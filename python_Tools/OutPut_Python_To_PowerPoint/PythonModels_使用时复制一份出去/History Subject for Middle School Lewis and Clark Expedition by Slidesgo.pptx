
<file path=[Content_Types].xml><?xml version="1.0" encoding="utf-8"?>
<Types xmlns="http://schemas.openxmlformats.org/package/2006/content-types">
  <Default Extension="jpeg" ContentType="image/jpeg"/>
  <Default Extension="JPG" ContentType="image/.jpg"/>
  <Default Extension="png" ContentType="image/png"/>
  <Default Extension="rels" ContentType="application/vnd.openxmlformats-package.relationships+xml"/>
  <Default Extension="xml" ContentType="application/xml"/>
  <Override PartName="/docProps/app.xml" ContentType="application/vnd.openxmlformats-officedocument.extended-properties+xml"/>
  <Override PartName="/docProps/core.xml" ContentType="application/vnd.openxmlformats-package.core-properties+xml"/>
  <Override PartName="/docProps/custom.xml" ContentType="application/vnd.openxmlformats-officedocument.custom-properties+xml"/>
  <Override PartName="/ppt/fonts/font1.fntdata" ContentType="application/x-fontdata"/>
  <Override PartName="/ppt/fonts/font2.fntdata" ContentType="application/x-fontdata"/>
  <Override PartName="/ppt/fonts/font3.fntdata" ContentType="application/x-fontdata"/>
  <Override PartName="/ppt/fonts/font4.fntdata" ContentType="application/x-fontdata"/>
  <Override PartName="/ppt/fonts/font5.fntdata" ContentType="application/x-fontdata"/>
  <Override PartName="/ppt/notesMasters/notesMaster1.xml" ContentType="application/vnd.openxmlformats-officedocument.presentationml.notesMaster+xml"/>
  <Override PartName="/ppt/notesSlides/notesSlide1.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tableStyles.xml" ContentType="application/vnd.openxmlformats-officedocument.presentationml.tableStyles+xml"/>
  <Override PartName="/ppt/theme/theme1.xml" ContentType="application/vnd.openxmlformats-officedocument.theme+xml"/>
  <Override PartName="/ppt/theme/theme2.xml" ContentType="application/vnd.openxmlformats-officedocument.theme+xml"/>
  <Override PartName="/ppt/theme/theme3.xml" ContentType="application/vnd.openxmlformats-officedocument.theme+xml"/>
  <Override PartName="/ppt/viewProps.xml" ContentType="application/vnd.openxmlformats-officedocument.presentationml.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 Id="rId3" Type="http://schemas.openxmlformats.org/package/2006/relationships/metadata/core-properties" Target="docProps/core.xml"/><Relationship Id="rId2" Type="http://schemas.openxmlformats.org/officeDocument/2006/relationships/extended-properties" Target="docProps/app.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48" r:id="rId1"/>
    <p:sldMasterId id="2147483679" r:id="rId3"/>
  </p:sldMasterIdLst>
  <p:notesMasterIdLst>
    <p:notesMasterId r:id="rId5"/>
  </p:notesMasterIdLst>
  <p:sldIdLst>
    <p:sldId id="256" r:id="rId4"/>
    <p:sldId id="257" r:id="rId6"/>
    <p:sldId id="258" r:id="rId7"/>
    <p:sldId id="259" r:id="rId8"/>
    <p:sldId id="260" r:id="rId9"/>
    <p:sldId id="261" r:id="rId10"/>
    <p:sldId id="262" r:id="rId11"/>
    <p:sldId id="263" r:id="rId12"/>
    <p:sldId id="264" r:id="rId13"/>
    <p:sldId id="265" r:id="rId14"/>
    <p:sldId id="266" r:id="rId15"/>
    <p:sldId id="267" r:id="rId16"/>
    <p:sldId id="268" r:id="rId17"/>
    <p:sldId id="269" r:id="rId18"/>
    <p:sldId id="270" r:id="rId19"/>
    <p:sldId id="271" r:id="rId20"/>
    <p:sldId id="272" r:id="rId21"/>
    <p:sldId id="273" r:id="rId22"/>
    <p:sldId id="274" r:id="rId23"/>
    <p:sldId id="275" r:id="rId24"/>
    <p:sldId id="276" r:id="rId25"/>
    <p:sldId id="277" r:id="rId26"/>
    <p:sldId id="278" r:id="rId27"/>
    <p:sldId id="279" r:id="rId28"/>
    <p:sldId id="280" r:id="rId29"/>
    <p:sldId id="281" r:id="rId30"/>
    <p:sldId id="282" r:id="rId31"/>
    <p:sldId id="283" r:id="rId32"/>
    <p:sldId id="284" r:id="rId33"/>
    <p:sldId id="285" r:id="rId34"/>
    <p:sldId id="286" r:id="rId35"/>
    <p:sldId id="287" r:id="rId36"/>
    <p:sldId id="288" r:id="rId37"/>
    <p:sldId id="289" r:id="rId38"/>
    <p:sldId id="290" r:id="rId39"/>
    <p:sldId id="291" r:id="rId40"/>
    <p:sldId id="292" r:id="rId41"/>
    <p:sldId id="293" r:id="rId42"/>
    <p:sldId id="294" r:id="rId43"/>
    <p:sldId id="295" r:id="rId44"/>
    <p:sldId id="296" r:id="rId45"/>
    <p:sldId id="297" r:id="rId46"/>
    <p:sldId id="298" r:id="rId47"/>
    <p:sldId id="299" r:id="rId48"/>
    <p:sldId id="300" r:id="rId49"/>
    <p:sldId id="301" r:id="rId50"/>
    <p:sldId id="302" r:id="rId51"/>
    <p:sldId id="303" r:id="rId52"/>
    <p:sldId id="304" r:id="rId53"/>
    <p:sldId id="305" r:id="rId54"/>
    <p:sldId id="306" r:id="rId55"/>
    <p:sldId id="307" r:id="rId56"/>
    <p:sldId id="308" r:id="rId57"/>
    <p:sldId id="309" r:id="rId58"/>
    <p:sldId id="310" r:id="rId59"/>
  </p:sldIdLst>
  <p:sldSz cx="9144000" cy="5143500"/>
  <p:notesSz cx="6858000" cy="9144000"/>
  <p:embeddedFontLst>
    <p:embeddedFont>
      <p:font typeface="Averia Serif Libre" panose="02000603000000000004"/>
      <p:regular r:id="rId63"/>
    </p:embeddedFont>
    <p:embeddedFont>
      <p:font typeface="Average Sans" panose="02000503040000020003"/>
      <p:regular r:id="rId64"/>
    </p:embeddedFont>
    <p:embeddedFont>
      <p:font typeface="Bebas Neue" panose="020B0606020202050201"/>
      <p:regular r:id="rId65"/>
    </p:embeddedFont>
    <p:embeddedFont>
      <p:font typeface="PT Sans" panose="020B0503020203020204"/>
      <p:regular r:id="rId66"/>
    </p:embeddedFont>
    <p:embeddedFont>
      <p:font typeface="Proxima Nova" panose="02000506030000020004"/>
      <p:regular r:id="rId67"/>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1pPr>
    <a:lvl2pPr marR="0" lvl="1"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2pPr>
    <a:lvl3pPr marR="0" lvl="2"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3pPr>
    <a:lvl4pPr marR="0" lvl="3"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4pPr>
    <a:lvl5pPr marR="0" lvl="4"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5pPr>
    <a:lvl6pPr marR="0" lvl="5"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6pPr>
    <a:lvl7pPr marR="0" lvl="6"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7pPr>
    <a:lvl8pPr marR="0" lvl="7"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8pPr>
    <a:lvl9pPr marR="0" lvl="8"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a:tblStyle styleId="{5C22544A-7EE6-4342-B048-85BDC9FD1C3A}" styleName="中度样式 2 - 强调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86B84417-7BD4-4907-9079-F2DE78AFB253}"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Style>
        <a:tcBdr/>
      </a:tcStyle>
    </a:band1H>
    <a:band2H>
      <a:tcStyle>
        <a:tcBdr/>
      </a:tcStyle>
    </a:band2H>
    <a:band1V>
      <a:tcStyle>
        <a:tcBdr/>
      </a:tcStyle>
    </a:band1V>
    <a:band2V>
      <a:tcStyle>
        <a:tcBdr/>
      </a:tcStyle>
    </a:band2V>
    <a:lastCol>
      <a:tcStyle>
        <a:tcBdr/>
      </a:tcStyle>
    </a:lastCol>
    <a:firstCol>
      <a:tcStyle>
        <a:tcBdr/>
      </a:tcStyle>
    </a:firstCol>
    <a:lastRow>
      <a:tcStyle>
        <a:tcBdr/>
      </a:tcStyle>
    </a:lastRow>
    <a:seCell>
      <a:tcStyle>
        <a:tcBdr/>
      </a:tcStyle>
    </a:seCell>
    <a:swCell>
      <a:tcStyle>
        <a:tcBdr/>
      </a:tcStyle>
    </a:swCell>
    <a:firstRow>
      <a:tcStyle>
        <a:tcBdr/>
      </a:tcStyle>
    </a:firstRow>
    <a:neCell>
      <a:tcStyle>
        <a:tcBdr/>
      </a:tcStyle>
    </a:neCell>
    <a:nwCell>
      <a:tcStyle>
        <a:tcBdr/>
      </a:tcStyle>
    </a:nwCell>
  </a:tblStyle>
  <a:tblStyle styleId="{59C248EF-CFDD-4DAC-B5BB-78ED15F6001B}" styleName="Table_1">
    <a:wholeTbl>
      <a:tcTxStyle>
        <a:font>
          <a:latin typeface="Arial"/>
          <a:ea typeface="Arial"/>
          <a:cs typeface="Arial"/>
        </a:font>
        <a:srgbClr val="000000"/>
      </a:tcTxStyle>
      <a:tcStyle>
        <a:tcBdr>
          <a:left>
            <a:ln w="9525" cap="flat" cmpd="sng">
              <a:solidFill>
                <a:srgbClr val="000000"/>
              </a:solidFill>
              <a:prstDash val="solid"/>
              <a:round/>
              <a:headEnd type="none" w="sm" len="sm"/>
              <a:tailEnd type="none" w="sm" len="sm"/>
            </a:ln>
          </a:left>
          <a:right>
            <a:ln w="9525" cap="flat" cmpd="sng">
              <a:solidFill>
                <a:srgbClr val="000000"/>
              </a:solidFill>
              <a:prstDash val="solid"/>
              <a:round/>
              <a:headEnd type="none" w="sm" len="sm"/>
              <a:tailEnd type="none" w="sm" len="sm"/>
            </a:ln>
          </a:right>
          <a:top>
            <a:ln w="9525" cap="flat" cmpd="sng">
              <a:solidFill>
                <a:srgbClr val="000000"/>
              </a:solidFill>
              <a:prstDash val="solid"/>
              <a:round/>
              <a:headEnd type="none" w="sm" len="sm"/>
              <a:tailEnd type="none" w="sm" len="sm"/>
            </a:ln>
          </a:top>
          <a:bottom>
            <a:ln w="9525" cap="flat" cmpd="sng">
              <a:solidFill>
                <a:srgbClr val="000000"/>
              </a:solidFill>
              <a:prstDash val="solid"/>
              <a:round/>
              <a:headEnd type="none" w="sm" len="sm"/>
              <a:tailEnd type="none" w="sm" len="sm"/>
            </a:ln>
          </a:bottom>
          <a:insideH>
            <a:ln w="9525" cap="flat" cmpd="sng">
              <a:solidFill>
                <a:srgbClr val="000000"/>
              </a:solidFill>
              <a:prstDash val="solid"/>
              <a:round/>
              <a:headEnd type="none" w="sm" len="sm"/>
              <a:tailEnd type="none" w="sm" len="sm"/>
            </a:ln>
          </a:insideH>
          <a:insideV>
            <a:ln w="9525" cap="flat" cmpd="sng">
              <a:solidFill>
                <a:srgbClr val="000000"/>
              </a:solidFill>
              <a:prstDash val="solid"/>
              <a:round/>
              <a:headEnd type="none" w="sm" len="sm"/>
              <a:tailEnd type="none" w="sm" len="sm"/>
            </a:ln>
          </a:insideV>
        </a:tcBdr>
      </a:tcStyle>
    </a:wholeTbl>
    <a:band1H>
      <a:tcStyle>
        <a:tcBdr/>
      </a:tcStyle>
    </a:band1H>
    <a:band2H>
      <a:tcStyle>
        <a:tcBdr/>
      </a:tcStyle>
    </a:band2H>
    <a:band1V>
      <a:tcStyle>
        <a:tcBdr/>
      </a:tcStyle>
    </a:band1V>
    <a:band2V>
      <a:tcStyle>
        <a:tcBdr/>
      </a:tcStyle>
    </a:band2V>
    <a:lastCol>
      <a:tcStyle>
        <a:tcBdr/>
      </a:tcStyle>
    </a:lastCol>
    <a:firstCol>
      <a:tcStyle>
        <a:tcBdr/>
      </a:tcStyle>
    </a:firstCol>
    <a:lastRow>
      <a:tcStyle>
        <a:tcBdr/>
      </a:tcStyle>
    </a:lastRow>
    <a:seCell>
      <a:tcStyle>
        <a:tcBdr/>
      </a:tcStyle>
    </a:seCell>
    <a:swCell>
      <a:tcStyle>
        <a:tcBdr/>
      </a:tcStyle>
    </a:swCell>
    <a:firstRow>
      <a:tcStyle>
        <a:tcBdr/>
      </a:tcStyle>
    </a:firstRow>
    <a:neCell>
      <a:tcStyle>
        <a:tcBdr/>
      </a:tcStyle>
    </a:neCell>
    <a:nwCell>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gridSpacing cx="72008" cy="72008"/>
</p:viewPr>
</file>

<file path=ppt/_rels/presentation.xml.rels><?xml version="1.0" encoding="UTF-8" standalone="yes"?>
<Relationships xmlns="http://schemas.openxmlformats.org/package/2006/relationships"><Relationship Id="rId9" Type="http://schemas.openxmlformats.org/officeDocument/2006/relationships/slide" Target="slides/slide5.xml"/><Relationship Id="rId8" Type="http://schemas.openxmlformats.org/officeDocument/2006/relationships/slide" Target="slides/slide4.xml"/><Relationship Id="rId7" Type="http://schemas.openxmlformats.org/officeDocument/2006/relationships/slide" Target="slides/slide3.xml"/><Relationship Id="rId67" Type="http://schemas.openxmlformats.org/officeDocument/2006/relationships/font" Target="fonts/font5.fntdata"/><Relationship Id="rId66" Type="http://schemas.openxmlformats.org/officeDocument/2006/relationships/font" Target="fonts/font4.fntdata"/><Relationship Id="rId65" Type="http://schemas.openxmlformats.org/officeDocument/2006/relationships/font" Target="fonts/font3.fntdata"/><Relationship Id="rId64" Type="http://schemas.openxmlformats.org/officeDocument/2006/relationships/font" Target="fonts/font2.fntdata"/><Relationship Id="rId63" Type="http://schemas.openxmlformats.org/officeDocument/2006/relationships/font" Target="fonts/font1.fntdata"/><Relationship Id="rId62" Type="http://schemas.openxmlformats.org/officeDocument/2006/relationships/tableStyles" Target="tableStyles.xml"/><Relationship Id="rId61" Type="http://schemas.openxmlformats.org/officeDocument/2006/relationships/viewProps" Target="viewProps.xml"/><Relationship Id="rId60" Type="http://schemas.openxmlformats.org/officeDocument/2006/relationships/presProps" Target="presProps.xml"/><Relationship Id="rId6" Type="http://schemas.openxmlformats.org/officeDocument/2006/relationships/slide" Target="slides/slide2.xml"/><Relationship Id="rId59" Type="http://schemas.openxmlformats.org/officeDocument/2006/relationships/slide" Target="slides/slide55.xml"/><Relationship Id="rId58" Type="http://schemas.openxmlformats.org/officeDocument/2006/relationships/slide" Target="slides/slide54.xml"/><Relationship Id="rId57" Type="http://schemas.openxmlformats.org/officeDocument/2006/relationships/slide" Target="slides/slide53.xml"/><Relationship Id="rId56" Type="http://schemas.openxmlformats.org/officeDocument/2006/relationships/slide" Target="slides/slide52.xml"/><Relationship Id="rId55" Type="http://schemas.openxmlformats.org/officeDocument/2006/relationships/slide" Target="slides/slide51.xml"/><Relationship Id="rId54" Type="http://schemas.openxmlformats.org/officeDocument/2006/relationships/slide" Target="slides/slide50.xml"/><Relationship Id="rId53" Type="http://schemas.openxmlformats.org/officeDocument/2006/relationships/slide" Target="slides/slide49.xml"/><Relationship Id="rId52" Type="http://schemas.openxmlformats.org/officeDocument/2006/relationships/slide" Target="slides/slide48.xml"/><Relationship Id="rId51" Type="http://schemas.openxmlformats.org/officeDocument/2006/relationships/slide" Target="slides/slide47.xml"/><Relationship Id="rId50" Type="http://schemas.openxmlformats.org/officeDocument/2006/relationships/slide" Target="slides/slide46.xml"/><Relationship Id="rId5" Type="http://schemas.openxmlformats.org/officeDocument/2006/relationships/notesMaster" Target="notesMasters/notesMaster1.xml"/><Relationship Id="rId49" Type="http://schemas.openxmlformats.org/officeDocument/2006/relationships/slide" Target="slides/slide45.xml"/><Relationship Id="rId48" Type="http://schemas.openxmlformats.org/officeDocument/2006/relationships/slide" Target="slides/slide44.xml"/><Relationship Id="rId47" Type="http://schemas.openxmlformats.org/officeDocument/2006/relationships/slide" Target="slides/slide43.xml"/><Relationship Id="rId46" Type="http://schemas.openxmlformats.org/officeDocument/2006/relationships/slide" Target="slides/slide42.xml"/><Relationship Id="rId45" Type="http://schemas.openxmlformats.org/officeDocument/2006/relationships/slide" Target="slides/slide41.xml"/><Relationship Id="rId44" Type="http://schemas.openxmlformats.org/officeDocument/2006/relationships/slide" Target="slides/slide40.xml"/><Relationship Id="rId43" Type="http://schemas.openxmlformats.org/officeDocument/2006/relationships/slide" Target="slides/slide39.xml"/><Relationship Id="rId42" Type="http://schemas.openxmlformats.org/officeDocument/2006/relationships/slide" Target="slides/slide38.xml"/><Relationship Id="rId41" Type="http://schemas.openxmlformats.org/officeDocument/2006/relationships/slide" Target="slides/slide37.xml"/><Relationship Id="rId40" Type="http://schemas.openxmlformats.org/officeDocument/2006/relationships/slide" Target="slides/slide36.xml"/><Relationship Id="rId4" Type="http://schemas.openxmlformats.org/officeDocument/2006/relationships/slide" Target="slides/slide1.xml"/><Relationship Id="rId39" Type="http://schemas.openxmlformats.org/officeDocument/2006/relationships/slide" Target="slides/slide35.xml"/><Relationship Id="rId38" Type="http://schemas.openxmlformats.org/officeDocument/2006/relationships/slide" Target="slides/slide34.xml"/><Relationship Id="rId37" Type="http://schemas.openxmlformats.org/officeDocument/2006/relationships/slide" Target="slides/slide33.xml"/><Relationship Id="rId36" Type="http://schemas.openxmlformats.org/officeDocument/2006/relationships/slide" Target="slides/slide32.xml"/><Relationship Id="rId35" Type="http://schemas.openxmlformats.org/officeDocument/2006/relationships/slide" Target="slides/slide31.xml"/><Relationship Id="rId34" Type="http://schemas.openxmlformats.org/officeDocument/2006/relationships/slide" Target="slides/slide30.xml"/><Relationship Id="rId33" Type="http://schemas.openxmlformats.org/officeDocument/2006/relationships/slide" Target="slides/slide29.xml"/><Relationship Id="rId32" Type="http://schemas.openxmlformats.org/officeDocument/2006/relationships/slide" Target="slides/slide28.xml"/><Relationship Id="rId31" Type="http://schemas.openxmlformats.org/officeDocument/2006/relationships/slide" Target="slides/slide27.xml"/><Relationship Id="rId30" Type="http://schemas.openxmlformats.org/officeDocument/2006/relationships/slide" Target="slides/slide26.xml"/><Relationship Id="rId3" Type="http://schemas.openxmlformats.org/officeDocument/2006/relationships/slideMaster" Target="slideMasters/slideMaster2.xml"/><Relationship Id="rId29" Type="http://schemas.openxmlformats.org/officeDocument/2006/relationships/slide" Target="slides/slide25.xml"/><Relationship Id="rId28" Type="http://schemas.openxmlformats.org/officeDocument/2006/relationships/slide" Target="slides/slide24.xml"/><Relationship Id="rId27" Type="http://schemas.openxmlformats.org/officeDocument/2006/relationships/slide" Target="slides/slide23.xml"/><Relationship Id="rId26" Type="http://schemas.openxmlformats.org/officeDocument/2006/relationships/slide" Target="slides/slide22.xml"/><Relationship Id="rId25" Type="http://schemas.openxmlformats.org/officeDocument/2006/relationships/slide" Target="slides/slide21.xml"/><Relationship Id="rId24" Type="http://schemas.openxmlformats.org/officeDocument/2006/relationships/slide" Target="slides/slide20.xml"/><Relationship Id="rId23" Type="http://schemas.openxmlformats.org/officeDocument/2006/relationships/slide" Target="slides/slide19.xml"/><Relationship Id="rId22" Type="http://schemas.openxmlformats.org/officeDocument/2006/relationships/slide" Target="slides/slide18.xml"/><Relationship Id="rId21" Type="http://schemas.openxmlformats.org/officeDocument/2006/relationships/slide" Target="slides/slide17.xml"/><Relationship Id="rId20" Type="http://schemas.openxmlformats.org/officeDocument/2006/relationships/slide" Target="slides/slide16.xml"/><Relationship Id="rId2" Type="http://schemas.openxmlformats.org/officeDocument/2006/relationships/theme" Target="theme/theme1.xml"/><Relationship Id="rId19" Type="http://schemas.openxmlformats.org/officeDocument/2006/relationships/slide" Target="slides/slide15.xml"/><Relationship Id="rId18" Type="http://schemas.openxmlformats.org/officeDocument/2006/relationships/slide" Target="slides/slide14.xml"/><Relationship Id="rId17" Type="http://schemas.openxmlformats.org/officeDocument/2006/relationships/slide" Target="slides/slide13.xml"/><Relationship Id="rId16" Type="http://schemas.openxmlformats.org/officeDocument/2006/relationships/slide" Target="slides/slide12.xml"/><Relationship Id="rId15" Type="http://schemas.openxmlformats.org/officeDocument/2006/relationships/slide" Target="slides/slide11.xml"/><Relationship Id="rId14" Type="http://schemas.openxmlformats.org/officeDocument/2006/relationships/slide" Target="slides/slide10.xml"/><Relationship Id="rId13" Type="http://schemas.openxmlformats.org/officeDocument/2006/relationships/slide" Target="slides/slide9.xml"/><Relationship Id="rId12" Type="http://schemas.openxmlformats.org/officeDocument/2006/relationships/slide" Target="slides/slide8.xml"/><Relationship Id="rId11" Type="http://schemas.openxmlformats.org/officeDocument/2006/relationships/slide" Target="slides/slide7.xml"/><Relationship Id="rId10" Type="http://schemas.openxmlformats.org/officeDocument/2006/relationships/slide" Target="slides/slide6.xml"/><Relationship Id="rId1" Type="http://schemas.openxmlformats.org/officeDocument/2006/relationships/slideMaster" Target="slideMasters/slideMaster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2" name="Shape 2"/>
        <p:cNvGrpSpPr/>
        <p:nvPr/>
      </p:nvGrpSpPr>
      <p:grpSpPr>
        <a:xfrm>
          <a:off x="0" y="0"/>
          <a:ext cx="0" cy="0"/>
          <a:chOff x="0" y="0"/>
          <a:chExt cx="0" cy="0"/>
        </a:xfrm>
      </p:grpSpPr>
      <p:sp>
        <p:nvSpPr>
          <p:cNvPr id="3" name="Google Shape;3;n"/>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1pPr>
    <a:lvl2pPr marR="0" lvl="1"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2pPr>
    <a:lvl3pPr marR="0" lvl="2"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3pPr>
    <a:lvl4pPr marR="0" lvl="3"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4pPr>
    <a:lvl5pPr marR="0" lvl="4"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5pPr>
    <a:lvl6pPr marR="0" lvl="5"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6pPr>
    <a:lvl7pPr marR="0" lvl="6"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7pPr>
    <a:lvl8pPr marR="0" lvl="7"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8pPr>
    <a:lvl9pPr marR="0" lvl="8"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xml"/></Relationships>
</file>

<file path=ppt/notesSlides/_rels/notesSlide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xml"/></Relationships>
</file>

<file path=ppt/notesSlides/_rels/notesSlide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xml"/></Relationships>
</file>

<file path=ppt/notesSlides/_rels/notesSlide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xml"/></Relationships>
</file>

<file path=ppt/notesSlides/_rels/notesSlide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xml"/></Relationships>
</file>

<file path=ppt/notesSlides/_rels/notesSlide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6.xml"/></Relationships>
</file>

<file path=ppt/notesSlides/_rels/notesSlide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7.xml"/></Relationships>
</file>

<file path=ppt/notesSlides/_rels/notesSlide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8.xml"/></Relationships>
</file>

<file path=ppt/notesSlides/_rels/notesSlide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9.xml"/></Relationships>
</file>

<file path=ppt/notesSlides/_rels/notesSlide1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0.xml"/></Relationships>
</file>

<file path=ppt/notesSlides/_rels/notesSlide1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1.xml"/></Relationships>
</file>

<file path=ppt/notesSlides/_rels/notesSlide1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2.xml"/></Relationships>
</file>

<file path=ppt/notesSlides/_rels/notesSlide1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3.xml"/></Relationships>
</file>

<file path=ppt/notesSlides/_rels/notesSlide1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4.xml"/></Relationships>
</file>

<file path=ppt/notesSlides/_rels/notesSlide1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5.xml"/></Relationships>
</file>

<file path=ppt/notesSlides/_rels/notesSlide1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6.xml"/></Relationships>
</file>

<file path=ppt/notesSlides/_rels/notesSlide1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7.xml"/></Relationships>
</file>

<file path=ppt/notesSlides/_rels/notesSlide1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8.xml"/></Relationships>
</file>

<file path=ppt/notesSlides/_rels/notesSlide1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9.xml"/></Relationships>
</file>

<file path=ppt/notesSlides/_rels/notesSlide2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0.xml"/></Relationships>
</file>

<file path=ppt/notesSlides/_rels/notesSlide2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1.xml"/></Relationships>
</file>

<file path=ppt/notesSlides/_rels/notesSlide2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2.xml"/></Relationships>
</file>

<file path=ppt/notesSlides/_rels/notesSlide2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3.xml"/></Relationships>
</file>

<file path=ppt/notesSlides/_rels/notesSlide2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4.xml"/></Relationships>
</file>

<file path=ppt/notesSlides/_rels/notesSlide2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5.xml"/></Relationships>
</file>

<file path=ppt/notesSlides/_rels/notesSlide2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6.xml"/></Relationships>
</file>

<file path=ppt/notesSlides/_rels/notesSlide2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7.xml"/></Relationships>
</file>

<file path=ppt/notesSlides/_rels/notesSlide2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8.xml"/></Relationships>
</file>

<file path=ppt/notesSlides/_rels/notesSlide2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9.xml"/></Relationships>
</file>

<file path=ppt/notesSlides/_rels/notesSlide3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0.xml"/></Relationships>
</file>

<file path=ppt/notesSlides/_rels/notesSlide3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1.xml"/></Relationships>
</file>

<file path=ppt/notesSlides/_rels/notesSlide3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2.xml"/></Relationships>
</file>

<file path=ppt/notesSlides/_rels/notesSlide3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3.xml"/></Relationships>
</file>

<file path=ppt/notesSlides/_rels/notesSlide3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4.xml"/></Relationships>
</file>

<file path=ppt/notesSlides/_rels/notesSlide3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5.xml"/></Relationships>
</file>

<file path=ppt/notesSlides/_rels/notesSlide3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6.xml"/></Relationships>
</file>

<file path=ppt/notesSlides/_rels/notesSlide3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7.xml"/></Relationships>
</file>

<file path=ppt/notesSlides/_rels/notesSlide3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8.xml"/></Relationships>
</file>

<file path=ppt/notesSlides/_rels/notesSlide3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9.xml"/></Relationships>
</file>

<file path=ppt/notesSlides/_rels/notesSlide4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0.xml"/></Relationships>
</file>

<file path=ppt/notesSlides/_rels/notesSlide4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1.xml"/></Relationships>
</file>

<file path=ppt/notesSlides/_rels/notesSlide4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2.xml"/></Relationships>
</file>

<file path=ppt/notesSlides/_rels/notesSlide4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3.xml"/></Relationships>
</file>

<file path=ppt/notesSlides/_rels/notesSlide4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4.xml"/></Relationships>
</file>

<file path=ppt/notesSlides/_rels/notesSlide4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5.xml"/></Relationships>
</file>

<file path=ppt/notesSlides/_rels/notesSlide4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6.xml"/></Relationships>
</file>

<file path=ppt/notesSlides/_rels/notesSlide4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7.xml"/></Relationships>
</file>

<file path=ppt/notesSlides/_rels/notesSlide4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8.xml"/></Relationships>
</file>

<file path=ppt/notesSlides/_rels/notesSlide4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9.xml"/></Relationships>
</file>

<file path=ppt/notesSlides/_rels/notesSlide5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0.xml"/></Relationships>
</file>

<file path=ppt/notesSlides/_rels/notesSlide5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1.xml"/></Relationships>
</file>

<file path=ppt/notesSlides/_rels/notesSlide5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2.xml"/></Relationships>
</file>

<file path=ppt/notesSlides/_rels/notesSlide5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3.xml"/></Relationships>
</file>

<file path=ppt/notesSlides/_rels/notesSlide5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4.xml"/></Relationships>
</file>

<file path=ppt/notesSlides/_rels/notesSlide5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5.xml"/></Relationships>
</file>

<file path=ppt/notesSlides/notesSlide1.xml><?xml version="1.0" encoding="utf-8"?>
<p:notes xmlns:a="http://schemas.openxmlformats.org/drawingml/2006/main" xmlns:r="http://schemas.openxmlformats.org/officeDocument/2006/relationships" xmlns:p="http://schemas.openxmlformats.org/presentationml/2006/main" showMasterPhAnim="0" showMasterSp="0">
  <p:cSld>
    <p:spTree>
      <p:nvGrpSpPr>
        <p:cNvPr id="3911" name="Shape 3911"/>
        <p:cNvGrpSpPr/>
        <p:nvPr/>
      </p:nvGrpSpPr>
      <p:grpSpPr>
        <a:xfrm>
          <a:off x="0" y="0"/>
          <a:ext cx="0" cy="0"/>
          <a:chOff x="0" y="0"/>
          <a:chExt cx="0" cy="0"/>
        </a:xfrm>
      </p:grpSpPr>
      <p:sp>
        <p:nvSpPr>
          <p:cNvPr id="3912" name="Google Shape;3912;g2416d6ddd19_0_1298:notes"/>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913" name="Google Shape;3913;g2416d6ddd19_0_1298:notes"/>
          <p:cNvSpPr txBox="1"/>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PhAnim="0" showMasterSp="0">
  <p:cSld>
    <p:spTree>
      <p:nvGrpSpPr>
        <p:cNvPr id="3919" name="Shape 3919"/>
        <p:cNvGrpSpPr/>
        <p:nvPr/>
      </p:nvGrpSpPr>
      <p:grpSpPr>
        <a:xfrm>
          <a:off x="0" y="0"/>
          <a:ext cx="0" cy="0"/>
          <a:chOff x="0" y="0"/>
          <a:chExt cx="0" cy="0"/>
        </a:xfrm>
      </p:grpSpPr>
      <p:sp>
        <p:nvSpPr>
          <p:cNvPr id="3920" name="Google Shape;3920;gd431007ba2_0_208:notes"/>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921" name="Google Shape;3921;gd431007ba2_0_208:notes"/>
          <p:cNvSpPr txBox="1"/>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PhAnim="0" showMasterSp="0">
  <p:cSld>
    <p:spTree>
      <p:nvGrpSpPr>
        <p:cNvPr id="3936" name="Shape 3936"/>
        <p:cNvGrpSpPr/>
        <p:nvPr/>
      </p:nvGrpSpPr>
      <p:grpSpPr>
        <a:xfrm>
          <a:off x="0" y="0"/>
          <a:ext cx="0" cy="0"/>
          <a:chOff x="0" y="0"/>
          <a:chExt cx="0" cy="0"/>
        </a:xfrm>
      </p:grpSpPr>
      <p:sp>
        <p:nvSpPr>
          <p:cNvPr id="3937" name="Google Shape;3937;g2416d6ddd19_0_550:notes"/>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938" name="Google Shape;3938;g2416d6ddd19_0_550:notes"/>
          <p:cNvSpPr txBox="1"/>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panose="020B0604020202020204"/>
              <a:buNone/>
            </a:pPr>
            <a:endParaRPr sz="1200" i="1">
              <a:solidFill>
                <a:srgbClr val="595959"/>
              </a:solidFill>
              <a:latin typeface="Anaheim"/>
              <a:ea typeface="Anaheim"/>
              <a:cs typeface="Anaheim"/>
              <a:sym typeface="Anaheim"/>
            </a:endParaRPr>
          </a:p>
          <a:p>
            <a:pPr marL="0" lvl="0" indent="0" algn="l" rtl="0">
              <a:spcBef>
                <a:spcPts val="0"/>
              </a:spcBef>
              <a:spcAft>
                <a:spcPts val="0"/>
              </a:spcAft>
              <a:buNone/>
            </a:p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PhAnim="0" showMasterSp="0">
  <p:cSld>
    <p:spTree>
      <p:nvGrpSpPr>
        <p:cNvPr id="3960" name="Shape 3960"/>
        <p:cNvGrpSpPr/>
        <p:nvPr/>
      </p:nvGrpSpPr>
      <p:grpSpPr>
        <a:xfrm>
          <a:off x="0" y="0"/>
          <a:ext cx="0" cy="0"/>
          <a:chOff x="0" y="0"/>
          <a:chExt cx="0" cy="0"/>
        </a:xfrm>
      </p:grpSpPr>
      <p:sp>
        <p:nvSpPr>
          <p:cNvPr id="3961" name="Google Shape;3961;g2416d6ddd19_0_984:notes"/>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962" name="Google Shape;3962;g2416d6ddd19_0_984:notes"/>
          <p:cNvSpPr txBox="1"/>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PhAnim="0" showMasterSp="0">
  <p:cSld>
    <p:spTree>
      <p:nvGrpSpPr>
        <p:cNvPr id="3967" name="Shape 3967"/>
        <p:cNvGrpSpPr/>
        <p:nvPr/>
      </p:nvGrpSpPr>
      <p:grpSpPr>
        <a:xfrm>
          <a:off x="0" y="0"/>
          <a:ext cx="0" cy="0"/>
          <a:chOff x="0" y="0"/>
          <a:chExt cx="0" cy="0"/>
        </a:xfrm>
      </p:grpSpPr>
      <p:sp>
        <p:nvSpPr>
          <p:cNvPr id="3968" name="Google Shape;3968;g54dda1946d_6_308:notes"/>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969" name="Google Shape;3969;g54dda1946d_6_308:notes"/>
          <p:cNvSpPr txBox="1"/>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PhAnim="0" showMasterSp="0">
  <p:cSld>
    <p:spTree>
      <p:nvGrpSpPr>
        <p:cNvPr id="4756" name="Shape 4756"/>
        <p:cNvGrpSpPr/>
        <p:nvPr/>
      </p:nvGrpSpPr>
      <p:grpSpPr>
        <a:xfrm>
          <a:off x="0" y="0"/>
          <a:ext cx="0" cy="0"/>
          <a:chOff x="0" y="0"/>
          <a:chExt cx="0" cy="0"/>
        </a:xfrm>
      </p:grpSpPr>
      <p:sp>
        <p:nvSpPr>
          <p:cNvPr id="4757" name="Google Shape;4757;g14072739ea5_12_0:notes"/>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758" name="Google Shape;4758;g14072739ea5_12_0:notes"/>
          <p:cNvSpPr txBox="1"/>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PhAnim="0" showMasterSp="0">
  <p:cSld>
    <p:spTree>
      <p:nvGrpSpPr>
        <p:cNvPr id="4763" name="Shape 4763"/>
        <p:cNvGrpSpPr/>
        <p:nvPr/>
      </p:nvGrpSpPr>
      <p:grpSpPr>
        <a:xfrm>
          <a:off x="0" y="0"/>
          <a:ext cx="0" cy="0"/>
          <a:chOff x="0" y="0"/>
          <a:chExt cx="0" cy="0"/>
        </a:xfrm>
      </p:grpSpPr>
      <p:sp>
        <p:nvSpPr>
          <p:cNvPr id="4764" name="Google Shape;4764;g54dda1946d_6_322:notes"/>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765" name="Google Shape;4765;g54dda1946d_6_322:notes"/>
          <p:cNvSpPr txBox="1"/>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PhAnim="0" showMasterSp="0">
  <p:cSld>
    <p:spTree>
      <p:nvGrpSpPr>
        <p:cNvPr id="4896" name="Shape 4896"/>
        <p:cNvGrpSpPr/>
        <p:nvPr/>
      </p:nvGrpSpPr>
      <p:grpSpPr>
        <a:xfrm>
          <a:off x="0" y="0"/>
          <a:ext cx="0" cy="0"/>
          <a:chOff x="0" y="0"/>
          <a:chExt cx="0" cy="0"/>
        </a:xfrm>
      </p:grpSpPr>
      <p:sp>
        <p:nvSpPr>
          <p:cNvPr id="4897" name="Google Shape;4897;g54dda1946d_6_332:notes"/>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898" name="Google Shape;4898;g54dda1946d_6_332:notes"/>
          <p:cNvSpPr txBox="1"/>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PhAnim="0" showMasterSp="0">
  <p:cSld>
    <p:spTree>
      <p:nvGrpSpPr>
        <p:cNvPr id="4907" name="Shape 4907"/>
        <p:cNvGrpSpPr/>
        <p:nvPr/>
      </p:nvGrpSpPr>
      <p:grpSpPr>
        <a:xfrm>
          <a:off x="0" y="0"/>
          <a:ext cx="0" cy="0"/>
          <a:chOff x="0" y="0"/>
          <a:chExt cx="0" cy="0"/>
        </a:xfrm>
      </p:grpSpPr>
      <p:sp>
        <p:nvSpPr>
          <p:cNvPr id="4908" name="Google Shape;4908;g54dda1946d_6_344:notes"/>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909" name="Google Shape;4909;g54dda1946d_6_344:notes"/>
          <p:cNvSpPr txBox="1"/>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PhAnim="0" showMasterSp="0">
  <p:cSld>
    <p:spTree>
      <p:nvGrpSpPr>
        <p:cNvPr id="4918" name="Shape 4918"/>
        <p:cNvGrpSpPr/>
        <p:nvPr/>
      </p:nvGrpSpPr>
      <p:grpSpPr>
        <a:xfrm>
          <a:off x="0" y="0"/>
          <a:ext cx="0" cy="0"/>
          <a:chOff x="0" y="0"/>
          <a:chExt cx="0" cy="0"/>
        </a:xfrm>
      </p:grpSpPr>
      <p:sp>
        <p:nvSpPr>
          <p:cNvPr id="4919" name="Google Shape;4919;gd5260bdd85_0_256:notes"/>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920" name="Google Shape;4920;gd5260bdd85_0_256:notes"/>
          <p:cNvSpPr txBox="1"/>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PhAnim="0" showMasterSp="0">
  <p:cSld>
    <p:spTree>
      <p:nvGrpSpPr>
        <p:cNvPr id="4946" name="Shape 4946"/>
        <p:cNvGrpSpPr/>
        <p:nvPr/>
      </p:nvGrpSpPr>
      <p:grpSpPr>
        <a:xfrm>
          <a:off x="0" y="0"/>
          <a:ext cx="0" cy="0"/>
          <a:chOff x="0" y="0"/>
          <a:chExt cx="0" cy="0"/>
        </a:xfrm>
      </p:grpSpPr>
      <p:sp>
        <p:nvSpPr>
          <p:cNvPr id="4947" name="Google Shape;4947;g54dda1946d_4_2738:notes"/>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948" name="Google Shape;4948;g54dda1946d_4_2738:notes"/>
          <p:cNvSpPr txBox="1"/>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PhAnim="0" showMasterSp="0">
  <p:cSld>
    <p:spTree>
      <p:nvGrpSpPr>
        <p:cNvPr id="4965" name="Shape 4965"/>
        <p:cNvGrpSpPr/>
        <p:nvPr/>
      </p:nvGrpSpPr>
      <p:grpSpPr>
        <a:xfrm>
          <a:off x="0" y="0"/>
          <a:ext cx="0" cy="0"/>
          <a:chOff x="0" y="0"/>
          <a:chExt cx="0" cy="0"/>
        </a:xfrm>
      </p:grpSpPr>
      <p:sp>
        <p:nvSpPr>
          <p:cNvPr id="4966" name="Google Shape;4966;g54dda1946d_6_377:notes"/>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967" name="Google Shape;4967;g54dda1946d_6_377:notes"/>
          <p:cNvSpPr txBox="1"/>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PhAnim="0" showMasterSp="0">
  <p:cSld>
    <p:spTree>
      <p:nvGrpSpPr>
        <p:cNvPr id="4971" name="Shape 4971"/>
        <p:cNvGrpSpPr/>
        <p:nvPr/>
      </p:nvGrpSpPr>
      <p:grpSpPr>
        <a:xfrm>
          <a:off x="0" y="0"/>
          <a:ext cx="0" cy="0"/>
          <a:chOff x="0" y="0"/>
          <a:chExt cx="0" cy="0"/>
        </a:xfrm>
      </p:grpSpPr>
      <p:sp>
        <p:nvSpPr>
          <p:cNvPr id="4972" name="Google Shape;4972;g54ff9c4cb4_3_5:notes"/>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973" name="Google Shape;4973;g54ff9c4cb4_3_5:notes"/>
          <p:cNvSpPr txBox="1"/>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PhAnim="0" showMasterSp="0">
  <p:cSld>
    <p:spTree>
      <p:nvGrpSpPr>
        <p:cNvPr id="4979" name="Shape 4979"/>
        <p:cNvGrpSpPr/>
        <p:nvPr/>
      </p:nvGrpSpPr>
      <p:grpSpPr>
        <a:xfrm>
          <a:off x="0" y="0"/>
          <a:ext cx="0" cy="0"/>
          <a:chOff x="0" y="0"/>
          <a:chExt cx="0" cy="0"/>
        </a:xfrm>
      </p:grpSpPr>
      <p:sp>
        <p:nvSpPr>
          <p:cNvPr id="4980" name="Google Shape;4980;g54dda1946d_6_370:notes"/>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981" name="Google Shape;4981;g54dda1946d_6_370:notes"/>
          <p:cNvSpPr txBox="1"/>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PhAnim="0" showMasterSp="0">
  <p:cSld>
    <p:spTree>
      <p:nvGrpSpPr>
        <p:cNvPr id="4985" name="Shape 4985"/>
        <p:cNvGrpSpPr/>
        <p:nvPr/>
      </p:nvGrpSpPr>
      <p:grpSpPr>
        <a:xfrm>
          <a:off x="0" y="0"/>
          <a:ext cx="0" cy="0"/>
          <a:chOff x="0" y="0"/>
          <a:chExt cx="0" cy="0"/>
        </a:xfrm>
      </p:grpSpPr>
      <p:sp>
        <p:nvSpPr>
          <p:cNvPr id="4986" name="Google Shape;4986;g54dda1946d_6_358:notes"/>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987" name="Google Shape;4987;g54dda1946d_6_358:notes"/>
          <p:cNvSpPr txBox="1"/>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PhAnim="0" showMasterSp="0">
  <p:cSld>
    <p:spTree>
      <p:nvGrpSpPr>
        <p:cNvPr id="4994" name="Shape 4994"/>
        <p:cNvGrpSpPr/>
        <p:nvPr/>
      </p:nvGrpSpPr>
      <p:grpSpPr>
        <a:xfrm>
          <a:off x="0" y="0"/>
          <a:ext cx="0" cy="0"/>
          <a:chOff x="0" y="0"/>
          <a:chExt cx="0" cy="0"/>
        </a:xfrm>
      </p:grpSpPr>
      <p:sp>
        <p:nvSpPr>
          <p:cNvPr id="4995" name="Google Shape;4995;g54dda1946d_4_2726:notes"/>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996" name="Google Shape;4996;g54dda1946d_4_2726:notes"/>
          <p:cNvSpPr txBox="1"/>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PhAnim="0" showMasterSp="0">
  <p:cSld>
    <p:spTree>
      <p:nvGrpSpPr>
        <p:cNvPr id="5007" name="Shape 5007"/>
        <p:cNvGrpSpPr/>
        <p:nvPr/>
      </p:nvGrpSpPr>
      <p:grpSpPr>
        <a:xfrm>
          <a:off x="0" y="0"/>
          <a:ext cx="0" cy="0"/>
          <a:chOff x="0" y="0"/>
          <a:chExt cx="0" cy="0"/>
        </a:xfrm>
      </p:grpSpPr>
      <p:sp>
        <p:nvSpPr>
          <p:cNvPr id="5008" name="Google Shape;5008;g54dda1946d_4_2730:notes"/>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009" name="Google Shape;5009;g54dda1946d_4_2730:notes"/>
          <p:cNvSpPr txBox="1"/>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PhAnim="0" showMasterSp="0">
  <p:cSld>
    <p:spTree>
      <p:nvGrpSpPr>
        <p:cNvPr id="5033" name="Shape 5033"/>
        <p:cNvGrpSpPr/>
        <p:nvPr/>
      </p:nvGrpSpPr>
      <p:grpSpPr>
        <a:xfrm>
          <a:off x="0" y="0"/>
          <a:ext cx="0" cy="0"/>
          <a:chOff x="0" y="0"/>
          <a:chExt cx="0" cy="0"/>
        </a:xfrm>
      </p:grpSpPr>
      <p:sp>
        <p:nvSpPr>
          <p:cNvPr id="5034" name="Google Shape;5034;gd5260bdd85_0_270:notes"/>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035" name="Google Shape;5035;gd5260bdd85_0_270:notes"/>
          <p:cNvSpPr txBox="1"/>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PhAnim="0" showMasterSp="0">
  <p:cSld>
    <p:spTree>
      <p:nvGrpSpPr>
        <p:cNvPr id="5055" name="Shape 5055"/>
        <p:cNvGrpSpPr/>
        <p:nvPr/>
      </p:nvGrpSpPr>
      <p:grpSpPr>
        <a:xfrm>
          <a:off x="0" y="0"/>
          <a:ext cx="0" cy="0"/>
          <a:chOff x="0" y="0"/>
          <a:chExt cx="0" cy="0"/>
        </a:xfrm>
      </p:grpSpPr>
      <p:sp>
        <p:nvSpPr>
          <p:cNvPr id="5056" name="Google Shape;5056;g54dda1946d_0_3:notes"/>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057" name="Google Shape;5057;g54dda1946d_0_3:notes"/>
          <p:cNvSpPr txBox="1"/>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PhAnim="0" showMasterSp="0">
  <p:cSld>
    <p:spTree>
      <p:nvGrpSpPr>
        <p:cNvPr id="5067" name="Shape 5067"/>
        <p:cNvGrpSpPr/>
        <p:nvPr/>
      </p:nvGrpSpPr>
      <p:grpSpPr>
        <a:xfrm>
          <a:off x="0" y="0"/>
          <a:ext cx="0" cy="0"/>
          <a:chOff x="0" y="0"/>
          <a:chExt cx="0" cy="0"/>
        </a:xfrm>
      </p:grpSpPr>
      <p:sp>
        <p:nvSpPr>
          <p:cNvPr id="5068" name="Google Shape;5068;g54dda1946d_4_2742:notes"/>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069" name="Google Shape;5069;g54dda1946d_4_2742:notes"/>
          <p:cNvSpPr txBox="1"/>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PhAnim="0" showMasterSp="0">
  <p:cSld>
    <p:spTree>
      <p:nvGrpSpPr>
        <p:cNvPr id="5077" name="Shape 5077"/>
        <p:cNvGrpSpPr/>
        <p:nvPr/>
      </p:nvGrpSpPr>
      <p:grpSpPr>
        <a:xfrm>
          <a:off x="0" y="0"/>
          <a:ext cx="0" cy="0"/>
          <a:chOff x="0" y="0"/>
          <a:chExt cx="0" cy="0"/>
        </a:xfrm>
      </p:grpSpPr>
      <p:sp>
        <p:nvSpPr>
          <p:cNvPr id="5078" name="Google Shape;5078;g54dda1946d_4_2758:notes"/>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079" name="Google Shape;5079;g54dda1946d_4_2758:notes"/>
          <p:cNvSpPr txBox="1"/>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PhAnim="0" showMasterSp="0">
  <p:cSld>
    <p:spTree>
      <p:nvGrpSpPr>
        <p:cNvPr id="5088" name="Shape 5088"/>
        <p:cNvGrpSpPr/>
        <p:nvPr/>
      </p:nvGrpSpPr>
      <p:grpSpPr>
        <a:xfrm>
          <a:off x="0" y="0"/>
          <a:ext cx="0" cy="0"/>
          <a:chOff x="0" y="0"/>
          <a:chExt cx="0" cy="0"/>
        </a:xfrm>
      </p:grpSpPr>
      <p:sp>
        <p:nvSpPr>
          <p:cNvPr id="5089" name="Google Shape;5089;g54dda1946d_4_2689:notes"/>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090" name="Google Shape;5090;g54dda1946d_4_2689:notes"/>
          <p:cNvSpPr txBox="1"/>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PhAnim="0" showMasterSp="0">
  <p:cSld>
    <p:spTree>
      <p:nvGrpSpPr>
        <p:cNvPr id="5125" name="Shape 5125"/>
        <p:cNvGrpSpPr/>
        <p:nvPr/>
      </p:nvGrpSpPr>
      <p:grpSpPr>
        <a:xfrm>
          <a:off x="0" y="0"/>
          <a:ext cx="0" cy="0"/>
          <a:chOff x="0" y="0"/>
          <a:chExt cx="0" cy="0"/>
        </a:xfrm>
      </p:grpSpPr>
      <p:sp>
        <p:nvSpPr>
          <p:cNvPr id="5126" name="Google Shape;5126;g54dda1946d_4_2720:notes"/>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127" name="Google Shape;5127;g54dda1946d_4_2720:notes"/>
          <p:cNvSpPr txBox="1"/>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PhAnim="0" showMasterSp="0">
  <p:cSld>
    <p:spTree>
      <p:nvGrpSpPr>
        <p:cNvPr id="5160" name="Shape 5160"/>
        <p:cNvGrpSpPr/>
        <p:nvPr/>
      </p:nvGrpSpPr>
      <p:grpSpPr>
        <a:xfrm>
          <a:off x="0" y="0"/>
          <a:ext cx="0" cy="0"/>
          <a:chOff x="0" y="0"/>
          <a:chExt cx="0" cy="0"/>
        </a:xfrm>
      </p:grpSpPr>
      <p:sp>
        <p:nvSpPr>
          <p:cNvPr id="5161" name="Google Shape;5161;g54dda1946d_4_2701:notes"/>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162" name="Google Shape;5162;g54dda1946d_4_2701:notes"/>
          <p:cNvSpPr txBox="1"/>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PhAnim="0" showMasterSp="0">
  <p:cSld>
    <p:spTree>
      <p:nvGrpSpPr>
        <p:cNvPr id="5167" name="Shape 5167"/>
        <p:cNvGrpSpPr/>
        <p:nvPr/>
      </p:nvGrpSpPr>
      <p:grpSpPr>
        <a:xfrm>
          <a:off x="0" y="0"/>
          <a:ext cx="0" cy="0"/>
          <a:chOff x="0" y="0"/>
          <a:chExt cx="0" cy="0"/>
        </a:xfrm>
      </p:grpSpPr>
      <p:sp>
        <p:nvSpPr>
          <p:cNvPr id="5168" name="Google Shape;5168;g54dda1946d_4_2685:notes"/>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169" name="Google Shape;5169;g54dda1946d_4_2685:notes"/>
          <p:cNvSpPr txBox="1"/>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PhAnim="0" showMasterSp="0">
  <p:cSld>
    <p:spTree>
      <p:nvGrpSpPr>
        <p:cNvPr id="5204" name="Shape 5204"/>
        <p:cNvGrpSpPr/>
        <p:nvPr/>
      </p:nvGrpSpPr>
      <p:grpSpPr>
        <a:xfrm>
          <a:off x="0" y="0"/>
          <a:ext cx="0" cy="0"/>
          <a:chOff x="0" y="0"/>
          <a:chExt cx="0" cy="0"/>
        </a:xfrm>
      </p:grpSpPr>
      <p:sp>
        <p:nvSpPr>
          <p:cNvPr id="5205" name="Google Shape;5205;g54dda1946d_4_2679:notes"/>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206" name="Google Shape;5206;g54dda1946d_4_2679:notes"/>
          <p:cNvSpPr txBox="1"/>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PhAnim="0" showMasterSp="0">
  <p:cSld>
    <p:spTree>
      <p:nvGrpSpPr>
        <p:cNvPr id="5223" name="Shape 5223"/>
        <p:cNvGrpSpPr/>
        <p:nvPr/>
      </p:nvGrpSpPr>
      <p:grpSpPr>
        <a:xfrm>
          <a:off x="0" y="0"/>
          <a:ext cx="0" cy="0"/>
          <a:chOff x="0" y="0"/>
          <a:chExt cx="0" cy="0"/>
        </a:xfrm>
      </p:grpSpPr>
      <p:sp>
        <p:nvSpPr>
          <p:cNvPr id="5224" name="Google Shape;5224;gd5260bdd85_0_313:notes"/>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225" name="Google Shape;5225;gd5260bdd85_0_313:notes"/>
          <p:cNvSpPr txBox="1"/>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PhAnim="0" showMasterSp="0">
  <p:cSld>
    <p:spTree>
      <p:nvGrpSpPr>
        <p:cNvPr id="5260" name="Shape 5260"/>
        <p:cNvGrpSpPr/>
        <p:nvPr/>
      </p:nvGrpSpPr>
      <p:grpSpPr>
        <a:xfrm>
          <a:off x="0" y="0"/>
          <a:ext cx="0" cy="0"/>
          <a:chOff x="0" y="0"/>
          <a:chExt cx="0" cy="0"/>
        </a:xfrm>
      </p:grpSpPr>
      <p:sp>
        <p:nvSpPr>
          <p:cNvPr id="5261" name="Google Shape;5261;gd5260bdd85_0_114:notes"/>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262" name="Google Shape;5262;gd5260bdd85_0_114:notes"/>
          <p:cNvSpPr txBox="1"/>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PhAnim="0" showMasterSp="0">
  <p:cSld>
    <p:spTree>
      <p:nvGrpSpPr>
        <p:cNvPr id="5273" name="Shape 5273"/>
        <p:cNvGrpSpPr/>
        <p:nvPr/>
      </p:nvGrpSpPr>
      <p:grpSpPr>
        <a:xfrm>
          <a:off x="0" y="0"/>
          <a:ext cx="0" cy="0"/>
          <a:chOff x="0" y="0"/>
          <a:chExt cx="0" cy="0"/>
        </a:xfrm>
      </p:grpSpPr>
      <p:sp>
        <p:nvSpPr>
          <p:cNvPr id="5274" name="Google Shape;5274;g241bba96c4c_0_12:notes"/>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275" name="Google Shape;5275;g241bba96c4c_0_12:notes"/>
          <p:cNvSpPr txBox="1"/>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PhAnim="0" showMasterSp="0">
  <p:cSld>
    <p:spTree>
      <p:nvGrpSpPr>
        <p:cNvPr id="5289" name="Shape 5289"/>
        <p:cNvGrpSpPr/>
        <p:nvPr/>
      </p:nvGrpSpPr>
      <p:grpSpPr>
        <a:xfrm>
          <a:off x="0" y="0"/>
          <a:ext cx="0" cy="0"/>
          <a:chOff x="0" y="0"/>
          <a:chExt cx="0" cy="0"/>
        </a:xfrm>
      </p:grpSpPr>
      <p:sp>
        <p:nvSpPr>
          <p:cNvPr id="5290" name="Google Shape;5290;g241bba96c4c_0_20:notes"/>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291" name="Google Shape;5291;g241bba96c4c_0_20:notes"/>
          <p:cNvSpPr txBox="1"/>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PhAnim="0" showMasterSp="0">
  <p:cSld>
    <p:spTree>
      <p:nvGrpSpPr>
        <p:cNvPr id="5296" name="Shape 5296"/>
        <p:cNvGrpSpPr/>
        <p:nvPr/>
      </p:nvGrpSpPr>
      <p:grpSpPr>
        <a:xfrm>
          <a:off x="0" y="0"/>
          <a:ext cx="0" cy="0"/>
          <a:chOff x="0" y="0"/>
          <a:chExt cx="0" cy="0"/>
        </a:xfrm>
      </p:grpSpPr>
      <p:sp>
        <p:nvSpPr>
          <p:cNvPr id="5297" name="Google Shape;5297;g241bba96c4c_0_16:notes"/>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298" name="Google Shape;5298;g241bba96c4c_0_16:notes"/>
          <p:cNvSpPr txBox="1"/>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PhAnim="0" showMasterSp="0">
  <p:cSld>
    <p:spTree>
      <p:nvGrpSpPr>
        <p:cNvPr id="5312" name="Shape 5312"/>
        <p:cNvGrpSpPr/>
        <p:nvPr/>
      </p:nvGrpSpPr>
      <p:grpSpPr>
        <a:xfrm>
          <a:off x="0" y="0"/>
          <a:ext cx="0" cy="0"/>
          <a:chOff x="0" y="0"/>
          <a:chExt cx="0" cy="0"/>
        </a:xfrm>
      </p:grpSpPr>
      <p:sp>
        <p:nvSpPr>
          <p:cNvPr id="5313" name="Google Shape;5313;g241bba96c4c_0_24:notes"/>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314" name="Google Shape;5314;g241bba96c4c_0_24:notes"/>
          <p:cNvSpPr txBox="1"/>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PhAnim="0" showMasterSp="0">
  <p:cSld>
    <p:spTree>
      <p:nvGrpSpPr>
        <p:cNvPr id="5327" name="Shape 5327"/>
        <p:cNvGrpSpPr/>
        <p:nvPr/>
      </p:nvGrpSpPr>
      <p:grpSpPr>
        <a:xfrm>
          <a:off x="0" y="0"/>
          <a:ext cx="0" cy="0"/>
          <a:chOff x="0" y="0"/>
          <a:chExt cx="0" cy="0"/>
        </a:xfrm>
      </p:grpSpPr>
      <p:sp>
        <p:nvSpPr>
          <p:cNvPr id="5328" name="Google Shape;5328;g241bba96c4c_0_28:notes"/>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329" name="Google Shape;5329;g241bba96c4c_0_28:notes"/>
          <p:cNvSpPr txBox="1"/>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PhAnim="0" showMasterSp="0">
  <p:cSld>
    <p:spTree>
      <p:nvGrpSpPr>
        <p:cNvPr id="5342" name="Shape 5342"/>
        <p:cNvGrpSpPr/>
        <p:nvPr/>
      </p:nvGrpSpPr>
      <p:grpSpPr>
        <a:xfrm>
          <a:off x="0" y="0"/>
          <a:ext cx="0" cy="0"/>
          <a:chOff x="0" y="0"/>
          <a:chExt cx="0" cy="0"/>
        </a:xfrm>
      </p:grpSpPr>
      <p:sp>
        <p:nvSpPr>
          <p:cNvPr id="5343" name="Google Shape;5343;g241bba96c4c_0_32:notes"/>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344" name="Google Shape;5344;g241bba96c4c_0_32:notes"/>
          <p:cNvSpPr txBox="1"/>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PhAnim="0" showMasterSp="0">
  <p:cSld>
    <p:spTree>
      <p:nvGrpSpPr>
        <p:cNvPr id="5349" name="Shape 5349"/>
        <p:cNvGrpSpPr/>
        <p:nvPr/>
      </p:nvGrpSpPr>
      <p:grpSpPr>
        <a:xfrm>
          <a:off x="0" y="0"/>
          <a:ext cx="0" cy="0"/>
          <a:chOff x="0" y="0"/>
          <a:chExt cx="0" cy="0"/>
        </a:xfrm>
      </p:grpSpPr>
      <p:sp>
        <p:nvSpPr>
          <p:cNvPr id="5350" name="Google Shape;5350;g135e18421cc_13_10:notes"/>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351" name="Google Shape;5351;g135e18421cc_13_10:notes"/>
          <p:cNvSpPr txBox="1"/>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PhAnim="0" showMasterSp="0">
  <p:cSld>
    <p:spTree>
      <p:nvGrpSpPr>
        <p:cNvPr id="5369" name="Shape 5369"/>
        <p:cNvGrpSpPr/>
        <p:nvPr/>
      </p:nvGrpSpPr>
      <p:grpSpPr>
        <a:xfrm>
          <a:off x="0" y="0"/>
          <a:ext cx="0" cy="0"/>
          <a:chOff x="0" y="0"/>
          <a:chExt cx="0" cy="0"/>
        </a:xfrm>
      </p:grpSpPr>
      <p:sp>
        <p:nvSpPr>
          <p:cNvPr id="5370" name="Google Shape;5370;gd44c0c1fca_0_138:notes"/>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371" name="Google Shape;5371;gd44c0c1fca_0_138:notes"/>
          <p:cNvSpPr txBox="1"/>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PhAnim="0" showMasterSp="0">
  <p:cSld>
    <p:spTree>
      <p:nvGrpSpPr>
        <p:cNvPr id="6054" name="Shape 6054"/>
        <p:cNvGrpSpPr/>
        <p:nvPr/>
      </p:nvGrpSpPr>
      <p:grpSpPr>
        <a:xfrm>
          <a:off x="0" y="0"/>
          <a:ext cx="0" cy="0"/>
          <a:chOff x="0" y="0"/>
          <a:chExt cx="0" cy="0"/>
        </a:xfrm>
      </p:grpSpPr>
      <p:sp>
        <p:nvSpPr>
          <p:cNvPr id="6055" name="Google Shape;6055;g51b1a71d38_3_0:notes"/>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056" name="Google Shape;6056;g51b1a71d38_3_0:notes"/>
          <p:cNvSpPr txBox="1"/>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PhAnim="0" showMasterSp="0">
  <p:cSld>
    <p:spTree>
      <p:nvGrpSpPr>
        <p:cNvPr id="6187" name="Shape 6187"/>
        <p:cNvGrpSpPr/>
        <p:nvPr/>
      </p:nvGrpSpPr>
      <p:grpSpPr>
        <a:xfrm>
          <a:off x="0" y="0"/>
          <a:ext cx="0" cy="0"/>
          <a:chOff x="0" y="0"/>
          <a:chExt cx="0" cy="0"/>
        </a:xfrm>
      </p:grpSpPr>
      <p:sp>
        <p:nvSpPr>
          <p:cNvPr id="6188" name="Google Shape;6188;g241bba96c4c_0_13235:notes"/>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189" name="Google Shape;6189;g241bba96c4c_0_13235:notes"/>
          <p:cNvSpPr txBox="1"/>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PhAnim="0" showMasterSp="0">
  <p:cSld>
    <p:spTree>
      <p:nvGrpSpPr>
        <p:cNvPr id="6193" name="Shape 6193"/>
        <p:cNvGrpSpPr/>
        <p:nvPr/>
      </p:nvGrpSpPr>
      <p:grpSpPr>
        <a:xfrm>
          <a:off x="0" y="0"/>
          <a:ext cx="0" cy="0"/>
          <a:chOff x="0" y="0"/>
          <a:chExt cx="0" cy="0"/>
        </a:xfrm>
      </p:grpSpPr>
      <p:sp>
        <p:nvSpPr>
          <p:cNvPr id="6194" name="Google Shape;6194;g241bba96c4c_0_13240:notes"/>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195" name="Google Shape;6195;g241bba96c4c_0_13240:notes"/>
          <p:cNvSpPr txBox="1"/>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PhAnim="0" showMasterSp="0">
  <p:cSld>
    <p:spTree>
      <p:nvGrpSpPr>
        <p:cNvPr id="6199" name="Shape 6199"/>
        <p:cNvGrpSpPr/>
        <p:nvPr/>
      </p:nvGrpSpPr>
      <p:grpSpPr>
        <a:xfrm>
          <a:off x="0" y="0"/>
          <a:ext cx="0" cy="0"/>
          <a:chOff x="0" y="0"/>
          <a:chExt cx="0" cy="0"/>
        </a:xfrm>
      </p:grpSpPr>
      <p:sp>
        <p:nvSpPr>
          <p:cNvPr id="6200" name="Google Shape;6200;g241bba96c4c_0_13245:notes"/>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201" name="Google Shape;6201;g241bba96c4c_0_13245:notes"/>
          <p:cNvSpPr txBox="1"/>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PhAnim="0" showMasterSp="0">
  <p:cSld>
    <p:spTree>
      <p:nvGrpSpPr>
        <p:cNvPr id="6213" name="Shape 6213"/>
        <p:cNvGrpSpPr/>
        <p:nvPr/>
      </p:nvGrpSpPr>
      <p:grpSpPr>
        <a:xfrm>
          <a:off x="0" y="0"/>
          <a:ext cx="0" cy="0"/>
          <a:chOff x="0" y="0"/>
          <a:chExt cx="0" cy="0"/>
        </a:xfrm>
      </p:grpSpPr>
      <p:sp>
        <p:nvSpPr>
          <p:cNvPr id="6214" name="Google Shape;6214;g241bba96c4c_0_13270:notes"/>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215" name="Google Shape;6215;g241bba96c4c_0_13270:notes"/>
          <p:cNvSpPr txBox="1"/>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PhAnim="0" showMasterSp="0">
  <p:cSld>
    <p:spTree>
      <p:nvGrpSpPr>
        <p:cNvPr id="6229" name="Shape 6229"/>
        <p:cNvGrpSpPr/>
        <p:nvPr/>
      </p:nvGrpSpPr>
      <p:grpSpPr>
        <a:xfrm>
          <a:off x="0" y="0"/>
          <a:ext cx="0" cy="0"/>
          <a:chOff x="0" y="0"/>
          <a:chExt cx="0" cy="0"/>
        </a:xfrm>
      </p:grpSpPr>
      <p:sp>
        <p:nvSpPr>
          <p:cNvPr id="6230" name="Google Shape;6230;g241bba96c4c_0_13285:notes"/>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231" name="Google Shape;6231;g241bba96c4c_0_13285:notes"/>
          <p:cNvSpPr txBox="1"/>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PhAnim="0" showMasterSp="0">
  <p:cSld>
    <p:spTree>
      <p:nvGrpSpPr>
        <p:cNvPr id="6566" name="Shape 6566"/>
        <p:cNvGrpSpPr/>
        <p:nvPr/>
      </p:nvGrpSpPr>
      <p:grpSpPr>
        <a:xfrm>
          <a:off x="0" y="0"/>
          <a:ext cx="0" cy="0"/>
          <a:chOff x="0" y="0"/>
          <a:chExt cx="0" cy="0"/>
        </a:xfrm>
      </p:grpSpPr>
      <p:sp>
        <p:nvSpPr>
          <p:cNvPr id="6567" name="Google Shape;6567;g241bba96c4c_0_13621:notes"/>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568" name="Google Shape;6568;g241bba96c4c_0_13621:notes"/>
          <p:cNvSpPr txBox="1"/>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showMasterPhAnim="0" showMasterSp="0">
  <p:cSld>
    <p:spTree>
      <p:nvGrpSpPr>
        <p:cNvPr id="12480" name="Shape 12480"/>
        <p:cNvGrpSpPr/>
        <p:nvPr/>
      </p:nvGrpSpPr>
      <p:grpSpPr>
        <a:xfrm>
          <a:off x="0" y="0"/>
          <a:ext cx="0" cy="0"/>
          <a:chOff x="0" y="0"/>
          <a:chExt cx="0" cy="0"/>
        </a:xfrm>
      </p:grpSpPr>
      <p:sp>
        <p:nvSpPr>
          <p:cNvPr id="12481" name="Google Shape;12481;g241bba96c4c_0_19534:notes"/>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482" name="Google Shape;12482;g241bba96c4c_0_19534:notes"/>
          <p:cNvSpPr txBox="1"/>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showMasterPhAnim="0" showMasterSp="0">
  <p:cSld>
    <p:spTree>
      <p:nvGrpSpPr>
        <p:cNvPr id="12907" name="Shape 12907"/>
        <p:cNvGrpSpPr/>
        <p:nvPr/>
      </p:nvGrpSpPr>
      <p:grpSpPr>
        <a:xfrm>
          <a:off x="0" y="0"/>
          <a:ext cx="0" cy="0"/>
          <a:chOff x="0" y="0"/>
          <a:chExt cx="0" cy="0"/>
        </a:xfrm>
      </p:grpSpPr>
      <p:sp>
        <p:nvSpPr>
          <p:cNvPr id="12908" name="Google Shape;12908;g241bba96c4c_0_19960:notes"/>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909" name="Google Shape;12909;g241bba96c4c_0_19960:notes"/>
          <p:cNvSpPr txBox="1"/>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showMasterPhAnim="0" showMasterSp="0">
  <p:cSld>
    <p:spTree>
      <p:nvGrpSpPr>
        <p:cNvPr id="13070" name="Shape 13070"/>
        <p:cNvGrpSpPr/>
        <p:nvPr/>
      </p:nvGrpSpPr>
      <p:grpSpPr>
        <a:xfrm>
          <a:off x="0" y="0"/>
          <a:ext cx="0" cy="0"/>
          <a:chOff x="0" y="0"/>
          <a:chExt cx="0" cy="0"/>
        </a:xfrm>
      </p:grpSpPr>
      <p:sp>
        <p:nvSpPr>
          <p:cNvPr id="13071" name="Google Shape;13071;g241bba96c4c_0_20122:notes"/>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072" name="Google Shape;13072;g241bba96c4c_0_20122:notes"/>
          <p:cNvSpPr txBox="1"/>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showMasterPhAnim="0" showMasterSp="0">
  <p:cSld>
    <p:spTree>
      <p:nvGrpSpPr>
        <p:cNvPr id="13472" name="Shape 13472"/>
        <p:cNvGrpSpPr/>
        <p:nvPr/>
      </p:nvGrpSpPr>
      <p:grpSpPr>
        <a:xfrm>
          <a:off x="0" y="0"/>
          <a:ext cx="0" cy="0"/>
          <a:chOff x="0" y="0"/>
          <a:chExt cx="0" cy="0"/>
        </a:xfrm>
      </p:grpSpPr>
      <p:sp>
        <p:nvSpPr>
          <p:cNvPr id="13473" name="Google Shape;13473;g241bba96c4c_0_20523:notes"/>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474" name="Google Shape;13474;g241bba96c4c_0_20523:notes"/>
          <p:cNvSpPr txBox="1"/>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showMasterPhAnim="0" showMasterSp="0">
  <p:cSld>
    <p:spTree>
      <p:nvGrpSpPr>
        <p:cNvPr id="13843" name="Shape 13843"/>
        <p:cNvGrpSpPr/>
        <p:nvPr/>
      </p:nvGrpSpPr>
      <p:grpSpPr>
        <a:xfrm>
          <a:off x="0" y="0"/>
          <a:ext cx="0" cy="0"/>
          <a:chOff x="0" y="0"/>
          <a:chExt cx="0" cy="0"/>
        </a:xfrm>
      </p:grpSpPr>
      <p:sp>
        <p:nvSpPr>
          <p:cNvPr id="13844" name="Google Shape;13844;g241bba96c4c_0_20893:notes"/>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845" name="Google Shape;13845;g241bba96c4c_0_20893:notes"/>
          <p:cNvSpPr txBox="1"/>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showMasterPhAnim="0" showMasterSp="0">
  <p:cSld>
    <p:spTree>
      <p:nvGrpSpPr>
        <p:cNvPr id="14157" name="Shape 14157"/>
        <p:cNvGrpSpPr/>
        <p:nvPr/>
      </p:nvGrpSpPr>
      <p:grpSpPr>
        <a:xfrm>
          <a:off x="0" y="0"/>
          <a:ext cx="0" cy="0"/>
          <a:chOff x="0" y="0"/>
          <a:chExt cx="0" cy="0"/>
        </a:xfrm>
      </p:grpSpPr>
      <p:sp>
        <p:nvSpPr>
          <p:cNvPr id="14158" name="Google Shape;14158;g241bba96c4c_0_21206:notes"/>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159" name="Google Shape;14159;g241bba96c4c_0_21206:notes"/>
          <p:cNvSpPr txBox="1"/>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showMasterPhAnim="0" showMasterSp="0">
  <p:cSld>
    <p:spTree>
      <p:nvGrpSpPr>
        <p:cNvPr id="14448" name="Shape 14448"/>
        <p:cNvGrpSpPr/>
        <p:nvPr/>
      </p:nvGrpSpPr>
      <p:grpSpPr>
        <a:xfrm>
          <a:off x="0" y="0"/>
          <a:ext cx="0" cy="0"/>
          <a:chOff x="0" y="0"/>
          <a:chExt cx="0" cy="0"/>
        </a:xfrm>
      </p:grpSpPr>
      <p:sp>
        <p:nvSpPr>
          <p:cNvPr id="14449" name="Google Shape;14449;g241bba96c4c_0_21496:notes"/>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450" name="Google Shape;14450;g241bba96c4c_0_21496:notes"/>
          <p:cNvSpPr txBox="1"/>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showMasterPhAnim="0" showMasterSp="0">
  <p:cSld>
    <p:spTree>
      <p:nvGrpSpPr>
        <p:cNvPr id="14807" name="Shape 14807"/>
        <p:cNvGrpSpPr/>
        <p:nvPr/>
      </p:nvGrpSpPr>
      <p:grpSpPr>
        <a:xfrm>
          <a:off x="0" y="0"/>
          <a:ext cx="0" cy="0"/>
          <a:chOff x="0" y="0"/>
          <a:chExt cx="0" cy="0"/>
        </a:xfrm>
      </p:grpSpPr>
      <p:sp>
        <p:nvSpPr>
          <p:cNvPr id="14808" name="Google Shape;14808;g241bba96c4c_0_21854:notes"/>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809" name="Google Shape;14809;g241bba96c4c_0_21854:notes"/>
          <p:cNvSpPr txBox="1"/>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showMasterPhAnim="0" showMasterSp="0">
  <p:cSld>
    <p:spTree>
      <p:nvGrpSpPr>
        <p:cNvPr id="15224" name="Shape 15224"/>
        <p:cNvGrpSpPr/>
        <p:nvPr/>
      </p:nvGrpSpPr>
      <p:grpSpPr>
        <a:xfrm>
          <a:off x="0" y="0"/>
          <a:ext cx="0" cy="0"/>
          <a:chOff x="0" y="0"/>
          <a:chExt cx="0" cy="0"/>
        </a:xfrm>
      </p:grpSpPr>
      <p:sp>
        <p:nvSpPr>
          <p:cNvPr id="15225" name="Google Shape;15225;g241bba96c4c_0_22270:notes"/>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226" name="Google Shape;15226;g241bba96c4c_0_22270:notes"/>
          <p:cNvSpPr txBox="1"/>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showMasterPhAnim="0" showMasterSp="0">
  <p:cSld>
    <p:spTree>
      <p:nvGrpSpPr>
        <p:cNvPr id="15564" name="Shape 15564"/>
        <p:cNvGrpSpPr/>
        <p:nvPr/>
      </p:nvGrpSpPr>
      <p:grpSpPr>
        <a:xfrm>
          <a:off x="0" y="0"/>
          <a:ext cx="0" cy="0"/>
          <a:chOff x="0" y="0"/>
          <a:chExt cx="0" cy="0"/>
        </a:xfrm>
      </p:grpSpPr>
      <p:sp>
        <p:nvSpPr>
          <p:cNvPr id="15565" name="Google Shape;15565;g241bba96c4c_0_22609:notes"/>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566" name="Google Shape;15566;g241bba96c4c_0_22609:notes"/>
          <p:cNvSpPr txBox="1"/>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showMasterPhAnim="0" showMasterSp="0">
  <p:cSld>
    <p:spTree>
      <p:nvGrpSpPr>
        <p:cNvPr id="15752" name="Shape 15752"/>
        <p:cNvGrpSpPr/>
        <p:nvPr/>
      </p:nvGrpSpPr>
      <p:grpSpPr>
        <a:xfrm>
          <a:off x="0" y="0"/>
          <a:ext cx="0" cy="0"/>
          <a:chOff x="0" y="0"/>
          <a:chExt cx="0" cy="0"/>
        </a:xfrm>
      </p:grpSpPr>
      <p:sp>
        <p:nvSpPr>
          <p:cNvPr id="15753" name="Google Shape;15753;g241bba96c4c_0_22796:notes"/>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754" name="Google Shape;15754;g241bba96c4c_0_22796:notes"/>
          <p:cNvSpPr txBox="1"/>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showMasterPhAnim="0" showMasterSp="0">
  <p:cSld>
    <p:spTree>
      <p:nvGrpSpPr>
        <p:cNvPr id="15998" name="Shape 15998"/>
        <p:cNvGrpSpPr/>
        <p:nvPr/>
      </p:nvGrpSpPr>
      <p:grpSpPr>
        <a:xfrm>
          <a:off x="0" y="0"/>
          <a:ext cx="0" cy="0"/>
          <a:chOff x="0" y="0"/>
          <a:chExt cx="0" cy="0"/>
        </a:xfrm>
      </p:grpSpPr>
      <p:sp>
        <p:nvSpPr>
          <p:cNvPr id="15999" name="Google Shape;15999;g241bba96c4c_0_24208:notes"/>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000" name="Google Shape;16000;g241bba96c4c_0_24208:notes"/>
          <p:cNvSpPr txBox="1"/>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5" Type="http://schemas.openxmlformats.org/officeDocument/2006/relationships/hyperlink" Target="http://bit.ly/2TtBDfr" TargetMode="External"/><Relationship Id="rId4" Type="http://schemas.openxmlformats.org/officeDocument/2006/relationships/hyperlink" Target="http://bit.ly/2TyoMsr" TargetMode="External"/><Relationship Id="rId3" Type="http://schemas.openxmlformats.org/officeDocument/2006/relationships/hyperlink" Target="https://bit.ly/3A1uf1Q" TargetMode="External"/><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matchingName="Title slide">
  <p:cSld name="TITLE">
    <p:spTree>
      <p:nvGrpSpPr>
        <p:cNvPr id="8" name="Shape 8"/>
        <p:cNvGrpSpPr/>
        <p:nvPr/>
      </p:nvGrpSpPr>
      <p:grpSpPr>
        <a:xfrm>
          <a:off x="0" y="0"/>
          <a:ext cx="0" cy="0"/>
          <a:chOff x="0" y="0"/>
          <a:chExt cx="0" cy="0"/>
        </a:xfrm>
      </p:grpSpPr>
      <p:pic>
        <p:nvPicPr>
          <p:cNvPr id="9" name="Google Shape;9;p2"/>
          <p:cNvPicPr preferRelativeResize="0"/>
          <p:nvPr/>
        </p:nvPicPr>
        <p:blipFill rotWithShape="1">
          <a:blip r:embed="rId2"/>
          <a:srcRect b="15598"/>
          <a:stretch>
            <a:fillRect/>
          </a:stretch>
        </p:blipFill>
        <p:spPr>
          <a:xfrm>
            <a:off x="0" y="0"/>
            <a:ext cx="9144003" cy="5143501"/>
          </a:xfrm>
          <a:prstGeom prst="rect">
            <a:avLst/>
          </a:prstGeom>
          <a:noFill/>
          <a:ln>
            <a:noFill/>
          </a:ln>
        </p:spPr>
      </p:pic>
      <p:sp>
        <p:nvSpPr>
          <p:cNvPr id="10" name="Google Shape;10;p2"/>
          <p:cNvSpPr txBox="1"/>
          <p:nvPr>
            <p:ph type="ctrTitle"/>
          </p:nvPr>
        </p:nvSpPr>
        <p:spPr>
          <a:xfrm>
            <a:off x="2013600" y="901825"/>
            <a:ext cx="5116800" cy="2566800"/>
          </a:xfrm>
          <a:prstGeom prst="rect">
            <a:avLst/>
          </a:prstGeom>
          <a:noFill/>
          <a:ln>
            <a:noFill/>
          </a:ln>
        </p:spPr>
        <p:txBody>
          <a:bodyPr spcFirstLastPara="1" wrap="square" lIns="91425" tIns="91425" rIns="91425" bIns="91425" anchor="b" anchorCtr="0">
            <a:noAutofit/>
          </a:bodyPr>
          <a:lstStyle>
            <a:lvl1pPr lvl="0" algn="ctr">
              <a:lnSpc>
                <a:spcPct val="90000"/>
              </a:lnSpc>
              <a:spcBef>
                <a:spcPts val="0"/>
              </a:spcBef>
              <a:spcAft>
                <a:spcPts val="0"/>
              </a:spcAft>
              <a:buClr>
                <a:srgbClr val="191919"/>
              </a:buClr>
              <a:buSzPts val="5200"/>
              <a:buNone/>
              <a:defRPr sz="70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11" name="Google Shape;11;p2"/>
          <p:cNvSpPr txBox="1"/>
          <p:nvPr>
            <p:ph type="subTitle" idx="1"/>
          </p:nvPr>
        </p:nvSpPr>
        <p:spPr>
          <a:xfrm>
            <a:off x="2013600" y="3468625"/>
            <a:ext cx="5116800" cy="475800"/>
          </a:xfrm>
          <a:prstGeom prst="rect">
            <a:avLst/>
          </a:prstGeom>
        </p:spPr>
        <p:txBody>
          <a:bodyPr spcFirstLastPara="1" wrap="square" lIns="91425" tIns="91425" rIns="91425" bIns="91425" anchor="t" anchorCtr="0">
            <a:noAutofit/>
          </a:bodyPr>
          <a:lstStyle>
            <a:lvl1pPr lvl="0" algn="ctr">
              <a:spcBef>
                <a:spcPts val="0"/>
              </a:spcBef>
              <a:spcAft>
                <a:spcPts val="0"/>
              </a:spcAft>
              <a:buSzPts val="1400"/>
              <a:buNone/>
              <a:defRPr sz="1700">
                <a:solidFill>
                  <a:schemeClr val="dk1"/>
                </a:solidFill>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grpSp>
        <p:nvGrpSpPr>
          <p:cNvPr id="12" name="Google Shape;12;p2"/>
          <p:cNvGrpSpPr/>
          <p:nvPr/>
        </p:nvGrpSpPr>
        <p:grpSpPr>
          <a:xfrm>
            <a:off x="7206478" y="-232903"/>
            <a:ext cx="1937490" cy="3160058"/>
            <a:chOff x="4380800" y="129075"/>
            <a:chExt cx="2149900" cy="3506500"/>
          </a:xfrm>
        </p:grpSpPr>
        <p:sp>
          <p:nvSpPr>
            <p:cNvPr id="13" name="Google Shape;13;p2"/>
            <p:cNvSpPr/>
            <p:nvPr/>
          </p:nvSpPr>
          <p:spPr>
            <a:xfrm>
              <a:off x="5075925" y="3035950"/>
              <a:ext cx="392775" cy="112350"/>
            </a:xfrm>
            <a:custGeom>
              <a:avLst/>
              <a:gdLst/>
              <a:ahLst/>
              <a:cxnLst/>
              <a:rect l="l" t="t" r="r" b="b"/>
              <a:pathLst>
                <a:path w="15711" h="4494" extrusionOk="0">
                  <a:moveTo>
                    <a:pt x="12157" y="0"/>
                  </a:moveTo>
                  <a:lnTo>
                    <a:pt x="12124" y="67"/>
                  </a:lnTo>
                  <a:cubicBezTo>
                    <a:pt x="11957" y="301"/>
                    <a:pt x="11824" y="467"/>
                    <a:pt x="11657" y="668"/>
                  </a:cubicBezTo>
                  <a:cubicBezTo>
                    <a:pt x="11557" y="734"/>
                    <a:pt x="11490" y="868"/>
                    <a:pt x="11390" y="968"/>
                  </a:cubicBezTo>
                  <a:lnTo>
                    <a:pt x="11290" y="1068"/>
                  </a:lnTo>
                  <a:lnTo>
                    <a:pt x="11023" y="1335"/>
                  </a:lnTo>
                  <a:cubicBezTo>
                    <a:pt x="10289" y="2002"/>
                    <a:pt x="9355" y="2402"/>
                    <a:pt x="8521" y="2569"/>
                  </a:cubicBezTo>
                  <a:cubicBezTo>
                    <a:pt x="8388" y="2636"/>
                    <a:pt x="8321" y="2636"/>
                    <a:pt x="8188" y="2669"/>
                  </a:cubicBezTo>
                  <a:cubicBezTo>
                    <a:pt x="8054" y="2702"/>
                    <a:pt x="7988" y="2702"/>
                    <a:pt x="7854" y="2702"/>
                  </a:cubicBezTo>
                  <a:cubicBezTo>
                    <a:pt x="7776" y="2714"/>
                    <a:pt x="7699" y="2717"/>
                    <a:pt x="7621" y="2717"/>
                  </a:cubicBezTo>
                  <a:cubicBezTo>
                    <a:pt x="7465" y="2717"/>
                    <a:pt x="7309" y="2702"/>
                    <a:pt x="7154" y="2702"/>
                  </a:cubicBezTo>
                  <a:cubicBezTo>
                    <a:pt x="6687" y="2669"/>
                    <a:pt x="6186" y="2536"/>
                    <a:pt x="5786" y="2335"/>
                  </a:cubicBezTo>
                  <a:cubicBezTo>
                    <a:pt x="5553" y="2235"/>
                    <a:pt x="5352" y="2069"/>
                    <a:pt x="5152" y="1969"/>
                  </a:cubicBezTo>
                  <a:cubicBezTo>
                    <a:pt x="4986" y="1835"/>
                    <a:pt x="4785" y="1668"/>
                    <a:pt x="4619" y="1502"/>
                  </a:cubicBezTo>
                  <a:cubicBezTo>
                    <a:pt x="4485" y="1368"/>
                    <a:pt x="4385" y="1235"/>
                    <a:pt x="4285" y="1135"/>
                  </a:cubicBezTo>
                  <a:lnTo>
                    <a:pt x="4052" y="868"/>
                  </a:lnTo>
                  <a:lnTo>
                    <a:pt x="4018" y="801"/>
                  </a:lnTo>
                  <a:cubicBezTo>
                    <a:pt x="4018" y="794"/>
                    <a:pt x="4017" y="792"/>
                    <a:pt x="4015" y="792"/>
                  </a:cubicBezTo>
                  <a:cubicBezTo>
                    <a:pt x="4006" y="792"/>
                    <a:pt x="3985" y="834"/>
                    <a:pt x="3985" y="834"/>
                  </a:cubicBezTo>
                  <a:lnTo>
                    <a:pt x="3851" y="968"/>
                  </a:lnTo>
                  <a:lnTo>
                    <a:pt x="3651" y="1201"/>
                  </a:lnTo>
                  <a:lnTo>
                    <a:pt x="3484" y="1368"/>
                  </a:lnTo>
                  <a:cubicBezTo>
                    <a:pt x="3384" y="1468"/>
                    <a:pt x="3318" y="1502"/>
                    <a:pt x="3218" y="1602"/>
                  </a:cubicBezTo>
                  <a:cubicBezTo>
                    <a:pt x="2517" y="2069"/>
                    <a:pt x="1650" y="2069"/>
                    <a:pt x="1049" y="2302"/>
                  </a:cubicBezTo>
                  <a:cubicBezTo>
                    <a:pt x="482" y="2469"/>
                    <a:pt x="149" y="2669"/>
                    <a:pt x="149" y="2669"/>
                  </a:cubicBezTo>
                  <a:cubicBezTo>
                    <a:pt x="0" y="2788"/>
                    <a:pt x="117" y="3013"/>
                    <a:pt x="262" y="3013"/>
                  </a:cubicBezTo>
                  <a:cubicBezTo>
                    <a:pt x="279" y="3013"/>
                    <a:pt x="298" y="3010"/>
                    <a:pt x="316" y="3003"/>
                  </a:cubicBezTo>
                  <a:cubicBezTo>
                    <a:pt x="316" y="3003"/>
                    <a:pt x="582" y="2836"/>
                    <a:pt x="1149" y="2702"/>
                  </a:cubicBezTo>
                  <a:cubicBezTo>
                    <a:pt x="1416" y="2669"/>
                    <a:pt x="1750" y="2636"/>
                    <a:pt x="2184" y="2536"/>
                  </a:cubicBezTo>
                  <a:cubicBezTo>
                    <a:pt x="2584" y="2502"/>
                    <a:pt x="3051" y="2369"/>
                    <a:pt x="3518" y="2069"/>
                  </a:cubicBezTo>
                  <a:cubicBezTo>
                    <a:pt x="3706" y="1974"/>
                    <a:pt x="3984" y="1732"/>
                    <a:pt x="3987" y="1732"/>
                  </a:cubicBezTo>
                  <a:lnTo>
                    <a:pt x="3987" y="1732"/>
                  </a:lnTo>
                  <a:cubicBezTo>
                    <a:pt x="3988" y="1732"/>
                    <a:pt x="3987" y="1733"/>
                    <a:pt x="3985" y="1735"/>
                  </a:cubicBezTo>
                  <a:lnTo>
                    <a:pt x="4018" y="1802"/>
                  </a:lnTo>
                  <a:cubicBezTo>
                    <a:pt x="4052" y="1802"/>
                    <a:pt x="4018" y="1802"/>
                    <a:pt x="4052" y="1835"/>
                  </a:cubicBezTo>
                  <a:lnTo>
                    <a:pt x="4185" y="2002"/>
                  </a:lnTo>
                  <a:cubicBezTo>
                    <a:pt x="4385" y="2202"/>
                    <a:pt x="4619" y="2436"/>
                    <a:pt x="4819" y="2569"/>
                  </a:cubicBezTo>
                  <a:cubicBezTo>
                    <a:pt x="5019" y="2769"/>
                    <a:pt x="5286" y="2903"/>
                    <a:pt x="5519" y="3036"/>
                  </a:cubicBezTo>
                  <a:cubicBezTo>
                    <a:pt x="5986" y="3303"/>
                    <a:pt x="6553" y="3436"/>
                    <a:pt x="7120" y="3503"/>
                  </a:cubicBezTo>
                  <a:cubicBezTo>
                    <a:pt x="7276" y="3503"/>
                    <a:pt x="7461" y="3518"/>
                    <a:pt x="7637" y="3518"/>
                  </a:cubicBezTo>
                  <a:cubicBezTo>
                    <a:pt x="7725" y="3518"/>
                    <a:pt x="7810" y="3514"/>
                    <a:pt x="7888" y="3503"/>
                  </a:cubicBezTo>
                  <a:cubicBezTo>
                    <a:pt x="8021" y="3470"/>
                    <a:pt x="8154" y="3470"/>
                    <a:pt x="8288" y="3470"/>
                  </a:cubicBezTo>
                  <a:cubicBezTo>
                    <a:pt x="8388" y="3436"/>
                    <a:pt x="8521" y="3436"/>
                    <a:pt x="8655" y="3370"/>
                  </a:cubicBezTo>
                  <a:cubicBezTo>
                    <a:pt x="9589" y="3203"/>
                    <a:pt x="10590" y="2669"/>
                    <a:pt x="11423" y="1935"/>
                  </a:cubicBezTo>
                  <a:cubicBezTo>
                    <a:pt x="11557" y="1835"/>
                    <a:pt x="11657" y="1702"/>
                    <a:pt x="11724" y="1635"/>
                  </a:cubicBezTo>
                  <a:lnTo>
                    <a:pt x="11857" y="1468"/>
                  </a:lnTo>
                  <a:lnTo>
                    <a:pt x="11890" y="1435"/>
                  </a:lnTo>
                  <a:cubicBezTo>
                    <a:pt x="11957" y="1435"/>
                    <a:pt x="11957" y="1468"/>
                    <a:pt x="11957" y="1468"/>
                  </a:cubicBezTo>
                  <a:lnTo>
                    <a:pt x="11957" y="1502"/>
                  </a:lnTo>
                  <a:cubicBezTo>
                    <a:pt x="11957" y="1535"/>
                    <a:pt x="11957" y="1502"/>
                    <a:pt x="11991" y="1602"/>
                  </a:cubicBezTo>
                  <a:cubicBezTo>
                    <a:pt x="12024" y="1702"/>
                    <a:pt x="12091" y="1835"/>
                    <a:pt x="12157" y="1969"/>
                  </a:cubicBezTo>
                  <a:cubicBezTo>
                    <a:pt x="12291" y="2169"/>
                    <a:pt x="12458" y="2369"/>
                    <a:pt x="12624" y="2602"/>
                  </a:cubicBezTo>
                  <a:cubicBezTo>
                    <a:pt x="13325" y="3303"/>
                    <a:pt x="14125" y="3670"/>
                    <a:pt x="14626" y="3970"/>
                  </a:cubicBezTo>
                  <a:cubicBezTo>
                    <a:pt x="15126" y="4270"/>
                    <a:pt x="15393" y="4470"/>
                    <a:pt x="15393" y="4470"/>
                  </a:cubicBezTo>
                  <a:cubicBezTo>
                    <a:pt x="15420" y="4486"/>
                    <a:pt x="15446" y="4494"/>
                    <a:pt x="15472" y="4494"/>
                  </a:cubicBezTo>
                  <a:cubicBezTo>
                    <a:pt x="15606" y="4494"/>
                    <a:pt x="15711" y="4289"/>
                    <a:pt x="15626" y="4037"/>
                  </a:cubicBezTo>
                  <a:cubicBezTo>
                    <a:pt x="15626" y="4037"/>
                    <a:pt x="15326" y="3803"/>
                    <a:pt x="14826" y="3470"/>
                  </a:cubicBezTo>
                  <a:cubicBezTo>
                    <a:pt x="14359" y="3136"/>
                    <a:pt x="13625" y="2769"/>
                    <a:pt x="13025" y="2069"/>
                  </a:cubicBezTo>
                  <a:cubicBezTo>
                    <a:pt x="12891" y="1902"/>
                    <a:pt x="12791" y="1735"/>
                    <a:pt x="12658" y="1535"/>
                  </a:cubicBezTo>
                  <a:cubicBezTo>
                    <a:pt x="12624" y="1401"/>
                    <a:pt x="12558" y="1335"/>
                    <a:pt x="12524" y="1201"/>
                  </a:cubicBezTo>
                  <a:lnTo>
                    <a:pt x="12458" y="901"/>
                  </a:lnTo>
                  <a:cubicBezTo>
                    <a:pt x="12391" y="801"/>
                    <a:pt x="12357" y="701"/>
                    <a:pt x="12324" y="568"/>
                  </a:cubicBezTo>
                  <a:lnTo>
                    <a:pt x="12191" y="234"/>
                  </a:lnTo>
                  <a:lnTo>
                    <a:pt x="12157" y="67"/>
                  </a:lnTo>
                  <a:lnTo>
                    <a:pt x="12157" y="34"/>
                  </a:lnTo>
                  <a:lnTo>
                    <a:pt x="1215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 name="Google Shape;14;p2"/>
            <p:cNvSpPr/>
            <p:nvPr/>
          </p:nvSpPr>
          <p:spPr>
            <a:xfrm>
              <a:off x="4875325" y="149725"/>
              <a:ext cx="1655375" cy="3485850"/>
            </a:xfrm>
            <a:custGeom>
              <a:avLst/>
              <a:gdLst/>
              <a:ahLst/>
              <a:cxnLst/>
              <a:rect l="l" t="t" r="r" b="b"/>
              <a:pathLst>
                <a:path w="66215" h="139434" extrusionOk="0">
                  <a:moveTo>
                    <a:pt x="15812" y="0"/>
                  </a:moveTo>
                  <a:cubicBezTo>
                    <a:pt x="15745" y="0"/>
                    <a:pt x="15711" y="134"/>
                    <a:pt x="15711" y="367"/>
                  </a:cubicBezTo>
                  <a:cubicBezTo>
                    <a:pt x="15711" y="634"/>
                    <a:pt x="15745" y="1001"/>
                    <a:pt x="15812" y="1501"/>
                  </a:cubicBezTo>
                  <a:cubicBezTo>
                    <a:pt x="15812" y="1501"/>
                    <a:pt x="15845" y="1535"/>
                    <a:pt x="15845" y="1668"/>
                  </a:cubicBezTo>
                  <a:cubicBezTo>
                    <a:pt x="15845" y="1801"/>
                    <a:pt x="15878" y="1968"/>
                    <a:pt x="15878" y="2168"/>
                  </a:cubicBezTo>
                  <a:cubicBezTo>
                    <a:pt x="15878" y="2368"/>
                    <a:pt x="15912" y="2635"/>
                    <a:pt x="15912" y="2969"/>
                  </a:cubicBezTo>
                  <a:lnTo>
                    <a:pt x="15912" y="3469"/>
                  </a:lnTo>
                  <a:cubicBezTo>
                    <a:pt x="15912" y="3636"/>
                    <a:pt x="15878" y="3836"/>
                    <a:pt x="15878" y="4036"/>
                  </a:cubicBezTo>
                  <a:cubicBezTo>
                    <a:pt x="15812" y="4870"/>
                    <a:pt x="15645" y="5871"/>
                    <a:pt x="15044" y="6872"/>
                  </a:cubicBezTo>
                  <a:cubicBezTo>
                    <a:pt x="14511" y="7906"/>
                    <a:pt x="13543" y="8873"/>
                    <a:pt x="12309" y="9707"/>
                  </a:cubicBezTo>
                  <a:cubicBezTo>
                    <a:pt x="11041" y="10541"/>
                    <a:pt x="9540" y="11308"/>
                    <a:pt x="8006" y="12309"/>
                  </a:cubicBezTo>
                  <a:cubicBezTo>
                    <a:pt x="7239" y="12843"/>
                    <a:pt x="6472" y="13410"/>
                    <a:pt x="5838" y="14210"/>
                  </a:cubicBezTo>
                  <a:cubicBezTo>
                    <a:pt x="5538" y="14577"/>
                    <a:pt x="5204" y="15011"/>
                    <a:pt x="5004" y="15511"/>
                  </a:cubicBezTo>
                  <a:cubicBezTo>
                    <a:pt x="4737" y="15978"/>
                    <a:pt x="4637" y="16512"/>
                    <a:pt x="4503" y="17012"/>
                  </a:cubicBezTo>
                  <a:cubicBezTo>
                    <a:pt x="4303" y="18046"/>
                    <a:pt x="4203" y="19080"/>
                    <a:pt x="4003" y="20148"/>
                  </a:cubicBezTo>
                  <a:cubicBezTo>
                    <a:pt x="4003" y="20248"/>
                    <a:pt x="3970" y="20381"/>
                    <a:pt x="3903" y="20515"/>
                  </a:cubicBezTo>
                  <a:cubicBezTo>
                    <a:pt x="3903" y="20582"/>
                    <a:pt x="3903" y="20582"/>
                    <a:pt x="3870" y="20648"/>
                  </a:cubicBezTo>
                  <a:lnTo>
                    <a:pt x="3803" y="20815"/>
                  </a:lnTo>
                  <a:cubicBezTo>
                    <a:pt x="3670" y="21049"/>
                    <a:pt x="3569" y="21315"/>
                    <a:pt x="3403" y="21516"/>
                  </a:cubicBezTo>
                  <a:cubicBezTo>
                    <a:pt x="3136" y="21983"/>
                    <a:pt x="2836" y="22416"/>
                    <a:pt x="2502" y="22883"/>
                  </a:cubicBezTo>
                  <a:cubicBezTo>
                    <a:pt x="1868" y="23851"/>
                    <a:pt x="1168" y="24851"/>
                    <a:pt x="968" y="26152"/>
                  </a:cubicBezTo>
                  <a:cubicBezTo>
                    <a:pt x="801" y="27386"/>
                    <a:pt x="1168" y="28687"/>
                    <a:pt x="1535" y="29821"/>
                  </a:cubicBezTo>
                  <a:cubicBezTo>
                    <a:pt x="1735" y="30389"/>
                    <a:pt x="1902" y="30922"/>
                    <a:pt x="2035" y="31523"/>
                  </a:cubicBezTo>
                  <a:cubicBezTo>
                    <a:pt x="2068" y="31656"/>
                    <a:pt x="2068" y="31823"/>
                    <a:pt x="2068" y="31923"/>
                  </a:cubicBezTo>
                  <a:lnTo>
                    <a:pt x="2068" y="32156"/>
                  </a:lnTo>
                  <a:lnTo>
                    <a:pt x="2068" y="32323"/>
                  </a:lnTo>
                  <a:cubicBezTo>
                    <a:pt x="2035" y="32557"/>
                    <a:pt x="1968" y="32857"/>
                    <a:pt x="1868" y="33157"/>
                  </a:cubicBezTo>
                  <a:cubicBezTo>
                    <a:pt x="1501" y="34258"/>
                    <a:pt x="734" y="35325"/>
                    <a:pt x="300" y="36593"/>
                  </a:cubicBezTo>
                  <a:cubicBezTo>
                    <a:pt x="167" y="36927"/>
                    <a:pt x="67" y="37260"/>
                    <a:pt x="34" y="37660"/>
                  </a:cubicBezTo>
                  <a:cubicBezTo>
                    <a:pt x="0" y="37827"/>
                    <a:pt x="34" y="38027"/>
                    <a:pt x="34" y="38194"/>
                  </a:cubicBezTo>
                  <a:cubicBezTo>
                    <a:pt x="34" y="38394"/>
                    <a:pt x="67" y="38561"/>
                    <a:pt x="134" y="38728"/>
                  </a:cubicBezTo>
                  <a:cubicBezTo>
                    <a:pt x="234" y="39395"/>
                    <a:pt x="501" y="40029"/>
                    <a:pt x="801" y="40663"/>
                  </a:cubicBezTo>
                  <a:cubicBezTo>
                    <a:pt x="1368" y="41863"/>
                    <a:pt x="2035" y="43031"/>
                    <a:pt x="2736" y="44165"/>
                  </a:cubicBezTo>
                  <a:cubicBezTo>
                    <a:pt x="3069" y="44732"/>
                    <a:pt x="3469" y="45266"/>
                    <a:pt x="3803" y="45866"/>
                  </a:cubicBezTo>
                  <a:cubicBezTo>
                    <a:pt x="3970" y="46100"/>
                    <a:pt x="4137" y="46400"/>
                    <a:pt x="4303" y="46700"/>
                  </a:cubicBezTo>
                  <a:lnTo>
                    <a:pt x="4337" y="46834"/>
                  </a:lnTo>
                  <a:lnTo>
                    <a:pt x="4370" y="46867"/>
                  </a:lnTo>
                  <a:cubicBezTo>
                    <a:pt x="4370" y="46900"/>
                    <a:pt x="4403" y="46934"/>
                    <a:pt x="4403" y="46934"/>
                  </a:cubicBezTo>
                  <a:lnTo>
                    <a:pt x="4570" y="47167"/>
                  </a:lnTo>
                  <a:lnTo>
                    <a:pt x="4904" y="47568"/>
                  </a:lnTo>
                  <a:cubicBezTo>
                    <a:pt x="5838" y="48602"/>
                    <a:pt x="6972" y="49502"/>
                    <a:pt x="8239" y="50069"/>
                  </a:cubicBezTo>
                  <a:cubicBezTo>
                    <a:pt x="9507" y="50670"/>
                    <a:pt x="10875" y="51037"/>
                    <a:pt x="12209" y="51270"/>
                  </a:cubicBezTo>
                  <a:cubicBezTo>
                    <a:pt x="13543" y="51537"/>
                    <a:pt x="14911" y="51670"/>
                    <a:pt x="16245" y="51837"/>
                  </a:cubicBezTo>
                  <a:cubicBezTo>
                    <a:pt x="17579" y="52004"/>
                    <a:pt x="18914" y="52171"/>
                    <a:pt x="20215" y="52404"/>
                  </a:cubicBezTo>
                  <a:cubicBezTo>
                    <a:pt x="21482" y="52671"/>
                    <a:pt x="22750" y="53071"/>
                    <a:pt x="23851" y="53705"/>
                  </a:cubicBezTo>
                  <a:cubicBezTo>
                    <a:pt x="24418" y="54005"/>
                    <a:pt x="24918" y="54406"/>
                    <a:pt x="25385" y="54839"/>
                  </a:cubicBezTo>
                  <a:cubicBezTo>
                    <a:pt x="25652" y="55040"/>
                    <a:pt x="25852" y="55273"/>
                    <a:pt x="26052" y="55507"/>
                  </a:cubicBezTo>
                  <a:cubicBezTo>
                    <a:pt x="26252" y="55740"/>
                    <a:pt x="26419" y="56007"/>
                    <a:pt x="26653" y="56240"/>
                  </a:cubicBezTo>
                  <a:cubicBezTo>
                    <a:pt x="27386" y="57341"/>
                    <a:pt x="28054" y="58509"/>
                    <a:pt x="28921" y="59543"/>
                  </a:cubicBezTo>
                  <a:lnTo>
                    <a:pt x="29254" y="59910"/>
                  </a:lnTo>
                  <a:lnTo>
                    <a:pt x="29488" y="60110"/>
                  </a:lnTo>
                  <a:lnTo>
                    <a:pt x="29755" y="60277"/>
                  </a:lnTo>
                  <a:cubicBezTo>
                    <a:pt x="30088" y="60510"/>
                    <a:pt x="30389" y="60610"/>
                    <a:pt x="30722" y="60744"/>
                  </a:cubicBezTo>
                  <a:cubicBezTo>
                    <a:pt x="31389" y="60944"/>
                    <a:pt x="32023" y="61111"/>
                    <a:pt x="32657" y="61277"/>
                  </a:cubicBezTo>
                  <a:cubicBezTo>
                    <a:pt x="33257" y="61444"/>
                    <a:pt x="33891" y="61611"/>
                    <a:pt x="34492" y="61778"/>
                  </a:cubicBezTo>
                  <a:cubicBezTo>
                    <a:pt x="35059" y="62011"/>
                    <a:pt x="35592" y="62211"/>
                    <a:pt x="35993" y="62545"/>
                  </a:cubicBezTo>
                  <a:cubicBezTo>
                    <a:pt x="36360" y="62912"/>
                    <a:pt x="36693" y="63379"/>
                    <a:pt x="36860" y="63879"/>
                  </a:cubicBezTo>
                  <a:cubicBezTo>
                    <a:pt x="37027" y="64380"/>
                    <a:pt x="37093" y="64913"/>
                    <a:pt x="37060" y="65514"/>
                  </a:cubicBezTo>
                  <a:cubicBezTo>
                    <a:pt x="37027" y="66681"/>
                    <a:pt x="36726" y="67849"/>
                    <a:pt x="36560" y="69050"/>
                  </a:cubicBezTo>
                  <a:cubicBezTo>
                    <a:pt x="36426" y="70050"/>
                    <a:pt x="36426" y="71118"/>
                    <a:pt x="36726" y="72052"/>
                  </a:cubicBezTo>
                  <a:cubicBezTo>
                    <a:pt x="37060" y="72952"/>
                    <a:pt x="37560" y="73620"/>
                    <a:pt x="37927" y="74053"/>
                  </a:cubicBezTo>
                  <a:lnTo>
                    <a:pt x="37894" y="74020"/>
                  </a:lnTo>
                  <a:lnTo>
                    <a:pt x="37894" y="74020"/>
                  </a:lnTo>
                  <a:cubicBezTo>
                    <a:pt x="38695" y="75021"/>
                    <a:pt x="39662" y="75854"/>
                    <a:pt x="40529" y="76688"/>
                  </a:cubicBezTo>
                  <a:cubicBezTo>
                    <a:pt x="41397" y="77522"/>
                    <a:pt x="42264" y="78390"/>
                    <a:pt x="42764" y="79424"/>
                  </a:cubicBezTo>
                  <a:cubicBezTo>
                    <a:pt x="43031" y="79924"/>
                    <a:pt x="43198" y="80524"/>
                    <a:pt x="43198" y="81058"/>
                  </a:cubicBezTo>
                  <a:cubicBezTo>
                    <a:pt x="43198" y="81625"/>
                    <a:pt x="43064" y="82192"/>
                    <a:pt x="42831" y="82726"/>
                  </a:cubicBezTo>
                  <a:cubicBezTo>
                    <a:pt x="42564" y="83260"/>
                    <a:pt x="42264" y="83793"/>
                    <a:pt x="41864" y="84194"/>
                  </a:cubicBezTo>
                  <a:cubicBezTo>
                    <a:pt x="41430" y="84594"/>
                    <a:pt x="40930" y="84894"/>
                    <a:pt x="40396" y="85128"/>
                  </a:cubicBezTo>
                  <a:cubicBezTo>
                    <a:pt x="39328" y="85595"/>
                    <a:pt x="38061" y="85862"/>
                    <a:pt x="36760" y="86062"/>
                  </a:cubicBezTo>
                  <a:cubicBezTo>
                    <a:pt x="35526" y="86262"/>
                    <a:pt x="34191" y="86462"/>
                    <a:pt x="32890" y="86962"/>
                  </a:cubicBezTo>
                  <a:cubicBezTo>
                    <a:pt x="32223" y="87229"/>
                    <a:pt x="31589" y="87563"/>
                    <a:pt x="31056" y="88030"/>
                  </a:cubicBezTo>
                  <a:cubicBezTo>
                    <a:pt x="30489" y="88463"/>
                    <a:pt x="30055" y="89064"/>
                    <a:pt x="29755" y="89731"/>
                  </a:cubicBezTo>
                  <a:cubicBezTo>
                    <a:pt x="29688" y="89898"/>
                    <a:pt x="29588" y="90065"/>
                    <a:pt x="29555" y="90231"/>
                  </a:cubicBezTo>
                  <a:lnTo>
                    <a:pt x="29388" y="90732"/>
                  </a:lnTo>
                  <a:cubicBezTo>
                    <a:pt x="29355" y="90899"/>
                    <a:pt x="29355" y="91099"/>
                    <a:pt x="29321" y="91265"/>
                  </a:cubicBezTo>
                  <a:cubicBezTo>
                    <a:pt x="29254" y="91466"/>
                    <a:pt x="29254" y="91632"/>
                    <a:pt x="29254" y="91799"/>
                  </a:cubicBezTo>
                  <a:cubicBezTo>
                    <a:pt x="29254" y="92533"/>
                    <a:pt x="29355" y="93200"/>
                    <a:pt x="29488" y="93867"/>
                  </a:cubicBezTo>
                  <a:cubicBezTo>
                    <a:pt x="30055" y="96469"/>
                    <a:pt x="31089" y="98904"/>
                    <a:pt x="32023" y="101273"/>
                  </a:cubicBezTo>
                  <a:cubicBezTo>
                    <a:pt x="33024" y="103574"/>
                    <a:pt x="32890" y="106143"/>
                    <a:pt x="33091" y="108645"/>
                  </a:cubicBezTo>
                  <a:cubicBezTo>
                    <a:pt x="33224" y="109946"/>
                    <a:pt x="33391" y="111213"/>
                    <a:pt x="33891" y="112414"/>
                  </a:cubicBezTo>
                  <a:cubicBezTo>
                    <a:pt x="34358" y="113615"/>
                    <a:pt x="35059" y="114716"/>
                    <a:pt x="35926" y="115583"/>
                  </a:cubicBezTo>
                  <a:cubicBezTo>
                    <a:pt x="36827" y="116450"/>
                    <a:pt x="37761" y="117217"/>
                    <a:pt x="38728" y="117885"/>
                  </a:cubicBezTo>
                  <a:cubicBezTo>
                    <a:pt x="39729" y="118552"/>
                    <a:pt x="40696" y="119119"/>
                    <a:pt x="41663" y="119753"/>
                  </a:cubicBezTo>
                  <a:cubicBezTo>
                    <a:pt x="42564" y="120386"/>
                    <a:pt x="43531" y="120953"/>
                    <a:pt x="44365" y="121621"/>
                  </a:cubicBezTo>
                  <a:lnTo>
                    <a:pt x="44999" y="122121"/>
                  </a:lnTo>
                  <a:cubicBezTo>
                    <a:pt x="45166" y="122288"/>
                    <a:pt x="45366" y="122454"/>
                    <a:pt x="45566" y="122655"/>
                  </a:cubicBezTo>
                  <a:cubicBezTo>
                    <a:pt x="46000" y="123055"/>
                    <a:pt x="46400" y="123388"/>
                    <a:pt x="46834" y="123722"/>
                  </a:cubicBezTo>
                  <a:cubicBezTo>
                    <a:pt x="48568" y="124990"/>
                    <a:pt x="50503" y="125757"/>
                    <a:pt x="52238" y="126424"/>
                  </a:cubicBezTo>
                  <a:cubicBezTo>
                    <a:pt x="54006" y="127091"/>
                    <a:pt x="55673" y="127758"/>
                    <a:pt x="57074" y="128559"/>
                  </a:cubicBezTo>
                  <a:cubicBezTo>
                    <a:pt x="57775" y="128926"/>
                    <a:pt x="58442" y="129393"/>
                    <a:pt x="59076" y="129793"/>
                  </a:cubicBezTo>
                  <a:cubicBezTo>
                    <a:pt x="59710" y="130227"/>
                    <a:pt x="60343" y="130627"/>
                    <a:pt x="60877" y="131061"/>
                  </a:cubicBezTo>
                  <a:cubicBezTo>
                    <a:pt x="61945" y="131895"/>
                    <a:pt x="62879" y="132728"/>
                    <a:pt x="63579" y="133496"/>
                  </a:cubicBezTo>
                  <a:cubicBezTo>
                    <a:pt x="64246" y="134296"/>
                    <a:pt x="64747" y="135097"/>
                    <a:pt x="65047" y="135764"/>
                  </a:cubicBezTo>
                  <a:cubicBezTo>
                    <a:pt x="65113" y="135931"/>
                    <a:pt x="65214" y="136098"/>
                    <a:pt x="65247" y="136264"/>
                  </a:cubicBezTo>
                  <a:cubicBezTo>
                    <a:pt x="65347" y="136398"/>
                    <a:pt x="65380" y="136565"/>
                    <a:pt x="65414" y="136665"/>
                  </a:cubicBezTo>
                  <a:cubicBezTo>
                    <a:pt x="65514" y="136965"/>
                    <a:pt x="65547" y="137232"/>
                    <a:pt x="65580" y="137398"/>
                  </a:cubicBezTo>
                  <a:cubicBezTo>
                    <a:pt x="65614" y="137565"/>
                    <a:pt x="65681" y="137732"/>
                    <a:pt x="65681" y="137799"/>
                  </a:cubicBezTo>
                  <a:lnTo>
                    <a:pt x="65681" y="137966"/>
                  </a:lnTo>
                  <a:cubicBezTo>
                    <a:pt x="65714" y="138232"/>
                    <a:pt x="65747" y="138433"/>
                    <a:pt x="65747" y="138599"/>
                  </a:cubicBezTo>
                  <a:cubicBezTo>
                    <a:pt x="65747" y="138766"/>
                    <a:pt x="65747" y="138933"/>
                    <a:pt x="65781" y="139066"/>
                  </a:cubicBezTo>
                  <a:cubicBezTo>
                    <a:pt x="65847" y="139300"/>
                    <a:pt x="65914" y="139433"/>
                    <a:pt x="65947" y="139433"/>
                  </a:cubicBezTo>
                  <a:cubicBezTo>
                    <a:pt x="66014" y="139433"/>
                    <a:pt x="66081" y="139300"/>
                    <a:pt x="66114" y="139066"/>
                  </a:cubicBezTo>
                  <a:cubicBezTo>
                    <a:pt x="66181" y="138799"/>
                    <a:pt x="66214" y="138433"/>
                    <a:pt x="66114" y="137899"/>
                  </a:cubicBezTo>
                  <a:lnTo>
                    <a:pt x="66114" y="137732"/>
                  </a:lnTo>
                  <a:cubicBezTo>
                    <a:pt x="66114" y="137599"/>
                    <a:pt x="66081" y="137465"/>
                    <a:pt x="66047" y="137265"/>
                  </a:cubicBezTo>
                  <a:cubicBezTo>
                    <a:pt x="66014" y="137065"/>
                    <a:pt x="65947" y="136798"/>
                    <a:pt x="65881" y="136498"/>
                  </a:cubicBezTo>
                  <a:cubicBezTo>
                    <a:pt x="65847" y="136398"/>
                    <a:pt x="65747" y="136231"/>
                    <a:pt x="65714" y="136064"/>
                  </a:cubicBezTo>
                  <a:cubicBezTo>
                    <a:pt x="65681" y="135897"/>
                    <a:pt x="65580" y="135731"/>
                    <a:pt x="65514" y="135564"/>
                  </a:cubicBezTo>
                  <a:cubicBezTo>
                    <a:pt x="65214" y="134797"/>
                    <a:pt x="64680" y="133963"/>
                    <a:pt x="63946" y="133129"/>
                  </a:cubicBezTo>
                  <a:cubicBezTo>
                    <a:pt x="63245" y="132295"/>
                    <a:pt x="62278" y="131428"/>
                    <a:pt x="61177" y="130594"/>
                  </a:cubicBezTo>
                  <a:cubicBezTo>
                    <a:pt x="60610" y="130127"/>
                    <a:pt x="60010" y="129726"/>
                    <a:pt x="59376" y="129293"/>
                  </a:cubicBezTo>
                  <a:cubicBezTo>
                    <a:pt x="58709" y="128892"/>
                    <a:pt x="58075" y="128425"/>
                    <a:pt x="57341" y="127992"/>
                  </a:cubicBezTo>
                  <a:cubicBezTo>
                    <a:pt x="55874" y="127225"/>
                    <a:pt x="54172" y="126491"/>
                    <a:pt x="52404" y="125824"/>
                  </a:cubicBezTo>
                  <a:cubicBezTo>
                    <a:pt x="50670" y="125123"/>
                    <a:pt x="48768" y="124389"/>
                    <a:pt x="47167" y="123155"/>
                  </a:cubicBezTo>
                  <a:cubicBezTo>
                    <a:pt x="46767" y="122888"/>
                    <a:pt x="46367" y="122555"/>
                    <a:pt x="46000" y="122154"/>
                  </a:cubicBezTo>
                  <a:cubicBezTo>
                    <a:pt x="45600" y="121787"/>
                    <a:pt x="45166" y="121420"/>
                    <a:pt x="44732" y="121087"/>
                  </a:cubicBezTo>
                  <a:cubicBezTo>
                    <a:pt x="43865" y="120386"/>
                    <a:pt x="42931" y="119786"/>
                    <a:pt x="41997" y="119152"/>
                  </a:cubicBezTo>
                  <a:cubicBezTo>
                    <a:pt x="40062" y="117951"/>
                    <a:pt x="38061" y="116750"/>
                    <a:pt x="36426" y="115083"/>
                  </a:cubicBezTo>
                  <a:cubicBezTo>
                    <a:pt x="35659" y="114249"/>
                    <a:pt x="35025" y="113248"/>
                    <a:pt x="34558" y="112147"/>
                  </a:cubicBezTo>
                  <a:cubicBezTo>
                    <a:pt x="34091" y="111080"/>
                    <a:pt x="33924" y="109879"/>
                    <a:pt x="33858" y="108645"/>
                  </a:cubicBezTo>
                  <a:cubicBezTo>
                    <a:pt x="33758" y="107410"/>
                    <a:pt x="33758" y="106143"/>
                    <a:pt x="33658" y="104875"/>
                  </a:cubicBezTo>
                  <a:cubicBezTo>
                    <a:pt x="33558" y="104241"/>
                    <a:pt x="33491" y="103574"/>
                    <a:pt x="33357" y="102940"/>
                  </a:cubicBezTo>
                  <a:cubicBezTo>
                    <a:pt x="33324" y="102640"/>
                    <a:pt x="33191" y="102307"/>
                    <a:pt x="33091" y="101973"/>
                  </a:cubicBezTo>
                  <a:lnTo>
                    <a:pt x="32757" y="101072"/>
                  </a:lnTo>
                  <a:cubicBezTo>
                    <a:pt x="31856" y="98637"/>
                    <a:pt x="30822" y="96269"/>
                    <a:pt x="30322" y="93767"/>
                  </a:cubicBezTo>
                  <a:cubicBezTo>
                    <a:pt x="30188" y="93133"/>
                    <a:pt x="30155" y="92533"/>
                    <a:pt x="30155" y="91933"/>
                  </a:cubicBezTo>
                  <a:cubicBezTo>
                    <a:pt x="30188" y="91766"/>
                    <a:pt x="30155" y="91599"/>
                    <a:pt x="30188" y="91466"/>
                  </a:cubicBezTo>
                  <a:cubicBezTo>
                    <a:pt x="30222" y="91366"/>
                    <a:pt x="30222" y="91199"/>
                    <a:pt x="30255" y="91065"/>
                  </a:cubicBezTo>
                  <a:lnTo>
                    <a:pt x="30389" y="90632"/>
                  </a:lnTo>
                  <a:cubicBezTo>
                    <a:pt x="30422" y="90532"/>
                    <a:pt x="30522" y="90365"/>
                    <a:pt x="30555" y="90231"/>
                  </a:cubicBezTo>
                  <a:cubicBezTo>
                    <a:pt x="30822" y="89698"/>
                    <a:pt x="31156" y="89197"/>
                    <a:pt x="31589" y="88797"/>
                  </a:cubicBezTo>
                  <a:cubicBezTo>
                    <a:pt x="32056" y="88430"/>
                    <a:pt x="32590" y="88130"/>
                    <a:pt x="33191" y="87930"/>
                  </a:cubicBezTo>
                  <a:cubicBezTo>
                    <a:pt x="34358" y="87463"/>
                    <a:pt x="35592" y="87263"/>
                    <a:pt x="36893" y="87062"/>
                  </a:cubicBezTo>
                  <a:cubicBezTo>
                    <a:pt x="38194" y="86796"/>
                    <a:pt x="39529" y="86595"/>
                    <a:pt x="40763" y="86062"/>
                  </a:cubicBezTo>
                  <a:cubicBezTo>
                    <a:pt x="41397" y="85762"/>
                    <a:pt x="42030" y="85395"/>
                    <a:pt x="42531" y="84894"/>
                  </a:cubicBezTo>
                  <a:cubicBezTo>
                    <a:pt x="43031" y="84394"/>
                    <a:pt x="43398" y="83793"/>
                    <a:pt x="43698" y="83193"/>
                  </a:cubicBezTo>
                  <a:cubicBezTo>
                    <a:pt x="43998" y="82559"/>
                    <a:pt x="44165" y="81859"/>
                    <a:pt x="44165" y="81125"/>
                  </a:cubicBezTo>
                  <a:cubicBezTo>
                    <a:pt x="44165" y="80424"/>
                    <a:pt x="43932" y="79724"/>
                    <a:pt x="43665" y="79090"/>
                  </a:cubicBezTo>
                  <a:cubicBezTo>
                    <a:pt x="43064" y="77856"/>
                    <a:pt x="42097" y="76922"/>
                    <a:pt x="41230" y="76055"/>
                  </a:cubicBezTo>
                  <a:cubicBezTo>
                    <a:pt x="40329" y="75187"/>
                    <a:pt x="39395" y="74353"/>
                    <a:pt x="38695" y="73453"/>
                  </a:cubicBezTo>
                  <a:cubicBezTo>
                    <a:pt x="38394" y="73086"/>
                    <a:pt x="37994" y="72552"/>
                    <a:pt x="37727" y="71785"/>
                  </a:cubicBezTo>
                  <a:cubicBezTo>
                    <a:pt x="37527" y="71051"/>
                    <a:pt x="37494" y="70084"/>
                    <a:pt x="37594" y="69150"/>
                  </a:cubicBezTo>
                  <a:cubicBezTo>
                    <a:pt x="37727" y="68015"/>
                    <a:pt x="38027" y="66815"/>
                    <a:pt x="38094" y="65547"/>
                  </a:cubicBezTo>
                  <a:cubicBezTo>
                    <a:pt x="38161" y="64880"/>
                    <a:pt x="38061" y="64213"/>
                    <a:pt x="37861" y="63546"/>
                  </a:cubicBezTo>
                  <a:cubicBezTo>
                    <a:pt x="37594" y="62878"/>
                    <a:pt x="37193" y="62278"/>
                    <a:pt x="36693" y="61778"/>
                  </a:cubicBezTo>
                  <a:cubicBezTo>
                    <a:pt x="36560" y="61644"/>
                    <a:pt x="36393" y="61578"/>
                    <a:pt x="36226" y="61444"/>
                  </a:cubicBezTo>
                  <a:cubicBezTo>
                    <a:pt x="36059" y="61377"/>
                    <a:pt x="35926" y="61277"/>
                    <a:pt x="35759" y="61211"/>
                  </a:cubicBezTo>
                  <a:cubicBezTo>
                    <a:pt x="35426" y="61044"/>
                    <a:pt x="35159" y="60910"/>
                    <a:pt x="34825" y="60810"/>
                  </a:cubicBezTo>
                  <a:cubicBezTo>
                    <a:pt x="34191" y="60610"/>
                    <a:pt x="33558" y="60510"/>
                    <a:pt x="32924" y="60310"/>
                  </a:cubicBezTo>
                  <a:cubicBezTo>
                    <a:pt x="32323" y="60210"/>
                    <a:pt x="31723" y="60043"/>
                    <a:pt x="31156" y="59843"/>
                  </a:cubicBezTo>
                  <a:cubicBezTo>
                    <a:pt x="30889" y="59710"/>
                    <a:pt x="30589" y="59609"/>
                    <a:pt x="30355" y="59443"/>
                  </a:cubicBezTo>
                  <a:lnTo>
                    <a:pt x="30222" y="59376"/>
                  </a:lnTo>
                  <a:lnTo>
                    <a:pt x="30088" y="59243"/>
                  </a:lnTo>
                  <a:lnTo>
                    <a:pt x="29822" y="58909"/>
                  </a:lnTo>
                  <a:cubicBezTo>
                    <a:pt x="28988" y="57942"/>
                    <a:pt x="28354" y="56841"/>
                    <a:pt x="27553" y="55707"/>
                  </a:cubicBezTo>
                  <a:cubicBezTo>
                    <a:pt x="27353" y="55406"/>
                    <a:pt x="27153" y="55106"/>
                    <a:pt x="26919" y="54873"/>
                  </a:cubicBezTo>
                  <a:cubicBezTo>
                    <a:pt x="26719" y="54606"/>
                    <a:pt x="26486" y="54372"/>
                    <a:pt x="26219" y="54106"/>
                  </a:cubicBezTo>
                  <a:cubicBezTo>
                    <a:pt x="25685" y="53672"/>
                    <a:pt x="25152" y="53205"/>
                    <a:pt x="24518" y="52871"/>
                  </a:cubicBezTo>
                  <a:cubicBezTo>
                    <a:pt x="23317" y="52171"/>
                    <a:pt x="21916" y="51737"/>
                    <a:pt x="20582" y="51437"/>
                  </a:cubicBezTo>
                  <a:cubicBezTo>
                    <a:pt x="19214" y="51203"/>
                    <a:pt x="17846" y="51037"/>
                    <a:pt x="16512" y="50903"/>
                  </a:cubicBezTo>
                  <a:cubicBezTo>
                    <a:pt x="13843" y="50603"/>
                    <a:pt x="11142" y="50370"/>
                    <a:pt x="8740" y="49269"/>
                  </a:cubicBezTo>
                  <a:cubicBezTo>
                    <a:pt x="7539" y="48735"/>
                    <a:pt x="6505" y="47934"/>
                    <a:pt x="5671" y="46967"/>
                  </a:cubicBezTo>
                  <a:lnTo>
                    <a:pt x="5371" y="46600"/>
                  </a:lnTo>
                  <a:lnTo>
                    <a:pt x="5204" y="46433"/>
                  </a:lnTo>
                  <a:lnTo>
                    <a:pt x="5171" y="46400"/>
                  </a:lnTo>
                  <a:lnTo>
                    <a:pt x="5071" y="46267"/>
                  </a:lnTo>
                  <a:cubicBezTo>
                    <a:pt x="4904" y="46000"/>
                    <a:pt x="4704" y="45700"/>
                    <a:pt x="4537" y="45399"/>
                  </a:cubicBezTo>
                  <a:cubicBezTo>
                    <a:pt x="4170" y="44866"/>
                    <a:pt x="3836" y="44265"/>
                    <a:pt x="3469" y="43731"/>
                  </a:cubicBezTo>
                  <a:cubicBezTo>
                    <a:pt x="2736" y="42664"/>
                    <a:pt x="2068" y="41530"/>
                    <a:pt x="1535" y="40362"/>
                  </a:cubicBezTo>
                  <a:cubicBezTo>
                    <a:pt x="1301" y="39762"/>
                    <a:pt x="1034" y="39195"/>
                    <a:pt x="901" y="38594"/>
                  </a:cubicBezTo>
                  <a:cubicBezTo>
                    <a:pt x="801" y="38027"/>
                    <a:pt x="834" y="37494"/>
                    <a:pt x="1034" y="36893"/>
                  </a:cubicBezTo>
                  <a:cubicBezTo>
                    <a:pt x="1468" y="35759"/>
                    <a:pt x="2202" y="34692"/>
                    <a:pt x="2635" y="33424"/>
                  </a:cubicBezTo>
                  <a:cubicBezTo>
                    <a:pt x="2736" y="33090"/>
                    <a:pt x="2836" y="32824"/>
                    <a:pt x="2869" y="32423"/>
                  </a:cubicBezTo>
                  <a:lnTo>
                    <a:pt x="2869" y="32257"/>
                  </a:lnTo>
                  <a:lnTo>
                    <a:pt x="2869" y="32123"/>
                  </a:lnTo>
                  <a:lnTo>
                    <a:pt x="2836" y="31890"/>
                  </a:lnTo>
                  <a:cubicBezTo>
                    <a:pt x="2836" y="31723"/>
                    <a:pt x="2836" y="31556"/>
                    <a:pt x="2802" y="31389"/>
                  </a:cubicBezTo>
                  <a:cubicBezTo>
                    <a:pt x="2669" y="30722"/>
                    <a:pt x="2502" y="30155"/>
                    <a:pt x="2302" y="29555"/>
                  </a:cubicBezTo>
                  <a:cubicBezTo>
                    <a:pt x="1902" y="28420"/>
                    <a:pt x="1568" y="27320"/>
                    <a:pt x="1735" y="26219"/>
                  </a:cubicBezTo>
                  <a:cubicBezTo>
                    <a:pt x="1902" y="25151"/>
                    <a:pt x="2535" y="24184"/>
                    <a:pt x="3169" y="23250"/>
                  </a:cubicBezTo>
                  <a:cubicBezTo>
                    <a:pt x="3469" y="22816"/>
                    <a:pt x="3803" y="22349"/>
                    <a:pt x="4070" y="21849"/>
                  </a:cubicBezTo>
                  <a:cubicBezTo>
                    <a:pt x="4237" y="21582"/>
                    <a:pt x="4370" y="21349"/>
                    <a:pt x="4503" y="21082"/>
                  </a:cubicBezTo>
                  <a:lnTo>
                    <a:pt x="4570" y="20882"/>
                  </a:lnTo>
                  <a:cubicBezTo>
                    <a:pt x="4637" y="20815"/>
                    <a:pt x="4670" y="20682"/>
                    <a:pt x="4670" y="20648"/>
                  </a:cubicBezTo>
                  <a:cubicBezTo>
                    <a:pt x="4670" y="20515"/>
                    <a:pt x="4704" y="20348"/>
                    <a:pt x="4737" y="20215"/>
                  </a:cubicBezTo>
                  <a:cubicBezTo>
                    <a:pt x="5004" y="19147"/>
                    <a:pt x="5037" y="18046"/>
                    <a:pt x="5237" y="17079"/>
                  </a:cubicBezTo>
                  <a:cubicBezTo>
                    <a:pt x="5337" y="16579"/>
                    <a:pt x="5471" y="16145"/>
                    <a:pt x="5671" y="15711"/>
                  </a:cubicBezTo>
                  <a:cubicBezTo>
                    <a:pt x="5838" y="15311"/>
                    <a:pt x="6138" y="14911"/>
                    <a:pt x="6405" y="14544"/>
                  </a:cubicBezTo>
                  <a:cubicBezTo>
                    <a:pt x="7005" y="13810"/>
                    <a:pt x="7706" y="13243"/>
                    <a:pt x="8473" y="12743"/>
                  </a:cubicBezTo>
                  <a:cubicBezTo>
                    <a:pt x="9974" y="11742"/>
                    <a:pt x="11475" y="11008"/>
                    <a:pt x="12743" y="10141"/>
                  </a:cubicBezTo>
                  <a:cubicBezTo>
                    <a:pt x="14010" y="9240"/>
                    <a:pt x="15044" y="8206"/>
                    <a:pt x="15645" y="7072"/>
                  </a:cubicBezTo>
                  <a:cubicBezTo>
                    <a:pt x="16212" y="5971"/>
                    <a:pt x="16412" y="4904"/>
                    <a:pt x="16512" y="4036"/>
                  </a:cubicBezTo>
                  <a:cubicBezTo>
                    <a:pt x="16512" y="3803"/>
                    <a:pt x="16545" y="3636"/>
                    <a:pt x="16545" y="3403"/>
                  </a:cubicBezTo>
                  <a:lnTo>
                    <a:pt x="16545" y="2869"/>
                  </a:lnTo>
                  <a:cubicBezTo>
                    <a:pt x="16545" y="2535"/>
                    <a:pt x="16512" y="2235"/>
                    <a:pt x="16512" y="2035"/>
                  </a:cubicBezTo>
                  <a:cubicBezTo>
                    <a:pt x="16512" y="1835"/>
                    <a:pt x="16479" y="1668"/>
                    <a:pt x="16479" y="1535"/>
                  </a:cubicBezTo>
                  <a:cubicBezTo>
                    <a:pt x="16412" y="1401"/>
                    <a:pt x="16412" y="1368"/>
                    <a:pt x="16412" y="1368"/>
                  </a:cubicBezTo>
                  <a:cubicBezTo>
                    <a:pt x="16345" y="867"/>
                    <a:pt x="16245" y="534"/>
                    <a:pt x="16012" y="334"/>
                  </a:cubicBezTo>
                  <a:cubicBezTo>
                    <a:pt x="15912" y="67"/>
                    <a:pt x="15845" y="0"/>
                    <a:pt x="158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 name="Google Shape;15;p2"/>
            <p:cNvSpPr/>
            <p:nvPr/>
          </p:nvSpPr>
          <p:spPr>
            <a:xfrm>
              <a:off x="5526625" y="243575"/>
              <a:ext cx="909400" cy="1256275"/>
            </a:xfrm>
            <a:custGeom>
              <a:avLst/>
              <a:gdLst/>
              <a:ahLst/>
              <a:cxnLst/>
              <a:rect l="l" t="t" r="r" b="b"/>
              <a:pathLst>
                <a:path w="36376" h="50251" extrusionOk="0">
                  <a:moveTo>
                    <a:pt x="1369" y="1"/>
                  </a:moveTo>
                  <a:cubicBezTo>
                    <a:pt x="1207" y="1"/>
                    <a:pt x="1140" y="246"/>
                    <a:pt x="1334" y="616"/>
                  </a:cubicBezTo>
                  <a:cubicBezTo>
                    <a:pt x="1334" y="616"/>
                    <a:pt x="1368" y="649"/>
                    <a:pt x="1435" y="816"/>
                  </a:cubicBezTo>
                  <a:cubicBezTo>
                    <a:pt x="1435" y="916"/>
                    <a:pt x="1468" y="983"/>
                    <a:pt x="1501" y="1116"/>
                  </a:cubicBezTo>
                  <a:cubicBezTo>
                    <a:pt x="1501" y="1216"/>
                    <a:pt x="1501" y="1383"/>
                    <a:pt x="1535" y="1483"/>
                  </a:cubicBezTo>
                  <a:cubicBezTo>
                    <a:pt x="1635" y="2117"/>
                    <a:pt x="1435" y="2951"/>
                    <a:pt x="867" y="3985"/>
                  </a:cubicBezTo>
                  <a:cubicBezTo>
                    <a:pt x="634" y="4485"/>
                    <a:pt x="300" y="5119"/>
                    <a:pt x="134" y="5820"/>
                  </a:cubicBezTo>
                  <a:cubicBezTo>
                    <a:pt x="100" y="6053"/>
                    <a:pt x="34" y="6220"/>
                    <a:pt x="34" y="6420"/>
                  </a:cubicBezTo>
                  <a:cubicBezTo>
                    <a:pt x="34" y="6587"/>
                    <a:pt x="0" y="6787"/>
                    <a:pt x="34" y="6987"/>
                  </a:cubicBezTo>
                  <a:cubicBezTo>
                    <a:pt x="34" y="7221"/>
                    <a:pt x="100" y="7387"/>
                    <a:pt x="134" y="7588"/>
                  </a:cubicBezTo>
                  <a:cubicBezTo>
                    <a:pt x="167" y="7754"/>
                    <a:pt x="167" y="7955"/>
                    <a:pt x="267" y="8155"/>
                  </a:cubicBezTo>
                  <a:cubicBezTo>
                    <a:pt x="334" y="8321"/>
                    <a:pt x="367" y="8555"/>
                    <a:pt x="501" y="8755"/>
                  </a:cubicBezTo>
                  <a:lnTo>
                    <a:pt x="667" y="9055"/>
                  </a:lnTo>
                  <a:cubicBezTo>
                    <a:pt x="701" y="9155"/>
                    <a:pt x="801" y="9255"/>
                    <a:pt x="867" y="9322"/>
                  </a:cubicBezTo>
                  <a:cubicBezTo>
                    <a:pt x="1001" y="9556"/>
                    <a:pt x="1201" y="9656"/>
                    <a:pt x="1368" y="9823"/>
                  </a:cubicBezTo>
                  <a:cubicBezTo>
                    <a:pt x="1601" y="9956"/>
                    <a:pt x="1801" y="10089"/>
                    <a:pt x="2002" y="10156"/>
                  </a:cubicBezTo>
                  <a:cubicBezTo>
                    <a:pt x="2869" y="10556"/>
                    <a:pt x="3803" y="10623"/>
                    <a:pt x="4637" y="10923"/>
                  </a:cubicBezTo>
                  <a:cubicBezTo>
                    <a:pt x="5037" y="11057"/>
                    <a:pt x="5471" y="11257"/>
                    <a:pt x="5804" y="11490"/>
                  </a:cubicBezTo>
                  <a:lnTo>
                    <a:pt x="5938" y="11590"/>
                  </a:lnTo>
                  <a:lnTo>
                    <a:pt x="5971" y="11624"/>
                  </a:lnTo>
                  <a:cubicBezTo>
                    <a:pt x="5971" y="11657"/>
                    <a:pt x="6004" y="11724"/>
                    <a:pt x="6038" y="11724"/>
                  </a:cubicBezTo>
                  <a:lnTo>
                    <a:pt x="6138" y="11757"/>
                  </a:lnTo>
                  <a:cubicBezTo>
                    <a:pt x="6171" y="11791"/>
                    <a:pt x="6271" y="11891"/>
                    <a:pt x="6338" y="11924"/>
                  </a:cubicBezTo>
                  <a:cubicBezTo>
                    <a:pt x="6505" y="12091"/>
                    <a:pt x="6638" y="12224"/>
                    <a:pt x="6772" y="12424"/>
                  </a:cubicBezTo>
                  <a:cubicBezTo>
                    <a:pt x="7039" y="12791"/>
                    <a:pt x="7272" y="13225"/>
                    <a:pt x="7506" y="13659"/>
                  </a:cubicBezTo>
                  <a:cubicBezTo>
                    <a:pt x="7639" y="13892"/>
                    <a:pt x="7806" y="14126"/>
                    <a:pt x="7973" y="14326"/>
                  </a:cubicBezTo>
                  <a:cubicBezTo>
                    <a:pt x="8106" y="14459"/>
                    <a:pt x="8173" y="14593"/>
                    <a:pt x="8306" y="14659"/>
                  </a:cubicBezTo>
                  <a:cubicBezTo>
                    <a:pt x="8339" y="14693"/>
                    <a:pt x="8373" y="14759"/>
                    <a:pt x="8473" y="14793"/>
                  </a:cubicBezTo>
                  <a:lnTo>
                    <a:pt x="8540" y="14826"/>
                  </a:lnTo>
                  <a:lnTo>
                    <a:pt x="8606" y="14893"/>
                  </a:lnTo>
                  <a:lnTo>
                    <a:pt x="8640" y="14926"/>
                  </a:lnTo>
                  <a:lnTo>
                    <a:pt x="8706" y="14993"/>
                  </a:lnTo>
                  <a:cubicBezTo>
                    <a:pt x="8773" y="15060"/>
                    <a:pt x="8840" y="15093"/>
                    <a:pt x="8873" y="15126"/>
                  </a:cubicBezTo>
                  <a:lnTo>
                    <a:pt x="9273" y="15393"/>
                  </a:lnTo>
                  <a:cubicBezTo>
                    <a:pt x="9540" y="15493"/>
                    <a:pt x="9807" y="15627"/>
                    <a:pt x="10107" y="15660"/>
                  </a:cubicBezTo>
                  <a:cubicBezTo>
                    <a:pt x="10641" y="15793"/>
                    <a:pt x="11175" y="15827"/>
                    <a:pt x="11675" y="15894"/>
                  </a:cubicBezTo>
                  <a:cubicBezTo>
                    <a:pt x="12176" y="15927"/>
                    <a:pt x="12643" y="15994"/>
                    <a:pt x="13110" y="16160"/>
                  </a:cubicBezTo>
                  <a:lnTo>
                    <a:pt x="13810" y="16427"/>
                  </a:lnTo>
                  <a:lnTo>
                    <a:pt x="14477" y="16761"/>
                  </a:lnTo>
                  <a:cubicBezTo>
                    <a:pt x="15345" y="17228"/>
                    <a:pt x="16145" y="17828"/>
                    <a:pt x="17012" y="18429"/>
                  </a:cubicBezTo>
                  <a:cubicBezTo>
                    <a:pt x="17846" y="18996"/>
                    <a:pt x="18780" y="19563"/>
                    <a:pt x="19648" y="20063"/>
                  </a:cubicBezTo>
                  <a:cubicBezTo>
                    <a:pt x="19848" y="20163"/>
                    <a:pt x="20115" y="20263"/>
                    <a:pt x="20348" y="20397"/>
                  </a:cubicBezTo>
                  <a:cubicBezTo>
                    <a:pt x="20615" y="20497"/>
                    <a:pt x="20882" y="20564"/>
                    <a:pt x="21149" y="20630"/>
                  </a:cubicBezTo>
                  <a:cubicBezTo>
                    <a:pt x="21449" y="20664"/>
                    <a:pt x="21716" y="20730"/>
                    <a:pt x="21983" y="20730"/>
                  </a:cubicBezTo>
                  <a:cubicBezTo>
                    <a:pt x="22216" y="20730"/>
                    <a:pt x="22516" y="20730"/>
                    <a:pt x="22716" y="20664"/>
                  </a:cubicBezTo>
                  <a:cubicBezTo>
                    <a:pt x="23183" y="20630"/>
                    <a:pt x="23650" y="20597"/>
                    <a:pt x="24117" y="20597"/>
                  </a:cubicBezTo>
                  <a:cubicBezTo>
                    <a:pt x="24551" y="20597"/>
                    <a:pt x="25018" y="20597"/>
                    <a:pt x="25452" y="20630"/>
                  </a:cubicBezTo>
                  <a:cubicBezTo>
                    <a:pt x="26286" y="20764"/>
                    <a:pt x="27186" y="21064"/>
                    <a:pt x="28020" y="21431"/>
                  </a:cubicBezTo>
                  <a:cubicBezTo>
                    <a:pt x="28854" y="21798"/>
                    <a:pt x="29688" y="22331"/>
                    <a:pt x="30322" y="22965"/>
                  </a:cubicBezTo>
                  <a:lnTo>
                    <a:pt x="30522" y="23232"/>
                  </a:lnTo>
                  <a:lnTo>
                    <a:pt x="30622" y="23299"/>
                  </a:lnTo>
                  <a:lnTo>
                    <a:pt x="30689" y="23432"/>
                  </a:lnTo>
                  <a:lnTo>
                    <a:pt x="31022" y="23999"/>
                  </a:lnTo>
                  <a:cubicBezTo>
                    <a:pt x="31156" y="24233"/>
                    <a:pt x="31223" y="24433"/>
                    <a:pt x="31323" y="24633"/>
                  </a:cubicBezTo>
                  <a:cubicBezTo>
                    <a:pt x="31389" y="24833"/>
                    <a:pt x="31456" y="25067"/>
                    <a:pt x="31523" y="25267"/>
                  </a:cubicBezTo>
                  <a:cubicBezTo>
                    <a:pt x="31790" y="26101"/>
                    <a:pt x="31823" y="27001"/>
                    <a:pt x="31723" y="27835"/>
                  </a:cubicBezTo>
                  <a:cubicBezTo>
                    <a:pt x="31690" y="28669"/>
                    <a:pt x="31489" y="29503"/>
                    <a:pt x="31323" y="30270"/>
                  </a:cubicBezTo>
                  <a:cubicBezTo>
                    <a:pt x="31156" y="31004"/>
                    <a:pt x="30989" y="31738"/>
                    <a:pt x="30856" y="32405"/>
                  </a:cubicBezTo>
                  <a:cubicBezTo>
                    <a:pt x="30555" y="33673"/>
                    <a:pt x="30622" y="34740"/>
                    <a:pt x="30655" y="35241"/>
                  </a:cubicBezTo>
                  <a:lnTo>
                    <a:pt x="30655" y="35174"/>
                  </a:lnTo>
                  <a:cubicBezTo>
                    <a:pt x="30689" y="36141"/>
                    <a:pt x="31122" y="36942"/>
                    <a:pt x="31389" y="37642"/>
                  </a:cubicBezTo>
                  <a:cubicBezTo>
                    <a:pt x="31690" y="38343"/>
                    <a:pt x="31856" y="39010"/>
                    <a:pt x="31856" y="39644"/>
                  </a:cubicBezTo>
                  <a:cubicBezTo>
                    <a:pt x="31856" y="39811"/>
                    <a:pt x="31823" y="39944"/>
                    <a:pt x="31823" y="40111"/>
                  </a:cubicBezTo>
                  <a:cubicBezTo>
                    <a:pt x="31790" y="40278"/>
                    <a:pt x="31723" y="40444"/>
                    <a:pt x="31690" y="40578"/>
                  </a:cubicBezTo>
                  <a:cubicBezTo>
                    <a:pt x="31623" y="40845"/>
                    <a:pt x="31489" y="41145"/>
                    <a:pt x="31389" y="41412"/>
                  </a:cubicBezTo>
                  <a:cubicBezTo>
                    <a:pt x="31156" y="41946"/>
                    <a:pt x="30956" y="42413"/>
                    <a:pt x="30789" y="42846"/>
                  </a:cubicBezTo>
                  <a:cubicBezTo>
                    <a:pt x="30722" y="42980"/>
                    <a:pt x="30689" y="43113"/>
                    <a:pt x="30655" y="43180"/>
                  </a:cubicBezTo>
                  <a:cubicBezTo>
                    <a:pt x="30622" y="43280"/>
                    <a:pt x="30622" y="43413"/>
                    <a:pt x="30555" y="43480"/>
                  </a:cubicBezTo>
                  <a:cubicBezTo>
                    <a:pt x="30489" y="43680"/>
                    <a:pt x="30455" y="43847"/>
                    <a:pt x="30455" y="44014"/>
                  </a:cubicBezTo>
                  <a:cubicBezTo>
                    <a:pt x="30455" y="44247"/>
                    <a:pt x="30389" y="44347"/>
                    <a:pt x="30389" y="44481"/>
                  </a:cubicBezTo>
                  <a:lnTo>
                    <a:pt x="30389" y="44781"/>
                  </a:lnTo>
                  <a:cubicBezTo>
                    <a:pt x="30389" y="44899"/>
                    <a:pt x="30389" y="44955"/>
                    <a:pt x="30393" y="44955"/>
                  </a:cubicBezTo>
                  <a:cubicBezTo>
                    <a:pt x="30399" y="44955"/>
                    <a:pt x="30415" y="44823"/>
                    <a:pt x="30455" y="44581"/>
                  </a:cubicBezTo>
                  <a:lnTo>
                    <a:pt x="30455" y="44581"/>
                  </a:lnTo>
                  <a:cubicBezTo>
                    <a:pt x="30355" y="45481"/>
                    <a:pt x="30389" y="46315"/>
                    <a:pt x="30655" y="47083"/>
                  </a:cubicBezTo>
                  <a:cubicBezTo>
                    <a:pt x="30889" y="47783"/>
                    <a:pt x="31356" y="48350"/>
                    <a:pt x="31856" y="48684"/>
                  </a:cubicBezTo>
                  <a:cubicBezTo>
                    <a:pt x="32323" y="49084"/>
                    <a:pt x="32824" y="49251"/>
                    <a:pt x="33191" y="49418"/>
                  </a:cubicBezTo>
                  <a:cubicBezTo>
                    <a:pt x="33558" y="49584"/>
                    <a:pt x="33891" y="49684"/>
                    <a:pt x="34191" y="49784"/>
                  </a:cubicBezTo>
                  <a:cubicBezTo>
                    <a:pt x="35325" y="50118"/>
                    <a:pt x="35626" y="50185"/>
                    <a:pt x="35626" y="50185"/>
                  </a:cubicBezTo>
                  <a:cubicBezTo>
                    <a:pt x="35763" y="50231"/>
                    <a:pt x="35880" y="50251"/>
                    <a:pt x="35975" y="50251"/>
                  </a:cubicBezTo>
                  <a:cubicBezTo>
                    <a:pt x="36362" y="50251"/>
                    <a:pt x="36375" y="49913"/>
                    <a:pt x="35893" y="49618"/>
                  </a:cubicBezTo>
                  <a:cubicBezTo>
                    <a:pt x="35893" y="49618"/>
                    <a:pt x="35659" y="49518"/>
                    <a:pt x="34525" y="49184"/>
                  </a:cubicBezTo>
                  <a:cubicBezTo>
                    <a:pt x="34225" y="49117"/>
                    <a:pt x="33891" y="49017"/>
                    <a:pt x="33524" y="48850"/>
                  </a:cubicBezTo>
                  <a:cubicBezTo>
                    <a:pt x="33157" y="48684"/>
                    <a:pt x="32724" y="48517"/>
                    <a:pt x="32323" y="48183"/>
                  </a:cubicBezTo>
                  <a:cubicBezTo>
                    <a:pt x="31890" y="47916"/>
                    <a:pt x="31523" y="47449"/>
                    <a:pt x="31323" y="46816"/>
                  </a:cubicBezTo>
                  <a:cubicBezTo>
                    <a:pt x="31152" y="46277"/>
                    <a:pt x="31127" y="45641"/>
                    <a:pt x="31144" y="44909"/>
                  </a:cubicBezTo>
                  <a:lnTo>
                    <a:pt x="31144" y="44909"/>
                  </a:lnTo>
                  <a:cubicBezTo>
                    <a:pt x="31144" y="44913"/>
                    <a:pt x="31145" y="44915"/>
                    <a:pt x="31146" y="44915"/>
                  </a:cubicBezTo>
                  <a:cubicBezTo>
                    <a:pt x="31150" y="44915"/>
                    <a:pt x="31156" y="44856"/>
                    <a:pt x="31156" y="44748"/>
                  </a:cubicBezTo>
                  <a:lnTo>
                    <a:pt x="31156" y="44447"/>
                  </a:lnTo>
                  <a:cubicBezTo>
                    <a:pt x="31156" y="44314"/>
                    <a:pt x="31189" y="44180"/>
                    <a:pt x="31189" y="44080"/>
                  </a:cubicBezTo>
                  <a:cubicBezTo>
                    <a:pt x="31189" y="43947"/>
                    <a:pt x="31223" y="43780"/>
                    <a:pt x="31289" y="43613"/>
                  </a:cubicBezTo>
                  <a:cubicBezTo>
                    <a:pt x="31323" y="43513"/>
                    <a:pt x="31323" y="43447"/>
                    <a:pt x="31356" y="43347"/>
                  </a:cubicBezTo>
                  <a:cubicBezTo>
                    <a:pt x="31389" y="43280"/>
                    <a:pt x="31456" y="43146"/>
                    <a:pt x="31489" y="43080"/>
                  </a:cubicBezTo>
                  <a:cubicBezTo>
                    <a:pt x="31656" y="42646"/>
                    <a:pt x="31856" y="42179"/>
                    <a:pt x="32123" y="41645"/>
                  </a:cubicBezTo>
                  <a:cubicBezTo>
                    <a:pt x="32223" y="41412"/>
                    <a:pt x="32357" y="41112"/>
                    <a:pt x="32457" y="40778"/>
                  </a:cubicBezTo>
                  <a:lnTo>
                    <a:pt x="32557" y="40278"/>
                  </a:lnTo>
                  <a:cubicBezTo>
                    <a:pt x="32557" y="40111"/>
                    <a:pt x="32624" y="39944"/>
                    <a:pt x="32624" y="39744"/>
                  </a:cubicBezTo>
                  <a:cubicBezTo>
                    <a:pt x="32657" y="38977"/>
                    <a:pt x="32457" y="38176"/>
                    <a:pt x="32157" y="37442"/>
                  </a:cubicBezTo>
                  <a:cubicBezTo>
                    <a:pt x="31856" y="36675"/>
                    <a:pt x="31489" y="35975"/>
                    <a:pt x="31489" y="35241"/>
                  </a:cubicBezTo>
                  <a:lnTo>
                    <a:pt x="31489" y="35174"/>
                  </a:lnTo>
                  <a:cubicBezTo>
                    <a:pt x="31456" y="34740"/>
                    <a:pt x="31456" y="33806"/>
                    <a:pt x="31723" y="32572"/>
                  </a:cubicBezTo>
                  <a:cubicBezTo>
                    <a:pt x="31856" y="31938"/>
                    <a:pt x="32023" y="31238"/>
                    <a:pt x="32223" y="30471"/>
                  </a:cubicBezTo>
                  <a:cubicBezTo>
                    <a:pt x="32457" y="29670"/>
                    <a:pt x="32657" y="28836"/>
                    <a:pt x="32724" y="27935"/>
                  </a:cubicBezTo>
                  <a:cubicBezTo>
                    <a:pt x="32957" y="26101"/>
                    <a:pt x="32624" y="23899"/>
                    <a:pt x="31122" y="22265"/>
                  </a:cubicBezTo>
                  <a:cubicBezTo>
                    <a:pt x="30355" y="21498"/>
                    <a:pt x="29488" y="20964"/>
                    <a:pt x="28554" y="20497"/>
                  </a:cubicBezTo>
                  <a:cubicBezTo>
                    <a:pt x="27653" y="20063"/>
                    <a:pt x="26686" y="19763"/>
                    <a:pt x="25685" y="19596"/>
                  </a:cubicBezTo>
                  <a:cubicBezTo>
                    <a:pt x="25185" y="19596"/>
                    <a:pt x="24718" y="19563"/>
                    <a:pt x="24218" y="19563"/>
                  </a:cubicBezTo>
                  <a:cubicBezTo>
                    <a:pt x="23717" y="19596"/>
                    <a:pt x="23217" y="19596"/>
                    <a:pt x="22783" y="19630"/>
                  </a:cubicBezTo>
                  <a:cubicBezTo>
                    <a:pt x="22516" y="19663"/>
                    <a:pt x="22316" y="19663"/>
                    <a:pt x="22049" y="19663"/>
                  </a:cubicBezTo>
                  <a:cubicBezTo>
                    <a:pt x="21849" y="19663"/>
                    <a:pt x="21649" y="19663"/>
                    <a:pt x="21449" y="19630"/>
                  </a:cubicBezTo>
                  <a:cubicBezTo>
                    <a:pt x="21215" y="19596"/>
                    <a:pt x="21015" y="19563"/>
                    <a:pt x="20815" y="19463"/>
                  </a:cubicBezTo>
                  <a:cubicBezTo>
                    <a:pt x="20615" y="19396"/>
                    <a:pt x="20381" y="19263"/>
                    <a:pt x="20181" y="19163"/>
                  </a:cubicBezTo>
                  <a:cubicBezTo>
                    <a:pt x="19347" y="18729"/>
                    <a:pt x="18480" y="18229"/>
                    <a:pt x="17646" y="17628"/>
                  </a:cubicBezTo>
                  <a:cubicBezTo>
                    <a:pt x="16812" y="17061"/>
                    <a:pt x="15945" y="16427"/>
                    <a:pt x="14978" y="15927"/>
                  </a:cubicBezTo>
                  <a:lnTo>
                    <a:pt x="14210" y="15593"/>
                  </a:lnTo>
                  <a:lnTo>
                    <a:pt x="13443" y="15326"/>
                  </a:lnTo>
                  <a:cubicBezTo>
                    <a:pt x="12876" y="15160"/>
                    <a:pt x="12342" y="15093"/>
                    <a:pt x="11809" y="15060"/>
                  </a:cubicBezTo>
                  <a:cubicBezTo>
                    <a:pt x="11275" y="14993"/>
                    <a:pt x="10775" y="14960"/>
                    <a:pt x="10308" y="14893"/>
                  </a:cubicBezTo>
                  <a:cubicBezTo>
                    <a:pt x="10041" y="14826"/>
                    <a:pt x="9874" y="14759"/>
                    <a:pt x="9674" y="14659"/>
                  </a:cubicBezTo>
                  <a:cubicBezTo>
                    <a:pt x="9607" y="14626"/>
                    <a:pt x="9507" y="14593"/>
                    <a:pt x="9440" y="14493"/>
                  </a:cubicBezTo>
                  <a:cubicBezTo>
                    <a:pt x="9374" y="14493"/>
                    <a:pt x="9340" y="14459"/>
                    <a:pt x="9307" y="14426"/>
                  </a:cubicBezTo>
                  <a:lnTo>
                    <a:pt x="9273" y="14392"/>
                  </a:lnTo>
                  <a:lnTo>
                    <a:pt x="9207" y="14326"/>
                  </a:lnTo>
                  <a:cubicBezTo>
                    <a:pt x="9173" y="14292"/>
                    <a:pt x="9173" y="14259"/>
                    <a:pt x="9140" y="14259"/>
                  </a:cubicBezTo>
                  <a:lnTo>
                    <a:pt x="8973" y="14159"/>
                  </a:lnTo>
                  <a:cubicBezTo>
                    <a:pt x="8940" y="14159"/>
                    <a:pt x="8873" y="14126"/>
                    <a:pt x="8840" y="14092"/>
                  </a:cubicBezTo>
                  <a:cubicBezTo>
                    <a:pt x="8773" y="14059"/>
                    <a:pt x="8706" y="13959"/>
                    <a:pt x="8640" y="13892"/>
                  </a:cubicBezTo>
                  <a:cubicBezTo>
                    <a:pt x="8473" y="13725"/>
                    <a:pt x="8339" y="13559"/>
                    <a:pt x="8206" y="13325"/>
                  </a:cubicBezTo>
                  <a:cubicBezTo>
                    <a:pt x="7973" y="12925"/>
                    <a:pt x="7772" y="12458"/>
                    <a:pt x="7472" y="12057"/>
                  </a:cubicBezTo>
                  <a:cubicBezTo>
                    <a:pt x="7305" y="11824"/>
                    <a:pt x="7139" y="11624"/>
                    <a:pt x="6938" y="11424"/>
                  </a:cubicBezTo>
                  <a:lnTo>
                    <a:pt x="6538" y="11157"/>
                  </a:lnTo>
                  <a:lnTo>
                    <a:pt x="6471" y="11123"/>
                  </a:lnTo>
                  <a:lnTo>
                    <a:pt x="6505" y="11123"/>
                  </a:lnTo>
                  <a:lnTo>
                    <a:pt x="6471" y="11090"/>
                  </a:lnTo>
                  <a:lnTo>
                    <a:pt x="6305" y="10957"/>
                  </a:lnTo>
                  <a:cubicBezTo>
                    <a:pt x="6105" y="10790"/>
                    <a:pt x="5838" y="10656"/>
                    <a:pt x="5638" y="10556"/>
                  </a:cubicBezTo>
                  <a:cubicBezTo>
                    <a:pt x="5371" y="10456"/>
                    <a:pt x="5171" y="10390"/>
                    <a:pt x="4937" y="10290"/>
                  </a:cubicBezTo>
                  <a:cubicBezTo>
                    <a:pt x="3970" y="9956"/>
                    <a:pt x="3036" y="9923"/>
                    <a:pt x="2335" y="9589"/>
                  </a:cubicBezTo>
                  <a:cubicBezTo>
                    <a:pt x="1601" y="9289"/>
                    <a:pt x="1134" y="8722"/>
                    <a:pt x="934" y="7988"/>
                  </a:cubicBezTo>
                  <a:cubicBezTo>
                    <a:pt x="867" y="7821"/>
                    <a:pt x="834" y="7621"/>
                    <a:pt x="801" y="7454"/>
                  </a:cubicBezTo>
                  <a:cubicBezTo>
                    <a:pt x="767" y="7287"/>
                    <a:pt x="767" y="7121"/>
                    <a:pt x="701" y="6954"/>
                  </a:cubicBezTo>
                  <a:cubicBezTo>
                    <a:pt x="667" y="6620"/>
                    <a:pt x="701" y="6320"/>
                    <a:pt x="767" y="5986"/>
                  </a:cubicBezTo>
                  <a:cubicBezTo>
                    <a:pt x="934" y="5319"/>
                    <a:pt x="1168" y="4786"/>
                    <a:pt x="1435" y="4252"/>
                  </a:cubicBezTo>
                  <a:cubicBezTo>
                    <a:pt x="1935" y="3151"/>
                    <a:pt x="2202" y="2150"/>
                    <a:pt x="2102" y="1450"/>
                  </a:cubicBezTo>
                  <a:cubicBezTo>
                    <a:pt x="2035" y="1283"/>
                    <a:pt x="2035" y="1116"/>
                    <a:pt x="2002" y="983"/>
                  </a:cubicBezTo>
                  <a:cubicBezTo>
                    <a:pt x="1968" y="883"/>
                    <a:pt x="1935" y="749"/>
                    <a:pt x="1868" y="649"/>
                  </a:cubicBezTo>
                  <a:cubicBezTo>
                    <a:pt x="1835" y="483"/>
                    <a:pt x="1801" y="416"/>
                    <a:pt x="1801" y="416"/>
                  </a:cubicBezTo>
                  <a:cubicBezTo>
                    <a:pt x="1649" y="125"/>
                    <a:pt x="1485" y="1"/>
                    <a:pt x="13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 name="Google Shape;16;p2"/>
            <p:cNvSpPr/>
            <p:nvPr/>
          </p:nvSpPr>
          <p:spPr>
            <a:xfrm>
              <a:off x="5620500" y="188875"/>
              <a:ext cx="813100" cy="658775"/>
            </a:xfrm>
            <a:custGeom>
              <a:avLst/>
              <a:gdLst/>
              <a:ahLst/>
              <a:cxnLst/>
              <a:rect l="l" t="t" r="r" b="b"/>
              <a:pathLst>
                <a:path w="32524" h="26351" extrusionOk="0">
                  <a:moveTo>
                    <a:pt x="80" y="0"/>
                  </a:moveTo>
                  <a:lnTo>
                    <a:pt x="80" y="0"/>
                  </a:lnTo>
                  <a:cubicBezTo>
                    <a:pt x="6" y="0"/>
                    <a:pt x="1" y="141"/>
                    <a:pt x="115" y="369"/>
                  </a:cubicBezTo>
                  <a:cubicBezTo>
                    <a:pt x="115" y="369"/>
                    <a:pt x="181" y="436"/>
                    <a:pt x="215" y="602"/>
                  </a:cubicBezTo>
                  <a:cubicBezTo>
                    <a:pt x="248" y="669"/>
                    <a:pt x="281" y="802"/>
                    <a:pt x="348" y="936"/>
                  </a:cubicBezTo>
                  <a:cubicBezTo>
                    <a:pt x="381" y="1103"/>
                    <a:pt x="415" y="1269"/>
                    <a:pt x="448" y="1470"/>
                  </a:cubicBezTo>
                  <a:cubicBezTo>
                    <a:pt x="548" y="1870"/>
                    <a:pt x="548" y="2504"/>
                    <a:pt x="415" y="3304"/>
                  </a:cubicBezTo>
                  <a:cubicBezTo>
                    <a:pt x="348" y="3671"/>
                    <a:pt x="248" y="4138"/>
                    <a:pt x="181" y="4672"/>
                  </a:cubicBezTo>
                  <a:cubicBezTo>
                    <a:pt x="81" y="5172"/>
                    <a:pt x="48" y="5806"/>
                    <a:pt x="215" y="6473"/>
                  </a:cubicBezTo>
                  <a:cubicBezTo>
                    <a:pt x="248" y="6607"/>
                    <a:pt x="281" y="6840"/>
                    <a:pt x="381" y="7207"/>
                  </a:cubicBezTo>
                  <a:cubicBezTo>
                    <a:pt x="415" y="7374"/>
                    <a:pt x="515" y="7607"/>
                    <a:pt x="582" y="7841"/>
                  </a:cubicBezTo>
                  <a:cubicBezTo>
                    <a:pt x="682" y="8108"/>
                    <a:pt x="782" y="8341"/>
                    <a:pt x="1049" y="8608"/>
                  </a:cubicBezTo>
                  <a:cubicBezTo>
                    <a:pt x="1282" y="8842"/>
                    <a:pt x="1616" y="8975"/>
                    <a:pt x="1949" y="9042"/>
                  </a:cubicBezTo>
                  <a:cubicBezTo>
                    <a:pt x="2283" y="9142"/>
                    <a:pt x="2683" y="9209"/>
                    <a:pt x="3017" y="9309"/>
                  </a:cubicBezTo>
                  <a:cubicBezTo>
                    <a:pt x="3684" y="9542"/>
                    <a:pt x="4418" y="9842"/>
                    <a:pt x="5051" y="10443"/>
                  </a:cubicBezTo>
                  <a:cubicBezTo>
                    <a:pt x="5385" y="10676"/>
                    <a:pt x="5685" y="11010"/>
                    <a:pt x="6019" y="11310"/>
                  </a:cubicBezTo>
                  <a:cubicBezTo>
                    <a:pt x="6352" y="11610"/>
                    <a:pt x="6619" y="11977"/>
                    <a:pt x="6953" y="12311"/>
                  </a:cubicBezTo>
                  <a:cubicBezTo>
                    <a:pt x="7120" y="12478"/>
                    <a:pt x="7286" y="12644"/>
                    <a:pt x="7520" y="12811"/>
                  </a:cubicBezTo>
                  <a:lnTo>
                    <a:pt x="7787" y="13045"/>
                  </a:lnTo>
                  <a:cubicBezTo>
                    <a:pt x="7887" y="13145"/>
                    <a:pt x="8020" y="13178"/>
                    <a:pt x="8087" y="13278"/>
                  </a:cubicBezTo>
                  <a:cubicBezTo>
                    <a:pt x="8287" y="13378"/>
                    <a:pt x="8521" y="13545"/>
                    <a:pt x="8721" y="13645"/>
                  </a:cubicBezTo>
                  <a:lnTo>
                    <a:pt x="9054" y="13812"/>
                  </a:lnTo>
                  <a:lnTo>
                    <a:pt x="9221" y="13879"/>
                  </a:lnTo>
                  <a:lnTo>
                    <a:pt x="9288" y="13945"/>
                  </a:lnTo>
                  <a:cubicBezTo>
                    <a:pt x="9355" y="13945"/>
                    <a:pt x="9388" y="13979"/>
                    <a:pt x="9421" y="13979"/>
                  </a:cubicBezTo>
                  <a:cubicBezTo>
                    <a:pt x="9922" y="14145"/>
                    <a:pt x="10455" y="14145"/>
                    <a:pt x="10922" y="14145"/>
                  </a:cubicBezTo>
                  <a:cubicBezTo>
                    <a:pt x="11389" y="14145"/>
                    <a:pt x="11856" y="14145"/>
                    <a:pt x="12290" y="14212"/>
                  </a:cubicBezTo>
                  <a:lnTo>
                    <a:pt x="12457" y="14279"/>
                  </a:lnTo>
                  <a:lnTo>
                    <a:pt x="12557" y="14279"/>
                  </a:lnTo>
                  <a:lnTo>
                    <a:pt x="12790" y="14446"/>
                  </a:lnTo>
                  <a:cubicBezTo>
                    <a:pt x="12957" y="14546"/>
                    <a:pt x="13091" y="14712"/>
                    <a:pt x="13257" y="14879"/>
                  </a:cubicBezTo>
                  <a:cubicBezTo>
                    <a:pt x="13591" y="15213"/>
                    <a:pt x="13858" y="15613"/>
                    <a:pt x="14225" y="15880"/>
                  </a:cubicBezTo>
                  <a:lnTo>
                    <a:pt x="14592" y="16147"/>
                  </a:lnTo>
                  <a:cubicBezTo>
                    <a:pt x="14725" y="16214"/>
                    <a:pt x="14859" y="16280"/>
                    <a:pt x="14925" y="16314"/>
                  </a:cubicBezTo>
                  <a:lnTo>
                    <a:pt x="14892" y="16314"/>
                  </a:lnTo>
                  <a:cubicBezTo>
                    <a:pt x="15959" y="16881"/>
                    <a:pt x="17260" y="17214"/>
                    <a:pt x="18595" y="17214"/>
                  </a:cubicBezTo>
                  <a:cubicBezTo>
                    <a:pt x="18722" y="17221"/>
                    <a:pt x="18849" y="17224"/>
                    <a:pt x="18977" y="17224"/>
                  </a:cubicBezTo>
                  <a:cubicBezTo>
                    <a:pt x="20156" y="17224"/>
                    <a:pt x="21357" y="16968"/>
                    <a:pt x="22531" y="16847"/>
                  </a:cubicBezTo>
                  <a:cubicBezTo>
                    <a:pt x="22962" y="16791"/>
                    <a:pt x="23402" y="16761"/>
                    <a:pt x="23840" y="16761"/>
                  </a:cubicBezTo>
                  <a:cubicBezTo>
                    <a:pt x="24688" y="16761"/>
                    <a:pt x="25530" y="16872"/>
                    <a:pt x="26300" y="17114"/>
                  </a:cubicBezTo>
                  <a:cubicBezTo>
                    <a:pt x="27468" y="17481"/>
                    <a:pt x="28535" y="18148"/>
                    <a:pt x="29402" y="18849"/>
                  </a:cubicBezTo>
                  <a:cubicBezTo>
                    <a:pt x="30270" y="19616"/>
                    <a:pt x="30903" y="20483"/>
                    <a:pt x="31370" y="21317"/>
                  </a:cubicBezTo>
                  <a:cubicBezTo>
                    <a:pt x="31804" y="22184"/>
                    <a:pt x="32071" y="22985"/>
                    <a:pt x="32204" y="23686"/>
                  </a:cubicBezTo>
                  <a:cubicBezTo>
                    <a:pt x="32238" y="24086"/>
                    <a:pt x="32304" y="24353"/>
                    <a:pt x="32304" y="24653"/>
                  </a:cubicBezTo>
                  <a:cubicBezTo>
                    <a:pt x="32371" y="24953"/>
                    <a:pt x="32371" y="25153"/>
                    <a:pt x="32371" y="25353"/>
                  </a:cubicBezTo>
                  <a:lnTo>
                    <a:pt x="32371" y="25820"/>
                  </a:lnTo>
                  <a:lnTo>
                    <a:pt x="32371" y="25987"/>
                  </a:lnTo>
                  <a:cubicBezTo>
                    <a:pt x="32371" y="26226"/>
                    <a:pt x="32417" y="26351"/>
                    <a:pt x="32453" y="26351"/>
                  </a:cubicBezTo>
                  <a:cubicBezTo>
                    <a:pt x="32494" y="26351"/>
                    <a:pt x="32523" y="26201"/>
                    <a:pt x="32471" y="25887"/>
                  </a:cubicBezTo>
                  <a:lnTo>
                    <a:pt x="32471" y="25720"/>
                  </a:lnTo>
                  <a:lnTo>
                    <a:pt x="32471" y="25287"/>
                  </a:lnTo>
                  <a:cubicBezTo>
                    <a:pt x="32471" y="25053"/>
                    <a:pt x="32471" y="24820"/>
                    <a:pt x="32438" y="24519"/>
                  </a:cubicBezTo>
                  <a:cubicBezTo>
                    <a:pt x="32438" y="24219"/>
                    <a:pt x="32371" y="23952"/>
                    <a:pt x="32304" y="23552"/>
                  </a:cubicBezTo>
                  <a:cubicBezTo>
                    <a:pt x="32204" y="22852"/>
                    <a:pt x="31937" y="21984"/>
                    <a:pt x="31470" y="21117"/>
                  </a:cubicBezTo>
                  <a:cubicBezTo>
                    <a:pt x="31037" y="20183"/>
                    <a:pt x="30403" y="19316"/>
                    <a:pt x="29469" y="18515"/>
                  </a:cubicBezTo>
                  <a:cubicBezTo>
                    <a:pt x="28602" y="17715"/>
                    <a:pt x="27534" y="17047"/>
                    <a:pt x="26267" y="16647"/>
                  </a:cubicBezTo>
                  <a:cubicBezTo>
                    <a:pt x="25434" y="16355"/>
                    <a:pt x="24526" y="16244"/>
                    <a:pt x="23614" y="16244"/>
                  </a:cubicBezTo>
                  <a:cubicBezTo>
                    <a:pt x="23173" y="16244"/>
                    <a:pt x="22732" y="16270"/>
                    <a:pt x="22297" y="16314"/>
                  </a:cubicBezTo>
                  <a:cubicBezTo>
                    <a:pt x="21050" y="16438"/>
                    <a:pt x="19861" y="16650"/>
                    <a:pt x="18677" y="16650"/>
                  </a:cubicBezTo>
                  <a:cubicBezTo>
                    <a:pt x="18594" y="16650"/>
                    <a:pt x="18511" y="16649"/>
                    <a:pt x="18428" y="16647"/>
                  </a:cubicBezTo>
                  <a:cubicBezTo>
                    <a:pt x="17127" y="16647"/>
                    <a:pt x="15926" y="16314"/>
                    <a:pt x="14925" y="15780"/>
                  </a:cubicBezTo>
                  <a:lnTo>
                    <a:pt x="14892" y="15780"/>
                  </a:lnTo>
                  <a:lnTo>
                    <a:pt x="14625" y="15646"/>
                  </a:lnTo>
                  <a:cubicBezTo>
                    <a:pt x="14558" y="15613"/>
                    <a:pt x="14425" y="15513"/>
                    <a:pt x="14358" y="15446"/>
                  </a:cubicBezTo>
                  <a:cubicBezTo>
                    <a:pt x="14025" y="15146"/>
                    <a:pt x="13758" y="14813"/>
                    <a:pt x="13424" y="14479"/>
                  </a:cubicBezTo>
                  <a:cubicBezTo>
                    <a:pt x="13291" y="14312"/>
                    <a:pt x="13091" y="14145"/>
                    <a:pt x="12924" y="13979"/>
                  </a:cubicBezTo>
                  <a:lnTo>
                    <a:pt x="12590" y="13712"/>
                  </a:lnTo>
                  <a:cubicBezTo>
                    <a:pt x="12590" y="13678"/>
                    <a:pt x="12524" y="13678"/>
                    <a:pt x="12457" y="13678"/>
                  </a:cubicBezTo>
                  <a:lnTo>
                    <a:pt x="12390" y="13678"/>
                  </a:lnTo>
                  <a:lnTo>
                    <a:pt x="12223" y="13645"/>
                  </a:lnTo>
                  <a:cubicBezTo>
                    <a:pt x="11723" y="13545"/>
                    <a:pt x="11223" y="13545"/>
                    <a:pt x="10756" y="13545"/>
                  </a:cubicBezTo>
                  <a:cubicBezTo>
                    <a:pt x="10255" y="13545"/>
                    <a:pt x="9788" y="13545"/>
                    <a:pt x="9388" y="13445"/>
                  </a:cubicBezTo>
                  <a:lnTo>
                    <a:pt x="9355" y="13445"/>
                  </a:lnTo>
                  <a:lnTo>
                    <a:pt x="9254" y="13378"/>
                  </a:lnTo>
                  <a:lnTo>
                    <a:pt x="9088" y="13311"/>
                  </a:lnTo>
                  <a:lnTo>
                    <a:pt x="8754" y="13145"/>
                  </a:lnTo>
                  <a:cubicBezTo>
                    <a:pt x="8554" y="13045"/>
                    <a:pt x="8387" y="12945"/>
                    <a:pt x="8187" y="12811"/>
                  </a:cubicBezTo>
                  <a:cubicBezTo>
                    <a:pt x="8087" y="12778"/>
                    <a:pt x="7954" y="12711"/>
                    <a:pt x="7887" y="12644"/>
                  </a:cubicBezTo>
                  <a:lnTo>
                    <a:pt x="7620" y="12444"/>
                  </a:lnTo>
                  <a:cubicBezTo>
                    <a:pt x="7453" y="12311"/>
                    <a:pt x="7286" y="12144"/>
                    <a:pt x="7120" y="11977"/>
                  </a:cubicBezTo>
                  <a:cubicBezTo>
                    <a:pt x="6786" y="11644"/>
                    <a:pt x="6519" y="11310"/>
                    <a:pt x="6186" y="10976"/>
                  </a:cubicBezTo>
                  <a:cubicBezTo>
                    <a:pt x="5852" y="10643"/>
                    <a:pt x="5518" y="10309"/>
                    <a:pt x="5185" y="10042"/>
                  </a:cubicBezTo>
                  <a:cubicBezTo>
                    <a:pt x="5018" y="9876"/>
                    <a:pt x="4851" y="9776"/>
                    <a:pt x="4685" y="9642"/>
                  </a:cubicBezTo>
                  <a:cubicBezTo>
                    <a:pt x="4518" y="9509"/>
                    <a:pt x="4351" y="9375"/>
                    <a:pt x="4117" y="9309"/>
                  </a:cubicBezTo>
                  <a:cubicBezTo>
                    <a:pt x="3751" y="9142"/>
                    <a:pt x="3384" y="9008"/>
                    <a:pt x="3017" y="8875"/>
                  </a:cubicBezTo>
                  <a:cubicBezTo>
                    <a:pt x="2283" y="8708"/>
                    <a:pt x="1582" y="8675"/>
                    <a:pt x="1215" y="8308"/>
                  </a:cubicBezTo>
                  <a:cubicBezTo>
                    <a:pt x="1015" y="8108"/>
                    <a:pt x="882" y="7874"/>
                    <a:pt x="782" y="7674"/>
                  </a:cubicBezTo>
                  <a:cubicBezTo>
                    <a:pt x="715" y="7474"/>
                    <a:pt x="615" y="7274"/>
                    <a:pt x="582" y="7107"/>
                  </a:cubicBezTo>
                  <a:cubicBezTo>
                    <a:pt x="515" y="6707"/>
                    <a:pt x="448" y="6473"/>
                    <a:pt x="415" y="6340"/>
                  </a:cubicBezTo>
                  <a:cubicBezTo>
                    <a:pt x="248" y="5706"/>
                    <a:pt x="281" y="5139"/>
                    <a:pt x="381" y="4639"/>
                  </a:cubicBezTo>
                  <a:cubicBezTo>
                    <a:pt x="448" y="4138"/>
                    <a:pt x="548" y="3671"/>
                    <a:pt x="615" y="3271"/>
                  </a:cubicBezTo>
                  <a:cubicBezTo>
                    <a:pt x="748" y="2437"/>
                    <a:pt x="748" y="1803"/>
                    <a:pt x="682" y="1336"/>
                  </a:cubicBezTo>
                  <a:cubicBezTo>
                    <a:pt x="615" y="1136"/>
                    <a:pt x="582" y="969"/>
                    <a:pt x="548" y="802"/>
                  </a:cubicBezTo>
                  <a:cubicBezTo>
                    <a:pt x="515" y="669"/>
                    <a:pt x="448" y="536"/>
                    <a:pt x="415" y="469"/>
                  </a:cubicBezTo>
                  <a:cubicBezTo>
                    <a:pt x="381" y="302"/>
                    <a:pt x="348" y="269"/>
                    <a:pt x="348" y="269"/>
                  </a:cubicBezTo>
                  <a:cubicBezTo>
                    <a:pt x="233" y="82"/>
                    <a:pt x="136" y="0"/>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 name="Google Shape;17;p2"/>
            <p:cNvSpPr/>
            <p:nvPr/>
          </p:nvSpPr>
          <p:spPr>
            <a:xfrm>
              <a:off x="4716875" y="129075"/>
              <a:ext cx="1746925" cy="3459600"/>
            </a:xfrm>
            <a:custGeom>
              <a:avLst/>
              <a:gdLst/>
              <a:ahLst/>
              <a:cxnLst/>
              <a:rect l="l" t="t" r="r" b="b"/>
              <a:pathLst>
                <a:path w="69877" h="138384" extrusionOk="0">
                  <a:moveTo>
                    <a:pt x="14034" y="0"/>
                  </a:moveTo>
                  <a:cubicBezTo>
                    <a:pt x="13967" y="0"/>
                    <a:pt x="13860" y="484"/>
                    <a:pt x="13777" y="1460"/>
                  </a:cubicBezTo>
                  <a:cubicBezTo>
                    <a:pt x="13777" y="1460"/>
                    <a:pt x="13744" y="1560"/>
                    <a:pt x="13710" y="1860"/>
                  </a:cubicBezTo>
                  <a:cubicBezTo>
                    <a:pt x="13677" y="2027"/>
                    <a:pt x="13610" y="2194"/>
                    <a:pt x="13577" y="2461"/>
                  </a:cubicBezTo>
                  <a:cubicBezTo>
                    <a:pt x="13510" y="2661"/>
                    <a:pt x="13410" y="2961"/>
                    <a:pt x="13343" y="3228"/>
                  </a:cubicBezTo>
                  <a:cubicBezTo>
                    <a:pt x="13110" y="3862"/>
                    <a:pt x="12776" y="4629"/>
                    <a:pt x="12176" y="5396"/>
                  </a:cubicBezTo>
                  <a:cubicBezTo>
                    <a:pt x="11542" y="6197"/>
                    <a:pt x="10575" y="6997"/>
                    <a:pt x="9374" y="7831"/>
                  </a:cubicBezTo>
                  <a:cubicBezTo>
                    <a:pt x="8206" y="8665"/>
                    <a:pt x="6772" y="9699"/>
                    <a:pt x="5671" y="11334"/>
                  </a:cubicBezTo>
                  <a:cubicBezTo>
                    <a:pt x="5404" y="11734"/>
                    <a:pt x="5071" y="12134"/>
                    <a:pt x="4904" y="12668"/>
                  </a:cubicBezTo>
                  <a:cubicBezTo>
                    <a:pt x="4737" y="13168"/>
                    <a:pt x="4737" y="13735"/>
                    <a:pt x="4770" y="14302"/>
                  </a:cubicBezTo>
                  <a:cubicBezTo>
                    <a:pt x="4904" y="15403"/>
                    <a:pt x="5237" y="16537"/>
                    <a:pt x="5438" y="17705"/>
                  </a:cubicBezTo>
                  <a:cubicBezTo>
                    <a:pt x="5571" y="18339"/>
                    <a:pt x="5604" y="18906"/>
                    <a:pt x="5504" y="19540"/>
                  </a:cubicBezTo>
                  <a:cubicBezTo>
                    <a:pt x="5404" y="20173"/>
                    <a:pt x="5037" y="20674"/>
                    <a:pt x="4537" y="21141"/>
                  </a:cubicBezTo>
                  <a:cubicBezTo>
                    <a:pt x="3570" y="22008"/>
                    <a:pt x="2235" y="22575"/>
                    <a:pt x="1068" y="23576"/>
                  </a:cubicBezTo>
                  <a:cubicBezTo>
                    <a:pt x="768" y="23843"/>
                    <a:pt x="534" y="24176"/>
                    <a:pt x="334" y="24510"/>
                  </a:cubicBezTo>
                  <a:lnTo>
                    <a:pt x="201" y="24810"/>
                  </a:lnTo>
                  <a:cubicBezTo>
                    <a:pt x="167" y="24877"/>
                    <a:pt x="167" y="25010"/>
                    <a:pt x="100" y="25077"/>
                  </a:cubicBezTo>
                  <a:cubicBezTo>
                    <a:pt x="34" y="25310"/>
                    <a:pt x="34" y="25510"/>
                    <a:pt x="34" y="25711"/>
                  </a:cubicBezTo>
                  <a:cubicBezTo>
                    <a:pt x="0" y="26545"/>
                    <a:pt x="334" y="27345"/>
                    <a:pt x="668" y="28079"/>
                  </a:cubicBezTo>
                  <a:cubicBezTo>
                    <a:pt x="1001" y="28846"/>
                    <a:pt x="1435" y="29547"/>
                    <a:pt x="1835" y="30314"/>
                  </a:cubicBezTo>
                  <a:cubicBezTo>
                    <a:pt x="2235" y="31048"/>
                    <a:pt x="2569" y="31882"/>
                    <a:pt x="2569" y="32716"/>
                  </a:cubicBezTo>
                  <a:cubicBezTo>
                    <a:pt x="2602" y="33316"/>
                    <a:pt x="2502" y="34250"/>
                    <a:pt x="1902" y="35484"/>
                  </a:cubicBezTo>
                  <a:cubicBezTo>
                    <a:pt x="1668" y="36051"/>
                    <a:pt x="1268" y="36718"/>
                    <a:pt x="934" y="37486"/>
                  </a:cubicBezTo>
                  <a:cubicBezTo>
                    <a:pt x="601" y="38220"/>
                    <a:pt x="201" y="39087"/>
                    <a:pt x="234" y="40154"/>
                  </a:cubicBezTo>
                  <a:cubicBezTo>
                    <a:pt x="334" y="40688"/>
                    <a:pt x="534" y="41155"/>
                    <a:pt x="668" y="41655"/>
                  </a:cubicBezTo>
                  <a:cubicBezTo>
                    <a:pt x="768" y="42156"/>
                    <a:pt x="934" y="42656"/>
                    <a:pt x="1168" y="43156"/>
                  </a:cubicBezTo>
                  <a:cubicBezTo>
                    <a:pt x="1368" y="43657"/>
                    <a:pt x="1535" y="44191"/>
                    <a:pt x="1768" y="44691"/>
                  </a:cubicBezTo>
                  <a:cubicBezTo>
                    <a:pt x="2035" y="45191"/>
                    <a:pt x="2269" y="45725"/>
                    <a:pt x="2569" y="46259"/>
                  </a:cubicBezTo>
                  <a:cubicBezTo>
                    <a:pt x="3703" y="48394"/>
                    <a:pt x="5371" y="50495"/>
                    <a:pt x="7539" y="52196"/>
                  </a:cubicBezTo>
                  <a:cubicBezTo>
                    <a:pt x="8673" y="53030"/>
                    <a:pt x="9841" y="53764"/>
                    <a:pt x="11175" y="54364"/>
                  </a:cubicBezTo>
                  <a:cubicBezTo>
                    <a:pt x="12509" y="54932"/>
                    <a:pt x="13877" y="55432"/>
                    <a:pt x="15345" y="55732"/>
                  </a:cubicBezTo>
                  <a:cubicBezTo>
                    <a:pt x="15678" y="55832"/>
                    <a:pt x="16045" y="55866"/>
                    <a:pt x="16412" y="55932"/>
                  </a:cubicBezTo>
                  <a:cubicBezTo>
                    <a:pt x="16746" y="55999"/>
                    <a:pt x="17113" y="56066"/>
                    <a:pt x="17513" y="56099"/>
                  </a:cubicBezTo>
                  <a:cubicBezTo>
                    <a:pt x="17880" y="56199"/>
                    <a:pt x="18247" y="56232"/>
                    <a:pt x="18614" y="56266"/>
                  </a:cubicBezTo>
                  <a:cubicBezTo>
                    <a:pt x="19014" y="56333"/>
                    <a:pt x="19381" y="56366"/>
                    <a:pt x="19748" y="56366"/>
                  </a:cubicBezTo>
                  <a:cubicBezTo>
                    <a:pt x="21249" y="56433"/>
                    <a:pt x="22750" y="56533"/>
                    <a:pt x="24218" y="56833"/>
                  </a:cubicBezTo>
                  <a:cubicBezTo>
                    <a:pt x="24918" y="56933"/>
                    <a:pt x="25619" y="57200"/>
                    <a:pt x="26353" y="57433"/>
                  </a:cubicBezTo>
                  <a:cubicBezTo>
                    <a:pt x="27020" y="57734"/>
                    <a:pt x="27720" y="58067"/>
                    <a:pt x="28287" y="58501"/>
                  </a:cubicBezTo>
                  <a:cubicBezTo>
                    <a:pt x="28921" y="58868"/>
                    <a:pt x="29455" y="59368"/>
                    <a:pt x="30022" y="59868"/>
                  </a:cubicBezTo>
                  <a:lnTo>
                    <a:pt x="30856" y="60669"/>
                  </a:lnTo>
                  <a:cubicBezTo>
                    <a:pt x="31123" y="60902"/>
                    <a:pt x="31423" y="61169"/>
                    <a:pt x="31723" y="61369"/>
                  </a:cubicBezTo>
                  <a:cubicBezTo>
                    <a:pt x="32924" y="62270"/>
                    <a:pt x="34225" y="63037"/>
                    <a:pt x="35392" y="63871"/>
                  </a:cubicBezTo>
                  <a:cubicBezTo>
                    <a:pt x="36560" y="64672"/>
                    <a:pt x="37594" y="65673"/>
                    <a:pt x="38194" y="66873"/>
                  </a:cubicBezTo>
                  <a:cubicBezTo>
                    <a:pt x="38561" y="67574"/>
                    <a:pt x="38728" y="68374"/>
                    <a:pt x="38861" y="69175"/>
                  </a:cubicBezTo>
                  <a:cubicBezTo>
                    <a:pt x="38928" y="69942"/>
                    <a:pt x="38928" y="70709"/>
                    <a:pt x="38928" y="71443"/>
                  </a:cubicBezTo>
                  <a:cubicBezTo>
                    <a:pt x="38895" y="72211"/>
                    <a:pt x="38928" y="72911"/>
                    <a:pt x="39028" y="73545"/>
                  </a:cubicBezTo>
                  <a:cubicBezTo>
                    <a:pt x="39095" y="73878"/>
                    <a:pt x="39128" y="74179"/>
                    <a:pt x="39228" y="74412"/>
                  </a:cubicBezTo>
                  <a:cubicBezTo>
                    <a:pt x="39328" y="74712"/>
                    <a:pt x="39395" y="74913"/>
                    <a:pt x="39462" y="75113"/>
                  </a:cubicBezTo>
                  <a:cubicBezTo>
                    <a:pt x="39896" y="76314"/>
                    <a:pt x="40729" y="77281"/>
                    <a:pt x="41263" y="78315"/>
                  </a:cubicBezTo>
                  <a:cubicBezTo>
                    <a:pt x="41563" y="78882"/>
                    <a:pt x="41764" y="79416"/>
                    <a:pt x="41830" y="79983"/>
                  </a:cubicBezTo>
                  <a:cubicBezTo>
                    <a:pt x="41864" y="80550"/>
                    <a:pt x="41730" y="81150"/>
                    <a:pt x="41563" y="81717"/>
                  </a:cubicBezTo>
                  <a:cubicBezTo>
                    <a:pt x="41397" y="82251"/>
                    <a:pt x="41063" y="82751"/>
                    <a:pt x="40629" y="83152"/>
                  </a:cubicBezTo>
                  <a:cubicBezTo>
                    <a:pt x="40229" y="83585"/>
                    <a:pt x="39695" y="83886"/>
                    <a:pt x="39128" y="84119"/>
                  </a:cubicBezTo>
                  <a:cubicBezTo>
                    <a:pt x="38061" y="84586"/>
                    <a:pt x="36827" y="84886"/>
                    <a:pt x="35626" y="85387"/>
                  </a:cubicBezTo>
                  <a:cubicBezTo>
                    <a:pt x="35059" y="85620"/>
                    <a:pt x="34458" y="85954"/>
                    <a:pt x="33958" y="86387"/>
                  </a:cubicBezTo>
                  <a:cubicBezTo>
                    <a:pt x="33724" y="86588"/>
                    <a:pt x="33524" y="86854"/>
                    <a:pt x="33291" y="87088"/>
                  </a:cubicBezTo>
                  <a:cubicBezTo>
                    <a:pt x="33091" y="87321"/>
                    <a:pt x="32891" y="87622"/>
                    <a:pt x="32724" y="87888"/>
                  </a:cubicBezTo>
                  <a:cubicBezTo>
                    <a:pt x="32390" y="88422"/>
                    <a:pt x="32090" y="88989"/>
                    <a:pt x="31923" y="89623"/>
                  </a:cubicBezTo>
                  <a:cubicBezTo>
                    <a:pt x="31723" y="90257"/>
                    <a:pt x="31656" y="90924"/>
                    <a:pt x="31590" y="91558"/>
                  </a:cubicBezTo>
                  <a:cubicBezTo>
                    <a:pt x="31523" y="92825"/>
                    <a:pt x="31623" y="94093"/>
                    <a:pt x="31890" y="95327"/>
                  </a:cubicBezTo>
                  <a:cubicBezTo>
                    <a:pt x="32157" y="96595"/>
                    <a:pt x="32490" y="97796"/>
                    <a:pt x="32857" y="98963"/>
                  </a:cubicBezTo>
                  <a:cubicBezTo>
                    <a:pt x="33591" y="101331"/>
                    <a:pt x="34525" y="103633"/>
                    <a:pt x="35059" y="105968"/>
                  </a:cubicBezTo>
                  <a:cubicBezTo>
                    <a:pt x="35226" y="106568"/>
                    <a:pt x="35326" y="107169"/>
                    <a:pt x="35392" y="107769"/>
                  </a:cubicBezTo>
                  <a:cubicBezTo>
                    <a:pt x="35526" y="108403"/>
                    <a:pt x="35592" y="108970"/>
                    <a:pt x="35726" y="109571"/>
                  </a:cubicBezTo>
                  <a:cubicBezTo>
                    <a:pt x="35926" y="110772"/>
                    <a:pt x="36193" y="111939"/>
                    <a:pt x="36493" y="113073"/>
                  </a:cubicBezTo>
                  <a:cubicBezTo>
                    <a:pt x="37060" y="115375"/>
                    <a:pt x="37861" y="117576"/>
                    <a:pt x="38995" y="119544"/>
                  </a:cubicBezTo>
                  <a:cubicBezTo>
                    <a:pt x="40062" y="121546"/>
                    <a:pt x="41530" y="123247"/>
                    <a:pt x="43098" y="124615"/>
                  </a:cubicBezTo>
                  <a:cubicBezTo>
                    <a:pt x="44699" y="126049"/>
                    <a:pt x="46467" y="127083"/>
                    <a:pt x="48202" y="127984"/>
                  </a:cubicBezTo>
                  <a:cubicBezTo>
                    <a:pt x="49869" y="128951"/>
                    <a:pt x="51604" y="129652"/>
                    <a:pt x="53238" y="130285"/>
                  </a:cubicBezTo>
                  <a:cubicBezTo>
                    <a:pt x="54873" y="130853"/>
                    <a:pt x="56407" y="131420"/>
                    <a:pt x="57875" y="131920"/>
                  </a:cubicBezTo>
                  <a:cubicBezTo>
                    <a:pt x="59276" y="132420"/>
                    <a:pt x="60610" y="132887"/>
                    <a:pt x="61778" y="133354"/>
                  </a:cubicBezTo>
                  <a:cubicBezTo>
                    <a:pt x="64113" y="134322"/>
                    <a:pt x="65881" y="135322"/>
                    <a:pt x="67015" y="136156"/>
                  </a:cubicBezTo>
                  <a:cubicBezTo>
                    <a:pt x="67582" y="136557"/>
                    <a:pt x="67949" y="136924"/>
                    <a:pt x="68249" y="137124"/>
                  </a:cubicBezTo>
                  <a:cubicBezTo>
                    <a:pt x="68416" y="137257"/>
                    <a:pt x="68516" y="137324"/>
                    <a:pt x="68583" y="137391"/>
                  </a:cubicBezTo>
                  <a:lnTo>
                    <a:pt x="68683" y="137457"/>
                  </a:lnTo>
                  <a:cubicBezTo>
                    <a:pt x="69307" y="138066"/>
                    <a:pt x="69681" y="138383"/>
                    <a:pt x="69770" y="138383"/>
                  </a:cubicBezTo>
                  <a:cubicBezTo>
                    <a:pt x="69876" y="138383"/>
                    <a:pt x="69578" y="137933"/>
                    <a:pt x="68816" y="136990"/>
                  </a:cubicBezTo>
                  <a:cubicBezTo>
                    <a:pt x="68816" y="136990"/>
                    <a:pt x="68816" y="136957"/>
                    <a:pt x="68750" y="136924"/>
                  </a:cubicBezTo>
                  <a:cubicBezTo>
                    <a:pt x="68649" y="136890"/>
                    <a:pt x="68549" y="136790"/>
                    <a:pt x="68416" y="136657"/>
                  </a:cubicBezTo>
                  <a:cubicBezTo>
                    <a:pt x="68116" y="136423"/>
                    <a:pt x="67749" y="136056"/>
                    <a:pt x="67148" y="135656"/>
                  </a:cubicBezTo>
                  <a:cubicBezTo>
                    <a:pt x="66048" y="134822"/>
                    <a:pt x="64280" y="133788"/>
                    <a:pt x="61911" y="132821"/>
                  </a:cubicBezTo>
                  <a:cubicBezTo>
                    <a:pt x="60710" y="132320"/>
                    <a:pt x="59376" y="131820"/>
                    <a:pt x="57942" y="131320"/>
                  </a:cubicBezTo>
                  <a:cubicBezTo>
                    <a:pt x="56474" y="130819"/>
                    <a:pt x="54940" y="130319"/>
                    <a:pt x="53305" y="129718"/>
                  </a:cubicBezTo>
                  <a:cubicBezTo>
                    <a:pt x="51704" y="129085"/>
                    <a:pt x="49969" y="128384"/>
                    <a:pt x="48302" y="127417"/>
                  </a:cubicBezTo>
                  <a:cubicBezTo>
                    <a:pt x="46600" y="126483"/>
                    <a:pt x="44899" y="125449"/>
                    <a:pt x="43298" y="124081"/>
                  </a:cubicBezTo>
                  <a:cubicBezTo>
                    <a:pt x="41730" y="122713"/>
                    <a:pt x="40363" y="121046"/>
                    <a:pt x="39262" y="119077"/>
                  </a:cubicBezTo>
                  <a:cubicBezTo>
                    <a:pt x="38194" y="117109"/>
                    <a:pt x="37394" y="114941"/>
                    <a:pt x="36793" y="112706"/>
                  </a:cubicBezTo>
                  <a:cubicBezTo>
                    <a:pt x="36526" y="111572"/>
                    <a:pt x="36260" y="110405"/>
                    <a:pt x="36059" y="109237"/>
                  </a:cubicBezTo>
                  <a:cubicBezTo>
                    <a:pt x="35959" y="108637"/>
                    <a:pt x="35859" y="108070"/>
                    <a:pt x="35759" y="107469"/>
                  </a:cubicBezTo>
                  <a:cubicBezTo>
                    <a:pt x="35626" y="106902"/>
                    <a:pt x="35559" y="106302"/>
                    <a:pt x="35426" y="105701"/>
                  </a:cubicBezTo>
                  <a:cubicBezTo>
                    <a:pt x="34859" y="103299"/>
                    <a:pt x="33925" y="101031"/>
                    <a:pt x="33224" y="98629"/>
                  </a:cubicBezTo>
                  <a:cubicBezTo>
                    <a:pt x="32891" y="97462"/>
                    <a:pt x="32557" y="96261"/>
                    <a:pt x="32290" y="95060"/>
                  </a:cubicBezTo>
                  <a:cubicBezTo>
                    <a:pt x="32090" y="93859"/>
                    <a:pt x="31923" y="92592"/>
                    <a:pt x="32023" y="91391"/>
                  </a:cubicBezTo>
                  <a:cubicBezTo>
                    <a:pt x="32057" y="90791"/>
                    <a:pt x="32123" y="90190"/>
                    <a:pt x="32290" y="89590"/>
                  </a:cubicBezTo>
                  <a:cubicBezTo>
                    <a:pt x="32457" y="89023"/>
                    <a:pt x="32724" y="88422"/>
                    <a:pt x="33057" y="87922"/>
                  </a:cubicBezTo>
                  <a:cubicBezTo>
                    <a:pt x="33224" y="87688"/>
                    <a:pt x="33391" y="87421"/>
                    <a:pt x="33591" y="87221"/>
                  </a:cubicBezTo>
                  <a:cubicBezTo>
                    <a:pt x="33758" y="87021"/>
                    <a:pt x="34025" y="86788"/>
                    <a:pt x="34225" y="86588"/>
                  </a:cubicBezTo>
                  <a:cubicBezTo>
                    <a:pt x="34692" y="86221"/>
                    <a:pt x="35226" y="85920"/>
                    <a:pt x="35759" y="85687"/>
                  </a:cubicBezTo>
                  <a:cubicBezTo>
                    <a:pt x="36893" y="85220"/>
                    <a:pt x="38128" y="84920"/>
                    <a:pt x="39295" y="84419"/>
                  </a:cubicBezTo>
                  <a:cubicBezTo>
                    <a:pt x="39896" y="84186"/>
                    <a:pt x="40429" y="83852"/>
                    <a:pt x="40930" y="83385"/>
                  </a:cubicBezTo>
                  <a:cubicBezTo>
                    <a:pt x="41397" y="82952"/>
                    <a:pt x="41764" y="82385"/>
                    <a:pt x="41964" y="81751"/>
                  </a:cubicBezTo>
                  <a:cubicBezTo>
                    <a:pt x="42064" y="81417"/>
                    <a:pt x="42130" y="81117"/>
                    <a:pt x="42197" y="80783"/>
                  </a:cubicBezTo>
                  <a:cubicBezTo>
                    <a:pt x="42231" y="80517"/>
                    <a:pt x="42264" y="80183"/>
                    <a:pt x="42231" y="79849"/>
                  </a:cubicBezTo>
                  <a:cubicBezTo>
                    <a:pt x="42197" y="79182"/>
                    <a:pt x="41930" y="78548"/>
                    <a:pt x="41630" y="78015"/>
                  </a:cubicBezTo>
                  <a:cubicBezTo>
                    <a:pt x="41063" y="76914"/>
                    <a:pt x="40262" y="75947"/>
                    <a:pt x="39896" y="74879"/>
                  </a:cubicBezTo>
                  <a:cubicBezTo>
                    <a:pt x="39862" y="74712"/>
                    <a:pt x="39762" y="74512"/>
                    <a:pt x="39695" y="74245"/>
                  </a:cubicBezTo>
                  <a:cubicBezTo>
                    <a:pt x="39629" y="74012"/>
                    <a:pt x="39595" y="73745"/>
                    <a:pt x="39529" y="73445"/>
                  </a:cubicBezTo>
                  <a:cubicBezTo>
                    <a:pt x="39429" y="72878"/>
                    <a:pt x="39395" y="72211"/>
                    <a:pt x="39429" y="71443"/>
                  </a:cubicBezTo>
                  <a:cubicBezTo>
                    <a:pt x="39462" y="69942"/>
                    <a:pt x="39395" y="68174"/>
                    <a:pt x="38628" y="66607"/>
                  </a:cubicBezTo>
                  <a:cubicBezTo>
                    <a:pt x="38028" y="65272"/>
                    <a:pt x="36893" y="64238"/>
                    <a:pt x="35693" y="63404"/>
                  </a:cubicBezTo>
                  <a:cubicBezTo>
                    <a:pt x="34525" y="62570"/>
                    <a:pt x="33224" y="61836"/>
                    <a:pt x="32057" y="60936"/>
                  </a:cubicBezTo>
                  <a:cubicBezTo>
                    <a:pt x="31723" y="60702"/>
                    <a:pt x="31456" y="60502"/>
                    <a:pt x="31189" y="60235"/>
                  </a:cubicBezTo>
                  <a:lnTo>
                    <a:pt x="30355" y="59501"/>
                  </a:lnTo>
                  <a:cubicBezTo>
                    <a:pt x="29788" y="58934"/>
                    <a:pt x="29221" y="58434"/>
                    <a:pt x="28554" y="58034"/>
                  </a:cubicBezTo>
                  <a:cubicBezTo>
                    <a:pt x="27920" y="57567"/>
                    <a:pt x="27220" y="57233"/>
                    <a:pt x="26519" y="56933"/>
                  </a:cubicBezTo>
                  <a:cubicBezTo>
                    <a:pt x="25785" y="56666"/>
                    <a:pt x="25052" y="56433"/>
                    <a:pt x="24284" y="56266"/>
                  </a:cubicBezTo>
                  <a:cubicBezTo>
                    <a:pt x="22783" y="55932"/>
                    <a:pt x="21282" y="55899"/>
                    <a:pt x="19781" y="55832"/>
                  </a:cubicBezTo>
                  <a:cubicBezTo>
                    <a:pt x="19414" y="55832"/>
                    <a:pt x="19047" y="55765"/>
                    <a:pt x="18680" y="55732"/>
                  </a:cubicBezTo>
                  <a:cubicBezTo>
                    <a:pt x="18347" y="55699"/>
                    <a:pt x="17947" y="55665"/>
                    <a:pt x="17580" y="55599"/>
                  </a:cubicBezTo>
                  <a:cubicBezTo>
                    <a:pt x="17213" y="55565"/>
                    <a:pt x="16879" y="55532"/>
                    <a:pt x="16512" y="55432"/>
                  </a:cubicBezTo>
                  <a:cubicBezTo>
                    <a:pt x="16112" y="55365"/>
                    <a:pt x="15745" y="55332"/>
                    <a:pt x="15411" y="55232"/>
                  </a:cubicBezTo>
                  <a:cubicBezTo>
                    <a:pt x="14010" y="54932"/>
                    <a:pt x="12609" y="54431"/>
                    <a:pt x="11342" y="53897"/>
                  </a:cubicBezTo>
                  <a:cubicBezTo>
                    <a:pt x="10041" y="53364"/>
                    <a:pt x="8873" y="52597"/>
                    <a:pt x="7773" y="51829"/>
                  </a:cubicBezTo>
                  <a:cubicBezTo>
                    <a:pt x="5671" y="50161"/>
                    <a:pt x="4037" y="48093"/>
                    <a:pt x="2902" y="46025"/>
                  </a:cubicBezTo>
                  <a:cubicBezTo>
                    <a:pt x="2602" y="45525"/>
                    <a:pt x="2369" y="44991"/>
                    <a:pt x="2102" y="44491"/>
                  </a:cubicBezTo>
                  <a:cubicBezTo>
                    <a:pt x="1868" y="43990"/>
                    <a:pt x="1702" y="43423"/>
                    <a:pt x="1501" y="42923"/>
                  </a:cubicBezTo>
                  <a:cubicBezTo>
                    <a:pt x="1268" y="42423"/>
                    <a:pt x="1168" y="41922"/>
                    <a:pt x="1001" y="41422"/>
                  </a:cubicBezTo>
                  <a:cubicBezTo>
                    <a:pt x="868" y="40988"/>
                    <a:pt x="668" y="40488"/>
                    <a:pt x="601" y="40054"/>
                  </a:cubicBezTo>
                  <a:cubicBezTo>
                    <a:pt x="567" y="39187"/>
                    <a:pt x="934" y="38353"/>
                    <a:pt x="1268" y="37586"/>
                  </a:cubicBezTo>
                  <a:cubicBezTo>
                    <a:pt x="1602" y="36852"/>
                    <a:pt x="1935" y="36185"/>
                    <a:pt x="2235" y="35551"/>
                  </a:cubicBezTo>
                  <a:cubicBezTo>
                    <a:pt x="2836" y="34350"/>
                    <a:pt x="3003" y="33316"/>
                    <a:pt x="2902" y="32649"/>
                  </a:cubicBezTo>
                  <a:cubicBezTo>
                    <a:pt x="2869" y="31715"/>
                    <a:pt x="2502" y="30848"/>
                    <a:pt x="2102" y="30080"/>
                  </a:cubicBezTo>
                  <a:cubicBezTo>
                    <a:pt x="1735" y="29347"/>
                    <a:pt x="1268" y="28579"/>
                    <a:pt x="934" y="27879"/>
                  </a:cubicBezTo>
                  <a:cubicBezTo>
                    <a:pt x="601" y="27178"/>
                    <a:pt x="334" y="26411"/>
                    <a:pt x="367" y="25677"/>
                  </a:cubicBezTo>
                  <a:cubicBezTo>
                    <a:pt x="401" y="25510"/>
                    <a:pt x="401" y="25310"/>
                    <a:pt x="434" y="25144"/>
                  </a:cubicBezTo>
                  <a:cubicBezTo>
                    <a:pt x="501" y="25043"/>
                    <a:pt x="501" y="24977"/>
                    <a:pt x="534" y="24877"/>
                  </a:cubicBezTo>
                  <a:lnTo>
                    <a:pt x="668" y="24643"/>
                  </a:lnTo>
                  <a:cubicBezTo>
                    <a:pt x="834" y="24310"/>
                    <a:pt x="1068" y="24043"/>
                    <a:pt x="1335" y="23809"/>
                  </a:cubicBezTo>
                  <a:cubicBezTo>
                    <a:pt x="2402" y="22842"/>
                    <a:pt x="3736" y="22241"/>
                    <a:pt x="4770" y="21341"/>
                  </a:cubicBezTo>
                  <a:cubicBezTo>
                    <a:pt x="5037" y="21074"/>
                    <a:pt x="5237" y="20840"/>
                    <a:pt x="5471" y="20540"/>
                  </a:cubicBezTo>
                  <a:cubicBezTo>
                    <a:pt x="5538" y="20407"/>
                    <a:pt x="5638" y="20240"/>
                    <a:pt x="5704" y="20073"/>
                  </a:cubicBezTo>
                  <a:lnTo>
                    <a:pt x="5838" y="19573"/>
                  </a:lnTo>
                  <a:cubicBezTo>
                    <a:pt x="5971" y="18906"/>
                    <a:pt x="5871" y="18305"/>
                    <a:pt x="5805" y="17672"/>
                  </a:cubicBezTo>
                  <a:cubicBezTo>
                    <a:pt x="5571" y="16471"/>
                    <a:pt x="5237" y="15370"/>
                    <a:pt x="5137" y="14302"/>
                  </a:cubicBezTo>
                  <a:cubicBezTo>
                    <a:pt x="5037" y="13802"/>
                    <a:pt x="5037" y="13235"/>
                    <a:pt x="5204" y="12801"/>
                  </a:cubicBezTo>
                  <a:cubicBezTo>
                    <a:pt x="5338" y="12334"/>
                    <a:pt x="5671" y="11967"/>
                    <a:pt x="5905" y="11534"/>
                  </a:cubicBezTo>
                  <a:cubicBezTo>
                    <a:pt x="7005" y="9966"/>
                    <a:pt x="8373" y="8965"/>
                    <a:pt x="9541" y="8065"/>
                  </a:cubicBezTo>
                  <a:cubicBezTo>
                    <a:pt x="10741" y="7231"/>
                    <a:pt x="11742" y="6464"/>
                    <a:pt x="12376" y="5630"/>
                  </a:cubicBezTo>
                  <a:cubicBezTo>
                    <a:pt x="13043" y="4796"/>
                    <a:pt x="13377" y="3995"/>
                    <a:pt x="13577" y="3361"/>
                  </a:cubicBezTo>
                  <a:cubicBezTo>
                    <a:pt x="13677" y="3028"/>
                    <a:pt x="13777" y="2794"/>
                    <a:pt x="13844" y="2527"/>
                  </a:cubicBezTo>
                  <a:cubicBezTo>
                    <a:pt x="13910" y="2294"/>
                    <a:pt x="13910" y="2127"/>
                    <a:pt x="13944" y="1960"/>
                  </a:cubicBezTo>
                  <a:cubicBezTo>
                    <a:pt x="14010" y="1627"/>
                    <a:pt x="14044" y="1493"/>
                    <a:pt x="14044" y="1493"/>
                  </a:cubicBezTo>
                  <a:cubicBezTo>
                    <a:pt x="14128" y="501"/>
                    <a:pt x="14102" y="0"/>
                    <a:pt x="140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 name="Google Shape;18;p2"/>
            <p:cNvSpPr/>
            <p:nvPr/>
          </p:nvSpPr>
          <p:spPr>
            <a:xfrm>
              <a:off x="5082975" y="742425"/>
              <a:ext cx="461250" cy="273125"/>
            </a:xfrm>
            <a:custGeom>
              <a:avLst/>
              <a:gdLst/>
              <a:ahLst/>
              <a:cxnLst/>
              <a:rect l="l" t="t" r="r" b="b"/>
              <a:pathLst>
                <a:path w="18450" h="10925" extrusionOk="0">
                  <a:moveTo>
                    <a:pt x="6115" y="0"/>
                  </a:moveTo>
                  <a:cubicBezTo>
                    <a:pt x="6078" y="0"/>
                    <a:pt x="6041" y="3"/>
                    <a:pt x="6004" y="9"/>
                  </a:cubicBezTo>
                  <a:lnTo>
                    <a:pt x="5671" y="9"/>
                  </a:lnTo>
                  <a:lnTo>
                    <a:pt x="5371" y="42"/>
                  </a:lnTo>
                  <a:cubicBezTo>
                    <a:pt x="5171" y="109"/>
                    <a:pt x="4937" y="143"/>
                    <a:pt x="4770" y="209"/>
                  </a:cubicBezTo>
                  <a:cubicBezTo>
                    <a:pt x="4603" y="276"/>
                    <a:pt x="4403" y="343"/>
                    <a:pt x="4237" y="443"/>
                  </a:cubicBezTo>
                  <a:cubicBezTo>
                    <a:pt x="4070" y="476"/>
                    <a:pt x="3903" y="610"/>
                    <a:pt x="3736" y="710"/>
                  </a:cubicBezTo>
                  <a:cubicBezTo>
                    <a:pt x="3569" y="810"/>
                    <a:pt x="3436" y="976"/>
                    <a:pt x="3336" y="1110"/>
                  </a:cubicBezTo>
                  <a:cubicBezTo>
                    <a:pt x="3202" y="1210"/>
                    <a:pt x="3069" y="1343"/>
                    <a:pt x="3002" y="1510"/>
                  </a:cubicBezTo>
                  <a:cubicBezTo>
                    <a:pt x="2602" y="2111"/>
                    <a:pt x="2335" y="2678"/>
                    <a:pt x="2068" y="3178"/>
                  </a:cubicBezTo>
                  <a:cubicBezTo>
                    <a:pt x="1835" y="3678"/>
                    <a:pt x="1568" y="4045"/>
                    <a:pt x="1268" y="4346"/>
                  </a:cubicBezTo>
                  <a:cubicBezTo>
                    <a:pt x="1201" y="4379"/>
                    <a:pt x="1168" y="4479"/>
                    <a:pt x="1068" y="4512"/>
                  </a:cubicBezTo>
                  <a:cubicBezTo>
                    <a:pt x="1001" y="4546"/>
                    <a:pt x="934" y="4612"/>
                    <a:pt x="867" y="4646"/>
                  </a:cubicBezTo>
                  <a:cubicBezTo>
                    <a:pt x="734" y="4712"/>
                    <a:pt x="601" y="4779"/>
                    <a:pt x="534" y="4813"/>
                  </a:cubicBezTo>
                  <a:cubicBezTo>
                    <a:pt x="334" y="4879"/>
                    <a:pt x="200" y="4879"/>
                    <a:pt x="200" y="4879"/>
                  </a:cubicBezTo>
                  <a:cubicBezTo>
                    <a:pt x="9" y="4943"/>
                    <a:pt x="1" y="5282"/>
                    <a:pt x="234" y="5282"/>
                  </a:cubicBezTo>
                  <a:cubicBezTo>
                    <a:pt x="244" y="5282"/>
                    <a:pt x="256" y="5281"/>
                    <a:pt x="267" y="5280"/>
                  </a:cubicBezTo>
                  <a:cubicBezTo>
                    <a:pt x="267" y="5280"/>
                    <a:pt x="400" y="5280"/>
                    <a:pt x="667" y="5179"/>
                  </a:cubicBezTo>
                  <a:cubicBezTo>
                    <a:pt x="767" y="5146"/>
                    <a:pt x="901" y="5146"/>
                    <a:pt x="1068" y="5013"/>
                  </a:cubicBezTo>
                  <a:cubicBezTo>
                    <a:pt x="1168" y="4979"/>
                    <a:pt x="1234" y="4879"/>
                    <a:pt x="1334" y="4846"/>
                  </a:cubicBezTo>
                  <a:cubicBezTo>
                    <a:pt x="1401" y="4779"/>
                    <a:pt x="1501" y="4712"/>
                    <a:pt x="1568" y="4646"/>
                  </a:cubicBezTo>
                  <a:cubicBezTo>
                    <a:pt x="1902" y="4346"/>
                    <a:pt x="2202" y="3879"/>
                    <a:pt x="2502" y="3378"/>
                  </a:cubicBezTo>
                  <a:cubicBezTo>
                    <a:pt x="2769" y="2878"/>
                    <a:pt x="3069" y="2311"/>
                    <a:pt x="3436" y="1810"/>
                  </a:cubicBezTo>
                  <a:cubicBezTo>
                    <a:pt x="3536" y="1677"/>
                    <a:pt x="3669" y="1544"/>
                    <a:pt x="3736" y="1443"/>
                  </a:cubicBezTo>
                  <a:cubicBezTo>
                    <a:pt x="3870" y="1343"/>
                    <a:pt x="4003" y="1210"/>
                    <a:pt x="4103" y="1143"/>
                  </a:cubicBezTo>
                  <a:cubicBezTo>
                    <a:pt x="4237" y="1043"/>
                    <a:pt x="4370" y="943"/>
                    <a:pt x="4537" y="876"/>
                  </a:cubicBezTo>
                  <a:cubicBezTo>
                    <a:pt x="4670" y="843"/>
                    <a:pt x="4837" y="776"/>
                    <a:pt x="5004" y="710"/>
                  </a:cubicBezTo>
                  <a:cubicBezTo>
                    <a:pt x="5319" y="615"/>
                    <a:pt x="5641" y="550"/>
                    <a:pt x="5942" y="550"/>
                  </a:cubicBezTo>
                  <a:cubicBezTo>
                    <a:pt x="6280" y="550"/>
                    <a:pt x="6592" y="632"/>
                    <a:pt x="6838" y="843"/>
                  </a:cubicBezTo>
                  <a:cubicBezTo>
                    <a:pt x="7072" y="1043"/>
                    <a:pt x="7239" y="1343"/>
                    <a:pt x="7405" y="1644"/>
                  </a:cubicBezTo>
                  <a:cubicBezTo>
                    <a:pt x="7572" y="1944"/>
                    <a:pt x="7706" y="2277"/>
                    <a:pt x="7872" y="2611"/>
                  </a:cubicBezTo>
                  <a:cubicBezTo>
                    <a:pt x="8206" y="3211"/>
                    <a:pt x="8573" y="3945"/>
                    <a:pt x="9173" y="4379"/>
                  </a:cubicBezTo>
                  <a:cubicBezTo>
                    <a:pt x="9407" y="4646"/>
                    <a:pt x="9774" y="4813"/>
                    <a:pt x="10174" y="4946"/>
                  </a:cubicBezTo>
                  <a:cubicBezTo>
                    <a:pt x="10443" y="4995"/>
                    <a:pt x="10729" y="5026"/>
                    <a:pt x="11034" y="5026"/>
                  </a:cubicBezTo>
                  <a:cubicBezTo>
                    <a:pt x="11145" y="5026"/>
                    <a:pt x="11259" y="5022"/>
                    <a:pt x="11375" y="5013"/>
                  </a:cubicBezTo>
                  <a:cubicBezTo>
                    <a:pt x="12176" y="4946"/>
                    <a:pt x="12909" y="4612"/>
                    <a:pt x="13543" y="4546"/>
                  </a:cubicBezTo>
                  <a:cubicBezTo>
                    <a:pt x="13877" y="4546"/>
                    <a:pt x="14110" y="4646"/>
                    <a:pt x="14344" y="4846"/>
                  </a:cubicBezTo>
                  <a:cubicBezTo>
                    <a:pt x="14577" y="5046"/>
                    <a:pt x="14744" y="5346"/>
                    <a:pt x="14877" y="5680"/>
                  </a:cubicBezTo>
                  <a:cubicBezTo>
                    <a:pt x="15011" y="6013"/>
                    <a:pt x="15111" y="6347"/>
                    <a:pt x="15211" y="6681"/>
                  </a:cubicBezTo>
                  <a:cubicBezTo>
                    <a:pt x="15278" y="6981"/>
                    <a:pt x="15344" y="7314"/>
                    <a:pt x="15378" y="7648"/>
                  </a:cubicBezTo>
                  <a:cubicBezTo>
                    <a:pt x="15445" y="8315"/>
                    <a:pt x="15545" y="8949"/>
                    <a:pt x="15745" y="9516"/>
                  </a:cubicBezTo>
                  <a:cubicBezTo>
                    <a:pt x="15912" y="10083"/>
                    <a:pt x="16245" y="10617"/>
                    <a:pt x="16745" y="10817"/>
                  </a:cubicBezTo>
                  <a:cubicBezTo>
                    <a:pt x="16950" y="10899"/>
                    <a:pt x="17132" y="10925"/>
                    <a:pt x="17294" y="10925"/>
                  </a:cubicBezTo>
                  <a:cubicBezTo>
                    <a:pt x="17529" y="10925"/>
                    <a:pt x="17722" y="10870"/>
                    <a:pt x="17880" y="10850"/>
                  </a:cubicBezTo>
                  <a:lnTo>
                    <a:pt x="18247" y="10717"/>
                  </a:lnTo>
                  <a:cubicBezTo>
                    <a:pt x="18449" y="10641"/>
                    <a:pt x="18421" y="10449"/>
                    <a:pt x="18279" y="10449"/>
                  </a:cubicBezTo>
                  <a:cubicBezTo>
                    <a:pt x="18234" y="10449"/>
                    <a:pt x="18177" y="10469"/>
                    <a:pt x="18113" y="10517"/>
                  </a:cubicBezTo>
                  <a:cubicBezTo>
                    <a:pt x="18113" y="10517"/>
                    <a:pt x="18013" y="10550"/>
                    <a:pt x="17780" y="10617"/>
                  </a:cubicBezTo>
                  <a:cubicBezTo>
                    <a:pt x="17690" y="10632"/>
                    <a:pt x="17581" y="10647"/>
                    <a:pt x="17457" y="10647"/>
                  </a:cubicBezTo>
                  <a:cubicBezTo>
                    <a:pt x="17304" y="10647"/>
                    <a:pt x="17130" y="10624"/>
                    <a:pt x="16946" y="10550"/>
                  </a:cubicBezTo>
                  <a:cubicBezTo>
                    <a:pt x="16612" y="10450"/>
                    <a:pt x="16379" y="10016"/>
                    <a:pt x="16212" y="9516"/>
                  </a:cubicBezTo>
                  <a:cubicBezTo>
                    <a:pt x="16045" y="9016"/>
                    <a:pt x="16012" y="8382"/>
                    <a:pt x="15912" y="7715"/>
                  </a:cubicBezTo>
                  <a:cubicBezTo>
                    <a:pt x="15878" y="7381"/>
                    <a:pt x="15845" y="7014"/>
                    <a:pt x="15745" y="6647"/>
                  </a:cubicBezTo>
                  <a:cubicBezTo>
                    <a:pt x="15678" y="6280"/>
                    <a:pt x="15578" y="5947"/>
                    <a:pt x="15411" y="5546"/>
                  </a:cubicBezTo>
                  <a:cubicBezTo>
                    <a:pt x="15278" y="5213"/>
                    <a:pt x="15078" y="4846"/>
                    <a:pt x="14777" y="4512"/>
                  </a:cubicBezTo>
                  <a:cubicBezTo>
                    <a:pt x="14611" y="4379"/>
                    <a:pt x="14410" y="4212"/>
                    <a:pt x="14210" y="4145"/>
                  </a:cubicBezTo>
                  <a:cubicBezTo>
                    <a:pt x="14010" y="4045"/>
                    <a:pt x="13743" y="4012"/>
                    <a:pt x="13543" y="4012"/>
                  </a:cubicBezTo>
                  <a:cubicBezTo>
                    <a:pt x="13110" y="4012"/>
                    <a:pt x="12743" y="4145"/>
                    <a:pt x="12376" y="4212"/>
                  </a:cubicBezTo>
                  <a:cubicBezTo>
                    <a:pt x="12009" y="4312"/>
                    <a:pt x="11675" y="4379"/>
                    <a:pt x="11342" y="4446"/>
                  </a:cubicBezTo>
                  <a:cubicBezTo>
                    <a:pt x="11260" y="4454"/>
                    <a:pt x="11179" y="4458"/>
                    <a:pt x="11099" y="4458"/>
                  </a:cubicBezTo>
                  <a:cubicBezTo>
                    <a:pt x="10549" y="4458"/>
                    <a:pt x="10023" y="4265"/>
                    <a:pt x="9674" y="3945"/>
                  </a:cubicBezTo>
                  <a:cubicBezTo>
                    <a:pt x="9207" y="3545"/>
                    <a:pt x="8873" y="2978"/>
                    <a:pt x="8540" y="2344"/>
                  </a:cubicBezTo>
                  <a:cubicBezTo>
                    <a:pt x="8373" y="2011"/>
                    <a:pt x="8239" y="1677"/>
                    <a:pt x="8039" y="1343"/>
                  </a:cubicBezTo>
                  <a:cubicBezTo>
                    <a:pt x="7839" y="1010"/>
                    <a:pt x="7606" y="676"/>
                    <a:pt x="7239" y="376"/>
                  </a:cubicBezTo>
                  <a:cubicBezTo>
                    <a:pt x="7172" y="343"/>
                    <a:pt x="7072" y="276"/>
                    <a:pt x="6938" y="209"/>
                  </a:cubicBezTo>
                  <a:cubicBezTo>
                    <a:pt x="6872" y="176"/>
                    <a:pt x="6772" y="143"/>
                    <a:pt x="6672" y="109"/>
                  </a:cubicBezTo>
                  <a:cubicBezTo>
                    <a:pt x="6454" y="55"/>
                    <a:pt x="6280" y="0"/>
                    <a:pt x="61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 name="Google Shape;19;p2"/>
            <p:cNvSpPr/>
            <p:nvPr/>
          </p:nvSpPr>
          <p:spPr>
            <a:xfrm>
              <a:off x="5498275" y="678100"/>
              <a:ext cx="411100" cy="298125"/>
            </a:xfrm>
            <a:custGeom>
              <a:avLst/>
              <a:gdLst/>
              <a:ahLst/>
              <a:cxnLst/>
              <a:rect l="l" t="t" r="r" b="b"/>
              <a:pathLst>
                <a:path w="16444" h="11925" extrusionOk="0">
                  <a:moveTo>
                    <a:pt x="5749" y="1"/>
                  </a:moveTo>
                  <a:cubicBezTo>
                    <a:pt x="5525" y="1"/>
                    <a:pt x="5304" y="29"/>
                    <a:pt x="5104" y="47"/>
                  </a:cubicBezTo>
                  <a:cubicBezTo>
                    <a:pt x="4904" y="80"/>
                    <a:pt x="4670" y="114"/>
                    <a:pt x="4503" y="147"/>
                  </a:cubicBezTo>
                  <a:cubicBezTo>
                    <a:pt x="4336" y="214"/>
                    <a:pt x="4136" y="314"/>
                    <a:pt x="3970" y="414"/>
                  </a:cubicBezTo>
                  <a:cubicBezTo>
                    <a:pt x="3269" y="848"/>
                    <a:pt x="2902" y="1548"/>
                    <a:pt x="2635" y="2115"/>
                  </a:cubicBezTo>
                  <a:cubicBezTo>
                    <a:pt x="2402" y="2716"/>
                    <a:pt x="2235" y="3283"/>
                    <a:pt x="2001" y="3783"/>
                  </a:cubicBezTo>
                  <a:cubicBezTo>
                    <a:pt x="1801" y="4283"/>
                    <a:pt x="1601" y="4717"/>
                    <a:pt x="1334" y="4950"/>
                  </a:cubicBezTo>
                  <a:cubicBezTo>
                    <a:pt x="1101" y="5217"/>
                    <a:pt x="834" y="5284"/>
                    <a:pt x="634" y="5317"/>
                  </a:cubicBezTo>
                  <a:lnTo>
                    <a:pt x="334" y="5317"/>
                  </a:lnTo>
                  <a:cubicBezTo>
                    <a:pt x="100" y="5317"/>
                    <a:pt x="0" y="5651"/>
                    <a:pt x="300" y="5718"/>
                  </a:cubicBezTo>
                  <a:lnTo>
                    <a:pt x="667" y="5718"/>
                  </a:lnTo>
                  <a:cubicBezTo>
                    <a:pt x="934" y="5718"/>
                    <a:pt x="1301" y="5618"/>
                    <a:pt x="1635" y="5284"/>
                  </a:cubicBezTo>
                  <a:cubicBezTo>
                    <a:pt x="2302" y="4650"/>
                    <a:pt x="2602" y="3483"/>
                    <a:pt x="3102" y="2382"/>
                  </a:cubicBezTo>
                  <a:cubicBezTo>
                    <a:pt x="3336" y="1782"/>
                    <a:pt x="3669" y="1248"/>
                    <a:pt x="4236" y="948"/>
                  </a:cubicBezTo>
                  <a:cubicBezTo>
                    <a:pt x="4336" y="881"/>
                    <a:pt x="4470" y="848"/>
                    <a:pt x="4637" y="781"/>
                  </a:cubicBezTo>
                  <a:cubicBezTo>
                    <a:pt x="4770" y="747"/>
                    <a:pt x="4937" y="747"/>
                    <a:pt x="5104" y="714"/>
                  </a:cubicBezTo>
                  <a:cubicBezTo>
                    <a:pt x="5437" y="714"/>
                    <a:pt x="5737" y="714"/>
                    <a:pt x="6004" y="781"/>
                  </a:cubicBezTo>
                  <a:cubicBezTo>
                    <a:pt x="6571" y="948"/>
                    <a:pt x="6972" y="1448"/>
                    <a:pt x="7272" y="2048"/>
                  </a:cubicBezTo>
                  <a:cubicBezTo>
                    <a:pt x="7572" y="2615"/>
                    <a:pt x="7806" y="3249"/>
                    <a:pt x="8106" y="3816"/>
                  </a:cubicBezTo>
                  <a:cubicBezTo>
                    <a:pt x="8239" y="4083"/>
                    <a:pt x="8439" y="4383"/>
                    <a:pt x="8506" y="4483"/>
                  </a:cubicBezTo>
                  <a:lnTo>
                    <a:pt x="8506" y="4450"/>
                  </a:lnTo>
                  <a:cubicBezTo>
                    <a:pt x="8640" y="4584"/>
                    <a:pt x="8740" y="4750"/>
                    <a:pt x="8840" y="4884"/>
                  </a:cubicBezTo>
                  <a:cubicBezTo>
                    <a:pt x="8973" y="4984"/>
                    <a:pt x="9107" y="5117"/>
                    <a:pt x="9273" y="5251"/>
                  </a:cubicBezTo>
                  <a:cubicBezTo>
                    <a:pt x="9574" y="5451"/>
                    <a:pt x="9940" y="5618"/>
                    <a:pt x="10307" y="5718"/>
                  </a:cubicBezTo>
                  <a:cubicBezTo>
                    <a:pt x="11075" y="5884"/>
                    <a:pt x="11775" y="5784"/>
                    <a:pt x="12342" y="5918"/>
                  </a:cubicBezTo>
                  <a:cubicBezTo>
                    <a:pt x="12642" y="5985"/>
                    <a:pt x="12909" y="6118"/>
                    <a:pt x="13109" y="6285"/>
                  </a:cubicBezTo>
                  <a:cubicBezTo>
                    <a:pt x="13310" y="6485"/>
                    <a:pt x="13510" y="6752"/>
                    <a:pt x="13643" y="6985"/>
                  </a:cubicBezTo>
                  <a:cubicBezTo>
                    <a:pt x="13943" y="7519"/>
                    <a:pt x="14010" y="8086"/>
                    <a:pt x="14010" y="8653"/>
                  </a:cubicBezTo>
                  <a:cubicBezTo>
                    <a:pt x="14010" y="9254"/>
                    <a:pt x="13943" y="9854"/>
                    <a:pt x="14110" y="10388"/>
                  </a:cubicBezTo>
                  <a:cubicBezTo>
                    <a:pt x="14143" y="10521"/>
                    <a:pt x="14244" y="10621"/>
                    <a:pt x="14277" y="10755"/>
                  </a:cubicBezTo>
                  <a:cubicBezTo>
                    <a:pt x="14310" y="10888"/>
                    <a:pt x="14410" y="10988"/>
                    <a:pt x="14477" y="11088"/>
                  </a:cubicBezTo>
                  <a:cubicBezTo>
                    <a:pt x="14644" y="11255"/>
                    <a:pt x="14811" y="11422"/>
                    <a:pt x="14977" y="11522"/>
                  </a:cubicBezTo>
                  <a:cubicBezTo>
                    <a:pt x="15144" y="11589"/>
                    <a:pt x="15311" y="11689"/>
                    <a:pt x="15444" y="11722"/>
                  </a:cubicBezTo>
                  <a:cubicBezTo>
                    <a:pt x="15611" y="11755"/>
                    <a:pt x="15745" y="11822"/>
                    <a:pt x="15811" y="11822"/>
                  </a:cubicBezTo>
                  <a:cubicBezTo>
                    <a:pt x="15978" y="11889"/>
                    <a:pt x="16112" y="11922"/>
                    <a:pt x="16112" y="11922"/>
                  </a:cubicBezTo>
                  <a:cubicBezTo>
                    <a:pt x="16129" y="11924"/>
                    <a:pt x="16145" y="11925"/>
                    <a:pt x="16161" y="11925"/>
                  </a:cubicBezTo>
                  <a:cubicBezTo>
                    <a:pt x="16415" y="11925"/>
                    <a:pt x="16443" y="11679"/>
                    <a:pt x="16412" y="11522"/>
                  </a:cubicBezTo>
                  <a:cubicBezTo>
                    <a:pt x="16412" y="11522"/>
                    <a:pt x="16278" y="11455"/>
                    <a:pt x="16112" y="11422"/>
                  </a:cubicBezTo>
                  <a:cubicBezTo>
                    <a:pt x="15978" y="11388"/>
                    <a:pt x="15911" y="11322"/>
                    <a:pt x="15778" y="11288"/>
                  </a:cubicBezTo>
                  <a:cubicBezTo>
                    <a:pt x="15645" y="11255"/>
                    <a:pt x="15478" y="11188"/>
                    <a:pt x="15344" y="11088"/>
                  </a:cubicBezTo>
                  <a:cubicBezTo>
                    <a:pt x="15078" y="10921"/>
                    <a:pt x="14777" y="10621"/>
                    <a:pt x="14677" y="10221"/>
                  </a:cubicBezTo>
                  <a:cubicBezTo>
                    <a:pt x="14611" y="9787"/>
                    <a:pt x="14644" y="9254"/>
                    <a:pt x="14677" y="8686"/>
                  </a:cubicBezTo>
                  <a:cubicBezTo>
                    <a:pt x="14677" y="8053"/>
                    <a:pt x="14644" y="7352"/>
                    <a:pt x="14310" y="6718"/>
                  </a:cubicBezTo>
                  <a:cubicBezTo>
                    <a:pt x="14177" y="6418"/>
                    <a:pt x="13977" y="6118"/>
                    <a:pt x="13676" y="5851"/>
                  </a:cubicBezTo>
                  <a:cubicBezTo>
                    <a:pt x="13410" y="5584"/>
                    <a:pt x="13009" y="5384"/>
                    <a:pt x="12642" y="5284"/>
                  </a:cubicBezTo>
                  <a:cubicBezTo>
                    <a:pt x="11909" y="5117"/>
                    <a:pt x="11175" y="5151"/>
                    <a:pt x="10608" y="5051"/>
                  </a:cubicBezTo>
                  <a:cubicBezTo>
                    <a:pt x="10007" y="4884"/>
                    <a:pt x="9574" y="4550"/>
                    <a:pt x="9273" y="4050"/>
                  </a:cubicBezTo>
                  <a:lnTo>
                    <a:pt x="9273" y="4016"/>
                  </a:lnTo>
                  <a:cubicBezTo>
                    <a:pt x="9173" y="3883"/>
                    <a:pt x="9006" y="3683"/>
                    <a:pt x="8906" y="3416"/>
                  </a:cubicBezTo>
                  <a:cubicBezTo>
                    <a:pt x="8606" y="2882"/>
                    <a:pt x="8339" y="2249"/>
                    <a:pt x="8006" y="1615"/>
                  </a:cubicBezTo>
                  <a:cubicBezTo>
                    <a:pt x="7839" y="1348"/>
                    <a:pt x="7639" y="1014"/>
                    <a:pt x="7339" y="714"/>
                  </a:cubicBezTo>
                  <a:cubicBezTo>
                    <a:pt x="7239" y="581"/>
                    <a:pt x="7072" y="447"/>
                    <a:pt x="6905" y="347"/>
                  </a:cubicBezTo>
                  <a:cubicBezTo>
                    <a:pt x="6671" y="214"/>
                    <a:pt x="6505" y="114"/>
                    <a:pt x="6305" y="80"/>
                  </a:cubicBezTo>
                  <a:cubicBezTo>
                    <a:pt x="6123" y="20"/>
                    <a:pt x="5935" y="1"/>
                    <a:pt x="57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 name="Google Shape;20;p2"/>
            <p:cNvSpPr/>
            <p:nvPr/>
          </p:nvSpPr>
          <p:spPr>
            <a:xfrm>
              <a:off x="5917175" y="1734050"/>
              <a:ext cx="436925" cy="261450"/>
            </a:xfrm>
            <a:custGeom>
              <a:avLst/>
              <a:gdLst/>
              <a:ahLst/>
              <a:cxnLst/>
              <a:rect l="l" t="t" r="r" b="b"/>
              <a:pathLst>
                <a:path w="17477" h="10458" extrusionOk="0">
                  <a:moveTo>
                    <a:pt x="5787" y="1"/>
                  </a:moveTo>
                  <a:cubicBezTo>
                    <a:pt x="5647" y="1"/>
                    <a:pt x="5509" y="20"/>
                    <a:pt x="5393" y="39"/>
                  </a:cubicBezTo>
                  <a:cubicBezTo>
                    <a:pt x="5126" y="73"/>
                    <a:pt x="4960" y="173"/>
                    <a:pt x="4793" y="306"/>
                  </a:cubicBezTo>
                  <a:cubicBezTo>
                    <a:pt x="4526" y="506"/>
                    <a:pt x="4226" y="740"/>
                    <a:pt x="3959" y="1007"/>
                  </a:cubicBezTo>
                  <a:lnTo>
                    <a:pt x="3592" y="1373"/>
                  </a:lnTo>
                  <a:cubicBezTo>
                    <a:pt x="3459" y="1507"/>
                    <a:pt x="3392" y="1674"/>
                    <a:pt x="3292" y="1840"/>
                  </a:cubicBezTo>
                  <a:cubicBezTo>
                    <a:pt x="3192" y="2141"/>
                    <a:pt x="3058" y="2474"/>
                    <a:pt x="2925" y="2741"/>
                  </a:cubicBezTo>
                  <a:cubicBezTo>
                    <a:pt x="2725" y="3342"/>
                    <a:pt x="2525" y="3909"/>
                    <a:pt x="2258" y="4342"/>
                  </a:cubicBezTo>
                  <a:cubicBezTo>
                    <a:pt x="2124" y="4576"/>
                    <a:pt x="2024" y="4743"/>
                    <a:pt x="1857" y="4876"/>
                  </a:cubicBezTo>
                  <a:cubicBezTo>
                    <a:pt x="1691" y="5009"/>
                    <a:pt x="1557" y="5076"/>
                    <a:pt x="1390" y="5076"/>
                  </a:cubicBezTo>
                  <a:cubicBezTo>
                    <a:pt x="1090" y="5076"/>
                    <a:pt x="790" y="4909"/>
                    <a:pt x="623" y="4843"/>
                  </a:cubicBezTo>
                  <a:cubicBezTo>
                    <a:pt x="456" y="4743"/>
                    <a:pt x="390" y="4676"/>
                    <a:pt x="390" y="4676"/>
                  </a:cubicBezTo>
                  <a:cubicBezTo>
                    <a:pt x="358" y="4651"/>
                    <a:pt x="323" y="4640"/>
                    <a:pt x="288" y="4640"/>
                  </a:cubicBezTo>
                  <a:cubicBezTo>
                    <a:pt x="140" y="4640"/>
                    <a:pt x="0" y="4841"/>
                    <a:pt x="190" y="4976"/>
                  </a:cubicBezTo>
                  <a:cubicBezTo>
                    <a:pt x="190" y="4976"/>
                    <a:pt x="256" y="5043"/>
                    <a:pt x="456" y="5176"/>
                  </a:cubicBezTo>
                  <a:cubicBezTo>
                    <a:pt x="690" y="5310"/>
                    <a:pt x="957" y="5510"/>
                    <a:pt x="1457" y="5510"/>
                  </a:cubicBezTo>
                  <a:cubicBezTo>
                    <a:pt x="1691" y="5510"/>
                    <a:pt x="1957" y="5410"/>
                    <a:pt x="2191" y="5243"/>
                  </a:cubicBezTo>
                  <a:cubicBezTo>
                    <a:pt x="2391" y="5076"/>
                    <a:pt x="2558" y="4876"/>
                    <a:pt x="2725" y="4642"/>
                  </a:cubicBezTo>
                  <a:cubicBezTo>
                    <a:pt x="3025" y="4142"/>
                    <a:pt x="3225" y="3575"/>
                    <a:pt x="3459" y="3008"/>
                  </a:cubicBezTo>
                  <a:cubicBezTo>
                    <a:pt x="3592" y="2708"/>
                    <a:pt x="3725" y="2408"/>
                    <a:pt x="3892" y="2174"/>
                  </a:cubicBezTo>
                  <a:cubicBezTo>
                    <a:pt x="3959" y="2041"/>
                    <a:pt x="4059" y="1874"/>
                    <a:pt x="4126" y="1807"/>
                  </a:cubicBezTo>
                  <a:cubicBezTo>
                    <a:pt x="4259" y="1707"/>
                    <a:pt x="4359" y="1574"/>
                    <a:pt x="4459" y="1474"/>
                  </a:cubicBezTo>
                  <a:cubicBezTo>
                    <a:pt x="4726" y="1240"/>
                    <a:pt x="4960" y="1040"/>
                    <a:pt x="5226" y="873"/>
                  </a:cubicBezTo>
                  <a:cubicBezTo>
                    <a:pt x="5449" y="749"/>
                    <a:pt x="5635" y="681"/>
                    <a:pt x="5798" y="681"/>
                  </a:cubicBezTo>
                  <a:cubicBezTo>
                    <a:pt x="5855" y="681"/>
                    <a:pt x="5909" y="689"/>
                    <a:pt x="5960" y="706"/>
                  </a:cubicBezTo>
                  <a:cubicBezTo>
                    <a:pt x="6194" y="740"/>
                    <a:pt x="6394" y="1007"/>
                    <a:pt x="6561" y="1240"/>
                  </a:cubicBezTo>
                  <a:cubicBezTo>
                    <a:pt x="6728" y="1507"/>
                    <a:pt x="6861" y="1840"/>
                    <a:pt x="6961" y="2141"/>
                  </a:cubicBezTo>
                  <a:cubicBezTo>
                    <a:pt x="7261" y="2741"/>
                    <a:pt x="7461" y="3375"/>
                    <a:pt x="7795" y="3975"/>
                  </a:cubicBezTo>
                  <a:cubicBezTo>
                    <a:pt x="7962" y="4242"/>
                    <a:pt x="8229" y="4542"/>
                    <a:pt x="8462" y="4809"/>
                  </a:cubicBezTo>
                  <a:cubicBezTo>
                    <a:pt x="8729" y="5043"/>
                    <a:pt x="9096" y="5243"/>
                    <a:pt x="9530" y="5343"/>
                  </a:cubicBezTo>
                  <a:cubicBezTo>
                    <a:pt x="9643" y="5364"/>
                    <a:pt x="9760" y="5372"/>
                    <a:pt x="9877" y="5372"/>
                  </a:cubicBezTo>
                  <a:cubicBezTo>
                    <a:pt x="10138" y="5372"/>
                    <a:pt x="10400" y="5333"/>
                    <a:pt x="10630" y="5310"/>
                  </a:cubicBezTo>
                  <a:cubicBezTo>
                    <a:pt x="10813" y="5273"/>
                    <a:pt x="10986" y="5246"/>
                    <a:pt x="11149" y="5246"/>
                  </a:cubicBezTo>
                  <a:cubicBezTo>
                    <a:pt x="11283" y="5246"/>
                    <a:pt x="11410" y="5264"/>
                    <a:pt x="11531" y="5310"/>
                  </a:cubicBezTo>
                  <a:cubicBezTo>
                    <a:pt x="12065" y="5476"/>
                    <a:pt x="12465" y="6010"/>
                    <a:pt x="12765" y="6577"/>
                  </a:cubicBezTo>
                  <a:lnTo>
                    <a:pt x="12799" y="6711"/>
                  </a:lnTo>
                  <a:lnTo>
                    <a:pt x="12799" y="6744"/>
                  </a:lnTo>
                  <a:lnTo>
                    <a:pt x="12865" y="6811"/>
                  </a:lnTo>
                  <a:lnTo>
                    <a:pt x="12899" y="6844"/>
                  </a:lnTo>
                  <a:cubicBezTo>
                    <a:pt x="12932" y="6911"/>
                    <a:pt x="12965" y="6977"/>
                    <a:pt x="13032" y="7044"/>
                  </a:cubicBezTo>
                  <a:cubicBezTo>
                    <a:pt x="13099" y="7178"/>
                    <a:pt x="13199" y="7344"/>
                    <a:pt x="13266" y="7478"/>
                  </a:cubicBezTo>
                  <a:cubicBezTo>
                    <a:pt x="13432" y="7745"/>
                    <a:pt x="13566" y="8045"/>
                    <a:pt x="13733" y="8345"/>
                  </a:cubicBezTo>
                  <a:cubicBezTo>
                    <a:pt x="14066" y="8879"/>
                    <a:pt x="14366" y="9413"/>
                    <a:pt x="14767" y="9846"/>
                  </a:cubicBezTo>
                  <a:cubicBezTo>
                    <a:pt x="14933" y="10046"/>
                    <a:pt x="15200" y="10213"/>
                    <a:pt x="15434" y="10347"/>
                  </a:cubicBezTo>
                  <a:cubicBezTo>
                    <a:pt x="15590" y="10425"/>
                    <a:pt x="15735" y="10457"/>
                    <a:pt x="15882" y="10457"/>
                  </a:cubicBezTo>
                  <a:cubicBezTo>
                    <a:pt x="15986" y="10457"/>
                    <a:pt x="16090" y="10441"/>
                    <a:pt x="16201" y="10413"/>
                  </a:cubicBezTo>
                  <a:cubicBezTo>
                    <a:pt x="16668" y="10313"/>
                    <a:pt x="16901" y="10046"/>
                    <a:pt x="17068" y="9880"/>
                  </a:cubicBezTo>
                  <a:lnTo>
                    <a:pt x="17335" y="9646"/>
                  </a:lnTo>
                  <a:cubicBezTo>
                    <a:pt x="17477" y="9448"/>
                    <a:pt x="17306" y="9298"/>
                    <a:pt x="17067" y="9298"/>
                  </a:cubicBezTo>
                  <a:cubicBezTo>
                    <a:pt x="17025" y="9298"/>
                    <a:pt x="16980" y="9302"/>
                    <a:pt x="16935" y="9313"/>
                  </a:cubicBezTo>
                  <a:cubicBezTo>
                    <a:pt x="16935" y="9313"/>
                    <a:pt x="16901" y="9413"/>
                    <a:pt x="16735" y="9546"/>
                  </a:cubicBezTo>
                  <a:cubicBezTo>
                    <a:pt x="16568" y="9679"/>
                    <a:pt x="16368" y="9880"/>
                    <a:pt x="16034" y="9980"/>
                  </a:cubicBezTo>
                  <a:cubicBezTo>
                    <a:pt x="15991" y="9989"/>
                    <a:pt x="15946" y="9994"/>
                    <a:pt x="15900" y="9994"/>
                  </a:cubicBezTo>
                  <a:cubicBezTo>
                    <a:pt x="15629" y="9994"/>
                    <a:pt x="15319" y="9827"/>
                    <a:pt x="15033" y="9513"/>
                  </a:cubicBezTo>
                  <a:cubicBezTo>
                    <a:pt x="14733" y="9146"/>
                    <a:pt x="14433" y="8645"/>
                    <a:pt x="14133" y="8078"/>
                  </a:cubicBezTo>
                  <a:cubicBezTo>
                    <a:pt x="14033" y="7811"/>
                    <a:pt x="13866" y="7511"/>
                    <a:pt x="13733" y="7211"/>
                  </a:cubicBezTo>
                  <a:cubicBezTo>
                    <a:pt x="13632" y="7044"/>
                    <a:pt x="13566" y="6911"/>
                    <a:pt x="13466" y="6744"/>
                  </a:cubicBezTo>
                  <a:lnTo>
                    <a:pt x="13366" y="6510"/>
                  </a:lnTo>
                  <a:lnTo>
                    <a:pt x="13299" y="6477"/>
                  </a:lnTo>
                  <a:lnTo>
                    <a:pt x="13299" y="6410"/>
                  </a:lnTo>
                  <a:lnTo>
                    <a:pt x="13232" y="6310"/>
                  </a:lnTo>
                  <a:cubicBezTo>
                    <a:pt x="13132" y="6177"/>
                    <a:pt x="13065" y="6010"/>
                    <a:pt x="12965" y="5843"/>
                  </a:cubicBezTo>
                  <a:cubicBezTo>
                    <a:pt x="12865" y="5677"/>
                    <a:pt x="12765" y="5543"/>
                    <a:pt x="12632" y="5376"/>
                  </a:cubicBezTo>
                  <a:cubicBezTo>
                    <a:pt x="12432" y="5076"/>
                    <a:pt x="12098" y="4809"/>
                    <a:pt x="11698" y="4676"/>
                  </a:cubicBezTo>
                  <a:cubicBezTo>
                    <a:pt x="11481" y="4609"/>
                    <a:pt x="11272" y="4584"/>
                    <a:pt x="11076" y="4584"/>
                  </a:cubicBezTo>
                  <a:cubicBezTo>
                    <a:pt x="10880" y="4584"/>
                    <a:pt x="10697" y="4609"/>
                    <a:pt x="10530" y="4642"/>
                  </a:cubicBezTo>
                  <a:cubicBezTo>
                    <a:pt x="10330" y="4659"/>
                    <a:pt x="10163" y="4668"/>
                    <a:pt x="10013" y="4668"/>
                  </a:cubicBezTo>
                  <a:cubicBezTo>
                    <a:pt x="9863" y="4668"/>
                    <a:pt x="9730" y="4659"/>
                    <a:pt x="9596" y="4642"/>
                  </a:cubicBezTo>
                  <a:cubicBezTo>
                    <a:pt x="9296" y="4542"/>
                    <a:pt x="9096" y="4409"/>
                    <a:pt x="8896" y="4209"/>
                  </a:cubicBezTo>
                  <a:cubicBezTo>
                    <a:pt x="8629" y="4009"/>
                    <a:pt x="8462" y="3809"/>
                    <a:pt x="8362" y="3542"/>
                  </a:cubicBezTo>
                  <a:cubicBezTo>
                    <a:pt x="8062" y="3075"/>
                    <a:pt x="7862" y="2474"/>
                    <a:pt x="7561" y="1840"/>
                  </a:cubicBezTo>
                  <a:cubicBezTo>
                    <a:pt x="7395" y="1540"/>
                    <a:pt x="7261" y="1207"/>
                    <a:pt x="7061" y="873"/>
                  </a:cubicBezTo>
                  <a:cubicBezTo>
                    <a:pt x="6861" y="540"/>
                    <a:pt x="6561" y="206"/>
                    <a:pt x="6094" y="39"/>
                  </a:cubicBezTo>
                  <a:cubicBezTo>
                    <a:pt x="5995" y="11"/>
                    <a:pt x="5890" y="1"/>
                    <a:pt x="57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 name="Google Shape;21;p2"/>
            <p:cNvSpPr/>
            <p:nvPr/>
          </p:nvSpPr>
          <p:spPr>
            <a:xfrm>
              <a:off x="5886900" y="2368800"/>
              <a:ext cx="457000" cy="220175"/>
            </a:xfrm>
            <a:custGeom>
              <a:avLst/>
              <a:gdLst/>
              <a:ahLst/>
              <a:cxnLst/>
              <a:rect l="l" t="t" r="r" b="b"/>
              <a:pathLst>
                <a:path w="18280" h="8807" extrusionOk="0">
                  <a:moveTo>
                    <a:pt x="5403" y="1"/>
                  </a:moveTo>
                  <a:cubicBezTo>
                    <a:pt x="4970" y="1"/>
                    <a:pt x="4603" y="34"/>
                    <a:pt x="4269" y="167"/>
                  </a:cubicBezTo>
                  <a:cubicBezTo>
                    <a:pt x="4102" y="201"/>
                    <a:pt x="3936" y="301"/>
                    <a:pt x="3769" y="368"/>
                  </a:cubicBezTo>
                  <a:cubicBezTo>
                    <a:pt x="3635" y="501"/>
                    <a:pt x="3469" y="634"/>
                    <a:pt x="3369" y="735"/>
                  </a:cubicBezTo>
                  <a:cubicBezTo>
                    <a:pt x="3102" y="1035"/>
                    <a:pt x="2935" y="1335"/>
                    <a:pt x="2802" y="1635"/>
                  </a:cubicBezTo>
                  <a:cubicBezTo>
                    <a:pt x="2568" y="2236"/>
                    <a:pt x="2435" y="2803"/>
                    <a:pt x="2234" y="3203"/>
                  </a:cubicBezTo>
                  <a:cubicBezTo>
                    <a:pt x="2034" y="3670"/>
                    <a:pt x="1734" y="3903"/>
                    <a:pt x="1434" y="3970"/>
                  </a:cubicBezTo>
                  <a:cubicBezTo>
                    <a:pt x="1344" y="3979"/>
                    <a:pt x="1262" y="3983"/>
                    <a:pt x="1185" y="3983"/>
                  </a:cubicBezTo>
                  <a:cubicBezTo>
                    <a:pt x="975" y="3983"/>
                    <a:pt x="804" y="3952"/>
                    <a:pt x="633" y="3903"/>
                  </a:cubicBezTo>
                  <a:cubicBezTo>
                    <a:pt x="433" y="3870"/>
                    <a:pt x="366" y="3837"/>
                    <a:pt x="366" y="3837"/>
                  </a:cubicBezTo>
                  <a:cubicBezTo>
                    <a:pt x="337" y="3824"/>
                    <a:pt x="308" y="3818"/>
                    <a:pt x="281" y="3818"/>
                  </a:cubicBezTo>
                  <a:cubicBezTo>
                    <a:pt x="97" y="3818"/>
                    <a:pt x="0" y="4083"/>
                    <a:pt x="233" y="4170"/>
                  </a:cubicBezTo>
                  <a:cubicBezTo>
                    <a:pt x="233" y="4170"/>
                    <a:pt x="366" y="4237"/>
                    <a:pt x="567" y="4304"/>
                  </a:cubicBezTo>
                  <a:cubicBezTo>
                    <a:pt x="728" y="4331"/>
                    <a:pt x="956" y="4380"/>
                    <a:pt x="1284" y="4380"/>
                  </a:cubicBezTo>
                  <a:cubicBezTo>
                    <a:pt x="1362" y="4380"/>
                    <a:pt x="1445" y="4377"/>
                    <a:pt x="1534" y="4370"/>
                  </a:cubicBezTo>
                  <a:cubicBezTo>
                    <a:pt x="1734" y="4370"/>
                    <a:pt x="1968" y="4237"/>
                    <a:pt x="2201" y="4070"/>
                  </a:cubicBezTo>
                  <a:cubicBezTo>
                    <a:pt x="2401" y="3903"/>
                    <a:pt x="2568" y="3703"/>
                    <a:pt x="2701" y="3470"/>
                  </a:cubicBezTo>
                  <a:cubicBezTo>
                    <a:pt x="2935" y="3003"/>
                    <a:pt x="3068" y="2402"/>
                    <a:pt x="3302" y="1902"/>
                  </a:cubicBezTo>
                  <a:cubicBezTo>
                    <a:pt x="3435" y="1635"/>
                    <a:pt x="3569" y="1402"/>
                    <a:pt x="3769" y="1202"/>
                  </a:cubicBezTo>
                  <a:cubicBezTo>
                    <a:pt x="3936" y="1001"/>
                    <a:pt x="4203" y="868"/>
                    <a:pt x="4469" y="801"/>
                  </a:cubicBezTo>
                  <a:cubicBezTo>
                    <a:pt x="4695" y="726"/>
                    <a:pt x="4920" y="689"/>
                    <a:pt x="5117" y="689"/>
                  </a:cubicBezTo>
                  <a:cubicBezTo>
                    <a:pt x="5182" y="689"/>
                    <a:pt x="5245" y="693"/>
                    <a:pt x="5303" y="701"/>
                  </a:cubicBezTo>
                  <a:cubicBezTo>
                    <a:pt x="5604" y="801"/>
                    <a:pt x="5870" y="868"/>
                    <a:pt x="6071" y="1068"/>
                  </a:cubicBezTo>
                  <a:cubicBezTo>
                    <a:pt x="6538" y="1468"/>
                    <a:pt x="6904" y="2002"/>
                    <a:pt x="7271" y="2536"/>
                  </a:cubicBezTo>
                  <a:cubicBezTo>
                    <a:pt x="7638" y="3103"/>
                    <a:pt x="8072" y="3637"/>
                    <a:pt x="8706" y="3970"/>
                  </a:cubicBezTo>
                  <a:cubicBezTo>
                    <a:pt x="8806" y="4004"/>
                    <a:pt x="8906" y="4037"/>
                    <a:pt x="8973" y="4104"/>
                  </a:cubicBezTo>
                  <a:lnTo>
                    <a:pt x="8939" y="4104"/>
                  </a:lnTo>
                  <a:cubicBezTo>
                    <a:pt x="9067" y="4155"/>
                    <a:pt x="9215" y="4226"/>
                    <a:pt x="9397" y="4226"/>
                  </a:cubicBezTo>
                  <a:cubicBezTo>
                    <a:pt x="9453" y="4226"/>
                    <a:pt x="9511" y="4219"/>
                    <a:pt x="9573" y="4204"/>
                  </a:cubicBezTo>
                  <a:cubicBezTo>
                    <a:pt x="9773" y="4170"/>
                    <a:pt x="9940" y="4104"/>
                    <a:pt x="10107" y="4004"/>
                  </a:cubicBezTo>
                  <a:cubicBezTo>
                    <a:pt x="10407" y="3837"/>
                    <a:pt x="10607" y="3670"/>
                    <a:pt x="10874" y="3637"/>
                  </a:cubicBezTo>
                  <a:cubicBezTo>
                    <a:pt x="10966" y="3597"/>
                    <a:pt x="11063" y="3578"/>
                    <a:pt x="11162" y="3578"/>
                  </a:cubicBezTo>
                  <a:cubicBezTo>
                    <a:pt x="11313" y="3578"/>
                    <a:pt x="11466" y="3623"/>
                    <a:pt x="11608" y="3703"/>
                  </a:cubicBezTo>
                  <a:cubicBezTo>
                    <a:pt x="11875" y="3837"/>
                    <a:pt x="12041" y="4004"/>
                    <a:pt x="12142" y="4270"/>
                  </a:cubicBezTo>
                  <a:cubicBezTo>
                    <a:pt x="12442" y="4771"/>
                    <a:pt x="12442" y="5438"/>
                    <a:pt x="12742" y="6105"/>
                  </a:cubicBezTo>
                  <a:cubicBezTo>
                    <a:pt x="12775" y="6138"/>
                    <a:pt x="12775" y="6205"/>
                    <a:pt x="12809" y="6272"/>
                  </a:cubicBezTo>
                  <a:lnTo>
                    <a:pt x="12909" y="6372"/>
                  </a:lnTo>
                  <a:lnTo>
                    <a:pt x="13076" y="6605"/>
                  </a:lnTo>
                  <a:cubicBezTo>
                    <a:pt x="13209" y="6705"/>
                    <a:pt x="13276" y="6839"/>
                    <a:pt x="13409" y="6972"/>
                  </a:cubicBezTo>
                  <a:cubicBezTo>
                    <a:pt x="13609" y="7206"/>
                    <a:pt x="13876" y="7439"/>
                    <a:pt x="14076" y="7639"/>
                  </a:cubicBezTo>
                  <a:cubicBezTo>
                    <a:pt x="14543" y="8006"/>
                    <a:pt x="14977" y="8340"/>
                    <a:pt x="15477" y="8540"/>
                  </a:cubicBezTo>
                  <a:cubicBezTo>
                    <a:pt x="15944" y="8774"/>
                    <a:pt x="16445" y="8807"/>
                    <a:pt x="16812" y="8807"/>
                  </a:cubicBezTo>
                  <a:cubicBezTo>
                    <a:pt x="17245" y="8807"/>
                    <a:pt x="17545" y="8674"/>
                    <a:pt x="17746" y="8607"/>
                  </a:cubicBezTo>
                  <a:cubicBezTo>
                    <a:pt x="17812" y="8540"/>
                    <a:pt x="17912" y="8507"/>
                    <a:pt x="17946" y="8473"/>
                  </a:cubicBezTo>
                  <a:cubicBezTo>
                    <a:pt x="17979" y="8440"/>
                    <a:pt x="18046" y="8440"/>
                    <a:pt x="18046" y="8440"/>
                  </a:cubicBezTo>
                  <a:cubicBezTo>
                    <a:pt x="18279" y="8273"/>
                    <a:pt x="18079" y="8006"/>
                    <a:pt x="17645" y="7873"/>
                  </a:cubicBezTo>
                  <a:cubicBezTo>
                    <a:pt x="17645" y="7873"/>
                    <a:pt x="17579" y="7973"/>
                    <a:pt x="17412" y="8006"/>
                  </a:cubicBezTo>
                  <a:cubicBezTo>
                    <a:pt x="17245" y="8040"/>
                    <a:pt x="16978" y="8140"/>
                    <a:pt x="16645" y="8140"/>
                  </a:cubicBezTo>
                  <a:cubicBezTo>
                    <a:pt x="16378" y="8140"/>
                    <a:pt x="15944" y="8040"/>
                    <a:pt x="15544" y="7840"/>
                  </a:cubicBezTo>
                  <a:cubicBezTo>
                    <a:pt x="15110" y="7673"/>
                    <a:pt x="14710" y="7339"/>
                    <a:pt x="14276" y="6972"/>
                  </a:cubicBezTo>
                  <a:cubicBezTo>
                    <a:pt x="14076" y="6739"/>
                    <a:pt x="13909" y="6539"/>
                    <a:pt x="13709" y="6339"/>
                  </a:cubicBezTo>
                  <a:cubicBezTo>
                    <a:pt x="13576" y="6238"/>
                    <a:pt x="13476" y="6138"/>
                    <a:pt x="13409" y="6005"/>
                  </a:cubicBezTo>
                  <a:lnTo>
                    <a:pt x="13276" y="5838"/>
                  </a:lnTo>
                  <a:lnTo>
                    <a:pt x="13242" y="5738"/>
                  </a:lnTo>
                  <a:cubicBezTo>
                    <a:pt x="13209" y="5738"/>
                    <a:pt x="13209" y="5738"/>
                    <a:pt x="13209" y="5705"/>
                  </a:cubicBezTo>
                  <a:cubicBezTo>
                    <a:pt x="12975" y="5171"/>
                    <a:pt x="12975" y="4504"/>
                    <a:pt x="12642" y="3803"/>
                  </a:cubicBezTo>
                  <a:cubicBezTo>
                    <a:pt x="12475" y="3470"/>
                    <a:pt x="12208" y="3136"/>
                    <a:pt x="11808" y="2969"/>
                  </a:cubicBezTo>
                  <a:cubicBezTo>
                    <a:pt x="11542" y="2849"/>
                    <a:pt x="11276" y="2763"/>
                    <a:pt x="10985" y="2763"/>
                  </a:cubicBezTo>
                  <a:cubicBezTo>
                    <a:pt x="10874" y="2763"/>
                    <a:pt x="10760" y="2775"/>
                    <a:pt x="10640" y="2803"/>
                  </a:cubicBezTo>
                  <a:cubicBezTo>
                    <a:pt x="10240" y="2869"/>
                    <a:pt x="9940" y="3070"/>
                    <a:pt x="9706" y="3203"/>
                  </a:cubicBezTo>
                  <a:cubicBezTo>
                    <a:pt x="9573" y="3303"/>
                    <a:pt x="9473" y="3336"/>
                    <a:pt x="9406" y="3336"/>
                  </a:cubicBezTo>
                  <a:cubicBezTo>
                    <a:pt x="9373" y="3336"/>
                    <a:pt x="9273" y="3336"/>
                    <a:pt x="9206" y="3303"/>
                  </a:cubicBezTo>
                  <a:lnTo>
                    <a:pt x="9139" y="3303"/>
                  </a:lnTo>
                  <a:cubicBezTo>
                    <a:pt x="9106" y="3303"/>
                    <a:pt x="9039" y="3236"/>
                    <a:pt x="8939" y="3203"/>
                  </a:cubicBezTo>
                  <a:cubicBezTo>
                    <a:pt x="8539" y="3003"/>
                    <a:pt x="8139" y="2536"/>
                    <a:pt x="7772" y="2035"/>
                  </a:cubicBezTo>
                  <a:cubicBezTo>
                    <a:pt x="7405" y="1535"/>
                    <a:pt x="7038" y="901"/>
                    <a:pt x="6437" y="468"/>
                  </a:cubicBezTo>
                  <a:cubicBezTo>
                    <a:pt x="6204" y="234"/>
                    <a:pt x="5770" y="67"/>
                    <a:pt x="5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 name="Google Shape;22;p2"/>
            <p:cNvSpPr/>
            <p:nvPr/>
          </p:nvSpPr>
          <p:spPr>
            <a:xfrm>
              <a:off x="5805975" y="2505175"/>
              <a:ext cx="332575" cy="292300"/>
            </a:xfrm>
            <a:custGeom>
              <a:avLst/>
              <a:gdLst/>
              <a:ahLst/>
              <a:cxnLst/>
              <a:rect l="l" t="t" r="r" b="b"/>
              <a:pathLst>
                <a:path w="13303" h="11692" extrusionOk="0">
                  <a:moveTo>
                    <a:pt x="2713" y="0"/>
                  </a:moveTo>
                  <a:cubicBezTo>
                    <a:pt x="2265" y="0"/>
                    <a:pt x="1833" y="141"/>
                    <a:pt x="1502" y="383"/>
                  </a:cubicBezTo>
                  <a:cubicBezTo>
                    <a:pt x="1002" y="717"/>
                    <a:pt x="635" y="1184"/>
                    <a:pt x="401" y="1617"/>
                  </a:cubicBezTo>
                  <a:cubicBezTo>
                    <a:pt x="201" y="2084"/>
                    <a:pt x="68" y="2518"/>
                    <a:pt x="34" y="2885"/>
                  </a:cubicBezTo>
                  <a:cubicBezTo>
                    <a:pt x="1" y="3052"/>
                    <a:pt x="1" y="3252"/>
                    <a:pt x="1" y="3385"/>
                  </a:cubicBezTo>
                  <a:cubicBezTo>
                    <a:pt x="34" y="3552"/>
                    <a:pt x="34" y="3686"/>
                    <a:pt x="34" y="3752"/>
                  </a:cubicBezTo>
                  <a:cubicBezTo>
                    <a:pt x="34" y="3886"/>
                    <a:pt x="68" y="3952"/>
                    <a:pt x="68" y="4019"/>
                  </a:cubicBezTo>
                  <a:lnTo>
                    <a:pt x="68" y="4086"/>
                  </a:lnTo>
                  <a:cubicBezTo>
                    <a:pt x="108" y="4193"/>
                    <a:pt x="185" y="4235"/>
                    <a:pt x="261" y="4235"/>
                  </a:cubicBezTo>
                  <a:cubicBezTo>
                    <a:pt x="376" y="4235"/>
                    <a:pt x="488" y="4139"/>
                    <a:pt x="468" y="4019"/>
                  </a:cubicBezTo>
                  <a:lnTo>
                    <a:pt x="468" y="3919"/>
                  </a:lnTo>
                  <a:cubicBezTo>
                    <a:pt x="468" y="3886"/>
                    <a:pt x="401" y="3786"/>
                    <a:pt x="401" y="3719"/>
                  </a:cubicBezTo>
                  <a:lnTo>
                    <a:pt x="401" y="3385"/>
                  </a:lnTo>
                  <a:cubicBezTo>
                    <a:pt x="401" y="3219"/>
                    <a:pt x="401" y="3085"/>
                    <a:pt x="468" y="2918"/>
                  </a:cubicBezTo>
                  <a:cubicBezTo>
                    <a:pt x="501" y="2585"/>
                    <a:pt x="635" y="2218"/>
                    <a:pt x="835" y="1851"/>
                  </a:cubicBezTo>
                  <a:cubicBezTo>
                    <a:pt x="1035" y="1451"/>
                    <a:pt x="1368" y="1050"/>
                    <a:pt x="1802" y="783"/>
                  </a:cubicBezTo>
                  <a:cubicBezTo>
                    <a:pt x="2057" y="613"/>
                    <a:pt x="2367" y="511"/>
                    <a:pt x="2678" y="511"/>
                  </a:cubicBezTo>
                  <a:cubicBezTo>
                    <a:pt x="2856" y="511"/>
                    <a:pt x="3034" y="544"/>
                    <a:pt x="3203" y="617"/>
                  </a:cubicBezTo>
                  <a:cubicBezTo>
                    <a:pt x="3337" y="617"/>
                    <a:pt x="3403" y="717"/>
                    <a:pt x="3537" y="783"/>
                  </a:cubicBezTo>
                  <a:cubicBezTo>
                    <a:pt x="3670" y="884"/>
                    <a:pt x="3704" y="950"/>
                    <a:pt x="3804" y="1050"/>
                  </a:cubicBezTo>
                  <a:cubicBezTo>
                    <a:pt x="3970" y="1217"/>
                    <a:pt x="4037" y="1451"/>
                    <a:pt x="4137" y="1751"/>
                  </a:cubicBezTo>
                  <a:cubicBezTo>
                    <a:pt x="4304" y="2285"/>
                    <a:pt x="4337" y="2952"/>
                    <a:pt x="4704" y="3585"/>
                  </a:cubicBezTo>
                  <a:lnTo>
                    <a:pt x="4804" y="3719"/>
                  </a:lnTo>
                  <a:cubicBezTo>
                    <a:pt x="4838" y="3786"/>
                    <a:pt x="4871" y="3786"/>
                    <a:pt x="4904" y="3852"/>
                  </a:cubicBezTo>
                  <a:lnTo>
                    <a:pt x="5071" y="4019"/>
                  </a:lnTo>
                  <a:cubicBezTo>
                    <a:pt x="5205" y="4119"/>
                    <a:pt x="5338" y="4219"/>
                    <a:pt x="5505" y="4286"/>
                  </a:cubicBezTo>
                  <a:cubicBezTo>
                    <a:pt x="5638" y="4419"/>
                    <a:pt x="5805" y="4453"/>
                    <a:pt x="5972" y="4519"/>
                  </a:cubicBezTo>
                  <a:cubicBezTo>
                    <a:pt x="6139" y="4553"/>
                    <a:pt x="6305" y="4586"/>
                    <a:pt x="6405" y="4586"/>
                  </a:cubicBezTo>
                  <a:cubicBezTo>
                    <a:pt x="6706" y="4586"/>
                    <a:pt x="6906" y="4620"/>
                    <a:pt x="7173" y="4720"/>
                  </a:cubicBezTo>
                  <a:cubicBezTo>
                    <a:pt x="7406" y="4786"/>
                    <a:pt x="7673" y="4886"/>
                    <a:pt x="7840" y="5053"/>
                  </a:cubicBezTo>
                  <a:cubicBezTo>
                    <a:pt x="8207" y="5387"/>
                    <a:pt x="8507" y="5887"/>
                    <a:pt x="8707" y="6421"/>
                  </a:cubicBezTo>
                  <a:cubicBezTo>
                    <a:pt x="9141" y="7522"/>
                    <a:pt x="9241" y="8823"/>
                    <a:pt x="9674" y="9890"/>
                  </a:cubicBezTo>
                  <a:cubicBezTo>
                    <a:pt x="9875" y="10424"/>
                    <a:pt x="10208" y="10924"/>
                    <a:pt x="10642" y="11258"/>
                  </a:cubicBezTo>
                  <a:cubicBezTo>
                    <a:pt x="11042" y="11591"/>
                    <a:pt x="11542" y="11691"/>
                    <a:pt x="11943" y="11691"/>
                  </a:cubicBezTo>
                  <a:cubicBezTo>
                    <a:pt x="12310" y="11691"/>
                    <a:pt x="12610" y="11591"/>
                    <a:pt x="12810" y="11558"/>
                  </a:cubicBezTo>
                  <a:cubicBezTo>
                    <a:pt x="12977" y="11524"/>
                    <a:pt x="13110" y="11491"/>
                    <a:pt x="13110" y="11491"/>
                  </a:cubicBezTo>
                  <a:cubicBezTo>
                    <a:pt x="13302" y="11409"/>
                    <a:pt x="13246" y="11191"/>
                    <a:pt x="13090" y="11191"/>
                  </a:cubicBezTo>
                  <a:cubicBezTo>
                    <a:pt x="13056" y="11191"/>
                    <a:pt x="13018" y="11201"/>
                    <a:pt x="12977" y="11224"/>
                  </a:cubicBezTo>
                  <a:cubicBezTo>
                    <a:pt x="12977" y="11224"/>
                    <a:pt x="12843" y="11258"/>
                    <a:pt x="12677" y="11324"/>
                  </a:cubicBezTo>
                  <a:cubicBezTo>
                    <a:pt x="12610" y="11324"/>
                    <a:pt x="12476" y="11358"/>
                    <a:pt x="12343" y="11358"/>
                  </a:cubicBezTo>
                  <a:lnTo>
                    <a:pt x="11876" y="11358"/>
                  </a:lnTo>
                  <a:cubicBezTo>
                    <a:pt x="11609" y="11324"/>
                    <a:pt x="11209" y="11224"/>
                    <a:pt x="10875" y="10991"/>
                  </a:cubicBezTo>
                  <a:cubicBezTo>
                    <a:pt x="10608" y="10724"/>
                    <a:pt x="10342" y="10290"/>
                    <a:pt x="10175" y="9790"/>
                  </a:cubicBezTo>
                  <a:cubicBezTo>
                    <a:pt x="9841" y="8789"/>
                    <a:pt x="9775" y="7555"/>
                    <a:pt x="9341" y="6287"/>
                  </a:cubicBezTo>
                  <a:cubicBezTo>
                    <a:pt x="9141" y="5687"/>
                    <a:pt x="8807" y="5053"/>
                    <a:pt x="8273" y="4586"/>
                  </a:cubicBezTo>
                  <a:cubicBezTo>
                    <a:pt x="8007" y="4353"/>
                    <a:pt x="7673" y="4253"/>
                    <a:pt x="7373" y="4119"/>
                  </a:cubicBezTo>
                  <a:cubicBezTo>
                    <a:pt x="7073" y="4052"/>
                    <a:pt x="6739" y="4019"/>
                    <a:pt x="6506" y="3952"/>
                  </a:cubicBezTo>
                  <a:cubicBezTo>
                    <a:pt x="6339" y="3952"/>
                    <a:pt x="6239" y="3919"/>
                    <a:pt x="6139" y="3919"/>
                  </a:cubicBezTo>
                  <a:cubicBezTo>
                    <a:pt x="6039" y="3886"/>
                    <a:pt x="5905" y="3886"/>
                    <a:pt x="5838" y="3786"/>
                  </a:cubicBezTo>
                  <a:cubicBezTo>
                    <a:pt x="5772" y="3752"/>
                    <a:pt x="5638" y="3686"/>
                    <a:pt x="5538" y="3585"/>
                  </a:cubicBezTo>
                  <a:lnTo>
                    <a:pt x="5371" y="3452"/>
                  </a:lnTo>
                  <a:lnTo>
                    <a:pt x="5338" y="3419"/>
                  </a:lnTo>
                  <a:lnTo>
                    <a:pt x="5305" y="3352"/>
                  </a:lnTo>
                  <a:cubicBezTo>
                    <a:pt x="5004" y="2918"/>
                    <a:pt x="4904" y="2285"/>
                    <a:pt x="4738" y="1684"/>
                  </a:cubicBezTo>
                  <a:cubicBezTo>
                    <a:pt x="4671" y="1351"/>
                    <a:pt x="4537" y="1017"/>
                    <a:pt x="4304" y="717"/>
                  </a:cubicBezTo>
                  <a:cubicBezTo>
                    <a:pt x="4204" y="550"/>
                    <a:pt x="4037" y="417"/>
                    <a:pt x="3870" y="350"/>
                  </a:cubicBezTo>
                  <a:cubicBezTo>
                    <a:pt x="3737" y="250"/>
                    <a:pt x="3570" y="183"/>
                    <a:pt x="3403" y="116"/>
                  </a:cubicBezTo>
                  <a:cubicBezTo>
                    <a:pt x="3177" y="37"/>
                    <a:pt x="2943" y="0"/>
                    <a:pt x="27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 name="Google Shape;23;p2"/>
            <p:cNvSpPr/>
            <p:nvPr/>
          </p:nvSpPr>
          <p:spPr>
            <a:xfrm>
              <a:off x="5218075" y="768500"/>
              <a:ext cx="30025" cy="12525"/>
            </a:xfrm>
            <a:custGeom>
              <a:avLst/>
              <a:gdLst/>
              <a:ahLst/>
              <a:cxnLst/>
              <a:rect l="l" t="t" r="r" b="b"/>
              <a:pathLst>
                <a:path w="1201" h="501" extrusionOk="0">
                  <a:moveTo>
                    <a:pt x="634" y="0"/>
                  </a:moveTo>
                  <a:cubicBezTo>
                    <a:pt x="500" y="0"/>
                    <a:pt x="334" y="0"/>
                    <a:pt x="200" y="34"/>
                  </a:cubicBezTo>
                  <a:cubicBezTo>
                    <a:pt x="100" y="100"/>
                    <a:pt x="0" y="134"/>
                    <a:pt x="0" y="134"/>
                  </a:cubicBezTo>
                  <a:lnTo>
                    <a:pt x="33" y="400"/>
                  </a:lnTo>
                  <a:cubicBezTo>
                    <a:pt x="33" y="400"/>
                    <a:pt x="133" y="400"/>
                    <a:pt x="267" y="434"/>
                  </a:cubicBezTo>
                  <a:cubicBezTo>
                    <a:pt x="367" y="467"/>
                    <a:pt x="500" y="501"/>
                    <a:pt x="600" y="501"/>
                  </a:cubicBezTo>
                  <a:lnTo>
                    <a:pt x="1101" y="501"/>
                  </a:lnTo>
                  <a:cubicBezTo>
                    <a:pt x="1134" y="501"/>
                    <a:pt x="1201" y="300"/>
                    <a:pt x="1168" y="267"/>
                  </a:cubicBezTo>
                  <a:cubicBezTo>
                    <a:pt x="1168" y="267"/>
                    <a:pt x="1134" y="200"/>
                    <a:pt x="1001" y="134"/>
                  </a:cubicBezTo>
                  <a:cubicBezTo>
                    <a:pt x="934" y="100"/>
                    <a:pt x="767" y="0"/>
                    <a:pt x="6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 name="Google Shape;24;p2"/>
            <p:cNvSpPr/>
            <p:nvPr/>
          </p:nvSpPr>
          <p:spPr>
            <a:xfrm>
              <a:off x="5224725" y="790175"/>
              <a:ext cx="30900" cy="13525"/>
            </a:xfrm>
            <a:custGeom>
              <a:avLst/>
              <a:gdLst/>
              <a:ahLst/>
              <a:cxnLst/>
              <a:rect l="l" t="t" r="r" b="b"/>
              <a:pathLst>
                <a:path w="1236" h="541" extrusionOk="0">
                  <a:moveTo>
                    <a:pt x="568" y="0"/>
                  </a:moveTo>
                  <a:cubicBezTo>
                    <a:pt x="368" y="67"/>
                    <a:pt x="1" y="234"/>
                    <a:pt x="1" y="234"/>
                  </a:cubicBezTo>
                  <a:lnTo>
                    <a:pt x="34" y="467"/>
                  </a:lnTo>
                  <a:cubicBezTo>
                    <a:pt x="34" y="467"/>
                    <a:pt x="304" y="541"/>
                    <a:pt x="549" y="541"/>
                  </a:cubicBezTo>
                  <a:cubicBezTo>
                    <a:pt x="590" y="541"/>
                    <a:pt x="630" y="539"/>
                    <a:pt x="668" y="534"/>
                  </a:cubicBezTo>
                  <a:cubicBezTo>
                    <a:pt x="868" y="467"/>
                    <a:pt x="1235" y="367"/>
                    <a:pt x="1235" y="367"/>
                  </a:cubicBezTo>
                  <a:lnTo>
                    <a:pt x="1235" y="101"/>
                  </a:lnTo>
                  <a:cubicBezTo>
                    <a:pt x="1235" y="101"/>
                    <a:pt x="835" y="0"/>
                    <a:pt x="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 name="Google Shape;25;p2"/>
            <p:cNvSpPr/>
            <p:nvPr/>
          </p:nvSpPr>
          <p:spPr>
            <a:xfrm>
              <a:off x="5234750" y="817700"/>
              <a:ext cx="31700" cy="16200"/>
            </a:xfrm>
            <a:custGeom>
              <a:avLst/>
              <a:gdLst/>
              <a:ahLst/>
              <a:cxnLst/>
              <a:rect l="l" t="t" r="r" b="b"/>
              <a:pathLst>
                <a:path w="1268" h="648" extrusionOk="0">
                  <a:moveTo>
                    <a:pt x="1134" y="0"/>
                  </a:moveTo>
                  <a:cubicBezTo>
                    <a:pt x="1134" y="0"/>
                    <a:pt x="1034" y="0"/>
                    <a:pt x="934" y="34"/>
                  </a:cubicBezTo>
                  <a:cubicBezTo>
                    <a:pt x="801" y="100"/>
                    <a:pt x="634" y="100"/>
                    <a:pt x="534" y="134"/>
                  </a:cubicBezTo>
                  <a:cubicBezTo>
                    <a:pt x="467" y="167"/>
                    <a:pt x="334" y="267"/>
                    <a:pt x="200" y="300"/>
                  </a:cubicBezTo>
                  <a:cubicBezTo>
                    <a:pt x="100" y="334"/>
                    <a:pt x="0" y="367"/>
                    <a:pt x="0" y="367"/>
                  </a:cubicBezTo>
                  <a:lnTo>
                    <a:pt x="34" y="634"/>
                  </a:lnTo>
                  <a:lnTo>
                    <a:pt x="300" y="634"/>
                  </a:lnTo>
                  <a:cubicBezTo>
                    <a:pt x="340" y="644"/>
                    <a:pt x="381" y="648"/>
                    <a:pt x="424" y="648"/>
                  </a:cubicBezTo>
                  <a:cubicBezTo>
                    <a:pt x="526" y="648"/>
                    <a:pt x="630" y="624"/>
                    <a:pt x="701" y="601"/>
                  </a:cubicBezTo>
                  <a:cubicBezTo>
                    <a:pt x="834" y="534"/>
                    <a:pt x="1001" y="467"/>
                    <a:pt x="1101" y="367"/>
                  </a:cubicBezTo>
                  <a:lnTo>
                    <a:pt x="1268" y="200"/>
                  </a:lnTo>
                  <a:lnTo>
                    <a:pt x="11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 name="Google Shape;26;p2"/>
            <p:cNvSpPr/>
            <p:nvPr/>
          </p:nvSpPr>
          <p:spPr>
            <a:xfrm>
              <a:off x="5248075" y="835200"/>
              <a:ext cx="37550" cy="23375"/>
            </a:xfrm>
            <a:custGeom>
              <a:avLst/>
              <a:gdLst/>
              <a:ahLst/>
              <a:cxnLst/>
              <a:rect l="l" t="t" r="r" b="b"/>
              <a:pathLst>
                <a:path w="1502" h="935" extrusionOk="0">
                  <a:moveTo>
                    <a:pt x="1435" y="1"/>
                  </a:moveTo>
                  <a:cubicBezTo>
                    <a:pt x="1435" y="1"/>
                    <a:pt x="968" y="134"/>
                    <a:pt x="668" y="268"/>
                  </a:cubicBezTo>
                  <a:cubicBezTo>
                    <a:pt x="435" y="434"/>
                    <a:pt x="68" y="735"/>
                    <a:pt x="68" y="735"/>
                  </a:cubicBezTo>
                  <a:cubicBezTo>
                    <a:pt x="1" y="735"/>
                    <a:pt x="134" y="935"/>
                    <a:pt x="134" y="935"/>
                  </a:cubicBezTo>
                  <a:cubicBezTo>
                    <a:pt x="134" y="935"/>
                    <a:pt x="601" y="801"/>
                    <a:pt x="902" y="668"/>
                  </a:cubicBezTo>
                  <a:cubicBezTo>
                    <a:pt x="1135" y="501"/>
                    <a:pt x="1502" y="234"/>
                    <a:pt x="1502" y="234"/>
                  </a:cubicBezTo>
                  <a:cubicBezTo>
                    <a:pt x="1502" y="168"/>
                    <a:pt x="1435" y="1"/>
                    <a:pt x="14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 name="Google Shape;27;p2"/>
            <p:cNvSpPr/>
            <p:nvPr/>
          </p:nvSpPr>
          <p:spPr>
            <a:xfrm>
              <a:off x="5268925" y="866900"/>
              <a:ext cx="18375" cy="13375"/>
            </a:xfrm>
            <a:custGeom>
              <a:avLst/>
              <a:gdLst/>
              <a:ahLst/>
              <a:cxnLst/>
              <a:rect l="l" t="t" r="r" b="b"/>
              <a:pathLst>
                <a:path w="735" h="535" extrusionOk="0">
                  <a:moveTo>
                    <a:pt x="601" y="0"/>
                  </a:moveTo>
                  <a:cubicBezTo>
                    <a:pt x="601" y="0"/>
                    <a:pt x="368" y="0"/>
                    <a:pt x="268" y="67"/>
                  </a:cubicBezTo>
                  <a:cubicBezTo>
                    <a:pt x="168" y="67"/>
                    <a:pt x="134" y="167"/>
                    <a:pt x="101" y="200"/>
                  </a:cubicBezTo>
                  <a:lnTo>
                    <a:pt x="1" y="301"/>
                  </a:lnTo>
                  <a:cubicBezTo>
                    <a:pt x="1" y="334"/>
                    <a:pt x="101" y="534"/>
                    <a:pt x="101" y="534"/>
                  </a:cubicBezTo>
                  <a:lnTo>
                    <a:pt x="201" y="534"/>
                  </a:lnTo>
                  <a:cubicBezTo>
                    <a:pt x="301" y="534"/>
                    <a:pt x="401" y="534"/>
                    <a:pt x="468" y="501"/>
                  </a:cubicBezTo>
                  <a:cubicBezTo>
                    <a:pt x="601" y="401"/>
                    <a:pt x="735" y="200"/>
                    <a:pt x="735" y="200"/>
                  </a:cubicBezTo>
                  <a:cubicBezTo>
                    <a:pt x="735" y="167"/>
                    <a:pt x="601"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 name="Google Shape;28;p2"/>
            <p:cNvSpPr/>
            <p:nvPr/>
          </p:nvSpPr>
          <p:spPr>
            <a:xfrm>
              <a:off x="5409025" y="870700"/>
              <a:ext cx="33400" cy="14575"/>
            </a:xfrm>
            <a:custGeom>
              <a:avLst/>
              <a:gdLst/>
              <a:ahLst/>
              <a:cxnLst/>
              <a:rect l="l" t="t" r="r" b="b"/>
              <a:pathLst>
                <a:path w="1336" h="583" extrusionOk="0">
                  <a:moveTo>
                    <a:pt x="934" y="0"/>
                  </a:moveTo>
                  <a:cubicBezTo>
                    <a:pt x="827" y="0"/>
                    <a:pt x="701" y="15"/>
                    <a:pt x="635" y="15"/>
                  </a:cubicBezTo>
                  <a:cubicBezTo>
                    <a:pt x="501" y="48"/>
                    <a:pt x="334" y="149"/>
                    <a:pt x="201" y="215"/>
                  </a:cubicBezTo>
                  <a:cubicBezTo>
                    <a:pt x="68" y="315"/>
                    <a:pt x="1" y="382"/>
                    <a:pt x="1" y="382"/>
                  </a:cubicBezTo>
                  <a:lnTo>
                    <a:pt x="134" y="582"/>
                  </a:lnTo>
                  <a:cubicBezTo>
                    <a:pt x="134" y="582"/>
                    <a:pt x="201" y="582"/>
                    <a:pt x="334" y="549"/>
                  </a:cubicBezTo>
                  <a:cubicBezTo>
                    <a:pt x="468" y="515"/>
                    <a:pt x="568" y="515"/>
                    <a:pt x="701" y="482"/>
                  </a:cubicBezTo>
                  <a:cubicBezTo>
                    <a:pt x="835" y="482"/>
                    <a:pt x="968" y="382"/>
                    <a:pt x="1068" y="382"/>
                  </a:cubicBezTo>
                  <a:cubicBezTo>
                    <a:pt x="1202" y="382"/>
                    <a:pt x="1302" y="349"/>
                    <a:pt x="1302" y="349"/>
                  </a:cubicBezTo>
                  <a:cubicBezTo>
                    <a:pt x="1302" y="315"/>
                    <a:pt x="1335" y="82"/>
                    <a:pt x="1335" y="82"/>
                  </a:cubicBezTo>
                  <a:lnTo>
                    <a:pt x="1068" y="15"/>
                  </a:lnTo>
                  <a:cubicBezTo>
                    <a:pt x="1035" y="4"/>
                    <a:pt x="987" y="0"/>
                    <a:pt x="9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 name="Google Shape;29;p2"/>
            <p:cNvSpPr/>
            <p:nvPr/>
          </p:nvSpPr>
          <p:spPr>
            <a:xfrm>
              <a:off x="5404875" y="901925"/>
              <a:ext cx="37550" cy="15025"/>
            </a:xfrm>
            <a:custGeom>
              <a:avLst/>
              <a:gdLst/>
              <a:ahLst/>
              <a:cxnLst/>
              <a:rect l="l" t="t" r="r" b="b"/>
              <a:pathLst>
                <a:path w="1502" h="601" extrusionOk="0">
                  <a:moveTo>
                    <a:pt x="1401" y="0"/>
                  </a:moveTo>
                  <a:cubicBezTo>
                    <a:pt x="1401" y="0"/>
                    <a:pt x="967" y="0"/>
                    <a:pt x="667" y="100"/>
                  </a:cubicBezTo>
                  <a:cubicBezTo>
                    <a:pt x="400" y="134"/>
                    <a:pt x="0" y="334"/>
                    <a:pt x="0" y="334"/>
                  </a:cubicBezTo>
                  <a:lnTo>
                    <a:pt x="33" y="601"/>
                  </a:lnTo>
                  <a:cubicBezTo>
                    <a:pt x="33" y="601"/>
                    <a:pt x="500" y="601"/>
                    <a:pt x="801" y="567"/>
                  </a:cubicBezTo>
                  <a:cubicBezTo>
                    <a:pt x="1067" y="501"/>
                    <a:pt x="1501" y="267"/>
                    <a:pt x="1501" y="267"/>
                  </a:cubicBezTo>
                  <a:cubicBezTo>
                    <a:pt x="1501" y="234"/>
                    <a:pt x="1468" y="67"/>
                    <a:pt x="14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 name="Google Shape;30;p2"/>
            <p:cNvSpPr/>
            <p:nvPr/>
          </p:nvSpPr>
          <p:spPr>
            <a:xfrm>
              <a:off x="5414875" y="933250"/>
              <a:ext cx="27550" cy="12425"/>
            </a:xfrm>
            <a:custGeom>
              <a:avLst/>
              <a:gdLst/>
              <a:ahLst/>
              <a:cxnLst/>
              <a:rect l="l" t="t" r="r" b="b"/>
              <a:pathLst>
                <a:path w="1102" h="497" extrusionOk="0">
                  <a:moveTo>
                    <a:pt x="728" y="0"/>
                  </a:moveTo>
                  <a:cubicBezTo>
                    <a:pt x="649" y="0"/>
                    <a:pt x="567" y="4"/>
                    <a:pt x="501" y="15"/>
                  </a:cubicBezTo>
                  <a:cubicBezTo>
                    <a:pt x="301" y="48"/>
                    <a:pt x="0" y="215"/>
                    <a:pt x="0" y="215"/>
                  </a:cubicBezTo>
                  <a:lnTo>
                    <a:pt x="67" y="482"/>
                  </a:lnTo>
                  <a:cubicBezTo>
                    <a:pt x="67" y="482"/>
                    <a:pt x="215" y="497"/>
                    <a:pt x="373" y="497"/>
                  </a:cubicBezTo>
                  <a:cubicBezTo>
                    <a:pt x="453" y="497"/>
                    <a:pt x="534" y="493"/>
                    <a:pt x="601" y="482"/>
                  </a:cubicBezTo>
                  <a:cubicBezTo>
                    <a:pt x="801" y="415"/>
                    <a:pt x="1101" y="248"/>
                    <a:pt x="1101" y="248"/>
                  </a:cubicBezTo>
                  <a:cubicBezTo>
                    <a:pt x="1101" y="248"/>
                    <a:pt x="1068" y="48"/>
                    <a:pt x="1034" y="15"/>
                  </a:cubicBezTo>
                  <a:cubicBezTo>
                    <a:pt x="1034" y="15"/>
                    <a:pt x="886"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 name="Google Shape;31;p2"/>
            <p:cNvSpPr/>
            <p:nvPr/>
          </p:nvSpPr>
          <p:spPr>
            <a:xfrm>
              <a:off x="5422375" y="957800"/>
              <a:ext cx="21700" cy="14200"/>
            </a:xfrm>
            <a:custGeom>
              <a:avLst/>
              <a:gdLst/>
              <a:ahLst/>
              <a:cxnLst/>
              <a:rect l="l" t="t" r="r" b="b"/>
              <a:pathLst>
                <a:path w="868" h="568" extrusionOk="0">
                  <a:moveTo>
                    <a:pt x="768" y="0"/>
                  </a:moveTo>
                  <a:cubicBezTo>
                    <a:pt x="768" y="0"/>
                    <a:pt x="468" y="34"/>
                    <a:pt x="334" y="67"/>
                  </a:cubicBezTo>
                  <a:cubicBezTo>
                    <a:pt x="201" y="167"/>
                    <a:pt x="1" y="267"/>
                    <a:pt x="1" y="267"/>
                  </a:cubicBezTo>
                  <a:lnTo>
                    <a:pt x="1" y="534"/>
                  </a:lnTo>
                  <a:cubicBezTo>
                    <a:pt x="1" y="534"/>
                    <a:pt x="34" y="567"/>
                    <a:pt x="167" y="567"/>
                  </a:cubicBezTo>
                  <a:cubicBezTo>
                    <a:pt x="301" y="567"/>
                    <a:pt x="434" y="567"/>
                    <a:pt x="501" y="534"/>
                  </a:cubicBezTo>
                  <a:cubicBezTo>
                    <a:pt x="668" y="434"/>
                    <a:pt x="868" y="234"/>
                    <a:pt x="868" y="234"/>
                  </a:cubicBezTo>
                  <a:cubicBezTo>
                    <a:pt x="868" y="234"/>
                    <a:pt x="801" y="34"/>
                    <a:pt x="7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 name="Google Shape;32;p2"/>
            <p:cNvSpPr/>
            <p:nvPr/>
          </p:nvSpPr>
          <p:spPr>
            <a:xfrm>
              <a:off x="5427375" y="981150"/>
              <a:ext cx="26725" cy="25025"/>
            </a:xfrm>
            <a:custGeom>
              <a:avLst/>
              <a:gdLst/>
              <a:ahLst/>
              <a:cxnLst/>
              <a:rect l="l" t="t" r="r" b="b"/>
              <a:pathLst>
                <a:path w="1069" h="1001" extrusionOk="0">
                  <a:moveTo>
                    <a:pt x="935" y="0"/>
                  </a:moveTo>
                  <a:cubicBezTo>
                    <a:pt x="935" y="0"/>
                    <a:pt x="835" y="67"/>
                    <a:pt x="735" y="100"/>
                  </a:cubicBezTo>
                  <a:cubicBezTo>
                    <a:pt x="601" y="134"/>
                    <a:pt x="434" y="234"/>
                    <a:pt x="334" y="300"/>
                  </a:cubicBezTo>
                  <a:cubicBezTo>
                    <a:pt x="268" y="434"/>
                    <a:pt x="134" y="567"/>
                    <a:pt x="101" y="667"/>
                  </a:cubicBezTo>
                  <a:cubicBezTo>
                    <a:pt x="67" y="801"/>
                    <a:pt x="1" y="901"/>
                    <a:pt x="1" y="901"/>
                  </a:cubicBezTo>
                  <a:lnTo>
                    <a:pt x="234" y="1001"/>
                  </a:lnTo>
                  <a:cubicBezTo>
                    <a:pt x="234" y="1001"/>
                    <a:pt x="301" y="968"/>
                    <a:pt x="401" y="901"/>
                  </a:cubicBezTo>
                  <a:cubicBezTo>
                    <a:pt x="468" y="801"/>
                    <a:pt x="601" y="767"/>
                    <a:pt x="668" y="667"/>
                  </a:cubicBezTo>
                  <a:cubicBezTo>
                    <a:pt x="768" y="634"/>
                    <a:pt x="835" y="501"/>
                    <a:pt x="935" y="434"/>
                  </a:cubicBezTo>
                  <a:cubicBezTo>
                    <a:pt x="968" y="334"/>
                    <a:pt x="1068" y="267"/>
                    <a:pt x="1068" y="267"/>
                  </a:cubicBezTo>
                  <a:cubicBezTo>
                    <a:pt x="1068" y="267"/>
                    <a:pt x="935" y="10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 name="Google Shape;33;p2"/>
            <p:cNvSpPr/>
            <p:nvPr/>
          </p:nvSpPr>
          <p:spPr>
            <a:xfrm>
              <a:off x="5449900" y="1017000"/>
              <a:ext cx="14200" cy="12900"/>
            </a:xfrm>
            <a:custGeom>
              <a:avLst/>
              <a:gdLst/>
              <a:ahLst/>
              <a:cxnLst/>
              <a:rect l="l" t="t" r="r" b="b"/>
              <a:pathLst>
                <a:path w="568" h="516" extrusionOk="0">
                  <a:moveTo>
                    <a:pt x="367" y="1"/>
                  </a:moveTo>
                  <a:cubicBezTo>
                    <a:pt x="367" y="34"/>
                    <a:pt x="200" y="34"/>
                    <a:pt x="134" y="34"/>
                  </a:cubicBezTo>
                  <a:lnTo>
                    <a:pt x="0" y="201"/>
                  </a:lnTo>
                  <a:lnTo>
                    <a:pt x="0" y="468"/>
                  </a:lnTo>
                  <a:cubicBezTo>
                    <a:pt x="0" y="468"/>
                    <a:pt x="34" y="468"/>
                    <a:pt x="100" y="501"/>
                  </a:cubicBezTo>
                  <a:cubicBezTo>
                    <a:pt x="134" y="512"/>
                    <a:pt x="163" y="516"/>
                    <a:pt x="192" y="516"/>
                  </a:cubicBezTo>
                  <a:cubicBezTo>
                    <a:pt x="249" y="516"/>
                    <a:pt x="301" y="501"/>
                    <a:pt x="367" y="501"/>
                  </a:cubicBezTo>
                  <a:cubicBezTo>
                    <a:pt x="434" y="468"/>
                    <a:pt x="467" y="401"/>
                    <a:pt x="534" y="334"/>
                  </a:cubicBezTo>
                  <a:cubicBezTo>
                    <a:pt x="567" y="234"/>
                    <a:pt x="567" y="201"/>
                    <a:pt x="567" y="201"/>
                  </a:cubicBezTo>
                  <a:cubicBezTo>
                    <a:pt x="567" y="201"/>
                    <a:pt x="434" y="34"/>
                    <a:pt x="3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 name="Google Shape;34;p2"/>
            <p:cNvSpPr/>
            <p:nvPr/>
          </p:nvSpPr>
          <p:spPr>
            <a:xfrm>
              <a:off x="5635850" y="717625"/>
              <a:ext cx="20875" cy="12525"/>
            </a:xfrm>
            <a:custGeom>
              <a:avLst/>
              <a:gdLst/>
              <a:ahLst/>
              <a:cxnLst/>
              <a:rect l="l" t="t" r="r" b="b"/>
              <a:pathLst>
                <a:path w="835" h="501" extrusionOk="0">
                  <a:moveTo>
                    <a:pt x="468" y="0"/>
                  </a:moveTo>
                  <a:cubicBezTo>
                    <a:pt x="301" y="0"/>
                    <a:pt x="68" y="34"/>
                    <a:pt x="68" y="34"/>
                  </a:cubicBezTo>
                  <a:lnTo>
                    <a:pt x="1" y="301"/>
                  </a:lnTo>
                  <a:cubicBezTo>
                    <a:pt x="1" y="301"/>
                    <a:pt x="234" y="467"/>
                    <a:pt x="401" y="501"/>
                  </a:cubicBezTo>
                  <a:cubicBezTo>
                    <a:pt x="568" y="501"/>
                    <a:pt x="835" y="434"/>
                    <a:pt x="835" y="434"/>
                  </a:cubicBezTo>
                  <a:lnTo>
                    <a:pt x="835" y="167"/>
                  </a:lnTo>
                  <a:cubicBezTo>
                    <a:pt x="835" y="167"/>
                    <a:pt x="601" y="0"/>
                    <a:pt x="4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 name="Google Shape;35;p2"/>
            <p:cNvSpPr/>
            <p:nvPr/>
          </p:nvSpPr>
          <p:spPr>
            <a:xfrm>
              <a:off x="5637525" y="740975"/>
              <a:ext cx="25050" cy="12525"/>
            </a:xfrm>
            <a:custGeom>
              <a:avLst/>
              <a:gdLst/>
              <a:ahLst/>
              <a:cxnLst/>
              <a:rect l="l" t="t" r="r" b="b"/>
              <a:pathLst>
                <a:path w="1002" h="501" extrusionOk="0">
                  <a:moveTo>
                    <a:pt x="501" y="0"/>
                  </a:moveTo>
                  <a:cubicBezTo>
                    <a:pt x="268" y="0"/>
                    <a:pt x="1" y="100"/>
                    <a:pt x="1" y="100"/>
                  </a:cubicBezTo>
                  <a:lnTo>
                    <a:pt x="1" y="367"/>
                  </a:lnTo>
                  <a:cubicBezTo>
                    <a:pt x="1" y="367"/>
                    <a:pt x="268" y="501"/>
                    <a:pt x="501" y="501"/>
                  </a:cubicBezTo>
                  <a:cubicBezTo>
                    <a:pt x="701" y="501"/>
                    <a:pt x="1001" y="367"/>
                    <a:pt x="1001" y="367"/>
                  </a:cubicBezTo>
                  <a:lnTo>
                    <a:pt x="1001" y="100"/>
                  </a:lnTo>
                  <a:cubicBezTo>
                    <a:pt x="1001" y="100"/>
                    <a:pt x="701" y="0"/>
                    <a:pt x="5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 name="Google Shape;36;p2"/>
            <p:cNvSpPr/>
            <p:nvPr/>
          </p:nvSpPr>
          <p:spPr>
            <a:xfrm>
              <a:off x="5639200" y="763500"/>
              <a:ext cx="34225" cy="13350"/>
            </a:xfrm>
            <a:custGeom>
              <a:avLst/>
              <a:gdLst/>
              <a:ahLst/>
              <a:cxnLst/>
              <a:rect l="l" t="t" r="r" b="b"/>
              <a:pathLst>
                <a:path w="1369" h="534" extrusionOk="0">
                  <a:moveTo>
                    <a:pt x="1335" y="0"/>
                  </a:moveTo>
                  <a:cubicBezTo>
                    <a:pt x="1334" y="0"/>
                    <a:pt x="934" y="0"/>
                    <a:pt x="668" y="33"/>
                  </a:cubicBezTo>
                  <a:cubicBezTo>
                    <a:pt x="434" y="100"/>
                    <a:pt x="0" y="200"/>
                    <a:pt x="0" y="200"/>
                  </a:cubicBezTo>
                  <a:lnTo>
                    <a:pt x="0" y="467"/>
                  </a:lnTo>
                  <a:cubicBezTo>
                    <a:pt x="0" y="467"/>
                    <a:pt x="434" y="534"/>
                    <a:pt x="701" y="534"/>
                  </a:cubicBezTo>
                  <a:cubicBezTo>
                    <a:pt x="1001" y="467"/>
                    <a:pt x="1368" y="267"/>
                    <a:pt x="1368" y="267"/>
                  </a:cubicBezTo>
                  <a:cubicBezTo>
                    <a:pt x="1368" y="200"/>
                    <a:pt x="1301" y="0"/>
                    <a:pt x="13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 name="Google Shape;37;p2"/>
            <p:cNvSpPr/>
            <p:nvPr/>
          </p:nvSpPr>
          <p:spPr>
            <a:xfrm>
              <a:off x="5650875" y="790175"/>
              <a:ext cx="30050" cy="14325"/>
            </a:xfrm>
            <a:custGeom>
              <a:avLst/>
              <a:gdLst/>
              <a:ahLst/>
              <a:cxnLst/>
              <a:rect l="l" t="t" r="r" b="b"/>
              <a:pathLst>
                <a:path w="1202" h="573" extrusionOk="0">
                  <a:moveTo>
                    <a:pt x="901" y="0"/>
                  </a:moveTo>
                  <a:cubicBezTo>
                    <a:pt x="851" y="34"/>
                    <a:pt x="784" y="34"/>
                    <a:pt x="718" y="34"/>
                  </a:cubicBezTo>
                  <a:cubicBezTo>
                    <a:pt x="651" y="34"/>
                    <a:pt x="584" y="34"/>
                    <a:pt x="534" y="67"/>
                  </a:cubicBezTo>
                  <a:cubicBezTo>
                    <a:pt x="334" y="101"/>
                    <a:pt x="0" y="234"/>
                    <a:pt x="0" y="234"/>
                  </a:cubicBezTo>
                  <a:lnTo>
                    <a:pt x="0" y="467"/>
                  </a:lnTo>
                  <a:cubicBezTo>
                    <a:pt x="0" y="467"/>
                    <a:pt x="290" y="573"/>
                    <a:pt x="542" y="573"/>
                  </a:cubicBezTo>
                  <a:cubicBezTo>
                    <a:pt x="574" y="573"/>
                    <a:pt x="605" y="571"/>
                    <a:pt x="634" y="568"/>
                  </a:cubicBezTo>
                  <a:cubicBezTo>
                    <a:pt x="734" y="534"/>
                    <a:pt x="868" y="467"/>
                    <a:pt x="1001" y="401"/>
                  </a:cubicBezTo>
                  <a:cubicBezTo>
                    <a:pt x="1135" y="301"/>
                    <a:pt x="1201" y="267"/>
                    <a:pt x="1201" y="267"/>
                  </a:cubicBezTo>
                  <a:cubicBezTo>
                    <a:pt x="1201" y="267"/>
                    <a:pt x="1135" y="67"/>
                    <a:pt x="11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 name="Google Shape;38;p2"/>
            <p:cNvSpPr/>
            <p:nvPr/>
          </p:nvSpPr>
          <p:spPr>
            <a:xfrm>
              <a:off x="5675050" y="810025"/>
              <a:ext cx="22550" cy="12700"/>
            </a:xfrm>
            <a:custGeom>
              <a:avLst/>
              <a:gdLst/>
              <a:ahLst/>
              <a:cxnLst/>
              <a:rect l="l" t="t" r="r" b="b"/>
              <a:pathLst>
                <a:path w="902" h="508" extrusionOk="0">
                  <a:moveTo>
                    <a:pt x="479" y="0"/>
                  </a:moveTo>
                  <a:cubicBezTo>
                    <a:pt x="451" y="0"/>
                    <a:pt x="425" y="2"/>
                    <a:pt x="401" y="7"/>
                  </a:cubicBezTo>
                  <a:cubicBezTo>
                    <a:pt x="234" y="74"/>
                    <a:pt x="1" y="174"/>
                    <a:pt x="1" y="174"/>
                  </a:cubicBezTo>
                  <a:lnTo>
                    <a:pt x="1" y="441"/>
                  </a:lnTo>
                  <a:cubicBezTo>
                    <a:pt x="1" y="441"/>
                    <a:pt x="268" y="507"/>
                    <a:pt x="501" y="507"/>
                  </a:cubicBezTo>
                  <a:cubicBezTo>
                    <a:pt x="635" y="474"/>
                    <a:pt x="901" y="307"/>
                    <a:pt x="901" y="307"/>
                  </a:cubicBezTo>
                  <a:cubicBezTo>
                    <a:pt x="901" y="307"/>
                    <a:pt x="868" y="107"/>
                    <a:pt x="868" y="74"/>
                  </a:cubicBezTo>
                  <a:cubicBezTo>
                    <a:pt x="868" y="74"/>
                    <a:pt x="648" y="0"/>
                    <a:pt x="4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 name="Google Shape;39;p2"/>
            <p:cNvSpPr/>
            <p:nvPr/>
          </p:nvSpPr>
          <p:spPr>
            <a:xfrm>
              <a:off x="5796800" y="842500"/>
              <a:ext cx="22550" cy="14125"/>
            </a:xfrm>
            <a:custGeom>
              <a:avLst/>
              <a:gdLst/>
              <a:ahLst/>
              <a:cxnLst/>
              <a:rect l="l" t="t" r="r" b="b"/>
              <a:pathLst>
                <a:path w="902" h="565" extrusionOk="0">
                  <a:moveTo>
                    <a:pt x="205" y="1"/>
                  </a:moveTo>
                  <a:cubicBezTo>
                    <a:pt x="109" y="1"/>
                    <a:pt x="34" y="9"/>
                    <a:pt x="34" y="9"/>
                  </a:cubicBezTo>
                  <a:lnTo>
                    <a:pt x="1" y="242"/>
                  </a:lnTo>
                  <a:cubicBezTo>
                    <a:pt x="1" y="242"/>
                    <a:pt x="201" y="476"/>
                    <a:pt x="368" y="509"/>
                  </a:cubicBezTo>
                  <a:cubicBezTo>
                    <a:pt x="439" y="552"/>
                    <a:pt x="535" y="564"/>
                    <a:pt x="622" y="564"/>
                  </a:cubicBezTo>
                  <a:cubicBezTo>
                    <a:pt x="737" y="564"/>
                    <a:pt x="835" y="543"/>
                    <a:pt x="835" y="543"/>
                  </a:cubicBezTo>
                  <a:cubicBezTo>
                    <a:pt x="835" y="543"/>
                    <a:pt x="902" y="343"/>
                    <a:pt x="868" y="309"/>
                  </a:cubicBezTo>
                  <a:cubicBezTo>
                    <a:pt x="868" y="309"/>
                    <a:pt x="668" y="109"/>
                    <a:pt x="501" y="42"/>
                  </a:cubicBezTo>
                  <a:cubicBezTo>
                    <a:pt x="418" y="9"/>
                    <a:pt x="301" y="1"/>
                    <a:pt x="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 name="Google Shape;40;p2"/>
            <p:cNvSpPr/>
            <p:nvPr/>
          </p:nvSpPr>
          <p:spPr>
            <a:xfrm>
              <a:off x="5793475" y="872725"/>
              <a:ext cx="29200" cy="12550"/>
            </a:xfrm>
            <a:custGeom>
              <a:avLst/>
              <a:gdLst/>
              <a:ahLst/>
              <a:cxnLst/>
              <a:rect l="l" t="t" r="r" b="b"/>
              <a:pathLst>
                <a:path w="1168" h="502" extrusionOk="0">
                  <a:moveTo>
                    <a:pt x="101" y="1"/>
                  </a:moveTo>
                  <a:cubicBezTo>
                    <a:pt x="101" y="68"/>
                    <a:pt x="0" y="268"/>
                    <a:pt x="0" y="268"/>
                  </a:cubicBezTo>
                  <a:cubicBezTo>
                    <a:pt x="0" y="268"/>
                    <a:pt x="34" y="301"/>
                    <a:pt x="167" y="401"/>
                  </a:cubicBezTo>
                  <a:lnTo>
                    <a:pt x="534" y="501"/>
                  </a:lnTo>
                  <a:cubicBezTo>
                    <a:pt x="668" y="501"/>
                    <a:pt x="834" y="501"/>
                    <a:pt x="968" y="468"/>
                  </a:cubicBezTo>
                  <a:cubicBezTo>
                    <a:pt x="1101" y="434"/>
                    <a:pt x="1168" y="401"/>
                    <a:pt x="1168" y="401"/>
                  </a:cubicBezTo>
                  <a:cubicBezTo>
                    <a:pt x="1168" y="401"/>
                    <a:pt x="1135" y="168"/>
                    <a:pt x="1135" y="134"/>
                  </a:cubicBezTo>
                  <a:cubicBezTo>
                    <a:pt x="1135" y="134"/>
                    <a:pt x="1035" y="134"/>
                    <a:pt x="968" y="101"/>
                  </a:cubicBezTo>
                  <a:cubicBezTo>
                    <a:pt x="834" y="68"/>
                    <a:pt x="701" y="1"/>
                    <a:pt x="6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 name="Google Shape;41;p2"/>
            <p:cNvSpPr/>
            <p:nvPr/>
          </p:nvSpPr>
          <p:spPr>
            <a:xfrm>
              <a:off x="5798475" y="903600"/>
              <a:ext cx="27550" cy="12525"/>
            </a:xfrm>
            <a:custGeom>
              <a:avLst/>
              <a:gdLst/>
              <a:ahLst/>
              <a:cxnLst/>
              <a:rect l="l" t="t" r="r" b="b"/>
              <a:pathLst>
                <a:path w="1102" h="501" extrusionOk="0">
                  <a:moveTo>
                    <a:pt x="501" y="0"/>
                  </a:moveTo>
                  <a:cubicBezTo>
                    <a:pt x="301" y="0"/>
                    <a:pt x="1" y="100"/>
                    <a:pt x="1" y="100"/>
                  </a:cubicBezTo>
                  <a:lnTo>
                    <a:pt x="1" y="367"/>
                  </a:lnTo>
                  <a:cubicBezTo>
                    <a:pt x="1" y="367"/>
                    <a:pt x="334" y="500"/>
                    <a:pt x="568" y="500"/>
                  </a:cubicBezTo>
                  <a:cubicBezTo>
                    <a:pt x="801" y="500"/>
                    <a:pt x="1101" y="300"/>
                    <a:pt x="1101" y="300"/>
                  </a:cubicBezTo>
                  <a:cubicBezTo>
                    <a:pt x="1101" y="300"/>
                    <a:pt x="1068" y="100"/>
                    <a:pt x="1001" y="33"/>
                  </a:cubicBezTo>
                  <a:cubicBezTo>
                    <a:pt x="1001" y="33"/>
                    <a:pt x="668" y="0"/>
                    <a:pt x="5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 name="Google Shape;42;p2"/>
            <p:cNvSpPr/>
            <p:nvPr/>
          </p:nvSpPr>
          <p:spPr>
            <a:xfrm>
              <a:off x="5812650" y="937775"/>
              <a:ext cx="26725" cy="12550"/>
            </a:xfrm>
            <a:custGeom>
              <a:avLst/>
              <a:gdLst/>
              <a:ahLst/>
              <a:cxnLst/>
              <a:rect l="l" t="t" r="r" b="b"/>
              <a:pathLst>
                <a:path w="1069" h="502" extrusionOk="0">
                  <a:moveTo>
                    <a:pt x="534" y="1"/>
                  </a:moveTo>
                  <a:cubicBezTo>
                    <a:pt x="334" y="1"/>
                    <a:pt x="1" y="134"/>
                    <a:pt x="1" y="134"/>
                  </a:cubicBezTo>
                  <a:lnTo>
                    <a:pt x="1" y="368"/>
                  </a:lnTo>
                  <a:cubicBezTo>
                    <a:pt x="1" y="368"/>
                    <a:pt x="334" y="501"/>
                    <a:pt x="534" y="501"/>
                  </a:cubicBezTo>
                  <a:cubicBezTo>
                    <a:pt x="735" y="501"/>
                    <a:pt x="1068" y="368"/>
                    <a:pt x="1068" y="368"/>
                  </a:cubicBezTo>
                  <a:lnTo>
                    <a:pt x="1068" y="134"/>
                  </a:lnTo>
                  <a:cubicBezTo>
                    <a:pt x="1068" y="134"/>
                    <a:pt x="735" y="1"/>
                    <a:pt x="5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 name="Google Shape;43;p2"/>
            <p:cNvSpPr/>
            <p:nvPr/>
          </p:nvSpPr>
          <p:spPr>
            <a:xfrm>
              <a:off x="5556000" y="1191550"/>
              <a:ext cx="491025" cy="268300"/>
            </a:xfrm>
            <a:custGeom>
              <a:avLst/>
              <a:gdLst/>
              <a:ahLst/>
              <a:cxnLst/>
              <a:rect l="l" t="t" r="r" b="b"/>
              <a:pathLst>
                <a:path w="19641" h="10732" extrusionOk="0">
                  <a:moveTo>
                    <a:pt x="3739" y="0"/>
                  </a:moveTo>
                  <a:cubicBezTo>
                    <a:pt x="3498" y="0"/>
                    <a:pt x="3258" y="30"/>
                    <a:pt x="3028" y="90"/>
                  </a:cubicBezTo>
                  <a:cubicBezTo>
                    <a:pt x="2828" y="190"/>
                    <a:pt x="2661" y="224"/>
                    <a:pt x="2494" y="324"/>
                  </a:cubicBezTo>
                  <a:cubicBezTo>
                    <a:pt x="2328" y="391"/>
                    <a:pt x="2161" y="491"/>
                    <a:pt x="2027" y="591"/>
                  </a:cubicBezTo>
                  <a:cubicBezTo>
                    <a:pt x="1761" y="824"/>
                    <a:pt x="1527" y="1091"/>
                    <a:pt x="1427" y="1391"/>
                  </a:cubicBezTo>
                  <a:cubicBezTo>
                    <a:pt x="1127" y="1992"/>
                    <a:pt x="993" y="2492"/>
                    <a:pt x="827" y="2859"/>
                  </a:cubicBezTo>
                  <a:cubicBezTo>
                    <a:pt x="660" y="3259"/>
                    <a:pt x="493" y="3560"/>
                    <a:pt x="360" y="3726"/>
                  </a:cubicBezTo>
                  <a:cubicBezTo>
                    <a:pt x="293" y="3826"/>
                    <a:pt x="260" y="3893"/>
                    <a:pt x="193" y="3926"/>
                  </a:cubicBezTo>
                  <a:cubicBezTo>
                    <a:pt x="159" y="3993"/>
                    <a:pt x="126" y="3993"/>
                    <a:pt x="126" y="3993"/>
                  </a:cubicBezTo>
                  <a:cubicBezTo>
                    <a:pt x="0" y="4119"/>
                    <a:pt x="65" y="4340"/>
                    <a:pt x="204" y="4340"/>
                  </a:cubicBezTo>
                  <a:cubicBezTo>
                    <a:pt x="249" y="4340"/>
                    <a:pt x="303" y="4317"/>
                    <a:pt x="360" y="4260"/>
                  </a:cubicBezTo>
                  <a:lnTo>
                    <a:pt x="460" y="4193"/>
                  </a:lnTo>
                  <a:lnTo>
                    <a:pt x="660" y="3993"/>
                  </a:lnTo>
                  <a:cubicBezTo>
                    <a:pt x="827" y="3760"/>
                    <a:pt x="1027" y="3493"/>
                    <a:pt x="1194" y="3059"/>
                  </a:cubicBezTo>
                  <a:cubicBezTo>
                    <a:pt x="1427" y="2692"/>
                    <a:pt x="1594" y="2192"/>
                    <a:pt x="1827" y="1692"/>
                  </a:cubicBezTo>
                  <a:cubicBezTo>
                    <a:pt x="1961" y="1491"/>
                    <a:pt x="2128" y="1225"/>
                    <a:pt x="2328" y="1058"/>
                  </a:cubicBezTo>
                  <a:cubicBezTo>
                    <a:pt x="2528" y="891"/>
                    <a:pt x="2828" y="758"/>
                    <a:pt x="3128" y="691"/>
                  </a:cubicBezTo>
                  <a:cubicBezTo>
                    <a:pt x="3289" y="657"/>
                    <a:pt x="3452" y="640"/>
                    <a:pt x="3616" y="640"/>
                  </a:cubicBezTo>
                  <a:cubicBezTo>
                    <a:pt x="4095" y="640"/>
                    <a:pt x="4573" y="784"/>
                    <a:pt x="4996" y="1058"/>
                  </a:cubicBezTo>
                  <a:cubicBezTo>
                    <a:pt x="5263" y="1225"/>
                    <a:pt x="5497" y="1491"/>
                    <a:pt x="5697" y="1758"/>
                  </a:cubicBezTo>
                  <a:cubicBezTo>
                    <a:pt x="5830" y="1925"/>
                    <a:pt x="5864" y="2058"/>
                    <a:pt x="5964" y="2225"/>
                  </a:cubicBezTo>
                  <a:cubicBezTo>
                    <a:pt x="5997" y="2392"/>
                    <a:pt x="6097" y="2592"/>
                    <a:pt x="6164" y="2759"/>
                  </a:cubicBezTo>
                  <a:cubicBezTo>
                    <a:pt x="6331" y="3159"/>
                    <a:pt x="6497" y="3526"/>
                    <a:pt x="6831" y="3860"/>
                  </a:cubicBezTo>
                  <a:cubicBezTo>
                    <a:pt x="6998" y="4027"/>
                    <a:pt x="7198" y="4193"/>
                    <a:pt x="7431" y="4260"/>
                  </a:cubicBezTo>
                  <a:cubicBezTo>
                    <a:pt x="7531" y="4327"/>
                    <a:pt x="7631" y="4360"/>
                    <a:pt x="7765" y="4393"/>
                  </a:cubicBezTo>
                  <a:cubicBezTo>
                    <a:pt x="7865" y="4427"/>
                    <a:pt x="7998" y="4427"/>
                    <a:pt x="8132" y="4427"/>
                  </a:cubicBezTo>
                  <a:cubicBezTo>
                    <a:pt x="8632" y="4427"/>
                    <a:pt x="8999" y="4260"/>
                    <a:pt x="9333" y="4093"/>
                  </a:cubicBezTo>
                  <a:cubicBezTo>
                    <a:pt x="9633" y="3993"/>
                    <a:pt x="9966" y="3826"/>
                    <a:pt x="10267" y="3660"/>
                  </a:cubicBezTo>
                  <a:cubicBezTo>
                    <a:pt x="10700" y="3393"/>
                    <a:pt x="11201" y="3193"/>
                    <a:pt x="11668" y="3193"/>
                  </a:cubicBezTo>
                  <a:cubicBezTo>
                    <a:pt x="12135" y="3193"/>
                    <a:pt x="12635" y="3393"/>
                    <a:pt x="13102" y="3726"/>
                  </a:cubicBezTo>
                  <a:cubicBezTo>
                    <a:pt x="13336" y="3893"/>
                    <a:pt x="13536" y="4060"/>
                    <a:pt x="13803" y="4227"/>
                  </a:cubicBezTo>
                  <a:cubicBezTo>
                    <a:pt x="13969" y="4393"/>
                    <a:pt x="14203" y="4560"/>
                    <a:pt x="14336" y="4760"/>
                  </a:cubicBezTo>
                  <a:cubicBezTo>
                    <a:pt x="14637" y="5161"/>
                    <a:pt x="14837" y="5661"/>
                    <a:pt x="14937" y="6161"/>
                  </a:cubicBezTo>
                  <a:cubicBezTo>
                    <a:pt x="15037" y="6662"/>
                    <a:pt x="15104" y="7162"/>
                    <a:pt x="15170" y="7596"/>
                  </a:cubicBezTo>
                  <a:cubicBezTo>
                    <a:pt x="15204" y="8063"/>
                    <a:pt x="15337" y="8530"/>
                    <a:pt x="15504" y="8863"/>
                  </a:cubicBezTo>
                  <a:cubicBezTo>
                    <a:pt x="15671" y="9230"/>
                    <a:pt x="15871" y="9497"/>
                    <a:pt x="16038" y="9664"/>
                  </a:cubicBezTo>
                  <a:cubicBezTo>
                    <a:pt x="16204" y="9831"/>
                    <a:pt x="16371" y="9897"/>
                    <a:pt x="16438" y="9931"/>
                  </a:cubicBezTo>
                  <a:lnTo>
                    <a:pt x="16371" y="9931"/>
                  </a:lnTo>
                  <a:cubicBezTo>
                    <a:pt x="16972" y="10364"/>
                    <a:pt x="17505" y="10498"/>
                    <a:pt x="17872" y="10565"/>
                  </a:cubicBezTo>
                  <a:cubicBezTo>
                    <a:pt x="18306" y="10665"/>
                    <a:pt x="18606" y="10698"/>
                    <a:pt x="18806" y="10698"/>
                  </a:cubicBezTo>
                  <a:cubicBezTo>
                    <a:pt x="19206" y="10731"/>
                    <a:pt x="19307" y="10731"/>
                    <a:pt x="19307" y="10731"/>
                  </a:cubicBezTo>
                  <a:cubicBezTo>
                    <a:pt x="19607" y="10731"/>
                    <a:pt x="19640" y="10431"/>
                    <a:pt x="19440" y="10331"/>
                  </a:cubicBezTo>
                  <a:cubicBezTo>
                    <a:pt x="19440" y="10331"/>
                    <a:pt x="19340" y="10331"/>
                    <a:pt x="18940" y="10264"/>
                  </a:cubicBezTo>
                  <a:cubicBezTo>
                    <a:pt x="18706" y="10231"/>
                    <a:pt x="18439" y="10231"/>
                    <a:pt x="18039" y="10164"/>
                  </a:cubicBezTo>
                  <a:cubicBezTo>
                    <a:pt x="17672" y="10064"/>
                    <a:pt x="17205" y="9931"/>
                    <a:pt x="16771" y="9564"/>
                  </a:cubicBezTo>
                  <a:lnTo>
                    <a:pt x="16705" y="9564"/>
                  </a:lnTo>
                  <a:cubicBezTo>
                    <a:pt x="16638" y="9497"/>
                    <a:pt x="16271" y="9230"/>
                    <a:pt x="16004" y="8663"/>
                  </a:cubicBezTo>
                  <a:cubicBezTo>
                    <a:pt x="15871" y="8363"/>
                    <a:pt x="15804" y="7996"/>
                    <a:pt x="15771" y="7529"/>
                  </a:cubicBezTo>
                  <a:cubicBezTo>
                    <a:pt x="15671" y="7062"/>
                    <a:pt x="15637" y="6562"/>
                    <a:pt x="15537" y="6028"/>
                  </a:cubicBezTo>
                  <a:cubicBezTo>
                    <a:pt x="15470" y="5494"/>
                    <a:pt x="15270" y="4860"/>
                    <a:pt x="14870" y="4360"/>
                  </a:cubicBezTo>
                  <a:cubicBezTo>
                    <a:pt x="14703" y="4060"/>
                    <a:pt x="14470" y="3893"/>
                    <a:pt x="14203" y="3660"/>
                  </a:cubicBezTo>
                  <a:cubicBezTo>
                    <a:pt x="13969" y="3426"/>
                    <a:pt x="13769" y="3259"/>
                    <a:pt x="13502" y="3093"/>
                  </a:cubicBezTo>
                  <a:cubicBezTo>
                    <a:pt x="13002" y="2759"/>
                    <a:pt x="12435" y="2392"/>
                    <a:pt x="11701" y="2392"/>
                  </a:cubicBezTo>
                  <a:cubicBezTo>
                    <a:pt x="11001" y="2425"/>
                    <a:pt x="10467" y="2692"/>
                    <a:pt x="9966" y="2926"/>
                  </a:cubicBezTo>
                  <a:cubicBezTo>
                    <a:pt x="9666" y="3059"/>
                    <a:pt x="9366" y="3226"/>
                    <a:pt x="9032" y="3393"/>
                  </a:cubicBezTo>
                  <a:cubicBezTo>
                    <a:pt x="8766" y="3560"/>
                    <a:pt x="8465" y="3693"/>
                    <a:pt x="8165" y="3693"/>
                  </a:cubicBezTo>
                  <a:cubicBezTo>
                    <a:pt x="8098" y="3660"/>
                    <a:pt x="8032" y="3660"/>
                    <a:pt x="7965" y="3660"/>
                  </a:cubicBezTo>
                  <a:cubicBezTo>
                    <a:pt x="7865" y="3593"/>
                    <a:pt x="7832" y="3593"/>
                    <a:pt x="7765" y="3560"/>
                  </a:cubicBezTo>
                  <a:cubicBezTo>
                    <a:pt x="7598" y="3526"/>
                    <a:pt x="7498" y="3393"/>
                    <a:pt x="7365" y="3326"/>
                  </a:cubicBezTo>
                  <a:cubicBezTo>
                    <a:pt x="7164" y="3093"/>
                    <a:pt x="6998" y="2759"/>
                    <a:pt x="6831" y="2425"/>
                  </a:cubicBezTo>
                  <a:cubicBezTo>
                    <a:pt x="6798" y="2259"/>
                    <a:pt x="6697" y="2092"/>
                    <a:pt x="6631" y="1892"/>
                  </a:cubicBezTo>
                  <a:cubicBezTo>
                    <a:pt x="6531" y="1725"/>
                    <a:pt x="6431" y="1525"/>
                    <a:pt x="6297" y="1358"/>
                  </a:cubicBezTo>
                  <a:cubicBezTo>
                    <a:pt x="6030" y="991"/>
                    <a:pt x="5697" y="691"/>
                    <a:pt x="5363" y="491"/>
                  </a:cubicBezTo>
                  <a:cubicBezTo>
                    <a:pt x="4873" y="164"/>
                    <a:pt x="4301" y="0"/>
                    <a:pt x="3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 name="Google Shape;44;p2"/>
            <p:cNvSpPr/>
            <p:nvPr/>
          </p:nvSpPr>
          <p:spPr>
            <a:xfrm>
              <a:off x="5661725" y="1228250"/>
              <a:ext cx="25875" cy="11450"/>
            </a:xfrm>
            <a:custGeom>
              <a:avLst/>
              <a:gdLst/>
              <a:ahLst/>
              <a:cxnLst/>
              <a:rect l="l" t="t" r="r" b="b"/>
              <a:pathLst>
                <a:path w="1035" h="458" extrusionOk="0">
                  <a:moveTo>
                    <a:pt x="610" y="0"/>
                  </a:moveTo>
                  <a:cubicBezTo>
                    <a:pt x="559" y="0"/>
                    <a:pt x="509" y="7"/>
                    <a:pt x="467" y="23"/>
                  </a:cubicBezTo>
                  <a:cubicBezTo>
                    <a:pt x="400" y="23"/>
                    <a:pt x="267" y="57"/>
                    <a:pt x="167" y="123"/>
                  </a:cubicBezTo>
                  <a:cubicBezTo>
                    <a:pt x="67" y="224"/>
                    <a:pt x="0" y="257"/>
                    <a:pt x="0" y="257"/>
                  </a:cubicBezTo>
                  <a:lnTo>
                    <a:pt x="133" y="457"/>
                  </a:lnTo>
                  <a:lnTo>
                    <a:pt x="567" y="457"/>
                  </a:lnTo>
                  <a:cubicBezTo>
                    <a:pt x="734" y="424"/>
                    <a:pt x="1034" y="257"/>
                    <a:pt x="1034" y="257"/>
                  </a:cubicBezTo>
                  <a:cubicBezTo>
                    <a:pt x="1034" y="257"/>
                    <a:pt x="967" y="57"/>
                    <a:pt x="934" y="57"/>
                  </a:cubicBezTo>
                  <a:cubicBezTo>
                    <a:pt x="934" y="57"/>
                    <a:pt x="765" y="0"/>
                    <a:pt x="6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 name="Google Shape;45;p2"/>
            <p:cNvSpPr/>
            <p:nvPr/>
          </p:nvSpPr>
          <p:spPr>
            <a:xfrm>
              <a:off x="5664225" y="1253850"/>
              <a:ext cx="29200" cy="12525"/>
            </a:xfrm>
            <a:custGeom>
              <a:avLst/>
              <a:gdLst/>
              <a:ahLst/>
              <a:cxnLst/>
              <a:rect l="l" t="t" r="r" b="b"/>
              <a:pathLst>
                <a:path w="1168" h="501" extrusionOk="0">
                  <a:moveTo>
                    <a:pt x="601" y="0"/>
                  </a:moveTo>
                  <a:cubicBezTo>
                    <a:pt x="334" y="0"/>
                    <a:pt x="0" y="100"/>
                    <a:pt x="0" y="100"/>
                  </a:cubicBezTo>
                  <a:lnTo>
                    <a:pt x="0" y="367"/>
                  </a:lnTo>
                  <a:cubicBezTo>
                    <a:pt x="0" y="367"/>
                    <a:pt x="367" y="500"/>
                    <a:pt x="601" y="500"/>
                  </a:cubicBezTo>
                  <a:cubicBezTo>
                    <a:pt x="834" y="500"/>
                    <a:pt x="1168" y="367"/>
                    <a:pt x="1168" y="367"/>
                  </a:cubicBezTo>
                  <a:lnTo>
                    <a:pt x="1168" y="100"/>
                  </a:lnTo>
                  <a:cubicBezTo>
                    <a:pt x="1168" y="100"/>
                    <a:pt x="801"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 name="Google Shape;46;p2"/>
            <p:cNvSpPr/>
            <p:nvPr/>
          </p:nvSpPr>
          <p:spPr>
            <a:xfrm>
              <a:off x="5669225" y="1275150"/>
              <a:ext cx="27550" cy="12900"/>
            </a:xfrm>
            <a:custGeom>
              <a:avLst/>
              <a:gdLst/>
              <a:ahLst/>
              <a:cxnLst/>
              <a:rect l="l" t="t" r="r" b="b"/>
              <a:pathLst>
                <a:path w="1102" h="516" extrusionOk="0">
                  <a:moveTo>
                    <a:pt x="633" y="1"/>
                  </a:moveTo>
                  <a:cubicBezTo>
                    <a:pt x="590" y="1"/>
                    <a:pt x="545" y="4"/>
                    <a:pt x="501" y="15"/>
                  </a:cubicBezTo>
                  <a:cubicBezTo>
                    <a:pt x="401" y="15"/>
                    <a:pt x="267" y="82"/>
                    <a:pt x="167" y="182"/>
                  </a:cubicBezTo>
                  <a:cubicBezTo>
                    <a:pt x="67" y="249"/>
                    <a:pt x="0" y="349"/>
                    <a:pt x="0" y="349"/>
                  </a:cubicBezTo>
                  <a:lnTo>
                    <a:pt x="167" y="516"/>
                  </a:lnTo>
                  <a:cubicBezTo>
                    <a:pt x="167" y="482"/>
                    <a:pt x="434" y="482"/>
                    <a:pt x="601" y="416"/>
                  </a:cubicBezTo>
                  <a:cubicBezTo>
                    <a:pt x="767" y="382"/>
                    <a:pt x="1068" y="249"/>
                    <a:pt x="1068" y="249"/>
                  </a:cubicBezTo>
                  <a:cubicBezTo>
                    <a:pt x="1068" y="249"/>
                    <a:pt x="1068" y="49"/>
                    <a:pt x="1101" y="49"/>
                  </a:cubicBezTo>
                  <a:cubicBezTo>
                    <a:pt x="1101" y="49"/>
                    <a:pt x="1001" y="15"/>
                    <a:pt x="868" y="15"/>
                  </a:cubicBezTo>
                  <a:cubicBezTo>
                    <a:pt x="801" y="15"/>
                    <a:pt x="719" y="1"/>
                    <a:pt x="6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 name="Google Shape;47;p2"/>
            <p:cNvSpPr/>
            <p:nvPr/>
          </p:nvSpPr>
          <p:spPr>
            <a:xfrm>
              <a:off x="5685900" y="1303875"/>
              <a:ext cx="25050" cy="12525"/>
            </a:xfrm>
            <a:custGeom>
              <a:avLst/>
              <a:gdLst/>
              <a:ahLst/>
              <a:cxnLst/>
              <a:rect l="l" t="t" r="r" b="b"/>
              <a:pathLst>
                <a:path w="1002" h="501" extrusionOk="0">
                  <a:moveTo>
                    <a:pt x="467" y="1"/>
                  </a:moveTo>
                  <a:cubicBezTo>
                    <a:pt x="301" y="1"/>
                    <a:pt x="0" y="101"/>
                    <a:pt x="0" y="101"/>
                  </a:cubicBezTo>
                  <a:lnTo>
                    <a:pt x="0" y="367"/>
                  </a:lnTo>
                  <a:cubicBezTo>
                    <a:pt x="0" y="367"/>
                    <a:pt x="301" y="501"/>
                    <a:pt x="501" y="501"/>
                  </a:cubicBezTo>
                  <a:cubicBezTo>
                    <a:pt x="734" y="501"/>
                    <a:pt x="1001" y="334"/>
                    <a:pt x="1001" y="334"/>
                  </a:cubicBezTo>
                  <a:cubicBezTo>
                    <a:pt x="1001" y="267"/>
                    <a:pt x="968" y="67"/>
                    <a:pt x="934" y="34"/>
                  </a:cubicBezTo>
                  <a:cubicBezTo>
                    <a:pt x="934" y="34"/>
                    <a:pt x="634" y="1"/>
                    <a:pt x="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 name="Google Shape;48;p2"/>
            <p:cNvSpPr/>
            <p:nvPr/>
          </p:nvSpPr>
          <p:spPr>
            <a:xfrm>
              <a:off x="5883550" y="1322225"/>
              <a:ext cx="20850" cy="12525"/>
            </a:xfrm>
            <a:custGeom>
              <a:avLst/>
              <a:gdLst/>
              <a:ahLst/>
              <a:cxnLst/>
              <a:rect l="l" t="t" r="r" b="b"/>
              <a:pathLst>
                <a:path w="834" h="501" extrusionOk="0">
                  <a:moveTo>
                    <a:pt x="434" y="0"/>
                  </a:moveTo>
                  <a:cubicBezTo>
                    <a:pt x="234" y="0"/>
                    <a:pt x="0" y="100"/>
                    <a:pt x="0" y="100"/>
                  </a:cubicBezTo>
                  <a:lnTo>
                    <a:pt x="0" y="334"/>
                  </a:lnTo>
                  <a:cubicBezTo>
                    <a:pt x="0" y="334"/>
                    <a:pt x="234" y="501"/>
                    <a:pt x="367" y="501"/>
                  </a:cubicBezTo>
                  <a:cubicBezTo>
                    <a:pt x="567" y="501"/>
                    <a:pt x="834" y="434"/>
                    <a:pt x="834" y="434"/>
                  </a:cubicBezTo>
                  <a:lnTo>
                    <a:pt x="834" y="167"/>
                  </a:lnTo>
                  <a:cubicBezTo>
                    <a:pt x="834" y="167"/>
                    <a:pt x="567" y="0"/>
                    <a:pt x="4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 name="Google Shape;49;p2"/>
            <p:cNvSpPr/>
            <p:nvPr/>
          </p:nvSpPr>
          <p:spPr>
            <a:xfrm>
              <a:off x="5879375" y="1356425"/>
              <a:ext cx="27550" cy="13100"/>
            </a:xfrm>
            <a:custGeom>
              <a:avLst/>
              <a:gdLst/>
              <a:ahLst/>
              <a:cxnLst/>
              <a:rect l="l" t="t" r="r" b="b"/>
              <a:pathLst>
                <a:path w="1102" h="524" extrusionOk="0">
                  <a:moveTo>
                    <a:pt x="501" y="0"/>
                  </a:moveTo>
                  <a:cubicBezTo>
                    <a:pt x="334" y="67"/>
                    <a:pt x="34" y="234"/>
                    <a:pt x="34" y="234"/>
                  </a:cubicBezTo>
                  <a:cubicBezTo>
                    <a:pt x="0" y="234"/>
                    <a:pt x="67" y="467"/>
                    <a:pt x="67" y="467"/>
                  </a:cubicBezTo>
                  <a:cubicBezTo>
                    <a:pt x="67" y="467"/>
                    <a:pt x="236" y="523"/>
                    <a:pt x="405" y="523"/>
                  </a:cubicBezTo>
                  <a:cubicBezTo>
                    <a:pt x="461" y="523"/>
                    <a:pt x="517" y="517"/>
                    <a:pt x="567" y="500"/>
                  </a:cubicBezTo>
                  <a:cubicBezTo>
                    <a:pt x="701" y="500"/>
                    <a:pt x="834" y="467"/>
                    <a:pt x="901" y="400"/>
                  </a:cubicBezTo>
                  <a:cubicBezTo>
                    <a:pt x="1001" y="300"/>
                    <a:pt x="1068" y="267"/>
                    <a:pt x="1068" y="267"/>
                  </a:cubicBezTo>
                  <a:cubicBezTo>
                    <a:pt x="1101" y="267"/>
                    <a:pt x="1001" y="100"/>
                    <a:pt x="9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 name="Google Shape;50;p2"/>
            <p:cNvSpPr/>
            <p:nvPr/>
          </p:nvSpPr>
          <p:spPr>
            <a:xfrm>
              <a:off x="5881050" y="1386875"/>
              <a:ext cx="28375" cy="14000"/>
            </a:xfrm>
            <a:custGeom>
              <a:avLst/>
              <a:gdLst/>
              <a:ahLst/>
              <a:cxnLst/>
              <a:rect l="l" t="t" r="r" b="b"/>
              <a:pathLst>
                <a:path w="1135" h="560" extrusionOk="0">
                  <a:moveTo>
                    <a:pt x="990" y="1"/>
                  </a:moveTo>
                  <a:cubicBezTo>
                    <a:pt x="981" y="1"/>
                    <a:pt x="973" y="5"/>
                    <a:pt x="967" y="16"/>
                  </a:cubicBezTo>
                  <a:cubicBezTo>
                    <a:pt x="967" y="16"/>
                    <a:pt x="867" y="50"/>
                    <a:pt x="801" y="50"/>
                  </a:cubicBezTo>
                  <a:cubicBezTo>
                    <a:pt x="701" y="50"/>
                    <a:pt x="600" y="50"/>
                    <a:pt x="500" y="83"/>
                  </a:cubicBezTo>
                  <a:cubicBezTo>
                    <a:pt x="300" y="116"/>
                    <a:pt x="0" y="250"/>
                    <a:pt x="0" y="250"/>
                  </a:cubicBezTo>
                  <a:lnTo>
                    <a:pt x="0" y="517"/>
                  </a:lnTo>
                  <a:cubicBezTo>
                    <a:pt x="0" y="517"/>
                    <a:pt x="213" y="559"/>
                    <a:pt x="436" y="559"/>
                  </a:cubicBezTo>
                  <a:cubicBezTo>
                    <a:pt x="491" y="559"/>
                    <a:pt x="547" y="557"/>
                    <a:pt x="600" y="550"/>
                  </a:cubicBezTo>
                  <a:cubicBezTo>
                    <a:pt x="701" y="517"/>
                    <a:pt x="867" y="417"/>
                    <a:pt x="967" y="350"/>
                  </a:cubicBezTo>
                  <a:cubicBezTo>
                    <a:pt x="1101" y="250"/>
                    <a:pt x="1134" y="183"/>
                    <a:pt x="1134" y="183"/>
                  </a:cubicBezTo>
                  <a:cubicBezTo>
                    <a:pt x="1134" y="127"/>
                    <a:pt x="1040" y="1"/>
                    <a:pt x="9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 name="Google Shape;51;p2"/>
            <p:cNvSpPr/>
            <p:nvPr/>
          </p:nvSpPr>
          <p:spPr>
            <a:xfrm>
              <a:off x="5893550" y="1417300"/>
              <a:ext cx="27550" cy="12900"/>
            </a:xfrm>
            <a:custGeom>
              <a:avLst/>
              <a:gdLst/>
              <a:ahLst/>
              <a:cxnLst/>
              <a:rect l="l" t="t" r="r" b="b"/>
              <a:pathLst>
                <a:path w="1102" h="516" extrusionOk="0">
                  <a:moveTo>
                    <a:pt x="1001" y="0"/>
                  </a:moveTo>
                  <a:cubicBezTo>
                    <a:pt x="1001" y="0"/>
                    <a:pt x="668" y="0"/>
                    <a:pt x="501" y="33"/>
                  </a:cubicBezTo>
                  <a:cubicBezTo>
                    <a:pt x="301" y="67"/>
                    <a:pt x="0" y="234"/>
                    <a:pt x="0" y="234"/>
                  </a:cubicBezTo>
                  <a:lnTo>
                    <a:pt x="34" y="500"/>
                  </a:lnTo>
                  <a:cubicBezTo>
                    <a:pt x="34" y="500"/>
                    <a:pt x="182" y="515"/>
                    <a:pt x="350" y="515"/>
                  </a:cubicBezTo>
                  <a:cubicBezTo>
                    <a:pt x="434" y="515"/>
                    <a:pt x="523" y="512"/>
                    <a:pt x="601" y="500"/>
                  </a:cubicBezTo>
                  <a:cubicBezTo>
                    <a:pt x="801" y="400"/>
                    <a:pt x="1101" y="200"/>
                    <a:pt x="1101" y="200"/>
                  </a:cubicBez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 name="Google Shape;52;p2"/>
            <p:cNvSpPr/>
            <p:nvPr/>
          </p:nvSpPr>
          <p:spPr>
            <a:xfrm>
              <a:off x="5922725" y="1431475"/>
              <a:ext cx="15875" cy="16700"/>
            </a:xfrm>
            <a:custGeom>
              <a:avLst/>
              <a:gdLst/>
              <a:ahLst/>
              <a:cxnLst/>
              <a:rect l="l" t="t" r="r" b="b"/>
              <a:pathLst>
                <a:path w="635" h="668" extrusionOk="0">
                  <a:moveTo>
                    <a:pt x="334" y="0"/>
                  </a:moveTo>
                  <a:lnTo>
                    <a:pt x="268" y="100"/>
                  </a:lnTo>
                  <a:cubicBezTo>
                    <a:pt x="201" y="134"/>
                    <a:pt x="134" y="167"/>
                    <a:pt x="134" y="234"/>
                  </a:cubicBezTo>
                  <a:cubicBezTo>
                    <a:pt x="101" y="267"/>
                    <a:pt x="1" y="467"/>
                    <a:pt x="1" y="467"/>
                  </a:cubicBezTo>
                  <a:cubicBezTo>
                    <a:pt x="1" y="467"/>
                    <a:pt x="134" y="634"/>
                    <a:pt x="201" y="667"/>
                  </a:cubicBezTo>
                  <a:cubicBezTo>
                    <a:pt x="201" y="667"/>
                    <a:pt x="268" y="667"/>
                    <a:pt x="334" y="634"/>
                  </a:cubicBezTo>
                  <a:cubicBezTo>
                    <a:pt x="435" y="601"/>
                    <a:pt x="501" y="567"/>
                    <a:pt x="535" y="467"/>
                  </a:cubicBezTo>
                  <a:cubicBezTo>
                    <a:pt x="635" y="400"/>
                    <a:pt x="635" y="267"/>
                    <a:pt x="635" y="167"/>
                  </a:cubicBezTo>
                  <a:cubicBezTo>
                    <a:pt x="635" y="67"/>
                    <a:pt x="601"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 name="Google Shape;53;p2"/>
            <p:cNvSpPr/>
            <p:nvPr/>
          </p:nvSpPr>
          <p:spPr>
            <a:xfrm>
              <a:off x="5947750" y="1454825"/>
              <a:ext cx="13375" cy="20875"/>
            </a:xfrm>
            <a:custGeom>
              <a:avLst/>
              <a:gdLst/>
              <a:ahLst/>
              <a:cxnLst/>
              <a:rect l="l" t="t" r="r" b="b"/>
              <a:pathLst>
                <a:path w="535" h="835" extrusionOk="0">
                  <a:moveTo>
                    <a:pt x="201" y="0"/>
                  </a:moveTo>
                  <a:cubicBezTo>
                    <a:pt x="201" y="0"/>
                    <a:pt x="167" y="34"/>
                    <a:pt x="134" y="134"/>
                  </a:cubicBezTo>
                  <a:cubicBezTo>
                    <a:pt x="134" y="200"/>
                    <a:pt x="34" y="234"/>
                    <a:pt x="34" y="334"/>
                  </a:cubicBezTo>
                  <a:cubicBezTo>
                    <a:pt x="1" y="400"/>
                    <a:pt x="1" y="667"/>
                    <a:pt x="1" y="667"/>
                  </a:cubicBezTo>
                  <a:cubicBezTo>
                    <a:pt x="1" y="701"/>
                    <a:pt x="201" y="801"/>
                    <a:pt x="201" y="834"/>
                  </a:cubicBezTo>
                  <a:lnTo>
                    <a:pt x="334" y="701"/>
                  </a:lnTo>
                  <a:cubicBezTo>
                    <a:pt x="434" y="667"/>
                    <a:pt x="468" y="534"/>
                    <a:pt x="501" y="467"/>
                  </a:cubicBezTo>
                  <a:cubicBezTo>
                    <a:pt x="534" y="367"/>
                    <a:pt x="534" y="234"/>
                    <a:pt x="501" y="167"/>
                  </a:cubicBezTo>
                  <a:cubicBezTo>
                    <a:pt x="501" y="67"/>
                    <a:pt x="468" y="0"/>
                    <a:pt x="4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 name="Google Shape;54;p2"/>
            <p:cNvSpPr/>
            <p:nvPr/>
          </p:nvSpPr>
          <p:spPr>
            <a:xfrm>
              <a:off x="6052000" y="1769200"/>
              <a:ext cx="24200" cy="12550"/>
            </a:xfrm>
            <a:custGeom>
              <a:avLst/>
              <a:gdLst/>
              <a:ahLst/>
              <a:cxnLst/>
              <a:rect l="l" t="t" r="r" b="b"/>
              <a:pathLst>
                <a:path w="968" h="502" extrusionOk="0">
                  <a:moveTo>
                    <a:pt x="467" y="1"/>
                  </a:moveTo>
                  <a:cubicBezTo>
                    <a:pt x="300" y="1"/>
                    <a:pt x="0" y="134"/>
                    <a:pt x="0" y="134"/>
                  </a:cubicBezTo>
                  <a:lnTo>
                    <a:pt x="0" y="401"/>
                  </a:lnTo>
                  <a:cubicBezTo>
                    <a:pt x="0" y="401"/>
                    <a:pt x="267" y="501"/>
                    <a:pt x="467" y="501"/>
                  </a:cubicBezTo>
                  <a:cubicBezTo>
                    <a:pt x="634" y="501"/>
                    <a:pt x="934" y="401"/>
                    <a:pt x="934" y="401"/>
                  </a:cubicBezTo>
                  <a:cubicBezTo>
                    <a:pt x="968" y="401"/>
                    <a:pt x="968" y="168"/>
                    <a:pt x="934" y="134"/>
                  </a:cubicBezTo>
                  <a:cubicBezTo>
                    <a:pt x="934" y="134"/>
                    <a:pt x="634" y="1"/>
                    <a:pt x="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 name="Google Shape;55;p2"/>
            <p:cNvSpPr/>
            <p:nvPr/>
          </p:nvSpPr>
          <p:spPr>
            <a:xfrm>
              <a:off x="6047825" y="1789000"/>
              <a:ext cx="27550" cy="12750"/>
            </a:xfrm>
            <a:custGeom>
              <a:avLst/>
              <a:gdLst/>
              <a:ahLst/>
              <a:cxnLst/>
              <a:rect l="l" t="t" r="r" b="b"/>
              <a:pathLst>
                <a:path w="1102" h="510" extrusionOk="0">
                  <a:moveTo>
                    <a:pt x="633" y="0"/>
                  </a:moveTo>
                  <a:cubicBezTo>
                    <a:pt x="586" y="0"/>
                    <a:pt x="541" y="3"/>
                    <a:pt x="501" y="9"/>
                  </a:cubicBezTo>
                  <a:cubicBezTo>
                    <a:pt x="301" y="43"/>
                    <a:pt x="0" y="176"/>
                    <a:pt x="0" y="176"/>
                  </a:cubicBezTo>
                  <a:lnTo>
                    <a:pt x="0" y="443"/>
                  </a:lnTo>
                  <a:cubicBezTo>
                    <a:pt x="0" y="443"/>
                    <a:pt x="334" y="510"/>
                    <a:pt x="534" y="510"/>
                  </a:cubicBezTo>
                  <a:cubicBezTo>
                    <a:pt x="768" y="476"/>
                    <a:pt x="1035" y="310"/>
                    <a:pt x="1035" y="310"/>
                  </a:cubicBezTo>
                  <a:cubicBezTo>
                    <a:pt x="1101" y="276"/>
                    <a:pt x="1035" y="43"/>
                    <a:pt x="1035" y="43"/>
                  </a:cubicBezTo>
                  <a:cubicBezTo>
                    <a:pt x="1035" y="43"/>
                    <a:pt x="821" y="0"/>
                    <a:pt x="6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 name="Google Shape;56;p2"/>
            <p:cNvSpPr/>
            <p:nvPr/>
          </p:nvSpPr>
          <p:spPr>
            <a:xfrm>
              <a:off x="6058675" y="1816750"/>
              <a:ext cx="25875" cy="10850"/>
            </a:xfrm>
            <a:custGeom>
              <a:avLst/>
              <a:gdLst/>
              <a:ahLst/>
              <a:cxnLst/>
              <a:rect l="l" t="t" r="r" b="b"/>
              <a:pathLst>
                <a:path w="1035" h="434" extrusionOk="0">
                  <a:moveTo>
                    <a:pt x="434" y="0"/>
                  </a:moveTo>
                  <a:cubicBezTo>
                    <a:pt x="267" y="0"/>
                    <a:pt x="0" y="100"/>
                    <a:pt x="0" y="100"/>
                  </a:cubicBezTo>
                  <a:lnTo>
                    <a:pt x="0" y="367"/>
                  </a:lnTo>
                  <a:cubicBezTo>
                    <a:pt x="0" y="367"/>
                    <a:pt x="267" y="434"/>
                    <a:pt x="500" y="434"/>
                  </a:cubicBezTo>
                  <a:cubicBezTo>
                    <a:pt x="567" y="434"/>
                    <a:pt x="734" y="400"/>
                    <a:pt x="834" y="334"/>
                  </a:cubicBezTo>
                  <a:cubicBezTo>
                    <a:pt x="901" y="234"/>
                    <a:pt x="1001" y="200"/>
                    <a:pt x="1001" y="200"/>
                  </a:cubicBezTo>
                  <a:cubicBezTo>
                    <a:pt x="1034" y="200"/>
                    <a:pt x="901" y="34"/>
                    <a:pt x="9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 name="Google Shape;57;p2"/>
            <p:cNvSpPr/>
            <p:nvPr/>
          </p:nvSpPr>
          <p:spPr>
            <a:xfrm>
              <a:off x="6069500" y="1841750"/>
              <a:ext cx="22550" cy="12925"/>
            </a:xfrm>
            <a:custGeom>
              <a:avLst/>
              <a:gdLst/>
              <a:ahLst/>
              <a:cxnLst/>
              <a:rect l="l" t="t" r="r" b="b"/>
              <a:pathLst>
                <a:path w="902" h="517" extrusionOk="0">
                  <a:moveTo>
                    <a:pt x="635" y="1"/>
                  </a:moveTo>
                  <a:cubicBezTo>
                    <a:pt x="534" y="1"/>
                    <a:pt x="468" y="1"/>
                    <a:pt x="368" y="34"/>
                  </a:cubicBezTo>
                  <a:cubicBezTo>
                    <a:pt x="268" y="68"/>
                    <a:pt x="34" y="234"/>
                    <a:pt x="34" y="234"/>
                  </a:cubicBezTo>
                  <a:cubicBezTo>
                    <a:pt x="1" y="234"/>
                    <a:pt x="101" y="501"/>
                    <a:pt x="101" y="501"/>
                  </a:cubicBezTo>
                  <a:cubicBezTo>
                    <a:pt x="101" y="501"/>
                    <a:pt x="205" y="516"/>
                    <a:pt x="323" y="516"/>
                  </a:cubicBezTo>
                  <a:cubicBezTo>
                    <a:pt x="382" y="516"/>
                    <a:pt x="445" y="512"/>
                    <a:pt x="501" y="501"/>
                  </a:cubicBezTo>
                  <a:cubicBezTo>
                    <a:pt x="601" y="435"/>
                    <a:pt x="668" y="401"/>
                    <a:pt x="768" y="334"/>
                  </a:cubicBezTo>
                  <a:lnTo>
                    <a:pt x="901" y="201"/>
                  </a:lnTo>
                  <a:cubicBezTo>
                    <a:pt x="901" y="134"/>
                    <a:pt x="768" y="1"/>
                    <a:pt x="7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 name="Google Shape;58;p2"/>
            <p:cNvSpPr/>
            <p:nvPr/>
          </p:nvSpPr>
          <p:spPr>
            <a:xfrm>
              <a:off x="6191250" y="1887050"/>
              <a:ext cx="19225" cy="13275"/>
            </a:xfrm>
            <a:custGeom>
              <a:avLst/>
              <a:gdLst/>
              <a:ahLst/>
              <a:cxnLst/>
              <a:rect l="l" t="t" r="r" b="b"/>
              <a:pathLst>
                <a:path w="769" h="531" extrusionOk="0">
                  <a:moveTo>
                    <a:pt x="326" y="1"/>
                  </a:moveTo>
                  <a:cubicBezTo>
                    <a:pt x="214" y="1"/>
                    <a:pt x="101" y="57"/>
                    <a:pt x="101" y="57"/>
                  </a:cubicBezTo>
                  <a:lnTo>
                    <a:pt x="1" y="290"/>
                  </a:lnTo>
                  <a:cubicBezTo>
                    <a:pt x="1" y="290"/>
                    <a:pt x="201" y="457"/>
                    <a:pt x="368" y="524"/>
                  </a:cubicBezTo>
                  <a:cubicBezTo>
                    <a:pt x="382" y="529"/>
                    <a:pt x="399" y="531"/>
                    <a:pt x="418" y="531"/>
                  </a:cubicBezTo>
                  <a:cubicBezTo>
                    <a:pt x="530" y="531"/>
                    <a:pt x="701" y="457"/>
                    <a:pt x="701" y="457"/>
                  </a:cubicBezTo>
                  <a:cubicBezTo>
                    <a:pt x="701" y="424"/>
                    <a:pt x="768" y="257"/>
                    <a:pt x="768" y="224"/>
                  </a:cubicBezTo>
                  <a:cubicBezTo>
                    <a:pt x="768" y="224"/>
                    <a:pt x="601" y="57"/>
                    <a:pt x="435" y="24"/>
                  </a:cubicBezTo>
                  <a:cubicBezTo>
                    <a:pt x="401" y="7"/>
                    <a:pt x="364" y="1"/>
                    <a:pt x="3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 name="Google Shape;59;p2"/>
            <p:cNvSpPr/>
            <p:nvPr/>
          </p:nvSpPr>
          <p:spPr>
            <a:xfrm>
              <a:off x="6202925" y="1913475"/>
              <a:ext cx="20050" cy="12525"/>
            </a:xfrm>
            <a:custGeom>
              <a:avLst/>
              <a:gdLst/>
              <a:ahLst/>
              <a:cxnLst/>
              <a:rect l="l" t="t" r="r" b="b"/>
              <a:pathLst>
                <a:path w="802" h="501" extrusionOk="0">
                  <a:moveTo>
                    <a:pt x="368" y="1"/>
                  </a:moveTo>
                  <a:cubicBezTo>
                    <a:pt x="234" y="1"/>
                    <a:pt x="1" y="101"/>
                    <a:pt x="1" y="101"/>
                  </a:cubicBezTo>
                  <a:lnTo>
                    <a:pt x="1" y="368"/>
                  </a:lnTo>
                  <a:cubicBezTo>
                    <a:pt x="1" y="368"/>
                    <a:pt x="234" y="501"/>
                    <a:pt x="368" y="501"/>
                  </a:cubicBezTo>
                  <a:cubicBezTo>
                    <a:pt x="468" y="501"/>
                    <a:pt x="568" y="434"/>
                    <a:pt x="635" y="401"/>
                  </a:cubicBezTo>
                  <a:cubicBezTo>
                    <a:pt x="735" y="368"/>
                    <a:pt x="768" y="334"/>
                    <a:pt x="768" y="334"/>
                  </a:cubicBezTo>
                  <a:cubicBezTo>
                    <a:pt x="801" y="301"/>
                    <a:pt x="735" y="67"/>
                    <a:pt x="735" y="67"/>
                  </a:cubicBezTo>
                  <a:cubicBezTo>
                    <a:pt x="735" y="67"/>
                    <a:pt x="668" y="34"/>
                    <a:pt x="601" y="34"/>
                  </a:cubicBezTo>
                  <a:cubicBezTo>
                    <a:pt x="501" y="1"/>
                    <a:pt x="468" y="1"/>
                    <a:pt x="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 name="Google Shape;60;p2"/>
            <p:cNvSpPr/>
            <p:nvPr/>
          </p:nvSpPr>
          <p:spPr>
            <a:xfrm>
              <a:off x="6217100" y="1935150"/>
              <a:ext cx="21725" cy="12550"/>
            </a:xfrm>
            <a:custGeom>
              <a:avLst/>
              <a:gdLst/>
              <a:ahLst/>
              <a:cxnLst/>
              <a:rect l="l" t="t" r="r" b="b"/>
              <a:pathLst>
                <a:path w="869" h="502" extrusionOk="0">
                  <a:moveTo>
                    <a:pt x="568" y="1"/>
                  </a:moveTo>
                  <a:cubicBezTo>
                    <a:pt x="535" y="18"/>
                    <a:pt x="493" y="18"/>
                    <a:pt x="451" y="18"/>
                  </a:cubicBezTo>
                  <a:cubicBezTo>
                    <a:pt x="410" y="18"/>
                    <a:pt x="368" y="18"/>
                    <a:pt x="335" y="34"/>
                  </a:cubicBezTo>
                  <a:cubicBezTo>
                    <a:pt x="268" y="34"/>
                    <a:pt x="201" y="101"/>
                    <a:pt x="101" y="134"/>
                  </a:cubicBezTo>
                  <a:cubicBezTo>
                    <a:pt x="34" y="168"/>
                    <a:pt x="1" y="201"/>
                    <a:pt x="1" y="201"/>
                  </a:cubicBezTo>
                  <a:lnTo>
                    <a:pt x="1" y="468"/>
                  </a:lnTo>
                  <a:cubicBezTo>
                    <a:pt x="1" y="468"/>
                    <a:pt x="68" y="468"/>
                    <a:pt x="168" y="501"/>
                  </a:cubicBezTo>
                  <a:lnTo>
                    <a:pt x="501" y="501"/>
                  </a:lnTo>
                  <a:cubicBezTo>
                    <a:pt x="568" y="468"/>
                    <a:pt x="668" y="435"/>
                    <a:pt x="735" y="335"/>
                  </a:cubicBezTo>
                  <a:lnTo>
                    <a:pt x="868" y="201"/>
                  </a:lnTo>
                  <a:cubicBezTo>
                    <a:pt x="868" y="168"/>
                    <a:pt x="768" y="1"/>
                    <a:pt x="7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 name="Google Shape;61;p2"/>
            <p:cNvSpPr/>
            <p:nvPr/>
          </p:nvSpPr>
          <p:spPr>
            <a:xfrm>
              <a:off x="6226275" y="1956850"/>
              <a:ext cx="30900" cy="14200"/>
            </a:xfrm>
            <a:custGeom>
              <a:avLst/>
              <a:gdLst/>
              <a:ahLst/>
              <a:cxnLst/>
              <a:rect l="l" t="t" r="r" b="b"/>
              <a:pathLst>
                <a:path w="1236" h="568" extrusionOk="0">
                  <a:moveTo>
                    <a:pt x="1168" y="0"/>
                  </a:moveTo>
                  <a:cubicBezTo>
                    <a:pt x="1168" y="0"/>
                    <a:pt x="801" y="0"/>
                    <a:pt x="535" y="67"/>
                  </a:cubicBezTo>
                  <a:cubicBezTo>
                    <a:pt x="334" y="100"/>
                    <a:pt x="1" y="300"/>
                    <a:pt x="1" y="300"/>
                  </a:cubicBezTo>
                  <a:lnTo>
                    <a:pt x="34" y="567"/>
                  </a:lnTo>
                  <a:cubicBezTo>
                    <a:pt x="34" y="567"/>
                    <a:pt x="401" y="567"/>
                    <a:pt x="668" y="501"/>
                  </a:cubicBezTo>
                  <a:cubicBezTo>
                    <a:pt x="868" y="467"/>
                    <a:pt x="1202" y="267"/>
                    <a:pt x="1202" y="267"/>
                  </a:cubicBezTo>
                  <a:cubicBezTo>
                    <a:pt x="1235" y="234"/>
                    <a:pt x="1202" y="0"/>
                    <a:pt x="11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 name="Google Shape;62;p2"/>
            <p:cNvSpPr/>
            <p:nvPr/>
          </p:nvSpPr>
          <p:spPr>
            <a:xfrm>
              <a:off x="6255475" y="1985200"/>
              <a:ext cx="16700" cy="12525"/>
            </a:xfrm>
            <a:custGeom>
              <a:avLst/>
              <a:gdLst/>
              <a:ahLst/>
              <a:cxnLst/>
              <a:rect l="l" t="t" r="r" b="b"/>
              <a:pathLst>
                <a:path w="668" h="501" extrusionOk="0">
                  <a:moveTo>
                    <a:pt x="334" y="0"/>
                  </a:moveTo>
                  <a:cubicBezTo>
                    <a:pt x="201" y="0"/>
                    <a:pt x="0" y="134"/>
                    <a:pt x="0" y="134"/>
                  </a:cubicBezTo>
                  <a:lnTo>
                    <a:pt x="0" y="367"/>
                  </a:lnTo>
                  <a:cubicBezTo>
                    <a:pt x="0" y="367"/>
                    <a:pt x="201" y="501"/>
                    <a:pt x="334" y="501"/>
                  </a:cubicBezTo>
                  <a:cubicBezTo>
                    <a:pt x="467" y="501"/>
                    <a:pt x="668" y="367"/>
                    <a:pt x="668" y="367"/>
                  </a:cubicBezTo>
                  <a:lnTo>
                    <a:pt x="668" y="134"/>
                  </a:lnTo>
                  <a:cubicBezTo>
                    <a:pt x="668" y="134"/>
                    <a:pt x="467" y="0"/>
                    <a:pt x="3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 name="Google Shape;63;p2"/>
            <p:cNvSpPr/>
            <p:nvPr/>
          </p:nvSpPr>
          <p:spPr>
            <a:xfrm>
              <a:off x="5866850" y="2535600"/>
              <a:ext cx="24225" cy="12750"/>
            </a:xfrm>
            <a:custGeom>
              <a:avLst/>
              <a:gdLst/>
              <a:ahLst/>
              <a:cxnLst/>
              <a:rect l="l" t="t" r="r" b="b"/>
              <a:pathLst>
                <a:path w="969" h="510" extrusionOk="0">
                  <a:moveTo>
                    <a:pt x="468" y="0"/>
                  </a:moveTo>
                  <a:cubicBezTo>
                    <a:pt x="268" y="0"/>
                    <a:pt x="1" y="134"/>
                    <a:pt x="1" y="134"/>
                  </a:cubicBezTo>
                  <a:lnTo>
                    <a:pt x="1" y="367"/>
                  </a:lnTo>
                  <a:cubicBezTo>
                    <a:pt x="1" y="367"/>
                    <a:pt x="268" y="500"/>
                    <a:pt x="435" y="500"/>
                  </a:cubicBezTo>
                  <a:cubicBezTo>
                    <a:pt x="468" y="507"/>
                    <a:pt x="507" y="510"/>
                    <a:pt x="547" y="510"/>
                  </a:cubicBezTo>
                  <a:cubicBezTo>
                    <a:pt x="709" y="510"/>
                    <a:pt x="902" y="467"/>
                    <a:pt x="902" y="467"/>
                  </a:cubicBezTo>
                  <a:cubicBezTo>
                    <a:pt x="902" y="434"/>
                    <a:pt x="935" y="200"/>
                    <a:pt x="968" y="167"/>
                  </a:cubicBezTo>
                  <a:cubicBezTo>
                    <a:pt x="968" y="167"/>
                    <a:pt x="701" y="33"/>
                    <a:pt x="4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 name="Google Shape;64;p2"/>
            <p:cNvSpPr/>
            <p:nvPr/>
          </p:nvSpPr>
          <p:spPr>
            <a:xfrm>
              <a:off x="5867700" y="2555600"/>
              <a:ext cx="21700" cy="11700"/>
            </a:xfrm>
            <a:custGeom>
              <a:avLst/>
              <a:gdLst/>
              <a:ahLst/>
              <a:cxnLst/>
              <a:rect l="l" t="t" r="r" b="b"/>
              <a:pathLst>
                <a:path w="868" h="468" extrusionOk="0">
                  <a:moveTo>
                    <a:pt x="467" y="1"/>
                  </a:moveTo>
                  <a:cubicBezTo>
                    <a:pt x="334" y="1"/>
                    <a:pt x="134" y="34"/>
                    <a:pt x="134" y="34"/>
                  </a:cubicBezTo>
                  <a:cubicBezTo>
                    <a:pt x="67" y="34"/>
                    <a:pt x="0" y="234"/>
                    <a:pt x="0" y="234"/>
                  </a:cubicBezTo>
                  <a:cubicBezTo>
                    <a:pt x="0" y="234"/>
                    <a:pt x="234" y="468"/>
                    <a:pt x="467" y="468"/>
                  </a:cubicBezTo>
                  <a:cubicBezTo>
                    <a:pt x="634" y="468"/>
                    <a:pt x="868" y="334"/>
                    <a:pt x="868" y="334"/>
                  </a:cubicBezTo>
                  <a:lnTo>
                    <a:pt x="868" y="67"/>
                  </a:lnTo>
                  <a:cubicBezTo>
                    <a:pt x="868" y="67"/>
                    <a:pt x="567" y="1"/>
                    <a:pt x="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 name="Google Shape;65;p2"/>
            <p:cNvSpPr/>
            <p:nvPr/>
          </p:nvSpPr>
          <p:spPr>
            <a:xfrm>
              <a:off x="5871025" y="2579800"/>
              <a:ext cx="18375" cy="12525"/>
            </a:xfrm>
            <a:custGeom>
              <a:avLst/>
              <a:gdLst/>
              <a:ahLst/>
              <a:cxnLst/>
              <a:rect l="l" t="t" r="r" b="b"/>
              <a:pathLst>
                <a:path w="735" h="501" extrusionOk="0">
                  <a:moveTo>
                    <a:pt x="368" y="0"/>
                  </a:moveTo>
                  <a:cubicBezTo>
                    <a:pt x="268" y="0"/>
                    <a:pt x="201" y="33"/>
                    <a:pt x="101" y="67"/>
                  </a:cubicBezTo>
                  <a:cubicBezTo>
                    <a:pt x="34" y="100"/>
                    <a:pt x="1" y="167"/>
                    <a:pt x="1" y="167"/>
                  </a:cubicBezTo>
                  <a:cubicBezTo>
                    <a:pt x="1" y="200"/>
                    <a:pt x="67" y="400"/>
                    <a:pt x="67" y="400"/>
                  </a:cubicBezTo>
                  <a:cubicBezTo>
                    <a:pt x="67" y="400"/>
                    <a:pt x="101" y="434"/>
                    <a:pt x="201" y="434"/>
                  </a:cubicBezTo>
                  <a:cubicBezTo>
                    <a:pt x="268" y="500"/>
                    <a:pt x="368" y="500"/>
                    <a:pt x="401" y="500"/>
                  </a:cubicBezTo>
                  <a:cubicBezTo>
                    <a:pt x="534" y="500"/>
                    <a:pt x="735" y="367"/>
                    <a:pt x="735" y="367"/>
                  </a:cubicBezTo>
                  <a:lnTo>
                    <a:pt x="735" y="100"/>
                  </a:lnTo>
                  <a:cubicBezTo>
                    <a:pt x="735" y="100"/>
                    <a:pt x="501" y="0"/>
                    <a:pt x="3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 name="Google Shape;66;p2"/>
            <p:cNvSpPr/>
            <p:nvPr/>
          </p:nvSpPr>
          <p:spPr>
            <a:xfrm>
              <a:off x="5981100" y="2661525"/>
              <a:ext cx="27550" cy="12525"/>
            </a:xfrm>
            <a:custGeom>
              <a:avLst/>
              <a:gdLst/>
              <a:ahLst/>
              <a:cxnLst/>
              <a:rect l="l" t="t" r="r" b="b"/>
              <a:pathLst>
                <a:path w="1102" h="501" extrusionOk="0">
                  <a:moveTo>
                    <a:pt x="601" y="0"/>
                  </a:moveTo>
                  <a:cubicBezTo>
                    <a:pt x="368" y="0"/>
                    <a:pt x="34" y="67"/>
                    <a:pt x="34" y="67"/>
                  </a:cubicBezTo>
                  <a:lnTo>
                    <a:pt x="1" y="300"/>
                  </a:lnTo>
                  <a:cubicBezTo>
                    <a:pt x="1" y="300"/>
                    <a:pt x="301" y="467"/>
                    <a:pt x="501" y="500"/>
                  </a:cubicBezTo>
                  <a:cubicBezTo>
                    <a:pt x="701" y="500"/>
                    <a:pt x="1035" y="434"/>
                    <a:pt x="1035" y="434"/>
                  </a:cubicBezTo>
                  <a:cubicBezTo>
                    <a:pt x="1102" y="400"/>
                    <a:pt x="1102" y="167"/>
                    <a:pt x="1102" y="167"/>
                  </a:cubicBezTo>
                  <a:cubicBezTo>
                    <a:pt x="1102" y="167"/>
                    <a:pt x="768"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 name="Google Shape;67;p2"/>
            <p:cNvSpPr/>
            <p:nvPr/>
          </p:nvSpPr>
          <p:spPr>
            <a:xfrm>
              <a:off x="5975275" y="2639825"/>
              <a:ext cx="27550" cy="12900"/>
            </a:xfrm>
            <a:custGeom>
              <a:avLst/>
              <a:gdLst/>
              <a:ahLst/>
              <a:cxnLst/>
              <a:rect l="l" t="t" r="r" b="b"/>
              <a:pathLst>
                <a:path w="1102" h="516" extrusionOk="0">
                  <a:moveTo>
                    <a:pt x="201" y="1"/>
                  </a:moveTo>
                  <a:cubicBezTo>
                    <a:pt x="67" y="1"/>
                    <a:pt x="0" y="34"/>
                    <a:pt x="0" y="34"/>
                  </a:cubicBezTo>
                  <a:lnTo>
                    <a:pt x="0" y="301"/>
                  </a:lnTo>
                  <a:lnTo>
                    <a:pt x="167" y="368"/>
                  </a:lnTo>
                  <a:cubicBezTo>
                    <a:pt x="267" y="434"/>
                    <a:pt x="401" y="468"/>
                    <a:pt x="501" y="501"/>
                  </a:cubicBezTo>
                  <a:cubicBezTo>
                    <a:pt x="567" y="512"/>
                    <a:pt x="653" y="516"/>
                    <a:pt x="737" y="516"/>
                  </a:cubicBezTo>
                  <a:cubicBezTo>
                    <a:pt x="905" y="516"/>
                    <a:pt x="1068" y="501"/>
                    <a:pt x="1068" y="501"/>
                  </a:cubicBezTo>
                  <a:cubicBezTo>
                    <a:pt x="1068" y="501"/>
                    <a:pt x="1101" y="301"/>
                    <a:pt x="1068" y="268"/>
                  </a:cubicBezTo>
                  <a:cubicBezTo>
                    <a:pt x="1068" y="268"/>
                    <a:pt x="768" y="34"/>
                    <a:pt x="5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 name="Google Shape;68;p2"/>
            <p:cNvSpPr/>
            <p:nvPr/>
          </p:nvSpPr>
          <p:spPr>
            <a:xfrm>
              <a:off x="5989450" y="2697375"/>
              <a:ext cx="27550" cy="12900"/>
            </a:xfrm>
            <a:custGeom>
              <a:avLst/>
              <a:gdLst/>
              <a:ahLst/>
              <a:cxnLst/>
              <a:rect l="l" t="t" r="r" b="b"/>
              <a:pathLst>
                <a:path w="1102" h="516" extrusionOk="0">
                  <a:moveTo>
                    <a:pt x="768" y="0"/>
                  </a:moveTo>
                  <a:cubicBezTo>
                    <a:pt x="668" y="0"/>
                    <a:pt x="534" y="0"/>
                    <a:pt x="467" y="34"/>
                  </a:cubicBezTo>
                  <a:cubicBezTo>
                    <a:pt x="267" y="67"/>
                    <a:pt x="0" y="234"/>
                    <a:pt x="0" y="234"/>
                  </a:cubicBezTo>
                  <a:lnTo>
                    <a:pt x="34" y="501"/>
                  </a:lnTo>
                  <a:cubicBezTo>
                    <a:pt x="34" y="501"/>
                    <a:pt x="182" y="516"/>
                    <a:pt x="350" y="516"/>
                  </a:cubicBezTo>
                  <a:cubicBezTo>
                    <a:pt x="434" y="516"/>
                    <a:pt x="523" y="512"/>
                    <a:pt x="601" y="501"/>
                  </a:cubicBezTo>
                  <a:cubicBezTo>
                    <a:pt x="668" y="467"/>
                    <a:pt x="801" y="367"/>
                    <a:pt x="868" y="334"/>
                  </a:cubicBezTo>
                  <a:cubicBezTo>
                    <a:pt x="1001" y="234"/>
                    <a:pt x="1035" y="201"/>
                    <a:pt x="1035" y="201"/>
                  </a:cubicBezTo>
                  <a:cubicBezTo>
                    <a:pt x="1101" y="201"/>
                    <a:pt x="968" y="34"/>
                    <a:pt x="9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 name="Google Shape;69;p2"/>
            <p:cNvSpPr/>
            <p:nvPr/>
          </p:nvSpPr>
          <p:spPr>
            <a:xfrm>
              <a:off x="5997800" y="2727400"/>
              <a:ext cx="23350" cy="14100"/>
            </a:xfrm>
            <a:custGeom>
              <a:avLst/>
              <a:gdLst/>
              <a:ahLst/>
              <a:cxnLst/>
              <a:rect l="l" t="t" r="r" b="b"/>
              <a:pathLst>
                <a:path w="934" h="564" extrusionOk="0">
                  <a:moveTo>
                    <a:pt x="834" y="0"/>
                  </a:moveTo>
                  <a:cubicBezTo>
                    <a:pt x="834" y="0"/>
                    <a:pt x="534" y="0"/>
                    <a:pt x="367" y="34"/>
                  </a:cubicBezTo>
                  <a:lnTo>
                    <a:pt x="133" y="167"/>
                  </a:lnTo>
                  <a:cubicBezTo>
                    <a:pt x="100" y="200"/>
                    <a:pt x="0" y="267"/>
                    <a:pt x="0" y="267"/>
                  </a:cubicBezTo>
                  <a:lnTo>
                    <a:pt x="0" y="501"/>
                  </a:lnTo>
                  <a:cubicBezTo>
                    <a:pt x="0" y="501"/>
                    <a:pt x="33" y="534"/>
                    <a:pt x="167" y="534"/>
                  </a:cubicBezTo>
                  <a:cubicBezTo>
                    <a:pt x="211" y="556"/>
                    <a:pt x="256" y="564"/>
                    <a:pt x="298" y="564"/>
                  </a:cubicBezTo>
                  <a:cubicBezTo>
                    <a:pt x="382" y="564"/>
                    <a:pt x="456" y="534"/>
                    <a:pt x="500" y="534"/>
                  </a:cubicBezTo>
                  <a:cubicBezTo>
                    <a:pt x="701" y="467"/>
                    <a:pt x="934" y="300"/>
                    <a:pt x="934" y="300"/>
                  </a:cubicBezTo>
                  <a:cubicBezTo>
                    <a:pt x="934" y="267"/>
                    <a:pt x="867" y="34"/>
                    <a:pt x="8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 name="Google Shape;70;p2"/>
            <p:cNvSpPr/>
            <p:nvPr/>
          </p:nvSpPr>
          <p:spPr>
            <a:xfrm>
              <a:off x="6006950" y="2750000"/>
              <a:ext cx="20875" cy="13275"/>
            </a:xfrm>
            <a:custGeom>
              <a:avLst/>
              <a:gdLst/>
              <a:ahLst/>
              <a:cxnLst/>
              <a:rect l="l" t="t" r="r" b="b"/>
              <a:pathLst>
                <a:path w="835" h="531" extrusionOk="0">
                  <a:moveTo>
                    <a:pt x="521" y="1"/>
                  </a:moveTo>
                  <a:cubicBezTo>
                    <a:pt x="457" y="1"/>
                    <a:pt x="390" y="8"/>
                    <a:pt x="335" y="30"/>
                  </a:cubicBezTo>
                  <a:cubicBezTo>
                    <a:pt x="168" y="97"/>
                    <a:pt x="1" y="297"/>
                    <a:pt x="1" y="297"/>
                  </a:cubicBezTo>
                  <a:lnTo>
                    <a:pt x="134" y="531"/>
                  </a:lnTo>
                  <a:cubicBezTo>
                    <a:pt x="134" y="531"/>
                    <a:pt x="401" y="531"/>
                    <a:pt x="501" y="464"/>
                  </a:cubicBezTo>
                  <a:cubicBezTo>
                    <a:pt x="635" y="431"/>
                    <a:pt x="835" y="264"/>
                    <a:pt x="835" y="264"/>
                  </a:cubicBezTo>
                  <a:cubicBezTo>
                    <a:pt x="835" y="264"/>
                    <a:pt x="768" y="64"/>
                    <a:pt x="768" y="30"/>
                  </a:cubicBezTo>
                  <a:cubicBezTo>
                    <a:pt x="768" y="30"/>
                    <a:pt x="650" y="1"/>
                    <a:pt x="5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 name="Google Shape;71;p2"/>
            <p:cNvSpPr/>
            <p:nvPr/>
          </p:nvSpPr>
          <p:spPr>
            <a:xfrm>
              <a:off x="6026975" y="2785775"/>
              <a:ext cx="21700" cy="12525"/>
            </a:xfrm>
            <a:custGeom>
              <a:avLst/>
              <a:gdLst/>
              <a:ahLst/>
              <a:cxnLst/>
              <a:rect l="l" t="t" r="r" b="b"/>
              <a:pathLst>
                <a:path w="868" h="501" extrusionOk="0">
                  <a:moveTo>
                    <a:pt x="601" y="0"/>
                  </a:moveTo>
                  <a:cubicBezTo>
                    <a:pt x="551" y="17"/>
                    <a:pt x="509" y="17"/>
                    <a:pt x="468" y="17"/>
                  </a:cubicBezTo>
                  <a:cubicBezTo>
                    <a:pt x="426" y="17"/>
                    <a:pt x="384" y="17"/>
                    <a:pt x="334" y="34"/>
                  </a:cubicBezTo>
                  <a:cubicBezTo>
                    <a:pt x="301" y="34"/>
                    <a:pt x="201" y="100"/>
                    <a:pt x="134" y="134"/>
                  </a:cubicBezTo>
                  <a:cubicBezTo>
                    <a:pt x="34" y="167"/>
                    <a:pt x="1" y="200"/>
                    <a:pt x="1" y="200"/>
                  </a:cubicBezTo>
                  <a:lnTo>
                    <a:pt x="1" y="467"/>
                  </a:lnTo>
                  <a:cubicBezTo>
                    <a:pt x="1" y="467"/>
                    <a:pt x="101" y="467"/>
                    <a:pt x="167" y="501"/>
                  </a:cubicBezTo>
                  <a:lnTo>
                    <a:pt x="501" y="501"/>
                  </a:lnTo>
                  <a:cubicBezTo>
                    <a:pt x="668" y="434"/>
                    <a:pt x="868" y="200"/>
                    <a:pt x="868" y="200"/>
                  </a:cubicBezTo>
                  <a:cubicBezTo>
                    <a:pt x="868" y="200"/>
                    <a:pt x="801" y="34"/>
                    <a:pt x="7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 name="Google Shape;72;p2"/>
            <p:cNvSpPr/>
            <p:nvPr/>
          </p:nvSpPr>
          <p:spPr>
            <a:xfrm>
              <a:off x="6014475" y="2405500"/>
              <a:ext cx="15025" cy="12525"/>
            </a:xfrm>
            <a:custGeom>
              <a:avLst/>
              <a:gdLst/>
              <a:ahLst/>
              <a:cxnLst/>
              <a:rect l="l" t="t" r="r" b="b"/>
              <a:pathLst>
                <a:path w="601" h="501" extrusionOk="0">
                  <a:moveTo>
                    <a:pt x="300" y="0"/>
                  </a:moveTo>
                  <a:cubicBezTo>
                    <a:pt x="167" y="0"/>
                    <a:pt x="0" y="134"/>
                    <a:pt x="0" y="134"/>
                  </a:cubicBezTo>
                  <a:lnTo>
                    <a:pt x="0" y="367"/>
                  </a:lnTo>
                  <a:cubicBezTo>
                    <a:pt x="0" y="367"/>
                    <a:pt x="167" y="501"/>
                    <a:pt x="300" y="501"/>
                  </a:cubicBezTo>
                  <a:cubicBezTo>
                    <a:pt x="434" y="501"/>
                    <a:pt x="601" y="367"/>
                    <a:pt x="601" y="367"/>
                  </a:cubicBezTo>
                  <a:lnTo>
                    <a:pt x="601" y="134"/>
                  </a:lnTo>
                  <a:cubicBezTo>
                    <a:pt x="601" y="134"/>
                    <a:pt x="434" y="0"/>
                    <a:pt x="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 name="Google Shape;73;p2"/>
            <p:cNvSpPr/>
            <p:nvPr/>
          </p:nvSpPr>
          <p:spPr>
            <a:xfrm>
              <a:off x="6021150" y="2423000"/>
              <a:ext cx="25875" cy="11700"/>
            </a:xfrm>
            <a:custGeom>
              <a:avLst/>
              <a:gdLst/>
              <a:ahLst/>
              <a:cxnLst/>
              <a:rect l="l" t="t" r="r" b="b"/>
              <a:pathLst>
                <a:path w="1035" h="468" extrusionOk="0">
                  <a:moveTo>
                    <a:pt x="500" y="1"/>
                  </a:moveTo>
                  <a:cubicBezTo>
                    <a:pt x="334" y="1"/>
                    <a:pt x="0" y="134"/>
                    <a:pt x="0" y="134"/>
                  </a:cubicBezTo>
                  <a:lnTo>
                    <a:pt x="0" y="368"/>
                  </a:lnTo>
                  <a:cubicBezTo>
                    <a:pt x="0" y="368"/>
                    <a:pt x="334" y="468"/>
                    <a:pt x="534" y="468"/>
                  </a:cubicBezTo>
                  <a:cubicBezTo>
                    <a:pt x="600" y="468"/>
                    <a:pt x="767" y="435"/>
                    <a:pt x="867" y="334"/>
                  </a:cubicBezTo>
                  <a:cubicBezTo>
                    <a:pt x="934" y="268"/>
                    <a:pt x="1034" y="201"/>
                    <a:pt x="1034" y="201"/>
                  </a:cubicBezTo>
                  <a:cubicBezTo>
                    <a:pt x="1034" y="201"/>
                    <a:pt x="1001" y="1"/>
                    <a:pt x="9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 name="Google Shape;74;p2"/>
            <p:cNvSpPr/>
            <p:nvPr/>
          </p:nvSpPr>
          <p:spPr>
            <a:xfrm>
              <a:off x="6030300" y="2439325"/>
              <a:ext cx="29225" cy="12900"/>
            </a:xfrm>
            <a:custGeom>
              <a:avLst/>
              <a:gdLst/>
              <a:ahLst/>
              <a:cxnLst/>
              <a:rect l="l" t="t" r="r" b="b"/>
              <a:pathLst>
                <a:path w="1169" h="516" extrusionOk="0">
                  <a:moveTo>
                    <a:pt x="636" y="0"/>
                  </a:moveTo>
                  <a:cubicBezTo>
                    <a:pt x="601" y="0"/>
                    <a:pt x="568" y="4"/>
                    <a:pt x="535" y="15"/>
                  </a:cubicBezTo>
                  <a:cubicBezTo>
                    <a:pt x="468" y="15"/>
                    <a:pt x="335" y="48"/>
                    <a:pt x="234" y="48"/>
                  </a:cubicBezTo>
                  <a:lnTo>
                    <a:pt x="68" y="48"/>
                  </a:lnTo>
                  <a:cubicBezTo>
                    <a:pt x="68" y="115"/>
                    <a:pt x="1" y="315"/>
                    <a:pt x="1" y="315"/>
                  </a:cubicBezTo>
                  <a:cubicBezTo>
                    <a:pt x="1" y="315"/>
                    <a:pt x="68" y="382"/>
                    <a:pt x="201" y="449"/>
                  </a:cubicBezTo>
                  <a:cubicBezTo>
                    <a:pt x="335" y="515"/>
                    <a:pt x="501" y="515"/>
                    <a:pt x="635" y="515"/>
                  </a:cubicBezTo>
                  <a:cubicBezTo>
                    <a:pt x="735" y="515"/>
                    <a:pt x="868" y="482"/>
                    <a:pt x="1002" y="382"/>
                  </a:cubicBezTo>
                  <a:cubicBezTo>
                    <a:pt x="1068" y="315"/>
                    <a:pt x="1168" y="282"/>
                    <a:pt x="1168" y="282"/>
                  </a:cubicBezTo>
                  <a:cubicBezTo>
                    <a:pt x="1168" y="215"/>
                    <a:pt x="1068" y="48"/>
                    <a:pt x="1068" y="15"/>
                  </a:cubicBezTo>
                  <a:lnTo>
                    <a:pt x="868" y="15"/>
                  </a:lnTo>
                  <a:cubicBezTo>
                    <a:pt x="779" y="15"/>
                    <a:pt x="705" y="0"/>
                    <a:pt x="6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 name="Google Shape;75;p2"/>
            <p:cNvSpPr/>
            <p:nvPr/>
          </p:nvSpPr>
          <p:spPr>
            <a:xfrm>
              <a:off x="6039475" y="2460525"/>
              <a:ext cx="30050" cy="12550"/>
            </a:xfrm>
            <a:custGeom>
              <a:avLst/>
              <a:gdLst/>
              <a:ahLst/>
              <a:cxnLst/>
              <a:rect l="l" t="t" r="r" b="b"/>
              <a:pathLst>
                <a:path w="1202" h="502" extrusionOk="0">
                  <a:moveTo>
                    <a:pt x="601" y="1"/>
                  </a:moveTo>
                  <a:cubicBezTo>
                    <a:pt x="334" y="1"/>
                    <a:pt x="1" y="134"/>
                    <a:pt x="1" y="134"/>
                  </a:cubicBezTo>
                  <a:lnTo>
                    <a:pt x="1" y="368"/>
                  </a:lnTo>
                  <a:cubicBezTo>
                    <a:pt x="1" y="368"/>
                    <a:pt x="334" y="501"/>
                    <a:pt x="601" y="501"/>
                  </a:cubicBezTo>
                  <a:cubicBezTo>
                    <a:pt x="835" y="501"/>
                    <a:pt x="1168" y="335"/>
                    <a:pt x="1168" y="335"/>
                  </a:cubicBezTo>
                  <a:cubicBezTo>
                    <a:pt x="1202" y="301"/>
                    <a:pt x="1168" y="101"/>
                    <a:pt x="1168" y="34"/>
                  </a:cubicBezTo>
                  <a:cubicBezTo>
                    <a:pt x="1168" y="34"/>
                    <a:pt x="801" y="1"/>
                    <a:pt x="6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 name="Google Shape;76;p2"/>
            <p:cNvSpPr/>
            <p:nvPr/>
          </p:nvSpPr>
          <p:spPr>
            <a:xfrm>
              <a:off x="6157075" y="2473875"/>
              <a:ext cx="23375" cy="11700"/>
            </a:xfrm>
            <a:custGeom>
              <a:avLst/>
              <a:gdLst/>
              <a:ahLst/>
              <a:cxnLst/>
              <a:rect l="l" t="t" r="r" b="b"/>
              <a:pathLst>
                <a:path w="935" h="468" extrusionOk="0">
                  <a:moveTo>
                    <a:pt x="467" y="1"/>
                  </a:moveTo>
                  <a:cubicBezTo>
                    <a:pt x="401" y="1"/>
                    <a:pt x="300" y="67"/>
                    <a:pt x="267" y="67"/>
                  </a:cubicBezTo>
                  <a:lnTo>
                    <a:pt x="134" y="67"/>
                  </a:lnTo>
                  <a:cubicBezTo>
                    <a:pt x="100" y="67"/>
                    <a:pt x="0" y="268"/>
                    <a:pt x="0" y="268"/>
                  </a:cubicBezTo>
                  <a:cubicBezTo>
                    <a:pt x="0" y="268"/>
                    <a:pt x="100" y="334"/>
                    <a:pt x="167" y="401"/>
                  </a:cubicBezTo>
                  <a:cubicBezTo>
                    <a:pt x="300" y="468"/>
                    <a:pt x="434" y="468"/>
                    <a:pt x="501" y="468"/>
                  </a:cubicBezTo>
                  <a:cubicBezTo>
                    <a:pt x="667" y="434"/>
                    <a:pt x="901" y="334"/>
                    <a:pt x="901" y="334"/>
                  </a:cubicBezTo>
                  <a:lnTo>
                    <a:pt x="934" y="134"/>
                  </a:lnTo>
                  <a:lnTo>
                    <a:pt x="767" y="67"/>
                  </a:lnTo>
                  <a:cubicBezTo>
                    <a:pt x="667" y="1"/>
                    <a:pt x="567" y="1"/>
                    <a:pt x="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 name="Google Shape;77;p2"/>
            <p:cNvSpPr/>
            <p:nvPr/>
          </p:nvSpPr>
          <p:spPr>
            <a:xfrm>
              <a:off x="6161250" y="2505575"/>
              <a:ext cx="16700" cy="12750"/>
            </a:xfrm>
            <a:custGeom>
              <a:avLst/>
              <a:gdLst/>
              <a:ahLst/>
              <a:cxnLst/>
              <a:rect l="l" t="t" r="r" b="b"/>
              <a:pathLst>
                <a:path w="668" h="510" extrusionOk="0">
                  <a:moveTo>
                    <a:pt x="300" y="0"/>
                  </a:moveTo>
                  <a:cubicBezTo>
                    <a:pt x="167" y="34"/>
                    <a:pt x="0" y="200"/>
                    <a:pt x="0" y="200"/>
                  </a:cubicBezTo>
                  <a:cubicBezTo>
                    <a:pt x="0" y="234"/>
                    <a:pt x="100" y="467"/>
                    <a:pt x="100" y="467"/>
                  </a:cubicBezTo>
                  <a:cubicBezTo>
                    <a:pt x="100" y="467"/>
                    <a:pt x="228" y="510"/>
                    <a:pt x="348" y="510"/>
                  </a:cubicBezTo>
                  <a:cubicBezTo>
                    <a:pt x="378" y="510"/>
                    <a:pt x="407" y="507"/>
                    <a:pt x="434" y="501"/>
                  </a:cubicBezTo>
                  <a:cubicBezTo>
                    <a:pt x="467" y="501"/>
                    <a:pt x="567" y="467"/>
                    <a:pt x="600" y="401"/>
                  </a:cubicBezTo>
                  <a:lnTo>
                    <a:pt x="667" y="334"/>
                  </a:lnTo>
                  <a:lnTo>
                    <a:pt x="667" y="67"/>
                  </a:lnTo>
                  <a:cubicBezTo>
                    <a:pt x="667" y="67"/>
                    <a:pt x="634" y="34"/>
                    <a:pt x="567" y="34"/>
                  </a:cubicBezTo>
                  <a:cubicBezTo>
                    <a:pt x="467" y="0"/>
                    <a:pt x="400" y="0"/>
                    <a:pt x="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 name="Google Shape;78;p2"/>
            <p:cNvSpPr/>
            <p:nvPr/>
          </p:nvSpPr>
          <p:spPr>
            <a:xfrm>
              <a:off x="6180425" y="2533925"/>
              <a:ext cx="22525" cy="13725"/>
            </a:xfrm>
            <a:custGeom>
              <a:avLst/>
              <a:gdLst/>
              <a:ahLst/>
              <a:cxnLst/>
              <a:rect l="l" t="t" r="r" b="b"/>
              <a:pathLst>
                <a:path w="901" h="549" extrusionOk="0">
                  <a:moveTo>
                    <a:pt x="701" y="0"/>
                  </a:moveTo>
                  <a:cubicBezTo>
                    <a:pt x="701" y="0"/>
                    <a:pt x="667" y="34"/>
                    <a:pt x="567" y="34"/>
                  </a:cubicBezTo>
                  <a:cubicBezTo>
                    <a:pt x="551" y="50"/>
                    <a:pt x="509" y="50"/>
                    <a:pt x="467" y="50"/>
                  </a:cubicBezTo>
                  <a:cubicBezTo>
                    <a:pt x="426" y="50"/>
                    <a:pt x="384" y="50"/>
                    <a:pt x="367" y="67"/>
                  </a:cubicBezTo>
                  <a:cubicBezTo>
                    <a:pt x="300" y="67"/>
                    <a:pt x="200" y="100"/>
                    <a:pt x="134" y="167"/>
                  </a:cubicBezTo>
                  <a:cubicBezTo>
                    <a:pt x="67" y="201"/>
                    <a:pt x="0" y="234"/>
                    <a:pt x="0" y="234"/>
                  </a:cubicBezTo>
                  <a:lnTo>
                    <a:pt x="0" y="501"/>
                  </a:lnTo>
                  <a:cubicBezTo>
                    <a:pt x="0" y="501"/>
                    <a:pt x="67" y="501"/>
                    <a:pt x="167" y="534"/>
                  </a:cubicBezTo>
                  <a:cubicBezTo>
                    <a:pt x="189" y="545"/>
                    <a:pt x="223" y="549"/>
                    <a:pt x="261" y="549"/>
                  </a:cubicBezTo>
                  <a:cubicBezTo>
                    <a:pt x="337" y="549"/>
                    <a:pt x="434" y="534"/>
                    <a:pt x="501" y="534"/>
                  </a:cubicBezTo>
                  <a:cubicBezTo>
                    <a:pt x="567" y="501"/>
                    <a:pt x="701" y="401"/>
                    <a:pt x="801" y="334"/>
                  </a:cubicBezTo>
                  <a:cubicBezTo>
                    <a:pt x="868" y="234"/>
                    <a:pt x="901" y="167"/>
                    <a:pt x="901" y="167"/>
                  </a:cubicBezTo>
                  <a:cubicBezTo>
                    <a:pt x="901" y="100"/>
                    <a:pt x="734" y="0"/>
                    <a:pt x="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 name="Google Shape;79;p2"/>
            <p:cNvSpPr/>
            <p:nvPr/>
          </p:nvSpPr>
          <p:spPr>
            <a:xfrm>
              <a:off x="6196275" y="2556075"/>
              <a:ext cx="25025" cy="13275"/>
            </a:xfrm>
            <a:custGeom>
              <a:avLst/>
              <a:gdLst/>
              <a:ahLst/>
              <a:cxnLst/>
              <a:rect l="l" t="t" r="r" b="b"/>
              <a:pathLst>
                <a:path w="1001" h="531" extrusionOk="0">
                  <a:moveTo>
                    <a:pt x="604" y="0"/>
                  </a:moveTo>
                  <a:cubicBezTo>
                    <a:pt x="530" y="0"/>
                    <a:pt x="456" y="4"/>
                    <a:pt x="400" y="15"/>
                  </a:cubicBezTo>
                  <a:lnTo>
                    <a:pt x="167" y="148"/>
                  </a:lnTo>
                  <a:lnTo>
                    <a:pt x="0" y="215"/>
                  </a:lnTo>
                  <a:lnTo>
                    <a:pt x="0" y="482"/>
                  </a:lnTo>
                  <a:cubicBezTo>
                    <a:pt x="0" y="482"/>
                    <a:pt x="67" y="515"/>
                    <a:pt x="200" y="515"/>
                  </a:cubicBezTo>
                  <a:cubicBezTo>
                    <a:pt x="222" y="527"/>
                    <a:pt x="252" y="530"/>
                    <a:pt x="287" y="530"/>
                  </a:cubicBezTo>
                  <a:cubicBezTo>
                    <a:pt x="356" y="530"/>
                    <a:pt x="445" y="515"/>
                    <a:pt x="534" y="515"/>
                  </a:cubicBezTo>
                  <a:cubicBezTo>
                    <a:pt x="701" y="449"/>
                    <a:pt x="934" y="282"/>
                    <a:pt x="934" y="282"/>
                  </a:cubicBezTo>
                  <a:cubicBezTo>
                    <a:pt x="1001" y="215"/>
                    <a:pt x="934" y="15"/>
                    <a:pt x="901" y="15"/>
                  </a:cubicBezTo>
                  <a:cubicBezTo>
                    <a:pt x="901" y="15"/>
                    <a:pt x="752" y="0"/>
                    <a:pt x="6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 name="Google Shape;80;p2"/>
            <p:cNvSpPr/>
            <p:nvPr/>
          </p:nvSpPr>
          <p:spPr>
            <a:xfrm>
              <a:off x="6225450" y="2571925"/>
              <a:ext cx="22550" cy="13275"/>
            </a:xfrm>
            <a:custGeom>
              <a:avLst/>
              <a:gdLst/>
              <a:ahLst/>
              <a:cxnLst/>
              <a:rect l="l" t="t" r="r" b="b"/>
              <a:pathLst>
                <a:path w="902" h="531" extrusionOk="0">
                  <a:moveTo>
                    <a:pt x="563" y="0"/>
                  </a:moveTo>
                  <a:cubicBezTo>
                    <a:pt x="493" y="0"/>
                    <a:pt x="423" y="4"/>
                    <a:pt x="367" y="15"/>
                  </a:cubicBezTo>
                  <a:lnTo>
                    <a:pt x="101" y="148"/>
                  </a:lnTo>
                  <a:cubicBezTo>
                    <a:pt x="34" y="182"/>
                    <a:pt x="1" y="215"/>
                    <a:pt x="1" y="215"/>
                  </a:cubicBezTo>
                  <a:lnTo>
                    <a:pt x="1" y="482"/>
                  </a:lnTo>
                  <a:cubicBezTo>
                    <a:pt x="1" y="482"/>
                    <a:pt x="34" y="515"/>
                    <a:pt x="167" y="515"/>
                  </a:cubicBezTo>
                  <a:cubicBezTo>
                    <a:pt x="201" y="526"/>
                    <a:pt x="238" y="530"/>
                    <a:pt x="276" y="530"/>
                  </a:cubicBezTo>
                  <a:cubicBezTo>
                    <a:pt x="353" y="530"/>
                    <a:pt x="434" y="515"/>
                    <a:pt x="501" y="515"/>
                  </a:cubicBezTo>
                  <a:cubicBezTo>
                    <a:pt x="701" y="415"/>
                    <a:pt x="901" y="248"/>
                    <a:pt x="901" y="248"/>
                  </a:cubicBezTo>
                  <a:cubicBezTo>
                    <a:pt x="901" y="215"/>
                    <a:pt x="868" y="15"/>
                    <a:pt x="834" y="15"/>
                  </a:cubicBezTo>
                  <a:cubicBezTo>
                    <a:pt x="834" y="15"/>
                    <a:pt x="701" y="0"/>
                    <a:pt x="5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 name="Google Shape;81;p2"/>
            <p:cNvSpPr/>
            <p:nvPr/>
          </p:nvSpPr>
          <p:spPr>
            <a:xfrm>
              <a:off x="4955375" y="1038675"/>
              <a:ext cx="507925" cy="345025"/>
            </a:xfrm>
            <a:custGeom>
              <a:avLst/>
              <a:gdLst/>
              <a:ahLst/>
              <a:cxnLst/>
              <a:rect l="l" t="t" r="r" b="b"/>
              <a:pathLst>
                <a:path w="20317" h="13801" extrusionOk="0">
                  <a:moveTo>
                    <a:pt x="167" y="0"/>
                  </a:moveTo>
                  <a:cubicBezTo>
                    <a:pt x="81" y="0"/>
                    <a:pt x="1" y="60"/>
                    <a:pt x="1" y="201"/>
                  </a:cubicBezTo>
                  <a:lnTo>
                    <a:pt x="1" y="568"/>
                  </a:lnTo>
                  <a:cubicBezTo>
                    <a:pt x="34" y="835"/>
                    <a:pt x="1" y="1168"/>
                    <a:pt x="34" y="1569"/>
                  </a:cubicBezTo>
                  <a:cubicBezTo>
                    <a:pt x="34" y="2469"/>
                    <a:pt x="201" y="3637"/>
                    <a:pt x="701" y="4904"/>
                  </a:cubicBezTo>
                  <a:cubicBezTo>
                    <a:pt x="1168" y="6205"/>
                    <a:pt x="2135" y="7506"/>
                    <a:pt x="3370" y="8407"/>
                  </a:cubicBezTo>
                  <a:cubicBezTo>
                    <a:pt x="4637" y="9341"/>
                    <a:pt x="6038" y="9908"/>
                    <a:pt x="7306" y="10308"/>
                  </a:cubicBezTo>
                  <a:cubicBezTo>
                    <a:pt x="9808" y="11109"/>
                    <a:pt x="13110" y="11509"/>
                    <a:pt x="15645" y="12143"/>
                  </a:cubicBezTo>
                  <a:cubicBezTo>
                    <a:pt x="16946" y="12477"/>
                    <a:pt x="18013" y="12843"/>
                    <a:pt x="18781" y="13177"/>
                  </a:cubicBezTo>
                  <a:cubicBezTo>
                    <a:pt x="19148" y="13344"/>
                    <a:pt x="19448" y="13477"/>
                    <a:pt x="19648" y="13611"/>
                  </a:cubicBezTo>
                  <a:cubicBezTo>
                    <a:pt x="19815" y="13711"/>
                    <a:pt x="19948" y="13777"/>
                    <a:pt x="19948" y="13777"/>
                  </a:cubicBezTo>
                  <a:cubicBezTo>
                    <a:pt x="19986" y="13793"/>
                    <a:pt x="20021" y="13801"/>
                    <a:pt x="20054" y="13801"/>
                  </a:cubicBezTo>
                  <a:cubicBezTo>
                    <a:pt x="20226" y="13801"/>
                    <a:pt x="20316" y="13596"/>
                    <a:pt x="20148" y="13344"/>
                  </a:cubicBezTo>
                  <a:cubicBezTo>
                    <a:pt x="20148" y="13344"/>
                    <a:pt x="20048" y="13244"/>
                    <a:pt x="19848" y="13144"/>
                  </a:cubicBezTo>
                  <a:cubicBezTo>
                    <a:pt x="19648" y="12977"/>
                    <a:pt x="19348" y="12843"/>
                    <a:pt x="18981" y="12643"/>
                  </a:cubicBezTo>
                  <a:cubicBezTo>
                    <a:pt x="18180" y="12243"/>
                    <a:pt x="17113" y="11809"/>
                    <a:pt x="15812" y="11476"/>
                  </a:cubicBezTo>
                  <a:cubicBezTo>
                    <a:pt x="13210" y="10742"/>
                    <a:pt x="9941" y="10242"/>
                    <a:pt x="7506" y="9508"/>
                  </a:cubicBezTo>
                  <a:cubicBezTo>
                    <a:pt x="6305" y="9141"/>
                    <a:pt x="4937" y="8640"/>
                    <a:pt x="3770" y="7807"/>
                  </a:cubicBezTo>
                  <a:cubicBezTo>
                    <a:pt x="2602" y="6973"/>
                    <a:pt x="1668" y="5805"/>
                    <a:pt x="1168" y="4638"/>
                  </a:cubicBezTo>
                  <a:cubicBezTo>
                    <a:pt x="668" y="3470"/>
                    <a:pt x="468" y="2336"/>
                    <a:pt x="434" y="1502"/>
                  </a:cubicBezTo>
                  <a:cubicBezTo>
                    <a:pt x="367" y="1068"/>
                    <a:pt x="367" y="735"/>
                    <a:pt x="367" y="535"/>
                  </a:cubicBezTo>
                  <a:lnTo>
                    <a:pt x="367" y="201"/>
                  </a:lnTo>
                  <a:cubicBezTo>
                    <a:pt x="367" y="77"/>
                    <a:pt x="264"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 name="Google Shape;82;p2"/>
            <p:cNvSpPr/>
            <p:nvPr/>
          </p:nvSpPr>
          <p:spPr>
            <a:xfrm>
              <a:off x="6092025" y="787675"/>
              <a:ext cx="145950" cy="316075"/>
            </a:xfrm>
            <a:custGeom>
              <a:avLst/>
              <a:gdLst/>
              <a:ahLst/>
              <a:cxnLst/>
              <a:rect l="l" t="t" r="r" b="b"/>
              <a:pathLst>
                <a:path w="5838" h="12643" extrusionOk="0">
                  <a:moveTo>
                    <a:pt x="234" y="0"/>
                  </a:moveTo>
                  <a:cubicBezTo>
                    <a:pt x="67" y="0"/>
                    <a:pt x="0" y="334"/>
                    <a:pt x="167" y="367"/>
                  </a:cubicBezTo>
                  <a:cubicBezTo>
                    <a:pt x="167" y="367"/>
                    <a:pt x="234" y="367"/>
                    <a:pt x="367" y="401"/>
                  </a:cubicBezTo>
                  <a:cubicBezTo>
                    <a:pt x="434" y="467"/>
                    <a:pt x="668" y="501"/>
                    <a:pt x="868" y="567"/>
                  </a:cubicBezTo>
                  <a:cubicBezTo>
                    <a:pt x="1268" y="734"/>
                    <a:pt x="1902" y="934"/>
                    <a:pt x="2502" y="1368"/>
                  </a:cubicBezTo>
                  <a:cubicBezTo>
                    <a:pt x="3069" y="1768"/>
                    <a:pt x="3670" y="2335"/>
                    <a:pt x="4037" y="3036"/>
                  </a:cubicBezTo>
                  <a:cubicBezTo>
                    <a:pt x="4404" y="3703"/>
                    <a:pt x="4670" y="4437"/>
                    <a:pt x="4770" y="5171"/>
                  </a:cubicBezTo>
                  <a:cubicBezTo>
                    <a:pt x="5071" y="6538"/>
                    <a:pt x="5104" y="8406"/>
                    <a:pt x="5204" y="9907"/>
                  </a:cubicBezTo>
                  <a:cubicBezTo>
                    <a:pt x="5237" y="10675"/>
                    <a:pt x="5271" y="11342"/>
                    <a:pt x="5338" y="11809"/>
                  </a:cubicBezTo>
                  <a:cubicBezTo>
                    <a:pt x="5371" y="12243"/>
                    <a:pt x="5404" y="12543"/>
                    <a:pt x="5404" y="12543"/>
                  </a:cubicBezTo>
                  <a:cubicBezTo>
                    <a:pt x="5421" y="12609"/>
                    <a:pt x="5504" y="12643"/>
                    <a:pt x="5596" y="12643"/>
                  </a:cubicBezTo>
                  <a:cubicBezTo>
                    <a:pt x="5688" y="12643"/>
                    <a:pt x="5788" y="12609"/>
                    <a:pt x="5838" y="12543"/>
                  </a:cubicBezTo>
                  <a:cubicBezTo>
                    <a:pt x="5838" y="12543"/>
                    <a:pt x="5771" y="12243"/>
                    <a:pt x="5771" y="11775"/>
                  </a:cubicBezTo>
                  <a:lnTo>
                    <a:pt x="5771" y="9907"/>
                  </a:lnTo>
                  <a:cubicBezTo>
                    <a:pt x="5771" y="8406"/>
                    <a:pt x="5838" y="6538"/>
                    <a:pt x="5538" y="5037"/>
                  </a:cubicBezTo>
                  <a:cubicBezTo>
                    <a:pt x="5371" y="4270"/>
                    <a:pt x="5104" y="3436"/>
                    <a:pt x="4604" y="2702"/>
                  </a:cubicBezTo>
                  <a:cubicBezTo>
                    <a:pt x="4170" y="1902"/>
                    <a:pt x="3436" y="1335"/>
                    <a:pt x="2769" y="901"/>
                  </a:cubicBezTo>
                  <a:cubicBezTo>
                    <a:pt x="2102" y="501"/>
                    <a:pt x="1435" y="267"/>
                    <a:pt x="1001" y="167"/>
                  </a:cubicBezTo>
                  <a:cubicBezTo>
                    <a:pt x="768" y="67"/>
                    <a:pt x="567" y="67"/>
                    <a:pt x="434" y="34"/>
                  </a:cubicBezTo>
                  <a:cubicBezTo>
                    <a:pt x="334" y="0"/>
                    <a:pt x="234"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 name="Google Shape;83;p2"/>
            <p:cNvSpPr/>
            <p:nvPr/>
          </p:nvSpPr>
          <p:spPr>
            <a:xfrm>
              <a:off x="5761675" y="2832800"/>
              <a:ext cx="521525" cy="427750"/>
            </a:xfrm>
            <a:custGeom>
              <a:avLst/>
              <a:gdLst/>
              <a:ahLst/>
              <a:cxnLst/>
              <a:rect l="l" t="t" r="r" b="b"/>
              <a:pathLst>
                <a:path w="20861" h="17110" extrusionOk="0">
                  <a:moveTo>
                    <a:pt x="193" y="1"/>
                  </a:moveTo>
                  <a:cubicBezTo>
                    <a:pt x="90" y="1"/>
                    <a:pt x="1" y="85"/>
                    <a:pt x="38" y="254"/>
                  </a:cubicBezTo>
                  <a:cubicBezTo>
                    <a:pt x="38" y="254"/>
                    <a:pt x="72" y="388"/>
                    <a:pt x="105" y="621"/>
                  </a:cubicBezTo>
                  <a:cubicBezTo>
                    <a:pt x="138" y="755"/>
                    <a:pt x="172" y="855"/>
                    <a:pt x="238" y="1021"/>
                  </a:cubicBezTo>
                  <a:cubicBezTo>
                    <a:pt x="305" y="1222"/>
                    <a:pt x="372" y="1388"/>
                    <a:pt x="439" y="1588"/>
                  </a:cubicBezTo>
                  <a:cubicBezTo>
                    <a:pt x="772" y="2422"/>
                    <a:pt x="1339" y="3490"/>
                    <a:pt x="2173" y="4591"/>
                  </a:cubicBezTo>
                  <a:cubicBezTo>
                    <a:pt x="3841" y="6792"/>
                    <a:pt x="6410" y="9027"/>
                    <a:pt x="8578" y="10628"/>
                  </a:cubicBezTo>
                  <a:cubicBezTo>
                    <a:pt x="10746" y="12229"/>
                    <a:pt x="13615" y="13997"/>
                    <a:pt x="16083" y="15198"/>
                  </a:cubicBezTo>
                  <a:cubicBezTo>
                    <a:pt x="17284" y="15832"/>
                    <a:pt x="18418" y="16299"/>
                    <a:pt x="19219" y="16633"/>
                  </a:cubicBezTo>
                  <a:cubicBezTo>
                    <a:pt x="19986" y="16933"/>
                    <a:pt x="20486" y="17100"/>
                    <a:pt x="20486" y="17100"/>
                  </a:cubicBezTo>
                  <a:cubicBezTo>
                    <a:pt x="20515" y="17106"/>
                    <a:pt x="20543" y="17109"/>
                    <a:pt x="20568" y="17109"/>
                  </a:cubicBezTo>
                  <a:cubicBezTo>
                    <a:pt x="20802" y="17109"/>
                    <a:pt x="20861" y="16847"/>
                    <a:pt x="20620" y="16666"/>
                  </a:cubicBezTo>
                  <a:cubicBezTo>
                    <a:pt x="20620" y="16666"/>
                    <a:pt x="20153" y="16499"/>
                    <a:pt x="19385" y="16166"/>
                  </a:cubicBezTo>
                  <a:cubicBezTo>
                    <a:pt x="18585" y="15832"/>
                    <a:pt x="17484" y="15298"/>
                    <a:pt x="16317" y="14664"/>
                  </a:cubicBezTo>
                  <a:cubicBezTo>
                    <a:pt x="13915" y="13397"/>
                    <a:pt x="11113" y="11596"/>
                    <a:pt x="8978" y="9994"/>
                  </a:cubicBezTo>
                  <a:cubicBezTo>
                    <a:pt x="6910" y="8460"/>
                    <a:pt x="4275" y="6292"/>
                    <a:pt x="2607" y="4224"/>
                  </a:cubicBezTo>
                  <a:cubicBezTo>
                    <a:pt x="1739" y="3190"/>
                    <a:pt x="1139" y="2156"/>
                    <a:pt x="805" y="1422"/>
                  </a:cubicBezTo>
                  <a:cubicBezTo>
                    <a:pt x="739" y="1255"/>
                    <a:pt x="639" y="1088"/>
                    <a:pt x="605" y="921"/>
                  </a:cubicBezTo>
                  <a:cubicBezTo>
                    <a:pt x="572" y="755"/>
                    <a:pt x="505" y="621"/>
                    <a:pt x="472" y="488"/>
                  </a:cubicBezTo>
                  <a:cubicBezTo>
                    <a:pt x="439" y="288"/>
                    <a:pt x="405" y="154"/>
                    <a:pt x="405" y="154"/>
                  </a:cubicBezTo>
                  <a:cubicBezTo>
                    <a:pt x="361" y="52"/>
                    <a:pt x="273" y="1"/>
                    <a:pt x="1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 name="Google Shape;84;p2"/>
            <p:cNvSpPr/>
            <p:nvPr/>
          </p:nvSpPr>
          <p:spPr>
            <a:xfrm>
              <a:off x="4604300" y="431575"/>
              <a:ext cx="155125" cy="37550"/>
            </a:xfrm>
            <a:custGeom>
              <a:avLst/>
              <a:gdLst/>
              <a:ahLst/>
              <a:cxnLst/>
              <a:rect l="l" t="t" r="r" b="b"/>
              <a:pathLst>
                <a:path w="6205" h="1502" extrusionOk="0">
                  <a:moveTo>
                    <a:pt x="4537" y="1"/>
                  </a:moveTo>
                  <a:cubicBezTo>
                    <a:pt x="4370" y="1"/>
                    <a:pt x="4203" y="68"/>
                    <a:pt x="4036" y="68"/>
                  </a:cubicBezTo>
                  <a:cubicBezTo>
                    <a:pt x="3703" y="101"/>
                    <a:pt x="3336" y="134"/>
                    <a:pt x="3036" y="201"/>
                  </a:cubicBezTo>
                  <a:cubicBezTo>
                    <a:pt x="2469" y="301"/>
                    <a:pt x="1701" y="535"/>
                    <a:pt x="1134" y="735"/>
                  </a:cubicBezTo>
                  <a:cubicBezTo>
                    <a:pt x="534" y="935"/>
                    <a:pt x="67" y="1102"/>
                    <a:pt x="67" y="1102"/>
                  </a:cubicBezTo>
                  <a:cubicBezTo>
                    <a:pt x="0" y="1135"/>
                    <a:pt x="67" y="1435"/>
                    <a:pt x="167" y="1502"/>
                  </a:cubicBezTo>
                  <a:cubicBezTo>
                    <a:pt x="167" y="1502"/>
                    <a:pt x="601" y="1435"/>
                    <a:pt x="1234" y="1302"/>
                  </a:cubicBezTo>
                  <a:cubicBezTo>
                    <a:pt x="1835" y="1202"/>
                    <a:pt x="2569" y="1068"/>
                    <a:pt x="3169" y="935"/>
                  </a:cubicBezTo>
                  <a:cubicBezTo>
                    <a:pt x="3436" y="902"/>
                    <a:pt x="3803" y="868"/>
                    <a:pt x="4136" y="768"/>
                  </a:cubicBezTo>
                  <a:lnTo>
                    <a:pt x="4637" y="635"/>
                  </a:lnTo>
                  <a:cubicBezTo>
                    <a:pt x="4804" y="635"/>
                    <a:pt x="4904" y="601"/>
                    <a:pt x="5070" y="601"/>
                  </a:cubicBezTo>
                  <a:cubicBezTo>
                    <a:pt x="5671" y="501"/>
                    <a:pt x="6138" y="435"/>
                    <a:pt x="6138" y="435"/>
                  </a:cubicBezTo>
                  <a:cubicBezTo>
                    <a:pt x="6171" y="435"/>
                    <a:pt x="6205" y="68"/>
                    <a:pt x="6138" y="68"/>
                  </a:cubicBezTo>
                  <a:cubicBezTo>
                    <a:pt x="6138" y="68"/>
                    <a:pt x="5671" y="1"/>
                    <a:pt x="50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 name="Google Shape;85;p2"/>
            <p:cNvSpPr/>
            <p:nvPr/>
          </p:nvSpPr>
          <p:spPr>
            <a:xfrm>
              <a:off x="4511725" y="495800"/>
              <a:ext cx="47550" cy="58750"/>
            </a:xfrm>
            <a:custGeom>
              <a:avLst/>
              <a:gdLst/>
              <a:ahLst/>
              <a:cxnLst/>
              <a:rect l="l" t="t" r="r" b="b"/>
              <a:pathLst>
                <a:path w="1902" h="2350" extrusionOk="0">
                  <a:moveTo>
                    <a:pt x="1702" y="0"/>
                  </a:moveTo>
                  <a:cubicBezTo>
                    <a:pt x="1702" y="0"/>
                    <a:pt x="1668" y="0"/>
                    <a:pt x="1568" y="34"/>
                  </a:cubicBezTo>
                  <a:cubicBezTo>
                    <a:pt x="1502" y="67"/>
                    <a:pt x="1368" y="134"/>
                    <a:pt x="1235" y="201"/>
                  </a:cubicBezTo>
                  <a:cubicBezTo>
                    <a:pt x="1001" y="334"/>
                    <a:pt x="701" y="567"/>
                    <a:pt x="501" y="834"/>
                  </a:cubicBezTo>
                  <a:cubicBezTo>
                    <a:pt x="267" y="1068"/>
                    <a:pt x="101" y="1468"/>
                    <a:pt x="67" y="1735"/>
                  </a:cubicBezTo>
                  <a:cubicBezTo>
                    <a:pt x="1" y="1902"/>
                    <a:pt x="1" y="2035"/>
                    <a:pt x="1" y="2135"/>
                  </a:cubicBezTo>
                  <a:lnTo>
                    <a:pt x="1" y="2302"/>
                  </a:lnTo>
                  <a:cubicBezTo>
                    <a:pt x="1" y="2326"/>
                    <a:pt x="134" y="2349"/>
                    <a:pt x="236" y="2349"/>
                  </a:cubicBezTo>
                  <a:cubicBezTo>
                    <a:pt x="278" y="2349"/>
                    <a:pt x="315" y="2345"/>
                    <a:pt x="334" y="2335"/>
                  </a:cubicBezTo>
                  <a:cubicBezTo>
                    <a:pt x="334" y="2335"/>
                    <a:pt x="367" y="2302"/>
                    <a:pt x="401" y="2202"/>
                  </a:cubicBezTo>
                  <a:cubicBezTo>
                    <a:pt x="434" y="2135"/>
                    <a:pt x="501" y="2035"/>
                    <a:pt x="568" y="1902"/>
                  </a:cubicBezTo>
                  <a:cubicBezTo>
                    <a:pt x="701" y="1668"/>
                    <a:pt x="868" y="1468"/>
                    <a:pt x="1035" y="1235"/>
                  </a:cubicBezTo>
                  <a:cubicBezTo>
                    <a:pt x="1201" y="1068"/>
                    <a:pt x="1368" y="834"/>
                    <a:pt x="1568" y="634"/>
                  </a:cubicBezTo>
                  <a:cubicBezTo>
                    <a:pt x="1668" y="534"/>
                    <a:pt x="1768" y="467"/>
                    <a:pt x="1835" y="367"/>
                  </a:cubicBezTo>
                  <a:lnTo>
                    <a:pt x="1902" y="301"/>
                  </a:lnTo>
                  <a:cubicBezTo>
                    <a:pt x="1902" y="301"/>
                    <a:pt x="1735" y="0"/>
                    <a:pt x="17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 name="Google Shape;86;p2"/>
            <p:cNvSpPr/>
            <p:nvPr/>
          </p:nvSpPr>
          <p:spPr>
            <a:xfrm>
              <a:off x="4449175" y="608075"/>
              <a:ext cx="35775" cy="79550"/>
            </a:xfrm>
            <a:custGeom>
              <a:avLst/>
              <a:gdLst/>
              <a:ahLst/>
              <a:cxnLst/>
              <a:rect l="l" t="t" r="r" b="b"/>
              <a:pathLst>
                <a:path w="1431" h="3182" extrusionOk="0">
                  <a:moveTo>
                    <a:pt x="1135" y="1"/>
                  </a:moveTo>
                  <a:cubicBezTo>
                    <a:pt x="1121" y="1"/>
                    <a:pt x="1110" y="4"/>
                    <a:pt x="1102" y="13"/>
                  </a:cubicBezTo>
                  <a:cubicBezTo>
                    <a:pt x="1102" y="13"/>
                    <a:pt x="935" y="179"/>
                    <a:pt x="735" y="446"/>
                  </a:cubicBezTo>
                  <a:cubicBezTo>
                    <a:pt x="601" y="580"/>
                    <a:pt x="534" y="746"/>
                    <a:pt x="434" y="913"/>
                  </a:cubicBezTo>
                  <a:cubicBezTo>
                    <a:pt x="368" y="1080"/>
                    <a:pt x="268" y="1247"/>
                    <a:pt x="234" y="1414"/>
                  </a:cubicBezTo>
                  <a:cubicBezTo>
                    <a:pt x="67" y="2047"/>
                    <a:pt x="1" y="3048"/>
                    <a:pt x="1" y="3048"/>
                  </a:cubicBezTo>
                  <a:cubicBezTo>
                    <a:pt x="1" y="3081"/>
                    <a:pt x="268" y="3182"/>
                    <a:pt x="368" y="3182"/>
                  </a:cubicBezTo>
                  <a:cubicBezTo>
                    <a:pt x="368" y="3182"/>
                    <a:pt x="735" y="2248"/>
                    <a:pt x="935" y="1680"/>
                  </a:cubicBezTo>
                  <a:cubicBezTo>
                    <a:pt x="1035" y="1547"/>
                    <a:pt x="1068" y="1380"/>
                    <a:pt x="1102" y="1213"/>
                  </a:cubicBezTo>
                  <a:cubicBezTo>
                    <a:pt x="1168" y="1047"/>
                    <a:pt x="1202" y="847"/>
                    <a:pt x="1235" y="713"/>
                  </a:cubicBezTo>
                  <a:lnTo>
                    <a:pt x="1402" y="213"/>
                  </a:lnTo>
                  <a:cubicBezTo>
                    <a:pt x="1431" y="184"/>
                    <a:pt x="1230" y="1"/>
                    <a:pt x="1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 name="Google Shape;87;p2"/>
            <p:cNvSpPr/>
            <p:nvPr/>
          </p:nvSpPr>
          <p:spPr>
            <a:xfrm>
              <a:off x="4414150" y="771275"/>
              <a:ext cx="40900" cy="147350"/>
            </a:xfrm>
            <a:custGeom>
              <a:avLst/>
              <a:gdLst/>
              <a:ahLst/>
              <a:cxnLst/>
              <a:rect l="l" t="t" r="r" b="b"/>
              <a:pathLst>
                <a:path w="1636" h="5894" extrusionOk="0">
                  <a:moveTo>
                    <a:pt x="1104" y="1"/>
                  </a:moveTo>
                  <a:cubicBezTo>
                    <a:pt x="998" y="1"/>
                    <a:pt x="801" y="71"/>
                    <a:pt x="801" y="123"/>
                  </a:cubicBezTo>
                  <a:cubicBezTo>
                    <a:pt x="801" y="123"/>
                    <a:pt x="801" y="223"/>
                    <a:pt x="835" y="390"/>
                  </a:cubicBezTo>
                  <a:cubicBezTo>
                    <a:pt x="868" y="556"/>
                    <a:pt x="935" y="823"/>
                    <a:pt x="935" y="1123"/>
                  </a:cubicBezTo>
                  <a:cubicBezTo>
                    <a:pt x="968" y="1690"/>
                    <a:pt x="901" y="2391"/>
                    <a:pt x="835" y="2958"/>
                  </a:cubicBezTo>
                  <a:cubicBezTo>
                    <a:pt x="768" y="3492"/>
                    <a:pt x="635" y="4192"/>
                    <a:pt x="434" y="4726"/>
                  </a:cubicBezTo>
                  <a:cubicBezTo>
                    <a:pt x="334" y="5026"/>
                    <a:pt x="234" y="5226"/>
                    <a:pt x="134" y="5393"/>
                  </a:cubicBezTo>
                  <a:lnTo>
                    <a:pt x="1" y="5660"/>
                  </a:lnTo>
                  <a:cubicBezTo>
                    <a:pt x="1" y="5693"/>
                    <a:pt x="268" y="5860"/>
                    <a:pt x="334" y="5893"/>
                  </a:cubicBezTo>
                  <a:cubicBezTo>
                    <a:pt x="334" y="5893"/>
                    <a:pt x="368" y="5827"/>
                    <a:pt x="501" y="5660"/>
                  </a:cubicBezTo>
                  <a:cubicBezTo>
                    <a:pt x="635" y="5493"/>
                    <a:pt x="801" y="5293"/>
                    <a:pt x="935" y="4993"/>
                  </a:cubicBezTo>
                  <a:cubicBezTo>
                    <a:pt x="1202" y="4459"/>
                    <a:pt x="1468" y="3692"/>
                    <a:pt x="1535" y="3058"/>
                  </a:cubicBezTo>
                  <a:cubicBezTo>
                    <a:pt x="1635" y="2491"/>
                    <a:pt x="1635" y="1690"/>
                    <a:pt x="1468" y="1057"/>
                  </a:cubicBezTo>
                  <a:cubicBezTo>
                    <a:pt x="1435" y="790"/>
                    <a:pt x="1302" y="490"/>
                    <a:pt x="1268" y="323"/>
                  </a:cubicBezTo>
                  <a:cubicBezTo>
                    <a:pt x="1235" y="156"/>
                    <a:pt x="1168" y="23"/>
                    <a:pt x="1168" y="23"/>
                  </a:cubicBezTo>
                  <a:cubicBezTo>
                    <a:pt x="1161" y="7"/>
                    <a:pt x="1137" y="1"/>
                    <a:pt x="11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 name="Google Shape;88;p2"/>
            <p:cNvSpPr/>
            <p:nvPr/>
          </p:nvSpPr>
          <p:spPr>
            <a:xfrm>
              <a:off x="4380800" y="1247875"/>
              <a:ext cx="75900" cy="81875"/>
            </a:xfrm>
            <a:custGeom>
              <a:avLst/>
              <a:gdLst/>
              <a:ahLst/>
              <a:cxnLst/>
              <a:rect l="l" t="t" r="r" b="b"/>
              <a:pathLst>
                <a:path w="3036" h="3275" extrusionOk="0">
                  <a:moveTo>
                    <a:pt x="323" y="0"/>
                  </a:moveTo>
                  <a:cubicBezTo>
                    <a:pt x="265" y="0"/>
                    <a:pt x="0" y="109"/>
                    <a:pt x="0" y="139"/>
                  </a:cubicBezTo>
                  <a:cubicBezTo>
                    <a:pt x="0" y="139"/>
                    <a:pt x="0" y="239"/>
                    <a:pt x="67" y="339"/>
                  </a:cubicBezTo>
                  <a:cubicBezTo>
                    <a:pt x="101" y="473"/>
                    <a:pt x="134" y="639"/>
                    <a:pt x="234" y="840"/>
                  </a:cubicBezTo>
                  <a:cubicBezTo>
                    <a:pt x="334" y="1273"/>
                    <a:pt x="634" y="1774"/>
                    <a:pt x="934" y="2107"/>
                  </a:cubicBezTo>
                  <a:cubicBezTo>
                    <a:pt x="1235" y="2441"/>
                    <a:pt x="1668" y="2808"/>
                    <a:pt x="2102" y="2974"/>
                  </a:cubicBezTo>
                  <a:cubicBezTo>
                    <a:pt x="2269" y="3108"/>
                    <a:pt x="2469" y="3141"/>
                    <a:pt x="2602" y="3175"/>
                  </a:cubicBezTo>
                  <a:cubicBezTo>
                    <a:pt x="2736" y="3241"/>
                    <a:pt x="2802" y="3275"/>
                    <a:pt x="2802" y="3275"/>
                  </a:cubicBezTo>
                  <a:cubicBezTo>
                    <a:pt x="2836" y="3275"/>
                    <a:pt x="2969" y="2974"/>
                    <a:pt x="3036" y="2908"/>
                  </a:cubicBezTo>
                  <a:cubicBezTo>
                    <a:pt x="3036" y="2908"/>
                    <a:pt x="3003" y="2841"/>
                    <a:pt x="2903" y="2774"/>
                  </a:cubicBezTo>
                  <a:cubicBezTo>
                    <a:pt x="2769" y="2674"/>
                    <a:pt x="2636" y="2607"/>
                    <a:pt x="2469" y="2474"/>
                  </a:cubicBezTo>
                  <a:cubicBezTo>
                    <a:pt x="2135" y="2274"/>
                    <a:pt x="1802" y="1907"/>
                    <a:pt x="1568" y="1607"/>
                  </a:cubicBezTo>
                  <a:cubicBezTo>
                    <a:pt x="1301" y="1307"/>
                    <a:pt x="968" y="940"/>
                    <a:pt x="768" y="606"/>
                  </a:cubicBezTo>
                  <a:cubicBezTo>
                    <a:pt x="634" y="439"/>
                    <a:pt x="568" y="306"/>
                    <a:pt x="467" y="172"/>
                  </a:cubicBezTo>
                  <a:cubicBezTo>
                    <a:pt x="401" y="106"/>
                    <a:pt x="334" y="6"/>
                    <a:pt x="334" y="6"/>
                  </a:cubicBezTo>
                  <a:cubicBezTo>
                    <a:pt x="334" y="2"/>
                    <a:pt x="330" y="0"/>
                    <a:pt x="3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 name="Google Shape;89;p2"/>
            <p:cNvSpPr/>
            <p:nvPr/>
          </p:nvSpPr>
          <p:spPr>
            <a:xfrm>
              <a:off x="4493375" y="1348075"/>
              <a:ext cx="85925" cy="30875"/>
            </a:xfrm>
            <a:custGeom>
              <a:avLst/>
              <a:gdLst/>
              <a:ahLst/>
              <a:cxnLst/>
              <a:rect l="l" t="t" r="r" b="b"/>
              <a:pathLst>
                <a:path w="3437" h="1235" extrusionOk="0">
                  <a:moveTo>
                    <a:pt x="134" y="0"/>
                  </a:moveTo>
                  <a:cubicBezTo>
                    <a:pt x="101" y="0"/>
                    <a:pt x="1" y="401"/>
                    <a:pt x="67" y="401"/>
                  </a:cubicBezTo>
                  <a:cubicBezTo>
                    <a:pt x="67" y="401"/>
                    <a:pt x="1001" y="801"/>
                    <a:pt x="1635" y="968"/>
                  </a:cubicBezTo>
                  <a:cubicBezTo>
                    <a:pt x="2269" y="1135"/>
                    <a:pt x="3303" y="1235"/>
                    <a:pt x="3303" y="1235"/>
                  </a:cubicBezTo>
                  <a:cubicBezTo>
                    <a:pt x="3336" y="1235"/>
                    <a:pt x="3436" y="934"/>
                    <a:pt x="3403" y="834"/>
                  </a:cubicBezTo>
                  <a:cubicBezTo>
                    <a:pt x="3403" y="834"/>
                    <a:pt x="2436" y="434"/>
                    <a:pt x="1802" y="267"/>
                  </a:cubicBezTo>
                  <a:cubicBezTo>
                    <a:pt x="1168" y="101"/>
                    <a:pt x="134" y="0"/>
                    <a:pt x="1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 name="Google Shape;90;p2"/>
            <p:cNvSpPr/>
            <p:nvPr/>
          </p:nvSpPr>
          <p:spPr>
            <a:xfrm>
              <a:off x="4647650" y="1383100"/>
              <a:ext cx="102600" cy="83525"/>
            </a:xfrm>
            <a:custGeom>
              <a:avLst/>
              <a:gdLst/>
              <a:ahLst/>
              <a:cxnLst/>
              <a:rect l="l" t="t" r="r" b="b"/>
              <a:pathLst>
                <a:path w="4104" h="3341" extrusionOk="0">
                  <a:moveTo>
                    <a:pt x="134" y="0"/>
                  </a:moveTo>
                  <a:cubicBezTo>
                    <a:pt x="34" y="0"/>
                    <a:pt x="1" y="367"/>
                    <a:pt x="34" y="367"/>
                  </a:cubicBezTo>
                  <a:lnTo>
                    <a:pt x="301" y="434"/>
                  </a:lnTo>
                  <a:cubicBezTo>
                    <a:pt x="434" y="534"/>
                    <a:pt x="635" y="568"/>
                    <a:pt x="835" y="701"/>
                  </a:cubicBezTo>
                  <a:cubicBezTo>
                    <a:pt x="1302" y="901"/>
                    <a:pt x="1769" y="1235"/>
                    <a:pt x="2136" y="1535"/>
                  </a:cubicBezTo>
                  <a:cubicBezTo>
                    <a:pt x="2469" y="1802"/>
                    <a:pt x="2936" y="2235"/>
                    <a:pt x="3236" y="2602"/>
                  </a:cubicBezTo>
                  <a:cubicBezTo>
                    <a:pt x="3403" y="2836"/>
                    <a:pt x="3503" y="3003"/>
                    <a:pt x="3603" y="3103"/>
                  </a:cubicBezTo>
                  <a:cubicBezTo>
                    <a:pt x="3670" y="3236"/>
                    <a:pt x="3737" y="3336"/>
                    <a:pt x="3737" y="3336"/>
                  </a:cubicBezTo>
                  <a:cubicBezTo>
                    <a:pt x="3740" y="3339"/>
                    <a:pt x="3744" y="3341"/>
                    <a:pt x="3750" y="3341"/>
                  </a:cubicBezTo>
                  <a:cubicBezTo>
                    <a:pt x="3810" y="3341"/>
                    <a:pt x="4012" y="3194"/>
                    <a:pt x="4104" y="3103"/>
                  </a:cubicBezTo>
                  <a:lnTo>
                    <a:pt x="3970" y="2869"/>
                  </a:lnTo>
                  <a:cubicBezTo>
                    <a:pt x="3904" y="2736"/>
                    <a:pt x="3803" y="2502"/>
                    <a:pt x="3670" y="2269"/>
                  </a:cubicBezTo>
                  <a:cubicBezTo>
                    <a:pt x="3437" y="1802"/>
                    <a:pt x="3003" y="1268"/>
                    <a:pt x="2603" y="934"/>
                  </a:cubicBezTo>
                  <a:cubicBezTo>
                    <a:pt x="2169" y="601"/>
                    <a:pt x="1602" y="267"/>
                    <a:pt x="1068" y="134"/>
                  </a:cubicBezTo>
                  <a:cubicBezTo>
                    <a:pt x="801" y="67"/>
                    <a:pt x="534" y="34"/>
                    <a:pt x="401" y="34"/>
                  </a:cubicBezTo>
                  <a:cubicBezTo>
                    <a:pt x="201" y="0"/>
                    <a:pt x="134" y="0"/>
                    <a:pt x="1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 name="Google Shape;91;p2"/>
            <p:cNvSpPr/>
            <p:nvPr/>
          </p:nvSpPr>
          <p:spPr>
            <a:xfrm>
              <a:off x="4741050" y="1512575"/>
              <a:ext cx="25050" cy="63650"/>
            </a:xfrm>
            <a:custGeom>
              <a:avLst/>
              <a:gdLst/>
              <a:ahLst/>
              <a:cxnLst/>
              <a:rect l="l" t="t" r="r" b="b"/>
              <a:pathLst>
                <a:path w="1002" h="2546" extrusionOk="0">
                  <a:moveTo>
                    <a:pt x="718" y="0"/>
                  </a:moveTo>
                  <a:cubicBezTo>
                    <a:pt x="626" y="0"/>
                    <a:pt x="534" y="8"/>
                    <a:pt x="534" y="25"/>
                  </a:cubicBezTo>
                  <a:cubicBezTo>
                    <a:pt x="534" y="25"/>
                    <a:pt x="434" y="192"/>
                    <a:pt x="401" y="425"/>
                  </a:cubicBezTo>
                  <a:cubicBezTo>
                    <a:pt x="368" y="692"/>
                    <a:pt x="234" y="993"/>
                    <a:pt x="201" y="1193"/>
                  </a:cubicBezTo>
                  <a:cubicBezTo>
                    <a:pt x="67" y="1626"/>
                    <a:pt x="1" y="2427"/>
                    <a:pt x="1" y="2427"/>
                  </a:cubicBezTo>
                  <a:cubicBezTo>
                    <a:pt x="1" y="2454"/>
                    <a:pt x="174" y="2545"/>
                    <a:pt x="276" y="2545"/>
                  </a:cubicBezTo>
                  <a:cubicBezTo>
                    <a:pt x="301" y="2545"/>
                    <a:pt x="321" y="2540"/>
                    <a:pt x="334" y="2527"/>
                  </a:cubicBezTo>
                  <a:cubicBezTo>
                    <a:pt x="334" y="2527"/>
                    <a:pt x="735" y="1860"/>
                    <a:pt x="868" y="1359"/>
                  </a:cubicBezTo>
                  <a:cubicBezTo>
                    <a:pt x="935" y="1093"/>
                    <a:pt x="1001" y="759"/>
                    <a:pt x="935" y="492"/>
                  </a:cubicBezTo>
                  <a:cubicBezTo>
                    <a:pt x="935" y="225"/>
                    <a:pt x="901" y="25"/>
                    <a:pt x="901" y="25"/>
                  </a:cubicBezTo>
                  <a:cubicBezTo>
                    <a:pt x="901" y="8"/>
                    <a:pt x="810"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 name="Google Shape;92;p2"/>
            <p:cNvSpPr/>
            <p:nvPr/>
          </p:nvSpPr>
          <p:spPr>
            <a:xfrm>
              <a:off x="4676850" y="1610675"/>
              <a:ext cx="41650" cy="86625"/>
            </a:xfrm>
            <a:custGeom>
              <a:avLst/>
              <a:gdLst/>
              <a:ahLst/>
              <a:cxnLst/>
              <a:rect l="l" t="t" r="r" b="b"/>
              <a:pathLst>
                <a:path w="1666" h="3465" extrusionOk="0">
                  <a:moveTo>
                    <a:pt x="1410" y="1"/>
                  </a:moveTo>
                  <a:cubicBezTo>
                    <a:pt x="1407" y="1"/>
                    <a:pt x="1403" y="2"/>
                    <a:pt x="1401" y="4"/>
                  </a:cubicBezTo>
                  <a:cubicBezTo>
                    <a:pt x="1401" y="4"/>
                    <a:pt x="1301" y="71"/>
                    <a:pt x="1234" y="137"/>
                  </a:cubicBezTo>
                  <a:cubicBezTo>
                    <a:pt x="1134" y="237"/>
                    <a:pt x="1001" y="304"/>
                    <a:pt x="901" y="471"/>
                  </a:cubicBezTo>
                  <a:cubicBezTo>
                    <a:pt x="601" y="771"/>
                    <a:pt x="334" y="1238"/>
                    <a:pt x="234" y="1572"/>
                  </a:cubicBezTo>
                  <a:cubicBezTo>
                    <a:pt x="100" y="1905"/>
                    <a:pt x="0" y="2406"/>
                    <a:pt x="0" y="2773"/>
                  </a:cubicBezTo>
                  <a:cubicBezTo>
                    <a:pt x="0" y="2939"/>
                    <a:pt x="67" y="3106"/>
                    <a:pt x="67" y="3240"/>
                  </a:cubicBezTo>
                  <a:lnTo>
                    <a:pt x="67" y="3440"/>
                  </a:lnTo>
                  <a:cubicBezTo>
                    <a:pt x="67" y="3456"/>
                    <a:pt x="150" y="3465"/>
                    <a:pt x="242" y="3465"/>
                  </a:cubicBezTo>
                  <a:cubicBezTo>
                    <a:pt x="334" y="3465"/>
                    <a:pt x="434" y="3456"/>
                    <a:pt x="467" y="3440"/>
                  </a:cubicBezTo>
                  <a:cubicBezTo>
                    <a:pt x="467" y="3440"/>
                    <a:pt x="467" y="3406"/>
                    <a:pt x="501" y="3273"/>
                  </a:cubicBezTo>
                  <a:cubicBezTo>
                    <a:pt x="501" y="3173"/>
                    <a:pt x="567" y="3006"/>
                    <a:pt x="601" y="2839"/>
                  </a:cubicBezTo>
                  <a:cubicBezTo>
                    <a:pt x="667" y="2506"/>
                    <a:pt x="834" y="2105"/>
                    <a:pt x="934" y="1805"/>
                  </a:cubicBezTo>
                  <a:cubicBezTo>
                    <a:pt x="1068" y="1505"/>
                    <a:pt x="1168" y="1105"/>
                    <a:pt x="1335" y="805"/>
                  </a:cubicBezTo>
                  <a:cubicBezTo>
                    <a:pt x="1435" y="638"/>
                    <a:pt x="1501" y="504"/>
                    <a:pt x="1568" y="438"/>
                  </a:cubicBezTo>
                  <a:cubicBezTo>
                    <a:pt x="1601" y="304"/>
                    <a:pt x="1635" y="271"/>
                    <a:pt x="1635" y="271"/>
                  </a:cubicBezTo>
                  <a:cubicBezTo>
                    <a:pt x="1666" y="209"/>
                    <a:pt x="1464" y="1"/>
                    <a:pt x="14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 name="Google Shape;93;p2"/>
            <p:cNvSpPr/>
            <p:nvPr/>
          </p:nvSpPr>
          <p:spPr>
            <a:xfrm>
              <a:off x="4658500" y="1771550"/>
              <a:ext cx="39225" cy="85250"/>
            </a:xfrm>
            <a:custGeom>
              <a:avLst/>
              <a:gdLst/>
              <a:ahLst/>
              <a:cxnLst/>
              <a:rect l="l" t="t" r="r" b="b"/>
              <a:pathLst>
                <a:path w="1569" h="3410" extrusionOk="0">
                  <a:moveTo>
                    <a:pt x="384" y="0"/>
                  </a:moveTo>
                  <a:cubicBezTo>
                    <a:pt x="374" y="0"/>
                    <a:pt x="367" y="2"/>
                    <a:pt x="367" y="7"/>
                  </a:cubicBezTo>
                  <a:cubicBezTo>
                    <a:pt x="367" y="7"/>
                    <a:pt x="334" y="40"/>
                    <a:pt x="301" y="174"/>
                  </a:cubicBezTo>
                  <a:cubicBezTo>
                    <a:pt x="234" y="274"/>
                    <a:pt x="167" y="407"/>
                    <a:pt x="134" y="641"/>
                  </a:cubicBezTo>
                  <a:cubicBezTo>
                    <a:pt x="0" y="1008"/>
                    <a:pt x="34" y="1508"/>
                    <a:pt x="134" y="1875"/>
                  </a:cubicBezTo>
                  <a:cubicBezTo>
                    <a:pt x="234" y="2208"/>
                    <a:pt x="501" y="2675"/>
                    <a:pt x="734" y="2942"/>
                  </a:cubicBezTo>
                  <a:lnTo>
                    <a:pt x="1068" y="3309"/>
                  </a:lnTo>
                  <a:lnTo>
                    <a:pt x="1201" y="3409"/>
                  </a:lnTo>
                  <a:cubicBezTo>
                    <a:pt x="1235" y="3409"/>
                    <a:pt x="1501" y="3209"/>
                    <a:pt x="1568" y="3209"/>
                  </a:cubicBezTo>
                  <a:lnTo>
                    <a:pt x="1501" y="3042"/>
                  </a:lnTo>
                  <a:cubicBezTo>
                    <a:pt x="1435" y="2976"/>
                    <a:pt x="1368" y="2842"/>
                    <a:pt x="1268" y="2675"/>
                  </a:cubicBezTo>
                  <a:cubicBezTo>
                    <a:pt x="1101" y="2375"/>
                    <a:pt x="1001" y="2008"/>
                    <a:pt x="901" y="1708"/>
                  </a:cubicBezTo>
                  <a:cubicBezTo>
                    <a:pt x="834" y="1408"/>
                    <a:pt x="734" y="1041"/>
                    <a:pt x="734" y="707"/>
                  </a:cubicBezTo>
                  <a:cubicBezTo>
                    <a:pt x="701" y="541"/>
                    <a:pt x="734" y="407"/>
                    <a:pt x="734" y="307"/>
                  </a:cubicBezTo>
                  <a:lnTo>
                    <a:pt x="734" y="140"/>
                  </a:lnTo>
                  <a:cubicBezTo>
                    <a:pt x="705" y="83"/>
                    <a:pt x="453" y="0"/>
                    <a:pt x="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 name="Google Shape;94;p2"/>
            <p:cNvSpPr/>
            <p:nvPr/>
          </p:nvSpPr>
          <p:spPr>
            <a:xfrm>
              <a:off x="4742800" y="1883250"/>
              <a:ext cx="86675" cy="47775"/>
            </a:xfrm>
            <a:custGeom>
              <a:avLst/>
              <a:gdLst/>
              <a:ahLst/>
              <a:cxnLst/>
              <a:rect l="l" t="t" r="r" b="b"/>
              <a:pathLst>
                <a:path w="3467" h="1911" extrusionOk="0">
                  <a:moveTo>
                    <a:pt x="153" y="0"/>
                  </a:moveTo>
                  <a:cubicBezTo>
                    <a:pt x="108" y="0"/>
                    <a:pt x="0" y="282"/>
                    <a:pt x="31" y="342"/>
                  </a:cubicBezTo>
                  <a:lnTo>
                    <a:pt x="198" y="409"/>
                  </a:lnTo>
                  <a:cubicBezTo>
                    <a:pt x="298" y="442"/>
                    <a:pt x="431" y="542"/>
                    <a:pt x="598" y="609"/>
                  </a:cubicBezTo>
                  <a:cubicBezTo>
                    <a:pt x="865" y="776"/>
                    <a:pt x="1265" y="1076"/>
                    <a:pt x="1532" y="1243"/>
                  </a:cubicBezTo>
                  <a:cubicBezTo>
                    <a:pt x="1865" y="1410"/>
                    <a:pt x="2299" y="1610"/>
                    <a:pt x="2666" y="1743"/>
                  </a:cubicBezTo>
                  <a:cubicBezTo>
                    <a:pt x="2833" y="1777"/>
                    <a:pt x="3000" y="1843"/>
                    <a:pt x="3133" y="1877"/>
                  </a:cubicBezTo>
                  <a:cubicBezTo>
                    <a:pt x="3266" y="1910"/>
                    <a:pt x="3333" y="1910"/>
                    <a:pt x="3333" y="1910"/>
                  </a:cubicBezTo>
                  <a:cubicBezTo>
                    <a:pt x="3367" y="1910"/>
                    <a:pt x="3467" y="1610"/>
                    <a:pt x="3467" y="1577"/>
                  </a:cubicBezTo>
                  <a:lnTo>
                    <a:pt x="3300" y="1510"/>
                  </a:lnTo>
                  <a:cubicBezTo>
                    <a:pt x="3200" y="1443"/>
                    <a:pt x="3100" y="1376"/>
                    <a:pt x="2933" y="1276"/>
                  </a:cubicBezTo>
                  <a:cubicBezTo>
                    <a:pt x="2633" y="1110"/>
                    <a:pt x="2266" y="843"/>
                    <a:pt x="1966" y="676"/>
                  </a:cubicBezTo>
                  <a:cubicBezTo>
                    <a:pt x="1632" y="509"/>
                    <a:pt x="1198" y="276"/>
                    <a:pt x="831" y="176"/>
                  </a:cubicBezTo>
                  <a:cubicBezTo>
                    <a:pt x="665" y="109"/>
                    <a:pt x="498" y="75"/>
                    <a:pt x="364" y="42"/>
                  </a:cubicBezTo>
                  <a:cubicBezTo>
                    <a:pt x="264" y="9"/>
                    <a:pt x="164" y="9"/>
                    <a:pt x="164" y="9"/>
                  </a:cubicBezTo>
                  <a:cubicBezTo>
                    <a:pt x="161" y="3"/>
                    <a:pt x="157" y="0"/>
                    <a:pt x="1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 name="Google Shape;95;p2"/>
            <p:cNvSpPr/>
            <p:nvPr/>
          </p:nvSpPr>
          <p:spPr>
            <a:xfrm>
              <a:off x="4897000" y="1838425"/>
              <a:ext cx="458675" cy="840250"/>
            </a:xfrm>
            <a:custGeom>
              <a:avLst/>
              <a:gdLst/>
              <a:ahLst/>
              <a:cxnLst/>
              <a:rect l="l" t="t" r="r" b="b"/>
              <a:pathLst>
                <a:path w="18347" h="33610" extrusionOk="0">
                  <a:moveTo>
                    <a:pt x="12676" y="534"/>
                  </a:moveTo>
                  <a:cubicBezTo>
                    <a:pt x="12943" y="534"/>
                    <a:pt x="13177" y="568"/>
                    <a:pt x="13477" y="568"/>
                  </a:cubicBezTo>
                  <a:cubicBezTo>
                    <a:pt x="13777" y="634"/>
                    <a:pt x="14044" y="668"/>
                    <a:pt x="14344" y="734"/>
                  </a:cubicBezTo>
                  <a:cubicBezTo>
                    <a:pt x="14945" y="901"/>
                    <a:pt x="15512" y="1235"/>
                    <a:pt x="16012" y="1735"/>
                  </a:cubicBezTo>
                  <a:cubicBezTo>
                    <a:pt x="16479" y="2235"/>
                    <a:pt x="16813" y="3003"/>
                    <a:pt x="17013" y="3803"/>
                  </a:cubicBezTo>
                  <a:cubicBezTo>
                    <a:pt x="17380" y="5404"/>
                    <a:pt x="17179" y="7372"/>
                    <a:pt x="16612" y="9307"/>
                  </a:cubicBezTo>
                  <a:cubicBezTo>
                    <a:pt x="16312" y="10308"/>
                    <a:pt x="15945" y="11242"/>
                    <a:pt x="15478" y="12209"/>
                  </a:cubicBezTo>
                  <a:cubicBezTo>
                    <a:pt x="15211" y="12676"/>
                    <a:pt x="15011" y="13177"/>
                    <a:pt x="14778" y="13677"/>
                  </a:cubicBezTo>
                  <a:cubicBezTo>
                    <a:pt x="14511" y="14144"/>
                    <a:pt x="14277" y="14644"/>
                    <a:pt x="13977" y="15145"/>
                  </a:cubicBezTo>
                  <a:cubicBezTo>
                    <a:pt x="13443" y="16145"/>
                    <a:pt x="12876" y="17146"/>
                    <a:pt x="12509" y="18314"/>
                  </a:cubicBezTo>
                  <a:cubicBezTo>
                    <a:pt x="12476" y="18580"/>
                    <a:pt x="12343" y="18881"/>
                    <a:pt x="12309" y="19181"/>
                  </a:cubicBezTo>
                  <a:lnTo>
                    <a:pt x="12209" y="19648"/>
                  </a:lnTo>
                  <a:lnTo>
                    <a:pt x="12176" y="19848"/>
                  </a:lnTo>
                  <a:lnTo>
                    <a:pt x="12176" y="20015"/>
                  </a:lnTo>
                  <a:lnTo>
                    <a:pt x="12176" y="20148"/>
                  </a:lnTo>
                  <a:cubicBezTo>
                    <a:pt x="12176" y="20749"/>
                    <a:pt x="12276" y="21349"/>
                    <a:pt x="12376" y="21916"/>
                  </a:cubicBezTo>
                  <a:cubicBezTo>
                    <a:pt x="12643" y="23084"/>
                    <a:pt x="12976" y="24184"/>
                    <a:pt x="13210" y="25252"/>
                  </a:cubicBezTo>
                  <a:cubicBezTo>
                    <a:pt x="13310" y="25752"/>
                    <a:pt x="13377" y="26319"/>
                    <a:pt x="13443" y="26853"/>
                  </a:cubicBezTo>
                  <a:cubicBezTo>
                    <a:pt x="13477" y="27387"/>
                    <a:pt x="13443" y="27887"/>
                    <a:pt x="13310" y="28387"/>
                  </a:cubicBezTo>
                  <a:cubicBezTo>
                    <a:pt x="13177" y="28854"/>
                    <a:pt x="13010" y="29355"/>
                    <a:pt x="12776" y="29822"/>
                  </a:cubicBezTo>
                  <a:cubicBezTo>
                    <a:pt x="12509" y="30255"/>
                    <a:pt x="12276" y="30689"/>
                    <a:pt x="11942" y="31056"/>
                  </a:cubicBezTo>
                  <a:cubicBezTo>
                    <a:pt x="11309" y="31757"/>
                    <a:pt x="10475" y="32324"/>
                    <a:pt x="9607" y="32524"/>
                  </a:cubicBezTo>
                  <a:cubicBezTo>
                    <a:pt x="9325" y="32592"/>
                    <a:pt x="9029" y="32626"/>
                    <a:pt x="8729" y="32626"/>
                  </a:cubicBezTo>
                  <a:cubicBezTo>
                    <a:pt x="8001" y="32626"/>
                    <a:pt x="7253" y="32425"/>
                    <a:pt x="6639" y="32023"/>
                  </a:cubicBezTo>
                  <a:cubicBezTo>
                    <a:pt x="5771" y="31423"/>
                    <a:pt x="5138" y="30422"/>
                    <a:pt x="4871" y="29355"/>
                  </a:cubicBezTo>
                  <a:cubicBezTo>
                    <a:pt x="4771" y="28821"/>
                    <a:pt x="4671" y="28254"/>
                    <a:pt x="4671" y="27687"/>
                  </a:cubicBezTo>
                  <a:lnTo>
                    <a:pt x="4671" y="27554"/>
                  </a:lnTo>
                  <a:lnTo>
                    <a:pt x="4671" y="27487"/>
                  </a:lnTo>
                  <a:lnTo>
                    <a:pt x="4671" y="27387"/>
                  </a:lnTo>
                  <a:lnTo>
                    <a:pt x="4671" y="27187"/>
                  </a:lnTo>
                  <a:lnTo>
                    <a:pt x="4671" y="26753"/>
                  </a:lnTo>
                  <a:cubicBezTo>
                    <a:pt x="4671" y="26486"/>
                    <a:pt x="4704" y="26219"/>
                    <a:pt x="4771" y="25919"/>
                  </a:cubicBezTo>
                  <a:cubicBezTo>
                    <a:pt x="4937" y="24852"/>
                    <a:pt x="5304" y="23717"/>
                    <a:pt x="5371" y="22550"/>
                  </a:cubicBezTo>
                  <a:cubicBezTo>
                    <a:pt x="5471" y="21983"/>
                    <a:pt x="5438" y="21382"/>
                    <a:pt x="5304" y="20849"/>
                  </a:cubicBezTo>
                  <a:lnTo>
                    <a:pt x="5304" y="20749"/>
                  </a:lnTo>
                  <a:cubicBezTo>
                    <a:pt x="5304" y="20715"/>
                    <a:pt x="5271" y="20649"/>
                    <a:pt x="5271" y="20582"/>
                  </a:cubicBezTo>
                  <a:lnTo>
                    <a:pt x="5138" y="20382"/>
                  </a:lnTo>
                  <a:cubicBezTo>
                    <a:pt x="5037" y="20248"/>
                    <a:pt x="5004" y="20148"/>
                    <a:pt x="4937" y="20015"/>
                  </a:cubicBezTo>
                  <a:cubicBezTo>
                    <a:pt x="4804" y="19815"/>
                    <a:pt x="4671" y="19581"/>
                    <a:pt x="4504" y="19381"/>
                  </a:cubicBezTo>
                  <a:cubicBezTo>
                    <a:pt x="3937" y="18580"/>
                    <a:pt x="3270" y="18013"/>
                    <a:pt x="2769" y="17413"/>
                  </a:cubicBezTo>
                  <a:cubicBezTo>
                    <a:pt x="2269" y="16879"/>
                    <a:pt x="1835" y="16379"/>
                    <a:pt x="1602" y="15912"/>
                  </a:cubicBezTo>
                  <a:cubicBezTo>
                    <a:pt x="1335" y="15512"/>
                    <a:pt x="1201" y="15145"/>
                    <a:pt x="1135" y="14878"/>
                  </a:cubicBezTo>
                  <a:lnTo>
                    <a:pt x="1135" y="14844"/>
                  </a:lnTo>
                  <a:cubicBezTo>
                    <a:pt x="634" y="13343"/>
                    <a:pt x="634" y="11842"/>
                    <a:pt x="901" y="10508"/>
                  </a:cubicBezTo>
                  <a:cubicBezTo>
                    <a:pt x="1201" y="9207"/>
                    <a:pt x="1702" y="8040"/>
                    <a:pt x="2302" y="7072"/>
                  </a:cubicBezTo>
                  <a:cubicBezTo>
                    <a:pt x="2869" y="6138"/>
                    <a:pt x="3503" y="5338"/>
                    <a:pt x="4137" y="4671"/>
                  </a:cubicBezTo>
                  <a:cubicBezTo>
                    <a:pt x="4737" y="4003"/>
                    <a:pt x="5371" y="3470"/>
                    <a:pt x="5905" y="3036"/>
                  </a:cubicBezTo>
                  <a:cubicBezTo>
                    <a:pt x="7039" y="2169"/>
                    <a:pt x="7940" y="1702"/>
                    <a:pt x="8507" y="1468"/>
                  </a:cubicBezTo>
                  <a:cubicBezTo>
                    <a:pt x="9107" y="1201"/>
                    <a:pt x="9374" y="1135"/>
                    <a:pt x="9374" y="1135"/>
                  </a:cubicBezTo>
                  <a:cubicBezTo>
                    <a:pt x="9681" y="1028"/>
                    <a:pt x="9860" y="889"/>
                    <a:pt x="9906" y="777"/>
                  </a:cubicBezTo>
                  <a:lnTo>
                    <a:pt x="9906" y="777"/>
                  </a:lnTo>
                  <a:cubicBezTo>
                    <a:pt x="9926" y="823"/>
                    <a:pt x="9988" y="853"/>
                    <a:pt x="10083" y="853"/>
                  </a:cubicBezTo>
                  <a:cubicBezTo>
                    <a:pt x="10152" y="853"/>
                    <a:pt x="10239" y="837"/>
                    <a:pt x="10341" y="801"/>
                  </a:cubicBezTo>
                  <a:cubicBezTo>
                    <a:pt x="10341" y="801"/>
                    <a:pt x="10475" y="801"/>
                    <a:pt x="10641" y="734"/>
                  </a:cubicBezTo>
                  <a:cubicBezTo>
                    <a:pt x="10808" y="701"/>
                    <a:pt x="11108" y="668"/>
                    <a:pt x="11442" y="634"/>
                  </a:cubicBezTo>
                  <a:cubicBezTo>
                    <a:pt x="11776" y="568"/>
                    <a:pt x="12176" y="534"/>
                    <a:pt x="12676" y="534"/>
                  </a:cubicBezTo>
                  <a:close/>
                  <a:moveTo>
                    <a:pt x="12976" y="0"/>
                  </a:moveTo>
                  <a:cubicBezTo>
                    <a:pt x="12443" y="34"/>
                    <a:pt x="12009" y="67"/>
                    <a:pt x="11642" y="134"/>
                  </a:cubicBezTo>
                  <a:cubicBezTo>
                    <a:pt x="11275" y="201"/>
                    <a:pt x="10975" y="234"/>
                    <a:pt x="10808" y="301"/>
                  </a:cubicBezTo>
                  <a:cubicBezTo>
                    <a:pt x="10608" y="334"/>
                    <a:pt x="10508" y="367"/>
                    <a:pt x="10508" y="367"/>
                  </a:cubicBezTo>
                  <a:cubicBezTo>
                    <a:pt x="10147" y="454"/>
                    <a:pt x="9961" y="584"/>
                    <a:pt x="9912" y="688"/>
                  </a:cubicBezTo>
                  <a:lnTo>
                    <a:pt x="9912" y="688"/>
                  </a:lnTo>
                  <a:cubicBezTo>
                    <a:pt x="9890" y="628"/>
                    <a:pt x="9807" y="588"/>
                    <a:pt x="9660" y="588"/>
                  </a:cubicBezTo>
                  <a:cubicBezTo>
                    <a:pt x="9547" y="588"/>
                    <a:pt x="9396" y="612"/>
                    <a:pt x="9207" y="668"/>
                  </a:cubicBezTo>
                  <a:cubicBezTo>
                    <a:pt x="9207" y="668"/>
                    <a:pt x="9174" y="701"/>
                    <a:pt x="9007" y="734"/>
                  </a:cubicBezTo>
                  <a:cubicBezTo>
                    <a:pt x="8840" y="801"/>
                    <a:pt x="8607" y="868"/>
                    <a:pt x="8306" y="1001"/>
                  </a:cubicBezTo>
                  <a:cubicBezTo>
                    <a:pt x="7673" y="1301"/>
                    <a:pt x="6772" y="1735"/>
                    <a:pt x="5605" y="2636"/>
                  </a:cubicBezTo>
                  <a:cubicBezTo>
                    <a:pt x="5004" y="3069"/>
                    <a:pt x="4370" y="3636"/>
                    <a:pt x="3703" y="4304"/>
                  </a:cubicBezTo>
                  <a:cubicBezTo>
                    <a:pt x="3103" y="5004"/>
                    <a:pt x="2436" y="5838"/>
                    <a:pt x="1802" y="6839"/>
                  </a:cubicBezTo>
                  <a:cubicBezTo>
                    <a:pt x="1201" y="7839"/>
                    <a:pt x="634" y="9040"/>
                    <a:pt x="334" y="10475"/>
                  </a:cubicBezTo>
                  <a:cubicBezTo>
                    <a:pt x="34" y="11842"/>
                    <a:pt x="1" y="13510"/>
                    <a:pt x="534" y="15145"/>
                  </a:cubicBezTo>
                  <a:lnTo>
                    <a:pt x="534" y="15078"/>
                  </a:lnTo>
                  <a:cubicBezTo>
                    <a:pt x="634" y="15378"/>
                    <a:pt x="768" y="15845"/>
                    <a:pt x="1035" y="16346"/>
                  </a:cubicBezTo>
                  <a:cubicBezTo>
                    <a:pt x="1335" y="16846"/>
                    <a:pt x="1735" y="17413"/>
                    <a:pt x="2302" y="18013"/>
                  </a:cubicBezTo>
                  <a:cubicBezTo>
                    <a:pt x="2836" y="18647"/>
                    <a:pt x="3470" y="19248"/>
                    <a:pt x="4003" y="19981"/>
                  </a:cubicBezTo>
                  <a:cubicBezTo>
                    <a:pt x="4137" y="20182"/>
                    <a:pt x="4237" y="20348"/>
                    <a:pt x="4370" y="20549"/>
                  </a:cubicBezTo>
                  <a:cubicBezTo>
                    <a:pt x="4470" y="20649"/>
                    <a:pt x="4504" y="20749"/>
                    <a:pt x="4537" y="20849"/>
                  </a:cubicBezTo>
                  <a:lnTo>
                    <a:pt x="4604" y="20982"/>
                  </a:lnTo>
                  <a:lnTo>
                    <a:pt x="4637" y="21082"/>
                  </a:lnTo>
                  <a:cubicBezTo>
                    <a:pt x="4771" y="21549"/>
                    <a:pt x="4771" y="22050"/>
                    <a:pt x="4704" y="22550"/>
                  </a:cubicBezTo>
                  <a:cubicBezTo>
                    <a:pt x="4637" y="23551"/>
                    <a:pt x="4237" y="24651"/>
                    <a:pt x="4037" y="25852"/>
                  </a:cubicBezTo>
                  <a:cubicBezTo>
                    <a:pt x="4003" y="26186"/>
                    <a:pt x="3970" y="26486"/>
                    <a:pt x="3970" y="26820"/>
                  </a:cubicBezTo>
                  <a:lnTo>
                    <a:pt x="3970" y="27320"/>
                  </a:lnTo>
                  <a:lnTo>
                    <a:pt x="3970" y="27554"/>
                  </a:lnTo>
                  <a:lnTo>
                    <a:pt x="3970" y="27587"/>
                  </a:lnTo>
                  <a:lnTo>
                    <a:pt x="3970" y="27720"/>
                  </a:lnTo>
                  <a:cubicBezTo>
                    <a:pt x="3970" y="28354"/>
                    <a:pt x="4037" y="28988"/>
                    <a:pt x="4204" y="29588"/>
                  </a:cubicBezTo>
                  <a:cubicBezTo>
                    <a:pt x="4504" y="30856"/>
                    <a:pt x="5204" y="32057"/>
                    <a:pt x="6338" y="32824"/>
                  </a:cubicBezTo>
                  <a:cubicBezTo>
                    <a:pt x="7118" y="33368"/>
                    <a:pt x="8049" y="33610"/>
                    <a:pt x="8953" y="33610"/>
                  </a:cubicBezTo>
                  <a:cubicBezTo>
                    <a:pt x="9324" y="33610"/>
                    <a:pt x="9691" y="33569"/>
                    <a:pt x="10041" y="33491"/>
                  </a:cubicBezTo>
                  <a:cubicBezTo>
                    <a:pt x="11142" y="33224"/>
                    <a:pt x="12143" y="32557"/>
                    <a:pt x="12876" y="31690"/>
                  </a:cubicBezTo>
                  <a:cubicBezTo>
                    <a:pt x="13277" y="31223"/>
                    <a:pt x="13610" y="30722"/>
                    <a:pt x="13844" y="30222"/>
                  </a:cubicBezTo>
                  <a:cubicBezTo>
                    <a:pt x="14111" y="29722"/>
                    <a:pt x="14311" y="29188"/>
                    <a:pt x="14478" y="28588"/>
                  </a:cubicBezTo>
                  <a:cubicBezTo>
                    <a:pt x="14711" y="27387"/>
                    <a:pt x="14611" y="26186"/>
                    <a:pt x="14344" y="25052"/>
                  </a:cubicBezTo>
                  <a:cubicBezTo>
                    <a:pt x="14111" y="23884"/>
                    <a:pt x="13710" y="22817"/>
                    <a:pt x="13510" y="21716"/>
                  </a:cubicBezTo>
                  <a:cubicBezTo>
                    <a:pt x="13377" y="21182"/>
                    <a:pt x="13310" y="20649"/>
                    <a:pt x="13310" y="20082"/>
                  </a:cubicBezTo>
                  <a:lnTo>
                    <a:pt x="13310" y="20015"/>
                  </a:lnTo>
                  <a:lnTo>
                    <a:pt x="13310" y="19981"/>
                  </a:lnTo>
                  <a:lnTo>
                    <a:pt x="13343" y="19748"/>
                  </a:lnTo>
                  <a:lnTo>
                    <a:pt x="13443" y="19348"/>
                  </a:lnTo>
                  <a:cubicBezTo>
                    <a:pt x="13477" y="19081"/>
                    <a:pt x="13544" y="18814"/>
                    <a:pt x="13644" y="18547"/>
                  </a:cubicBezTo>
                  <a:cubicBezTo>
                    <a:pt x="13944" y="17513"/>
                    <a:pt x="14478" y="16512"/>
                    <a:pt x="14978" y="15512"/>
                  </a:cubicBezTo>
                  <a:lnTo>
                    <a:pt x="15712" y="14011"/>
                  </a:lnTo>
                  <a:cubicBezTo>
                    <a:pt x="15979" y="13510"/>
                    <a:pt x="16179" y="13010"/>
                    <a:pt x="16446" y="12509"/>
                  </a:cubicBezTo>
                  <a:cubicBezTo>
                    <a:pt x="16879" y="11509"/>
                    <a:pt x="17280" y="10475"/>
                    <a:pt x="17546" y="9474"/>
                  </a:cubicBezTo>
                  <a:cubicBezTo>
                    <a:pt x="18147" y="7439"/>
                    <a:pt x="18347" y="5404"/>
                    <a:pt x="17947" y="3603"/>
                  </a:cubicBezTo>
                  <a:cubicBezTo>
                    <a:pt x="17713" y="2736"/>
                    <a:pt x="17313" y="1902"/>
                    <a:pt x="16712" y="1335"/>
                  </a:cubicBezTo>
                  <a:cubicBezTo>
                    <a:pt x="16145" y="734"/>
                    <a:pt x="15445" y="367"/>
                    <a:pt x="14778" y="201"/>
                  </a:cubicBezTo>
                  <a:cubicBezTo>
                    <a:pt x="14444" y="101"/>
                    <a:pt x="14111" y="67"/>
                    <a:pt x="13810" y="34"/>
                  </a:cubicBezTo>
                  <a:cubicBezTo>
                    <a:pt x="13510" y="34"/>
                    <a:pt x="13210" y="0"/>
                    <a:pt x="12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 name="Google Shape;96;p2"/>
            <p:cNvSpPr/>
            <p:nvPr/>
          </p:nvSpPr>
          <p:spPr>
            <a:xfrm>
              <a:off x="4821125" y="1766600"/>
              <a:ext cx="616275" cy="984575"/>
            </a:xfrm>
            <a:custGeom>
              <a:avLst/>
              <a:gdLst/>
              <a:ahLst/>
              <a:cxnLst/>
              <a:rect l="l" t="t" r="r" b="b"/>
              <a:pathLst>
                <a:path w="24651" h="39383" extrusionOk="0">
                  <a:moveTo>
                    <a:pt x="16897" y="0"/>
                  </a:moveTo>
                  <a:cubicBezTo>
                    <a:pt x="16399" y="0"/>
                    <a:pt x="15956" y="25"/>
                    <a:pt x="15578" y="38"/>
                  </a:cubicBezTo>
                  <a:cubicBezTo>
                    <a:pt x="15144" y="71"/>
                    <a:pt x="14811" y="105"/>
                    <a:pt x="14544" y="172"/>
                  </a:cubicBezTo>
                  <a:cubicBezTo>
                    <a:pt x="14310" y="205"/>
                    <a:pt x="14177" y="205"/>
                    <a:pt x="14177" y="205"/>
                  </a:cubicBezTo>
                  <a:cubicBezTo>
                    <a:pt x="13563" y="324"/>
                    <a:pt x="13325" y="443"/>
                    <a:pt x="13450" y="443"/>
                  </a:cubicBezTo>
                  <a:cubicBezTo>
                    <a:pt x="13536" y="443"/>
                    <a:pt x="13790" y="387"/>
                    <a:pt x="14210" y="238"/>
                  </a:cubicBezTo>
                  <a:cubicBezTo>
                    <a:pt x="14210" y="238"/>
                    <a:pt x="14277" y="238"/>
                    <a:pt x="14544" y="205"/>
                  </a:cubicBezTo>
                  <a:cubicBezTo>
                    <a:pt x="14744" y="205"/>
                    <a:pt x="15077" y="138"/>
                    <a:pt x="15544" y="105"/>
                  </a:cubicBezTo>
                  <a:cubicBezTo>
                    <a:pt x="15867" y="92"/>
                    <a:pt x="16254" y="71"/>
                    <a:pt x="16691" y="71"/>
                  </a:cubicBezTo>
                  <a:cubicBezTo>
                    <a:pt x="17431" y="71"/>
                    <a:pt x="18316" y="133"/>
                    <a:pt x="19280" y="405"/>
                  </a:cubicBezTo>
                  <a:cubicBezTo>
                    <a:pt x="20081" y="605"/>
                    <a:pt x="20882" y="972"/>
                    <a:pt x="21615" y="1573"/>
                  </a:cubicBezTo>
                  <a:cubicBezTo>
                    <a:pt x="22383" y="2140"/>
                    <a:pt x="22950" y="2974"/>
                    <a:pt x="23383" y="3974"/>
                  </a:cubicBezTo>
                  <a:cubicBezTo>
                    <a:pt x="24217" y="6009"/>
                    <a:pt x="24184" y="8511"/>
                    <a:pt x="23617" y="11013"/>
                  </a:cubicBezTo>
                  <a:cubicBezTo>
                    <a:pt x="23383" y="12247"/>
                    <a:pt x="22950" y="13548"/>
                    <a:pt x="22383" y="14749"/>
                  </a:cubicBezTo>
                  <a:cubicBezTo>
                    <a:pt x="21782" y="15950"/>
                    <a:pt x="21015" y="17084"/>
                    <a:pt x="20181" y="18251"/>
                  </a:cubicBezTo>
                  <a:cubicBezTo>
                    <a:pt x="19347" y="19385"/>
                    <a:pt x="18447" y="20586"/>
                    <a:pt x="18013" y="22021"/>
                  </a:cubicBezTo>
                  <a:cubicBezTo>
                    <a:pt x="17879" y="22387"/>
                    <a:pt x="17746" y="22721"/>
                    <a:pt x="17713" y="23088"/>
                  </a:cubicBezTo>
                  <a:lnTo>
                    <a:pt x="17679" y="23221"/>
                  </a:lnTo>
                  <a:lnTo>
                    <a:pt x="17679" y="23388"/>
                  </a:lnTo>
                  <a:lnTo>
                    <a:pt x="17679" y="23688"/>
                  </a:lnTo>
                  <a:cubicBezTo>
                    <a:pt x="17679" y="23855"/>
                    <a:pt x="17679" y="24055"/>
                    <a:pt x="17713" y="24222"/>
                  </a:cubicBezTo>
                  <a:cubicBezTo>
                    <a:pt x="17779" y="24956"/>
                    <a:pt x="18013" y="25690"/>
                    <a:pt x="18213" y="26390"/>
                  </a:cubicBezTo>
                  <a:cubicBezTo>
                    <a:pt x="18680" y="27758"/>
                    <a:pt x="19247" y="29092"/>
                    <a:pt x="19514" y="30460"/>
                  </a:cubicBezTo>
                  <a:cubicBezTo>
                    <a:pt x="19681" y="31127"/>
                    <a:pt x="19714" y="31861"/>
                    <a:pt x="19614" y="32528"/>
                  </a:cubicBezTo>
                  <a:cubicBezTo>
                    <a:pt x="19614" y="32695"/>
                    <a:pt x="19581" y="32862"/>
                    <a:pt x="19547" y="33028"/>
                  </a:cubicBezTo>
                  <a:lnTo>
                    <a:pt x="19514" y="33262"/>
                  </a:lnTo>
                  <a:cubicBezTo>
                    <a:pt x="19514" y="33295"/>
                    <a:pt x="19447" y="33395"/>
                    <a:pt x="19414" y="33462"/>
                  </a:cubicBezTo>
                  <a:lnTo>
                    <a:pt x="19214" y="33929"/>
                  </a:lnTo>
                  <a:lnTo>
                    <a:pt x="19014" y="34396"/>
                  </a:lnTo>
                  <a:cubicBezTo>
                    <a:pt x="18713" y="35030"/>
                    <a:pt x="18346" y="35564"/>
                    <a:pt x="17879" y="36064"/>
                  </a:cubicBezTo>
                  <a:cubicBezTo>
                    <a:pt x="17679" y="36297"/>
                    <a:pt x="17412" y="36564"/>
                    <a:pt x="17179" y="36764"/>
                  </a:cubicBezTo>
                  <a:cubicBezTo>
                    <a:pt x="16912" y="36965"/>
                    <a:pt x="16679" y="37198"/>
                    <a:pt x="16378" y="37365"/>
                  </a:cubicBezTo>
                  <a:cubicBezTo>
                    <a:pt x="15845" y="37732"/>
                    <a:pt x="15244" y="38032"/>
                    <a:pt x="14677" y="38232"/>
                  </a:cubicBezTo>
                  <a:cubicBezTo>
                    <a:pt x="14043" y="38466"/>
                    <a:pt x="13443" y="38599"/>
                    <a:pt x="12843" y="38666"/>
                  </a:cubicBezTo>
                  <a:cubicBezTo>
                    <a:pt x="12476" y="38705"/>
                    <a:pt x="12101" y="38727"/>
                    <a:pt x="11724" y="38727"/>
                  </a:cubicBezTo>
                  <a:cubicBezTo>
                    <a:pt x="10828" y="38727"/>
                    <a:pt x="9918" y="38604"/>
                    <a:pt x="9073" y="38299"/>
                  </a:cubicBezTo>
                  <a:cubicBezTo>
                    <a:pt x="7872" y="37932"/>
                    <a:pt x="6705" y="37098"/>
                    <a:pt x="5938" y="35997"/>
                  </a:cubicBezTo>
                  <a:cubicBezTo>
                    <a:pt x="5571" y="35463"/>
                    <a:pt x="5270" y="34830"/>
                    <a:pt x="5104" y="34163"/>
                  </a:cubicBezTo>
                  <a:lnTo>
                    <a:pt x="5004" y="33662"/>
                  </a:lnTo>
                  <a:lnTo>
                    <a:pt x="4904" y="33195"/>
                  </a:lnTo>
                  <a:cubicBezTo>
                    <a:pt x="4870" y="33028"/>
                    <a:pt x="4870" y="32862"/>
                    <a:pt x="4870" y="32695"/>
                  </a:cubicBezTo>
                  <a:lnTo>
                    <a:pt x="4870" y="32428"/>
                  </a:lnTo>
                  <a:lnTo>
                    <a:pt x="4870" y="32361"/>
                  </a:lnTo>
                  <a:lnTo>
                    <a:pt x="4870" y="32261"/>
                  </a:lnTo>
                  <a:lnTo>
                    <a:pt x="4870" y="32128"/>
                  </a:lnTo>
                  <a:cubicBezTo>
                    <a:pt x="4770" y="31461"/>
                    <a:pt x="4870" y="30760"/>
                    <a:pt x="5037" y="30093"/>
                  </a:cubicBezTo>
                  <a:cubicBezTo>
                    <a:pt x="5204" y="29392"/>
                    <a:pt x="5437" y="28725"/>
                    <a:pt x="5671" y="28025"/>
                  </a:cubicBezTo>
                  <a:cubicBezTo>
                    <a:pt x="5871" y="27291"/>
                    <a:pt x="6004" y="26557"/>
                    <a:pt x="6004" y="25790"/>
                  </a:cubicBezTo>
                  <a:cubicBezTo>
                    <a:pt x="6004" y="25623"/>
                    <a:pt x="6004" y="25423"/>
                    <a:pt x="5938" y="25256"/>
                  </a:cubicBezTo>
                  <a:cubicBezTo>
                    <a:pt x="5938" y="25089"/>
                    <a:pt x="5904" y="24889"/>
                    <a:pt x="5871" y="24722"/>
                  </a:cubicBezTo>
                  <a:lnTo>
                    <a:pt x="5771" y="24422"/>
                  </a:lnTo>
                  <a:lnTo>
                    <a:pt x="5771" y="24356"/>
                  </a:lnTo>
                  <a:cubicBezTo>
                    <a:pt x="5771" y="24356"/>
                    <a:pt x="5771" y="24289"/>
                    <a:pt x="5737" y="24255"/>
                  </a:cubicBezTo>
                  <a:lnTo>
                    <a:pt x="5671" y="24122"/>
                  </a:lnTo>
                  <a:cubicBezTo>
                    <a:pt x="5571" y="23955"/>
                    <a:pt x="5504" y="23855"/>
                    <a:pt x="5371" y="23688"/>
                  </a:cubicBezTo>
                  <a:cubicBezTo>
                    <a:pt x="4537" y="22454"/>
                    <a:pt x="3603" y="21387"/>
                    <a:pt x="2769" y="20253"/>
                  </a:cubicBezTo>
                  <a:cubicBezTo>
                    <a:pt x="1935" y="19118"/>
                    <a:pt x="1168" y="18018"/>
                    <a:pt x="667" y="16750"/>
                  </a:cubicBezTo>
                  <a:cubicBezTo>
                    <a:pt x="567" y="16417"/>
                    <a:pt x="434" y="16116"/>
                    <a:pt x="400" y="15783"/>
                  </a:cubicBezTo>
                  <a:cubicBezTo>
                    <a:pt x="334" y="15516"/>
                    <a:pt x="367" y="15182"/>
                    <a:pt x="334" y="14849"/>
                  </a:cubicBezTo>
                  <a:cubicBezTo>
                    <a:pt x="267" y="14682"/>
                    <a:pt x="334" y="14515"/>
                    <a:pt x="334" y="14348"/>
                  </a:cubicBezTo>
                  <a:lnTo>
                    <a:pt x="367" y="13848"/>
                  </a:lnTo>
                  <a:cubicBezTo>
                    <a:pt x="367" y="13514"/>
                    <a:pt x="434" y="13214"/>
                    <a:pt x="500" y="12881"/>
                  </a:cubicBezTo>
                  <a:cubicBezTo>
                    <a:pt x="701" y="11613"/>
                    <a:pt x="1168" y="10412"/>
                    <a:pt x="1701" y="9378"/>
                  </a:cubicBezTo>
                  <a:cubicBezTo>
                    <a:pt x="1935" y="8844"/>
                    <a:pt x="2268" y="8377"/>
                    <a:pt x="2569" y="7877"/>
                  </a:cubicBezTo>
                  <a:cubicBezTo>
                    <a:pt x="2902" y="7410"/>
                    <a:pt x="3236" y="6943"/>
                    <a:pt x="3569" y="6543"/>
                  </a:cubicBezTo>
                  <a:cubicBezTo>
                    <a:pt x="4937" y="4875"/>
                    <a:pt x="6438" y="3607"/>
                    <a:pt x="7839" y="2740"/>
                  </a:cubicBezTo>
                  <a:cubicBezTo>
                    <a:pt x="8206" y="2540"/>
                    <a:pt x="8506" y="2340"/>
                    <a:pt x="8840" y="2173"/>
                  </a:cubicBezTo>
                  <a:cubicBezTo>
                    <a:pt x="9107" y="1939"/>
                    <a:pt x="9440" y="1839"/>
                    <a:pt x="9740" y="1706"/>
                  </a:cubicBezTo>
                  <a:cubicBezTo>
                    <a:pt x="10274" y="1406"/>
                    <a:pt x="10841" y="1239"/>
                    <a:pt x="11241" y="1072"/>
                  </a:cubicBezTo>
                  <a:cubicBezTo>
                    <a:pt x="11442" y="1005"/>
                    <a:pt x="11608" y="905"/>
                    <a:pt x="11775" y="872"/>
                  </a:cubicBezTo>
                  <a:cubicBezTo>
                    <a:pt x="11942" y="839"/>
                    <a:pt x="12075" y="772"/>
                    <a:pt x="12209" y="739"/>
                  </a:cubicBezTo>
                  <a:cubicBezTo>
                    <a:pt x="12409" y="705"/>
                    <a:pt x="12542" y="672"/>
                    <a:pt x="12542" y="672"/>
                  </a:cubicBezTo>
                  <a:cubicBezTo>
                    <a:pt x="13278" y="482"/>
                    <a:pt x="13490" y="309"/>
                    <a:pt x="13167" y="309"/>
                  </a:cubicBezTo>
                  <a:cubicBezTo>
                    <a:pt x="13036" y="309"/>
                    <a:pt x="12817" y="338"/>
                    <a:pt x="12509" y="405"/>
                  </a:cubicBezTo>
                  <a:cubicBezTo>
                    <a:pt x="12509" y="405"/>
                    <a:pt x="12409" y="438"/>
                    <a:pt x="12175" y="505"/>
                  </a:cubicBezTo>
                  <a:cubicBezTo>
                    <a:pt x="12042" y="538"/>
                    <a:pt x="11909" y="572"/>
                    <a:pt x="11742" y="605"/>
                  </a:cubicBezTo>
                  <a:cubicBezTo>
                    <a:pt x="11575" y="705"/>
                    <a:pt x="11375" y="739"/>
                    <a:pt x="11175" y="839"/>
                  </a:cubicBezTo>
                  <a:cubicBezTo>
                    <a:pt x="10741" y="1005"/>
                    <a:pt x="10207" y="1172"/>
                    <a:pt x="9607" y="1439"/>
                  </a:cubicBezTo>
                  <a:cubicBezTo>
                    <a:pt x="9340" y="1606"/>
                    <a:pt x="9040" y="1706"/>
                    <a:pt x="8706" y="1906"/>
                  </a:cubicBezTo>
                  <a:cubicBezTo>
                    <a:pt x="8406" y="2073"/>
                    <a:pt x="8072" y="2273"/>
                    <a:pt x="7706" y="2507"/>
                  </a:cubicBezTo>
                  <a:cubicBezTo>
                    <a:pt x="6338" y="3374"/>
                    <a:pt x="4770" y="4608"/>
                    <a:pt x="3369" y="6343"/>
                  </a:cubicBezTo>
                  <a:cubicBezTo>
                    <a:pt x="3036" y="6743"/>
                    <a:pt x="2702" y="7243"/>
                    <a:pt x="2368" y="7710"/>
                  </a:cubicBezTo>
                  <a:cubicBezTo>
                    <a:pt x="2035" y="8211"/>
                    <a:pt x="1701" y="8711"/>
                    <a:pt x="1434" y="9245"/>
                  </a:cubicBezTo>
                  <a:cubicBezTo>
                    <a:pt x="867" y="10346"/>
                    <a:pt x="400" y="11546"/>
                    <a:pt x="167" y="12847"/>
                  </a:cubicBezTo>
                  <a:cubicBezTo>
                    <a:pt x="100" y="13181"/>
                    <a:pt x="33" y="13514"/>
                    <a:pt x="33" y="13848"/>
                  </a:cubicBezTo>
                  <a:lnTo>
                    <a:pt x="0" y="14348"/>
                  </a:lnTo>
                  <a:lnTo>
                    <a:pt x="0" y="14849"/>
                  </a:lnTo>
                  <a:cubicBezTo>
                    <a:pt x="33" y="15182"/>
                    <a:pt x="33" y="15549"/>
                    <a:pt x="67" y="15883"/>
                  </a:cubicBezTo>
                  <a:cubicBezTo>
                    <a:pt x="100" y="16216"/>
                    <a:pt x="200" y="16550"/>
                    <a:pt x="334" y="16884"/>
                  </a:cubicBezTo>
                  <a:cubicBezTo>
                    <a:pt x="834" y="18218"/>
                    <a:pt x="1668" y="19385"/>
                    <a:pt x="2502" y="20519"/>
                  </a:cubicBezTo>
                  <a:cubicBezTo>
                    <a:pt x="3336" y="21620"/>
                    <a:pt x="4236" y="22754"/>
                    <a:pt x="5037" y="23922"/>
                  </a:cubicBezTo>
                  <a:cubicBezTo>
                    <a:pt x="5170" y="24089"/>
                    <a:pt x="5237" y="24222"/>
                    <a:pt x="5337" y="24389"/>
                  </a:cubicBezTo>
                  <a:lnTo>
                    <a:pt x="5404" y="24489"/>
                  </a:lnTo>
                  <a:lnTo>
                    <a:pt x="5404" y="24556"/>
                  </a:lnTo>
                  <a:lnTo>
                    <a:pt x="5404" y="24622"/>
                  </a:lnTo>
                  <a:lnTo>
                    <a:pt x="5437" y="24889"/>
                  </a:lnTo>
                  <a:cubicBezTo>
                    <a:pt x="5504" y="25056"/>
                    <a:pt x="5537" y="25223"/>
                    <a:pt x="5537" y="25390"/>
                  </a:cubicBezTo>
                  <a:cubicBezTo>
                    <a:pt x="5571" y="25556"/>
                    <a:pt x="5571" y="25723"/>
                    <a:pt x="5571" y="25890"/>
                  </a:cubicBezTo>
                  <a:cubicBezTo>
                    <a:pt x="5571" y="26590"/>
                    <a:pt x="5437" y="27291"/>
                    <a:pt x="5237" y="27958"/>
                  </a:cubicBezTo>
                  <a:cubicBezTo>
                    <a:pt x="5037" y="28659"/>
                    <a:pt x="4770" y="29326"/>
                    <a:pt x="4603" y="30060"/>
                  </a:cubicBezTo>
                  <a:cubicBezTo>
                    <a:pt x="4403" y="30760"/>
                    <a:pt x="4336" y="31494"/>
                    <a:pt x="4403" y="32261"/>
                  </a:cubicBezTo>
                  <a:lnTo>
                    <a:pt x="4403" y="32395"/>
                  </a:lnTo>
                  <a:lnTo>
                    <a:pt x="4403" y="32461"/>
                  </a:lnTo>
                  <a:lnTo>
                    <a:pt x="4403" y="32495"/>
                  </a:lnTo>
                  <a:lnTo>
                    <a:pt x="4403" y="32795"/>
                  </a:lnTo>
                  <a:cubicBezTo>
                    <a:pt x="4403" y="32962"/>
                    <a:pt x="4403" y="33162"/>
                    <a:pt x="4437" y="33329"/>
                  </a:cubicBezTo>
                  <a:lnTo>
                    <a:pt x="4537" y="33896"/>
                  </a:lnTo>
                  <a:cubicBezTo>
                    <a:pt x="4570" y="34096"/>
                    <a:pt x="4603" y="34263"/>
                    <a:pt x="4670" y="34429"/>
                  </a:cubicBezTo>
                  <a:cubicBezTo>
                    <a:pt x="4870" y="35130"/>
                    <a:pt x="5170" y="35830"/>
                    <a:pt x="5571" y="36431"/>
                  </a:cubicBezTo>
                  <a:cubicBezTo>
                    <a:pt x="6405" y="37632"/>
                    <a:pt x="7672" y="38466"/>
                    <a:pt x="8940" y="38933"/>
                  </a:cubicBezTo>
                  <a:cubicBezTo>
                    <a:pt x="9824" y="39250"/>
                    <a:pt x="10739" y="39382"/>
                    <a:pt x="11642" y="39382"/>
                  </a:cubicBezTo>
                  <a:cubicBezTo>
                    <a:pt x="12069" y="39382"/>
                    <a:pt x="12492" y="39353"/>
                    <a:pt x="12909" y="39300"/>
                  </a:cubicBezTo>
                  <a:cubicBezTo>
                    <a:pt x="13543" y="39233"/>
                    <a:pt x="14210" y="39099"/>
                    <a:pt x="14844" y="38866"/>
                  </a:cubicBezTo>
                  <a:cubicBezTo>
                    <a:pt x="15511" y="38632"/>
                    <a:pt x="16078" y="38299"/>
                    <a:pt x="16679" y="37932"/>
                  </a:cubicBezTo>
                  <a:cubicBezTo>
                    <a:pt x="16945" y="37765"/>
                    <a:pt x="17212" y="37532"/>
                    <a:pt x="17513" y="37298"/>
                  </a:cubicBezTo>
                  <a:cubicBezTo>
                    <a:pt x="17746" y="37065"/>
                    <a:pt x="18046" y="36831"/>
                    <a:pt x="18246" y="36564"/>
                  </a:cubicBezTo>
                  <a:cubicBezTo>
                    <a:pt x="18713" y="36064"/>
                    <a:pt x="19114" y="35430"/>
                    <a:pt x="19447" y="34796"/>
                  </a:cubicBezTo>
                  <a:lnTo>
                    <a:pt x="19714" y="34296"/>
                  </a:lnTo>
                  <a:lnTo>
                    <a:pt x="19914" y="33796"/>
                  </a:lnTo>
                  <a:cubicBezTo>
                    <a:pt x="19914" y="33729"/>
                    <a:pt x="19948" y="33696"/>
                    <a:pt x="20014" y="33562"/>
                  </a:cubicBezTo>
                  <a:lnTo>
                    <a:pt x="20048" y="33295"/>
                  </a:lnTo>
                  <a:cubicBezTo>
                    <a:pt x="20081" y="33128"/>
                    <a:pt x="20114" y="32928"/>
                    <a:pt x="20114" y="32762"/>
                  </a:cubicBezTo>
                  <a:cubicBezTo>
                    <a:pt x="20214" y="32028"/>
                    <a:pt x="20114" y="31260"/>
                    <a:pt x="20014" y="30560"/>
                  </a:cubicBezTo>
                  <a:cubicBezTo>
                    <a:pt x="19714" y="29126"/>
                    <a:pt x="19114" y="27791"/>
                    <a:pt x="18713" y="26424"/>
                  </a:cubicBezTo>
                  <a:cubicBezTo>
                    <a:pt x="18447" y="25723"/>
                    <a:pt x="18280" y="25056"/>
                    <a:pt x="18213" y="24356"/>
                  </a:cubicBezTo>
                  <a:cubicBezTo>
                    <a:pt x="18180" y="24122"/>
                    <a:pt x="18180" y="23955"/>
                    <a:pt x="18180" y="23788"/>
                  </a:cubicBezTo>
                  <a:lnTo>
                    <a:pt x="18180" y="23555"/>
                  </a:lnTo>
                  <a:lnTo>
                    <a:pt x="18180" y="23455"/>
                  </a:lnTo>
                  <a:lnTo>
                    <a:pt x="18213" y="23355"/>
                  </a:lnTo>
                  <a:cubicBezTo>
                    <a:pt x="18246" y="23021"/>
                    <a:pt x="18346" y="22688"/>
                    <a:pt x="18447" y="22354"/>
                  </a:cubicBezTo>
                  <a:cubicBezTo>
                    <a:pt x="18914" y="20986"/>
                    <a:pt x="19747" y="19852"/>
                    <a:pt x="20548" y="18651"/>
                  </a:cubicBezTo>
                  <a:cubicBezTo>
                    <a:pt x="21349" y="17517"/>
                    <a:pt x="22183" y="16350"/>
                    <a:pt x="22750" y="15082"/>
                  </a:cubicBezTo>
                  <a:cubicBezTo>
                    <a:pt x="23383" y="13848"/>
                    <a:pt x="23750" y="12547"/>
                    <a:pt x="24051" y="11246"/>
                  </a:cubicBezTo>
                  <a:cubicBezTo>
                    <a:pt x="24584" y="8711"/>
                    <a:pt x="24651" y="6109"/>
                    <a:pt x="23750" y="4041"/>
                  </a:cubicBezTo>
                  <a:cubicBezTo>
                    <a:pt x="23350" y="2974"/>
                    <a:pt x="22683" y="2073"/>
                    <a:pt x="21882" y="1472"/>
                  </a:cubicBezTo>
                  <a:cubicBezTo>
                    <a:pt x="21082" y="872"/>
                    <a:pt x="20214" y="472"/>
                    <a:pt x="19414" y="272"/>
                  </a:cubicBezTo>
                  <a:cubicBezTo>
                    <a:pt x="18480" y="53"/>
                    <a:pt x="17630" y="0"/>
                    <a:pt x="16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 name="Google Shape;97;p2"/>
            <p:cNvSpPr/>
            <p:nvPr/>
          </p:nvSpPr>
          <p:spPr>
            <a:xfrm>
              <a:off x="5069200" y="1887375"/>
              <a:ext cx="213925" cy="245375"/>
            </a:xfrm>
            <a:custGeom>
              <a:avLst/>
              <a:gdLst/>
              <a:ahLst/>
              <a:cxnLst/>
              <a:rect l="l" t="t" r="r" b="b"/>
              <a:pathLst>
                <a:path w="8557" h="9815" extrusionOk="0">
                  <a:moveTo>
                    <a:pt x="4415" y="0"/>
                  </a:moveTo>
                  <a:cubicBezTo>
                    <a:pt x="4213" y="0"/>
                    <a:pt x="4014" y="16"/>
                    <a:pt x="3820" y="44"/>
                  </a:cubicBezTo>
                  <a:cubicBezTo>
                    <a:pt x="3387" y="111"/>
                    <a:pt x="2920" y="244"/>
                    <a:pt x="2553" y="411"/>
                  </a:cubicBezTo>
                  <a:cubicBezTo>
                    <a:pt x="1752" y="744"/>
                    <a:pt x="1152" y="1145"/>
                    <a:pt x="751" y="1478"/>
                  </a:cubicBezTo>
                  <a:cubicBezTo>
                    <a:pt x="551" y="1645"/>
                    <a:pt x="418" y="1812"/>
                    <a:pt x="284" y="1912"/>
                  </a:cubicBezTo>
                  <a:lnTo>
                    <a:pt x="118" y="2079"/>
                  </a:lnTo>
                  <a:cubicBezTo>
                    <a:pt x="0" y="2196"/>
                    <a:pt x="192" y="2391"/>
                    <a:pt x="331" y="2391"/>
                  </a:cubicBezTo>
                  <a:cubicBezTo>
                    <a:pt x="350" y="2391"/>
                    <a:pt x="368" y="2387"/>
                    <a:pt x="384" y="2379"/>
                  </a:cubicBezTo>
                  <a:cubicBezTo>
                    <a:pt x="384" y="2379"/>
                    <a:pt x="418" y="2312"/>
                    <a:pt x="551" y="2246"/>
                  </a:cubicBezTo>
                  <a:cubicBezTo>
                    <a:pt x="618" y="2145"/>
                    <a:pt x="785" y="1979"/>
                    <a:pt x="985" y="1879"/>
                  </a:cubicBezTo>
                  <a:cubicBezTo>
                    <a:pt x="1385" y="1578"/>
                    <a:pt x="1986" y="1211"/>
                    <a:pt x="2719" y="945"/>
                  </a:cubicBezTo>
                  <a:cubicBezTo>
                    <a:pt x="3086" y="811"/>
                    <a:pt x="3453" y="744"/>
                    <a:pt x="3887" y="711"/>
                  </a:cubicBezTo>
                  <a:cubicBezTo>
                    <a:pt x="3999" y="692"/>
                    <a:pt x="4113" y="684"/>
                    <a:pt x="4228" y="684"/>
                  </a:cubicBezTo>
                  <a:cubicBezTo>
                    <a:pt x="4524" y="684"/>
                    <a:pt x="4823" y="739"/>
                    <a:pt x="5088" y="811"/>
                  </a:cubicBezTo>
                  <a:cubicBezTo>
                    <a:pt x="5822" y="1078"/>
                    <a:pt x="6489" y="1612"/>
                    <a:pt x="6889" y="2246"/>
                  </a:cubicBezTo>
                  <a:cubicBezTo>
                    <a:pt x="7289" y="2813"/>
                    <a:pt x="7590" y="3647"/>
                    <a:pt x="7723" y="4480"/>
                  </a:cubicBezTo>
                  <a:cubicBezTo>
                    <a:pt x="7823" y="5314"/>
                    <a:pt x="7790" y="6248"/>
                    <a:pt x="7623" y="6982"/>
                  </a:cubicBezTo>
                  <a:cubicBezTo>
                    <a:pt x="7456" y="7783"/>
                    <a:pt x="7223" y="8417"/>
                    <a:pt x="6989" y="8884"/>
                  </a:cubicBezTo>
                  <a:cubicBezTo>
                    <a:pt x="6922" y="9117"/>
                    <a:pt x="6822" y="9284"/>
                    <a:pt x="6756" y="9417"/>
                  </a:cubicBezTo>
                  <a:lnTo>
                    <a:pt x="6656" y="9584"/>
                  </a:lnTo>
                  <a:cubicBezTo>
                    <a:pt x="6631" y="9681"/>
                    <a:pt x="6767" y="9814"/>
                    <a:pt x="6881" y="9814"/>
                  </a:cubicBezTo>
                  <a:cubicBezTo>
                    <a:pt x="6923" y="9814"/>
                    <a:pt x="6962" y="9796"/>
                    <a:pt x="6989" y="9751"/>
                  </a:cubicBezTo>
                  <a:cubicBezTo>
                    <a:pt x="6989" y="9751"/>
                    <a:pt x="7056" y="9718"/>
                    <a:pt x="7123" y="9584"/>
                  </a:cubicBezTo>
                  <a:cubicBezTo>
                    <a:pt x="7223" y="9451"/>
                    <a:pt x="7323" y="9284"/>
                    <a:pt x="7456" y="9050"/>
                  </a:cubicBezTo>
                  <a:cubicBezTo>
                    <a:pt x="7723" y="8583"/>
                    <a:pt x="7990" y="7916"/>
                    <a:pt x="8223" y="7082"/>
                  </a:cubicBezTo>
                  <a:cubicBezTo>
                    <a:pt x="8423" y="6282"/>
                    <a:pt x="8557" y="5314"/>
                    <a:pt x="8423" y="4380"/>
                  </a:cubicBezTo>
                  <a:cubicBezTo>
                    <a:pt x="8290" y="3413"/>
                    <a:pt x="7990" y="2479"/>
                    <a:pt x="7489" y="1778"/>
                  </a:cubicBezTo>
                  <a:cubicBezTo>
                    <a:pt x="7089" y="1078"/>
                    <a:pt x="6255" y="377"/>
                    <a:pt x="5288" y="111"/>
                  </a:cubicBezTo>
                  <a:cubicBezTo>
                    <a:pt x="4995" y="32"/>
                    <a:pt x="4702" y="0"/>
                    <a:pt x="4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 name="Google Shape;98;p2"/>
            <p:cNvSpPr/>
            <p:nvPr/>
          </p:nvSpPr>
          <p:spPr>
            <a:xfrm>
              <a:off x="5042950" y="2481300"/>
              <a:ext cx="121650" cy="123975"/>
            </a:xfrm>
            <a:custGeom>
              <a:avLst/>
              <a:gdLst/>
              <a:ahLst/>
              <a:cxnLst/>
              <a:rect l="l" t="t" r="r" b="b"/>
              <a:pathLst>
                <a:path w="4866" h="4959" extrusionOk="0">
                  <a:moveTo>
                    <a:pt x="253" y="1"/>
                  </a:moveTo>
                  <a:cubicBezTo>
                    <a:pt x="187" y="1"/>
                    <a:pt x="133" y="12"/>
                    <a:pt x="133" y="37"/>
                  </a:cubicBezTo>
                  <a:cubicBezTo>
                    <a:pt x="133" y="37"/>
                    <a:pt x="100" y="204"/>
                    <a:pt x="33" y="471"/>
                  </a:cubicBezTo>
                  <a:cubicBezTo>
                    <a:pt x="33" y="571"/>
                    <a:pt x="0" y="738"/>
                    <a:pt x="0" y="905"/>
                  </a:cubicBezTo>
                  <a:lnTo>
                    <a:pt x="0" y="1505"/>
                  </a:lnTo>
                  <a:lnTo>
                    <a:pt x="0" y="1839"/>
                  </a:lnTo>
                  <a:cubicBezTo>
                    <a:pt x="0" y="1939"/>
                    <a:pt x="33" y="2039"/>
                    <a:pt x="33" y="2172"/>
                  </a:cubicBezTo>
                  <a:cubicBezTo>
                    <a:pt x="100" y="2439"/>
                    <a:pt x="167" y="2639"/>
                    <a:pt x="200" y="2873"/>
                  </a:cubicBezTo>
                  <a:cubicBezTo>
                    <a:pt x="334" y="3340"/>
                    <a:pt x="600" y="3807"/>
                    <a:pt x="867" y="4140"/>
                  </a:cubicBezTo>
                  <a:cubicBezTo>
                    <a:pt x="1001" y="4340"/>
                    <a:pt x="1201" y="4474"/>
                    <a:pt x="1434" y="4641"/>
                  </a:cubicBezTo>
                  <a:cubicBezTo>
                    <a:pt x="1534" y="4674"/>
                    <a:pt x="1668" y="4774"/>
                    <a:pt x="1801" y="4807"/>
                  </a:cubicBezTo>
                  <a:cubicBezTo>
                    <a:pt x="1868" y="4874"/>
                    <a:pt x="2035" y="4874"/>
                    <a:pt x="2168" y="4941"/>
                  </a:cubicBezTo>
                  <a:cubicBezTo>
                    <a:pt x="2257" y="4953"/>
                    <a:pt x="2349" y="4958"/>
                    <a:pt x="2442" y="4958"/>
                  </a:cubicBezTo>
                  <a:cubicBezTo>
                    <a:pt x="2874" y="4958"/>
                    <a:pt x="3334" y="4839"/>
                    <a:pt x="3636" y="4674"/>
                  </a:cubicBezTo>
                  <a:cubicBezTo>
                    <a:pt x="3869" y="4607"/>
                    <a:pt x="4003" y="4474"/>
                    <a:pt x="4170" y="4340"/>
                  </a:cubicBezTo>
                  <a:cubicBezTo>
                    <a:pt x="4270" y="4240"/>
                    <a:pt x="4303" y="4207"/>
                    <a:pt x="4370" y="4174"/>
                  </a:cubicBezTo>
                  <a:lnTo>
                    <a:pt x="4537" y="4007"/>
                  </a:lnTo>
                  <a:lnTo>
                    <a:pt x="4837" y="3707"/>
                  </a:lnTo>
                  <a:cubicBezTo>
                    <a:pt x="4866" y="3649"/>
                    <a:pt x="4721" y="3493"/>
                    <a:pt x="4659" y="3493"/>
                  </a:cubicBezTo>
                  <a:cubicBezTo>
                    <a:pt x="4649" y="3493"/>
                    <a:pt x="4641" y="3497"/>
                    <a:pt x="4637" y="3506"/>
                  </a:cubicBezTo>
                  <a:cubicBezTo>
                    <a:pt x="4637" y="3506"/>
                    <a:pt x="4503" y="3573"/>
                    <a:pt x="4303" y="3740"/>
                  </a:cubicBezTo>
                  <a:cubicBezTo>
                    <a:pt x="4270" y="3807"/>
                    <a:pt x="4170" y="3840"/>
                    <a:pt x="4136" y="3873"/>
                  </a:cubicBezTo>
                  <a:cubicBezTo>
                    <a:pt x="4036" y="3940"/>
                    <a:pt x="4003" y="3973"/>
                    <a:pt x="3936" y="4007"/>
                  </a:cubicBezTo>
                  <a:cubicBezTo>
                    <a:pt x="3803" y="4040"/>
                    <a:pt x="3636" y="4174"/>
                    <a:pt x="3469" y="4207"/>
                  </a:cubicBezTo>
                  <a:cubicBezTo>
                    <a:pt x="3244" y="4309"/>
                    <a:pt x="3007" y="4349"/>
                    <a:pt x="2773" y="4349"/>
                  </a:cubicBezTo>
                  <a:cubicBezTo>
                    <a:pt x="2624" y="4349"/>
                    <a:pt x="2477" y="4333"/>
                    <a:pt x="2335" y="4307"/>
                  </a:cubicBezTo>
                  <a:cubicBezTo>
                    <a:pt x="2268" y="4240"/>
                    <a:pt x="2168" y="4240"/>
                    <a:pt x="2102" y="4207"/>
                  </a:cubicBezTo>
                  <a:lnTo>
                    <a:pt x="1835" y="4073"/>
                  </a:lnTo>
                  <a:cubicBezTo>
                    <a:pt x="1701" y="3973"/>
                    <a:pt x="1534" y="3873"/>
                    <a:pt x="1468" y="3707"/>
                  </a:cubicBezTo>
                  <a:cubicBezTo>
                    <a:pt x="1268" y="3473"/>
                    <a:pt x="1034" y="3073"/>
                    <a:pt x="867" y="2706"/>
                  </a:cubicBezTo>
                  <a:cubicBezTo>
                    <a:pt x="801" y="2506"/>
                    <a:pt x="701" y="2306"/>
                    <a:pt x="667" y="2072"/>
                  </a:cubicBezTo>
                  <a:cubicBezTo>
                    <a:pt x="634" y="2005"/>
                    <a:pt x="634" y="1872"/>
                    <a:pt x="600" y="1805"/>
                  </a:cubicBezTo>
                  <a:cubicBezTo>
                    <a:pt x="600" y="1705"/>
                    <a:pt x="534" y="1572"/>
                    <a:pt x="534" y="1505"/>
                  </a:cubicBezTo>
                  <a:cubicBezTo>
                    <a:pt x="500" y="1305"/>
                    <a:pt x="500" y="1138"/>
                    <a:pt x="500" y="971"/>
                  </a:cubicBezTo>
                  <a:lnTo>
                    <a:pt x="500" y="504"/>
                  </a:lnTo>
                  <a:lnTo>
                    <a:pt x="500" y="71"/>
                  </a:lnTo>
                  <a:cubicBezTo>
                    <a:pt x="500" y="29"/>
                    <a:pt x="360" y="1"/>
                    <a:pt x="2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9" name="Google Shape;99;p2"/>
          <p:cNvGrpSpPr/>
          <p:nvPr/>
        </p:nvGrpSpPr>
        <p:grpSpPr>
          <a:xfrm>
            <a:off x="5860418" y="3952617"/>
            <a:ext cx="3576661" cy="1776821"/>
            <a:chOff x="2554175" y="3562475"/>
            <a:chExt cx="4028225" cy="2001150"/>
          </a:xfrm>
        </p:grpSpPr>
        <p:sp>
          <p:nvSpPr>
            <p:cNvPr id="100" name="Google Shape;100;p2"/>
            <p:cNvSpPr/>
            <p:nvPr/>
          </p:nvSpPr>
          <p:spPr>
            <a:xfrm>
              <a:off x="4471325" y="3738200"/>
              <a:ext cx="401525" cy="114200"/>
            </a:xfrm>
            <a:custGeom>
              <a:avLst/>
              <a:gdLst/>
              <a:ahLst/>
              <a:cxnLst/>
              <a:rect l="l" t="t" r="r" b="b"/>
              <a:pathLst>
                <a:path w="16061" h="4568" extrusionOk="0">
                  <a:moveTo>
                    <a:pt x="4527" y="1"/>
                  </a:moveTo>
                  <a:cubicBezTo>
                    <a:pt x="4522" y="1"/>
                    <a:pt x="4519" y="8"/>
                    <a:pt x="4519" y="31"/>
                  </a:cubicBezTo>
                  <a:lnTo>
                    <a:pt x="4318" y="297"/>
                  </a:lnTo>
                  <a:cubicBezTo>
                    <a:pt x="4185" y="464"/>
                    <a:pt x="4085" y="631"/>
                    <a:pt x="3985" y="798"/>
                  </a:cubicBezTo>
                  <a:cubicBezTo>
                    <a:pt x="3685" y="1231"/>
                    <a:pt x="3351" y="1632"/>
                    <a:pt x="3051" y="2032"/>
                  </a:cubicBezTo>
                  <a:cubicBezTo>
                    <a:pt x="2484" y="2733"/>
                    <a:pt x="1750" y="3200"/>
                    <a:pt x="1216" y="3266"/>
                  </a:cubicBezTo>
                  <a:lnTo>
                    <a:pt x="849" y="3266"/>
                  </a:lnTo>
                  <a:cubicBezTo>
                    <a:pt x="716" y="3266"/>
                    <a:pt x="649" y="3233"/>
                    <a:pt x="549" y="3233"/>
                  </a:cubicBezTo>
                  <a:cubicBezTo>
                    <a:pt x="416" y="3200"/>
                    <a:pt x="349" y="3133"/>
                    <a:pt x="349" y="3133"/>
                  </a:cubicBezTo>
                  <a:cubicBezTo>
                    <a:pt x="334" y="3127"/>
                    <a:pt x="319" y="3124"/>
                    <a:pt x="303" y="3124"/>
                  </a:cubicBezTo>
                  <a:cubicBezTo>
                    <a:pt x="149" y="3124"/>
                    <a:pt x="0" y="3406"/>
                    <a:pt x="182" y="3466"/>
                  </a:cubicBezTo>
                  <a:lnTo>
                    <a:pt x="416" y="3600"/>
                  </a:lnTo>
                  <a:cubicBezTo>
                    <a:pt x="516" y="3633"/>
                    <a:pt x="649" y="3633"/>
                    <a:pt x="749" y="3700"/>
                  </a:cubicBezTo>
                  <a:lnTo>
                    <a:pt x="1216" y="3700"/>
                  </a:lnTo>
                  <a:cubicBezTo>
                    <a:pt x="1550" y="3633"/>
                    <a:pt x="1983" y="3533"/>
                    <a:pt x="2350" y="3266"/>
                  </a:cubicBezTo>
                  <a:cubicBezTo>
                    <a:pt x="2717" y="3066"/>
                    <a:pt x="3118" y="2733"/>
                    <a:pt x="3451" y="2366"/>
                  </a:cubicBezTo>
                  <a:cubicBezTo>
                    <a:pt x="3751" y="1965"/>
                    <a:pt x="4085" y="1565"/>
                    <a:pt x="4419" y="1131"/>
                  </a:cubicBezTo>
                  <a:lnTo>
                    <a:pt x="4552" y="965"/>
                  </a:lnTo>
                  <a:lnTo>
                    <a:pt x="4552" y="1031"/>
                  </a:lnTo>
                  <a:lnTo>
                    <a:pt x="4685" y="1131"/>
                  </a:lnTo>
                  <a:lnTo>
                    <a:pt x="4986" y="1432"/>
                  </a:lnTo>
                  <a:cubicBezTo>
                    <a:pt x="5386" y="1865"/>
                    <a:pt x="5853" y="2232"/>
                    <a:pt x="6353" y="2466"/>
                  </a:cubicBezTo>
                  <a:cubicBezTo>
                    <a:pt x="6854" y="2733"/>
                    <a:pt x="7454" y="2899"/>
                    <a:pt x="7988" y="2899"/>
                  </a:cubicBezTo>
                  <a:cubicBezTo>
                    <a:pt x="8521" y="2899"/>
                    <a:pt x="9122" y="2766"/>
                    <a:pt x="9589" y="2566"/>
                  </a:cubicBezTo>
                  <a:cubicBezTo>
                    <a:pt x="10156" y="2366"/>
                    <a:pt x="10656" y="2099"/>
                    <a:pt x="11123" y="1799"/>
                  </a:cubicBezTo>
                  <a:cubicBezTo>
                    <a:pt x="11223" y="1732"/>
                    <a:pt x="11357" y="1698"/>
                    <a:pt x="11490" y="1598"/>
                  </a:cubicBezTo>
                  <a:lnTo>
                    <a:pt x="11557" y="1565"/>
                  </a:lnTo>
                  <a:lnTo>
                    <a:pt x="11624" y="1565"/>
                  </a:lnTo>
                  <a:cubicBezTo>
                    <a:pt x="11629" y="1565"/>
                    <a:pt x="11633" y="1564"/>
                    <a:pt x="11636" y="1564"/>
                  </a:cubicBezTo>
                  <a:cubicBezTo>
                    <a:pt x="11651" y="1564"/>
                    <a:pt x="11646" y="1587"/>
                    <a:pt x="11757" y="1865"/>
                  </a:cubicBezTo>
                  <a:cubicBezTo>
                    <a:pt x="12024" y="2366"/>
                    <a:pt x="12324" y="2799"/>
                    <a:pt x="12591" y="3233"/>
                  </a:cubicBezTo>
                  <a:cubicBezTo>
                    <a:pt x="12925" y="3633"/>
                    <a:pt x="13292" y="3967"/>
                    <a:pt x="13692" y="4234"/>
                  </a:cubicBezTo>
                  <a:cubicBezTo>
                    <a:pt x="14125" y="4467"/>
                    <a:pt x="14526" y="4567"/>
                    <a:pt x="14859" y="4567"/>
                  </a:cubicBezTo>
                  <a:cubicBezTo>
                    <a:pt x="15226" y="4567"/>
                    <a:pt x="15493" y="4534"/>
                    <a:pt x="15660" y="4467"/>
                  </a:cubicBezTo>
                  <a:cubicBezTo>
                    <a:pt x="15827" y="4434"/>
                    <a:pt x="15893" y="4400"/>
                    <a:pt x="15893" y="4400"/>
                  </a:cubicBezTo>
                  <a:cubicBezTo>
                    <a:pt x="16060" y="4300"/>
                    <a:pt x="15960" y="4033"/>
                    <a:pt x="15727" y="3967"/>
                  </a:cubicBezTo>
                  <a:cubicBezTo>
                    <a:pt x="15727" y="3967"/>
                    <a:pt x="15660" y="4033"/>
                    <a:pt x="15493" y="4067"/>
                  </a:cubicBezTo>
                  <a:cubicBezTo>
                    <a:pt x="15326" y="4067"/>
                    <a:pt x="15093" y="4100"/>
                    <a:pt x="14826" y="4100"/>
                  </a:cubicBezTo>
                  <a:cubicBezTo>
                    <a:pt x="14526" y="4067"/>
                    <a:pt x="14226" y="3967"/>
                    <a:pt x="13892" y="3767"/>
                  </a:cubicBezTo>
                  <a:cubicBezTo>
                    <a:pt x="13558" y="3566"/>
                    <a:pt x="13258" y="3233"/>
                    <a:pt x="13025" y="2866"/>
                  </a:cubicBezTo>
                  <a:cubicBezTo>
                    <a:pt x="12758" y="2432"/>
                    <a:pt x="12524" y="1965"/>
                    <a:pt x="12324" y="1532"/>
                  </a:cubicBezTo>
                  <a:cubicBezTo>
                    <a:pt x="12224" y="1398"/>
                    <a:pt x="12191" y="1231"/>
                    <a:pt x="12091" y="1065"/>
                  </a:cubicBezTo>
                  <a:lnTo>
                    <a:pt x="11924" y="731"/>
                  </a:lnTo>
                  <a:lnTo>
                    <a:pt x="11891" y="631"/>
                  </a:lnTo>
                  <a:lnTo>
                    <a:pt x="11891" y="598"/>
                  </a:lnTo>
                  <a:cubicBezTo>
                    <a:pt x="11891" y="587"/>
                    <a:pt x="11887" y="583"/>
                    <a:pt x="11882" y="583"/>
                  </a:cubicBezTo>
                  <a:cubicBezTo>
                    <a:pt x="11872" y="583"/>
                    <a:pt x="11857" y="598"/>
                    <a:pt x="11857" y="598"/>
                  </a:cubicBezTo>
                  <a:lnTo>
                    <a:pt x="11690" y="698"/>
                  </a:lnTo>
                  <a:lnTo>
                    <a:pt x="11090" y="1031"/>
                  </a:lnTo>
                  <a:cubicBezTo>
                    <a:pt x="11023" y="1098"/>
                    <a:pt x="10890" y="1131"/>
                    <a:pt x="10756" y="1231"/>
                  </a:cubicBezTo>
                  <a:cubicBezTo>
                    <a:pt x="9856" y="1732"/>
                    <a:pt x="8855" y="2132"/>
                    <a:pt x="8021" y="2132"/>
                  </a:cubicBezTo>
                  <a:cubicBezTo>
                    <a:pt x="7187" y="2132"/>
                    <a:pt x="6220" y="1698"/>
                    <a:pt x="5486" y="931"/>
                  </a:cubicBezTo>
                  <a:cubicBezTo>
                    <a:pt x="5386" y="865"/>
                    <a:pt x="5252" y="764"/>
                    <a:pt x="5186" y="698"/>
                  </a:cubicBezTo>
                  <a:lnTo>
                    <a:pt x="4752" y="231"/>
                  </a:lnTo>
                  <a:lnTo>
                    <a:pt x="4652" y="97"/>
                  </a:lnTo>
                  <a:lnTo>
                    <a:pt x="4552" y="31"/>
                  </a:lnTo>
                  <a:cubicBezTo>
                    <a:pt x="4552" y="31"/>
                    <a:pt x="4537" y="1"/>
                    <a:pt x="45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 name="Google Shape;101;p2"/>
            <p:cNvSpPr/>
            <p:nvPr/>
          </p:nvSpPr>
          <p:spPr>
            <a:xfrm>
              <a:off x="2554175" y="4914075"/>
              <a:ext cx="532400" cy="107675"/>
            </a:xfrm>
            <a:custGeom>
              <a:avLst/>
              <a:gdLst/>
              <a:ahLst/>
              <a:cxnLst/>
              <a:rect l="l" t="t" r="r" b="b"/>
              <a:pathLst>
                <a:path w="21296" h="4307" extrusionOk="0">
                  <a:moveTo>
                    <a:pt x="13664" y="1"/>
                  </a:moveTo>
                  <a:cubicBezTo>
                    <a:pt x="13660" y="1"/>
                    <a:pt x="13656" y="9"/>
                    <a:pt x="13656" y="29"/>
                  </a:cubicBezTo>
                  <a:lnTo>
                    <a:pt x="13623" y="63"/>
                  </a:lnTo>
                  <a:lnTo>
                    <a:pt x="13523" y="129"/>
                  </a:lnTo>
                  <a:lnTo>
                    <a:pt x="13356" y="296"/>
                  </a:lnTo>
                  <a:lnTo>
                    <a:pt x="13089" y="596"/>
                  </a:lnTo>
                  <a:cubicBezTo>
                    <a:pt x="12956" y="730"/>
                    <a:pt x="12822" y="796"/>
                    <a:pt x="12689" y="897"/>
                  </a:cubicBezTo>
                  <a:cubicBezTo>
                    <a:pt x="12589" y="1030"/>
                    <a:pt x="12456" y="1097"/>
                    <a:pt x="12322" y="1197"/>
                  </a:cubicBezTo>
                  <a:lnTo>
                    <a:pt x="11955" y="1430"/>
                  </a:lnTo>
                  <a:cubicBezTo>
                    <a:pt x="11455" y="1764"/>
                    <a:pt x="10854" y="1931"/>
                    <a:pt x="10321" y="2064"/>
                  </a:cubicBezTo>
                  <a:cubicBezTo>
                    <a:pt x="9912" y="2153"/>
                    <a:pt x="9465" y="2204"/>
                    <a:pt x="9003" y="2204"/>
                  </a:cubicBezTo>
                  <a:cubicBezTo>
                    <a:pt x="8257" y="2204"/>
                    <a:pt x="7472" y="2073"/>
                    <a:pt x="6751" y="1764"/>
                  </a:cubicBezTo>
                  <a:cubicBezTo>
                    <a:pt x="6451" y="1697"/>
                    <a:pt x="6184" y="1530"/>
                    <a:pt x="5918" y="1364"/>
                  </a:cubicBezTo>
                  <a:lnTo>
                    <a:pt x="5517" y="1097"/>
                  </a:lnTo>
                  <a:lnTo>
                    <a:pt x="5350" y="930"/>
                  </a:lnTo>
                  <a:lnTo>
                    <a:pt x="5017" y="630"/>
                  </a:lnTo>
                  <a:cubicBezTo>
                    <a:pt x="4917" y="563"/>
                    <a:pt x="4817" y="430"/>
                    <a:pt x="4683" y="363"/>
                  </a:cubicBezTo>
                  <a:lnTo>
                    <a:pt x="4483" y="763"/>
                  </a:lnTo>
                  <a:cubicBezTo>
                    <a:pt x="4416" y="963"/>
                    <a:pt x="4283" y="1130"/>
                    <a:pt x="4183" y="1364"/>
                  </a:cubicBezTo>
                  <a:lnTo>
                    <a:pt x="3949" y="1730"/>
                  </a:lnTo>
                  <a:cubicBezTo>
                    <a:pt x="3849" y="1797"/>
                    <a:pt x="3783" y="1964"/>
                    <a:pt x="3683" y="2064"/>
                  </a:cubicBezTo>
                  <a:cubicBezTo>
                    <a:pt x="2982" y="2931"/>
                    <a:pt x="2015" y="3398"/>
                    <a:pt x="1348" y="3632"/>
                  </a:cubicBezTo>
                  <a:cubicBezTo>
                    <a:pt x="1181" y="3732"/>
                    <a:pt x="1014" y="3765"/>
                    <a:pt x="914" y="3799"/>
                  </a:cubicBezTo>
                  <a:cubicBezTo>
                    <a:pt x="747" y="3865"/>
                    <a:pt x="614" y="3865"/>
                    <a:pt x="514" y="3899"/>
                  </a:cubicBezTo>
                  <a:cubicBezTo>
                    <a:pt x="347" y="3899"/>
                    <a:pt x="247" y="3932"/>
                    <a:pt x="247" y="3932"/>
                  </a:cubicBezTo>
                  <a:cubicBezTo>
                    <a:pt x="0" y="3963"/>
                    <a:pt x="10" y="4306"/>
                    <a:pt x="223" y="4306"/>
                  </a:cubicBezTo>
                  <a:cubicBezTo>
                    <a:pt x="241" y="4306"/>
                    <a:pt x="260" y="4304"/>
                    <a:pt x="280" y="4299"/>
                  </a:cubicBezTo>
                  <a:cubicBezTo>
                    <a:pt x="280" y="4299"/>
                    <a:pt x="414" y="4299"/>
                    <a:pt x="614" y="4266"/>
                  </a:cubicBezTo>
                  <a:cubicBezTo>
                    <a:pt x="680" y="4232"/>
                    <a:pt x="814" y="4232"/>
                    <a:pt x="981" y="4199"/>
                  </a:cubicBezTo>
                  <a:cubicBezTo>
                    <a:pt x="1114" y="4132"/>
                    <a:pt x="1281" y="4099"/>
                    <a:pt x="1481" y="4065"/>
                  </a:cubicBezTo>
                  <a:cubicBezTo>
                    <a:pt x="2182" y="3799"/>
                    <a:pt x="3282" y="3365"/>
                    <a:pt x="4116" y="2398"/>
                  </a:cubicBezTo>
                  <a:cubicBezTo>
                    <a:pt x="4250" y="2264"/>
                    <a:pt x="4316" y="2131"/>
                    <a:pt x="4416" y="2031"/>
                  </a:cubicBezTo>
                  <a:cubicBezTo>
                    <a:pt x="4483" y="1897"/>
                    <a:pt x="4617" y="1730"/>
                    <a:pt x="4683" y="1597"/>
                  </a:cubicBezTo>
                  <a:lnTo>
                    <a:pt x="4817" y="1397"/>
                  </a:lnTo>
                  <a:lnTo>
                    <a:pt x="4850" y="1364"/>
                  </a:lnTo>
                  <a:lnTo>
                    <a:pt x="4917" y="1297"/>
                  </a:lnTo>
                  <a:lnTo>
                    <a:pt x="4950" y="1364"/>
                  </a:lnTo>
                  <a:lnTo>
                    <a:pt x="4984" y="1397"/>
                  </a:lnTo>
                  <a:cubicBezTo>
                    <a:pt x="5084" y="1430"/>
                    <a:pt x="5117" y="1530"/>
                    <a:pt x="5184" y="1564"/>
                  </a:cubicBezTo>
                  <a:lnTo>
                    <a:pt x="5617" y="1864"/>
                  </a:lnTo>
                  <a:cubicBezTo>
                    <a:pt x="5918" y="2031"/>
                    <a:pt x="6184" y="2231"/>
                    <a:pt x="6518" y="2364"/>
                  </a:cubicBezTo>
                  <a:cubicBezTo>
                    <a:pt x="7371" y="2748"/>
                    <a:pt x="8278" y="2914"/>
                    <a:pt x="9135" y="2914"/>
                  </a:cubicBezTo>
                  <a:cubicBezTo>
                    <a:pt x="9619" y="2914"/>
                    <a:pt x="10087" y="2861"/>
                    <a:pt x="10521" y="2765"/>
                  </a:cubicBezTo>
                  <a:cubicBezTo>
                    <a:pt x="11121" y="2598"/>
                    <a:pt x="11788" y="2398"/>
                    <a:pt x="12355" y="2064"/>
                  </a:cubicBezTo>
                  <a:cubicBezTo>
                    <a:pt x="12522" y="1964"/>
                    <a:pt x="12656" y="1864"/>
                    <a:pt x="12822" y="1764"/>
                  </a:cubicBezTo>
                  <a:cubicBezTo>
                    <a:pt x="12956" y="1630"/>
                    <a:pt x="13123" y="1564"/>
                    <a:pt x="13256" y="1430"/>
                  </a:cubicBezTo>
                  <a:cubicBezTo>
                    <a:pt x="13423" y="1364"/>
                    <a:pt x="13523" y="1230"/>
                    <a:pt x="13656" y="1097"/>
                  </a:cubicBezTo>
                  <a:lnTo>
                    <a:pt x="13690" y="1063"/>
                  </a:lnTo>
                  <a:lnTo>
                    <a:pt x="13790" y="1197"/>
                  </a:lnTo>
                  <a:lnTo>
                    <a:pt x="14123" y="1564"/>
                  </a:lnTo>
                  <a:lnTo>
                    <a:pt x="14490" y="1931"/>
                  </a:lnTo>
                  <a:cubicBezTo>
                    <a:pt x="14624" y="2064"/>
                    <a:pt x="14791" y="2131"/>
                    <a:pt x="14924" y="2264"/>
                  </a:cubicBezTo>
                  <a:cubicBezTo>
                    <a:pt x="15491" y="2631"/>
                    <a:pt x="16125" y="2898"/>
                    <a:pt x="16759" y="3065"/>
                  </a:cubicBezTo>
                  <a:cubicBezTo>
                    <a:pt x="17387" y="3222"/>
                    <a:pt x="17997" y="3269"/>
                    <a:pt x="18541" y="3269"/>
                  </a:cubicBezTo>
                  <a:cubicBezTo>
                    <a:pt x="19037" y="3269"/>
                    <a:pt x="19478" y="3230"/>
                    <a:pt x="19827" y="3198"/>
                  </a:cubicBezTo>
                  <a:cubicBezTo>
                    <a:pt x="20595" y="3098"/>
                    <a:pt x="21028" y="3031"/>
                    <a:pt x="21028" y="3031"/>
                  </a:cubicBezTo>
                  <a:cubicBezTo>
                    <a:pt x="21295" y="2965"/>
                    <a:pt x="21195" y="2698"/>
                    <a:pt x="20995" y="2598"/>
                  </a:cubicBezTo>
                  <a:cubicBezTo>
                    <a:pt x="20995" y="2598"/>
                    <a:pt x="20528" y="2698"/>
                    <a:pt x="19794" y="2731"/>
                  </a:cubicBezTo>
                  <a:cubicBezTo>
                    <a:pt x="19602" y="2740"/>
                    <a:pt x="19394" y="2746"/>
                    <a:pt x="19171" y="2746"/>
                  </a:cubicBezTo>
                  <a:cubicBezTo>
                    <a:pt x="18504" y="2746"/>
                    <a:pt x="17709" y="2689"/>
                    <a:pt x="16859" y="2464"/>
                  </a:cubicBezTo>
                  <a:cubicBezTo>
                    <a:pt x="16292" y="2364"/>
                    <a:pt x="15758" y="2097"/>
                    <a:pt x="15258" y="1730"/>
                  </a:cubicBezTo>
                  <a:cubicBezTo>
                    <a:pt x="15124" y="1630"/>
                    <a:pt x="14991" y="1530"/>
                    <a:pt x="14857" y="1430"/>
                  </a:cubicBezTo>
                  <a:lnTo>
                    <a:pt x="14524" y="1097"/>
                  </a:lnTo>
                  <a:cubicBezTo>
                    <a:pt x="14424" y="963"/>
                    <a:pt x="14324" y="897"/>
                    <a:pt x="14190" y="730"/>
                  </a:cubicBezTo>
                  <a:lnTo>
                    <a:pt x="13690" y="63"/>
                  </a:lnTo>
                  <a:cubicBezTo>
                    <a:pt x="13690" y="40"/>
                    <a:pt x="13674" y="1"/>
                    <a:pt x="136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 name="Google Shape;102;p2"/>
            <p:cNvSpPr/>
            <p:nvPr/>
          </p:nvSpPr>
          <p:spPr>
            <a:xfrm>
              <a:off x="3706150" y="4020825"/>
              <a:ext cx="338600" cy="91750"/>
            </a:xfrm>
            <a:custGeom>
              <a:avLst/>
              <a:gdLst/>
              <a:ahLst/>
              <a:cxnLst/>
              <a:rect l="l" t="t" r="r" b="b"/>
              <a:pathLst>
                <a:path w="13544" h="3670" extrusionOk="0">
                  <a:moveTo>
                    <a:pt x="8173" y="0"/>
                  </a:moveTo>
                  <a:cubicBezTo>
                    <a:pt x="7773" y="267"/>
                    <a:pt x="7339" y="501"/>
                    <a:pt x="6972" y="701"/>
                  </a:cubicBezTo>
                  <a:cubicBezTo>
                    <a:pt x="6672" y="868"/>
                    <a:pt x="6338" y="1034"/>
                    <a:pt x="6005" y="1201"/>
                  </a:cubicBezTo>
                  <a:cubicBezTo>
                    <a:pt x="5638" y="1335"/>
                    <a:pt x="5304" y="1501"/>
                    <a:pt x="4937" y="1635"/>
                  </a:cubicBezTo>
                  <a:cubicBezTo>
                    <a:pt x="4570" y="1768"/>
                    <a:pt x="4170" y="1935"/>
                    <a:pt x="3803" y="1968"/>
                  </a:cubicBezTo>
                  <a:cubicBezTo>
                    <a:pt x="3636" y="2002"/>
                    <a:pt x="3436" y="2035"/>
                    <a:pt x="3270" y="2102"/>
                  </a:cubicBezTo>
                  <a:cubicBezTo>
                    <a:pt x="3103" y="2135"/>
                    <a:pt x="2903" y="2135"/>
                    <a:pt x="2736" y="2135"/>
                  </a:cubicBezTo>
                  <a:cubicBezTo>
                    <a:pt x="2569" y="2135"/>
                    <a:pt x="2402" y="2169"/>
                    <a:pt x="2235" y="2169"/>
                  </a:cubicBezTo>
                  <a:cubicBezTo>
                    <a:pt x="2180" y="2191"/>
                    <a:pt x="2128" y="2198"/>
                    <a:pt x="2077" y="2198"/>
                  </a:cubicBezTo>
                  <a:cubicBezTo>
                    <a:pt x="1976" y="2198"/>
                    <a:pt x="1880" y="2169"/>
                    <a:pt x="1768" y="2169"/>
                  </a:cubicBezTo>
                  <a:cubicBezTo>
                    <a:pt x="1468" y="2135"/>
                    <a:pt x="1168" y="2135"/>
                    <a:pt x="968" y="2102"/>
                  </a:cubicBezTo>
                  <a:cubicBezTo>
                    <a:pt x="501" y="2002"/>
                    <a:pt x="267" y="1968"/>
                    <a:pt x="267" y="1968"/>
                  </a:cubicBezTo>
                  <a:cubicBezTo>
                    <a:pt x="134" y="1968"/>
                    <a:pt x="1" y="2302"/>
                    <a:pt x="201" y="2335"/>
                  </a:cubicBezTo>
                  <a:cubicBezTo>
                    <a:pt x="201" y="2335"/>
                    <a:pt x="434" y="2435"/>
                    <a:pt x="901" y="2535"/>
                  </a:cubicBezTo>
                  <a:cubicBezTo>
                    <a:pt x="1135" y="2636"/>
                    <a:pt x="1402" y="2636"/>
                    <a:pt x="1735" y="2669"/>
                  </a:cubicBezTo>
                  <a:cubicBezTo>
                    <a:pt x="1902" y="2669"/>
                    <a:pt x="2069" y="2736"/>
                    <a:pt x="2235" y="2736"/>
                  </a:cubicBezTo>
                  <a:lnTo>
                    <a:pt x="2769" y="2736"/>
                  </a:lnTo>
                  <a:cubicBezTo>
                    <a:pt x="2869" y="2702"/>
                    <a:pt x="2961" y="2702"/>
                    <a:pt x="3053" y="2702"/>
                  </a:cubicBezTo>
                  <a:cubicBezTo>
                    <a:pt x="3144" y="2702"/>
                    <a:pt x="3236" y="2702"/>
                    <a:pt x="3336" y="2669"/>
                  </a:cubicBezTo>
                  <a:cubicBezTo>
                    <a:pt x="3536" y="2636"/>
                    <a:pt x="3737" y="2636"/>
                    <a:pt x="3937" y="2602"/>
                  </a:cubicBezTo>
                  <a:cubicBezTo>
                    <a:pt x="4370" y="2569"/>
                    <a:pt x="4737" y="2402"/>
                    <a:pt x="5138" y="2302"/>
                  </a:cubicBezTo>
                  <a:cubicBezTo>
                    <a:pt x="5571" y="2235"/>
                    <a:pt x="5938" y="2002"/>
                    <a:pt x="6305" y="1902"/>
                  </a:cubicBezTo>
                  <a:cubicBezTo>
                    <a:pt x="6672" y="1735"/>
                    <a:pt x="7039" y="1568"/>
                    <a:pt x="7372" y="1401"/>
                  </a:cubicBezTo>
                  <a:cubicBezTo>
                    <a:pt x="7506" y="1301"/>
                    <a:pt x="7706" y="1168"/>
                    <a:pt x="7873" y="1101"/>
                  </a:cubicBezTo>
                  <a:cubicBezTo>
                    <a:pt x="7940" y="1068"/>
                    <a:pt x="8040" y="968"/>
                    <a:pt x="8106" y="934"/>
                  </a:cubicBezTo>
                  <a:lnTo>
                    <a:pt x="8306" y="1134"/>
                  </a:lnTo>
                  <a:cubicBezTo>
                    <a:pt x="8440" y="1268"/>
                    <a:pt x="8607" y="1435"/>
                    <a:pt x="8773" y="1568"/>
                  </a:cubicBezTo>
                  <a:cubicBezTo>
                    <a:pt x="9107" y="1835"/>
                    <a:pt x="9441" y="2102"/>
                    <a:pt x="9774" y="2335"/>
                  </a:cubicBezTo>
                  <a:cubicBezTo>
                    <a:pt x="10141" y="2569"/>
                    <a:pt x="10475" y="2769"/>
                    <a:pt x="10808" y="2936"/>
                  </a:cubicBezTo>
                  <a:cubicBezTo>
                    <a:pt x="11475" y="3269"/>
                    <a:pt x="12109" y="3436"/>
                    <a:pt x="12576" y="3570"/>
                  </a:cubicBezTo>
                  <a:cubicBezTo>
                    <a:pt x="12776" y="3603"/>
                    <a:pt x="12976" y="3603"/>
                    <a:pt x="13110" y="3636"/>
                  </a:cubicBezTo>
                  <a:cubicBezTo>
                    <a:pt x="13243" y="3670"/>
                    <a:pt x="13310" y="3670"/>
                    <a:pt x="13310" y="3670"/>
                  </a:cubicBezTo>
                  <a:cubicBezTo>
                    <a:pt x="13477" y="3670"/>
                    <a:pt x="13544" y="3403"/>
                    <a:pt x="13310" y="3269"/>
                  </a:cubicBezTo>
                  <a:cubicBezTo>
                    <a:pt x="13310" y="3269"/>
                    <a:pt x="13277" y="3269"/>
                    <a:pt x="13143" y="3203"/>
                  </a:cubicBezTo>
                  <a:cubicBezTo>
                    <a:pt x="13010" y="3169"/>
                    <a:pt x="12843" y="3169"/>
                    <a:pt x="12643" y="3103"/>
                  </a:cubicBezTo>
                  <a:cubicBezTo>
                    <a:pt x="12243" y="2969"/>
                    <a:pt x="11642" y="2769"/>
                    <a:pt x="11008" y="2369"/>
                  </a:cubicBezTo>
                  <a:cubicBezTo>
                    <a:pt x="10742" y="2269"/>
                    <a:pt x="10441" y="2002"/>
                    <a:pt x="10108" y="1802"/>
                  </a:cubicBezTo>
                  <a:cubicBezTo>
                    <a:pt x="9808" y="1535"/>
                    <a:pt x="9507" y="1335"/>
                    <a:pt x="9240" y="1034"/>
                  </a:cubicBezTo>
                  <a:cubicBezTo>
                    <a:pt x="9074" y="934"/>
                    <a:pt x="8940" y="801"/>
                    <a:pt x="8807" y="634"/>
                  </a:cubicBezTo>
                  <a:lnTo>
                    <a:pt x="8607" y="434"/>
                  </a:lnTo>
                  <a:cubicBezTo>
                    <a:pt x="8440" y="301"/>
                    <a:pt x="8306" y="100"/>
                    <a:pt x="81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 name="Google Shape;103;p2"/>
            <p:cNvSpPr/>
            <p:nvPr/>
          </p:nvSpPr>
          <p:spPr>
            <a:xfrm>
              <a:off x="3403425" y="3729975"/>
              <a:ext cx="3178975" cy="1783400"/>
            </a:xfrm>
            <a:custGeom>
              <a:avLst/>
              <a:gdLst/>
              <a:ahLst/>
              <a:cxnLst/>
              <a:rect l="l" t="t" r="r" b="b"/>
              <a:pathLst>
                <a:path w="127159" h="71336" extrusionOk="0">
                  <a:moveTo>
                    <a:pt x="98163" y="1"/>
                  </a:moveTo>
                  <a:cubicBezTo>
                    <a:pt x="97767" y="1"/>
                    <a:pt x="97368" y="20"/>
                    <a:pt x="96970" y="59"/>
                  </a:cubicBezTo>
                  <a:cubicBezTo>
                    <a:pt x="96303" y="126"/>
                    <a:pt x="95636" y="260"/>
                    <a:pt x="94969" y="393"/>
                  </a:cubicBezTo>
                  <a:cubicBezTo>
                    <a:pt x="94302" y="560"/>
                    <a:pt x="93634" y="760"/>
                    <a:pt x="93034" y="1060"/>
                  </a:cubicBezTo>
                  <a:cubicBezTo>
                    <a:pt x="91733" y="1594"/>
                    <a:pt x="90532" y="2394"/>
                    <a:pt x="89365" y="3195"/>
                  </a:cubicBezTo>
                  <a:cubicBezTo>
                    <a:pt x="88197" y="3962"/>
                    <a:pt x="87063" y="4796"/>
                    <a:pt x="85795" y="5463"/>
                  </a:cubicBezTo>
                  <a:cubicBezTo>
                    <a:pt x="85195" y="5797"/>
                    <a:pt x="84528" y="6064"/>
                    <a:pt x="83861" y="6264"/>
                  </a:cubicBezTo>
                  <a:cubicBezTo>
                    <a:pt x="83527" y="6397"/>
                    <a:pt x="83127" y="6431"/>
                    <a:pt x="82793" y="6531"/>
                  </a:cubicBezTo>
                  <a:cubicBezTo>
                    <a:pt x="82426" y="6564"/>
                    <a:pt x="82093" y="6597"/>
                    <a:pt x="81726" y="6631"/>
                  </a:cubicBezTo>
                  <a:cubicBezTo>
                    <a:pt x="80925" y="6731"/>
                    <a:pt x="80191" y="6864"/>
                    <a:pt x="79424" y="7064"/>
                  </a:cubicBezTo>
                  <a:cubicBezTo>
                    <a:pt x="78690" y="7298"/>
                    <a:pt x="77957" y="7698"/>
                    <a:pt x="77289" y="8098"/>
                  </a:cubicBezTo>
                  <a:cubicBezTo>
                    <a:pt x="76689" y="8565"/>
                    <a:pt x="76055" y="9066"/>
                    <a:pt x="75521" y="9600"/>
                  </a:cubicBezTo>
                  <a:cubicBezTo>
                    <a:pt x="74954" y="10100"/>
                    <a:pt x="74421" y="10700"/>
                    <a:pt x="73887" y="11234"/>
                  </a:cubicBezTo>
                  <a:cubicBezTo>
                    <a:pt x="73387" y="11801"/>
                    <a:pt x="72853" y="12368"/>
                    <a:pt x="72286" y="12902"/>
                  </a:cubicBezTo>
                  <a:lnTo>
                    <a:pt x="71452" y="13702"/>
                  </a:lnTo>
                  <a:cubicBezTo>
                    <a:pt x="71285" y="13803"/>
                    <a:pt x="71185" y="13936"/>
                    <a:pt x="71052" y="14069"/>
                  </a:cubicBezTo>
                  <a:cubicBezTo>
                    <a:pt x="70885" y="14203"/>
                    <a:pt x="70751" y="14270"/>
                    <a:pt x="70585" y="14403"/>
                  </a:cubicBezTo>
                  <a:cubicBezTo>
                    <a:pt x="69384" y="15204"/>
                    <a:pt x="67883" y="15704"/>
                    <a:pt x="66415" y="16138"/>
                  </a:cubicBezTo>
                  <a:cubicBezTo>
                    <a:pt x="64914" y="16605"/>
                    <a:pt x="63413" y="17038"/>
                    <a:pt x="61912" y="17572"/>
                  </a:cubicBezTo>
                  <a:cubicBezTo>
                    <a:pt x="60411" y="18106"/>
                    <a:pt x="58910" y="18773"/>
                    <a:pt x="57575" y="19640"/>
                  </a:cubicBezTo>
                  <a:cubicBezTo>
                    <a:pt x="51538" y="22942"/>
                    <a:pt x="51404" y="31282"/>
                    <a:pt x="45667" y="33317"/>
                  </a:cubicBezTo>
                  <a:cubicBezTo>
                    <a:pt x="45050" y="33579"/>
                    <a:pt x="44411" y="33698"/>
                    <a:pt x="43775" y="33698"/>
                  </a:cubicBezTo>
                  <a:cubicBezTo>
                    <a:pt x="43035" y="33698"/>
                    <a:pt x="42297" y="33537"/>
                    <a:pt x="41597" y="33250"/>
                  </a:cubicBezTo>
                  <a:cubicBezTo>
                    <a:pt x="40330" y="32716"/>
                    <a:pt x="39062" y="31882"/>
                    <a:pt x="37661" y="31315"/>
                  </a:cubicBezTo>
                  <a:cubicBezTo>
                    <a:pt x="37328" y="31148"/>
                    <a:pt x="36927" y="31082"/>
                    <a:pt x="36560" y="30948"/>
                  </a:cubicBezTo>
                  <a:cubicBezTo>
                    <a:pt x="36193" y="30881"/>
                    <a:pt x="35826" y="30781"/>
                    <a:pt x="35426" y="30748"/>
                  </a:cubicBezTo>
                  <a:lnTo>
                    <a:pt x="34892" y="30648"/>
                  </a:lnTo>
                  <a:lnTo>
                    <a:pt x="34359" y="30615"/>
                  </a:lnTo>
                  <a:cubicBezTo>
                    <a:pt x="34236" y="30603"/>
                    <a:pt x="34110" y="30600"/>
                    <a:pt x="33983" y="30600"/>
                  </a:cubicBezTo>
                  <a:cubicBezTo>
                    <a:pt x="33729" y="30600"/>
                    <a:pt x="33469" y="30615"/>
                    <a:pt x="33225" y="30615"/>
                  </a:cubicBezTo>
                  <a:cubicBezTo>
                    <a:pt x="32491" y="30648"/>
                    <a:pt x="31724" y="30781"/>
                    <a:pt x="31023" y="31082"/>
                  </a:cubicBezTo>
                  <a:cubicBezTo>
                    <a:pt x="30323" y="31315"/>
                    <a:pt x="29689" y="31782"/>
                    <a:pt x="29155" y="32282"/>
                  </a:cubicBezTo>
                  <a:cubicBezTo>
                    <a:pt x="28054" y="33317"/>
                    <a:pt x="27387" y="34651"/>
                    <a:pt x="26820" y="35952"/>
                  </a:cubicBezTo>
                  <a:cubicBezTo>
                    <a:pt x="26220" y="37253"/>
                    <a:pt x="25686" y="38587"/>
                    <a:pt x="24985" y="39788"/>
                  </a:cubicBezTo>
                  <a:cubicBezTo>
                    <a:pt x="24252" y="40989"/>
                    <a:pt x="23251" y="41989"/>
                    <a:pt x="21983" y="42456"/>
                  </a:cubicBezTo>
                  <a:cubicBezTo>
                    <a:pt x="21349" y="42723"/>
                    <a:pt x="20649" y="42823"/>
                    <a:pt x="19982" y="42823"/>
                  </a:cubicBezTo>
                  <a:cubicBezTo>
                    <a:pt x="19348" y="42823"/>
                    <a:pt x="18681" y="42590"/>
                    <a:pt x="18080" y="42223"/>
                  </a:cubicBezTo>
                  <a:cubicBezTo>
                    <a:pt x="17513" y="41823"/>
                    <a:pt x="16913" y="41389"/>
                    <a:pt x="16346" y="40889"/>
                  </a:cubicBezTo>
                  <a:cubicBezTo>
                    <a:pt x="15745" y="40422"/>
                    <a:pt x="15145" y="39888"/>
                    <a:pt x="14344" y="39554"/>
                  </a:cubicBezTo>
                  <a:cubicBezTo>
                    <a:pt x="13853" y="39298"/>
                    <a:pt x="13292" y="39178"/>
                    <a:pt x="12734" y="39178"/>
                  </a:cubicBezTo>
                  <a:cubicBezTo>
                    <a:pt x="12421" y="39178"/>
                    <a:pt x="12109" y="39216"/>
                    <a:pt x="11809" y="39287"/>
                  </a:cubicBezTo>
                  <a:cubicBezTo>
                    <a:pt x="11676" y="39321"/>
                    <a:pt x="11576" y="39321"/>
                    <a:pt x="11476" y="39388"/>
                  </a:cubicBezTo>
                  <a:lnTo>
                    <a:pt x="11142" y="39488"/>
                  </a:lnTo>
                  <a:cubicBezTo>
                    <a:pt x="10909" y="39621"/>
                    <a:pt x="10709" y="39754"/>
                    <a:pt x="10542" y="39921"/>
                  </a:cubicBezTo>
                  <a:cubicBezTo>
                    <a:pt x="10208" y="40221"/>
                    <a:pt x="9975" y="40588"/>
                    <a:pt x="9741" y="40922"/>
                  </a:cubicBezTo>
                  <a:cubicBezTo>
                    <a:pt x="9341" y="41622"/>
                    <a:pt x="9007" y="42323"/>
                    <a:pt x="8640" y="42957"/>
                  </a:cubicBezTo>
                  <a:cubicBezTo>
                    <a:pt x="8407" y="43257"/>
                    <a:pt x="8207" y="43557"/>
                    <a:pt x="7973" y="43724"/>
                  </a:cubicBezTo>
                  <a:cubicBezTo>
                    <a:pt x="7873" y="43791"/>
                    <a:pt x="7673" y="43891"/>
                    <a:pt x="7540" y="43957"/>
                  </a:cubicBezTo>
                  <a:lnTo>
                    <a:pt x="7306" y="44058"/>
                  </a:lnTo>
                  <a:cubicBezTo>
                    <a:pt x="7206" y="44091"/>
                    <a:pt x="7139" y="44091"/>
                    <a:pt x="7039" y="44124"/>
                  </a:cubicBezTo>
                  <a:cubicBezTo>
                    <a:pt x="6644" y="44223"/>
                    <a:pt x="6226" y="44252"/>
                    <a:pt x="5785" y="44252"/>
                  </a:cubicBezTo>
                  <a:cubicBezTo>
                    <a:pt x="5480" y="44252"/>
                    <a:pt x="5165" y="44238"/>
                    <a:pt x="4838" y="44224"/>
                  </a:cubicBezTo>
                  <a:cubicBezTo>
                    <a:pt x="4665" y="44210"/>
                    <a:pt x="4488" y="44202"/>
                    <a:pt x="4308" y="44202"/>
                  </a:cubicBezTo>
                  <a:cubicBezTo>
                    <a:pt x="3652" y="44202"/>
                    <a:pt x="2957" y="44310"/>
                    <a:pt x="2303" y="44625"/>
                  </a:cubicBezTo>
                  <a:cubicBezTo>
                    <a:pt x="1902" y="44825"/>
                    <a:pt x="1569" y="45092"/>
                    <a:pt x="1235" y="45325"/>
                  </a:cubicBezTo>
                  <a:cubicBezTo>
                    <a:pt x="902" y="45625"/>
                    <a:pt x="635" y="45926"/>
                    <a:pt x="368" y="46326"/>
                  </a:cubicBezTo>
                  <a:cubicBezTo>
                    <a:pt x="134" y="46759"/>
                    <a:pt x="1" y="47293"/>
                    <a:pt x="134" y="47794"/>
                  </a:cubicBezTo>
                  <a:cubicBezTo>
                    <a:pt x="234" y="48294"/>
                    <a:pt x="501" y="48661"/>
                    <a:pt x="801" y="48994"/>
                  </a:cubicBezTo>
                  <a:cubicBezTo>
                    <a:pt x="1402" y="49662"/>
                    <a:pt x="2069" y="50095"/>
                    <a:pt x="2803" y="50495"/>
                  </a:cubicBezTo>
                  <a:cubicBezTo>
                    <a:pt x="3503" y="50862"/>
                    <a:pt x="4237" y="51196"/>
                    <a:pt x="4971" y="51563"/>
                  </a:cubicBezTo>
                  <a:cubicBezTo>
                    <a:pt x="7840" y="52797"/>
                    <a:pt x="10875" y="53631"/>
                    <a:pt x="13744" y="54598"/>
                  </a:cubicBezTo>
                  <a:cubicBezTo>
                    <a:pt x="14078" y="54698"/>
                    <a:pt x="14478" y="54832"/>
                    <a:pt x="14811" y="54965"/>
                  </a:cubicBezTo>
                  <a:cubicBezTo>
                    <a:pt x="15012" y="54999"/>
                    <a:pt x="15178" y="55099"/>
                    <a:pt x="15312" y="55165"/>
                  </a:cubicBezTo>
                  <a:lnTo>
                    <a:pt x="15745" y="55466"/>
                  </a:lnTo>
                  <a:cubicBezTo>
                    <a:pt x="16079" y="55666"/>
                    <a:pt x="16413" y="55866"/>
                    <a:pt x="16813" y="55999"/>
                  </a:cubicBezTo>
                  <a:cubicBezTo>
                    <a:pt x="17180" y="56166"/>
                    <a:pt x="17513" y="56333"/>
                    <a:pt x="17880" y="56466"/>
                  </a:cubicBezTo>
                  <a:cubicBezTo>
                    <a:pt x="18214" y="56600"/>
                    <a:pt x="18581" y="56767"/>
                    <a:pt x="18981" y="56833"/>
                  </a:cubicBezTo>
                  <a:cubicBezTo>
                    <a:pt x="19348" y="56933"/>
                    <a:pt x="19715" y="57033"/>
                    <a:pt x="20082" y="57134"/>
                  </a:cubicBezTo>
                  <a:cubicBezTo>
                    <a:pt x="20849" y="57267"/>
                    <a:pt x="21583" y="57434"/>
                    <a:pt x="22350" y="57467"/>
                  </a:cubicBezTo>
                  <a:cubicBezTo>
                    <a:pt x="22717" y="57534"/>
                    <a:pt x="23092" y="57551"/>
                    <a:pt x="23468" y="57551"/>
                  </a:cubicBezTo>
                  <a:cubicBezTo>
                    <a:pt x="23843" y="57551"/>
                    <a:pt x="24218" y="57534"/>
                    <a:pt x="24585" y="57534"/>
                  </a:cubicBezTo>
                  <a:cubicBezTo>
                    <a:pt x="25352" y="57467"/>
                    <a:pt x="26086" y="57434"/>
                    <a:pt x="26787" y="57334"/>
                  </a:cubicBezTo>
                  <a:cubicBezTo>
                    <a:pt x="28254" y="57134"/>
                    <a:pt x="29622" y="56800"/>
                    <a:pt x="31023" y="56500"/>
                  </a:cubicBezTo>
                  <a:cubicBezTo>
                    <a:pt x="32303" y="56219"/>
                    <a:pt x="33583" y="55996"/>
                    <a:pt x="34809" y="55996"/>
                  </a:cubicBezTo>
                  <a:cubicBezTo>
                    <a:pt x="34892" y="55996"/>
                    <a:pt x="34976" y="55997"/>
                    <a:pt x="35059" y="55999"/>
                  </a:cubicBezTo>
                  <a:cubicBezTo>
                    <a:pt x="35726" y="55999"/>
                    <a:pt x="36360" y="56133"/>
                    <a:pt x="36927" y="56333"/>
                  </a:cubicBezTo>
                  <a:cubicBezTo>
                    <a:pt x="37061" y="56366"/>
                    <a:pt x="37227" y="56433"/>
                    <a:pt x="37361" y="56500"/>
                  </a:cubicBezTo>
                  <a:lnTo>
                    <a:pt x="37761" y="56767"/>
                  </a:lnTo>
                  <a:cubicBezTo>
                    <a:pt x="38061" y="56933"/>
                    <a:pt x="38328" y="57100"/>
                    <a:pt x="38595" y="57267"/>
                  </a:cubicBezTo>
                  <a:cubicBezTo>
                    <a:pt x="39696" y="57934"/>
                    <a:pt x="40697" y="58701"/>
                    <a:pt x="41731" y="59469"/>
                  </a:cubicBezTo>
                  <a:cubicBezTo>
                    <a:pt x="42231" y="59835"/>
                    <a:pt x="42765" y="60169"/>
                    <a:pt x="43365" y="60469"/>
                  </a:cubicBezTo>
                  <a:cubicBezTo>
                    <a:pt x="43932" y="60769"/>
                    <a:pt x="44533" y="61003"/>
                    <a:pt x="45100" y="61136"/>
                  </a:cubicBezTo>
                  <a:cubicBezTo>
                    <a:pt x="46301" y="61437"/>
                    <a:pt x="47535" y="61470"/>
                    <a:pt x="48636" y="61470"/>
                  </a:cubicBezTo>
                  <a:cubicBezTo>
                    <a:pt x="49770" y="61470"/>
                    <a:pt x="50871" y="61403"/>
                    <a:pt x="51905" y="61403"/>
                  </a:cubicBezTo>
                  <a:cubicBezTo>
                    <a:pt x="52171" y="61395"/>
                    <a:pt x="52435" y="61390"/>
                    <a:pt x="52697" y="61390"/>
                  </a:cubicBezTo>
                  <a:cubicBezTo>
                    <a:pt x="54471" y="61390"/>
                    <a:pt x="56134" y="61606"/>
                    <a:pt x="57442" y="62304"/>
                  </a:cubicBezTo>
                  <a:cubicBezTo>
                    <a:pt x="58209" y="62671"/>
                    <a:pt x="58843" y="63171"/>
                    <a:pt x="59343" y="63772"/>
                  </a:cubicBezTo>
                  <a:cubicBezTo>
                    <a:pt x="59877" y="64339"/>
                    <a:pt x="60244" y="64972"/>
                    <a:pt x="60611" y="65573"/>
                  </a:cubicBezTo>
                  <a:cubicBezTo>
                    <a:pt x="61345" y="66740"/>
                    <a:pt x="61912" y="67808"/>
                    <a:pt x="62512" y="68608"/>
                  </a:cubicBezTo>
                  <a:cubicBezTo>
                    <a:pt x="63079" y="69409"/>
                    <a:pt x="63580" y="69976"/>
                    <a:pt x="64013" y="70310"/>
                  </a:cubicBezTo>
                  <a:cubicBezTo>
                    <a:pt x="64180" y="70476"/>
                    <a:pt x="64347" y="70610"/>
                    <a:pt x="64447" y="70677"/>
                  </a:cubicBezTo>
                  <a:cubicBezTo>
                    <a:pt x="64580" y="70777"/>
                    <a:pt x="64614" y="70810"/>
                    <a:pt x="64614" y="70810"/>
                  </a:cubicBezTo>
                  <a:cubicBezTo>
                    <a:pt x="65114" y="71110"/>
                    <a:pt x="65581" y="71310"/>
                    <a:pt x="66115" y="71310"/>
                  </a:cubicBezTo>
                  <a:cubicBezTo>
                    <a:pt x="66265" y="71327"/>
                    <a:pt x="66382" y="71335"/>
                    <a:pt x="66461" y="71335"/>
                  </a:cubicBezTo>
                  <a:cubicBezTo>
                    <a:pt x="66540" y="71335"/>
                    <a:pt x="66582" y="71327"/>
                    <a:pt x="66582" y="71310"/>
                  </a:cubicBezTo>
                  <a:cubicBezTo>
                    <a:pt x="66615" y="71277"/>
                    <a:pt x="66515" y="71144"/>
                    <a:pt x="66248" y="71010"/>
                  </a:cubicBezTo>
                  <a:cubicBezTo>
                    <a:pt x="66015" y="70877"/>
                    <a:pt x="65614" y="70677"/>
                    <a:pt x="65181" y="70343"/>
                  </a:cubicBezTo>
                  <a:cubicBezTo>
                    <a:pt x="65181" y="70343"/>
                    <a:pt x="65081" y="70310"/>
                    <a:pt x="65014" y="70210"/>
                  </a:cubicBezTo>
                  <a:cubicBezTo>
                    <a:pt x="64914" y="70176"/>
                    <a:pt x="64747" y="70043"/>
                    <a:pt x="64580" y="69876"/>
                  </a:cubicBezTo>
                  <a:cubicBezTo>
                    <a:pt x="64213" y="69609"/>
                    <a:pt x="63713" y="69042"/>
                    <a:pt x="63179" y="68275"/>
                  </a:cubicBezTo>
                  <a:cubicBezTo>
                    <a:pt x="62579" y="67508"/>
                    <a:pt x="62012" y="66474"/>
                    <a:pt x="61278" y="65273"/>
                  </a:cubicBezTo>
                  <a:cubicBezTo>
                    <a:pt x="60911" y="64639"/>
                    <a:pt x="60511" y="64005"/>
                    <a:pt x="59944" y="63371"/>
                  </a:cubicBezTo>
                  <a:cubicBezTo>
                    <a:pt x="59410" y="62771"/>
                    <a:pt x="58743" y="62170"/>
                    <a:pt x="57909" y="61770"/>
                  </a:cubicBezTo>
                  <a:cubicBezTo>
                    <a:pt x="56241" y="60870"/>
                    <a:pt x="54206" y="60736"/>
                    <a:pt x="52105" y="60736"/>
                  </a:cubicBezTo>
                  <a:cubicBezTo>
                    <a:pt x="51896" y="60730"/>
                    <a:pt x="51685" y="60727"/>
                    <a:pt x="51473" y="60727"/>
                  </a:cubicBezTo>
                  <a:cubicBezTo>
                    <a:pt x="50585" y="60727"/>
                    <a:pt x="49671" y="60774"/>
                    <a:pt x="48746" y="60774"/>
                  </a:cubicBezTo>
                  <a:cubicBezTo>
                    <a:pt x="47671" y="60774"/>
                    <a:pt x="46582" y="60710"/>
                    <a:pt x="45500" y="60436"/>
                  </a:cubicBezTo>
                  <a:cubicBezTo>
                    <a:pt x="44933" y="60269"/>
                    <a:pt x="44399" y="60069"/>
                    <a:pt x="43866" y="59802"/>
                  </a:cubicBezTo>
                  <a:cubicBezTo>
                    <a:pt x="43332" y="59502"/>
                    <a:pt x="42831" y="59168"/>
                    <a:pt x="42331" y="58835"/>
                  </a:cubicBezTo>
                  <a:cubicBezTo>
                    <a:pt x="41330" y="58134"/>
                    <a:pt x="40330" y="57300"/>
                    <a:pt x="39196" y="56600"/>
                  </a:cubicBezTo>
                  <a:cubicBezTo>
                    <a:pt x="38895" y="56400"/>
                    <a:pt x="38595" y="56200"/>
                    <a:pt x="38328" y="56066"/>
                  </a:cubicBezTo>
                  <a:lnTo>
                    <a:pt x="37861" y="55799"/>
                  </a:lnTo>
                  <a:cubicBezTo>
                    <a:pt x="37694" y="55733"/>
                    <a:pt x="37528" y="55666"/>
                    <a:pt x="37361" y="55599"/>
                  </a:cubicBezTo>
                  <a:cubicBezTo>
                    <a:pt x="36694" y="55332"/>
                    <a:pt x="35993" y="55232"/>
                    <a:pt x="35259" y="55232"/>
                  </a:cubicBezTo>
                  <a:cubicBezTo>
                    <a:pt x="35112" y="55225"/>
                    <a:pt x="34965" y="55222"/>
                    <a:pt x="34817" y="55222"/>
                  </a:cubicBezTo>
                  <a:cubicBezTo>
                    <a:pt x="33558" y="55222"/>
                    <a:pt x="32281" y="55464"/>
                    <a:pt x="31056" y="55733"/>
                  </a:cubicBezTo>
                  <a:cubicBezTo>
                    <a:pt x="29689" y="55999"/>
                    <a:pt x="28321" y="56333"/>
                    <a:pt x="26887" y="56500"/>
                  </a:cubicBezTo>
                  <a:cubicBezTo>
                    <a:pt x="26186" y="56600"/>
                    <a:pt x="25486" y="56633"/>
                    <a:pt x="24752" y="56700"/>
                  </a:cubicBezTo>
                  <a:cubicBezTo>
                    <a:pt x="24051" y="56667"/>
                    <a:pt x="23318" y="56700"/>
                    <a:pt x="22584" y="56633"/>
                  </a:cubicBezTo>
                  <a:cubicBezTo>
                    <a:pt x="21850" y="56600"/>
                    <a:pt x="21149" y="56433"/>
                    <a:pt x="20415" y="56300"/>
                  </a:cubicBezTo>
                  <a:cubicBezTo>
                    <a:pt x="20049" y="56166"/>
                    <a:pt x="19715" y="56099"/>
                    <a:pt x="19348" y="55999"/>
                  </a:cubicBezTo>
                  <a:cubicBezTo>
                    <a:pt x="18981" y="55933"/>
                    <a:pt x="18648" y="55799"/>
                    <a:pt x="18314" y="55666"/>
                  </a:cubicBezTo>
                  <a:cubicBezTo>
                    <a:pt x="17980" y="55599"/>
                    <a:pt x="17647" y="55432"/>
                    <a:pt x="17313" y="55266"/>
                  </a:cubicBezTo>
                  <a:cubicBezTo>
                    <a:pt x="16980" y="55132"/>
                    <a:pt x="16679" y="54932"/>
                    <a:pt x="16346" y="54765"/>
                  </a:cubicBezTo>
                  <a:lnTo>
                    <a:pt x="15846" y="54465"/>
                  </a:lnTo>
                  <a:cubicBezTo>
                    <a:pt x="15679" y="54365"/>
                    <a:pt x="15479" y="54298"/>
                    <a:pt x="15312" y="54198"/>
                  </a:cubicBezTo>
                  <a:cubicBezTo>
                    <a:pt x="14978" y="54065"/>
                    <a:pt x="14578" y="53931"/>
                    <a:pt x="14211" y="53798"/>
                  </a:cubicBezTo>
                  <a:cubicBezTo>
                    <a:pt x="11309" y="52797"/>
                    <a:pt x="8307" y="51930"/>
                    <a:pt x="5471" y="50729"/>
                  </a:cubicBezTo>
                  <a:cubicBezTo>
                    <a:pt x="4804" y="50429"/>
                    <a:pt x="4070" y="50095"/>
                    <a:pt x="3403" y="49728"/>
                  </a:cubicBezTo>
                  <a:cubicBezTo>
                    <a:pt x="2803" y="49328"/>
                    <a:pt x="2136" y="48894"/>
                    <a:pt x="1669" y="48394"/>
                  </a:cubicBezTo>
                  <a:cubicBezTo>
                    <a:pt x="1469" y="48094"/>
                    <a:pt x="1235" y="47827"/>
                    <a:pt x="1202" y="47560"/>
                  </a:cubicBezTo>
                  <a:cubicBezTo>
                    <a:pt x="1168" y="47260"/>
                    <a:pt x="1202" y="46960"/>
                    <a:pt x="1369" y="46726"/>
                  </a:cubicBezTo>
                  <a:cubicBezTo>
                    <a:pt x="1669" y="46126"/>
                    <a:pt x="2336" y="45725"/>
                    <a:pt x="2970" y="45325"/>
                  </a:cubicBezTo>
                  <a:cubicBezTo>
                    <a:pt x="3403" y="45121"/>
                    <a:pt x="3953" y="45034"/>
                    <a:pt x="4516" y="45034"/>
                  </a:cubicBezTo>
                  <a:cubicBezTo>
                    <a:pt x="4689" y="45034"/>
                    <a:pt x="4865" y="45042"/>
                    <a:pt x="5038" y="45058"/>
                  </a:cubicBezTo>
                  <a:cubicBezTo>
                    <a:pt x="5328" y="45071"/>
                    <a:pt x="5627" y="45083"/>
                    <a:pt x="5935" y="45083"/>
                  </a:cubicBezTo>
                  <a:cubicBezTo>
                    <a:pt x="6440" y="45083"/>
                    <a:pt x="6967" y="45049"/>
                    <a:pt x="7506" y="44925"/>
                  </a:cubicBezTo>
                  <a:cubicBezTo>
                    <a:pt x="7640" y="44925"/>
                    <a:pt x="7706" y="44891"/>
                    <a:pt x="7840" y="44825"/>
                  </a:cubicBezTo>
                  <a:lnTo>
                    <a:pt x="8140" y="44725"/>
                  </a:lnTo>
                  <a:cubicBezTo>
                    <a:pt x="8340" y="44625"/>
                    <a:pt x="8507" y="44491"/>
                    <a:pt x="8707" y="44391"/>
                  </a:cubicBezTo>
                  <a:cubicBezTo>
                    <a:pt x="9074" y="44091"/>
                    <a:pt x="9374" y="43724"/>
                    <a:pt x="9574" y="43390"/>
                  </a:cubicBezTo>
                  <a:cubicBezTo>
                    <a:pt x="10041" y="42657"/>
                    <a:pt x="10342" y="41956"/>
                    <a:pt x="10709" y="41322"/>
                  </a:cubicBezTo>
                  <a:cubicBezTo>
                    <a:pt x="10875" y="41055"/>
                    <a:pt x="11075" y="40755"/>
                    <a:pt x="11342" y="40555"/>
                  </a:cubicBezTo>
                  <a:lnTo>
                    <a:pt x="11709" y="40288"/>
                  </a:lnTo>
                  <a:lnTo>
                    <a:pt x="11909" y="40221"/>
                  </a:lnTo>
                  <a:cubicBezTo>
                    <a:pt x="12009" y="40221"/>
                    <a:pt x="12076" y="40155"/>
                    <a:pt x="12176" y="40155"/>
                  </a:cubicBezTo>
                  <a:cubicBezTo>
                    <a:pt x="12394" y="40100"/>
                    <a:pt x="12611" y="40074"/>
                    <a:pt x="12827" y="40074"/>
                  </a:cubicBezTo>
                  <a:cubicBezTo>
                    <a:pt x="13275" y="40074"/>
                    <a:pt x="13717" y="40186"/>
                    <a:pt x="14144" y="40388"/>
                  </a:cubicBezTo>
                  <a:cubicBezTo>
                    <a:pt x="15379" y="40955"/>
                    <a:pt x="16379" y="42223"/>
                    <a:pt x="17747" y="43057"/>
                  </a:cubicBezTo>
                  <a:cubicBezTo>
                    <a:pt x="18414" y="43457"/>
                    <a:pt x="19215" y="43791"/>
                    <a:pt x="20082" y="43824"/>
                  </a:cubicBezTo>
                  <a:cubicBezTo>
                    <a:pt x="20916" y="43791"/>
                    <a:pt x="21683" y="43657"/>
                    <a:pt x="22484" y="43424"/>
                  </a:cubicBezTo>
                  <a:cubicBezTo>
                    <a:pt x="23217" y="43157"/>
                    <a:pt x="23918" y="42723"/>
                    <a:pt x="24518" y="42156"/>
                  </a:cubicBezTo>
                  <a:cubicBezTo>
                    <a:pt x="25085" y="41656"/>
                    <a:pt x="25586" y="40989"/>
                    <a:pt x="25986" y="40355"/>
                  </a:cubicBezTo>
                  <a:cubicBezTo>
                    <a:pt x="26753" y="39087"/>
                    <a:pt x="27254" y="37720"/>
                    <a:pt x="27854" y="36452"/>
                  </a:cubicBezTo>
                  <a:cubicBezTo>
                    <a:pt x="28421" y="35151"/>
                    <a:pt x="29055" y="33950"/>
                    <a:pt x="29989" y="33083"/>
                  </a:cubicBezTo>
                  <a:cubicBezTo>
                    <a:pt x="30423" y="32616"/>
                    <a:pt x="30990" y="32282"/>
                    <a:pt x="31557" y="32016"/>
                  </a:cubicBezTo>
                  <a:cubicBezTo>
                    <a:pt x="32157" y="31782"/>
                    <a:pt x="32758" y="31649"/>
                    <a:pt x="33425" y="31615"/>
                  </a:cubicBezTo>
                  <a:cubicBezTo>
                    <a:pt x="33647" y="31615"/>
                    <a:pt x="33870" y="31600"/>
                    <a:pt x="34092" y="31600"/>
                  </a:cubicBezTo>
                  <a:cubicBezTo>
                    <a:pt x="34203" y="31600"/>
                    <a:pt x="34314" y="31604"/>
                    <a:pt x="34425" y="31615"/>
                  </a:cubicBezTo>
                  <a:lnTo>
                    <a:pt x="34926" y="31649"/>
                  </a:lnTo>
                  <a:lnTo>
                    <a:pt x="35426" y="31749"/>
                  </a:lnTo>
                  <a:cubicBezTo>
                    <a:pt x="35760" y="31782"/>
                    <a:pt x="36093" y="31882"/>
                    <a:pt x="36427" y="31949"/>
                  </a:cubicBezTo>
                  <a:cubicBezTo>
                    <a:pt x="36727" y="32016"/>
                    <a:pt x="37061" y="32149"/>
                    <a:pt x="37394" y="32282"/>
                  </a:cubicBezTo>
                  <a:cubicBezTo>
                    <a:pt x="38729" y="32816"/>
                    <a:pt x="39929" y="33617"/>
                    <a:pt x="41397" y="34217"/>
                  </a:cubicBezTo>
                  <a:cubicBezTo>
                    <a:pt x="42098" y="34484"/>
                    <a:pt x="42898" y="34651"/>
                    <a:pt x="43732" y="34718"/>
                  </a:cubicBezTo>
                  <a:cubicBezTo>
                    <a:pt x="43783" y="34722"/>
                    <a:pt x="43836" y="34724"/>
                    <a:pt x="43889" y="34724"/>
                  </a:cubicBezTo>
                  <a:cubicBezTo>
                    <a:pt x="44219" y="34724"/>
                    <a:pt x="44589" y="34646"/>
                    <a:pt x="44933" y="34617"/>
                  </a:cubicBezTo>
                  <a:cubicBezTo>
                    <a:pt x="45367" y="34551"/>
                    <a:pt x="45734" y="34417"/>
                    <a:pt x="46100" y="34284"/>
                  </a:cubicBezTo>
                  <a:cubicBezTo>
                    <a:pt x="46534" y="34150"/>
                    <a:pt x="46868" y="33950"/>
                    <a:pt x="47235" y="33784"/>
                  </a:cubicBezTo>
                  <a:cubicBezTo>
                    <a:pt x="47568" y="33583"/>
                    <a:pt x="47902" y="33383"/>
                    <a:pt x="48235" y="33116"/>
                  </a:cubicBezTo>
                  <a:cubicBezTo>
                    <a:pt x="48869" y="32616"/>
                    <a:pt x="49436" y="32082"/>
                    <a:pt x="49937" y="31449"/>
                  </a:cubicBezTo>
                  <a:cubicBezTo>
                    <a:pt x="50937" y="30214"/>
                    <a:pt x="51738" y="28813"/>
                    <a:pt x="52438" y="27446"/>
                  </a:cubicBezTo>
                  <a:cubicBezTo>
                    <a:pt x="52839" y="26778"/>
                    <a:pt x="53172" y="26078"/>
                    <a:pt x="53539" y="25411"/>
                  </a:cubicBezTo>
                  <a:cubicBezTo>
                    <a:pt x="53906" y="24777"/>
                    <a:pt x="54273" y="24110"/>
                    <a:pt x="54773" y="23543"/>
                  </a:cubicBezTo>
                  <a:cubicBezTo>
                    <a:pt x="55240" y="22942"/>
                    <a:pt x="55741" y="22375"/>
                    <a:pt x="56341" y="21875"/>
                  </a:cubicBezTo>
                  <a:cubicBezTo>
                    <a:pt x="56875" y="21375"/>
                    <a:pt x="57509" y="20908"/>
                    <a:pt x="58109" y="20474"/>
                  </a:cubicBezTo>
                  <a:cubicBezTo>
                    <a:pt x="59377" y="19640"/>
                    <a:pt x="60778" y="19040"/>
                    <a:pt x="62245" y="18473"/>
                  </a:cubicBezTo>
                  <a:cubicBezTo>
                    <a:pt x="63713" y="17939"/>
                    <a:pt x="65214" y="17539"/>
                    <a:pt x="66715" y="17072"/>
                  </a:cubicBezTo>
                  <a:cubicBezTo>
                    <a:pt x="68216" y="16605"/>
                    <a:pt x="69717" y="16104"/>
                    <a:pt x="71085" y="15204"/>
                  </a:cubicBezTo>
                  <a:lnTo>
                    <a:pt x="71585" y="14803"/>
                  </a:lnTo>
                  <a:cubicBezTo>
                    <a:pt x="71752" y="14703"/>
                    <a:pt x="71919" y="14536"/>
                    <a:pt x="72052" y="14403"/>
                  </a:cubicBezTo>
                  <a:lnTo>
                    <a:pt x="72886" y="13569"/>
                  </a:lnTo>
                  <a:cubicBezTo>
                    <a:pt x="73420" y="13035"/>
                    <a:pt x="73920" y="12435"/>
                    <a:pt x="74454" y="11901"/>
                  </a:cubicBezTo>
                  <a:cubicBezTo>
                    <a:pt x="74954" y="11367"/>
                    <a:pt x="75521" y="10767"/>
                    <a:pt x="76055" y="10267"/>
                  </a:cubicBezTo>
                  <a:cubicBezTo>
                    <a:pt x="76589" y="9733"/>
                    <a:pt x="77189" y="9266"/>
                    <a:pt x="77756" y="8866"/>
                  </a:cubicBezTo>
                  <a:cubicBezTo>
                    <a:pt x="78357" y="8465"/>
                    <a:pt x="79024" y="8132"/>
                    <a:pt x="79691" y="7932"/>
                  </a:cubicBezTo>
                  <a:cubicBezTo>
                    <a:pt x="80358" y="7732"/>
                    <a:pt x="81059" y="7598"/>
                    <a:pt x="81759" y="7565"/>
                  </a:cubicBezTo>
                  <a:lnTo>
                    <a:pt x="82893" y="7431"/>
                  </a:lnTo>
                  <a:lnTo>
                    <a:pt x="84028" y="7198"/>
                  </a:lnTo>
                  <a:cubicBezTo>
                    <a:pt x="84728" y="6931"/>
                    <a:pt x="85429" y="6697"/>
                    <a:pt x="86096" y="6297"/>
                  </a:cubicBezTo>
                  <a:cubicBezTo>
                    <a:pt x="87430" y="5597"/>
                    <a:pt x="88564" y="4729"/>
                    <a:pt x="89732" y="3929"/>
                  </a:cubicBezTo>
                  <a:cubicBezTo>
                    <a:pt x="90866" y="3095"/>
                    <a:pt x="92033" y="2394"/>
                    <a:pt x="93234" y="1861"/>
                  </a:cubicBezTo>
                  <a:cubicBezTo>
                    <a:pt x="94435" y="1294"/>
                    <a:pt x="95703" y="1060"/>
                    <a:pt x="96970" y="893"/>
                  </a:cubicBezTo>
                  <a:cubicBezTo>
                    <a:pt x="97435" y="834"/>
                    <a:pt x="97895" y="804"/>
                    <a:pt x="98348" y="804"/>
                  </a:cubicBezTo>
                  <a:cubicBezTo>
                    <a:pt x="99164" y="804"/>
                    <a:pt x="99956" y="900"/>
                    <a:pt x="100706" y="1093"/>
                  </a:cubicBezTo>
                  <a:cubicBezTo>
                    <a:pt x="101874" y="1394"/>
                    <a:pt x="102974" y="1861"/>
                    <a:pt x="104075" y="2361"/>
                  </a:cubicBezTo>
                  <a:cubicBezTo>
                    <a:pt x="105143" y="2861"/>
                    <a:pt x="106210" y="3362"/>
                    <a:pt x="107278" y="3762"/>
                  </a:cubicBezTo>
                  <a:cubicBezTo>
                    <a:pt x="107811" y="3962"/>
                    <a:pt x="108312" y="4196"/>
                    <a:pt x="108879" y="4296"/>
                  </a:cubicBezTo>
                  <a:cubicBezTo>
                    <a:pt x="109112" y="4396"/>
                    <a:pt x="109412" y="4429"/>
                    <a:pt x="109646" y="4529"/>
                  </a:cubicBezTo>
                  <a:cubicBezTo>
                    <a:pt x="109913" y="4563"/>
                    <a:pt x="110213" y="4596"/>
                    <a:pt x="110446" y="4629"/>
                  </a:cubicBezTo>
                  <a:cubicBezTo>
                    <a:pt x="111215" y="4748"/>
                    <a:pt x="111959" y="4790"/>
                    <a:pt x="112676" y="4790"/>
                  </a:cubicBezTo>
                  <a:cubicBezTo>
                    <a:pt x="113981" y="4790"/>
                    <a:pt x="115198" y="4649"/>
                    <a:pt x="116317" y="4563"/>
                  </a:cubicBezTo>
                  <a:cubicBezTo>
                    <a:pt x="116784" y="4529"/>
                    <a:pt x="117218" y="4463"/>
                    <a:pt x="117618" y="4429"/>
                  </a:cubicBezTo>
                  <a:cubicBezTo>
                    <a:pt x="118052" y="4396"/>
                    <a:pt x="118452" y="4362"/>
                    <a:pt x="118819" y="4296"/>
                  </a:cubicBezTo>
                  <a:cubicBezTo>
                    <a:pt x="119100" y="4284"/>
                    <a:pt x="119376" y="4276"/>
                    <a:pt x="119646" y="4276"/>
                  </a:cubicBezTo>
                  <a:cubicBezTo>
                    <a:pt x="120115" y="4276"/>
                    <a:pt x="120564" y="4299"/>
                    <a:pt x="120987" y="4362"/>
                  </a:cubicBezTo>
                  <a:cubicBezTo>
                    <a:pt x="122388" y="4529"/>
                    <a:pt x="123456" y="4963"/>
                    <a:pt x="124223" y="5530"/>
                  </a:cubicBezTo>
                  <a:cubicBezTo>
                    <a:pt x="124957" y="6064"/>
                    <a:pt x="125424" y="6631"/>
                    <a:pt x="125724" y="7031"/>
                  </a:cubicBezTo>
                  <a:cubicBezTo>
                    <a:pt x="125991" y="7431"/>
                    <a:pt x="126124" y="7631"/>
                    <a:pt x="126124" y="7631"/>
                  </a:cubicBezTo>
                  <a:cubicBezTo>
                    <a:pt x="126258" y="7898"/>
                    <a:pt x="126391" y="8098"/>
                    <a:pt x="126491" y="8265"/>
                  </a:cubicBezTo>
                  <a:cubicBezTo>
                    <a:pt x="126591" y="8432"/>
                    <a:pt x="126658" y="8599"/>
                    <a:pt x="126758" y="8732"/>
                  </a:cubicBezTo>
                  <a:cubicBezTo>
                    <a:pt x="126925" y="8966"/>
                    <a:pt x="127058" y="9066"/>
                    <a:pt x="127092" y="9066"/>
                  </a:cubicBezTo>
                  <a:cubicBezTo>
                    <a:pt x="127158" y="9032"/>
                    <a:pt x="127158" y="8899"/>
                    <a:pt x="127092" y="8599"/>
                  </a:cubicBezTo>
                  <a:cubicBezTo>
                    <a:pt x="127058" y="8432"/>
                    <a:pt x="126992" y="8265"/>
                    <a:pt x="126925" y="8065"/>
                  </a:cubicBezTo>
                  <a:cubicBezTo>
                    <a:pt x="126825" y="7865"/>
                    <a:pt x="126725" y="7598"/>
                    <a:pt x="126591" y="7365"/>
                  </a:cubicBezTo>
                  <a:cubicBezTo>
                    <a:pt x="126591" y="7365"/>
                    <a:pt x="126458" y="7131"/>
                    <a:pt x="126158" y="6697"/>
                  </a:cubicBezTo>
                  <a:cubicBezTo>
                    <a:pt x="125824" y="6264"/>
                    <a:pt x="125390" y="5597"/>
                    <a:pt x="124557" y="5030"/>
                  </a:cubicBezTo>
                  <a:cubicBezTo>
                    <a:pt x="123723" y="4429"/>
                    <a:pt x="122555" y="3895"/>
                    <a:pt x="121121" y="3729"/>
                  </a:cubicBezTo>
                  <a:cubicBezTo>
                    <a:pt x="120654" y="3640"/>
                    <a:pt x="120142" y="3610"/>
                    <a:pt x="119616" y="3610"/>
                  </a:cubicBezTo>
                  <a:cubicBezTo>
                    <a:pt x="119353" y="3610"/>
                    <a:pt x="119086" y="3617"/>
                    <a:pt x="118819" y="3629"/>
                  </a:cubicBezTo>
                  <a:lnTo>
                    <a:pt x="117585" y="3762"/>
                  </a:lnTo>
                  <a:cubicBezTo>
                    <a:pt x="117151" y="3795"/>
                    <a:pt x="116751" y="3862"/>
                    <a:pt x="116284" y="3895"/>
                  </a:cubicBezTo>
                  <a:cubicBezTo>
                    <a:pt x="115206" y="3978"/>
                    <a:pt x="114050" y="4100"/>
                    <a:pt x="112841" y="4100"/>
                  </a:cubicBezTo>
                  <a:cubicBezTo>
                    <a:pt x="112105" y="4100"/>
                    <a:pt x="111350" y="4055"/>
                    <a:pt x="110580" y="3929"/>
                  </a:cubicBezTo>
                  <a:cubicBezTo>
                    <a:pt x="108545" y="3629"/>
                    <a:pt x="106544" y="2628"/>
                    <a:pt x="104375" y="1627"/>
                  </a:cubicBezTo>
                  <a:cubicBezTo>
                    <a:pt x="103275" y="1127"/>
                    <a:pt x="102141" y="593"/>
                    <a:pt x="100906" y="293"/>
                  </a:cubicBezTo>
                  <a:cubicBezTo>
                    <a:pt x="100017" y="106"/>
                    <a:pt x="99095" y="1"/>
                    <a:pt x="981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 name="Google Shape;104;p2"/>
            <p:cNvSpPr/>
            <p:nvPr/>
          </p:nvSpPr>
          <p:spPr>
            <a:xfrm>
              <a:off x="3247500" y="3562475"/>
              <a:ext cx="3218225" cy="2001150"/>
            </a:xfrm>
            <a:custGeom>
              <a:avLst/>
              <a:gdLst/>
              <a:ahLst/>
              <a:cxnLst/>
              <a:rect l="l" t="t" r="r" b="b"/>
              <a:pathLst>
                <a:path w="128729" h="80046" extrusionOk="0">
                  <a:moveTo>
                    <a:pt x="105098" y="0"/>
                  </a:moveTo>
                  <a:cubicBezTo>
                    <a:pt x="104528" y="0"/>
                    <a:pt x="103947" y="42"/>
                    <a:pt x="103374" y="121"/>
                  </a:cubicBezTo>
                  <a:cubicBezTo>
                    <a:pt x="102173" y="288"/>
                    <a:pt x="100972" y="622"/>
                    <a:pt x="99738" y="1089"/>
                  </a:cubicBezTo>
                  <a:cubicBezTo>
                    <a:pt x="98537" y="1522"/>
                    <a:pt x="97370" y="2156"/>
                    <a:pt x="96202" y="2823"/>
                  </a:cubicBezTo>
                  <a:cubicBezTo>
                    <a:pt x="93867" y="4191"/>
                    <a:pt x="91832" y="6126"/>
                    <a:pt x="89230" y="7293"/>
                  </a:cubicBezTo>
                  <a:cubicBezTo>
                    <a:pt x="87963" y="7827"/>
                    <a:pt x="86562" y="8194"/>
                    <a:pt x="85128" y="8361"/>
                  </a:cubicBezTo>
                  <a:cubicBezTo>
                    <a:pt x="84360" y="8461"/>
                    <a:pt x="83660" y="8527"/>
                    <a:pt x="82893" y="8594"/>
                  </a:cubicBezTo>
                  <a:cubicBezTo>
                    <a:pt x="82526" y="8627"/>
                    <a:pt x="82159" y="8661"/>
                    <a:pt x="81792" y="8661"/>
                  </a:cubicBezTo>
                  <a:cubicBezTo>
                    <a:pt x="81392" y="8661"/>
                    <a:pt x="81025" y="8694"/>
                    <a:pt x="80658" y="8761"/>
                  </a:cubicBezTo>
                  <a:cubicBezTo>
                    <a:pt x="79890" y="8828"/>
                    <a:pt x="79157" y="9028"/>
                    <a:pt x="78389" y="9261"/>
                  </a:cubicBezTo>
                  <a:cubicBezTo>
                    <a:pt x="77689" y="9495"/>
                    <a:pt x="76955" y="9795"/>
                    <a:pt x="76288" y="10162"/>
                  </a:cubicBezTo>
                  <a:cubicBezTo>
                    <a:pt x="74887" y="10862"/>
                    <a:pt x="73653" y="11830"/>
                    <a:pt x="72452" y="12830"/>
                  </a:cubicBezTo>
                  <a:cubicBezTo>
                    <a:pt x="71218" y="13831"/>
                    <a:pt x="70117" y="14965"/>
                    <a:pt x="68849" y="15866"/>
                  </a:cubicBezTo>
                  <a:cubicBezTo>
                    <a:pt x="67615" y="16833"/>
                    <a:pt x="66214" y="17600"/>
                    <a:pt x="64813" y="18301"/>
                  </a:cubicBezTo>
                  <a:cubicBezTo>
                    <a:pt x="63379" y="19001"/>
                    <a:pt x="61944" y="19635"/>
                    <a:pt x="60510" y="20436"/>
                  </a:cubicBezTo>
                  <a:cubicBezTo>
                    <a:pt x="59109" y="21203"/>
                    <a:pt x="57808" y="22170"/>
                    <a:pt x="56707" y="23438"/>
                  </a:cubicBezTo>
                  <a:cubicBezTo>
                    <a:pt x="54539" y="25940"/>
                    <a:pt x="53705" y="29142"/>
                    <a:pt x="52137" y="31811"/>
                  </a:cubicBezTo>
                  <a:cubicBezTo>
                    <a:pt x="51770" y="32478"/>
                    <a:pt x="51303" y="33112"/>
                    <a:pt x="50703" y="33612"/>
                  </a:cubicBezTo>
                  <a:cubicBezTo>
                    <a:pt x="50169" y="34112"/>
                    <a:pt x="49469" y="34446"/>
                    <a:pt x="48768" y="34613"/>
                  </a:cubicBezTo>
                  <a:cubicBezTo>
                    <a:pt x="48363" y="34701"/>
                    <a:pt x="47968" y="34742"/>
                    <a:pt x="47571" y="34742"/>
                  </a:cubicBezTo>
                  <a:cubicBezTo>
                    <a:pt x="47217" y="34742"/>
                    <a:pt x="46862" y="34709"/>
                    <a:pt x="46500" y="34646"/>
                  </a:cubicBezTo>
                  <a:cubicBezTo>
                    <a:pt x="45766" y="34513"/>
                    <a:pt x="45032" y="34279"/>
                    <a:pt x="44298" y="34046"/>
                  </a:cubicBezTo>
                  <a:cubicBezTo>
                    <a:pt x="42831" y="33612"/>
                    <a:pt x="41430" y="33011"/>
                    <a:pt x="39962" y="32544"/>
                  </a:cubicBezTo>
                  <a:cubicBezTo>
                    <a:pt x="39195" y="32311"/>
                    <a:pt x="38461" y="32144"/>
                    <a:pt x="37694" y="32011"/>
                  </a:cubicBezTo>
                  <a:lnTo>
                    <a:pt x="37127" y="31977"/>
                  </a:lnTo>
                  <a:lnTo>
                    <a:pt x="36826" y="31944"/>
                  </a:lnTo>
                  <a:lnTo>
                    <a:pt x="36526" y="31944"/>
                  </a:lnTo>
                  <a:lnTo>
                    <a:pt x="35959" y="31977"/>
                  </a:lnTo>
                  <a:cubicBezTo>
                    <a:pt x="35759" y="31977"/>
                    <a:pt x="35592" y="32011"/>
                    <a:pt x="35359" y="32044"/>
                  </a:cubicBezTo>
                  <a:cubicBezTo>
                    <a:pt x="34992" y="32111"/>
                    <a:pt x="34658" y="32278"/>
                    <a:pt x="34291" y="32378"/>
                  </a:cubicBezTo>
                  <a:cubicBezTo>
                    <a:pt x="34124" y="32444"/>
                    <a:pt x="33958" y="32544"/>
                    <a:pt x="33791" y="32645"/>
                  </a:cubicBezTo>
                  <a:lnTo>
                    <a:pt x="33291" y="32945"/>
                  </a:lnTo>
                  <a:cubicBezTo>
                    <a:pt x="32957" y="33145"/>
                    <a:pt x="32657" y="33378"/>
                    <a:pt x="32357" y="33612"/>
                  </a:cubicBezTo>
                  <a:cubicBezTo>
                    <a:pt x="32090" y="33845"/>
                    <a:pt x="31823" y="34146"/>
                    <a:pt x="31589" y="34379"/>
                  </a:cubicBezTo>
                  <a:cubicBezTo>
                    <a:pt x="31289" y="34646"/>
                    <a:pt x="31122" y="34946"/>
                    <a:pt x="30855" y="35213"/>
                  </a:cubicBezTo>
                  <a:lnTo>
                    <a:pt x="30522" y="35647"/>
                  </a:lnTo>
                  <a:lnTo>
                    <a:pt x="30255" y="36147"/>
                  </a:lnTo>
                  <a:cubicBezTo>
                    <a:pt x="29955" y="36814"/>
                    <a:pt x="29688" y="37515"/>
                    <a:pt x="29521" y="38182"/>
                  </a:cubicBezTo>
                  <a:cubicBezTo>
                    <a:pt x="29154" y="39516"/>
                    <a:pt x="28987" y="40951"/>
                    <a:pt x="28354" y="42185"/>
                  </a:cubicBezTo>
                  <a:cubicBezTo>
                    <a:pt x="28287" y="42352"/>
                    <a:pt x="28187" y="42518"/>
                    <a:pt x="28120" y="42652"/>
                  </a:cubicBezTo>
                  <a:cubicBezTo>
                    <a:pt x="28020" y="42819"/>
                    <a:pt x="27953" y="42952"/>
                    <a:pt x="27820" y="43052"/>
                  </a:cubicBezTo>
                  <a:cubicBezTo>
                    <a:pt x="27753" y="43185"/>
                    <a:pt x="27586" y="43286"/>
                    <a:pt x="27453" y="43386"/>
                  </a:cubicBezTo>
                  <a:cubicBezTo>
                    <a:pt x="27320" y="43519"/>
                    <a:pt x="27186" y="43652"/>
                    <a:pt x="27019" y="43719"/>
                  </a:cubicBezTo>
                  <a:cubicBezTo>
                    <a:pt x="26546" y="44104"/>
                    <a:pt x="25968" y="44331"/>
                    <a:pt x="25378" y="44331"/>
                  </a:cubicBezTo>
                  <a:cubicBezTo>
                    <a:pt x="25303" y="44331"/>
                    <a:pt x="25227" y="44327"/>
                    <a:pt x="25151" y="44320"/>
                  </a:cubicBezTo>
                  <a:cubicBezTo>
                    <a:pt x="24484" y="44220"/>
                    <a:pt x="23850" y="43786"/>
                    <a:pt x="23283" y="43352"/>
                  </a:cubicBezTo>
                  <a:cubicBezTo>
                    <a:pt x="22650" y="42952"/>
                    <a:pt x="22083" y="42452"/>
                    <a:pt x="21315" y="42151"/>
                  </a:cubicBezTo>
                  <a:cubicBezTo>
                    <a:pt x="20581" y="41851"/>
                    <a:pt x="19814" y="41651"/>
                    <a:pt x="19014" y="41618"/>
                  </a:cubicBezTo>
                  <a:cubicBezTo>
                    <a:pt x="18902" y="41608"/>
                    <a:pt x="18789" y="41603"/>
                    <a:pt x="18676" y="41603"/>
                  </a:cubicBezTo>
                  <a:cubicBezTo>
                    <a:pt x="18014" y="41603"/>
                    <a:pt x="17334" y="41766"/>
                    <a:pt x="16679" y="42051"/>
                  </a:cubicBezTo>
                  <a:cubicBezTo>
                    <a:pt x="15945" y="42452"/>
                    <a:pt x="15311" y="42952"/>
                    <a:pt x="14777" y="43519"/>
                  </a:cubicBezTo>
                  <a:cubicBezTo>
                    <a:pt x="14244" y="44119"/>
                    <a:pt x="13777" y="44720"/>
                    <a:pt x="13276" y="45320"/>
                  </a:cubicBezTo>
                  <a:cubicBezTo>
                    <a:pt x="12776" y="45954"/>
                    <a:pt x="12276" y="46521"/>
                    <a:pt x="11675" y="46988"/>
                  </a:cubicBezTo>
                  <a:cubicBezTo>
                    <a:pt x="11108" y="47455"/>
                    <a:pt x="10441" y="47789"/>
                    <a:pt x="9674" y="47855"/>
                  </a:cubicBezTo>
                  <a:cubicBezTo>
                    <a:pt x="9507" y="47889"/>
                    <a:pt x="9340" y="47889"/>
                    <a:pt x="9140" y="47889"/>
                  </a:cubicBezTo>
                  <a:cubicBezTo>
                    <a:pt x="8940" y="47889"/>
                    <a:pt x="8773" y="47889"/>
                    <a:pt x="8573" y="47855"/>
                  </a:cubicBezTo>
                  <a:cubicBezTo>
                    <a:pt x="8173" y="47822"/>
                    <a:pt x="7772" y="47722"/>
                    <a:pt x="7339" y="47722"/>
                  </a:cubicBezTo>
                  <a:cubicBezTo>
                    <a:pt x="7243" y="47718"/>
                    <a:pt x="7146" y="47716"/>
                    <a:pt x="7048" y="47716"/>
                  </a:cubicBezTo>
                  <a:cubicBezTo>
                    <a:pt x="6364" y="47716"/>
                    <a:pt x="5637" y="47818"/>
                    <a:pt x="4937" y="48022"/>
                  </a:cubicBezTo>
                  <a:cubicBezTo>
                    <a:pt x="3336" y="48489"/>
                    <a:pt x="1968" y="49557"/>
                    <a:pt x="1134" y="50991"/>
                  </a:cubicBezTo>
                  <a:cubicBezTo>
                    <a:pt x="300" y="52392"/>
                    <a:pt x="0" y="54127"/>
                    <a:pt x="334" y="55728"/>
                  </a:cubicBezTo>
                  <a:cubicBezTo>
                    <a:pt x="667" y="57362"/>
                    <a:pt x="1635" y="58830"/>
                    <a:pt x="2936" y="59831"/>
                  </a:cubicBezTo>
                  <a:cubicBezTo>
                    <a:pt x="4236" y="60831"/>
                    <a:pt x="5671" y="61532"/>
                    <a:pt x="7139" y="62132"/>
                  </a:cubicBezTo>
                  <a:cubicBezTo>
                    <a:pt x="8606" y="62699"/>
                    <a:pt x="10141" y="63133"/>
                    <a:pt x="11642" y="63533"/>
                  </a:cubicBezTo>
                  <a:cubicBezTo>
                    <a:pt x="14644" y="64367"/>
                    <a:pt x="17646" y="65134"/>
                    <a:pt x="20315" y="66469"/>
                  </a:cubicBezTo>
                  <a:cubicBezTo>
                    <a:pt x="20682" y="66569"/>
                    <a:pt x="21015" y="66736"/>
                    <a:pt x="21349" y="66902"/>
                  </a:cubicBezTo>
                  <a:lnTo>
                    <a:pt x="21849" y="67169"/>
                  </a:lnTo>
                  <a:lnTo>
                    <a:pt x="22416" y="67369"/>
                  </a:lnTo>
                  <a:cubicBezTo>
                    <a:pt x="23117" y="67636"/>
                    <a:pt x="23817" y="67903"/>
                    <a:pt x="24518" y="68070"/>
                  </a:cubicBezTo>
                  <a:cubicBezTo>
                    <a:pt x="24918" y="68203"/>
                    <a:pt x="25251" y="68303"/>
                    <a:pt x="25618" y="68370"/>
                  </a:cubicBezTo>
                  <a:cubicBezTo>
                    <a:pt x="25985" y="68403"/>
                    <a:pt x="26319" y="68504"/>
                    <a:pt x="26686" y="68537"/>
                  </a:cubicBezTo>
                  <a:cubicBezTo>
                    <a:pt x="27420" y="68670"/>
                    <a:pt x="28154" y="68670"/>
                    <a:pt x="28854" y="68737"/>
                  </a:cubicBezTo>
                  <a:cubicBezTo>
                    <a:pt x="29099" y="68759"/>
                    <a:pt x="29340" y="68767"/>
                    <a:pt x="29578" y="68767"/>
                  </a:cubicBezTo>
                  <a:cubicBezTo>
                    <a:pt x="30055" y="68767"/>
                    <a:pt x="30522" y="68737"/>
                    <a:pt x="30989" y="68737"/>
                  </a:cubicBezTo>
                  <a:cubicBezTo>
                    <a:pt x="31689" y="68704"/>
                    <a:pt x="32390" y="68670"/>
                    <a:pt x="33090" y="68570"/>
                  </a:cubicBezTo>
                  <a:cubicBezTo>
                    <a:pt x="34458" y="68370"/>
                    <a:pt x="35792" y="68170"/>
                    <a:pt x="37127" y="68137"/>
                  </a:cubicBezTo>
                  <a:cubicBezTo>
                    <a:pt x="37422" y="68114"/>
                    <a:pt x="37715" y="68104"/>
                    <a:pt x="38007" y="68104"/>
                  </a:cubicBezTo>
                  <a:cubicBezTo>
                    <a:pt x="39032" y="68104"/>
                    <a:pt x="40028" y="68236"/>
                    <a:pt x="40963" y="68470"/>
                  </a:cubicBezTo>
                  <a:cubicBezTo>
                    <a:pt x="42197" y="68737"/>
                    <a:pt x="43331" y="69204"/>
                    <a:pt x="44465" y="69671"/>
                  </a:cubicBezTo>
                  <a:cubicBezTo>
                    <a:pt x="45599" y="70171"/>
                    <a:pt x="46667" y="70638"/>
                    <a:pt x="47768" y="71005"/>
                  </a:cubicBezTo>
                  <a:cubicBezTo>
                    <a:pt x="48301" y="71172"/>
                    <a:pt x="48802" y="71372"/>
                    <a:pt x="49335" y="71539"/>
                  </a:cubicBezTo>
                  <a:cubicBezTo>
                    <a:pt x="49836" y="71706"/>
                    <a:pt x="50369" y="71839"/>
                    <a:pt x="50936" y="71906"/>
                  </a:cubicBezTo>
                  <a:cubicBezTo>
                    <a:pt x="53038" y="72306"/>
                    <a:pt x="55039" y="72206"/>
                    <a:pt x="56841" y="72240"/>
                  </a:cubicBezTo>
                  <a:cubicBezTo>
                    <a:pt x="58642" y="72306"/>
                    <a:pt x="60276" y="72373"/>
                    <a:pt x="61544" y="72973"/>
                  </a:cubicBezTo>
                  <a:cubicBezTo>
                    <a:pt x="62812" y="73507"/>
                    <a:pt x="63612" y="74508"/>
                    <a:pt x="63979" y="75375"/>
                  </a:cubicBezTo>
                  <a:cubicBezTo>
                    <a:pt x="64379" y="76242"/>
                    <a:pt x="64513" y="77010"/>
                    <a:pt x="64613" y="77510"/>
                  </a:cubicBezTo>
                  <a:cubicBezTo>
                    <a:pt x="64646" y="77744"/>
                    <a:pt x="64680" y="77977"/>
                    <a:pt x="64680" y="78077"/>
                  </a:cubicBezTo>
                  <a:lnTo>
                    <a:pt x="64680" y="78311"/>
                  </a:lnTo>
                  <a:cubicBezTo>
                    <a:pt x="64713" y="78577"/>
                    <a:pt x="64780" y="78844"/>
                    <a:pt x="64780" y="79044"/>
                  </a:cubicBezTo>
                  <a:cubicBezTo>
                    <a:pt x="64780" y="79245"/>
                    <a:pt x="64813" y="79411"/>
                    <a:pt x="64813" y="79578"/>
                  </a:cubicBezTo>
                  <a:cubicBezTo>
                    <a:pt x="64813" y="79878"/>
                    <a:pt x="64846" y="80045"/>
                    <a:pt x="64880" y="80045"/>
                  </a:cubicBezTo>
                  <a:cubicBezTo>
                    <a:pt x="64946" y="80045"/>
                    <a:pt x="64980" y="79912"/>
                    <a:pt x="64980" y="79645"/>
                  </a:cubicBezTo>
                  <a:lnTo>
                    <a:pt x="64980" y="79078"/>
                  </a:lnTo>
                  <a:cubicBezTo>
                    <a:pt x="64980" y="78878"/>
                    <a:pt x="64980" y="78577"/>
                    <a:pt x="64946" y="78311"/>
                  </a:cubicBezTo>
                  <a:lnTo>
                    <a:pt x="64946" y="78077"/>
                  </a:lnTo>
                  <a:cubicBezTo>
                    <a:pt x="64946" y="77977"/>
                    <a:pt x="64880" y="77777"/>
                    <a:pt x="64846" y="77510"/>
                  </a:cubicBezTo>
                  <a:cubicBezTo>
                    <a:pt x="64780" y="77010"/>
                    <a:pt x="64646" y="76209"/>
                    <a:pt x="64213" y="75308"/>
                  </a:cubicBezTo>
                  <a:cubicBezTo>
                    <a:pt x="63812" y="74374"/>
                    <a:pt x="62978" y="73307"/>
                    <a:pt x="61644" y="72707"/>
                  </a:cubicBezTo>
                  <a:cubicBezTo>
                    <a:pt x="60310" y="72139"/>
                    <a:pt x="58642" y="72006"/>
                    <a:pt x="56841" y="71973"/>
                  </a:cubicBezTo>
                  <a:cubicBezTo>
                    <a:pt x="55039" y="71906"/>
                    <a:pt x="53038" y="72006"/>
                    <a:pt x="50970" y="71639"/>
                  </a:cubicBezTo>
                  <a:cubicBezTo>
                    <a:pt x="50469" y="71539"/>
                    <a:pt x="49936" y="71406"/>
                    <a:pt x="49435" y="71239"/>
                  </a:cubicBezTo>
                  <a:cubicBezTo>
                    <a:pt x="48868" y="71072"/>
                    <a:pt x="48368" y="70905"/>
                    <a:pt x="47834" y="70705"/>
                  </a:cubicBezTo>
                  <a:cubicBezTo>
                    <a:pt x="46800" y="70305"/>
                    <a:pt x="45699" y="69838"/>
                    <a:pt x="44599" y="69371"/>
                  </a:cubicBezTo>
                  <a:cubicBezTo>
                    <a:pt x="43464" y="68904"/>
                    <a:pt x="42297" y="68403"/>
                    <a:pt x="41029" y="68137"/>
                  </a:cubicBezTo>
                  <a:cubicBezTo>
                    <a:pt x="40033" y="67867"/>
                    <a:pt x="38971" y="67750"/>
                    <a:pt x="37897" y="67750"/>
                  </a:cubicBezTo>
                  <a:cubicBezTo>
                    <a:pt x="37641" y="67750"/>
                    <a:pt x="37384" y="67757"/>
                    <a:pt x="37127" y="67770"/>
                  </a:cubicBezTo>
                  <a:cubicBezTo>
                    <a:pt x="35759" y="67803"/>
                    <a:pt x="34425" y="68003"/>
                    <a:pt x="33024" y="68170"/>
                  </a:cubicBezTo>
                  <a:cubicBezTo>
                    <a:pt x="32323" y="68270"/>
                    <a:pt x="31656" y="68303"/>
                    <a:pt x="30956" y="68337"/>
                  </a:cubicBezTo>
                  <a:cubicBezTo>
                    <a:pt x="30489" y="68337"/>
                    <a:pt x="30007" y="68352"/>
                    <a:pt x="29530" y="68352"/>
                  </a:cubicBezTo>
                  <a:cubicBezTo>
                    <a:pt x="29291" y="68352"/>
                    <a:pt x="29054" y="68348"/>
                    <a:pt x="28821" y="68337"/>
                  </a:cubicBezTo>
                  <a:cubicBezTo>
                    <a:pt x="25985" y="68203"/>
                    <a:pt x="23117" y="67436"/>
                    <a:pt x="20448" y="66102"/>
                  </a:cubicBezTo>
                  <a:cubicBezTo>
                    <a:pt x="17746" y="64701"/>
                    <a:pt x="14677" y="63967"/>
                    <a:pt x="11675" y="63133"/>
                  </a:cubicBezTo>
                  <a:cubicBezTo>
                    <a:pt x="10174" y="62699"/>
                    <a:pt x="8673" y="62299"/>
                    <a:pt x="7239" y="61699"/>
                  </a:cubicBezTo>
                  <a:cubicBezTo>
                    <a:pt x="5771" y="61132"/>
                    <a:pt x="4337" y="60464"/>
                    <a:pt x="3136" y="59464"/>
                  </a:cubicBezTo>
                  <a:cubicBezTo>
                    <a:pt x="1935" y="58496"/>
                    <a:pt x="1001" y="57129"/>
                    <a:pt x="734" y="55628"/>
                  </a:cubicBezTo>
                  <a:cubicBezTo>
                    <a:pt x="400" y="54127"/>
                    <a:pt x="667" y="52492"/>
                    <a:pt x="1468" y="51158"/>
                  </a:cubicBezTo>
                  <a:cubicBezTo>
                    <a:pt x="2235" y="49824"/>
                    <a:pt x="3569" y="48823"/>
                    <a:pt x="5004" y="48423"/>
                  </a:cubicBezTo>
                  <a:cubicBezTo>
                    <a:pt x="5649" y="48226"/>
                    <a:pt x="6319" y="48148"/>
                    <a:pt x="6952" y="48148"/>
                  </a:cubicBezTo>
                  <a:cubicBezTo>
                    <a:pt x="7071" y="48148"/>
                    <a:pt x="7189" y="48150"/>
                    <a:pt x="7305" y="48156"/>
                  </a:cubicBezTo>
                  <a:cubicBezTo>
                    <a:pt x="7739" y="48156"/>
                    <a:pt x="8073" y="48256"/>
                    <a:pt x="8473" y="48289"/>
                  </a:cubicBezTo>
                  <a:cubicBezTo>
                    <a:pt x="8673" y="48322"/>
                    <a:pt x="8906" y="48322"/>
                    <a:pt x="9107" y="48322"/>
                  </a:cubicBezTo>
                  <a:cubicBezTo>
                    <a:pt x="9307" y="48322"/>
                    <a:pt x="9507" y="48322"/>
                    <a:pt x="9740" y="48289"/>
                  </a:cubicBezTo>
                  <a:cubicBezTo>
                    <a:pt x="10574" y="48156"/>
                    <a:pt x="11342" y="47789"/>
                    <a:pt x="11975" y="47288"/>
                  </a:cubicBezTo>
                  <a:cubicBezTo>
                    <a:pt x="12609" y="46788"/>
                    <a:pt x="13143" y="46188"/>
                    <a:pt x="13643" y="45587"/>
                  </a:cubicBezTo>
                  <a:cubicBezTo>
                    <a:pt x="14611" y="44353"/>
                    <a:pt x="15578" y="43085"/>
                    <a:pt x="16912" y="42452"/>
                  </a:cubicBezTo>
                  <a:cubicBezTo>
                    <a:pt x="17467" y="42202"/>
                    <a:pt x="18044" y="42068"/>
                    <a:pt x="18644" y="42068"/>
                  </a:cubicBezTo>
                  <a:cubicBezTo>
                    <a:pt x="18767" y="42068"/>
                    <a:pt x="18890" y="42073"/>
                    <a:pt x="19014" y="42085"/>
                  </a:cubicBezTo>
                  <a:cubicBezTo>
                    <a:pt x="19748" y="42118"/>
                    <a:pt x="20481" y="42318"/>
                    <a:pt x="21149" y="42585"/>
                  </a:cubicBezTo>
                  <a:cubicBezTo>
                    <a:pt x="21816" y="42852"/>
                    <a:pt x="22416" y="43286"/>
                    <a:pt x="23017" y="43753"/>
                  </a:cubicBezTo>
                  <a:cubicBezTo>
                    <a:pt x="23650" y="44186"/>
                    <a:pt x="24284" y="44653"/>
                    <a:pt x="25118" y="44787"/>
                  </a:cubicBezTo>
                  <a:cubicBezTo>
                    <a:pt x="25225" y="44804"/>
                    <a:pt x="25335" y="44813"/>
                    <a:pt x="25445" y="44813"/>
                  </a:cubicBezTo>
                  <a:cubicBezTo>
                    <a:pt x="25746" y="44813"/>
                    <a:pt x="26050" y="44751"/>
                    <a:pt x="26319" y="44653"/>
                  </a:cubicBezTo>
                  <a:cubicBezTo>
                    <a:pt x="26519" y="44553"/>
                    <a:pt x="26686" y="44486"/>
                    <a:pt x="26853" y="44420"/>
                  </a:cubicBezTo>
                  <a:cubicBezTo>
                    <a:pt x="27019" y="44320"/>
                    <a:pt x="27186" y="44186"/>
                    <a:pt x="27353" y="44119"/>
                  </a:cubicBezTo>
                  <a:cubicBezTo>
                    <a:pt x="27520" y="44019"/>
                    <a:pt x="27653" y="43919"/>
                    <a:pt x="27820" y="43786"/>
                  </a:cubicBezTo>
                  <a:cubicBezTo>
                    <a:pt x="27953" y="43686"/>
                    <a:pt x="28120" y="43586"/>
                    <a:pt x="28254" y="43419"/>
                  </a:cubicBezTo>
                  <a:cubicBezTo>
                    <a:pt x="28354" y="43286"/>
                    <a:pt x="28487" y="43119"/>
                    <a:pt x="28587" y="42952"/>
                  </a:cubicBezTo>
                  <a:cubicBezTo>
                    <a:pt x="28687" y="42785"/>
                    <a:pt x="28787" y="42618"/>
                    <a:pt x="28854" y="42452"/>
                  </a:cubicBezTo>
                  <a:cubicBezTo>
                    <a:pt x="29521" y="41084"/>
                    <a:pt x="29688" y="39650"/>
                    <a:pt x="30088" y="38315"/>
                  </a:cubicBezTo>
                  <a:cubicBezTo>
                    <a:pt x="30288" y="37648"/>
                    <a:pt x="30489" y="37014"/>
                    <a:pt x="30789" y="36414"/>
                  </a:cubicBezTo>
                  <a:lnTo>
                    <a:pt x="31022" y="35947"/>
                  </a:lnTo>
                  <a:lnTo>
                    <a:pt x="31356" y="35513"/>
                  </a:lnTo>
                  <a:cubicBezTo>
                    <a:pt x="31589" y="35280"/>
                    <a:pt x="31789" y="34980"/>
                    <a:pt x="32023" y="34746"/>
                  </a:cubicBezTo>
                  <a:cubicBezTo>
                    <a:pt x="32957" y="33679"/>
                    <a:pt x="34158" y="32811"/>
                    <a:pt x="35592" y="32578"/>
                  </a:cubicBezTo>
                  <a:cubicBezTo>
                    <a:pt x="35792" y="32578"/>
                    <a:pt x="35959" y="32511"/>
                    <a:pt x="36126" y="32478"/>
                  </a:cubicBezTo>
                  <a:lnTo>
                    <a:pt x="36660" y="32444"/>
                  </a:lnTo>
                  <a:lnTo>
                    <a:pt x="36926" y="32444"/>
                  </a:lnTo>
                  <a:lnTo>
                    <a:pt x="37160" y="32478"/>
                  </a:lnTo>
                  <a:lnTo>
                    <a:pt x="37727" y="32511"/>
                  </a:lnTo>
                  <a:cubicBezTo>
                    <a:pt x="38461" y="32611"/>
                    <a:pt x="39161" y="32778"/>
                    <a:pt x="39895" y="33011"/>
                  </a:cubicBezTo>
                  <a:cubicBezTo>
                    <a:pt x="41330" y="33478"/>
                    <a:pt x="42764" y="34079"/>
                    <a:pt x="44198" y="34513"/>
                  </a:cubicBezTo>
                  <a:cubicBezTo>
                    <a:pt x="44966" y="34746"/>
                    <a:pt x="45733" y="34980"/>
                    <a:pt x="46500" y="35113"/>
                  </a:cubicBezTo>
                  <a:cubicBezTo>
                    <a:pt x="46878" y="35176"/>
                    <a:pt x="47263" y="35209"/>
                    <a:pt x="47649" y="35209"/>
                  </a:cubicBezTo>
                  <a:cubicBezTo>
                    <a:pt x="48081" y="35209"/>
                    <a:pt x="48512" y="35168"/>
                    <a:pt x="48935" y="35080"/>
                  </a:cubicBezTo>
                  <a:cubicBezTo>
                    <a:pt x="49702" y="34913"/>
                    <a:pt x="50469" y="34479"/>
                    <a:pt x="51103" y="33945"/>
                  </a:cubicBezTo>
                  <a:cubicBezTo>
                    <a:pt x="51670" y="33412"/>
                    <a:pt x="52171" y="32778"/>
                    <a:pt x="52604" y="32077"/>
                  </a:cubicBezTo>
                  <a:cubicBezTo>
                    <a:pt x="53438" y="30676"/>
                    <a:pt x="54005" y="29175"/>
                    <a:pt x="54672" y="27774"/>
                  </a:cubicBezTo>
                  <a:cubicBezTo>
                    <a:pt x="55006" y="27007"/>
                    <a:pt x="55406" y="26340"/>
                    <a:pt x="55773" y="25640"/>
                  </a:cubicBezTo>
                  <a:cubicBezTo>
                    <a:pt x="56174" y="24972"/>
                    <a:pt x="56641" y="24305"/>
                    <a:pt x="57141" y="23705"/>
                  </a:cubicBezTo>
                  <a:cubicBezTo>
                    <a:pt x="58142" y="22571"/>
                    <a:pt x="59443" y="21603"/>
                    <a:pt x="60810" y="20836"/>
                  </a:cubicBezTo>
                  <a:cubicBezTo>
                    <a:pt x="62245" y="20036"/>
                    <a:pt x="63679" y="19435"/>
                    <a:pt x="65113" y="18701"/>
                  </a:cubicBezTo>
                  <a:cubicBezTo>
                    <a:pt x="66581" y="18001"/>
                    <a:pt x="67949" y="17234"/>
                    <a:pt x="69250" y="16266"/>
                  </a:cubicBezTo>
                  <a:cubicBezTo>
                    <a:pt x="70517" y="15299"/>
                    <a:pt x="71618" y="14198"/>
                    <a:pt x="72819" y="13231"/>
                  </a:cubicBezTo>
                  <a:cubicBezTo>
                    <a:pt x="73986" y="12197"/>
                    <a:pt x="75254" y="11296"/>
                    <a:pt x="76588" y="10595"/>
                  </a:cubicBezTo>
                  <a:cubicBezTo>
                    <a:pt x="77255" y="10229"/>
                    <a:pt x="77956" y="9928"/>
                    <a:pt x="78656" y="9661"/>
                  </a:cubicBezTo>
                  <a:cubicBezTo>
                    <a:pt x="79357" y="9461"/>
                    <a:pt x="80091" y="9295"/>
                    <a:pt x="80824" y="9194"/>
                  </a:cubicBezTo>
                  <a:cubicBezTo>
                    <a:pt x="81191" y="9161"/>
                    <a:pt x="81592" y="9128"/>
                    <a:pt x="81959" y="9128"/>
                  </a:cubicBezTo>
                  <a:cubicBezTo>
                    <a:pt x="82326" y="9094"/>
                    <a:pt x="82692" y="9094"/>
                    <a:pt x="83093" y="9061"/>
                  </a:cubicBezTo>
                  <a:cubicBezTo>
                    <a:pt x="83827" y="8994"/>
                    <a:pt x="84527" y="8928"/>
                    <a:pt x="85294" y="8828"/>
                  </a:cubicBezTo>
                  <a:cubicBezTo>
                    <a:pt x="86762" y="8627"/>
                    <a:pt x="88196" y="8294"/>
                    <a:pt x="89531" y="7727"/>
                  </a:cubicBezTo>
                  <a:cubicBezTo>
                    <a:pt x="92199" y="6459"/>
                    <a:pt x="94267" y="4524"/>
                    <a:pt x="96536" y="3190"/>
                  </a:cubicBezTo>
                  <a:cubicBezTo>
                    <a:pt x="97670" y="2490"/>
                    <a:pt x="98837" y="1923"/>
                    <a:pt x="100005" y="1456"/>
                  </a:cubicBezTo>
                  <a:cubicBezTo>
                    <a:pt x="101172" y="989"/>
                    <a:pt x="102340" y="655"/>
                    <a:pt x="103541" y="555"/>
                  </a:cubicBezTo>
                  <a:cubicBezTo>
                    <a:pt x="104092" y="492"/>
                    <a:pt x="104643" y="459"/>
                    <a:pt x="105191" y="459"/>
                  </a:cubicBezTo>
                  <a:cubicBezTo>
                    <a:pt x="105803" y="459"/>
                    <a:pt x="106411" y="500"/>
                    <a:pt x="107010" y="588"/>
                  </a:cubicBezTo>
                  <a:cubicBezTo>
                    <a:pt x="107544" y="622"/>
                    <a:pt x="108111" y="788"/>
                    <a:pt x="108644" y="922"/>
                  </a:cubicBezTo>
                  <a:cubicBezTo>
                    <a:pt x="109178" y="1089"/>
                    <a:pt x="109678" y="1255"/>
                    <a:pt x="110179" y="1422"/>
                  </a:cubicBezTo>
                  <a:cubicBezTo>
                    <a:pt x="112180" y="2156"/>
                    <a:pt x="113848" y="3157"/>
                    <a:pt x="115383" y="4124"/>
                  </a:cubicBezTo>
                  <a:cubicBezTo>
                    <a:pt x="118518" y="5925"/>
                    <a:pt x="121487" y="6493"/>
                    <a:pt x="123455" y="6626"/>
                  </a:cubicBezTo>
                  <a:cubicBezTo>
                    <a:pt x="123855" y="6679"/>
                    <a:pt x="124213" y="6695"/>
                    <a:pt x="124532" y="6695"/>
                  </a:cubicBezTo>
                  <a:cubicBezTo>
                    <a:pt x="125011" y="6695"/>
                    <a:pt x="125403" y="6659"/>
                    <a:pt x="125723" y="6659"/>
                  </a:cubicBezTo>
                  <a:lnTo>
                    <a:pt x="126324" y="6659"/>
                  </a:lnTo>
                  <a:cubicBezTo>
                    <a:pt x="126457" y="6626"/>
                    <a:pt x="126524" y="6626"/>
                    <a:pt x="126524" y="6626"/>
                  </a:cubicBezTo>
                  <a:cubicBezTo>
                    <a:pt x="128354" y="6391"/>
                    <a:pt x="128729" y="6217"/>
                    <a:pt x="127618" y="6217"/>
                  </a:cubicBezTo>
                  <a:cubicBezTo>
                    <a:pt x="127311" y="6217"/>
                    <a:pt x="126891" y="6230"/>
                    <a:pt x="126357" y="6259"/>
                  </a:cubicBezTo>
                  <a:cubicBezTo>
                    <a:pt x="126357" y="6259"/>
                    <a:pt x="126257" y="6292"/>
                    <a:pt x="126157" y="6292"/>
                  </a:cubicBezTo>
                  <a:lnTo>
                    <a:pt x="125556" y="6292"/>
                  </a:lnTo>
                  <a:cubicBezTo>
                    <a:pt x="125271" y="6292"/>
                    <a:pt x="124908" y="6314"/>
                    <a:pt x="124464" y="6314"/>
                  </a:cubicBezTo>
                  <a:cubicBezTo>
                    <a:pt x="124130" y="6314"/>
                    <a:pt x="123750" y="6302"/>
                    <a:pt x="123322" y="6259"/>
                  </a:cubicBezTo>
                  <a:cubicBezTo>
                    <a:pt x="121387" y="6126"/>
                    <a:pt x="118518" y="5525"/>
                    <a:pt x="115383" y="3757"/>
                  </a:cubicBezTo>
                  <a:cubicBezTo>
                    <a:pt x="113848" y="2823"/>
                    <a:pt x="112147" y="1756"/>
                    <a:pt x="110145" y="989"/>
                  </a:cubicBezTo>
                  <a:cubicBezTo>
                    <a:pt x="109645" y="822"/>
                    <a:pt x="109145" y="655"/>
                    <a:pt x="108578" y="488"/>
                  </a:cubicBezTo>
                  <a:cubicBezTo>
                    <a:pt x="108044" y="355"/>
                    <a:pt x="107510" y="188"/>
                    <a:pt x="106910" y="155"/>
                  </a:cubicBezTo>
                  <a:cubicBezTo>
                    <a:pt x="106334" y="50"/>
                    <a:pt x="105722" y="0"/>
                    <a:pt x="105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 name="Google Shape;105;p2"/>
            <p:cNvSpPr/>
            <p:nvPr/>
          </p:nvSpPr>
          <p:spPr>
            <a:xfrm>
              <a:off x="4704375" y="4670050"/>
              <a:ext cx="445325" cy="247475"/>
            </a:xfrm>
            <a:custGeom>
              <a:avLst/>
              <a:gdLst/>
              <a:ahLst/>
              <a:cxnLst/>
              <a:rect l="l" t="t" r="r" b="b"/>
              <a:pathLst>
                <a:path w="17813" h="9899" extrusionOk="0">
                  <a:moveTo>
                    <a:pt x="3546" y="0"/>
                  </a:moveTo>
                  <a:cubicBezTo>
                    <a:pt x="2909" y="0"/>
                    <a:pt x="2293" y="245"/>
                    <a:pt x="1868" y="617"/>
                  </a:cubicBezTo>
                  <a:cubicBezTo>
                    <a:pt x="1268" y="1051"/>
                    <a:pt x="967" y="1651"/>
                    <a:pt x="701" y="2151"/>
                  </a:cubicBezTo>
                  <a:cubicBezTo>
                    <a:pt x="467" y="2685"/>
                    <a:pt x="267" y="3152"/>
                    <a:pt x="200" y="3552"/>
                  </a:cubicBezTo>
                  <a:cubicBezTo>
                    <a:pt x="133" y="3986"/>
                    <a:pt x="67" y="4320"/>
                    <a:pt x="33" y="4520"/>
                  </a:cubicBezTo>
                  <a:cubicBezTo>
                    <a:pt x="0" y="4720"/>
                    <a:pt x="0" y="4853"/>
                    <a:pt x="0" y="4853"/>
                  </a:cubicBezTo>
                  <a:cubicBezTo>
                    <a:pt x="0" y="4995"/>
                    <a:pt x="94" y="5071"/>
                    <a:pt x="187" y="5071"/>
                  </a:cubicBezTo>
                  <a:cubicBezTo>
                    <a:pt x="270" y="5071"/>
                    <a:pt x="351" y="5012"/>
                    <a:pt x="367" y="4887"/>
                  </a:cubicBezTo>
                  <a:cubicBezTo>
                    <a:pt x="367" y="4887"/>
                    <a:pt x="367" y="4787"/>
                    <a:pt x="400" y="4553"/>
                  </a:cubicBezTo>
                  <a:cubicBezTo>
                    <a:pt x="467" y="4353"/>
                    <a:pt x="500" y="4019"/>
                    <a:pt x="634" y="3653"/>
                  </a:cubicBezTo>
                  <a:cubicBezTo>
                    <a:pt x="701" y="3286"/>
                    <a:pt x="867" y="2819"/>
                    <a:pt x="1101" y="2352"/>
                  </a:cubicBezTo>
                  <a:cubicBezTo>
                    <a:pt x="1368" y="1885"/>
                    <a:pt x="1701" y="1384"/>
                    <a:pt x="2168" y="1051"/>
                  </a:cubicBezTo>
                  <a:cubicBezTo>
                    <a:pt x="2526" y="795"/>
                    <a:pt x="2962" y="638"/>
                    <a:pt x="3431" y="638"/>
                  </a:cubicBezTo>
                  <a:cubicBezTo>
                    <a:pt x="3574" y="638"/>
                    <a:pt x="3721" y="652"/>
                    <a:pt x="3869" y="684"/>
                  </a:cubicBezTo>
                  <a:cubicBezTo>
                    <a:pt x="4036" y="717"/>
                    <a:pt x="4170" y="784"/>
                    <a:pt x="4336" y="817"/>
                  </a:cubicBezTo>
                  <a:cubicBezTo>
                    <a:pt x="4470" y="817"/>
                    <a:pt x="4470" y="851"/>
                    <a:pt x="4537" y="884"/>
                  </a:cubicBezTo>
                  <a:cubicBezTo>
                    <a:pt x="4570" y="951"/>
                    <a:pt x="4670" y="984"/>
                    <a:pt x="4703" y="1017"/>
                  </a:cubicBezTo>
                  <a:cubicBezTo>
                    <a:pt x="4904" y="1217"/>
                    <a:pt x="5137" y="1518"/>
                    <a:pt x="5270" y="1818"/>
                  </a:cubicBezTo>
                  <a:cubicBezTo>
                    <a:pt x="5504" y="2118"/>
                    <a:pt x="5671" y="2452"/>
                    <a:pt x="5904" y="2785"/>
                  </a:cubicBezTo>
                  <a:cubicBezTo>
                    <a:pt x="6038" y="2885"/>
                    <a:pt x="6171" y="3052"/>
                    <a:pt x="6371" y="3186"/>
                  </a:cubicBezTo>
                  <a:cubicBezTo>
                    <a:pt x="6471" y="3286"/>
                    <a:pt x="6538" y="3286"/>
                    <a:pt x="6671" y="3352"/>
                  </a:cubicBezTo>
                  <a:cubicBezTo>
                    <a:pt x="6838" y="3386"/>
                    <a:pt x="6872" y="3386"/>
                    <a:pt x="7005" y="3452"/>
                  </a:cubicBezTo>
                  <a:lnTo>
                    <a:pt x="7305" y="3486"/>
                  </a:lnTo>
                  <a:lnTo>
                    <a:pt x="7572" y="3486"/>
                  </a:lnTo>
                  <a:cubicBezTo>
                    <a:pt x="7772" y="3486"/>
                    <a:pt x="7939" y="3452"/>
                    <a:pt x="8173" y="3386"/>
                  </a:cubicBezTo>
                  <a:cubicBezTo>
                    <a:pt x="8339" y="3352"/>
                    <a:pt x="8506" y="3286"/>
                    <a:pt x="8673" y="3186"/>
                  </a:cubicBezTo>
                  <a:cubicBezTo>
                    <a:pt x="8840" y="3152"/>
                    <a:pt x="9006" y="3052"/>
                    <a:pt x="9107" y="2985"/>
                  </a:cubicBezTo>
                  <a:cubicBezTo>
                    <a:pt x="9407" y="2852"/>
                    <a:pt x="9674" y="2719"/>
                    <a:pt x="9940" y="2652"/>
                  </a:cubicBezTo>
                  <a:lnTo>
                    <a:pt x="10174" y="2618"/>
                  </a:lnTo>
                  <a:cubicBezTo>
                    <a:pt x="10241" y="2552"/>
                    <a:pt x="10341" y="2552"/>
                    <a:pt x="10407" y="2552"/>
                  </a:cubicBezTo>
                  <a:lnTo>
                    <a:pt x="10874" y="2552"/>
                  </a:lnTo>
                  <a:cubicBezTo>
                    <a:pt x="11041" y="2552"/>
                    <a:pt x="11175" y="2618"/>
                    <a:pt x="11341" y="2618"/>
                  </a:cubicBezTo>
                  <a:cubicBezTo>
                    <a:pt x="11475" y="2652"/>
                    <a:pt x="11642" y="2685"/>
                    <a:pt x="11742" y="2785"/>
                  </a:cubicBezTo>
                  <a:cubicBezTo>
                    <a:pt x="12042" y="2885"/>
                    <a:pt x="12309" y="3119"/>
                    <a:pt x="12509" y="3352"/>
                  </a:cubicBezTo>
                  <a:cubicBezTo>
                    <a:pt x="12909" y="3853"/>
                    <a:pt x="13209" y="4520"/>
                    <a:pt x="13476" y="5154"/>
                  </a:cubicBezTo>
                  <a:cubicBezTo>
                    <a:pt x="13710" y="5787"/>
                    <a:pt x="13910" y="6455"/>
                    <a:pt x="14143" y="7055"/>
                  </a:cubicBezTo>
                  <a:cubicBezTo>
                    <a:pt x="14344" y="7689"/>
                    <a:pt x="14544" y="8289"/>
                    <a:pt x="14877" y="8790"/>
                  </a:cubicBezTo>
                  <a:cubicBezTo>
                    <a:pt x="15211" y="9223"/>
                    <a:pt x="15645" y="9657"/>
                    <a:pt x="16078" y="9790"/>
                  </a:cubicBezTo>
                  <a:cubicBezTo>
                    <a:pt x="16312" y="9874"/>
                    <a:pt x="16512" y="9899"/>
                    <a:pt x="16687" y="9899"/>
                  </a:cubicBezTo>
                  <a:cubicBezTo>
                    <a:pt x="16862" y="9899"/>
                    <a:pt x="17012" y="9874"/>
                    <a:pt x="17146" y="9857"/>
                  </a:cubicBezTo>
                  <a:cubicBezTo>
                    <a:pt x="17379" y="9824"/>
                    <a:pt x="17513" y="9790"/>
                    <a:pt x="17513" y="9790"/>
                  </a:cubicBezTo>
                  <a:cubicBezTo>
                    <a:pt x="17813" y="9657"/>
                    <a:pt x="17679" y="9357"/>
                    <a:pt x="17446" y="9290"/>
                  </a:cubicBezTo>
                  <a:cubicBezTo>
                    <a:pt x="17446" y="9273"/>
                    <a:pt x="17440" y="9267"/>
                    <a:pt x="17427" y="9267"/>
                  </a:cubicBezTo>
                  <a:cubicBezTo>
                    <a:pt x="17387" y="9267"/>
                    <a:pt x="17287" y="9323"/>
                    <a:pt x="17112" y="9323"/>
                  </a:cubicBezTo>
                  <a:cubicBezTo>
                    <a:pt x="17046" y="9334"/>
                    <a:pt x="16968" y="9342"/>
                    <a:pt x="16881" y="9342"/>
                  </a:cubicBezTo>
                  <a:cubicBezTo>
                    <a:pt x="16708" y="9342"/>
                    <a:pt x="16501" y="9312"/>
                    <a:pt x="16278" y="9223"/>
                  </a:cubicBezTo>
                  <a:cubicBezTo>
                    <a:pt x="15945" y="9123"/>
                    <a:pt x="15645" y="8823"/>
                    <a:pt x="15378" y="8356"/>
                  </a:cubicBezTo>
                  <a:cubicBezTo>
                    <a:pt x="15077" y="7889"/>
                    <a:pt x="14911" y="7355"/>
                    <a:pt x="14711" y="6721"/>
                  </a:cubicBezTo>
                  <a:cubicBezTo>
                    <a:pt x="14544" y="6154"/>
                    <a:pt x="14377" y="5454"/>
                    <a:pt x="14110" y="4787"/>
                  </a:cubicBezTo>
                  <a:cubicBezTo>
                    <a:pt x="13877" y="4120"/>
                    <a:pt x="13576" y="3386"/>
                    <a:pt x="13076" y="2785"/>
                  </a:cubicBezTo>
                  <a:cubicBezTo>
                    <a:pt x="12576" y="2151"/>
                    <a:pt x="11742" y="1718"/>
                    <a:pt x="10941" y="1718"/>
                  </a:cubicBezTo>
                  <a:cubicBezTo>
                    <a:pt x="10841" y="1701"/>
                    <a:pt x="10741" y="1693"/>
                    <a:pt x="10645" y="1693"/>
                  </a:cubicBezTo>
                  <a:cubicBezTo>
                    <a:pt x="10549" y="1693"/>
                    <a:pt x="10458" y="1701"/>
                    <a:pt x="10374" y="1718"/>
                  </a:cubicBezTo>
                  <a:cubicBezTo>
                    <a:pt x="10241" y="1785"/>
                    <a:pt x="10174" y="1785"/>
                    <a:pt x="10074" y="1785"/>
                  </a:cubicBezTo>
                  <a:lnTo>
                    <a:pt x="9807" y="1851"/>
                  </a:lnTo>
                  <a:cubicBezTo>
                    <a:pt x="9440" y="1985"/>
                    <a:pt x="9107" y="2151"/>
                    <a:pt x="8840" y="2285"/>
                  </a:cubicBezTo>
                  <a:cubicBezTo>
                    <a:pt x="8394" y="2547"/>
                    <a:pt x="7969" y="2727"/>
                    <a:pt x="7531" y="2727"/>
                  </a:cubicBezTo>
                  <a:cubicBezTo>
                    <a:pt x="7413" y="2727"/>
                    <a:pt x="7293" y="2714"/>
                    <a:pt x="7172" y="2685"/>
                  </a:cubicBezTo>
                  <a:cubicBezTo>
                    <a:pt x="6671" y="2685"/>
                    <a:pt x="6271" y="2051"/>
                    <a:pt x="5904" y="1451"/>
                  </a:cubicBezTo>
                  <a:cubicBezTo>
                    <a:pt x="5704" y="1151"/>
                    <a:pt x="5504" y="817"/>
                    <a:pt x="5170" y="517"/>
                  </a:cubicBezTo>
                  <a:cubicBezTo>
                    <a:pt x="5104" y="450"/>
                    <a:pt x="5004" y="350"/>
                    <a:pt x="4904" y="317"/>
                  </a:cubicBezTo>
                  <a:cubicBezTo>
                    <a:pt x="4837" y="283"/>
                    <a:pt x="4703" y="183"/>
                    <a:pt x="4603" y="183"/>
                  </a:cubicBezTo>
                  <a:cubicBezTo>
                    <a:pt x="4403" y="150"/>
                    <a:pt x="4236" y="117"/>
                    <a:pt x="4036" y="50"/>
                  </a:cubicBezTo>
                  <a:cubicBezTo>
                    <a:pt x="3873" y="16"/>
                    <a:pt x="3709" y="0"/>
                    <a:pt x="35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 name="Google Shape;106;p2"/>
            <p:cNvSpPr/>
            <p:nvPr/>
          </p:nvSpPr>
          <p:spPr>
            <a:xfrm>
              <a:off x="5421850" y="4209600"/>
              <a:ext cx="394975" cy="193250"/>
            </a:xfrm>
            <a:custGeom>
              <a:avLst/>
              <a:gdLst/>
              <a:ahLst/>
              <a:cxnLst/>
              <a:rect l="l" t="t" r="r" b="b"/>
              <a:pathLst>
                <a:path w="15799" h="7730" extrusionOk="0">
                  <a:moveTo>
                    <a:pt x="2764" y="0"/>
                  </a:moveTo>
                  <a:cubicBezTo>
                    <a:pt x="2541" y="0"/>
                    <a:pt x="2325" y="26"/>
                    <a:pt x="2123" y="88"/>
                  </a:cubicBezTo>
                  <a:cubicBezTo>
                    <a:pt x="1656" y="222"/>
                    <a:pt x="1222" y="455"/>
                    <a:pt x="989" y="755"/>
                  </a:cubicBezTo>
                  <a:cubicBezTo>
                    <a:pt x="722" y="1055"/>
                    <a:pt x="555" y="1389"/>
                    <a:pt x="455" y="1623"/>
                  </a:cubicBezTo>
                  <a:cubicBezTo>
                    <a:pt x="322" y="1923"/>
                    <a:pt x="222" y="2123"/>
                    <a:pt x="188" y="2323"/>
                  </a:cubicBezTo>
                  <a:cubicBezTo>
                    <a:pt x="55" y="2757"/>
                    <a:pt x="22" y="2957"/>
                    <a:pt x="22" y="2957"/>
                  </a:cubicBezTo>
                  <a:cubicBezTo>
                    <a:pt x="1" y="3081"/>
                    <a:pt x="133" y="3166"/>
                    <a:pt x="245" y="3166"/>
                  </a:cubicBezTo>
                  <a:cubicBezTo>
                    <a:pt x="314" y="3166"/>
                    <a:pt x="376" y="3133"/>
                    <a:pt x="388" y="3057"/>
                  </a:cubicBezTo>
                  <a:cubicBezTo>
                    <a:pt x="388" y="3057"/>
                    <a:pt x="455" y="2823"/>
                    <a:pt x="555" y="2456"/>
                  </a:cubicBezTo>
                  <a:cubicBezTo>
                    <a:pt x="722" y="2090"/>
                    <a:pt x="889" y="1556"/>
                    <a:pt x="1356" y="1089"/>
                  </a:cubicBezTo>
                  <a:cubicBezTo>
                    <a:pt x="1556" y="822"/>
                    <a:pt x="1856" y="655"/>
                    <a:pt x="2223" y="588"/>
                  </a:cubicBezTo>
                  <a:cubicBezTo>
                    <a:pt x="2409" y="542"/>
                    <a:pt x="2595" y="517"/>
                    <a:pt x="2784" y="517"/>
                  </a:cubicBezTo>
                  <a:cubicBezTo>
                    <a:pt x="3002" y="517"/>
                    <a:pt x="3225" y="550"/>
                    <a:pt x="3457" y="622"/>
                  </a:cubicBezTo>
                  <a:lnTo>
                    <a:pt x="3624" y="689"/>
                  </a:lnTo>
                  <a:cubicBezTo>
                    <a:pt x="3624" y="689"/>
                    <a:pt x="3657" y="689"/>
                    <a:pt x="3691" y="722"/>
                  </a:cubicBezTo>
                  <a:cubicBezTo>
                    <a:pt x="3791" y="789"/>
                    <a:pt x="3858" y="855"/>
                    <a:pt x="3958" y="922"/>
                  </a:cubicBezTo>
                  <a:cubicBezTo>
                    <a:pt x="4124" y="1055"/>
                    <a:pt x="4291" y="1256"/>
                    <a:pt x="4458" y="1422"/>
                  </a:cubicBezTo>
                  <a:cubicBezTo>
                    <a:pt x="4792" y="1789"/>
                    <a:pt x="5225" y="2256"/>
                    <a:pt x="5892" y="2390"/>
                  </a:cubicBezTo>
                  <a:lnTo>
                    <a:pt x="5859" y="2390"/>
                  </a:lnTo>
                  <a:cubicBezTo>
                    <a:pt x="5992" y="2423"/>
                    <a:pt x="6193" y="2523"/>
                    <a:pt x="6459" y="2523"/>
                  </a:cubicBezTo>
                  <a:cubicBezTo>
                    <a:pt x="6693" y="2523"/>
                    <a:pt x="6993" y="2456"/>
                    <a:pt x="7293" y="2356"/>
                  </a:cubicBezTo>
                  <a:cubicBezTo>
                    <a:pt x="7860" y="2123"/>
                    <a:pt x="8361" y="1756"/>
                    <a:pt x="8828" y="1623"/>
                  </a:cubicBezTo>
                  <a:cubicBezTo>
                    <a:pt x="8895" y="1623"/>
                    <a:pt x="8961" y="1589"/>
                    <a:pt x="8995" y="1589"/>
                  </a:cubicBezTo>
                  <a:lnTo>
                    <a:pt x="9128" y="1589"/>
                  </a:lnTo>
                  <a:cubicBezTo>
                    <a:pt x="9228" y="1623"/>
                    <a:pt x="9362" y="1623"/>
                    <a:pt x="9495" y="1689"/>
                  </a:cubicBezTo>
                  <a:cubicBezTo>
                    <a:pt x="9728" y="1756"/>
                    <a:pt x="9995" y="1789"/>
                    <a:pt x="10129" y="1956"/>
                  </a:cubicBezTo>
                  <a:cubicBezTo>
                    <a:pt x="10462" y="2223"/>
                    <a:pt x="10396" y="2790"/>
                    <a:pt x="10362" y="3424"/>
                  </a:cubicBezTo>
                  <a:cubicBezTo>
                    <a:pt x="10362" y="3724"/>
                    <a:pt x="10362" y="4058"/>
                    <a:pt x="10396" y="4391"/>
                  </a:cubicBezTo>
                  <a:cubicBezTo>
                    <a:pt x="10462" y="4725"/>
                    <a:pt x="10529" y="5058"/>
                    <a:pt x="10696" y="5359"/>
                  </a:cubicBezTo>
                  <a:cubicBezTo>
                    <a:pt x="11029" y="5926"/>
                    <a:pt x="11463" y="6359"/>
                    <a:pt x="11897" y="6726"/>
                  </a:cubicBezTo>
                  <a:cubicBezTo>
                    <a:pt x="12667" y="7325"/>
                    <a:pt x="13511" y="7729"/>
                    <a:pt x="14219" y="7729"/>
                  </a:cubicBezTo>
                  <a:cubicBezTo>
                    <a:pt x="14338" y="7729"/>
                    <a:pt x="14454" y="7718"/>
                    <a:pt x="14565" y="7694"/>
                  </a:cubicBezTo>
                  <a:cubicBezTo>
                    <a:pt x="14799" y="7694"/>
                    <a:pt x="14932" y="7593"/>
                    <a:pt x="15066" y="7560"/>
                  </a:cubicBezTo>
                  <a:cubicBezTo>
                    <a:pt x="15199" y="7460"/>
                    <a:pt x="15332" y="7393"/>
                    <a:pt x="15399" y="7360"/>
                  </a:cubicBezTo>
                  <a:cubicBezTo>
                    <a:pt x="15566" y="7227"/>
                    <a:pt x="15666" y="7126"/>
                    <a:pt x="15666" y="7126"/>
                  </a:cubicBezTo>
                  <a:cubicBezTo>
                    <a:pt x="15798" y="6968"/>
                    <a:pt x="15658" y="6830"/>
                    <a:pt x="15477" y="6830"/>
                  </a:cubicBezTo>
                  <a:cubicBezTo>
                    <a:pt x="15430" y="6830"/>
                    <a:pt x="15381" y="6839"/>
                    <a:pt x="15332" y="6860"/>
                  </a:cubicBezTo>
                  <a:cubicBezTo>
                    <a:pt x="15332" y="6860"/>
                    <a:pt x="15066" y="7193"/>
                    <a:pt x="14465" y="7260"/>
                  </a:cubicBezTo>
                  <a:cubicBezTo>
                    <a:pt x="14400" y="7270"/>
                    <a:pt x="14333" y="7275"/>
                    <a:pt x="14263" y="7275"/>
                  </a:cubicBezTo>
                  <a:cubicBezTo>
                    <a:pt x="13654" y="7275"/>
                    <a:pt x="12882" y="6891"/>
                    <a:pt x="12164" y="6293"/>
                  </a:cubicBezTo>
                  <a:cubicBezTo>
                    <a:pt x="11797" y="5926"/>
                    <a:pt x="11396" y="5525"/>
                    <a:pt x="11163" y="5058"/>
                  </a:cubicBezTo>
                  <a:cubicBezTo>
                    <a:pt x="10896" y="4625"/>
                    <a:pt x="10896" y="4058"/>
                    <a:pt x="10963" y="3457"/>
                  </a:cubicBezTo>
                  <a:cubicBezTo>
                    <a:pt x="10996" y="3190"/>
                    <a:pt x="11029" y="2823"/>
                    <a:pt x="10996" y="2490"/>
                  </a:cubicBezTo>
                  <a:cubicBezTo>
                    <a:pt x="10996" y="2156"/>
                    <a:pt x="10863" y="1756"/>
                    <a:pt x="10562" y="1456"/>
                  </a:cubicBezTo>
                  <a:cubicBezTo>
                    <a:pt x="10296" y="1156"/>
                    <a:pt x="9962" y="1089"/>
                    <a:pt x="9662" y="955"/>
                  </a:cubicBezTo>
                  <a:cubicBezTo>
                    <a:pt x="9495" y="955"/>
                    <a:pt x="9362" y="922"/>
                    <a:pt x="9195" y="889"/>
                  </a:cubicBezTo>
                  <a:lnTo>
                    <a:pt x="8895" y="889"/>
                  </a:lnTo>
                  <a:cubicBezTo>
                    <a:pt x="8828" y="889"/>
                    <a:pt x="8728" y="922"/>
                    <a:pt x="8661" y="922"/>
                  </a:cubicBezTo>
                  <a:cubicBezTo>
                    <a:pt x="7994" y="1122"/>
                    <a:pt x="7527" y="1522"/>
                    <a:pt x="7060" y="1689"/>
                  </a:cubicBezTo>
                  <a:cubicBezTo>
                    <a:pt x="6873" y="1783"/>
                    <a:pt x="6694" y="1811"/>
                    <a:pt x="6539" y="1811"/>
                  </a:cubicBezTo>
                  <a:cubicBezTo>
                    <a:pt x="6361" y="1811"/>
                    <a:pt x="6215" y="1774"/>
                    <a:pt x="6126" y="1756"/>
                  </a:cubicBezTo>
                  <a:lnTo>
                    <a:pt x="6059" y="1756"/>
                  </a:lnTo>
                  <a:cubicBezTo>
                    <a:pt x="5626" y="1689"/>
                    <a:pt x="5292" y="1389"/>
                    <a:pt x="4892" y="1022"/>
                  </a:cubicBezTo>
                  <a:cubicBezTo>
                    <a:pt x="4725" y="822"/>
                    <a:pt x="4525" y="622"/>
                    <a:pt x="4325" y="455"/>
                  </a:cubicBezTo>
                  <a:cubicBezTo>
                    <a:pt x="4225" y="322"/>
                    <a:pt x="4124" y="288"/>
                    <a:pt x="3991" y="222"/>
                  </a:cubicBezTo>
                  <a:lnTo>
                    <a:pt x="3891" y="155"/>
                  </a:lnTo>
                  <a:cubicBezTo>
                    <a:pt x="3858" y="155"/>
                    <a:pt x="3824" y="121"/>
                    <a:pt x="3791" y="121"/>
                  </a:cubicBezTo>
                  <a:lnTo>
                    <a:pt x="3557" y="88"/>
                  </a:lnTo>
                  <a:cubicBezTo>
                    <a:pt x="3290" y="35"/>
                    <a:pt x="3022" y="0"/>
                    <a:pt x="27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 name="Google Shape;107;p2"/>
            <p:cNvSpPr/>
            <p:nvPr/>
          </p:nvSpPr>
          <p:spPr>
            <a:xfrm>
              <a:off x="5409875" y="4757550"/>
              <a:ext cx="420950" cy="194200"/>
            </a:xfrm>
            <a:custGeom>
              <a:avLst/>
              <a:gdLst/>
              <a:ahLst/>
              <a:cxnLst/>
              <a:rect l="l" t="t" r="r" b="b"/>
              <a:pathLst>
                <a:path w="16838" h="7768" extrusionOk="0">
                  <a:moveTo>
                    <a:pt x="2026" y="1"/>
                  </a:moveTo>
                  <a:cubicBezTo>
                    <a:pt x="1861" y="1"/>
                    <a:pt x="1690" y="30"/>
                    <a:pt x="1535" y="119"/>
                  </a:cubicBezTo>
                  <a:cubicBezTo>
                    <a:pt x="1101" y="319"/>
                    <a:pt x="867" y="686"/>
                    <a:pt x="701" y="1020"/>
                  </a:cubicBezTo>
                  <a:cubicBezTo>
                    <a:pt x="534" y="1353"/>
                    <a:pt x="434" y="1687"/>
                    <a:pt x="300" y="2021"/>
                  </a:cubicBezTo>
                  <a:cubicBezTo>
                    <a:pt x="267" y="2121"/>
                    <a:pt x="267" y="2187"/>
                    <a:pt x="200" y="2287"/>
                  </a:cubicBezTo>
                  <a:lnTo>
                    <a:pt x="167" y="2521"/>
                  </a:lnTo>
                  <a:cubicBezTo>
                    <a:pt x="134" y="2688"/>
                    <a:pt x="100" y="2854"/>
                    <a:pt x="100" y="3021"/>
                  </a:cubicBezTo>
                  <a:cubicBezTo>
                    <a:pt x="0" y="4356"/>
                    <a:pt x="200" y="5523"/>
                    <a:pt x="367" y="6324"/>
                  </a:cubicBezTo>
                  <a:cubicBezTo>
                    <a:pt x="534" y="7158"/>
                    <a:pt x="701" y="7625"/>
                    <a:pt x="701" y="7625"/>
                  </a:cubicBezTo>
                  <a:cubicBezTo>
                    <a:pt x="743" y="7722"/>
                    <a:pt x="825" y="7767"/>
                    <a:pt x="905" y="7767"/>
                  </a:cubicBezTo>
                  <a:cubicBezTo>
                    <a:pt x="1016" y="7767"/>
                    <a:pt x="1120" y="7680"/>
                    <a:pt x="1101" y="7524"/>
                  </a:cubicBezTo>
                  <a:cubicBezTo>
                    <a:pt x="1101" y="7524"/>
                    <a:pt x="968" y="7057"/>
                    <a:pt x="834" y="6290"/>
                  </a:cubicBezTo>
                  <a:cubicBezTo>
                    <a:pt x="701" y="5490"/>
                    <a:pt x="534" y="4356"/>
                    <a:pt x="667" y="3121"/>
                  </a:cubicBezTo>
                  <a:cubicBezTo>
                    <a:pt x="667" y="2955"/>
                    <a:pt x="701" y="2821"/>
                    <a:pt x="767" y="2654"/>
                  </a:cubicBezTo>
                  <a:lnTo>
                    <a:pt x="801" y="2454"/>
                  </a:lnTo>
                  <a:cubicBezTo>
                    <a:pt x="834" y="2387"/>
                    <a:pt x="834" y="2321"/>
                    <a:pt x="867" y="2221"/>
                  </a:cubicBezTo>
                  <a:cubicBezTo>
                    <a:pt x="1001" y="1887"/>
                    <a:pt x="1134" y="1620"/>
                    <a:pt x="1301" y="1320"/>
                  </a:cubicBezTo>
                  <a:cubicBezTo>
                    <a:pt x="1468" y="1053"/>
                    <a:pt x="1668" y="786"/>
                    <a:pt x="1868" y="686"/>
                  </a:cubicBezTo>
                  <a:cubicBezTo>
                    <a:pt x="1944" y="643"/>
                    <a:pt x="2016" y="624"/>
                    <a:pt x="2089" y="624"/>
                  </a:cubicBezTo>
                  <a:cubicBezTo>
                    <a:pt x="2241" y="624"/>
                    <a:pt x="2399" y="707"/>
                    <a:pt x="2602" y="820"/>
                  </a:cubicBezTo>
                  <a:cubicBezTo>
                    <a:pt x="3136" y="1153"/>
                    <a:pt x="3636" y="1687"/>
                    <a:pt x="4203" y="2121"/>
                  </a:cubicBezTo>
                  <a:cubicBezTo>
                    <a:pt x="4503" y="2321"/>
                    <a:pt x="4804" y="2521"/>
                    <a:pt x="5137" y="2688"/>
                  </a:cubicBezTo>
                  <a:cubicBezTo>
                    <a:pt x="5304" y="2788"/>
                    <a:pt x="5504" y="2854"/>
                    <a:pt x="5671" y="2888"/>
                  </a:cubicBezTo>
                  <a:cubicBezTo>
                    <a:pt x="5871" y="2955"/>
                    <a:pt x="6038" y="2955"/>
                    <a:pt x="6205" y="2988"/>
                  </a:cubicBezTo>
                  <a:cubicBezTo>
                    <a:pt x="6293" y="2997"/>
                    <a:pt x="6383" y="3001"/>
                    <a:pt x="6475" y="3001"/>
                  </a:cubicBezTo>
                  <a:cubicBezTo>
                    <a:pt x="7074" y="3001"/>
                    <a:pt x="7728" y="2823"/>
                    <a:pt x="8306" y="2621"/>
                  </a:cubicBezTo>
                  <a:cubicBezTo>
                    <a:pt x="8831" y="2385"/>
                    <a:pt x="9315" y="2169"/>
                    <a:pt x="9773" y="2169"/>
                  </a:cubicBezTo>
                  <a:cubicBezTo>
                    <a:pt x="9897" y="2169"/>
                    <a:pt x="10020" y="2185"/>
                    <a:pt x="10141" y="2221"/>
                  </a:cubicBezTo>
                  <a:cubicBezTo>
                    <a:pt x="10674" y="2387"/>
                    <a:pt x="11175" y="2955"/>
                    <a:pt x="11608" y="3455"/>
                  </a:cubicBezTo>
                  <a:cubicBezTo>
                    <a:pt x="12009" y="3955"/>
                    <a:pt x="12342" y="4556"/>
                    <a:pt x="12676" y="5123"/>
                  </a:cubicBezTo>
                  <a:cubicBezTo>
                    <a:pt x="13009" y="5656"/>
                    <a:pt x="13376" y="6190"/>
                    <a:pt x="13877" y="6557"/>
                  </a:cubicBezTo>
                  <a:cubicBezTo>
                    <a:pt x="14260" y="6886"/>
                    <a:pt x="14757" y="6967"/>
                    <a:pt x="15144" y="6967"/>
                  </a:cubicBezTo>
                  <a:cubicBezTo>
                    <a:pt x="15228" y="6967"/>
                    <a:pt x="15306" y="6963"/>
                    <a:pt x="15378" y="6957"/>
                  </a:cubicBezTo>
                  <a:cubicBezTo>
                    <a:pt x="15811" y="6857"/>
                    <a:pt x="16145" y="6724"/>
                    <a:pt x="16345" y="6657"/>
                  </a:cubicBezTo>
                  <a:cubicBezTo>
                    <a:pt x="16545" y="6524"/>
                    <a:pt x="16679" y="6490"/>
                    <a:pt x="16679" y="6490"/>
                  </a:cubicBezTo>
                  <a:cubicBezTo>
                    <a:pt x="16837" y="6385"/>
                    <a:pt x="16807" y="6174"/>
                    <a:pt x="16639" y="6174"/>
                  </a:cubicBezTo>
                  <a:cubicBezTo>
                    <a:pt x="16595" y="6174"/>
                    <a:pt x="16541" y="6189"/>
                    <a:pt x="16479" y="6224"/>
                  </a:cubicBezTo>
                  <a:cubicBezTo>
                    <a:pt x="16479" y="6224"/>
                    <a:pt x="16379" y="6290"/>
                    <a:pt x="16178" y="6357"/>
                  </a:cubicBezTo>
                  <a:cubicBezTo>
                    <a:pt x="15978" y="6390"/>
                    <a:pt x="15678" y="6524"/>
                    <a:pt x="15311" y="6557"/>
                  </a:cubicBezTo>
                  <a:cubicBezTo>
                    <a:pt x="15246" y="6570"/>
                    <a:pt x="15175" y="6577"/>
                    <a:pt x="15101" y="6577"/>
                  </a:cubicBezTo>
                  <a:cubicBezTo>
                    <a:pt x="14798" y="6577"/>
                    <a:pt x="14439" y="6465"/>
                    <a:pt x="14144" y="6224"/>
                  </a:cubicBezTo>
                  <a:cubicBezTo>
                    <a:pt x="13777" y="5957"/>
                    <a:pt x="13443" y="5456"/>
                    <a:pt x="13143" y="4889"/>
                  </a:cubicBezTo>
                  <a:cubicBezTo>
                    <a:pt x="12843" y="4322"/>
                    <a:pt x="12509" y="3688"/>
                    <a:pt x="12109" y="3121"/>
                  </a:cubicBezTo>
                  <a:cubicBezTo>
                    <a:pt x="12009" y="2988"/>
                    <a:pt x="11875" y="2821"/>
                    <a:pt x="11775" y="2688"/>
                  </a:cubicBezTo>
                  <a:cubicBezTo>
                    <a:pt x="11642" y="2521"/>
                    <a:pt x="11475" y="2387"/>
                    <a:pt x="11342" y="2287"/>
                  </a:cubicBezTo>
                  <a:cubicBezTo>
                    <a:pt x="11041" y="2021"/>
                    <a:pt x="10708" y="1787"/>
                    <a:pt x="10308" y="1654"/>
                  </a:cubicBezTo>
                  <a:cubicBezTo>
                    <a:pt x="10106" y="1592"/>
                    <a:pt x="9904" y="1566"/>
                    <a:pt x="9706" y="1566"/>
                  </a:cubicBezTo>
                  <a:cubicBezTo>
                    <a:pt x="9478" y="1566"/>
                    <a:pt x="9254" y="1600"/>
                    <a:pt x="9040" y="1654"/>
                  </a:cubicBezTo>
                  <a:cubicBezTo>
                    <a:pt x="8673" y="1720"/>
                    <a:pt x="8339" y="1854"/>
                    <a:pt x="8006" y="1987"/>
                  </a:cubicBezTo>
                  <a:cubicBezTo>
                    <a:pt x="7437" y="2197"/>
                    <a:pt x="6895" y="2326"/>
                    <a:pt x="6379" y="2326"/>
                  </a:cubicBezTo>
                  <a:cubicBezTo>
                    <a:pt x="6321" y="2326"/>
                    <a:pt x="6263" y="2324"/>
                    <a:pt x="6205" y="2321"/>
                  </a:cubicBezTo>
                  <a:cubicBezTo>
                    <a:pt x="6105" y="2287"/>
                    <a:pt x="5938" y="2287"/>
                    <a:pt x="5804" y="2221"/>
                  </a:cubicBezTo>
                  <a:cubicBezTo>
                    <a:pt x="5638" y="2221"/>
                    <a:pt x="5504" y="2154"/>
                    <a:pt x="5371" y="2121"/>
                  </a:cubicBezTo>
                  <a:cubicBezTo>
                    <a:pt x="5137" y="1987"/>
                    <a:pt x="4837" y="1820"/>
                    <a:pt x="4603" y="1620"/>
                  </a:cubicBezTo>
                  <a:cubicBezTo>
                    <a:pt x="4036" y="1187"/>
                    <a:pt x="3536" y="686"/>
                    <a:pt x="2869" y="286"/>
                  </a:cubicBezTo>
                  <a:cubicBezTo>
                    <a:pt x="2669" y="153"/>
                    <a:pt x="2502" y="52"/>
                    <a:pt x="2268" y="19"/>
                  </a:cubicBezTo>
                  <a:cubicBezTo>
                    <a:pt x="2191" y="8"/>
                    <a:pt x="2109" y="1"/>
                    <a:pt x="20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 name="Google Shape;108;p2"/>
            <p:cNvSpPr/>
            <p:nvPr/>
          </p:nvSpPr>
          <p:spPr>
            <a:xfrm>
              <a:off x="4053900" y="4830250"/>
              <a:ext cx="454175" cy="196100"/>
            </a:xfrm>
            <a:custGeom>
              <a:avLst/>
              <a:gdLst/>
              <a:ahLst/>
              <a:cxnLst/>
              <a:rect l="l" t="t" r="r" b="b"/>
              <a:pathLst>
                <a:path w="18167" h="7844" extrusionOk="0">
                  <a:moveTo>
                    <a:pt x="9442" y="1"/>
                  </a:moveTo>
                  <a:cubicBezTo>
                    <a:pt x="9145" y="1"/>
                    <a:pt x="8857" y="38"/>
                    <a:pt x="8607" y="113"/>
                  </a:cubicBezTo>
                  <a:cubicBezTo>
                    <a:pt x="8507" y="147"/>
                    <a:pt x="8373" y="180"/>
                    <a:pt x="8273" y="180"/>
                  </a:cubicBezTo>
                  <a:lnTo>
                    <a:pt x="8340" y="180"/>
                  </a:lnTo>
                  <a:cubicBezTo>
                    <a:pt x="7906" y="280"/>
                    <a:pt x="7573" y="580"/>
                    <a:pt x="7339" y="847"/>
                  </a:cubicBezTo>
                  <a:cubicBezTo>
                    <a:pt x="7072" y="1147"/>
                    <a:pt x="6872" y="1448"/>
                    <a:pt x="6672" y="1648"/>
                  </a:cubicBezTo>
                  <a:cubicBezTo>
                    <a:pt x="6405" y="1848"/>
                    <a:pt x="6205" y="2015"/>
                    <a:pt x="5905" y="2081"/>
                  </a:cubicBezTo>
                  <a:cubicBezTo>
                    <a:pt x="5812" y="2092"/>
                    <a:pt x="5722" y="2099"/>
                    <a:pt x="5636" y="2099"/>
                  </a:cubicBezTo>
                  <a:cubicBezTo>
                    <a:pt x="5443" y="2099"/>
                    <a:pt x="5265" y="2063"/>
                    <a:pt x="5104" y="1948"/>
                  </a:cubicBezTo>
                  <a:cubicBezTo>
                    <a:pt x="4670" y="1648"/>
                    <a:pt x="4437" y="780"/>
                    <a:pt x="3670" y="347"/>
                  </a:cubicBezTo>
                  <a:lnTo>
                    <a:pt x="3536" y="280"/>
                  </a:lnTo>
                  <a:cubicBezTo>
                    <a:pt x="3436" y="247"/>
                    <a:pt x="3403" y="247"/>
                    <a:pt x="3370" y="247"/>
                  </a:cubicBezTo>
                  <a:lnTo>
                    <a:pt x="3103" y="180"/>
                  </a:lnTo>
                  <a:cubicBezTo>
                    <a:pt x="2936" y="113"/>
                    <a:pt x="2736" y="113"/>
                    <a:pt x="2569" y="113"/>
                  </a:cubicBezTo>
                  <a:cubicBezTo>
                    <a:pt x="2402" y="113"/>
                    <a:pt x="2202" y="147"/>
                    <a:pt x="2035" y="147"/>
                  </a:cubicBezTo>
                  <a:cubicBezTo>
                    <a:pt x="1835" y="180"/>
                    <a:pt x="1668" y="247"/>
                    <a:pt x="1502" y="313"/>
                  </a:cubicBezTo>
                  <a:cubicBezTo>
                    <a:pt x="1168" y="480"/>
                    <a:pt x="901" y="747"/>
                    <a:pt x="701" y="981"/>
                  </a:cubicBezTo>
                  <a:cubicBezTo>
                    <a:pt x="601" y="1114"/>
                    <a:pt x="534" y="1281"/>
                    <a:pt x="434" y="1414"/>
                  </a:cubicBezTo>
                  <a:cubicBezTo>
                    <a:pt x="401" y="1514"/>
                    <a:pt x="334" y="1681"/>
                    <a:pt x="267" y="1814"/>
                  </a:cubicBezTo>
                  <a:cubicBezTo>
                    <a:pt x="67" y="2348"/>
                    <a:pt x="34" y="2849"/>
                    <a:pt x="34" y="3282"/>
                  </a:cubicBezTo>
                  <a:cubicBezTo>
                    <a:pt x="0" y="3682"/>
                    <a:pt x="34" y="4016"/>
                    <a:pt x="34" y="4250"/>
                  </a:cubicBezTo>
                  <a:cubicBezTo>
                    <a:pt x="67" y="4450"/>
                    <a:pt x="67" y="4583"/>
                    <a:pt x="67" y="4583"/>
                  </a:cubicBezTo>
                  <a:cubicBezTo>
                    <a:pt x="82" y="4688"/>
                    <a:pt x="158" y="4739"/>
                    <a:pt x="237" y="4739"/>
                  </a:cubicBezTo>
                  <a:cubicBezTo>
                    <a:pt x="333" y="4739"/>
                    <a:pt x="434" y="4663"/>
                    <a:pt x="434" y="4516"/>
                  </a:cubicBezTo>
                  <a:lnTo>
                    <a:pt x="434" y="4183"/>
                  </a:lnTo>
                  <a:cubicBezTo>
                    <a:pt x="434" y="3983"/>
                    <a:pt x="434" y="3649"/>
                    <a:pt x="501" y="3282"/>
                  </a:cubicBezTo>
                  <a:cubicBezTo>
                    <a:pt x="501" y="2849"/>
                    <a:pt x="568" y="2415"/>
                    <a:pt x="734" y="1948"/>
                  </a:cubicBezTo>
                  <a:cubicBezTo>
                    <a:pt x="868" y="1481"/>
                    <a:pt x="1201" y="1014"/>
                    <a:pt x="1702" y="814"/>
                  </a:cubicBezTo>
                  <a:cubicBezTo>
                    <a:pt x="1835" y="747"/>
                    <a:pt x="2002" y="747"/>
                    <a:pt x="2102" y="680"/>
                  </a:cubicBezTo>
                  <a:cubicBezTo>
                    <a:pt x="2235" y="680"/>
                    <a:pt x="2324" y="665"/>
                    <a:pt x="2418" y="665"/>
                  </a:cubicBezTo>
                  <a:cubicBezTo>
                    <a:pt x="2465" y="665"/>
                    <a:pt x="2513" y="669"/>
                    <a:pt x="2569" y="680"/>
                  </a:cubicBezTo>
                  <a:cubicBezTo>
                    <a:pt x="2736" y="747"/>
                    <a:pt x="2869" y="747"/>
                    <a:pt x="3036" y="780"/>
                  </a:cubicBezTo>
                  <a:lnTo>
                    <a:pt x="3303" y="814"/>
                  </a:lnTo>
                  <a:cubicBezTo>
                    <a:pt x="3336" y="847"/>
                    <a:pt x="3370" y="847"/>
                    <a:pt x="3370" y="847"/>
                  </a:cubicBezTo>
                  <a:lnTo>
                    <a:pt x="3470" y="914"/>
                  </a:lnTo>
                  <a:cubicBezTo>
                    <a:pt x="3703" y="1014"/>
                    <a:pt x="3870" y="1281"/>
                    <a:pt x="4070" y="1581"/>
                  </a:cubicBezTo>
                  <a:cubicBezTo>
                    <a:pt x="4304" y="1848"/>
                    <a:pt x="4470" y="2181"/>
                    <a:pt x="4837" y="2482"/>
                  </a:cubicBezTo>
                  <a:cubicBezTo>
                    <a:pt x="5134" y="2704"/>
                    <a:pt x="5462" y="2798"/>
                    <a:pt x="5786" y="2798"/>
                  </a:cubicBezTo>
                  <a:cubicBezTo>
                    <a:pt x="6335" y="2798"/>
                    <a:pt x="6870" y="2526"/>
                    <a:pt x="7206" y="2148"/>
                  </a:cubicBezTo>
                  <a:cubicBezTo>
                    <a:pt x="7506" y="1915"/>
                    <a:pt x="7706" y="1614"/>
                    <a:pt x="7906" y="1347"/>
                  </a:cubicBezTo>
                  <a:cubicBezTo>
                    <a:pt x="8140" y="1147"/>
                    <a:pt x="8340" y="981"/>
                    <a:pt x="8540" y="947"/>
                  </a:cubicBezTo>
                  <a:lnTo>
                    <a:pt x="8573" y="947"/>
                  </a:lnTo>
                  <a:cubicBezTo>
                    <a:pt x="8673" y="914"/>
                    <a:pt x="8740" y="914"/>
                    <a:pt x="8873" y="880"/>
                  </a:cubicBezTo>
                  <a:cubicBezTo>
                    <a:pt x="9074" y="805"/>
                    <a:pt x="9274" y="768"/>
                    <a:pt x="9488" y="768"/>
                  </a:cubicBezTo>
                  <a:cubicBezTo>
                    <a:pt x="9559" y="768"/>
                    <a:pt x="9632" y="772"/>
                    <a:pt x="9707" y="780"/>
                  </a:cubicBezTo>
                  <a:cubicBezTo>
                    <a:pt x="10008" y="814"/>
                    <a:pt x="10241" y="947"/>
                    <a:pt x="10508" y="1114"/>
                  </a:cubicBezTo>
                  <a:cubicBezTo>
                    <a:pt x="10975" y="1481"/>
                    <a:pt x="11309" y="2115"/>
                    <a:pt x="11575" y="2782"/>
                  </a:cubicBezTo>
                  <a:cubicBezTo>
                    <a:pt x="12176" y="4083"/>
                    <a:pt x="12576" y="5550"/>
                    <a:pt x="13477" y="6651"/>
                  </a:cubicBezTo>
                  <a:cubicBezTo>
                    <a:pt x="13877" y="7252"/>
                    <a:pt x="14511" y="7619"/>
                    <a:pt x="15078" y="7752"/>
                  </a:cubicBezTo>
                  <a:cubicBezTo>
                    <a:pt x="15321" y="7820"/>
                    <a:pt x="15553" y="7843"/>
                    <a:pt x="15769" y="7843"/>
                  </a:cubicBezTo>
                  <a:cubicBezTo>
                    <a:pt x="16088" y="7843"/>
                    <a:pt x="16374" y="7792"/>
                    <a:pt x="16612" y="7752"/>
                  </a:cubicBezTo>
                  <a:cubicBezTo>
                    <a:pt x="16846" y="7719"/>
                    <a:pt x="17013" y="7619"/>
                    <a:pt x="17179" y="7585"/>
                  </a:cubicBezTo>
                  <a:cubicBezTo>
                    <a:pt x="17346" y="7552"/>
                    <a:pt x="17446" y="7485"/>
                    <a:pt x="17580" y="7452"/>
                  </a:cubicBezTo>
                  <a:cubicBezTo>
                    <a:pt x="17780" y="7385"/>
                    <a:pt x="17913" y="7318"/>
                    <a:pt x="17913" y="7318"/>
                  </a:cubicBezTo>
                  <a:cubicBezTo>
                    <a:pt x="18166" y="7224"/>
                    <a:pt x="18060" y="6949"/>
                    <a:pt x="17764" y="6949"/>
                  </a:cubicBezTo>
                  <a:cubicBezTo>
                    <a:pt x="17747" y="6949"/>
                    <a:pt x="17731" y="6950"/>
                    <a:pt x="17713" y="6951"/>
                  </a:cubicBezTo>
                  <a:cubicBezTo>
                    <a:pt x="17713" y="6951"/>
                    <a:pt x="17580" y="6985"/>
                    <a:pt x="17380" y="7085"/>
                  </a:cubicBezTo>
                  <a:cubicBezTo>
                    <a:pt x="17279" y="7118"/>
                    <a:pt x="17179" y="7152"/>
                    <a:pt x="17013" y="7185"/>
                  </a:cubicBezTo>
                  <a:cubicBezTo>
                    <a:pt x="16879" y="7252"/>
                    <a:pt x="16712" y="7285"/>
                    <a:pt x="16512" y="7318"/>
                  </a:cubicBezTo>
                  <a:cubicBezTo>
                    <a:pt x="16326" y="7365"/>
                    <a:pt x="16134" y="7390"/>
                    <a:pt x="15930" y="7390"/>
                  </a:cubicBezTo>
                  <a:cubicBezTo>
                    <a:pt x="15695" y="7390"/>
                    <a:pt x="15446" y="7357"/>
                    <a:pt x="15178" y="7285"/>
                  </a:cubicBezTo>
                  <a:cubicBezTo>
                    <a:pt x="14678" y="7152"/>
                    <a:pt x="14211" y="6818"/>
                    <a:pt x="13844" y="6318"/>
                  </a:cubicBezTo>
                  <a:cubicBezTo>
                    <a:pt x="13076" y="5317"/>
                    <a:pt x="12743" y="3849"/>
                    <a:pt x="12176" y="2482"/>
                  </a:cubicBezTo>
                  <a:cubicBezTo>
                    <a:pt x="11876" y="1781"/>
                    <a:pt x="11509" y="1081"/>
                    <a:pt x="10875" y="514"/>
                  </a:cubicBezTo>
                  <a:cubicBezTo>
                    <a:pt x="10541" y="280"/>
                    <a:pt x="10174" y="80"/>
                    <a:pt x="9741" y="13"/>
                  </a:cubicBezTo>
                  <a:cubicBezTo>
                    <a:pt x="9641" y="5"/>
                    <a:pt x="9541" y="1"/>
                    <a:pt x="94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 name="Google Shape;109;p2"/>
            <p:cNvSpPr/>
            <p:nvPr/>
          </p:nvSpPr>
          <p:spPr>
            <a:xfrm>
              <a:off x="5743975" y="3920375"/>
              <a:ext cx="416275" cy="161350"/>
            </a:xfrm>
            <a:custGeom>
              <a:avLst/>
              <a:gdLst/>
              <a:ahLst/>
              <a:cxnLst/>
              <a:rect l="l" t="t" r="r" b="b"/>
              <a:pathLst>
                <a:path w="16651" h="6454" extrusionOk="0">
                  <a:moveTo>
                    <a:pt x="3860" y="1"/>
                  </a:moveTo>
                  <a:cubicBezTo>
                    <a:pt x="3763" y="1"/>
                    <a:pt x="3682" y="15"/>
                    <a:pt x="3615" y="15"/>
                  </a:cubicBezTo>
                  <a:cubicBezTo>
                    <a:pt x="3515" y="82"/>
                    <a:pt x="3448" y="82"/>
                    <a:pt x="3381" y="82"/>
                  </a:cubicBezTo>
                  <a:cubicBezTo>
                    <a:pt x="3348" y="82"/>
                    <a:pt x="3281" y="116"/>
                    <a:pt x="3215" y="116"/>
                  </a:cubicBezTo>
                  <a:cubicBezTo>
                    <a:pt x="3148" y="116"/>
                    <a:pt x="3015" y="149"/>
                    <a:pt x="2948" y="182"/>
                  </a:cubicBezTo>
                  <a:cubicBezTo>
                    <a:pt x="2848" y="249"/>
                    <a:pt x="2814" y="282"/>
                    <a:pt x="2714" y="316"/>
                  </a:cubicBezTo>
                  <a:cubicBezTo>
                    <a:pt x="2614" y="416"/>
                    <a:pt x="2514" y="449"/>
                    <a:pt x="2447" y="482"/>
                  </a:cubicBezTo>
                  <a:lnTo>
                    <a:pt x="2481" y="482"/>
                  </a:lnTo>
                  <a:cubicBezTo>
                    <a:pt x="2014" y="683"/>
                    <a:pt x="1647" y="1116"/>
                    <a:pt x="1480" y="1483"/>
                  </a:cubicBezTo>
                  <a:cubicBezTo>
                    <a:pt x="1280" y="1883"/>
                    <a:pt x="1180" y="2250"/>
                    <a:pt x="1147" y="2584"/>
                  </a:cubicBezTo>
                  <a:cubicBezTo>
                    <a:pt x="1013" y="3184"/>
                    <a:pt x="980" y="3651"/>
                    <a:pt x="813" y="3985"/>
                  </a:cubicBezTo>
                  <a:cubicBezTo>
                    <a:pt x="646" y="4319"/>
                    <a:pt x="479" y="4485"/>
                    <a:pt x="346" y="4552"/>
                  </a:cubicBezTo>
                  <a:cubicBezTo>
                    <a:pt x="213" y="4685"/>
                    <a:pt x="146" y="4685"/>
                    <a:pt x="146" y="4685"/>
                  </a:cubicBezTo>
                  <a:cubicBezTo>
                    <a:pt x="0" y="4773"/>
                    <a:pt x="33" y="5038"/>
                    <a:pt x="220" y="5038"/>
                  </a:cubicBezTo>
                  <a:cubicBezTo>
                    <a:pt x="248" y="5038"/>
                    <a:pt x="278" y="5032"/>
                    <a:pt x="313" y="5019"/>
                  </a:cubicBezTo>
                  <a:cubicBezTo>
                    <a:pt x="313" y="5019"/>
                    <a:pt x="379" y="5019"/>
                    <a:pt x="546" y="4886"/>
                  </a:cubicBezTo>
                  <a:cubicBezTo>
                    <a:pt x="713" y="4786"/>
                    <a:pt x="980" y="4552"/>
                    <a:pt x="1180" y="4185"/>
                  </a:cubicBezTo>
                  <a:cubicBezTo>
                    <a:pt x="1380" y="3785"/>
                    <a:pt x="1480" y="3284"/>
                    <a:pt x="1614" y="2651"/>
                  </a:cubicBezTo>
                  <a:cubicBezTo>
                    <a:pt x="1714" y="2084"/>
                    <a:pt x="1947" y="1316"/>
                    <a:pt x="2681" y="983"/>
                  </a:cubicBezTo>
                  <a:lnTo>
                    <a:pt x="2714" y="983"/>
                  </a:lnTo>
                  <a:cubicBezTo>
                    <a:pt x="2781" y="949"/>
                    <a:pt x="2848" y="916"/>
                    <a:pt x="2981" y="849"/>
                  </a:cubicBezTo>
                  <a:cubicBezTo>
                    <a:pt x="3048" y="849"/>
                    <a:pt x="3115" y="816"/>
                    <a:pt x="3181" y="783"/>
                  </a:cubicBezTo>
                  <a:cubicBezTo>
                    <a:pt x="3281" y="783"/>
                    <a:pt x="3348" y="783"/>
                    <a:pt x="3448" y="716"/>
                  </a:cubicBezTo>
                  <a:cubicBezTo>
                    <a:pt x="3556" y="684"/>
                    <a:pt x="3671" y="665"/>
                    <a:pt x="3789" y="665"/>
                  </a:cubicBezTo>
                  <a:cubicBezTo>
                    <a:pt x="4037" y="665"/>
                    <a:pt x="4301" y="746"/>
                    <a:pt x="4549" y="949"/>
                  </a:cubicBezTo>
                  <a:cubicBezTo>
                    <a:pt x="4949" y="1250"/>
                    <a:pt x="5316" y="1750"/>
                    <a:pt x="5750" y="2250"/>
                  </a:cubicBezTo>
                  <a:cubicBezTo>
                    <a:pt x="5950" y="2484"/>
                    <a:pt x="6184" y="2717"/>
                    <a:pt x="6517" y="2951"/>
                  </a:cubicBezTo>
                  <a:cubicBezTo>
                    <a:pt x="6851" y="3151"/>
                    <a:pt x="7284" y="3184"/>
                    <a:pt x="7651" y="3184"/>
                  </a:cubicBezTo>
                  <a:lnTo>
                    <a:pt x="7851" y="3184"/>
                  </a:lnTo>
                  <a:cubicBezTo>
                    <a:pt x="7951" y="3151"/>
                    <a:pt x="8052" y="3151"/>
                    <a:pt x="8152" y="3118"/>
                  </a:cubicBezTo>
                  <a:cubicBezTo>
                    <a:pt x="8819" y="2817"/>
                    <a:pt x="9186" y="2284"/>
                    <a:pt x="9653" y="2084"/>
                  </a:cubicBezTo>
                  <a:cubicBezTo>
                    <a:pt x="9853" y="1950"/>
                    <a:pt x="10120" y="1917"/>
                    <a:pt x="10353" y="1917"/>
                  </a:cubicBezTo>
                  <a:cubicBezTo>
                    <a:pt x="10620" y="1917"/>
                    <a:pt x="10887" y="1984"/>
                    <a:pt x="11120" y="2117"/>
                  </a:cubicBezTo>
                  <a:cubicBezTo>
                    <a:pt x="11487" y="2317"/>
                    <a:pt x="11621" y="2984"/>
                    <a:pt x="11854" y="3585"/>
                  </a:cubicBezTo>
                  <a:cubicBezTo>
                    <a:pt x="11954" y="3751"/>
                    <a:pt x="11988" y="3852"/>
                    <a:pt x="12054" y="4018"/>
                  </a:cubicBezTo>
                  <a:cubicBezTo>
                    <a:pt x="12121" y="4118"/>
                    <a:pt x="12121" y="4152"/>
                    <a:pt x="12188" y="4285"/>
                  </a:cubicBezTo>
                  <a:lnTo>
                    <a:pt x="12321" y="4485"/>
                  </a:lnTo>
                  <a:cubicBezTo>
                    <a:pt x="12488" y="4752"/>
                    <a:pt x="12655" y="4986"/>
                    <a:pt x="12855" y="5186"/>
                  </a:cubicBezTo>
                  <a:cubicBezTo>
                    <a:pt x="13255" y="5653"/>
                    <a:pt x="13656" y="6086"/>
                    <a:pt x="14156" y="6287"/>
                  </a:cubicBezTo>
                  <a:cubicBezTo>
                    <a:pt x="14406" y="6403"/>
                    <a:pt x="14665" y="6453"/>
                    <a:pt x="14911" y="6453"/>
                  </a:cubicBezTo>
                  <a:cubicBezTo>
                    <a:pt x="15157" y="6453"/>
                    <a:pt x="15390" y="6403"/>
                    <a:pt x="15590" y="6320"/>
                  </a:cubicBezTo>
                  <a:cubicBezTo>
                    <a:pt x="15757" y="6253"/>
                    <a:pt x="15924" y="6153"/>
                    <a:pt x="16024" y="6086"/>
                  </a:cubicBezTo>
                  <a:cubicBezTo>
                    <a:pt x="16157" y="5986"/>
                    <a:pt x="16257" y="5920"/>
                    <a:pt x="16324" y="5820"/>
                  </a:cubicBezTo>
                  <a:cubicBezTo>
                    <a:pt x="16458" y="5653"/>
                    <a:pt x="16524" y="5586"/>
                    <a:pt x="16524" y="5586"/>
                  </a:cubicBezTo>
                  <a:cubicBezTo>
                    <a:pt x="16651" y="5460"/>
                    <a:pt x="16547" y="5295"/>
                    <a:pt x="16417" y="5295"/>
                  </a:cubicBezTo>
                  <a:cubicBezTo>
                    <a:pt x="16376" y="5295"/>
                    <a:pt x="16331" y="5312"/>
                    <a:pt x="16291" y="5353"/>
                  </a:cubicBezTo>
                  <a:lnTo>
                    <a:pt x="16057" y="5553"/>
                  </a:lnTo>
                  <a:cubicBezTo>
                    <a:pt x="15991" y="5653"/>
                    <a:pt x="15890" y="5686"/>
                    <a:pt x="15790" y="5786"/>
                  </a:cubicBezTo>
                  <a:cubicBezTo>
                    <a:pt x="15690" y="5853"/>
                    <a:pt x="15557" y="5953"/>
                    <a:pt x="15390" y="5986"/>
                  </a:cubicBezTo>
                  <a:cubicBezTo>
                    <a:pt x="15275" y="6044"/>
                    <a:pt x="15136" y="6077"/>
                    <a:pt x="14985" y="6077"/>
                  </a:cubicBezTo>
                  <a:cubicBezTo>
                    <a:pt x="14785" y="6077"/>
                    <a:pt x="14565" y="6019"/>
                    <a:pt x="14356" y="5886"/>
                  </a:cubicBezTo>
                  <a:cubicBezTo>
                    <a:pt x="13989" y="5686"/>
                    <a:pt x="13622" y="5319"/>
                    <a:pt x="13289" y="4886"/>
                  </a:cubicBezTo>
                  <a:cubicBezTo>
                    <a:pt x="13122" y="4685"/>
                    <a:pt x="12955" y="4452"/>
                    <a:pt x="12788" y="4185"/>
                  </a:cubicBezTo>
                  <a:lnTo>
                    <a:pt x="12655" y="3985"/>
                  </a:lnTo>
                  <a:cubicBezTo>
                    <a:pt x="12621" y="3985"/>
                    <a:pt x="12621" y="3852"/>
                    <a:pt x="12555" y="3818"/>
                  </a:cubicBezTo>
                  <a:cubicBezTo>
                    <a:pt x="12488" y="3685"/>
                    <a:pt x="12455" y="3518"/>
                    <a:pt x="12388" y="3385"/>
                  </a:cubicBezTo>
                  <a:cubicBezTo>
                    <a:pt x="12321" y="3118"/>
                    <a:pt x="12221" y="2817"/>
                    <a:pt x="12121" y="2484"/>
                  </a:cubicBezTo>
                  <a:cubicBezTo>
                    <a:pt x="11988" y="2150"/>
                    <a:pt x="11788" y="1783"/>
                    <a:pt x="11454" y="1550"/>
                  </a:cubicBezTo>
                  <a:cubicBezTo>
                    <a:pt x="11054" y="1350"/>
                    <a:pt x="10720" y="1283"/>
                    <a:pt x="10353" y="1216"/>
                  </a:cubicBezTo>
                  <a:cubicBezTo>
                    <a:pt x="10306" y="1212"/>
                    <a:pt x="10258" y="1210"/>
                    <a:pt x="10211" y="1210"/>
                  </a:cubicBezTo>
                  <a:cubicBezTo>
                    <a:pt x="9892" y="1210"/>
                    <a:pt x="9576" y="1305"/>
                    <a:pt x="9286" y="1450"/>
                  </a:cubicBezTo>
                  <a:cubicBezTo>
                    <a:pt x="8652" y="1783"/>
                    <a:pt x="8218" y="2284"/>
                    <a:pt x="7851" y="2384"/>
                  </a:cubicBezTo>
                  <a:cubicBezTo>
                    <a:pt x="7718" y="2451"/>
                    <a:pt x="7618" y="2451"/>
                    <a:pt x="7551" y="2451"/>
                  </a:cubicBezTo>
                  <a:lnTo>
                    <a:pt x="7518" y="2451"/>
                  </a:lnTo>
                  <a:cubicBezTo>
                    <a:pt x="7494" y="2452"/>
                    <a:pt x="7470" y="2453"/>
                    <a:pt x="7447" y="2453"/>
                  </a:cubicBezTo>
                  <a:cubicBezTo>
                    <a:pt x="7007" y="2453"/>
                    <a:pt x="6595" y="2162"/>
                    <a:pt x="6184" y="1750"/>
                  </a:cubicBezTo>
                  <a:cubicBezTo>
                    <a:pt x="5817" y="1283"/>
                    <a:pt x="5450" y="716"/>
                    <a:pt x="4883" y="349"/>
                  </a:cubicBezTo>
                  <a:cubicBezTo>
                    <a:pt x="4816" y="316"/>
                    <a:pt x="4783" y="282"/>
                    <a:pt x="4682" y="216"/>
                  </a:cubicBezTo>
                  <a:cubicBezTo>
                    <a:pt x="4649" y="182"/>
                    <a:pt x="4549" y="182"/>
                    <a:pt x="4482" y="149"/>
                  </a:cubicBezTo>
                  <a:cubicBezTo>
                    <a:pt x="4315" y="82"/>
                    <a:pt x="4182" y="82"/>
                    <a:pt x="4015" y="15"/>
                  </a:cubicBezTo>
                  <a:cubicBezTo>
                    <a:pt x="3960" y="4"/>
                    <a:pt x="3908" y="1"/>
                    <a:pt x="38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 name="Google Shape;110;p2"/>
            <p:cNvSpPr/>
            <p:nvPr/>
          </p:nvSpPr>
          <p:spPr>
            <a:xfrm>
              <a:off x="5752600" y="5140500"/>
              <a:ext cx="458700" cy="205450"/>
            </a:xfrm>
            <a:custGeom>
              <a:avLst/>
              <a:gdLst/>
              <a:ahLst/>
              <a:cxnLst/>
              <a:rect l="l" t="t" r="r" b="b"/>
              <a:pathLst>
                <a:path w="18348" h="8218" extrusionOk="0">
                  <a:moveTo>
                    <a:pt x="12508" y="0"/>
                  </a:moveTo>
                  <a:cubicBezTo>
                    <a:pt x="12453" y="0"/>
                    <a:pt x="12398" y="4"/>
                    <a:pt x="12343" y="12"/>
                  </a:cubicBezTo>
                  <a:cubicBezTo>
                    <a:pt x="12210" y="12"/>
                    <a:pt x="12143" y="45"/>
                    <a:pt x="12010" y="45"/>
                  </a:cubicBezTo>
                  <a:cubicBezTo>
                    <a:pt x="11943" y="45"/>
                    <a:pt x="11809" y="145"/>
                    <a:pt x="11676" y="179"/>
                  </a:cubicBezTo>
                  <a:cubicBezTo>
                    <a:pt x="11543" y="246"/>
                    <a:pt x="11476" y="312"/>
                    <a:pt x="11376" y="379"/>
                  </a:cubicBezTo>
                  <a:lnTo>
                    <a:pt x="11176" y="579"/>
                  </a:lnTo>
                  <a:cubicBezTo>
                    <a:pt x="10642" y="1180"/>
                    <a:pt x="10308" y="1813"/>
                    <a:pt x="9975" y="2347"/>
                  </a:cubicBezTo>
                  <a:cubicBezTo>
                    <a:pt x="9641" y="2881"/>
                    <a:pt x="9308" y="3515"/>
                    <a:pt x="8941" y="4082"/>
                  </a:cubicBezTo>
                  <a:cubicBezTo>
                    <a:pt x="8774" y="4382"/>
                    <a:pt x="8540" y="4682"/>
                    <a:pt x="8340" y="4882"/>
                  </a:cubicBezTo>
                  <a:lnTo>
                    <a:pt x="8274" y="4949"/>
                  </a:lnTo>
                  <a:lnTo>
                    <a:pt x="8174" y="5016"/>
                  </a:lnTo>
                  <a:cubicBezTo>
                    <a:pt x="8174" y="5049"/>
                    <a:pt x="8107" y="5082"/>
                    <a:pt x="8007" y="5082"/>
                  </a:cubicBezTo>
                  <a:cubicBezTo>
                    <a:pt x="7840" y="5149"/>
                    <a:pt x="7707" y="5149"/>
                    <a:pt x="7540" y="5149"/>
                  </a:cubicBezTo>
                  <a:cubicBezTo>
                    <a:pt x="6939" y="5149"/>
                    <a:pt x="6339" y="4682"/>
                    <a:pt x="5605" y="4382"/>
                  </a:cubicBezTo>
                  <a:cubicBezTo>
                    <a:pt x="5505" y="4348"/>
                    <a:pt x="5405" y="4315"/>
                    <a:pt x="5305" y="4315"/>
                  </a:cubicBezTo>
                  <a:cubicBezTo>
                    <a:pt x="5271" y="4315"/>
                    <a:pt x="5238" y="4248"/>
                    <a:pt x="5138" y="4248"/>
                  </a:cubicBezTo>
                  <a:lnTo>
                    <a:pt x="4971" y="4248"/>
                  </a:lnTo>
                  <a:cubicBezTo>
                    <a:pt x="4771" y="4248"/>
                    <a:pt x="4604" y="4248"/>
                    <a:pt x="4404" y="4315"/>
                  </a:cubicBezTo>
                  <a:cubicBezTo>
                    <a:pt x="4004" y="4348"/>
                    <a:pt x="3637" y="4449"/>
                    <a:pt x="3337" y="4682"/>
                  </a:cubicBezTo>
                  <a:cubicBezTo>
                    <a:pt x="2736" y="5049"/>
                    <a:pt x="2336" y="5616"/>
                    <a:pt x="2069" y="6116"/>
                  </a:cubicBezTo>
                  <a:cubicBezTo>
                    <a:pt x="1769" y="6583"/>
                    <a:pt x="1569" y="7050"/>
                    <a:pt x="1302" y="7351"/>
                  </a:cubicBezTo>
                  <a:cubicBezTo>
                    <a:pt x="1269" y="7417"/>
                    <a:pt x="1168" y="7517"/>
                    <a:pt x="1135" y="7551"/>
                  </a:cubicBezTo>
                  <a:cubicBezTo>
                    <a:pt x="1102" y="7584"/>
                    <a:pt x="1068" y="7617"/>
                    <a:pt x="968" y="7684"/>
                  </a:cubicBezTo>
                  <a:cubicBezTo>
                    <a:pt x="935" y="7684"/>
                    <a:pt x="835" y="7718"/>
                    <a:pt x="802" y="7751"/>
                  </a:cubicBezTo>
                  <a:cubicBezTo>
                    <a:pt x="735" y="7751"/>
                    <a:pt x="668" y="7784"/>
                    <a:pt x="635" y="7784"/>
                  </a:cubicBezTo>
                  <a:cubicBezTo>
                    <a:pt x="601" y="7784"/>
                    <a:pt x="568" y="7851"/>
                    <a:pt x="501" y="7851"/>
                  </a:cubicBezTo>
                  <a:lnTo>
                    <a:pt x="335" y="7851"/>
                  </a:lnTo>
                  <a:cubicBezTo>
                    <a:pt x="101" y="7851"/>
                    <a:pt x="1" y="8218"/>
                    <a:pt x="335" y="8218"/>
                  </a:cubicBezTo>
                  <a:lnTo>
                    <a:pt x="568" y="8218"/>
                  </a:lnTo>
                  <a:cubicBezTo>
                    <a:pt x="601" y="8218"/>
                    <a:pt x="635" y="8185"/>
                    <a:pt x="735" y="8185"/>
                  </a:cubicBezTo>
                  <a:cubicBezTo>
                    <a:pt x="968" y="8118"/>
                    <a:pt x="1335" y="7918"/>
                    <a:pt x="1635" y="7584"/>
                  </a:cubicBezTo>
                  <a:cubicBezTo>
                    <a:pt x="1936" y="7251"/>
                    <a:pt x="2169" y="6817"/>
                    <a:pt x="2469" y="6350"/>
                  </a:cubicBezTo>
                  <a:cubicBezTo>
                    <a:pt x="2770" y="5883"/>
                    <a:pt x="3137" y="5383"/>
                    <a:pt x="3637" y="5082"/>
                  </a:cubicBezTo>
                  <a:cubicBezTo>
                    <a:pt x="3904" y="4916"/>
                    <a:pt x="4237" y="4849"/>
                    <a:pt x="4504" y="4782"/>
                  </a:cubicBezTo>
                  <a:lnTo>
                    <a:pt x="5138" y="4782"/>
                  </a:lnTo>
                  <a:cubicBezTo>
                    <a:pt x="5138" y="4782"/>
                    <a:pt x="5171" y="4849"/>
                    <a:pt x="5238" y="4849"/>
                  </a:cubicBezTo>
                  <a:cubicBezTo>
                    <a:pt x="5271" y="4882"/>
                    <a:pt x="5338" y="4882"/>
                    <a:pt x="5438" y="4916"/>
                  </a:cubicBezTo>
                  <a:cubicBezTo>
                    <a:pt x="5738" y="5049"/>
                    <a:pt x="6072" y="5249"/>
                    <a:pt x="6406" y="5416"/>
                  </a:cubicBezTo>
                  <a:cubicBezTo>
                    <a:pt x="6739" y="5583"/>
                    <a:pt x="7106" y="5749"/>
                    <a:pt x="7573" y="5783"/>
                  </a:cubicBezTo>
                  <a:cubicBezTo>
                    <a:pt x="7645" y="5804"/>
                    <a:pt x="7715" y="5811"/>
                    <a:pt x="7783" y="5811"/>
                  </a:cubicBezTo>
                  <a:cubicBezTo>
                    <a:pt x="7934" y="5811"/>
                    <a:pt x="8079" y="5773"/>
                    <a:pt x="8240" y="5749"/>
                  </a:cubicBezTo>
                  <a:cubicBezTo>
                    <a:pt x="8340" y="5716"/>
                    <a:pt x="8440" y="5716"/>
                    <a:pt x="8574" y="5616"/>
                  </a:cubicBezTo>
                  <a:cubicBezTo>
                    <a:pt x="8607" y="5583"/>
                    <a:pt x="8674" y="5549"/>
                    <a:pt x="8741" y="5516"/>
                  </a:cubicBezTo>
                  <a:lnTo>
                    <a:pt x="8841" y="5383"/>
                  </a:lnTo>
                  <a:cubicBezTo>
                    <a:pt x="9141" y="5082"/>
                    <a:pt x="9341" y="4749"/>
                    <a:pt x="9575" y="4449"/>
                  </a:cubicBezTo>
                  <a:cubicBezTo>
                    <a:pt x="9975" y="3848"/>
                    <a:pt x="10308" y="3214"/>
                    <a:pt x="10642" y="2681"/>
                  </a:cubicBezTo>
                  <a:cubicBezTo>
                    <a:pt x="10976" y="2114"/>
                    <a:pt x="11342" y="1513"/>
                    <a:pt x="11776" y="1046"/>
                  </a:cubicBezTo>
                  <a:cubicBezTo>
                    <a:pt x="11809" y="946"/>
                    <a:pt x="11910" y="913"/>
                    <a:pt x="11943" y="879"/>
                  </a:cubicBezTo>
                  <a:cubicBezTo>
                    <a:pt x="11976" y="846"/>
                    <a:pt x="12076" y="746"/>
                    <a:pt x="12110" y="746"/>
                  </a:cubicBezTo>
                  <a:cubicBezTo>
                    <a:pt x="12143" y="713"/>
                    <a:pt x="12343" y="679"/>
                    <a:pt x="12477" y="679"/>
                  </a:cubicBezTo>
                  <a:cubicBezTo>
                    <a:pt x="12539" y="665"/>
                    <a:pt x="12599" y="659"/>
                    <a:pt x="12657" y="659"/>
                  </a:cubicBezTo>
                  <a:cubicBezTo>
                    <a:pt x="12876" y="659"/>
                    <a:pt x="13066" y="754"/>
                    <a:pt x="13277" y="913"/>
                  </a:cubicBezTo>
                  <a:cubicBezTo>
                    <a:pt x="13778" y="1346"/>
                    <a:pt x="14111" y="2013"/>
                    <a:pt x="14411" y="2647"/>
                  </a:cubicBezTo>
                  <a:cubicBezTo>
                    <a:pt x="14678" y="3248"/>
                    <a:pt x="14945" y="3915"/>
                    <a:pt x="15179" y="4549"/>
                  </a:cubicBezTo>
                  <a:cubicBezTo>
                    <a:pt x="15679" y="5749"/>
                    <a:pt x="16179" y="6884"/>
                    <a:pt x="16813" y="7517"/>
                  </a:cubicBezTo>
                  <a:cubicBezTo>
                    <a:pt x="17113" y="7851"/>
                    <a:pt x="17447" y="8018"/>
                    <a:pt x="17680" y="8084"/>
                  </a:cubicBezTo>
                  <a:cubicBezTo>
                    <a:pt x="17814" y="8118"/>
                    <a:pt x="17914" y="8185"/>
                    <a:pt x="17981" y="8185"/>
                  </a:cubicBezTo>
                  <a:lnTo>
                    <a:pt x="18081" y="8185"/>
                  </a:lnTo>
                  <a:cubicBezTo>
                    <a:pt x="18347" y="8185"/>
                    <a:pt x="18314" y="7884"/>
                    <a:pt x="18047" y="7851"/>
                  </a:cubicBezTo>
                  <a:lnTo>
                    <a:pt x="17981" y="7851"/>
                  </a:lnTo>
                  <a:cubicBezTo>
                    <a:pt x="17947" y="7784"/>
                    <a:pt x="17847" y="7784"/>
                    <a:pt x="17780" y="7751"/>
                  </a:cubicBezTo>
                  <a:cubicBezTo>
                    <a:pt x="17547" y="7684"/>
                    <a:pt x="17313" y="7517"/>
                    <a:pt x="17047" y="7217"/>
                  </a:cubicBezTo>
                  <a:cubicBezTo>
                    <a:pt x="16546" y="6617"/>
                    <a:pt x="16113" y="5583"/>
                    <a:pt x="15646" y="4348"/>
                  </a:cubicBezTo>
                  <a:cubicBezTo>
                    <a:pt x="15445" y="3715"/>
                    <a:pt x="15179" y="3048"/>
                    <a:pt x="14878" y="2380"/>
                  </a:cubicBezTo>
                  <a:cubicBezTo>
                    <a:pt x="14545" y="1713"/>
                    <a:pt x="14278" y="1013"/>
                    <a:pt x="13611" y="412"/>
                  </a:cubicBezTo>
                  <a:cubicBezTo>
                    <a:pt x="13317" y="206"/>
                    <a:pt x="12919" y="0"/>
                    <a:pt x="125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 name="Google Shape;111;p2"/>
            <p:cNvSpPr/>
            <p:nvPr/>
          </p:nvSpPr>
          <p:spPr>
            <a:xfrm>
              <a:off x="4787750" y="4697975"/>
              <a:ext cx="24225" cy="10875"/>
            </a:xfrm>
            <a:custGeom>
              <a:avLst/>
              <a:gdLst/>
              <a:ahLst/>
              <a:cxnLst/>
              <a:rect l="l" t="t" r="r" b="b"/>
              <a:pathLst>
                <a:path w="969" h="435" extrusionOk="0">
                  <a:moveTo>
                    <a:pt x="501" y="0"/>
                  </a:moveTo>
                  <a:cubicBezTo>
                    <a:pt x="301" y="0"/>
                    <a:pt x="34" y="167"/>
                    <a:pt x="34" y="167"/>
                  </a:cubicBezTo>
                  <a:cubicBezTo>
                    <a:pt x="1" y="167"/>
                    <a:pt x="67" y="401"/>
                    <a:pt x="67" y="401"/>
                  </a:cubicBezTo>
                  <a:cubicBezTo>
                    <a:pt x="67" y="401"/>
                    <a:pt x="334" y="434"/>
                    <a:pt x="501" y="434"/>
                  </a:cubicBezTo>
                  <a:cubicBezTo>
                    <a:pt x="668" y="434"/>
                    <a:pt x="901" y="334"/>
                    <a:pt x="901" y="334"/>
                  </a:cubicBezTo>
                  <a:cubicBezTo>
                    <a:pt x="901" y="334"/>
                    <a:pt x="901" y="100"/>
                    <a:pt x="968" y="100"/>
                  </a:cubicBezTo>
                  <a:cubicBezTo>
                    <a:pt x="968" y="100"/>
                    <a:pt x="668" y="0"/>
                    <a:pt x="5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 name="Google Shape;112;p2"/>
            <p:cNvSpPr/>
            <p:nvPr/>
          </p:nvSpPr>
          <p:spPr>
            <a:xfrm>
              <a:off x="4793600" y="4717150"/>
              <a:ext cx="27550" cy="12525"/>
            </a:xfrm>
            <a:custGeom>
              <a:avLst/>
              <a:gdLst/>
              <a:ahLst/>
              <a:cxnLst/>
              <a:rect l="l" t="t" r="r" b="b"/>
              <a:pathLst>
                <a:path w="1102" h="501" extrusionOk="0">
                  <a:moveTo>
                    <a:pt x="567" y="1"/>
                  </a:moveTo>
                  <a:cubicBezTo>
                    <a:pt x="334" y="1"/>
                    <a:pt x="0" y="134"/>
                    <a:pt x="0" y="134"/>
                  </a:cubicBezTo>
                  <a:lnTo>
                    <a:pt x="0" y="401"/>
                  </a:lnTo>
                  <a:cubicBezTo>
                    <a:pt x="0" y="401"/>
                    <a:pt x="334" y="501"/>
                    <a:pt x="567" y="501"/>
                  </a:cubicBezTo>
                  <a:cubicBezTo>
                    <a:pt x="767" y="501"/>
                    <a:pt x="1101" y="401"/>
                    <a:pt x="1101" y="401"/>
                  </a:cubicBezTo>
                  <a:lnTo>
                    <a:pt x="1101" y="134"/>
                  </a:lnTo>
                  <a:cubicBezTo>
                    <a:pt x="1101" y="134"/>
                    <a:pt x="767" y="1"/>
                    <a:pt x="5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 name="Google Shape;113;p2"/>
            <p:cNvSpPr/>
            <p:nvPr/>
          </p:nvSpPr>
          <p:spPr>
            <a:xfrm>
              <a:off x="4811950" y="4743850"/>
              <a:ext cx="14200" cy="12525"/>
            </a:xfrm>
            <a:custGeom>
              <a:avLst/>
              <a:gdLst/>
              <a:ahLst/>
              <a:cxnLst/>
              <a:rect l="l" t="t" r="r" b="b"/>
              <a:pathLst>
                <a:path w="568" h="501" extrusionOk="0">
                  <a:moveTo>
                    <a:pt x="267" y="0"/>
                  </a:moveTo>
                  <a:cubicBezTo>
                    <a:pt x="167" y="0"/>
                    <a:pt x="0" y="100"/>
                    <a:pt x="0" y="100"/>
                  </a:cubicBezTo>
                  <a:lnTo>
                    <a:pt x="0" y="367"/>
                  </a:lnTo>
                  <a:cubicBezTo>
                    <a:pt x="0" y="367"/>
                    <a:pt x="167" y="500"/>
                    <a:pt x="267" y="500"/>
                  </a:cubicBezTo>
                  <a:cubicBezTo>
                    <a:pt x="400" y="500"/>
                    <a:pt x="567" y="367"/>
                    <a:pt x="567" y="367"/>
                  </a:cubicBezTo>
                  <a:lnTo>
                    <a:pt x="567" y="100"/>
                  </a:lnTo>
                  <a:cubicBezTo>
                    <a:pt x="567" y="100"/>
                    <a:pt x="400"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 name="Google Shape;114;p2"/>
            <p:cNvSpPr/>
            <p:nvPr/>
          </p:nvSpPr>
          <p:spPr>
            <a:xfrm>
              <a:off x="4830275" y="4766350"/>
              <a:ext cx="27550" cy="14300"/>
            </a:xfrm>
            <a:custGeom>
              <a:avLst/>
              <a:gdLst/>
              <a:ahLst/>
              <a:cxnLst/>
              <a:rect l="l" t="t" r="r" b="b"/>
              <a:pathLst>
                <a:path w="1102" h="572" extrusionOk="0">
                  <a:moveTo>
                    <a:pt x="835" y="1"/>
                  </a:moveTo>
                  <a:cubicBezTo>
                    <a:pt x="835" y="1"/>
                    <a:pt x="635" y="34"/>
                    <a:pt x="468" y="101"/>
                  </a:cubicBezTo>
                  <a:cubicBezTo>
                    <a:pt x="301" y="134"/>
                    <a:pt x="1" y="234"/>
                    <a:pt x="1" y="234"/>
                  </a:cubicBezTo>
                  <a:lnTo>
                    <a:pt x="1" y="501"/>
                  </a:lnTo>
                  <a:cubicBezTo>
                    <a:pt x="1" y="501"/>
                    <a:pt x="177" y="572"/>
                    <a:pt x="376" y="572"/>
                  </a:cubicBezTo>
                  <a:cubicBezTo>
                    <a:pt x="451" y="572"/>
                    <a:pt x="529" y="562"/>
                    <a:pt x="601" y="534"/>
                  </a:cubicBezTo>
                  <a:cubicBezTo>
                    <a:pt x="701" y="534"/>
                    <a:pt x="868" y="468"/>
                    <a:pt x="968" y="334"/>
                  </a:cubicBezTo>
                  <a:cubicBezTo>
                    <a:pt x="1035" y="268"/>
                    <a:pt x="1102" y="134"/>
                    <a:pt x="1102" y="134"/>
                  </a:cubicBezTo>
                  <a:cubicBezTo>
                    <a:pt x="1035" y="101"/>
                    <a:pt x="868" y="1"/>
                    <a:pt x="8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 name="Google Shape;115;p2"/>
            <p:cNvSpPr/>
            <p:nvPr/>
          </p:nvSpPr>
          <p:spPr>
            <a:xfrm>
              <a:off x="4972050" y="4750175"/>
              <a:ext cx="27550" cy="12400"/>
            </a:xfrm>
            <a:custGeom>
              <a:avLst/>
              <a:gdLst/>
              <a:ahLst/>
              <a:cxnLst/>
              <a:rect l="l" t="t" r="r" b="b"/>
              <a:pathLst>
                <a:path w="1102" h="496" extrusionOk="0">
                  <a:moveTo>
                    <a:pt x="494" y="1"/>
                  </a:moveTo>
                  <a:cubicBezTo>
                    <a:pt x="396" y="1"/>
                    <a:pt x="299" y="32"/>
                    <a:pt x="201" y="81"/>
                  </a:cubicBezTo>
                  <a:cubicBezTo>
                    <a:pt x="101" y="114"/>
                    <a:pt x="1" y="181"/>
                    <a:pt x="1" y="181"/>
                  </a:cubicBezTo>
                  <a:lnTo>
                    <a:pt x="134" y="414"/>
                  </a:lnTo>
                  <a:cubicBezTo>
                    <a:pt x="134" y="414"/>
                    <a:pt x="334" y="448"/>
                    <a:pt x="501" y="481"/>
                  </a:cubicBezTo>
                  <a:cubicBezTo>
                    <a:pt x="557" y="492"/>
                    <a:pt x="631" y="496"/>
                    <a:pt x="705" y="496"/>
                  </a:cubicBezTo>
                  <a:cubicBezTo>
                    <a:pt x="853" y="496"/>
                    <a:pt x="1001" y="481"/>
                    <a:pt x="1001" y="481"/>
                  </a:cubicBezTo>
                  <a:cubicBezTo>
                    <a:pt x="1035" y="448"/>
                    <a:pt x="1101" y="247"/>
                    <a:pt x="1035" y="247"/>
                  </a:cubicBezTo>
                  <a:cubicBezTo>
                    <a:pt x="1035" y="247"/>
                    <a:pt x="801" y="81"/>
                    <a:pt x="601" y="14"/>
                  </a:cubicBezTo>
                  <a:cubicBezTo>
                    <a:pt x="565" y="5"/>
                    <a:pt x="530" y="1"/>
                    <a:pt x="4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 name="Google Shape;116;p2"/>
            <p:cNvSpPr/>
            <p:nvPr/>
          </p:nvSpPr>
          <p:spPr>
            <a:xfrm>
              <a:off x="4985400" y="4788025"/>
              <a:ext cx="31700" cy="11700"/>
            </a:xfrm>
            <a:custGeom>
              <a:avLst/>
              <a:gdLst/>
              <a:ahLst/>
              <a:cxnLst/>
              <a:rect l="l" t="t" r="r" b="b"/>
              <a:pathLst>
                <a:path w="1268" h="468" extrusionOk="0">
                  <a:moveTo>
                    <a:pt x="634" y="1"/>
                  </a:moveTo>
                  <a:cubicBezTo>
                    <a:pt x="501" y="1"/>
                    <a:pt x="334" y="68"/>
                    <a:pt x="234" y="134"/>
                  </a:cubicBezTo>
                  <a:cubicBezTo>
                    <a:pt x="100" y="168"/>
                    <a:pt x="0" y="268"/>
                    <a:pt x="0" y="268"/>
                  </a:cubicBezTo>
                  <a:lnTo>
                    <a:pt x="134" y="468"/>
                  </a:lnTo>
                  <a:lnTo>
                    <a:pt x="634" y="468"/>
                  </a:lnTo>
                  <a:cubicBezTo>
                    <a:pt x="768" y="468"/>
                    <a:pt x="934" y="435"/>
                    <a:pt x="1068" y="401"/>
                  </a:cubicBezTo>
                  <a:cubicBezTo>
                    <a:pt x="1168" y="335"/>
                    <a:pt x="1268" y="268"/>
                    <a:pt x="1268" y="268"/>
                  </a:cubicBezTo>
                  <a:lnTo>
                    <a:pt x="1168" y="68"/>
                  </a:lnTo>
                  <a:lnTo>
                    <a:pt x="1001" y="68"/>
                  </a:lnTo>
                  <a:cubicBezTo>
                    <a:pt x="901" y="68"/>
                    <a:pt x="768" y="1"/>
                    <a:pt x="6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 name="Google Shape;117;p2"/>
            <p:cNvSpPr/>
            <p:nvPr/>
          </p:nvSpPr>
          <p:spPr>
            <a:xfrm>
              <a:off x="4986225" y="4769700"/>
              <a:ext cx="23375" cy="12525"/>
            </a:xfrm>
            <a:custGeom>
              <a:avLst/>
              <a:gdLst/>
              <a:ahLst/>
              <a:cxnLst/>
              <a:rect l="l" t="t" r="r" b="b"/>
              <a:pathLst>
                <a:path w="935" h="501" extrusionOk="0">
                  <a:moveTo>
                    <a:pt x="434" y="0"/>
                  </a:moveTo>
                  <a:cubicBezTo>
                    <a:pt x="268" y="0"/>
                    <a:pt x="1" y="100"/>
                    <a:pt x="1" y="100"/>
                  </a:cubicBezTo>
                  <a:lnTo>
                    <a:pt x="1" y="367"/>
                  </a:lnTo>
                  <a:cubicBezTo>
                    <a:pt x="1" y="367"/>
                    <a:pt x="301" y="500"/>
                    <a:pt x="468" y="500"/>
                  </a:cubicBezTo>
                  <a:cubicBezTo>
                    <a:pt x="668" y="500"/>
                    <a:pt x="935" y="334"/>
                    <a:pt x="935" y="334"/>
                  </a:cubicBezTo>
                  <a:cubicBezTo>
                    <a:pt x="935" y="300"/>
                    <a:pt x="901" y="67"/>
                    <a:pt x="835" y="33"/>
                  </a:cubicBezTo>
                  <a:cubicBezTo>
                    <a:pt x="835" y="33"/>
                    <a:pt x="601" y="0"/>
                    <a:pt x="4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 name="Google Shape;118;p2"/>
            <p:cNvSpPr/>
            <p:nvPr/>
          </p:nvSpPr>
          <p:spPr>
            <a:xfrm>
              <a:off x="4993725" y="4816150"/>
              <a:ext cx="31725" cy="13600"/>
            </a:xfrm>
            <a:custGeom>
              <a:avLst/>
              <a:gdLst/>
              <a:ahLst/>
              <a:cxnLst/>
              <a:rect l="l" t="t" r="r" b="b"/>
              <a:pathLst>
                <a:path w="1269" h="544" extrusionOk="0">
                  <a:moveTo>
                    <a:pt x="803" y="1"/>
                  </a:moveTo>
                  <a:cubicBezTo>
                    <a:pt x="746" y="1"/>
                    <a:pt x="688" y="3"/>
                    <a:pt x="635" y="10"/>
                  </a:cubicBezTo>
                  <a:cubicBezTo>
                    <a:pt x="501" y="43"/>
                    <a:pt x="335" y="110"/>
                    <a:pt x="234" y="177"/>
                  </a:cubicBezTo>
                  <a:cubicBezTo>
                    <a:pt x="101" y="277"/>
                    <a:pt x="1" y="344"/>
                    <a:pt x="1" y="344"/>
                  </a:cubicBezTo>
                  <a:lnTo>
                    <a:pt x="134" y="544"/>
                  </a:lnTo>
                  <a:cubicBezTo>
                    <a:pt x="134" y="544"/>
                    <a:pt x="234" y="510"/>
                    <a:pt x="335" y="510"/>
                  </a:cubicBezTo>
                  <a:cubicBezTo>
                    <a:pt x="385" y="494"/>
                    <a:pt x="451" y="494"/>
                    <a:pt x="514" y="494"/>
                  </a:cubicBezTo>
                  <a:cubicBezTo>
                    <a:pt x="576" y="494"/>
                    <a:pt x="635" y="494"/>
                    <a:pt x="668" y="477"/>
                  </a:cubicBezTo>
                  <a:cubicBezTo>
                    <a:pt x="902" y="444"/>
                    <a:pt x="1269" y="277"/>
                    <a:pt x="1269" y="277"/>
                  </a:cubicBezTo>
                  <a:cubicBezTo>
                    <a:pt x="1269" y="277"/>
                    <a:pt x="1235" y="43"/>
                    <a:pt x="1269" y="43"/>
                  </a:cubicBezTo>
                  <a:cubicBezTo>
                    <a:pt x="1269" y="43"/>
                    <a:pt x="1034" y="1"/>
                    <a:pt x="8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 name="Google Shape;119;p2"/>
            <p:cNvSpPr/>
            <p:nvPr/>
          </p:nvSpPr>
          <p:spPr>
            <a:xfrm>
              <a:off x="5013750" y="4835575"/>
              <a:ext cx="31725" cy="16700"/>
            </a:xfrm>
            <a:custGeom>
              <a:avLst/>
              <a:gdLst/>
              <a:ahLst/>
              <a:cxnLst/>
              <a:rect l="l" t="t" r="r" b="b"/>
              <a:pathLst>
                <a:path w="1269" h="668" extrusionOk="0">
                  <a:moveTo>
                    <a:pt x="1068" y="0"/>
                  </a:moveTo>
                  <a:cubicBezTo>
                    <a:pt x="1068" y="0"/>
                    <a:pt x="701" y="0"/>
                    <a:pt x="501" y="67"/>
                  </a:cubicBezTo>
                  <a:cubicBezTo>
                    <a:pt x="401" y="100"/>
                    <a:pt x="234" y="200"/>
                    <a:pt x="167" y="267"/>
                  </a:cubicBezTo>
                  <a:lnTo>
                    <a:pt x="1" y="434"/>
                  </a:lnTo>
                  <a:lnTo>
                    <a:pt x="134" y="667"/>
                  </a:lnTo>
                  <a:cubicBezTo>
                    <a:pt x="134" y="667"/>
                    <a:pt x="201" y="601"/>
                    <a:pt x="334" y="601"/>
                  </a:cubicBezTo>
                  <a:cubicBezTo>
                    <a:pt x="401" y="567"/>
                    <a:pt x="601" y="567"/>
                    <a:pt x="668" y="534"/>
                  </a:cubicBezTo>
                  <a:cubicBezTo>
                    <a:pt x="868" y="434"/>
                    <a:pt x="1201" y="234"/>
                    <a:pt x="1201" y="234"/>
                  </a:cubicBezTo>
                  <a:cubicBezTo>
                    <a:pt x="1268" y="234"/>
                    <a:pt x="1168" y="34"/>
                    <a:pt x="10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 name="Google Shape;120;p2"/>
            <p:cNvSpPr/>
            <p:nvPr/>
          </p:nvSpPr>
          <p:spPr>
            <a:xfrm>
              <a:off x="5030425" y="4861425"/>
              <a:ext cx="20875" cy="13375"/>
            </a:xfrm>
            <a:custGeom>
              <a:avLst/>
              <a:gdLst/>
              <a:ahLst/>
              <a:cxnLst/>
              <a:rect l="l" t="t" r="r" b="b"/>
              <a:pathLst>
                <a:path w="835" h="535" extrusionOk="0">
                  <a:moveTo>
                    <a:pt x="801" y="0"/>
                  </a:moveTo>
                  <a:cubicBezTo>
                    <a:pt x="801" y="0"/>
                    <a:pt x="534" y="0"/>
                    <a:pt x="368" y="34"/>
                  </a:cubicBezTo>
                  <a:cubicBezTo>
                    <a:pt x="234" y="134"/>
                    <a:pt x="34" y="301"/>
                    <a:pt x="34" y="301"/>
                  </a:cubicBezTo>
                  <a:cubicBezTo>
                    <a:pt x="1" y="301"/>
                    <a:pt x="101" y="534"/>
                    <a:pt x="101" y="534"/>
                  </a:cubicBezTo>
                  <a:cubicBezTo>
                    <a:pt x="101" y="534"/>
                    <a:pt x="334" y="534"/>
                    <a:pt x="501" y="501"/>
                  </a:cubicBezTo>
                  <a:cubicBezTo>
                    <a:pt x="668" y="467"/>
                    <a:pt x="835" y="234"/>
                    <a:pt x="835" y="234"/>
                  </a:cubicBezTo>
                  <a:cubicBezTo>
                    <a:pt x="835" y="234"/>
                    <a:pt x="801" y="34"/>
                    <a:pt x="8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 name="Google Shape;121;p2"/>
            <p:cNvSpPr/>
            <p:nvPr/>
          </p:nvSpPr>
          <p:spPr>
            <a:xfrm>
              <a:off x="5066300" y="4913125"/>
              <a:ext cx="25875" cy="12525"/>
            </a:xfrm>
            <a:custGeom>
              <a:avLst/>
              <a:gdLst/>
              <a:ahLst/>
              <a:cxnLst/>
              <a:rect l="l" t="t" r="r" b="b"/>
              <a:pathLst>
                <a:path w="1035" h="501" extrusionOk="0">
                  <a:moveTo>
                    <a:pt x="500" y="1"/>
                  </a:moveTo>
                  <a:cubicBezTo>
                    <a:pt x="267" y="67"/>
                    <a:pt x="0" y="167"/>
                    <a:pt x="0" y="167"/>
                  </a:cubicBezTo>
                  <a:lnTo>
                    <a:pt x="0" y="434"/>
                  </a:lnTo>
                  <a:cubicBezTo>
                    <a:pt x="0" y="434"/>
                    <a:pt x="334" y="501"/>
                    <a:pt x="534" y="501"/>
                  </a:cubicBezTo>
                  <a:cubicBezTo>
                    <a:pt x="734" y="468"/>
                    <a:pt x="1034" y="334"/>
                    <a:pt x="1034" y="334"/>
                  </a:cubicBezTo>
                  <a:lnTo>
                    <a:pt x="1034" y="101"/>
                  </a:lnTo>
                  <a:cubicBezTo>
                    <a:pt x="1034" y="101"/>
                    <a:pt x="701" y="1"/>
                    <a:pt x="5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 name="Google Shape;122;p2"/>
            <p:cNvSpPr/>
            <p:nvPr/>
          </p:nvSpPr>
          <p:spPr>
            <a:xfrm>
              <a:off x="5042100" y="4889775"/>
              <a:ext cx="25875" cy="17025"/>
            </a:xfrm>
            <a:custGeom>
              <a:avLst/>
              <a:gdLst/>
              <a:ahLst/>
              <a:cxnLst/>
              <a:rect l="l" t="t" r="r" b="b"/>
              <a:pathLst>
                <a:path w="1035" h="681" extrusionOk="0">
                  <a:moveTo>
                    <a:pt x="868" y="1"/>
                  </a:moveTo>
                  <a:cubicBezTo>
                    <a:pt x="868" y="1"/>
                    <a:pt x="534" y="67"/>
                    <a:pt x="401" y="167"/>
                  </a:cubicBezTo>
                  <a:cubicBezTo>
                    <a:pt x="334" y="167"/>
                    <a:pt x="234" y="234"/>
                    <a:pt x="167" y="267"/>
                  </a:cubicBezTo>
                  <a:lnTo>
                    <a:pt x="1" y="367"/>
                  </a:lnTo>
                  <a:lnTo>
                    <a:pt x="1" y="601"/>
                  </a:lnTo>
                  <a:cubicBezTo>
                    <a:pt x="1" y="601"/>
                    <a:pt x="67" y="668"/>
                    <a:pt x="201" y="668"/>
                  </a:cubicBezTo>
                  <a:cubicBezTo>
                    <a:pt x="237" y="677"/>
                    <a:pt x="275" y="681"/>
                    <a:pt x="314" y="681"/>
                  </a:cubicBezTo>
                  <a:cubicBezTo>
                    <a:pt x="421" y="681"/>
                    <a:pt x="537" y="650"/>
                    <a:pt x="634" y="601"/>
                  </a:cubicBezTo>
                  <a:cubicBezTo>
                    <a:pt x="868" y="501"/>
                    <a:pt x="1035" y="201"/>
                    <a:pt x="1035" y="201"/>
                  </a:cubicBezTo>
                  <a:cubicBezTo>
                    <a:pt x="1035" y="201"/>
                    <a:pt x="901" y="34"/>
                    <a:pt x="8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 name="Google Shape;123;p2"/>
            <p:cNvSpPr/>
            <p:nvPr/>
          </p:nvSpPr>
          <p:spPr>
            <a:xfrm>
              <a:off x="4116450" y="4858075"/>
              <a:ext cx="18375" cy="12550"/>
            </a:xfrm>
            <a:custGeom>
              <a:avLst/>
              <a:gdLst/>
              <a:ahLst/>
              <a:cxnLst/>
              <a:rect l="l" t="t" r="r" b="b"/>
              <a:pathLst>
                <a:path w="735" h="502" extrusionOk="0">
                  <a:moveTo>
                    <a:pt x="334" y="1"/>
                  </a:moveTo>
                  <a:cubicBezTo>
                    <a:pt x="234" y="34"/>
                    <a:pt x="134" y="101"/>
                    <a:pt x="67" y="168"/>
                  </a:cubicBezTo>
                  <a:cubicBezTo>
                    <a:pt x="34" y="234"/>
                    <a:pt x="0" y="301"/>
                    <a:pt x="0" y="301"/>
                  </a:cubicBezTo>
                  <a:lnTo>
                    <a:pt x="134" y="501"/>
                  </a:lnTo>
                  <a:lnTo>
                    <a:pt x="467" y="501"/>
                  </a:lnTo>
                  <a:cubicBezTo>
                    <a:pt x="501" y="501"/>
                    <a:pt x="534" y="468"/>
                    <a:pt x="634" y="435"/>
                  </a:cubicBezTo>
                  <a:cubicBezTo>
                    <a:pt x="701" y="368"/>
                    <a:pt x="734" y="335"/>
                    <a:pt x="734" y="335"/>
                  </a:cubicBezTo>
                  <a:lnTo>
                    <a:pt x="734" y="34"/>
                  </a:lnTo>
                  <a:cubicBezTo>
                    <a:pt x="734" y="34"/>
                    <a:pt x="701" y="34"/>
                    <a:pt x="6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 name="Google Shape;124;p2"/>
            <p:cNvSpPr/>
            <p:nvPr/>
          </p:nvSpPr>
          <p:spPr>
            <a:xfrm>
              <a:off x="4125625" y="4868925"/>
              <a:ext cx="16700" cy="16700"/>
            </a:xfrm>
            <a:custGeom>
              <a:avLst/>
              <a:gdLst/>
              <a:ahLst/>
              <a:cxnLst/>
              <a:rect l="l" t="t" r="r" b="b"/>
              <a:pathLst>
                <a:path w="668" h="668" extrusionOk="0">
                  <a:moveTo>
                    <a:pt x="534" y="1"/>
                  </a:moveTo>
                  <a:cubicBezTo>
                    <a:pt x="534" y="1"/>
                    <a:pt x="300" y="67"/>
                    <a:pt x="167" y="167"/>
                  </a:cubicBezTo>
                  <a:cubicBezTo>
                    <a:pt x="34" y="267"/>
                    <a:pt x="0" y="534"/>
                    <a:pt x="0" y="534"/>
                  </a:cubicBezTo>
                  <a:cubicBezTo>
                    <a:pt x="0" y="534"/>
                    <a:pt x="167" y="668"/>
                    <a:pt x="200" y="668"/>
                  </a:cubicBezTo>
                  <a:cubicBezTo>
                    <a:pt x="200" y="668"/>
                    <a:pt x="434" y="568"/>
                    <a:pt x="501" y="501"/>
                  </a:cubicBezTo>
                  <a:cubicBezTo>
                    <a:pt x="601" y="401"/>
                    <a:pt x="667" y="201"/>
                    <a:pt x="667" y="201"/>
                  </a:cubicBezTo>
                  <a:lnTo>
                    <a:pt x="53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5" name="Google Shape;125;p2"/>
            <p:cNvSpPr/>
            <p:nvPr/>
          </p:nvSpPr>
          <p:spPr>
            <a:xfrm>
              <a:off x="4141450" y="4883100"/>
              <a:ext cx="13375" cy="17550"/>
            </a:xfrm>
            <a:custGeom>
              <a:avLst/>
              <a:gdLst/>
              <a:ahLst/>
              <a:cxnLst/>
              <a:rect l="l" t="t" r="r" b="b"/>
              <a:pathLst>
                <a:path w="535" h="702" extrusionOk="0">
                  <a:moveTo>
                    <a:pt x="301" y="1"/>
                  </a:moveTo>
                  <a:cubicBezTo>
                    <a:pt x="301" y="1"/>
                    <a:pt x="68" y="134"/>
                    <a:pt x="34" y="268"/>
                  </a:cubicBezTo>
                  <a:cubicBezTo>
                    <a:pt x="1" y="368"/>
                    <a:pt x="1" y="634"/>
                    <a:pt x="1" y="634"/>
                  </a:cubicBezTo>
                  <a:cubicBezTo>
                    <a:pt x="1" y="634"/>
                    <a:pt x="201" y="668"/>
                    <a:pt x="234" y="701"/>
                  </a:cubicBezTo>
                  <a:cubicBezTo>
                    <a:pt x="234" y="701"/>
                    <a:pt x="468" y="601"/>
                    <a:pt x="501" y="468"/>
                  </a:cubicBezTo>
                  <a:cubicBezTo>
                    <a:pt x="535" y="334"/>
                    <a:pt x="535" y="101"/>
                    <a:pt x="535" y="101"/>
                  </a:cubicBezTo>
                  <a:lnTo>
                    <a:pt x="3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6" name="Google Shape;126;p2"/>
            <p:cNvSpPr/>
            <p:nvPr/>
          </p:nvSpPr>
          <p:spPr>
            <a:xfrm>
              <a:off x="4289075" y="4866425"/>
              <a:ext cx="15850" cy="20875"/>
            </a:xfrm>
            <a:custGeom>
              <a:avLst/>
              <a:gdLst/>
              <a:ahLst/>
              <a:cxnLst/>
              <a:rect l="l" t="t" r="r" b="b"/>
              <a:pathLst>
                <a:path w="634" h="835" extrusionOk="0">
                  <a:moveTo>
                    <a:pt x="501" y="1"/>
                  </a:moveTo>
                  <a:lnTo>
                    <a:pt x="334" y="101"/>
                  </a:lnTo>
                  <a:cubicBezTo>
                    <a:pt x="267" y="134"/>
                    <a:pt x="167" y="201"/>
                    <a:pt x="134" y="301"/>
                  </a:cubicBezTo>
                  <a:cubicBezTo>
                    <a:pt x="67" y="468"/>
                    <a:pt x="0" y="668"/>
                    <a:pt x="0" y="668"/>
                  </a:cubicBezTo>
                  <a:cubicBezTo>
                    <a:pt x="0" y="701"/>
                    <a:pt x="167" y="834"/>
                    <a:pt x="167" y="834"/>
                  </a:cubicBezTo>
                  <a:cubicBezTo>
                    <a:pt x="167" y="834"/>
                    <a:pt x="234" y="801"/>
                    <a:pt x="300" y="768"/>
                  </a:cubicBezTo>
                  <a:cubicBezTo>
                    <a:pt x="400" y="668"/>
                    <a:pt x="467" y="634"/>
                    <a:pt x="501" y="534"/>
                  </a:cubicBezTo>
                  <a:cubicBezTo>
                    <a:pt x="601" y="434"/>
                    <a:pt x="634" y="201"/>
                    <a:pt x="634" y="201"/>
                  </a:cubicBezTo>
                  <a:lnTo>
                    <a:pt x="5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7" name="Google Shape;127;p2"/>
            <p:cNvSpPr/>
            <p:nvPr/>
          </p:nvSpPr>
          <p:spPr>
            <a:xfrm>
              <a:off x="4308250" y="4888100"/>
              <a:ext cx="17525" cy="27550"/>
            </a:xfrm>
            <a:custGeom>
              <a:avLst/>
              <a:gdLst/>
              <a:ahLst/>
              <a:cxnLst/>
              <a:rect l="l" t="t" r="r" b="b"/>
              <a:pathLst>
                <a:path w="701" h="1102" extrusionOk="0">
                  <a:moveTo>
                    <a:pt x="401" y="1"/>
                  </a:moveTo>
                  <a:cubicBezTo>
                    <a:pt x="401" y="1"/>
                    <a:pt x="301" y="268"/>
                    <a:pt x="167" y="434"/>
                  </a:cubicBezTo>
                  <a:cubicBezTo>
                    <a:pt x="134" y="501"/>
                    <a:pt x="67" y="635"/>
                    <a:pt x="34" y="768"/>
                  </a:cubicBezTo>
                  <a:cubicBezTo>
                    <a:pt x="0" y="901"/>
                    <a:pt x="0" y="968"/>
                    <a:pt x="0" y="968"/>
                  </a:cubicBezTo>
                  <a:cubicBezTo>
                    <a:pt x="0" y="968"/>
                    <a:pt x="201" y="1068"/>
                    <a:pt x="301" y="1102"/>
                  </a:cubicBezTo>
                  <a:lnTo>
                    <a:pt x="401" y="968"/>
                  </a:lnTo>
                  <a:cubicBezTo>
                    <a:pt x="467" y="901"/>
                    <a:pt x="567" y="768"/>
                    <a:pt x="634" y="668"/>
                  </a:cubicBezTo>
                  <a:cubicBezTo>
                    <a:pt x="668" y="568"/>
                    <a:pt x="701" y="401"/>
                    <a:pt x="701" y="268"/>
                  </a:cubicBezTo>
                  <a:cubicBezTo>
                    <a:pt x="701" y="134"/>
                    <a:pt x="668" y="1"/>
                    <a:pt x="6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8" name="Google Shape;128;p2"/>
            <p:cNvSpPr/>
            <p:nvPr/>
          </p:nvSpPr>
          <p:spPr>
            <a:xfrm>
              <a:off x="4326600" y="4920625"/>
              <a:ext cx="14200" cy="20875"/>
            </a:xfrm>
            <a:custGeom>
              <a:avLst/>
              <a:gdLst/>
              <a:ahLst/>
              <a:cxnLst/>
              <a:rect l="l" t="t" r="r" b="b"/>
              <a:pathLst>
                <a:path w="568" h="835" extrusionOk="0">
                  <a:moveTo>
                    <a:pt x="267" y="1"/>
                  </a:moveTo>
                  <a:cubicBezTo>
                    <a:pt x="267" y="1"/>
                    <a:pt x="234" y="34"/>
                    <a:pt x="167" y="134"/>
                  </a:cubicBezTo>
                  <a:cubicBezTo>
                    <a:pt x="134" y="168"/>
                    <a:pt x="67" y="268"/>
                    <a:pt x="67" y="334"/>
                  </a:cubicBezTo>
                  <a:cubicBezTo>
                    <a:pt x="0" y="501"/>
                    <a:pt x="67" y="801"/>
                    <a:pt x="67" y="801"/>
                  </a:cubicBezTo>
                  <a:cubicBezTo>
                    <a:pt x="100" y="801"/>
                    <a:pt x="300" y="835"/>
                    <a:pt x="300" y="835"/>
                  </a:cubicBezTo>
                  <a:cubicBezTo>
                    <a:pt x="300" y="835"/>
                    <a:pt x="501" y="635"/>
                    <a:pt x="567" y="468"/>
                  </a:cubicBezTo>
                  <a:lnTo>
                    <a:pt x="567" y="168"/>
                  </a:lnTo>
                  <a:cubicBezTo>
                    <a:pt x="567" y="101"/>
                    <a:pt x="501" y="1"/>
                    <a:pt x="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9" name="Google Shape;129;p2"/>
            <p:cNvSpPr/>
            <p:nvPr/>
          </p:nvSpPr>
          <p:spPr>
            <a:xfrm>
              <a:off x="4344100" y="4954825"/>
              <a:ext cx="13375" cy="20025"/>
            </a:xfrm>
            <a:custGeom>
              <a:avLst/>
              <a:gdLst/>
              <a:ahLst/>
              <a:cxnLst/>
              <a:rect l="l" t="t" r="r" b="b"/>
              <a:pathLst>
                <a:path w="535" h="801" extrusionOk="0">
                  <a:moveTo>
                    <a:pt x="168" y="0"/>
                  </a:moveTo>
                  <a:cubicBezTo>
                    <a:pt x="168" y="0"/>
                    <a:pt x="134" y="67"/>
                    <a:pt x="101" y="134"/>
                  </a:cubicBezTo>
                  <a:cubicBezTo>
                    <a:pt x="67" y="234"/>
                    <a:pt x="1" y="267"/>
                    <a:pt x="1" y="334"/>
                  </a:cubicBezTo>
                  <a:cubicBezTo>
                    <a:pt x="1" y="467"/>
                    <a:pt x="67" y="734"/>
                    <a:pt x="67" y="734"/>
                  </a:cubicBezTo>
                  <a:cubicBezTo>
                    <a:pt x="67" y="768"/>
                    <a:pt x="268" y="801"/>
                    <a:pt x="301" y="801"/>
                  </a:cubicBezTo>
                  <a:cubicBezTo>
                    <a:pt x="301" y="801"/>
                    <a:pt x="468" y="634"/>
                    <a:pt x="534" y="467"/>
                  </a:cubicBezTo>
                  <a:cubicBezTo>
                    <a:pt x="534" y="401"/>
                    <a:pt x="468" y="267"/>
                    <a:pt x="468" y="167"/>
                  </a:cubicBezTo>
                  <a:cubicBezTo>
                    <a:pt x="468" y="67"/>
                    <a:pt x="434" y="0"/>
                    <a:pt x="4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0" name="Google Shape;130;p2"/>
            <p:cNvSpPr/>
            <p:nvPr/>
          </p:nvSpPr>
          <p:spPr>
            <a:xfrm>
              <a:off x="4366625" y="4992350"/>
              <a:ext cx="13375" cy="18375"/>
            </a:xfrm>
            <a:custGeom>
              <a:avLst/>
              <a:gdLst/>
              <a:ahLst/>
              <a:cxnLst/>
              <a:rect l="l" t="t" r="r" b="b"/>
              <a:pathLst>
                <a:path w="535" h="735" extrusionOk="0">
                  <a:moveTo>
                    <a:pt x="201" y="0"/>
                  </a:moveTo>
                  <a:cubicBezTo>
                    <a:pt x="201" y="0"/>
                    <a:pt x="67" y="167"/>
                    <a:pt x="34" y="267"/>
                  </a:cubicBezTo>
                  <a:cubicBezTo>
                    <a:pt x="0" y="401"/>
                    <a:pt x="0" y="634"/>
                    <a:pt x="0" y="634"/>
                  </a:cubicBezTo>
                  <a:cubicBezTo>
                    <a:pt x="34" y="634"/>
                    <a:pt x="201" y="668"/>
                    <a:pt x="234" y="734"/>
                  </a:cubicBezTo>
                  <a:cubicBezTo>
                    <a:pt x="234" y="734"/>
                    <a:pt x="467" y="601"/>
                    <a:pt x="501" y="434"/>
                  </a:cubicBezTo>
                  <a:cubicBezTo>
                    <a:pt x="534" y="301"/>
                    <a:pt x="467" y="0"/>
                    <a:pt x="4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1" name="Google Shape;131;p2"/>
            <p:cNvSpPr/>
            <p:nvPr/>
          </p:nvSpPr>
          <p:spPr>
            <a:xfrm>
              <a:off x="5492425" y="4233475"/>
              <a:ext cx="16700" cy="18550"/>
            </a:xfrm>
            <a:custGeom>
              <a:avLst/>
              <a:gdLst/>
              <a:ahLst/>
              <a:cxnLst/>
              <a:rect l="l" t="t" r="r" b="b"/>
              <a:pathLst>
                <a:path w="668" h="742" extrusionOk="0">
                  <a:moveTo>
                    <a:pt x="501" y="0"/>
                  </a:moveTo>
                  <a:cubicBezTo>
                    <a:pt x="501" y="0"/>
                    <a:pt x="234" y="100"/>
                    <a:pt x="134" y="234"/>
                  </a:cubicBezTo>
                  <a:cubicBezTo>
                    <a:pt x="67" y="301"/>
                    <a:pt x="34" y="434"/>
                    <a:pt x="1" y="501"/>
                  </a:cubicBezTo>
                  <a:lnTo>
                    <a:pt x="1" y="668"/>
                  </a:lnTo>
                  <a:cubicBezTo>
                    <a:pt x="29" y="668"/>
                    <a:pt x="156" y="741"/>
                    <a:pt x="191" y="741"/>
                  </a:cubicBezTo>
                  <a:cubicBezTo>
                    <a:pt x="197" y="741"/>
                    <a:pt x="201" y="739"/>
                    <a:pt x="201" y="734"/>
                  </a:cubicBezTo>
                  <a:cubicBezTo>
                    <a:pt x="201" y="734"/>
                    <a:pt x="401" y="601"/>
                    <a:pt x="501" y="501"/>
                  </a:cubicBezTo>
                  <a:cubicBezTo>
                    <a:pt x="568" y="434"/>
                    <a:pt x="668" y="167"/>
                    <a:pt x="668" y="167"/>
                  </a:cubicBezTo>
                  <a:lnTo>
                    <a:pt x="5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2" name="Google Shape;132;p2"/>
            <p:cNvSpPr/>
            <p:nvPr/>
          </p:nvSpPr>
          <p:spPr>
            <a:xfrm>
              <a:off x="5509100" y="4245150"/>
              <a:ext cx="12550" cy="20025"/>
            </a:xfrm>
            <a:custGeom>
              <a:avLst/>
              <a:gdLst/>
              <a:ahLst/>
              <a:cxnLst/>
              <a:rect l="l" t="t" r="r" b="b"/>
              <a:pathLst>
                <a:path w="502" h="801" extrusionOk="0">
                  <a:moveTo>
                    <a:pt x="334" y="0"/>
                  </a:moveTo>
                  <a:cubicBezTo>
                    <a:pt x="268" y="0"/>
                    <a:pt x="67" y="100"/>
                    <a:pt x="67" y="100"/>
                  </a:cubicBezTo>
                  <a:cubicBezTo>
                    <a:pt x="67" y="100"/>
                    <a:pt x="1" y="301"/>
                    <a:pt x="1" y="367"/>
                  </a:cubicBezTo>
                  <a:cubicBezTo>
                    <a:pt x="1" y="467"/>
                    <a:pt x="34" y="668"/>
                    <a:pt x="34" y="668"/>
                  </a:cubicBezTo>
                  <a:lnTo>
                    <a:pt x="234" y="801"/>
                  </a:lnTo>
                  <a:cubicBezTo>
                    <a:pt x="234" y="801"/>
                    <a:pt x="501" y="634"/>
                    <a:pt x="501" y="434"/>
                  </a:cubicBezTo>
                  <a:cubicBezTo>
                    <a:pt x="501" y="334"/>
                    <a:pt x="468" y="201"/>
                    <a:pt x="401" y="134"/>
                  </a:cubicBezTo>
                  <a:cubicBezTo>
                    <a:pt x="368" y="34"/>
                    <a:pt x="334" y="0"/>
                    <a:pt x="3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3" name="Google Shape;133;p2"/>
            <p:cNvSpPr/>
            <p:nvPr/>
          </p:nvSpPr>
          <p:spPr>
            <a:xfrm>
              <a:off x="5529125" y="4257650"/>
              <a:ext cx="13350" cy="23700"/>
            </a:xfrm>
            <a:custGeom>
              <a:avLst/>
              <a:gdLst/>
              <a:ahLst/>
              <a:cxnLst/>
              <a:rect l="l" t="t" r="r" b="b"/>
              <a:pathLst>
                <a:path w="534" h="948" extrusionOk="0">
                  <a:moveTo>
                    <a:pt x="334" y="1"/>
                  </a:moveTo>
                  <a:cubicBezTo>
                    <a:pt x="334" y="1"/>
                    <a:pt x="100" y="201"/>
                    <a:pt x="34" y="368"/>
                  </a:cubicBezTo>
                  <a:cubicBezTo>
                    <a:pt x="0" y="601"/>
                    <a:pt x="0" y="868"/>
                    <a:pt x="0" y="868"/>
                  </a:cubicBezTo>
                  <a:cubicBezTo>
                    <a:pt x="0" y="917"/>
                    <a:pt x="108" y="948"/>
                    <a:pt x="165" y="948"/>
                  </a:cubicBezTo>
                  <a:cubicBezTo>
                    <a:pt x="186" y="948"/>
                    <a:pt x="200" y="944"/>
                    <a:pt x="200" y="935"/>
                  </a:cubicBezTo>
                  <a:cubicBezTo>
                    <a:pt x="200" y="935"/>
                    <a:pt x="401" y="701"/>
                    <a:pt x="434" y="601"/>
                  </a:cubicBezTo>
                  <a:cubicBezTo>
                    <a:pt x="534" y="434"/>
                    <a:pt x="534" y="134"/>
                    <a:pt x="534" y="134"/>
                  </a:cubicBezTo>
                  <a:cubicBezTo>
                    <a:pt x="534" y="101"/>
                    <a:pt x="334" y="1"/>
                    <a:pt x="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4" name="Google Shape;134;p2"/>
            <p:cNvSpPr/>
            <p:nvPr/>
          </p:nvSpPr>
          <p:spPr>
            <a:xfrm>
              <a:off x="5651700" y="4281475"/>
              <a:ext cx="16700" cy="12900"/>
            </a:xfrm>
            <a:custGeom>
              <a:avLst/>
              <a:gdLst/>
              <a:ahLst/>
              <a:cxnLst/>
              <a:rect l="l" t="t" r="r" b="b"/>
              <a:pathLst>
                <a:path w="668" h="516" extrusionOk="0">
                  <a:moveTo>
                    <a:pt x="399" y="0"/>
                  </a:moveTo>
                  <a:cubicBezTo>
                    <a:pt x="349" y="0"/>
                    <a:pt x="301" y="4"/>
                    <a:pt x="268" y="15"/>
                  </a:cubicBezTo>
                  <a:cubicBezTo>
                    <a:pt x="134" y="48"/>
                    <a:pt x="1" y="315"/>
                    <a:pt x="1" y="315"/>
                  </a:cubicBezTo>
                  <a:cubicBezTo>
                    <a:pt x="1" y="349"/>
                    <a:pt x="134" y="482"/>
                    <a:pt x="168" y="515"/>
                  </a:cubicBezTo>
                  <a:cubicBezTo>
                    <a:pt x="168" y="515"/>
                    <a:pt x="334" y="515"/>
                    <a:pt x="434" y="482"/>
                  </a:cubicBezTo>
                  <a:cubicBezTo>
                    <a:pt x="534" y="415"/>
                    <a:pt x="668" y="249"/>
                    <a:pt x="668" y="249"/>
                  </a:cubicBezTo>
                  <a:cubicBezTo>
                    <a:pt x="668" y="215"/>
                    <a:pt x="601" y="15"/>
                    <a:pt x="601" y="15"/>
                  </a:cubicBezTo>
                  <a:cubicBezTo>
                    <a:pt x="601" y="15"/>
                    <a:pt x="497" y="0"/>
                    <a:pt x="3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 name="Google Shape;135;p2"/>
            <p:cNvSpPr/>
            <p:nvPr/>
          </p:nvSpPr>
          <p:spPr>
            <a:xfrm>
              <a:off x="5655050" y="4311850"/>
              <a:ext cx="17525" cy="20050"/>
            </a:xfrm>
            <a:custGeom>
              <a:avLst/>
              <a:gdLst/>
              <a:ahLst/>
              <a:cxnLst/>
              <a:rect l="l" t="t" r="r" b="b"/>
              <a:pathLst>
                <a:path w="701" h="802" extrusionOk="0">
                  <a:moveTo>
                    <a:pt x="567" y="1"/>
                  </a:moveTo>
                  <a:cubicBezTo>
                    <a:pt x="567" y="1"/>
                    <a:pt x="501" y="1"/>
                    <a:pt x="400" y="34"/>
                  </a:cubicBezTo>
                  <a:cubicBezTo>
                    <a:pt x="334" y="101"/>
                    <a:pt x="234" y="134"/>
                    <a:pt x="167" y="201"/>
                  </a:cubicBezTo>
                  <a:cubicBezTo>
                    <a:pt x="34" y="335"/>
                    <a:pt x="0" y="635"/>
                    <a:pt x="0" y="635"/>
                  </a:cubicBezTo>
                  <a:cubicBezTo>
                    <a:pt x="0" y="668"/>
                    <a:pt x="167" y="768"/>
                    <a:pt x="200" y="802"/>
                  </a:cubicBezTo>
                  <a:cubicBezTo>
                    <a:pt x="200" y="802"/>
                    <a:pt x="467" y="668"/>
                    <a:pt x="534" y="535"/>
                  </a:cubicBezTo>
                  <a:cubicBezTo>
                    <a:pt x="567" y="501"/>
                    <a:pt x="601" y="435"/>
                    <a:pt x="667" y="335"/>
                  </a:cubicBezTo>
                  <a:cubicBezTo>
                    <a:pt x="667" y="268"/>
                    <a:pt x="701" y="201"/>
                    <a:pt x="701" y="201"/>
                  </a:cubicBezTo>
                  <a:lnTo>
                    <a:pt x="56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6" name="Google Shape;136;p2"/>
            <p:cNvSpPr/>
            <p:nvPr/>
          </p:nvSpPr>
          <p:spPr>
            <a:xfrm>
              <a:off x="5666725" y="4348550"/>
              <a:ext cx="15025" cy="24225"/>
            </a:xfrm>
            <a:custGeom>
              <a:avLst/>
              <a:gdLst/>
              <a:ahLst/>
              <a:cxnLst/>
              <a:rect l="l" t="t" r="r" b="b"/>
              <a:pathLst>
                <a:path w="601" h="969" extrusionOk="0">
                  <a:moveTo>
                    <a:pt x="367" y="1"/>
                  </a:moveTo>
                  <a:cubicBezTo>
                    <a:pt x="367" y="1"/>
                    <a:pt x="334" y="34"/>
                    <a:pt x="267" y="134"/>
                  </a:cubicBezTo>
                  <a:cubicBezTo>
                    <a:pt x="234" y="201"/>
                    <a:pt x="167" y="301"/>
                    <a:pt x="100" y="368"/>
                  </a:cubicBezTo>
                  <a:cubicBezTo>
                    <a:pt x="34" y="534"/>
                    <a:pt x="0" y="868"/>
                    <a:pt x="0" y="868"/>
                  </a:cubicBezTo>
                  <a:lnTo>
                    <a:pt x="200" y="968"/>
                  </a:lnTo>
                  <a:cubicBezTo>
                    <a:pt x="200" y="968"/>
                    <a:pt x="434" y="735"/>
                    <a:pt x="534" y="568"/>
                  </a:cubicBezTo>
                  <a:cubicBezTo>
                    <a:pt x="567" y="501"/>
                    <a:pt x="601" y="368"/>
                    <a:pt x="601" y="234"/>
                  </a:cubicBezTo>
                  <a:lnTo>
                    <a:pt x="601" y="34"/>
                  </a:lnTo>
                  <a:lnTo>
                    <a:pt x="36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7" name="Google Shape;137;p2"/>
            <p:cNvSpPr/>
            <p:nvPr/>
          </p:nvSpPr>
          <p:spPr>
            <a:xfrm>
              <a:off x="5689225" y="4377750"/>
              <a:ext cx="12550" cy="14200"/>
            </a:xfrm>
            <a:custGeom>
              <a:avLst/>
              <a:gdLst/>
              <a:ahLst/>
              <a:cxnLst/>
              <a:rect l="l" t="t" r="r" b="b"/>
              <a:pathLst>
                <a:path w="502" h="568" extrusionOk="0">
                  <a:moveTo>
                    <a:pt x="134" y="0"/>
                  </a:moveTo>
                  <a:cubicBezTo>
                    <a:pt x="134" y="0"/>
                    <a:pt x="1" y="167"/>
                    <a:pt x="1" y="300"/>
                  </a:cubicBezTo>
                  <a:cubicBezTo>
                    <a:pt x="1" y="400"/>
                    <a:pt x="134" y="567"/>
                    <a:pt x="134" y="567"/>
                  </a:cubicBezTo>
                  <a:lnTo>
                    <a:pt x="368" y="567"/>
                  </a:lnTo>
                  <a:cubicBezTo>
                    <a:pt x="368" y="567"/>
                    <a:pt x="501" y="400"/>
                    <a:pt x="501" y="300"/>
                  </a:cubicBezTo>
                  <a:cubicBezTo>
                    <a:pt x="501" y="167"/>
                    <a:pt x="368" y="0"/>
                    <a:pt x="3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8" name="Google Shape;138;p2"/>
            <p:cNvSpPr/>
            <p:nvPr/>
          </p:nvSpPr>
          <p:spPr>
            <a:xfrm>
              <a:off x="5727600" y="4400250"/>
              <a:ext cx="12525" cy="15875"/>
            </a:xfrm>
            <a:custGeom>
              <a:avLst/>
              <a:gdLst/>
              <a:ahLst/>
              <a:cxnLst/>
              <a:rect l="l" t="t" r="r" b="b"/>
              <a:pathLst>
                <a:path w="501" h="635" extrusionOk="0">
                  <a:moveTo>
                    <a:pt x="134" y="1"/>
                  </a:moveTo>
                  <a:cubicBezTo>
                    <a:pt x="134" y="1"/>
                    <a:pt x="0" y="234"/>
                    <a:pt x="0" y="334"/>
                  </a:cubicBezTo>
                  <a:cubicBezTo>
                    <a:pt x="0" y="401"/>
                    <a:pt x="67" y="468"/>
                    <a:pt x="100" y="568"/>
                  </a:cubicBezTo>
                  <a:lnTo>
                    <a:pt x="167" y="635"/>
                  </a:lnTo>
                  <a:cubicBezTo>
                    <a:pt x="220" y="635"/>
                    <a:pt x="338" y="592"/>
                    <a:pt x="400" y="592"/>
                  </a:cubicBezTo>
                  <a:cubicBezTo>
                    <a:pt x="415" y="592"/>
                    <a:pt x="427" y="595"/>
                    <a:pt x="434" y="601"/>
                  </a:cubicBezTo>
                  <a:cubicBezTo>
                    <a:pt x="434" y="601"/>
                    <a:pt x="467" y="501"/>
                    <a:pt x="467" y="468"/>
                  </a:cubicBezTo>
                  <a:cubicBezTo>
                    <a:pt x="501" y="434"/>
                    <a:pt x="501" y="334"/>
                    <a:pt x="501" y="301"/>
                  </a:cubicBezTo>
                  <a:cubicBezTo>
                    <a:pt x="501" y="168"/>
                    <a:pt x="401" y="1"/>
                    <a:pt x="4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9" name="Google Shape;139;p2"/>
            <p:cNvSpPr/>
            <p:nvPr/>
          </p:nvSpPr>
          <p:spPr>
            <a:xfrm>
              <a:off x="5830175" y="3945775"/>
              <a:ext cx="16700" cy="19425"/>
            </a:xfrm>
            <a:custGeom>
              <a:avLst/>
              <a:gdLst/>
              <a:ahLst/>
              <a:cxnLst/>
              <a:rect l="l" t="t" r="r" b="b"/>
              <a:pathLst>
                <a:path w="668" h="777" extrusionOk="0">
                  <a:moveTo>
                    <a:pt x="501" y="0"/>
                  </a:moveTo>
                  <a:cubicBezTo>
                    <a:pt x="501" y="0"/>
                    <a:pt x="234" y="134"/>
                    <a:pt x="134" y="267"/>
                  </a:cubicBezTo>
                  <a:cubicBezTo>
                    <a:pt x="34" y="434"/>
                    <a:pt x="0" y="667"/>
                    <a:pt x="0" y="667"/>
                  </a:cubicBezTo>
                  <a:cubicBezTo>
                    <a:pt x="0" y="722"/>
                    <a:pt x="111" y="776"/>
                    <a:pt x="152" y="776"/>
                  </a:cubicBezTo>
                  <a:cubicBezTo>
                    <a:pt x="161" y="776"/>
                    <a:pt x="167" y="774"/>
                    <a:pt x="167" y="767"/>
                  </a:cubicBezTo>
                  <a:cubicBezTo>
                    <a:pt x="167" y="767"/>
                    <a:pt x="400" y="634"/>
                    <a:pt x="501" y="501"/>
                  </a:cubicBezTo>
                  <a:cubicBezTo>
                    <a:pt x="634" y="434"/>
                    <a:pt x="667" y="167"/>
                    <a:pt x="667" y="167"/>
                  </a:cubicBezTo>
                  <a:lnTo>
                    <a:pt x="5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0" name="Google Shape;140;p2"/>
            <p:cNvSpPr/>
            <p:nvPr/>
          </p:nvSpPr>
          <p:spPr>
            <a:xfrm>
              <a:off x="5851025" y="3962450"/>
              <a:ext cx="13350" cy="20025"/>
            </a:xfrm>
            <a:custGeom>
              <a:avLst/>
              <a:gdLst/>
              <a:ahLst/>
              <a:cxnLst/>
              <a:rect l="l" t="t" r="r" b="b"/>
              <a:pathLst>
                <a:path w="534" h="801" extrusionOk="0">
                  <a:moveTo>
                    <a:pt x="234" y="0"/>
                  </a:moveTo>
                  <a:cubicBezTo>
                    <a:pt x="234" y="0"/>
                    <a:pt x="67" y="167"/>
                    <a:pt x="33" y="334"/>
                  </a:cubicBezTo>
                  <a:cubicBezTo>
                    <a:pt x="0" y="501"/>
                    <a:pt x="33" y="768"/>
                    <a:pt x="33" y="768"/>
                  </a:cubicBezTo>
                  <a:cubicBezTo>
                    <a:pt x="33" y="768"/>
                    <a:pt x="234" y="801"/>
                    <a:pt x="300" y="801"/>
                  </a:cubicBezTo>
                  <a:cubicBezTo>
                    <a:pt x="300" y="801"/>
                    <a:pt x="467" y="634"/>
                    <a:pt x="501" y="467"/>
                  </a:cubicBezTo>
                  <a:cubicBezTo>
                    <a:pt x="534" y="301"/>
                    <a:pt x="501" y="67"/>
                    <a:pt x="501" y="67"/>
                  </a:cubicBezTo>
                  <a:lnTo>
                    <a:pt x="2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1" name="Google Shape;141;p2"/>
            <p:cNvSpPr/>
            <p:nvPr/>
          </p:nvSpPr>
          <p:spPr>
            <a:xfrm>
              <a:off x="5875200" y="3987475"/>
              <a:ext cx="13375" cy="24425"/>
            </a:xfrm>
            <a:custGeom>
              <a:avLst/>
              <a:gdLst/>
              <a:ahLst/>
              <a:cxnLst/>
              <a:rect l="l" t="t" r="r" b="b"/>
              <a:pathLst>
                <a:path w="535" h="977" extrusionOk="0">
                  <a:moveTo>
                    <a:pt x="334" y="0"/>
                  </a:moveTo>
                  <a:cubicBezTo>
                    <a:pt x="334" y="0"/>
                    <a:pt x="101" y="267"/>
                    <a:pt x="34" y="434"/>
                  </a:cubicBezTo>
                  <a:cubicBezTo>
                    <a:pt x="1" y="600"/>
                    <a:pt x="1" y="934"/>
                    <a:pt x="1" y="934"/>
                  </a:cubicBezTo>
                  <a:cubicBezTo>
                    <a:pt x="1" y="934"/>
                    <a:pt x="129" y="977"/>
                    <a:pt x="180" y="977"/>
                  </a:cubicBezTo>
                  <a:cubicBezTo>
                    <a:pt x="193" y="977"/>
                    <a:pt x="201" y="974"/>
                    <a:pt x="201" y="967"/>
                  </a:cubicBezTo>
                  <a:cubicBezTo>
                    <a:pt x="201" y="967"/>
                    <a:pt x="401" y="767"/>
                    <a:pt x="434" y="600"/>
                  </a:cubicBezTo>
                  <a:cubicBezTo>
                    <a:pt x="534" y="434"/>
                    <a:pt x="534" y="133"/>
                    <a:pt x="534" y="133"/>
                  </a:cubicBezTo>
                  <a:cubicBezTo>
                    <a:pt x="534" y="100"/>
                    <a:pt x="334" y="0"/>
                    <a:pt x="3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2" name="Google Shape;142;p2"/>
            <p:cNvSpPr/>
            <p:nvPr/>
          </p:nvSpPr>
          <p:spPr>
            <a:xfrm>
              <a:off x="6001950" y="3978300"/>
              <a:ext cx="13375" cy="15025"/>
            </a:xfrm>
            <a:custGeom>
              <a:avLst/>
              <a:gdLst/>
              <a:ahLst/>
              <a:cxnLst/>
              <a:rect l="l" t="t" r="r" b="b"/>
              <a:pathLst>
                <a:path w="535" h="601" extrusionOk="0">
                  <a:moveTo>
                    <a:pt x="368" y="0"/>
                  </a:moveTo>
                  <a:cubicBezTo>
                    <a:pt x="368" y="0"/>
                    <a:pt x="168" y="100"/>
                    <a:pt x="101" y="167"/>
                  </a:cubicBezTo>
                  <a:cubicBezTo>
                    <a:pt x="1" y="200"/>
                    <a:pt x="1" y="434"/>
                    <a:pt x="1" y="434"/>
                  </a:cubicBezTo>
                  <a:lnTo>
                    <a:pt x="168" y="601"/>
                  </a:lnTo>
                  <a:cubicBezTo>
                    <a:pt x="168" y="601"/>
                    <a:pt x="368" y="500"/>
                    <a:pt x="468" y="434"/>
                  </a:cubicBezTo>
                  <a:cubicBezTo>
                    <a:pt x="535" y="367"/>
                    <a:pt x="535" y="167"/>
                    <a:pt x="535" y="167"/>
                  </a:cubicBezTo>
                  <a:lnTo>
                    <a:pt x="36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3" name="Google Shape;143;p2"/>
            <p:cNvSpPr/>
            <p:nvPr/>
          </p:nvSpPr>
          <p:spPr>
            <a:xfrm>
              <a:off x="6006950" y="3997475"/>
              <a:ext cx="16725" cy="25875"/>
            </a:xfrm>
            <a:custGeom>
              <a:avLst/>
              <a:gdLst/>
              <a:ahLst/>
              <a:cxnLst/>
              <a:rect l="l" t="t" r="r" b="b"/>
              <a:pathLst>
                <a:path w="669" h="1035" extrusionOk="0">
                  <a:moveTo>
                    <a:pt x="435" y="0"/>
                  </a:moveTo>
                  <a:cubicBezTo>
                    <a:pt x="435" y="0"/>
                    <a:pt x="168" y="234"/>
                    <a:pt x="101" y="401"/>
                  </a:cubicBezTo>
                  <a:cubicBezTo>
                    <a:pt x="1" y="601"/>
                    <a:pt x="1" y="934"/>
                    <a:pt x="1" y="934"/>
                  </a:cubicBezTo>
                  <a:cubicBezTo>
                    <a:pt x="1" y="934"/>
                    <a:pt x="234" y="1034"/>
                    <a:pt x="268" y="1034"/>
                  </a:cubicBezTo>
                  <a:cubicBezTo>
                    <a:pt x="268" y="1034"/>
                    <a:pt x="501" y="768"/>
                    <a:pt x="601" y="601"/>
                  </a:cubicBezTo>
                  <a:cubicBezTo>
                    <a:pt x="668" y="401"/>
                    <a:pt x="668" y="67"/>
                    <a:pt x="668" y="67"/>
                  </a:cubicBezTo>
                  <a:cubicBezTo>
                    <a:pt x="635" y="67"/>
                    <a:pt x="435" y="0"/>
                    <a:pt x="4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4" name="Google Shape;144;p2"/>
            <p:cNvSpPr/>
            <p:nvPr/>
          </p:nvSpPr>
          <p:spPr>
            <a:xfrm>
              <a:off x="6027800" y="4031650"/>
              <a:ext cx="15875" cy="21950"/>
            </a:xfrm>
            <a:custGeom>
              <a:avLst/>
              <a:gdLst/>
              <a:ahLst/>
              <a:cxnLst/>
              <a:rect l="l" t="t" r="r" b="b"/>
              <a:pathLst>
                <a:path w="635" h="878" extrusionOk="0">
                  <a:moveTo>
                    <a:pt x="334" y="1"/>
                  </a:moveTo>
                  <a:cubicBezTo>
                    <a:pt x="334" y="1"/>
                    <a:pt x="134" y="201"/>
                    <a:pt x="101" y="368"/>
                  </a:cubicBezTo>
                  <a:cubicBezTo>
                    <a:pt x="1" y="535"/>
                    <a:pt x="68" y="835"/>
                    <a:pt x="68" y="835"/>
                  </a:cubicBezTo>
                  <a:cubicBezTo>
                    <a:pt x="68" y="835"/>
                    <a:pt x="196" y="878"/>
                    <a:pt x="264" y="878"/>
                  </a:cubicBezTo>
                  <a:cubicBezTo>
                    <a:pt x="281" y="878"/>
                    <a:pt x="294" y="875"/>
                    <a:pt x="301" y="868"/>
                  </a:cubicBezTo>
                  <a:cubicBezTo>
                    <a:pt x="301" y="868"/>
                    <a:pt x="501" y="668"/>
                    <a:pt x="568" y="501"/>
                  </a:cubicBezTo>
                  <a:cubicBezTo>
                    <a:pt x="635" y="335"/>
                    <a:pt x="601" y="34"/>
                    <a:pt x="601" y="34"/>
                  </a:cubicBezTo>
                  <a:lnTo>
                    <a:pt x="33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5" name="Google Shape;145;p2"/>
            <p:cNvSpPr/>
            <p:nvPr/>
          </p:nvSpPr>
          <p:spPr>
            <a:xfrm>
              <a:off x="6051150" y="4057525"/>
              <a:ext cx="12550" cy="27450"/>
            </a:xfrm>
            <a:custGeom>
              <a:avLst/>
              <a:gdLst/>
              <a:ahLst/>
              <a:cxnLst/>
              <a:rect l="l" t="t" r="r" b="b"/>
              <a:pathLst>
                <a:path w="502" h="1098" extrusionOk="0">
                  <a:moveTo>
                    <a:pt x="168" y="0"/>
                  </a:moveTo>
                  <a:cubicBezTo>
                    <a:pt x="168" y="0"/>
                    <a:pt x="1" y="334"/>
                    <a:pt x="1" y="500"/>
                  </a:cubicBezTo>
                  <a:cubicBezTo>
                    <a:pt x="1" y="701"/>
                    <a:pt x="34" y="1034"/>
                    <a:pt x="34" y="1034"/>
                  </a:cubicBezTo>
                  <a:cubicBezTo>
                    <a:pt x="34" y="1071"/>
                    <a:pt x="94" y="1097"/>
                    <a:pt x="154" y="1097"/>
                  </a:cubicBezTo>
                  <a:cubicBezTo>
                    <a:pt x="204" y="1097"/>
                    <a:pt x="253" y="1079"/>
                    <a:pt x="268" y="1034"/>
                  </a:cubicBezTo>
                  <a:cubicBezTo>
                    <a:pt x="268" y="1034"/>
                    <a:pt x="435" y="767"/>
                    <a:pt x="501" y="534"/>
                  </a:cubicBezTo>
                  <a:cubicBezTo>
                    <a:pt x="501" y="334"/>
                    <a:pt x="401" y="0"/>
                    <a:pt x="4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6" name="Google Shape;146;p2"/>
            <p:cNvSpPr/>
            <p:nvPr/>
          </p:nvSpPr>
          <p:spPr>
            <a:xfrm>
              <a:off x="5872225" y="4481975"/>
              <a:ext cx="338800" cy="231750"/>
            </a:xfrm>
            <a:custGeom>
              <a:avLst/>
              <a:gdLst/>
              <a:ahLst/>
              <a:cxnLst/>
              <a:rect l="l" t="t" r="r" b="b"/>
              <a:pathLst>
                <a:path w="13552" h="9270" extrusionOk="0">
                  <a:moveTo>
                    <a:pt x="4122" y="1"/>
                  </a:moveTo>
                  <a:cubicBezTo>
                    <a:pt x="3389" y="34"/>
                    <a:pt x="2721" y="368"/>
                    <a:pt x="2321" y="835"/>
                  </a:cubicBezTo>
                  <a:cubicBezTo>
                    <a:pt x="2054" y="1035"/>
                    <a:pt x="1887" y="1335"/>
                    <a:pt x="1821" y="1569"/>
                  </a:cubicBezTo>
                  <a:cubicBezTo>
                    <a:pt x="1721" y="1869"/>
                    <a:pt x="1654" y="2136"/>
                    <a:pt x="1554" y="2336"/>
                  </a:cubicBezTo>
                  <a:cubicBezTo>
                    <a:pt x="1454" y="2803"/>
                    <a:pt x="1287" y="3203"/>
                    <a:pt x="1120" y="3470"/>
                  </a:cubicBezTo>
                  <a:cubicBezTo>
                    <a:pt x="953" y="3737"/>
                    <a:pt x="720" y="3837"/>
                    <a:pt x="620" y="3870"/>
                  </a:cubicBezTo>
                  <a:lnTo>
                    <a:pt x="353" y="3870"/>
                  </a:lnTo>
                  <a:cubicBezTo>
                    <a:pt x="345" y="3869"/>
                    <a:pt x="337" y="3868"/>
                    <a:pt x="329" y="3868"/>
                  </a:cubicBezTo>
                  <a:cubicBezTo>
                    <a:pt x="168" y="3868"/>
                    <a:pt x="0" y="4174"/>
                    <a:pt x="286" y="4237"/>
                  </a:cubicBezTo>
                  <a:cubicBezTo>
                    <a:pt x="286" y="4237"/>
                    <a:pt x="320" y="4304"/>
                    <a:pt x="353" y="4304"/>
                  </a:cubicBezTo>
                  <a:lnTo>
                    <a:pt x="653" y="4304"/>
                  </a:lnTo>
                  <a:cubicBezTo>
                    <a:pt x="887" y="4304"/>
                    <a:pt x="1287" y="4070"/>
                    <a:pt x="1487" y="3737"/>
                  </a:cubicBezTo>
                  <a:cubicBezTo>
                    <a:pt x="1721" y="3403"/>
                    <a:pt x="1887" y="3003"/>
                    <a:pt x="2054" y="2536"/>
                  </a:cubicBezTo>
                  <a:cubicBezTo>
                    <a:pt x="2288" y="2069"/>
                    <a:pt x="2388" y="1569"/>
                    <a:pt x="2788" y="1235"/>
                  </a:cubicBezTo>
                  <a:cubicBezTo>
                    <a:pt x="3155" y="901"/>
                    <a:pt x="3655" y="668"/>
                    <a:pt x="4189" y="668"/>
                  </a:cubicBezTo>
                  <a:cubicBezTo>
                    <a:pt x="4689" y="668"/>
                    <a:pt x="5290" y="901"/>
                    <a:pt x="5557" y="1335"/>
                  </a:cubicBezTo>
                  <a:cubicBezTo>
                    <a:pt x="5890" y="1735"/>
                    <a:pt x="5990" y="2369"/>
                    <a:pt x="6157" y="3003"/>
                  </a:cubicBezTo>
                  <a:cubicBezTo>
                    <a:pt x="6357" y="3637"/>
                    <a:pt x="6724" y="4337"/>
                    <a:pt x="7491" y="4537"/>
                  </a:cubicBezTo>
                  <a:cubicBezTo>
                    <a:pt x="7607" y="4579"/>
                    <a:pt x="7732" y="4598"/>
                    <a:pt x="7858" y="4598"/>
                  </a:cubicBezTo>
                  <a:cubicBezTo>
                    <a:pt x="8135" y="4598"/>
                    <a:pt x="8420" y="4508"/>
                    <a:pt x="8626" y="4371"/>
                  </a:cubicBezTo>
                  <a:cubicBezTo>
                    <a:pt x="8792" y="4237"/>
                    <a:pt x="8892" y="4171"/>
                    <a:pt x="9026" y="4037"/>
                  </a:cubicBezTo>
                  <a:lnTo>
                    <a:pt x="9126" y="3970"/>
                  </a:lnTo>
                  <a:lnTo>
                    <a:pt x="9159" y="3904"/>
                  </a:lnTo>
                  <a:lnTo>
                    <a:pt x="9326" y="3804"/>
                  </a:lnTo>
                  <a:cubicBezTo>
                    <a:pt x="9793" y="3403"/>
                    <a:pt x="10227" y="3070"/>
                    <a:pt x="10794" y="3070"/>
                  </a:cubicBezTo>
                  <a:cubicBezTo>
                    <a:pt x="10827" y="3059"/>
                    <a:pt x="10868" y="3055"/>
                    <a:pt x="10912" y="3055"/>
                  </a:cubicBezTo>
                  <a:cubicBezTo>
                    <a:pt x="11001" y="3055"/>
                    <a:pt x="11105" y="3070"/>
                    <a:pt x="11194" y="3070"/>
                  </a:cubicBezTo>
                  <a:cubicBezTo>
                    <a:pt x="11328" y="3070"/>
                    <a:pt x="11461" y="3136"/>
                    <a:pt x="11561" y="3170"/>
                  </a:cubicBezTo>
                  <a:cubicBezTo>
                    <a:pt x="11828" y="3303"/>
                    <a:pt x="12028" y="3403"/>
                    <a:pt x="12161" y="3637"/>
                  </a:cubicBezTo>
                  <a:cubicBezTo>
                    <a:pt x="12428" y="4037"/>
                    <a:pt x="12428" y="4571"/>
                    <a:pt x="12495" y="5171"/>
                  </a:cubicBezTo>
                  <a:cubicBezTo>
                    <a:pt x="12528" y="6305"/>
                    <a:pt x="12628" y="7339"/>
                    <a:pt x="12829" y="8040"/>
                  </a:cubicBezTo>
                  <a:cubicBezTo>
                    <a:pt x="12895" y="8407"/>
                    <a:pt x="12995" y="8707"/>
                    <a:pt x="13062" y="8874"/>
                  </a:cubicBezTo>
                  <a:cubicBezTo>
                    <a:pt x="13162" y="9074"/>
                    <a:pt x="13196" y="9174"/>
                    <a:pt x="13196" y="9174"/>
                  </a:cubicBezTo>
                  <a:cubicBezTo>
                    <a:pt x="13228" y="9239"/>
                    <a:pt x="13279" y="9269"/>
                    <a:pt x="13331" y="9269"/>
                  </a:cubicBezTo>
                  <a:cubicBezTo>
                    <a:pt x="13438" y="9269"/>
                    <a:pt x="13552" y="9143"/>
                    <a:pt x="13529" y="8941"/>
                  </a:cubicBezTo>
                  <a:cubicBezTo>
                    <a:pt x="13529" y="8941"/>
                    <a:pt x="13529" y="8841"/>
                    <a:pt x="13462" y="8674"/>
                  </a:cubicBezTo>
                  <a:cubicBezTo>
                    <a:pt x="13362" y="8507"/>
                    <a:pt x="13329" y="8207"/>
                    <a:pt x="13229" y="7873"/>
                  </a:cubicBezTo>
                  <a:cubicBezTo>
                    <a:pt x="13062" y="7206"/>
                    <a:pt x="13029" y="6205"/>
                    <a:pt x="13029" y="5071"/>
                  </a:cubicBezTo>
                  <a:cubicBezTo>
                    <a:pt x="12995" y="4537"/>
                    <a:pt x="13029" y="3837"/>
                    <a:pt x="12628" y="3203"/>
                  </a:cubicBezTo>
                  <a:cubicBezTo>
                    <a:pt x="12395" y="2870"/>
                    <a:pt x="12061" y="2636"/>
                    <a:pt x="11728" y="2503"/>
                  </a:cubicBezTo>
                  <a:cubicBezTo>
                    <a:pt x="11561" y="2436"/>
                    <a:pt x="11361" y="2403"/>
                    <a:pt x="11194" y="2369"/>
                  </a:cubicBezTo>
                  <a:cubicBezTo>
                    <a:pt x="11027" y="2369"/>
                    <a:pt x="10827" y="2336"/>
                    <a:pt x="10660" y="2336"/>
                  </a:cubicBezTo>
                  <a:cubicBezTo>
                    <a:pt x="10293" y="2336"/>
                    <a:pt x="9960" y="2436"/>
                    <a:pt x="9626" y="2603"/>
                  </a:cubicBezTo>
                  <a:cubicBezTo>
                    <a:pt x="9293" y="2770"/>
                    <a:pt x="9026" y="2936"/>
                    <a:pt x="8792" y="3170"/>
                  </a:cubicBezTo>
                  <a:lnTo>
                    <a:pt x="8626" y="3270"/>
                  </a:lnTo>
                  <a:lnTo>
                    <a:pt x="8559" y="3337"/>
                  </a:lnTo>
                  <a:cubicBezTo>
                    <a:pt x="8526" y="3337"/>
                    <a:pt x="8526" y="3337"/>
                    <a:pt x="8492" y="3370"/>
                  </a:cubicBezTo>
                  <a:lnTo>
                    <a:pt x="8392" y="3470"/>
                  </a:lnTo>
                  <a:cubicBezTo>
                    <a:pt x="8325" y="3570"/>
                    <a:pt x="8192" y="3670"/>
                    <a:pt x="8125" y="3704"/>
                  </a:cubicBezTo>
                  <a:cubicBezTo>
                    <a:pt x="7970" y="3792"/>
                    <a:pt x="7844" y="3822"/>
                    <a:pt x="7727" y="3822"/>
                  </a:cubicBezTo>
                  <a:cubicBezTo>
                    <a:pt x="7669" y="3822"/>
                    <a:pt x="7614" y="3815"/>
                    <a:pt x="7558" y="3804"/>
                  </a:cubicBezTo>
                  <a:cubicBezTo>
                    <a:pt x="7391" y="3737"/>
                    <a:pt x="7225" y="3637"/>
                    <a:pt x="7058" y="3403"/>
                  </a:cubicBezTo>
                  <a:cubicBezTo>
                    <a:pt x="6958" y="3203"/>
                    <a:pt x="6824" y="2970"/>
                    <a:pt x="6724" y="2703"/>
                  </a:cubicBezTo>
                  <a:cubicBezTo>
                    <a:pt x="6557" y="2202"/>
                    <a:pt x="6491" y="1502"/>
                    <a:pt x="6024" y="868"/>
                  </a:cubicBezTo>
                  <a:cubicBezTo>
                    <a:pt x="5557" y="234"/>
                    <a:pt x="4823" y="1"/>
                    <a:pt x="41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7" name="Google Shape;147;p2"/>
            <p:cNvSpPr/>
            <p:nvPr/>
          </p:nvSpPr>
          <p:spPr>
            <a:xfrm>
              <a:off x="5973600" y="4518675"/>
              <a:ext cx="22550" cy="12525"/>
            </a:xfrm>
            <a:custGeom>
              <a:avLst/>
              <a:gdLst/>
              <a:ahLst/>
              <a:cxnLst/>
              <a:rect l="l" t="t" r="r" b="b"/>
              <a:pathLst>
                <a:path w="902" h="501" extrusionOk="0">
                  <a:moveTo>
                    <a:pt x="601" y="1"/>
                  </a:moveTo>
                  <a:cubicBezTo>
                    <a:pt x="551" y="17"/>
                    <a:pt x="509" y="17"/>
                    <a:pt x="468" y="17"/>
                  </a:cubicBezTo>
                  <a:cubicBezTo>
                    <a:pt x="426" y="17"/>
                    <a:pt x="384" y="17"/>
                    <a:pt x="334" y="34"/>
                  </a:cubicBezTo>
                  <a:cubicBezTo>
                    <a:pt x="301" y="34"/>
                    <a:pt x="234" y="67"/>
                    <a:pt x="134" y="101"/>
                  </a:cubicBezTo>
                  <a:cubicBezTo>
                    <a:pt x="67" y="134"/>
                    <a:pt x="1" y="201"/>
                    <a:pt x="1" y="201"/>
                  </a:cubicBezTo>
                  <a:lnTo>
                    <a:pt x="1" y="434"/>
                  </a:lnTo>
                  <a:cubicBezTo>
                    <a:pt x="1" y="434"/>
                    <a:pt x="101" y="434"/>
                    <a:pt x="167" y="501"/>
                  </a:cubicBezTo>
                  <a:lnTo>
                    <a:pt x="501" y="501"/>
                  </a:lnTo>
                  <a:cubicBezTo>
                    <a:pt x="668" y="401"/>
                    <a:pt x="901" y="201"/>
                    <a:pt x="901" y="201"/>
                  </a:cubicBezTo>
                  <a:lnTo>
                    <a:pt x="76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8" name="Google Shape;148;p2"/>
            <p:cNvSpPr/>
            <p:nvPr/>
          </p:nvSpPr>
          <p:spPr>
            <a:xfrm>
              <a:off x="5977775" y="4536200"/>
              <a:ext cx="28375" cy="16700"/>
            </a:xfrm>
            <a:custGeom>
              <a:avLst/>
              <a:gdLst/>
              <a:ahLst/>
              <a:cxnLst/>
              <a:rect l="l" t="t" r="r" b="b"/>
              <a:pathLst>
                <a:path w="1135" h="668" extrusionOk="0">
                  <a:moveTo>
                    <a:pt x="1068" y="0"/>
                  </a:moveTo>
                  <a:lnTo>
                    <a:pt x="1068" y="0"/>
                  </a:lnTo>
                  <a:cubicBezTo>
                    <a:pt x="1068" y="0"/>
                    <a:pt x="968" y="33"/>
                    <a:pt x="834" y="33"/>
                  </a:cubicBezTo>
                  <a:cubicBezTo>
                    <a:pt x="768" y="67"/>
                    <a:pt x="601" y="67"/>
                    <a:pt x="501" y="134"/>
                  </a:cubicBezTo>
                  <a:cubicBezTo>
                    <a:pt x="301" y="200"/>
                    <a:pt x="0" y="400"/>
                    <a:pt x="0" y="400"/>
                  </a:cubicBezTo>
                  <a:cubicBezTo>
                    <a:pt x="0" y="467"/>
                    <a:pt x="101" y="667"/>
                    <a:pt x="101" y="667"/>
                  </a:cubicBezTo>
                  <a:cubicBezTo>
                    <a:pt x="101" y="667"/>
                    <a:pt x="434" y="667"/>
                    <a:pt x="634" y="567"/>
                  </a:cubicBezTo>
                  <a:cubicBezTo>
                    <a:pt x="768" y="534"/>
                    <a:pt x="901" y="467"/>
                    <a:pt x="968" y="367"/>
                  </a:cubicBezTo>
                  <a:cubicBezTo>
                    <a:pt x="1068" y="334"/>
                    <a:pt x="1135" y="234"/>
                    <a:pt x="1135" y="234"/>
                  </a:cubicBezTo>
                  <a:cubicBezTo>
                    <a:pt x="1135" y="234"/>
                    <a:pt x="1001" y="67"/>
                    <a:pt x="10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9" name="Google Shape;149;p2"/>
            <p:cNvSpPr/>
            <p:nvPr/>
          </p:nvSpPr>
          <p:spPr>
            <a:xfrm>
              <a:off x="5984450" y="4558700"/>
              <a:ext cx="25025" cy="20875"/>
            </a:xfrm>
            <a:custGeom>
              <a:avLst/>
              <a:gdLst/>
              <a:ahLst/>
              <a:cxnLst/>
              <a:rect l="l" t="t" r="r" b="b"/>
              <a:pathLst>
                <a:path w="1001" h="835" extrusionOk="0">
                  <a:moveTo>
                    <a:pt x="834" y="1"/>
                  </a:moveTo>
                  <a:cubicBezTo>
                    <a:pt x="834" y="1"/>
                    <a:pt x="701" y="34"/>
                    <a:pt x="634" y="101"/>
                  </a:cubicBezTo>
                  <a:cubicBezTo>
                    <a:pt x="534" y="134"/>
                    <a:pt x="401" y="168"/>
                    <a:pt x="334" y="268"/>
                  </a:cubicBezTo>
                  <a:cubicBezTo>
                    <a:pt x="234" y="301"/>
                    <a:pt x="200" y="434"/>
                    <a:pt x="134" y="468"/>
                  </a:cubicBezTo>
                  <a:lnTo>
                    <a:pt x="0" y="601"/>
                  </a:lnTo>
                  <a:lnTo>
                    <a:pt x="34" y="835"/>
                  </a:lnTo>
                  <a:cubicBezTo>
                    <a:pt x="34" y="818"/>
                    <a:pt x="67" y="818"/>
                    <a:pt x="117" y="818"/>
                  </a:cubicBezTo>
                  <a:cubicBezTo>
                    <a:pt x="167" y="818"/>
                    <a:pt x="234" y="818"/>
                    <a:pt x="301" y="801"/>
                  </a:cubicBezTo>
                  <a:cubicBezTo>
                    <a:pt x="401" y="768"/>
                    <a:pt x="567" y="701"/>
                    <a:pt x="667" y="635"/>
                  </a:cubicBezTo>
                  <a:cubicBezTo>
                    <a:pt x="801" y="534"/>
                    <a:pt x="868" y="434"/>
                    <a:pt x="901" y="334"/>
                  </a:cubicBezTo>
                  <a:lnTo>
                    <a:pt x="1001" y="168"/>
                  </a:lnTo>
                  <a:cubicBezTo>
                    <a:pt x="1001" y="168"/>
                    <a:pt x="868" y="1"/>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0" name="Google Shape;150;p2"/>
            <p:cNvSpPr/>
            <p:nvPr/>
          </p:nvSpPr>
          <p:spPr>
            <a:xfrm>
              <a:off x="5997800" y="4592075"/>
              <a:ext cx="17525" cy="15850"/>
            </a:xfrm>
            <a:custGeom>
              <a:avLst/>
              <a:gdLst/>
              <a:ahLst/>
              <a:cxnLst/>
              <a:rect l="l" t="t" r="r" b="b"/>
              <a:pathLst>
                <a:path w="701" h="634" extrusionOk="0">
                  <a:moveTo>
                    <a:pt x="534" y="0"/>
                  </a:moveTo>
                  <a:cubicBezTo>
                    <a:pt x="534" y="0"/>
                    <a:pt x="500" y="33"/>
                    <a:pt x="434" y="33"/>
                  </a:cubicBezTo>
                  <a:cubicBezTo>
                    <a:pt x="334" y="100"/>
                    <a:pt x="267" y="100"/>
                    <a:pt x="200" y="133"/>
                  </a:cubicBezTo>
                  <a:lnTo>
                    <a:pt x="0" y="334"/>
                  </a:lnTo>
                  <a:lnTo>
                    <a:pt x="0" y="600"/>
                  </a:lnTo>
                  <a:cubicBezTo>
                    <a:pt x="0" y="600"/>
                    <a:pt x="33" y="634"/>
                    <a:pt x="167" y="634"/>
                  </a:cubicBezTo>
                  <a:cubicBezTo>
                    <a:pt x="300" y="634"/>
                    <a:pt x="367" y="600"/>
                    <a:pt x="467" y="567"/>
                  </a:cubicBezTo>
                  <a:cubicBezTo>
                    <a:pt x="500" y="500"/>
                    <a:pt x="600" y="434"/>
                    <a:pt x="634" y="334"/>
                  </a:cubicBezTo>
                  <a:cubicBezTo>
                    <a:pt x="667" y="267"/>
                    <a:pt x="701" y="234"/>
                    <a:pt x="701" y="234"/>
                  </a:cubicBezTo>
                  <a:cubicBezTo>
                    <a:pt x="701" y="234"/>
                    <a:pt x="534" y="67"/>
                    <a:pt x="5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1" name="Google Shape;151;p2"/>
            <p:cNvSpPr/>
            <p:nvPr/>
          </p:nvSpPr>
          <p:spPr>
            <a:xfrm>
              <a:off x="6139550" y="4575225"/>
              <a:ext cx="16700" cy="12700"/>
            </a:xfrm>
            <a:custGeom>
              <a:avLst/>
              <a:gdLst/>
              <a:ahLst/>
              <a:cxnLst/>
              <a:rect l="l" t="t" r="r" b="b"/>
              <a:pathLst>
                <a:path w="668" h="508" extrusionOk="0">
                  <a:moveTo>
                    <a:pt x="295" y="0"/>
                  </a:moveTo>
                  <a:cubicBezTo>
                    <a:pt x="274" y="0"/>
                    <a:pt x="253" y="2"/>
                    <a:pt x="234" y="7"/>
                  </a:cubicBezTo>
                  <a:cubicBezTo>
                    <a:pt x="201" y="7"/>
                    <a:pt x="134" y="40"/>
                    <a:pt x="67" y="107"/>
                  </a:cubicBezTo>
                  <a:lnTo>
                    <a:pt x="1" y="174"/>
                  </a:lnTo>
                  <a:lnTo>
                    <a:pt x="1" y="441"/>
                  </a:lnTo>
                  <a:cubicBezTo>
                    <a:pt x="1" y="441"/>
                    <a:pt x="34" y="474"/>
                    <a:pt x="134" y="474"/>
                  </a:cubicBezTo>
                  <a:cubicBezTo>
                    <a:pt x="201" y="507"/>
                    <a:pt x="301" y="507"/>
                    <a:pt x="368" y="507"/>
                  </a:cubicBezTo>
                  <a:cubicBezTo>
                    <a:pt x="501" y="474"/>
                    <a:pt x="668" y="307"/>
                    <a:pt x="668" y="307"/>
                  </a:cubicBezTo>
                  <a:cubicBezTo>
                    <a:pt x="668" y="274"/>
                    <a:pt x="635" y="107"/>
                    <a:pt x="568" y="74"/>
                  </a:cubicBezTo>
                  <a:cubicBezTo>
                    <a:pt x="568" y="74"/>
                    <a:pt x="421" y="0"/>
                    <a:pt x="2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2" name="Google Shape;152;p2"/>
            <p:cNvSpPr/>
            <p:nvPr/>
          </p:nvSpPr>
          <p:spPr>
            <a:xfrm>
              <a:off x="6140400" y="4603750"/>
              <a:ext cx="30875" cy="15850"/>
            </a:xfrm>
            <a:custGeom>
              <a:avLst/>
              <a:gdLst/>
              <a:ahLst/>
              <a:cxnLst/>
              <a:rect l="l" t="t" r="r" b="b"/>
              <a:pathLst>
                <a:path w="1235" h="634" extrusionOk="0">
                  <a:moveTo>
                    <a:pt x="1134" y="0"/>
                  </a:moveTo>
                  <a:cubicBezTo>
                    <a:pt x="1134" y="0"/>
                    <a:pt x="1134" y="0"/>
                    <a:pt x="1134" y="0"/>
                  </a:cubicBezTo>
                  <a:lnTo>
                    <a:pt x="1134" y="0"/>
                  </a:lnTo>
                  <a:cubicBezTo>
                    <a:pt x="1134" y="0"/>
                    <a:pt x="1134" y="0"/>
                    <a:pt x="1134" y="0"/>
                  </a:cubicBezTo>
                  <a:close/>
                  <a:moveTo>
                    <a:pt x="1134" y="0"/>
                  </a:moveTo>
                  <a:cubicBezTo>
                    <a:pt x="1132" y="0"/>
                    <a:pt x="1065" y="1"/>
                    <a:pt x="934" y="33"/>
                  </a:cubicBezTo>
                  <a:cubicBezTo>
                    <a:pt x="801" y="67"/>
                    <a:pt x="634" y="67"/>
                    <a:pt x="567" y="133"/>
                  </a:cubicBezTo>
                  <a:cubicBezTo>
                    <a:pt x="467" y="133"/>
                    <a:pt x="334" y="200"/>
                    <a:pt x="234" y="267"/>
                  </a:cubicBezTo>
                  <a:cubicBezTo>
                    <a:pt x="100" y="300"/>
                    <a:pt x="0" y="334"/>
                    <a:pt x="0" y="334"/>
                  </a:cubicBezTo>
                  <a:lnTo>
                    <a:pt x="0" y="600"/>
                  </a:lnTo>
                  <a:cubicBezTo>
                    <a:pt x="0" y="600"/>
                    <a:pt x="134" y="634"/>
                    <a:pt x="267" y="634"/>
                  </a:cubicBezTo>
                  <a:cubicBezTo>
                    <a:pt x="400" y="634"/>
                    <a:pt x="567" y="634"/>
                    <a:pt x="667" y="600"/>
                  </a:cubicBezTo>
                  <a:cubicBezTo>
                    <a:pt x="801" y="534"/>
                    <a:pt x="934" y="467"/>
                    <a:pt x="1068" y="367"/>
                  </a:cubicBezTo>
                  <a:lnTo>
                    <a:pt x="1234" y="200"/>
                  </a:lnTo>
                  <a:cubicBezTo>
                    <a:pt x="1234" y="167"/>
                    <a:pt x="1101" y="0"/>
                    <a:pt x="11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3" name="Google Shape;153;p2"/>
            <p:cNvSpPr/>
            <p:nvPr/>
          </p:nvSpPr>
          <p:spPr>
            <a:xfrm>
              <a:off x="6142900" y="4627925"/>
              <a:ext cx="22525" cy="15875"/>
            </a:xfrm>
            <a:custGeom>
              <a:avLst/>
              <a:gdLst/>
              <a:ahLst/>
              <a:cxnLst/>
              <a:rect l="l" t="t" r="r" b="b"/>
              <a:pathLst>
                <a:path w="901" h="635" extrusionOk="0">
                  <a:moveTo>
                    <a:pt x="834" y="0"/>
                  </a:moveTo>
                  <a:cubicBezTo>
                    <a:pt x="833" y="0"/>
                    <a:pt x="833" y="0"/>
                    <a:pt x="832" y="1"/>
                  </a:cubicBezTo>
                  <a:lnTo>
                    <a:pt x="832" y="1"/>
                  </a:lnTo>
                  <a:cubicBezTo>
                    <a:pt x="833" y="0"/>
                    <a:pt x="834" y="0"/>
                    <a:pt x="834" y="0"/>
                  </a:cubicBezTo>
                  <a:close/>
                  <a:moveTo>
                    <a:pt x="832" y="1"/>
                  </a:moveTo>
                  <a:cubicBezTo>
                    <a:pt x="806" y="4"/>
                    <a:pt x="526" y="38"/>
                    <a:pt x="367" y="134"/>
                  </a:cubicBezTo>
                  <a:cubicBezTo>
                    <a:pt x="334" y="167"/>
                    <a:pt x="234" y="234"/>
                    <a:pt x="167" y="301"/>
                  </a:cubicBezTo>
                  <a:cubicBezTo>
                    <a:pt x="67" y="334"/>
                    <a:pt x="34" y="367"/>
                    <a:pt x="34" y="367"/>
                  </a:cubicBezTo>
                  <a:cubicBezTo>
                    <a:pt x="0" y="367"/>
                    <a:pt x="67" y="634"/>
                    <a:pt x="67" y="634"/>
                  </a:cubicBezTo>
                  <a:lnTo>
                    <a:pt x="234" y="634"/>
                  </a:lnTo>
                  <a:cubicBezTo>
                    <a:pt x="367" y="634"/>
                    <a:pt x="501" y="567"/>
                    <a:pt x="567" y="534"/>
                  </a:cubicBezTo>
                  <a:cubicBezTo>
                    <a:pt x="734" y="467"/>
                    <a:pt x="901" y="201"/>
                    <a:pt x="901" y="201"/>
                  </a:cubicBezTo>
                  <a:cubicBezTo>
                    <a:pt x="901" y="168"/>
                    <a:pt x="805" y="7"/>
                    <a:pt x="8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4" name="Google Shape;154;p2"/>
            <p:cNvSpPr/>
            <p:nvPr/>
          </p:nvSpPr>
          <p:spPr>
            <a:xfrm>
              <a:off x="6152900" y="4650450"/>
              <a:ext cx="25050" cy="14825"/>
            </a:xfrm>
            <a:custGeom>
              <a:avLst/>
              <a:gdLst/>
              <a:ahLst/>
              <a:cxnLst/>
              <a:rect l="l" t="t" r="r" b="b"/>
              <a:pathLst>
                <a:path w="1002" h="593" extrusionOk="0">
                  <a:moveTo>
                    <a:pt x="734" y="0"/>
                  </a:moveTo>
                  <a:cubicBezTo>
                    <a:pt x="634" y="0"/>
                    <a:pt x="501" y="0"/>
                    <a:pt x="434" y="33"/>
                  </a:cubicBezTo>
                  <a:lnTo>
                    <a:pt x="167" y="167"/>
                  </a:lnTo>
                  <a:lnTo>
                    <a:pt x="0" y="267"/>
                  </a:lnTo>
                  <a:lnTo>
                    <a:pt x="0" y="500"/>
                  </a:lnTo>
                  <a:cubicBezTo>
                    <a:pt x="0" y="500"/>
                    <a:pt x="101" y="567"/>
                    <a:pt x="234" y="567"/>
                  </a:cubicBezTo>
                  <a:cubicBezTo>
                    <a:pt x="284" y="584"/>
                    <a:pt x="342" y="592"/>
                    <a:pt x="405" y="592"/>
                  </a:cubicBezTo>
                  <a:cubicBezTo>
                    <a:pt x="467" y="592"/>
                    <a:pt x="534" y="584"/>
                    <a:pt x="601" y="567"/>
                  </a:cubicBezTo>
                  <a:cubicBezTo>
                    <a:pt x="668" y="500"/>
                    <a:pt x="801" y="467"/>
                    <a:pt x="901" y="400"/>
                  </a:cubicBezTo>
                  <a:lnTo>
                    <a:pt x="1001" y="267"/>
                  </a:lnTo>
                  <a:cubicBezTo>
                    <a:pt x="1001" y="267"/>
                    <a:pt x="901" y="100"/>
                    <a:pt x="9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5" name="Google Shape;155;p2"/>
            <p:cNvSpPr/>
            <p:nvPr/>
          </p:nvSpPr>
          <p:spPr>
            <a:xfrm>
              <a:off x="6152075" y="4687125"/>
              <a:ext cx="23375" cy="12550"/>
            </a:xfrm>
            <a:custGeom>
              <a:avLst/>
              <a:gdLst/>
              <a:ahLst/>
              <a:cxnLst/>
              <a:rect l="l" t="t" r="r" b="b"/>
              <a:pathLst>
                <a:path w="935" h="502" extrusionOk="0">
                  <a:moveTo>
                    <a:pt x="434" y="1"/>
                  </a:moveTo>
                  <a:cubicBezTo>
                    <a:pt x="300" y="34"/>
                    <a:pt x="134" y="101"/>
                    <a:pt x="134" y="101"/>
                  </a:cubicBezTo>
                  <a:lnTo>
                    <a:pt x="0" y="301"/>
                  </a:lnTo>
                  <a:cubicBezTo>
                    <a:pt x="0" y="301"/>
                    <a:pt x="100" y="368"/>
                    <a:pt x="167" y="434"/>
                  </a:cubicBezTo>
                  <a:cubicBezTo>
                    <a:pt x="267" y="501"/>
                    <a:pt x="434" y="501"/>
                    <a:pt x="500" y="501"/>
                  </a:cubicBezTo>
                  <a:cubicBezTo>
                    <a:pt x="601" y="501"/>
                    <a:pt x="701" y="468"/>
                    <a:pt x="801" y="368"/>
                  </a:cubicBezTo>
                  <a:cubicBezTo>
                    <a:pt x="867" y="334"/>
                    <a:pt x="934" y="268"/>
                    <a:pt x="934" y="268"/>
                  </a:cubicBezTo>
                  <a:cubicBezTo>
                    <a:pt x="934" y="268"/>
                    <a:pt x="801" y="101"/>
                    <a:pt x="7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6" name="Google Shape;156;p2"/>
            <p:cNvSpPr/>
            <p:nvPr/>
          </p:nvSpPr>
          <p:spPr>
            <a:xfrm>
              <a:off x="5454900" y="4794700"/>
              <a:ext cx="22550" cy="12550"/>
            </a:xfrm>
            <a:custGeom>
              <a:avLst/>
              <a:gdLst/>
              <a:ahLst/>
              <a:cxnLst/>
              <a:rect l="l" t="t" r="r" b="b"/>
              <a:pathLst>
                <a:path w="902" h="502" extrusionOk="0">
                  <a:moveTo>
                    <a:pt x="467" y="1"/>
                  </a:moveTo>
                  <a:cubicBezTo>
                    <a:pt x="267" y="1"/>
                    <a:pt x="0" y="134"/>
                    <a:pt x="0" y="134"/>
                  </a:cubicBezTo>
                  <a:lnTo>
                    <a:pt x="0" y="368"/>
                  </a:lnTo>
                  <a:cubicBezTo>
                    <a:pt x="0" y="368"/>
                    <a:pt x="234" y="501"/>
                    <a:pt x="467" y="501"/>
                  </a:cubicBezTo>
                  <a:cubicBezTo>
                    <a:pt x="634" y="501"/>
                    <a:pt x="901" y="368"/>
                    <a:pt x="901" y="368"/>
                  </a:cubicBezTo>
                  <a:lnTo>
                    <a:pt x="901" y="134"/>
                  </a:lnTo>
                  <a:cubicBezTo>
                    <a:pt x="901" y="134"/>
                    <a:pt x="634" y="1"/>
                    <a:pt x="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7" name="Google Shape;157;p2"/>
            <p:cNvSpPr/>
            <p:nvPr/>
          </p:nvSpPr>
          <p:spPr>
            <a:xfrm>
              <a:off x="5475750" y="4818325"/>
              <a:ext cx="29200" cy="11425"/>
            </a:xfrm>
            <a:custGeom>
              <a:avLst/>
              <a:gdLst/>
              <a:ahLst/>
              <a:cxnLst/>
              <a:rect l="l" t="t" r="r" b="b"/>
              <a:pathLst>
                <a:path w="1168" h="457" extrusionOk="0">
                  <a:moveTo>
                    <a:pt x="735" y="0"/>
                  </a:moveTo>
                  <a:cubicBezTo>
                    <a:pt x="676" y="0"/>
                    <a:pt x="618" y="6"/>
                    <a:pt x="567" y="23"/>
                  </a:cubicBezTo>
                  <a:cubicBezTo>
                    <a:pt x="467" y="23"/>
                    <a:pt x="334" y="57"/>
                    <a:pt x="201" y="123"/>
                  </a:cubicBezTo>
                  <a:cubicBezTo>
                    <a:pt x="67" y="223"/>
                    <a:pt x="0" y="257"/>
                    <a:pt x="0" y="257"/>
                  </a:cubicBezTo>
                  <a:lnTo>
                    <a:pt x="134" y="457"/>
                  </a:lnTo>
                  <a:lnTo>
                    <a:pt x="634" y="457"/>
                  </a:lnTo>
                  <a:cubicBezTo>
                    <a:pt x="834" y="423"/>
                    <a:pt x="1168" y="257"/>
                    <a:pt x="1168" y="257"/>
                  </a:cubicBezTo>
                  <a:cubicBezTo>
                    <a:pt x="1168" y="226"/>
                    <a:pt x="1139" y="53"/>
                    <a:pt x="1109" y="53"/>
                  </a:cubicBezTo>
                  <a:cubicBezTo>
                    <a:pt x="1106" y="53"/>
                    <a:pt x="1104" y="54"/>
                    <a:pt x="1101" y="57"/>
                  </a:cubicBezTo>
                  <a:cubicBezTo>
                    <a:pt x="1101" y="57"/>
                    <a:pt x="914" y="0"/>
                    <a:pt x="7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8" name="Google Shape;158;p2"/>
            <p:cNvSpPr/>
            <p:nvPr/>
          </p:nvSpPr>
          <p:spPr>
            <a:xfrm>
              <a:off x="5509100" y="4832725"/>
              <a:ext cx="13375" cy="13700"/>
            </a:xfrm>
            <a:custGeom>
              <a:avLst/>
              <a:gdLst/>
              <a:ahLst/>
              <a:cxnLst/>
              <a:rect l="l" t="t" r="r" b="b"/>
              <a:pathLst>
                <a:path w="535" h="548" extrusionOk="0">
                  <a:moveTo>
                    <a:pt x="335" y="0"/>
                  </a:moveTo>
                  <a:cubicBezTo>
                    <a:pt x="279" y="0"/>
                    <a:pt x="215" y="24"/>
                    <a:pt x="167" y="48"/>
                  </a:cubicBezTo>
                  <a:cubicBezTo>
                    <a:pt x="34" y="148"/>
                    <a:pt x="1" y="348"/>
                    <a:pt x="1" y="348"/>
                  </a:cubicBezTo>
                  <a:cubicBezTo>
                    <a:pt x="1" y="381"/>
                    <a:pt x="167" y="515"/>
                    <a:pt x="167" y="548"/>
                  </a:cubicBezTo>
                  <a:cubicBezTo>
                    <a:pt x="167" y="548"/>
                    <a:pt x="368" y="515"/>
                    <a:pt x="401" y="481"/>
                  </a:cubicBezTo>
                  <a:cubicBezTo>
                    <a:pt x="468" y="448"/>
                    <a:pt x="534" y="314"/>
                    <a:pt x="534" y="314"/>
                  </a:cubicBezTo>
                  <a:lnTo>
                    <a:pt x="534" y="48"/>
                  </a:lnTo>
                  <a:cubicBezTo>
                    <a:pt x="534" y="48"/>
                    <a:pt x="501" y="14"/>
                    <a:pt x="401" y="14"/>
                  </a:cubicBezTo>
                  <a:cubicBezTo>
                    <a:pt x="381" y="4"/>
                    <a:pt x="359" y="0"/>
                    <a:pt x="3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9" name="Google Shape;159;p2"/>
            <p:cNvSpPr/>
            <p:nvPr/>
          </p:nvSpPr>
          <p:spPr>
            <a:xfrm>
              <a:off x="5531625" y="4843900"/>
              <a:ext cx="12525" cy="13375"/>
            </a:xfrm>
            <a:custGeom>
              <a:avLst/>
              <a:gdLst/>
              <a:ahLst/>
              <a:cxnLst/>
              <a:rect l="l" t="t" r="r" b="b"/>
              <a:pathLst>
                <a:path w="501" h="535" extrusionOk="0">
                  <a:moveTo>
                    <a:pt x="334" y="1"/>
                  </a:moveTo>
                  <a:cubicBezTo>
                    <a:pt x="334" y="1"/>
                    <a:pt x="267" y="1"/>
                    <a:pt x="234" y="34"/>
                  </a:cubicBezTo>
                  <a:cubicBezTo>
                    <a:pt x="134" y="68"/>
                    <a:pt x="100" y="68"/>
                    <a:pt x="67" y="101"/>
                  </a:cubicBezTo>
                  <a:cubicBezTo>
                    <a:pt x="0" y="201"/>
                    <a:pt x="0" y="334"/>
                    <a:pt x="0" y="334"/>
                  </a:cubicBezTo>
                  <a:cubicBezTo>
                    <a:pt x="65" y="334"/>
                    <a:pt x="130" y="524"/>
                    <a:pt x="164" y="534"/>
                  </a:cubicBezTo>
                  <a:lnTo>
                    <a:pt x="164" y="534"/>
                  </a:lnTo>
                  <a:cubicBezTo>
                    <a:pt x="158" y="528"/>
                    <a:pt x="404" y="465"/>
                    <a:pt x="467" y="401"/>
                  </a:cubicBezTo>
                  <a:cubicBezTo>
                    <a:pt x="467" y="368"/>
                    <a:pt x="501" y="268"/>
                    <a:pt x="501" y="234"/>
                  </a:cubicBezTo>
                  <a:lnTo>
                    <a:pt x="501" y="168"/>
                  </a:lnTo>
                  <a:lnTo>
                    <a:pt x="334" y="1"/>
                  </a:lnTo>
                  <a:close/>
                  <a:moveTo>
                    <a:pt x="164" y="534"/>
                  </a:moveTo>
                  <a:lnTo>
                    <a:pt x="164" y="534"/>
                  </a:lnTo>
                  <a:cubicBezTo>
                    <a:pt x="165" y="534"/>
                    <a:pt x="166" y="535"/>
                    <a:pt x="167" y="535"/>
                  </a:cubicBezTo>
                  <a:cubicBezTo>
                    <a:pt x="166" y="535"/>
                    <a:pt x="165" y="534"/>
                    <a:pt x="164" y="5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0" name="Google Shape;160;p2"/>
            <p:cNvSpPr/>
            <p:nvPr/>
          </p:nvSpPr>
          <p:spPr>
            <a:xfrm>
              <a:off x="5647525" y="4824725"/>
              <a:ext cx="23375" cy="25200"/>
            </a:xfrm>
            <a:custGeom>
              <a:avLst/>
              <a:gdLst/>
              <a:ahLst/>
              <a:cxnLst/>
              <a:rect l="l" t="t" r="r" b="b"/>
              <a:pathLst>
                <a:path w="935" h="1008" extrusionOk="0">
                  <a:moveTo>
                    <a:pt x="802" y="1"/>
                  </a:moveTo>
                  <a:cubicBezTo>
                    <a:pt x="802" y="1"/>
                    <a:pt x="701" y="34"/>
                    <a:pt x="601" y="101"/>
                  </a:cubicBezTo>
                  <a:cubicBezTo>
                    <a:pt x="468" y="134"/>
                    <a:pt x="335" y="268"/>
                    <a:pt x="268" y="334"/>
                  </a:cubicBezTo>
                  <a:cubicBezTo>
                    <a:pt x="101" y="534"/>
                    <a:pt x="1" y="868"/>
                    <a:pt x="1" y="868"/>
                  </a:cubicBezTo>
                  <a:cubicBezTo>
                    <a:pt x="1" y="926"/>
                    <a:pt x="125" y="1008"/>
                    <a:pt x="159" y="1008"/>
                  </a:cubicBezTo>
                  <a:cubicBezTo>
                    <a:pt x="165" y="1008"/>
                    <a:pt x="168" y="1006"/>
                    <a:pt x="168" y="1001"/>
                  </a:cubicBezTo>
                  <a:cubicBezTo>
                    <a:pt x="168" y="1001"/>
                    <a:pt x="468" y="801"/>
                    <a:pt x="601" y="634"/>
                  </a:cubicBezTo>
                  <a:cubicBezTo>
                    <a:pt x="668" y="601"/>
                    <a:pt x="701" y="468"/>
                    <a:pt x="802" y="368"/>
                  </a:cubicBezTo>
                  <a:cubicBezTo>
                    <a:pt x="868" y="301"/>
                    <a:pt x="935" y="201"/>
                    <a:pt x="935" y="201"/>
                  </a:cubicBezTo>
                  <a:lnTo>
                    <a:pt x="80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1" name="Google Shape;161;p2"/>
            <p:cNvSpPr/>
            <p:nvPr/>
          </p:nvSpPr>
          <p:spPr>
            <a:xfrm>
              <a:off x="5663375" y="4852250"/>
              <a:ext cx="25050" cy="25050"/>
            </a:xfrm>
            <a:custGeom>
              <a:avLst/>
              <a:gdLst/>
              <a:ahLst/>
              <a:cxnLst/>
              <a:rect l="l" t="t" r="r" b="b"/>
              <a:pathLst>
                <a:path w="1002" h="1002" extrusionOk="0">
                  <a:moveTo>
                    <a:pt x="835" y="0"/>
                  </a:moveTo>
                  <a:cubicBezTo>
                    <a:pt x="835" y="0"/>
                    <a:pt x="501" y="167"/>
                    <a:pt x="334" y="334"/>
                  </a:cubicBezTo>
                  <a:cubicBezTo>
                    <a:pt x="168" y="501"/>
                    <a:pt x="1" y="834"/>
                    <a:pt x="1" y="834"/>
                  </a:cubicBezTo>
                  <a:cubicBezTo>
                    <a:pt x="1" y="868"/>
                    <a:pt x="168" y="1001"/>
                    <a:pt x="168" y="1001"/>
                  </a:cubicBezTo>
                  <a:cubicBezTo>
                    <a:pt x="168" y="1001"/>
                    <a:pt x="501" y="834"/>
                    <a:pt x="668" y="668"/>
                  </a:cubicBezTo>
                  <a:cubicBezTo>
                    <a:pt x="835" y="501"/>
                    <a:pt x="1001" y="167"/>
                    <a:pt x="1001" y="167"/>
                  </a:cubicBezTo>
                  <a:lnTo>
                    <a:pt x="83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2" name="Google Shape;162;p2"/>
            <p:cNvSpPr/>
            <p:nvPr/>
          </p:nvSpPr>
          <p:spPr>
            <a:xfrm>
              <a:off x="5685075" y="4871425"/>
              <a:ext cx="17525" cy="27550"/>
            </a:xfrm>
            <a:custGeom>
              <a:avLst/>
              <a:gdLst/>
              <a:ahLst/>
              <a:cxnLst/>
              <a:rect l="l" t="t" r="r" b="b"/>
              <a:pathLst>
                <a:path w="701" h="1102" extrusionOk="0">
                  <a:moveTo>
                    <a:pt x="434" y="1"/>
                  </a:moveTo>
                  <a:cubicBezTo>
                    <a:pt x="434" y="67"/>
                    <a:pt x="367" y="101"/>
                    <a:pt x="334" y="167"/>
                  </a:cubicBezTo>
                  <a:cubicBezTo>
                    <a:pt x="300" y="234"/>
                    <a:pt x="200" y="334"/>
                    <a:pt x="167" y="434"/>
                  </a:cubicBezTo>
                  <a:cubicBezTo>
                    <a:pt x="133" y="501"/>
                    <a:pt x="100" y="634"/>
                    <a:pt x="33" y="768"/>
                  </a:cubicBezTo>
                  <a:cubicBezTo>
                    <a:pt x="0" y="901"/>
                    <a:pt x="0" y="968"/>
                    <a:pt x="0" y="968"/>
                  </a:cubicBezTo>
                  <a:cubicBezTo>
                    <a:pt x="29" y="997"/>
                    <a:pt x="162" y="1079"/>
                    <a:pt x="171" y="1097"/>
                  </a:cubicBezTo>
                  <a:lnTo>
                    <a:pt x="171" y="1097"/>
                  </a:lnTo>
                  <a:lnTo>
                    <a:pt x="300" y="968"/>
                  </a:lnTo>
                  <a:cubicBezTo>
                    <a:pt x="367" y="901"/>
                    <a:pt x="500" y="768"/>
                    <a:pt x="534" y="668"/>
                  </a:cubicBezTo>
                  <a:cubicBezTo>
                    <a:pt x="634" y="568"/>
                    <a:pt x="667" y="401"/>
                    <a:pt x="667" y="268"/>
                  </a:cubicBezTo>
                  <a:cubicBezTo>
                    <a:pt x="701" y="134"/>
                    <a:pt x="667" y="1"/>
                    <a:pt x="667" y="1"/>
                  </a:cubicBezTo>
                  <a:close/>
                  <a:moveTo>
                    <a:pt x="171" y="1097"/>
                  </a:moveTo>
                  <a:lnTo>
                    <a:pt x="167" y="1101"/>
                  </a:lnTo>
                  <a:cubicBezTo>
                    <a:pt x="171" y="1101"/>
                    <a:pt x="172" y="1100"/>
                    <a:pt x="171" y="109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3" name="Google Shape;163;p2"/>
            <p:cNvSpPr/>
            <p:nvPr/>
          </p:nvSpPr>
          <p:spPr>
            <a:xfrm>
              <a:off x="5697575" y="4900625"/>
              <a:ext cx="16700" cy="31700"/>
            </a:xfrm>
            <a:custGeom>
              <a:avLst/>
              <a:gdLst/>
              <a:ahLst/>
              <a:cxnLst/>
              <a:rect l="l" t="t" r="r" b="b"/>
              <a:pathLst>
                <a:path w="668" h="1268" extrusionOk="0">
                  <a:moveTo>
                    <a:pt x="467" y="0"/>
                  </a:moveTo>
                  <a:cubicBezTo>
                    <a:pt x="467" y="0"/>
                    <a:pt x="201" y="300"/>
                    <a:pt x="100" y="567"/>
                  </a:cubicBezTo>
                  <a:cubicBezTo>
                    <a:pt x="0" y="767"/>
                    <a:pt x="0" y="1168"/>
                    <a:pt x="0" y="1168"/>
                  </a:cubicBezTo>
                  <a:cubicBezTo>
                    <a:pt x="0" y="1168"/>
                    <a:pt x="157" y="1246"/>
                    <a:pt x="170" y="1264"/>
                  </a:cubicBezTo>
                  <a:lnTo>
                    <a:pt x="170" y="1264"/>
                  </a:lnTo>
                  <a:cubicBezTo>
                    <a:pt x="199" y="1227"/>
                    <a:pt x="438" y="922"/>
                    <a:pt x="501" y="734"/>
                  </a:cubicBezTo>
                  <a:cubicBezTo>
                    <a:pt x="634" y="501"/>
                    <a:pt x="668" y="134"/>
                    <a:pt x="668" y="134"/>
                  </a:cubicBezTo>
                  <a:lnTo>
                    <a:pt x="467" y="0"/>
                  </a:lnTo>
                  <a:close/>
                  <a:moveTo>
                    <a:pt x="170" y="1264"/>
                  </a:moveTo>
                  <a:cubicBezTo>
                    <a:pt x="168" y="1266"/>
                    <a:pt x="167" y="1268"/>
                    <a:pt x="167" y="1268"/>
                  </a:cubicBezTo>
                  <a:cubicBezTo>
                    <a:pt x="171" y="1268"/>
                    <a:pt x="172" y="1266"/>
                    <a:pt x="170" y="126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4" name="Google Shape;164;p2"/>
            <p:cNvSpPr/>
            <p:nvPr/>
          </p:nvSpPr>
          <p:spPr>
            <a:xfrm>
              <a:off x="5731775" y="4923975"/>
              <a:ext cx="12525" cy="25025"/>
            </a:xfrm>
            <a:custGeom>
              <a:avLst/>
              <a:gdLst/>
              <a:ahLst/>
              <a:cxnLst/>
              <a:rect l="l" t="t" r="r" b="b"/>
              <a:pathLst>
                <a:path w="501" h="1001" extrusionOk="0">
                  <a:moveTo>
                    <a:pt x="300" y="0"/>
                  </a:moveTo>
                  <a:cubicBezTo>
                    <a:pt x="300" y="0"/>
                    <a:pt x="267" y="67"/>
                    <a:pt x="167" y="167"/>
                  </a:cubicBezTo>
                  <a:cubicBezTo>
                    <a:pt x="133" y="234"/>
                    <a:pt x="100" y="367"/>
                    <a:pt x="33" y="467"/>
                  </a:cubicBezTo>
                  <a:cubicBezTo>
                    <a:pt x="0" y="634"/>
                    <a:pt x="100" y="901"/>
                    <a:pt x="100" y="901"/>
                  </a:cubicBezTo>
                  <a:cubicBezTo>
                    <a:pt x="100" y="968"/>
                    <a:pt x="300" y="1001"/>
                    <a:pt x="300" y="1001"/>
                  </a:cubicBezTo>
                  <a:cubicBezTo>
                    <a:pt x="300" y="1001"/>
                    <a:pt x="467" y="701"/>
                    <a:pt x="500" y="534"/>
                  </a:cubicBezTo>
                  <a:lnTo>
                    <a:pt x="500" y="300"/>
                  </a:lnTo>
                  <a:lnTo>
                    <a:pt x="500" y="134"/>
                  </a:lnTo>
                  <a:cubicBezTo>
                    <a:pt x="500" y="67"/>
                    <a:pt x="300" y="0"/>
                    <a:pt x="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5" name="Google Shape;165;p2"/>
            <p:cNvSpPr/>
            <p:nvPr/>
          </p:nvSpPr>
          <p:spPr>
            <a:xfrm>
              <a:off x="5846000" y="5270050"/>
              <a:ext cx="17550" cy="21100"/>
            </a:xfrm>
            <a:custGeom>
              <a:avLst/>
              <a:gdLst/>
              <a:ahLst/>
              <a:cxnLst/>
              <a:rect l="l" t="t" r="r" b="b"/>
              <a:pathLst>
                <a:path w="702" h="844" extrusionOk="0">
                  <a:moveTo>
                    <a:pt x="568" y="0"/>
                  </a:moveTo>
                  <a:lnTo>
                    <a:pt x="401" y="67"/>
                  </a:lnTo>
                  <a:cubicBezTo>
                    <a:pt x="335" y="134"/>
                    <a:pt x="234" y="201"/>
                    <a:pt x="168" y="301"/>
                  </a:cubicBezTo>
                  <a:cubicBezTo>
                    <a:pt x="34" y="467"/>
                    <a:pt x="1" y="734"/>
                    <a:pt x="1" y="734"/>
                  </a:cubicBezTo>
                  <a:cubicBezTo>
                    <a:pt x="1" y="789"/>
                    <a:pt x="112" y="843"/>
                    <a:pt x="153" y="843"/>
                  </a:cubicBezTo>
                  <a:cubicBezTo>
                    <a:pt x="162" y="843"/>
                    <a:pt x="168" y="840"/>
                    <a:pt x="168" y="834"/>
                  </a:cubicBezTo>
                  <a:cubicBezTo>
                    <a:pt x="168" y="834"/>
                    <a:pt x="401" y="668"/>
                    <a:pt x="501" y="534"/>
                  </a:cubicBezTo>
                  <a:cubicBezTo>
                    <a:pt x="535" y="501"/>
                    <a:pt x="568" y="401"/>
                    <a:pt x="601" y="334"/>
                  </a:cubicBezTo>
                  <a:cubicBezTo>
                    <a:pt x="668" y="234"/>
                    <a:pt x="702" y="201"/>
                    <a:pt x="702" y="201"/>
                  </a:cubicBezTo>
                  <a:lnTo>
                    <a:pt x="56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6" name="Google Shape;166;p2"/>
            <p:cNvSpPr/>
            <p:nvPr/>
          </p:nvSpPr>
          <p:spPr>
            <a:xfrm>
              <a:off x="5879375" y="5275875"/>
              <a:ext cx="16700" cy="20875"/>
            </a:xfrm>
            <a:custGeom>
              <a:avLst/>
              <a:gdLst/>
              <a:ahLst/>
              <a:cxnLst/>
              <a:rect l="l" t="t" r="r" b="b"/>
              <a:pathLst>
                <a:path w="668" h="835" extrusionOk="0">
                  <a:moveTo>
                    <a:pt x="501" y="1"/>
                  </a:moveTo>
                  <a:cubicBezTo>
                    <a:pt x="501" y="1"/>
                    <a:pt x="434" y="68"/>
                    <a:pt x="367" y="101"/>
                  </a:cubicBezTo>
                  <a:cubicBezTo>
                    <a:pt x="267" y="134"/>
                    <a:pt x="167" y="234"/>
                    <a:pt x="100" y="301"/>
                  </a:cubicBezTo>
                  <a:cubicBezTo>
                    <a:pt x="34" y="435"/>
                    <a:pt x="0" y="735"/>
                    <a:pt x="0" y="735"/>
                  </a:cubicBezTo>
                  <a:cubicBezTo>
                    <a:pt x="0" y="735"/>
                    <a:pt x="167" y="835"/>
                    <a:pt x="200" y="835"/>
                  </a:cubicBezTo>
                  <a:cubicBezTo>
                    <a:pt x="200" y="835"/>
                    <a:pt x="434" y="668"/>
                    <a:pt x="534" y="568"/>
                  </a:cubicBezTo>
                  <a:cubicBezTo>
                    <a:pt x="567" y="501"/>
                    <a:pt x="567" y="435"/>
                    <a:pt x="601" y="334"/>
                  </a:cubicBezTo>
                  <a:cubicBezTo>
                    <a:pt x="667" y="268"/>
                    <a:pt x="667" y="168"/>
                    <a:pt x="667" y="168"/>
                  </a:cubicBezTo>
                  <a:lnTo>
                    <a:pt x="5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7" name="Google Shape;167;p2"/>
            <p:cNvSpPr/>
            <p:nvPr/>
          </p:nvSpPr>
          <p:spPr>
            <a:xfrm>
              <a:off x="5902725" y="5285900"/>
              <a:ext cx="20025" cy="30050"/>
            </a:xfrm>
            <a:custGeom>
              <a:avLst/>
              <a:gdLst/>
              <a:ahLst/>
              <a:cxnLst/>
              <a:rect l="l" t="t" r="r" b="b"/>
              <a:pathLst>
                <a:path w="801" h="1202" extrusionOk="0">
                  <a:moveTo>
                    <a:pt x="601" y="0"/>
                  </a:moveTo>
                  <a:cubicBezTo>
                    <a:pt x="601" y="0"/>
                    <a:pt x="301" y="267"/>
                    <a:pt x="167" y="501"/>
                  </a:cubicBezTo>
                  <a:cubicBezTo>
                    <a:pt x="67" y="701"/>
                    <a:pt x="0" y="1101"/>
                    <a:pt x="0" y="1101"/>
                  </a:cubicBezTo>
                  <a:cubicBezTo>
                    <a:pt x="0" y="1101"/>
                    <a:pt x="234" y="1201"/>
                    <a:pt x="267" y="1201"/>
                  </a:cubicBezTo>
                  <a:cubicBezTo>
                    <a:pt x="267" y="1201"/>
                    <a:pt x="501" y="901"/>
                    <a:pt x="601" y="701"/>
                  </a:cubicBezTo>
                  <a:cubicBezTo>
                    <a:pt x="734" y="501"/>
                    <a:pt x="801" y="100"/>
                    <a:pt x="801" y="100"/>
                  </a:cubicBezTo>
                  <a:lnTo>
                    <a:pt x="6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8" name="Google Shape;168;p2"/>
            <p:cNvSpPr/>
            <p:nvPr/>
          </p:nvSpPr>
          <p:spPr>
            <a:xfrm>
              <a:off x="6064500" y="5179975"/>
              <a:ext cx="25875" cy="23375"/>
            </a:xfrm>
            <a:custGeom>
              <a:avLst/>
              <a:gdLst/>
              <a:ahLst/>
              <a:cxnLst/>
              <a:rect l="l" t="t" r="r" b="b"/>
              <a:pathLst>
                <a:path w="1035" h="935" extrusionOk="0">
                  <a:moveTo>
                    <a:pt x="935" y="1"/>
                  </a:moveTo>
                  <a:cubicBezTo>
                    <a:pt x="935" y="1"/>
                    <a:pt x="534" y="101"/>
                    <a:pt x="334" y="268"/>
                  </a:cubicBezTo>
                  <a:cubicBezTo>
                    <a:pt x="167" y="434"/>
                    <a:pt x="1" y="801"/>
                    <a:pt x="1" y="801"/>
                  </a:cubicBezTo>
                  <a:cubicBezTo>
                    <a:pt x="1" y="801"/>
                    <a:pt x="167" y="935"/>
                    <a:pt x="201" y="935"/>
                  </a:cubicBezTo>
                  <a:cubicBezTo>
                    <a:pt x="201" y="935"/>
                    <a:pt x="501" y="768"/>
                    <a:pt x="668" y="635"/>
                  </a:cubicBezTo>
                  <a:cubicBezTo>
                    <a:pt x="801" y="501"/>
                    <a:pt x="1035" y="234"/>
                    <a:pt x="1035" y="234"/>
                  </a:cubicBezTo>
                  <a:lnTo>
                    <a:pt x="93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9" name="Google Shape;169;p2"/>
            <p:cNvSpPr/>
            <p:nvPr/>
          </p:nvSpPr>
          <p:spPr>
            <a:xfrm>
              <a:off x="6080350" y="5203325"/>
              <a:ext cx="24200" cy="25050"/>
            </a:xfrm>
            <a:custGeom>
              <a:avLst/>
              <a:gdLst/>
              <a:ahLst/>
              <a:cxnLst/>
              <a:rect l="l" t="t" r="r" b="b"/>
              <a:pathLst>
                <a:path w="968" h="1002" extrusionOk="0">
                  <a:moveTo>
                    <a:pt x="734" y="1"/>
                  </a:moveTo>
                  <a:cubicBezTo>
                    <a:pt x="734" y="1"/>
                    <a:pt x="401" y="168"/>
                    <a:pt x="301" y="334"/>
                  </a:cubicBezTo>
                  <a:cubicBezTo>
                    <a:pt x="167" y="501"/>
                    <a:pt x="0" y="835"/>
                    <a:pt x="0" y="835"/>
                  </a:cubicBezTo>
                  <a:cubicBezTo>
                    <a:pt x="0" y="835"/>
                    <a:pt x="167" y="968"/>
                    <a:pt x="201" y="1002"/>
                  </a:cubicBezTo>
                  <a:cubicBezTo>
                    <a:pt x="201" y="1002"/>
                    <a:pt x="534" y="835"/>
                    <a:pt x="668" y="668"/>
                  </a:cubicBezTo>
                  <a:cubicBezTo>
                    <a:pt x="801" y="501"/>
                    <a:pt x="968" y="168"/>
                    <a:pt x="968" y="168"/>
                  </a:cubicBezTo>
                  <a:cubicBezTo>
                    <a:pt x="968" y="134"/>
                    <a:pt x="734" y="1"/>
                    <a:pt x="7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0" name="Google Shape;170;p2"/>
            <p:cNvSpPr/>
            <p:nvPr/>
          </p:nvSpPr>
          <p:spPr>
            <a:xfrm>
              <a:off x="6100350" y="5230025"/>
              <a:ext cx="18375" cy="19200"/>
            </a:xfrm>
            <a:custGeom>
              <a:avLst/>
              <a:gdLst/>
              <a:ahLst/>
              <a:cxnLst/>
              <a:rect l="l" t="t" r="r" b="b"/>
              <a:pathLst>
                <a:path w="735" h="768" extrusionOk="0">
                  <a:moveTo>
                    <a:pt x="535" y="0"/>
                  </a:moveTo>
                  <a:cubicBezTo>
                    <a:pt x="535" y="0"/>
                    <a:pt x="268" y="100"/>
                    <a:pt x="201" y="234"/>
                  </a:cubicBezTo>
                  <a:cubicBezTo>
                    <a:pt x="68" y="334"/>
                    <a:pt x="1" y="601"/>
                    <a:pt x="1" y="601"/>
                  </a:cubicBezTo>
                  <a:cubicBezTo>
                    <a:pt x="1" y="601"/>
                    <a:pt x="101" y="767"/>
                    <a:pt x="201" y="767"/>
                  </a:cubicBezTo>
                  <a:cubicBezTo>
                    <a:pt x="201" y="767"/>
                    <a:pt x="435" y="667"/>
                    <a:pt x="568" y="567"/>
                  </a:cubicBezTo>
                  <a:cubicBezTo>
                    <a:pt x="668" y="434"/>
                    <a:pt x="735" y="134"/>
                    <a:pt x="735" y="134"/>
                  </a:cubicBezTo>
                  <a:lnTo>
                    <a:pt x="53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1" name="Google Shape;171;p2"/>
            <p:cNvSpPr/>
            <p:nvPr/>
          </p:nvSpPr>
          <p:spPr>
            <a:xfrm>
              <a:off x="6111200" y="5261700"/>
              <a:ext cx="12525" cy="16700"/>
            </a:xfrm>
            <a:custGeom>
              <a:avLst/>
              <a:gdLst/>
              <a:ahLst/>
              <a:cxnLst/>
              <a:rect l="l" t="t" r="r" b="b"/>
              <a:pathLst>
                <a:path w="501" h="668" extrusionOk="0">
                  <a:moveTo>
                    <a:pt x="334" y="1"/>
                  </a:moveTo>
                  <a:cubicBezTo>
                    <a:pt x="334" y="1"/>
                    <a:pt x="267" y="1"/>
                    <a:pt x="234" y="34"/>
                  </a:cubicBezTo>
                  <a:lnTo>
                    <a:pt x="67" y="201"/>
                  </a:lnTo>
                  <a:cubicBezTo>
                    <a:pt x="1" y="234"/>
                    <a:pt x="1" y="334"/>
                    <a:pt x="1" y="368"/>
                  </a:cubicBezTo>
                  <a:lnTo>
                    <a:pt x="1" y="501"/>
                  </a:lnTo>
                  <a:cubicBezTo>
                    <a:pt x="1" y="535"/>
                    <a:pt x="167" y="668"/>
                    <a:pt x="167" y="668"/>
                  </a:cubicBezTo>
                  <a:cubicBezTo>
                    <a:pt x="167" y="668"/>
                    <a:pt x="267" y="668"/>
                    <a:pt x="301" y="635"/>
                  </a:cubicBezTo>
                  <a:lnTo>
                    <a:pt x="468" y="468"/>
                  </a:lnTo>
                  <a:cubicBezTo>
                    <a:pt x="501" y="401"/>
                    <a:pt x="501" y="334"/>
                    <a:pt x="501" y="301"/>
                  </a:cubicBezTo>
                  <a:lnTo>
                    <a:pt x="501" y="168"/>
                  </a:lnTo>
                  <a:lnTo>
                    <a:pt x="33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2" name="Google Shape;172;p2"/>
            <p:cNvSpPr/>
            <p:nvPr/>
          </p:nvSpPr>
          <p:spPr>
            <a:xfrm>
              <a:off x="6130375" y="5282550"/>
              <a:ext cx="15875" cy="19775"/>
            </a:xfrm>
            <a:custGeom>
              <a:avLst/>
              <a:gdLst/>
              <a:ahLst/>
              <a:cxnLst/>
              <a:rect l="l" t="t" r="r" b="b"/>
              <a:pathLst>
                <a:path w="635" h="791" extrusionOk="0">
                  <a:moveTo>
                    <a:pt x="368" y="1"/>
                  </a:moveTo>
                  <a:cubicBezTo>
                    <a:pt x="368" y="1"/>
                    <a:pt x="201" y="168"/>
                    <a:pt x="134" y="301"/>
                  </a:cubicBezTo>
                  <a:cubicBezTo>
                    <a:pt x="34" y="468"/>
                    <a:pt x="1" y="735"/>
                    <a:pt x="1" y="735"/>
                  </a:cubicBezTo>
                  <a:cubicBezTo>
                    <a:pt x="1" y="735"/>
                    <a:pt x="113" y="791"/>
                    <a:pt x="170" y="791"/>
                  </a:cubicBezTo>
                  <a:cubicBezTo>
                    <a:pt x="188" y="791"/>
                    <a:pt x="201" y="785"/>
                    <a:pt x="201" y="768"/>
                  </a:cubicBezTo>
                  <a:cubicBezTo>
                    <a:pt x="201" y="768"/>
                    <a:pt x="468" y="635"/>
                    <a:pt x="535" y="501"/>
                  </a:cubicBezTo>
                  <a:cubicBezTo>
                    <a:pt x="568" y="401"/>
                    <a:pt x="635" y="334"/>
                    <a:pt x="635" y="201"/>
                  </a:cubicBezTo>
                  <a:lnTo>
                    <a:pt x="635" y="34"/>
                  </a:lnTo>
                  <a:lnTo>
                    <a:pt x="36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3" name="Google Shape;173;p2"/>
            <p:cNvSpPr/>
            <p:nvPr/>
          </p:nvSpPr>
          <p:spPr>
            <a:xfrm>
              <a:off x="6139550" y="5311750"/>
              <a:ext cx="13375" cy="16700"/>
            </a:xfrm>
            <a:custGeom>
              <a:avLst/>
              <a:gdLst/>
              <a:ahLst/>
              <a:cxnLst/>
              <a:rect l="l" t="t" r="r" b="b"/>
              <a:pathLst>
                <a:path w="535" h="668" extrusionOk="0">
                  <a:moveTo>
                    <a:pt x="334" y="0"/>
                  </a:moveTo>
                  <a:cubicBezTo>
                    <a:pt x="334" y="0"/>
                    <a:pt x="168" y="67"/>
                    <a:pt x="101" y="200"/>
                  </a:cubicBezTo>
                  <a:cubicBezTo>
                    <a:pt x="1" y="300"/>
                    <a:pt x="1" y="534"/>
                    <a:pt x="1" y="534"/>
                  </a:cubicBezTo>
                  <a:cubicBezTo>
                    <a:pt x="1" y="534"/>
                    <a:pt x="168" y="667"/>
                    <a:pt x="201" y="667"/>
                  </a:cubicBezTo>
                  <a:cubicBezTo>
                    <a:pt x="201" y="667"/>
                    <a:pt x="368" y="567"/>
                    <a:pt x="468" y="467"/>
                  </a:cubicBezTo>
                  <a:cubicBezTo>
                    <a:pt x="534" y="367"/>
                    <a:pt x="534" y="134"/>
                    <a:pt x="534" y="134"/>
                  </a:cubicBezTo>
                  <a:lnTo>
                    <a:pt x="3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4" name="Google Shape;174;p2"/>
            <p:cNvSpPr/>
            <p:nvPr/>
          </p:nvSpPr>
          <p:spPr>
            <a:xfrm>
              <a:off x="6164575" y="5332600"/>
              <a:ext cx="15025" cy="25650"/>
            </a:xfrm>
            <a:custGeom>
              <a:avLst/>
              <a:gdLst/>
              <a:ahLst/>
              <a:cxnLst/>
              <a:rect l="l" t="t" r="r" b="b"/>
              <a:pathLst>
                <a:path w="601" h="1026" extrusionOk="0">
                  <a:moveTo>
                    <a:pt x="234" y="0"/>
                  </a:moveTo>
                  <a:lnTo>
                    <a:pt x="167" y="167"/>
                  </a:lnTo>
                  <a:cubicBezTo>
                    <a:pt x="134" y="234"/>
                    <a:pt x="34" y="367"/>
                    <a:pt x="34" y="467"/>
                  </a:cubicBezTo>
                  <a:cubicBezTo>
                    <a:pt x="34" y="534"/>
                    <a:pt x="0" y="667"/>
                    <a:pt x="34" y="801"/>
                  </a:cubicBezTo>
                  <a:cubicBezTo>
                    <a:pt x="34" y="901"/>
                    <a:pt x="101" y="1001"/>
                    <a:pt x="101" y="1001"/>
                  </a:cubicBezTo>
                  <a:cubicBezTo>
                    <a:pt x="101" y="1018"/>
                    <a:pt x="151" y="1026"/>
                    <a:pt x="205" y="1026"/>
                  </a:cubicBezTo>
                  <a:cubicBezTo>
                    <a:pt x="259" y="1026"/>
                    <a:pt x="317" y="1018"/>
                    <a:pt x="334" y="1001"/>
                  </a:cubicBezTo>
                  <a:lnTo>
                    <a:pt x="434" y="834"/>
                  </a:lnTo>
                  <a:cubicBezTo>
                    <a:pt x="467" y="734"/>
                    <a:pt x="534" y="634"/>
                    <a:pt x="534" y="534"/>
                  </a:cubicBezTo>
                  <a:cubicBezTo>
                    <a:pt x="534" y="467"/>
                    <a:pt x="601" y="334"/>
                    <a:pt x="534" y="200"/>
                  </a:cubicBezTo>
                  <a:cubicBezTo>
                    <a:pt x="534" y="67"/>
                    <a:pt x="501" y="0"/>
                    <a:pt x="5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5" name="Google Shape;175;p2"/>
            <p:cNvSpPr/>
            <p:nvPr/>
          </p:nvSpPr>
          <p:spPr>
            <a:xfrm>
              <a:off x="3478625" y="4820250"/>
              <a:ext cx="241725" cy="108800"/>
            </a:xfrm>
            <a:custGeom>
              <a:avLst/>
              <a:gdLst/>
              <a:ahLst/>
              <a:cxnLst/>
              <a:rect l="l" t="t" r="r" b="b"/>
              <a:pathLst>
                <a:path w="9669" h="4352" extrusionOk="0">
                  <a:moveTo>
                    <a:pt x="9381" y="1"/>
                  </a:moveTo>
                  <a:cubicBezTo>
                    <a:pt x="9346" y="1"/>
                    <a:pt x="9317" y="5"/>
                    <a:pt x="9302" y="13"/>
                  </a:cubicBezTo>
                  <a:cubicBezTo>
                    <a:pt x="9302" y="13"/>
                    <a:pt x="9302" y="80"/>
                    <a:pt x="9235" y="180"/>
                  </a:cubicBezTo>
                  <a:cubicBezTo>
                    <a:pt x="9235" y="313"/>
                    <a:pt x="9202" y="447"/>
                    <a:pt x="9168" y="580"/>
                  </a:cubicBezTo>
                  <a:cubicBezTo>
                    <a:pt x="9068" y="914"/>
                    <a:pt x="8901" y="1414"/>
                    <a:pt x="8668" y="1881"/>
                  </a:cubicBezTo>
                  <a:cubicBezTo>
                    <a:pt x="8368" y="2348"/>
                    <a:pt x="7967" y="2815"/>
                    <a:pt x="7467" y="3048"/>
                  </a:cubicBezTo>
                  <a:cubicBezTo>
                    <a:pt x="6967" y="3315"/>
                    <a:pt x="6366" y="3415"/>
                    <a:pt x="5833" y="3482"/>
                  </a:cubicBezTo>
                  <a:cubicBezTo>
                    <a:pt x="4798" y="3615"/>
                    <a:pt x="3331" y="3515"/>
                    <a:pt x="2163" y="3615"/>
                  </a:cubicBezTo>
                  <a:cubicBezTo>
                    <a:pt x="1563" y="3649"/>
                    <a:pt x="1062" y="3716"/>
                    <a:pt x="696" y="3816"/>
                  </a:cubicBezTo>
                  <a:cubicBezTo>
                    <a:pt x="329" y="3882"/>
                    <a:pt x="128" y="3982"/>
                    <a:pt x="128" y="3982"/>
                  </a:cubicBezTo>
                  <a:cubicBezTo>
                    <a:pt x="1" y="4014"/>
                    <a:pt x="56" y="4351"/>
                    <a:pt x="178" y="4351"/>
                  </a:cubicBezTo>
                  <a:cubicBezTo>
                    <a:pt x="184" y="4351"/>
                    <a:pt x="189" y="4351"/>
                    <a:pt x="195" y="4349"/>
                  </a:cubicBezTo>
                  <a:cubicBezTo>
                    <a:pt x="195" y="4349"/>
                    <a:pt x="395" y="4316"/>
                    <a:pt x="729" y="4249"/>
                  </a:cubicBezTo>
                  <a:cubicBezTo>
                    <a:pt x="1129" y="4216"/>
                    <a:pt x="1563" y="4183"/>
                    <a:pt x="2163" y="4183"/>
                  </a:cubicBezTo>
                  <a:cubicBezTo>
                    <a:pt x="2982" y="4207"/>
                    <a:pt x="3957" y="4300"/>
                    <a:pt x="4876" y="4300"/>
                  </a:cubicBezTo>
                  <a:cubicBezTo>
                    <a:pt x="5229" y="4300"/>
                    <a:pt x="5575" y="4286"/>
                    <a:pt x="5899" y="4249"/>
                  </a:cubicBezTo>
                  <a:cubicBezTo>
                    <a:pt x="6500" y="4183"/>
                    <a:pt x="7167" y="4049"/>
                    <a:pt x="7801" y="3682"/>
                  </a:cubicBezTo>
                  <a:cubicBezTo>
                    <a:pt x="8368" y="3315"/>
                    <a:pt x="8868" y="2715"/>
                    <a:pt x="9135" y="2181"/>
                  </a:cubicBezTo>
                  <a:cubicBezTo>
                    <a:pt x="9402" y="1614"/>
                    <a:pt x="9502" y="1080"/>
                    <a:pt x="9569" y="713"/>
                  </a:cubicBezTo>
                  <a:cubicBezTo>
                    <a:pt x="9635" y="547"/>
                    <a:pt x="9669" y="380"/>
                    <a:pt x="9669" y="313"/>
                  </a:cubicBezTo>
                  <a:lnTo>
                    <a:pt x="9669" y="146"/>
                  </a:lnTo>
                  <a:cubicBezTo>
                    <a:pt x="9669" y="44"/>
                    <a:pt x="9493" y="1"/>
                    <a:pt x="93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6" name="Google Shape;176;p2"/>
            <p:cNvSpPr/>
            <p:nvPr/>
          </p:nvSpPr>
          <p:spPr>
            <a:xfrm>
              <a:off x="4719875" y="4004150"/>
              <a:ext cx="730050" cy="482700"/>
            </a:xfrm>
            <a:custGeom>
              <a:avLst/>
              <a:gdLst/>
              <a:ahLst/>
              <a:cxnLst/>
              <a:rect l="l" t="t" r="r" b="b"/>
              <a:pathLst>
                <a:path w="29202" h="19308" extrusionOk="0">
                  <a:moveTo>
                    <a:pt x="28734" y="0"/>
                  </a:moveTo>
                  <a:cubicBezTo>
                    <a:pt x="28734" y="0"/>
                    <a:pt x="28568" y="34"/>
                    <a:pt x="28234" y="100"/>
                  </a:cubicBezTo>
                  <a:cubicBezTo>
                    <a:pt x="28067" y="100"/>
                    <a:pt x="27834" y="167"/>
                    <a:pt x="27634" y="200"/>
                  </a:cubicBezTo>
                  <a:cubicBezTo>
                    <a:pt x="27400" y="267"/>
                    <a:pt x="27167" y="367"/>
                    <a:pt x="26900" y="467"/>
                  </a:cubicBezTo>
                  <a:cubicBezTo>
                    <a:pt x="26399" y="701"/>
                    <a:pt x="25766" y="1034"/>
                    <a:pt x="25165" y="1601"/>
                  </a:cubicBezTo>
                  <a:cubicBezTo>
                    <a:pt x="24598" y="2102"/>
                    <a:pt x="24064" y="2769"/>
                    <a:pt x="23464" y="3436"/>
                  </a:cubicBezTo>
                  <a:cubicBezTo>
                    <a:pt x="22897" y="4103"/>
                    <a:pt x="22230" y="4770"/>
                    <a:pt x="21429" y="5271"/>
                  </a:cubicBezTo>
                  <a:lnTo>
                    <a:pt x="20795" y="5638"/>
                  </a:lnTo>
                  <a:lnTo>
                    <a:pt x="20495" y="5838"/>
                  </a:lnTo>
                  <a:lnTo>
                    <a:pt x="20162" y="6004"/>
                  </a:lnTo>
                  <a:lnTo>
                    <a:pt x="19561" y="6338"/>
                  </a:lnTo>
                  <a:lnTo>
                    <a:pt x="18894" y="6605"/>
                  </a:lnTo>
                  <a:cubicBezTo>
                    <a:pt x="17993" y="6938"/>
                    <a:pt x="17059" y="7105"/>
                    <a:pt x="16092" y="7272"/>
                  </a:cubicBezTo>
                  <a:cubicBezTo>
                    <a:pt x="15592" y="7339"/>
                    <a:pt x="15125" y="7439"/>
                    <a:pt x="14658" y="7506"/>
                  </a:cubicBezTo>
                  <a:cubicBezTo>
                    <a:pt x="14224" y="7639"/>
                    <a:pt x="13757" y="7706"/>
                    <a:pt x="13323" y="7806"/>
                  </a:cubicBezTo>
                  <a:cubicBezTo>
                    <a:pt x="11622" y="8206"/>
                    <a:pt x="9721" y="8873"/>
                    <a:pt x="7919" y="9841"/>
                  </a:cubicBezTo>
                  <a:cubicBezTo>
                    <a:pt x="6118" y="10808"/>
                    <a:pt x="4450" y="12109"/>
                    <a:pt x="3283" y="13476"/>
                  </a:cubicBezTo>
                  <a:cubicBezTo>
                    <a:pt x="2082" y="14844"/>
                    <a:pt x="1281" y="16278"/>
                    <a:pt x="781" y="17279"/>
                  </a:cubicBezTo>
                  <a:cubicBezTo>
                    <a:pt x="648" y="17546"/>
                    <a:pt x="548" y="17780"/>
                    <a:pt x="447" y="17980"/>
                  </a:cubicBezTo>
                  <a:cubicBezTo>
                    <a:pt x="381" y="18180"/>
                    <a:pt x="281" y="18380"/>
                    <a:pt x="247" y="18513"/>
                  </a:cubicBezTo>
                  <a:cubicBezTo>
                    <a:pt x="147" y="18814"/>
                    <a:pt x="81" y="18980"/>
                    <a:pt x="81" y="18980"/>
                  </a:cubicBezTo>
                  <a:cubicBezTo>
                    <a:pt x="1" y="19179"/>
                    <a:pt x="76" y="19307"/>
                    <a:pt x="184" y="19307"/>
                  </a:cubicBezTo>
                  <a:cubicBezTo>
                    <a:pt x="258" y="19307"/>
                    <a:pt x="347" y="19249"/>
                    <a:pt x="414" y="19114"/>
                  </a:cubicBezTo>
                  <a:cubicBezTo>
                    <a:pt x="414" y="19114"/>
                    <a:pt x="481" y="18980"/>
                    <a:pt x="614" y="18680"/>
                  </a:cubicBezTo>
                  <a:cubicBezTo>
                    <a:pt x="714" y="18547"/>
                    <a:pt x="781" y="18380"/>
                    <a:pt x="881" y="18180"/>
                  </a:cubicBezTo>
                  <a:cubicBezTo>
                    <a:pt x="948" y="17980"/>
                    <a:pt x="1081" y="17780"/>
                    <a:pt x="1215" y="17513"/>
                  </a:cubicBezTo>
                  <a:cubicBezTo>
                    <a:pt x="1748" y="16512"/>
                    <a:pt x="2549" y="15178"/>
                    <a:pt x="3750" y="13877"/>
                  </a:cubicBezTo>
                  <a:cubicBezTo>
                    <a:pt x="4951" y="12542"/>
                    <a:pt x="6552" y="11375"/>
                    <a:pt x="8286" y="10474"/>
                  </a:cubicBezTo>
                  <a:cubicBezTo>
                    <a:pt x="10054" y="9540"/>
                    <a:pt x="11922" y="8940"/>
                    <a:pt x="13590" y="8506"/>
                  </a:cubicBezTo>
                  <a:cubicBezTo>
                    <a:pt x="13990" y="8440"/>
                    <a:pt x="14424" y="8306"/>
                    <a:pt x="14891" y="8206"/>
                  </a:cubicBezTo>
                  <a:cubicBezTo>
                    <a:pt x="15291" y="8139"/>
                    <a:pt x="15792" y="8039"/>
                    <a:pt x="16259" y="7973"/>
                  </a:cubicBezTo>
                  <a:cubicBezTo>
                    <a:pt x="17226" y="7806"/>
                    <a:pt x="18227" y="7606"/>
                    <a:pt x="19161" y="7205"/>
                  </a:cubicBezTo>
                  <a:lnTo>
                    <a:pt x="19895" y="6938"/>
                  </a:lnTo>
                  <a:lnTo>
                    <a:pt x="20562" y="6538"/>
                  </a:lnTo>
                  <a:lnTo>
                    <a:pt x="20895" y="6405"/>
                  </a:lnTo>
                  <a:lnTo>
                    <a:pt x="21229" y="6171"/>
                  </a:lnTo>
                  <a:cubicBezTo>
                    <a:pt x="21429" y="6038"/>
                    <a:pt x="21629" y="5904"/>
                    <a:pt x="21829" y="5771"/>
                  </a:cubicBezTo>
                  <a:cubicBezTo>
                    <a:pt x="22663" y="5204"/>
                    <a:pt x="23397" y="4503"/>
                    <a:pt x="23964" y="3803"/>
                  </a:cubicBezTo>
                  <a:cubicBezTo>
                    <a:pt x="24565" y="3136"/>
                    <a:pt x="25065" y="2469"/>
                    <a:pt x="25599" y="1968"/>
                  </a:cubicBezTo>
                  <a:cubicBezTo>
                    <a:pt x="26132" y="1468"/>
                    <a:pt x="26700" y="1134"/>
                    <a:pt x="27167" y="901"/>
                  </a:cubicBezTo>
                  <a:cubicBezTo>
                    <a:pt x="27433" y="801"/>
                    <a:pt x="27634" y="667"/>
                    <a:pt x="27867" y="634"/>
                  </a:cubicBezTo>
                  <a:cubicBezTo>
                    <a:pt x="28067" y="567"/>
                    <a:pt x="28267" y="501"/>
                    <a:pt x="28401" y="467"/>
                  </a:cubicBezTo>
                  <a:cubicBezTo>
                    <a:pt x="28701" y="434"/>
                    <a:pt x="28868" y="400"/>
                    <a:pt x="28868" y="400"/>
                  </a:cubicBezTo>
                  <a:cubicBezTo>
                    <a:pt x="29201" y="300"/>
                    <a:pt x="29135" y="0"/>
                    <a:pt x="287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7" name="Google Shape;177;p2"/>
            <p:cNvSpPr/>
            <p:nvPr/>
          </p:nvSpPr>
          <p:spPr>
            <a:xfrm>
              <a:off x="4549575" y="5150750"/>
              <a:ext cx="621825" cy="295275"/>
            </a:xfrm>
            <a:custGeom>
              <a:avLst/>
              <a:gdLst/>
              <a:ahLst/>
              <a:cxnLst/>
              <a:rect l="l" t="t" r="r" b="b"/>
              <a:pathLst>
                <a:path w="24873" h="11811" extrusionOk="0">
                  <a:moveTo>
                    <a:pt x="314" y="0"/>
                  </a:moveTo>
                  <a:cubicBezTo>
                    <a:pt x="49" y="0"/>
                    <a:pt x="0" y="307"/>
                    <a:pt x="254" y="403"/>
                  </a:cubicBezTo>
                  <a:cubicBezTo>
                    <a:pt x="254" y="403"/>
                    <a:pt x="388" y="436"/>
                    <a:pt x="621" y="469"/>
                  </a:cubicBezTo>
                  <a:cubicBezTo>
                    <a:pt x="888" y="503"/>
                    <a:pt x="1255" y="569"/>
                    <a:pt x="1722" y="636"/>
                  </a:cubicBezTo>
                  <a:cubicBezTo>
                    <a:pt x="2656" y="770"/>
                    <a:pt x="3924" y="803"/>
                    <a:pt x="5391" y="803"/>
                  </a:cubicBezTo>
                  <a:cubicBezTo>
                    <a:pt x="6859" y="836"/>
                    <a:pt x="8494" y="836"/>
                    <a:pt x="10061" y="1036"/>
                  </a:cubicBezTo>
                  <a:cubicBezTo>
                    <a:pt x="11663" y="1270"/>
                    <a:pt x="13130" y="1837"/>
                    <a:pt x="14231" y="2638"/>
                  </a:cubicBezTo>
                  <a:cubicBezTo>
                    <a:pt x="15365" y="3438"/>
                    <a:pt x="16333" y="4672"/>
                    <a:pt x="17100" y="6107"/>
                  </a:cubicBezTo>
                  <a:cubicBezTo>
                    <a:pt x="17934" y="7474"/>
                    <a:pt x="18701" y="8975"/>
                    <a:pt x="19735" y="10110"/>
                  </a:cubicBezTo>
                  <a:cubicBezTo>
                    <a:pt x="20235" y="10643"/>
                    <a:pt x="20869" y="11110"/>
                    <a:pt x="21436" y="11344"/>
                  </a:cubicBezTo>
                  <a:cubicBezTo>
                    <a:pt x="22037" y="11611"/>
                    <a:pt x="22604" y="11744"/>
                    <a:pt x="23071" y="11777"/>
                  </a:cubicBezTo>
                  <a:cubicBezTo>
                    <a:pt x="23271" y="11811"/>
                    <a:pt x="23538" y="11811"/>
                    <a:pt x="23705" y="11811"/>
                  </a:cubicBezTo>
                  <a:lnTo>
                    <a:pt x="24172" y="11811"/>
                  </a:lnTo>
                  <a:cubicBezTo>
                    <a:pt x="24438" y="11777"/>
                    <a:pt x="24572" y="11777"/>
                    <a:pt x="24572" y="11777"/>
                  </a:cubicBezTo>
                  <a:cubicBezTo>
                    <a:pt x="24872" y="11744"/>
                    <a:pt x="24839" y="11411"/>
                    <a:pt x="24572" y="11411"/>
                  </a:cubicBezTo>
                  <a:cubicBezTo>
                    <a:pt x="24572" y="11411"/>
                    <a:pt x="24438" y="11444"/>
                    <a:pt x="24205" y="11444"/>
                  </a:cubicBezTo>
                  <a:lnTo>
                    <a:pt x="23738" y="11444"/>
                  </a:lnTo>
                  <a:cubicBezTo>
                    <a:pt x="23571" y="11444"/>
                    <a:pt x="23371" y="11444"/>
                    <a:pt x="23137" y="11411"/>
                  </a:cubicBezTo>
                  <a:cubicBezTo>
                    <a:pt x="22704" y="11310"/>
                    <a:pt x="22203" y="11177"/>
                    <a:pt x="21636" y="10944"/>
                  </a:cubicBezTo>
                  <a:cubicBezTo>
                    <a:pt x="21136" y="10643"/>
                    <a:pt x="20602" y="10276"/>
                    <a:pt x="20135" y="9743"/>
                  </a:cubicBezTo>
                  <a:cubicBezTo>
                    <a:pt x="19201" y="8675"/>
                    <a:pt x="18467" y="7174"/>
                    <a:pt x="17700" y="5773"/>
                  </a:cubicBezTo>
                  <a:cubicBezTo>
                    <a:pt x="16933" y="4339"/>
                    <a:pt x="15932" y="2938"/>
                    <a:pt x="14698" y="2070"/>
                  </a:cubicBezTo>
                  <a:cubicBezTo>
                    <a:pt x="13464" y="1170"/>
                    <a:pt x="11863" y="603"/>
                    <a:pt x="10195" y="403"/>
                  </a:cubicBezTo>
                  <a:cubicBezTo>
                    <a:pt x="9247" y="270"/>
                    <a:pt x="8299" y="234"/>
                    <a:pt x="7388" y="234"/>
                  </a:cubicBezTo>
                  <a:cubicBezTo>
                    <a:pt x="6696" y="234"/>
                    <a:pt x="6025" y="255"/>
                    <a:pt x="5391" y="269"/>
                  </a:cubicBezTo>
                  <a:cubicBezTo>
                    <a:pt x="4784" y="283"/>
                    <a:pt x="4216" y="291"/>
                    <a:pt x="3693" y="291"/>
                  </a:cubicBezTo>
                  <a:cubicBezTo>
                    <a:pt x="2953" y="291"/>
                    <a:pt x="2303" y="275"/>
                    <a:pt x="1756" y="236"/>
                  </a:cubicBezTo>
                  <a:cubicBezTo>
                    <a:pt x="1355" y="169"/>
                    <a:pt x="955" y="136"/>
                    <a:pt x="721" y="102"/>
                  </a:cubicBezTo>
                  <a:cubicBezTo>
                    <a:pt x="455" y="69"/>
                    <a:pt x="355" y="2"/>
                    <a:pt x="355" y="2"/>
                  </a:cubicBezTo>
                  <a:cubicBezTo>
                    <a:pt x="340" y="1"/>
                    <a:pt x="327" y="0"/>
                    <a:pt x="3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8" name="Google Shape;178;p2"/>
            <p:cNvSpPr/>
            <p:nvPr/>
          </p:nvSpPr>
          <p:spPr>
            <a:xfrm>
              <a:off x="6048075" y="3873150"/>
              <a:ext cx="430975" cy="143800"/>
            </a:xfrm>
            <a:custGeom>
              <a:avLst/>
              <a:gdLst/>
              <a:ahLst/>
              <a:cxnLst/>
              <a:rect l="l" t="t" r="r" b="b"/>
              <a:pathLst>
                <a:path w="17239" h="5752" extrusionOk="0">
                  <a:moveTo>
                    <a:pt x="262" y="0"/>
                  </a:moveTo>
                  <a:cubicBezTo>
                    <a:pt x="109" y="0"/>
                    <a:pt x="0" y="242"/>
                    <a:pt x="157" y="337"/>
                  </a:cubicBezTo>
                  <a:cubicBezTo>
                    <a:pt x="157" y="337"/>
                    <a:pt x="491" y="403"/>
                    <a:pt x="1025" y="637"/>
                  </a:cubicBezTo>
                  <a:cubicBezTo>
                    <a:pt x="1558" y="804"/>
                    <a:pt x="2359" y="1004"/>
                    <a:pt x="3293" y="1171"/>
                  </a:cubicBezTo>
                  <a:cubicBezTo>
                    <a:pt x="5127" y="1471"/>
                    <a:pt x="7362" y="1571"/>
                    <a:pt x="9130" y="1804"/>
                  </a:cubicBezTo>
                  <a:cubicBezTo>
                    <a:pt x="9597" y="1871"/>
                    <a:pt x="10031" y="1871"/>
                    <a:pt x="10498" y="2005"/>
                  </a:cubicBezTo>
                  <a:cubicBezTo>
                    <a:pt x="10731" y="2071"/>
                    <a:pt x="10965" y="2105"/>
                    <a:pt x="11198" y="2171"/>
                  </a:cubicBezTo>
                  <a:cubicBezTo>
                    <a:pt x="11465" y="2238"/>
                    <a:pt x="11665" y="2305"/>
                    <a:pt x="11932" y="2371"/>
                  </a:cubicBezTo>
                  <a:cubicBezTo>
                    <a:pt x="12166" y="2405"/>
                    <a:pt x="12366" y="2538"/>
                    <a:pt x="12633" y="2638"/>
                  </a:cubicBezTo>
                  <a:cubicBezTo>
                    <a:pt x="12833" y="2738"/>
                    <a:pt x="13100" y="2805"/>
                    <a:pt x="13300" y="2905"/>
                  </a:cubicBezTo>
                  <a:cubicBezTo>
                    <a:pt x="13700" y="3172"/>
                    <a:pt x="14167" y="3372"/>
                    <a:pt x="14501" y="3639"/>
                  </a:cubicBezTo>
                  <a:cubicBezTo>
                    <a:pt x="14701" y="3739"/>
                    <a:pt x="14868" y="3873"/>
                    <a:pt x="15035" y="4006"/>
                  </a:cubicBezTo>
                  <a:cubicBezTo>
                    <a:pt x="15201" y="4106"/>
                    <a:pt x="15368" y="4239"/>
                    <a:pt x="15502" y="4373"/>
                  </a:cubicBezTo>
                  <a:cubicBezTo>
                    <a:pt x="15735" y="4606"/>
                    <a:pt x="16035" y="4840"/>
                    <a:pt x="16202" y="5040"/>
                  </a:cubicBezTo>
                  <a:cubicBezTo>
                    <a:pt x="16636" y="5440"/>
                    <a:pt x="16836" y="5707"/>
                    <a:pt x="16836" y="5707"/>
                  </a:cubicBezTo>
                  <a:cubicBezTo>
                    <a:pt x="16875" y="5738"/>
                    <a:pt x="16919" y="5751"/>
                    <a:pt x="16962" y="5751"/>
                  </a:cubicBezTo>
                  <a:cubicBezTo>
                    <a:pt x="17105" y="5751"/>
                    <a:pt x="17238" y="5609"/>
                    <a:pt x="17136" y="5507"/>
                  </a:cubicBezTo>
                  <a:cubicBezTo>
                    <a:pt x="17136" y="5507"/>
                    <a:pt x="16936" y="5240"/>
                    <a:pt x="16536" y="4807"/>
                  </a:cubicBezTo>
                  <a:cubicBezTo>
                    <a:pt x="16369" y="4540"/>
                    <a:pt x="16135" y="4340"/>
                    <a:pt x="15835" y="4039"/>
                  </a:cubicBezTo>
                  <a:cubicBezTo>
                    <a:pt x="15668" y="3906"/>
                    <a:pt x="15535" y="3739"/>
                    <a:pt x="15368" y="3639"/>
                  </a:cubicBezTo>
                  <a:cubicBezTo>
                    <a:pt x="15201" y="3506"/>
                    <a:pt x="15001" y="3339"/>
                    <a:pt x="14834" y="3205"/>
                  </a:cubicBezTo>
                  <a:cubicBezTo>
                    <a:pt x="14467" y="2905"/>
                    <a:pt x="14034" y="2672"/>
                    <a:pt x="13600" y="2405"/>
                  </a:cubicBezTo>
                  <a:cubicBezTo>
                    <a:pt x="13367" y="2305"/>
                    <a:pt x="13133" y="2205"/>
                    <a:pt x="12866" y="2071"/>
                  </a:cubicBezTo>
                  <a:cubicBezTo>
                    <a:pt x="12633" y="1971"/>
                    <a:pt x="12366" y="1871"/>
                    <a:pt x="12132" y="1804"/>
                  </a:cubicBezTo>
                  <a:lnTo>
                    <a:pt x="11365" y="1538"/>
                  </a:lnTo>
                  <a:cubicBezTo>
                    <a:pt x="11132" y="1471"/>
                    <a:pt x="10865" y="1404"/>
                    <a:pt x="10631" y="1371"/>
                  </a:cubicBezTo>
                  <a:cubicBezTo>
                    <a:pt x="10131" y="1237"/>
                    <a:pt x="9664" y="1204"/>
                    <a:pt x="9197" y="1137"/>
                  </a:cubicBezTo>
                  <a:cubicBezTo>
                    <a:pt x="7429" y="904"/>
                    <a:pt x="5161" y="904"/>
                    <a:pt x="3360" y="670"/>
                  </a:cubicBezTo>
                  <a:cubicBezTo>
                    <a:pt x="2492" y="537"/>
                    <a:pt x="1692" y="370"/>
                    <a:pt x="1158" y="237"/>
                  </a:cubicBezTo>
                  <a:cubicBezTo>
                    <a:pt x="624" y="70"/>
                    <a:pt x="291" y="3"/>
                    <a:pt x="291" y="3"/>
                  </a:cubicBezTo>
                  <a:cubicBezTo>
                    <a:pt x="281" y="1"/>
                    <a:pt x="271" y="0"/>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9" name="Google Shape;179;p2"/>
            <p:cNvSpPr/>
            <p:nvPr/>
          </p:nvSpPr>
          <p:spPr>
            <a:xfrm>
              <a:off x="2973950" y="4152375"/>
              <a:ext cx="586300" cy="361025"/>
            </a:xfrm>
            <a:custGeom>
              <a:avLst/>
              <a:gdLst/>
              <a:ahLst/>
              <a:cxnLst/>
              <a:rect l="l" t="t" r="r" b="b"/>
              <a:pathLst>
                <a:path w="23452" h="14441" extrusionOk="0">
                  <a:moveTo>
                    <a:pt x="7068" y="0"/>
                  </a:moveTo>
                  <a:cubicBezTo>
                    <a:pt x="6719" y="0"/>
                    <a:pt x="6339" y="70"/>
                    <a:pt x="6005" y="209"/>
                  </a:cubicBezTo>
                  <a:cubicBezTo>
                    <a:pt x="5572" y="376"/>
                    <a:pt x="5238" y="643"/>
                    <a:pt x="4938" y="876"/>
                  </a:cubicBezTo>
                  <a:cubicBezTo>
                    <a:pt x="4337" y="1376"/>
                    <a:pt x="3870" y="1910"/>
                    <a:pt x="3403" y="2511"/>
                  </a:cubicBezTo>
                  <a:cubicBezTo>
                    <a:pt x="2536" y="3645"/>
                    <a:pt x="1869" y="4812"/>
                    <a:pt x="1335" y="5880"/>
                  </a:cubicBezTo>
                  <a:cubicBezTo>
                    <a:pt x="768" y="6980"/>
                    <a:pt x="401" y="8014"/>
                    <a:pt x="201" y="8882"/>
                  </a:cubicBezTo>
                  <a:cubicBezTo>
                    <a:pt x="34" y="9749"/>
                    <a:pt x="1" y="10550"/>
                    <a:pt x="335" y="11083"/>
                  </a:cubicBezTo>
                  <a:cubicBezTo>
                    <a:pt x="368" y="11250"/>
                    <a:pt x="501" y="11350"/>
                    <a:pt x="568" y="11417"/>
                  </a:cubicBezTo>
                  <a:cubicBezTo>
                    <a:pt x="668" y="11517"/>
                    <a:pt x="735" y="11550"/>
                    <a:pt x="835" y="11584"/>
                  </a:cubicBezTo>
                  <a:cubicBezTo>
                    <a:pt x="935" y="11684"/>
                    <a:pt x="1035" y="11684"/>
                    <a:pt x="1035" y="11684"/>
                  </a:cubicBezTo>
                  <a:cubicBezTo>
                    <a:pt x="1106" y="11712"/>
                    <a:pt x="1170" y="11722"/>
                    <a:pt x="1226" y="11722"/>
                  </a:cubicBezTo>
                  <a:cubicBezTo>
                    <a:pt x="1303" y="11722"/>
                    <a:pt x="1363" y="11703"/>
                    <a:pt x="1402" y="11684"/>
                  </a:cubicBezTo>
                  <a:cubicBezTo>
                    <a:pt x="1502" y="11650"/>
                    <a:pt x="1535" y="11550"/>
                    <a:pt x="1535" y="11517"/>
                  </a:cubicBezTo>
                  <a:cubicBezTo>
                    <a:pt x="1569" y="11384"/>
                    <a:pt x="1402" y="11317"/>
                    <a:pt x="1202" y="11217"/>
                  </a:cubicBezTo>
                  <a:cubicBezTo>
                    <a:pt x="1235" y="11217"/>
                    <a:pt x="935" y="11217"/>
                    <a:pt x="768" y="10883"/>
                  </a:cubicBezTo>
                  <a:cubicBezTo>
                    <a:pt x="568" y="10550"/>
                    <a:pt x="568" y="9882"/>
                    <a:pt x="768" y="9049"/>
                  </a:cubicBezTo>
                  <a:cubicBezTo>
                    <a:pt x="1235" y="7414"/>
                    <a:pt x="2336" y="5179"/>
                    <a:pt x="4037" y="3011"/>
                  </a:cubicBezTo>
                  <a:cubicBezTo>
                    <a:pt x="4504" y="2477"/>
                    <a:pt x="4938" y="1977"/>
                    <a:pt x="5505" y="1510"/>
                  </a:cubicBezTo>
                  <a:cubicBezTo>
                    <a:pt x="5738" y="1310"/>
                    <a:pt x="6039" y="1076"/>
                    <a:pt x="6339" y="976"/>
                  </a:cubicBezTo>
                  <a:cubicBezTo>
                    <a:pt x="6543" y="874"/>
                    <a:pt x="6785" y="831"/>
                    <a:pt x="7037" y="831"/>
                  </a:cubicBezTo>
                  <a:cubicBezTo>
                    <a:pt x="7115" y="831"/>
                    <a:pt x="7194" y="835"/>
                    <a:pt x="7273" y="843"/>
                  </a:cubicBezTo>
                  <a:cubicBezTo>
                    <a:pt x="8007" y="876"/>
                    <a:pt x="8707" y="1043"/>
                    <a:pt x="9441" y="1243"/>
                  </a:cubicBezTo>
                  <a:cubicBezTo>
                    <a:pt x="10208" y="1476"/>
                    <a:pt x="10942" y="1743"/>
                    <a:pt x="11676" y="2010"/>
                  </a:cubicBezTo>
                  <a:cubicBezTo>
                    <a:pt x="14578" y="3078"/>
                    <a:pt x="17380" y="4412"/>
                    <a:pt x="19848" y="5646"/>
                  </a:cubicBezTo>
                  <a:cubicBezTo>
                    <a:pt x="20416" y="5913"/>
                    <a:pt x="21016" y="6213"/>
                    <a:pt x="21516" y="6580"/>
                  </a:cubicBezTo>
                  <a:cubicBezTo>
                    <a:pt x="21750" y="6814"/>
                    <a:pt x="22017" y="7014"/>
                    <a:pt x="22183" y="7214"/>
                  </a:cubicBezTo>
                  <a:cubicBezTo>
                    <a:pt x="22384" y="7481"/>
                    <a:pt x="22450" y="7681"/>
                    <a:pt x="22517" y="7914"/>
                  </a:cubicBezTo>
                  <a:cubicBezTo>
                    <a:pt x="22550" y="8181"/>
                    <a:pt x="22450" y="8415"/>
                    <a:pt x="22384" y="8682"/>
                  </a:cubicBezTo>
                  <a:cubicBezTo>
                    <a:pt x="22284" y="8815"/>
                    <a:pt x="22250" y="8915"/>
                    <a:pt x="22183" y="9049"/>
                  </a:cubicBezTo>
                  <a:cubicBezTo>
                    <a:pt x="22083" y="9149"/>
                    <a:pt x="22050" y="9249"/>
                    <a:pt x="21917" y="9349"/>
                  </a:cubicBezTo>
                  <a:cubicBezTo>
                    <a:pt x="21550" y="9682"/>
                    <a:pt x="21016" y="9882"/>
                    <a:pt x="20416" y="9983"/>
                  </a:cubicBezTo>
                  <a:cubicBezTo>
                    <a:pt x="19248" y="10183"/>
                    <a:pt x="18114" y="10149"/>
                    <a:pt x="17213" y="10216"/>
                  </a:cubicBezTo>
                  <a:cubicBezTo>
                    <a:pt x="16746" y="10249"/>
                    <a:pt x="16313" y="10316"/>
                    <a:pt x="15946" y="10383"/>
                  </a:cubicBezTo>
                  <a:cubicBezTo>
                    <a:pt x="15746" y="10416"/>
                    <a:pt x="15579" y="10483"/>
                    <a:pt x="15479" y="10516"/>
                  </a:cubicBezTo>
                  <a:cubicBezTo>
                    <a:pt x="15312" y="10583"/>
                    <a:pt x="15178" y="10616"/>
                    <a:pt x="15078" y="10683"/>
                  </a:cubicBezTo>
                  <a:lnTo>
                    <a:pt x="15112" y="10683"/>
                  </a:lnTo>
                  <a:cubicBezTo>
                    <a:pt x="13911" y="11183"/>
                    <a:pt x="12977" y="11951"/>
                    <a:pt x="12143" y="12618"/>
                  </a:cubicBezTo>
                  <a:cubicBezTo>
                    <a:pt x="11309" y="13352"/>
                    <a:pt x="10475" y="13752"/>
                    <a:pt x="9574" y="13885"/>
                  </a:cubicBezTo>
                  <a:cubicBezTo>
                    <a:pt x="9403" y="13928"/>
                    <a:pt x="9219" y="13940"/>
                    <a:pt x="9036" y="13940"/>
                  </a:cubicBezTo>
                  <a:cubicBezTo>
                    <a:pt x="8792" y="13940"/>
                    <a:pt x="8550" y="13919"/>
                    <a:pt x="8340" y="13919"/>
                  </a:cubicBezTo>
                  <a:cubicBezTo>
                    <a:pt x="7973" y="13885"/>
                    <a:pt x="7573" y="13752"/>
                    <a:pt x="7239" y="13652"/>
                  </a:cubicBezTo>
                  <a:cubicBezTo>
                    <a:pt x="6572" y="13352"/>
                    <a:pt x="6005" y="13018"/>
                    <a:pt x="5472" y="12718"/>
                  </a:cubicBezTo>
                  <a:cubicBezTo>
                    <a:pt x="4404" y="12084"/>
                    <a:pt x="3537" y="11717"/>
                    <a:pt x="2970" y="11550"/>
                  </a:cubicBezTo>
                  <a:cubicBezTo>
                    <a:pt x="2670" y="11484"/>
                    <a:pt x="2469" y="11384"/>
                    <a:pt x="2303" y="11384"/>
                  </a:cubicBezTo>
                  <a:cubicBezTo>
                    <a:pt x="2136" y="11350"/>
                    <a:pt x="2036" y="11350"/>
                    <a:pt x="2036" y="11350"/>
                  </a:cubicBezTo>
                  <a:cubicBezTo>
                    <a:pt x="1427" y="11350"/>
                    <a:pt x="1464" y="11719"/>
                    <a:pt x="1823" y="11719"/>
                  </a:cubicBezTo>
                  <a:cubicBezTo>
                    <a:pt x="1837" y="11719"/>
                    <a:pt x="1853" y="11718"/>
                    <a:pt x="1869" y="11717"/>
                  </a:cubicBezTo>
                  <a:cubicBezTo>
                    <a:pt x="1869" y="11717"/>
                    <a:pt x="1936" y="11717"/>
                    <a:pt x="2069" y="11750"/>
                  </a:cubicBezTo>
                  <a:cubicBezTo>
                    <a:pt x="2236" y="11817"/>
                    <a:pt x="2403" y="11851"/>
                    <a:pt x="2703" y="11917"/>
                  </a:cubicBezTo>
                  <a:cubicBezTo>
                    <a:pt x="3237" y="12084"/>
                    <a:pt x="4037" y="12484"/>
                    <a:pt x="5071" y="13085"/>
                  </a:cubicBezTo>
                  <a:cubicBezTo>
                    <a:pt x="5605" y="13385"/>
                    <a:pt x="6205" y="13719"/>
                    <a:pt x="6939" y="14052"/>
                  </a:cubicBezTo>
                  <a:cubicBezTo>
                    <a:pt x="7340" y="14219"/>
                    <a:pt x="7740" y="14352"/>
                    <a:pt x="8207" y="14419"/>
                  </a:cubicBezTo>
                  <a:cubicBezTo>
                    <a:pt x="8474" y="14419"/>
                    <a:pt x="8730" y="14441"/>
                    <a:pt x="8993" y="14441"/>
                  </a:cubicBezTo>
                  <a:cubicBezTo>
                    <a:pt x="9191" y="14441"/>
                    <a:pt x="9393" y="14429"/>
                    <a:pt x="9608" y="14386"/>
                  </a:cubicBezTo>
                  <a:cubicBezTo>
                    <a:pt x="10075" y="14286"/>
                    <a:pt x="10575" y="14152"/>
                    <a:pt x="11076" y="13919"/>
                  </a:cubicBezTo>
                  <a:cubicBezTo>
                    <a:pt x="11576" y="13719"/>
                    <a:pt x="12043" y="13385"/>
                    <a:pt x="12443" y="13051"/>
                  </a:cubicBezTo>
                  <a:cubicBezTo>
                    <a:pt x="13344" y="12351"/>
                    <a:pt x="14211" y="11650"/>
                    <a:pt x="15345" y="11217"/>
                  </a:cubicBezTo>
                  <a:lnTo>
                    <a:pt x="15379" y="11217"/>
                  </a:lnTo>
                  <a:cubicBezTo>
                    <a:pt x="15445" y="11217"/>
                    <a:pt x="15545" y="11183"/>
                    <a:pt x="15679" y="11150"/>
                  </a:cubicBezTo>
                  <a:cubicBezTo>
                    <a:pt x="15746" y="11083"/>
                    <a:pt x="15912" y="11083"/>
                    <a:pt x="16046" y="11050"/>
                  </a:cubicBezTo>
                  <a:cubicBezTo>
                    <a:pt x="16346" y="11017"/>
                    <a:pt x="16713" y="10983"/>
                    <a:pt x="17180" y="10983"/>
                  </a:cubicBezTo>
                  <a:cubicBezTo>
                    <a:pt x="18081" y="10917"/>
                    <a:pt x="19215" y="11017"/>
                    <a:pt x="20516" y="10816"/>
                  </a:cubicBezTo>
                  <a:cubicBezTo>
                    <a:pt x="21183" y="10683"/>
                    <a:pt x="21883" y="10516"/>
                    <a:pt x="22517" y="9916"/>
                  </a:cubicBezTo>
                  <a:cubicBezTo>
                    <a:pt x="22684" y="9816"/>
                    <a:pt x="22751" y="9649"/>
                    <a:pt x="22884" y="9482"/>
                  </a:cubicBezTo>
                  <a:cubicBezTo>
                    <a:pt x="23017" y="9315"/>
                    <a:pt x="23084" y="9149"/>
                    <a:pt x="23184" y="8982"/>
                  </a:cubicBezTo>
                  <a:cubicBezTo>
                    <a:pt x="23351" y="8582"/>
                    <a:pt x="23451" y="8181"/>
                    <a:pt x="23384" y="7714"/>
                  </a:cubicBezTo>
                  <a:cubicBezTo>
                    <a:pt x="23351" y="7247"/>
                    <a:pt x="23117" y="6847"/>
                    <a:pt x="22884" y="6547"/>
                  </a:cubicBezTo>
                  <a:cubicBezTo>
                    <a:pt x="22617" y="6213"/>
                    <a:pt x="22350" y="5980"/>
                    <a:pt x="22050" y="5746"/>
                  </a:cubicBezTo>
                  <a:cubicBezTo>
                    <a:pt x="21450" y="5346"/>
                    <a:pt x="20849" y="5012"/>
                    <a:pt x="20249" y="4712"/>
                  </a:cubicBezTo>
                  <a:cubicBezTo>
                    <a:pt x="17780" y="3511"/>
                    <a:pt x="14945" y="2210"/>
                    <a:pt x="11943" y="1143"/>
                  </a:cubicBezTo>
                  <a:cubicBezTo>
                    <a:pt x="11209" y="876"/>
                    <a:pt x="10408" y="643"/>
                    <a:pt x="9675" y="409"/>
                  </a:cubicBezTo>
                  <a:cubicBezTo>
                    <a:pt x="8907" y="209"/>
                    <a:pt x="8107" y="42"/>
                    <a:pt x="7273" y="9"/>
                  </a:cubicBezTo>
                  <a:cubicBezTo>
                    <a:pt x="7206" y="3"/>
                    <a:pt x="7138" y="0"/>
                    <a:pt x="70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0" name="Google Shape;180;p2"/>
            <p:cNvSpPr/>
            <p:nvPr/>
          </p:nvSpPr>
          <p:spPr>
            <a:xfrm>
              <a:off x="2878050" y="4066850"/>
              <a:ext cx="773075" cy="505625"/>
            </a:xfrm>
            <a:custGeom>
              <a:avLst/>
              <a:gdLst/>
              <a:ahLst/>
              <a:cxnLst/>
              <a:rect l="l" t="t" r="r" b="b"/>
              <a:pathLst>
                <a:path w="30923" h="20225" extrusionOk="0">
                  <a:moveTo>
                    <a:pt x="10426" y="514"/>
                  </a:moveTo>
                  <a:cubicBezTo>
                    <a:pt x="12092" y="514"/>
                    <a:pt x="13782" y="891"/>
                    <a:pt x="15345" y="1395"/>
                  </a:cubicBezTo>
                  <a:cubicBezTo>
                    <a:pt x="17313" y="1995"/>
                    <a:pt x="19148" y="2829"/>
                    <a:pt x="20849" y="3663"/>
                  </a:cubicBezTo>
                  <a:cubicBezTo>
                    <a:pt x="21683" y="4097"/>
                    <a:pt x="22550" y="4531"/>
                    <a:pt x="23418" y="4998"/>
                  </a:cubicBezTo>
                  <a:cubicBezTo>
                    <a:pt x="23885" y="5264"/>
                    <a:pt x="24318" y="5498"/>
                    <a:pt x="24752" y="5765"/>
                  </a:cubicBezTo>
                  <a:cubicBezTo>
                    <a:pt x="24985" y="5865"/>
                    <a:pt x="25219" y="5998"/>
                    <a:pt x="25419" y="6132"/>
                  </a:cubicBezTo>
                  <a:lnTo>
                    <a:pt x="25753" y="6332"/>
                  </a:lnTo>
                  <a:lnTo>
                    <a:pt x="25919" y="6432"/>
                  </a:lnTo>
                  <a:lnTo>
                    <a:pt x="26019" y="6465"/>
                  </a:lnTo>
                  <a:cubicBezTo>
                    <a:pt x="26086" y="6499"/>
                    <a:pt x="26086" y="6499"/>
                    <a:pt x="26153" y="6499"/>
                  </a:cubicBezTo>
                  <a:cubicBezTo>
                    <a:pt x="27087" y="6832"/>
                    <a:pt x="28021" y="7333"/>
                    <a:pt x="28821" y="8000"/>
                  </a:cubicBezTo>
                  <a:cubicBezTo>
                    <a:pt x="29555" y="8667"/>
                    <a:pt x="30156" y="9601"/>
                    <a:pt x="30256" y="10635"/>
                  </a:cubicBezTo>
                  <a:cubicBezTo>
                    <a:pt x="30389" y="11636"/>
                    <a:pt x="30056" y="12670"/>
                    <a:pt x="29489" y="13570"/>
                  </a:cubicBezTo>
                  <a:cubicBezTo>
                    <a:pt x="28888" y="14404"/>
                    <a:pt x="28054" y="15105"/>
                    <a:pt x="27187" y="15605"/>
                  </a:cubicBezTo>
                  <a:cubicBezTo>
                    <a:pt x="26320" y="16105"/>
                    <a:pt x="25319" y="16406"/>
                    <a:pt x="24318" y="16506"/>
                  </a:cubicBezTo>
                  <a:cubicBezTo>
                    <a:pt x="23818" y="16606"/>
                    <a:pt x="23318" y="16639"/>
                    <a:pt x="22817" y="16673"/>
                  </a:cubicBezTo>
                  <a:lnTo>
                    <a:pt x="22050" y="16806"/>
                  </a:lnTo>
                  <a:lnTo>
                    <a:pt x="21283" y="16939"/>
                  </a:lnTo>
                  <a:cubicBezTo>
                    <a:pt x="21049" y="16973"/>
                    <a:pt x="20849" y="17006"/>
                    <a:pt x="20582" y="17106"/>
                  </a:cubicBezTo>
                  <a:cubicBezTo>
                    <a:pt x="20349" y="17173"/>
                    <a:pt x="20082" y="17240"/>
                    <a:pt x="19882" y="17306"/>
                  </a:cubicBezTo>
                  <a:cubicBezTo>
                    <a:pt x="19415" y="17473"/>
                    <a:pt x="19014" y="17640"/>
                    <a:pt x="18581" y="17840"/>
                  </a:cubicBezTo>
                  <a:cubicBezTo>
                    <a:pt x="17747" y="18274"/>
                    <a:pt x="17013" y="18674"/>
                    <a:pt x="16246" y="19008"/>
                  </a:cubicBezTo>
                  <a:cubicBezTo>
                    <a:pt x="14958" y="19606"/>
                    <a:pt x="13671" y="19990"/>
                    <a:pt x="12552" y="19990"/>
                  </a:cubicBezTo>
                  <a:cubicBezTo>
                    <a:pt x="12425" y="19990"/>
                    <a:pt x="12299" y="19985"/>
                    <a:pt x="12176" y="19975"/>
                  </a:cubicBezTo>
                  <a:cubicBezTo>
                    <a:pt x="10975" y="19908"/>
                    <a:pt x="10041" y="19508"/>
                    <a:pt x="9474" y="19241"/>
                  </a:cubicBezTo>
                  <a:cubicBezTo>
                    <a:pt x="9174" y="19074"/>
                    <a:pt x="8974" y="18941"/>
                    <a:pt x="8807" y="18841"/>
                  </a:cubicBezTo>
                  <a:cubicBezTo>
                    <a:pt x="8674" y="18774"/>
                    <a:pt x="8574" y="18741"/>
                    <a:pt x="8574" y="18741"/>
                  </a:cubicBezTo>
                  <a:cubicBezTo>
                    <a:pt x="8333" y="18567"/>
                    <a:pt x="8162" y="18489"/>
                    <a:pt x="8090" y="18489"/>
                  </a:cubicBezTo>
                  <a:cubicBezTo>
                    <a:pt x="8046" y="18489"/>
                    <a:pt x="8041" y="18520"/>
                    <a:pt x="8082" y="18575"/>
                  </a:cubicBezTo>
                  <a:lnTo>
                    <a:pt x="8082" y="18575"/>
                  </a:lnTo>
                  <a:cubicBezTo>
                    <a:pt x="8004" y="18509"/>
                    <a:pt x="7891" y="18430"/>
                    <a:pt x="7740" y="18340"/>
                  </a:cubicBezTo>
                  <a:lnTo>
                    <a:pt x="7506" y="18240"/>
                  </a:lnTo>
                  <a:cubicBezTo>
                    <a:pt x="7339" y="18140"/>
                    <a:pt x="7073" y="18007"/>
                    <a:pt x="6806" y="17907"/>
                  </a:cubicBezTo>
                  <a:cubicBezTo>
                    <a:pt x="6172" y="17607"/>
                    <a:pt x="5238" y="17273"/>
                    <a:pt x="4137" y="16806"/>
                  </a:cubicBezTo>
                  <a:cubicBezTo>
                    <a:pt x="3570" y="16572"/>
                    <a:pt x="2970" y="16272"/>
                    <a:pt x="2369" y="15905"/>
                  </a:cubicBezTo>
                  <a:cubicBezTo>
                    <a:pt x="1802" y="15505"/>
                    <a:pt x="1202" y="15005"/>
                    <a:pt x="835" y="14304"/>
                  </a:cubicBezTo>
                  <a:cubicBezTo>
                    <a:pt x="468" y="13604"/>
                    <a:pt x="334" y="12770"/>
                    <a:pt x="468" y="11902"/>
                  </a:cubicBezTo>
                  <a:cubicBezTo>
                    <a:pt x="535" y="11002"/>
                    <a:pt x="835" y="10101"/>
                    <a:pt x="1168" y="9234"/>
                  </a:cubicBezTo>
                  <a:cubicBezTo>
                    <a:pt x="1869" y="7433"/>
                    <a:pt x="2836" y="5598"/>
                    <a:pt x="4037" y="3897"/>
                  </a:cubicBezTo>
                  <a:cubicBezTo>
                    <a:pt x="4638" y="3063"/>
                    <a:pt x="5338" y="2262"/>
                    <a:pt x="6205" y="1662"/>
                  </a:cubicBezTo>
                  <a:cubicBezTo>
                    <a:pt x="7073" y="1095"/>
                    <a:pt x="8073" y="728"/>
                    <a:pt x="9141" y="594"/>
                  </a:cubicBezTo>
                  <a:cubicBezTo>
                    <a:pt x="9566" y="540"/>
                    <a:pt x="9995" y="514"/>
                    <a:pt x="10426" y="514"/>
                  </a:cubicBezTo>
                  <a:close/>
                  <a:moveTo>
                    <a:pt x="10557" y="0"/>
                  </a:moveTo>
                  <a:cubicBezTo>
                    <a:pt x="10086" y="0"/>
                    <a:pt x="9613" y="30"/>
                    <a:pt x="9141" y="94"/>
                  </a:cubicBezTo>
                  <a:cubicBezTo>
                    <a:pt x="8007" y="261"/>
                    <a:pt x="6906" y="628"/>
                    <a:pt x="6005" y="1262"/>
                  </a:cubicBezTo>
                  <a:cubicBezTo>
                    <a:pt x="5038" y="1829"/>
                    <a:pt x="4337" y="2696"/>
                    <a:pt x="3704" y="3597"/>
                  </a:cubicBezTo>
                  <a:cubicBezTo>
                    <a:pt x="2503" y="5331"/>
                    <a:pt x="1535" y="7166"/>
                    <a:pt x="835" y="9000"/>
                  </a:cubicBezTo>
                  <a:cubicBezTo>
                    <a:pt x="501" y="9934"/>
                    <a:pt x="234" y="10835"/>
                    <a:pt x="101" y="11769"/>
                  </a:cubicBezTo>
                  <a:cubicBezTo>
                    <a:pt x="1" y="12670"/>
                    <a:pt x="101" y="13637"/>
                    <a:pt x="535" y="14404"/>
                  </a:cubicBezTo>
                  <a:cubicBezTo>
                    <a:pt x="968" y="15171"/>
                    <a:pt x="1569" y="15739"/>
                    <a:pt x="2202" y="16105"/>
                  </a:cubicBezTo>
                  <a:cubicBezTo>
                    <a:pt x="2836" y="16506"/>
                    <a:pt x="3403" y="16773"/>
                    <a:pt x="4004" y="17006"/>
                  </a:cubicBezTo>
                  <a:cubicBezTo>
                    <a:pt x="5138" y="17473"/>
                    <a:pt x="6039" y="17807"/>
                    <a:pt x="6672" y="18107"/>
                  </a:cubicBezTo>
                  <a:cubicBezTo>
                    <a:pt x="7006" y="18240"/>
                    <a:pt x="7206" y="18340"/>
                    <a:pt x="7373" y="18441"/>
                  </a:cubicBezTo>
                  <a:lnTo>
                    <a:pt x="7640" y="18574"/>
                  </a:lnTo>
                  <a:cubicBezTo>
                    <a:pt x="7891" y="18725"/>
                    <a:pt x="8071" y="18790"/>
                    <a:pt x="8159" y="18790"/>
                  </a:cubicBezTo>
                  <a:cubicBezTo>
                    <a:pt x="8225" y="18790"/>
                    <a:pt x="8239" y="18754"/>
                    <a:pt x="8193" y="18689"/>
                  </a:cubicBezTo>
                  <a:lnTo>
                    <a:pt x="8193" y="18689"/>
                  </a:lnTo>
                  <a:cubicBezTo>
                    <a:pt x="8272" y="18758"/>
                    <a:pt x="8386" y="18843"/>
                    <a:pt x="8540" y="18941"/>
                  </a:cubicBezTo>
                  <a:lnTo>
                    <a:pt x="8807" y="19041"/>
                  </a:lnTo>
                  <a:cubicBezTo>
                    <a:pt x="8907" y="19141"/>
                    <a:pt x="9174" y="19274"/>
                    <a:pt x="9474" y="19441"/>
                  </a:cubicBezTo>
                  <a:cubicBezTo>
                    <a:pt x="10041" y="19708"/>
                    <a:pt x="11009" y="20142"/>
                    <a:pt x="12243" y="20208"/>
                  </a:cubicBezTo>
                  <a:cubicBezTo>
                    <a:pt x="12381" y="20219"/>
                    <a:pt x="12523" y="20225"/>
                    <a:pt x="12667" y="20225"/>
                  </a:cubicBezTo>
                  <a:cubicBezTo>
                    <a:pt x="13839" y="20225"/>
                    <a:pt x="15176" y="19869"/>
                    <a:pt x="16513" y="19274"/>
                  </a:cubicBezTo>
                  <a:cubicBezTo>
                    <a:pt x="17247" y="18941"/>
                    <a:pt x="18014" y="18507"/>
                    <a:pt x="18848" y="18140"/>
                  </a:cubicBezTo>
                  <a:cubicBezTo>
                    <a:pt x="19615" y="17773"/>
                    <a:pt x="20516" y="17440"/>
                    <a:pt x="21450" y="17273"/>
                  </a:cubicBezTo>
                  <a:cubicBezTo>
                    <a:pt x="21950" y="17173"/>
                    <a:pt x="22417" y="17140"/>
                    <a:pt x="22917" y="17039"/>
                  </a:cubicBezTo>
                  <a:cubicBezTo>
                    <a:pt x="23418" y="16973"/>
                    <a:pt x="23918" y="16973"/>
                    <a:pt x="24418" y="16873"/>
                  </a:cubicBezTo>
                  <a:cubicBezTo>
                    <a:pt x="25452" y="16773"/>
                    <a:pt x="26520" y="16439"/>
                    <a:pt x="27487" y="15939"/>
                  </a:cubicBezTo>
                  <a:cubicBezTo>
                    <a:pt x="28421" y="15438"/>
                    <a:pt x="29322" y="14671"/>
                    <a:pt x="29922" y="13770"/>
                  </a:cubicBezTo>
                  <a:cubicBezTo>
                    <a:pt x="30556" y="12836"/>
                    <a:pt x="30923" y="11702"/>
                    <a:pt x="30823" y="10535"/>
                  </a:cubicBezTo>
                  <a:cubicBezTo>
                    <a:pt x="30623" y="9367"/>
                    <a:pt x="30022" y="8367"/>
                    <a:pt x="29188" y="7633"/>
                  </a:cubicBezTo>
                  <a:cubicBezTo>
                    <a:pt x="28354" y="6932"/>
                    <a:pt x="27354" y="6432"/>
                    <a:pt x="26353" y="6032"/>
                  </a:cubicBezTo>
                  <a:cubicBezTo>
                    <a:pt x="26286" y="6032"/>
                    <a:pt x="26186" y="5932"/>
                    <a:pt x="26053" y="5865"/>
                  </a:cubicBezTo>
                  <a:lnTo>
                    <a:pt x="25719" y="5665"/>
                  </a:lnTo>
                  <a:cubicBezTo>
                    <a:pt x="25519" y="5565"/>
                    <a:pt x="25252" y="5431"/>
                    <a:pt x="25052" y="5298"/>
                  </a:cubicBezTo>
                  <a:cubicBezTo>
                    <a:pt x="24585" y="5031"/>
                    <a:pt x="24185" y="4797"/>
                    <a:pt x="23718" y="4531"/>
                  </a:cubicBezTo>
                  <a:cubicBezTo>
                    <a:pt x="22851" y="4030"/>
                    <a:pt x="21983" y="3597"/>
                    <a:pt x="21149" y="3163"/>
                  </a:cubicBezTo>
                  <a:cubicBezTo>
                    <a:pt x="19415" y="2329"/>
                    <a:pt x="17547" y="1495"/>
                    <a:pt x="15545" y="861"/>
                  </a:cubicBezTo>
                  <a:cubicBezTo>
                    <a:pt x="13974" y="390"/>
                    <a:pt x="12278" y="0"/>
                    <a:pt x="105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1" name="Google Shape;181;p2"/>
            <p:cNvSpPr/>
            <p:nvPr/>
          </p:nvSpPr>
          <p:spPr>
            <a:xfrm>
              <a:off x="3052350" y="4215300"/>
              <a:ext cx="194250" cy="168075"/>
            </a:xfrm>
            <a:custGeom>
              <a:avLst/>
              <a:gdLst/>
              <a:ahLst/>
              <a:cxnLst/>
              <a:rect l="l" t="t" r="r" b="b"/>
              <a:pathLst>
                <a:path w="7770" h="6723" extrusionOk="0">
                  <a:moveTo>
                    <a:pt x="4966" y="1"/>
                  </a:moveTo>
                  <a:cubicBezTo>
                    <a:pt x="4591" y="1"/>
                    <a:pt x="4204" y="50"/>
                    <a:pt x="3837" y="160"/>
                  </a:cubicBezTo>
                  <a:cubicBezTo>
                    <a:pt x="3103" y="360"/>
                    <a:pt x="2569" y="827"/>
                    <a:pt x="2169" y="1228"/>
                  </a:cubicBezTo>
                  <a:cubicBezTo>
                    <a:pt x="1335" y="2128"/>
                    <a:pt x="734" y="3496"/>
                    <a:pt x="434" y="4630"/>
                  </a:cubicBezTo>
                  <a:cubicBezTo>
                    <a:pt x="267" y="5197"/>
                    <a:pt x="201" y="5664"/>
                    <a:pt x="101" y="6031"/>
                  </a:cubicBezTo>
                  <a:cubicBezTo>
                    <a:pt x="34" y="6398"/>
                    <a:pt x="1" y="6632"/>
                    <a:pt x="1" y="6632"/>
                  </a:cubicBezTo>
                  <a:cubicBezTo>
                    <a:pt x="1" y="6671"/>
                    <a:pt x="95" y="6723"/>
                    <a:pt x="207" y="6723"/>
                  </a:cubicBezTo>
                  <a:cubicBezTo>
                    <a:pt x="283" y="6723"/>
                    <a:pt x="367" y="6699"/>
                    <a:pt x="434" y="6632"/>
                  </a:cubicBezTo>
                  <a:cubicBezTo>
                    <a:pt x="434" y="6632"/>
                    <a:pt x="668" y="5798"/>
                    <a:pt x="1035" y="4730"/>
                  </a:cubicBezTo>
                  <a:cubicBezTo>
                    <a:pt x="1402" y="3696"/>
                    <a:pt x="2035" y="2462"/>
                    <a:pt x="2736" y="1695"/>
                  </a:cubicBezTo>
                  <a:cubicBezTo>
                    <a:pt x="3069" y="1328"/>
                    <a:pt x="3536" y="961"/>
                    <a:pt x="4070" y="727"/>
                  </a:cubicBezTo>
                  <a:cubicBezTo>
                    <a:pt x="4383" y="610"/>
                    <a:pt x="4718" y="562"/>
                    <a:pt x="5050" y="562"/>
                  </a:cubicBezTo>
                  <a:cubicBezTo>
                    <a:pt x="5284" y="562"/>
                    <a:pt x="5517" y="586"/>
                    <a:pt x="5738" y="627"/>
                  </a:cubicBezTo>
                  <a:cubicBezTo>
                    <a:pt x="6238" y="727"/>
                    <a:pt x="6705" y="894"/>
                    <a:pt x="7039" y="1028"/>
                  </a:cubicBezTo>
                  <a:cubicBezTo>
                    <a:pt x="7206" y="1061"/>
                    <a:pt x="7339" y="1161"/>
                    <a:pt x="7406" y="1194"/>
                  </a:cubicBezTo>
                  <a:cubicBezTo>
                    <a:pt x="7506" y="1228"/>
                    <a:pt x="7539" y="1294"/>
                    <a:pt x="7539" y="1294"/>
                  </a:cubicBezTo>
                  <a:cubicBezTo>
                    <a:pt x="7543" y="1296"/>
                    <a:pt x="7546" y="1297"/>
                    <a:pt x="7550" y="1297"/>
                  </a:cubicBezTo>
                  <a:cubicBezTo>
                    <a:pt x="7623" y="1297"/>
                    <a:pt x="7769" y="1022"/>
                    <a:pt x="7706" y="928"/>
                  </a:cubicBezTo>
                  <a:cubicBezTo>
                    <a:pt x="7706" y="928"/>
                    <a:pt x="7673" y="894"/>
                    <a:pt x="7573" y="861"/>
                  </a:cubicBezTo>
                  <a:cubicBezTo>
                    <a:pt x="7506" y="827"/>
                    <a:pt x="7372" y="727"/>
                    <a:pt x="7206" y="661"/>
                  </a:cubicBezTo>
                  <a:cubicBezTo>
                    <a:pt x="6905" y="494"/>
                    <a:pt x="6405" y="260"/>
                    <a:pt x="5838" y="94"/>
                  </a:cubicBezTo>
                  <a:cubicBezTo>
                    <a:pt x="5568" y="34"/>
                    <a:pt x="5271" y="1"/>
                    <a:pt x="49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82" name="Google Shape;182;p2"/>
          <p:cNvGrpSpPr/>
          <p:nvPr/>
        </p:nvGrpSpPr>
        <p:grpSpPr>
          <a:xfrm>
            <a:off x="-5" y="-129"/>
            <a:ext cx="2072927" cy="5143763"/>
            <a:chOff x="370" y="8"/>
            <a:chExt cx="2072927" cy="5143763"/>
          </a:xfrm>
        </p:grpSpPr>
        <p:sp>
          <p:nvSpPr>
            <p:cNvPr id="183" name="Google Shape;183;p2"/>
            <p:cNvSpPr/>
            <p:nvPr/>
          </p:nvSpPr>
          <p:spPr>
            <a:xfrm>
              <a:off x="4795" y="25953"/>
              <a:ext cx="365819" cy="950395"/>
            </a:xfrm>
            <a:custGeom>
              <a:avLst/>
              <a:gdLst/>
              <a:ahLst/>
              <a:cxnLst/>
              <a:rect l="l" t="t" r="r" b="b"/>
              <a:pathLst>
                <a:path w="15129" h="39305" extrusionOk="0">
                  <a:moveTo>
                    <a:pt x="9530" y="1"/>
                  </a:moveTo>
                  <a:cubicBezTo>
                    <a:pt x="9054" y="1"/>
                    <a:pt x="9018" y="375"/>
                    <a:pt x="9658" y="503"/>
                  </a:cubicBezTo>
                  <a:cubicBezTo>
                    <a:pt x="9658" y="503"/>
                    <a:pt x="9925" y="570"/>
                    <a:pt x="10325" y="637"/>
                  </a:cubicBezTo>
                  <a:cubicBezTo>
                    <a:pt x="10759" y="737"/>
                    <a:pt x="11359" y="837"/>
                    <a:pt x="12127" y="1137"/>
                  </a:cubicBezTo>
                  <a:cubicBezTo>
                    <a:pt x="12827" y="1437"/>
                    <a:pt x="13694" y="1904"/>
                    <a:pt x="14195" y="2771"/>
                  </a:cubicBezTo>
                  <a:cubicBezTo>
                    <a:pt x="14462" y="3172"/>
                    <a:pt x="14595" y="3739"/>
                    <a:pt x="14495" y="4239"/>
                  </a:cubicBezTo>
                  <a:cubicBezTo>
                    <a:pt x="14462" y="4773"/>
                    <a:pt x="14128" y="5240"/>
                    <a:pt x="13761" y="5740"/>
                  </a:cubicBezTo>
                  <a:cubicBezTo>
                    <a:pt x="13328" y="6241"/>
                    <a:pt x="12827" y="6674"/>
                    <a:pt x="12427" y="7275"/>
                  </a:cubicBezTo>
                  <a:cubicBezTo>
                    <a:pt x="11960" y="7842"/>
                    <a:pt x="11593" y="8576"/>
                    <a:pt x="11493" y="9343"/>
                  </a:cubicBezTo>
                  <a:cubicBezTo>
                    <a:pt x="11359" y="10143"/>
                    <a:pt x="11526" y="10977"/>
                    <a:pt x="11927" y="11678"/>
                  </a:cubicBezTo>
                  <a:cubicBezTo>
                    <a:pt x="12260" y="12412"/>
                    <a:pt x="12760" y="12979"/>
                    <a:pt x="13127" y="13579"/>
                  </a:cubicBezTo>
                  <a:cubicBezTo>
                    <a:pt x="13494" y="14146"/>
                    <a:pt x="13761" y="14747"/>
                    <a:pt x="13795" y="15347"/>
                  </a:cubicBezTo>
                  <a:cubicBezTo>
                    <a:pt x="13828" y="15981"/>
                    <a:pt x="13661" y="16648"/>
                    <a:pt x="13361" y="17182"/>
                  </a:cubicBezTo>
                  <a:cubicBezTo>
                    <a:pt x="13094" y="17782"/>
                    <a:pt x="12660" y="18182"/>
                    <a:pt x="12160" y="18683"/>
                  </a:cubicBezTo>
                  <a:cubicBezTo>
                    <a:pt x="11660" y="19150"/>
                    <a:pt x="11159" y="19784"/>
                    <a:pt x="10959" y="20484"/>
                  </a:cubicBezTo>
                  <a:cubicBezTo>
                    <a:pt x="10926" y="20651"/>
                    <a:pt x="10892" y="20851"/>
                    <a:pt x="10826" y="21018"/>
                  </a:cubicBezTo>
                  <a:cubicBezTo>
                    <a:pt x="10759" y="21185"/>
                    <a:pt x="10759" y="21418"/>
                    <a:pt x="10759" y="21585"/>
                  </a:cubicBezTo>
                  <a:lnTo>
                    <a:pt x="10759" y="22119"/>
                  </a:lnTo>
                  <a:lnTo>
                    <a:pt x="10759" y="22352"/>
                  </a:lnTo>
                  <a:lnTo>
                    <a:pt x="10759" y="22519"/>
                  </a:lnTo>
                  <a:lnTo>
                    <a:pt x="10792" y="22652"/>
                  </a:lnTo>
                  <a:cubicBezTo>
                    <a:pt x="10926" y="23353"/>
                    <a:pt x="11226" y="24087"/>
                    <a:pt x="11593" y="24687"/>
                  </a:cubicBezTo>
                  <a:cubicBezTo>
                    <a:pt x="11927" y="25321"/>
                    <a:pt x="12394" y="25921"/>
                    <a:pt x="12460" y="26455"/>
                  </a:cubicBezTo>
                  <a:cubicBezTo>
                    <a:pt x="12560" y="26989"/>
                    <a:pt x="12293" y="27589"/>
                    <a:pt x="11927" y="28156"/>
                  </a:cubicBezTo>
                  <a:cubicBezTo>
                    <a:pt x="11493" y="28757"/>
                    <a:pt x="11093" y="29290"/>
                    <a:pt x="10526" y="29691"/>
                  </a:cubicBezTo>
                  <a:cubicBezTo>
                    <a:pt x="10059" y="30158"/>
                    <a:pt x="9425" y="30525"/>
                    <a:pt x="8824" y="30992"/>
                  </a:cubicBezTo>
                  <a:cubicBezTo>
                    <a:pt x="8557" y="31192"/>
                    <a:pt x="8257" y="31525"/>
                    <a:pt x="7990" y="31792"/>
                  </a:cubicBezTo>
                  <a:cubicBezTo>
                    <a:pt x="7890" y="31959"/>
                    <a:pt x="7790" y="32092"/>
                    <a:pt x="7657" y="32259"/>
                  </a:cubicBezTo>
                  <a:cubicBezTo>
                    <a:pt x="7623" y="32293"/>
                    <a:pt x="7523" y="32359"/>
                    <a:pt x="7490" y="32459"/>
                  </a:cubicBezTo>
                  <a:lnTo>
                    <a:pt x="7357" y="32693"/>
                  </a:lnTo>
                  <a:cubicBezTo>
                    <a:pt x="7190" y="33026"/>
                    <a:pt x="7056" y="33360"/>
                    <a:pt x="6923" y="33660"/>
                  </a:cubicBezTo>
                  <a:cubicBezTo>
                    <a:pt x="6790" y="33960"/>
                    <a:pt x="6656" y="34294"/>
                    <a:pt x="6556" y="34594"/>
                  </a:cubicBezTo>
                  <a:cubicBezTo>
                    <a:pt x="6056" y="35795"/>
                    <a:pt x="5622" y="36929"/>
                    <a:pt x="4988" y="37763"/>
                  </a:cubicBezTo>
                  <a:cubicBezTo>
                    <a:pt x="4688" y="38130"/>
                    <a:pt x="4321" y="38464"/>
                    <a:pt x="3954" y="38630"/>
                  </a:cubicBezTo>
                  <a:cubicBezTo>
                    <a:pt x="3679" y="38757"/>
                    <a:pt x="3431" y="38804"/>
                    <a:pt x="3193" y="38804"/>
                  </a:cubicBezTo>
                  <a:cubicBezTo>
                    <a:pt x="3055" y="38804"/>
                    <a:pt x="2921" y="38788"/>
                    <a:pt x="2787" y="38764"/>
                  </a:cubicBezTo>
                  <a:cubicBezTo>
                    <a:pt x="2019" y="38630"/>
                    <a:pt x="1486" y="38264"/>
                    <a:pt x="1119" y="38030"/>
                  </a:cubicBezTo>
                  <a:cubicBezTo>
                    <a:pt x="952" y="37930"/>
                    <a:pt x="785" y="37830"/>
                    <a:pt x="685" y="37730"/>
                  </a:cubicBezTo>
                  <a:lnTo>
                    <a:pt x="585" y="37630"/>
                  </a:lnTo>
                  <a:cubicBezTo>
                    <a:pt x="459" y="37533"/>
                    <a:pt x="348" y="37492"/>
                    <a:pt x="262" y="37492"/>
                  </a:cubicBezTo>
                  <a:cubicBezTo>
                    <a:pt x="53" y="37492"/>
                    <a:pt x="1" y="37736"/>
                    <a:pt x="285" y="37997"/>
                  </a:cubicBezTo>
                  <a:lnTo>
                    <a:pt x="418" y="38130"/>
                  </a:lnTo>
                  <a:cubicBezTo>
                    <a:pt x="485" y="38163"/>
                    <a:pt x="652" y="38297"/>
                    <a:pt x="819" y="38430"/>
                  </a:cubicBezTo>
                  <a:cubicBezTo>
                    <a:pt x="1186" y="38664"/>
                    <a:pt x="1786" y="39031"/>
                    <a:pt x="2653" y="39264"/>
                  </a:cubicBezTo>
                  <a:cubicBezTo>
                    <a:pt x="2824" y="39289"/>
                    <a:pt x="3004" y="39304"/>
                    <a:pt x="3188" y="39304"/>
                  </a:cubicBezTo>
                  <a:cubicBezTo>
                    <a:pt x="3506" y="39304"/>
                    <a:pt x="3837" y="39258"/>
                    <a:pt x="4154" y="39131"/>
                  </a:cubicBezTo>
                  <a:cubicBezTo>
                    <a:pt x="4721" y="38964"/>
                    <a:pt x="5122" y="38530"/>
                    <a:pt x="5489" y="38097"/>
                  </a:cubicBezTo>
                  <a:cubicBezTo>
                    <a:pt x="6222" y="37163"/>
                    <a:pt x="6656" y="35995"/>
                    <a:pt x="7257" y="34794"/>
                  </a:cubicBezTo>
                  <a:cubicBezTo>
                    <a:pt x="7357" y="34494"/>
                    <a:pt x="7523" y="34194"/>
                    <a:pt x="7657" y="33927"/>
                  </a:cubicBezTo>
                  <a:cubicBezTo>
                    <a:pt x="7824" y="33627"/>
                    <a:pt x="7957" y="33327"/>
                    <a:pt x="8124" y="33026"/>
                  </a:cubicBezTo>
                  <a:lnTo>
                    <a:pt x="8257" y="32826"/>
                  </a:lnTo>
                  <a:cubicBezTo>
                    <a:pt x="8291" y="32760"/>
                    <a:pt x="8324" y="32693"/>
                    <a:pt x="8391" y="32626"/>
                  </a:cubicBezTo>
                  <a:lnTo>
                    <a:pt x="8658" y="32259"/>
                  </a:lnTo>
                  <a:cubicBezTo>
                    <a:pt x="8858" y="31992"/>
                    <a:pt x="9091" y="31792"/>
                    <a:pt x="9358" y="31592"/>
                  </a:cubicBezTo>
                  <a:cubicBezTo>
                    <a:pt x="9858" y="31158"/>
                    <a:pt x="10526" y="30825"/>
                    <a:pt x="11126" y="30324"/>
                  </a:cubicBezTo>
                  <a:cubicBezTo>
                    <a:pt x="11693" y="29824"/>
                    <a:pt x="12260" y="29257"/>
                    <a:pt x="12660" y="28623"/>
                  </a:cubicBezTo>
                  <a:cubicBezTo>
                    <a:pt x="12861" y="28323"/>
                    <a:pt x="13094" y="27956"/>
                    <a:pt x="13194" y="27589"/>
                  </a:cubicBezTo>
                  <a:cubicBezTo>
                    <a:pt x="13328" y="27189"/>
                    <a:pt x="13394" y="26689"/>
                    <a:pt x="13328" y="26288"/>
                  </a:cubicBezTo>
                  <a:cubicBezTo>
                    <a:pt x="13294" y="25855"/>
                    <a:pt x="13094" y="25488"/>
                    <a:pt x="12927" y="25154"/>
                  </a:cubicBezTo>
                  <a:cubicBezTo>
                    <a:pt x="12727" y="24854"/>
                    <a:pt x="12527" y="24520"/>
                    <a:pt x="12360" y="24253"/>
                  </a:cubicBezTo>
                  <a:cubicBezTo>
                    <a:pt x="12093" y="23653"/>
                    <a:pt x="11826" y="23086"/>
                    <a:pt x="11693" y="22452"/>
                  </a:cubicBezTo>
                  <a:lnTo>
                    <a:pt x="11660" y="22319"/>
                  </a:lnTo>
                  <a:lnTo>
                    <a:pt x="11660" y="22252"/>
                  </a:lnTo>
                  <a:lnTo>
                    <a:pt x="11660" y="21985"/>
                  </a:lnTo>
                  <a:lnTo>
                    <a:pt x="11660" y="21518"/>
                  </a:lnTo>
                  <a:cubicBezTo>
                    <a:pt x="11660" y="21418"/>
                    <a:pt x="11660" y="21218"/>
                    <a:pt x="11693" y="21118"/>
                  </a:cubicBezTo>
                  <a:cubicBezTo>
                    <a:pt x="11693" y="20951"/>
                    <a:pt x="11760" y="20818"/>
                    <a:pt x="11793" y="20684"/>
                  </a:cubicBezTo>
                  <a:cubicBezTo>
                    <a:pt x="11960" y="20184"/>
                    <a:pt x="12293" y="19750"/>
                    <a:pt x="12760" y="19283"/>
                  </a:cubicBezTo>
                  <a:cubicBezTo>
                    <a:pt x="13194" y="18816"/>
                    <a:pt x="13795" y="18283"/>
                    <a:pt x="14128" y="17549"/>
                  </a:cubicBezTo>
                  <a:cubicBezTo>
                    <a:pt x="14495" y="16848"/>
                    <a:pt x="14662" y="16114"/>
                    <a:pt x="14628" y="15280"/>
                  </a:cubicBezTo>
                  <a:cubicBezTo>
                    <a:pt x="14595" y="14446"/>
                    <a:pt x="14195" y="13679"/>
                    <a:pt x="13795" y="13045"/>
                  </a:cubicBezTo>
                  <a:cubicBezTo>
                    <a:pt x="13361" y="12445"/>
                    <a:pt x="12861" y="11878"/>
                    <a:pt x="12594" y="11311"/>
                  </a:cubicBezTo>
                  <a:cubicBezTo>
                    <a:pt x="12260" y="10710"/>
                    <a:pt x="12127" y="10110"/>
                    <a:pt x="12227" y="9476"/>
                  </a:cubicBezTo>
                  <a:cubicBezTo>
                    <a:pt x="12260" y="8842"/>
                    <a:pt x="12560" y="8309"/>
                    <a:pt x="12927" y="7775"/>
                  </a:cubicBezTo>
                  <a:cubicBezTo>
                    <a:pt x="13294" y="7241"/>
                    <a:pt x="13761" y="6774"/>
                    <a:pt x="14161" y="6241"/>
                  </a:cubicBezTo>
                  <a:cubicBezTo>
                    <a:pt x="14595" y="5674"/>
                    <a:pt x="14962" y="5073"/>
                    <a:pt x="15062" y="4339"/>
                  </a:cubicBezTo>
                  <a:cubicBezTo>
                    <a:pt x="15129" y="3639"/>
                    <a:pt x="14962" y="2972"/>
                    <a:pt x="14628" y="2471"/>
                  </a:cubicBezTo>
                  <a:cubicBezTo>
                    <a:pt x="14328" y="1937"/>
                    <a:pt x="13895" y="1571"/>
                    <a:pt x="13461" y="1270"/>
                  </a:cubicBezTo>
                  <a:cubicBezTo>
                    <a:pt x="13061" y="970"/>
                    <a:pt x="12627" y="803"/>
                    <a:pt x="12227" y="637"/>
                  </a:cubicBezTo>
                  <a:cubicBezTo>
                    <a:pt x="11426" y="336"/>
                    <a:pt x="10759" y="203"/>
                    <a:pt x="10292" y="136"/>
                  </a:cubicBezTo>
                  <a:cubicBezTo>
                    <a:pt x="9825" y="36"/>
                    <a:pt x="9592" y="3"/>
                    <a:pt x="9592" y="3"/>
                  </a:cubicBezTo>
                  <a:cubicBezTo>
                    <a:pt x="9570" y="1"/>
                    <a:pt x="9550" y="1"/>
                    <a:pt x="95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4" name="Google Shape;184;p2"/>
            <p:cNvSpPr/>
            <p:nvPr/>
          </p:nvSpPr>
          <p:spPr>
            <a:xfrm>
              <a:off x="370" y="722095"/>
              <a:ext cx="24" cy="24"/>
            </a:xfrm>
            <a:custGeom>
              <a:avLst/>
              <a:gdLst/>
              <a:ahLst/>
              <a:cxnLst/>
              <a:rect l="l" t="t" r="r" b="b"/>
              <a:pathLst>
                <a:path w="1" h="1" fill="none" extrusionOk="0">
                  <a:moveTo>
                    <a:pt x="1" y="0"/>
                  </a:moveTo>
                  <a:close/>
                </a:path>
              </a:pathLst>
            </a:custGeom>
            <a:solidFill>
              <a:schemeClr val="dk1"/>
            </a:solidFill>
            <a:ln w="5000" cap="flat" cmpd="sng">
              <a:solidFill>
                <a:srgbClr val="02570B"/>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5" name="Google Shape;185;p2"/>
            <p:cNvSpPr/>
            <p:nvPr/>
          </p:nvSpPr>
          <p:spPr>
            <a:xfrm>
              <a:off x="32239" y="16088"/>
              <a:ext cx="167398" cy="781232"/>
            </a:xfrm>
            <a:custGeom>
              <a:avLst/>
              <a:gdLst/>
              <a:ahLst/>
              <a:cxnLst/>
              <a:rect l="l" t="t" r="r" b="b"/>
              <a:pathLst>
                <a:path w="6923" h="32309" extrusionOk="0">
                  <a:moveTo>
                    <a:pt x="4881" y="1"/>
                  </a:moveTo>
                  <a:cubicBezTo>
                    <a:pt x="4761" y="1"/>
                    <a:pt x="4752" y="142"/>
                    <a:pt x="4954" y="344"/>
                  </a:cubicBezTo>
                  <a:cubicBezTo>
                    <a:pt x="4954" y="344"/>
                    <a:pt x="5087" y="411"/>
                    <a:pt x="5288" y="611"/>
                  </a:cubicBezTo>
                  <a:cubicBezTo>
                    <a:pt x="5521" y="844"/>
                    <a:pt x="5821" y="1211"/>
                    <a:pt x="6122" y="1678"/>
                  </a:cubicBezTo>
                  <a:cubicBezTo>
                    <a:pt x="6422" y="2179"/>
                    <a:pt x="6655" y="2846"/>
                    <a:pt x="6488" y="3546"/>
                  </a:cubicBezTo>
                  <a:cubicBezTo>
                    <a:pt x="6322" y="4314"/>
                    <a:pt x="5855" y="5014"/>
                    <a:pt x="5421" y="5848"/>
                  </a:cubicBezTo>
                  <a:cubicBezTo>
                    <a:pt x="4954" y="6649"/>
                    <a:pt x="4487" y="7549"/>
                    <a:pt x="4354" y="8583"/>
                  </a:cubicBezTo>
                  <a:cubicBezTo>
                    <a:pt x="4287" y="9584"/>
                    <a:pt x="4454" y="10685"/>
                    <a:pt x="4787" y="11686"/>
                  </a:cubicBezTo>
                  <a:cubicBezTo>
                    <a:pt x="5154" y="12653"/>
                    <a:pt x="5688" y="13554"/>
                    <a:pt x="5788" y="14488"/>
                  </a:cubicBezTo>
                  <a:cubicBezTo>
                    <a:pt x="5821" y="14721"/>
                    <a:pt x="5788" y="14988"/>
                    <a:pt x="5788" y="15188"/>
                  </a:cubicBezTo>
                  <a:cubicBezTo>
                    <a:pt x="5755" y="15388"/>
                    <a:pt x="5755" y="15655"/>
                    <a:pt x="5655" y="15855"/>
                  </a:cubicBezTo>
                  <a:cubicBezTo>
                    <a:pt x="5521" y="16255"/>
                    <a:pt x="5354" y="16689"/>
                    <a:pt x="5188" y="17089"/>
                  </a:cubicBezTo>
                  <a:cubicBezTo>
                    <a:pt x="5121" y="17223"/>
                    <a:pt x="5087" y="17323"/>
                    <a:pt x="4987" y="17423"/>
                  </a:cubicBezTo>
                  <a:lnTo>
                    <a:pt x="4921" y="17590"/>
                  </a:lnTo>
                  <a:lnTo>
                    <a:pt x="4854" y="17690"/>
                  </a:lnTo>
                  <a:lnTo>
                    <a:pt x="4821" y="17823"/>
                  </a:lnTo>
                  <a:cubicBezTo>
                    <a:pt x="4754" y="18057"/>
                    <a:pt x="4654" y="18257"/>
                    <a:pt x="4520" y="18490"/>
                  </a:cubicBezTo>
                  <a:cubicBezTo>
                    <a:pt x="4420" y="18691"/>
                    <a:pt x="4287" y="18891"/>
                    <a:pt x="4120" y="19057"/>
                  </a:cubicBezTo>
                  <a:cubicBezTo>
                    <a:pt x="3953" y="19224"/>
                    <a:pt x="3787" y="19391"/>
                    <a:pt x="3620" y="19658"/>
                  </a:cubicBezTo>
                  <a:cubicBezTo>
                    <a:pt x="3453" y="19891"/>
                    <a:pt x="3420" y="20192"/>
                    <a:pt x="3353" y="20392"/>
                  </a:cubicBezTo>
                  <a:cubicBezTo>
                    <a:pt x="3320" y="20592"/>
                    <a:pt x="3320" y="20825"/>
                    <a:pt x="3320" y="21026"/>
                  </a:cubicBezTo>
                  <a:cubicBezTo>
                    <a:pt x="3353" y="21392"/>
                    <a:pt x="3420" y="21693"/>
                    <a:pt x="3420" y="21893"/>
                  </a:cubicBezTo>
                  <a:lnTo>
                    <a:pt x="3420" y="21859"/>
                  </a:lnTo>
                  <a:cubicBezTo>
                    <a:pt x="3420" y="22393"/>
                    <a:pt x="3653" y="22894"/>
                    <a:pt x="3953" y="23227"/>
                  </a:cubicBezTo>
                  <a:cubicBezTo>
                    <a:pt x="4187" y="23594"/>
                    <a:pt x="4520" y="23928"/>
                    <a:pt x="4754" y="24261"/>
                  </a:cubicBezTo>
                  <a:cubicBezTo>
                    <a:pt x="4987" y="24595"/>
                    <a:pt x="5121" y="24995"/>
                    <a:pt x="5154" y="25362"/>
                  </a:cubicBezTo>
                  <a:cubicBezTo>
                    <a:pt x="5188" y="25729"/>
                    <a:pt x="5121" y="26096"/>
                    <a:pt x="5087" y="26496"/>
                  </a:cubicBezTo>
                  <a:cubicBezTo>
                    <a:pt x="4954" y="27230"/>
                    <a:pt x="4487" y="27830"/>
                    <a:pt x="3953" y="28197"/>
                  </a:cubicBezTo>
                  <a:cubicBezTo>
                    <a:pt x="3420" y="28598"/>
                    <a:pt x="2819" y="28864"/>
                    <a:pt x="2319" y="29165"/>
                  </a:cubicBezTo>
                  <a:cubicBezTo>
                    <a:pt x="1818" y="29398"/>
                    <a:pt x="1318" y="29698"/>
                    <a:pt x="985" y="30032"/>
                  </a:cubicBezTo>
                  <a:cubicBezTo>
                    <a:pt x="784" y="30165"/>
                    <a:pt x="651" y="30366"/>
                    <a:pt x="518" y="30532"/>
                  </a:cubicBezTo>
                  <a:cubicBezTo>
                    <a:pt x="384" y="30699"/>
                    <a:pt x="317" y="30866"/>
                    <a:pt x="217" y="31033"/>
                  </a:cubicBezTo>
                  <a:cubicBezTo>
                    <a:pt x="184" y="31166"/>
                    <a:pt x="151" y="31333"/>
                    <a:pt x="117" y="31433"/>
                  </a:cubicBezTo>
                  <a:cubicBezTo>
                    <a:pt x="51" y="31566"/>
                    <a:pt x="17" y="31700"/>
                    <a:pt x="17" y="31767"/>
                  </a:cubicBezTo>
                  <a:lnTo>
                    <a:pt x="17" y="32033"/>
                  </a:lnTo>
                  <a:cubicBezTo>
                    <a:pt x="0" y="32217"/>
                    <a:pt x="51" y="32309"/>
                    <a:pt x="113" y="32309"/>
                  </a:cubicBezTo>
                  <a:cubicBezTo>
                    <a:pt x="176" y="32309"/>
                    <a:pt x="251" y="32217"/>
                    <a:pt x="284" y="32033"/>
                  </a:cubicBezTo>
                  <a:cubicBezTo>
                    <a:pt x="284" y="32033"/>
                    <a:pt x="317" y="31933"/>
                    <a:pt x="317" y="31767"/>
                  </a:cubicBezTo>
                  <a:cubicBezTo>
                    <a:pt x="317" y="31700"/>
                    <a:pt x="351" y="31600"/>
                    <a:pt x="384" y="31500"/>
                  </a:cubicBezTo>
                  <a:cubicBezTo>
                    <a:pt x="451" y="31400"/>
                    <a:pt x="451" y="31233"/>
                    <a:pt x="518" y="31099"/>
                  </a:cubicBezTo>
                  <a:cubicBezTo>
                    <a:pt x="718" y="30532"/>
                    <a:pt x="1452" y="29899"/>
                    <a:pt x="2486" y="29398"/>
                  </a:cubicBezTo>
                  <a:cubicBezTo>
                    <a:pt x="3019" y="29165"/>
                    <a:pt x="3620" y="28864"/>
                    <a:pt x="4187" y="28431"/>
                  </a:cubicBezTo>
                  <a:cubicBezTo>
                    <a:pt x="4787" y="28031"/>
                    <a:pt x="5321" y="27363"/>
                    <a:pt x="5488" y="26529"/>
                  </a:cubicBezTo>
                  <a:cubicBezTo>
                    <a:pt x="5554" y="26163"/>
                    <a:pt x="5655" y="25729"/>
                    <a:pt x="5621" y="25262"/>
                  </a:cubicBezTo>
                  <a:cubicBezTo>
                    <a:pt x="5554" y="24862"/>
                    <a:pt x="5388" y="24395"/>
                    <a:pt x="5154" y="24028"/>
                  </a:cubicBezTo>
                  <a:cubicBezTo>
                    <a:pt x="4921" y="23661"/>
                    <a:pt x="4554" y="23327"/>
                    <a:pt x="4320" y="22994"/>
                  </a:cubicBezTo>
                  <a:cubicBezTo>
                    <a:pt x="4053" y="22660"/>
                    <a:pt x="3853" y="22260"/>
                    <a:pt x="3853" y="21859"/>
                  </a:cubicBezTo>
                  <a:cubicBezTo>
                    <a:pt x="3853" y="21693"/>
                    <a:pt x="3820" y="21392"/>
                    <a:pt x="3820" y="21026"/>
                  </a:cubicBezTo>
                  <a:cubicBezTo>
                    <a:pt x="3820" y="20692"/>
                    <a:pt x="3820" y="20258"/>
                    <a:pt x="4020" y="19925"/>
                  </a:cubicBezTo>
                  <a:cubicBezTo>
                    <a:pt x="4153" y="19758"/>
                    <a:pt x="4320" y="19591"/>
                    <a:pt x="4487" y="19391"/>
                  </a:cubicBezTo>
                  <a:cubicBezTo>
                    <a:pt x="4654" y="19191"/>
                    <a:pt x="4821" y="18991"/>
                    <a:pt x="4954" y="18724"/>
                  </a:cubicBezTo>
                  <a:cubicBezTo>
                    <a:pt x="5087" y="18490"/>
                    <a:pt x="5188" y="18224"/>
                    <a:pt x="5321" y="17923"/>
                  </a:cubicBezTo>
                  <a:lnTo>
                    <a:pt x="5321" y="17890"/>
                  </a:lnTo>
                  <a:lnTo>
                    <a:pt x="5354" y="17823"/>
                  </a:lnTo>
                  <a:lnTo>
                    <a:pt x="5454" y="17656"/>
                  </a:lnTo>
                  <a:cubicBezTo>
                    <a:pt x="5488" y="17523"/>
                    <a:pt x="5554" y="17423"/>
                    <a:pt x="5655" y="17356"/>
                  </a:cubicBezTo>
                  <a:cubicBezTo>
                    <a:pt x="5855" y="16923"/>
                    <a:pt x="6021" y="16522"/>
                    <a:pt x="6155" y="16022"/>
                  </a:cubicBezTo>
                  <a:cubicBezTo>
                    <a:pt x="6222" y="15755"/>
                    <a:pt x="6222" y="15522"/>
                    <a:pt x="6288" y="15255"/>
                  </a:cubicBezTo>
                  <a:cubicBezTo>
                    <a:pt x="6288" y="15021"/>
                    <a:pt x="6288" y="14721"/>
                    <a:pt x="6222" y="14488"/>
                  </a:cubicBezTo>
                  <a:cubicBezTo>
                    <a:pt x="6155" y="13920"/>
                    <a:pt x="5988" y="13420"/>
                    <a:pt x="5788" y="12953"/>
                  </a:cubicBezTo>
                  <a:cubicBezTo>
                    <a:pt x="5554" y="12486"/>
                    <a:pt x="5354" y="12019"/>
                    <a:pt x="5188" y="11552"/>
                  </a:cubicBezTo>
                  <a:cubicBezTo>
                    <a:pt x="4854" y="10585"/>
                    <a:pt x="4687" y="9584"/>
                    <a:pt x="4787" y="8617"/>
                  </a:cubicBezTo>
                  <a:cubicBezTo>
                    <a:pt x="4854" y="7683"/>
                    <a:pt x="5288" y="6815"/>
                    <a:pt x="5755" y="6015"/>
                  </a:cubicBezTo>
                  <a:cubicBezTo>
                    <a:pt x="6188" y="5214"/>
                    <a:pt x="6655" y="4480"/>
                    <a:pt x="6822" y="3646"/>
                  </a:cubicBezTo>
                  <a:cubicBezTo>
                    <a:pt x="6922" y="3213"/>
                    <a:pt x="6855" y="2813"/>
                    <a:pt x="6789" y="2446"/>
                  </a:cubicBezTo>
                  <a:cubicBezTo>
                    <a:pt x="6655" y="2079"/>
                    <a:pt x="6522" y="1778"/>
                    <a:pt x="6355" y="1545"/>
                  </a:cubicBezTo>
                  <a:cubicBezTo>
                    <a:pt x="6021" y="1045"/>
                    <a:pt x="5755" y="678"/>
                    <a:pt x="5488" y="444"/>
                  </a:cubicBezTo>
                  <a:cubicBezTo>
                    <a:pt x="5254" y="244"/>
                    <a:pt x="5121" y="111"/>
                    <a:pt x="5121" y="111"/>
                  </a:cubicBezTo>
                  <a:cubicBezTo>
                    <a:pt x="5022" y="34"/>
                    <a:pt x="4939" y="1"/>
                    <a:pt x="48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6" name="Google Shape;186;p2"/>
            <p:cNvSpPr/>
            <p:nvPr/>
          </p:nvSpPr>
          <p:spPr>
            <a:xfrm>
              <a:off x="356493" y="893652"/>
              <a:ext cx="516630" cy="263997"/>
            </a:xfrm>
            <a:custGeom>
              <a:avLst/>
              <a:gdLst/>
              <a:ahLst/>
              <a:cxnLst/>
              <a:rect l="l" t="t" r="r" b="b"/>
              <a:pathLst>
                <a:path w="21366" h="10918" extrusionOk="0">
                  <a:moveTo>
                    <a:pt x="8236" y="1"/>
                  </a:moveTo>
                  <a:cubicBezTo>
                    <a:pt x="7955" y="1"/>
                    <a:pt x="7679" y="52"/>
                    <a:pt x="7422" y="144"/>
                  </a:cubicBezTo>
                  <a:cubicBezTo>
                    <a:pt x="5587" y="911"/>
                    <a:pt x="4720" y="2645"/>
                    <a:pt x="3920" y="3946"/>
                  </a:cubicBezTo>
                  <a:cubicBezTo>
                    <a:pt x="3519" y="4613"/>
                    <a:pt x="3119" y="5214"/>
                    <a:pt x="2719" y="5714"/>
                  </a:cubicBezTo>
                  <a:cubicBezTo>
                    <a:pt x="2519" y="5948"/>
                    <a:pt x="2285" y="6148"/>
                    <a:pt x="2085" y="6381"/>
                  </a:cubicBezTo>
                  <a:cubicBezTo>
                    <a:pt x="1885" y="6582"/>
                    <a:pt x="1685" y="6748"/>
                    <a:pt x="1518" y="6915"/>
                  </a:cubicBezTo>
                  <a:cubicBezTo>
                    <a:pt x="1118" y="7149"/>
                    <a:pt x="851" y="7415"/>
                    <a:pt x="584" y="7549"/>
                  </a:cubicBezTo>
                  <a:cubicBezTo>
                    <a:pt x="350" y="7649"/>
                    <a:pt x="217" y="7749"/>
                    <a:pt x="217" y="7749"/>
                  </a:cubicBezTo>
                  <a:cubicBezTo>
                    <a:pt x="1" y="7884"/>
                    <a:pt x="47" y="8128"/>
                    <a:pt x="232" y="8128"/>
                  </a:cubicBezTo>
                  <a:cubicBezTo>
                    <a:pt x="275" y="8128"/>
                    <a:pt x="326" y="8114"/>
                    <a:pt x="384" y="8083"/>
                  </a:cubicBezTo>
                  <a:cubicBezTo>
                    <a:pt x="384" y="8083"/>
                    <a:pt x="517" y="7983"/>
                    <a:pt x="751" y="7882"/>
                  </a:cubicBezTo>
                  <a:cubicBezTo>
                    <a:pt x="1017" y="7782"/>
                    <a:pt x="1351" y="7549"/>
                    <a:pt x="1751" y="7249"/>
                  </a:cubicBezTo>
                  <a:cubicBezTo>
                    <a:pt x="1918" y="7082"/>
                    <a:pt x="2185" y="6915"/>
                    <a:pt x="2385" y="6715"/>
                  </a:cubicBezTo>
                  <a:cubicBezTo>
                    <a:pt x="2585" y="6481"/>
                    <a:pt x="2852" y="6248"/>
                    <a:pt x="3052" y="5981"/>
                  </a:cubicBezTo>
                  <a:cubicBezTo>
                    <a:pt x="3453" y="5447"/>
                    <a:pt x="3920" y="4880"/>
                    <a:pt x="4353" y="4213"/>
                  </a:cubicBezTo>
                  <a:cubicBezTo>
                    <a:pt x="4553" y="3846"/>
                    <a:pt x="4787" y="3513"/>
                    <a:pt x="5020" y="3212"/>
                  </a:cubicBezTo>
                  <a:cubicBezTo>
                    <a:pt x="5220" y="2812"/>
                    <a:pt x="5454" y="2479"/>
                    <a:pt x="5721" y="2178"/>
                  </a:cubicBezTo>
                  <a:cubicBezTo>
                    <a:pt x="6221" y="1578"/>
                    <a:pt x="6888" y="978"/>
                    <a:pt x="7589" y="744"/>
                  </a:cubicBezTo>
                  <a:cubicBezTo>
                    <a:pt x="7756" y="677"/>
                    <a:pt x="7931" y="644"/>
                    <a:pt x="8106" y="644"/>
                  </a:cubicBezTo>
                  <a:cubicBezTo>
                    <a:pt x="8281" y="644"/>
                    <a:pt x="8456" y="677"/>
                    <a:pt x="8623" y="744"/>
                  </a:cubicBezTo>
                  <a:cubicBezTo>
                    <a:pt x="8956" y="844"/>
                    <a:pt x="9257" y="1111"/>
                    <a:pt x="9524" y="1411"/>
                  </a:cubicBezTo>
                  <a:cubicBezTo>
                    <a:pt x="10024" y="1978"/>
                    <a:pt x="10257" y="2745"/>
                    <a:pt x="10558" y="3446"/>
                  </a:cubicBezTo>
                  <a:cubicBezTo>
                    <a:pt x="10691" y="3813"/>
                    <a:pt x="10858" y="4180"/>
                    <a:pt x="11058" y="4580"/>
                  </a:cubicBezTo>
                  <a:cubicBezTo>
                    <a:pt x="11258" y="4947"/>
                    <a:pt x="11558" y="5381"/>
                    <a:pt x="12059" y="5581"/>
                  </a:cubicBezTo>
                  <a:cubicBezTo>
                    <a:pt x="12305" y="5687"/>
                    <a:pt x="12571" y="5727"/>
                    <a:pt x="12835" y="5727"/>
                  </a:cubicBezTo>
                  <a:cubicBezTo>
                    <a:pt x="13071" y="5727"/>
                    <a:pt x="13306" y="5695"/>
                    <a:pt x="13526" y="5648"/>
                  </a:cubicBezTo>
                  <a:cubicBezTo>
                    <a:pt x="13727" y="5614"/>
                    <a:pt x="13960" y="5547"/>
                    <a:pt x="14194" y="5447"/>
                  </a:cubicBezTo>
                  <a:lnTo>
                    <a:pt x="14794" y="5214"/>
                  </a:lnTo>
                  <a:cubicBezTo>
                    <a:pt x="15228" y="4980"/>
                    <a:pt x="15595" y="4814"/>
                    <a:pt x="15961" y="4714"/>
                  </a:cubicBezTo>
                  <a:cubicBezTo>
                    <a:pt x="16204" y="4633"/>
                    <a:pt x="16434" y="4589"/>
                    <a:pt x="16645" y="4589"/>
                  </a:cubicBezTo>
                  <a:cubicBezTo>
                    <a:pt x="16782" y="4589"/>
                    <a:pt x="16910" y="4607"/>
                    <a:pt x="17029" y="4647"/>
                  </a:cubicBezTo>
                  <a:cubicBezTo>
                    <a:pt x="17296" y="4780"/>
                    <a:pt x="17563" y="5080"/>
                    <a:pt x="17729" y="5414"/>
                  </a:cubicBezTo>
                  <a:cubicBezTo>
                    <a:pt x="17896" y="5781"/>
                    <a:pt x="18063" y="6115"/>
                    <a:pt x="18130" y="6481"/>
                  </a:cubicBezTo>
                  <a:cubicBezTo>
                    <a:pt x="18363" y="7249"/>
                    <a:pt x="18430" y="7949"/>
                    <a:pt x="18630" y="8616"/>
                  </a:cubicBezTo>
                  <a:cubicBezTo>
                    <a:pt x="18797" y="9283"/>
                    <a:pt x="19097" y="9884"/>
                    <a:pt x="19531" y="10251"/>
                  </a:cubicBezTo>
                  <a:cubicBezTo>
                    <a:pt x="19898" y="10618"/>
                    <a:pt x="20298" y="10785"/>
                    <a:pt x="20598" y="10818"/>
                  </a:cubicBezTo>
                  <a:cubicBezTo>
                    <a:pt x="20865" y="10918"/>
                    <a:pt x="21032" y="10918"/>
                    <a:pt x="21032" y="10918"/>
                  </a:cubicBezTo>
                  <a:cubicBezTo>
                    <a:pt x="21365" y="10918"/>
                    <a:pt x="21365" y="10618"/>
                    <a:pt x="21132" y="10484"/>
                  </a:cubicBezTo>
                  <a:cubicBezTo>
                    <a:pt x="21132" y="10484"/>
                    <a:pt x="20998" y="10484"/>
                    <a:pt x="20765" y="10418"/>
                  </a:cubicBezTo>
                  <a:cubicBezTo>
                    <a:pt x="20498" y="10384"/>
                    <a:pt x="20164" y="10217"/>
                    <a:pt x="19831" y="9917"/>
                  </a:cubicBezTo>
                  <a:cubicBezTo>
                    <a:pt x="19564" y="9617"/>
                    <a:pt x="19297" y="9117"/>
                    <a:pt x="19130" y="8483"/>
                  </a:cubicBezTo>
                  <a:cubicBezTo>
                    <a:pt x="18997" y="7882"/>
                    <a:pt x="18897" y="7149"/>
                    <a:pt x="18730" y="6381"/>
                  </a:cubicBezTo>
                  <a:cubicBezTo>
                    <a:pt x="18630" y="5948"/>
                    <a:pt x="18497" y="5581"/>
                    <a:pt x="18296" y="5147"/>
                  </a:cubicBezTo>
                  <a:cubicBezTo>
                    <a:pt x="18096" y="4780"/>
                    <a:pt x="17863" y="4380"/>
                    <a:pt x="17329" y="4113"/>
                  </a:cubicBezTo>
                  <a:cubicBezTo>
                    <a:pt x="17106" y="4002"/>
                    <a:pt x="16853" y="3959"/>
                    <a:pt x="16605" y="3959"/>
                  </a:cubicBezTo>
                  <a:cubicBezTo>
                    <a:pt x="16334" y="3959"/>
                    <a:pt x="16070" y="4010"/>
                    <a:pt x="15861" y="4080"/>
                  </a:cubicBezTo>
                  <a:cubicBezTo>
                    <a:pt x="15394" y="4213"/>
                    <a:pt x="15027" y="4413"/>
                    <a:pt x="14594" y="4580"/>
                  </a:cubicBezTo>
                  <a:cubicBezTo>
                    <a:pt x="14394" y="4714"/>
                    <a:pt x="14227" y="4747"/>
                    <a:pt x="14027" y="4814"/>
                  </a:cubicBezTo>
                  <a:cubicBezTo>
                    <a:pt x="13793" y="4914"/>
                    <a:pt x="13626" y="4947"/>
                    <a:pt x="13426" y="4980"/>
                  </a:cubicBezTo>
                  <a:cubicBezTo>
                    <a:pt x="13256" y="5027"/>
                    <a:pt x="13086" y="5052"/>
                    <a:pt x="12922" y="5052"/>
                  </a:cubicBezTo>
                  <a:cubicBezTo>
                    <a:pt x="12733" y="5052"/>
                    <a:pt x="12553" y="5019"/>
                    <a:pt x="12392" y="4947"/>
                  </a:cubicBezTo>
                  <a:cubicBezTo>
                    <a:pt x="12125" y="4814"/>
                    <a:pt x="11892" y="4580"/>
                    <a:pt x="11725" y="4247"/>
                  </a:cubicBezTo>
                  <a:cubicBezTo>
                    <a:pt x="11558" y="3913"/>
                    <a:pt x="11392" y="3546"/>
                    <a:pt x="11258" y="3212"/>
                  </a:cubicBezTo>
                  <a:cubicBezTo>
                    <a:pt x="10958" y="2479"/>
                    <a:pt x="10691" y="1645"/>
                    <a:pt x="10091" y="944"/>
                  </a:cubicBezTo>
                  <a:cubicBezTo>
                    <a:pt x="9790" y="611"/>
                    <a:pt x="9423" y="277"/>
                    <a:pt x="8923" y="110"/>
                  </a:cubicBezTo>
                  <a:cubicBezTo>
                    <a:pt x="8698" y="35"/>
                    <a:pt x="8466" y="1"/>
                    <a:pt x="82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7" name="Google Shape;187;p2"/>
            <p:cNvSpPr/>
            <p:nvPr/>
          </p:nvSpPr>
          <p:spPr>
            <a:xfrm>
              <a:off x="539173" y="920492"/>
              <a:ext cx="17772" cy="18594"/>
            </a:xfrm>
            <a:custGeom>
              <a:avLst/>
              <a:gdLst/>
              <a:ahLst/>
              <a:cxnLst/>
              <a:rect l="l" t="t" r="r" b="b"/>
              <a:pathLst>
                <a:path w="735" h="769" extrusionOk="0">
                  <a:moveTo>
                    <a:pt x="568" y="1"/>
                  </a:moveTo>
                  <a:cubicBezTo>
                    <a:pt x="568" y="1"/>
                    <a:pt x="334" y="101"/>
                    <a:pt x="201" y="201"/>
                  </a:cubicBezTo>
                  <a:cubicBezTo>
                    <a:pt x="134" y="335"/>
                    <a:pt x="0" y="601"/>
                    <a:pt x="0" y="601"/>
                  </a:cubicBezTo>
                  <a:cubicBezTo>
                    <a:pt x="0" y="601"/>
                    <a:pt x="134" y="768"/>
                    <a:pt x="167" y="768"/>
                  </a:cubicBezTo>
                  <a:cubicBezTo>
                    <a:pt x="167" y="768"/>
                    <a:pt x="401" y="668"/>
                    <a:pt x="534" y="535"/>
                  </a:cubicBezTo>
                  <a:cubicBezTo>
                    <a:pt x="634" y="435"/>
                    <a:pt x="734" y="168"/>
                    <a:pt x="734" y="168"/>
                  </a:cubicBezTo>
                  <a:lnTo>
                    <a:pt x="56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8" name="Google Shape;188;p2"/>
            <p:cNvSpPr/>
            <p:nvPr/>
          </p:nvSpPr>
          <p:spPr>
            <a:xfrm>
              <a:off x="544807" y="931784"/>
              <a:ext cx="27468" cy="32304"/>
            </a:xfrm>
            <a:custGeom>
              <a:avLst/>
              <a:gdLst/>
              <a:ahLst/>
              <a:cxnLst/>
              <a:rect l="l" t="t" r="r" b="b"/>
              <a:pathLst>
                <a:path w="1136" h="1336" extrusionOk="0">
                  <a:moveTo>
                    <a:pt x="968" y="1"/>
                  </a:moveTo>
                  <a:cubicBezTo>
                    <a:pt x="968" y="1"/>
                    <a:pt x="835" y="34"/>
                    <a:pt x="735" y="134"/>
                  </a:cubicBezTo>
                  <a:cubicBezTo>
                    <a:pt x="601" y="201"/>
                    <a:pt x="468" y="335"/>
                    <a:pt x="335" y="468"/>
                  </a:cubicBezTo>
                  <a:cubicBezTo>
                    <a:pt x="268" y="568"/>
                    <a:pt x="134" y="735"/>
                    <a:pt x="101" y="902"/>
                  </a:cubicBezTo>
                  <a:lnTo>
                    <a:pt x="1" y="1168"/>
                  </a:lnTo>
                  <a:cubicBezTo>
                    <a:pt x="68" y="1202"/>
                    <a:pt x="234" y="1302"/>
                    <a:pt x="268" y="1335"/>
                  </a:cubicBezTo>
                  <a:cubicBezTo>
                    <a:pt x="268" y="1335"/>
                    <a:pt x="335" y="1235"/>
                    <a:pt x="435" y="1135"/>
                  </a:cubicBezTo>
                  <a:cubicBezTo>
                    <a:pt x="501" y="1002"/>
                    <a:pt x="635" y="902"/>
                    <a:pt x="735" y="802"/>
                  </a:cubicBezTo>
                  <a:lnTo>
                    <a:pt x="968" y="401"/>
                  </a:lnTo>
                  <a:cubicBezTo>
                    <a:pt x="1068" y="301"/>
                    <a:pt x="1135" y="201"/>
                    <a:pt x="1135" y="201"/>
                  </a:cubicBezTo>
                  <a:cubicBezTo>
                    <a:pt x="1135" y="168"/>
                    <a:pt x="968" y="1"/>
                    <a:pt x="9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9" name="Google Shape;189;p2"/>
            <p:cNvSpPr/>
            <p:nvPr/>
          </p:nvSpPr>
          <p:spPr>
            <a:xfrm>
              <a:off x="563377" y="955191"/>
              <a:ext cx="20190" cy="25824"/>
            </a:xfrm>
            <a:custGeom>
              <a:avLst/>
              <a:gdLst/>
              <a:ahLst/>
              <a:cxnLst/>
              <a:rect l="l" t="t" r="r" b="b"/>
              <a:pathLst>
                <a:path w="835" h="1068" extrusionOk="0">
                  <a:moveTo>
                    <a:pt x="634" y="0"/>
                  </a:moveTo>
                  <a:cubicBezTo>
                    <a:pt x="634" y="0"/>
                    <a:pt x="334" y="234"/>
                    <a:pt x="200" y="401"/>
                  </a:cubicBezTo>
                  <a:cubicBezTo>
                    <a:pt x="67" y="601"/>
                    <a:pt x="0" y="934"/>
                    <a:pt x="0" y="934"/>
                  </a:cubicBezTo>
                  <a:cubicBezTo>
                    <a:pt x="0" y="934"/>
                    <a:pt x="167" y="1068"/>
                    <a:pt x="200" y="1068"/>
                  </a:cubicBezTo>
                  <a:cubicBezTo>
                    <a:pt x="200" y="1068"/>
                    <a:pt x="501" y="834"/>
                    <a:pt x="634" y="667"/>
                  </a:cubicBezTo>
                  <a:cubicBezTo>
                    <a:pt x="734" y="434"/>
                    <a:pt x="834" y="100"/>
                    <a:pt x="834" y="100"/>
                  </a:cubicBezTo>
                  <a:lnTo>
                    <a:pt x="6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0" name="Google Shape;190;p2"/>
            <p:cNvSpPr/>
            <p:nvPr/>
          </p:nvSpPr>
          <p:spPr>
            <a:xfrm>
              <a:off x="576265" y="980991"/>
              <a:ext cx="21012" cy="26816"/>
            </a:xfrm>
            <a:custGeom>
              <a:avLst/>
              <a:gdLst/>
              <a:ahLst/>
              <a:cxnLst/>
              <a:rect l="l" t="t" r="r" b="b"/>
              <a:pathLst>
                <a:path w="869" h="1109" extrusionOk="0">
                  <a:moveTo>
                    <a:pt x="735" y="1"/>
                  </a:moveTo>
                  <a:cubicBezTo>
                    <a:pt x="735" y="1"/>
                    <a:pt x="668" y="34"/>
                    <a:pt x="535" y="134"/>
                  </a:cubicBezTo>
                  <a:cubicBezTo>
                    <a:pt x="435" y="201"/>
                    <a:pt x="301" y="334"/>
                    <a:pt x="201" y="434"/>
                  </a:cubicBezTo>
                  <a:cubicBezTo>
                    <a:pt x="101" y="635"/>
                    <a:pt x="1" y="1001"/>
                    <a:pt x="1" y="1001"/>
                  </a:cubicBezTo>
                  <a:cubicBezTo>
                    <a:pt x="1" y="1030"/>
                    <a:pt x="124" y="1108"/>
                    <a:pt x="180" y="1108"/>
                  </a:cubicBezTo>
                  <a:cubicBezTo>
                    <a:pt x="189" y="1108"/>
                    <a:pt x="196" y="1106"/>
                    <a:pt x="201" y="1102"/>
                  </a:cubicBezTo>
                  <a:cubicBezTo>
                    <a:pt x="201" y="1102"/>
                    <a:pt x="501" y="835"/>
                    <a:pt x="635" y="668"/>
                  </a:cubicBezTo>
                  <a:cubicBezTo>
                    <a:pt x="668" y="601"/>
                    <a:pt x="735" y="468"/>
                    <a:pt x="801" y="368"/>
                  </a:cubicBezTo>
                  <a:lnTo>
                    <a:pt x="868" y="201"/>
                  </a:lnTo>
                  <a:lnTo>
                    <a:pt x="73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1" name="Google Shape;191;p2"/>
            <p:cNvSpPr/>
            <p:nvPr/>
          </p:nvSpPr>
          <p:spPr>
            <a:xfrm>
              <a:off x="601267" y="1020525"/>
              <a:ext cx="12936" cy="21786"/>
            </a:xfrm>
            <a:custGeom>
              <a:avLst/>
              <a:gdLst/>
              <a:ahLst/>
              <a:cxnLst/>
              <a:rect l="l" t="t" r="r" b="b"/>
              <a:pathLst>
                <a:path w="535" h="901" extrusionOk="0">
                  <a:moveTo>
                    <a:pt x="168" y="0"/>
                  </a:moveTo>
                  <a:lnTo>
                    <a:pt x="68" y="367"/>
                  </a:lnTo>
                  <a:lnTo>
                    <a:pt x="68" y="567"/>
                  </a:lnTo>
                  <a:cubicBezTo>
                    <a:pt x="1" y="667"/>
                    <a:pt x="1" y="701"/>
                    <a:pt x="1" y="701"/>
                  </a:cubicBezTo>
                  <a:cubicBezTo>
                    <a:pt x="1" y="734"/>
                    <a:pt x="168" y="868"/>
                    <a:pt x="168" y="901"/>
                  </a:cubicBezTo>
                  <a:cubicBezTo>
                    <a:pt x="168" y="901"/>
                    <a:pt x="268" y="868"/>
                    <a:pt x="335" y="767"/>
                  </a:cubicBezTo>
                  <a:cubicBezTo>
                    <a:pt x="435" y="701"/>
                    <a:pt x="501" y="534"/>
                    <a:pt x="501" y="467"/>
                  </a:cubicBezTo>
                  <a:cubicBezTo>
                    <a:pt x="535" y="234"/>
                    <a:pt x="435" y="0"/>
                    <a:pt x="4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2" name="Google Shape;192;p2"/>
            <p:cNvSpPr/>
            <p:nvPr/>
          </p:nvSpPr>
          <p:spPr>
            <a:xfrm>
              <a:off x="745646" y="1027779"/>
              <a:ext cx="28266" cy="20190"/>
            </a:xfrm>
            <a:custGeom>
              <a:avLst/>
              <a:gdLst/>
              <a:ahLst/>
              <a:cxnLst/>
              <a:rect l="l" t="t" r="r" b="b"/>
              <a:pathLst>
                <a:path w="1169" h="835" extrusionOk="0">
                  <a:moveTo>
                    <a:pt x="835" y="0"/>
                  </a:moveTo>
                  <a:cubicBezTo>
                    <a:pt x="701" y="0"/>
                    <a:pt x="535" y="67"/>
                    <a:pt x="401" y="101"/>
                  </a:cubicBezTo>
                  <a:cubicBezTo>
                    <a:pt x="334" y="201"/>
                    <a:pt x="201" y="267"/>
                    <a:pt x="134" y="401"/>
                  </a:cubicBezTo>
                  <a:cubicBezTo>
                    <a:pt x="34" y="534"/>
                    <a:pt x="1" y="601"/>
                    <a:pt x="1" y="601"/>
                  </a:cubicBezTo>
                  <a:cubicBezTo>
                    <a:pt x="1" y="668"/>
                    <a:pt x="134" y="768"/>
                    <a:pt x="134" y="834"/>
                  </a:cubicBezTo>
                  <a:cubicBezTo>
                    <a:pt x="134" y="834"/>
                    <a:pt x="201" y="768"/>
                    <a:pt x="334" y="734"/>
                  </a:cubicBezTo>
                  <a:cubicBezTo>
                    <a:pt x="468" y="701"/>
                    <a:pt x="568" y="668"/>
                    <a:pt x="668" y="568"/>
                  </a:cubicBezTo>
                  <a:cubicBezTo>
                    <a:pt x="735" y="534"/>
                    <a:pt x="868" y="401"/>
                    <a:pt x="968" y="367"/>
                  </a:cubicBezTo>
                  <a:cubicBezTo>
                    <a:pt x="1035" y="267"/>
                    <a:pt x="1135" y="234"/>
                    <a:pt x="1135" y="234"/>
                  </a:cubicBezTo>
                  <a:cubicBezTo>
                    <a:pt x="1168" y="234"/>
                    <a:pt x="1068" y="0"/>
                    <a:pt x="10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3" name="Google Shape;193;p2"/>
            <p:cNvSpPr/>
            <p:nvPr/>
          </p:nvSpPr>
          <p:spPr>
            <a:xfrm>
              <a:off x="756938" y="1056819"/>
              <a:ext cx="19392" cy="17772"/>
            </a:xfrm>
            <a:custGeom>
              <a:avLst/>
              <a:gdLst/>
              <a:ahLst/>
              <a:cxnLst/>
              <a:rect l="l" t="t" r="r" b="b"/>
              <a:pathLst>
                <a:path w="802" h="735" extrusionOk="0">
                  <a:moveTo>
                    <a:pt x="635" y="0"/>
                  </a:moveTo>
                  <a:cubicBezTo>
                    <a:pt x="635" y="0"/>
                    <a:pt x="334" y="67"/>
                    <a:pt x="201" y="200"/>
                  </a:cubicBezTo>
                  <a:cubicBezTo>
                    <a:pt x="168" y="234"/>
                    <a:pt x="68" y="367"/>
                    <a:pt x="34" y="467"/>
                  </a:cubicBezTo>
                  <a:cubicBezTo>
                    <a:pt x="1" y="534"/>
                    <a:pt x="1" y="634"/>
                    <a:pt x="1" y="634"/>
                  </a:cubicBezTo>
                  <a:cubicBezTo>
                    <a:pt x="34" y="634"/>
                    <a:pt x="201" y="701"/>
                    <a:pt x="201" y="734"/>
                  </a:cubicBezTo>
                  <a:cubicBezTo>
                    <a:pt x="201" y="734"/>
                    <a:pt x="234" y="701"/>
                    <a:pt x="334" y="667"/>
                  </a:cubicBezTo>
                  <a:cubicBezTo>
                    <a:pt x="368" y="634"/>
                    <a:pt x="501" y="567"/>
                    <a:pt x="535" y="534"/>
                  </a:cubicBezTo>
                  <a:cubicBezTo>
                    <a:pt x="668" y="467"/>
                    <a:pt x="801" y="167"/>
                    <a:pt x="801" y="167"/>
                  </a:cubicBezTo>
                  <a:lnTo>
                    <a:pt x="63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4" name="Google Shape;194;p2"/>
            <p:cNvSpPr/>
            <p:nvPr/>
          </p:nvSpPr>
          <p:spPr>
            <a:xfrm>
              <a:off x="757760" y="1077783"/>
              <a:ext cx="29064" cy="25026"/>
            </a:xfrm>
            <a:custGeom>
              <a:avLst/>
              <a:gdLst/>
              <a:ahLst/>
              <a:cxnLst/>
              <a:rect l="l" t="t" r="r" b="b"/>
              <a:pathLst>
                <a:path w="1202" h="1035" extrusionOk="0">
                  <a:moveTo>
                    <a:pt x="1068" y="1"/>
                  </a:moveTo>
                  <a:lnTo>
                    <a:pt x="834" y="101"/>
                  </a:lnTo>
                  <a:cubicBezTo>
                    <a:pt x="667" y="134"/>
                    <a:pt x="534" y="201"/>
                    <a:pt x="434" y="301"/>
                  </a:cubicBezTo>
                  <a:cubicBezTo>
                    <a:pt x="200" y="468"/>
                    <a:pt x="0" y="835"/>
                    <a:pt x="0" y="835"/>
                  </a:cubicBezTo>
                  <a:cubicBezTo>
                    <a:pt x="0" y="868"/>
                    <a:pt x="167" y="1001"/>
                    <a:pt x="200" y="1035"/>
                  </a:cubicBezTo>
                  <a:cubicBezTo>
                    <a:pt x="200" y="1035"/>
                    <a:pt x="567" y="835"/>
                    <a:pt x="734" y="668"/>
                  </a:cubicBezTo>
                  <a:lnTo>
                    <a:pt x="1034" y="368"/>
                  </a:lnTo>
                  <a:lnTo>
                    <a:pt x="1201" y="201"/>
                  </a:lnTo>
                  <a:lnTo>
                    <a:pt x="106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5" name="Google Shape;195;p2"/>
            <p:cNvSpPr/>
            <p:nvPr/>
          </p:nvSpPr>
          <p:spPr>
            <a:xfrm>
              <a:off x="773090" y="1109241"/>
              <a:ext cx="17748" cy="17772"/>
            </a:xfrm>
            <a:custGeom>
              <a:avLst/>
              <a:gdLst/>
              <a:ahLst/>
              <a:cxnLst/>
              <a:rect l="l" t="t" r="r" b="b"/>
              <a:pathLst>
                <a:path w="734" h="735" extrusionOk="0">
                  <a:moveTo>
                    <a:pt x="567" y="1"/>
                  </a:moveTo>
                  <a:cubicBezTo>
                    <a:pt x="567" y="1"/>
                    <a:pt x="334" y="67"/>
                    <a:pt x="200" y="201"/>
                  </a:cubicBezTo>
                  <a:cubicBezTo>
                    <a:pt x="100" y="334"/>
                    <a:pt x="0" y="568"/>
                    <a:pt x="0" y="568"/>
                  </a:cubicBezTo>
                  <a:cubicBezTo>
                    <a:pt x="0" y="634"/>
                    <a:pt x="167" y="734"/>
                    <a:pt x="167" y="734"/>
                  </a:cubicBezTo>
                  <a:cubicBezTo>
                    <a:pt x="167" y="734"/>
                    <a:pt x="400" y="668"/>
                    <a:pt x="534" y="534"/>
                  </a:cubicBezTo>
                  <a:cubicBezTo>
                    <a:pt x="634" y="401"/>
                    <a:pt x="734" y="167"/>
                    <a:pt x="734" y="167"/>
                  </a:cubicBezTo>
                  <a:lnTo>
                    <a:pt x="56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6" name="Google Shape;196;p2"/>
            <p:cNvSpPr/>
            <p:nvPr/>
          </p:nvSpPr>
          <p:spPr>
            <a:xfrm>
              <a:off x="785180" y="1133445"/>
              <a:ext cx="16152" cy="20190"/>
            </a:xfrm>
            <a:custGeom>
              <a:avLst/>
              <a:gdLst/>
              <a:ahLst/>
              <a:cxnLst/>
              <a:rect l="l" t="t" r="r" b="b"/>
              <a:pathLst>
                <a:path w="668" h="835" extrusionOk="0">
                  <a:moveTo>
                    <a:pt x="367" y="0"/>
                  </a:moveTo>
                  <a:cubicBezTo>
                    <a:pt x="367" y="0"/>
                    <a:pt x="201" y="167"/>
                    <a:pt x="134" y="300"/>
                  </a:cubicBezTo>
                  <a:cubicBezTo>
                    <a:pt x="67" y="334"/>
                    <a:pt x="67" y="401"/>
                    <a:pt x="34" y="501"/>
                  </a:cubicBezTo>
                  <a:cubicBezTo>
                    <a:pt x="0" y="534"/>
                    <a:pt x="0" y="634"/>
                    <a:pt x="0" y="634"/>
                  </a:cubicBezTo>
                  <a:cubicBezTo>
                    <a:pt x="34" y="667"/>
                    <a:pt x="167" y="801"/>
                    <a:pt x="167" y="834"/>
                  </a:cubicBezTo>
                  <a:lnTo>
                    <a:pt x="334" y="734"/>
                  </a:lnTo>
                  <a:cubicBezTo>
                    <a:pt x="401" y="701"/>
                    <a:pt x="501" y="634"/>
                    <a:pt x="534" y="534"/>
                  </a:cubicBezTo>
                  <a:cubicBezTo>
                    <a:pt x="668" y="367"/>
                    <a:pt x="601" y="67"/>
                    <a:pt x="601" y="67"/>
                  </a:cubicBezTo>
                  <a:lnTo>
                    <a:pt x="36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7" name="Google Shape;197;p2"/>
            <p:cNvSpPr/>
            <p:nvPr/>
          </p:nvSpPr>
          <p:spPr>
            <a:xfrm>
              <a:off x="800510" y="1149574"/>
              <a:ext cx="16950" cy="20190"/>
            </a:xfrm>
            <a:custGeom>
              <a:avLst/>
              <a:gdLst/>
              <a:ahLst/>
              <a:cxnLst/>
              <a:rect l="l" t="t" r="r" b="b"/>
              <a:pathLst>
                <a:path w="701" h="835" extrusionOk="0">
                  <a:moveTo>
                    <a:pt x="534" y="0"/>
                  </a:moveTo>
                  <a:cubicBezTo>
                    <a:pt x="534" y="0"/>
                    <a:pt x="234" y="67"/>
                    <a:pt x="100" y="234"/>
                  </a:cubicBezTo>
                  <a:cubicBezTo>
                    <a:pt x="67" y="367"/>
                    <a:pt x="0" y="467"/>
                    <a:pt x="0" y="567"/>
                  </a:cubicBezTo>
                  <a:lnTo>
                    <a:pt x="0" y="734"/>
                  </a:lnTo>
                  <a:lnTo>
                    <a:pt x="200" y="834"/>
                  </a:lnTo>
                  <a:lnTo>
                    <a:pt x="334" y="701"/>
                  </a:lnTo>
                  <a:lnTo>
                    <a:pt x="501" y="534"/>
                  </a:lnTo>
                  <a:cubicBezTo>
                    <a:pt x="567" y="401"/>
                    <a:pt x="701" y="167"/>
                    <a:pt x="701" y="167"/>
                  </a:cubicBezTo>
                  <a:lnTo>
                    <a:pt x="5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8" name="Google Shape;198;p2"/>
            <p:cNvSpPr/>
            <p:nvPr/>
          </p:nvSpPr>
          <p:spPr>
            <a:xfrm>
              <a:off x="825512" y="1166500"/>
              <a:ext cx="12912" cy="12138"/>
            </a:xfrm>
            <a:custGeom>
              <a:avLst/>
              <a:gdLst/>
              <a:ahLst/>
              <a:cxnLst/>
              <a:rect l="l" t="t" r="r" b="b"/>
              <a:pathLst>
                <a:path w="534" h="502" extrusionOk="0">
                  <a:moveTo>
                    <a:pt x="200" y="1"/>
                  </a:moveTo>
                  <a:cubicBezTo>
                    <a:pt x="200" y="1"/>
                    <a:pt x="67" y="101"/>
                    <a:pt x="34" y="168"/>
                  </a:cubicBezTo>
                  <a:cubicBezTo>
                    <a:pt x="0" y="301"/>
                    <a:pt x="67" y="501"/>
                    <a:pt x="67" y="501"/>
                  </a:cubicBezTo>
                  <a:lnTo>
                    <a:pt x="334" y="501"/>
                  </a:lnTo>
                  <a:cubicBezTo>
                    <a:pt x="334" y="501"/>
                    <a:pt x="467" y="435"/>
                    <a:pt x="501" y="334"/>
                  </a:cubicBezTo>
                  <a:cubicBezTo>
                    <a:pt x="534" y="201"/>
                    <a:pt x="467" y="1"/>
                    <a:pt x="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9" name="Google Shape;199;p2"/>
            <p:cNvSpPr/>
            <p:nvPr/>
          </p:nvSpPr>
          <p:spPr>
            <a:xfrm>
              <a:off x="573315" y="768376"/>
              <a:ext cx="423198" cy="183212"/>
            </a:xfrm>
            <a:custGeom>
              <a:avLst/>
              <a:gdLst/>
              <a:ahLst/>
              <a:cxnLst/>
              <a:rect l="l" t="t" r="r" b="b"/>
              <a:pathLst>
                <a:path w="17502" h="7577" extrusionOk="0">
                  <a:moveTo>
                    <a:pt x="7234" y="1"/>
                  </a:moveTo>
                  <a:cubicBezTo>
                    <a:pt x="6746" y="1"/>
                    <a:pt x="6237" y="162"/>
                    <a:pt x="5827" y="421"/>
                  </a:cubicBezTo>
                  <a:cubicBezTo>
                    <a:pt x="5160" y="788"/>
                    <a:pt x="4726" y="1322"/>
                    <a:pt x="4293" y="1822"/>
                  </a:cubicBezTo>
                  <a:cubicBezTo>
                    <a:pt x="3892" y="2322"/>
                    <a:pt x="3492" y="2856"/>
                    <a:pt x="3158" y="3356"/>
                  </a:cubicBezTo>
                  <a:cubicBezTo>
                    <a:pt x="2491" y="4324"/>
                    <a:pt x="1924" y="5258"/>
                    <a:pt x="1324" y="5525"/>
                  </a:cubicBezTo>
                  <a:cubicBezTo>
                    <a:pt x="1181" y="5614"/>
                    <a:pt x="1047" y="5646"/>
                    <a:pt x="928" y="5646"/>
                  </a:cubicBezTo>
                  <a:cubicBezTo>
                    <a:pt x="825" y="5646"/>
                    <a:pt x="734" y="5622"/>
                    <a:pt x="657" y="5591"/>
                  </a:cubicBezTo>
                  <a:cubicBezTo>
                    <a:pt x="490" y="5525"/>
                    <a:pt x="423" y="5458"/>
                    <a:pt x="423" y="5458"/>
                  </a:cubicBezTo>
                  <a:cubicBezTo>
                    <a:pt x="386" y="5428"/>
                    <a:pt x="342" y="5415"/>
                    <a:pt x="299" y="5415"/>
                  </a:cubicBezTo>
                  <a:cubicBezTo>
                    <a:pt x="148" y="5415"/>
                    <a:pt x="1" y="5577"/>
                    <a:pt x="156" y="5758"/>
                  </a:cubicBezTo>
                  <a:cubicBezTo>
                    <a:pt x="156" y="5758"/>
                    <a:pt x="256" y="5825"/>
                    <a:pt x="456" y="5958"/>
                  </a:cubicBezTo>
                  <a:cubicBezTo>
                    <a:pt x="557" y="5992"/>
                    <a:pt x="590" y="6025"/>
                    <a:pt x="657" y="6025"/>
                  </a:cubicBezTo>
                  <a:cubicBezTo>
                    <a:pt x="757" y="6025"/>
                    <a:pt x="823" y="6092"/>
                    <a:pt x="923" y="6092"/>
                  </a:cubicBezTo>
                  <a:cubicBezTo>
                    <a:pt x="990" y="6092"/>
                    <a:pt x="1124" y="6092"/>
                    <a:pt x="1224" y="6025"/>
                  </a:cubicBezTo>
                  <a:cubicBezTo>
                    <a:pt x="1290" y="6025"/>
                    <a:pt x="1424" y="5992"/>
                    <a:pt x="1491" y="5958"/>
                  </a:cubicBezTo>
                  <a:cubicBezTo>
                    <a:pt x="2258" y="5591"/>
                    <a:pt x="2892" y="4657"/>
                    <a:pt x="3592" y="3690"/>
                  </a:cubicBezTo>
                  <a:cubicBezTo>
                    <a:pt x="3926" y="3256"/>
                    <a:pt x="4293" y="2756"/>
                    <a:pt x="4726" y="2256"/>
                  </a:cubicBezTo>
                  <a:cubicBezTo>
                    <a:pt x="5093" y="1755"/>
                    <a:pt x="5560" y="1288"/>
                    <a:pt x="6094" y="988"/>
                  </a:cubicBezTo>
                  <a:cubicBezTo>
                    <a:pt x="6327" y="855"/>
                    <a:pt x="6594" y="755"/>
                    <a:pt x="6894" y="755"/>
                  </a:cubicBezTo>
                  <a:cubicBezTo>
                    <a:pt x="6928" y="732"/>
                    <a:pt x="6968" y="725"/>
                    <a:pt x="7013" y="725"/>
                  </a:cubicBezTo>
                  <a:cubicBezTo>
                    <a:pt x="7102" y="725"/>
                    <a:pt x="7206" y="755"/>
                    <a:pt x="7295" y="755"/>
                  </a:cubicBezTo>
                  <a:cubicBezTo>
                    <a:pt x="7461" y="755"/>
                    <a:pt x="7595" y="788"/>
                    <a:pt x="7728" y="821"/>
                  </a:cubicBezTo>
                  <a:cubicBezTo>
                    <a:pt x="7828" y="855"/>
                    <a:pt x="7962" y="921"/>
                    <a:pt x="8095" y="988"/>
                  </a:cubicBezTo>
                  <a:cubicBezTo>
                    <a:pt x="8229" y="1021"/>
                    <a:pt x="8329" y="1122"/>
                    <a:pt x="8462" y="1188"/>
                  </a:cubicBezTo>
                  <a:cubicBezTo>
                    <a:pt x="8729" y="1422"/>
                    <a:pt x="8896" y="1522"/>
                    <a:pt x="8996" y="1755"/>
                  </a:cubicBezTo>
                  <a:cubicBezTo>
                    <a:pt x="9296" y="2122"/>
                    <a:pt x="9430" y="2689"/>
                    <a:pt x="9763" y="3256"/>
                  </a:cubicBezTo>
                  <a:cubicBezTo>
                    <a:pt x="9830" y="3423"/>
                    <a:pt x="9963" y="3523"/>
                    <a:pt x="10097" y="3657"/>
                  </a:cubicBezTo>
                  <a:cubicBezTo>
                    <a:pt x="10230" y="3790"/>
                    <a:pt x="10397" y="3924"/>
                    <a:pt x="10497" y="3957"/>
                  </a:cubicBezTo>
                  <a:cubicBezTo>
                    <a:pt x="10764" y="4090"/>
                    <a:pt x="11097" y="4190"/>
                    <a:pt x="11398" y="4257"/>
                  </a:cubicBezTo>
                  <a:cubicBezTo>
                    <a:pt x="11481" y="4265"/>
                    <a:pt x="11560" y="4270"/>
                    <a:pt x="11636" y="4270"/>
                  </a:cubicBezTo>
                  <a:cubicBezTo>
                    <a:pt x="11865" y="4270"/>
                    <a:pt x="12065" y="4232"/>
                    <a:pt x="12265" y="4157"/>
                  </a:cubicBezTo>
                  <a:cubicBezTo>
                    <a:pt x="12498" y="4090"/>
                    <a:pt x="12665" y="3990"/>
                    <a:pt x="12832" y="3924"/>
                  </a:cubicBezTo>
                  <a:cubicBezTo>
                    <a:pt x="13166" y="3757"/>
                    <a:pt x="13399" y="3690"/>
                    <a:pt x="13499" y="3690"/>
                  </a:cubicBezTo>
                  <a:lnTo>
                    <a:pt x="13566" y="3690"/>
                  </a:lnTo>
                  <a:cubicBezTo>
                    <a:pt x="13694" y="3682"/>
                    <a:pt x="13820" y="3678"/>
                    <a:pt x="13943" y="3678"/>
                  </a:cubicBezTo>
                  <a:cubicBezTo>
                    <a:pt x="14810" y="3678"/>
                    <a:pt x="15533" y="3886"/>
                    <a:pt x="16001" y="4324"/>
                  </a:cubicBezTo>
                  <a:cubicBezTo>
                    <a:pt x="16501" y="4824"/>
                    <a:pt x="16768" y="5425"/>
                    <a:pt x="16902" y="5925"/>
                  </a:cubicBezTo>
                  <a:cubicBezTo>
                    <a:pt x="17002" y="6425"/>
                    <a:pt x="17002" y="6792"/>
                    <a:pt x="17068" y="7026"/>
                  </a:cubicBezTo>
                  <a:cubicBezTo>
                    <a:pt x="17102" y="7293"/>
                    <a:pt x="17102" y="7426"/>
                    <a:pt x="17102" y="7426"/>
                  </a:cubicBezTo>
                  <a:cubicBezTo>
                    <a:pt x="17117" y="7520"/>
                    <a:pt x="17199" y="7577"/>
                    <a:pt x="17284" y="7577"/>
                  </a:cubicBezTo>
                  <a:cubicBezTo>
                    <a:pt x="17382" y="7577"/>
                    <a:pt x="17484" y="7503"/>
                    <a:pt x="17502" y="7326"/>
                  </a:cubicBezTo>
                  <a:lnTo>
                    <a:pt x="17502" y="6926"/>
                  </a:lnTo>
                  <a:cubicBezTo>
                    <a:pt x="17469" y="6659"/>
                    <a:pt x="17469" y="6259"/>
                    <a:pt x="17335" y="5691"/>
                  </a:cubicBezTo>
                  <a:cubicBezTo>
                    <a:pt x="17235" y="5191"/>
                    <a:pt x="16968" y="4491"/>
                    <a:pt x="16334" y="3857"/>
                  </a:cubicBezTo>
                  <a:cubicBezTo>
                    <a:pt x="16001" y="3590"/>
                    <a:pt x="15601" y="3323"/>
                    <a:pt x="15100" y="3190"/>
                  </a:cubicBezTo>
                  <a:cubicBezTo>
                    <a:pt x="14740" y="3118"/>
                    <a:pt x="14362" y="3063"/>
                    <a:pt x="13966" y="3063"/>
                  </a:cubicBezTo>
                  <a:cubicBezTo>
                    <a:pt x="13813" y="3063"/>
                    <a:pt x="13657" y="3071"/>
                    <a:pt x="13499" y="3090"/>
                  </a:cubicBezTo>
                  <a:lnTo>
                    <a:pt x="13566" y="3090"/>
                  </a:lnTo>
                  <a:cubicBezTo>
                    <a:pt x="13399" y="3090"/>
                    <a:pt x="12999" y="3123"/>
                    <a:pt x="12632" y="3290"/>
                  </a:cubicBezTo>
                  <a:cubicBezTo>
                    <a:pt x="12334" y="3398"/>
                    <a:pt x="12036" y="3550"/>
                    <a:pt x="11721" y="3550"/>
                  </a:cubicBezTo>
                  <a:cubicBezTo>
                    <a:pt x="11647" y="3550"/>
                    <a:pt x="11573" y="3542"/>
                    <a:pt x="11498" y="3523"/>
                  </a:cubicBezTo>
                  <a:cubicBezTo>
                    <a:pt x="11298" y="3490"/>
                    <a:pt x="11097" y="3423"/>
                    <a:pt x="10897" y="3290"/>
                  </a:cubicBezTo>
                  <a:cubicBezTo>
                    <a:pt x="10764" y="3256"/>
                    <a:pt x="10730" y="3190"/>
                    <a:pt x="10630" y="3123"/>
                  </a:cubicBezTo>
                  <a:cubicBezTo>
                    <a:pt x="10564" y="3090"/>
                    <a:pt x="10464" y="2990"/>
                    <a:pt x="10430" y="2856"/>
                  </a:cubicBezTo>
                  <a:cubicBezTo>
                    <a:pt x="10163" y="2422"/>
                    <a:pt x="9997" y="1822"/>
                    <a:pt x="9663" y="1322"/>
                  </a:cubicBezTo>
                  <a:cubicBezTo>
                    <a:pt x="9496" y="1021"/>
                    <a:pt x="9163" y="788"/>
                    <a:pt x="8929" y="621"/>
                  </a:cubicBezTo>
                  <a:cubicBezTo>
                    <a:pt x="8796" y="521"/>
                    <a:pt x="8662" y="454"/>
                    <a:pt x="8496" y="354"/>
                  </a:cubicBezTo>
                  <a:cubicBezTo>
                    <a:pt x="8329" y="288"/>
                    <a:pt x="8162" y="188"/>
                    <a:pt x="7995" y="154"/>
                  </a:cubicBezTo>
                  <a:cubicBezTo>
                    <a:pt x="7760" y="48"/>
                    <a:pt x="7500" y="1"/>
                    <a:pt x="7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0" name="Google Shape;200;p2"/>
            <p:cNvSpPr/>
            <p:nvPr/>
          </p:nvSpPr>
          <p:spPr>
            <a:xfrm>
              <a:off x="1138667" y="266375"/>
              <a:ext cx="485728" cy="212808"/>
            </a:xfrm>
            <a:custGeom>
              <a:avLst/>
              <a:gdLst/>
              <a:ahLst/>
              <a:cxnLst/>
              <a:rect l="l" t="t" r="r" b="b"/>
              <a:pathLst>
                <a:path w="20088" h="8801" extrusionOk="0">
                  <a:moveTo>
                    <a:pt x="7230" y="0"/>
                  </a:moveTo>
                  <a:cubicBezTo>
                    <a:pt x="6997" y="0"/>
                    <a:pt x="6797" y="0"/>
                    <a:pt x="6597" y="34"/>
                  </a:cubicBezTo>
                  <a:cubicBezTo>
                    <a:pt x="6230" y="67"/>
                    <a:pt x="5829" y="234"/>
                    <a:pt x="5496" y="367"/>
                  </a:cubicBezTo>
                  <a:cubicBezTo>
                    <a:pt x="5129" y="534"/>
                    <a:pt x="4795" y="734"/>
                    <a:pt x="4562" y="1001"/>
                  </a:cubicBezTo>
                  <a:cubicBezTo>
                    <a:pt x="4262" y="1234"/>
                    <a:pt x="4061" y="1468"/>
                    <a:pt x="3795" y="1701"/>
                  </a:cubicBezTo>
                  <a:cubicBezTo>
                    <a:pt x="3328" y="2168"/>
                    <a:pt x="2894" y="2569"/>
                    <a:pt x="2460" y="2869"/>
                  </a:cubicBezTo>
                  <a:cubicBezTo>
                    <a:pt x="2165" y="3090"/>
                    <a:pt x="1834" y="3221"/>
                    <a:pt x="1560" y="3221"/>
                  </a:cubicBezTo>
                  <a:cubicBezTo>
                    <a:pt x="1462" y="3221"/>
                    <a:pt x="1372" y="3204"/>
                    <a:pt x="1293" y="3169"/>
                  </a:cubicBezTo>
                  <a:cubicBezTo>
                    <a:pt x="959" y="3036"/>
                    <a:pt x="759" y="2802"/>
                    <a:pt x="626" y="2635"/>
                  </a:cubicBezTo>
                  <a:cubicBezTo>
                    <a:pt x="459" y="2402"/>
                    <a:pt x="425" y="2335"/>
                    <a:pt x="425" y="2335"/>
                  </a:cubicBezTo>
                  <a:cubicBezTo>
                    <a:pt x="373" y="2273"/>
                    <a:pt x="308" y="2246"/>
                    <a:pt x="247" y="2246"/>
                  </a:cubicBezTo>
                  <a:cubicBezTo>
                    <a:pt x="113" y="2246"/>
                    <a:pt x="0" y="2375"/>
                    <a:pt x="92" y="2535"/>
                  </a:cubicBezTo>
                  <a:cubicBezTo>
                    <a:pt x="92" y="2535"/>
                    <a:pt x="192" y="2669"/>
                    <a:pt x="292" y="2869"/>
                  </a:cubicBezTo>
                  <a:cubicBezTo>
                    <a:pt x="459" y="3069"/>
                    <a:pt x="692" y="3369"/>
                    <a:pt x="1126" y="3569"/>
                  </a:cubicBezTo>
                  <a:cubicBezTo>
                    <a:pt x="1274" y="3633"/>
                    <a:pt x="1435" y="3656"/>
                    <a:pt x="1610" y="3656"/>
                  </a:cubicBezTo>
                  <a:cubicBezTo>
                    <a:pt x="1711" y="3656"/>
                    <a:pt x="1817" y="3648"/>
                    <a:pt x="1927" y="3636"/>
                  </a:cubicBezTo>
                  <a:cubicBezTo>
                    <a:pt x="2227" y="3569"/>
                    <a:pt x="2460" y="3469"/>
                    <a:pt x="2727" y="3303"/>
                  </a:cubicBezTo>
                  <a:cubicBezTo>
                    <a:pt x="3227" y="2969"/>
                    <a:pt x="3694" y="2535"/>
                    <a:pt x="4195" y="2068"/>
                  </a:cubicBezTo>
                  <a:cubicBezTo>
                    <a:pt x="4428" y="1868"/>
                    <a:pt x="4695" y="1635"/>
                    <a:pt x="4929" y="1401"/>
                  </a:cubicBezTo>
                  <a:cubicBezTo>
                    <a:pt x="5196" y="1201"/>
                    <a:pt x="5429" y="1034"/>
                    <a:pt x="5729" y="901"/>
                  </a:cubicBezTo>
                  <a:cubicBezTo>
                    <a:pt x="5896" y="868"/>
                    <a:pt x="6063" y="801"/>
                    <a:pt x="6230" y="734"/>
                  </a:cubicBezTo>
                  <a:cubicBezTo>
                    <a:pt x="6396" y="667"/>
                    <a:pt x="6563" y="667"/>
                    <a:pt x="6730" y="634"/>
                  </a:cubicBezTo>
                  <a:cubicBezTo>
                    <a:pt x="6897" y="567"/>
                    <a:pt x="7030" y="567"/>
                    <a:pt x="7197" y="567"/>
                  </a:cubicBezTo>
                  <a:cubicBezTo>
                    <a:pt x="7297" y="634"/>
                    <a:pt x="7464" y="634"/>
                    <a:pt x="7597" y="701"/>
                  </a:cubicBezTo>
                  <a:cubicBezTo>
                    <a:pt x="7864" y="834"/>
                    <a:pt x="8064" y="1034"/>
                    <a:pt x="8231" y="1335"/>
                  </a:cubicBezTo>
                  <a:cubicBezTo>
                    <a:pt x="8431" y="1635"/>
                    <a:pt x="8565" y="1902"/>
                    <a:pt x="8731" y="2235"/>
                  </a:cubicBezTo>
                  <a:cubicBezTo>
                    <a:pt x="8865" y="2569"/>
                    <a:pt x="9065" y="2902"/>
                    <a:pt x="9265" y="3203"/>
                  </a:cubicBezTo>
                  <a:cubicBezTo>
                    <a:pt x="9399" y="3336"/>
                    <a:pt x="9465" y="3503"/>
                    <a:pt x="9632" y="3636"/>
                  </a:cubicBezTo>
                  <a:cubicBezTo>
                    <a:pt x="9732" y="3670"/>
                    <a:pt x="9765" y="3736"/>
                    <a:pt x="9866" y="3803"/>
                  </a:cubicBezTo>
                  <a:lnTo>
                    <a:pt x="10099" y="3970"/>
                  </a:lnTo>
                  <a:cubicBezTo>
                    <a:pt x="10433" y="4203"/>
                    <a:pt x="10800" y="4237"/>
                    <a:pt x="11233" y="4237"/>
                  </a:cubicBezTo>
                  <a:cubicBezTo>
                    <a:pt x="11633" y="4237"/>
                    <a:pt x="12000" y="4070"/>
                    <a:pt x="12334" y="3970"/>
                  </a:cubicBezTo>
                  <a:cubicBezTo>
                    <a:pt x="13001" y="3670"/>
                    <a:pt x="13635" y="3236"/>
                    <a:pt x="14235" y="3236"/>
                  </a:cubicBezTo>
                  <a:cubicBezTo>
                    <a:pt x="14502" y="3236"/>
                    <a:pt x="14802" y="3336"/>
                    <a:pt x="15069" y="3536"/>
                  </a:cubicBezTo>
                  <a:cubicBezTo>
                    <a:pt x="15136" y="3569"/>
                    <a:pt x="15203" y="3636"/>
                    <a:pt x="15269" y="3670"/>
                  </a:cubicBezTo>
                  <a:lnTo>
                    <a:pt x="15436" y="3836"/>
                  </a:lnTo>
                  <a:cubicBezTo>
                    <a:pt x="15603" y="3970"/>
                    <a:pt x="15703" y="4036"/>
                    <a:pt x="15770" y="4170"/>
                  </a:cubicBezTo>
                  <a:cubicBezTo>
                    <a:pt x="16103" y="4737"/>
                    <a:pt x="16370" y="5404"/>
                    <a:pt x="16604" y="6005"/>
                  </a:cubicBezTo>
                  <a:cubicBezTo>
                    <a:pt x="16904" y="6572"/>
                    <a:pt x="17137" y="7172"/>
                    <a:pt x="17438" y="7672"/>
                  </a:cubicBezTo>
                  <a:cubicBezTo>
                    <a:pt x="17738" y="8173"/>
                    <a:pt x="18105" y="8640"/>
                    <a:pt x="18605" y="8740"/>
                  </a:cubicBezTo>
                  <a:cubicBezTo>
                    <a:pt x="18717" y="8782"/>
                    <a:pt x="18823" y="8800"/>
                    <a:pt x="18920" y="8800"/>
                  </a:cubicBezTo>
                  <a:cubicBezTo>
                    <a:pt x="19056" y="8800"/>
                    <a:pt x="19175" y="8765"/>
                    <a:pt x="19272" y="8706"/>
                  </a:cubicBezTo>
                  <a:cubicBezTo>
                    <a:pt x="19439" y="8640"/>
                    <a:pt x="19606" y="8540"/>
                    <a:pt x="19706" y="8473"/>
                  </a:cubicBezTo>
                  <a:cubicBezTo>
                    <a:pt x="19773" y="8373"/>
                    <a:pt x="19873" y="8340"/>
                    <a:pt x="19906" y="8306"/>
                  </a:cubicBezTo>
                  <a:lnTo>
                    <a:pt x="19973" y="8206"/>
                  </a:lnTo>
                  <a:cubicBezTo>
                    <a:pt x="20087" y="8046"/>
                    <a:pt x="20013" y="7917"/>
                    <a:pt x="19901" y="7917"/>
                  </a:cubicBezTo>
                  <a:cubicBezTo>
                    <a:pt x="19850" y="7917"/>
                    <a:pt x="19791" y="7943"/>
                    <a:pt x="19739" y="8006"/>
                  </a:cubicBezTo>
                  <a:lnTo>
                    <a:pt x="19673" y="8039"/>
                  </a:lnTo>
                  <a:cubicBezTo>
                    <a:pt x="19606" y="8073"/>
                    <a:pt x="19572" y="8139"/>
                    <a:pt x="19472" y="8206"/>
                  </a:cubicBezTo>
                  <a:cubicBezTo>
                    <a:pt x="19342" y="8284"/>
                    <a:pt x="19129" y="8404"/>
                    <a:pt x="18915" y="8404"/>
                  </a:cubicBezTo>
                  <a:cubicBezTo>
                    <a:pt x="18856" y="8404"/>
                    <a:pt x="18796" y="8395"/>
                    <a:pt x="18739" y="8373"/>
                  </a:cubicBezTo>
                  <a:cubicBezTo>
                    <a:pt x="18438" y="8306"/>
                    <a:pt x="18105" y="7906"/>
                    <a:pt x="17838" y="7472"/>
                  </a:cubicBezTo>
                  <a:cubicBezTo>
                    <a:pt x="17604" y="7005"/>
                    <a:pt x="17404" y="6472"/>
                    <a:pt x="17137" y="5838"/>
                  </a:cubicBezTo>
                  <a:cubicBezTo>
                    <a:pt x="16904" y="5204"/>
                    <a:pt x="16737" y="4537"/>
                    <a:pt x="16303" y="3870"/>
                  </a:cubicBezTo>
                  <a:cubicBezTo>
                    <a:pt x="16237" y="3703"/>
                    <a:pt x="16070" y="3536"/>
                    <a:pt x="15937" y="3403"/>
                  </a:cubicBezTo>
                  <a:lnTo>
                    <a:pt x="15736" y="3203"/>
                  </a:lnTo>
                  <a:cubicBezTo>
                    <a:pt x="15636" y="3169"/>
                    <a:pt x="15570" y="3069"/>
                    <a:pt x="15470" y="3036"/>
                  </a:cubicBezTo>
                  <a:cubicBezTo>
                    <a:pt x="15136" y="2802"/>
                    <a:pt x="14736" y="2635"/>
                    <a:pt x="14269" y="2635"/>
                  </a:cubicBezTo>
                  <a:cubicBezTo>
                    <a:pt x="13802" y="2635"/>
                    <a:pt x="13401" y="2736"/>
                    <a:pt x="13068" y="2902"/>
                  </a:cubicBezTo>
                  <a:cubicBezTo>
                    <a:pt x="12734" y="3069"/>
                    <a:pt x="12401" y="3236"/>
                    <a:pt x="12100" y="3369"/>
                  </a:cubicBezTo>
                  <a:cubicBezTo>
                    <a:pt x="11800" y="3503"/>
                    <a:pt x="11500" y="3569"/>
                    <a:pt x="11233" y="3569"/>
                  </a:cubicBezTo>
                  <a:cubicBezTo>
                    <a:pt x="11200" y="3592"/>
                    <a:pt x="11174" y="3599"/>
                    <a:pt x="11150" y="3599"/>
                  </a:cubicBezTo>
                  <a:cubicBezTo>
                    <a:pt x="11103" y="3599"/>
                    <a:pt x="11066" y="3569"/>
                    <a:pt x="11000" y="3569"/>
                  </a:cubicBezTo>
                  <a:cubicBezTo>
                    <a:pt x="10933" y="3569"/>
                    <a:pt x="10900" y="3569"/>
                    <a:pt x="10800" y="3536"/>
                  </a:cubicBezTo>
                  <a:lnTo>
                    <a:pt x="10599" y="3503"/>
                  </a:lnTo>
                  <a:cubicBezTo>
                    <a:pt x="10566" y="3469"/>
                    <a:pt x="10499" y="3469"/>
                    <a:pt x="10499" y="3469"/>
                  </a:cubicBezTo>
                  <a:lnTo>
                    <a:pt x="10433" y="3403"/>
                  </a:lnTo>
                  <a:cubicBezTo>
                    <a:pt x="9966" y="3136"/>
                    <a:pt x="9599" y="2635"/>
                    <a:pt x="9298" y="2002"/>
                  </a:cubicBezTo>
                  <a:cubicBezTo>
                    <a:pt x="9132" y="1701"/>
                    <a:pt x="8965" y="1368"/>
                    <a:pt x="8765" y="1034"/>
                  </a:cubicBezTo>
                  <a:cubicBezTo>
                    <a:pt x="8598" y="701"/>
                    <a:pt x="8264" y="334"/>
                    <a:pt x="7831" y="167"/>
                  </a:cubicBezTo>
                  <a:cubicBezTo>
                    <a:pt x="7664" y="34"/>
                    <a:pt x="7430" y="34"/>
                    <a:pt x="72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1" name="Google Shape;201;p2"/>
            <p:cNvSpPr/>
            <p:nvPr/>
          </p:nvSpPr>
          <p:spPr>
            <a:xfrm>
              <a:off x="466077" y="310721"/>
              <a:ext cx="472574" cy="304837"/>
            </a:xfrm>
            <a:custGeom>
              <a:avLst/>
              <a:gdLst/>
              <a:ahLst/>
              <a:cxnLst/>
              <a:rect l="l" t="t" r="r" b="b"/>
              <a:pathLst>
                <a:path w="19544" h="12607" extrusionOk="0">
                  <a:moveTo>
                    <a:pt x="6326" y="1"/>
                  </a:moveTo>
                  <a:cubicBezTo>
                    <a:pt x="6092" y="1"/>
                    <a:pt x="5892" y="34"/>
                    <a:pt x="5692" y="68"/>
                  </a:cubicBezTo>
                  <a:cubicBezTo>
                    <a:pt x="5492" y="168"/>
                    <a:pt x="5325" y="201"/>
                    <a:pt x="5092" y="301"/>
                  </a:cubicBezTo>
                  <a:cubicBezTo>
                    <a:pt x="4891" y="368"/>
                    <a:pt x="4725" y="468"/>
                    <a:pt x="4558" y="535"/>
                  </a:cubicBezTo>
                  <a:cubicBezTo>
                    <a:pt x="4391" y="568"/>
                    <a:pt x="4191" y="735"/>
                    <a:pt x="4058" y="868"/>
                  </a:cubicBezTo>
                  <a:cubicBezTo>
                    <a:pt x="3724" y="1135"/>
                    <a:pt x="3524" y="1469"/>
                    <a:pt x="3357" y="1735"/>
                  </a:cubicBezTo>
                  <a:cubicBezTo>
                    <a:pt x="2990" y="2369"/>
                    <a:pt x="2690" y="2903"/>
                    <a:pt x="2390" y="3403"/>
                  </a:cubicBezTo>
                  <a:cubicBezTo>
                    <a:pt x="2089" y="3870"/>
                    <a:pt x="1756" y="4304"/>
                    <a:pt x="1489" y="4504"/>
                  </a:cubicBezTo>
                  <a:cubicBezTo>
                    <a:pt x="1276" y="4646"/>
                    <a:pt x="1063" y="4687"/>
                    <a:pt x="885" y="4687"/>
                  </a:cubicBezTo>
                  <a:cubicBezTo>
                    <a:pt x="813" y="4687"/>
                    <a:pt x="746" y="4681"/>
                    <a:pt x="688" y="4671"/>
                  </a:cubicBezTo>
                  <a:cubicBezTo>
                    <a:pt x="588" y="4638"/>
                    <a:pt x="522" y="4638"/>
                    <a:pt x="488" y="4571"/>
                  </a:cubicBezTo>
                  <a:cubicBezTo>
                    <a:pt x="422" y="4537"/>
                    <a:pt x="388" y="4537"/>
                    <a:pt x="388" y="4537"/>
                  </a:cubicBezTo>
                  <a:cubicBezTo>
                    <a:pt x="353" y="4514"/>
                    <a:pt x="318" y="4504"/>
                    <a:pt x="284" y="4504"/>
                  </a:cubicBezTo>
                  <a:cubicBezTo>
                    <a:pt x="122" y="4504"/>
                    <a:pt x="1" y="4733"/>
                    <a:pt x="221" y="4871"/>
                  </a:cubicBezTo>
                  <a:cubicBezTo>
                    <a:pt x="221" y="4871"/>
                    <a:pt x="255" y="4871"/>
                    <a:pt x="322" y="4904"/>
                  </a:cubicBezTo>
                  <a:cubicBezTo>
                    <a:pt x="388" y="4938"/>
                    <a:pt x="488" y="5004"/>
                    <a:pt x="588" y="5038"/>
                  </a:cubicBezTo>
                  <a:cubicBezTo>
                    <a:pt x="686" y="5074"/>
                    <a:pt x="811" y="5098"/>
                    <a:pt x="949" y="5098"/>
                  </a:cubicBezTo>
                  <a:cubicBezTo>
                    <a:pt x="1188" y="5098"/>
                    <a:pt x="1469" y="5028"/>
                    <a:pt x="1723" y="4838"/>
                  </a:cubicBezTo>
                  <a:cubicBezTo>
                    <a:pt x="2556" y="4237"/>
                    <a:pt x="3090" y="3136"/>
                    <a:pt x="3824" y="2002"/>
                  </a:cubicBezTo>
                  <a:cubicBezTo>
                    <a:pt x="4024" y="1735"/>
                    <a:pt x="4191" y="1469"/>
                    <a:pt x="4424" y="1235"/>
                  </a:cubicBezTo>
                  <a:cubicBezTo>
                    <a:pt x="4658" y="1035"/>
                    <a:pt x="5025" y="968"/>
                    <a:pt x="5325" y="801"/>
                  </a:cubicBezTo>
                  <a:cubicBezTo>
                    <a:pt x="5492" y="701"/>
                    <a:pt x="5659" y="668"/>
                    <a:pt x="5825" y="635"/>
                  </a:cubicBezTo>
                  <a:cubicBezTo>
                    <a:pt x="5992" y="635"/>
                    <a:pt x="6159" y="635"/>
                    <a:pt x="6326" y="568"/>
                  </a:cubicBezTo>
                  <a:cubicBezTo>
                    <a:pt x="6593" y="635"/>
                    <a:pt x="6926" y="668"/>
                    <a:pt x="7193" y="868"/>
                  </a:cubicBezTo>
                  <a:cubicBezTo>
                    <a:pt x="7360" y="968"/>
                    <a:pt x="7427" y="1135"/>
                    <a:pt x="7560" y="1202"/>
                  </a:cubicBezTo>
                  <a:cubicBezTo>
                    <a:pt x="7660" y="1335"/>
                    <a:pt x="7760" y="1469"/>
                    <a:pt x="7860" y="1635"/>
                  </a:cubicBezTo>
                  <a:cubicBezTo>
                    <a:pt x="8027" y="1969"/>
                    <a:pt x="8194" y="2236"/>
                    <a:pt x="8361" y="2569"/>
                  </a:cubicBezTo>
                  <a:cubicBezTo>
                    <a:pt x="8694" y="3237"/>
                    <a:pt x="8928" y="3904"/>
                    <a:pt x="9361" y="4504"/>
                  </a:cubicBezTo>
                  <a:cubicBezTo>
                    <a:pt x="9595" y="4804"/>
                    <a:pt x="9828" y="5071"/>
                    <a:pt x="10095" y="5338"/>
                  </a:cubicBezTo>
                  <a:cubicBezTo>
                    <a:pt x="10395" y="5572"/>
                    <a:pt x="10729" y="5838"/>
                    <a:pt x="11096" y="6005"/>
                  </a:cubicBezTo>
                  <a:cubicBezTo>
                    <a:pt x="11863" y="6339"/>
                    <a:pt x="12664" y="6405"/>
                    <a:pt x="13264" y="6672"/>
                  </a:cubicBezTo>
                  <a:cubicBezTo>
                    <a:pt x="13898" y="6906"/>
                    <a:pt x="14398" y="7406"/>
                    <a:pt x="14732" y="8040"/>
                  </a:cubicBezTo>
                  <a:cubicBezTo>
                    <a:pt x="15065" y="8674"/>
                    <a:pt x="15366" y="9341"/>
                    <a:pt x="15599" y="9975"/>
                  </a:cubicBezTo>
                  <a:cubicBezTo>
                    <a:pt x="15866" y="10575"/>
                    <a:pt x="16166" y="11176"/>
                    <a:pt x="16533" y="11676"/>
                  </a:cubicBezTo>
                  <a:cubicBezTo>
                    <a:pt x="16900" y="12176"/>
                    <a:pt x="17400" y="12510"/>
                    <a:pt x="17901" y="12577"/>
                  </a:cubicBezTo>
                  <a:cubicBezTo>
                    <a:pt x="17967" y="12599"/>
                    <a:pt x="18042" y="12606"/>
                    <a:pt x="18117" y="12606"/>
                  </a:cubicBezTo>
                  <a:cubicBezTo>
                    <a:pt x="18268" y="12606"/>
                    <a:pt x="18423" y="12577"/>
                    <a:pt x="18535" y="12577"/>
                  </a:cubicBezTo>
                  <a:cubicBezTo>
                    <a:pt x="18701" y="12577"/>
                    <a:pt x="18868" y="12543"/>
                    <a:pt x="19002" y="12510"/>
                  </a:cubicBezTo>
                  <a:cubicBezTo>
                    <a:pt x="19102" y="12510"/>
                    <a:pt x="19202" y="12476"/>
                    <a:pt x="19235" y="12410"/>
                  </a:cubicBezTo>
                  <a:cubicBezTo>
                    <a:pt x="19268" y="12376"/>
                    <a:pt x="19335" y="12376"/>
                    <a:pt x="19335" y="12376"/>
                  </a:cubicBezTo>
                  <a:cubicBezTo>
                    <a:pt x="19543" y="12257"/>
                    <a:pt x="19460" y="12032"/>
                    <a:pt x="19297" y="12032"/>
                  </a:cubicBezTo>
                  <a:cubicBezTo>
                    <a:pt x="19278" y="12032"/>
                    <a:pt x="19257" y="12036"/>
                    <a:pt x="19235" y="12043"/>
                  </a:cubicBezTo>
                  <a:cubicBezTo>
                    <a:pt x="19235" y="12043"/>
                    <a:pt x="19202" y="12076"/>
                    <a:pt x="19168" y="12076"/>
                  </a:cubicBezTo>
                  <a:cubicBezTo>
                    <a:pt x="19102" y="12076"/>
                    <a:pt x="19035" y="12143"/>
                    <a:pt x="18901" y="12176"/>
                  </a:cubicBezTo>
                  <a:cubicBezTo>
                    <a:pt x="18835" y="12210"/>
                    <a:pt x="18701" y="12243"/>
                    <a:pt x="18535" y="12243"/>
                  </a:cubicBezTo>
                  <a:cubicBezTo>
                    <a:pt x="18401" y="12243"/>
                    <a:pt x="18201" y="12243"/>
                    <a:pt x="18034" y="12210"/>
                  </a:cubicBezTo>
                  <a:cubicBezTo>
                    <a:pt x="17667" y="12143"/>
                    <a:pt x="17267" y="11876"/>
                    <a:pt x="16933" y="11409"/>
                  </a:cubicBezTo>
                  <a:cubicBezTo>
                    <a:pt x="16600" y="11009"/>
                    <a:pt x="16366" y="10408"/>
                    <a:pt x="16099" y="9808"/>
                  </a:cubicBezTo>
                  <a:cubicBezTo>
                    <a:pt x="15866" y="9174"/>
                    <a:pt x="15666" y="8507"/>
                    <a:pt x="15266" y="7806"/>
                  </a:cubicBezTo>
                  <a:cubicBezTo>
                    <a:pt x="14899" y="7073"/>
                    <a:pt x="14332" y="6405"/>
                    <a:pt x="13531" y="6072"/>
                  </a:cubicBezTo>
                  <a:cubicBezTo>
                    <a:pt x="12764" y="5738"/>
                    <a:pt x="11997" y="5672"/>
                    <a:pt x="11396" y="5371"/>
                  </a:cubicBezTo>
                  <a:cubicBezTo>
                    <a:pt x="11096" y="5238"/>
                    <a:pt x="10862" y="5038"/>
                    <a:pt x="10596" y="4838"/>
                  </a:cubicBezTo>
                  <a:cubicBezTo>
                    <a:pt x="10362" y="4638"/>
                    <a:pt x="10162" y="4371"/>
                    <a:pt x="9995" y="4137"/>
                  </a:cubicBezTo>
                  <a:cubicBezTo>
                    <a:pt x="9662" y="3637"/>
                    <a:pt x="9361" y="2970"/>
                    <a:pt x="9028" y="2303"/>
                  </a:cubicBezTo>
                  <a:cubicBezTo>
                    <a:pt x="8861" y="1969"/>
                    <a:pt x="8661" y="1635"/>
                    <a:pt x="8427" y="1302"/>
                  </a:cubicBezTo>
                  <a:cubicBezTo>
                    <a:pt x="8361" y="1135"/>
                    <a:pt x="8194" y="968"/>
                    <a:pt x="8060" y="801"/>
                  </a:cubicBezTo>
                  <a:cubicBezTo>
                    <a:pt x="7894" y="668"/>
                    <a:pt x="7760" y="501"/>
                    <a:pt x="7560" y="368"/>
                  </a:cubicBezTo>
                  <a:cubicBezTo>
                    <a:pt x="7226" y="68"/>
                    <a:pt x="6726" y="1"/>
                    <a:pt x="63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2" name="Google Shape;202;p2"/>
            <p:cNvSpPr/>
            <p:nvPr/>
          </p:nvSpPr>
          <p:spPr>
            <a:xfrm>
              <a:off x="748886" y="803316"/>
              <a:ext cx="21786" cy="12356"/>
            </a:xfrm>
            <a:custGeom>
              <a:avLst/>
              <a:gdLst/>
              <a:ahLst/>
              <a:cxnLst/>
              <a:rect l="l" t="t" r="r" b="b"/>
              <a:pathLst>
                <a:path w="901" h="511" extrusionOk="0">
                  <a:moveTo>
                    <a:pt x="513" y="1"/>
                  </a:moveTo>
                  <a:cubicBezTo>
                    <a:pt x="473" y="1"/>
                    <a:pt x="434" y="3"/>
                    <a:pt x="401" y="10"/>
                  </a:cubicBezTo>
                  <a:cubicBezTo>
                    <a:pt x="234" y="43"/>
                    <a:pt x="0" y="177"/>
                    <a:pt x="0" y="177"/>
                  </a:cubicBezTo>
                  <a:lnTo>
                    <a:pt x="0" y="444"/>
                  </a:lnTo>
                  <a:cubicBezTo>
                    <a:pt x="0" y="444"/>
                    <a:pt x="267" y="510"/>
                    <a:pt x="501" y="510"/>
                  </a:cubicBezTo>
                  <a:cubicBezTo>
                    <a:pt x="667" y="477"/>
                    <a:pt x="901" y="310"/>
                    <a:pt x="901" y="310"/>
                  </a:cubicBezTo>
                  <a:cubicBezTo>
                    <a:pt x="901" y="277"/>
                    <a:pt x="834" y="43"/>
                    <a:pt x="868" y="43"/>
                  </a:cubicBezTo>
                  <a:cubicBezTo>
                    <a:pt x="868" y="43"/>
                    <a:pt x="675"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3" name="Google Shape;203;p2"/>
            <p:cNvSpPr/>
            <p:nvPr/>
          </p:nvSpPr>
          <p:spPr>
            <a:xfrm>
              <a:off x="757760" y="819444"/>
              <a:ext cx="20190" cy="12356"/>
            </a:xfrm>
            <a:custGeom>
              <a:avLst/>
              <a:gdLst/>
              <a:ahLst/>
              <a:cxnLst/>
              <a:rect l="l" t="t" r="r" b="b"/>
              <a:pathLst>
                <a:path w="835" h="511" extrusionOk="0">
                  <a:moveTo>
                    <a:pt x="423" y="1"/>
                  </a:moveTo>
                  <a:cubicBezTo>
                    <a:pt x="391" y="1"/>
                    <a:pt x="360" y="4"/>
                    <a:pt x="334" y="10"/>
                  </a:cubicBezTo>
                  <a:cubicBezTo>
                    <a:pt x="200" y="44"/>
                    <a:pt x="0" y="177"/>
                    <a:pt x="0" y="177"/>
                  </a:cubicBezTo>
                  <a:lnTo>
                    <a:pt x="0" y="411"/>
                  </a:lnTo>
                  <a:cubicBezTo>
                    <a:pt x="0" y="411"/>
                    <a:pt x="234" y="511"/>
                    <a:pt x="434" y="511"/>
                  </a:cubicBezTo>
                  <a:cubicBezTo>
                    <a:pt x="601" y="477"/>
                    <a:pt x="801" y="310"/>
                    <a:pt x="801" y="310"/>
                  </a:cubicBezTo>
                  <a:cubicBezTo>
                    <a:pt x="834" y="310"/>
                    <a:pt x="734" y="77"/>
                    <a:pt x="701" y="44"/>
                  </a:cubicBezTo>
                  <a:cubicBezTo>
                    <a:pt x="701" y="44"/>
                    <a:pt x="551"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4" name="Google Shape;204;p2"/>
            <p:cNvSpPr/>
            <p:nvPr/>
          </p:nvSpPr>
          <p:spPr>
            <a:xfrm>
              <a:off x="765014" y="843866"/>
              <a:ext cx="20190" cy="12138"/>
            </a:xfrm>
            <a:custGeom>
              <a:avLst/>
              <a:gdLst/>
              <a:ahLst/>
              <a:cxnLst/>
              <a:rect l="l" t="t" r="r" b="b"/>
              <a:pathLst>
                <a:path w="835" h="502" extrusionOk="0">
                  <a:moveTo>
                    <a:pt x="668" y="1"/>
                  </a:moveTo>
                  <a:cubicBezTo>
                    <a:pt x="668" y="1"/>
                    <a:pt x="434" y="1"/>
                    <a:pt x="334" y="34"/>
                  </a:cubicBezTo>
                  <a:cubicBezTo>
                    <a:pt x="234" y="34"/>
                    <a:pt x="201" y="101"/>
                    <a:pt x="134" y="134"/>
                  </a:cubicBezTo>
                  <a:cubicBezTo>
                    <a:pt x="34" y="168"/>
                    <a:pt x="0" y="201"/>
                    <a:pt x="0" y="201"/>
                  </a:cubicBezTo>
                  <a:lnTo>
                    <a:pt x="0" y="468"/>
                  </a:lnTo>
                  <a:cubicBezTo>
                    <a:pt x="0" y="468"/>
                    <a:pt x="67" y="468"/>
                    <a:pt x="167" y="501"/>
                  </a:cubicBezTo>
                  <a:lnTo>
                    <a:pt x="467" y="501"/>
                  </a:lnTo>
                  <a:cubicBezTo>
                    <a:pt x="534" y="468"/>
                    <a:pt x="634" y="435"/>
                    <a:pt x="701" y="335"/>
                  </a:cubicBezTo>
                  <a:lnTo>
                    <a:pt x="834" y="201"/>
                  </a:lnTo>
                  <a:cubicBezTo>
                    <a:pt x="834" y="168"/>
                    <a:pt x="701" y="1"/>
                    <a:pt x="6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5" name="Google Shape;205;p2"/>
            <p:cNvSpPr/>
            <p:nvPr/>
          </p:nvSpPr>
          <p:spPr>
            <a:xfrm>
              <a:off x="921483" y="875324"/>
              <a:ext cx="33102" cy="12936"/>
            </a:xfrm>
            <a:custGeom>
              <a:avLst/>
              <a:gdLst/>
              <a:ahLst/>
              <a:cxnLst/>
              <a:rect l="l" t="t" r="r" b="b"/>
              <a:pathLst>
                <a:path w="1369" h="535" extrusionOk="0">
                  <a:moveTo>
                    <a:pt x="1235" y="1"/>
                  </a:moveTo>
                  <a:cubicBezTo>
                    <a:pt x="1235" y="1"/>
                    <a:pt x="868" y="1"/>
                    <a:pt x="601" y="34"/>
                  </a:cubicBezTo>
                  <a:cubicBezTo>
                    <a:pt x="368" y="68"/>
                    <a:pt x="1" y="201"/>
                    <a:pt x="1" y="201"/>
                  </a:cubicBezTo>
                  <a:lnTo>
                    <a:pt x="1" y="468"/>
                  </a:lnTo>
                  <a:cubicBezTo>
                    <a:pt x="1" y="468"/>
                    <a:pt x="401" y="535"/>
                    <a:pt x="701" y="535"/>
                  </a:cubicBezTo>
                  <a:cubicBezTo>
                    <a:pt x="935" y="468"/>
                    <a:pt x="1335" y="234"/>
                    <a:pt x="1335" y="234"/>
                  </a:cubicBezTo>
                  <a:cubicBezTo>
                    <a:pt x="1368" y="201"/>
                    <a:pt x="1268" y="1"/>
                    <a:pt x="12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6" name="Google Shape;206;p2"/>
            <p:cNvSpPr/>
            <p:nvPr/>
          </p:nvSpPr>
          <p:spPr>
            <a:xfrm>
              <a:off x="933597" y="896312"/>
              <a:ext cx="26622" cy="13734"/>
            </a:xfrm>
            <a:custGeom>
              <a:avLst/>
              <a:gdLst/>
              <a:ahLst/>
              <a:cxnLst/>
              <a:rect l="l" t="t" r="r" b="b"/>
              <a:pathLst>
                <a:path w="1101" h="568" extrusionOk="0">
                  <a:moveTo>
                    <a:pt x="1034" y="0"/>
                  </a:moveTo>
                  <a:cubicBezTo>
                    <a:pt x="1034" y="0"/>
                    <a:pt x="701" y="0"/>
                    <a:pt x="500" y="34"/>
                  </a:cubicBezTo>
                  <a:cubicBezTo>
                    <a:pt x="267" y="134"/>
                    <a:pt x="0" y="334"/>
                    <a:pt x="0" y="334"/>
                  </a:cubicBezTo>
                  <a:cubicBezTo>
                    <a:pt x="0" y="367"/>
                    <a:pt x="67" y="567"/>
                    <a:pt x="67" y="567"/>
                  </a:cubicBezTo>
                  <a:cubicBezTo>
                    <a:pt x="67" y="567"/>
                    <a:pt x="400" y="567"/>
                    <a:pt x="601" y="534"/>
                  </a:cubicBezTo>
                  <a:cubicBezTo>
                    <a:pt x="834" y="467"/>
                    <a:pt x="1101" y="234"/>
                    <a:pt x="1101" y="234"/>
                  </a:cubicBezTo>
                  <a:cubicBezTo>
                    <a:pt x="1101" y="234"/>
                    <a:pt x="1068" y="34"/>
                    <a:pt x="10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7" name="Google Shape;207;p2"/>
            <p:cNvSpPr/>
            <p:nvPr/>
          </p:nvSpPr>
          <p:spPr>
            <a:xfrm>
              <a:off x="945687" y="918896"/>
              <a:ext cx="20190" cy="11050"/>
            </a:xfrm>
            <a:custGeom>
              <a:avLst/>
              <a:gdLst/>
              <a:ahLst/>
              <a:cxnLst/>
              <a:rect l="l" t="t" r="r" b="b"/>
              <a:pathLst>
                <a:path w="835" h="457" extrusionOk="0">
                  <a:moveTo>
                    <a:pt x="401" y="0"/>
                  </a:moveTo>
                  <a:cubicBezTo>
                    <a:pt x="234" y="0"/>
                    <a:pt x="34" y="167"/>
                    <a:pt x="34" y="167"/>
                  </a:cubicBezTo>
                  <a:cubicBezTo>
                    <a:pt x="0" y="167"/>
                    <a:pt x="67" y="401"/>
                    <a:pt x="67" y="401"/>
                  </a:cubicBezTo>
                  <a:cubicBezTo>
                    <a:pt x="67" y="401"/>
                    <a:pt x="217" y="457"/>
                    <a:pt x="335" y="457"/>
                  </a:cubicBezTo>
                  <a:cubicBezTo>
                    <a:pt x="374" y="457"/>
                    <a:pt x="409" y="451"/>
                    <a:pt x="434" y="434"/>
                  </a:cubicBezTo>
                  <a:lnTo>
                    <a:pt x="701" y="334"/>
                  </a:lnTo>
                  <a:cubicBezTo>
                    <a:pt x="768" y="267"/>
                    <a:pt x="834" y="234"/>
                    <a:pt x="834" y="234"/>
                  </a:cubicBezTo>
                  <a:cubicBezTo>
                    <a:pt x="834" y="200"/>
                    <a:pt x="768" y="34"/>
                    <a:pt x="768" y="34"/>
                  </a:cubicBezTo>
                  <a:cubicBezTo>
                    <a:pt x="768" y="34"/>
                    <a:pt x="734" y="0"/>
                    <a:pt x="6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8" name="Google Shape;208;p2"/>
            <p:cNvSpPr/>
            <p:nvPr/>
          </p:nvSpPr>
          <p:spPr>
            <a:xfrm>
              <a:off x="604507" y="340583"/>
              <a:ext cx="22608" cy="12840"/>
            </a:xfrm>
            <a:custGeom>
              <a:avLst/>
              <a:gdLst/>
              <a:ahLst/>
              <a:cxnLst/>
              <a:rect l="l" t="t" r="r" b="b"/>
              <a:pathLst>
                <a:path w="935" h="531" extrusionOk="0">
                  <a:moveTo>
                    <a:pt x="834" y="0"/>
                  </a:moveTo>
                  <a:cubicBezTo>
                    <a:pt x="834" y="0"/>
                    <a:pt x="534" y="0"/>
                    <a:pt x="401" y="33"/>
                  </a:cubicBezTo>
                  <a:cubicBezTo>
                    <a:pt x="267" y="100"/>
                    <a:pt x="34" y="267"/>
                    <a:pt x="34" y="267"/>
                  </a:cubicBezTo>
                  <a:cubicBezTo>
                    <a:pt x="0" y="267"/>
                    <a:pt x="100" y="500"/>
                    <a:pt x="100" y="500"/>
                  </a:cubicBezTo>
                  <a:cubicBezTo>
                    <a:pt x="100" y="500"/>
                    <a:pt x="219" y="530"/>
                    <a:pt x="348" y="530"/>
                  </a:cubicBezTo>
                  <a:cubicBezTo>
                    <a:pt x="412" y="530"/>
                    <a:pt x="478" y="523"/>
                    <a:pt x="534" y="500"/>
                  </a:cubicBezTo>
                  <a:cubicBezTo>
                    <a:pt x="701" y="434"/>
                    <a:pt x="934" y="234"/>
                    <a:pt x="934" y="234"/>
                  </a:cubicBezTo>
                  <a:cubicBezTo>
                    <a:pt x="934" y="234"/>
                    <a:pt x="834" y="67"/>
                    <a:pt x="8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9" name="Google Shape;209;p2"/>
            <p:cNvSpPr/>
            <p:nvPr/>
          </p:nvSpPr>
          <p:spPr>
            <a:xfrm>
              <a:off x="611761" y="360749"/>
              <a:ext cx="25848" cy="14532"/>
            </a:xfrm>
            <a:custGeom>
              <a:avLst/>
              <a:gdLst/>
              <a:ahLst/>
              <a:cxnLst/>
              <a:rect l="l" t="t" r="r" b="b"/>
              <a:pathLst>
                <a:path w="1069" h="601" extrusionOk="0">
                  <a:moveTo>
                    <a:pt x="1001" y="0"/>
                  </a:moveTo>
                  <a:cubicBezTo>
                    <a:pt x="1001" y="0"/>
                    <a:pt x="668" y="0"/>
                    <a:pt x="468" y="100"/>
                  </a:cubicBezTo>
                  <a:cubicBezTo>
                    <a:pt x="301" y="133"/>
                    <a:pt x="1" y="334"/>
                    <a:pt x="1" y="334"/>
                  </a:cubicBezTo>
                  <a:lnTo>
                    <a:pt x="34" y="600"/>
                  </a:lnTo>
                  <a:cubicBezTo>
                    <a:pt x="34" y="600"/>
                    <a:pt x="401" y="600"/>
                    <a:pt x="634" y="567"/>
                  </a:cubicBezTo>
                  <a:cubicBezTo>
                    <a:pt x="835" y="467"/>
                    <a:pt x="1068" y="267"/>
                    <a:pt x="1068" y="267"/>
                  </a:cubicBezTo>
                  <a:cubicBezTo>
                    <a:pt x="1068" y="234"/>
                    <a:pt x="1035" y="0"/>
                    <a:pt x="10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0" name="Google Shape;210;p2"/>
            <p:cNvSpPr/>
            <p:nvPr/>
          </p:nvSpPr>
          <p:spPr>
            <a:xfrm>
              <a:off x="621433" y="387928"/>
              <a:ext cx="39558" cy="12356"/>
            </a:xfrm>
            <a:custGeom>
              <a:avLst/>
              <a:gdLst/>
              <a:ahLst/>
              <a:cxnLst/>
              <a:rect l="l" t="t" r="r" b="b"/>
              <a:pathLst>
                <a:path w="1636" h="511" extrusionOk="0">
                  <a:moveTo>
                    <a:pt x="1016" y="1"/>
                  </a:moveTo>
                  <a:cubicBezTo>
                    <a:pt x="942" y="1"/>
                    <a:pt x="868" y="3"/>
                    <a:pt x="801" y="10"/>
                  </a:cubicBezTo>
                  <a:cubicBezTo>
                    <a:pt x="501" y="44"/>
                    <a:pt x="1" y="177"/>
                    <a:pt x="1" y="177"/>
                  </a:cubicBezTo>
                  <a:lnTo>
                    <a:pt x="1" y="444"/>
                  </a:lnTo>
                  <a:cubicBezTo>
                    <a:pt x="1" y="444"/>
                    <a:pt x="501" y="511"/>
                    <a:pt x="835" y="511"/>
                  </a:cubicBezTo>
                  <a:cubicBezTo>
                    <a:pt x="1135" y="477"/>
                    <a:pt x="1635" y="310"/>
                    <a:pt x="1635" y="310"/>
                  </a:cubicBezTo>
                  <a:cubicBezTo>
                    <a:pt x="1635" y="310"/>
                    <a:pt x="1602" y="110"/>
                    <a:pt x="1635" y="44"/>
                  </a:cubicBezTo>
                  <a:cubicBezTo>
                    <a:pt x="1635" y="44"/>
                    <a:pt x="1315" y="1"/>
                    <a:pt x="10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1" name="Google Shape;211;p2"/>
            <p:cNvSpPr/>
            <p:nvPr/>
          </p:nvSpPr>
          <p:spPr>
            <a:xfrm>
              <a:off x="636763" y="413970"/>
              <a:ext cx="31482" cy="14556"/>
            </a:xfrm>
            <a:custGeom>
              <a:avLst/>
              <a:gdLst/>
              <a:ahLst/>
              <a:cxnLst/>
              <a:rect l="l" t="t" r="r" b="b"/>
              <a:pathLst>
                <a:path w="1302" h="602" extrusionOk="0">
                  <a:moveTo>
                    <a:pt x="1268" y="1"/>
                  </a:moveTo>
                  <a:cubicBezTo>
                    <a:pt x="1268" y="1"/>
                    <a:pt x="835" y="1"/>
                    <a:pt x="601" y="67"/>
                  </a:cubicBezTo>
                  <a:cubicBezTo>
                    <a:pt x="334" y="134"/>
                    <a:pt x="1" y="368"/>
                    <a:pt x="1" y="368"/>
                  </a:cubicBezTo>
                  <a:cubicBezTo>
                    <a:pt x="1" y="401"/>
                    <a:pt x="101" y="601"/>
                    <a:pt x="101" y="601"/>
                  </a:cubicBezTo>
                  <a:cubicBezTo>
                    <a:pt x="101" y="601"/>
                    <a:pt x="468" y="601"/>
                    <a:pt x="701" y="534"/>
                  </a:cubicBezTo>
                  <a:cubicBezTo>
                    <a:pt x="968" y="468"/>
                    <a:pt x="1302" y="267"/>
                    <a:pt x="1302" y="267"/>
                  </a:cubicBezTo>
                  <a:cubicBezTo>
                    <a:pt x="1302" y="267"/>
                    <a:pt x="1268" y="67"/>
                    <a:pt x="1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2" name="Google Shape;212;p2"/>
            <p:cNvSpPr/>
            <p:nvPr/>
          </p:nvSpPr>
          <p:spPr>
            <a:xfrm>
              <a:off x="757760" y="478506"/>
              <a:ext cx="26646" cy="14532"/>
            </a:xfrm>
            <a:custGeom>
              <a:avLst/>
              <a:gdLst/>
              <a:ahLst/>
              <a:cxnLst/>
              <a:rect l="l" t="t" r="r" b="b"/>
              <a:pathLst>
                <a:path w="1102" h="601" extrusionOk="0">
                  <a:moveTo>
                    <a:pt x="1001" y="0"/>
                  </a:moveTo>
                  <a:cubicBezTo>
                    <a:pt x="1001" y="0"/>
                    <a:pt x="667" y="0"/>
                    <a:pt x="467" y="100"/>
                  </a:cubicBezTo>
                  <a:cubicBezTo>
                    <a:pt x="300" y="134"/>
                    <a:pt x="0" y="367"/>
                    <a:pt x="0" y="367"/>
                  </a:cubicBezTo>
                  <a:lnTo>
                    <a:pt x="34" y="601"/>
                  </a:lnTo>
                  <a:cubicBezTo>
                    <a:pt x="34" y="601"/>
                    <a:pt x="434" y="601"/>
                    <a:pt x="634" y="534"/>
                  </a:cubicBezTo>
                  <a:cubicBezTo>
                    <a:pt x="834" y="434"/>
                    <a:pt x="1101" y="234"/>
                    <a:pt x="1101" y="234"/>
                  </a:cubicBezTo>
                  <a:cubicBezTo>
                    <a:pt x="1101" y="234"/>
                    <a:pt x="1034" y="34"/>
                    <a:pt x="10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3" name="Google Shape;213;p2"/>
            <p:cNvSpPr/>
            <p:nvPr/>
          </p:nvSpPr>
          <p:spPr>
            <a:xfrm>
              <a:off x="770648" y="509142"/>
              <a:ext cx="25050" cy="14556"/>
            </a:xfrm>
            <a:custGeom>
              <a:avLst/>
              <a:gdLst/>
              <a:ahLst/>
              <a:cxnLst/>
              <a:rect l="l" t="t" r="r" b="b"/>
              <a:pathLst>
                <a:path w="1036" h="602" extrusionOk="0">
                  <a:moveTo>
                    <a:pt x="935" y="1"/>
                  </a:moveTo>
                  <a:cubicBezTo>
                    <a:pt x="935" y="1"/>
                    <a:pt x="601" y="1"/>
                    <a:pt x="435" y="101"/>
                  </a:cubicBezTo>
                  <a:cubicBezTo>
                    <a:pt x="268" y="134"/>
                    <a:pt x="1" y="334"/>
                    <a:pt x="1" y="334"/>
                  </a:cubicBezTo>
                  <a:lnTo>
                    <a:pt x="68" y="601"/>
                  </a:lnTo>
                  <a:cubicBezTo>
                    <a:pt x="68" y="601"/>
                    <a:pt x="435" y="601"/>
                    <a:pt x="635" y="501"/>
                  </a:cubicBezTo>
                  <a:cubicBezTo>
                    <a:pt x="802" y="434"/>
                    <a:pt x="1035" y="201"/>
                    <a:pt x="1035" y="201"/>
                  </a:cubicBezTo>
                  <a:cubicBezTo>
                    <a:pt x="1035" y="201"/>
                    <a:pt x="968"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4" name="Google Shape;214;p2"/>
            <p:cNvSpPr/>
            <p:nvPr/>
          </p:nvSpPr>
          <p:spPr>
            <a:xfrm>
              <a:off x="785180" y="542946"/>
              <a:ext cx="29064" cy="14629"/>
            </a:xfrm>
            <a:custGeom>
              <a:avLst/>
              <a:gdLst/>
              <a:ahLst/>
              <a:cxnLst/>
              <a:rect l="l" t="t" r="r" b="b"/>
              <a:pathLst>
                <a:path w="1202" h="605" extrusionOk="0">
                  <a:moveTo>
                    <a:pt x="1141" y="1"/>
                  </a:moveTo>
                  <a:cubicBezTo>
                    <a:pt x="1139" y="1"/>
                    <a:pt x="1137" y="2"/>
                    <a:pt x="1135" y="4"/>
                  </a:cubicBezTo>
                  <a:cubicBezTo>
                    <a:pt x="1135" y="4"/>
                    <a:pt x="734" y="4"/>
                    <a:pt x="534" y="104"/>
                  </a:cubicBezTo>
                  <a:cubicBezTo>
                    <a:pt x="334" y="137"/>
                    <a:pt x="0" y="371"/>
                    <a:pt x="0" y="371"/>
                  </a:cubicBezTo>
                  <a:lnTo>
                    <a:pt x="34" y="604"/>
                  </a:lnTo>
                  <a:cubicBezTo>
                    <a:pt x="34" y="604"/>
                    <a:pt x="401" y="604"/>
                    <a:pt x="668" y="571"/>
                  </a:cubicBezTo>
                  <a:cubicBezTo>
                    <a:pt x="868" y="471"/>
                    <a:pt x="1201" y="237"/>
                    <a:pt x="1201" y="237"/>
                  </a:cubicBezTo>
                  <a:cubicBezTo>
                    <a:pt x="1201" y="206"/>
                    <a:pt x="1172" y="1"/>
                    <a:pt x="11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5" name="Google Shape;215;p2"/>
            <p:cNvSpPr/>
            <p:nvPr/>
          </p:nvSpPr>
          <p:spPr>
            <a:xfrm>
              <a:off x="803726" y="564804"/>
              <a:ext cx="32280" cy="16950"/>
            </a:xfrm>
            <a:custGeom>
              <a:avLst/>
              <a:gdLst/>
              <a:ahLst/>
              <a:cxnLst/>
              <a:rect l="l" t="t" r="r" b="b"/>
              <a:pathLst>
                <a:path w="1335" h="701" extrusionOk="0">
                  <a:moveTo>
                    <a:pt x="1268" y="0"/>
                  </a:moveTo>
                  <a:cubicBezTo>
                    <a:pt x="1268" y="0"/>
                    <a:pt x="835" y="34"/>
                    <a:pt x="601" y="134"/>
                  </a:cubicBezTo>
                  <a:cubicBezTo>
                    <a:pt x="334" y="234"/>
                    <a:pt x="1" y="501"/>
                    <a:pt x="1" y="501"/>
                  </a:cubicBezTo>
                  <a:lnTo>
                    <a:pt x="134" y="701"/>
                  </a:lnTo>
                  <a:cubicBezTo>
                    <a:pt x="134" y="701"/>
                    <a:pt x="568" y="634"/>
                    <a:pt x="768" y="534"/>
                  </a:cubicBezTo>
                  <a:cubicBezTo>
                    <a:pt x="1035" y="467"/>
                    <a:pt x="1335" y="201"/>
                    <a:pt x="1335" y="201"/>
                  </a:cubicBezTo>
                  <a:lnTo>
                    <a:pt x="126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6" name="Google Shape;216;p2"/>
            <p:cNvSpPr/>
            <p:nvPr/>
          </p:nvSpPr>
          <p:spPr>
            <a:xfrm>
              <a:off x="822272" y="594328"/>
              <a:ext cx="32304" cy="16467"/>
            </a:xfrm>
            <a:custGeom>
              <a:avLst/>
              <a:gdLst/>
              <a:ahLst/>
              <a:cxnLst/>
              <a:rect l="l" t="t" r="r" b="b"/>
              <a:pathLst>
                <a:path w="1336" h="681" extrusionOk="0">
                  <a:moveTo>
                    <a:pt x="1261" y="0"/>
                  </a:moveTo>
                  <a:cubicBezTo>
                    <a:pt x="1253" y="0"/>
                    <a:pt x="1244" y="4"/>
                    <a:pt x="1235" y="14"/>
                  </a:cubicBezTo>
                  <a:lnTo>
                    <a:pt x="1002" y="14"/>
                  </a:lnTo>
                  <a:cubicBezTo>
                    <a:pt x="835" y="14"/>
                    <a:pt x="668" y="80"/>
                    <a:pt x="535" y="114"/>
                  </a:cubicBezTo>
                  <a:cubicBezTo>
                    <a:pt x="301" y="180"/>
                    <a:pt x="1" y="481"/>
                    <a:pt x="1" y="481"/>
                  </a:cubicBezTo>
                  <a:lnTo>
                    <a:pt x="134" y="681"/>
                  </a:lnTo>
                  <a:cubicBezTo>
                    <a:pt x="134" y="681"/>
                    <a:pt x="535" y="614"/>
                    <a:pt x="768" y="514"/>
                  </a:cubicBezTo>
                  <a:cubicBezTo>
                    <a:pt x="868" y="481"/>
                    <a:pt x="1002" y="347"/>
                    <a:pt x="1135" y="314"/>
                  </a:cubicBezTo>
                  <a:cubicBezTo>
                    <a:pt x="1268" y="247"/>
                    <a:pt x="1335" y="180"/>
                    <a:pt x="1335" y="180"/>
                  </a:cubicBezTo>
                  <a:cubicBezTo>
                    <a:pt x="1335" y="152"/>
                    <a:pt x="1310" y="0"/>
                    <a:pt x="12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7" name="Google Shape;217;p2"/>
            <p:cNvSpPr/>
            <p:nvPr/>
          </p:nvSpPr>
          <p:spPr>
            <a:xfrm>
              <a:off x="847274" y="617227"/>
              <a:ext cx="26646" cy="15354"/>
            </a:xfrm>
            <a:custGeom>
              <a:avLst/>
              <a:gdLst/>
              <a:ahLst/>
              <a:cxnLst/>
              <a:rect l="l" t="t" r="r" b="b"/>
              <a:pathLst>
                <a:path w="1102" h="635" extrusionOk="0">
                  <a:moveTo>
                    <a:pt x="1002" y="1"/>
                  </a:moveTo>
                  <a:cubicBezTo>
                    <a:pt x="1001" y="1"/>
                    <a:pt x="1000" y="1"/>
                    <a:pt x="1000" y="1"/>
                  </a:cubicBezTo>
                  <a:lnTo>
                    <a:pt x="1000" y="1"/>
                  </a:lnTo>
                  <a:cubicBezTo>
                    <a:pt x="1001" y="1"/>
                    <a:pt x="1002" y="1"/>
                    <a:pt x="1002" y="1"/>
                  </a:cubicBezTo>
                  <a:close/>
                  <a:moveTo>
                    <a:pt x="1000" y="1"/>
                  </a:moveTo>
                  <a:cubicBezTo>
                    <a:pt x="974" y="3"/>
                    <a:pt x="628" y="37"/>
                    <a:pt x="468" y="101"/>
                  </a:cubicBezTo>
                  <a:cubicBezTo>
                    <a:pt x="301" y="167"/>
                    <a:pt x="1" y="368"/>
                    <a:pt x="1" y="368"/>
                  </a:cubicBezTo>
                  <a:lnTo>
                    <a:pt x="68" y="634"/>
                  </a:lnTo>
                  <a:lnTo>
                    <a:pt x="268" y="634"/>
                  </a:lnTo>
                  <a:cubicBezTo>
                    <a:pt x="401" y="634"/>
                    <a:pt x="501" y="634"/>
                    <a:pt x="635" y="568"/>
                  </a:cubicBezTo>
                  <a:cubicBezTo>
                    <a:pt x="835" y="468"/>
                    <a:pt x="1102" y="201"/>
                    <a:pt x="1102" y="201"/>
                  </a:cubicBezTo>
                  <a:cubicBezTo>
                    <a:pt x="1102" y="168"/>
                    <a:pt x="973" y="6"/>
                    <a:pt x="10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8" name="Google Shape;218;p2"/>
            <p:cNvSpPr/>
            <p:nvPr/>
          </p:nvSpPr>
          <p:spPr>
            <a:xfrm>
              <a:off x="1298957" y="284921"/>
              <a:ext cx="19392" cy="12936"/>
            </a:xfrm>
            <a:custGeom>
              <a:avLst/>
              <a:gdLst/>
              <a:ahLst/>
              <a:cxnLst/>
              <a:rect l="l" t="t" r="r" b="b"/>
              <a:pathLst>
                <a:path w="802" h="535" extrusionOk="0">
                  <a:moveTo>
                    <a:pt x="401" y="0"/>
                  </a:moveTo>
                  <a:cubicBezTo>
                    <a:pt x="168" y="0"/>
                    <a:pt x="1" y="267"/>
                    <a:pt x="1" y="267"/>
                  </a:cubicBezTo>
                  <a:lnTo>
                    <a:pt x="134" y="467"/>
                  </a:lnTo>
                  <a:cubicBezTo>
                    <a:pt x="134" y="467"/>
                    <a:pt x="334" y="534"/>
                    <a:pt x="435" y="534"/>
                  </a:cubicBezTo>
                  <a:cubicBezTo>
                    <a:pt x="501" y="534"/>
                    <a:pt x="735" y="434"/>
                    <a:pt x="735" y="434"/>
                  </a:cubicBezTo>
                  <a:cubicBezTo>
                    <a:pt x="768" y="434"/>
                    <a:pt x="801" y="234"/>
                    <a:pt x="801" y="167"/>
                  </a:cubicBezTo>
                  <a:cubicBezTo>
                    <a:pt x="801" y="167"/>
                    <a:pt x="768" y="134"/>
                    <a:pt x="668" y="101"/>
                  </a:cubicBezTo>
                  <a:cubicBezTo>
                    <a:pt x="601" y="67"/>
                    <a:pt x="468" y="0"/>
                    <a:pt x="4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9" name="Google Shape;219;p2"/>
            <p:cNvSpPr/>
            <p:nvPr/>
          </p:nvSpPr>
          <p:spPr>
            <a:xfrm>
              <a:off x="1304615" y="318434"/>
              <a:ext cx="21810" cy="12840"/>
            </a:xfrm>
            <a:custGeom>
              <a:avLst/>
              <a:gdLst/>
              <a:ahLst/>
              <a:cxnLst/>
              <a:rect l="l" t="t" r="r" b="b"/>
              <a:pathLst>
                <a:path w="902" h="531" extrusionOk="0">
                  <a:moveTo>
                    <a:pt x="554" y="1"/>
                  </a:moveTo>
                  <a:cubicBezTo>
                    <a:pt x="490" y="1"/>
                    <a:pt x="423" y="4"/>
                    <a:pt x="367" y="15"/>
                  </a:cubicBezTo>
                  <a:lnTo>
                    <a:pt x="100" y="149"/>
                  </a:lnTo>
                  <a:cubicBezTo>
                    <a:pt x="34" y="182"/>
                    <a:pt x="0" y="216"/>
                    <a:pt x="0" y="216"/>
                  </a:cubicBezTo>
                  <a:lnTo>
                    <a:pt x="0" y="482"/>
                  </a:lnTo>
                  <a:cubicBezTo>
                    <a:pt x="0" y="482"/>
                    <a:pt x="34" y="516"/>
                    <a:pt x="167" y="516"/>
                  </a:cubicBezTo>
                  <a:cubicBezTo>
                    <a:pt x="201" y="527"/>
                    <a:pt x="238" y="531"/>
                    <a:pt x="276" y="531"/>
                  </a:cubicBezTo>
                  <a:cubicBezTo>
                    <a:pt x="352" y="531"/>
                    <a:pt x="434" y="516"/>
                    <a:pt x="501" y="516"/>
                  </a:cubicBezTo>
                  <a:cubicBezTo>
                    <a:pt x="701" y="416"/>
                    <a:pt x="901" y="249"/>
                    <a:pt x="901" y="249"/>
                  </a:cubicBezTo>
                  <a:cubicBezTo>
                    <a:pt x="901" y="249"/>
                    <a:pt x="868" y="49"/>
                    <a:pt x="801" y="15"/>
                  </a:cubicBezTo>
                  <a:cubicBezTo>
                    <a:pt x="801" y="15"/>
                    <a:pt x="682" y="1"/>
                    <a:pt x="5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0" name="Google Shape;220;p2"/>
            <p:cNvSpPr/>
            <p:nvPr/>
          </p:nvSpPr>
          <p:spPr>
            <a:xfrm>
              <a:off x="1315109" y="336183"/>
              <a:ext cx="20166" cy="12042"/>
            </a:xfrm>
            <a:custGeom>
              <a:avLst/>
              <a:gdLst/>
              <a:ahLst/>
              <a:cxnLst/>
              <a:rect l="l" t="t" r="r" b="b"/>
              <a:pathLst>
                <a:path w="834" h="498" extrusionOk="0">
                  <a:moveTo>
                    <a:pt x="549" y="0"/>
                  </a:moveTo>
                  <a:cubicBezTo>
                    <a:pt x="489" y="0"/>
                    <a:pt x="434" y="4"/>
                    <a:pt x="400" y="15"/>
                  </a:cubicBezTo>
                  <a:cubicBezTo>
                    <a:pt x="267" y="82"/>
                    <a:pt x="67" y="249"/>
                    <a:pt x="67" y="249"/>
                  </a:cubicBezTo>
                  <a:cubicBezTo>
                    <a:pt x="0" y="249"/>
                    <a:pt x="100" y="482"/>
                    <a:pt x="100" y="482"/>
                  </a:cubicBezTo>
                  <a:cubicBezTo>
                    <a:pt x="100" y="482"/>
                    <a:pt x="204" y="497"/>
                    <a:pt x="322" y="497"/>
                  </a:cubicBezTo>
                  <a:cubicBezTo>
                    <a:pt x="382" y="497"/>
                    <a:pt x="445" y="493"/>
                    <a:pt x="500" y="482"/>
                  </a:cubicBezTo>
                  <a:cubicBezTo>
                    <a:pt x="634" y="449"/>
                    <a:pt x="834" y="282"/>
                    <a:pt x="834" y="282"/>
                  </a:cubicBezTo>
                  <a:cubicBezTo>
                    <a:pt x="834" y="282"/>
                    <a:pt x="767" y="82"/>
                    <a:pt x="801" y="15"/>
                  </a:cubicBezTo>
                  <a:cubicBezTo>
                    <a:pt x="801" y="15"/>
                    <a:pt x="667" y="0"/>
                    <a:pt x="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1" name="Google Shape;221;p2"/>
            <p:cNvSpPr/>
            <p:nvPr/>
          </p:nvSpPr>
          <p:spPr>
            <a:xfrm>
              <a:off x="1328819" y="356711"/>
              <a:ext cx="20190" cy="13734"/>
            </a:xfrm>
            <a:custGeom>
              <a:avLst/>
              <a:gdLst/>
              <a:ahLst/>
              <a:cxnLst/>
              <a:rect l="l" t="t" r="r" b="b"/>
              <a:pathLst>
                <a:path w="835" h="568" extrusionOk="0">
                  <a:moveTo>
                    <a:pt x="767" y="0"/>
                  </a:moveTo>
                  <a:cubicBezTo>
                    <a:pt x="767" y="0"/>
                    <a:pt x="534" y="0"/>
                    <a:pt x="367" y="67"/>
                  </a:cubicBezTo>
                  <a:cubicBezTo>
                    <a:pt x="234" y="134"/>
                    <a:pt x="33" y="300"/>
                    <a:pt x="33" y="300"/>
                  </a:cubicBezTo>
                  <a:cubicBezTo>
                    <a:pt x="0" y="300"/>
                    <a:pt x="67" y="567"/>
                    <a:pt x="67" y="567"/>
                  </a:cubicBezTo>
                  <a:cubicBezTo>
                    <a:pt x="67" y="567"/>
                    <a:pt x="334" y="567"/>
                    <a:pt x="500" y="501"/>
                  </a:cubicBezTo>
                  <a:cubicBezTo>
                    <a:pt x="667" y="467"/>
                    <a:pt x="834" y="267"/>
                    <a:pt x="834" y="267"/>
                  </a:cubicBezTo>
                  <a:cubicBezTo>
                    <a:pt x="834" y="267"/>
                    <a:pt x="767" y="67"/>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2" name="Google Shape;222;p2"/>
            <p:cNvSpPr/>
            <p:nvPr/>
          </p:nvSpPr>
          <p:spPr>
            <a:xfrm>
              <a:off x="1350581" y="376055"/>
              <a:ext cx="21012" cy="14556"/>
            </a:xfrm>
            <a:custGeom>
              <a:avLst/>
              <a:gdLst/>
              <a:ahLst/>
              <a:cxnLst/>
              <a:rect l="l" t="t" r="r" b="b"/>
              <a:pathLst>
                <a:path w="869" h="602" extrusionOk="0">
                  <a:moveTo>
                    <a:pt x="768" y="1"/>
                  </a:moveTo>
                  <a:cubicBezTo>
                    <a:pt x="768" y="1"/>
                    <a:pt x="501" y="1"/>
                    <a:pt x="368" y="101"/>
                  </a:cubicBezTo>
                  <a:cubicBezTo>
                    <a:pt x="268" y="134"/>
                    <a:pt x="34" y="334"/>
                    <a:pt x="34" y="334"/>
                  </a:cubicBezTo>
                  <a:cubicBezTo>
                    <a:pt x="1" y="334"/>
                    <a:pt x="101" y="601"/>
                    <a:pt x="101" y="601"/>
                  </a:cubicBezTo>
                  <a:cubicBezTo>
                    <a:pt x="101" y="601"/>
                    <a:pt x="368" y="601"/>
                    <a:pt x="534" y="535"/>
                  </a:cubicBezTo>
                  <a:cubicBezTo>
                    <a:pt x="701" y="468"/>
                    <a:pt x="868" y="201"/>
                    <a:pt x="868" y="201"/>
                  </a:cubicBezTo>
                  <a:cubicBezTo>
                    <a:pt x="835" y="201"/>
                    <a:pt x="768" y="34"/>
                    <a:pt x="7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3" name="Google Shape;223;p2"/>
            <p:cNvSpPr/>
            <p:nvPr/>
          </p:nvSpPr>
          <p:spPr>
            <a:xfrm>
              <a:off x="1302197" y="304120"/>
              <a:ext cx="16152" cy="12840"/>
            </a:xfrm>
            <a:custGeom>
              <a:avLst/>
              <a:gdLst/>
              <a:ahLst/>
              <a:cxnLst/>
              <a:rect l="l" t="t" r="r" b="b"/>
              <a:pathLst>
                <a:path w="668" h="531" extrusionOk="0">
                  <a:moveTo>
                    <a:pt x="338" y="0"/>
                  </a:moveTo>
                  <a:cubicBezTo>
                    <a:pt x="323" y="0"/>
                    <a:pt x="310" y="2"/>
                    <a:pt x="301" y="7"/>
                  </a:cubicBezTo>
                  <a:cubicBezTo>
                    <a:pt x="167" y="74"/>
                    <a:pt x="0" y="207"/>
                    <a:pt x="0" y="207"/>
                  </a:cubicBezTo>
                  <a:cubicBezTo>
                    <a:pt x="0" y="274"/>
                    <a:pt x="100" y="474"/>
                    <a:pt x="100" y="474"/>
                  </a:cubicBezTo>
                  <a:cubicBezTo>
                    <a:pt x="100" y="474"/>
                    <a:pt x="213" y="530"/>
                    <a:pt x="297" y="530"/>
                  </a:cubicBezTo>
                  <a:cubicBezTo>
                    <a:pt x="326" y="530"/>
                    <a:pt x="351" y="524"/>
                    <a:pt x="367" y="507"/>
                  </a:cubicBezTo>
                  <a:cubicBezTo>
                    <a:pt x="501" y="474"/>
                    <a:pt x="667" y="307"/>
                    <a:pt x="667" y="307"/>
                  </a:cubicBezTo>
                  <a:cubicBezTo>
                    <a:pt x="667" y="274"/>
                    <a:pt x="634" y="74"/>
                    <a:pt x="601" y="74"/>
                  </a:cubicBezTo>
                  <a:cubicBezTo>
                    <a:pt x="601" y="74"/>
                    <a:pt x="429" y="0"/>
                    <a:pt x="3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4" name="Google Shape;224;p2"/>
            <p:cNvSpPr/>
            <p:nvPr/>
          </p:nvSpPr>
          <p:spPr>
            <a:xfrm>
              <a:off x="398010" y="1640766"/>
              <a:ext cx="17772" cy="13734"/>
            </a:xfrm>
            <a:custGeom>
              <a:avLst/>
              <a:gdLst/>
              <a:ahLst/>
              <a:cxnLst/>
              <a:rect l="l" t="t" r="r" b="b"/>
              <a:pathLst>
                <a:path w="735" h="568" extrusionOk="0">
                  <a:moveTo>
                    <a:pt x="535" y="1"/>
                  </a:moveTo>
                  <a:cubicBezTo>
                    <a:pt x="401" y="1"/>
                    <a:pt x="335" y="34"/>
                    <a:pt x="234" y="68"/>
                  </a:cubicBezTo>
                  <a:cubicBezTo>
                    <a:pt x="68" y="168"/>
                    <a:pt x="1" y="435"/>
                    <a:pt x="1" y="435"/>
                  </a:cubicBezTo>
                  <a:lnTo>
                    <a:pt x="201" y="568"/>
                  </a:lnTo>
                  <a:cubicBezTo>
                    <a:pt x="201" y="568"/>
                    <a:pt x="401" y="501"/>
                    <a:pt x="501" y="435"/>
                  </a:cubicBezTo>
                  <a:lnTo>
                    <a:pt x="668" y="268"/>
                  </a:lnTo>
                  <a:lnTo>
                    <a:pt x="735" y="201"/>
                  </a:lnTo>
                  <a:cubicBezTo>
                    <a:pt x="735" y="134"/>
                    <a:pt x="701" y="1"/>
                    <a:pt x="7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5" name="Google Shape;225;p2"/>
            <p:cNvSpPr/>
            <p:nvPr/>
          </p:nvSpPr>
          <p:spPr>
            <a:xfrm>
              <a:off x="405288" y="1661754"/>
              <a:ext cx="28242" cy="19368"/>
            </a:xfrm>
            <a:custGeom>
              <a:avLst/>
              <a:gdLst/>
              <a:ahLst/>
              <a:cxnLst/>
              <a:rect l="l" t="t" r="r" b="b"/>
              <a:pathLst>
                <a:path w="1168" h="801" extrusionOk="0">
                  <a:moveTo>
                    <a:pt x="867" y="0"/>
                  </a:moveTo>
                  <a:cubicBezTo>
                    <a:pt x="734" y="34"/>
                    <a:pt x="567" y="67"/>
                    <a:pt x="434" y="134"/>
                  </a:cubicBezTo>
                  <a:cubicBezTo>
                    <a:pt x="334" y="200"/>
                    <a:pt x="200" y="300"/>
                    <a:pt x="100" y="400"/>
                  </a:cubicBezTo>
                  <a:cubicBezTo>
                    <a:pt x="34" y="534"/>
                    <a:pt x="0" y="634"/>
                    <a:pt x="0" y="634"/>
                  </a:cubicBezTo>
                  <a:lnTo>
                    <a:pt x="167" y="801"/>
                  </a:lnTo>
                  <a:lnTo>
                    <a:pt x="334" y="701"/>
                  </a:lnTo>
                  <a:cubicBezTo>
                    <a:pt x="434" y="667"/>
                    <a:pt x="567" y="634"/>
                    <a:pt x="667" y="567"/>
                  </a:cubicBezTo>
                  <a:cubicBezTo>
                    <a:pt x="734" y="567"/>
                    <a:pt x="867" y="467"/>
                    <a:pt x="934" y="400"/>
                  </a:cubicBezTo>
                  <a:cubicBezTo>
                    <a:pt x="1034" y="334"/>
                    <a:pt x="1101" y="300"/>
                    <a:pt x="1101" y="300"/>
                  </a:cubicBezTo>
                  <a:cubicBezTo>
                    <a:pt x="1168" y="300"/>
                    <a:pt x="1101" y="67"/>
                    <a:pt x="11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6" name="Google Shape;226;p2"/>
            <p:cNvSpPr/>
            <p:nvPr/>
          </p:nvSpPr>
          <p:spPr>
            <a:xfrm>
              <a:off x="418998" y="1693213"/>
              <a:ext cx="27444" cy="16950"/>
            </a:xfrm>
            <a:custGeom>
              <a:avLst/>
              <a:gdLst/>
              <a:ahLst/>
              <a:cxnLst/>
              <a:rect l="l" t="t" r="r" b="b"/>
              <a:pathLst>
                <a:path w="1135" h="701" extrusionOk="0">
                  <a:moveTo>
                    <a:pt x="1034" y="0"/>
                  </a:moveTo>
                  <a:cubicBezTo>
                    <a:pt x="1034" y="0"/>
                    <a:pt x="667" y="33"/>
                    <a:pt x="467" y="100"/>
                  </a:cubicBezTo>
                  <a:cubicBezTo>
                    <a:pt x="234" y="200"/>
                    <a:pt x="0" y="434"/>
                    <a:pt x="0" y="434"/>
                  </a:cubicBezTo>
                  <a:cubicBezTo>
                    <a:pt x="0" y="500"/>
                    <a:pt x="100" y="701"/>
                    <a:pt x="100" y="701"/>
                  </a:cubicBezTo>
                  <a:cubicBezTo>
                    <a:pt x="100" y="701"/>
                    <a:pt x="467" y="667"/>
                    <a:pt x="667" y="567"/>
                  </a:cubicBezTo>
                  <a:cubicBezTo>
                    <a:pt x="868" y="467"/>
                    <a:pt x="1134" y="234"/>
                    <a:pt x="1134" y="234"/>
                  </a:cubicBezTo>
                  <a:cubicBezTo>
                    <a:pt x="1134" y="234"/>
                    <a:pt x="1068" y="33"/>
                    <a:pt x="10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7" name="Google Shape;227;p2"/>
            <p:cNvSpPr/>
            <p:nvPr/>
          </p:nvSpPr>
          <p:spPr>
            <a:xfrm>
              <a:off x="444798" y="1718215"/>
              <a:ext cx="18570" cy="12719"/>
            </a:xfrm>
            <a:custGeom>
              <a:avLst/>
              <a:gdLst/>
              <a:ahLst/>
              <a:cxnLst/>
              <a:rect l="l" t="t" r="r" b="b"/>
              <a:pathLst>
                <a:path w="768" h="526" extrusionOk="0">
                  <a:moveTo>
                    <a:pt x="534" y="0"/>
                  </a:moveTo>
                  <a:cubicBezTo>
                    <a:pt x="534" y="0"/>
                    <a:pt x="368" y="0"/>
                    <a:pt x="268" y="34"/>
                  </a:cubicBezTo>
                  <a:cubicBezTo>
                    <a:pt x="167" y="67"/>
                    <a:pt x="1" y="200"/>
                    <a:pt x="1" y="200"/>
                  </a:cubicBezTo>
                  <a:lnTo>
                    <a:pt x="1" y="467"/>
                  </a:lnTo>
                  <a:cubicBezTo>
                    <a:pt x="1" y="467"/>
                    <a:pt x="101" y="467"/>
                    <a:pt x="167" y="501"/>
                  </a:cubicBezTo>
                  <a:cubicBezTo>
                    <a:pt x="217" y="517"/>
                    <a:pt x="276" y="526"/>
                    <a:pt x="330" y="526"/>
                  </a:cubicBezTo>
                  <a:cubicBezTo>
                    <a:pt x="384" y="526"/>
                    <a:pt x="434" y="517"/>
                    <a:pt x="468" y="501"/>
                  </a:cubicBezTo>
                  <a:cubicBezTo>
                    <a:pt x="568" y="467"/>
                    <a:pt x="634" y="367"/>
                    <a:pt x="701" y="300"/>
                  </a:cubicBezTo>
                  <a:cubicBezTo>
                    <a:pt x="768" y="200"/>
                    <a:pt x="768" y="134"/>
                    <a:pt x="768" y="134"/>
                  </a:cubicBezTo>
                  <a:cubicBezTo>
                    <a:pt x="768" y="134"/>
                    <a:pt x="568" y="0"/>
                    <a:pt x="5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8" name="Google Shape;228;p2"/>
            <p:cNvSpPr/>
            <p:nvPr/>
          </p:nvSpPr>
          <p:spPr>
            <a:xfrm>
              <a:off x="546427" y="1719013"/>
              <a:ext cx="18570" cy="12477"/>
            </a:xfrm>
            <a:custGeom>
              <a:avLst/>
              <a:gdLst/>
              <a:ahLst/>
              <a:cxnLst/>
              <a:rect l="l" t="t" r="r" b="b"/>
              <a:pathLst>
                <a:path w="768" h="516" extrusionOk="0">
                  <a:moveTo>
                    <a:pt x="534" y="1"/>
                  </a:moveTo>
                  <a:cubicBezTo>
                    <a:pt x="434" y="1"/>
                    <a:pt x="368" y="1"/>
                    <a:pt x="334" y="34"/>
                  </a:cubicBezTo>
                  <a:cubicBezTo>
                    <a:pt x="201" y="101"/>
                    <a:pt x="34" y="267"/>
                    <a:pt x="34" y="267"/>
                  </a:cubicBezTo>
                  <a:cubicBezTo>
                    <a:pt x="1" y="267"/>
                    <a:pt x="67" y="501"/>
                    <a:pt x="67" y="501"/>
                  </a:cubicBezTo>
                  <a:cubicBezTo>
                    <a:pt x="67" y="501"/>
                    <a:pt x="186" y="516"/>
                    <a:pt x="314" y="516"/>
                  </a:cubicBezTo>
                  <a:cubicBezTo>
                    <a:pt x="379" y="516"/>
                    <a:pt x="445" y="512"/>
                    <a:pt x="501" y="501"/>
                  </a:cubicBezTo>
                  <a:cubicBezTo>
                    <a:pt x="568" y="468"/>
                    <a:pt x="668" y="367"/>
                    <a:pt x="701" y="334"/>
                  </a:cubicBezTo>
                  <a:cubicBezTo>
                    <a:pt x="735" y="234"/>
                    <a:pt x="768" y="201"/>
                    <a:pt x="768" y="201"/>
                  </a:cubicBezTo>
                  <a:cubicBezTo>
                    <a:pt x="735" y="167"/>
                    <a:pt x="668" y="1"/>
                    <a:pt x="6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9" name="Google Shape;229;p2"/>
            <p:cNvSpPr/>
            <p:nvPr/>
          </p:nvSpPr>
          <p:spPr>
            <a:xfrm>
              <a:off x="1019895" y="1261962"/>
              <a:ext cx="117781" cy="280440"/>
            </a:xfrm>
            <a:custGeom>
              <a:avLst/>
              <a:gdLst/>
              <a:ahLst/>
              <a:cxnLst/>
              <a:rect l="l" t="t" r="r" b="b"/>
              <a:pathLst>
                <a:path w="4871" h="11598" extrusionOk="0">
                  <a:moveTo>
                    <a:pt x="1271" y="0"/>
                  </a:moveTo>
                  <a:cubicBezTo>
                    <a:pt x="1157" y="0"/>
                    <a:pt x="1055" y="200"/>
                    <a:pt x="1168" y="256"/>
                  </a:cubicBezTo>
                  <a:cubicBezTo>
                    <a:pt x="1168" y="256"/>
                    <a:pt x="1435" y="423"/>
                    <a:pt x="1768" y="723"/>
                  </a:cubicBezTo>
                  <a:cubicBezTo>
                    <a:pt x="1968" y="856"/>
                    <a:pt x="2135" y="1056"/>
                    <a:pt x="2335" y="1257"/>
                  </a:cubicBezTo>
                  <a:cubicBezTo>
                    <a:pt x="2535" y="1490"/>
                    <a:pt x="2769" y="1724"/>
                    <a:pt x="2969" y="2024"/>
                  </a:cubicBezTo>
                  <a:cubicBezTo>
                    <a:pt x="3002" y="2091"/>
                    <a:pt x="3103" y="2157"/>
                    <a:pt x="3136" y="2224"/>
                  </a:cubicBezTo>
                  <a:lnTo>
                    <a:pt x="3269" y="2491"/>
                  </a:lnTo>
                  <a:cubicBezTo>
                    <a:pt x="3336" y="2658"/>
                    <a:pt x="3469" y="2824"/>
                    <a:pt x="3536" y="2991"/>
                  </a:cubicBezTo>
                  <a:cubicBezTo>
                    <a:pt x="3636" y="3158"/>
                    <a:pt x="3703" y="3358"/>
                    <a:pt x="3803" y="3525"/>
                  </a:cubicBezTo>
                  <a:cubicBezTo>
                    <a:pt x="3870" y="3692"/>
                    <a:pt x="3970" y="3858"/>
                    <a:pt x="4003" y="4059"/>
                  </a:cubicBezTo>
                  <a:cubicBezTo>
                    <a:pt x="4037" y="4225"/>
                    <a:pt x="4137" y="4426"/>
                    <a:pt x="4170" y="4592"/>
                  </a:cubicBezTo>
                  <a:cubicBezTo>
                    <a:pt x="4203" y="4759"/>
                    <a:pt x="4203" y="4993"/>
                    <a:pt x="4270" y="5159"/>
                  </a:cubicBezTo>
                  <a:cubicBezTo>
                    <a:pt x="4270" y="5259"/>
                    <a:pt x="4303" y="5360"/>
                    <a:pt x="4303" y="5426"/>
                  </a:cubicBezTo>
                  <a:lnTo>
                    <a:pt x="4303" y="5693"/>
                  </a:lnTo>
                  <a:lnTo>
                    <a:pt x="4303" y="6193"/>
                  </a:lnTo>
                  <a:cubicBezTo>
                    <a:pt x="4203" y="6827"/>
                    <a:pt x="4103" y="7594"/>
                    <a:pt x="3703" y="8262"/>
                  </a:cubicBezTo>
                  <a:cubicBezTo>
                    <a:pt x="3336" y="8929"/>
                    <a:pt x="2836" y="9563"/>
                    <a:pt x="2302" y="9963"/>
                  </a:cubicBezTo>
                  <a:cubicBezTo>
                    <a:pt x="2169" y="10096"/>
                    <a:pt x="2035" y="10196"/>
                    <a:pt x="1935" y="10330"/>
                  </a:cubicBezTo>
                  <a:cubicBezTo>
                    <a:pt x="1735" y="10396"/>
                    <a:pt x="1635" y="10497"/>
                    <a:pt x="1501" y="10563"/>
                  </a:cubicBezTo>
                  <a:cubicBezTo>
                    <a:pt x="1201" y="10730"/>
                    <a:pt x="1001" y="10863"/>
                    <a:pt x="801" y="10930"/>
                  </a:cubicBezTo>
                  <a:cubicBezTo>
                    <a:pt x="367" y="11097"/>
                    <a:pt x="134" y="11230"/>
                    <a:pt x="134" y="11230"/>
                  </a:cubicBezTo>
                  <a:cubicBezTo>
                    <a:pt x="0" y="11330"/>
                    <a:pt x="100" y="11564"/>
                    <a:pt x="167" y="11597"/>
                  </a:cubicBezTo>
                  <a:cubicBezTo>
                    <a:pt x="167" y="11597"/>
                    <a:pt x="434" y="11531"/>
                    <a:pt x="868" y="11364"/>
                  </a:cubicBezTo>
                  <a:cubicBezTo>
                    <a:pt x="1101" y="11264"/>
                    <a:pt x="1335" y="11164"/>
                    <a:pt x="1635" y="10997"/>
                  </a:cubicBezTo>
                  <a:cubicBezTo>
                    <a:pt x="1802" y="10897"/>
                    <a:pt x="1935" y="10830"/>
                    <a:pt x="2102" y="10730"/>
                  </a:cubicBezTo>
                  <a:cubicBezTo>
                    <a:pt x="2235" y="10597"/>
                    <a:pt x="2369" y="10530"/>
                    <a:pt x="2535" y="10396"/>
                  </a:cubicBezTo>
                  <a:cubicBezTo>
                    <a:pt x="3169" y="9929"/>
                    <a:pt x="3770" y="9329"/>
                    <a:pt x="4170" y="8562"/>
                  </a:cubicBezTo>
                  <a:cubicBezTo>
                    <a:pt x="4637" y="7828"/>
                    <a:pt x="4804" y="6994"/>
                    <a:pt x="4870" y="6227"/>
                  </a:cubicBezTo>
                  <a:lnTo>
                    <a:pt x="4870" y="5660"/>
                  </a:lnTo>
                  <a:lnTo>
                    <a:pt x="4870" y="5360"/>
                  </a:lnTo>
                  <a:cubicBezTo>
                    <a:pt x="4870" y="5259"/>
                    <a:pt x="4837" y="5159"/>
                    <a:pt x="4837" y="5059"/>
                  </a:cubicBezTo>
                  <a:lnTo>
                    <a:pt x="4704" y="4426"/>
                  </a:lnTo>
                  <a:cubicBezTo>
                    <a:pt x="4637" y="4225"/>
                    <a:pt x="4604" y="4025"/>
                    <a:pt x="4504" y="3825"/>
                  </a:cubicBezTo>
                  <a:cubicBezTo>
                    <a:pt x="4437" y="3592"/>
                    <a:pt x="4337" y="3425"/>
                    <a:pt x="4270" y="3225"/>
                  </a:cubicBezTo>
                  <a:cubicBezTo>
                    <a:pt x="4137" y="3058"/>
                    <a:pt x="4103" y="2858"/>
                    <a:pt x="3970" y="2691"/>
                  </a:cubicBezTo>
                  <a:cubicBezTo>
                    <a:pt x="3836" y="2524"/>
                    <a:pt x="3770" y="2357"/>
                    <a:pt x="3636" y="2191"/>
                  </a:cubicBezTo>
                  <a:cubicBezTo>
                    <a:pt x="3603" y="2091"/>
                    <a:pt x="3503" y="2024"/>
                    <a:pt x="3469" y="1924"/>
                  </a:cubicBezTo>
                  <a:cubicBezTo>
                    <a:pt x="3436" y="1857"/>
                    <a:pt x="3336" y="1824"/>
                    <a:pt x="3303" y="1724"/>
                  </a:cubicBezTo>
                  <a:cubicBezTo>
                    <a:pt x="3036" y="1423"/>
                    <a:pt x="2836" y="1190"/>
                    <a:pt x="2602" y="990"/>
                  </a:cubicBezTo>
                  <a:cubicBezTo>
                    <a:pt x="2335" y="756"/>
                    <a:pt x="2169" y="556"/>
                    <a:pt x="1968" y="423"/>
                  </a:cubicBezTo>
                  <a:lnTo>
                    <a:pt x="1335" y="22"/>
                  </a:lnTo>
                  <a:cubicBezTo>
                    <a:pt x="1314" y="7"/>
                    <a:pt x="1292" y="0"/>
                    <a:pt x="12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0" name="Google Shape;230;p2"/>
            <p:cNvSpPr/>
            <p:nvPr/>
          </p:nvSpPr>
          <p:spPr>
            <a:xfrm>
              <a:off x="1133179" y="597399"/>
              <a:ext cx="578071" cy="256574"/>
            </a:xfrm>
            <a:custGeom>
              <a:avLst/>
              <a:gdLst/>
              <a:ahLst/>
              <a:cxnLst/>
              <a:rect l="l" t="t" r="r" b="b"/>
              <a:pathLst>
                <a:path w="23907" h="10611" extrusionOk="0">
                  <a:moveTo>
                    <a:pt x="23735" y="0"/>
                  </a:moveTo>
                  <a:cubicBezTo>
                    <a:pt x="23662" y="0"/>
                    <a:pt x="23579" y="55"/>
                    <a:pt x="23535" y="187"/>
                  </a:cubicBezTo>
                  <a:cubicBezTo>
                    <a:pt x="23535" y="187"/>
                    <a:pt x="23502" y="320"/>
                    <a:pt x="23435" y="520"/>
                  </a:cubicBezTo>
                  <a:cubicBezTo>
                    <a:pt x="23435" y="620"/>
                    <a:pt x="23335" y="721"/>
                    <a:pt x="23269" y="854"/>
                  </a:cubicBezTo>
                  <a:cubicBezTo>
                    <a:pt x="23202" y="887"/>
                    <a:pt x="23169" y="987"/>
                    <a:pt x="23135" y="1054"/>
                  </a:cubicBezTo>
                  <a:cubicBezTo>
                    <a:pt x="23102" y="1121"/>
                    <a:pt x="23002" y="1188"/>
                    <a:pt x="22968" y="1288"/>
                  </a:cubicBezTo>
                  <a:cubicBezTo>
                    <a:pt x="22868" y="1354"/>
                    <a:pt x="22835" y="1454"/>
                    <a:pt x="22768" y="1521"/>
                  </a:cubicBezTo>
                  <a:lnTo>
                    <a:pt x="22501" y="1788"/>
                  </a:lnTo>
                  <a:cubicBezTo>
                    <a:pt x="22335" y="1955"/>
                    <a:pt x="22134" y="2055"/>
                    <a:pt x="21934" y="2222"/>
                  </a:cubicBezTo>
                  <a:cubicBezTo>
                    <a:pt x="21467" y="2555"/>
                    <a:pt x="20967" y="2855"/>
                    <a:pt x="20333" y="3056"/>
                  </a:cubicBezTo>
                  <a:cubicBezTo>
                    <a:pt x="19132" y="3556"/>
                    <a:pt x="17665" y="3856"/>
                    <a:pt x="16197" y="4156"/>
                  </a:cubicBezTo>
                  <a:cubicBezTo>
                    <a:pt x="14796" y="4390"/>
                    <a:pt x="13328" y="4657"/>
                    <a:pt x="12027" y="4857"/>
                  </a:cubicBezTo>
                  <a:cubicBezTo>
                    <a:pt x="9459" y="5324"/>
                    <a:pt x="6156" y="5991"/>
                    <a:pt x="3721" y="7292"/>
                  </a:cubicBezTo>
                  <a:cubicBezTo>
                    <a:pt x="2520" y="7892"/>
                    <a:pt x="1586" y="8660"/>
                    <a:pt x="986" y="9293"/>
                  </a:cubicBezTo>
                  <a:cubicBezTo>
                    <a:pt x="686" y="9560"/>
                    <a:pt x="452" y="9827"/>
                    <a:pt x="319" y="10027"/>
                  </a:cubicBezTo>
                  <a:cubicBezTo>
                    <a:pt x="185" y="10194"/>
                    <a:pt x="119" y="10327"/>
                    <a:pt x="119" y="10327"/>
                  </a:cubicBezTo>
                  <a:cubicBezTo>
                    <a:pt x="1" y="10469"/>
                    <a:pt x="116" y="10610"/>
                    <a:pt x="253" y="10610"/>
                  </a:cubicBezTo>
                  <a:cubicBezTo>
                    <a:pt x="310" y="10610"/>
                    <a:pt x="370" y="10586"/>
                    <a:pt x="419" y="10528"/>
                  </a:cubicBezTo>
                  <a:cubicBezTo>
                    <a:pt x="419" y="10528"/>
                    <a:pt x="486" y="10394"/>
                    <a:pt x="619" y="10227"/>
                  </a:cubicBezTo>
                  <a:cubicBezTo>
                    <a:pt x="753" y="10061"/>
                    <a:pt x="953" y="9827"/>
                    <a:pt x="1253" y="9527"/>
                  </a:cubicBezTo>
                  <a:cubicBezTo>
                    <a:pt x="1853" y="8993"/>
                    <a:pt x="2787" y="8293"/>
                    <a:pt x="3955" y="7726"/>
                  </a:cubicBezTo>
                  <a:cubicBezTo>
                    <a:pt x="6323" y="6558"/>
                    <a:pt x="9592" y="5991"/>
                    <a:pt x="12127" y="5524"/>
                  </a:cubicBezTo>
                  <a:cubicBezTo>
                    <a:pt x="13395" y="5290"/>
                    <a:pt x="14863" y="5024"/>
                    <a:pt x="16330" y="4723"/>
                  </a:cubicBezTo>
                  <a:cubicBezTo>
                    <a:pt x="17798" y="4457"/>
                    <a:pt x="19232" y="4056"/>
                    <a:pt x="20500" y="3523"/>
                  </a:cubicBezTo>
                  <a:cubicBezTo>
                    <a:pt x="21134" y="3289"/>
                    <a:pt x="21701" y="2955"/>
                    <a:pt x="22168" y="2622"/>
                  </a:cubicBezTo>
                  <a:cubicBezTo>
                    <a:pt x="22368" y="2455"/>
                    <a:pt x="22635" y="2288"/>
                    <a:pt x="22802" y="2055"/>
                  </a:cubicBezTo>
                  <a:lnTo>
                    <a:pt x="23035" y="1821"/>
                  </a:lnTo>
                  <a:cubicBezTo>
                    <a:pt x="23135" y="1688"/>
                    <a:pt x="23169" y="1621"/>
                    <a:pt x="23235" y="1521"/>
                  </a:cubicBezTo>
                  <a:cubicBezTo>
                    <a:pt x="23302" y="1454"/>
                    <a:pt x="23369" y="1354"/>
                    <a:pt x="23402" y="1288"/>
                  </a:cubicBezTo>
                  <a:lnTo>
                    <a:pt x="23535" y="1021"/>
                  </a:lnTo>
                  <a:cubicBezTo>
                    <a:pt x="23636" y="854"/>
                    <a:pt x="23702" y="721"/>
                    <a:pt x="23769" y="620"/>
                  </a:cubicBezTo>
                  <a:lnTo>
                    <a:pt x="23869" y="220"/>
                  </a:lnTo>
                  <a:cubicBezTo>
                    <a:pt x="23906" y="89"/>
                    <a:pt x="23828" y="0"/>
                    <a:pt x="237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1" name="Google Shape;231;p2"/>
            <p:cNvSpPr/>
            <p:nvPr/>
          </p:nvSpPr>
          <p:spPr>
            <a:xfrm>
              <a:off x="10864" y="698012"/>
              <a:ext cx="372662" cy="364465"/>
            </a:xfrm>
            <a:custGeom>
              <a:avLst/>
              <a:gdLst/>
              <a:ahLst/>
              <a:cxnLst/>
              <a:rect l="l" t="t" r="r" b="b"/>
              <a:pathLst>
                <a:path w="15412" h="15073" extrusionOk="0">
                  <a:moveTo>
                    <a:pt x="15180" y="0"/>
                  </a:moveTo>
                  <a:cubicBezTo>
                    <a:pt x="15073" y="0"/>
                    <a:pt x="14949" y="82"/>
                    <a:pt x="14911" y="195"/>
                  </a:cubicBezTo>
                  <a:lnTo>
                    <a:pt x="14911" y="496"/>
                  </a:lnTo>
                  <a:cubicBezTo>
                    <a:pt x="14911" y="562"/>
                    <a:pt x="14978" y="696"/>
                    <a:pt x="14911" y="829"/>
                  </a:cubicBezTo>
                  <a:cubicBezTo>
                    <a:pt x="14911" y="963"/>
                    <a:pt x="14878" y="1129"/>
                    <a:pt x="14878" y="1296"/>
                  </a:cubicBezTo>
                  <a:cubicBezTo>
                    <a:pt x="14744" y="1963"/>
                    <a:pt x="14377" y="2831"/>
                    <a:pt x="13577" y="3565"/>
                  </a:cubicBezTo>
                  <a:cubicBezTo>
                    <a:pt x="12843" y="4332"/>
                    <a:pt x="11742" y="4999"/>
                    <a:pt x="10708" y="5699"/>
                  </a:cubicBezTo>
                  <a:cubicBezTo>
                    <a:pt x="10174" y="6033"/>
                    <a:pt x="9641" y="6400"/>
                    <a:pt x="9174" y="6834"/>
                  </a:cubicBezTo>
                  <a:cubicBezTo>
                    <a:pt x="8907" y="7000"/>
                    <a:pt x="8707" y="7234"/>
                    <a:pt x="8507" y="7467"/>
                  </a:cubicBezTo>
                  <a:cubicBezTo>
                    <a:pt x="8306" y="7667"/>
                    <a:pt x="8140" y="7901"/>
                    <a:pt x="7973" y="8134"/>
                  </a:cubicBezTo>
                  <a:cubicBezTo>
                    <a:pt x="7239" y="9035"/>
                    <a:pt x="6705" y="10169"/>
                    <a:pt x="6138" y="11303"/>
                  </a:cubicBezTo>
                  <a:cubicBezTo>
                    <a:pt x="5571" y="12404"/>
                    <a:pt x="4904" y="13472"/>
                    <a:pt x="4003" y="14005"/>
                  </a:cubicBezTo>
                  <a:cubicBezTo>
                    <a:pt x="3069" y="14539"/>
                    <a:pt x="2069" y="14639"/>
                    <a:pt x="1402" y="14639"/>
                  </a:cubicBezTo>
                  <a:cubicBezTo>
                    <a:pt x="1035" y="14639"/>
                    <a:pt x="768" y="14572"/>
                    <a:pt x="568" y="14572"/>
                  </a:cubicBezTo>
                  <a:lnTo>
                    <a:pt x="267" y="14572"/>
                  </a:lnTo>
                  <a:cubicBezTo>
                    <a:pt x="67" y="14572"/>
                    <a:pt x="1" y="14906"/>
                    <a:pt x="234" y="14973"/>
                  </a:cubicBezTo>
                  <a:cubicBezTo>
                    <a:pt x="234" y="14973"/>
                    <a:pt x="334" y="14973"/>
                    <a:pt x="534" y="15006"/>
                  </a:cubicBezTo>
                  <a:cubicBezTo>
                    <a:pt x="701" y="15039"/>
                    <a:pt x="1001" y="15073"/>
                    <a:pt x="1368" y="15073"/>
                  </a:cubicBezTo>
                  <a:lnTo>
                    <a:pt x="1935" y="15073"/>
                  </a:lnTo>
                  <a:cubicBezTo>
                    <a:pt x="2202" y="15073"/>
                    <a:pt x="2402" y="15039"/>
                    <a:pt x="2669" y="15006"/>
                  </a:cubicBezTo>
                  <a:cubicBezTo>
                    <a:pt x="3169" y="14973"/>
                    <a:pt x="3703" y="14806"/>
                    <a:pt x="4237" y="14506"/>
                  </a:cubicBezTo>
                  <a:cubicBezTo>
                    <a:pt x="4737" y="14172"/>
                    <a:pt x="5271" y="13739"/>
                    <a:pt x="5671" y="13238"/>
                  </a:cubicBezTo>
                  <a:cubicBezTo>
                    <a:pt x="6072" y="12738"/>
                    <a:pt x="6405" y="12171"/>
                    <a:pt x="6705" y="11637"/>
                  </a:cubicBezTo>
                  <a:cubicBezTo>
                    <a:pt x="7339" y="10503"/>
                    <a:pt x="7906" y="9402"/>
                    <a:pt x="8540" y="8568"/>
                  </a:cubicBezTo>
                  <a:lnTo>
                    <a:pt x="9040" y="7968"/>
                  </a:lnTo>
                  <a:cubicBezTo>
                    <a:pt x="9240" y="7734"/>
                    <a:pt x="9441" y="7567"/>
                    <a:pt x="9674" y="7367"/>
                  </a:cubicBezTo>
                  <a:cubicBezTo>
                    <a:pt x="10141" y="6967"/>
                    <a:pt x="10641" y="6633"/>
                    <a:pt x="11108" y="6233"/>
                  </a:cubicBezTo>
                  <a:cubicBezTo>
                    <a:pt x="12143" y="5533"/>
                    <a:pt x="13210" y="4832"/>
                    <a:pt x="14011" y="3965"/>
                  </a:cubicBezTo>
                  <a:cubicBezTo>
                    <a:pt x="14844" y="3131"/>
                    <a:pt x="15245" y="2063"/>
                    <a:pt x="15345" y="1330"/>
                  </a:cubicBezTo>
                  <a:cubicBezTo>
                    <a:pt x="15345" y="1163"/>
                    <a:pt x="15378" y="996"/>
                    <a:pt x="15378" y="829"/>
                  </a:cubicBezTo>
                  <a:cubicBezTo>
                    <a:pt x="15412" y="662"/>
                    <a:pt x="15378" y="529"/>
                    <a:pt x="15378" y="462"/>
                  </a:cubicBezTo>
                  <a:cubicBezTo>
                    <a:pt x="15345" y="296"/>
                    <a:pt x="15345" y="162"/>
                    <a:pt x="15345" y="162"/>
                  </a:cubicBezTo>
                  <a:cubicBezTo>
                    <a:pt x="15330" y="47"/>
                    <a:pt x="15260" y="0"/>
                    <a:pt x="151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232" name="Google Shape;232;p2"/>
            <p:cNvGrpSpPr/>
            <p:nvPr/>
          </p:nvGrpSpPr>
          <p:grpSpPr>
            <a:xfrm>
              <a:off x="3610" y="8"/>
              <a:ext cx="2069687" cy="5143763"/>
              <a:chOff x="3610" y="8"/>
              <a:chExt cx="2069687" cy="5143763"/>
            </a:xfrm>
          </p:grpSpPr>
          <p:sp>
            <p:nvSpPr>
              <p:cNvPr id="233" name="Google Shape;233;p2"/>
              <p:cNvSpPr/>
              <p:nvPr/>
            </p:nvSpPr>
            <p:spPr>
              <a:xfrm>
                <a:off x="627889" y="3237468"/>
                <a:ext cx="41058" cy="76989"/>
              </a:xfrm>
              <a:custGeom>
                <a:avLst/>
                <a:gdLst/>
                <a:ahLst/>
                <a:cxnLst/>
                <a:rect l="l" t="t" r="r" b="b"/>
                <a:pathLst>
                  <a:path w="1698" h="3184" extrusionOk="0">
                    <a:moveTo>
                      <a:pt x="1396" y="1"/>
                    </a:moveTo>
                    <a:cubicBezTo>
                      <a:pt x="1383" y="1"/>
                      <a:pt x="1373" y="5"/>
                      <a:pt x="1368" y="14"/>
                    </a:cubicBezTo>
                    <a:cubicBezTo>
                      <a:pt x="1368" y="14"/>
                      <a:pt x="1202" y="214"/>
                      <a:pt x="1001" y="448"/>
                    </a:cubicBezTo>
                    <a:cubicBezTo>
                      <a:pt x="801" y="715"/>
                      <a:pt x="568" y="1082"/>
                      <a:pt x="401" y="1382"/>
                    </a:cubicBezTo>
                    <a:cubicBezTo>
                      <a:pt x="301" y="1715"/>
                      <a:pt x="134" y="2116"/>
                      <a:pt x="67" y="2449"/>
                    </a:cubicBezTo>
                    <a:cubicBezTo>
                      <a:pt x="34" y="2783"/>
                      <a:pt x="1" y="3050"/>
                      <a:pt x="1" y="3050"/>
                    </a:cubicBezTo>
                    <a:cubicBezTo>
                      <a:pt x="1" y="3083"/>
                      <a:pt x="334" y="3183"/>
                      <a:pt x="334" y="3183"/>
                    </a:cubicBezTo>
                    <a:cubicBezTo>
                      <a:pt x="334" y="3183"/>
                      <a:pt x="735" y="2282"/>
                      <a:pt x="1035" y="1715"/>
                    </a:cubicBezTo>
                    <a:cubicBezTo>
                      <a:pt x="1202" y="1415"/>
                      <a:pt x="1335" y="1048"/>
                      <a:pt x="1468" y="748"/>
                    </a:cubicBezTo>
                    <a:cubicBezTo>
                      <a:pt x="1569" y="448"/>
                      <a:pt x="1669" y="214"/>
                      <a:pt x="1669" y="214"/>
                    </a:cubicBezTo>
                    <a:cubicBezTo>
                      <a:pt x="1697" y="157"/>
                      <a:pt x="1479" y="1"/>
                      <a:pt x="13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4" name="Google Shape;234;p2"/>
              <p:cNvSpPr/>
              <p:nvPr/>
            </p:nvSpPr>
            <p:spPr>
              <a:xfrm>
                <a:off x="615001" y="3378873"/>
                <a:ext cx="27662" cy="156324"/>
              </a:xfrm>
              <a:custGeom>
                <a:avLst/>
                <a:gdLst/>
                <a:ahLst/>
                <a:cxnLst/>
                <a:rect l="l" t="t" r="r" b="b"/>
                <a:pathLst>
                  <a:path w="1144" h="6465" extrusionOk="0">
                    <a:moveTo>
                      <a:pt x="578" y="0"/>
                    </a:moveTo>
                    <a:cubicBezTo>
                      <a:pt x="539" y="0"/>
                      <a:pt x="509" y="11"/>
                      <a:pt x="500" y="37"/>
                    </a:cubicBezTo>
                    <a:cubicBezTo>
                      <a:pt x="500" y="37"/>
                      <a:pt x="434" y="171"/>
                      <a:pt x="400" y="371"/>
                    </a:cubicBezTo>
                    <a:cubicBezTo>
                      <a:pt x="334" y="571"/>
                      <a:pt x="234" y="838"/>
                      <a:pt x="200" y="1171"/>
                    </a:cubicBezTo>
                    <a:cubicBezTo>
                      <a:pt x="33" y="1838"/>
                      <a:pt x="0" y="2672"/>
                      <a:pt x="33" y="3273"/>
                    </a:cubicBezTo>
                    <a:cubicBezTo>
                      <a:pt x="67" y="3940"/>
                      <a:pt x="200" y="4740"/>
                      <a:pt x="400" y="5374"/>
                    </a:cubicBezTo>
                    <a:cubicBezTo>
                      <a:pt x="500" y="5708"/>
                      <a:pt x="567" y="5941"/>
                      <a:pt x="667" y="6175"/>
                    </a:cubicBezTo>
                    <a:cubicBezTo>
                      <a:pt x="734" y="6342"/>
                      <a:pt x="767" y="6442"/>
                      <a:pt x="767" y="6442"/>
                    </a:cubicBezTo>
                    <a:cubicBezTo>
                      <a:pt x="783" y="6458"/>
                      <a:pt x="815" y="6464"/>
                      <a:pt x="852" y="6464"/>
                    </a:cubicBezTo>
                    <a:cubicBezTo>
                      <a:pt x="969" y="6464"/>
                      <a:pt x="1143" y="6400"/>
                      <a:pt x="1067" y="6375"/>
                    </a:cubicBezTo>
                    <a:cubicBezTo>
                      <a:pt x="1067" y="6375"/>
                      <a:pt x="1067" y="6242"/>
                      <a:pt x="1034" y="6041"/>
                    </a:cubicBezTo>
                    <a:cubicBezTo>
                      <a:pt x="1001" y="5841"/>
                      <a:pt x="934" y="5574"/>
                      <a:pt x="901" y="5241"/>
                    </a:cubicBezTo>
                    <a:cubicBezTo>
                      <a:pt x="834" y="4607"/>
                      <a:pt x="767" y="3840"/>
                      <a:pt x="734" y="3239"/>
                    </a:cubicBezTo>
                    <a:cubicBezTo>
                      <a:pt x="734" y="2672"/>
                      <a:pt x="701" y="1872"/>
                      <a:pt x="734" y="1238"/>
                    </a:cubicBezTo>
                    <a:cubicBezTo>
                      <a:pt x="734" y="904"/>
                      <a:pt x="767" y="671"/>
                      <a:pt x="834" y="437"/>
                    </a:cubicBezTo>
                    <a:cubicBezTo>
                      <a:pt x="867" y="237"/>
                      <a:pt x="867" y="104"/>
                      <a:pt x="867" y="104"/>
                    </a:cubicBezTo>
                    <a:cubicBezTo>
                      <a:pt x="867" y="79"/>
                      <a:pt x="687" y="0"/>
                      <a:pt x="5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5" name="Google Shape;235;p2"/>
              <p:cNvSpPr/>
              <p:nvPr/>
            </p:nvSpPr>
            <p:spPr>
              <a:xfrm>
                <a:off x="683551" y="3621181"/>
                <a:ext cx="66156" cy="105425"/>
              </a:xfrm>
              <a:custGeom>
                <a:avLst/>
                <a:gdLst/>
                <a:ahLst/>
                <a:cxnLst/>
                <a:rect l="l" t="t" r="r" b="b"/>
                <a:pathLst>
                  <a:path w="2736" h="4360" extrusionOk="0">
                    <a:moveTo>
                      <a:pt x="300" y="1"/>
                    </a:moveTo>
                    <a:cubicBezTo>
                      <a:pt x="193" y="1"/>
                      <a:pt x="0" y="65"/>
                      <a:pt x="0" y="90"/>
                    </a:cubicBezTo>
                    <a:cubicBezTo>
                      <a:pt x="0" y="90"/>
                      <a:pt x="34" y="190"/>
                      <a:pt x="34" y="357"/>
                    </a:cubicBezTo>
                    <a:cubicBezTo>
                      <a:pt x="34" y="524"/>
                      <a:pt x="67" y="724"/>
                      <a:pt x="100" y="991"/>
                    </a:cubicBezTo>
                    <a:cubicBezTo>
                      <a:pt x="201" y="1524"/>
                      <a:pt x="401" y="2091"/>
                      <a:pt x="668" y="2558"/>
                    </a:cubicBezTo>
                    <a:cubicBezTo>
                      <a:pt x="901" y="3025"/>
                      <a:pt x="1335" y="3526"/>
                      <a:pt x="1735" y="3859"/>
                    </a:cubicBezTo>
                    <a:cubicBezTo>
                      <a:pt x="1868" y="3926"/>
                      <a:pt x="1935" y="4026"/>
                      <a:pt x="2035" y="4059"/>
                    </a:cubicBezTo>
                    <a:cubicBezTo>
                      <a:pt x="2102" y="4160"/>
                      <a:pt x="2202" y="4193"/>
                      <a:pt x="2269" y="4226"/>
                    </a:cubicBezTo>
                    <a:cubicBezTo>
                      <a:pt x="2402" y="4326"/>
                      <a:pt x="2502" y="4360"/>
                      <a:pt x="2502" y="4360"/>
                    </a:cubicBezTo>
                    <a:cubicBezTo>
                      <a:pt x="2536" y="4360"/>
                      <a:pt x="2702" y="4059"/>
                      <a:pt x="2736" y="4059"/>
                    </a:cubicBezTo>
                    <a:cubicBezTo>
                      <a:pt x="2736" y="4059"/>
                      <a:pt x="2702" y="3959"/>
                      <a:pt x="2569" y="3893"/>
                    </a:cubicBezTo>
                    <a:cubicBezTo>
                      <a:pt x="2502" y="3859"/>
                      <a:pt x="2435" y="3826"/>
                      <a:pt x="2369" y="3726"/>
                    </a:cubicBezTo>
                    <a:cubicBezTo>
                      <a:pt x="2335" y="3626"/>
                      <a:pt x="2235" y="3559"/>
                      <a:pt x="2169" y="3492"/>
                    </a:cubicBezTo>
                    <a:cubicBezTo>
                      <a:pt x="1835" y="3125"/>
                      <a:pt x="1568" y="2592"/>
                      <a:pt x="1335" y="2225"/>
                    </a:cubicBezTo>
                    <a:cubicBezTo>
                      <a:pt x="1101" y="1825"/>
                      <a:pt x="834" y="1324"/>
                      <a:pt x="668" y="857"/>
                    </a:cubicBezTo>
                    <a:cubicBezTo>
                      <a:pt x="567" y="590"/>
                      <a:pt x="501" y="390"/>
                      <a:pt x="434" y="257"/>
                    </a:cubicBezTo>
                    <a:cubicBezTo>
                      <a:pt x="401" y="90"/>
                      <a:pt x="367" y="23"/>
                      <a:pt x="367" y="23"/>
                    </a:cubicBezTo>
                    <a:cubicBezTo>
                      <a:pt x="359" y="7"/>
                      <a:pt x="334" y="1"/>
                      <a:pt x="3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6" name="Google Shape;236;p2"/>
              <p:cNvSpPr/>
              <p:nvPr/>
            </p:nvSpPr>
            <p:spPr>
              <a:xfrm>
                <a:off x="805419" y="3779753"/>
                <a:ext cx="165294" cy="100178"/>
              </a:xfrm>
              <a:custGeom>
                <a:avLst/>
                <a:gdLst/>
                <a:ahLst/>
                <a:cxnLst/>
                <a:rect l="l" t="t" r="r" b="b"/>
                <a:pathLst>
                  <a:path w="6836" h="4143" extrusionOk="0">
                    <a:moveTo>
                      <a:pt x="188" y="1"/>
                    </a:moveTo>
                    <a:cubicBezTo>
                      <a:pt x="119" y="1"/>
                      <a:pt x="0" y="305"/>
                      <a:pt x="64" y="337"/>
                    </a:cubicBezTo>
                    <a:cubicBezTo>
                      <a:pt x="64" y="337"/>
                      <a:pt x="631" y="570"/>
                      <a:pt x="1298" y="904"/>
                    </a:cubicBezTo>
                    <a:cubicBezTo>
                      <a:pt x="1465" y="1004"/>
                      <a:pt x="1665" y="1104"/>
                      <a:pt x="1832" y="1171"/>
                    </a:cubicBezTo>
                    <a:cubicBezTo>
                      <a:pt x="1999" y="1304"/>
                      <a:pt x="2199" y="1371"/>
                      <a:pt x="2366" y="1504"/>
                    </a:cubicBezTo>
                    <a:cubicBezTo>
                      <a:pt x="2699" y="1704"/>
                      <a:pt x="3066" y="1938"/>
                      <a:pt x="3400" y="2071"/>
                    </a:cubicBezTo>
                    <a:cubicBezTo>
                      <a:pt x="3733" y="2238"/>
                      <a:pt x="4067" y="2505"/>
                      <a:pt x="4467" y="2705"/>
                    </a:cubicBezTo>
                    <a:cubicBezTo>
                      <a:pt x="4634" y="2839"/>
                      <a:pt x="4834" y="2905"/>
                      <a:pt x="5001" y="3039"/>
                    </a:cubicBezTo>
                    <a:cubicBezTo>
                      <a:pt x="5168" y="3139"/>
                      <a:pt x="5334" y="3239"/>
                      <a:pt x="5501" y="3372"/>
                    </a:cubicBezTo>
                    <a:cubicBezTo>
                      <a:pt x="6135" y="3806"/>
                      <a:pt x="6569" y="4140"/>
                      <a:pt x="6569" y="4140"/>
                    </a:cubicBezTo>
                    <a:cubicBezTo>
                      <a:pt x="6573" y="4142"/>
                      <a:pt x="6578" y="4143"/>
                      <a:pt x="6584" y="4143"/>
                    </a:cubicBezTo>
                    <a:cubicBezTo>
                      <a:pt x="6661" y="4143"/>
                      <a:pt x="6836" y="3935"/>
                      <a:pt x="6836" y="3873"/>
                    </a:cubicBezTo>
                    <a:cubicBezTo>
                      <a:pt x="6836" y="3873"/>
                      <a:pt x="6402" y="3472"/>
                      <a:pt x="5835" y="2972"/>
                    </a:cubicBezTo>
                    <a:cubicBezTo>
                      <a:pt x="5701" y="2839"/>
                      <a:pt x="5535" y="2672"/>
                      <a:pt x="5368" y="2538"/>
                    </a:cubicBezTo>
                    <a:cubicBezTo>
                      <a:pt x="5168" y="2405"/>
                      <a:pt x="5001" y="2305"/>
                      <a:pt x="4834" y="2171"/>
                    </a:cubicBezTo>
                    <a:cubicBezTo>
                      <a:pt x="4467" y="1938"/>
                      <a:pt x="4134" y="1671"/>
                      <a:pt x="3800" y="1471"/>
                    </a:cubicBezTo>
                    <a:cubicBezTo>
                      <a:pt x="3466" y="1304"/>
                      <a:pt x="3033" y="1137"/>
                      <a:pt x="2666" y="904"/>
                    </a:cubicBezTo>
                    <a:cubicBezTo>
                      <a:pt x="2466" y="804"/>
                      <a:pt x="2299" y="704"/>
                      <a:pt x="2065" y="637"/>
                    </a:cubicBezTo>
                    <a:cubicBezTo>
                      <a:pt x="1865" y="537"/>
                      <a:pt x="1665" y="504"/>
                      <a:pt x="1498" y="404"/>
                    </a:cubicBezTo>
                    <a:cubicBezTo>
                      <a:pt x="731" y="170"/>
                      <a:pt x="197" y="3"/>
                      <a:pt x="197" y="3"/>
                    </a:cubicBezTo>
                    <a:cubicBezTo>
                      <a:pt x="194" y="2"/>
                      <a:pt x="191" y="1"/>
                      <a:pt x="1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7" name="Google Shape;237;p2"/>
              <p:cNvSpPr/>
              <p:nvPr/>
            </p:nvSpPr>
            <p:spPr>
              <a:xfrm>
                <a:off x="1046542" y="3961248"/>
                <a:ext cx="87096" cy="131394"/>
              </a:xfrm>
              <a:custGeom>
                <a:avLst/>
                <a:gdLst/>
                <a:ahLst/>
                <a:cxnLst/>
                <a:rect l="l" t="t" r="r" b="b"/>
                <a:pathLst>
                  <a:path w="3602" h="5434" extrusionOk="0">
                    <a:moveTo>
                      <a:pt x="226" y="0"/>
                    </a:moveTo>
                    <a:cubicBezTo>
                      <a:pt x="179" y="0"/>
                      <a:pt x="1" y="271"/>
                      <a:pt x="32" y="303"/>
                    </a:cubicBezTo>
                    <a:cubicBezTo>
                      <a:pt x="32" y="303"/>
                      <a:pt x="166" y="370"/>
                      <a:pt x="266" y="503"/>
                    </a:cubicBezTo>
                    <a:cubicBezTo>
                      <a:pt x="433" y="636"/>
                      <a:pt x="666" y="803"/>
                      <a:pt x="866" y="1037"/>
                    </a:cubicBezTo>
                    <a:cubicBezTo>
                      <a:pt x="1267" y="1504"/>
                      <a:pt x="1734" y="2104"/>
                      <a:pt x="2067" y="2604"/>
                    </a:cubicBezTo>
                    <a:cubicBezTo>
                      <a:pt x="2367" y="3105"/>
                      <a:pt x="2768" y="3772"/>
                      <a:pt x="2935" y="4339"/>
                    </a:cubicBezTo>
                    <a:cubicBezTo>
                      <a:pt x="3035" y="4639"/>
                      <a:pt x="3101" y="4873"/>
                      <a:pt x="3168" y="5106"/>
                    </a:cubicBezTo>
                    <a:cubicBezTo>
                      <a:pt x="3201" y="5273"/>
                      <a:pt x="3235" y="5373"/>
                      <a:pt x="3235" y="5373"/>
                    </a:cubicBezTo>
                    <a:cubicBezTo>
                      <a:pt x="3249" y="5415"/>
                      <a:pt x="3309" y="5434"/>
                      <a:pt x="3378" y="5434"/>
                    </a:cubicBezTo>
                    <a:cubicBezTo>
                      <a:pt x="3473" y="5434"/>
                      <a:pt x="3582" y="5398"/>
                      <a:pt x="3602" y="5340"/>
                    </a:cubicBezTo>
                    <a:cubicBezTo>
                      <a:pt x="3602" y="5340"/>
                      <a:pt x="3568" y="5206"/>
                      <a:pt x="3568" y="5006"/>
                    </a:cubicBezTo>
                    <a:cubicBezTo>
                      <a:pt x="3568" y="4806"/>
                      <a:pt x="3535" y="4506"/>
                      <a:pt x="3435" y="4172"/>
                    </a:cubicBezTo>
                    <a:cubicBezTo>
                      <a:pt x="3368" y="3505"/>
                      <a:pt x="3001" y="2705"/>
                      <a:pt x="2668" y="2171"/>
                    </a:cubicBezTo>
                    <a:cubicBezTo>
                      <a:pt x="2267" y="1637"/>
                      <a:pt x="1734" y="1003"/>
                      <a:pt x="1200" y="636"/>
                    </a:cubicBezTo>
                    <a:cubicBezTo>
                      <a:pt x="933" y="436"/>
                      <a:pt x="700" y="303"/>
                      <a:pt x="533" y="169"/>
                    </a:cubicBezTo>
                    <a:cubicBezTo>
                      <a:pt x="333" y="103"/>
                      <a:pt x="233" y="3"/>
                      <a:pt x="233" y="3"/>
                    </a:cubicBezTo>
                    <a:cubicBezTo>
                      <a:pt x="231" y="1"/>
                      <a:pt x="229"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8" name="Google Shape;238;p2"/>
              <p:cNvSpPr/>
              <p:nvPr/>
            </p:nvSpPr>
            <p:spPr>
              <a:xfrm>
                <a:off x="1100560" y="4368004"/>
                <a:ext cx="68574" cy="104699"/>
              </a:xfrm>
              <a:custGeom>
                <a:avLst/>
                <a:gdLst/>
                <a:ahLst/>
                <a:cxnLst/>
                <a:rect l="l" t="t" r="r" b="b"/>
                <a:pathLst>
                  <a:path w="2836" h="4330" extrusionOk="0">
                    <a:moveTo>
                      <a:pt x="2619" y="1"/>
                    </a:moveTo>
                    <a:cubicBezTo>
                      <a:pt x="2527" y="1"/>
                      <a:pt x="2435" y="9"/>
                      <a:pt x="2435" y="26"/>
                    </a:cubicBezTo>
                    <a:cubicBezTo>
                      <a:pt x="2435" y="26"/>
                      <a:pt x="2435" y="126"/>
                      <a:pt x="2368" y="293"/>
                    </a:cubicBezTo>
                    <a:cubicBezTo>
                      <a:pt x="2335" y="393"/>
                      <a:pt x="2335" y="626"/>
                      <a:pt x="2268" y="860"/>
                    </a:cubicBezTo>
                    <a:cubicBezTo>
                      <a:pt x="2135" y="1360"/>
                      <a:pt x="1868" y="1894"/>
                      <a:pt x="1668" y="2294"/>
                    </a:cubicBezTo>
                    <a:cubicBezTo>
                      <a:pt x="1434" y="2661"/>
                      <a:pt x="1101" y="3162"/>
                      <a:pt x="701" y="3462"/>
                    </a:cubicBezTo>
                    <a:cubicBezTo>
                      <a:pt x="534" y="3629"/>
                      <a:pt x="367" y="3729"/>
                      <a:pt x="267" y="3829"/>
                    </a:cubicBezTo>
                    <a:cubicBezTo>
                      <a:pt x="133" y="3929"/>
                      <a:pt x="33" y="3996"/>
                      <a:pt x="33" y="3996"/>
                    </a:cubicBezTo>
                    <a:cubicBezTo>
                      <a:pt x="0" y="4029"/>
                      <a:pt x="133" y="4329"/>
                      <a:pt x="200" y="4329"/>
                    </a:cubicBezTo>
                    <a:lnTo>
                      <a:pt x="467" y="4196"/>
                    </a:lnTo>
                    <a:cubicBezTo>
                      <a:pt x="600" y="4129"/>
                      <a:pt x="834" y="4029"/>
                      <a:pt x="1034" y="3862"/>
                    </a:cubicBezTo>
                    <a:cubicBezTo>
                      <a:pt x="1534" y="3562"/>
                      <a:pt x="2001" y="3062"/>
                      <a:pt x="2302" y="2628"/>
                    </a:cubicBezTo>
                    <a:cubicBezTo>
                      <a:pt x="2602" y="2161"/>
                      <a:pt x="2802" y="1494"/>
                      <a:pt x="2802" y="960"/>
                    </a:cubicBezTo>
                    <a:cubicBezTo>
                      <a:pt x="2835" y="693"/>
                      <a:pt x="2802" y="460"/>
                      <a:pt x="2802" y="293"/>
                    </a:cubicBezTo>
                    <a:lnTo>
                      <a:pt x="2802" y="26"/>
                    </a:lnTo>
                    <a:cubicBezTo>
                      <a:pt x="2802" y="9"/>
                      <a:pt x="2710" y="1"/>
                      <a:pt x="26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9" name="Google Shape;239;p2"/>
              <p:cNvSpPr/>
              <p:nvPr/>
            </p:nvSpPr>
            <p:spPr>
              <a:xfrm>
                <a:off x="946533" y="4492749"/>
                <a:ext cx="100758" cy="65504"/>
              </a:xfrm>
              <a:custGeom>
                <a:avLst/>
                <a:gdLst/>
                <a:ahLst/>
                <a:cxnLst/>
                <a:rect l="l" t="t" r="r" b="b"/>
                <a:pathLst>
                  <a:path w="4167" h="2709" extrusionOk="0">
                    <a:moveTo>
                      <a:pt x="3878" y="1"/>
                    </a:moveTo>
                    <a:cubicBezTo>
                      <a:pt x="3874" y="1"/>
                      <a:pt x="3870" y="2"/>
                      <a:pt x="3868" y="4"/>
                    </a:cubicBezTo>
                    <a:cubicBezTo>
                      <a:pt x="3868" y="4"/>
                      <a:pt x="3568" y="204"/>
                      <a:pt x="3201" y="471"/>
                    </a:cubicBezTo>
                    <a:cubicBezTo>
                      <a:pt x="3134" y="538"/>
                      <a:pt x="3001" y="571"/>
                      <a:pt x="2901" y="671"/>
                    </a:cubicBezTo>
                    <a:cubicBezTo>
                      <a:pt x="2801" y="738"/>
                      <a:pt x="2701" y="805"/>
                      <a:pt x="2567" y="871"/>
                    </a:cubicBezTo>
                    <a:cubicBezTo>
                      <a:pt x="2367" y="1005"/>
                      <a:pt x="2167" y="1138"/>
                      <a:pt x="2000" y="1238"/>
                    </a:cubicBezTo>
                    <a:lnTo>
                      <a:pt x="1366" y="1639"/>
                    </a:lnTo>
                    <a:lnTo>
                      <a:pt x="733" y="2005"/>
                    </a:lnTo>
                    <a:cubicBezTo>
                      <a:pt x="332" y="2239"/>
                      <a:pt x="32" y="2406"/>
                      <a:pt x="32" y="2406"/>
                    </a:cubicBezTo>
                    <a:cubicBezTo>
                      <a:pt x="1" y="2469"/>
                      <a:pt x="117" y="2709"/>
                      <a:pt x="214" y="2709"/>
                    </a:cubicBezTo>
                    <a:cubicBezTo>
                      <a:pt x="221" y="2709"/>
                      <a:pt x="226" y="2708"/>
                      <a:pt x="232" y="2706"/>
                    </a:cubicBezTo>
                    <a:cubicBezTo>
                      <a:pt x="232" y="2706"/>
                      <a:pt x="566" y="2639"/>
                      <a:pt x="1033" y="2472"/>
                    </a:cubicBezTo>
                    <a:cubicBezTo>
                      <a:pt x="1300" y="2372"/>
                      <a:pt x="1500" y="2306"/>
                      <a:pt x="1733" y="2172"/>
                    </a:cubicBezTo>
                    <a:cubicBezTo>
                      <a:pt x="2000" y="2072"/>
                      <a:pt x="2200" y="1972"/>
                      <a:pt x="2401" y="1839"/>
                    </a:cubicBezTo>
                    <a:cubicBezTo>
                      <a:pt x="2634" y="1705"/>
                      <a:pt x="2834" y="1538"/>
                      <a:pt x="3034" y="1372"/>
                    </a:cubicBezTo>
                    <a:cubicBezTo>
                      <a:pt x="3134" y="1305"/>
                      <a:pt x="3234" y="1205"/>
                      <a:pt x="3335" y="1138"/>
                    </a:cubicBezTo>
                    <a:lnTo>
                      <a:pt x="3568" y="871"/>
                    </a:lnTo>
                    <a:cubicBezTo>
                      <a:pt x="3868" y="504"/>
                      <a:pt x="4135" y="238"/>
                      <a:pt x="4135" y="238"/>
                    </a:cubicBezTo>
                    <a:cubicBezTo>
                      <a:pt x="4166" y="206"/>
                      <a:pt x="3936" y="1"/>
                      <a:pt x="3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0" name="Google Shape;240;p2"/>
              <p:cNvSpPr/>
              <p:nvPr/>
            </p:nvSpPr>
            <p:spPr>
              <a:xfrm>
                <a:off x="764216" y="4591234"/>
                <a:ext cx="109705" cy="47683"/>
              </a:xfrm>
              <a:custGeom>
                <a:avLst/>
                <a:gdLst/>
                <a:ahLst/>
                <a:cxnLst/>
                <a:rect l="l" t="t" r="r" b="b"/>
                <a:pathLst>
                  <a:path w="4537" h="1972" extrusionOk="0">
                    <a:moveTo>
                      <a:pt x="3603" y="1"/>
                    </a:moveTo>
                    <a:cubicBezTo>
                      <a:pt x="3102" y="1"/>
                      <a:pt x="2502" y="134"/>
                      <a:pt x="2035" y="301"/>
                    </a:cubicBezTo>
                    <a:cubicBezTo>
                      <a:pt x="1568" y="501"/>
                      <a:pt x="1001" y="801"/>
                      <a:pt x="601" y="1135"/>
                    </a:cubicBezTo>
                    <a:cubicBezTo>
                      <a:pt x="400" y="1268"/>
                      <a:pt x="267" y="1435"/>
                      <a:pt x="167" y="1568"/>
                    </a:cubicBezTo>
                    <a:lnTo>
                      <a:pt x="0" y="1735"/>
                    </a:lnTo>
                    <a:cubicBezTo>
                      <a:pt x="0" y="1766"/>
                      <a:pt x="175" y="1972"/>
                      <a:pt x="198" y="1972"/>
                    </a:cubicBezTo>
                    <a:cubicBezTo>
                      <a:pt x="199" y="1972"/>
                      <a:pt x="200" y="1971"/>
                      <a:pt x="200" y="1969"/>
                    </a:cubicBezTo>
                    <a:cubicBezTo>
                      <a:pt x="200" y="1969"/>
                      <a:pt x="267" y="1935"/>
                      <a:pt x="400" y="1835"/>
                    </a:cubicBezTo>
                    <a:cubicBezTo>
                      <a:pt x="534" y="1769"/>
                      <a:pt x="701" y="1668"/>
                      <a:pt x="901" y="1568"/>
                    </a:cubicBezTo>
                    <a:cubicBezTo>
                      <a:pt x="1268" y="1302"/>
                      <a:pt x="1835" y="1135"/>
                      <a:pt x="2235" y="968"/>
                    </a:cubicBezTo>
                    <a:cubicBezTo>
                      <a:pt x="2669" y="835"/>
                      <a:pt x="3202" y="634"/>
                      <a:pt x="3669" y="568"/>
                    </a:cubicBezTo>
                    <a:cubicBezTo>
                      <a:pt x="3903" y="468"/>
                      <a:pt x="4070" y="468"/>
                      <a:pt x="4236" y="434"/>
                    </a:cubicBezTo>
                    <a:cubicBezTo>
                      <a:pt x="4403" y="401"/>
                      <a:pt x="4503" y="401"/>
                      <a:pt x="4503" y="401"/>
                    </a:cubicBezTo>
                    <a:cubicBezTo>
                      <a:pt x="4537" y="401"/>
                      <a:pt x="4537" y="1"/>
                      <a:pt x="45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1" name="Google Shape;241;p2"/>
              <p:cNvSpPr/>
              <p:nvPr/>
            </p:nvSpPr>
            <p:spPr>
              <a:xfrm>
                <a:off x="660967" y="4647646"/>
                <a:ext cx="66979" cy="110889"/>
              </a:xfrm>
              <a:custGeom>
                <a:avLst/>
                <a:gdLst/>
                <a:ahLst/>
                <a:cxnLst/>
                <a:rect l="l" t="t" r="r" b="b"/>
                <a:pathLst>
                  <a:path w="2770" h="4586" extrusionOk="0">
                    <a:moveTo>
                      <a:pt x="2509" y="0"/>
                    </a:moveTo>
                    <a:cubicBezTo>
                      <a:pt x="2506" y="0"/>
                      <a:pt x="2504" y="1"/>
                      <a:pt x="2502" y="3"/>
                    </a:cubicBezTo>
                    <a:cubicBezTo>
                      <a:pt x="2502" y="3"/>
                      <a:pt x="2435" y="103"/>
                      <a:pt x="2302" y="169"/>
                    </a:cubicBezTo>
                    <a:cubicBezTo>
                      <a:pt x="2169" y="269"/>
                      <a:pt x="2002" y="403"/>
                      <a:pt x="1802" y="603"/>
                    </a:cubicBezTo>
                    <a:cubicBezTo>
                      <a:pt x="1368" y="937"/>
                      <a:pt x="968" y="1470"/>
                      <a:pt x="701" y="1937"/>
                    </a:cubicBezTo>
                    <a:cubicBezTo>
                      <a:pt x="467" y="2371"/>
                      <a:pt x="201" y="3005"/>
                      <a:pt x="134" y="3572"/>
                    </a:cubicBezTo>
                    <a:cubicBezTo>
                      <a:pt x="100" y="3805"/>
                      <a:pt x="34" y="4072"/>
                      <a:pt x="34" y="4239"/>
                    </a:cubicBezTo>
                    <a:cubicBezTo>
                      <a:pt x="0" y="4406"/>
                      <a:pt x="0" y="4472"/>
                      <a:pt x="0" y="4472"/>
                    </a:cubicBezTo>
                    <a:cubicBezTo>
                      <a:pt x="25" y="4548"/>
                      <a:pt x="201" y="4585"/>
                      <a:pt x="301" y="4585"/>
                    </a:cubicBezTo>
                    <a:cubicBezTo>
                      <a:pt x="334" y="4585"/>
                      <a:pt x="359" y="4581"/>
                      <a:pt x="367" y="4573"/>
                    </a:cubicBezTo>
                    <a:cubicBezTo>
                      <a:pt x="367" y="4573"/>
                      <a:pt x="434" y="4472"/>
                      <a:pt x="467" y="4306"/>
                    </a:cubicBezTo>
                    <a:cubicBezTo>
                      <a:pt x="501" y="4172"/>
                      <a:pt x="601" y="3972"/>
                      <a:pt x="668" y="3739"/>
                    </a:cubicBezTo>
                    <a:cubicBezTo>
                      <a:pt x="834" y="3272"/>
                      <a:pt x="1135" y="2738"/>
                      <a:pt x="1335" y="2304"/>
                    </a:cubicBezTo>
                    <a:cubicBezTo>
                      <a:pt x="1535" y="1904"/>
                      <a:pt x="1835" y="1337"/>
                      <a:pt x="2169" y="970"/>
                    </a:cubicBezTo>
                    <a:cubicBezTo>
                      <a:pt x="2335" y="803"/>
                      <a:pt x="2469" y="636"/>
                      <a:pt x="2602" y="503"/>
                    </a:cubicBezTo>
                    <a:cubicBezTo>
                      <a:pt x="2669" y="403"/>
                      <a:pt x="2769" y="303"/>
                      <a:pt x="2769" y="303"/>
                    </a:cubicBezTo>
                    <a:cubicBezTo>
                      <a:pt x="2769" y="271"/>
                      <a:pt x="2559" y="0"/>
                      <a:pt x="25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2" name="Google Shape;242;p2"/>
              <p:cNvSpPr/>
              <p:nvPr/>
            </p:nvSpPr>
            <p:spPr>
              <a:xfrm>
                <a:off x="660169" y="4824547"/>
                <a:ext cx="36318" cy="90965"/>
              </a:xfrm>
              <a:custGeom>
                <a:avLst/>
                <a:gdLst/>
                <a:ahLst/>
                <a:cxnLst/>
                <a:rect l="l" t="t" r="r" b="b"/>
                <a:pathLst>
                  <a:path w="1502" h="3762" extrusionOk="0">
                    <a:moveTo>
                      <a:pt x="267" y="0"/>
                    </a:moveTo>
                    <a:cubicBezTo>
                      <a:pt x="167" y="0"/>
                      <a:pt x="67" y="9"/>
                      <a:pt x="67" y="25"/>
                    </a:cubicBezTo>
                    <a:cubicBezTo>
                      <a:pt x="67" y="25"/>
                      <a:pt x="33" y="125"/>
                      <a:pt x="33" y="259"/>
                    </a:cubicBezTo>
                    <a:cubicBezTo>
                      <a:pt x="33" y="359"/>
                      <a:pt x="0" y="526"/>
                      <a:pt x="0" y="759"/>
                    </a:cubicBezTo>
                    <a:cubicBezTo>
                      <a:pt x="0" y="1159"/>
                      <a:pt x="33" y="1660"/>
                      <a:pt x="133" y="2027"/>
                    </a:cubicBezTo>
                    <a:cubicBezTo>
                      <a:pt x="167" y="2260"/>
                      <a:pt x="234" y="2460"/>
                      <a:pt x="334" y="2660"/>
                    </a:cubicBezTo>
                    <a:cubicBezTo>
                      <a:pt x="467" y="2861"/>
                      <a:pt x="567" y="3094"/>
                      <a:pt x="701" y="3261"/>
                    </a:cubicBezTo>
                    <a:cubicBezTo>
                      <a:pt x="734" y="3328"/>
                      <a:pt x="834" y="3361"/>
                      <a:pt x="867" y="3461"/>
                    </a:cubicBezTo>
                    <a:cubicBezTo>
                      <a:pt x="901" y="3528"/>
                      <a:pt x="1001" y="3594"/>
                      <a:pt x="1034" y="3628"/>
                    </a:cubicBezTo>
                    <a:cubicBezTo>
                      <a:pt x="1168" y="3694"/>
                      <a:pt x="1201" y="3761"/>
                      <a:pt x="1201" y="3761"/>
                    </a:cubicBezTo>
                    <a:cubicBezTo>
                      <a:pt x="1234" y="3761"/>
                      <a:pt x="1468" y="3528"/>
                      <a:pt x="1501" y="3494"/>
                    </a:cubicBezTo>
                    <a:lnTo>
                      <a:pt x="1401" y="3328"/>
                    </a:lnTo>
                    <a:cubicBezTo>
                      <a:pt x="1368" y="3294"/>
                      <a:pt x="1334" y="3261"/>
                      <a:pt x="1301" y="3161"/>
                    </a:cubicBezTo>
                    <a:cubicBezTo>
                      <a:pt x="1301" y="3127"/>
                      <a:pt x="1234" y="3027"/>
                      <a:pt x="1201" y="2961"/>
                    </a:cubicBezTo>
                    <a:cubicBezTo>
                      <a:pt x="1134" y="2794"/>
                      <a:pt x="1067" y="2594"/>
                      <a:pt x="1001" y="2427"/>
                    </a:cubicBezTo>
                    <a:cubicBezTo>
                      <a:pt x="901" y="2260"/>
                      <a:pt x="867" y="2027"/>
                      <a:pt x="834" y="1860"/>
                    </a:cubicBezTo>
                    <a:cubicBezTo>
                      <a:pt x="734" y="1493"/>
                      <a:pt x="667" y="1093"/>
                      <a:pt x="567" y="692"/>
                    </a:cubicBezTo>
                    <a:cubicBezTo>
                      <a:pt x="534" y="526"/>
                      <a:pt x="500" y="359"/>
                      <a:pt x="500" y="259"/>
                    </a:cubicBezTo>
                    <a:cubicBezTo>
                      <a:pt x="467" y="125"/>
                      <a:pt x="467" y="25"/>
                      <a:pt x="467" y="25"/>
                    </a:cubicBezTo>
                    <a:cubicBezTo>
                      <a:pt x="467" y="9"/>
                      <a:pt x="367"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3" name="Google Shape;243;p2"/>
              <p:cNvSpPr/>
              <p:nvPr/>
            </p:nvSpPr>
            <p:spPr>
              <a:xfrm>
                <a:off x="735272" y="4956545"/>
                <a:ext cx="126558" cy="61393"/>
              </a:xfrm>
              <a:custGeom>
                <a:avLst/>
                <a:gdLst/>
                <a:ahLst/>
                <a:cxnLst/>
                <a:rect l="l" t="t" r="r" b="b"/>
                <a:pathLst>
                  <a:path w="5234" h="2539" extrusionOk="0">
                    <a:moveTo>
                      <a:pt x="283" y="1"/>
                    </a:moveTo>
                    <a:cubicBezTo>
                      <a:pt x="203" y="1"/>
                      <a:pt x="0" y="241"/>
                      <a:pt x="63" y="304"/>
                    </a:cubicBezTo>
                    <a:lnTo>
                      <a:pt x="263" y="504"/>
                    </a:lnTo>
                    <a:cubicBezTo>
                      <a:pt x="397" y="637"/>
                      <a:pt x="597" y="804"/>
                      <a:pt x="797" y="971"/>
                    </a:cubicBezTo>
                    <a:cubicBezTo>
                      <a:pt x="1230" y="1338"/>
                      <a:pt x="1831" y="1671"/>
                      <a:pt x="2331" y="1905"/>
                    </a:cubicBezTo>
                    <a:cubicBezTo>
                      <a:pt x="2832" y="2138"/>
                      <a:pt x="3565" y="2338"/>
                      <a:pt x="4099" y="2405"/>
                    </a:cubicBezTo>
                    <a:cubicBezTo>
                      <a:pt x="4399" y="2472"/>
                      <a:pt x="4633" y="2505"/>
                      <a:pt x="4800" y="2505"/>
                    </a:cubicBezTo>
                    <a:cubicBezTo>
                      <a:pt x="4966" y="2539"/>
                      <a:pt x="5100" y="2539"/>
                      <a:pt x="5100" y="2539"/>
                    </a:cubicBezTo>
                    <a:cubicBezTo>
                      <a:pt x="5200" y="2505"/>
                      <a:pt x="5233" y="2205"/>
                      <a:pt x="5133" y="2138"/>
                    </a:cubicBezTo>
                    <a:cubicBezTo>
                      <a:pt x="5133" y="2138"/>
                      <a:pt x="5067" y="2072"/>
                      <a:pt x="4900" y="2038"/>
                    </a:cubicBezTo>
                    <a:lnTo>
                      <a:pt x="4266" y="1838"/>
                    </a:lnTo>
                    <a:cubicBezTo>
                      <a:pt x="3766" y="1705"/>
                      <a:pt x="3132" y="1404"/>
                      <a:pt x="2665" y="1204"/>
                    </a:cubicBezTo>
                    <a:cubicBezTo>
                      <a:pt x="2231" y="1004"/>
                      <a:pt x="1597" y="737"/>
                      <a:pt x="1130" y="470"/>
                    </a:cubicBezTo>
                    <a:cubicBezTo>
                      <a:pt x="897" y="337"/>
                      <a:pt x="663" y="204"/>
                      <a:pt x="563" y="137"/>
                    </a:cubicBezTo>
                    <a:lnTo>
                      <a:pt x="296" y="3"/>
                    </a:lnTo>
                    <a:cubicBezTo>
                      <a:pt x="293" y="1"/>
                      <a:pt x="288" y="1"/>
                      <a:pt x="2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4" name="Google Shape;244;p2"/>
              <p:cNvSpPr/>
              <p:nvPr/>
            </p:nvSpPr>
            <p:spPr>
              <a:xfrm>
                <a:off x="894860" y="5013078"/>
                <a:ext cx="83058" cy="36391"/>
              </a:xfrm>
              <a:custGeom>
                <a:avLst/>
                <a:gdLst/>
                <a:ahLst/>
                <a:cxnLst/>
                <a:rect l="l" t="t" r="r" b="b"/>
                <a:pathLst>
                  <a:path w="3435" h="1505" extrusionOk="0">
                    <a:moveTo>
                      <a:pt x="668" y="0"/>
                    </a:moveTo>
                    <a:cubicBezTo>
                      <a:pt x="501" y="0"/>
                      <a:pt x="335" y="34"/>
                      <a:pt x="201" y="34"/>
                    </a:cubicBezTo>
                    <a:cubicBezTo>
                      <a:pt x="134" y="67"/>
                      <a:pt x="34" y="67"/>
                      <a:pt x="34" y="67"/>
                    </a:cubicBezTo>
                    <a:cubicBezTo>
                      <a:pt x="1" y="67"/>
                      <a:pt x="1" y="467"/>
                      <a:pt x="34" y="467"/>
                    </a:cubicBezTo>
                    <a:cubicBezTo>
                      <a:pt x="34" y="467"/>
                      <a:pt x="68" y="501"/>
                      <a:pt x="201" y="501"/>
                    </a:cubicBezTo>
                    <a:cubicBezTo>
                      <a:pt x="301" y="501"/>
                      <a:pt x="468" y="534"/>
                      <a:pt x="635" y="567"/>
                    </a:cubicBezTo>
                    <a:cubicBezTo>
                      <a:pt x="968" y="668"/>
                      <a:pt x="1369" y="801"/>
                      <a:pt x="1669" y="868"/>
                    </a:cubicBezTo>
                    <a:cubicBezTo>
                      <a:pt x="1969" y="968"/>
                      <a:pt x="2369" y="1034"/>
                      <a:pt x="2670" y="1201"/>
                    </a:cubicBezTo>
                    <a:cubicBezTo>
                      <a:pt x="2836" y="1301"/>
                      <a:pt x="2970" y="1368"/>
                      <a:pt x="3036" y="1401"/>
                    </a:cubicBezTo>
                    <a:cubicBezTo>
                      <a:pt x="3137" y="1435"/>
                      <a:pt x="3170" y="1501"/>
                      <a:pt x="3170" y="1501"/>
                    </a:cubicBezTo>
                    <a:cubicBezTo>
                      <a:pt x="3172" y="1504"/>
                      <a:pt x="3175" y="1505"/>
                      <a:pt x="3179" y="1505"/>
                    </a:cubicBezTo>
                    <a:cubicBezTo>
                      <a:pt x="3233" y="1505"/>
                      <a:pt x="3435" y="1293"/>
                      <a:pt x="3403" y="1168"/>
                    </a:cubicBezTo>
                    <a:lnTo>
                      <a:pt x="3303" y="1034"/>
                    </a:lnTo>
                    <a:cubicBezTo>
                      <a:pt x="3237" y="968"/>
                      <a:pt x="3137" y="834"/>
                      <a:pt x="2970" y="701"/>
                    </a:cubicBezTo>
                    <a:cubicBezTo>
                      <a:pt x="2670" y="467"/>
                      <a:pt x="2203" y="234"/>
                      <a:pt x="1869" y="134"/>
                    </a:cubicBezTo>
                    <a:cubicBezTo>
                      <a:pt x="1502" y="34"/>
                      <a:pt x="1035" y="0"/>
                      <a:pt x="6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5" name="Google Shape;245;p2"/>
              <p:cNvSpPr/>
              <p:nvPr/>
            </p:nvSpPr>
            <p:spPr>
              <a:xfrm>
                <a:off x="1026351" y="5084603"/>
                <a:ext cx="65359" cy="59168"/>
              </a:xfrm>
              <a:custGeom>
                <a:avLst/>
                <a:gdLst/>
                <a:ahLst/>
                <a:cxnLst/>
                <a:rect l="l" t="t" r="r" b="b"/>
                <a:pathLst>
                  <a:path w="2703" h="2447" extrusionOk="0">
                    <a:moveTo>
                      <a:pt x="226" y="1"/>
                    </a:moveTo>
                    <a:cubicBezTo>
                      <a:pt x="185" y="1"/>
                      <a:pt x="0" y="215"/>
                      <a:pt x="0" y="245"/>
                    </a:cubicBezTo>
                    <a:cubicBezTo>
                      <a:pt x="0" y="245"/>
                      <a:pt x="567" y="1079"/>
                      <a:pt x="1068" y="1546"/>
                    </a:cubicBezTo>
                    <a:cubicBezTo>
                      <a:pt x="1334" y="1746"/>
                      <a:pt x="1668" y="2013"/>
                      <a:pt x="1935" y="2179"/>
                    </a:cubicBezTo>
                    <a:cubicBezTo>
                      <a:pt x="2235" y="2346"/>
                      <a:pt x="2502" y="2446"/>
                      <a:pt x="2502" y="2446"/>
                    </a:cubicBezTo>
                    <a:cubicBezTo>
                      <a:pt x="2535" y="2446"/>
                      <a:pt x="2702" y="2213"/>
                      <a:pt x="2702" y="2179"/>
                    </a:cubicBezTo>
                    <a:cubicBezTo>
                      <a:pt x="2702" y="2179"/>
                      <a:pt x="2502" y="2013"/>
                      <a:pt x="2268" y="1746"/>
                    </a:cubicBezTo>
                    <a:cubicBezTo>
                      <a:pt x="2035" y="1479"/>
                      <a:pt x="1768" y="1212"/>
                      <a:pt x="1535" y="979"/>
                    </a:cubicBezTo>
                    <a:cubicBezTo>
                      <a:pt x="1068" y="578"/>
                      <a:pt x="234" y="11"/>
                      <a:pt x="234" y="11"/>
                    </a:cubicBezTo>
                    <a:cubicBezTo>
                      <a:pt x="234" y="4"/>
                      <a:pt x="231" y="1"/>
                      <a:pt x="2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6" name="Google Shape;246;p2"/>
              <p:cNvSpPr/>
              <p:nvPr/>
            </p:nvSpPr>
            <p:spPr>
              <a:xfrm>
                <a:off x="172991" y="4146805"/>
                <a:ext cx="510585" cy="76892"/>
              </a:xfrm>
              <a:custGeom>
                <a:avLst/>
                <a:gdLst/>
                <a:ahLst/>
                <a:cxnLst/>
                <a:rect l="l" t="t" r="r" b="b"/>
                <a:pathLst>
                  <a:path w="21116" h="3180" extrusionOk="0">
                    <a:moveTo>
                      <a:pt x="10841" y="1"/>
                    </a:moveTo>
                    <a:cubicBezTo>
                      <a:pt x="10675" y="201"/>
                      <a:pt x="10474" y="468"/>
                      <a:pt x="10241" y="701"/>
                    </a:cubicBezTo>
                    <a:cubicBezTo>
                      <a:pt x="10141" y="835"/>
                      <a:pt x="10041" y="968"/>
                      <a:pt x="9907" y="1068"/>
                    </a:cubicBezTo>
                    <a:lnTo>
                      <a:pt x="9874" y="1135"/>
                    </a:lnTo>
                    <a:lnTo>
                      <a:pt x="9841" y="1168"/>
                    </a:lnTo>
                    <a:lnTo>
                      <a:pt x="9741" y="1268"/>
                    </a:lnTo>
                    <a:cubicBezTo>
                      <a:pt x="9540" y="1468"/>
                      <a:pt x="9307" y="1635"/>
                      <a:pt x="9040" y="1769"/>
                    </a:cubicBezTo>
                    <a:cubicBezTo>
                      <a:pt x="8572" y="2003"/>
                      <a:pt x="8053" y="2108"/>
                      <a:pt x="7527" y="2108"/>
                    </a:cubicBezTo>
                    <a:cubicBezTo>
                      <a:pt x="7453" y="2108"/>
                      <a:pt x="7379" y="2106"/>
                      <a:pt x="7306" y="2102"/>
                    </a:cubicBezTo>
                    <a:cubicBezTo>
                      <a:pt x="6672" y="2036"/>
                      <a:pt x="6071" y="1802"/>
                      <a:pt x="5571" y="1468"/>
                    </a:cubicBezTo>
                    <a:cubicBezTo>
                      <a:pt x="5471" y="1335"/>
                      <a:pt x="5337" y="1268"/>
                      <a:pt x="5204" y="1168"/>
                    </a:cubicBezTo>
                    <a:lnTo>
                      <a:pt x="5037" y="1035"/>
                    </a:lnTo>
                    <a:lnTo>
                      <a:pt x="4904" y="935"/>
                    </a:lnTo>
                    <a:lnTo>
                      <a:pt x="4804" y="801"/>
                    </a:lnTo>
                    <a:lnTo>
                      <a:pt x="4537" y="534"/>
                    </a:lnTo>
                    <a:lnTo>
                      <a:pt x="4504" y="501"/>
                    </a:lnTo>
                    <a:lnTo>
                      <a:pt x="4403" y="568"/>
                    </a:lnTo>
                    <a:lnTo>
                      <a:pt x="4237" y="701"/>
                    </a:lnTo>
                    <a:cubicBezTo>
                      <a:pt x="4137" y="868"/>
                      <a:pt x="3970" y="1001"/>
                      <a:pt x="3836" y="1135"/>
                    </a:cubicBezTo>
                    <a:cubicBezTo>
                      <a:pt x="3002" y="1902"/>
                      <a:pt x="2068" y="2369"/>
                      <a:pt x="1368" y="2503"/>
                    </a:cubicBezTo>
                    <a:cubicBezTo>
                      <a:pt x="1034" y="2569"/>
                      <a:pt x="734" y="2636"/>
                      <a:pt x="534" y="2636"/>
                    </a:cubicBezTo>
                    <a:lnTo>
                      <a:pt x="234" y="2636"/>
                    </a:lnTo>
                    <a:cubicBezTo>
                      <a:pt x="0" y="2669"/>
                      <a:pt x="0" y="3003"/>
                      <a:pt x="234" y="3003"/>
                    </a:cubicBezTo>
                    <a:lnTo>
                      <a:pt x="567" y="3003"/>
                    </a:lnTo>
                    <a:cubicBezTo>
                      <a:pt x="801" y="3003"/>
                      <a:pt x="1134" y="2970"/>
                      <a:pt x="1501" y="2903"/>
                    </a:cubicBezTo>
                    <a:cubicBezTo>
                      <a:pt x="1702" y="2836"/>
                      <a:pt x="1902" y="2836"/>
                      <a:pt x="2135" y="2736"/>
                    </a:cubicBezTo>
                    <a:cubicBezTo>
                      <a:pt x="2369" y="2669"/>
                      <a:pt x="2569" y="2603"/>
                      <a:pt x="2836" y="2469"/>
                    </a:cubicBezTo>
                    <a:cubicBezTo>
                      <a:pt x="3303" y="2236"/>
                      <a:pt x="3803" y="1869"/>
                      <a:pt x="4237" y="1502"/>
                    </a:cubicBezTo>
                    <a:lnTo>
                      <a:pt x="4403" y="1335"/>
                    </a:lnTo>
                    <a:lnTo>
                      <a:pt x="4470" y="1302"/>
                    </a:lnTo>
                    <a:cubicBezTo>
                      <a:pt x="4470" y="1302"/>
                      <a:pt x="4470" y="1272"/>
                      <a:pt x="4480" y="1272"/>
                    </a:cubicBezTo>
                    <a:cubicBezTo>
                      <a:pt x="4485" y="1272"/>
                      <a:pt x="4492" y="1279"/>
                      <a:pt x="4504" y="1302"/>
                    </a:cubicBezTo>
                    <a:lnTo>
                      <a:pt x="4570" y="1368"/>
                    </a:lnTo>
                    <a:lnTo>
                      <a:pt x="4637" y="1402"/>
                    </a:lnTo>
                    <a:lnTo>
                      <a:pt x="4670" y="1468"/>
                    </a:lnTo>
                    <a:lnTo>
                      <a:pt x="4870" y="1635"/>
                    </a:lnTo>
                    <a:cubicBezTo>
                      <a:pt x="5004" y="1769"/>
                      <a:pt x="5171" y="1869"/>
                      <a:pt x="5304" y="1969"/>
                    </a:cubicBezTo>
                    <a:cubicBezTo>
                      <a:pt x="5871" y="2369"/>
                      <a:pt x="6538" y="2669"/>
                      <a:pt x="7306" y="2736"/>
                    </a:cubicBezTo>
                    <a:cubicBezTo>
                      <a:pt x="7486" y="2771"/>
                      <a:pt x="7674" y="2787"/>
                      <a:pt x="7863" y="2787"/>
                    </a:cubicBezTo>
                    <a:cubicBezTo>
                      <a:pt x="8406" y="2787"/>
                      <a:pt x="8962" y="2650"/>
                      <a:pt x="9407" y="2402"/>
                    </a:cubicBezTo>
                    <a:cubicBezTo>
                      <a:pt x="9741" y="2236"/>
                      <a:pt x="10041" y="2036"/>
                      <a:pt x="10308" y="1835"/>
                    </a:cubicBezTo>
                    <a:lnTo>
                      <a:pt x="10474" y="1669"/>
                    </a:lnTo>
                    <a:cubicBezTo>
                      <a:pt x="10508" y="1802"/>
                      <a:pt x="10575" y="1969"/>
                      <a:pt x="10675" y="2136"/>
                    </a:cubicBezTo>
                    <a:cubicBezTo>
                      <a:pt x="10841" y="2436"/>
                      <a:pt x="11175" y="2703"/>
                      <a:pt x="11509" y="2869"/>
                    </a:cubicBezTo>
                    <a:cubicBezTo>
                      <a:pt x="11922" y="3106"/>
                      <a:pt x="12359" y="3179"/>
                      <a:pt x="12792" y="3179"/>
                    </a:cubicBezTo>
                    <a:cubicBezTo>
                      <a:pt x="13092" y="3179"/>
                      <a:pt x="13390" y="3144"/>
                      <a:pt x="13677" y="3103"/>
                    </a:cubicBezTo>
                    <a:cubicBezTo>
                      <a:pt x="14377" y="2970"/>
                      <a:pt x="15044" y="2703"/>
                      <a:pt x="15678" y="2436"/>
                    </a:cubicBezTo>
                    <a:cubicBezTo>
                      <a:pt x="15978" y="2302"/>
                      <a:pt x="16245" y="2136"/>
                      <a:pt x="16545" y="1935"/>
                    </a:cubicBezTo>
                    <a:cubicBezTo>
                      <a:pt x="16646" y="1835"/>
                      <a:pt x="16679" y="1802"/>
                      <a:pt x="16746" y="1769"/>
                    </a:cubicBezTo>
                    <a:lnTo>
                      <a:pt x="16846" y="1669"/>
                    </a:lnTo>
                    <a:lnTo>
                      <a:pt x="16879" y="1635"/>
                    </a:lnTo>
                    <a:cubicBezTo>
                      <a:pt x="16925" y="1612"/>
                      <a:pt x="16955" y="1573"/>
                      <a:pt x="16969" y="1573"/>
                    </a:cubicBezTo>
                    <a:cubicBezTo>
                      <a:pt x="16976" y="1573"/>
                      <a:pt x="16979" y="1581"/>
                      <a:pt x="16979" y="1602"/>
                    </a:cubicBezTo>
                    <a:cubicBezTo>
                      <a:pt x="17012" y="1602"/>
                      <a:pt x="17012" y="1635"/>
                      <a:pt x="17012" y="1635"/>
                    </a:cubicBezTo>
                    <a:lnTo>
                      <a:pt x="17046" y="1702"/>
                    </a:lnTo>
                    <a:cubicBezTo>
                      <a:pt x="17113" y="1702"/>
                      <a:pt x="17113" y="1769"/>
                      <a:pt x="17146" y="1802"/>
                    </a:cubicBezTo>
                    <a:cubicBezTo>
                      <a:pt x="17279" y="1935"/>
                      <a:pt x="17346" y="2036"/>
                      <a:pt x="17479" y="2136"/>
                    </a:cubicBezTo>
                    <a:cubicBezTo>
                      <a:pt x="17680" y="2336"/>
                      <a:pt x="17946" y="2503"/>
                      <a:pt x="18180" y="2636"/>
                    </a:cubicBezTo>
                    <a:cubicBezTo>
                      <a:pt x="18647" y="2869"/>
                      <a:pt x="19114" y="3003"/>
                      <a:pt x="19514" y="3103"/>
                    </a:cubicBezTo>
                    <a:cubicBezTo>
                      <a:pt x="19731" y="3120"/>
                      <a:pt x="19923" y="3128"/>
                      <a:pt x="20085" y="3128"/>
                    </a:cubicBezTo>
                    <a:cubicBezTo>
                      <a:pt x="20248" y="3128"/>
                      <a:pt x="20382" y="3120"/>
                      <a:pt x="20482" y="3103"/>
                    </a:cubicBezTo>
                    <a:cubicBezTo>
                      <a:pt x="20682" y="3036"/>
                      <a:pt x="20815" y="3003"/>
                      <a:pt x="20815" y="3003"/>
                    </a:cubicBezTo>
                    <a:cubicBezTo>
                      <a:pt x="21115" y="2869"/>
                      <a:pt x="20882" y="2603"/>
                      <a:pt x="20582" y="2569"/>
                    </a:cubicBezTo>
                    <a:cubicBezTo>
                      <a:pt x="20582" y="2569"/>
                      <a:pt x="20548" y="2636"/>
                      <a:pt x="20515" y="2636"/>
                    </a:cubicBezTo>
                    <a:cubicBezTo>
                      <a:pt x="20482" y="2636"/>
                      <a:pt x="20382" y="2669"/>
                      <a:pt x="20315" y="2669"/>
                    </a:cubicBezTo>
                    <a:cubicBezTo>
                      <a:pt x="20218" y="2683"/>
                      <a:pt x="20116" y="2691"/>
                      <a:pt x="20005" y="2691"/>
                    </a:cubicBezTo>
                    <a:cubicBezTo>
                      <a:pt x="19849" y="2691"/>
                      <a:pt x="19676" y="2675"/>
                      <a:pt x="19481" y="2636"/>
                    </a:cubicBezTo>
                    <a:cubicBezTo>
                      <a:pt x="19147" y="2569"/>
                      <a:pt x="18714" y="2402"/>
                      <a:pt x="18313" y="2169"/>
                    </a:cubicBezTo>
                    <a:cubicBezTo>
                      <a:pt x="18080" y="2036"/>
                      <a:pt x="17880" y="1869"/>
                      <a:pt x="17713" y="1702"/>
                    </a:cubicBezTo>
                    <a:cubicBezTo>
                      <a:pt x="17646" y="1635"/>
                      <a:pt x="17546" y="1502"/>
                      <a:pt x="17479" y="1402"/>
                    </a:cubicBezTo>
                    <a:cubicBezTo>
                      <a:pt x="17479" y="1368"/>
                      <a:pt x="17413" y="1368"/>
                      <a:pt x="17413" y="1335"/>
                    </a:cubicBezTo>
                    <a:lnTo>
                      <a:pt x="17379" y="1302"/>
                    </a:lnTo>
                    <a:lnTo>
                      <a:pt x="17346" y="1202"/>
                    </a:lnTo>
                    <a:cubicBezTo>
                      <a:pt x="17313" y="1068"/>
                      <a:pt x="17213" y="968"/>
                      <a:pt x="17179" y="835"/>
                    </a:cubicBezTo>
                    <a:lnTo>
                      <a:pt x="17079" y="668"/>
                    </a:lnTo>
                    <a:cubicBezTo>
                      <a:pt x="17046" y="668"/>
                      <a:pt x="17046" y="635"/>
                      <a:pt x="17046" y="635"/>
                    </a:cubicBezTo>
                    <a:lnTo>
                      <a:pt x="17012" y="668"/>
                    </a:lnTo>
                    <a:lnTo>
                      <a:pt x="16912" y="735"/>
                    </a:lnTo>
                    <a:cubicBezTo>
                      <a:pt x="16812" y="868"/>
                      <a:pt x="16712" y="968"/>
                      <a:pt x="16579" y="1035"/>
                    </a:cubicBezTo>
                    <a:cubicBezTo>
                      <a:pt x="16545" y="1068"/>
                      <a:pt x="16479" y="1135"/>
                      <a:pt x="16412" y="1168"/>
                    </a:cubicBezTo>
                    <a:lnTo>
                      <a:pt x="16345" y="1235"/>
                    </a:lnTo>
                    <a:cubicBezTo>
                      <a:pt x="16312" y="1302"/>
                      <a:pt x="16212" y="1335"/>
                      <a:pt x="16179" y="1368"/>
                    </a:cubicBezTo>
                    <a:cubicBezTo>
                      <a:pt x="15912" y="1535"/>
                      <a:pt x="15645" y="1702"/>
                      <a:pt x="15345" y="1835"/>
                    </a:cubicBezTo>
                    <a:cubicBezTo>
                      <a:pt x="14744" y="2136"/>
                      <a:pt x="14144" y="2336"/>
                      <a:pt x="13510" y="2402"/>
                    </a:cubicBezTo>
                    <a:cubicBezTo>
                      <a:pt x="13269" y="2441"/>
                      <a:pt x="13029" y="2464"/>
                      <a:pt x="12795" y="2464"/>
                    </a:cubicBezTo>
                    <a:cubicBezTo>
                      <a:pt x="12414" y="2464"/>
                      <a:pt x="12052" y="2401"/>
                      <a:pt x="11742" y="2236"/>
                    </a:cubicBezTo>
                    <a:cubicBezTo>
                      <a:pt x="11542" y="2136"/>
                      <a:pt x="11342" y="1969"/>
                      <a:pt x="11208" y="1735"/>
                    </a:cubicBezTo>
                    <a:cubicBezTo>
                      <a:pt x="11142" y="1635"/>
                      <a:pt x="11075" y="1535"/>
                      <a:pt x="11042" y="1368"/>
                    </a:cubicBezTo>
                    <a:cubicBezTo>
                      <a:pt x="10975" y="1035"/>
                      <a:pt x="10908" y="668"/>
                      <a:pt x="10875" y="368"/>
                    </a:cubicBezTo>
                    <a:cubicBezTo>
                      <a:pt x="10875" y="201"/>
                      <a:pt x="10841" y="101"/>
                      <a:pt x="108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7" name="Google Shape;247;p2"/>
              <p:cNvSpPr/>
              <p:nvPr/>
            </p:nvSpPr>
            <p:spPr>
              <a:xfrm>
                <a:off x="1059043" y="3265324"/>
                <a:ext cx="389153" cy="110430"/>
              </a:xfrm>
              <a:custGeom>
                <a:avLst/>
                <a:gdLst/>
                <a:ahLst/>
                <a:cxnLst/>
                <a:rect l="l" t="t" r="r" b="b"/>
                <a:pathLst>
                  <a:path w="16094" h="4567" extrusionOk="0">
                    <a:moveTo>
                      <a:pt x="4528" y="0"/>
                    </a:moveTo>
                    <a:cubicBezTo>
                      <a:pt x="4523" y="0"/>
                      <a:pt x="4519" y="7"/>
                      <a:pt x="4519" y="30"/>
                    </a:cubicBezTo>
                    <a:lnTo>
                      <a:pt x="4319" y="297"/>
                    </a:lnTo>
                    <a:cubicBezTo>
                      <a:pt x="4185" y="463"/>
                      <a:pt x="4085" y="630"/>
                      <a:pt x="3985" y="797"/>
                    </a:cubicBezTo>
                    <a:cubicBezTo>
                      <a:pt x="3685" y="1231"/>
                      <a:pt x="3352" y="1631"/>
                      <a:pt x="3051" y="1998"/>
                    </a:cubicBezTo>
                    <a:cubicBezTo>
                      <a:pt x="2484" y="2732"/>
                      <a:pt x="1750" y="3165"/>
                      <a:pt x="1217" y="3265"/>
                    </a:cubicBezTo>
                    <a:lnTo>
                      <a:pt x="850" y="3265"/>
                    </a:lnTo>
                    <a:cubicBezTo>
                      <a:pt x="716" y="3265"/>
                      <a:pt x="650" y="3232"/>
                      <a:pt x="550" y="3232"/>
                    </a:cubicBezTo>
                    <a:cubicBezTo>
                      <a:pt x="416" y="3165"/>
                      <a:pt x="349" y="3132"/>
                      <a:pt x="349" y="3132"/>
                    </a:cubicBezTo>
                    <a:cubicBezTo>
                      <a:pt x="334" y="3126"/>
                      <a:pt x="319" y="3123"/>
                      <a:pt x="304" y="3123"/>
                    </a:cubicBezTo>
                    <a:cubicBezTo>
                      <a:pt x="150" y="3123"/>
                      <a:pt x="0" y="3405"/>
                      <a:pt x="183" y="3465"/>
                    </a:cubicBezTo>
                    <a:lnTo>
                      <a:pt x="416" y="3599"/>
                    </a:lnTo>
                    <a:cubicBezTo>
                      <a:pt x="516" y="3632"/>
                      <a:pt x="650" y="3632"/>
                      <a:pt x="750" y="3666"/>
                    </a:cubicBezTo>
                    <a:lnTo>
                      <a:pt x="1217" y="3666"/>
                    </a:lnTo>
                    <a:cubicBezTo>
                      <a:pt x="1550" y="3632"/>
                      <a:pt x="1984" y="3499"/>
                      <a:pt x="2351" y="3265"/>
                    </a:cubicBezTo>
                    <a:cubicBezTo>
                      <a:pt x="2718" y="3065"/>
                      <a:pt x="3085" y="2732"/>
                      <a:pt x="3418" y="2331"/>
                    </a:cubicBezTo>
                    <a:cubicBezTo>
                      <a:pt x="3752" y="1964"/>
                      <a:pt x="4085" y="1564"/>
                      <a:pt x="4419" y="1130"/>
                    </a:cubicBezTo>
                    <a:lnTo>
                      <a:pt x="4552" y="964"/>
                    </a:lnTo>
                    <a:lnTo>
                      <a:pt x="4552" y="1030"/>
                    </a:lnTo>
                    <a:lnTo>
                      <a:pt x="4686" y="1130"/>
                    </a:lnTo>
                    <a:lnTo>
                      <a:pt x="4986" y="1431"/>
                    </a:lnTo>
                    <a:cubicBezTo>
                      <a:pt x="5386" y="1864"/>
                      <a:pt x="5853" y="2231"/>
                      <a:pt x="6354" y="2465"/>
                    </a:cubicBezTo>
                    <a:cubicBezTo>
                      <a:pt x="6854" y="2732"/>
                      <a:pt x="7421" y="2898"/>
                      <a:pt x="7988" y="2898"/>
                    </a:cubicBezTo>
                    <a:cubicBezTo>
                      <a:pt x="8522" y="2898"/>
                      <a:pt x="9089" y="2765"/>
                      <a:pt x="9589" y="2565"/>
                    </a:cubicBezTo>
                    <a:cubicBezTo>
                      <a:pt x="10090" y="2365"/>
                      <a:pt x="10657" y="2098"/>
                      <a:pt x="11090" y="1798"/>
                    </a:cubicBezTo>
                    <a:cubicBezTo>
                      <a:pt x="11224" y="1731"/>
                      <a:pt x="11357" y="1698"/>
                      <a:pt x="11491" y="1597"/>
                    </a:cubicBezTo>
                    <a:lnTo>
                      <a:pt x="11557" y="1564"/>
                    </a:lnTo>
                    <a:lnTo>
                      <a:pt x="11591" y="1564"/>
                    </a:lnTo>
                    <a:cubicBezTo>
                      <a:pt x="11610" y="1564"/>
                      <a:pt x="11618" y="1559"/>
                      <a:pt x="11624" y="1559"/>
                    </a:cubicBezTo>
                    <a:cubicBezTo>
                      <a:pt x="11638" y="1559"/>
                      <a:pt x="11638" y="1593"/>
                      <a:pt x="11758" y="1831"/>
                    </a:cubicBezTo>
                    <a:cubicBezTo>
                      <a:pt x="12024" y="2331"/>
                      <a:pt x="12325" y="2798"/>
                      <a:pt x="12591" y="3232"/>
                    </a:cubicBezTo>
                    <a:cubicBezTo>
                      <a:pt x="12925" y="3632"/>
                      <a:pt x="13259" y="3966"/>
                      <a:pt x="13692" y="4233"/>
                    </a:cubicBezTo>
                    <a:cubicBezTo>
                      <a:pt x="14093" y="4466"/>
                      <a:pt x="14526" y="4566"/>
                      <a:pt x="14860" y="4566"/>
                    </a:cubicBezTo>
                    <a:cubicBezTo>
                      <a:pt x="15227" y="4566"/>
                      <a:pt x="15494" y="4533"/>
                      <a:pt x="15660" y="4466"/>
                    </a:cubicBezTo>
                    <a:cubicBezTo>
                      <a:pt x="15827" y="4433"/>
                      <a:pt x="15894" y="4399"/>
                      <a:pt x="15894" y="4399"/>
                    </a:cubicBezTo>
                    <a:cubicBezTo>
                      <a:pt x="16094" y="4299"/>
                      <a:pt x="15994" y="4033"/>
                      <a:pt x="15727" y="3966"/>
                    </a:cubicBezTo>
                    <a:cubicBezTo>
                      <a:pt x="15727" y="3966"/>
                      <a:pt x="15660" y="4033"/>
                      <a:pt x="15494" y="4066"/>
                    </a:cubicBezTo>
                    <a:cubicBezTo>
                      <a:pt x="15327" y="4066"/>
                      <a:pt x="15093" y="4099"/>
                      <a:pt x="14826" y="4099"/>
                    </a:cubicBezTo>
                    <a:cubicBezTo>
                      <a:pt x="14526" y="4066"/>
                      <a:pt x="14226" y="3966"/>
                      <a:pt x="13892" y="3766"/>
                    </a:cubicBezTo>
                    <a:cubicBezTo>
                      <a:pt x="13559" y="3566"/>
                      <a:pt x="13259" y="3232"/>
                      <a:pt x="13025" y="2865"/>
                    </a:cubicBezTo>
                    <a:cubicBezTo>
                      <a:pt x="12758" y="2431"/>
                      <a:pt x="12525" y="1964"/>
                      <a:pt x="12325" y="1531"/>
                    </a:cubicBezTo>
                    <a:cubicBezTo>
                      <a:pt x="12225" y="1397"/>
                      <a:pt x="12191" y="1231"/>
                      <a:pt x="12091" y="1064"/>
                    </a:cubicBezTo>
                    <a:lnTo>
                      <a:pt x="11924" y="730"/>
                    </a:lnTo>
                    <a:lnTo>
                      <a:pt x="11891" y="630"/>
                    </a:lnTo>
                    <a:lnTo>
                      <a:pt x="11891" y="597"/>
                    </a:lnTo>
                    <a:cubicBezTo>
                      <a:pt x="11891" y="586"/>
                      <a:pt x="11887" y="582"/>
                      <a:pt x="11882" y="582"/>
                    </a:cubicBezTo>
                    <a:cubicBezTo>
                      <a:pt x="11872" y="582"/>
                      <a:pt x="11858" y="597"/>
                      <a:pt x="11858" y="597"/>
                    </a:cubicBezTo>
                    <a:lnTo>
                      <a:pt x="11691" y="697"/>
                    </a:lnTo>
                    <a:lnTo>
                      <a:pt x="11090" y="1030"/>
                    </a:lnTo>
                    <a:cubicBezTo>
                      <a:pt x="11024" y="1097"/>
                      <a:pt x="10890" y="1130"/>
                      <a:pt x="10757" y="1231"/>
                    </a:cubicBezTo>
                    <a:cubicBezTo>
                      <a:pt x="9856" y="1731"/>
                      <a:pt x="8855" y="2131"/>
                      <a:pt x="8022" y="2131"/>
                    </a:cubicBezTo>
                    <a:cubicBezTo>
                      <a:pt x="7188" y="2131"/>
                      <a:pt x="6220" y="1698"/>
                      <a:pt x="5486" y="930"/>
                    </a:cubicBezTo>
                    <a:cubicBezTo>
                      <a:pt x="5386" y="864"/>
                      <a:pt x="5253" y="764"/>
                      <a:pt x="5186" y="697"/>
                    </a:cubicBezTo>
                    <a:lnTo>
                      <a:pt x="4753" y="230"/>
                    </a:lnTo>
                    <a:lnTo>
                      <a:pt x="4652" y="96"/>
                    </a:lnTo>
                    <a:lnTo>
                      <a:pt x="4552" y="30"/>
                    </a:lnTo>
                    <a:cubicBezTo>
                      <a:pt x="4552" y="30"/>
                      <a:pt x="4538" y="0"/>
                      <a:pt x="45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8" name="Google Shape;248;p2"/>
              <p:cNvSpPr/>
              <p:nvPr/>
            </p:nvSpPr>
            <p:spPr>
              <a:xfrm>
                <a:off x="1403511" y="4612319"/>
                <a:ext cx="514937" cy="104143"/>
              </a:xfrm>
              <a:custGeom>
                <a:avLst/>
                <a:gdLst/>
                <a:ahLst/>
                <a:cxnLst/>
                <a:rect l="l" t="t" r="r" b="b"/>
                <a:pathLst>
                  <a:path w="21296" h="4307" extrusionOk="0">
                    <a:moveTo>
                      <a:pt x="13664" y="1"/>
                    </a:moveTo>
                    <a:cubicBezTo>
                      <a:pt x="13660" y="1"/>
                      <a:pt x="13656" y="9"/>
                      <a:pt x="13656" y="29"/>
                    </a:cubicBezTo>
                    <a:lnTo>
                      <a:pt x="13623" y="63"/>
                    </a:lnTo>
                    <a:lnTo>
                      <a:pt x="13523" y="129"/>
                    </a:lnTo>
                    <a:lnTo>
                      <a:pt x="13356" y="296"/>
                    </a:lnTo>
                    <a:lnTo>
                      <a:pt x="13089" y="596"/>
                    </a:lnTo>
                    <a:cubicBezTo>
                      <a:pt x="12956" y="730"/>
                      <a:pt x="12822" y="796"/>
                      <a:pt x="12689" y="897"/>
                    </a:cubicBezTo>
                    <a:cubicBezTo>
                      <a:pt x="12589" y="1030"/>
                      <a:pt x="12456" y="1097"/>
                      <a:pt x="12322" y="1197"/>
                    </a:cubicBezTo>
                    <a:lnTo>
                      <a:pt x="11955" y="1430"/>
                    </a:lnTo>
                    <a:cubicBezTo>
                      <a:pt x="11455" y="1764"/>
                      <a:pt x="10854" y="1931"/>
                      <a:pt x="10321" y="2064"/>
                    </a:cubicBezTo>
                    <a:cubicBezTo>
                      <a:pt x="9912" y="2153"/>
                      <a:pt x="9465" y="2204"/>
                      <a:pt x="9003" y="2204"/>
                    </a:cubicBezTo>
                    <a:cubicBezTo>
                      <a:pt x="8257" y="2204"/>
                      <a:pt x="7472" y="2073"/>
                      <a:pt x="6751" y="1764"/>
                    </a:cubicBezTo>
                    <a:cubicBezTo>
                      <a:pt x="6451" y="1697"/>
                      <a:pt x="6184" y="1530"/>
                      <a:pt x="5918" y="1364"/>
                    </a:cubicBezTo>
                    <a:lnTo>
                      <a:pt x="5517" y="1097"/>
                    </a:lnTo>
                    <a:lnTo>
                      <a:pt x="5350" y="930"/>
                    </a:lnTo>
                    <a:lnTo>
                      <a:pt x="5017" y="630"/>
                    </a:lnTo>
                    <a:cubicBezTo>
                      <a:pt x="4917" y="563"/>
                      <a:pt x="4817" y="430"/>
                      <a:pt x="4683" y="363"/>
                    </a:cubicBezTo>
                    <a:lnTo>
                      <a:pt x="4483" y="763"/>
                    </a:lnTo>
                    <a:cubicBezTo>
                      <a:pt x="4416" y="963"/>
                      <a:pt x="4283" y="1130"/>
                      <a:pt x="4183" y="1364"/>
                    </a:cubicBezTo>
                    <a:lnTo>
                      <a:pt x="3949" y="1730"/>
                    </a:lnTo>
                    <a:cubicBezTo>
                      <a:pt x="3849" y="1797"/>
                      <a:pt x="3783" y="1964"/>
                      <a:pt x="3683" y="2064"/>
                    </a:cubicBezTo>
                    <a:cubicBezTo>
                      <a:pt x="2982" y="2931"/>
                      <a:pt x="2015" y="3398"/>
                      <a:pt x="1348" y="3632"/>
                    </a:cubicBezTo>
                    <a:cubicBezTo>
                      <a:pt x="1181" y="3732"/>
                      <a:pt x="1014" y="3765"/>
                      <a:pt x="914" y="3799"/>
                    </a:cubicBezTo>
                    <a:cubicBezTo>
                      <a:pt x="747" y="3865"/>
                      <a:pt x="614" y="3865"/>
                      <a:pt x="514" y="3899"/>
                    </a:cubicBezTo>
                    <a:cubicBezTo>
                      <a:pt x="347" y="3899"/>
                      <a:pt x="247" y="3932"/>
                      <a:pt x="247" y="3932"/>
                    </a:cubicBezTo>
                    <a:cubicBezTo>
                      <a:pt x="0" y="3963"/>
                      <a:pt x="10" y="4306"/>
                      <a:pt x="223" y="4306"/>
                    </a:cubicBezTo>
                    <a:cubicBezTo>
                      <a:pt x="241" y="4306"/>
                      <a:pt x="260" y="4304"/>
                      <a:pt x="280" y="4299"/>
                    </a:cubicBezTo>
                    <a:cubicBezTo>
                      <a:pt x="280" y="4299"/>
                      <a:pt x="414" y="4299"/>
                      <a:pt x="614" y="4266"/>
                    </a:cubicBezTo>
                    <a:cubicBezTo>
                      <a:pt x="680" y="4232"/>
                      <a:pt x="814" y="4232"/>
                      <a:pt x="981" y="4199"/>
                    </a:cubicBezTo>
                    <a:cubicBezTo>
                      <a:pt x="1114" y="4132"/>
                      <a:pt x="1281" y="4099"/>
                      <a:pt x="1481" y="4065"/>
                    </a:cubicBezTo>
                    <a:cubicBezTo>
                      <a:pt x="2182" y="3799"/>
                      <a:pt x="3282" y="3365"/>
                      <a:pt x="4116" y="2398"/>
                    </a:cubicBezTo>
                    <a:cubicBezTo>
                      <a:pt x="4250" y="2264"/>
                      <a:pt x="4316" y="2131"/>
                      <a:pt x="4416" y="2031"/>
                    </a:cubicBezTo>
                    <a:cubicBezTo>
                      <a:pt x="4483" y="1897"/>
                      <a:pt x="4617" y="1730"/>
                      <a:pt x="4683" y="1597"/>
                    </a:cubicBezTo>
                    <a:lnTo>
                      <a:pt x="4817" y="1397"/>
                    </a:lnTo>
                    <a:lnTo>
                      <a:pt x="4850" y="1364"/>
                    </a:lnTo>
                    <a:lnTo>
                      <a:pt x="4917" y="1297"/>
                    </a:lnTo>
                    <a:lnTo>
                      <a:pt x="4950" y="1364"/>
                    </a:lnTo>
                    <a:lnTo>
                      <a:pt x="4984" y="1397"/>
                    </a:lnTo>
                    <a:cubicBezTo>
                      <a:pt x="5084" y="1430"/>
                      <a:pt x="5117" y="1530"/>
                      <a:pt x="5184" y="1564"/>
                    </a:cubicBezTo>
                    <a:lnTo>
                      <a:pt x="5617" y="1864"/>
                    </a:lnTo>
                    <a:cubicBezTo>
                      <a:pt x="5918" y="2031"/>
                      <a:pt x="6184" y="2231"/>
                      <a:pt x="6518" y="2364"/>
                    </a:cubicBezTo>
                    <a:cubicBezTo>
                      <a:pt x="7371" y="2748"/>
                      <a:pt x="8278" y="2914"/>
                      <a:pt x="9135" y="2914"/>
                    </a:cubicBezTo>
                    <a:cubicBezTo>
                      <a:pt x="9619" y="2914"/>
                      <a:pt x="10087" y="2861"/>
                      <a:pt x="10521" y="2765"/>
                    </a:cubicBezTo>
                    <a:cubicBezTo>
                      <a:pt x="11121" y="2598"/>
                      <a:pt x="11788" y="2398"/>
                      <a:pt x="12355" y="2064"/>
                    </a:cubicBezTo>
                    <a:cubicBezTo>
                      <a:pt x="12522" y="1964"/>
                      <a:pt x="12656" y="1864"/>
                      <a:pt x="12822" y="1764"/>
                    </a:cubicBezTo>
                    <a:cubicBezTo>
                      <a:pt x="12956" y="1630"/>
                      <a:pt x="13123" y="1564"/>
                      <a:pt x="13256" y="1430"/>
                    </a:cubicBezTo>
                    <a:cubicBezTo>
                      <a:pt x="13423" y="1364"/>
                      <a:pt x="13523" y="1230"/>
                      <a:pt x="13656" y="1097"/>
                    </a:cubicBezTo>
                    <a:lnTo>
                      <a:pt x="13690" y="1063"/>
                    </a:lnTo>
                    <a:lnTo>
                      <a:pt x="13790" y="1197"/>
                    </a:lnTo>
                    <a:lnTo>
                      <a:pt x="14123" y="1564"/>
                    </a:lnTo>
                    <a:lnTo>
                      <a:pt x="14490" y="1931"/>
                    </a:lnTo>
                    <a:cubicBezTo>
                      <a:pt x="14624" y="2064"/>
                      <a:pt x="14791" y="2131"/>
                      <a:pt x="14924" y="2264"/>
                    </a:cubicBezTo>
                    <a:cubicBezTo>
                      <a:pt x="15491" y="2631"/>
                      <a:pt x="16125" y="2898"/>
                      <a:pt x="16759" y="3065"/>
                    </a:cubicBezTo>
                    <a:cubicBezTo>
                      <a:pt x="17387" y="3222"/>
                      <a:pt x="17997" y="3269"/>
                      <a:pt x="18541" y="3269"/>
                    </a:cubicBezTo>
                    <a:cubicBezTo>
                      <a:pt x="19037" y="3269"/>
                      <a:pt x="19478" y="3230"/>
                      <a:pt x="19827" y="3198"/>
                    </a:cubicBezTo>
                    <a:cubicBezTo>
                      <a:pt x="20595" y="3098"/>
                      <a:pt x="21028" y="3031"/>
                      <a:pt x="21028" y="3031"/>
                    </a:cubicBezTo>
                    <a:cubicBezTo>
                      <a:pt x="21295" y="2965"/>
                      <a:pt x="21195" y="2698"/>
                      <a:pt x="20995" y="2598"/>
                    </a:cubicBezTo>
                    <a:cubicBezTo>
                      <a:pt x="20995" y="2598"/>
                      <a:pt x="20528" y="2698"/>
                      <a:pt x="19794" y="2731"/>
                    </a:cubicBezTo>
                    <a:cubicBezTo>
                      <a:pt x="19602" y="2740"/>
                      <a:pt x="19394" y="2746"/>
                      <a:pt x="19171" y="2746"/>
                    </a:cubicBezTo>
                    <a:cubicBezTo>
                      <a:pt x="18504" y="2746"/>
                      <a:pt x="17709" y="2689"/>
                      <a:pt x="16859" y="2464"/>
                    </a:cubicBezTo>
                    <a:cubicBezTo>
                      <a:pt x="16292" y="2364"/>
                      <a:pt x="15758" y="2097"/>
                      <a:pt x="15258" y="1730"/>
                    </a:cubicBezTo>
                    <a:cubicBezTo>
                      <a:pt x="15124" y="1630"/>
                      <a:pt x="14991" y="1530"/>
                      <a:pt x="14857" y="1430"/>
                    </a:cubicBezTo>
                    <a:lnTo>
                      <a:pt x="14524" y="1097"/>
                    </a:lnTo>
                    <a:cubicBezTo>
                      <a:pt x="14424" y="963"/>
                      <a:pt x="14324" y="897"/>
                      <a:pt x="14190" y="730"/>
                    </a:cubicBezTo>
                    <a:lnTo>
                      <a:pt x="13690" y="63"/>
                    </a:lnTo>
                    <a:cubicBezTo>
                      <a:pt x="13690" y="40"/>
                      <a:pt x="13674" y="1"/>
                      <a:pt x="136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9" name="Google Shape;249;p2"/>
              <p:cNvSpPr/>
              <p:nvPr/>
            </p:nvSpPr>
            <p:spPr>
              <a:xfrm>
                <a:off x="290747" y="3605609"/>
                <a:ext cx="250070" cy="96793"/>
              </a:xfrm>
              <a:custGeom>
                <a:avLst/>
                <a:gdLst/>
                <a:ahLst/>
                <a:cxnLst/>
                <a:rect l="l" t="t" r="r" b="b"/>
                <a:pathLst>
                  <a:path w="10342" h="4003" extrusionOk="0">
                    <a:moveTo>
                      <a:pt x="5338" y="0"/>
                    </a:moveTo>
                    <a:lnTo>
                      <a:pt x="5304" y="33"/>
                    </a:lnTo>
                    <a:lnTo>
                      <a:pt x="5171" y="234"/>
                    </a:lnTo>
                    <a:cubicBezTo>
                      <a:pt x="5004" y="500"/>
                      <a:pt x="4904" y="734"/>
                      <a:pt x="4737" y="1034"/>
                    </a:cubicBezTo>
                    <a:cubicBezTo>
                      <a:pt x="4670" y="1134"/>
                      <a:pt x="4637" y="1168"/>
                      <a:pt x="4604" y="1234"/>
                    </a:cubicBezTo>
                    <a:lnTo>
                      <a:pt x="4470" y="1468"/>
                    </a:lnTo>
                    <a:cubicBezTo>
                      <a:pt x="4404" y="1635"/>
                      <a:pt x="4270" y="1735"/>
                      <a:pt x="4170" y="1868"/>
                    </a:cubicBezTo>
                    <a:cubicBezTo>
                      <a:pt x="4103" y="2002"/>
                      <a:pt x="3970" y="2135"/>
                      <a:pt x="3837" y="2235"/>
                    </a:cubicBezTo>
                    <a:cubicBezTo>
                      <a:pt x="3636" y="2502"/>
                      <a:pt x="3336" y="2669"/>
                      <a:pt x="3103" y="2869"/>
                    </a:cubicBezTo>
                    <a:cubicBezTo>
                      <a:pt x="2969" y="2969"/>
                      <a:pt x="2802" y="3002"/>
                      <a:pt x="2669" y="3069"/>
                    </a:cubicBezTo>
                    <a:cubicBezTo>
                      <a:pt x="2569" y="3136"/>
                      <a:pt x="2436" y="3202"/>
                      <a:pt x="2269" y="3236"/>
                    </a:cubicBezTo>
                    <a:cubicBezTo>
                      <a:pt x="1969" y="3336"/>
                      <a:pt x="1735" y="3469"/>
                      <a:pt x="1468" y="3469"/>
                    </a:cubicBezTo>
                    <a:cubicBezTo>
                      <a:pt x="1235" y="3503"/>
                      <a:pt x="1001" y="3536"/>
                      <a:pt x="801" y="3536"/>
                    </a:cubicBezTo>
                    <a:lnTo>
                      <a:pt x="167" y="3536"/>
                    </a:lnTo>
                    <a:cubicBezTo>
                      <a:pt x="67" y="3536"/>
                      <a:pt x="0" y="3903"/>
                      <a:pt x="134" y="3903"/>
                    </a:cubicBezTo>
                    <a:cubicBezTo>
                      <a:pt x="134" y="3903"/>
                      <a:pt x="401" y="3903"/>
                      <a:pt x="801" y="3970"/>
                    </a:cubicBezTo>
                    <a:cubicBezTo>
                      <a:pt x="1001" y="3970"/>
                      <a:pt x="1268" y="3903"/>
                      <a:pt x="1568" y="3903"/>
                    </a:cubicBezTo>
                    <a:cubicBezTo>
                      <a:pt x="1835" y="3903"/>
                      <a:pt x="2135" y="3836"/>
                      <a:pt x="2469" y="3736"/>
                    </a:cubicBezTo>
                    <a:cubicBezTo>
                      <a:pt x="2636" y="3736"/>
                      <a:pt x="2802" y="3669"/>
                      <a:pt x="2969" y="3569"/>
                    </a:cubicBezTo>
                    <a:lnTo>
                      <a:pt x="3470" y="3336"/>
                    </a:lnTo>
                    <a:cubicBezTo>
                      <a:pt x="3770" y="3136"/>
                      <a:pt x="4103" y="2969"/>
                      <a:pt x="4337" y="2669"/>
                    </a:cubicBezTo>
                    <a:cubicBezTo>
                      <a:pt x="4470" y="2502"/>
                      <a:pt x="4604" y="2368"/>
                      <a:pt x="4737" y="2235"/>
                    </a:cubicBezTo>
                    <a:cubicBezTo>
                      <a:pt x="4837" y="2135"/>
                      <a:pt x="4937" y="1968"/>
                      <a:pt x="5071" y="1835"/>
                    </a:cubicBezTo>
                    <a:lnTo>
                      <a:pt x="5238" y="1635"/>
                    </a:lnTo>
                    <a:cubicBezTo>
                      <a:pt x="5271" y="1568"/>
                      <a:pt x="5304" y="1501"/>
                      <a:pt x="5338" y="1401"/>
                    </a:cubicBezTo>
                    <a:lnTo>
                      <a:pt x="5338" y="1368"/>
                    </a:lnTo>
                    <a:lnTo>
                      <a:pt x="5471" y="1568"/>
                    </a:lnTo>
                    <a:cubicBezTo>
                      <a:pt x="5671" y="1868"/>
                      <a:pt x="5938" y="2168"/>
                      <a:pt x="6172" y="2402"/>
                    </a:cubicBezTo>
                    <a:cubicBezTo>
                      <a:pt x="6672" y="2969"/>
                      <a:pt x="7306" y="3403"/>
                      <a:pt x="7939" y="3669"/>
                    </a:cubicBezTo>
                    <a:cubicBezTo>
                      <a:pt x="8573" y="3903"/>
                      <a:pt x="9140" y="4003"/>
                      <a:pt x="9574" y="4003"/>
                    </a:cubicBezTo>
                    <a:cubicBezTo>
                      <a:pt x="9774" y="4003"/>
                      <a:pt x="9941" y="3970"/>
                      <a:pt x="10074" y="3970"/>
                    </a:cubicBezTo>
                    <a:cubicBezTo>
                      <a:pt x="10174" y="3903"/>
                      <a:pt x="10241" y="3903"/>
                      <a:pt x="10241" y="3903"/>
                    </a:cubicBezTo>
                    <a:cubicBezTo>
                      <a:pt x="10341" y="3870"/>
                      <a:pt x="10308" y="3569"/>
                      <a:pt x="10241" y="3569"/>
                    </a:cubicBezTo>
                    <a:lnTo>
                      <a:pt x="10074" y="3569"/>
                    </a:lnTo>
                    <a:cubicBezTo>
                      <a:pt x="10030" y="3592"/>
                      <a:pt x="9985" y="3599"/>
                      <a:pt x="9938" y="3599"/>
                    </a:cubicBezTo>
                    <a:cubicBezTo>
                      <a:pt x="9845" y="3599"/>
                      <a:pt x="9741" y="3569"/>
                      <a:pt x="9607" y="3569"/>
                    </a:cubicBezTo>
                    <a:cubicBezTo>
                      <a:pt x="9240" y="3536"/>
                      <a:pt x="8740" y="3403"/>
                      <a:pt x="8173" y="3169"/>
                    </a:cubicBezTo>
                    <a:cubicBezTo>
                      <a:pt x="7639" y="2869"/>
                      <a:pt x="7139" y="2469"/>
                      <a:pt x="6672" y="1968"/>
                    </a:cubicBezTo>
                    <a:cubicBezTo>
                      <a:pt x="6438" y="1701"/>
                      <a:pt x="6272" y="1401"/>
                      <a:pt x="6071" y="1168"/>
                    </a:cubicBezTo>
                    <a:cubicBezTo>
                      <a:pt x="5971" y="1068"/>
                      <a:pt x="5938" y="1001"/>
                      <a:pt x="5905" y="901"/>
                    </a:cubicBezTo>
                    <a:cubicBezTo>
                      <a:pt x="5805" y="801"/>
                      <a:pt x="5738" y="634"/>
                      <a:pt x="5638" y="500"/>
                    </a:cubicBezTo>
                    <a:cubicBezTo>
                      <a:pt x="5571" y="367"/>
                      <a:pt x="5471" y="200"/>
                      <a:pt x="5404" y="67"/>
                    </a:cubicBezTo>
                    <a:lnTo>
                      <a:pt x="533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0" name="Google Shape;250;p2"/>
              <p:cNvSpPr/>
              <p:nvPr/>
            </p:nvSpPr>
            <p:spPr>
              <a:xfrm>
                <a:off x="1361075" y="3729821"/>
                <a:ext cx="252488" cy="70992"/>
              </a:xfrm>
              <a:custGeom>
                <a:avLst/>
                <a:gdLst/>
                <a:ahLst/>
                <a:cxnLst/>
                <a:rect l="l" t="t" r="r" b="b"/>
                <a:pathLst>
                  <a:path w="10442" h="2936" extrusionOk="0">
                    <a:moveTo>
                      <a:pt x="5338" y="0"/>
                    </a:moveTo>
                    <a:lnTo>
                      <a:pt x="5204" y="167"/>
                    </a:lnTo>
                    <a:cubicBezTo>
                      <a:pt x="5071" y="334"/>
                      <a:pt x="4904" y="500"/>
                      <a:pt x="4737" y="667"/>
                    </a:cubicBezTo>
                    <a:lnTo>
                      <a:pt x="4604" y="834"/>
                    </a:lnTo>
                    <a:lnTo>
                      <a:pt x="4437" y="934"/>
                    </a:lnTo>
                    <a:cubicBezTo>
                      <a:pt x="4337" y="1034"/>
                      <a:pt x="4237" y="1168"/>
                      <a:pt x="4103" y="1234"/>
                    </a:cubicBezTo>
                    <a:lnTo>
                      <a:pt x="3736" y="1501"/>
                    </a:lnTo>
                    <a:lnTo>
                      <a:pt x="3536" y="1601"/>
                    </a:lnTo>
                    <a:lnTo>
                      <a:pt x="3336" y="1701"/>
                    </a:lnTo>
                    <a:cubicBezTo>
                      <a:pt x="3169" y="1768"/>
                      <a:pt x="3036" y="1868"/>
                      <a:pt x="2902" y="1901"/>
                    </a:cubicBezTo>
                    <a:cubicBezTo>
                      <a:pt x="2602" y="2002"/>
                      <a:pt x="2369" y="2102"/>
                      <a:pt x="2069" y="2168"/>
                    </a:cubicBezTo>
                    <a:cubicBezTo>
                      <a:pt x="1535" y="2268"/>
                      <a:pt x="1034" y="2368"/>
                      <a:pt x="701" y="2435"/>
                    </a:cubicBezTo>
                    <a:cubicBezTo>
                      <a:pt x="334" y="2502"/>
                      <a:pt x="100" y="2535"/>
                      <a:pt x="100" y="2535"/>
                    </a:cubicBezTo>
                    <a:cubicBezTo>
                      <a:pt x="0" y="2569"/>
                      <a:pt x="34" y="2902"/>
                      <a:pt x="167" y="2902"/>
                    </a:cubicBezTo>
                    <a:cubicBezTo>
                      <a:pt x="167" y="2902"/>
                      <a:pt x="367" y="2902"/>
                      <a:pt x="734" y="2869"/>
                    </a:cubicBezTo>
                    <a:cubicBezTo>
                      <a:pt x="1101" y="2802"/>
                      <a:pt x="1602" y="2769"/>
                      <a:pt x="2202" y="2669"/>
                    </a:cubicBezTo>
                    <a:cubicBezTo>
                      <a:pt x="2502" y="2602"/>
                      <a:pt x="2769" y="2535"/>
                      <a:pt x="3103" y="2435"/>
                    </a:cubicBezTo>
                    <a:cubicBezTo>
                      <a:pt x="3269" y="2402"/>
                      <a:pt x="3403" y="2335"/>
                      <a:pt x="3570" y="2268"/>
                    </a:cubicBezTo>
                    <a:lnTo>
                      <a:pt x="3836" y="2202"/>
                    </a:lnTo>
                    <a:lnTo>
                      <a:pt x="4037" y="2068"/>
                    </a:lnTo>
                    <a:cubicBezTo>
                      <a:pt x="4203" y="1968"/>
                      <a:pt x="4370" y="1901"/>
                      <a:pt x="4504" y="1835"/>
                    </a:cubicBezTo>
                    <a:cubicBezTo>
                      <a:pt x="4670" y="1735"/>
                      <a:pt x="4770" y="1601"/>
                      <a:pt x="4904" y="1535"/>
                    </a:cubicBezTo>
                    <a:lnTo>
                      <a:pt x="5104" y="1368"/>
                    </a:lnTo>
                    <a:lnTo>
                      <a:pt x="5271" y="1201"/>
                    </a:lnTo>
                    <a:lnTo>
                      <a:pt x="5371" y="1101"/>
                    </a:lnTo>
                    <a:lnTo>
                      <a:pt x="5404" y="1068"/>
                    </a:lnTo>
                    <a:lnTo>
                      <a:pt x="5704" y="1368"/>
                    </a:lnTo>
                    <a:cubicBezTo>
                      <a:pt x="5838" y="1501"/>
                      <a:pt x="5938" y="1568"/>
                      <a:pt x="6071" y="1701"/>
                    </a:cubicBezTo>
                    <a:cubicBezTo>
                      <a:pt x="6205" y="1768"/>
                      <a:pt x="6305" y="1901"/>
                      <a:pt x="6472" y="2002"/>
                    </a:cubicBezTo>
                    <a:cubicBezTo>
                      <a:pt x="7072" y="2402"/>
                      <a:pt x="7706" y="2602"/>
                      <a:pt x="8273" y="2769"/>
                    </a:cubicBezTo>
                    <a:cubicBezTo>
                      <a:pt x="8573" y="2835"/>
                      <a:pt x="8873" y="2869"/>
                      <a:pt x="9107" y="2902"/>
                    </a:cubicBezTo>
                    <a:cubicBezTo>
                      <a:pt x="9374" y="2902"/>
                      <a:pt x="9607" y="2936"/>
                      <a:pt x="9774" y="2936"/>
                    </a:cubicBezTo>
                    <a:lnTo>
                      <a:pt x="10374" y="2936"/>
                    </a:lnTo>
                    <a:cubicBezTo>
                      <a:pt x="10441" y="2936"/>
                      <a:pt x="10441" y="2602"/>
                      <a:pt x="10241" y="2535"/>
                    </a:cubicBezTo>
                    <a:cubicBezTo>
                      <a:pt x="10241" y="2535"/>
                      <a:pt x="10041" y="2535"/>
                      <a:pt x="9707" y="2502"/>
                    </a:cubicBezTo>
                    <a:cubicBezTo>
                      <a:pt x="9507" y="2502"/>
                      <a:pt x="9340" y="2435"/>
                      <a:pt x="9074" y="2402"/>
                    </a:cubicBezTo>
                    <a:cubicBezTo>
                      <a:pt x="8840" y="2368"/>
                      <a:pt x="8573" y="2268"/>
                      <a:pt x="8340" y="2202"/>
                    </a:cubicBezTo>
                    <a:cubicBezTo>
                      <a:pt x="7839" y="2035"/>
                      <a:pt x="7239" y="1768"/>
                      <a:pt x="6772" y="1401"/>
                    </a:cubicBezTo>
                    <a:cubicBezTo>
                      <a:pt x="6672" y="1334"/>
                      <a:pt x="6572" y="1201"/>
                      <a:pt x="6438" y="1101"/>
                    </a:cubicBezTo>
                    <a:cubicBezTo>
                      <a:pt x="6338" y="1034"/>
                      <a:pt x="6238" y="901"/>
                      <a:pt x="6105" y="834"/>
                    </a:cubicBezTo>
                    <a:cubicBezTo>
                      <a:pt x="6005" y="701"/>
                      <a:pt x="5905" y="567"/>
                      <a:pt x="5771" y="434"/>
                    </a:cubicBezTo>
                    <a:cubicBezTo>
                      <a:pt x="5704" y="334"/>
                      <a:pt x="5571" y="234"/>
                      <a:pt x="5504" y="100"/>
                    </a:cubicBezTo>
                    <a:cubicBezTo>
                      <a:pt x="5404" y="67"/>
                      <a:pt x="5371" y="33"/>
                      <a:pt x="53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1" name="Google Shape;251;p2"/>
              <p:cNvSpPr/>
              <p:nvPr/>
            </p:nvSpPr>
            <p:spPr>
              <a:xfrm>
                <a:off x="165906" y="4659784"/>
                <a:ext cx="272291" cy="115387"/>
              </a:xfrm>
              <a:custGeom>
                <a:avLst/>
                <a:gdLst/>
                <a:ahLst/>
                <a:cxnLst/>
                <a:rect l="l" t="t" r="r" b="b"/>
                <a:pathLst>
                  <a:path w="11261" h="4772" extrusionOk="0">
                    <a:moveTo>
                      <a:pt x="6931" y="1"/>
                    </a:moveTo>
                    <a:lnTo>
                      <a:pt x="6898" y="34"/>
                    </a:lnTo>
                    <a:lnTo>
                      <a:pt x="6798" y="168"/>
                    </a:lnTo>
                    <a:cubicBezTo>
                      <a:pt x="6731" y="335"/>
                      <a:pt x="6598" y="468"/>
                      <a:pt x="6498" y="635"/>
                    </a:cubicBezTo>
                    <a:cubicBezTo>
                      <a:pt x="6331" y="868"/>
                      <a:pt x="6064" y="1335"/>
                      <a:pt x="5997" y="1369"/>
                    </a:cubicBezTo>
                    <a:cubicBezTo>
                      <a:pt x="5630" y="1936"/>
                      <a:pt x="5130" y="2536"/>
                      <a:pt x="4563" y="3003"/>
                    </a:cubicBezTo>
                    <a:cubicBezTo>
                      <a:pt x="3963" y="3470"/>
                      <a:pt x="3295" y="3837"/>
                      <a:pt x="2628" y="3970"/>
                    </a:cubicBezTo>
                    <a:cubicBezTo>
                      <a:pt x="2370" y="4035"/>
                      <a:pt x="2126" y="4060"/>
                      <a:pt x="1900" y="4060"/>
                    </a:cubicBezTo>
                    <a:cubicBezTo>
                      <a:pt x="1542" y="4060"/>
                      <a:pt x="1226" y="3998"/>
                      <a:pt x="960" y="3937"/>
                    </a:cubicBezTo>
                    <a:cubicBezTo>
                      <a:pt x="760" y="3870"/>
                      <a:pt x="594" y="3804"/>
                      <a:pt x="460" y="3770"/>
                    </a:cubicBezTo>
                    <a:cubicBezTo>
                      <a:pt x="327" y="3704"/>
                      <a:pt x="293" y="3670"/>
                      <a:pt x="293" y="3670"/>
                    </a:cubicBezTo>
                    <a:cubicBezTo>
                      <a:pt x="286" y="3669"/>
                      <a:pt x="279" y="3668"/>
                      <a:pt x="272" y="3668"/>
                    </a:cubicBezTo>
                    <a:cubicBezTo>
                      <a:pt x="143" y="3668"/>
                      <a:pt x="0" y="3941"/>
                      <a:pt x="127" y="4004"/>
                    </a:cubicBezTo>
                    <a:cubicBezTo>
                      <a:pt x="127" y="4004"/>
                      <a:pt x="160" y="4037"/>
                      <a:pt x="293" y="4104"/>
                    </a:cubicBezTo>
                    <a:cubicBezTo>
                      <a:pt x="393" y="4137"/>
                      <a:pt x="594" y="4204"/>
                      <a:pt x="794" y="4304"/>
                    </a:cubicBezTo>
                    <a:cubicBezTo>
                      <a:pt x="1103" y="4423"/>
                      <a:pt x="1549" y="4525"/>
                      <a:pt x="2046" y="4525"/>
                    </a:cubicBezTo>
                    <a:cubicBezTo>
                      <a:pt x="2245" y="4525"/>
                      <a:pt x="2452" y="4509"/>
                      <a:pt x="2662" y="4471"/>
                    </a:cubicBezTo>
                    <a:cubicBezTo>
                      <a:pt x="3462" y="4337"/>
                      <a:pt x="4263" y="3970"/>
                      <a:pt x="4930" y="3470"/>
                    </a:cubicBezTo>
                    <a:cubicBezTo>
                      <a:pt x="5597" y="2970"/>
                      <a:pt x="6131" y="2303"/>
                      <a:pt x="6564" y="1702"/>
                    </a:cubicBezTo>
                    <a:cubicBezTo>
                      <a:pt x="6613" y="1590"/>
                      <a:pt x="6630" y="1562"/>
                      <a:pt x="6635" y="1557"/>
                    </a:cubicBezTo>
                    <a:lnTo>
                      <a:pt x="6635" y="1557"/>
                    </a:lnTo>
                    <a:cubicBezTo>
                      <a:pt x="6635" y="1557"/>
                      <a:pt x="6635" y="1557"/>
                      <a:pt x="6635" y="1557"/>
                    </a:cubicBezTo>
                    <a:cubicBezTo>
                      <a:pt x="6636" y="1557"/>
                      <a:pt x="6637" y="1556"/>
                      <a:pt x="6636" y="1556"/>
                    </a:cubicBezTo>
                    <a:cubicBezTo>
                      <a:pt x="6636" y="1556"/>
                      <a:pt x="6636" y="1556"/>
                      <a:pt x="6635" y="1557"/>
                    </a:cubicBezTo>
                    <a:lnTo>
                      <a:pt x="6635" y="1557"/>
                    </a:lnTo>
                    <a:cubicBezTo>
                      <a:pt x="6633" y="1556"/>
                      <a:pt x="6631" y="1552"/>
                      <a:pt x="6631" y="1535"/>
                    </a:cubicBezTo>
                    <a:lnTo>
                      <a:pt x="6631" y="1535"/>
                    </a:lnTo>
                    <a:lnTo>
                      <a:pt x="6665" y="1602"/>
                    </a:lnTo>
                    <a:lnTo>
                      <a:pt x="6931" y="2102"/>
                    </a:lnTo>
                    <a:cubicBezTo>
                      <a:pt x="7332" y="2836"/>
                      <a:pt x="7932" y="3503"/>
                      <a:pt x="8599" y="3904"/>
                    </a:cubicBezTo>
                    <a:cubicBezTo>
                      <a:pt x="8666" y="3970"/>
                      <a:pt x="8766" y="4004"/>
                      <a:pt x="8833" y="4037"/>
                    </a:cubicBezTo>
                    <a:lnTo>
                      <a:pt x="9100" y="4171"/>
                    </a:lnTo>
                    <a:cubicBezTo>
                      <a:pt x="9266" y="4271"/>
                      <a:pt x="9433" y="4304"/>
                      <a:pt x="9567" y="4371"/>
                    </a:cubicBezTo>
                    <a:cubicBezTo>
                      <a:pt x="9833" y="4471"/>
                      <a:pt x="10134" y="4571"/>
                      <a:pt x="10334" y="4638"/>
                    </a:cubicBezTo>
                    <a:cubicBezTo>
                      <a:pt x="10801" y="4738"/>
                      <a:pt x="11101" y="4771"/>
                      <a:pt x="11101" y="4771"/>
                    </a:cubicBezTo>
                    <a:cubicBezTo>
                      <a:pt x="11221" y="4771"/>
                      <a:pt x="11260" y="4528"/>
                      <a:pt x="11194" y="4528"/>
                    </a:cubicBezTo>
                    <a:cubicBezTo>
                      <a:pt x="11186" y="4528"/>
                      <a:pt x="11178" y="4531"/>
                      <a:pt x="11168" y="4538"/>
                    </a:cubicBezTo>
                    <a:cubicBezTo>
                      <a:pt x="11168" y="4538"/>
                      <a:pt x="10934" y="4471"/>
                      <a:pt x="10501" y="4371"/>
                    </a:cubicBezTo>
                    <a:cubicBezTo>
                      <a:pt x="10300" y="4304"/>
                      <a:pt x="10100" y="4204"/>
                      <a:pt x="9800" y="4104"/>
                    </a:cubicBezTo>
                    <a:cubicBezTo>
                      <a:pt x="9633" y="4037"/>
                      <a:pt x="9500" y="3970"/>
                      <a:pt x="9400" y="3870"/>
                    </a:cubicBezTo>
                    <a:cubicBezTo>
                      <a:pt x="9300" y="3837"/>
                      <a:pt x="9266" y="3804"/>
                      <a:pt x="9166" y="3770"/>
                    </a:cubicBezTo>
                    <a:cubicBezTo>
                      <a:pt x="9100" y="3704"/>
                      <a:pt x="9066" y="3637"/>
                      <a:pt x="8966" y="3604"/>
                    </a:cubicBezTo>
                    <a:cubicBezTo>
                      <a:pt x="8432" y="3203"/>
                      <a:pt x="7932" y="2603"/>
                      <a:pt x="7599" y="1936"/>
                    </a:cubicBezTo>
                    <a:lnTo>
                      <a:pt x="7465" y="1669"/>
                    </a:lnTo>
                    <a:lnTo>
                      <a:pt x="7432" y="1535"/>
                    </a:lnTo>
                    <a:lnTo>
                      <a:pt x="7398" y="1469"/>
                    </a:lnTo>
                    <a:lnTo>
                      <a:pt x="7332" y="1335"/>
                    </a:lnTo>
                    <a:cubicBezTo>
                      <a:pt x="7232" y="1002"/>
                      <a:pt x="7132" y="635"/>
                      <a:pt x="6998" y="301"/>
                    </a:cubicBezTo>
                    <a:lnTo>
                      <a:pt x="6931" y="34"/>
                    </a:lnTo>
                    <a:lnTo>
                      <a:pt x="69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2" name="Google Shape;252;p2"/>
              <p:cNvSpPr/>
              <p:nvPr/>
            </p:nvSpPr>
            <p:spPr>
              <a:xfrm>
                <a:off x="18118" y="8"/>
                <a:ext cx="1939841" cy="3204140"/>
              </a:xfrm>
              <a:custGeom>
                <a:avLst/>
                <a:gdLst/>
                <a:ahLst/>
                <a:cxnLst/>
                <a:rect l="l" t="t" r="r" b="b"/>
                <a:pathLst>
                  <a:path w="80225" h="132512" extrusionOk="0">
                    <a:moveTo>
                      <a:pt x="80135" y="0"/>
                    </a:moveTo>
                    <a:cubicBezTo>
                      <a:pt x="80081" y="0"/>
                      <a:pt x="79955" y="83"/>
                      <a:pt x="79758" y="309"/>
                    </a:cubicBezTo>
                    <a:cubicBezTo>
                      <a:pt x="79624" y="409"/>
                      <a:pt x="79491" y="542"/>
                      <a:pt x="79324" y="742"/>
                    </a:cubicBezTo>
                    <a:cubicBezTo>
                      <a:pt x="79157" y="976"/>
                      <a:pt x="78990" y="1209"/>
                      <a:pt x="78824" y="1509"/>
                    </a:cubicBezTo>
                    <a:cubicBezTo>
                      <a:pt x="78824" y="1509"/>
                      <a:pt x="78790" y="1543"/>
                      <a:pt x="78724" y="1676"/>
                    </a:cubicBezTo>
                    <a:cubicBezTo>
                      <a:pt x="78657" y="1743"/>
                      <a:pt x="78590" y="1976"/>
                      <a:pt x="78457" y="2210"/>
                    </a:cubicBezTo>
                    <a:cubicBezTo>
                      <a:pt x="78323" y="2477"/>
                      <a:pt x="78157" y="2810"/>
                      <a:pt x="78090" y="3177"/>
                    </a:cubicBezTo>
                    <a:cubicBezTo>
                      <a:pt x="78056" y="3377"/>
                      <a:pt x="77990" y="3578"/>
                      <a:pt x="77923" y="3811"/>
                    </a:cubicBezTo>
                    <a:cubicBezTo>
                      <a:pt x="77856" y="4011"/>
                      <a:pt x="77823" y="4245"/>
                      <a:pt x="77790" y="4512"/>
                    </a:cubicBezTo>
                    <a:cubicBezTo>
                      <a:pt x="77623" y="5546"/>
                      <a:pt x="77623" y="6847"/>
                      <a:pt x="77856" y="8314"/>
                    </a:cubicBezTo>
                    <a:cubicBezTo>
                      <a:pt x="77990" y="9015"/>
                      <a:pt x="78157" y="9815"/>
                      <a:pt x="78323" y="10583"/>
                    </a:cubicBezTo>
                    <a:cubicBezTo>
                      <a:pt x="78357" y="10816"/>
                      <a:pt x="78423" y="11016"/>
                      <a:pt x="78423" y="11216"/>
                    </a:cubicBezTo>
                    <a:cubicBezTo>
                      <a:pt x="78423" y="11316"/>
                      <a:pt x="78457" y="11417"/>
                      <a:pt x="78457" y="11517"/>
                    </a:cubicBezTo>
                    <a:lnTo>
                      <a:pt x="78457" y="11817"/>
                    </a:lnTo>
                    <a:cubicBezTo>
                      <a:pt x="78490" y="12017"/>
                      <a:pt x="78457" y="12184"/>
                      <a:pt x="78423" y="12384"/>
                    </a:cubicBezTo>
                    <a:cubicBezTo>
                      <a:pt x="78357" y="12584"/>
                      <a:pt x="78323" y="12818"/>
                      <a:pt x="78257" y="13018"/>
                    </a:cubicBezTo>
                    <a:cubicBezTo>
                      <a:pt x="77956" y="13852"/>
                      <a:pt x="77423" y="14585"/>
                      <a:pt x="76756" y="15386"/>
                    </a:cubicBezTo>
                    <a:cubicBezTo>
                      <a:pt x="76122" y="16187"/>
                      <a:pt x="75355" y="16987"/>
                      <a:pt x="74687" y="17888"/>
                    </a:cubicBezTo>
                    <a:cubicBezTo>
                      <a:pt x="74354" y="18355"/>
                      <a:pt x="74087" y="18855"/>
                      <a:pt x="73820" y="19389"/>
                    </a:cubicBezTo>
                    <a:cubicBezTo>
                      <a:pt x="73587" y="19989"/>
                      <a:pt x="73453" y="20556"/>
                      <a:pt x="73353" y="21190"/>
                    </a:cubicBezTo>
                    <a:cubicBezTo>
                      <a:pt x="73286" y="21824"/>
                      <a:pt x="73353" y="22424"/>
                      <a:pt x="73487" y="23058"/>
                    </a:cubicBezTo>
                    <a:cubicBezTo>
                      <a:pt x="73620" y="23659"/>
                      <a:pt x="73787" y="24226"/>
                      <a:pt x="73753" y="24826"/>
                    </a:cubicBezTo>
                    <a:cubicBezTo>
                      <a:pt x="73753" y="25360"/>
                      <a:pt x="73520" y="25927"/>
                      <a:pt x="73253" y="26494"/>
                    </a:cubicBezTo>
                    <a:cubicBezTo>
                      <a:pt x="72953" y="27028"/>
                      <a:pt x="72586" y="27528"/>
                      <a:pt x="72119" y="27928"/>
                    </a:cubicBezTo>
                    <a:cubicBezTo>
                      <a:pt x="71185" y="28829"/>
                      <a:pt x="69951" y="29363"/>
                      <a:pt x="68650" y="29730"/>
                    </a:cubicBezTo>
                    <a:cubicBezTo>
                      <a:pt x="65981" y="30497"/>
                      <a:pt x="63146" y="31064"/>
                      <a:pt x="60177" y="31664"/>
                    </a:cubicBezTo>
                    <a:cubicBezTo>
                      <a:pt x="59443" y="31831"/>
                      <a:pt x="58676" y="31931"/>
                      <a:pt x="57942" y="32098"/>
                    </a:cubicBezTo>
                    <a:lnTo>
                      <a:pt x="56808" y="32365"/>
                    </a:lnTo>
                    <a:cubicBezTo>
                      <a:pt x="56441" y="32498"/>
                      <a:pt x="56074" y="32565"/>
                      <a:pt x="55674" y="32665"/>
                    </a:cubicBezTo>
                    <a:cubicBezTo>
                      <a:pt x="54940" y="32832"/>
                      <a:pt x="54139" y="33032"/>
                      <a:pt x="53406" y="33199"/>
                    </a:cubicBezTo>
                    <a:cubicBezTo>
                      <a:pt x="52605" y="33366"/>
                      <a:pt x="51838" y="33566"/>
                      <a:pt x="51071" y="33866"/>
                    </a:cubicBezTo>
                    <a:cubicBezTo>
                      <a:pt x="50270" y="34166"/>
                      <a:pt x="49503" y="34666"/>
                      <a:pt x="48969" y="35367"/>
                    </a:cubicBezTo>
                    <a:cubicBezTo>
                      <a:pt x="48435" y="36067"/>
                      <a:pt x="48102" y="36868"/>
                      <a:pt x="47802" y="37602"/>
                    </a:cubicBezTo>
                    <a:cubicBezTo>
                      <a:pt x="47735" y="37769"/>
                      <a:pt x="47635" y="37936"/>
                      <a:pt x="47601" y="38236"/>
                    </a:cubicBezTo>
                    <a:cubicBezTo>
                      <a:pt x="47568" y="38369"/>
                      <a:pt x="47568" y="38503"/>
                      <a:pt x="47568" y="38603"/>
                    </a:cubicBezTo>
                    <a:lnTo>
                      <a:pt x="47568" y="38936"/>
                    </a:lnTo>
                    <a:cubicBezTo>
                      <a:pt x="47568" y="39403"/>
                      <a:pt x="47601" y="39770"/>
                      <a:pt x="47601" y="40170"/>
                    </a:cubicBezTo>
                    <a:cubicBezTo>
                      <a:pt x="47601" y="40537"/>
                      <a:pt x="47468" y="40838"/>
                      <a:pt x="47335" y="41171"/>
                    </a:cubicBezTo>
                    <a:cubicBezTo>
                      <a:pt x="47234" y="41405"/>
                      <a:pt x="46934" y="41672"/>
                      <a:pt x="46634" y="41905"/>
                    </a:cubicBezTo>
                    <a:cubicBezTo>
                      <a:pt x="46000" y="42405"/>
                      <a:pt x="45266" y="42772"/>
                      <a:pt x="44566" y="43339"/>
                    </a:cubicBezTo>
                    <a:cubicBezTo>
                      <a:pt x="44399" y="43439"/>
                      <a:pt x="44232" y="43606"/>
                      <a:pt x="44066" y="43773"/>
                    </a:cubicBezTo>
                    <a:lnTo>
                      <a:pt x="43932" y="43906"/>
                    </a:lnTo>
                    <a:cubicBezTo>
                      <a:pt x="43899" y="43940"/>
                      <a:pt x="43799" y="44040"/>
                      <a:pt x="43799" y="44073"/>
                    </a:cubicBezTo>
                    <a:lnTo>
                      <a:pt x="43632" y="44373"/>
                    </a:lnTo>
                    <a:cubicBezTo>
                      <a:pt x="43432" y="44740"/>
                      <a:pt x="43232" y="45174"/>
                      <a:pt x="43098" y="45574"/>
                    </a:cubicBezTo>
                    <a:cubicBezTo>
                      <a:pt x="42965" y="46041"/>
                      <a:pt x="42898" y="46442"/>
                      <a:pt x="42898" y="46942"/>
                    </a:cubicBezTo>
                    <a:cubicBezTo>
                      <a:pt x="42831" y="47442"/>
                      <a:pt x="42998" y="47943"/>
                      <a:pt x="43232" y="48376"/>
                    </a:cubicBezTo>
                    <a:cubicBezTo>
                      <a:pt x="43665" y="49244"/>
                      <a:pt x="44399" y="49844"/>
                      <a:pt x="45066" y="50378"/>
                    </a:cubicBezTo>
                    <a:cubicBezTo>
                      <a:pt x="45733" y="50911"/>
                      <a:pt x="46401" y="51445"/>
                      <a:pt x="47001" y="52012"/>
                    </a:cubicBezTo>
                    <a:cubicBezTo>
                      <a:pt x="47635" y="52579"/>
                      <a:pt x="48235" y="53180"/>
                      <a:pt x="48635" y="53847"/>
                    </a:cubicBezTo>
                    <a:cubicBezTo>
                      <a:pt x="49069" y="54514"/>
                      <a:pt x="49369" y="55248"/>
                      <a:pt x="49403" y="56048"/>
                    </a:cubicBezTo>
                    <a:cubicBezTo>
                      <a:pt x="49469" y="56849"/>
                      <a:pt x="49403" y="57616"/>
                      <a:pt x="49236" y="58450"/>
                    </a:cubicBezTo>
                    <a:lnTo>
                      <a:pt x="49102" y="59084"/>
                    </a:lnTo>
                    <a:lnTo>
                      <a:pt x="49069" y="59251"/>
                    </a:lnTo>
                    <a:lnTo>
                      <a:pt x="49069" y="59284"/>
                    </a:lnTo>
                    <a:lnTo>
                      <a:pt x="48936" y="59584"/>
                    </a:lnTo>
                    <a:lnTo>
                      <a:pt x="48869" y="59718"/>
                    </a:lnTo>
                    <a:cubicBezTo>
                      <a:pt x="48802" y="59751"/>
                      <a:pt x="48769" y="59784"/>
                      <a:pt x="48769" y="59851"/>
                    </a:cubicBezTo>
                    <a:lnTo>
                      <a:pt x="48736" y="60018"/>
                    </a:lnTo>
                    <a:lnTo>
                      <a:pt x="48702" y="60285"/>
                    </a:lnTo>
                    <a:cubicBezTo>
                      <a:pt x="48635" y="60452"/>
                      <a:pt x="48602" y="60685"/>
                      <a:pt x="48535" y="60852"/>
                    </a:cubicBezTo>
                    <a:cubicBezTo>
                      <a:pt x="48269" y="61552"/>
                      <a:pt x="47768" y="62186"/>
                      <a:pt x="47201" y="62720"/>
                    </a:cubicBezTo>
                    <a:cubicBezTo>
                      <a:pt x="45967" y="63754"/>
                      <a:pt x="44399" y="64421"/>
                      <a:pt x="42798" y="65055"/>
                    </a:cubicBezTo>
                    <a:cubicBezTo>
                      <a:pt x="41230" y="65689"/>
                      <a:pt x="39562" y="66289"/>
                      <a:pt x="38095" y="67290"/>
                    </a:cubicBezTo>
                    <a:cubicBezTo>
                      <a:pt x="37728" y="67557"/>
                      <a:pt x="37394" y="67857"/>
                      <a:pt x="37061" y="68190"/>
                    </a:cubicBezTo>
                    <a:lnTo>
                      <a:pt x="36193" y="69091"/>
                    </a:lnTo>
                    <a:cubicBezTo>
                      <a:pt x="35593" y="69692"/>
                      <a:pt x="34959" y="70259"/>
                      <a:pt x="34359" y="70792"/>
                    </a:cubicBezTo>
                    <a:cubicBezTo>
                      <a:pt x="33091" y="71927"/>
                      <a:pt x="31757" y="72961"/>
                      <a:pt x="30723" y="74395"/>
                    </a:cubicBezTo>
                    <a:cubicBezTo>
                      <a:pt x="30156" y="75062"/>
                      <a:pt x="29755" y="75896"/>
                      <a:pt x="29488" y="76730"/>
                    </a:cubicBezTo>
                    <a:cubicBezTo>
                      <a:pt x="29288" y="77597"/>
                      <a:pt x="29155" y="78465"/>
                      <a:pt x="29288" y="79365"/>
                    </a:cubicBezTo>
                    <a:cubicBezTo>
                      <a:pt x="29322" y="79599"/>
                      <a:pt x="29322" y="79799"/>
                      <a:pt x="29388" y="80032"/>
                    </a:cubicBezTo>
                    <a:lnTo>
                      <a:pt x="29488" y="80633"/>
                    </a:lnTo>
                    <a:cubicBezTo>
                      <a:pt x="29589" y="80866"/>
                      <a:pt x="29622" y="81066"/>
                      <a:pt x="29655" y="81267"/>
                    </a:cubicBezTo>
                    <a:lnTo>
                      <a:pt x="29889" y="81867"/>
                    </a:lnTo>
                    <a:cubicBezTo>
                      <a:pt x="30122" y="82634"/>
                      <a:pt x="30456" y="83401"/>
                      <a:pt x="30789" y="84135"/>
                    </a:cubicBezTo>
                    <a:cubicBezTo>
                      <a:pt x="31123" y="84869"/>
                      <a:pt x="31457" y="85570"/>
                      <a:pt x="31657" y="86270"/>
                    </a:cubicBezTo>
                    <a:cubicBezTo>
                      <a:pt x="31890" y="86971"/>
                      <a:pt x="31890" y="87704"/>
                      <a:pt x="31857" y="88438"/>
                    </a:cubicBezTo>
                    <a:lnTo>
                      <a:pt x="31857" y="88472"/>
                    </a:lnTo>
                    <a:cubicBezTo>
                      <a:pt x="31857" y="88905"/>
                      <a:pt x="31723" y="89572"/>
                      <a:pt x="31423" y="90306"/>
                    </a:cubicBezTo>
                    <a:cubicBezTo>
                      <a:pt x="31190" y="91107"/>
                      <a:pt x="30756" y="92041"/>
                      <a:pt x="30756" y="93108"/>
                    </a:cubicBezTo>
                    <a:cubicBezTo>
                      <a:pt x="30789" y="93575"/>
                      <a:pt x="30889" y="94042"/>
                      <a:pt x="31090" y="94443"/>
                    </a:cubicBezTo>
                    <a:cubicBezTo>
                      <a:pt x="31223" y="94643"/>
                      <a:pt x="31356" y="94876"/>
                      <a:pt x="31457" y="95043"/>
                    </a:cubicBezTo>
                    <a:cubicBezTo>
                      <a:pt x="31590" y="95143"/>
                      <a:pt x="31723" y="95310"/>
                      <a:pt x="31890" y="95477"/>
                    </a:cubicBezTo>
                    <a:cubicBezTo>
                      <a:pt x="32190" y="95777"/>
                      <a:pt x="32457" y="96077"/>
                      <a:pt x="32858" y="96311"/>
                    </a:cubicBezTo>
                    <a:cubicBezTo>
                      <a:pt x="33224" y="96577"/>
                      <a:pt x="33691" y="96778"/>
                      <a:pt x="34192" y="96811"/>
                    </a:cubicBezTo>
                    <a:cubicBezTo>
                      <a:pt x="34266" y="96821"/>
                      <a:pt x="34341" y="96826"/>
                      <a:pt x="34415" y="96826"/>
                    </a:cubicBezTo>
                    <a:cubicBezTo>
                      <a:pt x="34839" y="96826"/>
                      <a:pt x="35252" y="96671"/>
                      <a:pt x="35593" y="96444"/>
                    </a:cubicBezTo>
                    <a:cubicBezTo>
                      <a:pt x="36026" y="96211"/>
                      <a:pt x="36360" y="95810"/>
                      <a:pt x="36594" y="95477"/>
                    </a:cubicBezTo>
                    <a:cubicBezTo>
                      <a:pt x="37094" y="94776"/>
                      <a:pt x="37461" y="93976"/>
                      <a:pt x="37761" y="93208"/>
                    </a:cubicBezTo>
                    <a:cubicBezTo>
                      <a:pt x="38061" y="92408"/>
                      <a:pt x="38261" y="91574"/>
                      <a:pt x="38428" y="90740"/>
                    </a:cubicBezTo>
                    <a:cubicBezTo>
                      <a:pt x="38528" y="90306"/>
                      <a:pt x="38562" y="89873"/>
                      <a:pt x="38595" y="89439"/>
                    </a:cubicBezTo>
                    <a:cubicBezTo>
                      <a:pt x="38628" y="89206"/>
                      <a:pt x="38628" y="88972"/>
                      <a:pt x="38628" y="88772"/>
                    </a:cubicBezTo>
                    <a:lnTo>
                      <a:pt x="38695" y="88205"/>
                    </a:lnTo>
                    <a:cubicBezTo>
                      <a:pt x="38795" y="86570"/>
                      <a:pt x="39262" y="84969"/>
                      <a:pt x="39896" y="83435"/>
                    </a:cubicBezTo>
                    <a:cubicBezTo>
                      <a:pt x="40563" y="81934"/>
                      <a:pt x="41397" y="80466"/>
                      <a:pt x="42531" y="79232"/>
                    </a:cubicBezTo>
                    <a:cubicBezTo>
                      <a:pt x="43098" y="78631"/>
                      <a:pt x="43699" y="78064"/>
                      <a:pt x="44399" y="77631"/>
                    </a:cubicBezTo>
                    <a:cubicBezTo>
                      <a:pt x="45100" y="77230"/>
                      <a:pt x="45867" y="76930"/>
                      <a:pt x="46634" y="76897"/>
                    </a:cubicBezTo>
                    <a:cubicBezTo>
                      <a:pt x="46691" y="76894"/>
                      <a:pt x="46749" y="76893"/>
                      <a:pt x="46806" y="76893"/>
                    </a:cubicBezTo>
                    <a:cubicBezTo>
                      <a:pt x="47544" y="76893"/>
                      <a:pt x="48252" y="77092"/>
                      <a:pt x="48902" y="77464"/>
                    </a:cubicBezTo>
                    <a:cubicBezTo>
                      <a:pt x="49603" y="77897"/>
                      <a:pt x="50203" y="78431"/>
                      <a:pt x="50403" y="79132"/>
                    </a:cubicBezTo>
                    <a:cubicBezTo>
                      <a:pt x="50604" y="79866"/>
                      <a:pt x="50470" y="80699"/>
                      <a:pt x="50303" y="81533"/>
                    </a:cubicBezTo>
                    <a:cubicBezTo>
                      <a:pt x="50137" y="82367"/>
                      <a:pt x="49903" y="83235"/>
                      <a:pt x="49703" y="84102"/>
                    </a:cubicBezTo>
                    <a:cubicBezTo>
                      <a:pt x="49636" y="84302"/>
                      <a:pt x="49603" y="84569"/>
                      <a:pt x="49569" y="84769"/>
                    </a:cubicBezTo>
                    <a:cubicBezTo>
                      <a:pt x="49536" y="84969"/>
                      <a:pt x="49536" y="85203"/>
                      <a:pt x="49469" y="85436"/>
                    </a:cubicBezTo>
                    <a:lnTo>
                      <a:pt x="49436" y="85770"/>
                    </a:lnTo>
                    <a:cubicBezTo>
                      <a:pt x="49403" y="85937"/>
                      <a:pt x="49436" y="86037"/>
                      <a:pt x="49436" y="86137"/>
                    </a:cubicBezTo>
                    <a:cubicBezTo>
                      <a:pt x="49436" y="86404"/>
                      <a:pt x="49436" y="86637"/>
                      <a:pt x="49469" y="86871"/>
                    </a:cubicBezTo>
                    <a:cubicBezTo>
                      <a:pt x="49569" y="87805"/>
                      <a:pt x="49803" y="88705"/>
                      <a:pt x="50103" y="89539"/>
                    </a:cubicBezTo>
                    <a:cubicBezTo>
                      <a:pt x="50637" y="91240"/>
                      <a:pt x="51304" y="92875"/>
                      <a:pt x="51437" y="94543"/>
                    </a:cubicBezTo>
                    <a:lnTo>
                      <a:pt x="51437" y="95143"/>
                    </a:lnTo>
                    <a:lnTo>
                      <a:pt x="51437" y="95443"/>
                    </a:lnTo>
                    <a:lnTo>
                      <a:pt x="51437" y="95477"/>
                    </a:lnTo>
                    <a:lnTo>
                      <a:pt x="51437" y="95577"/>
                    </a:lnTo>
                    <a:lnTo>
                      <a:pt x="51404" y="95744"/>
                    </a:lnTo>
                    <a:lnTo>
                      <a:pt x="51304" y="96044"/>
                    </a:lnTo>
                    <a:lnTo>
                      <a:pt x="51237" y="96311"/>
                    </a:lnTo>
                    <a:cubicBezTo>
                      <a:pt x="51204" y="96544"/>
                      <a:pt x="51104" y="96711"/>
                      <a:pt x="51037" y="96911"/>
                    </a:cubicBezTo>
                    <a:cubicBezTo>
                      <a:pt x="50704" y="97712"/>
                      <a:pt x="50237" y="98412"/>
                      <a:pt x="49736" y="99113"/>
                    </a:cubicBezTo>
                    <a:cubicBezTo>
                      <a:pt x="49236" y="99813"/>
                      <a:pt x="48736" y="100580"/>
                      <a:pt x="48302" y="101381"/>
                    </a:cubicBezTo>
                    <a:cubicBezTo>
                      <a:pt x="47902" y="102148"/>
                      <a:pt x="47568" y="103049"/>
                      <a:pt x="47435" y="103949"/>
                    </a:cubicBezTo>
                    <a:cubicBezTo>
                      <a:pt x="47368" y="104883"/>
                      <a:pt x="47368" y="105751"/>
                      <a:pt x="47401" y="106618"/>
                    </a:cubicBezTo>
                    <a:cubicBezTo>
                      <a:pt x="47435" y="107452"/>
                      <a:pt x="47535" y="108319"/>
                      <a:pt x="47435" y="109086"/>
                    </a:cubicBezTo>
                    <a:cubicBezTo>
                      <a:pt x="47368" y="109820"/>
                      <a:pt x="46934" y="110487"/>
                      <a:pt x="46401" y="111088"/>
                    </a:cubicBezTo>
                    <a:cubicBezTo>
                      <a:pt x="46100" y="111321"/>
                      <a:pt x="45800" y="111622"/>
                      <a:pt x="45533" y="111888"/>
                    </a:cubicBezTo>
                    <a:cubicBezTo>
                      <a:pt x="45200" y="112122"/>
                      <a:pt x="44866" y="112322"/>
                      <a:pt x="44533" y="112556"/>
                    </a:cubicBezTo>
                    <a:cubicBezTo>
                      <a:pt x="43132" y="113423"/>
                      <a:pt x="41564" y="113957"/>
                      <a:pt x="40196" y="114957"/>
                    </a:cubicBezTo>
                    <a:cubicBezTo>
                      <a:pt x="39529" y="115458"/>
                      <a:pt x="38895" y="116091"/>
                      <a:pt x="38428" y="116792"/>
                    </a:cubicBezTo>
                    <a:cubicBezTo>
                      <a:pt x="38295" y="116959"/>
                      <a:pt x="38195" y="117126"/>
                      <a:pt x="38095" y="117326"/>
                    </a:cubicBezTo>
                    <a:cubicBezTo>
                      <a:pt x="37961" y="117559"/>
                      <a:pt x="37894" y="117726"/>
                      <a:pt x="37794" y="117926"/>
                    </a:cubicBezTo>
                    <a:lnTo>
                      <a:pt x="37561" y="118493"/>
                    </a:lnTo>
                    <a:cubicBezTo>
                      <a:pt x="37528" y="118727"/>
                      <a:pt x="37427" y="118927"/>
                      <a:pt x="37394" y="119127"/>
                    </a:cubicBezTo>
                    <a:cubicBezTo>
                      <a:pt x="37194" y="119928"/>
                      <a:pt x="37194" y="120761"/>
                      <a:pt x="37194" y="121562"/>
                    </a:cubicBezTo>
                    <a:cubicBezTo>
                      <a:pt x="37194" y="122329"/>
                      <a:pt x="37194" y="123096"/>
                      <a:pt x="37061" y="123797"/>
                    </a:cubicBezTo>
                    <a:cubicBezTo>
                      <a:pt x="36960" y="124497"/>
                      <a:pt x="36694" y="125131"/>
                      <a:pt x="36260" y="125765"/>
                    </a:cubicBezTo>
                    <a:cubicBezTo>
                      <a:pt x="35893" y="126399"/>
                      <a:pt x="35459" y="126966"/>
                      <a:pt x="34926" y="127433"/>
                    </a:cubicBezTo>
                    <a:cubicBezTo>
                      <a:pt x="33892" y="128400"/>
                      <a:pt x="32557" y="128834"/>
                      <a:pt x="31190" y="128934"/>
                    </a:cubicBezTo>
                    <a:cubicBezTo>
                      <a:pt x="30833" y="128968"/>
                      <a:pt x="30480" y="128982"/>
                      <a:pt x="30131" y="128982"/>
                    </a:cubicBezTo>
                    <a:cubicBezTo>
                      <a:pt x="29109" y="128982"/>
                      <a:pt x="28115" y="128858"/>
                      <a:pt x="27120" y="128734"/>
                    </a:cubicBezTo>
                    <a:cubicBezTo>
                      <a:pt x="25786" y="128567"/>
                      <a:pt x="24518" y="128400"/>
                      <a:pt x="23217" y="128334"/>
                    </a:cubicBezTo>
                    <a:cubicBezTo>
                      <a:pt x="23096" y="128330"/>
                      <a:pt x="22975" y="128329"/>
                      <a:pt x="22854" y="128329"/>
                    </a:cubicBezTo>
                    <a:cubicBezTo>
                      <a:pt x="21709" y="128329"/>
                      <a:pt x="20571" y="128478"/>
                      <a:pt x="19515" y="128901"/>
                    </a:cubicBezTo>
                    <a:cubicBezTo>
                      <a:pt x="18914" y="129101"/>
                      <a:pt x="18414" y="129401"/>
                      <a:pt x="17914" y="129668"/>
                    </a:cubicBezTo>
                    <a:cubicBezTo>
                      <a:pt x="17413" y="129968"/>
                      <a:pt x="16946" y="130302"/>
                      <a:pt x="16513" y="130602"/>
                    </a:cubicBezTo>
                    <a:cubicBezTo>
                      <a:pt x="15579" y="131236"/>
                      <a:pt x="14778" y="131903"/>
                      <a:pt x="13877" y="131936"/>
                    </a:cubicBezTo>
                    <a:cubicBezTo>
                      <a:pt x="13795" y="131942"/>
                      <a:pt x="13714" y="131945"/>
                      <a:pt x="13633" y="131945"/>
                    </a:cubicBezTo>
                    <a:cubicBezTo>
                      <a:pt x="12791" y="131945"/>
                      <a:pt x="12003" y="131646"/>
                      <a:pt x="11242" y="131402"/>
                    </a:cubicBezTo>
                    <a:cubicBezTo>
                      <a:pt x="10408" y="131102"/>
                      <a:pt x="9608" y="130802"/>
                      <a:pt x="8907" y="130468"/>
                    </a:cubicBezTo>
                    <a:cubicBezTo>
                      <a:pt x="7439" y="129901"/>
                      <a:pt x="6205" y="129334"/>
                      <a:pt x="5071" y="129134"/>
                    </a:cubicBezTo>
                    <a:cubicBezTo>
                      <a:pt x="4689" y="129063"/>
                      <a:pt x="4325" y="129034"/>
                      <a:pt x="3988" y="129034"/>
                    </a:cubicBezTo>
                    <a:cubicBezTo>
                      <a:pt x="3383" y="129034"/>
                      <a:pt x="2867" y="129127"/>
                      <a:pt x="2503" y="129234"/>
                    </a:cubicBezTo>
                    <a:cubicBezTo>
                      <a:pt x="2369" y="129268"/>
                      <a:pt x="2236" y="129268"/>
                      <a:pt x="2102" y="129301"/>
                    </a:cubicBezTo>
                    <a:cubicBezTo>
                      <a:pt x="2036" y="129334"/>
                      <a:pt x="1935" y="129334"/>
                      <a:pt x="1869" y="129401"/>
                    </a:cubicBezTo>
                    <a:cubicBezTo>
                      <a:pt x="1735" y="129434"/>
                      <a:pt x="1669" y="129468"/>
                      <a:pt x="1669" y="129468"/>
                    </a:cubicBezTo>
                    <a:cubicBezTo>
                      <a:pt x="1035" y="129735"/>
                      <a:pt x="601" y="130001"/>
                      <a:pt x="368" y="130235"/>
                    </a:cubicBezTo>
                    <a:cubicBezTo>
                      <a:pt x="101" y="130435"/>
                      <a:pt x="1" y="130602"/>
                      <a:pt x="34" y="130635"/>
                    </a:cubicBezTo>
                    <a:cubicBezTo>
                      <a:pt x="42" y="130643"/>
                      <a:pt x="57" y="130647"/>
                      <a:pt x="80" y="130647"/>
                    </a:cubicBezTo>
                    <a:cubicBezTo>
                      <a:pt x="154" y="130647"/>
                      <a:pt x="305" y="130604"/>
                      <a:pt x="534" y="130502"/>
                    </a:cubicBezTo>
                    <a:cubicBezTo>
                      <a:pt x="835" y="130402"/>
                      <a:pt x="1235" y="130168"/>
                      <a:pt x="1835" y="129935"/>
                    </a:cubicBezTo>
                    <a:cubicBezTo>
                      <a:pt x="1835" y="129935"/>
                      <a:pt x="1902" y="129901"/>
                      <a:pt x="2036" y="129835"/>
                    </a:cubicBezTo>
                    <a:cubicBezTo>
                      <a:pt x="2102" y="129835"/>
                      <a:pt x="2202" y="129801"/>
                      <a:pt x="2269" y="129768"/>
                    </a:cubicBezTo>
                    <a:cubicBezTo>
                      <a:pt x="2369" y="129768"/>
                      <a:pt x="2503" y="129735"/>
                      <a:pt x="2603" y="129668"/>
                    </a:cubicBezTo>
                    <a:cubicBezTo>
                      <a:pt x="2913" y="129606"/>
                      <a:pt x="3353" y="129531"/>
                      <a:pt x="3897" y="129531"/>
                    </a:cubicBezTo>
                    <a:cubicBezTo>
                      <a:pt x="4229" y="129531"/>
                      <a:pt x="4600" y="129559"/>
                      <a:pt x="5004" y="129634"/>
                    </a:cubicBezTo>
                    <a:cubicBezTo>
                      <a:pt x="6038" y="129801"/>
                      <a:pt x="7273" y="130335"/>
                      <a:pt x="8707" y="130969"/>
                    </a:cubicBezTo>
                    <a:cubicBezTo>
                      <a:pt x="9407" y="131302"/>
                      <a:pt x="10208" y="131603"/>
                      <a:pt x="11042" y="131936"/>
                    </a:cubicBezTo>
                    <a:cubicBezTo>
                      <a:pt x="11803" y="132210"/>
                      <a:pt x="12675" y="132512"/>
                      <a:pt x="13633" y="132512"/>
                    </a:cubicBezTo>
                    <a:cubicBezTo>
                      <a:pt x="13725" y="132512"/>
                      <a:pt x="13817" y="132509"/>
                      <a:pt x="13911" y="132503"/>
                    </a:cubicBezTo>
                    <a:cubicBezTo>
                      <a:pt x="14444" y="132503"/>
                      <a:pt x="15011" y="132303"/>
                      <a:pt x="15445" y="132003"/>
                    </a:cubicBezTo>
                    <a:cubicBezTo>
                      <a:pt x="15912" y="131769"/>
                      <a:pt x="16346" y="131436"/>
                      <a:pt x="16779" y="131136"/>
                    </a:cubicBezTo>
                    <a:cubicBezTo>
                      <a:pt x="17213" y="130835"/>
                      <a:pt x="17647" y="130568"/>
                      <a:pt x="18180" y="130268"/>
                    </a:cubicBezTo>
                    <a:cubicBezTo>
                      <a:pt x="18614" y="130001"/>
                      <a:pt x="19181" y="129735"/>
                      <a:pt x="19681" y="129501"/>
                    </a:cubicBezTo>
                    <a:cubicBezTo>
                      <a:pt x="20645" y="129140"/>
                      <a:pt x="21690" y="128996"/>
                      <a:pt x="22817" y="128996"/>
                    </a:cubicBezTo>
                    <a:cubicBezTo>
                      <a:pt x="22939" y="128996"/>
                      <a:pt x="23061" y="128997"/>
                      <a:pt x="23184" y="129001"/>
                    </a:cubicBezTo>
                    <a:cubicBezTo>
                      <a:pt x="24385" y="129067"/>
                      <a:pt x="25686" y="129268"/>
                      <a:pt x="27020" y="129434"/>
                    </a:cubicBezTo>
                    <a:cubicBezTo>
                      <a:pt x="28049" y="129563"/>
                      <a:pt x="29098" y="129711"/>
                      <a:pt x="30197" y="129711"/>
                    </a:cubicBezTo>
                    <a:cubicBezTo>
                      <a:pt x="30523" y="129711"/>
                      <a:pt x="30854" y="129698"/>
                      <a:pt x="31190" y="129668"/>
                    </a:cubicBezTo>
                    <a:cubicBezTo>
                      <a:pt x="31890" y="129634"/>
                      <a:pt x="32624" y="129468"/>
                      <a:pt x="33358" y="129234"/>
                    </a:cubicBezTo>
                    <a:cubicBezTo>
                      <a:pt x="34058" y="128934"/>
                      <a:pt x="34726" y="128500"/>
                      <a:pt x="35293" y="128000"/>
                    </a:cubicBezTo>
                    <a:cubicBezTo>
                      <a:pt x="35893" y="127500"/>
                      <a:pt x="36393" y="126899"/>
                      <a:pt x="36760" y="126232"/>
                    </a:cubicBezTo>
                    <a:cubicBezTo>
                      <a:pt x="36860" y="126065"/>
                      <a:pt x="36960" y="125898"/>
                      <a:pt x="37061" y="125732"/>
                    </a:cubicBezTo>
                    <a:lnTo>
                      <a:pt x="37194" y="125465"/>
                    </a:lnTo>
                    <a:lnTo>
                      <a:pt x="37294" y="125165"/>
                    </a:lnTo>
                    <a:cubicBezTo>
                      <a:pt x="37461" y="124798"/>
                      <a:pt x="37561" y="124431"/>
                      <a:pt x="37628" y="123997"/>
                    </a:cubicBezTo>
                    <a:cubicBezTo>
                      <a:pt x="37928" y="122396"/>
                      <a:pt x="37594" y="120795"/>
                      <a:pt x="37961" y="119394"/>
                    </a:cubicBezTo>
                    <a:cubicBezTo>
                      <a:pt x="38028" y="119160"/>
                      <a:pt x="38095" y="118994"/>
                      <a:pt x="38128" y="118827"/>
                    </a:cubicBezTo>
                    <a:lnTo>
                      <a:pt x="38361" y="118293"/>
                    </a:lnTo>
                    <a:cubicBezTo>
                      <a:pt x="38395" y="118126"/>
                      <a:pt x="38528" y="117959"/>
                      <a:pt x="38595" y="117793"/>
                    </a:cubicBezTo>
                    <a:cubicBezTo>
                      <a:pt x="38695" y="117626"/>
                      <a:pt x="38762" y="117459"/>
                      <a:pt x="38895" y="117292"/>
                    </a:cubicBezTo>
                    <a:cubicBezTo>
                      <a:pt x="39295" y="116659"/>
                      <a:pt x="39863" y="116125"/>
                      <a:pt x="40463" y="115658"/>
                    </a:cubicBezTo>
                    <a:cubicBezTo>
                      <a:pt x="41731" y="114791"/>
                      <a:pt x="43298" y="114223"/>
                      <a:pt x="44766" y="113323"/>
                    </a:cubicBezTo>
                    <a:cubicBezTo>
                      <a:pt x="45133" y="113123"/>
                      <a:pt x="45467" y="112889"/>
                      <a:pt x="45867" y="112622"/>
                    </a:cubicBezTo>
                    <a:cubicBezTo>
                      <a:pt x="46167" y="112389"/>
                      <a:pt x="46501" y="112089"/>
                      <a:pt x="46801" y="111755"/>
                    </a:cubicBezTo>
                    <a:cubicBezTo>
                      <a:pt x="46968" y="111588"/>
                      <a:pt x="47101" y="111421"/>
                      <a:pt x="47268" y="111255"/>
                    </a:cubicBezTo>
                    <a:cubicBezTo>
                      <a:pt x="47401" y="111055"/>
                      <a:pt x="47535" y="110888"/>
                      <a:pt x="47635" y="110654"/>
                    </a:cubicBezTo>
                    <a:cubicBezTo>
                      <a:pt x="47902" y="110254"/>
                      <a:pt x="48002" y="109787"/>
                      <a:pt x="48102" y="109320"/>
                    </a:cubicBezTo>
                    <a:cubicBezTo>
                      <a:pt x="48235" y="108419"/>
                      <a:pt x="48102" y="107552"/>
                      <a:pt x="48068" y="106718"/>
                    </a:cubicBezTo>
                    <a:cubicBezTo>
                      <a:pt x="48002" y="105884"/>
                      <a:pt x="48002" y="104983"/>
                      <a:pt x="48102" y="104216"/>
                    </a:cubicBezTo>
                    <a:cubicBezTo>
                      <a:pt x="48235" y="103416"/>
                      <a:pt x="48502" y="102648"/>
                      <a:pt x="48902" y="101915"/>
                    </a:cubicBezTo>
                    <a:cubicBezTo>
                      <a:pt x="49269" y="101147"/>
                      <a:pt x="49770" y="100447"/>
                      <a:pt x="50270" y="99746"/>
                    </a:cubicBezTo>
                    <a:cubicBezTo>
                      <a:pt x="50770" y="98979"/>
                      <a:pt x="51271" y="98245"/>
                      <a:pt x="51638" y="97411"/>
                    </a:cubicBezTo>
                    <a:lnTo>
                      <a:pt x="51904" y="96778"/>
                    </a:lnTo>
                    <a:lnTo>
                      <a:pt x="52005" y="96444"/>
                    </a:lnTo>
                    <a:lnTo>
                      <a:pt x="52105" y="96110"/>
                    </a:lnTo>
                    <a:lnTo>
                      <a:pt x="52138" y="95944"/>
                    </a:lnTo>
                    <a:lnTo>
                      <a:pt x="52138" y="95877"/>
                    </a:lnTo>
                    <a:lnTo>
                      <a:pt x="52138" y="95744"/>
                    </a:lnTo>
                    <a:lnTo>
                      <a:pt x="52138" y="95377"/>
                    </a:lnTo>
                    <a:cubicBezTo>
                      <a:pt x="52171" y="95110"/>
                      <a:pt x="52138" y="94910"/>
                      <a:pt x="52138" y="94643"/>
                    </a:cubicBezTo>
                    <a:cubicBezTo>
                      <a:pt x="52005" y="92775"/>
                      <a:pt x="51304" y="91107"/>
                      <a:pt x="50770" y="89439"/>
                    </a:cubicBezTo>
                    <a:cubicBezTo>
                      <a:pt x="50503" y="88605"/>
                      <a:pt x="50270" y="87771"/>
                      <a:pt x="50170" y="86937"/>
                    </a:cubicBezTo>
                    <a:cubicBezTo>
                      <a:pt x="50137" y="86737"/>
                      <a:pt x="50137" y="86537"/>
                      <a:pt x="50137" y="86303"/>
                    </a:cubicBezTo>
                    <a:lnTo>
                      <a:pt x="50137" y="86037"/>
                    </a:lnTo>
                    <a:lnTo>
                      <a:pt x="50170" y="85703"/>
                    </a:lnTo>
                    <a:cubicBezTo>
                      <a:pt x="50170" y="85470"/>
                      <a:pt x="50237" y="85269"/>
                      <a:pt x="50270" y="85069"/>
                    </a:cubicBezTo>
                    <a:lnTo>
                      <a:pt x="50403" y="84435"/>
                    </a:lnTo>
                    <a:cubicBezTo>
                      <a:pt x="50570" y="83568"/>
                      <a:pt x="50804" y="82734"/>
                      <a:pt x="51004" y="81867"/>
                    </a:cubicBezTo>
                    <a:cubicBezTo>
                      <a:pt x="51237" y="80966"/>
                      <a:pt x="51404" y="80032"/>
                      <a:pt x="51104" y="79032"/>
                    </a:cubicBezTo>
                    <a:cubicBezTo>
                      <a:pt x="50937" y="78565"/>
                      <a:pt x="50737" y="78064"/>
                      <a:pt x="50337" y="77731"/>
                    </a:cubicBezTo>
                    <a:lnTo>
                      <a:pt x="50103" y="77464"/>
                    </a:lnTo>
                    <a:cubicBezTo>
                      <a:pt x="50003" y="77397"/>
                      <a:pt x="49903" y="77364"/>
                      <a:pt x="49803" y="77264"/>
                    </a:cubicBezTo>
                    <a:lnTo>
                      <a:pt x="49503" y="77064"/>
                    </a:lnTo>
                    <a:cubicBezTo>
                      <a:pt x="49436" y="77030"/>
                      <a:pt x="49303" y="76930"/>
                      <a:pt x="49236" y="76897"/>
                    </a:cubicBezTo>
                    <a:cubicBezTo>
                      <a:pt x="48532" y="76486"/>
                      <a:pt x="47673" y="76178"/>
                      <a:pt x="46818" y="76178"/>
                    </a:cubicBezTo>
                    <a:cubicBezTo>
                      <a:pt x="46701" y="76178"/>
                      <a:pt x="46584" y="76184"/>
                      <a:pt x="46467" y="76196"/>
                    </a:cubicBezTo>
                    <a:cubicBezTo>
                      <a:pt x="45500" y="76230"/>
                      <a:pt x="44599" y="76597"/>
                      <a:pt x="43799" y="77064"/>
                    </a:cubicBezTo>
                    <a:cubicBezTo>
                      <a:pt x="42998" y="77531"/>
                      <a:pt x="42331" y="78131"/>
                      <a:pt x="41731" y="78798"/>
                    </a:cubicBezTo>
                    <a:cubicBezTo>
                      <a:pt x="40496" y="80132"/>
                      <a:pt x="39596" y="81700"/>
                      <a:pt x="38929" y="83301"/>
                    </a:cubicBezTo>
                    <a:cubicBezTo>
                      <a:pt x="38261" y="84936"/>
                      <a:pt x="37794" y="86637"/>
                      <a:pt x="37628" y="88372"/>
                    </a:cubicBezTo>
                    <a:lnTo>
                      <a:pt x="37594" y="89039"/>
                    </a:lnTo>
                    <a:cubicBezTo>
                      <a:pt x="37594" y="89239"/>
                      <a:pt x="37561" y="89406"/>
                      <a:pt x="37561" y="89606"/>
                    </a:cubicBezTo>
                    <a:cubicBezTo>
                      <a:pt x="37494" y="89973"/>
                      <a:pt x="37461" y="90406"/>
                      <a:pt x="37394" y="90773"/>
                    </a:cubicBezTo>
                    <a:cubicBezTo>
                      <a:pt x="37261" y="91574"/>
                      <a:pt x="37061" y="92308"/>
                      <a:pt x="36760" y="93075"/>
                    </a:cubicBezTo>
                    <a:cubicBezTo>
                      <a:pt x="36493" y="93809"/>
                      <a:pt x="36160" y="94543"/>
                      <a:pt x="35726" y="95110"/>
                    </a:cubicBezTo>
                    <a:cubicBezTo>
                      <a:pt x="35309" y="95687"/>
                      <a:pt x="34769" y="96079"/>
                      <a:pt x="34195" y="96079"/>
                    </a:cubicBezTo>
                    <a:cubicBezTo>
                      <a:pt x="34172" y="96079"/>
                      <a:pt x="34148" y="96078"/>
                      <a:pt x="34125" y="96077"/>
                    </a:cubicBezTo>
                    <a:cubicBezTo>
                      <a:pt x="33558" y="96044"/>
                      <a:pt x="32958" y="95577"/>
                      <a:pt x="32457" y="95043"/>
                    </a:cubicBezTo>
                    <a:cubicBezTo>
                      <a:pt x="32324" y="94910"/>
                      <a:pt x="32257" y="94743"/>
                      <a:pt x="32124" y="94609"/>
                    </a:cubicBezTo>
                    <a:cubicBezTo>
                      <a:pt x="32057" y="94476"/>
                      <a:pt x="31957" y="94309"/>
                      <a:pt x="31890" y="94209"/>
                    </a:cubicBezTo>
                    <a:cubicBezTo>
                      <a:pt x="31757" y="93909"/>
                      <a:pt x="31657" y="93609"/>
                      <a:pt x="31657" y="93275"/>
                    </a:cubicBezTo>
                    <a:cubicBezTo>
                      <a:pt x="31657" y="92475"/>
                      <a:pt x="31990" y="91641"/>
                      <a:pt x="32290" y="90873"/>
                    </a:cubicBezTo>
                    <a:cubicBezTo>
                      <a:pt x="32591" y="90073"/>
                      <a:pt x="32791" y="89272"/>
                      <a:pt x="32791" y="88705"/>
                    </a:cubicBezTo>
                    <a:lnTo>
                      <a:pt x="32791" y="88739"/>
                    </a:lnTo>
                    <a:cubicBezTo>
                      <a:pt x="32891" y="87905"/>
                      <a:pt x="32891" y="87037"/>
                      <a:pt x="32624" y="86203"/>
                    </a:cubicBezTo>
                    <a:cubicBezTo>
                      <a:pt x="32391" y="85369"/>
                      <a:pt x="31990" y="84602"/>
                      <a:pt x="31657" y="83902"/>
                    </a:cubicBezTo>
                    <a:cubicBezTo>
                      <a:pt x="31323" y="83135"/>
                      <a:pt x="31056" y="82434"/>
                      <a:pt x="30789" y="81700"/>
                    </a:cubicBezTo>
                    <a:lnTo>
                      <a:pt x="30589" y="81133"/>
                    </a:lnTo>
                    <a:cubicBezTo>
                      <a:pt x="30556" y="80933"/>
                      <a:pt x="30489" y="80766"/>
                      <a:pt x="30456" y="80566"/>
                    </a:cubicBezTo>
                    <a:lnTo>
                      <a:pt x="30356" y="79966"/>
                    </a:lnTo>
                    <a:cubicBezTo>
                      <a:pt x="30356" y="79765"/>
                      <a:pt x="30356" y="79599"/>
                      <a:pt x="30289" y="79399"/>
                    </a:cubicBezTo>
                    <a:cubicBezTo>
                      <a:pt x="30189" y="78631"/>
                      <a:pt x="30289" y="77897"/>
                      <a:pt x="30456" y="77130"/>
                    </a:cubicBezTo>
                    <a:cubicBezTo>
                      <a:pt x="30689" y="76430"/>
                      <a:pt x="31056" y="75729"/>
                      <a:pt x="31523" y="75095"/>
                    </a:cubicBezTo>
                    <a:cubicBezTo>
                      <a:pt x="32457" y="73861"/>
                      <a:pt x="33758" y="72760"/>
                      <a:pt x="35026" y="71626"/>
                    </a:cubicBezTo>
                    <a:cubicBezTo>
                      <a:pt x="35626" y="71059"/>
                      <a:pt x="36260" y="70525"/>
                      <a:pt x="36894" y="69892"/>
                    </a:cubicBezTo>
                    <a:lnTo>
                      <a:pt x="37761" y="68958"/>
                    </a:lnTo>
                    <a:cubicBezTo>
                      <a:pt x="38061" y="68724"/>
                      <a:pt x="38361" y="68457"/>
                      <a:pt x="38695" y="68224"/>
                    </a:cubicBezTo>
                    <a:cubicBezTo>
                      <a:pt x="40029" y="67290"/>
                      <a:pt x="41597" y="66723"/>
                      <a:pt x="43198" y="66056"/>
                    </a:cubicBezTo>
                    <a:cubicBezTo>
                      <a:pt x="43965" y="65722"/>
                      <a:pt x="44766" y="65388"/>
                      <a:pt x="45567" y="65022"/>
                    </a:cubicBezTo>
                    <a:cubicBezTo>
                      <a:pt x="46367" y="64588"/>
                      <a:pt x="47101" y="64121"/>
                      <a:pt x="47802" y="63554"/>
                    </a:cubicBezTo>
                    <a:cubicBezTo>
                      <a:pt x="48535" y="62920"/>
                      <a:pt x="49102" y="62186"/>
                      <a:pt x="49403" y="61252"/>
                    </a:cubicBezTo>
                    <a:cubicBezTo>
                      <a:pt x="49436" y="61052"/>
                      <a:pt x="49536" y="60785"/>
                      <a:pt x="49569" y="60585"/>
                    </a:cubicBezTo>
                    <a:lnTo>
                      <a:pt x="49603" y="60251"/>
                    </a:lnTo>
                    <a:lnTo>
                      <a:pt x="49703" y="60118"/>
                    </a:lnTo>
                    <a:lnTo>
                      <a:pt x="49803" y="59851"/>
                    </a:lnTo>
                    <a:lnTo>
                      <a:pt x="49870" y="59718"/>
                    </a:lnTo>
                    <a:cubicBezTo>
                      <a:pt x="49903" y="59651"/>
                      <a:pt x="49903" y="59618"/>
                      <a:pt x="49903" y="59584"/>
                    </a:cubicBezTo>
                    <a:lnTo>
                      <a:pt x="49936" y="59418"/>
                    </a:lnTo>
                    <a:lnTo>
                      <a:pt x="50070" y="58784"/>
                    </a:lnTo>
                    <a:cubicBezTo>
                      <a:pt x="50237" y="57916"/>
                      <a:pt x="50303" y="57049"/>
                      <a:pt x="50237" y="56115"/>
                    </a:cubicBezTo>
                    <a:cubicBezTo>
                      <a:pt x="50203" y="55215"/>
                      <a:pt x="49870" y="54281"/>
                      <a:pt x="49369" y="53547"/>
                    </a:cubicBezTo>
                    <a:cubicBezTo>
                      <a:pt x="48369" y="51979"/>
                      <a:pt x="46901" y="50945"/>
                      <a:pt x="45600" y="49911"/>
                    </a:cubicBezTo>
                    <a:cubicBezTo>
                      <a:pt x="44933" y="49410"/>
                      <a:pt x="44299" y="48810"/>
                      <a:pt x="43965" y="48210"/>
                    </a:cubicBezTo>
                    <a:cubicBezTo>
                      <a:pt x="43632" y="47576"/>
                      <a:pt x="43632" y="46842"/>
                      <a:pt x="43899" y="46075"/>
                    </a:cubicBezTo>
                    <a:cubicBezTo>
                      <a:pt x="44032" y="45708"/>
                      <a:pt x="44132" y="45341"/>
                      <a:pt x="44366" y="45007"/>
                    </a:cubicBezTo>
                    <a:lnTo>
                      <a:pt x="44499" y="44707"/>
                    </a:lnTo>
                    <a:cubicBezTo>
                      <a:pt x="44566" y="44674"/>
                      <a:pt x="44499" y="44674"/>
                      <a:pt x="44566" y="44607"/>
                    </a:cubicBezTo>
                    <a:lnTo>
                      <a:pt x="44633" y="44540"/>
                    </a:lnTo>
                    <a:cubicBezTo>
                      <a:pt x="44766" y="44407"/>
                      <a:pt x="44899" y="44273"/>
                      <a:pt x="45066" y="44173"/>
                    </a:cubicBezTo>
                    <a:cubicBezTo>
                      <a:pt x="45633" y="43706"/>
                      <a:pt x="46401" y="43339"/>
                      <a:pt x="47101" y="42772"/>
                    </a:cubicBezTo>
                    <a:cubicBezTo>
                      <a:pt x="47468" y="42505"/>
                      <a:pt x="47802" y="42205"/>
                      <a:pt x="48068" y="41738"/>
                    </a:cubicBezTo>
                    <a:cubicBezTo>
                      <a:pt x="48269" y="41271"/>
                      <a:pt x="48402" y="40838"/>
                      <a:pt x="48402" y="40371"/>
                    </a:cubicBezTo>
                    <a:cubicBezTo>
                      <a:pt x="48435" y="39904"/>
                      <a:pt x="48369" y="39503"/>
                      <a:pt x="48369" y="39103"/>
                    </a:cubicBezTo>
                    <a:cubicBezTo>
                      <a:pt x="48369" y="38703"/>
                      <a:pt x="48402" y="38503"/>
                      <a:pt x="48569" y="38069"/>
                    </a:cubicBezTo>
                    <a:cubicBezTo>
                      <a:pt x="48869" y="37302"/>
                      <a:pt x="49136" y="36601"/>
                      <a:pt x="49603" y="36034"/>
                    </a:cubicBezTo>
                    <a:cubicBezTo>
                      <a:pt x="50036" y="35434"/>
                      <a:pt x="50637" y="35067"/>
                      <a:pt x="51371" y="34767"/>
                    </a:cubicBezTo>
                    <a:cubicBezTo>
                      <a:pt x="52071" y="34500"/>
                      <a:pt x="52805" y="34266"/>
                      <a:pt x="53572" y="34099"/>
                    </a:cubicBezTo>
                    <a:cubicBezTo>
                      <a:pt x="54306" y="33899"/>
                      <a:pt x="55073" y="33699"/>
                      <a:pt x="55807" y="33532"/>
                    </a:cubicBezTo>
                    <a:cubicBezTo>
                      <a:pt x="56174" y="33399"/>
                      <a:pt x="56574" y="33332"/>
                      <a:pt x="56941" y="33232"/>
                    </a:cubicBezTo>
                    <a:lnTo>
                      <a:pt x="58076" y="32999"/>
                    </a:lnTo>
                    <a:cubicBezTo>
                      <a:pt x="58809" y="32832"/>
                      <a:pt x="59510" y="32698"/>
                      <a:pt x="60277" y="32532"/>
                    </a:cubicBezTo>
                    <a:cubicBezTo>
                      <a:pt x="63246" y="31931"/>
                      <a:pt x="66081" y="31331"/>
                      <a:pt x="68783" y="30564"/>
                    </a:cubicBezTo>
                    <a:cubicBezTo>
                      <a:pt x="70117" y="30197"/>
                      <a:pt x="71485" y="29596"/>
                      <a:pt x="72486" y="28595"/>
                    </a:cubicBezTo>
                    <a:cubicBezTo>
                      <a:pt x="72986" y="28095"/>
                      <a:pt x="73420" y="27528"/>
                      <a:pt x="73753" y="26928"/>
                    </a:cubicBezTo>
                    <a:cubicBezTo>
                      <a:pt x="74087" y="26361"/>
                      <a:pt x="74320" y="25693"/>
                      <a:pt x="74320" y="24993"/>
                    </a:cubicBezTo>
                    <a:cubicBezTo>
                      <a:pt x="74387" y="24259"/>
                      <a:pt x="74154" y="23659"/>
                      <a:pt x="74054" y="23058"/>
                    </a:cubicBezTo>
                    <a:cubicBezTo>
                      <a:pt x="73920" y="22491"/>
                      <a:pt x="73820" y="21891"/>
                      <a:pt x="73920" y="21357"/>
                    </a:cubicBezTo>
                    <a:cubicBezTo>
                      <a:pt x="73987" y="20823"/>
                      <a:pt x="74120" y="20256"/>
                      <a:pt x="74320" y="19756"/>
                    </a:cubicBezTo>
                    <a:cubicBezTo>
                      <a:pt x="74554" y="19255"/>
                      <a:pt x="74787" y="18755"/>
                      <a:pt x="75121" y="18355"/>
                    </a:cubicBezTo>
                    <a:cubicBezTo>
                      <a:pt x="76389" y="16587"/>
                      <a:pt x="77990" y="15219"/>
                      <a:pt x="78724" y="13351"/>
                    </a:cubicBezTo>
                    <a:cubicBezTo>
                      <a:pt x="78790" y="13084"/>
                      <a:pt x="78824" y="12884"/>
                      <a:pt x="78924" y="12651"/>
                    </a:cubicBezTo>
                    <a:cubicBezTo>
                      <a:pt x="78924" y="12417"/>
                      <a:pt x="78990" y="12184"/>
                      <a:pt x="78957" y="11917"/>
                    </a:cubicBezTo>
                    <a:lnTo>
                      <a:pt x="78957" y="11583"/>
                    </a:lnTo>
                    <a:cubicBezTo>
                      <a:pt x="78957" y="11483"/>
                      <a:pt x="78924" y="11383"/>
                      <a:pt x="78924" y="11250"/>
                    </a:cubicBezTo>
                    <a:lnTo>
                      <a:pt x="78790" y="10649"/>
                    </a:lnTo>
                    <a:cubicBezTo>
                      <a:pt x="78624" y="9815"/>
                      <a:pt x="78457" y="9048"/>
                      <a:pt x="78323" y="8348"/>
                    </a:cubicBezTo>
                    <a:cubicBezTo>
                      <a:pt x="78090" y="6913"/>
                      <a:pt x="78056" y="5679"/>
                      <a:pt x="78223" y="4712"/>
                    </a:cubicBezTo>
                    <a:cubicBezTo>
                      <a:pt x="78257" y="4478"/>
                      <a:pt x="78290" y="4211"/>
                      <a:pt x="78323" y="4011"/>
                    </a:cubicBezTo>
                    <a:cubicBezTo>
                      <a:pt x="78390" y="3811"/>
                      <a:pt x="78457" y="3578"/>
                      <a:pt x="78490" y="3411"/>
                    </a:cubicBezTo>
                    <a:cubicBezTo>
                      <a:pt x="78590" y="3077"/>
                      <a:pt x="78757" y="2810"/>
                      <a:pt x="78824" y="2543"/>
                    </a:cubicBezTo>
                    <a:cubicBezTo>
                      <a:pt x="78924" y="2310"/>
                      <a:pt x="78990" y="2110"/>
                      <a:pt x="79091" y="2010"/>
                    </a:cubicBezTo>
                    <a:cubicBezTo>
                      <a:pt x="79124" y="1876"/>
                      <a:pt x="79157" y="1843"/>
                      <a:pt x="79157" y="1843"/>
                    </a:cubicBezTo>
                    <a:cubicBezTo>
                      <a:pt x="79324" y="1576"/>
                      <a:pt x="79424" y="1343"/>
                      <a:pt x="79724" y="1009"/>
                    </a:cubicBezTo>
                    <a:cubicBezTo>
                      <a:pt x="79824" y="842"/>
                      <a:pt x="79924" y="642"/>
                      <a:pt x="79991" y="509"/>
                    </a:cubicBezTo>
                    <a:cubicBezTo>
                      <a:pt x="80158" y="208"/>
                      <a:pt x="80225" y="42"/>
                      <a:pt x="80158" y="8"/>
                    </a:cubicBezTo>
                    <a:cubicBezTo>
                      <a:pt x="80153" y="3"/>
                      <a:pt x="80145" y="0"/>
                      <a:pt x="801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3" name="Google Shape;253;p2"/>
              <p:cNvSpPr/>
              <p:nvPr/>
            </p:nvSpPr>
            <p:spPr>
              <a:xfrm>
                <a:off x="3610" y="24236"/>
                <a:ext cx="2069687" cy="3284563"/>
              </a:xfrm>
              <a:custGeom>
                <a:avLst/>
                <a:gdLst/>
                <a:ahLst/>
                <a:cxnLst/>
                <a:rect l="l" t="t" r="r" b="b"/>
                <a:pathLst>
                  <a:path w="85595" h="135838" extrusionOk="0">
                    <a:moveTo>
                      <a:pt x="85546" y="1"/>
                    </a:moveTo>
                    <a:cubicBezTo>
                      <a:pt x="85502" y="1"/>
                      <a:pt x="85407" y="103"/>
                      <a:pt x="85261" y="307"/>
                    </a:cubicBezTo>
                    <a:cubicBezTo>
                      <a:pt x="85094" y="541"/>
                      <a:pt x="84894" y="874"/>
                      <a:pt x="84694" y="1408"/>
                    </a:cubicBezTo>
                    <a:cubicBezTo>
                      <a:pt x="84694" y="1408"/>
                      <a:pt x="84627" y="1508"/>
                      <a:pt x="84594" y="1642"/>
                    </a:cubicBezTo>
                    <a:cubicBezTo>
                      <a:pt x="84594" y="1675"/>
                      <a:pt x="84561" y="1742"/>
                      <a:pt x="84527" y="1875"/>
                    </a:cubicBezTo>
                    <a:cubicBezTo>
                      <a:pt x="84461" y="1975"/>
                      <a:pt x="84461" y="2142"/>
                      <a:pt x="84427" y="2242"/>
                    </a:cubicBezTo>
                    <a:cubicBezTo>
                      <a:pt x="84327" y="2842"/>
                      <a:pt x="84227" y="3743"/>
                      <a:pt x="84394" y="4911"/>
                    </a:cubicBezTo>
                    <a:cubicBezTo>
                      <a:pt x="84494" y="5511"/>
                      <a:pt x="84594" y="6178"/>
                      <a:pt x="84727" y="6879"/>
                    </a:cubicBezTo>
                    <a:cubicBezTo>
                      <a:pt x="84894" y="7579"/>
                      <a:pt x="85061" y="8380"/>
                      <a:pt x="85094" y="9247"/>
                    </a:cubicBezTo>
                    <a:cubicBezTo>
                      <a:pt x="85161" y="9481"/>
                      <a:pt x="85161" y="9714"/>
                      <a:pt x="85161" y="9914"/>
                    </a:cubicBezTo>
                    <a:cubicBezTo>
                      <a:pt x="85094" y="10148"/>
                      <a:pt x="85094" y="10348"/>
                      <a:pt x="85061" y="10581"/>
                    </a:cubicBezTo>
                    <a:cubicBezTo>
                      <a:pt x="85061" y="10848"/>
                      <a:pt x="84994" y="11048"/>
                      <a:pt x="84928" y="11315"/>
                    </a:cubicBezTo>
                    <a:cubicBezTo>
                      <a:pt x="84894" y="11549"/>
                      <a:pt x="84794" y="11749"/>
                      <a:pt x="84727" y="12016"/>
                    </a:cubicBezTo>
                    <a:cubicBezTo>
                      <a:pt x="84561" y="12483"/>
                      <a:pt x="84327" y="12916"/>
                      <a:pt x="83960" y="13350"/>
                    </a:cubicBezTo>
                    <a:cubicBezTo>
                      <a:pt x="83693" y="13817"/>
                      <a:pt x="83260" y="14184"/>
                      <a:pt x="82859" y="14584"/>
                    </a:cubicBezTo>
                    <a:cubicBezTo>
                      <a:pt x="81959" y="15385"/>
                      <a:pt x="81025" y="16219"/>
                      <a:pt x="80224" y="17319"/>
                    </a:cubicBezTo>
                    <a:cubicBezTo>
                      <a:pt x="79857" y="17853"/>
                      <a:pt x="79490" y="18487"/>
                      <a:pt x="79324" y="19187"/>
                    </a:cubicBezTo>
                    <a:cubicBezTo>
                      <a:pt x="79090" y="19855"/>
                      <a:pt x="79057" y="20588"/>
                      <a:pt x="79090" y="21356"/>
                    </a:cubicBezTo>
                    <a:cubicBezTo>
                      <a:pt x="79157" y="22823"/>
                      <a:pt x="79424" y="24358"/>
                      <a:pt x="79157" y="25926"/>
                    </a:cubicBezTo>
                    <a:cubicBezTo>
                      <a:pt x="78823" y="27493"/>
                      <a:pt x="78023" y="29028"/>
                      <a:pt x="76755" y="30229"/>
                    </a:cubicBezTo>
                    <a:cubicBezTo>
                      <a:pt x="75521" y="31430"/>
                      <a:pt x="73853" y="32263"/>
                      <a:pt x="72085" y="33064"/>
                    </a:cubicBezTo>
                    <a:cubicBezTo>
                      <a:pt x="70384" y="33898"/>
                      <a:pt x="68483" y="34498"/>
                      <a:pt x="66481" y="34999"/>
                    </a:cubicBezTo>
                    <a:cubicBezTo>
                      <a:pt x="65981" y="35166"/>
                      <a:pt x="65480" y="35266"/>
                      <a:pt x="64980" y="35399"/>
                    </a:cubicBezTo>
                    <a:cubicBezTo>
                      <a:pt x="64713" y="35499"/>
                      <a:pt x="64480" y="35532"/>
                      <a:pt x="64213" y="35599"/>
                    </a:cubicBezTo>
                    <a:lnTo>
                      <a:pt x="64013" y="35666"/>
                    </a:lnTo>
                    <a:lnTo>
                      <a:pt x="63913" y="35666"/>
                    </a:lnTo>
                    <a:lnTo>
                      <a:pt x="63846" y="35699"/>
                    </a:lnTo>
                    <a:lnTo>
                      <a:pt x="63412" y="35766"/>
                    </a:lnTo>
                    <a:cubicBezTo>
                      <a:pt x="62378" y="36033"/>
                      <a:pt x="61311" y="36366"/>
                      <a:pt x="60310" y="36867"/>
                    </a:cubicBezTo>
                    <a:cubicBezTo>
                      <a:pt x="59309" y="37367"/>
                      <a:pt x="58309" y="38068"/>
                      <a:pt x="57708" y="39168"/>
                    </a:cubicBezTo>
                    <a:cubicBezTo>
                      <a:pt x="57408" y="39702"/>
                      <a:pt x="57341" y="40336"/>
                      <a:pt x="57174" y="40870"/>
                    </a:cubicBezTo>
                    <a:cubicBezTo>
                      <a:pt x="57141" y="41170"/>
                      <a:pt x="57008" y="41437"/>
                      <a:pt x="56908" y="41704"/>
                    </a:cubicBezTo>
                    <a:cubicBezTo>
                      <a:pt x="56808" y="42004"/>
                      <a:pt x="56674" y="42237"/>
                      <a:pt x="56541" y="42504"/>
                    </a:cubicBezTo>
                    <a:lnTo>
                      <a:pt x="56307" y="43005"/>
                    </a:lnTo>
                    <a:cubicBezTo>
                      <a:pt x="56174" y="43171"/>
                      <a:pt x="56040" y="43338"/>
                      <a:pt x="55907" y="43538"/>
                    </a:cubicBezTo>
                    <a:cubicBezTo>
                      <a:pt x="55640" y="43905"/>
                      <a:pt x="55240" y="44339"/>
                      <a:pt x="54839" y="44739"/>
                    </a:cubicBezTo>
                    <a:cubicBezTo>
                      <a:pt x="54406" y="45173"/>
                      <a:pt x="53872" y="45573"/>
                      <a:pt x="53372" y="46107"/>
                    </a:cubicBezTo>
                    <a:cubicBezTo>
                      <a:pt x="52871" y="46607"/>
                      <a:pt x="52371" y="47341"/>
                      <a:pt x="52204" y="48208"/>
                    </a:cubicBezTo>
                    <a:cubicBezTo>
                      <a:pt x="51837" y="50010"/>
                      <a:pt x="52571" y="51844"/>
                      <a:pt x="53405" y="53612"/>
                    </a:cubicBezTo>
                    <a:cubicBezTo>
                      <a:pt x="53839" y="54513"/>
                      <a:pt x="54172" y="55447"/>
                      <a:pt x="54339" y="56514"/>
                    </a:cubicBezTo>
                    <a:cubicBezTo>
                      <a:pt x="54406" y="56748"/>
                      <a:pt x="54372" y="57048"/>
                      <a:pt x="54406" y="57281"/>
                    </a:cubicBezTo>
                    <a:cubicBezTo>
                      <a:pt x="54406" y="57548"/>
                      <a:pt x="54473" y="57848"/>
                      <a:pt x="54473" y="58082"/>
                    </a:cubicBezTo>
                    <a:cubicBezTo>
                      <a:pt x="54473" y="58349"/>
                      <a:pt x="54473" y="58616"/>
                      <a:pt x="54406" y="58883"/>
                    </a:cubicBezTo>
                    <a:cubicBezTo>
                      <a:pt x="54372" y="59116"/>
                      <a:pt x="54372" y="59416"/>
                      <a:pt x="54306" y="59683"/>
                    </a:cubicBezTo>
                    <a:cubicBezTo>
                      <a:pt x="54072" y="60751"/>
                      <a:pt x="53639" y="61785"/>
                      <a:pt x="52971" y="62719"/>
                    </a:cubicBezTo>
                    <a:cubicBezTo>
                      <a:pt x="52304" y="63619"/>
                      <a:pt x="51370" y="64420"/>
                      <a:pt x="50403" y="65087"/>
                    </a:cubicBezTo>
                    <a:cubicBezTo>
                      <a:pt x="49402" y="65754"/>
                      <a:pt x="48335" y="66355"/>
                      <a:pt x="47234" y="66888"/>
                    </a:cubicBezTo>
                    <a:cubicBezTo>
                      <a:pt x="46700" y="67188"/>
                      <a:pt x="46167" y="67455"/>
                      <a:pt x="45633" y="67789"/>
                    </a:cubicBezTo>
                    <a:cubicBezTo>
                      <a:pt x="45366" y="67956"/>
                      <a:pt x="45133" y="68189"/>
                      <a:pt x="44866" y="68423"/>
                    </a:cubicBezTo>
                    <a:cubicBezTo>
                      <a:pt x="44732" y="68589"/>
                      <a:pt x="44666" y="68756"/>
                      <a:pt x="44565" y="68923"/>
                    </a:cubicBezTo>
                    <a:cubicBezTo>
                      <a:pt x="44565" y="69023"/>
                      <a:pt x="44532" y="69123"/>
                      <a:pt x="44532" y="69223"/>
                    </a:cubicBezTo>
                    <a:cubicBezTo>
                      <a:pt x="44532" y="69290"/>
                      <a:pt x="44532" y="69423"/>
                      <a:pt x="44565" y="69523"/>
                    </a:cubicBezTo>
                    <a:cubicBezTo>
                      <a:pt x="44666" y="69890"/>
                      <a:pt x="44899" y="70124"/>
                      <a:pt x="45133" y="70391"/>
                    </a:cubicBezTo>
                    <a:cubicBezTo>
                      <a:pt x="45333" y="70591"/>
                      <a:pt x="45533" y="70858"/>
                      <a:pt x="45800" y="71058"/>
                    </a:cubicBezTo>
                    <a:cubicBezTo>
                      <a:pt x="45900" y="71191"/>
                      <a:pt x="46033" y="71291"/>
                      <a:pt x="46167" y="71392"/>
                    </a:cubicBezTo>
                    <a:lnTo>
                      <a:pt x="46567" y="71625"/>
                    </a:lnTo>
                    <a:cubicBezTo>
                      <a:pt x="46700" y="71725"/>
                      <a:pt x="46867" y="71792"/>
                      <a:pt x="47034" y="71859"/>
                    </a:cubicBezTo>
                    <a:cubicBezTo>
                      <a:pt x="47167" y="71925"/>
                      <a:pt x="47334" y="72025"/>
                      <a:pt x="47501" y="72025"/>
                    </a:cubicBezTo>
                    <a:cubicBezTo>
                      <a:pt x="47723" y="72081"/>
                      <a:pt x="47946" y="72103"/>
                      <a:pt x="48167" y="72103"/>
                    </a:cubicBezTo>
                    <a:cubicBezTo>
                      <a:pt x="48609" y="72103"/>
                      <a:pt x="49046" y="72014"/>
                      <a:pt x="49469" y="71925"/>
                    </a:cubicBezTo>
                    <a:cubicBezTo>
                      <a:pt x="50069" y="71792"/>
                      <a:pt x="50670" y="71592"/>
                      <a:pt x="51237" y="71458"/>
                    </a:cubicBezTo>
                    <a:cubicBezTo>
                      <a:pt x="51742" y="71314"/>
                      <a:pt x="52259" y="71245"/>
                      <a:pt x="52769" y="71245"/>
                    </a:cubicBezTo>
                    <a:cubicBezTo>
                      <a:pt x="53440" y="71245"/>
                      <a:pt x="54100" y="71364"/>
                      <a:pt x="54706" y="71592"/>
                    </a:cubicBezTo>
                    <a:cubicBezTo>
                      <a:pt x="55240" y="71758"/>
                      <a:pt x="55673" y="72192"/>
                      <a:pt x="55974" y="72626"/>
                    </a:cubicBezTo>
                    <a:cubicBezTo>
                      <a:pt x="56240" y="73126"/>
                      <a:pt x="56474" y="73693"/>
                      <a:pt x="56574" y="74227"/>
                    </a:cubicBezTo>
                    <a:cubicBezTo>
                      <a:pt x="56874" y="75428"/>
                      <a:pt x="56908" y="76729"/>
                      <a:pt x="56841" y="78030"/>
                    </a:cubicBezTo>
                    <a:cubicBezTo>
                      <a:pt x="56808" y="78697"/>
                      <a:pt x="56707" y="79297"/>
                      <a:pt x="56574" y="79964"/>
                    </a:cubicBezTo>
                    <a:lnTo>
                      <a:pt x="56207" y="81966"/>
                    </a:lnTo>
                    <a:cubicBezTo>
                      <a:pt x="56140" y="82299"/>
                      <a:pt x="56140" y="82700"/>
                      <a:pt x="56074" y="83033"/>
                    </a:cubicBezTo>
                    <a:cubicBezTo>
                      <a:pt x="56040" y="83367"/>
                      <a:pt x="56007" y="83734"/>
                      <a:pt x="56007" y="84067"/>
                    </a:cubicBezTo>
                    <a:cubicBezTo>
                      <a:pt x="56040" y="84734"/>
                      <a:pt x="56007" y="85435"/>
                      <a:pt x="56074" y="86135"/>
                    </a:cubicBezTo>
                    <a:cubicBezTo>
                      <a:pt x="56174" y="87570"/>
                      <a:pt x="56374" y="88937"/>
                      <a:pt x="56474" y="90372"/>
                    </a:cubicBezTo>
                    <a:cubicBezTo>
                      <a:pt x="56474" y="90705"/>
                      <a:pt x="56507" y="91072"/>
                      <a:pt x="56507" y="91406"/>
                    </a:cubicBezTo>
                    <a:lnTo>
                      <a:pt x="56474" y="92440"/>
                    </a:lnTo>
                    <a:lnTo>
                      <a:pt x="56474" y="92974"/>
                    </a:lnTo>
                    <a:lnTo>
                      <a:pt x="56374" y="93474"/>
                    </a:lnTo>
                    <a:lnTo>
                      <a:pt x="56307" y="93974"/>
                    </a:lnTo>
                    <a:cubicBezTo>
                      <a:pt x="56307" y="94141"/>
                      <a:pt x="56240" y="94308"/>
                      <a:pt x="56207" y="94475"/>
                    </a:cubicBezTo>
                    <a:cubicBezTo>
                      <a:pt x="55907" y="95876"/>
                      <a:pt x="55340" y="97143"/>
                      <a:pt x="54806" y="98544"/>
                    </a:cubicBezTo>
                    <a:cubicBezTo>
                      <a:pt x="54673" y="98878"/>
                      <a:pt x="54539" y="99245"/>
                      <a:pt x="54406" y="99578"/>
                    </a:cubicBezTo>
                    <a:cubicBezTo>
                      <a:pt x="54339" y="99912"/>
                      <a:pt x="54172" y="100245"/>
                      <a:pt x="54072" y="100612"/>
                    </a:cubicBezTo>
                    <a:lnTo>
                      <a:pt x="53805" y="101713"/>
                    </a:lnTo>
                    <a:lnTo>
                      <a:pt x="53639" y="102814"/>
                    </a:lnTo>
                    <a:cubicBezTo>
                      <a:pt x="53405" y="104315"/>
                      <a:pt x="53672" y="105783"/>
                      <a:pt x="53839" y="107251"/>
                    </a:cubicBezTo>
                    <a:cubicBezTo>
                      <a:pt x="54006" y="108718"/>
                      <a:pt x="54072" y="110153"/>
                      <a:pt x="53539" y="111487"/>
                    </a:cubicBezTo>
                    <a:cubicBezTo>
                      <a:pt x="53305" y="112154"/>
                      <a:pt x="52905" y="112788"/>
                      <a:pt x="52404" y="113288"/>
                    </a:cubicBezTo>
                    <a:lnTo>
                      <a:pt x="51671" y="114055"/>
                    </a:lnTo>
                    <a:lnTo>
                      <a:pt x="51237" y="114389"/>
                    </a:lnTo>
                    <a:cubicBezTo>
                      <a:pt x="51070" y="114489"/>
                      <a:pt x="50970" y="114589"/>
                      <a:pt x="50803" y="114656"/>
                    </a:cubicBezTo>
                    <a:cubicBezTo>
                      <a:pt x="49536" y="115390"/>
                      <a:pt x="48135" y="115723"/>
                      <a:pt x="46734" y="116224"/>
                    </a:cubicBezTo>
                    <a:cubicBezTo>
                      <a:pt x="46067" y="116457"/>
                      <a:pt x="45366" y="116757"/>
                      <a:pt x="44732" y="117124"/>
                    </a:cubicBezTo>
                    <a:cubicBezTo>
                      <a:pt x="44065" y="117491"/>
                      <a:pt x="43531" y="118058"/>
                      <a:pt x="43131" y="118659"/>
                    </a:cubicBezTo>
                    <a:cubicBezTo>
                      <a:pt x="43031" y="118825"/>
                      <a:pt x="42898" y="118992"/>
                      <a:pt x="42831" y="119159"/>
                    </a:cubicBezTo>
                    <a:lnTo>
                      <a:pt x="42664" y="119726"/>
                    </a:lnTo>
                    <a:cubicBezTo>
                      <a:pt x="42631" y="119893"/>
                      <a:pt x="42564" y="120093"/>
                      <a:pt x="42531" y="120260"/>
                    </a:cubicBezTo>
                    <a:cubicBezTo>
                      <a:pt x="42497" y="120427"/>
                      <a:pt x="42464" y="120627"/>
                      <a:pt x="42464" y="120794"/>
                    </a:cubicBezTo>
                    <a:cubicBezTo>
                      <a:pt x="42331" y="121561"/>
                      <a:pt x="42331" y="122261"/>
                      <a:pt x="42364" y="122962"/>
                    </a:cubicBezTo>
                    <a:cubicBezTo>
                      <a:pt x="42397" y="124429"/>
                      <a:pt x="42564" y="125797"/>
                      <a:pt x="42331" y="127131"/>
                    </a:cubicBezTo>
                    <a:cubicBezTo>
                      <a:pt x="42164" y="127799"/>
                      <a:pt x="41964" y="128432"/>
                      <a:pt x="41630" y="128999"/>
                    </a:cubicBezTo>
                    <a:cubicBezTo>
                      <a:pt x="41230" y="129566"/>
                      <a:pt x="40829" y="130067"/>
                      <a:pt x="40329" y="130500"/>
                    </a:cubicBezTo>
                    <a:cubicBezTo>
                      <a:pt x="39328" y="131434"/>
                      <a:pt x="38128" y="132002"/>
                      <a:pt x="36860" y="132268"/>
                    </a:cubicBezTo>
                    <a:cubicBezTo>
                      <a:pt x="36209" y="132368"/>
                      <a:pt x="35567" y="132410"/>
                      <a:pt x="34929" y="132410"/>
                    </a:cubicBezTo>
                    <a:cubicBezTo>
                      <a:pt x="34291" y="132410"/>
                      <a:pt x="33658" y="132368"/>
                      <a:pt x="33024" y="132302"/>
                    </a:cubicBezTo>
                    <a:cubicBezTo>
                      <a:pt x="31790" y="132135"/>
                      <a:pt x="30522" y="131935"/>
                      <a:pt x="29321" y="131768"/>
                    </a:cubicBezTo>
                    <a:cubicBezTo>
                      <a:pt x="28164" y="131616"/>
                      <a:pt x="27090" y="131464"/>
                      <a:pt x="25999" y="131464"/>
                    </a:cubicBezTo>
                    <a:cubicBezTo>
                      <a:pt x="25894" y="131464"/>
                      <a:pt x="25790" y="131465"/>
                      <a:pt x="25685" y="131468"/>
                    </a:cubicBezTo>
                    <a:cubicBezTo>
                      <a:pt x="24484" y="131468"/>
                      <a:pt x="23317" y="131668"/>
                      <a:pt x="22283" y="132102"/>
                    </a:cubicBezTo>
                    <a:cubicBezTo>
                      <a:pt x="21215" y="132569"/>
                      <a:pt x="20281" y="133069"/>
                      <a:pt x="19347" y="133569"/>
                    </a:cubicBezTo>
                    <a:cubicBezTo>
                      <a:pt x="18447" y="134070"/>
                      <a:pt x="17513" y="134570"/>
                      <a:pt x="16646" y="134937"/>
                    </a:cubicBezTo>
                    <a:cubicBezTo>
                      <a:pt x="15712" y="135304"/>
                      <a:pt x="14811" y="135504"/>
                      <a:pt x="13944" y="135504"/>
                    </a:cubicBezTo>
                    <a:cubicBezTo>
                      <a:pt x="13043" y="135504"/>
                      <a:pt x="12209" y="135304"/>
                      <a:pt x="11442" y="135104"/>
                    </a:cubicBezTo>
                    <a:cubicBezTo>
                      <a:pt x="9874" y="134603"/>
                      <a:pt x="8506" y="134003"/>
                      <a:pt x="7272" y="133603"/>
                    </a:cubicBezTo>
                    <a:cubicBezTo>
                      <a:pt x="6177" y="133188"/>
                      <a:pt x="5134" y="132958"/>
                      <a:pt x="4284" y="132958"/>
                    </a:cubicBezTo>
                    <a:cubicBezTo>
                      <a:pt x="4176" y="132958"/>
                      <a:pt x="4071" y="132961"/>
                      <a:pt x="3970" y="132969"/>
                    </a:cubicBezTo>
                    <a:cubicBezTo>
                      <a:pt x="3703" y="133002"/>
                      <a:pt x="3503" y="133002"/>
                      <a:pt x="3303" y="133069"/>
                    </a:cubicBezTo>
                    <a:cubicBezTo>
                      <a:pt x="3103" y="133102"/>
                      <a:pt x="2869" y="133136"/>
                      <a:pt x="2702" y="133169"/>
                    </a:cubicBezTo>
                    <a:cubicBezTo>
                      <a:pt x="2369" y="133302"/>
                      <a:pt x="2102" y="133336"/>
                      <a:pt x="1868" y="133469"/>
                    </a:cubicBezTo>
                    <a:cubicBezTo>
                      <a:pt x="1668" y="133569"/>
                      <a:pt x="1501" y="133636"/>
                      <a:pt x="1368" y="133669"/>
                    </a:cubicBezTo>
                    <a:cubicBezTo>
                      <a:pt x="1235" y="133736"/>
                      <a:pt x="1201" y="133769"/>
                      <a:pt x="1201" y="133769"/>
                    </a:cubicBezTo>
                    <a:cubicBezTo>
                      <a:pt x="968" y="133903"/>
                      <a:pt x="734" y="134003"/>
                      <a:pt x="701" y="134270"/>
                    </a:cubicBezTo>
                    <a:cubicBezTo>
                      <a:pt x="534" y="134403"/>
                      <a:pt x="401" y="134470"/>
                      <a:pt x="301" y="134570"/>
                    </a:cubicBezTo>
                    <a:cubicBezTo>
                      <a:pt x="67" y="134737"/>
                      <a:pt x="0" y="134804"/>
                      <a:pt x="0" y="134837"/>
                    </a:cubicBezTo>
                    <a:cubicBezTo>
                      <a:pt x="0" y="134856"/>
                      <a:pt x="11" y="134864"/>
                      <a:pt x="31" y="134864"/>
                    </a:cubicBezTo>
                    <a:cubicBezTo>
                      <a:pt x="83" y="134864"/>
                      <a:pt x="199" y="134809"/>
                      <a:pt x="367" y="134737"/>
                    </a:cubicBezTo>
                    <a:cubicBezTo>
                      <a:pt x="501" y="134637"/>
                      <a:pt x="667" y="134570"/>
                      <a:pt x="834" y="134470"/>
                    </a:cubicBezTo>
                    <a:cubicBezTo>
                      <a:pt x="1001" y="134337"/>
                      <a:pt x="1201" y="134270"/>
                      <a:pt x="1468" y="134136"/>
                    </a:cubicBezTo>
                    <a:cubicBezTo>
                      <a:pt x="1468" y="134136"/>
                      <a:pt x="1501" y="134103"/>
                      <a:pt x="1635" y="134070"/>
                    </a:cubicBezTo>
                    <a:cubicBezTo>
                      <a:pt x="1735" y="134003"/>
                      <a:pt x="1902" y="133936"/>
                      <a:pt x="2135" y="133836"/>
                    </a:cubicBezTo>
                    <a:cubicBezTo>
                      <a:pt x="2335" y="133736"/>
                      <a:pt x="2636" y="133669"/>
                      <a:pt x="2969" y="133569"/>
                    </a:cubicBezTo>
                    <a:cubicBezTo>
                      <a:pt x="3136" y="133503"/>
                      <a:pt x="3303" y="133469"/>
                      <a:pt x="3503" y="133436"/>
                    </a:cubicBezTo>
                    <a:cubicBezTo>
                      <a:pt x="3703" y="133403"/>
                      <a:pt x="3903" y="133403"/>
                      <a:pt x="4137" y="133336"/>
                    </a:cubicBezTo>
                    <a:cubicBezTo>
                      <a:pt x="4235" y="133328"/>
                      <a:pt x="4336" y="133325"/>
                      <a:pt x="4441" y="133325"/>
                    </a:cubicBezTo>
                    <a:cubicBezTo>
                      <a:pt x="5262" y="133325"/>
                      <a:pt x="6274" y="133552"/>
                      <a:pt x="7339" y="133936"/>
                    </a:cubicBezTo>
                    <a:cubicBezTo>
                      <a:pt x="8573" y="134337"/>
                      <a:pt x="9974" y="134937"/>
                      <a:pt x="11542" y="135437"/>
                    </a:cubicBezTo>
                    <a:cubicBezTo>
                      <a:pt x="12342" y="135637"/>
                      <a:pt x="13210" y="135838"/>
                      <a:pt x="14144" y="135838"/>
                    </a:cubicBezTo>
                    <a:cubicBezTo>
                      <a:pt x="15044" y="135838"/>
                      <a:pt x="16012" y="135637"/>
                      <a:pt x="16912" y="135271"/>
                    </a:cubicBezTo>
                    <a:cubicBezTo>
                      <a:pt x="17846" y="134904"/>
                      <a:pt x="18714" y="134403"/>
                      <a:pt x="19648" y="133903"/>
                    </a:cubicBezTo>
                    <a:cubicBezTo>
                      <a:pt x="20582" y="133403"/>
                      <a:pt x="21549" y="132902"/>
                      <a:pt x="22550" y="132469"/>
                    </a:cubicBezTo>
                    <a:cubicBezTo>
                      <a:pt x="23550" y="132102"/>
                      <a:pt x="24685" y="131901"/>
                      <a:pt x="25852" y="131901"/>
                    </a:cubicBezTo>
                    <a:cubicBezTo>
                      <a:pt x="26986" y="131901"/>
                      <a:pt x="28187" y="132002"/>
                      <a:pt x="29388" y="132168"/>
                    </a:cubicBezTo>
                    <a:cubicBezTo>
                      <a:pt x="30589" y="132335"/>
                      <a:pt x="31823" y="132602"/>
                      <a:pt x="33091" y="132735"/>
                    </a:cubicBezTo>
                    <a:cubicBezTo>
                      <a:pt x="33753" y="132788"/>
                      <a:pt x="34433" y="132840"/>
                      <a:pt x="35122" y="132840"/>
                    </a:cubicBezTo>
                    <a:cubicBezTo>
                      <a:pt x="35752" y="132840"/>
                      <a:pt x="36389" y="132796"/>
                      <a:pt x="37027" y="132669"/>
                    </a:cubicBezTo>
                    <a:cubicBezTo>
                      <a:pt x="38361" y="132435"/>
                      <a:pt x="39662" y="131801"/>
                      <a:pt x="40663" y="130834"/>
                    </a:cubicBezTo>
                    <a:cubicBezTo>
                      <a:pt x="41163" y="130400"/>
                      <a:pt x="41597" y="129833"/>
                      <a:pt x="41997" y="129266"/>
                    </a:cubicBezTo>
                    <a:cubicBezTo>
                      <a:pt x="42364" y="128632"/>
                      <a:pt x="42597" y="127965"/>
                      <a:pt x="42731" y="127265"/>
                    </a:cubicBezTo>
                    <a:cubicBezTo>
                      <a:pt x="42998" y="125830"/>
                      <a:pt x="42831" y="124429"/>
                      <a:pt x="42764" y="122995"/>
                    </a:cubicBezTo>
                    <a:cubicBezTo>
                      <a:pt x="42731" y="122295"/>
                      <a:pt x="42731" y="121594"/>
                      <a:pt x="42864" y="120927"/>
                    </a:cubicBezTo>
                    <a:cubicBezTo>
                      <a:pt x="42864" y="120760"/>
                      <a:pt x="42898" y="120593"/>
                      <a:pt x="42931" y="120427"/>
                    </a:cubicBezTo>
                    <a:cubicBezTo>
                      <a:pt x="42998" y="120260"/>
                      <a:pt x="42998" y="120093"/>
                      <a:pt x="43064" y="119926"/>
                    </a:cubicBezTo>
                    <a:lnTo>
                      <a:pt x="43231" y="119426"/>
                    </a:lnTo>
                    <a:cubicBezTo>
                      <a:pt x="43331" y="119259"/>
                      <a:pt x="43398" y="119126"/>
                      <a:pt x="43498" y="118959"/>
                    </a:cubicBezTo>
                    <a:cubicBezTo>
                      <a:pt x="43865" y="118392"/>
                      <a:pt x="44399" y="117925"/>
                      <a:pt x="44999" y="117558"/>
                    </a:cubicBezTo>
                    <a:cubicBezTo>
                      <a:pt x="45600" y="117158"/>
                      <a:pt x="46267" y="116924"/>
                      <a:pt x="46934" y="116657"/>
                    </a:cubicBezTo>
                    <a:cubicBezTo>
                      <a:pt x="48335" y="116224"/>
                      <a:pt x="49769" y="115823"/>
                      <a:pt x="51070" y="115089"/>
                    </a:cubicBezTo>
                    <a:cubicBezTo>
                      <a:pt x="51204" y="114989"/>
                      <a:pt x="51370" y="114923"/>
                      <a:pt x="51537" y="114789"/>
                    </a:cubicBezTo>
                    <a:lnTo>
                      <a:pt x="52004" y="114456"/>
                    </a:lnTo>
                    <a:cubicBezTo>
                      <a:pt x="52238" y="114222"/>
                      <a:pt x="52538" y="113955"/>
                      <a:pt x="52771" y="113655"/>
                    </a:cubicBezTo>
                    <a:cubicBezTo>
                      <a:pt x="53272" y="113121"/>
                      <a:pt x="53705" y="112454"/>
                      <a:pt x="54006" y="111754"/>
                    </a:cubicBezTo>
                    <a:cubicBezTo>
                      <a:pt x="54272" y="111053"/>
                      <a:pt x="54439" y="110286"/>
                      <a:pt x="54439" y="109552"/>
                    </a:cubicBezTo>
                    <a:cubicBezTo>
                      <a:pt x="54439" y="108752"/>
                      <a:pt x="54406" y="108051"/>
                      <a:pt x="54339" y="107284"/>
                    </a:cubicBezTo>
                    <a:cubicBezTo>
                      <a:pt x="54172" y="105816"/>
                      <a:pt x="53905" y="104382"/>
                      <a:pt x="54106" y="102947"/>
                    </a:cubicBezTo>
                    <a:lnTo>
                      <a:pt x="54272" y="101913"/>
                    </a:lnTo>
                    <a:lnTo>
                      <a:pt x="54573" y="100879"/>
                    </a:lnTo>
                    <a:cubicBezTo>
                      <a:pt x="54673" y="100479"/>
                      <a:pt x="54773" y="100145"/>
                      <a:pt x="54906" y="99812"/>
                    </a:cubicBezTo>
                    <a:cubicBezTo>
                      <a:pt x="55006" y="99478"/>
                      <a:pt x="55173" y="99145"/>
                      <a:pt x="55273" y="98811"/>
                    </a:cubicBezTo>
                    <a:cubicBezTo>
                      <a:pt x="55840" y="97477"/>
                      <a:pt x="56441" y="96143"/>
                      <a:pt x="56741" y="94708"/>
                    </a:cubicBezTo>
                    <a:cubicBezTo>
                      <a:pt x="56841" y="94541"/>
                      <a:pt x="56841" y="94308"/>
                      <a:pt x="56874" y="94141"/>
                    </a:cubicBezTo>
                    <a:lnTo>
                      <a:pt x="56941" y="93607"/>
                    </a:lnTo>
                    <a:lnTo>
                      <a:pt x="57041" y="93074"/>
                    </a:lnTo>
                    <a:lnTo>
                      <a:pt x="57041" y="92540"/>
                    </a:lnTo>
                    <a:lnTo>
                      <a:pt x="57074" y="91439"/>
                    </a:lnTo>
                    <a:cubicBezTo>
                      <a:pt x="57074" y="91072"/>
                      <a:pt x="57041" y="90739"/>
                      <a:pt x="57041" y="90372"/>
                    </a:cubicBezTo>
                    <a:cubicBezTo>
                      <a:pt x="56874" y="87536"/>
                      <a:pt x="56274" y="84768"/>
                      <a:pt x="56774" y="82099"/>
                    </a:cubicBezTo>
                    <a:cubicBezTo>
                      <a:pt x="57375" y="79464"/>
                      <a:pt x="57775" y="76729"/>
                      <a:pt x="57174" y="74127"/>
                    </a:cubicBezTo>
                    <a:cubicBezTo>
                      <a:pt x="57008" y="73560"/>
                      <a:pt x="56774" y="72959"/>
                      <a:pt x="56441" y="72426"/>
                    </a:cubicBezTo>
                    <a:cubicBezTo>
                      <a:pt x="56174" y="71892"/>
                      <a:pt x="55607" y="71392"/>
                      <a:pt x="55006" y="71191"/>
                    </a:cubicBezTo>
                    <a:cubicBezTo>
                      <a:pt x="54364" y="70916"/>
                      <a:pt x="53650" y="70792"/>
                      <a:pt x="52938" y="70792"/>
                    </a:cubicBezTo>
                    <a:cubicBezTo>
                      <a:pt x="52357" y="70792"/>
                      <a:pt x="51777" y="70875"/>
                      <a:pt x="51237" y="71025"/>
                    </a:cubicBezTo>
                    <a:cubicBezTo>
                      <a:pt x="50603" y="71125"/>
                      <a:pt x="50036" y="71358"/>
                      <a:pt x="49436" y="71458"/>
                    </a:cubicBezTo>
                    <a:cubicBezTo>
                      <a:pt x="49058" y="71547"/>
                      <a:pt x="48650" y="71621"/>
                      <a:pt x="48262" y="71621"/>
                    </a:cubicBezTo>
                    <a:cubicBezTo>
                      <a:pt x="48068" y="71621"/>
                      <a:pt x="47879" y="71603"/>
                      <a:pt x="47701" y="71558"/>
                    </a:cubicBezTo>
                    <a:cubicBezTo>
                      <a:pt x="47534" y="71558"/>
                      <a:pt x="47401" y="71458"/>
                      <a:pt x="47267" y="71425"/>
                    </a:cubicBezTo>
                    <a:cubicBezTo>
                      <a:pt x="47167" y="71392"/>
                      <a:pt x="47034" y="71358"/>
                      <a:pt x="46900" y="71258"/>
                    </a:cubicBezTo>
                    <a:lnTo>
                      <a:pt x="46534" y="71058"/>
                    </a:lnTo>
                    <a:cubicBezTo>
                      <a:pt x="46400" y="70958"/>
                      <a:pt x="46333" y="70858"/>
                      <a:pt x="46200" y="70758"/>
                    </a:cubicBezTo>
                    <a:cubicBezTo>
                      <a:pt x="45933" y="70591"/>
                      <a:pt x="45766" y="70357"/>
                      <a:pt x="45566" y="70124"/>
                    </a:cubicBezTo>
                    <a:cubicBezTo>
                      <a:pt x="45366" y="69924"/>
                      <a:pt x="45166" y="69690"/>
                      <a:pt x="45099" y="69457"/>
                    </a:cubicBezTo>
                    <a:cubicBezTo>
                      <a:pt x="44932" y="69023"/>
                      <a:pt x="45433" y="68589"/>
                      <a:pt x="45933" y="68256"/>
                    </a:cubicBezTo>
                    <a:cubicBezTo>
                      <a:pt x="46433" y="67922"/>
                      <a:pt x="47001" y="67689"/>
                      <a:pt x="47534" y="67389"/>
                    </a:cubicBezTo>
                    <a:cubicBezTo>
                      <a:pt x="48602" y="66788"/>
                      <a:pt x="49736" y="66254"/>
                      <a:pt x="50737" y="65554"/>
                    </a:cubicBezTo>
                    <a:cubicBezTo>
                      <a:pt x="51737" y="64887"/>
                      <a:pt x="52671" y="64053"/>
                      <a:pt x="53372" y="63086"/>
                    </a:cubicBezTo>
                    <a:cubicBezTo>
                      <a:pt x="54072" y="62118"/>
                      <a:pt x="54573" y="61017"/>
                      <a:pt x="54773" y="59883"/>
                    </a:cubicBezTo>
                    <a:cubicBezTo>
                      <a:pt x="54873" y="59616"/>
                      <a:pt x="54873" y="59350"/>
                      <a:pt x="54906" y="59049"/>
                    </a:cubicBezTo>
                    <a:cubicBezTo>
                      <a:pt x="54940" y="58782"/>
                      <a:pt x="54940" y="58516"/>
                      <a:pt x="54940" y="58215"/>
                    </a:cubicBezTo>
                    <a:cubicBezTo>
                      <a:pt x="54940" y="57915"/>
                      <a:pt x="54906" y="57682"/>
                      <a:pt x="54906" y="57381"/>
                    </a:cubicBezTo>
                    <a:cubicBezTo>
                      <a:pt x="54873" y="57081"/>
                      <a:pt x="54873" y="56781"/>
                      <a:pt x="54839" y="56548"/>
                    </a:cubicBezTo>
                    <a:cubicBezTo>
                      <a:pt x="54673" y="55447"/>
                      <a:pt x="54272" y="54446"/>
                      <a:pt x="53872" y="53545"/>
                    </a:cubicBezTo>
                    <a:cubicBezTo>
                      <a:pt x="53438" y="52678"/>
                      <a:pt x="53038" y="51777"/>
                      <a:pt x="52838" y="50910"/>
                    </a:cubicBezTo>
                    <a:cubicBezTo>
                      <a:pt x="52738" y="50677"/>
                      <a:pt x="52738" y="50443"/>
                      <a:pt x="52705" y="50243"/>
                    </a:cubicBezTo>
                    <a:lnTo>
                      <a:pt x="52571" y="49609"/>
                    </a:lnTo>
                    <a:lnTo>
                      <a:pt x="52571" y="49009"/>
                    </a:lnTo>
                    <a:cubicBezTo>
                      <a:pt x="52605" y="48775"/>
                      <a:pt x="52605" y="48609"/>
                      <a:pt x="52671" y="48408"/>
                    </a:cubicBezTo>
                    <a:cubicBezTo>
                      <a:pt x="52838" y="47608"/>
                      <a:pt x="53238" y="47007"/>
                      <a:pt x="53739" y="46507"/>
                    </a:cubicBezTo>
                    <a:cubicBezTo>
                      <a:pt x="54239" y="46007"/>
                      <a:pt x="54739" y="45540"/>
                      <a:pt x="55206" y="45106"/>
                    </a:cubicBezTo>
                    <a:cubicBezTo>
                      <a:pt x="55673" y="44672"/>
                      <a:pt x="56040" y="44239"/>
                      <a:pt x="56341" y="43838"/>
                    </a:cubicBezTo>
                    <a:cubicBezTo>
                      <a:pt x="56474" y="43605"/>
                      <a:pt x="56574" y="43438"/>
                      <a:pt x="56707" y="43238"/>
                    </a:cubicBezTo>
                    <a:cubicBezTo>
                      <a:pt x="56841" y="43038"/>
                      <a:pt x="56908" y="42871"/>
                      <a:pt x="57008" y="42704"/>
                    </a:cubicBezTo>
                    <a:cubicBezTo>
                      <a:pt x="57141" y="42404"/>
                      <a:pt x="57241" y="42171"/>
                      <a:pt x="57375" y="41870"/>
                    </a:cubicBezTo>
                    <a:cubicBezTo>
                      <a:pt x="57441" y="41570"/>
                      <a:pt x="57575" y="41270"/>
                      <a:pt x="57608" y="41003"/>
                    </a:cubicBezTo>
                    <a:cubicBezTo>
                      <a:pt x="57742" y="40403"/>
                      <a:pt x="57842" y="39836"/>
                      <a:pt x="58108" y="39369"/>
                    </a:cubicBezTo>
                    <a:lnTo>
                      <a:pt x="58209" y="39202"/>
                    </a:lnTo>
                    <a:lnTo>
                      <a:pt x="58342" y="39035"/>
                    </a:lnTo>
                    <a:lnTo>
                      <a:pt x="58575" y="38701"/>
                    </a:lnTo>
                    <a:cubicBezTo>
                      <a:pt x="58742" y="38501"/>
                      <a:pt x="58942" y="38335"/>
                      <a:pt x="59176" y="38101"/>
                    </a:cubicBezTo>
                    <a:cubicBezTo>
                      <a:pt x="59376" y="37901"/>
                      <a:pt x="59610" y="37767"/>
                      <a:pt x="59843" y="37601"/>
                    </a:cubicBezTo>
                    <a:cubicBezTo>
                      <a:pt x="60077" y="37434"/>
                      <a:pt x="60277" y="37334"/>
                      <a:pt x="60544" y="37200"/>
                    </a:cubicBezTo>
                    <a:cubicBezTo>
                      <a:pt x="61511" y="36700"/>
                      <a:pt x="62545" y="36366"/>
                      <a:pt x="63579" y="36100"/>
                    </a:cubicBezTo>
                    <a:lnTo>
                      <a:pt x="63946" y="36033"/>
                    </a:lnTo>
                    <a:lnTo>
                      <a:pt x="64046" y="35999"/>
                    </a:lnTo>
                    <a:lnTo>
                      <a:pt x="64179" y="35999"/>
                    </a:lnTo>
                    <a:lnTo>
                      <a:pt x="64380" y="35933"/>
                    </a:lnTo>
                    <a:cubicBezTo>
                      <a:pt x="64613" y="35866"/>
                      <a:pt x="64880" y="35833"/>
                      <a:pt x="65113" y="35733"/>
                    </a:cubicBezTo>
                    <a:cubicBezTo>
                      <a:pt x="65614" y="35566"/>
                      <a:pt x="66114" y="35432"/>
                      <a:pt x="66615" y="35332"/>
                    </a:cubicBezTo>
                    <a:cubicBezTo>
                      <a:pt x="68616" y="34832"/>
                      <a:pt x="70584" y="34232"/>
                      <a:pt x="72285" y="33364"/>
                    </a:cubicBezTo>
                    <a:cubicBezTo>
                      <a:pt x="74053" y="32564"/>
                      <a:pt x="75754" y="31696"/>
                      <a:pt x="77055" y="30429"/>
                    </a:cubicBezTo>
                    <a:cubicBezTo>
                      <a:pt x="78356" y="29161"/>
                      <a:pt x="79190" y="27560"/>
                      <a:pt x="79524" y="25926"/>
                    </a:cubicBezTo>
                    <a:cubicBezTo>
                      <a:pt x="79791" y="24258"/>
                      <a:pt x="79457" y="22723"/>
                      <a:pt x="79424" y="21256"/>
                    </a:cubicBezTo>
                    <a:cubicBezTo>
                      <a:pt x="79390" y="20555"/>
                      <a:pt x="79424" y="19855"/>
                      <a:pt x="79590" y="19187"/>
                    </a:cubicBezTo>
                    <a:cubicBezTo>
                      <a:pt x="79757" y="18520"/>
                      <a:pt x="80091" y="17987"/>
                      <a:pt x="80458" y="17420"/>
                    </a:cubicBezTo>
                    <a:cubicBezTo>
                      <a:pt x="81225" y="16385"/>
                      <a:pt x="82192" y="15552"/>
                      <a:pt x="83060" y="14751"/>
                    </a:cubicBezTo>
                    <a:cubicBezTo>
                      <a:pt x="83460" y="14384"/>
                      <a:pt x="83894" y="13984"/>
                      <a:pt x="84227" y="13517"/>
                    </a:cubicBezTo>
                    <a:cubicBezTo>
                      <a:pt x="84561" y="13050"/>
                      <a:pt x="84794" y="12583"/>
                      <a:pt x="85028" y="12082"/>
                    </a:cubicBezTo>
                    <a:cubicBezTo>
                      <a:pt x="85094" y="11849"/>
                      <a:pt x="85161" y="11582"/>
                      <a:pt x="85228" y="11349"/>
                    </a:cubicBezTo>
                    <a:cubicBezTo>
                      <a:pt x="85261" y="11148"/>
                      <a:pt x="85328" y="10882"/>
                      <a:pt x="85361" y="10648"/>
                    </a:cubicBezTo>
                    <a:cubicBezTo>
                      <a:pt x="85395" y="10381"/>
                      <a:pt x="85395" y="10181"/>
                      <a:pt x="85428" y="9914"/>
                    </a:cubicBezTo>
                    <a:cubicBezTo>
                      <a:pt x="85395" y="9714"/>
                      <a:pt x="85395" y="9481"/>
                      <a:pt x="85395" y="9247"/>
                    </a:cubicBezTo>
                    <a:cubicBezTo>
                      <a:pt x="85295" y="8346"/>
                      <a:pt x="85161" y="7546"/>
                      <a:pt x="85028" y="6845"/>
                    </a:cubicBezTo>
                    <a:cubicBezTo>
                      <a:pt x="84894" y="6145"/>
                      <a:pt x="84761" y="5511"/>
                      <a:pt x="84694" y="4911"/>
                    </a:cubicBezTo>
                    <a:cubicBezTo>
                      <a:pt x="84527" y="3743"/>
                      <a:pt x="84594" y="2876"/>
                      <a:pt x="84727" y="2342"/>
                    </a:cubicBezTo>
                    <a:cubicBezTo>
                      <a:pt x="84761" y="2175"/>
                      <a:pt x="84761" y="2075"/>
                      <a:pt x="84794" y="1975"/>
                    </a:cubicBezTo>
                    <a:cubicBezTo>
                      <a:pt x="84861" y="1875"/>
                      <a:pt x="84861" y="1808"/>
                      <a:pt x="84894" y="1708"/>
                    </a:cubicBezTo>
                    <a:cubicBezTo>
                      <a:pt x="84928" y="1575"/>
                      <a:pt x="84961" y="1508"/>
                      <a:pt x="84961" y="1508"/>
                    </a:cubicBezTo>
                    <a:cubicBezTo>
                      <a:pt x="85128" y="1008"/>
                      <a:pt x="85295" y="674"/>
                      <a:pt x="85428" y="407"/>
                    </a:cubicBezTo>
                    <a:cubicBezTo>
                      <a:pt x="85528" y="174"/>
                      <a:pt x="85595" y="40"/>
                      <a:pt x="85561" y="7"/>
                    </a:cubicBezTo>
                    <a:cubicBezTo>
                      <a:pt x="85557" y="3"/>
                      <a:pt x="85552" y="1"/>
                      <a:pt x="855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4" name="Google Shape;254;p2"/>
              <p:cNvSpPr/>
              <p:nvPr/>
            </p:nvSpPr>
            <p:spPr>
              <a:xfrm>
                <a:off x="217240" y="2600833"/>
                <a:ext cx="520378" cy="286267"/>
              </a:xfrm>
              <a:custGeom>
                <a:avLst/>
                <a:gdLst/>
                <a:ahLst/>
                <a:cxnLst/>
                <a:rect l="l" t="t" r="r" b="b"/>
                <a:pathLst>
                  <a:path w="21521" h="11839" extrusionOk="0">
                    <a:moveTo>
                      <a:pt x="7674" y="0"/>
                    </a:moveTo>
                    <a:cubicBezTo>
                      <a:pt x="7235" y="0"/>
                      <a:pt x="6877" y="191"/>
                      <a:pt x="6543" y="358"/>
                    </a:cubicBezTo>
                    <a:cubicBezTo>
                      <a:pt x="6176" y="558"/>
                      <a:pt x="5842" y="858"/>
                      <a:pt x="5509" y="1092"/>
                    </a:cubicBezTo>
                    <a:lnTo>
                      <a:pt x="5275" y="1325"/>
                    </a:lnTo>
                    <a:lnTo>
                      <a:pt x="5142" y="1425"/>
                    </a:lnTo>
                    <a:lnTo>
                      <a:pt x="5009" y="1559"/>
                    </a:lnTo>
                    <a:lnTo>
                      <a:pt x="4642" y="2059"/>
                    </a:lnTo>
                    <a:cubicBezTo>
                      <a:pt x="4441" y="2359"/>
                      <a:pt x="4175" y="2693"/>
                      <a:pt x="3974" y="2993"/>
                    </a:cubicBezTo>
                    <a:cubicBezTo>
                      <a:pt x="3541" y="3594"/>
                      <a:pt x="3107" y="4161"/>
                      <a:pt x="2674" y="4561"/>
                    </a:cubicBezTo>
                    <a:cubicBezTo>
                      <a:pt x="2273" y="4995"/>
                      <a:pt x="1806" y="5328"/>
                      <a:pt x="1439" y="5362"/>
                    </a:cubicBezTo>
                    <a:cubicBezTo>
                      <a:pt x="1413" y="5364"/>
                      <a:pt x="1388" y="5365"/>
                      <a:pt x="1363" y="5365"/>
                    </a:cubicBezTo>
                    <a:cubicBezTo>
                      <a:pt x="1009" y="5365"/>
                      <a:pt x="795" y="5151"/>
                      <a:pt x="639" y="4995"/>
                    </a:cubicBezTo>
                    <a:cubicBezTo>
                      <a:pt x="505" y="4828"/>
                      <a:pt x="439" y="4694"/>
                      <a:pt x="439" y="4694"/>
                    </a:cubicBezTo>
                    <a:cubicBezTo>
                      <a:pt x="376" y="4595"/>
                      <a:pt x="290" y="4551"/>
                      <a:pt x="216" y="4551"/>
                    </a:cubicBezTo>
                    <a:cubicBezTo>
                      <a:pt x="92" y="4551"/>
                      <a:pt x="1" y="4673"/>
                      <a:pt x="105" y="4861"/>
                    </a:cubicBezTo>
                    <a:cubicBezTo>
                      <a:pt x="105" y="4861"/>
                      <a:pt x="172" y="5028"/>
                      <a:pt x="339" y="5228"/>
                    </a:cubicBezTo>
                    <a:cubicBezTo>
                      <a:pt x="472" y="5362"/>
                      <a:pt x="539" y="5495"/>
                      <a:pt x="772" y="5595"/>
                    </a:cubicBezTo>
                    <a:cubicBezTo>
                      <a:pt x="876" y="5699"/>
                      <a:pt x="1062" y="5783"/>
                      <a:pt x="1281" y="5783"/>
                    </a:cubicBezTo>
                    <a:cubicBezTo>
                      <a:pt x="1343" y="5783"/>
                      <a:pt x="1407" y="5776"/>
                      <a:pt x="1473" y="5762"/>
                    </a:cubicBezTo>
                    <a:cubicBezTo>
                      <a:pt x="2006" y="5695"/>
                      <a:pt x="2507" y="5295"/>
                      <a:pt x="3007" y="4895"/>
                    </a:cubicBezTo>
                    <a:cubicBezTo>
                      <a:pt x="3507" y="4428"/>
                      <a:pt x="3974" y="3894"/>
                      <a:pt x="4408" y="3293"/>
                    </a:cubicBezTo>
                    <a:cubicBezTo>
                      <a:pt x="4675" y="3027"/>
                      <a:pt x="4875" y="2726"/>
                      <a:pt x="5142" y="2393"/>
                    </a:cubicBezTo>
                    <a:cubicBezTo>
                      <a:pt x="5242" y="2226"/>
                      <a:pt x="5375" y="2059"/>
                      <a:pt x="5509" y="1926"/>
                    </a:cubicBezTo>
                    <a:lnTo>
                      <a:pt x="5576" y="1859"/>
                    </a:lnTo>
                    <a:lnTo>
                      <a:pt x="5709" y="1759"/>
                    </a:lnTo>
                    <a:lnTo>
                      <a:pt x="5909" y="1592"/>
                    </a:lnTo>
                    <a:cubicBezTo>
                      <a:pt x="6209" y="1359"/>
                      <a:pt x="6543" y="1092"/>
                      <a:pt x="6877" y="925"/>
                    </a:cubicBezTo>
                    <a:cubicBezTo>
                      <a:pt x="7167" y="780"/>
                      <a:pt x="7483" y="685"/>
                      <a:pt x="7758" y="685"/>
                    </a:cubicBezTo>
                    <a:cubicBezTo>
                      <a:pt x="7799" y="685"/>
                      <a:pt x="7838" y="687"/>
                      <a:pt x="7877" y="692"/>
                    </a:cubicBezTo>
                    <a:cubicBezTo>
                      <a:pt x="8177" y="725"/>
                      <a:pt x="8478" y="925"/>
                      <a:pt x="8678" y="1225"/>
                    </a:cubicBezTo>
                    <a:cubicBezTo>
                      <a:pt x="8878" y="1525"/>
                      <a:pt x="9078" y="1892"/>
                      <a:pt x="9245" y="2226"/>
                    </a:cubicBezTo>
                    <a:cubicBezTo>
                      <a:pt x="9578" y="2926"/>
                      <a:pt x="9912" y="3660"/>
                      <a:pt x="10412" y="4261"/>
                    </a:cubicBezTo>
                    <a:cubicBezTo>
                      <a:pt x="10879" y="4861"/>
                      <a:pt x="11580" y="5428"/>
                      <a:pt x="12481" y="5695"/>
                    </a:cubicBezTo>
                    <a:cubicBezTo>
                      <a:pt x="12811" y="5788"/>
                      <a:pt x="13152" y="5817"/>
                      <a:pt x="13493" y="5817"/>
                    </a:cubicBezTo>
                    <a:cubicBezTo>
                      <a:pt x="14013" y="5817"/>
                      <a:pt x="14532" y="5749"/>
                      <a:pt x="15016" y="5728"/>
                    </a:cubicBezTo>
                    <a:cubicBezTo>
                      <a:pt x="15383" y="5728"/>
                      <a:pt x="15750" y="5728"/>
                      <a:pt x="16050" y="5895"/>
                    </a:cubicBezTo>
                    <a:cubicBezTo>
                      <a:pt x="16350" y="6062"/>
                      <a:pt x="16550" y="6362"/>
                      <a:pt x="16717" y="6696"/>
                    </a:cubicBezTo>
                    <a:cubicBezTo>
                      <a:pt x="17017" y="7363"/>
                      <a:pt x="17084" y="8130"/>
                      <a:pt x="17317" y="8897"/>
                    </a:cubicBezTo>
                    <a:cubicBezTo>
                      <a:pt x="17517" y="9665"/>
                      <a:pt x="17718" y="10365"/>
                      <a:pt x="18151" y="10899"/>
                    </a:cubicBezTo>
                    <a:cubicBezTo>
                      <a:pt x="18318" y="11199"/>
                      <a:pt x="18585" y="11399"/>
                      <a:pt x="18852" y="11566"/>
                    </a:cubicBezTo>
                    <a:cubicBezTo>
                      <a:pt x="19152" y="11733"/>
                      <a:pt x="19419" y="11833"/>
                      <a:pt x="19686" y="11833"/>
                    </a:cubicBezTo>
                    <a:cubicBezTo>
                      <a:pt x="19743" y="11836"/>
                      <a:pt x="19799" y="11838"/>
                      <a:pt x="19853" y="11838"/>
                    </a:cubicBezTo>
                    <a:cubicBezTo>
                      <a:pt x="20298" y="11838"/>
                      <a:pt x="20615" y="11726"/>
                      <a:pt x="20853" y="11666"/>
                    </a:cubicBezTo>
                    <a:cubicBezTo>
                      <a:pt x="20987" y="11599"/>
                      <a:pt x="21053" y="11566"/>
                      <a:pt x="21153" y="11533"/>
                    </a:cubicBezTo>
                    <a:cubicBezTo>
                      <a:pt x="21187" y="11499"/>
                      <a:pt x="21220" y="11499"/>
                      <a:pt x="21220" y="11499"/>
                    </a:cubicBezTo>
                    <a:cubicBezTo>
                      <a:pt x="21520" y="11366"/>
                      <a:pt x="21387" y="11066"/>
                      <a:pt x="21020" y="11066"/>
                    </a:cubicBezTo>
                    <a:cubicBezTo>
                      <a:pt x="21020" y="11066"/>
                      <a:pt x="20987" y="11066"/>
                      <a:pt x="20953" y="11099"/>
                    </a:cubicBezTo>
                    <a:cubicBezTo>
                      <a:pt x="20853" y="11099"/>
                      <a:pt x="20786" y="11166"/>
                      <a:pt x="20653" y="11199"/>
                    </a:cubicBezTo>
                    <a:cubicBezTo>
                      <a:pt x="20501" y="11224"/>
                      <a:pt x="20234" y="11288"/>
                      <a:pt x="19938" y="11288"/>
                    </a:cubicBezTo>
                    <a:cubicBezTo>
                      <a:pt x="19845" y="11288"/>
                      <a:pt x="19749" y="11282"/>
                      <a:pt x="19652" y="11266"/>
                    </a:cubicBezTo>
                    <a:cubicBezTo>
                      <a:pt x="19452" y="11266"/>
                      <a:pt x="19219" y="11199"/>
                      <a:pt x="19019" y="11066"/>
                    </a:cubicBezTo>
                    <a:cubicBezTo>
                      <a:pt x="18852" y="10932"/>
                      <a:pt x="18652" y="10765"/>
                      <a:pt x="18485" y="10532"/>
                    </a:cubicBezTo>
                    <a:cubicBezTo>
                      <a:pt x="18185" y="10065"/>
                      <a:pt x="17984" y="9398"/>
                      <a:pt x="17818" y="8697"/>
                    </a:cubicBezTo>
                    <a:cubicBezTo>
                      <a:pt x="17651" y="7997"/>
                      <a:pt x="17618" y="7196"/>
                      <a:pt x="17217" y="6362"/>
                    </a:cubicBezTo>
                    <a:cubicBezTo>
                      <a:pt x="17050" y="5929"/>
                      <a:pt x="16817" y="5528"/>
                      <a:pt x="16350" y="5261"/>
                    </a:cubicBezTo>
                    <a:cubicBezTo>
                      <a:pt x="15883" y="5028"/>
                      <a:pt x="15383" y="5028"/>
                      <a:pt x="14982" y="5028"/>
                    </a:cubicBezTo>
                    <a:cubicBezTo>
                      <a:pt x="14469" y="5048"/>
                      <a:pt x="13991" y="5102"/>
                      <a:pt x="13541" y="5102"/>
                    </a:cubicBezTo>
                    <a:cubicBezTo>
                      <a:pt x="13231" y="5102"/>
                      <a:pt x="12933" y="5076"/>
                      <a:pt x="12647" y="4995"/>
                    </a:cubicBezTo>
                    <a:cubicBezTo>
                      <a:pt x="11947" y="4761"/>
                      <a:pt x="11380" y="4327"/>
                      <a:pt x="10979" y="3760"/>
                    </a:cubicBezTo>
                    <a:cubicBezTo>
                      <a:pt x="10546" y="3260"/>
                      <a:pt x="10212" y="2560"/>
                      <a:pt x="9845" y="1859"/>
                    </a:cubicBezTo>
                    <a:cubicBezTo>
                      <a:pt x="9679" y="1525"/>
                      <a:pt x="9478" y="1159"/>
                      <a:pt x="9178" y="758"/>
                    </a:cubicBezTo>
                    <a:cubicBezTo>
                      <a:pt x="8878" y="425"/>
                      <a:pt x="8478" y="58"/>
                      <a:pt x="7944" y="24"/>
                    </a:cubicBezTo>
                    <a:cubicBezTo>
                      <a:pt x="7850" y="8"/>
                      <a:pt x="7760" y="0"/>
                      <a:pt x="76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5" name="Google Shape;255;p2"/>
              <p:cNvSpPr/>
              <p:nvPr/>
            </p:nvSpPr>
            <p:spPr>
              <a:xfrm>
                <a:off x="222149" y="1610009"/>
                <a:ext cx="400929" cy="193730"/>
              </a:xfrm>
              <a:custGeom>
                <a:avLst/>
                <a:gdLst/>
                <a:ahLst/>
                <a:cxnLst/>
                <a:rect l="l" t="t" r="r" b="b"/>
                <a:pathLst>
                  <a:path w="16581" h="8012" extrusionOk="0">
                    <a:moveTo>
                      <a:pt x="7143" y="0"/>
                    </a:moveTo>
                    <a:cubicBezTo>
                      <a:pt x="7008" y="0"/>
                      <a:pt x="6874" y="12"/>
                      <a:pt x="6740" y="39"/>
                    </a:cubicBezTo>
                    <a:cubicBezTo>
                      <a:pt x="6073" y="205"/>
                      <a:pt x="5506" y="572"/>
                      <a:pt x="5072" y="1006"/>
                    </a:cubicBezTo>
                    <a:cubicBezTo>
                      <a:pt x="4172" y="1840"/>
                      <a:pt x="3571" y="2807"/>
                      <a:pt x="2938" y="3474"/>
                    </a:cubicBezTo>
                    <a:cubicBezTo>
                      <a:pt x="2604" y="3808"/>
                      <a:pt x="2304" y="4075"/>
                      <a:pt x="1970" y="4208"/>
                    </a:cubicBezTo>
                    <a:cubicBezTo>
                      <a:pt x="1791" y="4280"/>
                      <a:pt x="1622" y="4313"/>
                      <a:pt x="1468" y="4313"/>
                    </a:cubicBezTo>
                    <a:cubicBezTo>
                      <a:pt x="1334" y="4313"/>
                      <a:pt x="1211" y="4288"/>
                      <a:pt x="1103" y="4242"/>
                    </a:cubicBezTo>
                    <a:cubicBezTo>
                      <a:pt x="603" y="4075"/>
                      <a:pt x="402" y="3841"/>
                      <a:pt x="402" y="3841"/>
                    </a:cubicBezTo>
                    <a:cubicBezTo>
                      <a:pt x="371" y="3816"/>
                      <a:pt x="336" y="3805"/>
                      <a:pt x="301" y="3805"/>
                    </a:cubicBezTo>
                    <a:cubicBezTo>
                      <a:pt x="150" y="3805"/>
                      <a:pt x="0" y="4006"/>
                      <a:pt x="136" y="4142"/>
                    </a:cubicBezTo>
                    <a:cubicBezTo>
                      <a:pt x="138" y="4136"/>
                      <a:pt x="142" y="4133"/>
                      <a:pt x="148" y="4133"/>
                    </a:cubicBezTo>
                    <a:cubicBezTo>
                      <a:pt x="202" y="4133"/>
                      <a:pt x="391" y="4432"/>
                      <a:pt x="969" y="4675"/>
                    </a:cubicBezTo>
                    <a:cubicBezTo>
                      <a:pt x="1128" y="4746"/>
                      <a:pt x="1333" y="4788"/>
                      <a:pt x="1550" y="4788"/>
                    </a:cubicBezTo>
                    <a:cubicBezTo>
                      <a:pt x="1744" y="4788"/>
                      <a:pt x="1948" y="4754"/>
                      <a:pt x="2137" y="4675"/>
                    </a:cubicBezTo>
                    <a:cubicBezTo>
                      <a:pt x="2571" y="4509"/>
                      <a:pt x="2971" y="4175"/>
                      <a:pt x="3304" y="3841"/>
                    </a:cubicBezTo>
                    <a:cubicBezTo>
                      <a:pt x="4005" y="3141"/>
                      <a:pt x="4639" y="2207"/>
                      <a:pt x="5473" y="1473"/>
                    </a:cubicBezTo>
                    <a:cubicBezTo>
                      <a:pt x="5906" y="1073"/>
                      <a:pt x="6340" y="806"/>
                      <a:pt x="6840" y="706"/>
                    </a:cubicBezTo>
                    <a:cubicBezTo>
                      <a:pt x="6916" y="696"/>
                      <a:pt x="6991" y="691"/>
                      <a:pt x="7067" y="691"/>
                    </a:cubicBezTo>
                    <a:cubicBezTo>
                      <a:pt x="7491" y="691"/>
                      <a:pt x="7912" y="841"/>
                      <a:pt x="8308" y="1039"/>
                    </a:cubicBezTo>
                    <a:lnTo>
                      <a:pt x="8341" y="1073"/>
                    </a:lnTo>
                    <a:cubicBezTo>
                      <a:pt x="8441" y="1139"/>
                      <a:pt x="8575" y="1173"/>
                      <a:pt x="8642" y="1306"/>
                    </a:cubicBezTo>
                    <a:cubicBezTo>
                      <a:pt x="8742" y="1406"/>
                      <a:pt x="8808" y="1640"/>
                      <a:pt x="8908" y="1840"/>
                    </a:cubicBezTo>
                    <a:cubicBezTo>
                      <a:pt x="9075" y="2307"/>
                      <a:pt x="9109" y="2907"/>
                      <a:pt x="9442" y="3575"/>
                    </a:cubicBezTo>
                    <a:cubicBezTo>
                      <a:pt x="9576" y="3741"/>
                      <a:pt x="9676" y="3875"/>
                      <a:pt x="9809" y="4008"/>
                    </a:cubicBezTo>
                    <a:cubicBezTo>
                      <a:pt x="9842" y="4042"/>
                      <a:pt x="9943" y="4142"/>
                      <a:pt x="10009" y="4175"/>
                    </a:cubicBezTo>
                    <a:cubicBezTo>
                      <a:pt x="10109" y="4275"/>
                      <a:pt x="10176" y="4308"/>
                      <a:pt x="10276" y="4342"/>
                    </a:cubicBezTo>
                    <a:cubicBezTo>
                      <a:pt x="10532" y="4481"/>
                      <a:pt x="10820" y="4540"/>
                      <a:pt x="11096" y="4540"/>
                    </a:cubicBezTo>
                    <a:cubicBezTo>
                      <a:pt x="11215" y="4540"/>
                      <a:pt x="11332" y="4529"/>
                      <a:pt x="11444" y="4509"/>
                    </a:cubicBezTo>
                    <a:cubicBezTo>
                      <a:pt x="12177" y="4342"/>
                      <a:pt x="12745" y="3975"/>
                      <a:pt x="13245" y="3875"/>
                    </a:cubicBezTo>
                    <a:cubicBezTo>
                      <a:pt x="13286" y="3868"/>
                      <a:pt x="13328" y="3865"/>
                      <a:pt x="13372" y="3865"/>
                    </a:cubicBezTo>
                    <a:cubicBezTo>
                      <a:pt x="13784" y="3865"/>
                      <a:pt x="14280" y="4140"/>
                      <a:pt x="14613" y="4442"/>
                    </a:cubicBezTo>
                    <a:cubicBezTo>
                      <a:pt x="15413" y="5142"/>
                      <a:pt x="15747" y="6110"/>
                      <a:pt x="15947" y="6777"/>
                    </a:cubicBezTo>
                    <a:cubicBezTo>
                      <a:pt x="16080" y="7110"/>
                      <a:pt x="16114" y="7344"/>
                      <a:pt x="16147" y="7544"/>
                    </a:cubicBezTo>
                    <a:cubicBezTo>
                      <a:pt x="16180" y="7711"/>
                      <a:pt x="16180" y="7844"/>
                      <a:pt x="16180" y="7844"/>
                    </a:cubicBezTo>
                    <a:cubicBezTo>
                      <a:pt x="16209" y="7958"/>
                      <a:pt x="16286" y="8011"/>
                      <a:pt x="16365" y="8011"/>
                    </a:cubicBezTo>
                    <a:cubicBezTo>
                      <a:pt x="16471" y="8011"/>
                      <a:pt x="16581" y="7916"/>
                      <a:pt x="16581" y="7744"/>
                    </a:cubicBezTo>
                    <a:cubicBezTo>
                      <a:pt x="16581" y="7744"/>
                      <a:pt x="16581" y="7678"/>
                      <a:pt x="16514" y="7477"/>
                    </a:cubicBezTo>
                    <a:cubicBezTo>
                      <a:pt x="16481" y="7311"/>
                      <a:pt x="16447" y="7010"/>
                      <a:pt x="16347" y="6643"/>
                    </a:cubicBezTo>
                    <a:cubicBezTo>
                      <a:pt x="16280" y="6277"/>
                      <a:pt x="16147" y="5843"/>
                      <a:pt x="15947" y="5376"/>
                    </a:cubicBezTo>
                    <a:cubicBezTo>
                      <a:pt x="15747" y="4909"/>
                      <a:pt x="15446" y="4408"/>
                      <a:pt x="14979" y="4008"/>
                    </a:cubicBezTo>
                    <a:cubicBezTo>
                      <a:pt x="14779" y="3808"/>
                      <a:pt x="14479" y="3575"/>
                      <a:pt x="14179" y="3474"/>
                    </a:cubicBezTo>
                    <a:cubicBezTo>
                      <a:pt x="13946" y="3329"/>
                      <a:pt x="13613" y="3235"/>
                      <a:pt x="13288" y="3235"/>
                    </a:cubicBezTo>
                    <a:cubicBezTo>
                      <a:pt x="13240" y="3235"/>
                      <a:pt x="13192" y="3237"/>
                      <a:pt x="13145" y="3241"/>
                    </a:cubicBezTo>
                    <a:cubicBezTo>
                      <a:pt x="12411" y="3341"/>
                      <a:pt x="11844" y="3741"/>
                      <a:pt x="11310" y="3841"/>
                    </a:cubicBezTo>
                    <a:cubicBezTo>
                      <a:pt x="11239" y="3849"/>
                      <a:pt x="11174" y="3853"/>
                      <a:pt x="11113" y="3853"/>
                    </a:cubicBezTo>
                    <a:cubicBezTo>
                      <a:pt x="10915" y="3853"/>
                      <a:pt x="10763" y="3810"/>
                      <a:pt x="10610" y="3708"/>
                    </a:cubicBezTo>
                    <a:cubicBezTo>
                      <a:pt x="10410" y="3575"/>
                      <a:pt x="10143" y="3374"/>
                      <a:pt x="10076" y="3208"/>
                    </a:cubicBezTo>
                    <a:cubicBezTo>
                      <a:pt x="9842" y="2741"/>
                      <a:pt x="9776" y="2174"/>
                      <a:pt x="9609" y="1573"/>
                    </a:cubicBezTo>
                    <a:cubicBezTo>
                      <a:pt x="9509" y="1340"/>
                      <a:pt x="9409" y="1039"/>
                      <a:pt x="9175" y="806"/>
                    </a:cubicBezTo>
                    <a:cubicBezTo>
                      <a:pt x="9009" y="539"/>
                      <a:pt x="8742" y="472"/>
                      <a:pt x="8608" y="372"/>
                    </a:cubicBezTo>
                    <a:lnTo>
                      <a:pt x="8608" y="372"/>
                    </a:lnTo>
                    <a:lnTo>
                      <a:pt x="8642" y="406"/>
                    </a:lnTo>
                    <a:cubicBezTo>
                      <a:pt x="8215" y="192"/>
                      <a:pt x="7681" y="0"/>
                      <a:pt x="7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6" name="Google Shape;256;p2"/>
              <p:cNvSpPr/>
              <p:nvPr/>
            </p:nvSpPr>
            <p:spPr>
              <a:xfrm>
                <a:off x="239123" y="2074894"/>
                <a:ext cx="381536" cy="171194"/>
              </a:xfrm>
              <a:custGeom>
                <a:avLst/>
                <a:gdLst/>
                <a:ahLst/>
                <a:cxnLst/>
                <a:rect l="l" t="t" r="r" b="b"/>
                <a:pathLst>
                  <a:path w="15779" h="7080" extrusionOk="0">
                    <a:moveTo>
                      <a:pt x="12544" y="1"/>
                    </a:moveTo>
                    <a:cubicBezTo>
                      <a:pt x="12154" y="1"/>
                      <a:pt x="11762" y="81"/>
                      <a:pt x="11409" y="227"/>
                    </a:cubicBezTo>
                    <a:cubicBezTo>
                      <a:pt x="11275" y="293"/>
                      <a:pt x="11109" y="327"/>
                      <a:pt x="10942" y="427"/>
                    </a:cubicBezTo>
                    <a:cubicBezTo>
                      <a:pt x="10808" y="493"/>
                      <a:pt x="10642" y="594"/>
                      <a:pt x="10508" y="727"/>
                    </a:cubicBezTo>
                    <a:cubicBezTo>
                      <a:pt x="10275" y="960"/>
                      <a:pt x="10008" y="1227"/>
                      <a:pt x="9841" y="1461"/>
                    </a:cubicBezTo>
                    <a:cubicBezTo>
                      <a:pt x="9107" y="2495"/>
                      <a:pt x="8740" y="3729"/>
                      <a:pt x="8106" y="4430"/>
                    </a:cubicBezTo>
                    <a:cubicBezTo>
                      <a:pt x="7940" y="4596"/>
                      <a:pt x="7773" y="4763"/>
                      <a:pt x="7606" y="4797"/>
                    </a:cubicBezTo>
                    <a:cubicBezTo>
                      <a:pt x="7473" y="4830"/>
                      <a:pt x="7406" y="4897"/>
                      <a:pt x="7272" y="4897"/>
                    </a:cubicBezTo>
                    <a:cubicBezTo>
                      <a:pt x="7206" y="4863"/>
                      <a:pt x="7156" y="4863"/>
                      <a:pt x="7106" y="4863"/>
                    </a:cubicBezTo>
                    <a:cubicBezTo>
                      <a:pt x="7056" y="4863"/>
                      <a:pt x="7006" y="4863"/>
                      <a:pt x="6939" y="4830"/>
                    </a:cubicBezTo>
                    <a:cubicBezTo>
                      <a:pt x="6505" y="4763"/>
                      <a:pt x="6072" y="4330"/>
                      <a:pt x="5605" y="3963"/>
                    </a:cubicBezTo>
                    <a:cubicBezTo>
                      <a:pt x="5338" y="3762"/>
                      <a:pt x="5104" y="3562"/>
                      <a:pt x="4804" y="3396"/>
                    </a:cubicBezTo>
                    <a:cubicBezTo>
                      <a:pt x="4671" y="3295"/>
                      <a:pt x="4504" y="3262"/>
                      <a:pt x="4337" y="3162"/>
                    </a:cubicBezTo>
                    <a:cubicBezTo>
                      <a:pt x="4170" y="3129"/>
                      <a:pt x="3970" y="3095"/>
                      <a:pt x="3803" y="3095"/>
                    </a:cubicBezTo>
                    <a:lnTo>
                      <a:pt x="3570" y="3095"/>
                    </a:lnTo>
                    <a:lnTo>
                      <a:pt x="3303" y="3162"/>
                    </a:lnTo>
                    <a:cubicBezTo>
                      <a:pt x="3136" y="3229"/>
                      <a:pt x="3003" y="3295"/>
                      <a:pt x="2836" y="3396"/>
                    </a:cubicBezTo>
                    <a:cubicBezTo>
                      <a:pt x="2669" y="3462"/>
                      <a:pt x="2569" y="3596"/>
                      <a:pt x="2436" y="3662"/>
                    </a:cubicBezTo>
                    <a:cubicBezTo>
                      <a:pt x="2336" y="3796"/>
                      <a:pt x="2236" y="3929"/>
                      <a:pt x="2135" y="4063"/>
                    </a:cubicBezTo>
                    <a:cubicBezTo>
                      <a:pt x="1802" y="4596"/>
                      <a:pt x="1769" y="5130"/>
                      <a:pt x="1635" y="5564"/>
                    </a:cubicBezTo>
                    <a:cubicBezTo>
                      <a:pt x="1568" y="5964"/>
                      <a:pt x="1435" y="6331"/>
                      <a:pt x="1235" y="6498"/>
                    </a:cubicBezTo>
                    <a:cubicBezTo>
                      <a:pt x="1068" y="6665"/>
                      <a:pt x="801" y="6665"/>
                      <a:pt x="634" y="6665"/>
                    </a:cubicBezTo>
                    <a:cubicBezTo>
                      <a:pt x="568" y="6665"/>
                      <a:pt x="468" y="6631"/>
                      <a:pt x="434" y="6631"/>
                    </a:cubicBezTo>
                    <a:lnTo>
                      <a:pt x="334" y="6631"/>
                    </a:lnTo>
                    <a:cubicBezTo>
                      <a:pt x="134" y="6631"/>
                      <a:pt x="1" y="6965"/>
                      <a:pt x="267" y="6998"/>
                    </a:cubicBezTo>
                    <a:lnTo>
                      <a:pt x="334" y="6998"/>
                    </a:lnTo>
                    <a:cubicBezTo>
                      <a:pt x="434" y="6998"/>
                      <a:pt x="468" y="7065"/>
                      <a:pt x="601" y="7065"/>
                    </a:cubicBezTo>
                    <a:cubicBezTo>
                      <a:pt x="645" y="7065"/>
                      <a:pt x="720" y="7080"/>
                      <a:pt x="814" y="7080"/>
                    </a:cubicBezTo>
                    <a:cubicBezTo>
                      <a:pt x="860" y="7080"/>
                      <a:pt x="912" y="7076"/>
                      <a:pt x="968" y="7065"/>
                    </a:cubicBezTo>
                    <a:cubicBezTo>
                      <a:pt x="1068" y="6998"/>
                      <a:pt x="1135" y="6998"/>
                      <a:pt x="1235" y="6965"/>
                    </a:cubicBezTo>
                    <a:cubicBezTo>
                      <a:pt x="1302" y="6931"/>
                      <a:pt x="1402" y="6898"/>
                      <a:pt x="1468" y="6798"/>
                    </a:cubicBezTo>
                    <a:cubicBezTo>
                      <a:pt x="2135" y="6231"/>
                      <a:pt x="2069" y="5097"/>
                      <a:pt x="2569" y="4296"/>
                    </a:cubicBezTo>
                    <a:cubicBezTo>
                      <a:pt x="2602" y="4229"/>
                      <a:pt x="2669" y="4129"/>
                      <a:pt x="2769" y="4063"/>
                    </a:cubicBezTo>
                    <a:cubicBezTo>
                      <a:pt x="2836" y="3996"/>
                      <a:pt x="2936" y="3929"/>
                      <a:pt x="3069" y="3896"/>
                    </a:cubicBezTo>
                    <a:cubicBezTo>
                      <a:pt x="3136" y="3829"/>
                      <a:pt x="3270" y="3762"/>
                      <a:pt x="3403" y="3762"/>
                    </a:cubicBezTo>
                    <a:lnTo>
                      <a:pt x="3570" y="3729"/>
                    </a:lnTo>
                    <a:lnTo>
                      <a:pt x="3737" y="3729"/>
                    </a:lnTo>
                    <a:cubicBezTo>
                      <a:pt x="4237" y="3729"/>
                      <a:pt x="4637" y="4096"/>
                      <a:pt x="5104" y="4463"/>
                    </a:cubicBezTo>
                    <a:cubicBezTo>
                      <a:pt x="5304" y="4630"/>
                      <a:pt x="5571" y="4830"/>
                      <a:pt x="5805" y="5063"/>
                    </a:cubicBezTo>
                    <a:cubicBezTo>
                      <a:pt x="6072" y="5264"/>
                      <a:pt x="6338" y="5430"/>
                      <a:pt x="6739" y="5497"/>
                    </a:cubicBezTo>
                    <a:cubicBezTo>
                      <a:pt x="6906" y="5564"/>
                      <a:pt x="7106" y="5564"/>
                      <a:pt x="7272" y="5564"/>
                    </a:cubicBezTo>
                    <a:lnTo>
                      <a:pt x="7773" y="5430"/>
                    </a:lnTo>
                    <a:cubicBezTo>
                      <a:pt x="8106" y="5297"/>
                      <a:pt x="8340" y="5063"/>
                      <a:pt x="8573" y="4830"/>
                    </a:cubicBezTo>
                    <a:cubicBezTo>
                      <a:pt x="8940" y="4396"/>
                      <a:pt x="9241" y="3896"/>
                      <a:pt x="9474" y="3329"/>
                    </a:cubicBezTo>
                    <a:cubicBezTo>
                      <a:pt x="9741" y="2795"/>
                      <a:pt x="9974" y="2261"/>
                      <a:pt x="10308" y="1794"/>
                    </a:cubicBezTo>
                    <a:cubicBezTo>
                      <a:pt x="10642" y="1294"/>
                      <a:pt x="11008" y="927"/>
                      <a:pt x="11509" y="760"/>
                    </a:cubicBezTo>
                    <a:cubicBezTo>
                      <a:pt x="11877" y="622"/>
                      <a:pt x="12214" y="548"/>
                      <a:pt x="12552" y="548"/>
                    </a:cubicBezTo>
                    <a:cubicBezTo>
                      <a:pt x="12703" y="548"/>
                      <a:pt x="12855" y="563"/>
                      <a:pt x="13010" y="594"/>
                    </a:cubicBezTo>
                    <a:cubicBezTo>
                      <a:pt x="13510" y="660"/>
                      <a:pt x="13944" y="927"/>
                      <a:pt x="14244" y="1227"/>
                    </a:cubicBezTo>
                    <a:cubicBezTo>
                      <a:pt x="14544" y="1461"/>
                      <a:pt x="14744" y="1794"/>
                      <a:pt x="14911" y="2095"/>
                    </a:cubicBezTo>
                    <a:cubicBezTo>
                      <a:pt x="15045" y="2395"/>
                      <a:pt x="15145" y="2628"/>
                      <a:pt x="15211" y="2795"/>
                    </a:cubicBezTo>
                    <a:cubicBezTo>
                      <a:pt x="15245" y="2962"/>
                      <a:pt x="15278" y="3062"/>
                      <a:pt x="15278" y="3062"/>
                    </a:cubicBezTo>
                    <a:cubicBezTo>
                      <a:pt x="15294" y="3158"/>
                      <a:pt x="15378" y="3200"/>
                      <a:pt x="15477" y="3200"/>
                    </a:cubicBezTo>
                    <a:cubicBezTo>
                      <a:pt x="15584" y="3200"/>
                      <a:pt x="15709" y="3149"/>
                      <a:pt x="15779" y="3062"/>
                    </a:cubicBezTo>
                    <a:cubicBezTo>
                      <a:pt x="15779" y="3062"/>
                      <a:pt x="15745" y="2962"/>
                      <a:pt x="15678" y="2762"/>
                    </a:cubicBezTo>
                    <a:cubicBezTo>
                      <a:pt x="15645" y="2562"/>
                      <a:pt x="15578" y="2295"/>
                      <a:pt x="15412" y="1961"/>
                    </a:cubicBezTo>
                    <a:cubicBezTo>
                      <a:pt x="15245" y="1628"/>
                      <a:pt x="14978" y="1261"/>
                      <a:pt x="14644" y="927"/>
                    </a:cubicBezTo>
                    <a:cubicBezTo>
                      <a:pt x="14311" y="560"/>
                      <a:pt x="13810" y="227"/>
                      <a:pt x="13243" y="93"/>
                    </a:cubicBezTo>
                    <a:cubicBezTo>
                      <a:pt x="13017" y="30"/>
                      <a:pt x="12781" y="1"/>
                      <a:pt x="125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7" name="Google Shape;257;p2"/>
              <p:cNvSpPr/>
              <p:nvPr/>
            </p:nvSpPr>
            <p:spPr>
              <a:xfrm>
                <a:off x="552085" y="1739638"/>
                <a:ext cx="19368" cy="12017"/>
              </a:xfrm>
              <a:custGeom>
                <a:avLst/>
                <a:gdLst/>
                <a:ahLst/>
                <a:cxnLst/>
                <a:rect l="l" t="t" r="r" b="b"/>
                <a:pathLst>
                  <a:path w="801" h="497" extrusionOk="0">
                    <a:moveTo>
                      <a:pt x="455" y="0"/>
                    </a:moveTo>
                    <a:cubicBezTo>
                      <a:pt x="400" y="0"/>
                      <a:pt x="345" y="4"/>
                      <a:pt x="300" y="15"/>
                    </a:cubicBezTo>
                    <a:cubicBezTo>
                      <a:pt x="167" y="82"/>
                      <a:pt x="0" y="248"/>
                      <a:pt x="0" y="248"/>
                    </a:cubicBezTo>
                    <a:cubicBezTo>
                      <a:pt x="0" y="282"/>
                      <a:pt x="100" y="482"/>
                      <a:pt x="100" y="482"/>
                    </a:cubicBezTo>
                    <a:cubicBezTo>
                      <a:pt x="100" y="482"/>
                      <a:pt x="204" y="497"/>
                      <a:pt x="313" y="497"/>
                    </a:cubicBezTo>
                    <a:cubicBezTo>
                      <a:pt x="367" y="497"/>
                      <a:pt x="423" y="493"/>
                      <a:pt x="467" y="482"/>
                    </a:cubicBezTo>
                    <a:cubicBezTo>
                      <a:pt x="601" y="449"/>
                      <a:pt x="767" y="282"/>
                      <a:pt x="767" y="282"/>
                    </a:cubicBezTo>
                    <a:cubicBezTo>
                      <a:pt x="801" y="248"/>
                      <a:pt x="701" y="82"/>
                      <a:pt x="667" y="15"/>
                    </a:cubicBezTo>
                    <a:cubicBezTo>
                      <a:pt x="667" y="15"/>
                      <a:pt x="564" y="0"/>
                      <a:pt x="4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8" name="Google Shape;258;p2"/>
              <p:cNvSpPr/>
              <p:nvPr/>
            </p:nvSpPr>
            <p:spPr>
              <a:xfrm>
                <a:off x="564973" y="1757725"/>
                <a:ext cx="24228" cy="13734"/>
              </a:xfrm>
              <a:custGeom>
                <a:avLst/>
                <a:gdLst/>
                <a:ahLst/>
                <a:cxnLst/>
                <a:rect l="l" t="t" r="r" b="b"/>
                <a:pathLst>
                  <a:path w="1002" h="568" extrusionOk="0">
                    <a:moveTo>
                      <a:pt x="902" y="1"/>
                    </a:moveTo>
                    <a:cubicBezTo>
                      <a:pt x="902" y="1"/>
                      <a:pt x="568" y="1"/>
                      <a:pt x="401" y="67"/>
                    </a:cubicBezTo>
                    <a:cubicBezTo>
                      <a:pt x="234" y="168"/>
                      <a:pt x="1" y="368"/>
                      <a:pt x="1" y="368"/>
                    </a:cubicBezTo>
                    <a:lnTo>
                      <a:pt x="134" y="568"/>
                    </a:lnTo>
                    <a:cubicBezTo>
                      <a:pt x="134" y="568"/>
                      <a:pt x="468" y="568"/>
                      <a:pt x="635" y="501"/>
                    </a:cubicBezTo>
                    <a:cubicBezTo>
                      <a:pt x="801" y="401"/>
                      <a:pt x="1002" y="201"/>
                      <a:pt x="1002" y="201"/>
                    </a:cubicBezTo>
                    <a:cubicBezTo>
                      <a:pt x="1002" y="201"/>
                      <a:pt x="935" y="1"/>
                      <a:pt x="9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9" name="Google Shape;259;p2"/>
              <p:cNvSpPr/>
              <p:nvPr/>
            </p:nvSpPr>
            <p:spPr>
              <a:xfrm>
                <a:off x="579505" y="1778350"/>
                <a:ext cx="17772" cy="12017"/>
              </a:xfrm>
              <a:custGeom>
                <a:avLst/>
                <a:gdLst/>
                <a:ahLst/>
                <a:cxnLst/>
                <a:rect l="l" t="t" r="r" b="b"/>
                <a:pathLst>
                  <a:path w="735" h="497" extrusionOk="0">
                    <a:moveTo>
                      <a:pt x="440" y="0"/>
                    </a:moveTo>
                    <a:cubicBezTo>
                      <a:pt x="386" y="0"/>
                      <a:pt x="334" y="4"/>
                      <a:pt x="301" y="15"/>
                    </a:cubicBezTo>
                    <a:cubicBezTo>
                      <a:pt x="167" y="48"/>
                      <a:pt x="0" y="215"/>
                      <a:pt x="0" y="215"/>
                    </a:cubicBezTo>
                    <a:cubicBezTo>
                      <a:pt x="0" y="249"/>
                      <a:pt x="67" y="482"/>
                      <a:pt x="67" y="482"/>
                    </a:cubicBezTo>
                    <a:cubicBezTo>
                      <a:pt x="67" y="482"/>
                      <a:pt x="186" y="497"/>
                      <a:pt x="304" y="497"/>
                    </a:cubicBezTo>
                    <a:cubicBezTo>
                      <a:pt x="364" y="497"/>
                      <a:pt x="423" y="493"/>
                      <a:pt x="467" y="482"/>
                    </a:cubicBezTo>
                    <a:cubicBezTo>
                      <a:pt x="567" y="415"/>
                      <a:pt x="734" y="249"/>
                      <a:pt x="734" y="249"/>
                    </a:cubicBezTo>
                    <a:cubicBezTo>
                      <a:pt x="734" y="249"/>
                      <a:pt x="701" y="48"/>
                      <a:pt x="667" y="15"/>
                    </a:cubicBezTo>
                    <a:cubicBezTo>
                      <a:pt x="667" y="15"/>
                      <a:pt x="549" y="0"/>
                      <a:pt x="4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0" name="Google Shape;260;p2"/>
              <p:cNvSpPr/>
              <p:nvPr/>
            </p:nvSpPr>
            <p:spPr>
              <a:xfrm>
                <a:off x="318965" y="2170695"/>
                <a:ext cx="22608" cy="20190"/>
              </a:xfrm>
              <a:custGeom>
                <a:avLst/>
                <a:gdLst/>
                <a:ahLst/>
                <a:cxnLst/>
                <a:rect l="l" t="t" r="r" b="b"/>
                <a:pathLst>
                  <a:path w="935" h="835" extrusionOk="0">
                    <a:moveTo>
                      <a:pt x="835" y="1"/>
                    </a:moveTo>
                    <a:cubicBezTo>
                      <a:pt x="835" y="1"/>
                      <a:pt x="768" y="1"/>
                      <a:pt x="635" y="34"/>
                    </a:cubicBezTo>
                    <a:cubicBezTo>
                      <a:pt x="501" y="101"/>
                      <a:pt x="401" y="167"/>
                      <a:pt x="301" y="201"/>
                    </a:cubicBezTo>
                    <a:cubicBezTo>
                      <a:pt x="234" y="301"/>
                      <a:pt x="134" y="434"/>
                      <a:pt x="101" y="501"/>
                    </a:cubicBezTo>
                    <a:lnTo>
                      <a:pt x="1" y="668"/>
                    </a:lnTo>
                    <a:cubicBezTo>
                      <a:pt x="1" y="668"/>
                      <a:pt x="168" y="801"/>
                      <a:pt x="168" y="835"/>
                    </a:cubicBezTo>
                    <a:lnTo>
                      <a:pt x="335" y="768"/>
                    </a:lnTo>
                    <a:cubicBezTo>
                      <a:pt x="435" y="701"/>
                      <a:pt x="568" y="634"/>
                      <a:pt x="601" y="601"/>
                    </a:cubicBezTo>
                    <a:cubicBezTo>
                      <a:pt x="668" y="534"/>
                      <a:pt x="735" y="434"/>
                      <a:pt x="802" y="368"/>
                    </a:cubicBezTo>
                    <a:lnTo>
                      <a:pt x="935" y="267"/>
                    </a:lnTo>
                    <a:cubicBezTo>
                      <a:pt x="935" y="201"/>
                      <a:pt x="835" y="1"/>
                      <a:pt x="8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1" name="Google Shape;261;p2"/>
              <p:cNvSpPr/>
              <p:nvPr/>
            </p:nvSpPr>
            <p:spPr>
              <a:xfrm>
                <a:off x="340752" y="2185227"/>
                <a:ext cx="16974" cy="17748"/>
              </a:xfrm>
              <a:custGeom>
                <a:avLst/>
                <a:gdLst/>
                <a:ahLst/>
                <a:cxnLst/>
                <a:rect l="l" t="t" r="r" b="b"/>
                <a:pathLst>
                  <a:path w="702" h="734" extrusionOk="0">
                    <a:moveTo>
                      <a:pt x="568" y="0"/>
                    </a:moveTo>
                    <a:cubicBezTo>
                      <a:pt x="568" y="0"/>
                      <a:pt x="267" y="33"/>
                      <a:pt x="134" y="167"/>
                    </a:cubicBezTo>
                    <a:cubicBezTo>
                      <a:pt x="67" y="334"/>
                      <a:pt x="1" y="567"/>
                      <a:pt x="1" y="567"/>
                    </a:cubicBezTo>
                    <a:cubicBezTo>
                      <a:pt x="1" y="567"/>
                      <a:pt x="201" y="701"/>
                      <a:pt x="134" y="734"/>
                    </a:cubicBezTo>
                    <a:cubicBezTo>
                      <a:pt x="134" y="734"/>
                      <a:pt x="401" y="600"/>
                      <a:pt x="501" y="534"/>
                    </a:cubicBezTo>
                    <a:cubicBezTo>
                      <a:pt x="601" y="434"/>
                      <a:pt x="701" y="200"/>
                      <a:pt x="701" y="200"/>
                    </a:cubicBezTo>
                    <a:lnTo>
                      <a:pt x="56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2" name="Google Shape;262;p2"/>
              <p:cNvSpPr/>
              <p:nvPr/>
            </p:nvSpPr>
            <p:spPr>
              <a:xfrm>
                <a:off x="360918" y="2199735"/>
                <a:ext cx="13734" cy="16152"/>
              </a:xfrm>
              <a:custGeom>
                <a:avLst/>
                <a:gdLst/>
                <a:ahLst/>
                <a:cxnLst/>
                <a:rect l="l" t="t" r="r" b="b"/>
                <a:pathLst>
                  <a:path w="568" h="668" extrusionOk="0">
                    <a:moveTo>
                      <a:pt x="334" y="0"/>
                    </a:moveTo>
                    <a:cubicBezTo>
                      <a:pt x="334" y="0"/>
                      <a:pt x="134" y="101"/>
                      <a:pt x="67" y="167"/>
                    </a:cubicBezTo>
                    <a:cubicBezTo>
                      <a:pt x="34" y="267"/>
                      <a:pt x="1" y="501"/>
                      <a:pt x="1" y="501"/>
                    </a:cubicBezTo>
                    <a:cubicBezTo>
                      <a:pt x="1" y="501"/>
                      <a:pt x="201" y="634"/>
                      <a:pt x="201" y="668"/>
                    </a:cubicBezTo>
                    <a:cubicBezTo>
                      <a:pt x="201" y="668"/>
                      <a:pt x="401" y="601"/>
                      <a:pt x="501" y="467"/>
                    </a:cubicBezTo>
                    <a:cubicBezTo>
                      <a:pt x="534" y="401"/>
                      <a:pt x="568" y="301"/>
                      <a:pt x="568" y="234"/>
                    </a:cubicBezTo>
                    <a:lnTo>
                      <a:pt x="568" y="101"/>
                    </a:lnTo>
                    <a:lnTo>
                      <a:pt x="3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3" name="Google Shape;263;p2"/>
              <p:cNvSpPr/>
              <p:nvPr/>
            </p:nvSpPr>
            <p:spPr>
              <a:xfrm>
                <a:off x="548047" y="2094891"/>
                <a:ext cx="14532" cy="14532"/>
              </a:xfrm>
              <a:custGeom>
                <a:avLst/>
                <a:gdLst/>
                <a:ahLst/>
                <a:cxnLst/>
                <a:rect l="l" t="t" r="r" b="b"/>
                <a:pathLst>
                  <a:path w="601" h="601" extrusionOk="0">
                    <a:moveTo>
                      <a:pt x="434" y="0"/>
                    </a:moveTo>
                    <a:cubicBezTo>
                      <a:pt x="434" y="0"/>
                      <a:pt x="201" y="67"/>
                      <a:pt x="134" y="133"/>
                    </a:cubicBezTo>
                    <a:cubicBezTo>
                      <a:pt x="34" y="234"/>
                      <a:pt x="0" y="434"/>
                      <a:pt x="0" y="434"/>
                    </a:cubicBezTo>
                    <a:cubicBezTo>
                      <a:pt x="0" y="467"/>
                      <a:pt x="134" y="600"/>
                      <a:pt x="167" y="600"/>
                    </a:cubicBezTo>
                    <a:cubicBezTo>
                      <a:pt x="167" y="600"/>
                      <a:pt x="367" y="567"/>
                      <a:pt x="467" y="467"/>
                    </a:cubicBezTo>
                    <a:cubicBezTo>
                      <a:pt x="534" y="400"/>
                      <a:pt x="601" y="167"/>
                      <a:pt x="601" y="167"/>
                    </a:cubicBezTo>
                    <a:lnTo>
                      <a:pt x="4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4" name="Google Shape;264;p2"/>
              <p:cNvSpPr/>
              <p:nvPr/>
            </p:nvSpPr>
            <p:spPr>
              <a:xfrm>
                <a:off x="554503" y="2109399"/>
                <a:ext cx="21786" cy="21810"/>
              </a:xfrm>
              <a:custGeom>
                <a:avLst/>
                <a:gdLst/>
                <a:ahLst/>
                <a:cxnLst/>
                <a:rect l="l" t="t" r="r" b="b"/>
                <a:pathLst>
                  <a:path w="901" h="902" extrusionOk="0">
                    <a:moveTo>
                      <a:pt x="734" y="0"/>
                    </a:moveTo>
                    <a:cubicBezTo>
                      <a:pt x="734" y="0"/>
                      <a:pt x="434" y="167"/>
                      <a:pt x="267" y="301"/>
                    </a:cubicBezTo>
                    <a:cubicBezTo>
                      <a:pt x="167" y="467"/>
                      <a:pt x="0" y="734"/>
                      <a:pt x="0" y="734"/>
                    </a:cubicBezTo>
                    <a:cubicBezTo>
                      <a:pt x="0" y="801"/>
                      <a:pt x="167" y="901"/>
                      <a:pt x="167" y="901"/>
                    </a:cubicBezTo>
                    <a:cubicBezTo>
                      <a:pt x="167" y="901"/>
                      <a:pt x="434" y="801"/>
                      <a:pt x="601" y="634"/>
                    </a:cubicBezTo>
                    <a:cubicBezTo>
                      <a:pt x="734" y="467"/>
                      <a:pt x="901" y="167"/>
                      <a:pt x="901" y="167"/>
                    </a:cubicBezTo>
                    <a:lnTo>
                      <a:pt x="7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5" name="Google Shape;265;p2"/>
              <p:cNvSpPr/>
              <p:nvPr/>
            </p:nvSpPr>
            <p:spPr>
              <a:xfrm>
                <a:off x="570631" y="2122311"/>
                <a:ext cx="18570" cy="23406"/>
              </a:xfrm>
              <a:custGeom>
                <a:avLst/>
                <a:gdLst/>
                <a:ahLst/>
                <a:cxnLst/>
                <a:rect l="l" t="t" r="r" b="b"/>
                <a:pathLst>
                  <a:path w="768" h="968" extrusionOk="0">
                    <a:moveTo>
                      <a:pt x="567" y="0"/>
                    </a:moveTo>
                    <a:cubicBezTo>
                      <a:pt x="567" y="0"/>
                      <a:pt x="534" y="100"/>
                      <a:pt x="434" y="134"/>
                    </a:cubicBezTo>
                    <a:cubicBezTo>
                      <a:pt x="367" y="200"/>
                      <a:pt x="267" y="267"/>
                      <a:pt x="234" y="334"/>
                    </a:cubicBezTo>
                    <a:cubicBezTo>
                      <a:pt x="167" y="434"/>
                      <a:pt x="100" y="501"/>
                      <a:pt x="67" y="601"/>
                    </a:cubicBezTo>
                    <a:lnTo>
                      <a:pt x="0" y="767"/>
                    </a:lnTo>
                    <a:cubicBezTo>
                      <a:pt x="0" y="801"/>
                      <a:pt x="100" y="968"/>
                      <a:pt x="100" y="968"/>
                    </a:cubicBezTo>
                    <a:lnTo>
                      <a:pt x="267" y="867"/>
                    </a:lnTo>
                    <a:cubicBezTo>
                      <a:pt x="401" y="834"/>
                      <a:pt x="501" y="767"/>
                      <a:pt x="567" y="667"/>
                    </a:cubicBezTo>
                    <a:cubicBezTo>
                      <a:pt x="668" y="601"/>
                      <a:pt x="701" y="467"/>
                      <a:pt x="734" y="334"/>
                    </a:cubicBezTo>
                    <a:cubicBezTo>
                      <a:pt x="768" y="200"/>
                      <a:pt x="768" y="134"/>
                      <a:pt x="768" y="134"/>
                    </a:cubicBezTo>
                    <a:cubicBezTo>
                      <a:pt x="768" y="100"/>
                      <a:pt x="567" y="0"/>
                      <a:pt x="5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6" name="Google Shape;266;p2"/>
              <p:cNvSpPr/>
              <p:nvPr/>
            </p:nvSpPr>
            <p:spPr>
              <a:xfrm>
                <a:off x="397212" y="2638505"/>
                <a:ext cx="24228" cy="12138"/>
              </a:xfrm>
              <a:custGeom>
                <a:avLst/>
                <a:gdLst/>
                <a:ahLst/>
                <a:cxnLst/>
                <a:rect l="l" t="t" r="r" b="b"/>
                <a:pathLst>
                  <a:path w="1002" h="502" extrusionOk="0">
                    <a:moveTo>
                      <a:pt x="434" y="1"/>
                    </a:moveTo>
                    <a:cubicBezTo>
                      <a:pt x="368" y="1"/>
                      <a:pt x="267" y="34"/>
                      <a:pt x="201" y="34"/>
                    </a:cubicBezTo>
                    <a:cubicBezTo>
                      <a:pt x="101" y="101"/>
                      <a:pt x="34" y="101"/>
                      <a:pt x="34" y="101"/>
                    </a:cubicBezTo>
                    <a:lnTo>
                      <a:pt x="1" y="334"/>
                    </a:lnTo>
                    <a:lnTo>
                      <a:pt x="167" y="434"/>
                    </a:lnTo>
                    <a:cubicBezTo>
                      <a:pt x="267" y="468"/>
                      <a:pt x="401" y="501"/>
                      <a:pt x="501" y="501"/>
                    </a:cubicBezTo>
                    <a:cubicBezTo>
                      <a:pt x="601" y="501"/>
                      <a:pt x="734" y="468"/>
                      <a:pt x="835" y="434"/>
                    </a:cubicBezTo>
                    <a:lnTo>
                      <a:pt x="1001" y="334"/>
                    </a:lnTo>
                    <a:cubicBezTo>
                      <a:pt x="1001" y="334"/>
                      <a:pt x="935" y="134"/>
                      <a:pt x="868" y="101"/>
                    </a:cubicBezTo>
                    <a:cubicBezTo>
                      <a:pt x="868" y="101"/>
                      <a:pt x="768" y="34"/>
                      <a:pt x="701" y="34"/>
                    </a:cubicBezTo>
                    <a:cubicBezTo>
                      <a:pt x="601" y="34"/>
                      <a:pt x="534" y="1"/>
                      <a:pt x="4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7" name="Google Shape;267;p2"/>
              <p:cNvSpPr/>
              <p:nvPr/>
            </p:nvSpPr>
            <p:spPr>
              <a:xfrm>
                <a:off x="387540" y="2665853"/>
                <a:ext cx="42702" cy="15572"/>
              </a:xfrm>
              <a:custGeom>
                <a:avLst/>
                <a:gdLst/>
                <a:ahLst/>
                <a:cxnLst/>
                <a:rect l="l" t="t" r="r" b="b"/>
                <a:pathLst>
                  <a:path w="1766" h="644" extrusionOk="0">
                    <a:moveTo>
                      <a:pt x="1644" y="0"/>
                    </a:moveTo>
                    <a:cubicBezTo>
                      <a:pt x="1640" y="0"/>
                      <a:pt x="1637" y="1"/>
                      <a:pt x="1635" y="4"/>
                    </a:cubicBezTo>
                    <a:cubicBezTo>
                      <a:pt x="1635" y="4"/>
                      <a:pt x="1101" y="37"/>
                      <a:pt x="801" y="137"/>
                    </a:cubicBezTo>
                    <a:cubicBezTo>
                      <a:pt x="467" y="171"/>
                      <a:pt x="0" y="371"/>
                      <a:pt x="0" y="371"/>
                    </a:cubicBezTo>
                    <a:lnTo>
                      <a:pt x="67" y="638"/>
                    </a:lnTo>
                    <a:cubicBezTo>
                      <a:pt x="67" y="638"/>
                      <a:pt x="152" y="643"/>
                      <a:pt x="276" y="643"/>
                    </a:cubicBezTo>
                    <a:cubicBezTo>
                      <a:pt x="462" y="643"/>
                      <a:pt x="734" y="631"/>
                      <a:pt x="934" y="571"/>
                    </a:cubicBezTo>
                    <a:cubicBezTo>
                      <a:pt x="1268" y="471"/>
                      <a:pt x="1735" y="204"/>
                      <a:pt x="1735" y="204"/>
                    </a:cubicBezTo>
                    <a:cubicBezTo>
                      <a:pt x="1766" y="173"/>
                      <a:pt x="1683" y="0"/>
                      <a:pt x="16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8" name="Google Shape;268;p2"/>
              <p:cNvSpPr/>
              <p:nvPr/>
            </p:nvSpPr>
            <p:spPr>
              <a:xfrm>
                <a:off x="403668" y="2690130"/>
                <a:ext cx="33900" cy="15717"/>
              </a:xfrm>
              <a:custGeom>
                <a:avLst/>
                <a:gdLst/>
                <a:ahLst/>
                <a:cxnLst/>
                <a:rect l="l" t="t" r="r" b="b"/>
                <a:pathLst>
                  <a:path w="1402" h="650" extrusionOk="0">
                    <a:moveTo>
                      <a:pt x="1168" y="1"/>
                    </a:moveTo>
                    <a:cubicBezTo>
                      <a:pt x="1168" y="1"/>
                      <a:pt x="1101" y="34"/>
                      <a:pt x="968" y="34"/>
                    </a:cubicBezTo>
                    <a:cubicBezTo>
                      <a:pt x="834" y="67"/>
                      <a:pt x="701" y="67"/>
                      <a:pt x="601" y="134"/>
                    </a:cubicBezTo>
                    <a:cubicBezTo>
                      <a:pt x="367" y="201"/>
                      <a:pt x="0" y="368"/>
                      <a:pt x="0" y="368"/>
                    </a:cubicBezTo>
                    <a:lnTo>
                      <a:pt x="34" y="634"/>
                    </a:lnTo>
                    <a:cubicBezTo>
                      <a:pt x="34" y="634"/>
                      <a:pt x="227" y="649"/>
                      <a:pt x="434" y="649"/>
                    </a:cubicBezTo>
                    <a:cubicBezTo>
                      <a:pt x="538" y="649"/>
                      <a:pt x="645" y="646"/>
                      <a:pt x="734" y="634"/>
                    </a:cubicBezTo>
                    <a:cubicBezTo>
                      <a:pt x="834" y="568"/>
                      <a:pt x="1001" y="501"/>
                      <a:pt x="1135" y="401"/>
                    </a:cubicBezTo>
                    <a:cubicBezTo>
                      <a:pt x="1268" y="368"/>
                      <a:pt x="1335" y="301"/>
                      <a:pt x="1335" y="301"/>
                    </a:cubicBezTo>
                    <a:cubicBezTo>
                      <a:pt x="1401" y="301"/>
                      <a:pt x="1268" y="67"/>
                      <a:pt x="11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9" name="Google Shape;269;p2"/>
              <p:cNvSpPr/>
              <p:nvPr/>
            </p:nvSpPr>
            <p:spPr>
              <a:xfrm>
                <a:off x="423834" y="2710296"/>
                <a:ext cx="24228" cy="12114"/>
              </a:xfrm>
              <a:custGeom>
                <a:avLst/>
                <a:gdLst/>
                <a:ahLst/>
                <a:cxnLst/>
                <a:rect l="l" t="t" r="r" b="b"/>
                <a:pathLst>
                  <a:path w="1002" h="501" extrusionOk="0">
                    <a:moveTo>
                      <a:pt x="768" y="1"/>
                    </a:moveTo>
                    <a:cubicBezTo>
                      <a:pt x="718" y="17"/>
                      <a:pt x="668" y="17"/>
                      <a:pt x="617" y="17"/>
                    </a:cubicBezTo>
                    <a:cubicBezTo>
                      <a:pt x="567" y="17"/>
                      <a:pt x="517" y="17"/>
                      <a:pt x="467" y="34"/>
                    </a:cubicBezTo>
                    <a:cubicBezTo>
                      <a:pt x="401" y="34"/>
                      <a:pt x="267" y="67"/>
                      <a:pt x="167" y="101"/>
                    </a:cubicBezTo>
                    <a:lnTo>
                      <a:pt x="0" y="201"/>
                    </a:lnTo>
                    <a:lnTo>
                      <a:pt x="0" y="434"/>
                    </a:lnTo>
                    <a:cubicBezTo>
                      <a:pt x="0" y="434"/>
                      <a:pt x="67" y="434"/>
                      <a:pt x="167" y="501"/>
                    </a:cubicBezTo>
                    <a:lnTo>
                      <a:pt x="501" y="501"/>
                    </a:lnTo>
                    <a:cubicBezTo>
                      <a:pt x="634" y="468"/>
                      <a:pt x="768" y="401"/>
                      <a:pt x="834" y="334"/>
                    </a:cubicBezTo>
                    <a:cubicBezTo>
                      <a:pt x="968" y="234"/>
                      <a:pt x="1001" y="201"/>
                      <a:pt x="1001" y="201"/>
                    </a:cubicBezTo>
                    <a:cubicBezTo>
                      <a:pt x="1001" y="201"/>
                      <a:pt x="934" y="34"/>
                      <a:pt x="9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0" name="Google Shape;270;p2"/>
              <p:cNvSpPr/>
              <p:nvPr/>
            </p:nvSpPr>
            <p:spPr>
              <a:xfrm>
                <a:off x="555301" y="2756262"/>
                <a:ext cx="41976" cy="12138"/>
              </a:xfrm>
              <a:custGeom>
                <a:avLst/>
                <a:gdLst/>
                <a:ahLst/>
                <a:cxnLst/>
                <a:rect l="l" t="t" r="r" b="b"/>
                <a:pathLst>
                  <a:path w="1736" h="502" extrusionOk="0">
                    <a:moveTo>
                      <a:pt x="868" y="1"/>
                    </a:moveTo>
                    <a:cubicBezTo>
                      <a:pt x="701" y="1"/>
                      <a:pt x="501" y="68"/>
                      <a:pt x="334" y="68"/>
                    </a:cubicBezTo>
                    <a:cubicBezTo>
                      <a:pt x="167" y="101"/>
                      <a:pt x="34" y="101"/>
                      <a:pt x="34" y="101"/>
                    </a:cubicBezTo>
                    <a:cubicBezTo>
                      <a:pt x="1" y="101"/>
                      <a:pt x="1" y="335"/>
                      <a:pt x="1" y="335"/>
                    </a:cubicBezTo>
                    <a:cubicBezTo>
                      <a:pt x="1" y="335"/>
                      <a:pt x="134" y="401"/>
                      <a:pt x="301" y="435"/>
                    </a:cubicBezTo>
                    <a:cubicBezTo>
                      <a:pt x="468" y="468"/>
                      <a:pt x="701" y="501"/>
                      <a:pt x="868" y="501"/>
                    </a:cubicBezTo>
                    <a:cubicBezTo>
                      <a:pt x="1035" y="468"/>
                      <a:pt x="1302" y="468"/>
                      <a:pt x="1468" y="401"/>
                    </a:cubicBezTo>
                    <a:cubicBezTo>
                      <a:pt x="1635" y="301"/>
                      <a:pt x="1735" y="268"/>
                      <a:pt x="1735" y="268"/>
                    </a:cubicBezTo>
                    <a:cubicBezTo>
                      <a:pt x="1735" y="268"/>
                      <a:pt x="1702" y="68"/>
                      <a:pt x="17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1" name="Google Shape;271;p2"/>
              <p:cNvSpPr/>
              <p:nvPr/>
            </p:nvSpPr>
            <p:spPr>
              <a:xfrm>
                <a:off x="576265" y="2788542"/>
                <a:ext cx="33102" cy="13734"/>
              </a:xfrm>
              <a:custGeom>
                <a:avLst/>
                <a:gdLst/>
                <a:ahLst/>
                <a:cxnLst/>
                <a:rect l="l" t="t" r="r" b="b"/>
                <a:pathLst>
                  <a:path w="1369" h="568" extrusionOk="0">
                    <a:moveTo>
                      <a:pt x="1302" y="0"/>
                    </a:moveTo>
                    <a:cubicBezTo>
                      <a:pt x="1302" y="0"/>
                      <a:pt x="868" y="0"/>
                      <a:pt x="635" y="67"/>
                    </a:cubicBezTo>
                    <a:cubicBezTo>
                      <a:pt x="368" y="100"/>
                      <a:pt x="1" y="300"/>
                      <a:pt x="1" y="300"/>
                    </a:cubicBezTo>
                    <a:lnTo>
                      <a:pt x="34" y="567"/>
                    </a:lnTo>
                    <a:cubicBezTo>
                      <a:pt x="34" y="567"/>
                      <a:pt x="468" y="567"/>
                      <a:pt x="701" y="501"/>
                    </a:cubicBezTo>
                    <a:cubicBezTo>
                      <a:pt x="968" y="467"/>
                      <a:pt x="1335" y="267"/>
                      <a:pt x="1335" y="267"/>
                    </a:cubicBezTo>
                    <a:cubicBezTo>
                      <a:pt x="1369" y="267"/>
                      <a:pt x="1335" y="67"/>
                      <a:pt x="13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2" name="Google Shape;272;p2"/>
              <p:cNvSpPr/>
              <p:nvPr/>
            </p:nvSpPr>
            <p:spPr>
              <a:xfrm>
                <a:off x="583543" y="2812722"/>
                <a:ext cx="28242" cy="14556"/>
              </a:xfrm>
              <a:custGeom>
                <a:avLst/>
                <a:gdLst/>
                <a:ahLst/>
                <a:cxnLst/>
                <a:rect l="l" t="t" r="r" b="b"/>
                <a:pathLst>
                  <a:path w="1168" h="602" extrusionOk="0">
                    <a:moveTo>
                      <a:pt x="1068" y="1"/>
                    </a:moveTo>
                    <a:cubicBezTo>
                      <a:pt x="1068" y="1"/>
                      <a:pt x="701" y="1"/>
                      <a:pt x="500" y="101"/>
                    </a:cubicBezTo>
                    <a:cubicBezTo>
                      <a:pt x="300" y="134"/>
                      <a:pt x="0" y="335"/>
                      <a:pt x="0" y="335"/>
                    </a:cubicBezTo>
                    <a:lnTo>
                      <a:pt x="33" y="601"/>
                    </a:lnTo>
                    <a:cubicBezTo>
                      <a:pt x="33" y="601"/>
                      <a:pt x="400" y="601"/>
                      <a:pt x="667" y="568"/>
                    </a:cubicBezTo>
                    <a:cubicBezTo>
                      <a:pt x="867" y="468"/>
                      <a:pt x="1168" y="234"/>
                      <a:pt x="1168" y="234"/>
                    </a:cubicBezTo>
                    <a:lnTo>
                      <a:pt x="106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3" name="Google Shape;273;p2"/>
              <p:cNvSpPr/>
              <p:nvPr/>
            </p:nvSpPr>
            <p:spPr>
              <a:xfrm>
                <a:off x="602089" y="2849839"/>
                <a:ext cx="25026" cy="13275"/>
              </a:xfrm>
              <a:custGeom>
                <a:avLst/>
                <a:gdLst/>
                <a:ahLst/>
                <a:cxnLst/>
                <a:rect l="l" t="t" r="r" b="b"/>
                <a:pathLst>
                  <a:path w="1035" h="549" extrusionOk="0">
                    <a:moveTo>
                      <a:pt x="934" y="0"/>
                    </a:moveTo>
                    <a:cubicBezTo>
                      <a:pt x="934" y="0"/>
                      <a:pt x="634" y="0"/>
                      <a:pt x="467" y="67"/>
                    </a:cubicBezTo>
                    <a:cubicBezTo>
                      <a:pt x="301" y="100"/>
                      <a:pt x="67" y="267"/>
                      <a:pt x="67" y="267"/>
                    </a:cubicBezTo>
                    <a:cubicBezTo>
                      <a:pt x="0" y="267"/>
                      <a:pt x="100" y="534"/>
                      <a:pt x="100" y="534"/>
                    </a:cubicBezTo>
                    <a:cubicBezTo>
                      <a:pt x="100" y="534"/>
                      <a:pt x="249" y="549"/>
                      <a:pt x="397" y="549"/>
                    </a:cubicBezTo>
                    <a:cubicBezTo>
                      <a:pt x="471" y="549"/>
                      <a:pt x="545" y="545"/>
                      <a:pt x="601" y="534"/>
                    </a:cubicBezTo>
                    <a:cubicBezTo>
                      <a:pt x="768" y="434"/>
                      <a:pt x="1034" y="234"/>
                      <a:pt x="1034" y="234"/>
                    </a:cubicBezTo>
                    <a:cubicBezTo>
                      <a:pt x="1034" y="201"/>
                      <a:pt x="934" y="34"/>
                      <a:pt x="9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4" name="Google Shape;274;p2"/>
              <p:cNvSpPr/>
              <p:nvPr/>
            </p:nvSpPr>
            <p:spPr>
              <a:xfrm>
                <a:off x="635143" y="2888551"/>
                <a:ext cx="18594" cy="12114"/>
              </a:xfrm>
              <a:custGeom>
                <a:avLst/>
                <a:gdLst/>
                <a:ahLst/>
                <a:cxnLst/>
                <a:rect l="l" t="t" r="r" b="b"/>
                <a:pathLst>
                  <a:path w="769" h="501" extrusionOk="0">
                    <a:moveTo>
                      <a:pt x="368" y="1"/>
                    </a:moveTo>
                    <a:cubicBezTo>
                      <a:pt x="268" y="1"/>
                      <a:pt x="201" y="34"/>
                      <a:pt x="101" y="67"/>
                    </a:cubicBezTo>
                    <a:cubicBezTo>
                      <a:pt x="34" y="134"/>
                      <a:pt x="1" y="167"/>
                      <a:pt x="1" y="167"/>
                    </a:cubicBezTo>
                    <a:cubicBezTo>
                      <a:pt x="1" y="201"/>
                      <a:pt x="68" y="401"/>
                      <a:pt x="68" y="401"/>
                    </a:cubicBezTo>
                    <a:cubicBezTo>
                      <a:pt x="68" y="401"/>
                      <a:pt x="101" y="468"/>
                      <a:pt x="201" y="468"/>
                    </a:cubicBezTo>
                    <a:cubicBezTo>
                      <a:pt x="268" y="501"/>
                      <a:pt x="335" y="501"/>
                      <a:pt x="401" y="501"/>
                    </a:cubicBezTo>
                    <a:cubicBezTo>
                      <a:pt x="568" y="501"/>
                      <a:pt x="768" y="367"/>
                      <a:pt x="768" y="367"/>
                    </a:cubicBezTo>
                    <a:cubicBezTo>
                      <a:pt x="768" y="334"/>
                      <a:pt x="768" y="134"/>
                      <a:pt x="735" y="134"/>
                    </a:cubicBezTo>
                    <a:cubicBezTo>
                      <a:pt x="735" y="134"/>
                      <a:pt x="535" y="1"/>
                      <a:pt x="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5" name="Google Shape;275;p2"/>
              <p:cNvSpPr/>
              <p:nvPr/>
            </p:nvSpPr>
            <p:spPr>
              <a:xfrm>
                <a:off x="386355" y="2370881"/>
                <a:ext cx="725207" cy="731880"/>
              </a:xfrm>
              <a:custGeom>
                <a:avLst/>
                <a:gdLst/>
                <a:ahLst/>
                <a:cxnLst/>
                <a:rect l="l" t="t" r="r" b="b"/>
                <a:pathLst>
                  <a:path w="29992" h="30268" extrusionOk="0">
                    <a:moveTo>
                      <a:pt x="29808" y="0"/>
                    </a:moveTo>
                    <a:cubicBezTo>
                      <a:pt x="29732" y="0"/>
                      <a:pt x="29628" y="48"/>
                      <a:pt x="29504" y="161"/>
                    </a:cubicBezTo>
                    <a:cubicBezTo>
                      <a:pt x="29504" y="161"/>
                      <a:pt x="29504" y="194"/>
                      <a:pt x="29404" y="261"/>
                    </a:cubicBezTo>
                    <a:cubicBezTo>
                      <a:pt x="29370" y="361"/>
                      <a:pt x="29237" y="495"/>
                      <a:pt x="29170" y="695"/>
                    </a:cubicBezTo>
                    <a:cubicBezTo>
                      <a:pt x="29070" y="861"/>
                      <a:pt x="28937" y="1095"/>
                      <a:pt x="28837" y="1395"/>
                    </a:cubicBezTo>
                    <a:cubicBezTo>
                      <a:pt x="28703" y="1729"/>
                      <a:pt x="28570" y="2062"/>
                      <a:pt x="28503" y="2429"/>
                    </a:cubicBezTo>
                    <a:cubicBezTo>
                      <a:pt x="28269" y="3230"/>
                      <a:pt x="28236" y="4197"/>
                      <a:pt x="28236" y="5231"/>
                    </a:cubicBezTo>
                    <a:cubicBezTo>
                      <a:pt x="28236" y="6332"/>
                      <a:pt x="28336" y="7433"/>
                      <a:pt x="28236" y="8667"/>
                    </a:cubicBezTo>
                    <a:cubicBezTo>
                      <a:pt x="28136" y="11069"/>
                      <a:pt x="26401" y="13437"/>
                      <a:pt x="24066" y="14738"/>
                    </a:cubicBezTo>
                    <a:cubicBezTo>
                      <a:pt x="22899" y="15405"/>
                      <a:pt x="21665" y="16006"/>
                      <a:pt x="20531" y="16773"/>
                    </a:cubicBezTo>
                    <a:cubicBezTo>
                      <a:pt x="19396" y="17540"/>
                      <a:pt x="18496" y="18574"/>
                      <a:pt x="17862" y="19675"/>
                    </a:cubicBezTo>
                    <a:cubicBezTo>
                      <a:pt x="17762" y="19775"/>
                      <a:pt x="17695" y="19942"/>
                      <a:pt x="17595" y="20075"/>
                    </a:cubicBezTo>
                    <a:cubicBezTo>
                      <a:pt x="17562" y="20242"/>
                      <a:pt x="17495" y="20375"/>
                      <a:pt x="17428" y="20542"/>
                    </a:cubicBezTo>
                    <a:cubicBezTo>
                      <a:pt x="17328" y="20842"/>
                      <a:pt x="17228" y="21109"/>
                      <a:pt x="17162" y="21443"/>
                    </a:cubicBezTo>
                    <a:cubicBezTo>
                      <a:pt x="16995" y="22110"/>
                      <a:pt x="16861" y="22777"/>
                      <a:pt x="16828" y="23444"/>
                    </a:cubicBezTo>
                    <a:cubicBezTo>
                      <a:pt x="16761" y="24111"/>
                      <a:pt x="16761" y="24845"/>
                      <a:pt x="16728" y="25446"/>
                    </a:cubicBezTo>
                    <a:cubicBezTo>
                      <a:pt x="16695" y="26080"/>
                      <a:pt x="16494" y="26613"/>
                      <a:pt x="15994" y="26947"/>
                    </a:cubicBezTo>
                    <a:cubicBezTo>
                      <a:pt x="15494" y="27280"/>
                      <a:pt x="14827" y="27514"/>
                      <a:pt x="14193" y="27614"/>
                    </a:cubicBezTo>
                    <a:cubicBezTo>
                      <a:pt x="13559" y="27781"/>
                      <a:pt x="12892" y="27881"/>
                      <a:pt x="12225" y="27948"/>
                    </a:cubicBezTo>
                    <a:cubicBezTo>
                      <a:pt x="11723" y="28038"/>
                      <a:pt x="11226" y="28073"/>
                      <a:pt x="10734" y="28073"/>
                    </a:cubicBezTo>
                    <a:cubicBezTo>
                      <a:pt x="9950" y="28073"/>
                      <a:pt x="9180" y="27983"/>
                      <a:pt x="8422" y="27881"/>
                    </a:cubicBezTo>
                    <a:cubicBezTo>
                      <a:pt x="7311" y="27726"/>
                      <a:pt x="6228" y="27544"/>
                      <a:pt x="5227" y="27544"/>
                    </a:cubicBezTo>
                    <a:cubicBezTo>
                      <a:pt x="5146" y="27544"/>
                      <a:pt x="5066" y="27545"/>
                      <a:pt x="4986" y="27547"/>
                    </a:cubicBezTo>
                    <a:cubicBezTo>
                      <a:pt x="3885" y="27581"/>
                      <a:pt x="2918" y="27881"/>
                      <a:pt x="2218" y="28248"/>
                    </a:cubicBezTo>
                    <a:cubicBezTo>
                      <a:pt x="2017" y="28348"/>
                      <a:pt x="1884" y="28448"/>
                      <a:pt x="1717" y="28548"/>
                    </a:cubicBezTo>
                    <a:cubicBezTo>
                      <a:pt x="1550" y="28615"/>
                      <a:pt x="1417" y="28715"/>
                      <a:pt x="1317" y="28848"/>
                    </a:cubicBezTo>
                    <a:cubicBezTo>
                      <a:pt x="1050" y="29015"/>
                      <a:pt x="850" y="29215"/>
                      <a:pt x="683" y="29349"/>
                    </a:cubicBezTo>
                    <a:cubicBezTo>
                      <a:pt x="383" y="29682"/>
                      <a:pt x="216" y="29849"/>
                      <a:pt x="216" y="29849"/>
                    </a:cubicBezTo>
                    <a:cubicBezTo>
                      <a:pt x="1" y="30086"/>
                      <a:pt x="36" y="30267"/>
                      <a:pt x="186" y="30267"/>
                    </a:cubicBezTo>
                    <a:cubicBezTo>
                      <a:pt x="269" y="30267"/>
                      <a:pt x="386" y="30212"/>
                      <a:pt x="516" y="30082"/>
                    </a:cubicBezTo>
                    <a:lnTo>
                      <a:pt x="983" y="29615"/>
                    </a:lnTo>
                    <a:cubicBezTo>
                      <a:pt x="1150" y="29515"/>
                      <a:pt x="1317" y="29349"/>
                      <a:pt x="1550" y="29182"/>
                    </a:cubicBezTo>
                    <a:cubicBezTo>
                      <a:pt x="1650" y="29082"/>
                      <a:pt x="1817" y="29015"/>
                      <a:pt x="1917" y="28915"/>
                    </a:cubicBezTo>
                    <a:cubicBezTo>
                      <a:pt x="2084" y="28848"/>
                      <a:pt x="2218" y="28715"/>
                      <a:pt x="2384" y="28615"/>
                    </a:cubicBezTo>
                    <a:cubicBezTo>
                      <a:pt x="3051" y="28281"/>
                      <a:pt x="3919" y="28048"/>
                      <a:pt x="4919" y="28048"/>
                    </a:cubicBezTo>
                    <a:cubicBezTo>
                      <a:pt x="4989" y="28045"/>
                      <a:pt x="5059" y="28044"/>
                      <a:pt x="5129" y="28044"/>
                    </a:cubicBezTo>
                    <a:cubicBezTo>
                      <a:pt x="6131" y="28044"/>
                      <a:pt x="7168" y="28259"/>
                      <a:pt x="8322" y="28415"/>
                    </a:cubicBezTo>
                    <a:cubicBezTo>
                      <a:pt x="9142" y="28551"/>
                      <a:pt x="10025" y="28657"/>
                      <a:pt x="10938" y="28657"/>
                    </a:cubicBezTo>
                    <a:cubicBezTo>
                      <a:pt x="11361" y="28657"/>
                      <a:pt x="11791" y="28634"/>
                      <a:pt x="12225" y="28581"/>
                    </a:cubicBezTo>
                    <a:cubicBezTo>
                      <a:pt x="12892" y="28548"/>
                      <a:pt x="13592" y="28415"/>
                      <a:pt x="14259" y="28281"/>
                    </a:cubicBezTo>
                    <a:cubicBezTo>
                      <a:pt x="14993" y="28181"/>
                      <a:pt x="15660" y="27948"/>
                      <a:pt x="16328" y="27547"/>
                    </a:cubicBezTo>
                    <a:cubicBezTo>
                      <a:pt x="16661" y="27280"/>
                      <a:pt x="16928" y="27014"/>
                      <a:pt x="17095" y="26613"/>
                    </a:cubicBezTo>
                    <a:cubicBezTo>
                      <a:pt x="17262" y="26280"/>
                      <a:pt x="17328" y="25879"/>
                      <a:pt x="17362" y="25546"/>
                    </a:cubicBezTo>
                    <a:cubicBezTo>
                      <a:pt x="17395" y="24845"/>
                      <a:pt x="17395" y="24178"/>
                      <a:pt x="17428" y="23544"/>
                    </a:cubicBezTo>
                    <a:cubicBezTo>
                      <a:pt x="17495" y="22911"/>
                      <a:pt x="17595" y="22277"/>
                      <a:pt x="17762" y="21710"/>
                    </a:cubicBezTo>
                    <a:cubicBezTo>
                      <a:pt x="17862" y="21410"/>
                      <a:pt x="17995" y="21109"/>
                      <a:pt x="18062" y="20842"/>
                    </a:cubicBezTo>
                    <a:cubicBezTo>
                      <a:pt x="18096" y="20676"/>
                      <a:pt x="18196" y="20542"/>
                      <a:pt x="18229" y="20409"/>
                    </a:cubicBezTo>
                    <a:cubicBezTo>
                      <a:pt x="18329" y="20275"/>
                      <a:pt x="18362" y="20175"/>
                      <a:pt x="18429" y="20042"/>
                    </a:cubicBezTo>
                    <a:cubicBezTo>
                      <a:pt x="19030" y="19041"/>
                      <a:pt x="19830" y="18074"/>
                      <a:pt x="20898" y="17373"/>
                    </a:cubicBezTo>
                    <a:cubicBezTo>
                      <a:pt x="21932" y="16606"/>
                      <a:pt x="23166" y="16039"/>
                      <a:pt x="24367" y="15339"/>
                    </a:cubicBezTo>
                    <a:cubicBezTo>
                      <a:pt x="25568" y="14605"/>
                      <a:pt x="26702" y="13671"/>
                      <a:pt x="27436" y="12503"/>
                    </a:cubicBezTo>
                    <a:cubicBezTo>
                      <a:pt x="27669" y="12203"/>
                      <a:pt x="27869" y="11936"/>
                      <a:pt x="28003" y="11603"/>
                    </a:cubicBezTo>
                    <a:cubicBezTo>
                      <a:pt x="28036" y="11436"/>
                      <a:pt x="28103" y="11336"/>
                      <a:pt x="28203" y="11169"/>
                    </a:cubicBezTo>
                    <a:cubicBezTo>
                      <a:pt x="28269" y="11002"/>
                      <a:pt x="28336" y="10835"/>
                      <a:pt x="28370" y="10669"/>
                    </a:cubicBezTo>
                    <a:cubicBezTo>
                      <a:pt x="28636" y="10035"/>
                      <a:pt x="28703" y="9368"/>
                      <a:pt x="28736" y="8734"/>
                    </a:cubicBezTo>
                    <a:cubicBezTo>
                      <a:pt x="28837" y="7500"/>
                      <a:pt x="28703" y="6332"/>
                      <a:pt x="28703" y="5265"/>
                    </a:cubicBezTo>
                    <a:cubicBezTo>
                      <a:pt x="28670" y="4231"/>
                      <a:pt x="28703" y="3363"/>
                      <a:pt x="28870" y="2596"/>
                    </a:cubicBezTo>
                    <a:cubicBezTo>
                      <a:pt x="28970" y="2229"/>
                      <a:pt x="29070" y="1929"/>
                      <a:pt x="29170" y="1662"/>
                    </a:cubicBezTo>
                    <a:cubicBezTo>
                      <a:pt x="29304" y="1395"/>
                      <a:pt x="29404" y="1195"/>
                      <a:pt x="29504" y="995"/>
                    </a:cubicBezTo>
                    <a:cubicBezTo>
                      <a:pt x="29570" y="761"/>
                      <a:pt x="29704" y="661"/>
                      <a:pt x="29737" y="561"/>
                    </a:cubicBezTo>
                    <a:cubicBezTo>
                      <a:pt x="29804" y="495"/>
                      <a:pt x="29837" y="428"/>
                      <a:pt x="29837" y="428"/>
                    </a:cubicBezTo>
                    <a:cubicBezTo>
                      <a:pt x="29992" y="185"/>
                      <a:pt x="29956" y="0"/>
                      <a:pt x="298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6" name="Google Shape;276;p2"/>
              <p:cNvSpPr/>
              <p:nvPr/>
            </p:nvSpPr>
            <p:spPr>
              <a:xfrm>
                <a:off x="685969" y="2216710"/>
                <a:ext cx="287162" cy="191070"/>
              </a:xfrm>
              <a:custGeom>
                <a:avLst/>
                <a:gdLst/>
                <a:ahLst/>
                <a:cxnLst/>
                <a:rect l="l" t="t" r="r" b="b"/>
                <a:pathLst>
                  <a:path w="11876" h="7902" extrusionOk="0">
                    <a:moveTo>
                      <a:pt x="200" y="1"/>
                    </a:moveTo>
                    <a:cubicBezTo>
                      <a:pt x="112" y="1"/>
                      <a:pt x="34" y="44"/>
                      <a:pt x="34" y="132"/>
                    </a:cubicBezTo>
                    <a:lnTo>
                      <a:pt x="34" y="433"/>
                    </a:lnTo>
                    <a:cubicBezTo>
                      <a:pt x="0" y="633"/>
                      <a:pt x="0" y="900"/>
                      <a:pt x="0" y="1233"/>
                    </a:cubicBezTo>
                    <a:cubicBezTo>
                      <a:pt x="0" y="1900"/>
                      <a:pt x="134" y="2801"/>
                      <a:pt x="501" y="3802"/>
                    </a:cubicBezTo>
                    <a:cubicBezTo>
                      <a:pt x="934" y="4802"/>
                      <a:pt x="1635" y="5803"/>
                      <a:pt x="2602" y="6570"/>
                    </a:cubicBezTo>
                    <a:cubicBezTo>
                      <a:pt x="3069" y="6937"/>
                      <a:pt x="3603" y="7204"/>
                      <a:pt x="4137" y="7438"/>
                    </a:cubicBezTo>
                    <a:cubicBezTo>
                      <a:pt x="4670" y="7638"/>
                      <a:pt x="5238" y="7805"/>
                      <a:pt x="5771" y="7871"/>
                    </a:cubicBezTo>
                    <a:cubicBezTo>
                      <a:pt x="5995" y="7886"/>
                      <a:pt x="6232" y="7901"/>
                      <a:pt x="6480" y="7901"/>
                    </a:cubicBezTo>
                    <a:cubicBezTo>
                      <a:pt x="6785" y="7901"/>
                      <a:pt x="7107" y="7878"/>
                      <a:pt x="7439" y="7805"/>
                    </a:cubicBezTo>
                    <a:cubicBezTo>
                      <a:pt x="7706" y="7771"/>
                      <a:pt x="8006" y="7671"/>
                      <a:pt x="8306" y="7604"/>
                    </a:cubicBezTo>
                    <a:cubicBezTo>
                      <a:pt x="8607" y="7471"/>
                      <a:pt x="8907" y="7404"/>
                      <a:pt x="9140" y="7237"/>
                    </a:cubicBezTo>
                    <a:cubicBezTo>
                      <a:pt x="9374" y="7104"/>
                      <a:pt x="9641" y="6904"/>
                      <a:pt x="9908" y="6737"/>
                    </a:cubicBezTo>
                    <a:cubicBezTo>
                      <a:pt x="10108" y="6537"/>
                      <a:pt x="10341" y="6370"/>
                      <a:pt x="10508" y="6103"/>
                    </a:cubicBezTo>
                    <a:cubicBezTo>
                      <a:pt x="10875" y="5636"/>
                      <a:pt x="11175" y="5136"/>
                      <a:pt x="11375" y="4636"/>
                    </a:cubicBezTo>
                    <a:cubicBezTo>
                      <a:pt x="11809" y="3635"/>
                      <a:pt x="11876" y="2734"/>
                      <a:pt x="11876" y="2067"/>
                    </a:cubicBezTo>
                    <a:cubicBezTo>
                      <a:pt x="11876" y="1734"/>
                      <a:pt x="11842" y="1433"/>
                      <a:pt x="11842" y="1267"/>
                    </a:cubicBezTo>
                    <a:lnTo>
                      <a:pt x="11842" y="966"/>
                    </a:lnTo>
                    <a:cubicBezTo>
                      <a:pt x="11842" y="878"/>
                      <a:pt x="11777" y="835"/>
                      <a:pt x="11701" y="835"/>
                    </a:cubicBezTo>
                    <a:cubicBezTo>
                      <a:pt x="11606" y="835"/>
                      <a:pt x="11494" y="903"/>
                      <a:pt x="11475" y="1033"/>
                    </a:cubicBezTo>
                    <a:lnTo>
                      <a:pt x="11475" y="1267"/>
                    </a:lnTo>
                    <a:cubicBezTo>
                      <a:pt x="11475" y="1433"/>
                      <a:pt x="11509" y="1700"/>
                      <a:pt x="11475" y="2034"/>
                    </a:cubicBezTo>
                    <a:cubicBezTo>
                      <a:pt x="11475" y="2634"/>
                      <a:pt x="11309" y="3568"/>
                      <a:pt x="10942" y="4435"/>
                    </a:cubicBezTo>
                    <a:cubicBezTo>
                      <a:pt x="10708" y="4869"/>
                      <a:pt x="10475" y="5303"/>
                      <a:pt x="10108" y="5703"/>
                    </a:cubicBezTo>
                    <a:cubicBezTo>
                      <a:pt x="9941" y="5903"/>
                      <a:pt x="9707" y="6070"/>
                      <a:pt x="9507" y="6237"/>
                    </a:cubicBezTo>
                    <a:cubicBezTo>
                      <a:pt x="9307" y="6370"/>
                      <a:pt x="9107" y="6537"/>
                      <a:pt x="8840" y="6637"/>
                    </a:cubicBezTo>
                    <a:cubicBezTo>
                      <a:pt x="8607" y="6770"/>
                      <a:pt x="8340" y="6871"/>
                      <a:pt x="8106" y="6937"/>
                    </a:cubicBezTo>
                    <a:cubicBezTo>
                      <a:pt x="7839" y="6971"/>
                      <a:pt x="7606" y="7071"/>
                      <a:pt x="7339" y="7104"/>
                    </a:cubicBezTo>
                    <a:cubicBezTo>
                      <a:pt x="7130" y="7143"/>
                      <a:pt x="6925" y="7157"/>
                      <a:pt x="6726" y="7157"/>
                    </a:cubicBezTo>
                    <a:cubicBezTo>
                      <a:pt x="6418" y="7157"/>
                      <a:pt x="6122" y="7124"/>
                      <a:pt x="5838" y="7104"/>
                    </a:cubicBezTo>
                    <a:cubicBezTo>
                      <a:pt x="5338" y="7071"/>
                      <a:pt x="4871" y="6937"/>
                      <a:pt x="4370" y="6770"/>
                    </a:cubicBezTo>
                    <a:cubicBezTo>
                      <a:pt x="3870" y="6604"/>
                      <a:pt x="3370" y="6370"/>
                      <a:pt x="2969" y="6037"/>
                    </a:cubicBezTo>
                    <a:cubicBezTo>
                      <a:pt x="2102" y="5403"/>
                      <a:pt x="1435" y="4536"/>
                      <a:pt x="1001" y="3602"/>
                    </a:cubicBezTo>
                    <a:cubicBezTo>
                      <a:pt x="601" y="2701"/>
                      <a:pt x="467" y="1800"/>
                      <a:pt x="434" y="1200"/>
                    </a:cubicBezTo>
                    <a:lnTo>
                      <a:pt x="434" y="433"/>
                    </a:lnTo>
                    <a:lnTo>
                      <a:pt x="434" y="199"/>
                    </a:lnTo>
                    <a:cubicBezTo>
                      <a:pt x="434" y="69"/>
                      <a:pt x="310" y="1"/>
                      <a:pt x="2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7" name="Google Shape;277;p2"/>
              <p:cNvSpPr/>
              <p:nvPr/>
            </p:nvSpPr>
            <p:spPr>
              <a:xfrm rot="2507687">
                <a:off x="492095" y="3172939"/>
                <a:ext cx="292139" cy="292139"/>
              </a:xfrm>
              <a:prstGeom prst="mathPlus">
                <a:avLst>
                  <a:gd name="adj1" fmla="val 18896"/>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sp>
        <p:nvSpPr>
          <p:cNvPr id="278" name="Google Shape;278;p2"/>
          <p:cNvSpPr/>
          <p:nvPr/>
        </p:nvSpPr>
        <p:spPr>
          <a:xfrm>
            <a:off x="8637354" y="3062337"/>
            <a:ext cx="799730" cy="755108"/>
          </a:xfrm>
          <a:custGeom>
            <a:avLst/>
            <a:gdLst/>
            <a:ahLst/>
            <a:cxnLst/>
            <a:rect l="l" t="t" r="r" b="b"/>
            <a:pathLst>
              <a:path w="33479" h="31611" extrusionOk="0">
                <a:moveTo>
                  <a:pt x="16635" y="937"/>
                </a:moveTo>
                <a:cubicBezTo>
                  <a:pt x="16761" y="1711"/>
                  <a:pt x="16844" y="2527"/>
                  <a:pt x="16886" y="3343"/>
                </a:cubicBezTo>
                <a:cubicBezTo>
                  <a:pt x="16823" y="3385"/>
                  <a:pt x="16719" y="3427"/>
                  <a:pt x="16635" y="3469"/>
                </a:cubicBezTo>
                <a:cubicBezTo>
                  <a:pt x="16656" y="2632"/>
                  <a:pt x="16656" y="1774"/>
                  <a:pt x="16635" y="937"/>
                </a:cubicBezTo>
                <a:close/>
                <a:moveTo>
                  <a:pt x="18434" y="2904"/>
                </a:moveTo>
                <a:lnTo>
                  <a:pt x="18455" y="2925"/>
                </a:lnTo>
                <a:cubicBezTo>
                  <a:pt x="18434" y="2946"/>
                  <a:pt x="18434" y="2946"/>
                  <a:pt x="18434" y="2967"/>
                </a:cubicBezTo>
                <a:cubicBezTo>
                  <a:pt x="17866" y="3261"/>
                  <a:pt x="15386" y="4639"/>
                  <a:pt x="14939" y="4639"/>
                </a:cubicBezTo>
                <a:cubicBezTo>
                  <a:pt x="14909" y="4639"/>
                  <a:pt x="14888" y="4633"/>
                  <a:pt x="14877" y="4620"/>
                </a:cubicBezTo>
                <a:cubicBezTo>
                  <a:pt x="14877" y="4599"/>
                  <a:pt x="14857" y="4599"/>
                  <a:pt x="14857" y="4599"/>
                </a:cubicBezTo>
                <a:lnTo>
                  <a:pt x="14857" y="4536"/>
                </a:lnTo>
                <a:cubicBezTo>
                  <a:pt x="14794" y="4494"/>
                  <a:pt x="14836" y="4473"/>
                  <a:pt x="14836" y="4431"/>
                </a:cubicBezTo>
                <a:cubicBezTo>
                  <a:pt x="16049" y="4013"/>
                  <a:pt x="17263" y="3448"/>
                  <a:pt x="18434" y="2904"/>
                </a:cubicBezTo>
                <a:close/>
                <a:moveTo>
                  <a:pt x="23770" y="5624"/>
                </a:moveTo>
                <a:cubicBezTo>
                  <a:pt x="23854" y="6691"/>
                  <a:pt x="24000" y="8930"/>
                  <a:pt x="24042" y="9390"/>
                </a:cubicBezTo>
                <a:cubicBezTo>
                  <a:pt x="23875" y="9411"/>
                  <a:pt x="23749" y="9432"/>
                  <a:pt x="23582" y="9453"/>
                </a:cubicBezTo>
                <a:cubicBezTo>
                  <a:pt x="23644" y="9076"/>
                  <a:pt x="23770" y="6712"/>
                  <a:pt x="23770" y="5624"/>
                </a:cubicBezTo>
                <a:close/>
                <a:moveTo>
                  <a:pt x="10672" y="6858"/>
                </a:moveTo>
                <a:cubicBezTo>
                  <a:pt x="10651" y="6921"/>
                  <a:pt x="10588" y="7005"/>
                  <a:pt x="10546" y="7047"/>
                </a:cubicBezTo>
                <a:cubicBezTo>
                  <a:pt x="10484" y="7047"/>
                  <a:pt x="10463" y="7089"/>
                  <a:pt x="10442" y="7130"/>
                </a:cubicBezTo>
                <a:lnTo>
                  <a:pt x="10442" y="7172"/>
                </a:lnTo>
                <a:cubicBezTo>
                  <a:pt x="9960" y="7654"/>
                  <a:pt x="9019" y="8177"/>
                  <a:pt x="8768" y="8386"/>
                </a:cubicBezTo>
                <a:cubicBezTo>
                  <a:pt x="8203" y="8783"/>
                  <a:pt x="7659" y="9181"/>
                  <a:pt x="7136" y="9620"/>
                </a:cubicBezTo>
                <a:cubicBezTo>
                  <a:pt x="7136" y="9620"/>
                  <a:pt x="7136" y="9579"/>
                  <a:pt x="7115" y="9579"/>
                </a:cubicBezTo>
                <a:cubicBezTo>
                  <a:pt x="7115" y="9558"/>
                  <a:pt x="7136" y="9558"/>
                  <a:pt x="7136" y="9537"/>
                </a:cubicBezTo>
                <a:cubicBezTo>
                  <a:pt x="7153" y="9485"/>
                  <a:pt x="7128" y="9448"/>
                  <a:pt x="7083" y="9448"/>
                </a:cubicBezTo>
                <a:cubicBezTo>
                  <a:pt x="7074" y="9448"/>
                  <a:pt x="7063" y="9449"/>
                  <a:pt x="7052" y="9453"/>
                </a:cubicBezTo>
                <a:cubicBezTo>
                  <a:pt x="7088" y="9435"/>
                  <a:pt x="7093" y="9433"/>
                  <a:pt x="7107" y="9406"/>
                </a:cubicBezTo>
                <a:lnTo>
                  <a:pt x="7107" y="9406"/>
                </a:lnTo>
                <a:cubicBezTo>
                  <a:pt x="7107" y="9406"/>
                  <a:pt x="7107" y="9406"/>
                  <a:pt x="7107" y="9406"/>
                </a:cubicBezTo>
                <a:cubicBezTo>
                  <a:pt x="7110" y="9406"/>
                  <a:pt x="7115" y="9401"/>
                  <a:pt x="7115" y="9390"/>
                </a:cubicBezTo>
                <a:lnTo>
                  <a:pt x="7115" y="9390"/>
                </a:lnTo>
                <a:cubicBezTo>
                  <a:pt x="7115" y="9390"/>
                  <a:pt x="7115" y="9390"/>
                  <a:pt x="7115" y="9390"/>
                </a:cubicBezTo>
                <a:cubicBezTo>
                  <a:pt x="8307" y="8574"/>
                  <a:pt x="9458" y="7675"/>
                  <a:pt x="10672" y="6858"/>
                </a:cubicBezTo>
                <a:close/>
                <a:moveTo>
                  <a:pt x="18393" y="3155"/>
                </a:moveTo>
                <a:lnTo>
                  <a:pt x="18393" y="3155"/>
                </a:lnTo>
                <a:cubicBezTo>
                  <a:pt x="17681" y="4850"/>
                  <a:pt x="17890" y="6817"/>
                  <a:pt x="19041" y="8281"/>
                </a:cubicBezTo>
                <a:cubicBezTo>
                  <a:pt x="18538" y="7990"/>
                  <a:pt x="17939" y="7885"/>
                  <a:pt x="17334" y="7885"/>
                </a:cubicBezTo>
                <a:cubicBezTo>
                  <a:pt x="16807" y="7885"/>
                  <a:pt x="16275" y="7965"/>
                  <a:pt x="15798" y="8072"/>
                </a:cubicBezTo>
                <a:cubicBezTo>
                  <a:pt x="14857" y="8281"/>
                  <a:pt x="13957" y="8783"/>
                  <a:pt x="13706" y="9746"/>
                </a:cubicBezTo>
                <a:lnTo>
                  <a:pt x="13685" y="9746"/>
                </a:lnTo>
                <a:cubicBezTo>
                  <a:pt x="13476" y="8825"/>
                  <a:pt x="13392" y="7967"/>
                  <a:pt x="13643" y="7047"/>
                </a:cubicBezTo>
                <a:cubicBezTo>
                  <a:pt x="13894" y="6189"/>
                  <a:pt x="14417" y="5540"/>
                  <a:pt x="14773" y="4745"/>
                </a:cubicBezTo>
                <a:cubicBezTo>
                  <a:pt x="14794" y="4745"/>
                  <a:pt x="14836" y="4724"/>
                  <a:pt x="14857" y="4703"/>
                </a:cubicBezTo>
                <a:cubicBezTo>
                  <a:pt x="14877" y="4709"/>
                  <a:pt x="14902" y="4712"/>
                  <a:pt x="14931" y="4712"/>
                </a:cubicBezTo>
                <a:cubicBezTo>
                  <a:pt x="15516" y="4712"/>
                  <a:pt x="17695" y="3554"/>
                  <a:pt x="18393" y="3155"/>
                </a:cubicBezTo>
                <a:close/>
                <a:moveTo>
                  <a:pt x="17200" y="8867"/>
                </a:moveTo>
                <a:lnTo>
                  <a:pt x="17200" y="8867"/>
                </a:lnTo>
                <a:cubicBezTo>
                  <a:pt x="17493" y="9076"/>
                  <a:pt x="17786" y="9286"/>
                  <a:pt x="18079" y="9453"/>
                </a:cubicBezTo>
                <a:cubicBezTo>
                  <a:pt x="17786" y="9558"/>
                  <a:pt x="17493" y="9662"/>
                  <a:pt x="17179" y="9809"/>
                </a:cubicBezTo>
                <a:cubicBezTo>
                  <a:pt x="17242" y="9495"/>
                  <a:pt x="17242" y="9181"/>
                  <a:pt x="17200" y="8867"/>
                </a:cubicBezTo>
                <a:close/>
                <a:moveTo>
                  <a:pt x="16970" y="8198"/>
                </a:moveTo>
                <a:cubicBezTo>
                  <a:pt x="16970" y="8721"/>
                  <a:pt x="16949" y="9307"/>
                  <a:pt x="17033" y="9851"/>
                </a:cubicBezTo>
                <a:lnTo>
                  <a:pt x="16865" y="9934"/>
                </a:lnTo>
                <a:cubicBezTo>
                  <a:pt x="16886" y="9348"/>
                  <a:pt x="16865" y="8783"/>
                  <a:pt x="16740" y="8198"/>
                </a:cubicBezTo>
                <a:close/>
                <a:moveTo>
                  <a:pt x="25611" y="9307"/>
                </a:moveTo>
                <a:lnTo>
                  <a:pt x="25611" y="9307"/>
                </a:lnTo>
                <a:cubicBezTo>
                  <a:pt x="25632" y="9599"/>
                  <a:pt x="24837" y="9662"/>
                  <a:pt x="24732" y="9704"/>
                </a:cubicBezTo>
                <a:lnTo>
                  <a:pt x="23728" y="9934"/>
                </a:lnTo>
                <a:cubicBezTo>
                  <a:pt x="23059" y="10081"/>
                  <a:pt x="22389" y="10185"/>
                  <a:pt x="21740" y="10395"/>
                </a:cubicBezTo>
                <a:lnTo>
                  <a:pt x="21740" y="10353"/>
                </a:lnTo>
                <a:cubicBezTo>
                  <a:pt x="21699" y="10290"/>
                  <a:pt x="21678" y="10248"/>
                  <a:pt x="21678" y="10164"/>
                </a:cubicBezTo>
                <a:cubicBezTo>
                  <a:pt x="21699" y="10081"/>
                  <a:pt x="21740" y="10039"/>
                  <a:pt x="21740" y="9955"/>
                </a:cubicBezTo>
                <a:cubicBezTo>
                  <a:pt x="21835" y="9970"/>
                  <a:pt x="21932" y="9976"/>
                  <a:pt x="22032" y="9976"/>
                </a:cubicBezTo>
                <a:cubicBezTo>
                  <a:pt x="22506" y="9976"/>
                  <a:pt x="23027" y="9832"/>
                  <a:pt x="23477" y="9746"/>
                </a:cubicBezTo>
                <a:cubicBezTo>
                  <a:pt x="24188" y="9620"/>
                  <a:pt x="24900" y="9495"/>
                  <a:pt x="25611" y="9307"/>
                </a:cubicBezTo>
                <a:close/>
                <a:moveTo>
                  <a:pt x="19146" y="9244"/>
                </a:moveTo>
                <a:cubicBezTo>
                  <a:pt x="19188" y="9307"/>
                  <a:pt x="17095" y="10185"/>
                  <a:pt x="16886" y="10269"/>
                </a:cubicBezTo>
                <a:cubicBezTo>
                  <a:pt x="16572" y="10395"/>
                  <a:pt x="16238" y="10520"/>
                  <a:pt x="15924" y="10667"/>
                </a:cubicBezTo>
                <a:cubicBezTo>
                  <a:pt x="15861" y="10682"/>
                  <a:pt x="15125" y="11040"/>
                  <a:pt x="14745" y="11040"/>
                </a:cubicBezTo>
                <a:cubicBezTo>
                  <a:pt x="14619" y="11040"/>
                  <a:pt x="14532" y="11001"/>
                  <a:pt x="14522" y="10897"/>
                </a:cubicBezTo>
                <a:cubicBezTo>
                  <a:pt x="15359" y="10688"/>
                  <a:pt x="16154" y="10353"/>
                  <a:pt x="16991" y="10060"/>
                </a:cubicBezTo>
                <a:cubicBezTo>
                  <a:pt x="17702" y="9830"/>
                  <a:pt x="18455" y="9599"/>
                  <a:pt x="19146" y="9244"/>
                </a:cubicBezTo>
                <a:close/>
                <a:moveTo>
                  <a:pt x="9939" y="13575"/>
                </a:moveTo>
                <a:cubicBezTo>
                  <a:pt x="9584" y="13826"/>
                  <a:pt x="9270" y="14140"/>
                  <a:pt x="8998" y="14454"/>
                </a:cubicBezTo>
                <a:cubicBezTo>
                  <a:pt x="8977" y="14161"/>
                  <a:pt x="8935" y="13910"/>
                  <a:pt x="8914" y="13617"/>
                </a:cubicBezTo>
                <a:cubicBezTo>
                  <a:pt x="9249" y="13575"/>
                  <a:pt x="9605" y="13575"/>
                  <a:pt x="9939" y="13575"/>
                </a:cubicBezTo>
                <a:close/>
                <a:moveTo>
                  <a:pt x="10379" y="7423"/>
                </a:moveTo>
                <a:lnTo>
                  <a:pt x="10379" y="7423"/>
                </a:lnTo>
                <a:cubicBezTo>
                  <a:pt x="9835" y="9327"/>
                  <a:pt x="9939" y="11608"/>
                  <a:pt x="11007" y="13303"/>
                </a:cubicBezTo>
                <a:cubicBezTo>
                  <a:pt x="10702" y="13234"/>
                  <a:pt x="10358" y="13198"/>
                  <a:pt x="9997" y="13198"/>
                </a:cubicBezTo>
                <a:cubicBezTo>
                  <a:pt x="8723" y="13198"/>
                  <a:pt x="7249" y="13643"/>
                  <a:pt x="6613" y="14621"/>
                </a:cubicBezTo>
                <a:cubicBezTo>
                  <a:pt x="5964" y="12968"/>
                  <a:pt x="6278" y="11273"/>
                  <a:pt x="7052" y="9725"/>
                </a:cubicBezTo>
                <a:cubicBezTo>
                  <a:pt x="7094" y="9725"/>
                  <a:pt x="7094" y="9725"/>
                  <a:pt x="7115" y="9746"/>
                </a:cubicBezTo>
                <a:cubicBezTo>
                  <a:pt x="7157" y="9746"/>
                  <a:pt x="7240" y="9725"/>
                  <a:pt x="7303" y="9662"/>
                </a:cubicBezTo>
                <a:lnTo>
                  <a:pt x="7303" y="9641"/>
                </a:lnTo>
                <a:cubicBezTo>
                  <a:pt x="8140" y="9118"/>
                  <a:pt x="8935" y="8491"/>
                  <a:pt x="9730" y="7884"/>
                </a:cubicBezTo>
                <a:cubicBezTo>
                  <a:pt x="9877" y="7779"/>
                  <a:pt x="10149" y="7633"/>
                  <a:pt x="10379" y="7423"/>
                </a:cubicBezTo>
                <a:close/>
                <a:moveTo>
                  <a:pt x="25528" y="9746"/>
                </a:moveTo>
                <a:cubicBezTo>
                  <a:pt x="25465" y="10583"/>
                  <a:pt x="25423" y="11483"/>
                  <a:pt x="25549" y="12320"/>
                </a:cubicBezTo>
                <a:cubicBezTo>
                  <a:pt x="25632" y="12905"/>
                  <a:pt x="25862" y="13366"/>
                  <a:pt x="26197" y="13826"/>
                </a:cubicBezTo>
                <a:cubicBezTo>
                  <a:pt x="25632" y="13687"/>
                  <a:pt x="25052" y="13604"/>
                  <a:pt x="24479" y="13604"/>
                </a:cubicBezTo>
                <a:cubicBezTo>
                  <a:pt x="23419" y="13604"/>
                  <a:pt x="22387" y="13888"/>
                  <a:pt x="21531" y="14621"/>
                </a:cubicBezTo>
                <a:cubicBezTo>
                  <a:pt x="21050" y="13198"/>
                  <a:pt x="21259" y="11859"/>
                  <a:pt x="21803" y="10499"/>
                </a:cubicBezTo>
                <a:cubicBezTo>
                  <a:pt x="22933" y="10374"/>
                  <a:pt x="24084" y="10081"/>
                  <a:pt x="25214" y="9851"/>
                </a:cubicBezTo>
                <a:cubicBezTo>
                  <a:pt x="25318" y="9830"/>
                  <a:pt x="25423" y="9809"/>
                  <a:pt x="25528" y="9746"/>
                </a:cubicBezTo>
                <a:close/>
                <a:moveTo>
                  <a:pt x="19062" y="9704"/>
                </a:moveTo>
                <a:lnTo>
                  <a:pt x="19062" y="9704"/>
                </a:lnTo>
                <a:cubicBezTo>
                  <a:pt x="18309" y="11211"/>
                  <a:pt x="18895" y="12989"/>
                  <a:pt x="19732" y="14412"/>
                </a:cubicBezTo>
                <a:cubicBezTo>
                  <a:pt x="19101" y="14040"/>
                  <a:pt x="18398" y="13905"/>
                  <a:pt x="17687" y="13905"/>
                </a:cubicBezTo>
                <a:cubicBezTo>
                  <a:pt x="17077" y="13905"/>
                  <a:pt x="16462" y="14005"/>
                  <a:pt x="15882" y="14140"/>
                </a:cubicBezTo>
                <a:cubicBezTo>
                  <a:pt x="14731" y="14412"/>
                  <a:pt x="13538" y="14935"/>
                  <a:pt x="13078" y="16044"/>
                </a:cubicBezTo>
                <a:cubicBezTo>
                  <a:pt x="13120" y="15186"/>
                  <a:pt x="13120" y="14370"/>
                  <a:pt x="13413" y="13533"/>
                </a:cubicBezTo>
                <a:cubicBezTo>
                  <a:pt x="13580" y="13094"/>
                  <a:pt x="13789" y="12654"/>
                  <a:pt x="14041" y="12236"/>
                </a:cubicBezTo>
                <a:cubicBezTo>
                  <a:pt x="14250" y="11922"/>
                  <a:pt x="14459" y="11629"/>
                  <a:pt x="14626" y="11294"/>
                </a:cubicBezTo>
                <a:cubicBezTo>
                  <a:pt x="14639" y="11296"/>
                  <a:pt x="14653" y="11297"/>
                  <a:pt x="14667" y="11297"/>
                </a:cubicBezTo>
                <a:cubicBezTo>
                  <a:pt x="14810" y="11297"/>
                  <a:pt x="14993" y="11207"/>
                  <a:pt x="15108" y="11169"/>
                </a:cubicBezTo>
                <a:cubicBezTo>
                  <a:pt x="15526" y="11001"/>
                  <a:pt x="15924" y="10855"/>
                  <a:pt x="16342" y="10688"/>
                </a:cubicBezTo>
                <a:cubicBezTo>
                  <a:pt x="17116" y="10395"/>
                  <a:pt x="17911" y="10081"/>
                  <a:pt x="18686" y="9809"/>
                </a:cubicBezTo>
                <a:cubicBezTo>
                  <a:pt x="18790" y="9767"/>
                  <a:pt x="18937" y="9725"/>
                  <a:pt x="19062" y="9704"/>
                </a:cubicBezTo>
                <a:close/>
                <a:moveTo>
                  <a:pt x="17367" y="15312"/>
                </a:moveTo>
                <a:cubicBezTo>
                  <a:pt x="17702" y="15563"/>
                  <a:pt x="18079" y="15814"/>
                  <a:pt x="18455" y="15981"/>
                </a:cubicBezTo>
                <a:cubicBezTo>
                  <a:pt x="18079" y="16044"/>
                  <a:pt x="17681" y="16128"/>
                  <a:pt x="17305" y="16211"/>
                </a:cubicBezTo>
                <a:cubicBezTo>
                  <a:pt x="17346" y="15918"/>
                  <a:pt x="17367" y="15625"/>
                  <a:pt x="17367" y="15312"/>
                </a:cubicBezTo>
                <a:close/>
                <a:moveTo>
                  <a:pt x="17116" y="14203"/>
                </a:moveTo>
                <a:lnTo>
                  <a:pt x="17116" y="14203"/>
                </a:lnTo>
                <a:cubicBezTo>
                  <a:pt x="17095" y="14851"/>
                  <a:pt x="17116" y="15521"/>
                  <a:pt x="17095" y="16190"/>
                </a:cubicBezTo>
                <a:lnTo>
                  <a:pt x="17095" y="16232"/>
                </a:lnTo>
                <a:cubicBezTo>
                  <a:pt x="16970" y="16253"/>
                  <a:pt x="16802" y="16295"/>
                  <a:pt x="16677" y="16316"/>
                </a:cubicBezTo>
                <a:cubicBezTo>
                  <a:pt x="16844" y="15688"/>
                  <a:pt x="16865" y="14935"/>
                  <a:pt x="16761" y="14245"/>
                </a:cubicBezTo>
                <a:cubicBezTo>
                  <a:pt x="16886" y="14224"/>
                  <a:pt x="17033" y="14224"/>
                  <a:pt x="17116" y="14203"/>
                </a:cubicBezTo>
                <a:close/>
                <a:moveTo>
                  <a:pt x="23958" y="13910"/>
                </a:moveTo>
                <a:lnTo>
                  <a:pt x="23958" y="13910"/>
                </a:lnTo>
                <a:cubicBezTo>
                  <a:pt x="23896" y="14663"/>
                  <a:pt x="23958" y="15458"/>
                  <a:pt x="24063" y="16211"/>
                </a:cubicBezTo>
                <a:cubicBezTo>
                  <a:pt x="24063" y="16232"/>
                  <a:pt x="24084" y="16253"/>
                  <a:pt x="24084" y="16253"/>
                </a:cubicBezTo>
                <a:cubicBezTo>
                  <a:pt x="23916" y="16337"/>
                  <a:pt x="23791" y="16400"/>
                  <a:pt x="23644" y="16462"/>
                </a:cubicBezTo>
                <a:cubicBezTo>
                  <a:pt x="23770" y="15625"/>
                  <a:pt x="23833" y="14768"/>
                  <a:pt x="23770" y="13931"/>
                </a:cubicBezTo>
                <a:cubicBezTo>
                  <a:pt x="23833" y="13931"/>
                  <a:pt x="23896" y="13931"/>
                  <a:pt x="23958" y="13910"/>
                </a:cubicBezTo>
                <a:close/>
                <a:moveTo>
                  <a:pt x="8789" y="13638"/>
                </a:moveTo>
                <a:cubicBezTo>
                  <a:pt x="8768" y="13993"/>
                  <a:pt x="8768" y="14349"/>
                  <a:pt x="8789" y="14684"/>
                </a:cubicBezTo>
                <a:cubicBezTo>
                  <a:pt x="8747" y="14726"/>
                  <a:pt x="8747" y="14747"/>
                  <a:pt x="8789" y="14768"/>
                </a:cubicBezTo>
                <a:cubicBezTo>
                  <a:pt x="8831" y="15312"/>
                  <a:pt x="8914" y="15897"/>
                  <a:pt x="9082" y="16421"/>
                </a:cubicBezTo>
                <a:cubicBezTo>
                  <a:pt x="8935" y="16504"/>
                  <a:pt x="8789" y="16546"/>
                  <a:pt x="8663" y="16609"/>
                </a:cubicBezTo>
                <a:cubicBezTo>
                  <a:pt x="8621" y="16630"/>
                  <a:pt x="8600" y="16630"/>
                  <a:pt x="8579" y="16651"/>
                </a:cubicBezTo>
                <a:lnTo>
                  <a:pt x="8579" y="13680"/>
                </a:lnTo>
                <a:cubicBezTo>
                  <a:pt x="8663" y="13638"/>
                  <a:pt x="8705" y="13638"/>
                  <a:pt x="8789" y="13638"/>
                </a:cubicBezTo>
                <a:close/>
                <a:moveTo>
                  <a:pt x="20171" y="15939"/>
                </a:moveTo>
                <a:cubicBezTo>
                  <a:pt x="20171" y="15981"/>
                  <a:pt x="20192" y="15981"/>
                  <a:pt x="20192" y="16002"/>
                </a:cubicBezTo>
                <a:cubicBezTo>
                  <a:pt x="20192" y="16023"/>
                  <a:pt x="20192" y="16107"/>
                  <a:pt x="20171" y="16128"/>
                </a:cubicBezTo>
                <a:cubicBezTo>
                  <a:pt x="20067" y="16232"/>
                  <a:pt x="19878" y="16232"/>
                  <a:pt x="19774" y="16253"/>
                </a:cubicBezTo>
                <a:cubicBezTo>
                  <a:pt x="18727" y="16316"/>
                  <a:pt x="17618" y="16609"/>
                  <a:pt x="16656" y="16818"/>
                </a:cubicBezTo>
                <a:cubicBezTo>
                  <a:pt x="15421" y="17069"/>
                  <a:pt x="14145" y="17195"/>
                  <a:pt x="12952" y="17571"/>
                </a:cubicBezTo>
                <a:cubicBezTo>
                  <a:pt x="12911" y="17550"/>
                  <a:pt x="12869" y="17509"/>
                  <a:pt x="12869" y="17467"/>
                </a:cubicBezTo>
                <a:lnTo>
                  <a:pt x="12869" y="17362"/>
                </a:lnTo>
                <a:lnTo>
                  <a:pt x="12890" y="17362"/>
                </a:lnTo>
                <a:cubicBezTo>
                  <a:pt x="14124" y="17174"/>
                  <a:pt x="15317" y="16818"/>
                  <a:pt x="16551" y="16609"/>
                </a:cubicBezTo>
                <a:cubicBezTo>
                  <a:pt x="17765" y="16400"/>
                  <a:pt x="18978" y="16253"/>
                  <a:pt x="20171" y="15939"/>
                </a:cubicBezTo>
                <a:close/>
                <a:moveTo>
                  <a:pt x="19125" y="9997"/>
                </a:moveTo>
                <a:lnTo>
                  <a:pt x="19125" y="9997"/>
                </a:lnTo>
                <a:cubicBezTo>
                  <a:pt x="19774" y="10646"/>
                  <a:pt x="20443" y="11127"/>
                  <a:pt x="21134" y="11608"/>
                </a:cubicBezTo>
                <a:cubicBezTo>
                  <a:pt x="20820" y="12675"/>
                  <a:pt x="20924" y="13847"/>
                  <a:pt x="21280" y="14872"/>
                </a:cubicBezTo>
                <a:cubicBezTo>
                  <a:pt x="21307" y="14939"/>
                  <a:pt x="21368" y="14989"/>
                  <a:pt x="21430" y="14989"/>
                </a:cubicBezTo>
                <a:cubicBezTo>
                  <a:pt x="21465" y="14989"/>
                  <a:pt x="21501" y="14973"/>
                  <a:pt x="21531" y="14935"/>
                </a:cubicBezTo>
                <a:cubicBezTo>
                  <a:pt x="22117" y="14349"/>
                  <a:pt x="22849" y="14035"/>
                  <a:pt x="23624" y="13931"/>
                </a:cubicBezTo>
                <a:lnTo>
                  <a:pt x="23624" y="13931"/>
                </a:lnTo>
                <a:cubicBezTo>
                  <a:pt x="23540" y="14789"/>
                  <a:pt x="23519" y="15667"/>
                  <a:pt x="23519" y="16504"/>
                </a:cubicBezTo>
                <a:cubicBezTo>
                  <a:pt x="22912" y="16776"/>
                  <a:pt x="22284" y="17069"/>
                  <a:pt x="21678" y="17362"/>
                </a:cubicBezTo>
                <a:cubicBezTo>
                  <a:pt x="21678" y="17322"/>
                  <a:pt x="21660" y="17299"/>
                  <a:pt x="21631" y="17299"/>
                </a:cubicBezTo>
                <a:cubicBezTo>
                  <a:pt x="21615" y="17299"/>
                  <a:pt x="21595" y="17305"/>
                  <a:pt x="21573" y="17320"/>
                </a:cubicBezTo>
                <a:cubicBezTo>
                  <a:pt x="21489" y="17425"/>
                  <a:pt x="21468" y="17571"/>
                  <a:pt x="21531" y="17697"/>
                </a:cubicBezTo>
                <a:cubicBezTo>
                  <a:pt x="21531" y="17718"/>
                  <a:pt x="21552" y="17739"/>
                  <a:pt x="21573" y="17781"/>
                </a:cubicBezTo>
                <a:cubicBezTo>
                  <a:pt x="21050" y="17383"/>
                  <a:pt x="20485" y="17027"/>
                  <a:pt x="19899" y="16734"/>
                </a:cubicBezTo>
                <a:cubicBezTo>
                  <a:pt x="20004" y="16588"/>
                  <a:pt x="20108" y="16442"/>
                  <a:pt x="20213" y="16337"/>
                </a:cubicBezTo>
                <a:cubicBezTo>
                  <a:pt x="20213" y="16337"/>
                  <a:pt x="20213" y="16316"/>
                  <a:pt x="20234" y="16316"/>
                </a:cubicBezTo>
                <a:cubicBezTo>
                  <a:pt x="20276" y="16316"/>
                  <a:pt x="20276" y="16274"/>
                  <a:pt x="20276" y="16253"/>
                </a:cubicBezTo>
                <a:lnTo>
                  <a:pt x="20276" y="16232"/>
                </a:lnTo>
                <a:lnTo>
                  <a:pt x="20297" y="16211"/>
                </a:lnTo>
                <a:cubicBezTo>
                  <a:pt x="20380" y="16107"/>
                  <a:pt x="20443" y="15897"/>
                  <a:pt x="20339" y="15793"/>
                </a:cubicBezTo>
                <a:cubicBezTo>
                  <a:pt x="20339" y="15793"/>
                  <a:pt x="20318" y="15751"/>
                  <a:pt x="20297" y="15751"/>
                </a:cubicBezTo>
                <a:cubicBezTo>
                  <a:pt x="20297" y="15709"/>
                  <a:pt x="20276" y="15646"/>
                  <a:pt x="20192" y="15646"/>
                </a:cubicBezTo>
                <a:cubicBezTo>
                  <a:pt x="19690" y="15688"/>
                  <a:pt x="19167" y="15751"/>
                  <a:pt x="18665" y="15835"/>
                </a:cubicBezTo>
                <a:cubicBezTo>
                  <a:pt x="18246" y="15584"/>
                  <a:pt x="17807" y="15374"/>
                  <a:pt x="17367" y="15123"/>
                </a:cubicBezTo>
                <a:cubicBezTo>
                  <a:pt x="17367" y="14789"/>
                  <a:pt x="17367" y="14454"/>
                  <a:pt x="17305" y="14119"/>
                </a:cubicBezTo>
                <a:cubicBezTo>
                  <a:pt x="17447" y="14108"/>
                  <a:pt x="17588" y="14102"/>
                  <a:pt x="17729" y="14102"/>
                </a:cubicBezTo>
                <a:cubicBezTo>
                  <a:pt x="18396" y="14102"/>
                  <a:pt x="19043" y="14234"/>
                  <a:pt x="19648" y="14579"/>
                </a:cubicBezTo>
                <a:cubicBezTo>
                  <a:pt x="19678" y="14597"/>
                  <a:pt x="19704" y="14605"/>
                  <a:pt x="19727" y="14605"/>
                </a:cubicBezTo>
                <a:cubicBezTo>
                  <a:pt x="19787" y="14605"/>
                  <a:pt x="19827" y="14556"/>
                  <a:pt x="19857" y="14496"/>
                </a:cubicBezTo>
                <a:cubicBezTo>
                  <a:pt x="19899" y="14496"/>
                  <a:pt x="19920" y="14475"/>
                  <a:pt x="19920" y="14433"/>
                </a:cubicBezTo>
                <a:cubicBezTo>
                  <a:pt x="19376" y="12989"/>
                  <a:pt x="18623" y="11524"/>
                  <a:pt x="19125" y="9997"/>
                </a:cubicBezTo>
                <a:close/>
                <a:moveTo>
                  <a:pt x="28541" y="14161"/>
                </a:moveTo>
                <a:cubicBezTo>
                  <a:pt x="28541" y="14161"/>
                  <a:pt x="28562" y="14161"/>
                  <a:pt x="28562" y="14203"/>
                </a:cubicBezTo>
                <a:cubicBezTo>
                  <a:pt x="28645" y="14224"/>
                  <a:pt x="27725" y="14851"/>
                  <a:pt x="27641" y="14872"/>
                </a:cubicBezTo>
                <a:cubicBezTo>
                  <a:pt x="27348" y="15040"/>
                  <a:pt x="27034" y="15186"/>
                  <a:pt x="26762" y="15353"/>
                </a:cubicBezTo>
                <a:cubicBezTo>
                  <a:pt x="26239" y="15605"/>
                  <a:pt x="25716" y="15877"/>
                  <a:pt x="25193" y="16149"/>
                </a:cubicBezTo>
                <a:cubicBezTo>
                  <a:pt x="24084" y="16714"/>
                  <a:pt x="22933" y="17195"/>
                  <a:pt x="21845" y="17781"/>
                </a:cubicBezTo>
                <a:cubicBezTo>
                  <a:pt x="21761" y="17697"/>
                  <a:pt x="21740" y="17592"/>
                  <a:pt x="21740" y="17488"/>
                </a:cubicBezTo>
                <a:lnTo>
                  <a:pt x="21740" y="17488"/>
                </a:lnTo>
                <a:cubicBezTo>
                  <a:pt x="21761" y="17509"/>
                  <a:pt x="21761" y="17509"/>
                  <a:pt x="21782" y="17509"/>
                </a:cubicBezTo>
                <a:cubicBezTo>
                  <a:pt x="22891" y="17048"/>
                  <a:pt x="24000" y="16504"/>
                  <a:pt x="25109" y="15939"/>
                </a:cubicBezTo>
                <a:cubicBezTo>
                  <a:pt x="26239" y="15374"/>
                  <a:pt x="27432" y="14872"/>
                  <a:pt x="28541" y="14161"/>
                </a:cubicBezTo>
                <a:close/>
                <a:moveTo>
                  <a:pt x="16635" y="8198"/>
                </a:moveTo>
                <a:cubicBezTo>
                  <a:pt x="16614" y="8804"/>
                  <a:pt x="16635" y="9411"/>
                  <a:pt x="16656" y="9976"/>
                </a:cubicBezTo>
                <a:cubicBezTo>
                  <a:pt x="15903" y="10248"/>
                  <a:pt x="15149" y="10478"/>
                  <a:pt x="14417" y="10792"/>
                </a:cubicBezTo>
                <a:cubicBezTo>
                  <a:pt x="14375" y="10813"/>
                  <a:pt x="14375" y="10855"/>
                  <a:pt x="14375" y="10876"/>
                </a:cubicBezTo>
                <a:cubicBezTo>
                  <a:pt x="14313" y="11022"/>
                  <a:pt x="14333" y="11190"/>
                  <a:pt x="14480" y="11273"/>
                </a:cubicBezTo>
                <a:cubicBezTo>
                  <a:pt x="13789" y="11692"/>
                  <a:pt x="13371" y="12696"/>
                  <a:pt x="13120" y="13470"/>
                </a:cubicBezTo>
                <a:cubicBezTo>
                  <a:pt x="12848" y="14307"/>
                  <a:pt x="12660" y="15312"/>
                  <a:pt x="12848" y="16211"/>
                </a:cubicBezTo>
                <a:cubicBezTo>
                  <a:pt x="12116" y="16734"/>
                  <a:pt x="11509" y="17467"/>
                  <a:pt x="10965" y="18178"/>
                </a:cubicBezTo>
                <a:cubicBezTo>
                  <a:pt x="11007" y="17446"/>
                  <a:pt x="11237" y="16755"/>
                  <a:pt x="11634" y="16128"/>
                </a:cubicBezTo>
                <a:cubicBezTo>
                  <a:pt x="11655" y="16107"/>
                  <a:pt x="11655" y="16086"/>
                  <a:pt x="11655" y="16044"/>
                </a:cubicBezTo>
                <a:cubicBezTo>
                  <a:pt x="11718" y="16023"/>
                  <a:pt x="11739" y="15981"/>
                  <a:pt x="11718" y="15918"/>
                </a:cubicBezTo>
                <a:cubicBezTo>
                  <a:pt x="11802" y="15793"/>
                  <a:pt x="11802" y="15584"/>
                  <a:pt x="11655" y="15500"/>
                </a:cubicBezTo>
                <a:cubicBezTo>
                  <a:pt x="11655" y="15479"/>
                  <a:pt x="11634" y="15479"/>
                  <a:pt x="11592" y="15479"/>
                </a:cubicBezTo>
                <a:cubicBezTo>
                  <a:pt x="10776" y="15625"/>
                  <a:pt x="9960" y="16044"/>
                  <a:pt x="9186" y="16421"/>
                </a:cubicBezTo>
                <a:cubicBezTo>
                  <a:pt x="9123" y="15835"/>
                  <a:pt x="9082" y="15270"/>
                  <a:pt x="9019" y="14663"/>
                </a:cubicBezTo>
                <a:cubicBezTo>
                  <a:pt x="9416" y="14349"/>
                  <a:pt x="9835" y="13993"/>
                  <a:pt x="10149" y="13596"/>
                </a:cubicBezTo>
                <a:cubicBezTo>
                  <a:pt x="10484" y="13596"/>
                  <a:pt x="10797" y="13617"/>
                  <a:pt x="11090" y="13617"/>
                </a:cubicBezTo>
                <a:cubicBezTo>
                  <a:pt x="11174" y="13617"/>
                  <a:pt x="11195" y="13575"/>
                  <a:pt x="11195" y="13512"/>
                </a:cubicBezTo>
                <a:cubicBezTo>
                  <a:pt x="11216" y="13491"/>
                  <a:pt x="11237" y="13470"/>
                  <a:pt x="11216" y="13429"/>
                </a:cubicBezTo>
                <a:cubicBezTo>
                  <a:pt x="11132" y="13219"/>
                  <a:pt x="11028" y="12989"/>
                  <a:pt x="10965" y="12780"/>
                </a:cubicBezTo>
                <a:cubicBezTo>
                  <a:pt x="11906" y="11922"/>
                  <a:pt x="12764" y="10897"/>
                  <a:pt x="13643" y="9955"/>
                </a:cubicBezTo>
                <a:cubicBezTo>
                  <a:pt x="13685" y="9955"/>
                  <a:pt x="13706" y="9934"/>
                  <a:pt x="13727" y="9913"/>
                </a:cubicBezTo>
                <a:cubicBezTo>
                  <a:pt x="13748" y="9913"/>
                  <a:pt x="13810" y="9913"/>
                  <a:pt x="13810" y="9851"/>
                </a:cubicBezTo>
                <a:cubicBezTo>
                  <a:pt x="14271" y="8700"/>
                  <a:pt x="15421" y="8260"/>
                  <a:pt x="16635" y="8198"/>
                </a:cubicBezTo>
                <a:close/>
                <a:moveTo>
                  <a:pt x="11509" y="15625"/>
                </a:moveTo>
                <a:cubicBezTo>
                  <a:pt x="11551" y="15688"/>
                  <a:pt x="11613" y="15793"/>
                  <a:pt x="11551" y="15835"/>
                </a:cubicBezTo>
                <a:cubicBezTo>
                  <a:pt x="9626" y="16546"/>
                  <a:pt x="7659" y="17341"/>
                  <a:pt x="5838" y="18283"/>
                </a:cubicBezTo>
                <a:cubicBezTo>
                  <a:pt x="5797" y="18241"/>
                  <a:pt x="5755" y="18241"/>
                  <a:pt x="5734" y="18241"/>
                </a:cubicBezTo>
                <a:lnTo>
                  <a:pt x="5692" y="18220"/>
                </a:lnTo>
                <a:cubicBezTo>
                  <a:pt x="5671" y="18199"/>
                  <a:pt x="5671" y="18136"/>
                  <a:pt x="5671" y="18115"/>
                </a:cubicBezTo>
                <a:lnTo>
                  <a:pt x="5671" y="18094"/>
                </a:lnTo>
                <a:cubicBezTo>
                  <a:pt x="6717" y="17781"/>
                  <a:pt x="7722" y="17195"/>
                  <a:pt x="8726" y="16776"/>
                </a:cubicBezTo>
                <a:cubicBezTo>
                  <a:pt x="9626" y="16421"/>
                  <a:pt x="10672" y="16128"/>
                  <a:pt x="11509" y="15625"/>
                </a:cubicBezTo>
                <a:close/>
                <a:moveTo>
                  <a:pt x="16635" y="14265"/>
                </a:moveTo>
                <a:lnTo>
                  <a:pt x="16635" y="14265"/>
                </a:lnTo>
                <a:cubicBezTo>
                  <a:pt x="16572" y="14977"/>
                  <a:pt x="16530" y="15688"/>
                  <a:pt x="16530" y="16358"/>
                </a:cubicBezTo>
                <a:cubicBezTo>
                  <a:pt x="15296" y="16630"/>
                  <a:pt x="14041" y="16818"/>
                  <a:pt x="12848" y="17195"/>
                </a:cubicBezTo>
                <a:cubicBezTo>
                  <a:pt x="12806" y="17195"/>
                  <a:pt x="12806" y="17237"/>
                  <a:pt x="12785" y="17237"/>
                </a:cubicBezTo>
                <a:cubicBezTo>
                  <a:pt x="12764" y="17237"/>
                  <a:pt x="12764" y="17237"/>
                  <a:pt x="12743" y="17258"/>
                </a:cubicBezTo>
                <a:lnTo>
                  <a:pt x="12660" y="17341"/>
                </a:lnTo>
                <a:cubicBezTo>
                  <a:pt x="12597" y="17383"/>
                  <a:pt x="12597" y="17488"/>
                  <a:pt x="12639" y="17550"/>
                </a:cubicBezTo>
                <a:lnTo>
                  <a:pt x="12701" y="17697"/>
                </a:lnTo>
                <a:cubicBezTo>
                  <a:pt x="12074" y="18618"/>
                  <a:pt x="11802" y="19768"/>
                  <a:pt x="11697" y="20856"/>
                </a:cubicBezTo>
                <a:cubicBezTo>
                  <a:pt x="11341" y="20208"/>
                  <a:pt x="11007" y="19580"/>
                  <a:pt x="10923" y="18827"/>
                </a:cubicBezTo>
                <a:cubicBezTo>
                  <a:pt x="10902" y="18659"/>
                  <a:pt x="10902" y="18513"/>
                  <a:pt x="10902" y="18346"/>
                </a:cubicBezTo>
                <a:cubicBezTo>
                  <a:pt x="11216" y="17990"/>
                  <a:pt x="11530" y="17613"/>
                  <a:pt x="11844" y="17278"/>
                </a:cubicBezTo>
                <a:cubicBezTo>
                  <a:pt x="12157" y="16944"/>
                  <a:pt x="12534" y="16672"/>
                  <a:pt x="12806" y="16337"/>
                </a:cubicBezTo>
                <a:cubicBezTo>
                  <a:pt x="12828" y="16382"/>
                  <a:pt x="12869" y="16403"/>
                  <a:pt x="12905" y="16403"/>
                </a:cubicBezTo>
                <a:cubicBezTo>
                  <a:pt x="12936" y="16403"/>
                  <a:pt x="12964" y="16387"/>
                  <a:pt x="12973" y="16358"/>
                </a:cubicBezTo>
                <a:cubicBezTo>
                  <a:pt x="13057" y="16358"/>
                  <a:pt x="13078" y="16358"/>
                  <a:pt x="13078" y="16337"/>
                </a:cubicBezTo>
                <a:cubicBezTo>
                  <a:pt x="13685" y="15186"/>
                  <a:pt x="14794" y="14621"/>
                  <a:pt x="16049" y="14370"/>
                </a:cubicBezTo>
                <a:cubicBezTo>
                  <a:pt x="16238" y="14349"/>
                  <a:pt x="16447" y="14307"/>
                  <a:pt x="16635" y="14265"/>
                </a:cubicBezTo>
                <a:close/>
                <a:moveTo>
                  <a:pt x="11237" y="16190"/>
                </a:moveTo>
                <a:lnTo>
                  <a:pt x="11237" y="16190"/>
                </a:lnTo>
                <a:cubicBezTo>
                  <a:pt x="10400" y="17613"/>
                  <a:pt x="10337" y="19915"/>
                  <a:pt x="11697" y="21066"/>
                </a:cubicBezTo>
                <a:cubicBezTo>
                  <a:pt x="11655" y="21233"/>
                  <a:pt x="11655" y="21421"/>
                  <a:pt x="11655" y="21568"/>
                </a:cubicBezTo>
                <a:cubicBezTo>
                  <a:pt x="11072" y="21414"/>
                  <a:pt x="10460" y="21329"/>
                  <a:pt x="9847" y="21329"/>
                </a:cubicBezTo>
                <a:cubicBezTo>
                  <a:pt x="9293" y="21329"/>
                  <a:pt x="8739" y="21398"/>
                  <a:pt x="8203" y="21547"/>
                </a:cubicBezTo>
                <a:cubicBezTo>
                  <a:pt x="7471" y="21756"/>
                  <a:pt x="6466" y="22175"/>
                  <a:pt x="6215" y="22991"/>
                </a:cubicBezTo>
                <a:cubicBezTo>
                  <a:pt x="5880" y="22258"/>
                  <a:pt x="5587" y="21568"/>
                  <a:pt x="5525" y="20731"/>
                </a:cubicBezTo>
                <a:cubicBezTo>
                  <a:pt x="5462" y="19957"/>
                  <a:pt x="5629" y="19224"/>
                  <a:pt x="5797" y="18450"/>
                </a:cubicBezTo>
                <a:cubicBezTo>
                  <a:pt x="7638" y="17697"/>
                  <a:pt x="9416" y="16923"/>
                  <a:pt x="11237" y="16190"/>
                </a:cubicBezTo>
                <a:close/>
                <a:moveTo>
                  <a:pt x="28436" y="14579"/>
                </a:moveTo>
                <a:lnTo>
                  <a:pt x="28436" y="14579"/>
                </a:lnTo>
                <a:cubicBezTo>
                  <a:pt x="27766" y="16755"/>
                  <a:pt x="28122" y="19371"/>
                  <a:pt x="29629" y="21149"/>
                </a:cubicBezTo>
                <a:cubicBezTo>
                  <a:pt x="29541" y="21147"/>
                  <a:pt x="29453" y="21145"/>
                  <a:pt x="29364" y="21145"/>
                </a:cubicBezTo>
                <a:cubicBezTo>
                  <a:pt x="28130" y="21145"/>
                  <a:pt x="26745" y="21413"/>
                  <a:pt x="25632" y="21882"/>
                </a:cubicBezTo>
                <a:cubicBezTo>
                  <a:pt x="24628" y="22300"/>
                  <a:pt x="23770" y="22949"/>
                  <a:pt x="23226" y="23890"/>
                </a:cubicBezTo>
                <a:cubicBezTo>
                  <a:pt x="22577" y="23053"/>
                  <a:pt x="22096" y="22112"/>
                  <a:pt x="21845" y="21107"/>
                </a:cubicBezTo>
                <a:cubicBezTo>
                  <a:pt x="21573" y="20166"/>
                  <a:pt x="21385" y="18869"/>
                  <a:pt x="21887" y="17990"/>
                </a:cubicBezTo>
                <a:cubicBezTo>
                  <a:pt x="21908" y="17990"/>
                  <a:pt x="21908" y="17969"/>
                  <a:pt x="21950" y="17927"/>
                </a:cubicBezTo>
                <a:cubicBezTo>
                  <a:pt x="23352" y="17362"/>
                  <a:pt x="24691" y="16630"/>
                  <a:pt x="26030" y="15897"/>
                </a:cubicBezTo>
                <a:cubicBezTo>
                  <a:pt x="26720" y="15500"/>
                  <a:pt x="27411" y="15081"/>
                  <a:pt x="28122" y="14726"/>
                </a:cubicBezTo>
                <a:cubicBezTo>
                  <a:pt x="28185" y="14663"/>
                  <a:pt x="28331" y="14642"/>
                  <a:pt x="28436" y="14579"/>
                </a:cubicBezTo>
                <a:close/>
                <a:moveTo>
                  <a:pt x="19753" y="16525"/>
                </a:moveTo>
                <a:lnTo>
                  <a:pt x="19753" y="16525"/>
                </a:lnTo>
                <a:cubicBezTo>
                  <a:pt x="19041" y="17446"/>
                  <a:pt x="18978" y="19036"/>
                  <a:pt x="19062" y="20082"/>
                </a:cubicBezTo>
                <a:cubicBezTo>
                  <a:pt x="19146" y="21275"/>
                  <a:pt x="19481" y="22614"/>
                  <a:pt x="20192" y="23639"/>
                </a:cubicBezTo>
                <a:cubicBezTo>
                  <a:pt x="19170" y="23055"/>
                  <a:pt x="17910" y="22773"/>
                  <a:pt x="16713" y="22773"/>
                </a:cubicBezTo>
                <a:cubicBezTo>
                  <a:pt x="16365" y="22773"/>
                  <a:pt x="16023" y="22797"/>
                  <a:pt x="15693" y="22844"/>
                </a:cubicBezTo>
                <a:cubicBezTo>
                  <a:pt x="14626" y="22991"/>
                  <a:pt x="12806" y="23200"/>
                  <a:pt x="12283" y="24309"/>
                </a:cubicBezTo>
                <a:cubicBezTo>
                  <a:pt x="12053" y="23242"/>
                  <a:pt x="11864" y="22196"/>
                  <a:pt x="11948" y="21066"/>
                </a:cubicBezTo>
                <a:cubicBezTo>
                  <a:pt x="12053" y="19873"/>
                  <a:pt x="12492" y="18848"/>
                  <a:pt x="12890" y="17760"/>
                </a:cubicBezTo>
                <a:cubicBezTo>
                  <a:pt x="12911" y="17760"/>
                  <a:pt x="12911" y="17760"/>
                  <a:pt x="12952" y="17718"/>
                </a:cubicBezTo>
                <a:cubicBezTo>
                  <a:pt x="12973" y="17718"/>
                  <a:pt x="12973" y="17697"/>
                  <a:pt x="12973" y="17697"/>
                </a:cubicBezTo>
                <a:cubicBezTo>
                  <a:pt x="14124" y="17550"/>
                  <a:pt x="15254" y="17174"/>
                  <a:pt x="16405" y="17027"/>
                </a:cubicBezTo>
                <a:cubicBezTo>
                  <a:pt x="17472" y="16860"/>
                  <a:pt x="18665" y="16776"/>
                  <a:pt x="19753" y="16525"/>
                </a:cubicBezTo>
                <a:close/>
                <a:moveTo>
                  <a:pt x="8370" y="15102"/>
                </a:moveTo>
                <a:cubicBezTo>
                  <a:pt x="8370" y="15667"/>
                  <a:pt x="8391" y="16211"/>
                  <a:pt x="8475" y="16734"/>
                </a:cubicBezTo>
                <a:lnTo>
                  <a:pt x="8475" y="16755"/>
                </a:lnTo>
                <a:cubicBezTo>
                  <a:pt x="7533" y="17174"/>
                  <a:pt x="6508" y="17488"/>
                  <a:pt x="5629" y="18032"/>
                </a:cubicBezTo>
                <a:lnTo>
                  <a:pt x="5587" y="18074"/>
                </a:lnTo>
                <a:lnTo>
                  <a:pt x="5546" y="18074"/>
                </a:lnTo>
                <a:cubicBezTo>
                  <a:pt x="5420" y="18115"/>
                  <a:pt x="5441" y="18304"/>
                  <a:pt x="5525" y="18387"/>
                </a:cubicBezTo>
                <a:cubicBezTo>
                  <a:pt x="5546" y="18408"/>
                  <a:pt x="5587" y="18450"/>
                  <a:pt x="5650" y="18450"/>
                </a:cubicBezTo>
                <a:cubicBezTo>
                  <a:pt x="5085" y="19580"/>
                  <a:pt x="5085" y="21107"/>
                  <a:pt x="5587" y="22321"/>
                </a:cubicBezTo>
                <a:cubicBezTo>
                  <a:pt x="5127" y="22823"/>
                  <a:pt x="4730" y="23346"/>
                  <a:pt x="4123" y="23744"/>
                </a:cubicBezTo>
                <a:cubicBezTo>
                  <a:pt x="4085" y="23762"/>
                  <a:pt x="4115" y="23831"/>
                  <a:pt x="4166" y="23831"/>
                </a:cubicBezTo>
                <a:cubicBezTo>
                  <a:pt x="4172" y="23831"/>
                  <a:pt x="4179" y="23830"/>
                  <a:pt x="4186" y="23828"/>
                </a:cubicBezTo>
                <a:cubicBezTo>
                  <a:pt x="4750" y="23535"/>
                  <a:pt x="5274" y="23012"/>
                  <a:pt x="5671" y="22488"/>
                </a:cubicBezTo>
                <a:cubicBezTo>
                  <a:pt x="5797" y="22802"/>
                  <a:pt x="5985" y="23095"/>
                  <a:pt x="6194" y="23346"/>
                </a:cubicBezTo>
                <a:cubicBezTo>
                  <a:pt x="6216" y="23368"/>
                  <a:pt x="6240" y="23377"/>
                  <a:pt x="6264" y="23377"/>
                </a:cubicBezTo>
                <a:cubicBezTo>
                  <a:pt x="6332" y="23377"/>
                  <a:pt x="6393" y="23304"/>
                  <a:pt x="6362" y="23242"/>
                </a:cubicBezTo>
                <a:lnTo>
                  <a:pt x="6362" y="23221"/>
                </a:lnTo>
                <a:cubicBezTo>
                  <a:pt x="6634" y="22363"/>
                  <a:pt x="7826" y="21944"/>
                  <a:pt x="8663" y="21777"/>
                </a:cubicBezTo>
                <a:lnTo>
                  <a:pt x="8663" y="21777"/>
                </a:lnTo>
                <a:cubicBezTo>
                  <a:pt x="8621" y="22740"/>
                  <a:pt x="8579" y="23765"/>
                  <a:pt x="8621" y="24727"/>
                </a:cubicBezTo>
                <a:cubicBezTo>
                  <a:pt x="7491" y="24518"/>
                  <a:pt x="6403" y="24309"/>
                  <a:pt x="5274" y="24100"/>
                </a:cubicBezTo>
                <a:cubicBezTo>
                  <a:pt x="3621" y="23786"/>
                  <a:pt x="2009" y="23430"/>
                  <a:pt x="336" y="23221"/>
                </a:cubicBezTo>
                <a:cubicBezTo>
                  <a:pt x="1821" y="21986"/>
                  <a:pt x="3077" y="20480"/>
                  <a:pt x="4416" y="19141"/>
                </a:cubicBezTo>
                <a:cubicBezTo>
                  <a:pt x="5734" y="17802"/>
                  <a:pt x="7115" y="16504"/>
                  <a:pt x="8370" y="15102"/>
                </a:cubicBezTo>
                <a:close/>
                <a:moveTo>
                  <a:pt x="9354" y="21631"/>
                </a:moveTo>
                <a:lnTo>
                  <a:pt x="9354" y="21631"/>
                </a:lnTo>
                <a:cubicBezTo>
                  <a:pt x="9291" y="22635"/>
                  <a:pt x="9354" y="23869"/>
                  <a:pt x="9647" y="24874"/>
                </a:cubicBezTo>
                <a:lnTo>
                  <a:pt x="8789" y="24706"/>
                </a:lnTo>
                <a:cubicBezTo>
                  <a:pt x="8935" y="23744"/>
                  <a:pt x="8872" y="22677"/>
                  <a:pt x="8768" y="21693"/>
                </a:cubicBezTo>
                <a:lnTo>
                  <a:pt x="8789" y="21693"/>
                </a:lnTo>
                <a:cubicBezTo>
                  <a:pt x="8977" y="21672"/>
                  <a:pt x="9186" y="21651"/>
                  <a:pt x="9354" y="21631"/>
                </a:cubicBezTo>
                <a:close/>
                <a:moveTo>
                  <a:pt x="24628" y="22740"/>
                </a:moveTo>
                <a:cubicBezTo>
                  <a:pt x="24607" y="23472"/>
                  <a:pt x="24607" y="24246"/>
                  <a:pt x="24628" y="24999"/>
                </a:cubicBezTo>
                <a:cubicBezTo>
                  <a:pt x="24523" y="25020"/>
                  <a:pt x="24398" y="25083"/>
                  <a:pt x="24293" y="25104"/>
                </a:cubicBezTo>
                <a:cubicBezTo>
                  <a:pt x="24398" y="24476"/>
                  <a:pt x="24272" y="23765"/>
                  <a:pt x="24147" y="23158"/>
                </a:cubicBezTo>
                <a:cubicBezTo>
                  <a:pt x="24293" y="23012"/>
                  <a:pt x="24481" y="22886"/>
                  <a:pt x="24628" y="22740"/>
                </a:cubicBezTo>
                <a:close/>
                <a:moveTo>
                  <a:pt x="231" y="23263"/>
                </a:moveTo>
                <a:cubicBezTo>
                  <a:pt x="1905" y="23702"/>
                  <a:pt x="3641" y="23974"/>
                  <a:pt x="5336" y="24309"/>
                </a:cubicBezTo>
                <a:cubicBezTo>
                  <a:pt x="7094" y="24644"/>
                  <a:pt x="8831" y="24999"/>
                  <a:pt x="10609" y="25334"/>
                </a:cubicBezTo>
                <a:cubicBezTo>
                  <a:pt x="10672" y="25334"/>
                  <a:pt x="10693" y="25334"/>
                  <a:pt x="10714" y="25313"/>
                </a:cubicBezTo>
                <a:cubicBezTo>
                  <a:pt x="10756" y="25334"/>
                  <a:pt x="10797" y="25355"/>
                  <a:pt x="10818" y="25376"/>
                </a:cubicBezTo>
                <a:cubicBezTo>
                  <a:pt x="10881" y="25439"/>
                  <a:pt x="10902" y="25481"/>
                  <a:pt x="10923" y="25564"/>
                </a:cubicBezTo>
                <a:cubicBezTo>
                  <a:pt x="9186" y="25250"/>
                  <a:pt x="7429" y="25020"/>
                  <a:pt x="5671" y="24706"/>
                </a:cubicBezTo>
                <a:cubicBezTo>
                  <a:pt x="3913" y="24413"/>
                  <a:pt x="2177" y="24037"/>
                  <a:pt x="398" y="23765"/>
                </a:cubicBezTo>
                <a:cubicBezTo>
                  <a:pt x="315" y="23723"/>
                  <a:pt x="252" y="23660"/>
                  <a:pt x="210" y="23556"/>
                </a:cubicBezTo>
                <a:cubicBezTo>
                  <a:pt x="189" y="23451"/>
                  <a:pt x="210" y="23346"/>
                  <a:pt x="231" y="23263"/>
                </a:cubicBezTo>
                <a:close/>
                <a:moveTo>
                  <a:pt x="32840" y="23309"/>
                </a:moveTo>
                <a:cubicBezTo>
                  <a:pt x="32928" y="23309"/>
                  <a:pt x="33011" y="23320"/>
                  <a:pt x="33081" y="23346"/>
                </a:cubicBezTo>
                <a:cubicBezTo>
                  <a:pt x="32997" y="23744"/>
                  <a:pt x="33039" y="24288"/>
                  <a:pt x="32872" y="24623"/>
                </a:cubicBezTo>
                <a:cubicBezTo>
                  <a:pt x="32621" y="25229"/>
                  <a:pt x="31909" y="25146"/>
                  <a:pt x="31365" y="25209"/>
                </a:cubicBezTo>
                <a:cubicBezTo>
                  <a:pt x="30445" y="25313"/>
                  <a:pt x="29545" y="25418"/>
                  <a:pt x="28645" y="25522"/>
                </a:cubicBezTo>
                <a:cubicBezTo>
                  <a:pt x="27034" y="25690"/>
                  <a:pt x="25318" y="25753"/>
                  <a:pt x="23749" y="26150"/>
                </a:cubicBezTo>
                <a:lnTo>
                  <a:pt x="23749" y="26108"/>
                </a:lnTo>
                <a:cubicBezTo>
                  <a:pt x="23728" y="25899"/>
                  <a:pt x="23728" y="25732"/>
                  <a:pt x="23728" y="25522"/>
                </a:cubicBezTo>
                <a:cubicBezTo>
                  <a:pt x="25297" y="25209"/>
                  <a:pt x="26804" y="24685"/>
                  <a:pt x="28373" y="24288"/>
                </a:cubicBezTo>
                <a:cubicBezTo>
                  <a:pt x="29126" y="24100"/>
                  <a:pt x="29859" y="23911"/>
                  <a:pt x="30633" y="23765"/>
                </a:cubicBezTo>
                <a:cubicBezTo>
                  <a:pt x="31051" y="23660"/>
                  <a:pt x="31470" y="23576"/>
                  <a:pt x="31888" y="23493"/>
                </a:cubicBezTo>
                <a:cubicBezTo>
                  <a:pt x="32087" y="23460"/>
                  <a:pt x="32507" y="23309"/>
                  <a:pt x="32840" y="23309"/>
                </a:cubicBezTo>
                <a:close/>
                <a:moveTo>
                  <a:pt x="5637" y="26412"/>
                </a:moveTo>
                <a:lnTo>
                  <a:pt x="5637" y="26412"/>
                </a:lnTo>
                <a:cubicBezTo>
                  <a:pt x="5634" y="26412"/>
                  <a:pt x="5629" y="26422"/>
                  <a:pt x="5629" y="26443"/>
                </a:cubicBezTo>
                <a:cubicBezTo>
                  <a:pt x="5640" y="26422"/>
                  <a:pt x="5640" y="26412"/>
                  <a:pt x="5637" y="26412"/>
                </a:cubicBezTo>
                <a:close/>
                <a:moveTo>
                  <a:pt x="9884" y="21620"/>
                </a:moveTo>
                <a:cubicBezTo>
                  <a:pt x="10463" y="21620"/>
                  <a:pt x="11024" y="21701"/>
                  <a:pt x="11613" y="21840"/>
                </a:cubicBezTo>
                <a:lnTo>
                  <a:pt x="11655" y="21840"/>
                </a:lnTo>
                <a:cubicBezTo>
                  <a:pt x="11655" y="22802"/>
                  <a:pt x="11802" y="23786"/>
                  <a:pt x="12157" y="24664"/>
                </a:cubicBezTo>
                <a:cubicBezTo>
                  <a:pt x="12178" y="24698"/>
                  <a:pt x="12207" y="24713"/>
                  <a:pt x="12236" y="24713"/>
                </a:cubicBezTo>
                <a:cubicBezTo>
                  <a:pt x="12298" y="24713"/>
                  <a:pt x="12360" y="24651"/>
                  <a:pt x="12346" y="24581"/>
                </a:cubicBezTo>
                <a:cubicBezTo>
                  <a:pt x="13015" y="23409"/>
                  <a:pt x="14940" y="23158"/>
                  <a:pt x="16217" y="23116"/>
                </a:cubicBezTo>
                <a:lnTo>
                  <a:pt x="16217" y="23116"/>
                </a:lnTo>
                <a:cubicBezTo>
                  <a:pt x="16112" y="24288"/>
                  <a:pt x="16154" y="25501"/>
                  <a:pt x="16238" y="26652"/>
                </a:cubicBezTo>
                <a:lnTo>
                  <a:pt x="16238" y="26673"/>
                </a:lnTo>
                <a:cubicBezTo>
                  <a:pt x="14459" y="26485"/>
                  <a:pt x="12848" y="25962"/>
                  <a:pt x="11111" y="25418"/>
                </a:cubicBezTo>
                <a:lnTo>
                  <a:pt x="11028" y="25250"/>
                </a:lnTo>
                <a:cubicBezTo>
                  <a:pt x="10923" y="25125"/>
                  <a:pt x="10756" y="24999"/>
                  <a:pt x="10588" y="24999"/>
                </a:cubicBezTo>
                <a:cubicBezTo>
                  <a:pt x="10567" y="24999"/>
                  <a:pt x="10546" y="25020"/>
                  <a:pt x="10504" y="25020"/>
                </a:cubicBezTo>
                <a:cubicBezTo>
                  <a:pt x="10274" y="24978"/>
                  <a:pt x="10044" y="24936"/>
                  <a:pt x="9814" y="24895"/>
                </a:cubicBezTo>
                <a:cubicBezTo>
                  <a:pt x="9772" y="24351"/>
                  <a:pt x="9667" y="23786"/>
                  <a:pt x="9626" y="23242"/>
                </a:cubicBezTo>
                <a:cubicBezTo>
                  <a:pt x="9563" y="22698"/>
                  <a:pt x="9563" y="22154"/>
                  <a:pt x="9521" y="21631"/>
                </a:cubicBezTo>
                <a:cubicBezTo>
                  <a:pt x="9643" y="21623"/>
                  <a:pt x="9764" y="21620"/>
                  <a:pt x="9884" y="21620"/>
                </a:cubicBezTo>
                <a:close/>
                <a:moveTo>
                  <a:pt x="19857" y="16881"/>
                </a:moveTo>
                <a:cubicBezTo>
                  <a:pt x="20443" y="17278"/>
                  <a:pt x="21071" y="17613"/>
                  <a:pt x="21678" y="17990"/>
                </a:cubicBezTo>
                <a:cubicBezTo>
                  <a:pt x="21113" y="18743"/>
                  <a:pt x="21343" y="19978"/>
                  <a:pt x="21552" y="20835"/>
                </a:cubicBezTo>
                <a:cubicBezTo>
                  <a:pt x="21845" y="22070"/>
                  <a:pt x="22368" y="23179"/>
                  <a:pt x="23142" y="24204"/>
                </a:cubicBezTo>
                <a:cubicBezTo>
                  <a:pt x="23165" y="24227"/>
                  <a:pt x="23194" y="24236"/>
                  <a:pt x="23222" y="24236"/>
                </a:cubicBezTo>
                <a:cubicBezTo>
                  <a:pt x="23271" y="24236"/>
                  <a:pt x="23317" y="24210"/>
                  <a:pt x="23331" y="24183"/>
                </a:cubicBezTo>
                <a:cubicBezTo>
                  <a:pt x="23519" y="23869"/>
                  <a:pt x="23728" y="23556"/>
                  <a:pt x="23979" y="23325"/>
                </a:cubicBezTo>
                <a:cubicBezTo>
                  <a:pt x="24042" y="23911"/>
                  <a:pt x="24042" y="24539"/>
                  <a:pt x="24168" y="25104"/>
                </a:cubicBezTo>
                <a:cubicBezTo>
                  <a:pt x="24168" y="25125"/>
                  <a:pt x="24188" y="25125"/>
                  <a:pt x="24188" y="25125"/>
                </a:cubicBezTo>
                <a:cubicBezTo>
                  <a:pt x="23979" y="25209"/>
                  <a:pt x="23749" y="25271"/>
                  <a:pt x="23540" y="25355"/>
                </a:cubicBezTo>
                <a:cubicBezTo>
                  <a:pt x="23519" y="25376"/>
                  <a:pt x="23477" y="25376"/>
                  <a:pt x="23477" y="25418"/>
                </a:cubicBezTo>
                <a:cubicBezTo>
                  <a:pt x="23456" y="25439"/>
                  <a:pt x="23435" y="25460"/>
                  <a:pt x="23435" y="25481"/>
                </a:cubicBezTo>
                <a:lnTo>
                  <a:pt x="23414" y="25481"/>
                </a:lnTo>
                <a:cubicBezTo>
                  <a:pt x="23372" y="25522"/>
                  <a:pt x="23372" y="25564"/>
                  <a:pt x="23352" y="25585"/>
                </a:cubicBezTo>
                <a:lnTo>
                  <a:pt x="23310" y="25585"/>
                </a:lnTo>
                <a:cubicBezTo>
                  <a:pt x="21366" y="26226"/>
                  <a:pt x="19460" y="26676"/>
                  <a:pt x="17427" y="26676"/>
                </a:cubicBezTo>
                <a:cubicBezTo>
                  <a:pt x="17338" y="26676"/>
                  <a:pt x="17248" y="26675"/>
                  <a:pt x="17158" y="26673"/>
                </a:cubicBezTo>
                <a:cubicBezTo>
                  <a:pt x="17200" y="25522"/>
                  <a:pt x="17263" y="24288"/>
                  <a:pt x="17074" y="23116"/>
                </a:cubicBezTo>
                <a:lnTo>
                  <a:pt x="17074" y="23116"/>
                </a:lnTo>
                <a:cubicBezTo>
                  <a:pt x="18225" y="23200"/>
                  <a:pt x="19271" y="23556"/>
                  <a:pt x="20380" y="23995"/>
                </a:cubicBezTo>
                <a:cubicBezTo>
                  <a:pt x="20393" y="24007"/>
                  <a:pt x="20407" y="24012"/>
                  <a:pt x="20421" y="24012"/>
                </a:cubicBezTo>
                <a:cubicBezTo>
                  <a:pt x="20455" y="24012"/>
                  <a:pt x="20491" y="23983"/>
                  <a:pt x="20506" y="23953"/>
                </a:cubicBezTo>
                <a:cubicBezTo>
                  <a:pt x="20548" y="23953"/>
                  <a:pt x="20590" y="23869"/>
                  <a:pt x="20548" y="23828"/>
                </a:cubicBezTo>
                <a:cubicBezTo>
                  <a:pt x="19983" y="22614"/>
                  <a:pt x="19481" y="21505"/>
                  <a:pt x="19376" y="20166"/>
                </a:cubicBezTo>
                <a:cubicBezTo>
                  <a:pt x="19292" y="19183"/>
                  <a:pt x="19292" y="17802"/>
                  <a:pt x="19857" y="16881"/>
                </a:cubicBezTo>
                <a:close/>
                <a:moveTo>
                  <a:pt x="16991" y="23116"/>
                </a:moveTo>
                <a:cubicBezTo>
                  <a:pt x="16886" y="24267"/>
                  <a:pt x="16970" y="25522"/>
                  <a:pt x="16991" y="26715"/>
                </a:cubicBezTo>
                <a:cubicBezTo>
                  <a:pt x="16782" y="26715"/>
                  <a:pt x="16614" y="26694"/>
                  <a:pt x="16405" y="26694"/>
                </a:cubicBezTo>
                <a:lnTo>
                  <a:pt x="16405" y="26673"/>
                </a:lnTo>
                <a:cubicBezTo>
                  <a:pt x="16363" y="25481"/>
                  <a:pt x="16405" y="24288"/>
                  <a:pt x="16342" y="23116"/>
                </a:cubicBezTo>
                <a:close/>
                <a:moveTo>
                  <a:pt x="4583" y="24895"/>
                </a:moveTo>
                <a:lnTo>
                  <a:pt x="4583" y="24895"/>
                </a:lnTo>
                <a:cubicBezTo>
                  <a:pt x="4939" y="24978"/>
                  <a:pt x="5336" y="25020"/>
                  <a:pt x="5692" y="25104"/>
                </a:cubicBezTo>
                <a:cubicBezTo>
                  <a:pt x="7450" y="25418"/>
                  <a:pt x="9207" y="25732"/>
                  <a:pt x="10986" y="25920"/>
                </a:cubicBezTo>
                <a:cubicBezTo>
                  <a:pt x="11028" y="25920"/>
                  <a:pt x="11069" y="25878"/>
                  <a:pt x="11090" y="25857"/>
                </a:cubicBezTo>
                <a:cubicBezTo>
                  <a:pt x="11111" y="25836"/>
                  <a:pt x="11132" y="25815"/>
                  <a:pt x="11132" y="25773"/>
                </a:cubicBezTo>
                <a:lnTo>
                  <a:pt x="11132" y="25648"/>
                </a:lnTo>
                <a:cubicBezTo>
                  <a:pt x="12911" y="26610"/>
                  <a:pt x="15108" y="26966"/>
                  <a:pt x="17116" y="27008"/>
                </a:cubicBezTo>
                <a:cubicBezTo>
                  <a:pt x="17297" y="27013"/>
                  <a:pt x="17478" y="27016"/>
                  <a:pt x="17659" y="27016"/>
                </a:cubicBezTo>
                <a:cubicBezTo>
                  <a:pt x="19582" y="27016"/>
                  <a:pt x="21553" y="26706"/>
                  <a:pt x="23331" y="25941"/>
                </a:cubicBezTo>
                <a:cubicBezTo>
                  <a:pt x="23331" y="25983"/>
                  <a:pt x="23331" y="26025"/>
                  <a:pt x="23352" y="26045"/>
                </a:cubicBezTo>
                <a:cubicBezTo>
                  <a:pt x="23352" y="26129"/>
                  <a:pt x="23352" y="26171"/>
                  <a:pt x="23372" y="26255"/>
                </a:cubicBezTo>
                <a:cubicBezTo>
                  <a:pt x="23372" y="26276"/>
                  <a:pt x="23372" y="26276"/>
                  <a:pt x="23414" y="26276"/>
                </a:cubicBezTo>
                <a:cubicBezTo>
                  <a:pt x="23414" y="26297"/>
                  <a:pt x="23414" y="26338"/>
                  <a:pt x="23372" y="26359"/>
                </a:cubicBezTo>
                <a:cubicBezTo>
                  <a:pt x="23352" y="26485"/>
                  <a:pt x="23414" y="26694"/>
                  <a:pt x="23456" y="26882"/>
                </a:cubicBezTo>
                <a:cubicBezTo>
                  <a:pt x="22239" y="27025"/>
                  <a:pt x="21003" y="27072"/>
                  <a:pt x="19763" y="27072"/>
                </a:cubicBezTo>
                <a:cubicBezTo>
                  <a:pt x="18082" y="27072"/>
                  <a:pt x="16393" y="26984"/>
                  <a:pt x="14731" y="26924"/>
                </a:cubicBezTo>
                <a:cubicBezTo>
                  <a:pt x="11718" y="26778"/>
                  <a:pt x="8684" y="26464"/>
                  <a:pt x="5629" y="26443"/>
                </a:cubicBezTo>
                <a:cubicBezTo>
                  <a:pt x="5274" y="25920"/>
                  <a:pt x="4939" y="25397"/>
                  <a:pt x="4583" y="24895"/>
                </a:cubicBezTo>
                <a:close/>
                <a:moveTo>
                  <a:pt x="5650" y="26464"/>
                </a:moveTo>
                <a:cubicBezTo>
                  <a:pt x="8600" y="26882"/>
                  <a:pt x="11634" y="26966"/>
                  <a:pt x="14585" y="27071"/>
                </a:cubicBezTo>
                <a:cubicBezTo>
                  <a:pt x="16293" y="27131"/>
                  <a:pt x="18015" y="27232"/>
                  <a:pt x="19731" y="27232"/>
                </a:cubicBezTo>
                <a:cubicBezTo>
                  <a:pt x="20999" y="27232"/>
                  <a:pt x="22265" y="27177"/>
                  <a:pt x="23519" y="27008"/>
                </a:cubicBezTo>
                <a:lnTo>
                  <a:pt x="23519" y="27029"/>
                </a:lnTo>
                <a:cubicBezTo>
                  <a:pt x="23540" y="27217"/>
                  <a:pt x="23561" y="27426"/>
                  <a:pt x="23582" y="27615"/>
                </a:cubicBezTo>
                <a:cubicBezTo>
                  <a:pt x="21376" y="27727"/>
                  <a:pt x="19171" y="27838"/>
                  <a:pt x="16956" y="27838"/>
                </a:cubicBezTo>
                <a:cubicBezTo>
                  <a:pt x="16271" y="27838"/>
                  <a:pt x="15585" y="27828"/>
                  <a:pt x="14898" y="27803"/>
                </a:cubicBezTo>
                <a:cubicBezTo>
                  <a:pt x="12032" y="27698"/>
                  <a:pt x="9123" y="27447"/>
                  <a:pt x="6257" y="27385"/>
                </a:cubicBezTo>
                <a:cubicBezTo>
                  <a:pt x="6048" y="27092"/>
                  <a:pt x="5859" y="26778"/>
                  <a:pt x="5650" y="26464"/>
                </a:cubicBezTo>
                <a:close/>
                <a:moveTo>
                  <a:pt x="6362" y="27531"/>
                </a:moveTo>
                <a:cubicBezTo>
                  <a:pt x="9207" y="27824"/>
                  <a:pt x="12074" y="27929"/>
                  <a:pt x="14940" y="27970"/>
                </a:cubicBezTo>
                <a:cubicBezTo>
                  <a:pt x="16203" y="27998"/>
                  <a:pt x="17482" y="28030"/>
                  <a:pt x="18765" y="28030"/>
                </a:cubicBezTo>
                <a:cubicBezTo>
                  <a:pt x="20394" y="28030"/>
                  <a:pt x="22029" y="27979"/>
                  <a:pt x="23644" y="27803"/>
                </a:cubicBezTo>
                <a:cubicBezTo>
                  <a:pt x="23665" y="27949"/>
                  <a:pt x="23665" y="28138"/>
                  <a:pt x="23686" y="28284"/>
                </a:cubicBezTo>
                <a:cubicBezTo>
                  <a:pt x="21034" y="28444"/>
                  <a:pt x="18381" y="28641"/>
                  <a:pt x="15710" y="28641"/>
                </a:cubicBezTo>
                <a:cubicBezTo>
                  <a:pt x="15579" y="28641"/>
                  <a:pt x="15448" y="28641"/>
                  <a:pt x="15317" y="28640"/>
                </a:cubicBezTo>
                <a:cubicBezTo>
                  <a:pt x="12492" y="28577"/>
                  <a:pt x="9667" y="28284"/>
                  <a:pt x="6843" y="28284"/>
                </a:cubicBezTo>
                <a:cubicBezTo>
                  <a:pt x="6738" y="28138"/>
                  <a:pt x="6675" y="28012"/>
                  <a:pt x="6592" y="27908"/>
                </a:cubicBezTo>
                <a:cubicBezTo>
                  <a:pt x="6508" y="27761"/>
                  <a:pt x="6424" y="27657"/>
                  <a:pt x="6362" y="27531"/>
                </a:cubicBezTo>
                <a:close/>
                <a:moveTo>
                  <a:pt x="6906" y="28368"/>
                </a:moveTo>
                <a:lnTo>
                  <a:pt x="6906" y="28368"/>
                </a:lnTo>
                <a:cubicBezTo>
                  <a:pt x="9730" y="28661"/>
                  <a:pt x="12597" y="28682"/>
                  <a:pt x="15463" y="28745"/>
                </a:cubicBezTo>
                <a:cubicBezTo>
                  <a:pt x="16353" y="28758"/>
                  <a:pt x="17244" y="28772"/>
                  <a:pt x="18136" y="28772"/>
                </a:cubicBezTo>
                <a:cubicBezTo>
                  <a:pt x="19992" y="28772"/>
                  <a:pt x="21849" y="28713"/>
                  <a:pt x="23686" y="28473"/>
                </a:cubicBezTo>
                <a:cubicBezTo>
                  <a:pt x="23728" y="28682"/>
                  <a:pt x="23749" y="28870"/>
                  <a:pt x="23770" y="29079"/>
                </a:cubicBezTo>
                <a:cubicBezTo>
                  <a:pt x="21429" y="29240"/>
                  <a:pt x="19089" y="29386"/>
                  <a:pt x="16735" y="29386"/>
                </a:cubicBezTo>
                <a:cubicBezTo>
                  <a:pt x="16332" y="29386"/>
                  <a:pt x="15930" y="29381"/>
                  <a:pt x="15526" y="29372"/>
                </a:cubicBezTo>
                <a:cubicBezTo>
                  <a:pt x="14166" y="29330"/>
                  <a:pt x="12806" y="29268"/>
                  <a:pt x="11446" y="29226"/>
                </a:cubicBezTo>
                <a:cubicBezTo>
                  <a:pt x="10296" y="29208"/>
                  <a:pt x="9115" y="29113"/>
                  <a:pt x="7970" y="29113"/>
                </a:cubicBezTo>
                <a:cubicBezTo>
                  <a:pt x="7781" y="29113"/>
                  <a:pt x="7594" y="29115"/>
                  <a:pt x="7408" y="29121"/>
                </a:cubicBezTo>
                <a:cubicBezTo>
                  <a:pt x="7219" y="28870"/>
                  <a:pt x="7052" y="28640"/>
                  <a:pt x="6906" y="28368"/>
                </a:cubicBezTo>
                <a:close/>
                <a:moveTo>
                  <a:pt x="31993" y="25522"/>
                </a:moveTo>
                <a:cubicBezTo>
                  <a:pt x="31951" y="25543"/>
                  <a:pt x="31951" y="25564"/>
                  <a:pt x="31951" y="25627"/>
                </a:cubicBezTo>
                <a:cubicBezTo>
                  <a:pt x="31951" y="26087"/>
                  <a:pt x="31993" y="26569"/>
                  <a:pt x="32014" y="27071"/>
                </a:cubicBezTo>
                <a:cubicBezTo>
                  <a:pt x="32035" y="27343"/>
                  <a:pt x="32244" y="28263"/>
                  <a:pt x="32035" y="28535"/>
                </a:cubicBezTo>
                <a:cubicBezTo>
                  <a:pt x="31909" y="28703"/>
                  <a:pt x="31072" y="28870"/>
                  <a:pt x="30863" y="28954"/>
                </a:cubicBezTo>
                <a:cubicBezTo>
                  <a:pt x="30445" y="29079"/>
                  <a:pt x="30047" y="29226"/>
                  <a:pt x="29650" y="29414"/>
                </a:cubicBezTo>
                <a:cubicBezTo>
                  <a:pt x="29608" y="29435"/>
                  <a:pt x="29587" y="29498"/>
                  <a:pt x="29587" y="29540"/>
                </a:cubicBezTo>
                <a:cubicBezTo>
                  <a:pt x="27745" y="29582"/>
                  <a:pt x="25946" y="29623"/>
                  <a:pt x="24105" y="29728"/>
                </a:cubicBezTo>
                <a:cubicBezTo>
                  <a:pt x="23979" y="28661"/>
                  <a:pt x="23896" y="27489"/>
                  <a:pt x="23624" y="26443"/>
                </a:cubicBezTo>
                <a:lnTo>
                  <a:pt x="23624" y="26443"/>
                </a:lnTo>
                <a:cubicBezTo>
                  <a:pt x="23673" y="26444"/>
                  <a:pt x="23722" y="26444"/>
                  <a:pt x="23771" y="26444"/>
                </a:cubicBezTo>
                <a:cubicBezTo>
                  <a:pt x="24770" y="26444"/>
                  <a:pt x="25786" y="26249"/>
                  <a:pt x="26783" y="26129"/>
                </a:cubicBezTo>
                <a:cubicBezTo>
                  <a:pt x="27850" y="25983"/>
                  <a:pt x="28959" y="25857"/>
                  <a:pt x="30026" y="25732"/>
                </a:cubicBezTo>
                <a:cubicBezTo>
                  <a:pt x="30549" y="25669"/>
                  <a:pt x="31072" y="25606"/>
                  <a:pt x="31595" y="25543"/>
                </a:cubicBezTo>
                <a:cubicBezTo>
                  <a:pt x="31721" y="25522"/>
                  <a:pt x="31847" y="25522"/>
                  <a:pt x="31993" y="25522"/>
                </a:cubicBezTo>
                <a:close/>
                <a:moveTo>
                  <a:pt x="23854" y="29226"/>
                </a:moveTo>
                <a:cubicBezTo>
                  <a:pt x="23875" y="29393"/>
                  <a:pt x="23937" y="29540"/>
                  <a:pt x="24000" y="29707"/>
                </a:cubicBezTo>
                <a:cubicBezTo>
                  <a:pt x="22368" y="29791"/>
                  <a:pt x="20694" y="29895"/>
                  <a:pt x="19041" y="29937"/>
                </a:cubicBezTo>
                <a:cubicBezTo>
                  <a:pt x="17263" y="30021"/>
                  <a:pt x="15505" y="30063"/>
                  <a:pt x="13727" y="30105"/>
                </a:cubicBezTo>
                <a:cubicBezTo>
                  <a:pt x="13621" y="30106"/>
                  <a:pt x="13516" y="30106"/>
                  <a:pt x="13410" y="30106"/>
                </a:cubicBezTo>
                <a:cubicBezTo>
                  <a:pt x="11716" y="30106"/>
                  <a:pt x="10021" y="29957"/>
                  <a:pt x="8307" y="29937"/>
                </a:cubicBezTo>
                <a:cubicBezTo>
                  <a:pt x="8203" y="29958"/>
                  <a:pt x="8203" y="30000"/>
                  <a:pt x="8203" y="30021"/>
                </a:cubicBezTo>
                <a:cubicBezTo>
                  <a:pt x="7952" y="29791"/>
                  <a:pt x="7722" y="29519"/>
                  <a:pt x="7512" y="29226"/>
                </a:cubicBezTo>
                <a:lnTo>
                  <a:pt x="7512" y="29226"/>
                </a:lnTo>
                <a:cubicBezTo>
                  <a:pt x="8810" y="29372"/>
                  <a:pt x="10170" y="29330"/>
                  <a:pt x="11488" y="29393"/>
                </a:cubicBezTo>
                <a:cubicBezTo>
                  <a:pt x="12848" y="29435"/>
                  <a:pt x="14208" y="29477"/>
                  <a:pt x="15568" y="29498"/>
                </a:cubicBezTo>
                <a:cubicBezTo>
                  <a:pt x="16222" y="29508"/>
                  <a:pt x="16879" y="29514"/>
                  <a:pt x="17538" y="29514"/>
                </a:cubicBezTo>
                <a:cubicBezTo>
                  <a:pt x="19643" y="29514"/>
                  <a:pt x="21766" y="29449"/>
                  <a:pt x="23854" y="29226"/>
                </a:cubicBezTo>
                <a:close/>
                <a:moveTo>
                  <a:pt x="29545" y="29791"/>
                </a:moveTo>
                <a:cubicBezTo>
                  <a:pt x="29650" y="30021"/>
                  <a:pt x="29859" y="30356"/>
                  <a:pt x="29880" y="30628"/>
                </a:cubicBezTo>
                <a:cubicBezTo>
                  <a:pt x="30068" y="30858"/>
                  <a:pt x="29963" y="30983"/>
                  <a:pt x="29587" y="31004"/>
                </a:cubicBezTo>
                <a:cubicBezTo>
                  <a:pt x="29503" y="31004"/>
                  <a:pt x="29398" y="31004"/>
                  <a:pt x="29315" y="31046"/>
                </a:cubicBezTo>
                <a:cubicBezTo>
                  <a:pt x="28708" y="31151"/>
                  <a:pt x="28080" y="31109"/>
                  <a:pt x="27494" y="31151"/>
                </a:cubicBezTo>
                <a:cubicBezTo>
                  <a:pt x="26260" y="31193"/>
                  <a:pt x="25025" y="31255"/>
                  <a:pt x="23791" y="31276"/>
                </a:cubicBezTo>
                <a:cubicBezTo>
                  <a:pt x="23142" y="31287"/>
                  <a:pt x="22495" y="31292"/>
                  <a:pt x="21849" y="31292"/>
                </a:cubicBezTo>
                <a:cubicBezTo>
                  <a:pt x="19994" y="31292"/>
                  <a:pt x="18147" y="31249"/>
                  <a:pt x="16300" y="31172"/>
                </a:cubicBezTo>
                <a:cubicBezTo>
                  <a:pt x="15066" y="31109"/>
                  <a:pt x="13831" y="31046"/>
                  <a:pt x="12597" y="30942"/>
                </a:cubicBezTo>
                <a:cubicBezTo>
                  <a:pt x="11446" y="30858"/>
                  <a:pt x="10149" y="30858"/>
                  <a:pt x="9040" y="30523"/>
                </a:cubicBezTo>
                <a:cubicBezTo>
                  <a:pt x="8747" y="30418"/>
                  <a:pt x="8496" y="30272"/>
                  <a:pt x="8266" y="30105"/>
                </a:cubicBezTo>
                <a:lnTo>
                  <a:pt x="8266" y="30105"/>
                </a:lnTo>
                <a:cubicBezTo>
                  <a:pt x="9222" y="30313"/>
                  <a:pt x="10251" y="30356"/>
                  <a:pt x="11276" y="30356"/>
                </a:cubicBezTo>
                <a:cubicBezTo>
                  <a:pt x="11999" y="30356"/>
                  <a:pt x="12720" y="30335"/>
                  <a:pt x="13413" y="30335"/>
                </a:cubicBezTo>
                <a:cubicBezTo>
                  <a:pt x="15212" y="30335"/>
                  <a:pt x="17054" y="30272"/>
                  <a:pt x="18853" y="30209"/>
                </a:cubicBezTo>
                <a:cubicBezTo>
                  <a:pt x="22410" y="30042"/>
                  <a:pt x="25988" y="29833"/>
                  <a:pt x="29545" y="29791"/>
                </a:cubicBezTo>
                <a:close/>
                <a:moveTo>
                  <a:pt x="16583" y="1"/>
                </a:moveTo>
                <a:cubicBezTo>
                  <a:pt x="16548" y="1"/>
                  <a:pt x="16510" y="29"/>
                  <a:pt x="16510" y="79"/>
                </a:cubicBezTo>
                <a:cubicBezTo>
                  <a:pt x="16510" y="1188"/>
                  <a:pt x="16468" y="2339"/>
                  <a:pt x="16530" y="3469"/>
                </a:cubicBezTo>
                <a:cubicBezTo>
                  <a:pt x="15986" y="3699"/>
                  <a:pt x="15421" y="3971"/>
                  <a:pt x="14898" y="4222"/>
                </a:cubicBezTo>
                <a:lnTo>
                  <a:pt x="14877" y="4222"/>
                </a:lnTo>
                <a:cubicBezTo>
                  <a:pt x="14857" y="4222"/>
                  <a:pt x="14836" y="4264"/>
                  <a:pt x="14836" y="4264"/>
                </a:cubicBezTo>
                <a:lnTo>
                  <a:pt x="14773" y="4264"/>
                </a:lnTo>
                <a:cubicBezTo>
                  <a:pt x="14668" y="4306"/>
                  <a:pt x="14626" y="4515"/>
                  <a:pt x="14689" y="4620"/>
                </a:cubicBezTo>
                <a:cubicBezTo>
                  <a:pt x="13413" y="5750"/>
                  <a:pt x="12952" y="8260"/>
                  <a:pt x="13601" y="9767"/>
                </a:cubicBezTo>
                <a:cubicBezTo>
                  <a:pt x="12701" y="10667"/>
                  <a:pt x="11739" y="11587"/>
                  <a:pt x="10965" y="12550"/>
                </a:cubicBezTo>
                <a:cubicBezTo>
                  <a:pt x="10337" y="10792"/>
                  <a:pt x="10149" y="9014"/>
                  <a:pt x="10714" y="7151"/>
                </a:cubicBezTo>
                <a:lnTo>
                  <a:pt x="10714" y="7110"/>
                </a:lnTo>
                <a:cubicBezTo>
                  <a:pt x="10860" y="6942"/>
                  <a:pt x="10923" y="6775"/>
                  <a:pt x="10881" y="6586"/>
                </a:cubicBezTo>
                <a:cubicBezTo>
                  <a:pt x="10871" y="6555"/>
                  <a:pt x="10844" y="6539"/>
                  <a:pt x="10821" y="6539"/>
                </a:cubicBezTo>
                <a:cubicBezTo>
                  <a:pt x="10797" y="6539"/>
                  <a:pt x="10776" y="6555"/>
                  <a:pt x="10776" y="6586"/>
                </a:cubicBezTo>
                <a:lnTo>
                  <a:pt x="10693" y="6586"/>
                </a:lnTo>
                <a:cubicBezTo>
                  <a:pt x="10065" y="6942"/>
                  <a:pt x="9458" y="7340"/>
                  <a:pt x="8872" y="7779"/>
                </a:cubicBezTo>
                <a:cubicBezTo>
                  <a:pt x="8810" y="6314"/>
                  <a:pt x="8600" y="4850"/>
                  <a:pt x="8475" y="3364"/>
                </a:cubicBezTo>
                <a:cubicBezTo>
                  <a:pt x="8475" y="3343"/>
                  <a:pt x="8454" y="3343"/>
                  <a:pt x="8454" y="3322"/>
                </a:cubicBezTo>
                <a:lnTo>
                  <a:pt x="8454" y="3113"/>
                </a:lnTo>
                <a:cubicBezTo>
                  <a:pt x="8454" y="3092"/>
                  <a:pt x="8443" y="3082"/>
                  <a:pt x="8433" y="3082"/>
                </a:cubicBezTo>
                <a:cubicBezTo>
                  <a:pt x="8423" y="3082"/>
                  <a:pt x="8412" y="3092"/>
                  <a:pt x="8412" y="3113"/>
                </a:cubicBezTo>
                <a:lnTo>
                  <a:pt x="8412" y="3322"/>
                </a:lnTo>
                <a:cubicBezTo>
                  <a:pt x="8391" y="3322"/>
                  <a:pt x="8391" y="3343"/>
                  <a:pt x="8391" y="3364"/>
                </a:cubicBezTo>
                <a:cubicBezTo>
                  <a:pt x="8391" y="3469"/>
                  <a:pt x="8412" y="3553"/>
                  <a:pt x="8412" y="3657"/>
                </a:cubicBezTo>
                <a:cubicBezTo>
                  <a:pt x="8373" y="5037"/>
                  <a:pt x="8262" y="6454"/>
                  <a:pt x="8414" y="7822"/>
                </a:cubicBezTo>
                <a:lnTo>
                  <a:pt x="8414" y="7822"/>
                </a:lnTo>
                <a:cubicBezTo>
                  <a:pt x="8495" y="7152"/>
                  <a:pt x="8493" y="6477"/>
                  <a:pt x="8475" y="5770"/>
                </a:cubicBezTo>
                <a:lnTo>
                  <a:pt x="8475" y="5770"/>
                </a:lnTo>
                <a:cubicBezTo>
                  <a:pt x="8517" y="6482"/>
                  <a:pt x="8600" y="7193"/>
                  <a:pt x="8705" y="7884"/>
                </a:cubicBezTo>
                <a:cubicBezTo>
                  <a:pt x="8625" y="7948"/>
                  <a:pt x="8532" y="8012"/>
                  <a:pt x="8446" y="8077"/>
                </a:cubicBezTo>
                <a:lnTo>
                  <a:pt x="8446" y="8077"/>
                </a:lnTo>
                <a:cubicBezTo>
                  <a:pt x="8434" y="7992"/>
                  <a:pt x="8424" y="7907"/>
                  <a:pt x="8414" y="7822"/>
                </a:cubicBezTo>
                <a:lnTo>
                  <a:pt x="8414" y="7822"/>
                </a:lnTo>
                <a:cubicBezTo>
                  <a:pt x="8402" y="7927"/>
                  <a:pt x="8387" y="8031"/>
                  <a:pt x="8370" y="8135"/>
                </a:cubicBezTo>
                <a:cubicBezTo>
                  <a:pt x="8394" y="8115"/>
                  <a:pt x="8420" y="8096"/>
                  <a:pt x="8446" y="8077"/>
                </a:cubicBezTo>
                <a:lnTo>
                  <a:pt x="8446" y="8077"/>
                </a:lnTo>
                <a:cubicBezTo>
                  <a:pt x="8448" y="8096"/>
                  <a:pt x="8451" y="8115"/>
                  <a:pt x="8454" y="8135"/>
                </a:cubicBezTo>
                <a:cubicBezTo>
                  <a:pt x="7994" y="8470"/>
                  <a:pt x="7554" y="8804"/>
                  <a:pt x="7136" y="9139"/>
                </a:cubicBezTo>
                <a:cubicBezTo>
                  <a:pt x="7094" y="9139"/>
                  <a:pt x="7031" y="9202"/>
                  <a:pt x="7010" y="9244"/>
                </a:cubicBezTo>
                <a:cubicBezTo>
                  <a:pt x="6989" y="9327"/>
                  <a:pt x="7010" y="9432"/>
                  <a:pt x="7031" y="9516"/>
                </a:cubicBezTo>
                <a:cubicBezTo>
                  <a:pt x="7031" y="9537"/>
                  <a:pt x="7052" y="9558"/>
                  <a:pt x="7052" y="9599"/>
                </a:cubicBezTo>
                <a:cubicBezTo>
                  <a:pt x="5964" y="11106"/>
                  <a:pt x="5901" y="13177"/>
                  <a:pt x="6592" y="14872"/>
                </a:cubicBezTo>
                <a:cubicBezTo>
                  <a:pt x="6604" y="14921"/>
                  <a:pt x="6651" y="14955"/>
                  <a:pt x="6701" y="14955"/>
                </a:cubicBezTo>
                <a:cubicBezTo>
                  <a:pt x="6737" y="14955"/>
                  <a:pt x="6775" y="14937"/>
                  <a:pt x="6801" y="14893"/>
                </a:cubicBezTo>
                <a:cubicBezTo>
                  <a:pt x="7136" y="14203"/>
                  <a:pt x="7784" y="13826"/>
                  <a:pt x="8517" y="13680"/>
                </a:cubicBezTo>
                <a:lnTo>
                  <a:pt x="8517" y="13680"/>
                </a:lnTo>
                <a:cubicBezTo>
                  <a:pt x="8475" y="14056"/>
                  <a:pt x="8454" y="14454"/>
                  <a:pt x="8454" y="14851"/>
                </a:cubicBezTo>
                <a:cubicBezTo>
                  <a:pt x="8454" y="14851"/>
                  <a:pt x="8412" y="14851"/>
                  <a:pt x="8412" y="14872"/>
                </a:cubicBezTo>
                <a:cubicBezTo>
                  <a:pt x="7010" y="16190"/>
                  <a:pt x="5692" y="17592"/>
                  <a:pt x="4374" y="18952"/>
                </a:cubicBezTo>
                <a:cubicBezTo>
                  <a:pt x="3035" y="20312"/>
                  <a:pt x="1549" y="21589"/>
                  <a:pt x="356" y="23095"/>
                </a:cubicBezTo>
                <a:lnTo>
                  <a:pt x="356" y="23116"/>
                </a:lnTo>
                <a:cubicBezTo>
                  <a:pt x="356" y="23095"/>
                  <a:pt x="336" y="23053"/>
                  <a:pt x="315" y="23053"/>
                </a:cubicBezTo>
                <a:cubicBezTo>
                  <a:pt x="252" y="23053"/>
                  <a:pt x="231" y="23053"/>
                  <a:pt x="210" y="23095"/>
                </a:cubicBezTo>
                <a:cubicBezTo>
                  <a:pt x="189" y="23095"/>
                  <a:pt x="189" y="23095"/>
                  <a:pt x="147" y="23116"/>
                </a:cubicBezTo>
                <a:cubicBezTo>
                  <a:pt x="22" y="23221"/>
                  <a:pt x="1" y="23430"/>
                  <a:pt x="22" y="23576"/>
                </a:cubicBezTo>
                <a:cubicBezTo>
                  <a:pt x="74" y="23733"/>
                  <a:pt x="226" y="23989"/>
                  <a:pt x="408" y="23989"/>
                </a:cubicBezTo>
                <a:cubicBezTo>
                  <a:pt x="446" y="23989"/>
                  <a:pt x="484" y="23978"/>
                  <a:pt x="524" y="23953"/>
                </a:cubicBezTo>
                <a:cubicBezTo>
                  <a:pt x="1821" y="24288"/>
                  <a:pt x="3139" y="24560"/>
                  <a:pt x="4478" y="24790"/>
                </a:cubicBezTo>
                <a:cubicBezTo>
                  <a:pt x="4437" y="24811"/>
                  <a:pt x="4437" y="24832"/>
                  <a:pt x="4478" y="24895"/>
                </a:cubicBezTo>
                <a:cubicBezTo>
                  <a:pt x="4939" y="25878"/>
                  <a:pt x="5566" y="26799"/>
                  <a:pt x="6173" y="27719"/>
                </a:cubicBezTo>
                <a:cubicBezTo>
                  <a:pt x="6696" y="28494"/>
                  <a:pt x="7199" y="29372"/>
                  <a:pt x="7847" y="30042"/>
                </a:cubicBezTo>
                <a:cubicBezTo>
                  <a:pt x="8454" y="30649"/>
                  <a:pt x="9186" y="30879"/>
                  <a:pt x="10023" y="30983"/>
                </a:cubicBezTo>
                <a:cubicBezTo>
                  <a:pt x="11028" y="31109"/>
                  <a:pt x="12074" y="31193"/>
                  <a:pt x="13099" y="31276"/>
                </a:cubicBezTo>
                <a:cubicBezTo>
                  <a:pt x="16027" y="31503"/>
                  <a:pt x="18955" y="31610"/>
                  <a:pt x="21882" y="31610"/>
                </a:cubicBezTo>
                <a:cubicBezTo>
                  <a:pt x="23558" y="31610"/>
                  <a:pt x="25233" y="31575"/>
                  <a:pt x="26909" y="31507"/>
                </a:cubicBezTo>
                <a:cubicBezTo>
                  <a:pt x="27515" y="31486"/>
                  <a:pt x="28143" y="31465"/>
                  <a:pt x="28750" y="31402"/>
                </a:cubicBezTo>
                <a:cubicBezTo>
                  <a:pt x="28805" y="31399"/>
                  <a:pt x="28863" y="31398"/>
                  <a:pt x="28924" y="31398"/>
                </a:cubicBezTo>
                <a:cubicBezTo>
                  <a:pt x="29061" y="31398"/>
                  <a:pt x="29210" y="31403"/>
                  <a:pt x="29361" y="31403"/>
                </a:cubicBezTo>
                <a:cubicBezTo>
                  <a:pt x="29656" y="31403"/>
                  <a:pt x="29956" y="31385"/>
                  <a:pt x="30173" y="31276"/>
                </a:cubicBezTo>
                <a:cubicBezTo>
                  <a:pt x="30842" y="30963"/>
                  <a:pt x="30214" y="30063"/>
                  <a:pt x="29963" y="29582"/>
                </a:cubicBezTo>
                <a:cubicBezTo>
                  <a:pt x="30486" y="29435"/>
                  <a:pt x="31010" y="29268"/>
                  <a:pt x="31512" y="29100"/>
                </a:cubicBezTo>
                <a:cubicBezTo>
                  <a:pt x="31784" y="29017"/>
                  <a:pt x="32307" y="28954"/>
                  <a:pt x="32474" y="28682"/>
                </a:cubicBezTo>
                <a:cubicBezTo>
                  <a:pt x="32663" y="28389"/>
                  <a:pt x="32537" y="27824"/>
                  <a:pt x="32516" y="27510"/>
                </a:cubicBezTo>
                <a:cubicBezTo>
                  <a:pt x="32474" y="26861"/>
                  <a:pt x="32453" y="26192"/>
                  <a:pt x="32411" y="25564"/>
                </a:cubicBezTo>
                <a:cubicBezTo>
                  <a:pt x="32411" y="25522"/>
                  <a:pt x="32370" y="25501"/>
                  <a:pt x="32349" y="25460"/>
                </a:cubicBezTo>
                <a:cubicBezTo>
                  <a:pt x="32537" y="25439"/>
                  <a:pt x="32725" y="25418"/>
                  <a:pt x="32872" y="25334"/>
                </a:cubicBezTo>
                <a:cubicBezTo>
                  <a:pt x="33479" y="25041"/>
                  <a:pt x="33395" y="23932"/>
                  <a:pt x="33458" y="23367"/>
                </a:cubicBezTo>
                <a:cubicBezTo>
                  <a:pt x="33374" y="23367"/>
                  <a:pt x="33374" y="23346"/>
                  <a:pt x="33353" y="23325"/>
                </a:cubicBezTo>
                <a:cubicBezTo>
                  <a:pt x="33374" y="23263"/>
                  <a:pt x="33374" y="23221"/>
                  <a:pt x="33311" y="23158"/>
                </a:cubicBezTo>
                <a:cubicBezTo>
                  <a:pt x="33196" y="23014"/>
                  <a:pt x="33024" y="22964"/>
                  <a:pt x="32830" y="22964"/>
                </a:cubicBezTo>
                <a:cubicBezTo>
                  <a:pt x="32462" y="22964"/>
                  <a:pt x="32016" y="23145"/>
                  <a:pt x="31742" y="23200"/>
                </a:cubicBezTo>
                <a:cubicBezTo>
                  <a:pt x="30842" y="23367"/>
                  <a:pt x="29922" y="23576"/>
                  <a:pt x="29001" y="23828"/>
                </a:cubicBezTo>
                <a:cubicBezTo>
                  <a:pt x="27641" y="24162"/>
                  <a:pt x="26239" y="24476"/>
                  <a:pt x="24900" y="24895"/>
                </a:cubicBezTo>
                <a:cubicBezTo>
                  <a:pt x="24879" y="24141"/>
                  <a:pt x="24837" y="23409"/>
                  <a:pt x="24774" y="22635"/>
                </a:cubicBezTo>
                <a:cubicBezTo>
                  <a:pt x="26133" y="21702"/>
                  <a:pt x="28003" y="21379"/>
                  <a:pt x="29602" y="21379"/>
                </a:cubicBezTo>
                <a:cubicBezTo>
                  <a:pt x="29653" y="21379"/>
                  <a:pt x="29704" y="21379"/>
                  <a:pt x="29754" y="21379"/>
                </a:cubicBezTo>
                <a:cubicBezTo>
                  <a:pt x="29838" y="21379"/>
                  <a:pt x="29859" y="21338"/>
                  <a:pt x="29859" y="21275"/>
                </a:cubicBezTo>
                <a:cubicBezTo>
                  <a:pt x="29901" y="21254"/>
                  <a:pt x="29901" y="21233"/>
                  <a:pt x="29859" y="21212"/>
                </a:cubicBezTo>
                <a:cubicBezTo>
                  <a:pt x="28499" y="19162"/>
                  <a:pt x="27934" y="16797"/>
                  <a:pt x="28708" y="14433"/>
                </a:cubicBezTo>
                <a:cubicBezTo>
                  <a:pt x="28750" y="14370"/>
                  <a:pt x="28708" y="14349"/>
                  <a:pt x="28687" y="14328"/>
                </a:cubicBezTo>
                <a:cubicBezTo>
                  <a:pt x="28708" y="14265"/>
                  <a:pt x="28708" y="14224"/>
                  <a:pt x="28687" y="14140"/>
                </a:cubicBezTo>
                <a:cubicBezTo>
                  <a:pt x="28687" y="14119"/>
                  <a:pt x="28666" y="14119"/>
                  <a:pt x="28645" y="14098"/>
                </a:cubicBezTo>
                <a:lnTo>
                  <a:pt x="28582" y="14098"/>
                </a:lnTo>
                <a:cubicBezTo>
                  <a:pt x="28582" y="14056"/>
                  <a:pt x="28562" y="14035"/>
                  <a:pt x="28499" y="14035"/>
                </a:cubicBezTo>
                <a:cubicBezTo>
                  <a:pt x="27348" y="14537"/>
                  <a:pt x="26260" y="15207"/>
                  <a:pt x="25109" y="15772"/>
                </a:cubicBezTo>
                <a:cubicBezTo>
                  <a:pt x="24795" y="15918"/>
                  <a:pt x="24481" y="16044"/>
                  <a:pt x="24188" y="16211"/>
                </a:cubicBezTo>
                <a:cubicBezTo>
                  <a:pt x="24209" y="15458"/>
                  <a:pt x="24188" y="14663"/>
                  <a:pt x="24063" y="13910"/>
                </a:cubicBezTo>
                <a:cubicBezTo>
                  <a:pt x="24180" y="13901"/>
                  <a:pt x="24298" y="13896"/>
                  <a:pt x="24416" y="13896"/>
                </a:cubicBezTo>
                <a:cubicBezTo>
                  <a:pt x="25119" y="13896"/>
                  <a:pt x="25827" y="14047"/>
                  <a:pt x="26490" y="14245"/>
                </a:cubicBezTo>
                <a:cubicBezTo>
                  <a:pt x="26511" y="14252"/>
                  <a:pt x="26531" y="14256"/>
                  <a:pt x="26549" y="14256"/>
                </a:cubicBezTo>
                <a:cubicBezTo>
                  <a:pt x="26671" y="14256"/>
                  <a:pt x="26712" y="14085"/>
                  <a:pt x="26657" y="13993"/>
                </a:cubicBezTo>
                <a:cubicBezTo>
                  <a:pt x="26093" y="13303"/>
                  <a:pt x="25779" y="12738"/>
                  <a:pt x="25737" y="11859"/>
                </a:cubicBezTo>
                <a:cubicBezTo>
                  <a:pt x="25674" y="11169"/>
                  <a:pt x="25674" y="10436"/>
                  <a:pt x="25674" y="9725"/>
                </a:cubicBezTo>
                <a:cubicBezTo>
                  <a:pt x="25674" y="9704"/>
                  <a:pt x="25653" y="9662"/>
                  <a:pt x="25653" y="9641"/>
                </a:cubicBezTo>
                <a:cubicBezTo>
                  <a:pt x="25821" y="9516"/>
                  <a:pt x="25883" y="9348"/>
                  <a:pt x="25737" y="9139"/>
                </a:cubicBezTo>
                <a:cubicBezTo>
                  <a:pt x="25737" y="9118"/>
                  <a:pt x="25716" y="9097"/>
                  <a:pt x="25653" y="9076"/>
                </a:cubicBezTo>
                <a:lnTo>
                  <a:pt x="25632" y="9076"/>
                </a:lnTo>
                <a:cubicBezTo>
                  <a:pt x="25130" y="9139"/>
                  <a:pt x="24670" y="9244"/>
                  <a:pt x="24188" y="9348"/>
                </a:cubicBezTo>
                <a:cubicBezTo>
                  <a:pt x="24000" y="7842"/>
                  <a:pt x="23958" y="6314"/>
                  <a:pt x="23770" y="4808"/>
                </a:cubicBezTo>
                <a:cubicBezTo>
                  <a:pt x="23770" y="4798"/>
                  <a:pt x="23760" y="4792"/>
                  <a:pt x="23749" y="4792"/>
                </a:cubicBezTo>
                <a:cubicBezTo>
                  <a:pt x="23739" y="4792"/>
                  <a:pt x="23728" y="4798"/>
                  <a:pt x="23728" y="4808"/>
                </a:cubicBezTo>
                <a:cubicBezTo>
                  <a:pt x="23561" y="6356"/>
                  <a:pt x="23477" y="7947"/>
                  <a:pt x="23519" y="9495"/>
                </a:cubicBezTo>
                <a:cubicBezTo>
                  <a:pt x="22933" y="9599"/>
                  <a:pt x="22222" y="9620"/>
                  <a:pt x="21699" y="9913"/>
                </a:cubicBezTo>
                <a:lnTo>
                  <a:pt x="21678" y="9913"/>
                </a:lnTo>
                <a:cubicBezTo>
                  <a:pt x="21447" y="9913"/>
                  <a:pt x="21468" y="10353"/>
                  <a:pt x="21657" y="10436"/>
                </a:cubicBezTo>
                <a:lnTo>
                  <a:pt x="21678" y="10436"/>
                </a:lnTo>
                <a:cubicBezTo>
                  <a:pt x="21678" y="10457"/>
                  <a:pt x="21657" y="10478"/>
                  <a:pt x="21678" y="10478"/>
                </a:cubicBezTo>
                <a:cubicBezTo>
                  <a:pt x="21468" y="10792"/>
                  <a:pt x="21322" y="11106"/>
                  <a:pt x="21217" y="11483"/>
                </a:cubicBezTo>
                <a:cubicBezTo>
                  <a:pt x="20548" y="10980"/>
                  <a:pt x="19878" y="10457"/>
                  <a:pt x="19188" y="9976"/>
                </a:cubicBezTo>
                <a:cubicBezTo>
                  <a:pt x="19251" y="9830"/>
                  <a:pt x="19334" y="9704"/>
                  <a:pt x="19397" y="9537"/>
                </a:cubicBezTo>
                <a:cubicBezTo>
                  <a:pt x="19439" y="9516"/>
                  <a:pt x="19439" y="9495"/>
                  <a:pt x="19397" y="9453"/>
                </a:cubicBezTo>
                <a:cubicBezTo>
                  <a:pt x="19439" y="9411"/>
                  <a:pt x="19460" y="9327"/>
                  <a:pt x="19460" y="9244"/>
                </a:cubicBezTo>
                <a:cubicBezTo>
                  <a:pt x="19460" y="9202"/>
                  <a:pt x="19439" y="9139"/>
                  <a:pt x="19376" y="9139"/>
                </a:cubicBezTo>
                <a:cubicBezTo>
                  <a:pt x="19355" y="9139"/>
                  <a:pt x="19355" y="9139"/>
                  <a:pt x="19334" y="9118"/>
                </a:cubicBezTo>
                <a:cubicBezTo>
                  <a:pt x="19334" y="9102"/>
                  <a:pt x="19310" y="9062"/>
                  <a:pt x="19280" y="9062"/>
                </a:cubicBezTo>
                <a:cubicBezTo>
                  <a:pt x="19271" y="9062"/>
                  <a:pt x="19261" y="9066"/>
                  <a:pt x="19251" y="9076"/>
                </a:cubicBezTo>
                <a:cubicBezTo>
                  <a:pt x="18916" y="9139"/>
                  <a:pt x="18602" y="9244"/>
                  <a:pt x="18288" y="9348"/>
                </a:cubicBezTo>
                <a:cubicBezTo>
                  <a:pt x="17932" y="9118"/>
                  <a:pt x="17598" y="8888"/>
                  <a:pt x="17242" y="8679"/>
                </a:cubicBezTo>
                <a:cubicBezTo>
                  <a:pt x="17200" y="8491"/>
                  <a:pt x="17179" y="8302"/>
                  <a:pt x="17158" y="8156"/>
                </a:cubicBezTo>
                <a:lnTo>
                  <a:pt x="17158" y="8156"/>
                </a:lnTo>
                <a:cubicBezTo>
                  <a:pt x="17807" y="8177"/>
                  <a:pt x="18455" y="8302"/>
                  <a:pt x="19020" y="8491"/>
                </a:cubicBezTo>
                <a:cubicBezTo>
                  <a:pt x="19034" y="8493"/>
                  <a:pt x="19047" y="8495"/>
                  <a:pt x="19058" y="8495"/>
                </a:cubicBezTo>
                <a:cubicBezTo>
                  <a:pt x="19135" y="8495"/>
                  <a:pt x="19167" y="8438"/>
                  <a:pt x="19167" y="8365"/>
                </a:cubicBezTo>
                <a:cubicBezTo>
                  <a:pt x="19230" y="8365"/>
                  <a:pt x="19271" y="8302"/>
                  <a:pt x="19251" y="8281"/>
                </a:cubicBezTo>
                <a:cubicBezTo>
                  <a:pt x="18204" y="6670"/>
                  <a:pt x="17974" y="4703"/>
                  <a:pt x="18706" y="2904"/>
                </a:cubicBezTo>
                <a:cubicBezTo>
                  <a:pt x="18727" y="2841"/>
                  <a:pt x="18706" y="2820"/>
                  <a:pt x="18665" y="2799"/>
                </a:cubicBezTo>
                <a:cubicBezTo>
                  <a:pt x="18644" y="2737"/>
                  <a:pt x="18623" y="2716"/>
                  <a:pt x="18560" y="2695"/>
                </a:cubicBezTo>
                <a:lnTo>
                  <a:pt x="18539" y="2695"/>
                </a:lnTo>
                <a:cubicBezTo>
                  <a:pt x="18525" y="2695"/>
                  <a:pt x="18521" y="2676"/>
                  <a:pt x="18513" y="2676"/>
                </a:cubicBezTo>
                <a:cubicBezTo>
                  <a:pt x="18509" y="2676"/>
                  <a:pt x="18504" y="2681"/>
                  <a:pt x="18497" y="2695"/>
                </a:cubicBezTo>
                <a:lnTo>
                  <a:pt x="17074" y="3239"/>
                </a:lnTo>
                <a:cubicBezTo>
                  <a:pt x="17033" y="2172"/>
                  <a:pt x="16865" y="1084"/>
                  <a:pt x="16635" y="37"/>
                </a:cubicBezTo>
                <a:cubicBezTo>
                  <a:pt x="16627" y="13"/>
                  <a:pt x="16606" y="1"/>
                  <a:pt x="16583"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secHead" matchingName="Section header">
  <p:cSld name="SECTION_HEADER">
    <p:spTree>
      <p:nvGrpSpPr>
        <p:cNvPr id="279" name="Shape 279"/>
        <p:cNvGrpSpPr/>
        <p:nvPr/>
      </p:nvGrpSpPr>
      <p:grpSpPr>
        <a:xfrm>
          <a:off x="0" y="0"/>
          <a:ext cx="0" cy="0"/>
          <a:chOff x="0" y="0"/>
          <a:chExt cx="0" cy="0"/>
        </a:xfrm>
      </p:grpSpPr>
      <p:pic>
        <p:nvPicPr>
          <p:cNvPr id="280" name="Google Shape;280;p3"/>
          <p:cNvPicPr preferRelativeResize="0"/>
          <p:nvPr/>
        </p:nvPicPr>
        <p:blipFill rotWithShape="1">
          <a:blip r:embed="rId2"/>
          <a:srcRect b="15598"/>
          <a:stretch>
            <a:fillRect/>
          </a:stretch>
        </p:blipFill>
        <p:spPr>
          <a:xfrm rot="10800000" flipH="1">
            <a:off x="0" y="0"/>
            <a:ext cx="9144003" cy="5143501"/>
          </a:xfrm>
          <a:prstGeom prst="rect">
            <a:avLst/>
          </a:prstGeom>
          <a:noFill/>
          <a:ln>
            <a:noFill/>
          </a:ln>
        </p:spPr>
      </p:pic>
      <p:sp>
        <p:nvSpPr>
          <p:cNvPr id="281" name="Google Shape;281;p3"/>
          <p:cNvSpPr txBox="1"/>
          <p:nvPr>
            <p:ph type="title"/>
          </p:nvPr>
        </p:nvSpPr>
        <p:spPr>
          <a:xfrm>
            <a:off x="1010600" y="1891275"/>
            <a:ext cx="4647300" cy="1142400"/>
          </a:xfrm>
          <a:prstGeom prst="rect">
            <a:avLst/>
          </a:prstGeom>
          <a:ln>
            <a:noFill/>
          </a:ln>
        </p:spPr>
        <p:txBody>
          <a:bodyPr spcFirstLastPara="1" wrap="square" lIns="91425" tIns="91425" rIns="91425" bIns="91425" anchor="b" anchorCtr="0">
            <a:noAutofit/>
          </a:bodyPr>
          <a:lstStyle>
            <a:lvl1pPr lvl="0" algn="ctr">
              <a:spcBef>
                <a:spcPts val="0"/>
              </a:spcBef>
              <a:spcAft>
                <a:spcPts val="0"/>
              </a:spcAft>
              <a:buSzPts val="3600"/>
              <a:buNone/>
              <a:defRPr sz="5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282" name="Google Shape;282;p3"/>
          <p:cNvSpPr txBox="1"/>
          <p:nvPr>
            <p:ph type="title" idx="2" hasCustomPrompt="1"/>
          </p:nvPr>
        </p:nvSpPr>
        <p:spPr>
          <a:xfrm>
            <a:off x="2508200" y="1230925"/>
            <a:ext cx="1463400" cy="9159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chemeClr val="lt1"/>
              </a:buClr>
              <a:buSzPts val="6000"/>
              <a:buNone/>
              <a:defRPr sz="6000">
                <a:solidFill>
                  <a:schemeClr val="dk1"/>
                </a:solidFill>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283" name="Google Shape;283;p3"/>
          <p:cNvSpPr txBox="1"/>
          <p:nvPr>
            <p:ph type="subTitle" idx="1"/>
          </p:nvPr>
        </p:nvSpPr>
        <p:spPr>
          <a:xfrm>
            <a:off x="1010600" y="3033675"/>
            <a:ext cx="4647300" cy="3750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p:txBody>
      </p:sp>
      <p:grpSp>
        <p:nvGrpSpPr>
          <p:cNvPr id="284" name="Google Shape;284;p3"/>
          <p:cNvGrpSpPr/>
          <p:nvPr/>
        </p:nvGrpSpPr>
        <p:grpSpPr>
          <a:xfrm>
            <a:off x="7394307" y="-129"/>
            <a:ext cx="2072927" cy="5143763"/>
            <a:chOff x="7265845" y="-20654"/>
            <a:chExt cx="2072927" cy="5143763"/>
          </a:xfrm>
        </p:grpSpPr>
        <p:sp>
          <p:nvSpPr>
            <p:cNvPr id="285" name="Google Shape;285;p3"/>
            <p:cNvSpPr/>
            <p:nvPr/>
          </p:nvSpPr>
          <p:spPr>
            <a:xfrm>
              <a:off x="7735008" y="3008605"/>
              <a:ext cx="19743" cy="24037"/>
            </a:xfrm>
            <a:custGeom>
              <a:avLst/>
              <a:gdLst/>
              <a:ahLst/>
              <a:cxnLst/>
              <a:rect l="l" t="t" r="r" b="b"/>
              <a:pathLst>
                <a:path w="354" h="431" extrusionOk="0">
                  <a:moveTo>
                    <a:pt x="173" y="0"/>
                  </a:moveTo>
                  <a:cubicBezTo>
                    <a:pt x="158" y="0"/>
                    <a:pt x="142" y="4"/>
                    <a:pt x="126" y="12"/>
                  </a:cubicBezTo>
                  <a:cubicBezTo>
                    <a:pt x="1" y="53"/>
                    <a:pt x="1" y="263"/>
                    <a:pt x="105" y="367"/>
                  </a:cubicBezTo>
                  <a:cubicBezTo>
                    <a:pt x="126" y="409"/>
                    <a:pt x="147" y="409"/>
                    <a:pt x="168" y="430"/>
                  </a:cubicBezTo>
                  <a:cubicBezTo>
                    <a:pt x="231" y="430"/>
                    <a:pt x="252" y="430"/>
                    <a:pt x="273" y="367"/>
                  </a:cubicBezTo>
                  <a:cubicBezTo>
                    <a:pt x="314" y="346"/>
                    <a:pt x="335" y="305"/>
                    <a:pt x="335" y="263"/>
                  </a:cubicBezTo>
                  <a:cubicBezTo>
                    <a:pt x="354" y="171"/>
                    <a:pt x="276" y="0"/>
                    <a:pt x="1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6" name="Google Shape;286;p3"/>
            <p:cNvSpPr/>
            <p:nvPr/>
          </p:nvSpPr>
          <p:spPr>
            <a:xfrm>
              <a:off x="7744098" y="3374623"/>
              <a:ext cx="32960" cy="30674"/>
            </a:xfrm>
            <a:custGeom>
              <a:avLst/>
              <a:gdLst/>
              <a:ahLst/>
              <a:cxnLst/>
              <a:rect l="l" t="t" r="r" b="b"/>
              <a:pathLst>
                <a:path w="591" h="550" extrusionOk="0">
                  <a:moveTo>
                    <a:pt x="385" y="1"/>
                  </a:moveTo>
                  <a:cubicBezTo>
                    <a:pt x="199" y="1"/>
                    <a:pt x="0" y="304"/>
                    <a:pt x="256" y="500"/>
                  </a:cubicBezTo>
                  <a:cubicBezTo>
                    <a:pt x="271" y="530"/>
                    <a:pt x="287" y="550"/>
                    <a:pt x="318" y="550"/>
                  </a:cubicBezTo>
                  <a:cubicBezTo>
                    <a:pt x="330" y="550"/>
                    <a:pt x="344" y="547"/>
                    <a:pt x="361" y="542"/>
                  </a:cubicBezTo>
                  <a:cubicBezTo>
                    <a:pt x="382" y="542"/>
                    <a:pt x="403" y="500"/>
                    <a:pt x="423" y="479"/>
                  </a:cubicBezTo>
                  <a:cubicBezTo>
                    <a:pt x="507" y="395"/>
                    <a:pt x="591" y="291"/>
                    <a:pt x="570" y="165"/>
                  </a:cubicBezTo>
                  <a:cubicBezTo>
                    <a:pt x="529" y="47"/>
                    <a:pt x="458" y="1"/>
                    <a:pt x="3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7" name="Google Shape;287;p3"/>
            <p:cNvSpPr/>
            <p:nvPr/>
          </p:nvSpPr>
          <p:spPr>
            <a:xfrm>
              <a:off x="7823682" y="3187738"/>
              <a:ext cx="56" cy="201943"/>
            </a:xfrm>
            <a:custGeom>
              <a:avLst/>
              <a:gdLst/>
              <a:ahLst/>
              <a:cxnLst/>
              <a:rect l="l" t="t" r="r" b="b"/>
              <a:pathLst>
                <a:path w="1" h="3621" fill="none" extrusionOk="0">
                  <a:moveTo>
                    <a:pt x="1" y="1"/>
                  </a:moveTo>
                  <a:lnTo>
                    <a:pt x="1" y="3621"/>
                  </a:lnTo>
                </a:path>
              </a:pathLst>
            </a:custGeom>
            <a:solidFill>
              <a:schemeClr val="dk1"/>
            </a:solidFill>
            <a:ln w="6800" cap="rnd" cmpd="sng">
              <a:solidFill>
                <a:srgbClr val="2F2B2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8" name="Google Shape;288;p3"/>
            <p:cNvSpPr/>
            <p:nvPr/>
          </p:nvSpPr>
          <p:spPr>
            <a:xfrm>
              <a:off x="7754862" y="3187738"/>
              <a:ext cx="56" cy="201943"/>
            </a:xfrm>
            <a:custGeom>
              <a:avLst/>
              <a:gdLst/>
              <a:ahLst/>
              <a:cxnLst/>
              <a:rect l="l" t="t" r="r" b="b"/>
              <a:pathLst>
                <a:path w="1" h="3621" fill="none" extrusionOk="0">
                  <a:moveTo>
                    <a:pt x="0" y="1"/>
                  </a:moveTo>
                  <a:lnTo>
                    <a:pt x="0" y="3621"/>
                  </a:lnTo>
                </a:path>
              </a:pathLst>
            </a:custGeom>
            <a:solidFill>
              <a:schemeClr val="dk1"/>
            </a:solidFill>
            <a:ln w="6800" cap="rnd" cmpd="sng">
              <a:solidFill>
                <a:srgbClr val="2F2B2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9" name="Google Shape;289;p3"/>
            <p:cNvSpPr/>
            <p:nvPr/>
          </p:nvSpPr>
          <p:spPr>
            <a:xfrm flipH="1">
              <a:off x="8968528" y="5291"/>
              <a:ext cx="365819" cy="950395"/>
            </a:xfrm>
            <a:custGeom>
              <a:avLst/>
              <a:gdLst/>
              <a:ahLst/>
              <a:cxnLst/>
              <a:rect l="l" t="t" r="r" b="b"/>
              <a:pathLst>
                <a:path w="15129" h="39305" extrusionOk="0">
                  <a:moveTo>
                    <a:pt x="9530" y="1"/>
                  </a:moveTo>
                  <a:cubicBezTo>
                    <a:pt x="9054" y="1"/>
                    <a:pt x="9018" y="375"/>
                    <a:pt x="9658" y="503"/>
                  </a:cubicBezTo>
                  <a:cubicBezTo>
                    <a:pt x="9658" y="503"/>
                    <a:pt x="9925" y="570"/>
                    <a:pt x="10325" y="637"/>
                  </a:cubicBezTo>
                  <a:cubicBezTo>
                    <a:pt x="10759" y="737"/>
                    <a:pt x="11359" y="837"/>
                    <a:pt x="12127" y="1137"/>
                  </a:cubicBezTo>
                  <a:cubicBezTo>
                    <a:pt x="12827" y="1437"/>
                    <a:pt x="13694" y="1904"/>
                    <a:pt x="14195" y="2771"/>
                  </a:cubicBezTo>
                  <a:cubicBezTo>
                    <a:pt x="14462" y="3172"/>
                    <a:pt x="14595" y="3739"/>
                    <a:pt x="14495" y="4239"/>
                  </a:cubicBezTo>
                  <a:cubicBezTo>
                    <a:pt x="14462" y="4773"/>
                    <a:pt x="14128" y="5240"/>
                    <a:pt x="13761" y="5740"/>
                  </a:cubicBezTo>
                  <a:cubicBezTo>
                    <a:pt x="13328" y="6241"/>
                    <a:pt x="12827" y="6674"/>
                    <a:pt x="12427" y="7275"/>
                  </a:cubicBezTo>
                  <a:cubicBezTo>
                    <a:pt x="11960" y="7842"/>
                    <a:pt x="11593" y="8576"/>
                    <a:pt x="11493" y="9343"/>
                  </a:cubicBezTo>
                  <a:cubicBezTo>
                    <a:pt x="11359" y="10143"/>
                    <a:pt x="11526" y="10977"/>
                    <a:pt x="11927" y="11678"/>
                  </a:cubicBezTo>
                  <a:cubicBezTo>
                    <a:pt x="12260" y="12412"/>
                    <a:pt x="12760" y="12979"/>
                    <a:pt x="13127" y="13579"/>
                  </a:cubicBezTo>
                  <a:cubicBezTo>
                    <a:pt x="13494" y="14146"/>
                    <a:pt x="13761" y="14747"/>
                    <a:pt x="13795" y="15347"/>
                  </a:cubicBezTo>
                  <a:cubicBezTo>
                    <a:pt x="13828" y="15981"/>
                    <a:pt x="13661" y="16648"/>
                    <a:pt x="13361" y="17182"/>
                  </a:cubicBezTo>
                  <a:cubicBezTo>
                    <a:pt x="13094" y="17782"/>
                    <a:pt x="12660" y="18182"/>
                    <a:pt x="12160" y="18683"/>
                  </a:cubicBezTo>
                  <a:cubicBezTo>
                    <a:pt x="11660" y="19150"/>
                    <a:pt x="11159" y="19784"/>
                    <a:pt x="10959" y="20484"/>
                  </a:cubicBezTo>
                  <a:cubicBezTo>
                    <a:pt x="10926" y="20651"/>
                    <a:pt x="10892" y="20851"/>
                    <a:pt x="10826" y="21018"/>
                  </a:cubicBezTo>
                  <a:cubicBezTo>
                    <a:pt x="10759" y="21185"/>
                    <a:pt x="10759" y="21418"/>
                    <a:pt x="10759" y="21585"/>
                  </a:cubicBezTo>
                  <a:lnTo>
                    <a:pt x="10759" y="22119"/>
                  </a:lnTo>
                  <a:lnTo>
                    <a:pt x="10759" y="22352"/>
                  </a:lnTo>
                  <a:lnTo>
                    <a:pt x="10759" y="22519"/>
                  </a:lnTo>
                  <a:lnTo>
                    <a:pt x="10792" y="22652"/>
                  </a:lnTo>
                  <a:cubicBezTo>
                    <a:pt x="10926" y="23353"/>
                    <a:pt x="11226" y="24087"/>
                    <a:pt x="11593" y="24687"/>
                  </a:cubicBezTo>
                  <a:cubicBezTo>
                    <a:pt x="11927" y="25321"/>
                    <a:pt x="12394" y="25921"/>
                    <a:pt x="12460" y="26455"/>
                  </a:cubicBezTo>
                  <a:cubicBezTo>
                    <a:pt x="12560" y="26989"/>
                    <a:pt x="12293" y="27589"/>
                    <a:pt x="11927" y="28156"/>
                  </a:cubicBezTo>
                  <a:cubicBezTo>
                    <a:pt x="11493" y="28757"/>
                    <a:pt x="11093" y="29290"/>
                    <a:pt x="10526" y="29691"/>
                  </a:cubicBezTo>
                  <a:cubicBezTo>
                    <a:pt x="10059" y="30158"/>
                    <a:pt x="9425" y="30525"/>
                    <a:pt x="8824" y="30992"/>
                  </a:cubicBezTo>
                  <a:cubicBezTo>
                    <a:pt x="8557" y="31192"/>
                    <a:pt x="8257" y="31525"/>
                    <a:pt x="7990" y="31792"/>
                  </a:cubicBezTo>
                  <a:cubicBezTo>
                    <a:pt x="7890" y="31959"/>
                    <a:pt x="7790" y="32092"/>
                    <a:pt x="7657" y="32259"/>
                  </a:cubicBezTo>
                  <a:cubicBezTo>
                    <a:pt x="7623" y="32293"/>
                    <a:pt x="7523" y="32359"/>
                    <a:pt x="7490" y="32459"/>
                  </a:cubicBezTo>
                  <a:lnTo>
                    <a:pt x="7357" y="32693"/>
                  </a:lnTo>
                  <a:cubicBezTo>
                    <a:pt x="7190" y="33026"/>
                    <a:pt x="7056" y="33360"/>
                    <a:pt x="6923" y="33660"/>
                  </a:cubicBezTo>
                  <a:cubicBezTo>
                    <a:pt x="6790" y="33960"/>
                    <a:pt x="6656" y="34294"/>
                    <a:pt x="6556" y="34594"/>
                  </a:cubicBezTo>
                  <a:cubicBezTo>
                    <a:pt x="6056" y="35795"/>
                    <a:pt x="5622" y="36929"/>
                    <a:pt x="4988" y="37763"/>
                  </a:cubicBezTo>
                  <a:cubicBezTo>
                    <a:pt x="4688" y="38130"/>
                    <a:pt x="4321" y="38464"/>
                    <a:pt x="3954" y="38630"/>
                  </a:cubicBezTo>
                  <a:cubicBezTo>
                    <a:pt x="3679" y="38757"/>
                    <a:pt x="3431" y="38804"/>
                    <a:pt x="3193" y="38804"/>
                  </a:cubicBezTo>
                  <a:cubicBezTo>
                    <a:pt x="3055" y="38804"/>
                    <a:pt x="2921" y="38788"/>
                    <a:pt x="2787" y="38764"/>
                  </a:cubicBezTo>
                  <a:cubicBezTo>
                    <a:pt x="2019" y="38630"/>
                    <a:pt x="1486" y="38264"/>
                    <a:pt x="1119" y="38030"/>
                  </a:cubicBezTo>
                  <a:cubicBezTo>
                    <a:pt x="952" y="37930"/>
                    <a:pt x="785" y="37830"/>
                    <a:pt x="685" y="37730"/>
                  </a:cubicBezTo>
                  <a:lnTo>
                    <a:pt x="585" y="37630"/>
                  </a:lnTo>
                  <a:cubicBezTo>
                    <a:pt x="459" y="37533"/>
                    <a:pt x="348" y="37492"/>
                    <a:pt x="262" y="37492"/>
                  </a:cubicBezTo>
                  <a:cubicBezTo>
                    <a:pt x="53" y="37492"/>
                    <a:pt x="1" y="37736"/>
                    <a:pt x="285" y="37997"/>
                  </a:cubicBezTo>
                  <a:lnTo>
                    <a:pt x="418" y="38130"/>
                  </a:lnTo>
                  <a:cubicBezTo>
                    <a:pt x="485" y="38163"/>
                    <a:pt x="652" y="38297"/>
                    <a:pt x="819" y="38430"/>
                  </a:cubicBezTo>
                  <a:cubicBezTo>
                    <a:pt x="1186" y="38664"/>
                    <a:pt x="1786" y="39031"/>
                    <a:pt x="2653" y="39264"/>
                  </a:cubicBezTo>
                  <a:cubicBezTo>
                    <a:pt x="2824" y="39289"/>
                    <a:pt x="3004" y="39304"/>
                    <a:pt x="3188" y="39304"/>
                  </a:cubicBezTo>
                  <a:cubicBezTo>
                    <a:pt x="3506" y="39304"/>
                    <a:pt x="3837" y="39258"/>
                    <a:pt x="4154" y="39131"/>
                  </a:cubicBezTo>
                  <a:cubicBezTo>
                    <a:pt x="4721" y="38964"/>
                    <a:pt x="5122" y="38530"/>
                    <a:pt x="5489" y="38097"/>
                  </a:cubicBezTo>
                  <a:cubicBezTo>
                    <a:pt x="6222" y="37163"/>
                    <a:pt x="6656" y="35995"/>
                    <a:pt x="7257" y="34794"/>
                  </a:cubicBezTo>
                  <a:cubicBezTo>
                    <a:pt x="7357" y="34494"/>
                    <a:pt x="7523" y="34194"/>
                    <a:pt x="7657" y="33927"/>
                  </a:cubicBezTo>
                  <a:cubicBezTo>
                    <a:pt x="7824" y="33627"/>
                    <a:pt x="7957" y="33327"/>
                    <a:pt x="8124" y="33026"/>
                  </a:cubicBezTo>
                  <a:lnTo>
                    <a:pt x="8257" y="32826"/>
                  </a:lnTo>
                  <a:cubicBezTo>
                    <a:pt x="8291" y="32760"/>
                    <a:pt x="8324" y="32693"/>
                    <a:pt x="8391" y="32626"/>
                  </a:cubicBezTo>
                  <a:lnTo>
                    <a:pt x="8658" y="32259"/>
                  </a:lnTo>
                  <a:cubicBezTo>
                    <a:pt x="8858" y="31992"/>
                    <a:pt x="9091" y="31792"/>
                    <a:pt x="9358" y="31592"/>
                  </a:cubicBezTo>
                  <a:cubicBezTo>
                    <a:pt x="9858" y="31158"/>
                    <a:pt x="10526" y="30825"/>
                    <a:pt x="11126" y="30324"/>
                  </a:cubicBezTo>
                  <a:cubicBezTo>
                    <a:pt x="11693" y="29824"/>
                    <a:pt x="12260" y="29257"/>
                    <a:pt x="12660" y="28623"/>
                  </a:cubicBezTo>
                  <a:cubicBezTo>
                    <a:pt x="12861" y="28323"/>
                    <a:pt x="13094" y="27956"/>
                    <a:pt x="13194" y="27589"/>
                  </a:cubicBezTo>
                  <a:cubicBezTo>
                    <a:pt x="13328" y="27189"/>
                    <a:pt x="13394" y="26689"/>
                    <a:pt x="13328" y="26288"/>
                  </a:cubicBezTo>
                  <a:cubicBezTo>
                    <a:pt x="13294" y="25855"/>
                    <a:pt x="13094" y="25488"/>
                    <a:pt x="12927" y="25154"/>
                  </a:cubicBezTo>
                  <a:cubicBezTo>
                    <a:pt x="12727" y="24854"/>
                    <a:pt x="12527" y="24520"/>
                    <a:pt x="12360" y="24253"/>
                  </a:cubicBezTo>
                  <a:cubicBezTo>
                    <a:pt x="12093" y="23653"/>
                    <a:pt x="11826" y="23086"/>
                    <a:pt x="11693" y="22452"/>
                  </a:cubicBezTo>
                  <a:lnTo>
                    <a:pt x="11660" y="22319"/>
                  </a:lnTo>
                  <a:lnTo>
                    <a:pt x="11660" y="22252"/>
                  </a:lnTo>
                  <a:lnTo>
                    <a:pt x="11660" y="21985"/>
                  </a:lnTo>
                  <a:lnTo>
                    <a:pt x="11660" y="21518"/>
                  </a:lnTo>
                  <a:cubicBezTo>
                    <a:pt x="11660" y="21418"/>
                    <a:pt x="11660" y="21218"/>
                    <a:pt x="11693" y="21118"/>
                  </a:cubicBezTo>
                  <a:cubicBezTo>
                    <a:pt x="11693" y="20951"/>
                    <a:pt x="11760" y="20818"/>
                    <a:pt x="11793" y="20684"/>
                  </a:cubicBezTo>
                  <a:cubicBezTo>
                    <a:pt x="11960" y="20184"/>
                    <a:pt x="12293" y="19750"/>
                    <a:pt x="12760" y="19283"/>
                  </a:cubicBezTo>
                  <a:cubicBezTo>
                    <a:pt x="13194" y="18816"/>
                    <a:pt x="13795" y="18283"/>
                    <a:pt x="14128" y="17549"/>
                  </a:cubicBezTo>
                  <a:cubicBezTo>
                    <a:pt x="14495" y="16848"/>
                    <a:pt x="14662" y="16114"/>
                    <a:pt x="14628" y="15280"/>
                  </a:cubicBezTo>
                  <a:cubicBezTo>
                    <a:pt x="14595" y="14446"/>
                    <a:pt x="14195" y="13679"/>
                    <a:pt x="13795" y="13045"/>
                  </a:cubicBezTo>
                  <a:cubicBezTo>
                    <a:pt x="13361" y="12445"/>
                    <a:pt x="12861" y="11878"/>
                    <a:pt x="12594" y="11311"/>
                  </a:cubicBezTo>
                  <a:cubicBezTo>
                    <a:pt x="12260" y="10710"/>
                    <a:pt x="12127" y="10110"/>
                    <a:pt x="12227" y="9476"/>
                  </a:cubicBezTo>
                  <a:cubicBezTo>
                    <a:pt x="12260" y="8842"/>
                    <a:pt x="12560" y="8309"/>
                    <a:pt x="12927" y="7775"/>
                  </a:cubicBezTo>
                  <a:cubicBezTo>
                    <a:pt x="13294" y="7241"/>
                    <a:pt x="13761" y="6774"/>
                    <a:pt x="14161" y="6241"/>
                  </a:cubicBezTo>
                  <a:cubicBezTo>
                    <a:pt x="14595" y="5674"/>
                    <a:pt x="14962" y="5073"/>
                    <a:pt x="15062" y="4339"/>
                  </a:cubicBezTo>
                  <a:cubicBezTo>
                    <a:pt x="15129" y="3639"/>
                    <a:pt x="14962" y="2972"/>
                    <a:pt x="14628" y="2471"/>
                  </a:cubicBezTo>
                  <a:cubicBezTo>
                    <a:pt x="14328" y="1937"/>
                    <a:pt x="13895" y="1571"/>
                    <a:pt x="13461" y="1270"/>
                  </a:cubicBezTo>
                  <a:cubicBezTo>
                    <a:pt x="13061" y="970"/>
                    <a:pt x="12627" y="803"/>
                    <a:pt x="12227" y="637"/>
                  </a:cubicBezTo>
                  <a:cubicBezTo>
                    <a:pt x="11426" y="336"/>
                    <a:pt x="10759" y="203"/>
                    <a:pt x="10292" y="136"/>
                  </a:cubicBezTo>
                  <a:cubicBezTo>
                    <a:pt x="9825" y="36"/>
                    <a:pt x="9592" y="3"/>
                    <a:pt x="9592" y="3"/>
                  </a:cubicBezTo>
                  <a:cubicBezTo>
                    <a:pt x="9570" y="1"/>
                    <a:pt x="9550" y="1"/>
                    <a:pt x="95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0" name="Google Shape;290;p3"/>
            <p:cNvSpPr/>
            <p:nvPr/>
          </p:nvSpPr>
          <p:spPr>
            <a:xfrm flipH="1">
              <a:off x="9338748" y="701433"/>
              <a:ext cx="24" cy="24"/>
            </a:xfrm>
            <a:custGeom>
              <a:avLst/>
              <a:gdLst/>
              <a:ahLst/>
              <a:cxnLst/>
              <a:rect l="l" t="t" r="r" b="b"/>
              <a:pathLst>
                <a:path w="1" h="1" fill="none" extrusionOk="0">
                  <a:moveTo>
                    <a:pt x="1" y="0"/>
                  </a:moveTo>
                  <a:close/>
                </a:path>
              </a:pathLst>
            </a:custGeom>
            <a:solidFill>
              <a:schemeClr val="dk1"/>
            </a:solidFill>
            <a:ln w="5000" cap="flat" cmpd="sng">
              <a:solidFill>
                <a:srgbClr val="02570B"/>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1" name="Google Shape;291;p3"/>
            <p:cNvSpPr/>
            <p:nvPr/>
          </p:nvSpPr>
          <p:spPr>
            <a:xfrm flipH="1">
              <a:off x="9139505" y="-4575"/>
              <a:ext cx="167398" cy="781232"/>
            </a:xfrm>
            <a:custGeom>
              <a:avLst/>
              <a:gdLst/>
              <a:ahLst/>
              <a:cxnLst/>
              <a:rect l="l" t="t" r="r" b="b"/>
              <a:pathLst>
                <a:path w="6923" h="32309" extrusionOk="0">
                  <a:moveTo>
                    <a:pt x="4881" y="1"/>
                  </a:moveTo>
                  <a:cubicBezTo>
                    <a:pt x="4761" y="1"/>
                    <a:pt x="4752" y="142"/>
                    <a:pt x="4954" y="344"/>
                  </a:cubicBezTo>
                  <a:cubicBezTo>
                    <a:pt x="4954" y="344"/>
                    <a:pt x="5087" y="411"/>
                    <a:pt x="5288" y="611"/>
                  </a:cubicBezTo>
                  <a:cubicBezTo>
                    <a:pt x="5521" y="844"/>
                    <a:pt x="5821" y="1211"/>
                    <a:pt x="6122" y="1678"/>
                  </a:cubicBezTo>
                  <a:cubicBezTo>
                    <a:pt x="6422" y="2179"/>
                    <a:pt x="6655" y="2846"/>
                    <a:pt x="6488" y="3546"/>
                  </a:cubicBezTo>
                  <a:cubicBezTo>
                    <a:pt x="6322" y="4314"/>
                    <a:pt x="5855" y="5014"/>
                    <a:pt x="5421" y="5848"/>
                  </a:cubicBezTo>
                  <a:cubicBezTo>
                    <a:pt x="4954" y="6649"/>
                    <a:pt x="4487" y="7549"/>
                    <a:pt x="4354" y="8583"/>
                  </a:cubicBezTo>
                  <a:cubicBezTo>
                    <a:pt x="4287" y="9584"/>
                    <a:pt x="4454" y="10685"/>
                    <a:pt x="4787" y="11686"/>
                  </a:cubicBezTo>
                  <a:cubicBezTo>
                    <a:pt x="5154" y="12653"/>
                    <a:pt x="5688" y="13554"/>
                    <a:pt x="5788" y="14488"/>
                  </a:cubicBezTo>
                  <a:cubicBezTo>
                    <a:pt x="5821" y="14721"/>
                    <a:pt x="5788" y="14988"/>
                    <a:pt x="5788" y="15188"/>
                  </a:cubicBezTo>
                  <a:cubicBezTo>
                    <a:pt x="5755" y="15388"/>
                    <a:pt x="5755" y="15655"/>
                    <a:pt x="5655" y="15855"/>
                  </a:cubicBezTo>
                  <a:cubicBezTo>
                    <a:pt x="5521" y="16255"/>
                    <a:pt x="5354" y="16689"/>
                    <a:pt x="5188" y="17089"/>
                  </a:cubicBezTo>
                  <a:cubicBezTo>
                    <a:pt x="5121" y="17223"/>
                    <a:pt x="5087" y="17323"/>
                    <a:pt x="4987" y="17423"/>
                  </a:cubicBezTo>
                  <a:lnTo>
                    <a:pt x="4921" y="17590"/>
                  </a:lnTo>
                  <a:lnTo>
                    <a:pt x="4854" y="17690"/>
                  </a:lnTo>
                  <a:lnTo>
                    <a:pt x="4821" y="17823"/>
                  </a:lnTo>
                  <a:cubicBezTo>
                    <a:pt x="4754" y="18057"/>
                    <a:pt x="4654" y="18257"/>
                    <a:pt x="4520" y="18490"/>
                  </a:cubicBezTo>
                  <a:cubicBezTo>
                    <a:pt x="4420" y="18691"/>
                    <a:pt x="4287" y="18891"/>
                    <a:pt x="4120" y="19057"/>
                  </a:cubicBezTo>
                  <a:cubicBezTo>
                    <a:pt x="3953" y="19224"/>
                    <a:pt x="3787" y="19391"/>
                    <a:pt x="3620" y="19658"/>
                  </a:cubicBezTo>
                  <a:cubicBezTo>
                    <a:pt x="3453" y="19891"/>
                    <a:pt x="3420" y="20192"/>
                    <a:pt x="3353" y="20392"/>
                  </a:cubicBezTo>
                  <a:cubicBezTo>
                    <a:pt x="3320" y="20592"/>
                    <a:pt x="3320" y="20825"/>
                    <a:pt x="3320" y="21026"/>
                  </a:cubicBezTo>
                  <a:cubicBezTo>
                    <a:pt x="3353" y="21392"/>
                    <a:pt x="3420" y="21693"/>
                    <a:pt x="3420" y="21893"/>
                  </a:cubicBezTo>
                  <a:lnTo>
                    <a:pt x="3420" y="21859"/>
                  </a:lnTo>
                  <a:cubicBezTo>
                    <a:pt x="3420" y="22393"/>
                    <a:pt x="3653" y="22894"/>
                    <a:pt x="3953" y="23227"/>
                  </a:cubicBezTo>
                  <a:cubicBezTo>
                    <a:pt x="4187" y="23594"/>
                    <a:pt x="4520" y="23928"/>
                    <a:pt x="4754" y="24261"/>
                  </a:cubicBezTo>
                  <a:cubicBezTo>
                    <a:pt x="4987" y="24595"/>
                    <a:pt x="5121" y="24995"/>
                    <a:pt x="5154" y="25362"/>
                  </a:cubicBezTo>
                  <a:cubicBezTo>
                    <a:pt x="5188" y="25729"/>
                    <a:pt x="5121" y="26096"/>
                    <a:pt x="5087" y="26496"/>
                  </a:cubicBezTo>
                  <a:cubicBezTo>
                    <a:pt x="4954" y="27230"/>
                    <a:pt x="4487" y="27830"/>
                    <a:pt x="3953" y="28197"/>
                  </a:cubicBezTo>
                  <a:cubicBezTo>
                    <a:pt x="3420" y="28598"/>
                    <a:pt x="2819" y="28864"/>
                    <a:pt x="2319" y="29165"/>
                  </a:cubicBezTo>
                  <a:cubicBezTo>
                    <a:pt x="1818" y="29398"/>
                    <a:pt x="1318" y="29698"/>
                    <a:pt x="985" y="30032"/>
                  </a:cubicBezTo>
                  <a:cubicBezTo>
                    <a:pt x="784" y="30165"/>
                    <a:pt x="651" y="30366"/>
                    <a:pt x="518" y="30532"/>
                  </a:cubicBezTo>
                  <a:cubicBezTo>
                    <a:pt x="384" y="30699"/>
                    <a:pt x="317" y="30866"/>
                    <a:pt x="217" y="31033"/>
                  </a:cubicBezTo>
                  <a:cubicBezTo>
                    <a:pt x="184" y="31166"/>
                    <a:pt x="151" y="31333"/>
                    <a:pt x="117" y="31433"/>
                  </a:cubicBezTo>
                  <a:cubicBezTo>
                    <a:pt x="51" y="31566"/>
                    <a:pt x="17" y="31700"/>
                    <a:pt x="17" y="31767"/>
                  </a:cubicBezTo>
                  <a:lnTo>
                    <a:pt x="17" y="32033"/>
                  </a:lnTo>
                  <a:cubicBezTo>
                    <a:pt x="0" y="32217"/>
                    <a:pt x="51" y="32309"/>
                    <a:pt x="113" y="32309"/>
                  </a:cubicBezTo>
                  <a:cubicBezTo>
                    <a:pt x="176" y="32309"/>
                    <a:pt x="251" y="32217"/>
                    <a:pt x="284" y="32033"/>
                  </a:cubicBezTo>
                  <a:cubicBezTo>
                    <a:pt x="284" y="32033"/>
                    <a:pt x="317" y="31933"/>
                    <a:pt x="317" y="31767"/>
                  </a:cubicBezTo>
                  <a:cubicBezTo>
                    <a:pt x="317" y="31700"/>
                    <a:pt x="351" y="31600"/>
                    <a:pt x="384" y="31500"/>
                  </a:cubicBezTo>
                  <a:cubicBezTo>
                    <a:pt x="451" y="31400"/>
                    <a:pt x="451" y="31233"/>
                    <a:pt x="518" y="31099"/>
                  </a:cubicBezTo>
                  <a:cubicBezTo>
                    <a:pt x="718" y="30532"/>
                    <a:pt x="1452" y="29899"/>
                    <a:pt x="2486" y="29398"/>
                  </a:cubicBezTo>
                  <a:cubicBezTo>
                    <a:pt x="3019" y="29165"/>
                    <a:pt x="3620" y="28864"/>
                    <a:pt x="4187" y="28431"/>
                  </a:cubicBezTo>
                  <a:cubicBezTo>
                    <a:pt x="4787" y="28031"/>
                    <a:pt x="5321" y="27363"/>
                    <a:pt x="5488" y="26529"/>
                  </a:cubicBezTo>
                  <a:cubicBezTo>
                    <a:pt x="5554" y="26163"/>
                    <a:pt x="5655" y="25729"/>
                    <a:pt x="5621" y="25262"/>
                  </a:cubicBezTo>
                  <a:cubicBezTo>
                    <a:pt x="5554" y="24862"/>
                    <a:pt x="5388" y="24395"/>
                    <a:pt x="5154" y="24028"/>
                  </a:cubicBezTo>
                  <a:cubicBezTo>
                    <a:pt x="4921" y="23661"/>
                    <a:pt x="4554" y="23327"/>
                    <a:pt x="4320" y="22994"/>
                  </a:cubicBezTo>
                  <a:cubicBezTo>
                    <a:pt x="4053" y="22660"/>
                    <a:pt x="3853" y="22260"/>
                    <a:pt x="3853" y="21859"/>
                  </a:cubicBezTo>
                  <a:cubicBezTo>
                    <a:pt x="3853" y="21693"/>
                    <a:pt x="3820" y="21392"/>
                    <a:pt x="3820" y="21026"/>
                  </a:cubicBezTo>
                  <a:cubicBezTo>
                    <a:pt x="3820" y="20692"/>
                    <a:pt x="3820" y="20258"/>
                    <a:pt x="4020" y="19925"/>
                  </a:cubicBezTo>
                  <a:cubicBezTo>
                    <a:pt x="4153" y="19758"/>
                    <a:pt x="4320" y="19591"/>
                    <a:pt x="4487" y="19391"/>
                  </a:cubicBezTo>
                  <a:cubicBezTo>
                    <a:pt x="4654" y="19191"/>
                    <a:pt x="4821" y="18991"/>
                    <a:pt x="4954" y="18724"/>
                  </a:cubicBezTo>
                  <a:cubicBezTo>
                    <a:pt x="5087" y="18490"/>
                    <a:pt x="5188" y="18224"/>
                    <a:pt x="5321" y="17923"/>
                  </a:cubicBezTo>
                  <a:lnTo>
                    <a:pt x="5321" y="17890"/>
                  </a:lnTo>
                  <a:lnTo>
                    <a:pt x="5354" y="17823"/>
                  </a:lnTo>
                  <a:lnTo>
                    <a:pt x="5454" y="17656"/>
                  </a:lnTo>
                  <a:cubicBezTo>
                    <a:pt x="5488" y="17523"/>
                    <a:pt x="5554" y="17423"/>
                    <a:pt x="5655" y="17356"/>
                  </a:cubicBezTo>
                  <a:cubicBezTo>
                    <a:pt x="5855" y="16923"/>
                    <a:pt x="6021" y="16522"/>
                    <a:pt x="6155" y="16022"/>
                  </a:cubicBezTo>
                  <a:cubicBezTo>
                    <a:pt x="6222" y="15755"/>
                    <a:pt x="6222" y="15522"/>
                    <a:pt x="6288" y="15255"/>
                  </a:cubicBezTo>
                  <a:cubicBezTo>
                    <a:pt x="6288" y="15021"/>
                    <a:pt x="6288" y="14721"/>
                    <a:pt x="6222" y="14488"/>
                  </a:cubicBezTo>
                  <a:cubicBezTo>
                    <a:pt x="6155" y="13920"/>
                    <a:pt x="5988" y="13420"/>
                    <a:pt x="5788" y="12953"/>
                  </a:cubicBezTo>
                  <a:cubicBezTo>
                    <a:pt x="5554" y="12486"/>
                    <a:pt x="5354" y="12019"/>
                    <a:pt x="5188" y="11552"/>
                  </a:cubicBezTo>
                  <a:cubicBezTo>
                    <a:pt x="4854" y="10585"/>
                    <a:pt x="4687" y="9584"/>
                    <a:pt x="4787" y="8617"/>
                  </a:cubicBezTo>
                  <a:cubicBezTo>
                    <a:pt x="4854" y="7683"/>
                    <a:pt x="5288" y="6815"/>
                    <a:pt x="5755" y="6015"/>
                  </a:cubicBezTo>
                  <a:cubicBezTo>
                    <a:pt x="6188" y="5214"/>
                    <a:pt x="6655" y="4480"/>
                    <a:pt x="6822" y="3646"/>
                  </a:cubicBezTo>
                  <a:cubicBezTo>
                    <a:pt x="6922" y="3213"/>
                    <a:pt x="6855" y="2813"/>
                    <a:pt x="6789" y="2446"/>
                  </a:cubicBezTo>
                  <a:cubicBezTo>
                    <a:pt x="6655" y="2079"/>
                    <a:pt x="6522" y="1778"/>
                    <a:pt x="6355" y="1545"/>
                  </a:cubicBezTo>
                  <a:cubicBezTo>
                    <a:pt x="6021" y="1045"/>
                    <a:pt x="5755" y="678"/>
                    <a:pt x="5488" y="444"/>
                  </a:cubicBezTo>
                  <a:cubicBezTo>
                    <a:pt x="5254" y="244"/>
                    <a:pt x="5121" y="111"/>
                    <a:pt x="5121" y="111"/>
                  </a:cubicBezTo>
                  <a:cubicBezTo>
                    <a:pt x="5022" y="34"/>
                    <a:pt x="4939" y="1"/>
                    <a:pt x="48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2" name="Google Shape;292;p3"/>
            <p:cNvSpPr/>
            <p:nvPr/>
          </p:nvSpPr>
          <p:spPr>
            <a:xfrm flipH="1">
              <a:off x="8466019" y="872990"/>
              <a:ext cx="516630" cy="263997"/>
            </a:xfrm>
            <a:custGeom>
              <a:avLst/>
              <a:gdLst/>
              <a:ahLst/>
              <a:cxnLst/>
              <a:rect l="l" t="t" r="r" b="b"/>
              <a:pathLst>
                <a:path w="21366" h="10918" extrusionOk="0">
                  <a:moveTo>
                    <a:pt x="8236" y="1"/>
                  </a:moveTo>
                  <a:cubicBezTo>
                    <a:pt x="7955" y="1"/>
                    <a:pt x="7679" y="52"/>
                    <a:pt x="7422" y="144"/>
                  </a:cubicBezTo>
                  <a:cubicBezTo>
                    <a:pt x="5587" y="911"/>
                    <a:pt x="4720" y="2645"/>
                    <a:pt x="3920" y="3946"/>
                  </a:cubicBezTo>
                  <a:cubicBezTo>
                    <a:pt x="3519" y="4613"/>
                    <a:pt x="3119" y="5214"/>
                    <a:pt x="2719" y="5714"/>
                  </a:cubicBezTo>
                  <a:cubicBezTo>
                    <a:pt x="2519" y="5948"/>
                    <a:pt x="2285" y="6148"/>
                    <a:pt x="2085" y="6381"/>
                  </a:cubicBezTo>
                  <a:cubicBezTo>
                    <a:pt x="1885" y="6582"/>
                    <a:pt x="1685" y="6748"/>
                    <a:pt x="1518" y="6915"/>
                  </a:cubicBezTo>
                  <a:cubicBezTo>
                    <a:pt x="1118" y="7149"/>
                    <a:pt x="851" y="7415"/>
                    <a:pt x="584" y="7549"/>
                  </a:cubicBezTo>
                  <a:cubicBezTo>
                    <a:pt x="350" y="7649"/>
                    <a:pt x="217" y="7749"/>
                    <a:pt x="217" y="7749"/>
                  </a:cubicBezTo>
                  <a:cubicBezTo>
                    <a:pt x="1" y="7884"/>
                    <a:pt x="47" y="8128"/>
                    <a:pt x="232" y="8128"/>
                  </a:cubicBezTo>
                  <a:cubicBezTo>
                    <a:pt x="275" y="8128"/>
                    <a:pt x="326" y="8114"/>
                    <a:pt x="384" y="8083"/>
                  </a:cubicBezTo>
                  <a:cubicBezTo>
                    <a:pt x="384" y="8083"/>
                    <a:pt x="517" y="7983"/>
                    <a:pt x="751" y="7882"/>
                  </a:cubicBezTo>
                  <a:cubicBezTo>
                    <a:pt x="1017" y="7782"/>
                    <a:pt x="1351" y="7549"/>
                    <a:pt x="1751" y="7249"/>
                  </a:cubicBezTo>
                  <a:cubicBezTo>
                    <a:pt x="1918" y="7082"/>
                    <a:pt x="2185" y="6915"/>
                    <a:pt x="2385" y="6715"/>
                  </a:cubicBezTo>
                  <a:cubicBezTo>
                    <a:pt x="2585" y="6481"/>
                    <a:pt x="2852" y="6248"/>
                    <a:pt x="3052" y="5981"/>
                  </a:cubicBezTo>
                  <a:cubicBezTo>
                    <a:pt x="3453" y="5447"/>
                    <a:pt x="3920" y="4880"/>
                    <a:pt x="4353" y="4213"/>
                  </a:cubicBezTo>
                  <a:cubicBezTo>
                    <a:pt x="4553" y="3846"/>
                    <a:pt x="4787" y="3513"/>
                    <a:pt x="5020" y="3212"/>
                  </a:cubicBezTo>
                  <a:cubicBezTo>
                    <a:pt x="5220" y="2812"/>
                    <a:pt x="5454" y="2479"/>
                    <a:pt x="5721" y="2178"/>
                  </a:cubicBezTo>
                  <a:cubicBezTo>
                    <a:pt x="6221" y="1578"/>
                    <a:pt x="6888" y="978"/>
                    <a:pt x="7589" y="744"/>
                  </a:cubicBezTo>
                  <a:cubicBezTo>
                    <a:pt x="7756" y="677"/>
                    <a:pt x="7931" y="644"/>
                    <a:pt x="8106" y="644"/>
                  </a:cubicBezTo>
                  <a:cubicBezTo>
                    <a:pt x="8281" y="644"/>
                    <a:pt x="8456" y="677"/>
                    <a:pt x="8623" y="744"/>
                  </a:cubicBezTo>
                  <a:cubicBezTo>
                    <a:pt x="8956" y="844"/>
                    <a:pt x="9257" y="1111"/>
                    <a:pt x="9524" y="1411"/>
                  </a:cubicBezTo>
                  <a:cubicBezTo>
                    <a:pt x="10024" y="1978"/>
                    <a:pt x="10257" y="2745"/>
                    <a:pt x="10558" y="3446"/>
                  </a:cubicBezTo>
                  <a:cubicBezTo>
                    <a:pt x="10691" y="3813"/>
                    <a:pt x="10858" y="4180"/>
                    <a:pt x="11058" y="4580"/>
                  </a:cubicBezTo>
                  <a:cubicBezTo>
                    <a:pt x="11258" y="4947"/>
                    <a:pt x="11558" y="5381"/>
                    <a:pt x="12059" y="5581"/>
                  </a:cubicBezTo>
                  <a:cubicBezTo>
                    <a:pt x="12305" y="5687"/>
                    <a:pt x="12571" y="5727"/>
                    <a:pt x="12835" y="5727"/>
                  </a:cubicBezTo>
                  <a:cubicBezTo>
                    <a:pt x="13071" y="5727"/>
                    <a:pt x="13306" y="5695"/>
                    <a:pt x="13526" y="5648"/>
                  </a:cubicBezTo>
                  <a:cubicBezTo>
                    <a:pt x="13727" y="5614"/>
                    <a:pt x="13960" y="5547"/>
                    <a:pt x="14194" y="5447"/>
                  </a:cubicBezTo>
                  <a:lnTo>
                    <a:pt x="14794" y="5214"/>
                  </a:lnTo>
                  <a:cubicBezTo>
                    <a:pt x="15228" y="4980"/>
                    <a:pt x="15595" y="4814"/>
                    <a:pt x="15961" y="4714"/>
                  </a:cubicBezTo>
                  <a:cubicBezTo>
                    <a:pt x="16204" y="4633"/>
                    <a:pt x="16434" y="4589"/>
                    <a:pt x="16645" y="4589"/>
                  </a:cubicBezTo>
                  <a:cubicBezTo>
                    <a:pt x="16782" y="4589"/>
                    <a:pt x="16910" y="4607"/>
                    <a:pt x="17029" y="4647"/>
                  </a:cubicBezTo>
                  <a:cubicBezTo>
                    <a:pt x="17296" y="4780"/>
                    <a:pt x="17563" y="5080"/>
                    <a:pt x="17729" y="5414"/>
                  </a:cubicBezTo>
                  <a:cubicBezTo>
                    <a:pt x="17896" y="5781"/>
                    <a:pt x="18063" y="6115"/>
                    <a:pt x="18130" y="6481"/>
                  </a:cubicBezTo>
                  <a:cubicBezTo>
                    <a:pt x="18363" y="7249"/>
                    <a:pt x="18430" y="7949"/>
                    <a:pt x="18630" y="8616"/>
                  </a:cubicBezTo>
                  <a:cubicBezTo>
                    <a:pt x="18797" y="9283"/>
                    <a:pt x="19097" y="9884"/>
                    <a:pt x="19531" y="10251"/>
                  </a:cubicBezTo>
                  <a:cubicBezTo>
                    <a:pt x="19898" y="10618"/>
                    <a:pt x="20298" y="10785"/>
                    <a:pt x="20598" y="10818"/>
                  </a:cubicBezTo>
                  <a:cubicBezTo>
                    <a:pt x="20865" y="10918"/>
                    <a:pt x="21032" y="10918"/>
                    <a:pt x="21032" y="10918"/>
                  </a:cubicBezTo>
                  <a:cubicBezTo>
                    <a:pt x="21365" y="10918"/>
                    <a:pt x="21365" y="10618"/>
                    <a:pt x="21132" y="10484"/>
                  </a:cubicBezTo>
                  <a:cubicBezTo>
                    <a:pt x="21132" y="10484"/>
                    <a:pt x="20998" y="10484"/>
                    <a:pt x="20765" y="10418"/>
                  </a:cubicBezTo>
                  <a:cubicBezTo>
                    <a:pt x="20498" y="10384"/>
                    <a:pt x="20164" y="10217"/>
                    <a:pt x="19831" y="9917"/>
                  </a:cubicBezTo>
                  <a:cubicBezTo>
                    <a:pt x="19564" y="9617"/>
                    <a:pt x="19297" y="9117"/>
                    <a:pt x="19130" y="8483"/>
                  </a:cubicBezTo>
                  <a:cubicBezTo>
                    <a:pt x="18997" y="7882"/>
                    <a:pt x="18897" y="7149"/>
                    <a:pt x="18730" y="6381"/>
                  </a:cubicBezTo>
                  <a:cubicBezTo>
                    <a:pt x="18630" y="5948"/>
                    <a:pt x="18497" y="5581"/>
                    <a:pt x="18296" y="5147"/>
                  </a:cubicBezTo>
                  <a:cubicBezTo>
                    <a:pt x="18096" y="4780"/>
                    <a:pt x="17863" y="4380"/>
                    <a:pt x="17329" y="4113"/>
                  </a:cubicBezTo>
                  <a:cubicBezTo>
                    <a:pt x="17106" y="4002"/>
                    <a:pt x="16853" y="3959"/>
                    <a:pt x="16605" y="3959"/>
                  </a:cubicBezTo>
                  <a:cubicBezTo>
                    <a:pt x="16334" y="3959"/>
                    <a:pt x="16070" y="4010"/>
                    <a:pt x="15861" y="4080"/>
                  </a:cubicBezTo>
                  <a:cubicBezTo>
                    <a:pt x="15394" y="4213"/>
                    <a:pt x="15027" y="4413"/>
                    <a:pt x="14594" y="4580"/>
                  </a:cubicBezTo>
                  <a:cubicBezTo>
                    <a:pt x="14394" y="4714"/>
                    <a:pt x="14227" y="4747"/>
                    <a:pt x="14027" y="4814"/>
                  </a:cubicBezTo>
                  <a:cubicBezTo>
                    <a:pt x="13793" y="4914"/>
                    <a:pt x="13626" y="4947"/>
                    <a:pt x="13426" y="4980"/>
                  </a:cubicBezTo>
                  <a:cubicBezTo>
                    <a:pt x="13256" y="5027"/>
                    <a:pt x="13086" y="5052"/>
                    <a:pt x="12922" y="5052"/>
                  </a:cubicBezTo>
                  <a:cubicBezTo>
                    <a:pt x="12733" y="5052"/>
                    <a:pt x="12553" y="5019"/>
                    <a:pt x="12392" y="4947"/>
                  </a:cubicBezTo>
                  <a:cubicBezTo>
                    <a:pt x="12125" y="4814"/>
                    <a:pt x="11892" y="4580"/>
                    <a:pt x="11725" y="4247"/>
                  </a:cubicBezTo>
                  <a:cubicBezTo>
                    <a:pt x="11558" y="3913"/>
                    <a:pt x="11392" y="3546"/>
                    <a:pt x="11258" y="3212"/>
                  </a:cubicBezTo>
                  <a:cubicBezTo>
                    <a:pt x="10958" y="2479"/>
                    <a:pt x="10691" y="1645"/>
                    <a:pt x="10091" y="944"/>
                  </a:cubicBezTo>
                  <a:cubicBezTo>
                    <a:pt x="9790" y="611"/>
                    <a:pt x="9423" y="277"/>
                    <a:pt x="8923" y="110"/>
                  </a:cubicBezTo>
                  <a:cubicBezTo>
                    <a:pt x="8698" y="35"/>
                    <a:pt x="8466" y="1"/>
                    <a:pt x="82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3" name="Google Shape;293;p3"/>
            <p:cNvSpPr/>
            <p:nvPr/>
          </p:nvSpPr>
          <p:spPr>
            <a:xfrm flipH="1">
              <a:off x="8782197" y="899830"/>
              <a:ext cx="17772" cy="18594"/>
            </a:xfrm>
            <a:custGeom>
              <a:avLst/>
              <a:gdLst/>
              <a:ahLst/>
              <a:cxnLst/>
              <a:rect l="l" t="t" r="r" b="b"/>
              <a:pathLst>
                <a:path w="735" h="769" extrusionOk="0">
                  <a:moveTo>
                    <a:pt x="568" y="1"/>
                  </a:moveTo>
                  <a:cubicBezTo>
                    <a:pt x="568" y="1"/>
                    <a:pt x="334" y="101"/>
                    <a:pt x="201" y="201"/>
                  </a:cubicBezTo>
                  <a:cubicBezTo>
                    <a:pt x="134" y="335"/>
                    <a:pt x="0" y="601"/>
                    <a:pt x="0" y="601"/>
                  </a:cubicBezTo>
                  <a:cubicBezTo>
                    <a:pt x="0" y="601"/>
                    <a:pt x="134" y="768"/>
                    <a:pt x="167" y="768"/>
                  </a:cubicBezTo>
                  <a:cubicBezTo>
                    <a:pt x="167" y="768"/>
                    <a:pt x="401" y="668"/>
                    <a:pt x="534" y="535"/>
                  </a:cubicBezTo>
                  <a:cubicBezTo>
                    <a:pt x="634" y="435"/>
                    <a:pt x="734" y="168"/>
                    <a:pt x="734" y="168"/>
                  </a:cubicBezTo>
                  <a:lnTo>
                    <a:pt x="56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4" name="Google Shape;294;p3"/>
            <p:cNvSpPr/>
            <p:nvPr/>
          </p:nvSpPr>
          <p:spPr>
            <a:xfrm flipH="1">
              <a:off x="8766867" y="911122"/>
              <a:ext cx="27468" cy="32304"/>
            </a:xfrm>
            <a:custGeom>
              <a:avLst/>
              <a:gdLst/>
              <a:ahLst/>
              <a:cxnLst/>
              <a:rect l="l" t="t" r="r" b="b"/>
              <a:pathLst>
                <a:path w="1136" h="1336" extrusionOk="0">
                  <a:moveTo>
                    <a:pt x="968" y="1"/>
                  </a:moveTo>
                  <a:cubicBezTo>
                    <a:pt x="968" y="1"/>
                    <a:pt x="835" y="34"/>
                    <a:pt x="735" y="134"/>
                  </a:cubicBezTo>
                  <a:cubicBezTo>
                    <a:pt x="601" y="201"/>
                    <a:pt x="468" y="335"/>
                    <a:pt x="335" y="468"/>
                  </a:cubicBezTo>
                  <a:cubicBezTo>
                    <a:pt x="268" y="568"/>
                    <a:pt x="134" y="735"/>
                    <a:pt x="101" y="902"/>
                  </a:cubicBezTo>
                  <a:lnTo>
                    <a:pt x="1" y="1168"/>
                  </a:lnTo>
                  <a:cubicBezTo>
                    <a:pt x="68" y="1202"/>
                    <a:pt x="234" y="1302"/>
                    <a:pt x="268" y="1335"/>
                  </a:cubicBezTo>
                  <a:cubicBezTo>
                    <a:pt x="268" y="1335"/>
                    <a:pt x="335" y="1235"/>
                    <a:pt x="435" y="1135"/>
                  </a:cubicBezTo>
                  <a:cubicBezTo>
                    <a:pt x="501" y="1002"/>
                    <a:pt x="635" y="902"/>
                    <a:pt x="735" y="802"/>
                  </a:cubicBezTo>
                  <a:lnTo>
                    <a:pt x="968" y="401"/>
                  </a:lnTo>
                  <a:cubicBezTo>
                    <a:pt x="1068" y="301"/>
                    <a:pt x="1135" y="201"/>
                    <a:pt x="1135" y="201"/>
                  </a:cubicBezTo>
                  <a:cubicBezTo>
                    <a:pt x="1135" y="168"/>
                    <a:pt x="968" y="1"/>
                    <a:pt x="9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5" name="Google Shape;295;p3"/>
            <p:cNvSpPr/>
            <p:nvPr/>
          </p:nvSpPr>
          <p:spPr>
            <a:xfrm flipH="1">
              <a:off x="8755575" y="934528"/>
              <a:ext cx="20190" cy="25824"/>
            </a:xfrm>
            <a:custGeom>
              <a:avLst/>
              <a:gdLst/>
              <a:ahLst/>
              <a:cxnLst/>
              <a:rect l="l" t="t" r="r" b="b"/>
              <a:pathLst>
                <a:path w="835" h="1068" extrusionOk="0">
                  <a:moveTo>
                    <a:pt x="634" y="0"/>
                  </a:moveTo>
                  <a:cubicBezTo>
                    <a:pt x="634" y="0"/>
                    <a:pt x="334" y="234"/>
                    <a:pt x="200" y="401"/>
                  </a:cubicBezTo>
                  <a:cubicBezTo>
                    <a:pt x="67" y="601"/>
                    <a:pt x="0" y="934"/>
                    <a:pt x="0" y="934"/>
                  </a:cubicBezTo>
                  <a:cubicBezTo>
                    <a:pt x="0" y="934"/>
                    <a:pt x="167" y="1068"/>
                    <a:pt x="200" y="1068"/>
                  </a:cubicBezTo>
                  <a:cubicBezTo>
                    <a:pt x="200" y="1068"/>
                    <a:pt x="501" y="834"/>
                    <a:pt x="634" y="667"/>
                  </a:cubicBezTo>
                  <a:cubicBezTo>
                    <a:pt x="734" y="434"/>
                    <a:pt x="834" y="100"/>
                    <a:pt x="834" y="100"/>
                  </a:cubicBezTo>
                  <a:lnTo>
                    <a:pt x="6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6" name="Google Shape;296;p3"/>
            <p:cNvSpPr/>
            <p:nvPr/>
          </p:nvSpPr>
          <p:spPr>
            <a:xfrm flipH="1">
              <a:off x="8741864" y="960328"/>
              <a:ext cx="21012" cy="26816"/>
            </a:xfrm>
            <a:custGeom>
              <a:avLst/>
              <a:gdLst/>
              <a:ahLst/>
              <a:cxnLst/>
              <a:rect l="l" t="t" r="r" b="b"/>
              <a:pathLst>
                <a:path w="869" h="1109" extrusionOk="0">
                  <a:moveTo>
                    <a:pt x="735" y="1"/>
                  </a:moveTo>
                  <a:cubicBezTo>
                    <a:pt x="735" y="1"/>
                    <a:pt x="668" y="34"/>
                    <a:pt x="535" y="134"/>
                  </a:cubicBezTo>
                  <a:cubicBezTo>
                    <a:pt x="435" y="201"/>
                    <a:pt x="301" y="334"/>
                    <a:pt x="201" y="434"/>
                  </a:cubicBezTo>
                  <a:cubicBezTo>
                    <a:pt x="101" y="635"/>
                    <a:pt x="1" y="1001"/>
                    <a:pt x="1" y="1001"/>
                  </a:cubicBezTo>
                  <a:cubicBezTo>
                    <a:pt x="1" y="1030"/>
                    <a:pt x="124" y="1108"/>
                    <a:pt x="180" y="1108"/>
                  </a:cubicBezTo>
                  <a:cubicBezTo>
                    <a:pt x="189" y="1108"/>
                    <a:pt x="196" y="1106"/>
                    <a:pt x="201" y="1102"/>
                  </a:cubicBezTo>
                  <a:cubicBezTo>
                    <a:pt x="201" y="1102"/>
                    <a:pt x="501" y="835"/>
                    <a:pt x="635" y="668"/>
                  </a:cubicBezTo>
                  <a:cubicBezTo>
                    <a:pt x="668" y="601"/>
                    <a:pt x="735" y="468"/>
                    <a:pt x="801" y="368"/>
                  </a:cubicBezTo>
                  <a:lnTo>
                    <a:pt x="868" y="201"/>
                  </a:lnTo>
                  <a:lnTo>
                    <a:pt x="73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7" name="Google Shape;297;p3"/>
            <p:cNvSpPr/>
            <p:nvPr/>
          </p:nvSpPr>
          <p:spPr>
            <a:xfrm flipH="1">
              <a:off x="8724938" y="999862"/>
              <a:ext cx="12936" cy="21786"/>
            </a:xfrm>
            <a:custGeom>
              <a:avLst/>
              <a:gdLst/>
              <a:ahLst/>
              <a:cxnLst/>
              <a:rect l="l" t="t" r="r" b="b"/>
              <a:pathLst>
                <a:path w="535" h="901" extrusionOk="0">
                  <a:moveTo>
                    <a:pt x="168" y="0"/>
                  </a:moveTo>
                  <a:lnTo>
                    <a:pt x="68" y="367"/>
                  </a:lnTo>
                  <a:lnTo>
                    <a:pt x="68" y="567"/>
                  </a:lnTo>
                  <a:cubicBezTo>
                    <a:pt x="1" y="667"/>
                    <a:pt x="1" y="701"/>
                    <a:pt x="1" y="701"/>
                  </a:cubicBezTo>
                  <a:cubicBezTo>
                    <a:pt x="1" y="734"/>
                    <a:pt x="168" y="868"/>
                    <a:pt x="168" y="901"/>
                  </a:cubicBezTo>
                  <a:cubicBezTo>
                    <a:pt x="168" y="901"/>
                    <a:pt x="268" y="868"/>
                    <a:pt x="335" y="767"/>
                  </a:cubicBezTo>
                  <a:cubicBezTo>
                    <a:pt x="435" y="701"/>
                    <a:pt x="501" y="534"/>
                    <a:pt x="501" y="467"/>
                  </a:cubicBezTo>
                  <a:cubicBezTo>
                    <a:pt x="535" y="234"/>
                    <a:pt x="435" y="0"/>
                    <a:pt x="4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8" name="Google Shape;298;p3"/>
            <p:cNvSpPr/>
            <p:nvPr/>
          </p:nvSpPr>
          <p:spPr>
            <a:xfrm flipH="1">
              <a:off x="8565230" y="1007116"/>
              <a:ext cx="28266" cy="20190"/>
            </a:xfrm>
            <a:custGeom>
              <a:avLst/>
              <a:gdLst/>
              <a:ahLst/>
              <a:cxnLst/>
              <a:rect l="l" t="t" r="r" b="b"/>
              <a:pathLst>
                <a:path w="1169" h="835" extrusionOk="0">
                  <a:moveTo>
                    <a:pt x="835" y="0"/>
                  </a:moveTo>
                  <a:cubicBezTo>
                    <a:pt x="701" y="0"/>
                    <a:pt x="535" y="67"/>
                    <a:pt x="401" y="101"/>
                  </a:cubicBezTo>
                  <a:cubicBezTo>
                    <a:pt x="334" y="201"/>
                    <a:pt x="201" y="267"/>
                    <a:pt x="134" y="401"/>
                  </a:cubicBezTo>
                  <a:cubicBezTo>
                    <a:pt x="34" y="534"/>
                    <a:pt x="1" y="601"/>
                    <a:pt x="1" y="601"/>
                  </a:cubicBezTo>
                  <a:cubicBezTo>
                    <a:pt x="1" y="668"/>
                    <a:pt x="134" y="768"/>
                    <a:pt x="134" y="834"/>
                  </a:cubicBezTo>
                  <a:cubicBezTo>
                    <a:pt x="134" y="834"/>
                    <a:pt x="201" y="768"/>
                    <a:pt x="334" y="734"/>
                  </a:cubicBezTo>
                  <a:cubicBezTo>
                    <a:pt x="468" y="701"/>
                    <a:pt x="568" y="668"/>
                    <a:pt x="668" y="568"/>
                  </a:cubicBezTo>
                  <a:cubicBezTo>
                    <a:pt x="735" y="534"/>
                    <a:pt x="868" y="401"/>
                    <a:pt x="968" y="367"/>
                  </a:cubicBezTo>
                  <a:cubicBezTo>
                    <a:pt x="1035" y="267"/>
                    <a:pt x="1135" y="234"/>
                    <a:pt x="1135" y="234"/>
                  </a:cubicBezTo>
                  <a:cubicBezTo>
                    <a:pt x="1168" y="234"/>
                    <a:pt x="1068" y="0"/>
                    <a:pt x="10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9" name="Google Shape;299;p3"/>
            <p:cNvSpPr/>
            <p:nvPr/>
          </p:nvSpPr>
          <p:spPr>
            <a:xfrm flipH="1">
              <a:off x="8562812" y="1036157"/>
              <a:ext cx="19392" cy="17772"/>
            </a:xfrm>
            <a:custGeom>
              <a:avLst/>
              <a:gdLst/>
              <a:ahLst/>
              <a:cxnLst/>
              <a:rect l="l" t="t" r="r" b="b"/>
              <a:pathLst>
                <a:path w="802" h="735" extrusionOk="0">
                  <a:moveTo>
                    <a:pt x="635" y="0"/>
                  </a:moveTo>
                  <a:cubicBezTo>
                    <a:pt x="635" y="0"/>
                    <a:pt x="334" y="67"/>
                    <a:pt x="201" y="200"/>
                  </a:cubicBezTo>
                  <a:cubicBezTo>
                    <a:pt x="168" y="234"/>
                    <a:pt x="68" y="367"/>
                    <a:pt x="34" y="467"/>
                  </a:cubicBezTo>
                  <a:cubicBezTo>
                    <a:pt x="1" y="534"/>
                    <a:pt x="1" y="634"/>
                    <a:pt x="1" y="634"/>
                  </a:cubicBezTo>
                  <a:cubicBezTo>
                    <a:pt x="34" y="634"/>
                    <a:pt x="201" y="701"/>
                    <a:pt x="201" y="734"/>
                  </a:cubicBezTo>
                  <a:cubicBezTo>
                    <a:pt x="201" y="734"/>
                    <a:pt x="234" y="701"/>
                    <a:pt x="334" y="667"/>
                  </a:cubicBezTo>
                  <a:cubicBezTo>
                    <a:pt x="368" y="634"/>
                    <a:pt x="501" y="567"/>
                    <a:pt x="535" y="534"/>
                  </a:cubicBezTo>
                  <a:cubicBezTo>
                    <a:pt x="668" y="467"/>
                    <a:pt x="801" y="167"/>
                    <a:pt x="801" y="167"/>
                  </a:cubicBezTo>
                  <a:lnTo>
                    <a:pt x="63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0" name="Google Shape;300;p3"/>
            <p:cNvSpPr/>
            <p:nvPr/>
          </p:nvSpPr>
          <p:spPr>
            <a:xfrm flipH="1">
              <a:off x="8552317" y="1057121"/>
              <a:ext cx="29064" cy="25026"/>
            </a:xfrm>
            <a:custGeom>
              <a:avLst/>
              <a:gdLst/>
              <a:ahLst/>
              <a:cxnLst/>
              <a:rect l="l" t="t" r="r" b="b"/>
              <a:pathLst>
                <a:path w="1202" h="1035" extrusionOk="0">
                  <a:moveTo>
                    <a:pt x="1068" y="1"/>
                  </a:moveTo>
                  <a:lnTo>
                    <a:pt x="834" y="101"/>
                  </a:lnTo>
                  <a:cubicBezTo>
                    <a:pt x="667" y="134"/>
                    <a:pt x="534" y="201"/>
                    <a:pt x="434" y="301"/>
                  </a:cubicBezTo>
                  <a:cubicBezTo>
                    <a:pt x="200" y="468"/>
                    <a:pt x="0" y="835"/>
                    <a:pt x="0" y="835"/>
                  </a:cubicBezTo>
                  <a:cubicBezTo>
                    <a:pt x="0" y="868"/>
                    <a:pt x="167" y="1001"/>
                    <a:pt x="200" y="1035"/>
                  </a:cubicBezTo>
                  <a:cubicBezTo>
                    <a:pt x="200" y="1035"/>
                    <a:pt x="567" y="835"/>
                    <a:pt x="734" y="668"/>
                  </a:cubicBezTo>
                  <a:lnTo>
                    <a:pt x="1034" y="368"/>
                  </a:lnTo>
                  <a:lnTo>
                    <a:pt x="1201" y="201"/>
                  </a:lnTo>
                  <a:lnTo>
                    <a:pt x="106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1" name="Google Shape;301;p3"/>
            <p:cNvSpPr/>
            <p:nvPr/>
          </p:nvSpPr>
          <p:spPr>
            <a:xfrm flipH="1">
              <a:off x="8548304" y="1088579"/>
              <a:ext cx="17748" cy="17772"/>
            </a:xfrm>
            <a:custGeom>
              <a:avLst/>
              <a:gdLst/>
              <a:ahLst/>
              <a:cxnLst/>
              <a:rect l="l" t="t" r="r" b="b"/>
              <a:pathLst>
                <a:path w="734" h="735" extrusionOk="0">
                  <a:moveTo>
                    <a:pt x="567" y="1"/>
                  </a:moveTo>
                  <a:cubicBezTo>
                    <a:pt x="567" y="1"/>
                    <a:pt x="334" y="67"/>
                    <a:pt x="200" y="201"/>
                  </a:cubicBezTo>
                  <a:cubicBezTo>
                    <a:pt x="100" y="334"/>
                    <a:pt x="0" y="568"/>
                    <a:pt x="0" y="568"/>
                  </a:cubicBezTo>
                  <a:cubicBezTo>
                    <a:pt x="0" y="634"/>
                    <a:pt x="167" y="734"/>
                    <a:pt x="167" y="734"/>
                  </a:cubicBezTo>
                  <a:cubicBezTo>
                    <a:pt x="167" y="734"/>
                    <a:pt x="400" y="668"/>
                    <a:pt x="534" y="534"/>
                  </a:cubicBezTo>
                  <a:cubicBezTo>
                    <a:pt x="634" y="401"/>
                    <a:pt x="734" y="167"/>
                    <a:pt x="734" y="167"/>
                  </a:cubicBezTo>
                  <a:lnTo>
                    <a:pt x="56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2" name="Google Shape;302;p3"/>
            <p:cNvSpPr/>
            <p:nvPr/>
          </p:nvSpPr>
          <p:spPr>
            <a:xfrm flipH="1">
              <a:off x="8537809" y="1112783"/>
              <a:ext cx="16152" cy="20190"/>
            </a:xfrm>
            <a:custGeom>
              <a:avLst/>
              <a:gdLst/>
              <a:ahLst/>
              <a:cxnLst/>
              <a:rect l="l" t="t" r="r" b="b"/>
              <a:pathLst>
                <a:path w="668" h="835" extrusionOk="0">
                  <a:moveTo>
                    <a:pt x="367" y="0"/>
                  </a:moveTo>
                  <a:cubicBezTo>
                    <a:pt x="367" y="0"/>
                    <a:pt x="201" y="167"/>
                    <a:pt x="134" y="300"/>
                  </a:cubicBezTo>
                  <a:cubicBezTo>
                    <a:pt x="67" y="334"/>
                    <a:pt x="67" y="401"/>
                    <a:pt x="34" y="501"/>
                  </a:cubicBezTo>
                  <a:cubicBezTo>
                    <a:pt x="0" y="534"/>
                    <a:pt x="0" y="634"/>
                    <a:pt x="0" y="634"/>
                  </a:cubicBezTo>
                  <a:cubicBezTo>
                    <a:pt x="34" y="667"/>
                    <a:pt x="167" y="801"/>
                    <a:pt x="167" y="834"/>
                  </a:cubicBezTo>
                  <a:lnTo>
                    <a:pt x="334" y="734"/>
                  </a:lnTo>
                  <a:cubicBezTo>
                    <a:pt x="401" y="701"/>
                    <a:pt x="501" y="634"/>
                    <a:pt x="534" y="534"/>
                  </a:cubicBezTo>
                  <a:cubicBezTo>
                    <a:pt x="668" y="367"/>
                    <a:pt x="601" y="67"/>
                    <a:pt x="601" y="67"/>
                  </a:cubicBezTo>
                  <a:lnTo>
                    <a:pt x="36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3" name="Google Shape;303;p3"/>
            <p:cNvSpPr/>
            <p:nvPr/>
          </p:nvSpPr>
          <p:spPr>
            <a:xfrm flipH="1">
              <a:off x="8521681" y="1128911"/>
              <a:ext cx="16950" cy="20190"/>
            </a:xfrm>
            <a:custGeom>
              <a:avLst/>
              <a:gdLst/>
              <a:ahLst/>
              <a:cxnLst/>
              <a:rect l="l" t="t" r="r" b="b"/>
              <a:pathLst>
                <a:path w="701" h="835" extrusionOk="0">
                  <a:moveTo>
                    <a:pt x="534" y="0"/>
                  </a:moveTo>
                  <a:cubicBezTo>
                    <a:pt x="534" y="0"/>
                    <a:pt x="234" y="67"/>
                    <a:pt x="100" y="234"/>
                  </a:cubicBezTo>
                  <a:cubicBezTo>
                    <a:pt x="67" y="367"/>
                    <a:pt x="0" y="467"/>
                    <a:pt x="0" y="567"/>
                  </a:cubicBezTo>
                  <a:lnTo>
                    <a:pt x="0" y="734"/>
                  </a:lnTo>
                  <a:lnTo>
                    <a:pt x="200" y="834"/>
                  </a:lnTo>
                  <a:lnTo>
                    <a:pt x="334" y="701"/>
                  </a:lnTo>
                  <a:lnTo>
                    <a:pt x="501" y="534"/>
                  </a:lnTo>
                  <a:cubicBezTo>
                    <a:pt x="567" y="401"/>
                    <a:pt x="701" y="167"/>
                    <a:pt x="701" y="167"/>
                  </a:cubicBezTo>
                  <a:lnTo>
                    <a:pt x="5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4" name="Google Shape;304;p3"/>
            <p:cNvSpPr/>
            <p:nvPr/>
          </p:nvSpPr>
          <p:spPr>
            <a:xfrm flipH="1">
              <a:off x="8500717" y="1145837"/>
              <a:ext cx="12912" cy="12138"/>
            </a:xfrm>
            <a:custGeom>
              <a:avLst/>
              <a:gdLst/>
              <a:ahLst/>
              <a:cxnLst/>
              <a:rect l="l" t="t" r="r" b="b"/>
              <a:pathLst>
                <a:path w="534" h="502" extrusionOk="0">
                  <a:moveTo>
                    <a:pt x="200" y="1"/>
                  </a:moveTo>
                  <a:cubicBezTo>
                    <a:pt x="200" y="1"/>
                    <a:pt x="67" y="101"/>
                    <a:pt x="34" y="168"/>
                  </a:cubicBezTo>
                  <a:cubicBezTo>
                    <a:pt x="0" y="301"/>
                    <a:pt x="67" y="501"/>
                    <a:pt x="67" y="501"/>
                  </a:cubicBezTo>
                  <a:lnTo>
                    <a:pt x="334" y="501"/>
                  </a:lnTo>
                  <a:cubicBezTo>
                    <a:pt x="334" y="501"/>
                    <a:pt x="467" y="435"/>
                    <a:pt x="501" y="334"/>
                  </a:cubicBezTo>
                  <a:cubicBezTo>
                    <a:pt x="534" y="201"/>
                    <a:pt x="467" y="1"/>
                    <a:pt x="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5" name="Google Shape;305;p3"/>
            <p:cNvSpPr/>
            <p:nvPr/>
          </p:nvSpPr>
          <p:spPr>
            <a:xfrm flipH="1">
              <a:off x="8342628" y="747713"/>
              <a:ext cx="423198" cy="183212"/>
            </a:xfrm>
            <a:custGeom>
              <a:avLst/>
              <a:gdLst/>
              <a:ahLst/>
              <a:cxnLst/>
              <a:rect l="l" t="t" r="r" b="b"/>
              <a:pathLst>
                <a:path w="17502" h="7577" extrusionOk="0">
                  <a:moveTo>
                    <a:pt x="7234" y="1"/>
                  </a:moveTo>
                  <a:cubicBezTo>
                    <a:pt x="6746" y="1"/>
                    <a:pt x="6237" y="162"/>
                    <a:pt x="5827" y="421"/>
                  </a:cubicBezTo>
                  <a:cubicBezTo>
                    <a:pt x="5160" y="788"/>
                    <a:pt x="4726" y="1322"/>
                    <a:pt x="4293" y="1822"/>
                  </a:cubicBezTo>
                  <a:cubicBezTo>
                    <a:pt x="3892" y="2322"/>
                    <a:pt x="3492" y="2856"/>
                    <a:pt x="3158" y="3356"/>
                  </a:cubicBezTo>
                  <a:cubicBezTo>
                    <a:pt x="2491" y="4324"/>
                    <a:pt x="1924" y="5258"/>
                    <a:pt x="1324" y="5525"/>
                  </a:cubicBezTo>
                  <a:cubicBezTo>
                    <a:pt x="1181" y="5614"/>
                    <a:pt x="1047" y="5646"/>
                    <a:pt x="928" y="5646"/>
                  </a:cubicBezTo>
                  <a:cubicBezTo>
                    <a:pt x="825" y="5646"/>
                    <a:pt x="734" y="5622"/>
                    <a:pt x="657" y="5591"/>
                  </a:cubicBezTo>
                  <a:cubicBezTo>
                    <a:pt x="490" y="5525"/>
                    <a:pt x="423" y="5458"/>
                    <a:pt x="423" y="5458"/>
                  </a:cubicBezTo>
                  <a:cubicBezTo>
                    <a:pt x="386" y="5428"/>
                    <a:pt x="342" y="5415"/>
                    <a:pt x="299" y="5415"/>
                  </a:cubicBezTo>
                  <a:cubicBezTo>
                    <a:pt x="148" y="5415"/>
                    <a:pt x="1" y="5577"/>
                    <a:pt x="156" y="5758"/>
                  </a:cubicBezTo>
                  <a:cubicBezTo>
                    <a:pt x="156" y="5758"/>
                    <a:pt x="256" y="5825"/>
                    <a:pt x="456" y="5958"/>
                  </a:cubicBezTo>
                  <a:cubicBezTo>
                    <a:pt x="557" y="5992"/>
                    <a:pt x="590" y="6025"/>
                    <a:pt x="657" y="6025"/>
                  </a:cubicBezTo>
                  <a:cubicBezTo>
                    <a:pt x="757" y="6025"/>
                    <a:pt x="823" y="6092"/>
                    <a:pt x="923" y="6092"/>
                  </a:cubicBezTo>
                  <a:cubicBezTo>
                    <a:pt x="990" y="6092"/>
                    <a:pt x="1124" y="6092"/>
                    <a:pt x="1224" y="6025"/>
                  </a:cubicBezTo>
                  <a:cubicBezTo>
                    <a:pt x="1290" y="6025"/>
                    <a:pt x="1424" y="5992"/>
                    <a:pt x="1491" y="5958"/>
                  </a:cubicBezTo>
                  <a:cubicBezTo>
                    <a:pt x="2258" y="5591"/>
                    <a:pt x="2892" y="4657"/>
                    <a:pt x="3592" y="3690"/>
                  </a:cubicBezTo>
                  <a:cubicBezTo>
                    <a:pt x="3926" y="3256"/>
                    <a:pt x="4293" y="2756"/>
                    <a:pt x="4726" y="2256"/>
                  </a:cubicBezTo>
                  <a:cubicBezTo>
                    <a:pt x="5093" y="1755"/>
                    <a:pt x="5560" y="1288"/>
                    <a:pt x="6094" y="988"/>
                  </a:cubicBezTo>
                  <a:cubicBezTo>
                    <a:pt x="6327" y="855"/>
                    <a:pt x="6594" y="755"/>
                    <a:pt x="6894" y="755"/>
                  </a:cubicBezTo>
                  <a:cubicBezTo>
                    <a:pt x="6928" y="732"/>
                    <a:pt x="6968" y="725"/>
                    <a:pt x="7013" y="725"/>
                  </a:cubicBezTo>
                  <a:cubicBezTo>
                    <a:pt x="7102" y="725"/>
                    <a:pt x="7206" y="755"/>
                    <a:pt x="7295" y="755"/>
                  </a:cubicBezTo>
                  <a:cubicBezTo>
                    <a:pt x="7461" y="755"/>
                    <a:pt x="7595" y="788"/>
                    <a:pt x="7728" y="821"/>
                  </a:cubicBezTo>
                  <a:cubicBezTo>
                    <a:pt x="7828" y="855"/>
                    <a:pt x="7962" y="921"/>
                    <a:pt x="8095" y="988"/>
                  </a:cubicBezTo>
                  <a:cubicBezTo>
                    <a:pt x="8229" y="1021"/>
                    <a:pt x="8329" y="1122"/>
                    <a:pt x="8462" y="1188"/>
                  </a:cubicBezTo>
                  <a:cubicBezTo>
                    <a:pt x="8729" y="1422"/>
                    <a:pt x="8896" y="1522"/>
                    <a:pt x="8996" y="1755"/>
                  </a:cubicBezTo>
                  <a:cubicBezTo>
                    <a:pt x="9296" y="2122"/>
                    <a:pt x="9430" y="2689"/>
                    <a:pt x="9763" y="3256"/>
                  </a:cubicBezTo>
                  <a:cubicBezTo>
                    <a:pt x="9830" y="3423"/>
                    <a:pt x="9963" y="3523"/>
                    <a:pt x="10097" y="3657"/>
                  </a:cubicBezTo>
                  <a:cubicBezTo>
                    <a:pt x="10230" y="3790"/>
                    <a:pt x="10397" y="3924"/>
                    <a:pt x="10497" y="3957"/>
                  </a:cubicBezTo>
                  <a:cubicBezTo>
                    <a:pt x="10764" y="4090"/>
                    <a:pt x="11097" y="4190"/>
                    <a:pt x="11398" y="4257"/>
                  </a:cubicBezTo>
                  <a:cubicBezTo>
                    <a:pt x="11481" y="4265"/>
                    <a:pt x="11560" y="4270"/>
                    <a:pt x="11636" y="4270"/>
                  </a:cubicBezTo>
                  <a:cubicBezTo>
                    <a:pt x="11865" y="4270"/>
                    <a:pt x="12065" y="4232"/>
                    <a:pt x="12265" y="4157"/>
                  </a:cubicBezTo>
                  <a:cubicBezTo>
                    <a:pt x="12498" y="4090"/>
                    <a:pt x="12665" y="3990"/>
                    <a:pt x="12832" y="3924"/>
                  </a:cubicBezTo>
                  <a:cubicBezTo>
                    <a:pt x="13166" y="3757"/>
                    <a:pt x="13399" y="3690"/>
                    <a:pt x="13499" y="3690"/>
                  </a:cubicBezTo>
                  <a:lnTo>
                    <a:pt x="13566" y="3690"/>
                  </a:lnTo>
                  <a:cubicBezTo>
                    <a:pt x="13694" y="3682"/>
                    <a:pt x="13820" y="3678"/>
                    <a:pt x="13943" y="3678"/>
                  </a:cubicBezTo>
                  <a:cubicBezTo>
                    <a:pt x="14810" y="3678"/>
                    <a:pt x="15533" y="3886"/>
                    <a:pt x="16001" y="4324"/>
                  </a:cubicBezTo>
                  <a:cubicBezTo>
                    <a:pt x="16501" y="4824"/>
                    <a:pt x="16768" y="5425"/>
                    <a:pt x="16902" y="5925"/>
                  </a:cubicBezTo>
                  <a:cubicBezTo>
                    <a:pt x="17002" y="6425"/>
                    <a:pt x="17002" y="6792"/>
                    <a:pt x="17068" y="7026"/>
                  </a:cubicBezTo>
                  <a:cubicBezTo>
                    <a:pt x="17102" y="7293"/>
                    <a:pt x="17102" y="7426"/>
                    <a:pt x="17102" y="7426"/>
                  </a:cubicBezTo>
                  <a:cubicBezTo>
                    <a:pt x="17117" y="7520"/>
                    <a:pt x="17199" y="7577"/>
                    <a:pt x="17284" y="7577"/>
                  </a:cubicBezTo>
                  <a:cubicBezTo>
                    <a:pt x="17382" y="7577"/>
                    <a:pt x="17484" y="7503"/>
                    <a:pt x="17502" y="7326"/>
                  </a:cubicBezTo>
                  <a:lnTo>
                    <a:pt x="17502" y="6926"/>
                  </a:lnTo>
                  <a:cubicBezTo>
                    <a:pt x="17469" y="6659"/>
                    <a:pt x="17469" y="6259"/>
                    <a:pt x="17335" y="5691"/>
                  </a:cubicBezTo>
                  <a:cubicBezTo>
                    <a:pt x="17235" y="5191"/>
                    <a:pt x="16968" y="4491"/>
                    <a:pt x="16334" y="3857"/>
                  </a:cubicBezTo>
                  <a:cubicBezTo>
                    <a:pt x="16001" y="3590"/>
                    <a:pt x="15601" y="3323"/>
                    <a:pt x="15100" y="3190"/>
                  </a:cubicBezTo>
                  <a:cubicBezTo>
                    <a:pt x="14740" y="3118"/>
                    <a:pt x="14362" y="3063"/>
                    <a:pt x="13966" y="3063"/>
                  </a:cubicBezTo>
                  <a:cubicBezTo>
                    <a:pt x="13813" y="3063"/>
                    <a:pt x="13657" y="3071"/>
                    <a:pt x="13499" y="3090"/>
                  </a:cubicBezTo>
                  <a:lnTo>
                    <a:pt x="13566" y="3090"/>
                  </a:lnTo>
                  <a:cubicBezTo>
                    <a:pt x="13399" y="3090"/>
                    <a:pt x="12999" y="3123"/>
                    <a:pt x="12632" y="3290"/>
                  </a:cubicBezTo>
                  <a:cubicBezTo>
                    <a:pt x="12334" y="3398"/>
                    <a:pt x="12036" y="3550"/>
                    <a:pt x="11721" y="3550"/>
                  </a:cubicBezTo>
                  <a:cubicBezTo>
                    <a:pt x="11647" y="3550"/>
                    <a:pt x="11573" y="3542"/>
                    <a:pt x="11498" y="3523"/>
                  </a:cubicBezTo>
                  <a:cubicBezTo>
                    <a:pt x="11298" y="3490"/>
                    <a:pt x="11097" y="3423"/>
                    <a:pt x="10897" y="3290"/>
                  </a:cubicBezTo>
                  <a:cubicBezTo>
                    <a:pt x="10764" y="3256"/>
                    <a:pt x="10730" y="3190"/>
                    <a:pt x="10630" y="3123"/>
                  </a:cubicBezTo>
                  <a:cubicBezTo>
                    <a:pt x="10564" y="3090"/>
                    <a:pt x="10464" y="2990"/>
                    <a:pt x="10430" y="2856"/>
                  </a:cubicBezTo>
                  <a:cubicBezTo>
                    <a:pt x="10163" y="2422"/>
                    <a:pt x="9997" y="1822"/>
                    <a:pt x="9663" y="1322"/>
                  </a:cubicBezTo>
                  <a:cubicBezTo>
                    <a:pt x="9496" y="1021"/>
                    <a:pt x="9163" y="788"/>
                    <a:pt x="8929" y="621"/>
                  </a:cubicBezTo>
                  <a:cubicBezTo>
                    <a:pt x="8796" y="521"/>
                    <a:pt x="8662" y="454"/>
                    <a:pt x="8496" y="354"/>
                  </a:cubicBezTo>
                  <a:cubicBezTo>
                    <a:pt x="8329" y="288"/>
                    <a:pt x="8162" y="188"/>
                    <a:pt x="7995" y="154"/>
                  </a:cubicBezTo>
                  <a:cubicBezTo>
                    <a:pt x="7760" y="48"/>
                    <a:pt x="7500" y="1"/>
                    <a:pt x="7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6" name="Google Shape;306;p3"/>
            <p:cNvSpPr/>
            <p:nvPr/>
          </p:nvSpPr>
          <p:spPr>
            <a:xfrm flipH="1">
              <a:off x="7714746" y="245712"/>
              <a:ext cx="485728" cy="212808"/>
            </a:xfrm>
            <a:custGeom>
              <a:avLst/>
              <a:gdLst/>
              <a:ahLst/>
              <a:cxnLst/>
              <a:rect l="l" t="t" r="r" b="b"/>
              <a:pathLst>
                <a:path w="20088" h="8801" extrusionOk="0">
                  <a:moveTo>
                    <a:pt x="7230" y="0"/>
                  </a:moveTo>
                  <a:cubicBezTo>
                    <a:pt x="6997" y="0"/>
                    <a:pt x="6797" y="0"/>
                    <a:pt x="6597" y="34"/>
                  </a:cubicBezTo>
                  <a:cubicBezTo>
                    <a:pt x="6230" y="67"/>
                    <a:pt x="5829" y="234"/>
                    <a:pt x="5496" y="367"/>
                  </a:cubicBezTo>
                  <a:cubicBezTo>
                    <a:pt x="5129" y="534"/>
                    <a:pt x="4795" y="734"/>
                    <a:pt x="4562" y="1001"/>
                  </a:cubicBezTo>
                  <a:cubicBezTo>
                    <a:pt x="4262" y="1234"/>
                    <a:pt x="4061" y="1468"/>
                    <a:pt x="3795" y="1701"/>
                  </a:cubicBezTo>
                  <a:cubicBezTo>
                    <a:pt x="3328" y="2168"/>
                    <a:pt x="2894" y="2569"/>
                    <a:pt x="2460" y="2869"/>
                  </a:cubicBezTo>
                  <a:cubicBezTo>
                    <a:pt x="2165" y="3090"/>
                    <a:pt x="1834" y="3221"/>
                    <a:pt x="1560" y="3221"/>
                  </a:cubicBezTo>
                  <a:cubicBezTo>
                    <a:pt x="1462" y="3221"/>
                    <a:pt x="1372" y="3204"/>
                    <a:pt x="1293" y="3169"/>
                  </a:cubicBezTo>
                  <a:cubicBezTo>
                    <a:pt x="959" y="3036"/>
                    <a:pt x="759" y="2802"/>
                    <a:pt x="626" y="2635"/>
                  </a:cubicBezTo>
                  <a:cubicBezTo>
                    <a:pt x="459" y="2402"/>
                    <a:pt x="425" y="2335"/>
                    <a:pt x="425" y="2335"/>
                  </a:cubicBezTo>
                  <a:cubicBezTo>
                    <a:pt x="373" y="2273"/>
                    <a:pt x="308" y="2246"/>
                    <a:pt x="247" y="2246"/>
                  </a:cubicBezTo>
                  <a:cubicBezTo>
                    <a:pt x="113" y="2246"/>
                    <a:pt x="0" y="2375"/>
                    <a:pt x="92" y="2535"/>
                  </a:cubicBezTo>
                  <a:cubicBezTo>
                    <a:pt x="92" y="2535"/>
                    <a:pt x="192" y="2669"/>
                    <a:pt x="292" y="2869"/>
                  </a:cubicBezTo>
                  <a:cubicBezTo>
                    <a:pt x="459" y="3069"/>
                    <a:pt x="692" y="3369"/>
                    <a:pt x="1126" y="3569"/>
                  </a:cubicBezTo>
                  <a:cubicBezTo>
                    <a:pt x="1274" y="3633"/>
                    <a:pt x="1435" y="3656"/>
                    <a:pt x="1610" y="3656"/>
                  </a:cubicBezTo>
                  <a:cubicBezTo>
                    <a:pt x="1711" y="3656"/>
                    <a:pt x="1817" y="3648"/>
                    <a:pt x="1927" y="3636"/>
                  </a:cubicBezTo>
                  <a:cubicBezTo>
                    <a:pt x="2227" y="3569"/>
                    <a:pt x="2460" y="3469"/>
                    <a:pt x="2727" y="3303"/>
                  </a:cubicBezTo>
                  <a:cubicBezTo>
                    <a:pt x="3227" y="2969"/>
                    <a:pt x="3694" y="2535"/>
                    <a:pt x="4195" y="2068"/>
                  </a:cubicBezTo>
                  <a:cubicBezTo>
                    <a:pt x="4428" y="1868"/>
                    <a:pt x="4695" y="1635"/>
                    <a:pt x="4929" y="1401"/>
                  </a:cubicBezTo>
                  <a:cubicBezTo>
                    <a:pt x="5196" y="1201"/>
                    <a:pt x="5429" y="1034"/>
                    <a:pt x="5729" y="901"/>
                  </a:cubicBezTo>
                  <a:cubicBezTo>
                    <a:pt x="5896" y="868"/>
                    <a:pt x="6063" y="801"/>
                    <a:pt x="6230" y="734"/>
                  </a:cubicBezTo>
                  <a:cubicBezTo>
                    <a:pt x="6396" y="667"/>
                    <a:pt x="6563" y="667"/>
                    <a:pt x="6730" y="634"/>
                  </a:cubicBezTo>
                  <a:cubicBezTo>
                    <a:pt x="6897" y="567"/>
                    <a:pt x="7030" y="567"/>
                    <a:pt x="7197" y="567"/>
                  </a:cubicBezTo>
                  <a:cubicBezTo>
                    <a:pt x="7297" y="634"/>
                    <a:pt x="7464" y="634"/>
                    <a:pt x="7597" y="701"/>
                  </a:cubicBezTo>
                  <a:cubicBezTo>
                    <a:pt x="7864" y="834"/>
                    <a:pt x="8064" y="1034"/>
                    <a:pt x="8231" y="1335"/>
                  </a:cubicBezTo>
                  <a:cubicBezTo>
                    <a:pt x="8431" y="1635"/>
                    <a:pt x="8565" y="1902"/>
                    <a:pt x="8731" y="2235"/>
                  </a:cubicBezTo>
                  <a:cubicBezTo>
                    <a:pt x="8865" y="2569"/>
                    <a:pt x="9065" y="2902"/>
                    <a:pt x="9265" y="3203"/>
                  </a:cubicBezTo>
                  <a:cubicBezTo>
                    <a:pt x="9399" y="3336"/>
                    <a:pt x="9465" y="3503"/>
                    <a:pt x="9632" y="3636"/>
                  </a:cubicBezTo>
                  <a:cubicBezTo>
                    <a:pt x="9732" y="3670"/>
                    <a:pt x="9765" y="3736"/>
                    <a:pt x="9866" y="3803"/>
                  </a:cubicBezTo>
                  <a:lnTo>
                    <a:pt x="10099" y="3970"/>
                  </a:lnTo>
                  <a:cubicBezTo>
                    <a:pt x="10433" y="4203"/>
                    <a:pt x="10800" y="4237"/>
                    <a:pt x="11233" y="4237"/>
                  </a:cubicBezTo>
                  <a:cubicBezTo>
                    <a:pt x="11633" y="4237"/>
                    <a:pt x="12000" y="4070"/>
                    <a:pt x="12334" y="3970"/>
                  </a:cubicBezTo>
                  <a:cubicBezTo>
                    <a:pt x="13001" y="3670"/>
                    <a:pt x="13635" y="3236"/>
                    <a:pt x="14235" y="3236"/>
                  </a:cubicBezTo>
                  <a:cubicBezTo>
                    <a:pt x="14502" y="3236"/>
                    <a:pt x="14802" y="3336"/>
                    <a:pt x="15069" y="3536"/>
                  </a:cubicBezTo>
                  <a:cubicBezTo>
                    <a:pt x="15136" y="3569"/>
                    <a:pt x="15203" y="3636"/>
                    <a:pt x="15269" y="3670"/>
                  </a:cubicBezTo>
                  <a:lnTo>
                    <a:pt x="15436" y="3836"/>
                  </a:lnTo>
                  <a:cubicBezTo>
                    <a:pt x="15603" y="3970"/>
                    <a:pt x="15703" y="4036"/>
                    <a:pt x="15770" y="4170"/>
                  </a:cubicBezTo>
                  <a:cubicBezTo>
                    <a:pt x="16103" y="4737"/>
                    <a:pt x="16370" y="5404"/>
                    <a:pt x="16604" y="6005"/>
                  </a:cubicBezTo>
                  <a:cubicBezTo>
                    <a:pt x="16904" y="6572"/>
                    <a:pt x="17137" y="7172"/>
                    <a:pt x="17438" y="7672"/>
                  </a:cubicBezTo>
                  <a:cubicBezTo>
                    <a:pt x="17738" y="8173"/>
                    <a:pt x="18105" y="8640"/>
                    <a:pt x="18605" y="8740"/>
                  </a:cubicBezTo>
                  <a:cubicBezTo>
                    <a:pt x="18717" y="8782"/>
                    <a:pt x="18823" y="8800"/>
                    <a:pt x="18920" y="8800"/>
                  </a:cubicBezTo>
                  <a:cubicBezTo>
                    <a:pt x="19056" y="8800"/>
                    <a:pt x="19175" y="8765"/>
                    <a:pt x="19272" y="8706"/>
                  </a:cubicBezTo>
                  <a:cubicBezTo>
                    <a:pt x="19439" y="8640"/>
                    <a:pt x="19606" y="8540"/>
                    <a:pt x="19706" y="8473"/>
                  </a:cubicBezTo>
                  <a:cubicBezTo>
                    <a:pt x="19773" y="8373"/>
                    <a:pt x="19873" y="8340"/>
                    <a:pt x="19906" y="8306"/>
                  </a:cubicBezTo>
                  <a:lnTo>
                    <a:pt x="19973" y="8206"/>
                  </a:lnTo>
                  <a:cubicBezTo>
                    <a:pt x="20087" y="8046"/>
                    <a:pt x="20013" y="7917"/>
                    <a:pt x="19901" y="7917"/>
                  </a:cubicBezTo>
                  <a:cubicBezTo>
                    <a:pt x="19850" y="7917"/>
                    <a:pt x="19791" y="7943"/>
                    <a:pt x="19739" y="8006"/>
                  </a:cubicBezTo>
                  <a:lnTo>
                    <a:pt x="19673" y="8039"/>
                  </a:lnTo>
                  <a:cubicBezTo>
                    <a:pt x="19606" y="8073"/>
                    <a:pt x="19572" y="8139"/>
                    <a:pt x="19472" y="8206"/>
                  </a:cubicBezTo>
                  <a:cubicBezTo>
                    <a:pt x="19342" y="8284"/>
                    <a:pt x="19129" y="8404"/>
                    <a:pt x="18915" y="8404"/>
                  </a:cubicBezTo>
                  <a:cubicBezTo>
                    <a:pt x="18856" y="8404"/>
                    <a:pt x="18796" y="8395"/>
                    <a:pt x="18739" y="8373"/>
                  </a:cubicBezTo>
                  <a:cubicBezTo>
                    <a:pt x="18438" y="8306"/>
                    <a:pt x="18105" y="7906"/>
                    <a:pt x="17838" y="7472"/>
                  </a:cubicBezTo>
                  <a:cubicBezTo>
                    <a:pt x="17604" y="7005"/>
                    <a:pt x="17404" y="6472"/>
                    <a:pt x="17137" y="5838"/>
                  </a:cubicBezTo>
                  <a:cubicBezTo>
                    <a:pt x="16904" y="5204"/>
                    <a:pt x="16737" y="4537"/>
                    <a:pt x="16303" y="3870"/>
                  </a:cubicBezTo>
                  <a:cubicBezTo>
                    <a:pt x="16237" y="3703"/>
                    <a:pt x="16070" y="3536"/>
                    <a:pt x="15937" y="3403"/>
                  </a:cubicBezTo>
                  <a:lnTo>
                    <a:pt x="15736" y="3203"/>
                  </a:lnTo>
                  <a:cubicBezTo>
                    <a:pt x="15636" y="3169"/>
                    <a:pt x="15570" y="3069"/>
                    <a:pt x="15470" y="3036"/>
                  </a:cubicBezTo>
                  <a:cubicBezTo>
                    <a:pt x="15136" y="2802"/>
                    <a:pt x="14736" y="2635"/>
                    <a:pt x="14269" y="2635"/>
                  </a:cubicBezTo>
                  <a:cubicBezTo>
                    <a:pt x="13802" y="2635"/>
                    <a:pt x="13401" y="2736"/>
                    <a:pt x="13068" y="2902"/>
                  </a:cubicBezTo>
                  <a:cubicBezTo>
                    <a:pt x="12734" y="3069"/>
                    <a:pt x="12401" y="3236"/>
                    <a:pt x="12100" y="3369"/>
                  </a:cubicBezTo>
                  <a:cubicBezTo>
                    <a:pt x="11800" y="3503"/>
                    <a:pt x="11500" y="3569"/>
                    <a:pt x="11233" y="3569"/>
                  </a:cubicBezTo>
                  <a:cubicBezTo>
                    <a:pt x="11200" y="3592"/>
                    <a:pt x="11174" y="3599"/>
                    <a:pt x="11150" y="3599"/>
                  </a:cubicBezTo>
                  <a:cubicBezTo>
                    <a:pt x="11103" y="3599"/>
                    <a:pt x="11066" y="3569"/>
                    <a:pt x="11000" y="3569"/>
                  </a:cubicBezTo>
                  <a:cubicBezTo>
                    <a:pt x="10933" y="3569"/>
                    <a:pt x="10900" y="3569"/>
                    <a:pt x="10800" y="3536"/>
                  </a:cubicBezTo>
                  <a:lnTo>
                    <a:pt x="10599" y="3503"/>
                  </a:lnTo>
                  <a:cubicBezTo>
                    <a:pt x="10566" y="3469"/>
                    <a:pt x="10499" y="3469"/>
                    <a:pt x="10499" y="3469"/>
                  </a:cubicBezTo>
                  <a:lnTo>
                    <a:pt x="10433" y="3403"/>
                  </a:lnTo>
                  <a:cubicBezTo>
                    <a:pt x="9966" y="3136"/>
                    <a:pt x="9599" y="2635"/>
                    <a:pt x="9298" y="2002"/>
                  </a:cubicBezTo>
                  <a:cubicBezTo>
                    <a:pt x="9132" y="1701"/>
                    <a:pt x="8965" y="1368"/>
                    <a:pt x="8765" y="1034"/>
                  </a:cubicBezTo>
                  <a:cubicBezTo>
                    <a:pt x="8598" y="701"/>
                    <a:pt x="8264" y="334"/>
                    <a:pt x="7831" y="167"/>
                  </a:cubicBezTo>
                  <a:cubicBezTo>
                    <a:pt x="7664" y="34"/>
                    <a:pt x="7430" y="34"/>
                    <a:pt x="72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7" name="Google Shape;307;p3"/>
            <p:cNvSpPr/>
            <p:nvPr/>
          </p:nvSpPr>
          <p:spPr>
            <a:xfrm flipH="1">
              <a:off x="8400491" y="290059"/>
              <a:ext cx="472574" cy="304837"/>
            </a:xfrm>
            <a:custGeom>
              <a:avLst/>
              <a:gdLst/>
              <a:ahLst/>
              <a:cxnLst/>
              <a:rect l="l" t="t" r="r" b="b"/>
              <a:pathLst>
                <a:path w="19544" h="12607" extrusionOk="0">
                  <a:moveTo>
                    <a:pt x="6326" y="1"/>
                  </a:moveTo>
                  <a:cubicBezTo>
                    <a:pt x="6092" y="1"/>
                    <a:pt x="5892" y="34"/>
                    <a:pt x="5692" y="68"/>
                  </a:cubicBezTo>
                  <a:cubicBezTo>
                    <a:pt x="5492" y="168"/>
                    <a:pt x="5325" y="201"/>
                    <a:pt x="5092" y="301"/>
                  </a:cubicBezTo>
                  <a:cubicBezTo>
                    <a:pt x="4891" y="368"/>
                    <a:pt x="4725" y="468"/>
                    <a:pt x="4558" y="535"/>
                  </a:cubicBezTo>
                  <a:cubicBezTo>
                    <a:pt x="4391" y="568"/>
                    <a:pt x="4191" y="735"/>
                    <a:pt x="4058" y="868"/>
                  </a:cubicBezTo>
                  <a:cubicBezTo>
                    <a:pt x="3724" y="1135"/>
                    <a:pt x="3524" y="1469"/>
                    <a:pt x="3357" y="1735"/>
                  </a:cubicBezTo>
                  <a:cubicBezTo>
                    <a:pt x="2990" y="2369"/>
                    <a:pt x="2690" y="2903"/>
                    <a:pt x="2390" y="3403"/>
                  </a:cubicBezTo>
                  <a:cubicBezTo>
                    <a:pt x="2089" y="3870"/>
                    <a:pt x="1756" y="4304"/>
                    <a:pt x="1489" y="4504"/>
                  </a:cubicBezTo>
                  <a:cubicBezTo>
                    <a:pt x="1276" y="4646"/>
                    <a:pt x="1063" y="4687"/>
                    <a:pt x="885" y="4687"/>
                  </a:cubicBezTo>
                  <a:cubicBezTo>
                    <a:pt x="813" y="4687"/>
                    <a:pt x="746" y="4681"/>
                    <a:pt x="688" y="4671"/>
                  </a:cubicBezTo>
                  <a:cubicBezTo>
                    <a:pt x="588" y="4638"/>
                    <a:pt x="522" y="4638"/>
                    <a:pt x="488" y="4571"/>
                  </a:cubicBezTo>
                  <a:cubicBezTo>
                    <a:pt x="422" y="4537"/>
                    <a:pt x="388" y="4537"/>
                    <a:pt x="388" y="4537"/>
                  </a:cubicBezTo>
                  <a:cubicBezTo>
                    <a:pt x="353" y="4514"/>
                    <a:pt x="318" y="4504"/>
                    <a:pt x="284" y="4504"/>
                  </a:cubicBezTo>
                  <a:cubicBezTo>
                    <a:pt x="122" y="4504"/>
                    <a:pt x="1" y="4733"/>
                    <a:pt x="221" y="4871"/>
                  </a:cubicBezTo>
                  <a:cubicBezTo>
                    <a:pt x="221" y="4871"/>
                    <a:pt x="255" y="4871"/>
                    <a:pt x="322" y="4904"/>
                  </a:cubicBezTo>
                  <a:cubicBezTo>
                    <a:pt x="388" y="4938"/>
                    <a:pt x="488" y="5004"/>
                    <a:pt x="588" y="5038"/>
                  </a:cubicBezTo>
                  <a:cubicBezTo>
                    <a:pt x="686" y="5074"/>
                    <a:pt x="811" y="5098"/>
                    <a:pt x="949" y="5098"/>
                  </a:cubicBezTo>
                  <a:cubicBezTo>
                    <a:pt x="1188" y="5098"/>
                    <a:pt x="1469" y="5028"/>
                    <a:pt x="1723" y="4838"/>
                  </a:cubicBezTo>
                  <a:cubicBezTo>
                    <a:pt x="2556" y="4237"/>
                    <a:pt x="3090" y="3136"/>
                    <a:pt x="3824" y="2002"/>
                  </a:cubicBezTo>
                  <a:cubicBezTo>
                    <a:pt x="4024" y="1735"/>
                    <a:pt x="4191" y="1469"/>
                    <a:pt x="4424" y="1235"/>
                  </a:cubicBezTo>
                  <a:cubicBezTo>
                    <a:pt x="4658" y="1035"/>
                    <a:pt x="5025" y="968"/>
                    <a:pt x="5325" y="801"/>
                  </a:cubicBezTo>
                  <a:cubicBezTo>
                    <a:pt x="5492" y="701"/>
                    <a:pt x="5659" y="668"/>
                    <a:pt x="5825" y="635"/>
                  </a:cubicBezTo>
                  <a:cubicBezTo>
                    <a:pt x="5992" y="635"/>
                    <a:pt x="6159" y="635"/>
                    <a:pt x="6326" y="568"/>
                  </a:cubicBezTo>
                  <a:cubicBezTo>
                    <a:pt x="6593" y="635"/>
                    <a:pt x="6926" y="668"/>
                    <a:pt x="7193" y="868"/>
                  </a:cubicBezTo>
                  <a:cubicBezTo>
                    <a:pt x="7360" y="968"/>
                    <a:pt x="7427" y="1135"/>
                    <a:pt x="7560" y="1202"/>
                  </a:cubicBezTo>
                  <a:cubicBezTo>
                    <a:pt x="7660" y="1335"/>
                    <a:pt x="7760" y="1469"/>
                    <a:pt x="7860" y="1635"/>
                  </a:cubicBezTo>
                  <a:cubicBezTo>
                    <a:pt x="8027" y="1969"/>
                    <a:pt x="8194" y="2236"/>
                    <a:pt x="8361" y="2569"/>
                  </a:cubicBezTo>
                  <a:cubicBezTo>
                    <a:pt x="8694" y="3237"/>
                    <a:pt x="8928" y="3904"/>
                    <a:pt x="9361" y="4504"/>
                  </a:cubicBezTo>
                  <a:cubicBezTo>
                    <a:pt x="9595" y="4804"/>
                    <a:pt x="9828" y="5071"/>
                    <a:pt x="10095" y="5338"/>
                  </a:cubicBezTo>
                  <a:cubicBezTo>
                    <a:pt x="10395" y="5572"/>
                    <a:pt x="10729" y="5838"/>
                    <a:pt x="11096" y="6005"/>
                  </a:cubicBezTo>
                  <a:cubicBezTo>
                    <a:pt x="11863" y="6339"/>
                    <a:pt x="12664" y="6405"/>
                    <a:pt x="13264" y="6672"/>
                  </a:cubicBezTo>
                  <a:cubicBezTo>
                    <a:pt x="13898" y="6906"/>
                    <a:pt x="14398" y="7406"/>
                    <a:pt x="14732" y="8040"/>
                  </a:cubicBezTo>
                  <a:cubicBezTo>
                    <a:pt x="15065" y="8674"/>
                    <a:pt x="15366" y="9341"/>
                    <a:pt x="15599" y="9975"/>
                  </a:cubicBezTo>
                  <a:cubicBezTo>
                    <a:pt x="15866" y="10575"/>
                    <a:pt x="16166" y="11176"/>
                    <a:pt x="16533" y="11676"/>
                  </a:cubicBezTo>
                  <a:cubicBezTo>
                    <a:pt x="16900" y="12176"/>
                    <a:pt x="17400" y="12510"/>
                    <a:pt x="17901" y="12577"/>
                  </a:cubicBezTo>
                  <a:cubicBezTo>
                    <a:pt x="17967" y="12599"/>
                    <a:pt x="18042" y="12606"/>
                    <a:pt x="18117" y="12606"/>
                  </a:cubicBezTo>
                  <a:cubicBezTo>
                    <a:pt x="18268" y="12606"/>
                    <a:pt x="18423" y="12577"/>
                    <a:pt x="18535" y="12577"/>
                  </a:cubicBezTo>
                  <a:cubicBezTo>
                    <a:pt x="18701" y="12577"/>
                    <a:pt x="18868" y="12543"/>
                    <a:pt x="19002" y="12510"/>
                  </a:cubicBezTo>
                  <a:cubicBezTo>
                    <a:pt x="19102" y="12510"/>
                    <a:pt x="19202" y="12476"/>
                    <a:pt x="19235" y="12410"/>
                  </a:cubicBezTo>
                  <a:cubicBezTo>
                    <a:pt x="19268" y="12376"/>
                    <a:pt x="19335" y="12376"/>
                    <a:pt x="19335" y="12376"/>
                  </a:cubicBezTo>
                  <a:cubicBezTo>
                    <a:pt x="19543" y="12257"/>
                    <a:pt x="19460" y="12032"/>
                    <a:pt x="19297" y="12032"/>
                  </a:cubicBezTo>
                  <a:cubicBezTo>
                    <a:pt x="19278" y="12032"/>
                    <a:pt x="19257" y="12036"/>
                    <a:pt x="19235" y="12043"/>
                  </a:cubicBezTo>
                  <a:cubicBezTo>
                    <a:pt x="19235" y="12043"/>
                    <a:pt x="19202" y="12076"/>
                    <a:pt x="19168" y="12076"/>
                  </a:cubicBezTo>
                  <a:cubicBezTo>
                    <a:pt x="19102" y="12076"/>
                    <a:pt x="19035" y="12143"/>
                    <a:pt x="18901" y="12176"/>
                  </a:cubicBezTo>
                  <a:cubicBezTo>
                    <a:pt x="18835" y="12210"/>
                    <a:pt x="18701" y="12243"/>
                    <a:pt x="18535" y="12243"/>
                  </a:cubicBezTo>
                  <a:cubicBezTo>
                    <a:pt x="18401" y="12243"/>
                    <a:pt x="18201" y="12243"/>
                    <a:pt x="18034" y="12210"/>
                  </a:cubicBezTo>
                  <a:cubicBezTo>
                    <a:pt x="17667" y="12143"/>
                    <a:pt x="17267" y="11876"/>
                    <a:pt x="16933" y="11409"/>
                  </a:cubicBezTo>
                  <a:cubicBezTo>
                    <a:pt x="16600" y="11009"/>
                    <a:pt x="16366" y="10408"/>
                    <a:pt x="16099" y="9808"/>
                  </a:cubicBezTo>
                  <a:cubicBezTo>
                    <a:pt x="15866" y="9174"/>
                    <a:pt x="15666" y="8507"/>
                    <a:pt x="15266" y="7806"/>
                  </a:cubicBezTo>
                  <a:cubicBezTo>
                    <a:pt x="14899" y="7073"/>
                    <a:pt x="14332" y="6405"/>
                    <a:pt x="13531" y="6072"/>
                  </a:cubicBezTo>
                  <a:cubicBezTo>
                    <a:pt x="12764" y="5738"/>
                    <a:pt x="11997" y="5672"/>
                    <a:pt x="11396" y="5371"/>
                  </a:cubicBezTo>
                  <a:cubicBezTo>
                    <a:pt x="11096" y="5238"/>
                    <a:pt x="10862" y="5038"/>
                    <a:pt x="10596" y="4838"/>
                  </a:cubicBezTo>
                  <a:cubicBezTo>
                    <a:pt x="10362" y="4638"/>
                    <a:pt x="10162" y="4371"/>
                    <a:pt x="9995" y="4137"/>
                  </a:cubicBezTo>
                  <a:cubicBezTo>
                    <a:pt x="9662" y="3637"/>
                    <a:pt x="9361" y="2970"/>
                    <a:pt x="9028" y="2303"/>
                  </a:cubicBezTo>
                  <a:cubicBezTo>
                    <a:pt x="8861" y="1969"/>
                    <a:pt x="8661" y="1635"/>
                    <a:pt x="8427" y="1302"/>
                  </a:cubicBezTo>
                  <a:cubicBezTo>
                    <a:pt x="8361" y="1135"/>
                    <a:pt x="8194" y="968"/>
                    <a:pt x="8060" y="801"/>
                  </a:cubicBezTo>
                  <a:cubicBezTo>
                    <a:pt x="7894" y="668"/>
                    <a:pt x="7760" y="501"/>
                    <a:pt x="7560" y="368"/>
                  </a:cubicBezTo>
                  <a:cubicBezTo>
                    <a:pt x="7226" y="68"/>
                    <a:pt x="6726" y="1"/>
                    <a:pt x="63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8" name="Google Shape;308;p3"/>
            <p:cNvSpPr/>
            <p:nvPr/>
          </p:nvSpPr>
          <p:spPr>
            <a:xfrm flipH="1">
              <a:off x="8568470" y="782653"/>
              <a:ext cx="21786" cy="12356"/>
            </a:xfrm>
            <a:custGeom>
              <a:avLst/>
              <a:gdLst/>
              <a:ahLst/>
              <a:cxnLst/>
              <a:rect l="l" t="t" r="r" b="b"/>
              <a:pathLst>
                <a:path w="901" h="511" extrusionOk="0">
                  <a:moveTo>
                    <a:pt x="513" y="1"/>
                  </a:moveTo>
                  <a:cubicBezTo>
                    <a:pt x="473" y="1"/>
                    <a:pt x="434" y="3"/>
                    <a:pt x="401" y="10"/>
                  </a:cubicBezTo>
                  <a:cubicBezTo>
                    <a:pt x="234" y="43"/>
                    <a:pt x="0" y="177"/>
                    <a:pt x="0" y="177"/>
                  </a:cubicBezTo>
                  <a:lnTo>
                    <a:pt x="0" y="444"/>
                  </a:lnTo>
                  <a:cubicBezTo>
                    <a:pt x="0" y="444"/>
                    <a:pt x="267" y="510"/>
                    <a:pt x="501" y="510"/>
                  </a:cubicBezTo>
                  <a:cubicBezTo>
                    <a:pt x="667" y="477"/>
                    <a:pt x="901" y="310"/>
                    <a:pt x="901" y="310"/>
                  </a:cubicBezTo>
                  <a:cubicBezTo>
                    <a:pt x="901" y="277"/>
                    <a:pt x="834" y="43"/>
                    <a:pt x="868" y="43"/>
                  </a:cubicBezTo>
                  <a:cubicBezTo>
                    <a:pt x="868" y="43"/>
                    <a:pt x="675"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9" name="Google Shape;309;p3"/>
            <p:cNvSpPr/>
            <p:nvPr/>
          </p:nvSpPr>
          <p:spPr>
            <a:xfrm flipH="1">
              <a:off x="8561191" y="798782"/>
              <a:ext cx="20190" cy="12356"/>
            </a:xfrm>
            <a:custGeom>
              <a:avLst/>
              <a:gdLst/>
              <a:ahLst/>
              <a:cxnLst/>
              <a:rect l="l" t="t" r="r" b="b"/>
              <a:pathLst>
                <a:path w="835" h="511" extrusionOk="0">
                  <a:moveTo>
                    <a:pt x="423" y="1"/>
                  </a:moveTo>
                  <a:cubicBezTo>
                    <a:pt x="391" y="1"/>
                    <a:pt x="360" y="4"/>
                    <a:pt x="334" y="10"/>
                  </a:cubicBezTo>
                  <a:cubicBezTo>
                    <a:pt x="200" y="44"/>
                    <a:pt x="0" y="177"/>
                    <a:pt x="0" y="177"/>
                  </a:cubicBezTo>
                  <a:lnTo>
                    <a:pt x="0" y="411"/>
                  </a:lnTo>
                  <a:cubicBezTo>
                    <a:pt x="0" y="411"/>
                    <a:pt x="234" y="511"/>
                    <a:pt x="434" y="511"/>
                  </a:cubicBezTo>
                  <a:cubicBezTo>
                    <a:pt x="601" y="477"/>
                    <a:pt x="801" y="310"/>
                    <a:pt x="801" y="310"/>
                  </a:cubicBezTo>
                  <a:cubicBezTo>
                    <a:pt x="834" y="310"/>
                    <a:pt x="734" y="77"/>
                    <a:pt x="701" y="44"/>
                  </a:cubicBezTo>
                  <a:cubicBezTo>
                    <a:pt x="701" y="44"/>
                    <a:pt x="551"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0" name="Google Shape;310;p3"/>
            <p:cNvSpPr/>
            <p:nvPr/>
          </p:nvSpPr>
          <p:spPr>
            <a:xfrm flipH="1">
              <a:off x="8553937" y="823203"/>
              <a:ext cx="20190" cy="12138"/>
            </a:xfrm>
            <a:custGeom>
              <a:avLst/>
              <a:gdLst/>
              <a:ahLst/>
              <a:cxnLst/>
              <a:rect l="l" t="t" r="r" b="b"/>
              <a:pathLst>
                <a:path w="835" h="502" extrusionOk="0">
                  <a:moveTo>
                    <a:pt x="668" y="1"/>
                  </a:moveTo>
                  <a:cubicBezTo>
                    <a:pt x="668" y="1"/>
                    <a:pt x="434" y="1"/>
                    <a:pt x="334" y="34"/>
                  </a:cubicBezTo>
                  <a:cubicBezTo>
                    <a:pt x="234" y="34"/>
                    <a:pt x="201" y="101"/>
                    <a:pt x="134" y="134"/>
                  </a:cubicBezTo>
                  <a:cubicBezTo>
                    <a:pt x="34" y="168"/>
                    <a:pt x="0" y="201"/>
                    <a:pt x="0" y="201"/>
                  </a:cubicBezTo>
                  <a:lnTo>
                    <a:pt x="0" y="468"/>
                  </a:lnTo>
                  <a:cubicBezTo>
                    <a:pt x="0" y="468"/>
                    <a:pt x="67" y="468"/>
                    <a:pt x="167" y="501"/>
                  </a:cubicBezTo>
                  <a:lnTo>
                    <a:pt x="467" y="501"/>
                  </a:lnTo>
                  <a:cubicBezTo>
                    <a:pt x="534" y="468"/>
                    <a:pt x="634" y="435"/>
                    <a:pt x="701" y="335"/>
                  </a:cubicBezTo>
                  <a:lnTo>
                    <a:pt x="834" y="201"/>
                  </a:lnTo>
                  <a:cubicBezTo>
                    <a:pt x="834" y="168"/>
                    <a:pt x="701" y="1"/>
                    <a:pt x="6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1" name="Google Shape;311;p3"/>
            <p:cNvSpPr/>
            <p:nvPr/>
          </p:nvSpPr>
          <p:spPr>
            <a:xfrm flipH="1">
              <a:off x="8384557" y="854662"/>
              <a:ext cx="33102" cy="12936"/>
            </a:xfrm>
            <a:custGeom>
              <a:avLst/>
              <a:gdLst/>
              <a:ahLst/>
              <a:cxnLst/>
              <a:rect l="l" t="t" r="r" b="b"/>
              <a:pathLst>
                <a:path w="1369" h="535" extrusionOk="0">
                  <a:moveTo>
                    <a:pt x="1235" y="1"/>
                  </a:moveTo>
                  <a:cubicBezTo>
                    <a:pt x="1235" y="1"/>
                    <a:pt x="868" y="1"/>
                    <a:pt x="601" y="34"/>
                  </a:cubicBezTo>
                  <a:cubicBezTo>
                    <a:pt x="368" y="68"/>
                    <a:pt x="1" y="201"/>
                    <a:pt x="1" y="201"/>
                  </a:cubicBezTo>
                  <a:lnTo>
                    <a:pt x="1" y="468"/>
                  </a:lnTo>
                  <a:cubicBezTo>
                    <a:pt x="1" y="468"/>
                    <a:pt x="401" y="535"/>
                    <a:pt x="701" y="535"/>
                  </a:cubicBezTo>
                  <a:cubicBezTo>
                    <a:pt x="935" y="468"/>
                    <a:pt x="1335" y="234"/>
                    <a:pt x="1335" y="234"/>
                  </a:cubicBezTo>
                  <a:cubicBezTo>
                    <a:pt x="1368" y="201"/>
                    <a:pt x="1268" y="1"/>
                    <a:pt x="12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2" name="Google Shape;312;p3"/>
            <p:cNvSpPr/>
            <p:nvPr/>
          </p:nvSpPr>
          <p:spPr>
            <a:xfrm flipH="1">
              <a:off x="8378923" y="875650"/>
              <a:ext cx="26622" cy="13734"/>
            </a:xfrm>
            <a:custGeom>
              <a:avLst/>
              <a:gdLst/>
              <a:ahLst/>
              <a:cxnLst/>
              <a:rect l="l" t="t" r="r" b="b"/>
              <a:pathLst>
                <a:path w="1101" h="568" extrusionOk="0">
                  <a:moveTo>
                    <a:pt x="1034" y="0"/>
                  </a:moveTo>
                  <a:cubicBezTo>
                    <a:pt x="1034" y="0"/>
                    <a:pt x="701" y="0"/>
                    <a:pt x="500" y="34"/>
                  </a:cubicBezTo>
                  <a:cubicBezTo>
                    <a:pt x="267" y="134"/>
                    <a:pt x="0" y="334"/>
                    <a:pt x="0" y="334"/>
                  </a:cubicBezTo>
                  <a:cubicBezTo>
                    <a:pt x="0" y="367"/>
                    <a:pt x="67" y="567"/>
                    <a:pt x="67" y="567"/>
                  </a:cubicBezTo>
                  <a:cubicBezTo>
                    <a:pt x="67" y="567"/>
                    <a:pt x="400" y="567"/>
                    <a:pt x="601" y="534"/>
                  </a:cubicBezTo>
                  <a:cubicBezTo>
                    <a:pt x="834" y="467"/>
                    <a:pt x="1101" y="234"/>
                    <a:pt x="1101" y="234"/>
                  </a:cubicBezTo>
                  <a:cubicBezTo>
                    <a:pt x="1101" y="234"/>
                    <a:pt x="1068" y="34"/>
                    <a:pt x="10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3" name="Google Shape;313;p3"/>
            <p:cNvSpPr/>
            <p:nvPr/>
          </p:nvSpPr>
          <p:spPr>
            <a:xfrm flipH="1">
              <a:off x="8373265" y="898234"/>
              <a:ext cx="20190" cy="11050"/>
            </a:xfrm>
            <a:custGeom>
              <a:avLst/>
              <a:gdLst/>
              <a:ahLst/>
              <a:cxnLst/>
              <a:rect l="l" t="t" r="r" b="b"/>
              <a:pathLst>
                <a:path w="835" h="457" extrusionOk="0">
                  <a:moveTo>
                    <a:pt x="401" y="0"/>
                  </a:moveTo>
                  <a:cubicBezTo>
                    <a:pt x="234" y="0"/>
                    <a:pt x="34" y="167"/>
                    <a:pt x="34" y="167"/>
                  </a:cubicBezTo>
                  <a:cubicBezTo>
                    <a:pt x="0" y="167"/>
                    <a:pt x="67" y="401"/>
                    <a:pt x="67" y="401"/>
                  </a:cubicBezTo>
                  <a:cubicBezTo>
                    <a:pt x="67" y="401"/>
                    <a:pt x="217" y="457"/>
                    <a:pt x="335" y="457"/>
                  </a:cubicBezTo>
                  <a:cubicBezTo>
                    <a:pt x="374" y="457"/>
                    <a:pt x="409" y="451"/>
                    <a:pt x="434" y="434"/>
                  </a:cubicBezTo>
                  <a:lnTo>
                    <a:pt x="701" y="334"/>
                  </a:lnTo>
                  <a:cubicBezTo>
                    <a:pt x="768" y="267"/>
                    <a:pt x="834" y="234"/>
                    <a:pt x="834" y="234"/>
                  </a:cubicBezTo>
                  <a:cubicBezTo>
                    <a:pt x="834" y="200"/>
                    <a:pt x="768" y="34"/>
                    <a:pt x="768" y="34"/>
                  </a:cubicBezTo>
                  <a:cubicBezTo>
                    <a:pt x="768" y="34"/>
                    <a:pt x="734" y="0"/>
                    <a:pt x="6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4" name="Google Shape;314;p3"/>
            <p:cNvSpPr/>
            <p:nvPr/>
          </p:nvSpPr>
          <p:spPr>
            <a:xfrm flipH="1">
              <a:off x="8712026" y="319921"/>
              <a:ext cx="22608" cy="12840"/>
            </a:xfrm>
            <a:custGeom>
              <a:avLst/>
              <a:gdLst/>
              <a:ahLst/>
              <a:cxnLst/>
              <a:rect l="l" t="t" r="r" b="b"/>
              <a:pathLst>
                <a:path w="935" h="531" extrusionOk="0">
                  <a:moveTo>
                    <a:pt x="834" y="0"/>
                  </a:moveTo>
                  <a:cubicBezTo>
                    <a:pt x="834" y="0"/>
                    <a:pt x="534" y="0"/>
                    <a:pt x="401" y="33"/>
                  </a:cubicBezTo>
                  <a:cubicBezTo>
                    <a:pt x="267" y="100"/>
                    <a:pt x="34" y="267"/>
                    <a:pt x="34" y="267"/>
                  </a:cubicBezTo>
                  <a:cubicBezTo>
                    <a:pt x="0" y="267"/>
                    <a:pt x="100" y="500"/>
                    <a:pt x="100" y="500"/>
                  </a:cubicBezTo>
                  <a:cubicBezTo>
                    <a:pt x="100" y="500"/>
                    <a:pt x="219" y="530"/>
                    <a:pt x="348" y="530"/>
                  </a:cubicBezTo>
                  <a:cubicBezTo>
                    <a:pt x="412" y="530"/>
                    <a:pt x="478" y="523"/>
                    <a:pt x="534" y="500"/>
                  </a:cubicBezTo>
                  <a:cubicBezTo>
                    <a:pt x="701" y="434"/>
                    <a:pt x="934" y="234"/>
                    <a:pt x="934" y="234"/>
                  </a:cubicBezTo>
                  <a:cubicBezTo>
                    <a:pt x="934" y="234"/>
                    <a:pt x="834" y="67"/>
                    <a:pt x="8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5" name="Google Shape;315;p3"/>
            <p:cNvSpPr/>
            <p:nvPr/>
          </p:nvSpPr>
          <p:spPr>
            <a:xfrm flipH="1">
              <a:off x="8701532" y="340087"/>
              <a:ext cx="25848" cy="14532"/>
            </a:xfrm>
            <a:custGeom>
              <a:avLst/>
              <a:gdLst/>
              <a:ahLst/>
              <a:cxnLst/>
              <a:rect l="l" t="t" r="r" b="b"/>
              <a:pathLst>
                <a:path w="1069" h="601" extrusionOk="0">
                  <a:moveTo>
                    <a:pt x="1001" y="0"/>
                  </a:moveTo>
                  <a:cubicBezTo>
                    <a:pt x="1001" y="0"/>
                    <a:pt x="668" y="0"/>
                    <a:pt x="468" y="100"/>
                  </a:cubicBezTo>
                  <a:cubicBezTo>
                    <a:pt x="301" y="133"/>
                    <a:pt x="1" y="334"/>
                    <a:pt x="1" y="334"/>
                  </a:cubicBezTo>
                  <a:lnTo>
                    <a:pt x="34" y="600"/>
                  </a:lnTo>
                  <a:cubicBezTo>
                    <a:pt x="34" y="600"/>
                    <a:pt x="401" y="600"/>
                    <a:pt x="634" y="567"/>
                  </a:cubicBezTo>
                  <a:cubicBezTo>
                    <a:pt x="835" y="467"/>
                    <a:pt x="1068" y="267"/>
                    <a:pt x="1068" y="267"/>
                  </a:cubicBezTo>
                  <a:cubicBezTo>
                    <a:pt x="1068" y="234"/>
                    <a:pt x="1035" y="0"/>
                    <a:pt x="10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6" name="Google Shape;316;p3"/>
            <p:cNvSpPr/>
            <p:nvPr/>
          </p:nvSpPr>
          <p:spPr>
            <a:xfrm flipH="1">
              <a:off x="8678150" y="367265"/>
              <a:ext cx="39558" cy="12356"/>
            </a:xfrm>
            <a:custGeom>
              <a:avLst/>
              <a:gdLst/>
              <a:ahLst/>
              <a:cxnLst/>
              <a:rect l="l" t="t" r="r" b="b"/>
              <a:pathLst>
                <a:path w="1636" h="511" extrusionOk="0">
                  <a:moveTo>
                    <a:pt x="1016" y="1"/>
                  </a:moveTo>
                  <a:cubicBezTo>
                    <a:pt x="942" y="1"/>
                    <a:pt x="868" y="3"/>
                    <a:pt x="801" y="10"/>
                  </a:cubicBezTo>
                  <a:cubicBezTo>
                    <a:pt x="501" y="44"/>
                    <a:pt x="1" y="177"/>
                    <a:pt x="1" y="177"/>
                  </a:cubicBezTo>
                  <a:lnTo>
                    <a:pt x="1" y="444"/>
                  </a:lnTo>
                  <a:cubicBezTo>
                    <a:pt x="1" y="444"/>
                    <a:pt x="501" y="511"/>
                    <a:pt x="835" y="511"/>
                  </a:cubicBezTo>
                  <a:cubicBezTo>
                    <a:pt x="1135" y="477"/>
                    <a:pt x="1635" y="310"/>
                    <a:pt x="1635" y="310"/>
                  </a:cubicBezTo>
                  <a:cubicBezTo>
                    <a:pt x="1635" y="310"/>
                    <a:pt x="1602" y="110"/>
                    <a:pt x="1635" y="44"/>
                  </a:cubicBezTo>
                  <a:cubicBezTo>
                    <a:pt x="1635" y="44"/>
                    <a:pt x="1315" y="1"/>
                    <a:pt x="10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7" name="Google Shape;317;p3"/>
            <p:cNvSpPr/>
            <p:nvPr/>
          </p:nvSpPr>
          <p:spPr>
            <a:xfrm flipH="1">
              <a:off x="8670896" y="393307"/>
              <a:ext cx="31482" cy="14556"/>
            </a:xfrm>
            <a:custGeom>
              <a:avLst/>
              <a:gdLst/>
              <a:ahLst/>
              <a:cxnLst/>
              <a:rect l="l" t="t" r="r" b="b"/>
              <a:pathLst>
                <a:path w="1302" h="602" extrusionOk="0">
                  <a:moveTo>
                    <a:pt x="1268" y="1"/>
                  </a:moveTo>
                  <a:cubicBezTo>
                    <a:pt x="1268" y="1"/>
                    <a:pt x="835" y="1"/>
                    <a:pt x="601" y="67"/>
                  </a:cubicBezTo>
                  <a:cubicBezTo>
                    <a:pt x="334" y="134"/>
                    <a:pt x="1" y="368"/>
                    <a:pt x="1" y="368"/>
                  </a:cubicBezTo>
                  <a:cubicBezTo>
                    <a:pt x="1" y="401"/>
                    <a:pt x="101" y="601"/>
                    <a:pt x="101" y="601"/>
                  </a:cubicBezTo>
                  <a:cubicBezTo>
                    <a:pt x="101" y="601"/>
                    <a:pt x="468" y="601"/>
                    <a:pt x="701" y="534"/>
                  </a:cubicBezTo>
                  <a:cubicBezTo>
                    <a:pt x="968" y="468"/>
                    <a:pt x="1302" y="267"/>
                    <a:pt x="1302" y="267"/>
                  </a:cubicBezTo>
                  <a:cubicBezTo>
                    <a:pt x="1302" y="267"/>
                    <a:pt x="1268" y="67"/>
                    <a:pt x="1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8" name="Google Shape;318;p3"/>
            <p:cNvSpPr/>
            <p:nvPr/>
          </p:nvSpPr>
          <p:spPr>
            <a:xfrm flipH="1">
              <a:off x="8554735" y="457844"/>
              <a:ext cx="26646" cy="14532"/>
            </a:xfrm>
            <a:custGeom>
              <a:avLst/>
              <a:gdLst/>
              <a:ahLst/>
              <a:cxnLst/>
              <a:rect l="l" t="t" r="r" b="b"/>
              <a:pathLst>
                <a:path w="1102" h="601" extrusionOk="0">
                  <a:moveTo>
                    <a:pt x="1001" y="0"/>
                  </a:moveTo>
                  <a:cubicBezTo>
                    <a:pt x="1001" y="0"/>
                    <a:pt x="667" y="0"/>
                    <a:pt x="467" y="100"/>
                  </a:cubicBezTo>
                  <a:cubicBezTo>
                    <a:pt x="300" y="134"/>
                    <a:pt x="0" y="367"/>
                    <a:pt x="0" y="367"/>
                  </a:cubicBezTo>
                  <a:lnTo>
                    <a:pt x="34" y="601"/>
                  </a:lnTo>
                  <a:cubicBezTo>
                    <a:pt x="34" y="601"/>
                    <a:pt x="434" y="601"/>
                    <a:pt x="634" y="534"/>
                  </a:cubicBezTo>
                  <a:cubicBezTo>
                    <a:pt x="834" y="434"/>
                    <a:pt x="1101" y="234"/>
                    <a:pt x="1101" y="234"/>
                  </a:cubicBezTo>
                  <a:cubicBezTo>
                    <a:pt x="1101" y="234"/>
                    <a:pt x="1034" y="34"/>
                    <a:pt x="10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9" name="Google Shape;319;p3"/>
            <p:cNvSpPr/>
            <p:nvPr/>
          </p:nvSpPr>
          <p:spPr>
            <a:xfrm flipH="1">
              <a:off x="8543443" y="488480"/>
              <a:ext cx="25050" cy="14556"/>
            </a:xfrm>
            <a:custGeom>
              <a:avLst/>
              <a:gdLst/>
              <a:ahLst/>
              <a:cxnLst/>
              <a:rect l="l" t="t" r="r" b="b"/>
              <a:pathLst>
                <a:path w="1036" h="602" extrusionOk="0">
                  <a:moveTo>
                    <a:pt x="935" y="1"/>
                  </a:moveTo>
                  <a:cubicBezTo>
                    <a:pt x="935" y="1"/>
                    <a:pt x="601" y="1"/>
                    <a:pt x="435" y="101"/>
                  </a:cubicBezTo>
                  <a:cubicBezTo>
                    <a:pt x="268" y="134"/>
                    <a:pt x="1" y="334"/>
                    <a:pt x="1" y="334"/>
                  </a:cubicBezTo>
                  <a:lnTo>
                    <a:pt x="68" y="601"/>
                  </a:lnTo>
                  <a:cubicBezTo>
                    <a:pt x="68" y="601"/>
                    <a:pt x="435" y="601"/>
                    <a:pt x="635" y="501"/>
                  </a:cubicBezTo>
                  <a:cubicBezTo>
                    <a:pt x="802" y="434"/>
                    <a:pt x="1035" y="201"/>
                    <a:pt x="1035" y="201"/>
                  </a:cubicBezTo>
                  <a:cubicBezTo>
                    <a:pt x="1035" y="201"/>
                    <a:pt x="968"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0" name="Google Shape;320;p3"/>
            <p:cNvSpPr/>
            <p:nvPr/>
          </p:nvSpPr>
          <p:spPr>
            <a:xfrm flipH="1">
              <a:off x="8524897" y="522283"/>
              <a:ext cx="29064" cy="14629"/>
            </a:xfrm>
            <a:custGeom>
              <a:avLst/>
              <a:gdLst/>
              <a:ahLst/>
              <a:cxnLst/>
              <a:rect l="l" t="t" r="r" b="b"/>
              <a:pathLst>
                <a:path w="1202" h="605" extrusionOk="0">
                  <a:moveTo>
                    <a:pt x="1141" y="1"/>
                  </a:moveTo>
                  <a:cubicBezTo>
                    <a:pt x="1139" y="1"/>
                    <a:pt x="1137" y="2"/>
                    <a:pt x="1135" y="4"/>
                  </a:cubicBezTo>
                  <a:cubicBezTo>
                    <a:pt x="1135" y="4"/>
                    <a:pt x="734" y="4"/>
                    <a:pt x="534" y="104"/>
                  </a:cubicBezTo>
                  <a:cubicBezTo>
                    <a:pt x="334" y="137"/>
                    <a:pt x="0" y="371"/>
                    <a:pt x="0" y="371"/>
                  </a:cubicBezTo>
                  <a:lnTo>
                    <a:pt x="34" y="604"/>
                  </a:lnTo>
                  <a:cubicBezTo>
                    <a:pt x="34" y="604"/>
                    <a:pt x="401" y="604"/>
                    <a:pt x="668" y="571"/>
                  </a:cubicBezTo>
                  <a:cubicBezTo>
                    <a:pt x="868" y="471"/>
                    <a:pt x="1201" y="237"/>
                    <a:pt x="1201" y="237"/>
                  </a:cubicBezTo>
                  <a:cubicBezTo>
                    <a:pt x="1201" y="206"/>
                    <a:pt x="1172" y="1"/>
                    <a:pt x="11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1" name="Google Shape;321;p3"/>
            <p:cNvSpPr/>
            <p:nvPr/>
          </p:nvSpPr>
          <p:spPr>
            <a:xfrm flipH="1">
              <a:off x="8503135" y="544142"/>
              <a:ext cx="32280" cy="16950"/>
            </a:xfrm>
            <a:custGeom>
              <a:avLst/>
              <a:gdLst/>
              <a:ahLst/>
              <a:cxnLst/>
              <a:rect l="l" t="t" r="r" b="b"/>
              <a:pathLst>
                <a:path w="1335" h="701" extrusionOk="0">
                  <a:moveTo>
                    <a:pt x="1268" y="0"/>
                  </a:moveTo>
                  <a:cubicBezTo>
                    <a:pt x="1268" y="0"/>
                    <a:pt x="835" y="34"/>
                    <a:pt x="601" y="134"/>
                  </a:cubicBezTo>
                  <a:cubicBezTo>
                    <a:pt x="334" y="234"/>
                    <a:pt x="1" y="501"/>
                    <a:pt x="1" y="501"/>
                  </a:cubicBezTo>
                  <a:lnTo>
                    <a:pt x="134" y="701"/>
                  </a:lnTo>
                  <a:cubicBezTo>
                    <a:pt x="134" y="701"/>
                    <a:pt x="568" y="634"/>
                    <a:pt x="768" y="534"/>
                  </a:cubicBezTo>
                  <a:cubicBezTo>
                    <a:pt x="1035" y="467"/>
                    <a:pt x="1335" y="201"/>
                    <a:pt x="1335" y="201"/>
                  </a:cubicBezTo>
                  <a:lnTo>
                    <a:pt x="126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2" name="Google Shape;322;p3"/>
            <p:cNvSpPr/>
            <p:nvPr/>
          </p:nvSpPr>
          <p:spPr>
            <a:xfrm flipH="1">
              <a:off x="8484565" y="573666"/>
              <a:ext cx="32304" cy="16467"/>
            </a:xfrm>
            <a:custGeom>
              <a:avLst/>
              <a:gdLst/>
              <a:ahLst/>
              <a:cxnLst/>
              <a:rect l="l" t="t" r="r" b="b"/>
              <a:pathLst>
                <a:path w="1336" h="681" extrusionOk="0">
                  <a:moveTo>
                    <a:pt x="1261" y="0"/>
                  </a:moveTo>
                  <a:cubicBezTo>
                    <a:pt x="1253" y="0"/>
                    <a:pt x="1244" y="4"/>
                    <a:pt x="1235" y="14"/>
                  </a:cubicBezTo>
                  <a:lnTo>
                    <a:pt x="1002" y="14"/>
                  </a:lnTo>
                  <a:cubicBezTo>
                    <a:pt x="835" y="14"/>
                    <a:pt x="668" y="80"/>
                    <a:pt x="535" y="114"/>
                  </a:cubicBezTo>
                  <a:cubicBezTo>
                    <a:pt x="301" y="180"/>
                    <a:pt x="1" y="481"/>
                    <a:pt x="1" y="481"/>
                  </a:cubicBezTo>
                  <a:lnTo>
                    <a:pt x="134" y="681"/>
                  </a:lnTo>
                  <a:cubicBezTo>
                    <a:pt x="134" y="681"/>
                    <a:pt x="535" y="614"/>
                    <a:pt x="768" y="514"/>
                  </a:cubicBezTo>
                  <a:cubicBezTo>
                    <a:pt x="868" y="481"/>
                    <a:pt x="1002" y="347"/>
                    <a:pt x="1135" y="314"/>
                  </a:cubicBezTo>
                  <a:cubicBezTo>
                    <a:pt x="1268" y="247"/>
                    <a:pt x="1335" y="180"/>
                    <a:pt x="1335" y="180"/>
                  </a:cubicBezTo>
                  <a:cubicBezTo>
                    <a:pt x="1335" y="152"/>
                    <a:pt x="1310" y="0"/>
                    <a:pt x="12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3" name="Google Shape;323;p3"/>
            <p:cNvSpPr/>
            <p:nvPr/>
          </p:nvSpPr>
          <p:spPr>
            <a:xfrm flipH="1">
              <a:off x="8465221" y="596564"/>
              <a:ext cx="26646" cy="15354"/>
            </a:xfrm>
            <a:custGeom>
              <a:avLst/>
              <a:gdLst/>
              <a:ahLst/>
              <a:cxnLst/>
              <a:rect l="l" t="t" r="r" b="b"/>
              <a:pathLst>
                <a:path w="1102" h="635" extrusionOk="0">
                  <a:moveTo>
                    <a:pt x="1002" y="1"/>
                  </a:moveTo>
                  <a:cubicBezTo>
                    <a:pt x="1001" y="1"/>
                    <a:pt x="1000" y="1"/>
                    <a:pt x="1000" y="1"/>
                  </a:cubicBezTo>
                  <a:lnTo>
                    <a:pt x="1000" y="1"/>
                  </a:lnTo>
                  <a:cubicBezTo>
                    <a:pt x="1001" y="1"/>
                    <a:pt x="1002" y="1"/>
                    <a:pt x="1002" y="1"/>
                  </a:cubicBezTo>
                  <a:close/>
                  <a:moveTo>
                    <a:pt x="1000" y="1"/>
                  </a:moveTo>
                  <a:cubicBezTo>
                    <a:pt x="974" y="3"/>
                    <a:pt x="628" y="37"/>
                    <a:pt x="468" y="101"/>
                  </a:cubicBezTo>
                  <a:cubicBezTo>
                    <a:pt x="301" y="167"/>
                    <a:pt x="1" y="368"/>
                    <a:pt x="1" y="368"/>
                  </a:cubicBezTo>
                  <a:lnTo>
                    <a:pt x="68" y="634"/>
                  </a:lnTo>
                  <a:lnTo>
                    <a:pt x="268" y="634"/>
                  </a:lnTo>
                  <a:cubicBezTo>
                    <a:pt x="401" y="634"/>
                    <a:pt x="501" y="634"/>
                    <a:pt x="635" y="568"/>
                  </a:cubicBezTo>
                  <a:cubicBezTo>
                    <a:pt x="835" y="468"/>
                    <a:pt x="1102" y="201"/>
                    <a:pt x="1102" y="201"/>
                  </a:cubicBezTo>
                  <a:cubicBezTo>
                    <a:pt x="1102" y="168"/>
                    <a:pt x="973" y="6"/>
                    <a:pt x="10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4" name="Google Shape;324;p3"/>
            <p:cNvSpPr/>
            <p:nvPr/>
          </p:nvSpPr>
          <p:spPr>
            <a:xfrm flipH="1">
              <a:off x="8020793" y="264258"/>
              <a:ext cx="19392" cy="12936"/>
            </a:xfrm>
            <a:custGeom>
              <a:avLst/>
              <a:gdLst/>
              <a:ahLst/>
              <a:cxnLst/>
              <a:rect l="l" t="t" r="r" b="b"/>
              <a:pathLst>
                <a:path w="802" h="535" extrusionOk="0">
                  <a:moveTo>
                    <a:pt x="401" y="0"/>
                  </a:moveTo>
                  <a:cubicBezTo>
                    <a:pt x="168" y="0"/>
                    <a:pt x="1" y="267"/>
                    <a:pt x="1" y="267"/>
                  </a:cubicBezTo>
                  <a:lnTo>
                    <a:pt x="134" y="467"/>
                  </a:lnTo>
                  <a:cubicBezTo>
                    <a:pt x="134" y="467"/>
                    <a:pt x="334" y="534"/>
                    <a:pt x="435" y="534"/>
                  </a:cubicBezTo>
                  <a:cubicBezTo>
                    <a:pt x="501" y="534"/>
                    <a:pt x="735" y="434"/>
                    <a:pt x="735" y="434"/>
                  </a:cubicBezTo>
                  <a:cubicBezTo>
                    <a:pt x="768" y="434"/>
                    <a:pt x="801" y="234"/>
                    <a:pt x="801" y="167"/>
                  </a:cubicBezTo>
                  <a:cubicBezTo>
                    <a:pt x="801" y="167"/>
                    <a:pt x="768" y="134"/>
                    <a:pt x="668" y="101"/>
                  </a:cubicBezTo>
                  <a:cubicBezTo>
                    <a:pt x="601" y="67"/>
                    <a:pt x="468" y="0"/>
                    <a:pt x="4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5" name="Google Shape;325;p3"/>
            <p:cNvSpPr/>
            <p:nvPr/>
          </p:nvSpPr>
          <p:spPr>
            <a:xfrm flipH="1">
              <a:off x="8012717" y="297772"/>
              <a:ext cx="21810" cy="12840"/>
            </a:xfrm>
            <a:custGeom>
              <a:avLst/>
              <a:gdLst/>
              <a:ahLst/>
              <a:cxnLst/>
              <a:rect l="l" t="t" r="r" b="b"/>
              <a:pathLst>
                <a:path w="902" h="531" extrusionOk="0">
                  <a:moveTo>
                    <a:pt x="554" y="1"/>
                  </a:moveTo>
                  <a:cubicBezTo>
                    <a:pt x="490" y="1"/>
                    <a:pt x="423" y="4"/>
                    <a:pt x="367" y="15"/>
                  </a:cubicBezTo>
                  <a:lnTo>
                    <a:pt x="100" y="149"/>
                  </a:lnTo>
                  <a:cubicBezTo>
                    <a:pt x="34" y="182"/>
                    <a:pt x="0" y="216"/>
                    <a:pt x="0" y="216"/>
                  </a:cubicBezTo>
                  <a:lnTo>
                    <a:pt x="0" y="482"/>
                  </a:lnTo>
                  <a:cubicBezTo>
                    <a:pt x="0" y="482"/>
                    <a:pt x="34" y="516"/>
                    <a:pt x="167" y="516"/>
                  </a:cubicBezTo>
                  <a:cubicBezTo>
                    <a:pt x="201" y="527"/>
                    <a:pt x="238" y="531"/>
                    <a:pt x="276" y="531"/>
                  </a:cubicBezTo>
                  <a:cubicBezTo>
                    <a:pt x="352" y="531"/>
                    <a:pt x="434" y="516"/>
                    <a:pt x="501" y="516"/>
                  </a:cubicBezTo>
                  <a:cubicBezTo>
                    <a:pt x="701" y="416"/>
                    <a:pt x="901" y="249"/>
                    <a:pt x="901" y="249"/>
                  </a:cubicBezTo>
                  <a:cubicBezTo>
                    <a:pt x="901" y="249"/>
                    <a:pt x="868" y="49"/>
                    <a:pt x="801" y="15"/>
                  </a:cubicBezTo>
                  <a:cubicBezTo>
                    <a:pt x="801" y="15"/>
                    <a:pt x="682" y="1"/>
                    <a:pt x="5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6" name="Google Shape;326;p3"/>
            <p:cNvSpPr/>
            <p:nvPr/>
          </p:nvSpPr>
          <p:spPr>
            <a:xfrm flipH="1">
              <a:off x="8003867" y="315520"/>
              <a:ext cx="20166" cy="12042"/>
            </a:xfrm>
            <a:custGeom>
              <a:avLst/>
              <a:gdLst/>
              <a:ahLst/>
              <a:cxnLst/>
              <a:rect l="l" t="t" r="r" b="b"/>
              <a:pathLst>
                <a:path w="834" h="498" extrusionOk="0">
                  <a:moveTo>
                    <a:pt x="549" y="0"/>
                  </a:moveTo>
                  <a:cubicBezTo>
                    <a:pt x="489" y="0"/>
                    <a:pt x="434" y="4"/>
                    <a:pt x="400" y="15"/>
                  </a:cubicBezTo>
                  <a:cubicBezTo>
                    <a:pt x="267" y="82"/>
                    <a:pt x="67" y="249"/>
                    <a:pt x="67" y="249"/>
                  </a:cubicBezTo>
                  <a:cubicBezTo>
                    <a:pt x="0" y="249"/>
                    <a:pt x="100" y="482"/>
                    <a:pt x="100" y="482"/>
                  </a:cubicBezTo>
                  <a:cubicBezTo>
                    <a:pt x="100" y="482"/>
                    <a:pt x="204" y="497"/>
                    <a:pt x="322" y="497"/>
                  </a:cubicBezTo>
                  <a:cubicBezTo>
                    <a:pt x="382" y="497"/>
                    <a:pt x="445" y="493"/>
                    <a:pt x="500" y="482"/>
                  </a:cubicBezTo>
                  <a:cubicBezTo>
                    <a:pt x="634" y="449"/>
                    <a:pt x="834" y="282"/>
                    <a:pt x="834" y="282"/>
                  </a:cubicBezTo>
                  <a:cubicBezTo>
                    <a:pt x="834" y="282"/>
                    <a:pt x="767" y="82"/>
                    <a:pt x="801" y="15"/>
                  </a:cubicBezTo>
                  <a:cubicBezTo>
                    <a:pt x="801" y="15"/>
                    <a:pt x="667" y="0"/>
                    <a:pt x="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7" name="Google Shape;327;p3"/>
            <p:cNvSpPr/>
            <p:nvPr/>
          </p:nvSpPr>
          <p:spPr>
            <a:xfrm flipH="1">
              <a:off x="7990132" y="336049"/>
              <a:ext cx="20190" cy="13734"/>
            </a:xfrm>
            <a:custGeom>
              <a:avLst/>
              <a:gdLst/>
              <a:ahLst/>
              <a:cxnLst/>
              <a:rect l="l" t="t" r="r" b="b"/>
              <a:pathLst>
                <a:path w="835" h="568" extrusionOk="0">
                  <a:moveTo>
                    <a:pt x="767" y="0"/>
                  </a:moveTo>
                  <a:cubicBezTo>
                    <a:pt x="767" y="0"/>
                    <a:pt x="534" y="0"/>
                    <a:pt x="367" y="67"/>
                  </a:cubicBezTo>
                  <a:cubicBezTo>
                    <a:pt x="234" y="134"/>
                    <a:pt x="33" y="300"/>
                    <a:pt x="33" y="300"/>
                  </a:cubicBezTo>
                  <a:cubicBezTo>
                    <a:pt x="0" y="300"/>
                    <a:pt x="67" y="567"/>
                    <a:pt x="67" y="567"/>
                  </a:cubicBezTo>
                  <a:cubicBezTo>
                    <a:pt x="67" y="567"/>
                    <a:pt x="334" y="567"/>
                    <a:pt x="500" y="501"/>
                  </a:cubicBezTo>
                  <a:cubicBezTo>
                    <a:pt x="667" y="467"/>
                    <a:pt x="834" y="267"/>
                    <a:pt x="834" y="267"/>
                  </a:cubicBezTo>
                  <a:cubicBezTo>
                    <a:pt x="834" y="267"/>
                    <a:pt x="767" y="67"/>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8" name="Google Shape;328;p3"/>
            <p:cNvSpPr/>
            <p:nvPr/>
          </p:nvSpPr>
          <p:spPr>
            <a:xfrm flipH="1">
              <a:off x="7967548" y="355393"/>
              <a:ext cx="21012" cy="14556"/>
            </a:xfrm>
            <a:custGeom>
              <a:avLst/>
              <a:gdLst/>
              <a:ahLst/>
              <a:cxnLst/>
              <a:rect l="l" t="t" r="r" b="b"/>
              <a:pathLst>
                <a:path w="869" h="602" extrusionOk="0">
                  <a:moveTo>
                    <a:pt x="768" y="1"/>
                  </a:moveTo>
                  <a:cubicBezTo>
                    <a:pt x="768" y="1"/>
                    <a:pt x="501" y="1"/>
                    <a:pt x="368" y="101"/>
                  </a:cubicBezTo>
                  <a:cubicBezTo>
                    <a:pt x="268" y="134"/>
                    <a:pt x="34" y="334"/>
                    <a:pt x="34" y="334"/>
                  </a:cubicBezTo>
                  <a:cubicBezTo>
                    <a:pt x="1" y="334"/>
                    <a:pt x="101" y="601"/>
                    <a:pt x="101" y="601"/>
                  </a:cubicBezTo>
                  <a:cubicBezTo>
                    <a:pt x="101" y="601"/>
                    <a:pt x="368" y="601"/>
                    <a:pt x="534" y="535"/>
                  </a:cubicBezTo>
                  <a:cubicBezTo>
                    <a:pt x="701" y="468"/>
                    <a:pt x="868" y="201"/>
                    <a:pt x="868" y="201"/>
                  </a:cubicBezTo>
                  <a:cubicBezTo>
                    <a:pt x="835" y="201"/>
                    <a:pt x="768" y="34"/>
                    <a:pt x="7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9" name="Google Shape;329;p3"/>
            <p:cNvSpPr/>
            <p:nvPr/>
          </p:nvSpPr>
          <p:spPr>
            <a:xfrm flipH="1">
              <a:off x="8020793" y="283457"/>
              <a:ext cx="16152" cy="12840"/>
            </a:xfrm>
            <a:custGeom>
              <a:avLst/>
              <a:gdLst/>
              <a:ahLst/>
              <a:cxnLst/>
              <a:rect l="l" t="t" r="r" b="b"/>
              <a:pathLst>
                <a:path w="668" h="531" extrusionOk="0">
                  <a:moveTo>
                    <a:pt x="338" y="0"/>
                  </a:moveTo>
                  <a:cubicBezTo>
                    <a:pt x="323" y="0"/>
                    <a:pt x="310" y="2"/>
                    <a:pt x="301" y="7"/>
                  </a:cubicBezTo>
                  <a:cubicBezTo>
                    <a:pt x="167" y="74"/>
                    <a:pt x="0" y="207"/>
                    <a:pt x="0" y="207"/>
                  </a:cubicBezTo>
                  <a:cubicBezTo>
                    <a:pt x="0" y="274"/>
                    <a:pt x="100" y="474"/>
                    <a:pt x="100" y="474"/>
                  </a:cubicBezTo>
                  <a:cubicBezTo>
                    <a:pt x="100" y="474"/>
                    <a:pt x="213" y="530"/>
                    <a:pt x="297" y="530"/>
                  </a:cubicBezTo>
                  <a:cubicBezTo>
                    <a:pt x="326" y="530"/>
                    <a:pt x="351" y="524"/>
                    <a:pt x="367" y="507"/>
                  </a:cubicBezTo>
                  <a:cubicBezTo>
                    <a:pt x="501" y="474"/>
                    <a:pt x="667" y="307"/>
                    <a:pt x="667" y="307"/>
                  </a:cubicBezTo>
                  <a:cubicBezTo>
                    <a:pt x="667" y="274"/>
                    <a:pt x="634" y="74"/>
                    <a:pt x="601" y="74"/>
                  </a:cubicBezTo>
                  <a:cubicBezTo>
                    <a:pt x="601" y="74"/>
                    <a:pt x="429" y="0"/>
                    <a:pt x="3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0" name="Google Shape;330;p3"/>
            <p:cNvSpPr/>
            <p:nvPr/>
          </p:nvSpPr>
          <p:spPr>
            <a:xfrm flipH="1">
              <a:off x="8923360" y="1620104"/>
              <a:ext cx="17772" cy="13734"/>
            </a:xfrm>
            <a:custGeom>
              <a:avLst/>
              <a:gdLst/>
              <a:ahLst/>
              <a:cxnLst/>
              <a:rect l="l" t="t" r="r" b="b"/>
              <a:pathLst>
                <a:path w="735" h="568" extrusionOk="0">
                  <a:moveTo>
                    <a:pt x="535" y="1"/>
                  </a:moveTo>
                  <a:cubicBezTo>
                    <a:pt x="401" y="1"/>
                    <a:pt x="335" y="34"/>
                    <a:pt x="234" y="68"/>
                  </a:cubicBezTo>
                  <a:cubicBezTo>
                    <a:pt x="68" y="168"/>
                    <a:pt x="1" y="435"/>
                    <a:pt x="1" y="435"/>
                  </a:cubicBezTo>
                  <a:lnTo>
                    <a:pt x="201" y="568"/>
                  </a:lnTo>
                  <a:cubicBezTo>
                    <a:pt x="201" y="568"/>
                    <a:pt x="401" y="501"/>
                    <a:pt x="501" y="435"/>
                  </a:cubicBezTo>
                  <a:lnTo>
                    <a:pt x="668" y="268"/>
                  </a:lnTo>
                  <a:lnTo>
                    <a:pt x="735" y="201"/>
                  </a:lnTo>
                  <a:cubicBezTo>
                    <a:pt x="735" y="134"/>
                    <a:pt x="701" y="1"/>
                    <a:pt x="7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1" name="Google Shape;331;p3"/>
            <p:cNvSpPr/>
            <p:nvPr/>
          </p:nvSpPr>
          <p:spPr>
            <a:xfrm flipH="1">
              <a:off x="8905611" y="1641092"/>
              <a:ext cx="28242" cy="19368"/>
            </a:xfrm>
            <a:custGeom>
              <a:avLst/>
              <a:gdLst/>
              <a:ahLst/>
              <a:cxnLst/>
              <a:rect l="l" t="t" r="r" b="b"/>
              <a:pathLst>
                <a:path w="1168" h="801" extrusionOk="0">
                  <a:moveTo>
                    <a:pt x="867" y="0"/>
                  </a:moveTo>
                  <a:cubicBezTo>
                    <a:pt x="734" y="34"/>
                    <a:pt x="567" y="67"/>
                    <a:pt x="434" y="134"/>
                  </a:cubicBezTo>
                  <a:cubicBezTo>
                    <a:pt x="334" y="200"/>
                    <a:pt x="200" y="300"/>
                    <a:pt x="100" y="400"/>
                  </a:cubicBezTo>
                  <a:cubicBezTo>
                    <a:pt x="34" y="534"/>
                    <a:pt x="0" y="634"/>
                    <a:pt x="0" y="634"/>
                  </a:cubicBezTo>
                  <a:lnTo>
                    <a:pt x="167" y="801"/>
                  </a:lnTo>
                  <a:lnTo>
                    <a:pt x="334" y="701"/>
                  </a:lnTo>
                  <a:cubicBezTo>
                    <a:pt x="434" y="667"/>
                    <a:pt x="567" y="634"/>
                    <a:pt x="667" y="567"/>
                  </a:cubicBezTo>
                  <a:cubicBezTo>
                    <a:pt x="734" y="567"/>
                    <a:pt x="867" y="467"/>
                    <a:pt x="934" y="400"/>
                  </a:cubicBezTo>
                  <a:cubicBezTo>
                    <a:pt x="1034" y="334"/>
                    <a:pt x="1101" y="300"/>
                    <a:pt x="1101" y="300"/>
                  </a:cubicBezTo>
                  <a:cubicBezTo>
                    <a:pt x="1168" y="300"/>
                    <a:pt x="1101" y="67"/>
                    <a:pt x="11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2" name="Google Shape;332;p3"/>
            <p:cNvSpPr/>
            <p:nvPr/>
          </p:nvSpPr>
          <p:spPr>
            <a:xfrm flipH="1">
              <a:off x="8892699" y="1672550"/>
              <a:ext cx="27444" cy="16950"/>
            </a:xfrm>
            <a:custGeom>
              <a:avLst/>
              <a:gdLst/>
              <a:ahLst/>
              <a:cxnLst/>
              <a:rect l="l" t="t" r="r" b="b"/>
              <a:pathLst>
                <a:path w="1135" h="701" extrusionOk="0">
                  <a:moveTo>
                    <a:pt x="1034" y="0"/>
                  </a:moveTo>
                  <a:cubicBezTo>
                    <a:pt x="1034" y="0"/>
                    <a:pt x="667" y="33"/>
                    <a:pt x="467" y="100"/>
                  </a:cubicBezTo>
                  <a:cubicBezTo>
                    <a:pt x="234" y="200"/>
                    <a:pt x="0" y="434"/>
                    <a:pt x="0" y="434"/>
                  </a:cubicBezTo>
                  <a:cubicBezTo>
                    <a:pt x="0" y="500"/>
                    <a:pt x="100" y="701"/>
                    <a:pt x="100" y="701"/>
                  </a:cubicBezTo>
                  <a:cubicBezTo>
                    <a:pt x="100" y="701"/>
                    <a:pt x="467" y="667"/>
                    <a:pt x="667" y="567"/>
                  </a:cubicBezTo>
                  <a:cubicBezTo>
                    <a:pt x="868" y="467"/>
                    <a:pt x="1134" y="234"/>
                    <a:pt x="1134" y="234"/>
                  </a:cubicBezTo>
                  <a:cubicBezTo>
                    <a:pt x="1134" y="234"/>
                    <a:pt x="1068" y="33"/>
                    <a:pt x="10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3" name="Google Shape;333;p3"/>
            <p:cNvSpPr/>
            <p:nvPr/>
          </p:nvSpPr>
          <p:spPr>
            <a:xfrm flipH="1">
              <a:off x="8875773" y="1697552"/>
              <a:ext cx="18570" cy="12719"/>
            </a:xfrm>
            <a:custGeom>
              <a:avLst/>
              <a:gdLst/>
              <a:ahLst/>
              <a:cxnLst/>
              <a:rect l="l" t="t" r="r" b="b"/>
              <a:pathLst>
                <a:path w="768" h="526" extrusionOk="0">
                  <a:moveTo>
                    <a:pt x="534" y="0"/>
                  </a:moveTo>
                  <a:cubicBezTo>
                    <a:pt x="534" y="0"/>
                    <a:pt x="368" y="0"/>
                    <a:pt x="268" y="34"/>
                  </a:cubicBezTo>
                  <a:cubicBezTo>
                    <a:pt x="167" y="67"/>
                    <a:pt x="1" y="200"/>
                    <a:pt x="1" y="200"/>
                  </a:cubicBezTo>
                  <a:lnTo>
                    <a:pt x="1" y="467"/>
                  </a:lnTo>
                  <a:cubicBezTo>
                    <a:pt x="1" y="467"/>
                    <a:pt x="101" y="467"/>
                    <a:pt x="167" y="501"/>
                  </a:cubicBezTo>
                  <a:cubicBezTo>
                    <a:pt x="217" y="517"/>
                    <a:pt x="276" y="526"/>
                    <a:pt x="330" y="526"/>
                  </a:cubicBezTo>
                  <a:cubicBezTo>
                    <a:pt x="384" y="526"/>
                    <a:pt x="434" y="517"/>
                    <a:pt x="468" y="501"/>
                  </a:cubicBezTo>
                  <a:cubicBezTo>
                    <a:pt x="568" y="467"/>
                    <a:pt x="634" y="367"/>
                    <a:pt x="701" y="300"/>
                  </a:cubicBezTo>
                  <a:cubicBezTo>
                    <a:pt x="768" y="200"/>
                    <a:pt x="768" y="134"/>
                    <a:pt x="768" y="134"/>
                  </a:cubicBezTo>
                  <a:cubicBezTo>
                    <a:pt x="768" y="134"/>
                    <a:pt x="568" y="0"/>
                    <a:pt x="5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4" name="Google Shape;334;p3"/>
            <p:cNvSpPr/>
            <p:nvPr/>
          </p:nvSpPr>
          <p:spPr>
            <a:xfrm flipH="1">
              <a:off x="8774145" y="1698350"/>
              <a:ext cx="18570" cy="12477"/>
            </a:xfrm>
            <a:custGeom>
              <a:avLst/>
              <a:gdLst/>
              <a:ahLst/>
              <a:cxnLst/>
              <a:rect l="l" t="t" r="r" b="b"/>
              <a:pathLst>
                <a:path w="768" h="516" extrusionOk="0">
                  <a:moveTo>
                    <a:pt x="534" y="1"/>
                  </a:moveTo>
                  <a:cubicBezTo>
                    <a:pt x="434" y="1"/>
                    <a:pt x="368" y="1"/>
                    <a:pt x="334" y="34"/>
                  </a:cubicBezTo>
                  <a:cubicBezTo>
                    <a:pt x="201" y="101"/>
                    <a:pt x="34" y="267"/>
                    <a:pt x="34" y="267"/>
                  </a:cubicBezTo>
                  <a:cubicBezTo>
                    <a:pt x="1" y="267"/>
                    <a:pt x="67" y="501"/>
                    <a:pt x="67" y="501"/>
                  </a:cubicBezTo>
                  <a:cubicBezTo>
                    <a:pt x="67" y="501"/>
                    <a:pt x="186" y="516"/>
                    <a:pt x="314" y="516"/>
                  </a:cubicBezTo>
                  <a:cubicBezTo>
                    <a:pt x="379" y="516"/>
                    <a:pt x="445" y="512"/>
                    <a:pt x="501" y="501"/>
                  </a:cubicBezTo>
                  <a:cubicBezTo>
                    <a:pt x="568" y="468"/>
                    <a:pt x="668" y="367"/>
                    <a:pt x="701" y="334"/>
                  </a:cubicBezTo>
                  <a:cubicBezTo>
                    <a:pt x="735" y="234"/>
                    <a:pt x="768" y="201"/>
                    <a:pt x="768" y="201"/>
                  </a:cubicBezTo>
                  <a:cubicBezTo>
                    <a:pt x="735" y="167"/>
                    <a:pt x="668" y="1"/>
                    <a:pt x="6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5" name="Google Shape;335;p3"/>
            <p:cNvSpPr/>
            <p:nvPr/>
          </p:nvSpPr>
          <p:spPr>
            <a:xfrm flipH="1">
              <a:off x="8201466" y="1241300"/>
              <a:ext cx="117781" cy="280440"/>
            </a:xfrm>
            <a:custGeom>
              <a:avLst/>
              <a:gdLst/>
              <a:ahLst/>
              <a:cxnLst/>
              <a:rect l="l" t="t" r="r" b="b"/>
              <a:pathLst>
                <a:path w="4871" h="11598" extrusionOk="0">
                  <a:moveTo>
                    <a:pt x="1271" y="0"/>
                  </a:moveTo>
                  <a:cubicBezTo>
                    <a:pt x="1157" y="0"/>
                    <a:pt x="1055" y="200"/>
                    <a:pt x="1168" y="256"/>
                  </a:cubicBezTo>
                  <a:cubicBezTo>
                    <a:pt x="1168" y="256"/>
                    <a:pt x="1435" y="423"/>
                    <a:pt x="1768" y="723"/>
                  </a:cubicBezTo>
                  <a:cubicBezTo>
                    <a:pt x="1968" y="856"/>
                    <a:pt x="2135" y="1056"/>
                    <a:pt x="2335" y="1257"/>
                  </a:cubicBezTo>
                  <a:cubicBezTo>
                    <a:pt x="2535" y="1490"/>
                    <a:pt x="2769" y="1724"/>
                    <a:pt x="2969" y="2024"/>
                  </a:cubicBezTo>
                  <a:cubicBezTo>
                    <a:pt x="3002" y="2091"/>
                    <a:pt x="3103" y="2157"/>
                    <a:pt x="3136" y="2224"/>
                  </a:cubicBezTo>
                  <a:lnTo>
                    <a:pt x="3269" y="2491"/>
                  </a:lnTo>
                  <a:cubicBezTo>
                    <a:pt x="3336" y="2658"/>
                    <a:pt x="3469" y="2824"/>
                    <a:pt x="3536" y="2991"/>
                  </a:cubicBezTo>
                  <a:cubicBezTo>
                    <a:pt x="3636" y="3158"/>
                    <a:pt x="3703" y="3358"/>
                    <a:pt x="3803" y="3525"/>
                  </a:cubicBezTo>
                  <a:cubicBezTo>
                    <a:pt x="3870" y="3692"/>
                    <a:pt x="3970" y="3858"/>
                    <a:pt x="4003" y="4059"/>
                  </a:cubicBezTo>
                  <a:cubicBezTo>
                    <a:pt x="4037" y="4225"/>
                    <a:pt x="4137" y="4426"/>
                    <a:pt x="4170" y="4592"/>
                  </a:cubicBezTo>
                  <a:cubicBezTo>
                    <a:pt x="4203" y="4759"/>
                    <a:pt x="4203" y="4993"/>
                    <a:pt x="4270" y="5159"/>
                  </a:cubicBezTo>
                  <a:cubicBezTo>
                    <a:pt x="4270" y="5259"/>
                    <a:pt x="4303" y="5360"/>
                    <a:pt x="4303" y="5426"/>
                  </a:cubicBezTo>
                  <a:lnTo>
                    <a:pt x="4303" y="5693"/>
                  </a:lnTo>
                  <a:lnTo>
                    <a:pt x="4303" y="6193"/>
                  </a:lnTo>
                  <a:cubicBezTo>
                    <a:pt x="4203" y="6827"/>
                    <a:pt x="4103" y="7594"/>
                    <a:pt x="3703" y="8262"/>
                  </a:cubicBezTo>
                  <a:cubicBezTo>
                    <a:pt x="3336" y="8929"/>
                    <a:pt x="2836" y="9563"/>
                    <a:pt x="2302" y="9963"/>
                  </a:cubicBezTo>
                  <a:cubicBezTo>
                    <a:pt x="2169" y="10096"/>
                    <a:pt x="2035" y="10196"/>
                    <a:pt x="1935" y="10330"/>
                  </a:cubicBezTo>
                  <a:cubicBezTo>
                    <a:pt x="1735" y="10396"/>
                    <a:pt x="1635" y="10497"/>
                    <a:pt x="1501" y="10563"/>
                  </a:cubicBezTo>
                  <a:cubicBezTo>
                    <a:pt x="1201" y="10730"/>
                    <a:pt x="1001" y="10863"/>
                    <a:pt x="801" y="10930"/>
                  </a:cubicBezTo>
                  <a:cubicBezTo>
                    <a:pt x="367" y="11097"/>
                    <a:pt x="134" y="11230"/>
                    <a:pt x="134" y="11230"/>
                  </a:cubicBezTo>
                  <a:cubicBezTo>
                    <a:pt x="0" y="11330"/>
                    <a:pt x="100" y="11564"/>
                    <a:pt x="167" y="11597"/>
                  </a:cubicBezTo>
                  <a:cubicBezTo>
                    <a:pt x="167" y="11597"/>
                    <a:pt x="434" y="11531"/>
                    <a:pt x="868" y="11364"/>
                  </a:cubicBezTo>
                  <a:cubicBezTo>
                    <a:pt x="1101" y="11264"/>
                    <a:pt x="1335" y="11164"/>
                    <a:pt x="1635" y="10997"/>
                  </a:cubicBezTo>
                  <a:cubicBezTo>
                    <a:pt x="1802" y="10897"/>
                    <a:pt x="1935" y="10830"/>
                    <a:pt x="2102" y="10730"/>
                  </a:cubicBezTo>
                  <a:cubicBezTo>
                    <a:pt x="2235" y="10597"/>
                    <a:pt x="2369" y="10530"/>
                    <a:pt x="2535" y="10396"/>
                  </a:cubicBezTo>
                  <a:cubicBezTo>
                    <a:pt x="3169" y="9929"/>
                    <a:pt x="3770" y="9329"/>
                    <a:pt x="4170" y="8562"/>
                  </a:cubicBezTo>
                  <a:cubicBezTo>
                    <a:pt x="4637" y="7828"/>
                    <a:pt x="4804" y="6994"/>
                    <a:pt x="4870" y="6227"/>
                  </a:cubicBezTo>
                  <a:lnTo>
                    <a:pt x="4870" y="5660"/>
                  </a:lnTo>
                  <a:lnTo>
                    <a:pt x="4870" y="5360"/>
                  </a:lnTo>
                  <a:cubicBezTo>
                    <a:pt x="4870" y="5259"/>
                    <a:pt x="4837" y="5159"/>
                    <a:pt x="4837" y="5059"/>
                  </a:cubicBezTo>
                  <a:lnTo>
                    <a:pt x="4704" y="4426"/>
                  </a:lnTo>
                  <a:cubicBezTo>
                    <a:pt x="4637" y="4225"/>
                    <a:pt x="4604" y="4025"/>
                    <a:pt x="4504" y="3825"/>
                  </a:cubicBezTo>
                  <a:cubicBezTo>
                    <a:pt x="4437" y="3592"/>
                    <a:pt x="4337" y="3425"/>
                    <a:pt x="4270" y="3225"/>
                  </a:cubicBezTo>
                  <a:cubicBezTo>
                    <a:pt x="4137" y="3058"/>
                    <a:pt x="4103" y="2858"/>
                    <a:pt x="3970" y="2691"/>
                  </a:cubicBezTo>
                  <a:cubicBezTo>
                    <a:pt x="3836" y="2524"/>
                    <a:pt x="3770" y="2357"/>
                    <a:pt x="3636" y="2191"/>
                  </a:cubicBezTo>
                  <a:cubicBezTo>
                    <a:pt x="3603" y="2091"/>
                    <a:pt x="3503" y="2024"/>
                    <a:pt x="3469" y="1924"/>
                  </a:cubicBezTo>
                  <a:cubicBezTo>
                    <a:pt x="3436" y="1857"/>
                    <a:pt x="3336" y="1824"/>
                    <a:pt x="3303" y="1724"/>
                  </a:cubicBezTo>
                  <a:cubicBezTo>
                    <a:pt x="3036" y="1423"/>
                    <a:pt x="2836" y="1190"/>
                    <a:pt x="2602" y="990"/>
                  </a:cubicBezTo>
                  <a:cubicBezTo>
                    <a:pt x="2335" y="756"/>
                    <a:pt x="2169" y="556"/>
                    <a:pt x="1968" y="423"/>
                  </a:cubicBezTo>
                  <a:lnTo>
                    <a:pt x="1335" y="22"/>
                  </a:lnTo>
                  <a:cubicBezTo>
                    <a:pt x="1314" y="7"/>
                    <a:pt x="1292" y="0"/>
                    <a:pt x="12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6" name="Google Shape;336;p3"/>
            <p:cNvSpPr/>
            <p:nvPr/>
          </p:nvSpPr>
          <p:spPr>
            <a:xfrm flipH="1">
              <a:off x="7627892" y="576737"/>
              <a:ext cx="578071" cy="256574"/>
            </a:xfrm>
            <a:custGeom>
              <a:avLst/>
              <a:gdLst/>
              <a:ahLst/>
              <a:cxnLst/>
              <a:rect l="l" t="t" r="r" b="b"/>
              <a:pathLst>
                <a:path w="23907" h="10611" extrusionOk="0">
                  <a:moveTo>
                    <a:pt x="23735" y="0"/>
                  </a:moveTo>
                  <a:cubicBezTo>
                    <a:pt x="23662" y="0"/>
                    <a:pt x="23579" y="55"/>
                    <a:pt x="23535" y="187"/>
                  </a:cubicBezTo>
                  <a:cubicBezTo>
                    <a:pt x="23535" y="187"/>
                    <a:pt x="23502" y="320"/>
                    <a:pt x="23435" y="520"/>
                  </a:cubicBezTo>
                  <a:cubicBezTo>
                    <a:pt x="23435" y="620"/>
                    <a:pt x="23335" y="721"/>
                    <a:pt x="23269" y="854"/>
                  </a:cubicBezTo>
                  <a:cubicBezTo>
                    <a:pt x="23202" y="887"/>
                    <a:pt x="23169" y="987"/>
                    <a:pt x="23135" y="1054"/>
                  </a:cubicBezTo>
                  <a:cubicBezTo>
                    <a:pt x="23102" y="1121"/>
                    <a:pt x="23002" y="1188"/>
                    <a:pt x="22968" y="1288"/>
                  </a:cubicBezTo>
                  <a:cubicBezTo>
                    <a:pt x="22868" y="1354"/>
                    <a:pt x="22835" y="1454"/>
                    <a:pt x="22768" y="1521"/>
                  </a:cubicBezTo>
                  <a:lnTo>
                    <a:pt x="22501" y="1788"/>
                  </a:lnTo>
                  <a:cubicBezTo>
                    <a:pt x="22335" y="1955"/>
                    <a:pt x="22134" y="2055"/>
                    <a:pt x="21934" y="2222"/>
                  </a:cubicBezTo>
                  <a:cubicBezTo>
                    <a:pt x="21467" y="2555"/>
                    <a:pt x="20967" y="2855"/>
                    <a:pt x="20333" y="3056"/>
                  </a:cubicBezTo>
                  <a:cubicBezTo>
                    <a:pt x="19132" y="3556"/>
                    <a:pt x="17665" y="3856"/>
                    <a:pt x="16197" y="4156"/>
                  </a:cubicBezTo>
                  <a:cubicBezTo>
                    <a:pt x="14796" y="4390"/>
                    <a:pt x="13328" y="4657"/>
                    <a:pt x="12027" y="4857"/>
                  </a:cubicBezTo>
                  <a:cubicBezTo>
                    <a:pt x="9459" y="5324"/>
                    <a:pt x="6156" y="5991"/>
                    <a:pt x="3721" y="7292"/>
                  </a:cubicBezTo>
                  <a:cubicBezTo>
                    <a:pt x="2520" y="7892"/>
                    <a:pt x="1586" y="8660"/>
                    <a:pt x="986" y="9293"/>
                  </a:cubicBezTo>
                  <a:cubicBezTo>
                    <a:pt x="686" y="9560"/>
                    <a:pt x="452" y="9827"/>
                    <a:pt x="319" y="10027"/>
                  </a:cubicBezTo>
                  <a:cubicBezTo>
                    <a:pt x="185" y="10194"/>
                    <a:pt x="119" y="10327"/>
                    <a:pt x="119" y="10327"/>
                  </a:cubicBezTo>
                  <a:cubicBezTo>
                    <a:pt x="1" y="10469"/>
                    <a:pt x="116" y="10610"/>
                    <a:pt x="253" y="10610"/>
                  </a:cubicBezTo>
                  <a:cubicBezTo>
                    <a:pt x="310" y="10610"/>
                    <a:pt x="370" y="10586"/>
                    <a:pt x="419" y="10528"/>
                  </a:cubicBezTo>
                  <a:cubicBezTo>
                    <a:pt x="419" y="10528"/>
                    <a:pt x="486" y="10394"/>
                    <a:pt x="619" y="10227"/>
                  </a:cubicBezTo>
                  <a:cubicBezTo>
                    <a:pt x="753" y="10061"/>
                    <a:pt x="953" y="9827"/>
                    <a:pt x="1253" y="9527"/>
                  </a:cubicBezTo>
                  <a:cubicBezTo>
                    <a:pt x="1853" y="8993"/>
                    <a:pt x="2787" y="8293"/>
                    <a:pt x="3955" y="7726"/>
                  </a:cubicBezTo>
                  <a:cubicBezTo>
                    <a:pt x="6323" y="6558"/>
                    <a:pt x="9592" y="5991"/>
                    <a:pt x="12127" y="5524"/>
                  </a:cubicBezTo>
                  <a:cubicBezTo>
                    <a:pt x="13395" y="5290"/>
                    <a:pt x="14863" y="5024"/>
                    <a:pt x="16330" y="4723"/>
                  </a:cubicBezTo>
                  <a:cubicBezTo>
                    <a:pt x="17798" y="4457"/>
                    <a:pt x="19232" y="4056"/>
                    <a:pt x="20500" y="3523"/>
                  </a:cubicBezTo>
                  <a:cubicBezTo>
                    <a:pt x="21134" y="3289"/>
                    <a:pt x="21701" y="2955"/>
                    <a:pt x="22168" y="2622"/>
                  </a:cubicBezTo>
                  <a:cubicBezTo>
                    <a:pt x="22368" y="2455"/>
                    <a:pt x="22635" y="2288"/>
                    <a:pt x="22802" y="2055"/>
                  </a:cubicBezTo>
                  <a:lnTo>
                    <a:pt x="23035" y="1821"/>
                  </a:lnTo>
                  <a:cubicBezTo>
                    <a:pt x="23135" y="1688"/>
                    <a:pt x="23169" y="1621"/>
                    <a:pt x="23235" y="1521"/>
                  </a:cubicBezTo>
                  <a:cubicBezTo>
                    <a:pt x="23302" y="1454"/>
                    <a:pt x="23369" y="1354"/>
                    <a:pt x="23402" y="1288"/>
                  </a:cubicBezTo>
                  <a:lnTo>
                    <a:pt x="23535" y="1021"/>
                  </a:lnTo>
                  <a:cubicBezTo>
                    <a:pt x="23636" y="854"/>
                    <a:pt x="23702" y="721"/>
                    <a:pt x="23769" y="620"/>
                  </a:cubicBezTo>
                  <a:lnTo>
                    <a:pt x="23869" y="220"/>
                  </a:lnTo>
                  <a:cubicBezTo>
                    <a:pt x="23906" y="89"/>
                    <a:pt x="23828" y="0"/>
                    <a:pt x="237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7" name="Google Shape;337;p3"/>
            <p:cNvSpPr/>
            <p:nvPr/>
          </p:nvSpPr>
          <p:spPr>
            <a:xfrm flipH="1">
              <a:off x="8955616" y="677350"/>
              <a:ext cx="372662" cy="364465"/>
            </a:xfrm>
            <a:custGeom>
              <a:avLst/>
              <a:gdLst/>
              <a:ahLst/>
              <a:cxnLst/>
              <a:rect l="l" t="t" r="r" b="b"/>
              <a:pathLst>
                <a:path w="15412" h="15073" extrusionOk="0">
                  <a:moveTo>
                    <a:pt x="15180" y="0"/>
                  </a:moveTo>
                  <a:cubicBezTo>
                    <a:pt x="15073" y="0"/>
                    <a:pt x="14949" y="82"/>
                    <a:pt x="14911" y="195"/>
                  </a:cubicBezTo>
                  <a:lnTo>
                    <a:pt x="14911" y="496"/>
                  </a:lnTo>
                  <a:cubicBezTo>
                    <a:pt x="14911" y="562"/>
                    <a:pt x="14978" y="696"/>
                    <a:pt x="14911" y="829"/>
                  </a:cubicBezTo>
                  <a:cubicBezTo>
                    <a:pt x="14911" y="963"/>
                    <a:pt x="14878" y="1129"/>
                    <a:pt x="14878" y="1296"/>
                  </a:cubicBezTo>
                  <a:cubicBezTo>
                    <a:pt x="14744" y="1963"/>
                    <a:pt x="14377" y="2831"/>
                    <a:pt x="13577" y="3565"/>
                  </a:cubicBezTo>
                  <a:cubicBezTo>
                    <a:pt x="12843" y="4332"/>
                    <a:pt x="11742" y="4999"/>
                    <a:pt x="10708" y="5699"/>
                  </a:cubicBezTo>
                  <a:cubicBezTo>
                    <a:pt x="10174" y="6033"/>
                    <a:pt x="9641" y="6400"/>
                    <a:pt x="9174" y="6834"/>
                  </a:cubicBezTo>
                  <a:cubicBezTo>
                    <a:pt x="8907" y="7000"/>
                    <a:pt x="8707" y="7234"/>
                    <a:pt x="8507" y="7467"/>
                  </a:cubicBezTo>
                  <a:cubicBezTo>
                    <a:pt x="8306" y="7667"/>
                    <a:pt x="8140" y="7901"/>
                    <a:pt x="7973" y="8134"/>
                  </a:cubicBezTo>
                  <a:cubicBezTo>
                    <a:pt x="7239" y="9035"/>
                    <a:pt x="6705" y="10169"/>
                    <a:pt x="6138" y="11303"/>
                  </a:cubicBezTo>
                  <a:cubicBezTo>
                    <a:pt x="5571" y="12404"/>
                    <a:pt x="4904" y="13472"/>
                    <a:pt x="4003" y="14005"/>
                  </a:cubicBezTo>
                  <a:cubicBezTo>
                    <a:pt x="3069" y="14539"/>
                    <a:pt x="2069" y="14639"/>
                    <a:pt x="1402" y="14639"/>
                  </a:cubicBezTo>
                  <a:cubicBezTo>
                    <a:pt x="1035" y="14639"/>
                    <a:pt x="768" y="14572"/>
                    <a:pt x="568" y="14572"/>
                  </a:cubicBezTo>
                  <a:lnTo>
                    <a:pt x="267" y="14572"/>
                  </a:lnTo>
                  <a:cubicBezTo>
                    <a:pt x="67" y="14572"/>
                    <a:pt x="1" y="14906"/>
                    <a:pt x="234" y="14973"/>
                  </a:cubicBezTo>
                  <a:cubicBezTo>
                    <a:pt x="234" y="14973"/>
                    <a:pt x="334" y="14973"/>
                    <a:pt x="534" y="15006"/>
                  </a:cubicBezTo>
                  <a:cubicBezTo>
                    <a:pt x="701" y="15039"/>
                    <a:pt x="1001" y="15073"/>
                    <a:pt x="1368" y="15073"/>
                  </a:cubicBezTo>
                  <a:lnTo>
                    <a:pt x="1935" y="15073"/>
                  </a:lnTo>
                  <a:cubicBezTo>
                    <a:pt x="2202" y="15073"/>
                    <a:pt x="2402" y="15039"/>
                    <a:pt x="2669" y="15006"/>
                  </a:cubicBezTo>
                  <a:cubicBezTo>
                    <a:pt x="3169" y="14973"/>
                    <a:pt x="3703" y="14806"/>
                    <a:pt x="4237" y="14506"/>
                  </a:cubicBezTo>
                  <a:cubicBezTo>
                    <a:pt x="4737" y="14172"/>
                    <a:pt x="5271" y="13739"/>
                    <a:pt x="5671" y="13238"/>
                  </a:cubicBezTo>
                  <a:cubicBezTo>
                    <a:pt x="6072" y="12738"/>
                    <a:pt x="6405" y="12171"/>
                    <a:pt x="6705" y="11637"/>
                  </a:cubicBezTo>
                  <a:cubicBezTo>
                    <a:pt x="7339" y="10503"/>
                    <a:pt x="7906" y="9402"/>
                    <a:pt x="8540" y="8568"/>
                  </a:cubicBezTo>
                  <a:lnTo>
                    <a:pt x="9040" y="7968"/>
                  </a:lnTo>
                  <a:cubicBezTo>
                    <a:pt x="9240" y="7734"/>
                    <a:pt x="9441" y="7567"/>
                    <a:pt x="9674" y="7367"/>
                  </a:cubicBezTo>
                  <a:cubicBezTo>
                    <a:pt x="10141" y="6967"/>
                    <a:pt x="10641" y="6633"/>
                    <a:pt x="11108" y="6233"/>
                  </a:cubicBezTo>
                  <a:cubicBezTo>
                    <a:pt x="12143" y="5533"/>
                    <a:pt x="13210" y="4832"/>
                    <a:pt x="14011" y="3965"/>
                  </a:cubicBezTo>
                  <a:cubicBezTo>
                    <a:pt x="14844" y="3131"/>
                    <a:pt x="15245" y="2063"/>
                    <a:pt x="15345" y="1330"/>
                  </a:cubicBezTo>
                  <a:cubicBezTo>
                    <a:pt x="15345" y="1163"/>
                    <a:pt x="15378" y="996"/>
                    <a:pt x="15378" y="829"/>
                  </a:cubicBezTo>
                  <a:cubicBezTo>
                    <a:pt x="15412" y="662"/>
                    <a:pt x="15378" y="529"/>
                    <a:pt x="15378" y="462"/>
                  </a:cubicBezTo>
                  <a:cubicBezTo>
                    <a:pt x="15345" y="296"/>
                    <a:pt x="15345" y="162"/>
                    <a:pt x="15345" y="162"/>
                  </a:cubicBezTo>
                  <a:cubicBezTo>
                    <a:pt x="15330" y="47"/>
                    <a:pt x="15260" y="0"/>
                    <a:pt x="151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338" name="Google Shape;338;p3"/>
            <p:cNvGrpSpPr/>
            <p:nvPr/>
          </p:nvGrpSpPr>
          <p:grpSpPr>
            <a:xfrm flipH="1">
              <a:off x="7265845" y="-20654"/>
              <a:ext cx="2069687" cy="5143763"/>
              <a:chOff x="3610" y="8"/>
              <a:chExt cx="2069687" cy="5143763"/>
            </a:xfrm>
          </p:grpSpPr>
          <p:sp>
            <p:nvSpPr>
              <p:cNvPr id="339" name="Google Shape;339;p3"/>
              <p:cNvSpPr/>
              <p:nvPr/>
            </p:nvSpPr>
            <p:spPr>
              <a:xfrm>
                <a:off x="627889" y="3237468"/>
                <a:ext cx="41058" cy="76989"/>
              </a:xfrm>
              <a:custGeom>
                <a:avLst/>
                <a:gdLst/>
                <a:ahLst/>
                <a:cxnLst/>
                <a:rect l="l" t="t" r="r" b="b"/>
                <a:pathLst>
                  <a:path w="1698" h="3184" extrusionOk="0">
                    <a:moveTo>
                      <a:pt x="1396" y="1"/>
                    </a:moveTo>
                    <a:cubicBezTo>
                      <a:pt x="1383" y="1"/>
                      <a:pt x="1373" y="5"/>
                      <a:pt x="1368" y="14"/>
                    </a:cubicBezTo>
                    <a:cubicBezTo>
                      <a:pt x="1368" y="14"/>
                      <a:pt x="1202" y="214"/>
                      <a:pt x="1001" y="448"/>
                    </a:cubicBezTo>
                    <a:cubicBezTo>
                      <a:pt x="801" y="715"/>
                      <a:pt x="568" y="1082"/>
                      <a:pt x="401" y="1382"/>
                    </a:cubicBezTo>
                    <a:cubicBezTo>
                      <a:pt x="301" y="1715"/>
                      <a:pt x="134" y="2116"/>
                      <a:pt x="67" y="2449"/>
                    </a:cubicBezTo>
                    <a:cubicBezTo>
                      <a:pt x="34" y="2783"/>
                      <a:pt x="1" y="3050"/>
                      <a:pt x="1" y="3050"/>
                    </a:cubicBezTo>
                    <a:cubicBezTo>
                      <a:pt x="1" y="3083"/>
                      <a:pt x="334" y="3183"/>
                      <a:pt x="334" y="3183"/>
                    </a:cubicBezTo>
                    <a:cubicBezTo>
                      <a:pt x="334" y="3183"/>
                      <a:pt x="735" y="2282"/>
                      <a:pt x="1035" y="1715"/>
                    </a:cubicBezTo>
                    <a:cubicBezTo>
                      <a:pt x="1202" y="1415"/>
                      <a:pt x="1335" y="1048"/>
                      <a:pt x="1468" y="748"/>
                    </a:cubicBezTo>
                    <a:cubicBezTo>
                      <a:pt x="1569" y="448"/>
                      <a:pt x="1669" y="214"/>
                      <a:pt x="1669" y="214"/>
                    </a:cubicBezTo>
                    <a:cubicBezTo>
                      <a:pt x="1697" y="157"/>
                      <a:pt x="1479" y="1"/>
                      <a:pt x="13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0" name="Google Shape;340;p3"/>
              <p:cNvSpPr/>
              <p:nvPr/>
            </p:nvSpPr>
            <p:spPr>
              <a:xfrm>
                <a:off x="615001" y="3378873"/>
                <a:ext cx="27662" cy="156324"/>
              </a:xfrm>
              <a:custGeom>
                <a:avLst/>
                <a:gdLst/>
                <a:ahLst/>
                <a:cxnLst/>
                <a:rect l="l" t="t" r="r" b="b"/>
                <a:pathLst>
                  <a:path w="1144" h="6465" extrusionOk="0">
                    <a:moveTo>
                      <a:pt x="578" y="0"/>
                    </a:moveTo>
                    <a:cubicBezTo>
                      <a:pt x="539" y="0"/>
                      <a:pt x="509" y="11"/>
                      <a:pt x="500" y="37"/>
                    </a:cubicBezTo>
                    <a:cubicBezTo>
                      <a:pt x="500" y="37"/>
                      <a:pt x="434" y="171"/>
                      <a:pt x="400" y="371"/>
                    </a:cubicBezTo>
                    <a:cubicBezTo>
                      <a:pt x="334" y="571"/>
                      <a:pt x="234" y="838"/>
                      <a:pt x="200" y="1171"/>
                    </a:cubicBezTo>
                    <a:cubicBezTo>
                      <a:pt x="33" y="1838"/>
                      <a:pt x="0" y="2672"/>
                      <a:pt x="33" y="3273"/>
                    </a:cubicBezTo>
                    <a:cubicBezTo>
                      <a:pt x="67" y="3940"/>
                      <a:pt x="200" y="4740"/>
                      <a:pt x="400" y="5374"/>
                    </a:cubicBezTo>
                    <a:cubicBezTo>
                      <a:pt x="500" y="5708"/>
                      <a:pt x="567" y="5941"/>
                      <a:pt x="667" y="6175"/>
                    </a:cubicBezTo>
                    <a:cubicBezTo>
                      <a:pt x="734" y="6342"/>
                      <a:pt x="767" y="6442"/>
                      <a:pt x="767" y="6442"/>
                    </a:cubicBezTo>
                    <a:cubicBezTo>
                      <a:pt x="783" y="6458"/>
                      <a:pt x="815" y="6464"/>
                      <a:pt x="852" y="6464"/>
                    </a:cubicBezTo>
                    <a:cubicBezTo>
                      <a:pt x="969" y="6464"/>
                      <a:pt x="1143" y="6400"/>
                      <a:pt x="1067" y="6375"/>
                    </a:cubicBezTo>
                    <a:cubicBezTo>
                      <a:pt x="1067" y="6375"/>
                      <a:pt x="1067" y="6242"/>
                      <a:pt x="1034" y="6041"/>
                    </a:cubicBezTo>
                    <a:cubicBezTo>
                      <a:pt x="1001" y="5841"/>
                      <a:pt x="934" y="5574"/>
                      <a:pt x="901" y="5241"/>
                    </a:cubicBezTo>
                    <a:cubicBezTo>
                      <a:pt x="834" y="4607"/>
                      <a:pt x="767" y="3840"/>
                      <a:pt x="734" y="3239"/>
                    </a:cubicBezTo>
                    <a:cubicBezTo>
                      <a:pt x="734" y="2672"/>
                      <a:pt x="701" y="1872"/>
                      <a:pt x="734" y="1238"/>
                    </a:cubicBezTo>
                    <a:cubicBezTo>
                      <a:pt x="734" y="904"/>
                      <a:pt x="767" y="671"/>
                      <a:pt x="834" y="437"/>
                    </a:cubicBezTo>
                    <a:cubicBezTo>
                      <a:pt x="867" y="237"/>
                      <a:pt x="867" y="104"/>
                      <a:pt x="867" y="104"/>
                    </a:cubicBezTo>
                    <a:cubicBezTo>
                      <a:pt x="867" y="79"/>
                      <a:pt x="687" y="0"/>
                      <a:pt x="5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1" name="Google Shape;341;p3"/>
              <p:cNvSpPr/>
              <p:nvPr/>
            </p:nvSpPr>
            <p:spPr>
              <a:xfrm>
                <a:off x="683551" y="3621181"/>
                <a:ext cx="66156" cy="105425"/>
              </a:xfrm>
              <a:custGeom>
                <a:avLst/>
                <a:gdLst/>
                <a:ahLst/>
                <a:cxnLst/>
                <a:rect l="l" t="t" r="r" b="b"/>
                <a:pathLst>
                  <a:path w="2736" h="4360" extrusionOk="0">
                    <a:moveTo>
                      <a:pt x="300" y="1"/>
                    </a:moveTo>
                    <a:cubicBezTo>
                      <a:pt x="193" y="1"/>
                      <a:pt x="0" y="65"/>
                      <a:pt x="0" y="90"/>
                    </a:cubicBezTo>
                    <a:cubicBezTo>
                      <a:pt x="0" y="90"/>
                      <a:pt x="34" y="190"/>
                      <a:pt x="34" y="357"/>
                    </a:cubicBezTo>
                    <a:cubicBezTo>
                      <a:pt x="34" y="524"/>
                      <a:pt x="67" y="724"/>
                      <a:pt x="100" y="991"/>
                    </a:cubicBezTo>
                    <a:cubicBezTo>
                      <a:pt x="201" y="1524"/>
                      <a:pt x="401" y="2091"/>
                      <a:pt x="668" y="2558"/>
                    </a:cubicBezTo>
                    <a:cubicBezTo>
                      <a:pt x="901" y="3025"/>
                      <a:pt x="1335" y="3526"/>
                      <a:pt x="1735" y="3859"/>
                    </a:cubicBezTo>
                    <a:cubicBezTo>
                      <a:pt x="1868" y="3926"/>
                      <a:pt x="1935" y="4026"/>
                      <a:pt x="2035" y="4059"/>
                    </a:cubicBezTo>
                    <a:cubicBezTo>
                      <a:pt x="2102" y="4160"/>
                      <a:pt x="2202" y="4193"/>
                      <a:pt x="2269" y="4226"/>
                    </a:cubicBezTo>
                    <a:cubicBezTo>
                      <a:pt x="2402" y="4326"/>
                      <a:pt x="2502" y="4360"/>
                      <a:pt x="2502" y="4360"/>
                    </a:cubicBezTo>
                    <a:cubicBezTo>
                      <a:pt x="2536" y="4360"/>
                      <a:pt x="2702" y="4059"/>
                      <a:pt x="2736" y="4059"/>
                    </a:cubicBezTo>
                    <a:cubicBezTo>
                      <a:pt x="2736" y="4059"/>
                      <a:pt x="2702" y="3959"/>
                      <a:pt x="2569" y="3893"/>
                    </a:cubicBezTo>
                    <a:cubicBezTo>
                      <a:pt x="2502" y="3859"/>
                      <a:pt x="2435" y="3826"/>
                      <a:pt x="2369" y="3726"/>
                    </a:cubicBezTo>
                    <a:cubicBezTo>
                      <a:pt x="2335" y="3626"/>
                      <a:pt x="2235" y="3559"/>
                      <a:pt x="2169" y="3492"/>
                    </a:cubicBezTo>
                    <a:cubicBezTo>
                      <a:pt x="1835" y="3125"/>
                      <a:pt x="1568" y="2592"/>
                      <a:pt x="1335" y="2225"/>
                    </a:cubicBezTo>
                    <a:cubicBezTo>
                      <a:pt x="1101" y="1825"/>
                      <a:pt x="834" y="1324"/>
                      <a:pt x="668" y="857"/>
                    </a:cubicBezTo>
                    <a:cubicBezTo>
                      <a:pt x="567" y="590"/>
                      <a:pt x="501" y="390"/>
                      <a:pt x="434" y="257"/>
                    </a:cubicBezTo>
                    <a:cubicBezTo>
                      <a:pt x="401" y="90"/>
                      <a:pt x="367" y="23"/>
                      <a:pt x="367" y="23"/>
                    </a:cubicBezTo>
                    <a:cubicBezTo>
                      <a:pt x="359" y="7"/>
                      <a:pt x="334" y="1"/>
                      <a:pt x="3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2" name="Google Shape;342;p3"/>
              <p:cNvSpPr/>
              <p:nvPr/>
            </p:nvSpPr>
            <p:spPr>
              <a:xfrm>
                <a:off x="805419" y="3779753"/>
                <a:ext cx="165294" cy="100178"/>
              </a:xfrm>
              <a:custGeom>
                <a:avLst/>
                <a:gdLst/>
                <a:ahLst/>
                <a:cxnLst/>
                <a:rect l="l" t="t" r="r" b="b"/>
                <a:pathLst>
                  <a:path w="6836" h="4143" extrusionOk="0">
                    <a:moveTo>
                      <a:pt x="188" y="1"/>
                    </a:moveTo>
                    <a:cubicBezTo>
                      <a:pt x="119" y="1"/>
                      <a:pt x="0" y="305"/>
                      <a:pt x="64" y="337"/>
                    </a:cubicBezTo>
                    <a:cubicBezTo>
                      <a:pt x="64" y="337"/>
                      <a:pt x="631" y="570"/>
                      <a:pt x="1298" y="904"/>
                    </a:cubicBezTo>
                    <a:cubicBezTo>
                      <a:pt x="1465" y="1004"/>
                      <a:pt x="1665" y="1104"/>
                      <a:pt x="1832" y="1171"/>
                    </a:cubicBezTo>
                    <a:cubicBezTo>
                      <a:pt x="1999" y="1304"/>
                      <a:pt x="2199" y="1371"/>
                      <a:pt x="2366" y="1504"/>
                    </a:cubicBezTo>
                    <a:cubicBezTo>
                      <a:pt x="2699" y="1704"/>
                      <a:pt x="3066" y="1938"/>
                      <a:pt x="3400" y="2071"/>
                    </a:cubicBezTo>
                    <a:cubicBezTo>
                      <a:pt x="3733" y="2238"/>
                      <a:pt x="4067" y="2505"/>
                      <a:pt x="4467" y="2705"/>
                    </a:cubicBezTo>
                    <a:cubicBezTo>
                      <a:pt x="4634" y="2839"/>
                      <a:pt x="4834" y="2905"/>
                      <a:pt x="5001" y="3039"/>
                    </a:cubicBezTo>
                    <a:cubicBezTo>
                      <a:pt x="5168" y="3139"/>
                      <a:pt x="5334" y="3239"/>
                      <a:pt x="5501" y="3372"/>
                    </a:cubicBezTo>
                    <a:cubicBezTo>
                      <a:pt x="6135" y="3806"/>
                      <a:pt x="6569" y="4140"/>
                      <a:pt x="6569" y="4140"/>
                    </a:cubicBezTo>
                    <a:cubicBezTo>
                      <a:pt x="6573" y="4142"/>
                      <a:pt x="6578" y="4143"/>
                      <a:pt x="6584" y="4143"/>
                    </a:cubicBezTo>
                    <a:cubicBezTo>
                      <a:pt x="6661" y="4143"/>
                      <a:pt x="6836" y="3935"/>
                      <a:pt x="6836" y="3873"/>
                    </a:cubicBezTo>
                    <a:cubicBezTo>
                      <a:pt x="6836" y="3873"/>
                      <a:pt x="6402" y="3472"/>
                      <a:pt x="5835" y="2972"/>
                    </a:cubicBezTo>
                    <a:cubicBezTo>
                      <a:pt x="5701" y="2839"/>
                      <a:pt x="5535" y="2672"/>
                      <a:pt x="5368" y="2538"/>
                    </a:cubicBezTo>
                    <a:cubicBezTo>
                      <a:pt x="5168" y="2405"/>
                      <a:pt x="5001" y="2305"/>
                      <a:pt x="4834" y="2171"/>
                    </a:cubicBezTo>
                    <a:cubicBezTo>
                      <a:pt x="4467" y="1938"/>
                      <a:pt x="4134" y="1671"/>
                      <a:pt x="3800" y="1471"/>
                    </a:cubicBezTo>
                    <a:cubicBezTo>
                      <a:pt x="3466" y="1304"/>
                      <a:pt x="3033" y="1137"/>
                      <a:pt x="2666" y="904"/>
                    </a:cubicBezTo>
                    <a:cubicBezTo>
                      <a:pt x="2466" y="804"/>
                      <a:pt x="2299" y="704"/>
                      <a:pt x="2065" y="637"/>
                    </a:cubicBezTo>
                    <a:cubicBezTo>
                      <a:pt x="1865" y="537"/>
                      <a:pt x="1665" y="504"/>
                      <a:pt x="1498" y="404"/>
                    </a:cubicBezTo>
                    <a:cubicBezTo>
                      <a:pt x="731" y="170"/>
                      <a:pt x="197" y="3"/>
                      <a:pt x="197" y="3"/>
                    </a:cubicBezTo>
                    <a:cubicBezTo>
                      <a:pt x="194" y="2"/>
                      <a:pt x="191" y="1"/>
                      <a:pt x="1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3" name="Google Shape;343;p3"/>
              <p:cNvSpPr/>
              <p:nvPr/>
            </p:nvSpPr>
            <p:spPr>
              <a:xfrm>
                <a:off x="1046542" y="3961248"/>
                <a:ext cx="87096" cy="131394"/>
              </a:xfrm>
              <a:custGeom>
                <a:avLst/>
                <a:gdLst/>
                <a:ahLst/>
                <a:cxnLst/>
                <a:rect l="l" t="t" r="r" b="b"/>
                <a:pathLst>
                  <a:path w="3602" h="5434" extrusionOk="0">
                    <a:moveTo>
                      <a:pt x="226" y="0"/>
                    </a:moveTo>
                    <a:cubicBezTo>
                      <a:pt x="179" y="0"/>
                      <a:pt x="1" y="271"/>
                      <a:pt x="32" y="303"/>
                    </a:cubicBezTo>
                    <a:cubicBezTo>
                      <a:pt x="32" y="303"/>
                      <a:pt x="166" y="370"/>
                      <a:pt x="266" y="503"/>
                    </a:cubicBezTo>
                    <a:cubicBezTo>
                      <a:pt x="433" y="636"/>
                      <a:pt x="666" y="803"/>
                      <a:pt x="866" y="1037"/>
                    </a:cubicBezTo>
                    <a:cubicBezTo>
                      <a:pt x="1267" y="1504"/>
                      <a:pt x="1734" y="2104"/>
                      <a:pt x="2067" y="2604"/>
                    </a:cubicBezTo>
                    <a:cubicBezTo>
                      <a:pt x="2367" y="3105"/>
                      <a:pt x="2768" y="3772"/>
                      <a:pt x="2935" y="4339"/>
                    </a:cubicBezTo>
                    <a:cubicBezTo>
                      <a:pt x="3035" y="4639"/>
                      <a:pt x="3101" y="4873"/>
                      <a:pt x="3168" y="5106"/>
                    </a:cubicBezTo>
                    <a:cubicBezTo>
                      <a:pt x="3201" y="5273"/>
                      <a:pt x="3235" y="5373"/>
                      <a:pt x="3235" y="5373"/>
                    </a:cubicBezTo>
                    <a:cubicBezTo>
                      <a:pt x="3249" y="5415"/>
                      <a:pt x="3309" y="5434"/>
                      <a:pt x="3378" y="5434"/>
                    </a:cubicBezTo>
                    <a:cubicBezTo>
                      <a:pt x="3473" y="5434"/>
                      <a:pt x="3582" y="5398"/>
                      <a:pt x="3602" y="5340"/>
                    </a:cubicBezTo>
                    <a:cubicBezTo>
                      <a:pt x="3602" y="5340"/>
                      <a:pt x="3568" y="5206"/>
                      <a:pt x="3568" y="5006"/>
                    </a:cubicBezTo>
                    <a:cubicBezTo>
                      <a:pt x="3568" y="4806"/>
                      <a:pt x="3535" y="4506"/>
                      <a:pt x="3435" y="4172"/>
                    </a:cubicBezTo>
                    <a:cubicBezTo>
                      <a:pt x="3368" y="3505"/>
                      <a:pt x="3001" y="2705"/>
                      <a:pt x="2668" y="2171"/>
                    </a:cubicBezTo>
                    <a:cubicBezTo>
                      <a:pt x="2267" y="1637"/>
                      <a:pt x="1734" y="1003"/>
                      <a:pt x="1200" y="636"/>
                    </a:cubicBezTo>
                    <a:cubicBezTo>
                      <a:pt x="933" y="436"/>
                      <a:pt x="700" y="303"/>
                      <a:pt x="533" y="169"/>
                    </a:cubicBezTo>
                    <a:cubicBezTo>
                      <a:pt x="333" y="103"/>
                      <a:pt x="233" y="3"/>
                      <a:pt x="233" y="3"/>
                    </a:cubicBezTo>
                    <a:cubicBezTo>
                      <a:pt x="231" y="1"/>
                      <a:pt x="229"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4" name="Google Shape;344;p3"/>
              <p:cNvSpPr/>
              <p:nvPr/>
            </p:nvSpPr>
            <p:spPr>
              <a:xfrm>
                <a:off x="1100560" y="4368004"/>
                <a:ext cx="68574" cy="104699"/>
              </a:xfrm>
              <a:custGeom>
                <a:avLst/>
                <a:gdLst/>
                <a:ahLst/>
                <a:cxnLst/>
                <a:rect l="l" t="t" r="r" b="b"/>
                <a:pathLst>
                  <a:path w="2836" h="4330" extrusionOk="0">
                    <a:moveTo>
                      <a:pt x="2619" y="1"/>
                    </a:moveTo>
                    <a:cubicBezTo>
                      <a:pt x="2527" y="1"/>
                      <a:pt x="2435" y="9"/>
                      <a:pt x="2435" y="26"/>
                    </a:cubicBezTo>
                    <a:cubicBezTo>
                      <a:pt x="2435" y="26"/>
                      <a:pt x="2435" y="126"/>
                      <a:pt x="2368" y="293"/>
                    </a:cubicBezTo>
                    <a:cubicBezTo>
                      <a:pt x="2335" y="393"/>
                      <a:pt x="2335" y="626"/>
                      <a:pt x="2268" y="860"/>
                    </a:cubicBezTo>
                    <a:cubicBezTo>
                      <a:pt x="2135" y="1360"/>
                      <a:pt x="1868" y="1894"/>
                      <a:pt x="1668" y="2294"/>
                    </a:cubicBezTo>
                    <a:cubicBezTo>
                      <a:pt x="1434" y="2661"/>
                      <a:pt x="1101" y="3162"/>
                      <a:pt x="701" y="3462"/>
                    </a:cubicBezTo>
                    <a:cubicBezTo>
                      <a:pt x="534" y="3629"/>
                      <a:pt x="367" y="3729"/>
                      <a:pt x="267" y="3829"/>
                    </a:cubicBezTo>
                    <a:cubicBezTo>
                      <a:pt x="133" y="3929"/>
                      <a:pt x="33" y="3996"/>
                      <a:pt x="33" y="3996"/>
                    </a:cubicBezTo>
                    <a:cubicBezTo>
                      <a:pt x="0" y="4029"/>
                      <a:pt x="133" y="4329"/>
                      <a:pt x="200" y="4329"/>
                    </a:cubicBezTo>
                    <a:lnTo>
                      <a:pt x="467" y="4196"/>
                    </a:lnTo>
                    <a:cubicBezTo>
                      <a:pt x="600" y="4129"/>
                      <a:pt x="834" y="4029"/>
                      <a:pt x="1034" y="3862"/>
                    </a:cubicBezTo>
                    <a:cubicBezTo>
                      <a:pt x="1534" y="3562"/>
                      <a:pt x="2001" y="3062"/>
                      <a:pt x="2302" y="2628"/>
                    </a:cubicBezTo>
                    <a:cubicBezTo>
                      <a:pt x="2602" y="2161"/>
                      <a:pt x="2802" y="1494"/>
                      <a:pt x="2802" y="960"/>
                    </a:cubicBezTo>
                    <a:cubicBezTo>
                      <a:pt x="2835" y="693"/>
                      <a:pt x="2802" y="460"/>
                      <a:pt x="2802" y="293"/>
                    </a:cubicBezTo>
                    <a:lnTo>
                      <a:pt x="2802" y="26"/>
                    </a:lnTo>
                    <a:cubicBezTo>
                      <a:pt x="2802" y="9"/>
                      <a:pt x="2710" y="1"/>
                      <a:pt x="26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5" name="Google Shape;345;p3"/>
              <p:cNvSpPr/>
              <p:nvPr/>
            </p:nvSpPr>
            <p:spPr>
              <a:xfrm>
                <a:off x="946533" y="4492749"/>
                <a:ext cx="100758" cy="65504"/>
              </a:xfrm>
              <a:custGeom>
                <a:avLst/>
                <a:gdLst/>
                <a:ahLst/>
                <a:cxnLst/>
                <a:rect l="l" t="t" r="r" b="b"/>
                <a:pathLst>
                  <a:path w="4167" h="2709" extrusionOk="0">
                    <a:moveTo>
                      <a:pt x="3878" y="1"/>
                    </a:moveTo>
                    <a:cubicBezTo>
                      <a:pt x="3874" y="1"/>
                      <a:pt x="3870" y="2"/>
                      <a:pt x="3868" y="4"/>
                    </a:cubicBezTo>
                    <a:cubicBezTo>
                      <a:pt x="3868" y="4"/>
                      <a:pt x="3568" y="204"/>
                      <a:pt x="3201" y="471"/>
                    </a:cubicBezTo>
                    <a:cubicBezTo>
                      <a:pt x="3134" y="538"/>
                      <a:pt x="3001" y="571"/>
                      <a:pt x="2901" y="671"/>
                    </a:cubicBezTo>
                    <a:cubicBezTo>
                      <a:pt x="2801" y="738"/>
                      <a:pt x="2701" y="805"/>
                      <a:pt x="2567" y="871"/>
                    </a:cubicBezTo>
                    <a:cubicBezTo>
                      <a:pt x="2367" y="1005"/>
                      <a:pt x="2167" y="1138"/>
                      <a:pt x="2000" y="1238"/>
                    </a:cubicBezTo>
                    <a:lnTo>
                      <a:pt x="1366" y="1639"/>
                    </a:lnTo>
                    <a:lnTo>
                      <a:pt x="733" y="2005"/>
                    </a:lnTo>
                    <a:cubicBezTo>
                      <a:pt x="332" y="2239"/>
                      <a:pt x="32" y="2406"/>
                      <a:pt x="32" y="2406"/>
                    </a:cubicBezTo>
                    <a:cubicBezTo>
                      <a:pt x="1" y="2469"/>
                      <a:pt x="117" y="2709"/>
                      <a:pt x="214" y="2709"/>
                    </a:cubicBezTo>
                    <a:cubicBezTo>
                      <a:pt x="221" y="2709"/>
                      <a:pt x="226" y="2708"/>
                      <a:pt x="232" y="2706"/>
                    </a:cubicBezTo>
                    <a:cubicBezTo>
                      <a:pt x="232" y="2706"/>
                      <a:pt x="566" y="2639"/>
                      <a:pt x="1033" y="2472"/>
                    </a:cubicBezTo>
                    <a:cubicBezTo>
                      <a:pt x="1300" y="2372"/>
                      <a:pt x="1500" y="2306"/>
                      <a:pt x="1733" y="2172"/>
                    </a:cubicBezTo>
                    <a:cubicBezTo>
                      <a:pt x="2000" y="2072"/>
                      <a:pt x="2200" y="1972"/>
                      <a:pt x="2401" y="1839"/>
                    </a:cubicBezTo>
                    <a:cubicBezTo>
                      <a:pt x="2634" y="1705"/>
                      <a:pt x="2834" y="1538"/>
                      <a:pt x="3034" y="1372"/>
                    </a:cubicBezTo>
                    <a:cubicBezTo>
                      <a:pt x="3134" y="1305"/>
                      <a:pt x="3234" y="1205"/>
                      <a:pt x="3335" y="1138"/>
                    </a:cubicBezTo>
                    <a:lnTo>
                      <a:pt x="3568" y="871"/>
                    </a:lnTo>
                    <a:cubicBezTo>
                      <a:pt x="3868" y="504"/>
                      <a:pt x="4135" y="238"/>
                      <a:pt x="4135" y="238"/>
                    </a:cubicBezTo>
                    <a:cubicBezTo>
                      <a:pt x="4166" y="206"/>
                      <a:pt x="3936" y="1"/>
                      <a:pt x="3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6" name="Google Shape;346;p3"/>
              <p:cNvSpPr/>
              <p:nvPr/>
            </p:nvSpPr>
            <p:spPr>
              <a:xfrm>
                <a:off x="764216" y="4591234"/>
                <a:ext cx="109705" cy="47683"/>
              </a:xfrm>
              <a:custGeom>
                <a:avLst/>
                <a:gdLst/>
                <a:ahLst/>
                <a:cxnLst/>
                <a:rect l="l" t="t" r="r" b="b"/>
                <a:pathLst>
                  <a:path w="4537" h="1972" extrusionOk="0">
                    <a:moveTo>
                      <a:pt x="3603" y="1"/>
                    </a:moveTo>
                    <a:cubicBezTo>
                      <a:pt x="3102" y="1"/>
                      <a:pt x="2502" y="134"/>
                      <a:pt x="2035" y="301"/>
                    </a:cubicBezTo>
                    <a:cubicBezTo>
                      <a:pt x="1568" y="501"/>
                      <a:pt x="1001" y="801"/>
                      <a:pt x="601" y="1135"/>
                    </a:cubicBezTo>
                    <a:cubicBezTo>
                      <a:pt x="400" y="1268"/>
                      <a:pt x="267" y="1435"/>
                      <a:pt x="167" y="1568"/>
                    </a:cubicBezTo>
                    <a:lnTo>
                      <a:pt x="0" y="1735"/>
                    </a:lnTo>
                    <a:cubicBezTo>
                      <a:pt x="0" y="1766"/>
                      <a:pt x="175" y="1972"/>
                      <a:pt x="198" y="1972"/>
                    </a:cubicBezTo>
                    <a:cubicBezTo>
                      <a:pt x="199" y="1972"/>
                      <a:pt x="200" y="1971"/>
                      <a:pt x="200" y="1969"/>
                    </a:cubicBezTo>
                    <a:cubicBezTo>
                      <a:pt x="200" y="1969"/>
                      <a:pt x="267" y="1935"/>
                      <a:pt x="400" y="1835"/>
                    </a:cubicBezTo>
                    <a:cubicBezTo>
                      <a:pt x="534" y="1769"/>
                      <a:pt x="701" y="1668"/>
                      <a:pt x="901" y="1568"/>
                    </a:cubicBezTo>
                    <a:cubicBezTo>
                      <a:pt x="1268" y="1302"/>
                      <a:pt x="1835" y="1135"/>
                      <a:pt x="2235" y="968"/>
                    </a:cubicBezTo>
                    <a:cubicBezTo>
                      <a:pt x="2669" y="835"/>
                      <a:pt x="3202" y="634"/>
                      <a:pt x="3669" y="568"/>
                    </a:cubicBezTo>
                    <a:cubicBezTo>
                      <a:pt x="3903" y="468"/>
                      <a:pt x="4070" y="468"/>
                      <a:pt x="4236" y="434"/>
                    </a:cubicBezTo>
                    <a:cubicBezTo>
                      <a:pt x="4403" y="401"/>
                      <a:pt x="4503" y="401"/>
                      <a:pt x="4503" y="401"/>
                    </a:cubicBezTo>
                    <a:cubicBezTo>
                      <a:pt x="4537" y="401"/>
                      <a:pt x="4537" y="1"/>
                      <a:pt x="45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7" name="Google Shape;347;p3"/>
              <p:cNvSpPr/>
              <p:nvPr/>
            </p:nvSpPr>
            <p:spPr>
              <a:xfrm>
                <a:off x="660967" y="4647646"/>
                <a:ext cx="66979" cy="110889"/>
              </a:xfrm>
              <a:custGeom>
                <a:avLst/>
                <a:gdLst/>
                <a:ahLst/>
                <a:cxnLst/>
                <a:rect l="l" t="t" r="r" b="b"/>
                <a:pathLst>
                  <a:path w="2770" h="4586" extrusionOk="0">
                    <a:moveTo>
                      <a:pt x="2509" y="0"/>
                    </a:moveTo>
                    <a:cubicBezTo>
                      <a:pt x="2506" y="0"/>
                      <a:pt x="2504" y="1"/>
                      <a:pt x="2502" y="3"/>
                    </a:cubicBezTo>
                    <a:cubicBezTo>
                      <a:pt x="2502" y="3"/>
                      <a:pt x="2435" y="103"/>
                      <a:pt x="2302" y="169"/>
                    </a:cubicBezTo>
                    <a:cubicBezTo>
                      <a:pt x="2169" y="269"/>
                      <a:pt x="2002" y="403"/>
                      <a:pt x="1802" y="603"/>
                    </a:cubicBezTo>
                    <a:cubicBezTo>
                      <a:pt x="1368" y="937"/>
                      <a:pt x="968" y="1470"/>
                      <a:pt x="701" y="1937"/>
                    </a:cubicBezTo>
                    <a:cubicBezTo>
                      <a:pt x="467" y="2371"/>
                      <a:pt x="201" y="3005"/>
                      <a:pt x="134" y="3572"/>
                    </a:cubicBezTo>
                    <a:cubicBezTo>
                      <a:pt x="100" y="3805"/>
                      <a:pt x="34" y="4072"/>
                      <a:pt x="34" y="4239"/>
                    </a:cubicBezTo>
                    <a:cubicBezTo>
                      <a:pt x="0" y="4406"/>
                      <a:pt x="0" y="4472"/>
                      <a:pt x="0" y="4472"/>
                    </a:cubicBezTo>
                    <a:cubicBezTo>
                      <a:pt x="25" y="4548"/>
                      <a:pt x="201" y="4585"/>
                      <a:pt x="301" y="4585"/>
                    </a:cubicBezTo>
                    <a:cubicBezTo>
                      <a:pt x="334" y="4585"/>
                      <a:pt x="359" y="4581"/>
                      <a:pt x="367" y="4573"/>
                    </a:cubicBezTo>
                    <a:cubicBezTo>
                      <a:pt x="367" y="4573"/>
                      <a:pt x="434" y="4472"/>
                      <a:pt x="467" y="4306"/>
                    </a:cubicBezTo>
                    <a:cubicBezTo>
                      <a:pt x="501" y="4172"/>
                      <a:pt x="601" y="3972"/>
                      <a:pt x="668" y="3739"/>
                    </a:cubicBezTo>
                    <a:cubicBezTo>
                      <a:pt x="834" y="3272"/>
                      <a:pt x="1135" y="2738"/>
                      <a:pt x="1335" y="2304"/>
                    </a:cubicBezTo>
                    <a:cubicBezTo>
                      <a:pt x="1535" y="1904"/>
                      <a:pt x="1835" y="1337"/>
                      <a:pt x="2169" y="970"/>
                    </a:cubicBezTo>
                    <a:cubicBezTo>
                      <a:pt x="2335" y="803"/>
                      <a:pt x="2469" y="636"/>
                      <a:pt x="2602" y="503"/>
                    </a:cubicBezTo>
                    <a:cubicBezTo>
                      <a:pt x="2669" y="403"/>
                      <a:pt x="2769" y="303"/>
                      <a:pt x="2769" y="303"/>
                    </a:cubicBezTo>
                    <a:cubicBezTo>
                      <a:pt x="2769" y="271"/>
                      <a:pt x="2559" y="0"/>
                      <a:pt x="25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8" name="Google Shape;348;p3"/>
              <p:cNvSpPr/>
              <p:nvPr/>
            </p:nvSpPr>
            <p:spPr>
              <a:xfrm>
                <a:off x="660169" y="4824547"/>
                <a:ext cx="36318" cy="90965"/>
              </a:xfrm>
              <a:custGeom>
                <a:avLst/>
                <a:gdLst/>
                <a:ahLst/>
                <a:cxnLst/>
                <a:rect l="l" t="t" r="r" b="b"/>
                <a:pathLst>
                  <a:path w="1502" h="3762" extrusionOk="0">
                    <a:moveTo>
                      <a:pt x="267" y="0"/>
                    </a:moveTo>
                    <a:cubicBezTo>
                      <a:pt x="167" y="0"/>
                      <a:pt x="67" y="9"/>
                      <a:pt x="67" y="25"/>
                    </a:cubicBezTo>
                    <a:cubicBezTo>
                      <a:pt x="67" y="25"/>
                      <a:pt x="33" y="125"/>
                      <a:pt x="33" y="259"/>
                    </a:cubicBezTo>
                    <a:cubicBezTo>
                      <a:pt x="33" y="359"/>
                      <a:pt x="0" y="526"/>
                      <a:pt x="0" y="759"/>
                    </a:cubicBezTo>
                    <a:cubicBezTo>
                      <a:pt x="0" y="1159"/>
                      <a:pt x="33" y="1660"/>
                      <a:pt x="133" y="2027"/>
                    </a:cubicBezTo>
                    <a:cubicBezTo>
                      <a:pt x="167" y="2260"/>
                      <a:pt x="234" y="2460"/>
                      <a:pt x="334" y="2660"/>
                    </a:cubicBezTo>
                    <a:cubicBezTo>
                      <a:pt x="467" y="2861"/>
                      <a:pt x="567" y="3094"/>
                      <a:pt x="701" y="3261"/>
                    </a:cubicBezTo>
                    <a:cubicBezTo>
                      <a:pt x="734" y="3328"/>
                      <a:pt x="834" y="3361"/>
                      <a:pt x="867" y="3461"/>
                    </a:cubicBezTo>
                    <a:cubicBezTo>
                      <a:pt x="901" y="3528"/>
                      <a:pt x="1001" y="3594"/>
                      <a:pt x="1034" y="3628"/>
                    </a:cubicBezTo>
                    <a:cubicBezTo>
                      <a:pt x="1168" y="3694"/>
                      <a:pt x="1201" y="3761"/>
                      <a:pt x="1201" y="3761"/>
                    </a:cubicBezTo>
                    <a:cubicBezTo>
                      <a:pt x="1234" y="3761"/>
                      <a:pt x="1468" y="3528"/>
                      <a:pt x="1501" y="3494"/>
                    </a:cubicBezTo>
                    <a:lnTo>
                      <a:pt x="1401" y="3328"/>
                    </a:lnTo>
                    <a:cubicBezTo>
                      <a:pt x="1368" y="3294"/>
                      <a:pt x="1334" y="3261"/>
                      <a:pt x="1301" y="3161"/>
                    </a:cubicBezTo>
                    <a:cubicBezTo>
                      <a:pt x="1301" y="3127"/>
                      <a:pt x="1234" y="3027"/>
                      <a:pt x="1201" y="2961"/>
                    </a:cubicBezTo>
                    <a:cubicBezTo>
                      <a:pt x="1134" y="2794"/>
                      <a:pt x="1067" y="2594"/>
                      <a:pt x="1001" y="2427"/>
                    </a:cubicBezTo>
                    <a:cubicBezTo>
                      <a:pt x="901" y="2260"/>
                      <a:pt x="867" y="2027"/>
                      <a:pt x="834" y="1860"/>
                    </a:cubicBezTo>
                    <a:cubicBezTo>
                      <a:pt x="734" y="1493"/>
                      <a:pt x="667" y="1093"/>
                      <a:pt x="567" y="692"/>
                    </a:cubicBezTo>
                    <a:cubicBezTo>
                      <a:pt x="534" y="526"/>
                      <a:pt x="500" y="359"/>
                      <a:pt x="500" y="259"/>
                    </a:cubicBezTo>
                    <a:cubicBezTo>
                      <a:pt x="467" y="125"/>
                      <a:pt x="467" y="25"/>
                      <a:pt x="467" y="25"/>
                    </a:cubicBezTo>
                    <a:cubicBezTo>
                      <a:pt x="467" y="9"/>
                      <a:pt x="367"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9" name="Google Shape;349;p3"/>
              <p:cNvSpPr/>
              <p:nvPr/>
            </p:nvSpPr>
            <p:spPr>
              <a:xfrm>
                <a:off x="735272" y="4956545"/>
                <a:ext cx="126558" cy="61393"/>
              </a:xfrm>
              <a:custGeom>
                <a:avLst/>
                <a:gdLst/>
                <a:ahLst/>
                <a:cxnLst/>
                <a:rect l="l" t="t" r="r" b="b"/>
                <a:pathLst>
                  <a:path w="5234" h="2539" extrusionOk="0">
                    <a:moveTo>
                      <a:pt x="283" y="1"/>
                    </a:moveTo>
                    <a:cubicBezTo>
                      <a:pt x="203" y="1"/>
                      <a:pt x="0" y="241"/>
                      <a:pt x="63" y="304"/>
                    </a:cubicBezTo>
                    <a:lnTo>
                      <a:pt x="263" y="504"/>
                    </a:lnTo>
                    <a:cubicBezTo>
                      <a:pt x="397" y="637"/>
                      <a:pt x="597" y="804"/>
                      <a:pt x="797" y="971"/>
                    </a:cubicBezTo>
                    <a:cubicBezTo>
                      <a:pt x="1230" y="1338"/>
                      <a:pt x="1831" y="1671"/>
                      <a:pt x="2331" y="1905"/>
                    </a:cubicBezTo>
                    <a:cubicBezTo>
                      <a:pt x="2832" y="2138"/>
                      <a:pt x="3565" y="2338"/>
                      <a:pt x="4099" y="2405"/>
                    </a:cubicBezTo>
                    <a:cubicBezTo>
                      <a:pt x="4399" y="2472"/>
                      <a:pt x="4633" y="2505"/>
                      <a:pt x="4800" y="2505"/>
                    </a:cubicBezTo>
                    <a:cubicBezTo>
                      <a:pt x="4966" y="2539"/>
                      <a:pt x="5100" y="2539"/>
                      <a:pt x="5100" y="2539"/>
                    </a:cubicBezTo>
                    <a:cubicBezTo>
                      <a:pt x="5200" y="2505"/>
                      <a:pt x="5233" y="2205"/>
                      <a:pt x="5133" y="2138"/>
                    </a:cubicBezTo>
                    <a:cubicBezTo>
                      <a:pt x="5133" y="2138"/>
                      <a:pt x="5067" y="2072"/>
                      <a:pt x="4900" y="2038"/>
                    </a:cubicBezTo>
                    <a:lnTo>
                      <a:pt x="4266" y="1838"/>
                    </a:lnTo>
                    <a:cubicBezTo>
                      <a:pt x="3766" y="1705"/>
                      <a:pt x="3132" y="1404"/>
                      <a:pt x="2665" y="1204"/>
                    </a:cubicBezTo>
                    <a:cubicBezTo>
                      <a:pt x="2231" y="1004"/>
                      <a:pt x="1597" y="737"/>
                      <a:pt x="1130" y="470"/>
                    </a:cubicBezTo>
                    <a:cubicBezTo>
                      <a:pt x="897" y="337"/>
                      <a:pt x="663" y="204"/>
                      <a:pt x="563" y="137"/>
                    </a:cubicBezTo>
                    <a:lnTo>
                      <a:pt x="296" y="3"/>
                    </a:lnTo>
                    <a:cubicBezTo>
                      <a:pt x="293" y="1"/>
                      <a:pt x="288" y="1"/>
                      <a:pt x="2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0" name="Google Shape;350;p3"/>
              <p:cNvSpPr/>
              <p:nvPr/>
            </p:nvSpPr>
            <p:spPr>
              <a:xfrm>
                <a:off x="894860" y="5013078"/>
                <a:ext cx="83058" cy="36391"/>
              </a:xfrm>
              <a:custGeom>
                <a:avLst/>
                <a:gdLst/>
                <a:ahLst/>
                <a:cxnLst/>
                <a:rect l="l" t="t" r="r" b="b"/>
                <a:pathLst>
                  <a:path w="3435" h="1505" extrusionOk="0">
                    <a:moveTo>
                      <a:pt x="668" y="0"/>
                    </a:moveTo>
                    <a:cubicBezTo>
                      <a:pt x="501" y="0"/>
                      <a:pt x="335" y="34"/>
                      <a:pt x="201" y="34"/>
                    </a:cubicBezTo>
                    <a:cubicBezTo>
                      <a:pt x="134" y="67"/>
                      <a:pt x="34" y="67"/>
                      <a:pt x="34" y="67"/>
                    </a:cubicBezTo>
                    <a:cubicBezTo>
                      <a:pt x="1" y="67"/>
                      <a:pt x="1" y="467"/>
                      <a:pt x="34" y="467"/>
                    </a:cubicBezTo>
                    <a:cubicBezTo>
                      <a:pt x="34" y="467"/>
                      <a:pt x="68" y="501"/>
                      <a:pt x="201" y="501"/>
                    </a:cubicBezTo>
                    <a:cubicBezTo>
                      <a:pt x="301" y="501"/>
                      <a:pt x="468" y="534"/>
                      <a:pt x="635" y="567"/>
                    </a:cubicBezTo>
                    <a:cubicBezTo>
                      <a:pt x="968" y="668"/>
                      <a:pt x="1369" y="801"/>
                      <a:pt x="1669" y="868"/>
                    </a:cubicBezTo>
                    <a:cubicBezTo>
                      <a:pt x="1969" y="968"/>
                      <a:pt x="2369" y="1034"/>
                      <a:pt x="2670" y="1201"/>
                    </a:cubicBezTo>
                    <a:cubicBezTo>
                      <a:pt x="2836" y="1301"/>
                      <a:pt x="2970" y="1368"/>
                      <a:pt x="3036" y="1401"/>
                    </a:cubicBezTo>
                    <a:cubicBezTo>
                      <a:pt x="3137" y="1435"/>
                      <a:pt x="3170" y="1501"/>
                      <a:pt x="3170" y="1501"/>
                    </a:cubicBezTo>
                    <a:cubicBezTo>
                      <a:pt x="3172" y="1504"/>
                      <a:pt x="3175" y="1505"/>
                      <a:pt x="3179" y="1505"/>
                    </a:cubicBezTo>
                    <a:cubicBezTo>
                      <a:pt x="3233" y="1505"/>
                      <a:pt x="3435" y="1293"/>
                      <a:pt x="3403" y="1168"/>
                    </a:cubicBezTo>
                    <a:lnTo>
                      <a:pt x="3303" y="1034"/>
                    </a:lnTo>
                    <a:cubicBezTo>
                      <a:pt x="3237" y="968"/>
                      <a:pt x="3137" y="834"/>
                      <a:pt x="2970" y="701"/>
                    </a:cubicBezTo>
                    <a:cubicBezTo>
                      <a:pt x="2670" y="467"/>
                      <a:pt x="2203" y="234"/>
                      <a:pt x="1869" y="134"/>
                    </a:cubicBezTo>
                    <a:cubicBezTo>
                      <a:pt x="1502" y="34"/>
                      <a:pt x="1035" y="0"/>
                      <a:pt x="6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1" name="Google Shape;351;p3"/>
              <p:cNvSpPr/>
              <p:nvPr/>
            </p:nvSpPr>
            <p:spPr>
              <a:xfrm>
                <a:off x="1026351" y="5084603"/>
                <a:ext cx="65359" cy="59168"/>
              </a:xfrm>
              <a:custGeom>
                <a:avLst/>
                <a:gdLst/>
                <a:ahLst/>
                <a:cxnLst/>
                <a:rect l="l" t="t" r="r" b="b"/>
                <a:pathLst>
                  <a:path w="2703" h="2447" extrusionOk="0">
                    <a:moveTo>
                      <a:pt x="226" y="1"/>
                    </a:moveTo>
                    <a:cubicBezTo>
                      <a:pt x="185" y="1"/>
                      <a:pt x="0" y="215"/>
                      <a:pt x="0" y="245"/>
                    </a:cubicBezTo>
                    <a:cubicBezTo>
                      <a:pt x="0" y="245"/>
                      <a:pt x="567" y="1079"/>
                      <a:pt x="1068" y="1546"/>
                    </a:cubicBezTo>
                    <a:cubicBezTo>
                      <a:pt x="1334" y="1746"/>
                      <a:pt x="1668" y="2013"/>
                      <a:pt x="1935" y="2179"/>
                    </a:cubicBezTo>
                    <a:cubicBezTo>
                      <a:pt x="2235" y="2346"/>
                      <a:pt x="2502" y="2446"/>
                      <a:pt x="2502" y="2446"/>
                    </a:cubicBezTo>
                    <a:cubicBezTo>
                      <a:pt x="2535" y="2446"/>
                      <a:pt x="2702" y="2213"/>
                      <a:pt x="2702" y="2179"/>
                    </a:cubicBezTo>
                    <a:cubicBezTo>
                      <a:pt x="2702" y="2179"/>
                      <a:pt x="2502" y="2013"/>
                      <a:pt x="2268" y="1746"/>
                    </a:cubicBezTo>
                    <a:cubicBezTo>
                      <a:pt x="2035" y="1479"/>
                      <a:pt x="1768" y="1212"/>
                      <a:pt x="1535" y="979"/>
                    </a:cubicBezTo>
                    <a:cubicBezTo>
                      <a:pt x="1068" y="578"/>
                      <a:pt x="234" y="11"/>
                      <a:pt x="234" y="11"/>
                    </a:cubicBezTo>
                    <a:cubicBezTo>
                      <a:pt x="234" y="4"/>
                      <a:pt x="231" y="1"/>
                      <a:pt x="2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2" name="Google Shape;352;p3"/>
              <p:cNvSpPr/>
              <p:nvPr/>
            </p:nvSpPr>
            <p:spPr>
              <a:xfrm>
                <a:off x="18118" y="8"/>
                <a:ext cx="1939841" cy="3204140"/>
              </a:xfrm>
              <a:custGeom>
                <a:avLst/>
                <a:gdLst/>
                <a:ahLst/>
                <a:cxnLst/>
                <a:rect l="l" t="t" r="r" b="b"/>
                <a:pathLst>
                  <a:path w="80225" h="132512" extrusionOk="0">
                    <a:moveTo>
                      <a:pt x="80135" y="0"/>
                    </a:moveTo>
                    <a:cubicBezTo>
                      <a:pt x="80081" y="0"/>
                      <a:pt x="79955" y="83"/>
                      <a:pt x="79758" y="309"/>
                    </a:cubicBezTo>
                    <a:cubicBezTo>
                      <a:pt x="79624" y="409"/>
                      <a:pt x="79491" y="542"/>
                      <a:pt x="79324" y="742"/>
                    </a:cubicBezTo>
                    <a:cubicBezTo>
                      <a:pt x="79157" y="976"/>
                      <a:pt x="78990" y="1209"/>
                      <a:pt x="78824" y="1509"/>
                    </a:cubicBezTo>
                    <a:cubicBezTo>
                      <a:pt x="78824" y="1509"/>
                      <a:pt x="78790" y="1543"/>
                      <a:pt x="78724" y="1676"/>
                    </a:cubicBezTo>
                    <a:cubicBezTo>
                      <a:pt x="78657" y="1743"/>
                      <a:pt x="78590" y="1976"/>
                      <a:pt x="78457" y="2210"/>
                    </a:cubicBezTo>
                    <a:cubicBezTo>
                      <a:pt x="78323" y="2477"/>
                      <a:pt x="78157" y="2810"/>
                      <a:pt x="78090" y="3177"/>
                    </a:cubicBezTo>
                    <a:cubicBezTo>
                      <a:pt x="78056" y="3377"/>
                      <a:pt x="77990" y="3578"/>
                      <a:pt x="77923" y="3811"/>
                    </a:cubicBezTo>
                    <a:cubicBezTo>
                      <a:pt x="77856" y="4011"/>
                      <a:pt x="77823" y="4245"/>
                      <a:pt x="77790" y="4512"/>
                    </a:cubicBezTo>
                    <a:cubicBezTo>
                      <a:pt x="77623" y="5546"/>
                      <a:pt x="77623" y="6847"/>
                      <a:pt x="77856" y="8314"/>
                    </a:cubicBezTo>
                    <a:cubicBezTo>
                      <a:pt x="77990" y="9015"/>
                      <a:pt x="78157" y="9815"/>
                      <a:pt x="78323" y="10583"/>
                    </a:cubicBezTo>
                    <a:cubicBezTo>
                      <a:pt x="78357" y="10816"/>
                      <a:pt x="78423" y="11016"/>
                      <a:pt x="78423" y="11216"/>
                    </a:cubicBezTo>
                    <a:cubicBezTo>
                      <a:pt x="78423" y="11316"/>
                      <a:pt x="78457" y="11417"/>
                      <a:pt x="78457" y="11517"/>
                    </a:cubicBezTo>
                    <a:lnTo>
                      <a:pt x="78457" y="11817"/>
                    </a:lnTo>
                    <a:cubicBezTo>
                      <a:pt x="78490" y="12017"/>
                      <a:pt x="78457" y="12184"/>
                      <a:pt x="78423" y="12384"/>
                    </a:cubicBezTo>
                    <a:cubicBezTo>
                      <a:pt x="78357" y="12584"/>
                      <a:pt x="78323" y="12818"/>
                      <a:pt x="78257" y="13018"/>
                    </a:cubicBezTo>
                    <a:cubicBezTo>
                      <a:pt x="77956" y="13852"/>
                      <a:pt x="77423" y="14585"/>
                      <a:pt x="76756" y="15386"/>
                    </a:cubicBezTo>
                    <a:cubicBezTo>
                      <a:pt x="76122" y="16187"/>
                      <a:pt x="75355" y="16987"/>
                      <a:pt x="74687" y="17888"/>
                    </a:cubicBezTo>
                    <a:cubicBezTo>
                      <a:pt x="74354" y="18355"/>
                      <a:pt x="74087" y="18855"/>
                      <a:pt x="73820" y="19389"/>
                    </a:cubicBezTo>
                    <a:cubicBezTo>
                      <a:pt x="73587" y="19989"/>
                      <a:pt x="73453" y="20556"/>
                      <a:pt x="73353" y="21190"/>
                    </a:cubicBezTo>
                    <a:cubicBezTo>
                      <a:pt x="73286" y="21824"/>
                      <a:pt x="73353" y="22424"/>
                      <a:pt x="73487" y="23058"/>
                    </a:cubicBezTo>
                    <a:cubicBezTo>
                      <a:pt x="73620" y="23659"/>
                      <a:pt x="73787" y="24226"/>
                      <a:pt x="73753" y="24826"/>
                    </a:cubicBezTo>
                    <a:cubicBezTo>
                      <a:pt x="73753" y="25360"/>
                      <a:pt x="73520" y="25927"/>
                      <a:pt x="73253" y="26494"/>
                    </a:cubicBezTo>
                    <a:cubicBezTo>
                      <a:pt x="72953" y="27028"/>
                      <a:pt x="72586" y="27528"/>
                      <a:pt x="72119" y="27928"/>
                    </a:cubicBezTo>
                    <a:cubicBezTo>
                      <a:pt x="71185" y="28829"/>
                      <a:pt x="69951" y="29363"/>
                      <a:pt x="68650" y="29730"/>
                    </a:cubicBezTo>
                    <a:cubicBezTo>
                      <a:pt x="65981" y="30497"/>
                      <a:pt x="63146" y="31064"/>
                      <a:pt x="60177" y="31664"/>
                    </a:cubicBezTo>
                    <a:cubicBezTo>
                      <a:pt x="59443" y="31831"/>
                      <a:pt x="58676" y="31931"/>
                      <a:pt x="57942" y="32098"/>
                    </a:cubicBezTo>
                    <a:lnTo>
                      <a:pt x="56808" y="32365"/>
                    </a:lnTo>
                    <a:cubicBezTo>
                      <a:pt x="56441" y="32498"/>
                      <a:pt x="56074" y="32565"/>
                      <a:pt x="55674" y="32665"/>
                    </a:cubicBezTo>
                    <a:cubicBezTo>
                      <a:pt x="54940" y="32832"/>
                      <a:pt x="54139" y="33032"/>
                      <a:pt x="53406" y="33199"/>
                    </a:cubicBezTo>
                    <a:cubicBezTo>
                      <a:pt x="52605" y="33366"/>
                      <a:pt x="51838" y="33566"/>
                      <a:pt x="51071" y="33866"/>
                    </a:cubicBezTo>
                    <a:cubicBezTo>
                      <a:pt x="50270" y="34166"/>
                      <a:pt x="49503" y="34666"/>
                      <a:pt x="48969" y="35367"/>
                    </a:cubicBezTo>
                    <a:cubicBezTo>
                      <a:pt x="48435" y="36067"/>
                      <a:pt x="48102" y="36868"/>
                      <a:pt x="47802" y="37602"/>
                    </a:cubicBezTo>
                    <a:cubicBezTo>
                      <a:pt x="47735" y="37769"/>
                      <a:pt x="47635" y="37936"/>
                      <a:pt x="47601" y="38236"/>
                    </a:cubicBezTo>
                    <a:cubicBezTo>
                      <a:pt x="47568" y="38369"/>
                      <a:pt x="47568" y="38503"/>
                      <a:pt x="47568" y="38603"/>
                    </a:cubicBezTo>
                    <a:lnTo>
                      <a:pt x="47568" y="38936"/>
                    </a:lnTo>
                    <a:cubicBezTo>
                      <a:pt x="47568" y="39403"/>
                      <a:pt x="47601" y="39770"/>
                      <a:pt x="47601" y="40170"/>
                    </a:cubicBezTo>
                    <a:cubicBezTo>
                      <a:pt x="47601" y="40537"/>
                      <a:pt x="47468" y="40838"/>
                      <a:pt x="47335" y="41171"/>
                    </a:cubicBezTo>
                    <a:cubicBezTo>
                      <a:pt x="47234" y="41405"/>
                      <a:pt x="46934" y="41672"/>
                      <a:pt x="46634" y="41905"/>
                    </a:cubicBezTo>
                    <a:cubicBezTo>
                      <a:pt x="46000" y="42405"/>
                      <a:pt x="45266" y="42772"/>
                      <a:pt x="44566" y="43339"/>
                    </a:cubicBezTo>
                    <a:cubicBezTo>
                      <a:pt x="44399" y="43439"/>
                      <a:pt x="44232" y="43606"/>
                      <a:pt x="44066" y="43773"/>
                    </a:cubicBezTo>
                    <a:lnTo>
                      <a:pt x="43932" y="43906"/>
                    </a:lnTo>
                    <a:cubicBezTo>
                      <a:pt x="43899" y="43940"/>
                      <a:pt x="43799" y="44040"/>
                      <a:pt x="43799" y="44073"/>
                    </a:cubicBezTo>
                    <a:lnTo>
                      <a:pt x="43632" y="44373"/>
                    </a:lnTo>
                    <a:cubicBezTo>
                      <a:pt x="43432" y="44740"/>
                      <a:pt x="43232" y="45174"/>
                      <a:pt x="43098" y="45574"/>
                    </a:cubicBezTo>
                    <a:cubicBezTo>
                      <a:pt x="42965" y="46041"/>
                      <a:pt x="42898" y="46442"/>
                      <a:pt x="42898" y="46942"/>
                    </a:cubicBezTo>
                    <a:cubicBezTo>
                      <a:pt x="42831" y="47442"/>
                      <a:pt x="42998" y="47943"/>
                      <a:pt x="43232" y="48376"/>
                    </a:cubicBezTo>
                    <a:cubicBezTo>
                      <a:pt x="43665" y="49244"/>
                      <a:pt x="44399" y="49844"/>
                      <a:pt x="45066" y="50378"/>
                    </a:cubicBezTo>
                    <a:cubicBezTo>
                      <a:pt x="45733" y="50911"/>
                      <a:pt x="46401" y="51445"/>
                      <a:pt x="47001" y="52012"/>
                    </a:cubicBezTo>
                    <a:cubicBezTo>
                      <a:pt x="47635" y="52579"/>
                      <a:pt x="48235" y="53180"/>
                      <a:pt x="48635" y="53847"/>
                    </a:cubicBezTo>
                    <a:cubicBezTo>
                      <a:pt x="49069" y="54514"/>
                      <a:pt x="49369" y="55248"/>
                      <a:pt x="49403" y="56048"/>
                    </a:cubicBezTo>
                    <a:cubicBezTo>
                      <a:pt x="49469" y="56849"/>
                      <a:pt x="49403" y="57616"/>
                      <a:pt x="49236" y="58450"/>
                    </a:cubicBezTo>
                    <a:lnTo>
                      <a:pt x="49102" y="59084"/>
                    </a:lnTo>
                    <a:lnTo>
                      <a:pt x="49069" y="59251"/>
                    </a:lnTo>
                    <a:lnTo>
                      <a:pt x="49069" y="59284"/>
                    </a:lnTo>
                    <a:lnTo>
                      <a:pt x="48936" y="59584"/>
                    </a:lnTo>
                    <a:lnTo>
                      <a:pt x="48869" y="59718"/>
                    </a:lnTo>
                    <a:cubicBezTo>
                      <a:pt x="48802" y="59751"/>
                      <a:pt x="48769" y="59784"/>
                      <a:pt x="48769" y="59851"/>
                    </a:cubicBezTo>
                    <a:lnTo>
                      <a:pt x="48736" y="60018"/>
                    </a:lnTo>
                    <a:lnTo>
                      <a:pt x="48702" y="60285"/>
                    </a:lnTo>
                    <a:cubicBezTo>
                      <a:pt x="48635" y="60452"/>
                      <a:pt x="48602" y="60685"/>
                      <a:pt x="48535" y="60852"/>
                    </a:cubicBezTo>
                    <a:cubicBezTo>
                      <a:pt x="48269" y="61552"/>
                      <a:pt x="47768" y="62186"/>
                      <a:pt x="47201" y="62720"/>
                    </a:cubicBezTo>
                    <a:cubicBezTo>
                      <a:pt x="45967" y="63754"/>
                      <a:pt x="44399" y="64421"/>
                      <a:pt x="42798" y="65055"/>
                    </a:cubicBezTo>
                    <a:cubicBezTo>
                      <a:pt x="41230" y="65689"/>
                      <a:pt x="39562" y="66289"/>
                      <a:pt x="38095" y="67290"/>
                    </a:cubicBezTo>
                    <a:cubicBezTo>
                      <a:pt x="37728" y="67557"/>
                      <a:pt x="37394" y="67857"/>
                      <a:pt x="37061" y="68190"/>
                    </a:cubicBezTo>
                    <a:lnTo>
                      <a:pt x="36193" y="69091"/>
                    </a:lnTo>
                    <a:cubicBezTo>
                      <a:pt x="35593" y="69692"/>
                      <a:pt x="34959" y="70259"/>
                      <a:pt x="34359" y="70792"/>
                    </a:cubicBezTo>
                    <a:cubicBezTo>
                      <a:pt x="33091" y="71927"/>
                      <a:pt x="31757" y="72961"/>
                      <a:pt x="30723" y="74395"/>
                    </a:cubicBezTo>
                    <a:cubicBezTo>
                      <a:pt x="30156" y="75062"/>
                      <a:pt x="29755" y="75896"/>
                      <a:pt x="29488" y="76730"/>
                    </a:cubicBezTo>
                    <a:cubicBezTo>
                      <a:pt x="29288" y="77597"/>
                      <a:pt x="29155" y="78465"/>
                      <a:pt x="29288" y="79365"/>
                    </a:cubicBezTo>
                    <a:cubicBezTo>
                      <a:pt x="29322" y="79599"/>
                      <a:pt x="29322" y="79799"/>
                      <a:pt x="29388" y="80032"/>
                    </a:cubicBezTo>
                    <a:lnTo>
                      <a:pt x="29488" y="80633"/>
                    </a:lnTo>
                    <a:cubicBezTo>
                      <a:pt x="29589" y="80866"/>
                      <a:pt x="29622" y="81066"/>
                      <a:pt x="29655" y="81267"/>
                    </a:cubicBezTo>
                    <a:lnTo>
                      <a:pt x="29889" y="81867"/>
                    </a:lnTo>
                    <a:cubicBezTo>
                      <a:pt x="30122" y="82634"/>
                      <a:pt x="30456" y="83401"/>
                      <a:pt x="30789" y="84135"/>
                    </a:cubicBezTo>
                    <a:cubicBezTo>
                      <a:pt x="31123" y="84869"/>
                      <a:pt x="31457" y="85570"/>
                      <a:pt x="31657" y="86270"/>
                    </a:cubicBezTo>
                    <a:cubicBezTo>
                      <a:pt x="31890" y="86971"/>
                      <a:pt x="31890" y="87704"/>
                      <a:pt x="31857" y="88438"/>
                    </a:cubicBezTo>
                    <a:lnTo>
                      <a:pt x="31857" y="88472"/>
                    </a:lnTo>
                    <a:cubicBezTo>
                      <a:pt x="31857" y="88905"/>
                      <a:pt x="31723" y="89572"/>
                      <a:pt x="31423" y="90306"/>
                    </a:cubicBezTo>
                    <a:cubicBezTo>
                      <a:pt x="31190" y="91107"/>
                      <a:pt x="30756" y="92041"/>
                      <a:pt x="30756" y="93108"/>
                    </a:cubicBezTo>
                    <a:cubicBezTo>
                      <a:pt x="30789" y="93575"/>
                      <a:pt x="30889" y="94042"/>
                      <a:pt x="31090" y="94443"/>
                    </a:cubicBezTo>
                    <a:cubicBezTo>
                      <a:pt x="31223" y="94643"/>
                      <a:pt x="31356" y="94876"/>
                      <a:pt x="31457" y="95043"/>
                    </a:cubicBezTo>
                    <a:cubicBezTo>
                      <a:pt x="31590" y="95143"/>
                      <a:pt x="31723" y="95310"/>
                      <a:pt x="31890" y="95477"/>
                    </a:cubicBezTo>
                    <a:cubicBezTo>
                      <a:pt x="32190" y="95777"/>
                      <a:pt x="32457" y="96077"/>
                      <a:pt x="32858" y="96311"/>
                    </a:cubicBezTo>
                    <a:cubicBezTo>
                      <a:pt x="33224" y="96577"/>
                      <a:pt x="33691" y="96778"/>
                      <a:pt x="34192" y="96811"/>
                    </a:cubicBezTo>
                    <a:cubicBezTo>
                      <a:pt x="34266" y="96821"/>
                      <a:pt x="34341" y="96826"/>
                      <a:pt x="34415" y="96826"/>
                    </a:cubicBezTo>
                    <a:cubicBezTo>
                      <a:pt x="34839" y="96826"/>
                      <a:pt x="35252" y="96671"/>
                      <a:pt x="35593" y="96444"/>
                    </a:cubicBezTo>
                    <a:cubicBezTo>
                      <a:pt x="36026" y="96211"/>
                      <a:pt x="36360" y="95810"/>
                      <a:pt x="36594" y="95477"/>
                    </a:cubicBezTo>
                    <a:cubicBezTo>
                      <a:pt x="37094" y="94776"/>
                      <a:pt x="37461" y="93976"/>
                      <a:pt x="37761" y="93208"/>
                    </a:cubicBezTo>
                    <a:cubicBezTo>
                      <a:pt x="38061" y="92408"/>
                      <a:pt x="38261" y="91574"/>
                      <a:pt x="38428" y="90740"/>
                    </a:cubicBezTo>
                    <a:cubicBezTo>
                      <a:pt x="38528" y="90306"/>
                      <a:pt x="38562" y="89873"/>
                      <a:pt x="38595" y="89439"/>
                    </a:cubicBezTo>
                    <a:cubicBezTo>
                      <a:pt x="38628" y="89206"/>
                      <a:pt x="38628" y="88972"/>
                      <a:pt x="38628" y="88772"/>
                    </a:cubicBezTo>
                    <a:lnTo>
                      <a:pt x="38695" y="88205"/>
                    </a:lnTo>
                    <a:cubicBezTo>
                      <a:pt x="38795" y="86570"/>
                      <a:pt x="39262" y="84969"/>
                      <a:pt x="39896" y="83435"/>
                    </a:cubicBezTo>
                    <a:cubicBezTo>
                      <a:pt x="40563" y="81934"/>
                      <a:pt x="41397" y="80466"/>
                      <a:pt x="42531" y="79232"/>
                    </a:cubicBezTo>
                    <a:cubicBezTo>
                      <a:pt x="43098" y="78631"/>
                      <a:pt x="43699" y="78064"/>
                      <a:pt x="44399" y="77631"/>
                    </a:cubicBezTo>
                    <a:cubicBezTo>
                      <a:pt x="45100" y="77230"/>
                      <a:pt x="45867" y="76930"/>
                      <a:pt x="46634" y="76897"/>
                    </a:cubicBezTo>
                    <a:cubicBezTo>
                      <a:pt x="46691" y="76894"/>
                      <a:pt x="46749" y="76893"/>
                      <a:pt x="46806" y="76893"/>
                    </a:cubicBezTo>
                    <a:cubicBezTo>
                      <a:pt x="47544" y="76893"/>
                      <a:pt x="48252" y="77092"/>
                      <a:pt x="48902" y="77464"/>
                    </a:cubicBezTo>
                    <a:cubicBezTo>
                      <a:pt x="49603" y="77897"/>
                      <a:pt x="50203" y="78431"/>
                      <a:pt x="50403" y="79132"/>
                    </a:cubicBezTo>
                    <a:cubicBezTo>
                      <a:pt x="50604" y="79866"/>
                      <a:pt x="50470" y="80699"/>
                      <a:pt x="50303" y="81533"/>
                    </a:cubicBezTo>
                    <a:cubicBezTo>
                      <a:pt x="50137" y="82367"/>
                      <a:pt x="49903" y="83235"/>
                      <a:pt x="49703" y="84102"/>
                    </a:cubicBezTo>
                    <a:cubicBezTo>
                      <a:pt x="49636" y="84302"/>
                      <a:pt x="49603" y="84569"/>
                      <a:pt x="49569" y="84769"/>
                    </a:cubicBezTo>
                    <a:cubicBezTo>
                      <a:pt x="49536" y="84969"/>
                      <a:pt x="49536" y="85203"/>
                      <a:pt x="49469" y="85436"/>
                    </a:cubicBezTo>
                    <a:lnTo>
                      <a:pt x="49436" y="85770"/>
                    </a:lnTo>
                    <a:cubicBezTo>
                      <a:pt x="49403" y="85937"/>
                      <a:pt x="49436" y="86037"/>
                      <a:pt x="49436" y="86137"/>
                    </a:cubicBezTo>
                    <a:cubicBezTo>
                      <a:pt x="49436" y="86404"/>
                      <a:pt x="49436" y="86637"/>
                      <a:pt x="49469" y="86871"/>
                    </a:cubicBezTo>
                    <a:cubicBezTo>
                      <a:pt x="49569" y="87805"/>
                      <a:pt x="49803" y="88705"/>
                      <a:pt x="50103" y="89539"/>
                    </a:cubicBezTo>
                    <a:cubicBezTo>
                      <a:pt x="50637" y="91240"/>
                      <a:pt x="51304" y="92875"/>
                      <a:pt x="51437" y="94543"/>
                    </a:cubicBezTo>
                    <a:lnTo>
                      <a:pt x="51437" y="95143"/>
                    </a:lnTo>
                    <a:lnTo>
                      <a:pt x="51437" y="95443"/>
                    </a:lnTo>
                    <a:lnTo>
                      <a:pt x="51437" y="95477"/>
                    </a:lnTo>
                    <a:lnTo>
                      <a:pt x="51437" y="95577"/>
                    </a:lnTo>
                    <a:lnTo>
                      <a:pt x="51404" y="95744"/>
                    </a:lnTo>
                    <a:lnTo>
                      <a:pt x="51304" y="96044"/>
                    </a:lnTo>
                    <a:lnTo>
                      <a:pt x="51237" y="96311"/>
                    </a:lnTo>
                    <a:cubicBezTo>
                      <a:pt x="51204" y="96544"/>
                      <a:pt x="51104" y="96711"/>
                      <a:pt x="51037" y="96911"/>
                    </a:cubicBezTo>
                    <a:cubicBezTo>
                      <a:pt x="50704" y="97712"/>
                      <a:pt x="50237" y="98412"/>
                      <a:pt x="49736" y="99113"/>
                    </a:cubicBezTo>
                    <a:cubicBezTo>
                      <a:pt x="49236" y="99813"/>
                      <a:pt x="48736" y="100580"/>
                      <a:pt x="48302" y="101381"/>
                    </a:cubicBezTo>
                    <a:cubicBezTo>
                      <a:pt x="47902" y="102148"/>
                      <a:pt x="47568" y="103049"/>
                      <a:pt x="47435" y="103949"/>
                    </a:cubicBezTo>
                    <a:cubicBezTo>
                      <a:pt x="47368" y="104883"/>
                      <a:pt x="47368" y="105751"/>
                      <a:pt x="47401" y="106618"/>
                    </a:cubicBezTo>
                    <a:cubicBezTo>
                      <a:pt x="47435" y="107452"/>
                      <a:pt x="47535" y="108319"/>
                      <a:pt x="47435" y="109086"/>
                    </a:cubicBezTo>
                    <a:cubicBezTo>
                      <a:pt x="47368" y="109820"/>
                      <a:pt x="46934" y="110487"/>
                      <a:pt x="46401" y="111088"/>
                    </a:cubicBezTo>
                    <a:cubicBezTo>
                      <a:pt x="46100" y="111321"/>
                      <a:pt x="45800" y="111622"/>
                      <a:pt x="45533" y="111888"/>
                    </a:cubicBezTo>
                    <a:cubicBezTo>
                      <a:pt x="45200" y="112122"/>
                      <a:pt x="44866" y="112322"/>
                      <a:pt x="44533" y="112556"/>
                    </a:cubicBezTo>
                    <a:cubicBezTo>
                      <a:pt x="43132" y="113423"/>
                      <a:pt x="41564" y="113957"/>
                      <a:pt x="40196" y="114957"/>
                    </a:cubicBezTo>
                    <a:cubicBezTo>
                      <a:pt x="39529" y="115458"/>
                      <a:pt x="38895" y="116091"/>
                      <a:pt x="38428" y="116792"/>
                    </a:cubicBezTo>
                    <a:cubicBezTo>
                      <a:pt x="38295" y="116959"/>
                      <a:pt x="38195" y="117126"/>
                      <a:pt x="38095" y="117326"/>
                    </a:cubicBezTo>
                    <a:cubicBezTo>
                      <a:pt x="37961" y="117559"/>
                      <a:pt x="37894" y="117726"/>
                      <a:pt x="37794" y="117926"/>
                    </a:cubicBezTo>
                    <a:lnTo>
                      <a:pt x="37561" y="118493"/>
                    </a:lnTo>
                    <a:cubicBezTo>
                      <a:pt x="37528" y="118727"/>
                      <a:pt x="37427" y="118927"/>
                      <a:pt x="37394" y="119127"/>
                    </a:cubicBezTo>
                    <a:cubicBezTo>
                      <a:pt x="37194" y="119928"/>
                      <a:pt x="37194" y="120761"/>
                      <a:pt x="37194" y="121562"/>
                    </a:cubicBezTo>
                    <a:cubicBezTo>
                      <a:pt x="37194" y="122329"/>
                      <a:pt x="37194" y="123096"/>
                      <a:pt x="37061" y="123797"/>
                    </a:cubicBezTo>
                    <a:cubicBezTo>
                      <a:pt x="36960" y="124497"/>
                      <a:pt x="36694" y="125131"/>
                      <a:pt x="36260" y="125765"/>
                    </a:cubicBezTo>
                    <a:cubicBezTo>
                      <a:pt x="35893" y="126399"/>
                      <a:pt x="35459" y="126966"/>
                      <a:pt x="34926" y="127433"/>
                    </a:cubicBezTo>
                    <a:cubicBezTo>
                      <a:pt x="33892" y="128400"/>
                      <a:pt x="32557" y="128834"/>
                      <a:pt x="31190" y="128934"/>
                    </a:cubicBezTo>
                    <a:cubicBezTo>
                      <a:pt x="30833" y="128968"/>
                      <a:pt x="30480" y="128982"/>
                      <a:pt x="30131" y="128982"/>
                    </a:cubicBezTo>
                    <a:cubicBezTo>
                      <a:pt x="29109" y="128982"/>
                      <a:pt x="28115" y="128858"/>
                      <a:pt x="27120" y="128734"/>
                    </a:cubicBezTo>
                    <a:cubicBezTo>
                      <a:pt x="25786" y="128567"/>
                      <a:pt x="24518" y="128400"/>
                      <a:pt x="23217" y="128334"/>
                    </a:cubicBezTo>
                    <a:cubicBezTo>
                      <a:pt x="23096" y="128330"/>
                      <a:pt x="22975" y="128329"/>
                      <a:pt x="22854" y="128329"/>
                    </a:cubicBezTo>
                    <a:cubicBezTo>
                      <a:pt x="21709" y="128329"/>
                      <a:pt x="20571" y="128478"/>
                      <a:pt x="19515" y="128901"/>
                    </a:cubicBezTo>
                    <a:cubicBezTo>
                      <a:pt x="18914" y="129101"/>
                      <a:pt x="18414" y="129401"/>
                      <a:pt x="17914" y="129668"/>
                    </a:cubicBezTo>
                    <a:cubicBezTo>
                      <a:pt x="17413" y="129968"/>
                      <a:pt x="16946" y="130302"/>
                      <a:pt x="16513" y="130602"/>
                    </a:cubicBezTo>
                    <a:cubicBezTo>
                      <a:pt x="15579" y="131236"/>
                      <a:pt x="14778" y="131903"/>
                      <a:pt x="13877" y="131936"/>
                    </a:cubicBezTo>
                    <a:cubicBezTo>
                      <a:pt x="13795" y="131942"/>
                      <a:pt x="13714" y="131945"/>
                      <a:pt x="13633" y="131945"/>
                    </a:cubicBezTo>
                    <a:cubicBezTo>
                      <a:pt x="12791" y="131945"/>
                      <a:pt x="12003" y="131646"/>
                      <a:pt x="11242" y="131402"/>
                    </a:cubicBezTo>
                    <a:cubicBezTo>
                      <a:pt x="10408" y="131102"/>
                      <a:pt x="9608" y="130802"/>
                      <a:pt x="8907" y="130468"/>
                    </a:cubicBezTo>
                    <a:cubicBezTo>
                      <a:pt x="7439" y="129901"/>
                      <a:pt x="6205" y="129334"/>
                      <a:pt x="5071" y="129134"/>
                    </a:cubicBezTo>
                    <a:cubicBezTo>
                      <a:pt x="4689" y="129063"/>
                      <a:pt x="4325" y="129034"/>
                      <a:pt x="3988" y="129034"/>
                    </a:cubicBezTo>
                    <a:cubicBezTo>
                      <a:pt x="3383" y="129034"/>
                      <a:pt x="2867" y="129127"/>
                      <a:pt x="2503" y="129234"/>
                    </a:cubicBezTo>
                    <a:cubicBezTo>
                      <a:pt x="2369" y="129268"/>
                      <a:pt x="2236" y="129268"/>
                      <a:pt x="2102" y="129301"/>
                    </a:cubicBezTo>
                    <a:cubicBezTo>
                      <a:pt x="2036" y="129334"/>
                      <a:pt x="1935" y="129334"/>
                      <a:pt x="1869" y="129401"/>
                    </a:cubicBezTo>
                    <a:cubicBezTo>
                      <a:pt x="1735" y="129434"/>
                      <a:pt x="1669" y="129468"/>
                      <a:pt x="1669" y="129468"/>
                    </a:cubicBezTo>
                    <a:cubicBezTo>
                      <a:pt x="1035" y="129735"/>
                      <a:pt x="601" y="130001"/>
                      <a:pt x="368" y="130235"/>
                    </a:cubicBezTo>
                    <a:cubicBezTo>
                      <a:pt x="101" y="130435"/>
                      <a:pt x="1" y="130602"/>
                      <a:pt x="34" y="130635"/>
                    </a:cubicBezTo>
                    <a:cubicBezTo>
                      <a:pt x="42" y="130643"/>
                      <a:pt x="57" y="130647"/>
                      <a:pt x="80" y="130647"/>
                    </a:cubicBezTo>
                    <a:cubicBezTo>
                      <a:pt x="154" y="130647"/>
                      <a:pt x="305" y="130604"/>
                      <a:pt x="534" y="130502"/>
                    </a:cubicBezTo>
                    <a:cubicBezTo>
                      <a:pt x="835" y="130402"/>
                      <a:pt x="1235" y="130168"/>
                      <a:pt x="1835" y="129935"/>
                    </a:cubicBezTo>
                    <a:cubicBezTo>
                      <a:pt x="1835" y="129935"/>
                      <a:pt x="1902" y="129901"/>
                      <a:pt x="2036" y="129835"/>
                    </a:cubicBezTo>
                    <a:cubicBezTo>
                      <a:pt x="2102" y="129835"/>
                      <a:pt x="2202" y="129801"/>
                      <a:pt x="2269" y="129768"/>
                    </a:cubicBezTo>
                    <a:cubicBezTo>
                      <a:pt x="2369" y="129768"/>
                      <a:pt x="2503" y="129735"/>
                      <a:pt x="2603" y="129668"/>
                    </a:cubicBezTo>
                    <a:cubicBezTo>
                      <a:pt x="2913" y="129606"/>
                      <a:pt x="3353" y="129531"/>
                      <a:pt x="3897" y="129531"/>
                    </a:cubicBezTo>
                    <a:cubicBezTo>
                      <a:pt x="4229" y="129531"/>
                      <a:pt x="4600" y="129559"/>
                      <a:pt x="5004" y="129634"/>
                    </a:cubicBezTo>
                    <a:cubicBezTo>
                      <a:pt x="6038" y="129801"/>
                      <a:pt x="7273" y="130335"/>
                      <a:pt x="8707" y="130969"/>
                    </a:cubicBezTo>
                    <a:cubicBezTo>
                      <a:pt x="9407" y="131302"/>
                      <a:pt x="10208" y="131603"/>
                      <a:pt x="11042" y="131936"/>
                    </a:cubicBezTo>
                    <a:cubicBezTo>
                      <a:pt x="11803" y="132210"/>
                      <a:pt x="12675" y="132512"/>
                      <a:pt x="13633" y="132512"/>
                    </a:cubicBezTo>
                    <a:cubicBezTo>
                      <a:pt x="13725" y="132512"/>
                      <a:pt x="13817" y="132509"/>
                      <a:pt x="13911" y="132503"/>
                    </a:cubicBezTo>
                    <a:cubicBezTo>
                      <a:pt x="14444" y="132503"/>
                      <a:pt x="15011" y="132303"/>
                      <a:pt x="15445" y="132003"/>
                    </a:cubicBezTo>
                    <a:cubicBezTo>
                      <a:pt x="15912" y="131769"/>
                      <a:pt x="16346" y="131436"/>
                      <a:pt x="16779" y="131136"/>
                    </a:cubicBezTo>
                    <a:cubicBezTo>
                      <a:pt x="17213" y="130835"/>
                      <a:pt x="17647" y="130568"/>
                      <a:pt x="18180" y="130268"/>
                    </a:cubicBezTo>
                    <a:cubicBezTo>
                      <a:pt x="18614" y="130001"/>
                      <a:pt x="19181" y="129735"/>
                      <a:pt x="19681" y="129501"/>
                    </a:cubicBezTo>
                    <a:cubicBezTo>
                      <a:pt x="20645" y="129140"/>
                      <a:pt x="21690" y="128996"/>
                      <a:pt x="22817" y="128996"/>
                    </a:cubicBezTo>
                    <a:cubicBezTo>
                      <a:pt x="22939" y="128996"/>
                      <a:pt x="23061" y="128997"/>
                      <a:pt x="23184" y="129001"/>
                    </a:cubicBezTo>
                    <a:cubicBezTo>
                      <a:pt x="24385" y="129067"/>
                      <a:pt x="25686" y="129268"/>
                      <a:pt x="27020" y="129434"/>
                    </a:cubicBezTo>
                    <a:cubicBezTo>
                      <a:pt x="28049" y="129563"/>
                      <a:pt x="29098" y="129711"/>
                      <a:pt x="30197" y="129711"/>
                    </a:cubicBezTo>
                    <a:cubicBezTo>
                      <a:pt x="30523" y="129711"/>
                      <a:pt x="30854" y="129698"/>
                      <a:pt x="31190" y="129668"/>
                    </a:cubicBezTo>
                    <a:cubicBezTo>
                      <a:pt x="31890" y="129634"/>
                      <a:pt x="32624" y="129468"/>
                      <a:pt x="33358" y="129234"/>
                    </a:cubicBezTo>
                    <a:cubicBezTo>
                      <a:pt x="34058" y="128934"/>
                      <a:pt x="34726" y="128500"/>
                      <a:pt x="35293" y="128000"/>
                    </a:cubicBezTo>
                    <a:cubicBezTo>
                      <a:pt x="35893" y="127500"/>
                      <a:pt x="36393" y="126899"/>
                      <a:pt x="36760" y="126232"/>
                    </a:cubicBezTo>
                    <a:cubicBezTo>
                      <a:pt x="36860" y="126065"/>
                      <a:pt x="36960" y="125898"/>
                      <a:pt x="37061" y="125732"/>
                    </a:cubicBezTo>
                    <a:lnTo>
                      <a:pt x="37194" y="125465"/>
                    </a:lnTo>
                    <a:lnTo>
                      <a:pt x="37294" y="125165"/>
                    </a:lnTo>
                    <a:cubicBezTo>
                      <a:pt x="37461" y="124798"/>
                      <a:pt x="37561" y="124431"/>
                      <a:pt x="37628" y="123997"/>
                    </a:cubicBezTo>
                    <a:cubicBezTo>
                      <a:pt x="37928" y="122396"/>
                      <a:pt x="37594" y="120795"/>
                      <a:pt x="37961" y="119394"/>
                    </a:cubicBezTo>
                    <a:cubicBezTo>
                      <a:pt x="38028" y="119160"/>
                      <a:pt x="38095" y="118994"/>
                      <a:pt x="38128" y="118827"/>
                    </a:cubicBezTo>
                    <a:lnTo>
                      <a:pt x="38361" y="118293"/>
                    </a:lnTo>
                    <a:cubicBezTo>
                      <a:pt x="38395" y="118126"/>
                      <a:pt x="38528" y="117959"/>
                      <a:pt x="38595" y="117793"/>
                    </a:cubicBezTo>
                    <a:cubicBezTo>
                      <a:pt x="38695" y="117626"/>
                      <a:pt x="38762" y="117459"/>
                      <a:pt x="38895" y="117292"/>
                    </a:cubicBezTo>
                    <a:cubicBezTo>
                      <a:pt x="39295" y="116659"/>
                      <a:pt x="39863" y="116125"/>
                      <a:pt x="40463" y="115658"/>
                    </a:cubicBezTo>
                    <a:cubicBezTo>
                      <a:pt x="41731" y="114791"/>
                      <a:pt x="43298" y="114223"/>
                      <a:pt x="44766" y="113323"/>
                    </a:cubicBezTo>
                    <a:cubicBezTo>
                      <a:pt x="45133" y="113123"/>
                      <a:pt x="45467" y="112889"/>
                      <a:pt x="45867" y="112622"/>
                    </a:cubicBezTo>
                    <a:cubicBezTo>
                      <a:pt x="46167" y="112389"/>
                      <a:pt x="46501" y="112089"/>
                      <a:pt x="46801" y="111755"/>
                    </a:cubicBezTo>
                    <a:cubicBezTo>
                      <a:pt x="46968" y="111588"/>
                      <a:pt x="47101" y="111421"/>
                      <a:pt x="47268" y="111255"/>
                    </a:cubicBezTo>
                    <a:cubicBezTo>
                      <a:pt x="47401" y="111055"/>
                      <a:pt x="47535" y="110888"/>
                      <a:pt x="47635" y="110654"/>
                    </a:cubicBezTo>
                    <a:cubicBezTo>
                      <a:pt x="47902" y="110254"/>
                      <a:pt x="48002" y="109787"/>
                      <a:pt x="48102" y="109320"/>
                    </a:cubicBezTo>
                    <a:cubicBezTo>
                      <a:pt x="48235" y="108419"/>
                      <a:pt x="48102" y="107552"/>
                      <a:pt x="48068" y="106718"/>
                    </a:cubicBezTo>
                    <a:cubicBezTo>
                      <a:pt x="48002" y="105884"/>
                      <a:pt x="48002" y="104983"/>
                      <a:pt x="48102" y="104216"/>
                    </a:cubicBezTo>
                    <a:cubicBezTo>
                      <a:pt x="48235" y="103416"/>
                      <a:pt x="48502" y="102648"/>
                      <a:pt x="48902" y="101915"/>
                    </a:cubicBezTo>
                    <a:cubicBezTo>
                      <a:pt x="49269" y="101147"/>
                      <a:pt x="49770" y="100447"/>
                      <a:pt x="50270" y="99746"/>
                    </a:cubicBezTo>
                    <a:cubicBezTo>
                      <a:pt x="50770" y="98979"/>
                      <a:pt x="51271" y="98245"/>
                      <a:pt x="51638" y="97411"/>
                    </a:cubicBezTo>
                    <a:lnTo>
                      <a:pt x="51904" y="96778"/>
                    </a:lnTo>
                    <a:lnTo>
                      <a:pt x="52005" y="96444"/>
                    </a:lnTo>
                    <a:lnTo>
                      <a:pt x="52105" y="96110"/>
                    </a:lnTo>
                    <a:lnTo>
                      <a:pt x="52138" y="95944"/>
                    </a:lnTo>
                    <a:lnTo>
                      <a:pt x="52138" y="95877"/>
                    </a:lnTo>
                    <a:lnTo>
                      <a:pt x="52138" y="95744"/>
                    </a:lnTo>
                    <a:lnTo>
                      <a:pt x="52138" y="95377"/>
                    </a:lnTo>
                    <a:cubicBezTo>
                      <a:pt x="52171" y="95110"/>
                      <a:pt x="52138" y="94910"/>
                      <a:pt x="52138" y="94643"/>
                    </a:cubicBezTo>
                    <a:cubicBezTo>
                      <a:pt x="52005" y="92775"/>
                      <a:pt x="51304" y="91107"/>
                      <a:pt x="50770" y="89439"/>
                    </a:cubicBezTo>
                    <a:cubicBezTo>
                      <a:pt x="50503" y="88605"/>
                      <a:pt x="50270" y="87771"/>
                      <a:pt x="50170" y="86937"/>
                    </a:cubicBezTo>
                    <a:cubicBezTo>
                      <a:pt x="50137" y="86737"/>
                      <a:pt x="50137" y="86537"/>
                      <a:pt x="50137" y="86303"/>
                    </a:cubicBezTo>
                    <a:lnTo>
                      <a:pt x="50137" y="86037"/>
                    </a:lnTo>
                    <a:lnTo>
                      <a:pt x="50170" y="85703"/>
                    </a:lnTo>
                    <a:cubicBezTo>
                      <a:pt x="50170" y="85470"/>
                      <a:pt x="50237" y="85269"/>
                      <a:pt x="50270" y="85069"/>
                    </a:cubicBezTo>
                    <a:lnTo>
                      <a:pt x="50403" y="84435"/>
                    </a:lnTo>
                    <a:cubicBezTo>
                      <a:pt x="50570" y="83568"/>
                      <a:pt x="50804" y="82734"/>
                      <a:pt x="51004" y="81867"/>
                    </a:cubicBezTo>
                    <a:cubicBezTo>
                      <a:pt x="51237" y="80966"/>
                      <a:pt x="51404" y="80032"/>
                      <a:pt x="51104" y="79032"/>
                    </a:cubicBezTo>
                    <a:cubicBezTo>
                      <a:pt x="50937" y="78565"/>
                      <a:pt x="50737" y="78064"/>
                      <a:pt x="50337" y="77731"/>
                    </a:cubicBezTo>
                    <a:lnTo>
                      <a:pt x="50103" y="77464"/>
                    </a:lnTo>
                    <a:cubicBezTo>
                      <a:pt x="50003" y="77397"/>
                      <a:pt x="49903" y="77364"/>
                      <a:pt x="49803" y="77264"/>
                    </a:cubicBezTo>
                    <a:lnTo>
                      <a:pt x="49503" y="77064"/>
                    </a:lnTo>
                    <a:cubicBezTo>
                      <a:pt x="49436" y="77030"/>
                      <a:pt x="49303" y="76930"/>
                      <a:pt x="49236" y="76897"/>
                    </a:cubicBezTo>
                    <a:cubicBezTo>
                      <a:pt x="48532" y="76486"/>
                      <a:pt x="47673" y="76178"/>
                      <a:pt x="46818" y="76178"/>
                    </a:cubicBezTo>
                    <a:cubicBezTo>
                      <a:pt x="46701" y="76178"/>
                      <a:pt x="46584" y="76184"/>
                      <a:pt x="46467" y="76196"/>
                    </a:cubicBezTo>
                    <a:cubicBezTo>
                      <a:pt x="45500" y="76230"/>
                      <a:pt x="44599" y="76597"/>
                      <a:pt x="43799" y="77064"/>
                    </a:cubicBezTo>
                    <a:cubicBezTo>
                      <a:pt x="42998" y="77531"/>
                      <a:pt x="42331" y="78131"/>
                      <a:pt x="41731" y="78798"/>
                    </a:cubicBezTo>
                    <a:cubicBezTo>
                      <a:pt x="40496" y="80132"/>
                      <a:pt x="39596" y="81700"/>
                      <a:pt x="38929" y="83301"/>
                    </a:cubicBezTo>
                    <a:cubicBezTo>
                      <a:pt x="38261" y="84936"/>
                      <a:pt x="37794" y="86637"/>
                      <a:pt x="37628" y="88372"/>
                    </a:cubicBezTo>
                    <a:lnTo>
                      <a:pt x="37594" y="89039"/>
                    </a:lnTo>
                    <a:cubicBezTo>
                      <a:pt x="37594" y="89239"/>
                      <a:pt x="37561" y="89406"/>
                      <a:pt x="37561" y="89606"/>
                    </a:cubicBezTo>
                    <a:cubicBezTo>
                      <a:pt x="37494" y="89973"/>
                      <a:pt x="37461" y="90406"/>
                      <a:pt x="37394" y="90773"/>
                    </a:cubicBezTo>
                    <a:cubicBezTo>
                      <a:pt x="37261" y="91574"/>
                      <a:pt x="37061" y="92308"/>
                      <a:pt x="36760" y="93075"/>
                    </a:cubicBezTo>
                    <a:cubicBezTo>
                      <a:pt x="36493" y="93809"/>
                      <a:pt x="36160" y="94543"/>
                      <a:pt x="35726" y="95110"/>
                    </a:cubicBezTo>
                    <a:cubicBezTo>
                      <a:pt x="35309" y="95687"/>
                      <a:pt x="34769" y="96079"/>
                      <a:pt x="34195" y="96079"/>
                    </a:cubicBezTo>
                    <a:cubicBezTo>
                      <a:pt x="34172" y="96079"/>
                      <a:pt x="34148" y="96078"/>
                      <a:pt x="34125" y="96077"/>
                    </a:cubicBezTo>
                    <a:cubicBezTo>
                      <a:pt x="33558" y="96044"/>
                      <a:pt x="32958" y="95577"/>
                      <a:pt x="32457" y="95043"/>
                    </a:cubicBezTo>
                    <a:cubicBezTo>
                      <a:pt x="32324" y="94910"/>
                      <a:pt x="32257" y="94743"/>
                      <a:pt x="32124" y="94609"/>
                    </a:cubicBezTo>
                    <a:cubicBezTo>
                      <a:pt x="32057" y="94476"/>
                      <a:pt x="31957" y="94309"/>
                      <a:pt x="31890" y="94209"/>
                    </a:cubicBezTo>
                    <a:cubicBezTo>
                      <a:pt x="31757" y="93909"/>
                      <a:pt x="31657" y="93609"/>
                      <a:pt x="31657" y="93275"/>
                    </a:cubicBezTo>
                    <a:cubicBezTo>
                      <a:pt x="31657" y="92475"/>
                      <a:pt x="31990" y="91641"/>
                      <a:pt x="32290" y="90873"/>
                    </a:cubicBezTo>
                    <a:cubicBezTo>
                      <a:pt x="32591" y="90073"/>
                      <a:pt x="32791" y="89272"/>
                      <a:pt x="32791" y="88705"/>
                    </a:cubicBezTo>
                    <a:lnTo>
                      <a:pt x="32791" y="88739"/>
                    </a:lnTo>
                    <a:cubicBezTo>
                      <a:pt x="32891" y="87905"/>
                      <a:pt x="32891" y="87037"/>
                      <a:pt x="32624" y="86203"/>
                    </a:cubicBezTo>
                    <a:cubicBezTo>
                      <a:pt x="32391" y="85369"/>
                      <a:pt x="31990" y="84602"/>
                      <a:pt x="31657" y="83902"/>
                    </a:cubicBezTo>
                    <a:cubicBezTo>
                      <a:pt x="31323" y="83135"/>
                      <a:pt x="31056" y="82434"/>
                      <a:pt x="30789" y="81700"/>
                    </a:cubicBezTo>
                    <a:lnTo>
                      <a:pt x="30589" y="81133"/>
                    </a:lnTo>
                    <a:cubicBezTo>
                      <a:pt x="30556" y="80933"/>
                      <a:pt x="30489" y="80766"/>
                      <a:pt x="30456" y="80566"/>
                    </a:cubicBezTo>
                    <a:lnTo>
                      <a:pt x="30356" y="79966"/>
                    </a:lnTo>
                    <a:cubicBezTo>
                      <a:pt x="30356" y="79765"/>
                      <a:pt x="30356" y="79599"/>
                      <a:pt x="30289" y="79399"/>
                    </a:cubicBezTo>
                    <a:cubicBezTo>
                      <a:pt x="30189" y="78631"/>
                      <a:pt x="30289" y="77897"/>
                      <a:pt x="30456" y="77130"/>
                    </a:cubicBezTo>
                    <a:cubicBezTo>
                      <a:pt x="30689" y="76430"/>
                      <a:pt x="31056" y="75729"/>
                      <a:pt x="31523" y="75095"/>
                    </a:cubicBezTo>
                    <a:cubicBezTo>
                      <a:pt x="32457" y="73861"/>
                      <a:pt x="33758" y="72760"/>
                      <a:pt x="35026" y="71626"/>
                    </a:cubicBezTo>
                    <a:cubicBezTo>
                      <a:pt x="35626" y="71059"/>
                      <a:pt x="36260" y="70525"/>
                      <a:pt x="36894" y="69892"/>
                    </a:cubicBezTo>
                    <a:lnTo>
                      <a:pt x="37761" y="68958"/>
                    </a:lnTo>
                    <a:cubicBezTo>
                      <a:pt x="38061" y="68724"/>
                      <a:pt x="38361" y="68457"/>
                      <a:pt x="38695" y="68224"/>
                    </a:cubicBezTo>
                    <a:cubicBezTo>
                      <a:pt x="40029" y="67290"/>
                      <a:pt x="41597" y="66723"/>
                      <a:pt x="43198" y="66056"/>
                    </a:cubicBezTo>
                    <a:cubicBezTo>
                      <a:pt x="43965" y="65722"/>
                      <a:pt x="44766" y="65388"/>
                      <a:pt x="45567" y="65022"/>
                    </a:cubicBezTo>
                    <a:cubicBezTo>
                      <a:pt x="46367" y="64588"/>
                      <a:pt x="47101" y="64121"/>
                      <a:pt x="47802" y="63554"/>
                    </a:cubicBezTo>
                    <a:cubicBezTo>
                      <a:pt x="48535" y="62920"/>
                      <a:pt x="49102" y="62186"/>
                      <a:pt x="49403" y="61252"/>
                    </a:cubicBezTo>
                    <a:cubicBezTo>
                      <a:pt x="49436" y="61052"/>
                      <a:pt x="49536" y="60785"/>
                      <a:pt x="49569" y="60585"/>
                    </a:cubicBezTo>
                    <a:lnTo>
                      <a:pt x="49603" y="60251"/>
                    </a:lnTo>
                    <a:lnTo>
                      <a:pt x="49703" y="60118"/>
                    </a:lnTo>
                    <a:lnTo>
                      <a:pt x="49803" y="59851"/>
                    </a:lnTo>
                    <a:lnTo>
                      <a:pt x="49870" y="59718"/>
                    </a:lnTo>
                    <a:cubicBezTo>
                      <a:pt x="49903" y="59651"/>
                      <a:pt x="49903" y="59618"/>
                      <a:pt x="49903" y="59584"/>
                    </a:cubicBezTo>
                    <a:lnTo>
                      <a:pt x="49936" y="59418"/>
                    </a:lnTo>
                    <a:lnTo>
                      <a:pt x="50070" y="58784"/>
                    </a:lnTo>
                    <a:cubicBezTo>
                      <a:pt x="50237" y="57916"/>
                      <a:pt x="50303" y="57049"/>
                      <a:pt x="50237" y="56115"/>
                    </a:cubicBezTo>
                    <a:cubicBezTo>
                      <a:pt x="50203" y="55215"/>
                      <a:pt x="49870" y="54281"/>
                      <a:pt x="49369" y="53547"/>
                    </a:cubicBezTo>
                    <a:cubicBezTo>
                      <a:pt x="48369" y="51979"/>
                      <a:pt x="46901" y="50945"/>
                      <a:pt x="45600" y="49911"/>
                    </a:cubicBezTo>
                    <a:cubicBezTo>
                      <a:pt x="44933" y="49410"/>
                      <a:pt x="44299" y="48810"/>
                      <a:pt x="43965" y="48210"/>
                    </a:cubicBezTo>
                    <a:cubicBezTo>
                      <a:pt x="43632" y="47576"/>
                      <a:pt x="43632" y="46842"/>
                      <a:pt x="43899" y="46075"/>
                    </a:cubicBezTo>
                    <a:cubicBezTo>
                      <a:pt x="44032" y="45708"/>
                      <a:pt x="44132" y="45341"/>
                      <a:pt x="44366" y="45007"/>
                    </a:cubicBezTo>
                    <a:lnTo>
                      <a:pt x="44499" y="44707"/>
                    </a:lnTo>
                    <a:cubicBezTo>
                      <a:pt x="44566" y="44674"/>
                      <a:pt x="44499" y="44674"/>
                      <a:pt x="44566" y="44607"/>
                    </a:cubicBezTo>
                    <a:lnTo>
                      <a:pt x="44633" y="44540"/>
                    </a:lnTo>
                    <a:cubicBezTo>
                      <a:pt x="44766" y="44407"/>
                      <a:pt x="44899" y="44273"/>
                      <a:pt x="45066" y="44173"/>
                    </a:cubicBezTo>
                    <a:cubicBezTo>
                      <a:pt x="45633" y="43706"/>
                      <a:pt x="46401" y="43339"/>
                      <a:pt x="47101" y="42772"/>
                    </a:cubicBezTo>
                    <a:cubicBezTo>
                      <a:pt x="47468" y="42505"/>
                      <a:pt x="47802" y="42205"/>
                      <a:pt x="48068" y="41738"/>
                    </a:cubicBezTo>
                    <a:cubicBezTo>
                      <a:pt x="48269" y="41271"/>
                      <a:pt x="48402" y="40838"/>
                      <a:pt x="48402" y="40371"/>
                    </a:cubicBezTo>
                    <a:cubicBezTo>
                      <a:pt x="48435" y="39904"/>
                      <a:pt x="48369" y="39503"/>
                      <a:pt x="48369" y="39103"/>
                    </a:cubicBezTo>
                    <a:cubicBezTo>
                      <a:pt x="48369" y="38703"/>
                      <a:pt x="48402" y="38503"/>
                      <a:pt x="48569" y="38069"/>
                    </a:cubicBezTo>
                    <a:cubicBezTo>
                      <a:pt x="48869" y="37302"/>
                      <a:pt x="49136" y="36601"/>
                      <a:pt x="49603" y="36034"/>
                    </a:cubicBezTo>
                    <a:cubicBezTo>
                      <a:pt x="50036" y="35434"/>
                      <a:pt x="50637" y="35067"/>
                      <a:pt x="51371" y="34767"/>
                    </a:cubicBezTo>
                    <a:cubicBezTo>
                      <a:pt x="52071" y="34500"/>
                      <a:pt x="52805" y="34266"/>
                      <a:pt x="53572" y="34099"/>
                    </a:cubicBezTo>
                    <a:cubicBezTo>
                      <a:pt x="54306" y="33899"/>
                      <a:pt x="55073" y="33699"/>
                      <a:pt x="55807" y="33532"/>
                    </a:cubicBezTo>
                    <a:cubicBezTo>
                      <a:pt x="56174" y="33399"/>
                      <a:pt x="56574" y="33332"/>
                      <a:pt x="56941" y="33232"/>
                    </a:cubicBezTo>
                    <a:lnTo>
                      <a:pt x="58076" y="32999"/>
                    </a:lnTo>
                    <a:cubicBezTo>
                      <a:pt x="58809" y="32832"/>
                      <a:pt x="59510" y="32698"/>
                      <a:pt x="60277" y="32532"/>
                    </a:cubicBezTo>
                    <a:cubicBezTo>
                      <a:pt x="63246" y="31931"/>
                      <a:pt x="66081" y="31331"/>
                      <a:pt x="68783" y="30564"/>
                    </a:cubicBezTo>
                    <a:cubicBezTo>
                      <a:pt x="70117" y="30197"/>
                      <a:pt x="71485" y="29596"/>
                      <a:pt x="72486" y="28595"/>
                    </a:cubicBezTo>
                    <a:cubicBezTo>
                      <a:pt x="72986" y="28095"/>
                      <a:pt x="73420" y="27528"/>
                      <a:pt x="73753" y="26928"/>
                    </a:cubicBezTo>
                    <a:cubicBezTo>
                      <a:pt x="74087" y="26361"/>
                      <a:pt x="74320" y="25693"/>
                      <a:pt x="74320" y="24993"/>
                    </a:cubicBezTo>
                    <a:cubicBezTo>
                      <a:pt x="74387" y="24259"/>
                      <a:pt x="74154" y="23659"/>
                      <a:pt x="74054" y="23058"/>
                    </a:cubicBezTo>
                    <a:cubicBezTo>
                      <a:pt x="73920" y="22491"/>
                      <a:pt x="73820" y="21891"/>
                      <a:pt x="73920" y="21357"/>
                    </a:cubicBezTo>
                    <a:cubicBezTo>
                      <a:pt x="73987" y="20823"/>
                      <a:pt x="74120" y="20256"/>
                      <a:pt x="74320" y="19756"/>
                    </a:cubicBezTo>
                    <a:cubicBezTo>
                      <a:pt x="74554" y="19255"/>
                      <a:pt x="74787" y="18755"/>
                      <a:pt x="75121" y="18355"/>
                    </a:cubicBezTo>
                    <a:cubicBezTo>
                      <a:pt x="76389" y="16587"/>
                      <a:pt x="77990" y="15219"/>
                      <a:pt x="78724" y="13351"/>
                    </a:cubicBezTo>
                    <a:cubicBezTo>
                      <a:pt x="78790" y="13084"/>
                      <a:pt x="78824" y="12884"/>
                      <a:pt x="78924" y="12651"/>
                    </a:cubicBezTo>
                    <a:cubicBezTo>
                      <a:pt x="78924" y="12417"/>
                      <a:pt x="78990" y="12184"/>
                      <a:pt x="78957" y="11917"/>
                    </a:cubicBezTo>
                    <a:lnTo>
                      <a:pt x="78957" y="11583"/>
                    </a:lnTo>
                    <a:cubicBezTo>
                      <a:pt x="78957" y="11483"/>
                      <a:pt x="78924" y="11383"/>
                      <a:pt x="78924" y="11250"/>
                    </a:cubicBezTo>
                    <a:lnTo>
                      <a:pt x="78790" y="10649"/>
                    </a:lnTo>
                    <a:cubicBezTo>
                      <a:pt x="78624" y="9815"/>
                      <a:pt x="78457" y="9048"/>
                      <a:pt x="78323" y="8348"/>
                    </a:cubicBezTo>
                    <a:cubicBezTo>
                      <a:pt x="78090" y="6913"/>
                      <a:pt x="78056" y="5679"/>
                      <a:pt x="78223" y="4712"/>
                    </a:cubicBezTo>
                    <a:cubicBezTo>
                      <a:pt x="78257" y="4478"/>
                      <a:pt x="78290" y="4211"/>
                      <a:pt x="78323" y="4011"/>
                    </a:cubicBezTo>
                    <a:cubicBezTo>
                      <a:pt x="78390" y="3811"/>
                      <a:pt x="78457" y="3578"/>
                      <a:pt x="78490" y="3411"/>
                    </a:cubicBezTo>
                    <a:cubicBezTo>
                      <a:pt x="78590" y="3077"/>
                      <a:pt x="78757" y="2810"/>
                      <a:pt x="78824" y="2543"/>
                    </a:cubicBezTo>
                    <a:cubicBezTo>
                      <a:pt x="78924" y="2310"/>
                      <a:pt x="78990" y="2110"/>
                      <a:pt x="79091" y="2010"/>
                    </a:cubicBezTo>
                    <a:cubicBezTo>
                      <a:pt x="79124" y="1876"/>
                      <a:pt x="79157" y="1843"/>
                      <a:pt x="79157" y="1843"/>
                    </a:cubicBezTo>
                    <a:cubicBezTo>
                      <a:pt x="79324" y="1576"/>
                      <a:pt x="79424" y="1343"/>
                      <a:pt x="79724" y="1009"/>
                    </a:cubicBezTo>
                    <a:cubicBezTo>
                      <a:pt x="79824" y="842"/>
                      <a:pt x="79924" y="642"/>
                      <a:pt x="79991" y="509"/>
                    </a:cubicBezTo>
                    <a:cubicBezTo>
                      <a:pt x="80158" y="208"/>
                      <a:pt x="80225" y="42"/>
                      <a:pt x="80158" y="8"/>
                    </a:cubicBezTo>
                    <a:cubicBezTo>
                      <a:pt x="80153" y="3"/>
                      <a:pt x="80145" y="0"/>
                      <a:pt x="801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3" name="Google Shape;353;p3"/>
              <p:cNvSpPr/>
              <p:nvPr/>
            </p:nvSpPr>
            <p:spPr>
              <a:xfrm>
                <a:off x="3610" y="24236"/>
                <a:ext cx="2069687" cy="3284563"/>
              </a:xfrm>
              <a:custGeom>
                <a:avLst/>
                <a:gdLst/>
                <a:ahLst/>
                <a:cxnLst/>
                <a:rect l="l" t="t" r="r" b="b"/>
                <a:pathLst>
                  <a:path w="85595" h="135838" extrusionOk="0">
                    <a:moveTo>
                      <a:pt x="85546" y="1"/>
                    </a:moveTo>
                    <a:cubicBezTo>
                      <a:pt x="85502" y="1"/>
                      <a:pt x="85407" y="103"/>
                      <a:pt x="85261" y="307"/>
                    </a:cubicBezTo>
                    <a:cubicBezTo>
                      <a:pt x="85094" y="541"/>
                      <a:pt x="84894" y="874"/>
                      <a:pt x="84694" y="1408"/>
                    </a:cubicBezTo>
                    <a:cubicBezTo>
                      <a:pt x="84694" y="1408"/>
                      <a:pt x="84627" y="1508"/>
                      <a:pt x="84594" y="1642"/>
                    </a:cubicBezTo>
                    <a:cubicBezTo>
                      <a:pt x="84594" y="1675"/>
                      <a:pt x="84561" y="1742"/>
                      <a:pt x="84527" y="1875"/>
                    </a:cubicBezTo>
                    <a:cubicBezTo>
                      <a:pt x="84461" y="1975"/>
                      <a:pt x="84461" y="2142"/>
                      <a:pt x="84427" y="2242"/>
                    </a:cubicBezTo>
                    <a:cubicBezTo>
                      <a:pt x="84327" y="2842"/>
                      <a:pt x="84227" y="3743"/>
                      <a:pt x="84394" y="4911"/>
                    </a:cubicBezTo>
                    <a:cubicBezTo>
                      <a:pt x="84494" y="5511"/>
                      <a:pt x="84594" y="6178"/>
                      <a:pt x="84727" y="6879"/>
                    </a:cubicBezTo>
                    <a:cubicBezTo>
                      <a:pt x="84894" y="7579"/>
                      <a:pt x="85061" y="8380"/>
                      <a:pt x="85094" y="9247"/>
                    </a:cubicBezTo>
                    <a:cubicBezTo>
                      <a:pt x="85161" y="9481"/>
                      <a:pt x="85161" y="9714"/>
                      <a:pt x="85161" y="9914"/>
                    </a:cubicBezTo>
                    <a:cubicBezTo>
                      <a:pt x="85094" y="10148"/>
                      <a:pt x="85094" y="10348"/>
                      <a:pt x="85061" y="10581"/>
                    </a:cubicBezTo>
                    <a:cubicBezTo>
                      <a:pt x="85061" y="10848"/>
                      <a:pt x="84994" y="11048"/>
                      <a:pt x="84928" y="11315"/>
                    </a:cubicBezTo>
                    <a:cubicBezTo>
                      <a:pt x="84894" y="11549"/>
                      <a:pt x="84794" y="11749"/>
                      <a:pt x="84727" y="12016"/>
                    </a:cubicBezTo>
                    <a:cubicBezTo>
                      <a:pt x="84561" y="12483"/>
                      <a:pt x="84327" y="12916"/>
                      <a:pt x="83960" y="13350"/>
                    </a:cubicBezTo>
                    <a:cubicBezTo>
                      <a:pt x="83693" y="13817"/>
                      <a:pt x="83260" y="14184"/>
                      <a:pt x="82859" y="14584"/>
                    </a:cubicBezTo>
                    <a:cubicBezTo>
                      <a:pt x="81959" y="15385"/>
                      <a:pt x="81025" y="16219"/>
                      <a:pt x="80224" y="17319"/>
                    </a:cubicBezTo>
                    <a:cubicBezTo>
                      <a:pt x="79857" y="17853"/>
                      <a:pt x="79490" y="18487"/>
                      <a:pt x="79324" y="19187"/>
                    </a:cubicBezTo>
                    <a:cubicBezTo>
                      <a:pt x="79090" y="19855"/>
                      <a:pt x="79057" y="20588"/>
                      <a:pt x="79090" y="21356"/>
                    </a:cubicBezTo>
                    <a:cubicBezTo>
                      <a:pt x="79157" y="22823"/>
                      <a:pt x="79424" y="24358"/>
                      <a:pt x="79157" y="25926"/>
                    </a:cubicBezTo>
                    <a:cubicBezTo>
                      <a:pt x="78823" y="27493"/>
                      <a:pt x="78023" y="29028"/>
                      <a:pt x="76755" y="30229"/>
                    </a:cubicBezTo>
                    <a:cubicBezTo>
                      <a:pt x="75521" y="31430"/>
                      <a:pt x="73853" y="32263"/>
                      <a:pt x="72085" y="33064"/>
                    </a:cubicBezTo>
                    <a:cubicBezTo>
                      <a:pt x="70384" y="33898"/>
                      <a:pt x="68483" y="34498"/>
                      <a:pt x="66481" y="34999"/>
                    </a:cubicBezTo>
                    <a:cubicBezTo>
                      <a:pt x="65981" y="35166"/>
                      <a:pt x="65480" y="35266"/>
                      <a:pt x="64980" y="35399"/>
                    </a:cubicBezTo>
                    <a:cubicBezTo>
                      <a:pt x="64713" y="35499"/>
                      <a:pt x="64480" y="35532"/>
                      <a:pt x="64213" y="35599"/>
                    </a:cubicBezTo>
                    <a:lnTo>
                      <a:pt x="64013" y="35666"/>
                    </a:lnTo>
                    <a:lnTo>
                      <a:pt x="63913" y="35666"/>
                    </a:lnTo>
                    <a:lnTo>
                      <a:pt x="63846" y="35699"/>
                    </a:lnTo>
                    <a:lnTo>
                      <a:pt x="63412" y="35766"/>
                    </a:lnTo>
                    <a:cubicBezTo>
                      <a:pt x="62378" y="36033"/>
                      <a:pt x="61311" y="36366"/>
                      <a:pt x="60310" y="36867"/>
                    </a:cubicBezTo>
                    <a:cubicBezTo>
                      <a:pt x="59309" y="37367"/>
                      <a:pt x="58309" y="38068"/>
                      <a:pt x="57708" y="39168"/>
                    </a:cubicBezTo>
                    <a:cubicBezTo>
                      <a:pt x="57408" y="39702"/>
                      <a:pt x="57341" y="40336"/>
                      <a:pt x="57174" y="40870"/>
                    </a:cubicBezTo>
                    <a:cubicBezTo>
                      <a:pt x="57141" y="41170"/>
                      <a:pt x="57008" y="41437"/>
                      <a:pt x="56908" y="41704"/>
                    </a:cubicBezTo>
                    <a:cubicBezTo>
                      <a:pt x="56808" y="42004"/>
                      <a:pt x="56674" y="42237"/>
                      <a:pt x="56541" y="42504"/>
                    </a:cubicBezTo>
                    <a:lnTo>
                      <a:pt x="56307" y="43005"/>
                    </a:lnTo>
                    <a:cubicBezTo>
                      <a:pt x="56174" y="43171"/>
                      <a:pt x="56040" y="43338"/>
                      <a:pt x="55907" y="43538"/>
                    </a:cubicBezTo>
                    <a:cubicBezTo>
                      <a:pt x="55640" y="43905"/>
                      <a:pt x="55240" y="44339"/>
                      <a:pt x="54839" y="44739"/>
                    </a:cubicBezTo>
                    <a:cubicBezTo>
                      <a:pt x="54406" y="45173"/>
                      <a:pt x="53872" y="45573"/>
                      <a:pt x="53372" y="46107"/>
                    </a:cubicBezTo>
                    <a:cubicBezTo>
                      <a:pt x="52871" y="46607"/>
                      <a:pt x="52371" y="47341"/>
                      <a:pt x="52204" y="48208"/>
                    </a:cubicBezTo>
                    <a:cubicBezTo>
                      <a:pt x="51837" y="50010"/>
                      <a:pt x="52571" y="51844"/>
                      <a:pt x="53405" y="53612"/>
                    </a:cubicBezTo>
                    <a:cubicBezTo>
                      <a:pt x="53839" y="54513"/>
                      <a:pt x="54172" y="55447"/>
                      <a:pt x="54339" y="56514"/>
                    </a:cubicBezTo>
                    <a:cubicBezTo>
                      <a:pt x="54406" y="56748"/>
                      <a:pt x="54372" y="57048"/>
                      <a:pt x="54406" y="57281"/>
                    </a:cubicBezTo>
                    <a:cubicBezTo>
                      <a:pt x="54406" y="57548"/>
                      <a:pt x="54473" y="57848"/>
                      <a:pt x="54473" y="58082"/>
                    </a:cubicBezTo>
                    <a:cubicBezTo>
                      <a:pt x="54473" y="58349"/>
                      <a:pt x="54473" y="58616"/>
                      <a:pt x="54406" y="58883"/>
                    </a:cubicBezTo>
                    <a:cubicBezTo>
                      <a:pt x="54372" y="59116"/>
                      <a:pt x="54372" y="59416"/>
                      <a:pt x="54306" y="59683"/>
                    </a:cubicBezTo>
                    <a:cubicBezTo>
                      <a:pt x="54072" y="60751"/>
                      <a:pt x="53639" y="61785"/>
                      <a:pt x="52971" y="62719"/>
                    </a:cubicBezTo>
                    <a:cubicBezTo>
                      <a:pt x="52304" y="63619"/>
                      <a:pt x="51370" y="64420"/>
                      <a:pt x="50403" y="65087"/>
                    </a:cubicBezTo>
                    <a:cubicBezTo>
                      <a:pt x="49402" y="65754"/>
                      <a:pt x="48335" y="66355"/>
                      <a:pt x="47234" y="66888"/>
                    </a:cubicBezTo>
                    <a:cubicBezTo>
                      <a:pt x="46700" y="67188"/>
                      <a:pt x="46167" y="67455"/>
                      <a:pt x="45633" y="67789"/>
                    </a:cubicBezTo>
                    <a:cubicBezTo>
                      <a:pt x="45366" y="67956"/>
                      <a:pt x="45133" y="68189"/>
                      <a:pt x="44866" y="68423"/>
                    </a:cubicBezTo>
                    <a:cubicBezTo>
                      <a:pt x="44732" y="68589"/>
                      <a:pt x="44666" y="68756"/>
                      <a:pt x="44565" y="68923"/>
                    </a:cubicBezTo>
                    <a:cubicBezTo>
                      <a:pt x="44565" y="69023"/>
                      <a:pt x="44532" y="69123"/>
                      <a:pt x="44532" y="69223"/>
                    </a:cubicBezTo>
                    <a:cubicBezTo>
                      <a:pt x="44532" y="69290"/>
                      <a:pt x="44532" y="69423"/>
                      <a:pt x="44565" y="69523"/>
                    </a:cubicBezTo>
                    <a:cubicBezTo>
                      <a:pt x="44666" y="69890"/>
                      <a:pt x="44899" y="70124"/>
                      <a:pt x="45133" y="70391"/>
                    </a:cubicBezTo>
                    <a:cubicBezTo>
                      <a:pt x="45333" y="70591"/>
                      <a:pt x="45533" y="70858"/>
                      <a:pt x="45800" y="71058"/>
                    </a:cubicBezTo>
                    <a:cubicBezTo>
                      <a:pt x="45900" y="71191"/>
                      <a:pt x="46033" y="71291"/>
                      <a:pt x="46167" y="71392"/>
                    </a:cubicBezTo>
                    <a:lnTo>
                      <a:pt x="46567" y="71625"/>
                    </a:lnTo>
                    <a:cubicBezTo>
                      <a:pt x="46700" y="71725"/>
                      <a:pt x="46867" y="71792"/>
                      <a:pt x="47034" y="71859"/>
                    </a:cubicBezTo>
                    <a:cubicBezTo>
                      <a:pt x="47167" y="71925"/>
                      <a:pt x="47334" y="72025"/>
                      <a:pt x="47501" y="72025"/>
                    </a:cubicBezTo>
                    <a:cubicBezTo>
                      <a:pt x="47723" y="72081"/>
                      <a:pt x="47946" y="72103"/>
                      <a:pt x="48167" y="72103"/>
                    </a:cubicBezTo>
                    <a:cubicBezTo>
                      <a:pt x="48609" y="72103"/>
                      <a:pt x="49046" y="72014"/>
                      <a:pt x="49469" y="71925"/>
                    </a:cubicBezTo>
                    <a:cubicBezTo>
                      <a:pt x="50069" y="71792"/>
                      <a:pt x="50670" y="71592"/>
                      <a:pt x="51237" y="71458"/>
                    </a:cubicBezTo>
                    <a:cubicBezTo>
                      <a:pt x="51742" y="71314"/>
                      <a:pt x="52259" y="71245"/>
                      <a:pt x="52769" y="71245"/>
                    </a:cubicBezTo>
                    <a:cubicBezTo>
                      <a:pt x="53440" y="71245"/>
                      <a:pt x="54100" y="71364"/>
                      <a:pt x="54706" y="71592"/>
                    </a:cubicBezTo>
                    <a:cubicBezTo>
                      <a:pt x="55240" y="71758"/>
                      <a:pt x="55673" y="72192"/>
                      <a:pt x="55974" y="72626"/>
                    </a:cubicBezTo>
                    <a:cubicBezTo>
                      <a:pt x="56240" y="73126"/>
                      <a:pt x="56474" y="73693"/>
                      <a:pt x="56574" y="74227"/>
                    </a:cubicBezTo>
                    <a:cubicBezTo>
                      <a:pt x="56874" y="75428"/>
                      <a:pt x="56908" y="76729"/>
                      <a:pt x="56841" y="78030"/>
                    </a:cubicBezTo>
                    <a:cubicBezTo>
                      <a:pt x="56808" y="78697"/>
                      <a:pt x="56707" y="79297"/>
                      <a:pt x="56574" y="79964"/>
                    </a:cubicBezTo>
                    <a:lnTo>
                      <a:pt x="56207" y="81966"/>
                    </a:lnTo>
                    <a:cubicBezTo>
                      <a:pt x="56140" y="82299"/>
                      <a:pt x="56140" y="82700"/>
                      <a:pt x="56074" y="83033"/>
                    </a:cubicBezTo>
                    <a:cubicBezTo>
                      <a:pt x="56040" y="83367"/>
                      <a:pt x="56007" y="83734"/>
                      <a:pt x="56007" y="84067"/>
                    </a:cubicBezTo>
                    <a:cubicBezTo>
                      <a:pt x="56040" y="84734"/>
                      <a:pt x="56007" y="85435"/>
                      <a:pt x="56074" y="86135"/>
                    </a:cubicBezTo>
                    <a:cubicBezTo>
                      <a:pt x="56174" y="87570"/>
                      <a:pt x="56374" y="88937"/>
                      <a:pt x="56474" y="90372"/>
                    </a:cubicBezTo>
                    <a:cubicBezTo>
                      <a:pt x="56474" y="90705"/>
                      <a:pt x="56507" y="91072"/>
                      <a:pt x="56507" y="91406"/>
                    </a:cubicBezTo>
                    <a:lnTo>
                      <a:pt x="56474" y="92440"/>
                    </a:lnTo>
                    <a:lnTo>
                      <a:pt x="56474" y="92974"/>
                    </a:lnTo>
                    <a:lnTo>
                      <a:pt x="56374" y="93474"/>
                    </a:lnTo>
                    <a:lnTo>
                      <a:pt x="56307" y="93974"/>
                    </a:lnTo>
                    <a:cubicBezTo>
                      <a:pt x="56307" y="94141"/>
                      <a:pt x="56240" y="94308"/>
                      <a:pt x="56207" y="94475"/>
                    </a:cubicBezTo>
                    <a:cubicBezTo>
                      <a:pt x="55907" y="95876"/>
                      <a:pt x="55340" y="97143"/>
                      <a:pt x="54806" y="98544"/>
                    </a:cubicBezTo>
                    <a:cubicBezTo>
                      <a:pt x="54673" y="98878"/>
                      <a:pt x="54539" y="99245"/>
                      <a:pt x="54406" y="99578"/>
                    </a:cubicBezTo>
                    <a:cubicBezTo>
                      <a:pt x="54339" y="99912"/>
                      <a:pt x="54172" y="100245"/>
                      <a:pt x="54072" y="100612"/>
                    </a:cubicBezTo>
                    <a:lnTo>
                      <a:pt x="53805" y="101713"/>
                    </a:lnTo>
                    <a:lnTo>
                      <a:pt x="53639" y="102814"/>
                    </a:lnTo>
                    <a:cubicBezTo>
                      <a:pt x="53405" y="104315"/>
                      <a:pt x="53672" y="105783"/>
                      <a:pt x="53839" y="107251"/>
                    </a:cubicBezTo>
                    <a:cubicBezTo>
                      <a:pt x="54006" y="108718"/>
                      <a:pt x="54072" y="110153"/>
                      <a:pt x="53539" y="111487"/>
                    </a:cubicBezTo>
                    <a:cubicBezTo>
                      <a:pt x="53305" y="112154"/>
                      <a:pt x="52905" y="112788"/>
                      <a:pt x="52404" y="113288"/>
                    </a:cubicBezTo>
                    <a:lnTo>
                      <a:pt x="51671" y="114055"/>
                    </a:lnTo>
                    <a:lnTo>
                      <a:pt x="51237" y="114389"/>
                    </a:lnTo>
                    <a:cubicBezTo>
                      <a:pt x="51070" y="114489"/>
                      <a:pt x="50970" y="114589"/>
                      <a:pt x="50803" y="114656"/>
                    </a:cubicBezTo>
                    <a:cubicBezTo>
                      <a:pt x="49536" y="115390"/>
                      <a:pt x="48135" y="115723"/>
                      <a:pt x="46734" y="116224"/>
                    </a:cubicBezTo>
                    <a:cubicBezTo>
                      <a:pt x="46067" y="116457"/>
                      <a:pt x="45366" y="116757"/>
                      <a:pt x="44732" y="117124"/>
                    </a:cubicBezTo>
                    <a:cubicBezTo>
                      <a:pt x="44065" y="117491"/>
                      <a:pt x="43531" y="118058"/>
                      <a:pt x="43131" y="118659"/>
                    </a:cubicBezTo>
                    <a:cubicBezTo>
                      <a:pt x="43031" y="118825"/>
                      <a:pt x="42898" y="118992"/>
                      <a:pt x="42831" y="119159"/>
                    </a:cubicBezTo>
                    <a:lnTo>
                      <a:pt x="42664" y="119726"/>
                    </a:lnTo>
                    <a:cubicBezTo>
                      <a:pt x="42631" y="119893"/>
                      <a:pt x="42564" y="120093"/>
                      <a:pt x="42531" y="120260"/>
                    </a:cubicBezTo>
                    <a:cubicBezTo>
                      <a:pt x="42497" y="120427"/>
                      <a:pt x="42464" y="120627"/>
                      <a:pt x="42464" y="120794"/>
                    </a:cubicBezTo>
                    <a:cubicBezTo>
                      <a:pt x="42331" y="121561"/>
                      <a:pt x="42331" y="122261"/>
                      <a:pt x="42364" y="122962"/>
                    </a:cubicBezTo>
                    <a:cubicBezTo>
                      <a:pt x="42397" y="124429"/>
                      <a:pt x="42564" y="125797"/>
                      <a:pt x="42331" y="127131"/>
                    </a:cubicBezTo>
                    <a:cubicBezTo>
                      <a:pt x="42164" y="127799"/>
                      <a:pt x="41964" y="128432"/>
                      <a:pt x="41630" y="128999"/>
                    </a:cubicBezTo>
                    <a:cubicBezTo>
                      <a:pt x="41230" y="129566"/>
                      <a:pt x="40829" y="130067"/>
                      <a:pt x="40329" y="130500"/>
                    </a:cubicBezTo>
                    <a:cubicBezTo>
                      <a:pt x="39328" y="131434"/>
                      <a:pt x="38128" y="132002"/>
                      <a:pt x="36860" y="132268"/>
                    </a:cubicBezTo>
                    <a:cubicBezTo>
                      <a:pt x="36209" y="132368"/>
                      <a:pt x="35567" y="132410"/>
                      <a:pt x="34929" y="132410"/>
                    </a:cubicBezTo>
                    <a:cubicBezTo>
                      <a:pt x="34291" y="132410"/>
                      <a:pt x="33658" y="132368"/>
                      <a:pt x="33024" y="132302"/>
                    </a:cubicBezTo>
                    <a:cubicBezTo>
                      <a:pt x="31790" y="132135"/>
                      <a:pt x="30522" y="131935"/>
                      <a:pt x="29321" y="131768"/>
                    </a:cubicBezTo>
                    <a:cubicBezTo>
                      <a:pt x="28164" y="131616"/>
                      <a:pt x="27090" y="131464"/>
                      <a:pt x="25999" y="131464"/>
                    </a:cubicBezTo>
                    <a:cubicBezTo>
                      <a:pt x="25894" y="131464"/>
                      <a:pt x="25790" y="131465"/>
                      <a:pt x="25685" y="131468"/>
                    </a:cubicBezTo>
                    <a:cubicBezTo>
                      <a:pt x="24484" y="131468"/>
                      <a:pt x="23317" y="131668"/>
                      <a:pt x="22283" y="132102"/>
                    </a:cubicBezTo>
                    <a:cubicBezTo>
                      <a:pt x="21215" y="132569"/>
                      <a:pt x="20281" y="133069"/>
                      <a:pt x="19347" y="133569"/>
                    </a:cubicBezTo>
                    <a:cubicBezTo>
                      <a:pt x="18447" y="134070"/>
                      <a:pt x="17513" y="134570"/>
                      <a:pt x="16646" y="134937"/>
                    </a:cubicBezTo>
                    <a:cubicBezTo>
                      <a:pt x="15712" y="135304"/>
                      <a:pt x="14811" y="135504"/>
                      <a:pt x="13944" y="135504"/>
                    </a:cubicBezTo>
                    <a:cubicBezTo>
                      <a:pt x="13043" y="135504"/>
                      <a:pt x="12209" y="135304"/>
                      <a:pt x="11442" y="135104"/>
                    </a:cubicBezTo>
                    <a:cubicBezTo>
                      <a:pt x="9874" y="134603"/>
                      <a:pt x="8506" y="134003"/>
                      <a:pt x="7272" y="133603"/>
                    </a:cubicBezTo>
                    <a:cubicBezTo>
                      <a:pt x="6177" y="133188"/>
                      <a:pt x="5134" y="132958"/>
                      <a:pt x="4284" y="132958"/>
                    </a:cubicBezTo>
                    <a:cubicBezTo>
                      <a:pt x="4176" y="132958"/>
                      <a:pt x="4071" y="132961"/>
                      <a:pt x="3970" y="132969"/>
                    </a:cubicBezTo>
                    <a:cubicBezTo>
                      <a:pt x="3703" y="133002"/>
                      <a:pt x="3503" y="133002"/>
                      <a:pt x="3303" y="133069"/>
                    </a:cubicBezTo>
                    <a:cubicBezTo>
                      <a:pt x="3103" y="133102"/>
                      <a:pt x="2869" y="133136"/>
                      <a:pt x="2702" y="133169"/>
                    </a:cubicBezTo>
                    <a:cubicBezTo>
                      <a:pt x="2369" y="133302"/>
                      <a:pt x="2102" y="133336"/>
                      <a:pt x="1868" y="133469"/>
                    </a:cubicBezTo>
                    <a:cubicBezTo>
                      <a:pt x="1668" y="133569"/>
                      <a:pt x="1501" y="133636"/>
                      <a:pt x="1368" y="133669"/>
                    </a:cubicBezTo>
                    <a:cubicBezTo>
                      <a:pt x="1235" y="133736"/>
                      <a:pt x="1201" y="133769"/>
                      <a:pt x="1201" y="133769"/>
                    </a:cubicBezTo>
                    <a:cubicBezTo>
                      <a:pt x="968" y="133903"/>
                      <a:pt x="734" y="134003"/>
                      <a:pt x="701" y="134270"/>
                    </a:cubicBezTo>
                    <a:cubicBezTo>
                      <a:pt x="534" y="134403"/>
                      <a:pt x="401" y="134470"/>
                      <a:pt x="301" y="134570"/>
                    </a:cubicBezTo>
                    <a:cubicBezTo>
                      <a:pt x="67" y="134737"/>
                      <a:pt x="0" y="134804"/>
                      <a:pt x="0" y="134837"/>
                    </a:cubicBezTo>
                    <a:cubicBezTo>
                      <a:pt x="0" y="134856"/>
                      <a:pt x="11" y="134864"/>
                      <a:pt x="31" y="134864"/>
                    </a:cubicBezTo>
                    <a:cubicBezTo>
                      <a:pt x="83" y="134864"/>
                      <a:pt x="199" y="134809"/>
                      <a:pt x="367" y="134737"/>
                    </a:cubicBezTo>
                    <a:cubicBezTo>
                      <a:pt x="501" y="134637"/>
                      <a:pt x="667" y="134570"/>
                      <a:pt x="834" y="134470"/>
                    </a:cubicBezTo>
                    <a:cubicBezTo>
                      <a:pt x="1001" y="134337"/>
                      <a:pt x="1201" y="134270"/>
                      <a:pt x="1468" y="134136"/>
                    </a:cubicBezTo>
                    <a:cubicBezTo>
                      <a:pt x="1468" y="134136"/>
                      <a:pt x="1501" y="134103"/>
                      <a:pt x="1635" y="134070"/>
                    </a:cubicBezTo>
                    <a:cubicBezTo>
                      <a:pt x="1735" y="134003"/>
                      <a:pt x="1902" y="133936"/>
                      <a:pt x="2135" y="133836"/>
                    </a:cubicBezTo>
                    <a:cubicBezTo>
                      <a:pt x="2335" y="133736"/>
                      <a:pt x="2636" y="133669"/>
                      <a:pt x="2969" y="133569"/>
                    </a:cubicBezTo>
                    <a:cubicBezTo>
                      <a:pt x="3136" y="133503"/>
                      <a:pt x="3303" y="133469"/>
                      <a:pt x="3503" y="133436"/>
                    </a:cubicBezTo>
                    <a:cubicBezTo>
                      <a:pt x="3703" y="133403"/>
                      <a:pt x="3903" y="133403"/>
                      <a:pt x="4137" y="133336"/>
                    </a:cubicBezTo>
                    <a:cubicBezTo>
                      <a:pt x="4235" y="133328"/>
                      <a:pt x="4336" y="133325"/>
                      <a:pt x="4441" y="133325"/>
                    </a:cubicBezTo>
                    <a:cubicBezTo>
                      <a:pt x="5262" y="133325"/>
                      <a:pt x="6274" y="133552"/>
                      <a:pt x="7339" y="133936"/>
                    </a:cubicBezTo>
                    <a:cubicBezTo>
                      <a:pt x="8573" y="134337"/>
                      <a:pt x="9974" y="134937"/>
                      <a:pt x="11542" y="135437"/>
                    </a:cubicBezTo>
                    <a:cubicBezTo>
                      <a:pt x="12342" y="135637"/>
                      <a:pt x="13210" y="135838"/>
                      <a:pt x="14144" y="135838"/>
                    </a:cubicBezTo>
                    <a:cubicBezTo>
                      <a:pt x="15044" y="135838"/>
                      <a:pt x="16012" y="135637"/>
                      <a:pt x="16912" y="135271"/>
                    </a:cubicBezTo>
                    <a:cubicBezTo>
                      <a:pt x="17846" y="134904"/>
                      <a:pt x="18714" y="134403"/>
                      <a:pt x="19648" y="133903"/>
                    </a:cubicBezTo>
                    <a:cubicBezTo>
                      <a:pt x="20582" y="133403"/>
                      <a:pt x="21549" y="132902"/>
                      <a:pt x="22550" y="132469"/>
                    </a:cubicBezTo>
                    <a:cubicBezTo>
                      <a:pt x="23550" y="132102"/>
                      <a:pt x="24685" y="131901"/>
                      <a:pt x="25852" y="131901"/>
                    </a:cubicBezTo>
                    <a:cubicBezTo>
                      <a:pt x="26986" y="131901"/>
                      <a:pt x="28187" y="132002"/>
                      <a:pt x="29388" y="132168"/>
                    </a:cubicBezTo>
                    <a:cubicBezTo>
                      <a:pt x="30589" y="132335"/>
                      <a:pt x="31823" y="132602"/>
                      <a:pt x="33091" y="132735"/>
                    </a:cubicBezTo>
                    <a:cubicBezTo>
                      <a:pt x="33753" y="132788"/>
                      <a:pt x="34433" y="132840"/>
                      <a:pt x="35122" y="132840"/>
                    </a:cubicBezTo>
                    <a:cubicBezTo>
                      <a:pt x="35752" y="132840"/>
                      <a:pt x="36389" y="132796"/>
                      <a:pt x="37027" y="132669"/>
                    </a:cubicBezTo>
                    <a:cubicBezTo>
                      <a:pt x="38361" y="132435"/>
                      <a:pt x="39662" y="131801"/>
                      <a:pt x="40663" y="130834"/>
                    </a:cubicBezTo>
                    <a:cubicBezTo>
                      <a:pt x="41163" y="130400"/>
                      <a:pt x="41597" y="129833"/>
                      <a:pt x="41997" y="129266"/>
                    </a:cubicBezTo>
                    <a:cubicBezTo>
                      <a:pt x="42364" y="128632"/>
                      <a:pt x="42597" y="127965"/>
                      <a:pt x="42731" y="127265"/>
                    </a:cubicBezTo>
                    <a:cubicBezTo>
                      <a:pt x="42998" y="125830"/>
                      <a:pt x="42831" y="124429"/>
                      <a:pt x="42764" y="122995"/>
                    </a:cubicBezTo>
                    <a:cubicBezTo>
                      <a:pt x="42731" y="122295"/>
                      <a:pt x="42731" y="121594"/>
                      <a:pt x="42864" y="120927"/>
                    </a:cubicBezTo>
                    <a:cubicBezTo>
                      <a:pt x="42864" y="120760"/>
                      <a:pt x="42898" y="120593"/>
                      <a:pt x="42931" y="120427"/>
                    </a:cubicBezTo>
                    <a:cubicBezTo>
                      <a:pt x="42998" y="120260"/>
                      <a:pt x="42998" y="120093"/>
                      <a:pt x="43064" y="119926"/>
                    </a:cubicBezTo>
                    <a:lnTo>
                      <a:pt x="43231" y="119426"/>
                    </a:lnTo>
                    <a:cubicBezTo>
                      <a:pt x="43331" y="119259"/>
                      <a:pt x="43398" y="119126"/>
                      <a:pt x="43498" y="118959"/>
                    </a:cubicBezTo>
                    <a:cubicBezTo>
                      <a:pt x="43865" y="118392"/>
                      <a:pt x="44399" y="117925"/>
                      <a:pt x="44999" y="117558"/>
                    </a:cubicBezTo>
                    <a:cubicBezTo>
                      <a:pt x="45600" y="117158"/>
                      <a:pt x="46267" y="116924"/>
                      <a:pt x="46934" y="116657"/>
                    </a:cubicBezTo>
                    <a:cubicBezTo>
                      <a:pt x="48335" y="116224"/>
                      <a:pt x="49769" y="115823"/>
                      <a:pt x="51070" y="115089"/>
                    </a:cubicBezTo>
                    <a:cubicBezTo>
                      <a:pt x="51204" y="114989"/>
                      <a:pt x="51370" y="114923"/>
                      <a:pt x="51537" y="114789"/>
                    </a:cubicBezTo>
                    <a:lnTo>
                      <a:pt x="52004" y="114456"/>
                    </a:lnTo>
                    <a:cubicBezTo>
                      <a:pt x="52238" y="114222"/>
                      <a:pt x="52538" y="113955"/>
                      <a:pt x="52771" y="113655"/>
                    </a:cubicBezTo>
                    <a:cubicBezTo>
                      <a:pt x="53272" y="113121"/>
                      <a:pt x="53705" y="112454"/>
                      <a:pt x="54006" y="111754"/>
                    </a:cubicBezTo>
                    <a:cubicBezTo>
                      <a:pt x="54272" y="111053"/>
                      <a:pt x="54439" y="110286"/>
                      <a:pt x="54439" y="109552"/>
                    </a:cubicBezTo>
                    <a:cubicBezTo>
                      <a:pt x="54439" y="108752"/>
                      <a:pt x="54406" y="108051"/>
                      <a:pt x="54339" y="107284"/>
                    </a:cubicBezTo>
                    <a:cubicBezTo>
                      <a:pt x="54172" y="105816"/>
                      <a:pt x="53905" y="104382"/>
                      <a:pt x="54106" y="102947"/>
                    </a:cubicBezTo>
                    <a:lnTo>
                      <a:pt x="54272" y="101913"/>
                    </a:lnTo>
                    <a:lnTo>
                      <a:pt x="54573" y="100879"/>
                    </a:lnTo>
                    <a:cubicBezTo>
                      <a:pt x="54673" y="100479"/>
                      <a:pt x="54773" y="100145"/>
                      <a:pt x="54906" y="99812"/>
                    </a:cubicBezTo>
                    <a:cubicBezTo>
                      <a:pt x="55006" y="99478"/>
                      <a:pt x="55173" y="99145"/>
                      <a:pt x="55273" y="98811"/>
                    </a:cubicBezTo>
                    <a:cubicBezTo>
                      <a:pt x="55840" y="97477"/>
                      <a:pt x="56441" y="96143"/>
                      <a:pt x="56741" y="94708"/>
                    </a:cubicBezTo>
                    <a:cubicBezTo>
                      <a:pt x="56841" y="94541"/>
                      <a:pt x="56841" y="94308"/>
                      <a:pt x="56874" y="94141"/>
                    </a:cubicBezTo>
                    <a:lnTo>
                      <a:pt x="56941" y="93607"/>
                    </a:lnTo>
                    <a:lnTo>
                      <a:pt x="57041" y="93074"/>
                    </a:lnTo>
                    <a:lnTo>
                      <a:pt x="57041" y="92540"/>
                    </a:lnTo>
                    <a:lnTo>
                      <a:pt x="57074" y="91439"/>
                    </a:lnTo>
                    <a:cubicBezTo>
                      <a:pt x="57074" y="91072"/>
                      <a:pt x="57041" y="90739"/>
                      <a:pt x="57041" y="90372"/>
                    </a:cubicBezTo>
                    <a:cubicBezTo>
                      <a:pt x="56874" y="87536"/>
                      <a:pt x="56274" y="84768"/>
                      <a:pt x="56774" y="82099"/>
                    </a:cubicBezTo>
                    <a:cubicBezTo>
                      <a:pt x="57375" y="79464"/>
                      <a:pt x="57775" y="76729"/>
                      <a:pt x="57174" y="74127"/>
                    </a:cubicBezTo>
                    <a:cubicBezTo>
                      <a:pt x="57008" y="73560"/>
                      <a:pt x="56774" y="72959"/>
                      <a:pt x="56441" y="72426"/>
                    </a:cubicBezTo>
                    <a:cubicBezTo>
                      <a:pt x="56174" y="71892"/>
                      <a:pt x="55607" y="71392"/>
                      <a:pt x="55006" y="71191"/>
                    </a:cubicBezTo>
                    <a:cubicBezTo>
                      <a:pt x="54364" y="70916"/>
                      <a:pt x="53650" y="70792"/>
                      <a:pt x="52938" y="70792"/>
                    </a:cubicBezTo>
                    <a:cubicBezTo>
                      <a:pt x="52357" y="70792"/>
                      <a:pt x="51777" y="70875"/>
                      <a:pt x="51237" y="71025"/>
                    </a:cubicBezTo>
                    <a:cubicBezTo>
                      <a:pt x="50603" y="71125"/>
                      <a:pt x="50036" y="71358"/>
                      <a:pt x="49436" y="71458"/>
                    </a:cubicBezTo>
                    <a:cubicBezTo>
                      <a:pt x="49058" y="71547"/>
                      <a:pt x="48650" y="71621"/>
                      <a:pt x="48262" y="71621"/>
                    </a:cubicBezTo>
                    <a:cubicBezTo>
                      <a:pt x="48068" y="71621"/>
                      <a:pt x="47879" y="71603"/>
                      <a:pt x="47701" y="71558"/>
                    </a:cubicBezTo>
                    <a:cubicBezTo>
                      <a:pt x="47534" y="71558"/>
                      <a:pt x="47401" y="71458"/>
                      <a:pt x="47267" y="71425"/>
                    </a:cubicBezTo>
                    <a:cubicBezTo>
                      <a:pt x="47167" y="71392"/>
                      <a:pt x="47034" y="71358"/>
                      <a:pt x="46900" y="71258"/>
                    </a:cubicBezTo>
                    <a:lnTo>
                      <a:pt x="46534" y="71058"/>
                    </a:lnTo>
                    <a:cubicBezTo>
                      <a:pt x="46400" y="70958"/>
                      <a:pt x="46333" y="70858"/>
                      <a:pt x="46200" y="70758"/>
                    </a:cubicBezTo>
                    <a:cubicBezTo>
                      <a:pt x="45933" y="70591"/>
                      <a:pt x="45766" y="70357"/>
                      <a:pt x="45566" y="70124"/>
                    </a:cubicBezTo>
                    <a:cubicBezTo>
                      <a:pt x="45366" y="69924"/>
                      <a:pt x="45166" y="69690"/>
                      <a:pt x="45099" y="69457"/>
                    </a:cubicBezTo>
                    <a:cubicBezTo>
                      <a:pt x="44932" y="69023"/>
                      <a:pt x="45433" y="68589"/>
                      <a:pt x="45933" y="68256"/>
                    </a:cubicBezTo>
                    <a:cubicBezTo>
                      <a:pt x="46433" y="67922"/>
                      <a:pt x="47001" y="67689"/>
                      <a:pt x="47534" y="67389"/>
                    </a:cubicBezTo>
                    <a:cubicBezTo>
                      <a:pt x="48602" y="66788"/>
                      <a:pt x="49736" y="66254"/>
                      <a:pt x="50737" y="65554"/>
                    </a:cubicBezTo>
                    <a:cubicBezTo>
                      <a:pt x="51737" y="64887"/>
                      <a:pt x="52671" y="64053"/>
                      <a:pt x="53372" y="63086"/>
                    </a:cubicBezTo>
                    <a:cubicBezTo>
                      <a:pt x="54072" y="62118"/>
                      <a:pt x="54573" y="61017"/>
                      <a:pt x="54773" y="59883"/>
                    </a:cubicBezTo>
                    <a:cubicBezTo>
                      <a:pt x="54873" y="59616"/>
                      <a:pt x="54873" y="59350"/>
                      <a:pt x="54906" y="59049"/>
                    </a:cubicBezTo>
                    <a:cubicBezTo>
                      <a:pt x="54940" y="58782"/>
                      <a:pt x="54940" y="58516"/>
                      <a:pt x="54940" y="58215"/>
                    </a:cubicBezTo>
                    <a:cubicBezTo>
                      <a:pt x="54940" y="57915"/>
                      <a:pt x="54906" y="57682"/>
                      <a:pt x="54906" y="57381"/>
                    </a:cubicBezTo>
                    <a:cubicBezTo>
                      <a:pt x="54873" y="57081"/>
                      <a:pt x="54873" y="56781"/>
                      <a:pt x="54839" y="56548"/>
                    </a:cubicBezTo>
                    <a:cubicBezTo>
                      <a:pt x="54673" y="55447"/>
                      <a:pt x="54272" y="54446"/>
                      <a:pt x="53872" y="53545"/>
                    </a:cubicBezTo>
                    <a:cubicBezTo>
                      <a:pt x="53438" y="52678"/>
                      <a:pt x="53038" y="51777"/>
                      <a:pt x="52838" y="50910"/>
                    </a:cubicBezTo>
                    <a:cubicBezTo>
                      <a:pt x="52738" y="50677"/>
                      <a:pt x="52738" y="50443"/>
                      <a:pt x="52705" y="50243"/>
                    </a:cubicBezTo>
                    <a:lnTo>
                      <a:pt x="52571" y="49609"/>
                    </a:lnTo>
                    <a:lnTo>
                      <a:pt x="52571" y="49009"/>
                    </a:lnTo>
                    <a:cubicBezTo>
                      <a:pt x="52605" y="48775"/>
                      <a:pt x="52605" y="48609"/>
                      <a:pt x="52671" y="48408"/>
                    </a:cubicBezTo>
                    <a:cubicBezTo>
                      <a:pt x="52838" y="47608"/>
                      <a:pt x="53238" y="47007"/>
                      <a:pt x="53739" y="46507"/>
                    </a:cubicBezTo>
                    <a:cubicBezTo>
                      <a:pt x="54239" y="46007"/>
                      <a:pt x="54739" y="45540"/>
                      <a:pt x="55206" y="45106"/>
                    </a:cubicBezTo>
                    <a:cubicBezTo>
                      <a:pt x="55673" y="44672"/>
                      <a:pt x="56040" y="44239"/>
                      <a:pt x="56341" y="43838"/>
                    </a:cubicBezTo>
                    <a:cubicBezTo>
                      <a:pt x="56474" y="43605"/>
                      <a:pt x="56574" y="43438"/>
                      <a:pt x="56707" y="43238"/>
                    </a:cubicBezTo>
                    <a:cubicBezTo>
                      <a:pt x="56841" y="43038"/>
                      <a:pt x="56908" y="42871"/>
                      <a:pt x="57008" y="42704"/>
                    </a:cubicBezTo>
                    <a:cubicBezTo>
                      <a:pt x="57141" y="42404"/>
                      <a:pt x="57241" y="42171"/>
                      <a:pt x="57375" y="41870"/>
                    </a:cubicBezTo>
                    <a:cubicBezTo>
                      <a:pt x="57441" y="41570"/>
                      <a:pt x="57575" y="41270"/>
                      <a:pt x="57608" y="41003"/>
                    </a:cubicBezTo>
                    <a:cubicBezTo>
                      <a:pt x="57742" y="40403"/>
                      <a:pt x="57842" y="39836"/>
                      <a:pt x="58108" y="39369"/>
                    </a:cubicBezTo>
                    <a:lnTo>
                      <a:pt x="58209" y="39202"/>
                    </a:lnTo>
                    <a:lnTo>
                      <a:pt x="58342" y="39035"/>
                    </a:lnTo>
                    <a:lnTo>
                      <a:pt x="58575" y="38701"/>
                    </a:lnTo>
                    <a:cubicBezTo>
                      <a:pt x="58742" y="38501"/>
                      <a:pt x="58942" y="38335"/>
                      <a:pt x="59176" y="38101"/>
                    </a:cubicBezTo>
                    <a:cubicBezTo>
                      <a:pt x="59376" y="37901"/>
                      <a:pt x="59610" y="37767"/>
                      <a:pt x="59843" y="37601"/>
                    </a:cubicBezTo>
                    <a:cubicBezTo>
                      <a:pt x="60077" y="37434"/>
                      <a:pt x="60277" y="37334"/>
                      <a:pt x="60544" y="37200"/>
                    </a:cubicBezTo>
                    <a:cubicBezTo>
                      <a:pt x="61511" y="36700"/>
                      <a:pt x="62545" y="36366"/>
                      <a:pt x="63579" y="36100"/>
                    </a:cubicBezTo>
                    <a:lnTo>
                      <a:pt x="63946" y="36033"/>
                    </a:lnTo>
                    <a:lnTo>
                      <a:pt x="64046" y="35999"/>
                    </a:lnTo>
                    <a:lnTo>
                      <a:pt x="64179" y="35999"/>
                    </a:lnTo>
                    <a:lnTo>
                      <a:pt x="64380" y="35933"/>
                    </a:lnTo>
                    <a:cubicBezTo>
                      <a:pt x="64613" y="35866"/>
                      <a:pt x="64880" y="35833"/>
                      <a:pt x="65113" y="35733"/>
                    </a:cubicBezTo>
                    <a:cubicBezTo>
                      <a:pt x="65614" y="35566"/>
                      <a:pt x="66114" y="35432"/>
                      <a:pt x="66615" y="35332"/>
                    </a:cubicBezTo>
                    <a:cubicBezTo>
                      <a:pt x="68616" y="34832"/>
                      <a:pt x="70584" y="34232"/>
                      <a:pt x="72285" y="33364"/>
                    </a:cubicBezTo>
                    <a:cubicBezTo>
                      <a:pt x="74053" y="32564"/>
                      <a:pt x="75754" y="31696"/>
                      <a:pt x="77055" y="30429"/>
                    </a:cubicBezTo>
                    <a:cubicBezTo>
                      <a:pt x="78356" y="29161"/>
                      <a:pt x="79190" y="27560"/>
                      <a:pt x="79524" y="25926"/>
                    </a:cubicBezTo>
                    <a:cubicBezTo>
                      <a:pt x="79791" y="24258"/>
                      <a:pt x="79457" y="22723"/>
                      <a:pt x="79424" y="21256"/>
                    </a:cubicBezTo>
                    <a:cubicBezTo>
                      <a:pt x="79390" y="20555"/>
                      <a:pt x="79424" y="19855"/>
                      <a:pt x="79590" y="19187"/>
                    </a:cubicBezTo>
                    <a:cubicBezTo>
                      <a:pt x="79757" y="18520"/>
                      <a:pt x="80091" y="17987"/>
                      <a:pt x="80458" y="17420"/>
                    </a:cubicBezTo>
                    <a:cubicBezTo>
                      <a:pt x="81225" y="16385"/>
                      <a:pt x="82192" y="15552"/>
                      <a:pt x="83060" y="14751"/>
                    </a:cubicBezTo>
                    <a:cubicBezTo>
                      <a:pt x="83460" y="14384"/>
                      <a:pt x="83894" y="13984"/>
                      <a:pt x="84227" y="13517"/>
                    </a:cubicBezTo>
                    <a:cubicBezTo>
                      <a:pt x="84561" y="13050"/>
                      <a:pt x="84794" y="12583"/>
                      <a:pt x="85028" y="12082"/>
                    </a:cubicBezTo>
                    <a:cubicBezTo>
                      <a:pt x="85094" y="11849"/>
                      <a:pt x="85161" y="11582"/>
                      <a:pt x="85228" y="11349"/>
                    </a:cubicBezTo>
                    <a:cubicBezTo>
                      <a:pt x="85261" y="11148"/>
                      <a:pt x="85328" y="10882"/>
                      <a:pt x="85361" y="10648"/>
                    </a:cubicBezTo>
                    <a:cubicBezTo>
                      <a:pt x="85395" y="10381"/>
                      <a:pt x="85395" y="10181"/>
                      <a:pt x="85428" y="9914"/>
                    </a:cubicBezTo>
                    <a:cubicBezTo>
                      <a:pt x="85395" y="9714"/>
                      <a:pt x="85395" y="9481"/>
                      <a:pt x="85395" y="9247"/>
                    </a:cubicBezTo>
                    <a:cubicBezTo>
                      <a:pt x="85295" y="8346"/>
                      <a:pt x="85161" y="7546"/>
                      <a:pt x="85028" y="6845"/>
                    </a:cubicBezTo>
                    <a:cubicBezTo>
                      <a:pt x="84894" y="6145"/>
                      <a:pt x="84761" y="5511"/>
                      <a:pt x="84694" y="4911"/>
                    </a:cubicBezTo>
                    <a:cubicBezTo>
                      <a:pt x="84527" y="3743"/>
                      <a:pt x="84594" y="2876"/>
                      <a:pt x="84727" y="2342"/>
                    </a:cubicBezTo>
                    <a:cubicBezTo>
                      <a:pt x="84761" y="2175"/>
                      <a:pt x="84761" y="2075"/>
                      <a:pt x="84794" y="1975"/>
                    </a:cubicBezTo>
                    <a:cubicBezTo>
                      <a:pt x="84861" y="1875"/>
                      <a:pt x="84861" y="1808"/>
                      <a:pt x="84894" y="1708"/>
                    </a:cubicBezTo>
                    <a:cubicBezTo>
                      <a:pt x="84928" y="1575"/>
                      <a:pt x="84961" y="1508"/>
                      <a:pt x="84961" y="1508"/>
                    </a:cubicBezTo>
                    <a:cubicBezTo>
                      <a:pt x="85128" y="1008"/>
                      <a:pt x="85295" y="674"/>
                      <a:pt x="85428" y="407"/>
                    </a:cubicBezTo>
                    <a:cubicBezTo>
                      <a:pt x="85528" y="174"/>
                      <a:pt x="85595" y="40"/>
                      <a:pt x="85561" y="7"/>
                    </a:cubicBezTo>
                    <a:cubicBezTo>
                      <a:pt x="85557" y="3"/>
                      <a:pt x="85552" y="1"/>
                      <a:pt x="855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4" name="Google Shape;354;p3"/>
              <p:cNvSpPr/>
              <p:nvPr/>
            </p:nvSpPr>
            <p:spPr>
              <a:xfrm>
                <a:off x="217240" y="2600833"/>
                <a:ext cx="520378" cy="286267"/>
              </a:xfrm>
              <a:custGeom>
                <a:avLst/>
                <a:gdLst/>
                <a:ahLst/>
                <a:cxnLst/>
                <a:rect l="l" t="t" r="r" b="b"/>
                <a:pathLst>
                  <a:path w="21521" h="11839" extrusionOk="0">
                    <a:moveTo>
                      <a:pt x="7674" y="0"/>
                    </a:moveTo>
                    <a:cubicBezTo>
                      <a:pt x="7235" y="0"/>
                      <a:pt x="6877" y="191"/>
                      <a:pt x="6543" y="358"/>
                    </a:cubicBezTo>
                    <a:cubicBezTo>
                      <a:pt x="6176" y="558"/>
                      <a:pt x="5842" y="858"/>
                      <a:pt x="5509" y="1092"/>
                    </a:cubicBezTo>
                    <a:lnTo>
                      <a:pt x="5275" y="1325"/>
                    </a:lnTo>
                    <a:lnTo>
                      <a:pt x="5142" y="1425"/>
                    </a:lnTo>
                    <a:lnTo>
                      <a:pt x="5009" y="1559"/>
                    </a:lnTo>
                    <a:lnTo>
                      <a:pt x="4642" y="2059"/>
                    </a:lnTo>
                    <a:cubicBezTo>
                      <a:pt x="4441" y="2359"/>
                      <a:pt x="4175" y="2693"/>
                      <a:pt x="3974" y="2993"/>
                    </a:cubicBezTo>
                    <a:cubicBezTo>
                      <a:pt x="3541" y="3594"/>
                      <a:pt x="3107" y="4161"/>
                      <a:pt x="2674" y="4561"/>
                    </a:cubicBezTo>
                    <a:cubicBezTo>
                      <a:pt x="2273" y="4995"/>
                      <a:pt x="1806" y="5328"/>
                      <a:pt x="1439" y="5362"/>
                    </a:cubicBezTo>
                    <a:cubicBezTo>
                      <a:pt x="1413" y="5364"/>
                      <a:pt x="1388" y="5365"/>
                      <a:pt x="1363" y="5365"/>
                    </a:cubicBezTo>
                    <a:cubicBezTo>
                      <a:pt x="1009" y="5365"/>
                      <a:pt x="795" y="5151"/>
                      <a:pt x="639" y="4995"/>
                    </a:cubicBezTo>
                    <a:cubicBezTo>
                      <a:pt x="505" y="4828"/>
                      <a:pt x="439" y="4694"/>
                      <a:pt x="439" y="4694"/>
                    </a:cubicBezTo>
                    <a:cubicBezTo>
                      <a:pt x="376" y="4595"/>
                      <a:pt x="290" y="4551"/>
                      <a:pt x="216" y="4551"/>
                    </a:cubicBezTo>
                    <a:cubicBezTo>
                      <a:pt x="92" y="4551"/>
                      <a:pt x="1" y="4673"/>
                      <a:pt x="105" y="4861"/>
                    </a:cubicBezTo>
                    <a:cubicBezTo>
                      <a:pt x="105" y="4861"/>
                      <a:pt x="172" y="5028"/>
                      <a:pt x="339" y="5228"/>
                    </a:cubicBezTo>
                    <a:cubicBezTo>
                      <a:pt x="472" y="5362"/>
                      <a:pt x="539" y="5495"/>
                      <a:pt x="772" y="5595"/>
                    </a:cubicBezTo>
                    <a:cubicBezTo>
                      <a:pt x="876" y="5699"/>
                      <a:pt x="1062" y="5783"/>
                      <a:pt x="1281" y="5783"/>
                    </a:cubicBezTo>
                    <a:cubicBezTo>
                      <a:pt x="1343" y="5783"/>
                      <a:pt x="1407" y="5776"/>
                      <a:pt x="1473" y="5762"/>
                    </a:cubicBezTo>
                    <a:cubicBezTo>
                      <a:pt x="2006" y="5695"/>
                      <a:pt x="2507" y="5295"/>
                      <a:pt x="3007" y="4895"/>
                    </a:cubicBezTo>
                    <a:cubicBezTo>
                      <a:pt x="3507" y="4428"/>
                      <a:pt x="3974" y="3894"/>
                      <a:pt x="4408" y="3293"/>
                    </a:cubicBezTo>
                    <a:cubicBezTo>
                      <a:pt x="4675" y="3027"/>
                      <a:pt x="4875" y="2726"/>
                      <a:pt x="5142" y="2393"/>
                    </a:cubicBezTo>
                    <a:cubicBezTo>
                      <a:pt x="5242" y="2226"/>
                      <a:pt x="5375" y="2059"/>
                      <a:pt x="5509" y="1926"/>
                    </a:cubicBezTo>
                    <a:lnTo>
                      <a:pt x="5576" y="1859"/>
                    </a:lnTo>
                    <a:lnTo>
                      <a:pt x="5709" y="1759"/>
                    </a:lnTo>
                    <a:lnTo>
                      <a:pt x="5909" y="1592"/>
                    </a:lnTo>
                    <a:cubicBezTo>
                      <a:pt x="6209" y="1359"/>
                      <a:pt x="6543" y="1092"/>
                      <a:pt x="6877" y="925"/>
                    </a:cubicBezTo>
                    <a:cubicBezTo>
                      <a:pt x="7167" y="780"/>
                      <a:pt x="7483" y="685"/>
                      <a:pt x="7758" y="685"/>
                    </a:cubicBezTo>
                    <a:cubicBezTo>
                      <a:pt x="7799" y="685"/>
                      <a:pt x="7838" y="687"/>
                      <a:pt x="7877" y="692"/>
                    </a:cubicBezTo>
                    <a:cubicBezTo>
                      <a:pt x="8177" y="725"/>
                      <a:pt x="8478" y="925"/>
                      <a:pt x="8678" y="1225"/>
                    </a:cubicBezTo>
                    <a:cubicBezTo>
                      <a:pt x="8878" y="1525"/>
                      <a:pt x="9078" y="1892"/>
                      <a:pt x="9245" y="2226"/>
                    </a:cubicBezTo>
                    <a:cubicBezTo>
                      <a:pt x="9578" y="2926"/>
                      <a:pt x="9912" y="3660"/>
                      <a:pt x="10412" y="4261"/>
                    </a:cubicBezTo>
                    <a:cubicBezTo>
                      <a:pt x="10879" y="4861"/>
                      <a:pt x="11580" y="5428"/>
                      <a:pt x="12481" y="5695"/>
                    </a:cubicBezTo>
                    <a:cubicBezTo>
                      <a:pt x="12811" y="5788"/>
                      <a:pt x="13152" y="5817"/>
                      <a:pt x="13493" y="5817"/>
                    </a:cubicBezTo>
                    <a:cubicBezTo>
                      <a:pt x="14013" y="5817"/>
                      <a:pt x="14532" y="5749"/>
                      <a:pt x="15016" y="5728"/>
                    </a:cubicBezTo>
                    <a:cubicBezTo>
                      <a:pt x="15383" y="5728"/>
                      <a:pt x="15750" y="5728"/>
                      <a:pt x="16050" y="5895"/>
                    </a:cubicBezTo>
                    <a:cubicBezTo>
                      <a:pt x="16350" y="6062"/>
                      <a:pt x="16550" y="6362"/>
                      <a:pt x="16717" y="6696"/>
                    </a:cubicBezTo>
                    <a:cubicBezTo>
                      <a:pt x="17017" y="7363"/>
                      <a:pt x="17084" y="8130"/>
                      <a:pt x="17317" y="8897"/>
                    </a:cubicBezTo>
                    <a:cubicBezTo>
                      <a:pt x="17517" y="9665"/>
                      <a:pt x="17718" y="10365"/>
                      <a:pt x="18151" y="10899"/>
                    </a:cubicBezTo>
                    <a:cubicBezTo>
                      <a:pt x="18318" y="11199"/>
                      <a:pt x="18585" y="11399"/>
                      <a:pt x="18852" y="11566"/>
                    </a:cubicBezTo>
                    <a:cubicBezTo>
                      <a:pt x="19152" y="11733"/>
                      <a:pt x="19419" y="11833"/>
                      <a:pt x="19686" y="11833"/>
                    </a:cubicBezTo>
                    <a:cubicBezTo>
                      <a:pt x="19743" y="11836"/>
                      <a:pt x="19799" y="11838"/>
                      <a:pt x="19853" y="11838"/>
                    </a:cubicBezTo>
                    <a:cubicBezTo>
                      <a:pt x="20298" y="11838"/>
                      <a:pt x="20615" y="11726"/>
                      <a:pt x="20853" y="11666"/>
                    </a:cubicBezTo>
                    <a:cubicBezTo>
                      <a:pt x="20987" y="11599"/>
                      <a:pt x="21053" y="11566"/>
                      <a:pt x="21153" y="11533"/>
                    </a:cubicBezTo>
                    <a:cubicBezTo>
                      <a:pt x="21187" y="11499"/>
                      <a:pt x="21220" y="11499"/>
                      <a:pt x="21220" y="11499"/>
                    </a:cubicBezTo>
                    <a:cubicBezTo>
                      <a:pt x="21520" y="11366"/>
                      <a:pt x="21387" y="11066"/>
                      <a:pt x="21020" y="11066"/>
                    </a:cubicBezTo>
                    <a:cubicBezTo>
                      <a:pt x="21020" y="11066"/>
                      <a:pt x="20987" y="11066"/>
                      <a:pt x="20953" y="11099"/>
                    </a:cubicBezTo>
                    <a:cubicBezTo>
                      <a:pt x="20853" y="11099"/>
                      <a:pt x="20786" y="11166"/>
                      <a:pt x="20653" y="11199"/>
                    </a:cubicBezTo>
                    <a:cubicBezTo>
                      <a:pt x="20501" y="11224"/>
                      <a:pt x="20234" y="11288"/>
                      <a:pt x="19938" y="11288"/>
                    </a:cubicBezTo>
                    <a:cubicBezTo>
                      <a:pt x="19845" y="11288"/>
                      <a:pt x="19749" y="11282"/>
                      <a:pt x="19652" y="11266"/>
                    </a:cubicBezTo>
                    <a:cubicBezTo>
                      <a:pt x="19452" y="11266"/>
                      <a:pt x="19219" y="11199"/>
                      <a:pt x="19019" y="11066"/>
                    </a:cubicBezTo>
                    <a:cubicBezTo>
                      <a:pt x="18852" y="10932"/>
                      <a:pt x="18652" y="10765"/>
                      <a:pt x="18485" y="10532"/>
                    </a:cubicBezTo>
                    <a:cubicBezTo>
                      <a:pt x="18185" y="10065"/>
                      <a:pt x="17984" y="9398"/>
                      <a:pt x="17818" y="8697"/>
                    </a:cubicBezTo>
                    <a:cubicBezTo>
                      <a:pt x="17651" y="7997"/>
                      <a:pt x="17618" y="7196"/>
                      <a:pt x="17217" y="6362"/>
                    </a:cubicBezTo>
                    <a:cubicBezTo>
                      <a:pt x="17050" y="5929"/>
                      <a:pt x="16817" y="5528"/>
                      <a:pt x="16350" y="5261"/>
                    </a:cubicBezTo>
                    <a:cubicBezTo>
                      <a:pt x="15883" y="5028"/>
                      <a:pt x="15383" y="5028"/>
                      <a:pt x="14982" y="5028"/>
                    </a:cubicBezTo>
                    <a:cubicBezTo>
                      <a:pt x="14469" y="5048"/>
                      <a:pt x="13991" y="5102"/>
                      <a:pt x="13541" y="5102"/>
                    </a:cubicBezTo>
                    <a:cubicBezTo>
                      <a:pt x="13231" y="5102"/>
                      <a:pt x="12933" y="5076"/>
                      <a:pt x="12647" y="4995"/>
                    </a:cubicBezTo>
                    <a:cubicBezTo>
                      <a:pt x="11947" y="4761"/>
                      <a:pt x="11380" y="4327"/>
                      <a:pt x="10979" y="3760"/>
                    </a:cubicBezTo>
                    <a:cubicBezTo>
                      <a:pt x="10546" y="3260"/>
                      <a:pt x="10212" y="2560"/>
                      <a:pt x="9845" y="1859"/>
                    </a:cubicBezTo>
                    <a:cubicBezTo>
                      <a:pt x="9679" y="1525"/>
                      <a:pt x="9478" y="1159"/>
                      <a:pt x="9178" y="758"/>
                    </a:cubicBezTo>
                    <a:cubicBezTo>
                      <a:pt x="8878" y="425"/>
                      <a:pt x="8478" y="58"/>
                      <a:pt x="7944" y="24"/>
                    </a:cubicBezTo>
                    <a:cubicBezTo>
                      <a:pt x="7850" y="8"/>
                      <a:pt x="7760" y="0"/>
                      <a:pt x="76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5" name="Google Shape;355;p3"/>
              <p:cNvSpPr/>
              <p:nvPr/>
            </p:nvSpPr>
            <p:spPr>
              <a:xfrm>
                <a:off x="222149" y="1610009"/>
                <a:ext cx="400929" cy="193730"/>
              </a:xfrm>
              <a:custGeom>
                <a:avLst/>
                <a:gdLst/>
                <a:ahLst/>
                <a:cxnLst/>
                <a:rect l="l" t="t" r="r" b="b"/>
                <a:pathLst>
                  <a:path w="16581" h="8012" extrusionOk="0">
                    <a:moveTo>
                      <a:pt x="7143" y="0"/>
                    </a:moveTo>
                    <a:cubicBezTo>
                      <a:pt x="7008" y="0"/>
                      <a:pt x="6874" y="12"/>
                      <a:pt x="6740" y="39"/>
                    </a:cubicBezTo>
                    <a:cubicBezTo>
                      <a:pt x="6073" y="205"/>
                      <a:pt x="5506" y="572"/>
                      <a:pt x="5072" y="1006"/>
                    </a:cubicBezTo>
                    <a:cubicBezTo>
                      <a:pt x="4172" y="1840"/>
                      <a:pt x="3571" y="2807"/>
                      <a:pt x="2938" y="3474"/>
                    </a:cubicBezTo>
                    <a:cubicBezTo>
                      <a:pt x="2604" y="3808"/>
                      <a:pt x="2304" y="4075"/>
                      <a:pt x="1970" y="4208"/>
                    </a:cubicBezTo>
                    <a:cubicBezTo>
                      <a:pt x="1791" y="4280"/>
                      <a:pt x="1622" y="4313"/>
                      <a:pt x="1468" y="4313"/>
                    </a:cubicBezTo>
                    <a:cubicBezTo>
                      <a:pt x="1334" y="4313"/>
                      <a:pt x="1211" y="4288"/>
                      <a:pt x="1103" y="4242"/>
                    </a:cubicBezTo>
                    <a:cubicBezTo>
                      <a:pt x="603" y="4075"/>
                      <a:pt x="402" y="3841"/>
                      <a:pt x="402" y="3841"/>
                    </a:cubicBezTo>
                    <a:cubicBezTo>
                      <a:pt x="371" y="3816"/>
                      <a:pt x="336" y="3805"/>
                      <a:pt x="301" y="3805"/>
                    </a:cubicBezTo>
                    <a:cubicBezTo>
                      <a:pt x="150" y="3805"/>
                      <a:pt x="0" y="4006"/>
                      <a:pt x="136" y="4142"/>
                    </a:cubicBezTo>
                    <a:cubicBezTo>
                      <a:pt x="138" y="4136"/>
                      <a:pt x="142" y="4133"/>
                      <a:pt x="148" y="4133"/>
                    </a:cubicBezTo>
                    <a:cubicBezTo>
                      <a:pt x="202" y="4133"/>
                      <a:pt x="391" y="4432"/>
                      <a:pt x="969" y="4675"/>
                    </a:cubicBezTo>
                    <a:cubicBezTo>
                      <a:pt x="1128" y="4746"/>
                      <a:pt x="1333" y="4788"/>
                      <a:pt x="1550" y="4788"/>
                    </a:cubicBezTo>
                    <a:cubicBezTo>
                      <a:pt x="1744" y="4788"/>
                      <a:pt x="1948" y="4754"/>
                      <a:pt x="2137" y="4675"/>
                    </a:cubicBezTo>
                    <a:cubicBezTo>
                      <a:pt x="2571" y="4509"/>
                      <a:pt x="2971" y="4175"/>
                      <a:pt x="3304" y="3841"/>
                    </a:cubicBezTo>
                    <a:cubicBezTo>
                      <a:pt x="4005" y="3141"/>
                      <a:pt x="4639" y="2207"/>
                      <a:pt x="5473" y="1473"/>
                    </a:cubicBezTo>
                    <a:cubicBezTo>
                      <a:pt x="5906" y="1073"/>
                      <a:pt x="6340" y="806"/>
                      <a:pt x="6840" y="706"/>
                    </a:cubicBezTo>
                    <a:cubicBezTo>
                      <a:pt x="6916" y="696"/>
                      <a:pt x="6991" y="691"/>
                      <a:pt x="7067" y="691"/>
                    </a:cubicBezTo>
                    <a:cubicBezTo>
                      <a:pt x="7491" y="691"/>
                      <a:pt x="7912" y="841"/>
                      <a:pt x="8308" y="1039"/>
                    </a:cubicBezTo>
                    <a:lnTo>
                      <a:pt x="8341" y="1073"/>
                    </a:lnTo>
                    <a:cubicBezTo>
                      <a:pt x="8441" y="1139"/>
                      <a:pt x="8575" y="1173"/>
                      <a:pt x="8642" y="1306"/>
                    </a:cubicBezTo>
                    <a:cubicBezTo>
                      <a:pt x="8742" y="1406"/>
                      <a:pt x="8808" y="1640"/>
                      <a:pt x="8908" y="1840"/>
                    </a:cubicBezTo>
                    <a:cubicBezTo>
                      <a:pt x="9075" y="2307"/>
                      <a:pt x="9109" y="2907"/>
                      <a:pt x="9442" y="3575"/>
                    </a:cubicBezTo>
                    <a:cubicBezTo>
                      <a:pt x="9576" y="3741"/>
                      <a:pt x="9676" y="3875"/>
                      <a:pt x="9809" y="4008"/>
                    </a:cubicBezTo>
                    <a:cubicBezTo>
                      <a:pt x="9842" y="4042"/>
                      <a:pt x="9943" y="4142"/>
                      <a:pt x="10009" y="4175"/>
                    </a:cubicBezTo>
                    <a:cubicBezTo>
                      <a:pt x="10109" y="4275"/>
                      <a:pt x="10176" y="4308"/>
                      <a:pt x="10276" y="4342"/>
                    </a:cubicBezTo>
                    <a:cubicBezTo>
                      <a:pt x="10532" y="4481"/>
                      <a:pt x="10820" y="4540"/>
                      <a:pt x="11096" y="4540"/>
                    </a:cubicBezTo>
                    <a:cubicBezTo>
                      <a:pt x="11215" y="4540"/>
                      <a:pt x="11332" y="4529"/>
                      <a:pt x="11444" y="4509"/>
                    </a:cubicBezTo>
                    <a:cubicBezTo>
                      <a:pt x="12177" y="4342"/>
                      <a:pt x="12745" y="3975"/>
                      <a:pt x="13245" y="3875"/>
                    </a:cubicBezTo>
                    <a:cubicBezTo>
                      <a:pt x="13286" y="3868"/>
                      <a:pt x="13328" y="3865"/>
                      <a:pt x="13372" y="3865"/>
                    </a:cubicBezTo>
                    <a:cubicBezTo>
                      <a:pt x="13784" y="3865"/>
                      <a:pt x="14280" y="4140"/>
                      <a:pt x="14613" y="4442"/>
                    </a:cubicBezTo>
                    <a:cubicBezTo>
                      <a:pt x="15413" y="5142"/>
                      <a:pt x="15747" y="6110"/>
                      <a:pt x="15947" y="6777"/>
                    </a:cubicBezTo>
                    <a:cubicBezTo>
                      <a:pt x="16080" y="7110"/>
                      <a:pt x="16114" y="7344"/>
                      <a:pt x="16147" y="7544"/>
                    </a:cubicBezTo>
                    <a:cubicBezTo>
                      <a:pt x="16180" y="7711"/>
                      <a:pt x="16180" y="7844"/>
                      <a:pt x="16180" y="7844"/>
                    </a:cubicBezTo>
                    <a:cubicBezTo>
                      <a:pt x="16209" y="7958"/>
                      <a:pt x="16286" y="8011"/>
                      <a:pt x="16365" y="8011"/>
                    </a:cubicBezTo>
                    <a:cubicBezTo>
                      <a:pt x="16471" y="8011"/>
                      <a:pt x="16581" y="7916"/>
                      <a:pt x="16581" y="7744"/>
                    </a:cubicBezTo>
                    <a:cubicBezTo>
                      <a:pt x="16581" y="7744"/>
                      <a:pt x="16581" y="7678"/>
                      <a:pt x="16514" y="7477"/>
                    </a:cubicBezTo>
                    <a:cubicBezTo>
                      <a:pt x="16481" y="7311"/>
                      <a:pt x="16447" y="7010"/>
                      <a:pt x="16347" y="6643"/>
                    </a:cubicBezTo>
                    <a:cubicBezTo>
                      <a:pt x="16280" y="6277"/>
                      <a:pt x="16147" y="5843"/>
                      <a:pt x="15947" y="5376"/>
                    </a:cubicBezTo>
                    <a:cubicBezTo>
                      <a:pt x="15747" y="4909"/>
                      <a:pt x="15446" y="4408"/>
                      <a:pt x="14979" y="4008"/>
                    </a:cubicBezTo>
                    <a:cubicBezTo>
                      <a:pt x="14779" y="3808"/>
                      <a:pt x="14479" y="3575"/>
                      <a:pt x="14179" y="3474"/>
                    </a:cubicBezTo>
                    <a:cubicBezTo>
                      <a:pt x="13946" y="3329"/>
                      <a:pt x="13613" y="3235"/>
                      <a:pt x="13288" y="3235"/>
                    </a:cubicBezTo>
                    <a:cubicBezTo>
                      <a:pt x="13240" y="3235"/>
                      <a:pt x="13192" y="3237"/>
                      <a:pt x="13145" y="3241"/>
                    </a:cubicBezTo>
                    <a:cubicBezTo>
                      <a:pt x="12411" y="3341"/>
                      <a:pt x="11844" y="3741"/>
                      <a:pt x="11310" y="3841"/>
                    </a:cubicBezTo>
                    <a:cubicBezTo>
                      <a:pt x="11239" y="3849"/>
                      <a:pt x="11174" y="3853"/>
                      <a:pt x="11113" y="3853"/>
                    </a:cubicBezTo>
                    <a:cubicBezTo>
                      <a:pt x="10915" y="3853"/>
                      <a:pt x="10763" y="3810"/>
                      <a:pt x="10610" y="3708"/>
                    </a:cubicBezTo>
                    <a:cubicBezTo>
                      <a:pt x="10410" y="3575"/>
                      <a:pt x="10143" y="3374"/>
                      <a:pt x="10076" y="3208"/>
                    </a:cubicBezTo>
                    <a:cubicBezTo>
                      <a:pt x="9842" y="2741"/>
                      <a:pt x="9776" y="2174"/>
                      <a:pt x="9609" y="1573"/>
                    </a:cubicBezTo>
                    <a:cubicBezTo>
                      <a:pt x="9509" y="1340"/>
                      <a:pt x="9409" y="1039"/>
                      <a:pt x="9175" y="806"/>
                    </a:cubicBezTo>
                    <a:cubicBezTo>
                      <a:pt x="9009" y="539"/>
                      <a:pt x="8742" y="472"/>
                      <a:pt x="8608" y="372"/>
                    </a:cubicBezTo>
                    <a:lnTo>
                      <a:pt x="8608" y="372"/>
                    </a:lnTo>
                    <a:lnTo>
                      <a:pt x="8642" y="406"/>
                    </a:lnTo>
                    <a:cubicBezTo>
                      <a:pt x="8215" y="192"/>
                      <a:pt x="7681" y="0"/>
                      <a:pt x="7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6" name="Google Shape;356;p3"/>
              <p:cNvSpPr/>
              <p:nvPr/>
            </p:nvSpPr>
            <p:spPr>
              <a:xfrm>
                <a:off x="239123" y="2074894"/>
                <a:ext cx="381536" cy="171194"/>
              </a:xfrm>
              <a:custGeom>
                <a:avLst/>
                <a:gdLst/>
                <a:ahLst/>
                <a:cxnLst/>
                <a:rect l="l" t="t" r="r" b="b"/>
                <a:pathLst>
                  <a:path w="15779" h="7080" extrusionOk="0">
                    <a:moveTo>
                      <a:pt x="12544" y="1"/>
                    </a:moveTo>
                    <a:cubicBezTo>
                      <a:pt x="12154" y="1"/>
                      <a:pt x="11762" y="81"/>
                      <a:pt x="11409" y="227"/>
                    </a:cubicBezTo>
                    <a:cubicBezTo>
                      <a:pt x="11275" y="293"/>
                      <a:pt x="11109" y="327"/>
                      <a:pt x="10942" y="427"/>
                    </a:cubicBezTo>
                    <a:cubicBezTo>
                      <a:pt x="10808" y="493"/>
                      <a:pt x="10642" y="594"/>
                      <a:pt x="10508" y="727"/>
                    </a:cubicBezTo>
                    <a:cubicBezTo>
                      <a:pt x="10275" y="960"/>
                      <a:pt x="10008" y="1227"/>
                      <a:pt x="9841" y="1461"/>
                    </a:cubicBezTo>
                    <a:cubicBezTo>
                      <a:pt x="9107" y="2495"/>
                      <a:pt x="8740" y="3729"/>
                      <a:pt x="8106" y="4430"/>
                    </a:cubicBezTo>
                    <a:cubicBezTo>
                      <a:pt x="7940" y="4596"/>
                      <a:pt x="7773" y="4763"/>
                      <a:pt x="7606" y="4797"/>
                    </a:cubicBezTo>
                    <a:cubicBezTo>
                      <a:pt x="7473" y="4830"/>
                      <a:pt x="7406" y="4897"/>
                      <a:pt x="7272" y="4897"/>
                    </a:cubicBezTo>
                    <a:cubicBezTo>
                      <a:pt x="7206" y="4863"/>
                      <a:pt x="7156" y="4863"/>
                      <a:pt x="7106" y="4863"/>
                    </a:cubicBezTo>
                    <a:cubicBezTo>
                      <a:pt x="7056" y="4863"/>
                      <a:pt x="7006" y="4863"/>
                      <a:pt x="6939" y="4830"/>
                    </a:cubicBezTo>
                    <a:cubicBezTo>
                      <a:pt x="6505" y="4763"/>
                      <a:pt x="6072" y="4330"/>
                      <a:pt x="5605" y="3963"/>
                    </a:cubicBezTo>
                    <a:cubicBezTo>
                      <a:pt x="5338" y="3762"/>
                      <a:pt x="5104" y="3562"/>
                      <a:pt x="4804" y="3396"/>
                    </a:cubicBezTo>
                    <a:cubicBezTo>
                      <a:pt x="4671" y="3295"/>
                      <a:pt x="4504" y="3262"/>
                      <a:pt x="4337" y="3162"/>
                    </a:cubicBezTo>
                    <a:cubicBezTo>
                      <a:pt x="4170" y="3129"/>
                      <a:pt x="3970" y="3095"/>
                      <a:pt x="3803" y="3095"/>
                    </a:cubicBezTo>
                    <a:lnTo>
                      <a:pt x="3570" y="3095"/>
                    </a:lnTo>
                    <a:lnTo>
                      <a:pt x="3303" y="3162"/>
                    </a:lnTo>
                    <a:cubicBezTo>
                      <a:pt x="3136" y="3229"/>
                      <a:pt x="3003" y="3295"/>
                      <a:pt x="2836" y="3396"/>
                    </a:cubicBezTo>
                    <a:cubicBezTo>
                      <a:pt x="2669" y="3462"/>
                      <a:pt x="2569" y="3596"/>
                      <a:pt x="2436" y="3662"/>
                    </a:cubicBezTo>
                    <a:cubicBezTo>
                      <a:pt x="2336" y="3796"/>
                      <a:pt x="2236" y="3929"/>
                      <a:pt x="2135" y="4063"/>
                    </a:cubicBezTo>
                    <a:cubicBezTo>
                      <a:pt x="1802" y="4596"/>
                      <a:pt x="1769" y="5130"/>
                      <a:pt x="1635" y="5564"/>
                    </a:cubicBezTo>
                    <a:cubicBezTo>
                      <a:pt x="1568" y="5964"/>
                      <a:pt x="1435" y="6331"/>
                      <a:pt x="1235" y="6498"/>
                    </a:cubicBezTo>
                    <a:cubicBezTo>
                      <a:pt x="1068" y="6665"/>
                      <a:pt x="801" y="6665"/>
                      <a:pt x="634" y="6665"/>
                    </a:cubicBezTo>
                    <a:cubicBezTo>
                      <a:pt x="568" y="6665"/>
                      <a:pt x="468" y="6631"/>
                      <a:pt x="434" y="6631"/>
                    </a:cubicBezTo>
                    <a:lnTo>
                      <a:pt x="334" y="6631"/>
                    </a:lnTo>
                    <a:cubicBezTo>
                      <a:pt x="134" y="6631"/>
                      <a:pt x="1" y="6965"/>
                      <a:pt x="267" y="6998"/>
                    </a:cubicBezTo>
                    <a:lnTo>
                      <a:pt x="334" y="6998"/>
                    </a:lnTo>
                    <a:cubicBezTo>
                      <a:pt x="434" y="6998"/>
                      <a:pt x="468" y="7065"/>
                      <a:pt x="601" y="7065"/>
                    </a:cubicBezTo>
                    <a:cubicBezTo>
                      <a:pt x="645" y="7065"/>
                      <a:pt x="720" y="7080"/>
                      <a:pt x="814" y="7080"/>
                    </a:cubicBezTo>
                    <a:cubicBezTo>
                      <a:pt x="860" y="7080"/>
                      <a:pt x="912" y="7076"/>
                      <a:pt x="968" y="7065"/>
                    </a:cubicBezTo>
                    <a:cubicBezTo>
                      <a:pt x="1068" y="6998"/>
                      <a:pt x="1135" y="6998"/>
                      <a:pt x="1235" y="6965"/>
                    </a:cubicBezTo>
                    <a:cubicBezTo>
                      <a:pt x="1302" y="6931"/>
                      <a:pt x="1402" y="6898"/>
                      <a:pt x="1468" y="6798"/>
                    </a:cubicBezTo>
                    <a:cubicBezTo>
                      <a:pt x="2135" y="6231"/>
                      <a:pt x="2069" y="5097"/>
                      <a:pt x="2569" y="4296"/>
                    </a:cubicBezTo>
                    <a:cubicBezTo>
                      <a:pt x="2602" y="4229"/>
                      <a:pt x="2669" y="4129"/>
                      <a:pt x="2769" y="4063"/>
                    </a:cubicBezTo>
                    <a:cubicBezTo>
                      <a:pt x="2836" y="3996"/>
                      <a:pt x="2936" y="3929"/>
                      <a:pt x="3069" y="3896"/>
                    </a:cubicBezTo>
                    <a:cubicBezTo>
                      <a:pt x="3136" y="3829"/>
                      <a:pt x="3270" y="3762"/>
                      <a:pt x="3403" y="3762"/>
                    </a:cubicBezTo>
                    <a:lnTo>
                      <a:pt x="3570" y="3729"/>
                    </a:lnTo>
                    <a:lnTo>
                      <a:pt x="3737" y="3729"/>
                    </a:lnTo>
                    <a:cubicBezTo>
                      <a:pt x="4237" y="3729"/>
                      <a:pt x="4637" y="4096"/>
                      <a:pt x="5104" y="4463"/>
                    </a:cubicBezTo>
                    <a:cubicBezTo>
                      <a:pt x="5304" y="4630"/>
                      <a:pt x="5571" y="4830"/>
                      <a:pt x="5805" y="5063"/>
                    </a:cubicBezTo>
                    <a:cubicBezTo>
                      <a:pt x="6072" y="5264"/>
                      <a:pt x="6338" y="5430"/>
                      <a:pt x="6739" y="5497"/>
                    </a:cubicBezTo>
                    <a:cubicBezTo>
                      <a:pt x="6906" y="5564"/>
                      <a:pt x="7106" y="5564"/>
                      <a:pt x="7272" y="5564"/>
                    </a:cubicBezTo>
                    <a:lnTo>
                      <a:pt x="7773" y="5430"/>
                    </a:lnTo>
                    <a:cubicBezTo>
                      <a:pt x="8106" y="5297"/>
                      <a:pt x="8340" y="5063"/>
                      <a:pt x="8573" y="4830"/>
                    </a:cubicBezTo>
                    <a:cubicBezTo>
                      <a:pt x="8940" y="4396"/>
                      <a:pt x="9241" y="3896"/>
                      <a:pt x="9474" y="3329"/>
                    </a:cubicBezTo>
                    <a:cubicBezTo>
                      <a:pt x="9741" y="2795"/>
                      <a:pt x="9974" y="2261"/>
                      <a:pt x="10308" y="1794"/>
                    </a:cubicBezTo>
                    <a:cubicBezTo>
                      <a:pt x="10642" y="1294"/>
                      <a:pt x="11008" y="927"/>
                      <a:pt x="11509" y="760"/>
                    </a:cubicBezTo>
                    <a:cubicBezTo>
                      <a:pt x="11877" y="622"/>
                      <a:pt x="12214" y="548"/>
                      <a:pt x="12552" y="548"/>
                    </a:cubicBezTo>
                    <a:cubicBezTo>
                      <a:pt x="12703" y="548"/>
                      <a:pt x="12855" y="563"/>
                      <a:pt x="13010" y="594"/>
                    </a:cubicBezTo>
                    <a:cubicBezTo>
                      <a:pt x="13510" y="660"/>
                      <a:pt x="13944" y="927"/>
                      <a:pt x="14244" y="1227"/>
                    </a:cubicBezTo>
                    <a:cubicBezTo>
                      <a:pt x="14544" y="1461"/>
                      <a:pt x="14744" y="1794"/>
                      <a:pt x="14911" y="2095"/>
                    </a:cubicBezTo>
                    <a:cubicBezTo>
                      <a:pt x="15045" y="2395"/>
                      <a:pt x="15145" y="2628"/>
                      <a:pt x="15211" y="2795"/>
                    </a:cubicBezTo>
                    <a:cubicBezTo>
                      <a:pt x="15245" y="2962"/>
                      <a:pt x="15278" y="3062"/>
                      <a:pt x="15278" y="3062"/>
                    </a:cubicBezTo>
                    <a:cubicBezTo>
                      <a:pt x="15294" y="3158"/>
                      <a:pt x="15378" y="3200"/>
                      <a:pt x="15477" y="3200"/>
                    </a:cubicBezTo>
                    <a:cubicBezTo>
                      <a:pt x="15584" y="3200"/>
                      <a:pt x="15709" y="3149"/>
                      <a:pt x="15779" y="3062"/>
                    </a:cubicBezTo>
                    <a:cubicBezTo>
                      <a:pt x="15779" y="3062"/>
                      <a:pt x="15745" y="2962"/>
                      <a:pt x="15678" y="2762"/>
                    </a:cubicBezTo>
                    <a:cubicBezTo>
                      <a:pt x="15645" y="2562"/>
                      <a:pt x="15578" y="2295"/>
                      <a:pt x="15412" y="1961"/>
                    </a:cubicBezTo>
                    <a:cubicBezTo>
                      <a:pt x="15245" y="1628"/>
                      <a:pt x="14978" y="1261"/>
                      <a:pt x="14644" y="927"/>
                    </a:cubicBezTo>
                    <a:cubicBezTo>
                      <a:pt x="14311" y="560"/>
                      <a:pt x="13810" y="227"/>
                      <a:pt x="13243" y="93"/>
                    </a:cubicBezTo>
                    <a:cubicBezTo>
                      <a:pt x="13017" y="30"/>
                      <a:pt x="12781" y="1"/>
                      <a:pt x="125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7" name="Google Shape;357;p3"/>
              <p:cNvSpPr/>
              <p:nvPr/>
            </p:nvSpPr>
            <p:spPr>
              <a:xfrm>
                <a:off x="552085" y="1739638"/>
                <a:ext cx="19368" cy="12017"/>
              </a:xfrm>
              <a:custGeom>
                <a:avLst/>
                <a:gdLst/>
                <a:ahLst/>
                <a:cxnLst/>
                <a:rect l="l" t="t" r="r" b="b"/>
                <a:pathLst>
                  <a:path w="801" h="497" extrusionOk="0">
                    <a:moveTo>
                      <a:pt x="455" y="0"/>
                    </a:moveTo>
                    <a:cubicBezTo>
                      <a:pt x="400" y="0"/>
                      <a:pt x="345" y="4"/>
                      <a:pt x="300" y="15"/>
                    </a:cubicBezTo>
                    <a:cubicBezTo>
                      <a:pt x="167" y="82"/>
                      <a:pt x="0" y="248"/>
                      <a:pt x="0" y="248"/>
                    </a:cubicBezTo>
                    <a:cubicBezTo>
                      <a:pt x="0" y="282"/>
                      <a:pt x="100" y="482"/>
                      <a:pt x="100" y="482"/>
                    </a:cubicBezTo>
                    <a:cubicBezTo>
                      <a:pt x="100" y="482"/>
                      <a:pt x="204" y="497"/>
                      <a:pt x="313" y="497"/>
                    </a:cubicBezTo>
                    <a:cubicBezTo>
                      <a:pt x="367" y="497"/>
                      <a:pt x="423" y="493"/>
                      <a:pt x="467" y="482"/>
                    </a:cubicBezTo>
                    <a:cubicBezTo>
                      <a:pt x="601" y="449"/>
                      <a:pt x="767" y="282"/>
                      <a:pt x="767" y="282"/>
                    </a:cubicBezTo>
                    <a:cubicBezTo>
                      <a:pt x="801" y="248"/>
                      <a:pt x="701" y="82"/>
                      <a:pt x="667" y="15"/>
                    </a:cubicBezTo>
                    <a:cubicBezTo>
                      <a:pt x="667" y="15"/>
                      <a:pt x="564" y="0"/>
                      <a:pt x="4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8" name="Google Shape;358;p3"/>
              <p:cNvSpPr/>
              <p:nvPr/>
            </p:nvSpPr>
            <p:spPr>
              <a:xfrm>
                <a:off x="564973" y="1757725"/>
                <a:ext cx="24228" cy="13734"/>
              </a:xfrm>
              <a:custGeom>
                <a:avLst/>
                <a:gdLst/>
                <a:ahLst/>
                <a:cxnLst/>
                <a:rect l="l" t="t" r="r" b="b"/>
                <a:pathLst>
                  <a:path w="1002" h="568" extrusionOk="0">
                    <a:moveTo>
                      <a:pt x="902" y="1"/>
                    </a:moveTo>
                    <a:cubicBezTo>
                      <a:pt x="902" y="1"/>
                      <a:pt x="568" y="1"/>
                      <a:pt x="401" y="67"/>
                    </a:cubicBezTo>
                    <a:cubicBezTo>
                      <a:pt x="234" y="168"/>
                      <a:pt x="1" y="368"/>
                      <a:pt x="1" y="368"/>
                    </a:cubicBezTo>
                    <a:lnTo>
                      <a:pt x="134" y="568"/>
                    </a:lnTo>
                    <a:cubicBezTo>
                      <a:pt x="134" y="568"/>
                      <a:pt x="468" y="568"/>
                      <a:pt x="635" y="501"/>
                    </a:cubicBezTo>
                    <a:cubicBezTo>
                      <a:pt x="801" y="401"/>
                      <a:pt x="1002" y="201"/>
                      <a:pt x="1002" y="201"/>
                    </a:cubicBezTo>
                    <a:cubicBezTo>
                      <a:pt x="1002" y="201"/>
                      <a:pt x="935" y="1"/>
                      <a:pt x="9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9" name="Google Shape;359;p3"/>
              <p:cNvSpPr/>
              <p:nvPr/>
            </p:nvSpPr>
            <p:spPr>
              <a:xfrm>
                <a:off x="579505" y="1778350"/>
                <a:ext cx="17772" cy="12017"/>
              </a:xfrm>
              <a:custGeom>
                <a:avLst/>
                <a:gdLst/>
                <a:ahLst/>
                <a:cxnLst/>
                <a:rect l="l" t="t" r="r" b="b"/>
                <a:pathLst>
                  <a:path w="735" h="497" extrusionOk="0">
                    <a:moveTo>
                      <a:pt x="440" y="0"/>
                    </a:moveTo>
                    <a:cubicBezTo>
                      <a:pt x="386" y="0"/>
                      <a:pt x="334" y="4"/>
                      <a:pt x="301" y="15"/>
                    </a:cubicBezTo>
                    <a:cubicBezTo>
                      <a:pt x="167" y="48"/>
                      <a:pt x="0" y="215"/>
                      <a:pt x="0" y="215"/>
                    </a:cubicBezTo>
                    <a:cubicBezTo>
                      <a:pt x="0" y="249"/>
                      <a:pt x="67" y="482"/>
                      <a:pt x="67" y="482"/>
                    </a:cubicBezTo>
                    <a:cubicBezTo>
                      <a:pt x="67" y="482"/>
                      <a:pt x="186" y="497"/>
                      <a:pt x="304" y="497"/>
                    </a:cubicBezTo>
                    <a:cubicBezTo>
                      <a:pt x="364" y="497"/>
                      <a:pt x="423" y="493"/>
                      <a:pt x="467" y="482"/>
                    </a:cubicBezTo>
                    <a:cubicBezTo>
                      <a:pt x="567" y="415"/>
                      <a:pt x="734" y="249"/>
                      <a:pt x="734" y="249"/>
                    </a:cubicBezTo>
                    <a:cubicBezTo>
                      <a:pt x="734" y="249"/>
                      <a:pt x="701" y="48"/>
                      <a:pt x="667" y="15"/>
                    </a:cubicBezTo>
                    <a:cubicBezTo>
                      <a:pt x="667" y="15"/>
                      <a:pt x="549" y="0"/>
                      <a:pt x="4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0" name="Google Shape;360;p3"/>
              <p:cNvSpPr/>
              <p:nvPr/>
            </p:nvSpPr>
            <p:spPr>
              <a:xfrm>
                <a:off x="318965" y="2170695"/>
                <a:ext cx="22608" cy="20190"/>
              </a:xfrm>
              <a:custGeom>
                <a:avLst/>
                <a:gdLst/>
                <a:ahLst/>
                <a:cxnLst/>
                <a:rect l="l" t="t" r="r" b="b"/>
                <a:pathLst>
                  <a:path w="935" h="835" extrusionOk="0">
                    <a:moveTo>
                      <a:pt x="835" y="1"/>
                    </a:moveTo>
                    <a:cubicBezTo>
                      <a:pt x="835" y="1"/>
                      <a:pt x="768" y="1"/>
                      <a:pt x="635" y="34"/>
                    </a:cubicBezTo>
                    <a:cubicBezTo>
                      <a:pt x="501" y="101"/>
                      <a:pt x="401" y="167"/>
                      <a:pt x="301" y="201"/>
                    </a:cubicBezTo>
                    <a:cubicBezTo>
                      <a:pt x="234" y="301"/>
                      <a:pt x="134" y="434"/>
                      <a:pt x="101" y="501"/>
                    </a:cubicBezTo>
                    <a:lnTo>
                      <a:pt x="1" y="668"/>
                    </a:lnTo>
                    <a:cubicBezTo>
                      <a:pt x="1" y="668"/>
                      <a:pt x="168" y="801"/>
                      <a:pt x="168" y="835"/>
                    </a:cubicBezTo>
                    <a:lnTo>
                      <a:pt x="335" y="768"/>
                    </a:lnTo>
                    <a:cubicBezTo>
                      <a:pt x="435" y="701"/>
                      <a:pt x="568" y="634"/>
                      <a:pt x="601" y="601"/>
                    </a:cubicBezTo>
                    <a:cubicBezTo>
                      <a:pt x="668" y="534"/>
                      <a:pt x="735" y="434"/>
                      <a:pt x="802" y="368"/>
                    </a:cubicBezTo>
                    <a:lnTo>
                      <a:pt x="935" y="267"/>
                    </a:lnTo>
                    <a:cubicBezTo>
                      <a:pt x="935" y="201"/>
                      <a:pt x="835" y="1"/>
                      <a:pt x="8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1" name="Google Shape;361;p3"/>
              <p:cNvSpPr/>
              <p:nvPr/>
            </p:nvSpPr>
            <p:spPr>
              <a:xfrm>
                <a:off x="340752" y="2185227"/>
                <a:ext cx="16974" cy="17748"/>
              </a:xfrm>
              <a:custGeom>
                <a:avLst/>
                <a:gdLst/>
                <a:ahLst/>
                <a:cxnLst/>
                <a:rect l="l" t="t" r="r" b="b"/>
                <a:pathLst>
                  <a:path w="702" h="734" extrusionOk="0">
                    <a:moveTo>
                      <a:pt x="568" y="0"/>
                    </a:moveTo>
                    <a:cubicBezTo>
                      <a:pt x="568" y="0"/>
                      <a:pt x="267" y="33"/>
                      <a:pt x="134" y="167"/>
                    </a:cubicBezTo>
                    <a:cubicBezTo>
                      <a:pt x="67" y="334"/>
                      <a:pt x="1" y="567"/>
                      <a:pt x="1" y="567"/>
                    </a:cubicBezTo>
                    <a:cubicBezTo>
                      <a:pt x="1" y="567"/>
                      <a:pt x="201" y="701"/>
                      <a:pt x="134" y="734"/>
                    </a:cubicBezTo>
                    <a:cubicBezTo>
                      <a:pt x="134" y="734"/>
                      <a:pt x="401" y="600"/>
                      <a:pt x="501" y="534"/>
                    </a:cubicBezTo>
                    <a:cubicBezTo>
                      <a:pt x="601" y="434"/>
                      <a:pt x="701" y="200"/>
                      <a:pt x="701" y="200"/>
                    </a:cubicBezTo>
                    <a:lnTo>
                      <a:pt x="56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2" name="Google Shape;362;p3"/>
              <p:cNvSpPr/>
              <p:nvPr/>
            </p:nvSpPr>
            <p:spPr>
              <a:xfrm>
                <a:off x="360918" y="2199735"/>
                <a:ext cx="13734" cy="16152"/>
              </a:xfrm>
              <a:custGeom>
                <a:avLst/>
                <a:gdLst/>
                <a:ahLst/>
                <a:cxnLst/>
                <a:rect l="l" t="t" r="r" b="b"/>
                <a:pathLst>
                  <a:path w="568" h="668" extrusionOk="0">
                    <a:moveTo>
                      <a:pt x="334" y="0"/>
                    </a:moveTo>
                    <a:cubicBezTo>
                      <a:pt x="334" y="0"/>
                      <a:pt x="134" y="101"/>
                      <a:pt x="67" y="167"/>
                    </a:cubicBezTo>
                    <a:cubicBezTo>
                      <a:pt x="34" y="267"/>
                      <a:pt x="1" y="501"/>
                      <a:pt x="1" y="501"/>
                    </a:cubicBezTo>
                    <a:cubicBezTo>
                      <a:pt x="1" y="501"/>
                      <a:pt x="201" y="634"/>
                      <a:pt x="201" y="668"/>
                    </a:cubicBezTo>
                    <a:cubicBezTo>
                      <a:pt x="201" y="668"/>
                      <a:pt x="401" y="601"/>
                      <a:pt x="501" y="467"/>
                    </a:cubicBezTo>
                    <a:cubicBezTo>
                      <a:pt x="534" y="401"/>
                      <a:pt x="568" y="301"/>
                      <a:pt x="568" y="234"/>
                    </a:cubicBezTo>
                    <a:lnTo>
                      <a:pt x="568" y="101"/>
                    </a:lnTo>
                    <a:lnTo>
                      <a:pt x="3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3" name="Google Shape;363;p3"/>
              <p:cNvSpPr/>
              <p:nvPr/>
            </p:nvSpPr>
            <p:spPr>
              <a:xfrm>
                <a:off x="548047" y="2094891"/>
                <a:ext cx="14532" cy="14532"/>
              </a:xfrm>
              <a:custGeom>
                <a:avLst/>
                <a:gdLst/>
                <a:ahLst/>
                <a:cxnLst/>
                <a:rect l="l" t="t" r="r" b="b"/>
                <a:pathLst>
                  <a:path w="601" h="601" extrusionOk="0">
                    <a:moveTo>
                      <a:pt x="434" y="0"/>
                    </a:moveTo>
                    <a:cubicBezTo>
                      <a:pt x="434" y="0"/>
                      <a:pt x="201" y="67"/>
                      <a:pt x="134" y="133"/>
                    </a:cubicBezTo>
                    <a:cubicBezTo>
                      <a:pt x="34" y="234"/>
                      <a:pt x="0" y="434"/>
                      <a:pt x="0" y="434"/>
                    </a:cubicBezTo>
                    <a:cubicBezTo>
                      <a:pt x="0" y="467"/>
                      <a:pt x="134" y="600"/>
                      <a:pt x="167" y="600"/>
                    </a:cubicBezTo>
                    <a:cubicBezTo>
                      <a:pt x="167" y="600"/>
                      <a:pt x="367" y="567"/>
                      <a:pt x="467" y="467"/>
                    </a:cubicBezTo>
                    <a:cubicBezTo>
                      <a:pt x="534" y="400"/>
                      <a:pt x="601" y="167"/>
                      <a:pt x="601" y="167"/>
                    </a:cubicBezTo>
                    <a:lnTo>
                      <a:pt x="4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4" name="Google Shape;364;p3"/>
              <p:cNvSpPr/>
              <p:nvPr/>
            </p:nvSpPr>
            <p:spPr>
              <a:xfrm>
                <a:off x="554503" y="2109399"/>
                <a:ext cx="21786" cy="21810"/>
              </a:xfrm>
              <a:custGeom>
                <a:avLst/>
                <a:gdLst/>
                <a:ahLst/>
                <a:cxnLst/>
                <a:rect l="l" t="t" r="r" b="b"/>
                <a:pathLst>
                  <a:path w="901" h="902" extrusionOk="0">
                    <a:moveTo>
                      <a:pt x="734" y="0"/>
                    </a:moveTo>
                    <a:cubicBezTo>
                      <a:pt x="734" y="0"/>
                      <a:pt x="434" y="167"/>
                      <a:pt x="267" y="301"/>
                    </a:cubicBezTo>
                    <a:cubicBezTo>
                      <a:pt x="167" y="467"/>
                      <a:pt x="0" y="734"/>
                      <a:pt x="0" y="734"/>
                    </a:cubicBezTo>
                    <a:cubicBezTo>
                      <a:pt x="0" y="801"/>
                      <a:pt x="167" y="901"/>
                      <a:pt x="167" y="901"/>
                    </a:cubicBezTo>
                    <a:cubicBezTo>
                      <a:pt x="167" y="901"/>
                      <a:pt x="434" y="801"/>
                      <a:pt x="601" y="634"/>
                    </a:cubicBezTo>
                    <a:cubicBezTo>
                      <a:pt x="734" y="467"/>
                      <a:pt x="901" y="167"/>
                      <a:pt x="901" y="167"/>
                    </a:cubicBezTo>
                    <a:lnTo>
                      <a:pt x="7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5" name="Google Shape;365;p3"/>
              <p:cNvSpPr/>
              <p:nvPr/>
            </p:nvSpPr>
            <p:spPr>
              <a:xfrm>
                <a:off x="570631" y="2122311"/>
                <a:ext cx="18570" cy="23406"/>
              </a:xfrm>
              <a:custGeom>
                <a:avLst/>
                <a:gdLst/>
                <a:ahLst/>
                <a:cxnLst/>
                <a:rect l="l" t="t" r="r" b="b"/>
                <a:pathLst>
                  <a:path w="768" h="968" extrusionOk="0">
                    <a:moveTo>
                      <a:pt x="567" y="0"/>
                    </a:moveTo>
                    <a:cubicBezTo>
                      <a:pt x="567" y="0"/>
                      <a:pt x="534" y="100"/>
                      <a:pt x="434" y="134"/>
                    </a:cubicBezTo>
                    <a:cubicBezTo>
                      <a:pt x="367" y="200"/>
                      <a:pt x="267" y="267"/>
                      <a:pt x="234" y="334"/>
                    </a:cubicBezTo>
                    <a:cubicBezTo>
                      <a:pt x="167" y="434"/>
                      <a:pt x="100" y="501"/>
                      <a:pt x="67" y="601"/>
                    </a:cubicBezTo>
                    <a:lnTo>
                      <a:pt x="0" y="767"/>
                    </a:lnTo>
                    <a:cubicBezTo>
                      <a:pt x="0" y="801"/>
                      <a:pt x="100" y="968"/>
                      <a:pt x="100" y="968"/>
                    </a:cubicBezTo>
                    <a:lnTo>
                      <a:pt x="267" y="867"/>
                    </a:lnTo>
                    <a:cubicBezTo>
                      <a:pt x="401" y="834"/>
                      <a:pt x="501" y="767"/>
                      <a:pt x="567" y="667"/>
                    </a:cubicBezTo>
                    <a:cubicBezTo>
                      <a:pt x="668" y="601"/>
                      <a:pt x="701" y="467"/>
                      <a:pt x="734" y="334"/>
                    </a:cubicBezTo>
                    <a:cubicBezTo>
                      <a:pt x="768" y="200"/>
                      <a:pt x="768" y="134"/>
                      <a:pt x="768" y="134"/>
                    </a:cubicBezTo>
                    <a:cubicBezTo>
                      <a:pt x="768" y="100"/>
                      <a:pt x="567" y="0"/>
                      <a:pt x="5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6" name="Google Shape;366;p3"/>
              <p:cNvSpPr/>
              <p:nvPr/>
            </p:nvSpPr>
            <p:spPr>
              <a:xfrm>
                <a:off x="397212" y="2638505"/>
                <a:ext cx="24228" cy="12138"/>
              </a:xfrm>
              <a:custGeom>
                <a:avLst/>
                <a:gdLst/>
                <a:ahLst/>
                <a:cxnLst/>
                <a:rect l="l" t="t" r="r" b="b"/>
                <a:pathLst>
                  <a:path w="1002" h="502" extrusionOk="0">
                    <a:moveTo>
                      <a:pt x="434" y="1"/>
                    </a:moveTo>
                    <a:cubicBezTo>
                      <a:pt x="368" y="1"/>
                      <a:pt x="267" y="34"/>
                      <a:pt x="201" y="34"/>
                    </a:cubicBezTo>
                    <a:cubicBezTo>
                      <a:pt x="101" y="101"/>
                      <a:pt x="34" y="101"/>
                      <a:pt x="34" y="101"/>
                    </a:cubicBezTo>
                    <a:lnTo>
                      <a:pt x="1" y="334"/>
                    </a:lnTo>
                    <a:lnTo>
                      <a:pt x="167" y="434"/>
                    </a:lnTo>
                    <a:cubicBezTo>
                      <a:pt x="267" y="468"/>
                      <a:pt x="401" y="501"/>
                      <a:pt x="501" y="501"/>
                    </a:cubicBezTo>
                    <a:cubicBezTo>
                      <a:pt x="601" y="501"/>
                      <a:pt x="734" y="468"/>
                      <a:pt x="835" y="434"/>
                    </a:cubicBezTo>
                    <a:lnTo>
                      <a:pt x="1001" y="334"/>
                    </a:lnTo>
                    <a:cubicBezTo>
                      <a:pt x="1001" y="334"/>
                      <a:pt x="935" y="134"/>
                      <a:pt x="868" y="101"/>
                    </a:cubicBezTo>
                    <a:cubicBezTo>
                      <a:pt x="868" y="101"/>
                      <a:pt x="768" y="34"/>
                      <a:pt x="701" y="34"/>
                    </a:cubicBezTo>
                    <a:cubicBezTo>
                      <a:pt x="601" y="34"/>
                      <a:pt x="534" y="1"/>
                      <a:pt x="4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7" name="Google Shape;367;p3"/>
              <p:cNvSpPr/>
              <p:nvPr/>
            </p:nvSpPr>
            <p:spPr>
              <a:xfrm>
                <a:off x="387540" y="2665853"/>
                <a:ext cx="42702" cy="15572"/>
              </a:xfrm>
              <a:custGeom>
                <a:avLst/>
                <a:gdLst/>
                <a:ahLst/>
                <a:cxnLst/>
                <a:rect l="l" t="t" r="r" b="b"/>
                <a:pathLst>
                  <a:path w="1766" h="644" extrusionOk="0">
                    <a:moveTo>
                      <a:pt x="1644" y="0"/>
                    </a:moveTo>
                    <a:cubicBezTo>
                      <a:pt x="1640" y="0"/>
                      <a:pt x="1637" y="1"/>
                      <a:pt x="1635" y="4"/>
                    </a:cubicBezTo>
                    <a:cubicBezTo>
                      <a:pt x="1635" y="4"/>
                      <a:pt x="1101" y="37"/>
                      <a:pt x="801" y="137"/>
                    </a:cubicBezTo>
                    <a:cubicBezTo>
                      <a:pt x="467" y="171"/>
                      <a:pt x="0" y="371"/>
                      <a:pt x="0" y="371"/>
                    </a:cubicBezTo>
                    <a:lnTo>
                      <a:pt x="67" y="638"/>
                    </a:lnTo>
                    <a:cubicBezTo>
                      <a:pt x="67" y="638"/>
                      <a:pt x="152" y="643"/>
                      <a:pt x="276" y="643"/>
                    </a:cubicBezTo>
                    <a:cubicBezTo>
                      <a:pt x="462" y="643"/>
                      <a:pt x="734" y="631"/>
                      <a:pt x="934" y="571"/>
                    </a:cubicBezTo>
                    <a:cubicBezTo>
                      <a:pt x="1268" y="471"/>
                      <a:pt x="1735" y="204"/>
                      <a:pt x="1735" y="204"/>
                    </a:cubicBezTo>
                    <a:cubicBezTo>
                      <a:pt x="1766" y="173"/>
                      <a:pt x="1683" y="0"/>
                      <a:pt x="16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8" name="Google Shape;368;p3"/>
              <p:cNvSpPr/>
              <p:nvPr/>
            </p:nvSpPr>
            <p:spPr>
              <a:xfrm>
                <a:off x="403668" y="2690130"/>
                <a:ext cx="33900" cy="15717"/>
              </a:xfrm>
              <a:custGeom>
                <a:avLst/>
                <a:gdLst/>
                <a:ahLst/>
                <a:cxnLst/>
                <a:rect l="l" t="t" r="r" b="b"/>
                <a:pathLst>
                  <a:path w="1402" h="650" extrusionOk="0">
                    <a:moveTo>
                      <a:pt x="1168" y="1"/>
                    </a:moveTo>
                    <a:cubicBezTo>
                      <a:pt x="1168" y="1"/>
                      <a:pt x="1101" y="34"/>
                      <a:pt x="968" y="34"/>
                    </a:cubicBezTo>
                    <a:cubicBezTo>
                      <a:pt x="834" y="67"/>
                      <a:pt x="701" y="67"/>
                      <a:pt x="601" y="134"/>
                    </a:cubicBezTo>
                    <a:cubicBezTo>
                      <a:pt x="367" y="201"/>
                      <a:pt x="0" y="368"/>
                      <a:pt x="0" y="368"/>
                    </a:cubicBezTo>
                    <a:lnTo>
                      <a:pt x="34" y="634"/>
                    </a:lnTo>
                    <a:cubicBezTo>
                      <a:pt x="34" y="634"/>
                      <a:pt x="227" y="649"/>
                      <a:pt x="434" y="649"/>
                    </a:cubicBezTo>
                    <a:cubicBezTo>
                      <a:pt x="538" y="649"/>
                      <a:pt x="645" y="646"/>
                      <a:pt x="734" y="634"/>
                    </a:cubicBezTo>
                    <a:cubicBezTo>
                      <a:pt x="834" y="568"/>
                      <a:pt x="1001" y="501"/>
                      <a:pt x="1135" y="401"/>
                    </a:cubicBezTo>
                    <a:cubicBezTo>
                      <a:pt x="1268" y="368"/>
                      <a:pt x="1335" y="301"/>
                      <a:pt x="1335" y="301"/>
                    </a:cubicBezTo>
                    <a:cubicBezTo>
                      <a:pt x="1401" y="301"/>
                      <a:pt x="1268" y="67"/>
                      <a:pt x="11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9" name="Google Shape;369;p3"/>
              <p:cNvSpPr/>
              <p:nvPr/>
            </p:nvSpPr>
            <p:spPr>
              <a:xfrm>
                <a:off x="423834" y="2710296"/>
                <a:ext cx="24228" cy="12114"/>
              </a:xfrm>
              <a:custGeom>
                <a:avLst/>
                <a:gdLst/>
                <a:ahLst/>
                <a:cxnLst/>
                <a:rect l="l" t="t" r="r" b="b"/>
                <a:pathLst>
                  <a:path w="1002" h="501" extrusionOk="0">
                    <a:moveTo>
                      <a:pt x="768" y="1"/>
                    </a:moveTo>
                    <a:cubicBezTo>
                      <a:pt x="718" y="17"/>
                      <a:pt x="668" y="17"/>
                      <a:pt x="617" y="17"/>
                    </a:cubicBezTo>
                    <a:cubicBezTo>
                      <a:pt x="567" y="17"/>
                      <a:pt x="517" y="17"/>
                      <a:pt x="467" y="34"/>
                    </a:cubicBezTo>
                    <a:cubicBezTo>
                      <a:pt x="401" y="34"/>
                      <a:pt x="267" y="67"/>
                      <a:pt x="167" y="101"/>
                    </a:cubicBezTo>
                    <a:lnTo>
                      <a:pt x="0" y="201"/>
                    </a:lnTo>
                    <a:lnTo>
                      <a:pt x="0" y="434"/>
                    </a:lnTo>
                    <a:cubicBezTo>
                      <a:pt x="0" y="434"/>
                      <a:pt x="67" y="434"/>
                      <a:pt x="167" y="501"/>
                    </a:cubicBezTo>
                    <a:lnTo>
                      <a:pt x="501" y="501"/>
                    </a:lnTo>
                    <a:cubicBezTo>
                      <a:pt x="634" y="468"/>
                      <a:pt x="768" y="401"/>
                      <a:pt x="834" y="334"/>
                    </a:cubicBezTo>
                    <a:cubicBezTo>
                      <a:pt x="968" y="234"/>
                      <a:pt x="1001" y="201"/>
                      <a:pt x="1001" y="201"/>
                    </a:cubicBezTo>
                    <a:cubicBezTo>
                      <a:pt x="1001" y="201"/>
                      <a:pt x="934" y="34"/>
                      <a:pt x="9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0" name="Google Shape;370;p3"/>
              <p:cNvSpPr/>
              <p:nvPr/>
            </p:nvSpPr>
            <p:spPr>
              <a:xfrm>
                <a:off x="555301" y="2756262"/>
                <a:ext cx="41976" cy="12138"/>
              </a:xfrm>
              <a:custGeom>
                <a:avLst/>
                <a:gdLst/>
                <a:ahLst/>
                <a:cxnLst/>
                <a:rect l="l" t="t" r="r" b="b"/>
                <a:pathLst>
                  <a:path w="1736" h="502" extrusionOk="0">
                    <a:moveTo>
                      <a:pt x="868" y="1"/>
                    </a:moveTo>
                    <a:cubicBezTo>
                      <a:pt x="701" y="1"/>
                      <a:pt x="501" y="68"/>
                      <a:pt x="334" y="68"/>
                    </a:cubicBezTo>
                    <a:cubicBezTo>
                      <a:pt x="167" y="101"/>
                      <a:pt x="34" y="101"/>
                      <a:pt x="34" y="101"/>
                    </a:cubicBezTo>
                    <a:cubicBezTo>
                      <a:pt x="1" y="101"/>
                      <a:pt x="1" y="335"/>
                      <a:pt x="1" y="335"/>
                    </a:cubicBezTo>
                    <a:cubicBezTo>
                      <a:pt x="1" y="335"/>
                      <a:pt x="134" y="401"/>
                      <a:pt x="301" y="435"/>
                    </a:cubicBezTo>
                    <a:cubicBezTo>
                      <a:pt x="468" y="468"/>
                      <a:pt x="701" y="501"/>
                      <a:pt x="868" y="501"/>
                    </a:cubicBezTo>
                    <a:cubicBezTo>
                      <a:pt x="1035" y="468"/>
                      <a:pt x="1302" y="468"/>
                      <a:pt x="1468" y="401"/>
                    </a:cubicBezTo>
                    <a:cubicBezTo>
                      <a:pt x="1635" y="301"/>
                      <a:pt x="1735" y="268"/>
                      <a:pt x="1735" y="268"/>
                    </a:cubicBezTo>
                    <a:cubicBezTo>
                      <a:pt x="1735" y="268"/>
                      <a:pt x="1702" y="68"/>
                      <a:pt x="17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1" name="Google Shape;371;p3"/>
              <p:cNvSpPr/>
              <p:nvPr/>
            </p:nvSpPr>
            <p:spPr>
              <a:xfrm>
                <a:off x="576265" y="2788542"/>
                <a:ext cx="33102" cy="13734"/>
              </a:xfrm>
              <a:custGeom>
                <a:avLst/>
                <a:gdLst/>
                <a:ahLst/>
                <a:cxnLst/>
                <a:rect l="l" t="t" r="r" b="b"/>
                <a:pathLst>
                  <a:path w="1369" h="568" extrusionOk="0">
                    <a:moveTo>
                      <a:pt x="1302" y="0"/>
                    </a:moveTo>
                    <a:cubicBezTo>
                      <a:pt x="1302" y="0"/>
                      <a:pt x="868" y="0"/>
                      <a:pt x="635" y="67"/>
                    </a:cubicBezTo>
                    <a:cubicBezTo>
                      <a:pt x="368" y="100"/>
                      <a:pt x="1" y="300"/>
                      <a:pt x="1" y="300"/>
                    </a:cubicBezTo>
                    <a:lnTo>
                      <a:pt x="34" y="567"/>
                    </a:lnTo>
                    <a:cubicBezTo>
                      <a:pt x="34" y="567"/>
                      <a:pt x="468" y="567"/>
                      <a:pt x="701" y="501"/>
                    </a:cubicBezTo>
                    <a:cubicBezTo>
                      <a:pt x="968" y="467"/>
                      <a:pt x="1335" y="267"/>
                      <a:pt x="1335" y="267"/>
                    </a:cubicBezTo>
                    <a:cubicBezTo>
                      <a:pt x="1369" y="267"/>
                      <a:pt x="1335" y="67"/>
                      <a:pt x="13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2" name="Google Shape;372;p3"/>
              <p:cNvSpPr/>
              <p:nvPr/>
            </p:nvSpPr>
            <p:spPr>
              <a:xfrm>
                <a:off x="583543" y="2812722"/>
                <a:ext cx="28242" cy="14556"/>
              </a:xfrm>
              <a:custGeom>
                <a:avLst/>
                <a:gdLst/>
                <a:ahLst/>
                <a:cxnLst/>
                <a:rect l="l" t="t" r="r" b="b"/>
                <a:pathLst>
                  <a:path w="1168" h="602" extrusionOk="0">
                    <a:moveTo>
                      <a:pt x="1068" y="1"/>
                    </a:moveTo>
                    <a:cubicBezTo>
                      <a:pt x="1068" y="1"/>
                      <a:pt x="701" y="1"/>
                      <a:pt x="500" y="101"/>
                    </a:cubicBezTo>
                    <a:cubicBezTo>
                      <a:pt x="300" y="134"/>
                      <a:pt x="0" y="335"/>
                      <a:pt x="0" y="335"/>
                    </a:cubicBezTo>
                    <a:lnTo>
                      <a:pt x="33" y="601"/>
                    </a:lnTo>
                    <a:cubicBezTo>
                      <a:pt x="33" y="601"/>
                      <a:pt x="400" y="601"/>
                      <a:pt x="667" y="568"/>
                    </a:cubicBezTo>
                    <a:cubicBezTo>
                      <a:pt x="867" y="468"/>
                      <a:pt x="1168" y="234"/>
                      <a:pt x="1168" y="234"/>
                    </a:cubicBezTo>
                    <a:lnTo>
                      <a:pt x="106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3" name="Google Shape;373;p3"/>
              <p:cNvSpPr/>
              <p:nvPr/>
            </p:nvSpPr>
            <p:spPr>
              <a:xfrm>
                <a:off x="602089" y="2849839"/>
                <a:ext cx="25026" cy="13275"/>
              </a:xfrm>
              <a:custGeom>
                <a:avLst/>
                <a:gdLst/>
                <a:ahLst/>
                <a:cxnLst/>
                <a:rect l="l" t="t" r="r" b="b"/>
                <a:pathLst>
                  <a:path w="1035" h="549" extrusionOk="0">
                    <a:moveTo>
                      <a:pt x="934" y="0"/>
                    </a:moveTo>
                    <a:cubicBezTo>
                      <a:pt x="934" y="0"/>
                      <a:pt x="634" y="0"/>
                      <a:pt x="467" y="67"/>
                    </a:cubicBezTo>
                    <a:cubicBezTo>
                      <a:pt x="301" y="100"/>
                      <a:pt x="67" y="267"/>
                      <a:pt x="67" y="267"/>
                    </a:cubicBezTo>
                    <a:cubicBezTo>
                      <a:pt x="0" y="267"/>
                      <a:pt x="100" y="534"/>
                      <a:pt x="100" y="534"/>
                    </a:cubicBezTo>
                    <a:cubicBezTo>
                      <a:pt x="100" y="534"/>
                      <a:pt x="249" y="549"/>
                      <a:pt x="397" y="549"/>
                    </a:cubicBezTo>
                    <a:cubicBezTo>
                      <a:pt x="471" y="549"/>
                      <a:pt x="545" y="545"/>
                      <a:pt x="601" y="534"/>
                    </a:cubicBezTo>
                    <a:cubicBezTo>
                      <a:pt x="768" y="434"/>
                      <a:pt x="1034" y="234"/>
                      <a:pt x="1034" y="234"/>
                    </a:cubicBezTo>
                    <a:cubicBezTo>
                      <a:pt x="1034" y="201"/>
                      <a:pt x="934" y="34"/>
                      <a:pt x="9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4" name="Google Shape;374;p3"/>
              <p:cNvSpPr/>
              <p:nvPr/>
            </p:nvSpPr>
            <p:spPr>
              <a:xfrm>
                <a:off x="635143" y="2888551"/>
                <a:ext cx="18594" cy="12114"/>
              </a:xfrm>
              <a:custGeom>
                <a:avLst/>
                <a:gdLst/>
                <a:ahLst/>
                <a:cxnLst/>
                <a:rect l="l" t="t" r="r" b="b"/>
                <a:pathLst>
                  <a:path w="769" h="501" extrusionOk="0">
                    <a:moveTo>
                      <a:pt x="368" y="1"/>
                    </a:moveTo>
                    <a:cubicBezTo>
                      <a:pt x="268" y="1"/>
                      <a:pt x="201" y="34"/>
                      <a:pt x="101" y="67"/>
                    </a:cubicBezTo>
                    <a:cubicBezTo>
                      <a:pt x="34" y="134"/>
                      <a:pt x="1" y="167"/>
                      <a:pt x="1" y="167"/>
                    </a:cubicBezTo>
                    <a:cubicBezTo>
                      <a:pt x="1" y="201"/>
                      <a:pt x="68" y="401"/>
                      <a:pt x="68" y="401"/>
                    </a:cubicBezTo>
                    <a:cubicBezTo>
                      <a:pt x="68" y="401"/>
                      <a:pt x="101" y="468"/>
                      <a:pt x="201" y="468"/>
                    </a:cubicBezTo>
                    <a:cubicBezTo>
                      <a:pt x="268" y="501"/>
                      <a:pt x="335" y="501"/>
                      <a:pt x="401" y="501"/>
                    </a:cubicBezTo>
                    <a:cubicBezTo>
                      <a:pt x="568" y="501"/>
                      <a:pt x="768" y="367"/>
                      <a:pt x="768" y="367"/>
                    </a:cubicBezTo>
                    <a:cubicBezTo>
                      <a:pt x="768" y="334"/>
                      <a:pt x="768" y="134"/>
                      <a:pt x="735" y="134"/>
                    </a:cubicBezTo>
                    <a:cubicBezTo>
                      <a:pt x="735" y="134"/>
                      <a:pt x="535" y="1"/>
                      <a:pt x="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5" name="Google Shape;375;p3"/>
              <p:cNvSpPr/>
              <p:nvPr/>
            </p:nvSpPr>
            <p:spPr>
              <a:xfrm>
                <a:off x="386355" y="2370881"/>
                <a:ext cx="725207" cy="731880"/>
              </a:xfrm>
              <a:custGeom>
                <a:avLst/>
                <a:gdLst/>
                <a:ahLst/>
                <a:cxnLst/>
                <a:rect l="l" t="t" r="r" b="b"/>
                <a:pathLst>
                  <a:path w="29992" h="30268" extrusionOk="0">
                    <a:moveTo>
                      <a:pt x="29808" y="0"/>
                    </a:moveTo>
                    <a:cubicBezTo>
                      <a:pt x="29732" y="0"/>
                      <a:pt x="29628" y="48"/>
                      <a:pt x="29504" y="161"/>
                    </a:cubicBezTo>
                    <a:cubicBezTo>
                      <a:pt x="29504" y="161"/>
                      <a:pt x="29504" y="194"/>
                      <a:pt x="29404" y="261"/>
                    </a:cubicBezTo>
                    <a:cubicBezTo>
                      <a:pt x="29370" y="361"/>
                      <a:pt x="29237" y="495"/>
                      <a:pt x="29170" y="695"/>
                    </a:cubicBezTo>
                    <a:cubicBezTo>
                      <a:pt x="29070" y="861"/>
                      <a:pt x="28937" y="1095"/>
                      <a:pt x="28837" y="1395"/>
                    </a:cubicBezTo>
                    <a:cubicBezTo>
                      <a:pt x="28703" y="1729"/>
                      <a:pt x="28570" y="2062"/>
                      <a:pt x="28503" y="2429"/>
                    </a:cubicBezTo>
                    <a:cubicBezTo>
                      <a:pt x="28269" y="3230"/>
                      <a:pt x="28236" y="4197"/>
                      <a:pt x="28236" y="5231"/>
                    </a:cubicBezTo>
                    <a:cubicBezTo>
                      <a:pt x="28236" y="6332"/>
                      <a:pt x="28336" y="7433"/>
                      <a:pt x="28236" y="8667"/>
                    </a:cubicBezTo>
                    <a:cubicBezTo>
                      <a:pt x="28136" y="11069"/>
                      <a:pt x="26401" y="13437"/>
                      <a:pt x="24066" y="14738"/>
                    </a:cubicBezTo>
                    <a:cubicBezTo>
                      <a:pt x="22899" y="15405"/>
                      <a:pt x="21665" y="16006"/>
                      <a:pt x="20531" y="16773"/>
                    </a:cubicBezTo>
                    <a:cubicBezTo>
                      <a:pt x="19396" y="17540"/>
                      <a:pt x="18496" y="18574"/>
                      <a:pt x="17862" y="19675"/>
                    </a:cubicBezTo>
                    <a:cubicBezTo>
                      <a:pt x="17762" y="19775"/>
                      <a:pt x="17695" y="19942"/>
                      <a:pt x="17595" y="20075"/>
                    </a:cubicBezTo>
                    <a:cubicBezTo>
                      <a:pt x="17562" y="20242"/>
                      <a:pt x="17495" y="20375"/>
                      <a:pt x="17428" y="20542"/>
                    </a:cubicBezTo>
                    <a:cubicBezTo>
                      <a:pt x="17328" y="20842"/>
                      <a:pt x="17228" y="21109"/>
                      <a:pt x="17162" y="21443"/>
                    </a:cubicBezTo>
                    <a:cubicBezTo>
                      <a:pt x="16995" y="22110"/>
                      <a:pt x="16861" y="22777"/>
                      <a:pt x="16828" y="23444"/>
                    </a:cubicBezTo>
                    <a:cubicBezTo>
                      <a:pt x="16761" y="24111"/>
                      <a:pt x="16761" y="24845"/>
                      <a:pt x="16728" y="25446"/>
                    </a:cubicBezTo>
                    <a:cubicBezTo>
                      <a:pt x="16695" y="26080"/>
                      <a:pt x="16494" y="26613"/>
                      <a:pt x="15994" y="26947"/>
                    </a:cubicBezTo>
                    <a:cubicBezTo>
                      <a:pt x="15494" y="27280"/>
                      <a:pt x="14827" y="27514"/>
                      <a:pt x="14193" y="27614"/>
                    </a:cubicBezTo>
                    <a:cubicBezTo>
                      <a:pt x="13559" y="27781"/>
                      <a:pt x="12892" y="27881"/>
                      <a:pt x="12225" y="27948"/>
                    </a:cubicBezTo>
                    <a:cubicBezTo>
                      <a:pt x="11723" y="28038"/>
                      <a:pt x="11226" y="28073"/>
                      <a:pt x="10734" y="28073"/>
                    </a:cubicBezTo>
                    <a:cubicBezTo>
                      <a:pt x="9950" y="28073"/>
                      <a:pt x="9180" y="27983"/>
                      <a:pt x="8422" y="27881"/>
                    </a:cubicBezTo>
                    <a:cubicBezTo>
                      <a:pt x="7311" y="27726"/>
                      <a:pt x="6228" y="27544"/>
                      <a:pt x="5227" y="27544"/>
                    </a:cubicBezTo>
                    <a:cubicBezTo>
                      <a:pt x="5146" y="27544"/>
                      <a:pt x="5066" y="27545"/>
                      <a:pt x="4986" y="27547"/>
                    </a:cubicBezTo>
                    <a:cubicBezTo>
                      <a:pt x="3885" y="27581"/>
                      <a:pt x="2918" y="27881"/>
                      <a:pt x="2218" y="28248"/>
                    </a:cubicBezTo>
                    <a:cubicBezTo>
                      <a:pt x="2017" y="28348"/>
                      <a:pt x="1884" y="28448"/>
                      <a:pt x="1717" y="28548"/>
                    </a:cubicBezTo>
                    <a:cubicBezTo>
                      <a:pt x="1550" y="28615"/>
                      <a:pt x="1417" y="28715"/>
                      <a:pt x="1317" y="28848"/>
                    </a:cubicBezTo>
                    <a:cubicBezTo>
                      <a:pt x="1050" y="29015"/>
                      <a:pt x="850" y="29215"/>
                      <a:pt x="683" y="29349"/>
                    </a:cubicBezTo>
                    <a:cubicBezTo>
                      <a:pt x="383" y="29682"/>
                      <a:pt x="216" y="29849"/>
                      <a:pt x="216" y="29849"/>
                    </a:cubicBezTo>
                    <a:cubicBezTo>
                      <a:pt x="1" y="30086"/>
                      <a:pt x="36" y="30267"/>
                      <a:pt x="186" y="30267"/>
                    </a:cubicBezTo>
                    <a:cubicBezTo>
                      <a:pt x="269" y="30267"/>
                      <a:pt x="386" y="30212"/>
                      <a:pt x="516" y="30082"/>
                    </a:cubicBezTo>
                    <a:lnTo>
                      <a:pt x="983" y="29615"/>
                    </a:lnTo>
                    <a:cubicBezTo>
                      <a:pt x="1150" y="29515"/>
                      <a:pt x="1317" y="29349"/>
                      <a:pt x="1550" y="29182"/>
                    </a:cubicBezTo>
                    <a:cubicBezTo>
                      <a:pt x="1650" y="29082"/>
                      <a:pt x="1817" y="29015"/>
                      <a:pt x="1917" y="28915"/>
                    </a:cubicBezTo>
                    <a:cubicBezTo>
                      <a:pt x="2084" y="28848"/>
                      <a:pt x="2218" y="28715"/>
                      <a:pt x="2384" y="28615"/>
                    </a:cubicBezTo>
                    <a:cubicBezTo>
                      <a:pt x="3051" y="28281"/>
                      <a:pt x="3919" y="28048"/>
                      <a:pt x="4919" y="28048"/>
                    </a:cubicBezTo>
                    <a:cubicBezTo>
                      <a:pt x="4989" y="28045"/>
                      <a:pt x="5059" y="28044"/>
                      <a:pt x="5129" y="28044"/>
                    </a:cubicBezTo>
                    <a:cubicBezTo>
                      <a:pt x="6131" y="28044"/>
                      <a:pt x="7168" y="28259"/>
                      <a:pt x="8322" y="28415"/>
                    </a:cubicBezTo>
                    <a:cubicBezTo>
                      <a:pt x="9142" y="28551"/>
                      <a:pt x="10025" y="28657"/>
                      <a:pt x="10938" y="28657"/>
                    </a:cubicBezTo>
                    <a:cubicBezTo>
                      <a:pt x="11361" y="28657"/>
                      <a:pt x="11791" y="28634"/>
                      <a:pt x="12225" y="28581"/>
                    </a:cubicBezTo>
                    <a:cubicBezTo>
                      <a:pt x="12892" y="28548"/>
                      <a:pt x="13592" y="28415"/>
                      <a:pt x="14259" y="28281"/>
                    </a:cubicBezTo>
                    <a:cubicBezTo>
                      <a:pt x="14993" y="28181"/>
                      <a:pt x="15660" y="27948"/>
                      <a:pt x="16328" y="27547"/>
                    </a:cubicBezTo>
                    <a:cubicBezTo>
                      <a:pt x="16661" y="27280"/>
                      <a:pt x="16928" y="27014"/>
                      <a:pt x="17095" y="26613"/>
                    </a:cubicBezTo>
                    <a:cubicBezTo>
                      <a:pt x="17262" y="26280"/>
                      <a:pt x="17328" y="25879"/>
                      <a:pt x="17362" y="25546"/>
                    </a:cubicBezTo>
                    <a:cubicBezTo>
                      <a:pt x="17395" y="24845"/>
                      <a:pt x="17395" y="24178"/>
                      <a:pt x="17428" y="23544"/>
                    </a:cubicBezTo>
                    <a:cubicBezTo>
                      <a:pt x="17495" y="22911"/>
                      <a:pt x="17595" y="22277"/>
                      <a:pt x="17762" y="21710"/>
                    </a:cubicBezTo>
                    <a:cubicBezTo>
                      <a:pt x="17862" y="21410"/>
                      <a:pt x="17995" y="21109"/>
                      <a:pt x="18062" y="20842"/>
                    </a:cubicBezTo>
                    <a:cubicBezTo>
                      <a:pt x="18096" y="20676"/>
                      <a:pt x="18196" y="20542"/>
                      <a:pt x="18229" y="20409"/>
                    </a:cubicBezTo>
                    <a:cubicBezTo>
                      <a:pt x="18329" y="20275"/>
                      <a:pt x="18362" y="20175"/>
                      <a:pt x="18429" y="20042"/>
                    </a:cubicBezTo>
                    <a:cubicBezTo>
                      <a:pt x="19030" y="19041"/>
                      <a:pt x="19830" y="18074"/>
                      <a:pt x="20898" y="17373"/>
                    </a:cubicBezTo>
                    <a:cubicBezTo>
                      <a:pt x="21932" y="16606"/>
                      <a:pt x="23166" y="16039"/>
                      <a:pt x="24367" y="15339"/>
                    </a:cubicBezTo>
                    <a:cubicBezTo>
                      <a:pt x="25568" y="14605"/>
                      <a:pt x="26702" y="13671"/>
                      <a:pt x="27436" y="12503"/>
                    </a:cubicBezTo>
                    <a:cubicBezTo>
                      <a:pt x="27669" y="12203"/>
                      <a:pt x="27869" y="11936"/>
                      <a:pt x="28003" y="11603"/>
                    </a:cubicBezTo>
                    <a:cubicBezTo>
                      <a:pt x="28036" y="11436"/>
                      <a:pt x="28103" y="11336"/>
                      <a:pt x="28203" y="11169"/>
                    </a:cubicBezTo>
                    <a:cubicBezTo>
                      <a:pt x="28269" y="11002"/>
                      <a:pt x="28336" y="10835"/>
                      <a:pt x="28370" y="10669"/>
                    </a:cubicBezTo>
                    <a:cubicBezTo>
                      <a:pt x="28636" y="10035"/>
                      <a:pt x="28703" y="9368"/>
                      <a:pt x="28736" y="8734"/>
                    </a:cubicBezTo>
                    <a:cubicBezTo>
                      <a:pt x="28837" y="7500"/>
                      <a:pt x="28703" y="6332"/>
                      <a:pt x="28703" y="5265"/>
                    </a:cubicBezTo>
                    <a:cubicBezTo>
                      <a:pt x="28670" y="4231"/>
                      <a:pt x="28703" y="3363"/>
                      <a:pt x="28870" y="2596"/>
                    </a:cubicBezTo>
                    <a:cubicBezTo>
                      <a:pt x="28970" y="2229"/>
                      <a:pt x="29070" y="1929"/>
                      <a:pt x="29170" y="1662"/>
                    </a:cubicBezTo>
                    <a:cubicBezTo>
                      <a:pt x="29304" y="1395"/>
                      <a:pt x="29404" y="1195"/>
                      <a:pt x="29504" y="995"/>
                    </a:cubicBezTo>
                    <a:cubicBezTo>
                      <a:pt x="29570" y="761"/>
                      <a:pt x="29704" y="661"/>
                      <a:pt x="29737" y="561"/>
                    </a:cubicBezTo>
                    <a:cubicBezTo>
                      <a:pt x="29804" y="495"/>
                      <a:pt x="29837" y="428"/>
                      <a:pt x="29837" y="428"/>
                    </a:cubicBezTo>
                    <a:cubicBezTo>
                      <a:pt x="29992" y="185"/>
                      <a:pt x="29956" y="0"/>
                      <a:pt x="298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6" name="Google Shape;376;p3"/>
              <p:cNvSpPr/>
              <p:nvPr/>
            </p:nvSpPr>
            <p:spPr>
              <a:xfrm>
                <a:off x="685969" y="2216710"/>
                <a:ext cx="287162" cy="191070"/>
              </a:xfrm>
              <a:custGeom>
                <a:avLst/>
                <a:gdLst/>
                <a:ahLst/>
                <a:cxnLst/>
                <a:rect l="l" t="t" r="r" b="b"/>
                <a:pathLst>
                  <a:path w="11876" h="7902" extrusionOk="0">
                    <a:moveTo>
                      <a:pt x="200" y="1"/>
                    </a:moveTo>
                    <a:cubicBezTo>
                      <a:pt x="112" y="1"/>
                      <a:pt x="34" y="44"/>
                      <a:pt x="34" y="132"/>
                    </a:cubicBezTo>
                    <a:lnTo>
                      <a:pt x="34" y="433"/>
                    </a:lnTo>
                    <a:cubicBezTo>
                      <a:pt x="0" y="633"/>
                      <a:pt x="0" y="900"/>
                      <a:pt x="0" y="1233"/>
                    </a:cubicBezTo>
                    <a:cubicBezTo>
                      <a:pt x="0" y="1900"/>
                      <a:pt x="134" y="2801"/>
                      <a:pt x="501" y="3802"/>
                    </a:cubicBezTo>
                    <a:cubicBezTo>
                      <a:pt x="934" y="4802"/>
                      <a:pt x="1635" y="5803"/>
                      <a:pt x="2602" y="6570"/>
                    </a:cubicBezTo>
                    <a:cubicBezTo>
                      <a:pt x="3069" y="6937"/>
                      <a:pt x="3603" y="7204"/>
                      <a:pt x="4137" y="7438"/>
                    </a:cubicBezTo>
                    <a:cubicBezTo>
                      <a:pt x="4670" y="7638"/>
                      <a:pt x="5238" y="7805"/>
                      <a:pt x="5771" y="7871"/>
                    </a:cubicBezTo>
                    <a:cubicBezTo>
                      <a:pt x="5995" y="7886"/>
                      <a:pt x="6232" y="7901"/>
                      <a:pt x="6480" y="7901"/>
                    </a:cubicBezTo>
                    <a:cubicBezTo>
                      <a:pt x="6785" y="7901"/>
                      <a:pt x="7107" y="7878"/>
                      <a:pt x="7439" y="7805"/>
                    </a:cubicBezTo>
                    <a:cubicBezTo>
                      <a:pt x="7706" y="7771"/>
                      <a:pt x="8006" y="7671"/>
                      <a:pt x="8306" y="7604"/>
                    </a:cubicBezTo>
                    <a:cubicBezTo>
                      <a:pt x="8607" y="7471"/>
                      <a:pt x="8907" y="7404"/>
                      <a:pt x="9140" y="7237"/>
                    </a:cubicBezTo>
                    <a:cubicBezTo>
                      <a:pt x="9374" y="7104"/>
                      <a:pt x="9641" y="6904"/>
                      <a:pt x="9908" y="6737"/>
                    </a:cubicBezTo>
                    <a:cubicBezTo>
                      <a:pt x="10108" y="6537"/>
                      <a:pt x="10341" y="6370"/>
                      <a:pt x="10508" y="6103"/>
                    </a:cubicBezTo>
                    <a:cubicBezTo>
                      <a:pt x="10875" y="5636"/>
                      <a:pt x="11175" y="5136"/>
                      <a:pt x="11375" y="4636"/>
                    </a:cubicBezTo>
                    <a:cubicBezTo>
                      <a:pt x="11809" y="3635"/>
                      <a:pt x="11876" y="2734"/>
                      <a:pt x="11876" y="2067"/>
                    </a:cubicBezTo>
                    <a:cubicBezTo>
                      <a:pt x="11876" y="1734"/>
                      <a:pt x="11842" y="1433"/>
                      <a:pt x="11842" y="1267"/>
                    </a:cubicBezTo>
                    <a:lnTo>
                      <a:pt x="11842" y="966"/>
                    </a:lnTo>
                    <a:cubicBezTo>
                      <a:pt x="11842" y="878"/>
                      <a:pt x="11777" y="835"/>
                      <a:pt x="11701" y="835"/>
                    </a:cubicBezTo>
                    <a:cubicBezTo>
                      <a:pt x="11606" y="835"/>
                      <a:pt x="11494" y="903"/>
                      <a:pt x="11475" y="1033"/>
                    </a:cubicBezTo>
                    <a:lnTo>
                      <a:pt x="11475" y="1267"/>
                    </a:lnTo>
                    <a:cubicBezTo>
                      <a:pt x="11475" y="1433"/>
                      <a:pt x="11509" y="1700"/>
                      <a:pt x="11475" y="2034"/>
                    </a:cubicBezTo>
                    <a:cubicBezTo>
                      <a:pt x="11475" y="2634"/>
                      <a:pt x="11309" y="3568"/>
                      <a:pt x="10942" y="4435"/>
                    </a:cubicBezTo>
                    <a:cubicBezTo>
                      <a:pt x="10708" y="4869"/>
                      <a:pt x="10475" y="5303"/>
                      <a:pt x="10108" y="5703"/>
                    </a:cubicBezTo>
                    <a:cubicBezTo>
                      <a:pt x="9941" y="5903"/>
                      <a:pt x="9707" y="6070"/>
                      <a:pt x="9507" y="6237"/>
                    </a:cubicBezTo>
                    <a:cubicBezTo>
                      <a:pt x="9307" y="6370"/>
                      <a:pt x="9107" y="6537"/>
                      <a:pt x="8840" y="6637"/>
                    </a:cubicBezTo>
                    <a:cubicBezTo>
                      <a:pt x="8607" y="6770"/>
                      <a:pt x="8340" y="6871"/>
                      <a:pt x="8106" y="6937"/>
                    </a:cubicBezTo>
                    <a:cubicBezTo>
                      <a:pt x="7839" y="6971"/>
                      <a:pt x="7606" y="7071"/>
                      <a:pt x="7339" y="7104"/>
                    </a:cubicBezTo>
                    <a:cubicBezTo>
                      <a:pt x="7130" y="7143"/>
                      <a:pt x="6925" y="7157"/>
                      <a:pt x="6726" y="7157"/>
                    </a:cubicBezTo>
                    <a:cubicBezTo>
                      <a:pt x="6418" y="7157"/>
                      <a:pt x="6122" y="7124"/>
                      <a:pt x="5838" y="7104"/>
                    </a:cubicBezTo>
                    <a:cubicBezTo>
                      <a:pt x="5338" y="7071"/>
                      <a:pt x="4871" y="6937"/>
                      <a:pt x="4370" y="6770"/>
                    </a:cubicBezTo>
                    <a:cubicBezTo>
                      <a:pt x="3870" y="6604"/>
                      <a:pt x="3370" y="6370"/>
                      <a:pt x="2969" y="6037"/>
                    </a:cubicBezTo>
                    <a:cubicBezTo>
                      <a:pt x="2102" y="5403"/>
                      <a:pt x="1435" y="4536"/>
                      <a:pt x="1001" y="3602"/>
                    </a:cubicBezTo>
                    <a:cubicBezTo>
                      <a:pt x="601" y="2701"/>
                      <a:pt x="467" y="1800"/>
                      <a:pt x="434" y="1200"/>
                    </a:cubicBezTo>
                    <a:lnTo>
                      <a:pt x="434" y="433"/>
                    </a:lnTo>
                    <a:lnTo>
                      <a:pt x="434" y="199"/>
                    </a:lnTo>
                    <a:cubicBezTo>
                      <a:pt x="434" y="69"/>
                      <a:pt x="310" y="1"/>
                      <a:pt x="2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7" name="Google Shape;377;p3"/>
              <p:cNvSpPr/>
              <p:nvPr/>
            </p:nvSpPr>
            <p:spPr>
              <a:xfrm rot="2507687">
                <a:off x="492095" y="3172939"/>
                <a:ext cx="292139" cy="292139"/>
              </a:xfrm>
              <a:prstGeom prst="mathPlus">
                <a:avLst>
                  <a:gd name="adj1" fmla="val 18896"/>
                </a:avLst>
              </a:prstGeom>
              <a:solidFill>
                <a:srgbClr val="CC4125"/>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378" name="Google Shape;378;p3"/>
          <p:cNvGrpSpPr/>
          <p:nvPr/>
        </p:nvGrpSpPr>
        <p:grpSpPr>
          <a:xfrm rot="440793" flipH="1">
            <a:off x="-261986" y="-287631"/>
            <a:ext cx="1489267" cy="2879063"/>
            <a:chOff x="9389648" y="991722"/>
            <a:chExt cx="1634619" cy="3160058"/>
          </a:xfrm>
        </p:grpSpPr>
        <p:sp>
          <p:nvSpPr>
            <p:cNvPr id="379" name="Google Shape;379;p3"/>
            <p:cNvSpPr/>
            <p:nvPr/>
          </p:nvSpPr>
          <p:spPr>
            <a:xfrm>
              <a:off x="9713224" y="3611398"/>
              <a:ext cx="353969" cy="101250"/>
            </a:xfrm>
            <a:custGeom>
              <a:avLst/>
              <a:gdLst/>
              <a:ahLst/>
              <a:cxnLst/>
              <a:rect l="l" t="t" r="r" b="b"/>
              <a:pathLst>
                <a:path w="15711" h="4494" extrusionOk="0">
                  <a:moveTo>
                    <a:pt x="12157" y="0"/>
                  </a:moveTo>
                  <a:lnTo>
                    <a:pt x="12124" y="67"/>
                  </a:lnTo>
                  <a:cubicBezTo>
                    <a:pt x="11957" y="301"/>
                    <a:pt x="11824" y="467"/>
                    <a:pt x="11657" y="668"/>
                  </a:cubicBezTo>
                  <a:cubicBezTo>
                    <a:pt x="11557" y="734"/>
                    <a:pt x="11490" y="868"/>
                    <a:pt x="11390" y="968"/>
                  </a:cubicBezTo>
                  <a:lnTo>
                    <a:pt x="11290" y="1068"/>
                  </a:lnTo>
                  <a:lnTo>
                    <a:pt x="11023" y="1335"/>
                  </a:lnTo>
                  <a:cubicBezTo>
                    <a:pt x="10289" y="2002"/>
                    <a:pt x="9355" y="2402"/>
                    <a:pt x="8521" y="2569"/>
                  </a:cubicBezTo>
                  <a:cubicBezTo>
                    <a:pt x="8388" y="2636"/>
                    <a:pt x="8321" y="2636"/>
                    <a:pt x="8188" y="2669"/>
                  </a:cubicBezTo>
                  <a:cubicBezTo>
                    <a:pt x="8054" y="2702"/>
                    <a:pt x="7988" y="2702"/>
                    <a:pt x="7854" y="2702"/>
                  </a:cubicBezTo>
                  <a:cubicBezTo>
                    <a:pt x="7776" y="2714"/>
                    <a:pt x="7699" y="2717"/>
                    <a:pt x="7621" y="2717"/>
                  </a:cubicBezTo>
                  <a:cubicBezTo>
                    <a:pt x="7465" y="2717"/>
                    <a:pt x="7309" y="2702"/>
                    <a:pt x="7154" y="2702"/>
                  </a:cubicBezTo>
                  <a:cubicBezTo>
                    <a:pt x="6687" y="2669"/>
                    <a:pt x="6186" y="2536"/>
                    <a:pt x="5786" y="2335"/>
                  </a:cubicBezTo>
                  <a:cubicBezTo>
                    <a:pt x="5553" y="2235"/>
                    <a:pt x="5352" y="2069"/>
                    <a:pt x="5152" y="1969"/>
                  </a:cubicBezTo>
                  <a:cubicBezTo>
                    <a:pt x="4986" y="1835"/>
                    <a:pt x="4785" y="1668"/>
                    <a:pt x="4619" y="1502"/>
                  </a:cubicBezTo>
                  <a:cubicBezTo>
                    <a:pt x="4485" y="1368"/>
                    <a:pt x="4385" y="1235"/>
                    <a:pt x="4285" y="1135"/>
                  </a:cubicBezTo>
                  <a:lnTo>
                    <a:pt x="4052" y="868"/>
                  </a:lnTo>
                  <a:lnTo>
                    <a:pt x="4018" y="801"/>
                  </a:lnTo>
                  <a:cubicBezTo>
                    <a:pt x="4018" y="794"/>
                    <a:pt x="4017" y="792"/>
                    <a:pt x="4015" y="792"/>
                  </a:cubicBezTo>
                  <a:cubicBezTo>
                    <a:pt x="4006" y="792"/>
                    <a:pt x="3985" y="834"/>
                    <a:pt x="3985" y="834"/>
                  </a:cubicBezTo>
                  <a:lnTo>
                    <a:pt x="3851" y="968"/>
                  </a:lnTo>
                  <a:lnTo>
                    <a:pt x="3651" y="1201"/>
                  </a:lnTo>
                  <a:lnTo>
                    <a:pt x="3484" y="1368"/>
                  </a:lnTo>
                  <a:cubicBezTo>
                    <a:pt x="3384" y="1468"/>
                    <a:pt x="3318" y="1502"/>
                    <a:pt x="3218" y="1602"/>
                  </a:cubicBezTo>
                  <a:cubicBezTo>
                    <a:pt x="2517" y="2069"/>
                    <a:pt x="1650" y="2069"/>
                    <a:pt x="1049" y="2302"/>
                  </a:cubicBezTo>
                  <a:cubicBezTo>
                    <a:pt x="482" y="2469"/>
                    <a:pt x="149" y="2669"/>
                    <a:pt x="149" y="2669"/>
                  </a:cubicBezTo>
                  <a:cubicBezTo>
                    <a:pt x="0" y="2788"/>
                    <a:pt x="117" y="3013"/>
                    <a:pt x="262" y="3013"/>
                  </a:cubicBezTo>
                  <a:cubicBezTo>
                    <a:pt x="279" y="3013"/>
                    <a:pt x="298" y="3010"/>
                    <a:pt x="316" y="3003"/>
                  </a:cubicBezTo>
                  <a:cubicBezTo>
                    <a:pt x="316" y="3003"/>
                    <a:pt x="582" y="2836"/>
                    <a:pt x="1149" y="2702"/>
                  </a:cubicBezTo>
                  <a:cubicBezTo>
                    <a:pt x="1416" y="2669"/>
                    <a:pt x="1750" y="2636"/>
                    <a:pt x="2184" y="2536"/>
                  </a:cubicBezTo>
                  <a:cubicBezTo>
                    <a:pt x="2584" y="2502"/>
                    <a:pt x="3051" y="2369"/>
                    <a:pt x="3518" y="2069"/>
                  </a:cubicBezTo>
                  <a:cubicBezTo>
                    <a:pt x="3706" y="1974"/>
                    <a:pt x="3984" y="1732"/>
                    <a:pt x="3987" y="1732"/>
                  </a:cubicBezTo>
                  <a:lnTo>
                    <a:pt x="3987" y="1732"/>
                  </a:lnTo>
                  <a:cubicBezTo>
                    <a:pt x="3988" y="1732"/>
                    <a:pt x="3987" y="1733"/>
                    <a:pt x="3985" y="1735"/>
                  </a:cubicBezTo>
                  <a:lnTo>
                    <a:pt x="4018" y="1802"/>
                  </a:lnTo>
                  <a:cubicBezTo>
                    <a:pt x="4052" y="1802"/>
                    <a:pt x="4018" y="1802"/>
                    <a:pt x="4052" y="1835"/>
                  </a:cubicBezTo>
                  <a:lnTo>
                    <a:pt x="4185" y="2002"/>
                  </a:lnTo>
                  <a:cubicBezTo>
                    <a:pt x="4385" y="2202"/>
                    <a:pt x="4619" y="2436"/>
                    <a:pt x="4819" y="2569"/>
                  </a:cubicBezTo>
                  <a:cubicBezTo>
                    <a:pt x="5019" y="2769"/>
                    <a:pt x="5286" y="2903"/>
                    <a:pt x="5519" y="3036"/>
                  </a:cubicBezTo>
                  <a:cubicBezTo>
                    <a:pt x="5986" y="3303"/>
                    <a:pt x="6553" y="3436"/>
                    <a:pt x="7120" y="3503"/>
                  </a:cubicBezTo>
                  <a:cubicBezTo>
                    <a:pt x="7276" y="3503"/>
                    <a:pt x="7461" y="3518"/>
                    <a:pt x="7637" y="3518"/>
                  </a:cubicBezTo>
                  <a:cubicBezTo>
                    <a:pt x="7725" y="3518"/>
                    <a:pt x="7810" y="3514"/>
                    <a:pt x="7888" y="3503"/>
                  </a:cubicBezTo>
                  <a:cubicBezTo>
                    <a:pt x="8021" y="3470"/>
                    <a:pt x="8154" y="3470"/>
                    <a:pt x="8288" y="3470"/>
                  </a:cubicBezTo>
                  <a:cubicBezTo>
                    <a:pt x="8388" y="3436"/>
                    <a:pt x="8521" y="3436"/>
                    <a:pt x="8655" y="3370"/>
                  </a:cubicBezTo>
                  <a:cubicBezTo>
                    <a:pt x="9589" y="3203"/>
                    <a:pt x="10590" y="2669"/>
                    <a:pt x="11423" y="1935"/>
                  </a:cubicBezTo>
                  <a:cubicBezTo>
                    <a:pt x="11557" y="1835"/>
                    <a:pt x="11657" y="1702"/>
                    <a:pt x="11724" y="1635"/>
                  </a:cubicBezTo>
                  <a:lnTo>
                    <a:pt x="11857" y="1468"/>
                  </a:lnTo>
                  <a:lnTo>
                    <a:pt x="11890" y="1435"/>
                  </a:lnTo>
                  <a:cubicBezTo>
                    <a:pt x="11957" y="1435"/>
                    <a:pt x="11957" y="1468"/>
                    <a:pt x="11957" y="1468"/>
                  </a:cubicBezTo>
                  <a:lnTo>
                    <a:pt x="11957" y="1502"/>
                  </a:lnTo>
                  <a:cubicBezTo>
                    <a:pt x="11957" y="1535"/>
                    <a:pt x="11957" y="1502"/>
                    <a:pt x="11991" y="1602"/>
                  </a:cubicBezTo>
                  <a:cubicBezTo>
                    <a:pt x="12024" y="1702"/>
                    <a:pt x="12091" y="1835"/>
                    <a:pt x="12157" y="1969"/>
                  </a:cubicBezTo>
                  <a:cubicBezTo>
                    <a:pt x="12291" y="2169"/>
                    <a:pt x="12458" y="2369"/>
                    <a:pt x="12624" y="2602"/>
                  </a:cubicBezTo>
                  <a:cubicBezTo>
                    <a:pt x="13325" y="3303"/>
                    <a:pt x="14125" y="3670"/>
                    <a:pt x="14626" y="3970"/>
                  </a:cubicBezTo>
                  <a:cubicBezTo>
                    <a:pt x="15126" y="4270"/>
                    <a:pt x="15393" y="4470"/>
                    <a:pt x="15393" y="4470"/>
                  </a:cubicBezTo>
                  <a:cubicBezTo>
                    <a:pt x="15420" y="4486"/>
                    <a:pt x="15446" y="4494"/>
                    <a:pt x="15472" y="4494"/>
                  </a:cubicBezTo>
                  <a:cubicBezTo>
                    <a:pt x="15606" y="4494"/>
                    <a:pt x="15711" y="4289"/>
                    <a:pt x="15626" y="4037"/>
                  </a:cubicBezTo>
                  <a:cubicBezTo>
                    <a:pt x="15626" y="4037"/>
                    <a:pt x="15326" y="3803"/>
                    <a:pt x="14826" y="3470"/>
                  </a:cubicBezTo>
                  <a:cubicBezTo>
                    <a:pt x="14359" y="3136"/>
                    <a:pt x="13625" y="2769"/>
                    <a:pt x="13025" y="2069"/>
                  </a:cubicBezTo>
                  <a:cubicBezTo>
                    <a:pt x="12891" y="1902"/>
                    <a:pt x="12791" y="1735"/>
                    <a:pt x="12658" y="1535"/>
                  </a:cubicBezTo>
                  <a:cubicBezTo>
                    <a:pt x="12624" y="1401"/>
                    <a:pt x="12558" y="1335"/>
                    <a:pt x="12524" y="1201"/>
                  </a:cubicBezTo>
                  <a:lnTo>
                    <a:pt x="12458" y="901"/>
                  </a:lnTo>
                  <a:cubicBezTo>
                    <a:pt x="12391" y="801"/>
                    <a:pt x="12357" y="701"/>
                    <a:pt x="12324" y="568"/>
                  </a:cubicBezTo>
                  <a:lnTo>
                    <a:pt x="12191" y="234"/>
                  </a:lnTo>
                  <a:lnTo>
                    <a:pt x="12157" y="67"/>
                  </a:lnTo>
                  <a:lnTo>
                    <a:pt x="12157" y="34"/>
                  </a:lnTo>
                  <a:lnTo>
                    <a:pt x="1215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0" name="Google Shape;380;p3"/>
            <p:cNvSpPr/>
            <p:nvPr/>
          </p:nvSpPr>
          <p:spPr>
            <a:xfrm>
              <a:off x="9532444" y="1010332"/>
              <a:ext cx="1491824" cy="3141448"/>
            </a:xfrm>
            <a:custGeom>
              <a:avLst/>
              <a:gdLst/>
              <a:ahLst/>
              <a:cxnLst/>
              <a:rect l="l" t="t" r="r" b="b"/>
              <a:pathLst>
                <a:path w="66215" h="139434" extrusionOk="0">
                  <a:moveTo>
                    <a:pt x="15812" y="0"/>
                  </a:moveTo>
                  <a:cubicBezTo>
                    <a:pt x="15745" y="0"/>
                    <a:pt x="15711" y="134"/>
                    <a:pt x="15711" y="367"/>
                  </a:cubicBezTo>
                  <a:cubicBezTo>
                    <a:pt x="15711" y="634"/>
                    <a:pt x="15745" y="1001"/>
                    <a:pt x="15812" y="1501"/>
                  </a:cubicBezTo>
                  <a:cubicBezTo>
                    <a:pt x="15812" y="1501"/>
                    <a:pt x="15845" y="1535"/>
                    <a:pt x="15845" y="1668"/>
                  </a:cubicBezTo>
                  <a:cubicBezTo>
                    <a:pt x="15845" y="1801"/>
                    <a:pt x="15878" y="1968"/>
                    <a:pt x="15878" y="2168"/>
                  </a:cubicBezTo>
                  <a:cubicBezTo>
                    <a:pt x="15878" y="2368"/>
                    <a:pt x="15912" y="2635"/>
                    <a:pt x="15912" y="2969"/>
                  </a:cubicBezTo>
                  <a:lnTo>
                    <a:pt x="15912" y="3469"/>
                  </a:lnTo>
                  <a:cubicBezTo>
                    <a:pt x="15912" y="3636"/>
                    <a:pt x="15878" y="3836"/>
                    <a:pt x="15878" y="4036"/>
                  </a:cubicBezTo>
                  <a:cubicBezTo>
                    <a:pt x="15812" y="4870"/>
                    <a:pt x="15645" y="5871"/>
                    <a:pt x="15044" y="6872"/>
                  </a:cubicBezTo>
                  <a:cubicBezTo>
                    <a:pt x="14511" y="7906"/>
                    <a:pt x="13543" y="8873"/>
                    <a:pt x="12309" y="9707"/>
                  </a:cubicBezTo>
                  <a:cubicBezTo>
                    <a:pt x="11041" y="10541"/>
                    <a:pt x="9540" y="11308"/>
                    <a:pt x="8006" y="12309"/>
                  </a:cubicBezTo>
                  <a:cubicBezTo>
                    <a:pt x="7239" y="12843"/>
                    <a:pt x="6472" y="13410"/>
                    <a:pt x="5838" y="14210"/>
                  </a:cubicBezTo>
                  <a:cubicBezTo>
                    <a:pt x="5538" y="14577"/>
                    <a:pt x="5204" y="15011"/>
                    <a:pt x="5004" y="15511"/>
                  </a:cubicBezTo>
                  <a:cubicBezTo>
                    <a:pt x="4737" y="15978"/>
                    <a:pt x="4637" y="16512"/>
                    <a:pt x="4503" y="17012"/>
                  </a:cubicBezTo>
                  <a:cubicBezTo>
                    <a:pt x="4303" y="18046"/>
                    <a:pt x="4203" y="19080"/>
                    <a:pt x="4003" y="20148"/>
                  </a:cubicBezTo>
                  <a:cubicBezTo>
                    <a:pt x="4003" y="20248"/>
                    <a:pt x="3970" y="20381"/>
                    <a:pt x="3903" y="20515"/>
                  </a:cubicBezTo>
                  <a:cubicBezTo>
                    <a:pt x="3903" y="20582"/>
                    <a:pt x="3903" y="20582"/>
                    <a:pt x="3870" y="20648"/>
                  </a:cubicBezTo>
                  <a:lnTo>
                    <a:pt x="3803" y="20815"/>
                  </a:lnTo>
                  <a:cubicBezTo>
                    <a:pt x="3670" y="21049"/>
                    <a:pt x="3569" y="21315"/>
                    <a:pt x="3403" y="21516"/>
                  </a:cubicBezTo>
                  <a:cubicBezTo>
                    <a:pt x="3136" y="21983"/>
                    <a:pt x="2836" y="22416"/>
                    <a:pt x="2502" y="22883"/>
                  </a:cubicBezTo>
                  <a:cubicBezTo>
                    <a:pt x="1868" y="23851"/>
                    <a:pt x="1168" y="24851"/>
                    <a:pt x="968" y="26152"/>
                  </a:cubicBezTo>
                  <a:cubicBezTo>
                    <a:pt x="801" y="27386"/>
                    <a:pt x="1168" y="28687"/>
                    <a:pt x="1535" y="29821"/>
                  </a:cubicBezTo>
                  <a:cubicBezTo>
                    <a:pt x="1735" y="30389"/>
                    <a:pt x="1902" y="30922"/>
                    <a:pt x="2035" y="31523"/>
                  </a:cubicBezTo>
                  <a:cubicBezTo>
                    <a:pt x="2068" y="31656"/>
                    <a:pt x="2068" y="31823"/>
                    <a:pt x="2068" y="31923"/>
                  </a:cubicBezTo>
                  <a:lnTo>
                    <a:pt x="2068" y="32156"/>
                  </a:lnTo>
                  <a:lnTo>
                    <a:pt x="2068" y="32323"/>
                  </a:lnTo>
                  <a:cubicBezTo>
                    <a:pt x="2035" y="32557"/>
                    <a:pt x="1968" y="32857"/>
                    <a:pt x="1868" y="33157"/>
                  </a:cubicBezTo>
                  <a:cubicBezTo>
                    <a:pt x="1501" y="34258"/>
                    <a:pt x="734" y="35325"/>
                    <a:pt x="300" y="36593"/>
                  </a:cubicBezTo>
                  <a:cubicBezTo>
                    <a:pt x="167" y="36927"/>
                    <a:pt x="67" y="37260"/>
                    <a:pt x="34" y="37660"/>
                  </a:cubicBezTo>
                  <a:cubicBezTo>
                    <a:pt x="0" y="37827"/>
                    <a:pt x="34" y="38027"/>
                    <a:pt x="34" y="38194"/>
                  </a:cubicBezTo>
                  <a:cubicBezTo>
                    <a:pt x="34" y="38394"/>
                    <a:pt x="67" y="38561"/>
                    <a:pt x="134" y="38728"/>
                  </a:cubicBezTo>
                  <a:cubicBezTo>
                    <a:pt x="234" y="39395"/>
                    <a:pt x="501" y="40029"/>
                    <a:pt x="801" y="40663"/>
                  </a:cubicBezTo>
                  <a:cubicBezTo>
                    <a:pt x="1368" y="41863"/>
                    <a:pt x="2035" y="43031"/>
                    <a:pt x="2736" y="44165"/>
                  </a:cubicBezTo>
                  <a:cubicBezTo>
                    <a:pt x="3069" y="44732"/>
                    <a:pt x="3469" y="45266"/>
                    <a:pt x="3803" y="45866"/>
                  </a:cubicBezTo>
                  <a:cubicBezTo>
                    <a:pt x="3970" y="46100"/>
                    <a:pt x="4137" y="46400"/>
                    <a:pt x="4303" y="46700"/>
                  </a:cubicBezTo>
                  <a:lnTo>
                    <a:pt x="4337" y="46834"/>
                  </a:lnTo>
                  <a:lnTo>
                    <a:pt x="4370" y="46867"/>
                  </a:lnTo>
                  <a:cubicBezTo>
                    <a:pt x="4370" y="46900"/>
                    <a:pt x="4403" y="46934"/>
                    <a:pt x="4403" y="46934"/>
                  </a:cubicBezTo>
                  <a:lnTo>
                    <a:pt x="4570" y="47167"/>
                  </a:lnTo>
                  <a:lnTo>
                    <a:pt x="4904" y="47568"/>
                  </a:lnTo>
                  <a:cubicBezTo>
                    <a:pt x="5838" y="48602"/>
                    <a:pt x="6972" y="49502"/>
                    <a:pt x="8239" y="50069"/>
                  </a:cubicBezTo>
                  <a:cubicBezTo>
                    <a:pt x="9507" y="50670"/>
                    <a:pt x="10875" y="51037"/>
                    <a:pt x="12209" y="51270"/>
                  </a:cubicBezTo>
                  <a:cubicBezTo>
                    <a:pt x="13543" y="51537"/>
                    <a:pt x="14911" y="51670"/>
                    <a:pt x="16245" y="51837"/>
                  </a:cubicBezTo>
                  <a:cubicBezTo>
                    <a:pt x="17579" y="52004"/>
                    <a:pt x="18914" y="52171"/>
                    <a:pt x="20215" y="52404"/>
                  </a:cubicBezTo>
                  <a:cubicBezTo>
                    <a:pt x="21482" y="52671"/>
                    <a:pt x="22750" y="53071"/>
                    <a:pt x="23851" y="53705"/>
                  </a:cubicBezTo>
                  <a:cubicBezTo>
                    <a:pt x="24418" y="54005"/>
                    <a:pt x="24918" y="54406"/>
                    <a:pt x="25385" y="54839"/>
                  </a:cubicBezTo>
                  <a:cubicBezTo>
                    <a:pt x="25652" y="55040"/>
                    <a:pt x="25852" y="55273"/>
                    <a:pt x="26052" y="55507"/>
                  </a:cubicBezTo>
                  <a:cubicBezTo>
                    <a:pt x="26252" y="55740"/>
                    <a:pt x="26419" y="56007"/>
                    <a:pt x="26653" y="56240"/>
                  </a:cubicBezTo>
                  <a:cubicBezTo>
                    <a:pt x="27386" y="57341"/>
                    <a:pt x="28054" y="58509"/>
                    <a:pt x="28921" y="59543"/>
                  </a:cubicBezTo>
                  <a:lnTo>
                    <a:pt x="29254" y="59910"/>
                  </a:lnTo>
                  <a:lnTo>
                    <a:pt x="29488" y="60110"/>
                  </a:lnTo>
                  <a:lnTo>
                    <a:pt x="29755" y="60277"/>
                  </a:lnTo>
                  <a:cubicBezTo>
                    <a:pt x="30088" y="60510"/>
                    <a:pt x="30389" y="60610"/>
                    <a:pt x="30722" y="60744"/>
                  </a:cubicBezTo>
                  <a:cubicBezTo>
                    <a:pt x="31389" y="60944"/>
                    <a:pt x="32023" y="61111"/>
                    <a:pt x="32657" y="61277"/>
                  </a:cubicBezTo>
                  <a:cubicBezTo>
                    <a:pt x="33257" y="61444"/>
                    <a:pt x="33891" y="61611"/>
                    <a:pt x="34492" y="61778"/>
                  </a:cubicBezTo>
                  <a:cubicBezTo>
                    <a:pt x="35059" y="62011"/>
                    <a:pt x="35592" y="62211"/>
                    <a:pt x="35993" y="62545"/>
                  </a:cubicBezTo>
                  <a:cubicBezTo>
                    <a:pt x="36360" y="62912"/>
                    <a:pt x="36693" y="63379"/>
                    <a:pt x="36860" y="63879"/>
                  </a:cubicBezTo>
                  <a:cubicBezTo>
                    <a:pt x="37027" y="64380"/>
                    <a:pt x="37093" y="64913"/>
                    <a:pt x="37060" y="65514"/>
                  </a:cubicBezTo>
                  <a:cubicBezTo>
                    <a:pt x="37027" y="66681"/>
                    <a:pt x="36726" y="67849"/>
                    <a:pt x="36560" y="69050"/>
                  </a:cubicBezTo>
                  <a:cubicBezTo>
                    <a:pt x="36426" y="70050"/>
                    <a:pt x="36426" y="71118"/>
                    <a:pt x="36726" y="72052"/>
                  </a:cubicBezTo>
                  <a:cubicBezTo>
                    <a:pt x="37060" y="72952"/>
                    <a:pt x="37560" y="73620"/>
                    <a:pt x="37927" y="74053"/>
                  </a:cubicBezTo>
                  <a:lnTo>
                    <a:pt x="37894" y="74020"/>
                  </a:lnTo>
                  <a:lnTo>
                    <a:pt x="37894" y="74020"/>
                  </a:lnTo>
                  <a:cubicBezTo>
                    <a:pt x="38695" y="75021"/>
                    <a:pt x="39662" y="75854"/>
                    <a:pt x="40529" y="76688"/>
                  </a:cubicBezTo>
                  <a:cubicBezTo>
                    <a:pt x="41397" y="77522"/>
                    <a:pt x="42264" y="78390"/>
                    <a:pt x="42764" y="79424"/>
                  </a:cubicBezTo>
                  <a:cubicBezTo>
                    <a:pt x="43031" y="79924"/>
                    <a:pt x="43198" y="80524"/>
                    <a:pt x="43198" y="81058"/>
                  </a:cubicBezTo>
                  <a:cubicBezTo>
                    <a:pt x="43198" y="81625"/>
                    <a:pt x="43064" y="82192"/>
                    <a:pt x="42831" y="82726"/>
                  </a:cubicBezTo>
                  <a:cubicBezTo>
                    <a:pt x="42564" y="83260"/>
                    <a:pt x="42264" y="83793"/>
                    <a:pt x="41864" y="84194"/>
                  </a:cubicBezTo>
                  <a:cubicBezTo>
                    <a:pt x="41430" y="84594"/>
                    <a:pt x="40930" y="84894"/>
                    <a:pt x="40396" y="85128"/>
                  </a:cubicBezTo>
                  <a:cubicBezTo>
                    <a:pt x="39328" y="85595"/>
                    <a:pt x="38061" y="85862"/>
                    <a:pt x="36760" y="86062"/>
                  </a:cubicBezTo>
                  <a:cubicBezTo>
                    <a:pt x="35526" y="86262"/>
                    <a:pt x="34191" y="86462"/>
                    <a:pt x="32890" y="86962"/>
                  </a:cubicBezTo>
                  <a:cubicBezTo>
                    <a:pt x="32223" y="87229"/>
                    <a:pt x="31589" y="87563"/>
                    <a:pt x="31056" y="88030"/>
                  </a:cubicBezTo>
                  <a:cubicBezTo>
                    <a:pt x="30489" y="88463"/>
                    <a:pt x="30055" y="89064"/>
                    <a:pt x="29755" y="89731"/>
                  </a:cubicBezTo>
                  <a:cubicBezTo>
                    <a:pt x="29688" y="89898"/>
                    <a:pt x="29588" y="90065"/>
                    <a:pt x="29555" y="90231"/>
                  </a:cubicBezTo>
                  <a:lnTo>
                    <a:pt x="29388" y="90732"/>
                  </a:lnTo>
                  <a:cubicBezTo>
                    <a:pt x="29355" y="90899"/>
                    <a:pt x="29355" y="91099"/>
                    <a:pt x="29321" y="91265"/>
                  </a:cubicBezTo>
                  <a:cubicBezTo>
                    <a:pt x="29254" y="91466"/>
                    <a:pt x="29254" y="91632"/>
                    <a:pt x="29254" y="91799"/>
                  </a:cubicBezTo>
                  <a:cubicBezTo>
                    <a:pt x="29254" y="92533"/>
                    <a:pt x="29355" y="93200"/>
                    <a:pt x="29488" y="93867"/>
                  </a:cubicBezTo>
                  <a:cubicBezTo>
                    <a:pt x="30055" y="96469"/>
                    <a:pt x="31089" y="98904"/>
                    <a:pt x="32023" y="101273"/>
                  </a:cubicBezTo>
                  <a:cubicBezTo>
                    <a:pt x="33024" y="103574"/>
                    <a:pt x="32890" y="106143"/>
                    <a:pt x="33091" y="108645"/>
                  </a:cubicBezTo>
                  <a:cubicBezTo>
                    <a:pt x="33224" y="109946"/>
                    <a:pt x="33391" y="111213"/>
                    <a:pt x="33891" y="112414"/>
                  </a:cubicBezTo>
                  <a:cubicBezTo>
                    <a:pt x="34358" y="113615"/>
                    <a:pt x="35059" y="114716"/>
                    <a:pt x="35926" y="115583"/>
                  </a:cubicBezTo>
                  <a:cubicBezTo>
                    <a:pt x="36827" y="116450"/>
                    <a:pt x="37761" y="117217"/>
                    <a:pt x="38728" y="117885"/>
                  </a:cubicBezTo>
                  <a:cubicBezTo>
                    <a:pt x="39729" y="118552"/>
                    <a:pt x="40696" y="119119"/>
                    <a:pt x="41663" y="119753"/>
                  </a:cubicBezTo>
                  <a:cubicBezTo>
                    <a:pt x="42564" y="120386"/>
                    <a:pt x="43531" y="120953"/>
                    <a:pt x="44365" y="121621"/>
                  </a:cubicBezTo>
                  <a:lnTo>
                    <a:pt x="44999" y="122121"/>
                  </a:lnTo>
                  <a:cubicBezTo>
                    <a:pt x="45166" y="122288"/>
                    <a:pt x="45366" y="122454"/>
                    <a:pt x="45566" y="122655"/>
                  </a:cubicBezTo>
                  <a:cubicBezTo>
                    <a:pt x="46000" y="123055"/>
                    <a:pt x="46400" y="123388"/>
                    <a:pt x="46834" y="123722"/>
                  </a:cubicBezTo>
                  <a:cubicBezTo>
                    <a:pt x="48568" y="124990"/>
                    <a:pt x="50503" y="125757"/>
                    <a:pt x="52238" y="126424"/>
                  </a:cubicBezTo>
                  <a:cubicBezTo>
                    <a:pt x="54006" y="127091"/>
                    <a:pt x="55673" y="127758"/>
                    <a:pt x="57074" y="128559"/>
                  </a:cubicBezTo>
                  <a:cubicBezTo>
                    <a:pt x="57775" y="128926"/>
                    <a:pt x="58442" y="129393"/>
                    <a:pt x="59076" y="129793"/>
                  </a:cubicBezTo>
                  <a:cubicBezTo>
                    <a:pt x="59710" y="130227"/>
                    <a:pt x="60343" y="130627"/>
                    <a:pt x="60877" y="131061"/>
                  </a:cubicBezTo>
                  <a:cubicBezTo>
                    <a:pt x="61945" y="131895"/>
                    <a:pt x="62879" y="132728"/>
                    <a:pt x="63579" y="133496"/>
                  </a:cubicBezTo>
                  <a:cubicBezTo>
                    <a:pt x="64246" y="134296"/>
                    <a:pt x="64747" y="135097"/>
                    <a:pt x="65047" y="135764"/>
                  </a:cubicBezTo>
                  <a:cubicBezTo>
                    <a:pt x="65113" y="135931"/>
                    <a:pt x="65214" y="136098"/>
                    <a:pt x="65247" y="136264"/>
                  </a:cubicBezTo>
                  <a:cubicBezTo>
                    <a:pt x="65347" y="136398"/>
                    <a:pt x="65380" y="136565"/>
                    <a:pt x="65414" y="136665"/>
                  </a:cubicBezTo>
                  <a:cubicBezTo>
                    <a:pt x="65514" y="136965"/>
                    <a:pt x="65547" y="137232"/>
                    <a:pt x="65580" y="137398"/>
                  </a:cubicBezTo>
                  <a:cubicBezTo>
                    <a:pt x="65614" y="137565"/>
                    <a:pt x="65681" y="137732"/>
                    <a:pt x="65681" y="137799"/>
                  </a:cubicBezTo>
                  <a:lnTo>
                    <a:pt x="65681" y="137966"/>
                  </a:lnTo>
                  <a:cubicBezTo>
                    <a:pt x="65714" y="138232"/>
                    <a:pt x="65747" y="138433"/>
                    <a:pt x="65747" y="138599"/>
                  </a:cubicBezTo>
                  <a:cubicBezTo>
                    <a:pt x="65747" y="138766"/>
                    <a:pt x="65747" y="138933"/>
                    <a:pt x="65781" y="139066"/>
                  </a:cubicBezTo>
                  <a:cubicBezTo>
                    <a:pt x="65847" y="139300"/>
                    <a:pt x="65914" y="139433"/>
                    <a:pt x="65947" y="139433"/>
                  </a:cubicBezTo>
                  <a:cubicBezTo>
                    <a:pt x="66014" y="139433"/>
                    <a:pt x="66081" y="139300"/>
                    <a:pt x="66114" y="139066"/>
                  </a:cubicBezTo>
                  <a:cubicBezTo>
                    <a:pt x="66181" y="138799"/>
                    <a:pt x="66214" y="138433"/>
                    <a:pt x="66114" y="137899"/>
                  </a:cubicBezTo>
                  <a:lnTo>
                    <a:pt x="66114" y="137732"/>
                  </a:lnTo>
                  <a:cubicBezTo>
                    <a:pt x="66114" y="137599"/>
                    <a:pt x="66081" y="137465"/>
                    <a:pt x="66047" y="137265"/>
                  </a:cubicBezTo>
                  <a:cubicBezTo>
                    <a:pt x="66014" y="137065"/>
                    <a:pt x="65947" y="136798"/>
                    <a:pt x="65881" y="136498"/>
                  </a:cubicBezTo>
                  <a:cubicBezTo>
                    <a:pt x="65847" y="136398"/>
                    <a:pt x="65747" y="136231"/>
                    <a:pt x="65714" y="136064"/>
                  </a:cubicBezTo>
                  <a:cubicBezTo>
                    <a:pt x="65681" y="135897"/>
                    <a:pt x="65580" y="135731"/>
                    <a:pt x="65514" y="135564"/>
                  </a:cubicBezTo>
                  <a:cubicBezTo>
                    <a:pt x="65214" y="134797"/>
                    <a:pt x="64680" y="133963"/>
                    <a:pt x="63946" y="133129"/>
                  </a:cubicBezTo>
                  <a:cubicBezTo>
                    <a:pt x="63245" y="132295"/>
                    <a:pt x="62278" y="131428"/>
                    <a:pt x="61177" y="130594"/>
                  </a:cubicBezTo>
                  <a:cubicBezTo>
                    <a:pt x="60610" y="130127"/>
                    <a:pt x="60010" y="129726"/>
                    <a:pt x="59376" y="129293"/>
                  </a:cubicBezTo>
                  <a:cubicBezTo>
                    <a:pt x="58709" y="128892"/>
                    <a:pt x="58075" y="128425"/>
                    <a:pt x="57341" y="127992"/>
                  </a:cubicBezTo>
                  <a:cubicBezTo>
                    <a:pt x="55874" y="127225"/>
                    <a:pt x="54172" y="126491"/>
                    <a:pt x="52404" y="125824"/>
                  </a:cubicBezTo>
                  <a:cubicBezTo>
                    <a:pt x="50670" y="125123"/>
                    <a:pt x="48768" y="124389"/>
                    <a:pt x="47167" y="123155"/>
                  </a:cubicBezTo>
                  <a:cubicBezTo>
                    <a:pt x="46767" y="122888"/>
                    <a:pt x="46367" y="122555"/>
                    <a:pt x="46000" y="122154"/>
                  </a:cubicBezTo>
                  <a:cubicBezTo>
                    <a:pt x="45600" y="121787"/>
                    <a:pt x="45166" y="121420"/>
                    <a:pt x="44732" y="121087"/>
                  </a:cubicBezTo>
                  <a:cubicBezTo>
                    <a:pt x="43865" y="120386"/>
                    <a:pt x="42931" y="119786"/>
                    <a:pt x="41997" y="119152"/>
                  </a:cubicBezTo>
                  <a:cubicBezTo>
                    <a:pt x="40062" y="117951"/>
                    <a:pt x="38061" y="116750"/>
                    <a:pt x="36426" y="115083"/>
                  </a:cubicBezTo>
                  <a:cubicBezTo>
                    <a:pt x="35659" y="114249"/>
                    <a:pt x="35025" y="113248"/>
                    <a:pt x="34558" y="112147"/>
                  </a:cubicBezTo>
                  <a:cubicBezTo>
                    <a:pt x="34091" y="111080"/>
                    <a:pt x="33924" y="109879"/>
                    <a:pt x="33858" y="108645"/>
                  </a:cubicBezTo>
                  <a:cubicBezTo>
                    <a:pt x="33758" y="107410"/>
                    <a:pt x="33758" y="106143"/>
                    <a:pt x="33658" y="104875"/>
                  </a:cubicBezTo>
                  <a:cubicBezTo>
                    <a:pt x="33558" y="104241"/>
                    <a:pt x="33491" y="103574"/>
                    <a:pt x="33357" y="102940"/>
                  </a:cubicBezTo>
                  <a:cubicBezTo>
                    <a:pt x="33324" y="102640"/>
                    <a:pt x="33191" y="102307"/>
                    <a:pt x="33091" y="101973"/>
                  </a:cubicBezTo>
                  <a:lnTo>
                    <a:pt x="32757" y="101072"/>
                  </a:lnTo>
                  <a:cubicBezTo>
                    <a:pt x="31856" y="98637"/>
                    <a:pt x="30822" y="96269"/>
                    <a:pt x="30322" y="93767"/>
                  </a:cubicBezTo>
                  <a:cubicBezTo>
                    <a:pt x="30188" y="93133"/>
                    <a:pt x="30155" y="92533"/>
                    <a:pt x="30155" y="91933"/>
                  </a:cubicBezTo>
                  <a:cubicBezTo>
                    <a:pt x="30188" y="91766"/>
                    <a:pt x="30155" y="91599"/>
                    <a:pt x="30188" y="91466"/>
                  </a:cubicBezTo>
                  <a:cubicBezTo>
                    <a:pt x="30222" y="91366"/>
                    <a:pt x="30222" y="91199"/>
                    <a:pt x="30255" y="91065"/>
                  </a:cubicBezTo>
                  <a:lnTo>
                    <a:pt x="30389" y="90632"/>
                  </a:lnTo>
                  <a:cubicBezTo>
                    <a:pt x="30422" y="90532"/>
                    <a:pt x="30522" y="90365"/>
                    <a:pt x="30555" y="90231"/>
                  </a:cubicBezTo>
                  <a:cubicBezTo>
                    <a:pt x="30822" y="89698"/>
                    <a:pt x="31156" y="89197"/>
                    <a:pt x="31589" y="88797"/>
                  </a:cubicBezTo>
                  <a:cubicBezTo>
                    <a:pt x="32056" y="88430"/>
                    <a:pt x="32590" y="88130"/>
                    <a:pt x="33191" y="87930"/>
                  </a:cubicBezTo>
                  <a:cubicBezTo>
                    <a:pt x="34358" y="87463"/>
                    <a:pt x="35592" y="87263"/>
                    <a:pt x="36893" y="87062"/>
                  </a:cubicBezTo>
                  <a:cubicBezTo>
                    <a:pt x="38194" y="86796"/>
                    <a:pt x="39529" y="86595"/>
                    <a:pt x="40763" y="86062"/>
                  </a:cubicBezTo>
                  <a:cubicBezTo>
                    <a:pt x="41397" y="85762"/>
                    <a:pt x="42030" y="85395"/>
                    <a:pt x="42531" y="84894"/>
                  </a:cubicBezTo>
                  <a:cubicBezTo>
                    <a:pt x="43031" y="84394"/>
                    <a:pt x="43398" y="83793"/>
                    <a:pt x="43698" y="83193"/>
                  </a:cubicBezTo>
                  <a:cubicBezTo>
                    <a:pt x="43998" y="82559"/>
                    <a:pt x="44165" y="81859"/>
                    <a:pt x="44165" y="81125"/>
                  </a:cubicBezTo>
                  <a:cubicBezTo>
                    <a:pt x="44165" y="80424"/>
                    <a:pt x="43932" y="79724"/>
                    <a:pt x="43665" y="79090"/>
                  </a:cubicBezTo>
                  <a:cubicBezTo>
                    <a:pt x="43064" y="77856"/>
                    <a:pt x="42097" y="76922"/>
                    <a:pt x="41230" y="76055"/>
                  </a:cubicBezTo>
                  <a:cubicBezTo>
                    <a:pt x="40329" y="75187"/>
                    <a:pt x="39395" y="74353"/>
                    <a:pt x="38695" y="73453"/>
                  </a:cubicBezTo>
                  <a:cubicBezTo>
                    <a:pt x="38394" y="73086"/>
                    <a:pt x="37994" y="72552"/>
                    <a:pt x="37727" y="71785"/>
                  </a:cubicBezTo>
                  <a:cubicBezTo>
                    <a:pt x="37527" y="71051"/>
                    <a:pt x="37494" y="70084"/>
                    <a:pt x="37594" y="69150"/>
                  </a:cubicBezTo>
                  <a:cubicBezTo>
                    <a:pt x="37727" y="68015"/>
                    <a:pt x="38027" y="66815"/>
                    <a:pt x="38094" y="65547"/>
                  </a:cubicBezTo>
                  <a:cubicBezTo>
                    <a:pt x="38161" y="64880"/>
                    <a:pt x="38061" y="64213"/>
                    <a:pt x="37861" y="63546"/>
                  </a:cubicBezTo>
                  <a:cubicBezTo>
                    <a:pt x="37594" y="62878"/>
                    <a:pt x="37193" y="62278"/>
                    <a:pt x="36693" y="61778"/>
                  </a:cubicBezTo>
                  <a:cubicBezTo>
                    <a:pt x="36560" y="61644"/>
                    <a:pt x="36393" y="61578"/>
                    <a:pt x="36226" y="61444"/>
                  </a:cubicBezTo>
                  <a:cubicBezTo>
                    <a:pt x="36059" y="61377"/>
                    <a:pt x="35926" y="61277"/>
                    <a:pt x="35759" y="61211"/>
                  </a:cubicBezTo>
                  <a:cubicBezTo>
                    <a:pt x="35426" y="61044"/>
                    <a:pt x="35159" y="60910"/>
                    <a:pt x="34825" y="60810"/>
                  </a:cubicBezTo>
                  <a:cubicBezTo>
                    <a:pt x="34191" y="60610"/>
                    <a:pt x="33558" y="60510"/>
                    <a:pt x="32924" y="60310"/>
                  </a:cubicBezTo>
                  <a:cubicBezTo>
                    <a:pt x="32323" y="60210"/>
                    <a:pt x="31723" y="60043"/>
                    <a:pt x="31156" y="59843"/>
                  </a:cubicBezTo>
                  <a:cubicBezTo>
                    <a:pt x="30889" y="59710"/>
                    <a:pt x="30589" y="59609"/>
                    <a:pt x="30355" y="59443"/>
                  </a:cubicBezTo>
                  <a:lnTo>
                    <a:pt x="30222" y="59376"/>
                  </a:lnTo>
                  <a:lnTo>
                    <a:pt x="30088" y="59243"/>
                  </a:lnTo>
                  <a:lnTo>
                    <a:pt x="29822" y="58909"/>
                  </a:lnTo>
                  <a:cubicBezTo>
                    <a:pt x="28988" y="57942"/>
                    <a:pt x="28354" y="56841"/>
                    <a:pt x="27553" y="55707"/>
                  </a:cubicBezTo>
                  <a:cubicBezTo>
                    <a:pt x="27353" y="55406"/>
                    <a:pt x="27153" y="55106"/>
                    <a:pt x="26919" y="54873"/>
                  </a:cubicBezTo>
                  <a:cubicBezTo>
                    <a:pt x="26719" y="54606"/>
                    <a:pt x="26486" y="54372"/>
                    <a:pt x="26219" y="54106"/>
                  </a:cubicBezTo>
                  <a:cubicBezTo>
                    <a:pt x="25685" y="53672"/>
                    <a:pt x="25152" y="53205"/>
                    <a:pt x="24518" y="52871"/>
                  </a:cubicBezTo>
                  <a:cubicBezTo>
                    <a:pt x="23317" y="52171"/>
                    <a:pt x="21916" y="51737"/>
                    <a:pt x="20582" y="51437"/>
                  </a:cubicBezTo>
                  <a:cubicBezTo>
                    <a:pt x="19214" y="51203"/>
                    <a:pt x="17846" y="51037"/>
                    <a:pt x="16512" y="50903"/>
                  </a:cubicBezTo>
                  <a:cubicBezTo>
                    <a:pt x="13843" y="50603"/>
                    <a:pt x="11142" y="50370"/>
                    <a:pt x="8740" y="49269"/>
                  </a:cubicBezTo>
                  <a:cubicBezTo>
                    <a:pt x="7539" y="48735"/>
                    <a:pt x="6505" y="47934"/>
                    <a:pt x="5671" y="46967"/>
                  </a:cubicBezTo>
                  <a:lnTo>
                    <a:pt x="5371" y="46600"/>
                  </a:lnTo>
                  <a:lnTo>
                    <a:pt x="5204" y="46433"/>
                  </a:lnTo>
                  <a:lnTo>
                    <a:pt x="5171" y="46400"/>
                  </a:lnTo>
                  <a:lnTo>
                    <a:pt x="5071" y="46267"/>
                  </a:lnTo>
                  <a:cubicBezTo>
                    <a:pt x="4904" y="46000"/>
                    <a:pt x="4704" y="45700"/>
                    <a:pt x="4537" y="45399"/>
                  </a:cubicBezTo>
                  <a:cubicBezTo>
                    <a:pt x="4170" y="44866"/>
                    <a:pt x="3836" y="44265"/>
                    <a:pt x="3469" y="43731"/>
                  </a:cubicBezTo>
                  <a:cubicBezTo>
                    <a:pt x="2736" y="42664"/>
                    <a:pt x="2068" y="41530"/>
                    <a:pt x="1535" y="40362"/>
                  </a:cubicBezTo>
                  <a:cubicBezTo>
                    <a:pt x="1301" y="39762"/>
                    <a:pt x="1034" y="39195"/>
                    <a:pt x="901" y="38594"/>
                  </a:cubicBezTo>
                  <a:cubicBezTo>
                    <a:pt x="801" y="38027"/>
                    <a:pt x="834" y="37494"/>
                    <a:pt x="1034" y="36893"/>
                  </a:cubicBezTo>
                  <a:cubicBezTo>
                    <a:pt x="1468" y="35759"/>
                    <a:pt x="2202" y="34692"/>
                    <a:pt x="2635" y="33424"/>
                  </a:cubicBezTo>
                  <a:cubicBezTo>
                    <a:pt x="2736" y="33090"/>
                    <a:pt x="2836" y="32824"/>
                    <a:pt x="2869" y="32423"/>
                  </a:cubicBezTo>
                  <a:lnTo>
                    <a:pt x="2869" y="32257"/>
                  </a:lnTo>
                  <a:lnTo>
                    <a:pt x="2869" y="32123"/>
                  </a:lnTo>
                  <a:lnTo>
                    <a:pt x="2836" y="31890"/>
                  </a:lnTo>
                  <a:cubicBezTo>
                    <a:pt x="2836" y="31723"/>
                    <a:pt x="2836" y="31556"/>
                    <a:pt x="2802" y="31389"/>
                  </a:cubicBezTo>
                  <a:cubicBezTo>
                    <a:pt x="2669" y="30722"/>
                    <a:pt x="2502" y="30155"/>
                    <a:pt x="2302" y="29555"/>
                  </a:cubicBezTo>
                  <a:cubicBezTo>
                    <a:pt x="1902" y="28420"/>
                    <a:pt x="1568" y="27320"/>
                    <a:pt x="1735" y="26219"/>
                  </a:cubicBezTo>
                  <a:cubicBezTo>
                    <a:pt x="1902" y="25151"/>
                    <a:pt x="2535" y="24184"/>
                    <a:pt x="3169" y="23250"/>
                  </a:cubicBezTo>
                  <a:cubicBezTo>
                    <a:pt x="3469" y="22816"/>
                    <a:pt x="3803" y="22349"/>
                    <a:pt x="4070" y="21849"/>
                  </a:cubicBezTo>
                  <a:cubicBezTo>
                    <a:pt x="4237" y="21582"/>
                    <a:pt x="4370" y="21349"/>
                    <a:pt x="4503" y="21082"/>
                  </a:cubicBezTo>
                  <a:lnTo>
                    <a:pt x="4570" y="20882"/>
                  </a:lnTo>
                  <a:cubicBezTo>
                    <a:pt x="4637" y="20815"/>
                    <a:pt x="4670" y="20682"/>
                    <a:pt x="4670" y="20648"/>
                  </a:cubicBezTo>
                  <a:cubicBezTo>
                    <a:pt x="4670" y="20515"/>
                    <a:pt x="4704" y="20348"/>
                    <a:pt x="4737" y="20215"/>
                  </a:cubicBezTo>
                  <a:cubicBezTo>
                    <a:pt x="5004" y="19147"/>
                    <a:pt x="5037" y="18046"/>
                    <a:pt x="5237" y="17079"/>
                  </a:cubicBezTo>
                  <a:cubicBezTo>
                    <a:pt x="5337" y="16579"/>
                    <a:pt x="5471" y="16145"/>
                    <a:pt x="5671" y="15711"/>
                  </a:cubicBezTo>
                  <a:cubicBezTo>
                    <a:pt x="5838" y="15311"/>
                    <a:pt x="6138" y="14911"/>
                    <a:pt x="6405" y="14544"/>
                  </a:cubicBezTo>
                  <a:cubicBezTo>
                    <a:pt x="7005" y="13810"/>
                    <a:pt x="7706" y="13243"/>
                    <a:pt x="8473" y="12743"/>
                  </a:cubicBezTo>
                  <a:cubicBezTo>
                    <a:pt x="9974" y="11742"/>
                    <a:pt x="11475" y="11008"/>
                    <a:pt x="12743" y="10141"/>
                  </a:cubicBezTo>
                  <a:cubicBezTo>
                    <a:pt x="14010" y="9240"/>
                    <a:pt x="15044" y="8206"/>
                    <a:pt x="15645" y="7072"/>
                  </a:cubicBezTo>
                  <a:cubicBezTo>
                    <a:pt x="16212" y="5971"/>
                    <a:pt x="16412" y="4904"/>
                    <a:pt x="16512" y="4036"/>
                  </a:cubicBezTo>
                  <a:cubicBezTo>
                    <a:pt x="16512" y="3803"/>
                    <a:pt x="16545" y="3636"/>
                    <a:pt x="16545" y="3403"/>
                  </a:cubicBezTo>
                  <a:lnTo>
                    <a:pt x="16545" y="2869"/>
                  </a:lnTo>
                  <a:cubicBezTo>
                    <a:pt x="16545" y="2535"/>
                    <a:pt x="16512" y="2235"/>
                    <a:pt x="16512" y="2035"/>
                  </a:cubicBezTo>
                  <a:cubicBezTo>
                    <a:pt x="16512" y="1835"/>
                    <a:pt x="16479" y="1668"/>
                    <a:pt x="16479" y="1535"/>
                  </a:cubicBezTo>
                  <a:cubicBezTo>
                    <a:pt x="16412" y="1401"/>
                    <a:pt x="16412" y="1368"/>
                    <a:pt x="16412" y="1368"/>
                  </a:cubicBezTo>
                  <a:cubicBezTo>
                    <a:pt x="16345" y="867"/>
                    <a:pt x="16245" y="534"/>
                    <a:pt x="16012" y="334"/>
                  </a:cubicBezTo>
                  <a:cubicBezTo>
                    <a:pt x="15912" y="67"/>
                    <a:pt x="15845" y="0"/>
                    <a:pt x="158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1" name="Google Shape;381;p3"/>
            <p:cNvSpPr/>
            <p:nvPr/>
          </p:nvSpPr>
          <p:spPr>
            <a:xfrm>
              <a:off x="10119395" y="1094910"/>
              <a:ext cx="819551" cy="1132155"/>
            </a:xfrm>
            <a:custGeom>
              <a:avLst/>
              <a:gdLst/>
              <a:ahLst/>
              <a:cxnLst/>
              <a:rect l="l" t="t" r="r" b="b"/>
              <a:pathLst>
                <a:path w="36376" h="50251" extrusionOk="0">
                  <a:moveTo>
                    <a:pt x="1369" y="1"/>
                  </a:moveTo>
                  <a:cubicBezTo>
                    <a:pt x="1207" y="1"/>
                    <a:pt x="1140" y="246"/>
                    <a:pt x="1334" y="616"/>
                  </a:cubicBezTo>
                  <a:cubicBezTo>
                    <a:pt x="1334" y="616"/>
                    <a:pt x="1368" y="649"/>
                    <a:pt x="1435" y="816"/>
                  </a:cubicBezTo>
                  <a:cubicBezTo>
                    <a:pt x="1435" y="916"/>
                    <a:pt x="1468" y="983"/>
                    <a:pt x="1501" y="1116"/>
                  </a:cubicBezTo>
                  <a:cubicBezTo>
                    <a:pt x="1501" y="1216"/>
                    <a:pt x="1501" y="1383"/>
                    <a:pt x="1535" y="1483"/>
                  </a:cubicBezTo>
                  <a:cubicBezTo>
                    <a:pt x="1635" y="2117"/>
                    <a:pt x="1435" y="2951"/>
                    <a:pt x="867" y="3985"/>
                  </a:cubicBezTo>
                  <a:cubicBezTo>
                    <a:pt x="634" y="4485"/>
                    <a:pt x="300" y="5119"/>
                    <a:pt x="134" y="5820"/>
                  </a:cubicBezTo>
                  <a:cubicBezTo>
                    <a:pt x="100" y="6053"/>
                    <a:pt x="34" y="6220"/>
                    <a:pt x="34" y="6420"/>
                  </a:cubicBezTo>
                  <a:cubicBezTo>
                    <a:pt x="34" y="6587"/>
                    <a:pt x="0" y="6787"/>
                    <a:pt x="34" y="6987"/>
                  </a:cubicBezTo>
                  <a:cubicBezTo>
                    <a:pt x="34" y="7221"/>
                    <a:pt x="100" y="7387"/>
                    <a:pt x="134" y="7588"/>
                  </a:cubicBezTo>
                  <a:cubicBezTo>
                    <a:pt x="167" y="7754"/>
                    <a:pt x="167" y="7955"/>
                    <a:pt x="267" y="8155"/>
                  </a:cubicBezTo>
                  <a:cubicBezTo>
                    <a:pt x="334" y="8321"/>
                    <a:pt x="367" y="8555"/>
                    <a:pt x="501" y="8755"/>
                  </a:cubicBezTo>
                  <a:lnTo>
                    <a:pt x="667" y="9055"/>
                  </a:lnTo>
                  <a:cubicBezTo>
                    <a:pt x="701" y="9155"/>
                    <a:pt x="801" y="9255"/>
                    <a:pt x="867" y="9322"/>
                  </a:cubicBezTo>
                  <a:cubicBezTo>
                    <a:pt x="1001" y="9556"/>
                    <a:pt x="1201" y="9656"/>
                    <a:pt x="1368" y="9823"/>
                  </a:cubicBezTo>
                  <a:cubicBezTo>
                    <a:pt x="1601" y="9956"/>
                    <a:pt x="1801" y="10089"/>
                    <a:pt x="2002" y="10156"/>
                  </a:cubicBezTo>
                  <a:cubicBezTo>
                    <a:pt x="2869" y="10556"/>
                    <a:pt x="3803" y="10623"/>
                    <a:pt x="4637" y="10923"/>
                  </a:cubicBezTo>
                  <a:cubicBezTo>
                    <a:pt x="5037" y="11057"/>
                    <a:pt x="5471" y="11257"/>
                    <a:pt x="5804" y="11490"/>
                  </a:cubicBezTo>
                  <a:lnTo>
                    <a:pt x="5938" y="11590"/>
                  </a:lnTo>
                  <a:lnTo>
                    <a:pt x="5971" y="11624"/>
                  </a:lnTo>
                  <a:cubicBezTo>
                    <a:pt x="5971" y="11657"/>
                    <a:pt x="6004" y="11724"/>
                    <a:pt x="6038" y="11724"/>
                  </a:cubicBezTo>
                  <a:lnTo>
                    <a:pt x="6138" y="11757"/>
                  </a:lnTo>
                  <a:cubicBezTo>
                    <a:pt x="6171" y="11791"/>
                    <a:pt x="6271" y="11891"/>
                    <a:pt x="6338" y="11924"/>
                  </a:cubicBezTo>
                  <a:cubicBezTo>
                    <a:pt x="6505" y="12091"/>
                    <a:pt x="6638" y="12224"/>
                    <a:pt x="6772" y="12424"/>
                  </a:cubicBezTo>
                  <a:cubicBezTo>
                    <a:pt x="7039" y="12791"/>
                    <a:pt x="7272" y="13225"/>
                    <a:pt x="7506" y="13659"/>
                  </a:cubicBezTo>
                  <a:cubicBezTo>
                    <a:pt x="7639" y="13892"/>
                    <a:pt x="7806" y="14126"/>
                    <a:pt x="7973" y="14326"/>
                  </a:cubicBezTo>
                  <a:cubicBezTo>
                    <a:pt x="8106" y="14459"/>
                    <a:pt x="8173" y="14593"/>
                    <a:pt x="8306" y="14659"/>
                  </a:cubicBezTo>
                  <a:cubicBezTo>
                    <a:pt x="8339" y="14693"/>
                    <a:pt x="8373" y="14759"/>
                    <a:pt x="8473" y="14793"/>
                  </a:cubicBezTo>
                  <a:lnTo>
                    <a:pt x="8540" y="14826"/>
                  </a:lnTo>
                  <a:lnTo>
                    <a:pt x="8606" y="14893"/>
                  </a:lnTo>
                  <a:lnTo>
                    <a:pt x="8640" y="14926"/>
                  </a:lnTo>
                  <a:lnTo>
                    <a:pt x="8706" y="14993"/>
                  </a:lnTo>
                  <a:cubicBezTo>
                    <a:pt x="8773" y="15060"/>
                    <a:pt x="8840" y="15093"/>
                    <a:pt x="8873" y="15126"/>
                  </a:cubicBezTo>
                  <a:lnTo>
                    <a:pt x="9273" y="15393"/>
                  </a:lnTo>
                  <a:cubicBezTo>
                    <a:pt x="9540" y="15493"/>
                    <a:pt x="9807" y="15627"/>
                    <a:pt x="10107" y="15660"/>
                  </a:cubicBezTo>
                  <a:cubicBezTo>
                    <a:pt x="10641" y="15793"/>
                    <a:pt x="11175" y="15827"/>
                    <a:pt x="11675" y="15894"/>
                  </a:cubicBezTo>
                  <a:cubicBezTo>
                    <a:pt x="12176" y="15927"/>
                    <a:pt x="12643" y="15994"/>
                    <a:pt x="13110" y="16160"/>
                  </a:cubicBezTo>
                  <a:lnTo>
                    <a:pt x="13810" y="16427"/>
                  </a:lnTo>
                  <a:lnTo>
                    <a:pt x="14477" y="16761"/>
                  </a:lnTo>
                  <a:cubicBezTo>
                    <a:pt x="15345" y="17228"/>
                    <a:pt x="16145" y="17828"/>
                    <a:pt x="17012" y="18429"/>
                  </a:cubicBezTo>
                  <a:cubicBezTo>
                    <a:pt x="17846" y="18996"/>
                    <a:pt x="18780" y="19563"/>
                    <a:pt x="19648" y="20063"/>
                  </a:cubicBezTo>
                  <a:cubicBezTo>
                    <a:pt x="19848" y="20163"/>
                    <a:pt x="20115" y="20263"/>
                    <a:pt x="20348" y="20397"/>
                  </a:cubicBezTo>
                  <a:cubicBezTo>
                    <a:pt x="20615" y="20497"/>
                    <a:pt x="20882" y="20564"/>
                    <a:pt x="21149" y="20630"/>
                  </a:cubicBezTo>
                  <a:cubicBezTo>
                    <a:pt x="21449" y="20664"/>
                    <a:pt x="21716" y="20730"/>
                    <a:pt x="21983" y="20730"/>
                  </a:cubicBezTo>
                  <a:cubicBezTo>
                    <a:pt x="22216" y="20730"/>
                    <a:pt x="22516" y="20730"/>
                    <a:pt x="22716" y="20664"/>
                  </a:cubicBezTo>
                  <a:cubicBezTo>
                    <a:pt x="23183" y="20630"/>
                    <a:pt x="23650" y="20597"/>
                    <a:pt x="24117" y="20597"/>
                  </a:cubicBezTo>
                  <a:cubicBezTo>
                    <a:pt x="24551" y="20597"/>
                    <a:pt x="25018" y="20597"/>
                    <a:pt x="25452" y="20630"/>
                  </a:cubicBezTo>
                  <a:cubicBezTo>
                    <a:pt x="26286" y="20764"/>
                    <a:pt x="27186" y="21064"/>
                    <a:pt x="28020" y="21431"/>
                  </a:cubicBezTo>
                  <a:cubicBezTo>
                    <a:pt x="28854" y="21798"/>
                    <a:pt x="29688" y="22331"/>
                    <a:pt x="30322" y="22965"/>
                  </a:cubicBezTo>
                  <a:lnTo>
                    <a:pt x="30522" y="23232"/>
                  </a:lnTo>
                  <a:lnTo>
                    <a:pt x="30622" y="23299"/>
                  </a:lnTo>
                  <a:lnTo>
                    <a:pt x="30689" y="23432"/>
                  </a:lnTo>
                  <a:lnTo>
                    <a:pt x="31022" y="23999"/>
                  </a:lnTo>
                  <a:cubicBezTo>
                    <a:pt x="31156" y="24233"/>
                    <a:pt x="31223" y="24433"/>
                    <a:pt x="31323" y="24633"/>
                  </a:cubicBezTo>
                  <a:cubicBezTo>
                    <a:pt x="31389" y="24833"/>
                    <a:pt x="31456" y="25067"/>
                    <a:pt x="31523" y="25267"/>
                  </a:cubicBezTo>
                  <a:cubicBezTo>
                    <a:pt x="31790" y="26101"/>
                    <a:pt x="31823" y="27001"/>
                    <a:pt x="31723" y="27835"/>
                  </a:cubicBezTo>
                  <a:cubicBezTo>
                    <a:pt x="31690" y="28669"/>
                    <a:pt x="31489" y="29503"/>
                    <a:pt x="31323" y="30270"/>
                  </a:cubicBezTo>
                  <a:cubicBezTo>
                    <a:pt x="31156" y="31004"/>
                    <a:pt x="30989" y="31738"/>
                    <a:pt x="30856" y="32405"/>
                  </a:cubicBezTo>
                  <a:cubicBezTo>
                    <a:pt x="30555" y="33673"/>
                    <a:pt x="30622" y="34740"/>
                    <a:pt x="30655" y="35241"/>
                  </a:cubicBezTo>
                  <a:lnTo>
                    <a:pt x="30655" y="35174"/>
                  </a:lnTo>
                  <a:cubicBezTo>
                    <a:pt x="30689" y="36141"/>
                    <a:pt x="31122" y="36942"/>
                    <a:pt x="31389" y="37642"/>
                  </a:cubicBezTo>
                  <a:cubicBezTo>
                    <a:pt x="31690" y="38343"/>
                    <a:pt x="31856" y="39010"/>
                    <a:pt x="31856" y="39644"/>
                  </a:cubicBezTo>
                  <a:cubicBezTo>
                    <a:pt x="31856" y="39811"/>
                    <a:pt x="31823" y="39944"/>
                    <a:pt x="31823" y="40111"/>
                  </a:cubicBezTo>
                  <a:cubicBezTo>
                    <a:pt x="31790" y="40278"/>
                    <a:pt x="31723" y="40444"/>
                    <a:pt x="31690" y="40578"/>
                  </a:cubicBezTo>
                  <a:cubicBezTo>
                    <a:pt x="31623" y="40845"/>
                    <a:pt x="31489" y="41145"/>
                    <a:pt x="31389" y="41412"/>
                  </a:cubicBezTo>
                  <a:cubicBezTo>
                    <a:pt x="31156" y="41946"/>
                    <a:pt x="30956" y="42413"/>
                    <a:pt x="30789" y="42846"/>
                  </a:cubicBezTo>
                  <a:cubicBezTo>
                    <a:pt x="30722" y="42980"/>
                    <a:pt x="30689" y="43113"/>
                    <a:pt x="30655" y="43180"/>
                  </a:cubicBezTo>
                  <a:cubicBezTo>
                    <a:pt x="30622" y="43280"/>
                    <a:pt x="30622" y="43413"/>
                    <a:pt x="30555" y="43480"/>
                  </a:cubicBezTo>
                  <a:cubicBezTo>
                    <a:pt x="30489" y="43680"/>
                    <a:pt x="30455" y="43847"/>
                    <a:pt x="30455" y="44014"/>
                  </a:cubicBezTo>
                  <a:cubicBezTo>
                    <a:pt x="30455" y="44247"/>
                    <a:pt x="30389" y="44347"/>
                    <a:pt x="30389" y="44481"/>
                  </a:cubicBezTo>
                  <a:lnTo>
                    <a:pt x="30389" y="44781"/>
                  </a:lnTo>
                  <a:cubicBezTo>
                    <a:pt x="30389" y="44899"/>
                    <a:pt x="30389" y="44955"/>
                    <a:pt x="30393" y="44955"/>
                  </a:cubicBezTo>
                  <a:cubicBezTo>
                    <a:pt x="30399" y="44955"/>
                    <a:pt x="30415" y="44823"/>
                    <a:pt x="30455" y="44581"/>
                  </a:cubicBezTo>
                  <a:lnTo>
                    <a:pt x="30455" y="44581"/>
                  </a:lnTo>
                  <a:cubicBezTo>
                    <a:pt x="30355" y="45481"/>
                    <a:pt x="30389" y="46315"/>
                    <a:pt x="30655" y="47083"/>
                  </a:cubicBezTo>
                  <a:cubicBezTo>
                    <a:pt x="30889" y="47783"/>
                    <a:pt x="31356" y="48350"/>
                    <a:pt x="31856" y="48684"/>
                  </a:cubicBezTo>
                  <a:cubicBezTo>
                    <a:pt x="32323" y="49084"/>
                    <a:pt x="32824" y="49251"/>
                    <a:pt x="33191" y="49418"/>
                  </a:cubicBezTo>
                  <a:cubicBezTo>
                    <a:pt x="33558" y="49584"/>
                    <a:pt x="33891" y="49684"/>
                    <a:pt x="34191" y="49784"/>
                  </a:cubicBezTo>
                  <a:cubicBezTo>
                    <a:pt x="35325" y="50118"/>
                    <a:pt x="35626" y="50185"/>
                    <a:pt x="35626" y="50185"/>
                  </a:cubicBezTo>
                  <a:cubicBezTo>
                    <a:pt x="35763" y="50231"/>
                    <a:pt x="35880" y="50251"/>
                    <a:pt x="35975" y="50251"/>
                  </a:cubicBezTo>
                  <a:cubicBezTo>
                    <a:pt x="36362" y="50251"/>
                    <a:pt x="36375" y="49913"/>
                    <a:pt x="35893" y="49618"/>
                  </a:cubicBezTo>
                  <a:cubicBezTo>
                    <a:pt x="35893" y="49618"/>
                    <a:pt x="35659" y="49518"/>
                    <a:pt x="34525" y="49184"/>
                  </a:cubicBezTo>
                  <a:cubicBezTo>
                    <a:pt x="34225" y="49117"/>
                    <a:pt x="33891" y="49017"/>
                    <a:pt x="33524" y="48850"/>
                  </a:cubicBezTo>
                  <a:cubicBezTo>
                    <a:pt x="33157" y="48684"/>
                    <a:pt x="32724" y="48517"/>
                    <a:pt x="32323" y="48183"/>
                  </a:cubicBezTo>
                  <a:cubicBezTo>
                    <a:pt x="31890" y="47916"/>
                    <a:pt x="31523" y="47449"/>
                    <a:pt x="31323" y="46816"/>
                  </a:cubicBezTo>
                  <a:cubicBezTo>
                    <a:pt x="31152" y="46277"/>
                    <a:pt x="31127" y="45641"/>
                    <a:pt x="31144" y="44909"/>
                  </a:cubicBezTo>
                  <a:lnTo>
                    <a:pt x="31144" y="44909"/>
                  </a:lnTo>
                  <a:cubicBezTo>
                    <a:pt x="31144" y="44913"/>
                    <a:pt x="31145" y="44915"/>
                    <a:pt x="31146" y="44915"/>
                  </a:cubicBezTo>
                  <a:cubicBezTo>
                    <a:pt x="31150" y="44915"/>
                    <a:pt x="31156" y="44856"/>
                    <a:pt x="31156" y="44748"/>
                  </a:cubicBezTo>
                  <a:lnTo>
                    <a:pt x="31156" y="44447"/>
                  </a:lnTo>
                  <a:cubicBezTo>
                    <a:pt x="31156" y="44314"/>
                    <a:pt x="31189" y="44180"/>
                    <a:pt x="31189" y="44080"/>
                  </a:cubicBezTo>
                  <a:cubicBezTo>
                    <a:pt x="31189" y="43947"/>
                    <a:pt x="31223" y="43780"/>
                    <a:pt x="31289" y="43613"/>
                  </a:cubicBezTo>
                  <a:cubicBezTo>
                    <a:pt x="31323" y="43513"/>
                    <a:pt x="31323" y="43447"/>
                    <a:pt x="31356" y="43347"/>
                  </a:cubicBezTo>
                  <a:cubicBezTo>
                    <a:pt x="31389" y="43280"/>
                    <a:pt x="31456" y="43146"/>
                    <a:pt x="31489" y="43080"/>
                  </a:cubicBezTo>
                  <a:cubicBezTo>
                    <a:pt x="31656" y="42646"/>
                    <a:pt x="31856" y="42179"/>
                    <a:pt x="32123" y="41645"/>
                  </a:cubicBezTo>
                  <a:cubicBezTo>
                    <a:pt x="32223" y="41412"/>
                    <a:pt x="32357" y="41112"/>
                    <a:pt x="32457" y="40778"/>
                  </a:cubicBezTo>
                  <a:lnTo>
                    <a:pt x="32557" y="40278"/>
                  </a:lnTo>
                  <a:cubicBezTo>
                    <a:pt x="32557" y="40111"/>
                    <a:pt x="32624" y="39944"/>
                    <a:pt x="32624" y="39744"/>
                  </a:cubicBezTo>
                  <a:cubicBezTo>
                    <a:pt x="32657" y="38977"/>
                    <a:pt x="32457" y="38176"/>
                    <a:pt x="32157" y="37442"/>
                  </a:cubicBezTo>
                  <a:cubicBezTo>
                    <a:pt x="31856" y="36675"/>
                    <a:pt x="31489" y="35975"/>
                    <a:pt x="31489" y="35241"/>
                  </a:cubicBezTo>
                  <a:lnTo>
                    <a:pt x="31489" y="35174"/>
                  </a:lnTo>
                  <a:cubicBezTo>
                    <a:pt x="31456" y="34740"/>
                    <a:pt x="31456" y="33806"/>
                    <a:pt x="31723" y="32572"/>
                  </a:cubicBezTo>
                  <a:cubicBezTo>
                    <a:pt x="31856" y="31938"/>
                    <a:pt x="32023" y="31238"/>
                    <a:pt x="32223" y="30471"/>
                  </a:cubicBezTo>
                  <a:cubicBezTo>
                    <a:pt x="32457" y="29670"/>
                    <a:pt x="32657" y="28836"/>
                    <a:pt x="32724" y="27935"/>
                  </a:cubicBezTo>
                  <a:cubicBezTo>
                    <a:pt x="32957" y="26101"/>
                    <a:pt x="32624" y="23899"/>
                    <a:pt x="31122" y="22265"/>
                  </a:cubicBezTo>
                  <a:cubicBezTo>
                    <a:pt x="30355" y="21498"/>
                    <a:pt x="29488" y="20964"/>
                    <a:pt x="28554" y="20497"/>
                  </a:cubicBezTo>
                  <a:cubicBezTo>
                    <a:pt x="27653" y="20063"/>
                    <a:pt x="26686" y="19763"/>
                    <a:pt x="25685" y="19596"/>
                  </a:cubicBezTo>
                  <a:cubicBezTo>
                    <a:pt x="25185" y="19596"/>
                    <a:pt x="24718" y="19563"/>
                    <a:pt x="24218" y="19563"/>
                  </a:cubicBezTo>
                  <a:cubicBezTo>
                    <a:pt x="23717" y="19596"/>
                    <a:pt x="23217" y="19596"/>
                    <a:pt x="22783" y="19630"/>
                  </a:cubicBezTo>
                  <a:cubicBezTo>
                    <a:pt x="22516" y="19663"/>
                    <a:pt x="22316" y="19663"/>
                    <a:pt x="22049" y="19663"/>
                  </a:cubicBezTo>
                  <a:cubicBezTo>
                    <a:pt x="21849" y="19663"/>
                    <a:pt x="21649" y="19663"/>
                    <a:pt x="21449" y="19630"/>
                  </a:cubicBezTo>
                  <a:cubicBezTo>
                    <a:pt x="21215" y="19596"/>
                    <a:pt x="21015" y="19563"/>
                    <a:pt x="20815" y="19463"/>
                  </a:cubicBezTo>
                  <a:cubicBezTo>
                    <a:pt x="20615" y="19396"/>
                    <a:pt x="20381" y="19263"/>
                    <a:pt x="20181" y="19163"/>
                  </a:cubicBezTo>
                  <a:cubicBezTo>
                    <a:pt x="19347" y="18729"/>
                    <a:pt x="18480" y="18229"/>
                    <a:pt x="17646" y="17628"/>
                  </a:cubicBezTo>
                  <a:cubicBezTo>
                    <a:pt x="16812" y="17061"/>
                    <a:pt x="15945" y="16427"/>
                    <a:pt x="14978" y="15927"/>
                  </a:cubicBezTo>
                  <a:lnTo>
                    <a:pt x="14210" y="15593"/>
                  </a:lnTo>
                  <a:lnTo>
                    <a:pt x="13443" y="15326"/>
                  </a:lnTo>
                  <a:cubicBezTo>
                    <a:pt x="12876" y="15160"/>
                    <a:pt x="12342" y="15093"/>
                    <a:pt x="11809" y="15060"/>
                  </a:cubicBezTo>
                  <a:cubicBezTo>
                    <a:pt x="11275" y="14993"/>
                    <a:pt x="10775" y="14960"/>
                    <a:pt x="10308" y="14893"/>
                  </a:cubicBezTo>
                  <a:cubicBezTo>
                    <a:pt x="10041" y="14826"/>
                    <a:pt x="9874" y="14759"/>
                    <a:pt x="9674" y="14659"/>
                  </a:cubicBezTo>
                  <a:cubicBezTo>
                    <a:pt x="9607" y="14626"/>
                    <a:pt x="9507" y="14593"/>
                    <a:pt x="9440" y="14493"/>
                  </a:cubicBezTo>
                  <a:cubicBezTo>
                    <a:pt x="9374" y="14493"/>
                    <a:pt x="9340" y="14459"/>
                    <a:pt x="9307" y="14426"/>
                  </a:cubicBezTo>
                  <a:lnTo>
                    <a:pt x="9273" y="14392"/>
                  </a:lnTo>
                  <a:lnTo>
                    <a:pt x="9207" y="14326"/>
                  </a:lnTo>
                  <a:cubicBezTo>
                    <a:pt x="9173" y="14292"/>
                    <a:pt x="9173" y="14259"/>
                    <a:pt x="9140" y="14259"/>
                  </a:cubicBezTo>
                  <a:lnTo>
                    <a:pt x="8973" y="14159"/>
                  </a:lnTo>
                  <a:cubicBezTo>
                    <a:pt x="8940" y="14159"/>
                    <a:pt x="8873" y="14126"/>
                    <a:pt x="8840" y="14092"/>
                  </a:cubicBezTo>
                  <a:cubicBezTo>
                    <a:pt x="8773" y="14059"/>
                    <a:pt x="8706" y="13959"/>
                    <a:pt x="8640" y="13892"/>
                  </a:cubicBezTo>
                  <a:cubicBezTo>
                    <a:pt x="8473" y="13725"/>
                    <a:pt x="8339" y="13559"/>
                    <a:pt x="8206" y="13325"/>
                  </a:cubicBezTo>
                  <a:cubicBezTo>
                    <a:pt x="7973" y="12925"/>
                    <a:pt x="7772" y="12458"/>
                    <a:pt x="7472" y="12057"/>
                  </a:cubicBezTo>
                  <a:cubicBezTo>
                    <a:pt x="7305" y="11824"/>
                    <a:pt x="7139" y="11624"/>
                    <a:pt x="6938" y="11424"/>
                  </a:cubicBezTo>
                  <a:lnTo>
                    <a:pt x="6538" y="11157"/>
                  </a:lnTo>
                  <a:lnTo>
                    <a:pt x="6471" y="11123"/>
                  </a:lnTo>
                  <a:lnTo>
                    <a:pt x="6505" y="11123"/>
                  </a:lnTo>
                  <a:lnTo>
                    <a:pt x="6471" y="11090"/>
                  </a:lnTo>
                  <a:lnTo>
                    <a:pt x="6305" y="10957"/>
                  </a:lnTo>
                  <a:cubicBezTo>
                    <a:pt x="6105" y="10790"/>
                    <a:pt x="5838" y="10656"/>
                    <a:pt x="5638" y="10556"/>
                  </a:cubicBezTo>
                  <a:cubicBezTo>
                    <a:pt x="5371" y="10456"/>
                    <a:pt x="5171" y="10390"/>
                    <a:pt x="4937" y="10290"/>
                  </a:cubicBezTo>
                  <a:cubicBezTo>
                    <a:pt x="3970" y="9956"/>
                    <a:pt x="3036" y="9923"/>
                    <a:pt x="2335" y="9589"/>
                  </a:cubicBezTo>
                  <a:cubicBezTo>
                    <a:pt x="1601" y="9289"/>
                    <a:pt x="1134" y="8722"/>
                    <a:pt x="934" y="7988"/>
                  </a:cubicBezTo>
                  <a:cubicBezTo>
                    <a:pt x="867" y="7821"/>
                    <a:pt x="834" y="7621"/>
                    <a:pt x="801" y="7454"/>
                  </a:cubicBezTo>
                  <a:cubicBezTo>
                    <a:pt x="767" y="7287"/>
                    <a:pt x="767" y="7121"/>
                    <a:pt x="701" y="6954"/>
                  </a:cubicBezTo>
                  <a:cubicBezTo>
                    <a:pt x="667" y="6620"/>
                    <a:pt x="701" y="6320"/>
                    <a:pt x="767" y="5986"/>
                  </a:cubicBezTo>
                  <a:cubicBezTo>
                    <a:pt x="934" y="5319"/>
                    <a:pt x="1168" y="4786"/>
                    <a:pt x="1435" y="4252"/>
                  </a:cubicBezTo>
                  <a:cubicBezTo>
                    <a:pt x="1935" y="3151"/>
                    <a:pt x="2202" y="2150"/>
                    <a:pt x="2102" y="1450"/>
                  </a:cubicBezTo>
                  <a:cubicBezTo>
                    <a:pt x="2035" y="1283"/>
                    <a:pt x="2035" y="1116"/>
                    <a:pt x="2002" y="983"/>
                  </a:cubicBezTo>
                  <a:cubicBezTo>
                    <a:pt x="1968" y="883"/>
                    <a:pt x="1935" y="749"/>
                    <a:pt x="1868" y="649"/>
                  </a:cubicBezTo>
                  <a:cubicBezTo>
                    <a:pt x="1835" y="483"/>
                    <a:pt x="1801" y="416"/>
                    <a:pt x="1801" y="416"/>
                  </a:cubicBezTo>
                  <a:cubicBezTo>
                    <a:pt x="1649" y="125"/>
                    <a:pt x="1485" y="1"/>
                    <a:pt x="13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2" name="Google Shape;382;p3"/>
            <p:cNvSpPr/>
            <p:nvPr/>
          </p:nvSpPr>
          <p:spPr>
            <a:xfrm>
              <a:off x="10203995" y="1045614"/>
              <a:ext cx="732766" cy="593688"/>
            </a:xfrm>
            <a:custGeom>
              <a:avLst/>
              <a:gdLst/>
              <a:ahLst/>
              <a:cxnLst/>
              <a:rect l="l" t="t" r="r" b="b"/>
              <a:pathLst>
                <a:path w="32524" h="26351" extrusionOk="0">
                  <a:moveTo>
                    <a:pt x="80" y="0"/>
                  </a:moveTo>
                  <a:lnTo>
                    <a:pt x="80" y="0"/>
                  </a:lnTo>
                  <a:cubicBezTo>
                    <a:pt x="6" y="0"/>
                    <a:pt x="1" y="141"/>
                    <a:pt x="115" y="369"/>
                  </a:cubicBezTo>
                  <a:cubicBezTo>
                    <a:pt x="115" y="369"/>
                    <a:pt x="181" y="436"/>
                    <a:pt x="215" y="602"/>
                  </a:cubicBezTo>
                  <a:cubicBezTo>
                    <a:pt x="248" y="669"/>
                    <a:pt x="281" y="802"/>
                    <a:pt x="348" y="936"/>
                  </a:cubicBezTo>
                  <a:cubicBezTo>
                    <a:pt x="381" y="1103"/>
                    <a:pt x="415" y="1269"/>
                    <a:pt x="448" y="1470"/>
                  </a:cubicBezTo>
                  <a:cubicBezTo>
                    <a:pt x="548" y="1870"/>
                    <a:pt x="548" y="2504"/>
                    <a:pt x="415" y="3304"/>
                  </a:cubicBezTo>
                  <a:cubicBezTo>
                    <a:pt x="348" y="3671"/>
                    <a:pt x="248" y="4138"/>
                    <a:pt x="181" y="4672"/>
                  </a:cubicBezTo>
                  <a:cubicBezTo>
                    <a:pt x="81" y="5172"/>
                    <a:pt x="48" y="5806"/>
                    <a:pt x="215" y="6473"/>
                  </a:cubicBezTo>
                  <a:cubicBezTo>
                    <a:pt x="248" y="6607"/>
                    <a:pt x="281" y="6840"/>
                    <a:pt x="381" y="7207"/>
                  </a:cubicBezTo>
                  <a:cubicBezTo>
                    <a:pt x="415" y="7374"/>
                    <a:pt x="515" y="7607"/>
                    <a:pt x="582" y="7841"/>
                  </a:cubicBezTo>
                  <a:cubicBezTo>
                    <a:pt x="682" y="8108"/>
                    <a:pt x="782" y="8341"/>
                    <a:pt x="1049" y="8608"/>
                  </a:cubicBezTo>
                  <a:cubicBezTo>
                    <a:pt x="1282" y="8842"/>
                    <a:pt x="1616" y="8975"/>
                    <a:pt x="1949" y="9042"/>
                  </a:cubicBezTo>
                  <a:cubicBezTo>
                    <a:pt x="2283" y="9142"/>
                    <a:pt x="2683" y="9209"/>
                    <a:pt x="3017" y="9309"/>
                  </a:cubicBezTo>
                  <a:cubicBezTo>
                    <a:pt x="3684" y="9542"/>
                    <a:pt x="4418" y="9842"/>
                    <a:pt x="5051" y="10443"/>
                  </a:cubicBezTo>
                  <a:cubicBezTo>
                    <a:pt x="5385" y="10676"/>
                    <a:pt x="5685" y="11010"/>
                    <a:pt x="6019" y="11310"/>
                  </a:cubicBezTo>
                  <a:cubicBezTo>
                    <a:pt x="6352" y="11610"/>
                    <a:pt x="6619" y="11977"/>
                    <a:pt x="6953" y="12311"/>
                  </a:cubicBezTo>
                  <a:cubicBezTo>
                    <a:pt x="7120" y="12478"/>
                    <a:pt x="7286" y="12644"/>
                    <a:pt x="7520" y="12811"/>
                  </a:cubicBezTo>
                  <a:lnTo>
                    <a:pt x="7787" y="13045"/>
                  </a:lnTo>
                  <a:cubicBezTo>
                    <a:pt x="7887" y="13145"/>
                    <a:pt x="8020" y="13178"/>
                    <a:pt x="8087" y="13278"/>
                  </a:cubicBezTo>
                  <a:cubicBezTo>
                    <a:pt x="8287" y="13378"/>
                    <a:pt x="8521" y="13545"/>
                    <a:pt x="8721" y="13645"/>
                  </a:cubicBezTo>
                  <a:lnTo>
                    <a:pt x="9054" y="13812"/>
                  </a:lnTo>
                  <a:lnTo>
                    <a:pt x="9221" y="13879"/>
                  </a:lnTo>
                  <a:lnTo>
                    <a:pt x="9288" y="13945"/>
                  </a:lnTo>
                  <a:cubicBezTo>
                    <a:pt x="9355" y="13945"/>
                    <a:pt x="9388" y="13979"/>
                    <a:pt x="9421" y="13979"/>
                  </a:cubicBezTo>
                  <a:cubicBezTo>
                    <a:pt x="9922" y="14145"/>
                    <a:pt x="10455" y="14145"/>
                    <a:pt x="10922" y="14145"/>
                  </a:cubicBezTo>
                  <a:cubicBezTo>
                    <a:pt x="11389" y="14145"/>
                    <a:pt x="11856" y="14145"/>
                    <a:pt x="12290" y="14212"/>
                  </a:cubicBezTo>
                  <a:lnTo>
                    <a:pt x="12457" y="14279"/>
                  </a:lnTo>
                  <a:lnTo>
                    <a:pt x="12557" y="14279"/>
                  </a:lnTo>
                  <a:lnTo>
                    <a:pt x="12790" y="14446"/>
                  </a:lnTo>
                  <a:cubicBezTo>
                    <a:pt x="12957" y="14546"/>
                    <a:pt x="13091" y="14712"/>
                    <a:pt x="13257" y="14879"/>
                  </a:cubicBezTo>
                  <a:cubicBezTo>
                    <a:pt x="13591" y="15213"/>
                    <a:pt x="13858" y="15613"/>
                    <a:pt x="14225" y="15880"/>
                  </a:cubicBezTo>
                  <a:lnTo>
                    <a:pt x="14592" y="16147"/>
                  </a:lnTo>
                  <a:cubicBezTo>
                    <a:pt x="14725" y="16214"/>
                    <a:pt x="14859" y="16280"/>
                    <a:pt x="14925" y="16314"/>
                  </a:cubicBezTo>
                  <a:lnTo>
                    <a:pt x="14892" y="16314"/>
                  </a:lnTo>
                  <a:cubicBezTo>
                    <a:pt x="15959" y="16881"/>
                    <a:pt x="17260" y="17214"/>
                    <a:pt x="18595" y="17214"/>
                  </a:cubicBezTo>
                  <a:cubicBezTo>
                    <a:pt x="18722" y="17221"/>
                    <a:pt x="18849" y="17224"/>
                    <a:pt x="18977" y="17224"/>
                  </a:cubicBezTo>
                  <a:cubicBezTo>
                    <a:pt x="20156" y="17224"/>
                    <a:pt x="21357" y="16968"/>
                    <a:pt x="22531" y="16847"/>
                  </a:cubicBezTo>
                  <a:cubicBezTo>
                    <a:pt x="22962" y="16791"/>
                    <a:pt x="23402" y="16761"/>
                    <a:pt x="23840" y="16761"/>
                  </a:cubicBezTo>
                  <a:cubicBezTo>
                    <a:pt x="24688" y="16761"/>
                    <a:pt x="25530" y="16872"/>
                    <a:pt x="26300" y="17114"/>
                  </a:cubicBezTo>
                  <a:cubicBezTo>
                    <a:pt x="27468" y="17481"/>
                    <a:pt x="28535" y="18148"/>
                    <a:pt x="29402" y="18849"/>
                  </a:cubicBezTo>
                  <a:cubicBezTo>
                    <a:pt x="30270" y="19616"/>
                    <a:pt x="30903" y="20483"/>
                    <a:pt x="31370" y="21317"/>
                  </a:cubicBezTo>
                  <a:cubicBezTo>
                    <a:pt x="31804" y="22184"/>
                    <a:pt x="32071" y="22985"/>
                    <a:pt x="32204" y="23686"/>
                  </a:cubicBezTo>
                  <a:cubicBezTo>
                    <a:pt x="32238" y="24086"/>
                    <a:pt x="32304" y="24353"/>
                    <a:pt x="32304" y="24653"/>
                  </a:cubicBezTo>
                  <a:cubicBezTo>
                    <a:pt x="32371" y="24953"/>
                    <a:pt x="32371" y="25153"/>
                    <a:pt x="32371" y="25353"/>
                  </a:cubicBezTo>
                  <a:lnTo>
                    <a:pt x="32371" y="25820"/>
                  </a:lnTo>
                  <a:lnTo>
                    <a:pt x="32371" y="25987"/>
                  </a:lnTo>
                  <a:cubicBezTo>
                    <a:pt x="32371" y="26226"/>
                    <a:pt x="32417" y="26351"/>
                    <a:pt x="32453" y="26351"/>
                  </a:cubicBezTo>
                  <a:cubicBezTo>
                    <a:pt x="32494" y="26351"/>
                    <a:pt x="32523" y="26201"/>
                    <a:pt x="32471" y="25887"/>
                  </a:cubicBezTo>
                  <a:lnTo>
                    <a:pt x="32471" y="25720"/>
                  </a:lnTo>
                  <a:lnTo>
                    <a:pt x="32471" y="25287"/>
                  </a:lnTo>
                  <a:cubicBezTo>
                    <a:pt x="32471" y="25053"/>
                    <a:pt x="32471" y="24820"/>
                    <a:pt x="32438" y="24519"/>
                  </a:cubicBezTo>
                  <a:cubicBezTo>
                    <a:pt x="32438" y="24219"/>
                    <a:pt x="32371" y="23952"/>
                    <a:pt x="32304" y="23552"/>
                  </a:cubicBezTo>
                  <a:cubicBezTo>
                    <a:pt x="32204" y="22852"/>
                    <a:pt x="31937" y="21984"/>
                    <a:pt x="31470" y="21117"/>
                  </a:cubicBezTo>
                  <a:cubicBezTo>
                    <a:pt x="31037" y="20183"/>
                    <a:pt x="30403" y="19316"/>
                    <a:pt x="29469" y="18515"/>
                  </a:cubicBezTo>
                  <a:cubicBezTo>
                    <a:pt x="28602" y="17715"/>
                    <a:pt x="27534" y="17047"/>
                    <a:pt x="26267" y="16647"/>
                  </a:cubicBezTo>
                  <a:cubicBezTo>
                    <a:pt x="25434" y="16355"/>
                    <a:pt x="24526" y="16244"/>
                    <a:pt x="23614" y="16244"/>
                  </a:cubicBezTo>
                  <a:cubicBezTo>
                    <a:pt x="23173" y="16244"/>
                    <a:pt x="22732" y="16270"/>
                    <a:pt x="22297" y="16314"/>
                  </a:cubicBezTo>
                  <a:cubicBezTo>
                    <a:pt x="21050" y="16438"/>
                    <a:pt x="19861" y="16650"/>
                    <a:pt x="18677" y="16650"/>
                  </a:cubicBezTo>
                  <a:cubicBezTo>
                    <a:pt x="18594" y="16650"/>
                    <a:pt x="18511" y="16649"/>
                    <a:pt x="18428" y="16647"/>
                  </a:cubicBezTo>
                  <a:cubicBezTo>
                    <a:pt x="17127" y="16647"/>
                    <a:pt x="15926" y="16314"/>
                    <a:pt x="14925" y="15780"/>
                  </a:cubicBezTo>
                  <a:lnTo>
                    <a:pt x="14892" y="15780"/>
                  </a:lnTo>
                  <a:lnTo>
                    <a:pt x="14625" y="15646"/>
                  </a:lnTo>
                  <a:cubicBezTo>
                    <a:pt x="14558" y="15613"/>
                    <a:pt x="14425" y="15513"/>
                    <a:pt x="14358" y="15446"/>
                  </a:cubicBezTo>
                  <a:cubicBezTo>
                    <a:pt x="14025" y="15146"/>
                    <a:pt x="13758" y="14813"/>
                    <a:pt x="13424" y="14479"/>
                  </a:cubicBezTo>
                  <a:cubicBezTo>
                    <a:pt x="13291" y="14312"/>
                    <a:pt x="13091" y="14145"/>
                    <a:pt x="12924" y="13979"/>
                  </a:cubicBezTo>
                  <a:lnTo>
                    <a:pt x="12590" y="13712"/>
                  </a:lnTo>
                  <a:cubicBezTo>
                    <a:pt x="12590" y="13678"/>
                    <a:pt x="12524" y="13678"/>
                    <a:pt x="12457" y="13678"/>
                  </a:cubicBezTo>
                  <a:lnTo>
                    <a:pt x="12390" y="13678"/>
                  </a:lnTo>
                  <a:lnTo>
                    <a:pt x="12223" y="13645"/>
                  </a:lnTo>
                  <a:cubicBezTo>
                    <a:pt x="11723" y="13545"/>
                    <a:pt x="11223" y="13545"/>
                    <a:pt x="10756" y="13545"/>
                  </a:cubicBezTo>
                  <a:cubicBezTo>
                    <a:pt x="10255" y="13545"/>
                    <a:pt x="9788" y="13545"/>
                    <a:pt x="9388" y="13445"/>
                  </a:cubicBezTo>
                  <a:lnTo>
                    <a:pt x="9355" y="13445"/>
                  </a:lnTo>
                  <a:lnTo>
                    <a:pt x="9254" y="13378"/>
                  </a:lnTo>
                  <a:lnTo>
                    <a:pt x="9088" y="13311"/>
                  </a:lnTo>
                  <a:lnTo>
                    <a:pt x="8754" y="13145"/>
                  </a:lnTo>
                  <a:cubicBezTo>
                    <a:pt x="8554" y="13045"/>
                    <a:pt x="8387" y="12945"/>
                    <a:pt x="8187" y="12811"/>
                  </a:cubicBezTo>
                  <a:cubicBezTo>
                    <a:pt x="8087" y="12778"/>
                    <a:pt x="7954" y="12711"/>
                    <a:pt x="7887" y="12644"/>
                  </a:cubicBezTo>
                  <a:lnTo>
                    <a:pt x="7620" y="12444"/>
                  </a:lnTo>
                  <a:cubicBezTo>
                    <a:pt x="7453" y="12311"/>
                    <a:pt x="7286" y="12144"/>
                    <a:pt x="7120" y="11977"/>
                  </a:cubicBezTo>
                  <a:cubicBezTo>
                    <a:pt x="6786" y="11644"/>
                    <a:pt x="6519" y="11310"/>
                    <a:pt x="6186" y="10976"/>
                  </a:cubicBezTo>
                  <a:cubicBezTo>
                    <a:pt x="5852" y="10643"/>
                    <a:pt x="5518" y="10309"/>
                    <a:pt x="5185" y="10042"/>
                  </a:cubicBezTo>
                  <a:cubicBezTo>
                    <a:pt x="5018" y="9876"/>
                    <a:pt x="4851" y="9776"/>
                    <a:pt x="4685" y="9642"/>
                  </a:cubicBezTo>
                  <a:cubicBezTo>
                    <a:pt x="4518" y="9509"/>
                    <a:pt x="4351" y="9375"/>
                    <a:pt x="4117" y="9309"/>
                  </a:cubicBezTo>
                  <a:cubicBezTo>
                    <a:pt x="3751" y="9142"/>
                    <a:pt x="3384" y="9008"/>
                    <a:pt x="3017" y="8875"/>
                  </a:cubicBezTo>
                  <a:cubicBezTo>
                    <a:pt x="2283" y="8708"/>
                    <a:pt x="1582" y="8675"/>
                    <a:pt x="1215" y="8308"/>
                  </a:cubicBezTo>
                  <a:cubicBezTo>
                    <a:pt x="1015" y="8108"/>
                    <a:pt x="882" y="7874"/>
                    <a:pt x="782" y="7674"/>
                  </a:cubicBezTo>
                  <a:cubicBezTo>
                    <a:pt x="715" y="7474"/>
                    <a:pt x="615" y="7274"/>
                    <a:pt x="582" y="7107"/>
                  </a:cubicBezTo>
                  <a:cubicBezTo>
                    <a:pt x="515" y="6707"/>
                    <a:pt x="448" y="6473"/>
                    <a:pt x="415" y="6340"/>
                  </a:cubicBezTo>
                  <a:cubicBezTo>
                    <a:pt x="248" y="5706"/>
                    <a:pt x="281" y="5139"/>
                    <a:pt x="381" y="4639"/>
                  </a:cubicBezTo>
                  <a:cubicBezTo>
                    <a:pt x="448" y="4138"/>
                    <a:pt x="548" y="3671"/>
                    <a:pt x="615" y="3271"/>
                  </a:cubicBezTo>
                  <a:cubicBezTo>
                    <a:pt x="748" y="2437"/>
                    <a:pt x="748" y="1803"/>
                    <a:pt x="682" y="1336"/>
                  </a:cubicBezTo>
                  <a:cubicBezTo>
                    <a:pt x="615" y="1136"/>
                    <a:pt x="582" y="969"/>
                    <a:pt x="548" y="802"/>
                  </a:cubicBezTo>
                  <a:cubicBezTo>
                    <a:pt x="515" y="669"/>
                    <a:pt x="448" y="536"/>
                    <a:pt x="415" y="469"/>
                  </a:cubicBezTo>
                  <a:cubicBezTo>
                    <a:pt x="381" y="302"/>
                    <a:pt x="348" y="269"/>
                    <a:pt x="348" y="269"/>
                  </a:cubicBezTo>
                  <a:cubicBezTo>
                    <a:pt x="233" y="82"/>
                    <a:pt x="136" y="0"/>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3" name="Google Shape;383;p3"/>
            <p:cNvSpPr/>
            <p:nvPr/>
          </p:nvSpPr>
          <p:spPr>
            <a:xfrm>
              <a:off x="9389648" y="991722"/>
              <a:ext cx="1574329" cy="3117792"/>
            </a:xfrm>
            <a:custGeom>
              <a:avLst/>
              <a:gdLst/>
              <a:ahLst/>
              <a:cxnLst/>
              <a:rect l="l" t="t" r="r" b="b"/>
              <a:pathLst>
                <a:path w="69877" h="138384" extrusionOk="0">
                  <a:moveTo>
                    <a:pt x="14034" y="0"/>
                  </a:moveTo>
                  <a:cubicBezTo>
                    <a:pt x="13967" y="0"/>
                    <a:pt x="13860" y="484"/>
                    <a:pt x="13777" y="1460"/>
                  </a:cubicBezTo>
                  <a:cubicBezTo>
                    <a:pt x="13777" y="1460"/>
                    <a:pt x="13744" y="1560"/>
                    <a:pt x="13710" y="1860"/>
                  </a:cubicBezTo>
                  <a:cubicBezTo>
                    <a:pt x="13677" y="2027"/>
                    <a:pt x="13610" y="2194"/>
                    <a:pt x="13577" y="2461"/>
                  </a:cubicBezTo>
                  <a:cubicBezTo>
                    <a:pt x="13510" y="2661"/>
                    <a:pt x="13410" y="2961"/>
                    <a:pt x="13343" y="3228"/>
                  </a:cubicBezTo>
                  <a:cubicBezTo>
                    <a:pt x="13110" y="3862"/>
                    <a:pt x="12776" y="4629"/>
                    <a:pt x="12176" y="5396"/>
                  </a:cubicBezTo>
                  <a:cubicBezTo>
                    <a:pt x="11542" y="6197"/>
                    <a:pt x="10575" y="6997"/>
                    <a:pt x="9374" y="7831"/>
                  </a:cubicBezTo>
                  <a:cubicBezTo>
                    <a:pt x="8206" y="8665"/>
                    <a:pt x="6772" y="9699"/>
                    <a:pt x="5671" y="11334"/>
                  </a:cubicBezTo>
                  <a:cubicBezTo>
                    <a:pt x="5404" y="11734"/>
                    <a:pt x="5071" y="12134"/>
                    <a:pt x="4904" y="12668"/>
                  </a:cubicBezTo>
                  <a:cubicBezTo>
                    <a:pt x="4737" y="13168"/>
                    <a:pt x="4737" y="13735"/>
                    <a:pt x="4770" y="14302"/>
                  </a:cubicBezTo>
                  <a:cubicBezTo>
                    <a:pt x="4904" y="15403"/>
                    <a:pt x="5237" y="16537"/>
                    <a:pt x="5438" y="17705"/>
                  </a:cubicBezTo>
                  <a:cubicBezTo>
                    <a:pt x="5571" y="18339"/>
                    <a:pt x="5604" y="18906"/>
                    <a:pt x="5504" y="19540"/>
                  </a:cubicBezTo>
                  <a:cubicBezTo>
                    <a:pt x="5404" y="20173"/>
                    <a:pt x="5037" y="20674"/>
                    <a:pt x="4537" y="21141"/>
                  </a:cubicBezTo>
                  <a:cubicBezTo>
                    <a:pt x="3570" y="22008"/>
                    <a:pt x="2235" y="22575"/>
                    <a:pt x="1068" y="23576"/>
                  </a:cubicBezTo>
                  <a:cubicBezTo>
                    <a:pt x="768" y="23843"/>
                    <a:pt x="534" y="24176"/>
                    <a:pt x="334" y="24510"/>
                  </a:cubicBezTo>
                  <a:lnTo>
                    <a:pt x="201" y="24810"/>
                  </a:lnTo>
                  <a:cubicBezTo>
                    <a:pt x="167" y="24877"/>
                    <a:pt x="167" y="25010"/>
                    <a:pt x="100" y="25077"/>
                  </a:cubicBezTo>
                  <a:cubicBezTo>
                    <a:pt x="34" y="25310"/>
                    <a:pt x="34" y="25510"/>
                    <a:pt x="34" y="25711"/>
                  </a:cubicBezTo>
                  <a:cubicBezTo>
                    <a:pt x="0" y="26545"/>
                    <a:pt x="334" y="27345"/>
                    <a:pt x="668" y="28079"/>
                  </a:cubicBezTo>
                  <a:cubicBezTo>
                    <a:pt x="1001" y="28846"/>
                    <a:pt x="1435" y="29547"/>
                    <a:pt x="1835" y="30314"/>
                  </a:cubicBezTo>
                  <a:cubicBezTo>
                    <a:pt x="2235" y="31048"/>
                    <a:pt x="2569" y="31882"/>
                    <a:pt x="2569" y="32716"/>
                  </a:cubicBezTo>
                  <a:cubicBezTo>
                    <a:pt x="2602" y="33316"/>
                    <a:pt x="2502" y="34250"/>
                    <a:pt x="1902" y="35484"/>
                  </a:cubicBezTo>
                  <a:cubicBezTo>
                    <a:pt x="1668" y="36051"/>
                    <a:pt x="1268" y="36718"/>
                    <a:pt x="934" y="37486"/>
                  </a:cubicBezTo>
                  <a:cubicBezTo>
                    <a:pt x="601" y="38220"/>
                    <a:pt x="201" y="39087"/>
                    <a:pt x="234" y="40154"/>
                  </a:cubicBezTo>
                  <a:cubicBezTo>
                    <a:pt x="334" y="40688"/>
                    <a:pt x="534" y="41155"/>
                    <a:pt x="668" y="41655"/>
                  </a:cubicBezTo>
                  <a:cubicBezTo>
                    <a:pt x="768" y="42156"/>
                    <a:pt x="934" y="42656"/>
                    <a:pt x="1168" y="43156"/>
                  </a:cubicBezTo>
                  <a:cubicBezTo>
                    <a:pt x="1368" y="43657"/>
                    <a:pt x="1535" y="44191"/>
                    <a:pt x="1768" y="44691"/>
                  </a:cubicBezTo>
                  <a:cubicBezTo>
                    <a:pt x="2035" y="45191"/>
                    <a:pt x="2269" y="45725"/>
                    <a:pt x="2569" y="46259"/>
                  </a:cubicBezTo>
                  <a:cubicBezTo>
                    <a:pt x="3703" y="48394"/>
                    <a:pt x="5371" y="50495"/>
                    <a:pt x="7539" y="52196"/>
                  </a:cubicBezTo>
                  <a:cubicBezTo>
                    <a:pt x="8673" y="53030"/>
                    <a:pt x="9841" y="53764"/>
                    <a:pt x="11175" y="54364"/>
                  </a:cubicBezTo>
                  <a:cubicBezTo>
                    <a:pt x="12509" y="54932"/>
                    <a:pt x="13877" y="55432"/>
                    <a:pt x="15345" y="55732"/>
                  </a:cubicBezTo>
                  <a:cubicBezTo>
                    <a:pt x="15678" y="55832"/>
                    <a:pt x="16045" y="55866"/>
                    <a:pt x="16412" y="55932"/>
                  </a:cubicBezTo>
                  <a:cubicBezTo>
                    <a:pt x="16746" y="55999"/>
                    <a:pt x="17113" y="56066"/>
                    <a:pt x="17513" y="56099"/>
                  </a:cubicBezTo>
                  <a:cubicBezTo>
                    <a:pt x="17880" y="56199"/>
                    <a:pt x="18247" y="56232"/>
                    <a:pt x="18614" y="56266"/>
                  </a:cubicBezTo>
                  <a:cubicBezTo>
                    <a:pt x="19014" y="56333"/>
                    <a:pt x="19381" y="56366"/>
                    <a:pt x="19748" y="56366"/>
                  </a:cubicBezTo>
                  <a:cubicBezTo>
                    <a:pt x="21249" y="56433"/>
                    <a:pt x="22750" y="56533"/>
                    <a:pt x="24218" y="56833"/>
                  </a:cubicBezTo>
                  <a:cubicBezTo>
                    <a:pt x="24918" y="56933"/>
                    <a:pt x="25619" y="57200"/>
                    <a:pt x="26353" y="57433"/>
                  </a:cubicBezTo>
                  <a:cubicBezTo>
                    <a:pt x="27020" y="57734"/>
                    <a:pt x="27720" y="58067"/>
                    <a:pt x="28287" y="58501"/>
                  </a:cubicBezTo>
                  <a:cubicBezTo>
                    <a:pt x="28921" y="58868"/>
                    <a:pt x="29455" y="59368"/>
                    <a:pt x="30022" y="59868"/>
                  </a:cubicBezTo>
                  <a:lnTo>
                    <a:pt x="30856" y="60669"/>
                  </a:lnTo>
                  <a:cubicBezTo>
                    <a:pt x="31123" y="60902"/>
                    <a:pt x="31423" y="61169"/>
                    <a:pt x="31723" y="61369"/>
                  </a:cubicBezTo>
                  <a:cubicBezTo>
                    <a:pt x="32924" y="62270"/>
                    <a:pt x="34225" y="63037"/>
                    <a:pt x="35392" y="63871"/>
                  </a:cubicBezTo>
                  <a:cubicBezTo>
                    <a:pt x="36560" y="64672"/>
                    <a:pt x="37594" y="65673"/>
                    <a:pt x="38194" y="66873"/>
                  </a:cubicBezTo>
                  <a:cubicBezTo>
                    <a:pt x="38561" y="67574"/>
                    <a:pt x="38728" y="68374"/>
                    <a:pt x="38861" y="69175"/>
                  </a:cubicBezTo>
                  <a:cubicBezTo>
                    <a:pt x="38928" y="69942"/>
                    <a:pt x="38928" y="70709"/>
                    <a:pt x="38928" y="71443"/>
                  </a:cubicBezTo>
                  <a:cubicBezTo>
                    <a:pt x="38895" y="72211"/>
                    <a:pt x="38928" y="72911"/>
                    <a:pt x="39028" y="73545"/>
                  </a:cubicBezTo>
                  <a:cubicBezTo>
                    <a:pt x="39095" y="73878"/>
                    <a:pt x="39128" y="74179"/>
                    <a:pt x="39228" y="74412"/>
                  </a:cubicBezTo>
                  <a:cubicBezTo>
                    <a:pt x="39328" y="74712"/>
                    <a:pt x="39395" y="74913"/>
                    <a:pt x="39462" y="75113"/>
                  </a:cubicBezTo>
                  <a:cubicBezTo>
                    <a:pt x="39896" y="76314"/>
                    <a:pt x="40729" y="77281"/>
                    <a:pt x="41263" y="78315"/>
                  </a:cubicBezTo>
                  <a:cubicBezTo>
                    <a:pt x="41563" y="78882"/>
                    <a:pt x="41764" y="79416"/>
                    <a:pt x="41830" y="79983"/>
                  </a:cubicBezTo>
                  <a:cubicBezTo>
                    <a:pt x="41864" y="80550"/>
                    <a:pt x="41730" y="81150"/>
                    <a:pt x="41563" y="81717"/>
                  </a:cubicBezTo>
                  <a:cubicBezTo>
                    <a:pt x="41397" y="82251"/>
                    <a:pt x="41063" y="82751"/>
                    <a:pt x="40629" y="83152"/>
                  </a:cubicBezTo>
                  <a:cubicBezTo>
                    <a:pt x="40229" y="83585"/>
                    <a:pt x="39695" y="83886"/>
                    <a:pt x="39128" y="84119"/>
                  </a:cubicBezTo>
                  <a:cubicBezTo>
                    <a:pt x="38061" y="84586"/>
                    <a:pt x="36827" y="84886"/>
                    <a:pt x="35626" y="85387"/>
                  </a:cubicBezTo>
                  <a:cubicBezTo>
                    <a:pt x="35059" y="85620"/>
                    <a:pt x="34458" y="85954"/>
                    <a:pt x="33958" y="86387"/>
                  </a:cubicBezTo>
                  <a:cubicBezTo>
                    <a:pt x="33724" y="86588"/>
                    <a:pt x="33524" y="86854"/>
                    <a:pt x="33291" y="87088"/>
                  </a:cubicBezTo>
                  <a:cubicBezTo>
                    <a:pt x="33091" y="87321"/>
                    <a:pt x="32891" y="87622"/>
                    <a:pt x="32724" y="87888"/>
                  </a:cubicBezTo>
                  <a:cubicBezTo>
                    <a:pt x="32390" y="88422"/>
                    <a:pt x="32090" y="88989"/>
                    <a:pt x="31923" y="89623"/>
                  </a:cubicBezTo>
                  <a:cubicBezTo>
                    <a:pt x="31723" y="90257"/>
                    <a:pt x="31656" y="90924"/>
                    <a:pt x="31590" y="91558"/>
                  </a:cubicBezTo>
                  <a:cubicBezTo>
                    <a:pt x="31523" y="92825"/>
                    <a:pt x="31623" y="94093"/>
                    <a:pt x="31890" y="95327"/>
                  </a:cubicBezTo>
                  <a:cubicBezTo>
                    <a:pt x="32157" y="96595"/>
                    <a:pt x="32490" y="97796"/>
                    <a:pt x="32857" y="98963"/>
                  </a:cubicBezTo>
                  <a:cubicBezTo>
                    <a:pt x="33591" y="101331"/>
                    <a:pt x="34525" y="103633"/>
                    <a:pt x="35059" y="105968"/>
                  </a:cubicBezTo>
                  <a:cubicBezTo>
                    <a:pt x="35226" y="106568"/>
                    <a:pt x="35326" y="107169"/>
                    <a:pt x="35392" y="107769"/>
                  </a:cubicBezTo>
                  <a:cubicBezTo>
                    <a:pt x="35526" y="108403"/>
                    <a:pt x="35592" y="108970"/>
                    <a:pt x="35726" y="109571"/>
                  </a:cubicBezTo>
                  <a:cubicBezTo>
                    <a:pt x="35926" y="110772"/>
                    <a:pt x="36193" y="111939"/>
                    <a:pt x="36493" y="113073"/>
                  </a:cubicBezTo>
                  <a:cubicBezTo>
                    <a:pt x="37060" y="115375"/>
                    <a:pt x="37861" y="117576"/>
                    <a:pt x="38995" y="119544"/>
                  </a:cubicBezTo>
                  <a:cubicBezTo>
                    <a:pt x="40062" y="121546"/>
                    <a:pt x="41530" y="123247"/>
                    <a:pt x="43098" y="124615"/>
                  </a:cubicBezTo>
                  <a:cubicBezTo>
                    <a:pt x="44699" y="126049"/>
                    <a:pt x="46467" y="127083"/>
                    <a:pt x="48202" y="127984"/>
                  </a:cubicBezTo>
                  <a:cubicBezTo>
                    <a:pt x="49869" y="128951"/>
                    <a:pt x="51604" y="129652"/>
                    <a:pt x="53238" y="130285"/>
                  </a:cubicBezTo>
                  <a:cubicBezTo>
                    <a:pt x="54873" y="130853"/>
                    <a:pt x="56407" y="131420"/>
                    <a:pt x="57875" y="131920"/>
                  </a:cubicBezTo>
                  <a:cubicBezTo>
                    <a:pt x="59276" y="132420"/>
                    <a:pt x="60610" y="132887"/>
                    <a:pt x="61778" y="133354"/>
                  </a:cubicBezTo>
                  <a:cubicBezTo>
                    <a:pt x="64113" y="134322"/>
                    <a:pt x="65881" y="135322"/>
                    <a:pt x="67015" y="136156"/>
                  </a:cubicBezTo>
                  <a:cubicBezTo>
                    <a:pt x="67582" y="136557"/>
                    <a:pt x="67949" y="136924"/>
                    <a:pt x="68249" y="137124"/>
                  </a:cubicBezTo>
                  <a:cubicBezTo>
                    <a:pt x="68416" y="137257"/>
                    <a:pt x="68516" y="137324"/>
                    <a:pt x="68583" y="137391"/>
                  </a:cubicBezTo>
                  <a:lnTo>
                    <a:pt x="68683" y="137457"/>
                  </a:lnTo>
                  <a:cubicBezTo>
                    <a:pt x="69307" y="138066"/>
                    <a:pt x="69681" y="138383"/>
                    <a:pt x="69770" y="138383"/>
                  </a:cubicBezTo>
                  <a:cubicBezTo>
                    <a:pt x="69876" y="138383"/>
                    <a:pt x="69578" y="137933"/>
                    <a:pt x="68816" y="136990"/>
                  </a:cubicBezTo>
                  <a:cubicBezTo>
                    <a:pt x="68816" y="136990"/>
                    <a:pt x="68816" y="136957"/>
                    <a:pt x="68750" y="136924"/>
                  </a:cubicBezTo>
                  <a:cubicBezTo>
                    <a:pt x="68649" y="136890"/>
                    <a:pt x="68549" y="136790"/>
                    <a:pt x="68416" y="136657"/>
                  </a:cubicBezTo>
                  <a:cubicBezTo>
                    <a:pt x="68116" y="136423"/>
                    <a:pt x="67749" y="136056"/>
                    <a:pt x="67148" y="135656"/>
                  </a:cubicBezTo>
                  <a:cubicBezTo>
                    <a:pt x="66048" y="134822"/>
                    <a:pt x="64280" y="133788"/>
                    <a:pt x="61911" y="132821"/>
                  </a:cubicBezTo>
                  <a:cubicBezTo>
                    <a:pt x="60710" y="132320"/>
                    <a:pt x="59376" y="131820"/>
                    <a:pt x="57942" y="131320"/>
                  </a:cubicBezTo>
                  <a:cubicBezTo>
                    <a:pt x="56474" y="130819"/>
                    <a:pt x="54940" y="130319"/>
                    <a:pt x="53305" y="129718"/>
                  </a:cubicBezTo>
                  <a:cubicBezTo>
                    <a:pt x="51704" y="129085"/>
                    <a:pt x="49969" y="128384"/>
                    <a:pt x="48302" y="127417"/>
                  </a:cubicBezTo>
                  <a:cubicBezTo>
                    <a:pt x="46600" y="126483"/>
                    <a:pt x="44899" y="125449"/>
                    <a:pt x="43298" y="124081"/>
                  </a:cubicBezTo>
                  <a:cubicBezTo>
                    <a:pt x="41730" y="122713"/>
                    <a:pt x="40363" y="121046"/>
                    <a:pt x="39262" y="119077"/>
                  </a:cubicBezTo>
                  <a:cubicBezTo>
                    <a:pt x="38194" y="117109"/>
                    <a:pt x="37394" y="114941"/>
                    <a:pt x="36793" y="112706"/>
                  </a:cubicBezTo>
                  <a:cubicBezTo>
                    <a:pt x="36526" y="111572"/>
                    <a:pt x="36260" y="110405"/>
                    <a:pt x="36059" y="109237"/>
                  </a:cubicBezTo>
                  <a:cubicBezTo>
                    <a:pt x="35959" y="108637"/>
                    <a:pt x="35859" y="108070"/>
                    <a:pt x="35759" y="107469"/>
                  </a:cubicBezTo>
                  <a:cubicBezTo>
                    <a:pt x="35626" y="106902"/>
                    <a:pt x="35559" y="106302"/>
                    <a:pt x="35426" y="105701"/>
                  </a:cubicBezTo>
                  <a:cubicBezTo>
                    <a:pt x="34859" y="103299"/>
                    <a:pt x="33925" y="101031"/>
                    <a:pt x="33224" y="98629"/>
                  </a:cubicBezTo>
                  <a:cubicBezTo>
                    <a:pt x="32891" y="97462"/>
                    <a:pt x="32557" y="96261"/>
                    <a:pt x="32290" y="95060"/>
                  </a:cubicBezTo>
                  <a:cubicBezTo>
                    <a:pt x="32090" y="93859"/>
                    <a:pt x="31923" y="92592"/>
                    <a:pt x="32023" y="91391"/>
                  </a:cubicBezTo>
                  <a:cubicBezTo>
                    <a:pt x="32057" y="90791"/>
                    <a:pt x="32123" y="90190"/>
                    <a:pt x="32290" y="89590"/>
                  </a:cubicBezTo>
                  <a:cubicBezTo>
                    <a:pt x="32457" y="89023"/>
                    <a:pt x="32724" y="88422"/>
                    <a:pt x="33057" y="87922"/>
                  </a:cubicBezTo>
                  <a:cubicBezTo>
                    <a:pt x="33224" y="87688"/>
                    <a:pt x="33391" y="87421"/>
                    <a:pt x="33591" y="87221"/>
                  </a:cubicBezTo>
                  <a:cubicBezTo>
                    <a:pt x="33758" y="87021"/>
                    <a:pt x="34025" y="86788"/>
                    <a:pt x="34225" y="86588"/>
                  </a:cubicBezTo>
                  <a:cubicBezTo>
                    <a:pt x="34692" y="86221"/>
                    <a:pt x="35226" y="85920"/>
                    <a:pt x="35759" y="85687"/>
                  </a:cubicBezTo>
                  <a:cubicBezTo>
                    <a:pt x="36893" y="85220"/>
                    <a:pt x="38128" y="84920"/>
                    <a:pt x="39295" y="84419"/>
                  </a:cubicBezTo>
                  <a:cubicBezTo>
                    <a:pt x="39896" y="84186"/>
                    <a:pt x="40429" y="83852"/>
                    <a:pt x="40930" y="83385"/>
                  </a:cubicBezTo>
                  <a:cubicBezTo>
                    <a:pt x="41397" y="82952"/>
                    <a:pt x="41764" y="82385"/>
                    <a:pt x="41964" y="81751"/>
                  </a:cubicBezTo>
                  <a:cubicBezTo>
                    <a:pt x="42064" y="81417"/>
                    <a:pt x="42130" y="81117"/>
                    <a:pt x="42197" y="80783"/>
                  </a:cubicBezTo>
                  <a:cubicBezTo>
                    <a:pt x="42231" y="80517"/>
                    <a:pt x="42264" y="80183"/>
                    <a:pt x="42231" y="79849"/>
                  </a:cubicBezTo>
                  <a:cubicBezTo>
                    <a:pt x="42197" y="79182"/>
                    <a:pt x="41930" y="78548"/>
                    <a:pt x="41630" y="78015"/>
                  </a:cubicBezTo>
                  <a:cubicBezTo>
                    <a:pt x="41063" y="76914"/>
                    <a:pt x="40262" y="75947"/>
                    <a:pt x="39896" y="74879"/>
                  </a:cubicBezTo>
                  <a:cubicBezTo>
                    <a:pt x="39862" y="74712"/>
                    <a:pt x="39762" y="74512"/>
                    <a:pt x="39695" y="74245"/>
                  </a:cubicBezTo>
                  <a:cubicBezTo>
                    <a:pt x="39629" y="74012"/>
                    <a:pt x="39595" y="73745"/>
                    <a:pt x="39529" y="73445"/>
                  </a:cubicBezTo>
                  <a:cubicBezTo>
                    <a:pt x="39429" y="72878"/>
                    <a:pt x="39395" y="72211"/>
                    <a:pt x="39429" y="71443"/>
                  </a:cubicBezTo>
                  <a:cubicBezTo>
                    <a:pt x="39462" y="69942"/>
                    <a:pt x="39395" y="68174"/>
                    <a:pt x="38628" y="66607"/>
                  </a:cubicBezTo>
                  <a:cubicBezTo>
                    <a:pt x="38028" y="65272"/>
                    <a:pt x="36893" y="64238"/>
                    <a:pt x="35693" y="63404"/>
                  </a:cubicBezTo>
                  <a:cubicBezTo>
                    <a:pt x="34525" y="62570"/>
                    <a:pt x="33224" y="61836"/>
                    <a:pt x="32057" y="60936"/>
                  </a:cubicBezTo>
                  <a:cubicBezTo>
                    <a:pt x="31723" y="60702"/>
                    <a:pt x="31456" y="60502"/>
                    <a:pt x="31189" y="60235"/>
                  </a:cubicBezTo>
                  <a:lnTo>
                    <a:pt x="30355" y="59501"/>
                  </a:lnTo>
                  <a:cubicBezTo>
                    <a:pt x="29788" y="58934"/>
                    <a:pt x="29221" y="58434"/>
                    <a:pt x="28554" y="58034"/>
                  </a:cubicBezTo>
                  <a:cubicBezTo>
                    <a:pt x="27920" y="57567"/>
                    <a:pt x="27220" y="57233"/>
                    <a:pt x="26519" y="56933"/>
                  </a:cubicBezTo>
                  <a:cubicBezTo>
                    <a:pt x="25785" y="56666"/>
                    <a:pt x="25052" y="56433"/>
                    <a:pt x="24284" y="56266"/>
                  </a:cubicBezTo>
                  <a:cubicBezTo>
                    <a:pt x="22783" y="55932"/>
                    <a:pt x="21282" y="55899"/>
                    <a:pt x="19781" y="55832"/>
                  </a:cubicBezTo>
                  <a:cubicBezTo>
                    <a:pt x="19414" y="55832"/>
                    <a:pt x="19047" y="55765"/>
                    <a:pt x="18680" y="55732"/>
                  </a:cubicBezTo>
                  <a:cubicBezTo>
                    <a:pt x="18347" y="55699"/>
                    <a:pt x="17947" y="55665"/>
                    <a:pt x="17580" y="55599"/>
                  </a:cubicBezTo>
                  <a:cubicBezTo>
                    <a:pt x="17213" y="55565"/>
                    <a:pt x="16879" y="55532"/>
                    <a:pt x="16512" y="55432"/>
                  </a:cubicBezTo>
                  <a:cubicBezTo>
                    <a:pt x="16112" y="55365"/>
                    <a:pt x="15745" y="55332"/>
                    <a:pt x="15411" y="55232"/>
                  </a:cubicBezTo>
                  <a:cubicBezTo>
                    <a:pt x="14010" y="54932"/>
                    <a:pt x="12609" y="54431"/>
                    <a:pt x="11342" y="53897"/>
                  </a:cubicBezTo>
                  <a:cubicBezTo>
                    <a:pt x="10041" y="53364"/>
                    <a:pt x="8873" y="52597"/>
                    <a:pt x="7773" y="51829"/>
                  </a:cubicBezTo>
                  <a:cubicBezTo>
                    <a:pt x="5671" y="50161"/>
                    <a:pt x="4037" y="48093"/>
                    <a:pt x="2902" y="46025"/>
                  </a:cubicBezTo>
                  <a:cubicBezTo>
                    <a:pt x="2602" y="45525"/>
                    <a:pt x="2369" y="44991"/>
                    <a:pt x="2102" y="44491"/>
                  </a:cubicBezTo>
                  <a:cubicBezTo>
                    <a:pt x="1868" y="43990"/>
                    <a:pt x="1702" y="43423"/>
                    <a:pt x="1501" y="42923"/>
                  </a:cubicBezTo>
                  <a:cubicBezTo>
                    <a:pt x="1268" y="42423"/>
                    <a:pt x="1168" y="41922"/>
                    <a:pt x="1001" y="41422"/>
                  </a:cubicBezTo>
                  <a:cubicBezTo>
                    <a:pt x="868" y="40988"/>
                    <a:pt x="668" y="40488"/>
                    <a:pt x="601" y="40054"/>
                  </a:cubicBezTo>
                  <a:cubicBezTo>
                    <a:pt x="567" y="39187"/>
                    <a:pt x="934" y="38353"/>
                    <a:pt x="1268" y="37586"/>
                  </a:cubicBezTo>
                  <a:cubicBezTo>
                    <a:pt x="1602" y="36852"/>
                    <a:pt x="1935" y="36185"/>
                    <a:pt x="2235" y="35551"/>
                  </a:cubicBezTo>
                  <a:cubicBezTo>
                    <a:pt x="2836" y="34350"/>
                    <a:pt x="3003" y="33316"/>
                    <a:pt x="2902" y="32649"/>
                  </a:cubicBezTo>
                  <a:cubicBezTo>
                    <a:pt x="2869" y="31715"/>
                    <a:pt x="2502" y="30848"/>
                    <a:pt x="2102" y="30080"/>
                  </a:cubicBezTo>
                  <a:cubicBezTo>
                    <a:pt x="1735" y="29347"/>
                    <a:pt x="1268" y="28579"/>
                    <a:pt x="934" y="27879"/>
                  </a:cubicBezTo>
                  <a:cubicBezTo>
                    <a:pt x="601" y="27178"/>
                    <a:pt x="334" y="26411"/>
                    <a:pt x="367" y="25677"/>
                  </a:cubicBezTo>
                  <a:cubicBezTo>
                    <a:pt x="401" y="25510"/>
                    <a:pt x="401" y="25310"/>
                    <a:pt x="434" y="25144"/>
                  </a:cubicBezTo>
                  <a:cubicBezTo>
                    <a:pt x="501" y="25043"/>
                    <a:pt x="501" y="24977"/>
                    <a:pt x="534" y="24877"/>
                  </a:cubicBezTo>
                  <a:lnTo>
                    <a:pt x="668" y="24643"/>
                  </a:lnTo>
                  <a:cubicBezTo>
                    <a:pt x="834" y="24310"/>
                    <a:pt x="1068" y="24043"/>
                    <a:pt x="1335" y="23809"/>
                  </a:cubicBezTo>
                  <a:cubicBezTo>
                    <a:pt x="2402" y="22842"/>
                    <a:pt x="3736" y="22241"/>
                    <a:pt x="4770" y="21341"/>
                  </a:cubicBezTo>
                  <a:cubicBezTo>
                    <a:pt x="5037" y="21074"/>
                    <a:pt x="5237" y="20840"/>
                    <a:pt x="5471" y="20540"/>
                  </a:cubicBezTo>
                  <a:cubicBezTo>
                    <a:pt x="5538" y="20407"/>
                    <a:pt x="5638" y="20240"/>
                    <a:pt x="5704" y="20073"/>
                  </a:cubicBezTo>
                  <a:lnTo>
                    <a:pt x="5838" y="19573"/>
                  </a:lnTo>
                  <a:cubicBezTo>
                    <a:pt x="5971" y="18906"/>
                    <a:pt x="5871" y="18305"/>
                    <a:pt x="5805" y="17672"/>
                  </a:cubicBezTo>
                  <a:cubicBezTo>
                    <a:pt x="5571" y="16471"/>
                    <a:pt x="5237" y="15370"/>
                    <a:pt x="5137" y="14302"/>
                  </a:cubicBezTo>
                  <a:cubicBezTo>
                    <a:pt x="5037" y="13802"/>
                    <a:pt x="5037" y="13235"/>
                    <a:pt x="5204" y="12801"/>
                  </a:cubicBezTo>
                  <a:cubicBezTo>
                    <a:pt x="5338" y="12334"/>
                    <a:pt x="5671" y="11967"/>
                    <a:pt x="5905" y="11534"/>
                  </a:cubicBezTo>
                  <a:cubicBezTo>
                    <a:pt x="7005" y="9966"/>
                    <a:pt x="8373" y="8965"/>
                    <a:pt x="9541" y="8065"/>
                  </a:cubicBezTo>
                  <a:cubicBezTo>
                    <a:pt x="10741" y="7231"/>
                    <a:pt x="11742" y="6464"/>
                    <a:pt x="12376" y="5630"/>
                  </a:cubicBezTo>
                  <a:cubicBezTo>
                    <a:pt x="13043" y="4796"/>
                    <a:pt x="13377" y="3995"/>
                    <a:pt x="13577" y="3361"/>
                  </a:cubicBezTo>
                  <a:cubicBezTo>
                    <a:pt x="13677" y="3028"/>
                    <a:pt x="13777" y="2794"/>
                    <a:pt x="13844" y="2527"/>
                  </a:cubicBezTo>
                  <a:cubicBezTo>
                    <a:pt x="13910" y="2294"/>
                    <a:pt x="13910" y="2127"/>
                    <a:pt x="13944" y="1960"/>
                  </a:cubicBezTo>
                  <a:cubicBezTo>
                    <a:pt x="14010" y="1627"/>
                    <a:pt x="14044" y="1493"/>
                    <a:pt x="14044" y="1493"/>
                  </a:cubicBezTo>
                  <a:cubicBezTo>
                    <a:pt x="14128" y="501"/>
                    <a:pt x="14102" y="0"/>
                    <a:pt x="140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4" name="Google Shape;384;p3"/>
            <p:cNvSpPr/>
            <p:nvPr/>
          </p:nvSpPr>
          <p:spPr>
            <a:xfrm>
              <a:off x="9719578" y="1544473"/>
              <a:ext cx="415679" cy="246140"/>
            </a:xfrm>
            <a:custGeom>
              <a:avLst/>
              <a:gdLst/>
              <a:ahLst/>
              <a:cxnLst/>
              <a:rect l="l" t="t" r="r" b="b"/>
              <a:pathLst>
                <a:path w="18450" h="10925" extrusionOk="0">
                  <a:moveTo>
                    <a:pt x="6115" y="0"/>
                  </a:moveTo>
                  <a:cubicBezTo>
                    <a:pt x="6078" y="0"/>
                    <a:pt x="6041" y="3"/>
                    <a:pt x="6004" y="9"/>
                  </a:cubicBezTo>
                  <a:lnTo>
                    <a:pt x="5671" y="9"/>
                  </a:lnTo>
                  <a:lnTo>
                    <a:pt x="5371" y="42"/>
                  </a:lnTo>
                  <a:cubicBezTo>
                    <a:pt x="5171" y="109"/>
                    <a:pt x="4937" y="143"/>
                    <a:pt x="4770" y="209"/>
                  </a:cubicBezTo>
                  <a:cubicBezTo>
                    <a:pt x="4603" y="276"/>
                    <a:pt x="4403" y="343"/>
                    <a:pt x="4237" y="443"/>
                  </a:cubicBezTo>
                  <a:cubicBezTo>
                    <a:pt x="4070" y="476"/>
                    <a:pt x="3903" y="610"/>
                    <a:pt x="3736" y="710"/>
                  </a:cubicBezTo>
                  <a:cubicBezTo>
                    <a:pt x="3569" y="810"/>
                    <a:pt x="3436" y="976"/>
                    <a:pt x="3336" y="1110"/>
                  </a:cubicBezTo>
                  <a:cubicBezTo>
                    <a:pt x="3202" y="1210"/>
                    <a:pt x="3069" y="1343"/>
                    <a:pt x="3002" y="1510"/>
                  </a:cubicBezTo>
                  <a:cubicBezTo>
                    <a:pt x="2602" y="2111"/>
                    <a:pt x="2335" y="2678"/>
                    <a:pt x="2068" y="3178"/>
                  </a:cubicBezTo>
                  <a:cubicBezTo>
                    <a:pt x="1835" y="3678"/>
                    <a:pt x="1568" y="4045"/>
                    <a:pt x="1268" y="4346"/>
                  </a:cubicBezTo>
                  <a:cubicBezTo>
                    <a:pt x="1201" y="4379"/>
                    <a:pt x="1168" y="4479"/>
                    <a:pt x="1068" y="4512"/>
                  </a:cubicBezTo>
                  <a:cubicBezTo>
                    <a:pt x="1001" y="4546"/>
                    <a:pt x="934" y="4612"/>
                    <a:pt x="867" y="4646"/>
                  </a:cubicBezTo>
                  <a:cubicBezTo>
                    <a:pt x="734" y="4712"/>
                    <a:pt x="601" y="4779"/>
                    <a:pt x="534" y="4813"/>
                  </a:cubicBezTo>
                  <a:cubicBezTo>
                    <a:pt x="334" y="4879"/>
                    <a:pt x="200" y="4879"/>
                    <a:pt x="200" y="4879"/>
                  </a:cubicBezTo>
                  <a:cubicBezTo>
                    <a:pt x="9" y="4943"/>
                    <a:pt x="1" y="5282"/>
                    <a:pt x="234" y="5282"/>
                  </a:cubicBezTo>
                  <a:cubicBezTo>
                    <a:pt x="244" y="5282"/>
                    <a:pt x="256" y="5281"/>
                    <a:pt x="267" y="5280"/>
                  </a:cubicBezTo>
                  <a:cubicBezTo>
                    <a:pt x="267" y="5280"/>
                    <a:pt x="400" y="5280"/>
                    <a:pt x="667" y="5179"/>
                  </a:cubicBezTo>
                  <a:cubicBezTo>
                    <a:pt x="767" y="5146"/>
                    <a:pt x="901" y="5146"/>
                    <a:pt x="1068" y="5013"/>
                  </a:cubicBezTo>
                  <a:cubicBezTo>
                    <a:pt x="1168" y="4979"/>
                    <a:pt x="1234" y="4879"/>
                    <a:pt x="1334" y="4846"/>
                  </a:cubicBezTo>
                  <a:cubicBezTo>
                    <a:pt x="1401" y="4779"/>
                    <a:pt x="1501" y="4712"/>
                    <a:pt x="1568" y="4646"/>
                  </a:cubicBezTo>
                  <a:cubicBezTo>
                    <a:pt x="1902" y="4346"/>
                    <a:pt x="2202" y="3879"/>
                    <a:pt x="2502" y="3378"/>
                  </a:cubicBezTo>
                  <a:cubicBezTo>
                    <a:pt x="2769" y="2878"/>
                    <a:pt x="3069" y="2311"/>
                    <a:pt x="3436" y="1810"/>
                  </a:cubicBezTo>
                  <a:cubicBezTo>
                    <a:pt x="3536" y="1677"/>
                    <a:pt x="3669" y="1544"/>
                    <a:pt x="3736" y="1443"/>
                  </a:cubicBezTo>
                  <a:cubicBezTo>
                    <a:pt x="3870" y="1343"/>
                    <a:pt x="4003" y="1210"/>
                    <a:pt x="4103" y="1143"/>
                  </a:cubicBezTo>
                  <a:cubicBezTo>
                    <a:pt x="4237" y="1043"/>
                    <a:pt x="4370" y="943"/>
                    <a:pt x="4537" y="876"/>
                  </a:cubicBezTo>
                  <a:cubicBezTo>
                    <a:pt x="4670" y="843"/>
                    <a:pt x="4837" y="776"/>
                    <a:pt x="5004" y="710"/>
                  </a:cubicBezTo>
                  <a:cubicBezTo>
                    <a:pt x="5319" y="615"/>
                    <a:pt x="5641" y="550"/>
                    <a:pt x="5942" y="550"/>
                  </a:cubicBezTo>
                  <a:cubicBezTo>
                    <a:pt x="6280" y="550"/>
                    <a:pt x="6592" y="632"/>
                    <a:pt x="6838" y="843"/>
                  </a:cubicBezTo>
                  <a:cubicBezTo>
                    <a:pt x="7072" y="1043"/>
                    <a:pt x="7239" y="1343"/>
                    <a:pt x="7405" y="1644"/>
                  </a:cubicBezTo>
                  <a:cubicBezTo>
                    <a:pt x="7572" y="1944"/>
                    <a:pt x="7706" y="2277"/>
                    <a:pt x="7872" y="2611"/>
                  </a:cubicBezTo>
                  <a:cubicBezTo>
                    <a:pt x="8206" y="3211"/>
                    <a:pt x="8573" y="3945"/>
                    <a:pt x="9173" y="4379"/>
                  </a:cubicBezTo>
                  <a:cubicBezTo>
                    <a:pt x="9407" y="4646"/>
                    <a:pt x="9774" y="4813"/>
                    <a:pt x="10174" y="4946"/>
                  </a:cubicBezTo>
                  <a:cubicBezTo>
                    <a:pt x="10443" y="4995"/>
                    <a:pt x="10729" y="5026"/>
                    <a:pt x="11034" y="5026"/>
                  </a:cubicBezTo>
                  <a:cubicBezTo>
                    <a:pt x="11145" y="5026"/>
                    <a:pt x="11259" y="5022"/>
                    <a:pt x="11375" y="5013"/>
                  </a:cubicBezTo>
                  <a:cubicBezTo>
                    <a:pt x="12176" y="4946"/>
                    <a:pt x="12909" y="4612"/>
                    <a:pt x="13543" y="4546"/>
                  </a:cubicBezTo>
                  <a:cubicBezTo>
                    <a:pt x="13877" y="4546"/>
                    <a:pt x="14110" y="4646"/>
                    <a:pt x="14344" y="4846"/>
                  </a:cubicBezTo>
                  <a:cubicBezTo>
                    <a:pt x="14577" y="5046"/>
                    <a:pt x="14744" y="5346"/>
                    <a:pt x="14877" y="5680"/>
                  </a:cubicBezTo>
                  <a:cubicBezTo>
                    <a:pt x="15011" y="6013"/>
                    <a:pt x="15111" y="6347"/>
                    <a:pt x="15211" y="6681"/>
                  </a:cubicBezTo>
                  <a:cubicBezTo>
                    <a:pt x="15278" y="6981"/>
                    <a:pt x="15344" y="7314"/>
                    <a:pt x="15378" y="7648"/>
                  </a:cubicBezTo>
                  <a:cubicBezTo>
                    <a:pt x="15445" y="8315"/>
                    <a:pt x="15545" y="8949"/>
                    <a:pt x="15745" y="9516"/>
                  </a:cubicBezTo>
                  <a:cubicBezTo>
                    <a:pt x="15912" y="10083"/>
                    <a:pt x="16245" y="10617"/>
                    <a:pt x="16745" y="10817"/>
                  </a:cubicBezTo>
                  <a:cubicBezTo>
                    <a:pt x="16950" y="10899"/>
                    <a:pt x="17132" y="10925"/>
                    <a:pt x="17294" y="10925"/>
                  </a:cubicBezTo>
                  <a:cubicBezTo>
                    <a:pt x="17529" y="10925"/>
                    <a:pt x="17722" y="10870"/>
                    <a:pt x="17880" y="10850"/>
                  </a:cubicBezTo>
                  <a:lnTo>
                    <a:pt x="18247" y="10717"/>
                  </a:lnTo>
                  <a:cubicBezTo>
                    <a:pt x="18449" y="10641"/>
                    <a:pt x="18421" y="10449"/>
                    <a:pt x="18279" y="10449"/>
                  </a:cubicBezTo>
                  <a:cubicBezTo>
                    <a:pt x="18234" y="10449"/>
                    <a:pt x="18177" y="10469"/>
                    <a:pt x="18113" y="10517"/>
                  </a:cubicBezTo>
                  <a:cubicBezTo>
                    <a:pt x="18113" y="10517"/>
                    <a:pt x="18013" y="10550"/>
                    <a:pt x="17780" y="10617"/>
                  </a:cubicBezTo>
                  <a:cubicBezTo>
                    <a:pt x="17690" y="10632"/>
                    <a:pt x="17581" y="10647"/>
                    <a:pt x="17457" y="10647"/>
                  </a:cubicBezTo>
                  <a:cubicBezTo>
                    <a:pt x="17304" y="10647"/>
                    <a:pt x="17130" y="10624"/>
                    <a:pt x="16946" y="10550"/>
                  </a:cubicBezTo>
                  <a:cubicBezTo>
                    <a:pt x="16612" y="10450"/>
                    <a:pt x="16379" y="10016"/>
                    <a:pt x="16212" y="9516"/>
                  </a:cubicBezTo>
                  <a:cubicBezTo>
                    <a:pt x="16045" y="9016"/>
                    <a:pt x="16012" y="8382"/>
                    <a:pt x="15912" y="7715"/>
                  </a:cubicBezTo>
                  <a:cubicBezTo>
                    <a:pt x="15878" y="7381"/>
                    <a:pt x="15845" y="7014"/>
                    <a:pt x="15745" y="6647"/>
                  </a:cubicBezTo>
                  <a:cubicBezTo>
                    <a:pt x="15678" y="6280"/>
                    <a:pt x="15578" y="5947"/>
                    <a:pt x="15411" y="5546"/>
                  </a:cubicBezTo>
                  <a:cubicBezTo>
                    <a:pt x="15278" y="5213"/>
                    <a:pt x="15078" y="4846"/>
                    <a:pt x="14777" y="4512"/>
                  </a:cubicBezTo>
                  <a:cubicBezTo>
                    <a:pt x="14611" y="4379"/>
                    <a:pt x="14410" y="4212"/>
                    <a:pt x="14210" y="4145"/>
                  </a:cubicBezTo>
                  <a:cubicBezTo>
                    <a:pt x="14010" y="4045"/>
                    <a:pt x="13743" y="4012"/>
                    <a:pt x="13543" y="4012"/>
                  </a:cubicBezTo>
                  <a:cubicBezTo>
                    <a:pt x="13110" y="4012"/>
                    <a:pt x="12743" y="4145"/>
                    <a:pt x="12376" y="4212"/>
                  </a:cubicBezTo>
                  <a:cubicBezTo>
                    <a:pt x="12009" y="4312"/>
                    <a:pt x="11675" y="4379"/>
                    <a:pt x="11342" y="4446"/>
                  </a:cubicBezTo>
                  <a:cubicBezTo>
                    <a:pt x="11260" y="4454"/>
                    <a:pt x="11179" y="4458"/>
                    <a:pt x="11099" y="4458"/>
                  </a:cubicBezTo>
                  <a:cubicBezTo>
                    <a:pt x="10549" y="4458"/>
                    <a:pt x="10023" y="4265"/>
                    <a:pt x="9674" y="3945"/>
                  </a:cubicBezTo>
                  <a:cubicBezTo>
                    <a:pt x="9207" y="3545"/>
                    <a:pt x="8873" y="2978"/>
                    <a:pt x="8540" y="2344"/>
                  </a:cubicBezTo>
                  <a:cubicBezTo>
                    <a:pt x="8373" y="2011"/>
                    <a:pt x="8239" y="1677"/>
                    <a:pt x="8039" y="1343"/>
                  </a:cubicBezTo>
                  <a:cubicBezTo>
                    <a:pt x="7839" y="1010"/>
                    <a:pt x="7606" y="676"/>
                    <a:pt x="7239" y="376"/>
                  </a:cubicBezTo>
                  <a:cubicBezTo>
                    <a:pt x="7172" y="343"/>
                    <a:pt x="7072" y="276"/>
                    <a:pt x="6938" y="209"/>
                  </a:cubicBezTo>
                  <a:cubicBezTo>
                    <a:pt x="6872" y="176"/>
                    <a:pt x="6772" y="143"/>
                    <a:pt x="6672" y="109"/>
                  </a:cubicBezTo>
                  <a:cubicBezTo>
                    <a:pt x="6454" y="55"/>
                    <a:pt x="6280" y="0"/>
                    <a:pt x="61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5" name="Google Shape;385;p3"/>
            <p:cNvSpPr/>
            <p:nvPr/>
          </p:nvSpPr>
          <p:spPr>
            <a:xfrm>
              <a:off x="10093846" y="1486504"/>
              <a:ext cx="370483" cy="268670"/>
            </a:xfrm>
            <a:custGeom>
              <a:avLst/>
              <a:gdLst/>
              <a:ahLst/>
              <a:cxnLst/>
              <a:rect l="l" t="t" r="r" b="b"/>
              <a:pathLst>
                <a:path w="16444" h="11925" extrusionOk="0">
                  <a:moveTo>
                    <a:pt x="5749" y="1"/>
                  </a:moveTo>
                  <a:cubicBezTo>
                    <a:pt x="5525" y="1"/>
                    <a:pt x="5304" y="29"/>
                    <a:pt x="5104" y="47"/>
                  </a:cubicBezTo>
                  <a:cubicBezTo>
                    <a:pt x="4904" y="80"/>
                    <a:pt x="4670" y="114"/>
                    <a:pt x="4503" y="147"/>
                  </a:cubicBezTo>
                  <a:cubicBezTo>
                    <a:pt x="4336" y="214"/>
                    <a:pt x="4136" y="314"/>
                    <a:pt x="3970" y="414"/>
                  </a:cubicBezTo>
                  <a:cubicBezTo>
                    <a:pt x="3269" y="848"/>
                    <a:pt x="2902" y="1548"/>
                    <a:pt x="2635" y="2115"/>
                  </a:cubicBezTo>
                  <a:cubicBezTo>
                    <a:pt x="2402" y="2716"/>
                    <a:pt x="2235" y="3283"/>
                    <a:pt x="2001" y="3783"/>
                  </a:cubicBezTo>
                  <a:cubicBezTo>
                    <a:pt x="1801" y="4283"/>
                    <a:pt x="1601" y="4717"/>
                    <a:pt x="1334" y="4950"/>
                  </a:cubicBezTo>
                  <a:cubicBezTo>
                    <a:pt x="1101" y="5217"/>
                    <a:pt x="834" y="5284"/>
                    <a:pt x="634" y="5317"/>
                  </a:cubicBezTo>
                  <a:lnTo>
                    <a:pt x="334" y="5317"/>
                  </a:lnTo>
                  <a:cubicBezTo>
                    <a:pt x="100" y="5317"/>
                    <a:pt x="0" y="5651"/>
                    <a:pt x="300" y="5718"/>
                  </a:cubicBezTo>
                  <a:lnTo>
                    <a:pt x="667" y="5718"/>
                  </a:lnTo>
                  <a:cubicBezTo>
                    <a:pt x="934" y="5718"/>
                    <a:pt x="1301" y="5618"/>
                    <a:pt x="1635" y="5284"/>
                  </a:cubicBezTo>
                  <a:cubicBezTo>
                    <a:pt x="2302" y="4650"/>
                    <a:pt x="2602" y="3483"/>
                    <a:pt x="3102" y="2382"/>
                  </a:cubicBezTo>
                  <a:cubicBezTo>
                    <a:pt x="3336" y="1782"/>
                    <a:pt x="3669" y="1248"/>
                    <a:pt x="4236" y="948"/>
                  </a:cubicBezTo>
                  <a:cubicBezTo>
                    <a:pt x="4336" y="881"/>
                    <a:pt x="4470" y="848"/>
                    <a:pt x="4637" y="781"/>
                  </a:cubicBezTo>
                  <a:cubicBezTo>
                    <a:pt x="4770" y="747"/>
                    <a:pt x="4937" y="747"/>
                    <a:pt x="5104" y="714"/>
                  </a:cubicBezTo>
                  <a:cubicBezTo>
                    <a:pt x="5437" y="714"/>
                    <a:pt x="5737" y="714"/>
                    <a:pt x="6004" y="781"/>
                  </a:cubicBezTo>
                  <a:cubicBezTo>
                    <a:pt x="6571" y="948"/>
                    <a:pt x="6972" y="1448"/>
                    <a:pt x="7272" y="2048"/>
                  </a:cubicBezTo>
                  <a:cubicBezTo>
                    <a:pt x="7572" y="2615"/>
                    <a:pt x="7806" y="3249"/>
                    <a:pt x="8106" y="3816"/>
                  </a:cubicBezTo>
                  <a:cubicBezTo>
                    <a:pt x="8239" y="4083"/>
                    <a:pt x="8439" y="4383"/>
                    <a:pt x="8506" y="4483"/>
                  </a:cubicBezTo>
                  <a:lnTo>
                    <a:pt x="8506" y="4450"/>
                  </a:lnTo>
                  <a:cubicBezTo>
                    <a:pt x="8640" y="4584"/>
                    <a:pt x="8740" y="4750"/>
                    <a:pt x="8840" y="4884"/>
                  </a:cubicBezTo>
                  <a:cubicBezTo>
                    <a:pt x="8973" y="4984"/>
                    <a:pt x="9107" y="5117"/>
                    <a:pt x="9273" y="5251"/>
                  </a:cubicBezTo>
                  <a:cubicBezTo>
                    <a:pt x="9574" y="5451"/>
                    <a:pt x="9940" y="5618"/>
                    <a:pt x="10307" y="5718"/>
                  </a:cubicBezTo>
                  <a:cubicBezTo>
                    <a:pt x="11075" y="5884"/>
                    <a:pt x="11775" y="5784"/>
                    <a:pt x="12342" y="5918"/>
                  </a:cubicBezTo>
                  <a:cubicBezTo>
                    <a:pt x="12642" y="5985"/>
                    <a:pt x="12909" y="6118"/>
                    <a:pt x="13109" y="6285"/>
                  </a:cubicBezTo>
                  <a:cubicBezTo>
                    <a:pt x="13310" y="6485"/>
                    <a:pt x="13510" y="6752"/>
                    <a:pt x="13643" y="6985"/>
                  </a:cubicBezTo>
                  <a:cubicBezTo>
                    <a:pt x="13943" y="7519"/>
                    <a:pt x="14010" y="8086"/>
                    <a:pt x="14010" y="8653"/>
                  </a:cubicBezTo>
                  <a:cubicBezTo>
                    <a:pt x="14010" y="9254"/>
                    <a:pt x="13943" y="9854"/>
                    <a:pt x="14110" y="10388"/>
                  </a:cubicBezTo>
                  <a:cubicBezTo>
                    <a:pt x="14143" y="10521"/>
                    <a:pt x="14244" y="10621"/>
                    <a:pt x="14277" y="10755"/>
                  </a:cubicBezTo>
                  <a:cubicBezTo>
                    <a:pt x="14310" y="10888"/>
                    <a:pt x="14410" y="10988"/>
                    <a:pt x="14477" y="11088"/>
                  </a:cubicBezTo>
                  <a:cubicBezTo>
                    <a:pt x="14644" y="11255"/>
                    <a:pt x="14811" y="11422"/>
                    <a:pt x="14977" y="11522"/>
                  </a:cubicBezTo>
                  <a:cubicBezTo>
                    <a:pt x="15144" y="11589"/>
                    <a:pt x="15311" y="11689"/>
                    <a:pt x="15444" y="11722"/>
                  </a:cubicBezTo>
                  <a:cubicBezTo>
                    <a:pt x="15611" y="11755"/>
                    <a:pt x="15745" y="11822"/>
                    <a:pt x="15811" y="11822"/>
                  </a:cubicBezTo>
                  <a:cubicBezTo>
                    <a:pt x="15978" y="11889"/>
                    <a:pt x="16112" y="11922"/>
                    <a:pt x="16112" y="11922"/>
                  </a:cubicBezTo>
                  <a:cubicBezTo>
                    <a:pt x="16129" y="11924"/>
                    <a:pt x="16145" y="11925"/>
                    <a:pt x="16161" y="11925"/>
                  </a:cubicBezTo>
                  <a:cubicBezTo>
                    <a:pt x="16415" y="11925"/>
                    <a:pt x="16443" y="11679"/>
                    <a:pt x="16412" y="11522"/>
                  </a:cubicBezTo>
                  <a:cubicBezTo>
                    <a:pt x="16412" y="11522"/>
                    <a:pt x="16278" y="11455"/>
                    <a:pt x="16112" y="11422"/>
                  </a:cubicBezTo>
                  <a:cubicBezTo>
                    <a:pt x="15978" y="11388"/>
                    <a:pt x="15911" y="11322"/>
                    <a:pt x="15778" y="11288"/>
                  </a:cubicBezTo>
                  <a:cubicBezTo>
                    <a:pt x="15645" y="11255"/>
                    <a:pt x="15478" y="11188"/>
                    <a:pt x="15344" y="11088"/>
                  </a:cubicBezTo>
                  <a:cubicBezTo>
                    <a:pt x="15078" y="10921"/>
                    <a:pt x="14777" y="10621"/>
                    <a:pt x="14677" y="10221"/>
                  </a:cubicBezTo>
                  <a:cubicBezTo>
                    <a:pt x="14611" y="9787"/>
                    <a:pt x="14644" y="9254"/>
                    <a:pt x="14677" y="8686"/>
                  </a:cubicBezTo>
                  <a:cubicBezTo>
                    <a:pt x="14677" y="8053"/>
                    <a:pt x="14644" y="7352"/>
                    <a:pt x="14310" y="6718"/>
                  </a:cubicBezTo>
                  <a:cubicBezTo>
                    <a:pt x="14177" y="6418"/>
                    <a:pt x="13977" y="6118"/>
                    <a:pt x="13676" y="5851"/>
                  </a:cubicBezTo>
                  <a:cubicBezTo>
                    <a:pt x="13410" y="5584"/>
                    <a:pt x="13009" y="5384"/>
                    <a:pt x="12642" y="5284"/>
                  </a:cubicBezTo>
                  <a:cubicBezTo>
                    <a:pt x="11909" y="5117"/>
                    <a:pt x="11175" y="5151"/>
                    <a:pt x="10608" y="5051"/>
                  </a:cubicBezTo>
                  <a:cubicBezTo>
                    <a:pt x="10007" y="4884"/>
                    <a:pt x="9574" y="4550"/>
                    <a:pt x="9273" y="4050"/>
                  </a:cubicBezTo>
                  <a:lnTo>
                    <a:pt x="9273" y="4016"/>
                  </a:lnTo>
                  <a:cubicBezTo>
                    <a:pt x="9173" y="3883"/>
                    <a:pt x="9006" y="3683"/>
                    <a:pt x="8906" y="3416"/>
                  </a:cubicBezTo>
                  <a:cubicBezTo>
                    <a:pt x="8606" y="2882"/>
                    <a:pt x="8339" y="2249"/>
                    <a:pt x="8006" y="1615"/>
                  </a:cubicBezTo>
                  <a:cubicBezTo>
                    <a:pt x="7839" y="1348"/>
                    <a:pt x="7639" y="1014"/>
                    <a:pt x="7339" y="714"/>
                  </a:cubicBezTo>
                  <a:cubicBezTo>
                    <a:pt x="7239" y="581"/>
                    <a:pt x="7072" y="447"/>
                    <a:pt x="6905" y="347"/>
                  </a:cubicBezTo>
                  <a:cubicBezTo>
                    <a:pt x="6671" y="214"/>
                    <a:pt x="6505" y="114"/>
                    <a:pt x="6305" y="80"/>
                  </a:cubicBezTo>
                  <a:cubicBezTo>
                    <a:pt x="6123" y="20"/>
                    <a:pt x="5935" y="1"/>
                    <a:pt x="57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6" name="Google Shape;386;p3"/>
            <p:cNvSpPr/>
            <p:nvPr/>
          </p:nvSpPr>
          <p:spPr>
            <a:xfrm>
              <a:off x="10471359" y="2438126"/>
              <a:ext cx="393757" cy="235619"/>
            </a:xfrm>
            <a:custGeom>
              <a:avLst/>
              <a:gdLst/>
              <a:ahLst/>
              <a:cxnLst/>
              <a:rect l="l" t="t" r="r" b="b"/>
              <a:pathLst>
                <a:path w="17477" h="10458" extrusionOk="0">
                  <a:moveTo>
                    <a:pt x="5787" y="1"/>
                  </a:moveTo>
                  <a:cubicBezTo>
                    <a:pt x="5647" y="1"/>
                    <a:pt x="5509" y="20"/>
                    <a:pt x="5393" y="39"/>
                  </a:cubicBezTo>
                  <a:cubicBezTo>
                    <a:pt x="5126" y="73"/>
                    <a:pt x="4960" y="173"/>
                    <a:pt x="4793" y="306"/>
                  </a:cubicBezTo>
                  <a:cubicBezTo>
                    <a:pt x="4526" y="506"/>
                    <a:pt x="4226" y="740"/>
                    <a:pt x="3959" y="1007"/>
                  </a:cubicBezTo>
                  <a:lnTo>
                    <a:pt x="3592" y="1373"/>
                  </a:lnTo>
                  <a:cubicBezTo>
                    <a:pt x="3459" y="1507"/>
                    <a:pt x="3392" y="1674"/>
                    <a:pt x="3292" y="1840"/>
                  </a:cubicBezTo>
                  <a:cubicBezTo>
                    <a:pt x="3192" y="2141"/>
                    <a:pt x="3058" y="2474"/>
                    <a:pt x="2925" y="2741"/>
                  </a:cubicBezTo>
                  <a:cubicBezTo>
                    <a:pt x="2725" y="3342"/>
                    <a:pt x="2525" y="3909"/>
                    <a:pt x="2258" y="4342"/>
                  </a:cubicBezTo>
                  <a:cubicBezTo>
                    <a:pt x="2124" y="4576"/>
                    <a:pt x="2024" y="4743"/>
                    <a:pt x="1857" y="4876"/>
                  </a:cubicBezTo>
                  <a:cubicBezTo>
                    <a:pt x="1691" y="5009"/>
                    <a:pt x="1557" y="5076"/>
                    <a:pt x="1390" y="5076"/>
                  </a:cubicBezTo>
                  <a:cubicBezTo>
                    <a:pt x="1090" y="5076"/>
                    <a:pt x="790" y="4909"/>
                    <a:pt x="623" y="4843"/>
                  </a:cubicBezTo>
                  <a:cubicBezTo>
                    <a:pt x="456" y="4743"/>
                    <a:pt x="390" y="4676"/>
                    <a:pt x="390" y="4676"/>
                  </a:cubicBezTo>
                  <a:cubicBezTo>
                    <a:pt x="358" y="4651"/>
                    <a:pt x="323" y="4640"/>
                    <a:pt x="288" y="4640"/>
                  </a:cubicBezTo>
                  <a:cubicBezTo>
                    <a:pt x="140" y="4640"/>
                    <a:pt x="0" y="4841"/>
                    <a:pt x="190" y="4976"/>
                  </a:cubicBezTo>
                  <a:cubicBezTo>
                    <a:pt x="190" y="4976"/>
                    <a:pt x="256" y="5043"/>
                    <a:pt x="456" y="5176"/>
                  </a:cubicBezTo>
                  <a:cubicBezTo>
                    <a:pt x="690" y="5310"/>
                    <a:pt x="957" y="5510"/>
                    <a:pt x="1457" y="5510"/>
                  </a:cubicBezTo>
                  <a:cubicBezTo>
                    <a:pt x="1691" y="5510"/>
                    <a:pt x="1957" y="5410"/>
                    <a:pt x="2191" y="5243"/>
                  </a:cubicBezTo>
                  <a:cubicBezTo>
                    <a:pt x="2391" y="5076"/>
                    <a:pt x="2558" y="4876"/>
                    <a:pt x="2725" y="4642"/>
                  </a:cubicBezTo>
                  <a:cubicBezTo>
                    <a:pt x="3025" y="4142"/>
                    <a:pt x="3225" y="3575"/>
                    <a:pt x="3459" y="3008"/>
                  </a:cubicBezTo>
                  <a:cubicBezTo>
                    <a:pt x="3592" y="2708"/>
                    <a:pt x="3725" y="2408"/>
                    <a:pt x="3892" y="2174"/>
                  </a:cubicBezTo>
                  <a:cubicBezTo>
                    <a:pt x="3959" y="2041"/>
                    <a:pt x="4059" y="1874"/>
                    <a:pt x="4126" y="1807"/>
                  </a:cubicBezTo>
                  <a:cubicBezTo>
                    <a:pt x="4259" y="1707"/>
                    <a:pt x="4359" y="1574"/>
                    <a:pt x="4459" y="1474"/>
                  </a:cubicBezTo>
                  <a:cubicBezTo>
                    <a:pt x="4726" y="1240"/>
                    <a:pt x="4960" y="1040"/>
                    <a:pt x="5226" y="873"/>
                  </a:cubicBezTo>
                  <a:cubicBezTo>
                    <a:pt x="5449" y="749"/>
                    <a:pt x="5635" y="681"/>
                    <a:pt x="5798" y="681"/>
                  </a:cubicBezTo>
                  <a:cubicBezTo>
                    <a:pt x="5855" y="681"/>
                    <a:pt x="5909" y="689"/>
                    <a:pt x="5960" y="706"/>
                  </a:cubicBezTo>
                  <a:cubicBezTo>
                    <a:pt x="6194" y="740"/>
                    <a:pt x="6394" y="1007"/>
                    <a:pt x="6561" y="1240"/>
                  </a:cubicBezTo>
                  <a:cubicBezTo>
                    <a:pt x="6728" y="1507"/>
                    <a:pt x="6861" y="1840"/>
                    <a:pt x="6961" y="2141"/>
                  </a:cubicBezTo>
                  <a:cubicBezTo>
                    <a:pt x="7261" y="2741"/>
                    <a:pt x="7461" y="3375"/>
                    <a:pt x="7795" y="3975"/>
                  </a:cubicBezTo>
                  <a:cubicBezTo>
                    <a:pt x="7962" y="4242"/>
                    <a:pt x="8229" y="4542"/>
                    <a:pt x="8462" y="4809"/>
                  </a:cubicBezTo>
                  <a:cubicBezTo>
                    <a:pt x="8729" y="5043"/>
                    <a:pt x="9096" y="5243"/>
                    <a:pt x="9530" y="5343"/>
                  </a:cubicBezTo>
                  <a:cubicBezTo>
                    <a:pt x="9643" y="5364"/>
                    <a:pt x="9760" y="5372"/>
                    <a:pt x="9877" y="5372"/>
                  </a:cubicBezTo>
                  <a:cubicBezTo>
                    <a:pt x="10138" y="5372"/>
                    <a:pt x="10400" y="5333"/>
                    <a:pt x="10630" y="5310"/>
                  </a:cubicBezTo>
                  <a:cubicBezTo>
                    <a:pt x="10813" y="5273"/>
                    <a:pt x="10986" y="5246"/>
                    <a:pt x="11149" y="5246"/>
                  </a:cubicBezTo>
                  <a:cubicBezTo>
                    <a:pt x="11283" y="5246"/>
                    <a:pt x="11410" y="5264"/>
                    <a:pt x="11531" y="5310"/>
                  </a:cubicBezTo>
                  <a:cubicBezTo>
                    <a:pt x="12065" y="5476"/>
                    <a:pt x="12465" y="6010"/>
                    <a:pt x="12765" y="6577"/>
                  </a:cubicBezTo>
                  <a:lnTo>
                    <a:pt x="12799" y="6711"/>
                  </a:lnTo>
                  <a:lnTo>
                    <a:pt x="12799" y="6744"/>
                  </a:lnTo>
                  <a:lnTo>
                    <a:pt x="12865" y="6811"/>
                  </a:lnTo>
                  <a:lnTo>
                    <a:pt x="12899" y="6844"/>
                  </a:lnTo>
                  <a:cubicBezTo>
                    <a:pt x="12932" y="6911"/>
                    <a:pt x="12965" y="6977"/>
                    <a:pt x="13032" y="7044"/>
                  </a:cubicBezTo>
                  <a:cubicBezTo>
                    <a:pt x="13099" y="7178"/>
                    <a:pt x="13199" y="7344"/>
                    <a:pt x="13266" y="7478"/>
                  </a:cubicBezTo>
                  <a:cubicBezTo>
                    <a:pt x="13432" y="7745"/>
                    <a:pt x="13566" y="8045"/>
                    <a:pt x="13733" y="8345"/>
                  </a:cubicBezTo>
                  <a:cubicBezTo>
                    <a:pt x="14066" y="8879"/>
                    <a:pt x="14366" y="9413"/>
                    <a:pt x="14767" y="9846"/>
                  </a:cubicBezTo>
                  <a:cubicBezTo>
                    <a:pt x="14933" y="10046"/>
                    <a:pt x="15200" y="10213"/>
                    <a:pt x="15434" y="10347"/>
                  </a:cubicBezTo>
                  <a:cubicBezTo>
                    <a:pt x="15590" y="10425"/>
                    <a:pt x="15735" y="10457"/>
                    <a:pt x="15882" y="10457"/>
                  </a:cubicBezTo>
                  <a:cubicBezTo>
                    <a:pt x="15986" y="10457"/>
                    <a:pt x="16090" y="10441"/>
                    <a:pt x="16201" y="10413"/>
                  </a:cubicBezTo>
                  <a:cubicBezTo>
                    <a:pt x="16668" y="10313"/>
                    <a:pt x="16901" y="10046"/>
                    <a:pt x="17068" y="9880"/>
                  </a:cubicBezTo>
                  <a:lnTo>
                    <a:pt x="17335" y="9646"/>
                  </a:lnTo>
                  <a:cubicBezTo>
                    <a:pt x="17477" y="9448"/>
                    <a:pt x="17306" y="9298"/>
                    <a:pt x="17067" y="9298"/>
                  </a:cubicBezTo>
                  <a:cubicBezTo>
                    <a:pt x="17025" y="9298"/>
                    <a:pt x="16980" y="9302"/>
                    <a:pt x="16935" y="9313"/>
                  </a:cubicBezTo>
                  <a:cubicBezTo>
                    <a:pt x="16935" y="9313"/>
                    <a:pt x="16901" y="9413"/>
                    <a:pt x="16735" y="9546"/>
                  </a:cubicBezTo>
                  <a:cubicBezTo>
                    <a:pt x="16568" y="9679"/>
                    <a:pt x="16368" y="9880"/>
                    <a:pt x="16034" y="9980"/>
                  </a:cubicBezTo>
                  <a:cubicBezTo>
                    <a:pt x="15991" y="9989"/>
                    <a:pt x="15946" y="9994"/>
                    <a:pt x="15900" y="9994"/>
                  </a:cubicBezTo>
                  <a:cubicBezTo>
                    <a:pt x="15629" y="9994"/>
                    <a:pt x="15319" y="9827"/>
                    <a:pt x="15033" y="9513"/>
                  </a:cubicBezTo>
                  <a:cubicBezTo>
                    <a:pt x="14733" y="9146"/>
                    <a:pt x="14433" y="8645"/>
                    <a:pt x="14133" y="8078"/>
                  </a:cubicBezTo>
                  <a:cubicBezTo>
                    <a:pt x="14033" y="7811"/>
                    <a:pt x="13866" y="7511"/>
                    <a:pt x="13733" y="7211"/>
                  </a:cubicBezTo>
                  <a:cubicBezTo>
                    <a:pt x="13632" y="7044"/>
                    <a:pt x="13566" y="6911"/>
                    <a:pt x="13466" y="6744"/>
                  </a:cubicBezTo>
                  <a:lnTo>
                    <a:pt x="13366" y="6510"/>
                  </a:lnTo>
                  <a:lnTo>
                    <a:pt x="13299" y="6477"/>
                  </a:lnTo>
                  <a:lnTo>
                    <a:pt x="13299" y="6410"/>
                  </a:lnTo>
                  <a:lnTo>
                    <a:pt x="13232" y="6310"/>
                  </a:lnTo>
                  <a:cubicBezTo>
                    <a:pt x="13132" y="6177"/>
                    <a:pt x="13065" y="6010"/>
                    <a:pt x="12965" y="5843"/>
                  </a:cubicBezTo>
                  <a:cubicBezTo>
                    <a:pt x="12865" y="5677"/>
                    <a:pt x="12765" y="5543"/>
                    <a:pt x="12632" y="5376"/>
                  </a:cubicBezTo>
                  <a:cubicBezTo>
                    <a:pt x="12432" y="5076"/>
                    <a:pt x="12098" y="4809"/>
                    <a:pt x="11698" y="4676"/>
                  </a:cubicBezTo>
                  <a:cubicBezTo>
                    <a:pt x="11481" y="4609"/>
                    <a:pt x="11272" y="4584"/>
                    <a:pt x="11076" y="4584"/>
                  </a:cubicBezTo>
                  <a:cubicBezTo>
                    <a:pt x="10880" y="4584"/>
                    <a:pt x="10697" y="4609"/>
                    <a:pt x="10530" y="4642"/>
                  </a:cubicBezTo>
                  <a:cubicBezTo>
                    <a:pt x="10330" y="4659"/>
                    <a:pt x="10163" y="4668"/>
                    <a:pt x="10013" y="4668"/>
                  </a:cubicBezTo>
                  <a:cubicBezTo>
                    <a:pt x="9863" y="4668"/>
                    <a:pt x="9730" y="4659"/>
                    <a:pt x="9596" y="4642"/>
                  </a:cubicBezTo>
                  <a:cubicBezTo>
                    <a:pt x="9296" y="4542"/>
                    <a:pt x="9096" y="4409"/>
                    <a:pt x="8896" y="4209"/>
                  </a:cubicBezTo>
                  <a:cubicBezTo>
                    <a:pt x="8629" y="4009"/>
                    <a:pt x="8462" y="3809"/>
                    <a:pt x="8362" y="3542"/>
                  </a:cubicBezTo>
                  <a:cubicBezTo>
                    <a:pt x="8062" y="3075"/>
                    <a:pt x="7862" y="2474"/>
                    <a:pt x="7561" y="1840"/>
                  </a:cubicBezTo>
                  <a:cubicBezTo>
                    <a:pt x="7395" y="1540"/>
                    <a:pt x="7261" y="1207"/>
                    <a:pt x="7061" y="873"/>
                  </a:cubicBezTo>
                  <a:cubicBezTo>
                    <a:pt x="6861" y="540"/>
                    <a:pt x="6561" y="206"/>
                    <a:pt x="6094" y="39"/>
                  </a:cubicBezTo>
                  <a:cubicBezTo>
                    <a:pt x="5995" y="11"/>
                    <a:pt x="5890" y="1"/>
                    <a:pt x="57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7" name="Google Shape;387;p3"/>
            <p:cNvSpPr/>
            <p:nvPr/>
          </p:nvSpPr>
          <p:spPr>
            <a:xfrm>
              <a:off x="10444075" y="3010163"/>
              <a:ext cx="411848" cy="198422"/>
            </a:xfrm>
            <a:custGeom>
              <a:avLst/>
              <a:gdLst/>
              <a:ahLst/>
              <a:cxnLst/>
              <a:rect l="l" t="t" r="r" b="b"/>
              <a:pathLst>
                <a:path w="18280" h="8807" extrusionOk="0">
                  <a:moveTo>
                    <a:pt x="5403" y="1"/>
                  </a:moveTo>
                  <a:cubicBezTo>
                    <a:pt x="4970" y="1"/>
                    <a:pt x="4603" y="34"/>
                    <a:pt x="4269" y="167"/>
                  </a:cubicBezTo>
                  <a:cubicBezTo>
                    <a:pt x="4102" y="201"/>
                    <a:pt x="3936" y="301"/>
                    <a:pt x="3769" y="368"/>
                  </a:cubicBezTo>
                  <a:cubicBezTo>
                    <a:pt x="3635" y="501"/>
                    <a:pt x="3469" y="634"/>
                    <a:pt x="3369" y="735"/>
                  </a:cubicBezTo>
                  <a:cubicBezTo>
                    <a:pt x="3102" y="1035"/>
                    <a:pt x="2935" y="1335"/>
                    <a:pt x="2802" y="1635"/>
                  </a:cubicBezTo>
                  <a:cubicBezTo>
                    <a:pt x="2568" y="2236"/>
                    <a:pt x="2435" y="2803"/>
                    <a:pt x="2234" y="3203"/>
                  </a:cubicBezTo>
                  <a:cubicBezTo>
                    <a:pt x="2034" y="3670"/>
                    <a:pt x="1734" y="3903"/>
                    <a:pt x="1434" y="3970"/>
                  </a:cubicBezTo>
                  <a:cubicBezTo>
                    <a:pt x="1344" y="3979"/>
                    <a:pt x="1262" y="3983"/>
                    <a:pt x="1185" y="3983"/>
                  </a:cubicBezTo>
                  <a:cubicBezTo>
                    <a:pt x="975" y="3983"/>
                    <a:pt x="804" y="3952"/>
                    <a:pt x="633" y="3903"/>
                  </a:cubicBezTo>
                  <a:cubicBezTo>
                    <a:pt x="433" y="3870"/>
                    <a:pt x="366" y="3837"/>
                    <a:pt x="366" y="3837"/>
                  </a:cubicBezTo>
                  <a:cubicBezTo>
                    <a:pt x="337" y="3824"/>
                    <a:pt x="308" y="3818"/>
                    <a:pt x="281" y="3818"/>
                  </a:cubicBezTo>
                  <a:cubicBezTo>
                    <a:pt x="97" y="3818"/>
                    <a:pt x="0" y="4083"/>
                    <a:pt x="233" y="4170"/>
                  </a:cubicBezTo>
                  <a:cubicBezTo>
                    <a:pt x="233" y="4170"/>
                    <a:pt x="366" y="4237"/>
                    <a:pt x="567" y="4304"/>
                  </a:cubicBezTo>
                  <a:cubicBezTo>
                    <a:pt x="728" y="4331"/>
                    <a:pt x="956" y="4380"/>
                    <a:pt x="1284" y="4380"/>
                  </a:cubicBezTo>
                  <a:cubicBezTo>
                    <a:pt x="1362" y="4380"/>
                    <a:pt x="1445" y="4377"/>
                    <a:pt x="1534" y="4370"/>
                  </a:cubicBezTo>
                  <a:cubicBezTo>
                    <a:pt x="1734" y="4370"/>
                    <a:pt x="1968" y="4237"/>
                    <a:pt x="2201" y="4070"/>
                  </a:cubicBezTo>
                  <a:cubicBezTo>
                    <a:pt x="2401" y="3903"/>
                    <a:pt x="2568" y="3703"/>
                    <a:pt x="2701" y="3470"/>
                  </a:cubicBezTo>
                  <a:cubicBezTo>
                    <a:pt x="2935" y="3003"/>
                    <a:pt x="3068" y="2402"/>
                    <a:pt x="3302" y="1902"/>
                  </a:cubicBezTo>
                  <a:cubicBezTo>
                    <a:pt x="3435" y="1635"/>
                    <a:pt x="3569" y="1402"/>
                    <a:pt x="3769" y="1202"/>
                  </a:cubicBezTo>
                  <a:cubicBezTo>
                    <a:pt x="3936" y="1001"/>
                    <a:pt x="4203" y="868"/>
                    <a:pt x="4469" y="801"/>
                  </a:cubicBezTo>
                  <a:cubicBezTo>
                    <a:pt x="4695" y="726"/>
                    <a:pt x="4920" y="689"/>
                    <a:pt x="5117" y="689"/>
                  </a:cubicBezTo>
                  <a:cubicBezTo>
                    <a:pt x="5182" y="689"/>
                    <a:pt x="5245" y="693"/>
                    <a:pt x="5303" y="701"/>
                  </a:cubicBezTo>
                  <a:cubicBezTo>
                    <a:pt x="5604" y="801"/>
                    <a:pt x="5870" y="868"/>
                    <a:pt x="6071" y="1068"/>
                  </a:cubicBezTo>
                  <a:cubicBezTo>
                    <a:pt x="6538" y="1468"/>
                    <a:pt x="6904" y="2002"/>
                    <a:pt x="7271" y="2536"/>
                  </a:cubicBezTo>
                  <a:cubicBezTo>
                    <a:pt x="7638" y="3103"/>
                    <a:pt x="8072" y="3637"/>
                    <a:pt x="8706" y="3970"/>
                  </a:cubicBezTo>
                  <a:cubicBezTo>
                    <a:pt x="8806" y="4004"/>
                    <a:pt x="8906" y="4037"/>
                    <a:pt x="8973" y="4104"/>
                  </a:cubicBezTo>
                  <a:lnTo>
                    <a:pt x="8939" y="4104"/>
                  </a:lnTo>
                  <a:cubicBezTo>
                    <a:pt x="9067" y="4155"/>
                    <a:pt x="9215" y="4226"/>
                    <a:pt x="9397" y="4226"/>
                  </a:cubicBezTo>
                  <a:cubicBezTo>
                    <a:pt x="9453" y="4226"/>
                    <a:pt x="9511" y="4219"/>
                    <a:pt x="9573" y="4204"/>
                  </a:cubicBezTo>
                  <a:cubicBezTo>
                    <a:pt x="9773" y="4170"/>
                    <a:pt x="9940" y="4104"/>
                    <a:pt x="10107" y="4004"/>
                  </a:cubicBezTo>
                  <a:cubicBezTo>
                    <a:pt x="10407" y="3837"/>
                    <a:pt x="10607" y="3670"/>
                    <a:pt x="10874" y="3637"/>
                  </a:cubicBezTo>
                  <a:cubicBezTo>
                    <a:pt x="10966" y="3597"/>
                    <a:pt x="11063" y="3578"/>
                    <a:pt x="11162" y="3578"/>
                  </a:cubicBezTo>
                  <a:cubicBezTo>
                    <a:pt x="11313" y="3578"/>
                    <a:pt x="11466" y="3623"/>
                    <a:pt x="11608" y="3703"/>
                  </a:cubicBezTo>
                  <a:cubicBezTo>
                    <a:pt x="11875" y="3837"/>
                    <a:pt x="12041" y="4004"/>
                    <a:pt x="12142" y="4270"/>
                  </a:cubicBezTo>
                  <a:cubicBezTo>
                    <a:pt x="12442" y="4771"/>
                    <a:pt x="12442" y="5438"/>
                    <a:pt x="12742" y="6105"/>
                  </a:cubicBezTo>
                  <a:cubicBezTo>
                    <a:pt x="12775" y="6138"/>
                    <a:pt x="12775" y="6205"/>
                    <a:pt x="12809" y="6272"/>
                  </a:cubicBezTo>
                  <a:lnTo>
                    <a:pt x="12909" y="6372"/>
                  </a:lnTo>
                  <a:lnTo>
                    <a:pt x="13076" y="6605"/>
                  </a:lnTo>
                  <a:cubicBezTo>
                    <a:pt x="13209" y="6705"/>
                    <a:pt x="13276" y="6839"/>
                    <a:pt x="13409" y="6972"/>
                  </a:cubicBezTo>
                  <a:cubicBezTo>
                    <a:pt x="13609" y="7206"/>
                    <a:pt x="13876" y="7439"/>
                    <a:pt x="14076" y="7639"/>
                  </a:cubicBezTo>
                  <a:cubicBezTo>
                    <a:pt x="14543" y="8006"/>
                    <a:pt x="14977" y="8340"/>
                    <a:pt x="15477" y="8540"/>
                  </a:cubicBezTo>
                  <a:cubicBezTo>
                    <a:pt x="15944" y="8774"/>
                    <a:pt x="16445" y="8807"/>
                    <a:pt x="16812" y="8807"/>
                  </a:cubicBezTo>
                  <a:cubicBezTo>
                    <a:pt x="17245" y="8807"/>
                    <a:pt x="17545" y="8674"/>
                    <a:pt x="17746" y="8607"/>
                  </a:cubicBezTo>
                  <a:cubicBezTo>
                    <a:pt x="17812" y="8540"/>
                    <a:pt x="17912" y="8507"/>
                    <a:pt x="17946" y="8473"/>
                  </a:cubicBezTo>
                  <a:cubicBezTo>
                    <a:pt x="17979" y="8440"/>
                    <a:pt x="18046" y="8440"/>
                    <a:pt x="18046" y="8440"/>
                  </a:cubicBezTo>
                  <a:cubicBezTo>
                    <a:pt x="18279" y="8273"/>
                    <a:pt x="18079" y="8006"/>
                    <a:pt x="17645" y="7873"/>
                  </a:cubicBezTo>
                  <a:cubicBezTo>
                    <a:pt x="17645" y="7873"/>
                    <a:pt x="17579" y="7973"/>
                    <a:pt x="17412" y="8006"/>
                  </a:cubicBezTo>
                  <a:cubicBezTo>
                    <a:pt x="17245" y="8040"/>
                    <a:pt x="16978" y="8140"/>
                    <a:pt x="16645" y="8140"/>
                  </a:cubicBezTo>
                  <a:cubicBezTo>
                    <a:pt x="16378" y="8140"/>
                    <a:pt x="15944" y="8040"/>
                    <a:pt x="15544" y="7840"/>
                  </a:cubicBezTo>
                  <a:cubicBezTo>
                    <a:pt x="15110" y="7673"/>
                    <a:pt x="14710" y="7339"/>
                    <a:pt x="14276" y="6972"/>
                  </a:cubicBezTo>
                  <a:cubicBezTo>
                    <a:pt x="14076" y="6739"/>
                    <a:pt x="13909" y="6539"/>
                    <a:pt x="13709" y="6339"/>
                  </a:cubicBezTo>
                  <a:cubicBezTo>
                    <a:pt x="13576" y="6238"/>
                    <a:pt x="13476" y="6138"/>
                    <a:pt x="13409" y="6005"/>
                  </a:cubicBezTo>
                  <a:lnTo>
                    <a:pt x="13276" y="5838"/>
                  </a:lnTo>
                  <a:lnTo>
                    <a:pt x="13242" y="5738"/>
                  </a:lnTo>
                  <a:cubicBezTo>
                    <a:pt x="13209" y="5738"/>
                    <a:pt x="13209" y="5738"/>
                    <a:pt x="13209" y="5705"/>
                  </a:cubicBezTo>
                  <a:cubicBezTo>
                    <a:pt x="12975" y="5171"/>
                    <a:pt x="12975" y="4504"/>
                    <a:pt x="12642" y="3803"/>
                  </a:cubicBezTo>
                  <a:cubicBezTo>
                    <a:pt x="12475" y="3470"/>
                    <a:pt x="12208" y="3136"/>
                    <a:pt x="11808" y="2969"/>
                  </a:cubicBezTo>
                  <a:cubicBezTo>
                    <a:pt x="11542" y="2849"/>
                    <a:pt x="11276" y="2763"/>
                    <a:pt x="10985" y="2763"/>
                  </a:cubicBezTo>
                  <a:cubicBezTo>
                    <a:pt x="10874" y="2763"/>
                    <a:pt x="10760" y="2775"/>
                    <a:pt x="10640" y="2803"/>
                  </a:cubicBezTo>
                  <a:cubicBezTo>
                    <a:pt x="10240" y="2869"/>
                    <a:pt x="9940" y="3070"/>
                    <a:pt x="9706" y="3203"/>
                  </a:cubicBezTo>
                  <a:cubicBezTo>
                    <a:pt x="9573" y="3303"/>
                    <a:pt x="9473" y="3336"/>
                    <a:pt x="9406" y="3336"/>
                  </a:cubicBezTo>
                  <a:cubicBezTo>
                    <a:pt x="9373" y="3336"/>
                    <a:pt x="9273" y="3336"/>
                    <a:pt x="9206" y="3303"/>
                  </a:cubicBezTo>
                  <a:lnTo>
                    <a:pt x="9139" y="3303"/>
                  </a:lnTo>
                  <a:cubicBezTo>
                    <a:pt x="9106" y="3303"/>
                    <a:pt x="9039" y="3236"/>
                    <a:pt x="8939" y="3203"/>
                  </a:cubicBezTo>
                  <a:cubicBezTo>
                    <a:pt x="8539" y="3003"/>
                    <a:pt x="8139" y="2536"/>
                    <a:pt x="7772" y="2035"/>
                  </a:cubicBezTo>
                  <a:cubicBezTo>
                    <a:pt x="7405" y="1535"/>
                    <a:pt x="7038" y="901"/>
                    <a:pt x="6437" y="468"/>
                  </a:cubicBezTo>
                  <a:cubicBezTo>
                    <a:pt x="6204" y="234"/>
                    <a:pt x="5770" y="67"/>
                    <a:pt x="5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8" name="Google Shape;388;p3"/>
            <p:cNvSpPr/>
            <p:nvPr/>
          </p:nvSpPr>
          <p:spPr>
            <a:xfrm>
              <a:off x="10371145" y="3133064"/>
              <a:ext cx="299717" cy="263421"/>
            </a:xfrm>
            <a:custGeom>
              <a:avLst/>
              <a:gdLst/>
              <a:ahLst/>
              <a:cxnLst/>
              <a:rect l="l" t="t" r="r" b="b"/>
              <a:pathLst>
                <a:path w="13303" h="11692" extrusionOk="0">
                  <a:moveTo>
                    <a:pt x="2713" y="0"/>
                  </a:moveTo>
                  <a:cubicBezTo>
                    <a:pt x="2265" y="0"/>
                    <a:pt x="1833" y="141"/>
                    <a:pt x="1502" y="383"/>
                  </a:cubicBezTo>
                  <a:cubicBezTo>
                    <a:pt x="1002" y="717"/>
                    <a:pt x="635" y="1184"/>
                    <a:pt x="401" y="1617"/>
                  </a:cubicBezTo>
                  <a:cubicBezTo>
                    <a:pt x="201" y="2084"/>
                    <a:pt x="68" y="2518"/>
                    <a:pt x="34" y="2885"/>
                  </a:cubicBezTo>
                  <a:cubicBezTo>
                    <a:pt x="1" y="3052"/>
                    <a:pt x="1" y="3252"/>
                    <a:pt x="1" y="3385"/>
                  </a:cubicBezTo>
                  <a:cubicBezTo>
                    <a:pt x="34" y="3552"/>
                    <a:pt x="34" y="3686"/>
                    <a:pt x="34" y="3752"/>
                  </a:cubicBezTo>
                  <a:cubicBezTo>
                    <a:pt x="34" y="3886"/>
                    <a:pt x="68" y="3952"/>
                    <a:pt x="68" y="4019"/>
                  </a:cubicBezTo>
                  <a:lnTo>
                    <a:pt x="68" y="4086"/>
                  </a:lnTo>
                  <a:cubicBezTo>
                    <a:pt x="108" y="4193"/>
                    <a:pt x="185" y="4235"/>
                    <a:pt x="261" y="4235"/>
                  </a:cubicBezTo>
                  <a:cubicBezTo>
                    <a:pt x="376" y="4235"/>
                    <a:pt x="488" y="4139"/>
                    <a:pt x="468" y="4019"/>
                  </a:cubicBezTo>
                  <a:lnTo>
                    <a:pt x="468" y="3919"/>
                  </a:lnTo>
                  <a:cubicBezTo>
                    <a:pt x="468" y="3886"/>
                    <a:pt x="401" y="3786"/>
                    <a:pt x="401" y="3719"/>
                  </a:cubicBezTo>
                  <a:lnTo>
                    <a:pt x="401" y="3385"/>
                  </a:lnTo>
                  <a:cubicBezTo>
                    <a:pt x="401" y="3219"/>
                    <a:pt x="401" y="3085"/>
                    <a:pt x="468" y="2918"/>
                  </a:cubicBezTo>
                  <a:cubicBezTo>
                    <a:pt x="501" y="2585"/>
                    <a:pt x="635" y="2218"/>
                    <a:pt x="835" y="1851"/>
                  </a:cubicBezTo>
                  <a:cubicBezTo>
                    <a:pt x="1035" y="1451"/>
                    <a:pt x="1368" y="1050"/>
                    <a:pt x="1802" y="783"/>
                  </a:cubicBezTo>
                  <a:cubicBezTo>
                    <a:pt x="2057" y="613"/>
                    <a:pt x="2367" y="511"/>
                    <a:pt x="2678" y="511"/>
                  </a:cubicBezTo>
                  <a:cubicBezTo>
                    <a:pt x="2856" y="511"/>
                    <a:pt x="3034" y="544"/>
                    <a:pt x="3203" y="617"/>
                  </a:cubicBezTo>
                  <a:cubicBezTo>
                    <a:pt x="3337" y="617"/>
                    <a:pt x="3403" y="717"/>
                    <a:pt x="3537" y="783"/>
                  </a:cubicBezTo>
                  <a:cubicBezTo>
                    <a:pt x="3670" y="884"/>
                    <a:pt x="3704" y="950"/>
                    <a:pt x="3804" y="1050"/>
                  </a:cubicBezTo>
                  <a:cubicBezTo>
                    <a:pt x="3970" y="1217"/>
                    <a:pt x="4037" y="1451"/>
                    <a:pt x="4137" y="1751"/>
                  </a:cubicBezTo>
                  <a:cubicBezTo>
                    <a:pt x="4304" y="2285"/>
                    <a:pt x="4337" y="2952"/>
                    <a:pt x="4704" y="3585"/>
                  </a:cubicBezTo>
                  <a:lnTo>
                    <a:pt x="4804" y="3719"/>
                  </a:lnTo>
                  <a:cubicBezTo>
                    <a:pt x="4838" y="3786"/>
                    <a:pt x="4871" y="3786"/>
                    <a:pt x="4904" y="3852"/>
                  </a:cubicBezTo>
                  <a:lnTo>
                    <a:pt x="5071" y="4019"/>
                  </a:lnTo>
                  <a:cubicBezTo>
                    <a:pt x="5205" y="4119"/>
                    <a:pt x="5338" y="4219"/>
                    <a:pt x="5505" y="4286"/>
                  </a:cubicBezTo>
                  <a:cubicBezTo>
                    <a:pt x="5638" y="4419"/>
                    <a:pt x="5805" y="4453"/>
                    <a:pt x="5972" y="4519"/>
                  </a:cubicBezTo>
                  <a:cubicBezTo>
                    <a:pt x="6139" y="4553"/>
                    <a:pt x="6305" y="4586"/>
                    <a:pt x="6405" y="4586"/>
                  </a:cubicBezTo>
                  <a:cubicBezTo>
                    <a:pt x="6706" y="4586"/>
                    <a:pt x="6906" y="4620"/>
                    <a:pt x="7173" y="4720"/>
                  </a:cubicBezTo>
                  <a:cubicBezTo>
                    <a:pt x="7406" y="4786"/>
                    <a:pt x="7673" y="4886"/>
                    <a:pt x="7840" y="5053"/>
                  </a:cubicBezTo>
                  <a:cubicBezTo>
                    <a:pt x="8207" y="5387"/>
                    <a:pt x="8507" y="5887"/>
                    <a:pt x="8707" y="6421"/>
                  </a:cubicBezTo>
                  <a:cubicBezTo>
                    <a:pt x="9141" y="7522"/>
                    <a:pt x="9241" y="8823"/>
                    <a:pt x="9674" y="9890"/>
                  </a:cubicBezTo>
                  <a:cubicBezTo>
                    <a:pt x="9875" y="10424"/>
                    <a:pt x="10208" y="10924"/>
                    <a:pt x="10642" y="11258"/>
                  </a:cubicBezTo>
                  <a:cubicBezTo>
                    <a:pt x="11042" y="11591"/>
                    <a:pt x="11542" y="11691"/>
                    <a:pt x="11943" y="11691"/>
                  </a:cubicBezTo>
                  <a:cubicBezTo>
                    <a:pt x="12310" y="11691"/>
                    <a:pt x="12610" y="11591"/>
                    <a:pt x="12810" y="11558"/>
                  </a:cubicBezTo>
                  <a:cubicBezTo>
                    <a:pt x="12977" y="11524"/>
                    <a:pt x="13110" y="11491"/>
                    <a:pt x="13110" y="11491"/>
                  </a:cubicBezTo>
                  <a:cubicBezTo>
                    <a:pt x="13302" y="11409"/>
                    <a:pt x="13246" y="11191"/>
                    <a:pt x="13090" y="11191"/>
                  </a:cubicBezTo>
                  <a:cubicBezTo>
                    <a:pt x="13056" y="11191"/>
                    <a:pt x="13018" y="11201"/>
                    <a:pt x="12977" y="11224"/>
                  </a:cubicBezTo>
                  <a:cubicBezTo>
                    <a:pt x="12977" y="11224"/>
                    <a:pt x="12843" y="11258"/>
                    <a:pt x="12677" y="11324"/>
                  </a:cubicBezTo>
                  <a:cubicBezTo>
                    <a:pt x="12610" y="11324"/>
                    <a:pt x="12476" y="11358"/>
                    <a:pt x="12343" y="11358"/>
                  </a:cubicBezTo>
                  <a:lnTo>
                    <a:pt x="11876" y="11358"/>
                  </a:lnTo>
                  <a:cubicBezTo>
                    <a:pt x="11609" y="11324"/>
                    <a:pt x="11209" y="11224"/>
                    <a:pt x="10875" y="10991"/>
                  </a:cubicBezTo>
                  <a:cubicBezTo>
                    <a:pt x="10608" y="10724"/>
                    <a:pt x="10342" y="10290"/>
                    <a:pt x="10175" y="9790"/>
                  </a:cubicBezTo>
                  <a:cubicBezTo>
                    <a:pt x="9841" y="8789"/>
                    <a:pt x="9775" y="7555"/>
                    <a:pt x="9341" y="6287"/>
                  </a:cubicBezTo>
                  <a:cubicBezTo>
                    <a:pt x="9141" y="5687"/>
                    <a:pt x="8807" y="5053"/>
                    <a:pt x="8273" y="4586"/>
                  </a:cubicBezTo>
                  <a:cubicBezTo>
                    <a:pt x="8007" y="4353"/>
                    <a:pt x="7673" y="4253"/>
                    <a:pt x="7373" y="4119"/>
                  </a:cubicBezTo>
                  <a:cubicBezTo>
                    <a:pt x="7073" y="4052"/>
                    <a:pt x="6739" y="4019"/>
                    <a:pt x="6506" y="3952"/>
                  </a:cubicBezTo>
                  <a:cubicBezTo>
                    <a:pt x="6339" y="3952"/>
                    <a:pt x="6239" y="3919"/>
                    <a:pt x="6139" y="3919"/>
                  </a:cubicBezTo>
                  <a:cubicBezTo>
                    <a:pt x="6039" y="3886"/>
                    <a:pt x="5905" y="3886"/>
                    <a:pt x="5838" y="3786"/>
                  </a:cubicBezTo>
                  <a:cubicBezTo>
                    <a:pt x="5772" y="3752"/>
                    <a:pt x="5638" y="3686"/>
                    <a:pt x="5538" y="3585"/>
                  </a:cubicBezTo>
                  <a:lnTo>
                    <a:pt x="5371" y="3452"/>
                  </a:lnTo>
                  <a:lnTo>
                    <a:pt x="5338" y="3419"/>
                  </a:lnTo>
                  <a:lnTo>
                    <a:pt x="5305" y="3352"/>
                  </a:lnTo>
                  <a:cubicBezTo>
                    <a:pt x="5004" y="2918"/>
                    <a:pt x="4904" y="2285"/>
                    <a:pt x="4738" y="1684"/>
                  </a:cubicBezTo>
                  <a:cubicBezTo>
                    <a:pt x="4671" y="1351"/>
                    <a:pt x="4537" y="1017"/>
                    <a:pt x="4304" y="717"/>
                  </a:cubicBezTo>
                  <a:cubicBezTo>
                    <a:pt x="4204" y="550"/>
                    <a:pt x="4037" y="417"/>
                    <a:pt x="3870" y="350"/>
                  </a:cubicBezTo>
                  <a:cubicBezTo>
                    <a:pt x="3737" y="250"/>
                    <a:pt x="3570" y="183"/>
                    <a:pt x="3403" y="116"/>
                  </a:cubicBezTo>
                  <a:cubicBezTo>
                    <a:pt x="3177" y="37"/>
                    <a:pt x="2943" y="0"/>
                    <a:pt x="27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9" name="Google Shape;389;p3"/>
            <p:cNvSpPr/>
            <p:nvPr/>
          </p:nvSpPr>
          <p:spPr>
            <a:xfrm>
              <a:off x="9841330" y="1567972"/>
              <a:ext cx="27059" cy="11288"/>
            </a:xfrm>
            <a:custGeom>
              <a:avLst/>
              <a:gdLst/>
              <a:ahLst/>
              <a:cxnLst/>
              <a:rect l="l" t="t" r="r" b="b"/>
              <a:pathLst>
                <a:path w="1201" h="501" extrusionOk="0">
                  <a:moveTo>
                    <a:pt x="634" y="0"/>
                  </a:moveTo>
                  <a:cubicBezTo>
                    <a:pt x="500" y="0"/>
                    <a:pt x="334" y="0"/>
                    <a:pt x="200" y="34"/>
                  </a:cubicBezTo>
                  <a:cubicBezTo>
                    <a:pt x="100" y="100"/>
                    <a:pt x="0" y="134"/>
                    <a:pt x="0" y="134"/>
                  </a:cubicBezTo>
                  <a:lnTo>
                    <a:pt x="33" y="400"/>
                  </a:lnTo>
                  <a:cubicBezTo>
                    <a:pt x="33" y="400"/>
                    <a:pt x="133" y="400"/>
                    <a:pt x="267" y="434"/>
                  </a:cubicBezTo>
                  <a:cubicBezTo>
                    <a:pt x="367" y="467"/>
                    <a:pt x="500" y="501"/>
                    <a:pt x="600" y="501"/>
                  </a:cubicBezTo>
                  <a:lnTo>
                    <a:pt x="1101" y="501"/>
                  </a:lnTo>
                  <a:cubicBezTo>
                    <a:pt x="1134" y="501"/>
                    <a:pt x="1201" y="300"/>
                    <a:pt x="1168" y="267"/>
                  </a:cubicBezTo>
                  <a:cubicBezTo>
                    <a:pt x="1168" y="267"/>
                    <a:pt x="1134" y="200"/>
                    <a:pt x="1001" y="134"/>
                  </a:cubicBezTo>
                  <a:cubicBezTo>
                    <a:pt x="934" y="100"/>
                    <a:pt x="767" y="0"/>
                    <a:pt x="6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0" name="Google Shape;390;p3"/>
            <p:cNvSpPr/>
            <p:nvPr/>
          </p:nvSpPr>
          <p:spPr>
            <a:xfrm>
              <a:off x="9847323" y="1587506"/>
              <a:ext cx="27847" cy="12189"/>
            </a:xfrm>
            <a:custGeom>
              <a:avLst/>
              <a:gdLst/>
              <a:ahLst/>
              <a:cxnLst/>
              <a:rect l="l" t="t" r="r" b="b"/>
              <a:pathLst>
                <a:path w="1236" h="541" extrusionOk="0">
                  <a:moveTo>
                    <a:pt x="568" y="0"/>
                  </a:moveTo>
                  <a:cubicBezTo>
                    <a:pt x="368" y="67"/>
                    <a:pt x="1" y="234"/>
                    <a:pt x="1" y="234"/>
                  </a:cubicBezTo>
                  <a:lnTo>
                    <a:pt x="34" y="467"/>
                  </a:lnTo>
                  <a:cubicBezTo>
                    <a:pt x="34" y="467"/>
                    <a:pt x="304" y="541"/>
                    <a:pt x="549" y="541"/>
                  </a:cubicBezTo>
                  <a:cubicBezTo>
                    <a:pt x="590" y="541"/>
                    <a:pt x="630" y="539"/>
                    <a:pt x="668" y="534"/>
                  </a:cubicBezTo>
                  <a:cubicBezTo>
                    <a:pt x="868" y="467"/>
                    <a:pt x="1235" y="367"/>
                    <a:pt x="1235" y="367"/>
                  </a:cubicBezTo>
                  <a:lnTo>
                    <a:pt x="1235" y="101"/>
                  </a:lnTo>
                  <a:cubicBezTo>
                    <a:pt x="1235" y="101"/>
                    <a:pt x="835" y="0"/>
                    <a:pt x="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1" name="Google Shape;391;p3"/>
            <p:cNvSpPr/>
            <p:nvPr/>
          </p:nvSpPr>
          <p:spPr>
            <a:xfrm>
              <a:off x="9856357" y="1612311"/>
              <a:ext cx="28568" cy="14599"/>
            </a:xfrm>
            <a:custGeom>
              <a:avLst/>
              <a:gdLst/>
              <a:ahLst/>
              <a:cxnLst/>
              <a:rect l="l" t="t" r="r" b="b"/>
              <a:pathLst>
                <a:path w="1268" h="648" extrusionOk="0">
                  <a:moveTo>
                    <a:pt x="1134" y="0"/>
                  </a:moveTo>
                  <a:cubicBezTo>
                    <a:pt x="1134" y="0"/>
                    <a:pt x="1034" y="0"/>
                    <a:pt x="934" y="34"/>
                  </a:cubicBezTo>
                  <a:cubicBezTo>
                    <a:pt x="801" y="100"/>
                    <a:pt x="634" y="100"/>
                    <a:pt x="534" y="134"/>
                  </a:cubicBezTo>
                  <a:cubicBezTo>
                    <a:pt x="467" y="167"/>
                    <a:pt x="334" y="267"/>
                    <a:pt x="200" y="300"/>
                  </a:cubicBezTo>
                  <a:cubicBezTo>
                    <a:pt x="100" y="334"/>
                    <a:pt x="0" y="367"/>
                    <a:pt x="0" y="367"/>
                  </a:cubicBezTo>
                  <a:lnTo>
                    <a:pt x="34" y="634"/>
                  </a:lnTo>
                  <a:lnTo>
                    <a:pt x="300" y="634"/>
                  </a:lnTo>
                  <a:cubicBezTo>
                    <a:pt x="340" y="644"/>
                    <a:pt x="381" y="648"/>
                    <a:pt x="424" y="648"/>
                  </a:cubicBezTo>
                  <a:cubicBezTo>
                    <a:pt x="526" y="648"/>
                    <a:pt x="630" y="624"/>
                    <a:pt x="701" y="601"/>
                  </a:cubicBezTo>
                  <a:cubicBezTo>
                    <a:pt x="834" y="534"/>
                    <a:pt x="1001" y="467"/>
                    <a:pt x="1101" y="367"/>
                  </a:cubicBezTo>
                  <a:lnTo>
                    <a:pt x="1268" y="200"/>
                  </a:lnTo>
                  <a:lnTo>
                    <a:pt x="11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2" name="Google Shape;392;p3"/>
            <p:cNvSpPr/>
            <p:nvPr/>
          </p:nvSpPr>
          <p:spPr>
            <a:xfrm>
              <a:off x="9868366" y="1628082"/>
              <a:ext cx="33840" cy="21066"/>
            </a:xfrm>
            <a:custGeom>
              <a:avLst/>
              <a:gdLst/>
              <a:ahLst/>
              <a:cxnLst/>
              <a:rect l="l" t="t" r="r" b="b"/>
              <a:pathLst>
                <a:path w="1502" h="935" extrusionOk="0">
                  <a:moveTo>
                    <a:pt x="1435" y="1"/>
                  </a:moveTo>
                  <a:cubicBezTo>
                    <a:pt x="1435" y="1"/>
                    <a:pt x="968" y="134"/>
                    <a:pt x="668" y="268"/>
                  </a:cubicBezTo>
                  <a:cubicBezTo>
                    <a:pt x="435" y="434"/>
                    <a:pt x="68" y="735"/>
                    <a:pt x="68" y="735"/>
                  </a:cubicBezTo>
                  <a:cubicBezTo>
                    <a:pt x="1" y="735"/>
                    <a:pt x="134" y="935"/>
                    <a:pt x="134" y="935"/>
                  </a:cubicBezTo>
                  <a:cubicBezTo>
                    <a:pt x="134" y="935"/>
                    <a:pt x="601" y="801"/>
                    <a:pt x="902" y="668"/>
                  </a:cubicBezTo>
                  <a:cubicBezTo>
                    <a:pt x="1135" y="501"/>
                    <a:pt x="1502" y="234"/>
                    <a:pt x="1502" y="234"/>
                  </a:cubicBezTo>
                  <a:cubicBezTo>
                    <a:pt x="1502" y="168"/>
                    <a:pt x="1435" y="1"/>
                    <a:pt x="14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3" name="Google Shape;393;p3"/>
            <p:cNvSpPr/>
            <p:nvPr/>
          </p:nvSpPr>
          <p:spPr>
            <a:xfrm>
              <a:off x="9887156" y="1656650"/>
              <a:ext cx="16560" cy="12054"/>
            </a:xfrm>
            <a:custGeom>
              <a:avLst/>
              <a:gdLst/>
              <a:ahLst/>
              <a:cxnLst/>
              <a:rect l="l" t="t" r="r" b="b"/>
              <a:pathLst>
                <a:path w="735" h="535" extrusionOk="0">
                  <a:moveTo>
                    <a:pt x="601" y="0"/>
                  </a:moveTo>
                  <a:cubicBezTo>
                    <a:pt x="601" y="0"/>
                    <a:pt x="368" y="0"/>
                    <a:pt x="268" y="67"/>
                  </a:cubicBezTo>
                  <a:cubicBezTo>
                    <a:pt x="168" y="67"/>
                    <a:pt x="134" y="167"/>
                    <a:pt x="101" y="200"/>
                  </a:cubicBezTo>
                  <a:lnTo>
                    <a:pt x="1" y="301"/>
                  </a:lnTo>
                  <a:cubicBezTo>
                    <a:pt x="1" y="334"/>
                    <a:pt x="101" y="534"/>
                    <a:pt x="101" y="534"/>
                  </a:cubicBezTo>
                  <a:lnTo>
                    <a:pt x="201" y="534"/>
                  </a:lnTo>
                  <a:cubicBezTo>
                    <a:pt x="301" y="534"/>
                    <a:pt x="401" y="534"/>
                    <a:pt x="468" y="501"/>
                  </a:cubicBezTo>
                  <a:cubicBezTo>
                    <a:pt x="601" y="401"/>
                    <a:pt x="735" y="200"/>
                    <a:pt x="735" y="200"/>
                  </a:cubicBezTo>
                  <a:cubicBezTo>
                    <a:pt x="735" y="167"/>
                    <a:pt x="601"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4" name="Google Shape;394;p3"/>
            <p:cNvSpPr/>
            <p:nvPr/>
          </p:nvSpPr>
          <p:spPr>
            <a:xfrm>
              <a:off x="10013414" y="1660075"/>
              <a:ext cx="30100" cy="13135"/>
            </a:xfrm>
            <a:custGeom>
              <a:avLst/>
              <a:gdLst/>
              <a:ahLst/>
              <a:cxnLst/>
              <a:rect l="l" t="t" r="r" b="b"/>
              <a:pathLst>
                <a:path w="1336" h="583" extrusionOk="0">
                  <a:moveTo>
                    <a:pt x="934" y="0"/>
                  </a:moveTo>
                  <a:cubicBezTo>
                    <a:pt x="827" y="0"/>
                    <a:pt x="701" y="15"/>
                    <a:pt x="635" y="15"/>
                  </a:cubicBezTo>
                  <a:cubicBezTo>
                    <a:pt x="501" y="48"/>
                    <a:pt x="334" y="149"/>
                    <a:pt x="201" y="215"/>
                  </a:cubicBezTo>
                  <a:cubicBezTo>
                    <a:pt x="68" y="315"/>
                    <a:pt x="1" y="382"/>
                    <a:pt x="1" y="382"/>
                  </a:cubicBezTo>
                  <a:lnTo>
                    <a:pt x="134" y="582"/>
                  </a:lnTo>
                  <a:cubicBezTo>
                    <a:pt x="134" y="582"/>
                    <a:pt x="201" y="582"/>
                    <a:pt x="334" y="549"/>
                  </a:cubicBezTo>
                  <a:cubicBezTo>
                    <a:pt x="468" y="515"/>
                    <a:pt x="568" y="515"/>
                    <a:pt x="701" y="482"/>
                  </a:cubicBezTo>
                  <a:cubicBezTo>
                    <a:pt x="835" y="482"/>
                    <a:pt x="968" y="382"/>
                    <a:pt x="1068" y="382"/>
                  </a:cubicBezTo>
                  <a:cubicBezTo>
                    <a:pt x="1202" y="382"/>
                    <a:pt x="1302" y="349"/>
                    <a:pt x="1302" y="349"/>
                  </a:cubicBezTo>
                  <a:cubicBezTo>
                    <a:pt x="1302" y="315"/>
                    <a:pt x="1335" y="82"/>
                    <a:pt x="1335" y="82"/>
                  </a:cubicBezTo>
                  <a:lnTo>
                    <a:pt x="1068" y="15"/>
                  </a:lnTo>
                  <a:cubicBezTo>
                    <a:pt x="1035" y="4"/>
                    <a:pt x="987" y="0"/>
                    <a:pt x="9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5" name="Google Shape;395;p3"/>
            <p:cNvSpPr/>
            <p:nvPr/>
          </p:nvSpPr>
          <p:spPr>
            <a:xfrm>
              <a:off x="10009674" y="1688215"/>
              <a:ext cx="33840" cy="13541"/>
            </a:xfrm>
            <a:custGeom>
              <a:avLst/>
              <a:gdLst/>
              <a:ahLst/>
              <a:cxnLst/>
              <a:rect l="l" t="t" r="r" b="b"/>
              <a:pathLst>
                <a:path w="1502" h="601" extrusionOk="0">
                  <a:moveTo>
                    <a:pt x="1401" y="0"/>
                  </a:moveTo>
                  <a:cubicBezTo>
                    <a:pt x="1401" y="0"/>
                    <a:pt x="967" y="0"/>
                    <a:pt x="667" y="100"/>
                  </a:cubicBezTo>
                  <a:cubicBezTo>
                    <a:pt x="400" y="134"/>
                    <a:pt x="0" y="334"/>
                    <a:pt x="0" y="334"/>
                  </a:cubicBezTo>
                  <a:lnTo>
                    <a:pt x="33" y="601"/>
                  </a:lnTo>
                  <a:cubicBezTo>
                    <a:pt x="33" y="601"/>
                    <a:pt x="500" y="601"/>
                    <a:pt x="801" y="567"/>
                  </a:cubicBezTo>
                  <a:cubicBezTo>
                    <a:pt x="1067" y="501"/>
                    <a:pt x="1501" y="267"/>
                    <a:pt x="1501" y="267"/>
                  </a:cubicBezTo>
                  <a:cubicBezTo>
                    <a:pt x="1501" y="234"/>
                    <a:pt x="1468" y="67"/>
                    <a:pt x="14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6" name="Google Shape;396;p3"/>
            <p:cNvSpPr/>
            <p:nvPr/>
          </p:nvSpPr>
          <p:spPr>
            <a:xfrm>
              <a:off x="10018686" y="1716445"/>
              <a:ext cx="24828" cy="11197"/>
            </a:xfrm>
            <a:custGeom>
              <a:avLst/>
              <a:gdLst/>
              <a:ahLst/>
              <a:cxnLst/>
              <a:rect l="l" t="t" r="r" b="b"/>
              <a:pathLst>
                <a:path w="1102" h="497" extrusionOk="0">
                  <a:moveTo>
                    <a:pt x="728" y="0"/>
                  </a:moveTo>
                  <a:cubicBezTo>
                    <a:pt x="649" y="0"/>
                    <a:pt x="567" y="4"/>
                    <a:pt x="501" y="15"/>
                  </a:cubicBezTo>
                  <a:cubicBezTo>
                    <a:pt x="301" y="48"/>
                    <a:pt x="0" y="215"/>
                    <a:pt x="0" y="215"/>
                  </a:cubicBezTo>
                  <a:lnTo>
                    <a:pt x="67" y="482"/>
                  </a:lnTo>
                  <a:cubicBezTo>
                    <a:pt x="67" y="482"/>
                    <a:pt x="215" y="497"/>
                    <a:pt x="373" y="497"/>
                  </a:cubicBezTo>
                  <a:cubicBezTo>
                    <a:pt x="453" y="497"/>
                    <a:pt x="534" y="493"/>
                    <a:pt x="601" y="482"/>
                  </a:cubicBezTo>
                  <a:cubicBezTo>
                    <a:pt x="801" y="415"/>
                    <a:pt x="1101" y="248"/>
                    <a:pt x="1101" y="248"/>
                  </a:cubicBezTo>
                  <a:cubicBezTo>
                    <a:pt x="1101" y="248"/>
                    <a:pt x="1068" y="48"/>
                    <a:pt x="1034" y="15"/>
                  </a:cubicBezTo>
                  <a:cubicBezTo>
                    <a:pt x="1034" y="15"/>
                    <a:pt x="886"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7" name="Google Shape;397;p3"/>
            <p:cNvSpPr/>
            <p:nvPr/>
          </p:nvSpPr>
          <p:spPr>
            <a:xfrm>
              <a:off x="10025445" y="1738569"/>
              <a:ext cx="19556" cy="12797"/>
            </a:xfrm>
            <a:custGeom>
              <a:avLst/>
              <a:gdLst/>
              <a:ahLst/>
              <a:cxnLst/>
              <a:rect l="l" t="t" r="r" b="b"/>
              <a:pathLst>
                <a:path w="868" h="568" extrusionOk="0">
                  <a:moveTo>
                    <a:pt x="768" y="0"/>
                  </a:moveTo>
                  <a:cubicBezTo>
                    <a:pt x="768" y="0"/>
                    <a:pt x="468" y="34"/>
                    <a:pt x="334" y="67"/>
                  </a:cubicBezTo>
                  <a:cubicBezTo>
                    <a:pt x="201" y="167"/>
                    <a:pt x="1" y="267"/>
                    <a:pt x="1" y="267"/>
                  </a:cubicBezTo>
                  <a:lnTo>
                    <a:pt x="1" y="534"/>
                  </a:lnTo>
                  <a:cubicBezTo>
                    <a:pt x="1" y="534"/>
                    <a:pt x="34" y="567"/>
                    <a:pt x="167" y="567"/>
                  </a:cubicBezTo>
                  <a:cubicBezTo>
                    <a:pt x="301" y="567"/>
                    <a:pt x="434" y="567"/>
                    <a:pt x="501" y="534"/>
                  </a:cubicBezTo>
                  <a:cubicBezTo>
                    <a:pt x="668" y="434"/>
                    <a:pt x="868" y="234"/>
                    <a:pt x="868" y="234"/>
                  </a:cubicBezTo>
                  <a:cubicBezTo>
                    <a:pt x="868" y="234"/>
                    <a:pt x="801" y="34"/>
                    <a:pt x="7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8" name="Google Shape;398;p3"/>
            <p:cNvSpPr/>
            <p:nvPr/>
          </p:nvSpPr>
          <p:spPr>
            <a:xfrm>
              <a:off x="10029951" y="1759612"/>
              <a:ext cx="24085" cy="22553"/>
            </a:xfrm>
            <a:custGeom>
              <a:avLst/>
              <a:gdLst/>
              <a:ahLst/>
              <a:cxnLst/>
              <a:rect l="l" t="t" r="r" b="b"/>
              <a:pathLst>
                <a:path w="1069" h="1001" extrusionOk="0">
                  <a:moveTo>
                    <a:pt x="935" y="0"/>
                  </a:moveTo>
                  <a:cubicBezTo>
                    <a:pt x="935" y="0"/>
                    <a:pt x="835" y="67"/>
                    <a:pt x="735" y="100"/>
                  </a:cubicBezTo>
                  <a:cubicBezTo>
                    <a:pt x="601" y="134"/>
                    <a:pt x="434" y="234"/>
                    <a:pt x="334" y="300"/>
                  </a:cubicBezTo>
                  <a:cubicBezTo>
                    <a:pt x="268" y="434"/>
                    <a:pt x="134" y="567"/>
                    <a:pt x="101" y="667"/>
                  </a:cubicBezTo>
                  <a:cubicBezTo>
                    <a:pt x="67" y="801"/>
                    <a:pt x="1" y="901"/>
                    <a:pt x="1" y="901"/>
                  </a:cubicBezTo>
                  <a:lnTo>
                    <a:pt x="234" y="1001"/>
                  </a:lnTo>
                  <a:cubicBezTo>
                    <a:pt x="234" y="1001"/>
                    <a:pt x="301" y="968"/>
                    <a:pt x="401" y="901"/>
                  </a:cubicBezTo>
                  <a:cubicBezTo>
                    <a:pt x="468" y="801"/>
                    <a:pt x="601" y="767"/>
                    <a:pt x="668" y="667"/>
                  </a:cubicBezTo>
                  <a:cubicBezTo>
                    <a:pt x="768" y="634"/>
                    <a:pt x="835" y="501"/>
                    <a:pt x="935" y="434"/>
                  </a:cubicBezTo>
                  <a:cubicBezTo>
                    <a:pt x="968" y="334"/>
                    <a:pt x="1068" y="267"/>
                    <a:pt x="1068" y="267"/>
                  </a:cubicBezTo>
                  <a:cubicBezTo>
                    <a:pt x="1068" y="267"/>
                    <a:pt x="935" y="10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9" name="Google Shape;399;p3"/>
            <p:cNvSpPr/>
            <p:nvPr/>
          </p:nvSpPr>
          <p:spPr>
            <a:xfrm>
              <a:off x="10050251" y="1791920"/>
              <a:ext cx="12797" cy="11625"/>
            </a:xfrm>
            <a:custGeom>
              <a:avLst/>
              <a:gdLst/>
              <a:ahLst/>
              <a:cxnLst/>
              <a:rect l="l" t="t" r="r" b="b"/>
              <a:pathLst>
                <a:path w="568" h="516" extrusionOk="0">
                  <a:moveTo>
                    <a:pt x="367" y="1"/>
                  </a:moveTo>
                  <a:cubicBezTo>
                    <a:pt x="367" y="34"/>
                    <a:pt x="200" y="34"/>
                    <a:pt x="134" y="34"/>
                  </a:cubicBezTo>
                  <a:lnTo>
                    <a:pt x="0" y="201"/>
                  </a:lnTo>
                  <a:lnTo>
                    <a:pt x="0" y="468"/>
                  </a:lnTo>
                  <a:cubicBezTo>
                    <a:pt x="0" y="468"/>
                    <a:pt x="34" y="468"/>
                    <a:pt x="100" y="501"/>
                  </a:cubicBezTo>
                  <a:cubicBezTo>
                    <a:pt x="134" y="512"/>
                    <a:pt x="163" y="516"/>
                    <a:pt x="192" y="516"/>
                  </a:cubicBezTo>
                  <a:cubicBezTo>
                    <a:pt x="249" y="516"/>
                    <a:pt x="301" y="501"/>
                    <a:pt x="367" y="501"/>
                  </a:cubicBezTo>
                  <a:cubicBezTo>
                    <a:pt x="434" y="468"/>
                    <a:pt x="467" y="401"/>
                    <a:pt x="534" y="334"/>
                  </a:cubicBezTo>
                  <a:cubicBezTo>
                    <a:pt x="567" y="234"/>
                    <a:pt x="567" y="201"/>
                    <a:pt x="567" y="201"/>
                  </a:cubicBezTo>
                  <a:cubicBezTo>
                    <a:pt x="567" y="201"/>
                    <a:pt x="434" y="34"/>
                    <a:pt x="3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0" name="Google Shape;400;p3"/>
            <p:cNvSpPr/>
            <p:nvPr/>
          </p:nvSpPr>
          <p:spPr>
            <a:xfrm>
              <a:off x="10217829" y="1522124"/>
              <a:ext cx="18813" cy="11288"/>
            </a:xfrm>
            <a:custGeom>
              <a:avLst/>
              <a:gdLst/>
              <a:ahLst/>
              <a:cxnLst/>
              <a:rect l="l" t="t" r="r" b="b"/>
              <a:pathLst>
                <a:path w="835" h="501" extrusionOk="0">
                  <a:moveTo>
                    <a:pt x="468" y="0"/>
                  </a:moveTo>
                  <a:cubicBezTo>
                    <a:pt x="301" y="0"/>
                    <a:pt x="68" y="34"/>
                    <a:pt x="68" y="34"/>
                  </a:cubicBezTo>
                  <a:lnTo>
                    <a:pt x="1" y="301"/>
                  </a:lnTo>
                  <a:cubicBezTo>
                    <a:pt x="1" y="301"/>
                    <a:pt x="234" y="467"/>
                    <a:pt x="401" y="501"/>
                  </a:cubicBezTo>
                  <a:cubicBezTo>
                    <a:pt x="568" y="501"/>
                    <a:pt x="835" y="434"/>
                    <a:pt x="835" y="434"/>
                  </a:cubicBezTo>
                  <a:lnTo>
                    <a:pt x="835" y="167"/>
                  </a:lnTo>
                  <a:cubicBezTo>
                    <a:pt x="835" y="167"/>
                    <a:pt x="601" y="0"/>
                    <a:pt x="4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1" name="Google Shape;401;p3"/>
            <p:cNvSpPr/>
            <p:nvPr/>
          </p:nvSpPr>
          <p:spPr>
            <a:xfrm>
              <a:off x="10219338" y="1543167"/>
              <a:ext cx="22575" cy="11288"/>
            </a:xfrm>
            <a:custGeom>
              <a:avLst/>
              <a:gdLst/>
              <a:ahLst/>
              <a:cxnLst/>
              <a:rect l="l" t="t" r="r" b="b"/>
              <a:pathLst>
                <a:path w="1002" h="501" extrusionOk="0">
                  <a:moveTo>
                    <a:pt x="501" y="0"/>
                  </a:moveTo>
                  <a:cubicBezTo>
                    <a:pt x="268" y="0"/>
                    <a:pt x="1" y="100"/>
                    <a:pt x="1" y="100"/>
                  </a:cubicBezTo>
                  <a:lnTo>
                    <a:pt x="1" y="367"/>
                  </a:lnTo>
                  <a:cubicBezTo>
                    <a:pt x="1" y="367"/>
                    <a:pt x="268" y="501"/>
                    <a:pt x="501" y="501"/>
                  </a:cubicBezTo>
                  <a:cubicBezTo>
                    <a:pt x="701" y="501"/>
                    <a:pt x="1001" y="367"/>
                    <a:pt x="1001" y="367"/>
                  </a:cubicBezTo>
                  <a:lnTo>
                    <a:pt x="1001" y="100"/>
                  </a:lnTo>
                  <a:cubicBezTo>
                    <a:pt x="1001" y="100"/>
                    <a:pt x="701" y="0"/>
                    <a:pt x="5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2" name="Google Shape;402;p3"/>
            <p:cNvSpPr/>
            <p:nvPr/>
          </p:nvSpPr>
          <p:spPr>
            <a:xfrm>
              <a:off x="10220848" y="1563466"/>
              <a:ext cx="30844" cy="12031"/>
            </a:xfrm>
            <a:custGeom>
              <a:avLst/>
              <a:gdLst/>
              <a:ahLst/>
              <a:cxnLst/>
              <a:rect l="l" t="t" r="r" b="b"/>
              <a:pathLst>
                <a:path w="1369" h="534" extrusionOk="0">
                  <a:moveTo>
                    <a:pt x="1335" y="0"/>
                  </a:moveTo>
                  <a:cubicBezTo>
                    <a:pt x="1334" y="0"/>
                    <a:pt x="934" y="0"/>
                    <a:pt x="668" y="33"/>
                  </a:cubicBezTo>
                  <a:cubicBezTo>
                    <a:pt x="434" y="100"/>
                    <a:pt x="0" y="200"/>
                    <a:pt x="0" y="200"/>
                  </a:cubicBezTo>
                  <a:lnTo>
                    <a:pt x="0" y="467"/>
                  </a:lnTo>
                  <a:cubicBezTo>
                    <a:pt x="0" y="467"/>
                    <a:pt x="434" y="534"/>
                    <a:pt x="701" y="534"/>
                  </a:cubicBezTo>
                  <a:cubicBezTo>
                    <a:pt x="1001" y="467"/>
                    <a:pt x="1368" y="267"/>
                    <a:pt x="1368" y="267"/>
                  </a:cubicBezTo>
                  <a:cubicBezTo>
                    <a:pt x="1368" y="200"/>
                    <a:pt x="1301" y="0"/>
                    <a:pt x="13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3" name="Google Shape;403;p3"/>
            <p:cNvSpPr/>
            <p:nvPr/>
          </p:nvSpPr>
          <p:spPr>
            <a:xfrm>
              <a:off x="10231369" y="1587506"/>
              <a:ext cx="27081" cy="12910"/>
            </a:xfrm>
            <a:custGeom>
              <a:avLst/>
              <a:gdLst/>
              <a:ahLst/>
              <a:cxnLst/>
              <a:rect l="l" t="t" r="r" b="b"/>
              <a:pathLst>
                <a:path w="1202" h="573" extrusionOk="0">
                  <a:moveTo>
                    <a:pt x="901" y="0"/>
                  </a:moveTo>
                  <a:cubicBezTo>
                    <a:pt x="851" y="34"/>
                    <a:pt x="784" y="34"/>
                    <a:pt x="718" y="34"/>
                  </a:cubicBezTo>
                  <a:cubicBezTo>
                    <a:pt x="651" y="34"/>
                    <a:pt x="584" y="34"/>
                    <a:pt x="534" y="67"/>
                  </a:cubicBezTo>
                  <a:cubicBezTo>
                    <a:pt x="334" y="101"/>
                    <a:pt x="0" y="234"/>
                    <a:pt x="0" y="234"/>
                  </a:cubicBezTo>
                  <a:lnTo>
                    <a:pt x="0" y="467"/>
                  </a:lnTo>
                  <a:cubicBezTo>
                    <a:pt x="0" y="467"/>
                    <a:pt x="290" y="573"/>
                    <a:pt x="542" y="573"/>
                  </a:cubicBezTo>
                  <a:cubicBezTo>
                    <a:pt x="574" y="573"/>
                    <a:pt x="605" y="571"/>
                    <a:pt x="634" y="568"/>
                  </a:cubicBezTo>
                  <a:cubicBezTo>
                    <a:pt x="734" y="534"/>
                    <a:pt x="868" y="467"/>
                    <a:pt x="1001" y="401"/>
                  </a:cubicBezTo>
                  <a:cubicBezTo>
                    <a:pt x="1135" y="301"/>
                    <a:pt x="1201" y="267"/>
                    <a:pt x="1201" y="267"/>
                  </a:cubicBezTo>
                  <a:cubicBezTo>
                    <a:pt x="1201" y="267"/>
                    <a:pt x="1135" y="67"/>
                    <a:pt x="11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4" name="Google Shape;404;p3"/>
            <p:cNvSpPr/>
            <p:nvPr/>
          </p:nvSpPr>
          <p:spPr>
            <a:xfrm>
              <a:off x="10253156" y="1605394"/>
              <a:ext cx="20322" cy="11445"/>
            </a:xfrm>
            <a:custGeom>
              <a:avLst/>
              <a:gdLst/>
              <a:ahLst/>
              <a:cxnLst/>
              <a:rect l="l" t="t" r="r" b="b"/>
              <a:pathLst>
                <a:path w="902" h="508" extrusionOk="0">
                  <a:moveTo>
                    <a:pt x="479" y="0"/>
                  </a:moveTo>
                  <a:cubicBezTo>
                    <a:pt x="451" y="0"/>
                    <a:pt x="425" y="2"/>
                    <a:pt x="401" y="7"/>
                  </a:cubicBezTo>
                  <a:cubicBezTo>
                    <a:pt x="234" y="74"/>
                    <a:pt x="1" y="174"/>
                    <a:pt x="1" y="174"/>
                  </a:cubicBezTo>
                  <a:lnTo>
                    <a:pt x="1" y="441"/>
                  </a:lnTo>
                  <a:cubicBezTo>
                    <a:pt x="1" y="441"/>
                    <a:pt x="268" y="507"/>
                    <a:pt x="501" y="507"/>
                  </a:cubicBezTo>
                  <a:cubicBezTo>
                    <a:pt x="635" y="474"/>
                    <a:pt x="901" y="307"/>
                    <a:pt x="901" y="307"/>
                  </a:cubicBezTo>
                  <a:cubicBezTo>
                    <a:pt x="901" y="307"/>
                    <a:pt x="868" y="107"/>
                    <a:pt x="868" y="74"/>
                  </a:cubicBezTo>
                  <a:cubicBezTo>
                    <a:pt x="868" y="74"/>
                    <a:pt x="648" y="0"/>
                    <a:pt x="4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5" name="Google Shape;405;p3"/>
            <p:cNvSpPr/>
            <p:nvPr/>
          </p:nvSpPr>
          <p:spPr>
            <a:xfrm>
              <a:off x="10362877" y="1634661"/>
              <a:ext cx="20322" cy="12729"/>
            </a:xfrm>
            <a:custGeom>
              <a:avLst/>
              <a:gdLst/>
              <a:ahLst/>
              <a:cxnLst/>
              <a:rect l="l" t="t" r="r" b="b"/>
              <a:pathLst>
                <a:path w="902" h="565" extrusionOk="0">
                  <a:moveTo>
                    <a:pt x="205" y="1"/>
                  </a:moveTo>
                  <a:cubicBezTo>
                    <a:pt x="109" y="1"/>
                    <a:pt x="34" y="9"/>
                    <a:pt x="34" y="9"/>
                  </a:cubicBezTo>
                  <a:lnTo>
                    <a:pt x="1" y="242"/>
                  </a:lnTo>
                  <a:cubicBezTo>
                    <a:pt x="1" y="242"/>
                    <a:pt x="201" y="476"/>
                    <a:pt x="368" y="509"/>
                  </a:cubicBezTo>
                  <a:cubicBezTo>
                    <a:pt x="439" y="552"/>
                    <a:pt x="535" y="564"/>
                    <a:pt x="622" y="564"/>
                  </a:cubicBezTo>
                  <a:cubicBezTo>
                    <a:pt x="737" y="564"/>
                    <a:pt x="835" y="543"/>
                    <a:pt x="835" y="543"/>
                  </a:cubicBezTo>
                  <a:cubicBezTo>
                    <a:pt x="835" y="543"/>
                    <a:pt x="902" y="343"/>
                    <a:pt x="868" y="309"/>
                  </a:cubicBezTo>
                  <a:cubicBezTo>
                    <a:pt x="868" y="309"/>
                    <a:pt x="668" y="109"/>
                    <a:pt x="501" y="42"/>
                  </a:cubicBezTo>
                  <a:cubicBezTo>
                    <a:pt x="418" y="9"/>
                    <a:pt x="301" y="1"/>
                    <a:pt x="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6" name="Google Shape;406;p3"/>
            <p:cNvSpPr/>
            <p:nvPr/>
          </p:nvSpPr>
          <p:spPr>
            <a:xfrm>
              <a:off x="10359880" y="1661900"/>
              <a:ext cx="26315" cy="11310"/>
            </a:xfrm>
            <a:custGeom>
              <a:avLst/>
              <a:gdLst/>
              <a:ahLst/>
              <a:cxnLst/>
              <a:rect l="l" t="t" r="r" b="b"/>
              <a:pathLst>
                <a:path w="1168" h="502" extrusionOk="0">
                  <a:moveTo>
                    <a:pt x="101" y="1"/>
                  </a:moveTo>
                  <a:cubicBezTo>
                    <a:pt x="101" y="68"/>
                    <a:pt x="0" y="268"/>
                    <a:pt x="0" y="268"/>
                  </a:cubicBezTo>
                  <a:cubicBezTo>
                    <a:pt x="0" y="268"/>
                    <a:pt x="34" y="301"/>
                    <a:pt x="167" y="401"/>
                  </a:cubicBezTo>
                  <a:lnTo>
                    <a:pt x="534" y="501"/>
                  </a:lnTo>
                  <a:cubicBezTo>
                    <a:pt x="668" y="501"/>
                    <a:pt x="834" y="501"/>
                    <a:pt x="968" y="468"/>
                  </a:cubicBezTo>
                  <a:cubicBezTo>
                    <a:pt x="1101" y="434"/>
                    <a:pt x="1168" y="401"/>
                    <a:pt x="1168" y="401"/>
                  </a:cubicBezTo>
                  <a:cubicBezTo>
                    <a:pt x="1168" y="401"/>
                    <a:pt x="1135" y="168"/>
                    <a:pt x="1135" y="134"/>
                  </a:cubicBezTo>
                  <a:cubicBezTo>
                    <a:pt x="1135" y="134"/>
                    <a:pt x="1035" y="134"/>
                    <a:pt x="968" y="101"/>
                  </a:cubicBezTo>
                  <a:cubicBezTo>
                    <a:pt x="834" y="68"/>
                    <a:pt x="701" y="1"/>
                    <a:pt x="6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7" name="Google Shape;407;p3"/>
            <p:cNvSpPr/>
            <p:nvPr/>
          </p:nvSpPr>
          <p:spPr>
            <a:xfrm>
              <a:off x="10364386" y="1689724"/>
              <a:ext cx="24828" cy="11288"/>
            </a:xfrm>
            <a:custGeom>
              <a:avLst/>
              <a:gdLst/>
              <a:ahLst/>
              <a:cxnLst/>
              <a:rect l="l" t="t" r="r" b="b"/>
              <a:pathLst>
                <a:path w="1102" h="501" extrusionOk="0">
                  <a:moveTo>
                    <a:pt x="501" y="0"/>
                  </a:moveTo>
                  <a:cubicBezTo>
                    <a:pt x="301" y="0"/>
                    <a:pt x="1" y="100"/>
                    <a:pt x="1" y="100"/>
                  </a:cubicBezTo>
                  <a:lnTo>
                    <a:pt x="1" y="367"/>
                  </a:lnTo>
                  <a:cubicBezTo>
                    <a:pt x="1" y="367"/>
                    <a:pt x="334" y="500"/>
                    <a:pt x="568" y="500"/>
                  </a:cubicBezTo>
                  <a:cubicBezTo>
                    <a:pt x="801" y="500"/>
                    <a:pt x="1101" y="300"/>
                    <a:pt x="1101" y="300"/>
                  </a:cubicBezTo>
                  <a:cubicBezTo>
                    <a:pt x="1101" y="300"/>
                    <a:pt x="1068" y="100"/>
                    <a:pt x="1001" y="33"/>
                  </a:cubicBezTo>
                  <a:cubicBezTo>
                    <a:pt x="1001" y="33"/>
                    <a:pt x="668" y="0"/>
                    <a:pt x="5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8" name="Google Shape;408;p3"/>
            <p:cNvSpPr/>
            <p:nvPr/>
          </p:nvSpPr>
          <p:spPr>
            <a:xfrm>
              <a:off x="10377161" y="1720523"/>
              <a:ext cx="24085" cy="11310"/>
            </a:xfrm>
            <a:custGeom>
              <a:avLst/>
              <a:gdLst/>
              <a:ahLst/>
              <a:cxnLst/>
              <a:rect l="l" t="t" r="r" b="b"/>
              <a:pathLst>
                <a:path w="1069" h="502" extrusionOk="0">
                  <a:moveTo>
                    <a:pt x="534" y="1"/>
                  </a:moveTo>
                  <a:cubicBezTo>
                    <a:pt x="334" y="1"/>
                    <a:pt x="1" y="134"/>
                    <a:pt x="1" y="134"/>
                  </a:cubicBezTo>
                  <a:lnTo>
                    <a:pt x="1" y="368"/>
                  </a:lnTo>
                  <a:cubicBezTo>
                    <a:pt x="1" y="368"/>
                    <a:pt x="334" y="501"/>
                    <a:pt x="534" y="501"/>
                  </a:cubicBezTo>
                  <a:cubicBezTo>
                    <a:pt x="735" y="501"/>
                    <a:pt x="1068" y="368"/>
                    <a:pt x="1068" y="368"/>
                  </a:cubicBezTo>
                  <a:lnTo>
                    <a:pt x="1068" y="134"/>
                  </a:lnTo>
                  <a:cubicBezTo>
                    <a:pt x="1068" y="134"/>
                    <a:pt x="735" y="1"/>
                    <a:pt x="5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9" name="Google Shape;409;p3"/>
            <p:cNvSpPr/>
            <p:nvPr/>
          </p:nvSpPr>
          <p:spPr>
            <a:xfrm>
              <a:off x="10145868" y="1949225"/>
              <a:ext cx="442512" cy="241792"/>
            </a:xfrm>
            <a:custGeom>
              <a:avLst/>
              <a:gdLst/>
              <a:ahLst/>
              <a:cxnLst/>
              <a:rect l="l" t="t" r="r" b="b"/>
              <a:pathLst>
                <a:path w="19641" h="10732" extrusionOk="0">
                  <a:moveTo>
                    <a:pt x="3739" y="0"/>
                  </a:moveTo>
                  <a:cubicBezTo>
                    <a:pt x="3498" y="0"/>
                    <a:pt x="3258" y="30"/>
                    <a:pt x="3028" y="90"/>
                  </a:cubicBezTo>
                  <a:cubicBezTo>
                    <a:pt x="2828" y="190"/>
                    <a:pt x="2661" y="224"/>
                    <a:pt x="2494" y="324"/>
                  </a:cubicBezTo>
                  <a:cubicBezTo>
                    <a:pt x="2328" y="391"/>
                    <a:pt x="2161" y="491"/>
                    <a:pt x="2027" y="591"/>
                  </a:cubicBezTo>
                  <a:cubicBezTo>
                    <a:pt x="1761" y="824"/>
                    <a:pt x="1527" y="1091"/>
                    <a:pt x="1427" y="1391"/>
                  </a:cubicBezTo>
                  <a:cubicBezTo>
                    <a:pt x="1127" y="1992"/>
                    <a:pt x="993" y="2492"/>
                    <a:pt x="827" y="2859"/>
                  </a:cubicBezTo>
                  <a:cubicBezTo>
                    <a:pt x="660" y="3259"/>
                    <a:pt x="493" y="3560"/>
                    <a:pt x="360" y="3726"/>
                  </a:cubicBezTo>
                  <a:cubicBezTo>
                    <a:pt x="293" y="3826"/>
                    <a:pt x="260" y="3893"/>
                    <a:pt x="193" y="3926"/>
                  </a:cubicBezTo>
                  <a:cubicBezTo>
                    <a:pt x="159" y="3993"/>
                    <a:pt x="126" y="3993"/>
                    <a:pt x="126" y="3993"/>
                  </a:cubicBezTo>
                  <a:cubicBezTo>
                    <a:pt x="0" y="4119"/>
                    <a:pt x="65" y="4340"/>
                    <a:pt x="204" y="4340"/>
                  </a:cubicBezTo>
                  <a:cubicBezTo>
                    <a:pt x="249" y="4340"/>
                    <a:pt x="303" y="4317"/>
                    <a:pt x="360" y="4260"/>
                  </a:cubicBezTo>
                  <a:lnTo>
                    <a:pt x="460" y="4193"/>
                  </a:lnTo>
                  <a:lnTo>
                    <a:pt x="660" y="3993"/>
                  </a:lnTo>
                  <a:cubicBezTo>
                    <a:pt x="827" y="3760"/>
                    <a:pt x="1027" y="3493"/>
                    <a:pt x="1194" y="3059"/>
                  </a:cubicBezTo>
                  <a:cubicBezTo>
                    <a:pt x="1427" y="2692"/>
                    <a:pt x="1594" y="2192"/>
                    <a:pt x="1827" y="1692"/>
                  </a:cubicBezTo>
                  <a:cubicBezTo>
                    <a:pt x="1961" y="1491"/>
                    <a:pt x="2128" y="1225"/>
                    <a:pt x="2328" y="1058"/>
                  </a:cubicBezTo>
                  <a:cubicBezTo>
                    <a:pt x="2528" y="891"/>
                    <a:pt x="2828" y="758"/>
                    <a:pt x="3128" y="691"/>
                  </a:cubicBezTo>
                  <a:cubicBezTo>
                    <a:pt x="3289" y="657"/>
                    <a:pt x="3452" y="640"/>
                    <a:pt x="3616" y="640"/>
                  </a:cubicBezTo>
                  <a:cubicBezTo>
                    <a:pt x="4095" y="640"/>
                    <a:pt x="4573" y="784"/>
                    <a:pt x="4996" y="1058"/>
                  </a:cubicBezTo>
                  <a:cubicBezTo>
                    <a:pt x="5263" y="1225"/>
                    <a:pt x="5497" y="1491"/>
                    <a:pt x="5697" y="1758"/>
                  </a:cubicBezTo>
                  <a:cubicBezTo>
                    <a:pt x="5830" y="1925"/>
                    <a:pt x="5864" y="2058"/>
                    <a:pt x="5964" y="2225"/>
                  </a:cubicBezTo>
                  <a:cubicBezTo>
                    <a:pt x="5997" y="2392"/>
                    <a:pt x="6097" y="2592"/>
                    <a:pt x="6164" y="2759"/>
                  </a:cubicBezTo>
                  <a:cubicBezTo>
                    <a:pt x="6331" y="3159"/>
                    <a:pt x="6497" y="3526"/>
                    <a:pt x="6831" y="3860"/>
                  </a:cubicBezTo>
                  <a:cubicBezTo>
                    <a:pt x="6998" y="4027"/>
                    <a:pt x="7198" y="4193"/>
                    <a:pt x="7431" y="4260"/>
                  </a:cubicBezTo>
                  <a:cubicBezTo>
                    <a:pt x="7531" y="4327"/>
                    <a:pt x="7631" y="4360"/>
                    <a:pt x="7765" y="4393"/>
                  </a:cubicBezTo>
                  <a:cubicBezTo>
                    <a:pt x="7865" y="4427"/>
                    <a:pt x="7998" y="4427"/>
                    <a:pt x="8132" y="4427"/>
                  </a:cubicBezTo>
                  <a:cubicBezTo>
                    <a:pt x="8632" y="4427"/>
                    <a:pt x="8999" y="4260"/>
                    <a:pt x="9333" y="4093"/>
                  </a:cubicBezTo>
                  <a:cubicBezTo>
                    <a:pt x="9633" y="3993"/>
                    <a:pt x="9966" y="3826"/>
                    <a:pt x="10267" y="3660"/>
                  </a:cubicBezTo>
                  <a:cubicBezTo>
                    <a:pt x="10700" y="3393"/>
                    <a:pt x="11201" y="3193"/>
                    <a:pt x="11668" y="3193"/>
                  </a:cubicBezTo>
                  <a:cubicBezTo>
                    <a:pt x="12135" y="3193"/>
                    <a:pt x="12635" y="3393"/>
                    <a:pt x="13102" y="3726"/>
                  </a:cubicBezTo>
                  <a:cubicBezTo>
                    <a:pt x="13336" y="3893"/>
                    <a:pt x="13536" y="4060"/>
                    <a:pt x="13803" y="4227"/>
                  </a:cubicBezTo>
                  <a:cubicBezTo>
                    <a:pt x="13969" y="4393"/>
                    <a:pt x="14203" y="4560"/>
                    <a:pt x="14336" y="4760"/>
                  </a:cubicBezTo>
                  <a:cubicBezTo>
                    <a:pt x="14637" y="5161"/>
                    <a:pt x="14837" y="5661"/>
                    <a:pt x="14937" y="6161"/>
                  </a:cubicBezTo>
                  <a:cubicBezTo>
                    <a:pt x="15037" y="6662"/>
                    <a:pt x="15104" y="7162"/>
                    <a:pt x="15170" y="7596"/>
                  </a:cubicBezTo>
                  <a:cubicBezTo>
                    <a:pt x="15204" y="8063"/>
                    <a:pt x="15337" y="8530"/>
                    <a:pt x="15504" y="8863"/>
                  </a:cubicBezTo>
                  <a:cubicBezTo>
                    <a:pt x="15671" y="9230"/>
                    <a:pt x="15871" y="9497"/>
                    <a:pt x="16038" y="9664"/>
                  </a:cubicBezTo>
                  <a:cubicBezTo>
                    <a:pt x="16204" y="9831"/>
                    <a:pt x="16371" y="9897"/>
                    <a:pt x="16438" y="9931"/>
                  </a:cubicBezTo>
                  <a:lnTo>
                    <a:pt x="16371" y="9931"/>
                  </a:lnTo>
                  <a:cubicBezTo>
                    <a:pt x="16972" y="10364"/>
                    <a:pt x="17505" y="10498"/>
                    <a:pt x="17872" y="10565"/>
                  </a:cubicBezTo>
                  <a:cubicBezTo>
                    <a:pt x="18306" y="10665"/>
                    <a:pt x="18606" y="10698"/>
                    <a:pt x="18806" y="10698"/>
                  </a:cubicBezTo>
                  <a:cubicBezTo>
                    <a:pt x="19206" y="10731"/>
                    <a:pt x="19307" y="10731"/>
                    <a:pt x="19307" y="10731"/>
                  </a:cubicBezTo>
                  <a:cubicBezTo>
                    <a:pt x="19607" y="10731"/>
                    <a:pt x="19640" y="10431"/>
                    <a:pt x="19440" y="10331"/>
                  </a:cubicBezTo>
                  <a:cubicBezTo>
                    <a:pt x="19440" y="10331"/>
                    <a:pt x="19340" y="10331"/>
                    <a:pt x="18940" y="10264"/>
                  </a:cubicBezTo>
                  <a:cubicBezTo>
                    <a:pt x="18706" y="10231"/>
                    <a:pt x="18439" y="10231"/>
                    <a:pt x="18039" y="10164"/>
                  </a:cubicBezTo>
                  <a:cubicBezTo>
                    <a:pt x="17672" y="10064"/>
                    <a:pt x="17205" y="9931"/>
                    <a:pt x="16771" y="9564"/>
                  </a:cubicBezTo>
                  <a:lnTo>
                    <a:pt x="16705" y="9564"/>
                  </a:lnTo>
                  <a:cubicBezTo>
                    <a:pt x="16638" y="9497"/>
                    <a:pt x="16271" y="9230"/>
                    <a:pt x="16004" y="8663"/>
                  </a:cubicBezTo>
                  <a:cubicBezTo>
                    <a:pt x="15871" y="8363"/>
                    <a:pt x="15804" y="7996"/>
                    <a:pt x="15771" y="7529"/>
                  </a:cubicBezTo>
                  <a:cubicBezTo>
                    <a:pt x="15671" y="7062"/>
                    <a:pt x="15637" y="6562"/>
                    <a:pt x="15537" y="6028"/>
                  </a:cubicBezTo>
                  <a:cubicBezTo>
                    <a:pt x="15470" y="5494"/>
                    <a:pt x="15270" y="4860"/>
                    <a:pt x="14870" y="4360"/>
                  </a:cubicBezTo>
                  <a:cubicBezTo>
                    <a:pt x="14703" y="4060"/>
                    <a:pt x="14470" y="3893"/>
                    <a:pt x="14203" y="3660"/>
                  </a:cubicBezTo>
                  <a:cubicBezTo>
                    <a:pt x="13969" y="3426"/>
                    <a:pt x="13769" y="3259"/>
                    <a:pt x="13502" y="3093"/>
                  </a:cubicBezTo>
                  <a:cubicBezTo>
                    <a:pt x="13002" y="2759"/>
                    <a:pt x="12435" y="2392"/>
                    <a:pt x="11701" y="2392"/>
                  </a:cubicBezTo>
                  <a:cubicBezTo>
                    <a:pt x="11001" y="2425"/>
                    <a:pt x="10467" y="2692"/>
                    <a:pt x="9966" y="2926"/>
                  </a:cubicBezTo>
                  <a:cubicBezTo>
                    <a:pt x="9666" y="3059"/>
                    <a:pt x="9366" y="3226"/>
                    <a:pt x="9032" y="3393"/>
                  </a:cubicBezTo>
                  <a:cubicBezTo>
                    <a:pt x="8766" y="3560"/>
                    <a:pt x="8465" y="3693"/>
                    <a:pt x="8165" y="3693"/>
                  </a:cubicBezTo>
                  <a:cubicBezTo>
                    <a:pt x="8098" y="3660"/>
                    <a:pt x="8032" y="3660"/>
                    <a:pt x="7965" y="3660"/>
                  </a:cubicBezTo>
                  <a:cubicBezTo>
                    <a:pt x="7865" y="3593"/>
                    <a:pt x="7832" y="3593"/>
                    <a:pt x="7765" y="3560"/>
                  </a:cubicBezTo>
                  <a:cubicBezTo>
                    <a:pt x="7598" y="3526"/>
                    <a:pt x="7498" y="3393"/>
                    <a:pt x="7365" y="3326"/>
                  </a:cubicBezTo>
                  <a:cubicBezTo>
                    <a:pt x="7164" y="3093"/>
                    <a:pt x="6998" y="2759"/>
                    <a:pt x="6831" y="2425"/>
                  </a:cubicBezTo>
                  <a:cubicBezTo>
                    <a:pt x="6798" y="2259"/>
                    <a:pt x="6697" y="2092"/>
                    <a:pt x="6631" y="1892"/>
                  </a:cubicBezTo>
                  <a:cubicBezTo>
                    <a:pt x="6531" y="1725"/>
                    <a:pt x="6431" y="1525"/>
                    <a:pt x="6297" y="1358"/>
                  </a:cubicBezTo>
                  <a:cubicBezTo>
                    <a:pt x="6030" y="991"/>
                    <a:pt x="5697" y="691"/>
                    <a:pt x="5363" y="491"/>
                  </a:cubicBezTo>
                  <a:cubicBezTo>
                    <a:pt x="4873" y="164"/>
                    <a:pt x="4301" y="0"/>
                    <a:pt x="3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0" name="Google Shape;410;p3"/>
            <p:cNvSpPr/>
            <p:nvPr/>
          </p:nvSpPr>
          <p:spPr>
            <a:xfrm>
              <a:off x="10241147" y="1982299"/>
              <a:ext cx="23319" cy="10319"/>
            </a:xfrm>
            <a:custGeom>
              <a:avLst/>
              <a:gdLst/>
              <a:ahLst/>
              <a:cxnLst/>
              <a:rect l="l" t="t" r="r" b="b"/>
              <a:pathLst>
                <a:path w="1035" h="458" extrusionOk="0">
                  <a:moveTo>
                    <a:pt x="610" y="0"/>
                  </a:moveTo>
                  <a:cubicBezTo>
                    <a:pt x="559" y="0"/>
                    <a:pt x="509" y="7"/>
                    <a:pt x="467" y="23"/>
                  </a:cubicBezTo>
                  <a:cubicBezTo>
                    <a:pt x="400" y="23"/>
                    <a:pt x="267" y="57"/>
                    <a:pt x="167" y="123"/>
                  </a:cubicBezTo>
                  <a:cubicBezTo>
                    <a:pt x="67" y="224"/>
                    <a:pt x="0" y="257"/>
                    <a:pt x="0" y="257"/>
                  </a:cubicBezTo>
                  <a:lnTo>
                    <a:pt x="133" y="457"/>
                  </a:lnTo>
                  <a:lnTo>
                    <a:pt x="567" y="457"/>
                  </a:lnTo>
                  <a:cubicBezTo>
                    <a:pt x="734" y="424"/>
                    <a:pt x="1034" y="257"/>
                    <a:pt x="1034" y="257"/>
                  </a:cubicBezTo>
                  <a:cubicBezTo>
                    <a:pt x="1034" y="257"/>
                    <a:pt x="967" y="57"/>
                    <a:pt x="934" y="57"/>
                  </a:cubicBezTo>
                  <a:cubicBezTo>
                    <a:pt x="934" y="57"/>
                    <a:pt x="765" y="0"/>
                    <a:pt x="6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1" name="Google Shape;411;p3"/>
            <p:cNvSpPr/>
            <p:nvPr/>
          </p:nvSpPr>
          <p:spPr>
            <a:xfrm>
              <a:off x="10243400" y="2005370"/>
              <a:ext cx="26315" cy="11288"/>
            </a:xfrm>
            <a:custGeom>
              <a:avLst/>
              <a:gdLst/>
              <a:ahLst/>
              <a:cxnLst/>
              <a:rect l="l" t="t" r="r" b="b"/>
              <a:pathLst>
                <a:path w="1168" h="501" extrusionOk="0">
                  <a:moveTo>
                    <a:pt x="601" y="0"/>
                  </a:moveTo>
                  <a:cubicBezTo>
                    <a:pt x="334" y="0"/>
                    <a:pt x="0" y="100"/>
                    <a:pt x="0" y="100"/>
                  </a:cubicBezTo>
                  <a:lnTo>
                    <a:pt x="0" y="367"/>
                  </a:lnTo>
                  <a:cubicBezTo>
                    <a:pt x="0" y="367"/>
                    <a:pt x="367" y="500"/>
                    <a:pt x="601" y="500"/>
                  </a:cubicBezTo>
                  <a:cubicBezTo>
                    <a:pt x="834" y="500"/>
                    <a:pt x="1168" y="367"/>
                    <a:pt x="1168" y="367"/>
                  </a:cubicBezTo>
                  <a:lnTo>
                    <a:pt x="1168" y="100"/>
                  </a:lnTo>
                  <a:cubicBezTo>
                    <a:pt x="1168" y="100"/>
                    <a:pt x="801"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2" name="Google Shape;412;p3"/>
            <p:cNvSpPr/>
            <p:nvPr/>
          </p:nvSpPr>
          <p:spPr>
            <a:xfrm>
              <a:off x="10247906" y="2024565"/>
              <a:ext cx="24828" cy="11625"/>
            </a:xfrm>
            <a:custGeom>
              <a:avLst/>
              <a:gdLst/>
              <a:ahLst/>
              <a:cxnLst/>
              <a:rect l="l" t="t" r="r" b="b"/>
              <a:pathLst>
                <a:path w="1102" h="516" extrusionOk="0">
                  <a:moveTo>
                    <a:pt x="633" y="1"/>
                  </a:moveTo>
                  <a:cubicBezTo>
                    <a:pt x="590" y="1"/>
                    <a:pt x="545" y="4"/>
                    <a:pt x="501" y="15"/>
                  </a:cubicBezTo>
                  <a:cubicBezTo>
                    <a:pt x="401" y="15"/>
                    <a:pt x="267" y="82"/>
                    <a:pt x="167" y="182"/>
                  </a:cubicBezTo>
                  <a:cubicBezTo>
                    <a:pt x="67" y="249"/>
                    <a:pt x="0" y="349"/>
                    <a:pt x="0" y="349"/>
                  </a:cubicBezTo>
                  <a:lnTo>
                    <a:pt x="167" y="516"/>
                  </a:lnTo>
                  <a:cubicBezTo>
                    <a:pt x="167" y="482"/>
                    <a:pt x="434" y="482"/>
                    <a:pt x="601" y="416"/>
                  </a:cubicBezTo>
                  <a:cubicBezTo>
                    <a:pt x="767" y="382"/>
                    <a:pt x="1068" y="249"/>
                    <a:pt x="1068" y="249"/>
                  </a:cubicBezTo>
                  <a:cubicBezTo>
                    <a:pt x="1068" y="249"/>
                    <a:pt x="1068" y="49"/>
                    <a:pt x="1101" y="49"/>
                  </a:cubicBezTo>
                  <a:cubicBezTo>
                    <a:pt x="1101" y="49"/>
                    <a:pt x="1001" y="15"/>
                    <a:pt x="868" y="15"/>
                  </a:cubicBezTo>
                  <a:cubicBezTo>
                    <a:pt x="801" y="15"/>
                    <a:pt x="719" y="1"/>
                    <a:pt x="6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3" name="Google Shape;413;p3"/>
            <p:cNvSpPr/>
            <p:nvPr/>
          </p:nvSpPr>
          <p:spPr>
            <a:xfrm>
              <a:off x="10262934" y="2050452"/>
              <a:ext cx="22575" cy="11288"/>
            </a:xfrm>
            <a:custGeom>
              <a:avLst/>
              <a:gdLst/>
              <a:ahLst/>
              <a:cxnLst/>
              <a:rect l="l" t="t" r="r" b="b"/>
              <a:pathLst>
                <a:path w="1002" h="501" extrusionOk="0">
                  <a:moveTo>
                    <a:pt x="467" y="1"/>
                  </a:moveTo>
                  <a:cubicBezTo>
                    <a:pt x="301" y="1"/>
                    <a:pt x="0" y="101"/>
                    <a:pt x="0" y="101"/>
                  </a:cubicBezTo>
                  <a:lnTo>
                    <a:pt x="0" y="367"/>
                  </a:lnTo>
                  <a:cubicBezTo>
                    <a:pt x="0" y="367"/>
                    <a:pt x="301" y="501"/>
                    <a:pt x="501" y="501"/>
                  </a:cubicBezTo>
                  <a:cubicBezTo>
                    <a:pt x="734" y="501"/>
                    <a:pt x="1001" y="334"/>
                    <a:pt x="1001" y="334"/>
                  </a:cubicBezTo>
                  <a:cubicBezTo>
                    <a:pt x="1001" y="267"/>
                    <a:pt x="968" y="67"/>
                    <a:pt x="934" y="34"/>
                  </a:cubicBezTo>
                  <a:cubicBezTo>
                    <a:pt x="934" y="34"/>
                    <a:pt x="634" y="1"/>
                    <a:pt x="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4" name="Google Shape;414;p3"/>
            <p:cNvSpPr/>
            <p:nvPr/>
          </p:nvSpPr>
          <p:spPr>
            <a:xfrm>
              <a:off x="10441056" y="2066989"/>
              <a:ext cx="18790" cy="11288"/>
            </a:xfrm>
            <a:custGeom>
              <a:avLst/>
              <a:gdLst/>
              <a:ahLst/>
              <a:cxnLst/>
              <a:rect l="l" t="t" r="r" b="b"/>
              <a:pathLst>
                <a:path w="834" h="501" extrusionOk="0">
                  <a:moveTo>
                    <a:pt x="434" y="0"/>
                  </a:moveTo>
                  <a:cubicBezTo>
                    <a:pt x="234" y="0"/>
                    <a:pt x="0" y="100"/>
                    <a:pt x="0" y="100"/>
                  </a:cubicBezTo>
                  <a:lnTo>
                    <a:pt x="0" y="334"/>
                  </a:lnTo>
                  <a:cubicBezTo>
                    <a:pt x="0" y="334"/>
                    <a:pt x="234" y="501"/>
                    <a:pt x="367" y="501"/>
                  </a:cubicBezTo>
                  <a:cubicBezTo>
                    <a:pt x="567" y="501"/>
                    <a:pt x="834" y="434"/>
                    <a:pt x="834" y="434"/>
                  </a:cubicBezTo>
                  <a:lnTo>
                    <a:pt x="834" y="167"/>
                  </a:lnTo>
                  <a:cubicBezTo>
                    <a:pt x="834" y="167"/>
                    <a:pt x="567" y="0"/>
                    <a:pt x="4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5" name="Google Shape;415;p3"/>
            <p:cNvSpPr/>
            <p:nvPr/>
          </p:nvSpPr>
          <p:spPr>
            <a:xfrm>
              <a:off x="10437293" y="2097810"/>
              <a:ext cx="24828" cy="11806"/>
            </a:xfrm>
            <a:custGeom>
              <a:avLst/>
              <a:gdLst/>
              <a:ahLst/>
              <a:cxnLst/>
              <a:rect l="l" t="t" r="r" b="b"/>
              <a:pathLst>
                <a:path w="1102" h="524" extrusionOk="0">
                  <a:moveTo>
                    <a:pt x="501" y="0"/>
                  </a:moveTo>
                  <a:cubicBezTo>
                    <a:pt x="334" y="67"/>
                    <a:pt x="34" y="234"/>
                    <a:pt x="34" y="234"/>
                  </a:cubicBezTo>
                  <a:cubicBezTo>
                    <a:pt x="0" y="234"/>
                    <a:pt x="67" y="467"/>
                    <a:pt x="67" y="467"/>
                  </a:cubicBezTo>
                  <a:cubicBezTo>
                    <a:pt x="67" y="467"/>
                    <a:pt x="236" y="523"/>
                    <a:pt x="405" y="523"/>
                  </a:cubicBezTo>
                  <a:cubicBezTo>
                    <a:pt x="461" y="523"/>
                    <a:pt x="517" y="517"/>
                    <a:pt x="567" y="500"/>
                  </a:cubicBezTo>
                  <a:cubicBezTo>
                    <a:pt x="701" y="500"/>
                    <a:pt x="834" y="467"/>
                    <a:pt x="901" y="400"/>
                  </a:cubicBezTo>
                  <a:cubicBezTo>
                    <a:pt x="1001" y="300"/>
                    <a:pt x="1068" y="267"/>
                    <a:pt x="1068" y="267"/>
                  </a:cubicBezTo>
                  <a:cubicBezTo>
                    <a:pt x="1101" y="267"/>
                    <a:pt x="1001" y="100"/>
                    <a:pt x="9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6" name="Google Shape;416;p3"/>
            <p:cNvSpPr/>
            <p:nvPr/>
          </p:nvSpPr>
          <p:spPr>
            <a:xfrm>
              <a:off x="10438803" y="2125252"/>
              <a:ext cx="25572" cy="12617"/>
            </a:xfrm>
            <a:custGeom>
              <a:avLst/>
              <a:gdLst/>
              <a:ahLst/>
              <a:cxnLst/>
              <a:rect l="l" t="t" r="r" b="b"/>
              <a:pathLst>
                <a:path w="1135" h="560" extrusionOk="0">
                  <a:moveTo>
                    <a:pt x="990" y="1"/>
                  </a:moveTo>
                  <a:cubicBezTo>
                    <a:pt x="981" y="1"/>
                    <a:pt x="973" y="5"/>
                    <a:pt x="967" y="16"/>
                  </a:cubicBezTo>
                  <a:cubicBezTo>
                    <a:pt x="967" y="16"/>
                    <a:pt x="867" y="50"/>
                    <a:pt x="801" y="50"/>
                  </a:cubicBezTo>
                  <a:cubicBezTo>
                    <a:pt x="701" y="50"/>
                    <a:pt x="600" y="50"/>
                    <a:pt x="500" y="83"/>
                  </a:cubicBezTo>
                  <a:cubicBezTo>
                    <a:pt x="300" y="116"/>
                    <a:pt x="0" y="250"/>
                    <a:pt x="0" y="250"/>
                  </a:cubicBezTo>
                  <a:lnTo>
                    <a:pt x="0" y="517"/>
                  </a:lnTo>
                  <a:cubicBezTo>
                    <a:pt x="0" y="517"/>
                    <a:pt x="213" y="559"/>
                    <a:pt x="436" y="559"/>
                  </a:cubicBezTo>
                  <a:cubicBezTo>
                    <a:pt x="491" y="559"/>
                    <a:pt x="547" y="557"/>
                    <a:pt x="600" y="550"/>
                  </a:cubicBezTo>
                  <a:cubicBezTo>
                    <a:pt x="701" y="517"/>
                    <a:pt x="867" y="417"/>
                    <a:pt x="967" y="350"/>
                  </a:cubicBezTo>
                  <a:cubicBezTo>
                    <a:pt x="1101" y="250"/>
                    <a:pt x="1134" y="183"/>
                    <a:pt x="1134" y="183"/>
                  </a:cubicBezTo>
                  <a:cubicBezTo>
                    <a:pt x="1134" y="127"/>
                    <a:pt x="1040" y="1"/>
                    <a:pt x="9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7" name="Google Shape;417;p3"/>
            <p:cNvSpPr/>
            <p:nvPr/>
          </p:nvSpPr>
          <p:spPr>
            <a:xfrm>
              <a:off x="10450068" y="2152671"/>
              <a:ext cx="24828" cy="11625"/>
            </a:xfrm>
            <a:custGeom>
              <a:avLst/>
              <a:gdLst/>
              <a:ahLst/>
              <a:cxnLst/>
              <a:rect l="l" t="t" r="r" b="b"/>
              <a:pathLst>
                <a:path w="1102" h="516" extrusionOk="0">
                  <a:moveTo>
                    <a:pt x="1001" y="0"/>
                  </a:moveTo>
                  <a:cubicBezTo>
                    <a:pt x="1001" y="0"/>
                    <a:pt x="668" y="0"/>
                    <a:pt x="501" y="33"/>
                  </a:cubicBezTo>
                  <a:cubicBezTo>
                    <a:pt x="301" y="67"/>
                    <a:pt x="0" y="234"/>
                    <a:pt x="0" y="234"/>
                  </a:cubicBezTo>
                  <a:lnTo>
                    <a:pt x="34" y="500"/>
                  </a:lnTo>
                  <a:cubicBezTo>
                    <a:pt x="34" y="500"/>
                    <a:pt x="182" y="515"/>
                    <a:pt x="350" y="515"/>
                  </a:cubicBezTo>
                  <a:cubicBezTo>
                    <a:pt x="434" y="515"/>
                    <a:pt x="523" y="512"/>
                    <a:pt x="601" y="500"/>
                  </a:cubicBezTo>
                  <a:cubicBezTo>
                    <a:pt x="801" y="400"/>
                    <a:pt x="1101" y="200"/>
                    <a:pt x="1101" y="200"/>
                  </a:cubicBez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8" name="Google Shape;418;p3"/>
            <p:cNvSpPr/>
            <p:nvPr/>
          </p:nvSpPr>
          <p:spPr>
            <a:xfrm>
              <a:off x="10476360" y="2165445"/>
              <a:ext cx="14307" cy="15050"/>
            </a:xfrm>
            <a:custGeom>
              <a:avLst/>
              <a:gdLst/>
              <a:ahLst/>
              <a:cxnLst/>
              <a:rect l="l" t="t" r="r" b="b"/>
              <a:pathLst>
                <a:path w="635" h="668" extrusionOk="0">
                  <a:moveTo>
                    <a:pt x="334" y="0"/>
                  </a:moveTo>
                  <a:lnTo>
                    <a:pt x="268" y="100"/>
                  </a:lnTo>
                  <a:cubicBezTo>
                    <a:pt x="201" y="134"/>
                    <a:pt x="134" y="167"/>
                    <a:pt x="134" y="234"/>
                  </a:cubicBezTo>
                  <a:cubicBezTo>
                    <a:pt x="101" y="267"/>
                    <a:pt x="1" y="467"/>
                    <a:pt x="1" y="467"/>
                  </a:cubicBezTo>
                  <a:cubicBezTo>
                    <a:pt x="1" y="467"/>
                    <a:pt x="134" y="634"/>
                    <a:pt x="201" y="667"/>
                  </a:cubicBezTo>
                  <a:cubicBezTo>
                    <a:pt x="201" y="667"/>
                    <a:pt x="268" y="667"/>
                    <a:pt x="334" y="634"/>
                  </a:cubicBezTo>
                  <a:cubicBezTo>
                    <a:pt x="435" y="601"/>
                    <a:pt x="501" y="567"/>
                    <a:pt x="535" y="467"/>
                  </a:cubicBezTo>
                  <a:cubicBezTo>
                    <a:pt x="635" y="400"/>
                    <a:pt x="635" y="267"/>
                    <a:pt x="635" y="167"/>
                  </a:cubicBezTo>
                  <a:cubicBezTo>
                    <a:pt x="635" y="67"/>
                    <a:pt x="601"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9" name="Google Shape;419;p3"/>
            <p:cNvSpPr/>
            <p:nvPr/>
          </p:nvSpPr>
          <p:spPr>
            <a:xfrm>
              <a:off x="10498913" y="2186488"/>
              <a:ext cx="12054" cy="18813"/>
            </a:xfrm>
            <a:custGeom>
              <a:avLst/>
              <a:gdLst/>
              <a:ahLst/>
              <a:cxnLst/>
              <a:rect l="l" t="t" r="r" b="b"/>
              <a:pathLst>
                <a:path w="535" h="835" extrusionOk="0">
                  <a:moveTo>
                    <a:pt x="201" y="0"/>
                  </a:moveTo>
                  <a:cubicBezTo>
                    <a:pt x="201" y="0"/>
                    <a:pt x="167" y="34"/>
                    <a:pt x="134" y="134"/>
                  </a:cubicBezTo>
                  <a:cubicBezTo>
                    <a:pt x="134" y="200"/>
                    <a:pt x="34" y="234"/>
                    <a:pt x="34" y="334"/>
                  </a:cubicBezTo>
                  <a:cubicBezTo>
                    <a:pt x="1" y="400"/>
                    <a:pt x="1" y="667"/>
                    <a:pt x="1" y="667"/>
                  </a:cubicBezTo>
                  <a:cubicBezTo>
                    <a:pt x="1" y="701"/>
                    <a:pt x="201" y="801"/>
                    <a:pt x="201" y="834"/>
                  </a:cubicBezTo>
                  <a:lnTo>
                    <a:pt x="334" y="701"/>
                  </a:lnTo>
                  <a:cubicBezTo>
                    <a:pt x="434" y="667"/>
                    <a:pt x="468" y="534"/>
                    <a:pt x="501" y="467"/>
                  </a:cubicBezTo>
                  <a:cubicBezTo>
                    <a:pt x="534" y="367"/>
                    <a:pt x="534" y="234"/>
                    <a:pt x="501" y="167"/>
                  </a:cubicBezTo>
                  <a:cubicBezTo>
                    <a:pt x="501" y="67"/>
                    <a:pt x="468" y="0"/>
                    <a:pt x="4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0" name="Google Shape;420;p3"/>
            <p:cNvSpPr/>
            <p:nvPr/>
          </p:nvSpPr>
          <p:spPr>
            <a:xfrm>
              <a:off x="10592863" y="2469803"/>
              <a:ext cx="21809" cy="11310"/>
            </a:xfrm>
            <a:custGeom>
              <a:avLst/>
              <a:gdLst/>
              <a:ahLst/>
              <a:cxnLst/>
              <a:rect l="l" t="t" r="r" b="b"/>
              <a:pathLst>
                <a:path w="968" h="502" extrusionOk="0">
                  <a:moveTo>
                    <a:pt x="467" y="1"/>
                  </a:moveTo>
                  <a:cubicBezTo>
                    <a:pt x="300" y="1"/>
                    <a:pt x="0" y="134"/>
                    <a:pt x="0" y="134"/>
                  </a:cubicBezTo>
                  <a:lnTo>
                    <a:pt x="0" y="401"/>
                  </a:lnTo>
                  <a:cubicBezTo>
                    <a:pt x="0" y="401"/>
                    <a:pt x="267" y="501"/>
                    <a:pt x="467" y="501"/>
                  </a:cubicBezTo>
                  <a:cubicBezTo>
                    <a:pt x="634" y="501"/>
                    <a:pt x="934" y="401"/>
                    <a:pt x="934" y="401"/>
                  </a:cubicBezTo>
                  <a:cubicBezTo>
                    <a:pt x="968" y="401"/>
                    <a:pt x="968" y="168"/>
                    <a:pt x="934" y="134"/>
                  </a:cubicBezTo>
                  <a:cubicBezTo>
                    <a:pt x="934" y="134"/>
                    <a:pt x="634" y="1"/>
                    <a:pt x="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1" name="Google Shape;421;p3"/>
            <p:cNvSpPr/>
            <p:nvPr/>
          </p:nvSpPr>
          <p:spPr>
            <a:xfrm>
              <a:off x="10589101" y="2487647"/>
              <a:ext cx="24828" cy="11490"/>
            </a:xfrm>
            <a:custGeom>
              <a:avLst/>
              <a:gdLst/>
              <a:ahLst/>
              <a:cxnLst/>
              <a:rect l="l" t="t" r="r" b="b"/>
              <a:pathLst>
                <a:path w="1102" h="510" extrusionOk="0">
                  <a:moveTo>
                    <a:pt x="633" y="0"/>
                  </a:moveTo>
                  <a:cubicBezTo>
                    <a:pt x="586" y="0"/>
                    <a:pt x="541" y="3"/>
                    <a:pt x="501" y="9"/>
                  </a:cubicBezTo>
                  <a:cubicBezTo>
                    <a:pt x="301" y="43"/>
                    <a:pt x="0" y="176"/>
                    <a:pt x="0" y="176"/>
                  </a:cubicBezTo>
                  <a:lnTo>
                    <a:pt x="0" y="443"/>
                  </a:lnTo>
                  <a:cubicBezTo>
                    <a:pt x="0" y="443"/>
                    <a:pt x="334" y="510"/>
                    <a:pt x="534" y="510"/>
                  </a:cubicBezTo>
                  <a:cubicBezTo>
                    <a:pt x="768" y="476"/>
                    <a:pt x="1035" y="310"/>
                    <a:pt x="1035" y="310"/>
                  </a:cubicBezTo>
                  <a:cubicBezTo>
                    <a:pt x="1101" y="276"/>
                    <a:pt x="1035" y="43"/>
                    <a:pt x="1035" y="43"/>
                  </a:cubicBezTo>
                  <a:cubicBezTo>
                    <a:pt x="1035" y="43"/>
                    <a:pt x="821" y="0"/>
                    <a:pt x="6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2" name="Google Shape;422;p3"/>
            <p:cNvSpPr/>
            <p:nvPr/>
          </p:nvSpPr>
          <p:spPr>
            <a:xfrm>
              <a:off x="10598879" y="2512655"/>
              <a:ext cx="23319" cy="9778"/>
            </a:xfrm>
            <a:custGeom>
              <a:avLst/>
              <a:gdLst/>
              <a:ahLst/>
              <a:cxnLst/>
              <a:rect l="l" t="t" r="r" b="b"/>
              <a:pathLst>
                <a:path w="1035" h="434" extrusionOk="0">
                  <a:moveTo>
                    <a:pt x="434" y="0"/>
                  </a:moveTo>
                  <a:cubicBezTo>
                    <a:pt x="267" y="0"/>
                    <a:pt x="0" y="100"/>
                    <a:pt x="0" y="100"/>
                  </a:cubicBezTo>
                  <a:lnTo>
                    <a:pt x="0" y="367"/>
                  </a:lnTo>
                  <a:cubicBezTo>
                    <a:pt x="0" y="367"/>
                    <a:pt x="267" y="434"/>
                    <a:pt x="500" y="434"/>
                  </a:cubicBezTo>
                  <a:cubicBezTo>
                    <a:pt x="567" y="434"/>
                    <a:pt x="734" y="400"/>
                    <a:pt x="834" y="334"/>
                  </a:cubicBezTo>
                  <a:cubicBezTo>
                    <a:pt x="901" y="234"/>
                    <a:pt x="1001" y="200"/>
                    <a:pt x="1001" y="200"/>
                  </a:cubicBezTo>
                  <a:cubicBezTo>
                    <a:pt x="1034" y="200"/>
                    <a:pt x="901" y="34"/>
                    <a:pt x="9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3" name="Google Shape;423;p3"/>
            <p:cNvSpPr/>
            <p:nvPr/>
          </p:nvSpPr>
          <p:spPr>
            <a:xfrm>
              <a:off x="10608634" y="2535185"/>
              <a:ext cx="20322" cy="11648"/>
            </a:xfrm>
            <a:custGeom>
              <a:avLst/>
              <a:gdLst/>
              <a:ahLst/>
              <a:cxnLst/>
              <a:rect l="l" t="t" r="r" b="b"/>
              <a:pathLst>
                <a:path w="902" h="517" extrusionOk="0">
                  <a:moveTo>
                    <a:pt x="635" y="1"/>
                  </a:moveTo>
                  <a:cubicBezTo>
                    <a:pt x="534" y="1"/>
                    <a:pt x="468" y="1"/>
                    <a:pt x="368" y="34"/>
                  </a:cubicBezTo>
                  <a:cubicBezTo>
                    <a:pt x="268" y="68"/>
                    <a:pt x="34" y="234"/>
                    <a:pt x="34" y="234"/>
                  </a:cubicBezTo>
                  <a:cubicBezTo>
                    <a:pt x="1" y="234"/>
                    <a:pt x="101" y="501"/>
                    <a:pt x="101" y="501"/>
                  </a:cubicBezTo>
                  <a:cubicBezTo>
                    <a:pt x="101" y="501"/>
                    <a:pt x="205" y="516"/>
                    <a:pt x="323" y="516"/>
                  </a:cubicBezTo>
                  <a:cubicBezTo>
                    <a:pt x="382" y="516"/>
                    <a:pt x="445" y="512"/>
                    <a:pt x="501" y="501"/>
                  </a:cubicBezTo>
                  <a:cubicBezTo>
                    <a:pt x="601" y="435"/>
                    <a:pt x="668" y="401"/>
                    <a:pt x="768" y="334"/>
                  </a:cubicBezTo>
                  <a:lnTo>
                    <a:pt x="901" y="201"/>
                  </a:lnTo>
                  <a:cubicBezTo>
                    <a:pt x="901" y="134"/>
                    <a:pt x="768" y="1"/>
                    <a:pt x="7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4" name="Google Shape;424;p3"/>
            <p:cNvSpPr/>
            <p:nvPr/>
          </p:nvSpPr>
          <p:spPr>
            <a:xfrm>
              <a:off x="10426006" y="3160483"/>
              <a:ext cx="21832" cy="11490"/>
            </a:xfrm>
            <a:custGeom>
              <a:avLst/>
              <a:gdLst/>
              <a:ahLst/>
              <a:cxnLst/>
              <a:rect l="l" t="t" r="r" b="b"/>
              <a:pathLst>
                <a:path w="969" h="510" extrusionOk="0">
                  <a:moveTo>
                    <a:pt x="468" y="0"/>
                  </a:moveTo>
                  <a:cubicBezTo>
                    <a:pt x="268" y="0"/>
                    <a:pt x="1" y="134"/>
                    <a:pt x="1" y="134"/>
                  </a:cubicBezTo>
                  <a:lnTo>
                    <a:pt x="1" y="367"/>
                  </a:lnTo>
                  <a:cubicBezTo>
                    <a:pt x="1" y="367"/>
                    <a:pt x="268" y="500"/>
                    <a:pt x="435" y="500"/>
                  </a:cubicBezTo>
                  <a:cubicBezTo>
                    <a:pt x="468" y="507"/>
                    <a:pt x="507" y="510"/>
                    <a:pt x="547" y="510"/>
                  </a:cubicBezTo>
                  <a:cubicBezTo>
                    <a:pt x="709" y="510"/>
                    <a:pt x="902" y="467"/>
                    <a:pt x="902" y="467"/>
                  </a:cubicBezTo>
                  <a:cubicBezTo>
                    <a:pt x="902" y="434"/>
                    <a:pt x="935" y="200"/>
                    <a:pt x="968" y="167"/>
                  </a:cubicBezTo>
                  <a:cubicBezTo>
                    <a:pt x="968" y="167"/>
                    <a:pt x="701" y="33"/>
                    <a:pt x="4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5" name="Google Shape;425;p3"/>
            <p:cNvSpPr/>
            <p:nvPr/>
          </p:nvSpPr>
          <p:spPr>
            <a:xfrm>
              <a:off x="10426772" y="3178507"/>
              <a:ext cx="19556" cy="10544"/>
            </a:xfrm>
            <a:custGeom>
              <a:avLst/>
              <a:gdLst/>
              <a:ahLst/>
              <a:cxnLst/>
              <a:rect l="l" t="t" r="r" b="b"/>
              <a:pathLst>
                <a:path w="868" h="468" extrusionOk="0">
                  <a:moveTo>
                    <a:pt x="467" y="1"/>
                  </a:moveTo>
                  <a:cubicBezTo>
                    <a:pt x="334" y="1"/>
                    <a:pt x="134" y="34"/>
                    <a:pt x="134" y="34"/>
                  </a:cubicBezTo>
                  <a:cubicBezTo>
                    <a:pt x="67" y="34"/>
                    <a:pt x="0" y="234"/>
                    <a:pt x="0" y="234"/>
                  </a:cubicBezTo>
                  <a:cubicBezTo>
                    <a:pt x="0" y="234"/>
                    <a:pt x="234" y="468"/>
                    <a:pt x="467" y="468"/>
                  </a:cubicBezTo>
                  <a:cubicBezTo>
                    <a:pt x="634" y="468"/>
                    <a:pt x="868" y="334"/>
                    <a:pt x="868" y="334"/>
                  </a:cubicBezTo>
                  <a:lnTo>
                    <a:pt x="868" y="67"/>
                  </a:lnTo>
                  <a:cubicBezTo>
                    <a:pt x="868" y="67"/>
                    <a:pt x="567" y="1"/>
                    <a:pt x="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6" name="Google Shape;426;p3"/>
            <p:cNvSpPr/>
            <p:nvPr/>
          </p:nvSpPr>
          <p:spPr>
            <a:xfrm>
              <a:off x="10429768" y="3200316"/>
              <a:ext cx="16560" cy="11288"/>
            </a:xfrm>
            <a:custGeom>
              <a:avLst/>
              <a:gdLst/>
              <a:ahLst/>
              <a:cxnLst/>
              <a:rect l="l" t="t" r="r" b="b"/>
              <a:pathLst>
                <a:path w="735" h="501" extrusionOk="0">
                  <a:moveTo>
                    <a:pt x="368" y="0"/>
                  </a:moveTo>
                  <a:cubicBezTo>
                    <a:pt x="268" y="0"/>
                    <a:pt x="201" y="33"/>
                    <a:pt x="101" y="67"/>
                  </a:cubicBezTo>
                  <a:cubicBezTo>
                    <a:pt x="34" y="100"/>
                    <a:pt x="1" y="167"/>
                    <a:pt x="1" y="167"/>
                  </a:cubicBezTo>
                  <a:cubicBezTo>
                    <a:pt x="1" y="200"/>
                    <a:pt x="67" y="400"/>
                    <a:pt x="67" y="400"/>
                  </a:cubicBezTo>
                  <a:cubicBezTo>
                    <a:pt x="67" y="400"/>
                    <a:pt x="101" y="434"/>
                    <a:pt x="201" y="434"/>
                  </a:cubicBezTo>
                  <a:cubicBezTo>
                    <a:pt x="268" y="500"/>
                    <a:pt x="368" y="500"/>
                    <a:pt x="401" y="500"/>
                  </a:cubicBezTo>
                  <a:cubicBezTo>
                    <a:pt x="534" y="500"/>
                    <a:pt x="735" y="367"/>
                    <a:pt x="735" y="367"/>
                  </a:cubicBezTo>
                  <a:lnTo>
                    <a:pt x="735" y="100"/>
                  </a:lnTo>
                  <a:cubicBezTo>
                    <a:pt x="735" y="100"/>
                    <a:pt x="501" y="0"/>
                    <a:pt x="3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7" name="Google Shape;427;p3"/>
            <p:cNvSpPr/>
            <p:nvPr/>
          </p:nvSpPr>
          <p:spPr>
            <a:xfrm>
              <a:off x="10528968" y="3273966"/>
              <a:ext cx="24828" cy="11288"/>
            </a:xfrm>
            <a:custGeom>
              <a:avLst/>
              <a:gdLst/>
              <a:ahLst/>
              <a:cxnLst/>
              <a:rect l="l" t="t" r="r" b="b"/>
              <a:pathLst>
                <a:path w="1102" h="501" extrusionOk="0">
                  <a:moveTo>
                    <a:pt x="601" y="0"/>
                  </a:moveTo>
                  <a:cubicBezTo>
                    <a:pt x="368" y="0"/>
                    <a:pt x="34" y="67"/>
                    <a:pt x="34" y="67"/>
                  </a:cubicBezTo>
                  <a:lnTo>
                    <a:pt x="1" y="300"/>
                  </a:lnTo>
                  <a:cubicBezTo>
                    <a:pt x="1" y="300"/>
                    <a:pt x="301" y="467"/>
                    <a:pt x="501" y="500"/>
                  </a:cubicBezTo>
                  <a:cubicBezTo>
                    <a:pt x="701" y="500"/>
                    <a:pt x="1035" y="434"/>
                    <a:pt x="1035" y="434"/>
                  </a:cubicBezTo>
                  <a:cubicBezTo>
                    <a:pt x="1102" y="400"/>
                    <a:pt x="1102" y="167"/>
                    <a:pt x="1102" y="167"/>
                  </a:cubicBezTo>
                  <a:cubicBezTo>
                    <a:pt x="1102" y="167"/>
                    <a:pt x="768"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8" name="Google Shape;428;p3"/>
            <p:cNvSpPr/>
            <p:nvPr/>
          </p:nvSpPr>
          <p:spPr>
            <a:xfrm>
              <a:off x="10523719" y="3254410"/>
              <a:ext cx="24828" cy="11625"/>
            </a:xfrm>
            <a:custGeom>
              <a:avLst/>
              <a:gdLst/>
              <a:ahLst/>
              <a:cxnLst/>
              <a:rect l="l" t="t" r="r" b="b"/>
              <a:pathLst>
                <a:path w="1102" h="516" extrusionOk="0">
                  <a:moveTo>
                    <a:pt x="201" y="1"/>
                  </a:moveTo>
                  <a:cubicBezTo>
                    <a:pt x="67" y="1"/>
                    <a:pt x="0" y="34"/>
                    <a:pt x="0" y="34"/>
                  </a:cubicBezTo>
                  <a:lnTo>
                    <a:pt x="0" y="301"/>
                  </a:lnTo>
                  <a:lnTo>
                    <a:pt x="167" y="368"/>
                  </a:lnTo>
                  <a:cubicBezTo>
                    <a:pt x="267" y="434"/>
                    <a:pt x="401" y="468"/>
                    <a:pt x="501" y="501"/>
                  </a:cubicBezTo>
                  <a:cubicBezTo>
                    <a:pt x="567" y="512"/>
                    <a:pt x="653" y="516"/>
                    <a:pt x="737" y="516"/>
                  </a:cubicBezTo>
                  <a:cubicBezTo>
                    <a:pt x="905" y="516"/>
                    <a:pt x="1068" y="501"/>
                    <a:pt x="1068" y="501"/>
                  </a:cubicBezTo>
                  <a:cubicBezTo>
                    <a:pt x="1068" y="501"/>
                    <a:pt x="1101" y="301"/>
                    <a:pt x="1068" y="268"/>
                  </a:cubicBezTo>
                  <a:cubicBezTo>
                    <a:pt x="1068" y="268"/>
                    <a:pt x="768" y="34"/>
                    <a:pt x="5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9" name="Google Shape;429;p3"/>
            <p:cNvSpPr/>
            <p:nvPr/>
          </p:nvSpPr>
          <p:spPr>
            <a:xfrm>
              <a:off x="10536493" y="3306274"/>
              <a:ext cx="24828" cy="11625"/>
            </a:xfrm>
            <a:custGeom>
              <a:avLst/>
              <a:gdLst/>
              <a:ahLst/>
              <a:cxnLst/>
              <a:rect l="l" t="t" r="r" b="b"/>
              <a:pathLst>
                <a:path w="1102" h="516" extrusionOk="0">
                  <a:moveTo>
                    <a:pt x="768" y="0"/>
                  </a:moveTo>
                  <a:cubicBezTo>
                    <a:pt x="668" y="0"/>
                    <a:pt x="534" y="0"/>
                    <a:pt x="467" y="34"/>
                  </a:cubicBezTo>
                  <a:cubicBezTo>
                    <a:pt x="267" y="67"/>
                    <a:pt x="0" y="234"/>
                    <a:pt x="0" y="234"/>
                  </a:cubicBezTo>
                  <a:lnTo>
                    <a:pt x="34" y="501"/>
                  </a:lnTo>
                  <a:cubicBezTo>
                    <a:pt x="34" y="501"/>
                    <a:pt x="182" y="516"/>
                    <a:pt x="350" y="516"/>
                  </a:cubicBezTo>
                  <a:cubicBezTo>
                    <a:pt x="434" y="516"/>
                    <a:pt x="523" y="512"/>
                    <a:pt x="601" y="501"/>
                  </a:cubicBezTo>
                  <a:cubicBezTo>
                    <a:pt x="668" y="467"/>
                    <a:pt x="801" y="367"/>
                    <a:pt x="868" y="334"/>
                  </a:cubicBezTo>
                  <a:cubicBezTo>
                    <a:pt x="1001" y="234"/>
                    <a:pt x="1035" y="201"/>
                    <a:pt x="1035" y="201"/>
                  </a:cubicBezTo>
                  <a:cubicBezTo>
                    <a:pt x="1101" y="201"/>
                    <a:pt x="968" y="34"/>
                    <a:pt x="9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0" name="Google Shape;430;p3"/>
            <p:cNvSpPr/>
            <p:nvPr/>
          </p:nvSpPr>
          <p:spPr>
            <a:xfrm>
              <a:off x="10544018" y="3333333"/>
              <a:ext cx="21043" cy="12707"/>
            </a:xfrm>
            <a:custGeom>
              <a:avLst/>
              <a:gdLst/>
              <a:ahLst/>
              <a:cxnLst/>
              <a:rect l="l" t="t" r="r" b="b"/>
              <a:pathLst>
                <a:path w="934" h="564" extrusionOk="0">
                  <a:moveTo>
                    <a:pt x="834" y="0"/>
                  </a:moveTo>
                  <a:cubicBezTo>
                    <a:pt x="834" y="0"/>
                    <a:pt x="534" y="0"/>
                    <a:pt x="367" y="34"/>
                  </a:cubicBezTo>
                  <a:lnTo>
                    <a:pt x="133" y="167"/>
                  </a:lnTo>
                  <a:cubicBezTo>
                    <a:pt x="100" y="200"/>
                    <a:pt x="0" y="267"/>
                    <a:pt x="0" y="267"/>
                  </a:cubicBezTo>
                  <a:lnTo>
                    <a:pt x="0" y="501"/>
                  </a:lnTo>
                  <a:cubicBezTo>
                    <a:pt x="0" y="501"/>
                    <a:pt x="33" y="534"/>
                    <a:pt x="167" y="534"/>
                  </a:cubicBezTo>
                  <a:cubicBezTo>
                    <a:pt x="211" y="556"/>
                    <a:pt x="256" y="564"/>
                    <a:pt x="298" y="564"/>
                  </a:cubicBezTo>
                  <a:cubicBezTo>
                    <a:pt x="382" y="564"/>
                    <a:pt x="456" y="534"/>
                    <a:pt x="500" y="534"/>
                  </a:cubicBezTo>
                  <a:cubicBezTo>
                    <a:pt x="701" y="467"/>
                    <a:pt x="934" y="300"/>
                    <a:pt x="934" y="300"/>
                  </a:cubicBezTo>
                  <a:cubicBezTo>
                    <a:pt x="934" y="267"/>
                    <a:pt x="867" y="34"/>
                    <a:pt x="8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1" name="Google Shape;431;p3"/>
            <p:cNvSpPr/>
            <p:nvPr/>
          </p:nvSpPr>
          <p:spPr>
            <a:xfrm>
              <a:off x="10552264" y="3353700"/>
              <a:ext cx="18813" cy="11963"/>
            </a:xfrm>
            <a:custGeom>
              <a:avLst/>
              <a:gdLst/>
              <a:ahLst/>
              <a:cxnLst/>
              <a:rect l="l" t="t" r="r" b="b"/>
              <a:pathLst>
                <a:path w="835" h="531" extrusionOk="0">
                  <a:moveTo>
                    <a:pt x="521" y="1"/>
                  </a:moveTo>
                  <a:cubicBezTo>
                    <a:pt x="457" y="1"/>
                    <a:pt x="390" y="8"/>
                    <a:pt x="335" y="30"/>
                  </a:cubicBezTo>
                  <a:cubicBezTo>
                    <a:pt x="168" y="97"/>
                    <a:pt x="1" y="297"/>
                    <a:pt x="1" y="297"/>
                  </a:cubicBezTo>
                  <a:lnTo>
                    <a:pt x="134" y="531"/>
                  </a:lnTo>
                  <a:cubicBezTo>
                    <a:pt x="134" y="531"/>
                    <a:pt x="401" y="531"/>
                    <a:pt x="501" y="464"/>
                  </a:cubicBezTo>
                  <a:cubicBezTo>
                    <a:pt x="635" y="431"/>
                    <a:pt x="835" y="264"/>
                    <a:pt x="835" y="264"/>
                  </a:cubicBezTo>
                  <a:cubicBezTo>
                    <a:pt x="835" y="264"/>
                    <a:pt x="768" y="64"/>
                    <a:pt x="768" y="30"/>
                  </a:cubicBezTo>
                  <a:cubicBezTo>
                    <a:pt x="768" y="30"/>
                    <a:pt x="650" y="1"/>
                    <a:pt x="5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2" name="Google Shape;432;p3"/>
            <p:cNvSpPr/>
            <p:nvPr/>
          </p:nvSpPr>
          <p:spPr>
            <a:xfrm>
              <a:off x="10570311" y="3385940"/>
              <a:ext cx="19556" cy="11288"/>
            </a:xfrm>
            <a:custGeom>
              <a:avLst/>
              <a:gdLst/>
              <a:ahLst/>
              <a:cxnLst/>
              <a:rect l="l" t="t" r="r" b="b"/>
              <a:pathLst>
                <a:path w="868" h="501" extrusionOk="0">
                  <a:moveTo>
                    <a:pt x="601" y="0"/>
                  </a:moveTo>
                  <a:cubicBezTo>
                    <a:pt x="551" y="17"/>
                    <a:pt x="509" y="17"/>
                    <a:pt x="468" y="17"/>
                  </a:cubicBezTo>
                  <a:cubicBezTo>
                    <a:pt x="426" y="17"/>
                    <a:pt x="384" y="17"/>
                    <a:pt x="334" y="34"/>
                  </a:cubicBezTo>
                  <a:cubicBezTo>
                    <a:pt x="301" y="34"/>
                    <a:pt x="201" y="100"/>
                    <a:pt x="134" y="134"/>
                  </a:cubicBezTo>
                  <a:cubicBezTo>
                    <a:pt x="34" y="167"/>
                    <a:pt x="1" y="200"/>
                    <a:pt x="1" y="200"/>
                  </a:cubicBezTo>
                  <a:lnTo>
                    <a:pt x="1" y="467"/>
                  </a:lnTo>
                  <a:cubicBezTo>
                    <a:pt x="1" y="467"/>
                    <a:pt x="101" y="467"/>
                    <a:pt x="167" y="501"/>
                  </a:cubicBezTo>
                  <a:lnTo>
                    <a:pt x="501" y="501"/>
                  </a:lnTo>
                  <a:cubicBezTo>
                    <a:pt x="668" y="434"/>
                    <a:pt x="868" y="200"/>
                    <a:pt x="868" y="200"/>
                  </a:cubicBezTo>
                  <a:cubicBezTo>
                    <a:pt x="868" y="200"/>
                    <a:pt x="801" y="34"/>
                    <a:pt x="7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3" name="Google Shape;433;p3"/>
            <p:cNvSpPr/>
            <p:nvPr/>
          </p:nvSpPr>
          <p:spPr>
            <a:xfrm>
              <a:off x="10559046" y="3043237"/>
              <a:ext cx="13541" cy="11288"/>
            </a:xfrm>
            <a:custGeom>
              <a:avLst/>
              <a:gdLst/>
              <a:ahLst/>
              <a:cxnLst/>
              <a:rect l="l" t="t" r="r" b="b"/>
              <a:pathLst>
                <a:path w="601" h="501" extrusionOk="0">
                  <a:moveTo>
                    <a:pt x="300" y="0"/>
                  </a:moveTo>
                  <a:cubicBezTo>
                    <a:pt x="167" y="0"/>
                    <a:pt x="0" y="134"/>
                    <a:pt x="0" y="134"/>
                  </a:cubicBezTo>
                  <a:lnTo>
                    <a:pt x="0" y="367"/>
                  </a:lnTo>
                  <a:cubicBezTo>
                    <a:pt x="0" y="367"/>
                    <a:pt x="167" y="501"/>
                    <a:pt x="300" y="501"/>
                  </a:cubicBezTo>
                  <a:cubicBezTo>
                    <a:pt x="434" y="501"/>
                    <a:pt x="601" y="367"/>
                    <a:pt x="601" y="367"/>
                  </a:cubicBezTo>
                  <a:lnTo>
                    <a:pt x="601" y="134"/>
                  </a:lnTo>
                  <a:cubicBezTo>
                    <a:pt x="601" y="134"/>
                    <a:pt x="434" y="0"/>
                    <a:pt x="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4" name="Google Shape;434;p3"/>
            <p:cNvSpPr/>
            <p:nvPr/>
          </p:nvSpPr>
          <p:spPr>
            <a:xfrm>
              <a:off x="10565061" y="3059008"/>
              <a:ext cx="23319" cy="10544"/>
            </a:xfrm>
            <a:custGeom>
              <a:avLst/>
              <a:gdLst/>
              <a:ahLst/>
              <a:cxnLst/>
              <a:rect l="l" t="t" r="r" b="b"/>
              <a:pathLst>
                <a:path w="1035" h="468" extrusionOk="0">
                  <a:moveTo>
                    <a:pt x="500" y="1"/>
                  </a:moveTo>
                  <a:cubicBezTo>
                    <a:pt x="334" y="1"/>
                    <a:pt x="0" y="134"/>
                    <a:pt x="0" y="134"/>
                  </a:cubicBezTo>
                  <a:lnTo>
                    <a:pt x="0" y="368"/>
                  </a:lnTo>
                  <a:cubicBezTo>
                    <a:pt x="0" y="368"/>
                    <a:pt x="334" y="468"/>
                    <a:pt x="534" y="468"/>
                  </a:cubicBezTo>
                  <a:cubicBezTo>
                    <a:pt x="600" y="468"/>
                    <a:pt x="767" y="435"/>
                    <a:pt x="867" y="334"/>
                  </a:cubicBezTo>
                  <a:cubicBezTo>
                    <a:pt x="934" y="268"/>
                    <a:pt x="1034" y="201"/>
                    <a:pt x="1034" y="201"/>
                  </a:cubicBezTo>
                  <a:cubicBezTo>
                    <a:pt x="1034" y="201"/>
                    <a:pt x="1001" y="1"/>
                    <a:pt x="9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5" name="Google Shape;435;p3"/>
            <p:cNvSpPr/>
            <p:nvPr/>
          </p:nvSpPr>
          <p:spPr>
            <a:xfrm>
              <a:off x="10573307" y="3073720"/>
              <a:ext cx="26338" cy="11625"/>
            </a:xfrm>
            <a:custGeom>
              <a:avLst/>
              <a:gdLst/>
              <a:ahLst/>
              <a:cxnLst/>
              <a:rect l="l" t="t" r="r" b="b"/>
              <a:pathLst>
                <a:path w="1169" h="516" extrusionOk="0">
                  <a:moveTo>
                    <a:pt x="636" y="0"/>
                  </a:moveTo>
                  <a:cubicBezTo>
                    <a:pt x="601" y="0"/>
                    <a:pt x="568" y="4"/>
                    <a:pt x="535" y="15"/>
                  </a:cubicBezTo>
                  <a:cubicBezTo>
                    <a:pt x="468" y="15"/>
                    <a:pt x="335" y="48"/>
                    <a:pt x="234" y="48"/>
                  </a:cubicBezTo>
                  <a:lnTo>
                    <a:pt x="68" y="48"/>
                  </a:lnTo>
                  <a:cubicBezTo>
                    <a:pt x="68" y="115"/>
                    <a:pt x="1" y="315"/>
                    <a:pt x="1" y="315"/>
                  </a:cubicBezTo>
                  <a:cubicBezTo>
                    <a:pt x="1" y="315"/>
                    <a:pt x="68" y="382"/>
                    <a:pt x="201" y="449"/>
                  </a:cubicBezTo>
                  <a:cubicBezTo>
                    <a:pt x="335" y="515"/>
                    <a:pt x="501" y="515"/>
                    <a:pt x="635" y="515"/>
                  </a:cubicBezTo>
                  <a:cubicBezTo>
                    <a:pt x="735" y="515"/>
                    <a:pt x="868" y="482"/>
                    <a:pt x="1002" y="382"/>
                  </a:cubicBezTo>
                  <a:cubicBezTo>
                    <a:pt x="1068" y="315"/>
                    <a:pt x="1168" y="282"/>
                    <a:pt x="1168" y="282"/>
                  </a:cubicBezTo>
                  <a:cubicBezTo>
                    <a:pt x="1168" y="215"/>
                    <a:pt x="1068" y="48"/>
                    <a:pt x="1068" y="15"/>
                  </a:cubicBezTo>
                  <a:lnTo>
                    <a:pt x="868" y="15"/>
                  </a:lnTo>
                  <a:cubicBezTo>
                    <a:pt x="779" y="15"/>
                    <a:pt x="705" y="0"/>
                    <a:pt x="6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6" name="Google Shape;436;p3"/>
            <p:cNvSpPr/>
            <p:nvPr/>
          </p:nvSpPr>
          <p:spPr>
            <a:xfrm>
              <a:off x="10581576" y="3092825"/>
              <a:ext cx="27081" cy="11310"/>
            </a:xfrm>
            <a:custGeom>
              <a:avLst/>
              <a:gdLst/>
              <a:ahLst/>
              <a:cxnLst/>
              <a:rect l="l" t="t" r="r" b="b"/>
              <a:pathLst>
                <a:path w="1202" h="502" extrusionOk="0">
                  <a:moveTo>
                    <a:pt x="601" y="1"/>
                  </a:moveTo>
                  <a:cubicBezTo>
                    <a:pt x="334" y="1"/>
                    <a:pt x="1" y="134"/>
                    <a:pt x="1" y="134"/>
                  </a:cubicBezTo>
                  <a:lnTo>
                    <a:pt x="1" y="368"/>
                  </a:lnTo>
                  <a:cubicBezTo>
                    <a:pt x="1" y="368"/>
                    <a:pt x="334" y="501"/>
                    <a:pt x="601" y="501"/>
                  </a:cubicBezTo>
                  <a:cubicBezTo>
                    <a:pt x="835" y="501"/>
                    <a:pt x="1168" y="335"/>
                    <a:pt x="1168" y="335"/>
                  </a:cubicBezTo>
                  <a:cubicBezTo>
                    <a:pt x="1202" y="301"/>
                    <a:pt x="1168" y="101"/>
                    <a:pt x="1168" y="34"/>
                  </a:cubicBezTo>
                  <a:cubicBezTo>
                    <a:pt x="1168" y="34"/>
                    <a:pt x="801" y="1"/>
                    <a:pt x="6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7" name="Google Shape;437;p3"/>
            <p:cNvSpPr/>
            <p:nvPr/>
          </p:nvSpPr>
          <p:spPr>
            <a:xfrm>
              <a:off x="10687557" y="3104856"/>
              <a:ext cx="21066" cy="10544"/>
            </a:xfrm>
            <a:custGeom>
              <a:avLst/>
              <a:gdLst/>
              <a:ahLst/>
              <a:cxnLst/>
              <a:rect l="l" t="t" r="r" b="b"/>
              <a:pathLst>
                <a:path w="935" h="468" extrusionOk="0">
                  <a:moveTo>
                    <a:pt x="467" y="1"/>
                  </a:moveTo>
                  <a:cubicBezTo>
                    <a:pt x="401" y="1"/>
                    <a:pt x="300" y="67"/>
                    <a:pt x="267" y="67"/>
                  </a:cubicBezTo>
                  <a:lnTo>
                    <a:pt x="134" y="67"/>
                  </a:lnTo>
                  <a:cubicBezTo>
                    <a:pt x="100" y="67"/>
                    <a:pt x="0" y="268"/>
                    <a:pt x="0" y="268"/>
                  </a:cubicBezTo>
                  <a:cubicBezTo>
                    <a:pt x="0" y="268"/>
                    <a:pt x="100" y="334"/>
                    <a:pt x="167" y="401"/>
                  </a:cubicBezTo>
                  <a:cubicBezTo>
                    <a:pt x="300" y="468"/>
                    <a:pt x="434" y="468"/>
                    <a:pt x="501" y="468"/>
                  </a:cubicBezTo>
                  <a:cubicBezTo>
                    <a:pt x="667" y="434"/>
                    <a:pt x="901" y="334"/>
                    <a:pt x="901" y="334"/>
                  </a:cubicBezTo>
                  <a:lnTo>
                    <a:pt x="934" y="134"/>
                  </a:lnTo>
                  <a:lnTo>
                    <a:pt x="767" y="67"/>
                  </a:lnTo>
                  <a:cubicBezTo>
                    <a:pt x="667" y="1"/>
                    <a:pt x="567" y="1"/>
                    <a:pt x="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8" name="Google Shape;438;p3"/>
            <p:cNvSpPr/>
            <p:nvPr/>
          </p:nvSpPr>
          <p:spPr>
            <a:xfrm>
              <a:off x="10691319" y="3133424"/>
              <a:ext cx="15050" cy="11490"/>
            </a:xfrm>
            <a:custGeom>
              <a:avLst/>
              <a:gdLst/>
              <a:ahLst/>
              <a:cxnLst/>
              <a:rect l="l" t="t" r="r" b="b"/>
              <a:pathLst>
                <a:path w="668" h="510" extrusionOk="0">
                  <a:moveTo>
                    <a:pt x="300" y="0"/>
                  </a:moveTo>
                  <a:cubicBezTo>
                    <a:pt x="167" y="34"/>
                    <a:pt x="0" y="200"/>
                    <a:pt x="0" y="200"/>
                  </a:cubicBezTo>
                  <a:cubicBezTo>
                    <a:pt x="0" y="234"/>
                    <a:pt x="100" y="467"/>
                    <a:pt x="100" y="467"/>
                  </a:cubicBezTo>
                  <a:cubicBezTo>
                    <a:pt x="100" y="467"/>
                    <a:pt x="228" y="510"/>
                    <a:pt x="348" y="510"/>
                  </a:cubicBezTo>
                  <a:cubicBezTo>
                    <a:pt x="378" y="510"/>
                    <a:pt x="407" y="507"/>
                    <a:pt x="434" y="501"/>
                  </a:cubicBezTo>
                  <a:cubicBezTo>
                    <a:pt x="467" y="501"/>
                    <a:pt x="567" y="467"/>
                    <a:pt x="600" y="401"/>
                  </a:cubicBezTo>
                  <a:lnTo>
                    <a:pt x="667" y="334"/>
                  </a:lnTo>
                  <a:lnTo>
                    <a:pt x="667" y="67"/>
                  </a:lnTo>
                  <a:cubicBezTo>
                    <a:pt x="667" y="67"/>
                    <a:pt x="634" y="34"/>
                    <a:pt x="567" y="34"/>
                  </a:cubicBezTo>
                  <a:cubicBezTo>
                    <a:pt x="467" y="0"/>
                    <a:pt x="400" y="0"/>
                    <a:pt x="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9" name="Google Shape;439;p3"/>
            <p:cNvSpPr/>
            <p:nvPr/>
          </p:nvSpPr>
          <p:spPr>
            <a:xfrm>
              <a:off x="10708600" y="3158973"/>
              <a:ext cx="20300" cy="12369"/>
            </a:xfrm>
            <a:custGeom>
              <a:avLst/>
              <a:gdLst/>
              <a:ahLst/>
              <a:cxnLst/>
              <a:rect l="l" t="t" r="r" b="b"/>
              <a:pathLst>
                <a:path w="901" h="549" extrusionOk="0">
                  <a:moveTo>
                    <a:pt x="701" y="0"/>
                  </a:moveTo>
                  <a:cubicBezTo>
                    <a:pt x="701" y="0"/>
                    <a:pt x="667" y="34"/>
                    <a:pt x="567" y="34"/>
                  </a:cubicBezTo>
                  <a:cubicBezTo>
                    <a:pt x="551" y="50"/>
                    <a:pt x="509" y="50"/>
                    <a:pt x="467" y="50"/>
                  </a:cubicBezTo>
                  <a:cubicBezTo>
                    <a:pt x="426" y="50"/>
                    <a:pt x="384" y="50"/>
                    <a:pt x="367" y="67"/>
                  </a:cubicBezTo>
                  <a:cubicBezTo>
                    <a:pt x="300" y="67"/>
                    <a:pt x="200" y="100"/>
                    <a:pt x="134" y="167"/>
                  </a:cubicBezTo>
                  <a:cubicBezTo>
                    <a:pt x="67" y="201"/>
                    <a:pt x="0" y="234"/>
                    <a:pt x="0" y="234"/>
                  </a:cubicBezTo>
                  <a:lnTo>
                    <a:pt x="0" y="501"/>
                  </a:lnTo>
                  <a:cubicBezTo>
                    <a:pt x="0" y="501"/>
                    <a:pt x="67" y="501"/>
                    <a:pt x="167" y="534"/>
                  </a:cubicBezTo>
                  <a:cubicBezTo>
                    <a:pt x="189" y="545"/>
                    <a:pt x="223" y="549"/>
                    <a:pt x="261" y="549"/>
                  </a:cubicBezTo>
                  <a:cubicBezTo>
                    <a:pt x="337" y="549"/>
                    <a:pt x="434" y="534"/>
                    <a:pt x="501" y="534"/>
                  </a:cubicBezTo>
                  <a:cubicBezTo>
                    <a:pt x="567" y="501"/>
                    <a:pt x="701" y="401"/>
                    <a:pt x="801" y="334"/>
                  </a:cubicBezTo>
                  <a:cubicBezTo>
                    <a:pt x="868" y="234"/>
                    <a:pt x="901" y="167"/>
                    <a:pt x="901" y="167"/>
                  </a:cubicBezTo>
                  <a:cubicBezTo>
                    <a:pt x="901" y="100"/>
                    <a:pt x="734" y="0"/>
                    <a:pt x="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0" name="Google Shape;440;p3"/>
            <p:cNvSpPr/>
            <p:nvPr/>
          </p:nvSpPr>
          <p:spPr>
            <a:xfrm>
              <a:off x="9604585" y="1811454"/>
              <a:ext cx="457742" cy="310937"/>
            </a:xfrm>
            <a:custGeom>
              <a:avLst/>
              <a:gdLst/>
              <a:ahLst/>
              <a:cxnLst/>
              <a:rect l="l" t="t" r="r" b="b"/>
              <a:pathLst>
                <a:path w="20317" h="13801" extrusionOk="0">
                  <a:moveTo>
                    <a:pt x="167" y="0"/>
                  </a:moveTo>
                  <a:cubicBezTo>
                    <a:pt x="81" y="0"/>
                    <a:pt x="1" y="60"/>
                    <a:pt x="1" y="201"/>
                  </a:cubicBezTo>
                  <a:lnTo>
                    <a:pt x="1" y="568"/>
                  </a:lnTo>
                  <a:cubicBezTo>
                    <a:pt x="34" y="835"/>
                    <a:pt x="1" y="1168"/>
                    <a:pt x="34" y="1569"/>
                  </a:cubicBezTo>
                  <a:cubicBezTo>
                    <a:pt x="34" y="2469"/>
                    <a:pt x="201" y="3637"/>
                    <a:pt x="701" y="4904"/>
                  </a:cubicBezTo>
                  <a:cubicBezTo>
                    <a:pt x="1168" y="6205"/>
                    <a:pt x="2135" y="7506"/>
                    <a:pt x="3370" y="8407"/>
                  </a:cubicBezTo>
                  <a:cubicBezTo>
                    <a:pt x="4637" y="9341"/>
                    <a:pt x="6038" y="9908"/>
                    <a:pt x="7306" y="10308"/>
                  </a:cubicBezTo>
                  <a:cubicBezTo>
                    <a:pt x="9808" y="11109"/>
                    <a:pt x="13110" y="11509"/>
                    <a:pt x="15645" y="12143"/>
                  </a:cubicBezTo>
                  <a:cubicBezTo>
                    <a:pt x="16946" y="12477"/>
                    <a:pt x="18013" y="12843"/>
                    <a:pt x="18781" y="13177"/>
                  </a:cubicBezTo>
                  <a:cubicBezTo>
                    <a:pt x="19148" y="13344"/>
                    <a:pt x="19448" y="13477"/>
                    <a:pt x="19648" y="13611"/>
                  </a:cubicBezTo>
                  <a:cubicBezTo>
                    <a:pt x="19815" y="13711"/>
                    <a:pt x="19948" y="13777"/>
                    <a:pt x="19948" y="13777"/>
                  </a:cubicBezTo>
                  <a:cubicBezTo>
                    <a:pt x="19986" y="13793"/>
                    <a:pt x="20021" y="13801"/>
                    <a:pt x="20054" y="13801"/>
                  </a:cubicBezTo>
                  <a:cubicBezTo>
                    <a:pt x="20226" y="13801"/>
                    <a:pt x="20316" y="13596"/>
                    <a:pt x="20148" y="13344"/>
                  </a:cubicBezTo>
                  <a:cubicBezTo>
                    <a:pt x="20148" y="13344"/>
                    <a:pt x="20048" y="13244"/>
                    <a:pt x="19848" y="13144"/>
                  </a:cubicBezTo>
                  <a:cubicBezTo>
                    <a:pt x="19648" y="12977"/>
                    <a:pt x="19348" y="12843"/>
                    <a:pt x="18981" y="12643"/>
                  </a:cubicBezTo>
                  <a:cubicBezTo>
                    <a:pt x="18180" y="12243"/>
                    <a:pt x="17113" y="11809"/>
                    <a:pt x="15812" y="11476"/>
                  </a:cubicBezTo>
                  <a:cubicBezTo>
                    <a:pt x="13210" y="10742"/>
                    <a:pt x="9941" y="10242"/>
                    <a:pt x="7506" y="9508"/>
                  </a:cubicBezTo>
                  <a:cubicBezTo>
                    <a:pt x="6305" y="9141"/>
                    <a:pt x="4937" y="8640"/>
                    <a:pt x="3770" y="7807"/>
                  </a:cubicBezTo>
                  <a:cubicBezTo>
                    <a:pt x="2602" y="6973"/>
                    <a:pt x="1668" y="5805"/>
                    <a:pt x="1168" y="4638"/>
                  </a:cubicBezTo>
                  <a:cubicBezTo>
                    <a:pt x="668" y="3470"/>
                    <a:pt x="468" y="2336"/>
                    <a:pt x="434" y="1502"/>
                  </a:cubicBezTo>
                  <a:cubicBezTo>
                    <a:pt x="367" y="1068"/>
                    <a:pt x="367" y="735"/>
                    <a:pt x="367" y="535"/>
                  </a:cubicBezTo>
                  <a:lnTo>
                    <a:pt x="367" y="201"/>
                  </a:lnTo>
                  <a:cubicBezTo>
                    <a:pt x="367" y="77"/>
                    <a:pt x="264"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1" name="Google Shape;441;p3"/>
            <p:cNvSpPr/>
            <p:nvPr/>
          </p:nvSpPr>
          <p:spPr>
            <a:xfrm>
              <a:off x="10628934" y="1585253"/>
              <a:ext cx="131530" cy="284847"/>
            </a:xfrm>
            <a:custGeom>
              <a:avLst/>
              <a:gdLst/>
              <a:ahLst/>
              <a:cxnLst/>
              <a:rect l="l" t="t" r="r" b="b"/>
              <a:pathLst>
                <a:path w="5838" h="12643" extrusionOk="0">
                  <a:moveTo>
                    <a:pt x="234" y="0"/>
                  </a:moveTo>
                  <a:cubicBezTo>
                    <a:pt x="67" y="0"/>
                    <a:pt x="0" y="334"/>
                    <a:pt x="167" y="367"/>
                  </a:cubicBezTo>
                  <a:cubicBezTo>
                    <a:pt x="167" y="367"/>
                    <a:pt x="234" y="367"/>
                    <a:pt x="367" y="401"/>
                  </a:cubicBezTo>
                  <a:cubicBezTo>
                    <a:pt x="434" y="467"/>
                    <a:pt x="668" y="501"/>
                    <a:pt x="868" y="567"/>
                  </a:cubicBezTo>
                  <a:cubicBezTo>
                    <a:pt x="1268" y="734"/>
                    <a:pt x="1902" y="934"/>
                    <a:pt x="2502" y="1368"/>
                  </a:cubicBezTo>
                  <a:cubicBezTo>
                    <a:pt x="3069" y="1768"/>
                    <a:pt x="3670" y="2335"/>
                    <a:pt x="4037" y="3036"/>
                  </a:cubicBezTo>
                  <a:cubicBezTo>
                    <a:pt x="4404" y="3703"/>
                    <a:pt x="4670" y="4437"/>
                    <a:pt x="4770" y="5171"/>
                  </a:cubicBezTo>
                  <a:cubicBezTo>
                    <a:pt x="5071" y="6538"/>
                    <a:pt x="5104" y="8406"/>
                    <a:pt x="5204" y="9907"/>
                  </a:cubicBezTo>
                  <a:cubicBezTo>
                    <a:pt x="5237" y="10675"/>
                    <a:pt x="5271" y="11342"/>
                    <a:pt x="5338" y="11809"/>
                  </a:cubicBezTo>
                  <a:cubicBezTo>
                    <a:pt x="5371" y="12243"/>
                    <a:pt x="5404" y="12543"/>
                    <a:pt x="5404" y="12543"/>
                  </a:cubicBezTo>
                  <a:cubicBezTo>
                    <a:pt x="5421" y="12609"/>
                    <a:pt x="5504" y="12643"/>
                    <a:pt x="5596" y="12643"/>
                  </a:cubicBezTo>
                  <a:cubicBezTo>
                    <a:pt x="5688" y="12643"/>
                    <a:pt x="5788" y="12609"/>
                    <a:pt x="5838" y="12543"/>
                  </a:cubicBezTo>
                  <a:cubicBezTo>
                    <a:pt x="5838" y="12543"/>
                    <a:pt x="5771" y="12243"/>
                    <a:pt x="5771" y="11775"/>
                  </a:cubicBezTo>
                  <a:lnTo>
                    <a:pt x="5771" y="9907"/>
                  </a:lnTo>
                  <a:cubicBezTo>
                    <a:pt x="5771" y="8406"/>
                    <a:pt x="5838" y="6538"/>
                    <a:pt x="5538" y="5037"/>
                  </a:cubicBezTo>
                  <a:cubicBezTo>
                    <a:pt x="5371" y="4270"/>
                    <a:pt x="5104" y="3436"/>
                    <a:pt x="4604" y="2702"/>
                  </a:cubicBezTo>
                  <a:cubicBezTo>
                    <a:pt x="4170" y="1902"/>
                    <a:pt x="3436" y="1335"/>
                    <a:pt x="2769" y="901"/>
                  </a:cubicBezTo>
                  <a:cubicBezTo>
                    <a:pt x="2102" y="501"/>
                    <a:pt x="1435" y="267"/>
                    <a:pt x="1001" y="167"/>
                  </a:cubicBezTo>
                  <a:cubicBezTo>
                    <a:pt x="768" y="67"/>
                    <a:pt x="567" y="67"/>
                    <a:pt x="434" y="34"/>
                  </a:cubicBezTo>
                  <a:cubicBezTo>
                    <a:pt x="334" y="0"/>
                    <a:pt x="234"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2" name="Google Shape;442;p3"/>
            <p:cNvSpPr/>
            <p:nvPr/>
          </p:nvSpPr>
          <p:spPr>
            <a:xfrm>
              <a:off x="10331222" y="3428319"/>
              <a:ext cx="469998" cy="385488"/>
            </a:xfrm>
            <a:custGeom>
              <a:avLst/>
              <a:gdLst/>
              <a:ahLst/>
              <a:cxnLst/>
              <a:rect l="l" t="t" r="r" b="b"/>
              <a:pathLst>
                <a:path w="20861" h="17110" extrusionOk="0">
                  <a:moveTo>
                    <a:pt x="193" y="1"/>
                  </a:moveTo>
                  <a:cubicBezTo>
                    <a:pt x="90" y="1"/>
                    <a:pt x="1" y="85"/>
                    <a:pt x="38" y="254"/>
                  </a:cubicBezTo>
                  <a:cubicBezTo>
                    <a:pt x="38" y="254"/>
                    <a:pt x="72" y="388"/>
                    <a:pt x="105" y="621"/>
                  </a:cubicBezTo>
                  <a:cubicBezTo>
                    <a:pt x="138" y="755"/>
                    <a:pt x="172" y="855"/>
                    <a:pt x="238" y="1021"/>
                  </a:cubicBezTo>
                  <a:cubicBezTo>
                    <a:pt x="305" y="1222"/>
                    <a:pt x="372" y="1388"/>
                    <a:pt x="439" y="1588"/>
                  </a:cubicBezTo>
                  <a:cubicBezTo>
                    <a:pt x="772" y="2422"/>
                    <a:pt x="1339" y="3490"/>
                    <a:pt x="2173" y="4591"/>
                  </a:cubicBezTo>
                  <a:cubicBezTo>
                    <a:pt x="3841" y="6792"/>
                    <a:pt x="6410" y="9027"/>
                    <a:pt x="8578" y="10628"/>
                  </a:cubicBezTo>
                  <a:cubicBezTo>
                    <a:pt x="10746" y="12229"/>
                    <a:pt x="13615" y="13997"/>
                    <a:pt x="16083" y="15198"/>
                  </a:cubicBezTo>
                  <a:cubicBezTo>
                    <a:pt x="17284" y="15832"/>
                    <a:pt x="18418" y="16299"/>
                    <a:pt x="19219" y="16633"/>
                  </a:cubicBezTo>
                  <a:cubicBezTo>
                    <a:pt x="19986" y="16933"/>
                    <a:pt x="20486" y="17100"/>
                    <a:pt x="20486" y="17100"/>
                  </a:cubicBezTo>
                  <a:cubicBezTo>
                    <a:pt x="20515" y="17106"/>
                    <a:pt x="20543" y="17109"/>
                    <a:pt x="20568" y="17109"/>
                  </a:cubicBezTo>
                  <a:cubicBezTo>
                    <a:pt x="20802" y="17109"/>
                    <a:pt x="20861" y="16847"/>
                    <a:pt x="20620" y="16666"/>
                  </a:cubicBezTo>
                  <a:cubicBezTo>
                    <a:pt x="20620" y="16666"/>
                    <a:pt x="20153" y="16499"/>
                    <a:pt x="19385" y="16166"/>
                  </a:cubicBezTo>
                  <a:cubicBezTo>
                    <a:pt x="18585" y="15832"/>
                    <a:pt x="17484" y="15298"/>
                    <a:pt x="16317" y="14664"/>
                  </a:cubicBezTo>
                  <a:cubicBezTo>
                    <a:pt x="13915" y="13397"/>
                    <a:pt x="11113" y="11596"/>
                    <a:pt x="8978" y="9994"/>
                  </a:cubicBezTo>
                  <a:cubicBezTo>
                    <a:pt x="6910" y="8460"/>
                    <a:pt x="4275" y="6292"/>
                    <a:pt x="2607" y="4224"/>
                  </a:cubicBezTo>
                  <a:cubicBezTo>
                    <a:pt x="1739" y="3190"/>
                    <a:pt x="1139" y="2156"/>
                    <a:pt x="805" y="1422"/>
                  </a:cubicBezTo>
                  <a:cubicBezTo>
                    <a:pt x="739" y="1255"/>
                    <a:pt x="639" y="1088"/>
                    <a:pt x="605" y="921"/>
                  </a:cubicBezTo>
                  <a:cubicBezTo>
                    <a:pt x="572" y="755"/>
                    <a:pt x="505" y="621"/>
                    <a:pt x="472" y="488"/>
                  </a:cubicBezTo>
                  <a:cubicBezTo>
                    <a:pt x="439" y="288"/>
                    <a:pt x="405" y="154"/>
                    <a:pt x="405" y="154"/>
                  </a:cubicBezTo>
                  <a:cubicBezTo>
                    <a:pt x="361" y="52"/>
                    <a:pt x="273" y="1"/>
                    <a:pt x="1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tx" matchingName="Title and body">
  <p:cSld name="TITLE_AND_BODY">
    <p:spTree>
      <p:nvGrpSpPr>
        <p:cNvPr id="443" name="Shape 443"/>
        <p:cNvGrpSpPr/>
        <p:nvPr/>
      </p:nvGrpSpPr>
      <p:grpSpPr>
        <a:xfrm>
          <a:off x="0" y="0"/>
          <a:ext cx="0" cy="0"/>
          <a:chOff x="0" y="0"/>
          <a:chExt cx="0" cy="0"/>
        </a:xfrm>
      </p:grpSpPr>
      <p:pic>
        <p:nvPicPr>
          <p:cNvPr id="444" name="Google Shape;444;p4"/>
          <p:cNvPicPr preferRelativeResize="0"/>
          <p:nvPr/>
        </p:nvPicPr>
        <p:blipFill rotWithShape="1">
          <a:blip r:embed="rId2"/>
          <a:srcRect b="15598"/>
          <a:stretch>
            <a:fillRect/>
          </a:stretch>
        </p:blipFill>
        <p:spPr>
          <a:xfrm rot="10800000">
            <a:off x="0" y="0"/>
            <a:ext cx="9144003" cy="5143501"/>
          </a:xfrm>
          <a:prstGeom prst="rect">
            <a:avLst/>
          </a:prstGeom>
          <a:noFill/>
          <a:ln>
            <a:noFill/>
          </a:ln>
        </p:spPr>
      </p:pic>
      <p:sp>
        <p:nvSpPr>
          <p:cNvPr id="445" name="Google Shape;445;p4"/>
          <p:cNvSpPr txBox="1"/>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446" name="Google Shape;446;p4"/>
          <p:cNvSpPr txBox="1"/>
          <p:nvPr>
            <p:ph type="body" idx="1"/>
          </p:nvPr>
        </p:nvSpPr>
        <p:spPr>
          <a:xfrm>
            <a:off x="720000" y="1215752"/>
            <a:ext cx="7704000" cy="3416400"/>
          </a:xfrm>
          <a:prstGeom prst="rect">
            <a:avLst/>
          </a:prstGeom>
        </p:spPr>
        <p:txBody>
          <a:bodyPr spcFirstLastPara="1" wrap="square" lIns="91425" tIns="91425" rIns="91425" bIns="91425" anchor="t" anchorCtr="0">
            <a:noAutofit/>
          </a:bodyPr>
          <a:lstStyle>
            <a:lvl1pPr marL="457200" lvl="0" indent="-317500" rtl="0">
              <a:lnSpc>
                <a:spcPct val="100000"/>
              </a:lnSpc>
              <a:spcBef>
                <a:spcPts val="0"/>
              </a:spcBef>
              <a:spcAft>
                <a:spcPts val="0"/>
              </a:spcAft>
              <a:buSzPts val="1400"/>
              <a:buFont typeface="Nunito Light"/>
              <a:buChar char="●"/>
              <a:defRPr/>
            </a:lvl1pPr>
            <a:lvl2pPr marL="914400" lvl="1" indent="-317500" rtl="0">
              <a:lnSpc>
                <a:spcPct val="100000"/>
              </a:lnSpc>
              <a:spcBef>
                <a:spcPts val="0"/>
              </a:spcBef>
              <a:spcAft>
                <a:spcPts val="0"/>
              </a:spcAft>
              <a:buSzPts val="1400"/>
              <a:buFont typeface="Nunito Light"/>
              <a:buChar char="○"/>
              <a:defRPr/>
            </a:lvl2pPr>
            <a:lvl3pPr marL="1371600" lvl="2" indent="-317500" rtl="0">
              <a:lnSpc>
                <a:spcPct val="100000"/>
              </a:lnSpc>
              <a:spcBef>
                <a:spcPts val="0"/>
              </a:spcBef>
              <a:spcAft>
                <a:spcPts val="0"/>
              </a:spcAft>
              <a:buSzPts val="1400"/>
              <a:buFont typeface="Nunito Light"/>
              <a:buChar char="■"/>
              <a:defRPr/>
            </a:lvl3pPr>
            <a:lvl4pPr marL="1828800" lvl="3" indent="-317500" rtl="0">
              <a:lnSpc>
                <a:spcPct val="100000"/>
              </a:lnSpc>
              <a:spcBef>
                <a:spcPts val="0"/>
              </a:spcBef>
              <a:spcAft>
                <a:spcPts val="0"/>
              </a:spcAft>
              <a:buSzPts val="1400"/>
              <a:buFont typeface="Nunito Light"/>
              <a:buChar char="●"/>
              <a:defRPr/>
            </a:lvl4pPr>
            <a:lvl5pPr marL="2286000" lvl="4" indent="-317500" rtl="0">
              <a:lnSpc>
                <a:spcPct val="100000"/>
              </a:lnSpc>
              <a:spcBef>
                <a:spcPts val="0"/>
              </a:spcBef>
              <a:spcAft>
                <a:spcPts val="0"/>
              </a:spcAft>
              <a:buSzPts val="1400"/>
              <a:buFont typeface="Nunito Light"/>
              <a:buChar char="○"/>
              <a:defRPr/>
            </a:lvl5pPr>
            <a:lvl6pPr marL="2743200" lvl="5" indent="-317500" rtl="0">
              <a:lnSpc>
                <a:spcPct val="100000"/>
              </a:lnSpc>
              <a:spcBef>
                <a:spcPts val="0"/>
              </a:spcBef>
              <a:spcAft>
                <a:spcPts val="0"/>
              </a:spcAft>
              <a:buSzPts val="1400"/>
              <a:buFont typeface="Nunito Light"/>
              <a:buChar char="■"/>
              <a:defRPr/>
            </a:lvl6pPr>
            <a:lvl7pPr marL="3200400" lvl="6" indent="-317500" rtl="0">
              <a:lnSpc>
                <a:spcPct val="100000"/>
              </a:lnSpc>
              <a:spcBef>
                <a:spcPts val="0"/>
              </a:spcBef>
              <a:spcAft>
                <a:spcPts val="0"/>
              </a:spcAft>
              <a:buSzPts val="1400"/>
              <a:buFont typeface="Nunito Light"/>
              <a:buChar char="●"/>
              <a:defRPr/>
            </a:lvl7pPr>
            <a:lvl8pPr marL="3657600" lvl="7" indent="-317500" rtl="0">
              <a:lnSpc>
                <a:spcPct val="100000"/>
              </a:lnSpc>
              <a:spcBef>
                <a:spcPts val="0"/>
              </a:spcBef>
              <a:spcAft>
                <a:spcPts val="0"/>
              </a:spcAft>
              <a:buSzPts val="1400"/>
              <a:buFont typeface="Nunito Light"/>
              <a:buChar char="○"/>
              <a:defRPr/>
            </a:lvl8pPr>
            <a:lvl9pPr marL="4114800" lvl="8" indent="-317500" rtl="0">
              <a:lnSpc>
                <a:spcPct val="100000"/>
              </a:lnSpc>
              <a:spcBef>
                <a:spcPts val="0"/>
              </a:spcBef>
              <a:spcAft>
                <a:spcPts val="0"/>
              </a:spcAft>
              <a:buSzPts val="1400"/>
              <a:buFont typeface="Nunito Light"/>
              <a:buChar char="■"/>
              <a:defRPr/>
            </a:lvl9pPr>
          </a:lstStyle>
          <a:p/>
        </p:txBody>
      </p:sp>
      <p:grpSp>
        <p:nvGrpSpPr>
          <p:cNvPr id="447" name="Google Shape;447;p4"/>
          <p:cNvGrpSpPr/>
          <p:nvPr/>
        </p:nvGrpSpPr>
        <p:grpSpPr>
          <a:xfrm>
            <a:off x="8283332" y="-303058"/>
            <a:ext cx="1489301" cy="2879129"/>
            <a:chOff x="9389648" y="991722"/>
            <a:chExt cx="1634619" cy="3160058"/>
          </a:xfrm>
        </p:grpSpPr>
        <p:sp>
          <p:nvSpPr>
            <p:cNvPr id="448" name="Google Shape;448;p4"/>
            <p:cNvSpPr/>
            <p:nvPr/>
          </p:nvSpPr>
          <p:spPr>
            <a:xfrm>
              <a:off x="9713224" y="3611398"/>
              <a:ext cx="353969" cy="101250"/>
            </a:xfrm>
            <a:custGeom>
              <a:avLst/>
              <a:gdLst/>
              <a:ahLst/>
              <a:cxnLst/>
              <a:rect l="l" t="t" r="r" b="b"/>
              <a:pathLst>
                <a:path w="15711" h="4494" extrusionOk="0">
                  <a:moveTo>
                    <a:pt x="12157" y="0"/>
                  </a:moveTo>
                  <a:lnTo>
                    <a:pt x="12124" y="67"/>
                  </a:lnTo>
                  <a:cubicBezTo>
                    <a:pt x="11957" y="301"/>
                    <a:pt x="11824" y="467"/>
                    <a:pt x="11657" y="668"/>
                  </a:cubicBezTo>
                  <a:cubicBezTo>
                    <a:pt x="11557" y="734"/>
                    <a:pt x="11490" y="868"/>
                    <a:pt x="11390" y="968"/>
                  </a:cubicBezTo>
                  <a:lnTo>
                    <a:pt x="11290" y="1068"/>
                  </a:lnTo>
                  <a:lnTo>
                    <a:pt x="11023" y="1335"/>
                  </a:lnTo>
                  <a:cubicBezTo>
                    <a:pt x="10289" y="2002"/>
                    <a:pt x="9355" y="2402"/>
                    <a:pt x="8521" y="2569"/>
                  </a:cubicBezTo>
                  <a:cubicBezTo>
                    <a:pt x="8388" y="2636"/>
                    <a:pt x="8321" y="2636"/>
                    <a:pt x="8188" y="2669"/>
                  </a:cubicBezTo>
                  <a:cubicBezTo>
                    <a:pt x="8054" y="2702"/>
                    <a:pt x="7988" y="2702"/>
                    <a:pt x="7854" y="2702"/>
                  </a:cubicBezTo>
                  <a:cubicBezTo>
                    <a:pt x="7776" y="2714"/>
                    <a:pt x="7699" y="2717"/>
                    <a:pt x="7621" y="2717"/>
                  </a:cubicBezTo>
                  <a:cubicBezTo>
                    <a:pt x="7465" y="2717"/>
                    <a:pt x="7309" y="2702"/>
                    <a:pt x="7154" y="2702"/>
                  </a:cubicBezTo>
                  <a:cubicBezTo>
                    <a:pt x="6687" y="2669"/>
                    <a:pt x="6186" y="2536"/>
                    <a:pt x="5786" y="2335"/>
                  </a:cubicBezTo>
                  <a:cubicBezTo>
                    <a:pt x="5553" y="2235"/>
                    <a:pt x="5352" y="2069"/>
                    <a:pt x="5152" y="1969"/>
                  </a:cubicBezTo>
                  <a:cubicBezTo>
                    <a:pt x="4986" y="1835"/>
                    <a:pt x="4785" y="1668"/>
                    <a:pt x="4619" y="1502"/>
                  </a:cubicBezTo>
                  <a:cubicBezTo>
                    <a:pt x="4485" y="1368"/>
                    <a:pt x="4385" y="1235"/>
                    <a:pt x="4285" y="1135"/>
                  </a:cubicBezTo>
                  <a:lnTo>
                    <a:pt x="4052" y="868"/>
                  </a:lnTo>
                  <a:lnTo>
                    <a:pt x="4018" y="801"/>
                  </a:lnTo>
                  <a:cubicBezTo>
                    <a:pt x="4018" y="794"/>
                    <a:pt x="4017" y="792"/>
                    <a:pt x="4015" y="792"/>
                  </a:cubicBezTo>
                  <a:cubicBezTo>
                    <a:pt x="4006" y="792"/>
                    <a:pt x="3985" y="834"/>
                    <a:pt x="3985" y="834"/>
                  </a:cubicBezTo>
                  <a:lnTo>
                    <a:pt x="3851" y="968"/>
                  </a:lnTo>
                  <a:lnTo>
                    <a:pt x="3651" y="1201"/>
                  </a:lnTo>
                  <a:lnTo>
                    <a:pt x="3484" y="1368"/>
                  </a:lnTo>
                  <a:cubicBezTo>
                    <a:pt x="3384" y="1468"/>
                    <a:pt x="3318" y="1502"/>
                    <a:pt x="3218" y="1602"/>
                  </a:cubicBezTo>
                  <a:cubicBezTo>
                    <a:pt x="2517" y="2069"/>
                    <a:pt x="1650" y="2069"/>
                    <a:pt x="1049" y="2302"/>
                  </a:cubicBezTo>
                  <a:cubicBezTo>
                    <a:pt x="482" y="2469"/>
                    <a:pt x="149" y="2669"/>
                    <a:pt x="149" y="2669"/>
                  </a:cubicBezTo>
                  <a:cubicBezTo>
                    <a:pt x="0" y="2788"/>
                    <a:pt x="117" y="3013"/>
                    <a:pt x="262" y="3013"/>
                  </a:cubicBezTo>
                  <a:cubicBezTo>
                    <a:pt x="279" y="3013"/>
                    <a:pt x="298" y="3010"/>
                    <a:pt x="316" y="3003"/>
                  </a:cubicBezTo>
                  <a:cubicBezTo>
                    <a:pt x="316" y="3003"/>
                    <a:pt x="582" y="2836"/>
                    <a:pt x="1149" y="2702"/>
                  </a:cubicBezTo>
                  <a:cubicBezTo>
                    <a:pt x="1416" y="2669"/>
                    <a:pt x="1750" y="2636"/>
                    <a:pt x="2184" y="2536"/>
                  </a:cubicBezTo>
                  <a:cubicBezTo>
                    <a:pt x="2584" y="2502"/>
                    <a:pt x="3051" y="2369"/>
                    <a:pt x="3518" y="2069"/>
                  </a:cubicBezTo>
                  <a:cubicBezTo>
                    <a:pt x="3706" y="1974"/>
                    <a:pt x="3984" y="1732"/>
                    <a:pt x="3987" y="1732"/>
                  </a:cubicBezTo>
                  <a:lnTo>
                    <a:pt x="3987" y="1732"/>
                  </a:lnTo>
                  <a:cubicBezTo>
                    <a:pt x="3988" y="1732"/>
                    <a:pt x="3987" y="1733"/>
                    <a:pt x="3985" y="1735"/>
                  </a:cubicBezTo>
                  <a:lnTo>
                    <a:pt x="4018" y="1802"/>
                  </a:lnTo>
                  <a:cubicBezTo>
                    <a:pt x="4052" y="1802"/>
                    <a:pt x="4018" y="1802"/>
                    <a:pt x="4052" y="1835"/>
                  </a:cubicBezTo>
                  <a:lnTo>
                    <a:pt x="4185" y="2002"/>
                  </a:lnTo>
                  <a:cubicBezTo>
                    <a:pt x="4385" y="2202"/>
                    <a:pt x="4619" y="2436"/>
                    <a:pt x="4819" y="2569"/>
                  </a:cubicBezTo>
                  <a:cubicBezTo>
                    <a:pt x="5019" y="2769"/>
                    <a:pt x="5286" y="2903"/>
                    <a:pt x="5519" y="3036"/>
                  </a:cubicBezTo>
                  <a:cubicBezTo>
                    <a:pt x="5986" y="3303"/>
                    <a:pt x="6553" y="3436"/>
                    <a:pt x="7120" y="3503"/>
                  </a:cubicBezTo>
                  <a:cubicBezTo>
                    <a:pt x="7276" y="3503"/>
                    <a:pt x="7461" y="3518"/>
                    <a:pt x="7637" y="3518"/>
                  </a:cubicBezTo>
                  <a:cubicBezTo>
                    <a:pt x="7725" y="3518"/>
                    <a:pt x="7810" y="3514"/>
                    <a:pt x="7888" y="3503"/>
                  </a:cubicBezTo>
                  <a:cubicBezTo>
                    <a:pt x="8021" y="3470"/>
                    <a:pt x="8154" y="3470"/>
                    <a:pt x="8288" y="3470"/>
                  </a:cubicBezTo>
                  <a:cubicBezTo>
                    <a:pt x="8388" y="3436"/>
                    <a:pt x="8521" y="3436"/>
                    <a:pt x="8655" y="3370"/>
                  </a:cubicBezTo>
                  <a:cubicBezTo>
                    <a:pt x="9589" y="3203"/>
                    <a:pt x="10590" y="2669"/>
                    <a:pt x="11423" y="1935"/>
                  </a:cubicBezTo>
                  <a:cubicBezTo>
                    <a:pt x="11557" y="1835"/>
                    <a:pt x="11657" y="1702"/>
                    <a:pt x="11724" y="1635"/>
                  </a:cubicBezTo>
                  <a:lnTo>
                    <a:pt x="11857" y="1468"/>
                  </a:lnTo>
                  <a:lnTo>
                    <a:pt x="11890" y="1435"/>
                  </a:lnTo>
                  <a:cubicBezTo>
                    <a:pt x="11957" y="1435"/>
                    <a:pt x="11957" y="1468"/>
                    <a:pt x="11957" y="1468"/>
                  </a:cubicBezTo>
                  <a:lnTo>
                    <a:pt x="11957" y="1502"/>
                  </a:lnTo>
                  <a:cubicBezTo>
                    <a:pt x="11957" y="1535"/>
                    <a:pt x="11957" y="1502"/>
                    <a:pt x="11991" y="1602"/>
                  </a:cubicBezTo>
                  <a:cubicBezTo>
                    <a:pt x="12024" y="1702"/>
                    <a:pt x="12091" y="1835"/>
                    <a:pt x="12157" y="1969"/>
                  </a:cubicBezTo>
                  <a:cubicBezTo>
                    <a:pt x="12291" y="2169"/>
                    <a:pt x="12458" y="2369"/>
                    <a:pt x="12624" y="2602"/>
                  </a:cubicBezTo>
                  <a:cubicBezTo>
                    <a:pt x="13325" y="3303"/>
                    <a:pt x="14125" y="3670"/>
                    <a:pt x="14626" y="3970"/>
                  </a:cubicBezTo>
                  <a:cubicBezTo>
                    <a:pt x="15126" y="4270"/>
                    <a:pt x="15393" y="4470"/>
                    <a:pt x="15393" y="4470"/>
                  </a:cubicBezTo>
                  <a:cubicBezTo>
                    <a:pt x="15420" y="4486"/>
                    <a:pt x="15446" y="4494"/>
                    <a:pt x="15472" y="4494"/>
                  </a:cubicBezTo>
                  <a:cubicBezTo>
                    <a:pt x="15606" y="4494"/>
                    <a:pt x="15711" y="4289"/>
                    <a:pt x="15626" y="4037"/>
                  </a:cubicBezTo>
                  <a:cubicBezTo>
                    <a:pt x="15626" y="4037"/>
                    <a:pt x="15326" y="3803"/>
                    <a:pt x="14826" y="3470"/>
                  </a:cubicBezTo>
                  <a:cubicBezTo>
                    <a:pt x="14359" y="3136"/>
                    <a:pt x="13625" y="2769"/>
                    <a:pt x="13025" y="2069"/>
                  </a:cubicBezTo>
                  <a:cubicBezTo>
                    <a:pt x="12891" y="1902"/>
                    <a:pt x="12791" y="1735"/>
                    <a:pt x="12658" y="1535"/>
                  </a:cubicBezTo>
                  <a:cubicBezTo>
                    <a:pt x="12624" y="1401"/>
                    <a:pt x="12558" y="1335"/>
                    <a:pt x="12524" y="1201"/>
                  </a:cubicBezTo>
                  <a:lnTo>
                    <a:pt x="12458" y="901"/>
                  </a:lnTo>
                  <a:cubicBezTo>
                    <a:pt x="12391" y="801"/>
                    <a:pt x="12357" y="701"/>
                    <a:pt x="12324" y="568"/>
                  </a:cubicBezTo>
                  <a:lnTo>
                    <a:pt x="12191" y="234"/>
                  </a:lnTo>
                  <a:lnTo>
                    <a:pt x="12157" y="67"/>
                  </a:lnTo>
                  <a:lnTo>
                    <a:pt x="12157" y="34"/>
                  </a:lnTo>
                  <a:lnTo>
                    <a:pt x="1215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9" name="Google Shape;449;p4"/>
            <p:cNvSpPr/>
            <p:nvPr/>
          </p:nvSpPr>
          <p:spPr>
            <a:xfrm>
              <a:off x="9532444" y="1010332"/>
              <a:ext cx="1491824" cy="3141448"/>
            </a:xfrm>
            <a:custGeom>
              <a:avLst/>
              <a:gdLst/>
              <a:ahLst/>
              <a:cxnLst/>
              <a:rect l="l" t="t" r="r" b="b"/>
              <a:pathLst>
                <a:path w="66215" h="139434" extrusionOk="0">
                  <a:moveTo>
                    <a:pt x="15812" y="0"/>
                  </a:moveTo>
                  <a:cubicBezTo>
                    <a:pt x="15745" y="0"/>
                    <a:pt x="15711" y="134"/>
                    <a:pt x="15711" y="367"/>
                  </a:cubicBezTo>
                  <a:cubicBezTo>
                    <a:pt x="15711" y="634"/>
                    <a:pt x="15745" y="1001"/>
                    <a:pt x="15812" y="1501"/>
                  </a:cubicBezTo>
                  <a:cubicBezTo>
                    <a:pt x="15812" y="1501"/>
                    <a:pt x="15845" y="1535"/>
                    <a:pt x="15845" y="1668"/>
                  </a:cubicBezTo>
                  <a:cubicBezTo>
                    <a:pt x="15845" y="1801"/>
                    <a:pt x="15878" y="1968"/>
                    <a:pt x="15878" y="2168"/>
                  </a:cubicBezTo>
                  <a:cubicBezTo>
                    <a:pt x="15878" y="2368"/>
                    <a:pt x="15912" y="2635"/>
                    <a:pt x="15912" y="2969"/>
                  </a:cubicBezTo>
                  <a:lnTo>
                    <a:pt x="15912" y="3469"/>
                  </a:lnTo>
                  <a:cubicBezTo>
                    <a:pt x="15912" y="3636"/>
                    <a:pt x="15878" y="3836"/>
                    <a:pt x="15878" y="4036"/>
                  </a:cubicBezTo>
                  <a:cubicBezTo>
                    <a:pt x="15812" y="4870"/>
                    <a:pt x="15645" y="5871"/>
                    <a:pt x="15044" y="6872"/>
                  </a:cubicBezTo>
                  <a:cubicBezTo>
                    <a:pt x="14511" y="7906"/>
                    <a:pt x="13543" y="8873"/>
                    <a:pt x="12309" y="9707"/>
                  </a:cubicBezTo>
                  <a:cubicBezTo>
                    <a:pt x="11041" y="10541"/>
                    <a:pt x="9540" y="11308"/>
                    <a:pt x="8006" y="12309"/>
                  </a:cubicBezTo>
                  <a:cubicBezTo>
                    <a:pt x="7239" y="12843"/>
                    <a:pt x="6472" y="13410"/>
                    <a:pt x="5838" y="14210"/>
                  </a:cubicBezTo>
                  <a:cubicBezTo>
                    <a:pt x="5538" y="14577"/>
                    <a:pt x="5204" y="15011"/>
                    <a:pt x="5004" y="15511"/>
                  </a:cubicBezTo>
                  <a:cubicBezTo>
                    <a:pt x="4737" y="15978"/>
                    <a:pt x="4637" y="16512"/>
                    <a:pt x="4503" y="17012"/>
                  </a:cubicBezTo>
                  <a:cubicBezTo>
                    <a:pt x="4303" y="18046"/>
                    <a:pt x="4203" y="19080"/>
                    <a:pt x="4003" y="20148"/>
                  </a:cubicBezTo>
                  <a:cubicBezTo>
                    <a:pt x="4003" y="20248"/>
                    <a:pt x="3970" y="20381"/>
                    <a:pt x="3903" y="20515"/>
                  </a:cubicBezTo>
                  <a:cubicBezTo>
                    <a:pt x="3903" y="20582"/>
                    <a:pt x="3903" y="20582"/>
                    <a:pt x="3870" y="20648"/>
                  </a:cubicBezTo>
                  <a:lnTo>
                    <a:pt x="3803" y="20815"/>
                  </a:lnTo>
                  <a:cubicBezTo>
                    <a:pt x="3670" y="21049"/>
                    <a:pt x="3569" y="21315"/>
                    <a:pt x="3403" y="21516"/>
                  </a:cubicBezTo>
                  <a:cubicBezTo>
                    <a:pt x="3136" y="21983"/>
                    <a:pt x="2836" y="22416"/>
                    <a:pt x="2502" y="22883"/>
                  </a:cubicBezTo>
                  <a:cubicBezTo>
                    <a:pt x="1868" y="23851"/>
                    <a:pt x="1168" y="24851"/>
                    <a:pt x="968" y="26152"/>
                  </a:cubicBezTo>
                  <a:cubicBezTo>
                    <a:pt x="801" y="27386"/>
                    <a:pt x="1168" y="28687"/>
                    <a:pt x="1535" y="29821"/>
                  </a:cubicBezTo>
                  <a:cubicBezTo>
                    <a:pt x="1735" y="30389"/>
                    <a:pt x="1902" y="30922"/>
                    <a:pt x="2035" y="31523"/>
                  </a:cubicBezTo>
                  <a:cubicBezTo>
                    <a:pt x="2068" y="31656"/>
                    <a:pt x="2068" y="31823"/>
                    <a:pt x="2068" y="31923"/>
                  </a:cubicBezTo>
                  <a:lnTo>
                    <a:pt x="2068" y="32156"/>
                  </a:lnTo>
                  <a:lnTo>
                    <a:pt x="2068" y="32323"/>
                  </a:lnTo>
                  <a:cubicBezTo>
                    <a:pt x="2035" y="32557"/>
                    <a:pt x="1968" y="32857"/>
                    <a:pt x="1868" y="33157"/>
                  </a:cubicBezTo>
                  <a:cubicBezTo>
                    <a:pt x="1501" y="34258"/>
                    <a:pt x="734" y="35325"/>
                    <a:pt x="300" y="36593"/>
                  </a:cubicBezTo>
                  <a:cubicBezTo>
                    <a:pt x="167" y="36927"/>
                    <a:pt x="67" y="37260"/>
                    <a:pt x="34" y="37660"/>
                  </a:cubicBezTo>
                  <a:cubicBezTo>
                    <a:pt x="0" y="37827"/>
                    <a:pt x="34" y="38027"/>
                    <a:pt x="34" y="38194"/>
                  </a:cubicBezTo>
                  <a:cubicBezTo>
                    <a:pt x="34" y="38394"/>
                    <a:pt x="67" y="38561"/>
                    <a:pt x="134" y="38728"/>
                  </a:cubicBezTo>
                  <a:cubicBezTo>
                    <a:pt x="234" y="39395"/>
                    <a:pt x="501" y="40029"/>
                    <a:pt x="801" y="40663"/>
                  </a:cubicBezTo>
                  <a:cubicBezTo>
                    <a:pt x="1368" y="41863"/>
                    <a:pt x="2035" y="43031"/>
                    <a:pt x="2736" y="44165"/>
                  </a:cubicBezTo>
                  <a:cubicBezTo>
                    <a:pt x="3069" y="44732"/>
                    <a:pt x="3469" y="45266"/>
                    <a:pt x="3803" y="45866"/>
                  </a:cubicBezTo>
                  <a:cubicBezTo>
                    <a:pt x="3970" y="46100"/>
                    <a:pt x="4137" y="46400"/>
                    <a:pt x="4303" y="46700"/>
                  </a:cubicBezTo>
                  <a:lnTo>
                    <a:pt x="4337" y="46834"/>
                  </a:lnTo>
                  <a:lnTo>
                    <a:pt x="4370" y="46867"/>
                  </a:lnTo>
                  <a:cubicBezTo>
                    <a:pt x="4370" y="46900"/>
                    <a:pt x="4403" y="46934"/>
                    <a:pt x="4403" y="46934"/>
                  </a:cubicBezTo>
                  <a:lnTo>
                    <a:pt x="4570" y="47167"/>
                  </a:lnTo>
                  <a:lnTo>
                    <a:pt x="4904" y="47568"/>
                  </a:lnTo>
                  <a:cubicBezTo>
                    <a:pt x="5838" y="48602"/>
                    <a:pt x="6972" y="49502"/>
                    <a:pt x="8239" y="50069"/>
                  </a:cubicBezTo>
                  <a:cubicBezTo>
                    <a:pt x="9507" y="50670"/>
                    <a:pt x="10875" y="51037"/>
                    <a:pt x="12209" y="51270"/>
                  </a:cubicBezTo>
                  <a:cubicBezTo>
                    <a:pt x="13543" y="51537"/>
                    <a:pt x="14911" y="51670"/>
                    <a:pt x="16245" y="51837"/>
                  </a:cubicBezTo>
                  <a:cubicBezTo>
                    <a:pt x="17579" y="52004"/>
                    <a:pt x="18914" y="52171"/>
                    <a:pt x="20215" y="52404"/>
                  </a:cubicBezTo>
                  <a:cubicBezTo>
                    <a:pt x="21482" y="52671"/>
                    <a:pt x="22750" y="53071"/>
                    <a:pt x="23851" y="53705"/>
                  </a:cubicBezTo>
                  <a:cubicBezTo>
                    <a:pt x="24418" y="54005"/>
                    <a:pt x="24918" y="54406"/>
                    <a:pt x="25385" y="54839"/>
                  </a:cubicBezTo>
                  <a:cubicBezTo>
                    <a:pt x="25652" y="55040"/>
                    <a:pt x="25852" y="55273"/>
                    <a:pt x="26052" y="55507"/>
                  </a:cubicBezTo>
                  <a:cubicBezTo>
                    <a:pt x="26252" y="55740"/>
                    <a:pt x="26419" y="56007"/>
                    <a:pt x="26653" y="56240"/>
                  </a:cubicBezTo>
                  <a:cubicBezTo>
                    <a:pt x="27386" y="57341"/>
                    <a:pt x="28054" y="58509"/>
                    <a:pt x="28921" y="59543"/>
                  </a:cubicBezTo>
                  <a:lnTo>
                    <a:pt x="29254" y="59910"/>
                  </a:lnTo>
                  <a:lnTo>
                    <a:pt x="29488" y="60110"/>
                  </a:lnTo>
                  <a:lnTo>
                    <a:pt x="29755" y="60277"/>
                  </a:lnTo>
                  <a:cubicBezTo>
                    <a:pt x="30088" y="60510"/>
                    <a:pt x="30389" y="60610"/>
                    <a:pt x="30722" y="60744"/>
                  </a:cubicBezTo>
                  <a:cubicBezTo>
                    <a:pt x="31389" y="60944"/>
                    <a:pt x="32023" y="61111"/>
                    <a:pt x="32657" y="61277"/>
                  </a:cubicBezTo>
                  <a:cubicBezTo>
                    <a:pt x="33257" y="61444"/>
                    <a:pt x="33891" y="61611"/>
                    <a:pt x="34492" y="61778"/>
                  </a:cubicBezTo>
                  <a:cubicBezTo>
                    <a:pt x="35059" y="62011"/>
                    <a:pt x="35592" y="62211"/>
                    <a:pt x="35993" y="62545"/>
                  </a:cubicBezTo>
                  <a:cubicBezTo>
                    <a:pt x="36360" y="62912"/>
                    <a:pt x="36693" y="63379"/>
                    <a:pt x="36860" y="63879"/>
                  </a:cubicBezTo>
                  <a:cubicBezTo>
                    <a:pt x="37027" y="64380"/>
                    <a:pt x="37093" y="64913"/>
                    <a:pt x="37060" y="65514"/>
                  </a:cubicBezTo>
                  <a:cubicBezTo>
                    <a:pt x="37027" y="66681"/>
                    <a:pt x="36726" y="67849"/>
                    <a:pt x="36560" y="69050"/>
                  </a:cubicBezTo>
                  <a:cubicBezTo>
                    <a:pt x="36426" y="70050"/>
                    <a:pt x="36426" y="71118"/>
                    <a:pt x="36726" y="72052"/>
                  </a:cubicBezTo>
                  <a:cubicBezTo>
                    <a:pt x="37060" y="72952"/>
                    <a:pt x="37560" y="73620"/>
                    <a:pt x="37927" y="74053"/>
                  </a:cubicBezTo>
                  <a:lnTo>
                    <a:pt x="37894" y="74020"/>
                  </a:lnTo>
                  <a:lnTo>
                    <a:pt x="37894" y="74020"/>
                  </a:lnTo>
                  <a:cubicBezTo>
                    <a:pt x="38695" y="75021"/>
                    <a:pt x="39662" y="75854"/>
                    <a:pt x="40529" y="76688"/>
                  </a:cubicBezTo>
                  <a:cubicBezTo>
                    <a:pt x="41397" y="77522"/>
                    <a:pt x="42264" y="78390"/>
                    <a:pt x="42764" y="79424"/>
                  </a:cubicBezTo>
                  <a:cubicBezTo>
                    <a:pt x="43031" y="79924"/>
                    <a:pt x="43198" y="80524"/>
                    <a:pt x="43198" y="81058"/>
                  </a:cubicBezTo>
                  <a:cubicBezTo>
                    <a:pt x="43198" y="81625"/>
                    <a:pt x="43064" y="82192"/>
                    <a:pt x="42831" y="82726"/>
                  </a:cubicBezTo>
                  <a:cubicBezTo>
                    <a:pt x="42564" y="83260"/>
                    <a:pt x="42264" y="83793"/>
                    <a:pt x="41864" y="84194"/>
                  </a:cubicBezTo>
                  <a:cubicBezTo>
                    <a:pt x="41430" y="84594"/>
                    <a:pt x="40930" y="84894"/>
                    <a:pt x="40396" y="85128"/>
                  </a:cubicBezTo>
                  <a:cubicBezTo>
                    <a:pt x="39328" y="85595"/>
                    <a:pt x="38061" y="85862"/>
                    <a:pt x="36760" y="86062"/>
                  </a:cubicBezTo>
                  <a:cubicBezTo>
                    <a:pt x="35526" y="86262"/>
                    <a:pt x="34191" y="86462"/>
                    <a:pt x="32890" y="86962"/>
                  </a:cubicBezTo>
                  <a:cubicBezTo>
                    <a:pt x="32223" y="87229"/>
                    <a:pt x="31589" y="87563"/>
                    <a:pt x="31056" y="88030"/>
                  </a:cubicBezTo>
                  <a:cubicBezTo>
                    <a:pt x="30489" y="88463"/>
                    <a:pt x="30055" y="89064"/>
                    <a:pt x="29755" y="89731"/>
                  </a:cubicBezTo>
                  <a:cubicBezTo>
                    <a:pt x="29688" y="89898"/>
                    <a:pt x="29588" y="90065"/>
                    <a:pt x="29555" y="90231"/>
                  </a:cubicBezTo>
                  <a:lnTo>
                    <a:pt x="29388" y="90732"/>
                  </a:lnTo>
                  <a:cubicBezTo>
                    <a:pt x="29355" y="90899"/>
                    <a:pt x="29355" y="91099"/>
                    <a:pt x="29321" y="91265"/>
                  </a:cubicBezTo>
                  <a:cubicBezTo>
                    <a:pt x="29254" y="91466"/>
                    <a:pt x="29254" y="91632"/>
                    <a:pt x="29254" y="91799"/>
                  </a:cubicBezTo>
                  <a:cubicBezTo>
                    <a:pt x="29254" y="92533"/>
                    <a:pt x="29355" y="93200"/>
                    <a:pt x="29488" y="93867"/>
                  </a:cubicBezTo>
                  <a:cubicBezTo>
                    <a:pt x="30055" y="96469"/>
                    <a:pt x="31089" y="98904"/>
                    <a:pt x="32023" y="101273"/>
                  </a:cubicBezTo>
                  <a:cubicBezTo>
                    <a:pt x="33024" y="103574"/>
                    <a:pt x="32890" y="106143"/>
                    <a:pt x="33091" y="108645"/>
                  </a:cubicBezTo>
                  <a:cubicBezTo>
                    <a:pt x="33224" y="109946"/>
                    <a:pt x="33391" y="111213"/>
                    <a:pt x="33891" y="112414"/>
                  </a:cubicBezTo>
                  <a:cubicBezTo>
                    <a:pt x="34358" y="113615"/>
                    <a:pt x="35059" y="114716"/>
                    <a:pt x="35926" y="115583"/>
                  </a:cubicBezTo>
                  <a:cubicBezTo>
                    <a:pt x="36827" y="116450"/>
                    <a:pt x="37761" y="117217"/>
                    <a:pt x="38728" y="117885"/>
                  </a:cubicBezTo>
                  <a:cubicBezTo>
                    <a:pt x="39729" y="118552"/>
                    <a:pt x="40696" y="119119"/>
                    <a:pt x="41663" y="119753"/>
                  </a:cubicBezTo>
                  <a:cubicBezTo>
                    <a:pt x="42564" y="120386"/>
                    <a:pt x="43531" y="120953"/>
                    <a:pt x="44365" y="121621"/>
                  </a:cubicBezTo>
                  <a:lnTo>
                    <a:pt x="44999" y="122121"/>
                  </a:lnTo>
                  <a:cubicBezTo>
                    <a:pt x="45166" y="122288"/>
                    <a:pt x="45366" y="122454"/>
                    <a:pt x="45566" y="122655"/>
                  </a:cubicBezTo>
                  <a:cubicBezTo>
                    <a:pt x="46000" y="123055"/>
                    <a:pt x="46400" y="123388"/>
                    <a:pt x="46834" y="123722"/>
                  </a:cubicBezTo>
                  <a:cubicBezTo>
                    <a:pt x="48568" y="124990"/>
                    <a:pt x="50503" y="125757"/>
                    <a:pt x="52238" y="126424"/>
                  </a:cubicBezTo>
                  <a:cubicBezTo>
                    <a:pt x="54006" y="127091"/>
                    <a:pt x="55673" y="127758"/>
                    <a:pt x="57074" y="128559"/>
                  </a:cubicBezTo>
                  <a:cubicBezTo>
                    <a:pt x="57775" y="128926"/>
                    <a:pt x="58442" y="129393"/>
                    <a:pt x="59076" y="129793"/>
                  </a:cubicBezTo>
                  <a:cubicBezTo>
                    <a:pt x="59710" y="130227"/>
                    <a:pt x="60343" y="130627"/>
                    <a:pt x="60877" y="131061"/>
                  </a:cubicBezTo>
                  <a:cubicBezTo>
                    <a:pt x="61945" y="131895"/>
                    <a:pt x="62879" y="132728"/>
                    <a:pt x="63579" y="133496"/>
                  </a:cubicBezTo>
                  <a:cubicBezTo>
                    <a:pt x="64246" y="134296"/>
                    <a:pt x="64747" y="135097"/>
                    <a:pt x="65047" y="135764"/>
                  </a:cubicBezTo>
                  <a:cubicBezTo>
                    <a:pt x="65113" y="135931"/>
                    <a:pt x="65214" y="136098"/>
                    <a:pt x="65247" y="136264"/>
                  </a:cubicBezTo>
                  <a:cubicBezTo>
                    <a:pt x="65347" y="136398"/>
                    <a:pt x="65380" y="136565"/>
                    <a:pt x="65414" y="136665"/>
                  </a:cubicBezTo>
                  <a:cubicBezTo>
                    <a:pt x="65514" y="136965"/>
                    <a:pt x="65547" y="137232"/>
                    <a:pt x="65580" y="137398"/>
                  </a:cubicBezTo>
                  <a:cubicBezTo>
                    <a:pt x="65614" y="137565"/>
                    <a:pt x="65681" y="137732"/>
                    <a:pt x="65681" y="137799"/>
                  </a:cubicBezTo>
                  <a:lnTo>
                    <a:pt x="65681" y="137966"/>
                  </a:lnTo>
                  <a:cubicBezTo>
                    <a:pt x="65714" y="138232"/>
                    <a:pt x="65747" y="138433"/>
                    <a:pt x="65747" y="138599"/>
                  </a:cubicBezTo>
                  <a:cubicBezTo>
                    <a:pt x="65747" y="138766"/>
                    <a:pt x="65747" y="138933"/>
                    <a:pt x="65781" y="139066"/>
                  </a:cubicBezTo>
                  <a:cubicBezTo>
                    <a:pt x="65847" y="139300"/>
                    <a:pt x="65914" y="139433"/>
                    <a:pt x="65947" y="139433"/>
                  </a:cubicBezTo>
                  <a:cubicBezTo>
                    <a:pt x="66014" y="139433"/>
                    <a:pt x="66081" y="139300"/>
                    <a:pt x="66114" y="139066"/>
                  </a:cubicBezTo>
                  <a:cubicBezTo>
                    <a:pt x="66181" y="138799"/>
                    <a:pt x="66214" y="138433"/>
                    <a:pt x="66114" y="137899"/>
                  </a:cubicBezTo>
                  <a:lnTo>
                    <a:pt x="66114" y="137732"/>
                  </a:lnTo>
                  <a:cubicBezTo>
                    <a:pt x="66114" y="137599"/>
                    <a:pt x="66081" y="137465"/>
                    <a:pt x="66047" y="137265"/>
                  </a:cubicBezTo>
                  <a:cubicBezTo>
                    <a:pt x="66014" y="137065"/>
                    <a:pt x="65947" y="136798"/>
                    <a:pt x="65881" y="136498"/>
                  </a:cubicBezTo>
                  <a:cubicBezTo>
                    <a:pt x="65847" y="136398"/>
                    <a:pt x="65747" y="136231"/>
                    <a:pt x="65714" y="136064"/>
                  </a:cubicBezTo>
                  <a:cubicBezTo>
                    <a:pt x="65681" y="135897"/>
                    <a:pt x="65580" y="135731"/>
                    <a:pt x="65514" y="135564"/>
                  </a:cubicBezTo>
                  <a:cubicBezTo>
                    <a:pt x="65214" y="134797"/>
                    <a:pt x="64680" y="133963"/>
                    <a:pt x="63946" y="133129"/>
                  </a:cubicBezTo>
                  <a:cubicBezTo>
                    <a:pt x="63245" y="132295"/>
                    <a:pt x="62278" y="131428"/>
                    <a:pt x="61177" y="130594"/>
                  </a:cubicBezTo>
                  <a:cubicBezTo>
                    <a:pt x="60610" y="130127"/>
                    <a:pt x="60010" y="129726"/>
                    <a:pt x="59376" y="129293"/>
                  </a:cubicBezTo>
                  <a:cubicBezTo>
                    <a:pt x="58709" y="128892"/>
                    <a:pt x="58075" y="128425"/>
                    <a:pt x="57341" y="127992"/>
                  </a:cubicBezTo>
                  <a:cubicBezTo>
                    <a:pt x="55874" y="127225"/>
                    <a:pt x="54172" y="126491"/>
                    <a:pt x="52404" y="125824"/>
                  </a:cubicBezTo>
                  <a:cubicBezTo>
                    <a:pt x="50670" y="125123"/>
                    <a:pt x="48768" y="124389"/>
                    <a:pt x="47167" y="123155"/>
                  </a:cubicBezTo>
                  <a:cubicBezTo>
                    <a:pt x="46767" y="122888"/>
                    <a:pt x="46367" y="122555"/>
                    <a:pt x="46000" y="122154"/>
                  </a:cubicBezTo>
                  <a:cubicBezTo>
                    <a:pt x="45600" y="121787"/>
                    <a:pt x="45166" y="121420"/>
                    <a:pt x="44732" y="121087"/>
                  </a:cubicBezTo>
                  <a:cubicBezTo>
                    <a:pt x="43865" y="120386"/>
                    <a:pt x="42931" y="119786"/>
                    <a:pt x="41997" y="119152"/>
                  </a:cubicBezTo>
                  <a:cubicBezTo>
                    <a:pt x="40062" y="117951"/>
                    <a:pt x="38061" y="116750"/>
                    <a:pt x="36426" y="115083"/>
                  </a:cubicBezTo>
                  <a:cubicBezTo>
                    <a:pt x="35659" y="114249"/>
                    <a:pt x="35025" y="113248"/>
                    <a:pt x="34558" y="112147"/>
                  </a:cubicBezTo>
                  <a:cubicBezTo>
                    <a:pt x="34091" y="111080"/>
                    <a:pt x="33924" y="109879"/>
                    <a:pt x="33858" y="108645"/>
                  </a:cubicBezTo>
                  <a:cubicBezTo>
                    <a:pt x="33758" y="107410"/>
                    <a:pt x="33758" y="106143"/>
                    <a:pt x="33658" y="104875"/>
                  </a:cubicBezTo>
                  <a:cubicBezTo>
                    <a:pt x="33558" y="104241"/>
                    <a:pt x="33491" y="103574"/>
                    <a:pt x="33357" y="102940"/>
                  </a:cubicBezTo>
                  <a:cubicBezTo>
                    <a:pt x="33324" y="102640"/>
                    <a:pt x="33191" y="102307"/>
                    <a:pt x="33091" y="101973"/>
                  </a:cubicBezTo>
                  <a:lnTo>
                    <a:pt x="32757" y="101072"/>
                  </a:lnTo>
                  <a:cubicBezTo>
                    <a:pt x="31856" y="98637"/>
                    <a:pt x="30822" y="96269"/>
                    <a:pt x="30322" y="93767"/>
                  </a:cubicBezTo>
                  <a:cubicBezTo>
                    <a:pt x="30188" y="93133"/>
                    <a:pt x="30155" y="92533"/>
                    <a:pt x="30155" y="91933"/>
                  </a:cubicBezTo>
                  <a:cubicBezTo>
                    <a:pt x="30188" y="91766"/>
                    <a:pt x="30155" y="91599"/>
                    <a:pt x="30188" y="91466"/>
                  </a:cubicBezTo>
                  <a:cubicBezTo>
                    <a:pt x="30222" y="91366"/>
                    <a:pt x="30222" y="91199"/>
                    <a:pt x="30255" y="91065"/>
                  </a:cubicBezTo>
                  <a:lnTo>
                    <a:pt x="30389" y="90632"/>
                  </a:lnTo>
                  <a:cubicBezTo>
                    <a:pt x="30422" y="90532"/>
                    <a:pt x="30522" y="90365"/>
                    <a:pt x="30555" y="90231"/>
                  </a:cubicBezTo>
                  <a:cubicBezTo>
                    <a:pt x="30822" y="89698"/>
                    <a:pt x="31156" y="89197"/>
                    <a:pt x="31589" y="88797"/>
                  </a:cubicBezTo>
                  <a:cubicBezTo>
                    <a:pt x="32056" y="88430"/>
                    <a:pt x="32590" y="88130"/>
                    <a:pt x="33191" y="87930"/>
                  </a:cubicBezTo>
                  <a:cubicBezTo>
                    <a:pt x="34358" y="87463"/>
                    <a:pt x="35592" y="87263"/>
                    <a:pt x="36893" y="87062"/>
                  </a:cubicBezTo>
                  <a:cubicBezTo>
                    <a:pt x="38194" y="86796"/>
                    <a:pt x="39529" y="86595"/>
                    <a:pt x="40763" y="86062"/>
                  </a:cubicBezTo>
                  <a:cubicBezTo>
                    <a:pt x="41397" y="85762"/>
                    <a:pt x="42030" y="85395"/>
                    <a:pt x="42531" y="84894"/>
                  </a:cubicBezTo>
                  <a:cubicBezTo>
                    <a:pt x="43031" y="84394"/>
                    <a:pt x="43398" y="83793"/>
                    <a:pt x="43698" y="83193"/>
                  </a:cubicBezTo>
                  <a:cubicBezTo>
                    <a:pt x="43998" y="82559"/>
                    <a:pt x="44165" y="81859"/>
                    <a:pt x="44165" y="81125"/>
                  </a:cubicBezTo>
                  <a:cubicBezTo>
                    <a:pt x="44165" y="80424"/>
                    <a:pt x="43932" y="79724"/>
                    <a:pt x="43665" y="79090"/>
                  </a:cubicBezTo>
                  <a:cubicBezTo>
                    <a:pt x="43064" y="77856"/>
                    <a:pt x="42097" y="76922"/>
                    <a:pt x="41230" y="76055"/>
                  </a:cubicBezTo>
                  <a:cubicBezTo>
                    <a:pt x="40329" y="75187"/>
                    <a:pt x="39395" y="74353"/>
                    <a:pt x="38695" y="73453"/>
                  </a:cubicBezTo>
                  <a:cubicBezTo>
                    <a:pt x="38394" y="73086"/>
                    <a:pt x="37994" y="72552"/>
                    <a:pt x="37727" y="71785"/>
                  </a:cubicBezTo>
                  <a:cubicBezTo>
                    <a:pt x="37527" y="71051"/>
                    <a:pt x="37494" y="70084"/>
                    <a:pt x="37594" y="69150"/>
                  </a:cubicBezTo>
                  <a:cubicBezTo>
                    <a:pt x="37727" y="68015"/>
                    <a:pt x="38027" y="66815"/>
                    <a:pt x="38094" y="65547"/>
                  </a:cubicBezTo>
                  <a:cubicBezTo>
                    <a:pt x="38161" y="64880"/>
                    <a:pt x="38061" y="64213"/>
                    <a:pt x="37861" y="63546"/>
                  </a:cubicBezTo>
                  <a:cubicBezTo>
                    <a:pt x="37594" y="62878"/>
                    <a:pt x="37193" y="62278"/>
                    <a:pt x="36693" y="61778"/>
                  </a:cubicBezTo>
                  <a:cubicBezTo>
                    <a:pt x="36560" y="61644"/>
                    <a:pt x="36393" y="61578"/>
                    <a:pt x="36226" y="61444"/>
                  </a:cubicBezTo>
                  <a:cubicBezTo>
                    <a:pt x="36059" y="61377"/>
                    <a:pt x="35926" y="61277"/>
                    <a:pt x="35759" y="61211"/>
                  </a:cubicBezTo>
                  <a:cubicBezTo>
                    <a:pt x="35426" y="61044"/>
                    <a:pt x="35159" y="60910"/>
                    <a:pt x="34825" y="60810"/>
                  </a:cubicBezTo>
                  <a:cubicBezTo>
                    <a:pt x="34191" y="60610"/>
                    <a:pt x="33558" y="60510"/>
                    <a:pt x="32924" y="60310"/>
                  </a:cubicBezTo>
                  <a:cubicBezTo>
                    <a:pt x="32323" y="60210"/>
                    <a:pt x="31723" y="60043"/>
                    <a:pt x="31156" y="59843"/>
                  </a:cubicBezTo>
                  <a:cubicBezTo>
                    <a:pt x="30889" y="59710"/>
                    <a:pt x="30589" y="59609"/>
                    <a:pt x="30355" y="59443"/>
                  </a:cubicBezTo>
                  <a:lnTo>
                    <a:pt x="30222" y="59376"/>
                  </a:lnTo>
                  <a:lnTo>
                    <a:pt x="30088" y="59243"/>
                  </a:lnTo>
                  <a:lnTo>
                    <a:pt x="29822" y="58909"/>
                  </a:lnTo>
                  <a:cubicBezTo>
                    <a:pt x="28988" y="57942"/>
                    <a:pt x="28354" y="56841"/>
                    <a:pt x="27553" y="55707"/>
                  </a:cubicBezTo>
                  <a:cubicBezTo>
                    <a:pt x="27353" y="55406"/>
                    <a:pt x="27153" y="55106"/>
                    <a:pt x="26919" y="54873"/>
                  </a:cubicBezTo>
                  <a:cubicBezTo>
                    <a:pt x="26719" y="54606"/>
                    <a:pt x="26486" y="54372"/>
                    <a:pt x="26219" y="54106"/>
                  </a:cubicBezTo>
                  <a:cubicBezTo>
                    <a:pt x="25685" y="53672"/>
                    <a:pt x="25152" y="53205"/>
                    <a:pt x="24518" y="52871"/>
                  </a:cubicBezTo>
                  <a:cubicBezTo>
                    <a:pt x="23317" y="52171"/>
                    <a:pt x="21916" y="51737"/>
                    <a:pt x="20582" y="51437"/>
                  </a:cubicBezTo>
                  <a:cubicBezTo>
                    <a:pt x="19214" y="51203"/>
                    <a:pt x="17846" y="51037"/>
                    <a:pt x="16512" y="50903"/>
                  </a:cubicBezTo>
                  <a:cubicBezTo>
                    <a:pt x="13843" y="50603"/>
                    <a:pt x="11142" y="50370"/>
                    <a:pt x="8740" y="49269"/>
                  </a:cubicBezTo>
                  <a:cubicBezTo>
                    <a:pt x="7539" y="48735"/>
                    <a:pt x="6505" y="47934"/>
                    <a:pt x="5671" y="46967"/>
                  </a:cubicBezTo>
                  <a:lnTo>
                    <a:pt x="5371" y="46600"/>
                  </a:lnTo>
                  <a:lnTo>
                    <a:pt x="5204" y="46433"/>
                  </a:lnTo>
                  <a:lnTo>
                    <a:pt x="5171" y="46400"/>
                  </a:lnTo>
                  <a:lnTo>
                    <a:pt x="5071" y="46267"/>
                  </a:lnTo>
                  <a:cubicBezTo>
                    <a:pt x="4904" y="46000"/>
                    <a:pt x="4704" y="45700"/>
                    <a:pt x="4537" y="45399"/>
                  </a:cubicBezTo>
                  <a:cubicBezTo>
                    <a:pt x="4170" y="44866"/>
                    <a:pt x="3836" y="44265"/>
                    <a:pt x="3469" y="43731"/>
                  </a:cubicBezTo>
                  <a:cubicBezTo>
                    <a:pt x="2736" y="42664"/>
                    <a:pt x="2068" y="41530"/>
                    <a:pt x="1535" y="40362"/>
                  </a:cubicBezTo>
                  <a:cubicBezTo>
                    <a:pt x="1301" y="39762"/>
                    <a:pt x="1034" y="39195"/>
                    <a:pt x="901" y="38594"/>
                  </a:cubicBezTo>
                  <a:cubicBezTo>
                    <a:pt x="801" y="38027"/>
                    <a:pt x="834" y="37494"/>
                    <a:pt x="1034" y="36893"/>
                  </a:cubicBezTo>
                  <a:cubicBezTo>
                    <a:pt x="1468" y="35759"/>
                    <a:pt x="2202" y="34692"/>
                    <a:pt x="2635" y="33424"/>
                  </a:cubicBezTo>
                  <a:cubicBezTo>
                    <a:pt x="2736" y="33090"/>
                    <a:pt x="2836" y="32824"/>
                    <a:pt x="2869" y="32423"/>
                  </a:cubicBezTo>
                  <a:lnTo>
                    <a:pt x="2869" y="32257"/>
                  </a:lnTo>
                  <a:lnTo>
                    <a:pt x="2869" y="32123"/>
                  </a:lnTo>
                  <a:lnTo>
                    <a:pt x="2836" y="31890"/>
                  </a:lnTo>
                  <a:cubicBezTo>
                    <a:pt x="2836" y="31723"/>
                    <a:pt x="2836" y="31556"/>
                    <a:pt x="2802" y="31389"/>
                  </a:cubicBezTo>
                  <a:cubicBezTo>
                    <a:pt x="2669" y="30722"/>
                    <a:pt x="2502" y="30155"/>
                    <a:pt x="2302" y="29555"/>
                  </a:cubicBezTo>
                  <a:cubicBezTo>
                    <a:pt x="1902" y="28420"/>
                    <a:pt x="1568" y="27320"/>
                    <a:pt x="1735" y="26219"/>
                  </a:cubicBezTo>
                  <a:cubicBezTo>
                    <a:pt x="1902" y="25151"/>
                    <a:pt x="2535" y="24184"/>
                    <a:pt x="3169" y="23250"/>
                  </a:cubicBezTo>
                  <a:cubicBezTo>
                    <a:pt x="3469" y="22816"/>
                    <a:pt x="3803" y="22349"/>
                    <a:pt x="4070" y="21849"/>
                  </a:cubicBezTo>
                  <a:cubicBezTo>
                    <a:pt x="4237" y="21582"/>
                    <a:pt x="4370" y="21349"/>
                    <a:pt x="4503" y="21082"/>
                  </a:cubicBezTo>
                  <a:lnTo>
                    <a:pt x="4570" y="20882"/>
                  </a:lnTo>
                  <a:cubicBezTo>
                    <a:pt x="4637" y="20815"/>
                    <a:pt x="4670" y="20682"/>
                    <a:pt x="4670" y="20648"/>
                  </a:cubicBezTo>
                  <a:cubicBezTo>
                    <a:pt x="4670" y="20515"/>
                    <a:pt x="4704" y="20348"/>
                    <a:pt x="4737" y="20215"/>
                  </a:cubicBezTo>
                  <a:cubicBezTo>
                    <a:pt x="5004" y="19147"/>
                    <a:pt x="5037" y="18046"/>
                    <a:pt x="5237" y="17079"/>
                  </a:cubicBezTo>
                  <a:cubicBezTo>
                    <a:pt x="5337" y="16579"/>
                    <a:pt x="5471" y="16145"/>
                    <a:pt x="5671" y="15711"/>
                  </a:cubicBezTo>
                  <a:cubicBezTo>
                    <a:pt x="5838" y="15311"/>
                    <a:pt x="6138" y="14911"/>
                    <a:pt x="6405" y="14544"/>
                  </a:cubicBezTo>
                  <a:cubicBezTo>
                    <a:pt x="7005" y="13810"/>
                    <a:pt x="7706" y="13243"/>
                    <a:pt x="8473" y="12743"/>
                  </a:cubicBezTo>
                  <a:cubicBezTo>
                    <a:pt x="9974" y="11742"/>
                    <a:pt x="11475" y="11008"/>
                    <a:pt x="12743" y="10141"/>
                  </a:cubicBezTo>
                  <a:cubicBezTo>
                    <a:pt x="14010" y="9240"/>
                    <a:pt x="15044" y="8206"/>
                    <a:pt x="15645" y="7072"/>
                  </a:cubicBezTo>
                  <a:cubicBezTo>
                    <a:pt x="16212" y="5971"/>
                    <a:pt x="16412" y="4904"/>
                    <a:pt x="16512" y="4036"/>
                  </a:cubicBezTo>
                  <a:cubicBezTo>
                    <a:pt x="16512" y="3803"/>
                    <a:pt x="16545" y="3636"/>
                    <a:pt x="16545" y="3403"/>
                  </a:cubicBezTo>
                  <a:lnTo>
                    <a:pt x="16545" y="2869"/>
                  </a:lnTo>
                  <a:cubicBezTo>
                    <a:pt x="16545" y="2535"/>
                    <a:pt x="16512" y="2235"/>
                    <a:pt x="16512" y="2035"/>
                  </a:cubicBezTo>
                  <a:cubicBezTo>
                    <a:pt x="16512" y="1835"/>
                    <a:pt x="16479" y="1668"/>
                    <a:pt x="16479" y="1535"/>
                  </a:cubicBezTo>
                  <a:cubicBezTo>
                    <a:pt x="16412" y="1401"/>
                    <a:pt x="16412" y="1368"/>
                    <a:pt x="16412" y="1368"/>
                  </a:cubicBezTo>
                  <a:cubicBezTo>
                    <a:pt x="16345" y="867"/>
                    <a:pt x="16245" y="534"/>
                    <a:pt x="16012" y="334"/>
                  </a:cubicBezTo>
                  <a:cubicBezTo>
                    <a:pt x="15912" y="67"/>
                    <a:pt x="15845" y="0"/>
                    <a:pt x="158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0" name="Google Shape;450;p4"/>
            <p:cNvSpPr/>
            <p:nvPr/>
          </p:nvSpPr>
          <p:spPr>
            <a:xfrm>
              <a:off x="10119395" y="1094910"/>
              <a:ext cx="819551" cy="1132155"/>
            </a:xfrm>
            <a:custGeom>
              <a:avLst/>
              <a:gdLst/>
              <a:ahLst/>
              <a:cxnLst/>
              <a:rect l="l" t="t" r="r" b="b"/>
              <a:pathLst>
                <a:path w="36376" h="50251" extrusionOk="0">
                  <a:moveTo>
                    <a:pt x="1369" y="1"/>
                  </a:moveTo>
                  <a:cubicBezTo>
                    <a:pt x="1207" y="1"/>
                    <a:pt x="1140" y="246"/>
                    <a:pt x="1334" y="616"/>
                  </a:cubicBezTo>
                  <a:cubicBezTo>
                    <a:pt x="1334" y="616"/>
                    <a:pt x="1368" y="649"/>
                    <a:pt x="1435" y="816"/>
                  </a:cubicBezTo>
                  <a:cubicBezTo>
                    <a:pt x="1435" y="916"/>
                    <a:pt x="1468" y="983"/>
                    <a:pt x="1501" y="1116"/>
                  </a:cubicBezTo>
                  <a:cubicBezTo>
                    <a:pt x="1501" y="1216"/>
                    <a:pt x="1501" y="1383"/>
                    <a:pt x="1535" y="1483"/>
                  </a:cubicBezTo>
                  <a:cubicBezTo>
                    <a:pt x="1635" y="2117"/>
                    <a:pt x="1435" y="2951"/>
                    <a:pt x="867" y="3985"/>
                  </a:cubicBezTo>
                  <a:cubicBezTo>
                    <a:pt x="634" y="4485"/>
                    <a:pt x="300" y="5119"/>
                    <a:pt x="134" y="5820"/>
                  </a:cubicBezTo>
                  <a:cubicBezTo>
                    <a:pt x="100" y="6053"/>
                    <a:pt x="34" y="6220"/>
                    <a:pt x="34" y="6420"/>
                  </a:cubicBezTo>
                  <a:cubicBezTo>
                    <a:pt x="34" y="6587"/>
                    <a:pt x="0" y="6787"/>
                    <a:pt x="34" y="6987"/>
                  </a:cubicBezTo>
                  <a:cubicBezTo>
                    <a:pt x="34" y="7221"/>
                    <a:pt x="100" y="7387"/>
                    <a:pt x="134" y="7588"/>
                  </a:cubicBezTo>
                  <a:cubicBezTo>
                    <a:pt x="167" y="7754"/>
                    <a:pt x="167" y="7955"/>
                    <a:pt x="267" y="8155"/>
                  </a:cubicBezTo>
                  <a:cubicBezTo>
                    <a:pt x="334" y="8321"/>
                    <a:pt x="367" y="8555"/>
                    <a:pt x="501" y="8755"/>
                  </a:cubicBezTo>
                  <a:lnTo>
                    <a:pt x="667" y="9055"/>
                  </a:lnTo>
                  <a:cubicBezTo>
                    <a:pt x="701" y="9155"/>
                    <a:pt x="801" y="9255"/>
                    <a:pt x="867" y="9322"/>
                  </a:cubicBezTo>
                  <a:cubicBezTo>
                    <a:pt x="1001" y="9556"/>
                    <a:pt x="1201" y="9656"/>
                    <a:pt x="1368" y="9823"/>
                  </a:cubicBezTo>
                  <a:cubicBezTo>
                    <a:pt x="1601" y="9956"/>
                    <a:pt x="1801" y="10089"/>
                    <a:pt x="2002" y="10156"/>
                  </a:cubicBezTo>
                  <a:cubicBezTo>
                    <a:pt x="2869" y="10556"/>
                    <a:pt x="3803" y="10623"/>
                    <a:pt x="4637" y="10923"/>
                  </a:cubicBezTo>
                  <a:cubicBezTo>
                    <a:pt x="5037" y="11057"/>
                    <a:pt x="5471" y="11257"/>
                    <a:pt x="5804" y="11490"/>
                  </a:cubicBezTo>
                  <a:lnTo>
                    <a:pt x="5938" y="11590"/>
                  </a:lnTo>
                  <a:lnTo>
                    <a:pt x="5971" y="11624"/>
                  </a:lnTo>
                  <a:cubicBezTo>
                    <a:pt x="5971" y="11657"/>
                    <a:pt x="6004" y="11724"/>
                    <a:pt x="6038" y="11724"/>
                  </a:cubicBezTo>
                  <a:lnTo>
                    <a:pt x="6138" y="11757"/>
                  </a:lnTo>
                  <a:cubicBezTo>
                    <a:pt x="6171" y="11791"/>
                    <a:pt x="6271" y="11891"/>
                    <a:pt x="6338" y="11924"/>
                  </a:cubicBezTo>
                  <a:cubicBezTo>
                    <a:pt x="6505" y="12091"/>
                    <a:pt x="6638" y="12224"/>
                    <a:pt x="6772" y="12424"/>
                  </a:cubicBezTo>
                  <a:cubicBezTo>
                    <a:pt x="7039" y="12791"/>
                    <a:pt x="7272" y="13225"/>
                    <a:pt x="7506" y="13659"/>
                  </a:cubicBezTo>
                  <a:cubicBezTo>
                    <a:pt x="7639" y="13892"/>
                    <a:pt x="7806" y="14126"/>
                    <a:pt x="7973" y="14326"/>
                  </a:cubicBezTo>
                  <a:cubicBezTo>
                    <a:pt x="8106" y="14459"/>
                    <a:pt x="8173" y="14593"/>
                    <a:pt x="8306" y="14659"/>
                  </a:cubicBezTo>
                  <a:cubicBezTo>
                    <a:pt x="8339" y="14693"/>
                    <a:pt x="8373" y="14759"/>
                    <a:pt x="8473" y="14793"/>
                  </a:cubicBezTo>
                  <a:lnTo>
                    <a:pt x="8540" y="14826"/>
                  </a:lnTo>
                  <a:lnTo>
                    <a:pt x="8606" y="14893"/>
                  </a:lnTo>
                  <a:lnTo>
                    <a:pt x="8640" y="14926"/>
                  </a:lnTo>
                  <a:lnTo>
                    <a:pt x="8706" y="14993"/>
                  </a:lnTo>
                  <a:cubicBezTo>
                    <a:pt x="8773" y="15060"/>
                    <a:pt x="8840" y="15093"/>
                    <a:pt x="8873" y="15126"/>
                  </a:cubicBezTo>
                  <a:lnTo>
                    <a:pt x="9273" y="15393"/>
                  </a:lnTo>
                  <a:cubicBezTo>
                    <a:pt x="9540" y="15493"/>
                    <a:pt x="9807" y="15627"/>
                    <a:pt x="10107" y="15660"/>
                  </a:cubicBezTo>
                  <a:cubicBezTo>
                    <a:pt x="10641" y="15793"/>
                    <a:pt x="11175" y="15827"/>
                    <a:pt x="11675" y="15894"/>
                  </a:cubicBezTo>
                  <a:cubicBezTo>
                    <a:pt x="12176" y="15927"/>
                    <a:pt x="12643" y="15994"/>
                    <a:pt x="13110" y="16160"/>
                  </a:cubicBezTo>
                  <a:lnTo>
                    <a:pt x="13810" y="16427"/>
                  </a:lnTo>
                  <a:lnTo>
                    <a:pt x="14477" y="16761"/>
                  </a:lnTo>
                  <a:cubicBezTo>
                    <a:pt x="15345" y="17228"/>
                    <a:pt x="16145" y="17828"/>
                    <a:pt x="17012" y="18429"/>
                  </a:cubicBezTo>
                  <a:cubicBezTo>
                    <a:pt x="17846" y="18996"/>
                    <a:pt x="18780" y="19563"/>
                    <a:pt x="19648" y="20063"/>
                  </a:cubicBezTo>
                  <a:cubicBezTo>
                    <a:pt x="19848" y="20163"/>
                    <a:pt x="20115" y="20263"/>
                    <a:pt x="20348" y="20397"/>
                  </a:cubicBezTo>
                  <a:cubicBezTo>
                    <a:pt x="20615" y="20497"/>
                    <a:pt x="20882" y="20564"/>
                    <a:pt x="21149" y="20630"/>
                  </a:cubicBezTo>
                  <a:cubicBezTo>
                    <a:pt x="21449" y="20664"/>
                    <a:pt x="21716" y="20730"/>
                    <a:pt x="21983" y="20730"/>
                  </a:cubicBezTo>
                  <a:cubicBezTo>
                    <a:pt x="22216" y="20730"/>
                    <a:pt x="22516" y="20730"/>
                    <a:pt x="22716" y="20664"/>
                  </a:cubicBezTo>
                  <a:cubicBezTo>
                    <a:pt x="23183" y="20630"/>
                    <a:pt x="23650" y="20597"/>
                    <a:pt x="24117" y="20597"/>
                  </a:cubicBezTo>
                  <a:cubicBezTo>
                    <a:pt x="24551" y="20597"/>
                    <a:pt x="25018" y="20597"/>
                    <a:pt x="25452" y="20630"/>
                  </a:cubicBezTo>
                  <a:cubicBezTo>
                    <a:pt x="26286" y="20764"/>
                    <a:pt x="27186" y="21064"/>
                    <a:pt x="28020" y="21431"/>
                  </a:cubicBezTo>
                  <a:cubicBezTo>
                    <a:pt x="28854" y="21798"/>
                    <a:pt x="29688" y="22331"/>
                    <a:pt x="30322" y="22965"/>
                  </a:cubicBezTo>
                  <a:lnTo>
                    <a:pt x="30522" y="23232"/>
                  </a:lnTo>
                  <a:lnTo>
                    <a:pt x="30622" y="23299"/>
                  </a:lnTo>
                  <a:lnTo>
                    <a:pt x="30689" y="23432"/>
                  </a:lnTo>
                  <a:lnTo>
                    <a:pt x="31022" y="23999"/>
                  </a:lnTo>
                  <a:cubicBezTo>
                    <a:pt x="31156" y="24233"/>
                    <a:pt x="31223" y="24433"/>
                    <a:pt x="31323" y="24633"/>
                  </a:cubicBezTo>
                  <a:cubicBezTo>
                    <a:pt x="31389" y="24833"/>
                    <a:pt x="31456" y="25067"/>
                    <a:pt x="31523" y="25267"/>
                  </a:cubicBezTo>
                  <a:cubicBezTo>
                    <a:pt x="31790" y="26101"/>
                    <a:pt x="31823" y="27001"/>
                    <a:pt x="31723" y="27835"/>
                  </a:cubicBezTo>
                  <a:cubicBezTo>
                    <a:pt x="31690" y="28669"/>
                    <a:pt x="31489" y="29503"/>
                    <a:pt x="31323" y="30270"/>
                  </a:cubicBezTo>
                  <a:cubicBezTo>
                    <a:pt x="31156" y="31004"/>
                    <a:pt x="30989" y="31738"/>
                    <a:pt x="30856" y="32405"/>
                  </a:cubicBezTo>
                  <a:cubicBezTo>
                    <a:pt x="30555" y="33673"/>
                    <a:pt x="30622" y="34740"/>
                    <a:pt x="30655" y="35241"/>
                  </a:cubicBezTo>
                  <a:lnTo>
                    <a:pt x="30655" y="35174"/>
                  </a:lnTo>
                  <a:cubicBezTo>
                    <a:pt x="30689" y="36141"/>
                    <a:pt x="31122" y="36942"/>
                    <a:pt x="31389" y="37642"/>
                  </a:cubicBezTo>
                  <a:cubicBezTo>
                    <a:pt x="31690" y="38343"/>
                    <a:pt x="31856" y="39010"/>
                    <a:pt x="31856" y="39644"/>
                  </a:cubicBezTo>
                  <a:cubicBezTo>
                    <a:pt x="31856" y="39811"/>
                    <a:pt x="31823" y="39944"/>
                    <a:pt x="31823" y="40111"/>
                  </a:cubicBezTo>
                  <a:cubicBezTo>
                    <a:pt x="31790" y="40278"/>
                    <a:pt x="31723" y="40444"/>
                    <a:pt x="31690" y="40578"/>
                  </a:cubicBezTo>
                  <a:cubicBezTo>
                    <a:pt x="31623" y="40845"/>
                    <a:pt x="31489" y="41145"/>
                    <a:pt x="31389" y="41412"/>
                  </a:cubicBezTo>
                  <a:cubicBezTo>
                    <a:pt x="31156" y="41946"/>
                    <a:pt x="30956" y="42413"/>
                    <a:pt x="30789" y="42846"/>
                  </a:cubicBezTo>
                  <a:cubicBezTo>
                    <a:pt x="30722" y="42980"/>
                    <a:pt x="30689" y="43113"/>
                    <a:pt x="30655" y="43180"/>
                  </a:cubicBezTo>
                  <a:cubicBezTo>
                    <a:pt x="30622" y="43280"/>
                    <a:pt x="30622" y="43413"/>
                    <a:pt x="30555" y="43480"/>
                  </a:cubicBezTo>
                  <a:cubicBezTo>
                    <a:pt x="30489" y="43680"/>
                    <a:pt x="30455" y="43847"/>
                    <a:pt x="30455" y="44014"/>
                  </a:cubicBezTo>
                  <a:cubicBezTo>
                    <a:pt x="30455" y="44247"/>
                    <a:pt x="30389" y="44347"/>
                    <a:pt x="30389" y="44481"/>
                  </a:cubicBezTo>
                  <a:lnTo>
                    <a:pt x="30389" y="44781"/>
                  </a:lnTo>
                  <a:cubicBezTo>
                    <a:pt x="30389" y="44899"/>
                    <a:pt x="30389" y="44955"/>
                    <a:pt x="30393" y="44955"/>
                  </a:cubicBezTo>
                  <a:cubicBezTo>
                    <a:pt x="30399" y="44955"/>
                    <a:pt x="30415" y="44823"/>
                    <a:pt x="30455" y="44581"/>
                  </a:cubicBezTo>
                  <a:lnTo>
                    <a:pt x="30455" y="44581"/>
                  </a:lnTo>
                  <a:cubicBezTo>
                    <a:pt x="30355" y="45481"/>
                    <a:pt x="30389" y="46315"/>
                    <a:pt x="30655" y="47083"/>
                  </a:cubicBezTo>
                  <a:cubicBezTo>
                    <a:pt x="30889" y="47783"/>
                    <a:pt x="31356" y="48350"/>
                    <a:pt x="31856" y="48684"/>
                  </a:cubicBezTo>
                  <a:cubicBezTo>
                    <a:pt x="32323" y="49084"/>
                    <a:pt x="32824" y="49251"/>
                    <a:pt x="33191" y="49418"/>
                  </a:cubicBezTo>
                  <a:cubicBezTo>
                    <a:pt x="33558" y="49584"/>
                    <a:pt x="33891" y="49684"/>
                    <a:pt x="34191" y="49784"/>
                  </a:cubicBezTo>
                  <a:cubicBezTo>
                    <a:pt x="35325" y="50118"/>
                    <a:pt x="35626" y="50185"/>
                    <a:pt x="35626" y="50185"/>
                  </a:cubicBezTo>
                  <a:cubicBezTo>
                    <a:pt x="35763" y="50231"/>
                    <a:pt x="35880" y="50251"/>
                    <a:pt x="35975" y="50251"/>
                  </a:cubicBezTo>
                  <a:cubicBezTo>
                    <a:pt x="36362" y="50251"/>
                    <a:pt x="36375" y="49913"/>
                    <a:pt x="35893" y="49618"/>
                  </a:cubicBezTo>
                  <a:cubicBezTo>
                    <a:pt x="35893" y="49618"/>
                    <a:pt x="35659" y="49518"/>
                    <a:pt x="34525" y="49184"/>
                  </a:cubicBezTo>
                  <a:cubicBezTo>
                    <a:pt x="34225" y="49117"/>
                    <a:pt x="33891" y="49017"/>
                    <a:pt x="33524" y="48850"/>
                  </a:cubicBezTo>
                  <a:cubicBezTo>
                    <a:pt x="33157" y="48684"/>
                    <a:pt x="32724" y="48517"/>
                    <a:pt x="32323" y="48183"/>
                  </a:cubicBezTo>
                  <a:cubicBezTo>
                    <a:pt x="31890" y="47916"/>
                    <a:pt x="31523" y="47449"/>
                    <a:pt x="31323" y="46816"/>
                  </a:cubicBezTo>
                  <a:cubicBezTo>
                    <a:pt x="31152" y="46277"/>
                    <a:pt x="31127" y="45641"/>
                    <a:pt x="31144" y="44909"/>
                  </a:cubicBezTo>
                  <a:lnTo>
                    <a:pt x="31144" y="44909"/>
                  </a:lnTo>
                  <a:cubicBezTo>
                    <a:pt x="31144" y="44913"/>
                    <a:pt x="31145" y="44915"/>
                    <a:pt x="31146" y="44915"/>
                  </a:cubicBezTo>
                  <a:cubicBezTo>
                    <a:pt x="31150" y="44915"/>
                    <a:pt x="31156" y="44856"/>
                    <a:pt x="31156" y="44748"/>
                  </a:cubicBezTo>
                  <a:lnTo>
                    <a:pt x="31156" y="44447"/>
                  </a:lnTo>
                  <a:cubicBezTo>
                    <a:pt x="31156" y="44314"/>
                    <a:pt x="31189" y="44180"/>
                    <a:pt x="31189" y="44080"/>
                  </a:cubicBezTo>
                  <a:cubicBezTo>
                    <a:pt x="31189" y="43947"/>
                    <a:pt x="31223" y="43780"/>
                    <a:pt x="31289" y="43613"/>
                  </a:cubicBezTo>
                  <a:cubicBezTo>
                    <a:pt x="31323" y="43513"/>
                    <a:pt x="31323" y="43447"/>
                    <a:pt x="31356" y="43347"/>
                  </a:cubicBezTo>
                  <a:cubicBezTo>
                    <a:pt x="31389" y="43280"/>
                    <a:pt x="31456" y="43146"/>
                    <a:pt x="31489" y="43080"/>
                  </a:cubicBezTo>
                  <a:cubicBezTo>
                    <a:pt x="31656" y="42646"/>
                    <a:pt x="31856" y="42179"/>
                    <a:pt x="32123" y="41645"/>
                  </a:cubicBezTo>
                  <a:cubicBezTo>
                    <a:pt x="32223" y="41412"/>
                    <a:pt x="32357" y="41112"/>
                    <a:pt x="32457" y="40778"/>
                  </a:cubicBezTo>
                  <a:lnTo>
                    <a:pt x="32557" y="40278"/>
                  </a:lnTo>
                  <a:cubicBezTo>
                    <a:pt x="32557" y="40111"/>
                    <a:pt x="32624" y="39944"/>
                    <a:pt x="32624" y="39744"/>
                  </a:cubicBezTo>
                  <a:cubicBezTo>
                    <a:pt x="32657" y="38977"/>
                    <a:pt x="32457" y="38176"/>
                    <a:pt x="32157" y="37442"/>
                  </a:cubicBezTo>
                  <a:cubicBezTo>
                    <a:pt x="31856" y="36675"/>
                    <a:pt x="31489" y="35975"/>
                    <a:pt x="31489" y="35241"/>
                  </a:cubicBezTo>
                  <a:lnTo>
                    <a:pt x="31489" y="35174"/>
                  </a:lnTo>
                  <a:cubicBezTo>
                    <a:pt x="31456" y="34740"/>
                    <a:pt x="31456" y="33806"/>
                    <a:pt x="31723" y="32572"/>
                  </a:cubicBezTo>
                  <a:cubicBezTo>
                    <a:pt x="31856" y="31938"/>
                    <a:pt x="32023" y="31238"/>
                    <a:pt x="32223" y="30471"/>
                  </a:cubicBezTo>
                  <a:cubicBezTo>
                    <a:pt x="32457" y="29670"/>
                    <a:pt x="32657" y="28836"/>
                    <a:pt x="32724" y="27935"/>
                  </a:cubicBezTo>
                  <a:cubicBezTo>
                    <a:pt x="32957" y="26101"/>
                    <a:pt x="32624" y="23899"/>
                    <a:pt x="31122" y="22265"/>
                  </a:cubicBezTo>
                  <a:cubicBezTo>
                    <a:pt x="30355" y="21498"/>
                    <a:pt x="29488" y="20964"/>
                    <a:pt x="28554" y="20497"/>
                  </a:cubicBezTo>
                  <a:cubicBezTo>
                    <a:pt x="27653" y="20063"/>
                    <a:pt x="26686" y="19763"/>
                    <a:pt x="25685" y="19596"/>
                  </a:cubicBezTo>
                  <a:cubicBezTo>
                    <a:pt x="25185" y="19596"/>
                    <a:pt x="24718" y="19563"/>
                    <a:pt x="24218" y="19563"/>
                  </a:cubicBezTo>
                  <a:cubicBezTo>
                    <a:pt x="23717" y="19596"/>
                    <a:pt x="23217" y="19596"/>
                    <a:pt x="22783" y="19630"/>
                  </a:cubicBezTo>
                  <a:cubicBezTo>
                    <a:pt x="22516" y="19663"/>
                    <a:pt x="22316" y="19663"/>
                    <a:pt x="22049" y="19663"/>
                  </a:cubicBezTo>
                  <a:cubicBezTo>
                    <a:pt x="21849" y="19663"/>
                    <a:pt x="21649" y="19663"/>
                    <a:pt x="21449" y="19630"/>
                  </a:cubicBezTo>
                  <a:cubicBezTo>
                    <a:pt x="21215" y="19596"/>
                    <a:pt x="21015" y="19563"/>
                    <a:pt x="20815" y="19463"/>
                  </a:cubicBezTo>
                  <a:cubicBezTo>
                    <a:pt x="20615" y="19396"/>
                    <a:pt x="20381" y="19263"/>
                    <a:pt x="20181" y="19163"/>
                  </a:cubicBezTo>
                  <a:cubicBezTo>
                    <a:pt x="19347" y="18729"/>
                    <a:pt x="18480" y="18229"/>
                    <a:pt x="17646" y="17628"/>
                  </a:cubicBezTo>
                  <a:cubicBezTo>
                    <a:pt x="16812" y="17061"/>
                    <a:pt x="15945" y="16427"/>
                    <a:pt x="14978" y="15927"/>
                  </a:cubicBezTo>
                  <a:lnTo>
                    <a:pt x="14210" y="15593"/>
                  </a:lnTo>
                  <a:lnTo>
                    <a:pt x="13443" y="15326"/>
                  </a:lnTo>
                  <a:cubicBezTo>
                    <a:pt x="12876" y="15160"/>
                    <a:pt x="12342" y="15093"/>
                    <a:pt x="11809" y="15060"/>
                  </a:cubicBezTo>
                  <a:cubicBezTo>
                    <a:pt x="11275" y="14993"/>
                    <a:pt x="10775" y="14960"/>
                    <a:pt x="10308" y="14893"/>
                  </a:cubicBezTo>
                  <a:cubicBezTo>
                    <a:pt x="10041" y="14826"/>
                    <a:pt x="9874" y="14759"/>
                    <a:pt x="9674" y="14659"/>
                  </a:cubicBezTo>
                  <a:cubicBezTo>
                    <a:pt x="9607" y="14626"/>
                    <a:pt x="9507" y="14593"/>
                    <a:pt x="9440" y="14493"/>
                  </a:cubicBezTo>
                  <a:cubicBezTo>
                    <a:pt x="9374" y="14493"/>
                    <a:pt x="9340" y="14459"/>
                    <a:pt x="9307" y="14426"/>
                  </a:cubicBezTo>
                  <a:lnTo>
                    <a:pt x="9273" y="14392"/>
                  </a:lnTo>
                  <a:lnTo>
                    <a:pt x="9207" y="14326"/>
                  </a:lnTo>
                  <a:cubicBezTo>
                    <a:pt x="9173" y="14292"/>
                    <a:pt x="9173" y="14259"/>
                    <a:pt x="9140" y="14259"/>
                  </a:cubicBezTo>
                  <a:lnTo>
                    <a:pt x="8973" y="14159"/>
                  </a:lnTo>
                  <a:cubicBezTo>
                    <a:pt x="8940" y="14159"/>
                    <a:pt x="8873" y="14126"/>
                    <a:pt x="8840" y="14092"/>
                  </a:cubicBezTo>
                  <a:cubicBezTo>
                    <a:pt x="8773" y="14059"/>
                    <a:pt x="8706" y="13959"/>
                    <a:pt x="8640" y="13892"/>
                  </a:cubicBezTo>
                  <a:cubicBezTo>
                    <a:pt x="8473" y="13725"/>
                    <a:pt x="8339" y="13559"/>
                    <a:pt x="8206" y="13325"/>
                  </a:cubicBezTo>
                  <a:cubicBezTo>
                    <a:pt x="7973" y="12925"/>
                    <a:pt x="7772" y="12458"/>
                    <a:pt x="7472" y="12057"/>
                  </a:cubicBezTo>
                  <a:cubicBezTo>
                    <a:pt x="7305" y="11824"/>
                    <a:pt x="7139" y="11624"/>
                    <a:pt x="6938" y="11424"/>
                  </a:cubicBezTo>
                  <a:lnTo>
                    <a:pt x="6538" y="11157"/>
                  </a:lnTo>
                  <a:lnTo>
                    <a:pt x="6471" y="11123"/>
                  </a:lnTo>
                  <a:lnTo>
                    <a:pt x="6505" y="11123"/>
                  </a:lnTo>
                  <a:lnTo>
                    <a:pt x="6471" y="11090"/>
                  </a:lnTo>
                  <a:lnTo>
                    <a:pt x="6305" y="10957"/>
                  </a:lnTo>
                  <a:cubicBezTo>
                    <a:pt x="6105" y="10790"/>
                    <a:pt x="5838" y="10656"/>
                    <a:pt x="5638" y="10556"/>
                  </a:cubicBezTo>
                  <a:cubicBezTo>
                    <a:pt x="5371" y="10456"/>
                    <a:pt x="5171" y="10390"/>
                    <a:pt x="4937" y="10290"/>
                  </a:cubicBezTo>
                  <a:cubicBezTo>
                    <a:pt x="3970" y="9956"/>
                    <a:pt x="3036" y="9923"/>
                    <a:pt x="2335" y="9589"/>
                  </a:cubicBezTo>
                  <a:cubicBezTo>
                    <a:pt x="1601" y="9289"/>
                    <a:pt x="1134" y="8722"/>
                    <a:pt x="934" y="7988"/>
                  </a:cubicBezTo>
                  <a:cubicBezTo>
                    <a:pt x="867" y="7821"/>
                    <a:pt x="834" y="7621"/>
                    <a:pt x="801" y="7454"/>
                  </a:cubicBezTo>
                  <a:cubicBezTo>
                    <a:pt x="767" y="7287"/>
                    <a:pt x="767" y="7121"/>
                    <a:pt x="701" y="6954"/>
                  </a:cubicBezTo>
                  <a:cubicBezTo>
                    <a:pt x="667" y="6620"/>
                    <a:pt x="701" y="6320"/>
                    <a:pt x="767" y="5986"/>
                  </a:cubicBezTo>
                  <a:cubicBezTo>
                    <a:pt x="934" y="5319"/>
                    <a:pt x="1168" y="4786"/>
                    <a:pt x="1435" y="4252"/>
                  </a:cubicBezTo>
                  <a:cubicBezTo>
                    <a:pt x="1935" y="3151"/>
                    <a:pt x="2202" y="2150"/>
                    <a:pt x="2102" y="1450"/>
                  </a:cubicBezTo>
                  <a:cubicBezTo>
                    <a:pt x="2035" y="1283"/>
                    <a:pt x="2035" y="1116"/>
                    <a:pt x="2002" y="983"/>
                  </a:cubicBezTo>
                  <a:cubicBezTo>
                    <a:pt x="1968" y="883"/>
                    <a:pt x="1935" y="749"/>
                    <a:pt x="1868" y="649"/>
                  </a:cubicBezTo>
                  <a:cubicBezTo>
                    <a:pt x="1835" y="483"/>
                    <a:pt x="1801" y="416"/>
                    <a:pt x="1801" y="416"/>
                  </a:cubicBezTo>
                  <a:cubicBezTo>
                    <a:pt x="1649" y="125"/>
                    <a:pt x="1485" y="1"/>
                    <a:pt x="13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1" name="Google Shape;451;p4"/>
            <p:cNvSpPr/>
            <p:nvPr/>
          </p:nvSpPr>
          <p:spPr>
            <a:xfrm>
              <a:off x="10203995" y="1045614"/>
              <a:ext cx="732766" cy="593688"/>
            </a:xfrm>
            <a:custGeom>
              <a:avLst/>
              <a:gdLst/>
              <a:ahLst/>
              <a:cxnLst/>
              <a:rect l="l" t="t" r="r" b="b"/>
              <a:pathLst>
                <a:path w="32524" h="26351" extrusionOk="0">
                  <a:moveTo>
                    <a:pt x="80" y="0"/>
                  </a:moveTo>
                  <a:lnTo>
                    <a:pt x="80" y="0"/>
                  </a:lnTo>
                  <a:cubicBezTo>
                    <a:pt x="6" y="0"/>
                    <a:pt x="1" y="141"/>
                    <a:pt x="115" y="369"/>
                  </a:cubicBezTo>
                  <a:cubicBezTo>
                    <a:pt x="115" y="369"/>
                    <a:pt x="181" y="436"/>
                    <a:pt x="215" y="602"/>
                  </a:cubicBezTo>
                  <a:cubicBezTo>
                    <a:pt x="248" y="669"/>
                    <a:pt x="281" y="802"/>
                    <a:pt x="348" y="936"/>
                  </a:cubicBezTo>
                  <a:cubicBezTo>
                    <a:pt x="381" y="1103"/>
                    <a:pt x="415" y="1269"/>
                    <a:pt x="448" y="1470"/>
                  </a:cubicBezTo>
                  <a:cubicBezTo>
                    <a:pt x="548" y="1870"/>
                    <a:pt x="548" y="2504"/>
                    <a:pt x="415" y="3304"/>
                  </a:cubicBezTo>
                  <a:cubicBezTo>
                    <a:pt x="348" y="3671"/>
                    <a:pt x="248" y="4138"/>
                    <a:pt x="181" y="4672"/>
                  </a:cubicBezTo>
                  <a:cubicBezTo>
                    <a:pt x="81" y="5172"/>
                    <a:pt x="48" y="5806"/>
                    <a:pt x="215" y="6473"/>
                  </a:cubicBezTo>
                  <a:cubicBezTo>
                    <a:pt x="248" y="6607"/>
                    <a:pt x="281" y="6840"/>
                    <a:pt x="381" y="7207"/>
                  </a:cubicBezTo>
                  <a:cubicBezTo>
                    <a:pt x="415" y="7374"/>
                    <a:pt x="515" y="7607"/>
                    <a:pt x="582" y="7841"/>
                  </a:cubicBezTo>
                  <a:cubicBezTo>
                    <a:pt x="682" y="8108"/>
                    <a:pt x="782" y="8341"/>
                    <a:pt x="1049" y="8608"/>
                  </a:cubicBezTo>
                  <a:cubicBezTo>
                    <a:pt x="1282" y="8842"/>
                    <a:pt x="1616" y="8975"/>
                    <a:pt x="1949" y="9042"/>
                  </a:cubicBezTo>
                  <a:cubicBezTo>
                    <a:pt x="2283" y="9142"/>
                    <a:pt x="2683" y="9209"/>
                    <a:pt x="3017" y="9309"/>
                  </a:cubicBezTo>
                  <a:cubicBezTo>
                    <a:pt x="3684" y="9542"/>
                    <a:pt x="4418" y="9842"/>
                    <a:pt x="5051" y="10443"/>
                  </a:cubicBezTo>
                  <a:cubicBezTo>
                    <a:pt x="5385" y="10676"/>
                    <a:pt x="5685" y="11010"/>
                    <a:pt x="6019" y="11310"/>
                  </a:cubicBezTo>
                  <a:cubicBezTo>
                    <a:pt x="6352" y="11610"/>
                    <a:pt x="6619" y="11977"/>
                    <a:pt x="6953" y="12311"/>
                  </a:cubicBezTo>
                  <a:cubicBezTo>
                    <a:pt x="7120" y="12478"/>
                    <a:pt x="7286" y="12644"/>
                    <a:pt x="7520" y="12811"/>
                  </a:cubicBezTo>
                  <a:lnTo>
                    <a:pt x="7787" y="13045"/>
                  </a:lnTo>
                  <a:cubicBezTo>
                    <a:pt x="7887" y="13145"/>
                    <a:pt x="8020" y="13178"/>
                    <a:pt x="8087" y="13278"/>
                  </a:cubicBezTo>
                  <a:cubicBezTo>
                    <a:pt x="8287" y="13378"/>
                    <a:pt x="8521" y="13545"/>
                    <a:pt x="8721" y="13645"/>
                  </a:cubicBezTo>
                  <a:lnTo>
                    <a:pt x="9054" y="13812"/>
                  </a:lnTo>
                  <a:lnTo>
                    <a:pt x="9221" y="13879"/>
                  </a:lnTo>
                  <a:lnTo>
                    <a:pt x="9288" y="13945"/>
                  </a:lnTo>
                  <a:cubicBezTo>
                    <a:pt x="9355" y="13945"/>
                    <a:pt x="9388" y="13979"/>
                    <a:pt x="9421" y="13979"/>
                  </a:cubicBezTo>
                  <a:cubicBezTo>
                    <a:pt x="9922" y="14145"/>
                    <a:pt x="10455" y="14145"/>
                    <a:pt x="10922" y="14145"/>
                  </a:cubicBezTo>
                  <a:cubicBezTo>
                    <a:pt x="11389" y="14145"/>
                    <a:pt x="11856" y="14145"/>
                    <a:pt x="12290" y="14212"/>
                  </a:cubicBezTo>
                  <a:lnTo>
                    <a:pt x="12457" y="14279"/>
                  </a:lnTo>
                  <a:lnTo>
                    <a:pt x="12557" y="14279"/>
                  </a:lnTo>
                  <a:lnTo>
                    <a:pt x="12790" y="14446"/>
                  </a:lnTo>
                  <a:cubicBezTo>
                    <a:pt x="12957" y="14546"/>
                    <a:pt x="13091" y="14712"/>
                    <a:pt x="13257" y="14879"/>
                  </a:cubicBezTo>
                  <a:cubicBezTo>
                    <a:pt x="13591" y="15213"/>
                    <a:pt x="13858" y="15613"/>
                    <a:pt x="14225" y="15880"/>
                  </a:cubicBezTo>
                  <a:lnTo>
                    <a:pt x="14592" y="16147"/>
                  </a:lnTo>
                  <a:cubicBezTo>
                    <a:pt x="14725" y="16214"/>
                    <a:pt x="14859" y="16280"/>
                    <a:pt x="14925" y="16314"/>
                  </a:cubicBezTo>
                  <a:lnTo>
                    <a:pt x="14892" y="16314"/>
                  </a:lnTo>
                  <a:cubicBezTo>
                    <a:pt x="15959" y="16881"/>
                    <a:pt x="17260" y="17214"/>
                    <a:pt x="18595" y="17214"/>
                  </a:cubicBezTo>
                  <a:cubicBezTo>
                    <a:pt x="18722" y="17221"/>
                    <a:pt x="18849" y="17224"/>
                    <a:pt x="18977" y="17224"/>
                  </a:cubicBezTo>
                  <a:cubicBezTo>
                    <a:pt x="20156" y="17224"/>
                    <a:pt x="21357" y="16968"/>
                    <a:pt x="22531" y="16847"/>
                  </a:cubicBezTo>
                  <a:cubicBezTo>
                    <a:pt x="22962" y="16791"/>
                    <a:pt x="23402" y="16761"/>
                    <a:pt x="23840" y="16761"/>
                  </a:cubicBezTo>
                  <a:cubicBezTo>
                    <a:pt x="24688" y="16761"/>
                    <a:pt x="25530" y="16872"/>
                    <a:pt x="26300" y="17114"/>
                  </a:cubicBezTo>
                  <a:cubicBezTo>
                    <a:pt x="27468" y="17481"/>
                    <a:pt x="28535" y="18148"/>
                    <a:pt x="29402" y="18849"/>
                  </a:cubicBezTo>
                  <a:cubicBezTo>
                    <a:pt x="30270" y="19616"/>
                    <a:pt x="30903" y="20483"/>
                    <a:pt x="31370" y="21317"/>
                  </a:cubicBezTo>
                  <a:cubicBezTo>
                    <a:pt x="31804" y="22184"/>
                    <a:pt x="32071" y="22985"/>
                    <a:pt x="32204" y="23686"/>
                  </a:cubicBezTo>
                  <a:cubicBezTo>
                    <a:pt x="32238" y="24086"/>
                    <a:pt x="32304" y="24353"/>
                    <a:pt x="32304" y="24653"/>
                  </a:cubicBezTo>
                  <a:cubicBezTo>
                    <a:pt x="32371" y="24953"/>
                    <a:pt x="32371" y="25153"/>
                    <a:pt x="32371" y="25353"/>
                  </a:cubicBezTo>
                  <a:lnTo>
                    <a:pt x="32371" y="25820"/>
                  </a:lnTo>
                  <a:lnTo>
                    <a:pt x="32371" y="25987"/>
                  </a:lnTo>
                  <a:cubicBezTo>
                    <a:pt x="32371" y="26226"/>
                    <a:pt x="32417" y="26351"/>
                    <a:pt x="32453" y="26351"/>
                  </a:cubicBezTo>
                  <a:cubicBezTo>
                    <a:pt x="32494" y="26351"/>
                    <a:pt x="32523" y="26201"/>
                    <a:pt x="32471" y="25887"/>
                  </a:cubicBezTo>
                  <a:lnTo>
                    <a:pt x="32471" y="25720"/>
                  </a:lnTo>
                  <a:lnTo>
                    <a:pt x="32471" y="25287"/>
                  </a:lnTo>
                  <a:cubicBezTo>
                    <a:pt x="32471" y="25053"/>
                    <a:pt x="32471" y="24820"/>
                    <a:pt x="32438" y="24519"/>
                  </a:cubicBezTo>
                  <a:cubicBezTo>
                    <a:pt x="32438" y="24219"/>
                    <a:pt x="32371" y="23952"/>
                    <a:pt x="32304" y="23552"/>
                  </a:cubicBezTo>
                  <a:cubicBezTo>
                    <a:pt x="32204" y="22852"/>
                    <a:pt x="31937" y="21984"/>
                    <a:pt x="31470" y="21117"/>
                  </a:cubicBezTo>
                  <a:cubicBezTo>
                    <a:pt x="31037" y="20183"/>
                    <a:pt x="30403" y="19316"/>
                    <a:pt x="29469" y="18515"/>
                  </a:cubicBezTo>
                  <a:cubicBezTo>
                    <a:pt x="28602" y="17715"/>
                    <a:pt x="27534" y="17047"/>
                    <a:pt x="26267" y="16647"/>
                  </a:cubicBezTo>
                  <a:cubicBezTo>
                    <a:pt x="25434" y="16355"/>
                    <a:pt x="24526" y="16244"/>
                    <a:pt x="23614" y="16244"/>
                  </a:cubicBezTo>
                  <a:cubicBezTo>
                    <a:pt x="23173" y="16244"/>
                    <a:pt x="22732" y="16270"/>
                    <a:pt x="22297" y="16314"/>
                  </a:cubicBezTo>
                  <a:cubicBezTo>
                    <a:pt x="21050" y="16438"/>
                    <a:pt x="19861" y="16650"/>
                    <a:pt x="18677" y="16650"/>
                  </a:cubicBezTo>
                  <a:cubicBezTo>
                    <a:pt x="18594" y="16650"/>
                    <a:pt x="18511" y="16649"/>
                    <a:pt x="18428" y="16647"/>
                  </a:cubicBezTo>
                  <a:cubicBezTo>
                    <a:pt x="17127" y="16647"/>
                    <a:pt x="15926" y="16314"/>
                    <a:pt x="14925" y="15780"/>
                  </a:cubicBezTo>
                  <a:lnTo>
                    <a:pt x="14892" y="15780"/>
                  </a:lnTo>
                  <a:lnTo>
                    <a:pt x="14625" y="15646"/>
                  </a:lnTo>
                  <a:cubicBezTo>
                    <a:pt x="14558" y="15613"/>
                    <a:pt x="14425" y="15513"/>
                    <a:pt x="14358" y="15446"/>
                  </a:cubicBezTo>
                  <a:cubicBezTo>
                    <a:pt x="14025" y="15146"/>
                    <a:pt x="13758" y="14813"/>
                    <a:pt x="13424" y="14479"/>
                  </a:cubicBezTo>
                  <a:cubicBezTo>
                    <a:pt x="13291" y="14312"/>
                    <a:pt x="13091" y="14145"/>
                    <a:pt x="12924" y="13979"/>
                  </a:cubicBezTo>
                  <a:lnTo>
                    <a:pt x="12590" y="13712"/>
                  </a:lnTo>
                  <a:cubicBezTo>
                    <a:pt x="12590" y="13678"/>
                    <a:pt x="12524" y="13678"/>
                    <a:pt x="12457" y="13678"/>
                  </a:cubicBezTo>
                  <a:lnTo>
                    <a:pt x="12390" y="13678"/>
                  </a:lnTo>
                  <a:lnTo>
                    <a:pt x="12223" y="13645"/>
                  </a:lnTo>
                  <a:cubicBezTo>
                    <a:pt x="11723" y="13545"/>
                    <a:pt x="11223" y="13545"/>
                    <a:pt x="10756" y="13545"/>
                  </a:cubicBezTo>
                  <a:cubicBezTo>
                    <a:pt x="10255" y="13545"/>
                    <a:pt x="9788" y="13545"/>
                    <a:pt x="9388" y="13445"/>
                  </a:cubicBezTo>
                  <a:lnTo>
                    <a:pt x="9355" y="13445"/>
                  </a:lnTo>
                  <a:lnTo>
                    <a:pt x="9254" y="13378"/>
                  </a:lnTo>
                  <a:lnTo>
                    <a:pt x="9088" y="13311"/>
                  </a:lnTo>
                  <a:lnTo>
                    <a:pt x="8754" y="13145"/>
                  </a:lnTo>
                  <a:cubicBezTo>
                    <a:pt x="8554" y="13045"/>
                    <a:pt x="8387" y="12945"/>
                    <a:pt x="8187" y="12811"/>
                  </a:cubicBezTo>
                  <a:cubicBezTo>
                    <a:pt x="8087" y="12778"/>
                    <a:pt x="7954" y="12711"/>
                    <a:pt x="7887" y="12644"/>
                  </a:cubicBezTo>
                  <a:lnTo>
                    <a:pt x="7620" y="12444"/>
                  </a:lnTo>
                  <a:cubicBezTo>
                    <a:pt x="7453" y="12311"/>
                    <a:pt x="7286" y="12144"/>
                    <a:pt x="7120" y="11977"/>
                  </a:cubicBezTo>
                  <a:cubicBezTo>
                    <a:pt x="6786" y="11644"/>
                    <a:pt x="6519" y="11310"/>
                    <a:pt x="6186" y="10976"/>
                  </a:cubicBezTo>
                  <a:cubicBezTo>
                    <a:pt x="5852" y="10643"/>
                    <a:pt x="5518" y="10309"/>
                    <a:pt x="5185" y="10042"/>
                  </a:cubicBezTo>
                  <a:cubicBezTo>
                    <a:pt x="5018" y="9876"/>
                    <a:pt x="4851" y="9776"/>
                    <a:pt x="4685" y="9642"/>
                  </a:cubicBezTo>
                  <a:cubicBezTo>
                    <a:pt x="4518" y="9509"/>
                    <a:pt x="4351" y="9375"/>
                    <a:pt x="4117" y="9309"/>
                  </a:cubicBezTo>
                  <a:cubicBezTo>
                    <a:pt x="3751" y="9142"/>
                    <a:pt x="3384" y="9008"/>
                    <a:pt x="3017" y="8875"/>
                  </a:cubicBezTo>
                  <a:cubicBezTo>
                    <a:pt x="2283" y="8708"/>
                    <a:pt x="1582" y="8675"/>
                    <a:pt x="1215" y="8308"/>
                  </a:cubicBezTo>
                  <a:cubicBezTo>
                    <a:pt x="1015" y="8108"/>
                    <a:pt x="882" y="7874"/>
                    <a:pt x="782" y="7674"/>
                  </a:cubicBezTo>
                  <a:cubicBezTo>
                    <a:pt x="715" y="7474"/>
                    <a:pt x="615" y="7274"/>
                    <a:pt x="582" y="7107"/>
                  </a:cubicBezTo>
                  <a:cubicBezTo>
                    <a:pt x="515" y="6707"/>
                    <a:pt x="448" y="6473"/>
                    <a:pt x="415" y="6340"/>
                  </a:cubicBezTo>
                  <a:cubicBezTo>
                    <a:pt x="248" y="5706"/>
                    <a:pt x="281" y="5139"/>
                    <a:pt x="381" y="4639"/>
                  </a:cubicBezTo>
                  <a:cubicBezTo>
                    <a:pt x="448" y="4138"/>
                    <a:pt x="548" y="3671"/>
                    <a:pt x="615" y="3271"/>
                  </a:cubicBezTo>
                  <a:cubicBezTo>
                    <a:pt x="748" y="2437"/>
                    <a:pt x="748" y="1803"/>
                    <a:pt x="682" y="1336"/>
                  </a:cubicBezTo>
                  <a:cubicBezTo>
                    <a:pt x="615" y="1136"/>
                    <a:pt x="582" y="969"/>
                    <a:pt x="548" y="802"/>
                  </a:cubicBezTo>
                  <a:cubicBezTo>
                    <a:pt x="515" y="669"/>
                    <a:pt x="448" y="536"/>
                    <a:pt x="415" y="469"/>
                  </a:cubicBezTo>
                  <a:cubicBezTo>
                    <a:pt x="381" y="302"/>
                    <a:pt x="348" y="269"/>
                    <a:pt x="348" y="269"/>
                  </a:cubicBezTo>
                  <a:cubicBezTo>
                    <a:pt x="233" y="82"/>
                    <a:pt x="136" y="0"/>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2" name="Google Shape;452;p4"/>
            <p:cNvSpPr/>
            <p:nvPr/>
          </p:nvSpPr>
          <p:spPr>
            <a:xfrm>
              <a:off x="9389648" y="991722"/>
              <a:ext cx="1574329" cy="3117792"/>
            </a:xfrm>
            <a:custGeom>
              <a:avLst/>
              <a:gdLst/>
              <a:ahLst/>
              <a:cxnLst/>
              <a:rect l="l" t="t" r="r" b="b"/>
              <a:pathLst>
                <a:path w="69877" h="138384" extrusionOk="0">
                  <a:moveTo>
                    <a:pt x="14034" y="0"/>
                  </a:moveTo>
                  <a:cubicBezTo>
                    <a:pt x="13967" y="0"/>
                    <a:pt x="13860" y="484"/>
                    <a:pt x="13777" y="1460"/>
                  </a:cubicBezTo>
                  <a:cubicBezTo>
                    <a:pt x="13777" y="1460"/>
                    <a:pt x="13744" y="1560"/>
                    <a:pt x="13710" y="1860"/>
                  </a:cubicBezTo>
                  <a:cubicBezTo>
                    <a:pt x="13677" y="2027"/>
                    <a:pt x="13610" y="2194"/>
                    <a:pt x="13577" y="2461"/>
                  </a:cubicBezTo>
                  <a:cubicBezTo>
                    <a:pt x="13510" y="2661"/>
                    <a:pt x="13410" y="2961"/>
                    <a:pt x="13343" y="3228"/>
                  </a:cubicBezTo>
                  <a:cubicBezTo>
                    <a:pt x="13110" y="3862"/>
                    <a:pt x="12776" y="4629"/>
                    <a:pt x="12176" y="5396"/>
                  </a:cubicBezTo>
                  <a:cubicBezTo>
                    <a:pt x="11542" y="6197"/>
                    <a:pt x="10575" y="6997"/>
                    <a:pt x="9374" y="7831"/>
                  </a:cubicBezTo>
                  <a:cubicBezTo>
                    <a:pt x="8206" y="8665"/>
                    <a:pt x="6772" y="9699"/>
                    <a:pt x="5671" y="11334"/>
                  </a:cubicBezTo>
                  <a:cubicBezTo>
                    <a:pt x="5404" y="11734"/>
                    <a:pt x="5071" y="12134"/>
                    <a:pt x="4904" y="12668"/>
                  </a:cubicBezTo>
                  <a:cubicBezTo>
                    <a:pt x="4737" y="13168"/>
                    <a:pt x="4737" y="13735"/>
                    <a:pt x="4770" y="14302"/>
                  </a:cubicBezTo>
                  <a:cubicBezTo>
                    <a:pt x="4904" y="15403"/>
                    <a:pt x="5237" y="16537"/>
                    <a:pt x="5438" y="17705"/>
                  </a:cubicBezTo>
                  <a:cubicBezTo>
                    <a:pt x="5571" y="18339"/>
                    <a:pt x="5604" y="18906"/>
                    <a:pt x="5504" y="19540"/>
                  </a:cubicBezTo>
                  <a:cubicBezTo>
                    <a:pt x="5404" y="20173"/>
                    <a:pt x="5037" y="20674"/>
                    <a:pt x="4537" y="21141"/>
                  </a:cubicBezTo>
                  <a:cubicBezTo>
                    <a:pt x="3570" y="22008"/>
                    <a:pt x="2235" y="22575"/>
                    <a:pt x="1068" y="23576"/>
                  </a:cubicBezTo>
                  <a:cubicBezTo>
                    <a:pt x="768" y="23843"/>
                    <a:pt x="534" y="24176"/>
                    <a:pt x="334" y="24510"/>
                  </a:cubicBezTo>
                  <a:lnTo>
                    <a:pt x="201" y="24810"/>
                  </a:lnTo>
                  <a:cubicBezTo>
                    <a:pt x="167" y="24877"/>
                    <a:pt x="167" y="25010"/>
                    <a:pt x="100" y="25077"/>
                  </a:cubicBezTo>
                  <a:cubicBezTo>
                    <a:pt x="34" y="25310"/>
                    <a:pt x="34" y="25510"/>
                    <a:pt x="34" y="25711"/>
                  </a:cubicBezTo>
                  <a:cubicBezTo>
                    <a:pt x="0" y="26545"/>
                    <a:pt x="334" y="27345"/>
                    <a:pt x="668" y="28079"/>
                  </a:cubicBezTo>
                  <a:cubicBezTo>
                    <a:pt x="1001" y="28846"/>
                    <a:pt x="1435" y="29547"/>
                    <a:pt x="1835" y="30314"/>
                  </a:cubicBezTo>
                  <a:cubicBezTo>
                    <a:pt x="2235" y="31048"/>
                    <a:pt x="2569" y="31882"/>
                    <a:pt x="2569" y="32716"/>
                  </a:cubicBezTo>
                  <a:cubicBezTo>
                    <a:pt x="2602" y="33316"/>
                    <a:pt x="2502" y="34250"/>
                    <a:pt x="1902" y="35484"/>
                  </a:cubicBezTo>
                  <a:cubicBezTo>
                    <a:pt x="1668" y="36051"/>
                    <a:pt x="1268" y="36718"/>
                    <a:pt x="934" y="37486"/>
                  </a:cubicBezTo>
                  <a:cubicBezTo>
                    <a:pt x="601" y="38220"/>
                    <a:pt x="201" y="39087"/>
                    <a:pt x="234" y="40154"/>
                  </a:cubicBezTo>
                  <a:cubicBezTo>
                    <a:pt x="334" y="40688"/>
                    <a:pt x="534" y="41155"/>
                    <a:pt x="668" y="41655"/>
                  </a:cubicBezTo>
                  <a:cubicBezTo>
                    <a:pt x="768" y="42156"/>
                    <a:pt x="934" y="42656"/>
                    <a:pt x="1168" y="43156"/>
                  </a:cubicBezTo>
                  <a:cubicBezTo>
                    <a:pt x="1368" y="43657"/>
                    <a:pt x="1535" y="44191"/>
                    <a:pt x="1768" y="44691"/>
                  </a:cubicBezTo>
                  <a:cubicBezTo>
                    <a:pt x="2035" y="45191"/>
                    <a:pt x="2269" y="45725"/>
                    <a:pt x="2569" y="46259"/>
                  </a:cubicBezTo>
                  <a:cubicBezTo>
                    <a:pt x="3703" y="48394"/>
                    <a:pt x="5371" y="50495"/>
                    <a:pt x="7539" y="52196"/>
                  </a:cubicBezTo>
                  <a:cubicBezTo>
                    <a:pt x="8673" y="53030"/>
                    <a:pt x="9841" y="53764"/>
                    <a:pt x="11175" y="54364"/>
                  </a:cubicBezTo>
                  <a:cubicBezTo>
                    <a:pt x="12509" y="54932"/>
                    <a:pt x="13877" y="55432"/>
                    <a:pt x="15345" y="55732"/>
                  </a:cubicBezTo>
                  <a:cubicBezTo>
                    <a:pt x="15678" y="55832"/>
                    <a:pt x="16045" y="55866"/>
                    <a:pt x="16412" y="55932"/>
                  </a:cubicBezTo>
                  <a:cubicBezTo>
                    <a:pt x="16746" y="55999"/>
                    <a:pt x="17113" y="56066"/>
                    <a:pt x="17513" y="56099"/>
                  </a:cubicBezTo>
                  <a:cubicBezTo>
                    <a:pt x="17880" y="56199"/>
                    <a:pt x="18247" y="56232"/>
                    <a:pt x="18614" y="56266"/>
                  </a:cubicBezTo>
                  <a:cubicBezTo>
                    <a:pt x="19014" y="56333"/>
                    <a:pt x="19381" y="56366"/>
                    <a:pt x="19748" y="56366"/>
                  </a:cubicBezTo>
                  <a:cubicBezTo>
                    <a:pt x="21249" y="56433"/>
                    <a:pt x="22750" y="56533"/>
                    <a:pt x="24218" y="56833"/>
                  </a:cubicBezTo>
                  <a:cubicBezTo>
                    <a:pt x="24918" y="56933"/>
                    <a:pt x="25619" y="57200"/>
                    <a:pt x="26353" y="57433"/>
                  </a:cubicBezTo>
                  <a:cubicBezTo>
                    <a:pt x="27020" y="57734"/>
                    <a:pt x="27720" y="58067"/>
                    <a:pt x="28287" y="58501"/>
                  </a:cubicBezTo>
                  <a:cubicBezTo>
                    <a:pt x="28921" y="58868"/>
                    <a:pt x="29455" y="59368"/>
                    <a:pt x="30022" y="59868"/>
                  </a:cubicBezTo>
                  <a:lnTo>
                    <a:pt x="30856" y="60669"/>
                  </a:lnTo>
                  <a:cubicBezTo>
                    <a:pt x="31123" y="60902"/>
                    <a:pt x="31423" y="61169"/>
                    <a:pt x="31723" y="61369"/>
                  </a:cubicBezTo>
                  <a:cubicBezTo>
                    <a:pt x="32924" y="62270"/>
                    <a:pt x="34225" y="63037"/>
                    <a:pt x="35392" y="63871"/>
                  </a:cubicBezTo>
                  <a:cubicBezTo>
                    <a:pt x="36560" y="64672"/>
                    <a:pt x="37594" y="65673"/>
                    <a:pt x="38194" y="66873"/>
                  </a:cubicBezTo>
                  <a:cubicBezTo>
                    <a:pt x="38561" y="67574"/>
                    <a:pt x="38728" y="68374"/>
                    <a:pt x="38861" y="69175"/>
                  </a:cubicBezTo>
                  <a:cubicBezTo>
                    <a:pt x="38928" y="69942"/>
                    <a:pt x="38928" y="70709"/>
                    <a:pt x="38928" y="71443"/>
                  </a:cubicBezTo>
                  <a:cubicBezTo>
                    <a:pt x="38895" y="72211"/>
                    <a:pt x="38928" y="72911"/>
                    <a:pt x="39028" y="73545"/>
                  </a:cubicBezTo>
                  <a:cubicBezTo>
                    <a:pt x="39095" y="73878"/>
                    <a:pt x="39128" y="74179"/>
                    <a:pt x="39228" y="74412"/>
                  </a:cubicBezTo>
                  <a:cubicBezTo>
                    <a:pt x="39328" y="74712"/>
                    <a:pt x="39395" y="74913"/>
                    <a:pt x="39462" y="75113"/>
                  </a:cubicBezTo>
                  <a:cubicBezTo>
                    <a:pt x="39896" y="76314"/>
                    <a:pt x="40729" y="77281"/>
                    <a:pt x="41263" y="78315"/>
                  </a:cubicBezTo>
                  <a:cubicBezTo>
                    <a:pt x="41563" y="78882"/>
                    <a:pt x="41764" y="79416"/>
                    <a:pt x="41830" y="79983"/>
                  </a:cubicBezTo>
                  <a:cubicBezTo>
                    <a:pt x="41864" y="80550"/>
                    <a:pt x="41730" y="81150"/>
                    <a:pt x="41563" y="81717"/>
                  </a:cubicBezTo>
                  <a:cubicBezTo>
                    <a:pt x="41397" y="82251"/>
                    <a:pt x="41063" y="82751"/>
                    <a:pt x="40629" y="83152"/>
                  </a:cubicBezTo>
                  <a:cubicBezTo>
                    <a:pt x="40229" y="83585"/>
                    <a:pt x="39695" y="83886"/>
                    <a:pt x="39128" y="84119"/>
                  </a:cubicBezTo>
                  <a:cubicBezTo>
                    <a:pt x="38061" y="84586"/>
                    <a:pt x="36827" y="84886"/>
                    <a:pt x="35626" y="85387"/>
                  </a:cubicBezTo>
                  <a:cubicBezTo>
                    <a:pt x="35059" y="85620"/>
                    <a:pt x="34458" y="85954"/>
                    <a:pt x="33958" y="86387"/>
                  </a:cubicBezTo>
                  <a:cubicBezTo>
                    <a:pt x="33724" y="86588"/>
                    <a:pt x="33524" y="86854"/>
                    <a:pt x="33291" y="87088"/>
                  </a:cubicBezTo>
                  <a:cubicBezTo>
                    <a:pt x="33091" y="87321"/>
                    <a:pt x="32891" y="87622"/>
                    <a:pt x="32724" y="87888"/>
                  </a:cubicBezTo>
                  <a:cubicBezTo>
                    <a:pt x="32390" y="88422"/>
                    <a:pt x="32090" y="88989"/>
                    <a:pt x="31923" y="89623"/>
                  </a:cubicBezTo>
                  <a:cubicBezTo>
                    <a:pt x="31723" y="90257"/>
                    <a:pt x="31656" y="90924"/>
                    <a:pt x="31590" y="91558"/>
                  </a:cubicBezTo>
                  <a:cubicBezTo>
                    <a:pt x="31523" y="92825"/>
                    <a:pt x="31623" y="94093"/>
                    <a:pt x="31890" y="95327"/>
                  </a:cubicBezTo>
                  <a:cubicBezTo>
                    <a:pt x="32157" y="96595"/>
                    <a:pt x="32490" y="97796"/>
                    <a:pt x="32857" y="98963"/>
                  </a:cubicBezTo>
                  <a:cubicBezTo>
                    <a:pt x="33591" y="101331"/>
                    <a:pt x="34525" y="103633"/>
                    <a:pt x="35059" y="105968"/>
                  </a:cubicBezTo>
                  <a:cubicBezTo>
                    <a:pt x="35226" y="106568"/>
                    <a:pt x="35326" y="107169"/>
                    <a:pt x="35392" y="107769"/>
                  </a:cubicBezTo>
                  <a:cubicBezTo>
                    <a:pt x="35526" y="108403"/>
                    <a:pt x="35592" y="108970"/>
                    <a:pt x="35726" y="109571"/>
                  </a:cubicBezTo>
                  <a:cubicBezTo>
                    <a:pt x="35926" y="110772"/>
                    <a:pt x="36193" y="111939"/>
                    <a:pt x="36493" y="113073"/>
                  </a:cubicBezTo>
                  <a:cubicBezTo>
                    <a:pt x="37060" y="115375"/>
                    <a:pt x="37861" y="117576"/>
                    <a:pt x="38995" y="119544"/>
                  </a:cubicBezTo>
                  <a:cubicBezTo>
                    <a:pt x="40062" y="121546"/>
                    <a:pt x="41530" y="123247"/>
                    <a:pt x="43098" y="124615"/>
                  </a:cubicBezTo>
                  <a:cubicBezTo>
                    <a:pt x="44699" y="126049"/>
                    <a:pt x="46467" y="127083"/>
                    <a:pt x="48202" y="127984"/>
                  </a:cubicBezTo>
                  <a:cubicBezTo>
                    <a:pt x="49869" y="128951"/>
                    <a:pt x="51604" y="129652"/>
                    <a:pt x="53238" y="130285"/>
                  </a:cubicBezTo>
                  <a:cubicBezTo>
                    <a:pt x="54873" y="130853"/>
                    <a:pt x="56407" y="131420"/>
                    <a:pt x="57875" y="131920"/>
                  </a:cubicBezTo>
                  <a:cubicBezTo>
                    <a:pt x="59276" y="132420"/>
                    <a:pt x="60610" y="132887"/>
                    <a:pt x="61778" y="133354"/>
                  </a:cubicBezTo>
                  <a:cubicBezTo>
                    <a:pt x="64113" y="134322"/>
                    <a:pt x="65881" y="135322"/>
                    <a:pt x="67015" y="136156"/>
                  </a:cubicBezTo>
                  <a:cubicBezTo>
                    <a:pt x="67582" y="136557"/>
                    <a:pt x="67949" y="136924"/>
                    <a:pt x="68249" y="137124"/>
                  </a:cubicBezTo>
                  <a:cubicBezTo>
                    <a:pt x="68416" y="137257"/>
                    <a:pt x="68516" y="137324"/>
                    <a:pt x="68583" y="137391"/>
                  </a:cubicBezTo>
                  <a:lnTo>
                    <a:pt x="68683" y="137457"/>
                  </a:lnTo>
                  <a:cubicBezTo>
                    <a:pt x="69307" y="138066"/>
                    <a:pt x="69681" y="138383"/>
                    <a:pt x="69770" y="138383"/>
                  </a:cubicBezTo>
                  <a:cubicBezTo>
                    <a:pt x="69876" y="138383"/>
                    <a:pt x="69578" y="137933"/>
                    <a:pt x="68816" y="136990"/>
                  </a:cubicBezTo>
                  <a:cubicBezTo>
                    <a:pt x="68816" y="136990"/>
                    <a:pt x="68816" y="136957"/>
                    <a:pt x="68750" y="136924"/>
                  </a:cubicBezTo>
                  <a:cubicBezTo>
                    <a:pt x="68649" y="136890"/>
                    <a:pt x="68549" y="136790"/>
                    <a:pt x="68416" y="136657"/>
                  </a:cubicBezTo>
                  <a:cubicBezTo>
                    <a:pt x="68116" y="136423"/>
                    <a:pt x="67749" y="136056"/>
                    <a:pt x="67148" y="135656"/>
                  </a:cubicBezTo>
                  <a:cubicBezTo>
                    <a:pt x="66048" y="134822"/>
                    <a:pt x="64280" y="133788"/>
                    <a:pt x="61911" y="132821"/>
                  </a:cubicBezTo>
                  <a:cubicBezTo>
                    <a:pt x="60710" y="132320"/>
                    <a:pt x="59376" y="131820"/>
                    <a:pt x="57942" y="131320"/>
                  </a:cubicBezTo>
                  <a:cubicBezTo>
                    <a:pt x="56474" y="130819"/>
                    <a:pt x="54940" y="130319"/>
                    <a:pt x="53305" y="129718"/>
                  </a:cubicBezTo>
                  <a:cubicBezTo>
                    <a:pt x="51704" y="129085"/>
                    <a:pt x="49969" y="128384"/>
                    <a:pt x="48302" y="127417"/>
                  </a:cubicBezTo>
                  <a:cubicBezTo>
                    <a:pt x="46600" y="126483"/>
                    <a:pt x="44899" y="125449"/>
                    <a:pt x="43298" y="124081"/>
                  </a:cubicBezTo>
                  <a:cubicBezTo>
                    <a:pt x="41730" y="122713"/>
                    <a:pt x="40363" y="121046"/>
                    <a:pt x="39262" y="119077"/>
                  </a:cubicBezTo>
                  <a:cubicBezTo>
                    <a:pt x="38194" y="117109"/>
                    <a:pt x="37394" y="114941"/>
                    <a:pt x="36793" y="112706"/>
                  </a:cubicBezTo>
                  <a:cubicBezTo>
                    <a:pt x="36526" y="111572"/>
                    <a:pt x="36260" y="110405"/>
                    <a:pt x="36059" y="109237"/>
                  </a:cubicBezTo>
                  <a:cubicBezTo>
                    <a:pt x="35959" y="108637"/>
                    <a:pt x="35859" y="108070"/>
                    <a:pt x="35759" y="107469"/>
                  </a:cubicBezTo>
                  <a:cubicBezTo>
                    <a:pt x="35626" y="106902"/>
                    <a:pt x="35559" y="106302"/>
                    <a:pt x="35426" y="105701"/>
                  </a:cubicBezTo>
                  <a:cubicBezTo>
                    <a:pt x="34859" y="103299"/>
                    <a:pt x="33925" y="101031"/>
                    <a:pt x="33224" y="98629"/>
                  </a:cubicBezTo>
                  <a:cubicBezTo>
                    <a:pt x="32891" y="97462"/>
                    <a:pt x="32557" y="96261"/>
                    <a:pt x="32290" y="95060"/>
                  </a:cubicBezTo>
                  <a:cubicBezTo>
                    <a:pt x="32090" y="93859"/>
                    <a:pt x="31923" y="92592"/>
                    <a:pt x="32023" y="91391"/>
                  </a:cubicBezTo>
                  <a:cubicBezTo>
                    <a:pt x="32057" y="90791"/>
                    <a:pt x="32123" y="90190"/>
                    <a:pt x="32290" y="89590"/>
                  </a:cubicBezTo>
                  <a:cubicBezTo>
                    <a:pt x="32457" y="89023"/>
                    <a:pt x="32724" y="88422"/>
                    <a:pt x="33057" y="87922"/>
                  </a:cubicBezTo>
                  <a:cubicBezTo>
                    <a:pt x="33224" y="87688"/>
                    <a:pt x="33391" y="87421"/>
                    <a:pt x="33591" y="87221"/>
                  </a:cubicBezTo>
                  <a:cubicBezTo>
                    <a:pt x="33758" y="87021"/>
                    <a:pt x="34025" y="86788"/>
                    <a:pt x="34225" y="86588"/>
                  </a:cubicBezTo>
                  <a:cubicBezTo>
                    <a:pt x="34692" y="86221"/>
                    <a:pt x="35226" y="85920"/>
                    <a:pt x="35759" y="85687"/>
                  </a:cubicBezTo>
                  <a:cubicBezTo>
                    <a:pt x="36893" y="85220"/>
                    <a:pt x="38128" y="84920"/>
                    <a:pt x="39295" y="84419"/>
                  </a:cubicBezTo>
                  <a:cubicBezTo>
                    <a:pt x="39896" y="84186"/>
                    <a:pt x="40429" y="83852"/>
                    <a:pt x="40930" y="83385"/>
                  </a:cubicBezTo>
                  <a:cubicBezTo>
                    <a:pt x="41397" y="82952"/>
                    <a:pt x="41764" y="82385"/>
                    <a:pt x="41964" y="81751"/>
                  </a:cubicBezTo>
                  <a:cubicBezTo>
                    <a:pt x="42064" y="81417"/>
                    <a:pt x="42130" y="81117"/>
                    <a:pt x="42197" y="80783"/>
                  </a:cubicBezTo>
                  <a:cubicBezTo>
                    <a:pt x="42231" y="80517"/>
                    <a:pt x="42264" y="80183"/>
                    <a:pt x="42231" y="79849"/>
                  </a:cubicBezTo>
                  <a:cubicBezTo>
                    <a:pt x="42197" y="79182"/>
                    <a:pt x="41930" y="78548"/>
                    <a:pt x="41630" y="78015"/>
                  </a:cubicBezTo>
                  <a:cubicBezTo>
                    <a:pt x="41063" y="76914"/>
                    <a:pt x="40262" y="75947"/>
                    <a:pt x="39896" y="74879"/>
                  </a:cubicBezTo>
                  <a:cubicBezTo>
                    <a:pt x="39862" y="74712"/>
                    <a:pt x="39762" y="74512"/>
                    <a:pt x="39695" y="74245"/>
                  </a:cubicBezTo>
                  <a:cubicBezTo>
                    <a:pt x="39629" y="74012"/>
                    <a:pt x="39595" y="73745"/>
                    <a:pt x="39529" y="73445"/>
                  </a:cubicBezTo>
                  <a:cubicBezTo>
                    <a:pt x="39429" y="72878"/>
                    <a:pt x="39395" y="72211"/>
                    <a:pt x="39429" y="71443"/>
                  </a:cubicBezTo>
                  <a:cubicBezTo>
                    <a:pt x="39462" y="69942"/>
                    <a:pt x="39395" y="68174"/>
                    <a:pt x="38628" y="66607"/>
                  </a:cubicBezTo>
                  <a:cubicBezTo>
                    <a:pt x="38028" y="65272"/>
                    <a:pt x="36893" y="64238"/>
                    <a:pt x="35693" y="63404"/>
                  </a:cubicBezTo>
                  <a:cubicBezTo>
                    <a:pt x="34525" y="62570"/>
                    <a:pt x="33224" y="61836"/>
                    <a:pt x="32057" y="60936"/>
                  </a:cubicBezTo>
                  <a:cubicBezTo>
                    <a:pt x="31723" y="60702"/>
                    <a:pt x="31456" y="60502"/>
                    <a:pt x="31189" y="60235"/>
                  </a:cubicBezTo>
                  <a:lnTo>
                    <a:pt x="30355" y="59501"/>
                  </a:lnTo>
                  <a:cubicBezTo>
                    <a:pt x="29788" y="58934"/>
                    <a:pt x="29221" y="58434"/>
                    <a:pt x="28554" y="58034"/>
                  </a:cubicBezTo>
                  <a:cubicBezTo>
                    <a:pt x="27920" y="57567"/>
                    <a:pt x="27220" y="57233"/>
                    <a:pt x="26519" y="56933"/>
                  </a:cubicBezTo>
                  <a:cubicBezTo>
                    <a:pt x="25785" y="56666"/>
                    <a:pt x="25052" y="56433"/>
                    <a:pt x="24284" y="56266"/>
                  </a:cubicBezTo>
                  <a:cubicBezTo>
                    <a:pt x="22783" y="55932"/>
                    <a:pt x="21282" y="55899"/>
                    <a:pt x="19781" y="55832"/>
                  </a:cubicBezTo>
                  <a:cubicBezTo>
                    <a:pt x="19414" y="55832"/>
                    <a:pt x="19047" y="55765"/>
                    <a:pt x="18680" y="55732"/>
                  </a:cubicBezTo>
                  <a:cubicBezTo>
                    <a:pt x="18347" y="55699"/>
                    <a:pt x="17947" y="55665"/>
                    <a:pt x="17580" y="55599"/>
                  </a:cubicBezTo>
                  <a:cubicBezTo>
                    <a:pt x="17213" y="55565"/>
                    <a:pt x="16879" y="55532"/>
                    <a:pt x="16512" y="55432"/>
                  </a:cubicBezTo>
                  <a:cubicBezTo>
                    <a:pt x="16112" y="55365"/>
                    <a:pt x="15745" y="55332"/>
                    <a:pt x="15411" y="55232"/>
                  </a:cubicBezTo>
                  <a:cubicBezTo>
                    <a:pt x="14010" y="54932"/>
                    <a:pt x="12609" y="54431"/>
                    <a:pt x="11342" y="53897"/>
                  </a:cubicBezTo>
                  <a:cubicBezTo>
                    <a:pt x="10041" y="53364"/>
                    <a:pt x="8873" y="52597"/>
                    <a:pt x="7773" y="51829"/>
                  </a:cubicBezTo>
                  <a:cubicBezTo>
                    <a:pt x="5671" y="50161"/>
                    <a:pt x="4037" y="48093"/>
                    <a:pt x="2902" y="46025"/>
                  </a:cubicBezTo>
                  <a:cubicBezTo>
                    <a:pt x="2602" y="45525"/>
                    <a:pt x="2369" y="44991"/>
                    <a:pt x="2102" y="44491"/>
                  </a:cubicBezTo>
                  <a:cubicBezTo>
                    <a:pt x="1868" y="43990"/>
                    <a:pt x="1702" y="43423"/>
                    <a:pt x="1501" y="42923"/>
                  </a:cubicBezTo>
                  <a:cubicBezTo>
                    <a:pt x="1268" y="42423"/>
                    <a:pt x="1168" y="41922"/>
                    <a:pt x="1001" y="41422"/>
                  </a:cubicBezTo>
                  <a:cubicBezTo>
                    <a:pt x="868" y="40988"/>
                    <a:pt x="668" y="40488"/>
                    <a:pt x="601" y="40054"/>
                  </a:cubicBezTo>
                  <a:cubicBezTo>
                    <a:pt x="567" y="39187"/>
                    <a:pt x="934" y="38353"/>
                    <a:pt x="1268" y="37586"/>
                  </a:cubicBezTo>
                  <a:cubicBezTo>
                    <a:pt x="1602" y="36852"/>
                    <a:pt x="1935" y="36185"/>
                    <a:pt x="2235" y="35551"/>
                  </a:cubicBezTo>
                  <a:cubicBezTo>
                    <a:pt x="2836" y="34350"/>
                    <a:pt x="3003" y="33316"/>
                    <a:pt x="2902" y="32649"/>
                  </a:cubicBezTo>
                  <a:cubicBezTo>
                    <a:pt x="2869" y="31715"/>
                    <a:pt x="2502" y="30848"/>
                    <a:pt x="2102" y="30080"/>
                  </a:cubicBezTo>
                  <a:cubicBezTo>
                    <a:pt x="1735" y="29347"/>
                    <a:pt x="1268" y="28579"/>
                    <a:pt x="934" y="27879"/>
                  </a:cubicBezTo>
                  <a:cubicBezTo>
                    <a:pt x="601" y="27178"/>
                    <a:pt x="334" y="26411"/>
                    <a:pt x="367" y="25677"/>
                  </a:cubicBezTo>
                  <a:cubicBezTo>
                    <a:pt x="401" y="25510"/>
                    <a:pt x="401" y="25310"/>
                    <a:pt x="434" y="25144"/>
                  </a:cubicBezTo>
                  <a:cubicBezTo>
                    <a:pt x="501" y="25043"/>
                    <a:pt x="501" y="24977"/>
                    <a:pt x="534" y="24877"/>
                  </a:cubicBezTo>
                  <a:lnTo>
                    <a:pt x="668" y="24643"/>
                  </a:lnTo>
                  <a:cubicBezTo>
                    <a:pt x="834" y="24310"/>
                    <a:pt x="1068" y="24043"/>
                    <a:pt x="1335" y="23809"/>
                  </a:cubicBezTo>
                  <a:cubicBezTo>
                    <a:pt x="2402" y="22842"/>
                    <a:pt x="3736" y="22241"/>
                    <a:pt x="4770" y="21341"/>
                  </a:cubicBezTo>
                  <a:cubicBezTo>
                    <a:pt x="5037" y="21074"/>
                    <a:pt x="5237" y="20840"/>
                    <a:pt x="5471" y="20540"/>
                  </a:cubicBezTo>
                  <a:cubicBezTo>
                    <a:pt x="5538" y="20407"/>
                    <a:pt x="5638" y="20240"/>
                    <a:pt x="5704" y="20073"/>
                  </a:cubicBezTo>
                  <a:lnTo>
                    <a:pt x="5838" y="19573"/>
                  </a:lnTo>
                  <a:cubicBezTo>
                    <a:pt x="5971" y="18906"/>
                    <a:pt x="5871" y="18305"/>
                    <a:pt x="5805" y="17672"/>
                  </a:cubicBezTo>
                  <a:cubicBezTo>
                    <a:pt x="5571" y="16471"/>
                    <a:pt x="5237" y="15370"/>
                    <a:pt x="5137" y="14302"/>
                  </a:cubicBezTo>
                  <a:cubicBezTo>
                    <a:pt x="5037" y="13802"/>
                    <a:pt x="5037" y="13235"/>
                    <a:pt x="5204" y="12801"/>
                  </a:cubicBezTo>
                  <a:cubicBezTo>
                    <a:pt x="5338" y="12334"/>
                    <a:pt x="5671" y="11967"/>
                    <a:pt x="5905" y="11534"/>
                  </a:cubicBezTo>
                  <a:cubicBezTo>
                    <a:pt x="7005" y="9966"/>
                    <a:pt x="8373" y="8965"/>
                    <a:pt x="9541" y="8065"/>
                  </a:cubicBezTo>
                  <a:cubicBezTo>
                    <a:pt x="10741" y="7231"/>
                    <a:pt x="11742" y="6464"/>
                    <a:pt x="12376" y="5630"/>
                  </a:cubicBezTo>
                  <a:cubicBezTo>
                    <a:pt x="13043" y="4796"/>
                    <a:pt x="13377" y="3995"/>
                    <a:pt x="13577" y="3361"/>
                  </a:cubicBezTo>
                  <a:cubicBezTo>
                    <a:pt x="13677" y="3028"/>
                    <a:pt x="13777" y="2794"/>
                    <a:pt x="13844" y="2527"/>
                  </a:cubicBezTo>
                  <a:cubicBezTo>
                    <a:pt x="13910" y="2294"/>
                    <a:pt x="13910" y="2127"/>
                    <a:pt x="13944" y="1960"/>
                  </a:cubicBezTo>
                  <a:cubicBezTo>
                    <a:pt x="14010" y="1627"/>
                    <a:pt x="14044" y="1493"/>
                    <a:pt x="14044" y="1493"/>
                  </a:cubicBezTo>
                  <a:cubicBezTo>
                    <a:pt x="14128" y="501"/>
                    <a:pt x="14102" y="0"/>
                    <a:pt x="140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3" name="Google Shape;453;p4"/>
            <p:cNvSpPr/>
            <p:nvPr/>
          </p:nvSpPr>
          <p:spPr>
            <a:xfrm>
              <a:off x="9719578" y="1544473"/>
              <a:ext cx="415679" cy="246140"/>
            </a:xfrm>
            <a:custGeom>
              <a:avLst/>
              <a:gdLst/>
              <a:ahLst/>
              <a:cxnLst/>
              <a:rect l="l" t="t" r="r" b="b"/>
              <a:pathLst>
                <a:path w="18450" h="10925" extrusionOk="0">
                  <a:moveTo>
                    <a:pt x="6115" y="0"/>
                  </a:moveTo>
                  <a:cubicBezTo>
                    <a:pt x="6078" y="0"/>
                    <a:pt x="6041" y="3"/>
                    <a:pt x="6004" y="9"/>
                  </a:cubicBezTo>
                  <a:lnTo>
                    <a:pt x="5671" y="9"/>
                  </a:lnTo>
                  <a:lnTo>
                    <a:pt x="5371" y="42"/>
                  </a:lnTo>
                  <a:cubicBezTo>
                    <a:pt x="5171" y="109"/>
                    <a:pt x="4937" y="143"/>
                    <a:pt x="4770" y="209"/>
                  </a:cubicBezTo>
                  <a:cubicBezTo>
                    <a:pt x="4603" y="276"/>
                    <a:pt x="4403" y="343"/>
                    <a:pt x="4237" y="443"/>
                  </a:cubicBezTo>
                  <a:cubicBezTo>
                    <a:pt x="4070" y="476"/>
                    <a:pt x="3903" y="610"/>
                    <a:pt x="3736" y="710"/>
                  </a:cubicBezTo>
                  <a:cubicBezTo>
                    <a:pt x="3569" y="810"/>
                    <a:pt x="3436" y="976"/>
                    <a:pt x="3336" y="1110"/>
                  </a:cubicBezTo>
                  <a:cubicBezTo>
                    <a:pt x="3202" y="1210"/>
                    <a:pt x="3069" y="1343"/>
                    <a:pt x="3002" y="1510"/>
                  </a:cubicBezTo>
                  <a:cubicBezTo>
                    <a:pt x="2602" y="2111"/>
                    <a:pt x="2335" y="2678"/>
                    <a:pt x="2068" y="3178"/>
                  </a:cubicBezTo>
                  <a:cubicBezTo>
                    <a:pt x="1835" y="3678"/>
                    <a:pt x="1568" y="4045"/>
                    <a:pt x="1268" y="4346"/>
                  </a:cubicBezTo>
                  <a:cubicBezTo>
                    <a:pt x="1201" y="4379"/>
                    <a:pt x="1168" y="4479"/>
                    <a:pt x="1068" y="4512"/>
                  </a:cubicBezTo>
                  <a:cubicBezTo>
                    <a:pt x="1001" y="4546"/>
                    <a:pt x="934" y="4612"/>
                    <a:pt x="867" y="4646"/>
                  </a:cubicBezTo>
                  <a:cubicBezTo>
                    <a:pt x="734" y="4712"/>
                    <a:pt x="601" y="4779"/>
                    <a:pt x="534" y="4813"/>
                  </a:cubicBezTo>
                  <a:cubicBezTo>
                    <a:pt x="334" y="4879"/>
                    <a:pt x="200" y="4879"/>
                    <a:pt x="200" y="4879"/>
                  </a:cubicBezTo>
                  <a:cubicBezTo>
                    <a:pt x="9" y="4943"/>
                    <a:pt x="1" y="5282"/>
                    <a:pt x="234" y="5282"/>
                  </a:cubicBezTo>
                  <a:cubicBezTo>
                    <a:pt x="244" y="5282"/>
                    <a:pt x="256" y="5281"/>
                    <a:pt x="267" y="5280"/>
                  </a:cubicBezTo>
                  <a:cubicBezTo>
                    <a:pt x="267" y="5280"/>
                    <a:pt x="400" y="5280"/>
                    <a:pt x="667" y="5179"/>
                  </a:cubicBezTo>
                  <a:cubicBezTo>
                    <a:pt x="767" y="5146"/>
                    <a:pt x="901" y="5146"/>
                    <a:pt x="1068" y="5013"/>
                  </a:cubicBezTo>
                  <a:cubicBezTo>
                    <a:pt x="1168" y="4979"/>
                    <a:pt x="1234" y="4879"/>
                    <a:pt x="1334" y="4846"/>
                  </a:cubicBezTo>
                  <a:cubicBezTo>
                    <a:pt x="1401" y="4779"/>
                    <a:pt x="1501" y="4712"/>
                    <a:pt x="1568" y="4646"/>
                  </a:cubicBezTo>
                  <a:cubicBezTo>
                    <a:pt x="1902" y="4346"/>
                    <a:pt x="2202" y="3879"/>
                    <a:pt x="2502" y="3378"/>
                  </a:cubicBezTo>
                  <a:cubicBezTo>
                    <a:pt x="2769" y="2878"/>
                    <a:pt x="3069" y="2311"/>
                    <a:pt x="3436" y="1810"/>
                  </a:cubicBezTo>
                  <a:cubicBezTo>
                    <a:pt x="3536" y="1677"/>
                    <a:pt x="3669" y="1544"/>
                    <a:pt x="3736" y="1443"/>
                  </a:cubicBezTo>
                  <a:cubicBezTo>
                    <a:pt x="3870" y="1343"/>
                    <a:pt x="4003" y="1210"/>
                    <a:pt x="4103" y="1143"/>
                  </a:cubicBezTo>
                  <a:cubicBezTo>
                    <a:pt x="4237" y="1043"/>
                    <a:pt x="4370" y="943"/>
                    <a:pt x="4537" y="876"/>
                  </a:cubicBezTo>
                  <a:cubicBezTo>
                    <a:pt x="4670" y="843"/>
                    <a:pt x="4837" y="776"/>
                    <a:pt x="5004" y="710"/>
                  </a:cubicBezTo>
                  <a:cubicBezTo>
                    <a:pt x="5319" y="615"/>
                    <a:pt x="5641" y="550"/>
                    <a:pt x="5942" y="550"/>
                  </a:cubicBezTo>
                  <a:cubicBezTo>
                    <a:pt x="6280" y="550"/>
                    <a:pt x="6592" y="632"/>
                    <a:pt x="6838" y="843"/>
                  </a:cubicBezTo>
                  <a:cubicBezTo>
                    <a:pt x="7072" y="1043"/>
                    <a:pt x="7239" y="1343"/>
                    <a:pt x="7405" y="1644"/>
                  </a:cubicBezTo>
                  <a:cubicBezTo>
                    <a:pt x="7572" y="1944"/>
                    <a:pt x="7706" y="2277"/>
                    <a:pt x="7872" y="2611"/>
                  </a:cubicBezTo>
                  <a:cubicBezTo>
                    <a:pt x="8206" y="3211"/>
                    <a:pt x="8573" y="3945"/>
                    <a:pt x="9173" y="4379"/>
                  </a:cubicBezTo>
                  <a:cubicBezTo>
                    <a:pt x="9407" y="4646"/>
                    <a:pt x="9774" y="4813"/>
                    <a:pt x="10174" y="4946"/>
                  </a:cubicBezTo>
                  <a:cubicBezTo>
                    <a:pt x="10443" y="4995"/>
                    <a:pt x="10729" y="5026"/>
                    <a:pt x="11034" y="5026"/>
                  </a:cubicBezTo>
                  <a:cubicBezTo>
                    <a:pt x="11145" y="5026"/>
                    <a:pt x="11259" y="5022"/>
                    <a:pt x="11375" y="5013"/>
                  </a:cubicBezTo>
                  <a:cubicBezTo>
                    <a:pt x="12176" y="4946"/>
                    <a:pt x="12909" y="4612"/>
                    <a:pt x="13543" y="4546"/>
                  </a:cubicBezTo>
                  <a:cubicBezTo>
                    <a:pt x="13877" y="4546"/>
                    <a:pt x="14110" y="4646"/>
                    <a:pt x="14344" y="4846"/>
                  </a:cubicBezTo>
                  <a:cubicBezTo>
                    <a:pt x="14577" y="5046"/>
                    <a:pt x="14744" y="5346"/>
                    <a:pt x="14877" y="5680"/>
                  </a:cubicBezTo>
                  <a:cubicBezTo>
                    <a:pt x="15011" y="6013"/>
                    <a:pt x="15111" y="6347"/>
                    <a:pt x="15211" y="6681"/>
                  </a:cubicBezTo>
                  <a:cubicBezTo>
                    <a:pt x="15278" y="6981"/>
                    <a:pt x="15344" y="7314"/>
                    <a:pt x="15378" y="7648"/>
                  </a:cubicBezTo>
                  <a:cubicBezTo>
                    <a:pt x="15445" y="8315"/>
                    <a:pt x="15545" y="8949"/>
                    <a:pt x="15745" y="9516"/>
                  </a:cubicBezTo>
                  <a:cubicBezTo>
                    <a:pt x="15912" y="10083"/>
                    <a:pt x="16245" y="10617"/>
                    <a:pt x="16745" y="10817"/>
                  </a:cubicBezTo>
                  <a:cubicBezTo>
                    <a:pt x="16950" y="10899"/>
                    <a:pt x="17132" y="10925"/>
                    <a:pt x="17294" y="10925"/>
                  </a:cubicBezTo>
                  <a:cubicBezTo>
                    <a:pt x="17529" y="10925"/>
                    <a:pt x="17722" y="10870"/>
                    <a:pt x="17880" y="10850"/>
                  </a:cubicBezTo>
                  <a:lnTo>
                    <a:pt x="18247" y="10717"/>
                  </a:lnTo>
                  <a:cubicBezTo>
                    <a:pt x="18449" y="10641"/>
                    <a:pt x="18421" y="10449"/>
                    <a:pt x="18279" y="10449"/>
                  </a:cubicBezTo>
                  <a:cubicBezTo>
                    <a:pt x="18234" y="10449"/>
                    <a:pt x="18177" y="10469"/>
                    <a:pt x="18113" y="10517"/>
                  </a:cubicBezTo>
                  <a:cubicBezTo>
                    <a:pt x="18113" y="10517"/>
                    <a:pt x="18013" y="10550"/>
                    <a:pt x="17780" y="10617"/>
                  </a:cubicBezTo>
                  <a:cubicBezTo>
                    <a:pt x="17690" y="10632"/>
                    <a:pt x="17581" y="10647"/>
                    <a:pt x="17457" y="10647"/>
                  </a:cubicBezTo>
                  <a:cubicBezTo>
                    <a:pt x="17304" y="10647"/>
                    <a:pt x="17130" y="10624"/>
                    <a:pt x="16946" y="10550"/>
                  </a:cubicBezTo>
                  <a:cubicBezTo>
                    <a:pt x="16612" y="10450"/>
                    <a:pt x="16379" y="10016"/>
                    <a:pt x="16212" y="9516"/>
                  </a:cubicBezTo>
                  <a:cubicBezTo>
                    <a:pt x="16045" y="9016"/>
                    <a:pt x="16012" y="8382"/>
                    <a:pt x="15912" y="7715"/>
                  </a:cubicBezTo>
                  <a:cubicBezTo>
                    <a:pt x="15878" y="7381"/>
                    <a:pt x="15845" y="7014"/>
                    <a:pt x="15745" y="6647"/>
                  </a:cubicBezTo>
                  <a:cubicBezTo>
                    <a:pt x="15678" y="6280"/>
                    <a:pt x="15578" y="5947"/>
                    <a:pt x="15411" y="5546"/>
                  </a:cubicBezTo>
                  <a:cubicBezTo>
                    <a:pt x="15278" y="5213"/>
                    <a:pt x="15078" y="4846"/>
                    <a:pt x="14777" y="4512"/>
                  </a:cubicBezTo>
                  <a:cubicBezTo>
                    <a:pt x="14611" y="4379"/>
                    <a:pt x="14410" y="4212"/>
                    <a:pt x="14210" y="4145"/>
                  </a:cubicBezTo>
                  <a:cubicBezTo>
                    <a:pt x="14010" y="4045"/>
                    <a:pt x="13743" y="4012"/>
                    <a:pt x="13543" y="4012"/>
                  </a:cubicBezTo>
                  <a:cubicBezTo>
                    <a:pt x="13110" y="4012"/>
                    <a:pt x="12743" y="4145"/>
                    <a:pt x="12376" y="4212"/>
                  </a:cubicBezTo>
                  <a:cubicBezTo>
                    <a:pt x="12009" y="4312"/>
                    <a:pt x="11675" y="4379"/>
                    <a:pt x="11342" y="4446"/>
                  </a:cubicBezTo>
                  <a:cubicBezTo>
                    <a:pt x="11260" y="4454"/>
                    <a:pt x="11179" y="4458"/>
                    <a:pt x="11099" y="4458"/>
                  </a:cubicBezTo>
                  <a:cubicBezTo>
                    <a:pt x="10549" y="4458"/>
                    <a:pt x="10023" y="4265"/>
                    <a:pt x="9674" y="3945"/>
                  </a:cubicBezTo>
                  <a:cubicBezTo>
                    <a:pt x="9207" y="3545"/>
                    <a:pt x="8873" y="2978"/>
                    <a:pt x="8540" y="2344"/>
                  </a:cubicBezTo>
                  <a:cubicBezTo>
                    <a:pt x="8373" y="2011"/>
                    <a:pt x="8239" y="1677"/>
                    <a:pt x="8039" y="1343"/>
                  </a:cubicBezTo>
                  <a:cubicBezTo>
                    <a:pt x="7839" y="1010"/>
                    <a:pt x="7606" y="676"/>
                    <a:pt x="7239" y="376"/>
                  </a:cubicBezTo>
                  <a:cubicBezTo>
                    <a:pt x="7172" y="343"/>
                    <a:pt x="7072" y="276"/>
                    <a:pt x="6938" y="209"/>
                  </a:cubicBezTo>
                  <a:cubicBezTo>
                    <a:pt x="6872" y="176"/>
                    <a:pt x="6772" y="143"/>
                    <a:pt x="6672" y="109"/>
                  </a:cubicBezTo>
                  <a:cubicBezTo>
                    <a:pt x="6454" y="55"/>
                    <a:pt x="6280" y="0"/>
                    <a:pt x="61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4" name="Google Shape;454;p4"/>
            <p:cNvSpPr/>
            <p:nvPr/>
          </p:nvSpPr>
          <p:spPr>
            <a:xfrm>
              <a:off x="10093846" y="1486504"/>
              <a:ext cx="370483" cy="268670"/>
            </a:xfrm>
            <a:custGeom>
              <a:avLst/>
              <a:gdLst/>
              <a:ahLst/>
              <a:cxnLst/>
              <a:rect l="l" t="t" r="r" b="b"/>
              <a:pathLst>
                <a:path w="16444" h="11925" extrusionOk="0">
                  <a:moveTo>
                    <a:pt x="5749" y="1"/>
                  </a:moveTo>
                  <a:cubicBezTo>
                    <a:pt x="5525" y="1"/>
                    <a:pt x="5304" y="29"/>
                    <a:pt x="5104" y="47"/>
                  </a:cubicBezTo>
                  <a:cubicBezTo>
                    <a:pt x="4904" y="80"/>
                    <a:pt x="4670" y="114"/>
                    <a:pt x="4503" y="147"/>
                  </a:cubicBezTo>
                  <a:cubicBezTo>
                    <a:pt x="4336" y="214"/>
                    <a:pt x="4136" y="314"/>
                    <a:pt x="3970" y="414"/>
                  </a:cubicBezTo>
                  <a:cubicBezTo>
                    <a:pt x="3269" y="848"/>
                    <a:pt x="2902" y="1548"/>
                    <a:pt x="2635" y="2115"/>
                  </a:cubicBezTo>
                  <a:cubicBezTo>
                    <a:pt x="2402" y="2716"/>
                    <a:pt x="2235" y="3283"/>
                    <a:pt x="2001" y="3783"/>
                  </a:cubicBezTo>
                  <a:cubicBezTo>
                    <a:pt x="1801" y="4283"/>
                    <a:pt x="1601" y="4717"/>
                    <a:pt x="1334" y="4950"/>
                  </a:cubicBezTo>
                  <a:cubicBezTo>
                    <a:pt x="1101" y="5217"/>
                    <a:pt x="834" y="5284"/>
                    <a:pt x="634" y="5317"/>
                  </a:cubicBezTo>
                  <a:lnTo>
                    <a:pt x="334" y="5317"/>
                  </a:lnTo>
                  <a:cubicBezTo>
                    <a:pt x="100" y="5317"/>
                    <a:pt x="0" y="5651"/>
                    <a:pt x="300" y="5718"/>
                  </a:cubicBezTo>
                  <a:lnTo>
                    <a:pt x="667" y="5718"/>
                  </a:lnTo>
                  <a:cubicBezTo>
                    <a:pt x="934" y="5718"/>
                    <a:pt x="1301" y="5618"/>
                    <a:pt x="1635" y="5284"/>
                  </a:cubicBezTo>
                  <a:cubicBezTo>
                    <a:pt x="2302" y="4650"/>
                    <a:pt x="2602" y="3483"/>
                    <a:pt x="3102" y="2382"/>
                  </a:cubicBezTo>
                  <a:cubicBezTo>
                    <a:pt x="3336" y="1782"/>
                    <a:pt x="3669" y="1248"/>
                    <a:pt x="4236" y="948"/>
                  </a:cubicBezTo>
                  <a:cubicBezTo>
                    <a:pt x="4336" y="881"/>
                    <a:pt x="4470" y="848"/>
                    <a:pt x="4637" y="781"/>
                  </a:cubicBezTo>
                  <a:cubicBezTo>
                    <a:pt x="4770" y="747"/>
                    <a:pt x="4937" y="747"/>
                    <a:pt x="5104" y="714"/>
                  </a:cubicBezTo>
                  <a:cubicBezTo>
                    <a:pt x="5437" y="714"/>
                    <a:pt x="5737" y="714"/>
                    <a:pt x="6004" y="781"/>
                  </a:cubicBezTo>
                  <a:cubicBezTo>
                    <a:pt x="6571" y="948"/>
                    <a:pt x="6972" y="1448"/>
                    <a:pt x="7272" y="2048"/>
                  </a:cubicBezTo>
                  <a:cubicBezTo>
                    <a:pt x="7572" y="2615"/>
                    <a:pt x="7806" y="3249"/>
                    <a:pt x="8106" y="3816"/>
                  </a:cubicBezTo>
                  <a:cubicBezTo>
                    <a:pt x="8239" y="4083"/>
                    <a:pt x="8439" y="4383"/>
                    <a:pt x="8506" y="4483"/>
                  </a:cubicBezTo>
                  <a:lnTo>
                    <a:pt x="8506" y="4450"/>
                  </a:lnTo>
                  <a:cubicBezTo>
                    <a:pt x="8640" y="4584"/>
                    <a:pt x="8740" y="4750"/>
                    <a:pt x="8840" y="4884"/>
                  </a:cubicBezTo>
                  <a:cubicBezTo>
                    <a:pt x="8973" y="4984"/>
                    <a:pt x="9107" y="5117"/>
                    <a:pt x="9273" y="5251"/>
                  </a:cubicBezTo>
                  <a:cubicBezTo>
                    <a:pt x="9574" y="5451"/>
                    <a:pt x="9940" y="5618"/>
                    <a:pt x="10307" y="5718"/>
                  </a:cubicBezTo>
                  <a:cubicBezTo>
                    <a:pt x="11075" y="5884"/>
                    <a:pt x="11775" y="5784"/>
                    <a:pt x="12342" y="5918"/>
                  </a:cubicBezTo>
                  <a:cubicBezTo>
                    <a:pt x="12642" y="5985"/>
                    <a:pt x="12909" y="6118"/>
                    <a:pt x="13109" y="6285"/>
                  </a:cubicBezTo>
                  <a:cubicBezTo>
                    <a:pt x="13310" y="6485"/>
                    <a:pt x="13510" y="6752"/>
                    <a:pt x="13643" y="6985"/>
                  </a:cubicBezTo>
                  <a:cubicBezTo>
                    <a:pt x="13943" y="7519"/>
                    <a:pt x="14010" y="8086"/>
                    <a:pt x="14010" y="8653"/>
                  </a:cubicBezTo>
                  <a:cubicBezTo>
                    <a:pt x="14010" y="9254"/>
                    <a:pt x="13943" y="9854"/>
                    <a:pt x="14110" y="10388"/>
                  </a:cubicBezTo>
                  <a:cubicBezTo>
                    <a:pt x="14143" y="10521"/>
                    <a:pt x="14244" y="10621"/>
                    <a:pt x="14277" y="10755"/>
                  </a:cubicBezTo>
                  <a:cubicBezTo>
                    <a:pt x="14310" y="10888"/>
                    <a:pt x="14410" y="10988"/>
                    <a:pt x="14477" y="11088"/>
                  </a:cubicBezTo>
                  <a:cubicBezTo>
                    <a:pt x="14644" y="11255"/>
                    <a:pt x="14811" y="11422"/>
                    <a:pt x="14977" y="11522"/>
                  </a:cubicBezTo>
                  <a:cubicBezTo>
                    <a:pt x="15144" y="11589"/>
                    <a:pt x="15311" y="11689"/>
                    <a:pt x="15444" y="11722"/>
                  </a:cubicBezTo>
                  <a:cubicBezTo>
                    <a:pt x="15611" y="11755"/>
                    <a:pt x="15745" y="11822"/>
                    <a:pt x="15811" y="11822"/>
                  </a:cubicBezTo>
                  <a:cubicBezTo>
                    <a:pt x="15978" y="11889"/>
                    <a:pt x="16112" y="11922"/>
                    <a:pt x="16112" y="11922"/>
                  </a:cubicBezTo>
                  <a:cubicBezTo>
                    <a:pt x="16129" y="11924"/>
                    <a:pt x="16145" y="11925"/>
                    <a:pt x="16161" y="11925"/>
                  </a:cubicBezTo>
                  <a:cubicBezTo>
                    <a:pt x="16415" y="11925"/>
                    <a:pt x="16443" y="11679"/>
                    <a:pt x="16412" y="11522"/>
                  </a:cubicBezTo>
                  <a:cubicBezTo>
                    <a:pt x="16412" y="11522"/>
                    <a:pt x="16278" y="11455"/>
                    <a:pt x="16112" y="11422"/>
                  </a:cubicBezTo>
                  <a:cubicBezTo>
                    <a:pt x="15978" y="11388"/>
                    <a:pt x="15911" y="11322"/>
                    <a:pt x="15778" y="11288"/>
                  </a:cubicBezTo>
                  <a:cubicBezTo>
                    <a:pt x="15645" y="11255"/>
                    <a:pt x="15478" y="11188"/>
                    <a:pt x="15344" y="11088"/>
                  </a:cubicBezTo>
                  <a:cubicBezTo>
                    <a:pt x="15078" y="10921"/>
                    <a:pt x="14777" y="10621"/>
                    <a:pt x="14677" y="10221"/>
                  </a:cubicBezTo>
                  <a:cubicBezTo>
                    <a:pt x="14611" y="9787"/>
                    <a:pt x="14644" y="9254"/>
                    <a:pt x="14677" y="8686"/>
                  </a:cubicBezTo>
                  <a:cubicBezTo>
                    <a:pt x="14677" y="8053"/>
                    <a:pt x="14644" y="7352"/>
                    <a:pt x="14310" y="6718"/>
                  </a:cubicBezTo>
                  <a:cubicBezTo>
                    <a:pt x="14177" y="6418"/>
                    <a:pt x="13977" y="6118"/>
                    <a:pt x="13676" y="5851"/>
                  </a:cubicBezTo>
                  <a:cubicBezTo>
                    <a:pt x="13410" y="5584"/>
                    <a:pt x="13009" y="5384"/>
                    <a:pt x="12642" y="5284"/>
                  </a:cubicBezTo>
                  <a:cubicBezTo>
                    <a:pt x="11909" y="5117"/>
                    <a:pt x="11175" y="5151"/>
                    <a:pt x="10608" y="5051"/>
                  </a:cubicBezTo>
                  <a:cubicBezTo>
                    <a:pt x="10007" y="4884"/>
                    <a:pt x="9574" y="4550"/>
                    <a:pt x="9273" y="4050"/>
                  </a:cubicBezTo>
                  <a:lnTo>
                    <a:pt x="9273" y="4016"/>
                  </a:lnTo>
                  <a:cubicBezTo>
                    <a:pt x="9173" y="3883"/>
                    <a:pt x="9006" y="3683"/>
                    <a:pt x="8906" y="3416"/>
                  </a:cubicBezTo>
                  <a:cubicBezTo>
                    <a:pt x="8606" y="2882"/>
                    <a:pt x="8339" y="2249"/>
                    <a:pt x="8006" y="1615"/>
                  </a:cubicBezTo>
                  <a:cubicBezTo>
                    <a:pt x="7839" y="1348"/>
                    <a:pt x="7639" y="1014"/>
                    <a:pt x="7339" y="714"/>
                  </a:cubicBezTo>
                  <a:cubicBezTo>
                    <a:pt x="7239" y="581"/>
                    <a:pt x="7072" y="447"/>
                    <a:pt x="6905" y="347"/>
                  </a:cubicBezTo>
                  <a:cubicBezTo>
                    <a:pt x="6671" y="214"/>
                    <a:pt x="6505" y="114"/>
                    <a:pt x="6305" y="80"/>
                  </a:cubicBezTo>
                  <a:cubicBezTo>
                    <a:pt x="6123" y="20"/>
                    <a:pt x="5935" y="1"/>
                    <a:pt x="57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5" name="Google Shape;455;p4"/>
            <p:cNvSpPr/>
            <p:nvPr/>
          </p:nvSpPr>
          <p:spPr>
            <a:xfrm>
              <a:off x="10471359" y="2438126"/>
              <a:ext cx="393757" cy="235619"/>
            </a:xfrm>
            <a:custGeom>
              <a:avLst/>
              <a:gdLst/>
              <a:ahLst/>
              <a:cxnLst/>
              <a:rect l="l" t="t" r="r" b="b"/>
              <a:pathLst>
                <a:path w="17477" h="10458" extrusionOk="0">
                  <a:moveTo>
                    <a:pt x="5787" y="1"/>
                  </a:moveTo>
                  <a:cubicBezTo>
                    <a:pt x="5647" y="1"/>
                    <a:pt x="5509" y="20"/>
                    <a:pt x="5393" y="39"/>
                  </a:cubicBezTo>
                  <a:cubicBezTo>
                    <a:pt x="5126" y="73"/>
                    <a:pt x="4960" y="173"/>
                    <a:pt x="4793" y="306"/>
                  </a:cubicBezTo>
                  <a:cubicBezTo>
                    <a:pt x="4526" y="506"/>
                    <a:pt x="4226" y="740"/>
                    <a:pt x="3959" y="1007"/>
                  </a:cubicBezTo>
                  <a:lnTo>
                    <a:pt x="3592" y="1373"/>
                  </a:lnTo>
                  <a:cubicBezTo>
                    <a:pt x="3459" y="1507"/>
                    <a:pt x="3392" y="1674"/>
                    <a:pt x="3292" y="1840"/>
                  </a:cubicBezTo>
                  <a:cubicBezTo>
                    <a:pt x="3192" y="2141"/>
                    <a:pt x="3058" y="2474"/>
                    <a:pt x="2925" y="2741"/>
                  </a:cubicBezTo>
                  <a:cubicBezTo>
                    <a:pt x="2725" y="3342"/>
                    <a:pt x="2525" y="3909"/>
                    <a:pt x="2258" y="4342"/>
                  </a:cubicBezTo>
                  <a:cubicBezTo>
                    <a:pt x="2124" y="4576"/>
                    <a:pt x="2024" y="4743"/>
                    <a:pt x="1857" y="4876"/>
                  </a:cubicBezTo>
                  <a:cubicBezTo>
                    <a:pt x="1691" y="5009"/>
                    <a:pt x="1557" y="5076"/>
                    <a:pt x="1390" y="5076"/>
                  </a:cubicBezTo>
                  <a:cubicBezTo>
                    <a:pt x="1090" y="5076"/>
                    <a:pt x="790" y="4909"/>
                    <a:pt x="623" y="4843"/>
                  </a:cubicBezTo>
                  <a:cubicBezTo>
                    <a:pt x="456" y="4743"/>
                    <a:pt x="390" y="4676"/>
                    <a:pt x="390" y="4676"/>
                  </a:cubicBezTo>
                  <a:cubicBezTo>
                    <a:pt x="358" y="4651"/>
                    <a:pt x="323" y="4640"/>
                    <a:pt x="288" y="4640"/>
                  </a:cubicBezTo>
                  <a:cubicBezTo>
                    <a:pt x="140" y="4640"/>
                    <a:pt x="0" y="4841"/>
                    <a:pt x="190" y="4976"/>
                  </a:cubicBezTo>
                  <a:cubicBezTo>
                    <a:pt x="190" y="4976"/>
                    <a:pt x="256" y="5043"/>
                    <a:pt x="456" y="5176"/>
                  </a:cubicBezTo>
                  <a:cubicBezTo>
                    <a:pt x="690" y="5310"/>
                    <a:pt x="957" y="5510"/>
                    <a:pt x="1457" y="5510"/>
                  </a:cubicBezTo>
                  <a:cubicBezTo>
                    <a:pt x="1691" y="5510"/>
                    <a:pt x="1957" y="5410"/>
                    <a:pt x="2191" y="5243"/>
                  </a:cubicBezTo>
                  <a:cubicBezTo>
                    <a:pt x="2391" y="5076"/>
                    <a:pt x="2558" y="4876"/>
                    <a:pt x="2725" y="4642"/>
                  </a:cubicBezTo>
                  <a:cubicBezTo>
                    <a:pt x="3025" y="4142"/>
                    <a:pt x="3225" y="3575"/>
                    <a:pt x="3459" y="3008"/>
                  </a:cubicBezTo>
                  <a:cubicBezTo>
                    <a:pt x="3592" y="2708"/>
                    <a:pt x="3725" y="2408"/>
                    <a:pt x="3892" y="2174"/>
                  </a:cubicBezTo>
                  <a:cubicBezTo>
                    <a:pt x="3959" y="2041"/>
                    <a:pt x="4059" y="1874"/>
                    <a:pt x="4126" y="1807"/>
                  </a:cubicBezTo>
                  <a:cubicBezTo>
                    <a:pt x="4259" y="1707"/>
                    <a:pt x="4359" y="1574"/>
                    <a:pt x="4459" y="1474"/>
                  </a:cubicBezTo>
                  <a:cubicBezTo>
                    <a:pt x="4726" y="1240"/>
                    <a:pt x="4960" y="1040"/>
                    <a:pt x="5226" y="873"/>
                  </a:cubicBezTo>
                  <a:cubicBezTo>
                    <a:pt x="5449" y="749"/>
                    <a:pt x="5635" y="681"/>
                    <a:pt x="5798" y="681"/>
                  </a:cubicBezTo>
                  <a:cubicBezTo>
                    <a:pt x="5855" y="681"/>
                    <a:pt x="5909" y="689"/>
                    <a:pt x="5960" y="706"/>
                  </a:cubicBezTo>
                  <a:cubicBezTo>
                    <a:pt x="6194" y="740"/>
                    <a:pt x="6394" y="1007"/>
                    <a:pt x="6561" y="1240"/>
                  </a:cubicBezTo>
                  <a:cubicBezTo>
                    <a:pt x="6728" y="1507"/>
                    <a:pt x="6861" y="1840"/>
                    <a:pt x="6961" y="2141"/>
                  </a:cubicBezTo>
                  <a:cubicBezTo>
                    <a:pt x="7261" y="2741"/>
                    <a:pt x="7461" y="3375"/>
                    <a:pt x="7795" y="3975"/>
                  </a:cubicBezTo>
                  <a:cubicBezTo>
                    <a:pt x="7962" y="4242"/>
                    <a:pt x="8229" y="4542"/>
                    <a:pt x="8462" y="4809"/>
                  </a:cubicBezTo>
                  <a:cubicBezTo>
                    <a:pt x="8729" y="5043"/>
                    <a:pt x="9096" y="5243"/>
                    <a:pt x="9530" y="5343"/>
                  </a:cubicBezTo>
                  <a:cubicBezTo>
                    <a:pt x="9643" y="5364"/>
                    <a:pt x="9760" y="5372"/>
                    <a:pt x="9877" y="5372"/>
                  </a:cubicBezTo>
                  <a:cubicBezTo>
                    <a:pt x="10138" y="5372"/>
                    <a:pt x="10400" y="5333"/>
                    <a:pt x="10630" y="5310"/>
                  </a:cubicBezTo>
                  <a:cubicBezTo>
                    <a:pt x="10813" y="5273"/>
                    <a:pt x="10986" y="5246"/>
                    <a:pt x="11149" y="5246"/>
                  </a:cubicBezTo>
                  <a:cubicBezTo>
                    <a:pt x="11283" y="5246"/>
                    <a:pt x="11410" y="5264"/>
                    <a:pt x="11531" y="5310"/>
                  </a:cubicBezTo>
                  <a:cubicBezTo>
                    <a:pt x="12065" y="5476"/>
                    <a:pt x="12465" y="6010"/>
                    <a:pt x="12765" y="6577"/>
                  </a:cubicBezTo>
                  <a:lnTo>
                    <a:pt x="12799" y="6711"/>
                  </a:lnTo>
                  <a:lnTo>
                    <a:pt x="12799" y="6744"/>
                  </a:lnTo>
                  <a:lnTo>
                    <a:pt x="12865" y="6811"/>
                  </a:lnTo>
                  <a:lnTo>
                    <a:pt x="12899" y="6844"/>
                  </a:lnTo>
                  <a:cubicBezTo>
                    <a:pt x="12932" y="6911"/>
                    <a:pt x="12965" y="6977"/>
                    <a:pt x="13032" y="7044"/>
                  </a:cubicBezTo>
                  <a:cubicBezTo>
                    <a:pt x="13099" y="7178"/>
                    <a:pt x="13199" y="7344"/>
                    <a:pt x="13266" y="7478"/>
                  </a:cubicBezTo>
                  <a:cubicBezTo>
                    <a:pt x="13432" y="7745"/>
                    <a:pt x="13566" y="8045"/>
                    <a:pt x="13733" y="8345"/>
                  </a:cubicBezTo>
                  <a:cubicBezTo>
                    <a:pt x="14066" y="8879"/>
                    <a:pt x="14366" y="9413"/>
                    <a:pt x="14767" y="9846"/>
                  </a:cubicBezTo>
                  <a:cubicBezTo>
                    <a:pt x="14933" y="10046"/>
                    <a:pt x="15200" y="10213"/>
                    <a:pt x="15434" y="10347"/>
                  </a:cubicBezTo>
                  <a:cubicBezTo>
                    <a:pt x="15590" y="10425"/>
                    <a:pt x="15735" y="10457"/>
                    <a:pt x="15882" y="10457"/>
                  </a:cubicBezTo>
                  <a:cubicBezTo>
                    <a:pt x="15986" y="10457"/>
                    <a:pt x="16090" y="10441"/>
                    <a:pt x="16201" y="10413"/>
                  </a:cubicBezTo>
                  <a:cubicBezTo>
                    <a:pt x="16668" y="10313"/>
                    <a:pt x="16901" y="10046"/>
                    <a:pt x="17068" y="9880"/>
                  </a:cubicBezTo>
                  <a:lnTo>
                    <a:pt x="17335" y="9646"/>
                  </a:lnTo>
                  <a:cubicBezTo>
                    <a:pt x="17477" y="9448"/>
                    <a:pt x="17306" y="9298"/>
                    <a:pt x="17067" y="9298"/>
                  </a:cubicBezTo>
                  <a:cubicBezTo>
                    <a:pt x="17025" y="9298"/>
                    <a:pt x="16980" y="9302"/>
                    <a:pt x="16935" y="9313"/>
                  </a:cubicBezTo>
                  <a:cubicBezTo>
                    <a:pt x="16935" y="9313"/>
                    <a:pt x="16901" y="9413"/>
                    <a:pt x="16735" y="9546"/>
                  </a:cubicBezTo>
                  <a:cubicBezTo>
                    <a:pt x="16568" y="9679"/>
                    <a:pt x="16368" y="9880"/>
                    <a:pt x="16034" y="9980"/>
                  </a:cubicBezTo>
                  <a:cubicBezTo>
                    <a:pt x="15991" y="9989"/>
                    <a:pt x="15946" y="9994"/>
                    <a:pt x="15900" y="9994"/>
                  </a:cubicBezTo>
                  <a:cubicBezTo>
                    <a:pt x="15629" y="9994"/>
                    <a:pt x="15319" y="9827"/>
                    <a:pt x="15033" y="9513"/>
                  </a:cubicBezTo>
                  <a:cubicBezTo>
                    <a:pt x="14733" y="9146"/>
                    <a:pt x="14433" y="8645"/>
                    <a:pt x="14133" y="8078"/>
                  </a:cubicBezTo>
                  <a:cubicBezTo>
                    <a:pt x="14033" y="7811"/>
                    <a:pt x="13866" y="7511"/>
                    <a:pt x="13733" y="7211"/>
                  </a:cubicBezTo>
                  <a:cubicBezTo>
                    <a:pt x="13632" y="7044"/>
                    <a:pt x="13566" y="6911"/>
                    <a:pt x="13466" y="6744"/>
                  </a:cubicBezTo>
                  <a:lnTo>
                    <a:pt x="13366" y="6510"/>
                  </a:lnTo>
                  <a:lnTo>
                    <a:pt x="13299" y="6477"/>
                  </a:lnTo>
                  <a:lnTo>
                    <a:pt x="13299" y="6410"/>
                  </a:lnTo>
                  <a:lnTo>
                    <a:pt x="13232" y="6310"/>
                  </a:lnTo>
                  <a:cubicBezTo>
                    <a:pt x="13132" y="6177"/>
                    <a:pt x="13065" y="6010"/>
                    <a:pt x="12965" y="5843"/>
                  </a:cubicBezTo>
                  <a:cubicBezTo>
                    <a:pt x="12865" y="5677"/>
                    <a:pt x="12765" y="5543"/>
                    <a:pt x="12632" y="5376"/>
                  </a:cubicBezTo>
                  <a:cubicBezTo>
                    <a:pt x="12432" y="5076"/>
                    <a:pt x="12098" y="4809"/>
                    <a:pt x="11698" y="4676"/>
                  </a:cubicBezTo>
                  <a:cubicBezTo>
                    <a:pt x="11481" y="4609"/>
                    <a:pt x="11272" y="4584"/>
                    <a:pt x="11076" y="4584"/>
                  </a:cubicBezTo>
                  <a:cubicBezTo>
                    <a:pt x="10880" y="4584"/>
                    <a:pt x="10697" y="4609"/>
                    <a:pt x="10530" y="4642"/>
                  </a:cubicBezTo>
                  <a:cubicBezTo>
                    <a:pt x="10330" y="4659"/>
                    <a:pt x="10163" y="4668"/>
                    <a:pt x="10013" y="4668"/>
                  </a:cubicBezTo>
                  <a:cubicBezTo>
                    <a:pt x="9863" y="4668"/>
                    <a:pt x="9730" y="4659"/>
                    <a:pt x="9596" y="4642"/>
                  </a:cubicBezTo>
                  <a:cubicBezTo>
                    <a:pt x="9296" y="4542"/>
                    <a:pt x="9096" y="4409"/>
                    <a:pt x="8896" y="4209"/>
                  </a:cubicBezTo>
                  <a:cubicBezTo>
                    <a:pt x="8629" y="4009"/>
                    <a:pt x="8462" y="3809"/>
                    <a:pt x="8362" y="3542"/>
                  </a:cubicBezTo>
                  <a:cubicBezTo>
                    <a:pt x="8062" y="3075"/>
                    <a:pt x="7862" y="2474"/>
                    <a:pt x="7561" y="1840"/>
                  </a:cubicBezTo>
                  <a:cubicBezTo>
                    <a:pt x="7395" y="1540"/>
                    <a:pt x="7261" y="1207"/>
                    <a:pt x="7061" y="873"/>
                  </a:cubicBezTo>
                  <a:cubicBezTo>
                    <a:pt x="6861" y="540"/>
                    <a:pt x="6561" y="206"/>
                    <a:pt x="6094" y="39"/>
                  </a:cubicBezTo>
                  <a:cubicBezTo>
                    <a:pt x="5995" y="11"/>
                    <a:pt x="5890" y="1"/>
                    <a:pt x="57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6" name="Google Shape;456;p4"/>
            <p:cNvSpPr/>
            <p:nvPr/>
          </p:nvSpPr>
          <p:spPr>
            <a:xfrm>
              <a:off x="10444075" y="3010163"/>
              <a:ext cx="411848" cy="198422"/>
            </a:xfrm>
            <a:custGeom>
              <a:avLst/>
              <a:gdLst/>
              <a:ahLst/>
              <a:cxnLst/>
              <a:rect l="l" t="t" r="r" b="b"/>
              <a:pathLst>
                <a:path w="18280" h="8807" extrusionOk="0">
                  <a:moveTo>
                    <a:pt x="5403" y="1"/>
                  </a:moveTo>
                  <a:cubicBezTo>
                    <a:pt x="4970" y="1"/>
                    <a:pt x="4603" y="34"/>
                    <a:pt x="4269" y="167"/>
                  </a:cubicBezTo>
                  <a:cubicBezTo>
                    <a:pt x="4102" y="201"/>
                    <a:pt x="3936" y="301"/>
                    <a:pt x="3769" y="368"/>
                  </a:cubicBezTo>
                  <a:cubicBezTo>
                    <a:pt x="3635" y="501"/>
                    <a:pt x="3469" y="634"/>
                    <a:pt x="3369" y="735"/>
                  </a:cubicBezTo>
                  <a:cubicBezTo>
                    <a:pt x="3102" y="1035"/>
                    <a:pt x="2935" y="1335"/>
                    <a:pt x="2802" y="1635"/>
                  </a:cubicBezTo>
                  <a:cubicBezTo>
                    <a:pt x="2568" y="2236"/>
                    <a:pt x="2435" y="2803"/>
                    <a:pt x="2234" y="3203"/>
                  </a:cubicBezTo>
                  <a:cubicBezTo>
                    <a:pt x="2034" y="3670"/>
                    <a:pt x="1734" y="3903"/>
                    <a:pt x="1434" y="3970"/>
                  </a:cubicBezTo>
                  <a:cubicBezTo>
                    <a:pt x="1344" y="3979"/>
                    <a:pt x="1262" y="3983"/>
                    <a:pt x="1185" y="3983"/>
                  </a:cubicBezTo>
                  <a:cubicBezTo>
                    <a:pt x="975" y="3983"/>
                    <a:pt x="804" y="3952"/>
                    <a:pt x="633" y="3903"/>
                  </a:cubicBezTo>
                  <a:cubicBezTo>
                    <a:pt x="433" y="3870"/>
                    <a:pt x="366" y="3837"/>
                    <a:pt x="366" y="3837"/>
                  </a:cubicBezTo>
                  <a:cubicBezTo>
                    <a:pt x="337" y="3824"/>
                    <a:pt x="308" y="3818"/>
                    <a:pt x="281" y="3818"/>
                  </a:cubicBezTo>
                  <a:cubicBezTo>
                    <a:pt x="97" y="3818"/>
                    <a:pt x="0" y="4083"/>
                    <a:pt x="233" y="4170"/>
                  </a:cubicBezTo>
                  <a:cubicBezTo>
                    <a:pt x="233" y="4170"/>
                    <a:pt x="366" y="4237"/>
                    <a:pt x="567" y="4304"/>
                  </a:cubicBezTo>
                  <a:cubicBezTo>
                    <a:pt x="728" y="4331"/>
                    <a:pt x="956" y="4380"/>
                    <a:pt x="1284" y="4380"/>
                  </a:cubicBezTo>
                  <a:cubicBezTo>
                    <a:pt x="1362" y="4380"/>
                    <a:pt x="1445" y="4377"/>
                    <a:pt x="1534" y="4370"/>
                  </a:cubicBezTo>
                  <a:cubicBezTo>
                    <a:pt x="1734" y="4370"/>
                    <a:pt x="1968" y="4237"/>
                    <a:pt x="2201" y="4070"/>
                  </a:cubicBezTo>
                  <a:cubicBezTo>
                    <a:pt x="2401" y="3903"/>
                    <a:pt x="2568" y="3703"/>
                    <a:pt x="2701" y="3470"/>
                  </a:cubicBezTo>
                  <a:cubicBezTo>
                    <a:pt x="2935" y="3003"/>
                    <a:pt x="3068" y="2402"/>
                    <a:pt x="3302" y="1902"/>
                  </a:cubicBezTo>
                  <a:cubicBezTo>
                    <a:pt x="3435" y="1635"/>
                    <a:pt x="3569" y="1402"/>
                    <a:pt x="3769" y="1202"/>
                  </a:cubicBezTo>
                  <a:cubicBezTo>
                    <a:pt x="3936" y="1001"/>
                    <a:pt x="4203" y="868"/>
                    <a:pt x="4469" y="801"/>
                  </a:cubicBezTo>
                  <a:cubicBezTo>
                    <a:pt x="4695" y="726"/>
                    <a:pt x="4920" y="689"/>
                    <a:pt x="5117" y="689"/>
                  </a:cubicBezTo>
                  <a:cubicBezTo>
                    <a:pt x="5182" y="689"/>
                    <a:pt x="5245" y="693"/>
                    <a:pt x="5303" y="701"/>
                  </a:cubicBezTo>
                  <a:cubicBezTo>
                    <a:pt x="5604" y="801"/>
                    <a:pt x="5870" y="868"/>
                    <a:pt x="6071" y="1068"/>
                  </a:cubicBezTo>
                  <a:cubicBezTo>
                    <a:pt x="6538" y="1468"/>
                    <a:pt x="6904" y="2002"/>
                    <a:pt x="7271" y="2536"/>
                  </a:cubicBezTo>
                  <a:cubicBezTo>
                    <a:pt x="7638" y="3103"/>
                    <a:pt x="8072" y="3637"/>
                    <a:pt x="8706" y="3970"/>
                  </a:cubicBezTo>
                  <a:cubicBezTo>
                    <a:pt x="8806" y="4004"/>
                    <a:pt x="8906" y="4037"/>
                    <a:pt x="8973" y="4104"/>
                  </a:cubicBezTo>
                  <a:lnTo>
                    <a:pt x="8939" y="4104"/>
                  </a:lnTo>
                  <a:cubicBezTo>
                    <a:pt x="9067" y="4155"/>
                    <a:pt x="9215" y="4226"/>
                    <a:pt x="9397" y="4226"/>
                  </a:cubicBezTo>
                  <a:cubicBezTo>
                    <a:pt x="9453" y="4226"/>
                    <a:pt x="9511" y="4219"/>
                    <a:pt x="9573" y="4204"/>
                  </a:cubicBezTo>
                  <a:cubicBezTo>
                    <a:pt x="9773" y="4170"/>
                    <a:pt x="9940" y="4104"/>
                    <a:pt x="10107" y="4004"/>
                  </a:cubicBezTo>
                  <a:cubicBezTo>
                    <a:pt x="10407" y="3837"/>
                    <a:pt x="10607" y="3670"/>
                    <a:pt x="10874" y="3637"/>
                  </a:cubicBezTo>
                  <a:cubicBezTo>
                    <a:pt x="10966" y="3597"/>
                    <a:pt x="11063" y="3578"/>
                    <a:pt x="11162" y="3578"/>
                  </a:cubicBezTo>
                  <a:cubicBezTo>
                    <a:pt x="11313" y="3578"/>
                    <a:pt x="11466" y="3623"/>
                    <a:pt x="11608" y="3703"/>
                  </a:cubicBezTo>
                  <a:cubicBezTo>
                    <a:pt x="11875" y="3837"/>
                    <a:pt x="12041" y="4004"/>
                    <a:pt x="12142" y="4270"/>
                  </a:cubicBezTo>
                  <a:cubicBezTo>
                    <a:pt x="12442" y="4771"/>
                    <a:pt x="12442" y="5438"/>
                    <a:pt x="12742" y="6105"/>
                  </a:cubicBezTo>
                  <a:cubicBezTo>
                    <a:pt x="12775" y="6138"/>
                    <a:pt x="12775" y="6205"/>
                    <a:pt x="12809" y="6272"/>
                  </a:cubicBezTo>
                  <a:lnTo>
                    <a:pt x="12909" y="6372"/>
                  </a:lnTo>
                  <a:lnTo>
                    <a:pt x="13076" y="6605"/>
                  </a:lnTo>
                  <a:cubicBezTo>
                    <a:pt x="13209" y="6705"/>
                    <a:pt x="13276" y="6839"/>
                    <a:pt x="13409" y="6972"/>
                  </a:cubicBezTo>
                  <a:cubicBezTo>
                    <a:pt x="13609" y="7206"/>
                    <a:pt x="13876" y="7439"/>
                    <a:pt x="14076" y="7639"/>
                  </a:cubicBezTo>
                  <a:cubicBezTo>
                    <a:pt x="14543" y="8006"/>
                    <a:pt x="14977" y="8340"/>
                    <a:pt x="15477" y="8540"/>
                  </a:cubicBezTo>
                  <a:cubicBezTo>
                    <a:pt x="15944" y="8774"/>
                    <a:pt x="16445" y="8807"/>
                    <a:pt x="16812" y="8807"/>
                  </a:cubicBezTo>
                  <a:cubicBezTo>
                    <a:pt x="17245" y="8807"/>
                    <a:pt x="17545" y="8674"/>
                    <a:pt x="17746" y="8607"/>
                  </a:cubicBezTo>
                  <a:cubicBezTo>
                    <a:pt x="17812" y="8540"/>
                    <a:pt x="17912" y="8507"/>
                    <a:pt x="17946" y="8473"/>
                  </a:cubicBezTo>
                  <a:cubicBezTo>
                    <a:pt x="17979" y="8440"/>
                    <a:pt x="18046" y="8440"/>
                    <a:pt x="18046" y="8440"/>
                  </a:cubicBezTo>
                  <a:cubicBezTo>
                    <a:pt x="18279" y="8273"/>
                    <a:pt x="18079" y="8006"/>
                    <a:pt x="17645" y="7873"/>
                  </a:cubicBezTo>
                  <a:cubicBezTo>
                    <a:pt x="17645" y="7873"/>
                    <a:pt x="17579" y="7973"/>
                    <a:pt x="17412" y="8006"/>
                  </a:cubicBezTo>
                  <a:cubicBezTo>
                    <a:pt x="17245" y="8040"/>
                    <a:pt x="16978" y="8140"/>
                    <a:pt x="16645" y="8140"/>
                  </a:cubicBezTo>
                  <a:cubicBezTo>
                    <a:pt x="16378" y="8140"/>
                    <a:pt x="15944" y="8040"/>
                    <a:pt x="15544" y="7840"/>
                  </a:cubicBezTo>
                  <a:cubicBezTo>
                    <a:pt x="15110" y="7673"/>
                    <a:pt x="14710" y="7339"/>
                    <a:pt x="14276" y="6972"/>
                  </a:cubicBezTo>
                  <a:cubicBezTo>
                    <a:pt x="14076" y="6739"/>
                    <a:pt x="13909" y="6539"/>
                    <a:pt x="13709" y="6339"/>
                  </a:cubicBezTo>
                  <a:cubicBezTo>
                    <a:pt x="13576" y="6238"/>
                    <a:pt x="13476" y="6138"/>
                    <a:pt x="13409" y="6005"/>
                  </a:cubicBezTo>
                  <a:lnTo>
                    <a:pt x="13276" y="5838"/>
                  </a:lnTo>
                  <a:lnTo>
                    <a:pt x="13242" y="5738"/>
                  </a:lnTo>
                  <a:cubicBezTo>
                    <a:pt x="13209" y="5738"/>
                    <a:pt x="13209" y="5738"/>
                    <a:pt x="13209" y="5705"/>
                  </a:cubicBezTo>
                  <a:cubicBezTo>
                    <a:pt x="12975" y="5171"/>
                    <a:pt x="12975" y="4504"/>
                    <a:pt x="12642" y="3803"/>
                  </a:cubicBezTo>
                  <a:cubicBezTo>
                    <a:pt x="12475" y="3470"/>
                    <a:pt x="12208" y="3136"/>
                    <a:pt x="11808" y="2969"/>
                  </a:cubicBezTo>
                  <a:cubicBezTo>
                    <a:pt x="11542" y="2849"/>
                    <a:pt x="11276" y="2763"/>
                    <a:pt x="10985" y="2763"/>
                  </a:cubicBezTo>
                  <a:cubicBezTo>
                    <a:pt x="10874" y="2763"/>
                    <a:pt x="10760" y="2775"/>
                    <a:pt x="10640" y="2803"/>
                  </a:cubicBezTo>
                  <a:cubicBezTo>
                    <a:pt x="10240" y="2869"/>
                    <a:pt x="9940" y="3070"/>
                    <a:pt x="9706" y="3203"/>
                  </a:cubicBezTo>
                  <a:cubicBezTo>
                    <a:pt x="9573" y="3303"/>
                    <a:pt x="9473" y="3336"/>
                    <a:pt x="9406" y="3336"/>
                  </a:cubicBezTo>
                  <a:cubicBezTo>
                    <a:pt x="9373" y="3336"/>
                    <a:pt x="9273" y="3336"/>
                    <a:pt x="9206" y="3303"/>
                  </a:cubicBezTo>
                  <a:lnTo>
                    <a:pt x="9139" y="3303"/>
                  </a:lnTo>
                  <a:cubicBezTo>
                    <a:pt x="9106" y="3303"/>
                    <a:pt x="9039" y="3236"/>
                    <a:pt x="8939" y="3203"/>
                  </a:cubicBezTo>
                  <a:cubicBezTo>
                    <a:pt x="8539" y="3003"/>
                    <a:pt x="8139" y="2536"/>
                    <a:pt x="7772" y="2035"/>
                  </a:cubicBezTo>
                  <a:cubicBezTo>
                    <a:pt x="7405" y="1535"/>
                    <a:pt x="7038" y="901"/>
                    <a:pt x="6437" y="468"/>
                  </a:cubicBezTo>
                  <a:cubicBezTo>
                    <a:pt x="6204" y="234"/>
                    <a:pt x="5770" y="67"/>
                    <a:pt x="5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7" name="Google Shape;457;p4"/>
            <p:cNvSpPr/>
            <p:nvPr/>
          </p:nvSpPr>
          <p:spPr>
            <a:xfrm>
              <a:off x="10371145" y="3133064"/>
              <a:ext cx="299717" cy="263421"/>
            </a:xfrm>
            <a:custGeom>
              <a:avLst/>
              <a:gdLst/>
              <a:ahLst/>
              <a:cxnLst/>
              <a:rect l="l" t="t" r="r" b="b"/>
              <a:pathLst>
                <a:path w="13303" h="11692" extrusionOk="0">
                  <a:moveTo>
                    <a:pt x="2713" y="0"/>
                  </a:moveTo>
                  <a:cubicBezTo>
                    <a:pt x="2265" y="0"/>
                    <a:pt x="1833" y="141"/>
                    <a:pt x="1502" y="383"/>
                  </a:cubicBezTo>
                  <a:cubicBezTo>
                    <a:pt x="1002" y="717"/>
                    <a:pt x="635" y="1184"/>
                    <a:pt x="401" y="1617"/>
                  </a:cubicBezTo>
                  <a:cubicBezTo>
                    <a:pt x="201" y="2084"/>
                    <a:pt x="68" y="2518"/>
                    <a:pt x="34" y="2885"/>
                  </a:cubicBezTo>
                  <a:cubicBezTo>
                    <a:pt x="1" y="3052"/>
                    <a:pt x="1" y="3252"/>
                    <a:pt x="1" y="3385"/>
                  </a:cubicBezTo>
                  <a:cubicBezTo>
                    <a:pt x="34" y="3552"/>
                    <a:pt x="34" y="3686"/>
                    <a:pt x="34" y="3752"/>
                  </a:cubicBezTo>
                  <a:cubicBezTo>
                    <a:pt x="34" y="3886"/>
                    <a:pt x="68" y="3952"/>
                    <a:pt x="68" y="4019"/>
                  </a:cubicBezTo>
                  <a:lnTo>
                    <a:pt x="68" y="4086"/>
                  </a:lnTo>
                  <a:cubicBezTo>
                    <a:pt x="108" y="4193"/>
                    <a:pt x="185" y="4235"/>
                    <a:pt x="261" y="4235"/>
                  </a:cubicBezTo>
                  <a:cubicBezTo>
                    <a:pt x="376" y="4235"/>
                    <a:pt x="488" y="4139"/>
                    <a:pt x="468" y="4019"/>
                  </a:cubicBezTo>
                  <a:lnTo>
                    <a:pt x="468" y="3919"/>
                  </a:lnTo>
                  <a:cubicBezTo>
                    <a:pt x="468" y="3886"/>
                    <a:pt x="401" y="3786"/>
                    <a:pt x="401" y="3719"/>
                  </a:cubicBezTo>
                  <a:lnTo>
                    <a:pt x="401" y="3385"/>
                  </a:lnTo>
                  <a:cubicBezTo>
                    <a:pt x="401" y="3219"/>
                    <a:pt x="401" y="3085"/>
                    <a:pt x="468" y="2918"/>
                  </a:cubicBezTo>
                  <a:cubicBezTo>
                    <a:pt x="501" y="2585"/>
                    <a:pt x="635" y="2218"/>
                    <a:pt x="835" y="1851"/>
                  </a:cubicBezTo>
                  <a:cubicBezTo>
                    <a:pt x="1035" y="1451"/>
                    <a:pt x="1368" y="1050"/>
                    <a:pt x="1802" y="783"/>
                  </a:cubicBezTo>
                  <a:cubicBezTo>
                    <a:pt x="2057" y="613"/>
                    <a:pt x="2367" y="511"/>
                    <a:pt x="2678" y="511"/>
                  </a:cubicBezTo>
                  <a:cubicBezTo>
                    <a:pt x="2856" y="511"/>
                    <a:pt x="3034" y="544"/>
                    <a:pt x="3203" y="617"/>
                  </a:cubicBezTo>
                  <a:cubicBezTo>
                    <a:pt x="3337" y="617"/>
                    <a:pt x="3403" y="717"/>
                    <a:pt x="3537" y="783"/>
                  </a:cubicBezTo>
                  <a:cubicBezTo>
                    <a:pt x="3670" y="884"/>
                    <a:pt x="3704" y="950"/>
                    <a:pt x="3804" y="1050"/>
                  </a:cubicBezTo>
                  <a:cubicBezTo>
                    <a:pt x="3970" y="1217"/>
                    <a:pt x="4037" y="1451"/>
                    <a:pt x="4137" y="1751"/>
                  </a:cubicBezTo>
                  <a:cubicBezTo>
                    <a:pt x="4304" y="2285"/>
                    <a:pt x="4337" y="2952"/>
                    <a:pt x="4704" y="3585"/>
                  </a:cubicBezTo>
                  <a:lnTo>
                    <a:pt x="4804" y="3719"/>
                  </a:lnTo>
                  <a:cubicBezTo>
                    <a:pt x="4838" y="3786"/>
                    <a:pt x="4871" y="3786"/>
                    <a:pt x="4904" y="3852"/>
                  </a:cubicBezTo>
                  <a:lnTo>
                    <a:pt x="5071" y="4019"/>
                  </a:lnTo>
                  <a:cubicBezTo>
                    <a:pt x="5205" y="4119"/>
                    <a:pt x="5338" y="4219"/>
                    <a:pt x="5505" y="4286"/>
                  </a:cubicBezTo>
                  <a:cubicBezTo>
                    <a:pt x="5638" y="4419"/>
                    <a:pt x="5805" y="4453"/>
                    <a:pt x="5972" y="4519"/>
                  </a:cubicBezTo>
                  <a:cubicBezTo>
                    <a:pt x="6139" y="4553"/>
                    <a:pt x="6305" y="4586"/>
                    <a:pt x="6405" y="4586"/>
                  </a:cubicBezTo>
                  <a:cubicBezTo>
                    <a:pt x="6706" y="4586"/>
                    <a:pt x="6906" y="4620"/>
                    <a:pt x="7173" y="4720"/>
                  </a:cubicBezTo>
                  <a:cubicBezTo>
                    <a:pt x="7406" y="4786"/>
                    <a:pt x="7673" y="4886"/>
                    <a:pt x="7840" y="5053"/>
                  </a:cubicBezTo>
                  <a:cubicBezTo>
                    <a:pt x="8207" y="5387"/>
                    <a:pt x="8507" y="5887"/>
                    <a:pt x="8707" y="6421"/>
                  </a:cubicBezTo>
                  <a:cubicBezTo>
                    <a:pt x="9141" y="7522"/>
                    <a:pt x="9241" y="8823"/>
                    <a:pt x="9674" y="9890"/>
                  </a:cubicBezTo>
                  <a:cubicBezTo>
                    <a:pt x="9875" y="10424"/>
                    <a:pt x="10208" y="10924"/>
                    <a:pt x="10642" y="11258"/>
                  </a:cubicBezTo>
                  <a:cubicBezTo>
                    <a:pt x="11042" y="11591"/>
                    <a:pt x="11542" y="11691"/>
                    <a:pt x="11943" y="11691"/>
                  </a:cubicBezTo>
                  <a:cubicBezTo>
                    <a:pt x="12310" y="11691"/>
                    <a:pt x="12610" y="11591"/>
                    <a:pt x="12810" y="11558"/>
                  </a:cubicBezTo>
                  <a:cubicBezTo>
                    <a:pt x="12977" y="11524"/>
                    <a:pt x="13110" y="11491"/>
                    <a:pt x="13110" y="11491"/>
                  </a:cubicBezTo>
                  <a:cubicBezTo>
                    <a:pt x="13302" y="11409"/>
                    <a:pt x="13246" y="11191"/>
                    <a:pt x="13090" y="11191"/>
                  </a:cubicBezTo>
                  <a:cubicBezTo>
                    <a:pt x="13056" y="11191"/>
                    <a:pt x="13018" y="11201"/>
                    <a:pt x="12977" y="11224"/>
                  </a:cubicBezTo>
                  <a:cubicBezTo>
                    <a:pt x="12977" y="11224"/>
                    <a:pt x="12843" y="11258"/>
                    <a:pt x="12677" y="11324"/>
                  </a:cubicBezTo>
                  <a:cubicBezTo>
                    <a:pt x="12610" y="11324"/>
                    <a:pt x="12476" y="11358"/>
                    <a:pt x="12343" y="11358"/>
                  </a:cubicBezTo>
                  <a:lnTo>
                    <a:pt x="11876" y="11358"/>
                  </a:lnTo>
                  <a:cubicBezTo>
                    <a:pt x="11609" y="11324"/>
                    <a:pt x="11209" y="11224"/>
                    <a:pt x="10875" y="10991"/>
                  </a:cubicBezTo>
                  <a:cubicBezTo>
                    <a:pt x="10608" y="10724"/>
                    <a:pt x="10342" y="10290"/>
                    <a:pt x="10175" y="9790"/>
                  </a:cubicBezTo>
                  <a:cubicBezTo>
                    <a:pt x="9841" y="8789"/>
                    <a:pt x="9775" y="7555"/>
                    <a:pt x="9341" y="6287"/>
                  </a:cubicBezTo>
                  <a:cubicBezTo>
                    <a:pt x="9141" y="5687"/>
                    <a:pt x="8807" y="5053"/>
                    <a:pt x="8273" y="4586"/>
                  </a:cubicBezTo>
                  <a:cubicBezTo>
                    <a:pt x="8007" y="4353"/>
                    <a:pt x="7673" y="4253"/>
                    <a:pt x="7373" y="4119"/>
                  </a:cubicBezTo>
                  <a:cubicBezTo>
                    <a:pt x="7073" y="4052"/>
                    <a:pt x="6739" y="4019"/>
                    <a:pt x="6506" y="3952"/>
                  </a:cubicBezTo>
                  <a:cubicBezTo>
                    <a:pt x="6339" y="3952"/>
                    <a:pt x="6239" y="3919"/>
                    <a:pt x="6139" y="3919"/>
                  </a:cubicBezTo>
                  <a:cubicBezTo>
                    <a:pt x="6039" y="3886"/>
                    <a:pt x="5905" y="3886"/>
                    <a:pt x="5838" y="3786"/>
                  </a:cubicBezTo>
                  <a:cubicBezTo>
                    <a:pt x="5772" y="3752"/>
                    <a:pt x="5638" y="3686"/>
                    <a:pt x="5538" y="3585"/>
                  </a:cubicBezTo>
                  <a:lnTo>
                    <a:pt x="5371" y="3452"/>
                  </a:lnTo>
                  <a:lnTo>
                    <a:pt x="5338" y="3419"/>
                  </a:lnTo>
                  <a:lnTo>
                    <a:pt x="5305" y="3352"/>
                  </a:lnTo>
                  <a:cubicBezTo>
                    <a:pt x="5004" y="2918"/>
                    <a:pt x="4904" y="2285"/>
                    <a:pt x="4738" y="1684"/>
                  </a:cubicBezTo>
                  <a:cubicBezTo>
                    <a:pt x="4671" y="1351"/>
                    <a:pt x="4537" y="1017"/>
                    <a:pt x="4304" y="717"/>
                  </a:cubicBezTo>
                  <a:cubicBezTo>
                    <a:pt x="4204" y="550"/>
                    <a:pt x="4037" y="417"/>
                    <a:pt x="3870" y="350"/>
                  </a:cubicBezTo>
                  <a:cubicBezTo>
                    <a:pt x="3737" y="250"/>
                    <a:pt x="3570" y="183"/>
                    <a:pt x="3403" y="116"/>
                  </a:cubicBezTo>
                  <a:cubicBezTo>
                    <a:pt x="3177" y="37"/>
                    <a:pt x="2943" y="0"/>
                    <a:pt x="27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8" name="Google Shape;458;p4"/>
            <p:cNvSpPr/>
            <p:nvPr/>
          </p:nvSpPr>
          <p:spPr>
            <a:xfrm>
              <a:off x="9841330" y="1567972"/>
              <a:ext cx="27059" cy="11288"/>
            </a:xfrm>
            <a:custGeom>
              <a:avLst/>
              <a:gdLst/>
              <a:ahLst/>
              <a:cxnLst/>
              <a:rect l="l" t="t" r="r" b="b"/>
              <a:pathLst>
                <a:path w="1201" h="501" extrusionOk="0">
                  <a:moveTo>
                    <a:pt x="634" y="0"/>
                  </a:moveTo>
                  <a:cubicBezTo>
                    <a:pt x="500" y="0"/>
                    <a:pt x="334" y="0"/>
                    <a:pt x="200" y="34"/>
                  </a:cubicBezTo>
                  <a:cubicBezTo>
                    <a:pt x="100" y="100"/>
                    <a:pt x="0" y="134"/>
                    <a:pt x="0" y="134"/>
                  </a:cubicBezTo>
                  <a:lnTo>
                    <a:pt x="33" y="400"/>
                  </a:lnTo>
                  <a:cubicBezTo>
                    <a:pt x="33" y="400"/>
                    <a:pt x="133" y="400"/>
                    <a:pt x="267" y="434"/>
                  </a:cubicBezTo>
                  <a:cubicBezTo>
                    <a:pt x="367" y="467"/>
                    <a:pt x="500" y="501"/>
                    <a:pt x="600" y="501"/>
                  </a:cubicBezTo>
                  <a:lnTo>
                    <a:pt x="1101" y="501"/>
                  </a:lnTo>
                  <a:cubicBezTo>
                    <a:pt x="1134" y="501"/>
                    <a:pt x="1201" y="300"/>
                    <a:pt x="1168" y="267"/>
                  </a:cubicBezTo>
                  <a:cubicBezTo>
                    <a:pt x="1168" y="267"/>
                    <a:pt x="1134" y="200"/>
                    <a:pt x="1001" y="134"/>
                  </a:cubicBezTo>
                  <a:cubicBezTo>
                    <a:pt x="934" y="100"/>
                    <a:pt x="767" y="0"/>
                    <a:pt x="6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9" name="Google Shape;459;p4"/>
            <p:cNvSpPr/>
            <p:nvPr/>
          </p:nvSpPr>
          <p:spPr>
            <a:xfrm>
              <a:off x="9847323" y="1587506"/>
              <a:ext cx="27847" cy="12189"/>
            </a:xfrm>
            <a:custGeom>
              <a:avLst/>
              <a:gdLst/>
              <a:ahLst/>
              <a:cxnLst/>
              <a:rect l="l" t="t" r="r" b="b"/>
              <a:pathLst>
                <a:path w="1236" h="541" extrusionOk="0">
                  <a:moveTo>
                    <a:pt x="568" y="0"/>
                  </a:moveTo>
                  <a:cubicBezTo>
                    <a:pt x="368" y="67"/>
                    <a:pt x="1" y="234"/>
                    <a:pt x="1" y="234"/>
                  </a:cubicBezTo>
                  <a:lnTo>
                    <a:pt x="34" y="467"/>
                  </a:lnTo>
                  <a:cubicBezTo>
                    <a:pt x="34" y="467"/>
                    <a:pt x="304" y="541"/>
                    <a:pt x="549" y="541"/>
                  </a:cubicBezTo>
                  <a:cubicBezTo>
                    <a:pt x="590" y="541"/>
                    <a:pt x="630" y="539"/>
                    <a:pt x="668" y="534"/>
                  </a:cubicBezTo>
                  <a:cubicBezTo>
                    <a:pt x="868" y="467"/>
                    <a:pt x="1235" y="367"/>
                    <a:pt x="1235" y="367"/>
                  </a:cubicBezTo>
                  <a:lnTo>
                    <a:pt x="1235" y="101"/>
                  </a:lnTo>
                  <a:cubicBezTo>
                    <a:pt x="1235" y="101"/>
                    <a:pt x="835" y="0"/>
                    <a:pt x="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0" name="Google Shape;460;p4"/>
            <p:cNvSpPr/>
            <p:nvPr/>
          </p:nvSpPr>
          <p:spPr>
            <a:xfrm>
              <a:off x="9856357" y="1612311"/>
              <a:ext cx="28568" cy="14599"/>
            </a:xfrm>
            <a:custGeom>
              <a:avLst/>
              <a:gdLst/>
              <a:ahLst/>
              <a:cxnLst/>
              <a:rect l="l" t="t" r="r" b="b"/>
              <a:pathLst>
                <a:path w="1268" h="648" extrusionOk="0">
                  <a:moveTo>
                    <a:pt x="1134" y="0"/>
                  </a:moveTo>
                  <a:cubicBezTo>
                    <a:pt x="1134" y="0"/>
                    <a:pt x="1034" y="0"/>
                    <a:pt x="934" y="34"/>
                  </a:cubicBezTo>
                  <a:cubicBezTo>
                    <a:pt x="801" y="100"/>
                    <a:pt x="634" y="100"/>
                    <a:pt x="534" y="134"/>
                  </a:cubicBezTo>
                  <a:cubicBezTo>
                    <a:pt x="467" y="167"/>
                    <a:pt x="334" y="267"/>
                    <a:pt x="200" y="300"/>
                  </a:cubicBezTo>
                  <a:cubicBezTo>
                    <a:pt x="100" y="334"/>
                    <a:pt x="0" y="367"/>
                    <a:pt x="0" y="367"/>
                  </a:cubicBezTo>
                  <a:lnTo>
                    <a:pt x="34" y="634"/>
                  </a:lnTo>
                  <a:lnTo>
                    <a:pt x="300" y="634"/>
                  </a:lnTo>
                  <a:cubicBezTo>
                    <a:pt x="340" y="644"/>
                    <a:pt x="381" y="648"/>
                    <a:pt x="424" y="648"/>
                  </a:cubicBezTo>
                  <a:cubicBezTo>
                    <a:pt x="526" y="648"/>
                    <a:pt x="630" y="624"/>
                    <a:pt x="701" y="601"/>
                  </a:cubicBezTo>
                  <a:cubicBezTo>
                    <a:pt x="834" y="534"/>
                    <a:pt x="1001" y="467"/>
                    <a:pt x="1101" y="367"/>
                  </a:cubicBezTo>
                  <a:lnTo>
                    <a:pt x="1268" y="200"/>
                  </a:lnTo>
                  <a:lnTo>
                    <a:pt x="11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1" name="Google Shape;461;p4"/>
            <p:cNvSpPr/>
            <p:nvPr/>
          </p:nvSpPr>
          <p:spPr>
            <a:xfrm>
              <a:off x="9868366" y="1628082"/>
              <a:ext cx="33840" cy="21066"/>
            </a:xfrm>
            <a:custGeom>
              <a:avLst/>
              <a:gdLst/>
              <a:ahLst/>
              <a:cxnLst/>
              <a:rect l="l" t="t" r="r" b="b"/>
              <a:pathLst>
                <a:path w="1502" h="935" extrusionOk="0">
                  <a:moveTo>
                    <a:pt x="1435" y="1"/>
                  </a:moveTo>
                  <a:cubicBezTo>
                    <a:pt x="1435" y="1"/>
                    <a:pt x="968" y="134"/>
                    <a:pt x="668" y="268"/>
                  </a:cubicBezTo>
                  <a:cubicBezTo>
                    <a:pt x="435" y="434"/>
                    <a:pt x="68" y="735"/>
                    <a:pt x="68" y="735"/>
                  </a:cubicBezTo>
                  <a:cubicBezTo>
                    <a:pt x="1" y="735"/>
                    <a:pt x="134" y="935"/>
                    <a:pt x="134" y="935"/>
                  </a:cubicBezTo>
                  <a:cubicBezTo>
                    <a:pt x="134" y="935"/>
                    <a:pt x="601" y="801"/>
                    <a:pt x="902" y="668"/>
                  </a:cubicBezTo>
                  <a:cubicBezTo>
                    <a:pt x="1135" y="501"/>
                    <a:pt x="1502" y="234"/>
                    <a:pt x="1502" y="234"/>
                  </a:cubicBezTo>
                  <a:cubicBezTo>
                    <a:pt x="1502" y="168"/>
                    <a:pt x="1435" y="1"/>
                    <a:pt x="14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2" name="Google Shape;462;p4"/>
            <p:cNvSpPr/>
            <p:nvPr/>
          </p:nvSpPr>
          <p:spPr>
            <a:xfrm>
              <a:off x="9887156" y="1656650"/>
              <a:ext cx="16560" cy="12054"/>
            </a:xfrm>
            <a:custGeom>
              <a:avLst/>
              <a:gdLst/>
              <a:ahLst/>
              <a:cxnLst/>
              <a:rect l="l" t="t" r="r" b="b"/>
              <a:pathLst>
                <a:path w="735" h="535" extrusionOk="0">
                  <a:moveTo>
                    <a:pt x="601" y="0"/>
                  </a:moveTo>
                  <a:cubicBezTo>
                    <a:pt x="601" y="0"/>
                    <a:pt x="368" y="0"/>
                    <a:pt x="268" y="67"/>
                  </a:cubicBezTo>
                  <a:cubicBezTo>
                    <a:pt x="168" y="67"/>
                    <a:pt x="134" y="167"/>
                    <a:pt x="101" y="200"/>
                  </a:cubicBezTo>
                  <a:lnTo>
                    <a:pt x="1" y="301"/>
                  </a:lnTo>
                  <a:cubicBezTo>
                    <a:pt x="1" y="334"/>
                    <a:pt x="101" y="534"/>
                    <a:pt x="101" y="534"/>
                  </a:cubicBezTo>
                  <a:lnTo>
                    <a:pt x="201" y="534"/>
                  </a:lnTo>
                  <a:cubicBezTo>
                    <a:pt x="301" y="534"/>
                    <a:pt x="401" y="534"/>
                    <a:pt x="468" y="501"/>
                  </a:cubicBezTo>
                  <a:cubicBezTo>
                    <a:pt x="601" y="401"/>
                    <a:pt x="735" y="200"/>
                    <a:pt x="735" y="200"/>
                  </a:cubicBezTo>
                  <a:cubicBezTo>
                    <a:pt x="735" y="167"/>
                    <a:pt x="601"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3" name="Google Shape;463;p4"/>
            <p:cNvSpPr/>
            <p:nvPr/>
          </p:nvSpPr>
          <p:spPr>
            <a:xfrm>
              <a:off x="10013414" y="1660075"/>
              <a:ext cx="30100" cy="13135"/>
            </a:xfrm>
            <a:custGeom>
              <a:avLst/>
              <a:gdLst/>
              <a:ahLst/>
              <a:cxnLst/>
              <a:rect l="l" t="t" r="r" b="b"/>
              <a:pathLst>
                <a:path w="1336" h="583" extrusionOk="0">
                  <a:moveTo>
                    <a:pt x="934" y="0"/>
                  </a:moveTo>
                  <a:cubicBezTo>
                    <a:pt x="827" y="0"/>
                    <a:pt x="701" y="15"/>
                    <a:pt x="635" y="15"/>
                  </a:cubicBezTo>
                  <a:cubicBezTo>
                    <a:pt x="501" y="48"/>
                    <a:pt x="334" y="149"/>
                    <a:pt x="201" y="215"/>
                  </a:cubicBezTo>
                  <a:cubicBezTo>
                    <a:pt x="68" y="315"/>
                    <a:pt x="1" y="382"/>
                    <a:pt x="1" y="382"/>
                  </a:cubicBezTo>
                  <a:lnTo>
                    <a:pt x="134" y="582"/>
                  </a:lnTo>
                  <a:cubicBezTo>
                    <a:pt x="134" y="582"/>
                    <a:pt x="201" y="582"/>
                    <a:pt x="334" y="549"/>
                  </a:cubicBezTo>
                  <a:cubicBezTo>
                    <a:pt x="468" y="515"/>
                    <a:pt x="568" y="515"/>
                    <a:pt x="701" y="482"/>
                  </a:cubicBezTo>
                  <a:cubicBezTo>
                    <a:pt x="835" y="482"/>
                    <a:pt x="968" y="382"/>
                    <a:pt x="1068" y="382"/>
                  </a:cubicBezTo>
                  <a:cubicBezTo>
                    <a:pt x="1202" y="382"/>
                    <a:pt x="1302" y="349"/>
                    <a:pt x="1302" y="349"/>
                  </a:cubicBezTo>
                  <a:cubicBezTo>
                    <a:pt x="1302" y="315"/>
                    <a:pt x="1335" y="82"/>
                    <a:pt x="1335" y="82"/>
                  </a:cubicBezTo>
                  <a:lnTo>
                    <a:pt x="1068" y="15"/>
                  </a:lnTo>
                  <a:cubicBezTo>
                    <a:pt x="1035" y="4"/>
                    <a:pt x="987" y="0"/>
                    <a:pt x="9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4" name="Google Shape;464;p4"/>
            <p:cNvSpPr/>
            <p:nvPr/>
          </p:nvSpPr>
          <p:spPr>
            <a:xfrm>
              <a:off x="10009674" y="1688215"/>
              <a:ext cx="33840" cy="13541"/>
            </a:xfrm>
            <a:custGeom>
              <a:avLst/>
              <a:gdLst/>
              <a:ahLst/>
              <a:cxnLst/>
              <a:rect l="l" t="t" r="r" b="b"/>
              <a:pathLst>
                <a:path w="1502" h="601" extrusionOk="0">
                  <a:moveTo>
                    <a:pt x="1401" y="0"/>
                  </a:moveTo>
                  <a:cubicBezTo>
                    <a:pt x="1401" y="0"/>
                    <a:pt x="967" y="0"/>
                    <a:pt x="667" y="100"/>
                  </a:cubicBezTo>
                  <a:cubicBezTo>
                    <a:pt x="400" y="134"/>
                    <a:pt x="0" y="334"/>
                    <a:pt x="0" y="334"/>
                  </a:cubicBezTo>
                  <a:lnTo>
                    <a:pt x="33" y="601"/>
                  </a:lnTo>
                  <a:cubicBezTo>
                    <a:pt x="33" y="601"/>
                    <a:pt x="500" y="601"/>
                    <a:pt x="801" y="567"/>
                  </a:cubicBezTo>
                  <a:cubicBezTo>
                    <a:pt x="1067" y="501"/>
                    <a:pt x="1501" y="267"/>
                    <a:pt x="1501" y="267"/>
                  </a:cubicBezTo>
                  <a:cubicBezTo>
                    <a:pt x="1501" y="234"/>
                    <a:pt x="1468" y="67"/>
                    <a:pt x="14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5" name="Google Shape;465;p4"/>
            <p:cNvSpPr/>
            <p:nvPr/>
          </p:nvSpPr>
          <p:spPr>
            <a:xfrm>
              <a:off x="10018686" y="1716445"/>
              <a:ext cx="24828" cy="11197"/>
            </a:xfrm>
            <a:custGeom>
              <a:avLst/>
              <a:gdLst/>
              <a:ahLst/>
              <a:cxnLst/>
              <a:rect l="l" t="t" r="r" b="b"/>
              <a:pathLst>
                <a:path w="1102" h="497" extrusionOk="0">
                  <a:moveTo>
                    <a:pt x="728" y="0"/>
                  </a:moveTo>
                  <a:cubicBezTo>
                    <a:pt x="649" y="0"/>
                    <a:pt x="567" y="4"/>
                    <a:pt x="501" y="15"/>
                  </a:cubicBezTo>
                  <a:cubicBezTo>
                    <a:pt x="301" y="48"/>
                    <a:pt x="0" y="215"/>
                    <a:pt x="0" y="215"/>
                  </a:cubicBezTo>
                  <a:lnTo>
                    <a:pt x="67" y="482"/>
                  </a:lnTo>
                  <a:cubicBezTo>
                    <a:pt x="67" y="482"/>
                    <a:pt x="215" y="497"/>
                    <a:pt x="373" y="497"/>
                  </a:cubicBezTo>
                  <a:cubicBezTo>
                    <a:pt x="453" y="497"/>
                    <a:pt x="534" y="493"/>
                    <a:pt x="601" y="482"/>
                  </a:cubicBezTo>
                  <a:cubicBezTo>
                    <a:pt x="801" y="415"/>
                    <a:pt x="1101" y="248"/>
                    <a:pt x="1101" y="248"/>
                  </a:cubicBezTo>
                  <a:cubicBezTo>
                    <a:pt x="1101" y="248"/>
                    <a:pt x="1068" y="48"/>
                    <a:pt x="1034" y="15"/>
                  </a:cubicBezTo>
                  <a:cubicBezTo>
                    <a:pt x="1034" y="15"/>
                    <a:pt x="886"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6" name="Google Shape;466;p4"/>
            <p:cNvSpPr/>
            <p:nvPr/>
          </p:nvSpPr>
          <p:spPr>
            <a:xfrm>
              <a:off x="10025445" y="1738569"/>
              <a:ext cx="19556" cy="12797"/>
            </a:xfrm>
            <a:custGeom>
              <a:avLst/>
              <a:gdLst/>
              <a:ahLst/>
              <a:cxnLst/>
              <a:rect l="l" t="t" r="r" b="b"/>
              <a:pathLst>
                <a:path w="868" h="568" extrusionOk="0">
                  <a:moveTo>
                    <a:pt x="768" y="0"/>
                  </a:moveTo>
                  <a:cubicBezTo>
                    <a:pt x="768" y="0"/>
                    <a:pt x="468" y="34"/>
                    <a:pt x="334" y="67"/>
                  </a:cubicBezTo>
                  <a:cubicBezTo>
                    <a:pt x="201" y="167"/>
                    <a:pt x="1" y="267"/>
                    <a:pt x="1" y="267"/>
                  </a:cubicBezTo>
                  <a:lnTo>
                    <a:pt x="1" y="534"/>
                  </a:lnTo>
                  <a:cubicBezTo>
                    <a:pt x="1" y="534"/>
                    <a:pt x="34" y="567"/>
                    <a:pt x="167" y="567"/>
                  </a:cubicBezTo>
                  <a:cubicBezTo>
                    <a:pt x="301" y="567"/>
                    <a:pt x="434" y="567"/>
                    <a:pt x="501" y="534"/>
                  </a:cubicBezTo>
                  <a:cubicBezTo>
                    <a:pt x="668" y="434"/>
                    <a:pt x="868" y="234"/>
                    <a:pt x="868" y="234"/>
                  </a:cubicBezTo>
                  <a:cubicBezTo>
                    <a:pt x="868" y="234"/>
                    <a:pt x="801" y="34"/>
                    <a:pt x="7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7" name="Google Shape;467;p4"/>
            <p:cNvSpPr/>
            <p:nvPr/>
          </p:nvSpPr>
          <p:spPr>
            <a:xfrm>
              <a:off x="10029951" y="1759612"/>
              <a:ext cx="24085" cy="22553"/>
            </a:xfrm>
            <a:custGeom>
              <a:avLst/>
              <a:gdLst/>
              <a:ahLst/>
              <a:cxnLst/>
              <a:rect l="l" t="t" r="r" b="b"/>
              <a:pathLst>
                <a:path w="1069" h="1001" extrusionOk="0">
                  <a:moveTo>
                    <a:pt x="935" y="0"/>
                  </a:moveTo>
                  <a:cubicBezTo>
                    <a:pt x="935" y="0"/>
                    <a:pt x="835" y="67"/>
                    <a:pt x="735" y="100"/>
                  </a:cubicBezTo>
                  <a:cubicBezTo>
                    <a:pt x="601" y="134"/>
                    <a:pt x="434" y="234"/>
                    <a:pt x="334" y="300"/>
                  </a:cubicBezTo>
                  <a:cubicBezTo>
                    <a:pt x="268" y="434"/>
                    <a:pt x="134" y="567"/>
                    <a:pt x="101" y="667"/>
                  </a:cubicBezTo>
                  <a:cubicBezTo>
                    <a:pt x="67" y="801"/>
                    <a:pt x="1" y="901"/>
                    <a:pt x="1" y="901"/>
                  </a:cubicBezTo>
                  <a:lnTo>
                    <a:pt x="234" y="1001"/>
                  </a:lnTo>
                  <a:cubicBezTo>
                    <a:pt x="234" y="1001"/>
                    <a:pt x="301" y="968"/>
                    <a:pt x="401" y="901"/>
                  </a:cubicBezTo>
                  <a:cubicBezTo>
                    <a:pt x="468" y="801"/>
                    <a:pt x="601" y="767"/>
                    <a:pt x="668" y="667"/>
                  </a:cubicBezTo>
                  <a:cubicBezTo>
                    <a:pt x="768" y="634"/>
                    <a:pt x="835" y="501"/>
                    <a:pt x="935" y="434"/>
                  </a:cubicBezTo>
                  <a:cubicBezTo>
                    <a:pt x="968" y="334"/>
                    <a:pt x="1068" y="267"/>
                    <a:pt x="1068" y="267"/>
                  </a:cubicBezTo>
                  <a:cubicBezTo>
                    <a:pt x="1068" y="267"/>
                    <a:pt x="935" y="10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8" name="Google Shape;468;p4"/>
            <p:cNvSpPr/>
            <p:nvPr/>
          </p:nvSpPr>
          <p:spPr>
            <a:xfrm>
              <a:off x="10050251" y="1791920"/>
              <a:ext cx="12797" cy="11625"/>
            </a:xfrm>
            <a:custGeom>
              <a:avLst/>
              <a:gdLst/>
              <a:ahLst/>
              <a:cxnLst/>
              <a:rect l="l" t="t" r="r" b="b"/>
              <a:pathLst>
                <a:path w="568" h="516" extrusionOk="0">
                  <a:moveTo>
                    <a:pt x="367" y="1"/>
                  </a:moveTo>
                  <a:cubicBezTo>
                    <a:pt x="367" y="34"/>
                    <a:pt x="200" y="34"/>
                    <a:pt x="134" y="34"/>
                  </a:cubicBezTo>
                  <a:lnTo>
                    <a:pt x="0" y="201"/>
                  </a:lnTo>
                  <a:lnTo>
                    <a:pt x="0" y="468"/>
                  </a:lnTo>
                  <a:cubicBezTo>
                    <a:pt x="0" y="468"/>
                    <a:pt x="34" y="468"/>
                    <a:pt x="100" y="501"/>
                  </a:cubicBezTo>
                  <a:cubicBezTo>
                    <a:pt x="134" y="512"/>
                    <a:pt x="163" y="516"/>
                    <a:pt x="192" y="516"/>
                  </a:cubicBezTo>
                  <a:cubicBezTo>
                    <a:pt x="249" y="516"/>
                    <a:pt x="301" y="501"/>
                    <a:pt x="367" y="501"/>
                  </a:cubicBezTo>
                  <a:cubicBezTo>
                    <a:pt x="434" y="468"/>
                    <a:pt x="467" y="401"/>
                    <a:pt x="534" y="334"/>
                  </a:cubicBezTo>
                  <a:cubicBezTo>
                    <a:pt x="567" y="234"/>
                    <a:pt x="567" y="201"/>
                    <a:pt x="567" y="201"/>
                  </a:cubicBezTo>
                  <a:cubicBezTo>
                    <a:pt x="567" y="201"/>
                    <a:pt x="434" y="34"/>
                    <a:pt x="3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9" name="Google Shape;469;p4"/>
            <p:cNvSpPr/>
            <p:nvPr/>
          </p:nvSpPr>
          <p:spPr>
            <a:xfrm>
              <a:off x="10217829" y="1522124"/>
              <a:ext cx="18813" cy="11288"/>
            </a:xfrm>
            <a:custGeom>
              <a:avLst/>
              <a:gdLst/>
              <a:ahLst/>
              <a:cxnLst/>
              <a:rect l="l" t="t" r="r" b="b"/>
              <a:pathLst>
                <a:path w="835" h="501" extrusionOk="0">
                  <a:moveTo>
                    <a:pt x="468" y="0"/>
                  </a:moveTo>
                  <a:cubicBezTo>
                    <a:pt x="301" y="0"/>
                    <a:pt x="68" y="34"/>
                    <a:pt x="68" y="34"/>
                  </a:cubicBezTo>
                  <a:lnTo>
                    <a:pt x="1" y="301"/>
                  </a:lnTo>
                  <a:cubicBezTo>
                    <a:pt x="1" y="301"/>
                    <a:pt x="234" y="467"/>
                    <a:pt x="401" y="501"/>
                  </a:cubicBezTo>
                  <a:cubicBezTo>
                    <a:pt x="568" y="501"/>
                    <a:pt x="835" y="434"/>
                    <a:pt x="835" y="434"/>
                  </a:cubicBezTo>
                  <a:lnTo>
                    <a:pt x="835" y="167"/>
                  </a:lnTo>
                  <a:cubicBezTo>
                    <a:pt x="835" y="167"/>
                    <a:pt x="601" y="0"/>
                    <a:pt x="4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0" name="Google Shape;470;p4"/>
            <p:cNvSpPr/>
            <p:nvPr/>
          </p:nvSpPr>
          <p:spPr>
            <a:xfrm>
              <a:off x="10219338" y="1543167"/>
              <a:ext cx="22575" cy="11288"/>
            </a:xfrm>
            <a:custGeom>
              <a:avLst/>
              <a:gdLst/>
              <a:ahLst/>
              <a:cxnLst/>
              <a:rect l="l" t="t" r="r" b="b"/>
              <a:pathLst>
                <a:path w="1002" h="501" extrusionOk="0">
                  <a:moveTo>
                    <a:pt x="501" y="0"/>
                  </a:moveTo>
                  <a:cubicBezTo>
                    <a:pt x="268" y="0"/>
                    <a:pt x="1" y="100"/>
                    <a:pt x="1" y="100"/>
                  </a:cubicBezTo>
                  <a:lnTo>
                    <a:pt x="1" y="367"/>
                  </a:lnTo>
                  <a:cubicBezTo>
                    <a:pt x="1" y="367"/>
                    <a:pt x="268" y="501"/>
                    <a:pt x="501" y="501"/>
                  </a:cubicBezTo>
                  <a:cubicBezTo>
                    <a:pt x="701" y="501"/>
                    <a:pt x="1001" y="367"/>
                    <a:pt x="1001" y="367"/>
                  </a:cubicBezTo>
                  <a:lnTo>
                    <a:pt x="1001" y="100"/>
                  </a:lnTo>
                  <a:cubicBezTo>
                    <a:pt x="1001" y="100"/>
                    <a:pt x="701" y="0"/>
                    <a:pt x="5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1" name="Google Shape;471;p4"/>
            <p:cNvSpPr/>
            <p:nvPr/>
          </p:nvSpPr>
          <p:spPr>
            <a:xfrm>
              <a:off x="10220848" y="1563466"/>
              <a:ext cx="30844" cy="12031"/>
            </a:xfrm>
            <a:custGeom>
              <a:avLst/>
              <a:gdLst/>
              <a:ahLst/>
              <a:cxnLst/>
              <a:rect l="l" t="t" r="r" b="b"/>
              <a:pathLst>
                <a:path w="1369" h="534" extrusionOk="0">
                  <a:moveTo>
                    <a:pt x="1335" y="0"/>
                  </a:moveTo>
                  <a:cubicBezTo>
                    <a:pt x="1334" y="0"/>
                    <a:pt x="934" y="0"/>
                    <a:pt x="668" y="33"/>
                  </a:cubicBezTo>
                  <a:cubicBezTo>
                    <a:pt x="434" y="100"/>
                    <a:pt x="0" y="200"/>
                    <a:pt x="0" y="200"/>
                  </a:cubicBezTo>
                  <a:lnTo>
                    <a:pt x="0" y="467"/>
                  </a:lnTo>
                  <a:cubicBezTo>
                    <a:pt x="0" y="467"/>
                    <a:pt x="434" y="534"/>
                    <a:pt x="701" y="534"/>
                  </a:cubicBezTo>
                  <a:cubicBezTo>
                    <a:pt x="1001" y="467"/>
                    <a:pt x="1368" y="267"/>
                    <a:pt x="1368" y="267"/>
                  </a:cubicBezTo>
                  <a:cubicBezTo>
                    <a:pt x="1368" y="200"/>
                    <a:pt x="1301" y="0"/>
                    <a:pt x="13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2" name="Google Shape;472;p4"/>
            <p:cNvSpPr/>
            <p:nvPr/>
          </p:nvSpPr>
          <p:spPr>
            <a:xfrm>
              <a:off x="10231369" y="1587506"/>
              <a:ext cx="27081" cy="12910"/>
            </a:xfrm>
            <a:custGeom>
              <a:avLst/>
              <a:gdLst/>
              <a:ahLst/>
              <a:cxnLst/>
              <a:rect l="l" t="t" r="r" b="b"/>
              <a:pathLst>
                <a:path w="1202" h="573" extrusionOk="0">
                  <a:moveTo>
                    <a:pt x="901" y="0"/>
                  </a:moveTo>
                  <a:cubicBezTo>
                    <a:pt x="851" y="34"/>
                    <a:pt x="784" y="34"/>
                    <a:pt x="718" y="34"/>
                  </a:cubicBezTo>
                  <a:cubicBezTo>
                    <a:pt x="651" y="34"/>
                    <a:pt x="584" y="34"/>
                    <a:pt x="534" y="67"/>
                  </a:cubicBezTo>
                  <a:cubicBezTo>
                    <a:pt x="334" y="101"/>
                    <a:pt x="0" y="234"/>
                    <a:pt x="0" y="234"/>
                  </a:cubicBezTo>
                  <a:lnTo>
                    <a:pt x="0" y="467"/>
                  </a:lnTo>
                  <a:cubicBezTo>
                    <a:pt x="0" y="467"/>
                    <a:pt x="290" y="573"/>
                    <a:pt x="542" y="573"/>
                  </a:cubicBezTo>
                  <a:cubicBezTo>
                    <a:pt x="574" y="573"/>
                    <a:pt x="605" y="571"/>
                    <a:pt x="634" y="568"/>
                  </a:cubicBezTo>
                  <a:cubicBezTo>
                    <a:pt x="734" y="534"/>
                    <a:pt x="868" y="467"/>
                    <a:pt x="1001" y="401"/>
                  </a:cubicBezTo>
                  <a:cubicBezTo>
                    <a:pt x="1135" y="301"/>
                    <a:pt x="1201" y="267"/>
                    <a:pt x="1201" y="267"/>
                  </a:cubicBezTo>
                  <a:cubicBezTo>
                    <a:pt x="1201" y="267"/>
                    <a:pt x="1135" y="67"/>
                    <a:pt x="11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3" name="Google Shape;473;p4"/>
            <p:cNvSpPr/>
            <p:nvPr/>
          </p:nvSpPr>
          <p:spPr>
            <a:xfrm>
              <a:off x="10253156" y="1605394"/>
              <a:ext cx="20322" cy="11445"/>
            </a:xfrm>
            <a:custGeom>
              <a:avLst/>
              <a:gdLst/>
              <a:ahLst/>
              <a:cxnLst/>
              <a:rect l="l" t="t" r="r" b="b"/>
              <a:pathLst>
                <a:path w="902" h="508" extrusionOk="0">
                  <a:moveTo>
                    <a:pt x="479" y="0"/>
                  </a:moveTo>
                  <a:cubicBezTo>
                    <a:pt x="451" y="0"/>
                    <a:pt x="425" y="2"/>
                    <a:pt x="401" y="7"/>
                  </a:cubicBezTo>
                  <a:cubicBezTo>
                    <a:pt x="234" y="74"/>
                    <a:pt x="1" y="174"/>
                    <a:pt x="1" y="174"/>
                  </a:cubicBezTo>
                  <a:lnTo>
                    <a:pt x="1" y="441"/>
                  </a:lnTo>
                  <a:cubicBezTo>
                    <a:pt x="1" y="441"/>
                    <a:pt x="268" y="507"/>
                    <a:pt x="501" y="507"/>
                  </a:cubicBezTo>
                  <a:cubicBezTo>
                    <a:pt x="635" y="474"/>
                    <a:pt x="901" y="307"/>
                    <a:pt x="901" y="307"/>
                  </a:cubicBezTo>
                  <a:cubicBezTo>
                    <a:pt x="901" y="307"/>
                    <a:pt x="868" y="107"/>
                    <a:pt x="868" y="74"/>
                  </a:cubicBezTo>
                  <a:cubicBezTo>
                    <a:pt x="868" y="74"/>
                    <a:pt x="648" y="0"/>
                    <a:pt x="4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4" name="Google Shape;474;p4"/>
            <p:cNvSpPr/>
            <p:nvPr/>
          </p:nvSpPr>
          <p:spPr>
            <a:xfrm>
              <a:off x="10362877" y="1634661"/>
              <a:ext cx="20322" cy="12729"/>
            </a:xfrm>
            <a:custGeom>
              <a:avLst/>
              <a:gdLst/>
              <a:ahLst/>
              <a:cxnLst/>
              <a:rect l="l" t="t" r="r" b="b"/>
              <a:pathLst>
                <a:path w="902" h="565" extrusionOk="0">
                  <a:moveTo>
                    <a:pt x="205" y="1"/>
                  </a:moveTo>
                  <a:cubicBezTo>
                    <a:pt x="109" y="1"/>
                    <a:pt x="34" y="9"/>
                    <a:pt x="34" y="9"/>
                  </a:cubicBezTo>
                  <a:lnTo>
                    <a:pt x="1" y="242"/>
                  </a:lnTo>
                  <a:cubicBezTo>
                    <a:pt x="1" y="242"/>
                    <a:pt x="201" y="476"/>
                    <a:pt x="368" y="509"/>
                  </a:cubicBezTo>
                  <a:cubicBezTo>
                    <a:pt x="439" y="552"/>
                    <a:pt x="535" y="564"/>
                    <a:pt x="622" y="564"/>
                  </a:cubicBezTo>
                  <a:cubicBezTo>
                    <a:pt x="737" y="564"/>
                    <a:pt x="835" y="543"/>
                    <a:pt x="835" y="543"/>
                  </a:cubicBezTo>
                  <a:cubicBezTo>
                    <a:pt x="835" y="543"/>
                    <a:pt x="902" y="343"/>
                    <a:pt x="868" y="309"/>
                  </a:cubicBezTo>
                  <a:cubicBezTo>
                    <a:pt x="868" y="309"/>
                    <a:pt x="668" y="109"/>
                    <a:pt x="501" y="42"/>
                  </a:cubicBezTo>
                  <a:cubicBezTo>
                    <a:pt x="418" y="9"/>
                    <a:pt x="301" y="1"/>
                    <a:pt x="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5" name="Google Shape;475;p4"/>
            <p:cNvSpPr/>
            <p:nvPr/>
          </p:nvSpPr>
          <p:spPr>
            <a:xfrm>
              <a:off x="10359880" y="1661900"/>
              <a:ext cx="26315" cy="11310"/>
            </a:xfrm>
            <a:custGeom>
              <a:avLst/>
              <a:gdLst/>
              <a:ahLst/>
              <a:cxnLst/>
              <a:rect l="l" t="t" r="r" b="b"/>
              <a:pathLst>
                <a:path w="1168" h="502" extrusionOk="0">
                  <a:moveTo>
                    <a:pt x="101" y="1"/>
                  </a:moveTo>
                  <a:cubicBezTo>
                    <a:pt x="101" y="68"/>
                    <a:pt x="0" y="268"/>
                    <a:pt x="0" y="268"/>
                  </a:cubicBezTo>
                  <a:cubicBezTo>
                    <a:pt x="0" y="268"/>
                    <a:pt x="34" y="301"/>
                    <a:pt x="167" y="401"/>
                  </a:cubicBezTo>
                  <a:lnTo>
                    <a:pt x="534" y="501"/>
                  </a:lnTo>
                  <a:cubicBezTo>
                    <a:pt x="668" y="501"/>
                    <a:pt x="834" y="501"/>
                    <a:pt x="968" y="468"/>
                  </a:cubicBezTo>
                  <a:cubicBezTo>
                    <a:pt x="1101" y="434"/>
                    <a:pt x="1168" y="401"/>
                    <a:pt x="1168" y="401"/>
                  </a:cubicBezTo>
                  <a:cubicBezTo>
                    <a:pt x="1168" y="401"/>
                    <a:pt x="1135" y="168"/>
                    <a:pt x="1135" y="134"/>
                  </a:cubicBezTo>
                  <a:cubicBezTo>
                    <a:pt x="1135" y="134"/>
                    <a:pt x="1035" y="134"/>
                    <a:pt x="968" y="101"/>
                  </a:cubicBezTo>
                  <a:cubicBezTo>
                    <a:pt x="834" y="68"/>
                    <a:pt x="701" y="1"/>
                    <a:pt x="6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6" name="Google Shape;476;p4"/>
            <p:cNvSpPr/>
            <p:nvPr/>
          </p:nvSpPr>
          <p:spPr>
            <a:xfrm>
              <a:off x="10364386" y="1689724"/>
              <a:ext cx="24828" cy="11288"/>
            </a:xfrm>
            <a:custGeom>
              <a:avLst/>
              <a:gdLst/>
              <a:ahLst/>
              <a:cxnLst/>
              <a:rect l="l" t="t" r="r" b="b"/>
              <a:pathLst>
                <a:path w="1102" h="501" extrusionOk="0">
                  <a:moveTo>
                    <a:pt x="501" y="0"/>
                  </a:moveTo>
                  <a:cubicBezTo>
                    <a:pt x="301" y="0"/>
                    <a:pt x="1" y="100"/>
                    <a:pt x="1" y="100"/>
                  </a:cubicBezTo>
                  <a:lnTo>
                    <a:pt x="1" y="367"/>
                  </a:lnTo>
                  <a:cubicBezTo>
                    <a:pt x="1" y="367"/>
                    <a:pt x="334" y="500"/>
                    <a:pt x="568" y="500"/>
                  </a:cubicBezTo>
                  <a:cubicBezTo>
                    <a:pt x="801" y="500"/>
                    <a:pt x="1101" y="300"/>
                    <a:pt x="1101" y="300"/>
                  </a:cubicBezTo>
                  <a:cubicBezTo>
                    <a:pt x="1101" y="300"/>
                    <a:pt x="1068" y="100"/>
                    <a:pt x="1001" y="33"/>
                  </a:cubicBezTo>
                  <a:cubicBezTo>
                    <a:pt x="1001" y="33"/>
                    <a:pt x="668" y="0"/>
                    <a:pt x="5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7" name="Google Shape;477;p4"/>
            <p:cNvSpPr/>
            <p:nvPr/>
          </p:nvSpPr>
          <p:spPr>
            <a:xfrm>
              <a:off x="10377161" y="1720523"/>
              <a:ext cx="24085" cy="11310"/>
            </a:xfrm>
            <a:custGeom>
              <a:avLst/>
              <a:gdLst/>
              <a:ahLst/>
              <a:cxnLst/>
              <a:rect l="l" t="t" r="r" b="b"/>
              <a:pathLst>
                <a:path w="1069" h="502" extrusionOk="0">
                  <a:moveTo>
                    <a:pt x="534" y="1"/>
                  </a:moveTo>
                  <a:cubicBezTo>
                    <a:pt x="334" y="1"/>
                    <a:pt x="1" y="134"/>
                    <a:pt x="1" y="134"/>
                  </a:cubicBezTo>
                  <a:lnTo>
                    <a:pt x="1" y="368"/>
                  </a:lnTo>
                  <a:cubicBezTo>
                    <a:pt x="1" y="368"/>
                    <a:pt x="334" y="501"/>
                    <a:pt x="534" y="501"/>
                  </a:cubicBezTo>
                  <a:cubicBezTo>
                    <a:pt x="735" y="501"/>
                    <a:pt x="1068" y="368"/>
                    <a:pt x="1068" y="368"/>
                  </a:cubicBezTo>
                  <a:lnTo>
                    <a:pt x="1068" y="134"/>
                  </a:lnTo>
                  <a:cubicBezTo>
                    <a:pt x="1068" y="134"/>
                    <a:pt x="735" y="1"/>
                    <a:pt x="5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8" name="Google Shape;478;p4"/>
            <p:cNvSpPr/>
            <p:nvPr/>
          </p:nvSpPr>
          <p:spPr>
            <a:xfrm>
              <a:off x="10145868" y="1949225"/>
              <a:ext cx="442512" cy="241792"/>
            </a:xfrm>
            <a:custGeom>
              <a:avLst/>
              <a:gdLst/>
              <a:ahLst/>
              <a:cxnLst/>
              <a:rect l="l" t="t" r="r" b="b"/>
              <a:pathLst>
                <a:path w="19641" h="10732" extrusionOk="0">
                  <a:moveTo>
                    <a:pt x="3739" y="0"/>
                  </a:moveTo>
                  <a:cubicBezTo>
                    <a:pt x="3498" y="0"/>
                    <a:pt x="3258" y="30"/>
                    <a:pt x="3028" y="90"/>
                  </a:cubicBezTo>
                  <a:cubicBezTo>
                    <a:pt x="2828" y="190"/>
                    <a:pt x="2661" y="224"/>
                    <a:pt x="2494" y="324"/>
                  </a:cubicBezTo>
                  <a:cubicBezTo>
                    <a:pt x="2328" y="391"/>
                    <a:pt x="2161" y="491"/>
                    <a:pt x="2027" y="591"/>
                  </a:cubicBezTo>
                  <a:cubicBezTo>
                    <a:pt x="1761" y="824"/>
                    <a:pt x="1527" y="1091"/>
                    <a:pt x="1427" y="1391"/>
                  </a:cubicBezTo>
                  <a:cubicBezTo>
                    <a:pt x="1127" y="1992"/>
                    <a:pt x="993" y="2492"/>
                    <a:pt x="827" y="2859"/>
                  </a:cubicBezTo>
                  <a:cubicBezTo>
                    <a:pt x="660" y="3259"/>
                    <a:pt x="493" y="3560"/>
                    <a:pt x="360" y="3726"/>
                  </a:cubicBezTo>
                  <a:cubicBezTo>
                    <a:pt x="293" y="3826"/>
                    <a:pt x="260" y="3893"/>
                    <a:pt x="193" y="3926"/>
                  </a:cubicBezTo>
                  <a:cubicBezTo>
                    <a:pt x="159" y="3993"/>
                    <a:pt x="126" y="3993"/>
                    <a:pt x="126" y="3993"/>
                  </a:cubicBezTo>
                  <a:cubicBezTo>
                    <a:pt x="0" y="4119"/>
                    <a:pt x="65" y="4340"/>
                    <a:pt x="204" y="4340"/>
                  </a:cubicBezTo>
                  <a:cubicBezTo>
                    <a:pt x="249" y="4340"/>
                    <a:pt x="303" y="4317"/>
                    <a:pt x="360" y="4260"/>
                  </a:cubicBezTo>
                  <a:lnTo>
                    <a:pt x="460" y="4193"/>
                  </a:lnTo>
                  <a:lnTo>
                    <a:pt x="660" y="3993"/>
                  </a:lnTo>
                  <a:cubicBezTo>
                    <a:pt x="827" y="3760"/>
                    <a:pt x="1027" y="3493"/>
                    <a:pt x="1194" y="3059"/>
                  </a:cubicBezTo>
                  <a:cubicBezTo>
                    <a:pt x="1427" y="2692"/>
                    <a:pt x="1594" y="2192"/>
                    <a:pt x="1827" y="1692"/>
                  </a:cubicBezTo>
                  <a:cubicBezTo>
                    <a:pt x="1961" y="1491"/>
                    <a:pt x="2128" y="1225"/>
                    <a:pt x="2328" y="1058"/>
                  </a:cubicBezTo>
                  <a:cubicBezTo>
                    <a:pt x="2528" y="891"/>
                    <a:pt x="2828" y="758"/>
                    <a:pt x="3128" y="691"/>
                  </a:cubicBezTo>
                  <a:cubicBezTo>
                    <a:pt x="3289" y="657"/>
                    <a:pt x="3452" y="640"/>
                    <a:pt x="3616" y="640"/>
                  </a:cubicBezTo>
                  <a:cubicBezTo>
                    <a:pt x="4095" y="640"/>
                    <a:pt x="4573" y="784"/>
                    <a:pt x="4996" y="1058"/>
                  </a:cubicBezTo>
                  <a:cubicBezTo>
                    <a:pt x="5263" y="1225"/>
                    <a:pt x="5497" y="1491"/>
                    <a:pt x="5697" y="1758"/>
                  </a:cubicBezTo>
                  <a:cubicBezTo>
                    <a:pt x="5830" y="1925"/>
                    <a:pt x="5864" y="2058"/>
                    <a:pt x="5964" y="2225"/>
                  </a:cubicBezTo>
                  <a:cubicBezTo>
                    <a:pt x="5997" y="2392"/>
                    <a:pt x="6097" y="2592"/>
                    <a:pt x="6164" y="2759"/>
                  </a:cubicBezTo>
                  <a:cubicBezTo>
                    <a:pt x="6331" y="3159"/>
                    <a:pt x="6497" y="3526"/>
                    <a:pt x="6831" y="3860"/>
                  </a:cubicBezTo>
                  <a:cubicBezTo>
                    <a:pt x="6998" y="4027"/>
                    <a:pt x="7198" y="4193"/>
                    <a:pt x="7431" y="4260"/>
                  </a:cubicBezTo>
                  <a:cubicBezTo>
                    <a:pt x="7531" y="4327"/>
                    <a:pt x="7631" y="4360"/>
                    <a:pt x="7765" y="4393"/>
                  </a:cubicBezTo>
                  <a:cubicBezTo>
                    <a:pt x="7865" y="4427"/>
                    <a:pt x="7998" y="4427"/>
                    <a:pt x="8132" y="4427"/>
                  </a:cubicBezTo>
                  <a:cubicBezTo>
                    <a:pt x="8632" y="4427"/>
                    <a:pt x="8999" y="4260"/>
                    <a:pt x="9333" y="4093"/>
                  </a:cubicBezTo>
                  <a:cubicBezTo>
                    <a:pt x="9633" y="3993"/>
                    <a:pt x="9966" y="3826"/>
                    <a:pt x="10267" y="3660"/>
                  </a:cubicBezTo>
                  <a:cubicBezTo>
                    <a:pt x="10700" y="3393"/>
                    <a:pt x="11201" y="3193"/>
                    <a:pt x="11668" y="3193"/>
                  </a:cubicBezTo>
                  <a:cubicBezTo>
                    <a:pt x="12135" y="3193"/>
                    <a:pt x="12635" y="3393"/>
                    <a:pt x="13102" y="3726"/>
                  </a:cubicBezTo>
                  <a:cubicBezTo>
                    <a:pt x="13336" y="3893"/>
                    <a:pt x="13536" y="4060"/>
                    <a:pt x="13803" y="4227"/>
                  </a:cubicBezTo>
                  <a:cubicBezTo>
                    <a:pt x="13969" y="4393"/>
                    <a:pt x="14203" y="4560"/>
                    <a:pt x="14336" y="4760"/>
                  </a:cubicBezTo>
                  <a:cubicBezTo>
                    <a:pt x="14637" y="5161"/>
                    <a:pt x="14837" y="5661"/>
                    <a:pt x="14937" y="6161"/>
                  </a:cubicBezTo>
                  <a:cubicBezTo>
                    <a:pt x="15037" y="6662"/>
                    <a:pt x="15104" y="7162"/>
                    <a:pt x="15170" y="7596"/>
                  </a:cubicBezTo>
                  <a:cubicBezTo>
                    <a:pt x="15204" y="8063"/>
                    <a:pt x="15337" y="8530"/>
                    <a:pt x="15504" y="8863"/>
                  </a:cubicBezTo>
                  <a:cubicBezTo>
                    <a:pt x="15671" y="9230"/>
                    <a:pt x="15871" y="9497"/>
                    <a:pt x="16038" y="9664"/>
                  </a:cubicBezTo>
                  <a:cubicBezTo>
                    <a:pt x="16204" y="9831"/>
                    <a:pt x="16371" y="9897"/>
                    <a:pt x="16438" y="9931"/>
                  </a:cubicBezTo>
                  <a:lnTo>
                    <a:pt x="16371" y="9931"/>
                  </a:lnTo>
                  <a:cubicBezTo>
                    <a:pt x="16972" y="10364"/>
                    <a:pt x="17505" y="10498"/>
                    <a:pt x="17872" y="10565"/>
                  </a:cubicBezTo>
                  <a:cubicBezTo>
                    <a:pt x="18306" y="10665"/>
                    <a:pt x="18606" y="10698"/>
                    <a:pt x="18806" y="10698"/>
                  </a:cubicBezTo>
                  <a:cubicBezTo>
                    <a:pt x="19206" y="10731"/>
                    <a:pt x="19307" y="10731"/>
                    <a:pt x="19307" y="10731"/>
                  </a:cubicBezTo>
                  <a:cubicBezTo>
                    <a:pt x="19607" y="10731"/>
                    <a:pt x="19640" y="10431"/>
                    <a:pt x="19440" y="10331"/>
                  </a:cubicBezTo>
                  <a:cubicBezTo>
                    <a:pt x="19440" y="10331"/>
                    <a:pt x="19340" y="10331"/>
                    <a:pt x="18940" y="10264"/>
                  </a:cubicBezTo>
                  <a:cubicBezTo>
                    <a:pt x="18706" y="10231"/>
                    <a:pt x="18439" y="10231"/>
                    <a:pt x="18039" y="10164"/>
                  </a:cubicBezTo>
                  <a:cubicBezTo>
                    <a:pt x="17672" y="10064"/>
                    <a:pt x="17205" y="9931"/>
                    <a:pt x="16771" y="9564"/>
                  </a:cubicBezTo>
                  <a:lnTo>
                    <a:pt x="16705" y="9564"/>
                  </a:lnTo>
                  <a:cubicBezTo>
                    <a:pt x="16638" y="9497"/>
                    <a:pt x="16271" y="9230"/>
                    <a:pt x="16004" y="8663"/>
                  </a:cubicBezTo>
                  <a:cubicBezTo>
                    <a:pt x="15871" y="8363"/>
                    <a:pt x="15804" y="7996"/>
                    <a:pt x="15771" y="7529"/>
                  </a:cubicBezTo>
                  <a:cubicBezTo>
                    <a:pt x="15671" y="7062"/>
                    <a:pt x="15637" y="6562"/>
                    <a:pt x="15537" y="6028"/>
                  </a:cubicBezTo>
                  <a:cubicBezTo>
                    <a:pt x="15470" y="5494"/>
                    <a:pt x="15270" y="4860"/>
                    <a:pt x="14870" y="4360"/>
                  </a:cubicBezTo>
                  <a:cubicBezTo>
                    <a:pt x="14703" y="4060"/>
                    <a:pt x="14470" y="3893"/>
                    <a:pt x="14203" y="3660"/>
                  </a:cubicBezTo>
                  <a:cubicBezTo>
                    <a:pt x="13969" y="3426"/>
                    <a:pt x="13769" y="3259"/>
                    <a:pt x="13502" y="3093"/>
                  </a:cubicBezTo>
                  <a:cubicBezTo>
                    <a:pt x="13002" y="2759"/>
                    <a:pt x="12435" y="2392"/>
                    <a:pt x="11701" y="2392"/>
                  </a:cubicBezTo>
                  <a:cubicBezTo>
                    <a:pt x="11001" y="2425"/>
                    <a:pt x="10467" y="2692"/>
                    <a:pt x="9966" y="2926"/>
                  </a:cubicBezTo>
                  <a:cubicBezTo>
                    <a:pt x="9666" y="3059"/>
                    <a:pt x="9366" y="3226"/>
                    <a:pt x="9032" y="3393"/>
                  </a:cubicBezTo>
                  <a:cubicBezTo>
                    <a:pt x="8766" y="3560"/>
                    <a:pt x="8465" y="3693"/>
                    <a:pt x="8165" y="3693"/>
                  </a:cubicBezTo>
                  <a:cubicBezTo>
                    <a:pt x="8098" y="3660"/>
                    <a:pt x="8032" y="3660"/>
                    <a:pt x="7965" y="3660"/>
                  </a:cubicBezTo>
                  <a:cubicBezTo>
                    <a:pt x="7865" y="3593"/>
                    <a:pt x="7832" y="3593"/>
                    <a:pt x="7765" y="3560"/>
                  </a:cubicBezTo>
                  <a:cubicBezTo>
                    <a:pt x="7598" y="3526"/>
                    <a:pt x="7498" y="3393"/>
                    <a:pt x="7365" y="3326"/>
                  </a:cubicBezTo>
                  <a:cubicBezTo>
                    <a:pt x="7164" y="3093"/>
                    <a:pt x="6998" y="2759"/>
                    <a:pt x="6831" y="2425"/>
                  </a:cubicBezTo>
                  <a:cubicBezTo>
                    <a:pt x="6798" y="2259"/>
                    <a:pt x="6697" y="2092"/>
                    <a:pt x="6631" y="1892"/>
                  </a:cubicBezTo>
                  <a:cubicBezTo>
                    <a:pt x="6531" y="1725"/>
                    <a:pt x="6431" y="1525"/>
                    <a:pt x="6297" y="1358"/>
                  </a:cubicBezTo>
                  <a:cubicBezTo>
                    <a:pt x="6030" y="991"/>
                    <a:pt x="5697" y="691"/>
                    <a:pt x="5363" y="491"/>
                  </a:cubicBezTo>
                  <a:cubicBezTo>
                    <a:pt x="4873" y="164"/>
                    <a:pt x="4301" y="0"/>
                    <a:pt x="3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9" name="Google Shape;479;p4"/>
            <p:cNvSpPr/>
            <p:nvPr/>
          </p:nvSpPr>
          <p:spPr>
            <a:xfrm>
              <a:off x="10241147" y="1982299"/>
              <a:ext cx="23319" cy="10319"/>
            </a:xfrm>
            <a:custGeom>
              <a:avLst/>
              <a:gdLst/>
              <a:ahLst/>
              <a:cxnLst/>
              <a:rect l="l" t="t" r="r" b="b"/>
              <a:pathLst>
                <a:path w="1035" h="458" extrusionOk="0">
                  <a:moveTo>
                    <a:pt x="610" y="0"/>
                  </a:moveTo>
                  <a:cubicBezTo>
                    <a:pt x="559" y="0"/>
                    <a:pt x="509" y="7"/>
                    <a:pt x="467" y="23"/>
                  </a:cubicBezTo>
                  <a:cubicBezTo>
                    <a:pt x="400" y="23"/>
                    <a:pt x="267" y="57"/>
                    <a:pt x="167" y="123"/>
                  </a:cubicBezTo>
                  <a:cubicBezTo>
                    <a:pt x="67" y="224"/>
                    <a:pt x="0" y="257"/>
                    <a:pt x="0" y="257"/>
                  </a:cubicBezTo>
                  <a:lnTo>
                    <a:pt x="133" y="457"/>
                  </a:lnTo>
                  <a:lnTo>
                    <a:pt x="567" y="457"/>
                  </a:lnTo>
                  <a:cubicBezTo>
                    <a:pt x="734" y="424"/>
                    <a:pt x="1034" y="257"/>
                    <a:pt x="1034" y="257"/>
                  </a:cubicBezTo>
                  <a:cubicBezTo>
                    <a:pt x="1034" y="257"/>
                    <a:pt x="967" y="57"/>
                    <a:pt x="934" y="57"/>
                  </a:cubicBezTo>
                  <a:cubicBezTo>
                    <a:pt x="934" y="57"/>
                    <a:pt x="765" y="0"/>
                    <a:pt x="6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0" name="Google Shape;480;p4"/>
            <p:cNvSpPr/>
            <p:nvPr/>
          </p:nvSpPr>
          <p:spPr>
            <a:xfrm>
              <a:off x="10243400" y="2005370"/>
              <a:ext cx="26315" cy="11288"/>
            </a:xfrm>
            <a:custGeom>
              <a:avLst/>
              <a:gdLst/>
              <a:ahLst/>
              <a:cxnLst/>
              <a:rect l="l" t="t" r="r" b="b"/>
              <a:pathLst>
                <a:path w="1168" h="501" extrusionOk="0">
                  <a:moveTo>
                    <a:pt x="601" y="0"/>
                  </a:moveTo>
                  <a:cubicBezTo>
                    <a:pt x="334" y="0"/>
                    <a:pt x="0" y="100"/>
                    <a:pt x="0" y="100"/>
                  </a:cubicBezTo>
                  <a:lnTo>
                    <a:pt x="0" y="367"/>
                  </a:lnTo>
                  <a:cubicBezTo>
                    <a:pt x="0" y="367"/>
                    <a:pt x="367" y="500"/>
                    <a:pt x="601" y="500"/>
                  </a:cubicBezTo>
                  <a:cubicBezTo>
                    <a:pt x="834" y="500"/>
                    <a:pt x="1168" y="367"/>
                    <a:pt x="1168" y="367"/>
                  </a:cubicBezTo>
                  <a:lnTo>
                    <a:pt x="1168" y="100"/>
                  </a:lnTo>
                  <a:cubicBezTo>
                    <a:pt x="1168" y="100"/>
                    <a:pt x="801"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1" name="Google Shape;481;p4"/>
            <p:cNvSpPr/>
            <p:nvPr/>
          </p:nvSpPr>
          <p:spPr>
            <a:xfrm>
              <a:off x="10247906" y="2024565"/>
              <a:ext cx="24828" cy="11625"/>
            </a:xfrm>
            <a:custGeom>
              <a:avLst/>
              <a:gdLst/>
              <a:ahLst/>
              <a:cxnLst/>
              <a:rect l="l" t="t" r="r" b="b"/>
              <a:pathLst>
                <a:path w="1102" h="516" extrusionOk="0">
                  <a:moveTo>
                    <a:pt x="633" y="1"/>
                  </a:moveTo>
                  <a:cubicBezTo>
                    <a:pt x="590" y="1"/>
                    <a:pt x="545" y="4"/>
                    <a:pt x="501" y="15"/>
                  </a:cubicBezTo>
                  <a:cubicBezTo>
                    <a:pt x="401" y="15"/>
                    <a:pt x="267" y="82"/>
                    <a:pt x="167" y="182"/>
                  </a:cubicBezTo>
                  <a:cubicBezTo>
                    <a:pt x="67" y="249"/>
                    <a:pt x="0" y="349"/>
                    <a:pt x="0" y="349"/>
                  </a:cubicBezTo>
                  <a:lnTo>
                    <a:pt x="167" y="516"/>
                  </a:lnTo>
                  <a:cubicBezTo>
                    <a:pt x="167" y="482"/>
                    <a:pt x="434" y="482"/>
                    <a:pt x="601" y="416"/>
                  </a:cubicBezTo>
                  <a:cubicBezTo>
                    <a:pt x="767" y="382"/>
                    <a:pt x="1068" y="249"/>
                    <a:pt x="1068" y="249"/>
                  </a:cubicBezTo>
                  <a:cubicBezTo>
                    <a:pt x="1068" y="249"/>
                    <a:pt x="1068" y="49"/>
                    <a:pt x="1101" y="49"/>
                  </a:cubicBezTo>
                  <a:cubicBezTo>
                    <a:pt x="1101" y="49"/>
                    <a:pt x="1001" y="15"/>
                    <a:pt x="868" y="15"/>
                  </a:cubicBezTo>
                  <a:cubicBezTo>
                    <a:pt x="801" y="15"/>
                    <a:pt x="719" y="1"/>
                    <a:pt x="6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2" name="Google Shape;482;p4"/>
            <p:cNvSpPr/>
            <p:nvPr/>
          </p:nvSpPr>
          <p:spPr>
            <a:xfrm>
              <a:off x="10262934" y="2050452"/>
              <a:ext cx="22575" cy="11288"/>
            </a:xfrm>
            <a:custGeom>
              <a:avLst/>
              <a:gdLst/>
              <a:ahLst/>
              <a:cxnLst/>
              <a:rect l="l" t="t" r="r" b="b"/>
              <a:pathLst>
                <a:path w="1002" h="501" extrusionOk="0">
                  <a:moveTo>
                    <a:pt x="467" y="1"/>
                  </a:moveTo>
                  <a:cubicBezTo>
                    <a:pt x="301" y="1"/>
                    <a:pt x="0" y="101"/>
                    <a:pt x="0" y="101"/>
                  </a:cubicBezTo>
                  <a:lnTo>
                    <a:pt x="0" y="367"/>
                  </a:lnTo>
                  <a:cubicBezTo>
                    <a:pt x="0" y="367"/>
                    <a:pt x="301" y="501"/>
                    <a:pt x="501" y="501"/>
                  </a:cubicBezTo>
                  <a:cubicBezTo>
                    <a:pt x="734" y="501"/>
                    <a:pt x="1001" y="334"/>
                    <a:pt x="1001" y="334"/>
                  </a:cubicBezTo>
                  <a:cubicBezTo>
                    <a:pt x="1001" y="267"/>
                    <a:pt x="968" y="67"/>
                    <a:pt x="934" y="34"/>
                  </a:cubicBezTo>
                  <a:cubicBezTo>
                    <a:pt x="934" y="34"/>
                    <a:pt x="634" y="1"/>
                    <a:pt x="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3" name="Google Shape;483;p4"/>
            <p:cNvSpPr/>
            <p:nvPr/>
          </p:nvSpPr>
          <p:spPr>
            <a:xfrm>
              <a:off x="10441056" y="2066989"/>
              <a:ext cx="18790" cy="11288"/>
            </a:xfrm>
            <a:custGeom>
              <a:avLst/>
              <a:gdLst/>
              <a:ahLst/>
              <a:cxnLst/>
              <a:rect l="l" t="t" r="r" b="b"/>
              <a:pathLst>
                <a:path w="834" h="501" extrusionOk="0">
                  <a:moveTo>
                    <a:pt x="434" y="0"/>
                  </a:moveTo>
                  <a:cubicBezTo>
                    <a:pt x="234" y="0"/>
                    <a:pt x="0" y="100"/>
                    <a:pt x="0" y="100"/>
                  </a:cubicBezTo>
                  <a:lnTo>
                    <a:pt x="0" y="334"/>
                  </a:lnTo>
                  <a:cubicBezTo>
                    <a:pt x="0" y="334"/>
                    <a:pt x="234" y="501"/>
                    <a:pt x="367" y="501"/>
                  </a:cubicBezTo>
                  <a:cubicBezTo>
                    <a:pt x="567" y="501"/>
                    <a:pt x="834" y="434"/>
                    <a:pt x="834" y="434"/>
                  </a:cubicBezTo>
                  <a:lnTo>
                    <a:pt x="834" y="167"/>
                  </a:lnTo>
                  <a:cubicBezTo>
                    <a:pt x="834" y="167"/>
                    <a:pt x="567" y="0"/>
                    <a:pt x="4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4" name="Google Shape;484;p4"/>
            <p:cNvSpPr/>
            <p:nvPr/>
          </p:nvSpPr>
          <p:spPr>
            <a:xfrm>
              <a:off x="10437293" y="2097810"/>
              <a:ext cx="24828" cy="11806"/>
            </a:xfrm>
            <a:custGeom>
              <a:avLst/>
              <a:gdLst/>
              <a:ahLst/>
              <a:cxnLst/>
              <a:rect l="l" t="t" r="r" b="b"/>
              <a:pathLst>
                <a:path w="1102" h="524" extrusionOk="0">
                  <a:moveTo>
                    <a:pt x="501" y="0"/>
                  </a:moveTo>
                  <a:cubicBezTo>
                    <a:pt x="334" y="67"/>
                    <a:pt x="34" y="234"/>
                    <a:pt x="34" y="234"/>
                  </a:cubicBezTo>
                  <a:cubicBezTo>
                    <a:pt x="0" y="234"/>
                    <a:pt x="67" y="467"/>
                    <a:pt x="67" y="467"/>
                  </a:cubicBezTo>
                  <a:cubicBezTo>
                    <a:pt x="67" y="467"/>
                    <a:pt x="236" y="523"/>
                    <a:pt x="405" y="523"/>
                  </a:cubicBezTo>
                  <a:cubicBezTo>
                    <a:pt x="461" y="523"/>
                    <a:pt x="517" y="517"/>
                    <a:pt x="567" y="500"/>
                  </a:cubicBezTo>
                  <a:cubicBezTo>
                    <a:pt x="701" y="500"/>
                    <a:pt x="834" y="467"/>
                    <a:pt x="901" y="400"/>
                  </a:cubicBezTo>
                  <a:cubicBezTo>
                    <a:pt x="1001" y="300"/>
                    <a:pt x="1068" y="267"/>
                    <a:pt x="1068" y="267"/>
                  </a:cubicBezTo>
                  <a:cubicBezTo>
                    <a:pt x="1101" y="267"/>
                    <a:pt x="1001" y="100"/>
                    <a:pt x="9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5" name="Google Shape;485;p4"/>
            <p:cNvSpPr/>
            <p:nvPr/>
          </p:nvSpPr>
          <p:spPr>
            <a:xfrm>
              <a:off x="10438803" y="2125252"/>
              <a:ext cx="25572" cy="12617"/>
            </a:xfrm>
            <a:custGeom>
              <a:avLst/>
              <a:gdLst/>
              <a:ahLst/>
              <a:cxnLst/>
              <a:rect l="l" t="t" r="r" b="b"/>
              <a:pathLst>
                <a:path w="1135" h="560" extrusionOk="0">
                  <a:moveTo>
                    <a:pt x="990" y="1"/>
                  </a:moveTo>
                  <a:cubicBezTo>
                    <a:pt x="981" y="1"/>
                    <a:pt x="973" y="5"/>
                    <a:pt x="967" y="16"/>
                  </a:cubicBezTo>
                  <a:cubicBezTo>
                    <a:pt x="967" y="16"/>
                    <a:pt x="867" y="50"/>
                    <a:pt x="801" y="50"/>
                  </a:cubicBezTo>
                  <a:cubicBezTo>
                    <a:pt x="701" y="50"/>
                    <a:pt x="600" y="50"/>
                    <a:pt x="500" y="83"/>
                  </a:cubicBezTo>
                  <a:cubicBezTo>
                    <a:pt x="300" y="116"/>
                    <a:pt x="0" y="250"/>
                    <a:pt x="0" y="250"/>
                  </a:cubicBezTo>
                  <a:lnTo>
                    <a:pt x="0" y="517"/>
                  </a:lnTo>
                  <a:cubicBezTo>
                    <a:pt x="0" y="517"/>
                    <a:pt x="213" y="559"/>
                    <a:pt x="436" y="559"/>
                  </a:cubicBezTo>
                  <a:cubicBezTo>
                    <a:pt x="491" y="559"/>
                    <a:pt x="547" y="557"/>
                    <a:pt x="600" y="550"/>
                  </a:cubicBezTo>
                  <a:cubicBezTo>
                    <a:pt x="701" y="517"/>
                    <a:pt x="867" y="417"/>
                    <a:pt x="967" y="350"/>
                  </a:cubicBezTo>
                  <a:cubicBezTo>
                    <a:pt x="1101" y="250"/>
                    <a:pt x="1134" y="183"/>
                    <a:pt x="1134" y="183"/>
                  </a:cubicBezTo>
                  <a:cubicBezTo>
                    <a:pt x="1134" y="127"/>
                    <a:pt x="1040" y="1"/>
                    <a:pt x="9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6" name="Google Shape;486;p4"/>
            <p:cNvSpPr/>
            <p:nvPr/>
          </p:nvSpPr>
          <p:spPr>
            <a:xfrm>
              <a:off x="10450068" y="2152671"/>
              <a:ext cx="24828" cy="11625"/>
            </a:xfrm>
            <a:custGeom>
              <a:avLst/>
              <a:gdLst/>
              <a:ahLst/>
              <a:cxnLst/>
              <a:rect l="l" t="t" r="r" b="b"/>
              <a:pathLst>
                <a:path w="1102" h="516" extrusionOk="0">
                  <a:moveTo>
                    <a:pt x="1001" y="0"/>
                  </a:moveTo>
                  <a:cubicBezTo>
                    <a:pt x="1001" y="0"/>
                    <a:pt x="668" y="0"/>
                    <a:pt x="501" y="33"/>
                  </a:cubicBezTo>
                  <a:cubicBezTo>
                    <a:pt x="301" y="67"/>
                    <a:pt x="0" y="234"/>
                    <a:pt x="0" y="234"/>
                  </a:cubicBezTo>
                  <a:lnTo>
                    <a:pt x="34" y="500"/>
                  </a:lnTo>
                  <a:cubicBezTo>
                    <a:pt x="34" y="500"/>
                    <a:pt x="182" y="515"/>
                    <a:pt x="350" y="515"/>
                  </a:cubicBezTo>
                  <a:cubicBezTo>
                    <a:pt x="434" y="515"/>
                    <a:pt x="523" y="512"/>
                    <a:pt x="601" y="500"/>
                  </a:cubicBezTo>
                  <a:cubicBezTo>
                    <a:pt x="801" y="400"/>
                    <a:pt x="1101" y="200"/>
                    <a:pt x="1101" y="200"/>
                  </a:cubicBez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7" name="Google Shape;487;p4"/>
            <p:cNvSpPr/>
            <p:nvPr/>
          </p:nvSpPr>
          <p:spPr>
            <a:xfrm>
              <a:off x="10476360" y="2165445"/>
              <a:ext cx="14307" cy="15050"/>
            </a:xfrm>
            <a:custGeom>
              <a:avLst/>
              <a:gdLst/>
              <a:ahLst/>
              <a:cxnLst/>
              <a:rect l="l" t="t" r="r" b="b"/>
              <a:pathLst>
                <a:path w="635" h="668" extrusionOk="0">
                  <a:moveTo>
                    <a:pt x="334" y="0"/>
                  </a:moveTo>
                  <a:lnTo>
                    <a:pt x="268" y="100"/>
                  </a:lnTo>
                  <a:cubicBezTo>
                    <a:pt x="201" y="134"/>
                    <a:pt x="134" y="167"/>
                    <a:pt x="134" y="234"/>
                  </a:cubicBezTo>
                  <a:cubicBezTo>
                    <a:pt x="101" y="267"/>
                    <a:pt x="1" y="467"/>
                    <a:pt x="1" y="467"/>
                  </a:cubicBezTo>
                  <a:cubicBezTo>
                    <a:pt x="1" y="467"/>
                    <a:pt x="134" y="634"/>
                    <a:pt x="201" y="667"/>
                  </a:cubicBezTo>
                  <a:cubicBezTo>
                    <a:pt x="201" y="667"/>
                    <a:pt x="268" y="667"/>
                    <a:pt x="334" y="634"/>
                  </a:cubicBezTo>
                  <a:cubicBezTo>
                    <a:pt x="435" y="601"/>
                    <a:pt x="501" y="567"/>
                    <a:pt x="535" y="467"/>
                  </a:cubicBezTo>
                  <a:cubicBezTo>
                    <a:pt x="635" y="400"/>
                    <a:pt x="635" y="267"/>
                    <a:pt x="635" y="167"/>
                  </a:cubicBezTo>
                  <a:cubicBezTo>
                    <a:pt x="635" y="67"/>
                    <a:pt x="601"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8" name="Google Shape;488;p4"/>
            <p:cNvSpPr/>
            <p:nvPr/>
          </p:nvSpPr>
          <p:spPr>
            <a:xfrm>
              <a:off x="10498913" y="2186488"/>
              <a:ext cx="12054" cy="18813"/>
            </a:xfrm>
            <a:custGeom>
              <a:avLst/>
              <a:gdLst/>
              <a:ahLst/>
              <a:cxnLst/>
              <a:rect l="l" t="t" r="r" b="b"/>
              <a:pathLst>
                <a:path w="535" h="835" extrusionOk="0">
                  <a:moveTo>
                    <a:pt x="201" y="0"/>
                  </a:moveTo>
                  <a:cubicBezTo>
                    <a:pt x="201" y="0"/>
                    <a:pt x="167" y="34"/>
                    <a:pt x="134" y="134"/>
                  </a:cubicBezTo>
                  <a:cubicBezTo>
                    <a:pt x="134" y="200"/>
                    <a:pt x="34" y="234"/>
                    <a:pt x="34" y="334"/>
                  </a:cubicBezTo>
                  <a:cubicBezTo>
                    <a:pt x="1" y="400"/>
                    <a:pt x="1" y="667"/>
                    <a:pt x="1" y="667"/>
                  </a:cubicBezTo>
                  <a:cubicBezTo>
                    <a:pt x="1" y="701"/>
                    <a:pt x="201" y="801"/>
                    <a:pt x="201" y="834"/>
                  </a:cubicBezTo>
                  <a:lnTo>
                    <a:pt x="334" y="701"/>
                  </a:lnTo>
                  <a:cubicBezTo>
                    <a:pt x="434" y="667"/>
                    <a:pt x="468" y="534"/>
                    <a:pt x="501" y="467"/>
                  </a:cubicBezTo>
                  <a:cubicBezTo>
                    <a:pt x="534" y="367"/>
                    <a:pt x="534" y="234"/>
                    <a:pt x="501" y="167"/>
                  </a:cubicBezTo>
                  <a:cubicBezTo>
                    <a:pt x="501" y="67"/>
                    <a:pt x="468" y="0"/>
                    <a:pt x="4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9" name="Google Shape;489;p4"/>
            <p:cNvSpPr/>
            <p:nvPr/>
          </p:nvSpPr>
          <p:spPr>
            <a:xfrm>
              <a:off x="10592863" y="2469803"/>
              <a:ext cx="21809" cy="11310"/>
            </a:xfrm>
            <a:custGeom>
              <a:avLst/>
              <a:gdLst/>
              <a:ahLst/>
              <a:cxnLst/>
              <a:rect l="l" t="t" r="r" b="b"/>
              <a:pathLst>
                <a:path w="968" h="502" extrusionOk="0">
                  <a:moveTo>
                    <a:pt x="467" y="1"/>
                  </a:moveTo>
                  <a:cubicBezTo>
                    <a:pt x="300" y="1"/>
                    <a:pt x="0" y="134"/>
                    <a:pt x="0" y="134"/>
                  </a:cubicBezTo>
                  <a:lnTo>
                    <a:pt x="0" y="401"/>
                  </a:lnTo>
                  <a:cubicBezTo>
                    <a:pt x="0" y="401"/>
                    <a:pt x="267" y="501"/>
                    <a:pt x="467" y="501"/>
                  </a:cubicBezTo>
                  <a:cubicBezTo>
                    <a:pt x="634" y="501"/>
                    <a:pt x="934" y="401"/>
                    <a:pt x="934" y="401"/>
                  </a:cubicBezTo>
                  <a:cubicBezTo>
                    <a:pt x="968" y="401"/>
                    <a:pt x="968" y="168"/>
                    <a:pt x="934" y="134"/>
                  </a:cubicBezTo>
                  <a:cubicBezTo>
                    <a:pt x="934" y="134"/>
                    <a:pt x="634" y="1"/>
                    <a:pt x="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0" name="Google Shape;490;p4"/>
            <p:cNvSpPr/>
            <p:nvPr/>
          </p:nvSpPr>
          <p:spPr>
            <a:xfrm>
              <a:off x="10589101" y="2487647"/>
              <a:ext cx="24828" cy="11490"/>
            </a:xfrm>
            <a:custGeom>
              <a:avLst/>
              <a:gdLst/>
              <a:ahLst/>
              <a:cxnLst/>
              <a:rect l="l" t="t" r="r" b="b"/>
              <a:pathLst>
                <a:path w="1102" h="510" extrusionOk="0">
                  <a:moveTo>
                    <a:pt x="633" y="0"/>
                  </a:moveTo>
                  <a:cubicBezTo>
                    <a:pt x="586" y="0"/>
                    <a:pt x="541" y="3"/>
                    <a:pt x="501" y="9"/>
                  </a:cubicBezTo>
                  <a:cubicBezTo>
                    <a:pt x="301" y="43"/>
                    <a:pt x="0" y="176"/>
                    <a:pt x="0" y="176"/>
                  </a:cubicBezTo>
                  <a:lnTo>
                    <a:pt x="0" y="443"/>
                  </a:lnTo>
                  <a:cubicBezTo>
                    <a:pt x="0" y="443"/>
                    <a:pt x="334" y="510"/>
                    <a:pt x="534" y="510"/>
                  </a:cubicBezTo>
                  <a:cubicBezTo>
                    <a:pt x="768" y="476"/>
                    <a:pt x="1035" y="310"/>
                    <a:pt x="1035" y="310"/>
                  </a:cubicBezTo>
                  <a:cubicBezTo>
                    <a:pt x="1101" y="276"/>
                    <a:pt x="1035" y="43"/>
                    <a:pt x="1035" y="43"/>
                  </a:cubicBezTo>
                  <a:cubicBezTo>
                    <a:pt x="1035" y="43"/>
                    <a:pt x="821" y="0"/>
                    <a:pt x="6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1" name="Google Shape;491;p4"/>
            <p:cNvSpPr/>
            <p:nvPr/>
          </p:nvSpPr>
          <p:spPr>
            <a:xfrm>
              <a:off x="10598879" y="2512655"/>
              <a:ext cx="23319" cy="9778"/>
            </a:xfrm>
            <a:custGeom>
              <a:avLst/>
              <a:gdLst/>
              <a:ahLst/>
              <a:cxnLst/>
              <a:rect l="l" t="t" r="r" b="b"/>
              <a:pathLst>
                <a:path w="1035" h="434" extrusionOk="0">
                  <a:moveTo>
                    <a:pt x="434" y="0"/>
                  </a:moveTo>
                  <a:cubicBezTo>
                    <a:pt x="267" y="0"/>
                    <a:pt x="0" y="100"/>
                    <a:pt x="0" y="100"/>
                  </a:cubicBezTo>
                  <a:lnTo>
                    <a:pt x="0" y="367"/>
                  </a:lnTo>
                  <a:cubicBezTo>
                    <a:pt x="0" y="367"/>
                    <a:pt x="267" y="434"/>
                    <a:pt x="500" y="434"/>
                  </a:cubicBezTo>
                  <a:cubicBezTo>
                    <a:pt x="567" y="434"/>
                    <a:pt x="734" y="400"/>
                    <a:pt x="834" y="334"/>
                  </a:cubicBezTo>
                  <a:cubicBezTo>
                    <a:pt x="901" y="234"/>
                    <a:pt x="1001" y="200"/>
                    <a:pt x="1001" y="200"/>
                  </a:cubicBezTo>
                  <a:cubicBezTo>
                    <a:pt x="1034" y="200"/>
                    <a:pt x="901" y="34"/>
                    <a:pt x="9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2" name="Google Shape;492;p4"/>
            <p:cNvSpPr/>
            <p:nvPr/>
          </p:nvSpPr>
          <p:spPr>
            <a:xfrm>
              <a:off x="10608634" y="2535185"/>
              <a:ext cx="20322" cy="11648"/>
            </a:xfrm>
            <a:custGeom>
              <a:avLst/>
              <a:gdLst/>
              <a:ahLst/>
              <a:cxnLst/>
              <a:rect l="l" t="t" r="r" b="b"/>
              <a:pathLst>
                <a:path w="902" h="517" extrusionOk="0">
                  <a:moveTo>
                    <a:pt x="635" y="1"/>
                  </a:moveTo>
                  <a:cubicBezTo>
                    <a:pt x="534" y="1"/>
                    <a:pt x="468" y="1"/>
                    <a:pt x="368" y="34"/>
                  </a:cubicBezTo>
                  <a:cubicBezTo>
                    <a:pt x="268" y="68"/>
                    <a:pt x="34" y="234"/>
                    <a:pt x="34" y="234"/>
                  </a:cubicBezTo>
                  <a:cubicBezTo>
                    <a:pt x="1" y="234"/>
                    <a:pt x="101" y="501"/>
                    <a:pt x="101" y="501"/>
                  </a:cubicBezTo>
                  <a:cubicBezTo>
                    <a:pt x="101" y="501"/>
                    <a:pt x="205" y="516"/>
                    <a:pt x="323" y="516"/>
                  </a:cubicBezTo>
                  <a:cubicBezTo>
                    <a:pt x="382" y="516"/>
                    <a:pt x="445" y="512"/>
                    <a:pt x="501" y="501"/>
                  </a:cubicBezTo>
                  <a:cubicBezTo>
                    <a:pt x="601" y="435"/>
                    <a:pt x="668" y="401"/>
                    <a:pt x="768" y="334"/>
                  </a:cubicBezTo>
                  <a:lnTo>
                    <a:pt x="901" y="201"/>
                  </a:lnTo>
                  <a:cubicBezTo>
                    <a:pt x="901" y="134"/>
                    <a:pt x="768" y="1"/>
                    <a:pt x="7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3" name="Google Shape;493;p4"/>
            <p:cNvSpPr/>
            <p:nvPr/>
          </p:nvSpPr>
          <p:spPr>
            <a:xfrm>
              <a:off x="10426006" y="3160483"/>
              <a:ext cx="21832" cy="11490"/>
            </a:xfrm>
            <a:custGeom>
              <a:avLst/>
              <a:gdLst/>
              <a:ahLst/>
              <a:cxnLst/>
              <a:rect l="l" t="t" r="r" b="b"/>
              <a:pathLst>
                <a:path w="969" h="510" extrusionOk="0">
                  <a:moveTo>
                    <a:pt x="468" y="0"/>
                  </a:moveTo>
                  <a:cubicBezTo>
                    <a:pt x="268" y="0"/>
                    <a:pt x="1" y="134"/>
                    <a:pt x="1" y="134"/>
                  </a:cubicBezTo>
                  <a:lnTo>
                    <a:pt x="1" y="367"/>
                  </a:lnTo>
                  <a:cubicBezTo>
                    <a:pt x="1" y="367"/>
                    <a:pt x="268" y="500"/>
                    <a:pt x="435" y="500"/>
                  </a:cubicBezTo>
                  <a:cubicBezTo>
                    <a:pt x="468" y="507"/>
                    <a:pt x="507" y="510"/>
                    <a:pt x="547" y="510"/>
                  </a:cubicBezTo>
                  <a:cubicBezTo>
                    <a:pt x="709" y="510"/>
                    <a:pt x="902" y="467"/>
                    <a:pt x="902" y="467"/>
                  </a:cubicBezTo>
                  <a:cubicBezTo>
                    <a:pt x="902" y="434"/>
                    <a:pt x="935" y="200"/>
                    <a:pt x="968" y="167"/>
                  </a:cubicBezTo>
                  <a:cubicBezTo>
                    <a:pt x="968" y="167"/>
                    <a:pt x="701" y="33"/>
                    <a:pt x="4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4" name="Google Shape;494;p4"/>
            <p:cNvSpPr/>
            <p:nvPr/>
          </p:nvSpPr>
          <p:spPr>
            <a:xfrm>
              <a:off x="10426772" y="3178507"/>
              <a:ext cx="19556" cy="10544"/>
            </a:xfrm>
            <a:custGeom>
              <a:avLst/>
              <a:gdLst/>
              <a:ahLst/>
              <a:cxnLst/>
              <a:rect l="l" t="t" r="r" b="b"/>
              <a:pathLst>
                <a:path w="868" h="468" extrusionOk="0">
                  <a:moveTo>
                    <a:pt x="467" y="1"/>
                  </a:moveTo>
                  <a:cubicBezTo>
                    <a:pt x="334" y="1"/>
                    <a:pt x="134" y="34"/>
                    <a:pt x="134" y="34"/>
                  </a:cubicBezTo>
                  <a:cubicBezTo>
                    <a:pt x="67" y="34"/>
                    <a:pt x="0" y="234"/>
                    <a:pt x="0" y="234"/>
                  </a:cubicBezTo>
                  <a:cubicBezTo>
                    <a:pt x="0" y="234"/>
                    <a:pt x="234" y="468"/>
                    <a:pt x="467" y="468"/>
                  </a:cubicBezTo>
                  <a:cubicBezTo>
                    <a:pt x="634" y="468"/>
                    <a:pt x="868" y="334"/>
                    <a:pt x="868" y="334"/>
                  </a:cubicBezTo>
                  <a:lnTo>
                    <a:pt x="868" y="67"/>
                  </a:lnTo>
                  <a:cubicBezTo>
                    <a:pt x="868" y="67"/>
                    <a:pt x="567" y="1"/>
                    <a:pt x="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5" name="Google Shape;495;p4"/>
            <p:cNvSpPr/>
            <p:nvPr/>
          </p:nvSpPr>
          <p:spPr>
            <a:xfrm>
              <a:off x="10429768" y="3200316"/>
              <a:ext cx="16560" cy="11288"/>
            </a:xfrm>
            <a:custGeom>
              <a:avLst/>
              <a:gdLst/>
              <a:ahLst/>
              <a:cxnLst/>
              <a:rect l="l" t="t" r="r" b="b"/>
              <a:pathLst>
                <a:path w="735" h="501" extrusionOk="0">
                  <a:moveTo>
                    <a:pt x="368" y="0"/>
                  </a:moveTo>
                  <a:cubicBezTo>
                    <a:pt x="268" y="0"/>
                    <a:pt x="201" y="33"/>
                    <a:pt x="101" y="67"/>
                  </a:cubicBezTo>
                  <a:cubicBezTo>
                    <a:pt x="34" y="100"/>
                    <a:pt x="1" y="167"/>
                    <a:pt x="1" y="167"/>
                  </a:cubicBezTo>
                  <a:cubicBezTo>
                    <a:pt x="1" y="200"/>
                    <a:pt x="67" y="400"/>
                    <a:pt x="67" y="400"/>
                  </a:cubicBezTo>
                  <a:cubicBezTo>
                    <a:pt x="67" y="400"/>
                    <a:pt x="101" y="434"/>
                    <a:pt x="201" y="434"/>
                  </a:cubicBezTo>
                  <a:cubicBezTo>
                    <a:pt x="268" y="500"/>
                    <a:pt x="368" y="500"/>
                    <a:pt x="401" y="500"/>
                  </a:cubicBezTo>
                  <a:cubicBezTo>
                    <a:pt x="534" y="500"/>
                    <a:pt x="735" y="367"/>
                    <a:pt x="735" y="367"/>
                  </a:cubicBezTo>
                  <a:lnTo>
                    <a:pt x="735" y="100"/>
                  </a:lnTo>
                  <a:cubicBezTo>
                    <a:pt x="735" y="100"/>
                    <a:pt x="501" y="0"/>
                    <a:pt x="3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6" name="Google Shape;496;p4"/>
            <p:cNvSpPr/>
            <p:nvPr/>
          </p:nvSpPr>
          <p:spPr>
            <a:xfrm>
              <a:off x="10528968" y="3273966"/>
              <a:ext cx="24828" cy="11288"/>
            </a:xfrm>
            <a:custGeom>
              <a:avLst/>
              <a:gdLst/>
              <a:ahLst/>
              <a:cxnLst/>
              <a:rect l="l" t="t" r="r" b="b"/>
              <a:pathLst>
                <a:path w="1102" h="501" extrusionOk="0">
                  <a:moveTo>
                    <a:pt x="601" y="0"/>
                  </a:moveTo>
                  <a:cubicBezTo>
                    <a:pt x="368" y="0"/>
                    <a:pt x="34" y="67"/>
                    <a:pt x="34" y="67"/>
                  </a:cubicBezTo>
                  <a:lnTo>
                    <a:pt x="1" y="300"/>
                  </a:lnTo>
                  <a:cubicBezTo>
                    <a:pt x="1" y="300"/>
                    <a:pt x="301" y="467"/>
                    <a:pt x="501" y="500"/>
                  </a:cubicBezTo>
                  <a:cubicBezTo>
                    <a:pt x="701" y="500"/>
                    <a:pt x="1035" y="434"/>
                    <a:pt x="1035" y="434"/>
                  </a:cubicBezTo>
                  <a:cubicBezTo>
                    <a:pt x="1102" y="400"/>
                    <a:pt x="1102" y="167"/>
                    <a:pt x="1102" y="167"/>
                  </a:cubicBezTo>
                  <a:cubicBezTo>
                    <a:pt x="1102" y="167"/>
                    <a:pt x="768"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7" name="Google Shape;497;p4"/>
            <p:cNvSpPr/>
            <p:nvPr/>
          </p:nvSpPr>
          <p:spPr>
            <a:xfrm>
              <a:off x="10523719" y="3254410"/>
              <a:ext cx="24828" cy="11625"/>
            </a:xfrm>
            <a:custGeom>
              <a:avLst/>
              <a:gdLst/>
              <a:ahLst/>
              <a:cxnLst/>
              <a:rect l="l" t="t" r="r" b="b"/>
              <a:pathLst>
                <a:path w="1102" h="516" extrusionOk="0">
                  <a:moveTo>
                    <a:pt x="201" y="1"/>
                  </a:moveTo>
                  <a:cubicBezTo>
                    <a:pt x="67" y="1"/>
                    <a:pt x="0" y="34"/>
                    <a:pt x="0" y="34"/>
                  </a:cubicBezTo>
                  <a:lnTo>
                    <a:pt x="0" y="301"/>
                  </a:lnTo>
                  <a:lnTo>
                    <a:pt x="167" y="368"/>
                  </a:lnTo>
                  <a:cubicBezTo>
                    <a:pt x="267" y="434"/>
                    <a:pt x="401" y="468"/>
                    <a:pt x="501" y="501"/>
                  </a:cubicBezTo>
                  <a:cubicBezTo>
                    <a:pt x="567" y="512"/>
                    <a:pt x="653" y="516"/>
                    <a:pt x="737" y="516"/>
                  </a:cubicBezTo>
                  <a:cubicBezTo>
                    <a:pt x="905" y="516"/>
                    <a:pt x="1068" y="501"/>
                    <a:pt x="1068" y="501"/>
                  </a:cubicBezTo>
                  <a:cubicBezTo>
                    <a:pt x="1068" y="501"/>
                    <a:pt x="1101" y="301"/>
                    <a:pt x="1068" y="268"/>
                  </a:cubicBezTo>
                  <a:cubicBezTo>
                    <a:pt x="1068" y="268"/>
                    <a:pt x="768" y="34"/>
                    <a:pt x="5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8" name="Google Shape;498;p4"/>
            <p:cNvSpPr/>
            <p:nvPr/>
          </p:nvSpPr>
          <p:spPr>
            <a:xfrm>
              <a:off x="10536493" y="3306274"/>
              <a:ext cx="24828" cy="11625"/>
            </a:xfrm>
            <a:custGeom>
              <a:avLst/>
              <a:gdLst/>
              <a:ahLst/>
              <a:cxnLst/>
              <a:rect l="l" t="t" r="r" b="b"/>
              <a:pathLst>
                <a:path w="1102" h="516" extrusionOk="0">
                  <a:moveTo>
                    <a:pt x="768" y="0"/>
                  </a:moveTo>
                  <a:cubicBezTo>
                    <a:pt x="668" y="0"/>
                    <a:pt x="534" y="0"/>
                    <a:pt x="467" y="34"/>
                  </a:cubicBezTo>
                  <a:cubicBezTo>
                    <a:pt x="267" y="67"/>
                    <a:pt x="0" y="234"/>
                    <a:pt x="0" y="234"/>
                  </a:cubicBezTo>
                  <a:lnTo>
                    <a:pt x="34" y="501"/>
                  </a:lnTo>
                  <a:cubicBezTo>
                    <a:pt x="34" y="501"/>
                    <a:pt x="182" y="516"/>
                    <a:pt x="350" y="516"/>
                  </a:cubicBezTo>
                  <a:cubicBezTo>
                    <a:pt x="434" y="516"/>
                    <a:pt x="523" y="512"/>
                    <a:pt x="601" y="501"/>
                  </a:cubicBezTo>
                  <a:cubicBezTo>
                    <a:pt x="668" y="467"/>
                    <a:pt x="801" y="367"/>
                    <a:pt x="868" y="334"/>
                  </a:cubicBezTo>
                  <a:cubicBezTo>
                    <a:pt x="1001" y="234"/>
                    <a:pt x="1035" y="201"/>
                    <a:pt x="1035" y="201"/>
                  </a:cubicBezTo>
                  <a:cubicBezTo>
                    <a:pt x="1101" y="201"/>
                    <a:pt x="968" y="34"/>
                    <a:pt x="9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9" name="Google Shape;499;p4"/>
            <p:cNvSpPr/>
            <p:nvPr/>
          </p:nvSpPr>
          <p:spPr>
            <a:xfrm>
              <a:off x="10544018" y="3333333"/>
              <a:ext cx="21043" cy="12707"/>
            </a:xfrm>
            <a:custGeom>
              <a:avLst/>
              <a:gdLst/>
              <a:ahLst/>
              <a:cxnLst/>
              <a:rect l="l" t="t" r="r" b="b"/>
              <a:pathLst>
                <a:path w="934" h="564" extrusionOk="0">
                  <a:moveTo>
                    <a:pt x="834" y="0"/>
                  </a:moveTo>
                  <a:cubicBezTo>
                    <a:pt x="834" y="0"/>
                    <a:pt x="534" y="0"/>
                    <a:pt x="367" y="34"/>
                  </a:cubicBezTo>
                  <a:lnTo>
                    <a:pt x="133" y="167"/>
                  </a:lnTo>
                  <a:cubicBezTo>
                    <a:pt x="100" y="200"/>
                    <a:pt x="0" y="267"/>
                    <a:pt x="0" y="267"/>
                  </a:cubicBezTo>
                  <a:lnTo>
                    <a:pt x="0" y="501"/>
                  </a:lnTo>
                  <a:cubicBezTo>
                    <a:pt x="0" y="501"/>
                    <a:pt x="33" y="534"/>
                    <a:pt x="167" y="534"/>
                  </a:cubicBezTo>
                  <a:cubicBezTo>
                    <a:pt x="211" y="556"/>
                    <a:pt x="256" y="564"/>
                    <a:pt x="298" y="564"/>
                  </a:cubicBezTo>
                  <a:cubicBezTo>
                    <a:pt x="382" y="564"/>
                    <a:pt x="456" y="534"/>
                    <a:pt x="500" y="534"/>
                  </a:cubicBezTo>
                  <a:cubicBezTo>
                    <a:pt x="701" y="467"/>
                    <a:pt x="934" y="300"/>
                    <a:pt x="934" y="300"/>
                  </a:cubicBezTo>
                  <a:cubicBezTo>
                    <a:pt x="934" y="267"/>
                    <a:pt x="867" y="34"/>
                    <a:pt x="8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0" name="Google Shape;500;p4"/>
            <p:cNvSpPr/>
            <p:nvPr/>
          </p:nvSpPr>
          <p:spPr>
            <a:xfrm>
              <a:off x="10552264" y="3353700"/>
              <a:ext cx="18813" cy="11963"/>
            </a:xfrm>
            <a:custGeom>
              <a:avLst/>
              <a:gdLst/>
              <a:ahLst/>
              <a:cxnLst/>
              <a:rect l="l" t="t" r="r" b="b"/>
              <a:pathLst>
                <a:path w="835" h="531" extrusionOk="0">
                  <a:moveTo>
                    <a:pt x="521" y="1"/>
                  </a:moveTo>
                  <a:cubicBezTo>
                    <a:pt x="457" y="1"/>
                    <a:pt x="390" y="8"/>
                    <a:pt x="335" y="30"/>
                  </a:cubicBezTo>
                  <a:cubicBezTo>
                    <a:pt x="168" y="97"/>
                    <a:pt x="1" y="297"/>
                    <a:pt x="1" y="297"/>
                  </a:cubicBezTo>
                  <a:lnTo>
                    <a:pt x="134" y="531"/>
                  </a:lnTo>
                  <a:cubicBezTo>
                    <a:pt x="134" y="531"/>
                    <a:pt x="401" y="531"/>
                    <a:pt x="501" y="464"/>
                  </a:cubicBezTo>
                  <a:cubicBezTo>
                    <a:pt x="635" y="431"/>
                    <a:pt x="835" y="264"/>
                    <a:pt x="835" y="264"/>
                  </a:cubicBezTo>
                  <a:cubicBezTo>
                    <a:pt x="835" y="264"/>
                    <a:pt x="768" y="64"/>
                    <a:pt x="768" y="30"/>
                  </a:cubicBezTo>
                  <a:cubicBezTo>
                    <a:pt x="768" y="30"/>
                    <a:pt x="650" y="1"/>
                    <a:pt x="5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1" name="Google Shape;501;p4"/>
            <p:cNvSpPr/>
            <p:nvPr/>
          </p:nvSpPr>
          <p:spPr>
            <a:xfrm>
              <a:off x="10570311" y="3385940"/>
              <a:ext cx="19556" cy="11288"/>
            </a:xfrm>
            <a:custGeom>
              <a:avLst/>
              <a:gdLst/>
              <a:ahLst/>
              <a:cxnLst/>
              <a:rect l="l" t="t" r="r" b="b"/>
              <a:pathLst>
                <a:path w="868" h="501" extrusionOk="0">
                  <a:moveTo>
                    <a:pt x="601" y="0"/>
                  </a:moveTo>
                  <a:cubicBezTo>
                    <a:pt x="551" y="17"/>
                    <a:pt x="509" y="17"/>
                    <a:pt x="468" y="17"/>
                  </a:cubicBezTo>
                  <a:cubicBezTo>
                    <a:pt x="426" y="17"/>
                    <a:pt x="384" y="17"/>
                    <a:pt x="334" y="34"/>
                  </a:cubicBezTo>
                  <a:cubicBezTo>
                    <a:pt x="301" y="34"/>
                    <a:pt x="201" y="100"/>
                    <a:pt x="134" y="134"/>
                  </a:cubicBezTo>
                  <a:cubicBezTo>
                    <a:pt x="34" y="167"/>
                    <a:pt x="1" y="200"/>
                    <a:pt x="1" y="200"/>
                  </a:cubicBezTo>
                  <a:lnTo>
                    <a:pt x="1" y="467"/>
                  </a:lnTo>
                  <a:cubicBezTo>
                    <a:pt x="1" y="467"/>
                    <a:pt x="101" y="467"/>
                    <a:pt x="167" y="501"/>
                  </a:cubicBezTo>
                  <a:lnTo>
                    <a:pt x="501" y="501"/>
                  </a:lnTo>
                  <a:cubicBezTo>
                    <a:pt x="668" y="434"/>
                    <a:pt x="868" y="200"/>
                    <a:pt x="868" y="200"/>
                  </a:cubicBezTo>
                  <a:cubicBezTo>
                    <a:pt x="868" y="200"/>
                    <a:pt x="801" y="34"/>
                    <a:pt x="7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2" name="Google Shape;502;p4"/>
            <p:cNvSpPr/>
            <p:nvPr/>
          </p:nvSpPr>
          <p:spPr>
            <a:xfrm>
              <a:off x="10559046" y="3043237"/>
              <a:ext cx="13541" cy="11288"/>
            </a:xfrm>
            <a:custGeom>
              <a:avLst/>
              <a:gdLst/>
              <a:ahLst/>
              <a:cxnLst/>
              <a:rect l="l" t="t" r="r" b="b"/>
              <a:pathLst>
                <a:path w="601" h="501" extrusionOk="0">
                  <a:moveTo>
                    <a:pt x="300" y="0"/>
                  </a:moveTo>
                  <a:cubicBezTo>
                    <a:pt x="167" y="0"/>
                    <a:pt x="0" y="134"/>
                    <a:pt x="0" y="134"/>
                  </a:cubicBezTo>
                  <a:lnTo>
                    <a:pt x="0" y="367"/>
                  </a:lnTo>
                  <a:cubicBezTo>
                    <a:pt x="0" y="367"/>
                    <a:pt x="167" y="501"/>
                    <a:pt x="300" y="501"/>
                  </a:cubicBezTo>
                  <a:cubicBezTo>
                    <a:pt x="434" y="501"/>
                    <a:pt x="601" y="367"/>
                    <a:pt x="601" y="367"/>
                  </a:cubicBezTo>
                  <a:lnTo>
                    <a:pt x="601" y="134"/>
                  </a:lnTo>
                  <a:cubicBezTo>
                    <a:pt x="601" y="134"/>
                    <a:pt x="434" y="0"/>
                    <a:pt x="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3" name="Google Shape;503;p4"/>
            <p:cNvSpPr/>
            <p:nvPr/>
          </p:nvSpPr>
          <p:spPr>
            <a:xfrm>
              <a:off x="10565061" y="3059008"/>
              <a:ext cx="23319" cy="10544"/>
            </a:xfrm>
            <a:custGeom>
              <a:avLst/>
              <a:gdLst/>
              <a:ahLst/>
              <a:cxnLst/>
              <a:rect l="l" t="t" r="r" b="b"/>
              <a:pathLst>
                <a:path w="1035" h="468" extrusionOk="0">
                  <a:moveTo>
                    <a:pt x="500" y="1"/>
                  </a:moveTo>
                  <a:cubicBezTo>
                    <a:pt x="334" y="1"/>
                    <a:pt x="0" y="134"/>
                    <a:pt x="0" y="134"/>
                  </a:cubicBezTo>
                  <a:lnTo>
                    <a:pt x="0" y="368"/>
                  </a:lnTo>
                  <a:cubicBezTo>
                    <a:pt x="0" y="368"/>
                    <a:pt x="334" y="468"/>
                    <a:pt x="534" y="468"/>
                  </a:cubicBezTo>
                  <a:cubicBezTo>
                    <a:pt x="600" y="468"/>
                    <a:pt x="767" y="435"/>
                    <a:pt x="867" y="334"/>
                  </a:cubicBezTo>
                  <a:cubicBezTo>
                    <a:pt x="934" y="268"/>
                    <a:pt x="1034" y="201"/>
                    <a:pt x="1034" y="201"/>
                  </a:cubicBezTo>
                  <a:cubicBezTo>
                    <a:pt x="1034" y="201"/>
                    <a:pt x="1001" y="1"/>
                    <a:pt x="9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4" name="Google Shape;504;p4"/>
            <p:cNvSpPr/>
            <p:nvPr/>
          </p:nvSpPr>
          <p:spPr>
            <a:xfrm>
              <a:off x="10573307" y="3073720"/>
              <a:ext cx="26338" cy="11625"/>
            </a:xfrm>
            <a:custGeom>
              <a:avLst/>
              <a:gdLst/>
              <a:ahLst/>
              <a:cxnLst/>
              <a:rect l="l" t="t" r="r" b="b"/>
              <a:pathLst>
                <a:path w="1169" h="516" extrusionOk="0">
                  <a:moveTo>
                    <a:pt x="636" y="0"/>
                  </a:moveTo>
                  <a:cubicBezTo>
                    <a:pt x="601" y="0"/>
                    <a:pt x="568" y="4"/>
                    <a:pt x="535" y="15"/>
                  </a:cubicBezTo>
                  <a:cubicBezTo>
                    <a:pt x="468" y="15"/>
                    <a:pt x="335" y="48"/>
                    <a:pt x="234" y="48"/>
                  </a:cubicBezTo>
                  <a:lnTo>
                    <a:pt x="68" y="48"/>
                  </a:lnTo>
                  <a:cubicBezTo>
                    <a:pt x="68" y="115"/>
                    <a:pt x="1" y="315"/>
                    <a:pt x="1" y="315"/>
                  </a:cubicBezTo>
                  <a:cubicBezTo>
                    <a:pt x="1" y="315"/>
                    <a:pt x="68" y="382"/>
                    <a:pt x="201" y="449"/>
                  </a:cubicBezTo>
                  <a:cubicBezTo>
                    <a:pt x="335" y="515"/>
                    <a:pt x="501" y="515"/>
                    <a:pt x="635" y="515"/>
                  </a:cubicBezTo>
                  <a:cubicBezTo>
                    <a:pt x="735" y="515"/>
                    <a:pt x="868" y="482"/>
                    <a:pt x="1002" y="382"/>
                  </a:cubicBezTo>
                  <a:cubicBezTo>
                    <a:pt x="1068" y="315"/>
                    <a:pt x="1168" y="282"/>
                    <a:pt x="1168" y="282"/>
                  </a:cubicBezTo>
                  <a:cubicBezTo>
                    <a:pt x="1168" y="215"/>
                    <a:pt x="1068" y="48"/>
                    <a:pt x="1068" y="15"/>
                  </a:cubicBezTo>
                  <a:lnTo>
                    <a:pt x="868" y="15"/>
                  </a:lnTo>
                  <a:cubicBezTo>
                    <a:pt x="779" y="15"/>
                    <a:pt x="705" y="0"/>
                    <a:pt x="6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5" name="Google Shape;505;p4"/>
            <p:cNvSpPr/>
            <p:nvPr/>
          </p:nvSpPr>
          <p:spPr>
            <a:xfrm>
              <a:off x="10581576" y="3092825"/>
              <a:ext cx="27081" cy="11310"/>
            </a:xfrm>
            <a:custGeom>
              <a:avLst/>
              <a:gdLst/>
              <a:ahLst/>
              <a:cxnLst/>
              <a:rect l="l" t="t" r="r" b="b"/>
              <a:pathLst>
                <a:path w="1202" h="502" extrusionOk="0">
                  <a:moveTo>
                    <a:pt x="601" y="1"/>
                  </a:moveTo>
                  <a:cubicBezTo>
                    <a:pt x="334" y="1"/>
                    <a:pt x="1" y="134"/>
                    <a:pt x="1" y="134"/>
                  </a:cubicBezTo>
                  <a:lnTo>
                    <a:pt x="1" y="368"/>
                  </a:lnTo>
                  <a:cubicBezTo>
                    <a:pt x="1" y="368"/>
                    <a:pt x="334" y="501"/>
                    <a:pt x="601" y="501"/>
                  </a:cubicBezTo>
                  <a:cubicBezTo>
                    <a:pt x="835" y="501"/>
                    <a:pt x="1168" y="335"/>
                    <a:pt x="1168" y="335"/>
                  </a:cubicBezTo>
                  <a:cubicBezTo>
                    <a:pt x="1202" y="301"/>
                    <a:pt x="1168" y="101"/>
                    <a:pt x="1168" y="34"/>
                  </a:cubicBezTo>
                  <a:cubicBezTo>
                    <a:pt x="1168" y="34"/>
                    <a:pt x="801" y="1"/>
                    <a:pt x="6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6" name="Google Shape;506;p4"/>
            <p:cNvSpPr/>
            <p:nvPr/>
          </p:nvSpPr>
          <p:spPr>
            <a:xfrm>
              <a:off x="10687557" y="3104856"/>
              <a:ext cx="21066" cy="10544"/>
            </a:xfrm>
            <a:custGeom>
              <a:avLst/>
              <a:gdLst/>
              <a:ahLst/>
              <a:cxnLst/>
              <a:rect l="l" t="t" r="r" b="b"/>
              <a:pathLst>
                <a:path w="935" h="468" extrusionOk="0">
                  <a:moveTo>
                    <a:pt x="467" y="1"/>
                  </a:moveTo>
                  <a:cubicBezTo>
                    <a:pt x="401" y="1"/>
                    <a:pt x="300" y="67"/>
                    <a:pt x="267" y="67"/>
                  </a:cubicBezTo>
                  <a:lnTo>
                    <a:pt x="134" y="67"/>
                  </a:lnTo>
                  <a:cubicBezTo>
                    <a:pt x="100" y="67"/>
                    <a:pt x="0" y="268"/>
                    <a:pt x="0" y="268"/>
                  </a:cubicBezTo>
                  <a:cubicBezTo>
                    <a:pt x="0" y="268"/>
                    <a:pt x="100" y="334"/>
                    <a:pt x="167" y="401"/>
                  </a:cubicBezTo>
                  <a:cubicBezTo>
                    <a:pt x="300" y="468"/>
                    <a:pt x="434" y="468"/>
                    <a:pt x="501" y="468"/>
                  </a:cubicBezTo>
                  <a:cubicBezTo>
                    <a:pt x="667" y="434"/>
                    <a:pt x="901" y="334"/>
                    <a:pt x="901" y="334"/>
                  </a:cubicBezTo>
                  <a:lnTo>
                    <a:pt x="934" y="134"/>
                  </a:lnTo>
                  <a:lnTo>
                    <a:pt x="767" y="67"/>
                  </a:lnTo>
                  <a:cubicBezTo>
                    <a:pt x="667" y="1"/>
                    <a:pt x="567" y="1"/>
                    <a:pt x="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7" name="Google Shape;507;p4"/>
            <p:cNvSpPr/>
            <p:nvPr/>
          </p:nvSpPr>
          <p:spPr>
            <a:xfrm>
              <a:off x="10691319" y="3133424"/>
              <a:ext cx="15050" cy="11490"/>
            </a:xfrm>
            <a:custGeom>
              <a:avLst/>
              <a:gdLst/>
              <a:ahLst/>
              <a:cxnLst/>
              <a:rect l="l" t="t" r="r" b="b"/>
              <a:pathLst>
                <a:path w="668" h="510" extrusionOk="0">
                  <a:moveTo>
                    <a:pt x="300" y="0"/>
                  </a:moveTo>
                  <a:cubicBezTo>
                    <a:pt x="167" y="34"/>
                    <a:pt x="0" y="200"/>
                    <a:pt x="0" y="200"/>
                  </a:cubicBezTo>
                  <a:cubicBezTo>
                    <a:pt x="0" y="234"/>
                    <a:pt x="100" y="467"/>
                    <a:pt x="100" y="467"/>
                  </a:cubicBezTo>
                  <a:cubicBezTo>
                    <a:pt x="100" y="467"/>
                    <a:pt x="228" y="510"/>
                    <a:pt x="348" y="510"/>
                  </a:cubicBezTo>
                  <a:cubicBezTo>
                    <a:pt x="378" y="510"/>
                    <a:pt x="407" y="507"/>
                    <a:pt x="434" y="501"/>
                  </a:cubicBezTo>
                  <a:cubicBezTo>
                    <a:pt x="467" y="501"/>
                    <a:pt x="567" y="467"/>
                    <a:pt x="600" y="401"/>
                  </a:cubicBezTo>
                  <a:lnTo>
                    <a:pt x="667" y="334"/>
                  </a:lnTo>
                  <a:lnTo>
                    <a:pt x="667" y="67"/>
                  </a:lnTo>
                  <a:cubicBezTo>
                    <a:pt x="667" y="67"/>
                    <a:pt x="634" y="34"/>
                    <a:pt x="567" y="34"/>
                  </a:cubicBezTo>
                  <a:cubicBezTo>
                    <a:pt x="467" y="0"/>
                    <a:pt x="400" y="0"/>
                    <a:pt x="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8" name="Google Shape;508;p4"/>
            <p:cNvSpPr/>
            <p:nvPr/>
          </p:nvSpPr>
          <p:spPr>
            <a:xfrm>
              <a:off x="10708600" y="3158973"/>
              <a:ext cx="20300" cy="12369"/>
            </a:xfrm>
            <a:custGeom>
              <a:avLst/>
              <a:gdLst/>
              <a:ahLst/>
              <a:cxnLst/>
              <a:rect l="l" t="t" r="r" b="b"/>
              <a:pathLst>
                <a:path w="901" h="549" extrusionOk="0">
                  <a:moveTo>
                    <a:pt x="701" y="0"/>
                  </a:moveTo>
                  <a:cubicBezTo>
                    <a:pt x="701" y="0"/>
                    <a:pt x="667" y="34"/>
                    <a:pt x="567" y="34"/>
                  </a:cubicBezTo>
                  <a:cubicBezTo>
                    <a:pt x="551" y="50"/>
                    <a:pt x="509" y="50"/>
                    <a:pt x="467" y="50"/>
                  </a:cubicBezTo>
                  <a:cubicBezTo>
                    <a:pt x="426" y="50"/>
                    <a:pt x="384" y="50"/>
                    <a:pt x="367" y="67"/>
                  </a:cubicBezTo>
                  <a:cubicBezTo>
                    <a:pt x="300" y="67"/>
                    <a:pt x="200" y="100"/>
                    <a:pt x="134" y="167"/>
                  </a:cubicBezTo>
                  <a:cubicBezTo>
                    <a:pt x="67" y="201"/>
                    <a:pt x="0" y="234"/>
                    <a:pt x="0" y="234"/>
                  </a:cubicBezTo>
                  <a:lnTo>
                    <a:pt x="0" y="501"/>
                  </a:lnTo>
                  <a:cubicBezTo>
                    <a:pt x="0" y="501"/>
                    <a:pt x="67" y="501"/>
                    <a:pt x="167" y="534"/>
                  </a:cubicBezTo>
                  <a:cubicBezTo>
                    <a:pt x="189" y="545"/>
                    <a:pt x="223" y="549"/>
                    <a:pt x="261" y="549"/>
                  </a:cubicBezTo>
                  <a:cubicBezTo>
                    <a:pt x="337" y="549"/>
                    <a:pt x="434" y="534"/>
                    <a:pt x="501" y="534"/>
                  </a:cubicBezTo>
                  <a:cubicBezTo>
                    <a:pt x="567" y="501"/>
                    <a:pt x="701" y="401"/>
                    <a:pt x="801" y="334"/>
                  </a:cubicBezTo>
                  <a:cubicBezTo>
                    <a:pt x="868" y="234"/>
                    <a:pt x="901" y="167"/>
                    <a:pt x="901" y="167"/>
                  </a:cubicBezTo>
                  <a:cubicBezTo>
                    <a:pt x="901" y="100"/>
                    <a:pt x="734" y="0"/>
                    <a:pt x="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9" name="Google Shape;509;p4"/>
            <p:cNvSpPr/>
            <p:nvPr/>
          </p:nvSpPr>
          <p:spPr>
            <a:xfrm>
              <a:off x="9604585" y="1811454"/>
              <a:ext cx="457742" cy="310937"/>
            </a:xfrm>
            <a:custGeom>
              <a:avLst/>
              <a:gdLst/>
              <a:ahLst/>
              <a:cxnLst/>
              <a:rect l="l" t="t" r="r" b="b"/>
              <a:pathLst>
                <a:path w="20317" h="13801" extrusionOk="0">
                  <a:moveTo>
                    <a:pt x="167" y="0"/>
                  </a:moveTo>
                  <a:cubicBezTo>
                    <a:pt x="81" y="0"/>
                    <a:pt x="1" y="60"/>
                    <a:pt x="1" y="201"/>
                  </a:cubicBezTo>
                  <a:lnTo>
                    <a:pt x="1" y="568"/>
                  </a:lnTo>
                  <a:cubicBezTo>
                    <a:pt x="34" y="835"/>
                    <a:pt x="1" y="1168"/>
                    <a:pt x="34" y="1569"/>
                  </a:cubicBezTo>
                  <a:cubicBezTo>
                    <a:pt x="34" y="2469"/>
                    <a:pt x="201" y="3637"/>
                    <a:pt x="701" y="4904"/>
                  </a:cubicBezTo>
                  <a:cubicBezTo>
                    <a:pt x="1168" y="6205"/>
                    <a:pt x="2135" y="7506"/>
                    <a:pt x="3370" y="8407"/>
                  </a:cubicBezTo>
                  <a:cubicBezTo>
                    <a:pt x="4637" y="9341"/>
                    <a:pt x="6038" y="9908"/>
                    <a:pt x="7306" y="10308"/>
                  </a:cubicBezTo>
                  <a:cubicBezTo>
                    <a:pt x="9808" y="11109"/>
                    <a:pt x="13110" y="11509"/>
                    <a:pt x="15645" y="12143"/>
                  </a:cubicBezTo>
                  <a:cubicBezTo>
                    <a:pt x="16946" y="12477"/>
                    <a:pt x="18013" y="12843"/>
                    <a:pt x="18781" y="13177"/>
                  </a:cubicBezTo>
                  <a:cubicBezTo>
                    <a:pt x="19148" y="13344"/>
                    <a:pt x="19448" y="13477"/>
                    <a:pt x="19648" y="13611"/>
                  </a:cubicBezTo>
                  <a:cubicBezTo>
                    <a:pt x="19815" y="13711"/>
                    <a:pt x="19948" y="13777"/>
                    <a:pt x="19948" y="13777"/>
                  </a:cubicBezTo>
                  <a:cubicBezTo>
                    <a:pt x="19986" y="13793"/>
                    <a:pt x="20021" y="13801"/>
                    <a:pt x="20054" y="13801"/>
                  </a:cubicBezTo>
                  <a:cubicBezTo>
                    <a:pt x="20226" y="13801"/>
                    <a:pt x="20316" y="13596"/>
                    <a:pt x="20148" y="13344"/>
                  </a:cubicBezTo>
                  <a:cubicBezTo>
                    <a:pt x="20148" y="13344"/>
                    <a:pt x="20048" y="13244"/>
                    <a:pt x="19848" y="13144"/>
                  </a:cubicBezTo>
                  <a:cubicBezTo>
                    <a:pt x="19648" y="12977"/>
                    <a:pt x="19348" y="12843"/>
                    <a:pt x="18981" y="12643"/>
                  </a:cubicBezTo>
                  <a:cubicBezTo>
                    <a:pt x="18180" y="12243"/>
                    <a:pt x="17113" y="11809"/>
                    <a:pt x="15812" y="11476"/>
                  </a:cubicBezTo>
                  <a:cubicBezTo>
                    <a:pt x="13210" y="10742"/>
                    <a:pt x="9941" y="10242"/>
                    <a:pt x="7506" y="9508"/>
                  </a:cubicBezTo>
                  <a:cubicBezTo>
                    <a:pt x="6305" y="9141"/>
                    <a:pt x="4937" y="8640"/>
                    <a:pt x="3770" y="7807"/>
                  </a:cubicBezTo>
                  <a:cubicBezTo>
                    <a:pt x="2602" y="6973"/>
                    <a:pt x="1668" y="5805"/>
                    <a:pt x="1168" y="4638"/>
                  </a:cubicBezTo>
                  <a:cubicBezTo>
                    <a:pt x="668" y="3470"/>
                    <a:pt x="468" y="2336"/>
                    <a:pt x="434" y="1502"/>
                  </a:cubicBezTo>
                  <a:cubicBezTo>
                    <a:pt x="367" y="1068"/>
                    <a:pt x="367" y="735"/>
                    <a:pt x="367" y="535"/>
                  </a:cubicBezTo>
                  <a:lnTo>
                    <a:pt x="367" y="201"/>
                  </a:lnTo>
                  <a:cubicBezTo>
                    <a:pt x="367" y="77"/>
                    <a:pt x="264"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0" name="Google Shape;510;p4"/>
            <p:cNvSpPr/>
            <p:nvPr/>
          </p:nvSpPr>
          <p:spPr>
            <a:xfrm>
              <a:off x="10628934" y="1585253"/>
              <a:ext cx="131530" cy="284847"/>
            </a:xfrm>
            <a:custGeom>
              <a:avLst/>
              <a:gdLst/>
              <a:ahLst/>
              <a:cxnLst/>
              <a:rect l="l" t="t" r="r" b="b"/>
              <a:pathLst>
                <a:path w="5838" h="12643" extrusionOk="0">
                  <a:moveTo>
                    <a:pt x="234" y="0"/>
                  </a:moveTo>
                  <a:cubicBezTo>
                    <a:pt x="67" y="0"/>
                    <a:pt x="0" y="334"/>
                    <a:pt x="167" y="367"/>
                  </a:cubicBezTo>
                  <a:cubicBezTo>
                    <a:pt x="167" y="367"/>
                    <a:pt x="234" y="367"/>
                    <a:pt x="367" y="401"/>
                  </a:cubicBezTo>
                  <a:cubicBezTo>
                    <a:pt x="434" y="467"/>
                    <a:pt x="668" y="501"/>
                    <a:pt x="868" y="567"/>
                  </a:cubicBezTo>
                  <a:cubicBezTo>
                    <a:pt x="1268" y="734"/>
                    <a:pt x="1902" y="934"/>
                    <a:pt x="2502" y="1368"/>
                  </a:cubicBezTo>
                  <a:cubicBezTo>
                    <a:pt x="3069" y="1768"/>
                    <a:pt x="3670" y="2335"/>
                    <a:pt x="4037" y="3036"/>
                  </a:cubicBezTo>
                  <a:cubicBezTo>
                    <a:pt x="4404" y="3703"/>
                    <a:pt x="4670" y="4437"/>
                    <a:pt x="4770" y="5171"/>
                  </a:cubicBezTo>
                  <a:cubicBezTo>
                    <a:pt x="5071" y="6538"/>
                    <a:pt x="5104" y="8406"/>
                    <a:pt x="5204" y="9907"/>
                  </a:cubicBezTo>
                  <a:cubicBezTo>
                    <a:pt x="5237" y="10675"/>
                    <a:pt x="5271" y="11342"/>
                    <a:pt x="5338" y="11809"/>
                  </a:cubicBezTo>
                  <a:cubicBezTo>
                    <a:pt x="5371" y="12243"/>
                    <a:pt x="5404" y="12543"/>
                    <a:pt x="5404" y="12543"/>
                  </a:cubicBezTo>
                  <a:cubicBezTo>
                    <a:pt x="5421" y="12609"/>
                    <a:pt x="5504" y="12643"/>
                    <a:pt x="5596" y="12643"/>
                  </a:cubicBezTo>
                  <a:cubicBezTo>
                    <a:pt x="5688" y="12643"/>
                    <a:pt x="5788" y="12609"/>
                    <a:pt x="5838" y="12543"/>
                  </a:cubicBezTo>
                  <a:cubicBezTo>
                    <a:pt x="5838" y="12543"/>
                    <a:pt x="5771" y="12243"/>
                    <a:pt x="5771" y="11775"/>
                  </a:cubicBezTo>
                  <a:lnTo>
                    <a:pt x="5771" y="9907"/>
                  </a:lnTo>
                  <a:cubicBezTo>
                    <a:pt x="5771" y="8406"/>
                    <a:pt x="5838" y="6538"/>
                    <a:pt x="5538" y="5037"/>
                  </a:cubicBezTo>
                  <a:cubicBezTo>
                    <a:pt x="5371" y="4270"/>
                    <a:pt x="5104" y="3436"/>
                    <a:pt x="4604" y="2702"/>
                  </a:cubicBezTo>
                  <a:cubicBezTo>
                    <a:pt x="4170" y="1902"/>
                    <a:pt x="3436" y="1335"/>
                    <a:pt x="2769" y="901"/>
                  </a:cubicBezTo>
                  <a:cubicBezTo>
                    <a:pt x="2102" y="501"/>
                    <a:pt x="1435" y="267"/>
                    <a:pt x="1001" y="167"/>
                  </a:cubicBezTo>
                  <a:cubicBezTo>
                    <a:pt x="768" y="67"/>
                    <a:pt x="567" y="67"/>
                    <a:pt x="434" y="34"/>
                  </a:cubicBezTo>
                  <a:cubicBezTo>
                    <a:pt x="334" y="0"/>
                    <a:pt x="234"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1" name="Google Shape;511;p4"/>
            <p:cNvSpPr/>
            <p:nvPr/>
          </p:nvSpPr>
          <p:spPr>
            <a:xfrm>
              <a:off x="10331222" y="3428319"/>
              <a:ext cx="469998" cy="385488"/>
            </a:xfrm>
            <a:custGeom>
              <a:avLst/>
              <a:gdLst/>
              <a:ahLst/>
              <a:cxnLst/>
              <a:rect l="l" t="t" r="r" b="b"/>
              <a:pathLst>
                <a:path w="20861" h="17110" extrusionOk="0">
                  <a:moveTo>
                    <a:pt x="193" y="1"/>
                  </a:moveTo>
                  <a:cubicBezTo>
                    <a:pt x="90" y="1"/>
                    <a:pt x="1" y="85"/>
                    <a:pt x="38" y="254"/>
                  </a:cubicBezTo>
                  <a:cubicBezTo>
                    <a:pt x="38" y="254"/>
                    <a:pt x="72" y="388"/>
                    <a:pt x="105" y="621"/>
                  </a:cubicBezTo>
                  <a:cubicBezTo>
                    <a:pt x="138" y="755"/>
                    <a:pt x="172" y="855"/>
                    <a:pt x="238" y="1021"/>
                  </a:cubicBezTo>
                  <a:cubicBezTo>
                    <a:pt x="305" y="1222"/>
                    <a:pt x="372" y="1388"/>
                    <a:pt x="439" y="1588"/>
                  </a:cubicBezTo>
                  <a:cubicBezTo>
                    <a:pt x="772" y="2422"/>
                    <a:pt x="1339" y="3490"/>
                    <a:pt x="2173" y="4591"/>
                  </a:cubicBezTo>
                  <a:cubicBezTo>
                    <a:pt x="3841" y="6792"/>
                    <a:pt x="6410" y="9027"/>
                    <a:pt x="8578" y="10628"/>
                  </a:cubicBezTo>
                  <a:cubicBezTo>
                    <a:pt x="10746" y="12229"/>
                    <a:pt x="13615" y="13997"/>
                    <a:pt x="16083" y="15198"/>
                  </a:cubicBezTo>
                  <a:cubicBezTo>
                    <a:pt x="17284" y="15832"/>
                    <a:pt x="18418" y="16299"/>
                    <a:pt x="19219" y="16633"/>
                  </a:cubicBezTo>
                  <a:cubicBezTo>
                    <a:pt x="19986" y="16933"/>
                    <a:pt x="20486" y="17100"/>
                    <a:pt x="20486" y="17100"/>
                  </a:cubicBezTo>
                  <a:cubicBezTo>
                    <a:pt x="20515" y="17106"/>
                    <a:pt x="20543" y="17109"/>
                    <a:pt x="20568" y="17109"/>
                  </a:cubicBezTo>
                  <a:cubicBezTo>
                    <a:pt x="20802" y="17109"/>
                    <a:pt x="20861" y="16847"/>
                    <a:pt x="20620" y="16666"/>
                  </a:cubicBezTo>
                  <a:cubicBezTo>
                    <a:pt x="20620" y="16666"/>
                    <a:pt x="20153" y="16499"/>
                    <a:pt x="19385" y="16166"/>
                  </a:cubicBezTo>
                  <a:cubicBezTo>
                    <a:pt x="18585" y="15832"/>
                    <a:pt x="17484" y="15298"/>
                    <a:pt x="16317" y="14664"/>
                  </a:cubicBezTo>
                  <a:cubicBezTo>
                    <a:pt x="13915" y="13397"/>
                    <a:pt x="11113" y="11596"/>
                    <a:pt x="8978" y="9994"/>
                  </a:cubicBezTo>
                  <a:cubicBezTo>
                    <a:pt x="6910" y="8460"/>
                    <a:pt x="4275" y="6292"/>
                    <a:pt x="2607" y="4224"/>
                  </a:cubicBezTo>
                  <a:cubicBezTo>
                    <a:pt x="1739" y="3190"/>
                    <a:pt x="1139" y="2156"/>
                    <a:pt x="805" y="1422"/>
                  </a:cubicBezTo>
                  <a:cubicBezTo>
                    <a:pt x="739" y="1255"/>
                    <a:pt x="639" y="1088"/>
                    <a:pt x="605" y="921"/>
                  </a:cubicBezTo>
                  <a:cubicBezTo>
                    <a:pt x="572" y="755"/>
                    <a:pt x="505" y="621"/>
                    <a:pt x="472" y="488"/>
                  </a:cubicBezTo>
                  <a:cubicBezTo>
                    <a:pt x="439" y="288"/>
                    <a:pt x="405" y="154"/>
                    <a:pt x="405" y="154"/>
                  </a:cubicBezTo>
                  <a:cubicBezTo>
                    <a:pt x="361" y="52"/>
                    <a:pt x="273" y="1"/>
                    <a:pt x="1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12" name="Google Shape;512;p4"/>
          <p:cNvGrpSpPr/>
          <p:nvPr/>
        </p:nvGrpSpPr>
        <p:grpSpPr>
          <a:xfrm rot="-710487">
            <a:off x="-132196" y="3254255"/>
            <a:ext cx="837408" cy="2220543"/>
            <a:chOff x="-197006" y="2863224"/>
            <a:chExt cx="837425" cy="2220587"/>
          </a:xfrm>
        </p:grpSpPr>
        <p:sp>
          <p:nvSpPr>
            <p:cNvPr id="513" name="Google Shape;513;p4"/>
            <p:cNvSpPr/>
            <p:nvPr/>
          </p:nvSpPr>
          <p:spPr>
            <a:xfrm rot="-1265017" flipH="1">
              <a:off x="-58362" y="2887238"/>
              <a:ext cx="139804" cy="33841"/>
            </a:xfrm>
            <a:custGeom>
              <a:avLst/>
              <a:gdLst/>
              <a:ahLst/>
              <a:cxnLst/>
              <a:rect l="l" t="t" r="r" b="b"/>
              <a:pathLst>
                <a:path w="6205" h="1502" extrusionOk="0">
                  <a:moveTo>
                    <a:pt x="4537" y="1"/>
                  </a:moveTo>
                  <a:cubicBezTo>
                    <a:pt x="4370" y="1"/>
                    <a:pt x="4203" y="68"/>
                    <a:pt x="4036" y="68"/>
                  </a:cubicBezTo>
                  <a:cubicBezTo>
                    <a:pt x="3703" y="101"/>
                    <a:pt x="3336" y="134"/>
                    <a:pt x="3036" y="201"/>
                  </a:cubicBezTo>
                  <a:cubicBezTo>
                    <a:pt x="2469" y="301"/>
                    <a:pt x="1701" y="535"/>
                    <a:pt x="1134" y="735"/>
                  </a:cubicBezTo>
                  <a:cubicBezTo>
                    <a:pt x="534" y="935"/>
                    <a:pt x="67" y="1102"/>
                    <a:pt x="67" y="1102"/>
                  </a:cubicBezTo>
                  <a:cubicBezTo>
                    <a:pt x="0" y="1135"/>
                    <a:pt x="67" y="1435"/>
                    <a:pt x="167" y="1502"/>
                  </a:cubicBezTo>
                  <a:cubicBezTo>
                    <a:pt x="167" y="1502"/>
                    <a:pt x="601" y="1435"/>
                    <a:pt x="1234" y="1302"/>
                  </a:cubicBezTo>
                  <a:cubicBezTo>
                    <a:pt x="1835" y="1202"/>
                    <a:pt x="2569" y="1068"/>
                    <a:pt x="3169" y="935"/>
                  </a:cubicBezTo>
                  <a:cubicBezTo>
                    <a:pt x="3436" y="902"/>
                    <a:pt x="3803" y="868"/>
                    <a:pt x="4136" y="768"/>
                  </a:cubicBezTo>
                  <a:lnTo>
                    <a:pt x="4637" y="635"/>
                  </a:lnTo>
                  <a:cubicBezTo>
                    <a:pt x="4804" y="635"/>
                    <a:pt x="4904" y="601"/>
                    <a:pt x="5070" y="601"/>
                  </a:cubicBezTo>
                  <a:cubicBezTo>
                    <a:pt x="5671" y="501"/>
                    <a:pt x="6138" y="435"/>
                    <a:pt x="6138" y="435"/>
                  </a:cubicBezTo>
                  <a:cubicBezTo>
                    <a:pt x="6171" y="435"/>
                    <a:pt x="6205" y="68"/>
                    <a:pt x="6138" y="68"/>
                  </a:cubicBezTo>
                  <a:cubicBezTo>
                    <a:pt x="6138" y="68"/>
                    <a:pt x="5671" y="1"/>
                    <a:pt x="50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4" name="Google Shape;514;p4"/>
            <p:cNvSpPr/>
            <p:nvPr/>
          </p:nvSpPr>
          <p:spPr>
            <a:xfrm rot="-1265017" flipH="1">
              <a:off x="137446" y="2893148"/>
              <a:ext cx="42854" cy="52947"/>
            </a:xfrm>
            <a:custGeom>
              <a:avLst/>
              <a:gdLst/>
              <a:ahLst/>
              <a:cxnLst/>
              <a:rect l="l" t="t" r="r" b="b"/>
              <a:pathLst>
                <a:path w="1902" h="2350" extrusionOk="0">
                  <a:moveTo>
                    <a:pt x="1702" y="0"/>
                  </a:moveTo>
                  <a:cubicBezTo>
                    <a:pt x="1702" y="0"/>
                    <a:pt x="1668" y="0"/>
                    <a:pt x="1568" y="34"/>
                  </a:cubicBezTo>
                  <a:cubicBezTo>
                    <a:pt x="1502" y="67"/>
                    <a:pt x="1368" y="134"/>
                    <a:pt x="1235" y="201"/>
                  </a:cubicBezTo>
                  <a:cubicBezTo>
                    <a:pt x="1001" y="334"/>
                    <a:pt x="701" y="567"/>
                    <a:pt x="501" y="834"/>
                  </a:cubicBezTo>
                  <a:cubicBezTo>
                    <a:pt x="267" y="1068"/>
                    <a:pt x="101" y="1468"/>
                    <a:pt x="67" y="1735"/>
                  </a:cubicBezTo>
                  <a:cubicBezTo>
                    <a:pt x="1" y="1902"/>
                    <a:pt x="1" y="2035"/>
                    <a:pt x="1" y="2135"/>
                  </a:cubicBezTo>
                  <a:lnTo>
                    <a:pt x="1" y="2302"/>
                  </a:lnTo>
                  <a:cubicBezTo>
                    <a:pt x="1" y="2326"/>
                    <a:pt x="134" y="2349"/>
                    <a:pt x="236" y="2349"/>
                  </a:cubicBezTo>
                  <a:cubicBezTo>
                    <a:pt x="278" y="2349"/>
                    <a:pt x="315" y="2345"/>
                    <a:pt x="334" y="2335"/>
                  </a:cubicBezTo>
                  <a:cubicBezTo>
                    <a:pt x="334" y="2335"/>
                    <a:pt x="367" y="2302"/>
                    <a:pt x="401" y="2202"/>
                  </a:cubicBezTo>
                  <a:cubicBezTo>
                    <a:pt x="434" y="2135"/>
                    <a:pt x="501" y="2035"/>
                    <a:pt x="568" y="1902"/>
                  </a:cubicBezTo>
                  <a:cubicBezTo>
                    <a:pt x="701" y="1668"/>
                    <a:pt x="868" y="1468"/>
                    <a:pt x="1035" y="1235"/>
                  </a:cubicBezTo>
                  <a:cubicBezTo>
                    <a:pt x="1201" y="1068"/>
                    <a:pt x="1368" y="834"/>
                    <a:pt x="1568" y="634"/>
                  </a:cubicBezTo>
                  <a:cubicBezTo>
                    <a:pt x="1668" y="534"/>
                    <a:pt x="1768" y="467"/>
                    <a:pt x="1835" y="367"/>
                  </a:cubicBezTo>
                  <a:lnTo>
                    <a:pt x="1902" y="301"/>
                  </a:lnTo>
                  <a:cubicBezTo>
                    <a:pt x="1902" y="301"/>
                    <a:pt x="1735" y="0"/>
                    <a:pt x="17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5" name="Google Shape;515;p4"/>
            <p:cNvSpPr/>
            <p:nvPr/>
          </p:nvSpPr>
          <p:spPr>
            <a:xfrm rot="-1265017" flipH="1">
              <a:off x="240073" y="2964737"/>
              <a:ext cx="32242" cy="71693"/>
            </a:xfrm>
            <a:custGeom>
              <a:avLst/>
              <a:gdLst/>
              <a:ahLst/>
              <a:cxnLst/>
              <a:rect l="l" t="t" r="r" b="b"/>
              <a:pathLst>
                <a:path w="1431" h="3182" extrusionOk="0">
                  <a:moveTo>
                    <a:pt x="1135" y="1"/>
                  </a:moveTo>
                  <a:cubicBezTo>
                    <a:pt x="1121" y="1"/>
                    <a:pt x="1110" y="4"/>
                    <a:pt x="1102" y="13"/>
                  </a:cubicBezTo>
                  <a:cubicBezTo>
                    <a:pt x="1102" y="13"/>
                    <a:pt x="935" y="179"/>
                    <a:pt x="735" y="446"/>
                  </a:cubicBezTo>
                  <a:cubicBezTo>
                    <a:pt x="601" y="580"/>
                    <a:pt x="534" y="746"/>
                    <a:pt x="434" y="913"/>
                  </a:cubicBezTo>
                  <a:cubicBezTo>
                    <a:pt x="368" y="1080"/>
                    <a:pt x="268" y="1247"/>
                    <a:pt x="234" y="1414"/>
                  </a:cubicBezTo>
                  <a:cubicBezTo>
                    <a:pt x="67" y="2047"/>
                    <a:pt x="1" y="3048"/>
                    <a:pt x="1" y="3048"/>
                  </a:cubicBezTo>
                  <a:cubicBezTo>
                    <a:pt x="1" y="3081"/>
                    <a:pt x="268" y="3182"/>
                    <a:pt x="368" y="3182"/>
                  </a:cubicBezTo>
                  <a:cubicBezTo>
                    <a:pt x="368" y="3182"/>
                    <a:pt x="735" y="2248"/>
                    <a:pt x="935" y="1680"/>
                  </a:cubicBezTo>
                  <a:cubicBezTo>
                    <a:pt x="1035" y="1547"/>
                    <a:pt x="1068" y="1380"/>
                    <a:pt x="1102" y="1213"/>
                  </a:cubicBezTo>
                  <a:cubicBezTo>
                    <a:pt x="1168" y="1047"/>
                    <a:pt x="1202" y="847"/>
                    <a:pt x="1235" y="713"/>
                  </a:cubicBezTo>
                  <a:lnTo>
                    <a:pt x="1402" y="213"/>
                  </a:lnTo>
                  <a:cubicBezTo>
                    <a:pt x="1431" y="184"/>
                    <a:pt x="1230" y="1"/>
                    <a:pt x="1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6" name="Google Shape;516;p4"/>
            <p:cNvSpPr/>
            <p:nvPr/>
          </p:nvSpPr>
          <p:spPr>
            <a:xfrm rot="-1265017" flipH="1">
              <a:off x="328965" y="3089394"/>
              <a:ext cx="36860" cy="132796"/>
            </a:xfrm>
            <a:custGeom>
              <a:avLst/>
              <a:gdLst/>
              <a:ahLst/>
              <a:cxnLst/>
              <a:rect l="l" t="t" r="r" b="b"/>
              <a:pathLst>
                <a:path w="1636" h="5894" extrusionOk="0">
                  <a:moveTo>
                    <a:pt x="1104" y="1"/>
                  </a:moveTo>
                  <a:cubicBezTo>
                    <a:pt x="998" y="1"/>
                    <a:pt x="801" y="71"/>
                    <a:pt x="801" y="123"/>
                  </a:cubicBezTo>
                  <a:cubicBezTo>
                    <a:pt x="801" y="123"/>
                    <a:pt x="801" y="223"/>
                    <a:pt x="835" y="390"/>
                  </a:cubicBezTo>
                  <a:cubicBezTo>
                    <a:pt x="868" y="556"/>
                    <a:pt x="935" y="823"/>
                    <a:pt x="935" y="1123"/>
                  </a:cubicBezTo>
                  <a:cubicBezTo>
                    <a:pt x="968" y="1690"/>
                    <a:pt x="901" y="2391"/>
                    <a:pt x="835" y="2958"/>
                  </a:cubicBezTo>
                  <a:cubicBezTo>
                    <a:pt x="768" y="3492"/>
                    <a:pt x="635" y="4192"/>
                    <a:pt x="434" y="4726"/>
                  </a:cubicBezTo>
                  <a:cubicBezTo>
                    <a:pt x="334" y="5026"/>
                    <a:pt x="234" y="5226"/>
                    <a:pt x="134" y="5393"/>
                  </a:cubicBezTo>
                  <a:lnTo>
                    <a:pt x="1" y="5660"/>
                  </a:lnTo>
                  <a:cubicBezTo>
                    <a:pt x="1" y="5693"/>
                    <a:pt x="268" y="5860"/>
                    <a:pt x="334" y="5893"/>
                  </a:cubicBezTo>
                  <a:cubicBezTo>
                    <a:pt x="334" y="5893"/>
                    <a:pt x="368" y="5827"/>
                    <a:pt x="501" y="5660"/>
                  </a:cubicBezTo>
                  <a:cubicBezTo>
                    <a:pt x="635" y="5493"/>
                    <a:pt x="801" y="5293"/>
                    <a:pt x="935" y="4993"/>
                  </a:cubicBezTo>
                  <a:cubicBezTo>
                    <a:pt x="1202" y="4459"/>
                    <a:pt x="1468" y="3692"/>
                    <a:pt x="1535" y="3058"/>
                  </a:cubicBezTo>
                  <a:cubicBezTo>
                    <a:pt x="1635" y="2491"/>
                    <a:pt x="1635" y="1690"/>
                    <a:pt x="1468" y="1057"/>
                  </a:cubicBezTo>
                  <a:cubicBezTo>
                    <a:pt x="1435" y="790"/>
                    <a:pt x="1302" y="490"/>
                    <a:pt x="1268" y="323"/>
                  </a:cubicBezTo>
                  <a:cubicBezTo>
                    <a:pt x="1235" y="156"/>
                    <a:pt x="1168" y="23"/>
                    <a:pt x="1168" y="23"/>
                  </a:cubicBezTo>
                  <a:cubicBezTo>
                    <a:pt x="1161" y="7"/>
                    <a:pt x="1137" y="1"/>
                    <a:pt x="11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7" name="Google Shape;517;p4"/>
            <p:cNvSpPr/>
            <p:nvPr/>
          </p:nvSpPr>
          <p:spPr>
            <a:xfrm rot="-1265017" flipH="1">
              <a:off x="470437" y="3486979"/>
              <a:ext cx="68403" cy="73788"/>
            </a:xfrm>
            <a:custGeom>
              <a:avLst/>
              <a:gdLst/>
              <a:ahLst/>
              <a:cxnLst/>
              <a:rect l="l" t="t" r="r" b="b"/>
              <a:pathLst>
                <a:path w="3036" h="3275" extrusionOk="0">
                  <a:moveTo>
                    <a:pt x="323" y="0"/>
                  </a:moveTo>
                  <a:cubicBezTo>
                    <a:pt x="265" y="0"/>
                    <a:pt x="0" y="109"/>
                    <a:pt x="0" y="139"/>
                  </a:cubicBezTo>
                  <a:cubicBezTo>
                    <a:pt x="0" y="139"/>
                    <a:pt x="0" y="239"/>
                    <a:pt x="67" y="339"/>
                  </a:cubicBezTo>
                  <a:cubicBezTo>
                    <a:pt x="101" y="473"/>
                    <a:pt x="134" y="639"/>
                    <a:pt x="234" y="840"/>
                  </a:cubicBezTo>
                  <a:cubicBezTo>
                    <a:pt x="334" y="1273"/>
                    <a:pt x="634" y="1774"/>
                    <a:pt x="934" y="2107"/>
                  </a:cubicBezTo>
                  <a:cubicBezTo>
                    <a:pt x="1235" y="2441"/>
                    <a:pt x="1668" y="2808"/>
                    <a:pt x="2102" y="2974"/>
                  </a:cubicBezTo>
                  <a:cubicBezTo>
                    <a:pt x="2269" y="3108"/>
                    <a:pt x="2469" y="3141"/>
                    <a:pt x="2602" y="3175"/>
                  </a:cubicBezTo>
                  <a:cubicBezTo>
                    <a:pt x="2736" y="3241"/>
                    <a:pt x="2802" y="3275"/>
                    <a:pt x="2802" y="3275"/>
                  </a:cubicBezTo>
                  <a:cubicBezTo>
                    <a:pt x="2836" y="3275"/>
                    <a:pt x="2969" y="2974"/>
                    <a:pt x="3036" y="2908"/>
                  </a:cubicBezTo>
                  <a:cubicBezTo>
                    <a:pt x="3036" y="2908"/>
                    <a:pt x="3003" y="2841"/>
                    <a:pt x="2903" y="2774"/>
                  </a:cubicBezTo>
                  <a:cubicBezTo>
                    <a:pt x="2769" y="2674"/>
                    <a:pt x="2636" y="2607"/>
                    <a:pt x="2469" y="2474"/>
                  </a:cubicBezTo>
                  <a:cubicBezTo>
                    <a:pt x="2135" y="2274"/>
                    <a:pt x="1802" y="1907"/>
                    <a:pt x="1568" y="1607"/>
                  </a:cubicBezTo>
                  <a:cubicBezTo>
                    <a:pt x="1301" y="1307"/>
                    <a:pt x="968" y="940"/>
                    <a:pt x="768" y="606"/>
                  </a:cubicBezTo>
                  <a:cubicBezTo>
                    <a:pt x="634" y="439"/>
                    <a:pt x="568" y="306"/>
                    <a:pt x="467" y="172"/>
                  </a:cubicBezTo>
                  <a:cubicBezTo>
                    <a:pt x="401" y="106"/>
                    <a:pt x="334" y="6"/>
                    <a:pt x="334" y="6"/>
                  </a:cubicBezTo>
                  <a:cubicBezTo>
                    <a:pt x="334" y="2"/>
                    <a:pt x="330" y="0"/>
                    <a:pt x="3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8" name="Google Shape;518;p4"/>
            <p:cNvSpPr/>
            <p:nvPr/>
          </p:nvSpPr>
          <p:spPr>
            <a:xfrm rot="-1265017" flipH="1">
              <a:off x="391267" y="3610897"/>
              <a:ext cx="77438" cy="27826"/>
            </a:xfrm>
            <a:custGeom>
              <a:avLst/>
              <a:gdLst/>
              <a:ahLst/>
              <a:cxnLst/>
              <a:rect l="l" t="t" r="r" b="b"/>
              <a:pathLst>
                <a:path w="3437" h="1235" extrusionOk="0">
                  <a:moveTo>
                    <a:pt x="134" y="0"/>
                  </a:moveTo>
                  <a:cubicBezTo>
                    <a:pt x="101" y="0"/>
                    <a:pt x="1" y="401"/>
                    <a:pt x="67" y="401"/>
                  </a:cubicBezTo>
                  <a:cubicBezTo>
                    <a:pt x="67" y="401"/>
                    <a:pt x="1001" y="801"/>
                    <a:pt x="1635" y="968"/>
                  </a:cubicBezTo>
                  <a:cubicBezTo>
                    <a:pt x="2269" y="1135"/>
                    <a:pt x="3303" y="1235"/>
                    <a:pt x="3303" y="1235"/>
                  </a:cubicBezTo>
                  <a:cubicBezTo>
                    <a:pt x="3336" y="1235"/>
                    <a:pt x="3436" y="934"/>
                    <a:pt x="3403" y="834"/>
                  </a:cubicBezTo>
                  <a:cubicBezTo>
                    <a:pt x="3403" y="834"/>
                    <a:pt x="2436" y="434"/>
                    <a:pt x="1802" y="267"/>
                  </a:cubicBezTo>
                  <a:cubicBezTo>
                    <a:pt x="1168" y="101"/>
                    <a:pt x="134" y="0"/>
                    <a:pt x="1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9" name="Google Shape;519;p4"/>
            <p:cNvSpPr/>
            <p:nvPr/>
          </p:nvSpPr>
          <p:spPr>
            <a:xfrm rot="-1265017" flipH="1">
              <a:off x="266910" y="3691484"/>
              <a:ext cx="92466" cy="75275"/>
            </a:xfrm>
            <a:custGeom>
              <a:avLst/>
              <a:gdLst/>
              <a:ahLst/>
              <a:cxnLst/>
              <a:rect l="l" t="t" r="r" b="b"/>
              <a:pathLst>
                <a:path w="4104" h="3341" extrusionOk="0">
                  <a:moveTo>
                    <a:pt x="134" y="0"/>
                  </a:moveTo>
                  <a:cubicBezTo>
                    <a:pt x="34" y="0"/>
                    <a:pt x="1" y="367"/>
                    <a:pt x="34" y="367"/>
                  </a:cubicBezTo>
                  <a:lnTo>
                    <a:pt x="301" y="434"/>
                  </a:lnTo>
                  <a:cubicBezTo>
                    <a:pt x="434" y="534"/>
                    <a:pt x="635" y="568"/>
                    <a:pt x="835" y="701"/>
                  </a:cubicBezTo>
                  <a:cubicBezTo>
                    <a:pt x="1302" y="901"/>
                    <a:pt x="1769" y="1235"/>
                    <a:pt x="2136" y="1535"/>
                  </a:cubicBezTo>
                  <a:cubicBezTo>
                    <a:pt x="2469" y="1802"/>
                    <a:pt x="2936" y="2235"/>
                    <a:pt x="3236" y="2602"/>
                  </a:cubicBezTo>
                  <a:cubicBezTo>
                    <a:pt x="3403" y="2836"/>
                    <a:pt x="3503" y="3003"/>
                    <a:pt x="3603" y="3103"/>
                  </a:cubicBezTo>
                  <a:cubicBezTo>
                    <a:pt x="3670" y="3236"/>
                    <a:pt x="3737" y="3336"/>
                    <a:pt x="3737" y="3336"/>
                  </a:cubicBezTo>
                  <a:cubicBezTo>
                    <a:pt x="3740" y="3339"/>
                    <a:pt x="3744" y="3341"/>
                    <a:pt x="3750" y="3341"/>
                  </a:cubicBezTo>
                  <a:cubicBezTo>
                    <a:pt x="3810" y="3341"/>
                    <a:pt x="4012" y="3194"/>
                    <a:pt x="4104" y="3103"/>
                  </a:cubicBezTo>
                  <a:lnTo>
                    <a:pt x="3970" y="2869"/>
                  </a:lnTo>
                  <a:cubicBezTo>
                    <a:pt x="3904" y="2736"/>
                    <a:pt x="3803" y="2502"/>
                    <a:pt x="3670" y="2269"/>
                  </a:cubicBezTo>
                  <a:cubicBezTo>
                    <a:pt x="3437" y="1802"/>
                    <a:pt x="3003" y="1268"/>
                    <a:pt x="2603" y="934"/>
                  </a:cubicBezTo>
                  <a:cubicBezTo>
                    <a:pt x="2169" y="601"/>
                    <a:pt x="1602" y="267"/>
                    <a:pt x="1068" y="134"/>
                  </a:cubicBezTo>
                  <a:cubicBezTo>
                    <a:pt x="801" y="67"/>
                    <a:pt x="534" y="34"/>
                    <a:pt x="401" y="34"/>
                  </a:cubicBezTo>
                  <a:cubicBezTo>
                    <a:pt x="201" y="0"/>
                    <a:pt x="134" y="0"/>
                    <a:pt x="1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0" name="Google Shape;520;p4"/>
            <p:cNvSpPr/>
            <p:nvPr/>
          </p:nvSpPr>
          <p:spPr>
            <a:xfrm rot="-1265017" flipH="1">
              <a:off x="294685" y="3818666"/>
              <a:ext cx="22576" cy="57363"/>
            </a:xfrm>
            <a:custGeom>
              <a:avLst/>
              <a:gdLst/>
              <a:ahLst/>
              <a:cxnLst/>
              <a:rect l="l" t="t" r="r" b="b"/>
              <a:pathLst>
                <a:path w="1002" h="2546" extrusionOk="0">
                  <a:moveTo>
                    <a:pt x="718" y="0"/>
                  </a:moveTo>
                  <a:cubicBezTo>
                    <a:pt x="626" y="0"/>
                    <a:pt x="534" y="8"/>
                    <a:pt x="534" y="25"/>
                  </a:cubicBezTo>
                  <a:cubicBezTo>
                    <a:pt x="534" y="25"/>
                    <a:pt x="434" y="192"/>
                    <a:pt x="401" y="425"/>
                  </a:cubicBezTo>
                  <a:cubicBezTo>
                    <a:pt x="368" y="692"/>
                    <a:pt x="234" y="993"/>
                    <a:pt x="201" y="1193"/>
                  </a:cubicBezTo>
                  <a:cubicBezTo>
                    <a:pt x="67" y="1626"/>
                    <a:pt x="1" y="2427"/>
                    <a:pt x="1" y="2427"/>
                  </a:cubicBezTo>
                  <a:cubicBezTo>
                    <a:pt x="1" y="2454"/>
                    <a:pt x="174" y="2545"/>
                    <a:pt x="276" y="2545"/>
                  </a:cubicBezTo>
                  <a:cubicBezTo>
                    <a:pt x="301" y="2545"/>
                    <a:pt x="321" y="2540"/>
                    <a:pt x="334" y="2527"/>
                  </a:cubicBezTo>
                  <a:cubicBezTo>
                    <a:pt x="334" y="2527"/>
                    <a:pt x="735" y="1860"/>
                    <a:pt x="868" y="1359"/>
                  </a:cubicBezTo>
                  <a:cubicBezTo>
                    <a:pt x="935" y="1093"/>
                    <a:pt x="1001" y="759"/>
                    <a:pt x="935" y="492"/>
                  </a:cubicBezTo>
                  <a:cubicBezTo>
                    <a:pt x="935" y="225"/>
                    <a:pt x="901" y="25"/>
                    <a:pt x="901" y="25"/>
                  </a:cubicBezTo>
                  <a:cubicBezTo>
                    <a:pt x="901" y="8"/>
                    <a:pt x="810"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1" name="Google Shape;521;p4"/>
            <p:cNvSpPr/>
            <p:nvPr/>
          </p:nvSpPr>
          <p:spPr>
            <a:xfrm rot="-1265017" flipH="1">
              <a:off x="369739" y="3882335"/>
              <a:ext cx="37536" cy="78069"/>
            </a:xfrm>
            <a:custGeom>
              <a:avLst/>
              <a:gdLst/>
              <a:ahLst/>
              <a:cxnLst/>
              <a:rect l="l" t="t" r="r" b="b"/>
              <a:pathLst>
                <a:path w="1666" h="3465" extrusionOk="0">
                  <a:moveTo>
                    <a:pt x="1410" y="1"/>
                  </a:moveTo>
                  <a:cubicBezTo>
                    <a:pt x="1407" y="1"/>
                    <a:pt x="1403" y="2"/>
                    <a:pt x="1401" y="4"/>
                  </a:cubicBezTo>
                  <a:cubicBezTo>
                    <a:pt x="1401" y="4"/>
                    <a:pt x="1301" y="71"/>
                    <a:pt x="1234" y="137"/>
                  </a:cubicBezTo>
                  <a:cubicBezTo>
                    <a:pt x="1134" y="237"/>
                    <a:pt x="1001" y="304"/>
                    <a:pt x="901" y="471"/>
                  </a:cubicBezTo>
                  <a:cubicBezTo>
                    <a:pt x="601" y="771"/>
                    <a:pt x="334" y="1238"/>
                    <a:pt x="234" y="1572"/>
                  </a:cubicBezTo>
                  <a:cubicBezTo>
                    <a:pt x="100" y="1905"/>
                    <a:pt x="0" y="2406"/>
                    <a:pt x="0" y="2773"/>
                  </a:cubicBezTo>
                  <a:cubicBezTo>
                    <a:pt x="0" y="2939"/>
                    <a:pt x="67" y="3106"/>
                    <a:pt x="67" y="3240"/>
                  </a:cubicBezTo>
                  <a:lnTo>
                    <a:pt x="67" y="3440"/>
                  </a:lnTo>
                  <a:cubicBezTo>
                    <a:pt x="67" y="3456"/>
                    <a:pt x="150" y="3465"/>
                    <a:pt x="242" y="3465"/>
                  </a:cubicBezTo>
                  <a:cubicBezTo>
                    <a:pt x="334" y="3465"/>
                    <a:pt x="434" y="3456"/>
                    <a:pt x="467" y="3440"/>
                  </a:cubicBezTo>
                  <a:cubicBezTo>
                    <a:pt x="467" y="3440"/>
                    <a:pt x="467" y="3406"/>
                    <a:pt x="501" y="3273"/>
                  </a:cubicBezTo>
                  <a:cubicBezTo>
                    <a:pt x="501" y="3173"/>
                    <a:pt x="567" y="3006"/>
                    <a:pt x="601" y="2839"/>
                  </a:cubicBezTo>
                  <a:cubicBezTo>
                    <a:pt x="667" y="2506"/>
                    <a:pt x="834" y="2105"/>
                    <a:pt x="934" y="1805"/>
                  </a:cubicBezTo>
                  <a:cubicBezTo>
                    <a:pt x="1068" y="1505"/>
                    <a:pt x="1168" y="1105"/>
                    <a:pt x="1335" y="805"/>
                  </a:cubicBezTo>
                  <a:cubicBezTo>
                    <a:pt x="1435" y="638"/>
                    <a:pt x="1501" y="504"/>
                    <a:pt x="1568" y="438"/>
                  </a:cubicBezTo>
                  <a:cubicBezTo>
                    <a:pt x="1601" y="304"/>
                    <a:pt x="1635" y="271"/>
                    <a:pt x="1635" y="271"/>
                  </a:cubicBezTo>
                  <a:cubicBezTo>
                    <a:pt x="1666" y="209"/>
                    <a:pt x="1464" y="1"/>
                    <a:pt x="14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2" name="Google Shape;522;p4"/>
            <p:cNvSpPr/>
            <p:nvPr/>
          </p:nvSpPr>
          <p:spPr>
            <a:xfrm rot="-1265017" flipH="1">
              <a:off x="439220" y="4011306"/>
              <a:ext cx="35351" cy="76830"/>
            </a:xfrm>
            <a:custGeom>
              <a:avLst/>
              <a:gdLst/>
              <a:ahLst/>
              <a:cxnLst/>
              <a:rect l="l" t="t" r="r" b="b"/>
              <a:pathLst>
                <a:path w="1569" h="3410" extrusionOk="0">
                  <a:moveTo>
                    <a:pt x="384" y="0"/>
                  </a:moveTo>
                  <a:cubicBezTo>
                    <a:pt x="374" y="0"/>
                    <a:pt x="367" y="2"/>
                    <a:pt x="367" y="7"/>
                  </a:cubicBezTo>
                  <a:cubicBezTo>
                    <a:pt x="367" y="7"/>
                    <a:pt x="334" y="40"/>
                    <a:pt x="301" y="174"/>
                  </a:cubicBezTo>
                  <a:cubicBezTo>
                    <a:pt x="234" y="274"/>
                    <a:pt x="167" y="407"/>
                    <a:pt x="134" y="641"/>
                  </a:cubicBezTo>
                  <a:cubicBezTo>
                    <a:pt x="0" y="1008"/>
                    <a:pt x="34" y="1508"/>
                    <a:pt x="134" y="1875"/>
                  </a:cubicBezTo>
                  <a:cubicBezTo>
                    <a:pt x="234" y="2208"/>
                    <a:pt x="501" y="2675"/>
                    <a:pt x="734" y="2942"/>
                  </a:cubicBezTo>
                  <a:lnTo>
                    <a:pt x="1068" y="3309"/>
                  </a:lnTo>
                  <a:lnTo>
                    <a:pt x="1201" y="3409"/>
                  </a:lnTo>
                  <a:cubicBezTo>
                    <a:pt x="1235" y="3409"/>
                    <a:pt x="1501" y="3209"/>
                    <a:pt x="1568" y="3209"/>
                  </a:cubicBezTo>
                  <a:lnTo>
                    <a:pt x="1501" y="3042"/>
                  </a:lnTo>
                  <a:cubicBezTo>
                    <a:pt x="1435" y="2976"/>
                    <a:pt x="1368" y="2842"/>
                    <a:pt x="1268" y="2675"/>
                  </a:cubicBezTo>
                  <a:cubicBezTo>
                    <a:pt x="1101" y="2375"/>
                    <a:pt x="1001" y="2008"/>
                    <a:pt x="901" y="1708"/>
                  </a:cubicBezTo>
                  <a:cubicBezTo>
                    <a:pt x="834" y="1408"/>
                    <a:pt x="734" y="1041"/>
                    <a:pt x="734" y="707"/>
                  </a:cubicBezTo>
                  <a:cubicBezTo>
                    <a:pt x="701" y="541"/>
                    <a:pt x="734" y="407"/>
                    <a:pt x="734" y="307"/>
                  </a:cubicBezTo>
                  <a:lnTo>
                    <a:pt x="734" y="140"/>
                  </a:lnTo>
                  <a:cubicBezTo>
                    <a:pt x="705" y="83"/>
                    <a:pt x="453" y="0"/>
                    <a:pt x="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3" name="Google Shape;523;p4"/>
            <p:cNvSpPr/>
            <p:nvPr/>
          </p:nvSpPr>
          <p:spPr>
            <a:xfrm rot="-1265017" flipH="1">
              <a:off x="357146" y="4141384"/>
              <a:ext cx="78114" cy="43056"/>
            </a:xfrm>
            <a:custGeom>
              <a:avLst/>
              <a:gdLst/>
              <a:ahLst/>
              <a:cxnLst/>
              <a:rect l="l" t="t" r="r" b="b"/>
              <a:pathLst>
                <a:path w="3467" h="1911" extrusionOk="0">
                  <a:moveTo>
                    <a:pt x="153" y="0"/>
                  </a:moveTo>
                  <a:cubicBezTo>
                    <a:pt x="108" y="0"/>
                    <a:pt x="0" y="282"/>
                    <a:pt x="31" y="342"/>
                  </a:cubicBezTo>
                  <a:lnTo>
                    <a:pt x="198" y="409"/>
                  </a:lnTo>
                  <a:cubicBezTo>
                    <a:pt x="298" y="442"/>
                    <a:pt x="431" y="542"/>
                    <a:pt x="598" y="609"/>
                  </a:cubicBezTo>
                  <a:cubicBezTo>
                    <a:pt x="865" y="776"/>
                    <a:pt x="1265" y="1076"/>
                    <a:pt x="1532" y="1243"/>
                  </a:cubicBezTo>
                  <a:cubicBezTo>
                    <a:pt x="1865" y="1410"/>
                    <a:pt x="2299" y="1610"/>
                    <a:pt x="2666" y="1743"/>
                  </a:cubicBezTo>
                  <a:cubicBezTo>
                    <a:pt x="2833" y="1777"/>
                    <a:pt x="3000" y="1843"/>
                    <a:pt x="3133" y="1877"/>
                  </a:cubicBezTo>
                  <a:cubicBezTo>
                    <a:pt x="3266" y="1910"/>
                    <a:pt x="3333" y="1910"/>
                    <a:pt x="3333" y="1910"/>
                  </a:cubicBezTo>
                  <a:cubicBezTo>
                    <a:pt x="3367" y="1910"/>
                    <a:pt x="3467" y="1610"/>
                    <a:pt x="3467" y="1577"/>
                  </a:cubicBezTo>
                  <a:lnTo>
                    <a:pt x="3300" y="1510"/>
                  </a:lnTo>
                  <a:cubicBezTo>
                    <a:pt x="3200" y="1443"/>
                    <a:pt x="3100" y="1376"/>
                    <a:pt x="2933" y="1276"/>
                  </a:cubicBezTo>
                  <a:cubicBezTo>
                    <a:pt x="2633" y="1110"/>
                    <a:pt x="2266" y="843"/>
                    <a:pt x="1966" y="676"/>
                  </a:cubicBezTo>
                  <a:cubicBezTo>
                    <a:pt x="1632" y="509"/>
                    <a:pt x="1198" y="276"/>
                    <a:pt x="831" y="176"/>
                  </a:cubicBezTo>
                  <a:cubicBezTo>
                    <a:pt x="665" y="109"/>
                    <a:pt x="498" y="75"/>
                    <a:pt x="364" y="42"/>
                  </a:cubicBezTo>
                  <a:cubicBezTo>
                    <a:pt x="264" y="9"/>
                    <a:pt x="164" y="9"/>
                    <a:pt x="164" y="9"/>
                  </a:cubicBezTo>
                  <a:cubicBezTo>
                    <a:pt x="161" y="3"/>
                    <a:pt x="157" y="0"/>
                    <a:pt x="1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4" name="Google Shape;524;p4"/>
            <p:cNvSpPr/>
            <p:nvPr/>
          </p:nvSpPr>
          <p:spPr>
            <a:xfrm rot="-1265017" flipH="1">
              <a:off x="17377" y="4190086"/>
              <a:ext cx="413372" cy="757260"/>
            </a:xfrm>
            <a:custGeom>
              <a:avLst/>
              <a:gdLst/>
              <a:ahLst/>
              <a:cxnLst/>
              <a:rect l="l" t="t" r="r" b="b"/>
              <a:pathLst>
                <a:path w="18347" h="33610" extrusionOk="0">
                  <a:moveTo>
                    <a:pt x="12676" y="534"/>
                  </a:moveTo>
                  <a:cubicBezTo>
                    <a:pt x="12943" y="534"/>
                    <a:pt x="13177" y="568"/>
                    <a:pt x="13477" y="568"/>
                  </a:cubicBezTo>
                  <a:cubicBezTo>
                    <a:pt x="13777" y="634"/>
                    <a:pt x="14044" y="668"/>
                    <a:pt x="14344" y="734"/>
                  </a:cubicBezTo>
                  <a:cubicBezTo>
                    <a:pt x="14945" y="901"/>
                    <a:pt x="15512" y="1235"/>
                    <a:pt x="16012" y="1735"/>
                  </a:cubicBezTo>
                  <a:cubicBezTo>
                    <a:pt x="16479" y="2235"/>
                    <a:pt x="16813" y="3003"/>
                    <a:pt x="17013" y="3803"/>
                  </a:cubicBezTo>
                  <a:cubicBezTo>
                    <a:pt x="17380" y="5404"/>
                    <a:pt x="17179" y="7372"/>
                    <a:pt x="16612" y="9307"/>
                  </a:cubicBezTo>
                  <a:cubicBezTo>
                    <a:pt x="16312" y="10308"/>
                    <a:pt x="15945" y="11242"/>
                    <a:pt x="15478" y="12209"/>
                  </a:cubicBezTo>
                  <a:cubicBezTo>
                    <a:pt x="15211" y="12676"/>
                    <a:pt x="15011" y="13177"/>
                    <a:pt x="14778" y="13677"/>
                  </a:cubicBezTo>
                  <a:cubicBezTo>
                    <a:pt x="14511" y="14144"/>
                    <a:pt x="14277" y="14644"/>
                    <a:pt x="13977" y="15145"/>
                  </a:cubicBezTo>
                  <a:cubicBezTo>
                    <a:pt x="13443" y="16145"/>
                    <a:pt x="12876" y="17146"/>
                    <a:pt x="12509" y="18314"/>
                  </a:cubicBezTo>
                  <a:cubicBezTo>
                    <a:pt x="12476" y="18580"/>
                    <a:pt x="12343" y="18881"/>
                    <a:pt x="12309" y="19181"/>
                  </a:cubicBezTo>
                  <a:lnTo>
                    <a:pt x="12209" y="19648"/>
                  </a:lnTo>
                  <a:lnTo>
                    <a:pt x="12176" y="19848"/>
                  </a:lnTo>
                  <a:lnTo>
                    <a:pt x="12176" y="20015"/>
                  </a:lnTo>
                  <a:lnTo>
                    <a:pt x="12176" y="20148"/>
                  </a:lnTo>
                  <a:cubicBezTo>
                    <a:pt x="12176" y="20749"/>
                    <a:pt x="12276" y="21349"/>
                    <a:pt x="12376" y="21916"/>
                  </a:cubicBezTo>
                  <a:cubicBezTo>
                    <a:pt x="12643" y="23084"/>
                    <a:pt x="12976" y="24184"/>
                    <a:pt x="13210" y="25252"/>
                  </a:cubicBezTo>
                  <a:cubicBezTo>
                    <a:pt x="13310" y="25752"/>
                    <a:pt x="13377" y="26319"/>
                    <a:pt x="13443" y="26853"/>
                  </a:cubicBezTo>
                  <a:cubicBezTo>
                    <a:pt x="13477" y="27387"/>
                    <a:pt x="13443" y="27887"/>
                    <a:pt x="13310" y="28387"/>
                  </a:cubicBezTo>
                  <a:cubicBezTo>
                    <a:pt x="13177" y="28854"/>
                    <a:pt x="13010" y="29355"/>
                    <a:pt x="12776" y="29822"/>
                  </a:cubicBezTo>
                  <a:cubicBezTo>
                    <a:pt x="12509" y="30255"/>
                    <a:pt x="12276" y="30689"/>
                    <a:pt x="11942" y="31056"/>
                  </a:cubicBezTo>
                  <a:cubicBezTo>
                    <a:pt x="11309" y="31757"/>
                    <a:pt x="10475" y="32324"/>
                    <a:pt x="9607" y="32524"/>
                  </a:cubicBezTo>
                  <a:cubicBezTo>
                    <a:pt x="9325" y="32592"/>
                    <a:pt x="9029" y="32626"/>
                    <a:pt x="8729" y="32626"/>
                  </a:cubicBezTo>
                  <a:cubicBezTo>
                    <a:pt x="8001" y="32626"/>
                    <a:pt x="7253" y="32425"/>
                    <a:pt x="6639" y="32023"/>
                  </a:cubicBezTo>
                  <a:cubicBezTo>
                    <a:pt x="5771" y="31423"/>
                    <a:pt x="5138" y="30422"/>
                    <a:pt x="4871" y="29355"/>
                  </a:cubicBezTo>
                  <a:cubicBezTo>
                    <a:pt x="4771" y="28821"/>
                    <a:pt x="4671" y="28254"/>
                    <a:pt x="4671" y="27687"/>
                  </a:cubicBezTo>
                  <a:lnTo>
                    <a:pt x="4671" y="27554"/>
                  </a:lnTo>
                  <a:lnTo>
                    <a:pt x="4671" y="27487"/>
                  </a:lnTo>
                  <a:lnTo>
                    <a:pt x="4671" y="27387"/>
                  </a:lnTo>
                  <a:lnTo>
                    <a:pt x="4671" y="27187"/>
                  </a:lnTo>
                  <a:lnTo>
                    <a:pt x="4671" y="26753"/>
                  </a:lnTo>
                  <a:cubicBezTo>
                    <a:pt x="4671" y="26486"/>
                    <a:pt x="4704" y="26219"/>
                    <a:pt x="4771" y="25919"/>
                  </a:cubicBezTo>
                  <a:cubicBezTo>
                    <a:pt x="4937" y="24852"/>
                    <a:pt x="5304" y="23717"/>
                    <a:pt x="5371" y="22550"/>
                  </a:cubicBezTo>
                  <a:cubicBezTo>
                    <a:pt x="5471" y="21983"/>
                    <a:pt x="5438" y="21382"/>
                    <a:pt x="5304" y="20849"/>
                  </a:cubicBezTo>
                  <a:lnTo>
                    <a:pt x="5304" y="20749"/>
                  </a:lnTo>
                  <a:cubicBezTo>
                    <a:pt x="5304" y="20715"/>
                    <a:pt x="5271" y="20649"/>
                    <a:pt x="5271" y="20582"/>
                  </a:cubicBezTo>
                  <a:lnTo>
                    <a:pt x="5138" y="20382"/>
                  </a:lnTo>
                  <a:cubicBezTo>
                    <a:pt x="5037" y="20248"/>
                    <a:pt x="5004" y="20148"/>
                    <a:pt x="4937" y="20015"/>
                  </a:cubicBezTo>
                  <a:cubicBezTo>
                    <a:pt x="4804" y="19815"/>
                    <a:pt x="4671" y="19581"/>
                    <a:pt x="4504" y="19381"/>
                  </a:cubicBezTo>
                  <a:cubicBezTo>
                    <a:pt x="3937" y="18580"/>
                    <a:pt x="3270" y="18013"/>
                    <a:pt x="2769" y="17413"/>
                  </a:cubicBezTo>
                  <a:cubicBezTo>
                    <a:pt x="2269" y="16879"/>
                    <a:pt x="1835" y="16379"/>
                    <a:pt x="1602" y="15912"/>
                  </a:cubicBezTo>
                  <a:cubicBezTo>
                    <a:pt x="1335" y="15512"/>
                    <a:pt x="1201" y="15145"/>
                    <a:pt x="1135" y="14878"/>
                  </a:cubicBezTo>
                  <a:lnTo>
                    <a:pt x="1135" y="14844"/>
                  </a:lnTo>
                  <a:cubicBezTo>
                    <a:pt x="634" y="13343"/>
                    <a:pt x="634" y="11842"/>
                    <a:pt x="901" y="10508"/>
                  </a:cubicBezTo>
                  <a:cubicBezTo>
                    <a:pt x="1201" y="9207"/>
                    <a:pt x="1702" y="8040"/>
                    <a:pt x="2302" y="7072"/>
                  </a:cubicBezTo>
                  <a:cubicBezTo>
                    <a:pt x="2869" y="6138"/>
                    <a:pt x="3503" y="5338"/>
                    <a:pt x="4137" y="4671"/>
                  </a:cubicBezTo>
                  <a:cubicBezTo>
                    <a:pt x="4737" y="4003"/>
                    <a:pt x="5371" y="3470"/>
                    <a:pt x="5905" y="3036"/>
                  </a:cubicBezTo>
                  <a:cubicBezTo>
                    <a:pt x="7039" y="2169"/>
                    <a:pt x="7940" y="1702"/>
                    <a:pt x="8507" y="1468"/>
                  </a:cubicBezTo>
                  <a:cubicBezTo>
                    <a:pt x="9107" y="1201"/>
                    <a:pt x="9374" y="1135"/>
                    <a:pt x="9374" y="1135"/>
                  </a:cubicBezTo>
                  <a:cubicBezTo>
                    <a:pt x="9681" y="1028"/>
                    <a:pt x="9860" y="889"/>
                    <a:pt x="9906" y="777"/>
                  </a:cubicBezTo>
                  <a:lnTo>
                    <a:pt x="9906" y="777"/>
                  </a:lnTo>
                  <a:cubicBezTo>
                    <a:pt x="9926" y="823"/>
                    <a:pt x="9988" y="853"/>
                    <a:pt x="10083" y="853"/>
                  </a:cubicBezTo>
                  <a:cubicBezTo>
                    <a:pt x="10152" y="853"/>
                    <a:pt x="10239" y="837"/>
                    <a:pt x="10341" y="801"/>
                  </a:cubicBezTo>
                  <a:cubicBezTo>
                    <a:pt x="10341" y="801"/>
                    <a:pt x="10475" y="801"/>
                    <a:pt x="10641" y="734"/>
                  </a:cubicBezTo>
                  <a:cubicBezTo>
                    <a:pt x="10808" y="701"/>
                    <a:pt x="11108" y="668"/>
                    <a:pt x="11442" y="634"/>
                  </a:cubicBezTo>
                  <a:cubicBezTo>
                    <a:pt x="11776" y="568"/>
                    <a:pt x="12176" y="534"/>
                    <a:pt x="12676" y="534"/>
                  </a:cubicBezTo>
                  <a:close/>
                  <a:moveTo>
                    <a:pt x="12976" y="0"/>
                  </a:moveTo>
                  <a:cubicBezTo>
                    <a:pt x="12443" y="34"/>
                    <a:pt x="12009" y="67"/>
                    <a:pt x="11642" y="134"/>
                  </a:cubicBezTo>
                  <a:cubicBezTo>
                    <a:pt x="11275" y="201"/>
                    <a:pt x="10975" y="234"/>
                    <a:pt x="10808" y="301"/>
                  </a:cubicBezTo>
                  <a:cubicBezTo>
                    <a:pt x="10608" y="334"/>
                    <a:pt x="10508" y="367"/>
                    <a:pt x="10508" y="367"/>
                  </a:cubicBezTo>
                  <a:cubicBezTo>
                    <a:pt x="10147" y="454"/>
                    <a:pt x="9961" y="584"/>
                    <a:pt x="9912" y="688"/>
                  </a:cubicBezTo>
                  <a:lnTo>
                    <a:pt x="9912" y="688"/>
                  </a:lnTo>
                  <a:cubicBezTo>
                    <a:pt x="9890" y="628"/>
                    <a:pt x="9807" y="588"/>
                    <a:pt x="9660" y="588"/>
                  </a:cubicBezTo>
                  <a:cubicBezTo>
                    <a:pt x="9547" y="588"/>
                    <a:pt x="9396" y="612"/>
                    <a:pt x="9207" y="668"/>
                  </a:cubicBezTo>
                  <a:cubicBezTo>
                    <a:pt x="9207" y="668"/>
                    <a:pt x="9174" y="701"/>
                    <a:pt x="9007" y="734"/>
                  </a:cubicBezTo>
                  <a:cubicBezTo>
                    <a:pt x="8840" y="801"/>
                    <a:pt x="8607" y="868"/>
                    <a:pt x="8306" y="1001"/>
                  </a:cubicBezTo>
                  <a:cubicBezTo>
                    <a:pt x="7673" y="1301"/>
                    <a:pt x="6772" y="1735"/>
                    <a:pt x="5605" y="2636"/>
                  </a:cubicBezTo>
                  <a:cubicBezTo>
                    <a:pt x="5004" y="3069"/>
                    <a:pt x="4370" y="3636"/>
                    <a:pt x="3703" y="4304"/>
                  </a:cubicBezTo>
                  <a:cubicBezTo>
                    <a:pt x="3103" y="5004"/>
                    <a:pt x="2436" y="5838"/>
                    <a:pt x="1802" y="6839"/>
                  </a:cubicBezTo>
                  <a:cubicBezTo>
                    <a:pt x="1201" y="7839"/>
                    <a:pt x="634" y="9040"/>
                    <a:pt x="334" y="10475"/>
                  </a:cubicBezTo>
                  <a:cubicBezTo>
                    <a:pt x="34" y="11842"/>
                    <a:pt x="1" y="13510"/>
                    <a:pt x="534" y="15145"/>
                  </a:cubicBezTo>
                  <a:lnTo>
                    <a:pt x="534" y="15078"/>
                  </a:lnTo>
                  <a:cubicBezTo>
                    <a:pt x="634" y="15378"/>
                    <a:pt x="768" y="15845"/>
                    <a:pt x="1035" y="16346"/>
                  </a:cubicBezTo>
                  <a:cubicBezTo>
                    <a:pt x="1335" y="16846"/>
                    <a:pt x="1735" y="17413"/>
                    <a:pt x="2302" y="18013"/>
                  </a:cubicBezTo>
                  <a:cubicBezTo>
                    <a:pt x="2836" y="18647"/>
                    <a:pt x="3470" y="19248"/>
                    <a:pt x="4003" y="19981"/>
                  </a:cubicBezTo>
                  <a:cubicBezTo>
                    <a:pt x="4137" y="20182"/>
                    <a:pt x="4237" y="20348"/>
                    <a:pt x="4370" y="20549"/>
                  </a:cubicBezTo>
                  <a:cubicBezTo>
                    <a:pt x="4470" y="20649"/>
                    <a:pt x="4504" y="20749"/>
                    <a:pt x="4537" y="20849"/>
                  </a:cubicBezTo>
                  <a:lnTo>
                    <a:pt x="4604" y="20982"/>
                  </a:lnTo>
                  <a:lnTo>
                    <a:pt x="4637" y="21082"/>
                  </a:lnTo>
                  <a:cubicBezTo>
                    <a:pt x="4771" y="21549"/>
                    <a:pt x="4771" y="22050"/>
                    <a:pt x="4704" y="22550"/>
                  </a:cubicBezTo>
                  <a:cubicBezTo>
                    <a:pt x="4637" y="23551"/>
                    <a:pt x="4237" y="24651"/>
                    <a:pt x="4037" y="25852"/>
                  </a:cubicBezTo>
                  <a:cubicBezTo>
                    <a:pt x="4003" y="26186"/>
                    <a:pt x="3970" y="26486"/>
                    <a:pt x="3970" y="26820"/>
                  </a:cubicBezTo>
                  <a:lnTo>
                    <a:pt x="3970" y="27320"/>
                  </a:lnTo>
                  <a:lnTo>
                    <a:pt x="3970" y="27554"/>
                  </a:lnTo>
                  <a:lnTo>
                    <a:pt x="3970" y="27587"/>
                  </a:lnTo>
                  <a:lnTo>
                    <a:pt x="3970" y="27720"/>
                  </a:lnTo>
                  <a:cubicBezTo>
                    <a:pt x="3970" y="28354"/>
                    <a:pt x="4037" y="28988"/>
                    <a:pt x="4204" y="29588"/>
                  </a:cubicBezTo>
                  <a:cubicBezTo>
                    <a:pt x="4504" y="30856"/>
                    <a:pt x="5204" y="32057"/>
                    <a:pt x="6338" y="32824"/>
                  </a:cubicBezTo>
                  <a:cubicBezTo>
                    <a:pt x="7118" y="33368"/>
                    <a:pt x="8049" y="33610"/>
                    <a:pt x="8953" y="33610"/>
                  </a:cubicBezTo>
                  <a:cubicBezTo>
                    <a:pt x="9324" y="33610"/>
                    <a:pt x="9691" y="33569"/>
                    <a:pt x="10041" y="33491"/>
                  </a:cubicBezTo>
                  <a:cubicBezTo>
                    <a:pt x="11142" y="33224"/>
                    <a:pt x="12143" y="32557"/>
                    <a:pt x="12876" y="31690"/>
                  </a:cubicBezTo>
                  <a:cubicBezTo>
                    <a:pt x="13277" y="31223"/>
                    <a:pt x="13610" y="30722"/>
                    <a:pt x="13844" y="30222"/>
                  </a:cubicBezTo>
                  <a:cubicBezTo>
                    <a:pt x="14111" y="29722"/>
                    <a:pt x="14311" y="29188"/>
                    <a:pt x="14478" y="28588"/>
                  </a:cubicBezTo>
                  <a:cubicBezTo>
                    <a:pt x="14711" y="27387"/>
                    <a:pt x="14611" y="26186"/>
                    <a:pt x="14344" y="25052"/>
                  </a:cubicBezTo>
                  <a:cubicBezTo>
                    <a:pt x="14111" y="23884"/>
                    <a:pt x="13710" y="22817"/>
                    <a:pt x="13510" y="21716"/>
                  </a:cubicBezTo>
                  <a:cubicBezTo>
                    <a:pt x="13377" y="21182"/>
                    <a:pt x="13310" y="20649"/>
                    <a:pt x="13310" y="20082"/>
                  </a:cubicBezTo>
                  <a:lnTo>
                    <a:pt x="13310" y="20015"/>
                  </a:lnTo>
                  <a:lnTo>
                    <a:pt x="13310" y="19981"/>
                  </a:lnTo>
                  <a:lnTo>
                    <a:pt x="13343" y="19748"/>
                  </a:lnTo>
                  <a:lnTo>
                    <a:pt x="13443" y="19348"/>
                  </a:lnTo>
                  <a:cubicBezTo>
                    <a:pt x="13477" y="19081"/>
                    <a:pt x="13544" y="18814"/>
                    <a:pt x="13644" y="18547"/>
                  </a:cubicBezTo>
                  <a:cubicBezTo>
                    <a:pt x="13944" y="17513"/>
                    <a:pt x="14478" y="16512"/>
                    <a:pt x="14978" y="15512"/>
                  </a:cubicBezTo>
                  <a:lnTo>
                    <a:pt x="15712" y="14011"/>
                  </a:lnTo>
                  <a:cubicBezTo>
                    <a:pt x="15979" y="13510"/>
                    <a:pt x="16179" y="13010"/>
                    <a:pt x="16446" y="12509"/>
                  </a:cubicBezTo>
                  <a:cubicBezTo>
                    <a:pt x="16879" y="11509"/>
                    <a:pt x="17280" y="10475"/>
                    <a:pt x="17546" y="9474"/>
                  </a:cubicBezTo>
                  <a:cubicBezTo>
                    <a:pt x="18147" y="7439"/>
                    <a:pt x="18347" y="5404"/>
                    <a:pt x="17947" y="3603"/>
                  </a:cubicBezTo>
                  <a:cubicBezTo>
                    <a:pt x="17713" y="2736"/>
                    <a:pt x="17313" y="1902"/>
                    <a:pt x="16712" y="1335"/>
                  </a:cubicBezTo>
                  <a:cubicBezTo>
                    <a:pt x="16145" y="734"/>
                    <a:pt x="15445" y="367"/>
                    <a:pt x="14778" y="201"/>
                  </a:cubicBezTo>
                  <a:cubicBezTo>
                    <a:pt x="14444" y="101"/>
                    <a:pt x="14111" y="67"/>
                    <a:pt x="13810" y="34"/>
                  </a:cubicBezTo>
                  <a:cubicBezTo>
                    <a:pt x="13510" y="34"/>
                    <a:pt x="13210" y="0"/>
                    <a:pt x="12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5" name="Google Shape;525;p4"/>
            <p:cNvSpPr/>
            <p:nvPr/>
          </p:nvSpPr>
          <p:spPr>
            <a:xfrm rot="-1265017" flipH="1">
              <a:off x="-55997" y="4126284"/>
              <a:ext cx="555407" cy="887330"/>
            </a:xfrm>
            <a:custGeom>
              <a:avLst/>
              <a:gdLst/>
              <a:ahLst/>
              <a:cxnLst/>
              <a:rect l="l" t="t" r="r" b="b"/>
              <a:pathLst>
                <a:path w="24651" h="39383" extrusionOk="0">
                  <a:moveTo>
                    <a:pt x="16897" y="0"/>
                  </a:moveTo>
                  <a:cubicBezTo>
                    <a:pt x="16399" y="0"/>
                    <a:pt x="15956" y="25"/>
                    <a:pt x="15578" y="38"/>
                  </a:cubicBezTo>
                  <a:cubicBezTo>
                    <a:pt x="15144" y="71"/>
                    <a:pt x="14811" y="105"/>
                    <a:pt x="14544" y="172"/>
                  </a:cubicBezTo>
                  <a:cubicBezTo>
                    <a:pt x="14310" y="205"/>
                    <a:pt x="14177" y="205"/>
                    <a:pt x="14177" y="205"/>
                  </a:cubicBezTo>
                  <a:cubicBezTo>
                    <a:pt x="13563" y="324"/>
                    <a:pt x="13325" y="443"/>
                    <a:pt x="13450" y="443"/>
                  </a:cubicBezTo>
                  <a:cubicBezTo>
                    <a:pt x="13536" y="443"/>
                    <a:pt x="13790" y="387"/>
                    <a:pt x="14210" y="238"/>
                  </a:cubicBezTo>
                  <a:cubicBezTo>
                    <a:pt x="14210" y="238"/>
                    <a:pt x="14277" y="238"/>
                    <a:pt x="14544" y="205"/>
                  </a:cubicBezTo>
                  <a:cubicBezTo>
                    <a:pt x="14744" y="205"/>
                    <a:pt x="15077" y="138"/>
                    <a:pt x="15544" y="105"/>
                  </a:cubicBezTo>
                  <a:cubicBezTo>
                    <a:pt x="15867" y="92"/>
                    <a:pt x="16254" y="71"/>
                    <a:pt x="16691" y="71"/>
                  </a:cubicBezTo>
                  <a:cubicBezTo>
                    <a:pt x="17431" y="71"/>
                    <a:pt x="18316" y="133"/>
                    <a:pt x="19280" y="405"/>
                  </a:cubicBezTo>
                  <a:cubicBezTo>
                    <a:pt x="20081" y="605"/>
                    <a:pt x="20882" y="972"/>
                    <a:pt x="21615" y="1573"/>
                  </a:cubicBezTo>
                  <a:cubicBezTo>
                    <a:pt x="22383" y="2140"/>
                    <a:pt x="22950" y="2974"/>
                    <a:pt x="23383" y="3974"/>
                  </a:cubicBezTo>
                  <a:cubicBezTo>
                    <a:pt x="24217" y="6009"/>
                    <a:pt x="24184" y="8511"/>
                    <a:pt x="23617" y="11013"/>
                  </a:cubicBezTo>
                  <a:cubicBezTo>
                    <a:pt x="23383" y="12247"/>
                    <a:pt x="22950" y="13548"/>
                    <a:pt x="22383" y="14749"/>
                  </a:cubicBezTo>
                  <a:cubicBezTo>
                    <a:pt x="21782" y="15950"/>
                    <a:pt x="21015" y="17084"/>
                    <a:pt x="20181" y="18251"/>
                  </a:cubicBezTo>
                  <a:cubicBezTo>
                    <a:pt x="19347" y="19385"/>
                    <a:pt x="18447" y="20586"/>
                    <a:pt x="18013" y="22021"/>
                  </a:cubicBezTo>
                  <a:cubicBezTo>
                    <a:pt x="17879" y="22387"/>
                    <a:pt x="17746" y="22721"/>
                    <a:pt x="17713" y="23088"/>
                  </a:cubicBezTo>
                  <a:lnTo>
                    <a:pt x="17679" y="23221"/>
                  </a:lnTo>
                  <a:lnTo>
                    <a:pt x="17679" y="23388"/>
                  </a:lnTo>
                  <a:lnTo>
                    <a:pt x="17679" y="23688"/>
                  </a:lnTo>
                  <a:cubicBezTo>
                    <a:pt x="17679" y="23855"/>
                    <a:pt x="17679" y="24055"/>
                    <a:pt x="17713" y="24222"/>
                  </a:cubicBezTo>
                  <a:cubicBezTo>
                    <a:pt x="17779" y="24956"/>
                    <a:pt x="18013" y="25690"/>
                    <a:pt x="18213" y="26390"/>
                  </a:cubicBezTo>
                  <a:cubicBezTo>
                    <a:pt x="18680" y="27758"/>
                    <a:pt x="19247" y="29092"/>
                    <a:pt x="19514" y="30460"/>
                  </a:cubicBezTo>
                  <a:cubicBezTo>
                    <a:pt x="19681" y="31127"/>
                    <a:pt x="19714" y="31861"/>
                    <a:pt x="19614" y="32528"/>
                  </a:cubicBezTo>
                  <a:cubicBezTo>
                    <a:pt x="19614" y="32695"/>
                    <a:pt x="19581" y="32862"/>
                    <a:pt x="19547" y="33028"/>
                  </a:cubicBezTo>
                  <a:lnTo>
                    <a:pt x="19514" y="33262"/>
                  </a:lnTo>
                  <a:cubicBezTo>
                    <a:pt x="19514" y="33295"/>
                    <a:pt x="19447" y="33395"/>
                    <a:pt x="19414" y="33462"/>
                  </a:cubicBezTo>
                  <a:lnTo>
                    <a:pt x="19214" y="33929"/>
                  </a:lnTo>
                  <a:lnTo>
                    <a:pt x="19014" y="34396"/>
                  </a:lnTo>
                  <a:cubicBezTo>
                    <a:pt x="18713" y="35030"/>
                    <a:pt x="18346" y="35564"/>
                    <a:pt x="17879" y="36064"/>
                  </a:cubicBezTo>
                  <a:cubicBezTo>
                    <a:pt x="17679" y="36297"/>
                    <a:pt x="17412" y="36564"/>
                    <a:pt x="17179" y="36764"/>
                  </a:cubicBezTo>
                  <a:cubicBezTo>
                    <a:pt x="16912" y="36965"/>
                    <a:pt x="16679" y="37198"/>
                    <a:pt x="16378" y="37365"/>
                  </a:cubicBezTo>
                  <a:cubicBezTo>
                    <a:pt x="15845" y="37732"/>
                    <a:pt x="15244" y="38032"/>
                    <a:pt x="14677" y="38232"/>
                  </a:cubicBezTo>
                  <a:cubicBezTo>
                    <a:pt x="14043" y="38466"/>
                    <a:pt x="13443" y="38599"/>
                    <a:pt x="12843" y="38666"/>
                  </a:cubicBezTo>
                  <a:cubicBezTo>
                    <a:pt x="12476" y="38705"/>
                    <a:pt x="12101" y="38727"/>
                    <a:pt x="11724" y="38727"/>
                  </a:cubicBezTo>
                  <a:cubicBezTo>
                    <a:pt x="10828" y="38727"/>
                    <a:pt x="9918" y="38604"/>
                    <a:pt x="9073" y="38299"/>
                  </a:cubicBezTo>
                  <a:cubicBezTo>
                    <a:pt x="7872" y="37932"/>
                    <a:pt x="6705" y="37098"/>
                    <a:pt x="5938" y="35997"/>
                  </a:cubicBezTo>
                  <a:cubicBezTo>
                    <a:pt x="5571" y="35463"/>
                    <a:pt x="5270" y="34830"/>
                    <a:pt x="5104" y="34163"/>
                  </a:cubicBezTo>
                  <a:lnTo>
                    <a:pt x="5004" y="33662"/>
                  </a:lnTo>
                  <a:lnTo>
                    <a:pt x="4904" y="33195"/>
                  </a:lnTo>
                  <a:cubicBezTo>
                    <a:pt x="4870" y="33028"/>
                    <a:pt x="4870" y="32862"/>
                    <a:pt x="4870" y="32695"/>
                  </a:cubicBezTo>
                  <a:lnTo>
                    <a:pt x="4870" y="32428"/>
                  </a:lnTo>
                  <a:lnTo>
                    <a:pt x="4870" y="32361"/>
                  </a:lnTo>
                  <a:lnTo>
                    <a:pt x="4870" y="32261"/>
                  </a:lnTo>
                  <a:lnTo>
                    <a:pt x="4870" y="32128"/>
                  </a:lnTo>
                  <a:cubicBezTo>
                    <a:pt x="4770" y="31461"/>
                    <a:pt x="4870" y="30760"/>
                    <a:pt x="5037" y="30093"/>
                  </a:cubicBezTo>
                  <a:cubicBezTo>
                    <a:pt x="5204" y="29392"/>
                    <a:pt x="5437" y="28725"/>
                    <a:pt x="5671" y="28025"/>
                  </a:cubicBezTo>
                  <a:cubicBezTo>
                    <a:pt x="5871" y="27291"/>
                    <a:pt x="6004" y="26557"/>
                    <a:pt x="6004" y="25790"/>
                  </a:cubicBezTo>
                  <a:cubicBezTo>
                    <a:pt x="6004" y="25623"/>
                    <a:pt x="6004" y="25423"/>
                    <a:pt x="5938" y="25256"/>
                  </a:cubicBezTo>
                  <a:cubicBezTo>
                    <a:pt x="5938" y="25089"/>
                    <a:pt x="5904" y="24889"/>
                    <a:pt x="5871" y="24722"/>
                  </a:cubicBezTo>
                  <a:lnTo>
                    <a:pt x="5771" y="24422"/>
                  </a:lnTo>
                  <a:lnTo>
                    <a:pt x="5771" y="24356"/>
                  </a:lnTo>
                  <a:cubicBezTo>
                    <a:pt x="5771" y="24356"/>
                    <a:pt x="5771" y="24289"/>
                    <a:pt x="5737" y="24255"/>
                  </a:cubicBezTo>
                  <a:lnTo>
                    <a:pt x="5671" y="24122"/>
                  </a:lnTo>
                  <a:cubicBezTo>
                    <a:pt x="5571" y="23955"/>
                    <a:pt x="5504" y="23855"/>
                    <a:pt x="5371" y="23688"/>
                  </a:cubicBezTo>
                  <a:cubicBezTo>
                    <a:pt x="4537" y="22454"/>
                    <a:pt x="3603" y="21387"/>
                    <a:pt x="2769" y="20253"/>
                  </a:cubicBezTo>
                  <a:cubicBezTo>
                    <a:pt x="1935" y="19118"/>
                    <a:pt x="1168" y="18018"/>
                    <a:pt x="667" y="16750"/>
                  </a:cubicBezTo>
                  <a:cubicBezTo>
                    <a:pt x="567" y="16417"/>
                    <a:pt x="434" y="16116"/>
                    <a:pt x="400" y="15783"/>
                  </a:cubicBezTo>
                  <a:cubicBezTo>
                    <a:pt x="334" y="15516"/>
                    <a:pt x="367" y="15182"/>
                    <a:pt x="334" y="14849"/>
                  </a:cubicBezTo>
                  <a:cubicBezTo>
                    <a:pt x="267" y="14682"/>
                    <a:pt x="334" y="14515"/>
                    <a:pt x="334" y="14348"/>
                  </a:cubicBezTo>
                  <a:lnTo>
                    <a:pt x="367" y="13848"/>
                  </a:lnTo>
                  <a:cubicBezTo>
                    <a:pt x="367" y="13514"/>
                    <a:pt x="434" y="13214"/>
                    <a:pt x="500" y="12881"/>
                  </a:cubicBezTo>
                  <a:cubicBezTo>
                    <a:pt x="701" y="11613"/>
                    <a:pt x="1168" y="10412"/>
                    <a:pt x="1701" y="9378"/>
                  </a:cubicBezTo>
                  <a:cubicBezTo>
                    <a:pt x="1935" y="8844"/>
                    <a:pt x="2268" y="8377"/>
                    <a:pt x="2569" y="7877"/>
                  </a:cubicBezTo>
                  <a:cubicBezTo>
                    <a:pt x="2902" y="7410"/>
                    <a:pt x="3236" y="6943"/>
                    <a:pt x="3569" y="6543"/>
                  </a:cubicBezTo>
                  <a:cubicBezTo>
                    <a:pt x="4937" y="4875"/>
                    <a:pt x="6438" y="3607"/>
                    <a:pt x="7839" y="2740"/>
                  </a:cubicBezTo>
                  <a:cubicBezTo>
                    <a:pt x="8206" y="2540"/>
                    <a:pt x="8506" y="2340"/>
                    <a:pt x="8840" y="2173"/>
                  </a:cubicBezTo>
                  <a:cubicBezTo>
                    <a:pt x="9107" y="1939"/>
                    <a:pt x="9440" y="1839"/>
                    <a:pt x="9740" y="1706"/>
                  </a:cubicBezTo>
                  <a:cubicBezTo>
                    <a:pt x="10274" y="1406"/>
                    <a:pt x="10841" y="1239"/>
                    <a:pt x="11241" y="1072"/>
                  </a:cubicBezTo>
                  <a:cubicBezTo>
                    <a:pt x="11442" y="1005"/>
                    <a:pt x="11608" y="905"/>
                    <a:pt x="11775" y="872"/>
                  </a:cubicBezTo>
                  <a:cubicBezTo>
                    <a:pt x="11942" y="839"/>
                    <a:pt x="12075" y="772"/>
                    <a:pt x="12209" y="739"/>
                  </a:cubicBezTo>
                  <a:cubicBezTo>
                    <a:pt x="12409" y="705"/>
                    <a:pt x="12542" y="672"/>
                    <a:pt x="12542" y="672"/>
                  </a:cubicBezTo>
                  <a:cubicBezTo>
                    <a:pt x="13278" y="482"/>
                    <a:pt x="13490" y="309"/>
                    <a:pt x="13167" y="309"/>
                  </a:cubicBezTo>
                  <a:cubicBezTo>
                    <a:pt x="13036" y="309"/>
                    <a:pt x="12817" y="338"/>
                    <a:pt x="12509" y="405"/>
                  </a:cubicBezTo>
                  <a:cubicBezTo>
                    <a:pt x="12509" y="405"/>
                    <a:pt x="12409" y="438"/>
                    <a:pt x="12175" y="505"/>
                  </a:cubicBezTo>
                  <a:cubicBezTo>
                    <a:pt x="12042" y="538"/>
                    <a:pt x="11909" y="572"/>
                    <a:pt x="11742" y="605"/>
                  </a:cubicBezTo>
                  <a:cubicBezTo>
                    <a:pt x="11575" y="705"/>
                    <a:pt x="11375" y="739"/>
                    <a:pt x="11175" y="839"/>
                  </a:cubicBezTo>
                  <a:cubicBezTo>
                    <a:pt x="10741" y="1005"/>
                    <a:pt x="10207" y="1172"/>
                    <a:pt x="9607" y="1439"/>
                  </a:cubicBezTo>
                  <a:cubicBezTo>
                    <a:pt x="9340" y="1606"/>
                    <a:pt x="9040" y="1706"/>
                    <a:pt x="8706" y="1906"/>
                  </a:cubicBezTo>
                  <a:cubicBezTo>
                    <a:pt x="8406" y="2073"/>
                    <a:pt x="8072" y="2273"/>
                    <a:pt x="7706" y="2507"/>
                  </a:cubicBezTo>
                  <a:cubicBezTo>
                    <a:pt x="6338" y="3374"/>
                    <a:pt x="4770" y="4608"/>
                    <a:pt x="3369" y="6343"/>
                  </a:cubicBezTo>
                  <a:cubicBezTo>
                    <a:pt x="3036" y="6743"/>
                    <a:pt x="2702" y="7243"/>
                    <a:pt x="2368" y="7710"/>
                  </a:cubicBezTo>
                  <a:cubicBezTo>
                    <a:pt x="2035" y="8211"/>
                    <a:pt x="1701" y="8711"/>
                    <a:pt x="1434" y="9245"/>
                  </a:cubicBezTo>
                  <a:cubicBezTo>
                    <a:pt x="867" y="10346"/>
                    <a:pt x="400" y="11546"/>
                    <a:pt x="167" y="12847"/>
                  </a:cubicBezTo>
                  <a:cubicBezTo>
                    <a:pt x="100" y="13181"/>
                    <a:pt x="33" y="13514"/>
                    <a:pt x="33" y="13848"/>
                  </a:cubicBezTo>
                  <a:lnTo>
                    <a:pt x="0" y="14348"/>
                  </a:lnTo>
                  <a:lnTo>
                    <a:pt x="0" y="14849"/>
                  </a:lnTo>
                  <a:cubicBezTo>
                    <a:pt x="33" y="15182"/>
                    <a:pt x="33" y="15549"/>
                    <a:pt x="67" y="15883"/>
                  </a:cubicBezTo>
                  <a:cubicBezTo>
                    <a:pt x="100" y="16216"/>
                    <a:pt x="200" y="16550"/>
                    <a:pt x="334" y="16884"/>
                  </a:cubicBezTo>
                  <a:cubicBezTo>
                    <a:pt x="834" y="18218"/>
                    <a:pt x="1668" y="19385"/>
                    <a:pt x="2502" y="20519"/>
                  </a:cubicBezTo>
                  <a:cubicBezTo>
                    <a:pt x="3336" y="21620"/>
                    <a:pt x="4236" y="22754"/>
                    <a:pt x="5037" y="23922"/>
                  </a:cubicBezTo>
                  <a:cubicBezTo>
                    <a:pt x="5170" y="24089"/>
                    <a:pt x="5237" y="24222"/>
                    <a:pt x="5337" y="24389"/>
                  </a:cubicBezTo>
                  <a:lnTo>
                    <a:pt x="5404" y="24489"/>
                  </a:lnTo>
                  <a:lnTo>
                    <a:pt x="5404" y="24556"/>
                  </a:lnTo>
                  <a:lnTo>
                    <a:pt x="5404" y="24622"/>
                  </a:lnTo>
                  <a:lnTo>
                    <a:pt x="5437" y="24889"/>
                  </a:lnTo>
                  <a:cubicBezTo>
                    <a:pt x="5504" y="25056"/>
                    <a:pt x="5537" y="25223"/>
                    <a:pt x="5537" y="25390"/>
                  </a:cubicBezTo>
                  <a:cubicBezTo>
                    <a:pt x="5571" y="25556"/>
                    <a:pt x="5571" y="25723"/>
                    <a:pt x="5571" y="25890"/>
                  </a:cubicBezTo>
                  <a:cubicBezTo>
                    <a:pt x="5571" y="26590"/>
                    <a:pt x="5437" y="27291"/>
                    <a:pt x="5237" y="27958"/>
                  </a:cubicBezTo>
                  <a:cubicBezTo>
                    <a:pt x="5037" y="28659"/>
                    <a:pt x="4770" y="29326"/>
                    <a:pt x="4603" y="30060"/>
                  </a:cubicBezTo>
                  <a:cubicBezTo>
                    <a:pt x="4403" y="30760"/>
                    <a:pt x="4336" y="31494"/>
                    <a:pt x="4403" y="32261"/>
                  </a:cubicBezTo>
                  <a:lnTo>
                    <a:pt x="4403" y="32395"/>
                  </a:lnTo>
                  <a:lnTo>
                    <a:pt x="4403" y="32461"/>
                  </a:lnTo>
                  <a:lnTo>
                    <a:pt x="4403" y="32495"/>
                  </a:lnTo>
                  <a:lnTo>
                    <a:pt x="4403" y="32795"/>
                  </a:lnTo>
                  <a:cubicBezTo>
                    <a:pt x="4403" y="32962"/>
                    <a:pt x="4403" y="33162"/>
                    <a:pt x="4437" y="33329"/>
                  </a:cubicBezTo>
                  <a:lnTo>
                    <a:pt x="4537" y="33896"/>
                  </a:lnTo>
                  <a:cubicBezTo>
                    <a:pt x="4570" y="34096"/>
                    <a:pt x="4603" y="34263"/>
                    <a:pt x="4670" y="34429"/>
                  </a:cubicBezTo>
                  <a:cubicBezTo>
                    <a:pt x="4870" y="35130"/>
                    <a:pt x="5170" y="35830"/>
                    <a:pt x="5571" y="36431"/>
                  </a:cubicBezTo>
                  <a:cubicBezTo>
                    <a:pt x="6405" y="37632"/>
                    <a:pt x="7672" y="38466"/>
                    <a:pt x="8940" y="38933"/>
                  </a:cubicBezTo>
                  <a:cubicBezTo>
                    <a:pt x="9824" y="39250"/>
                    <a:pt x="10739" y="39382"/>
                    <a:pt x="11642" y="39382"/>
                  </a:cubicBezTo>
                  <a:cubicBezTo>
                    <a:pt x="12069" y="39382"/>
                    <a:pt x="12492" y="39353"/>
                    <a:pt x="12909" y="39300"/>
                  </a:cubicBezTo>
                  <a:cubicBezTo>
                    <a:pt x="13543" y="39233"/>
                    <a:pt x="14210" y="39099"/>
                    <a:pt x="14844" y="38866"/>
                  </a:cubicBezTo>
                  <a:cubicBezTo>
                    <a:pt x="15511" y="38632"/>
                    <a:pt x="16078" y="38299"/>
                    <a:pt x="16679" y="37932"/>
                  </a:cubicBezTo>
                  <a:cubicBezTo>
                    <a:pt x="16945" y="37765"/>
                    <a:pt x="17212" y="37532"/>
                    <a:pt x="17513" y="37298"/>
                  </a:cubicBezTo>
                  <a:cubicBezTo>
                    <a:pt x="17746" y="37065"/>
                    <a:pt x="18046" y="36831"/>
                    <a:pt x="18246" y="36564"/>
                  </a:cubicBezTo>
                  <a:cubicBezTo>
                    <a:pt x="18713" y="36064"/>
                    <a:pt x="19114" y="35430"/>
                    <a:pt x="19447" y="34796"/>
                  </a:cubicBezTo>
                  <a:lnTo>
                    <a:pt x="19714" y="34296"/>
                  </a:lnTo>
                  <a:lnTo>
                    <a:pt x="19914" y="33796"/>
                  </a:lnTo>
                  <a:cubicBezTo>
                    <a:pt x="19914" y="33729"/>
                    <a:pt x="19948" y="33696"/>
                    <a:pt x="20014" y="33562"/>
                  </a:cubicBezTo>
                  <a:lnTo>
                    <a:pt x="20048" y="33295"/>
                  </a:lnTo>
                  <a:cubicBezTo>
                    <a:pt x="20081" y="33128"/>
                    <a:pt x="20114" y="32928"/>
                    <a:pt x="20114" y="32762"/>
                  </a:cubicBezTo>
                  <a:cubicBezTo>
                    <a:pt x="20214" y="32028"/>
                    <a:pt x="20114" y="31260"/>
                    <a:pt x="20014" y="30560"/>
                  </a:cubicBezTo>
                  <a:cubicBezTo>
                    <a:pt x="19714" y="29126"/>
                    <a:pt x="19114" y="27791"/>
                    <a:pt x="18713" y="26424"/>
                  </a:cubicBezTo>
                  <a:cubicBezTo>
                    <a:pt x="18447" y="25723"/>
                    <a:pt x="18280" y="25056"/>
                    <a:pt x="18213" y="24356"/>
                  </a:cubicBezTo>
                  <a:cubicBezTo>
                    <a:pt x="18180" y="24122"/>
                    <a:pt x="18180" y="23955"/>
                    <a:pt x="18180" y="23788"/>
                  </a:cubicBezTo>
                  <a:lnTo>
                    <a:pt x="18180" y="23555"/>
                  </a:lnTo>
                  <a:lnTo>
                    <a:pt x="18180" y="23455"/>
                  </a:lnTo>
                  <a:lnTo>
                    <a:pt x="18213" y="23355"/>
                  </a:lnTo>
                  <a:cubicBezTo>
                    <a:pt x="18246" y="23021"/>
                    <a:pt x="18346" y="22688"/>
                    <a:pt x="18447" y="22354"/>
                  </a:cubicBezTo>
                  <a:cubicBezTo>
                    <a:pt x="18914" y="20986"/>
                    <a:pt x="19747" y="19852"/>
                    <a:pt x="20548" y="18651"/>
                  </a:cubicBezTo>
                  <a:cubicBezTo>
                    <a:pt x="21349" y="17517"/>
                    <a:pt x="22183" y="16350"/>
                    <a:pt x="22750" y="15082"/>
                  </a:cubicBezTo>
                  <a:cubicBezTo>
                    <a:pt x="23383" y="13848"/>
                    <a:pt x="23750" y="12547"/>
                    <a:pt x="24051" y="11246"/>
                  </a:cubicBezTo>
                  <a:cubicBezTo>
                    <a:pt x="24584" y="8711"/>
                    <a:pt x="24651" y="6109"/>
                    <a:pt x="23750" y="4041"/>
                  </a:cubicBezTo>
                  <a:cubicBezTo>
                    <a:pt x="23350" y="2974"/>
                    <a:pt x="22683" y="2073"/>
                    <a:pt x="21882" y="1472"/>
                  </a:cubicBezTo>
                  <a:cubicBezTo>
                    <a:pt x="21082" y="872"/>
                    <a:pt x="20214" y="472"/>
                    <a:pt x="19414" y="272"/>
                  </a:cubicBezTo>
                  <a:cubicBezTo>
                    <a:pt x="18480" y="53"/>
                    <a:pt x="17630" y="0"/>
                    <a:pt x="16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6" name="Google Shape;526;p4"/>
            <p:cNvSpPr/>
            <p:nvPr/>
          </p:nvSpPr>
          <p:spPr>
            <a:xfrm rot="-1265017" flipH="1">
              <a:off x="5217" y="4265350"/>
              <a:ext cx="192796" cy="221140"/>
            </a:xfrm>
            <a:custGeom>
              <a:avLst/>
              <a:gdLst/>
              <a:ahLst/>
              <a:cxnLst/>
              <a:rect l="l" t="t" r="r" b="b"/>
              <a:pathLst>
                <a:path w="8557" h="9815" extrusionOk="0">
                  <a:moveTo>
                    <a:pt x="4415" y="0"/>
                  </a:moveTo>
                  <a:cubicBezTo>
                    <a:pt x="4213" y="0"/>
                    <a:pt x="4014" y="16"/>
                    <a:pt x="3820" y="44"/>
                  </a:cubicBezTo>
                  <a:cubicBezTo>
                    <a:pt x="3387" y="111"/>
                    <a:pt x="2920" y="244"/>
                    <a:pt x="2553" y="411"/>
                  </a:cubicBezTo>
                  <a:cubicBezTo>
                    <a:pt x="1752" y="744"/>
                    <a:pt x="1152" y="1145"/>
                    <a:pt x="751" y="1478"/>
                  </a:cubicBezTo>
                  <a:cubicBezTo>
                    <a:pt x="551" y="1645"/>
                    <a:pt x="418" y="1812"/>
                    <a:pt x="284" y="1912"/>
                  </a:cubicBezTo>
                  <a:lnTo>
                    <a:pt x="118" y="2079"/>
                  </a:lnTo>
                  <a:cubicBezTo>
                    <a:pt x="0" y="2196"/>
                    <a:pt x="192" y="2391"/>
                    <a:pt x="331" y="2391"/>
                  </a:cubicBezTo>
                  <a:cubicBezTo>
                    <a:pt x="350" y="2391"/>
                    <a:pt x="368" y="2387"/>
                    <a:pt x="384" y="2379"/>
                  </a:cubicBezTo>
                  <a:cubicBezTo>
                    <a:pt x="384" y="2379"/>
                    <a:pt x="418" y="2312"/>
                    <a:pt x="551" y="2246"/>
                  </a:cubicBezTo>
                  <a:cubicBezTo>
                    <a:pt x="618" y="2145"/>
                    <a:pt x="785" y="1979"/>
                    <a:pt x="985" y="1879"/>
                  </a:cubicBezTo>
                  <a:cubicBezTo>
                    <a:pt x="1385" y="1578"/>
                    <a:pt x="1986" y="1211"/>
                    <a:pt x="2719" y="945"/>
                  </a:cubicBezTo>
                  <a:cubicBezTo>
                    <a:pt x="3086" y="811"/>
                    <a:pt x="3453" y="744"/>
                    <a:pt x="3887" y="711"/>
                  </a:cubicBezTo>
                  <a:cubicBezTo>
                    <a:pt x="3999" y="692"/>
                    <a:pt x="4113" y="684"/>
                    <a:pt x="4228" y="684"/>
                  </a:cubicBezTo>
                  <a:cubicBezTo>
                    <a:pt x="4524" y="684"/>
                    <a:pt x="4823" y="739"/>
                    <a:pt x="5088" y="811"/>
                  </a:cubicBezTo>
                  <a:cubicBezTo>
                    <a:pt x="5822" y="1078"/>
                    <a:pt x="6489" y="1612"/>
                    <a:pt x="6889" y="2246"/>
                  </a:cubicBezTo>
                  <a:cubicBezTo>
                    <a:pt x="7289" y="2813"/>
                    <a:pt x="7590" y="3647"/>
                    <a:pt x="7723" y="4480"/>
                  </a:cubicBezTo>
                  <a:cubicBezTo>
                    <a:pt x="7823" y="5314"/>
                    <a:pt x="7790" y="6248"/>
                    <a:pt x="7623" y="6982"/>
                  </a:cubicBezTo>
                  <a:cubicBezTo>
                    <a:pt x="7456" y="7783"/>
                    <a:pt x="7223" y="8417"/>
                    <a:pt x="6989" y="8884"/>
                  </a:cubicBezTo>
                  <a:cubicBezTo>
                    <a:pt x="6922" y="9117"/>
                    <a:pt x="6822" y="9284"/>
                    <a:pt x="6756" y="9417"/>
                  </a:cubicBezTo>
                  <a:lnTo>
                    <a:pt x="6656" y="9584"/>
                  </a:lnTo>
                  <a:cubicBezTo>
                    <a:pt x="6631" y="9681"/>
                    <a:pt x="6767" y="9814"/>
                    <a:pt x="6881" y="9814"/>
                  </a:cubicBezTo>
                  <a:cubicBezTo>
                    <a:pt x="6923" y="9814"/>
                    <a:pt x="6962" y="9796"/>
                    <a:pt x="6989" y="9751"/>
                  </a:cubicBezTo>
                  <a:cubicBezTo>
                    <a:pt x="6989" y="9751"/>
                    <a:pt x="7056" y="9718"/>
                    <a:pt x="7123" y="9584"/>
                  </a:cubicBezTo>
                  <a:cubicBezTo>
                    <a:pt x="7223" y="9451"/>
                    <a:pt x="7323" y="9284"/>
                    <a:pt x="7456" y="9050"/>
                  </a:cubicBezTo>
                  <a:cubicBezTo>
                    <a:pt x="7723" y="8583"/>
                    <a:pt x="7990" y="7916"/>
                    <a:pt x="8223" y="7082"/>
                  </a:cubicBezTo>
                  <a:cubicBezTo>
                    <a:pt x="8423" y="6282"/>
                    <a:pt x="8557" y="5314"/>
                    <a:pt x="8423" y="4380"/>
                  </a:cubicBezTo>
                  <a:cubicBezTo>
                    <a:pt x="8290" y="3413"/>
                    <a:pt x="7990" y="2479"/>
                    <a:pt x="7489" y="1778"/>
                  </a:cubicBezTo>
                  <a:cubicBezTo>
                    <a:pt x="7089" y="1078"/>
                    <a:pt x="6255" y="377"/>
                    <a:pt x="5288" y="111"/>
                  </a:cubicBezTo>
                  <a:cubicBezTo>
                    <a:pt x="4995" y="32"/>
                    <a:pt x="4702" y="0"/>
                    <a:pt x="4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7" name="Google Shape;527;p4"/>
            <p:cNvSpPr/>
            <p:nvPr/>
          </p:nvSpPr>
          <p:spPr>
            <a:xfrm rot="-1265017" flipH="1">
              <a:off x="280560" y="4744946"/>
              <a:ext cx="109635" cy="111730"/>
            </a:xfrm>
            <a:custGeom>
              <a:avLst/>
              <a:gdLst/>
              <a:ahLst/>
              <a:cxnLst/>
              <a:rect l="l" t="t" r="r" b="b"/>
              <a:pathLst>
                <a:path w="4866" h="4959" extrusionOk="0">
                  <a:moveTo>
                    <a:pt x="253" y="1"/>
                  </a:moveTo>
                  <a:cubicBezTo>
                    <a:pt x="187" y="1"/>
                    <a:pt x="133" y="12"/>
                    <a:pt x="133" y="37"/>
                  </a:cubicBezTo>
                  <a:cubicBezTo>
                    <a:pt x="133" y="37"/>
                    <a:pt x="100" y="204"/>
                    <a:pt x="33" y="471"/>
                  </a:cubicBezTo>
                  <a:cubicBezTo>
                    <a:pt x="33" y="571"/>
                    <a:pt x="0" y="738"/>
                    <a:pt x="0" y="905"/>
                  </a:cubicBezTo>
                  <a:lnTo>
                    <a:pt x="0" y="1505"/>
                  </a:lnTo>
                  <a:lnTo>
                    <a:pt x="0" y="1839"/>
                  </a:lnTo>
                  <a:cubicBezTo>
                    <a:pt x="0" y="1939"/>
                    <a:pt x="33" y="2039"/>
                    <a:pt x="33" y="2172"/>
                  </a:cubicBezTo>
                  <a:cubicBezTo>
                    <a:pt x="100" y="2439"/>
                    <a:pt x="167" y="2639"/>
                    <a:pt x="200" y="2873"/>
                  </a:cubicBezTo>
                  <a:cubicBezTo>
                    <a:pt x="334" y="3340"/>
                    <a:pt x="600" y="3807"/>
                    <a:pt x="867" y="4140"/>
                  </a:cubicBezTo>
                  <a:cubicBezTo>
                    <a:pt x="1001" y="4340"/>
                    <a:pt x="1201" y="4474"/>
                    <a:pt x="1434" y="4641"/>
                  </a:cubicBezTo>
                  <a:cubicBezTo>
                    <a:pt x="1534" y="4674"/>
                    <a:pt x="1668" y="4774"/>
                    <a:pt x="1801" y="4807"/>
                  </a:cubicBezTo>
                  <a:cubicBezTo>
                    <a:pt x="1868" y="4874"/>
                    <a:pt x="2035" y="4874"/>
                    <a:pt x="2168" y="4941"/>
                  </a:cubicBezTo>
                  <a:cubicBezTo>
                    <a:pt x="2257" y="4953"/>
                    <a:pt x="2349" y="4958"/>
                    <a:pt x="2442" y="4958"/>
                  </a:cubicBezTo>
                  <a:cubicBezTo>
                    <a:pt x="2874" y="4958"/>
                    <a:pt x="3334" y="4839"/>
                    <a:pt x="3636" y="4674"/>
                  </a:cubicBezTo>
                  <a:cubicBezTo>
                    <a:pt x="3869" y="4607"/>
                    <a:pt x="4003" y="4474"/>
                    <a:pt x="4170" y="4340"/>
                  </a:cubicBezTo>
                  <a:cubicBezTo>
                    <a:pt x="4270" y="4240"/>
                    <a:pt x="4303" y="4207"/>
                    <a:pt x="4370" y="4174"/>
                  </a:cubicBezTo>
                  <a:lnTo>
                    <a:pt x="4537" y="4007"/>
                  </a:lnTo>
                  <a:lnTo>
                    <a:pt x="4837" y="3707"/>
                  </a:lnTo>
                  <a:cubicBezTo>
                    <a:pt x="4866" y="3649"/>
                    <a:pt x="4721" y="3493"/>
                    <a:pt x="4659" y="3493"/>
                  </a:cubicBezTo>
                  <a:cubicBezTo>
                    <a:pt x="4649" y="3493"/>
                    <a:pt x="4641" y="3497"/>
                    <a:pt x="4637" y="3506"/>
                  </a:cubicBezTo>
                  <a:cubicBezTo>
                    <a:pt x="4637" y="3506"/>
                    <a:pt x="4503" y="3573"/>
                    <a:pt x="4303" y="3740"/>
                  </a:cubicBezTo>
                  <a:cubicBezTo>
                    <a:pt x="4270" y="3807"/>
                    <a:pt x="4170" y="3840"/>
                    <a:pt x="4136" y="3873"/>
                  </a:cubicBezTo>
                  <a:cubicBezTo>
                    <a:pt x="4036" y="3940"/>
                    <a:pt x="4003" y="3973"/>
                    <a:pt x="3936" y="4007"/>
                  </a:cubicBezTo>
                  <a:cubicBezTo>
                    <a:pt x="3803" y="4040"/>
                    <a:pt x="3636" y="4174"/>
                    <a:pt x="3469" y="4207"/>
                  </a:cubicBezTo>
                  <a:cubicBezTo>
                    <a:pt x="3244" y="4309"/>
                    <a:pt x="3007" y="4349"/>
                    <a:pt x="2773" y="4349"/>
                  </a:cubicBezTo>
                  <a:cubicBezTo>
                    <a:pt x="2624" y="4349"/>
                    <a:pt x="2477" y="4333"/>
                    <a:pt x="2335" y="4307"/>
                  </a:cubicBezTo>
                  <a:cubicBezTo>
                    <a:pt x="2268" y="4240"/>
                    <a:pt x="2168" y="4240"/>
                    <a:pt x="2102" y="4207"/>
                  </a:cubicBezTo>
                  <a:lnTo>
                    <a:pt x="1835" y="4073"/>
                  </a:lnTo>
                  <a:cubicBezTo>
                    <a:pt x="1701" y="3973"/>
                    <a:pt x="1534" y="3873"/>
                    <a:pt x="1468" y="3707"/>
                  </a:cubicBezTo>
                  <a:cubicBezTo>
                    <a:pt x="1268" y="3473"/>
                    <a:pt x="1034" y="3073"/>
                    <a:pt x="867" y="2706"/>
                  </a:cubicBezTo>
                  <a:cubicBezTo>
                    <a:pt x="801" y="2506"/>
                    <a:pt x="701" y="2306"/>
                    <a:pt x="667" y="2072"/>
                  </a:cubicBezTo>
                  <a:cubicBezTo>
                    <a:pt x="634" y="2005"/>
                    <a:pt x="634" y="1872"/>
                    <a:pt x="600" y="1805"/>
                  </a:cubicBezTo>
                  <a:cubicBezTo>
                    <a:pt x="600" y="1705"/>
                    <a:pt x="534" y="1572"/>
                    <a:pt x="534" y="1505"/>
                  </a:cubicBezTo>
                  <a:cubicBezTo>
                    <a:pt x="500" y="1305"/>
                    <a:pt x="500" y="1138"/>
                    <a:pt x="500" y="971"/>
                  </a:cubicBezTo>
                  <a:lnTo>
                    <a:pt x="500" y="504"/>
                  </a:lnTo>
                  <a:lnTo>
                    <a:pt x="500" y="71"/>
                  </a:lnTo>
                  <a:cubicBezTo>
                    <a:pt x="500" y="29"/>
                    <a:pt x="360" y="1"/>
                    <a:pt x="2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528" name="Google Shape;528;p4"/>
          <p:cNvSpPr/>
          <p:nvPr/>
        </p:nvSpPr>
        <p:spPr>
          <a:xfrm rot="1254140">
            <a:off x="242735" y="3554374"/>
            <a:ext cx="255623" cy="255623"/>
          </a:xfrm>
          <a:prstGeom prst="mathPlus">
            <a:avLst>
              <a:gd name="adj1" fmla="val 18896"/>
            </a:avLst>
          </a:prstGeom>
          <a:solidFill>
            <a:srgbClr val="CC4125"/>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9" name="Google Shape;529;p4"/>
          <p:cNvSpPr/>
          <p:nvPr/>
        </p:nvSpPr>
        <p:spPr>
          <a:xfrm>
            <a:off x="872399" y="4830173"/>
            <a:ext cx="353969" cy="101250"/>
          </a:xfrm>
          <a:custGeom>
            <a:avLst/>
            <a:gdLst/>
            <a:ahLst/>
            <a:cxnLst/>
            <a:rect l="l" t="t" r="r" b="b"/>
            <a:pathLst>
              <a:path w="15711" h="4494" extrusionOk="0">
                <a:moveTo>
                  <a:pt x="12157" y="0"/>
                </a:moveTo>
                <a:lnTo>
                  <a:pt x="12124" y="67"/>
                </a:lnTo>
                <a:cubicBezTo>
                  <a:pt x="11957" y="301"/>
                  <a:pt x="11824" y="467"/>
                  <a:pt x="11657" y="668"/>
                </a:cubicBezTo>
                <a:cubicBezTo>
                  <a:pt x="11557" y="734"/>
                  <a:pt x="11490" y="868"/>
                  <a:pt x="11390" y="968"/>
                </a:cubicBezTo>
                <a:lnTo>
                  <a:pt x="11290" y="1068"/>
                </a:lnTo>
                <a:lnTo>
                  <a:pt x="11023" y="1335"/>
                </a:lnTo>
                <a:cubicBezTo>
                  <a:pt x="10289" y="2002"/>
                  <a:pt x="9355" y="2402"/>
                  <a:pt x="8521" y="2569"/>
                </a:cubicBezTo>
                <a:cubicBezTo>
                  <a:pt x="8388" y="2636"/>
                  <a:pt x="8321" y="2636"/>
                  <a:pt x="8188" y="2669"/>
                </a:cubicBezTo>
                <a:cubicBezTo>
                  <a:pt x="8054" y="2702"/>
                  <a:pt x="7988" y="2702"/>
                  <a:pt x="7854" y="2702"/>
                </a:cubicBezTo>
                <a:cubicBezTo>
                  <a:pt x="7776" y="2714"/>
                  <a:pt x="7699" y="2717"/>
                  <a:pt x="7621" y="2717"/>
                </a:cubicBezTo>
                <a:cubicBezTo>
                  <a:pt x="7465" y="2717"/>
                  <a:pt x="7309" y="2702"/>
                  <a:pt x="7154" y="2702"/>
                </a:cubicBezTo>
                <a:cubicBezTo>
                  <a:pt x="6687" y="2669"/>
                  <a:pt x="6186" y="2536"/>
                  <a:pt x="5786" y="2335"/>
                </a:cubicBezTo>
                <a:cubicBezTo>
                  <a:pt x="5553" y="2235"/>
                  <a:pt x="5352" y="2069"/>
                  <a:pt x="5152" y="1969"/>
                </a:cubicBezTo>
                <a:cubicBezTo>
                  <a:pt x="4986" y="1835"/>
                  <a:pt x="4785" y="1668"/>
                  <a:pt x="4619" y="1502"/>
                </a:cubicBezTo>
                <a:cubicBezTo>
                  <a:pt x="4485" y="1368"/>
                  <a:pt x="4385" y="1235"/>
                  <a:pt x="4285" y="1135"/>
                </a:cubicBezTo>
                <a:lnTo>
                  <a:pt x="4052" y="868"/>
                </a:lnTo>
                <a:lnTo>
                  <a:pt x="4018" y="801"/>
                </a:lnTo>
                <a:cubicBezTo>
                  <a:pt x="4018" y="794"/>
                  <a:pt x="4017" y="792"/>
                  <a:pt x="4015" y="792"/>
                </a:cubicBezTo>
                <a:cubicBezTo>
                  <a:pt x="4006" y="792"/>
                  <a:pt x="3985" y="834"/>
                  <a:pt x="3985" y="834"/>
                </a:cubicBezTo>
                <a:lnTo>
                  <a:pt x="3851" y="968"/>
                </a:lnTo>
                <a:lnTo>
                  <a:pt x="3651" y="1201"/>
                </a:lnTo>
                <a:lnTo>
                  <a:pt x="3484" y="1368"/>
                </a:lnTo>
                <a:cubicBezTo>
                  <a:pt x="3384" y="1468"/>
                  <a:pt x="3318" y="1502"/>
                  <a:pt x="3218" y="1602"/>
                </a:cubicBezTo>
                <a:cubicBezTo>
                  <a:pt x="2517" y="2069"/>
                  <a:pt x="1650" y="2069"/>
                  <a:pt x="1049" y="2302"/>
                </a:cubicBezTo>
                <a:cubicBezTo>
                  <a:pt x="482" y="2469"/>
                  <a:pt x="149" y="2669"/>
                  <a:pt x="149" y="2669"/>
                </a:cubicBezTo>
                <a:cubicBezTo>
                  <a:pt x="0" y="2788"/>
                  <a:pt x="117" y="3013"/>
                  <a:pt x="262" y="3013"/>
                </a:cubicBezTo>
                <a:cubicBezTo>
                  <a:pt x="279" y="3013"/>
                  <a:pt x="298" y="3010"/>
                  <a:pt x="316" y="3003"/>
                </a:cubicBezTo>
                <a:cubicBezTo>
                  <a:pt x="316" y="3003"/>
                  <a:pt x="582" y="2836"/>
                  <a:pt x="1149" y="2702"/>
                </a:cubicBezTo>
                <a:cubicBezTo>
                  <a:pt x="1416" y="2669"/>
                  <a:pt x="1750" y="2636"/>
                  <a:pt x="2184" y="2536"/>
                </a:cubicBezTo>
                <a:cubicBezTo>
                  <a:pt x="2584" y="2502"/>
                  <a:pt x="3051" y="2369"/>
                  <a:pt x="3518" y="2069"/>
                </a:cubicBezTo>
                <a:cubicBezTo>
                  <a:pt x="3706" y="1974"/>
                  <a:pt x="3984" y="1732"/>
                  <a:pt x="3987" y="1732"/>
                </a:cubicBezTo>
                <a:lnTo>
                  <a:pt x="3987" y="1732"/>
                </a:lnTo>
                <a:cubicBezTo>
                  <a:pt x="3988" y="1732"/>
                  <a:pt x="3987" y="1733"/>
                  <a:pt x="3985" y="1735"/>
                </a:cubicBezTo>
                <a:lnTo>
                  <a:pt x="4018" y="1802"/>
                </a:lnTo>
                <a:cubicBezTo>
                  <a:pt x="4052" y="1802"/>
                  <a:pt x="4018" y="1802"/>
                  <a:pt x="4052" y="1835"/>
                </a:cubicBezTo>
                <a:lnTo>
                  <a:pt x="4185" y="2002"/>
                </a:lnTo>
                <a:cubicBezTo>
                  <a:pt x="4385" y="2202"/>
                  <a:pt x="4619" y="2436"/>
                  <a:pt x="4819" y="2569"/>
                </a:cubicBezTo>
                <a:cubicBezTo>
                  <a:pt x="5019" y="2769"/>
                  <a:pt x="5286" y="2903"/>
                  <a:pt x="5519" y="3036"/>
                </a:cubicBezTo>
                <a:cubicBezTo>
                  <a:pt x="5986" y="3303"/>
                  <a:pt x="6553" y="3436"/>
                  <a:pt x="7120" y="3503"/>
                </a:cubicBezTo>
                <a:cubicBezTo>
                  <a:pt x="7276" y="3503"/>
                  <a:pt x="7461" y="3518"/>
                  <a:pt x="7637" y="3518"/>
                </a:cubicBezTo>
                <a:cubicBezTo>
                  <a:pt x="7725" y="3518"/>
                  <a:pt x="7810" y="3514"/>
                  <a:pt x="7888" y="3503"/>
                </a:cubicBezTo>
                <a:cubicBezTo>
                  <a:pt x="8021" y="3470"/>
                  <a:pt x="8154" y="3470"/>
                  <a:pt x="8288" y="3470"/>
                </a:cubicBezTo>
                <a:cubicBezTo>
                  <a:pt x="8388" y="3436"/>
                  <a:pt x="8521" y="3436"/>
                  <a:pt x="8655" y="3370"/>
                </a:cubicBezTo>
                <a:cubicBezTo>
                  <a:pt x="9589" y="3203"/>
                  <a:pt x="10590" y="2669"/>
                  <a:pt x="11423" y="1935"/>
                </a:cubicBezTo>
                <a:cubicBezTo>
                  <a:pt x="11557" y="1835"/>
                  <a:pt x="11657" y="1702"/>
                  <a:pt x="11724" y="1635"/>
                </a:cubicBezTo>
                <a:lnTo>
                  <a:pt x="11857" y="1468"/>
                </a:lnTo>
                <a:lnTo>
                  <a:pt x="11890" y="1435"/>
                </a:lnTo>
                <a:cubicBezTo>
                  <a:pt x="11957" y="1435"/>
                  <a:pt x="11957" y="1468"/>
                  <a:pt x="11957" y="1468"/>
                </a:cubicBezTo>
                <a:lnTo>
                  <a:pt x="11957" y="1502"/>
                </a:lnTo>
                <a:cubicBezTo>
                  <a:pt x="11957" y="1535"/>
                  <a:pt x="11957" y="1502"/>
                  <a:pt x="11991" y="1602"/>
                </a:cubicBezTo>
                <a:cubicBezTo>
                  <a:pt x="12024" y="1702"/>
                  <a:pt x="12091" y="1835"/>
                  <a:pt x="12157" y="1969"/>
                </a:cubicBezTo>
                <a:cubicBezTo>
                  <a:pt x="12291" y="2169"/>
                  <a:pt x="12458" y="2369"/>
                  <a:pt x="12624" y="2602"/>
                </a:cubicBezTo>
                <a:cubicBezTo>
                  <a:pt x="13325" y="3303"/>
                  <a:pt x="14125" y="3670"/>
                  <a:pt x="14626" y="3970"/>
                </a:cubicBezTo>
                <a:cubicBezTo>
                  <a:pt x="15126" y="4270"/>
                  <a:pt x="15393" y="4470"/>
                  <a:pt x="15393" y="4470"/>
                </a:cubicBezTo>
                <a:cubicBezTo>
                  <a:pt x="15420" y="4486"/>
                  <a:pt x="15446" y="4494"/>
                  <a:pt x="15472" y="4494"/>
                </a:cubicBezTo>
                <a:cubicBezTo>
                  <a:pt x="15606" y="4494"/>
                  <a:pt x="15711" y="4289"/>
                  <a:pt x="15626" y="4037"/>
                </a:cubicBezTo>
                <a:cubicBezTo>
                  <a:pt x="15626" y="4037"/>
                  <a:pt x="15326" y="3803"/>
                  <a:pt x="14826" y="3470"/>
                </a:cubicBezTo>
                <a:cubicBezTo>
                  <a:pt x="14359" y="3136"/>
                  <a:pt x="13625" y="2769"/>
                  <a:pt x="13025" y="2069"/>
                </a:cubicBezTo>
                <a:cubicBezTo>
                  <a:pt x="12891" y="1902"/>
                  <a:pt x="12791" y="1735"/>
                  <a:pt x="12658" y="1535"/>
                </a:cubicBezTo>
                <a:cubicBezTo>
                  <a:pt x="12624" y="1401"/>
                  <a:pt x="12558" y="1335"/>
                  <a:pt x="12524" y="1201"/>
                </a:cubicBezTo>
                <a:lnTo>
                  <a:pt x="12458" y="901"/>
                </a:lnTo>
                <a:cubicBezTo>
                  <a:pt x="12391" y="801"/>
                  <a:pt x="12357" y="701"/>
                  <a:pt x="12324" y="568"/>
                </a:cubicBezTo>
                <a:lnTo>
                  <a:pt x="12191" y="234"/>
                </a:lnTo>
                <a:lnTo>
                  <a:pt x="12157" y="67"/>
                </a:lnTo>
                <a:lnTo>
                  <a:pt x="12157" y="34"/>
                </a:lnTo>
                <a:lnTo>
                  <a:pt x="1215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0" name="Google Shape;530;p4"/>
          <p:cNvSpPr/>
          <p:nvPr/>
        </p:nvSpPr>
        <p:spPr>
          <a:xfrm>
            <a:off x="59774" y="2986298"/>
            <a:ext cx="353969" cy="101250"/>
          </a:xfrm>
          <a:custGeom>
            <a:avLst/>
            <a:gdLst/>
            <a:ahLst/>
            <a:cxnLst/>
            <a:rect l="l" t="t" r="r" b="b"/>
            <a:pathLst>
              <a:path w="15711" h="4494" extrusionOk="0">
                <a:moveTo>
                  <a:pt x="12157" y="0"/>
                </a:moveTo>
                <a:lnTo>
                  <a:pt x="12124" y="67"/>
                </a:lnTo>
                <a:cubicBezTo>
                  <a:pt x="11957" y="301"/>
                  <a:pt x="11824" y="467"/>
                  <a:pt x="11657" y="668"/>
                </a:cubicBezTo>
                <a:cubicBezTo>
                  <a:pt x="11557" y="734"/>
                  <a:pt x="11490" y="868"/>
                  <a:pt x="11390" y="968"/>
                </a:cubicBezTo>
                <a:lnTo>
                  <a:pt x="11290" y="1068"/>
                </a:lnTo>
                <a:lnTo>
                  <a:pt x="11023" y="1335"/>
                </a:lnTo>
                <a:cubicBezTo>
                  <a:pt x="10289" y="2002"/>
                  <a:pt x="9355" y="2402"/>
                  <a:pt x="8521" y="2569"/>
                </a:cubicBezTo>
                <a:cubicBezTo>
                  <a:pt x="8388" y="2636"/>
                  <a:pt x="8321" y="2636"/>
                  <a:pt x="8188" y="2669"/>
                </a:cubicBezTo>
                <a:cubicBezTo>
                  <a:pt x="8054" y="2702"/>
                  <a:pt x="7988" y="2702"/>
                  <a:pt x="7854" y="2702"/>
                </a:cubicBezTo>
                <a:cubicBezTo>
                  <a:pt x="7776" y="2714"/>
                  <a:pt x="7699" y="2717"/>
                  <a:pt x="7621" y="2717"/>
                </a:cubicBezTo>
                <a:cubicBezTo>
                  <a:pt x="7465" y="2717"/>
                  <a:pt x="7309" y="2702"/>
                  <a:pt x="7154" y="2702"/>
                </a:cubicBezTo>
                <a:cubicBezTo>
                  <a:pt x="6687" y="2669"/>
                  <a:pt x="6186" y="2536"/>
                  <a:pt x="5786" y="2335"/>
                </a:cubicBezTo>
                <a:cubicBezTo>
                  <a:pt x="5553" y="2235"/>
                  <a:pt x="5352" y="2069"/>
                  <a:pt x="5152" y="1969"/>
                </a:cubicBezTo>
                <a:cubicBezTo>
                  <a:pt x="4986" y="1835"/>
                  <a:pt x="4785" y="1668"/>
                  <a:pt x="4619" y="1502"/>
                </a:cubicBezTo>
                <a:cubicBezTo>
                  <a:pt x="4485" y="1368"/>
                  <a:pt x="4385" y="1235"/>
                  <a:pt x="4285" y="1135"/>
                </a:cubicBezTo>
                <a:lnTo>
                  <a:pt x="4052" y="868"/>
                </a:lnTo>
                <a:lnTo>
                  <a:pt x="4018" y="801"/>
                </a:lnTo>
                <a:cubicBezTo>
                  <a:pt x="4018" y="794"/>
                  <a:pt x="4017" y="792"/>
                  <a:pt x="4015" y="792"/>
                </a:cubicBezTo>
                <a:cubicBezTo>
                  <a:pt x="4006" y="792"/>
                  <a:pt x="3985" y="834"/>
                  <a:pt x="3985" y="834"/>
                </a:cubicBezTo>
                <a:lnTo>
                  <a:pt x="3851" y="968"/>
                </a:lnTo>
                <a:lnTo>
                  <a:pt x="3651" y="1201"/>
                </a:lnTo>
                <a:lnTo>
                  <a:pt x="3484" y="1368"/>
                </a:lnTo>
                <a:cubicBezTo>
                  <a:pt x="3384" y="1468"/>
                  <a:pt x="3318" y="1502"/>
                  <a:pt x="3218" y="1602"/>
                </a:cubicBezTo>
                <a:cubicBezTo>
                  <a:pt x="2517" y="2069"/>
                  <a:pt x="1650" y="2069"/>
                  <a:pt x="1049" y="2302"/>
                </a:cubicBezTo>
                <a:cubicBezTo>
                  <a:pt x="482" y="2469"/>
                  <a:pt x="149" y="2669"/>
                  <a:pt x="149" y="2669"/>
                </a:cubicBezTo>
                <a:cubicBezTo>
                  <a:pt x="0" y="2788"/>
                  <a:pt x="117" y="3013"/>
                  <a:pt x="262" y="3013"/>
                </a:cubicBezTo>
                <a:cubicBezTo>
                  <a:pt x="279" y="3013"/>
                  <a:pt x="298" y="3010"/>
                  <a:pt x="316" y="3003"/>
                </a:cubicBezTo>
                <a:cubicBezTo>
                  <a:pt x="316" y="3003"/>
                  <a:pt x="582" y="2836"/>
                  <a:pt x="1149" y="2702"/>
                </a:cubicBezTo>
                <a:cubicBezTo>
                  <a:pt x="1416" y="2669"/>
                  <a:pt x="1750" y="2636"/>
                  <a:pt x="2184" y="2536"/>
                </a:cubicBezTo>
                <a:cubicBezTo>
                  <a:pt x="2584" y="2502"/>
                  <a:pt x="3051" y="2369"/>
                  <a:pt x="3518" y="2069"/>
                </a:cubicBezTo>
                <a:cubicBezTo>
                  <a:pt x="3706" y="1974"/>
                  <a:pt x="3984" y="1732"/>
                  <a:pt x="3987" y="1732"/>
                </a:cubicBezTo>
                <a:lnTo>
                  <a:pt x="3987" y="1732"/>
                </a:lnTo>
                <a:cubicBezTo>
                  <a:pt x="3988" y="1732"/>
                  <a:pt x="3987" y="1733"/>
                  <a:pt x="3985" y="1735"/>
                </a:cubicBezTo>
                <a:lnTo>
                  <a:pt x="4018" y="1802"/>
                </a:lnTo>
                <a:cubicBezTo>
                  <a:pt x="4052" y="1802"/>
                  <a:pt x="4018" y="1802"/>
                  <a:pt x="4052" y="1835"/>
                </a:cubicBezTo>
                <a:lnTo>
                  <a:pt x="4185" y="2002"/>
                </a:lnTo>
                <a:cubicBezTo>
                  <a:pt x="4385" y="2202"/>
                  <a:pt x="4619" y="2436"/>
                  <a:pt x="4819" y="2569"/>
                </a:cubicBezTo>
                <a:cubicBezTo>
                  <a:pt x="5019" y="2769"/>
                  <a:pt x="5286" y="2903"/>
                  <a:pt x="5519" y="3036"/>
                </a:cubicBezTo>
                <a:cubicBezTo>
                  <a:pt x="5986" y="3303"/>
                  <a:pt x="6553" y="3436"/>
                  <a:pt x="7120" y="3503"/>
                </a:cubicBezTo>
                <a:cubicBezTo>
                  <a:pt x="7276" y="3503"/>
                  <a:pt x="7461" y="3518"/>
                  <a:pt x="7637" y="3518"/>
                </a:cubicBezTo>
                <a:cubicBezTo>
                  <a:pt x="7725" y="3518"/>
                  <a:pt x="7810" y="3514"/>
                  <a:pt x="7888" y="3503"/>
                </a:cubicBezTo>
                <a:cubicBezTo>
                  <a:pt x="8021" y="3470"/>
                  <a:pt x="8154" y="3470"/>
                  <a:pt x="8288" y="3470"/>
                </a:cubicBezTo>
                <a:cubicBezTo>
                  <a:pt x="8388" y="3436"/>
                  <a:pt x="8521" y="3436"/>
                  <a:pt x="8655" y="3370"/>
                </a:cubicBezTo>
                <a:cubicBezTo>
                  <a:pt x="9589" y="3203"/>
                  <a:pt x="10590" y="2669"/>
                  <a:pt x="11423" y="1935"/>
                </a:cubicBezTo>
                <a:cubicBezTo>
                  <a:pt x="11557" y="1835"/>
                  <a:pt x="11657" y="1702"/>
                  <a:pt x="11724" y="1635"/>
                </a:cubicBezTo>
                <a:lnTo>
                  <a:pt x="11857" y="1468"/>
                </a:lnTo>
                <a:lnTo>
                  <a:pt x="11890" y="1435"/>
                </a:lnTo>
                <a:cubicBezTo>
                  <a:pt x="11957" y="1435"/>
                  <a:pt x="11957" y="1468"/>
                  <a:pt x="11957" y="1468"/>
                </a:cubicBezTo>
                <a:lnTo>
                  <a:pt x="11957" y="1502"/>
                </a:lnTo>
                <a:cubicBezTo>
                  <a:pt x="11957" y="1535"/>
                  <a:pt x="11957" y="1502"/>
                  <a:pt x="11991" y="1602"/>
                </a:cubicBezTo>
                <a:cubicBezTo>
                  <a:pt x="12024" y="1702"/>
                  <a:pt x="12091" y="1835"/>
                  <a:pt x="12157" y="1969"/>
                </a:cubicBezTo>
                <a:cubicBezTo>
                  <a:pt x="12291" y="2169"/>
                  <a:pt x="12458" y="2369"/>
                  <a:pt x="12624" y="2602"/>
                </a:cubicBezTo>
                <a:cubicBezTo>
                  <a:pt x="13325" y="3303"/>
                  <a:pt x="14125" y="3670"/>
                  <a:pt x="14626" y="3970"/>
                </a:cubicBezTo>
                <a:cubicBezTo>
                  <a:pt x="15126" y="4270"/>
                  <a:pt x="15393" y="4470"/>
                  <a:pt x="15393" y="4470"/>
                </a:cubicBezTo>
                <a:cubicBezTo>
                  <a:pt x="15420" y="4486"/>
                  <a:pt x="15446" y="4494"/>
                  <a:pt x="15472" y="4494"/>
                </a:cubicBezTo>
                <a:cubicBezTo>
                  <a:pt x="15606" y="4494"/>
                  <a:pt x="15711" y="4289"/>
                  <a:pt x="15626" y="4037"/>
                </a:cubicBezTo>
                <a:cubicBezTo>
                  <a:pt x="15626" y="4037"/>
                  <a:pt x="15326" y="3803"/>
                  <a:pt x="14826" y="3470"/>
                </a:cubicBezTo>
                <a:cubicBezTo>
                  <a:pt x="14359" y="3136"/>
                  <a:pt x="13625" y="2769"/>
                  <a:pt x="13025" y="2069"/>
                </a:cubicBezTo>
                <a:cubicBezTo>
                  <a:pt x="12891" y="1902"/>
                  <a:pt x="12791" y="1735"/>
                  <a:pt x="12658" y="1535"/>
                </a:cubicBezTo>
                <a:cubicBezTo>
                  <a:pt x="12624" y="1401"/>
                  <a:pt x="12558" y="1335"/>
                  <a:pt x="12524" y="1201"/>
                </a:cubicBezTo>
                <a:lnTo>
                  <a:pt x="12458" y="901"/>
                </a:lnTo>
                <a:cubicBezTo>
                  <a:pt x="12391" y="801"/>
                  <a:pt x="12357" y="701"/>
                  <a:pt x="12324" y="568"/>
                </a:cubicBezTo>
                <a:lnTo>
                  <a:pt x="12191" y="234"/>
                </a:lnTo>
                <a:lnTo>
                  <a:pt x="12157" y="67"/>
                </a:lnTo>
                <a:lnTo>
                  <a:pt x="12157" y="34"/>
                </a:lnTo>
                <a:lnTo>
                  <a:pt x="1215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1" name="Google Shape;531;p4"/>
          <p:cNvSpPr/>
          <p:nvPr/>
        </p:nvSpPr>
        <p:spPr>
          <a:xfrm>
            <a:off x="8552399" y="4679323"/>
            <a:ext cx="353969" cy="101250"/>
          </a:xfrm>
          <a:custGeom>
            <a:avLst/>
            <a:gdLst/>
            <a:ahLst/>
            <a:cxnLst/>
            <a:rect l="l" t="t" r="r" b="b"/>
            <a:pathLst>
              <a:path w="15711" h="4494" extrusionOk="0">
                <a:moveTo>
                  <a:pt x="12157" y="0"/>
                </a:moveTo>
                <a:lnTo>
                  <a:pt x="12124" y="67"/>
                </a:lnTo>
                <a:cubicBezTo>
                  <a:pt x="11957" y="301"/>
                  <a:pt x="11824" y="467"/>
                  <a:pt x="11657" y="668"/>
                </a:cubicBezTo>
                <a:cubicBezTo>
                  <a:pt x="11557" y="734"/>
                  <a:pt x="11490" y="868"/>
                  <a:pt x="11390" y="968"/>
                </a:cubicBezTo>
                <a:lnTo>
                  <a:pt x="11290" y="1068"/>
                </a:lnTo>
                <a:lnTo>
                  <a:pt x="11023" y="1335"/>
                </a:lnTo>
                <a:cubicBezTo>
                  <a:pt x="10289" y="2002"/>
                  <a:pt x="9355" y="2402"/>
                  <a:pt x="8521" y="2569"/>
                </a:cubicBezTo>
                <a:cubicBezTo>
                  <a:pt x="8388" y="2636"/>
                  <a:pt x="8321" y="2636"/>
                  <a:pt x="8188" y="2669"/>
                </a:cubicBezTo>
                <a:cubicBezTo>
                  <a:pt x="8054" y="2702"/>
                  <a:pt x="7988" y="2702"/>
                  <a:pt x="7854" y="2702"/>
                </a:cubicBezTo>
                <a:cubicBezTo>
                  <a:pt x="7776" y="2714"/>
                  <a:pt x="7699" y="2717"/>
                  <a:pt x="7621" y="2717"/>
                </a:cubicBezTo>
                <a:cubicBezTo>
                  <a:pt x="7465" y="2717"/>
                  <a:pt x="7309" y="2702"/>
                  <a:pt x="7154" y="2702"/>
                </a:cubicBezTo>
                <a:cubicBezTo>
                  <a:pt x="6687" y="2669"/>
                  <a:pt x="6186" y="2536"/>
                  <a:pt x="5786" y="2335"/>
                </a:cubicBezTo>
                <a:cubicBezTo>
                  <a:pt x="5553" y="2235"/>
                  <a:pt x="5352" y="2069"/>
                  <a:pt x="5152" y="1969"/>
                </a:cubicBezTo>
                <a:cubicBezTo>
                  <a:pt x="4986" y="1835"/>
                  <a:pt x="4785" y="1668"/>
                  <a:pt x="4619" y="1502"/>
                </a:cubicBezTo>
                <a:cubicBezTo>
                  <a:pt x="4485" y="1368"/>
                  <a:pt x="4385" y="1235"/>
                  <a:pt x="4285" y="1135"/>
                </a:cubicBezTo>
                <a:lnTo>
                  <a:pt x="4052" y="868"/>
                </a:lnTo>
                <a:lnTo>
                  <a:pt x="4018" y="801"/>
                </a:lnTo>
                <a:cubicBezTo>
                  <a:pt x="4018" y="794"/>
                  <a:pt x="4017" y="792"/>
                  <a:pt x="4015" y="792"/>
                </a:cubicBezTo>
                <a:cubicBezTo>
                  <a:pt x="4006" y="792"/>
                  <a:pt x="3985" y="834"/>
                  <a:pt x="3985" y="834"/>
                </a:cubicBezTo>
                <a:lnTo>
                  <a:pt x="3851" y="968"/>
                </a:lnTo>
                <a:lnTo>
                  <a:pt x="3651" y="1201"/>
                </a:lnTo>
                <a:lnTo>
                  <a:pt x="3484" y="1368"/>
                </a:lnTo>
                <a:cubicBezTo>
                  <a:pt x="3384" y="1468"/>
                  <a:pt x="3318" y="1502"/>
                  <a:pt x="3218" y="1602"/>
                </a:cubicBezTo>
                <a:cubicBezTo>
                  <a:pt x="2517" y="2069"/>
                  <a:pt x="1650" y="2069"/>
                  <a:pt x="1049" y="2302"/>
                </a:cubicBezTo>
                <a:cubicBezTo>
                  <a:pt x="482" y="2469"/>
                  <a:pt x="149" y="2669"/>
                  <a:pt x="149" y="2669"/>
                </a:cubicBezTo>
                <a:cubicBezTo>
                  <a:pt x="0" y="2788"/>
                  <a:pt x="117" y="3013"/>
                  <a:pt x="262" y="3013"/>
                </a:cubicBezTo>
                <a:cubicBezTo>
                  <a:pt x="279" y="3013"/>
                  <a:pt x="298" y="3010"/>
                  <a:pt x="316" y="3003"/>
                </a:cubicBezTo>
                <a:cubicBezTo>
                  <a:pt x="316" y="3003"/>
                  <a:pt x="582" y="2836"/>
                  <a:pt x="1149" y="2702"/>
                </a:cubicBezTo>
                <a:cubicBezTo>
                  <a:pt x="1416" y="2669"/>
                  <a:pt x="1750" y="2636"/>
                  <a:pt x="2184" y="2536"/>
                </a:cubicBezTo>
                <a:cubicBezTo>
                  <a:pt x="2584" y="2502"/>
                  <a:pt x="3051" y="2369"/>
                  <a:pt x="3518" y="2069"/>
                </a:cubicBezTo>
                <a:cubicBezTo>
                  <a:pt x="3706" y="1974"/>
                  <a:pt x="3984" y="1732"/>
                  <a:pt x="3987" y="1732"/>
                </a:cubicBezTo>
                <a:lnTo>
                  <a:pt x="3987" y="1732"/>
                </a:lnTo>
                <a:cubicBezTo>
                  <a:pt x="3988" y="1732"/>
                  <a:pt x="3987" y="1733"/>
                  <a:pt x="3985" y="1735"/>
                </a:cubicBezTo>
                <a:lnTo>
                  <a:pt x="4018" y="1802"/>
                </a:lnTo>
                <a:cubicBezTo>
                  <a:pt x="4052" y="1802"/>
                  <a:pt x="4018" y="1802"/>
                  <a:pt x="4052" y="1835"/>
                </a:cubicBezTo>
                <a:lnTo>
                  <a:pt x="4185" y="2002"/>
                </a:lnTo>
                <a:cubicBezTo>
                  <a:pt x="4385" y="2202"/>
                  <a:pt x="4619" y="2436"/>
                  <a:pt x="4819" y="2569"/>
                </a:cubicBezTo>
                <a:cubicBezTo>
                  <a:pt x="5019" y="2769"/>
                  <a:pt x="5286" y="2903"/>
                  <a:pt x="5519" y="3036"/>
                </a:cubicBezTo>
                <a:cubicBezTo>
                  <a:pt x="5986" y="3303"/>
                  <a:pt x="6553" y="3436"/>
                  <a:pt x="7120" y="3503"/>
                </a:cubicBezTo>
                <a:cubicBezTo>
                  <a:pt x="7276" y="3503"/>
                  <a:pt x="7461" y="3518"/>
                  <a:pt x="7637" y="3518"/>
                </a:cubicBezTo>
                <a:cubicBezTo>
                  <a:pt x="7725" y="3518"/>
                  <a:pt x="7810" y="3514"/>
                  <a:pt x="7888" y="3503"/>
                </a:cubicBezTo>
                <a:cubicBezTo>
                  <a:pt x="8021" y="3470"/>
                  <a:pt x="8154" y="3470"/>
                  <a:pt x="8288" y="3470"/>
                </a:cubicBezTo>
                <a:cubicBezTo>
                  <a:pt x="8388" y="3436"/>
                  <a:pt x="8521" y="3436"/>
                  <a:pt x="8655" y="3370"/>
                </a:cubicBezTo>
                <a:cubicBezTo>
                  <a:pt x="9589" y="3203"/>
                  <a:pt x="10590" y="2669"/>
                  <a:pt x="11423" y="1935"/>
                </a:cubicBezTo>
                <a:cubicBezTo>
                  <a:pt x="11557" y="1835"/>
                  <a:pt x="11657" y="1702"/>
                  <a:pt x="11724" y="1635"/>
                </a:cubicBezTo>
                <a:lnTo>
                  <a:pt x="11857" y="1468"/>
                </a:lnTo>
                <a:lnTo>
                  <a:pt x="11890" y="1435"/>
                </a:lnTo>
                <a:cubicBezTo>
                  <a:pt x="11957" y="1435"/>
                  <a:pt x="11957" y="1468"/>
                  <a:pt x="11957" y="1468"/>
                </a:cubicBezTo>
                <a:lnTo>
                  <a:pt x="11957" y="1502"/>
                </a:lnTo>
                <a:cubicBezTo>
                  <a:pt x="11957" y="1535"/>
                  <a:pt x="11957" y="1502"/>
                  <a:pt x="11991" y="1602"/>
                </a:cubicBezTo>
                <a:cubicBezTo>
                  <a:pt x="12024" y="1702"/>
                  <a:pt x="12091" y="1835"/>
                  <a:pt x="12157" y="1969"/>
                </a:cubicBezTo>
                <a:cubicBezTo>
                  <a:pt x="12291" y="2169"/>
                  <a:pt x="12458" y="2369"/>
                  <a:pt x="12624" y="2602"/>
                </a:cubicBezTo>
                <a:cubicBezTo>
                  <a:pt x="13325" y="3303"/>
                  <a:pt x="14125" y="3670"/>
                  <a:pt x="14626" y="3970"/>
                </a:cubicBezTo>
                <a:cubicBezTo>
                  <a:pt x="15126" y="4270"/>
                  <a:pt x="15393" y="4470"/>
                  <a:pt x="15393" y="4470"/>
                </a:cubicBezTo>
                <a:cubicBezTo>
                  <a:pt x="15420" y="4486"/>
                  <a:pt x="15446" y="4494"/>
                  <a:pt x="15472" y="4494"/>
                </a:cubicBezTo>
                <a:cubicBezTo>
                  <a:pt x="15606" y="4494"/>
                  <a:pt x="15711" y="4289"/>
                  <a:pt x="15626" y="4037"/>
                </a:cubicBezTo>
                <a:cubicBezTo>
                  <a:pt x="15626" y="4037"/>
                  <a:pt x="15326" y="3803"/>
                  <a:pt x="14826" y="3470"/>
                </a:cubicBezTo>
                <a:cubicBezTo>
                  <a:pt x="14359" y="3136"/>
                  <a:pt x="13625" y="2769"/>
                  <a:pt x="13025" y="2069"/>
                </a:cubicBezTo>
                <a:cubicBezTo>
                  <a:pt x="12891" y="1902"/>
                  <a:pt x="12791" y="1735"/>
                  <a:pt x="12658" y="1535"/>
                </a:cubicBezTo>
                <a:cubicBezTo>
                  <a:pt x="12624" y="1401"/>
                  <a:pt x="12558" y="1335"/>
                  <a:pt x="12524" y="1201"/>
                </a:cubicBezTo>
                <a:lnTo>
                  <a:pt x="12458" y="901"/>
                </a:lnTo>
                <a:cubicBezTo>
                  <a:pt x="12391" y="801"/>
                  <a:pt x="12357" y="701"/>
                  <a:pt x="12324" y="568"/>
                </a:cubicBezTo>
                <a:lnTo>
                  <a:pt x="12191" y="234"/>
                </a:lnTo>
                <a:lnTo>
                  <a:pt x="12157" y="67"/>
                </a:lnTo>
                <a:lnTo>
                  <a:pt x="12157" y="34"/>
                </a:lnTo>
                <a:lnTo>
                  <a:pt x="1215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2" name="Google Shape;532;p4"/>
          <p:cNvSpPr/>
          <p:nvPr/>
        </p:nvSpPr>
        <p:spPr>
          <a:xfrm>
            <a:off x="8906374" y="3205173"/>
            <a:ext cx="353969" cy="101250"/>
          </a:xfrm>
          <a:custGeom>
            <a:avLst/>
            <a:gdLst/>
            <a:ahLst/>
            <a:cxnLst/>
            <a:rect l="l" t="t" r="r" b="b"/>
            <a:pathLst>
              <a:path w="15711" h="4494" extrusionOk="0">
                <a:moveTo>
                  <a:pt x="12157" y="0"/>
                </a:moveTo>
                <a:lnTo>
                  <a:pt x="12124" y="67"/>
                </a:lnTo>
                <a:cubicBezTo>
                  <a:pt x="11957" y="301"/>
                  <a:pt x="11824" y="467"/>
                  <a:pt x="11657" y="668"/>
                </a:cubicBezTo>
                <a:cubicBezTo>
                  <a:pt x="11557" y="734"/>
                  <a:pt x="11490" y="868"/>
                  <a:pt x="11390" y="968"/>
                </a:cubicBezTo>
                <a:lnTo>
                  <a:pt x="11290" y="1068"/>
                </a:lnTo>
                <a:lnTo>
                  <a:pt x="11023" y="1335"/>
                </a:lnTo>
                <a:cubicBezTo>
                  <a:pt x="10289" y="2002"/>
                  <a:pt x="9355" y="2402"/>
                  <a:pt x="8521" y="2569"/>
                </a:cubicBezTo>
                <a:cubicBezTo>
                  <a:pt x="8388" y="2636"/>
                  <a:pt x="8321" y="2636"/>
                  <a:pt x="8188" y="2669"/>
                </a:cubicBezTo>
                <a:cubicBezTo>
                  <a:pt x="8054" y="2702"/>
                  <a:pt x="7988" y="2702"/>
                  <a:pt x="7854" y="2702"/>
                </a:cubicBezTo>
                <a:cubicBezTo>
                  <a:pt x="7776" y="2714"/>
                  <a:pt x="7699" y="2717"/>
                  <a:pt x="7621" y="2717"/>
                </a:cubicBezTo>
                <a:cubicBezTo>
                  <a:pt x="7465" y="2717"/>
                  <a:pt x="7309" y="2702"/>
                  <a:pt x="7154" y="2702"/>
                </a:cubicBezTo>
                <a:cubicBezTo>
                  <a:pt x="6687" y="2669"/>
                  <a:pt x="6186" y="2536"/>
                  <a:pt x="5786" y="2335"/>
                </a:cubicBezTo>
                <a:cubicBezTo>
                  <a:pt x="5553" y="2235"/>
                  <a:pt x="5352" y="2069"/>
                  <a:pt x="5152" y="1969"/>
                </a:cubicBezTo>
                <a:cubicBezTo>
                  <a:pt x="4986" y="1835"/>
                  <a:pt x="4785" y="1668"/>
                  <a:pt x="4619" y="1502"/>
                </a:cubicBezTo>
                <a:cubicBezTo>
                  <a:pt x="4485" y="1368"/>
                  <a:pt x="4385" y="1235"/>
                  <a:pt x="4285" y="1135"/>
                </a:cubicBezTo>
                <a:lnTo>
                  <a:pt x="4052" y="868"/>
                </a:lnTo>
                <a:lnTo>
                  <a:pt x="4018" y="801"/>
                </a:lnTo>
                <a:cubicBezTo>
                  <a:pt x="4018" y="794"/>
                  <a:pt x="4017" y="792"/>
                  <a:pt x="4015" y="792"/>
                </a:cubicBezTo>
                <a:cubicBezTo>
                  <a:pt x="4006" y="792"/>
                  <a:pt x="3985" y="834"/>
                  <a:pt x="3985" y="834"/>
                </a:cubicBezTo>
                <a:lnTo>
                  <a:pt x="3851" y="968"/>
                </a:lnTo>
                <a:lnTo>
                  <a:pt x="3651" y="1201"/>
                </a:lnTo>
                <a:lnTo>
                  <a:pt x="3484" y="1368"/>
                </a:lnTo>
                <a:cubicBezTo>
                  <a:pt x="3384" y="1468"/>
                  <a:pt x="3318" y="1502"/>
                  <a:pt x="3218" y="1602"/>
                </a:cubicBezTo>
                <a:cubicBezTo>
                  <a:pt x="2517" y="2069"/>
                  <a:pt x="1650" y="2069"/>
                  <a:pt x="1049" y="2302"/>
                </a:cubicBezTo>
                <a:cubicBezTo>
                  <a:pt x="482" y="2469"/>
                  <a:pt x="149" y="2669"/>
                  <a:pt x="149" y="2669"/>
                </a:cubicBezTo>
                <a:cubicBezTo>
                  <a:pt x="0" y="2788"/>
                  <a:pt x="117" y="3013"/>
                  <a:pt x="262" y="3013"/>
                </a:cubicBezTo>
                <a:cubicBezTo>
                  <a:pt x="279" y="3013"/>
                  <a:pt x="298" y="3010"/>
                  <a:pt x="316" y="3003"/>
                </a:cubicBezTo>
                <a:cubicBezTo>
                  <a:pt x="316" y="3003"/>
                  <a:pt x="582" y="2836"/>
                  <a:pt x="1149" y="2702"/>
                </a:cubicBezTo>
                <a:cubicBezTo>
                  <a:pt x="1416" y="2669"/>
                  <a:pt x="1750" y="2636"/>
                  <a:pt x="2184" y="2536"/>
                </a:cubicBezTo>
                <a:cubicBezTo>
                  <a:pt x="2584" y="2502"/>
                  <a:pt x="3051" y="2369"/>
                  <a:pt x="3518" y="2069"/>
                </a:cubicBezTo>
                <a:cubicBezTo>
                  <a:pt x="3706" y="1974"/>
                  <a:pt x="3984" y="1732"/>
                  <a:pt x="3987" y="1732"/>
                </a:cubicBezTo>
                <a:lnTo>
                  <a:pt x="3987" y="1732"/>
                </a:lnTo>
                <a:cubicBezTo>
                  <a:pt x="3988" y="1732"/>
                  <a:pt x="3987" y="1733"/>
                  <a:pt x="3985" y="1735"/>
                </a:cubicBezTo>
                <a:lnTo>
                  <a:pt x="4018" y="1802"/>
                </a:lnTo>
                <a:cubicBezTo>
                  <a:pt x="4052" y="1802"/>
                  <a:pt x="4018" y="1802"/>
                  <a:pt x="4052" y="1835"/>
                </a:cubicBezTo>
                <a:lnTo>
                  <a:pt x="4185" y="2002"/>
                </a:lnTo>
                <a:cubicBezTo>
                  <a:pt x="4385" y="2202"/>
                  <a:pt x="4619" y="2436"/>
                  <a:pt x="4819" y="2569"/>
                </a:cubicBezTo>
                <a:cubicBezTo>
                  <a:pt x="5019" y="2769"/>
                  <a:pt x="5286" y="2903"/>
                  <a:pt x="5519" y="3036"/>
                </a:cubicBezTo>
                <a:cubicBezTo>
                  <a:pt x="5986" y="3303"/>
                  <a:pt x="6553" y="3436"/>
                  <a:pt x="7120" y="3503"/>
                </a:cubicBezTo>
                <a:cubicBezTo>
                  <a:pt x="7276" y="3503"/>
                  <a:pt x="7461" y="3518"/>
                  <a:pt x="7637" y="3518"/>
                </a:cubicBezTo>
                <a:cubicBezTo>
                  <a:pt x="7725" y="3518"/>
                  <a:pt x="7810" y="3514"/>
                  <a:pt x="7888" y="3503"/>
                </a:cubicBezTo>
                <a:cubicBezTo>
                  <a:pt x="8021" y="3470"/>
                  <a:pt x="8154" y="3470"/>
                  <a:pt x="8288" y="3470"/>
                </a:cubicBezTo>
                <a:cubicBezTo>
                  <a:pt x="8388" y="3436"/>
                  <a:pt x="8521" y="3436"/>
                  <a:pt x="8655" y="3370"/>
                </a:cubicBezTo>
                <a:cubicBezTo>
                  <a:pt x="9589" y="3203"/>
                  <a:pt x="10590" y="2669"/>
                  <a:pt x="11423" y="1935"/>
                </a:cubicBezTo>
                <a:cubicBezTo>
                  <a:pt x="11557" y="1835"/>
                  <a:pt x="11657" y="1702"/>
                  <a:pt x="11724" y="1635"/>
                </a:cubicBezTo>
                <a:lnTo>
                  <a:pt x="11857" y="1468"/>
                </a:lnTo>
                <a:lnTo>
                  <a:pt x="11890" y="1435"/>
                </a:lnTo>
                <a:cubicBezTo>
                  <a:pt x="11957" y="1435"/>
                  <a:pt x="11957" y="1468"/>
                  <a:pt x="11957" y="1468"/>
                </a:cubicBezTo>
                <a:lnTo>
                  <a:pt x="11957" y="1502"/>
                </a:lnTo>
                <a:cubicBezTo>
                  <a:pt x="11957" y="1535"/>
                  <a:pt x="11957" y="1502"/>
                  <a:pt x="11991" y="1602"/>
                </a:cubicBezTo>
                <a:cubicBezTo>
                  <a:pt x="12024" y="1702"/>
                  <a:pt x="12091" y="1835"/>
                  <a:pt x="12157" y="1969"/>
                </a:cubicBezTo>
                <a:cubicBezTo>
                  <a:pt x="12291" y="2169"/>
                  <a:pt x="12458" y="2369"/>
                  <a:pt x="12624" y="2602"/>
                </a:cubicBezTo>
                <a:cubicBezTo>
                  <a:pt x="13325" y="3303"/>
                  <a:pt x="14125" y="3670"/>
                  <a:pt x="14626" y="3970"/>
                </a:cubicBezTo>
                <a:cubicBezTo>
                  <a:pt x="15126" y="4270"/>
                  <a:pt x="15393" y="4470"/>
                  <a:pt x="15393" y="4470"/>
                </a:cubicBezTo>
                <a:cubicBezTo>
                  <a:pt x="15420" y="4486"/>
                  <a:pt x="15446" y="4494"/>
                  <a:pt x="15472" y="4494"/>
                </a:cubicBezTo>
                <a:cubicBezTo>
                  <a:pt x="15606" y="4494"/>
                  <a:pt x="15711" y="4289"/>
                  <a:pt x="15626" y="4037"/>
                </a:cubicBezTo>
                <a:cubicBezTo>
                  <a:pt x="15626" y="4037"/>
                  <a:pt x="15326" y="3803"/>
                  <a:pt x="14826" y="3470"/>
                </a:cubicBezTo>
                <a:cubicBezTo>
                  <a:pt x="14359" y="3136"/>
                  <a:pt x="13625" y="2769"/>
                  <a:pt x="13025" y="2069"/>
                </a:cubicBezTo>
                <a:cubicBezTo>
                  <a:pt x="12891" y="1902"/>
                  <a:pt x="12791" y="1735"/>
                  <a:pt x="12658" y="1535"/>
                </a:cubicBezTo>
                <a:cubicBezTo>
                  <a:pt x="12624" y="1401"/>
                  <a:pt x="12558" y="1335"/>
                  <a:pt x="12524" y="1201"/>
                </a:cubicBezTo>
                <a:lnTo>
                  <a:pt x="12458" y="901"/>
                </a:lnTo>
                <a:cubicBezTo>
                  <a:pt x="12391" y="801"/>
                  <a:pt x="12357" y="701"/>
                  <a:pt x="12324" y="568"/>
                </a:cubicBezTo>
                <a:lnTo>
                  <a:pt x="12191" y="234"/>
                </a:lnTo>
                <a:lnTo>
                  <a:pt x="12157" y="67"/>
                </a:lnTo>
                <a:lnTo>
                  <a:pt x="12157" y="34"/>
                </a:lnTo>
                <a:lnTo>
                  <a:pt x="1215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3" name="Google Shape;533;p4"/>
          <p:cNvSpPr/>
          <p:nvPr/>
        </p:nvSpPr>
        <p:spPr>
          <a:xfrm>
            <a:off x="-148426" y="1085886"/>
            <a:ext cx="353969" cy="101250"/>
          </a:xfrm>
          <a:custGeom>
            <a:avLst/>
            <a:gdLst/>
            <a:ahLst/>
            <a:cxnLst/>
            <a:rect l="l" t="t" r="r" b="b"/>
            <a:pathLst>
              <a:path w="15711" h="4494" extrusionOk="0">
                <a:moveTo>
                  <a:pt x="12157" y="0"/>
                </a:moveTo>
                <a:lnTo>
                  <a:pt x="12124" y="67"/>
                </a:lnTo>
                <a:cubicBezTo>
                  <a:pt x="11957" y="301"/>
                  <a:pt x="11824" y="467"/>
                  <a:pt x="11657" y="668"/>
                </a:cubicBezTo>
                <a:cubicBezTo>
                  <a:pt x="11557" y="734"/>
                  <a:pt x="11490" y="868"/>
                  <a:pt x="11390" y="968"/>
                </a:cubicBezTo>
                <a:lnTo>
                  <a:pt x="11290" y="1068"/>
                </a:lnTo>
                <a:lnTo>
                  <a:pt x="11023" y="1335"/>
                </a:lnTo>
                <a:cubicBezTo>
                  <a:pt x="10289" y="2002"/>
                  <a:pt x="9355" y="2402"/>
                  <a:pt x="8521" y="2569"/>
                </a:cubicBezTo>
                <a:cubicBezTo>
                  <a:pt x="8388" y="2636"/>
                  <a:pt x="8321" y="2636"/>
                  <a:pt x="8188" y="2669"/>
                </a:cubicBezTo>
                <a:cubicBezTo>
                  <a:pt x="8054" y="2702"/>
                  <a:pt x="7988" y="2702"/>
                  <a:pt x="7854" y="2702"/>
                </a:cubicBezTo>
                <a:cubicBezTo>
                  <a:pt x="7776" y="2714"/>
                  <a:pt x="7699" y="2717"/>
                  <a:pt x="7621" y="2717"/>
                </a:cubicBezTo>
                <a:cubicBezTo>
                  <a:pt x="7465" y="2717"/>
                  <a:pt x="7309" y="2702"/>
                  <a:pt x="7154" y="2702"/>
                </a:cubicBezTo>
                <a:cubicBezTo>
                  <a:pt x="6687" y="2669"/>
                  <a:pt x="6186" y="2536"/>
                  <a:pt x="5786" y="2335"/>
                </a:cubicBezTo>
                <a:cubicBezTo>
                  <a:pt x="5553" y="2235"/>
                  <a:pt x="5352" y="2069"/>
                  <a:pt x="5152" y="1969"/>
                </a:cubicBezTo>
                <a:cubicBezTo>
                  <a:pt x="4986" y="1835"/>
                  <a:pt x="4785" y="1668"/>
                  <a:pt x="4619" y="1502"/>
                </a:cubicBezTo>
                <a:cubicBezTo>
                  <a:pt x="4485" y="1368"/>
                  <a:pt x="4385" y="1235"/>
                  <a:pt x="4285" y="1135"/>
                </a:cubicBezTo>
                <a:lnTo>
                  <a:pt x="4052" y="868"/>
                </a:lnTo>
                <a:lnTo>
                  <a:pt x="4018" y="801"/>
                </a:lnTo>
                <a:cubicBezTo>
                  <a:pt x="4018" y="794"/>
                  <a:pt x="4017" y="792"/>
                  <a:pt x="4015" y="792"/>
                </a:cubicBezTo>
                <a:cubicBezTo>
                  <a:pt x="4006" y="792"/>
                  <a:pt x="3985" y="834"/>
                  <a:pt x="3985" y="834"/>
                </a:cubicBezTo>
                <a:lnTo>
                  <a:pt x="3851" y="968"/>
                </a:lnTo>
                <a:lnTo>
                  <a:pt x="3651" y="1201"/>
                </a:lnTo>
                <a:lnTo>
                  <a:pt x="3484" y="1368"/>
                </a:lnTo>
                <a:cubicBezTo>
                  <a:pt x="3384" y="1468"/>
                  <a:pt x="3318" y="1502"/>
                  <a:pt x="3218" y="1602"/>
                </a:cubicBezTo>
                <a:cubicBezTo>
                  <a:pt x="2517" y="2069"/>
                  <a:pt x="1650" y="2069"/>
                  <a:pt x="1049" y="2302"/>
                </a:cubicBezTo>
                <a:cubicBezTo>
                  <a:pt x="482" y="2469"/>
                  <a:pt x="149" y="2669"/>
                  <a:pt x="149" y="2669"/>
                </a:cubicBezTo>
                <a:cubicBezTo>
                  <a:pt x="0" y="2788"/>
                  <a:pt x="117" y="3013"/>
                  <a:pt x="262" y="3013"/>
                </a:cubicBezTo>
                <a:cubicBezTo>
                  <a:pt x="279" y="3013"/>
                  <a:pt x="298" y="3010"/>
                  <a:pt x="316" y="3003"/>
                </a:cubicBezTo>
                <a:cubicBezTo>
                  <a:pt x="316" y="3003"/>
                  <a:pt x="582" y="2836"/>
                  <a:pt x="1149" y="2702"/>
                </a:cubicBezTo>
                <a:cubicBezTo>
                  <a:pt x="1416" y="2669"/>
                  <a:pt x="1750" y="2636"/>
                  <a:pt x="2184" y="2536"/>
                </a:cubicBezTo>
                <a:cubicBezTo>
                  <a:pt x="2584" y="2502"/>
                  <a:pt x="3051" y="2369"/>
                  <a:pt x="3518" y="2069"/>
                </a:cubicBezTo>
                <a:cubicBezTo>
                  <a:pt x="3706" y="1974"/>
                  <a:pt x="3984" y="1732"/>
                  <a:pt x="3987" y="1732"/>
                </a:cubicBezTo>
                <a:lnTo>
                  <a:pt x="3987" y="1732"/>
                </a:lnTo>
                <a:cubicBezTo>
                  <a:pt x="3988" y="1732"/>
                  <a:pt x="3987" y="1733"/>
                  <a:pt x="3985" y="1735"/>
                </a:cubicBezTo>
                <a:lnTo>
                  <a:pt x="4018" y="1802"/>
                </a:lnTo>
                <a:cubicBezTo>
                  <a:pt x="4052" y="1802"/>
                  <a:pt x="4018" y="1802"/>
                  <a:pt x="4052" y="1835"/>
                </a:cubicBezTo>
                <a:lnTo>
                  <a:pt x="4185" y="2002"/>
                </a:lnTo>
                <a:cubicBezTo>
                  <a:pt x="4385" y="2202"/>
                  <a:pt x="4619" y="2436"/>
                  <a:pt x="4819" y="2569"/>
                </a:cubicBezTo>
                <a:cubicBezTo>
                  <a:pt x="5019" y="2769"/>
                  <a:pt x="5286" y="2903"/>
                  <a:pt x="5519" y="3036"/>
                </a:cubicBezTo>
                <a:cubicBezTo>
                  <a:pt x="5986" y="3303"/>
                  <a:pt x="6553" y="3436"/>
                  <a:pt x="7120" y="3503"/>
                </a:cubicBezTo>
                <a:cubicBezTo>
                  <a:pt x="7276" y="3503"/>
                  <a:pt x="7461" y="3518"/>
                  <a:pt x="7637" y="3518"/>
                </a:cubicBezTo>
                <a:cubicBezTo>
                  <a:pt x="7725" y="3518"/>
                  <a:pt x="7810" y="3514"/>
                  <a:pt x="7888" y="3503"/>
                </a:cubicBezTo>
                <a:cubicBezTo>
                  <a:pt x="8021" y="3470"/>
                  <a:pt x="8154" y="3470"/>
                  <a:pt x="8288" y="3470"/>
                </a:cubicBezTo>
                <a:cubicBezTo>
                  <a:pt x="8388" y="3436"/>
                  <a:pt x="8521" y="3436"/>
                  <a:pt x="8655" y="3370"/>
                </a:cubicBezTo>
                <a:cubicBezTo>
                  <a:pt x="9589" y="3203"/>
                  <a:pt x="10590" y="2669"/>
                  <a:pt x="11423" y="1935"/>
                </a:cubicBezTo>
                <a:cubicBezTo>
                  <a:pt x="11557" y="1835"/>
                  <a:pt x="11657" y="1702"/>
                  <a:pt x="11724" y="1635"/>
                </a:cubicBezTo>
                <a:lnTo>
                  <a:pt x="11857" y="1468"/>
                </a:lnTo>
                <a:lnTo>
                  <a:pt x="11890" y="1435"/>
                </a:lnTo>
                <a:cubicBezTo>
                  <a:pt x="11957" y="1435"/>
                  <a:pt x="11957" y="1468"/>
                  <a:pt x="11957" y="1468"/>
                </a:cubicBezTo>
                <a:lnTo>
                  <a:pt x="11957" y="1502"/>
                </a:lnTo>
                <a:cubicBezTo>
                  <a:pt x="11957" y="1535"/>
                  <a:pt x="11957" y="1502"/>
                  <a:pt x="11991" y="1602"/>
                </a:cubicBezTo>
                <a:cubicBezTo>
                  <a:pt x="12024" y="1702"/>
                  <a:pt x="12091" y="1835"/>
                  <a:pt x="12157" y="1969"/>
                </a:cubicBezTo>
                <a:cubicBezTo>
                  <a:pt x="12291" y="2169"/>
                  <a:pt x="12458" y="2369"/>
                  <a:pt x="12624" y="2602"/>
                </a:cubicBezTo>
                <a:cubicBezTo>
                  <a:pt x="13325" y="3303"/>
                  <a:pt x="14125" y="3670"/>
                  <a:pt x="14626" y="3970"/>
                </a:cubicBezTo>
                <a:cubicBezTo>
                  <a:pt x="15126" y="4270"/>
                  <a:pt x="15393" y="4470"/>
                  <a:pt x="15393" y="4470"/>
                </a:cubicBezTo>
                <a:cubicBezTo>
                  <a:pt x="15420" y="4486"/>
                  <a:pt x="15446" y="4494"/>
                  <a:pt x="15472" y="4494"/>
                </a:cubicBezTo>
                <a:cubicBezTo>
                  <a:pt x="15606" y="4494"/>
                  <a:pt x="15711" y="4289"/>
                  <a:pt x="15626" y="4037"/>
                </a:cubicBezTo>
                <a:cubicBezTo>
                  <a:pt x="15626" y="4037"/>
                  <a:pt x="15326" y="3803"/>
                  <a:pt x="14826" y="3470"/>
                </a:cubicBezTo>
                <a:cubicBezTo>
                  <a:pt x="14359" y="3136"/>
                  <a:pt x="13625" y="2769"/>
                  <a:pt x="13025" y="2069"/>
                </a:cubicBezTo>
                <a:cubicBezTo>
                  <a:pt x="12891" y="1902"/>
                  <a:pt x="12791" y="1735"/>
                  <a:pt x="12658" y="1535"/>
                </a:cubicBezTo>
                <a:cubicBezTo>
                  <a:pt x="12624" y="1401"/>
                  <a:pt x="12558" y="1335"/>
                  <a:pt x="12524" y="1201"/>
                </a:cubicBezTo>
                <a:lnTo>
                  <a:pt x="12458" y="901"/>
                </a:lnTo>
                <a:cubicBezTo>
                  <a:pt x="12391" y="801"/>
                  <a:pt x="12357" y="701"/>
                  <a:pt x="12324" y="568"/>
                </a:cubicBezTo>
                <a:lnTo>
                  <a:pt x="12191" y="234"/>
                </a:lnTo>
                <a:lnTo>
                  <a:pt x="12157" y="67"/>
                </a:lnTo>
                <a:lnTo>
                  <a:pt x="12157" y="34"/>
                </a:lnTo>
                <a:lnTo>
                  <a:pt x="1215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ColTx" matchingName="Title and two columns">
  <p:cSld name="TITLE_AND_TWO_COLUMNS">
    <p:spTree>
      <p:nvGrpSpPr>
        <p:cNvPr id="534" name="Shape 534"/>
        <p:cNvGrpSpPr/>
        <p:nvPr/>
      </p:nvGrpSpPr>
      <p:grpSpPr>
        <a:xfrm>
          <a:off x="0" y="0"/>
          <a:ext cx="0" cy="0"/>
          <a:chOff x="0" y="0"/>
          <a:chExt cx="0" cy="0"/>
        </a:xfrm>
      </p:grpSpPr>
      <p:pic>
        <p:nvPicPr>
          <p:cNvPr id="535" name="Google Shape;535;p5"/>
          <p:cNvPicPr preferRelativeResize="0"/>
          <p:nvPr/>
        </p:nvPicPr>
        <p:blipFill rotWithShape="1">
          <a:blip r:embed="rId2"/>
          <a:srcRect b="15598"/>
          <a:stretch>
            <a:fillRect/>
          </a:stretch>
        </p:blipFill>
        <p:spPr>
          <a:xfrm flipH="1">
            <a:off x="0" y="0"/>
            <a:ext cx="9144003" cy="5143501"/>
          </a:xfrm>
          <a:prstGeom prst="rect">
            <a:avLst/>
          </a:prstGeom>
          <a:noFill/>
          <a:ln>
            <a:noFill/>
          </a:ln>
        </p:spPr>
      </p:pic>
      <p:sp>
        <p:nvSpPr>
          <p:cNvPr id="536" name="Google Shape;536;p5"/>
          <p:cNvSpPr txBox="1"/>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537" name="Google Shape;537;p5"/>
          <p:cNvSpPr txBox="1"/>
          <p:nvPr>
            <p:ph type="subTitle" idx="1"/>
          </p:nvPr>
        </p:nvSpPr>
        <p:spPr>
          <a:xfrm>
            <a:off x="5055197" y="3769074"/>
            <a:ext cx="25056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800"/>
              <a:buNone/>
              <a:defRPr sz="1400"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p:txBody>
      </p:sp>
      <p:sp>
        <p:nvSpPr>
          <p:cNvPr id="538" name="Google Shape;538;p5"/>
          <p:cNvSpPr txBox="1"/>
          <p:nvPr>
            <p:ph type="subTitle" idx="2"/>
          </p:nvPr>
        </p:nvSpPr>
        <p:spPr>
          <a:xfrm>
            <a:off x="1583213" y="3769074"/>
            <a:ext cx="25056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800"/>
              <a:buNone/>
              <a:defRPr sz="1400"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p:txBody>
      </p:sp>
      <p:sp>
        <p:nvSpPr>
          <p:cNvPr id="539" name="Google Shape;539;p5"/>
          <p:cNvSpPr txBox="1"/>
          <p:nvPr>
            <p:ph type="subTitle" idx="3"/>
          </p:nvPr>
        </p:nvSpPr>
        <p:spPr>
          <a:xfrm>
            <a:off x="5055300" y="3276825"/>
            <a:ext cx="2505600" cy="5727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Font typeface="Bebas Neue" panose="020B0606020202050201"/>
              <a:buNone/>
              <a:defRPr sz="2400">
                <a:solidFill>
                  <a:schemeClr val="dk1"/>
                </a:solidFill>
                <a:latin typeface="Averia Serif Libre" panose="02000603000000000004"/>
                <a:ea typeface="Averia Serif Libre" panose="02000603000000000004"/>
                <a:cs typeface="Averia Serif Libre" panose="02000603000000000004"/>
                <a:sym typeface="Averia Serif Libre" panose="02000603000000000004"/>
              </a:defRPr>
            </a:lvl1pPr>
            <a:lvl2pPr lvl="1"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2pPr>
            <a:lvl3pPr lvl="2"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3pPr>
            <a:lvl4pPr lvl="3"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4pPr>
            <a:lvl5pPr lvl="4"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5pPr>
            <a:lvl6pPr lvl="5"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6pPr>
            <a:lvl7pPr lvl="6"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7pPr>
            <a:lvl8pPr lvl="7"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8pPr>
            <a:lvl9pPr lvl="8"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9pPr>
          </a:lstStyle>
          <a:p/>
        </p:txBody>
      </p:sp>
      <p:sp>
        <p:nvSpPr>
          <p:cNvPr id="540" name="Google Shape;540;p5"/>
          <p:cNvSpPr txBox="1"/>
          <p:nvPr>
            <p:ph type="subTitle" idx="4"/>
          </p:nvPr>
        </p:nvSpPr>
        <p:spPr>
          <a:xfrm>
            <a:off x="1583100" y="3276825"/>
            <a:ext cx="2505600" cy="5727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Font typeface="Bebas Neue" panose="020B0606020202050201"/>
              <a:buNone/>
              <a:defRPr sz="2400">
                <a:solidFill>
                  <a:schemeClr val="dk1"/>
                </a:solidFill>
                <a:latin typeface="Averia Serif Libre" panose="02000603000000000004"/>
                <a:ea typeface="Averia Serif Libre" panose="02000603000000000004"/>
                <a:cs typeface="Averia Serif Libre" panose="02000603000000000004"/>
                <a:sym typeface="Averia Serif Libre" panose="02000603000000000004"/>
              </a:defRPr>
            </a:lvl1pPr>
            <a:lvl2pPr lvl="1"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2pPr>
            <a:lvl3pPr lvl="2"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3pPr>
            <a:lvl4pPr lvl="3"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4pPr>
            <a:lvl5pPr lvl="4"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5pPr>
            <a:lvl6pPr lvl="5"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6pPr>
            <a:lvl7pPr lvl="6"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7pPr>
            <a:lvl8pPr lvl="7"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8pPr>
            <a:lvl9pPr lvl="8"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9pPr>
          </a:lstStyle>
          <a:p/>
        </p:txBody>
      </p:sp>
      <p:grpSp>
        <p:nvGrpSpPr>
          <p:cNvPr id="541" name="Google Shape;541;p5"/>
          <p:cNvGrpSpPr/>
          <p:nvPr/>
        </p:nvGrpSpPr>
        <p:grpSpPr>
          <a:xfrm flipH="1">
            <a:off x="-474357" y="3638280"/>
            <a:ext cx="3504111" cy="1776821"/>
            <a:chOff x="2635885" y="3562475"/>
            <a:chExt cx="3946515" cy="2001150"/>
          </a:xfrm>
        </p:grpSpPr>
        <p:sp>
          <p:nvSpPr>
            <p:cNvPr id="542" name="Google Shape;542;p5"/>
            <p:cNvSpPr/>
            <p:nvPr/>
          </p:nvSpPr>
          <p:spPr>
            <a:xfrm>
              <a:off x="2635885" y="5238605"/>
              <a:ext cx="532400" cy="107675"/>
            </a:xfrm>
            <a:custGeom>
              <a:avLst/>
              <a:gdLst/>
              <a:ahLst/>
              <a:cxnLst/>
              <a:rect l="l" t="t" r="r" b="b"/>
              <a:pathLst>
                <a:path w="21296" h="4307" extrusionOk="0">
                  <a:moveTo>
                    <a:pt x="13664" y="1"/>
                  </a:moveTo>
                  <a:cubicBezTo>
                    <a:pt x="13660" y="1"/>
                    <a:pt x="13656" y="9"/>
                    <a:pt x="13656" y="29"/>
                  </a:cubicBezTo>
                  <a:lnTo>
                    <a:pt x="13623" y="63"/>
                  </a:lnTo>
                  <a:lnTo>
                    <a:pt x="13523" y="129"/>
                  </a:lnTo>
                  <a:lnTo>
                    <a:pt x="13356" y="296"/>
                  </a:lnTo>
                  <a:lnTo>
                    <a:pt x="13089" y="596"/>
                  </a:lnTo>
                  <a:cubicBezTo>
                    <a:pt x="12956" y="730"/>
                    <a:pt x="12822" y="796"/>
                    <a:pt x="12689" y="897"/>
                  </a:cubicBezTo>
                  <a:cubicBezTo>
                    <a:pt x="12589" y="1030"/>
                    <a:pt x="12456" y="1097"/>
                    <a:pt x="12322" y="1197"/>
                  </a:cubicBezTo>
                  <a:lnTo>
                    <a:pt x="11955" y="1430"/>
                  </a:lnTo>
                  <a:cubicBezTo>
                    <a:pt x="11455" y="1764"/>
                    <a:pt x="10854" y="1931"/>
                    <a:pt x="10321" y="2064"/>
                  </a:cubicBezTo>
                  <a:cubicBezTo>
                    <a:pt x="9912" y="2153"/>
                    <a:pt x="9465" y="2204"/>
                    <a:pt x="9003" y="2204"/>
                  </a:cubicBezTo>
                  <a:cubicBezTo>
                    <a:pt x="8257" y="2204"/>
                    <a:pt x="7472" y="2073"/>
                    <a:pt x="6751" y="1764"/>
                  </a:cubicBezTo>
                  <a:cubicBezTo>
                    <a:pt x="6451" y="1697"/>
                    <a:pt x="6184" y="1530"/>
                    <a:pt x="5918" y="1364"/>
                  </a:cubicBezTo>
                  <a:lnTo>
                    <a:pt x="5517" y="1097"/>
                  </a:lnTo>
                  <a:lnTo>
                    <a:pt x="5350" y="930"/>
                  </a:lnTo>
                  <a:lnTo>
                    <a:pt x="5017" y="630"/>
                  </a:lnTo>
                  <a:cubicBezTo>
                    <a:pt x="4917" y="563"/>
                    <a:pt x="4817" y="430"/>
                    <a:pt x="4683" y="363"/>
                  </a:cubicBezTo>
                  <a:lnTo>
                    <a:pt x="4483" y="763"/>
                  </a:lnTo>
                  <a:cubicBezTo>
                    <a:pt x="4416" y="963"/>
                    <a:pt x="4283" y="1130"/>
                    <a:pt x="4183" y="1364"/>
                  </a:cubicBezTo>
                  <a:lnTo>
                    <a:pt x="3949" y="1730"/>
                  </a:lnTo>
                  <a:cubicBezTo>
                    <a:pt x="3849" y="1797"/>
                    <a:pt x="3783" y="1964"/>
                    <a:pt x="3683" y="2064"/>
                  </a:cubicBezTo>
                  <a:cubicBezTo>
                    <a:pt x="2982" y="2931"/>
                    <a:pt x="2015" y="3398"/>
                    <a:pt x="1348" y="3632"/>
                  </a:cubicBezTo>
                  <a:cubicBezTo>
                    <a:pt x="1181" y="3732"/>
                    <a:pt x="1014" y="3765"/>
                    <a:pt x="914" y="3799"/>
                  </a:cubicBezTo>
                  <a:cubicBezTo>
                    <a:pt x="747" y="3865"/>
                    <a:pt x="614" y="3865"/>
                    <a:pt x="514" y="3899"/>
                  </a:cubicBezTo>
                  <a:cubicBezTo>
                    <a:pt x="347" y="3899"/>
                    <a:pt x="247" y="3932"/>
                    <a:pt x="247" y="3932"/>
                  </a:cubicBezTo>
                  <a:cubicBezTo>
                    <a:pt x="0" y="3963"/>
                    <a:pt x="10" y="4306"/>
                    <a:pt x="223" y="4306"/>
                  </a:cubicBezTo>
                  <a:cubicBezTo>
                    <a:pt x="241" y="4306"/>
                    <a:pt x="260" y="4304"/>
                    <a:pt x="280" y="4299"/>
                  </a:cubicBezTo>
                  <a:cubicBezTo>
                    <a:pt x="280" y="4299"/>
                    <a:pt x="414" y="4299"/>
                    <a:pt x="614" y="4266"/>
                  </a:cubicBezTo>
                  <a:cubicBezTo>
                    <a:pt x="680" y="4232"/>
                    <a:pt x="814" y="4232"/>
                    <a:pt x="981" y="4199"/>
                  </a:cubicBezTo>
                  <a:cubicBezTo>
                    <a:pt x="1114" y="4132"/>
                    <a:pt x="1281" y="4099"/>
                    <a:pt x="1481" y="4065"/>
                  </a:cubicBezTo>
                  <a:cubicBezTo>
                    <a:pt x="2182" y="3799"/>
                    <a:pt x="3282" y="3365"/>
                    <a:pt x="4116" y="2398"/>
                  </a:cubicBezTo>
                  <a:cubicBezTo>
                    <a:pt x="4250" y="2264"/>
                    <a:pt x="4316" y="2131"/>
                    <a:pt x="4416" y="2031"/>
                  </a:cubicBezTo>
                  <a:cubicBezTo>
                    <a:pt x="4483" y="1897"/>
                    <a:pt x="4617" y="1730"/>
                    <a:pt x="4683" y="1597"/>
                  </a:cubicBezTo>
                  <a:lnTo>
                    <a:pt x="4817" y="1397"/>
                  </a:lnTo>
                  <a:lnTo>
                    <a:pt x="4850" y="1364"/>
                  </a:lnTo>
                  <a:lnTo>
                    <a:pt x="4917" y="1297"/>
                  </a:lnTo>
                  <a:lnTo>
                    <a:pt x="4950" y="1364"/>
                  </a:lnTo>
                  <a:lnTo>
                    <a:pt x="4984" y="1397"/>
                  </a:lnTo>
                  <a:cubicBezTo>
                    <a:pt x="5084" y="1430"/>
                    <a:pt x="5117" y="1530"/>
                    <a:pt x="5184" y="1564"/>
                  </a:cubicBezTo>
                  <a:lnTo>
                    <a:pt x="5617" y="1864"/>
                  </a:lnTo>
                  <a:cubicBezTo>
                    <a:pt x="5918" y="2031"/>
                    <a:pt x="6184" y="2231"/>
                    <a:pt x="6518" y="2364"/>
                  </a:cubicBezTo>
                  <a:cubicBezTo>
                    <a:pt x="7371" y="2748"/>
                    <a:pt x="8278" y="2914"/>
                    <a:pt x="9135" y="2914"/>
                  </a:cubicBezTo>
                  <a:cubicBezTo>
                    <a:pt x="9619" y="2914"/>
                    <a:pt x="10087" y="2861"/>
                    <a:pt x="10521" y="2765"/>
                  </a:cubicBezTo>
                  <a:cubicBezTo>
                    <a:pt x="11121" y="2598"/>
                    <a:pt x="11788" y="2398"/>
                    <a:pt x="12355" y="2064"/>
                  </a:cubicBezTo>
                  <a:cubicBezTo>
                    <a:pt x="12522" y="1964"/>
                    <a:pt x="12656" y="1864"/>
                    <a:pt x="12822" y="1764"/>
                  </a:cubicBezTo>
                  <a:cubicBezTo>
                    <a:pt x="12956" y="1630"/>
                    <a:pt x="13123" y="1564"/>
                    <a:pt x="13256" y="1430"/>
                  </a:cubicBezTo>
                  <a:cubicBezTo>
                    <a:pt x="13423" y="1364"/>
                    <a:pt x="13523" y="1230"/>
                    <a:pt x="13656" y="1097"/>
                  </a:cubicBezTo>
                  <a:lnTo>
                    <a:pt x="13690" y="1063"/>
                  </a:lnTo>
                  <a:lnTo>
                    <a:pt x="13790" y="1197"/>
                  </a:lnTo>
                  <a:lnTo>
                    <a:pt x="14123" y="1564"/>
                  </a:lnTo>
                  <a:lnTo>
                    <a:pt x="14490" y="1931"/>
                  </a:lnTo>
                  <a:cubicBezTo>
                    <a:pt x="14624" y="2064"/>
                    <a:pt x="14791" y="2131"/>
                    <a:pt x="14924" y="2264"/>
                  </a:cubicBezTo>
                  <a:cubicBezTo>
                    <a:pt x="15491" y="2631"/>
                    <a:pt x="16125" y="2898"/>
                    <a:pt x="16759" y="3065"/>
                  </a:cubicBezTo>
                  <a:cubicBezTo>
                    <a:pt x="17387" y="3222"/>
                    <a:pt x="17997" y="3269"/>
                    <a:pt x="18541" y="3269"/>
                  </a:cubicBezTo>
                  <a:cubicBezTo>
                    <a:pt x="19037" y="3269"/>
                    <a:pt x="19478" y="3230"/>
                    <a:pt x="19827" y="3198"/>
                  </a:cubicBezTo>
                  <a:cubicBezTo>
                    <a:pt x="20595" y="3098"/>
                    <a:pt x="21028" y="3031"/>
                    <a:pt x="21028" y="3031"/>
                  </a:cubicBezTo>
                  <a:cubicBezTo>
                    <a:pt x="21295" y="2965"/>
                    <a:pt x="21195" y="2698"/>
                    <a:pt x="20995" y="2598"/>
                  </a:cubicBezTo>
                  <a:cubicBezTo>
                    <a:pt x="20995" y="2598"/>
                    <a:pt x="20528" y="2698"/>
                    <a:pt x="19794" y="2731"/>
                  </a:cubicBezTo>
                  <a:cubicBezTo>
                    <a:pt x="19602" y="2740"/>
                    <a:pt x="19394" y="2746"/>
                    <a:pt x="19171" y="2746"/>
                  </a:cubicBezTo>
                  <a:cubicBezTo>
                    <a:pt x="18504" y="2746"/>
                    <a:pt x="17709" y="2689"/>
                    <a:pt x="16859" y="2464"/>
                  </a:cubicBezTo>
                  <a:cubicBezTo>
                    <a:pt x="16292" y="2364"/>
                    <a:pt x="15758" y="2097"/>
                    <a:pt x="15258" y="1730"/>
                  </a:cubicBezTo>
                  <a:cubicBezTo>
                    <a:pt x="15124" y="1630"/>
                    <a:pt x="14991" y="1530"/>
                    <a:pt x="14857" y="1430"/>
                  </a:cubicBezTo>
                  <a:lnTo>
                    <a:pt x="14524" y="1097"/>
                  </a:lnTo>
                  <a:cubicBezTo>
                    <a:pt x="14424" y="963"/>
                    <a:pt x="14324" y="897"/>
                    <a:pt x="14190" y="730"/>
                  </a:cubicBezTo>
                  <a:lnTo>
                    <a:pt x="13690" y="63"/>
                  </a:lnTo>
                  <a:cubicBezTo>
                    <a:pt x="13690" y="40"/>
                    <a:pt x="13674" y="1"/>
                    <a:pt x="13664"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3" name="Google Shape;543;p5"/>
            <p:cNvSpPr/>
            <p:nvPr/>
          </p:nvSpPr>
          <p:spPr>
            <a:xfrm>
              <a:off x="3403425" y="3729975"/>
              <a:ext cx="3178975" cy="1783400"/>
            </a:xfrm>
            <a:custGeom>
              <a:avLst/>
              <a:gdLst/>
              <a:ahLst/>
              <a:cxnLst/>
              <a:rect l="l" t="t" r="r" b="b"/>
              <a:pathLst>
                <a:path w="127159" h="71336" extrusionOk="0">
                  <a:moveTo>
                    <a:pt x="98163" y="1"/>
                  </a:moveTo>
                  <a:cubicBezTo>
                    <a:pt x="97767" y="1"/>
                    <a:pt x="97368" y="20"/>
                    <a:pt x="96970" y="59"/>
                  </a:cubicBezTo>
                  <a:cubicBezTo>
                    <a:pt x="96303" y="126"/>
                    <a:pt x="95636" y="260"/>
                    <a:pt x="94969" y="393"/>
                  </a:cubicBezTo>
                  <a:cubicBezTo>
                    <a:pt x="94302" y="560"/>
                    <a:pt x="93634" y="760"/>
                    <a:pt x="93034" y="1060"/>
                  </a:cubicBezTo>
                  <a:cubicBezTo>
                    <a:pt x="91733" y="1594"/>
                    <a:pt x="90532" y="2394"/>
                    <a:pt x="89365" y="3195"/>
                  </a:cubicBezTo>
                  <a:cubicBezTo>
                    <a:pt x="88197" y="3962"/>
                    <a:pt x="87063" y="4796"/>
                    <a:pt x="85795" y="5463"/>
                  </a:cubicBezTo>
                  <a:cubicBezTo>
                    <a:pt x="85195" y="5797"/>
                    <a:pt x="84528" y="6064"/>
                    <a:pt x="83861" y="6264"/>
                  </a:cubicBezTo>
                  <a:cubicBezTo>
                    <a:pt x="83527" y="6397"/>
                    <a:pt x="83127" y="6431"/>
                    <a:pt x="82793" y="6531"/>
                  </a:cubicBezTo>
                  <a:cubicBezTo>
                    <a:pt x="82426" y="6564"/>
                    <a:pt x="82093" y="6597"/>
                    <a:pt x="81726" y="6631"/>
                  </a:cubicBezTo>
                  <a:cubicBezTo>
                    <a:pt x="80925" y="6731"/>
                    <a:pt x="80191" y="6864"/>
                    <a:pt x="79424" y="7064"/>
                  </a:cubicBezTo>
                  <a:cubicBezTo>
                    <a:pt x="78690" y="7298"/>
                    <a:pt x="77957" y="7698"/>
                    <a:pt x="77289" y="8098"/>
                  </a:cubicBezTo>
                  <a:cubicBezTo>
                    <a:pt x="76689" y="8565"/>
                    <a:pt x="76055" y="9066"/>
                    <a:pt x="75521" y="9600"/>
                  </a:cubicBezTo>
                  <a:cubicBezTo>
                    <a:pt x="74954" y="10100"/>
                    <a:pt x="74421" y="10700"/>
                    <a:pt x="73887" y="11234"/>
                  </a:cubicBezTo>
                  <a:cubicBezTo>
                    <a:pt x="73387" y="11801"/>
                    <a:pt x="72853" y="12368"/>
                    <a:pt x="72286" y="12902"/>
                  </a:cubicBezTo>
                  <a:lnTo>
                    <a:pt x="71452" y="13702"/>
                  </a:lnTo>
                  <a:cubicBezTo>
                    <a:pt x="71285" y="13803"/>
                    <a:pt x="71185" y="13936"/>
                    <a:pt x="71052" y="14069"/>
                  </a:cubicBezTo>
                  <a:cubicBezTo>
                    <a:pt x="70885" y="14203"/>
                    <a:pt x="70751" y="14270"/>
                    <a:pt x="70585" y="14403"/>
                  </a:cubicBezTo>
                  <a:cubicBezTo>
                    <a:pt x="69384" y="15204"/>
                    <a:pt x="67883" y="15704"/>
                    <a:pt x="66415" y="16138"/>
                  </a:cubicBezTo>
                  <a:cubicBezTo>
                    <a:pt x="64914" y="16605"/>
                    <a:pt x="63413" y="17038"/>
                    <a:pt x="61912" y="17572"/>
                  </a:cubicBezTo>
                  <a:cubicBezTo>
                    <a:pt x="60411" y="18106"/>
                    <a:pt x="58910" y="18773"/>
                    <a:pt x="57575" y="19640"/>
                  </a:cubicBezTo>
                  <a:cubicBezTo>
                    <a:pt x="51538" y="22942"/>
                    <a:pt x="51404" y="31282"/>
                    <a:pt x="45667" y="33317"/>
                  </a:cubicBezTo>
                  <a:cubicBezTo>
                    <a:pt x="45050" y="33579"/>
                    <a:pt x="44411" y="33698"/>
                    <a:pt x="43775" y="33698"/>
                  </a:cubicBezTo>
                  <a:cubicBezTo>
                    <a:pt x="43035" y="33698"/>
                    <a:pt x="42297" y="33537"/>
                    <a:pt x="41597" y="33250"/>
                  </a:cubicBezTo>
                  <a:cubicBezTo>
                    <a:pt x="40330" y="32716"/>
                    <a:pt x="39062" y="31882"/>
                    <a:pt x="37661" y="31315"/>
                  </a:cubicBezTo>
                  <a:cubicBezTo>
                    <a:pt x="37328" y="31148"/>
                    <a:pt x="36927" y="31082"/>
                    <a:pt x="36560" y="30948"/>
                  </a:cubicBezTo>
                  <a:cubicBezTo>
                    <a:pt x="36193" y="30881"/>
                    <a:pt x="35826" y="30781"/>
                    <a:pt x="35426" y="30748"/>
                  </a:cubicBezTo>
                  <a:lnTo>
                    <a:pt x="34892" y="30648"/>
                  </a:lnTo>
                  <a:lnTo>
                    <a:pt x="34359" y="30615"/>
                  </a:lnTo>
                  <a:cubicBezTo>
                    <a:pt x="34236" y="30603"/>
                    <a:pt x="34110" y="30600"/>
                    <a:pt x="33983" y="30600"/>
                  </a:cubicBezTo>
                  <a:cubicBezTo>
                    <a:pt x="33729" y="30600"/>
                    <a:pt x="33469" y="30615"/>
                    <a:pt x="33225" y="30615"/>
                  </a:cubicBezTo>
                  <a:cubicBezTo>
                    <a:pt x="32491" y="30648"/>
                    <a:pt x="31724" y="30781"/>
                    <a:pt x="31023" y="31082"/>
                  </a:cubicBezTo>
                  <a:cubicBezTo>
                    <a:pt x="30323" y="31315"/>
                    <a:pt x="29689" y="31782"/>
                    <a:pt x="29155" y="32282"/>
                  </a:cubicBezTo>
                  <a:cubicBezTo>
                    <a:pt x="28054" y="33317"/>
                    <a:pt x="27387" y="34651"/>
                    <a:pt x="26820" y="35952"/>
                  </a:cubicBezTo>
                  <a:cubicBezTo>
                    <a:pt x="26220" y="37253"/>
                    <a:pt x="25686" y="38587"/>
                    <a:pt x="24985" y="39788"/>
                  </a:cubicBezTo>
                  <a:cubicBezTo>
                    <a:pt x="24252" y="40989"/>
                    <a:pt x="23251" y="41989"/>
                    <a:pt x="21983" y="42456"/>
                  </a:cubicBezTo>
                  <a:cubicBezTo>
                    <a:pt x="21349" y="42723"/>
                    <a:pt x="20649" y="42823"/>
                    <a:pt x="19982" y="42823"/>
                  </a:cubicBezTo>
                  <a:cubicBezTo>
                    <a:pt x="19348" y="42823"/>
                    <a:pt x="18681" y="42590"/>
                    <a:pt x="18080" y="42223"/>
                  </a:cubicBezTo>
                  <a:cubicBezTo>
                    <a:pt x="17513" y="41823"/>
                    <a:pt x="16913" y="41389"/>
                    <a:pt x="16346" y="40889"/>
                  </a:cubicBezTo>
                  <a:cubicBezTo>
                    <a:pt x="15745" y="40422"/>
                    <a:pt x="15145" y="39888"/>
                    <a:pt x="14344" y="39554"/>
                  </a:cubicBezTo>
                  <a:cubicBezTo>
                    <a:pt x="13853" y="39298"/>
                    <a:pt x="13292" y="39178"/>
                    <a:pt x="12734" y="39178"/>
                  </a:cubicBezTo>
                  <a:cubicBezTo>
                    <a:pt x="12421" y="39178"/>
                    <a:pt x="12109" y="39216"/>
                    <a:pt x="11809" y="39287"/>
                  </a:cubicBezTo>
                  <a:cubicBezTo>
                    <a:pt x="11676" y="39321"/>
                    <a:pt x="11576" y="39321"/>
                    <a:pt x="11476" y="39388"/>
                  </a:cubicBezTo>
                  <a:lnTo>
                    <a:pt x="11142" y="39488"/>
                  </a:lnTo>
                  <a:cubicBezTo>
                    <a:pt x="10909" y="39621"/>
                    <a:pt x="10709" y="39754"/>
                    <a:pt x="10542" y="39921"/>
                  </a:cubicBezTo>
                  <a:cubicBezTo>
                    <a:pt x="10208" y="40221"/>
                    <a:pt x="9975" y="40588"/>
                    <a:pt x="9741" y="40922"/>
                  </a:cubicBezTo>
                  <a:cubicBezTo>
                    <a:pt x="9341" y="41622"/>
                    <a:pt x="9007" y="42323"/>
                    <a:pt x="8640" y="42957"/>
                  </a:cubicBezTo>
                  <a:cubicBezTo>
                    <a:pt x="8407" y="43257"/>
                    <a:pt x="8207" y="43557"/>
                    <a:pt x="7973" y="43724"/>
                  </a:cubicBezTo>
                  <a:cubicBezTo>
                    <a:pt x="7873" y="43791"/>
                    <a:pt x="7673" y="43891"/>
                    <a:pt x="7540" y="43957"/>
                  </a:cubicBezTo>
                  <a:lnTo>
                    <a:pt x="7306" y="44058"/>
                  </a:lnTo>
                  <a:cubicBezTo>
                    <a:pt x="7206" y="44091"/>
                    <a:pt x="7139" y="44091"/>
                    <a:pt x="7039" y="44124"/>
                  </a:cubicBezTo>
                  <a:cubicBezTo>
                    <a:pt x="6644" y="44223"/>
                    <a:pt x="6226" y="44252"/>
                    <a:pt x="5785" y="44252"/>
                  </a:cubicBezTo>
                  <a:cubicBezTo>
                    <a:pt x="5480" y="44252"/>
                    <a:pt x="5165" y="44238"/>
                    <a:pt x="4838" y="44224"/>
                  </a:cubicBezTo>
                  <a:cubicBezTo>
                    <a:pt x="4665" y="44210"/>
                    <a:pt x="4488" y="44202"/>
                    <a:pt x="4308" y="44202"/>
                  </a:cubicBezTo>
                  <a:cubicBezTo>
                    <a:pt x="3652" y="44202"/>
                    <a:pt x="2957" y="44310"/>
                    <a:pt x="2303" y="44625"/>
                  </a:cubicBezTo>
                  <a:cubicBezTo>
                    <a:pt x="1902" y="44825"/>
                    <a:pt x="1569" y="45092"/>
                    <a:pt x="1235" y="45325"/>
                  </a:cubicBezTo>
                  <a:cubicBezTo>
                    <a:pt x="902" y="45625"/>
                    <a:pt x="635" y="45926"/>
                    <a:pt x="368" y="46326"/>
                  </a:cubicBezTo>
                  <a:cubicBezTo>
                    <a:pt x="134" y="46759"/>
                    <a:pt x="1" y="47293"/>
                    <a:pt x="134" y="47794"/>
                  </a:cubicBezTo>
                  <a:cubicBezTo>
                    <a:pt x="234" y="48294"/>
                    <a:pt x="501" y="48661"/>
                    <a:pt x="801" y="48994"/>
                  </a:cubicBezTo>
                  <a:cubicBezTo>
                    <a:pt x="1402" y="49662"/>
                    <a:pt x="2069" y="50095"/>
                    <a:pt x="2803" y="50495"/>
                  </a:cubicBezTo>
                  <a:cubicBezTo>
                    <a:pt x="3503" y="50862"/>
                    <a:pt x="4237" y="51196"/>
                    <a:pt x="4971" y="51563"/>
                  </a:cubicBezTo>
                  <a:cubicBezTo>
                    <a:pt x="7840" y="52797"/>
                    <a:pt x="10875" y="53631"/>
                    <a:pt x="13744" y="54598"/>
                  </a:cubicBezTo>
                  <a:cubicBezTo>
                    <a:pt x="14078" y="54698"/>
                    <a:pt x="14478" y="54832"/>
                    <a:pt x="14811" y="54965"/>
                  </a:cubicBezTo>
                  <a:cubicBezTo>
                    <a:pt x="15012" y="54999"/>
                    <a:pt x="15178" y="55099"/>
                    <a:pt x="15312" y="55165"/>
                  </a:cubicBezTo>
                  <a:lnTo>
                    <a:pt x="15745" y="55466"/>
                  </a:lnTo>
                  <a:cubicBezTo>
                    <a:pt x="16079" y="55666"/>
                    <a:pt x="16413" y="55866"/>
                    <a:pt x="16813" y="55999"/>
                  </a:cubicBezTo>
                  <a:cubicBezTo>
                    <a:pt x="17180" y="56166"/>
                    <a:pt x="17513" y="56333"/>
                    <a:pt x="17880" y="56466"/>
                  </a:cubicBezTo>
                  <a:cubicBezTo>
                    <a:pt x="18214" y="56600"/>
                    <a:pt x="18581" y="56767"/>
                    <a:pt x="18981" y="56833"/>
                  </a:cubicBezTo>
                  <a:cubicBezTo>
                    <a:pt x="19348" y="56933"/>
                    <a:pt x="19715" y="57033"/>
                    <a:pt x="20082" y="57134"/>
                  </a:cubicBezTo>
                  <a:cubicBezTo>
                    <a:pt x="20849" y="57267"/>
                    <a:pt x="21583" y="57434"/>
                    <a:pt x="22350" y="57467"/>
                  </a:cubicBezTo>
                  <a:cubicBezTo>
                    <a:pt x="22717" y="57534"/>
                    <a:pt x="23092" y="57551"/>
                    <a:pt x="23468" y="57551"/>
                  </a:cubicBezTo>
                  <a:cubicBezTo>
                    <a:pt x="23843" y="57551"/>
                    <a:pt x="24218" y="57534"/>
                    <a:pt x="24585" y="57534"/>
                  </a:cubicBezTo>
                  <a:cubicBezTo>
                    <a:pt x="25352" y="57467"/>
                    <a:pt x="26086" y="57434"/>
                    <a:pt x="26787" y="57334"/>
                  </a:cubicBezTo>
                  <a:cubicBezTo>
                    <a:pt x="28254" y="57134"/>
                    <a:pt x="29622" y="56800"/>
                    <a:pt x="31023" y="56500"/>
                  </a:cubicBezTo>
                  <a:cubicBezTo>
                    <a:pt x="32303" y="56219"/>
                    <a:pt x="33583" y="55996"/>
                    <a:pt x="34809" y="55996"/>
                  </a:cubicBezTo>
                  <a:cubicBezTo>
                    <a:pt x="34892" y="55996"/>
                    <a:pt x="34976" y="55997"/>
                    <a:pt x="35059" y="55999"/>
                  </a:cubicBezTo>
                  <a:cubicBezTo>
                    <a:pt x="35726" y="55999"/>
                    <a:pt x="36360" y="56133"/>
                    <a:pt x="36927" y="56333"/>
                  </a:cubicBezTo>
                  <a:cubicBezTo>
                    <a:pt x="37061" y="56366"/>
                    <a:pt x="37227" y="56433"/>
                    <a:pt x="37361" y="56500"/>
                  </a:cubicBezTo>
                  <a:lnTo>
                    <a:pt x="37761" y="56767"/>
                  </a:lnTo>
                  <a:cubicBezTo>
                    <a:pt x="38061" y="56933"/>
                    <a:pt x="38328" y="57100"/>
                    <a:pt x="38595" y="57267"/>
                  </a:cubicBezTo>
                  <a:cubicBezTo>
                    <a:pt x="39696" y="57934"/>
                    <a:pt x="40697" y="58701"/>
                    <a:pt x="41731" y="59469"/>
                  </a:cubicBezTo>
                  <a:cubicBezTo>
                    <a:pt x="42231" y="59835"/>
                    <a:pt x="42765" y="60169"/>
                    <a:pt x="43365" y="60469"/>
                  </a:cubicBezTo>
                  <a:cubicBezTo>
                    <a:pt x="43932" y="60769"/>
                    <a:pt x="44533" y="61003"/>
                    <a:pt x="45100" y="61136"/>
                  </a:cubicBezTo>
                  <a:cubicBezTo>
                    <a:pt x="46301" y="61437"/>
                    <a:pt x="47535" y="61470"/>
                    <a:pt x="48636" y="61470"/>
                  </a:cubicBezTo>
                  <a:cubicBezTo>
                    <a:pt x="49770" y="61470"/>
                    <a:pt x="50871" y="61403"/>
                    <a:pt x="51905" y="61403"/>
                  </a:cubicBezTo>
                  <a:cubicBezTo>
                    <a:pt x="52171" y="61395"/>
                    <a:pt x="52435" y="61390"/>
                    <a:pt x="52697" y="61390"/>
                  </a:cubicBezTo>
                  <a:cubicBezTo>
                    <a:pt x="54471" y="61390"/>
                    <a:pt x="56134" y="61606"/>
                    <a:pt x="57442" y="62304"/>
                  </a:cubicBezTo>
                  <a:cubicBezTo>
                    <a:pt x="58209" y="62671"/>
                    <a:pt x="58843" y="63171"/>
                    <a:pt x="59343" y="63772"/>
                  </a:cubicBezTo>
                  <a:cubicBezTo>
                    <a:pt x="59877" y="64339"/>
                    <a:pt x="60244" y="64972"/>
                    <a:pt x="60611" y="65573"/>
                  </a:cubicBezTo>
                  <a:cubicBezTo>
                    <a:pt x="61345" y="66740"/>
                    <a:pt x="61912" y="67808"/>
                    <a:pt x="62512" y="68608"/>
                  </a:cubicBezTo>
                  <a:cubicBezTo>
                    <a:pt x="63079" y="69409"/>
                    <a:pt x="63580" y="69976"/>
                    <a:pt x="64013" y="70310"/>
                  </a:cubicBezTo>
                  <a:cubicBezTo>
                    <a:pt x="64180" y="70476"/>
                    <a:pt x="64347" y="70610"/>
                    <a:pt x="64447" y="70677"/>
                  </a:cubicBezTo>
                  <a:cubicBezTo>
                    <a:pt x="64580" y="70777"/>
                    <a:pt x="64614" y="70810"/>
                    <a:pt x="64614" y="70810"/>
                  </a:cubicBezTo>
                  <a:cubicBezTo>
                    <a:pt x="65114" y="71110"/>
                    <a:pt x="65581" y="71310"/>
                    <a:pt x="66115" y="71310"/>
                  </a:cubicBezTo>
                  <a:cubicBezTo>
                    <a:pt x="66265" y="71327"/>
                    <a:pt x="66382" y="71335"/>
                    <a:pt x="66461" y="71335"/>
                  </a:cubicBezTo>
                  <a:cubicBezTo>
                    <a:pt x="66540" y="71335"/>
                    <a:pt x="66582" y="71327"/>
                    <a:pt x="66582" y="71310"/>
                  </a:cubicBezTo>
                  <a:cubicBezTo>
                    <a:pt x="66615" y="71277"/>
                    <a:pt x="66515" y="71144"/>
                    <a:pt x="66248" y="71010"/>
                  </a:cubicBezTo>
                  <a:cubicBezTo>
                    <a:pt x="66015" y="70877"/>
                    <a:pt x="65614" y="70677"/>
                    <a:pt x="65181" y="70343"/>
                  </a:cubicBezTo>
                  <a:cubicBezTo>
                    <a:pt x="65181" y="70343"/>
                    <a:pt x="65081" y="70310"/>
                    <a:pt x="65014" y="70210"/>
                  </a:cubicBezTo>
                  <a:cubicBezTo>
                    <a:pt x="64914" y="70176"/>
                    <a:pt x="64747" y="70043"/>
                    <a:pt x="64580" y="69876"/>
                  </a:cubicBezTo>
                  <a:cubicBezTo>
                    <a:pt x="64213" y="69609"/>
                    <a:pt x="63713" y="69042"/>
                    <a:pt x="63179" y="68275"/>
                  </a:cubicBezTo>
                  <a:cubicBezTo>
                    <a:pt x="62579" y="67508"/>
                    <a:pt x="62012" y="66474"/>
                    <a:pt x="61278" y="65273"/>
                  </a:cubicBezTo>
                  <a:cubicBezTo>
                    <a:pt x="60911" y="64639"/>
                    <a:pt x="60511" y="64005"/>
                    <a:pt x="59944" y="63371"/>
                  </a:cubicBezTo>
                  <a:cubicBezTo>
                    <a:pt x="59410" y="62771"/>
                    <a:pt x="58743" y="62170"/>
                    <a:pt x="57909" y="61770"/>
                  </a:cubicBezTo>
                  <a:cubicBezTo>
                    <a:pt x="56241" y="60870"/>
                    <a:pt x="54206" y="60736"/>
                    <a:pt x="52105" y="60736"/>
                  </a:cubicBezTo>
                  <a:cubicBezTo>
                    <a:pt x="51896" y="60730"/>
                    <a:pt x="51685" y="60727"/>
                    <a:pt x="51473" y="60727"/>
                  </a:cubicBezTo>
                  <a:cubicBezTo>
                    <a:pt x="50585" y="60727"/>
                    <a:pt x="49671" y="60774"/>
                    <a:pt x="48746" y="60774"/>
                  </a:cubicBezTo>
                  <a:cubicBezTo>
                    <a:pt x="47671" y="60774"/>
                    <a:pt x="46582" y="60710"/>
                    <a:pt x="45500" y="60436"/>
                  </a:cubicBezTo>
                  <a:cubicBezTo>
                    <a:pt x="44933" y="60269"/>
                    <a:pt x="44399" y="60069"/>
                    <a:pt x="43866" y="59802"/>
                  </a:cubicBezTo>
                  <a:cubicBezTo>
                    <a:pt x="43332" y="59502"/>
                    <a:pt x="42831" y="59168"/>
                    <a:pt x="42331" y="58835"/>
                  </a:cubicBezTo>
                  <a:cubicBezTo>
                    <a:pt x="41330" y="58134"/>
                    <a:pt x="40330" y="57300"/>
                    <a:pt x="39196" y="56600"/>
                  </a:cubicBezTo>
                  <a:cubicBezTo>
                    <a:pt x="38895" y="56400"/>
                    <a:pt x="38595" y="56200"/>
                    <a:pt x="38328" y="56066"/>
                  </a:cubicBezTo>
                  <a:lnTo>
                    <a:pt x="37861" y="55799"/>
                  </a:lnTo>
                  <a:cubicBezTo>
                    <a:pt x="37694" y="55733"/>
                    <a:pt x="37528" y="55666"/>
                    <a:pt x="37361" y="55599"/>
                  </a:cubicBezTo>
                  <a:cubicBezTo>
                    <a:pt x="36694" y="55332"/>
                    <a:pt x="35993" y="55232"/>
                    <a:pt x="35259" y="55232"/>
                  </a:cubicBezTo>
                  <a:cubicBezTo>
                    <a:pt x="35112" y="55225"/>
                    <a:pt x="34965" y="55222"/>
                    <a:pt x="34817" y="55222"/>
                  </a:cubicBezTo>
                  <a:cubicBezTo>
                    <a:pt x="33558" y="55222"/>
                    <a:pt x="32281" y="55464"/>
                    <a:pt x="31056" y="55733"/>
                  </a:cubicBezTo>
                  <a:cubicBezTo>
                    <a:pt x="29689" y="55999"/>
                    <a:pt x="28321" y="56333"/>
                    <a:pt x="26887" y="56500"/>
                  </a:cubicBezTo>
                  <a:cubicBezTo>
                    <a:pt x="26186" y="56600"/>
                    <a:pt x="25486" y="56633"/>
                    <a:pt x="24752" y="56700"/>
                  </a:cubicBezTo>
                  <a:cubicBezTo>
                    <a:pt x="24051" y="56667"/>
                    <a:pt x="23318" y="56700"/>
                    <a:pt x="22584" y="56633"/>
                  </a:cubicBezTo>
                  <a:cubicBezTo>
                    <a:pt x="21850" y="56600"/>
                    <a:pt x="21149" y="56433"/>
                    <a:pt x="20415" y="56300"/>
                  </a:cubicBezTo>
                  <a:cubicBezTo>
                    <a:pt x="20049" y="56166"/>
                    <a:pt x="19715" y="56099"/>
                    <a:pt x="19348" y="55999"/>
                  </a:cubicBezTo>
                  <a:cubicBezTo>
                    <a:pt x="18981" y="55933"/>
                    <a:pt x="18648" y="55799"/>
                    <a:pt x="18314" y="55666"/>
                  </a:cubicBezTo>
                  <a:cubicBezTo>
                    <a:pt x="17980" y="55599"/>
                    <a:pt x="17647" y="55432"/>
                    <a:pt x="17313" y="55266"/>
                  </a:cubicBezTo>
                  <a:cubicBezTo>
                    <a:pt x="16980" y="55132"/>
                    <a:pt x="16679" y="54932"/>
                    <a:pt x="16346" y="54765"/>
                  </a:cubicBezTo>
                  <a:lnTo>
                    <a:pt x="15846" y="54465"/>
                  </a:lnTo>
                  <a:cubicBezTo>
                    <a:pt x="15679" y="54365"/>
                    <a:pt x="15479" y="54298"/>
                    <a:pt x="15312" y="54198"/>
                  </a:cubicBezTo>
                  <a:cubicBezTo>
                    <a:pt x="14978" y="54065"/>
                    <a:pt x="14578" y="53931"/>
                    <a:pt x="14211" y="53798"/>
                  </a:cubicBezTo>
                  <a:cubicBezTo>
                    <a:pt x="11309" y="52797"/>
                    <a:pt x="8307" y="51930"/>
                    <a:pt x="5471" y="50729"/>
                  </a:cubicBezTo>
                  <a:cubicBezTo>
                    <a:pt x="4804" y="50429"/>
                    <a:pt x="4070" y="50095"/>
                    <a:pt x="3403" y="49728"/>
                  </a:cubicBezTo>
                  <a:cubicBezTo>
                    <a:pt x="2803" y="49328"/>
                    <a:pt x="2136" y="48894"/>
                    <a:pt x="1669" y="48394"/>
                  </a:cubicBezTo>
                  <a:cubicBezTo>
                    <a:pt x="1469" y="48094"/>
                    <a:pt x="1235" y="47827"/>
                    <a:pt x="1202" y="47560"/>
                  </a:cubicBezTo>
                  <a:cubicBezTo>
                    <a:pt x="1168" y="47260"/>
                    <a:pt x="1202" y="46960"/>
                    <a:pt x="1369" y="46726"/>
                  </a:cubicBezTo>
                  <a:cubicBezTo>
                    <a:pt x="1669" y="46126"/>
                    <a:pt x="2336" y="45725"/>
                    <a:pt x="2970" y="45325"/>
                  </a:cubicBezTo>
                  <a:cubicBezTo>
                    <a:pt x="3403" y="45121"/>
                    <a:pt x="3953" y="45034"/>
                    <a:pt x="4516" y="45034"/>
                  </a:cubicBezTo>
                  <a:cubicBezTo>
                    <a:pt x="4689" y="45034"/>
                    <a:pt x="4865" y="45042"/>
                    <a:pt x="5038" y="45058"/>
                  </a:cubicBezTo>
                  <a:cubicBezTo>
                    <a:pt x="5328" y="45071"/>
                    <a:pt x="5627" y="45083"/>
                    <a:pt x="5935" y="45083"/>
                  </a:cubicBezTo>
                  <a:cubicBezTo>
                    <a:pt x="6440" y="45083"/>
                    <a:pt x="6967" y="45049"/>
                    <a:pt x="7506" y="44925"/>
                  </a:cubicBezTo>
                  <a:cubicBezTo>
                    <a:pt x="7640" y="44925"/>
                    <a:pt x="7706" y="44891"/>
                    <a:pt x="7840" y="44825"/>
                  </a:cubicBezTo>
                  <a:lnTo>
                    <a:pt x="8140" y="44725"/>
                  </a:lnTo>
                  <a:cubicBezTo>
                    <a:pt x="8340" y="44625"/>
                    <a:pt x="8507" y="44491"/>
                    <a:pt x="8707" y="44391"/>
                  </a:cubicBezTo>
                  <a:cubicBezTo>
                    <a:pt x="9074" y="44091"/>
                    <a:pt x="9374" y="43724"/>
                    <a:pt x="9574" y="43390"/>
                  </a:cubicBezTo>
                  <a:cubicBezTo>
                    <a:pt x="10041" y="42657"/>
                    <a:pt x="10342" y="41956"/>
                    <a:pt x="10709" y="41322"/>
                  </a:cubicBezTo>
                  <a:cubicBezTo>
                    <a:pt x="10875" y="41055"/>
                    <a:pt x="11075" y="40755"/>
                    <a:pt x="11342" y="40555"/>
                  </a:cubicBezTo>
                  <a:lnTo>
                    <a:pt x="11709" y="40288"/>
                  </a:lnTo>
                  <a:lnTo>
                    <a:pt x="11909" y="40221"/>
                  </a:lnTo>
                  <a:cubicBezTo>
                    <a:pt x="12009" y="40221"/>
                    <a:pt x="12076" y="40155"/>
                    <a:pt x="12176" y="40155"/>
                  </a:cubicBezTo>
                  <a:cubicBezTo>
                    <a:pt x="12394" y="40100"/>
                    <a:pt x="12611" y="40074"/>
                    <a:pt x="12827" y="40074"/>
                  </a:cubicBezTo>
                  <a:cubicBezTo>
                    <a:pt x="13275" y="40074"/>
                    <a:pt x="13717" y="40186"/>
                    <a:pt x="14144" y="40388"/>
                  </a:cubicBezTo>
                  <a:cubicBezTo>
                    <a:pt x="15379" y="40955"/>
                    <a:pt x="16379" y="42223"/>
                    <a:pt x="17747" y="43057"/>
                  </a:cubicBezTo>
                  <a:cubicBezTo>
                    <a:pt x="18414" y="43457"/>
                    <a:pt x="19215" y="43791"/>
                    <a:pt x="20082" y="43824"/>
                  </a:cubicBezTo>
                  <a:cubicBezTo>
                    <a:pt x="20916" y="43791"/>
                    <a:pt x="21683" y="43657"/>
                    <a:pt x="22484" y="43424"/>
                  </a:cubicBezTo>
                  <a:cubicBezTo>
                    <a:pt x="23217" y="43157"/>
                    <a:pt x="23918" y="42723"/>
                    <a:pt x="24518" y="42156"/>
                  </a:cubicBezTo>
                  <a:cubicBezTo>
                    <a:pt x="25085" y="41656"/>
                    <a:pt x="25586" y="40989"/>
                    <a:pt x="25986" y="40355"/>
                  </a:cubicBezTo>
                  <a:cubicBezTo>
                    <a:pt x="26753" y="39087"/>
                    <a:pt x="27254" y="37720"/>
                    <a:pt x="27854" y="36452"/>
                  </a:cubicBezTo>
                  <a:cubicBezTo>
                    <a:pt x="28421" y="35151"/>
                    <a:pt x="29055" y="33950"/>
                    <a:pt x="29989" y="33083"/>
                  </a:cubicBezTo>
                  <a:cubicBezTo>
                    <a:pt x="30423" y="32616"/>
                    <a:pt x="30990" y="32282"/>
                    <a:pt x="31557" y="32016"/>
                  </a:cubicBezTo>
                  <a:cubicBezTo>
                    <a:pt x="32157" y="31782"/>
                    <a:pt x="32758" y="31649"/>
                    <a:pt x="33425" y="31615"/>
                  </a:cubicBezTo>
                  <a:cubicBezTo>
                    <a:pt x="33647" y="31615"/>
                    <a:pt x="33870" y="31600"/>
                    <a:pt x="34092" y="31600"/>
                  </a:cubicBezTo>
                  <a:cubicBezTo>
                    <a:pt x="34203" y="31600"/>
                    <a:pt x="34314" y="31604"/>
                    <a:pt x="34425" y="31615"/>
                  </a:cubicBezTo>
                  <a:lnTo>
                    <a:pt x="34926" y="31649"/>
                  </a:lnTo>
                  <a:lnTo>
                    <a:pt x="35426" y="31749"/>
                  </a:lnTo>
                  <a:cubicBezTo>
                    <a:pt x="35760" y="31782"/>
                    <a:pt x="36093" y="31882"/>
                    <a:pt x="36427" y="31949"/>
                  </a:cubicBezTo>
                  <a:cubicBezTo>
                    <a:pt x="36727" y="32016"/>
                    <a:pt x="37061" y="32149"/>
                    <a:pt x="37394" y="32282"/>
                  </a:cubicBezTo>
                  <a:cubicBezTo>
                    <a:pt x="38729" y="32816"/>
                    <a:pt x="39929" y="33617"/>
                    <a:pt x="41397" y="34217"/>
                  </a:cubicBezTo>
                  <a:cubicBezTo>
                    <a:pt x="42098" y="34484"/>
                    <a:pt x="42898" y="34651"/>
                    <a:pt x="43732" y="34718"/>
                  </a:cubicBezTo>
                  <a:cubicBezTo>
                    <a:pt x="43783" y="34722"/>
                    <a:pt x="43836" y="34724"/>
                    <a:pt x="43889" y="34724"/>
                  </a:cubicBezTo>
                  <a:cubicBezTo>
                    <a:pt x="44219" y="34724"/>
                    <a:pt x="44589" y="34646"/>
                    <a:pt x="44933" y="34617"/>
                  </a:cubicBezTo>
                  <a:cubicBezTo>
                    <a:pt x="45367" y="34551"/>
                    <a:pt x="45734" y="34417"/>
                    <a:pt x="46100" y="34284"/>
                  </a:cubicBezTo>
                  <a:cubicBezTo>
                    <a:pt x="46534" y="34150"/>
                    <a:pt x="46868" y="33950"/>
                    <a:pt x="47235" y="33784"/>
                  </a:cubicBezTo>
                  <a:cubicBezTo>
                    <a:pt x="47568" y="33583"/>
                    <a:pt x="47902" y="33383"/>
                    <a:pt x="48235" y="33116"/>
                  </a:cubicBezTo>
                  <a:cubicBezTo>
                    <a:pt x="48869" y="32616"/>
                    <a:pt x="49436" y="32082"/>
                    <a:pt x="49937" y="31449"/>
                  </a:cubicBezTo>
                  <a:cubicBezTo>
                    <a:pt x="50937" y="30214"/>
                    <a:pt x="51738" y="28813"/>
                    <a:pt x="52438" y="27446"/>
                  </a:cubicBezTo>
                  <a:cubicBezTo>
                    <a:pt x="52839" y="26778"/>
                    <a:pt x="53172" y="26078"/>
                    <a:pt x="53539" y="25411"/>
                  </a:cubicBezTo>
                  <a:cubicBezTo>
                    <a:pt x="53906" y="24777"/>
                    <a:pt x="54273" y="24110"/>
                    <a:pt x="54773" y="23543"/>
                  </a:cubicBezTo>
                  <a:cubicBezTo>
                    <a:pt x="55240" y="22942"/>
                    <a:pt x="55741" y="22375"/>
                    <a:pt x="56341" y="21875"/>
                  </a:cubicBezTo>
                  <a:cubicBezTo>
                    <a:pt x="56875" y="21375"/>
                    <a:pt x="57509" y="20908"/>
                    <a:pt x="58109" y="20474"/>
                  </a:cubicBezTo>
                  <a:cubicBezTo>
                    <a:pt x="59377" y="19640"/>
                    <a:pt x="60778" y="19040"/>
                    <a:pt x="62245" y="18473"/>
                  </a:cubicBezTo>
                  <a:cubicBezTo>
                    <a:pt x="63713" y="17939"/>
                    <a:pt x="65214" y="17539"/>
                    <a:pt x="66715" y="17072"/>
                  </a:cubicBezTo>
                  <a:cubicBezTo>
                    <a:pt x="68216" y="16605"/>
                    <a:pt x="69717" y="16104"/>
                    <a:pt x="71085" y="15204"/>
                  </a:cubicBezTo>
                  <a:lnTo>
                    <a:pt x="71585" y="14803"/>
                  </a:lnTo>
                  <a:cubicBezTo>
                    <a:pt x="71752" y="14703"/>
                    <a:pt x="71919" y="14536"/>
                    <a:pt x="72052" y="14403"/>
                  </a:cubicBezTo>
                  <a:lnTo>
                    <a:pt x="72886" y="13569"/>
                  </a:lnTo>
                  <a:cubicBezTo>
                    <a:pt x="73420" y="13035"/>
                    <a:pt x="73920" y="12435"/>
                    <a:pt x="74454" y="11901"/>
                  </a:cubicBezTo>
                  <a:cubicBezTo>
                    <a:pt x="74954" y="11367"/>
                    <a:pt x="75521" y="10767"/>
                    <a:pt x="76055" y="10267"/>
                  </a:cubicBezTo>
                  <a:cubicBezTo>
                    <a:pt x="76589" y="9733"/>
                    <a:pt x="77189" y="9266"/>
                    <a:pt x="77756" y="8866"/>
                  </a:cubicBezTo>
                  <a:cubicBezTo>
                    <a:pt x="78357" y="8465"/>
                    <a:pt x="79024" y="8132"/>
                    <a:pt x="79691" y="7932"/>
                  </a:cubicBezTo>
                  <a:cubicBezTo>
                    <a:pt x="80358" y="7732"/>
                    <a:pt x="81059" y="7598"/>
                    <a:pt x="81759" y="7565"/>
                  </a:cubicBezTo>
                  <a:lnTo>
                    <a:pt x="82893" y="7431"/>
                  </a:lnTo>
                  <a:lnTo>
                    <a:pt x="84028" y="7198"/>
                  </a:lnTo>
                  <a:cubicBezTo>
                    <a:pt x="84728" y="6931"/>
                    <a:pt x="85429" y="6697"/>
                    <a:pt x="86096" y="6297"/>
                  </a:cubicBezTo>
                  <a:cubicBezTo>
                    <a:pt x="87430" y="5597"/>
                    <a:pt x="88564" y="4729"/>
                    <a:pt x="89732" y="3929"/>
                  </a:cubicBezTo>
                  <a:cubicBezTo>
                    <a:pt x="90866" y="3095"/>
                    <a:pt x="92033" y="2394"/>
                    <a:pt x="93234" y="1861"/>
                  </a:cubicBezTo>
                  <a:cubicBezTo>
                    <a:pt x="94435" y="1294"/>
                    <a:pt x="95703" y="1060"/>
                    <a:pt x="96970" y="893"/>
                  </a:cubicBezTo>
                  <a:cubicBezTo>
                    <a:pt x="97435" y="834"/>
                    <a:pt x="97895" y="804"/>
                    <a:pt x="98348" y="804"/>
                  </a:cubicBezTo>
                  <a:cubicBezTo>
                    <a:pt x="99164" y="804"/>
                    <a:pt x="99956" y="900"/>
                    <a:pt x="100706" y="1093"/>
                  </a:cubicBezTo>
                  <a:cubicBezTo>
                    <a:pt x="101874" y="1394"/>
                    <a:pt x="102974" y="1861"/>
                    <a:pt x="104075" y="2361"/>
                  </a:cubicBezTo>
                  <a:cubicBezTo>
                    <a:pt x="105143" y="2861"/>
                    <a:pt x="106210" y="3362"/>
                    <a:pt x="107278" y="3762"/>
                  </a:cubicBezTo>
                  <a:cubicBezTo>
                    <a:pt x="107811" y="3962"/>
                    <a:pt x="108312" y="4196"/>
                    <a:pt x="108879" y="4296"/>
                  </a:cubicBezTo>
                  <a:cubicBezTo>
                    <a:pt x="109112" y="4396"/>
                    <a:pt x="109412" y="4429"/>
                    <a:pt x="109646" y="4529"/>
                  </a:cubicBezTo>
                  <a:cubicBezTo>
                    <a:pt x="109913" y="4563"/>
                    <a:pt x="110213" y="4596"/>
                    <a:pt x="110446" y="4629"/>
                  </a:cubicBezTo>
                  <a:cubicBezTo>
                    <a:pt x="111215" y="4748"/>
                    <a:pt x="111959" y="4790"/>
                    <a:pt x="112676" y="4790"/>
                  </a:cubicBezTo>
                  <a:cubicBezTo>
                    <a:pt x="113981" y="4790"/>
                    <a:pt x="115198" y="4649"/>
                    <a:pt x="116317" y="4563"/>
                  </a:cubicBezTo>
                  <a:cubicBezTo>
                    <a:pt x="116784" y="4529"/>
                    <a:pt x="117218" y="4463"/>
                    <a:pt x="117618" y="4429"/>
                  </a:cubicBezTo>
                  <a:cubicBezTo>
                    <a:pt x="118052" y="4396"/>
                    <a:pt x="118452" y="4362"/>
                    <a:pt x="118819" y="4296"/>
                  </a:cubicBezTo>
                  <a:cubicBezTo>
                    <a:pt x="119100" y="4284"/>
                    <a:pt x="119376" y="4276"/>
                    <a:pt x="119646" y="4276"/>
                  </a:cubicBezTo>
                  <a:cubicBezTo>
                    <a:pt x="120115" y="4276"/>
                    <a:pt x="120564" y="4299"/>
                    <a:pt x="120987" y="4362"/>
                  </a:cubicBezTo>
                  <a:cubicBezTo>
                    <a:pt x="122388" y="4529"/>
                    <a:pt x="123456" y="4963"/>
                    <a:pt x="124223" y="5530"/>
                  </a:cubicBezTo>
                  <a:cubicBezTo>
                    <a:pt x="124957" y="6064"/>
                    <a:pt x="125424" y="6631"/>
                    <a:pt x="125724" y="7031"/>
                  </a:cubicBezTo>
                  <a:cubicBezTo>
                    <a:pt x="125991" y="7431"/>
                    <a:pt x="126124" y="7631"/>
                    <a:pt x="126124" y="7631"/>
                  </a:cubicBezTo>
                  <a:cubicBezTo>
                    <a:pt x="126258" y="7898"/>
                    <a:pt x="126391" y="8098"/>
                    <a:pt x="126491" y="8265"/>
                  </a:cubicBezTo>
                  <a:cubicBezTo>
                    <a:pt x="126591" y="8432"/>
                    <a:pt x="126658" y="8599"/>
                    <a:pt x="126758" y="8732"/>
                  </a:cubicBezTo>
                  <a:cubicBezTo>
                    <a:pt x="126925" y="8966"/>
                    <a:pt x="127058" y="9066"/>
                    <a:pt x="127092" y="9066"/>
                  </a:cubicBezTo>
                  <a:cubicBezTo>
                    <a:pt x="127158" y="9032"/>
                    <a:pt x="127158" y="8899"/>
                    <a:pt x="127092" y="8599"/>
                  </a:cubicBezTo>
                  <a:cubicBezTo>
                    <a:pt x="127058" y="8432"/>
                    <a:pt x="126992" y="8265"/>
                    <a:pt x="126925" y="8065"/>
                  </a:cubicBezTo>
                  <a:cubicBezTo>
                    <a:pt x="126825" y="7865"/>
                    <a:pt x="126725" y="7598"/>
                    <a:pt x="126591" y="7365"/>
                  </a:cubicBezTo>
                  <a:cubicBezTo>
                    <a:pt x="126591" y="7365"/>
                    <a:pt x="126458" y="7131"/>
                    <a:pt x="126158" y="6697"/>
                  </a:cubicBezTo>
                  <a:cubicBezTo>
                    <a:pt x="125824" y="6264"/>
                    <a:pt x="125390" y="5597"/>
                    <a:pt x="124557" y="5030"/>
                  </a:cubicBezTo>
                  <a:cubicBezTo>
                    <a:pt x="123723" y="4429"/>
                    <a:pt x="122555" y="3895"/>
                    <a:pt x="121121" y="3729"/>
                  </a:cubicBezTo>
                  <a:cubicBezTo>
                    <a:pt x="120654" y="3640"/>
                    <a:pt x="120142" y="3610"/>
                    <a:pt x="119616" y="3610"/>
                  </a:cubicBezTo>
                  <a:cubicBezTo>
                    <a:pt x="119353" y="3610"/>
                    <a:pt x="119086" y="3617"/>
                    <a:pt x="118819" y="3629"/>
                  </a:cubicBezTo>
                  <a:lnTo>
                    <a:pt x="117585" y="3762"/>
                  </a:lnTo>
                  <a:cubicBezTo>
                    <a:pt x="117151" y="3795"/>
                    <a:pt x="116751" y="3862"/>
                    <a:pt x="116284" y="3895"/>
                  </a:cubicBezTo>
                  <a:cubicBezTo>
                    <a:pt x="115206" y="3978"/>
                    <a:pt x="114050" y="4100"/>
                    <a:pt x="112841" y="4100"/>
                  </a:cubicBezTo>
                  <a:cubicBezTo>
                    <a:pt x="112105" y="4100"/>
                    <a:pt x="111350" y="4055"/>
                    <a:pt x="110580" y="3929"/>
                  </a:cubicBezTo>
                  <a:cubicBezTo>
                    <a:pt x="108545" y="3629"/>
                    <a:pt x="106544" y="2628"/>
                    <a:pt x="104375" y="1627"/>
                  </a:cubicBezTo>
                  <a:cubicBezTo>
                    <a:pt x="103275" y="1127"/>
                    <a:pt x="102141" y="593"/>
                    <a:pt x="100906" y="293"/>
                  </a:cubicBezTo>
                  <a:cubicBezTo>
                    <a:pt x="100017" y="106"/>
                    <a:pt x="99095" y="1"/>
                    <a:pt x="98163"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4" name="Google Shape;544;p5"/>
            <p:cNvSpPr/>
            <p:nvPr/>
          </p:nvSpPr>
          <p:spPr>
            <a:xfrm>
              <a:off x="3247500" y="3562475"/>
              <a:ext cx="3218225" cy="2001150"/>
            </a:xfrm>
            <a:custGeom>
              <a:avLst/>
              <a:gdLst/>
              <a:ahLst/>
              <a:cxnLst/>
              <a:rect l="l" t="t" r="r" b="b"/>
              <a:pathLst>
                <a:path w="128729" h="80046" extrusionOk="0">
                  <a:moveTo>
                    <a:pt x="105098" y="0"/>
                  </a:moveTo>
                  <a:cubicBezTo>
                    <a:pt x="104528" y="0"/>
                    <a:pt x="103947" y="42"/>
                    <a:pt x="103374" y="121"/>
                  </a:cubicBezTo>
                  <a:cubicBezTo>
                    <a:pt x="102173" y="288"/>
                    <a:pt x="100972" y="622"/>
                    <a:pt x="99738" y="1089"/>
                  </a:cubicBezTo>
                  <a:cubicBezTo>
                    <a:pt x="98537" y="1522"/>
                    <a:pt x="97370" y="2156"/>
                    <a:pt x="96202" y="2823"/>
                  </a:cubicBezTo>
                  <a:cubicBezTo>
                    <a:pt x="93867" y="4191"/>
                    <a:pt x="91832" y="6126"/>
                    <a:pt x="89230" y="7293"/>
                  </a:cubicBezTo>
                  <a:cubicBezTo>
                    <a:pt x="87963" y="7827"/>
                    <a:pt x="86562" y="8194"/>
                    <a:pt x="85128" y="8361"/>
                  </a:cubicBezTo>
                  <a:cubicBezTo>
                    <a:pt x="84360" y="8461"/>
                    <a:pt x="83660" y="8527"/>
                    <a:pt x="82893" y="8594"/>
                  </a:cubicBezTo>
                  <a:cubicBezTo>
                    <a:pt x="82526" y="8627"/>
                    <a:pt x="82159" y="8661"/>
                    <a:pt x="81792" y="8661"/>
                  </a:cubicBezTo>
                  <a:cubicBezTo>
                    <a:pt x="81392" y="8661"/>
                    <a:pt x="81025" y="8694"/>
                    <a:pt x="80658" y="8761"/>
                  </a:cubicBezTo>
                  <a:cubicBezTo>
                    <a:pt x="79890" y="8828"/>
                    <a:pt x="79157" y="9028"/>
                    <a:pt x="78389" y="9261"/>
                  </a:cubicBezTo>
                  <a:cubicBezTo>
                    <a:pt x="77689" y="9495"/>
                    <a:pt x="76955" y="9795"/>
                    <a:pt x="76288" y="10162"/>
                  </a:cubicBezTo>
                  <a:cubicBezTo>
                    <a:pt x="74887" y="10862"/>
                    <a:pt x="73653" y="11830"/>
                    <a:pt x="72452" y="12830"/>
                  </a:cubicBezTo>
                  <a:cubicBezTo>
                    <a:pt x="71218" y="13831"/>
                    <a:pt x="70117" y="14965"/>
                    <a:pt x="68849" y="15866"/>
                  </a:cubicBezTo>
                  <a:cubicBezTo>
                    <a:pt x="67615" y="16833"/>
                    <a:pt x="66214" y="17600"/>
                    <a:pt x="64813" y="18301"/>
                  </a:cubicBezTo>
                  <a:cubicBezTo>
                    <a:pt x="63379" y="19001"/>
                    <a:pt x="61944" y="19635"/>
                    <a:pt x="60510" y="20436"/>
                  </a:cubicBezTo>
                  <a:cubicBezTo>
                    <a:pt x="59109" y="21203"/>
                    <a:pt x="57808" y="22170"/>
                    <a:pt x="56707" y="23438"/>
                  </a:cubicBezTo>
                  <a:cubicBezTo>
                    <a:pt x="54539" y="25940"/>
                    <a:pt x="53705" y="29142"/>
                    <a:pt x="52137" y="31811"/>
                  </a:cubicBezTo>
                  <a:cubicBezTo>
                    <a:pt x="51770" y="32478"/>
                    <a:pt x="51303" y="33112"/>
                    <a:pt x="50703" y="33612"/>
                  </a:cubicBezTo>
                  <a:cubicBezTo>
                    <a:pt x="50169" y="34112"/>
                    <a:pt x="49469" y="34446"/>
                    <a:pt x="48768" y="34613"/>
                  </a:cubicBezTo>
                  <a:cubicBezTo>
                    <a:pt x="48363" y="34701"/>
                    <a:pt x="47968" y="34742"/>
                    <a:pt x="47571" y="34742"/>
                  </a:cubicBezTo>
                  <a:cubicBezTo>
                    <a:pt x="47217" y="34742"/>
                    <a:pt x="46862" y="34709"/>
                    <a:pt x="46500" y="34646"/>
                  </a:cubicBezTo>
                  <a:cubicBezTo>
                    <a:pt x="45766" y="34513"/>
                    <a:pt x="45032" y="34279"/>
                    <a:pt x="44298" y="34046"/>
                  </a:cubicBezTo>
                  <a:cubicBezTo>
                    <a:pt x="42831" y="33612"/>
                    <a:pt x="41430" y="33011"/>
                    <a:pt x="39962" y="32544"/>
                  </a:cubicBezTo>
                  <a:cubicBezTo>
                    <a:pt x="39195" y="32311"/>
                    <a:pt x="38461" y="32144"/>
                    <a:pt x="37694" y="32011"/>
                  </a:cubicBezTo>
                  <a:lnTo>
                    <a:pt x="37127" y="31977"/>
                  </a:lnTo>
                  <a:lnTo>
                    <a:pt x="36826" y="31944"/>
                  </a:lnTo>
                  <a:lnTo>
                    <a:pt x="36526" y="31944"/>
                  </a:lnTo>
                  <a:lnTo>
                    <a:pt x="35959" y="31977"/>
                  </a:lnTo>
                  <a:cubicBezTo>
                    <a:pt x="35759" y="31977"/>
                    <a:pt x="35592" y="32011"/>
                    <a:pt x="35359" y="32044"/>
                  </a:cubicBezTo>
                  <a:cubicBezTo>
                    <a:pt x="34992" y="32111"/>
                    <a:pt x="34658" y="32278"/>
                    <a:pt x="34291" y="32378"/>
                  </a:cubicBezTo>
                  <a:cubicBezTo>
                    <a:pt x="34124" y="32444"/>
                    <a:pt x="33958" y="32544"/>
                    <a:pt x="33791" y="32645"/>
                  </a:cubicBezTo>
                  <a:lnTo>
                    <a:pt x="33291" y="32945"/>
                  </a:lnTo>
                  <a:cubicBezTo>
                    <a:pt x="32957" y="33145"/>
                    <a:pt x="32657" y="33378"/>
                    <a:pt x="32357" y="33612"/>
                  </a:cubicBezTo>
                  <a:cubicBezTo>
                    <a:pt x="32090" y="33845"/>
                    <a:pt x="31823" y="34146"/>
                    <a:pt x="31589" y="34379"/>
                  </a:cubicBezTo>
                  <a:cubicBezTo>
                    <a:pt x="31289" y="34646"/>
                    <a:pt x="31122" y="34946"/>
                    <a:pt x="30855" y="35213"/>
                  </a:cubicBezTo>
                  <a:lnTo>
                    <a:pt x="30522" y="35647"/>
                  </a:lnTo>
                  <a:lnTo>
                    <a:pt x="30255" y="36147"/>
                  </a:lnTo>
                  <a:cubicBezTo>
                    <a:pt x="29955" y="36814"/>
                    <a:pt x="29688" y="37515"/>
                    <a:pt x="29521" y="38182"/>
                  </a:cubicBezTo>
                  <a:cubicBezTo>
                    <a:pt x="29154" y="39516"/>
                    <a:pt x="28987" y="40951"/>
                    <a:pt x="28354" y="42185"/>
                  </a:cubicBezTo>
                  <a:cubicBezTo>
                    <a:pt x="28287" y="42352"/>
                    <a:pt x="28187" y="42518"/>
                    <a:pt x="28120" y="42652"/>
                  </a:cubicBezTo>
                  <a:cubicBezTo>
                    <a:pt x="28020" y="42819"/>
                    <a:pt x="27953" y="42952"/>
                    <a:pt x="27820" y="43052"/>
                  </a:cubicBezTo>
                  <a:cubicBezTo>
                    <a:pt x="27753" y="43185"/>
                    <a:pt x="27586" y="43286"/>
                    <a:pt x="27453" y="43386"/>
                  </a:cubicBezTo>
                  <a:cubicBezTo>
                    <a:pt x="27320" y="43519"/>
                    <a:pt x="27186" y="43652"/>
                    <a:pt x="27019" y="43719"/>
                  </a:cubicBezTo>
                  <a:cubicBezTo>
                    <a:pt x="26546" y="44104"/>
                    <a:pt x="25968" y="44331"/>
                    <a:pt x="25378" y="44331"/>
                  </a:cubicBezTo>
                  <a:cubicBezTo>
                    <a:pt x="25303" y="44331"/>
                    <a:pt x="25227" y="44327"/>
                    <a:pt x="25151" y="44320"/>
                  </a:cubicBezTo>
                  <a:cubicBezTo>
                    <a:pt x="24484" y="44220"/>
                    <a:pt x="23850" y="43786"/>
                    <a:pt x="23283" y="43352"/>
                  </a:cubicBezTo>
                  <a:cubicBezTo>
                    <a:pt x="22650" y="42952"/>
                    <a:pt x="22083" y="42452"/>
                    <a:pt x="21315" y="42151"/>
                  </a:cubicBezTo>
                  <a:cubicBezTo>
                    <a:pt x="20581" y="41851"/>
                    <a:pt x="19814" y="41651"/>
                    <a:pt x="19014" y="41618"/>
                  </a:cubicBezTo>
                  <a:cubicBezTo>
                    <a:pt x="18902" y="41608"/>
                    <a:pt x="18789" y="41603"/>
                    <a:pt x="18676" y="41603"/>
                  </a:cubicBezTo>
                  <a:cubicBezTo>
                    <a:pt x="18014" y="41603"/>
                    <a:pt x="17334" y="41766"/>
                    <a:pt x="16679" y="42051"/>
                  </a:cubicBezTo>
                  <a:cubicBezTo>
                    <a:pt x="15945" y="42452"/>
                    <a:pt x="15311" y="42952"/>
                    <a:pt x="14777" y="43519"/>
                  </a:cubicBezTo>
                  <a:cubicBezTo>
                    <a:pt x="14244" y="44119"/>
                    <a:pt x="13777" y="44720"/>
                    <a:pt x="13276" y="45320"/>
                  </a:cubicBezTo>
                  <a:cubicBezTo>
                    <a:pt x="12776" y="45954"/>
                    <a:pt x="12276" y="46521"/>
                    <a:pt x="11675" y="46988"/>
                  </a:cubicBezTo>
                  <a:cubicBezTo>
                    <a:pt x="11108" y="47455"/>
                    <a:pt x="10441" y="47789"/>
                    <a:pt x="9674" y="47855"/>
                  </a:cubicBezTo>
                  <a:cubicBezTo>
                    <a:pt x="9507" y="47889"/>
                    <a:pt x="9340" y="47889"/>
                    <a:pt x="9140" y="47889"/>
                  </a:cubicBezTo>
                  <a:cubicBezTo>
                    <a:pt x="8940" y="47889"/>
                    <a:pt x="8773" y="47889"/>
                    <a:pt x="8573" y="47855"/>
                  </a:cubicBezTo>
                  <a:cubicBezTo>
                    <a:pt x="8173" y="47822"/>
                    <a:pt x="7772" y="47722"/>
                    <a:pt x="7339" y="47722"/>
                  </a:cubicBezTo>
                  <a:cubicBezTo>
                    <a:pt x="7243" y="47718"/>
                    <a:pt x="7146" y="47716"/>
                    <a:pt x="7048" y="47716"/>
                  </a:cubicBezTo>
                  <a:cubicBezTo>
                    <a:pt x="6364" y="47716"/>
                    <a:pt x="5637" y="47818"/>
                    <a:pt x="4937" y="48022"/>
                  </a:cubicBezTo>
                  <a:cubicBezTo>
                    <a:pt x="3336" y="48489"/>
                    <a:pt x="1968" y="49557"/>
                    <a:pt x="1134" y="50991"/>
                  </a:cubicBezTo>
                  <a:cubicBezTo>
                    <a:pt x="300" y="52392"/>
                    <a:pt x="0" y="54127"/>
                    <a:pt x="334" y="55728"/>
                  </a:cubicBezTo>
                  <a:cubicBezTo>
                    <a:pt x="667" y="57362"/>
                    <a:pt x="1635" y="58830"/>
                    <a:pt x="2936" y="59831"/>
                  </a:cubicBezTo>
                  <a:cubicBezTo>
                    <a:pt x="4236" y="60831"/>
                    <a:pt x="5671" y="61532"/>
                    <a:pt x="7139" y="62132"/>
                  </a:cubicBezTo>
                  <a:cubicBezTo>
                    <a:pt x="8606" y="62699"/>
                    <a:pt x="10141" y="63133"/>
                    <a:pt x="11642" y="63533"/>
                  </a:cubicBezTo>
                  <a:cubicBezTo>
                    <a:pt x="14644" y="64367"/>
                    <a:pt x="17646" y="65134"/>
                    <a:pt x="20315" y="66469"/>
                  </a:cubicBezTo>
                  <a:cubicBezTo>
                    <a:pt x="20682" y="66569"/>
                    <a:pt x="21015" y="66736"/>
                    <a:pt x="21349" y="66902"/>
                  </a:cubicBezTo>
                  <a:lnTo>
                    <a:pt x="21849" y="67169"/>
                  </a:lnTo>
                  <a:lnTo>
                    <a:pt x="22416" y="67369"/>
                  </a:lnTo>
                  <a:cubicBezTo>
                    <a:pt x="23117" y="67636"/>
                    <a:pt x="23817" y="67903"/>
                    <a:pt x="24518" y="68070"/>
                  </a:cubicBezTo>
                  <a:cubicBezTo>
                    <a:pt x="24918" y="68203"/>
                    <a:pt x="25251" y="68303"/>
                    <a:pt x="25618" y="68370"/>
                  </a:cubicBezTo>
                  <a:cubicBezTo>
                    <a:pt x="25985" y="68403"/>
                    <a:pt x="26319" y="68504"/>
                    <a:pt x="26686" y="68537"/>
                  </a:cubicBezTo>
                  <a:cubicBezTo>
                    <a:pt x="27420" y="68670"/>
                    <a:pt x="28154" y="68670"/>
                    <a:pt x="28854" y="68737"/>
                  </a:cubicBezTo>
                  <a:cubicBezTo>
                    <a:pt x="29099" y="68759"/>
                    <a:pt x="29340" y="68767"/>
                    <a:pt x="29578" y="68767"/>
                  </a:cubicBezTo>
                  <a:cubicBezTo>
                    <a:pt x="30055" y="68767"/>
                    <a:pt x="30522" y="68737"/>
                    <a:pt x="30989" y="68737"/>
                  </a:cubicBezTo>
                  <a:cubicBezTo>
                    <a:pt x="31689" y="68704"/>
                    <a:pt x="32390" y="68670"/>
                    <a:pt x="33090" y="68570"/>
                  </a:cubicBezTo>
                  <a:cubicBezTo>
                    <a:pt x="34458" y="68370"/>
                    <a:pt x="35792" y="68170"/>
                    <a:pt x="37127" y="68137"/>
                  </a:cubicBezTo>
                  <a:cubicBezTo>
                    <a:pt x="37422" y="68114"/>
                    <a:pt x="37715" y="68104"/>
                    <a:pt x="38007" y="68104"/>
                  </a:cubicBezTo>
                  <a:cubicBezTo>
                    <a:pt x="39032" y="68104"/>
                    <a:pt x="40028" y="68236"/>
                    <a:pt x="40963" y="68470"/>
                  </a:cubicBezTo>
                  <a:cubicBezTo>
                    <a:pt x="42197" y="68737"/>
                    <a:pt x="43331" y="69204"/>
                    <a:pt x="44465" y="69671"/>
                  </a:cubicBezTo>
                  <a:cubicBezTo>
                    <a:pt x="45599" y="70171"/>
                    <a:pt x="46667" y="70638"/>
                    <a:pt x="47768" y="71005"/>
                  </a:cubicBezTo>
                  <a:cubicBezTo>
                    <a:pt x="48301" y="71172"/>
                    <a:pt x="48802" y="71372"/>
                    <a:pt x="49335" y="71539"/>
                  </a:cubicBezTo>
                  <a:cubicBezTo>
                    <a:pt x="49836" y="71706"/>
                    <a:pt x="50369" y="71839"/>
                    <a:pt x="50936" y="71906"/>
                  </a:cubicBezTo>
                  <a:cubicBezTo>
                    <a:pt x="53038" y="72306"/>
                    <a:pt x="55039" y="72206"/>
                    <a:pt x="56841" y="72240"/>
                  </a:cubicBezTo>
                  <a:cubicBezTo>
                    <a:pt x="58642" y="72306"/>
                    <a:pt x="60276" y="72373"/>
                    <a:pt x="61544" y="72973"/>
                  </a:cubicBezTo>
                  <a:cubicBezTo>
                    <a:pt x="62812" y="73507"/>
                    <a:pt x="63612" y="74508"/>
                    <a:pt x="63979" y="75375"/>
                  </a:cubicBezTo>
                  <a:cubicBezTo>
                    <a:pt x="64379" y="76242"/>
                    <a:pt x="64513" y="77010"/>
                    <a:pt x="64613" y="77510"/>
                  </a:cubicBezTo>
                  <a:cubicBezTo>
                    <a:pt x="64646" y="77744"/>
                    <a:pt x="64680" y="77977"/>
                    <a:pt x="64680" y="78077"/>
                  </a:cubicBezTo>
                  <a:lnTo>
                    <a:pt x="64680" y="78311"/>
                  </a:lnTo>
                  <a:cubicBezTo>
                    <a:pt x="64713" y="78577"/>
                    <a:pt x="64780" y="78844"/>
                    <a:pt x="64780" y="79044"/>
                  </a:cubicBezTo>
                  <a:cubicBezTo>
                    <a:pt x="64780" y="79245"/>
                    <a:pt x="64813" y="79411"/>
                    <a:pt x="64813" y="79578"/>
                  </a:cubicBezTo>
                  <a:cubicBezTo>
                    <a:pt x="64813" y="79878"/>
                    <a:pt x="64846" y="80045"/>
                    <a:pt x="64880" y="80045"/>
                  </a:cubicBezTo>
                  <a:cubicBezTo>
                    <a:pt x="64946" y="80045"/>
                    <a:pt x="64980" y="79912"/>
                    <a:pt x="64980" y="79645"/>
                  </a:cubicBezTo>
                  <a:lnTo>
                    <a:pt x="64980" y="79078"/>
                  </a:lnTo>
                  <a:cubicBezTo>
                    <a:pt x="64980" y="78878"/>
                    <a:pt x="64980" y="78577"/>
                    <a:pt x="64946" y="78311"/>
                  </a:cubicBezTo>
                  <a:lnTo>
                    <a:pt x="64946" y="78077"/>
                  </a:lnTo>
                  <a:cubicBezTo>
                    <a:pt x="64946" y="77977"/>
                    <a:pt x="64880" y="77777"/>
                    <a:pt x="64846" y="77510"/>
                  </a:cubicBezTo>
                  <a:cubicBezTo>
                    <a:pt x="64780" y="77010"/>
                    <a:pt x="64646" y="76209"/>
                    <a:pt x="64213" y="75308"/>
                  </a:cubicBezTo>
                  <a:cubicBezTo>
                    <a:pt x="63812" y="74374"/>
                    <a:pt x="62978" y="73307"/>
                    <a:pt x="61644" y="72707"/>
                  </a:cubicBezTo>
                  <a:cubicBezTo>
                    <a:pt x="60310" y="72139"/>
                    <a:pt x="58642" y="72006"/>
                    <a:pt x="56841" y="71973"/>
                  </a:cubicBezTo>
                  <a:cubicBezTo>
                    <a:pt x="55039" y="71906"/>
                    <a:pt x="53038" y="72006"/>
                    <a:pt x="50970" y="71639"/>
                  </a:cubicBezTo>
                  <a:cubicBezTo>
                    <a:pt x="50469" y="71539"/>
                    <a:pt x="49936" y="71406"/>
                    <a:pt x="49435" y="71239"/>
                  </a:cubicBezTo>
                  <a:cubicBezTo>
                    <a:pt x="48868" y="71072"/>
                    <a:pt x="48368" y="70905"/>
                    <a:pt x="47834" y="70705"/>
                  </a:cubicBezTo>
                  <a:cubicBezTo>
                    <a:pt x="46800" y="70305"/>
                    <a:pt x="45699" y="69838"/>
                    <a:pt x="44599" y="69371"/>
                  </a:cubicBezTo>
                  <a:cubicBezTo>
                    <a:pt x="43464" y="68904"/>
                    <a:pt x="42297" y="68403"/>
                    <a:pt x="41029" y="68137"/>
                  </a:cubicBezTo>
                  <a:cubicBezTo>
                    <a:pt x="40033" y="67867"/>
                    <a:pt x="38971" y="67750"/>
                    <a:pt x="37897" y="67750"/>
                  </a:cubicBezTo>
                  <a:cubicBezTo>
                    <a:pt x="37641" y="67750"/>
                    <a:pt x="37384" y="67757"/>
                    <a:pt x="37127" y="67770"/>
                  </a:cubicBezTo>
                  <a:cubicBezTo>
                    <a:pt x="35759" y="67803"/>
                    <a:pt x="34425" y="68003"/>
                    <a:pt x="33024" y="68170"/>
                  </a:cubicBezTo>
                  <a:cubicBezTo>
                    <a:pt x="32323" y="68270"/>
                    <a:pt x="31656" y="68303"/>
                    <a:pt x="30956" y="68337"/>
                  </a:cubicBezTo>
                  <a:cubicBezTo>
                    <a:pt x="30489" y="68337"/>
                    <a:pt x="30007" y="68352"/>
                    <a:pt x="29530" y="68352"/>
                  </a:cubicBezTo>
                  <a:cubicBezTo>
                    <a:pt x="29291" y="68352"/>
                    <a:pt x="29054" y="68348"/>
                    <a:pt x="28821" y="68337"/>
                  </a:cubicBezTo>
                  <a:cubicBezTo>
                    <a:pt x="25985" y="68203"/>
                    <a:pt x="23117" y="67436"/>
                    <a:pt x="20448" y="66102"/>
                  </a:cubicBezTo>
                  <a:cubicBezTo>
                    <a:pt x="17746" y="64701"/>
                    <a:pt x="14677" y="63967"/>
                    <a:pt x="11675" y="63133"/>
                  </a:cubicBezTo>
                  <a:cubicBezTo>
                    <a:pt x="10174" y="62699"/>
                    <a:pt x="8673" y="62299"/>
                    <a:pt x="7239" y="61699"/>
                  </a:cubicBezTo>
                  <a:cubicBezTo>
                    <a:pt x="5771" y="61132"/>
                    <a:pt x="4337" y="60464"/>
                    <a:pt x="3136" y="59464"/>
                  </a:cubicBezTo>
                  <a:cubicBezTo>
                    <a:pt x="1935" y="58496"/>
                    <a:pt x="1001" y="57129"/>
                    <a:pt x="734" y="55628"/>
                  </a:cubicBezTo>
                  <a:cubicBezTo>
                    <a:pt x="400" y="54127"/>
                    <a:pt x="667" y="52492"/>
                    <a:pt x="1468" y="51158"/>
                  </a:cubicBezTo>
                  <a:cubicBezTo>
                    <a:pt x="2235" y="49824"/>
                    <a:pt x="3569" y="48823"/>
                    <a:pt x="5004" y="48423"/>
                  </a:cubicBezTo>
                  <a:cubicBezTo>
                    <a:pt x="5649" y="48226"/>
                    <a:pt x="6319" y="48148"/>
                    <a:pt x="6952" y="48148"/>
                  </a:cubicBezTo>
                  <a:cubicBezTo>
                    <a:pt x="7071" y="48148"/>
                    <a:pt x="7189" y="48150"/>
                    <a:pt x="7305" y="48156"/>
                  </a:cubicBezTo>
                  <a:cubicBezTo>
                    <a:pt x="7739" y="48156"/>
                    <a:pt x="8073" y="48256"/>
                    <a:pt x="8473" y="48289"/>
                  </a:cubicBezTo>
                  <a:cubicBezTo>
                    <a:pt x="8673" y="48322"/>
                    <a:pt x="8906" y="48322"/>
                    <a:pt x="9107" y="48322"/>
                  </a:cubicBezTo>
                  <a:cubicBezTo>
                    <a:pt x="9307" y="48322"/>
                    <a:pt x="9507" y="48322"/>
                    <a:pt x="9740" y="48289"/>
                  </a:cubicBezTo>
                  <a:cubicBezTo>
                    <a:pt x="10574" y="48156"/>
                    <a:pt x="11342" y="47789"/>
                    <a:pt x="11975" y="47288"/>
                  </a:cubicBezTo>
                  <a:cubicBezTo>
                    <a:pt x="12609" y="46788"/>
                    <a:pt x="13143" y="46188"/>
                    <a:pt x="13643" y="45587"/>
                  </a:cubicBezTo>
                  <a:cubicBezTo>
                    <a:pt x="14611" y="44353"/>
                    <a:pt x="15578" y="43085"/>
                    <a:pt x="16912" y="42452"/>
                  </a:cubicBezTo>
                  <a:cubicBezTo>
                    <a:pt x="17467" y="42202"/>
                    <a:pt x="18044" y="42068"/>
                    <a:pt x="18644" y="42068"/>
                  </a:cubicBezTo>
                  <a:cubicBezTo>
                    <a:pt x="18767" y="42068"/>
                    <a:pt x="18890" y="42073"/>
                    <a:pt x="19014" y="42085"/>
                  </a:cubicBezTo>
                  <a:cubicBezTo>
                    <a:pt x="19748" y="42118"/>
                    <a:pt x="20481" y="42318"/>
                    <a:pt x="21149" y="42585"/>
                  </a:cubicBezTo>
                  <a:cubicBezTo>
                    <a:pt x="21816" y="42852"/>
                    <a:pt x="22416" y="43286"/>
                    <a:pt x="23017" y="43753"/>
                  </a:cubicBezTo>
                  <a:cubicBezTo>
                    <a:pt x="23650" y="44186"/>
                    <a:pt x="24284" y="44653"/>
                    <a:pt x="25118" y="44787"/>
                  </a:cubicBezTo>
                  <a:cubicBezTo>
                    <a:pt x="25225" y="44804"/>
                    <a:pt x="25335" y="44813"/>
                    <a:pt x="25445" y="44813"/>
                  </a:cubicBezTo>
                  <a:cubicBezTo>
                    <a:pt x="25746" y="44813"/>
                    <a:pt x="26050" y="44751"/>
                    <a:pt x="26319" y="44653"/>
                  </a:cubicBezTo>
                  <a:cubicBezTo>
                    <a:pt x="26519" y="44553"/>
                    <a:pt x="26686" y="44486"/>
                    <a:pt x="26853" y="44420"/>
                  </a:cubicBezTo>
                  <a:cubicBezTo>
                    <a:pt x="27019" y="44320"/>
                    <a:pt x="27186" y="44186"/>
                    <a:pt x="27353" y="44119"/>
                  </a:cubicBezTo>
                  <a:cubicBezTo>
                    <a:pt x="27520" y="44019"/>
                    <a:pt x="27653" y="43919"/>
                    <a:pt x="27820" y="43786"/>
                  </a:cubicBezTo>
                  <a:cubicBezTo>
                    <a:pt x="27953" y="43686"/>
                    <a:pt x="28120" y="43586"/>
                    <a:pt x="28254" y="43419"/>
                  </a:cubicBezTo>
                  <a:cubicBezTo>
                    <a:pt x="28354" y="43286"/>
                    <a:pt x="28487" y="43119"/>
                    <a:pt x="28587" y="42952"/>
                  </a:cubicBezTo>
                  <a:cubicBezTo>
                    <a:pt x="28687" y="42785"/>
                    <a:pt x="28787" y="42618"/>
                    <a:pt x="28854" y="42452"/>
                  </a:cubicBezTo>
                  <a:cubicBezTo>
                    <a:pt x="29521" y="41084"/>
                    <a:pt x="29688" y="39650"/>
                    <a:pt x="30088" y="38315"/>
                  </a:cubicBezTo>
                  <a:cubicBezTo>
                    <a:pt x="30288" y="37648"/>
                    <a:pt x="30489" y="37014"/>
                    <a:pt x="30789" y="36414"/>
                  </a:cubicBezTo>
                  <a:lnTo>
                    <a:pt x="31022" y="35947"/>
                  </a:lnTo>
                  <a:lnTo>
                    <a:pt x="31356" y="35513"/>
                  </a:lnTo>
                  <a:cubicBezTo>
                    <a:pt x="31589" y="35280"/>
                    <a:pt x="31789" y="34980"/>
                    <a:pt x="32023" y="34746"/>
                  </a:cubicBezTo>
                  <a:cubicBezTo>
                    <a:pt x="32957" y="33679"/>
                    <a:pt x="34158" y="32811"/>
                    <a:pt x="35592" y="32578"/>
                  </a:cubicBezTo>
                  <a:cubicBezTo>
                    <a:pt x="35792" y="32578"/>
                    <a:pt x="35959" y="32511"/>
                    <a:pt x="36126" y="32478"/>
                  </a:cubicBezTo>
                  <a:lnTo>
                    <a:pt x="36660" y="32444"/>
                  </a:lnTo>
                  <a:lnTo>
                    <a:pt x="36926" y="32444"/>
                  </a:lnTo>
                  <a:lnTo>
                    <a:pt x="37160" y="32478"/>
                  </a:lnTo>
                  <a:lnTo>
                    <a:pt x="37727" y="32511"/>
                  </a:lnTo>
                  <a:cubicBezTo>
                    <a:pt x="38461" y="32611"/>
                    <a:pt x="39161" y="32778"/>
                    <a:pt x="39895" y="33011"/>
                  </a:cubicBezTo>
                  <a:cubicBezTo>
                    <a:pt x="41330" y="33478"/>
                    <a:pt x="42764" y="34079"/>
                    <a:pt x="44198" y="34513"/>
                  </a:cubicBezTo>
                  <a:cubicBezTo>
                    <a:pt x="44966" y="34746"/>
                    <a:pt x="45733" y="34980"/>
                    <a:pt x="46500" y="35113"/>
                  </a:cubicBezTo>
                  <a:cubicBezTo>
                    <a:pt x="46878" y="35176"/>
                    <a:pt x="47263" y="35209"/>
                    <a:pt x="47649" y="35209"/>
                  </a:cubicBezTo>
                  <a:cubicBezTo>
                    <a:pt x="48081" y="35209"/>
                    <a:pt x="48512" y="35168"/>
                    <a:pt x="48935" y="35080"/>
                  </a:cubicBezTo>
                  <a:cubicBezTo>
                    <a:pt x="49702" y="34913"/>
                    <a:pt x="50469" y="34479"/>
                    <a:pt x="51103" y="33945"/>
                  </a:cubicBezTo>
                  <a:cubicBezTo>
                    <a:pt x="51670" y="33412"/>
                    <a:pt x="52171" y="32778"/>
                    <a:pt x="52604" y="32077"/>
                  </a:cubicBezTo>
                  <a:cubicBezTo>
                    <a:pt x="53438" y="30676"/>
                    <a:pt x="54005" y="29175"/>
                    <a:pt x="54672" y="27774"/>
                  </a:cubicBezTo>
                  <a:cubicBezTo>
                    <a:pt x="55006" y="27007"/>
                    <a:pt x="55406" y="26340"/>
                    <a:pt x="55773" y="25640"/>
                  </a:cubicBezTo>
                  <a:cubicBezTo>
                    <a:pt x="56174" y="24972"/>
                    <a:pt x="56641" y="24305"/>
                    <a:pt x="57141" y="23705"/>
                  </a:cubicBezTo>
                  <a:cubicBezTo>
                    <a:pt x="58142" y="22571"/>
                    <a:pt x="59443" y="21603"/>
                    <a:pt x="60810" y="20836"/>
                  </a:cubicBezTo>
                  <a:cubicBezTo>
                    <a:pt x="62245" y="20036"/>
                    <a:pt x="63679" y="19435"/>
                    <a:pt x="65113" y="18701"/>
                  </a:cubicBezTo>
                  <a:cubicBezTo>
                    <a:pt x="66581" y="18001"/>
                    <a:pt x="67949" y="17234"/>
                    <a:pt x="69250" y="16266"/>
                  </a:cubicBezTo>
                  <a:cubicBezTo>
                    <a:pt x="70517" y="15299"/>
                    <a:pt x="71618" y="14198"/>
                    <a:pt x="72819" y="13231"/>
                  </a:cubicBezTo>
                  <a:cubicBezTo>
                    <a:pt x="73986" y="12197"/>
                    <a:pt x="75254" y="11296"/>
                    <a:pt x="76588" y="10595"/>
                  </a:cubicBezTo>
                  <a:cubicBezTo>
                    <a:pt x="77255" y="10229"/>
                    <a:pt x="77956" y="9928"/>
                    <a:pt x="78656" y="9661"/>
                  </a:cubicBezTo>
                  <a:cubicBezTo>
                    <a:pt x="79357" y="9461"/>
                    <a:pt x="80091" y="9295"/>
                    <a:pt x="80824" y="9194"/>
                  </a:cubicBezTo>
                  <a:cubicBezTo>
                    <a:pt x="81191" y="9161"/>
                    <a:pt x="81592" y="9128"/>
                    <a:pt x="81959" y="9128"/>
                  </a:cubicBezTo>
                  <a:cubicBezTo>
                    <a:pt x="82326" y="9094"/>
                    <a:pt x="82692" y="9094"/>
                    <a:pt x="83093" y="9061"/>
                  </a:cubicBezTo>
                  <a:cubicBezTo>
                    <a:pt x="83827" y="8994"/>
                    <a:pt x="84527" y="8928"/>
                    <a:pt x="85294" y="8828"/>
                  </a:cubicBezTo>
                  <a:cubicBezTo>
                    <a:pt x="86762" y="8627"/>
                    <a:pt x="88196" y="8294"/>
                    <a:pt x="89531" y="7727"/>
                  </a:cubicBezTo>
                  <a:cubicBezTo>
                    <a:pt x="92199" y="6459"/>
                    <a:pt x="94267" y="4524"/>
                    <a:pt x="96536" y="3190"/>
                  </a:cubicBezTo>
                  <a:cubicBezTo>
                    <a:pt x="97670" y="2490"/>
                    <a:pt x="98837" y="1923"/>
                    <a:pt x="100005" y="1456"/>
                  </a:cubicBezTo>
                  <a:cubicBezTo>
                    <a:pt x="101172" y="989"/>
                    <a:pt x="102340" y="655"/>
                    <a:pt x="103541" y="555"/>
                  </a:cubicBezTo>
                  <a:cubicBezTo>
                    <a:pt x="104092" y="492"/>
                    <a:pt x="104643" y="459"/>
                    <a:pt x="105191" y="459"/>
                  </a:cubicBezTo>
                  <a:cubicBezTo>
                    <a:pt x="105803" y="459"/>
                    <a:pt x="106411" y="500"/>
                    <a:pt x="107010" y="588"/>
                  </a:cubicBezTo>
                  <a:cubicBezTo>
                    <a:pt x="107544" y="622"/>
                    <a:pt x="108111" y="788"/>
                    <a:pt x="108644" y="922"/>
                  </a:cubicBezTo>
                  <a:cubicBezTo>
                    <a:pt x="109178" y="1089"/>
                    <a:pt x="109678" y="1255"/>
                    <a:pt x="110179" y="1422"/>
                  </a:cubicBezTo>
                  <a:cubicBezTo>
                    <a:pt x="112180" y="2156"/>
                    <a:pt x="113848" y="3157"/>
                    <a:pt x="115383" y="4124"/>
                  </a:cubicBezTo>
                  <a:cubicBezTo>
                    <a:pt x="118518" y="5925"/>
                    <a:pt x="121487" y="6493"/>
                    <a:pt x="123455" y="6626"/>
                  </a:cubicBezTo>
                  <a:cubicBezTo>
                    <a:pt x="123855" y="6679"/>
                    <a:pt x="124213" y="6695"/>
                    <a:pt x="124532" y="6695"/>
                  </a:cubicBezTo>
                  <a:cubicBezTo>
                    <a:pt x="125011" y="6695"/>
                    <a:pt x="125403" y="6659"/>
                    <a:pt x="125723" y="6659"/>
                  </a:cubicBezTo>
                  <a:lnTo>
                    <a:pt x="126324" y="6659"/>
                  </a:lnTo>
                  <a:cubicBezTo>
                    <a:pt x="126457" y="6626"/>
                    <a:pt x="126524" y="6626"/>
                    <a:pt x="126524" y="6626"/>
                  </a:cubicBezTo>
                  <a:cubicBezTo>
                    <a:pt x="128354" y="6391"/>
                    <a:pt x="128729" y="6217"/>
                    <a:pt x="127618" y="6217"/>
                  </a:cubicBezTo>
                  <a:cubicBezTo>
                    <a:pt x="127311" y="6217"/>
                    <a:pt x="126891" y="6230"/>
                    <a:pt x="126357" y="6259"/>
                  </a:cubicBezTo>
                  <a:cubicBezTo>
                    <a:pt x="126357" y="6259"/>
                    <a:pt x="126257" y="6292"/>
                    <a:pt x="126157" y="6292"/>
                  </a:cubicBezTo>
                  <a:lnTo>
                    <a:pt x="125556" y="6292"/>
                  </a:lnTo>
                  <a:cubicBezTo>
                    <a:pt x="125271" y="6292"/>
                    <a:pt x="124908" y="6314"/>
                    <a:pt x="124464" y="6314"/>
                  </a:cubicBezTo>
                  <a:cubicBezTo>
                    <a:pt x="124130" y="6314"/>
                    <a:pt x="123750" y="6302"/>
                    <a:pt x="123322" y="6259"/>
                  </a:cubicBezTo>
                  <a:cubicBezTo>
                    <a:pt x="121387" y="6126"/>
                    <a:pt x="118518" y="5525"/>
                    <a:pt x="115383" y="3757"/>
                  </a:cubicBezTo>
                  <a:cubicBezTo>
                    <a:pt x="113848" y="2823"/>
                    <a:pt x="112147" y="1756"/>
                    <a:pt x="110145" y="989"/>
                  </a:cubicBezTo>
                  <a:cubicBezTo>
                    <a:pt x="109645" y="822"/>
                    <a:pt x="109145" y="655"/>
                    <a:pt x="108578" y="488"/>
                  </a:cubicBezTo>
                  <a:cubicBezTo>
                    <a:pt x="108044" y="355"/>
                    <a:pt x="107510" y="188"/>
                    <a:pt x="106910" y="155"/>
                  </a:cubicBezTo>
                  <a:cubicBezTo>
                    <a:pt x="106334" y="50"/>
                    <a:pt x="105722" y="0"/>
                    <a:pt x="105098"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5" name="Google Shape;545;p5"/>
            <p:cNvSpPr/>
            <p:nvPr/>
          </p:nvSpPr>
          <p:spPr>
            <a:xfrm>
              <a:off x="4704375" y="4670050"/>
              <a:ext cx="445325" cy="247475"/>
            </a:xfrm>
            <a:custGeom>
              <a:avLst/>
              <a:gdLst/>
              <a:ahLst/>
              <a:cxnLst/>
              <a:rect l="l" t="t" r="r" b="b"/>
              <a:pathLst>
                <a:path w="17813" h="9899" extrusionOk="0">
                  <a:moveTo>
                    <a:pt x="3546" y="0"/>
                  </a:moveTo>
                  <a:cubicBezTo>
                    <a:pt x="2909" y="0"/>
                    <a:pt x="2293" y="245"/>
                    <a:pt x="1868" y="617"/>
                  </a:cubicBezTo>
                  <a:cubicBezTo>
                    <a:pt x="1268" y="1051"/>
                    <a:pt x="967" y="1651"/>
                    <a:pt x="701" y="2151"/>
                  </a:cubicBezTo>
                  <a:cubicBezTo>
                    <a:pt x="467" y="2685"/>
                    <a:pt x="267" y="3152"/>
                    <a:pt x="200" y="3552"/>
                  </a:cubicBezTo>
                  <a:cubicBezTo>
                    <a:pt x="133" y="3986"/>
                    <a:pt x="67" y="4320"/>
                    <a:pt x="33" y="4520"/>
                  </a:cubicBezTo>
                  <a:cubicBezTo>
                    <a:pt x="0" y="4720"/>
                    <a:pt x="0" y="4853"/>
                    <a:pt x="0" y="4853"/>
                  </a:cubicBezTo>
                  <a:cubicBezTo>
                    <a:pt x="0" y="4995"/>
                    <a:pt x="94" y="5071"/>
                    <a:pt x="187" y="5071"/>
                  </a:cubicBezTo>
                  <a:cubicBezTo>
                    <a:pt x="270" y="5071"/>
                    <a:pt x="351" y="5012"/>
                    <a:pt x="367" y="4887"/>
                  </a:cubicBezTo>
                  <a:cubicBezTo>
                    <a:pt x="367" y="4887"/>
                    <a:pt x="367" y="4787"/>
                    <a:pt x="400" y="4553"/>
                  </a:cubicBezTo>
                  <a:cubicBezTo>
                    <a:pt x="467" y="4353"/>
                    <a:pt x="500" y="4019"/>
                    <a:pt x="634" y="3653"/>
                  </a:cubicBezTo>
                  <a:cubicBezTo>
                    <a:pt x="701" y="3286"/>
                    <a:pt x="867" y="2819"/>
                    <a:pt x="1101" y="2352"/>
                  </a:cubicBezTo>
                  <a:cubicBezTo>
                    <a:pt x="1368" y="1885"/>
                    <a:pt x="1701" y="1384"/>
                    <a:pt x="2168" y="1051"/>
                  </a:cubicBezTo>
                  <a:cubicBezTo>
                    <a:pt x="2526" y="795"/>
                    <a:pt x="2962" y="638"/>
                    <a:pt x="3431" y="638"/>
                  </a:cubicBezTo>
                  <a:cubicBezTo>
                    <a:pt x="3574" y="638"/>
                    <a:pt x="3721" y="652"/>
                    <a:pt x="3869" y="684"/>
                  </a:cubicBezTo>
                  <a:cubicBezTo>
                    <a:pt x="4036" y="717"/>
                    <a:pt x="4170" y="784"/>
                    <a:pt x="4336" y="817"/>
                  </a:cubicBezTo>
                  <a:cubicBezTo>
                    <a:pt x="4470" y="817"/>
                    <a:pt x="4470" y="851"/>
                    <a:pt x="4537" y="884"/>
                  </a:cubicBezTo>
                  <a:cubicBezTo>
                    <a:pt x="4570" y="951"/>
                    <a:pt x="4670" y="984"/>
                    <a:pt x="4703" y="1017"/>
                  </a:cubicBezTo>
                  <a:cubicBezTo>
                    <a:pt x="4904" y="1217"/>
                    <a:pt x="5137" y="1518"/>
                    <a:pt x="5270" y="1818"/>
                  </a:cubicBezTo>
                  <a:cubicBezTo>
                    <a:pt x="5504" y="2118"/>
                    <a:pt x="5671" y="2452"/>
                    <a:pt x="5904" y="2785"/>
                  </a:cubicBezTo>
                  <a:cubicBezTo>
                    <a:pt x="6038" y="2885"/>
                    <a:pt x="6171" y="3052"/>
                    <a:pt x="6371" y="3186"/>
                  </a:cubicBezTo>
                  <a:cubicBezTo>
                    <a:pt x="6471" y="3286"/>
                    <a:pt x="6538" y="3286"/>
                    <a:pt x="6671" y="3352"/>
                  </a:cubicBezTo>
                  <a:cubicBezTo>
                    <a:pt x="6838" y="3386"/>
                    <a:pt x="6872" y="3386"/>
                    <a:pt x="7005" y="3452"/>
                  </a:cubicBezTo>
                  <a:lnTo>
                    <a:pt x="7305" y="3486"/>
                  </a:lnTo>
                  <a:lnTo>
                    <a:pt x="7572" y="3486"/>
                  </a:lnTo>
                  <a:cubicBezTo>
                    <a:pt x="7772" y="3486"/>
                    <a:pt x="7939" y="3452"/>
                    <a:pt x="8173" y="3386"/>
                  </a:cubicBezTo>
                  <a:cubicBezTo>
                    <a:pt x="8339" y="3352"/>
                    <a:pt x="8506" y="3286"/>
                    <a:pt x="8673" y="3186"/>
                  </a:cubicBezTo>
                  <a:cubicBezTo>
                    <a:pt x="8840" y="3152"/>
                    <a:pt x="9006" y="3052"/>
                    <a:pt x="9107" y="2985"/>
                  </a:cubicBezTo>
                  <a:cubicBezTo>
                    <a:pt x="9407" y="2852"/>
                    <a:pt x="9674" y="2719"/>
                    <a:pt x="9940" y="2652"/>
                  </a:cubicBezTo>
                  <a:lnTo>
                    <a:pt x="10174" y="2618"/>
                  </a:lnTo>
                  <a:cubicBezTo>
                    <a:pt x="10241" y="2552"/>
                    <a:pt x="10341" y="2552"/>
                    <a:pt x="10407" y="2552"/>
                  </a:cubicBezTo>
                  <a:lnTo>
                    <a:pt x="10874" y="2552"/>
                  </a:lnTo>
                  <a:cubicBezTo>
                    <a:pt x="11041" y="2552"/>
                    <a:pt x="11175" y="2618"/>
                    <a:pt x="11341" y="2618"/>
                  </a:cubicBezTo>
                  <a:cubicBezTo>
                    <a:pt x="11475" y="2652"/>
                    <a:pt x="11642" y="2685"/>
                    <a:pt x="11742" y="2785"/>
                  </a:cubicBezTo>
                  <a:cubicBezTo>
                    <a:pt x="12042" y="2885"/>
                    <a:pt x="12309" y="3119"/>
                    <a:pt x="12509" y="3352"/>
                  </a:cubicBezTo>
                  <a:cubicBezTo>
                    <a:pt x="12909" y="3853"/>
                    <a:pt x="13209" y="4520"/>
                    <a:pt x="13476" y="5154"/>
                  </a:cubicBezTo>
                  <a:cubicBezTo>
                    <a:pt x="13710" y="5787"/>
                    <a:pt x="13910" y="6455"/>
                    <a:pt x="14143" y="7055"/>
                  </a:cubicBezTo>
                  <a:cubicBezTo>
                    <a:pt x="14344" y="7689"/>
                    <a:pt x="14544" y="8289"/>
                    <a:pt x="14877" y="8790"/>
                  </a:cubicBezTo>
                  <a:cubicBezTo>
                    <a:pt x="15211" y="9223"/>
                    <a:pt x="15645" y="9657"/>
                    <a:pt x="16078" y="9790"/>
                  </a:cubicBezTo>
                  <a:cubicBezTo>
                    <a:pt x="16312" y="9874"/>
                    <a:pt x="16512" y="9899"/>
                    <a:pt x="16687" y="9899"/>
                  </a:cubicBezTo>
                  <a:cubicBezTo>
                    <a:pt x="16862" y="9899"/>
                    <a:pt x="17012" y="9874"/>
                    <a:pt x="17146" y="9857"/>
                  </a:cubicBezTo>
                  <a:cubicBezTo>
                    <a:pt x="17379" y="9824"/>
                    <a:pt x="17513" y="9790"/>
                    <a:pt x="17513" y="9790"/>
                  </a:cubicBezTo>
                  <a:cubicBezTo>
                    <a:pt x="17813" y="9657"/>
                    <a:pt x="17679" y="9357"/>
                    <a:pt x="17446" y="9290"/>
                  </a:cubicBezTo>
                  <a:cubicBezTo>
                    <a:pt x="17446" y="9273"/>
                    <a:pt x="17440" y="9267"/>
                    <a:pt x="17427" y="9267"/>
                  </a:cubicBezTo>
                  <a:cubicBezTo>
                    <a:pt x="17387" y="9267"/>
                    <a:pt x="17287" y="9323"/>
                    <a:pt x="17112" y="9323"/>
                  </a:cubicBezTo>
                  <a:cubicBezTo>
                    <a:pt x="17046" y="9334"/>
                    <a:pt x="16968" y="9342"/>
                    <a:pt x="16881" y="9342"/>
                  </a:cubicBezTo>
                  <a:cubicBezTo>
                    <a:pt x="16708" y="9342"/>
                    <a:pt x="16501" y="9312"/>
                    <a:pt x="16278" y="9223"/>
                  </a:cubicBezTo>
                  <a:cubicBezTo>
                    <a:pt x="15945" y="9123"/>
                    <a:pt x="15645" y="8823"/>
                    <a:pt x="15378" y="8356"/>
                  </a:cubicBezTo>
                  <a:cubicBezTo>
                    <a:pt x="15077" y="7889"/>
                    <a:pt x="14911" y="7355"/>
                    <a:pt x="14711" y="6721"/>
                  </a:cubicBezTo>
                  <a:cubicBezTo>
                    <a:pt x="14544" y="6154"/>
                    <a:pt x="14377" y="5454"/>
                    <a:pt x="14110" y="4787"/>
                  </a:cubicBezTo>
                  <a:cubicBezTo>
                    <a:pt x="13877" y="4120"/>
                    <a:pt x="13576" y="3386"/>
                    <a:pt x="13076" y="2785"/>
                  </a:cubicBezTo>
                  <a:cubicBezTo>
                    <a:pt x="12576" y="2151"/>
                    <a:pt x="11742" y="1718"/>
                    <a:pt x="10941" y="1718"/>
                  </a:cubicBezTo>
                  <a:cubicBezTo>
                    <a:pt x="10841" y="1701"/>
                    <a:pt x="10741" y="1693"/>
                    <a:pt x="10645" y="1693"/>
                  </a:cubicBezTo>
                  <a:cubicBezTo>
                    <a:pt x="10549" y="1693"/>
                    <a:pt x="10458" y="1701"/>
                    <a:pt x="10374" y="1718"/>
                  </a:cubicBezTo>
                  <a:cubicBezTo>
                    <a:pt x="10241" y="1785"/>
                    <a:pt x="10174" y="1785"/>
                    <a:pt x="10074" y="1785"/>
                  </a:cubicBezTo>
                  <a:lnTo>
                    <a:pt x="9807" y="1851"/>
                  </a:lnTo>
                  <a:cubicBezTo>
                    <a:pt x="9440" y="1985"/>
                    <a:pt x="9107" y="2151"/>
                    <a:pt x="8840" y="2285"/>
                  </a:cubicBezTo>
                  <a:cubicBezTo>
                    <a:pt x="8394" y="2547"/>
                    <a:pt x="7969" y="2727"/>
                    <a:pt x="7531" y="2727"/>
                  </a:cubicBezTo>
                  <a:cubicBezTo>
                    <a:pt x="7413" y="2727"/>
                    <a:pt x="7293" y="2714"/>
                    <a:pt x="7172" y="2685"/>
                  </a:cubicBezTo>
                  <a:cubicBezTo>
                    <a:pt x="6671" y="2685"/>
                    <a:pt x="6271" y="2051"/>
                    <a:pt x="5904" y="1451"/>
                  </a:cubicBezTo>
                  <a:cubicBezTo>
                    <a:pt x="5704" y="1151"/>
                    <a:pt x="5504" y="817"/>
                    <a:pt x="5170" y="517"/>
                  </a:cubicBezTo>
                  <a:cubicBezTo>
                    <a:pt x="5104" y="450"/>
                    <a:pt x="5004" y="350"/>
                    <a:pt x="4904" y="317"/>
                  </a:cubicBezTo>
                  <a:cubicBezTo>
                    <a:pt x="4837" y="283"/>
                    <a:pt x="4703" y="183"/>
                    <a:pt x="4603" y="183"/>
                  </a:cubicBezTo>
                  <a:cubicBezTo>
                    <a:pt x="4403" y="150"/>
                    <a:pt x="4236" y="117"/>
                    <a:pt x="4036" y="50"/>
                  </a:cubicBezTo>
                  <a:cubicBezTo>
                    <a:pt x="3873" y="16"/>
                    <a:pt x="3709" y="0"/>
                    <a:pt x="3546"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6" name="Google Shape;546;p5"/>
            <p:cNvSpPr/>
            <p:nvPr/>
          </p:nvSpPr>
          <p:spPr>
            <a:xfrm>
              <a:off x="5421850" y="4209600"/>
              <a:ext cx="394975" cy="193250"/>
            </a:xfrm>
            <a:custGeom>
              <a:avLst/>
              <a:gdLst/>
              <a:ahLst/>
              <a:cxnLst/>
              <a:rect l="l" t="t" r="r" b="b"/>
              <a:pathLst>
                <a:path w="15799" h="7730" extrusionOk="0">
                  <a:moveTo>
                    <a:pt x="2764" y="0"/>
                  </a:moveTo>
                  <a:cubicBezTo>
                    <a:pt x="2541" y="0"/>
                    <a:pt x="2325" y="26"/>
                    <a:pt x="2123" y="88"/>
                  </a:cubicBezTo>
                  <a:cubicBezTo>
                    <a:pt x="1656" y="222"/>
                    <a:pt x="1222" y="455"/>
                    <a:pt x="989" y="755"/>
                  </a:cubicBezTo>
                  <a:cubicBezTo>
                    <a:pt x="722" y="1055"/>
                    <a:pt x="555" y="1389"/>
                    <a:pt x="455" y="1623"/>
                  </a:cubicBezTo>
                  <a:cubicBezTo>
                    <a:pt x="322" y="1923"/>
                    <a:pt x="222" y="2123"/>
                    <a:pt x="188" y="2323"/>
                  </a:cubicBezTo>
                  <a:cubicBezTo>
                    <a:pt x="55" y="2757"/>
                    <a:pt x="22" y="2957"/>
                    <a:pt x="22" y="2957"/>
                  </a:cubicBezTo>
                  <a:cubicBezTo>
                    <a:pt x="1" y="3081"/>
                    <a:pt x="133" y="3166"/>
                    <a:pt x="245" y="3166"/>
                  </a:cubicBezTo>
                  <a:cubicBezTo>
                    <a:pt x="314" y="3166"/>
                    <a:pt x="376" y="3133"/>
                    <a:pt x="388" y="3057"/>
                  </a:cubicBezTo>
                  <a:cubicBezTo>
                    <a:pt x="388" y="3057"/>
                    <a:pt x="455" y="2823"/>
                    <a:pt x="555" y="2456"/>
                  </a:cubicBezTo>
                  <a:cubicBezTo>
                    <a:pt x="722" y="2090"/>
                    <a:pt x="889" y="1556"/>
                    <a:pt x="1356" y="1089"/>
                  </a:cubicBezTo>
                  <a:cubicBezTo>
                    <a:pt x="1556" y="822"/>
                    <a:pt x="1856" y="655"/>
                    <a:pt x="2223" y="588"/>
                  </a:cubicBezTo>
                  <a:cubicBezTo>
                    <a:pt x="2409" y="542"/>
                    <a:pt x="2595" y="517"/>
                    <a:pt x="2784" y="517"/>
                  </a:cubicBezTo>
                  <a:cubicBezTo>
                    <a:pt x="3002" y="517"/>
                    <a:pt x="3225" y="550"/>
                    <a:pt x="3457" y="622"/>
                  </a:cubicBezTo>
                  <a:lnTo>
                    <a:pt x="3624" y="689"/>
                  </a:lnTo>
                  <a:cubicBezTo>
                    <a:pt x="3624" y="689"/>
                    <a:pt x="3657" y="689"/>
                    <a:pt x="3691" y="722"/>
                  </a:cubicBezTo>
                  <a:cubicBezTo>
                    <a:pt x="3791" y="789"/>
                    <a:pt x="3858" y="855"/>
                    <a:pt x="3958" y="922"/>
                  </a:cubicBezTo>
                  <a:cubicBezTo>
                    <a:pt x="4124" y="1055"/>
                    <a:pt x="4291" y="1256"/>
                    <a:pt x="4458" y="1422"/>
                  </a:cubicBezTo>
                  <a:cubicBezTo>
                    <a:pt x="4792" y="1789"/>
                    <a:pt x="5225" y="2256"/>
                    <a:pt x="5892" y="2390"/>
                  </a:cubicBezTo>
                  <a:lnTo>
                    <a:pt x="5859" y="2390"/>
                  </a:lnTo>
                  <a:cubicBezTo>
                    <a:pt x="5992" y="2423"/>
                    <a:pt x="6193" y="2523"/>
                    <a:pt x="6459" y="2523"/>
                  </a:cubicBezTo>
                  <a:cubicBezTo>
                    <a:pt x="6693" y="2523"/>
                    <a:pt x="6993" y="2456"/>
                    <a:pt x="7293" y="2356"/>
                  </a:cubicBezTo>
                  <a:cubicBezTo>
                    <a:pt x="7860" y="2123"/>
                    <a:pt x="8361" y="1756"/>
                    <a:pt x="8828" y="1623"/>
                  </a:cubicBezTo>
                  <a:cubicBezTo>
                    <a:pt x="8895" y="1623"/>
                    <a:pt x="8961" y="1589"/>
                    <a:pt x="8995" y="1589"/>
                  </a:cubicBezTo>
                  <a:lnTo>
                    <a:pt x="9128" y="1589"/>
                  </a:lnTo>
                  <a:cubicBezTo>
                    <a:pt x="9228" y="1623"/>
                    <a:pt x="9362" y="1623"/>
                    <a:pt x="9495" y="1689"/>
                  </a:cubicBezTo>
                  <a:cubicBezTo>
                    <a:pt x="9728" y="1756"/>
                    <a:pt x="9995" y="1789"/>
                    <a:pt x="10129" y="1956"/>
                  </a:cubicBezTo>
                  <a:cubicBezTo>
                    <a:pt x="10462" y="2223"/>
                    <a:pt x="10396" y="2790"/>
                    <a:pt x="10362" y="3424"/>
                  </a:cubicBezTo>
                  <a:cubicBezTo>
                    <a:pt x="10362" y="3724"/>
                    <a:pt x="10362" y="4058"/>
                    <a:pt x="10396" y="4391"/>
                  </a:cubicBezTo>
                  <a:cubicBezTo>
                    <a:pt x="10462" y="4725"/>
                    <a:pt x="10529" y="5058"/>
                    <a:pt x="10696" y="5359"/>
                  </a:cubicBezTo>
                  <a:cubicBezTo>
                    <a:pt x="11029" y="5926"/>
                    <a:pt x="11463" y="6359"/>
                    <a:pt x="11897" y="6726"/>
                  </a:cubicBezTo>
                  <a:cubicBezTo>
                    <a:pt x="12667" y="7325"/>
                    <a:pt x="13511" y="7729"/>
                    <a:pt x="14219" y="7729"/>
                  </a:cubicBezTo>
                  <a:cubicBezTo>
                    <a:pt x="14338" y="7729"/>
                    <a:pt x="14454" y="7718"/>
                    <a:pt x="14565" y="7694"/>
                  </a:cubicBezTo>
                  <a:cubicBezTo>
                    <a:pt x="14799" y="7694"/>
                    <a:pt x="14932" y="7593"/>
                    <a:pt x="15066" y="7560"/>
                  </a:cubicBezTo>
                  <a:cubicBezTo>
                    <a:pt x="15199" y="7460"/>
                    <a:pt x="15332" y="7393"/>
                    <a:pt x="15399" y="7360"/>
                  </a:cubicBezTo>
                  <a:cubicBezTo>
                    <a:pt x="15566" y="7227"/>
                    <a:pt x="15666" y="7126"/>
                    <a:pt x="15666" y="7126"/>
                  </a:cubicBezTo>
                  <a:cubicBezTo>
                    <a:pt x="15798" y="6968"/>
                    <a:pt x="15658" y="6830"/>
                    <a:pt x="15477" y="6830"/>
                  </a:cubicBezTo>
                  <a:cubicBezTo>
                    <a:pt x="15430" y="6830"/>
                    <a:pt x="15381" y="6839"/>
                    <a:pt x="15332" y="6860"/>
                  </a:cubicBezTo>
                  <a:cubicBezTo>
                    <a:pt x="15332" y="6860"/>
                    <a:pt x="15066" y="7193"/>
                    <a:pt x="14465" y="7260"/>
                  </a:cubicBezTo>
                  <a:cubicBezTo>
                    <a:pt x="14400" y="7270"/>
                    <a:pt x="14333" y="7275"/>
                    <a:pt x="14263" y="7275"/>
                  </a:cubicBezTo>
                  <a:cubicBezTo>
                    <a:pt x="13654" y="7275"/>
                    <a:pt x="12882" y="6891"/>
                    <a:pt x="12164" y="6293"/>
                  </a:cubicBezTo>
                  <a:cubicBezTo>
                    <a:pt x="11797" y="5926"/>
                    <a:pt x="11396" y="5525"/>
                    <a:pt x="11163" y="5058"/>
                  </a:cubicBezTo>
                  <a:cubicBezTo>
                    <a:pt x="10896" y="4625"/>
                    <a:pt x="10896" y="4058"/>
                    <a:pt x="10963" y="3457"/>
                  </a:cubicBezTo>
                  <a:cubicBezTo>
                    <a:pt x="10996" y="3190"/>
                    <a:pt x="11029" y="2823"/>
                    <a:pt x="10996" y="2490"/>
                  </a:cubicBezTo>
                  <a:cubicBezTo>
                    <a:pt x="10996" y="2156"/>
                    <a:pt x="10863" y="1756"/>
                    <a:pt x="10562" y="1456"/>
                  </a:cubicBezTo>
                  <a:cubicBezTo>
                    <a:pt x="10296" y="1156"/>
                    <a:pt x="9962" y="1089"/>
                    <a:pt x="9662" y="955"/>
                  </a:cubicBezTo>
                  <a:cubicBezTo>
                    <a:pt x="9495" y="955"/>
                    <a:pt x="9362" y="922"/>
                    <a:pt x="9195" y="889"/>
                  </a:cubicBezTo>
                  <a:lnTo>
                    <a:pt x="8895" y="889"/>
                  </a:lnTo>
                  <a:cubicBezTo>
                    <a:pt x="8828" y="889"/>
                    <a:pt x="8728" y="922"/>
                    <a:pt x="8661" y="922"/>
                  </a:cubicBezTo>
                  <a:cubicBezTo>
                    <a:pt x="7994" y="1122"/>
                    <a:pt x="7527" y="1522"/>
                    <a:pt x="7060" y="1689"/>
                  </a:cubicBezTo>
                  <a:cubicBezTo>
                    <a:pt x="6873" y="1783"/>
                    <a:pt x="6694" y="1811"/>
                    <a:pt x="6539" y="1811"/>
                  </a:cubicBezTo>
                  <a:cubicBezTo>
                    <a:pt x="6361" y="1811"/>
                    <a:pt x="6215" y="1774"/>
                    <a:pt x="6126" y="1756"/>
                  </a:cubicBezTo>
                  <a:lnTo>
                    <a:pt x="6059" y="1756"/>
                  </a:lnTo>
                  <a:cubicBezTo>
                    <a:pt x="5626" y="1689"/>
                    <a:pt x="5292" y="1389"/>
                    <a:pt x="4892" y="1022"/>
                  </a:cubicBezTo>
                  <a:cubicBezTo>
                    <a:pt x="4725" y="822"/>
                    <a:pt x="4525" y="622"/>
                    <a:pt x="4325" y="455"/>
                  </a:cubicBezTo>
                  <a:cubicBezTo>
                    <a:pt x="4225" y="322"/>
                    <a:pt x="4124" y="288"/>
                    <a:pt x="3991" y="222"/>
                  </a:cubicBezTo>
                  <a:lnTo>
                    <a:pt x="3891" y="155"/>
                  </a:lnTo>
                  <a:cubicBezTo>
                    <a:pt x="3858" y="155"/>
                    <a:pt x="3824" y="121"/>
                    <a:pt x="3791" y="121"/>
                  </a:cubicBezTo>
                  <a:lnTo>
                    <a:pt x="3557" y="88"/>
                  </a:lnTo>
                  <a:cubicBezTo>
                    <a:pt x="3290" y="35"/>
                    <a:pt x="3022" y="0"/>
                    <a:pt x="2764"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7" name="Google Shape;547;p5"/>
            <p:cNvSpPr/>
            <p:nvPr/>
          </p:nvSpPr>
          <p:spPr>
            <a:xfrm>
              <a:off x="5409875" y="4757550"/>
              <a:ext cx="420950" cy="194200"/>
            </a:xfrm>
            <a:custGeom>
              <a:avLst/>
              <a:gdLst/>
              <a:ahLst/>
              <a:cxnLst/>
              <a:rect l="l" t="t" r="r" b="b"/>
              <a:pathLst>
                <a:path w="16838" h="7768" extrusionOk="0">
                  <a:moveTo>
                    <a:pt x="2026" y="1"/>
                  </a:moveTo>
                  <a:cubicBezTo>
                    <a:pt x="1861" y="1"/>
                    <a:pt x="1690" y="30"/>
                    <a:pt x="1535" y="119"/>
                  </a:cubicBezTo>
                  <a:cubicBezTo>
                    <a:pt x="1101" y="319"/>
                    <a:pt x="867" y="686"/>
                    <a:pt x="701" y="1020"/>
                  </a:cubicBezTo>
                  <a:cubicBezTo>
                    <a:pt x="534" y="1353"/>
                    <a:pt x="434" y="1687"/>
                    <a:pt x="300" y="2021"/>
                  </a:cubicBezTo>
                  <a:cubicBezTo>
                    <a:pt x="267" y="2121"/>
                    <a:pt x="267" y="2187"/>
                    <a:pt x="200" y="2287"/>
                  </a:cubicBezTo>
                  <a:lnTo>
                    <a:pt x="167" y="2521"/>
                  </a:lnTo>
                  <a:cubicBezTo>
                    <a:pt x="134" y="2688"/>
                    <a:pt x="100" y="2854"/>
                    <a:pt x="100" y="3021"/>
                  </a:cubicBezTo>
                  <a:cubicBezTo>
                    <a:pt x="0" y="4356"/>
                    <a:pt x="200" y="5523"/>
                    <a:pt x="367" y="6324"/>
                  </a:cubicBezTo>
                  <a:cubicBezTo>
                    <a:pt x="534" y="7158"/>
                    <a:pt x="701" y="7625"/>
                    <a:pt x="701" y="7625"/>
                  </a:cubicBezTo>
                  <a:cubicBezTo>
                    <a:pt x="743" y="7722"/>
                    <a:pt x="825" y="7767"/>
                    <a:pt x="905" y="7767"/>
                  </a:cubicBezTo>
                  <a:cubicBezTo>
                    <a:pt x="1016" y="7767"/>
                    <a:pt x="1120" y="7680"/>
                    <a:pt x="1101" y="7524"/>
                  </a:cubicBezTo>
                  <a:cubicBezTo>
                    <a:pt x="1101" y="7524"/>
                    <a:pt x="968" y="7057"/>
                    <a:pt x="834" y="6290"/>
                  </a:cubicBezTo>
                  <a:cubicBezTo>
                    <a:pt x="701" y="5490"/>
                    <a:pt x="534" y="4356"/>
                    <a:pt x="667" y="3121"/>
                  </a:cubicBezTo>
                  <a:cubicBezTo>
                    <a:pt x="667" y="2955"/>
                    <a:pt x="701" y="2821"/>
                    <a:pt x="767" y="2654"/>
                  </a:cubicBezTo>
                  <a:lnTo>
                    <a:pt x="801" y="2454"/>
                  </a:lnTo>
                  <a:cubicBezTo>
                    <a:pt x="834" y="2387"/>
                    <a:pt x="834" y="2321"/>
                    <a:pt x="867" y="2221"/>
                  </a:cubicBezTo>
                  <a:cubicBezTo>
                    <a:pt x="1001" y="1887"/>
                    <a:pt x="1134" y="1620"/>
                    <a:pt x="1301" y="1320"/>
                  </a:cubicBezTo>
                  <a:cubicBezTo>
                    <a:pt x="1468" y="1053"/>
                    <a:pt x="1668" y="786"/>
                    <a:pt x="1868" y="686"/>
                  </a:cubicBezTo>
                  <a:cubicBezTo>
                    <a:pt x="1944" y="643"/>
                    <a:pt x="2016" y="624"/>
                    <a:pt x="2089" y="624"/>
                  </a:cubicBezTo>
                  <a:cubicBezTo>
                    <a:pt x="2241" y="624"/>
                    <a:pt x="2399" y="707"/>
                    <a:pt x="2602" y="820"/>
                  </a:cubicBezTo>
                  <a:cubicBezTo>
                    <a:pt x="3136" y="1153"/>
                    <a:pt x="3636" y="1687"/>
                    <a:pt x="4203" y="2121"/>
                  </a:cubicBezTo>
                  <a:cubicBezTo>
                    <a:pt x="4503" y="2321"/>
                    <a:pt x="4804" y="2521"/>
                    <a:pt x="5137" y="2688"/>
                  </a:cubicBezTo>
                  <a:cubicBezTo>
                    <a:pt x="5304" y="2788"/>
                    <a:pt x="5504" y="2854"/>
                    <a:pt x="5671" y="2888"/>
                  </a:cubicBezTo>
                  <a:cubicBezTo>
                    <a:pt x="5871" y="2955"/>
                    <a:pt x="6038" y="2955"/>
                    <a:pt x="6205" y="2988"/>
                  </a:cubicBezTo>
                  <a:cubicBezTo>
                    <a:pt x="6293" y="2997"/>
                    <a:pt x="6383" y="3001"/>
                    <a:pt x="6475" y="3001"/>
                  </a:cubicBezTo>
                  <a:cubicBezTo>
                    <a:pt x="7074" y="3001"/>
                    <a:pt x="7728" y="2823"/>
                    <a:pt x="8306" y="2621"/>
                  </a:cubicBezTo>
                  <a:cubicBezTo>
                    <a:pt x="8831" y="2385"/>
                    <a:pt x="9315" y="2169"/>
                    <a:pt x="9773" y="2169"/>
                  </a:cubicBezTo>
                  <a:cubicBezTo>
                    <a:pt x="9897" y="2169"/>
                    <a:pt x="10020" y="2185"/>
                    <a:pt x="10141" y="2221"/>
                  </a:cubicBezTo>
                  <a:cubicBezTo>
                    <a:pt x="10674" y="2387"/>
                    <a:pt x="11175" y="2955"/>
                    <a:pt x="11608" y="3455"/>
                  </a:cubicBezTo>
                  <a:cubicBezTo>
                    <a:pt x="12009" y="3955"/>
                    <a:pt x="12342" y="4556"/>
                    <a:pt x="12676" y="5123"/>
                  </a:cubicBezTo>
                  <a:cubicBezTo>
                    <a:pt x="13009" y="5656"/>
                    <a:pt x="13376" y="6190"/>
                    <a:pt x="13877" y="6557"/>
                  </a:cubicBezTo>
                  <a:cubicBezTo>
                    <a:pt x="14260" y="6886"/>
                    <a:pt x="14757" y="6967"/>
                    <a:pt x="15144" y="6967"/>
                  </a:cubicBezTo>
                  <a:cubicBezTo>
                    <a:pt x="15228" y="6967"/>
                    <a:pt x="15306" y="6963"/>
                    <a:pt x="15378" y="6957"/>
                  </a:cubicBezTo>
                  <a:cubicBezTo>
                    <a:pt x="15811" y="6857"/>
                    <a:pt x="16145" y="6724"/>
                    <a:pt x="16345" y="6657"/>
                  </a:cubicBezTo>
                  <a:cubicBezTo>
                    <a:pt x="16545" y="6524"/>
                    <a:pt x="16679" y="6490"/>
                    <a:pt x="16679" y="6490"/>
                  </a:cubicBezTo>
                  <a:cubicBezTo>
                    <a:pt x="16837" y="6385"/>
                    <a:pt x="16807" y="6174"/>
                    <a:pt x="16639" y="6174"/>
                  </a:cubicBezTo>
                  <a:cubicBezTo>
                    <a:pt x="16595" y="6174"/>
                    <a:pt x="16541" y="6189"/>
                    <a:pt x="16479" y="6224"/>
                  </a:cubicBezTo>
                  <a:cubicBezTo>
                    <a:pt x="16479" y="6224"/>
                    <a:pt x="16379" y="6290"/>
                    <a:pt x="16178" y="6357"/>
                  </a:cubicBezTo>
                  <a:cubicBezTo>
                    <a:pt x="15978" y="6390"/>
                    <a:pt x="15678" y="6524"/>
                    <a:pt x="15311" y="6557"/>
                  </a:cubicBezTo>
                  <a:cubicBezTo>
                    <a:pt x="15246" y="6570"/>
                    <a:pt x="15175" y="6577"/>
                    <a:pt x="15101" y="6577"/>
                  </a:cubicBezTo>
                  <a:cubicBezTo>
                    <a:pt x="14798" y="6577"/>
                    <a:pt x="14439" y="6465"/>
                    <a:pt x="14144" y="6224"/>
                  </a:cubicBezTo>
                  <a:cubicBezTo>
                    <a:pt x="13777" y="5957"/>
                    <a:pt x="13443" y="5456"/>
                    <a:pt x="13143" y="4889"/>
                  </a:cubicBezTo>
                  <a:cubicBezTo>
                    <a:pt x="12843" y="4322"/>
                    <a:pt x="12509" y="3688"/>
                    <a:pt x="12109" y="3121"/>
                  </a:cubicBezTo>
                  <a:cubicBezTo>
                    <a:pt x="12009" y="2988"/>
                    <a:pt x="11875" y="2821"/>
                    <a:pt x="11775" y="2688"/>
                  </a:cubicBezTo>
                  <a:cubicBezTo>
                    <a:pt x="11642" y="2521"/>
                    <a:pt x="11475" y="2387"/>
                    <a:pt x="11342" y="2287"/>
                  </a:cubicBezTo>
                  <a:cubicBezTo>
                    <a:pt x="11041" y="2021"/>
                    <a:pt x="10708" y="1787"/>
                    <a:pt x="10308" y="1654"/>
                  </a:cubicBezTo>
                  <a:cubicBezTo>
                    <a:pt x="10106" y="1592"/>
                    <a:pt x="9904" y="1566"/>
                    <a:pt x="9706" y="1566"/>
                  </a:cubicBezTo>
                  <a:cubicBezTo>
                    <a:pt x="9478" y="1566"/>
                    <a:pt x="9254" y="1600"/>
                    <a:pt x="9040" y="1654"/>
                  </a:cubicBezTo>
                  <a:cubicBezTo>
                    <a:pt x="8673" y="1720"/>
                    <a:pt x="8339" y="1854"/>
                    <a:pt x="8006" y="1987"/>
                  </a:cubicBezTo>
                  <a:cubicBezTo>
                    <a:pt x="7437" y="2197"/>
                    <a:pt x="6895" y="2326"/>
                    <a:pt x="6379" y="2326"/>
                  </a:cubicBezTo>
                  <a:cubicBezTo>
                    <a:pt x="6321" y="2326"/>
                    <a:pt x="6263" y="2324"/>
                    <a:pt x="6205" y="2321"/>
                  </a:cubicBezTo>
                  <a:cubicBezTo>
                    <a:pt x="6105" y="2287"/>
                    <a:pt x="5938" y="2287"/>
                    <a:pt x="5804" y="2221"/>
                  </a:cubicBezTo>
                  <a:cubicBezTo>
                    <a:pt x="5638" y="2221"/>
                    <a:pt x="5504" y="2154"/>
                    <a:pt x="5371" y="2121"/>
                  </a:cubicBezTo>
                  <a:cubicBezTo>
                    <a:pt x="5137" y="1987"/>
                    <a:pt x="4837" y="1820"/>
                    <a:pt x="4603" y="1620"/>
                  </a:cubicBezTo>
                  <a:cubicBezTo>
                    <a:pt x="4036" y="1187"/>
                    <a:pt x="3536" y="686"/>
                    <a:pt x="2869" y="286"/>
                  </a:cubicBezTo>
                  <a:cubicBezTo>
                    <a:pt x="2669" y="153"/>
                    <a:pt x="2502" y="52"/>
                    <a:pt x="2268" y="19"/>
                  </a:cubicBezTo>
                  <a:cubicBezTo>
                    <a:pt x="2191" y="8"/>
                    <a:pt x="2109" y="1"/>
                    <a:pt x="2026"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8" name="Google Shape;548;p5"/>
            <p:cNvSpPr/>
            <p:nvPr/>
          </p:nvSpPr>
          <p:spPr>
            <a:xfrm>
              <a:off x="4053900" y="4830250"/>
              <a:ext cx="454175" cy="196100"/>
            </a:xfrm>
            <a:custGeom>
              <a:avLst/>
              <a:gdLst/>
              <a:ahLst/>
              <a:cxnLst/>
              <a:rect l="l" t="t" r="r" b="b"/>
              <a:pathLst>
                <a:path w="18167" h="7844" extrusionOk="0">
                  <a:moveTo>
                    <a:pt x="9442" y="1"/>
                  </a:moveTo>
                  <a:cubicBezTo>
                    <a:pt x="9145" y="1"/>
                    <a:pt x="8857" y="38"/>
                    <a:pt x="8607" y="113"/>
                  </a:cubicBezTo>
                  <a:cubicBezTo>
                    <a:pt x="8507" y="147"/>
                    <a:pt x="8373" y="180"/>
                    <a:pt x="8273" y="180"/>
                  </a:cubicBezTo>
                  <a:lnTo>
                    <a:pt x="8340" y="180"/>
                  </a:lnTo>
                  <a:cubicBezTo>
                    <a:pt x="7906" y="280"/>
                    <a:pt x="7573" y="580"/>
                    <a:pt x="7339" y="847"/>
                  </a:cubicBezTo>
                  <a:cubicBezTo>
                    <a:pt x="7072" y="1147"/>
                    <a:pt x="6872" y="1448"/>
                    <a:pt x="6672" y="1648"/>
                  </a:cubicBezTo>
                  <a:cubicBezTo>
                    <a:pt x="6405" y="1848"/>
                    <a:pt x="6205" y="2015"/>
                    <a:pt x="5905" y="2081"/>
                  </a:cubicBezTo>
                  <a:cubicBezTo>
                    <a:pt x="5812" y="2092"/>
                    <a:pt x="5722" y="2099"/>
                    <a:pt x="5636" y="2099"/>
                  </a:cubicBezTo>
                  <a:cubicBezTo>
                    <a:pt x="5443" y="2099"/>
                    <a:pt x="5265" y="2063"/>
                    <a:pt x="5104" y="1948"/>
                  </a:cubicBezTo>
                  <a:cubicBezTo>
                    <a:pt x="4670" y="1648"/>
                    <a:pt x="4437" y="780"/>
                    <a:pt x="3670" y="347"/>
                  </a:cubicBezTo>
                  <a:lnTo>
                    <a:pt x="3536" y="280"/>
                  </a:lnTo>
                  <a:cubicBezTo>
                    <a:pt x="3436" y="247"/>
                    <a:pt x="3403" y="247"/>
                    <a:pt x="3370" y="247"/>
                  </a:cubicBezTo>
                  <a:lnTo>
                    <a:pt x="3103" y="180"/>
                  </a:lnTo>
                  <a:cubicBezTo>
                    <a:pt x="2936" y="113"/>
                    <a:pt x="2736" y="113"/>
                    <a:pt x="2569" y="113"/>
                  </a:cubicBezTo>
                  <a:cubicBezTo>
                    <a:pt x="2402" y="113"/>
                    <a:pt x="2202" y="147"/>
                    <a:pt x="2035" y="147"/>
                  </a:cubicBezTo>
                  <a:cubicBezTo>
                    <a:pt x="1835" y="180"/>
                    <a:pt x="1668" y="247"/>
                    <a:pt x="1502" y="313"/>
                  </a:cubicBezTo>
                  <a:cubicBezTo>
                    <a:pt x="1168" y="480"/>
                    <a:pt x="901" y="747"/>
                    <a:pt x="701" y="981"/>
                  </a:cubicBezTo>
                  <a:cubicBezTo>
                    <a:pt x="601" y="1114"/>
                    <a:pt x="534" y="1281"/>
                    <a:pt x="434" y="1414"/>
                  </a:cubicBezTo>
                  <a:cubicBezTo>
                    <a:pt x="401" y="1514"/>
                    <a:pt x="334" y="1681"/>
                    <a:pt x="267" y="1814"/>
                  </a:cubicBezTo>
                  <a:cubicBezTo>
                    <a:pt x="67" y="2348"/>
                    <a:pt x="34" y="2849"/>
                    <a:pt x="34" y="3282"/>
                  </a:cubicBezTo>
                  <a:cubicBezTo>
                    <a:pt x="0" y="3682"/>
                    <a:pt x="34" y="4016"/>
                    <a:pt x="34" y="4250"/>
                  </a:cubicBezTo>
                  <a:cubicBezTo>
                    <a:pt x="67" y="4450"/>
                    <a:pt x="67" y="4583"/>
                    <a:pt x="67" y="4583"/>
                  </a:cubicBezTo>
                  <a:cubicBezTo>
                    <a:pt x="82" y="4688"/>
                    <a:pt x="158" y="4739"/>
                    <a:pt x="237" y="4739"/>
                  </a:cubicBezTo>
                  <a:cubicBezTo>
                    <a:pt x="333" y="4739"/>
                    <a:pt x="434" y="4663"/>
                    <a:pt x="434" y="4516"/>
                  </a:cubicBezTo>
                  <a:lnTo>
                    <a:pt x="434" y="4183"/>
                  </a:lnTo>
                  <a:cubicBezTo>
                    <a:pt x="434" y="3983"/>
                    <a:pt x="434" y="3649"/>
                    <a:pt x="501" y="3282"/>
                  </a:cubicBezTo>
                  <a:cubicBezTo>
                    <a:pt x="501" y="2849"/>
                    <a:pt x="568" y="2415"/>
                    <a:pt x="734" y="1948"/>
                  </a:cubicBezTo>
                  <a:cubicBezTo>
                    <a:pt x="868" y="1481"/>
                    <a:pt x="1201" y="1014"/>
                    <a:pt x="1702" y="814"/>
                  </a:cubicBezTo>
                  <a:cubicBezTo>
                    <a:pt x="1835" y="747"/>
                    <a:pt x="2002" y="747"/>
                    <a:pt x="2102" y="680"/>
                  </a:cubicBezTo>
                  <a:cubicBezTo>
                    <a:pt x="2235" y="680"/>
                    <a:pt x="2324" y="665"/>
                    <a:pt x="2418" y="665"/>
                  </a:cubicBezTo>
                  <a:cubicBezTo>
                    <a:pt x="2465" y="665"/>
                    <a:pt x="2513" y="669"/>
                    <a:pt x="2569" y="680"/>
                  </a:cubicBezTo>
                  <a:cubicBezTo>
                    <a:pt x="2736" y="747"/>
                    <a:pt x="2869" y="747"/>
                    <a:pt x="3036" y="780"/>
                  </a:cubicBezTo>
                  <a:lnTo>
                    <a:pt x="3303" y="814"/>
                  </a:lnTo>
                  <a:cubicBezTo>
                    <a:pt x="3336" y="847"/>
                    <a:pt x="3370" y="847"/>
                    <a:pt x="3370" y="847"/>
                  </a:cubicBezTo>
                  <a:lnTo>
                    <a:pt x="3470" y="914"/>
                  </a:lnTo>
                  <a:cubicBezTo>
                    <a:pt x="3703" y="1014"/>
                    <a:pt x="3870" y="1281"/>
                    <a:pt x="4070" y="1581"/>
                  </a:cubicBezTo>
                  <a:cubicBezTo>
                    <a:pt x="4304" y="1848"/>
                    <a:pt x="4470" y="2181"/>
                    <a:pt x="4837" y="2482"/>
                  </a:cubicBezTo>
                  <a:cubicBezTo>
                    <a:pt x="5134" y="2704"/>
                    <a:pt x="5462" y="2798"/>
                    <a:pt x="5786" y="2798"/>
                  </a:cubicBezTo>
                  <a:cubicBezTo>
                    <a:pt x="6335" y="2798"/>
                    <a:pt x="6870" y="2526"/>
                    <a:pt x="7206" y="2148"/>
                  </a:cubicBezTo>
                  <a:cubicBezTo>
                    <a:pt x="7506" y="1915"/>
                    <a:pt x="7706" y="1614"/>
                    <a:pt x="7906" y="1347"/>
                  </a:cubicBezTo>
                  <a:cubicBezTo>
                    <a:pt x="8140" y="1147"/>
                    <a:pt x="8340" y="981"/>
                    <a:pt x="8540" y="947"/>
                  </a:cubicBezTo>
                  <a:lnTo>
                    <a:pt x="8573" y="947"/>
                  </a:lnTo>
                  <a:cubicBezTo>
                    <a:pt x="8673" y="914"/>
                    <a:pt x="8740" y="914"/>
                    <a:pt x="8873" y="880"/>
                  </a:cubicBezTo>
                  <a:cubicBezTo>
                    <a:pt x="9074" y="805"/>
                    <a:pt x="9274" y="768"/>
                    <a:pt x="9488" y="768"/>
                  </a:cubicBezTo>
                  <a:cubicBezTo>
                    <a:pt x="9559" y="768"/>
                    <a:pt x="9632" y="772"/>
                    <a:pt x="9707" y="780"/>
                  </a:cubicBezTo>
                  <a:cubicBezTo>
                    <a:pt x="10008" y="814"/>
                    <a:pt x="10241" y="947"/>
                    <a:pt x="10508" y="1114"/>
                  </a:cubicBezTo>
                  <a:cubicBezTo>
                    <a:pt x="10975" y="1481"/>
                    <a:pt x="11309" y="2115"/>
                    <a:pt x="11575" y="2782"/>
                  </a:cubicBezTo>
                  <a:cubicBezTo>
                    <a:pt x="12176" y="4083"/>
                    <a:pt x="12576" y="5550"/>
                    <a:pt x="13477" y="6651"/>
                  </a:cubicBezTo>
                  <a:cubicBezTo>
                    <a:pt x="13877" y="7252"/>
                    <a:pt x="14511" y="7619"/>
                    <a:pt x="15078" y="7752"/>
                  </a:cubicBezTo>
                  <a:cubicBezTo>
                    <a:pt x="15321" y="7820"/>
                    <a:pt x="15553" y="7843"/>
                    <a:pt x="15769" y="7843"/>
                  </a:cubicBezTo>
                  <a:cubicBezTo>
                    <a:pt x="16088" y="7843"/>
                    <a:pt x="16374" y="7792"/>
                    <a:pt x="16612" y="7752"/>
                  </a:cubicBezTo>
                  <a:cubicBezTo>
                    <a:pt x="16846" y="7719"/>
                    <a:pt x="17013" y="7619"/>
                    <a:pt x="17179" y="7585"/>
                  </a:cubicBezTo>
                  <a:cubicBezTo>
                    <a:pt x="17346" y="7552"/>
                    <a:pt x="17446" y="7485"/>
                    <a:pt x="17580" y="7452"/>
                  </a:cubicBezTo>
                  <a:cubicBezTo>
                    <a:pt x="17780" y="7385"/>
                    <a:pt x="17913" y="7318"/>
                    <a:pt x="17913" y="7318"/>
                  </a:cubicBezTo>
                  <a:cubicBezTo>
                    <a:pt x="18166" y="7224"/>
                    <a:pt x="18060" y="6949"/>
                    <a:pt x="17764" y="6949"/>
                  </a:cubicBezTo>
                  <a:cubicBezTo>
                    <a:pt x="17747" y="6949"/>
                    <a:pt x="17731" y="6950"/>
                    <a:pt x="17713" y="6951"/>
                  </a:cubicBezTo>
                  <a:cubicBezTo>
                    <a:pt x="17713" y="6951"/>
                    <a:pt x="17580" y="6985"/>
                    <a:pt x="17380" y="7085"/>
                  </a:cubicBezTo>
                  <a:cubicBezTo>
                    <a:pt x="17279" y="7118"/>
                    <a:pt x="17179" y="7152"/>
                    <a:pt x="17013" y="7185"/>
                  </a:cubicBezTo>
                  <a:cubicBezTo>
                    <a:pt x="16879" y="7252"/>
                    <a:pt x="16712" y="7285"/>
                    <a:pt x="16512" y="7318"/>
                  </a:cubicBezTo>
                  <a:cubicBezTo>
                    <a:pt x="16326" y="7365"/>
                    <a:pt x="16134" y="7390"/>
                    <a:pt x="15930" y="7390"/>
                  </a:cubicBezTo>
                  <a:cubicBezTo>
                    <a:pt x="15695" y="7390"/>
                    <a:pt x="15446" y="7357"/>
                    <a:pt x="15178" y="7285"/>
                  </a:cubicBezTo>
                  <a:cubicBezTo>
                    <a:pt x="14678" y="7152"/>
                    <a:pt x="14211" y="6818"/>
                    <a:pt x="13844" y="6318"/>
                  </a:cubicBezTo>
                  <a:cubicBezTo>
                    <a:pt x="13076" y="5317"/>
                    <a:pt x="12743" y="3849"/>
                    <a:pt x="12176" y="2482"/>
                  </a:cubicBezTo>
                  <a:cubicBezTo>
                    <a:pt x="11876" y="1781"/>
                    <a:pt x="11509" y="1081"/>
                    <a:pt x="10875" y="514"/>
                  </a:cubicBezTo>
                  <a:cubicBezTo>
                    <a:pt x="10541" y="280"/>
                    <a:pt x="10174" y="80"/>
                    <a:pt x="9741" y="13"/>
                  </a:cubicBezTo>
                  <a:cubicBezTo>
                    <a:pt x="9641" y="5"/>
                    <a:pt x="9541" y="1"/>
                    <a:pt x="9442"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9" name="Google Shape;549;p5"/>
            <p:cNvSpPr/>
            <p:nvPr/>
          </p:nvSpPr>
          <p:spPr>
            <a:xfrm>
              <a:off x="5743975" y="3920375"/>
              <a:ext cx="416275" cy="161350"/>
            </a:xfrm>
            <a:custGeom>
              <a:avLst/>
              <a:gdLst/>
              <a:ahLst/>
              <a:cxnLst/>
              <a:rect l="l" t="t" r="r" b="b"/>
              <a:pathLst>
                <a:path w="16651" h="6454" extrusionOk="0">
                  <a:moveTo>
                    <a:pt x="3860" y="1"/>
                  </a:moveTo>
                  <a:cubicBezTo>
                    <a:pt x="3763" y="1"/>
                    <a:pt x="3682" y="15"/>
                    <a:pt x="3615" y="15"/>
                  </a:cubicBezTo>
                  <a:cubicBezTo>
                    <a:pt x="3515" y="82"/>
                    <a:pt x="3448" y="82"/>
                    <a:pt x="3381" y="82"/>
                  </a:cubicBezTo>
                  <a:cubicBezTo>
                    <a:pt x="3348" y="82"/>
                    <a:pt x="3281" y="116"/>
                    <a:pt x="3215" y="116"/>
                  </a:cubicBezTo>
                  <a:cubicBezTo>
                    <a:pt x="3148" y="116"/>
                    <a:pt x="3015" y="149"/>
                    <a:pt x="2948" y="182"/>
                  </a:cubicBezTo>
                  <a:cubicBezTo>
                    <a:pt x="2848" y="249"/>
                    <a:pt x="2814" y="282"/>
                    <a:pt x="2714" y="316"/>
                  </a:cubicBezTo>
                  <a:cubicBezTo>
                    <a:pt x="2614" y="416"/>
                    <a:pt x="2514" y="449"/>
                    <a:pt x="2447" y="482"/>
                  </a:cubicBezTo>
                  <a:lnTo>
                    <a:pt x="2481" y="482"/>
                  </a:lnTo>
                  <a:cubicBezTo>
                    <a:pt x="2014" y="683"/>
                    <a:pt x="1647" y="1116"/>
                    <a:pt x="1480" y="1483"/>
                  </a:cubicBezTo>
                  <a:cubicBezTo>
                    <a:pt x="1280" y="1883"/>
                    <a:pt x="1180" y="2250"/>
                    <a:pt x="1147" y="2584"/>
                  </a:cubicBezTo>
                  <a:cubicBezTo>
                    <a:pt x="1013" y="3184"/>
                    <a:pt x="980" y="3651"/>
                    <a:pt x="813" y="3985"/>
                  </a:cubicBezTo>
                  <a:cubicBezTo>
                    <a:pt x="646" y="4319"/>
                    <a:pt x="479" y="4485"/>
                    <a:pt x="346" y="4552"/>
                  </a:cubicBezTo>
                  <a:cubicBezTo>
                    <a:pt x="213" y="4685"/>
                    <a:pt x="146" y="4685"/>
                    <a:pt x="146" y="4685"/>
                  </a:cubicBezTo>
                  <a:cubicBezTo>
                    <a:pt x="0" y="4773"/>
                    <a:pt x="33" y="5038"/>
                    <a:pt x="220" y="5038"/>
                  </a:cubicBezTo>
                  <a:cubicBezTo>
                    <a:pt x="248" y="5038"/>
                    <a:pt x="278" y="5032"/>
                    <a:pt x="313" y="5019"/>
                  </a:cubicBezTo>
                  <a:cubicBezTo>
                    <a:pt x="313" y="5019"/>
                    <a:pt x="379" y="5019"/>
                    <a:pt x="546" y="4886"/>
                  </a:cubicBezTo>
                  <a:cubicBezTo>
                    <a:pt x="713" y="4786"/>
                    <a:pt x="980" y="4552"/>
                    <a:pt x="1180" y="4185"/>
                  </a:cubicBezTo>
                  <a:cubicBezTo>
                    <a:pt x="1380" y="3785"/>
                    <a:pt x="1480" y="3284"/>
                    <a:pt x="1614" y="2651"/>
                  </a:cubicBezTo>
                  <a:cubicBezTo>
                    <a:pt x="1714" y="2084"/>
                    <a:pt x="1947" y="1316"/>
                    <a:pt x="2681" y="983"/>
                  </a:cubicBezTo>
                  <a:lnTo>
                    <a:pt x="2714" y="983"/>
                  </a:lnTo>
                  <a:cubicBezTo>
                    <a:pt x="2781" y="949"/>
                    <a:pt x="2848" y="916"/>
                    <a:pt x="2981" y="849"/>
                  </a:cubicBezTo>
                  <a:cubicBezTo>
                    <a:pt x="3048" y="849"/>
                    <a:pt x="3115" y="816"/>
                    <a:pt x="3181" y="783"/>
                  </a:cubicBezTo>
                  <a:cubicBezTo>
                    <a:pt x="3281" y="783"/>
                    <a:pt x="3348" y="783"/>
                    <a:pt x="3448" y="716"/>
                  </a:cubicBezTo>
                  <a:cubicBezTo>
                    <a:pt x="3556" y="684"/>
                    <a:pt x="3671" y="665"/>
                    <a:pt x="3789" y="665"/>
                  </a:cubicBezTo>
                  <a:cubicBezTo>
                    <a:pt x="4037" y="665"/>
                    <a:pt x="4301" y="746"/>
                    <a:pt x="4549" y="949"/>
                  </a:cubicBezTo>
                  <a:cubicBezTo>
                    <a:pt x="4949" y="1250"/>
                    <a:pt x="5316" y="1750"/>
                    <a:pt x="5750" y="2250"/>
                  </a:cubicBezTo>
                  <a:cubicBezTo>
                    <a:pt x="5950" y="2484"/>
                    <a:pt x="6184" y="2717"/>
                    <a:pt x="6517" y="2951"/>
                  </a:cubicBezTo>
                  <a:cubicBezTo>
                    <a:pt x="6851" y="3151"/>
                    <a:pt x="7284" y="3184"/>
                    <a:pt x="7651" y="3184"/>
                  </a:cubicBezTo>
                  <a:lnTo>
                    <a:pt x="7851" y="3184"/>
                  </a:lnTo>
                  <a:cubicBezTo>
                    <a:pt x="7951" y="3151"/>
                    <a:pt x="8052" y="3151"/>
                    <a:pt x="8152" y="3118"/>
                  </a:cubicBezTo>
                  <a:cubicBezTo>
                    <a:pt x="8819" y="2817"/>
                    <a:pt x="9186" y="2284"/>
                    <a:pt x="9653" y="2084"/>
                  </a:cubicBezTo>
                  <a:cubicBezTo>
                    <a:pt x="9853" y="1950"/>
                    <a:pt x="10120" y="1917"/>
                    <a:pt x="10353" y="1917"/>
                  </a:cubicBezTo>
                  <a:cubicBezTo>
                    <a:pt x="10620" y="1917"/>
                    <a:pt x="10887" y="1984"/>
                    <a:pt x="11120" y="2117"/>
                  </a:cubicBezTo>
                  <a:cubicBezTo>
                    <a:pt x="11487" y="2317"/>
                    <a:pt x="11621" y="2984"/>
                    <a:pt x="11854" y="3585"/>
                  </a:cubicBezTo>
                  <a:cubicBezTo>
                    <a:pt x="11954" y="3751"/>
                    <a:pt x="11988" y="3852"/>
                    <a:pt x="12054" y="4018"/>
                  </a:cubicBezTo>
                  <a:cubicBezTo>
                    <a:pt x="12121" y="4118"/>
                    <a:pt x="12121" y="4152"/>
                    <a:pt x="12188" y="4285"/>
                  </a:cubicBezTo>
                  <a:lnTo>
                    <a:pt x="12321" y="4485"/>
                  </a:lnTo>
                  <a:cubicBezTo>
                    <a:pt x="12488" y="4752"/>
                    <a:pt x="12655" y="4986"/>
                    <a:pt x="12855" y="5186"/>
                  </a:cubicBezTo>
                  <a:cubicBezTo>
                    <a:pt x="13255" y="5653"/>
                    <a:pt x="13656" y="6086"/>
                    <a:pt x="14156" y="6287"/>
                  </a:cubicBezTo>
                  <a:cubicBezTo>
                    <a:pt x="14406" y="6403"/>
                    <a:pt x="14665" y="6453"/>
                    <a:pt x="14911" y="6453"/>
                  </a:cubicBezTo>
                  <a:cubicBezTo>
                    <a:pt x="15157" y="6453"/>
                    <a:pt x="15390" y="6403"/>
                    <a:pt x="15590" y="6320"/>
                  </a:cubicBezTo>
                  <a:cubicBezTo>
                    <a:pt x="15757" y="6253"/>
                    <a:pt x="15924" y="6153"/>
                    <a:pt x="16024" y="6086"/>
                  </a:cubicBezTo>
                  <a:cubicBezTo>
                    <a:pt x="16157" y="5986"/>
                    <a:pt x="16257" y="5920"/>
                    <a:pt x="16324" y="5820"/>
                  </a:cubicBezTo>
                  <a:cubicBezTo>
                    <a:pt x="16458" y="5653"/>
                    <a:pt x="16524" y="5586"/>
                    <a:pt x="16524" y="5586"/>
                  </a:cubicBezTo>
                  <a:cubicBezTo>
                    <a:pt x="16651" y="5460"/>
                    <a:pt x="16547" y="5295"/>
                    <a:pt x="16417" y="5295"/>
                  </a:cubicBezTo>
                  <a:cubicBezTo>
                    <a:pt x="16376" y="5295"/>
                    <a:pt x="16331" y="5312"/>
                    <a:pt x="16291" y="5353"/>
                  </a:cubicBezTo>
                  <a:lnTo>
                    <a:pt x="16057" y="5553"/>
                  </a:lnTo>
                  <a:cubicBezTo>
                    <a:pt x="15991" y="5653"/>
                    <a:pt x="15890" y="5686"/>
                    <a:pt x="15790" y="5786"/>
                  </a:cubicBezTo>
                  <a:cubicBezTo>
                    <a:pt x="15690" y="5853"/>
                    <a:pt x="15557" y="5953"/>
                    <a:pt x="15390" y="5986"/>
                  </a:cubicBezTo>
                  <a:cubicBezTo>
                    <a:pt x="15275" y="6044"/>
                    <a:pt x="15136" y="6077"/>
                    <a:pt x="14985" y="6077"/>
                  </a:cubicBezTo>
                  <a:cubicBezTo>
                    <a:pt x="14785" y="6077"/>
                    <a:pt x="14565" y="6019"/>
                    <a:pt x="14356" y="5886"/>
                  </a:cubicBezTo>
                  <a:cubicBezTo>
                    <a:pt x="13989" y="5686"/>
                    <a:pt x="13622" y="5319"/>
                    <a:pt x="13289" y="4886"/>
                  </a:cubicBezTo>
                  <a:cubicBezTo>
                    <a:pt x="13122" y="4685"/>
                    <a:pt x="12955" y="4452"/>
                    <a:pt x="12788" y="4185"/>
                  </a:cubicBezTo>
                  <a:lnTo>
                    <a:pt x="12655" y="3985"/>
                  </a:lnTo>
                  <a:cubicBezTo>
                    <a:pt x="12621" y="3985"/>
                    <a:pt x="12621" y="3852"/>
                    <a:pt x="12555" y="3818"/>
                  </a:cubicBezTo>
                  <a:cubicBezTo>
                    <a:pt x="12488" y="3685"/>
                    <a:pt x="12455" y="3518"/>
                    <a:pt x="12388" y="3385"/>
                  </a:cubicBezTo>
                  <a:cubicBezTo>
                    <a:pt x="12321" y="3118"/>
                    <a:pt x="12221" y="2817"/>
                    <a:pt x="12121" y="2484"/>
                  </a:cubicBezTo>
                  <a:cubicBezTo>
                    <a:pt x="11988" y="2150"/>
                    <a:pt x="11788" y="1783"/>
                    <a:pt x="11454" y="1550"/>
                  </a:cubicBezTo>
                  <a:cubicBezTo>
                    <a:pt x="11054" y="1350"/>
                    <a:pt x="10720" y="1283"/>
                    <a:pt x="10353" y="1216"/>
                  </a:cubicBezTo>
                  <a:cubicBezTo>
                    <a:pt x="10306" y="1212"/>
                    <a:pt x="10258" y="1210"/>
                    <a:pt x="10211" y="1210"/>
                  </a:cubicBezTo>
                  <a:cubicBezTo>
                    <a:pt x="9892" y="1210"/>
                    <a:pt x="9576" y="1305"/>
                    <a:pt x="9286" y="1450"/>
                  </a:cubicBezTo>
                  <a:cubicBezTo>
                    <a:pt x="8652" y="1783"/>
                    <a:pt x="8218" y="2284"/>
                    <a:pt x="7851" y="2384"/>
                  </a:cubicBezTo>
                  <a:cubicBezTo>
                    <a:pt x="7718" y="2451"/>
                    <a:pt x="7618" y="2451"/>
                    <a:pt x="7551" y="2451"/>
                  </a:cubicBezTo>
                  <a:lnTo>
                    <a:pt x="7518" y="2451"/>
                  </a:lnTo>
                  <a:cubicBezTo>
                    <a:pt x="7494" y="2452"/>
                    <a:pt x="7470" y="2453"/>
                    <a:pt x="7447" y="2453"/>
                  </a:cubicBezTo>
                  <a:cubicBezTo>
                    <a:pt x="7007" y="2453"/>
                    <a:pt x="6595" y="2162"/>
                    <a:pt x="6184" y="1750"/>
                  </a:cubicBezTo>
                  <a:cubicBezTo>
                    <a:pt x="5817" y="1283"/>
                    <a:pt x="5450" y="716"/>
                    <a:pt x="4883" y="349"/>
                  </a:cubicBezTo>
                  <a:cubicBezTo>
                    <a:pt x="4816" y="316"/>
                    <a:pt x="4783" y="282"/>
                    <a:pt x="4682" y="216"/>
                  </a:cubicBezTo>
                  <a:cubicBezTo>
                    <a:pt x="4649" y="182"/>
                    <a:pt x="4549" y="182"/>
                    <a:pt x="4482" y="149"/>
                  </a:cubicBezTo>
                  <a:cubicBezTo>
                    <a:pt x="4315" y="82"/>
                    <a:pt x="4182" y="82"/>
                    <a:pt x="4015" y="15"/>
                  </a:cubicBezTo>
                  <a:cubicBezTo>
                    <a:pt x="3960" y="4"/>
                    <a:pt x="3908" y="1"/>
                    <a:pt x="3860"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0" name="Google Shape;550;p5"/>
            <p:cNvSpPr/>
            <p:nvPr/>
          </p:nvSpPr>
          <p:spPr>
            <a:xfrm>
              <a:off x="5752600" y="5140500"/>
              <a:ext cx="458700" cy="205450"/>
            </a:xfrm>
            <a:custGeom>
              <a:avLst/>
              <a:gdLst/>
              <a:ahLst/>
              <a:cxnLst/>
              <a:rect l="l" t="t" r="r" b="b"/>
              <a:pathLst>
                <a:path w="18348" h="8218" extrusionOk="0">
                  <a:moveTo>
                    <a:pt x="12508" y="0"/>
                  </a:moveTo>
                  <a:cubicBezTo>
                    <a:pt x="12453" y="0"/>
                    <a:pt x="12398" y="4"/>
                    <a:pt x="12343" y="12"/>
                  </a:cubicBezTo>
                  <a:cubicBezTo>
                    <a:pt x="12210" y="12"/>
                    <a:pt x="12143" y="45"/>
                    <a:pt x="12010" y="45"/>
                  </a:cubicBezTo>
                  <a:cubicBezTo>
                    <a:pt x="11943" y="45"/>
                    <a:pt x="11809" y="145"/>
                    <a:pt x="11676" y="179"/>
                  </a:cubicBezTo>
                  <a:cubicBezTo>
                    <a:pt x="11543" y="246"/>
                    <a:pt x="11476" y="312"/>
                    <a:pt x="11376" y="379"/>
                  </a:cubicBezTo>
                  <a:lnTo>
                    <a:pt x="11176" y="579"/>
                  </a:lnTo>
                  <a:cubicBezTo>
                    <a:pt x="10642" y="1180"/>
                    <a:pt x="10308" y="1813"/>
                    <a:pt x="9975" y="2347"/>
                  </a:cubicBezTo>
                  <a:cubicBezTo>
                    <a:pt x="9641" y="2881"/>
                    <a:pt x="9308" y="3515"/>
                    <a:pt x="8941" y="4082"/>
                  </a:cubicBezTo>
                  <a:cubicBezTo>
                    <a:pt x="8774" y="4382"/>
                    <a:pt x="8540" y="4682"/>
                    <a:pt x="8340" y="4882"/>
                  </a:cubicBezTo>
                  <a:lnTo>
                    <a:pt x="8274" y="4949"/>
                  </a:lnTo>
                  <a:lnTo>
                    <a:pt x="8174" y="5016"/>
                  </a:lnTo>
                  <a:cubicBezTo>
                    <a:pt x="8174" y="5049"/>
                    <a:pt x="8107" y="5082"/>
                    <a:pt x="8007" y="5082"/>
                  </a:cubicBezTo>
                  <a:cubicBezTo>
                    <a:pt x="7840" y="5149"/>
                    <a:pt x="7707" y="5149"/>
                    <a:pt x="7540" y="5149"/>
                  </a:cubicBezTo>
                  <a:cubicBezTo>
                    <a:pt x="6939" y="5149"/>
                    <a:pt x="6339" y="4682"/>
                    <a:pt x="5605" y="4382"/>
                  </a:cubicBezTo>
                  <a:cubicBezTo>
                    <a:pt x="5505" y="4348"/>
                    <a:pt x="5405" y="4315"/>
                    <a:pt x="5305" y="4315"/>
                  </a:cubicBezTo>
                  <a:cubicBezTo>
                    <a:pt x="5271" y="4315"/>
                    <a:pt x="5238" y="4248"/>
                    <a:pt x="5138" y="4248"/>
                  </a:cubicBezTo>
                  <a:lnTo>
                    <a:pt x="4971" y="4248"/>
                  </a:lnTo>
                  <a:cubicBezTo>
                    <a:pt x="4771" y="4248"/>
                    <a:pt x="4604" y="4248"/>
                    <a:pt x="4404" y="4315"/>
                  </a:cubicBezTo>
                  <a:cubicBezTo>
                    <a:pt x="4004" y="4348"/>
                    <a:pt x="3637" y="4449"/>
                    <a:pt x="3337" y="4682"/>
                  </a:cubicBezTo>
                  <a:cubicBezTo>
                    <a:pt x="2736" y="5049"/>
                    <a:pt x="2336" y="5616"/>
                    <a:pt x="2069" y="6116"/>
                  </a:cubicBezTo>
                  <a:cubicBezTo>
                    <a:pt x="1769" y="6583"/>
                    <a:pt x="1569" y="7050"/>
                    <a:pt x="1302" y="7351"/>
                  </a:cubicBezTo>
                  <a:cubicBezTo>
                    <a:pt x="1269" y="7417"/>
                    <a:pt x="1168" y="7517"/>
                    <a:pt x="1135" y="7551"/>
                  </a:cubicBezTo>
                  <a:cubicBezTo>
                    <a:pt x="1102" y="7584"/>
                    <a:pt x="1068" y="7617"/>
                    <a:pt x="968" y="7684"/>
                  </a:cubicBezTo>
                  <a:cubicBezTo>
                    <a:pt x="935" y="7684"/>
                    <a:pt x="835" y="7718"/>
                    <a:pt x="802" y="7751"/>
                  </a:cubicBezTo>
                  <a:cubicBezTo>
                    <a:pt x="735" y="7751"/>
                    <a:pt x="668" y="7784"/>
                    <a:pt x="635" y="7784"/>
                  </a:cubicBezTo>
                  <a:cubicBezTo>
                    <a:pt x="601" y="7784"/>
                    <a:pt x="568" y="7851"/>
                    <a:pt x="501" y="7851"/>
                  </a:cubicBezTo>
                  <a:lnTo>
                    <a:pt x="335" y="7851"/>
                  </a:lnTo>
                  <a:cubicBezTo>
                    <a:pt x="101" y="7851"/>
                    <a:pt x="1" y="8218"/>
                    <a:pt x="335" y="8218"/>
                  </a:cubicBezTo>
                  <a:lnTo>
                    <a:pt x="568" y="8218"/>
                  </a:lnTo>
                  <a:cubicBezTo>
                    <a:pt x="601" y="8218"/>
                    <a:pt x="635" y="8185"/>
                    <a:pt x="735" y="8185"/>
                  </a:cubicBezTo>
                  <a:cubicBezTo>
                    <a:pt x="968" y="8118"/>
                    <a:pt x="1335" y="7918"/>
                    <a:pt x="1635" y="7584"/>
                  </a:cubicBezTo>
                  <a:cubicBezTo>
                    <a:pt x="1936" y="7251"/>
                    <a:pt x="2169" y="6817"/>
                    <a:pt x="2469" y="6350"/>
                  </a:cubicBezTo>
                  <a:cubicBezTo>
                    <a:pt x="2770" y="5883"/>
                    <a:pt x="3137" y="5383"/>
                    <a:pt x="3637" y="5082"/>
                  </a:cubicBezTo>
                  <a:cubicBezTo>
                    <a:pt x="3904" y="4916"/>
                    <a:pt x="4237" y="4849"/>
                    <a:pt x="4504" y="4782"/>
                  </a:cubicBezTo>
                  <a:lnTo>
                    <a:pt x="5138" y="4782"/>
                  </a:lnTo>
                  <a:cubicBezTo>
                    <a:pt x="5138" y="4782"/>
                    <a:pt x="5171" y="4849"/>
                    <a:pt x="5238" y="4849"/>
                  </a:cubicBezTo>
                  <a:cubicBezTo>
                    <a:pt x="5271" y="4882"/>
                    <a:pt x="5338" y="4882"/>
                    <a:pt x="5438" y="4916"/>
                  </a:cubicBezTo>
                  <a:cubicBezTo>
                    <a:pt x="5738" y="5049"/>
                    <a:pt x="6072" y="5249"/>
                    <a:pt x="6406" y="5416"/>
                  </a:cubicBezTo>
                  <a:cubicBezTo>
                    <a:pt x="6739" y="5583"/>
                    <a:pt x="7106" y="5749"/>
                    <a:pt x="7573" y="5783"/>
                  </a:cubicBezTo>
                  <a:cubicBezTo>
                    <a:pt x="7645" y="5804"/>
                    <a:pt x="7715" y="5811"/>
                    <a:pt x="7783" y="5811"/>
                  </a:cubicBezTo>
                  <a:cubicBezTo>
                    <a:pt x="7934" y="5811"/>
                    <a:pt x="8079" y="5773"/>
                    <a:pt x="8240" y="5749"/>
                  </a:cubicBezTo>
                  <a:cubicBezTo>
                    <a:pt x="8340" y="5716"/>
                    <a:pt x="8440" y="5716"/>
                    <a:pt x="8574" y="5616"/>
                  </a:cubicBezTo>
                  <a:cubicBezTo>
                    <a:pt x="8607" y="5583"/>
                    <a:pt x="8674" y="5549"/>
                    <a:pt x="8741" y="5516"/>
                  </a:cubicBezTo>
                  <a:lnTo>
                    <a:pt x="8841" y="5383"/>
                  </a:lnTo>
                  <a:cubicBezTo>
                    <a:pt x="9141" y="5082"/>
                    <a:pt x="9341" y="4749"/>
                    <a:pt x="9575" y="4449"/>
                  </a:cubicBezTo>
                  <a:cubicBezTo>
                    <a:pt x="9975" y="3848"/>
                    <a:pt x="10308" y="3214"/>
                    <a:pt x="10642" y="2681"/>
                  </a:cubicBezTo>
                  <a:cubicBezTo>
                    <a:pt x="10976" y="2114"/>
                    <a:pt x="11342" y="1513"/>
                    <a:pt x="11776" y="1046"/>
                  </a:cubicBezTo>
                  <a:cubicBezTo>
                    <a:pt x="11809" y="946"/>
                    <a:pt x="11910" y="913"/>
                    <a:pt x="11943" y="879"/>
                  </a:cubicBezTo>
                  <a:cubicBezTo>
                    <a:pt x="11976" y="846"/>
                    <a:pt x="12076" y="746"/>
                    <a:pt x="12110" y="746"/>
                  </a:cubicBezTo>
                  <a:cubicBezTo>
                    <a:pt x="12143" y="713"/>
                    <a:pt x="12343" y="679"/>
                    <a:pt x="12477" y="679"/>
                  </a:cubicBezTo>
                  <a:cubicBezTo>
                    <a:pt x="12539" y="665"/>
                    <a:pt x="12599" y="659"/>
                    <a:pt x="12657" y="659"/>
                  </a:cubicBezTo>
                  <a:cubicBezTo>
                    <a:pt x="12876" y="659"/>
                    <a:pt x="13066" y="754"/>
                    <a:pt x="13277" y="913"/>
                  </a:cubicBezTo>
                  <a:cubicBezTo>
                    <a:pt x="13778" y="1346"/>
                    <a:pt x="14111" y="2013"/>
                    <a:pt x="14411" y="2647"/>
                  </a:cubicBezTo>
                  <a:cubicBezTo>
                    <a:pt x="14678" y="3248"/>
                    <a:pt x="14945" y="3915"/>
                    <a:pt x="15179" y="4549"/>
                  </a:cubicBezTo>
                  <a:cubicBezTo>
                    <a:pt x="15679" y="5749"/>
                    <a:pt x="16179" y="6884"/>
                    <a:pt x="16813" y="7517"/>
                  </a:cubicBezTo>
                  <a:cubicBezTo>
                    <a:pt x="17113" y="7851"/>
                    <a:pt x="17447" y="8018"/>
                    <a:pt x="17680" y="8084"/>
                  </a:cubicBezTo>
                  <a:cubicBezTo>
                    <a:pt x="17814" y="8118"/>
                    <a:pt x="17914" y="8185"/>
                    <a:pt x="17981" y="8185"/>
                  </a:cubicBezTo>
                  <a:lnTo>
                    <a:pt x="18081" y="8185"/>
                  </a:lnTo>
                  <a:cubicBezTo>
                    <a:pt x="18347" y="8185"/>
                    <a:pt x="18314" y="7884"/>
                    <a:pt x="18047" y="7851"/>
                  </a:cubicBezTo>
                  <a:lnTo>
                    <a:pt x="17981" y="7851"/>
                  </a:lnTo>
                  <a:cubicBezTo>
                    <a:pt x="17947" y="7784"/>
                    <a:pt x="17847" y="7784"/>
                    <a:pt x="17780" y="7751"/>
                  </a:cubicBezTo>
                  <a:cubicBezTo>
                    <a:pt x="17547" y="7684"/>
                    <a:pt x="17313" y="7517"/>
                    <a:pt x="17047" y="7217"/>
                  </a:cubicBezTo>
                  <a:cubicBezTo>
                    <a:pt x="16546" y="6617"/>
                    <a:pt x="16113" y="5583"/>
                    <a:pt x="15646" y="4348"/>
                  </a:cubicBezTo>
                  <a:cubicBezTo>
                    <a:pt x="15445" y="3715"/>
                    <a:pt x="15179" y="3048"/>
                    <a:pt x="14878" y="2380"/>
                  </a:cubicBezTo>
                  <a:cubicBezTo>
                    <a:pt x="14545" y="1713"/>
                    <a:pt x="14278" y="1013"/>
                    <a:pt x="13611" y="412"/>
                  </a:cubicBezTo>
                  <a:cubicBezTo>
                    <a:pt x="13317" y="206"/>
                    <a:pt x="12919" y="0"/>
                    <a:pt x="12508"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1" name="Google Shape;551;p5"/>
            <p:cNvSpPr/>
            <p:nvPr/>
          </p:nvSpPr>
          <p:spPr>
            <a:xfrm>
              <a:off x="4787750" y="4697975"/>
              <a:ext cx="24225" cy="10875"/>
            </a:xfrm>
            <a:custGeom>
              <a:avLst/>
              <a:gdLst/>
              <a:ahLst/>
              <a:cxnLst/>
              <a:rect l="l" t="t" r="r" b="b"/>
              <a:pathLst>
                <a:path w="969" h="435" extrusionOk="0">
                  <a:moveTo>
                    <a:pt x="501" y="0"/>
                  </a:moveTo>
                  <a:cubicBezTo>
                    <a:pt x="301" y="0"/>
                    <a:pt x="34" y="167"/>
                    <a:pt x="34" y="167"/>
                  </a:cubicBezTo>
                  <a:cubicBezTo>
                    <a:pt x="1" y="167"/>
                    <a:pt x="67" y="401"/>
                    <a:pt x="67" y="401"/>
                  </a:cubicBezTo>
                  <a:cubicBezTo>
                    <a:pt x="67" y="401"/>
                    <a:pt x="334" y="434"/>
                    <a:pt x="501" y="434"/>
                  </a:cubicBezTo>
                  <a:cubicBezTo>
                    <a:pt x="668" y="434"/>
                    <a:pt x="901" y="334"/>
                    <a:pt x="901" y="334"/>
                  </a:cubicBezTo>
                  <a:cubicBezTo>
                    <a:pt x="901" y="334"/>
                    <a:pt x="901" y="100"/>
                    <a:pt x="968" y="100"/>
                  </a:cubicBezTo>
                  <a:cubicBezTo>
                    <a:pt x="968" y="100"/>
                    <a:pt x="668" y="0"/>
                    <a:pt x="501"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2" name="Google Shape;552;p5"/>
            <p:cNvSpPr/>
            <p:nvPr/>
          </p:nvSpPr>
          <p:spPr>
            <a:xfrm>
              <a:off x="4793600" y="4717150"/>
              <a:ext cx="27550" cy="12525"/>
            </a:xfrm>
            <a:custGeom>
              <a:avLst/>
              <a:gdLst/>
              <a:ahLst/>
              <a:cxnLst/>
              <a:rect l="l" t="t" r="r" b="b"/>
              <a:pathLst>
                <a:path w="1102" h="501" extrusionOk="0">
                  <a:moveTo>
                    <a:pt x="567" y="1"/>
                  </a:moveTo>
                  <a:cubicBezTo>
                    <a:pt x="334" y="1"/>
                    <a:pt x="0" y="134"/>
                    <a:pt x="0" y="134"/>
                  </a:cubicBezTo>
                  <a:lnTo>
                    <a:pt x="0" y="401"/>
                  </a:lnTo>
                  <a:cubicBezTo>
                    <a:pt x="0" y="401"/>
                    <a:pt x="334" y="501"/>
                    <a:pt x="567" y="501"/>
                  </a:cubicBezTo>
                  <a:cubicBezTo>
                    <a:pt x="767" y="501"/>
                    <a:pt x="1101" y="401"/>
                    <a:pt x="1101" y="401"/>
                  </a:cubicBezTo>
                  <a:lnTo>
                    <a:pt x="1101" y="134"/>
                  </a:lnTo>
                  <a:cubicBezTo>
                    <a:pt x="1101" y="134"/>
                    <a:pt x="767" y="1"/>
                    <a:pt x="567"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3" name="Google Shape;553;p5"/>
            <p:cNvSpPr/>
            <p:nvPr/>
          </p:nvSpPr>
          <p:spPr>
            <a:xfrm>
              <a:off x="4811950" y="4743850"/>
              <a:ext cx="14200" cy="12525"/>
            </a:xfrm>
            <a:custGeom>
              <a:avLst/>
              <a:gdLst/>
              <a:ahLst/>
              <a:cxnLst/>
              <a:rect l="l" t="t" r="r" b="b"/>
              <a:pathLst>
                <a:path w="568" h="501" extrusionOk="0">
                  <a:moveTo>
                    <a:pt x="267" y="0"/>
                  </a:moveTo>
                  <a:cubicBezTo>
                    <a:pt x="167" y="0"/>
                    <a:pt x="0" y="100"/>
                    <a:pt x="0" y="100"/>
                  </a:cubicBezTo>
                  <a:lnTo>
                    <a:pt x="0" y="367"/>
                  </a:lnTo>
                  <a:cubicBezTo>
                    <a:pt x="0" y="367"/>
                    <a:pt x="167" y="500"/>
                    <a:pt x="267" y="500"/>
                  </a:cubicBezTo>
                  <a:cubicBezTo>
                    <a:pt x="400" y="500"/>
                    <a:pt x="567" y="367"/>
                    <a:pt x="567" y="367"/>
                  </a:cubicBezTo>
                  <a:lnTo>
                    <a:pt x="567" y="100"/>
                  </a:lnTo>
                  <a:cubicBezTo>
                    <a:pt x="567" y="100"/>
                    <a:pt x="400" y="0"/>
                    <a:pt x="267"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4" name="Google Shape;554;p5"/>
            <p:cNvSpPr/>
            <p:nvPr/>
          </p:nvSpPr>
          <p:spPr>
            <a:xfrm>
              <a:off x="4830275" y="4766350"/>
              <a:ext cx="27550" cy="14300"/>
            </a:xfrm>
            <a:custGeom>
              <a:avLst/>
              <a:gdLst/>
              <a:ahLst/>
              <a:cxnLst/>
              <a:rect l="l" t="t" r="r" b="b"/>
              <a:pathLst>
                <a:path w="1102" h="572" extrusionOk="0">
                  <a:moveTo>
                    <a:pt x="835" y="1"/>
                  </a:moveTo>
                  <a:cubicBezTo>
                    <a:pt x="835" y="1"/>
                    <a:pt x="635" y="34"/>
                    <a:pt x="468" y="101"/>
                  </a:cubicBezTo>
                  <a:cubicBezTo>
                    <a:pt x="301" y="134"/>
                    <a:pt x="1" y="234"/>
                    <a:pt x="1" y="234"/>
                  </a:cubicBezTo>
                  <a:lnTo>
                    <a:pt x="1" y="501"/>
                  </a:lnTo>
                  <a:cubicBezTo>
                    <a:pt x="1" y="501"/>
                    <a:pt x="177" y="572"/>
                    <a:pt x="376" y="572"/>
                  </a:cubicBezTo>
                  <a:cubicBezTo>
                    <a:pt x="451" y="572"/>
                    <a:pt x="529" y="562"/>
                    <a:pt x="601" y="534"/>
                  </a:cubicBezTo>
                  <a:cubicBezTo>
                    <a:pt x="701" y="534"/>
                    <a:pt x="868" y="468"/>
                    <a:pt x="968" y="334"/>
                  </a:cubicBezTo>
                  <a:cubicBezTo>
                    <a:pt x="1035" y="268"/>
                    <a:pt x="1102" y="134"/>
                    <a:pt x="1102" y="134"/>
                  </a:cubicBezTo>
                  <a:cubicBezTo>
                    <a:pt x="1035" y="101"/>
                    <a:pt x="868" y="1"/>
                    <a:pt x="835"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5" name="Google Shape;555;p5"/>
            <p:cNvSpPr/>
            <p:nvPr/>
          </p:nvSpPr>
          <p:spPr>
            <a:xfrm>
              <a:off x="4972050" y="4750175"/>
              <a:ext cx="27550" cy="12400"/>
            </a:xfrm>
            <a:custGeom>
              <a:avLst/>
              <a:gdLst/>
              <a:ahLst/>
              <a:cxnLst/>
              <a:rect l="l" t="t" r="r" b="b"/>
              <a:pathLst>
                <a:path w="1102" h="496" extrusionOk="0">
                  <a:moveTo>
                    <a:pt x="494" y="1"/>
                  </a:moveTo>
                  <a:cubicBezTo>
                    <a:pt x="396" y="1"/>
                    <a:pt x="299" y="32"/>
                    <a:pt x="201" y="81"/>
                  </a:cubicBezTo>
                  <a:cubicBezTo>
                    <a:pt x="101" y="114"/>
                    <a:pt x="1" y="181"/>
                    <a:pt x="1" y="181"/>
                  </a:cubicBezTo>
                  <a:lnTo>
                    <a:pt x="134" y="414"/>
                  </a:lnTo>
                  <a:cubicBezTo>
                    <a:pt x="134" y="414"/>
                    <a:pt x="334" y="448"/>
                    <a:pt x="501" y="481"/>
                  </a:cubicBezTo>
                  <a:cubicBezTo>
                    <a:pt x="557" y="492"/>
                    <a:pt x="631" y="496"/>
                    <a:pt x="705" y="496"/>
                  </a:cubicBezTo>
                  <a:cubicBezTo>
                    <a:pt x="853" y="496"/>
                    <a:pt x="1001" y="481"/>
                    <a:pt x="1001" y="481"/>
                  </a:cubicBezTo>
                  <a:cubicBezTo>
                    <a:pt x="1035" y="448"/>
                    <a:pt x="1101" y="247"/>
                    <a:pt x="1035" y="247"/>
                  </a:cubicBezTo>
                  <a:cubicBezTo>
                    <a:pt x="1035" y="247"/>
                    <a:pt x="801" y="81"/>
                    <a:pt x="601" y="14"/>
                  </a:cubicBezTo>
                  <a:cubicBezTo>
                    <a:pt x="565" y="5"/>
                    <a:pt x="530" y="1"/>
                    <a:pt x="494"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6" name="Google Shape;556;p5"/>
            <p:cNvSpPr/>
            <p:nvPr/>
          </p:nvSpPr>
          <p:spPr>
            <a:xfrm>
              <a:off x="4985400" y="4788025"/>
              <a:ext cx="31700" cy="11700"/>
            </a:xfrm>
            <a:custGeom>
              <a:avLst/>
              <a:gdLst/>
              <a:ahLst/>
              <a:cxnLst/>
              <a:rect l="l" t="t" r="r" b="b"/>
              <a:pathLst>
                <a:path w="1268" h="468" extrusionOk="0">
                  <a:moveTo>
                    <a:pt x="634" y="1"/>
                  </a:moveTo>
                  <a:cubicBezTo>
                    <a:pt x="501" y="1"/>
                    <a:pt x="334" y="68"/>
                    <a:pt x="234" y="134"/>
                  </a:cubicBezTo>
                  <a:cubicBezTo>
                    <a:pt x="100" y="168"/>
                    <a:pt x="0" y="268"/>
                    <a:pt x="0" y="268"/>
                  </a:cubicBezTo>
                  <a:lnTo>
                    <a:pt x="134" y="468"/>
                  </a:lnTo>
                  <a:lnTo>
                    <a:pt x="634" y="468"/>
                  </a:lnTo>
                  <a:cubicBezTo>
                    <a:pt x="768" y="468"/>
                    <a:pt x="934" y="435"/>
                    <a:pt x="1068" y="401"/>
                  </a:cubicBezTo>
                  <a:cubicBezTo>
                    <a:pt x="1168" y="335"/>
                    <a:pt x="1268" y="268"/>
                    <a:pt x="1268" y="268"/>
                  </a:cubicBezTo>
                  <a:lnTo>
                    <a:pt x="1168" y="68"/>
                  </a:lnTo>
                  <a:lnTo>
                    <a:pt x="1001" y="68"/>
                  </a:lnTo>
                  <a:cubicBezTo>
                    <a:pt x="901" y="68"/>
                    <a:pt x="768" y="1"/>
                    <a:pt x="634"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7" name="Google Shape;557;p5"/>
            <p:cNvSpPr/>
            <p:nvPr/>
          </p:nvSpPr>
          <p:spPr>
            <a:xfrm>
              <a:off x="4986225" y="4769700"/>
              <a:ext cx="23375" cy="12525"/>
            </a:xfrm>
            <a:custGeom>
              <a:avLst/>
              <a:gdLst/>
              <a:ahLst/>
              <a:cxnLst/>
              <a:rect l="l" t="t" r="r" b="b"/>
              <a:pathLst>
                <a:path w="935" h="501" extrusionOk="0">
                  <a:moveTo>
                    <a:pt x="434" y="0"/>
                  </a:moveTo>
                  <a:cubicBezTo>
                    <a:pt x="268" y="0"/>
                    <a:pt x="1" y="100"/>
                    <a:pt x="1" y="100"/>
                  </a:cubicBezTo>
                  <a:lnTo>
                    <a:pt x="1" y="367"/>
                  </a:lnTo>
                  <a:cubicBezTo>
                    <a:pt x="1" y="367"/>
                    <a:pt x="301" y="500"/>
                    <a:pt x="468" y="500"/>
                  </a:cubicBezTo>
                  <a:cubicBezTo>
                    <a:pt x="668" y="500"/>
                    <a:pt x="935" y="334"/>
                    <a:pt x="935" y="334"/>
                  </a:cubicBezTo>
                  <a:cubicBezTo>
                    <a:pt x="935" y="300"/>
                    <a:pt x="901" y="67"/>
                    <a:pt x="835" y="33"/>
                  </a:cubicBezTo>
                  <a:cubicBezTo>
                    <a:pt x="835" y="33"/>
                    <a:pt x="601" y="0"/>
                    <a:pt x="434"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8" name="Google Shape;558;p5"/>
            <p:cNvSpPr/>
            <p:nvPr/>
          </p:nvSpPr>
          <p:spPr>
            <a:xfrm>
              <a:off x="4993725" y="4816150"/>
              <a:ext cx="31725" cy="13600"/>
            </a:xfrm>
            <a:custGeom>
              <a:avLst/>
              <a:gdLst/>
              <a:ahLst/>
              <a:cxnLst/>
              <a:rect l="l" t="t" r="r" b="b"/>
              <a:pathLst>
                <a:path w="1269" h="544" extrusionOk="0">
                  <a:moveTo>
                    <a:pt x="803" y="1"/>
                  </a:moveTo>
                  <a:cubicBezTo>
                    <a:pt x="746" y="1"/>
                    <a:pt x="688" y="3"/>
                    <a:pt x="635" y="10"/>
                  </a:cubicBezTo>
                  <a:cubicBezTo>
                    <a:pt x="501" y="43"/>
                    <a:pt x="335" y="110"/>
                    <a:pt x="234" y="177"/>
                  </a:cubicBezTo>
                  <a:cubicBezTo>
                    <a:pt x="101" y="277"/>
                    <a:pt x="1" y="344"/>
                    <a:pt x="1" y="344"/>
                  </a:cubicBezTo>
                  <a:lnTo>
                    <a:pt x="134" y="544"/>
                  </a:lnTo>
                  <a:cubicBezTo>
                    <a:pt x="134" y="544"/>
                    <a:pt x="234" y="510"/>
                    <a:pt x="335" y="510"/>
                  </a:cubicBezTo>
                  <a:cubicBezTo>
                    <a:pt x="385" y="494"/>
                    <a:pt x="451" y="494"/>
                    <a:pt x="514" y="494"/>
                  </a:cubicBezTo>
                  <a:cubicBezTo>
                    <a:pt x="576" y="494"/>
                    <a:pt x="635" y="494"/>
                    <a:pt x="668" y="477"/>
                  </a:cubicBezTo>
                  <a:cubicBezTo>
                    <a:pt x="902" y="444"/>
                    <a:pt x="1269" y="277"/>
                    <a:pt x="1269" y="277"/>
                  </a:cubicBezTo>
                  <a:cubicBezTo>
                    <a:pt x="1269" y="277"/>
                    <a:pt x="1235" y="43"/>
                    <a:pt x="1269" y="43"/>
                  </a:cubicBezTo>
                  <a:cubicBezTo>
                    <a:pt x="1269" y="43"/>
                    <a:pt x="1034" y="1"/>
                    <a:pt x="803"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9" name="Google Shape;559;p5"/>
            <p:cNvSpPr/>
            <p:nvPr/>
          </p:nvSpPr>
          <p:spPr>
            <a:xfrm>
              <a:off x="5013750" y="4835575"/>
              <a:ext cx="31725" cy="16700"/>
            </a:xfrm>
            <a:custGeom>
              <a:avLst/>
              <a:gdLst/>
              <a:ahLst/>
              <a:cxnLst/>
              <a:rect l="l" t="t" r="r" b="b"/>
              <a:pathLst>
                <a:path w="1269" h="668" extrusionOk="0">
                  <a:moveTo>
                    <a:pt x="1068" y="0"/>
                  </a:moveTo>
                  <a:cubicBezTo>
                    <a:pt x="1068" y="0"/>
                    <a:pt x="701" y="0"/>
                    <a:pt x="501" y="67"/>
                  </a:cubicBezTo>
                  <a:cubicBezTo>
                    <a:pt x="401" y="100"/>
                    <a:pt x="234" y="200"/>
                    <a:pt x="167" y="267"/>
                  </a:cubicBezTo>
                  <a:lnTo>
                    <a:pt x="1" y="434"/>
                  </a:lnTo>
                  <a:lnTo>
                    <a:pt x="134" y="667"/>
                  </a:lnTo>
                  <a:cubicBezTo>
                    <a:pt x="134" y="667"/>
                    <a:pt x="201" y="601"/>
                    <a:pt x="334" y="601"/>
                  </a:cubicBezTo>
                  <a:cubicBezTo>
                    <a:pt x="401" y="567"/>
                    <a:pt x="601" y="567"/>
                    <a:pt x="668" y="534"/>
                  </a:cubicBezTo>
                  <a:cubicBezTo>
                    <a:pt x="868" y="434"/>
                    <a:pt x="1201" y="234"/>
                    <a:pt x="1201" y="234"/>
                  </a:cubicBezTo>
                  <a:cubicBezTo>
                    <a:pt x="1268" y="234"/>
                    <a:pt x="1168" y="34"/>
                    <a:pt x="1068"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0" name="Google Shape;560;p5"/>
            <p:cNvSpPr/>
            <p:nvPr/>
          </p:nvSpPr>
          <p:spPr>
            <a:xfrm>
              <a:off x="5030425" y="4861425"/>
              <a:ext cx="20875" cy="13375"/>
            </a:xfrm>
            <a:custGeom>
              <a:avLst/>
              <a:gdLst/>
              <a:ahLst/>
              <a:cxnLst/>
              <a:rect l="l" t="t" r="r" b="b"/>
              <a:pathLst>
                <a:path w="835" h="535" extrusionOk="0">
                  <a:moveTo>
                    <a:pt x="801" y="0"/>
                  </a:moveTo>
                  <a:cubicBezTo>
                    <a:pt x="801" y="0"/>
                    <a:pt x="534" y="0"/>
                    <a:pt x="368" y="34"/>
                  </a:cubicBezTo>
                  <a:cubicBezTo>
                    <a:pt x="234" y="134"/>
                    <a:pt x="34" y="301"/>
                    <a:pt x="34" y="301"/>
                  </a:cubicBezTo>
                  <a:cubicBezTo>
                    <a:pt x="1" y="301"/>
                    <a:pt x="101" y="534"/>
                    <a:pt x="101" y="534"/>
                  </a:cubicBezTo>
                  <a:cubicBezTo>
                    <a:pt x="101" y="534"/>
                    <a:pt x="334" y="534"/>
                    <a:pt x="501" y="501"/>
                  </a:cubicBezTo>
                  <a:cubicBezTo>
                    <a:pt x="668" y="467"/>
                    <a:pt x="835" y="234"/>
                    <a:pt x="835" y="234"/>
                  </a:cubicBezTo>
                  <a:cubicBezTo>
                    <a:pt x="835" y="234"/>
                    <a:pt x="801" y="34"/>
                    <a:pt x="801"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1" name="Google Shape;561;p5"/>
            <p:cNvSpPr/>
            <p:nvPr/>
          </p:nvSpPr>
          <p:spPr>
            <a:xfrm>
              <a:off x="5066300" y="4913125"/>
              <a:ext cx="25875" cy="12525"/>
            </a:xfrm>
            <a:custGeom>
              <a:avLst/>
              <a:gdLst/>
              <a:ahLst/>
              <a:cxnLst/>
              <a:rect l="l" t="t" r="r" b="b"/>
              <a:pathLst>
                <a:path w="1035" h="501" extrusionOk="0">
                  <a:moveTo>
                    <a:pt x="500" y="1"/>
                  </a:moveTo>
                  <a:cubicBezTo>
                    <a:pt x="267" y="67"/>
                    <a:pt x="0" y="167"/>
                    <a:pt x="0" y="167"/>
                  </a:cubicBezTo>
                  <a:lnTo>
                    <a:pt x="0" y="434"/>
                  </a:lnTo>
                  <a:cubicBezTo>
                    <a:pt x="0" y="434"/>
                    <a:pt x="334" y="501"/>
                    <a:pt x="534" y="501"/>
                  </a:cubicBezTo>
                  <a:cubicBezTo>
                    <a:pt x="734" y="468"/>
                    <a:pt x="1034" y="334"/>
                    <a:pt x="1034" y="334"/>
                  </a:cubicBezTo>
                  <a:lnTo>
                    <a:pt x="1034" y="101"/>
                  </a:lnTo>
                  <a:cubicBezTo>
                    <a:pt x="1034" y="101"/>
                    <a:pt x="701" y="1"/>
                    <a:pt x="500"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2" name="Google Shape;562;p5"/>
            <p:cNvSpPr/>
            <p:nvPr/>
          </p:nvSpPr>
          <p:spPr>
            <a:xfrm>
              <a:off x="5042100" y="4889775"/>
              <a:ext cx="25875" cy="17025"/>
            </a:xfrm>
            <a:custGeom>
              <a:avLst/>
              <a:gdLst/>
              <a:ahLst/>
              <a:cxnLst/>
              <a:rect l="l" t="t" r="r" b="b"/>
              <a:pathLst>
                <a:path w="1035" h="681" extrusionOk="0">
                  <a:moveTo>
                    <a:pt x="868" y="1"/>
                  </a:moveTo>
                  <a:cubicBezTo>
                    <a:pt x="868" y="1"/>
                    <a:pt x="534" y="67"/>
                    <a:pt x="401" y="167"/>
                  </a:cubicBezTo>
                  <a:cubicBezTo>
                    <a:pt x="334" y="167"/>
                    <a:pt x="234" y="234"/>
                    <a:pt x="167" y="267"/>
                  </a:cubicBezTo>
                  <a:lnTo>
                    <a:pt x="1" y="367"/>
                  </a:lnTo>
                  <a:lnTo>
                    <a:pt x="1" y="601"/>
                  </a:lnTo>
                  <a:cubicBezTo>
                    <a:pt x="1" y="601"/>
                    <a:pt x="67" y="668"/>
                    <a:pt x="201" y="668"/>
                  </a:cubicBezTo>
                  <a:cubicBezTo>
                    <a:pt x="237" y="677"/>
                    <a:pt x="275" y="681"/>
                    <a:pt x="314" y="681"/>
                  </a:cubicBezTo>
                  <a:cubicBezTo>
                    <a:pt x="421" y="681"/>
                    <a:pt x="537" y="650"/>
                    <a:pt x="634" y="601"/>
                  </a:cubicBezTo>
                  <a:cubicBezTo>
                    <a:pt x="868" y="501"/>
                    <a:pt x="1035" y="201"/>
                    <a:pt x="1035" y="201"/>
                  </a:cubicBezTo>
                  <a:cubicBezTo>
                    <a:pt x="1035" y="201"/>
                    <a:pt x="901" y="34"/>
                    <a:pt x="868"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3" name="Google Shape;563;p5"/>
            <p:cNvSpPr/>
            <p:nvPr/>
          </p:nvSpPr>
          <p:spPr>
            <a:xfrm>
              <a:off x="4116450" y="4858075"/>
              <a:ext cx="18375" cy="12550"/>
            </a:xfrm>
            <a:custGeom>
              <a:avLst/>
              <a:gdLst/>
              <a:ahLst/>
              <a:cxnLst/>
              <a:rect l="l" t="t" r="r" b="b"/>
              <a:pathLst>
                <a:path w="735" h="502" extrusionOk="0">
                  <a:moveTo>
                    <a:pt x="334" y="1"/>
                  </a:moveTo>
                  <a:cubicBezTo>
                    <a:pt x="234" y="34"/>
                    <a:pt x="134" y="101"/>
                    <a:pt x="67" y="168"/>
                  </a:cubicBezTo>
                  <a:cubicBezTo>
                    <a:pt x="34" y="234"/>
                    <a:pt x="0" y="301"/>
                    <a:pt x="0" y="301"/>
                  </a:cubicBezTo>
                  <a:lnTo>
                    <a:pt x="134" y="501"/>
                  </a:lnTo>
                  <a:lnTo>
                    <a:pt x="467" y="501"/>
                  </a:lnTo>
                  <a:cubicBezTo>
                    <a:pt x="501" y="501"/>
                    <a:pt x="534" y="468"/>
                    <a:pt x="634" y="435"/>
                  </a:cubicBezTo>
                  <a:cubicBezTo>
                    <a:pt x="701" y="368"/>
                    <a:pt x="734" y="335"/>
                    <a:pt x="734" y="335"/>
                  </a:cubicBezTo>
                  <a:lnTo>
                    <a:pt x="734" y="34"/>
                  </a:lnTo>
                  <a:cubicBezTo>
                    <a:pt x="734" y="34"/>
                    <a:pt x="701" y="34"/>
                    <a:pt x="634"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4" name="Google Shape;564;p5"/>
            <p:cNvSpPr/>
            <p:nvPr/>
          </p:nvSpPr>
          <p:spPr>
            <a:xfrm>
              <a:off x="4125625" y="4868925"/>
              <a:ext cx="16700" cy="16700"/>
            </a:xfrm>
            <a:custGeom>
              <a:avLst/>
              <a:gdLst/>
              <a:ahLst/>
              <a:cxnLst/>
              <a:rect l="l" t="t" r="r" b="b"/>
              <a:pathLst>
                <a:path w="668" h="668" extrusionOk="0">
                  <a:moveTo>
                    <a:pt x="534" y="1"/>
                  </a:moveTo>
                  <a:cubicBezTo>
                    <a:pt x="534" y="1"/>
                    <a:pt x="300" y="67"/>
                    <a:pt x="167" y="167"/>
                  </a:cubicBezTo>
                  <a:cubicBezTo>
                    <a:pt x="34" y="267"/>
                    <a:pt x="0" y="534"/>
                    <a:pt x="0" y="534"/>
                  </a:cubicBezTo>
                  <a:cubicBezTo>
                    <a:pt x="0" y="534"/>
                    <a:pt x="167" y="668"/>
                    <a:pt x="200" y="668"/>
                  </a:cubicBezTo>
                  <a:cubicBezTo>
                    <a:pt x="200" y="668"/>
                    <a:pt x="434" y="568"/>
                    <a:pt x="501" y="501"/>
                  </a:cubicBezTo>
                  <a:cubicBezTo>
                    <a:pt x="601" y="401"/>
                    <a:pt x="667" y="201"/>
                    <a:pt x="667" y="201"/>
                  </a:cubicBezTo>
                  <a:lnTo>
                    <a:pt x="534" y="1"/>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5" name="Google Shape;565;p5"/>
            <p:cNvSpPr/>
            <p:nvPr/>
          </p:nvSpPr>
          <p:spPr>
            <a:xfrm>
              <a:off x="4141450" y="4883100"/>
              <a:ext cx="13375" cy="17550"/>
            </a:xfrm>
            <a:custGeom>
              <a:avLst/>
              <a:gdLst/>
              <a:ahLst/>
              <a:cxnLst/>
              <a:rect l="l" t="t" r="r" b="b"/>
              <a:pathLst>
                <a:path w="535" h="702" extrusionOk="0">
                  <a:moveTo>
                    <a:pt x="301" y="1"/>
                  </a:moveTo>
                  <a:cubicBezTo>
                    <a:pt x="301" y="1"/>
                    <a:pt x="68" y="134"/>
                    <a:pt x="34" y="268"/>
                  </a:cubicBezTo>
                  <a:cubicBezTo>
                    <a:pt x="1" y="368"/>
                    <a:pt x="1" y="634"/>
                    <a:pt x="1" y="634"/>
                  </a:cubicBezTo>
                  <a:cubicBezTo>
                    <a:pt x="1" y="634"/>
                    <a:pt x="201" y="668"/>
                    <a:pt x="234" y="701"/>
                  </a:cubicBezTo>
                  <a:cubicBezTo>
                    <a:pt x="234" y="701"/>
                    <a:pt x="468" y="601"/>
                    <a:pt x="501" y="468"/>
                  </a:cubicBezTo>
                  <a:cubicBezTo>
                    <a:pt x="535" y="334"/>
                    <a:pt x="535" y="101"/>
                    <a:pt x="535" y="101"/>
                  </a:cubicBezTo>
                  <a:lnTo>
                    <a:pt x="301" y="1"/>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6" name="Google Shape;566;p5"/>
            <p:cNvSpPr/>
            <p:nvPr/>
          </p:nvSpPr>
          <p:spPr>
            <a:xfrm>
              <a:off x="4289075" y="4866425"/>
              <a:ext cx="15850" cy="20875"/>
            </a:xfrm>
            <a:custGeom>
              <a:avLst/>
              <a:gdLst/>
              <a:ahLst/>
              <a:cxnLst/>
              <a:rect l="l" t="t" r="r" b="b"/>
              <a:pathLst>
                <a:path w="634" h="835" extrusionOk="0">
                  <a:moveTo>
                    <a:pt x="501" y="1"/>
                  </a:moveTo>
                  <a:lnTo>
                    <a:pt x="334" y="101"/>
                  </a:lnTo>
                  <a:cubicBezTo>
                    <a:pt x="267" y="134"/>
                    <a:pt x="167" y="201"/>
                    <a:pt x="134" y="301"/>
                  </a:cubicBezTo>
                  <a:cubicBezTo>
                    <a:pt x="67" y="468"/>
                    <a:pt x="0" y="668"/>
                    <a:pt x="0" y="668"/>
                  </a:cubicBezTo>
                  <a:cubicBezTo>
                    <a:pt x="0" y="701"/>
                    <a:pt x="167" y="834"/>
                    <a:pt x="167" y="834"/>
                  </a:cubicBezTo>
                  <a:cubicBezTo>
                    <a:pt x="167" y="834"/>
                    <a:pt x="234" y="801"/>
                    <a:pt x="300" y="768"/>
                  </a:cubicBezTo>
                  <a:cubicBezTo>
                    <a:pt x="400" y="668"/>
                    <a:pt x="467" y="634"/>
                    <a:pt x="501" y="534"/>
                  </a:cubicBezTo>
                  <a:cubicBezTo>
                    <a:pt x="601" y="434"/>
                    <a:pt x="634" y="201"/>
                    <a:pt x="634" y="201"/>
                  </a:cubicBezTo>
                  <a:lnTo>
                    <a:pt x="501" y="1"/>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7" name="Google Shape;567;p5"/>
            <p:cNvSpPr/>
            <p:nvPr/>
          </p:nvSpPr>
          <p:spPr>
            <a:xfrm>
              <a:off x="4308250" y="4888100"/>
              <a:ext cx="17525" cy="27550"/>
            </a:xfrm>
            <a:custGeom>
              <a:avLst/>
              <a:gdLst/>
              <a:ahLst/>
              <a:cxnLst/>
              <a:rect l="l" t="t" r="r" b="b"/>
              <a:pathLst>
                <a:path w="701" h="1102" extrusionOk="0">
                  <a:moveTo>
                    <a:pt x="401" y="1"/>
                  </a:moveTo>
                  <a:cubicBezTo>
                    <a:pt x="401" y="1"/>
                    <a:pt x="301" y="268"/>
                    <a:pt x="167" y="434"/>
                  </a:cubicBezTo>
                  <a:cubicBezTo>
                    <a:pt x="134" y="501"/>
                    <a:pt x="67" y="635"/>
                    <a:pt x="34" y="768"/>
                  </a:cubicBezTo>
                  <a:cubicBezTo>
                    <a:pt x="0" y="901"/>
                    <a:pt x="0" y="968"/>
                    <a:pt x="0" y="968"/>
                  </a:cubicBezTo>
                  <a:cubicBezTo>
                    <a:pt x="0" y="968"/>
                    <a:pt x="201" y="1068"/>
                    <a:pt x="301" y="1102"/>
                  </a:cubicBezTo>
                  <a:lnTo>
                    <a:pt x="401" y="968"/>
                  </a:lnTo>
                  <a:cubicBezTo>
                    <a:pt x="467" y="901"/>
                    <a:pt x="567" y="768"/>
                    <a:pt x="634" y="668"/>
                  </a:cubicBezTo>
                  <a:cubicBezTo>
                    <a:pt x="668" y="568"/>
                    <a:pt x="701" y="401"/>
                    <a:pt x="701" y="268"/>
                  </a:cubicBezTo>
                  <a:cubicBezTo>
                    <a:pt x="701" y="134"/>
                    <a:pt x="668" y="1"/>
                    <a:pt x="668"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8" name="Google Shape;568;p5"/>
            <p:cNvSpPr/>
            <p:nvPr/>
          </p:nvSpPr>
          <p:spPr>
            <a:xfrm>
              <a:off x="4326600" y="4920625"/>
              <a:ext cx="14200" cy="20875"/>
            </a:xfrm>
            <a:custGeom>
              <a:avLst/>
              <a:gdLst/>
              <a:ahLst/>
              <a:cxnLst/>
              <a:rect l="l" t="t" r="r" b="b"/>
              <a:pathLst>
                <a:path w="568" h="835" extrusionOk="0">
                  <a:moveTo>
                    <a:pt x="267" y="1"/>
                  </a:moveTo>
                  <a:cubicBezTo>
                    <a:pt x="267" y="1"/>
                    <a:pt x="234" y="34"/>
                    <a:pt x="167" y="134"/>
                  </a:cubicBezTo>
                  <a:cubicBezTo>
                    <a:pt x="134" y="168"/>
                    <a:pt x="67" y="268"/>
                    <a:pt x="67" y="334"/>
                  </a:cubicBezTo>
                  <a:cubicBezTo>
                    <a:pt x="0" y="501"/>
                    <a:pt x="67" y="801"/>
                    <a:pt x="67" y="801"/>
                  </a:cubicBezTo>
                  <a:cubicBezTo>
                    <a:pt x="100" y="801"/>
                    <a:pt x="300" y="835"/>
                    <a:pt x="300" y="835"/>
                  </a:cubicBezTo>
                  <a:cubicBezTo>
                    <a:pt x="300" y="835"/>
                    <a:pt x="501" y="635"/>
                    <a:pt x="567" y="468"/>
                  </a:cubicBezTo>
                  <a:lnTo>
                    <a:pt x="567" y="168"/>
                  </a:lnTo>
                  <a:cubicBezTo>
                    <a:pt x="567" y="101"/>
                    <a:pt x="501" y="1"/>
                    <a:pt x="501"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9" name="Google Shape;569;p5"/>
            <p:cNvSpPr/>
            <p:nvPr/>
          </p:nvSpPr>
          <p:spPr>
            <a:xfrm>
              <a:off x="4344100" y="4954825"/>
              <a:ext cx="13375" cy="20025"/>
            </a:xfrm>
            <a:custGeom>
              <a:avLst/>
              <a:gdLst/>
              <a:ahLst/>
              <a:cxnLst/>
              <a:rect l="l" t="t" r="r" b="b"/>
              <a:pathLst>
                <a:path w="535" h="801" extrusionOk="0">
                  <a:moveTo>
                    <a:pt x="168" y="0"/>
                  </a:moveTo>
                  <a:cubicBezTo>
                    <a:pt x="168" y="0"/>
                    <a:pt x="134" y="67"/>
                    <a:pt x="101" y="134"/>
                  </a:cubicBezTo>
                  <a:cubicBezTo>
                    <a:pt x="67" y="234"/>
                    <a:pt x="1" y="267"/>
                    <a:pt x="1" y="334"/>
                  </a:cubicBezTo>
                  <a:cubicBezTo>
                    <a:pt x="1" y="467"/>
                    <a:pt x="67" y="734"/>
                    <a:pt x="67" y="734"/>
                  </a:cubicBezTo>
                  <a:cubicBezTo>
                    <a:pt x="67" y="768"/>
                    <a:pt x="268" y="801"/>
                    <a:pt x="301" y="801"/>
                  </a:cubicBezTo>
                  <a:cubicBezTo>
                    <a:pt x="301" y="801"/>
                    <a:pt x="468" y="634"/>
                    <a:pt x="534" y="467"/>
                  </a:cubicBezTo>
                  <a:cubicBezTo>
                    <a:pt x="534" y="401"/>
                    <a:pt x="468" y="267"/>
                    <a:pt x="468" y="167"/>
                  </a:cubicBezTo>
                  <a:cubicBezTo>
                    <a:pt x="468" y="67"/>
                    <a:pt x="434" y="0"/>
                    <a:pt x="434"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0" name="Google Shape;570;p5"/>
            <p:cNvSpPr/>
            <p:nvPr/>
          </p:nvSpPr>
          <p:spPr>
            <a:xfrm>
              <a:off x="4366625" y="4992350"/>
              <a:ext cx="13375" cy="18375"/>
            </a:xfrm>
            <a:custGeom>
              <a:avLst/>
              <a:gdLst/>
              <a:ahLst/>
              <a:cxnLst/>
              <a:rect l="l" t="t" r="r" b="b"/>
              <a:pathLst>
                <a:path w="535" h="735" extrusionOk="0">
                  <a:moveTo>
                    <a:pt x="201" y="0"/>
                  </a:moveTo>
                  <a:cubicBezTo>
                    <a:pt x="201" y="0"/>
                    <a:pt x="67" y="167"/>
                    <a:pt x="34" y="267"/>
                  </a:cubicBezTo>
                  <a:cubicBezTo>
                    <a:pt x="0" y="401"/>
                    <a:pt x="0" y="634"/>
                    <a:pt x="0" y="634"/>
                  </a:cubicBezTo>
                  <a:cubicBezTo>
                    <a:pt x="34" y="634"/>
                    <a:pt x="201" y="668"/>
                    <a:pt x="234" y="734"/>
                  </a:cubicBezTo>
                  <a:cubicBezTo>
                    <a:pt x="234" y="734"/>
                    <a:pt x="467" y="601"/>
                    <a:pt x="501" y="434"/>
                  </a:cubicBezTo>
                  <a:cubicBezTo>
                    <a:pt x="534" y="301"/>
                    <a:pt x="467" y="0"/>
                    <a:pt x="467"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1" name="Google Shape;571;p5"/>
            <p:cNvSpPr/>
            <p:nvPr/>
          </p:nvSpPr>
          <p:spPr>
            <a:xfrm>
              <a:off x="5492425" y="4233475"/>
              <a:ext cx="16700" cy="18550"/>
            </a:xfrm>
            <a:custGeom>
              <a:avLst/>
              <a:gdLst/>
              <a:ahLst/>
              <a:cxnLst/>
              <a:rect l="l" t="t" r="r" b="b"/>
              <a:pathLst>
                <a:path w="668" h="742" extrusionOk="0">
                  <a:moveTo>
                    <a:pt x="501" y="0"/>
                  </a:moveTo>
                  <a:cubicBezTo>
                    <a:pt x="501" y="0"/>
                    <a:pt x="234" y="100"/>
                    <a:pt x="134" y="234"/>
                  </a:cubicBezTo>
                  <a:cubicBezTo>
                    <a:pt x="67" y="301"/>
                    <a:pt x="34" y="434"/>
                    <a:pt x="1" y="501"/>
                  </a:cubicBezTo>
                  <a:lnTo>
                    <a:pt x="1" y="668"/>
                  </a:lnTo>
                  <a:cubicBezTo>
                    <a:pt x="29" y="668"/>
                    <a:pt x="156" y="741"/>
                    <a:pt x="191" y="741"/>
                  </a:cubicBezTo>
                  <a:cubicBezTo>
                    <a:pt x="197" y="741"/>
                    <a:pt x="201" y="739"/>
                    <a:pt x="201" y="734"/>
                  </a:cubicBezTo>
                  <a:cubicBezTo>
                    <a:pt x="201" y="734"/>
                    <a:pt x="401" y="601"/>
                    <a:pt x="501" y="501"/>
                  </a:cubicBezTo>
                  <a:cubicBezTo>
                    <a:pt x="568" y="434"/>
                    <a:pt x="668" y="167"/>
                    <a:pt x="668" y="167"/>
                  </a:cubicBezTo>
                  <a:lnTo>
                    <a:pt x="501" y="0"/>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2" name="Google Shape;572;p5"/>
            <p:cNvSpPr/>
            <p:nvPr/>
          </p:nvSpPr>
          <p:spPr>
            <a:xfrm>
              <a:off x="5509100" y="4245150"/>
              <a:ext cx="12550" cy="20025"/>
            </a:xfrm>
            <a:custGeom>
              <a:avLst/>
              <a:gdLst/>
              <a:ahLst/>
              <a:cxnLst/>
              <a:rect l="l" t="t" r="r" b="b"/>
              <a:pathLst>
                <a:path w="502" h="801" extrusionOk="0">
                  <a:moveTo>
                    <a:pt x="334" y="0"/>
                  </a:moveTo>
                  <a:cubicBezTo>
                    <a:pt x="268" y="0"/>
                    <a:pt x="67" y="100"/>
                    <a:pt x="67" y="100"/>
                  </a:cubicBezTo>
                  <a:cubicBezTo>
                    <a:pt x="67" y="100"/>
                    <a:pt x="1" y="301"/>
                    <a:pt x="1" y="367"/>
                  </a:cubicBezTo>
                  <a:cubicBezTo>
                    <a:pt x="1" y="467"/>
                    <a:pt x="34" y="668"/>
                    <a:pt x="34" y="668"/>
                  </a:cubicBezTo>
                  <a:lnTo>
                    <a:pt x="234" y="801"/>
                  </a:lnTo>
                  <a:cubicBezTo>
                    <a:pt x="234" y="801"/>
                    <a:pt x="501" y="634"/>
                    <a:pt x="501" y="434"/>
                  </a:cubicBezTo>
                  <a:cubicBezTo>
                    <a:pt x="501" y="334"/>
                    <a:pt x="468" y="201"/>
                    <a:pt x="401" y="134"/>
                  </a:cubicBezTo>
                  <a:cubicBezTo>
                    <a:pt x="368" y="34"/>
                    <a:pt x="334" y="0"/>
                    <a:pt x="334"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3" name="Google Shape;573;p5"/>
            <p:cNvSpPr/>
            <p:nvPr/>
          </p:nvSpPr>
          <p:spPr>
            <a:xfrm>
              <a:off x="5529125" y="4257650"/>
              <a:ext cx="13350" cy="23700"/>
            </a:xfrm>
            <a:custGeom>
              <a:avLst/>
              <a:gdLst/>
              <a:ahLst/>
              <a:cxnLst/>
              <a:rect l="l" t="t" r="r" b="b"/>
              <a:pathLst>
                <a:path w="534" h="948" extrusionOk="0">
                  <a:moveTo>
                    <a:pt x="334" y="1"/>
                  </a:moveTo>
                  <a:cubicBezTo>
                    <a:pt x="334" y="1"/>
                    <a:pt x="100" y="201"/>
                    <a:pt x="34" y="368"/>
                  </a:cubicBezTo>
                  <a:cubicBezTo>
                    <a:pt x="0" y="601"/>
                    <a:pt x="0" y="868"/>
                    <a:pt x="0" y="868"/>
                  </a:cubicBezTo>
                  <a:cubicBezTo>
                    <a:pt x="0" y="917"/>
                    <a:pt x="108" y="948"/>
                    <a:pt x="165" y="948"/>
                  </a:cubicBezTo>
                  <a:cubicBezTo>
                    <a:pt x="186" y="948"/>
                    <a:pt x="200" y="944"/>
                    <a:pt x="200" y="935"/>
                  </a:cubicBezTo>
                  <a:cubicBezTo>
                    <a:pt x="200" y="935"/>
                    <a:pt x="401" y="701"/>
                    <a:pt x="434" y="601"/>
                  </a:cubicBezTo>
                  <a:cubicBezTo>
                    <a:pt x="534" y="434"/>
                    <a:pt x="534" y="134"/>
                    <a:pt x="534" y="134"/>
                  </a:cubicBezTo>
                  <a:cubicBezTo>
                    <a:pt x="534" y="101"/>
                    <a:pt x="334" y="1"/>
                    <a:pt x="334"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4" name="Google Shape;574;p5"/>
            <p:cNvSpPr/>
            <p:nvPr/>
          </p:nvSpPr>
          <p:spPr>
            <a:xfrm>
              <a:off x="5651700" y="4281475"/>
              <a:ext cx="16700" cy="12900"/>
            </a:xfrm>
            <a:custGeom>
              <a:avLst/>
              <a:gdLst/>
              <a:ahLst/>
              <a:cxnLst/>
              <a:rect l="l" t="t" r="r" b="b"/>
              <a:pathLst>
                <a:path w="668" h="516" extrusionOk="0">
                  <a:moveTo>
                    <a:pt x="399" y="0"/>
                  </a:moveTo>
                  <a:cubicBezTo>
                    <a:pt x="349" y="0"/>
                    <a:pt x="301" y="4"/>
                    <a:pt x="268" y="15"/>
                  </a:cubicBezTo>
                  <a:cubicBezTo>
                    <a:pt x="134" y="48"/>
                    <a:pt x="1" y="315"/>
                    <a:pt x="1" y="315"/>
                  </a:cubicBezTo>
                  <a:cubicBezTo>
                    <a:pt x="1" y="349"/>
                    <a:pt x="134" y="482"/>
                    <a:pt x="168" y="515"/>
                  </a:cubicBezTo>
                  <a:cubicBezTo>
                    <a:pt x="168" y="515"/>
                    <a:pt x="334" y="515"/>
                    <a:pt x="434" y="482"/>
                  </a:cubicBezTo>
                  <a:cubicBezTo>
                    <a:pt x="534" y="415"/>
                    <a:pt x="668" y="249"/>
                    <a:pt x="668" y="249"/>
                  </a:cubicBezTo>
                  <a:cubicBezTo>
                    <a:pt x="668" y="215"/>
                    <a:pt x="601" y="15"/>
                    <a:pt x="601" y="15"/>
                  </a:cubicBezTo>
                  <a:cubicBezTo>
                    <a:pt x="601" y="15"/>
                    <a:pt x="497" y="0"/>
                    <a:pt x="399"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5" name="Google Shape;575;p5"/>
            <p:cNvSpPr/>
            <p:nvPr/>
          </p:nvSpPr>
          <p:spPr>
            <a:xfrm>
              <a:off x="5655050" y="4311850"/>
              <a:ext cx="17525" cy="20050"/>
            </a:xfrm>
            <a:custGeom>
              <a:avLst/>
              <a:gdLst/>
              <a:ahLst/>
              <a:cxnLst/>
              <a:rect l="l" t="t" r="r" b="b"/>
              <a:pathLst>
                <a:path w="701" h="802" extrusionOk="0">
                  <a:moveTo>
                    <a:pt x="567" y="1"/>
                  </a:moveTo>
                  <a:cubicBezTo>
                    <a:pt x="567" y="1"/>
                    <a:pt x="501" y="1"/>
                    <a:pt x="400" y="34"/>
                  </a:cubicBezTo>
                  <a:cubicBezTo>
                    <a:pt x="334" y="101"/>
                    <a:pt x="234" y="134"/>
                    <a:pt x="167" y="201"/>
                  </a:cubicBezTo>
                  <a:cubicBezTo>
                    <a:pt x="34" y="335"/>
                    <a:pt x="0" y="635"/>
                    <a:pt x="0" y="635"/>
                  </a:cubicBezTo>
                  <a:cubicBezTo>
                    <a:pt x="0" y="668"/>
                    <a:pt x="167" y="768"/>
                    <a:pt x="200" y="802"/>
                  </a:cubicBezTo>
                  <a:cubicBezTo>
                    <a:pt x="200" y="802"/>
                    <a:pt x="467" y="668"/>
                    <a:pt x="534" y="535"/>
                  </a:cubicBezTo>
                  <a:cubicBezTo>
                    <a:pt x="567" y="501"/>
                    <a:pt x="601" y="435"/>
                    <a:pt x="667" y="335"/>
                  </a:cubicBezTo>
                  <a:cubicBezTo>
                    <a:pt x="667" y="268"/>
                    <a:pt x="701" y="201"/>
                    <a:pt x="701" y="201"/>
                  </a:cubicBezTo>
                  <a:lnTo>
                    <a:pt x="567" y="1"/>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6" name="Google Shape;576;p5"/>
            <p:cNvSpPr/>
            <p:nvPr/>
          </p:nvSpPr>
          <p:spPr>
            <a:xfrm>
              <a:off x="5666725" y="4348550"/>
              <a:ext cx="15025" cy="24225"/>
            </a:xfrm>
            <a:custGeom>
              <a:avLst/>
              <a:gdLst/>
              <a:ahLst/>
              <a:cxnLst/>
              <a:rect l="l" t="t" r="r" b="b"/>
              <a:pathLst>
                <a:path w="601" h="969" extrusionOk="0">
                  <a:moveTo>
                    <a:pt x="367" y="1"/>
                  </a:moveTo>
                  <a:cubicBezTo>
                    <a:pt x="367" y="1"/>
                    <a:pt x="334" y="34"/>
                    <a:pt x="267" y="134"/>
                  </a:cubicBezTo>
                  <a:cubicBezTo>
                    <a:pt x="234" y="201"/>
                    <a:pt x="167" y="301"/>
                    <a:pt x="100" y="368"/>
                  </a:cubicBezTo>
                  <a:cubicBezTo>
                    <a:pt x="34" y="534"/>
                    <a:pt x="0" y="868"/>
                    <a:pt x="0" y="868"/>
                  </a:cubicBezTo>
                  <a:lnTo>
                    <a:pt x="200" y="968"/>
                  </a:lnTo>
                  <a:cubicBezTo>
                    <a:pt x="200" y="968"/>
                    <a:pt x="434" y="735"/>
                    <a:pt x="534" y="568"/>
                  </a:cubicBezTo>
                  <a:cubicBezTo>
                    <a:pt x="567" y="501"/>
                    <a:pt x="601" y="368"/>
                    <a:pt x="601" y="234"/>
                  </a:cubicBezTo>
                  <a:lnTo>
                    <a:pt x="601" y="34"/>
                  </a:lnTo>
                  <a:lnTo>
                    <a:pt x="367" y="1"/>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7" name="Google Shape;577;p5"/>
            <p:cNvSpPr/>
            <p:nvPr/>
          </p:nvSpPr>
          <p:spPr>
            <a:xfrm>
              <a:off x="5689225" y="4377750"/>
              <a:ext cx="12550" cy="14200"/>
            </a:xfrm>
            <a:custGeom>
              <a:avLst/>
              <a:gdLst/>
              <a:ahLst/>
              <a:cxnLst/>
              <a:rect l="l" t="t" r="r" b="b"/>
              <a:pathLst>
                <a:path w="502" h="568" extrusionOk="0">
                  <a:moveTo>
                    <a:pt x="134" y="0"/>
                  </a:moveTo>
                  <a:cubicBezTo>
                    <a:pt x="134" y="0"/>
                    <a:pt x="1" y="167"/>
                    <a:pt x="1" y="300"/>
                  </a:cubicBezTo>
                  <a:cubicBezTo>
                    <a:pt x="1" y="400"/>
                    <a:pt x="134" y="567"/>
                    <a:pt x="134" y="567"/>
                  </a:cubicBezTo>
                  <a:lnTo>
                    <a:pt x="368" y="567"/>
                  </a:lnTo>
                  <a:cubicBezTo>
                    <a:pt x="368" y="567"/>
                    <a:pt x="501" y="400"/>
                    <a:pt x="501" y="300"/>
                  </a:cubicBezTo>
                  <a:cubicBezTo>
                    <a:pt x="501" y="167"/>
                    <a:pt x="368" y="0"/>
                    <a:pt x="368"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8" name="Google Shape;578;p5"/>
            <p:cNvSpPr/>
            <p:nvPr/>
          </p:nvSpPr>
          <p:spPr>
            <a:xfrm>
              <a:off x="5727600" y="4400250"/>
              <a:ext cx="12525" cy="15875"/>
            </a:xfrm>
            <a:custGeom>
              <a:avLst/>
              <a:gdLst/>
              <a:ahLst/>
              <a:cxnLst/>
              <a:rect l="l" t="t" r="r" b="b"/>
              <a:pathLst>
                <a:path w="501" h="635" extrusionOk="0">
                  <a:moveTo>
                    <a:pt x="134" y="1"/>
                  </a:moveTo>
                  <a:cubicBezTo>
                    <a:pt x="134" y="1"/>
                    <a:pt x="0" y="234"/>
                    <a:pt x="0" y="334"/>
                  </a:cubicBezTo>
                  <a:cubicBezTo>
                    <a:pt x="0" y="401"/>
                    <a:pt x="67" y="468"/>
                    <a:pt x="100" y="568"/>
                  </a:cubicBezTo>
                  <a:lnTo>
                    <a:pt x="167" y="635"/>
                  </a:lnTo>
                  <a:cubicBezTo>
                    <a:pt x="220" y="635"/>
                    <a:pt x="338" y="592"/>
                    <a:pt x="400" y="592"/>
                  </a:cubicBezTo>
                  <a:cubicBezTo>
                    <a:pt x="415" y="592"/>
                    <a:pt x="427" y="595"/>
                    <a:pt x="434" y="601"/>
                  </a:cubicBezTo>
                  <a:cubicBezTo>
                    <a:pt x="434" y="601"/>
                    <a:pt x="467" y="501"/>
                    <a:pt x="467" y="468"/>
                  </a:cubicBezTo>
                  <a:cubicBezTo>
                    <a:pt x="501" y="434"/>
                    <a:pt x="501" y="334"/>
                    <a:pt x="501" y="301"/>
                  </a:cubicBezTo>
                  <a:cubicBezTo>
                    <a:pt x="501" y="168"/>
                    <a:pt x="401" y="1"/>
                    <a:pt x="401"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9" name="Google Shape;579;p5"/>
            <p:cNvSpPr/>
            <p:nvPr/>
          </p:nvSpPr>
          <p:spPr>
            <a:xfrm>
              <a:off x="5830175" y="3945775"/>
              <a:ext cx="16700" cy="19425"/>
            </a:xfrm>
            <a:custGeom>
              <a:avLst/>
              <a:gdLst/>
              <a:ahLst/>
              <a:cxnLst/>
              <a:rect l="l" t="t" r="r" b="b"/>
              <a:pathLst>
                <a:path w="668" h="777" extrusionOk="0">
                  <a:moveTo>
                    <a:pt x="501" y="0"/>
                  </a:moveTo>
                  <a:cubicBezTo>
                    <a:pt x="501" y="0"/>
                    <a:pt x="234" y="134"/>
                    <a:pt x="134" y="267"/>
                  </a:cubicBezTo>
                  <a:cubicBezTo>
                    <a:pt x="34" y="434"/>
                    <a:pt x="0" y="667"/>
                    <a:pt x="0" y="667"/>
                  </a:cubicBezTo>
                  <a:cubicBezTo>
                    <a:pt x="0" y="722"/>
                    <a:pt x="111" y="776"/>
                    <a:pt x="152" y="776"/>
                  </a:cubicBezTo>
                  <a:cubicBezTo>
                    <a:pt x="161" y="776"/>
                    <a:pt x="167" y="774"/>
                    <a:pt x="167" y="767"/>
                  </a:cubicBezTo>
                  <a:cubicBezTo>
                    <a:pt x="167" y="767"/>
                    <a:pt x="400" y="634"/>
                    <a:pt x="501" y="501"/>
                  </a:cubicBezTo>
                  <a:cubicBezTo>
                    <a:pt x="634" y="434"/>
                    <a:pt x="667" y="167"/>
                    <a:pt x="667" y="167"/>
                  </a:cubicBezTo>
                  <a:lnTo>
                    <a:pt x="501" y="0"/>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0" name="Google Shape;580;p5"/>
            <p:cNvSpPr/>
            <p:nvPr/>
          </p:nvSpPr>
          <p:spPr>
            <a:xfrm>
              <a:off x="5851025" y="3962450"/>
              <a:ext cx="13350" cy="20025"/>
            </a:xfrm>
            <a:custGeom>
              <a:avLst/>
              <a:gdLst/>
              <a:ahLst/>
              <a:cxnLst/>
              <a:rect l="l" t="t" r="r" b="b"/>
              <a:pathLst>
                <a:path w="534" h="801" extrusionOk="0">
                  <a:moveTo>
                    <a:pt x="234" y="0"/>
                  </a:moveTo>
                  <a:cubicBezTo>
                    <a:pt x="234" y="0"/>
                    <a:pt x="67" y="167"/>
                    <a:pt x="33" y="334"/>
                  </a:cubicBezTo>
                  <a:cubicBezTo>
                    <a:pt x="0" y="501"/>
                    <a:pt x="33" y="768"/>
                    <a:pt x="33" y="768"/>
                  </a:cubicBezTo>
                  <a:cubicBezTo>
                    <a:pt x="33" y="768"/>
                    <a:pt x="234" y="801"/>
                    <a:pt x="300" y="801"/>
                  </a:cubicBezTo>
                  <a:cubicBezTo>
                    <a:pt x="300" y="801"/>
                    <a:pt x="467" y="634"/>
                    <a:pt x="501" y="467"/>
                  </a:cubicBezTo>
                  <a:cubicBezTo>
                    <a:pt x="534" y="301"/>
                    <a:pt x="501" y="67"/>
                    <a:pt x="501" y="67"/>
                  </a:cubicBezTo>
                  <a:lnTo>
                    <a:pt x="234" y="0"/>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1" name="Google Shape;581;p5"/>
            <p:cNvSpPr/>
            <p:nvPr/>
          </p:nvSpPr>
          <p:spPr>
            <a:xfrm>
              <a:off x="5875200" y="3987475"/>
              <a:ext cx="13375" cy="24425"/>
            </a:xfrm>
            <a:custGeom>
              <a:avLst/>
              <a:gdLst/>
              <a:ahLst/>
              <a:cxnLst/>
              <a:rect l="l" t="t" r="r" b="b"/>
              <a:pathLst>
                <a:path w="535" h="977" extrusionOk="0">
                  <a:moveTo>
                    <a:pt x="334" y="0"/>
                  </a:moveTo>
                  <a:cubicBezTo>
                    <a:pt x="334" y="0"/>
                    <a:pt x="101" y="267"/>
                    <a:pt x="34" y="434"/>
                  </a:cubicBezTo>
                  <a:cubicBezTo>
                    <a:pt x="1" y="600"/>
                    <a:pt x="1" y="934"/>
                    <a:pt x="1" y="934"/>
                  </a:cubicBezTo>
                  <a:cubicBezTo>
                    <a:pt x="1" y="934"/>
                    <a:pt x="129" y="977"/>
                    <a:pt x="180" y="977"/>
                  </a:cubicBezTo>
                  <a:cubicBezTo>
                    <a:pt x="193" y="977"/>
                    <a:pt x="201" y="974"/>
                    <a:pt x="201" y="967"/>
                  </a:cubicBezTo>
                  <a:cubicBezTo>
                    <a:pt x="201" y="967"/>
                    <a:pt x="401" y="767"/>
                    <a:pt x="434" y="600"/>
                  </a:cubicBezTo>
                  <a:cubicBezTo>
                    <a:pt x="534" y="434"/>
                    <a:pt x="534" y="133"/>
                    <a:pt x="534" y="133"/>
                  </a:cubicBezTo>
                  <a:cubicBezTo>
                    <a:pt x="534" y="100"/>
                    <a:pt x="334" y="0"/>
                    <a:pt x="334"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2" name="Google Shape;582;p5"/>
            <p:cNvSpPr/>
            <p:nvPr/>
          </p:nvSpPr>
          <p:spPr>
            <a:xfrm>
              <a:off x="6001950" y="3978300"/>
              <a:ext cx="13375" cy="15025"/>
            </a:xfrm>
            <a:custGeom>
              <a:avLst/>
              <a:gdLst/>
              <a:ahLst/>
              <a:cxnLst/>
              <a:rect l="l" t="t" r="r" b="b"/>
              <a:pathLst>
                <a:path w="535" h="601" extrusionOk="0">
                  <a:moveTo>
                    <a:pt x="368" y="0"/>
                  </a:moveTo>
                  <a:cubicBezTo>
                    <a:pt x="368" y="0"/>
                    <a:pt x="168" y="100"/>
                    <a:pt x="101" y="167"/>
                  </a:cubicBezTo>
                  <a:cubicBezTo>
                    <a:pt x="1" y="200"/>
                    <a:pt x="1" y="434"/>
                    <a:pt x="1" y="434"/>
                  </a:cubicBezTo>
                  <a:lnTo>
                    <a:pt x="168" y="601"/>
                  </a:lnTo>
                  <a:cubicBezTo>
                    <a:pt x="168" y="601"/>
                    <a:pt x="368" y="500"/>
                    <a:pt x="468" y="434"/>
                  </a:cubicBezTo>
                  <a:cubicBezTo>
                    <a:pt x="535" y="367"/>
                    <a:pt x="535" y="167"/>
                    <a:pt x="535" y="167"/>
                  </a:cubicBezTo>
                  <a:lnTo>
                    <a:pt x="368" y="0"/>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3" name="Google Shape;583;p5"/>
            <p:cNvSpPr/>
            <p:nvPr/>
          </p:nvSpPr>
          <p:spPr>
            <a:xfrm>
              <a:off x="6006950" y="3997475"/>
              <a:ext cx="16725" cy="25875"/>
            </a:xfrm>
            <a:custGeom>
              <a:avLst/>
              <a:gdLst/>
              <a:ahLst/>
              <a:cxnLst/>
              <a:rect l="l" t="t" r="r" b="b"/>
              <a:pathLst>
                <a:path w="669" h="1035" extrusionOk="0">
                  <a:moveTo>
                    <a:pt x="435" y="0"/>
                  </a:moveTo>
                  <a:cubicBezTo>
                    <a:pt x="435" y="0"/>
                    <a:pt x="168" y="234"/>
                    <a:pt x="101" y="401"/>
                  </a:cubicBezTo>
                  <a:cubicBezTo>
                    <a:pt x="1" y="601"/>
                    <a:pt x="1" y="934"/>
                    <a:pt x="1" y="934"/>
                  </a:cubicBezTo>
                  <a:cubicBezTo>
                    <a:pt x="1" y="934"/>
                    <a:pt x="234" y="1034"/>
                    <a:pt x="268" y="1034"/>
                  </a:cubicBezTo>
                  <a:cubicBezTo>
                    <a:pt x="268" y="1034"/>
                    <a:pt x="501" y="768"/>
                    <a:pt x="601" y="601"/>
                  </a:cubicBezTo>
                  <a:cubicBezTo>
                    <a:pt x="668" y="401"/>
                    <a:pt x="668" y="67"/>
                    <a:pt x="668" y="67"/>
                  </a:cubicBezTo>
                  <a:cubicBezTo>
                    <a:pt x="635" y="67"/>
                    <a:pt x="435" y="0"/>
                    <a:pt x="435"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4" name="Google Shape;584;p5"/>
            <p:cNvSpPr/>
            <p:nvPr/>
          </p:nvSpPr>
          <p:spPr>
            <a:xfrm>
              <a:off x="6027800" y="4031650"/>
              <a:ext cx="15875" cy="21950"/>
            </a:xfrm>
            <a:custGeom>
              <a:avLst/>
              <a:gdLst/>
              <a:ahLst/>
              <a:cxnLst/>
              <a:rect l="l" t="t" r="r" b="b"/>
              <a:pathLst>
                <a:path w="635" h="878" extrusionOk="0">
                  <a:moveTo>
                    <a:pt x="334" y="1"/>
                  </a:moveTo>
                  <a:cubicBezTo>
                    <a:pt x="334" y="1"/>
                    <a:pt x="134" y="201"/>
                    <a:pt x="101" y="368"/>
                  </a:cubicBezTo>
                  <a:cubicBezTo>
                    <a:pt x="1" y="535"/>
                    <a:pt x="68" y="835"/>
                    <a:pt x="68" y="835"/>
                  </a:cubicBezTo>
                  <a:cubicBezTo>
                    <a:pt x="68" y="835"/>
                    <a:pt x="196" y="878"/>
                    <a:pt x="264" y="878"/>
                  </a:cubicBezTo>
                  <a:cubicBezTo>
                    <a:pt x="281" y="878"/>
                    <a:pt x="294" y="875"/>
                    <a:pt x="301" y="868"/>
                  </a:cubicBezTo>
                  <a:cubicBezTo>
                    <a:pt x="301" y="868"/>
                    <a:pt x="501" y="668"/>
                    <a:pt x="568" y="501"/>
                  </a:cubicBezTo>
                  <a:cubicBezTo>
                    <a:pt x="635" y="335"/>
                    <a:pt x="601" y="34"/>
                    <a:pt x="601" y="34"/>
                  </a:cubicBezTo>
                  <a:lnTo>
                    <a:pt x="334" y="1"/>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5" name="Google Shape;585;p5"/>
            <p:cNvSpPr/>
            <p:nvPr/>
          </p:nvSpPr>
          <p:spPr>
            <a:xfrm>
              <a:off x="6051150" y="4057525"/>
              <a:ext cx="12550" cy="27450"/>
            </a:xfrm>
            <a:custGeom>
              <a:avLst/>
              <a:gdLst/>
              <a:ahLst/>
              <a:cxnLst/>
              <a:rect l="l" t="t" r="r" b="b"/>
              <a:pathLst>
                <a:path w="502" h="1098" extrusionOk="0">
                  <a:moveTo>
                    <a:pt x="168" y="0"/>
                  </a:moveTo>
                  <a:cubicBezTo>
                    <a:pt x="168" y="0"/>
                    <a:pt x="1" y="334"/>
                    <a:pt x="1" y="500"/>
                  </a:cubicBezTo>
                  <a:cubicBezTo>
                    <a:pt x="1" y="701"/>
                    <a:pt x="34" y="1034"/>
                    <a:pt x="34" y="1034"/>
                  </a:cubicBezTo>
                  <a:cubicBezTo>
                    <a:pt x="34" y="1071"/>
                    <a:pt x="94" y="1097"/>
                    <a:pt x="154" y="1097"/>
                  </a:cubicBezTo>
                  <a:cubicBezTo>
                    <a:pt x="204" y="1097"/>
                    <a:pt x="253" y="1079"/>
                    <a:pt x="268" y="1034"/>
                  </a:cubicBezTo>
                  <a:cubicBezTo>
                    <a:pt x="268" y="1034"/>
                    <a:pt x="435" y="767"/>
                    <a:pt x="501" y="534"/>
                  </a:cubicBezTo>
                  <a:cubicBezTo>
                    <a:pt x="501" y="334"/>
                    <a:pt x="401" y="0"/>
                    <a:pt x="401"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6" name="Google Shape;586;p5"/>
            <p:cNvSpPr/>
            <p:nvPr/>
          </p:nvSpPr>
          <p:spPr>
            <a:xfrm>
              <a:off x="5872225" y="4481975"/>
              <a:ext cx="338800" cy="231750"/>
            </a:xfrm>
            <a:custGeom>
              <a:avLst/>
              <a:gdLst/>
              <a:ahLst/>
              <a:cxnLst/>
              <a:rect l="l" t="t" r="r" b="b"/>
              <a:pathLst>
                <a:path w="13552" h="9270" extrusionOk="0">
                  <a:moveTo>
                    <a:pt x="4122" y="1"/>
                  </a:moveTo>
                  <a:cubicBezTo>
                    <a:pt x="3389" y="34"/>
                    <a:pt x="2721" y="368"/>
                    <a:pt x="2321" y="835"/>
                  </a:cubicBezTo>
                  <a:cubicBezTo>
                    <a:pt x="2054" y="1035"/>
                    <a:pt x="1887" y="1335"/>
                    <a:pt x="1821" y="1569"/>
                  </a:cubicBezTo>
                  <a:cubicBezTo>
                    <a:pt x="1721" y="1869"/>
                    <a:pt x="1654" y="2136"/>
                    <a:pt x="1554" y="2336"/>
                  </a:cubicBezTo>
                  <a:cubicBezTo>
                    <a:pt x="1454" y="2803"/>
                    <a:pt x="1287" y="3203"/>
                    <a:pt x="1120" y="3470"/>
                  </a:cubicBezTo>
                  <a:cubicBezTo>
                    <a:pt x="953" y="3737"/>
                    <a:pt x="720" y="3837"/>
                    <a:pt x="620" y="3870"/>
                  </a:cubicBezTo>
                  <a:lnTo>
                    <a:pt x="353" y="3870"/>
                  </a:lnTo>
                  <a:cubicBezTo>
                    <a:pt x="345" y="3869"/>
                    <a:pt x="337" y="3868"/>
                    <a:pt x="329" y="3868"/>
                  </a:cubicBezTo>
                  <a:cubicBezTo>
                    <a:pt x="168" y="3868"/>
                    <a:pt x="0" y="4174"/>
                    <a:pt x="286" y="4237"/>
                  </a:cubicBezTo>
                  <a:cubicBezTo>
                    <a:pt x="286" y="4237"/>
                    <a:pt x="320" y="4304"/>
                    <a:pt x="353" y="4304"/>
                  </a:cubicBezTo>
                  <a:lnTo>
                    <a:pt x="653" y="4304"/>
                  </a:lnTo>
                  <a:cubicBezTo>
                    <a:pt x="887" y="4304"/>
                    <a:pt x="1287" y="4070"/>
                    <a:pt x="1487" y="3737"/>
                  </a:cubicBezTo>
                  <a:cubicBezTo>
                    <a:pt x="1721" y="3403"/>
                    <a:pt x="1887" y="3003"/>
                    <a:pt x="2054" y="2536"/>
                  </a:cubicBezTo>
                  <a:cubicBezTo>
                    <a:pt x="2288" y="2069"/>
                    <a:pt x="2388" y="1569"/>
                    <a:pt x="2788" y="1235"/>
                  </a:cubicBezTo>
                  <a:cubicBezTo>
                    <a:pt x="3155" y="901"/>
                    <a:pt x="3655" y="668"/>
                    <a:pt x="4189" y="668"/>
                  </a:cubicBezTo>
                  <a:cubicBezTo>
                    <a:pt x="4689" y="668"/>
                    <a:pt x="5290" y="901"/>
                    <a:pt x="5557" y="1335"/>
                  </a:cubicBezTo>
                  <a:cubicBezTo>
                    <a:pt x="5890" y="1735"/>
                    <a:pt x="5990" y="2369"/>
                    <a:pt x="6157" y="3003"/>
                  </a:cubicBezTo>
                  <a:cubicBezTo>
                    <a:pt x="6357" y="3637"/>
                    <a:pt x="6724" y="4337"/>
                    <a:pt x="7491" y="4537"/>
                  </a:cubicBezTo>
                  <a:cubicBezTo>
                    <a:pt x="7607" y="4579"/>
                    <a:pt x="7732" y="4598"/>
                    <a:pt x="7858" y="4598"/>
                  </a:cubicBezTo>
                  <a:cubicBezTo>
                    <a:pt x="8135" y="4598"/>
                    <a:pt x="8420" y="4508"/>
                    <a:pt x="8626" y="4371"/>
                  </a:cubicBezTo>
                  <a:cubicBezTo>
                    <a:pt x="8792" y="4237"/>
                    <a:pt x="8892" y="4171"/>
                    <a:pt x="9026" y="4037"/>
                  </a:cubicBezTo>
                  <a:lnTo>
                    <a:pt x="9126" y="3970"/>
                  </a:lnTo>
                  <a:lnTo>
                    <a:pt x="9159" y="3904"/>
                  </a:lnTo>
                  <a:lnTo>
                    <a:pt x="9326" y="3804"/>
                  </a:lnTo>
                  <a:cubicBezTo>
                    <a:pt x="9793" y="3403"/>
                    <a:pt x="10227" y="3070"/>
                    <a:pt x="10794" y="3070"/>
                  </a:cubicBezTo>
                  <a:cubicBezTo>
                    <a:pt x="10827" y="3059"/>
                    <a:pt x="10868" y="3055"/>
                    <a:pt x="10912" y="3055"/>
                  </a:cubicBezTo>
                  <a:cubicBezTo>
                    <a:pt x="11001" y="3055"/>
                    <a:pt x="11105" y="3070"/>
                    <a:pt x="11194" y="3070"/>
                  </a:cubicBezTo>
                  <a:cubicBezTo>
                    <a:pt x="11328" y="3070"/>
                    <a:pt x="11461" y="3136"/>
                    <a:pt x="11561" y="3170"/>
                  </a:cubicBezTo>
                  <a:cubicBezTo>
                    <a:pt x="11828" y="3303"/>
                    <a:pt x="12028" y="3403"/>
                    <a:pt x="12161" y="3637"/>
                  </a:cubicBezTo>
                  <a:cubicBezTo>
                    <a:pt x="12428" y="4037"/>
                    <a:pt x="12428" y="4571"/>
                    <a:pt x="12495" y="5171"/>
                  </a:cubicBezTo>
                  <a:cubicBezTo>
                    <a:pt x="12528" y="6305"/>
                    <a:pt x="12628" y="7339"/>
                    <a:pt x="12829" y="8040"/>
                  </a:cubicBezTo>
                  <a:cubicBezTo>
                    <a:pt x="12895" y="8407"/>
                    <a:pt x="12995" y="8707"/>
                    <a:pt x="13062" y="8874"/>
                  </a:cubicBezTo>
                  <a:cubicBezTo>
                    <a:pt x="13162" y="9074"/>
                    <a:pt x="13196" y="9174"/>
                    <a:pt x="13196" y="9174"/>
                  </a:cubicBezTo>
                  <a:cubicBezTo>
                    <a:pt x="13228" y="9239"/>
                    <a:pt x="13279" y="9269"/>
                    <a:pt x="13331" y="9269"/>
                  </a:cubicBezTo>
                  <a:cubicBezTo>
                    <a:pt x="13438" y="9269"/>
                    <a:pt x="13552" y="9143"/>
                    <a:pt x="13529" y="8941"/>
                  </a:cubicBezTo>
                  <a:cubicBezTo>
                    <a:pt x="13529" y="8941"/>
                    <a:pt x="13529" y="8841"/>
                    <a:pt x="13462" y="8674"/>
                  </a:cubicBezTo>
                  <a:cubicBezTo>
                    <a:pt x="13362" y="8507"/>
                    <a:pt x="13329" y="8207"/>
                    <a:pt x="13229" y="7873"/>
                  </a:cubicBezTo>
                  <a:cubicBezTo>
                    <a:pt x="13062" y="7206"/>
                    <a:pt x="13029" y="6205"/>
                    <a:pt x="13029" y="5071"/>
                  </a:cubicBezTo>
                  <a:cubicBezTo>
                    <a:pt x="12995" y="4537"/>
                    <a:pt x="13029" y="3837"/>
                    <a:pt x="12628" y="3203"/>
                  </a:cubicBezTo>
                  <a:cubicBezTo>
                    <a:pt x="12395" y="2870"/>
                    <a:pt x="12061" y="2636"/>
                    <a:pt x="11728" y="2503"/>
                  </a:cubicBezTo>
                  <a:cubicBezTo>
                    <a:pt x="11561" y="2436"/>
                    <a:pt x="11361" y="2403"/>
                    <a:pt x="11194" y="2369"/>
                  </a:cubicBezTo>
                  <a:cubicBezTo>
                    <a:pt x="11027" y="2369"/>
                    <a:pt x="10827" y="2336"/>
                    <a:pt x="10660" y="2336"/>
                  </a:cubicBezTo>
                  <a:cubicBezTo>
                    <a:pt x="10293" y="2336"/>
                    <a:pt x="9960" y="2436"/>
                    <a:pt x="9626" y="2603"/>
                  </a:cubicBezTo>
                  <a:cubicBezTo>
                    <a:pt x="9293" y="2770"/>
                    <a:pt x="9026" y="2936"/>
                    <a:pt x="8792" y="3170"/>
                  </a:cubicBezTo>
                  <a:lnTo>
                    <a:pt x="8626" y="3270"/>
                  </a:lnTo>
                  <a:lnTo>
                    <a:pt x="8559" y="3337"/>
                  </a:lnTo>
                  <a:cubicBezTo>
                    <a:pt x="8526" y="3337"/>
                    <a:pt x="8526" y="3337"/>
                    <a:pt x="8492" y="3370"/>
                  </a:cubicBezTo>
                  <a:lnTo>
                    <a:pt x="8392" y="3470"/>
                  </a:lnTo>
                  <a:cubicBezTo>
                    <a:pt x="8325" y="3570"/>
                    <a:pt x="8192" y="3670"/>
                    <a:pt x="8125" y="3704"/>
                  </a:cubicBezTo>
                  <a:cubicBezTo>
                    <a:pt x="7970" y="3792"/>
                    <a:pt x="7844" y="3822"/>
                    <a:pt x="7727" y="3822"/>
                  </a:cubicBezTo>
                  <a:cubicBezTo>
                    <a:pt x="7669" y="3822"/>
                    <a:pt x="7614" y="3815"/>
                    <a:pt x="7558" y="3804"/>
                  </a:cubicBezTo>
                  <a:cubicBezTo>
                    <a:pt x="7391" y="3737"/>
                    <a:pt x="7225" y="3637"/>
                    <a:pt x="7058" y="3403"/>
                  </a:cubicBezTo>
                  <a:cubicBezTo>
                    <a:pt x="6958" y="3203"/>
                    <a:pt x="6824" y="2970"/>
                    <a:pt x="6724" y="2703"/>
                  </a:cubicBezTo>
                  <a:cubicBezTo>
                    <a:pt x="6557" y="2202"/>
                    <a:pt x="6491" y="1502"/>
                    <a:pt x="6024" y="868"/>
                  </a:cubicBezTo>
                  <a:cubicBezTo>
                    <a:pt x="5557" y="234"/>
                    <a:pt x="4823" y="1"/>
                    <a:pt x="4122"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7" name="Google Shape;587;p5"/>
            <p:cNvSpPr/>
            <p:nvPr/>
          </p:nvSpPr>
          <p:spPr>
            <a:xfrm>
              <a:off x="5973600" y="4518675"/>
              <a:ext cx="22550" cy="12525"/>
            </a:xfrm>
            <a:custGeom>
              <a:avLst/>
              <a:gdLst/>
              <a:ahLst/>
              <a:cxnLst/>
              <a:rect l="l" t="t" r="r" b="b"/>
              <a:pathLst>
                <a:path w="902" h="501" extrusionOk="0">
                  <a:moveTo>
                    <a:pt x="601" y="1"/>
                  </a:moveTo>
                  <a:cubicBezTo>
                    <a:pt x="551" y="17"/>
                    <a:pt x="509" y="17"/>
                    <a:pt x="468" y="17"/>
                  </a:cubicBezTo>
                  <a:cubicBezTo>
                    <a:pt x="426" y="17"/>
                    <a:pt x="384" y="17"/>
                    <a:pt x="334" y="34"/>
                  </a:cubicBezTo>
                  <a:cubicBezTo>
                    <a:pt x="301" y="34"/>
                    <a:pt x="234" y="67"/>
                    <a:pt x="134" y="101"/>
                  </a:cubicBezTo>
                  <a:cubicBezTo>
                    <a:pt x="67" y="134"/>
                    <a:pt x="1" y="201"/>
                    <a:pt x="1" y="201"/>
                  </a:cubicBezTo>
                  <a:lnTo>
                    <a:pt x="1" y="434"/>
                  </a:lnTo>
                  <a:cubicBezTo>
                    <a:pt x="1" y="434"/>
                    <a:pt x="101" y="434"/>
                    <a:pt x="167" y="501"/>
                  </a:cubicBezTo>
                  <a:lnTo>
                    <a:pt x="501" y="501"/>
                  </a:lnTo>
                  <a:cubicBezTo>
                    <a:pt x="668" y="401"/>
                    <a:pt x="901" y="201"/>
                    <a:pt x="901" y="201"/>
                  </a:cubicBezTo>
                  <a:lnTo>
                    <a:pt x="768" y="1"/>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8" name="Google Shape;588;p5"/>
            <p:cNvSpPr/>
            <p:nvPr/>
          </p:nvSpPr>
          <p:spPr>
            <a:xfrm>
              <a:off x="5977775" y="4536200"/>
              <a:ext cx="28375" cy="16700"/>
            </a:xfrm>
            <a:custGeom>
              <a:avLst/>
              <a:gdLst/>
              <a:ahLst/>
              <a:cxnLst/>
              <a:rect l="l" t="t" r="r" b="b"/>
              <a:pathLst>
                <a:path w="1135" h="668" extrusionOk="0">
                  <a:moveTo>
                    <a:pt x="1068" y="0"/>
                  </a:moveTo>
                  <a:lnTo>
                    <a:pt x="1068" y="0"/>
                  </a:lnTo>
                  <a:cubicBezTo>
                    <a:pt x="1068" y="0"/>
                    <a:pt x="968" y="33"/>
                    <a:pt x="834" y="33"/>
                  </a:cubicBezTo>
                  <a:cubicBezTo>
                    <a:pt x="768" y="67"/>
                    <a:pt x="601" y="67"/>
                    <a:pt x="501" y="134"/>
                  </a:cubicBezTo>
                  <a:cubicBezTo>
                    <a:pt x="301" y="200"/>
                    <a:pt x="0" y="400"/>
                    <a:pt x="0" y="400"/>
                  </a:cubicBezTo>
                  <a:cubicBezTo>
                    <a:pt x="0" y="467"/>
                    <a:pt x="101" y="667"/>
                    <a:pt x="101" y="667"/>
                  </a:cubicBezTo>
                  <a:cubicBezTo>
                    <a:pt x="101" y="667"/>
                    <a:pt x="434" y="667"/>
                    <a:pt x="634" y="567"/>
                  </a:cubicBezTo>
                  <a:cubicBezTo>
                    <a:pt x="768" y="534"/>
                    <a:pt x="901" y="467"/>
                    <a:pt x="968" y="367"/>
                  </a:cubicBezTo>
                  <a:cubicBezTo>
                    <a:pt x="1068" y="334"/>
                    <a:pt x="1135" y="234"/>
                    <a:pt x="1135" y="234"/>
                  </a:cubicBezTo>
                  <a:cubicBezTo>
                    <a:pt x="1135" y="234"/>
                    <a:pt x="1001" y="67"/>
                    <a:pt x="1068"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9" name="Google Shape;589;p5"/>
            <p:cNvSpPr/>
            <p:nvPr/>
          </p:nvSpPr>
          <p:spPr>
            <a:xfrm>
              <a:off x="5984450" y="4558700"/>
              <a:ext cx="25025" cy="20875"/>
            </a:xfrm>
            <a:custGeom>
              <a:avLst/>
              <a:gdLst/>
              <a:ahLst/>
              <a:cxnLst/>
              <a:rect l="l" t="t" r="r" b="b"/>
              <a:pathLst>
                <a:path w="1001" h="835" extrusionOk="0">
                  <a:moveTo>
                    <a:pt x="834" y="1"/>
                  </a:moveTo>
                  <a:cubicBezTo>
                    <a:pt x="834" y="1"/>
                    <a:pt x="701" y="34"/>
                    <a:pt x="634" y="101"/>
                  </a:cubicBezTo>
                  <a:cubicBezTo>
                    <a:pt x="534" y="134"/>
                    <a:pt x="401" y="168"/>
                    <a:pt x="334" y="268"/>
                  </a:cubicBezTo>
                  <a:cubicBezTo>
                    <a:pt x="234" y="301"/>
                    <a:pt x="200" y="434"/>
                    <a:pt x="134" y="468"/>
                  </a:cubicBezTo>
                  <a:lnTo>
                    <a:pt x="0" y="601"/>
                  </a:lnTo>
                  <a:lnTo>
                    <a:pt x="34" y="835"/>
                  </a:lnTo>
                  <a:cubicBezTo>
                    <a:pt x="34" y="818"/>
                    <a:pt x="67" y="818"/>
                    <a:pt x="117" y="818"/>
                  </a:cubicBezTo>
                  <a:cubicBezTo>
                    <a:pt x="167" y="818"/>
                    <a:pt x="234" y="818"/>
                    <a:pt x="301" y="801"/>
                  </a:cubicBezTo>
                  <a:cubicBezTo>
                    <a:pt x="401" y="768"/>
                    <a:pt x="567" y="701"/>
                    <a:pt x="667" y="635"/>
                  </a:cubicBezTo>
                  <a:cubicBezTo>
                    <a:pt x="801" y="534"/>
                    <a:pt x="868" y="434"/>
                    <a:pt x="901" y="334"/>
                  </a:cubicBezTo>
                  <a:lnTo>
                    <a:pt x="1001" y="168"/>
                  </a:lnTo>
                  <a:cubicBezTo>
                    <a:pt x="1001" y="168"/>
                    <a:pt x="868" y="1"/>
                    <a:pt x="834"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0" name="Google Shape;590;p5"/>
            <p:cNvSpPr/>
            <p:nvPr/>
          </p:nvSpPr>
          <p:spPr>
            <a:xfrm>
              <a:off x="5997800" y="4592075"/>
              <a:ext cx="17525" cy="15850"/>
            </a:xfrm>
            <a:custGeom>
              <a:avLst/>
              <a:gdLst/>
              <a:ahLst/>
              <a:cxnLst/>
              <a:rect l="l" t="t" r="r" b="b"/>
              <a:pathLst>
                <a:path w="701" h="634" extrusionOk="0">
                  <a:moveTo>
                    <a:pt x="534" y="0"/>
                  </a:moveTo>
                  <a:cubicBezTo>
                    <a:pt x="534" y="0"/>
                    <a:pt x="500" y="33"/>
                    <a:pt x="434" y="33"/>
                  </a:cubicBezTo>
                  <a:cubicBezTo>
                    <a:pt x="334" y="100"/>
                    <a:pt x="267" y="100"/>
                    <a:pt x="200" y="133"/>
                  </a:cubicBezTo>
                  <a:lnTo>
                    <a:pt x="0" y="334"/>
                  </a:lnTo>
                  <a:lnTo>
                    <a:pt x="0" y="600"/>
                  </a:lnTo>
                  <a:cubicBezTo>
                    <a:pt x="0" y="600"/>
                    <a:pt x="33" y="634"/>
                    <a:pt x="167" y="634"/>
                  </a:cubicBezTo>
                  <a:cubicBezTo>
                    <a:pt x="300" y="634"/>
                    <a:pt x="367" y="600"/>
                    <a:pt x="467" y="567"/>
                  </a:cubicBezTo>
                  <a:cubicBezTo>
                    <a:pt x="500" y="500"/>
                    <a:pt x="600" y="434"/>
                    <a:pt x="634" y="334"/>
                  </a:cubicBezTo>
                  <a:cubicBezTo>
                    <a:pt x="667" y="267"/>
                    <a:pt x="701" y="234"/>
                    <a:pt x="701" y="234"/>
                  </a:cubicBezTo>
                  <a:cubicBezTo>
                    <a:pt x="701" y="234"/>
                    <a:pt x="534" y="67"/>
                    <a:pt x="534"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1" name="Google Shape;591;p5"/>
            <p:cNvSpPr/>
            <p:nvPr/>
          </p:nvSpPr>
          <p:spPr>
            <a:xfrm>
              <a:off x="6139550" y="4575225"/>
              <a:ext cx="16700" cy="12700"/>
            </a:xfrm>
            <a:custGeom>
              <a:avLst/>
              <a:gdLst/>
              <a:ahLst/>
              <a:cxnLst/>
              <a:rect l="l" t="t" r="r" b="b"/>
              <a:pathLst>
                <a:path w="668" h="508" extrusionOk="0">
                  <a:moveTo>
                    <a:pt x="295" y="0"/>
                  </a:moveTo>
                  <a:cubicBezTo>
                    <a:pt x="274" y="0"/>
                    <a:pt x="253" y="2"/>
                    <a:pt x="234" y="7"/>
                  </a:cubicBezTo>
                  <a:cubicBezTo>
                    <a:pt x="201" y="7"/>
                    <a:pt x="134" y="40"/>
                    <a:pt x="67" y="107"/>
                  </a:cubicBezTo>
                  <a:lnTo>
                    <a:pt x="1" y="174"/>
                  </a:lnTo>
                  <a:lnTo>
                    <a:pt x="1" y="441"/>
                  </a:lnTo>
                  <a:cubicBezTo>
                    <a:pt x="1" y="441"/>
                    <a:pt x="34" y="474"/>
                    <a:pt x="134" y="474"/>
                  </a:cubicBezTo>
                  <a:cubicBezTo>
                    <a:pt x="201" y="507"/>
                    <a:pt x="301" y="507"/>
                    <a:pt x="368" y="507"/>
                  </a:cubicBezTo>
                  <a:cubicBezTo>
                    <a:pt x="501" y="474"/>
                    <a:pt x="668" y="307"/>
                    <a:pt x="668" y="307"/>
                  </a:cubicBezTo>
                  <a:cubicBezTo>
                    <a:pt x="668" y="274"/>
                    <a:pt x="635" y="107"/>
                    <a:pt x="568" y="74"/>
                  </a:cubicBezTo>
                  <a:cubicBezTo>
                    <a:pt x="568" y="74"/>
                    <a:pt x="421" y="0"/>
                    <a:pt x="295"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2" name="Google Shape;592;p5"/>
            <p:cNvSpPr/>
            <p:nvPr/>
          </p:nvSpPr>
          <p:spPr>
            <a:xfrm>
              <a:off x="6140400" y="4603750"/>
              <a:ext cx="30875" cy="15850"/>
            </a:xfrm>
            <a:custGeom>
              <a:avLst/>
              <a:gdLst/>
              <a:ahLst/>
              <a:cxnLst/>
              <a:rect l="l" t="t" r="r" b="b"/>
              <a:pathLst>
                <a:path w="1235" h="634" extrusionOk="0">
                  <a:moveTo>
                    <a:pt x="1134" y="0"/>
                  </a:moveTo>
                  <a:cubicBezTo>
                    <a:pt x="1134" y="0"/>
                    <a:pt x="1134" y="0"/>
                    <a:pt x="1134" y="0"/>
                  </a:cubicBezTo>
                  <a:lnTo>
                    <a:pt x="1134" y="0"/>
                  </a:lnTo>
                  <a:cubicBezTo>
                    <a:pt x="1134" y="0"/>
                    <a:pt x="1134" y="0"/>
                    <a:pt x="1134" y="0"/>
                  </a:cubicBezTo>
                  <a:close/>
                  <a:moveTo>
                    <a:pt x="1134" y="0"/>
                  </a:moveTo>
                  <a:cubicBezTo>
                    <a:pt x="1132" y="0"/>
                    <a:pt x="1065" y="1"/>
                    <a:pt x="934" y="33"/>
                  </a:cubicBezTo>
                  <a:cubicBezTo>
                    <a:pt x="801" y="67"/>
                    <a:pt x="634" y="67"/>
                    <a:pt x="567" y="133"/>
                  </a:cubicBezTo>
                  <a:cubicBezTo>
                    <a:pt x="467" y="133"/>
                    <a:pt x="334" y="200"/>
                    <a:pt x="234" y="267"/>
                  </a:cubicBezTo>
                  <a:cubicBezTo>
                    <a:pt x="100" y="300"/>
                    <a:pt x="0" y="334"/>
                    <a:pt x="0" y="334"/>
                  </a:cubicBezTo>
                  <a:lnTo>
                    <a:pt x="0" y="600"/>
                  </a:lnTo>
                  <a:cubicBezTo>
                    <a:pt x="0" y="600"/>
                    <a:pt x="134" y="634"/>
                    <a:pt x="267" y="634"/>
                  </a:cubicBezTo>
                  <a:cubicBezTo>
                    <a:pt x="400" y="634"/>
                    <a:pt x="567" y="634"/>
                    <a:pt x="667" y="600"/>
                  </a:cubicBezTo>
                  <a:cubicBezTo>
                    <a:pt x="801" y="534"/>
                    <a:pt x="934" y="467"/>
                    <a:pt x="1068" y="367"/>
                  </a:cubicBezTo>
                  <a:lnTo>
                    <a:pt x="1234" y="200"/>
                  </a:lnTo>
                  <a:cubicBezTo>
                    <a:pt x="1234" y="167"/>
                    <a:pt x="1101" y="0"/>
                    <a:pt x="1134"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3" name="Google Shape;593;p5"/>
            <p:cNvSpPr/>
            <p:nvPr/>
          </p:nvSpPr>
          <p:spPr>
            <a:xfrm>
              <a:off x="6142900" y="4627925"/>
              <a:ext cx="22525" cy="15875"/>
            </a:xfrm>
            <a:custGeom>
              <a:avLst/>
              <a:gdLst/>
              <a:ahLst/>
              <a:cxnLst/>
              <a:rect l="l" t="t" r="r" b="b"/>
              <a:pathLst>
                <a:path w="901" h="635" extrusionOk="0">
                  <a:moveTo>
                    <a:pt x="834" y="0"/>
                  </a:moveTo>
                  <a:cubicBezTo>
                    <a:pt x="833" y="0"/>
                    <a:pt x="833" y="0"/>
                    <a:pt x="832" y="1"/>
                  </a:cubicBezTo>
                  <a:lnTo>
                    <a:pt x="832" y="1"/>
                  </a:lnTo>
                  <a:cubicBezTo>
                    <a:pt x="833" y="0"/>
                    <a:pt x="834" y="0"/>
                    <a:pt x="834" y="0"/>
                  </a:cubicBezTo>
                  <a:close/>
                  <a:moveTo>
                    <a:pt x="832" y="1"/>
                  </a:moveTo>
                  <a:cubicBezTo>
                    <a:pt x="806" y="4"/>
                    <a:pt x="526" y="38"/>
                    <a:pt x="367" y="134"/>
                  </a:cubicBezTo>
                  <a:cubicBezTo>
                    <a:pt x="334" y="167"/>
                    <a:pt x="234" y="234"/>
                    <a:pt x="167" y="301"/>
                  </a:cubicBezTo>
                  <a:cubicBezTo>
                    <a:pt x="67" y="334"/>
                    <a:pt x="34" y="367"/>
                    <a:pt x="34" y="367"/>
                  </a:cubicBezTo>
                  <a:cubicBezTo>
                    <a:pt x="0" y="367"/>
                    <a:pt x="67" y="634"/>
                    <a:pt x="67" y="634"/>
                  </a:cubicBezTo>
                  <a:lnTo>
                    <a:pt x="234" y="634"/>
                  </a:lnTo>
                  <a:cubicBezTo>
                    <a:pt x="367" y="634"/>
                    <a:pt x="501" y="567"/>
                    <a:pt x="567" y="534"/>
                  </a:cubicBezTo>
                  <a:cubicBezTo>
                    <a:pt x="734" y="467"/>
                    <a:pt x="901" y="201"/>
                    <a:pt x="901" y="201"/>
                  </a:cubicBezTo>
                  <a:cubicBezTo>
                    <a:pt x="901" y="168"/>
                    <a:pt x="805" y="7"/>
                    <a:pt x="832"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4" name="Google Shape;594;p5"/>
            <p:cNvSpPr/>
            <p:nvPr/>
          </p:nvSpPr>
          <p:spPr>
            <a:xfrm>
              <a:off x="6152900" y="4650450"/>
              <a:ext cx="25050" cy="14825"/>
            </a:xfrm>
            <a:custGeom>
              <a:avLst/>
              <a:gdLst/>
              <a:ahLst/>
              <a:cxnLst/>
              <a:rect l="l" t="t" r="r" b="b"/>
              <a:pathLst>
                <a:path w="1002" h="593" extrusionOk="0">
                  <a:moveTo>
                    <a:pt x="734" y="0"/>
                  </a:moveTo>
                  <a:cubicBezTo>
                    <a:pt x="634" y="0"/>
                    <a:pt x="501" y="0"/>
                    <a:pt x="434" y="33"/>
                  </a:cubicBezTo>
                  <a:lnTo>
                    <a:pt x="167" y="167"/>
                  </a:lnTo>
                  <a:lnTo>
                    <a:pt x="0" y="267"/>
                  </a:lnTo>
                  <a:lnTo>
                    <a:pt x="0" y="500"/>
                  </a:lnTo>
                  <a:cubicBezTo>
                    <a:pt x="0" y="500"/>
                    <a:pt x="101" y="567"/>
                    <a:pt x="234" y="567"/>
                  </a:cubicBezTo>
                  <a:cubicBezTo>
                    <a:pt x="284" y="584"/>
                    <a:pt x="342" y="592"/>
                    <a:pt x="405" y="592"/>
                  </a:cubicBezTo>
                  <a:cubicBezTo>
                    <a:pt x="467" y="592"/>
                    <a:pt x="534" y="584"/>
                    <a:pt x="601" y="567"/>
                  </a:cubicBezTo>
                  <a:cubicBezTo>
                    <a:pt x="668" y="500"/>
                    <a:pt x="801" y="467"/>
                    <a:pt x="901" y="400"/>
                  </a:cubicBezTo>
                  <a:lnTo>
                    <a:pt x="1001" y="267"/>
                  </a:lnTo>
                  <a:cubicBezTo>
                    <a:pt x="1001" y="267"/>
                    <a:pt x="901" y="100"/>
                    <a:pt x="901"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5" name="Google Shape;595;p5"/>
            <p:cNvSpPr/>
            <p:nvPr/>
          </p:nvSpPr>
          <p:spPr>
            <a:xfrm>
              <a:off x="6152075" y="4687125"/>
              <a:ext cx="23375" cy="12550"/>
            </a:xfrm>
            <a:custGeom>
              <a:avLst/>
              <a:gdLst/>
              <a:ahLst/>
              <a:cxnLst/>
              <a:rect l="l" t="t" r="r" b="b"/>
              <a:pathLst>
                <a:path w="935" h="502" extrusionOk="0">
                  <a:moveTo>
                    <a:pt x="434" y="1"/>
                  </a:moveTo>
                  <a:cubicBezTo>
                    <a:pt x="300" y="34"/>
                    <a:pt x="134" y="101"/>
                    <a:pt x="134" y="101"/>
                  </a:cubicBezTo>
                  <a:lnTo>
                    <a:pt x="0" y="301"/>
                  </a:lnTo>
                  <a:cubicBezTo>
                    <a:pt x="0" y="301"/>
                    <a:pt x="100" y="368"/>
                    <a:pt x="167" y="434"/>
                  </a:cubicBezTo>
                  <a:cubicBezTo>
                    <a:pt x="267" y="501"/>
                    <a:pt x="434" y="501"/>
                    <a:pt x="500" y="501"/>
                  </a:cubicBezTo>
                  <a:cubicBezTo>
                    <a:pt x="601" y="501"/>
                    <a:pt x="701" y="468"/>
                    <a:pt x="801" y="368"/>
                  </a:cubicBezTo>
                  <a:cubicBezTo>
                    <a:pt x="867" y="334"/>
                    <a:pt x="934" y="268"/>
                    <a:pt x="934" y="268"/>
                  </a:cubicBezTo>
                  <a:cubicBezTo>
                    <a:pt x="934" y="268"/>
                    <a:pt x="801" y="101"/>
                    <a:pt x="767"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6" name="Google Shape;596;p5"/>
            <p:cNvSpPr/>
            <p:nvPr/>
          </p:nvSpPr>
          <p:spPr>
            <a:xfrm>
              <a:off x="5454900" y="4794700"/>
              <a:ext cx="22550" cy="12550"/>
            </a:xfrm>
            <a:custGeom>
              <a:avLst/>
              <a:gdLst/>
              <a:ahLst/>
              <a:cxnLst/>
              <a:rect l="l" t="t" r="r" b="b"/>
              <a:pathLst>
                <a:path w="902" h="502" extrusionOk="0">
                  <a:moveTo>
                    <a:pt x="467" y="1"/>
                  </a:moveTo>
                  <a:cubicBezTo>
                    <a:pt x="267" y="1"/>
                    <a:pt x="0" y="134"/>
                    <a:pt x="0" y="134"/>
                  </a:cubicBezTo>
                  <a:lnTo>
                    <a:pt x="0" y="368"/>
                  </a:lnTo>
                  <a:cubicBezTo>
                    <a:pt x="0" y="368"/>
                    <a:pt x="234" y="501"/>
                    <a:pt x="467" y="501"/>
                  </a:cubicBezTo>
                  <a:cubicBezTo>
                    <a:pt x="634" y="501"/>
                    <a:pt x="901" y="368"/>
                    <a:pt x="901" y="368"/>
                  </a:cubicBezTo>
                  <a:lnTo>
                    <a:pt x="901" y="134"/>
                  </a:lnTo>
                  <a:cubicBezTo>
                    <a:pt x="901" y="134"/>
                    <a:pt x="634" y="1"/>
                    <a:pt x="467"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7" name="Google Shape;597;p5"/>
            <p:cNvSpPr/>
            <p:nvPr/>
          </p:nvSpPr>
          <p:spPr>
            <a:xfrm>
              <a:off x="5475750" y="4818325"/>
              <a:ext cx="29200" cy="11425"/>
            </a:xfrm>
            <a:custGeom>
              <a:avLst/>
              <a:gdLst/>
              <a:ahLst/>
              <a:cxnLst/>
              <a:rect l="l" t="t" r="r" b="b"/>
              <a:pathLst>
                <a:path w="1168" h="457" extrusionOk="0">
                  <a:moveTo>
                    <a:pt x="735" y="0"/>
                  </a:moveTo>
                  <a:cubicBezTo>
                    <a:pt x="676" y="0"/>
                    <a:pt x="618" y="6"/>
                    <a:pt x="567" y="23"/>
                  </a:cubicBezTo>
                  <a:cubicBezTo>
                    <a:pt x="467" y="23"/>
                    <a:pt x="334" y="57"/>
                    <a:pt x="201" y="123"/>
                  </a:cubicBezTo>
                  <a:cubicBezTo>
                    <a:pt x="67" y="223"/>
                    <a:pt x="0" y="257"/>
                    <a:pt x="0" y="257"/>
                  </a:cubicBezTo>
                  <a:lnTo>
                    <a:pt x="134" y="457"/>
                  </a:lnTo>
                  <a:lnTo>
                    <a:pt x="634" y="457"/>
                  </a:lnTo>
                  <a:cubicBezTo>
                    <a:pt x="834" y="423"/>
                    <a:pt x="1168" y="257"/>
                    <a:pt x="1168" y="257"/>
                  </a:cubicBezTo>
                  <a:cubicBezTo>
                    <a:pt x="1168" y="226"/>
                    <a:pt x="1139" y="53"/>
                    <a:pt x="1109" y="53"/>
                  </a:cubicBezTo>
                  <a:cubicBezTo>
                    <a:pt x="1106" y="53"/>
                    <a:pt x="1104" y="54"/>
                    <a:pt x="1101" y="57"/>
                  </a:cubicBezTo>
                  <a:cubicBezTo>
                    <a:pt x="1101" y="57"/>
                    <a:pt x="914" y="0"/>
                    <a:pt x="735"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8" name="Google Shape;598;p5"/>
            <p:cNvSpPr/>
            <p:nvPr/>
          </p:nvSpPr>
          <p:spPr>
            <a:xfrm>
              <a:off x="5509100" y="4832725"/>
              <a:ext cx="13375" cy="13700"/>
            </a:xfrm>
            <a:custGeom>
              <a:avLst/>
              <a:gdLst/>
              <a:ahLst/>
              <a:cxnLst/>
              <a:rect l="l" t="t" r="r" b="b"/>
              <a:pathLst>
                <a:path w="535" h="548" extrusionOk="0">
                  <a:moveTo>
                    <a:pt x="335" y="0"/>
                  </a:moveTo>
                  <a:cubicBezTo>
                    <a:pt x="279" y="0"/>
                    <a:pt x="215" y="24"/>
                    <a:pt x="167" y="48"/>
                  </a:cubicBezTo>
                  <a:cubicBezTo>
                    <a:pt x="34" y="148"/>
                    <a:pt x="1" y="348"/>
                    <a:pt x="1" y="348"/>
                  </a:cubicBezTo>
                  <a:cubicBezTo>
                    <a:pt x="1" y="381"/>
                    <a:pt x="167" y="515"/>
                    <a:pt x="167" y="548"/>
                  </a:cubicBezTo>
                  <a:cubicBezTo>
                    <a:pt x="167" y="548"/>
                    <a:pt x="368" y="515"/>
                    <a:pt x="401" y="481"/>
                  </a:cubicBezTo>
                  <a:cubicBezTo>
                    <a:pt x="468" y="448"/>
                    <a:pt x="534" y="314"/>
                    <a:pt x="534" y="314"/>
                  </a:cubicBezTo>
                  <a:lnTo>
                    <a:pt x="534" y="48"/>
                  </a:lnTo>
                  <a:cubicBezTo>
                    <a:pt x="534" y="48"/>
                    <a:pt x="501" y="14"/>
                    <a:pt x="401" y="14"/>
                  </a:cubicBezTo>
                  <a:cubicBezTo>
                    <a:pt x="381" y="4"/>
                    <a:pt x="359" y="0"/>
                    <a:pt x="335"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9" name="Google Shape;599;p5"/>
            <p:cNvSpPr/>
            <p:nvPr/>
          </p:nvSpPr>
          <p:spPr>
            <a:xfrm>
              <a:off x="5531625" y="4843900"/>
              <a:ext cx="12525" cy="13375"/>
            </a:xfrm>
            <a:custGeom>
              <a:avLst/>
              <a:gdLst/>
              <a:ahLst/>
              <a:cxnLst/>
              <a:rect l="l" t="t" r="r" b="b"/>
              <a:pathLst>
                <a:path w="501" h="535" extrusionOk="0">
                  <a:moveTo>
                    <a:pt x="334" y="1"/>
                  </a:moveTo>
                  <a:cubicBezTo>
                    <a:pt x="334" y="1"/>
                    <a:pt x="267" y="1"/>
                    <a:pt x="234" y="34"/>
                  </a:cubicBezTo>
                  <a:cubicBezTo>
                    <a:pt x="134" y="68"/>
                    <a:pt x="100" y="68"/>
                    <a:pt x="67" y="101"/>
                  </a:cubicBezTo>
                  <a:cubicBezTo>
                    <a:pt x="0" y="201"/>
                    <a:pt x="0" y="334"/>
                    <a:pt x="0" y="334"/>
                  </a:cubicBezTo>
                  <a:cubicBezTo>
                    <a:pt x="65" y="334"/>
                    <a:pt x="130" y="524"/>
                    <a:pt x="164" y="534"/>
                  </a:cubicBezTo>
                  <a:lnTo>
                    <a:pt x="164" y="534"/>
                  </a:lnTo>
                  <a:cubicBezTo>
                    <a:pt x="158" y="528"/>
                    <a:pt x="404" y="465"/>
                    <a:pt x="467" y="401"/>
                  </a:cubicBezTo>
                  <a:cubicBezTo>
                    <a:pt x="467" y="368"/>
                    <a:pt x="501" y="268"/>
                    <a:pt x="501" y="234"/>
                  </a:cubicBezTo>
                  <a:lnTo>
                    <a:pt x="501" y="168"/>
                  </a:lnTo>
                  <a:lnTo>
                    <a:pt x="334" y="1"/>
                  </a:lnTo>
                  <a:close/>
                  <a:moveTo>
                    <a:pt x="164" y="534"/>
                  </a:moveTo>
                  <a:lnTo>
                    <a:pt x="164" y="534"/>
                  </a:lnTo>
                  <a:cubicBezTo>
                    <a:pt x="165" y="534"/>
                    <a:pt x="166" y="535"/>
                    <a:pt x="167" y="535"/>
                  </a:cubicBezTo>
                  <a:cubicBezTo>
                    <a:pt x="166" y="535"/>
                    <a:pt x="165" y="534"/>
                    <a:pt x="164" y="534"/>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0" name="Google Shape;600;p5"/>
            <p:cNvSpPr/>
            <p:nvPr/>
          </p:nvSpPr>
          <p:spPr>
            <a:xfrm>
              <a:off x="5647525" y="4824725"/>
              <a:ext cx="23375" cy="25200"/>
            </a:xfrm>
            <a:custGeom>
              <a:avLst/>
              <a:gdLst/>
              <a:ahLst/>
              <a:cxnLst/>
              <a:rect l="l" t="t" r="r" b="b"/>
              <a:pathLst>
                <a:path w="935" h="1008" extrusionOk="0">
                  <a:moveTo>
                    <a:pt x="802" y="1"/>
                  </a:moveTo>
                  <a:cubicBezTo>
                    <a:pt x="802" y="1"/>
                    <a:pt x="701" y="34"/>
                    <a:pt x="601" y="101"/>
                  </a:cubicBezTo>
                  <a:cubicBezTo>
                    <a:pt x="468" y="134"/>
                    <a:pt x="335" y="268"/>
                    <a:pt x="268" y="334"/>
                  </a:cubicBezTo>
                  <a:cubicBezTo>
                    <a:pt x="101" y="534"/>
                    <a:pt x="1" y="868"/>
                    <a:pt x="1" y="868"/>
                  </a:cubicBezTo>
                  <a:cubicBezTo>
                    <a:pt x="1" y="926"/>
                    <a:pt x="125" y="1008"/>
                    <a:pt x="159" y="1008"/>
                  </a:cubicBezTo>
                  <a:cubicBezTo>
                    <a:pt x="165" y="1008"/>
                    <a:pt x="168" y="1006"/>
                    <a:pt x="168" y="1001"/>
                  </a:cubicBezTo>
                  <a:cubicBezTo>
                    <a:pt x="168" y="1001"/>
                    <a:pt x="468" y="801"/>
                    <a:pt x="601" y="634"/>
                  </a:cubicBezTo>
                  <a:cubicBezTo>
                    <a:pt x="668" y="601"/>
                    <a:pt x="701" y="468"/>
                    <a:pt x="802" y="368"/>
                  </a:cubicBezTo>
                  <a:cubicBezTo>
                    <a:pt x="868" y="301"/>
                    <a:pt x="935" y="201"/>
                    <a:pt x="935" y="201"/>
                  </a:cubicBezTo>
                  <a:lnTo>
                    <a:pt x="802" y="1"/>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1" name="Google Shape;601;p5"/>
            <p:cNvSpPr/>
            <p:nvPr/>
          </p:nvSpPr>
          <p:spPr>
            <a:xfrm>
              <a:off x="5663375" y="4852250"/>
              <a:ext cx="25050" cy="25050"/>
            </a:xfrm>
            <a:custGeom>
              <a:avLst/>
              <a:gdLst/>
              <a:ahLst/>
              <a:cxnLst/>
              <a:rect l="l" t="t" r="r" b="b"/>
              <a:pathLst>
                <a:path w="1002" h="1002" extrusionOk="0">
                  <a:moveTo>
                    <a:pt x="835" y="0"/>
                  </a:moveTo>
                  <a:cubicBezTo>
                    <a:pt x="835" y="0"/>
                    <a:pt x="501" y="167"/>
                    <a:pt x="334" y="334"/>
                  </a:cubicBezTo>
                  <a:cubicBezTo>
                    <a:pt x="168" y="501"/>
                    <a:pt x="1" y="834"/>
                    <a:pt x="1" y="834"/>
                  </a:cubicBezTo>
                  <a:cubicBezTo>
                    <a:pt x="1" y="868"/>
                    <a:pt x="168" y="1001"/>
                    <a:pt x="168" y="1001"/>
                  </a:cubicBezTo>
                  <a:cubicBezTo>
                    <a:pt x="168" y="1001"/>
                    <a:pt x="501" y="834"/>
                    <a:pt x="668" y="668"/>
                  </a:cubicBezTo>
                  <a:cubicBezTo>
                    <a:pt x="835" y="501"/>
                    <a:pt x="1001" y="167"/>
                    <a:pt x="1001" y="167"/>
                  </a:cubicBezTo>
                  <a:lnTo>
                    <a:pt x="835" y="0"/>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2" name="Google Shape;602;p5"/>
            <p:cNvSpPr/>
            <p:nvPr/>
          </p:nvSpPr>
          <p:spPr>
            <a:xfrm>
              <a:off x="5685075" y="4871425"/>
              <a:ext cx="17525" cy="27550"/>
            </a:xfrm>
            <a:custGeom>
              <a:avLst/>
              <a:gdLst/>
              <a:ahLst/>
              <a:cxnLst/>
              <a:rect l="l" t="t" r="r" b="b"/>
              <a:pathLst>
                <a:path w="701" h="1102" extrusionOk="0">
                  <a:moveTo>
                    <a:pt x="434" y="1"/>
                  </a:moveTo>
                  <a:cubicBezTo>
                    <a:pt x="434" y="67"/>
                    <a:pt x="367" y="101"/>
                    <a:pt x="334" y="167"/>
                  </a:cubicBezTo>
                  <a:cubicBezTo>
                    <a:pt x="300" y="234"/>
                    <a:pt x="200" y="334"/>
                    <a:pt x="167" y="434"/>
                  </a:cubicBezTo>
                  <a:cubicBezTo>
                    <a:pt x="133" y="501"/>
                    <a:pt x="100" y="634"/>
                    <a:pt x="33" y="768"/>
                  </a:cubicBezTo>
                  <a:cubicBezTo>
                    <a:pt x="0" y="901"/>
                    <a:pt x="0" y="968"/>
                    <a:pt x="0" y="968"/>
                  </a:cubicBezTo>
                  <a:cubicBezTo>
                    <a:pt x="29" y="997"/>
                    <a:pt x="162" y="1079"/>
                    <a:pt x="171" y="1097"/>
                  </a:cubicBezTo>
                  <a:lnTo>
                    <a:pt x="171" y="1097"/>
                  </a:lnTo>
                  <a:lnTo>
                    <a:pt x="300" y="968"/>
                  </a:lnTo>
                  <a:cubicBezTo>
                    <a:pt x="367" y="901"/>
                    <a:pt x="500" y="768"/>
                    <a:pt x="534" y="668"/>
                  </a:cubicBezTo>
                  <a:cubicBezTo>
                    <a:pt x="634" y="568"/>
                    <a:pt x="667" y="401"/>
                    <a:pt x="667" y="268"/>
                  </a:cubicBezTo>
                  <a:cubicBezTo>
                    <a:pt x="701" y="134"/>
                    <a:pt x="667" y="1"/>
                    <a:pt x="667" y="1"/>
                  </a:cubicBezTo>
                  <a:close/>
                  <a:moveTo>
                    <a:pt x="171" y="1097"/>
                  </a:moveTo>
                  <a:lnTo>
                    <a:pt x="167" y="1101"/>
                  </a:lnTo>
                  <a:cubicBezTo>
                    <a:pt x="171" y="1101"/>
                    <a:pt x="172" y="1100"/>
                    <a:pt x="171" y="1097"/>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3" name="Google Shape;603;p5"/>
            <p:cNvSpPr/>
            <p:nvPr/>
          </p:nvSpPr>
          <p:spPr>
            <a:xfrm>
              <a:off x="5697575" y="4900625"/>
              <a:ext cx="16700" cy="31700"/>
            </a:xfrm>
            <a:custGeom>
              <a:avLst/>
              <a:gdLst/>
              <a:ahLst/>
              <a:cxnLst/>
              <a:rect l="l" t="t" r="r" b="b"/>
              <a:pathLst>
                <a:path w="668" h="1268" extrusionOk="0">
                  <a:moveTo>
                    <a:pt x="467" y="0"/>
                  </a:moveTo>
                  <a:cubicBezTo>
                    <a:pt x="467" y="0"/>
                    <a:pt x="201" y="300"/>
                    <a:pt x="100" y="567"/>
                  </a:cubicBezTo>
                  <a:cubicBezTo>
                    <a:pt x="0" y="767"/>
                    <a:pt x="0" y="1168"/>
                    <a:pt x="0" y="1168"/>
                  </a:cubicBezTo>
                  <a:cubicBezTo>
                    <a:pt x="0" y="1168"/>
                    <a:pt x="157" y="1246"/>
                    <a:pt x="170" y="1264"/>
                  </a:cubicBezTo>
                  <a:lnTo>
                    <a:pt x="170" y="1264"/>
                  </a:lnTo>
                  <a:cubicBezTo>
                    <a:pt x="199" y="1227"/>
                    <a:pt x="438" y="922"/>
                    <a:pt x="501" y="734"/>
                  </a:cubicBezTo>
                  <a:cubicBezTo>
                    <a:pt x="634" y="501"/>
                    <a:pt x="668" y="134"/>
                    <a:pt x="668" y="134"/>
                  </a:cubicBezTo>
                  <a:lnTo>
                    <a:pt x="467" y="0"/>
                  </a:lnTo>
                  <a:close/>
                  <a:moveTo>
                    <a:pt x="170" y="1264"/>
                  </a:moveTo>
                  <a:cubicBezTo>
                    <a:pt x="168" y="1266"/>
                    <a:pt x="167" y="1268"/>
                    <a:pt x="167" y="1268"/>
                  </a:cubicBezTo>
                  <a:cubicBezTo>
                    <a:pt x="171" y="1268"/>
                    <a:pt x="172" y="1266"/>
                    <a:pt x="170" y="1264"/>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4" name="Google Shape;604;p5"/>
            <p:cNvSpPr/>
            <p:nvPr/>
          </p:nvSpPr>
          <p:spPr>
            <a:xfrm>
              <a:off x="5731775" y="4923975"/>
              <a:ext cx="12525" cy="25025"/>
            </a:xfrm>
            <a:custGeom>
              <a:avLst/>
              <a:gdLst/>
              <a:ahLst/>
              <a:cxnLst/>
              <a:rect l="l" t="t" r="r" b="b"/>
              <a:pathLst>
                <a:path w="501" h="1001" extrusionOk="0">
                  <a:moveTo>
                    <a:pt x="300" y="0"/>
                  </a:moveTo>
                  <a:cubicBezTo>
                    <a:pt x="300" y="0"/>
                    <a:pt x="267" y="67"/>
                    <a:pt x="167" y="167"/>
                  </a:cubicBezTo>
                  <a:cubicBezTo>
                    <a:pt x="133" y="234"/>
                    <a:pt x="100" y="367"/>
                    <a:pt x="33" y="467"/>
                  </a:cubicBezTo>
                  <a:cubicBezTo>
                    <a:pt x="0" y="634"/>
                    <a:pt x="100" y="901"/>
                    <a:pt x="100" y="901"/>
                  </a:cubicBezTo>
                  <a:cubicBezTo>
                    <a:pt x="100" y="968"/>
                    <a:pt x="300" y="1001"/>
                    <a:pt x="300" y="1001"/>
                  </a:cubicBezTo>
                  <a:cubicBezTo>
                    <a:pt x="300" y="1001"/>
                    <a:pt x="467" y="701"/>
                    <a:pt x="500" y="534"/>
                  </a:cubicBezTo>
                  <a:lnTo>
                    <a:pt x="500" y="300"/>
                  </a:lnTo>
                  <a:lnTo>
                    <a:pt x="500" y="134"/>
                  </a:lnTo>
                  <a:cubicBezTo>
                    <a:pt x="500" y="67"/>
                    <a:pt x="300" y="0"/>
                    <a:pt x="300"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5" name="Google Shape;605;p5"/>
            <p:cNvSpPr/>
            <p:nvPr/>
          </p:nvSpPr>
          <p:spPr>
            <a:xfrm>
              <a:off x="5846000" y="5270050"/>
              <a:ext cx="17550" cy="21100"/>
            </a:xfrm>
            <a:custGeom>
              <a:avLst/>
              <a:gdLst/>
              <a:ahLst/>
              <a:cxnLst/>
              <a:rect l="l" t="t" r="r" b="b"/>
              <a:pathLst>
                <a:path w="702" h="844" extrusionOk="0">
                  <a:moveTo>
                    <a:pt x="568" y="0"/>
                  </a:moveTo>
                  <a:lnTo>
                    <a:pt x="401" y="67"/>
                  </a:lnTo>
                  <a:cubicBezTo>
                    <a:pt x="335" y="134"/>
                    <a:pt x="234" y="201"/>
                    <a:pt x="168" y="301"/>
                  </a:cubicBezTo>
                  <a:cubicBezTo>
                    <a:pt x="34" y="467"/>
                    <a:pt x="1" y="734"/>
                    <a:pt x="1" y="734"/>
                  </a:cubicBezTo>
                  <a:cubicBezTo>
                    <a:pt x="1" y="789"/>
                    <a:pt x="112" y="843"/>
                    <a:pt x="153" y="843"/>
                  </a:cubicBezTo>
                  <a:cubicBezTo>
                    <a:pt x="162" y="843"/>
                    <a:pt x="168" y="840"/>
                    <a:pt x="168" y="834"/>
                  </a:cubicBezTo>
                  <a:cubicBezTo>
                    <a:pt x="168" y="834"/>
                    <a:pt x="401" y="668"/>
                    <a:pt x="501" y="534"/>
                  </a:cubicBezTo>
                  <a:cubicBezTo>
                    <a:pt x="535" y="501"/>
                    <a:pt x="568" y="401"/>
                    <a:pt x="601" y="334"/>
                  </a:cubicBezTo>
                  <a:cubicBezTo>
                    <a:pt x="668" y="234"/>
                    <a:pt x="702" y="201"/>
                    <a:pt x="702" y="201"/>
                  </a:cubicBezTo>
                  <a:lnTo>
                    <a:pt x="568" y="0"/>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6" name="Google Shape;606;p5"/>
            <p:cNvSpPr/>
            <p:nvPr/>
          </p:nvSpPr>
          <p:spPr>
            <a:xfrm>
              <a:off x="5879375" y="5275875"/>
              <a:ext cx="16700" cy="20875"/>
            </a:xfrm>
            <a:custGeom>
              <a:avLst/>
              <a:gdLst/>
              <a:ahLst/>
              <a:cxnLst/>
              <a:rect l="l" t="t" r="r" b="b"/>
              <a:pathLst>
                <a:path w="668" h="835" extrusionOk="0">
                  <a:moveTo>
                    <a:pt x="501" y="1"/>
                  </a:moveTo>
                  <a:cubicBezTo>
                    <a:pt x="501" y="1"/>
                    <a:pt x="434" y="68"/>
                    <a:pt x="367" y="101"/>
                  </a:cubicBezTo>
                  <a:cubicBezTo>
                    <a:pt x="267" y="134"/>
                    <a:pt x="167" y="234"/>
                    <a:pt x="100" y="301"/>
                  </a:cubicBezTo>
                  <a:cubicBezTo>
                    <a:pt x="34" y="435"/>
                    <a:pt x="0" y="735"/>
                    <a:pt x="0" y="735"/>
                  </a:cubicBezTo>
                  <a:cubicBezTo>
                    <a:pt x="0" y="735"/>
                    <a:pt x="167" y="835"/>
                    <a:pt x="200" y="835"/>
                  </a:cubicBezTo>
                  <a:cubicBezTo>
                    <a:pt x="200" y="835"/>
                    <a:pt x="434" y="668"/>
                    <a:pt x="534" y="568"/>
                  </a:cubicBezTo>
                  <a:cubicBezTo>
                    <a:pt x="567" y="501"/>
                    <a:pt x="567" y="435"/>
                    <a:pt x="601" y="334"/>
                  </a:cubicBezTo>
                  <a:cubicBezTo>
                    <a:pt x="667" y="268"/>
                    <a:pt x="667" y="168"/>
                    <a:pt x="667" y="168"/>
                  </a:cubicBezTo>
                  <a:lnTo>
                    <a:pt x="501" y="1"/>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7" name="Google Shape;607;p5"/>
            <p:cNvSpPr/>
            <p:nvPr/>
          </p:nvSpPr>
          <p:spPr>
            <a:xfrm>
              <a:off x="5902725" y="5285900"/>
              <a:ext cx="20025" cy="30050"/>
            </a:xfrm>
            <a:custGeom>
              <a:avLst/>
              <a:gdLst/>
              <a:ahLst/>
              <a:cxnLst/>
              <a:rect l="l" t="t" r="r" b="b"/>
              <a:pathLst>
                <a:path w="801" h="1202" extrusionOk="0">
                  <a:moveTo>
                    <a:pt x="601" y="0"/>
                  </a:moveTo>
                  <a:cubicBezTo>
                    <a:pt x="601" y="0"/>
                    <a:pt x="301" y="267"/>
                    <a:pt x="167" y="501"/>
                  </a:cubicBezTo>
                  <a:cubicBezTo>
                    <a:pt x="67" y="701"/>
                    <a:pt x="0" y="1101"/>
                    <a:pt x="0" y="1101"/>
                  </a:cubicBezTo>
                  <a:cubicBezTo>
                    <a:pt x="0" y="1101"/>
                    <a:pt x="234" y="1201"/>
                    <a:pt x="267" y="1201"/>
                  </a:cubicBezTo>
                  <a:cubicBezTo>
                    <a:pt x="267" y="1201"/>
                    <a:pt x="501" y="901"/>
                    <a:pt x="601" y="701"/>
                  </a:cubicBezTo>
                  <a:cubicBezTo>
                    <a:pt x="734" y="501"/>
                    <a:pt x="801" y="100"/>
                    <a:pt x="801" y="100"/>
                  </a:cubicBezTo>
                  <a:lnTo>
                    <a:pt x="601" y="0"/>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8" name="Google Shape;608;p5"/>
            <p:cNvSpPr/>
            <p:nvPr/>
          </p:nvSpPr>
          <p:spPr>
            <a:xfrm>
              <a:off x="6064500" y="5179975"/>
              <a:ext cx="25875" cy="23375"/>
            </a:xfrm>
            <a:custGeom>
              <a:avLst/>
              <a:gdLst/>
              <a:ahLst/>
              <a:cxnLst/>
              <a:rect l="l" t="t" r="r" b="b"/>
              <a:pathLst>
                <a:path w="1035" h="935" extrusionOk="0">
                  <a:moveTo>
                    <a:pt x="935" y="1"/>
                  </a:moveTo>
                  <a:cubicBezTo>
                    <a:pt x="935" y="1"/>
                    <a:pt x="534" y="101"/>
                    <a:pt x="334" y="268"/>
                  </a:cubicBezTo>
                  <a:cubicBezTo>
                    <a:pt x="167" y="434"/>
                    <a:pt x="1" y="801"/>
                    <a:pt x="1" y="801"/>
                  </a:cubicBezTo>
                  <a:cubicBezTo>
                    <a:pt x="1" y="801"/>
                    <a:pt x="167" y="935"/>
                    <a:pt x="201" y="935"/>
                  </a:cubicBezTo>
                  <a:cubicBezTo>
                    <a:pt x="201" y="935"/>
                    <a:pt x="501" y="768"/>
                    <a:pt x="668" y="635"/>
                  </a:cubicBezTo>
                  <a:cubicBezTo>
                    <a:pt x="801" y="501"/>
                    <a:pt x="1035" y="234"/>
                    <a:pt x="1035" y="234"/>
                  </a:cubicBezTo>
                  <a:lnTo>
                    <a:pt x="935" y="1"/>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9" name="Google Shape;609;p5"/>
            <p:cNvSpPr/>
            <p:nvPr/>
          </p:nvSpPr>
          <p:spPr>
            <a:xfrm>
              <a:off x="6080350" y="5203325"/>
              <a:ext cx="24200" cy="25050"/>
            </a:xfrm>
            <a:custGeom>
              <a:avLst/>
              <a:gdLst/>
              <a:ahLst/>
              <a:cxnLst/>
              <a:rect l="l" t="t" r="r" b="b"/>
              <a:pathLst>
                <a:path w="968" h="1002" extrusionOk="0">
                  <a:moveTo>
                    <a:pt x="734" y="1"/>
                  </a:moveTo>
                  <a:cubicBezTo>
                    <a:pt x="734" y="1"/>
                    <a:pt x="401" y="168"/>
                    <a:pt x="301" y="334"/>
                  </a:cubicBezTo>
                  <a:cubicBezTo>
                    <a:pt x="167" y="501"/>
                    <a:pt x="0" y="835"/>
                    <a:pt x="0" y="835"/>
                  </a:cubicBezTo>
                  <a:cubicBezTo>
                    <a:pt x="0" y="835"/>
                    <a:pt x="167" y="968"/>
                    <a:pt x="201" y="1002"/>
                  </a:cubicBezTo>
                  <a:cubicBezTo>
                    <a:pt x="201" y="1002"/>
                    <a:pt x="534" y="835"/>
                    <a:pt x="668" y="668"/>
                  </a:cubicBezTo>
                  <a:cubicBezTo>
                    <a:pt x="801" y="501"/>
                    <a:pt x="968" y="168"/>
                    <a:pt x="968" y="168"/>
                  </a:cubicBezTo>
                  <a:cubicBezTo>
                    <a:pt x="968" y="134"/>
                    <a:pt x="734" y="1"/>
                    <a:pt x="734"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0" name="Google Shape;610;p5"/>
            <p:cNvSpPr/>
            <p:nvPr/>
          </p:nvSpPr>
          <p:spPr>
            <a:xfrm>
              <a:off x="6100350" y="5230025"/>
              <a:ext cx="18375" cy="19200"/>
            </a:xfrm>
            <a:custGeom>
              <a:avLst/>
              <a:gdLst/>
              <a:ahLst/>
              <a:cxnLst/>
              <a:rect l="l" t="t" r="r" b="b"/>
              <a:pathLst>
                <a:path w="735" h="768" extrusionOk="0">
                  <a:moveTo>
                    <a:pt x="535" y="0"/>
                  </a:moveTo>
                  <a:cubicBezTo>
                    <a:pt x="535" y="0"/>
                    <a:pt x="268" y="100"/>
                    <a:pt x="201" y="234"/>
                  </a:cubicBezTo>
                  <a:cubicBezTo>
                    <a:pt x="68" y="334"/>
                    <a:pt x="1" y="601"/>
                    <a:pt x="1" y="601"/>
                  </a:cubicBezTo>
                  <a:cubicBezTo>
                    <a:pt x="1" y="601"/>
                    <a:pt x="101" y="767"/>
                    <a:pt x="201" y="767"/>
                  </a:cubicBezTo>
                  <a:cubicBezTo>
                    <a:pt x="201" y="767"/>
                    <a:pt x="435" y="667"/>
                    <a:pt x="568" y="567"/>
                  </a:cubicBezTo>
                  <a:cubicBezTo>
                    <a:pt x="668" y="434"/>
                    <a:pt x="735" y="134"/>
                    <a:pt x="735" y="134"/>
                  </a:cubicBezTo>
                  <a:lnTo>
                    <a:pt x="535" y="0"/>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1" name="Google Shape;611;p5"/>
            <p:cNvSpPr/>
            <p:nvPr/>
          </p:nvSpPr>
          <p:spPr>
            <a:xfrm>
              <a:off x="6111200" y="5261700"/>
              <a:ext cx="12525" cy="16700"/>
            </a:xfrm>
            <a:custGeom>
              <a:avLst/>
              <a:gdLst/>
              <a:ahLst/>
              <a:cxnLst/>
              <a:rect l="l" t="t" r="r" b="b"/>
              <a:pathLst>
                <a:path w="501" h="668" extrusionOk="0">
                  <a:moveTo>
                    <a:pt x="334" y="1"/>
                  </a:moveTo>
                  <a:cubicBezTo>
                    <a:pt x="334" y="1"/>
                    <a:pt x="267" y="1"/>
                    <a:pt x="234" y="34"/>
                  </a:cubicBezTo>
                  <a:lnTo>
                    <a:pt x="67" y="201"/>
                  </a:lnTo>
                  <a:cubicBezTo>
                    <a:pt x="1" y="234"/>
                    <a:pt x="1" y="334"/>
                    <a:pt x="1" y="368"/>
                  </a:cubicBezTo>
                  <a:lnTo>
                    <a:pt x="1" y="501"/>
                  </a:lnTo>
                  <a:cubicBezTo>
                    <a:pt x="1" y="535"/>
                    <a:pt x="167" y="668"/>
                    <a:pt x="167" y="668"/>
                  </a:cubicBezTo>
                  <a:cubicBezTo>
                    <a:pt x="167" y="668"/>
                    <a:pt x="267" y="668"/>
                    <a:pt x="301" y="635"/>
                  </a:cubicBezTo>
                  <a:lnTo>
                    <a:pt x="468" y="468"/>
                  </a:lnTo>
                  <a:cubicBezTo>
                    <a:pt x="501" y="401"/>
                    <a:pt x="501" y="334"/>
                    <a:pt x="501" y="301"/>
                  </a:cubicBezTo>
                  <a:lnTo>
                    <a:pt x="501" y="168"/>
                  </a:lnTo>
                  <a:lnTo>
                    <a:pt x="334" y="1"/>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2" name="Google Shape;612;p5"/>
            <p:cNvSpPr/>
            <p:nvPr/>
          </p:nvSpPr>
          <p:spPr>
            <a:xfrm>
              <a:off x="6130375" y="5282550"/>
              <a:ext cx="15875" cy="19775"/>
            </a:xfrm>
            <a:custGeom>
              <a:avLst/>
              <a:gdLst/>
              <a:ahLst/>
              <a:cxnLst/>
              <a:rect l="l" t="t" r="r" b="b"/>
              <a:pathLst>
                <a:path w="635" h="791" extrusionOk="0">
                  <a:moveTo>
                    <a:pt x="368" y="1"/>
                  </a:moveTo>
                  <a:cubicBezTo>
                    <a:pt x="368" y="1"/>
                    <a:pt x="201" y="168"/>
                    <a:pt x="134" y="301"/>
                  </a:cubicBezTo>
                  <a:cubicBezTo>
                    <a:pt x="34" y="468"/>
                    <a:pt x="1" y="735"/>
                    <a:pt x="1" y="735"/>
                  </a:cubicBezTo>
                  <a:cubicBezTo>
                    <a:pt x="1" y="735"/>
                    <a:pt x="113" y="791"/>
                    <a:pt x="170" y="791"/>
                  </a:cubicBezTo>
                  <a:cubicBezTo>
                    <a:pt x="188" y="791"/>
                    <a:pt x="201" y="785"/>
                    <a:pt x="201" y="768"/>
                  </a:cubicBezTo>
                  <a:cubicBezTo>
                    <a:pt x="201" y="768"/>
                    <a:pt x="468" y="635"/>
                    <a:pt x="535" y="501"/>
                  </a:cubicBezTo>
                  <a:cubicBezTo>
                    <a:pt x="568" y="401"/>
                    <a:pt x="635" y="334"/>
                    <a:pt x="635" y="201"/>
                  </a:cubicBezTo>
                  <a:lnTo>
                    <a:pt x="635" y="34"/>
                  </a:lnTo>
                  <a:lnTo>
                    <a:pt x="368" y="1"/>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3" name="Google Shape;613;p5"/>
            <p:cNvSpPr/>
            <p:nvPr/>
          </p:nvSpPr>
          <p:spPr>
            <a:xfrm>
              <a:off x="6139550" y="5311750"/>
              <a:ext cx="13375" cy="16700"/>
            </a:xfrm>
            <a:custGeom>
              <a:avLst/>
              <a:gdLst/>
              <a:ahLst/>
              <a:cxnLst/>
              <a:rect l="l" t="t" r="r" b="b"/>
              <a:pathLst>
                <a:path w="535" h="668" extrusionOk="0">
                  <a:moveTo>
                    <a:pt x="334" y="0"/>
                  </a:moveTo>
                  <a:cubicBezTo>
                    <a:pt x="334" y="0"/>
                    <a:pt x="168" y="67"/>
                    <a:pt x="101" y="200"/>
                  </a:cubicBezTo>
                  <a:cubicBezTo>
                    <a:pt x="1" y="300"/>
                    <a:pt x="1" y="534"/>
                    <a:pt x="1" y="534"/>
                  </a:cubicBezTo>
                  <a:cubicBezTo>
                    <a:pt x="1" y="534"/>
                    <a:pt x="168" y="667"/>
                    <a:pt x="201" y="667"/>
                  </a:cubicBezTo>
                  <a:cubicBezTo>
                    <a:pt x="201" y="667"/>
                    <a:pt x="368" y="567"/>
                    <a:pt x="468" y="467"/>
                  </a:cubicBezTo>
                  <a:cubicBezTo>
                    <a:pt x="534" y="367"/>
                    <a:pt x="534" y="134"/>
                    <a:pt x="534" y="134"/>
                  </a:cubicBezTo>
                  <a:lnTo>
                    <a:pt x="334" y="0"/>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4" name="Google Shape;614;p5"/>
            <p:cNvSpPr/>
            <p:nvPr/>
          </p:nvSpPr>
          <p:spPr>
            <a:xfrm>
              <a:off x="6164575" y="5332600"/>
              <a:ext cx="15025" cy="25650"/>
            </a:xfrm>
            <a:custGeom>
              <a:avLst/>
              <a:gdLst/>
              <a:ahLst/>
              <a:cxnLst/>
              <a:rect l="l" t="t" r="r" b="b"/>
              <a:pathLst>
                <a:path w="601" h="1026" extrusionOk="0">
                  <a:moveTo>
                    <a:pt x="234" y="0"/>
                  </a:moveTo>
                  <a:lnTo>
                    <a:pt x="167" y="167"/>
                  </a:lnTo>
                  <a:cubicBezTo>
                    <a:pt x="134" y="234"/>
                    <a:pt x="34" y="367"/>
                    <a:pt x="34" y="467"/>
                  </a:cubicBezTo>
                  <a:cubicBezTo>
                    <a:pt x="34" y="534"/>
                    <a:pt x="0" y="667"/>
                    <a:pt x="34" y="801"/>
                  </a:cubicBezTo>
                  <a:cubicBezTo>
                    <a:pt x="34" y="901"/>
                    <a:pt x="101" y="1001"/>
                    <a:pt x="101" y="1001"/>
                  </a:cubicBezTo>
                  <a:cubicBezTo>
                    <a:pt x="101" y="1018"/>
                    <a:pt x="151" y="1026"/>
                    <a:pt x="205" y="1026"/>
                  </a:cubicBezTo>
                  <a:cubicBezTo>
                    <a:pt x="259" y="1026"/>
                    <a:pt x="317" y="1018"/>
                    <a:pt x="334" y="1001"/>
                  </a:cubicBezTo>
                  <a:lnTo>
                    <a:pt x="434" y="834"/>
                  </a:lnTo>
                  <a:cubicBezTo>
                    <a:pt x="467" y="734"/>
                    <a:pt x="534" y="634"/>
                    <a:pt x="534" y="534"/>
                  </a:cubicBezTo>
                  <a:cubicBezTo>
                    <a:pt x="534" y="467"/>
                    <a:pt x="601" y="334"/>
                    <a:pt x="534" y="200"/>
                  </a:cubicBezTo>
                  <a:cubicBezTo>
                    <a:pt x="534" y="67"/>
                    <a:pt x="501" y="0"/>
                    <a:pt x="501"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5" name="Google Shape;615;p5"/>
            <p:cNvSpPr/>
            <p:nvPr/>
          </p:nvSpPr>
          <p:spPr>
            <a:xfrm>
              <a:off x="3478625" y="4820250"/>
              <a:ext cx="241725" cy="108800"/>
            </a:xfrm>
            <a:custGeom>
              <a:avLst/>
              <a:gdLst/>
              <a:ahLst/>
              <a:cxnLst/>
              <a:rect l="l" t="t" r="r" b="b"/>
              <a:pathLst>
                <a:path w="9669" h="4352" extrusionOk="0">
                  <a:moveTo>
                    <a:pt x="9381" y="1"/>
                  </a:moveTo>
                  <a:cubicBezTo>
                    <a:pt x="9346" y="1"/>
                    <a:pt x="9317" y="5"/>
                    <a:pt x="9302" y="13"/>
                  </a:cubicBezTo>
                  <a:cubicBezTo>
                    <a:pt x="9302" y="13"/>
                    <a:pt x="9302" y="80"/>
                    <a:pt x="9235" y="180"/>
                  </a:cubicBezTo>
                  <a:cubicBezTo>
                    <a:pt x="9235" y="313"/>
                    <a:pt x="9202" y="447"/>
                    <a:pt x="9168" y="580"/>
                  </a:cubicBezTo>
                  <a:cubicBezTo>
                    <a:pt x="9068" y="914"/>
                    <a:pt x="8901" y="1414"/>
                    <a:pt x="8668" y="1881"/>
                  </a:cubicBezTo>
                  <a:cubicBezTo>
                    <a:pt x="8368" y="2348"/>
                    <a:pt x="7967" y="2815"/>
                    <a:pt x="7467" y="3048"/>
                  </a:cubicBezTo>
                  <a:cubicBezTo>
                    <a:pt x="6967" y="3315"/>
                    <a:pt x="6366" y="3415"/>
                    <a:pt x="5833" y="3482"/>
                  </a:cubicBezTo>
                  <a:cubicBezTo>
                    <a:pt x="4798" y="3615"/>
                    <a:pt x="3331" y="3515"/>
                    <a:pt x="2163" y="3615"/>
                  </a:cubicBezTo>
                  <a:cubicBezTo>
                    <a:pt x="1563" y="3649"/>
                    <a:pt x="1062" y="3716"/>
                    <a:pt x="696" y="3816"/>
                  </a:cubicBezTo>
                  <a:cubicBezTo>
                    <a:pt x="329" y="3882"/>
                    <a:pt x="128" y="3982"/>
                    <a:pt x="128" y="3982"/>
                  </a:cubicBezTo>
                  <a:cubicBezTo>
                    <a:pt x="1" y="4014"/>
                    <a:pt x="56" y="4351"/>
                    <a:pt x="178" y="4351"/>
                  </a:cubicBezTo>
                  <a:cubicBezTo>
                    <a:pt x="184" y="4351"/>
                    <a:pt x="189" y="4351"/>
                    <a:pt x="195" y="4349"/>
                  </a:cubicBezTo>
                  <a:cubicBezTo>
                    <a:pt x="195" y="4349"/>
                    <a:pt x="395" y="4316"/>
                    <a:pt x="729" y="4249"/>
                  </a:cubicBezTo>
                  <a:cubicBezTo>
                    <a:pt x="1129" y="4216"/>
                    <a:pt x="1563" y="4183"/>
                    <a:pt x="2163" y="4183"/>
                  </a:cubicBezTo>
                  <a:cubicBezTo>
                    <a:pt x="2982" y="4207"/>
                    <a:pt x="3957" y="4300"/>
                    <a:pt x="4876" y="4300"/>
                  </a:cubicBezTo>
                  <a:cubicBezTo>
                    <a:pt x="5229" y="4300"/>
                    <a:pt x="5575" y="4286"/>
                    <a:pt x="5899" y="4249"/>
                  </a:cubicBezTo>
                  <a:cubicBezTo>
                    <a:pt x="6500" y="4183"/>
                    <a:pt x="7167" y="4049"/>
                    <a:pt x="7801" y="3682"/>
                  </a:cubicBezTo>
                  <a:cubicBezTo>
                    <a:pt x="8368" y="3315"/>
                    <a:pt x="8868" y="2715"/>
                    <a:pt x="9135" y="2181"/>
                  </a:cubicBezTo>
                  <a:cubicBezTo>
                    <a:pt x="9402" y="1614"/>
                    <a:pt x="9502" y="1080"/>
                    <a:pt x="9569" y="713"/>
                  </a:cubicBezTo>
                  <a:cubicBezTo>
                    <a:pt x="9635" y="547"/>
                    <a:pt x="9669" y="380"/>
                    <a:pt x="9669" y="313"/>
                  </a:cubicBezTo>
                  <a:lnTo>
                    <a:pt x="9669" y="146"/>
                  </a:lnTo>
                  <a:cubicBezTo>
                    <a:pt x="9669" y="44"/>
                    <a:pt x="9493" y="1"/>
                    <a:pt x="9381"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6" name="Google Shape;616;p5"/>
            <p:cNvSpPr/>
            <p:nvPr/>
          </p:nvSpPr>
          <p:spPr>
            <a:xfrm>
              <a:off x="4719875" y="4004150"/>
              <a:ext cx="730050" cy="482700"/>
            </a:xfrm>
            <a:custGeom>
              <a:avLst/>
              <a:gdLst/>
              <a:ahLst/>
              <a:cxnLst/>
              <a:rect l="l" t="t" r="r" b="b"/>
              <a:pathLst>
                <a:path w="29202" h="19308" extrusionOk="0">
                  <a:moveTo>
                    <a:pt x="28734" y="0"/>
                  </a:moveTo>
                  <a:cubicBezTo>
                    <a:pt x="28734" y="0"/>
                    <a:pt x="28568" y="34"/>
                    <a:pt x="28234" y="100"/>
                  </a:cubicBezTo>
                  <a:cubicBezTo>
                    <a:pt x="28067" y="100"/>
                    <a:pt x="27834" y="167"/>
                    <a:pt x="27634" y="200"/>
                  </a:cubicBezTo>
                  <a:cubicBezTo>
                    <a:pt x="27400" y="267"/>
                    <a:pt x="27167" y="367"/>
                    <a:pt x="26900" y="467"/>
                  </a:cubicBezTo>
                  <a:cubicBezTo>
                    <a:pt x="26399" y="701"/>
                    <a:pt x="25766" y="1034"/>
                    <a:pt x="25165" y="1601"/>
                  </a:cubicBezTo>
                  <a:cubicBezTo>
                    <a:pt x="24598" y="2102"/>
                    <a:pt x="24064" y="2769"/>
                    <a:pt x="23464" y="3436"/>
                  </a:cubicBezTo>
                  <a:cubicBezTo>
                    <a:pt x="22897" y="4103"/>
                    <a:pt x="22230" y="4770"/>
                    <a:pt x="21429" y="5271"/>
                  </a:cubicBezTo>
                  <a:lnTo>
                    <a:pt x="20795" y="5638"/>
                  </a:lnTo>
                  <a:lnTo>
                    <a:pt x="20495" y="5838"/>
                  </a:lnTo>
                  <a:lnTo>
                    <a:pt x="20162" y="6004"/>
                  </a:lnTo>
                  <a:lnTo>
                    <a:pt x="19561" y="6338"/>
                  </a:lnTo>
                  <a:lnTo>
                    <a:pt x="18894" y="6605"/>
                  </a:lnTo>
                  <a:cubicBezTo>
                    <a:pt x="17993" y="6938"/>
                    <a:pt x="17059" y="7105"/>
                    <a:pt x="16092" y="7272"/>
                  </a:cubicBezTo>
                  <a:cubicBezTo>
                    <a:pt x="15592" y="7339"/>
                    <a:pt x="15125" y="7439"/>
                    <a:pt x="14658" y="7506"/>
                  </a:cubicBezTo>
                  <a:cubicBezTo>
                    <a:pt x="14224" y="7639"/>
                    <a:pt x="13757" y="7706"/>
                    <a:pt x="13323" y="7806"/>
                  </a:cubicBezTo>
                  <a:cubicBezTo>
                    <a:pt x="11622" y="8206"/>
                    <a:pt x="9721" y="8873"/>
                    <a:pt x="7919" y="9841"/>
                  </a:cubicBezTo>
                  <a:cubicBezTo>
                    <a:pt x="6118" y="10808"/>
                    <a:pt x="4450" y="12109"/>
                    <a:pt x="3283" y="13476"/>
                  </a:cubicBezTo>
                  <a:cubicBezTo>
                    <a:pt x="2082" y="14844"/>
                    <a:pt x="1281" y="16278"/>
                    <a:pt x="781" y="17279"/>
                  </a:cubicBezTo>
                  <a:cubicBezTo>
                    <a:pt x="648" y="17546"/>
                    <a:pt x="548" y="17780"/>
                    <a:pt x="447" y="17980"/>
                  </a:cubicBezTo>
                  <a:cubicBezTo>
                    <a:pt x="381" y="18180"/>
                    <a:pt x="281" y="18380"/>
                    <a:pt x="247" y="18513"/>
                  </a:cubicBezTo>
                  <a:cubicBezTo>
                    <a:pt x="147" y="18814"/>
                    <a:pt x="81" y="18980"/>
                    <a:pt x="81" y="18980"/>
                  </a:cubicBezTo>
                  <a:cubicBezTo>
                    <a:pt x="1" y="19179"/>
                    <a:pt x="76" y="19307"/>
                    <a:pt x="184" y="19307"/>
                  </a:cubicBezTo>
                  <a:cubicBezTo>
                    <a:pt x="258" y="19307"/>
                    <a:pt x="347" y="19249"/>
                    <a:pt x="414" y="19114"/>
                  </a:cubicBezTo>
                  <a:cubicBezTo>
                    <a:pt x="414" y="19114"/>
                    <a:pt x="481" y="18980"/>
                    <a:pt x="614" y="18680"/>
                  </a:cubicBezTo>
                  <a:cubicBezTo>
                    <a:pt x="714" y="18547"/>
                    <a:pt x="781" y="18380"/>
                    <a:pt x="881" y="18180"/>
                  </a:cubicBezTo>
                  <a:cubicBezTo>
                    <a:pt x="948" y="17980"/>
                    <a:pt x="1081" y="17780"/>
                    <a:pt x="1215" y="17513"/>
                  </a:cubicBezTo>
                  <a:cubicBezTo>
                    <a:pt x="1748" y="16512"/>
                    <a:pt x="2549" y="15178"/>
                    <a:pt x="3750" y="13877"/>
                  </a:cubicBezTo>
                  <a:cubicBezTo>
                    <a:pt x="4951" y="12542"/>
                    <a:pt x="6552" y="11375"/>
                    <a:pt x="8286" y="10474"/>
                  </a:cubicBezTo>
                  <a:cubicBezTo>
                    <a:pt x="10054" y="9540"/>
                    <a:pt x="11922" y="8940"/>
                    <a:pt x="13590" y="8506"/>
                  </a:cubicBezTo>
                  <a:cubicBezTo>
                    <a:pt x="13990" y="8440"/>
                    <a:pt x="14424" y="8306"/>
                    <a:pt x="14891" y="8206"/>
                  </a:cubicBezTo>
                  <a:cubicBezTo>
                    <a:pt x="15291" y="8139"/>
                    <a:pt x="15792" y="8039"/>
                    <a:pt x="16259" y="7973"/>
                  </a:cubicBezTo>
                  <a:cubicBezTo>
                    <a:pt x="17226" y="7806"/>
                    <a:pt x="18227" y="7606"/>
                    <a:pt x="19161" y="7205"/>
                  </a:cubicBezTo>
                  <a:lnTo>
                    <a:pt x="19895" y="6938"/>
                  </a:lnTo>
                  <a:lnTo>
                    <a:pt x="20562" y="6538"/>
                  </a:lnTo>
                  <a:lnTo>
                    <a:pt x="20895" y="6405"/>
                  </a:lnTo>
                  <a:lnTo>
                    <a:pt x="21229" y="6171"/>
                  </a:lnTo>
                  <a:cubicBezTo>
                    <a:pt x="21429" y="6038"/>
                    <a:pt x="21629" y="5904"/>
                    <a:pt x="21829" y="5771"/>
                  </a:cubicBezTo>
                  <a:cubicBezTo>
                    <a:pt x="22663" y="5204"/>
                    <a:pt x="23397" y="4503"/>
                    <a:pt x="23964" y="3803"/>
                  </a:cubicBezTo>
                  <a:cubicBezTo>
                    <a:pt x="24565" y="3136"/>
                    <a:pt x="25065" y="2469"/>
                    <a:pt x="25599" y="1968"/>
                  </a:cubicBezTo>
                  <a:cubicBezTo>
                    <a:pt x="26132" y="1468"/>
                    <a:pt x="26700" y="1134"/>
                    <a:pt x="27167" y="901"/>
                  </a:cubicBezTo>
                  <a:cubicBezTo>
                    <a:pt x="27433" y="801"/>
                    <a:pt x="27634" y="667"/>
                    <a:pt x="27867" y="634"/>
                  </a:cubicBezTo>
                  <a:cubicBezTo>
                    <a:pt x="28067" y="567"/>
                    <a:pt x="28267" y="501"/>
                    <a:pt x="28401" y="467"/>
                  </a:cubicBezTo>
                  <a:cubicBezTo>
                    <a:pt x="28701" y="434"/>
                    <a:pt x="28868" y="400"/>
                    <a:pt x="28868" y="400"/>
                  </a:cubicBezTo>
                  <a:cubicBezTo>
                    <a:pt x="29201" y="300"/>
                    <a:pt x="29135" y="0"/>
                    <a:pt x="28734"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7" name="Google Shape;617;p5"/>
            <p:cNvSpPr/>
            <p:nvPr/>
          </p:nvSpPr>
          <p:spPr>
            <a:xfrm>
              <a:off x="4549575" y="5150750"/>
              <a:ext cx="621825" cy="295275"/>
            </a:xfrm>
            <a:custGeom>
              <a:avLst/>
              <a:gdLst/>
              <a:ahLst/>
              <a:cxnLst/>
              <a:rect l="l" t="t" r="r" b="b"/>
              <a:pathLst>
                <a:path w="24873" h="11811" extrusionOk="0">
                  <a:moveTo>
                    <a:pt x="314" y="0"/>
                  </a:moveTo>
                  <a:cubicBezTo>
                    <a:pt x="49" y="0"/>
                    <a:pt x="0" y="307"/>
                    <a:pt x="254" y="403"/>
                  </a:cubicBezTo>
                  <a:cubicBezTo>
                    <a:pt x="254" y="403"/>
                    <a:pt x="388" y="436"/>
                    <a:pt x="621" y="469"/>
                  </a:cubicBezTo>
                  <a:cubicBezTo>
                    <a:pt x="888" y="503"/>
                    <a:pt x="1255" y="569"/>
                    <a:pt x="1722" y="636"/>
                  </a:cubicBezTo>
                  <a:cubicBezTo>
                    <a:pt x="2656" y="770"/>
                    <a:pt x="3924" y="803"/>
                    <a:pt x="5391" y="803"/>
                  </a:cubicBezTo>
                  <a:cubicBezTo>
                    <a:pt x="6859" y="836"/>
                    <a:pt x="8494" y="836"/>
                    <a:pt x="10061" y="1036"/>
                  </a:cubicBezTo>
                  <a:cubicBezTo>
                    <a:pt x="11663" y="1270"/>
                    <a:pt x="13130" y="1837"/>
                    <a:pt x="14231" y="2638"/>
                  </a:cubicBezTo>
                  <a:cubicBezTo>
                    <a:pt x="15365" y="3438"/>
                    <a:pt x="16333" y="4672"/>
                    <a:pt x="17100" y="6107"/>
                  </a:cubicBezTo>
                  <a:cubicBezTo>
                    <a:pt x="17934" y="7474"/>
                    <a:pt x="18701" y="8975"/>
                    <a:pt x="19735" y="10110"/>
                  </a:cubicBezTo>
                  <a:cubicBezTo>
                    <a:pt x="20235" y="10643"/>
                    <a:pt x="20869" y="11110"/>
                    <a:pt x="21436" y="11344"/>
                  </a:cubicBezTo>
                  <a:cubicBezTo>
                    <a:pt x="22037" y="11611"/>
                    <a:pt x="22604" y="11744"/>
                    <a:pt x="23071" y="11777"/>
                  </a:cubicBezTo>
                  <a:cubicBezTo>
                    <a:pt x="23271" y="11811"/>
                    <a:pt x="23538" y="11811"/>
                    <a:pt x="23705" y="11811"/>
                  </a:cubicBezTo>
                  <a:lnTo>
                    <a:pt x="24172" y="11811"/>
                  </a:lnTo>
                  <a:cubicBezTo>
                    <a:pt x="24438" y="11777"/>
                    <a:pt x="24572" y="11777"/>
                    <a:pt x="24572" y="11777"/>
                  </a:cubicBezTo>
                  <a:cubicBezTo>
                    <a:pt x="24872" y="11744"/>
                    <a:pt x="24839" y="11411"/>
                    <a:pt x="24572" y="11411"/>
                  </a:cubicBezTo>
                  <a:cubicBezTo>
                    <a:pt x="24572" y="11411"/>
                    <a:pt x="24438" y="11444"/>
                    <a:pt x="24205" y="11444"/>
                  </a:cubicBezTo>
                  <a:lnTo>
                    <a:pt x="23738" y="11444"/>
                  </a:lnTo>
                  <a:cubicBezTo>
                    <a:pt x="23571" y="11444"/>
                    <a:pt x="23371" y="11444"/>
                    <a:pt x="23137" y="11411"/>
                  </a:cubicBezTo>
                  <a:cubicBezTo>
                    <a:pt x="22704" y="11310"/>
                    <a:pt x="22203" y="11177"/>
                    <a:pt x="21636" y="10944"/>
                  </a:cubicBezTo>
                  <a:cubicBezTo>
                    <a:pt x="21136" y="10643"/>
                    <a:pt x="20602" y="10276"/>
                    <a:pt x="20135" y="9743"/>
                  </a:cubicBezTo>
                  <a:cubicBezTo>
                    <a:pt x="19201" y="8675"/>
                    <a:pt x="18467" y="7174"/>
                    <a:pt x="17700" y="5773"/>
                  </a:cubicBezTo>
                  <a:cubicBezTo>
                    <a:pt x="16933" y="4339"/>
                    <a:pt x="15932" y="2938"/>
                    <a:pt x="14698" y="2070"/>
                  </a:cubicBezTo>
                  <a:cubicBezTo>
                    <a:pt x="13464" y="1170"/>
                    <a:pt x="11863" y="603"/>
                    <a:pt x="10195" y="403"/>
                  </a:cubicBezTo>
                  <a:cubicBezTo>
                    <a:pt x="9247" y="270"/>
                    <a:pt x="8299" y="234"/>
                    <a:pt x="7388" y="234"/>
                  </a:cubicBezTo>
                  <a:cubicBezTo>
                    <a:pt x="6696" y="234"/>
                    <a:pt x="6025" y="255"/>
                    <a:pt x="5391" y="269"/>
                  </a:cubicBezTo>
                  <a:cubicBezTo>
                    <a:pt x="4784" y="283"/>
                    <a:pt x="4216" y="291"/>
                    <a:pt x="3693" y="291"/>
                  </a:cubicBezTo>
                  <a:cubicBezTo>
                    <a:pt x="2953" y="291"/>
                    <a:pt x="2303" y="275"/>
                    <a:pt x="1756" y="236"/>
                  </a:cubicBezTo>
                  <a:cubicBezTo>
                    <a:pt x="1355" y="169"/>
                    <a:pt x="955" y="136"/>
                    <a:pt x="721" y="102"/>
                  </a:cubicBezTo>
                  <a:cubicBezTo>
                    <a:pt x="455" y="69"/>
                    <a:pt x="355" y="2"/>
                    <a:pt x="355" y="2"/>
                  </a:cubicBezTo>
                  <a:cubicBezTo>
                    <a:pt x="340" y="1"/>
                    <a:pt x="327" y="0"/>
                    <a:pt x="314"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8" name="Google Shape;618;p5"/>
            <p:cNvSpPr/>
            <p:nvPr/>
          </p:nvSpPr>
          <p:spPr>
            <a:xfrm>
              <a:off x="6048075" y="3873150"/>
              <a:ext cx="430975" cy="143800"/>
            </a:xfrm>
            <a:custGeom>
              <a:avLst/>
              <a:gdLst/>
              <a:ahLst/>
              <a:cxnLst/>
              <a:rect l="l" t="t" r="r" b="b"/>
              <a:pathLst>
                <a:path w="17239" h="5752" extrusionOk="0">
                  <a:moveTo>
                    <a:pt x="262" y="0"/>
                  </a:moveTo>
                  <a:cubicBezTo>
                    <a:pt x="109" y="0"/>
                    <a:pt x="0" y="242"/>
                    <a:pt x="157" y="337"/>
                  </a:cubicBezTo>
                  <a:cubicBezTo>
                    <a:pt x="157" y="337"/>
                    <a:pt x="491" y="403"/>
                    <a:pt x="1025" y="637"/>
                  </a:cubicBezTo>
                  <a:cubicBezTo>
                    <a:pt x="1558" y="804"/>
                    <a:pt x="2359" y="1004"/>
                    <a:pt x="3293" y="1171"/>
                  </a:cubicBezTo>
                  <a:cubicBezTo>
                    <a:pt x="5127" y="1471"/>
                    <a:pt x="7362" y="1571"/>
                    <a:pt x="9130" y="1804"/>
                  </a:cubicBezTo>
                  <a:cubicBezTo>
                    <a:pt x="9597" y="1871"/>
                    <a:pt x="10031" y="1871"/>
                    <a:pt x="10498" y="2005"/>
                  </a:cubicBezTo>
                  <a:cubicBezTo>
                    <a:pt x="10731" y="2071"/>
                    <a:pt x="10965" y="2105"/>
                    <a:pt x="11198" y="2171"/>
                  </a:cubicBezTo>
                  <a:cubicBezTo>
                    <a:pt x="11465" y="2238"/>
                    <a:pt x="11665" y="2305"/>
                    <a:pt x="11932" y="2371"/>
                  </a:cubicBezTo>
                  <a:cubicBezTo>
                    <a:pt x="12166" y="2405"/>
                    <a:pt x="12366" y="2538"/>
                    <a:pt x="12633" y="2638"/>
                  </a:cubicBezTo>
                  <a:cubicBezTo>
                    <a:pt x="12833" y="2738"/>
                    <a:pt x="13100" y="2805"/>
                    <a:pt x="13300" y="2905"/>
                  </a:cubicBezTo>
                  <a:cubicBezTo>
                    <a:pt x="13700" y="3172"/>
                    <a:pt x="14167" y="3372"/>
                    <a:pt x="14501" y="3639"/>
                  </a:cubicBezTo>
                  <a:cubicBezTo>
                    <a:pt x="14701" y="3739"/>
                    <a:pt x="14868" y="3873"/>
                    <a:pt x="15035" y="4006"/>
                  </a:cubicBezTo>
                  <a:cubicBezTo>
                    <a:pt x="15201" y="4106"/>
                    <a:pt x="15368" y="4239"/>
                    <a:pt x="15502" y="4373"/>
                  </a:cubicBezTo>
                  <a:cubicBezTo>
                    <a:pt x="15735" y="4606"/>
                    <a:pt x="16035" y="4840"/>
                    <a:pt x="16202" y="5040"/>
                  </a:cubicBezTo>
                  <a:cubicBezTo>
                    <a:pt x="16636" y="5440"/>
                    <a:pt x="16836" y="5707"/>
                    <a:pt x="16836" y="5707"/>
                  </a:cubicBezTo>
                  <a:cubicBezTo>
                    <a:pt x="16875" y="5738"/>
                    <a:pt x="16919" y="5751"/>
                    <a:pt x="16962" y="5751"/>
                  </a:cubicBezTo>
                  <a:cubicBezTo>
                    <a:pt x="17105" y="5751"/>
                    <a:pt x="17238" y="5609"/>
                    <a:pt x="17136" y="5507"/>
                  </a:cubicBezTo>
                  <a:cubicBezTo>
                    <a:pt x="17136" y="5507"/>
                    <a:pt x="16936" y="5240"/>
                    <a:pt x="16536" y="4807"/>
                  </a:cubicBezTo>
                  <a:cubicBezTo>
                    <a:pt x="16369" y="4540"/>
                    <a:pt x="16135" y="4340"/>
                    <a:pt x="15835" y="4039"/>
                  </a:cubicBezTo>
                  <a:cubicBezTo>
                    <a:pt x="15668" y="3906"/>
                    <a:pt x="15535" y="3739"/>
                    <a:pt x="15368" y="3639"/>
                  </a:cubicBezTo>
                  <a:cubicBezTo>
                    <a:pt x="15201" y="3506"/>
                    <a:pt x="15001" y="3339"/>
                    <a:pt x="14834" y="3205"/>
                  </a:cubicBezTo>
                  <a:cubicBezTo>
                    <a:pt x="14467" y="2905"/>
                    <a:pt x="14034" y="2672"/>
                    <a:pt x="13600" y="2405"/>
                  </a:cubicBezTo>
                  <a:cubicBezTo>
                    <a:pt x="13367" y="2305"/>
                    <a:pt x="13133" y="2205"/>
                    <a:pt x="12866" y="2071"/>
                  </a:cubicBezTo>
                  <a:cubicBezTo>
                    <a:pt x="12633" y="1971"/>
                    <a:pt x="12366" y="1871"/>
                    <a:pt x="12132" y="1804"/>
                  </a:cubicBezTo>
                  <a:lnTo>
                    <a:pt x="11365" y="1538"/>
                  </a:lnTo>
                  <a:cubicBezTo>
                    <a:pt x="11132" y="1471"/>
                    <a:pt x="10865" y="1404"/>
                    <a:pt x="10631" y="1371"/>
                  </a:cubicBezTo>
                  <a:cubicBezTo>
                    <a:pt x="10131" y="1237"/>
                    <a:pt x="9664" y="1204"/>
                    <a:pt x="9197" y="1137"/>
                  </a:cubicBezTo>
                  <a:cubicBezTo>
                    <a:pt x="7429" y="904"/>
                    <a:pt x="5161" y="904"/>
                    <a:pt x="3360" y="670"/>
                  </a:cubicBezTo>
                  <a:cubicBezTo>
                    <a:pt x="2492" y="537"/>
                    <a:pt x="1692" y="370"/>
                    <a:pt x="1158" y="237"/>
                  </a:cubicBezTo>
                  <a:cubicBezTo>
                    <a:pt x="624" y="70"/>
                    <a:pt x="291" y="3"/>
                    <a:pt x="291" y="3"/>
                  </a:cubicBezTo>
                  <a:cubicBezTo>
                    <a:pt x="281" y="1"/>
                    <a:pt x="271" y="0"/>
                    <a:pt x="262"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19" name="Google Shape;619;p5"/>
          <p:cNvGrpSpPr/>
          <p:nvPr/>
        </p:nvGrpSpPr>
        <p:grpSpPr>
          <a:xfrm rot="-440793">
            <a:off x="7686144" y="-63706"/>
            <a:ext cx="1489267" cy="2879063"/>
            <a:chOff x="9389648" y="991722"/>
            <a:chExt cx="1634619" cy="3160058"/>
          </a:xfrm>
        </p:grpSpPr>
        <p:sp>
          <p:nvSpPr>
            <p:cNvPr id="620" name="Google Shape;620;p5"/>
            <p:cNvSpPr/>
            <p:nvPr/>
          </p:nvSpPr>
          <p:spPr>
            <a:xfrm>
              <a:off x="9713224" y="3611398"/>
              <a:ext cx="353969" cy="101250"/>
            </a:xfrm>
            <a:custGeom>
              <a:avLst/>
              <a:gdLst/>
              <a:ahLst/>
              <a:cxnLst/>
              <a:rect l="l" t="t" r="r" b="b"/>
              <a:pathLst>
                <a:path w="15711" h="4494" extrusionOk="0">
                  <a:moveTo>
                    <a:pt x="12157" y="0"/>
                  </a:moveTo>
                  <a:lnTo>
                    <a:pt x="12124" y="67"/>
                  </a:lnTo>
                  <a:cubicBezTo>
                    <a:pt x="11957" y="301"/>
                    <a:pt x="11824" y="467"/>
                    <a:pt x="11657" y="668"/>
                  </a:cubicBezTo>
                  <a:cubicBezTo>
                    <a:pt x="11557" y="734"/>
                    <a:pt x="11490" y="868"/>
                    <a:pt x="11390" y="968"/>
                  </a:cubicBezTo>
                  <a:lnTo>
                    <a:pt x="11290" y="1068"/>
                  </a:lnTo>
                  <a:lnTo>
                    <a:pt x="11023" y="1335"/>
                  </a:lnTo>
                  <a:cubicBezTo>
                    <a:pt x="10289" y="2002"/>
                    <a:pt x="9355" y="2402"/>
                    <a:pt x="8521" y="2569"/>
                  </a:cubicBezTo>
                  <a:cubicBezTo>
                    <a:pt x="8388" y="2636"/>
                    <a:pt x="8321" y="2636"/>
                    <a:pt x="8188" y="2669"/>
                  </a:cubicBezTo>
                  <a:cubicBezTo>
                    <a:pt x="8054" y="2702"/>
                    <a:pt x="7988" y="2702"/>
                    <a:pt x="7854" y="2702"/>
                  </a:cubicBezTo>
                  <a:cubicBezTo>
                    <a:pt x="7776" y="2714"/>
                    <a:pt x="7699" y="2717"/>
                    <a:pt x="7621" y="2717"/>
                  </a:cubicBezTo>
                  <a:cubicBezTo>
                    <a:pt x="7465" y="2717"/>
                    <a:pt x="7309" y="2702"/>
                    <a:pt x="7154" y="2702"/>
                  </a:cubicBezTo>
                  <a:cubicBezTo>
                    <a:pt x="6687" y="2669"/>
                    <a:pt x="6186" y="2536"/>
                    <a:pt x="5786" y="2335"/>
                  </a:cubicBezTo>
                  <a:cubicBezTo>
                    <a:pt x="5553" y="2235"/>
                    <a:pt x="5352" y="2069"/>
                    <a:pt x="5152" y="1969"/>
                  </a:cubicBezTo>
                  <a:cubicBezTo>
                    <a:pt x="4986" y="1835"/>
                    <a:pt x="4785" y="1668"/>
                    <a:pt x="4619" y="1502"/>
                  </a:cubicBezTo>
                  <a:cubicBezTo>
                    <a:pt x="4485" y="1368"/>
                    <a:pt x="4385" y="1235"/>
                    <a:pt x="4285" y="1135"/>
                  </a:cubicBezTo>
                  <a:lnTo>
                    <a:pt x="4052" y="868"/>
                  </a:lnTo>
                  <a:lnTo>
                    <a:pt x="4018" y="801"/>
                  </a:lnTo>
                  <a:cubicBezTo>
                    <a:pt x="4018" y="794"/>
                    <a:pt x="4017" y="792"/>
                    <a:pt x="4015" y="792"/>
                  </a:cubicBezTo>
                  <a:cubicBezTo>
                    <a:pt x="4006" y="792"/>
                    <a:pt x="3985" y="834"/>
                    <a:pt x="3985" y="834"/>
                  </a:cubicBezTo>
                  <a:lnTo>
                    <a:pt x="3851" y="968"/>
                  </a:lnTo>
                  <a:lnTo>
                    <a:pt x="3651" y="1201"/>
                  </a:lnTo>
                  <a:lnTo>
                    <a:pt x="3484" y="1368"/>
                  </a:lnTo>
                  <a:cubicBezTo>
                    <a:pt x="3384" y="1468"/>
                    <a:pt x="3318" y="1502"/>
                    <a:pt x="3218" y="1602"/>
                  </a:cubicBezTo>
                  <a:cubicBezTo>
                    <a:pt x="2517" y="2069"/>
                    <a:pt x="1650" y="2069"/>
                    <a:pt x="1049" y="2302"/>
                  </a:cubicBezTo>
                  <a:cubicBezTo>
                    <a:pt x="482" y="2469"/>
                    <a:pt x="149" y="2669"/>
                    <a:pt x="149" y="2669"/>
                  </a:cubicBezTo>
                  <a:cubicBezTo>
                    <a:pt x="0" y="2788"/>
                    <a:pt x="117" y="3013"/>
                    <a:pt x="262" y="3013"/>
                  </a:cubicBezTo>
                  <a:cubicBezTo>
                    <a:pt x="279" y="3013"/>
                    <a:pt x="298" y="3010"/>
                    <a:pt x="316" y="3003"/>
                  </a:cubicBezTo>
                  <a:cubicBezTo>
                    <a:pt x="316" y="3003"/>
                    <a:pt x="582" y="2836"/>
                    <a:pt x="1149" y="2702"/>
                  </a:cubicBezTo>
                  <a:cubicBezTo>
                    <a:pt x="1416" y="2669"/>
                    <a:pt x="1750" y="2636"/>
                    <a:pt x="2184" y="2536"/>
                  </a:cubicBezTo>
                  <a:cubicBezTo>
                    <a:pt x="2584" y="2502"/>
                    <a:pt x="3051" y="2369"/>
                    <a:pt x="3518" y="2069"/>
                  </a:cubicBezTo>
                  <a:cubicBezTo>
                    <a:pt x="3706" y="1974"/>
                    <a:pt x="3984" y="1732"/>
                    <a:pt x="3987" y="1732"/>
                  </a:cubicBezTo>
                  <a:lnTo>
                    <a:pt x="3987" y="1732"/>
                  </a:lnTo>
                  <a:cubicBezTo>
                    <a:pt x="3988" y="1732"/>
                    <a:pt x="3987" y="1733"/>
                    <a:pt x="3985" y="1735"/>
                  </a:cubicBezTo>
                  <a:lnTo>
                    <a:pt x="4018" y="1802"/>
                  </a:lnTo>
                  <a:cubicBezTo>
                    <a:pt x="4052" y="1802"/>
                    <a:pt x="4018" y="1802"/>
                    <a:pt x="4052" y="1835"/>
                  </a:cubicBezTo>
                  <a:lnTo>
                    <a:pt x="4185" y="2002"/>
                  </a:lnTo>
                  <a:cubicBezTo>
                    <a:pt x="4385" y="2202"/>
                    <a:pt x="4619" y="2436"/>
                    <a:pt x="4819" y="2569"/>
                  </a:cubicBezTo>
                  <a:cubicBezTo>
                    <a:pt x="5019" y="2769"/>
                    <a:pt x="5286" y="2903"/>
                    <a:pt x="5519" y="3036"/>
                  </a:cubicBezTo>
                  <a:cubicBezTo>
                    <a:pt x="5986" y="3303"/>
                    <a:pt x="6553" y="3436"/>
                    <a:pt x="7120" y="3503"/>
                  </a:cubicBezTo>
                  <a:cubicBezTo>
                    <a:pt x="7276" y="3503"/>
                    <a:pt x="7461" y="3518"/>
                    <a:pt x="7637" y="3518"/>
                  </a:cubicBezTo>
                  <a:cubicBezTo>
                    <a:pt x="7725" y="3518"/>
                    <a:pt x="7810" y="3514"/>
                    <a:pt x="7888" y="3503"/>
                  </a:cubicBezTo>
                  <a:cubicBezTo>
                    <a:pt x="8021" y="3470"/>
                    <a:pt x="8154" y="3470"/>
                    <a:pt x="8288" y="3470"/>
                  </a:cubicBezTo>
                  <a:cubicBezTo>
                    <a:pt x="8388" y="3436"/>
                    <a:pt x="8521" y="3436"/>
                    <a:pt x="8655" y="3370"/>
                  </a:cubicBezTo>
                  <a:cubicBezTo>
                    <a:pt x="9589" y="3203"/>
                    <a:pt x="10590" y="2669"/>
                    <a:pt x="11423" y="1935"/>
                  </a:cubicBezTo>
                  <a:cubicBezTo>
                    <a:pt x="11557" y="1835"/>
                    <a:pt x="11657" y="1702"/>
                    <a:pt x="11724" y="1635"/>
                  </a:cubicBezTo>
                  <a:lnTo>
                    <a:pt x="11857" y="1468"/>
                  </a:lnTo>
                  <a:lnTo>
                    <a:pt x="11890" y="1435"/>
                  </a:lnTo>
                  <a:cubicBezTo>
                    <a:pt x="11957" y="1435"/>
                    <a:pt x="11957" y="1468"/>
                    <a:pt x="11957" y="1468"/>
                  </a:cubicBezTo>
                  <a:lnTo>
                    <a:pt x="11957" y="1502"/>
                  </a:lnTo>
                  <a:cubicBezTo>
                    <a:pt x="11957" y="1535"/>
                    <a:pt x="11957" y="1502"/>
                    <a:pt x="11991" y="1602"/>
                  </a:cubicBezTo>
                  <a:cubicBezTo>
                    <a:pt x="12024" y="1702"/>
                    <a:pt x="12091" y="1835"/>
                    <a:pt x="12157" y="1969"/>
                  </a:cubicBezTo>
                  <a:cubicBezTo>
                    <a:pt x="12291" y="2169"/>
                    <a:pt x="12458" y="2369"/>
                    <a:pt x="12624" y="2602"/>
                  </a:cubicBezTo>
                  <a:cubicBezTo>
                    <a:pt x="13325" y="3303"/>
                    <a:pt x="14125" y="3670"/>
                    <a:pt x="14626" y="3970"/>
                  </a:cubicBezTo>
                  <a:cubicBezTo>
                    <a:pt x="15126" y="4270"/>
                    <a:pt x="15393" y="4470"/>
                    <a:pt x="15393" y="4470"/>
                  </a:cubicBezTo>
                  <a:cubicBezTo>
                    <a:pt x="15420" y="4486"/>
                    <a:pt x="15446" y="4494"/>
                    <a:pt x="15472" y="4494"/>
                  </a:cubicBezTo>
                  <a:cubicBezTo>
                    <a:pt x="15606" y="4494"/>
                    <a:pt x="15711" y="4289"/>
                    <a:pt x="15626" y="4037"/>
                  </a:cubicBezTo>
                  <a:cubicBezTo>
                    <a:pt x="15626" y="4037"/>
                    <a:pt x="15326" y="3803"/>
                    <a:pt x="14826" y="3470"/>
                  </a:cubicBezTo>
                  <a:cubicBezTo>
                    <a:pt x="14359" y="3136"/>
                    <a:pt x="13625" y="2769"/>
                    <a:pt x="13025" y="2069"/>
                  </a:cubicBezTo>
                  <a:cubicBezTo>
                    <a:pt x="12891" y="1902"/>
                    <a:pt x="12791" y="1735"/>
                    <a:pt x="12658" y="1535"/>
                  </a:cubicBezTo>
                  <a:cubicBezTo>
                    <a:pt x="12624" y="1401"/>
                    <a:pt x="12558" y="1335"/>
                    <a:pt x="12524" y="1201"/>
                  </a:cubicBezTo>
                  <a:lnTo>
                    <a:pt x="12458" y="901"/>
                  </a:lnTo>
                  <a:cubicBezTo>
                    <a:pt x="12391" y="801"/>
                    <a:pt x="12357" y="701"/>
                    <a:pt x="12324" y="568"/>
                  </a:cubicBezTo>
                  <a:lnTo>
                    <a:pt x="12191" y="234"/>
                  </a:lnTo>
                  <a:lnTo>
                    <a:pt x="12157" y="67"/>
                  </a:lnTo>
                  <a:lnTo>
                    <a:pt x="12157" y="34"/>
                  </a:lnTo>
                  <a:lnTo>
                    <a:pt x="1215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1" name="Google Shape;621;p5"/>
            <p:cNvSpPr/>
            <p:nvPr/>
          </p:nvSpPr>
          <p:spPr>
            <a:xfrm>
              <a:off x="9532444" y="1010332"/>
              <a:ext cx="1491824" cy="3141448"/>
            </a:xfrm>
            <a:custGeom>
              <a:avLst/>
              <a:gdLst/>
              <a:ahLst/>
              <a:cxnLst/>
              <a:rect l="l" t="t" r="r" b="b"/>
              <a:pathLst>
                <a:path w="66215" h="139434" extrusionOk="0">
                  <a:moveTo>
                    <a:pt x="15812" y="0"/>
                  </a:moveTo>
                  <a:cubicBezTo>
                    <a:pt x="15745" y="0"/>
                    <a:pt x="15711" y="134"/>
                    <a:pt x="15711" y="367"/>
                  </a:cubicBezTo>
                  <a:cubicBezTo>
                    <a:pt x="15711" y="634"/>
                    <a:pt x="15745" y="1001"/>
                    <a:pt x="15812" y="1501"/>
                  </a:cubicBezTo>
                  <a:cubicBezTo>
                    <a:pt x="15812" y="1501"/>
                    <a:pt x="15845" y="1535"/>
                    <a:pt x="15845" y="1668"/>
                  </a:cubicBezTo>
                  <a:cubicBezTo>
                    <a:pt x="15845" y="1801"/>
                    <a:pt x="15878" y="1968"/>
                    <a:pt x="15878" y="2168"/>
                  </a:cubicBezTo>
                  <a:cubicBezTo>
                    <a:pt x="15878" y="2368"/>
                    <a:pt x="15912" y="2635"/>
                    <a:pt x="15912" y="2969"/>
                  </a:cubicBezTo>
                  <a:lnTo>
                    <a:pt x="15912" y="3469"/>
                  </a:lnTo>
                  <a:cubicBezTo>
                    <a:pt x="15912" y="3636"/>
                    <a:pt x="15878" y="3836"/>
                    <a:pt x="15878" y="4036"/>
                  </a:cubicBezTo>
                  <a:cubicBezTo>
                    <a:pt x="15812" y="4870"/>
                    <a:pt x="15645" y="5871"/>
                    <a:pt x="15044" y="6872"/>
                  </a:cubicBezTo>
                  <a:cubicBezTo>
                    <a:pt x="14511" y="7906"/>
                    <a:pt x="13543" y="8873"/>
                    <a:pt x="12309" y="9707"/>
                  </a:cubicBezTo>
                  <a:cubicBezTo>
                    <a:pt x="11041" y="10541"/>
                    <a:pt x="9540" y="11308"/>
                    <a:pt x="8006" y="12309"/>
                  </a:cubicBezTo>
                  <a:cubicBezTo>
                    <a:pt x="7239" y="12843"/>
                    <a:pt x="6472" y="13410"/>
                    <a:pt x="5838" y="14210"/>
                  </a:cubicBezTo>
                  <a:cubicBezTo>
                    <a:pt x="5538" y="14577"/>
                    <a:pt x="5204" y="15011"/>
                    <a:pt x="5004" y="15511"/>
                  </a:cubicBezTo>
                  <a:cubicBezTo>
                    <a:pt x="4737" y="15978"/>
                    <a:pt x="4637" y="16512"/>
                    <a:pt x="4503" y="17012"/>
                  </a:cubicBezTo>
                  <a:cubicBezTo>
                    <a:pt x="4303" y="18046"/>
                    <a:pt x="4203" y="19080"/>
                    <a:pt x="4003" y="20148"/>
                  </a:cubicBezTo>
                  <a:cubicBezTo>
                    <a:pt x="4003" y="20248"/>
                    <a:pt x="3970" y="20381"/>
                    <a:pt x="3903" y="20515"/>
                  </a:cubicBezTo>
                  <a:cubicBezTo>
                    <a:pt x="3903" y="20582"/>
                    <a:pt x="3903" y="20582"/>
                    <a:pt x="3870" y="20648"/>
                  </a:cubicBezTo>
                  <a:lnTo>
                    <a:pt x="3803" y="20815"/>
                  </a:lnTo>
                  <a:cubicBezTo>
                    <a:pt x="3670" y="21049"/>
                    <a:pt x="3569" y="21315"/>
                    <a:pt x="3403" y="21516"/>
                  </a:cubicBezTo>
                  <a:cubicBezTo>
                    <a:pt x="3136" y="21983"/>
                    <a:pt x="2836" y="22416"/>
                    <a:pt x="2502" y="22883"/>
                  </a:cubicBezTo>
                  <a:cubicBezTo>
                    <a:pt x="1868" y="23851"/>
                    <a:pt x="1168" y="24851"/>
                    <a:pt x="968" y="26152"/>
                  </a:cubicBezTo>
                  <a:cubicBezTo>
                    <a:pt x="801" y="27386"/>
                    <a:pt x="1168" y="28687"/>
                    <a:pt x="1535" y="29821"/>
                  </a:cubicBezTo>
                  <a:cubicBezTo>
                    <a:pt x="1735" y="30389"/>
                    <a:pt x="1902" y="30922"/>
                    <a:pt x="2035" y="31523"/>
                  </a:cubicBezTo>
                  <a:cubicBezTo>
                    <a:pt x="2068" y="31656"/>
                    <a:pt x="2068" y="31823"/>
                    <a:pt x="2068" y="31923"/>
                  </a:cubicBezTo>
                  <a:lnTo>
                    <a:pt x="2068" y="32156"/>
                  </a:lnTo>
                  <a:lnTo>
                    <a:pt x="2068" y="32323"/>
                  </a:lnTo>
                  <a:cubicBezTo>
                    <a:pt x="2035" y="32557"/>
                    <a:pt x="1968" y="32857"/>
                    <a:pt x="1868" y="33157"/>
                  </a:cubicBezTo>
                  <a:cubicBezTo>
                    <a:pt x="1501" y="34258"/>
                    <a:pt x="734" y="35325"/>
                    <a:pt x="300" y="36593"/>
                  </a:cubicBezTo>
                  <a:cubicBezTo>
                    <a:pt x="167" y="36927"/>
                    <a:pt x="67" y="37260"/>
                    <a:pt x="34" y="37660"/>
                  </a:cubicBezTo>
                  <a:cubicBezTo>
                    <a:pt x="0" y="37827"/>
                    <a:pt x="34" y="38027"/>
                    <a:pt x="34" y="38194"/>
                  </a:cubicBezTo>
                  <a:cubicBezTo>
                    <a:pt x="34" y="38394"/>
                    <a:pt x="67" y="38561"/>
                    <a:pt x="134" y="38728"/>
                  </a:cubicBezTo>
                  <a:cubicBezTo>
                    <a:pt x="234" y="39395"/>
                    <a:pt x="501" y="40029"/>
                    <a:pt x="801" y="40663"/>
                  </a:cubicBezTo>
                  <a:cubicBezTo>
                    <a:pt x="1368" y="41863"/>
                    <a:pt x="2035" y="43031"/>
                    <a:pt x="2736" y="44165"/>
                  </a:cubicBezTo>
                  <a:cubicBezTo>
                    <a:pt x="3069" y="44732"/>
                    <a:pt x="3469" y="45266"/>
                    <a:pt x="3803" y="45866"/>
                  </a:cubicBezTo>
                  <a:cubicBezTo>
                    <a:pt x="3970" y="46100"/>
                    <a:pt x="4137" y="46400"/>
                    <a:pt x="4303" y="46700"/>
                  </a:cubicBezTo>
                  <a:lnTo>
                    <a:pt x="4337" y="46834"/>
                  </a:lnTo>
                  <a:lnTo>
                    <a:pt x="4370" y="46867"/>
                  </a:lnTo>
                  <a:cubicBezTo>
                    <a:pt x="4370" y="46900"/>
                    <a:pt x="4403" y="46934"/>
                    <a:pt x="4403" y="46934"/>
                  </a:cubicBezTo>
                  <a:lnTo>
                    <a:pt x="4570" y="47167"/>
                  </a:lnTo>
                  <a:lnTo>
                    <a:pt x="4904" y="47568"/>
                  </a:lnTo>
                  <a:cubicBezTo>
                    <a:pt x="5838" y="48602"/>
                    <a:pt x="6972" y="49502"/>
                    <a:pt x="8239" y="50069"/>
                  </a:cubicBezTo>
                  <a:cubicBezTo>
                    <a:pt x="9507" y="50670"/>
                    <a:pt x="10875" y="51037"/>
                    <a:pt x="12209" y="51270"/>
                  </a:cubicBezTo>
                  <a:cubicBezTo>
                    <a:pt x="13543" y="51537"/>
                    <a:pt x="14911" y="51670"/>
                    <a:pt x="16245" y="51837"/>
                  </a:cubicBezTo>
                  <a:cubicBezTo>
                    <a:pt x="17579" y="52004"/>
                    <a:pt x="18914" y="52171"/>
                    <a:pt x="20215" y="52404"/>
                  </a:cubicBezTo>
                  <a:cubicBezTo>
                    <a:pt x="21482" y="52671"/>
                    <a:pt x="22750" y="53071"/>
                    <a:pt x="23851" y="53705"/>
                  </a:cubicBezTo>
                  <a:cubicBezTo>
                    <a:pt x="24418" y="54005"/>
                    <a:pt x="24918" y="54406"/>
                    <a:pt x="25385" y="54839"/>
                  </a:cubicBezTo>
                  <a:cubicBezTo>
                    <a:pt x="25652" y="55040"/>
                    <a:pt x="25852" y="55273"/>
                    <a:pt x="26052" y="55507"/>
                  </a:cubicBezTo>
                  <a:cubicBezTo>
                    <a:pt x="26252" y="55740"/>
                    <a:pt x="26419" y="56007"/>
                    <a:pt x="26653" y="56240"/>
                  </a:cubicBezTo>
                  <a:cubicBezTo>
                    <a:pt x="27386" y="57341"/>
                    <a:pt x="28054" y="58509"/>
                    <a:pt x="28921" y="59543"/>
                  </a:cubicBezTo>
                  <a:lnTo>
                    <a:pt x="29254" y="59910"/>
                  </a:lnTo>
                  <a:lnTo>
                    <a:pt x="29488" y="60110"/>
                  </a:lnTo>
                  <a:lnTo>
                    <a:pt x="29755" y="60277"/>
                  </a:lnTo>
                  <a:cubicBezTo>
                    <a:pt x="30088" y="60510"/>
                    <a:pt x="30389" y="60610"/>
                    <a:pt x="30722" y="60744"/>
                  </a:cubicBezTo>
                  <a:cubicBezTo>
                    <a:pt x="31389" y="60944"/>
                    <a:pt x="32023" y="61111"/>
                    <a:pt x="32657" y="61277"/>
                  </a:cubicBezTo>
                  <a:cubicBezTo>
                    <a:pt x="33257" y="61444"/>
                    <a:pt x="33891" y="61611"/>
                    <a:pt x="34492" y="61778"/>
                  </a:cubicBezTo>
                  <a:cubicBezTo>
                    <a:pt x="35059" y="62011"/>
                    <a:pt x="35592" y="62211"/>
                    <a:pt x="35993" y="62545"/>
                  </a:cubicBezTo>
                  <a:cubicBezTo>
                    <a:pt x="36360" y="62912"/>
                    <a:pt x="36693" y="63379"/>
                    <a:pt x="36860" y="63879"/>
                  </a:cubicBezTo>
                  <a:cubicBezTo>
                    <a:pt x="37027" y="64380"/>
                    <a:pt x="37093" y="64913"/>
                    <a:pt x="37060" y="65514"/>
                  </a:cubicBezTo>
                  <a:cubicBezTo>
                    <a:pt x="37027" y="66681"/>
                    <a:pt x="36726" y="67849"/>
                    <a:pt x="36560" y="69050"/>
                  </a:cubicBezTo>
                  <a:cubicBezTo>
                    <a:pt x="36426" y="70050"/>
                    <a:pt x="36426" y="71118"/>
                    <a:pt x="36726" y="72052"/>
                  </a:cubicBezTo>
                  <a:cubicBezTo>
                    <a:pt x="37060" y="72952"/>
                    <a:pt x="37560" y="73620"/>
                    <a:pt x="37927" y="74053"/>
                  </a:cubicBezTo>
                  <a:lnTo>
                    <a:pt x="37894" y="74020"/>
                  </a:lnTo>
                  <a:lnTo>
                    <a:pt x="37894" y="74020"/>
                  </a:lnTo>
                  <a:cubicBezTo>
                    <a:pt x="38695" y="75021"/>
                    <a:pt x="39662" y="75854"/>
                    <a:pt x="40529" y="76688"/>
                  </a:cubicBezTo>
                  <a:cubicBezTo>
                    <a:pt x="41397" y="77522"/>
                    <a:pt x="42264" y="78390"/>
                    <a:pt x="42764" y="79424"/>
                  </a:cubicBezTo>
                  <a:cubicBezTo>
                    <a:pt x="43031" y="79924"/>
                    <a:pt x="43198" y="80524"/>
                    <a:pt x="43198" y="81058"/>
                  </a:cubicBezTo>
                  <a:cubicBezTo>
                    <a:pt x="43198" y="81625"/>
                    <a:pt x="43064" y="82192"/>
                    <a:pt x="42831" y="82726"/>
                  </a:cubicBezTo>
                  <a:cubicBezTo>
                    <a:pt x="42564" y="83260"/>
                    <a:pt x="42264" y="83793"/>
                    <a:pt x="41864" y="84194"/>
                  </a:cubicBezTo>
                  <a:cubicBezTo>
                    <a:pt x="41430" y="84594"/>
                    <a:pt x="40930" y="84894"/>
                    <a:pt x="40396" y="85128"/>
                  </a:cubicBezTo>
                  <a:cubicBezTo>
                    <a:pt x="39328" y="85595"/>
                    <a:pt x="38061" y="85862"/>
                    <a:pt x="36760" y="86062"/>
                  </a:cubicBezTo>
                  <a:cubicBezTo>
                    <a:pt x="35526" y="86262"/>
                    <a:pt x="34191" y="86462"/>
                    <a:pt x="32890" y="86962"/>
                  </a:cubicBezTo>
                  <a:cubicBezTo>
                    <a:pt x="32223" y="87229"/>
                    <a:pt x="31589" y="87563"/>
                    <a:pt x="31056" y="88030"/>
                  </a:cubicBezTo>
                  <a:cubicBezTo>
                    <a:pt x="30489" y="88463"/>
                    <a:pt x="30055" y="89064"/>
                    <a:pt x="29755" y="89731"/>
                  </a:cubicBezTo>
                  <a:cubicBezTo>
                    <a:pt x="29688" y="89898"/>
                    <a:pt x="29588" y="90065"/>
                    <a:pt x="29555" y="90231"/>
                  </a:cubicBezTo>
                  <a:lnTo>
                    <a:pt x="29388" y="90732"/>
                  </a:lnTo>
                  <a:cubicBezTo>
                    <a:pt x="29355" y="90899"/>
                    <a:pt x="29355" y="91099"/>
                    <a:pt x="29321" y="91265"/>
                  </a:cubicBezTo>
                  <a:cubicBezTo>
                    <a:pt x="29254" y="91466"/>
                    <a:pt x="29254" y="91632"/>
                    <a:pt x="29254" y="91799"/>
                  </a:cubicBezTo>
                  <a:cubicBezTo>
                    <a:pt x="29254" y="92533"/>
                    <a:pt x="29355" y="93200"/>
                    <a:pt x="29488" y="93867"/>
                  </a:cubicBezTo>
                  <a:cubicBezTo>
                    <a:pt x="30055" y="96469"/>
                    <a:pt x="31089" y="98904"/>
                    <a:pt x="32023" y="101273"/>
                  </a:cubicBezTo>
                  <a:cubicBezTo>
                    <a:pt x="33024" y="103574"/>
                    <a:pt x="32890" y="106143"/>
                    <a:pt x="33091" y="108645"/>
                  </a:cubicBezTo>
                  <a:cubicBezTo>
                    <a:pt x="33224" y="109946"/>
                    <a:pt x="33391" y="111213"/>
                    <a:pt x="33891" y="112414"/>
                  </a:cubicBezTo>
                  <a:cubicBezTo>
                    <a:pt x="34358" y="113615"/>
                    <a:pt x="35059" y="114716"/>
                    <a:pt x="35926" y="115583"/>
                  </a:cubicBezTo>
                  <a:cubicBezTo>
                    <a:pt x="36827" y="116450"/>
                    <a:pt x="37761" y="117217"/>
                    <a:pt x="38728" y="117885"/>
                  </a:cubicBezTo>
                  <a:cubicBezTo>
                    <a:pt x="39729" y="118552"/>
                    <a:pt x="40696" y="119119"/>
                    <a:pt x="41663" y="119753"/>
                  </a:cubicBezTo>
                  <a:cubicBezTo>
                    <a:pt x="42564" y="120386"/>
                    <a:pt x="43531" y="120953"/>
                    <a:pt x="44365" y="121621"/>
                  </a:cubicBezTo>
                  <a:lnTo>
                    <a:pt x="44999" y="122121"/>
                  </a:lnTo>
                  <a:cubicBezTo>
                    <a:pt x="45166" y="122288"/>
                    <a:pt x="45366" y="122454"/>
                    <a:pt x="45566" y="122655"/>
                  </a:cubicBezTo>
                  <a:cubicBezTo>
                    <a:pt x="46000" y="123055"/>
                    <a:pt x="46400" y="123388"/>
                    <a:pt x="46834" y="123722"/>
                  </a:cubicBezTo>
                  <a:cubicBezTo>
                    <a:pt x="48568" y="124990"/>
                    <a:pt x="50503" y="125757"/>
                    <a:pt x="52238" y="126424"/>
                  </a:cubicBezTo>
                  <a:cubicBezTo>
                    <a:pt x="54006" y="127091"/>
                    <a:pt x="55673" y="127758"/>
                    <a:pt x="57074" y="128559"/>
                  </a:cubicBezTo>
                  <a:cubicBezTo>
                    <a:pt x="57775" y="128926"/>
                    <a:pt x="58442" y="129393"/>
                    <a:pt x="59076" y="129793"/>
                  </a:cubicBezTo>
                  <a:cubicBezTo>
                    <a:pt x="59710" y="130227"/>
                    <a:pt x="60343" y="130627"/>
                    <a:pt x="60877" y="131061"/>
                  </a:cubicBezTo>
                  <a:cubicBezTo>
                    <a:pt x="61945" y="131895"/>
                    <a:pt x="62879" y="132728"/>
                    <a:pt x="63579" y="133496"/>
                  </a:cubicBezTo>
                  <a:cubicBezTo>
                    <a:pt x="64246" y="134296"/>
                    <a:pt x="64747" y="135097"/>
                    <a:pt x="65047" y="135764"/>
                  </a:cubicBezTo>
                  <a:cubicBezTo>
                    <a:pt x="65113" y="135931"/>
                    <a:pt x="65214" y="136098"/>
                    <a:pt x="65247" y="136264"/>
                  </a:cubicBezTo>
                  <a:cubicBezTo>
                    <a:pt x="65347" y="136398"/>
                    <a:pt x="65380" y="136565"/>
                    <a:pt x="65414" y="136665"/>
                  </a:cubicBezTo>
                  <a:cubicBezTo>
                    <a:pt x="65514" y="136965"/>
                    <a:pt x="65547" y="137232"/>
                    <a:pt x="65580" y="137398"/>
                  </a:cubicBezTo>
                  <a:cubicBezTo>
                    <a:pt x="65614" y="137565"/>
                    <a:pt x="65681" y="137732"/>
                    <a:pt x="65681" y="137799"/>
                  </a:cubicBezTo>
                  <a:lnTo>
                    <a:pt x="65681" y="137966"/>
                  </a:lnTo>
                  <a:cubicBezTo>
                    <a:pt x="65714" y="138232"/>
                    <a:pt x="65747" y="138433"/>
                    <a:pt x="65747" y="138599"/>
                  </a:cubicBezTo>
                  <a:cubicBezTo>
                    <a:pt x="65747" y="138766"/>
                    <a:pt x="65747" y="138933"/>
                    <a:pt x="65781" y="139066"/>
                  </a:cubicBezTo>
                  <a:cubicBezTo>
                    <a:pt x="65847" y="139300"/>
                    <a:pt x="65914" y="139433"/>
                    <a:pt x="65947" y="139433"/>
                  </a:cubicBezTo>
                  <a:cubicBezTo>
                    <a:pt x="66014" y="139433"/>
                    <a:pt x="66081" y="139300"/>
                    <a:pt x="66114" y="139066"/>
                  </a:cubicBezTo>
                  <a:cubicBezTo>
                    <a:pt x="66181" y="138799"/>
                    <a:pt x="66214" y="138433"/>
                    <a:pt x="66114" y="137899"/>
                  </a:cubicBezTo>
                  <a:lnTo>
                    <a:pt x="66114" y="137732"/>
                  </a:lnTo>
                  <a:cubicBezTo>
                    <a:pt x="66114" y="137599"/>
                    <a:pt x="66081" y="137465"/>
                    <a:pt x="66047" y="137265"/>
                  </a:cubicBezTo>
                  <a:cubicBezTo>
                    <a:pt x="66014" y="137065"/>
                    <a:pt x="65947" y="136798"/>
                    <a:pt x="65881" y="136498"/>
                  </a:cubicBezTo>
                  <a:cubicBezTo>
                    <a:pt x="65847" y="136398"/>
                    <a:pt x="65747" y="136231"/>
                    <a:pt x="65714" y="136064"/>
                  </a:cubicBezTo>
                  <a:cubicBezTo>
                    <a:pt x="65681" y="135897"/>
                    <a:pt x="65580" y="135731"/>
                    <a:pt x="65514" y="135564"/>
                  </a:cubicBezTo>
                  <a:cubicBezTo>
                    <a:pt x="65214" y="134797"/>
                    <a:pt x="64680" y="133963"/>
                    <a:pt x="63946" y="133129"/>
                  </a:cubicBezTo>
                  <a:cubicBezTo>
                    <a:pt x="63245" y="132295"/>
                    <a:pt x="62278" y="131428"/>
                    <a:pt x="61177" y="130594"/>
                  </a:cubicBezTo>
                  <a:cubicBezTo>
                    <a:pt x="60610" y="130127"/>
                    <a:pt x="60010" y="129726"/>
                    <a:pt x="59376" y="129293"/>
                  </a:cubicBezTo>
                  <a:cubicBezTo>
                    <a:pt x="58709" y="128892"/>
                    <a:pt x="58075" y="128425"/>
                    <a:pt x="57341" y="127992"/>
                  </a:cubicBezTo>
                  <a:cubicBezTo>
                    <a:pt x="55874" y="127225"/>
                    <a:pt x="54172" y="126491"/>
                    <a:pt x="52404" y="125824"/>
                  </a:cubicBezTo>
                  <a:cubicBezTo>
                    <a:pt x="50670" y="125123"/>
                    <a:pt x="48768" y="124389"/>
                    <a:pt x="47167" y="123155"/>
                  </a:cubicBezTo>
                  <a:cubicBezTo>
                    <a:pt x="46767" y="122888"/>
                    <a:pt x="46367" y="122555"/>
                    <a:pt x="46000" y="122154"/>
                  </a:cubicBezTo>
                  <a:cubicBezTo>
                    <a:pt x="45600" y="121787"/>
                    <a:pt x="45166" y="121420"/>
                    <a:pt x="44732" y="121087"/>
                  </a:cubicBezTo>
                  <a:cubicBezTo>
                    <a:pt x="43865" y="120386"/>
                    <a:pt x="42931" y="119786"/>
                    <a:pt x="41997" y="119152"/>
                  </a:cubicBezTo>
                  <a:cubicBezTo>
                    <a:pt x="40062" y="117951"/>
                    <a:pt x="38061" y="116750"/>
                    <a:pt x="36426" y="115083"/>
                  </a:cubicBezTo>
                  <a:cubicBezTo>
                    <a:pt x="35659" y="114249"/>
                    <a:pt x="35025" y="113248"/>
                    <a:pt x="34558" y="112147"/>
                  </a:cubicBezTo>
                  <a:cubicBezTo>
                    <a:pt x="34091" y="111080"/>
                    <a:pt x="33924" y="109879"/>
                    <a:pt x="33858" y="108645"/>
                  </a:cubicBezTo>
                  <a:cubicBezTo>
                    <a:pt x="33758" y="107410"/>
                    <a:pt x="33758" y="106143"/>
                    <a:pt x="33658" y="104875"/>
                  </a:cubicBezTo>
                  <a:cubicBezTo>
                    <a:pt x="33558" y="104241"/>
                    <a:pt x="33491" y="103574"/>
                    <a:pt x="33357" y="102940"/>
                  </a:cubicBezTo>
                  <a:cubicBezTo>
                    <a:pt x="33324" y="102640"/>
                    <a:pt x="33191" y="102307"/>
                    <a:pt x="33091" y="101973"/>
                  </a:cubicBezTo>
                  <a:lnTo>
                    <a:pt x="32757" y="101072"/>
                  </a:lnTo>
                  <a:cubicBezTo>
                    <a:pt x="31856" y="98637"/>
                    <a:pt x="30822" y="96269"/>
                    <a:pt x="30322" y="93767"/>
                  </a:cubicBezTo>
                  <a:cubicBezTo>
                    <a:pt x="30188" y="93133"/>
                    <a:pt x="30155" y="92533"/>
                    <a:pt x="30155" y="91933"/>
                  </a:cubicBezTo>
                  <a:cubicBezTo>
                    <a:pt x="30188" y="91766"/>
                    <a:pt x="30155" y="91599"/>
                    <a:pt x="30188" y="91466"/>
                  </a:cubicBezTo>
                  <a:cubicBezTo>
                    <a:pt x="30222" y="91366"/>
                    <a:pt x="30222" y="91199"/>
                    <a:pt x="30255" y="91065"/>
                  </a:cubicBezTo>
                  <a:lnTo>
                    <a:pt x="30389" y="90632"/>
                  </a:lnTo>
                  <a:cubicBezTo>
                    <a:pt x="30422" y="90532"/>
                    <a:pt x="30522" y="90365"/>
                    <a:pt x="30555" y="90231"/>
                  </a:cubicBezTo>
                  <a:cubicBezTo>
                    <a:pt x="30822" y="89698"/>
                    <a:pt x="31156" y="89197"/>
                    <a:pt x="31589" y="88797"/>
                  </a:cubicBezTo>
                  <a:cubicBezTo>
                    <a:pt x="32056" y="88430"/>
                    <a:pt x="32590" y="88130"/>
                    <a:pt x="33191" y="87930"/>
                  </a:cubicBezTo>
                  <a:cubicBezTo>
                    <a:pt x="34358" y="87463"/>
                    <a:pt x="35592" y="87263"/>
                    <a:pt x="36893" y="87062"/>
                  </a:cubicBezTo>
                  <a:cubicBezTo>
                    <a:pt x="38194" y="86796"/>
                    <a:pt x="39529" y="86595"/>
                    <a:pt x="40763" y="86062"/>
                  </a:cubicBezTo>
                  <a:cubicBezTo>
                    <a:pt x="41397" y="85762"/>
                    <a:pt x="42030" y="85395"/>
                    <a:pt x="42531" y="84894"/>
                  </a:cubicBezTo>
                  <a:cubicBezTo>
                    <a:pt x="43031" y="84394"/>
                    <a:pt x="43398" y="83793"/>
                    <a:pt x="43698" y="83193"/>
                  </a:cubicBezTo>
                  <a:cubicBezTo>
                    <a:pt x="43998" y="82559"/>
                    <a:pt x="44165" y="81859"/>
                    <a:pt x="44165" y="81125"/>
                  </a:cubicBezTo>
                  <a:cubicBezTo>
                    <a:pt x="44165" y="80424"/>
                    <a:pt x="43932" y="79724"/>
                    <a:pt x="43665" y="79090"/>
                  </a:cubicBezTo>
                  <a:cubicBezTo>
                    <a:pt x="43064" y="77856"/>
                    <a:pt x="42097" y="76922"/>
                    <a:pt x="41230" y="76055"/>
                  </a:cubicBezTo>
                  <a:cubicBezTo>
                    <a:pt x="40329" y="75187"/>
                    <a:pt x="39395" y="74353"/>
                    <a:pt x="38695" y="73453"/>
                  </a:cubicBezTo>
                  <a:cubicBezTo>
                    <a:pt x="38394" y="73086"/>
                    <a:pt x="37994" y="72552"/>
                    <a:pt x="37727" y="71785"/>
                  </a:cubicBezTo>
                  <a:cubicBezTo>
                    <a:pt x="37527" y="71051"/>
                    <a:pt x="37494" y="70084"/>
                    <a:pt x="37594" y="69150"/>
                  </a:cubicBezTo>
                  <a:cubicBezTo>
                    <a:pt x="37727" y="68015"/>
                    <a:pt x="38027" y="66815"/>
                    <a:pt x="38094" y="65547"/>
                  </a:cubicBezTo>
                  <a:cubicBezTo>
                    <a:pt x="38161" y="64880"/>
                    <a:pt x="38061" y="64213"/>
                    <a:pt x="37861" y="63546"/>
                  </a:cubicBezTo>
                  <a:cubicBezTo>
                    <a:pt x="37594" y="62878"/>
                    <a:pt x="37193" y="62278"/>
                    <a:pt x="36693" y="61778"/>
                  </a:cubicBezTo>
                  <a:cubicBezTo>
                    <a:pt x="36560" y="61644"/>
                    <a:pt x="36393" y="61578"/>
                    <a:pt x="36226" y="61444"/>
                  </a:cubicBezTo>
                  <a:cubicBezTo>
                    <a:pt x="36059" y="61377"/>
                    <a:pt x="35926" y="61277"/>
                    <a:pt x="35759" y="61211"/>
                  </a:cubicBezTo>
                  <a:cubicBezTo>
                    <a:pt x="35426" y="61044"/>
                    <a:pt x="35159" y="60910"/>
                    <a:pt x="34825" y="60810"/>
                  </a:cubicBezTo>
                  <a:cubicBezTo>
                    <a:pt x="34191" y="60610"/>
                    <a:pt x="33558" y="60510"/>
                    <a:pt x="32924" y="60310"/>
                  </a:cubicBezTo>
                  <a:cubicBezTo>
                    <a:pt x="32323" y="60210"/>
                    <a:pt x="31723" y="60043"/>
                    <a:pt x="31156" y="59843"/>
                  </a:cubicBezTo>
                  <a:cubicBezTo>
                    <a:pt x="30889" y="59710"/>
                    <a:pt x="30589" y="59609"/>
                    <a:pt x="30355" y="59443"/>
                  </a:cubicBezTo>
                  <a:lnTo>
                    <a:pt x="30222" y="59376"/>
                  </a:lnTo>
                  <a:lnTo>
                    <a:pt x="30088" y="59243"/>
                  </a:lnTo>
                  <a:lnTo>
                    <a:pt x="29822" y="58909"/>
                  </a:lnTo>
                  <a:cubicBezTo>
                    <a:pt x="28988" y="57942"/>
                    <a:pt x="28354" y="56841"/>
                    <a:pt x="27553" y="55707"/>
                  </a:cubicBezTo>
                  <a:cubicBezTo>
                    <a:pt x="27353" y="55406"/>
                    <a:pt x="27153" y="55106"/>
                    <a:pt x="26919" y="54873"/>
                  </a:cubicBezTo>
                  <a:cubicBezTo>
                    <a:pt x="26719" y="54606"/>
                    <a:pt x="26486" y="54372"/>
                    <a:pt x="26219" y="54106"/>
                  </a:cubicBezTo>
                  <a:cubicBezTo>
                    <a:pt x="25685" y="53672"/>
                    <a:pt x="25152" y="53205"/>
                    <a:pt x="24518" y="52871"/>
                  </a:cubicBezTo>
                  <a:cubicBezTo>
                    <a:pt x="23317" y="52171"/>
                    <a:pt x="21916" y="51737"/>
                    <a:pt x="20582" y="51437"/>
                  </a:cubicBezTo>
                  <a:cubicBezTo>
                    <a:pt x="19214" y="51203"/>
                    <a:pt x="17846" y="51037"/>
                    <a:pt x="16512" y="50903"/>
                  </a:cubicBezTo>
                  <a:cubicBezTo>
                    <a:pt x="13843" y="50603"/>
                    <a:pt x="11142" y="50370"/>
                    <a:pt x="8740" y="49269"/>
                  </a:cubicBezTo>
                  <a:cubicBezTo>
                    <a:pt x="7539" y="48735"/>
                    <a:pt x="6505" y="47934"/>
                    <a:pt x="5671" y="46967"/>
                  </a:cubicBezTo>
                  <a:lnTo>
                    <a:pt x="5371" y="46600"/>
                  </a:lnTo>
                  <a:lnTo>
                    <a:pt x="5204" y="46433"/>
                  </a:lnTo>
                  <a:lnTo>
                    <a:pt x="5171" y="46400"/>
                  </a:lnTo>
                  <a:lnTo>
                    <a:pt x="5071" y="46267"/>
                  </a:lnTo>
                  <a:cubicBezTo>
                    <a:pt x="4904" y="46000"/>
                    <a:pt x="4704" y="45700"/>
                    <a:pt x="4537" y="45399"/>
                  </a:cubicBezTo>
                  <a:cubicBezTo>
                    <a:pt x="4170" y="44866"/>
                    <a:pt x="3836" y="44265"/>
                    <a:pt x="3469" y="43731"/>
                  </a:cubicBezTo>
                  <a:cubicBezTo>
                    <a:pt x="2736" y="42664"/>
                    <a:pt x="2068" y="41530"/>
                    <a:pt x="1535" y="40362"/>
                  </a:cubicBezTo>
                  <a:cubicBezTo>
                    <a:pt x="1301" y="39762"/>
                    <a:pt x="1034" y="39195"/>
                    <a:pt x="901" y="38594"/>
                  </a:cubicBezTo>
                  <a:cubicBezTo>
                    <a:pt x="801" y="38027"/>
                    <a:pt x="834" y="37494"/>
                    <a:pt x="1034" y="36893"/>
                  </a:cubicBezTo>
                  <a:cubicBezTo>
                    <a:pt x="1468" y="35759"/>
                    <a:pt x="2202" y="34692"/>
                    <a:pt x="2635" y="33424"/>
                  </a:cubicBezTo>
                  <a:cubicBezTo>
                    <a:pt x="2736" y="33090"/>
                    <a:pt x="2836" y="32824"/>
                    <a:pt x="2869" y="32423"/>
                  </a:cubicBezTo>
                  <a:lnTo>
                    <a:pt x="2869" y="32257"/>
                  </a:lnTo>
                  <a:lnTo>
                    <a:pt x="2869" y="32123"/>
                  </a:lnTo>
                  <a:lnTo>
                    <a:pt x="2836" y="31890"/>
                  </a:lnTo>
                  <a:cubicBezTo>
                    <a:pt x="2836" y="31723"/>
                    <a:pt x="2836" y="31556"/>
                    <a:pt x="2802" y="31389"/>
                  </a:cubicBezTo>
                  <a:cubicBezTo>
                    <a:pt x="2669" y="30722"/>
                    <a:pt x="2502" y="30155"/>
                    <a:pt x="2302" y="29555"/>
                  </a:cubicBezTo>
                  <a:cubicBezTo>
                    <a:pt x="1902" y="28420"/>
                    <a:pt x="1568" y="27320"/>
                    <a:pt x="1735" y="26219"/>
                  </a:cubicBezTo>
                  <a:cubicBezTo>
                    <a:pt x="1902" y="25151"/>
                    <a:pt x="2535" y="24184"/>
                    <a:pt x="3169" y="23250"/>
                  </a:cubicBezTo>
                  <a:cubicBezTo>
                    <a:pt x="3469" y="22816"/>
                    <a:pt x="3803" y="22349"/>
                    <a:pt x="4070" y="21849"/>
                  </a:cubicBezTo>
                  <a:cubicBezTo>
                    <a:pt x="4237" y="21582"/>
                    <a:pt x="4370" y="21349"/>
                    <a:pt x="4503" y="21082"/>
                  </a:cubicBezTo>
                  <a:lnTo>
                    <a:pt x="4570" y="20882"/>
                  </a:lnTo>
                  <a:cubicBezTo>
                    <a:pt x="4637" y="20815"/>
                    <a:pt x="4670" y="20682"/>
                    <a:pt x="4670" y="20648"/>
                  </a:cubicBezTo>
                  <a:cubicBezTo>
                    <a:pt x="4670" y="20515"/>
                    <a:pt x="4704" y="20348"/>
                    <a:pt x="4737" y="20215"/>
                  </a:cubicBezTo>
                  <a:cubicBezTo>
                    <a:pt x="5004" y="19147"/>
                    <a:pt x="5037" y="18046"/>
                    <a:pt x="5237" y="17079"/>
                  </a:cubicBezTo>
                  <a:cubicBezTo>
                    <a:pt x="5337" y="16579"/>
                    <a:pt x="5471" y="16145"/>
                    <a:pt x="5671" y="15711"/>
                  </a:cubicBezTo>
                  <a:cubicBezTo>
                    <a:pt x="5838" y="15311"/>
                    <a:pt x="6138" y="14911"/>
                    <a:pt x="6405" y="14544"/>
                  </a:cubicBezTo>
                  <a:cubicBezTo>
                    <a:pt x="7005" y="13810"/>
                    <a:pt x="7706" y="13243"/>
                    <a:pt x="8473" y="12743"/>
                  </a:cubicBezTo>
                  <a:cubicBezTo>
                    <a:pt x="9974" y="11742"/>
                    <a:pt x="11475" y="11008"/>
                    <a:pt x="12743" y="10141"/>
                  </a:cubicBezTo>
                  <a:cubicBezTo>
                    <a:pt x="14010" y="9240"/>
                    <a:pt x="15044" y="8206"/>
                    <a:pt x="15645" y="7072"/>
                  </a:cubicBezTo>
                  <a:cubicBezTo>
                    <a:pt x="16212" y="5971"/>
                    <a:pt x="16412" y="4904"/>
                    <a:pt x="16512" y="4036"/>
                  </a:cubicBezTo>
                  <a:cubicBezTo>
                    <a:pt x="16512" y="3803"/>
                    <a:pt x="16545" y="3636"/>
                    <a:pt x="16545" y="3403"/>
                  </a:cubicBezTo>
                  <a:lnTo>
                    <a:pt x="16545" y="2869"/>
                  </a:lnTo>
                  <a:cubicBezTo>
                    <a:pt x="16545" y="2535"/>
                    <a:pt x="16512" y="2235"/>
                    <a:pt x="16512" y="2035"/>
                  </a:cubicBezTo>
                  <a:cubicBezTo>
                    <a:pt x="16512" y="1835"/>
                    <a:pt x="16479" y="1668"/>
                    <a:pt x="16479" y="1535"/>
                  </a:cubicBezTo>
                  <a:cubicBezTo>
                    <a:pt x="16412" y="1401"/>
                    <a:pt x="16412" y="1368"/>
                    <a:pt x="16412" y="1368"/>
                  </a:cubicBezTo>
                  <a:cubicBezTo>
                    <a:pt x="16345" y="867"/>
                    <a:pt x="16245" y="534"/>
                    <a:pt x="16012" y="334"/>
                  </a:cubicBezTo>
                  <a:cubicBezTo>
                    <a:pt x="15912" y="67"/>
                    <a:pt x="15845" y="0"/>
                    <a:pt x="158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2" name="Google Shape;622;p5"/>
            <p:cNvSpPr/>
            <p:nvPr/>
          </p:nvSpPr>
          <p:spPr>
            <a:xfrm>
              <a:off x="10119395" y="1094910"/>
              <a:ext cx="819551" cy="1132155"/>
            </a:xfrm>
            <a:custGeom>
              <a:avLst/>
              <a:gdLst/>
              <a:ahLst/>
              <a:cxnLst/>
              <a:rect l="l" t="t" r="r" b="b"/>
              <a:pathLst>
                <a:path w="36376" h="50251" extrusionOk="0">
                  <a:moveTo>
                    <a:pt x="1369" y="1"/>
                  </a:moveTo>
                  <a:cubicBezTo>
                    <a:pt x="1207" y="1"/>
                    <a:pt x="1140" y="246"/>
                    <a:pt x="1334" y="616"/>
                  </a:cubicBezTo>
                  <a:cubicBezTo>
                    <a:pt x="1334" y="616"/>
                    <a:pt x="1368" y="649"/>
                    <a:pt x="1435" y="816"/>
                  </a:cubicBezTo>
                  <a:cubicBezTo>
                    <a:pt x="1435" y="916"/>
                    <a:pt x="1468" y="983"/>
                    <a:pt x="1501" y="1116"/>
                  </a:cubicBezTo>
                  <a:cubicBezTo>
                    <a:pt x="1501" y="1216"/>
                    <a:pt x="1501" y="1383"/>
                    <a:pt x="1535" y="1483"/>
                  </a:cubicBezTo>
                  <a:cubicBezTo>
                    <a:pt x="1635" y="2117"/>
                    <a:pt x="1435" y="2951"/>
                    <a:pt x="867" y="3985"/>
                  </a:cubicBezTo>
                  <a:cubicBezTo>
                    <a:pt x="634" y="4485"/>
                    <a:pt x="300" y="5119"/>
                    <a:pt x="134" y="5820"/>
                  </a:cubicBezTo>
                  <a:cubicBezTo>
                    <a:pt x="100" y="6053"/>
                    <a:pt x="34" y="6220"/>
                    <a:pt x="34" y="6420"/>
                  </a:cubicBezTo>
                  <a:cubicBezTo>
                    <a:pt x="34" y="6587"/>
                    <a:pt x="0" y="6787"/>
                    <a:pt x="34" y="6987"/>
                  </a:cubicBezTo>
                  <a:cubicBezTo>
                    <a:pt x="34" y="7221"/>
                    <a:pt x="100" y="7387"/>
                    <a:pt x="134" y="7588"/>
                  </a:cubicBezTo>
                  <a:cubicBezTo>
                    <a:pt x="167" y="7754"/>
                    <a:pt x="167" y="7955"/>
                    <a:pt x="267" y="8155"/>
                  </a:cubicBezTo>
                  <a:cubicBezTo>
                    <a:pt x="334" y="8321"/>
                    <a:pt x="367" y="8555"/>
                    <a:pt x="501" y="8755"/>
                  </a:cubicBezTo>
                  <a:lnTo>
                    <a:pt x="667" y="9055"/>
                  </a:lnTo>
                  <a:cubicBezTo>
                    <a:pt x="701" y="9155"/>
                    <a:pt x="801" y="9255"/>
                    <a:pt x="867" y="9322"/>
                  </a:cubicBezTo>
                  <a:cubicBezTo>
                    <a:pt x="1001" y="9556"/>
                    <a:pt x="1201" y="9656"/>
                    <a:pt x="1368" y="9823"/>
                  </a:cubicBezTo>
                  <a:cubicBezTo>
                    <a:pt x="1601" y="9956"/>
                    <a:pt x="1801" y="10089"/>
                    <a:pt x="2002" y="10156"/>
                  </a:cubicBezTo>
                  <a:cubicBezTo>
                    <a:pt x="2869" y="10556"/>
                    <a:pt x="3803" y="10623"/>
                    <a:pt x="4637" y="10923"/>
                  </a:cubicBezTo>
                  <a:cubicBezTo>
                    <a:pt x="5037" y="11057"/>
                    <a:pt x="5471" y="11257"/>
                    <a:pt x="5804" y="11490"/>
                  </a:cubicBezTo>
                  <a:lnTo>
                    <a:pt x="5938" y="11590"/>
                  </a:lnTo>
                  <a:lnTo>
                    <a:pt x="5971" y="11624"/>
                  </a:lnTo>
                  <a:cubicBezTo>
                    <a:pt x="5971" y="11657"/>
                    <a:pt x="6004" y="11724"/>
                    <a:pt x="6038" y="11724"/>
                  </a:cubicBezTo>
                  <a:lnTo>
                    <a:pt x="6138" y="11757"/>
                  </a:lnTo>
                  <a:cubicBezTo>
                    <a:pt x="6171" y="11791"/>
                    <a:pt x="6271" y="11891"/>
                    <a:pt x="6338" y="11924"/>
                  </a:cubicBezTo>
                  <a:cubicBezTo>
                    <a:pt x="6505" y="12091"/>
                    <a:pt x="6638" y="12224"/>
                    <a:pt x="6772" y="12424"/>
                  </a:cubicBezTo>
                  <a:cubicBezTo>
                    <a:pt x="7039" y="12791"/>
                    <a:pt x="7272" y="13225"/>
                    <a:pt x="7506" y="13659"/>
                  </a:cubicBezTo>
                  <a:cubicBezTo>
                    <a:pt x="7639" y="13892"/>
                    <a:pt x="7806" y="14126"/>
                    <a:pt x="7973" y="14326"/>
                  </a:cubicBezTo>
                  <a:cubicBezTo>
                    <a:pt x="8106" y="14459"/>
                    <a:pt x="8173" y="14593"/>
                    <a:pt x="8306" y="14659"/>
                  </a:cubicBezTo>
                  <a:cubicBezTo>
                    <a:pt x="8339" y="14693"/>
                    <a:pt x="8373" y="14759"/>
                    <a:pt x="8473" y="14793"/>
                  </a:cubicBezTo>
                  <a:lnTo>
                    <a:pt x="8540" y="14826"/>
                  </a:lnTo>
                  <a:lnTo>
                    <a:pt x="8606" y="14893"/>
                  </a:lnTo>
                  <a:lnTo>
                    <a:pt x="8640" y="14926"/>
                  </a:lnTo>
                  <a:lnTo>
                    <a:pt x="8706" y="14993"/>
                  </a:lnTo>
                  <a:cubicBezTo>
                    <a:pt x="8773" y="15060"/>
                    <a:pt x="8840" y="15093"/>
                    <a:pt x="8873" y="15126"/>
                  </a:cubicBezTo>
                  <a:lnTo>
                    <a:pt x="9273" y="15393"/>
                  </a:lnTo>
                  <a:cubicBezTo>
                    <a:pt x="9540" y="15493"/>
                    <a:pt x="9807" y="15627"/>
                    <a:pt x="10107" y="15660"/>
                  </a:cubicBezTo>
                  <a:cubicBezTo>
                    <a:pt x="10641" y="15793"/>
                    <a:pt x="11175" y="15827"/>
                    <a:pt x="11675" y="15894"/>
                  </a:cubicBezTo>
                  <a:cubicBezTo>
                    <a:pt x="12176" y="15927"/>
                    <a:pt x="12643" y="15994"/>
                    <a:pt x="13110" y="16160"/>
                  </a:cubicBezTo>
                  <a:lnTo>
                    <a:pt x="13810" y="16427"/>
                  </a:lnTo>
                  <a:lnTo>
                    <a:pt x="14477" y="16761"/>
                  </a:lnTo>
                  <a:cubicBezTo>
                    <a:pt x="15345" y="17228"/>
                    <a:pt x="16145" y="17828"/>
                    <a:pt x="17012" y="18429"/>
                  </a:cubicBezTo>
                  <a:cubicBezTo>
                    <a:pt x="17846" y="18996"/>
                    <a:pt x="18780" y="19563"/>
                    <a:pt x="19648" y="20063"/>
                  </a:cubicBezTo>
                  <a:cubicBezTo>
                    <a:pt x="19848" y="20163"/>
                    <a:pt x="20115" y="20263"/>
                    <a:pt x="20348" y="20397"/>
                  </a:cubicBezTo>
                  <a:cubicBezTo>
                    <a:pt x="20615" y="20497"/>
                    <a:pt x="20882" y="20564"/>
                    <a:pt x="21149" y="20630"/>
                  </a:cubicBezTo>
                  <a:cubicBezTo>
                    <a:pt x="21449" y="20664"/>
                    <a:pt x="21716" y="20730"/>
                    <a:pt x="21983" y="20730"/>
                  </a:cubicBezTo>
                  <a:cubicBezTo>
                    <a:pt x="22216" y="20730"/>
                    <a:pt x="22516" y="20730"/>
                    <a:pt x="22716" y="20664"/>
                  </a:cubicBezTo>
                  <a:cubicBezTo>
                    <a:pt x="23183" y="20630"/>
                    <a:pt x="23650" y="20597"/>
                    <a:pt x="24117" y="20597"/>
                  </a:cubicBezTo>
                  <a:cubicBezTo>
                    <a:pt x="24551" y="20597"/>
                    <a:pt x="25018" y="20597"/>
                    <a:pt x="25452" y="20630"/>
                  </a:cubicBezTo>
                  <a:cubicBezTo>
                    <a:pt x="26286" y="20764"/>
                    <a:pt x="27186" y="21064"/>
                    <a:pt x="28020" y="21431"/>
                  </a:cubicBezTo>
                  <a:cubicBezTo>
                    <a:pt x="28854" y="21798"/>
                    <a:pt x="29688" y="22331"/>
                    <a:pt x="30322" y="22965"/>
                  </a:cubicBezTo>
                  <a:lnTo>
                    <a:pt x="30522" y="23232"/>
                  </a:lnTo>
                  <a:lnTo>
                    <a:pt x="30622" y="23299"/>
                  </a:lnTo>
                  <a:lnTo>
                    <a:pt x="30689" y="23432"/>
                  </a:lnTo>
                  <a:lnTo>
                    <a:pt x="31022" y="23999"/>
                  </a:lnTo>
                  <a:cubicBezTo>
                    <a:pt x="31156" y="24233"/>
                    <a:pt x="31223" y="24433"/>
                    <a:pt x="31323" y="24633"/>
                  </a:cubicBezTo>
                  <a:cubicBezTo>
                    <a:pt x="31389" y="24833"/>
                    <a:pt x="31456" y="25067"/>
                    <a:pt x="31523" y="25267"/>
                  </a:cubicBezTo>
                  <a:cubicBezTo>
                    <a:pt x="31790" y="26101"/>
                    <a:pt x="31823" y="27001"/>
                    <a:pt x="31723" y="27835"/>
                  </a:cubicBezTo>
                  <a:cubicBezTo>
                    <a:pt x="31690" y="28669"/>
                    <a:pt x="31489" y="29503"/>
                    <a:pt x="31323" y="30270"/>
                  </a:cubicBezTo>
                  <a:cubicBezTo>
                    <a:pt x="31156" y="31004"/>
                    <a:pt x="30989" y="31738"/>
                    <a:pt x="30856" y="32405"/>
                  </a:cubicBezTo>
                  <a:cubicBezTo>
                    <a:pt x="30555" y="33673"/>
                    <a:pt x="30622" y="34740"/>
                    <a:pt x="30655" y="35241"/>
                  </a:cubicBezTo>
                  <a:lnTo>
                    <a:pt x="30655" y="35174"/>
                  </a:lnTo>
                  <a:cubicBezTo>
                    <a:pt x="30689" y="36141"/>
                    <a:pt x="31122" y="36942"/>
                    <a:pt x="31389" y="37642"/>
                  </a:cubicBezTo>
                  <a:cubicBezTo>
                    <a:pt x="31690" y="38343"/>
                    <a:pt x="31856" y="39010"/>
                    <a:pt x="31856" y="39644"/>
                  </a:cubicBezTo>
                  <a:cubicBezTo>
                    <a:pt x="31856" y="39811"/>
                    <a:pt x="31823" y="39944"/>
                    <a:pt x="31823" y="40111"/>
                  </a:cubicBezTo>
                  <a:cubicBezTo>
                    <a:pt x="31790" y="40278"/>
                    <a:pt x="31723" y="40444"/>
                    <a:pt x="31690" y="40578"/>
                  </a:cubicBezTo>
                  <a:cubicBezTo>
                    <a:pt x="31623" y="40845"/>
                    <a:pt x="31489" y="41145"/>
                    <a:pt x="31389" y="41412"/>
                  </a:cubicBezTo>
                  <a:cubicBezTo>
                    <a:pt x="31156" y="41946"/>
                    <a:pt x="30956" y="42413"/>
                    <a:pt x="30789" y="42846"/>
                  </a:cubicBezTo>
                  <a:cubicBezTo>
                    <a:pt x="30722" y="42980"/>
                    <a:pt x="30689" y="43113"/>
                    <a:pt x="30655" y="43180"/>
                  </a:cubicBezTo>
                  <a:cubicBezTo>
                    <a:pt x="30622" y="43280"/>
                    <a:pt x="30622" y="43413"/>
                    <a:pt x="30555" y="43480"/>
                  </a:cubicBezTo>
                  <a:cubicBezTo>
                    <a:pt x="30489" y="43680"/>
                    <a:pt x="30455" y="43847"/>
                    <a:pt x="30455" y="44014"/>
                  </a:cubicBezTo>
                  <a:cubicBezTo>
                    <a:pt x="30455" y="44247"/>
                    <a:pt x="30389" y="44347"/>
                    <a:pt x="30389" y="44481"/>
                  </a:cubicBezTo>
                  <a:lnTo>
                    <a:pt x="30389" y="44781"/>
                  </a:lnTo>
                  <a:cubicBezTo>
                    <a:pt x="30389" y="44899"/>
                    <a:pt x="30389" y="44955"/>
                    <a:pt x="30393" y="44955"/>
                  </a:cubicBezTo>
                  <a:cubicBezTo>
                    <a:pt x="30399" y="44955"/>
                    <a:pt x="30415" y="44823"/>
                    <a:pt x="30455" y="44581"/>
                  </a:cubicBezTo>
                  <a:lnTo>
                    <a:pt x="30455" y="44581"/>
                  </a:lnTo>
                  <a:cubicBezTo>
                    <a:pt x="30355" y="45481"/>
                    <a:pt x="30389" y="46315"/>
                    <a:pt x="30655" y="47083"/>
                  </a:cubicBezTo>
                  <a:cubicBezTo>
                    <a:pt x="30889" y="47783"/>
                    <a:pt x="31356" y="48350"/>
                    <a:pt x="31856" y="48684"/>
                  </a:cubicBezTo>
                  <a:cubicBezTo>
                    <a:pt x="32323" y="49084"/>
                    <a:pt x="32824" y="49251"/>
                    <a:pt x="33191" y="49418"/>
                  </a:cubicBezTo>
                  <a:cubicBezTo>
                    <a:pt x="33558" y="49584"/>
                    <a:pt x="33891" y="49684"/>
                    <a:pt x="34191" y="49784"/>
                  </a:cubicBezTo>
                  <a:cubicBezTo>
                    <a:pt x="35325" y="50118"/>
                    <a:pt x="35626" y="50185"/>
                    <a:pt x="35626" y="50185"/>
                  </a:cubicBezTo>
                  <a:cubicBezTo>
                    <a:pt x="35763" y="50231"/>
                    <a:pt x="35880" y="50251"/>
                    <a:pt x="35975" y="50251"/>
                  </a:cubicBezTo>
                  <a:cubicBezTo>
                    <a:pt x="36362" y="50251"/>
                    <a:pt x="36375" y="49913"/>
                    <a:pt x="35893" y="49618"/>
                  </a:cubicBezTo>
                  <a:cubicBezTo>
                    <a:pt x="35893" y="49618"/>
                    <a:pt x="35659" y="49518"/>
                    <a:pt x="34525" y="49184"/>
                  </a:cubicBezTo>
                  <a:cubicBezTo>
                    <a:pt x="34225" y="49117"/>
                    <a:pt x="33891" y="49017"/>
                    <a:pt x="33524" y="48850"/>
                  </a:cubicBezTo>
                  <a:cubicBezTo>
                    <a:pt x="33157" y="48684"/>
                    <a:pt x="32724" y="48517"/>
                    <a:pt x="32323" y="48183"/>
                  </a:cubicBezTo>
                  <a:cubicBezTo>
                    <a:pt x="31890" y="47916"/>
                    <a:pt x="31523" y="47449"/>
                    <a:pt x="31323" y="46816"/>
                  </a:cubicBezTo>
                  <a:cubicBezTo>
                    <a:pt x="31152" y="46277"/>
                    <a:pt x="31127" y="45641"/>
                    <a:pt x="31144" y="44909"/>
                  </a:cubicBezTo>
                  <a:lnTo>
                    <a:pt x="31144" y="44909"/>
                  </a:lnTo>
                  <a:cubicBezTo>
                    <a:pt x="31144" y="44913"/>
                    <a:pt x="31145" y="44915"/>
                    <a:pt x="31146" y="44915"/>
                  </a:cubicBezTo>
                  <a:cubicBezTo>
                    <a:pt x="31150" y="44915"/>
                    <a:pt x="31156" y="44856"/>
                    <a:pt x="31156" y="44748"/>
                  </a:cubicBezTo>
                  <a:lnTo>
                    <a:pt x="31156" y="44447"/>
                  </a:lnTo>
                  <a:cubicBezTo>
                    <a:pt x="31156" y="44314"/>
                    <a:pt x="31189" y="44180"/>
                    <a:pt x="31189" y="44080"/>
                  </a:cubicBezTo>
                  <a:cubicBezTo>
                    <a:pt x="31189" y="43947"/>
                    <a:pt x="31223" y="43780"/>
                    <a:pt x="31289" y="43613"/>
                  </a:cubicBezTo>
                  <a:cubicBezTo>
                    <a:pt x="31323" y="43513"/>
                    <a:pt x="31323" y="43447"/>
                    <a:pt x="31356" y="43347"/>
                  </a:cubicBezTo>
                  <a:cubicBezTo>
                    <a:pt x="31389" y="43280"/>
                    <a:pt x="31456" y="43146"/>
                    <a:pt x="31489" y="43080"/>
                  </a:cubicBezTo>
                  <a:cubicBezTo>
                    <a:pt x="31656" y="42646"/>
                    <a:pt x="31856" y="42179"/>
                    <a:pt x="32123" y="41645"/>
                  </a:cubicBezTo>
                  <a:cubicBezTo>
                    <a:pt x="32223" y="41412"/>
                    <a:pt x="32357" y="41112"/>
                    <a:pt x="32457" y="40778"/>
                  </a:cubicBezTo>
                  <a:lnTo>
                    <a:pt x="32557" y="40278"/>
                  </a:lnTo>
                  <a:cubicBezTo>
                    <a:pt x="32557" y="40111"/>
                    <a:pt x="32624" y="39944"/>
                    <a:pt x="32624" y="39744"/>
                  </a:cubicBezTo>
                  <a:cubicBezTo>
                    <a:pt x="32657" y="38977"/>
                    <a:pt x="32457" y="38176"/>
                    <a:pt x="32157" y="37442"/>
                  </a:cubicBezTo>
                  <a:cubicBezTo>
                    <a:pt x="31856" y="36675"/>
                    <a:pt x="31489" y="35975"/>
                    <a:pt x="31489" y="35241"/>
                  </a:cubicBezTo>
                  <a:lnTo>
                    <a:pt x="31489" y="35174"/>
                  </a:lnTo>
                  <a:cubicBezTo>
                    <a:pt x="31456" y="34740"/>
                    <a:pt x="31456" y="33806"/>
                    <a:pt x="31723" y="32572"/>
                  </a:cubicBezTo>
                  <a:cubicBezTo>
                    <a:pt x="31856" y="31938"/>
                    <a:pt x="32023" y="31238"/>
                    <a:pt x="32223" y="30471"/>
                  </a:cubicBezTo>
                  <a:cubicBezTo>
                    <a:pt x="32457" y="29670"/>
                    <a:pt x="32657" y="28836"/>
                    <a:pt x="32724" y="27935"/>
                  </a:cubicBezTo>
                  <a:cubicBezTo>
                    <a:pt x="32957" y="26101"/>
                    <a:pt x="32624" y="23899"/>
                    <a:pt x="31122" y="22265"/>
                  </a:cubicBezTo>
                  <a:cubicBezTo>
                    <a:pt x="30355" y="21498"/>
                    <a:pt x="29488" y="20964"/>
                    <a:pt x="28554" y="20497"/>
                  </a:cubicBezTo>
                  <a:cubicBezTo>
                    <a:pt x="27653" y="20063"/>
                    <a:pt x="26686" y="19763"/>
                    <a:pt x="25685" y="19596"/>
                  </a:cubicBezTo>
                  <a:cubicBezTo>
                    <a:pt x="25185" y="19596"/>
                    <a:pt x="24718" y="19563"/>
                    <a:pt x="24218" y="19563"/>
                  </a:cubicBezTo>
                  <a:cubicBezTo>
                    <a:pt x="23717" y="19596"/>
                    <a:pt x="23217" y="19596"/>
                    <a:pt x="22783" y="19630"/>
                  </a:cubicBezTo>
                  <a:cubicBezTo>
                    <a:pt x="22516" y="19663"/>
                    <a:pt x="22316" y="19663"/>
                    <a:pt x="22049" y="19663"/>
                  </a:cubicBezTo>
                  <a:cubicBezTo>
                    <a:pt x="21849" y="19663"/>
                    <a:pt x="21649" y="19663"/>
                    <a:pt x="21449" y="19630"/>
                  </a:cubicBezTo>
                  <a:cubicBezTo>
                    <a:pt x="21215" y="19596"/>
                    <a:pt x="21015" y="19563"/>
                    <a:pt x="20815" y="19463"/>
                  </a:cubicBezTo>
                  <a:cubicBezTo>
                    <a:pt x="20615" y="19396"/>
                    <a:pt x="20381" y="19263"/>
                    <a:pt x="20181" y="19163"/>
                  </a:cubicBezTo>
                  <a:cubicBezTo>
                    <a:pt x="19347" y="18729"/>
                    <a:pt x="18480" y="18229"/>
                    <a:pt x="17646" y="17628"/>
                  </a:cubicBezTo>
                  <a:cubicBezTo>
                    <a:pt x="16812" y="17061"/>
                    <a:pt x="15945" y="16427"/>
                    <a:pt x="14978" y="15927"/>
                  </a:cubicBezTo>
                  <a:lnTo>
                    <a:pt x="14210" y="15593"/>
                  </a:lnTo>
                  <a:lnTo>
                    <a:pt x="13443" y="15326"/>
                  </a:lnTo>
                  <a:cubicBezTo>
                    <a:pt x="12876" y="15160"/>
                    <a:pt x="12342" y="15093"/>
                    <a:pt x="11809" y="15060"/>
                  </a:cubicBezTo>
                  <a:cubicBezTo>
                    <a:pt x="11275" y="14993"/>
                    <a:pt x="10775" y="14960"/>
                    <a:pt x="10308" y="14893"/>
                  </a:cubicBezTo>
                  <a:cubicBezTo>
                    <a:pt x="10041" y="14826"/>
                    <a:pt x="9874" y="14759"/>
                    <a:pt x="9674" y="14659"/>
                  </a:cubicBezTo>
                  <a:cubicBezTo>
                    <a:pt x="9607" y="14626"/>
                    <a:pt x="9507" y="14593"/>
                    <a:pt x="9440" y="14493"/>
                  </a:cubicBezTo>
                  <a:cubicBezTo>
                    <a:pt x="9374" y="14493"/>
                    <a:pt x="9340" y="14459"/>
                    <a:pt x="9307" y="14426"/>
                  </a:cubicBezTo>
                  <a:lnTo>
                    <a:pt x="9273" y="14392"/>
                  </a:lnTo>
                  <a:lnTo>
                    <a:pt x="9207" y="14326"/>
                  </a:lnTo>
                  <a:cubicBezTo>
                    <a:pt x="9173" y="14292"/>
                    <a:pt x="9173" y="14259"/>
                    <a:pt x="9140" y="14259"/>
                  </a:cubicBezTo>
                  <a:lnTo>
                    <a:pt x="8973" y="14159"/>
                  </a:lnTo>
                  <a:cubicBezTo>
                    <a:pt x="8940" y="14159"/>
                    <a:pt x="8873" y="14126"/>
                    <a:pt x="8840" y="14092"/>
                  </a:cubicBezTo>
                  <a:cubicBezTo>
                    <a:pt x="8773" y="14059"/>
                    <a:pt x="8706" y="13959"/>
                    <a:pt x="8640" y="13892"/>
                  </a:cubicBezTo>
                  <a:cubicBezTo>
                    <a:pt x="8473" y="13725"/>
                    <a:pt x="8339" y="13559"/>
                    <a:pt x="8206" y="13325"/>
                  </a:cubicBezTo>
                  <a:cubicBezTo>
                    <a:pt x="7973" y="12925"/>
                    <a:pt x="7772" y="12458"/>
                    <a:pt x="7472" y="12057"/>
                  </a:cubicBezTo>
                  <a:cubicBezTo>
                    <a:pt x="7305" y="11824"/>
                    <a:pt x="7139" y="11624"/>
                    <a:pt x="6938" y="11424"/>
                  </a:cubicBezTo>
                  <a:lnTo>
                    <a:pt x="6538" y="11157"/>
                  </a:lnTo>
                  <a:lnTo>
                    <a:pt x="6471" y="11123"/>
                  </a:lnTo>
                  <a:lnTo>
                    <a:pt x="6505" y="11123"/>
                  </a:lnTo>
                  <a:lnTo>
                    <a:pt x="6471" y="11090"/>
                  </a:lnTo>
                  <a:lnTo>
                    <a:pt x="6305" y="10957"/>
                  </a:lnTo>
                  <a:cubicBezTo>
                    <a:pt x="6105" y="10790"/>
                    <a:pt x="5838" y="10656"/>
                    <a:pt x="5638" y="10556"/>
                  </a:cubicBezTo>
                  <a:cubicBezTo>
                    <a:pt x="5371" y="10456"/>
                    <a:pt x="5171" y="10390"/>
                    <a:pt x="4937" y="10290"/>
                  </a:cubicBezTo>
                  <a:cubicBezTo>
                    <a:pt x="3970" y="9956"/>
                    <a:pt x="3036" y="9923"/>
                    <a:pt x="2335" y="9589"/>
                  </a:cubicBezTo>
                  <a:cubicBezTo>
                    <a:pt x="1601" y="9289"/>
                    <a:pt x="1134" y="8722"/>
                    <a:pt x="934" y="7988"/>
                  </a:cubicBezTo>
                  <a:cubicBezTo>
                    <a:pt x="867" y="7821"/>
                    <a:pt x="834" y="7621"/>
                    <a:pt x="801" y="7454"/>
                  </a:cubicBezTo>
                  <a:cubicBezTo>
                    <a:pt x="767" y="7287"/>
                    <a:pt x="767" y="7121"/>
                    <a:pt x="701" y="6954"/>
                  </a:cubicBezTo>
                  <a:cubicBezTo>
                    <a:pt x="667" y="6620"/>
                    <a:pt x="701" y="6320"/>
                    <a:pt x="767" y="5986"/>
                  </a:cubicBezTo>
                  <a:cubicBezTo>
                    <a:pt x="934" y="5319"/>
                    <a:pt x="1168" y="4786"/>
                    <a:pt x="1435" y="4252"/>
                  </a:cubicBezTo>
                  <a:cubicBezTo>
                    <a:pt x="1935" y="3151"/>
                    <a:pt x="2202" y="2150"/>
                    <a:pt x="2102" y="1450"/>
                  </a:cubicBezTo>
                  <a:cubicBezTo>
                    <a:pt x="2035" y="1283"/>
                    <a:pt x="2035" y="1116"/>
                    <a:pt x="2002" y="983"/>
                  </a:cubicBezTo>
                  <a:cubicBezTo>
                    <a:pt x="1968" y="883"/>
                    <a:pt x="1935" y="749"/>
                    <a:pt x="1868" y="649"/>
                  </a:cubicBezTo>
                  <a:cubicBezTo>
                    <a:pt x="1835" y="483"/>
                    <a:pt x="1801" y="416"/>
                    <a:pt x="1801" y="416"/>
                  </a:cubicBezTo>
                  <a:cubicBezTo>
                    <a:pt x="1649" y="125"/>
                    <a:pt x="1485" y="1"/>
                    <a:pt x="13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3" name="Google Shape;623;p5"/>
            <p:cNvSpPr/>
            <p:nvPr/>
          </p:nvSpPr>
          <p:spPr>
            <a:xfrm>
              <a:off x="10203995" y="1045614"/>
              <a:ext cx="732766" cy="593688"/>
            </a:xfrm>
            <a:custGeom>
              <a:avLst/>
              <a:gdLst/>
              <a:ahLst/>
              <a:cxnLst/>
              <a:rect l="l" t="t" r="r" b="b"/>
              <a:pathLst>
                <a:path w="32524" h="26351" extrusionOk="0">
                  <a:moveTo>
                    <a:pt x="80" y="0"/>
                  </a:moveTo>
                  <a:lnTo>
                    <a:pt x="80" y="0"/>
                  </a:lnTo>
                  <a:cubicBezTo>
                    <a:pt x="6" y="0"/>
                    <a:pt x="1" y="141"/>
                    <a:pt x="115" y="369"/>
                  </a:cubicBezTo>
                  <a:cubicBezTo>
                    <a:pt x="115" y="369"/>
                    <a:pt x="181" y="436"/>
                    <a:pt x="215" y="602"/>
                  </a:cubicBezTo>
                  <a:cubicBezTo>
                    <a:pt x="248" y="669"/>
                    <a:pt x="281" y="802"/>
                    <a:pt x="348" y="936"/>
                  </a:cubicBezTo>
                  <a:cubicBezTo>
                    <a:pt x="381" y="1103"/>
                    <a:pt x="415" y="1269"/>
                    <a:pt x="448" y="1470"/>
                  </a:cubicBezTo>
                  <a:cubicBezTo>
                    <a:pt x="548" y="1870"/>
                    <a:pt x="548" y="2504"/>
                    <a:pt x="415" y="3304"/>
                  </a:cubicBezTo>
                  <a:cubicBezTo>
                    <a:pt x="348" y="3671"/>
                    <a:pt x="248" y="4138"/>
                    <a:pt x="181" y="4672"/>
                  </a:cubicBezTo>
                  <a:cubicBezTo>
                    <a:pt x="81" y="5172"/>
                    <a:pt x="48" y="5806"/>
                    <a:pt x="215" y="6473"/>
                  </a:cubicBezTo>
                  <a:cubicBezTo>
                    <a:pt x="248" y="6607"/>
                    <a:pt x="281" y="6840"/>
                    <a:pt x="381" y="7207"/>
                  </a:cubicBezTo>
                  <a:cubicBezTo>
                    <a:pt x="415" y="7374"/>
                    <a:pt x="515" y="7607"/>
                    <a:pt x="582" y="7841"/>
                  </a:cubicBezTo>
                  <a:cubicBezTo>
                    <a:pt x="682" y="8108"/>
                    <a:pt x="782" y="8341"/>
                    <a:pt x="1049" y="8608"/>
                  </a:cubicBezTo>
                  <a:cubicBezTo>
                    <a:pt x="1282" y="8842"/>
                    <a:pt x="1616" y="8975"/>
                    <a:pt x="1949" y="9042"/>
                  </a:cubicBezTo>
                  <a:cubicBezTo>
                    <a:pt x="2283" y="9142"/>
                    <a:pt x="2683" y="9209"/>
                    <a:pt x="3017" y="9309"/>
                  </a:cubicBezTo>
                  <a:cubicBezTo>
                    <a:pt x="3684" y="9542"/>
                    <a:pt x="4418" y="9842"/>
                    <a:pt x="5051" y="10443"/>
                  </a:cubicBezTo>
                  <a:cubicBezTo>
                    <a:pt x="5385" y="10676"/>
                    <a:pt x="5685" y="11010"/>
                    <a:pt x="6019" y="11310"/>
                  </a:cubicBezTo>
                  <a:cubicBezTo>
                    <a:pt x="6352" y="11610"/>
                    <a:pt x="6619" y="11977"/>
                    <a:pt x="6953" y="12311"/>
                  </a:cubicBezTo>
                  <a:cubicBezTo>
                    <a:pt x="7120" y="12478"/>
                    <a:pt x="7286" y="12644"/>
                    <a:pt x="7520" y="12811"/>
                  </a:cubicBezTo>
                  <a:lnTo>
                    <a:pt x="7787" y="13045"/>
                  </a:lnTo>
                  <a:cubicBezTo>
                    <a:pt x="7887" y="13145"/>
                    <a:pt x="8020" y="13178"/>
                    <a:pt x="8087" y="13278"/>
                  </a:cubicBezTo>
                  <a:cubicBezTo>
                    <a:pt x="8287" y="13378"/>
                    <a:pt x="8521" y="13545"/>
                    <a:pt x="8721" y="13645"/>
                  </a:cubicBezTo>
                  <a:lnTo>
                    <a:pt x="9054" y="13812"/>
                  </a:lnTo>
                  <a:lnTo>
                    <a:pt x="9221" y="13879"/>
                  </a:lnTo>
                  <a:lnTo>
                    <a:pt x="9288" y="13945"/>
                  </a:lnTo>
                  <a:cubicBezTo>
                    <a:pt x="9355" y="13945"/>
                    <a:pt x="9388" y="13979"/>
                    <a:pt x="9421" y="13979"/>
                  </a:cubicBezTo>
                  <a:cubicBezTo>
                    <a:pt x="9922" y="14145"/>
                    <a:pt x="10455" y="14145"/>
                    <a:pt x="10922" y="14145"/>
                  </a:cubicBezTo>
                  <a:cubicBezTo>
                    <a:pt x="11389" y="14145"/>
                    <a:pt x="11856" y="14145"/>
                    <a:pt x="12290" y="14212"/>
                  </a:cubicBezTo>
                  <a:lnTo>
                    <a:pt x="12457" y="14279"/>
                  </a:lnTo>
                  <a:lnTo>
                    <a:pt x="12557" y="14279"/>
                  </a:lnTo>
                  <a:lnTo>
                    <a:pt x="12790" y="14446"/>
                  </a:lnTo>
                  <a:cubicBezTo>
                    <a:pt x="12957" y="14546"/>
                    <a:pt x="13091" y="14712"/>
                    <a:pt x="13257" y="14879"/>
                  </a:cubicBezTo>
                  <a:cubicBezTo>
                    <a:pt x="13591" y="15213"/>
                    <a:pt x="13858" y="15613"/>
                    <a:pt x="14225" y="15880"/>
                  </a:cubicBezTo>
                  <a:lnTo>
                    <a:pt x="14592" y="16147"/>
                  </a:lnTo>
                  <a:cubicBezTo>
                    <a:pt x="14725" y="16214"/>
                    <a:pt x="14859" y="16280"/>
                    <a:pt x="14925" y="16314"/>
                  </a:cubicBezTo>
                  <a:lnTo>
                    <a:pt x="14892" y="16314"/>
                  </a:lnTo>
                  <a:cubicBezTo>
                    <a:pt x="15959" y="16881"/>
                    <a:pt x="17260" y="17214"/>
                    <a:pt x="18595" y="17214"/>
                  </a:cubicBezTo>
                  <a:cubicBezTo>
                    <a:pt x="18722" y="17221"/>
                    <a:pt x="18849" y="17224"/>
                    <a:pt x="18977" y="17224"/>
                  </a:cubicBezTo>
                  <a:cubicBezTo>
                    <a:pt x="20156" y="17224"/>
                    <a:pt x="21357" y="16968"/>
                    <a:pt x="22531" y="16847"/>
                  </a:cubicBezTo>
                  <a:cubicBezTo>
                    <a:pt x="22962" y="16791"/>
                    <a:pt x="23402" y="16761"/>
                    <a:pt x="23840" y="16761"/>
                  </a:cubicBezTo>
                  <a:cubicBezTo>
                    <a:pt x="24688" y="16761"/>
                    <a:pt x="25530" y="16872"/>
                    <a:pt x="26300" y="17114"/>
                  </a:cubicBezTo>
                  <a:cubicBezTo>
                    <a:pt x="27468" y="17481"/>
                    <a:pt x="28535" y="18148"/>
                    <a:pt x="29402" y="18849"/>
                  </a:cubicBezTo>
                  <a:cubicBezTo>
                    <a:pt x="30270" y="19616"/>
                    <a:pt x="30903" y="20483"/>
                    <a:pt x="31370" y="21317"/>
                  </a:cubicBezTo>
                  <a:cubicBezTo>
                    <a:pt x="31804" y="22184"/>
                    <a:pt x="32071" y="22985"/>
                    <a:pt x="32204" y="23686"/>
                  </a:cubicBezTo>
                  <a:cubicBezTo>
                    <a:pt x="32238" y="24086"/>
                    <a:pt x="32304" y="24353"/>
                    <a:pt x="32304" y="24653"/>
                  </a:cubicBezTo>
                  <a:cubicBezTo>
                    <a:pt x="32371" y="24953"/>
                    <a:pt x="32371" y="25153"/>
                    <a:pt x="32371" y="25353"/>
                  </a:cubicBezTo>
                  <a:lnTo>
                    <a:pt x="32371" y="25820"/>
                  </a:lnTo>
                  <a:lnTo>
                    <a:pt x="32371" y="25987"/>
                  </a:lnTo>
                  <a:cubicBezTo>
                    <a:pt x="32371" y="26226"/>
                    <a:pt x="32417" y="26351"/>
                    <a:pt x="32453" y="26351"/>
                  </a:cubicBezTo>
                  <a:cubicBezTo>
                    <a:pt x="32494" y="26351"/>
                    <a:pt x="32523" y="26201"/>
                    <a:pt x="32471" y="25887"/>
                  </a:cubicBezTo>
                  <a:lnTo>
                    <a:pt x="32471" y="25720"/>
                  </a:lnTo>
                  <a:lnTo>
                    <a:pt x="32471" y="25287"/>
                  </a:lnTo>
                  <a:cubicBezTo>
                    <a:pt x="32471" y="25053"/>
                    <a:pt x="32471" y="24820"/>
                    <a:pt x="32438" y="24519"/>
                  </a:cubicBezTo>
                  <a:cubicBezTo>
                    <a:pt x="32438" y="24219"/>
                    <a:pt x="32371" y="23952"/>
                    <a:pt x="32304" y="23552"/>
                  </a:cubicBezTo>
                  <a:cubicBezTo>
                    <a:pt x="32204" y="22852"/>
                    <a:pt x="31937" y="21984"/>
                    <a:pt x="31470" y="21117"/>
                  </a:cubicBezTo>
                  <a:cubicBezTo>
                    <a:pt x="31037" y="20183"/>
                    <a:pt x="30403" y="19316"/>
                    <a:pt x="29469" y="18515"/>
                  </a:cubicBezTo>
                  <a:cubicBezTo>
                    <a:pt x="28602" y="17715"/>
                    <a:pt x="27534" y="17047"/>
                    <a:pt x="26267" y="16647"/>
                  </a:cubicBezTo>
                  <a:cubicBezTo>
                    <a:pt x="25434" y="16355"/>
                    <a:pt x="24526" y="16244"/>
                    <a:pt x="23614" y="16244"/>
                  </a:cubicBezTo>
                  <a:cubicBezTo>
                    <a:pt x="23173" y="16244"/>
                    <a:pt x="22732" y="16270"/>
                    <a:pt x="22297" y="16314"/>
                  </a:cubicBezTo>
                  <a:cubicBezTo>
                    <a:pt x="21050" y="16438"/>
                    <a:pt x="19861" y="16650"/>
                    <a:pt x="18677" y="16650"/>
                  </a:cubicBezTo>
                  <a:cubicBezTo>
                    <a:pt x="18594" y="16650"/>
                    <a:pt x="18511" y="16649"/>
                    <a:pt x="18428" y="16647"/>
                  </a:cubicBezTo>
                  <a:cubicBezTo>
                    <a:pt x="17127" y="16647"/>
                    <a:pt x="15926" y="16314"/>
                    <a:pt x="14925" y="15780"/>
                  </a:cubicBezTo>
                  <a:lnTo>
                    <a:pt x="14892" y="15780"/>
                  </a:lnTo>
                  <a:lnTo>
                    <a:pt x="14625" y="15646"/>
                  </a:lnTo>
                  <a:cubicBezTo>
                    <a:pt x="14558" y="15613"/>
                    <a:pt x="14425" y="15513"/>
                    <a:pt x="14358" y="15446"/>
                  </a:cubicBezTo>
                  <a:cubicBezTo>
                    <a:pt x="14025" y="15146"/>
                    <a:pt x="13758" y="14813"/>
                    <a:pt x="13424" y="14479"/>
                  </a:cubicBezTo>
                  <a:cubicBezTo>
                    <a:pt x="13291" y="14312"/>
                    <a:pt x="13091" y="14145"/>
                    <a:pt x="12924" y="13979"/>
                  </a:cubicBezTo>
                  <a:lnTo>
                    <a:pt x="12590" y="13712"/>
                  </a:lnTo>
                  <a:cubicBezTo>
                    <a:pt x="12590" y="13678"/>
                    <a:pt x="12524" y="13678"/>
                    <a:pt x="12457" y="13678"/>
                  </a:cubicBezTo>
                  <a:lnTo>
                    <a:pt x="12390" y="13678"/>
                  </a:lnTo>
                  <a:lnTo>
                    <a:pt x="12223" y="13645"/>
                  </a:lnTo>
                  <a:cubicBezTo>
                    <a:pt x="11723" y="13545"/>
                    <a:pt x="11223" y="13545"/>
                    <a:pt x="10756" y="13545"/>
                  </a:cubicBezTo>
                  <a:cubicBezTo>
                    <a:pt x="10255" y="13545"/>
                    <a:pt x="9788" y="13545"/>
                    <a:pt x="9388" y="13445"/>
                  </a:cubicBezTo>
                  <a:lnTo>
                    <a:pt x="9355" y="13445"/>
                  </a:lnTo>
                  <a:lnTo>
                    <a:pt x="9254" y="13378"/>
                  </a:lnTo>
                  <a:lnTo>
                    <a:pt x="9088" y="13311"/>
                  </a:lnTo>
                  <a:lnTo>
                    <a:pt x="8754" y="13145"/>
                  </a:lnTo>
                  <a:cubicBezTo>
                    <a:pt x="8554" y="13045"/>
                    <a:pt x="8387" y="12945"/>
                    <a:pt x="8187" y="12811"/>
                  </a:cubicBezTo>
                  <a:cubicBezTo>
                    <a:pt x="8087" y="12778"/>
                    <a:pt x="7954" y="12711"/>
                    <a:pt x="7887" y="12644"/>
                  </a:cubicBezTo>
                  <a:lnTo>
                    <a:pt x="7620" y="12444"/>
                  </a:lnTo>
                  <a:cubicBezTo>
                    <a:pt x="7453" y="12311"/>
                    <a:pt x="7286" y="12144"/>
                    <a:pt x="7120" y="11977"/>
                  </a:cubicBezTo>
                  <a:cubicBezTo>
                    <a:pt x="6786" y="11644"/>
                    <a:pt x="6519" y="11310"/>
                    <a:pt x="6186" y="10976"/>
                  </a:cubicBezTo>
                  <a:cubicBezTo>
                    <a:pt x="5852" y="10643"/>
                    <a:pt x="5518" y="10309"/>
                    <a:pt x="5185" y="10042"/>
                  </a:cubicBezTo>
                  <a:cubicBezTo>
                    <a:pt x="5018" y="9876"/>
                    <a:pt x="4851" y="9776"/>
                    <a:pt x="4685" y="9642"/>
                  </a:cubicBezTo>
                  <a:cubicBezTo>
                    <a:pt x="4518" y="9509"/>
                    <a:pt x="4351" y="9375"/>
                    <a:pt x="4117" y="9309"/>
                  </a:cubicBezTo>
                  <a:cubicBezTo>
                    <a:pt x="3751" y="9142"/>
                    <a:pt x="3384" y="9008"/>
                    <a:pt x="3017" y="8875"/>
                  </a:cubicBezTo>
                  <a:cubicBezTo>
                    <a:pt x="2283" y="8708"/>
                    <a:pt x="1582" y="8675"/>
                    <a:pt x="1215" y="8308"/>
                  </a:cubicBezTo>
                  <a:cubicBezTo>
                    <a:pt x="1015" y="8108"/>
                    <a:pt x="882" y="7874"/>
                    <a:pt x="782" y="7674"/>
                  </a:cubicBezTo>
                  <a:cubicBezTo>
                    <a:pt x="715" y="7474"/>
                    <a:pt x="615" y="7274"/>
                    <a:pt x="582" y="7107"/>
                  </a:cubicBezTo>
                  <a:cubicBezTo>
                    <a:pt x="515" y="6707"/>
                    <a:pt x="448" y="6473"/>
                    <a:pt x="415" y="6340"/>
                  </a:cubicBezTo>
                  <a:cubicBezTo>
                    <a:pt x="248" y="5706"/>
                    <a:pt x="281" y="5139"/>
                    <a:pt x="381" y="4639"/>
                  </a:cubicBezTo>
                  <a:cubicBezTo>
                    <a:pt x="448" y="4138"/>
                    <a:pt x="548" y="3671"/>
                    <a:pt x="615" y="3271"/>
                  </a:cubicBezTo>
                  <a:cubicBezTo>
                    <a:pt x="748" y="2437"/>
                    <a:pt x="748" y="1803"/>
                    <a:pt x="682" y="1336"/>
                  </a:cubicBezTo>
                  <a:cubicBezTo>
                    <a:pt x="615" y="1136"/>
                    <a:pt x="582" y="969"/>
                    <a:pt x="548" y="802"/>
                  </a:cubicBezTo>
                  <a:cubicBezTo>
                    <a:pt x="515" y="669"/>
                    <a:pt x="448" y="536"/>
                    <a:pt x="415" y="469"/>
                  </a:cubicBezTo>
                  <a:cubicBezTo>
                    <a:pt x="381" y="302"/>
                    <a:pt x="348" y="269"/>
                    <a:pt x="348" y="269"/>
                  </a:cubicBezTo>
                  <a:cubicBezTo>
                    <a:pt x="233" y="82"/>
                    <a:pt x="136" y="0"/>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4" name="Google Shape;624;p5"/>
            <p:cNvSpPr/>
            <p:nvPr/>
          </p:nvSpPr>
          <p:spPr>
            <a:xfrm>
              <a:off x="9389648" y="991722"/>
              <a:ext cx="1574329" cy="3117792"/>
            </a:xfrm>
            <a:custGeom>
              <a:avLst/>
              <a:gdLst/>
              <a:ahLst/>
              <a:cxnLst/>
              <a:rect l="l" t="t" r="r" b="b"/>
              <a:pathLst>
                <a:path w="69877" h="138384" extrusionOk="0">
                  <a:moveTo>
                    <a:pt x="14034" y="0"/>
                  </a:moveTo>
                  <a:cubicBezTo>
                    <a:pt x="13967" y="0"/>
                    <a:pt x="13860" y="484"/>
                    <a:pt x="13777" y="1460"/>
                  </a:cubicBezTo>
                  <a:cubicBezTo>
                    <a:pt x="13777" y="1460"/>
                    <a:pt x="13744" y="1560"/>
                    <a:pt x="13710" y="1860"/>
                  </a:cubicBezTo>
                  <a:cubicBezTo>
                    <a:pt x="13677" y="2027"/>
                    <a:pt x="13610" y="2194"/>
                    <a:pt x="13577" y="2461"/>
                  </a:cubicBezTo>
                  <a:cubicBezTo>
                    <a:pt x="13510" y="2661"/>
                    <a:pt x="13410" y="2961"/>
                    <a:pt x="13343" y="3228"/>
                  </a:cubicBezTo>
                  <a:cubicBezTo>
                    <a:pt x="13110" y="3862"/>
                    <a:pt x="12776" y="4629"/>
                    <a:pt x="12176" y="5396"/>
                  </a:cubicBezTo>
                  <a:cubicBezTo>
                    <a:pt x="11542" y="6197"/>
                    <a:pt x="10575" y="6997"/>
                    <a:pt x="9374" y="7831"/>
                  </a:cubicBezTo>
                  <a:cubicBezTo>
                    <a:pt x="8206" y="8665"/>
                    <a:pt x="6772" y="9699"/>
                    <a:pt x="5671" y="11334"/>
                  </a:cubicBezTo>
                  <a:cubicBezTo>
                    <a:pt x="5404" y="11734"/>
                    <a:pt x="5071" y="12134"/>
                    <a:pt x="4904" y="12668"/>
                  </a:cubicBezTo>
                  <a:cubicBezTo>
                    <a:pt x="4737" y="13168"/>
                    <a:pt x="4737" y="13735"/>
                    <a:pt x="4770" y="14302"/>
                  </a:cubicBezTo>
                  <a:cubicBezTo>
                    <a:pt x="4904" y="15403"/>
                    <a:pt x="5237" y="16537"/>
                    <a:pt x="5438" y="17705"/>
                  </a:cubicBezTo>
                  <a:cubicBezTo>
                    <a:pt x="5571" y="18339"/>
                    <a:pt x="5604" y="18906"/>
                    <a:pt x="5504" y="19540"/>
                  </a:cubicBezTo>
                  <a:cubicBezTo>
                    <a:pt x="5404" y="20173"/>
                    <a:pt x="5037" y="20674"/>
                    <a:pt x="4537" y="21141"/>
                  </a:cubicBezTo>
                  <a:cubicBezTo>
                    <a:pt x="3570" y="22008"/>
                    <a:pt x="2235" y="22575"/>
                    <a:pt x="1068" y="23576"/>
                  </a:cubicBezTo>
                  <a:cubicBezTo>
                    <a:pt x="768" y="23843"/>
                    <a:pt x="534" y="24176"/>
                    <a:pt x="334" y="24510"/>
                  </a:cubicBezTo>
                  <a:lnTo>
                    <a:pt x="201" y="24810"/>
                  </a:lnTo>
                  <a:cubicBezTo>
                    <a:pt x="167" y="24877"/>
                    <a:pt x="167" y="25010"/>
                    <a:pt x="100" y="25077"/>
                  </a:cubicBezTo>
                  <a:cubicBezTo>
                    <a:pt x="34" y="25310"/>
                    <a:pt x="34" y="25510"/>
                    <a:pt x="34" y="25711"/>
                  </a:cubicBezTo>
                  <a:cubicBezTo>
                    <a:pt x="0" y="26545"/>
                    <a:pt x="334" y="27345"/>
                    <a:pt x="668" y="28079"/>
                  </a:cubicBezTo>
                  <a:cubicBezTo>
                    <a:pt x="1001" y="28846"/>
                    <a:pt x="1435" y="29547"/>
                    <a:pt x="1835" y="30314"/>
                  </a:cubicBezTo>
                  <a:cubicBezTo>
                    <a:pt x="2235" y="31048"/>
                    <a:pt x="2569" y="31882"/>
                    <a:pt x="2569" y="32716"/>
                  </a:cubicBezTo>
                  <a:cubicBezTo>
                    <a:pt x="2602" y="33316"/>
                    <a:pt x="2502" y="34250"/>
                    <a:pt x="1902" y="35484"/>
                  </a:cubicBezTo>
                  <a:cubicBezTo>
                    <a:pt x="1668" y="36051"/>
                    <a:pt x="1268" y="36718"/>
                    <a:pt x="934" y="37486"/>
                  </a:cubicBezTo>
                  <a:cubicBezTo>
                    <a:pt x="601" y="38220"/>
                    <a:pt x="201" y="39087"/>
                    <a:pt x="234" y="40154"/>
                  </a:cubicBezTo>
                  <a:cubicBezTo>
                    <a:pt x="334" y="40688"/>
                    <a:pt x="534" y="41155"/>
                    <a:pt x="668" y="41655"/>
                  </a:cubicBezTo>
                  <a:cubicBezTo>
                    <a:pt x="768" y="42156"/>
                    <a:pt x="934" y="42656"/>
                    <a:pt x="1168" y="43156"/>
                  </a:cubicBezTo>
                  <a:cubicBezTo>
                    <a:pt x="1368" y="43657"/>
                    <a:pt x="1535" y="44191"/>
                    <a:pt x="1768" y="44691"/>
                  </a:cubicBezTo>
                  <a:cubicBezTo>
                    <a:pt x="2035" y="45191"/>
                    <a:pt x="2269" y="45725"/>
                    <a:pt x="2569" y="46259"/>
                  </a:cubicBezTo>
                  <a:cubicBezTo>
                    <a:pt x="3703" y="48394"/>
                    <a:pt x="5371" y="50495"/>
                    <a:pt x="7539" y="52196"/>
                  </a:cubicBezTo>
                  <a:cubicBezTo>
                    <a:pt x="8673" y="53030"/>
                    <a:pt x="9841" y="53764"/>
                    <a:pt x="11175" y="54364"/>
                  </a:cubicBezTo>
                  <a:cubicBezTo>
                    <a:pt x="12509" y="54932"/>
                    <a:pt x="13877" y="55432"/>
                    <a:pt x="15345" y="55732"/>
                  </a:cubicBezTo>
                  <a:cubicBezTo>
                    <a:pt x="15678" y="55832"/>
                    <a:pt x="16045" y="55866"/>
                    <a:pt x="16412" y="55932"/>
                  </a:cubicBezTo>
                  <a:cubicBezTo>
                    <a:pt x="16746" y="55999"/>
                    <a:pt x="17113" y="56066"/>
                    <a:pt x="17513" y="56099"/>
                  </a:cubicBezTo>
                  <a:cubicBezTo>
                    <a:pt x="17880" y="56199"/>
                    <a:pt x="18247" y="56232"/>
                    <a:pt x="18614" y="56266"/>
                  </a:cubicBezTo>
                  <a:cubicBezTo>
                    <a:pt x="19014" y="56333"/>
                    <a:pt x="19381" y="56366"/>
                    <a:pt x="19748" y="56366"/>
                  </a:cubicBezTo>
                  <a:cubicBezTo>
                    <a:pt x="21249" y="56433"/>
                    <a:pt x="22750" y="56533"/>
                    <a:pt x="24218" y="56833"/>
                  </a:cubicBezTo>
                  <a:cubicBezTo>
                    <a:pt x="24918" y="56933"/>
                    <a:pt x="25619" y="57200"/>
                    <a:pt x="26353" y="57433"/>
                  </a:cubicBezTo>
                  <a:cubicBezTo>
                    <a:pt x="27020" y="57734"/>
                    <a:pt x="27720" y="58067"/>
                    <a:pt x="28287" y="58501"/>
                  </a:cubicBezTo>
                  <a:cubicBezTo>
                    <a:pt x="28921" y="58868"/>
                    <a:pt x="29455" y="59368"/>
                    <a:pt x="30022" y="59868"/>
                  </a:cubicBezTo>
                  <a:lnTo>
                    <a:pt x="30856" y="60669"/>
                  </a:lnTo>
                  <a:cubicBezTo>
                    <a:pt x="31123" y="60902"/>
                    <a:pt x="31423" y="61169"/>
                    <a:pt x="31723" y="61369"/>
                  </a:cubicBezTo>
                  <a:cubicBezTo>
                    <a:pt x="32924" y="62270"/>
                    <a:pt x="34225" y="63037"/>
                    <a:pt x="35392" y="63871"/>
                  </a:cubicBezTo>
                  <a:cubicBezTo>
                    <a:pt x="36560" y="64672"/>
                    <a:pt x="37594" y="65673"/>
                    <a:pt x="38194" y="66873"/>
                  </a:cubicBezTo>
                  <a:cubicBezTo>
                    <a:pt x="38561" y="67574"/>
                    <a:pt x="38728" y="68374"/>
                    <a:pt x="38861" y="69175"/>
                  </a:cubicBezTo>
                  <a:cubicBezTo>
                    <a:pt x="38928" y="69942"/>
                    <a:pt x="38928" y="70709"/>
                    <a:pt x="38928" y="71443"/>
                  </a:cubicBezTo>
                  <a:cubicBezTo>
                    <a:pt x="38895" y="72211"/>
                    <a:pt x="38928" y="72911"/>
                    <a:pt x="39028" y="73545"/>
                  </a:cubicBezTo>
                  <a:cubicBezTo>
                    <a:pt x="39095" y="73878"/>
                    <a:pt x="39128" y="74179"/>
                    <a:pt x="39228" y="74412"/>
                  </a:cubicBezTo>
                  <a:cubicBezTo>
                    <a:pt x="39328" y="74712"/>
                    <a:pt x="39395" y="74913"/>
                    <a:pt x="39462" y="75113"/>
                  </a:cubicBezTo>
                  <a:cubicBezTo>
                    <a:pt x="39896" y="76314"/>
                    <a:pt x="40729" y="77281"/>
                    <a:pt x="41263" y="78315"/>
                  </a:cubicBezTo>
                  <a:cubicBezTo>
                    <a:pt x="41563" y="78882"/>
                    <a:pt x="41764" y="79416"/>
                    <a:pt x="41830" y="79983"/>
                  </a:cubicBezTo>
                  <a:cubicBezTo>
                    <a:pt x="41864" y="80550"/>
                    <a:pt x="41730" y="81150"/>
                    <a:pt x="41563" y="81717"/>
                  </a:cubicBezTo>
                  <a:cubicBezTo>
                    <a:pt x="41397" y="82251"/>
                    <a:pt x="41063" y="82751"/>
                    <a:pt x="40629" y="83152"/>
                  </a:cubicBezTo>
                  <a:cubicBezTo>
                    <a:pt x="40229" y="83585"/>
                    <a:pt x="39695" y="83886"/>
                    <a:pt x="39128" y="84119"/>
                  </a:cubicBezTo>
                  <a:cubicBezTo>
                    <a:pt x="38061" y="84586"/>
                    <a:pt x="36827" y="84886"/>
                    <a:pt x="35626" y="85387"/>
                  </a:cubicBezTo>
                  <a:cubicBezTo>
                    <a:pt x="35059" y="85620"/>
                    <a:pt x="34458" y="85954"/>
                    <a:pt x="33958" y="86387"/>
                  </a:cubicBezTo>
                  <a:cubicBezTo>
                    <a:pt x="33724" y="86588"/>
                    <a:pt x="33524" y="86854"/>
                    <a:pt x="33291" y="87088"/>
                  </a:cubicBezTo>
                  <a:cubicBezTo>
                    <a:pt x="33091" y="87321"/>
                    <a:pt x="32891" y="87622"/>
                    <a:pt x="32724" y="87888"/>
                  </a:cubicBezTo>
                  <a:cubicBezTo>
                    <a:pt x="32390" y="88422"/>
                    <a:pt x="32090" y="88989"/>
                    <a:pt x="31923" y="89623"/>
                  </a:cubicBezTo>
                  <a:cubicBezTo>
                    <a:pt x="31723" y="90257"/>
                    <a:pt x="31656" y="90924"/>
                    <a:pt x="31590" y="91558"/>
                  </a:cubicBezTo>
                  <a:cubicBezTo>
                    <a:pt x="31523" y="92825"/>
                    <a:pt x="31623" y="94093"/>
                    <a:pt x="31890" y="95327"/>
                  </a:cubicBezTo>
                  <a:cubicBezTo>
                    <a:pt x="32157" y="96595"/>
                    <a:pt x="32490" y="97796"/>
                    <a:pt x="32857" y="98963"/>
                  </a:cubicBezTo>
                  <a:cubicBezTo>
                    <a:pt x="33591" y="101331"/>
                    <a:pt x="34525" y="103633"/>
                    <a:pt x="35059" y="105968"/>
                  </a:cubicBezTo>
                  <a:cubicBezTo>
                    <a:pt x="35226" y="106568"/>
                    <a:pt x="35326" y="107169"/>
                    <a:pt x="35392" y="107769"/>
                  </a:cubicBezTo>
                  <a:cubicBezTo>
                    <a:pt x="35526" y="108403"/>
                    <a:pt x="35592" y="108970"/>
                    <a:pt x="35726" y="109571"/>
                  </a:cubicBezTo>
                  <a:cubicBezTo>
                    <a:pt x="35926" y="110772"/>
                    <a:pt x="36193" y="111939"/>
                    <a:pt x="36493" y="113073"/>
                  </a:cubicBezTo>
                  <a:cubicBezTo>
                    <a:pt x="37060" y="115375"/>
                    <a:pt x="37861" y="117576"/>
                    <a:pt x="38995" y="119544"/>
                  </a:cubicBezTo>
                  <a:cubicBezTo>
                    <a:pt x="40062" y="121546"/>
                    <a:pt x="41530" y="123247"/>
                    <a:pt x="43098" y="124615"/>
                  </a:cubicBezTo>
                  <a:cubicBezTo>
                    <a:pt x="44699" y="126049"/>
                    <a:pt x="46467" y="127083"/>
                    <a:pt x="48202" y="127984"/>
                  </a:cubicBezTo>
                  <a:cubicBezTo>
                    <a:pt x="49869" y="128951"/>
                    <a:pt x="51604" y="129652"/>
                    <a:pt x="53238" y="130285"/>
                  </a:cubicBezTo>
                  <a:cubicBezTo>
                    <a:pt x="54873" y="130853"/>
                    <a:pt x="56407" y="131420"/>
                    <a:pt x="57875" y="131920"/>
                  </a:cubicBezTo>
                  <a:cubicBezTo>
                    <a:pt x="59276" y="132420"/>
                    <a:pt x="60610" y="132887"/>
                    <a:pt x="61778" y="133354"/>
                  </a:cubicBezTo>
                  <a:cubicBezTo>
                    <a:pt x="64113" y="134322"/>
                    <a:pt x="65881" y="135322"/>
                    <a:pt x="67015" y="136156"/>
                  </a:cubicBezTo>
                  <a:cubicBezTo>
                    <a:pt x="67582" y="136557"/>
                    <a:pt x="67949" y="136924"/>
                    <a:pt x="68249" y="137124"/>
                  </a:cubicBezTo>
                  <a:cubicBezTo>
                    <a:pt x="68416" y="137257"/>
                    <a:pt x="68516" y="137324"/>
                    <a:pt x="68583" y="137391"/>
                  </a:cubicBezTo>
                  <a:lnTo>
                    <a:pt x="68683" y="137457"/>
                  </a:lnTo>
                  <a:cubicBezTo>
                    <a:pt x="69307" y="138066"/>
                    <a:pt x="69681" y="138383"/>
                    <a:pt x="69770" y="138383"/>
                  </a:cubicBezTo>
                  <a:cubicBezTo>
                    <a:pt x="69876" y="138383"/>
                    <a:pt x="69578" y="137933"/>
                    <a:pt x="68816" y="136990"/>
                  </a:cubicBezTo>
                  <a:cubicBezTo>
                    <a:pt x="68816" y="136990"/>
                    <a:pt x="68816" y="136957"/>
                    <a:pt x="68750" y="136924"/>
                  </a:cubicBezTo>
                  <a:cubicBezTo>
                    <a:pt x="68649" y="136890"/>
                    <a:pt x="68549" y="136790"/>
                    <a:pt x="68416" y="136657"/>
                  </a:cubicBezTo>
                  <a:cubicBezTo>
                    <a:pt x="68116" y="136423"/>
                    <a:pt x="67749" y="136056"/>
                    <a:pt x="67148" y="135656"/>
                  </a:cubicBezTo>
                  <a:cubicBezTo>
                    <a:pt x="66048" y="134822"/>
                    <a:pt x="64280" y="133788"/>
                    <a:pt x="61911" y="132821"/>
                  </a:cubicBezTo>
                  <a:cubicBezTo>
                    <a:pt x="60710" y="132320"/>
                    <a:pt x="59376" y="131820"/>
                    <a:pt x="57942" y="131320"/>
                  </a:cubicBezTo>
                  <a:cubicBezTo>
                    <a:pt x="56474" y="130819"/>
                    <a:pt x="54940" y="130319"/>
                    <a:pt x="53305" y="129718"/>
                  </a:cubicBezTo>
                  <a:cubicBezTo>
                    <a:pt x="51704" y="129085"/>
                    <a:pt x="49969" y="128384"/>
                    <a:pt x="48302" y="127417"/>
                  </a:cubicBezTo>
                  <a:cubicBezTo>
                    <a:pt x="46600" y="126483"/>
                    <a:pt x="44899" y="125449"/>
                    <a:pt x="43298" y="124081"/>
                  </a:cubicBezTo>
                  <a:cubicBezTo>
                    <a:pt x="41730" y="122713"/>
                    <a:pt x="40363" y="121046"/>
                    <a:pt x="39262" y="119077"/>
                  </a:cubicBezTo>
                  <a:cubicBezTo>
                    <a:pt x="38194" y="117109"/>
                    <a:pt x="37394" y="114941"/>
                    <a:pt x="36793" y="112706"/>
                  </a:cubicBezTo>
                  <a:cubicBezTo>
                    <a:pt x="36526" y="111572"/>
                    <a:pt x="36260" y="110405"/>
                    <a:pt x="36059" y="109237"/>
                  </a:cubicBezTo>
                  <a:cubicBezTo>
                    <a:pt x="35959" y="108637"/>
                    <a:pt x="35859" y="108070"/>
                    <a:pt x="35759" y="107469"/>
                  </a:cubicBezTo>
                  <a:cubicBezTo>
                    <a:pt x="35626" y="106902"/>
                    <a:pt x="35559" y="106302"/>
                    <a:pt x="35426" y="105701"/>
                  </a:cubicBezTo>
                  <a:cubicBezTo>
                    <a:pt x="34859" y="103299"/>
                    <a:pt x="33925" y="101031"/>
                    <a:pt x="33224" y="98629"/>
                  </a:cubicBezTo>
                  <a:cubicBezTo>
                    <a:pt x="32891" y="97462"/>
                    <a:pt x="32557" y="96261"/>
                    <a:pt x="32290" y="95060"/>
                  </a:cubicBezTo>
                  <a:cubicBezTo>
                    <a:pt x="32090" y="93859"/>
                    <a:pt x="31923" y="92592"/>
                    <a:pt x="32023" y="91391"/>
                  </a:cubicBezTo>
                  <a:cubicBezTo>
                    <a:pt x="32057" y="90791"/>
                    <a:pt x="32123" y="90190"/>
                    <a:pt x="32290" y="89590"/>
                  </a:cubicBezTo>
                  <a:cubicBezTo>
                    <a:pt x="32457" y="89023"/>
                    <a:pt x="32724" y="88422"/>
                    <a:pt x="33057" y="87922"/>
                  </a:cubicBezTo>
                  <a:cubicBezTo>
                    <a:pt x="33224" y="87688"/>
                    <a:pt x="33391" y="87421"/>
                    <a:pt x="33591" y="87221"/>
                  </a:cubicBezTo>
                  <a:cubicBezTo>
                    <a:pt x="33758" y="87021"/>
                    <a:pt x="34025" y="86788"/>
                    <a:pt x="34225" y="86588"/>
                  </a:cubicBezTo>
                  <a:cubicBezTo>
                    <a:pt x="34692" y="86221"/>
                    <a:pt x="35226" y="85920"/>
                    <a:pt x="35759" y="85687"/>
                  </a:cubicBezTo>
                  <a:cubicBezTo>
                    <a:pt x="36893" y="85220"/>
                    <a:pt x="38128" y="84920"/>
                    <a:pt x="39295" y="84419"/>
                  </a:cubicBezTo>
                  <a:cubicBezTo>
                    <a:pt x="39896" y="84186"/>
                    <a:pt x="40429" y="83852"/>
                    <a:pt x="40930" y="83385"/>
                  </a:cubicBezTo>
                  <a:cubicBezTo>
                    <a:pt x="41397" y="82952"/>
                    <a:pt x="41764" y="82385"/>
                    <a:pt x="41964" y="81751"/>
                  </a:cubicBezTo>
                  <a:cubicBezTo>
                    <a:pt x="42064" y="81417"/>
                    <a:pt x="42130" y="81117"/>
                    <a:pt x="42197" y="80783"/>
                  </a:cubicBezTo>
                  <a:cubicBezTo>
                    <a:pt x="42231" y="80517"/>
                    <a:pt x="42264" y="80183"/>
                    <a:pt x="42231" y="79849"/>
                  </a:cubicBezTo>
                  <a:cubicBezTo>
                    <a:pt x="42197" y="79182"/>
                    <a:pt x="41930" y="78548"/>
                    <a:pt x="41630" y="78015"/>
                  </a:cubicBezTo>
                  <a:cubicBezTo>
                    <a:pt x="41063" y="76914"/>
                    <a:pt x="40262" y="75947"/>
                    <a:pt x="39896" y="74879"/>
                  </a:cubicBezTo>
                  <a:cubicBezTo>
                    <a:pt x="39862" y="74712"/>
                    <a:pt x="39762" y="74512"/>
                    <a:pt x="39695" y="74245"/>
                  </a:cubicBezTo>
                  <a:cubicBezTo>
                    <a:pt x="39629" y="74012"/>
                    <a:pt x="39595" y="73745"/>
                    <a:pt x="39529" y="73445"/>
                  </a:cubicBezTo>
                  <a:cubicBezTo>
                    <a:pt x="39429" y="72878"/>
                    <a:pt x="39395" y="72211"/>
                    <a:pt x="39429" y="71443"/>
                  </a:cubicBezTo>
                  <a:cubicBezTo>
                    <a:pt x="39462" y="69942"/>
                    <a:pt x="39395" y="68174"/>
                    <a:pt x="38628" y="66607"/>
                  </a:cubicBezTo>
                  <a:cubicBezTo>
                    <a:pt x="38028" y="65272"/>
                    <a:pt x="36893" y="64238"/>
                    <a:pt x="35693" y="63404"/>
                  </a:cubicBezTo>
                  <a:cubicBezTo>
                    <a:pt x="34525" y="62570"/>
                    <a:pt x="33224" y="61836"/>
                    <a:pt x="32057" y="60936"/>
                  </a:cubicBezTo>
                  <a:cubicBezTo>
                    <a:pt x="31723" y="60702"/>
                    <a:pt x="31456" y="60502"/>
                    <a:pt x="31189" y="60235"/>
                  </a:cubicBezTo>
                  <a:lnTo>
                    <a:pt x="30355" y="59501"/>
                  </a:lnTo>
                  <a:cubicBezTo>
                    <a:pt x="29788" y="58934"/>
                    <a:pt x="29221" y="58434"/>
                    <a:pt x="28554" y="58034"/>
                  </a:cubicBezTo>
                  <a:cubicBezTo>
                    <a:pt x="27920" y="57567"/>
                    <a:pt x="27220" y="57233"/>
                    <a:pt x="26519" y="56933"/>
                  </a:cubicBezTo>
                  <a:cubicBezTo>
                    <a:pt x="25785" y="56666"/>
                    <a:pt x="25052" y="56433"/>
                    <a:pt x="24284" y="56266"/>
                  </a:cubicBezTo>
                  <a:cubicBezTo>
                    <a:pt x="22783" y="55932"/>
                    <a:pt x="21282" y="55899"/>
                    <a:pt x="19781" y="55832"/>
                  </a:cubicBezTo>
                  <a:cubicBezTo>
                    <a:pt x="19414" y="55832"/>
                    <a:pt x="19047" y="55765"/>
                    <a:pt x="18680" y="55732"/>
                  </a:cubicBezTo>
                  <a:cubicBezTo>
                    <a:pt x="18347" y="55699"/>
                    <a:pt x="17947" y="55665"/>
                    <a:pt x="17580" y="55599"/>
                  </a:cubicBezTo>
                  <a:cubicBezTo>
                    <a:pt x="17213" y="55565"/>
                    <a:pt x="16879" y="55532"/>
                    <a:pt x="16512" y="55432"/>
                  </a:cubicBezTo>
                  <a:cubicBezTo>
                    <a:pt x="16112" y="55365"/>
                    <a:pt x="15745" y="55332"/>
                    <a:pt x="15411" y="55232"/>
                  </a:cubicBezTo>
                  <a:cubicBezTo>
                    <a:pt x="14010" y="54932"/>
                    <a:pt x="12609" y="54431"/>
                    <a:pt x="11342" y="53897"/>
                  </a:cubicBezTo>
                  <a:cubicBezTo>
                    <a:pt x="10041" y="53364"/>
                    <a:pt x="8873" y="52597"/>
                    <a:pt x="7773" y="51829"/>
                  </a:cubicBezTo>
                  <a:cubicBezTo>
                    <a:pt x="5671" y="50161"/>
                    <a:pt x="4037" y="48093"/>
                    <a:pt x="2902" y="46025"/>
                  </a:cubicBezTo>
                  <a:cubicBezTo>
                    <a:pt x="2602" y="45525"/>
                    <a:pt x="2369" y="44991"/>
                    <a:pt x="2102" y="44491"/>
                  </a:cubicBezTo>
                  <a:cubicBezTo>
                    <a:pt x="1868" y="43990"/>
                    <a:pt x="1702" y="43423"/>
                    <a:pt x="1501" y="42923"/>
                  </a:cubicBezTo>
                  <a:cubicBezTo>
                    <a:pt x="1268" y="42423"/>
                    <a:pt x="1168" y="41922"/>
                    <a:pt x="1001" y="41422"/>
                  </a:cubicBezTo>
                  <a:cubicBezTo>
                    <a:pt x="868" y="40988"/>
                    <a:pt x="668" y="40488"/>
                    <a:pt x="601" y="40054"/>
                  </a:cubicBezTo>
                  <a:cubicBezTo>
                    <a:pt x="567" y="39187"/>
                    <a:pt x="934" y="38353"/>
                    <a:pt x="1268" y="37586"/>
                  </a:cubicBezTo>
                  <a:cubicBezTo>
                    <a:pt x="1602" y="36852"/>
                    <a:pt x="1935" y="36185"/>
                    <a:pt x="2235" y="35551"/>
                  </a:cubicBezTo>
                  <a:cubicBezTo>
                    <a:pt x="2836" y="34350"/>
                    <a:pt x="3003" y="33316"/>
                    <a:pt x="2902" y="32649"/>
                  </a:cubicBezTo>
                  <a:cubicBezTo>
                    <a:pt x="2869" y="31715"/>
                    <a:pt x="2502" y="30848"/>
                    <a:pt x="2102" y="30080"/>
                  </a:cubicBezTo>
                  <a:cubicBezTo>
                    <a:pt x="1735" y="29347"/>
                    <a:pt x="1268" y="28579"/>
                    <a:pt x="934" y="27879"/>
                  </a:cubicBezTo>
                  <a:cubicBezTo>
                    <a:pt x="601" y="27178"/>
                    <a:pt x="334" y="26411"/>
                    <a:pt x="367" y="25677"/>
                  </a:cubicBezTo>
                  <a:cubicBezTo>
                    <a:pt x="401" y="25510"/>
                    <a:pt x="401" y="25310"/>
                    <a:pt x="434" y="25144"/>
                  </a:cubicBezTo>
                  <a:cubicBezTo>
                    <a:pt x="501" y="25043"/>
                    <a:pt x="501" y="24977"/>
                    <a:pt x="534" y="24877"/>
                  </a:cubicBezTo>
                  <a:lnTo>
                    <a:pt x="668" y="24643"/>
                  </a:lnTo>
                  <a:cubicBezTo>
                    <a:pt x="834" y="24310"/>
                    <a:pt x="1068" y="24043"/>
                    <a:pt x="1335" y="23809"/>
                  </a:cubicBezTo>
                  <a:cubicBezTo>
                    <a:pt x="2402" y="22842"/>
                    <a:pt x="3736" y="22241"/>
                    <a:pt x="4770" y="21341"/>
                  </a:cubicBezTo>
                  <a:cubicBezTo>
                    <a:pt x="5037" y="21074"/>
                    <a:pt x="5237" y="20840"/>
                    <a:pt x="5471" y="20540"/>
                  </a:cubicBezTo>
                  <a:cubicBezTo>
                    <a:pt x="5538" y="20407"/>
                    <a:pt x="5638" y="20240"/>
                    <a:pt x="5704" y="20073"/>
                  </a:cubicBezTo>
                  <a:lnTo>
                    <a:pt x="5838" y="19573"/>
                  </a:lnTo>
                  <a:cubicBezTo>
                    <a:pt x="5971" y="18906"/>
                    <a:pt x="5871" y="18305"/>
                    <a:pt x="5805" y="17672"/>
                  </a:cubicBezTo>
                  <a:cubicBezTo>
                    <a:pt x="5571" y="16471"/>
                    <a:pt x="5237" y="15370"/>
                    <a:pt x="5137" y="14302"/>
                  </a:cubicBezTo>
                  <a:cubicBezTo>
                    <a:pt x="5037" y="13802"/>
                    <a:pt x="5037" y="13235"/>
                    <a:pt x="5204" y="12801"/>
                  </a:cubicBezTo>
                  <a:cubicBezTo>
                    <a:pt x="5338" y="12334"/>
                    <a:pt x="5671" y="11967"/>
                    <a:pt x="5905" y="11534"/>
                  </a:cubicBezTo>
                  <a:cubicBezTo>
                    <a:pt x="7005" y="9966"/>
                    <a:pt x="8373" y="8965"/>
                    <a:pt x="9541" y="8065"/>
                  </a:cubicBezTo>
                  <a:cubicBezTo>
                    <a:pt x="10741" y="7231"/>
                    <a:pt x="11742" y="6464"/>
                    <a:pt x="12376" y="5630"/>
                  </a:cubicBezTo>
                  <a:cubicBezTo>
                    <a:pt x="13043" y="4796"/>
                    <a:pt x="13377" y="3995"/>
                    <a:pt x="13577" y="3361"/>
                  </a:cubicBezTo>
                  <a:cubicBezTo>
                    <a:pt x="13677" y="3028"/>
                    <a:pt x="13777" y="2794"/>
                    <a:pt x="13844" y="2527"/>
                  </a:cubicBezTo>
                  <a:cubicBezTo>
                    <a:pt x="13910" y="2294"/>
                    <a:pt x="13910" y="2127"/>
                    <a:pt x="13944" y="1960"/>
                  </a:cubicBezTo>
                  <a:cubicBezTo>
                    <a:pt x="14010" y="1627"/>
                    <a:pt x="14044" y="1493"/>
                    <a:pt x="14044" y="1493"/>
                  </a:cubicBezTo>
                  <a:cubicBezTo>
                    <a:pt x="14128" y="501"/>
                    <a:pt x="14102" y="0"/>
                    <a:pt x="140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5" name="Google Shape;625;p5"/>
            <p:cNvSpPr/>
            <p:nvPr/>
          </p:nvSpPr>
          <p:spPr>
            <a:xfrm>
              <a:off x="9719578" y="1544473"/>
              <a:ext cx="415679" cy="246140"/>
            </a:xfrm>
            <a:custGeom>
              <a:avLst/>
              <a:gdLst/>
              <a:ahLst/>
              <a:cxnLst/>
              <a:rect l="l" t="t" r="r" b="b"/>
              <a:pathLst>
                <a:path w="18450" h="10925" extrusionOk="0">
                  <a:moveTo>
                    <a:pt x="6115" y="0"/>
                  </a:moveTo>
                  <a:cubicBezTo>
                    <a:pt x="6078" y="0"/>
                    <a:pt x="6041" y="3"/>
                    <a:pt x="6004" y="9"/>
                  </a:cubicBezTo>
                  <a:lnTo>
                    <a:pt x="5671" y="9"/>
                  </a:lnTo>
                  <a:lnTo>
                    <a:pt x="5371" y="42"/>
                  </a:lnTo>
                  <a:cubicBezTo>
                    <a:pt x="5171" y="109"/>
                    <a:pt x="4937" y="143"/>
                    <a:pt x="4770" y="209"/>
                  </a:cubicBezTo>
                  <a:cubicBezTo>
                    <a:pt x="4603" y="276"/>
                    <a:pt x="4403" y="343"/>
                    <a:pt x="4237" y="443"/>
                  </a:cubicBezTo>
                  <a:cubicBezTo>
                    <a:pt x="4070" y="476"/>
                    <a:pt x="3903" y="610"/>
                    <a:pt x="3736" y="710"/>
                  </a:cubicBezTo>
                  <a:cubicBezTo>
                    <a:pt x="3569" y="810"/>
                    <a:pt x="3436" y="976"/>
                    <a:pt x="3336" y="1110"/>
                  </a:cubicBezTo>
                  <a:cubicBezTo>
                    <a:pt x="3202" y="1210"/>
                    <a:pt x="3069" y="1343"/>
                    <a:pt x="3002" y="1510"/>
                  </a:cubicBezTo>
                  <a:cubicBezTo>
                    <a:pt x="2602" y="2111"/>
                    <a:pt x="2335" y="2678"/>
                    <a:pt x="2068" y="3178"/>
                  </a:cubicBezTo>
                  <a:cubicBezTo>
                    <a:pt x="1835" y="3678"/>
                    <a:pt x="1568" y="4045"/>
                    <a:pt x="1268" y="4346"/>
                  </a:cubicBezTo>
                  <a:cubicBezTo>
                    <a:pt x="1201" y="4379"/>
                    <a:pt x="1168" y="4479"/>
                    <a:pt x="1068" y="4512"/>
                  </a:cubicBezTo>
                  <a:cubicBezTo>
                    <a:pt x="1001" y="4546"/>
                    <a:pt x="934" y="4612"/>
                    <a:pt x="867" y="4646"/>
                  </a:cubicBezTo>
                  <a:cubicBezTo>
                    <a:pt x="734" y="4712"/>
                    <a:pt x="601" y="4779"/>
                    <a:pt x="534" y="4813"/>
                  </a:cubicBezTo>
                  <a:cubicBezTo>
                    <a:pt x="334" y="4879"/>
                    <a:pt x="200" y="4879"/>
                    <a:pt x="200" y="4879"/>
                  </a:cubicBezTo>
                  <a:cubicBezTo>
                    <a:pt x="9" y="4943"/>
                    <a:pt x="1" y="5282"/>
                    <a:pt x="234" y="5282"/>
                  </a:cubicBezTo>
                  <a:cubicBezTo>
                    <a:pt x="244" y="5282"/>
                    <a:pt x="256" y="5281"/>
                    <a:pt x="267" y="5280"/>
                  </a:cubicBezTo>
                  <a:cubicBezTo>
                    <a:pt x="267" y="5280"/>
                    <a:pt x="400" y="5280"/>
                    <a:pt x="667" y="5179"/>
                  </a:cubicBezTo>
                  <a:cubicBezTo>
                    <a:pt x="767" y="5146"/>
                    <a:pt x="901" y="5146"/>
                    <a:pt x="1068" y="5013"/>
                  </a:cubicBezTo>
                  <a:cubicBezTo>
                    <a:pt x="1168" y="4979"/>
                    <a:pt x="1234" y="4879"/>
                    <a:pt x="1334" y="4846"/>
                  </a:cubicBezTo>
                  <a:cubicBezTo>
                    <a:pt x="1401" y="4779"/>
                    <a:pt x="1501" y="4712"/>
                    <a:pt x="1568" y="4646"/>
                  </a:cubicBezTo>
                  <a:cubicBezTo>
                    <a:pt x="1902" y="4346"/>
                    <a:pt x="2202" y="3879"/>
                    <a:pt x="2502" y="3378"/>
                  </a:cubicBezTo>
                  <a:cubicBezTo>
                    <a:pt x="2769" y="2878"/>
                    <a:pt x="3069" y="2311"/>
                    <a:pt x="3436" y="1810"/>
                  </a:cubicBezTo>
                  <a:cubicBezTo>
                    <a:pt x="3536" y="1677"/>
                    <a:pt x="3669" y="1544"/>
                    <a:pt x="3736" y="1443"/>
                  </a:cubicBezTo>
                  <a:cubicBezTo>
                    <a:pt x="3870" y="1343"/>
                    <a:pt x="4003" y="1210"/>
                    <a:pt x="4103" y="1143"/>
                  </a:cubicBezTo>
                  <a:cubicBezTo>
                    <a:pt x="4237" y="1043"/>
                    <a:pt x="4370" y="943"/>
                    <a:pt x="4537" y="876"/>
                  </a:cubicBezTo>
                  <a:cubicBezTo>
                    <a:pt x="4670" y="843"/>
                    <a:pt x="4837" y="776"/>
                    <a:pt x="5004" y="710"/>
                  </a:cubicBezTo>
                  <a:cubicBezTo>
                    <a:pt x="5319" y="615"/>
                    <a:pt x="5641" y="550"/>
                    <a:pt x="5942" y="550"/>
                  </a:cubicBezTo>
                  <a:cubicBezTo>
                    <a:pt x="6280" y="550"/>
                    <a:pt x="6592" y="632"/>
                    <a:pt x="6838" y="843"/>
                  </a:cubicBezTo>
                  <a:cubicBezTo>
                    <a:pt x="7072" y="1043"/>
                    <a:pt x="7239" y="1343"/>
                    <a:pt x="7405" y="1644"/>
                  </a:cubicBezTo>
                  <a:cubicBezTo>
                    <a:pt x="7572" y="1944"/>
                    <a:pt x="7706" y="2277"/>
                    <a:pt x="7872" y="2611"/>
                  </a:cubicBezTo>
                  <a:cubicBezTo>
                    <a:pt x="8206" y="3211"/>
                    <a:pt x="8573" y="3945"/>
                    <a:pt x="9173" y="4379"/>
                  </a:cubicBezTo>
                  <a:cubicBezTo>
                    <a:pt x="9407" y="4646"/>
                    <a:pt x="9774" y="4813"/>
                    <a:pt x="10174" y="4946"/>
                  </a:cubicBezTo>
                  <a:cubicBezTo>
                    <a:pt x="10443" y="4995"/>
                    <a:pt x="10729" y="5026"/>
                    <a:pt x="11034" y="5026"/>
                  </a:cubicBezTo>
                  <a:cubicBezTo>
                    <a:pt x="11145" y="5026"/>
                    <a:pt x="11259" y="5022"/>
                    <a:pt x="11375" y="5013"/>
                  </a:cubicBezTo>
                  <a:cubicBezTo>
                    <a:pt x="12176" y="4946"/>
                    <a:pt x="12909" y="4612"/>
                    <a:pt x="13543" y="4546"/>
                  </a:cubicBezTo>
                  <a:cubicBezTo>
                    <a:pt x="13877" y="4546"/>
                    <a:pt x="14110" y="4646"/>
                    <a:pt x="14344" y="4846"/>
                  </a:cubicBezTo>
                  <a:cubicBezTo>
                    <a:pt x="14577" y="5046"/>
                    <a:pt x="14744" y="5346"/>
                    <a:pt x="14877" y="5680"/>
                  </a:cubicBezTo>
                  <a:cubicBezTo>
                    <a:pt x="15011" y="6013"/>
                    <a:pt x="15111" y="6347"/>
                    <a:pt x="15211" y="6681"/>
                  </a:cubicBezTo>
                  <a:cubicBezTo>
                    <a:pt x="15278" y="6981"/>
                    <a:pt x="15344" y="7314"/>
                    <a:pt x="15378" y="7648"/>
                  </a:cubicBezTo>
                  <a:cubicBezTo>
                    <a:pt x="15445" y="8315"/>
                    <a:pt x="15545" y="8949"/>
                    <a:pt x="15745" y="9516"/>
                  </a:cubicBezTo>
                  <a:cubicBezTo>
                    <a:pt x="15912" y="10083"/>
                    <a:pt x="16245" y="10617"/>
                    <a:pt x="16745" y="10817"/>
                  </a:cubicBezTo>
                  <a:cubicBezTo>
                    <a:pt x="16950" y="10899"/>
                    <a:pt x="17132" y="10925"/>
                    <a:pt x="17294" y="10925"/>
                  </a:cubicBezTo>
                  <a:cubicBezTo>
                    <a:pt x="17529" y="10925"/>
                    <a:pt x="17722" y="10870"/>
                    <a:pt x="17880" y="10850"/>
                  </a:cubicBezTo>
                  <a:lnTo>
                    <a:pt x="18247" y="10717"/>
                  </a:lnTo>
                  <a:cubicBezTo>
                    <a:pt x="18449" y="10641"/>
                    <a:pt x="18421" y="10449"/>
                    <a:pt x="18279" y="10449"/>
                  </a:cubicBezTo>
                  <a:cubicBezTo>
                    <a:pt x="18234" y="10449"/>
                    <a:pt x="18177" y="10469"/>
                    <a:pt x="18113" y="10517"/>
                  </a:cubicBezTo>
                  <a:cubicBezTo>
                    <a:pt x="18113" y="10517"/>
                    <a:pt x="18013" y="10550"/>
                    <a:pt x="17780" y="10617"/>
                  </a:cubicBezTo>
                  <a:cubicBezTo>
                    <a:pt x="17690" y="10632"/>
                    <a:pt x="17581" y="10647"/>
                    <a:pt x="17457" y="10647"/>
                  </a:cubicBezTo>
                  <a:cubicBezTo>
                    <a:pt x="17304" y="10647"/>
                    <a:pt x="17130" y="10624"/>
                    <a:pt x="16946" y="10550"/>
                  </a:cubicBezTo>
                  <a:cubicBezTo>
                    <a:pt x="16612" y="10450"/>
                    <a:pt x="16379" y="10016"/>
                    <a:pt x="16212" y="9516"/>
                  </a:cubicBezTo>
                  <a:cubicBezTo>
                    <a:pt x="16045" y="9016"/>
                    <a:pt x="16012" y="8382"/>
                    <a:pt x="15912" y="7715"/>
                  </a:cubicBezTo>
                  <a:cubicBezTo>
                    <a:pt x="15878" y="7381"/>
                    <a:pt x="15845" y="7014"/>
                    <a:pt x="15745" y="6647"/>
                  </a:cubicBezTo>
                  <a:cubicBezTo>
                    <a:pt x="15678" y="6280"/>
                    <a:pt x="15578" y="5947"/>
                    <a:pt x="15411" y="5546"/>
                  </a:cubicBezTo>
                  <a:cubicBezTo>
                    <a:pt x="15278" y="5213"/>
                    <a:pt x="15078" y="4846"/>
                    <a:pt x="14777" y="4512"/>
                  </a:cubicBezTo>
                  <a:cubicBezTo>
                    <a:pt x="14611" y="4379"/>
                    <a:pt x="14410" y="4212"/>
                    <a:pt x="14210" y="4145"/>
                  </a:cubicBezTo>
                  <a:cubicBezTo>
                    <a:pt x="14010" y="4045"/>
                    <a:pt x="13743" y="4012"/>
                    <a:pt x="13543" y="4012"/>
                  </a:cubicBezTo>
                  <a:cubicBezTo>
                    <a:pt x="13110" y="4012"/>
                    <a:pt x="12743" y="4145"/>
                    <a:pt x="12376" y="4212"/>
                  </a:cubicBezTo>
                  <a:cubicBezTo>
                    <a:pt x="12009" y="4312"/>
                    <a:pt x="11675" y="4379"/>
                    <a:pt x="11342" y="4446"/>
                  </a:cubicBezTo>
                  <a:cubicBezTo>
                    <a:pt x="11260" y="4454"/>
                    <a:pt x="11179" y="4458"/>
                    <a:pt x="11099" y="4458"/>
                  </a:cubicBezTo>
                  <a:cubicBezTo>
                    <a:pt x="10549" y="4458"/>
                    <a:pt x="10023" y="4265"/>
                    <a:pt x="9674" y="3945"/>
                  </a:cubicBezTo>
                  <a:cubicBezTo>
                    <a:pt x="9207" y="3545"/>
                    <a:pt x="8873" y="2978"/>
                    <a:pt x="8540" y="2344"/>
                  </a:cubicBezTo>
                  <a:cubicBezTo>
                    <a:pt x="8373" y="2011"/>
                    <a:pt x="8239" y="1677"/>
                    <a:pt x="8039" y="1343"/>
                  </a:cubicBezTo>
                  <a:cubicBezTo>
                    <a:pt x="7839" y="1010"/>
                    <a:pt x="7606" y="676"/>
                    <a:pt x="7239" y="376"/>
                  </a:cubicBezTo>
                  <a:cubicBezTo>
                    <a:pt x="7172" y="343"/>
                    <a:pt x="7072" y="276"/>
                    <a:pt x="6938" y="209"/>
                  </a:cubicBezTo>
                  <a:cubicBezTo>
                    <a:pt x="6872" y="176"/>
                    <a:pt x="6772" y="143"/>
                    <a:pt x="6672" y="109"/>
                  </a:cubicBezTo>
                  <a:cubicBezTo>
                    <a:pt x="6454" y="55"/>
                    <a:pt x="6280" y="0"/>
                    <a:pt x="61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6" name="Google Shape;626;p5"/>
            <p:cNvSpPr/>
            <p:nvPr/>
          </p:nvSpPr>
          <p:spPr>
            <a:xfrm>
              <a:off x="10093846" y="1486504"/>
              <a:ext cx="370483" cy="268670"/>
            </a:xfrm>
            <a:custGeom>
              <a:avLst/>
              <a:gdLst/>
              <a:ahLst/>
              <a:cxnLst/>
              <a:rect l="l" t="t" r="r" b="b"/>
              <a:pathLst>
                <a:path w="16444" h="11925" extrusionOk="0">
                  <a:moveTo>
                    <a:pt x="5749" y="1"/>
                  </a:moveTo>
                  <a:cubicBezTo>
                    <a:pt x="5525" y="1"/>
                    <a:pt x="5304" y="29"/>
                    <a:pt x="5104" y="47"/>
                  </a:cubicBezTo>
                  <a:cubicBezTo>
                    <a:pt x="4904" y="80"/>
                    <a:pt x="4670" y="114"/>
                    <a:pt x="4503" y="147"/>
                  </a:cubicBezTo>
                  <a:cubicBezTo>
                    <a:pt x="4336" y="214"/>
                    <a:pt x="4136" y="314"/>
                    <a:pt x="3970" y="414"/>
                  </a:cubicBezTo>
                  <a:cubicBezTo>
                    <a:pt x="3269" y="848"/>
                    <a:pt x="2902" y="1548"/>
                    <a:pt x="2635" y="2115"/>
                  </a:cubicBezTo>
                  <a:cubicBezTo>
                    <a:pt x="2402" y="2716"/>
                    <a:pt x="2235" y="3283"/>
                    <a:pt x="2001" y="3783"/>
                  </a:cubicBezTo>
                  <a:cubicBezTo>
                    <a:pt x="1801" y="4283"/>
                    <a:pt x="1601" y="4717"/>
                    <a:pt x="1334" y="4950"/>
                  </a:cubicBezTo>
                  <a:cubicBezTo>
                    <a:pt x="1101" y="5217"/>
                    <a:pt x="834" y="5284"/>
                    <a:pt x="634" y="5317"/>
                  </a:cubicBezTo>
                  <a:lnTo>
                    <a:pt x="334" y="5317"/>
                  </a:lnTo>
                  <a:cubicBezTo>
                    <a:pt x="100" y="5317"/>
                    <a:pt x="0" y="5651"/>
                    <a:pt x="300" y="5718"/>
                  </a:cubicBezTo>
                  <a:lnTo>
                    <a:pt x="667" y="5718"/>
                  </a:lnTo>
                  <a:cubicBezTo>
                    <a:pt x="934" y="5718"/>
                    <a:pt x="1301" y="5618"/>
                    <a:pt x="1635" y="5284"/>
                  </a:cubicBezTo>
                  <a:cubicBezTo>
                    <a:pt x="2302" y="4650"/>
                    <a:pt x="2602" y="3483"/>
                    <a:pt x="3102" y="2382"/>
                  </a:cubicBezTo>
                  <a:cubicBezTo>
                    <a:pt x="3336" y="1782"/>
                    <a:pt x="3669" y="1248"/>
                    <a:pt x="4236" y="948"/>
                  </a:cubicBezTo>
                  <a:cubicBezTo>
                    <a:pt x="4336" y="881"/>
                    <a:pt x="4470" y="848"/>
                    <a:pt x="4637" y="781"/>
                  </a:cubicBezTo>
                  <a:cubicBezTo>
                    <a:pt x="4770" y="747"/>
                    <a:pt x="4937" y="747"/>
                    <a:pt x="5104" y="714"/>
                  </a:cubicBezTo>
                  <a:cubicBezTo>
                    <a:pt x="5437" y="714"/>
                    <a:pt x="5737" y="714"/>
                    <a:pt x="6004" y="781"/>
                  </a:cubicBezTo>
                  <a:cubicBezTo>
                    <a:pt x="6571" y="948"/>
                    <a:pt x="6972" y="1448"/>
                    <a:pt x="7272" y="2048"/>
                  </a:cubicBezTo>
                  <a:cubicBezTo>
                    <a:pt x="7572" y="2615"/>
                    <a:pt x="7806" y="3249"/>
                    <a:pt x="8106" y="3816"/>
                  </a:cubicBezTo>
                  <a:cubicBezTo>
                    <a:pt x="8239" y="4083"/>
                    <a:pt x="8439" y="4383"/>
                    <a:pt x="8506" y="4483"/>
                  </a:cubicBezTo>
                  <a:lnTo>
                    <a:pt x="8506" y="4450"/>
                  </a:lnTo>
                  <a:cubicBezTo>
                    <a:pt x="8640" y="4584"/>
                    <a:pt x="8740" y="4750"/>
                    <a:pt x="8840" y="4884"/>
                  </a:cubicBezTo>
                  <a:cubicBezTo>
                    <a:pt x="8973" y="4984"/>
                    <a:pt x="9107" y="5117"/>
                    <a:pt x="9273" y="5251"/>
                  </a:cubicBezTo>
                  <a:cubicBezTo>
                    <a:pt x="9574" y="5451"/>
                    <a:pt x="9940" y="5618"/>
                    <a:pt x="10307" y="5718"/>
                  </a:cubicBezTo>
                  <a:cubicBezTo>
                    <a:pt x="11075" y="5884"/>
                    <a:pt x="11775" y="5784"/>
                    <a:pt x="12342" y="5918"/>
                  </a:cubicBezTo>
                  <a:cubicBezTo>
                    <a:pt x="12642" y="5985"/>
                    <a:pt x="12909" y="6118"/>
                    <a:pt x="13109" y="6285"/>
                  </a:cubicBezTo>
                  <a:cubicBezTo>
                    <a:pt x="13310" y="6485"/>
                    <a:pt x="13510" y="6752"/>
                    <a:pt x="13643" y="6985"/>
                  </a:cubicBezTo>
                  <a:cubicBezTo>
                    <a:pt x="13943" y="7519"/>
                    <a:pt x="14010" y="8086"/>
                    <a:pt x="14010" y="8653"/>
                  </a:cubicBezTo>
                  <a:cubicBezTo>
                    <a:pt x="14010" y="9254"/>
                    <a:pt x="13943" y="9854"/>
                    <a:pt x="14110" y="10388"/>
                  </a:cubicBezTo>
                  <a:cubicBezTo>
                    <a:pt x="14143" y="10521"/>
                    <a:pt x="14244" y="10621"/>
                    <a:pt x="14277" y="10755"/>
                  </a:cubicBezTo>
                  <a:cubicBezTo>
                    <a:pt x="14310" y="10888"/>
                    <a:pt x="14410" y="10988"/>
                    <a:pt x="14477" y="11088"/>
                  </a:cubicBezTo>
                  <a:cubicBezTo>
                    <a:pt x="14644" y="11255"/>
                    <a:pt x="14811" y="11422"/>
                    <a:pt x="14977" y="11522"/>
                  </a:cubicBezTo>
                  <a:cubicBezTo>
                    <a:pt x="15144" y="11589"/>
                    <a:pt x="15311" y="11689"/>
                    <a:pt x="15444" y="11722"/>
                  </a:cubicBezTo>
                  <a:cubicBezTo>
                    <a:pt x="15611" y="11755"/>
                    <a:pt x="15745" y="11822"/>
                    <a:pt x="15811" y="11822"/>
                  </a:cubicBezTo>
                  <a:cubicBezTo>
                    <a:pt x="15978" y="11889"/>
                    <a:pt x="16112" y="11922"/>
                    <a:pt x="16112" y="11922"/>
                  </a:cubicBezTo>
                  <a:cubicBezTo>
                    <a:pt x="16129" y="11924"/>
                    <a:pt x="16145" y="11925"/>
                    <a:pt x="16161" y="11925"/>
                  </a:cubicBezTo>
                  <a:cubicBezTo>
                    <a:pt x="16415" y="11925"/>
                    <a:pt x="16443" y="11679"/>
                    <a:pt x="16412" y="11522"/>
                  </a:cubicBezTo>
                  <a:cubicBezTo>
                    <a:pt x="16412" y="11522"/>
                    <a:pt x="16278" y="11455"/>
                    <a:pt x="16112" y="11422"/>
                  </a:cubicBezTo>
                  <a:cubicBezTo>
                    <a:pt x="15978" y="11388"/>
                    <a:pt x="15911" y="11322"/>
                    <a:pt x="15778" y="11288"/>
                  </a:cubicBezTo>
                  <a:cubicBezTo>
                    <a:pt x="15645" y="11255"/>
                    <a:pt x="15478" y="11188"/>
                    <a:pt x="15344" y="11088"/>
                  </a:cubicBezTo>
                  <a:cubicBezTo>
                    <a:pt x="15078" y="10921"/>
                    <a:pt x="14777" y="10621"/>
                    <a:pt x="14677" y="10221"/>
                  </a:cubicBezTo>
                  <a:cubicBezTo>
                    <a:pt x="14611" y="9787"/>
                    <a:pt x="14644" y="9254"/>
                    <a:pt x="14677" y="8686"/>
                  </a:cubicBezTo>
                  <a:cubicBezTo>
                    <a:pt x="14677" y="8053"/>
                    <a:pt x="14644" y="7352"/>
                    <a:pt x="14310" y="6718"/>
                  </a:cubicBezTo>
                  <a:cubicBezTo>
                    <a:pt x="14177" y="6418"/>
                    <a:pt x="13977" y="6118"/>
                    <a:pt x="13676" y="5851"/>
                  </a:cubicBezTo>
                  <a:cubicBezTo>
                    <a:pt x="13410" y="5584"/>
                    <a:pt x="13009" y="5384"/>
                    <a:pt x="12642" y="5284"/>
                  </a:cubicBezTo>
                  <a:cubicBezTo>
                    <a:pt x="11909" y="5117"/>
                    <a:pt x="11175" y="5151"/>
                    <a:pt x="10608" y="5051"/>
                  </a:cubicBezTo>
                  <a:cubicBezTo>
                    <a:pt x="10007" y="4884"/>
                    <a:pt x="9574" y="4550"/>
                    <a:pt x="9273" y="4050"/>
                  </a:cubicBezTo>
                  <a:lnTo>
                    <a:pt x="9273" y="4016"/>
                  </a:lnTo>
                  <a:cubicBezTo>
                    <a:pt x="9173" y="3883"/>
                    <a:pt x="9006" y="3683"/>
                    <a:pt x="8906" y="3416"/>
                  </a:cubicBezTo>
                  <a:cubicBezTo>
                    <a:pt x="8606" y="2882"/>
                    <a:pt x="8339" y="2249"/>
                    <a:pt x="8006" y="1615"/>
                  </a:cubicBezTo>
                  <a:cubicBezTo>
                    <a:pt x="7839" y="1348"/>
                    <a:pt x="7639" y="1014"/>
                    <a:pt x="7339" y="714"/>
                  </a:cubicBezTo>
                  <a:cubicBezTo>
                    <a:pt x="7239" y="581"/>
                    <a:pt x="7072" y="447"/>
                    <a:pt x="6905" y="347"/>
                  </a:cubicBezTo>
                  <a:cubicBezTo>
                    <a:pt x="6671" y="214"/>
                    <a:pt x="6505" y="114"/>
                    <a:pt x="6305" y="80"/>
                  </a:cubicBezTo>
                  <a:cubicBezTo>
                    <a:pt x="6123" y="20"/>
                    <a:pt x="5935" y="1"/>
                    <a:pt x="57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7" name="Google Shape;627;p5"/>
            <p:cNvSpPr/>
            <p:nvPr/>
          </p:nvSpPr>
          <p:spPr>
            <a:xfrm>
              <a:off x="10471359" y="2438126"/>
              <a:ext cx="393757" cy="235619"/>
            </a:xfrm>
            <a:custGeom>
              <a:avLst/>
              <a:gdLst/>
              <a:ahLst/>
              <a:cxnLst/>
              <a:rect l="l" t="t" r="r" b="b"/>
              <a:pathLst>
                <a:path w="17477" h="10458" extrusionOk="0">
                  <a:moveTo>
                    <a:pt x="5787" y="1"/>
                  </a:moveTo>
                  <a:cubicBezTo>
                    <a:pt x="5647" y="1"/>
                    <a:pt x="5509" y="20"/>
                    <a:pt x="5393" y="39"/>
                  </a:cubicBezTo>
                  <a:cubicBezTo>
                    <a:pt x="5126" y="73"/>
                    <a:pt x="4960" y="173"/>
                    <a:pt x="4793" y="306"/>
                  </a:cubicBezTo>
                  <a:cubicBezTo>
                    <a:pt x="4526" y="506"/>
                    <a:pt x="4226" y="740"/>
                    <a:pt x="3959" y="1007"/>
                  </a:cubicBezTo>
                  <a:lnTo>
                    <a:pt x="3592" y="1373"/>
                  </a:lnTo>
                  <a:cubicBezTo>
                    <a:pt x="3459" y="1507"/>
                    <a:pt x="3392" y="1674"/>
                    <a:pt x="3292" y="1840"/>
                  </a:cubicBezTo>
                  <a:cubicBezTo>
                    <a:pt x="3192" y="2141"/>
                    <a:pt x="3058" y="2474"/>
                    <a:pt x="2925" y="2741"/>
                  </a:cubicBezTo>
                  <a:cubicBezTo>
                    <a:pt x="2725" y="3342"/>
                    <a:pt x="2525" y="3909"/>
                    <a:pt x="2258" y="4342"/>
                  </a:cubicBezTo>
                  <a:cubicBezTo>
                    <a:pt x="2124" y="4576"/>
                    <a:pt x="2024" y="4743"/>
                    <a:pt x="1857" y="4876"/>
                  </a:cubicBezTo>
                  <a:cubicBezTo>
                    <a:pt x="1691" y="5009"/>
                    <a:pt x="1557" y="5076"/>
                    <a:pt x="1390" y="5076"/>
                  </a:cubicBezTo>
                  <a:cubicBezTo>
                    <a:pt x="1090" y="5076"/>
                    <a:pt x="790" y="4909"/>
                    <a:pt x="623" y="4843"/>
                  </a:cubicBezTo>
                  <a:cubicBezTo>
                    <a:pt x="456" y="4743"/>
                    <a:pt x="390" y="4676"/>
                    <a:pt x="390" y="4676"/>
                  </a:cubicBezTo>
                  <a:cubicBezTo>
                    <a:pt x="358" y="4651"/>
                    <a:pt x="323" y="4640"/>
                    <a:pt x="288" y="4640"/>
                  </a:cubicBezTo>
                  <a:cubicBezTo>
                    <a:pt x="140" y="4640"/>
                    <a:pt x="0" y="4841"/>
                    <a:pt x="190" y="4976"/>
                  </a:cubicBezTo>
                  <a:cubicBezTo>
                    <a:pt x="190" y="4976"/>
                    <a:pt x="256" y="5043"/>
                    <a:pt x="456" y="5176"/>
                  </a:cubicBezTo>
                  <a:cubicBezTo>
                    <a:pt x="690" y="5310"/>
                    <a:pt x="957" y="5510"/>
                    <a:pt x="1457" y="5510"/>
                  </a:cubicBezTo>
                  <a:cubicBezTo>
                    <a:pt x="1691" y="5510"/>
                    <a:pt x="1957" y="5410"/>
                    <a:pt x="2191" y="5243"/>
                  </a:cubicBezTo>
                  <a:cubicBezTo>
                    <a:pt x="2391" y="5076"/>
                    <a:pt x="2558" y="4876"/>
                    <a:pt x="2725" y="4642"/>
                  </a:cubicBezTo>
                  <a:cubicBezTo>
                    <a:pt x="3025" y="4142"/>
                    <a:pt x="3225" y="3575"/>
                    <a:pt x="3459" y="3008"/>
                  </a:cubicBezTo>
                  <a:cubicBezTo>
                    <a:pt x="3592" y="2708"/>
                    <a:pt x="3725" y="2408"/>
                    <a:pt x="3892" y="2174"/>
                  </a:cubicBezTo>
                  <a:cubicBezTo>
                    <a:pt x="3959" y="2041"/>
                    <a:pt x="4059" y="1874"/>
                    <a:pt x="4126" y="1807"/>
                  </a:cubicBezTo>
                  <a:cubicBezTo>
                    <a:pt x="4259" y="1707"/>
                    <a:pt x="4359" y="1574"/>
                    <a:pt x="4459" y="1474"/>
                  </a:cubicBezTo>
                  <a:cubicBezTo>
                    <a:pt x="4726" y="1240"/>
                    <a:pt x="4960" y="1040"/>
                    <a:pt x="5226" y="873"/>
                  </a:cubicBezTo>
                  <a:cubicBezTo>
                    <a:pt x="5449" y="749"/>
                    <a:pt x="5635" y="681"/>
                    <a:pt x="5798" y="681"/>
                  </a:cubicBezTo>
                  <a:cubicBezTo>
                    <a:pt x="5855" y="681"/>
                    <a:pt x="5909" y="689"/>
                    <a:pt x="5960" y="706"/>
                  </a:cubicBezTo>
                  <a:cubicBezTo>
                    <a:pt x="6194" y="740"/>
                    <a:pt x="6394" y="1007"/>
                    <a:pt x="6561" y="1240"/>
                  </a:cubicBezTo>
                  <a:cubicBezTo>
                    <a:pt x="6728" y="1507"/>
                    <a:pt x="6861" y="1840"/>
                    <a:pt x="6961" y="2141"/>
                  </a:cubicBezTo>
                  <a:cubicBezTo>
                    <a:pt x="7261" y="2741"/>
                    <a:pt x="7461" y="3375"/>
                    <a:pt x="7795" y="3975"/>
                  </a:cubicBezTo>
                  <a:cubicBezTo>
                    <a:pt x="7962" y="4242"/>
                    <a:pt x="8229" y="4542"/>
                    <a:pt x="8462" y="4809"/>
                  </a:cubicBezTo>
                  <a:cubicBezTo>
                    <a:pt x="8729" y="5043"/>
                    <a:pt x="9096" y="5243"/>
                    <a:pt x="9530" y="5343"/>
                  </a:cubicBezTo>
                  <a:cubicBezTo>
                    <a:pt x="9643" y="5364"/>
                    <a:pt x="9760" y="5372"/>
                    <a:pt x="9877" y="5372"/>
                  </a:cubicBezTo>
                  <a:cubicBezTo>
                    <a:pt x="10138" y="5372"/>
                    <a:pt x="10400" y="5333"/>
                    <a:pt x="10630" y="5310"/>
                  </a:cubicBezTo>
                  <a:cubicBezTo>
                    <a:pt x="10813" y="5273"/>
                    <a:pt x="10986" y="5246"/>
                    <a:pt x="11149" y="5246"/>
                  </a:cubicBezTo>
                  <a:cubicBezTo>
                    <a:pt x="11283" y="5246"/>
                    <a:pt x="11410" y="5264"/>
                    <a:pt x="11531" y="5310"/>
                  </a:cubicBezTo>
                  <a:cubicBezTo>
                    <a:pt x="12065" y="5476"/>
                    <a:pt x="12465" y="6010"/>
                    <a:pt x="12765" y="6577"/>
                  </a:cubicBezTo>
                  <a:lnTo>
                    <a:pt x="12799" y="6711"/>
                  </a:lnTo>
                  <a:lnTo>
                    <a:pt x="12799" y="6744"/>
                  </a:lnTo>
                  <a:lnTo>
                    <a:pt x="12865" y="6811"/>
                  </a:lnTo>
                  <a:lnTo>
                    <a:pt x="12899" y="6844"/>
                  </a:lnTo>
                  <a:cubicBezTo>
                    <a:pt x="12932" y="6911"/>
                    <a:pt x="12965" y="6977"/>
                    <a:pt x="13032" y="7044"/>
                  </a:cubicBezTo>
                  <a:cubicBezTo>
                    <a:pt x="13099" y="7178"/>
                    <a:pt x="13199" y="7344"/>
                    <a:pt x="13266" y="7478"/>
                  </a:cubicBezTo>
                  <a:cubicBezTo>
                    <a:pt x="13432" y="7745"/>
                    <a:pt x="13566" y="8045"/>
                    <a:pt x="13733" y="8345"/>
                  </a:cubicBezTo>
                  <a:cubicBezTo>
                    <a:pt x="14066" y="8879"/>
                    <a:pt x="14366" y="9413"/>
                    <a:pt x="14767" y="9846"/>
                  </a:cubicBezTo>
                  <a:cubicBezTo>
                    <a:pt x="14933" y="10046"/>
                    <a:pt x="15200" y="10213"/>
                    <a:pt x="15434" y="10347"/>
                  </a:cubicBezTo>
                  <a:cubicBezTo>
                    <a:pt x="15590" y="10425"/>
                    <a:pt x="15735" y="10457"/>
                    <a:pt x="15882" y="10457"/>
                  </a:cubicBezTo>
                  <a:cubicBezTo>
                    <a:pt x="15986" y="10457"/>
                    <a:pt x="16090" y="10441"/>
                    <a:pt x="16201" y="10413"/>
                  </a:cubicBezTo>
                  <a:cubicBezTo>
                    <a:pt x="16668" y="10313"/>
                    <a:pt x="16901" y="10046"/>
                    <a:pt x="17068" y="9880"/>
                  </a:cubicBezTo>
                  <a:lnTo>
                    <a:pt x="17335" y="9646"/>
                  </a:lnTo>
                  <a:cubicBezTo>
                    <a:pt x="17477" y="9448"/>
                    <a:pt x="17306" y="9298"/>
                    <a:pt x="17067" y="9298"/>
                  </a:cubicBezTo>
                  <a:cubicBezTo>
                    <a:pt x="17025" y="9298"/>
                    <a:pt x="16980" y="9302"/>
                    <a:pt x="16935" y="9313"/>
                  </a:cubicBezTo>
                  <a:cubicBezTo>
                    <a:pt x="16935" y="9313"/>
                    <a:pt x="16901" y="9413"/>
                    <a:pt x="16735" y="9546"/>
                  </a:cubicBezTo>
                  <a:cubicBezTo>
                    <a:pt x="16568" y="9679"/>
                    <a:pt x="16368" y="9880"/>
                    <a:pt x="16034" y="9980"/>
                  </a:cubicBezTo>
                  <a:cubicBezTo>
                    <a:pt x="15991" y="9989"/>
                    <a:pt x="15946" y="9994"/>
                    <a:pt x="15900" y="9994"/>
                  </a:cubicBezTo>
                  <a:cubicBezTo>
                    <a:pt x="15629" y="9994"/>
                    <a:pt x="15319" y="9827"/>
                    <a:pt x="15033" y="9513"/>
                  </a:cubicBezTo>
                  <a:cubicBezTo>
                    <a:pt x="14733" y="9146"/>
                    <a:pt x="14433" y="8645"/>
                    <a:pt x="14133" y="8078"/>
                  </a:cubicBezTo>
                  <a:cubicBezTo>
                    <a:pt x="14033" y="7811"/>
                    <a:pt x="13866" y="7511"/>
                    <a:pt x="13733" y="7211"/>
                  </a:cubicBezTo>
                  <a:cubicBezTo>
                    <a:pt x="13632" y="7044"/>
                    <a:pt x="13566" y="6911"/>
                    <a:pt x="13466" y="6744"/>
                  </a:cubicBezTo>
                  <a:lnTo>
                    <a:pt x="13366" y="6510"/>
                  </a:lnTo>
                  <a:lnTo>
                    <a:pt x="13299" y="6477"/>
                  </a:lnTo>
                  <a:lnTo>
                    <a:pt x="13299" y="6410"/>
                  </a:lnTo>
                  <a:lnTo>
                    <a:pt x="13232" y="6310"/>
                  </a:lnTo>
                  <a:cubicBezTo>
                    <a:pt x="13132" y="6177"/>
                    <a:pt x="13065" y="6010"/>
                    <a:pt x="12965" y="5843"/>
                  </a:cubicBezTo>
                  <a:cubicBezTo>
                    <a:pt x="12865" y="5677"/>
                    <a:pt x="12765" y="5543"/>
                    <a:pt x="12632" y="5376"/>
                  </a:cubicBezTo>
                  <a:cubicBezTo>
                    <a:pt x="12432" y="5076"/>
                    <a:pt x="12098" y="4809"/>
                    <a:pt x="11698" y="4676"/>
                  </a:cubicBezTo>
                  <a:cubicBezTo>
                    <a:pt x="11481" y="4609"/>
                    <a:pt x="11272" y="4584"/>
                    <a:pt x="11076" y="4584"/>
                  </a:cubicBezTo>
                  <a:cubicBezTo>
                    <a:pt x="10880" y="4584"/>
                    <a:pt x="10697" y="4609"/>
                    <a:pt x="10530" y="4642"/>
                  </a:cubicBezTo>
                  <a:cubicBezTo>
                    <a:pt x="10330" y="4659"/>
                    <a:pt x="10163" y="4668"/>
                    <a:pt x="10013" y="4668"/>
                  </a:cubicBezTo>
                  <a:cubicBezTo>
                    <a:pt x="9863" y="4668"/>
                    <a:pt x="9730" y="4659"/>
                    <a:pt x="9596" y="4642"/>
                  </a:cubicBezTo>
                  <a:cubicBezTo>
                    <a:pt x="9296" y="4542"/>
                    <a:pt x="9096" y="4409"/>
                    <a:pt x="8896" y="4209"/>
                  </a:cubicBezTo>
                  <a:cubicBezTo>
                    <a:pt x="8629" y="4009"/>
                    <a:pt x="8462" y="3809"/>
                    <a:pt x="8362" y="3542"/>
                  </a:cubicBezTo>
                  <a:cubicBezTo>
                    <a:pt x="8062" y="3075"/>
                    <a:pt x="7862" y="2474"/>
                    <a:pt x="7561" y="1840"/>
                  </a:cubicBezTo>
                  <a:cubicBezTo>
                    <a:pt x="7395" y="1540"/>
                    <a:pt x="7261" y="1207"/>
                    <a:pt x="7061" y="873"/>
                  </a:cubicBezTo>
                  <a:cubicBezTo>
                    <a:pt x="6861" y="540"/>
                    <a:pt x="6561" y="206"/>
                    <a:pt x="6094" y="39"/>
                  </a:cubicBezTo>
                  <a:cubicBezTo>
                    <a:pt x="5995" y="11"/>
                    <a:pt x="5890" y="1"/>
                    <a:pt x="57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8" name="Google Shape;628;p5"/>
            <p:cNvSpPr/>
            <p:nvPr/>
          </p:nvSpPr>
          <p:spPr>
            <a:xfrm>
              <a:off x="10444075" y="3010163"/>
              <a:ext cx="411848" cy="198422"/>
            </a:xfrm>
            <a:custGeom>
              <a:avLst/>
              <a:gdLst/>
              <a:ahLst/>
              <a:cxnLst/>
              <a:rect l="l" t="t" r="r" b="b"/>
              <a:pathLst>
                <a:path w="18280" h="8807" extrusionOk="0">
                  <a:moveTo>
                    <a:pt x="5403" y="1"/>
                  </a:moveTo>
                  <a:cubicBezTo>
                    <a:pt x="4970" y="1"/>
                    <a:pt x="4603" y="34"/>
                    <a:pt x="4269" y="167"/>
                  </a:cubicBezTo>
                  <a:cubicBezTo>
                    <a:pt x="4102" y="201"/>
                    <a:pt x="3936" y="301"/>
                    <a:pt x="3769" y="368"/>
                  </a:cubicBezTo>
                  <a:cubicBezTo>
                    <a:pt x="3635" y="501"/>
                    <a:pt x="3469" y="634"/>
                    <a:pt x="3369" y="735"/>
                  </a:cubicBezTo>
                  <a:cubicBezTo>
                    <a:pt x="3102" y="1035"/>
                    <a:pt x="2935" y="1335"/>
                    <a:pt x="2802" y="1635"/>
                  </a:cubicBezTo>
                  <a:cubicBezTo>
                    <a:pt x="2568" y="2236"/>
                    <a:pt x="2435" y="2803"/>
                    <a:pt x="2234" y="3203"/>
                  </a:cubicBezTo>
                  <a:cubicBezTo>
                    <a:pt x="2034" y="3670"/>
                    <a:pt x="1734" y="3903"/>
                    <a:pt x="1434" y="3970"/>
                  </a:cubicBezTo>
                  <a:cubicBezTo>
                    <a:pt x="1344" y="3979"/>
                    <a:pt x="1262" y="3983"/>
                    <a:pt x="1185" y="3983"/>
                  </a:cubicBezTo>
                  <a:cubicBezTo>
                    <a:pt x="975" y="3983"/>
                    <a:pt x="804" y="3952"/>
                    <a:pt x="633" y="3903"/>
                  </a:cubicBezTo>
                  <a:cubicBezTo>
                    <a:pt x="433" y="3870"/>
                    <a:pt x="366" y="3837"/>
                    <a:pt x="366" y="3837"/>
                  </a:cubicBezTo>
                  <a:cubicBezTo>
                    <a:pt x="337" y="3824"/>
                    <a:pt x="308" y="3818"/>
                    <a:pt x="281" y="3818"/>
                  </a:cubicBezTo>
                  <a:cubicBezTo>
                    <a:pt x="97" y="3818"/>
                    <a:pt x="0" y="4083"/>
                    <a:pt x="233" y="4170"/>
                  </a:cubicBezTo>
                  <a:cubicBezTo>
                    <a:pt x="233" y="4170"/>
                    <a:pt x="366" y="4237"/>
                    <a:pt x="567" y="4304"/>
                  </a:cubicBezTo>
                  <a:cubicBezTo>
                    <a:pt x="728" y="4331"/>
                    <a:pt x="956" y="4380"/>
                    <a:pt x="1284" y="4380"/>
                  </a:cubicBezTo>
                  <a:cubicBezTo>
                    <a:pt x="1362" y="4380"/>
                    <a:pt x="1445" y="4377"/>
                    <a:pt x="1534" y="4370"/>
                  </a:cubicBezTo>
                  <a:cubicBezTo>
                    <a:pt x="1734" y="4370"/>
                    <a:pt x="1968" y="4237"/>
                    <a:pt x="2201" y="4070"/>
                  </a:cubicBezTo>
                  <a:cubicBezTo>
                    <a:pt x="2401" y="3903"/>
                    <a:pt x="2568" y="3703"/>
                    <a:pt x="2701" y="3470"/>
                  </a:cubicBezTo>
                  <a:cubicBezTo>
                    <a:pt x="2935" y="3003"/>
                    <a:pt x="3068" y="2402"/>
                    <a:pt x="3302" y="1902"/>
                  </a:cubicBezTo>
                  <a:cubicBezTo>
                    <a:pt x="3435" y="1635"/>
                    <a:pt x="3569" y="1402"/>
                    <a:pt x="3769" y="1202"/>
                  </a:cubicBezTo>
                  <a:cubicBezTo>
                    <a:pt x="3936" y="1001"/>
                    <a:pt x="4203" y="868"/>
                    <a:pt x="4469" y="801"/>
                  </a:cubicBezTo>
                  <a:cubicBezTo>
                    <a:pt x="4695" y="726"/>
                    <a:pt x="4920" y="689"/>
                    <a:pt x="5117" y="689"/>
                  </a:cubicBezTo>
                  <a:cubicBezTo>
                    <a:pt x="5182" y="689"/>
                    <a:pt x="5245" y="693"/>
                    <a:pt x="5303" y="701"/>
                  </a:cubicBezTo>
                  <a:cubicBezTo>
                    <a:pt x="5604" y="801"/>
                    <a:pt x="5870" y="868"/>
                    <a:pt x="6071" y="1068"/>
                  </a:cubicBezTo>
                  <a:cubicBezTo>
                    <a:pt x="6538" y="1468"/>
                    <a:pt x="6904" y="2002"/>
                    <a:pt x="7271" y="2536"/>
                  </a:cubicBezTo>
                  <a:cubicBezTo>
                    <a:pt x="7638" y="3103"/>
                    <a:pt x="8072" y="3637"/>
                    <a:pt x="8706" y="3970"/>
                  </a:cubicBezTo>
                  <a:cubicBezTo>
                    <a:pt x="8806" y="4004"/>
                    <a:pt x="8906" y="4037"/>
                    <a:pt x="8973" y="4104"/>
                  </a:cubicBezTo>
                  <a:lnTo>
                    <a:pt x="8939" y="4104"/>
                  </a:lnTo>
                  <a:cubicBezTo>
                    <a:pt x="9067" y="4155"/>
                    <a:pt x="9215" y="4226"/>
                    <a:pt x="9397" y="4226"/>
                  </a:cubicBezTo>
                  <a:cubicBezTo>
                    <a:pt x="9453" y="4226"/>
                    <a:pt x="9511" y="4219"/>
                    <a:pt x="9573" y="4204"/>
                  </a:cubicBezTo>
                  <a:cubicBezTo>
                    <a:pt x="9773" y="4170"/>
                    <a:pt x="9940" y="4104"/>
                    <a:pt x="10107" y="4004"/>
                  </a:cubicBezTo>
                  <a:cubicBezTo>
                    <a:pt x="10407" y="3837"/>
                    <a:pt x="10607" y="3670"/>
                    <a:pt x="10874" y="3637"/>
                  </a:cubicBezTo>
                  <a:cubicBezTo>
                    <a:pt x="10966" y="3597"/>
                    <a:pt x="11063" y="3578"/>
                    <a:pt x="11162" y="3578"/>
                  </a:cubicBezTo>
                  <a:cubicBezTo>
                    <a:pt x="11313" y="3578"/>
                    <a:pt x="11466" y="3623"/>
                    <a:pt x="11608" y="3703"/>
                  </a:cubicBezTo>
                  <a:cubicBezTo>
                    <a:pt x="11875" y="3837"/>
                    <a:pt x="12041" y="4004"/>
                    <a:pt x="12142" y="4270"/>
                  </a:cubicBezTo>
                  <a:cubicBezTo>
                    <a:pt x="12442" y="4771"/>
                    <a:pt x="12442" y="5438"/>
                    <a:pt x="12742" y="6105"/>
                  </a:cubicBezTo>
                  <a:cubicBezTo>
                    <a:pt x="12775" y="6138"/>
                    <a:pt x="12775" y="6205"/>
                    <a:pt x="12809" y="6272"/>
                  </a:cubicBezTo>
                  <a:lnTo>
                    <a:pt x="12909" y="6372"/>
                  </a:lnTo>
                  <a:lnTo>
                    <a:pt x="13076" y="6605"/>
                  </a:lnTo>
                  <a:cubicBezTo>
                    <a:pt x="13209" y="6705"/>
                    <a:pt x="13276" y="6839"/>
                    <a:pt x="13409" y="6972"/>
                  </a:cubicBezTo>
                  <a:cubicBezTo>
                    <a:pt x="13609" y="7206"/>
                    <a:pt x="13876" y="7439"/>
                    <a:pt x="14076" y="7639"/>
                  </a:cubicBezTo>
                  <a:cubicBezTo>
                    <a:pt x="14543" y="8006"/>
                    <a:pt x="14977" y="8340"/>
                    <a:pt x="15477" y="8540"/>
                  </a:cubicBezTo>
                  <a:cubicBezTo>
                    <a:pt x="15944" y="8774"/>
                    <a:pt x="16445" y="8807"/>
                    <a:pt x="16812" y="8807"/>
                  </a:cubicBezTo>
                  <a:cubicBezTo>
                    <a:pt x="17245" y="8807"/>
                    <a:pt x="17545" y="8674"/>
                    <a:pt x="17746" y="8607"/>
                  </a:cubicBezTo>
                  <a:cubicBezTo>
                    <a:pt x="17812" y="8540"/>
                    <a:pt x="17912" y="8507"/>
                    <a:pt x="17946" y="8473"/>
                  </a:cubicBezTo>
                  <a:cubicBezTo>
                    <a:pt x="17979" y="8440"/>
                    <a:pt x="18046" y="8440"/>
                    <a:pt x="18046" y="8440"/>
                  </a:cubicBezTo>
                  <a:cubicBezTo>
                    <a:pt x="18279" y="8273"/>
                    <a:pt x="18079" y="8006"/>
                    <a:pt x="17645" y="7873"/>
                  </a:cubicBezTo>
                  <a:cubicBezTo>
                    <a:pt x="17645" y="7873"/>
                    <a:pt x="17579" y="7973"/>
                    <a:pt x="17412" y="8006"/>
                  </a:cubicBezTo>
                  <a:cubicBezTo>
                    <a:pt x="17245" y="8040"/>
                    <a:pt x="16978" y="8140"/>
                    <a:pt x="16645" y="8140"/>
                  </a:cubicBezTo>
                  <a:cubicBezTo>
                    <a:pt x="16378" y="8140"/>
                    <a:pt x="15944" y="8040"/>
                    <a:pt x="15544" y="7840"/>
                  </a:cubicBezTo>
                  <a:cubicBezTo>
                    <a:pt x="15110" y="7673"/>
                    <a:pt x="14710" y="7339"/>
                    <a:pt x="14276" y="6972"/>
                  </a:cubicBezTo>
                  <a:cubicBezTo>
                    <a:pt x="14076" y="6739"/>
                    <a:pt x="13909" y="6539"/>
                    <a:pt x="13709" y="6339"/>
                  </a:cubicBezTo>
                  <a:cubicBezTo>
                    <a:pt x="13576" y="6238"/>
                    <a:pt x="13476" y="6138"/>
                    <a:pt x="13409" y="6005"/>
                  </a:cubicBezTo>
                  <a:lnTo>
                    <a:pt x="13276" y="5838"/>
                  </a:lnTo>
                  <a:lnTo>
                    <a:pt x="13242" y="5738"/>
                  </a:lnTo>
                  <a:cubicBezTo>
                    <a:pt x="13209" y="5738"/>
                    <a:pt x="13209" y="5738"/>
                    <a:pt x="13209" y="5705"/>
                  </a:cubicBezTo>
                  <a:cubicBezTo>
                    <a:pt x="12975" y="5171"/>
                    <a:pt x="12975" y="4504"/>
                    <a:pt x="12642" y="3803"/>
                  </a:cubicBezTo>
                  <a:cubicBezTo>
                    <a:pt x="12475" y="3470"/>
                    <a:pt x="12208" y="3136"/>
                    <a:pt x="11808" y="2969"/>
                  </a:cubicBezTo>
                  <a:cubicBezTo>
                    <a:pt x="11542" y="2849"/>
                    <a:pt x="11276" y="2763"/>
                    <a:pt x="10985" y="2763"/>
                  </a:cubicBezTo>
                  <a:cubicBezTo>
                    <a:pt x="10874" y="2763"/>
                    <a:pt x="10760" y="2775"/>
                    <a:pt x="10640" y="2803"/>
                  </a:cubicBezTo>
                  <a:cubicBezTo>
                    <a:pt x="10240" y="2869"/>
                    <a:pt x="9940" y="3070"/>
                    <a:pt x="9706" y="3203"/>
                  </a:cubicBezTo>
                  <a:cubicBezTo>
                    <a:pt x="9573" y="3303"/>
                    <a:pt x="9473" y="3336"/>
                    <a:pt x="9406" y="3336"/>
                  </a:cubicBezTo>
                  <a:cubicBezTo>
                    <a:pt x="9373" y="3336"/>
                    <a:pt x="9273" y="3336"/>
                    <a:pt x="9206" y="3303"/>
                  </a:cubicBezTo>
                  <a:lnTo>
                    <a:pt x="9139" y="3303"/>
                  </a:lnTo>
                  <a:cubicBezTo>
                    <a:pt x="9106" y="3303"/>
                    <a:pt x="9039" y="3236"/>
                    <a:pt x="8939" y="3203"/>
                  </a:cubicBezTo>
                  <a:cubicBezTo>
                    <a:pt x="8539" y="3003"/>
                    <a:pt x="8139" y="2536"/>
                    <a:pt x="7772" y="2035"/>
                  </a:cubicBezTo>
                  <a:cubicBezTo>
                    <a:pt x="7405" y="1535"/>
                    <a:pt x="7038" y="901"/>
                    <a:pt x="6437" y="468"/>
                  </a:cubicBezTo>
                  <a:cubicBezTo>
                    <a:pt x="6204" y="234"/>
                    <a:pt x="5770" y="67"/>
                    <a:pt x="5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9" name="Google Shape;629;p5"/>
            <p:cNvSpPr/>
            <p:nvPr/>
          </p:nvSpPr>
          <p:spPr>
            <a:xfrm>
              <a:off x="10371145" y="3133064"/>
              <a:ext cx="299717" cy="263421"/>
            </a:xfrm>
            <a:custGeom>
              <a:avLst/>
              <a:gdLst/>
              <a:ahLst/>
              <a:cxnLst/>
              <a:rect l="l" t="t" r="r" b="b"/>
              <a:pathLst>
                <a:path w="13303" h="11692" extrusionOk="0">
                  <a:moveTo>
                    <a:pt x="2713" y="0"/>
                  </a:moveTo>
                  <a:cubicBezTo>
                    <a:pt x="2265" y="0"/>
                    <a:pt x="1833" y="141"/>
                    <a:pt x="1502" y="383"/>
                  </a:cubicBezTo>
                  <a:cubicBezTo>
                    <a:pt x="1002" y="717"/>
                    <a:pt x="635" y="1184"/>
                    <a:pt x="401" y="1617"/>
                  </a:cubicBezTo>
                  <a:cubicBezTo>
                    <a:pt x="201" y="2084"/>
                    <a:pt x="68" y="2518"/>
                    <a:pt x="34" y="2885"/>
                  </a:cubicBezTo>
                  <a:cubicBezTo>
                    <a:pt x="1" y="3052"/>
                    <a:pt x="1" y="3252"/>
                    <a:pt x="1" y="3385"/>
                  </a:cubicBezTo>
                  <a:cubicBezTo>
                    <a:pt x="34" y="3552"/>
                    <a:pt x="34" y="3686"/>
                    <a:pt x="34" y="3752"/>
                  </a:cubicBezTo>
                  <a:cubicBezTo>
                    <a:pt x="34" y="3886"/>
                    <a:pt x="68" y="3952"/>
                    <a:pt x="68" y="4019"/>
                  </a:cubicBezTo>
                  <a:lnTo>
                    <a:pt x="68" y="4086"/>
                  </a:lnTo>
                  <a:cubicBezTo>
                    <a:pt x="108" y="4193"/>
                    <a:pt x="185" y="4235"/>
                    <a:pt x="261" y="4235"/>
                  </a:cubicBezTo>
                  <a:cubicBezTo>
                    <a:pt x="376" y="4235"/>
                    <a:pt x="488" y="4139"/>
                    <a:pt x="468" y="4019"/>
                  </a:cubicBezTo>
                  <a:lnTo>
                    <a:pt x="468" y="3919"/>
                  </a:lnTo>
                  <a:cubicBezTo>
                    <a:pt x="468" y="3886"/>
                    <a:pt x="401" y="3786"/>
                    <a:pt x="401" y="3719"/>
                  </a:cubicBezTo>
                  <a:lnTo>
                    <a:pt x="401" y="3385"/>
                  </a:lnTo>
                  <a:cubicBezTo>
                    <a:pt x="401" y="3219"/>
                    <a:pt x="401" y="3085"/>
                    <a:pt x="468" y="2918"/>
                  </a:cubicBezTo>
                  <a:cubicBezTo>
                    <a:pt x="501" y="2585"/>
                    <a:pt x="635" y="2218"/>
                    <a:pt x="835" y="1851"/>
                  </a:cubicBezTo>
                  <a:cubicBezTo>
                    <a:pt x="1035" y="1451"/>
                    <a:pt x="1368" y="1050"/>
                    <a:pt x="1802" y="783"/>
                  </a:cubicBezTo>
                  <a:cubicBezTo>
                    <a:pt x="2057" y="613"/>
                    <a:pt x="2367" y="511"/>
                    <a:pt x="2678" y="511"/>
                  </a:cubicBezTo>
                  <a:cubicBezTo>
                    <a:pt x="2856" y="511"/>
                    <a:pt x="3034" y="544"/>
                    <a:pt x="3203" y="617"/>
                  </a:cubicBezTo>
                  <a:cubicBezTo>
                    <a:pt x="3337" y="617"/>
                    <a:pt x="3403" y="717"/>
                    <a:pt x="3537" y="783"/>
                  </a:cubicBezTo>
                  <a:cubicBezTo>
                    <a:pt x="3670" y="884"/>
                    <a:pt x="3704" y="950"/>
                    <a:pt x="3804" y="1050"/>
                  </a:cubicBezTo>
                  <a:cubicBezTo>
                    <a:pt x="3970" y="1217"/>
                    <a:pt x="4037" y="1451"/>
                    <a:pt x="4137" y="1751"/>
                  </a:cubicBezTo>
                  <a:cubicBezTo>
                    <a:pt x="4304" y="2285"/>
                    <a:pt x="4337" y="2952"/>
                    <a:pt x="4704" y="3585"/>
                  </a:cubicBezTo>
                  <a:lnTo>
                    <a:pt x="4804" y="3719"/>
                  </a:lnTo>
                  <a:cubicBezTo>
                    <a:pt x="4838" y="3786"/>
                    <a:pt x="4871" y="3786"/>
                    <a:pt x="4904" y="3852"/>
                  </a:cubicBezTo>
                  <a:lnTo>
                    <a:pt x="5071" y="4019"/>
                  </a:lnTo>
                  <a:cubicBezTo>
                    <a:pt x="5205" y="4119"/>
                    <a:pt x="5338" y="4219"/>
                    <a:pt x="5505" y="4286"/>
                  </a:cubicBezTo>
                  <a:cubicBezTo>
                    <a:pt x="5638" y="4419"/>
                    <a:pt x="5805" y="4453"/>
                    <a:pt x="5972" y="4519"/>
                  </a:cubicBezTo>
                  <a:cubicBezTo>
                    <a:pt x="6139" y="4553"/>
                    <a:pt x="6305" y="4586"/>
                    <a:pt x="6405" y="4586"/>
                  </a:cubicBezTo>
                  <a:cubicBezTo>
                    <a:pt x="6706" y="4586"/>
                    <a:pt x="6906" y="4620"/>
                    <a:pt x="7173" y="4720"/>
                  </a:cubicBezTo>
                  <a:cubicBezTo>
                    <a:pt x="7406" y="4786"/>
                    <a:pt x="7673" y="4886"/>
                    <a:pt x="7840" y="5053"/>
                  </a:cubicBezTo>
                  <a:cubicBezTo>
                    <a:pt x="8207" y="5387"/>
                    <a:pt x="8507" y="5887"/>
                    <a:pt x="8707" y="6421"/>
                  </a:cubicBezTo>
                  <a:cubicBezTo>
                    <a:pt x="9141" y="7522"/>
                    <a:pt x="9241" y="8823"/>
                    <a:pt x="9674" y="9890"/>
                  </a:cubicBezTo>
                  <a:cubicBezTo>
                    <a:pt x="9875" y="10424"/>
                    <a:pt x="10208" y="10924"/>
                    <a:pt x="10642" y="11258"/>
                  </a:cubicBezTo>
                  <a:cubicBezTo>
                    <a:pt x="11042" y="11591"/>
                    <a:pt x="11542" y="11691"/>
                    <a:pt x="11943" y="11691"/>
                  </a:cubicBezTo>
                  <a:cubicBezTo>
                    <a:pt x="12310" y="11691"/>
                    <a:pt x="12610" y="11591"/>
                    <a:pt x="12810" y="11558"/>
                  </a:cubicBezTo>
                  <a:cubicBezTo>
                    <a:pt x="12977" y="11524"/>
                    <a:pt x="13110" y="11491"/>
                    <a:pt x="13110" y="11491"/>
                  </a:cubicBezTo>
                  <a:cubicBezTo>
                    <a:pt x="13302" y="11409"/>
                    <a:pt x="13246" y="11191"/>
                    <a:pt x="13090" y="11191"/>
                  </a:cubicBezTo>
                  <a:cubicBezTo>
                    <a:pt x="13056" y="11191"/>
                    <a:pt x="13018" y="11201"/>
                    <a:pt x="12977" y="11224"/>
                  </a:cubicBezTo>
                  <a:cubicBezTo>
                    <a:pt x="12977" y="11224"/>
                    <a:pt x="12843" y="11258"/>
                    <a:pt x="12677" y="11324"/>
                  </a:cubicBezTo>
                  <a:cubicBezTo>
                    <a:pt x="12610" y="11324"/>
                    <a:pt x="12476" y="11358"/>
                    <a:pt x="12343" y="11358"/>
                  </a:cubicBezTo>
                  <a:lnTo>
                    <a:pt x="11876" y="11358"/>
                  </a:lnTo>
                  <a:cubicBezTo>
                    <a:pt x="11609" y="11324"/>
                    <a:pt x="11209" y="11224"/>
                    <a:pt x="10875" y="10991"/>
                  </a:cubicBezTo>
                  <a:cubicBezTo>
                    <a:pt x="10608" y="10724"/>
                    <a:pt x="10342" y="10290"/>
                    <a:pt x="10175" y="9790"/>
                  </a:cubicBezTo>
                  <a:cubicBezTo>
                    <a:pt x="9841" y="8789"/>
                    <a:pt x="9775" y="7555"/>
                    <a:pt x="9341" y="6287"/>
                  </a:cubicBezTo>
                  <a:cubicBezTo>
                    <a:pt x="9141" y="5687"/>
                    <a:pt x="8807" y="5053"/>
                    <a:pt x="8273" y="4586"/>
                  </a:cubicBezTo>
                  <a:cubicBezTo>
                    <a:pt x="8007" y="4353"/>
                    <a:pt x="7673" y="4253"/>
                    <a:pt x="7373" y="4119"/>
                  </a:cubicBezTo>
                  <a:cubicBezTo>
                    <a:pt x="7073" y="4052"/>
                    <a:pt x="6739" y="4019"/>
                    <a:pt x="6506" y="3952"/>
                  </a:cubicBezTo>
                  <a:cubicBezTo>
                    <a:pt x="6339" y="3952"/>
                    <a:pt x="6239" y="3919"/>
                    <a:pt x="6139" y="3919"/>
                  </a:cubicBezTo>
                  <a:cubicBezTo>
                    <a:pt x="6039" y="3886"/>
                    <a:pt x="5905" y="3886"/>
                    <a:pt x="5838" y="3786"/>
                  </a:cubicBezTo>
                  <a:cubicBezTo>
                    <a:pt x="5772" y="3752"/>
                    <a:pt x="5638" y="3686"/>
                    <a:pt x="5538" y="3585"/>
                  </a:cubicBezTo>
                  <a:lnTo>
                    <a:pt x="5371" y="3452"/>
                  </a:lnTo>
                  <a:lnTo>
                    <a:pt x="5338" y="3419"/>
                  </a:lnTo>
                  <a:lnTo>
                    <a:pt x="5305" y="3352"/>
                  </a:lnTo>
                  <a:cubicBezTo>
                    <a:pt x="5004" y="2918"/>
                    <a:pt x="4904" y="2285"/>
                    <a:pt x="4738" y="1684"/>
                  </a:cubicBezTo>
                  <a:cubicBezTo>
                    <a:pt x="4671" y="1351"/>
                    <a:pt x="4537" y="1017"/>
                    <a:pt x="4304" y="717"/>
                  </a:cubicBezTo>
                  <a:cubicBezTo>
                    <a:pt x="4204" y="550"/>
                    <a:pt x="4037" y="417"/>
                    <a:pt x="3870" y="350"/>
                  </a:cubicBezTo>
                  <a:cubicBezTo>
                    <a:pt x="3737" y="250"/>
                    <a:pt x="3570" y="183"/>
                    <a:pt x="3403" y="116"/>
                  </a:cubicBezTo>
                  <a:cubicBezTo>
                    <a:pt x="3177" y="37"/>
                    <a:pt x="2943" y="0"/>
                    <a:pt x="27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0" name="Google Shape;630;p5"/>
            <p:cNvSpPr/>
            <p:nvPr/>
          </p:nvSpPr>
          <p:spPr>
            <a:xfrm>
              <a:off x="9841330" y="1567972"/>
              <a:ext cx="27059" cy="11288"/>
            </a:xfrm>
            <a:custGeom>
              <a:avLst/>
              <a:gdLst/>
              <a:ahLst/>
              <a:cxnLst/>
              <a:rect l="l" t="t" r="r" b="b"/>
              <a:pathLst>
                <a:path w="1201" h="501" extrusionOk="0">
                  <a:moveTo>
                    <a:pt x="634" y="0"/>
                  </a:moveTo>
                  <a:cubicBezTo>
                    <a:pt x="500" y="0"/>
                    <a:pt x="334" y="0"/>
                    <a:pt x="200" y="34"/>
                  </a:cubicBezTo>
                  <a:cubicBezTo>
                    <a:pt x="100" y="100"/>
                    <a:pt x="0" y="134"/>
                    <a:pt x="0" y="134"/>
                  </a:cubicBezTo>
                  <a:lnTo>
                    <a:pt x="33" y="400"/>
                  </a:lnTo>
                  <a:cubicBezTo>
                    <a:pt x="33" y="400"/>
                    <a:pt x="133" y="400"/>
                    <a:pt x="267" y="434"/>
                  </a:cubicBezTo>
                  <a:cubicBezTo>
                    <a:pt x="367" y="467"/>
                    <a:pt x="500" y="501"/>
                    <a:pt x="600" y="501"/>
                  </a:cubicBezTo>
                  <a:lnTo>
                    <a:pt x="1101" y="501"/>
                  </a:lnTo>
                  <a:cubicBezTo>
                    <a:pt x="1134" y="501"/>
                    <a:pt x="1201" y="300"/>
                    <a:pt x="1168" y="267"/>
                  </a:cubicBezTo>
                  <a:cubicBezTo>
                    <a:pt x="1168" y="267"/>
                    <a:pt x="1134" y="200"/>
                    <a:pt x="1001" y="134"/>
                  </a:cubicBezTo>
                  <a:cubicBezTo>
                    <a:pt x="934" y="100"/>
                    <a:pt x="767" y="0"/>
                    <a:pt x="6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1" name="Google Shape;631;p5"/>
            <p:cNvSpPr/>
            <p:nvPr/>
          </p:nvSpPr>
          <p:spPr>
            <a:xfrm>
              <a:off x="9847323" y="1587506"/>
              <a:ext cx="27847" cy="12189"/>
            </a:xfrm>
            <a:custGeom>
              <a:avLst/>
              <a:gdLst/>
              <a:ahLst/>
              <a:cxnLst/>
              <a:rect l="l" t="t" r="r" b="b"/>
              <a:pathLst>
                <a:path w="1236" h="541" extrusionOk="0">
                  <a:moveTo>
                    <a:pt x="568" y="0"/>
                  </a:moveTo>
                  <a:cubicBezTo>
                    <a:pt x="368" y="67"/>
                    <a:pt x="1" y="234"/>
                    <a:pt x="1" y="234"/>
                  </a:cubicBezTo>
                  <a:lnTo>
                    <a:pt x="34" y="467"/>
                  </a:lnTo>
                  <a:cubicBezTo>
                    <a:pt x="34" y="467"/>
                    <a:pt x="304" y="541"/>
                    <a:pt x="549" y="541"/>
                  </a:cubicBezTo>
                  <a:cubicBezTo>
                    <a:pt x="590" y="541"/>
                    <a:pt x="630" y="539"/>
                    <a:pt x="668" y="534"/>
                  </a:cubicBezTo>
                  <a:cubicBezTo>
                    <a:pt x="868" y="467"/>
                    <a:pt x="1235" y="367"/>
                    <a:pt x="1235" y="367"/>
                  </a:cubicBezTo>
                  <a:lnTo>
                    <a:pt x="1235" y="101"/>
                  </a:lnTo>
                  <a:cubicBezTo>
                    <a:pt x="1235" y="101"/>
                    <a:pt x="835" y="0"/>
                    <a:pt x="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2" name="Google Shape;632;p5"/>
            <p:cNvSpPr/>
            <p:nvPr/>
          </p:nvSpPr>
          <p:spPr>
            <a:xfrm>
              <a:off x="9856357" y="1612311"/>
              <a:ext cx="28568" cy="14599"/>
            </a:xfrm>
            <a:custGeom>
              <a:avLst/>
              <a:gdLst/>
              <a:ahLst/>
              <a:cxnLst/>
              <a:rect l="l" t="t" r="r" b="b"/>
              <a:pathLst>
                <a:path w="1268" h="648" extrusionOk="0">
                  <a:moveTo>
                    <a:pt x="1134" y="0"/>
                  </a:moveTo>
                  <a:cubicBezTo>
                    <a:pt x="1134" y="0"/>
                    <a:pt x="1034" y="0"/>
                    <a:pt x="934" y="34"/>
                  </a:cubicBezTo>
                  <a:cubicBezTo>
                    <a:pt x="801" y="100"/>
                    <a:pt x="634" y="100"/>
                    <a:pt x="534" y="134"/>
                  </a:cubicBezTo>
                  <a:cubicBezTo>
                    <a:pt x="467" y="167"/>
                    <a:pt x="334" y="267"/>
                    <a:pt x="200" y="300"/>
                  </a:cubicBezTo>
                  <a:cubicBezTo>
                    <a:pt x="100" y="334"/>
                    <a:pt x="0" y="367"/>
                    <a:pt x="0" y="367"/>
                  </a:cubicBezTo>
                  <a:lnTo>
                    <a:pt x="34" y="634"/>
                  </a:lnTo>
                  <a:lnTo>
                    <a:pt x="300" y="634"/>
                  </a:lnTo>
                  <a:cubicBezTo>
                    <a:pt x="340" y="644"/>
                    <a:pt x="381" y="648"/>
                    <a:pt x="424" y="648"/>
                  </a:cubicBezTo>
                  <a:cubicBezTo>
                    <a:pt x="526" y="648"/>
                    <a:pt x="630" y="624"/>
                    <a:pt x="701" y="601"/>
                  </a:cubicBezTo>
                  <a:cubicBezTo>
                    <a:pt x="834" y="534"/>
                    <a:pt x="1001" y="467"/>
                    <a:pt x="1101" y="367"/>
                  </a:cubicBezTo>
                  <a:lnTo>
                    <a:pt x="1268" y="200"/>
                  </a:lnTo>
                  <a:lnTo>
                    <a:pt x="11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3" name="Google Shape;633;p5"/>
            <p:cNvSpPr/>
            <p:nvPr/>
          </p:nvSpPr>
          <p:spPr>
            <a:xfrm>
              <a:off x="9868366" y="1628082"/>
              <a:ext cx="33840" cy="21066"/>
            </a:xfrm>
            <a:custGeom>
              <a:avLst/>
              <a:gdLst/>
              <a:ahLst/>
              <a:cxnLst/>
              <a:rect l="l" t="t" r="r" b="b"/>
              <a:pathLst>
                <a:path w="1502" h="935" extrusionOk="0">
                  <a:moveTo>
                    <a:pt x="1435" y="1"/>
                  </a:moveTo>
                  <a:cubicBezTo>
                    <a:pt x="1435" y="1"/>
                    <a:pt x="968" y="134"/>
                    <a:pt x="668" y="268"/>
                  </a:cubicBezTo>
                  <a:cubicBezTo>
                    <a:pt x="435" y="434"/>
                    <a:pt x="68" y="735"/>
                    <a:pt x="68" y="735"/>
                  </a:cubicBezTo>
                  <a:cubicBezTo>
                    <a:pt x="1" y="735"/>
                    <a:pt x="134" y="935"/>
                    <a:pt x="134" y="935"/>
                  </a:cubicBezTo>
                  <a:cubicBezTo>
                    <a:pt x="134" y="935"/>
                    <a:pt x="601" y="801"/>
                    <a:pt x="902" y="668"/>
                  </a:cubicBezTo>
                  <a:cubicBezTo>
                    <a:pt x="1135" y="501"/>
                    <a:pt x="1502" y="234"/>
                    <a:pt x="1502" y="234"/>
                  </a:cubicBezTo>
                  <a:cubicBezTo>
                    <a:pt x="1502" y="168"/>
                    <a:pt x="1435" y="1"/>
                    <a:pt x="14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4" name="Google Shape;634;p5"/>
            <p:cNvSpPr/>
            <p:nvPr/>
          </p:nvSpPr>
          <p:spPr>
            <a:xfrm>
              <a:off x="9887156" y="1656650"/>
              <a:ext cx="16560" cy="12054"/>
            </a:xfrm>
            <a:custGeom>
              <a:avLst/>
              <a:gdLst/>
              <a:ahLst/>
              <a:cxnLst/>
              <a:rect l="l" t="t" r="r" b="b"/>
              <a:pathLst>
                <a:path w="735" h="535" extrusionOk="0">
                  <a:moveTo>
                    <a:pt x="601" y="0"/>
                  </a:moveTo>
                  <a:cubicBezTo>
                    <a:pt x="601" y="0"/>
                    <a:pt x="368" y="0"/>
                    <a:pt x="268" y="67"/>
                  </a:cubicBezTo>
                  <a:cubicBezTo>
                    <a:pt x="168" y="67"/>
                    <a:pt x="134" y="167"/>
                    <a:pt x="101" y="200"/>
                  </a:cubicBezTo>
                  <a:lnTo>
                    <a:pt x="1" y="301"/>
                  </a:lnTo>
                  <a:cubicBezTo>
                    <a:pt x="1" y="334"/>
                    <a:pt x="101" y="534"/>
                    <a:pt x="101" y="534"/>
                  </a:cubicBezTo>
                  <a:lnTo>
                    <a:pt x="201" y="534"/>
                  </a:lnTo>
                  <a:cubicBezTo>
                    <a:pt x="301" y="534"/>
                    <a:pt x="401" y="534"/>
                    <a:pt x="468" y="501"/>
                  </a:cubicBezTo>
                  <a:cubicBezTo>
                    <a:pt x="601" y="401"/>
                    <a:pt x="735" y="200"/>
                    <a:pt x="735" y="200"/>
                  </a:cubicBezTo>
                  <a:cubicBezTo>
                    <a:pt x="735" y="167"/>
                    <a:pt x="601"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5" name="Google Shape;635;p5"/>
            <p:cNvSpPr/>
            <p:nvPr/>
          </p:nvSpPr>
          <p:spPr>
            <a:xfrm>
              <a:off x="10013414" y="1660075"/>
              <a:ext cx="30100" cy="13135"/>
            </a:xfrm>
            <a:custGeom>
              <a:avLst/>
              <a:gdLst/>
              <a:ahLst/>
              <a:cxnLst/>
              <a:rect l="l" t="t" r="r" b="b"/>
              <a:pathLst>
                <a:path w="1336" h="583" extrusionOk="0">
                  <a:moveTo>
                    <a:pt x="934" y="0"/>
                  </a:moveTo>
                  <a:cubicBezTo>
                    <a:pt x="827" y="0"/>
                    <a:pt x="701" y="15"/>
                    <a:pt x="635" y="15"/>
                  </a:cubicBezTo>
                  <a:cubicBezTo>
                    <a:pt x="501" y="48"/>
                    <a:pt x="334" y="149"/>
                    <a:pt x="201" y="215"/>
                  </a:cubicBezTo>
                  <a:cubicBezTo>
                    <a:pt x="68" y="315"/>
                    <a:pt x="1" y="382"/>
                    <a:pt x="1" y="382"/>
                  </a:cubicBezTo>
                  <a:lnTo>
                    <a:pt x="134" y="582"/>
                  </a:lnTo>
                  <a:cubicBezTo>
                    <a:pt x="134" y="582"/>
                    <a:pt x="201" y="582"/>
                    <a:pt x="334" y="549"/>
                  </a:cubicBezTo>
                  <a:cubicBezTo>
                    <a:pt x="468" y="515"/>
                    <a:pt x="568" y="515"/>
                    <a:pt x="701" y="482"/>
                  </a:cubicBezTo>
                  <a:cubicBezTo>
                    <a:pt x="835" y="482"/>
                    <a:pt x="968" y="382"/>
                    <a:pt x="1068" y="382"/>
                  </a:cubicBezTo>
                  <a:cubicBezTo>
                    <a:pt x="1202" y="382"/>
                    <a:pt x="1302" y="349"/>
                    <a:pt x="1302" y="349"/>
                  </a:cubicBezTo>
                  <a:cubicBezTo>
                    <a:pt x="1302" y="315"/>
                    <a:pt x="1335" y="82"/>
                    <a:pt x="1335" y="82"/>
                  </a:cubicBezTo>
                  <a:lnTo>
                    <a:pt x="1068" y="15"/>
                  </a:lnTo>
                  <a:cubicBezTo>
                    <a:pt x="1035" y="4"/>
                    <a:pt x="987" y="0"/>
                    <a:pt x="9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6" name="Google Shape;636;p5"/>
            <p:cNvSpPr/>
            <p:nvPr/>
          </p:nvSpPr>
          <p:spPr>
            <a:xfrm>
              <a:off x="10009674" y="1688215"/>
              <a:ext cx="33840" cy="13541"/>
            </a:xfrm>
            <a:custGeom>
              <a:avLst/>
              <a:gdLst/>
              <a:ahLst/>
              <a:cxnLst/>
              <a:rect l="l" t="t" r="r" b="b"/>
              <a:pathLst>
                <a:path w="1502" h="601" extrusionOk="0">
                  <a:moveTo>
                    <a:pt x="1401" y="0"/>
                  </a:moveTo>
                  <a:cubicBezTo>
                    <a:pt x="1401" y="0"/>
                    <a:pt x="967" y="0"/>
                    <a:pt x="667" y="100"/>
                  </a:cubicBezTo>
                  <a:cubicBezTo>
                    <a:pt x="400" y="134"/>
                    <a:pt x="0" y="334"/>
                    <a:pt x="0" y="334"/>
                  </a:cubicBezTo>
                  <a:lnTo>
                    <a:pt x="33" y="601"/>
                  </a:lnTo>
                  <a:cubicBezTo>
                    <a:pt x="33" y="601"/>
                    <a:pt x="500" y="601"/>
                    <a:pt x="801" y="567"/>
                  </a:cubicBezTo>
                  <a:cubicBezTo>
                    <a:pt x="1067" y="501"/>
                    <a:pt x="1501" y="267"/>
                    <a:pt x="1501" y="267"/>
                  </a:cubicBezTo>
                  <a:cubicBezTo>
                    <a:pt x="1501" y="234"/>
                    <a:pt x="1468" y="67"/>
                    <a:pt x="14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7" name="Google Shape;637;p5"/>
            <p:cNvSpPr/>
            <p:nvPr/>
          </p:nvSpPr>
          <p:spPr>
            <a:xfrm>
              <a:off x="10018686" y="1716445"/>
              <a:ext cx="24828" cy="11197"/>
            </a:xfrm>
            <a:custGeom>
              <a:avLst/>
              <a:gdLst/>
              <a:ahLst/>
              <a:cxnLst/>
              <a:rect l="l" t="t" r="r" b="b"/>
              <a:pathLst>
                <a:path w="1102" h="497" extrusionOk="0">
                  <a:moveTo>
                    <a:pt x="728" y="0"/>
                  </a:moveTo>
                  <a:cubicBezTo>
                    <a:pt x="649" y="0"/>
                    <a:pt x="567" y="4"/>
                    <a:pt x="501" y="15"/>
                  </a:cubicBezTo>
                  <a:cubicBezTo>
                    <a:pt x="301" y="48"/>
                    <a:pt x="0" y="215"/>
                    <a:pt x="0" y="215"/>
                  </a:cubicBezTo>
                  <a:lnTo>
                    <a:pt x="67" y="482"/>
                  </a:lnTo>
                  <a:cubicBezTo>
                    <a:pt x="67" y="482"/>
                    <a:pt x="215" y="497"/>
                    <a:pt x="373" y="497"/>
                  </a:cubicBezTo>
                  <a:cubicBezTo>
                    <a:pt x="453" y="497"/>
                    <a:pt x="534" y="493"/>
                    <a:pt x="601" y="482"/>
                  </a:cubicBezTo>
                  <a:cubicBezTo>
                    <a:pt x="801" y="415"/>
                    <a:pt x="1101" y="248"/>
                    <a:pt x="1101" y="248"/>
                  </a:cubicBezTo>
                  <a:cubicBezTo>
                    <a:pt x="1101" y="248"/>
                    <a:pt x="1068" y="48"/>
                    <a:pt x="1034" y="15"/>
                  </a:cubicBezTo>
                  <a:cubicBezTo>
                    <a:pt x="1034" y="15"/>
                    <a:pt x="886"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8" name="Google Shape;638;p5"/>
            <p:cNvSpPr/>
            <p:nvPr/>
          </p:nvSpPr>
          <p:spPr>
            <a:xfrm>
              <a:off x="10025445" y="1738569"/>
              <a:ext cx="19556" cy="12797"/>
            </a:xfrm>
            <a:custGeom>
              <a:avLst/>
              <a:gdLst/>
              <a:ahLst/>
              <a:cxnLst/>
              <a:rect l="l" t="t" r="r" b="b"/>
              <a:pathLst>
                <a:path w="868" h="568" extrusionOk="0">
                  <a:moveTo>
                    <a:pt x="768" y="0"/>
                  </a:moveTo>
                  <a:cubicBezTo>
                    <a:pt x="768" y="0"/>
                    <a:pt x="468" y="34"/>
                    <a:pt x="334" y="67"/>
                  </a:cubicBezTo>
                  <a:cubicBezTo>
                    <a:pt x="201" y="167"/>
                    <a:pt x="1" y="267"/>
                    <a:pt x="1" y="267"/>
                  </a:cubicBezTo>
                  <a:lnTo>
                    <a:pt x="1" y="534"/>
                  </a:lnTo>
                  <a:cubicBezTo>
                    <a:pt x="1" y="534"/>
                    <a:pt x="34" y="567"/>
                    <a:pt x="167" y="567"/>
                  </a:cubicBezTo>
                  <a:cubicBezTo>
                    <a:pt x="301" y="567"/>
                    <a:pt x="434" y="567"/>
                    <a:pt x="501" y="534"/>
                  </a:cubicBezTo>
                  <a:cubicBezTo>
                    <a:pt x="668" y="434"/>
                    <a:pt x="868" y="234"/>
                    <a:pt x="868" y="234"/>
                  </a:cubicBezTo>
                  <a:cubicBezTo>
                    <a:pt x="868" y="234"/>
                    <a:pt x="801" y="34"/>
                    <a:pt x="7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9" name="Google Shape;639;p5"/>
            <p:cNvSpPr/>
            <p:nvPr/>
          </p:nvSpPr>
          <p:spPr>
            <a:xfrm>
              <a:off x="10029951" y="1759612"/>
              <a:ext cx="24085" cy="22553"/>
            </a:xfrm>
            <a:custGeom>
              <a:avLst/>
              <a:gdLst/>
              <a:ahLst/>
              <a:cxnLst/>
              <a:rect l="l" t="t" r="r" b="b"/>
              <a:pathLst>
                <a:path w="1069" h="1001" extrusionOk="0">
                  <a:moveTo>
                    <a:pt x="935" y="0"/>
                  </a:moveTo>
                  <a:cubicBezTo>
                    <a:pt x="935" y="0"/>
                    <a:pt x="835" y="67"/>
                    <a:pt x="735" y="100"/>
                  </a:cubicBezTo>
                  <a:cubicBezTo>
                    <a:pt x="601" y="134"/>
                    <a:pt x="434" y="234"/>
                    <a:pt x="334" y="300"/>
                  </a:cubicBezTo>
                  <a:cubicBezTo>
                    <a:pt x="268" y="434"/>
                    <a:pt x="134" y="567"/>
                    <a:pt x="101" y="667"/>
                  </a:cubicBezTo>
                  <a:cubicBezTo>
                    <a:pt x="67" y="801"/>
                    <a:pt x="1" y="901"/>
                    <a:pt x="1" y="901"/>
                  </a:cubicBezTo>
                  <a:lnTo>
                    <a:pt x="234" y="1001"/>
                  </a:lnTo>
                  <a:cubicBezTo>
                    <a:pt x="234" y="1001"/>
                    <a:pt x="301" y="968"/>
                    <a:pt x="401" y="901"/>
                  </a:cubicBezTo>
                  <a:cubicBezTo>
                    <a:pt x="468" y="801"/>
                    <a:pt x="601" y="767"/>
                    <a:pt x="668" y="667"/>
                  </a:cubicBezTo>
                  <a:cubicBezTo>
                    <a:pt x="768" y="634"/>
                    <a:pt x="835" y="501"/>
                    <a:pt x="935" y="434"/>
                  </a:cubicBezTo>
                  <a:cubicBezTo>
                    <a:pt x="968" y="334"/>
                    <a:pt x="1068" y="267"/>
                    <a:pt x="1068" y="267"/>
                  </a:cubicBezTo>
                  <a:cubicBezTo>
                    <a:pt x="1068" y="267"/>
                    <a:pt x="935" y="10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0" name="Google Shape;640;p5"/>
            <p:cNvSpPr/>
            <p:nvPr/>
          </p:nvSpPr>
          <p:spPr>
            <a:xfrm>
              <a:off x="10050251" y="1791920"/>
              <a:ext cx="12797" cy="11625"/>
            </a:xfrm>
            <a:custGeom>
              <a:avLst/>
              <a:gdLst/>
              <a:ahLst/>
              <a:cxnLst/>
              <a:rect l="l" t="t" r="r" b="b"/>
              <a:pathLst>
                <a:path w="568" h="516" extrusionOk="0">
                  <a:moveTo>
                    <a:pt x="367" y="1"/>
                  </a:moveTo>
                  <a:cubicBezTo>
                    <a:pt x="367" y="34"/>
                    <a:pt x="200" y="34"/>
                    <a:pt x="134" y="34"/>
                  </a:cubicBezTo>
                  <a:lnTo>
                    <a:pt x="0" y="201"/>
                  </a:lnTo>
                  <a:lnTo>
                    <a:pt x="0" y="468"/>
                  </a:lnTo>
                  <a:cubicBezTo>
                    <a:pt x="0" y="468"/>
                    <a:pt x="34" y="468"/>
                    <a:pt x="100" y="501"/>
                  </a:cubicBezTo>
                  <a:cubicBezTo>
                    <a:pt x="134" y="512"/>
                    <a:pt x="163" y="516"/>
                    <a:pt x="192" y="516"/>
                  </a:cubicBezTo>
                  <a:cubicBezTo>
                    <a:pt x="249" y="516"/>
                    <a:pt x="301" y="501"/>
                    <a:pt x="367" y="501"/>
                  </a:cubicBezTo>
                  <a:cubicBezTo>
                    <a:pt x="434" y="468"/>
                    <a:pt x="467" y="401"/>
                    <a:pt x="534" y="334"/>
                  </a:cubicBezTo>
                  <a:cubicBezTo>
                    <a:pt x="567" y="234"/>
                    <a:pt x="567" y="201"/>
                    <a:pt x="567" y="201"/>
                  </a:cubicBezTo>
                  <a:cubicBezTo>
                    <a:pt x="567" y="201"/>
                    <a:pt x="434" y="34"/>
                    <a:pt x="3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1" name="Google Shape;641;p5"/>
            <p:cNvSpPr/>
            <p:nvPr/>
          </p:nvSpPr>
          <p:spPr>
            <a:xfrm>
              <a:off x="10217829" y="1522124"/>
              <a:ext cx="18813" cy="11288"/>
            </a:xfrm>
            <a:custGeom>
              <a:avLst/>
              <a:gdLst/>
              <a:ahLst/>
              <a:cxnLst/>
              <a:rect l="l" t="t" r="r" b="b"/>
              <a:pathLst>
                <a:path w="835" h="501" extrusionOk="0">
                  <a:moveTo>
                    <a:pt x="468" y="0"/>
                  </a:moveTo>
                  <a:cubicBezTo>
                    <a:pt x="301" y="0"/>
                    <a:pt x="68" y="34"/>
                    <a:pt x="68" y="34"/>
                  </a:cubicBezTo>
                  <a:lnTo>
                    <a:pt x="1" y="301"/>
                  </a:lnTo>
                  <a:cubicBezTo>
                    <a:pt x="1" y="301"/>
                    <a:pt x="234" y="467"/>
                    <a:pt x="401" y="501"/>
                  </a:cubicBezTo>
                  <a:cubicBezTo>
                    <a:pt x="568" y="501"/>
                    <a:pt x="835" y="434"/>
                    <a:pt x="835" y="434"/>
                  </a:cubicBezTo>
                  <a:lnTo>
                    <a:pt x="835" y="167"/>
                  </a:lnTo>
                  <a:cubicBezTo>
                    <a:pt x="835" y="167"/>
                    <a:pt x="601" y="0"/>
                    <a:pt x="4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2" name="Google Shape;642;p5"/>
            <p:cNvSpPr/>
            <p:nvPr/>
          </p:nvSpPr>
          <p:spPr>
            <a:xfrm>
              <a:off x="10219338" y="1543167"/>
              <a:ext cx="22575" cy="11288"/>
            </a:xfrm>
            <a:custGeom>
              <a:avLst/>
              <a:gdLst/>
              <a:ahLst/>
              <a:cxnLst/>
              <a:rect l="l" t="t" r="r" b="b"/>
              <a:pathLst>
                <a:path w="1002" h="501" extrusionOk="0">
                  <a:moveTo>
                    <a:pt x="501" y="0"/>
                  </a:moveTo>
                  <a:cubicBezTo>
                    <a:pt x="268" y="0"/>
                    <a:pt x="1" y="100"/>
                    <a:pt x="1" y="100"/>
                  </a:cubicBezTo>
                  <a:lnTo>
                    <a:pt x="1" y="367"/>
                  </a:lnTo>
                  <a:cubicBezTo>
                    <a:pt x="1" y="367"/>
                    <a:pt x="268" y="501"/>
                    <a:pt x="501" y="501"/>
                  </a:cubicBezTo>
                  <a:cubicBezTo>
                    <a:pt x="701" y="501"/>
                    <a:pt x="1001" y="367"/>
                    <a:pt x="1001" y="367"/>
                  </a:cubicBezTo>
                  <a:lnTo>
                    <a:pt x="1001" y="100"/>
                  </a:lnTo>
                  <a:cubicBezTo>
                    <a:pt x="1001" y="100"/>
                    <a:pt x="701" y="0"/>
                    <a:pt x="5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3" name="Google Shape;643;p5"/>
            <p:cNvSpPr/>
            <p:nvPr/>
          </p:nvSpPr>
          <p:spPr>
            <a:xfrm>
              <a:off x="10220848" y="1563466"/>
              <a:ext cx="30844" cy="12031"/>
            </a:xfrm>
            <a:custGeom>
              <a:avLst/>
              <a:gdLst/>
              <a:ahLst/>
              <a:cxnLst/>
              <a:rect l="l" t="t" r="r" b="b"/>
              <a:pathLst>
                <a:path w="1369" h="534" extrusionOk="0">
                  <a:moveTo>
                    <a:pt x="1335" y="0"/>
                  </a:moveTo>
                  <a:cubicBezTo>
                    <a:pt x="1334" y="0"/>
                    <a:pt x="934" y="0"/>
                    <a:pt x="668" y="33"/>
                  </a:cubicBezTo>
                  <a:cubicBezTo>
                    <a:pt x="434" y="100"/>
                    <a:pt x="0" y="200"/>
                    <a:pt x="0" y="200"/>
                  </a:cubicBezTo>
                  <a:lnTo>
                    <a:pt x="0" y="467"/>
                  </a:lnTo>
                  <a:cubicBezTo>
                    <a:pt x="0" y="467"/>
                    <a:pt x="434" y="534"/>
                    <a:pt x="701" y="534"/>
                  </a:cubicBezTo>
                  <a:cubicBezTo>
                    <a:pt x="1001" y="467"/>
                    <a:pt x="1368" y="267"/>
                    <a:pt x="1368" y="267"/>
                  </a:cubicBezTo>
                  <a:cubicBezTo>
                    <a:pt x="1368" y="200"/>
                    <a:pt x="1301" y="0"/>
                    <a:pt x="13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4" name="Google Shape;644;p5"/>
            <p:cNvSpPr/>
            <p:nvPr/>
          </p:nvSpPr>
          <p:spPr>
            <a:xfrm>
              <a:off x="10231369" y="1587506"/>
              <a:ext cx="27081" cy="12910"/>
            </a:xfrm>
            <a:custGeom>
              <a:avLst/>
              <a:gdLst/>
              <a:ahLst/>
              <a:cxnLst/>
              <a:rect l="l" t="t" r="r" b="b"/>
              <a:pathLst>
                <a:path w="1202" h="573" extrusionOk="0">
                  <a:moveTo>
                    <a:pt x="901" y="0"/>
                  </a:moveTo>
                  <a:cubicBezTo>
                    <a:pt x="851" y="34"/>
                    <a:pt x="784" y="34"/>
                    <a:pt x="718" y="34"/>
                  </a:cubicBezTo>
                  <a:cubicBezTo>
                    <a:pt x="651" y="34"/>
                    <a:pt x="584" y="34"/>
                    <a:pt x="534" y="67"/>
                  </a:cubicBezTo>
                  <a:cubicBezTo>
                    <a:pt x="334" y="101"/>
                    <a:pt x="0" y="234"/>
                    <a:pt x="0" y="234"/>
                  </a:cubicBezTo>
                  <a:lnTo>
                    <a:pt x="0" y="467"/>
                  </a:lnTo>
                  <a:cubicBezTo>
                    <a:pt x="0" y="467"/>
                    <a:pt x="290" y="573"/>
                    <a:pt x="542" y="573"/>
                  </a:cubicBezTo>
                  <a:cubicBezTo>
                    <a:pt x="574" y="573"/>
                    <a:pt x="605" y="571"/>
                    <a:pt x="634" y="568"/>
                  </a:cubicBezTo>
                  <a:cubicBezTo>
                    <a:pt x="734" y="534"/>
                    <a:pt x="868" y="467"/>
                    <a:pt x="1001" y="401"/>
                  </a:cubicBezTo>
                  <a:cubicBezTo>
                    <a:pt x="1135" y="301"/>
                    <a:pt x="1201" y="267"/>
                    <a:pt x="1201" y="267"/>
                  </a:cubicBezTo>
                  <a:cubicBezTo>
                    <a:pt x="1201" y="267"/>
                    <a:pt x="1135" y="67"/>
                    <a:pt x="11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5" name="Google Shape;645;p5"/>
            <p:cNvSpPr/>
            <p:nvPr/>
          </p:nvSpPr>
          <p:spPr>
            <a:xfrm>
              <a:off x="10253156" y="1605394"/>
              <a:ext cx="20322" cy="11445"/>
            </a:xfrm>
            <a:custGeom>
              <a:avLst/>
              <a:gdLst/>
              <a:ahLst/>
              <a:cxnLst/>
              <a:rect l="l" t="t" r="r" b="b"/>
              <a:pathLst>
                <a:path w="902" h="508" extrusionOk="0">
                  <a:moveTo>
                    <a:pt x="479" y="0"/>
                  </a:moveTo>
                  <a:cubicBezTo>
                    <a:pt x="451" y="0"/>
                    <a:pt x="425" y="2"/>
                    <a:pt x="401" y="7"/>
                  </a:cubicBezTo>
                  <a:cubicBezTo>
                    <a:pt x="234" y="74"/>
                    <a:pt x="1" y="174"/>
                    <a:pt x="1" y="174"/>
                  </a:cubicBezTo>
                  <a:lnTo>
                    <a:pt x="1" y="441"/>
                  </a:lnTo>
                  <a:cubicBezTo>
                    <a:pt x="1" y="441"/>
                    <a:pt x="268" y="507"/>
                    <a:pt x="501" y="507"/>
                  </a:cubicBezTo>
                  <a:cubicBezTo>
                    <a:pt x="635" y="474"/>
                    <a:pt x="901" y="307"/>
                    <a:pt x="901" y="307"/>
                  </a:cubicBezTo>
                  <a:cubicBezTo>
                    <a:pt x="901" y="307"/>
                    <a:pt x="868" y="107"/>
                    <a:pt x="868" y="74"/>
                  </a:cubicBezTo>
                  <a:cubicBezTo>
                    <a:pt x="868" y="74"/>
                    <a:pt x="648" y="0"/>
                    <a:pt x="4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6" name="Google Shape;646;p5"/>
            <p:cNvSpPr/>
            <p:nvPr/>
          </p:nvSpPr>
          <p:spPr>
            <a:xfrm>
              <a:off x="10362877" y="1634661"/>
              <a:ext cx="20322" cy="12729"/>
            </a:xfrm>
            <a:custGeom>
              <a:avLst/>
              <a:gdLst/>
              <a:ahLst/>
              <a:cxnLst/>
              <a:rect l="l" t="t" r="r" b="b"/>
              <a:pathLst>
                <a:path w="902" h="565" extrusionOk="0">
                  <a:moveTo>
                    <a:pt x="205" y="1"/>
                  </a:moveTo>
                  <a:cubicBezTo>
                    <a:pt x="109" y="1"/>
                    <a:pt x="34" y="9"/>
                    <a:pt x="34" y="9"/>
                  </a:cubicBezTo>
                  <a:lnTo>
                    <a:pt x="1" y="242"/>
                  </a:lnTo>
                  <a:cubicBezTo>
                    <a:pt x="1" y="242"/>
                    <a:pt x="201" y="476"/>
                    <a:pt x="368" y="509"/>
                  </a:cubicBezTo>
                  <a:cubicBezTo>
                    <a:pt x="439" y="552"/>
                    <a:pt x="535" y="564"/>
                    <a:pt x="622" y="564"/>
                  </a:cubicBezTo>
                  <a:cubicBezTo>
                    <a:pt x="737" y="564"/>
                    <a:pt x="835" y="543"/>
                    <a:pt x="835" y="543"/>
                  </a:cubicBezTo>
                  <a:cubicBezTo>
                    <a:pt x="835" y="543"/>
                    <a:pt x="902" y="343"/>
                    <a:pt x="868" y="309"/>
                  </a:cubicBezTo>
                  <a:cubicBezTo>
                    <a:pt x="868" y="309"/>
                    <a:pt x="668" y="109"/>
                    <a:pt x="501" y="42"/>
                  </a:cubicBezTo>
                  <a:cubicBezTo>
                    <a:pt x="418" y="9"/>
                    <a:pt x="301" y="1"/>
                    <a:pt x="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7" name="Google Shape;647;p5"/>
            <p:cNvSpPr/>
            <p:nvPr/>
          </p:nvSpPr>
          <p:spPr>
            <a:xfrm>
              <a:off x="10359880" y="1661900"/>
              <a:ext cx="26315" cy="11310"/>
            </a:xfrm>
            <a:custGeom>
              <a:avLst/>
              <a:gdLst/>
              <a:ahLst/>
              <a:cxnLst/>
              <a:rect l="l" t="t" r="r" b="b"/>
              <a:pathLst>
                <a:path w="1168" h="502" extrusionOk="0">
                  <a:moveTo>
                    <a:pt x="101" y="1"/>
                  </a:moveTo>
                  <a:cubicBezTo>
                    <a:pt x="101" y="68"/>
                    <a:pt x="0" y="268"/>
                    <a:pt x="0" y="268"/>
                  </a:cubicBezTo>
                  <a:cubicBezTo>
                    <a:pt x="0" y="268"/>
                    <a:pt x="34" y="301"/>
                    <a:pt x="167" y="401"/>
                  </a:cubicBezTo>
                  <a:lnTo>
                    <a:pt x="534" y="501"/>
                  </a:lnTo>
                  <a:cubicBezTo>
                    <a:pt x="668" y="501"/>
                    <a:pt x="834" y="501"/>
                    <a:pt x="968" y="468"/>
                  </a:cubicBezTo>
                  <a:cubicBezTo>
                    <a:pt x="1101" y="434"/>
                    <a:pt x="1168" y="401"/>
                    <a:pt x="1168" y="401"/>
                  </a:cubicBezTo>
                  <a:cubicBezTo>
                    <a:pt x="1168" y="401"/>
                    <a:pt x="1135" y="168"/>
                    <a:pt x="1135" y="134"/>
                  </a:cubicBezTo>
                  <a:cubicBezTo>
                    <a:pt x="1135" y="134"/>
                    <a:pt x="1035" y="134"/>
                    <a:pt x="968" y="101"/>
                  </a:cubicBezTo>
                  <a:cubicBezTo>
                    <a:pt x="834" y="68"/>
                    <a:pt x="701" y="1"/>
                    <a:pt x="6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8" name="Google Shape;648;p5"/>
            <p:cNvSpPr/>
            <p:nvPr/>
          </p:nvSpPr>
          <p:spPr>
            <a:xfrm>
              <a:off x="10364386" y="1689724"/>
              <a:ext cx="24828" cy="11288"/>
            </a:xfrm>
            <a:custGeom>
              <a:avLst/>
              <a:gdLst/>
              <a:ahLst/>
              <a:cxnLst/>
              <a:rect l="l" t="t" r="r" b="b"/>
              <a:pathLst>
                <a:path w="1102" h="501" extrusionOk="0">
                  <a:moveTo>
                    <a:pt x="501" y="0"/>
                  </a:moveTo>
                  <a:cubicBezTo>
                    <a:pt x="301" y="0"/>
                    <a:pt x="1" y="100"/>
                    <a:pt x="1" y="100"/>
                  </a:cubicBezTo>
                  <a:lnTo>
                    <a:pt x="1" y="367"/>
                  </a:lnTo>
                  <a:cubicBezTo>
                    <a:pt x="1" y="367"/>
                    <a:pt x="334" y="500"/>
                    <a:pt x="568" y="500"/>
                  </a:cubicBezTo>
                  <a:cubicBezTo>
                    <a:pt x="801" y="500"/>
                    <a:pt x="1101" y="300"/>
                    <a:pt x="1101" y="300"/>
                  </a:cubicBezTo>
                  <a:cubicBezTo>
                    <a:pt x="1101" y="300"/>
                    <a:pt x="1068" y="100"/>
                    <a:pt x="1001" y="33"/>
                  </a:cubicBezTo>
                  <a:cubicBezTo>
                    <a:pt x="1001" y="33"/>
                    <a:pt x="668" y="0"/>
                    <a:pt x="5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9" name="Google Shape;649;p5"/>
            <p:cNvSpPr/>
            <p:nvPr/>
          </p:nvSpPr>
          <p:spPr>
            <a:xfrm>
              <a:off x="10377161" y="1720523"/>
              <a:ext cx="24085" cy="11310"/>
            </a:xfrm>
            <a:custGeom>
              <a:avLst/>
              <a:gdLst/>
              <a:ahLst/>
              <a:cxnLst/>
              <a:rect l="l" t="t" r="r" b="b"/>
              <a:pathLst>
                <a:path w="1069" h="502" extrusionOk="0">
                  <a:moveTo>
                    <a:pt x="534" y="1"/>
                  </a:moveTo>
                  <a:cubicBezTo>
                    <a:pt x="334" y="1"/>
                    <a:pt x="1" y="134"/>
                    <a:pt x="1" y="134"/>
                  </a:cubicBezTo>
                  <a:lnTo>
                    <a:pt x="1" y="368"/>
                  </a:lnTo>
                  <a:cubicBezTo>
                    <a:pt x="1" y="368"/>
                    <a:pt x="334" y="501"/>
                    <a:pt x="534" y="501"/>
                  </a:cubicBezTo>
                  <a:cubicBezTo>
                    <a:pt x="735" y="501"/>
                    <a:pt x="1068" y="368"/>
                    <a:pt x="1068" y="368"/>
                  </a:cubicBezTo>
                  <a:lnTo>
                    <a:pt x="1068" y="134"/>
                  </a:lnTo>
                  <a:cubicBezTo>
                    <a:pt x="1068" y="134"/>
                    <a:pt x="735" y="1"/>
                    <a:pt x="5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0" name="Google Shape;650;p5"/>
            <p:cNvSpPr/>
            <p:nvPr/>
          </p:nvSpPr>
          <p:spPr>
            <a:xfrm>
              <a:off x="10145868" y="1949225"/>
              <a:ext cx="442512" cy="241792"/>
            </a:xfrm>
            <a:custGeom>
              <a:avLst/>
              <a:gdLst/>
              <a:ahLst/>
              <a:cxnLst/>
              <a:rect l="l" t="t" r="r" b="b"/>
              <a:pathLst>
                <a:path w="19641" h="10732" extrusionOk="0">
                  <a:moveTo>
                    <a:pt x="3739" y="0"/>
                  </a:moveTo>
                  <a:cubicBezTo>
                    <a:pt x="3498" y="0"/>
                    <a:pt x="3258" y="30"/>
                    <a:pt x="3028" y="90"/>
                  </a:cubicBezTo>
                  <a:cubicBezTo>
                    <a:pt x="2828" y="190"/>
                    <a:pt x="2661" y="224"/>
                    <a:pt x="2494" y="324"/>
                  </a:cubicBezTo>
                  <a:cubicBezTo>
                    <a:pt x="2328" y="391"/>
                    <a:pt x="2161" y="491"/>
                    <a:pt x="2027" y="591"/>
                  </a:cubicBezTo>
                  <a:cubicBezTo>
                    <a:pt x="1761" y="824"/>
                    <a:pt x="1527" y="1091"/>
                    <a:pt x="1427" y="1391"/>
                  </a:cubicBezTo>
                  <a:cubicBezTo>
                    <a:pt x="1127" y="1992"/>
                    <a:pt x="993" y="2492"/>
                    <a:pt x="827" y="2859"/>
                  </a:cubicBezTo>
                  <a:cubicBezTo>
                    <a:pt x="660" y="3259"/>
                    <a:pt x="493" y="3560"/>
                    <a:pt x="360" y="3726"/>
                  </a:cubicBezTo>
                  <a:cubicBezTo>
                    <a:pt x="293" y="3826"/>
                    <a:pt x="260" y="3893"/>
                    <a:pt x="193" y="3926"/>
                  </a:cubicBezTo>
                  <a:cubicBezTo>
                    <a:pt x="159" y="3993"/>
                    <a:pt x="126" y="3993"/>
                    <a:pt x="126" y="3993"/>
                  </a:cubicBezTo>
                  <a:cubicBezTo>
                    <a:pt x="0" y="4119"/>
                    <a:pt x="65" y="4340"/>
                    <a:pt x="204" y="4340"/>
                  </a:cubicBezTo>
                  <a:cubicBezTo>
                    <a:pt x="249" y="4340"/>
                    <a:pt x="303" y="4317"/>
                    <a:pt x="360" y="4260"/>
                  </a:cubicBezTo>
                  <a:lnTo>
                    <a:pt x="460" y="4193"/>
                  </a:lnTo>
                  <a:lnTo>
                    <a:pt x="660" y="3993"/>
                  </a:lnTo>
                  <a:cubicBezTo>
                    <a:pt x="827" y="3760"/>
                    <a:pt x="1027" y="3493"/>
                    <a:pt x="1194" y="3059"/>
                  </a:cubicBezTo>
                  <a:cubicBezTo>
                    <a:pt x="1427" y="2692"/>
                    <a:pt x="1594" y="2192"/>
                    <a:pt x="1827" y="1692"/>
                  </a:cubicBezTo>
                  <a:cubicBezTo>
                    <a:pt x="1961" y="1491"/>
                    <a:pt x="2128" y="1225"/>
                    <a:pt x="2328" y="1058"/>
                  </a:cubicBezTo>
                  <a:cubicBezTo>
                    <a:pt x="2528" y="891"/>
                    <a:pt x="2828" y="758"/>
                    <a:pt x="3128" y="691"/>
                  </a:cubicBezTo>
                  <a:cubicBezTo>
                    <a:pt x="3289" y="657"/>
                    <a:pt x="3452" y="640"/>
                    <a:pt x="3616" y="640"/>
                  </a:cubicBezTo>
                  <a:cubicBezTo>
                    <a:pt x="4095" y="640"/>
                    <a:pt x="4573" y="784"/>
                    <a:pt x="4996" y="1058"/>
                  </a:cubicBezTo>
                  <a:cubicBezTo>
                    <a:pt x="5263" y="1225"/>
                    <a:pt x="5497" y="1491"/>
                    <a:pt x="5697" y="1758"/>
                  </a:cubicBezTo>
                  <a:cubicBezTo>
                    <a:pt x="5830" y="1925"/>
                    <a:pt x="5864" y="2058"/>
                    <a:pt x="5964" y="2225"/>
                  </a:cubicBezTo>
                  <a:cubicBezTo>
                    <a:pt x="5997" y="2392"/>
                    <a:pt x="6097" y="2592"/>
                    <a:pt x="6164" y="2759"/>
                  </a:cubicBezTo>
                  <a:cubicBezTo>
                    <a:pt x="6331" y="3159"/>
                    <a:pt x="6497" y="3526"/>
                    <a:pt x="6831" y="3860"/>
                  </a:cubicBezTo>
                  <a:cubicBezTo>
                    <a:pt x="6998" y="4027"/>
                    <a:pt x="7198" y="4193"/>
                    <a:pt x="7431" y="4260"/>
                  </a:cubicBezTo>
                  <a:cubicBezTo>
                    <a:pt x="7531" y="4327"/>
                    <a:pt x="7631" y="4360"/>
                    <a:pt x="7765" y="4393"/>
                  </a:cubicBezTo>
                  <a:cubicBezTo>
                    <a:pt x="7865" y="4427"/>
                    <a:pt x="7998" y="4427"/>
                    <a:pt x="8132" y="4427"/>
                  </a:cubicBezTo>
                  <a:cubicBezTo>
                    <a:pt x="8632" y="4427"/>
                    <a:pt x="8999" y="4260"/>
                    <a:pt x="9333" y="4093"/>
                  </a:cubicBezTo>
                  <a:cubicBezTo>
                    <a:pt x="9633" y="3993"/>
                    <a:pt x="9966" y="3826"/>
                    <a:pt x="10267" y="3660"/>
                  </a:cubicBezTo>
                  <a:cubicBezTo>
                    <a:pt x="10700" y="3393"/>
                    <a:pt x="11201" y="3193"/>
                    <a:pt x="11668" y="3193"/>
                  </a:cubicBezTo>
                  <a:cubicBezTo>
                    <a:pt x="12135" y="3193"/>
                    <a:pt x="12635" y="3393"/>
                    <a:pt x="13102" y="3726"/>
                  </a:cubicBezTo>
                  <a:cubicBezTo>
                    <a:pt x="13336" y="3893"/>
                    <a:pt x="13536" y="4060"/>
                    <a:pt x="13803" y="4227"/>
                  </a:cubicBezTo>
                  <a:cubicBezTo>
                    <a:pt x="13969" y="4393"/>
                    <a:pt x="14203" y="4560"/>
                    <a:pt x="14336" y="4760"/>
                  </a:cubicBezTo>
                  <a:cubicBezTo>
                    <a:pt x="14637" y="5161"/>
                    <a:pt x="14837" y="5661"/>
                    <a:pt x="14937" y="6161"/>
                  </a:cubicBezTo>
                  <a:cubicBezTo>
                    <a:pt x="15037" y="6662"/>
                    <a:pt x="15104" y="7162"/>
                    <a:pt x="15170" y="7596"/>
                  </a:cubicBezTo>
                  <a:cubicBezTo>
                    <a:pt x="15204" y="8063"/>
                    <a:pt x="15337" y="8530"/>
                    <a:pt x="15504" y="8863"/>
                  </a:cubicBezTo>
                  <a:cubicBezTo>
                    <a:pt x="15671" y="9230"/>
                    <a:pt x="15871" y="9497"/>
                    <a:pt x="16038" y="9664"/>
                  </a:cubicBezTo>
                  <a:cubicBezTo>
                    <a:pt x="16204" y="9831"/>
                    <a:pt x="16371" y="9897"/>
                    <a:pt x="16438" y="9931"/>
                  </a:cubicBezTo>
                  <a:lnTo>
                    <a:pt x="16371" y="9931"/>
                  </a:lnTo>
                  <a:cubicBezTo>
                    <a:pt x="16972" y="10364"/>
                    <a:pt x="17505" y="10498"/>
                    <a:pt x="17872" y="10565"/>
                  </a:cubicBezTo>
                  <a:cubicBezTo>
                    <a:pt x="18306" y="10665"/>
                    <a:pt x="18606" y="10698"/>
                    <a:pt x="18806" y="10698"/>
                  </a:cubicBezTo>
                  <a:cubicBezTo>
                    <a:pt x="19206" y="10731"/>
                    <a:pt x="19307" y="10731"/>
                    <a:pt x="19307" y="10731"/>
                  </a:cubicBezTo>
                  <a:cubicBezTo>
                    <a:pt x="19607" y="10731"/>
                    <a:pt x="19640" y="10431"/>
                    <a:pt x="19440" y="10331"/>
                  </a:cubicBezTo>
                  <a:cubicBezTo>
                    <a:pt x="19440" y="10331"/>
                    <a:pt x="19340" y="10331"/>
                    <a:pt x="18940" y="10264"/>
                  </a:cubicBezTo>
                  <a:cubicBezTo>
                    <a:pt x="18706" y="10231"/>
                    <a:pt x="18439" y="10231"/>
                    <a:pt x="18039" y="10164"/>
                  </a:cubicBezTo>
                  <a:cubicBezTo>
                    <a:pt x="17672" y="10064"/>
                    <a:pt x="17205" y="9931"/>
                    <a:pt x="16771" y="9564"/>
                  </a:cubicBezTo>
                  <a:lnTo>
                    <a:pt x="16705" y="9564"/>
                  </a:lnTo>
                  <a:cubicBezTo>
                    <a:pt x="16638" y="9497"/>
                    <a:pt x="16271" y="9230"/>
                    <a:pt x="16004" y="8663"/>
                  </a:cubicBezTo>
                  <a:cubicBezTo>
                    <a:pt x="15871" y="8363"/>
                    <a:pt x="15804" y="7996"/>
                    <a:pt x="15771" y="7529"/>
                  </a:cubicBezTo>
                  <a:cubicBezTo>
                    <a:pt x="15671" y="7062"/>
                    <a:pt x="15637" y="6562"/>
                    <a:pt x="15537" y="6028"/>
                  </a:cubicBezTo>
                  <a:cubicBezTo>
                    <a:pt x="15470" y="5494"/>
                    <a:pt x="15270" y="4860"/>
                    <a:pt x="14870" y="4360"/>
                  </a:cubicBezTo>
                  <a:cubicBezTo>
                    <a:pt x="14703" y="4060"/>
                    <a:pt x="14470" y="3893"/>
                    <a:pt x="14203" y="3660"/>
                  </a:cubicBezTo>
                  <a:cubicBezTo>
                    <a:pt x="13969" y="3426"/>
                    <a:pt x="13769" y="3259"/>
                    <a:pt x="13502" y="3093"/>
                  </a:cubicBezTo>
                  <a:cubicBezTo>
                    <a:pt x="13002" y="2759"/>
                    <a:pt x="12435" y="2392"/>
                    <a:pt x="11701" y="2392"/>
                  </a:cubicBezTo>
                  <a:cubicBezTo>
                    <a:pt x="11001" y="2425"/>
                    <a:pt x="10467" y="2692"/>
                    <a:pt x="9966" y="2926"/>
                  </a:cubicBezTo>
                  <a:cubicBezTo>
                    <a:pt x="9666" y="3059"/>
                    <a:pt x="9366" y="3226"/>
                    <a:pt x="9032" y="3393"/>
                  </a:cubicBezTo>
                  <a:cubicBezTo>
                    <a:pt x="8766" y="3560"/>
                    <a:pt x="8465" y="3693"/>
                    <a:pt x="8165" y="3693"/>
                  </a:cubicBezTo>
                  <a:cubicBezTo>
                    <a:pt x="8098" y="3660"/>
                    <a:pt x="8032" y="3660"/>
                    <a:pt x="7965" y="3660"/>
                  </a:cubicBezTo>
                  <a:cubicBezTo>
                    <a:pt x="7865" y="3593"/>
                    <a:pt x="7832" y="3593"/>
                    <a:pt x="7765" y="3560"/>
                  </a:cubicBezTo>
                  <a:cubicBezTo>
                    <a:pt x="7598" y="3526"/>
                    <a:pt x="7498" y="3393"/>
                    <a:pt x="7365" y="3326"/>
                  </a:cubicBezTo>
                  <a:cubicBezTo>
                    <a:pt x="7164" y="3093"/>
                    <a:pt x="6998" y="2759"/>
                    <a:pt x="6831" y="2425"/>
                  </a:cubicBezTo>
                  <a:cubicBezTo>
                    <a:pt x="6798" y="2259"/>
                    <a:pt x="6697" y="2092"/>
                    <a:pt x="6631" y="1892"/>
                  </a:cubicBezTo>
                  <a:cubicBezTo>
                    <a:pt x="6531" y="1725"/>
                    <a:pt x="6431" y="1525"/>
                    <a:pt x="6297" y="1358"/>
                  </a:cubicBezTo>
                  <a:cubicBezTo>
                    <a:pt x="6030" y="991"/>
                    <a:pt x="5697" y="691"/>
                    <a:pt x="5363" y="491"/>
                  </a:cubicBezTo>
                  <a:cubicBezTo>
                    <a:pt x="4873" y="164"/>
                    <a:pt x="4301" y="0"/>
                    <a:pt x="3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1" name="Google Shape;651;p5"/>
            <p:cNvSpPr/>
            <p:nvPr/>
          </p:nvSpPr>
          <p:spPr>
            <a:xfrm>
              <a:off x="10241147" y="1982299"/>
              <a:ext cx="23319" cy="10319"/>
            </a:xfrm>
            <a:custGeom>
              <a:avLst/>
              <a:gdLst/>
              <a:ahLst/>
              <a:cxnLst/>
              <a:rect l="l" t="t" r="r" b="b"/>
              <a:pathLst>
                <a:path w="1035" h="458" extrusionOk="0">
                  <a:moveTo>
                    <a:pt x="610" y="0"/>
                  </a:moveTo>
                  <a:cubicBezTo>
                    <a:pt x="559" y="0"/>
                    <a:pt x="509" y="7"/>
                    <a:pt x="467" y="23"/>
                  </a:cubicBezTo>
                  <a:cubicBezTo>
                    <a:pt x="400" y="23"/>
                    <a:pt x="267" y="57"/>
                    <a:pt x="167" y="123"/>
                  </a:cubicBezTo>
                  <a:cubicBezTo>
                    <a:pt x="67" y="224"/>
                    <a:pt x="0" y="257"/>
                    <a:pt x="0" y="257"/>
                  </a:cubicBezTo>
                  <a:lnTo>
                    <a:pt x="133" y="457"/>
                  </a:lnTo>
                  <a:lnTo>
                    <a:pt x="567" y="457"/>
                  </a:lnTo>
                  <a:cubicBezTo>
                    <a:pt x="734" y="424"/>
                    <a:pt x="1034" y="257"/>
                    <a:pt x="1034" y="257"/>
                  </a:cubicBezTo>
                  <a:cubicBezTo>
                    <a:pt x="1034" y="257"/>
                    <a:pt x="967" y="57"/>
                    <a:pt x="934" y="57"/>
                  </a:cubicBezTo>
                  <a:cubicBezTo>
                    <a:pt x="934" y="57"/>
                    <a:pt x="765" y="0"/>
                    <a:pt x="6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2" name="Google Shape;652;p5"/>
            <p:cNvSpPr/>
            <p:nvPr/>
          </p:nvSpPr>
          <p:spPr>
            <a:xfrm>
              <a:off x="10243400" y="2005370"/>
              <a:ext cx="26315" cy="11288"/>
            </a:xfrm>
            <a:custGeom>
              <a:avLst/>
              <a:gdLst/>
              <a:ahLst/>
              <a:cxnLst/>
              <a:rect l="l" t="t" r="r" b="b"/>
              <a:pathLst>
                <a:path w="1168" h="501" extrusionOk="0">
                  <a:moveTo>
                    <a:pt x="601" y="0"/>
                  </a:moveTo>
                  <a:cubicBezTo>
                    <a:pt x="334" y="0"/>
                    <a:pt x="0" y="100"/>
                    <a:pt x="0" y="100"/>
                  </a:cubicBezTo>
                  <a:lnTo>
                    <a:pt x="0" y="367"/>
                  </a:lnTo>
                  <a:cubicBezTo>
                    <a:pt x="0" y="367"/>
                    <a:pt x="367" y="500"/>
                    <a:pt x="601" y="500"/>
                  </a:cubicBezTo>
                  <a:cubicBezTo>
                    <a:pt x="834" y="500"/>
                    <a:pt x="1168" y="367"/>
                    <a:pt x="1168" y="367"/>
                  </a:cubicBezTo>
                  <a:lnTo>
                    <a:pt x="1168" y="100"/>
                  </a:lnTo>
                  <a:cubicBezTo>
                    <a:pt x="1168" y="100"/>
                    <a:pt x="801"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3" name="Google Shape;653;p5"/>
            <p:cNvSpPr/>
            <p:nvPr/>
          </p:nvSpPr>
          <p:spPr>
            <a:xfrm>
              <a:off x="10247906" y="2024565"/>
              <a:ext cx="24828" cy="11625"/>
            </a:xfrm>
            <a:custGeom>
              <a:avLst/>
              <a:gdLst/>
              <a:ahLst/>
              <a:cxnLst/>
              <a:rect l="l" t="t" r="r" b="b"/>
              <a:pathLst>
                <a:path w="1102" h="516" extrusionOk="0">
                  <a:moveTo>
                    <a:pt x="633" y="1"/>
                  </a:moveTo>
                  <a:cubicBezTo>
                    <a:pt x="590" y="1"/>
                    <a:pt x="545" y="4"/>
                    <a:pt x="501" y="15"/>
                  </a:cubicBezTo>
                  <a:cubicBezTo>
                    <a:pt x="401" y="15"/>
                    <a:pt x="267" y="82"/>
                    <a:pt x="167" y="182"/>
                  </a:cubicBezTo>
                  <a:cubicBezTo>
                    <a:pt x="67" y="249"/>
                    <a:pt x="0" y="349"/>
                    <a:pt x="0" y="349"/>
                  </a:cubicBezTo>
                  <a:lnTo>
                    <a:pt x="167" y="516"/>
                  </a:lnTo>
                  <a:cubicBezTo>
                    <a:pt x="167" y="482"/>
                    <a:pt x="434" y="482"/>
                    <a:pt x="601" y="416"/>
                  </a:cubicBezTo>
                  <a:cubicBezTo>
                    <a:pt x="767" y="382"/>
                    <a:pt x="1068" y="249"/>
                    <a:pt x="1068" y="249"/>
                  </a:cubicBezTo>
                  <a:cubicBezTo>
                    <a:pt x="1068" y="249"/>
                    <a:pt x="1068" y="49"/>
                    <a:pt x="1101" y="49"/>
                  </a:cubicBezTo>
                  <a:cubicBezTo>
                    <a:pt x="1101" y="49"/>
                    <a:pt x="1001" y="15"/>
                    <a:pt x="868" y="15"/>
                  </a:cubicBezTo>
                  <a:cubicBezTo>
                    <a:pt x="801" y="15"/>
                    <a:pt x="719" y="1"/>
                    <a:pt x="6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4" name="Google Shape;654;p5"/>
            <p:cNvSpPr/>
            <p:nvPr/>
          </p:nvSpPr>
          <p:spPr>
            <a:xfrm>
              <a:off x="10262934" y="2050452"/>
              <a:ext cx="22575" cy="11288"/>
            </a:xfrm>
            <a:custGeom>
              <a:avLst/>
              <a:gdLst/>
              <a:ahLst/>
              <a:cxnLst/>
              <a:rect l="l" t="t" r="r" b="b"/>
              <a:pathLst>
                <a:path w="1002" h="501" extrusionOk="0">
                  <a:moveTo>
                    <a:pt x="467" y="1"/>
                  </a:moveTo>
                  <a:cubicBezTo>
                    <a:pt x="301" y="1"/>
                    <a:pt x="0" y="101"/>
                    <a:pt x="0" y="101"/>
                  </a:cubicBezTo>
                  <a:lnTo>
                    <a:pt x="0" y="367"/>
                  </a:lnTo>
                  <a:cubicBezTo>
                    <a:pt x="0" y="367"/>
                    <a:pt x="301" y="501"/>
                    <a:pt x="501" y="501"/>
                  </a:cubicBezTo>
                  <a:cubicBezTo>
                    <a:pt x="734" y="501"/>
                    <a:pt x="1001" y="334"/>
                    <a:pt x="1001" y="334"/>
                  </a:cubicBezTo>
                  <a:cubicBezTo>
                    <a:pt x="1001" y="267"/>
                    <a:pt x="968" y="67"/>
                    <a:pt x="934" y="34"/>
                  </a:cubicBezTo>
                  <a:cubicBezTo>
                    <a:pt x="934" y="34"/>
                    <a:pt x="634" y="1"/>
                    <a:pt x="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5" name="Google Shape;655;p5"/>
            <p:cNvSpPr/>
            <p:nvPr/>
          </p:nvSpPr>
          <p:spPr>
            <a:xfrm>
              <a:off x="10441056" y="2066989"/>
              <a:ext cx="18790" cy="11288"/>
            </a:xfrm>
            <a:custGeom>
              <a:avLst/>
              <a:gdLst/>
              <a:ahLst/>
              <a:cxnLst/>
              <a:rect l="l" t="t" r="r" b="b"/>
              <a:pathLst>
                <a:path w="834" h="501" extrusionOk="0">
                  <a:moveTo>
                    <a:pt x="434" y="0"/>
                  </a:moveTo>
                  <a:cubicBezTo>
                    <a:pt x="234" y="0"/>
                    <a:pt x="0" y="100"/>
                    <a:pt x="0" y="100"/>
                  </a:cubicBezTo>
                  <a:lnTo>
                    <a:pt x="0" y="334"/>
                  </a:lnTo>
                  <a:cubicBezTo>
                    <a:pt x="0" y="334"/>
                    <a:pt x="234" y="501"/>
                    <a:pt x="367" y="501"/>
                  </a:cubicBezTo>
                  <a:cubicBezTo>
                    <a:pt x="567" y="501"/>
                    <a:pt x="834" y="434"/>
                    <a:pt x="834" y="434"/>
                  </a:cubicBezTo>
                  <a:lnTo>
                    <a:pt x="834" y="167"/>
                  </a:lnTo>
                  <a:cubicBezTo>
                    <a:pt x="834" y="167"/>
                    <a:pt x="567" y="0"/>
                    <a:pt x="4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6" name="Google Shape;656;p5"/>
            <p:cNvSpPr/>
            <p:nvPr/>
          </p:nvSpPr>
          <p:spPr>
            <a:xfrm>
              <a:off x="10437293" y="2097810"/>
              <a:ext cx="24828" cy="11806"/>
            </a:xfrm>
            <a:custGeom>
              <a:avLst/>
              <a:gdLst/>
              <a:ahLst/>
              <a:cxnLst/>
              <a:rect l="l" t="t" r="r" b="b"/>
              <a:pathLst>
                <a:path w="1102" h="524" extrusionOk="0">
                  <a:moveTo>
                    <a:pt x="501" y="0"/>
                  </a:moveTo>
                  <a:cubicBezTo>
                    <a:pt x="334" y="67"/>
                    <a:pt x="34" y="234"/>
                    <a:pt x="34" y="234"/>
                  </a:cubicBezTo>
                  <a:cubicBezTo>
                    <a:pt x="0" y="234"/>
                    <a:pt x="67" y="467"/>
                    <a:pt x="67" y="467"/>
                  </a:cubicBezTo>
                  <a:cubicBezTo>
                    <a:pt x="67" y="467"/>
                    <a:pt x="236" y="523"/>
                    <a:pt x="405" y="523"/>
                  </a:cubicBezTo>
                  <a:cubicBezTo>
                    <a:pt x="461" y="523"/>
                    <a:pt x="517" y="517"/>
                    <a:pt x="567" y="500"/>
                  </a:cubicBezTo>
                  <a:cubicBezTo>
                    <a:pt x="701" y="500"/>
                    <a:pt x="834" y="467"/>
                    <a:pt x="901" y="400"/>
                  </a:cubicBezTo>
                  <a:cubicBezTo>
                    <a:pt x="1001" y="300"/>
                    <a:pt x="1068" y="267"/>
                    <a:pt x="1068" y="267"/>
                  </a:cubicBezTo>
                  <a:cubicBezTo>
                    <a:pt x="1101" y="267"/>
                    <a:pt x="1001" y="100"/>
                    <a:pt x="9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7" name="Google Shape;657;p5"/>
            <p:cNvSpPr/>
            <p:nvPr/>
          </p:nvSpPr>
          <p:spPr>
            <a:xfrm>
              <a:off x="10438803" y="2125252"/>
              <a:ext cx="25572" cy="12617"/>
            </a:xfrm>
            <a:custGeom>
              <a:avLst/>
              <a:gdLst/>
              <a:ahLst/>
              <a:cxnLst/>
              <a:rect l="l" t="t" r="r" b="b"/>
              <a:pathLst>
                <a:path w="1135" h="560" extrusionOk="0">
                  <a:moveTo>
                    <a:pt x="990" y="1"/>
                  </a:moveTo>
                  <a:cubicBezTo>
                    <a:pt x="981" y="1"/>
                    <a:pt x="973" y="5"/>
                    <a:pt x="967" y="16"/>
                  </a:cubicBezTo>
                  <a:cubicBezTo>
                    <a:pt x="967" y="16"/>
                    <a:pt x="867" y="50"/>
                    <a:pt x="801" y="50"/>
                  </a:cubicBezTo>
                  <a:cubicBezTo>
                    <a:pt x="701" y="50"/>
                    <a:pt x="600" y="50"/>
                    <a:pt x="500" y="83"/>
                  </a:cubicBezTo>
                  <a:cubicBezTo>
                    <a:pt x="300" y="116"/>
                    <a:pt x="0" y="250"/>
                    <a:pt x="0" y="250"/>
                  </a:cubicBezTo>
                  <a:lnTo>
                    <a:pt x="0" y="517"/>
                  </a:lnTo>
                  <a:cubicBezTo>
                    <a:pt x="0" y="517"/>
                    <a:pt x="213" y="559"/>
                    <a:pt x="436" y="559"/>
                  </a:cubicBezTo>
                  <a:cubicBezTo>
                    <a:pt x="491" y="559"/>
                    <a:pt x="547" y="557"/>
                    <a:pt x="600" y="550"/>
                  </a:cubicBezTo>
                  <a:cubicBezTo>
                    <a:pt x="701" y="517"/>
                    <a:pt x="867" y="417"/>
                    <a:pt x="967" y="350"/>
                  </a:cubicBezTo>
                  <a:cubicBezTo>
                    <a:pt x="1101" y="250"/>
                    <a:pt x="1134" y="183"/>
                    <a:pt x="1134" y="183"/>
                  </a:cubicBezTo>
                  <a:cubicBezTo>
                    <a:pt x="1134" y="127"/>
                    <a:pt x="1040" y="1"/>
                    <a:pt x="9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8" name="Google Shape;658;p5"/>
            <p:cNvSpPr/>
            <p:nvPr/>
          </p:nvSpPr>
          <p:spPr>
            <a:xfrm>
              <a:off x="10450068" y="2152671"/>
              <a:ext cx="24828" cy="11625"/>
            </a:xfrm>
            <a:custGeom>
              <a:avLst/>
              <a:gdLst/>
              <a:ahLst/>
              <a:cxnLst/>
              <a:rect l="l" t="t" r="r" b="b"/>
              <a:pathLst>
                <a:path w="1102" h="516" extrusionOk="0">
                  <a:moveTo>
                    <a:pt x="1001" y="0"/>
                  </a:moveTo>
                  <a:cubicBezTo>
                    <a:pt x="1001" y="0"/>
                    <a:pt x="668" y="0"/>
                    <a:pt x="501" y="33"/>
                  </a:cubicBezTo>
                  <a:cubicBezTo>
                    <a:pt x="301" y="67"/>
                    <a:pt x="0" y="234"/>
                    <a:pt x="0" y="234"/>
                  </a:cubicBezTo>
                  <a:lnTo>
                    <a:pt x="34" y="500"/>
                  </a:lnTo>
                  <a:cubicBezTo>
                    <a:pt x="34" y="500"/>
                    <a:pt x="182" y="515"/>
                    <a:pt x="350" y="515"/>
                  </a:cubicBezTo>
                  <a:cubicBezTo>
                    <a:pt x="434" y="515"/>
                    <a:pt x="523" y="512"/>
                    <a:pt x="601" y="500"/>
                  </a:cubicBezTo>
                  <a:cubicBezTo>
                    <a:pt x="801" y="400"/>
                    <a:pt x="1101" y="200"/>
                    <a:pt x="1101" y="200"/>
                  </a:cubicBez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9" name="Google Shape;659;p5"/>
            <p:cNvSpPr/>
            <p:nvPr/>
          </p:nvSpPr>
          <p:spPr>
            <a:xfrm>
              <a:off x="10476360" y="2165445"/>
              <a:ext cx="14307" cy="15050"/>
            </a:xfrm>
            <a:custGeom>
              <a:avLst/>
              <a:gdLst/>
              <a:ahLst/>
              <a:cxnLst/>
              <a:rect l="l" t="t" r="r" b="b"/>
              <a:pathLst>
                <a:path w="635" h="668" extrusionOk="0">
                  <a:moveTo>
                    <a:pt x="334" y="0"/>
                  </a:moveTo>
                  <a:lnTo>
                    <a:pt x="268" y="100"/>
                  </a:lnTo>
                  <a:cubicBezTo>
                    <a:pt x="201" y="134"/>
                    <a:pt x="134" y="167"/>
                    <a:pt x="134" y="234"/>
                  </a:cubicBezTo>
                  <a:cubicBezTo>
                    <a:pt x="101" y="267"/>
                    <a:pt x="1" y="467"/>
                    <a:pt x="1" y="467"/>
                  </a:cubicBezTo>
                  <a:cubicBezTo>
                    <a:pt x="1" y="467"/>
                    <a:pt x="134" y="634"/>
                    <a:pt x="201" y="667"/>
                  </a:cubicBezTo>
                  <a:cubicBezTo>
                    <a:pt x="201" y="667"/>
                    <a:pt x="268" y="667"/>
                    <a:pt x="334" y="634"/>
                  </a:cubicBezTo>
                  <a:cubicBezTo>
                    <a:pt x="435" y="601"/>
                    <a:pt x="501" y="567"/>
                    <a:pt x="535" y="467"/>
                  </a:cubicBezTo>
                  <a:cubicBezTo>
                    <a:pt x="635" y="400"/>
                    <a:pt x="635" y="267"/>
                    <a:pt x="635" y="167"/>
                  </a:cubicBezTo>
                  <a:cubicBezTo>
                    <a:pt x="635" y="67"/>
                    <a:pt x="601"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0" name="Google Shape;660;p5"/>
            <p:cNvSpPr/>
            <p:nvPr/>
          </p:nvSpPr>
          <p:spPr>
            <a:xfrm>
              <a:off x="10498913" y="2186488"/>
              <a:ext cx="12054" cy="18813"/>
            </a:xfrm>
            <a:custGeom>
              <a:avLst/>
              <a:gdLst/>
              <a:ahLst/>
              <a:cxnLst/>
              <a:rect l="l" t="t" r="r" b="b"/>
              <a:pathLst>
                <a:path w="535" h="835" extrusionOk="0">
                  <a:moveTo>
                    <a:pt x="201" y="0"/>
                  </a:moveTo>
                  <a:cubicBezTo>
                    <a:pt x="201" y="0"/>
                    <a:pt x="167" y="34"/>
                    <a:pt x="134" y="134"/>
                  </a:cubicBezTo>
                  <a:cubicBezTo>
                    <a:pt x="134" y="200"/>
                    <a:pt x="34" y="234"/>
                    <a:pt x="34" y="334"/>
                  </a:cubicBezTo>
                  <a:cubicBezTo>
                    <a:pt x="1" y="400"/>
                    <a:pt x="1" y="667"/>
                    <a:pt x="1" y="667"/>
                  </a:cubicBezTo>
                  <a:cubicBezTo>
                    <a:pt x="1" y="701"/>
                    <a:pt x="201" y="801"/>
                    <a:pt x="201" y="834"/>
                  </a:cubicBezTo>
                  <a:lnTo>
                    <a:pt x="334" y="701"/>
                  </a:lnTo>
                  <a:cubicBezTo>
                    <a:pt x="434" y="667"/>
                    <a:pt x="468" y="534"/>
                    <a:pt x="501" y="467"/>
                  </a:cubicBezTo>
                  <a:cubicBezTo>
                    <a:pt x="534" y="367"/>
                    <a:pt x="534" y="234"/>
                    <a:pt x="501" y="167"/>
                  </a:cubicBezTo>
                  <a:cubicBezTo>
                    <a:pt x="501" y="67"/>
                    <a:pt x="468" y="0"/>
                    <a:pt x="4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1" name="Google Shape;661;p5"/>
            <p:cNvSpPr/>
            <p:nvPr/>
          </p:nvSpPr>
          <p:spPr>
            <a:xfrm>
              <a:off x="10592863" y="2469803"/>
              <a:ext cx="21809" cy="11310"/>
            </a:xfrm>
            <a:custGeom>
              <a:avLst/>
              <a:gdLst/>
              <a:ahLst/>
              <a:cxnLst/>
              <a:rect l="l" t="t" r="r" b="b"/>
              <a:pathLst>
                <a:path w="968" h="502" extrusionOk="0">
                  <a:moveTo>
                    <a:pt x="467" y="1"/>
                  </a:moveTo>
                  <a:cubicBezTo>
                    <a:pt x="300" y="1"/>
                    <a:pt x="0" y="134"/>
                    <a:pt x="0" y="134"/>
                  </a:cubicBezTo>
                  <a:lnTo>
                    <a:pt x="0" y="401"/>
                  </a:lnTo>
                  <a:cubicBezTo>
                    <a:pt x="0" y="401"/>
                    <a:pt x="267" y="501"/>
                    <a:pt x="467" y="501"/>
                  </a:cubicBezTo>
                  <a:cubicBezTo>
                    <a:pt x="634" y="501"/>
                    <a:pt x="934" y="401"/>
                    <a:pt x="934" y="401"/>
                  </a:cubicBezTo>
                  <a:cubicBezTo>
                    <a:pt x="968" y="401"/>
                    <a:pt x="968" y="168"/>
                    <a:pt x="934" y="134"/>
                  </a:cubicBezTo>
                  <a:cubicBezTo>
                    <a:pt x="934" y="134"/>
                    <a:pt x="634" y="1"/>
                    <a:pt x="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2" name="Google Shape;662;p5"/>
            <p:cNvSpPr/>
            <p:nvPr/>
          </p:nvSpPr>
          <p:spPr>
            <a:xfrm>
              <a:off x="10589101" y="2487647"/>
              <a:ext cx="24828" cy="11490"/>
            </a:xfrm>
            <a:custGeom>
              <a:avLst/>
              <a:gdLst/>
              <a:ahLst/>
              <a:cxnLst/>
              <a:rect l="l" t="t" r="r" b="b"/>
              <a:pathLst>
                <a:path w="1102" h="510" extrusionOk="0">
                  <a:moveTo>
                    <a:pt x="633" y="0"/>
                  </a:moveTo>
                  <a:cubicBezTo>
                    <a:pt x="586" y="0"/>
                    <a:pt x="541" y="3"/>
                    <a:pt x="501" y="9"/>
                  </a:cubicBezTo>
                  <a:cubicBezTo>
                    <a:pt x="301" y="43"/>
                    <a:pt x="0" y="176"/>
                    <a:pt x="0" y="176"/>
                  </a:cubicBezTo>
                  <a:lnTo>
                    <a:pt x="0" y="443"/>
                  </a:lnTo>
                  <a:cubicBezTo>
                    <a:pt x="0" y="443"/>
                    <a:pt x="334" y="510"/>
                    <a:pt x="534" y="510"/>
                  </a:cubicBezTo>
                  <a:cubicBezTo>
                    <a:pt x="768" y="476"/>
                    <a:pt x="1035" y="310"/>
                    <a:pt x="1035" y="310"/>
                  </a:cubicBezTo>
                  <a:cubicBezTo>
                    <a:pt x="1101" y="276"/>
                    <a:pt x="1035" y="43"/>
                    <a:pt x="1035" y="43"/>
                  </a:cubicBezTo>
                  <a:cubicBezTo>
                    <a:pt x="1035" y="43"/>
                    <a:pt x="821" y="0"/>
                    <a:pt x="6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3" name="Google Shape;663;p5"/>
            <p:cNvSpPr/>
            <p:nvPr/>
          </p:nvSpPr>
          <p:spPr>
            <a:xfrm>
              <a:off x="10598879" y="2512655"/>
              <a:ext cx="23319" cy="9778"/>
            </a:xfrm>
            <a:custGeom>
              <a:avLst/>
              <a:gdLst/>
              <a:ahLst/>
              <a:cxnLst/>
              <a:rect l="l" t="t" r="r" b="b"/>
              <a:pathLst>
                <a:path w="1035" h="434" extrusionOk="0">
                  <a:moveTo>
                    <a:pt x="434" y="0"/>
                  </a:moveTo>
                  <a:cubicBezTo>
                    <a:pt x="267" y="0"/>
                    <a:pt x="0" y="100"/>
                    <a:pt x="0" y="100"/>
                  </a:cubicBezTo>
                  <a:lnTo>
                    <a:pt x="0" y="367"/>
                  </a:lnTo>
                  <a:cubicBezTo>
                    <a:pt x="0" y="367"/>
                    <a:pt x="267" y="434"/>
                    <a:pt x="500" y="434"/>
                  </a:cubicBezTo>
                  <a:cubicBezTo>
                    <a:pt x="567" y="434"/>
                    <a:pt x="734" y="400"/>
                    <a:pt x="834" y="334"/>
                  </a:cubicBezTo>
                  <a:cubicBezTo>
                    <a:pt x="901" y="234"/>
                    <a:pt x="1001" y="200"/>
                    <a:pt x="1001" y="200"/>
                  </a:cubicBezTo>
                  <a:cubicBezTo>
                    <a:pt x="1034" y="200"/>
                    <a:pt x="901" y="34"/>
                    <a:pt x="9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4" name="Google Shape;664;p5"/>
            <p:cNvSpPr/>
            <p:nvPr/>
          </p:nvSpPr>
          <p:spPr>
            <a:xfrm>
              <a:off x="10608634" y="2535185"/>
              <a:ext cx="20322" cy="11648"/>
            </a:xfrm>
            <a:custGeom>
              <a:avLst/>
              <a:gdLst/>
              <a:ahLst/>
              <a:cxnLst/>
              <a:rect l="l" t="t" r="r" b="b"/>
              <a:pathLst>
                <a:path w="902" h="517" extrusionOk="0">
                  <a:moveTo>
                    <a:pt x="635" y="1"/>
                  </a:moveTo>
                  <a:cubicBezTo>
                    <a:pt x="534" y="1"/>
                    <a:pt x="468" y="1"/>
                    <a:pt x="368" y="34"/>
                  </a:cubicBezTo>
                  <a:cubicBezTo>
                    <a:pt x="268" y="68"/>
                    <a:pt x="34" y="234"/>
                    <a:pt x="34" y="234"/>
                  </a:cubicBezTo>
                  <a:cubicBezTo>
                    <a:pt x="1" y="234"/>
                    <a:pt x="101" y="501"/>
                    <a:pt x="101" y="501"/>
                  </a:cubicBezTo>
                  <a:cubicBezTo>
                    <a:pt x="101" y="501"/>
                    <a:pt x="205" y="516"/>
                    <a:pt x="323" y="516"/>
                  </a:cubicBezTo>
                  <a:cubicBezTo>
                    <a:pt x="382" y="516"/>
                    <a:pt x="445" y="512"/>
                    <a:pt x="501" y="501"/>
                  </a:cubicBezTo>
                  <a:cubicBezTo>
                    <a:pt x="601" y="435"/>
                    <a:pt x="668" y="401"/>
                    <a:pt x="768" y="334"/>
                  </a:cubicBezTo>
                  <a:lnTo>
                    <a:pt x="901" y="201"/>
                  </a:lnTo>
                  <a:cubicBezTo>
                    <a:pt x="901" y="134"/>
                    <a:pt x="768" y="1"/>
                    <a:pt x="7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5" name="Google Shape;665;p5"/>
            <p:cNvSpPr/>
            <p:nvPr/>
          </p:nvSpPr>
          <p:spPr>
            <a:xfrm>
              <a:off x="10426006" y="3160483"/>
              <a:ext cx="21832" cy="11490"/>
            </a:xfrm>
            <a:custGeom>
              <a:avLst/>
              <a:gdLst/>
              <a:ahLst/>
              <a:cxnLst/>
              <a:rect l="l" t="t" r="r" b="b"/>
              <a:pathLst>
                <a:path w="969" h="510" extrusionOk="0">
                  <a:moveTo>
                    <a:pt x="468" y="0"/>
                  </a:moveTo>
                  <a:cubicBezTo>
                    <a:pt x="268" y="0"/>
                    <a:pt x="1" y="134"/>
                    <a:pt x="1" y="134"/>
                  </a:cubicBezTo>
                  <a:lnTo>
                    <a:pt x="1" y="367"/>
                  </a:lnTo>
                  <a:cubicBezTo>
                    <a:pt x="1" y="367"/>
                    <a:pt x="268" y="500"/>
                    <a:pt x="435" y="500"/>
                  </a:cubicBezTo>
                  <a:cubicBezTo>
                    <a:pt x="468" y="507"/>
                    <a:pt x="507" y="510"/>
                    <a:pt x="547" y="510"/>
                  </a:cubicBezTo>
                  <a:cubicBezTo>
                    <a:pt x="709" y="510"/>
                    <a:pt x="902" y="467"/>
                    <a:pt x="902" y="467"/>
                  </a:cubicBezTo>
                  <a:cubicBezTo>
                    <a:pt x="902" y="434"/>
                    <a:pt x="935" y="200"/>
                    <a:pt x="968" y="167"/>
                  </a:cubicBezTo>
                  <a:cubicBezTo>
                    <a:pt x="968" y="167"/>
                    <a:pt x="701" y="33"/>
                    <a:pt x="4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6" name="Google Shape;666;p5"/>
            <p:cNvSpPr/>
            <p:nvPr/>
          </p:nvSpPr>
          <p:spPr>
            <a:xfrm>
              <a:off x="10426772" y="3178507"/>
              <a:ext cx="19556" cy="10544"/>
            </a:xfrm>
            <a:custGeom>
              <a:avLst/>
              <a:gdLst/>
              <a:ahLst/>
              <a:cxnLst/>
              <a:rect l="l" t="t" r="r" b="b"/>
              <a:pathLst>
                <a:path w="868" h="468" extrusionOk="0">
                  <a:moveTo>
                    <a:pt x="467" y="1"/>
                  </a:moveTo>
                  <a:cubicBezTo>
                    <a:pt x="334" y="1"/>
                    <a:pt x="134" y="34"/>
                    <a:pt x="134" y="34"/>
                  </a:cubicBezTo>
                  <a:cubicBezTo>
                    <a:pt x="67" y="34"/>
                    <a:pt x="0" y="234"/>
                    <a:pt x="0" y="234"/>
                  </a:cubicBezTo>
                  <a:cubicBezTo>
                    <a:pt x="0" y="234"/>
                    <a:pt x="234" y="468"/>
                    <a:pt x="467" y="468"/>
                  </a:cubicBezTo>
                  <a:cubicBezTo>
                    <a:pt x="634" y="468"/>
                    <a:pt x="868" y="334"/>
                    <a:pt x="868" y="334"/>
                  </a:cubicBezTo>
                  <a:lnTo>
                    <a:pt x="868" y="67"/>
                  </a:lnTo>
                  <a:cubicBezTo>
                    <a:pt x="868" y="67"/>
                    <a:pt x="567" y="1"/>
                    <a:pt x="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7" name="Google Shape;667;p5"/>
            <p:cNvSpPr/>
            <p:nvPr/>
          </p:nvSpPr>
          <p:spPr>
            <a:xfrm>
              <a:off x="10429768" y="3200316"/>
              <a:ext cx="16560" cy="11288"/>
            </a:xfrm>
            <a:custGeom>
              <a:avLst/>
              <a:gdLst/>
              <a:ahLst/>
              <a:cxnLst/>
              <a:rect l="l" t="t" r="r" b="b"/>
              <a:pathLst>
                <a:path w="735" h="501" extrusionOk="0">
                  <a:moveTo>
                    <a:pt x="368" y="0"/>
                  </a:moveTo>
                  <a:cubicBezTo>
                    <a:pt x="268" y="0"/>
                    <a:pt x="201" y="33"/>
                    <a:pt x="101" y="67"/>
                  </a:cubicBezTo>
                  <a:cubicBezTo>
                    <a:pt x="34" y="100"/>
                    <a:pt x="1" y="167"/>
                    <a:pt x="1" y="167"/>
                  </a:cubicBezTo>
                  <a:cubicBezTo>
                    <a:pt x="1" y="200"/>
                    <a:pt x="67" y="400"/>
                    <a:pt x="67" y="400"/>
                  </a:cubicBezTo>
                  <a:cubicBezTo>
                    <a:pt x="67" y="400"/>
                    <a:pt x="101" y="434"/>
                    <a:pt x="201" y="434"/>
                  </a:cubicBezTo>
                  <a:cubicBezTo>
                    <a:pt x="268" y="500"/>
                    <a:pt x="368" y="500"/>
                    <a:pt x="401" y="500"/>
                  </a:cubicBezTo>
                  <a:cubicBezTo>
                    <a:pt x="534" y="500"/>
                    <a:pt x="735" y="367"/>
                    <a:pt x="735" y="367"/>
                  </a:cubicBezTo>
                  <a:lnTo>
                    <a:pt x="735" y="100"/>
                  </a:lnTo>
                  <a:cubicBezTo>
                    <a:pt x="735" y="100"/>
                    <a:pt x="501" y="0"/>
                    <a:pt x="3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8" name="Google Shape;668;p5"/>
            <p:cNvSpPr/>
            <p:nvPr/>
          </p:nvSpPr>
          <p:spPr>
            <a:xfrm>
              <a:off x="10528968" y="3273966"/>
              <a:ext cx="24828" cy="11288"/>
            </a:xfrm>
            <a:custGeom>
              <a:avLst/>
              <a:gdLst/>
              <a:ahLst/>
              <a:cxnLst/>
              <a:rect l="l" t="t" r="r" b="b"/>
              <a:pathLst>
                <a:path w="1102" h="501" extrusionOk="0">
                  <a:moveTo>
                    <a:pt x="601" y="0"/>
                  </a:moveTo>
                  <a:cubicBezTo>
                    <a:pt x="368" y="0"/>
                    <a:pt x="34" y="67"/>
                    <a:pt x="34" y="67"/>
                  </a:cubicBezTo>
                  <a:lnTo>
                    <a:pt x="1" y="300"/>
                  </a:lnTo>
                  <a:cubicBezTo>
                    <a:pt x="1" y="300"/>
                    <a:pt x="301" y="467"/>
                    <a:pt x="501" y="500"/>
                  </a:cubicBezTo>
                  <a:cubicBezTo>
                    <a:pt x="701" y="500"/>
                    <a:pt x="1035" y="434"/>
                    <a:pt x="1035" y="434"/>
                  </a:cubicBezTo>
                  <a:cubicBezTo>
                    <a:pt x="1102" y="400"/>
                    <a:pt x="1102" y="167"/>
                    <a:pt x="1102" y="167"/>
                  </a:cubicBezTo>
                  <a:cubicBezTo>
                    <a:pt x="1102" y="167"/>
                    <a:pt x="768"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9" name="Google Shape;669;p5"/>
            <p:cNvSpPr/>
            <p:nvPr/>
          </p:nvSpPr>
          <p:spPr>
            <a:xfrm>
              <a:off x="10523719" y="3254410"/>
              <a:ext cx="24828" cy="11625"/>
            </a:xfrm>
            <a:custGeom>
              <a:avLst/>
              <a:gdLst/>
              <a:ahLst/>
              <a:cxnLst/>
              <a:rect l="l" t="t" r="r" b="b"/>
              <a:pathLst>
                <a:path w="1102" h="516" extrusionOk="0">
                  <a:moveTo>
                    <a:pt x="201" y="1"/>
                  </a:moveTo>
                  <a:cubicBezTo>
                    <a:pt x="67" y="1"/>
                    <a:pt x="0" y="34"/>
                    <a:pt x="0" y="34"/>
                  </a:cubicBezTo>
                  <a:lnTo>
                    <a:pt x="0" y="301"/>
                  </a:lnTo>
                  <a:lnTo>
                    <a:pt x="167" y="368"/>
                  </a:lnTo>
                  <a:cubicBezTo>
                    <a:pt x="267" y="434"/>
                    <a:pt x="401" y="468"/>
                    <a:pt x="501" y="501"/>
                  </a:cubicBezTo>
                  <a:cubicBezTo>
                    <a:pt x="567" y="512"/>
                    <a:pt x="653" y="516"/>
                    <a:pt x="737" y="516"/>
                  </a:cubicBezTo>
                  <a:cubicBezTo>
                    <a:pt x="905" y="516"/>
                    <a:pt x="1068" y="501"/>
                    <a:pt x="1068" y="501"/>
                  </a:cubicBezTo>
                  <a:cubicBezTo>
                    <a:pt x="1068" y="501"/>
                    <a:pt x="1101" y="301"/>
                    <a:pt x="1068" y="268"/>
                  </a:cubicBezTo>
                  <a:cubicBezTo>
                    <a:pt x="1068" y="268"/>
                    <a:pt x="768" y="34"/>
                    <a:pt x="5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0" name="Google Shape;670;p5"/>
            <p:cNvSpPr/>
            <p:nvPr/>
          </p:nvSpPr>
          <p:spPr>
            <a:xfrm>
              <a:off x="10536493" y="3306274"/>
              <a:ext cx="24828" cy="11625"/>
            </a:xfrm>
            <a:custGeom>
              <a:avLst/>
              <a:gdLst/>
              <a:ahLst/>
              <a:cxnLst/>
              <a:rect l="l" t="t" r="r" b="b"/>
              <a:pathLst>
                <a:path w="1102" h="516" extrusionOk="0">
                  <a:moveTo>
                    <a:pt x="768" y="0"/>
                  </a:moveTo>
                  <a:cubicBezTo>
                    <a:pt x="668" y="0"/>
                    <a:pt x="534" y="0"/>
                    <a:pt x="467" y="34"/>
                  </a:cubicBezTo>
                  <a:cubicBezTo>
                    <a:pt x="267" y="67"/>
                    <a:pt x="0" y="234"/>
                    <a:pt x="0" y="234"/>
                  </a:cubicBezTo>
                  <a:lnTo>
                    <a:pt x="34" y="501"/>
                  </a:lnTo>
                  <a:cubicBezTo>
                    <a:pt x="34" y="501"/>
                    <a:pt x="182" y="516"/>
                    <a:pt x="350" y="516"/>
                  </a:cubicBezTo>
                  <a:cubicBezTo>
                    <a:pt x="434" y="516"/>
                    <a:pt x="523" y="512"/>
                    <a:pt x="601" y="501"/>
                  </a:cubicBezTo>
                  <a:cubicBezTo>
                    <a:pt x="668" y="467"/>
                    <a:pt x="801" y="367"/>
                    <a:pt x="868" y="334"/>
                  </a:cubicBezTo>
                  <a:cubicBezTo>
                    <a:pt x="1001" y="234"/>
                    <a:pt x="1035" y="201"/>
                    <a:pt x="1035" y="201"/>
                  </a:cubicBezTo>
                  <a:cubicBezTo>
                    <a:pt x="1101" y="201"/>
                    <a:pt x="968" y="34"/>
                    <a:pt x="9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1" name="Google Shape;671;p5"/>
            <p:cNvSpPr/>
            <p:nvPr/>
          </p:nvSpPr>
          <p:spPr>
            <a:xfrm>
              <a:off x="10544018" y="3333333"/>
              <a:ext cx="21043" cy="12707"/>
            </a:xfrm>
            <a:custGeom>
              <a:avLst/>
              <a:gdLst/>
              <a:ahLst/>
              <a:cxnLst/>
              <a:rect l="l" t="t" r="r" b="b"/>
              <a:pathLst>
                <a:path w="934" h="564" extrusionOk="0">
                  <a:moveTo>
                    <a:pt x="834" y="0"/>
                  </a:moveTo>
                  <a:cubicBezTo>
                    <a:pt x="834" y="0"/>
                    <a:pt x="534" y="0"/>
                    <a:pt x="367" y="34"/>
                  </a:cubicBezTo>
                  <a:lnTo>
                    <a:pt x="133" y="167"/>
                  </a:lnTo>
                  <a:cubicBezTo>
                    <a:pt x="100" y="200"/>
                    <a:pt x="0" y="267"/>
                    <a:pt x="0" y="267"/>
                  </a:cubicBezTo>
                  <a:lnTo>
                    <a:pt x="0" y="501"/>
                  </a:lnTo>
                  <a:cubicBezTo>
                    <a:pt x="0" y="501"/>
                    <a:pt x="33" y="534"/>
                    <a:pt x="167" y="534"/>
                  </a:cubicBezTo>
                  <a:cubicBezTo>
                    <a:pt x="211" y="556"/>
                    <a:pt x="256" y="564"/>
                    <a:pt x="298" y="564"/>
                  </a:cubicBezTo>
                  <a:cubicBezTo>
                    <a:pt x="382" y="564"/>
                    <a:pt x="456" y="534"/>
                    <a:pt x="500" y="534"/>
                  </a:cubicBezTo>
                  <a:cubicBezTo>
                    <a:pt x="701" y="467"/>
                    <a:pt x="934" y="300"/>
                    <a:pt x="934" y="300"/>
                  </a:cubicBezTo>
                  <a:cubicBezTo>
                    <a:pt x="934" y="267"/>
                    <a:pt x="867" y="34"/>
                    <a:pt x="8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2" name="Google Shape;672;p5"/>
            <p:cNvSpPr/>
            <p:nvPr/>
          </p:nvSpPr>
          <p:spPr>
            <a:xfrm>
              <a:off x="10552264" y="3353700"/>
              <a:ext cx="18813" cy="11963"/>
            </a:xfrm>
            <a:custGeom>
              <a:avLst/>
              <a:gdLst/>
              <a:ahLst/>
              <a:cxnLst/>
              <a:rect l="l" t="t" r="r" b="b"/>
              <a:pathLst>
                <a:path w="835" h="531" extrusionOk="0">
                  <a:moveTo>
                    <a:pt x="521" y="1"/>
                  </a:moveTo>
                  <a:cubicBezTo>
                    <a:pt x="457" y="1"/>
                    <a:pt x="390" y="8"/>
                    <a:pt x="335" y="30"/>
                  </a:cubicBezTo>
                  <a:cubicBezTo>
                    <a:pt x="168" y="97"/>
                    <a:pt x="1" y="297"/>
                    <a:pt x="1" y="297"/>
                  </a:cubicBezTo>
                  <a:lnTo>
                    <a:pt x="134" y="531"/>
                  </a:lnTo>
                  <a:cubicBezTo>
                    <a:pt x="134" y="531"/>
                    <a:pt x="401" y="531"/>
                    <a:pt x="501" y="464"/>
                  </a:cubicBezTo>
                  <a:cubicBezTo>
                    <a:pt x="635" y="431"/>
                    <a:pt x="835" y="264"/>
                    <a:pt x="835" y="264"/>
                  </a:cubicBezTo>
                  <a:cubicBezTo>
                    <a:pt x="835" y="264"/>
                    <a:pt x="768" y="64"/>
                    <a:pt x="768" y="30"/>
                  </a:cubicBezTo>
                  <a:cubicBezTo>
                    <a:pt x="768" y="30"/>
                    <a:pt x="650" y="1"/>
                    <a:pt x="5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3" name="Google Shape;673;p5"/>
            <p:cNvSpPr/>
            <p:nvPr/>
          </p:nvSpPr>
          <p:spPr>
            <a:xfrm>
              <a:off x="10570311" y="3385940"/>
              <a:ext cx="19556" cy="11288"/>
            </a:xfrm>
            <a:custGeom>
              <a:avLst/>
              <a:gdLst/>
              <a:ahLst/>
              <a:cxnLst/>
              <a:rect l="l" t="t" r="r" b="b"/>
              <a:pathLst>
                <a:path w="868" h="501" extrusionOk="0">
                  <a:moveTo>
                    <a:pt x="601" y="0"/>
                  </a:moveTo>
                  <a:cubicBezTo>
                    <a:pt x="551" y="17"/>
                    <a:pt x="509" y="17"/>
                    <a:pt x="468" y="17"/>
                  </a:cubicBezTo>
                  <a:cubicBezTo>
                    <a:pt x="426" y="17"/>
                    <a:pt x="384" y="17"/>
                    <a:pt x="334" y="34"/>
                  </a:cubicBezTo>
                  <a:cubicBezTo>
                    <a:pt x="301" y="34"/>
                    <a:pt x="201" y="100"/>
                    <a:pt x="134" y="134"/>
                  </a:cubicBezTo>
                  <a:cubicBezTo>
                    <a:pt x="34" y="167"/>
                    <a:pt x="1" y="200"/>
                    <a:pt x="1" y="200"/>
                  </a:cubicBezTo>
                  <a:lnTo>
                    <a:pt x="1" y="467"/>
                  </a:lnTo>
                  <a:cubicBezTo>
                    <a:pt x="1" y="467"/>
                    <a:pt x="101" y="467"/>
                    <a:pt x="167" y="501"/>
                  </a:cubicBezTo>
                  <a:lnTo>
                    <a:pt x="501" y="501"/>
                  </a:lnTo>
                  <a:cubicBezTo>
                    <a:pt x="668" y="434"/>
                    <a:pt x="868" y="200"/>
                    <a:pt x="868" y="200"/>
                  </a:cubicBezTo>
                  <a:cubicBezTo>
                    <a:pt x="868" y="200"/>
                    <a:pt x="801" y="34"/>
                    <a:pt x="7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4" name="Google Shape;674;p5"/>
            <p:cNvSpPr/>
            <p:nvPr/>
          </p:nvSpPr>
          <p:spPr>
            <a:xfrm>
              <a:off x="10559046" y="3043237"/>
              <a:ext cx="13541" cy="11288"/>
            </a:xfrm>
            <a:custGeom>
              <a:avLst/>
              <a:gdLst/>
              <a:ahLst/>
              <a:cxnLst/>
              <a:rect l="l" t="t" r="r" b="b"/>
              <a:pathLst>
                <a:path w="601" h="501" extrusionOk="0">
                  <a:moveTo>
                    <a:pt x="300" y="0"/>
                  </a:moveTo>
                  <a:cubicBezTo>
                    <a:pt x="167" y="0"/>
                    <a:pt x="0" y="134"/>
                    <a:pt x="0" y="134"/>
                  </a:cubicBezTo>
                  <a:lnTo>
                    <a:pt x="0" y="367"/>
                  </a:lnTo>
                  <a:cubicBezTo>
                    <a:pt x="0" y="367"/>
                    <a:pt x="167" y="501"/>
                    <a:pt x="300" y="501"/>
                  </a:cubicBezTo>
                  <a:cubicBezTo>
                    <a:pt x="434" y="501"/>
                    <a:pt x="601" y="367"/>
                    <a:pt x="601" y="367"/>
                  </a:cubicBezTo>
                  <a:lnTo>
                    <a:pt x="601" y="134"/>
                  </a:lnTo>
                  <a:cubicBezTo>
                    <a:pt x="601" y="134"/>
                    <a:pt x="434" y="0"/>
                    <a:pt x="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5" name="Google Shape;675;p5"/>
            <p:cNvSpPr/>
            <p:nvPr/>
          </p:nvSpPr>
          <p:spPr>
            <a:xfrm>
              <a:off x="10565061" y="3059008"/>
              <a:ext cx="23319" cy="10544"/>
            </a:xfrm>
            <a:custGeom>
              <a:avLst/>
              <a:gdLst/>
              <a:ahLst/>
              <a:cxnLst/>
              <a:rect l="l" t="t" r="r" b="b"/>
              <a:pathLst>
                <a:path w="1035" h="468" extrusionOk="0">
                  <a:moveTo>
                    <a:pt x="500" y="1"/>
                  </a:moveTo>
                  <a:cubicBezTo>
                    <a:pt x="334" y="1"/>
                    <a:pt x="0" y="134"/>
                    <a:pt x="0" y="134"/>
                  </a:cubicBezTo>
                  <a:lnTo>
                    <a:pt x="0" y="368"/>
                  </a:lnTo>
                  <a:cubicBezTo>
                    <a:pt x="0" y="368"/>
                    <a:pt x="334" y="468"/>
                    <a:pt x="534" y="468"/>
                  </a:cubicBezTo>
                  <a:cubicBezTo>
                    <a:pt x="600" y="468"/>
                    <a:pt x="767" y="435"/>
                    <a:pt x="867" y="334"/>
                  </a:cubicBezTo>
                  <a:cubicBezTo>
                    <a:pt x="934" y="268"/>
                    <a:pt x="1034" y="201"/>
                    <a:pt x="1034" y="201"/>
                  </a:cubicBezTo>
                  <a:cubicBezTo>
                    <a:pt x="1034" y="201"/>
                    <a:pt x="1001" y="1"/>
                    <a:pt x="9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6" name="Google Shape;676;p5"/>
            <p:cNvSpPr/>
            <p:nvPr/>
          </p:nvSpPr>
          <p:spPr>
            <a:xfrm>
              <a:off x="10573307" y="3073720"/>
              <a:ext cx="26338" cy="11625"/>
            </a:xfrm>
            <a:custGeom>
              <a:avLst/>
              <a:gdLst/>
              <a:ahLst/>
              <a:cxnLst/>
              <a:rect l="l" t="t" r="r" b="b"/>
              <a:pathLst>
                <a:path w="1169" h="516" extrusionOk="0">
                  <a:moveTo>
                    <a:pt x="636" y="0"/>
                  </a:moveTo>
                  <a:cubicBezTo>
                    <a:pt x="601" y="0"/>
                    <a:pt x="568" y="4"/>
                    <a:pt x="535" y="15"/>
                  </a:cubicBezTo>
                  <a:cubicBezTo>
                    <a:pt x="468" y="15"/>
                    <a:pt x="335" y="48"/>
                    <a:pt x="234" y="48"/>
                  </a:cubicBezTo>
                  <a:lnTo>
                    <a:pt x="68" y="48"/>
                  </a:lnTo>
                  <a:cubicBezTo>
                    <a:pt x="68" y="115"/>
                    <a:pt x="1" y="315"/>
                    <a:pt x="1" y="315"/>
                  </a:cubicBezTo>
                  <a:cubicBezTo>
                    <a:pt x="1" y="315"/>
                    <a:pt x="68" y="382"/>
                    <a:pt x="201" y="449"/>
                  </a:cubicBezTo>
                  <a:cubicBezTo>
                    <a:pt x="335" y="515"/>
                    <a:pt x="501" y="515"/>
                    <a:pt x="635" y="515"/>
                  </a:cubicBezTo>
                  <a:cubicBezTo>
                    <a:pt x="735" y="515"/>
                    <a:pt x="868" y="482"/>
                    <a:pt x="1002" y="382"/>
                  </a:cubicBezTo>
                  <a:cubicBezTo>
                    <a:pt x="1068" y="315"/>
                    <a:pt x="1168" y="282"/>
                    <a:pt x="1168" y="282"/>
                  </a:cubicBezTo>
                  <a:cubicBezTo>
                    <a:pt x="1168" y="215"/>
                    <a:pt x="1068" y="48"/>
                    <a:pt x="1068" y="15"/>
                  </a:cubicBezTo>
                  <a:lnTo>
                    <a:pt x="868" y="15"/>
                  </a:lnTo>
                  <a:cubicBezTo>
                    <a:pt x="779" y="15"/>
                    <a:pt x="705" y="0"/>
                    <a:pt x="6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7" name="Google Shape;677;p5"/>
            <p:cNvSpPr/>
            <p:nvPr/>
          </p:nvSpPr>
          <p:spPr>
            <a:xfrm>
              <a:off x="10581576" y="3092825"/>
              <a:ext cx="27081" cy="11310"/>
            </a:xfrm>
            <a:custGeom>
              <a:avLst/>
              <a:gdLst/>
              <a:ahLst/>
              <a:cxnLst/>
              <a:rect l="l" t="t" r="r" b="b"/>
              <a:pathLst>
                <a:path w="1202" h="502" extrusionOk="0">
                  <a:moveTo>
                    <a:pt x="601" y="1"/>
                  </a:moveTo>
                  <a:cubicBezTo>
                    <a:pt x="334" y="1"/>
                    <a:pt x="1" y="134"/>
                    <a:pt x="1" y="134"/>
                  </a:cubicBezTo>
                  <a:lnTo>
                    <a:pt x="1" y="368"/>
                  </a:lnTo>
                  <a:cubicBezTo>
                    <a:pt x="1" y="368"/>
                    <a:pt x="334" y="501"/>
                    <a:pt x="601" y="501"/>
                  </a:cubicBezTo>
                  <a:cubicBezTo>
                    <a:pt x="835" y="501"/>
                    <a:pt x="1168" y="335"/>
                    <a:pt x="1168" y="335"/>
                  </a:cubicBezTo>
                  <a:cubicBezTo>
                    <a:pt x="1202" y="301"/>
                    <a:pt x="1168" y="101"/>
                    <a:pt x="1168" y="34"/>
                  </a:cubicBezTo>
                  <a:cubicBezTo>
                    <a:pt x="1168" y="34"/>
                    <a:pt x="801" y="1"/>
                    <a:pt x="6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8" name="Google Shape;678;p5"/>
            <p:cNvSpPr/>
            <p:nvPr/>
          </p:nvSpPr>
          <p:spPr>
            <a:xfrm>
              <a:off x="10687557" y="3104856"/>
              <a:ext cx="21066" cy="10544"/>
            </a:xfrm>
            <a:custGeom>
              <a:avLst/>
              <a:gdLst/>
              <a:ahLst/>
              <a:cxnLst/>
              <a:rect l="l" t="t" r="r" b="b"/>
              <a:pathLst>
                <a:path w="935" h="468" extrusionOk="0">
                  <a:moveTo>
                    <a:pt x="467" y="1"/>
                  </a:moveTo>
                  <a:cubicBezTo>
                    <a:pt x="401" y="1"/>
                    <a:pt x="300" y="67"/>
                    <a:pt x="267" y="67"/>
                  </a:cubicBezTo>
                  <a:lnTo>
                    <a:pt x="134" y="67"/>
                  </a:lnTo>
                  <a:cubicBezTo>
                    <a:pt x="100" y="67"/>
                    <a:pt x="0" y="268"/>
                    <a:pt x="0" y="268"/>
                  </a:cubicBezTo>
                  <a:cubicBezTo>
                    <a:pt x="0" y="268"/>
                    <a:pt x="100" y="334"/>
                    <a:pt x="167" y="401"/>
                  </a:cubicBezTo>
                  <a:cubicBezTo>
                    <a:pt x="300" y="468"/>
                    <a:pt x="434" y="468"/>
                    <a:pt x="501" y="468"/>
                  </a:cubicBezTo>
                  <a:cubicBezTo>
                    <a:pt x="667" y="434"/>
                    <a:pt x="901" y="334"/>
                    <a:pt x="901" y="334"/>
                  </a:cubicBezTo>
                  <a:lnTo>
                    <a:pt x="934" y="134"/>
                  </a:lnTo>
                  <a:lnTo>
                    <a:pt x="767" y="67"/>
                  </a:lnTo>
                  <a:cubicBezTo>
                    <a:pt x="667" y="1"/>
                    <a:pt x="567" y="1"/>
                    <a:pt x="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9" name="Google Shape;679;p5"/>
            <p:cNvSpPr/>
            <p:nvPr/>
          </p:nvSpPr>
          <p:spPr>
            <a:xfrm>
              <a:off x="10691319" y="3133424"/>
              <a:ext cx="15050" cy="11490"/>
            </a:xfrm>
            <a:custGeom>
              <a:avLst/>
              <a:gdLst/>
              <a:ahLst/>
              <a:cxnLst/>
              <a:rect l="l" t="t" r="r" b="b"/>
              <a:pathLst>
                <a:path w="668" h="510" extrusionOk="0">
                  <a:moveTo>
                    <a:pt x="300" y="0"/>
                  </a:moveTo>
                  <a:cubicBezTo>
                    <a:pt x="167" y="34"/>
                    <a:pt x="0" y="200"/>
                    <a:pt x="0" y="200"/>
                  </a:cubicBezTo>
                  <a:cubicBezTo>
                    <a:pt x="0" y="234"/>
                    <a:pt x="100" y="467"/>
                    <a:pt x="100" y="467"/>
                  </a:cubicBezTo>
                  <a:cubicBezTo>
                    <a:pt x="100" y="467"/>
                    <a:pt x="228" y="510"/>
                    <a:pt x="348" y="510"/>
                  </a:cubicBezTo>
                  <a:cubicBezTo>
                    <a:pt x="378" y="510"/>
                    <a:pt x="407" y="507"/>
                    <a:pt x="434" y="501"/>
                  </a:cubicBezTo>
                  <a:cubicBezTo>
                    <a:pt x="467" y="501"/>
                    <a:pt x="567" y="467"/>
                    <a:pt x="600" y="401"/>
                  </a:cubicBezTo>
                  <a:lnTo>
                    <a:pt x="667" y="334"/>
                  </a:lnTo>
                  <a:lnTo>
                    <a:pt x="667" y="67"/>
                  </a:lnTo>
                  <a:cubicBezTo>
                    <a:pt x="667" y="67"/>
                    <a:pt x="634" y="34"/>
                    <a:pt x="567" y="34"/>
                  </a:cubicBezTo>
                  <a:cubicBezTo>
                    <a:pt x="467" y="0"/>
                    <a:pt x="400" y="0"/>
                    <a:pt x="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0" name="Google Shape;680;p5"/>
            <p:cNvSpPr/>
            <p:nvPr/>
          </p:nvSpPr>
          <p:spPr>
            <a:xfrm>
              <a:off x="10708600" y="3158973"/>
              <a:ext cx="20300" cy="12369"/>
            </a:xfrm>
            <a:custGeom>
              <a:avLst/>
              <a:gdLst/>
              <a:ahLst/>
              <a:cxnLst/>
              <a:rect l="l" t="t" r="r" b="b"/>
              <a:pathLst>
                <a:path w="901" h="549" extrusionOk="0">
                  <a:moveTo>
                    <a:pt x="701" y="0"/>
                  </a:moveTo>
                  <a:cubicBezTo>
                    <a:pt x="701" y="0"/>
                    <a:pt x="667" y="34"/>
                    <a:pt x="567" y="34"/>
                  </a:cubicBezTo>
                  <a:cubicBezTo>
                    <a:pt x="551" y="50"/>
                    <a:pt x="509" y="50"/>
                    <a:pt x="467" y="50"/>
                  </a:cubicBezTo>
                  <a:cubicBezTo>
                    <a:pt x="426" y="50"/>
                    <a:pt x="384" y="50"/>
                    <a:pt x="367" y="67"/>
                  </a:cubicBezTo>
                  <a:cubicBezTo>
                    <a:pt x="300" y="67"/>
                    <a:pt x="200" y="100"/>
                    <a:pt x="134" y="167"/>
                  </a:cubicBezTo>
                  <a:cubicBezTo>
                    <a:pt x="67" y="201"/>
                    <a:pt x="0" y="234"/>
                    <a:pt x="0" y="234"/>
                  </a:cubicBezTo>
                  <a:lnTo>
                    <a:pt x="0" y="501"/>
                  </a:lnTo>
                  <a:cubicBezTo>
                    <a:pt x="0" y="501"/>
                    <a:pt x="67" y="501"/>
                    <a:pt x="167" y="534"/>
                  </a:cubicBezTo>
                  <a:cubicBezTo>
                    <a:pt x="189" y="545"/>
                    <a:pt x="223" y="549"/>
                    <a:pt x="261" y="549"/>
                  </a:cubicBezTo>
                  <a:cubicBezTo>
                    <a:pt x="337" y="549"/>
                    <a:pt x="434" y="534"/>
                    <a:pt x="501" y="534"/>
                  </a:cubicBezTo>
                  <a:cubicBezTo>
                    <a:pt x="567" y="501"/>
                    <a:pt x="701" y="401"/>
                    <a:pt x="801" y="334"/>
                  </a:cubicBezTo>
                  <a:cubicBezTo>
                    <a:pt x="868" y="234"/>
                    <a:pt x="901" y="167"/>
                    <a:pt x="901" y="167"/>
                  </a:cubicBezTo>
                  <a:cubicBezTo>
                    <a:pt x="901" y="100"/>
                    <a:pt x="734" y="0"/>
                    <a:pt x="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1" name="Google Shape;681;p5"/>
            <p:cNvSpPr/>
            <p:nvPr/>
          </p:nvSpPr>
          <p:spPr>
            <a:xfrm>
              <a:off x="9604585" y="1811454"/>
              <a:ext cx="457742" cy="310937"/>
            </a:xfrm>
            <a:custGeom>
              <a:avLst/>
              <a:gdLst/>
              <a:ahLst/>
              <a:cxnLst/>
              <a:rect l="l" t="t" r="r" b="b"/>
              <a:pathLst>
                <a:path w="20317" h="13801" extrusionOk="0">
                  <a:moveTo>
                    <a:pt x="167" y="0"/>
                  </a:moveTo>
                  <a:cubicBezTo>
                    <a:pt x="81" y="0"/>
                    <a:pt x="1" y="60"/>
                    <a:pt x="1" y="201"/>
                  </a:cubicBezTo>
                  <a:lnTo>
                    <a:pt x="1" y="568"/>
                  </a:lnTo>
                  <a:cubicBezTo>
                    <a:pt x="34" y="835"/>
                    <a:pt x="1" y="1168"/>
                    <a:pt x="34" y="1569"/>
                  </a:cubicBezTo>
                  <a:cubicBezTo>
                    <a:pt x="34" y="2469"/>
                    <a:pt x="201" y="3637"/>
                    <a:pt x="701" y="4904"/>
                  </a:cubicBezTo>
                  <a:cubicBezTo>
                    <a:pt x="1168" y="6205"/>
                    <a:pt x="2135" y="7506"/>
                    <a:pt x="3370" y="8407"/>
                  </a:cubicBezTo>
                  <a:cubicBezTo>
                    <a:pt x="4637" y="9341"/>
                    <a:pt x="6038" y="9908"/>
                    <a:pt x="7306" y="10308"/>
                  </a:cubicBezTo>
                  <a:cubicBezTo>
                    <a:pt x="9808" y="11109"/>
                    <a:pt x="13110" y="11509"/>
                    <a:pt x="15645" y="12143"/>
                  </a:cubicBezTo>
                  <a:cubicBezTo>
                    <a:pt x="16946" y="12477"/>
                    <a:pt x="18013" y="12843"/>
                    <a:pt x="18781" y="13177"/>
                  </a:cubicBezTo>
                  <a:cubicBezTo>
                    <a:pt x="19148" y="13344"/>
                    <a:pt x="19448" y="13477"/>
                    <a:pt x="19648" y="13611"/>
                  </a:cubicBezTo>
                  <a:cubicBezTo>
                    <a:pt x="19815" y="13711"/>
                    <a:pt x="19948" y="13777"/>
                    <a:pt x="19948" y="13777"/>
                  </a:cubicBezTo>
                  <a:cubicBezTo>
                    <a:pt x="19986" y="13793"/>
                    <a:pt x="20021" y="13801"/>
                    <a:pt x="20054" y="13801"/>
                  </a:cubicBezTo>
                  <a:cubicBezTo>
                    <a:pt x="20226" y="13801"/>
                    <a:pt x="20316" y="13596"/>
                    <a:pt x="20148" y="13344"/>
                  </a:cubicBezTo>
                  <a:cubicBezTo>
                    <a:pt x="20148" y="13344"/>
                    <a:pt x="20048" y="13244"/>
                    <a:pt x="19848" y="13144"/>
                  </a:cubicBezTo>
                  <a:cubicBezTo>
                    <a:pt x="19648" y="12977"/>
                    <a:pt x="19348" y="12843"/>
                    <a:pt x="18981" y="12643"/>
                  </a:cubicBezTo>
                  <a:cubicBezTo>
                    <a:pt x="18180" y="12243"/>
                    <a:pt x="17113" y="11809"/>
                    <a:pt x="15812" y="11476"/>
                  </a:cubicBezTo>
                  <a:cubicBezTo>
                    <a:pt x="13210" y="10742"/>
                    <a:pt x="9941" y="10242"/>
                    <a:pt x="7506" y="9508"/>
                  </a:cubicBezTo>
                  <a:cubicBezTo>
                    <a:pt x="6305" y="9141"/>
                    <a:pt x="4937" y="8640"/>
                    <a:pt x="3770" y="7807"/>
                  </a:cubicBezTo>
                  <a:cubicBezTo>
                    <a:pt x="2602" y="6973"/>
                    <a:pt x="1668" y="5805"/>
                    <a:pt x="1168" y="4638"/>
                  </a:cubicBezTo>
                  <a:cubicBezTo>
                    <a:pt x="668" y="3470"/>
                    <a:pt x="468" y="2336"/>
                    <a:pt x="434" y="1502"/>
                  </a:cubicBezTo>
                  <a:cubicBezTo>
                    <a:pt x="367" y="1068"/>
                    <a:pt x="367" y="735"/>
                    <a:pt x="367" y="535"/>
                  </a:cubicBezTo>
                  <a:lnTo>
                    <a:pt x="367" y="201"/>
                  </a:lnTo>
                  <a:cubicBezTo>
                    <a:pt x="367" y="77"/>
                    <a:pt x="264"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2" name="Google Shape;682;p5"/>
            <p:cNvSpPr/>
            <p:nvPr/>
          </p:nvSpPr>
          <p:spPr>
            <a:xfrm>
              <a:off x="10628934" y="1585253"/>
              <a:ext cx="131530" cy="284847"/>
            </a:xfrm>
            <a:custGeom>
              <a:avLst/>
              <a:gdLst/>
              <a:ahLst/>
              <a:cxnLst/>
              <a:rect l="l" t="t" r="r" b="b"/>
              <a:pathLst>
                <a:path w="5838" h="12643" extrusionOk="0">
                  <a:moveTo>
                    <a:pt x="234" y="0"/>
                  </a:moveTo>
                  <a:cubicBezTo>
                    <a:pt x="67" y="0"/>
                    <a:pt x="0" y="334"/>
                    <a:pt x="167" y="367"/>
                  </a:cubicBezTo>
                  <a:cubicBezTo>
                    <a:pt x="167" y="367"/>
                    <a:pt x="234" y="367"/>
                    <a:pt x="367" y="401"/>
                  </a:cubicBezTo>
                  <a:cubicBezTo>
                    <a:pt x="434" y="467"/>
                    <a:pt x="668" y="501"/>
                    <a:pt x="868" y="567"/>
                  </a:cubicBezTo>
                  <a:cubicBezTo>
                    <a:pt x="1268" y="734"/>
                    <a:pt x="1902" y="934"/>
                    <a:pt x="2502" y="1368"/>
                  </a:cubicBezTo>
                  <a:cubicBezTo>
                    <a:pt x="3069" y="1768"/>
                    <a:pt x="3670" y="2335"/>
                    <a:pt x="4037" y="3036"/>
                  </a:cubicBezTo>
                  <a:cubicBezTo>
                    <a:pt x="4404" y="3703"/>
                    <a:pt x="4670" y="4437"/>
                    <a:pt x="4770" y="5171"/>
                  </a:cubicBezTo>
                  <a:cubicBezTo>
                    <a:pt x="5071" y="6538"/>
                    <a:pt x="5104" y="8406"/>
                    <a:pt x="5204" y="9907"/>
                  </a:cubicBezTo>
                  <a:cubicBezTo>
                    <a:pt x="5237" y="10675"/>
                    <a:pt x="5271" y="11342"/>
                    <a:pt x="5338" y="11809"/>
                  </a:cubicBezTo>
                  <a:cubicBezTo>
                    <a:pt x="5371" y="12243"/>
                    <a:pt x="5404" y="12543"/>
                    <a:pt x="5404" y="12543"/>
                  </a:cubicBezTo>
                  <a:cubicBezTo>
                    <a:pt x="5421" y="12609"/>
                    <a:pt x="5504" y="12643"/>
                    <a:pt x="5596" y="12643"/>
                  </a:cubicBezTo>
                  <a:cubicBezTo>
                    <a:pt x="5688" y="12643"/>
                    <a:pt x="5788" y="12609"/>
                    <a:pt x="5838" y="12543"/>
                  </a:cubicBezTo>
                  <a:cubicBezTo>
                    <a:pt x="5838" y="12543"/>
                    <a:pt x="5771" y="12243"/>
                    <a:pt x="5771" y="11775"/>
                  </a:cubicBezTo>
                  <a:lnTo>
                    <a:pt x="5771" y="9907"/>
                  </a:lnTo>
                  <a:cubicBezTo>
                    <a:pt x="5771" y="8406"/>
                    <a:pt x="5838" y="6538"/>
                    <a:pt x="5538" y="5037"/>
                  </a:cubicBezTo>
                  <a:cubicBezTo>
                    <a:pt x="5371" y="4270"/>
                    <a:pt x="5104" y="3436"/>
                    <a:pt x="4604" y="2702"/>
                  </a:cubicBezTo>
                  <a:cubicBezTo>
                    <a:pt x="4170" y="1902"/>
                    <a:pt x="3436" y="1335"/>
                    <a:pt x="2769" y="901"/>
                  </a:cubicBezTo>
                  <a:cubicBezTo>
                    <a:pt x="2102" y="501"/>
                    <a:pt x="1435" y="267"/>
                    <a:pt x="1001" y="167"/>
                  </a:cubicBezTo>
                  <a:cubicBezTo>
                    <a:pt x="768" y="67"/>
                    <a:pt x="567" y="67"/>
                    <a:pt x="434" y="34"/>
                  </a:cubicBezTo>
                  <a:cubicBezTo>
                    <a:pt x="334" y="0"/>
                    <a:pt x="234"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3" name="Google Shape;683;p5"/>
            <p:cNvSpPr/>
            <p:nvPr/>
          </p:nvSpPr>
          <p:spPr>
            <a:xfrm>
              <a:off x="10331222" y="3428319"/>
              <a:ext cx="469998" cy="385488"/>
            </a:xfrm>
            <a:custGeom>
              <a:avLst/>
              <a:gdLst/>
              <a:ahLst/>
              <a:cxnLst/>
              <a:rect l="l" t="t" r="r" b="b"/>
              <a:pathLst>
                <a:path w="20861" h="17110" extrusionOk="0">
                  <a:moveTo>
                    <a:pt x="193" y="1"/>
                  </a:moveTo>
                  <a:cubicBezTo>
                    <a:pt x="90" y="1"/>
                    <a:pt x="1" y="85"/>
                    <a:pt x="38" y="254"/>
                  </a:cubicBezTo>
                  <a:cubicBezTo>
                    <a:pt x="38" y="254"/>
                    <a:pt x="72" y="388"/>
                    <a:pt x="105" y="621"/>
                  </a:cubicBezTo>
                  <a:cubicBezTo>
                    <a:pt x="138" y="755"/>
                    <a:pt x="172" y="855"/>
                    <a:pt x="238" y="1021"/>
                  </a:cubicBezTo>
                  <a:cubicBezTo>
                    <a:pt x="305" y="1222"/>
                    <a:pt x="372" y="1388"/>
                    <a:pt x="439" y="1588"/>
                  </a:cubicBezTo>
                  <a:cubicBezTo>
                    <a:pt x="772" y="2422"/>
                    <a:pt x="1339" y="3490"/>
                    <a:pt x="2173" y="4591"/>
                  </a:cubicBezTo>
                  <a:cubicBezTo>
                    <a:pt x="3841" y="6792"/>
                    <a:pt x="6410" y="9027"/>
                    <a:pt x="8578" y="10628"/>
                  </a:cubicBezTo>
                  <a:cubicBezTo>
                    <a:pt x="10746" y="12229"/>
                    <a:pt x="13615" y="13997"/>
                    <a:pt x="16083" y="15198"/>
                  </a:cubicBezTo>
                  <a:cubicBezTo>
                    <a:pt x="17284" y="15832"/>
                    <a:pt x="18418" y="16299"/>
                    <a:pt x="19219" y="16633"/>
                  </a:cubicBezTo>
                  <a:cubicBezTo>
                    <a:pt x="19986" y="16933"/>
                    <a:pt x="20486" y="17100"/>
                    <a:pt x="20486" y="17100"/>
                  </a:cubicBezTo>
                  <a:cubicBezTo>
                    <a:pt x="20515" y="17106"/>
                    <a:pt x="20543" y="17109"/>
                    <a:pt x="20568" y="17109"/>
                  </a:cubicBezTo>
                  <a:cubicBezTo>
                    <a:pt x="20802" y="17109"/>
                    <a:pt x="20861" y="16847"/>
                    <a:pt x="20620" y="16666"/>
                  </a:cubicBezTo>
                  <a:cubicBezTo>
                    <a:pt x="20620" y="16666"/>
                    <a:pt x="20153" y="16499"/>
                    <a:pt x="19385" y="16166"/>
                  </a:cubicBezTo>
                  <a:cubicBezTo>
                    <a:pt x="18585" y="15832"/>
                    <a:pt x="17484" y="15298"/>
                    <a:pt x="16317" y="14664"/>
                  </a:cubicBezTo>
                  <a:cubicBezTo>
                    <a:pt x="13915" y="13397"/>
                    <a:pt x="11113" y="11596"/>
                    <a:pt x="8978" y="9994"/>
                  </a:cubicBezTo>
                  <a:cubicBezTo>
                    <a:pt x="6910" y="8460"/>
                    <a:pt x="4275" y="6292"/>
                    <a:pt x="2607" y="4224"/>
                  </a:cubicBezTo>
                  <a:cubicBezTo>
                    <a:pt x="1739" y="3190"/>
                    <a:pt x="1139" y="2156"/>
                    <a:pt x="805" y="1422"/>
                  </a:cubicBezTo>
                  <a:cubicBezTo>
                    <a:pt x="739" y="1255"/>
                    <a:pt x="639" y="1088"/>
                    <a:pt x="605" y="921"/>
                  </a:cubicBezTo>
                  <a:cubicBezTo>
                    <a:pt x="572" y="755"/>
                    <a:pt x="505" y="621"/>
                    <a:pt x="472" y="488"/>
                  </a:cubicBezTo>
                  <a:cubicBezTo>
                    <a:pt x="439" y="288"/>
                    <a:pt x="405" y="154"/>
                    <a:pt x="405" y="154"/>
                  </a:cubicBezTo>
                  <a:cubicBezTo>
                    <a:pt x="361" y="52"/>
                    <a:pt x="273" y="1"/>
                    <a:pt x="1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itleOnly" matchingName="Title only">
  <p:cSld name="TITLE_ONLY">
    <p:spTree>
      <p:nvGrpSpPr>
        <p:cNvPr id="684" name="Shape 684"/>
        <p:cNvGrpSpPr/>
        <p:nvPr/>
      </p:nvGrpSpPr>
      <p:grpSpPr>
        <a:xfrm>
          <a:off x="0" y="0"/>
          <a:ext cx="0" cy="0"/>
          <a:chOff x="0" y="0"/>
          <a:chExt cx="0" cy="0"/>
        </a:xfrm>
      </p:grpSpPr>
      <p:pic>
        <p:nvPicPr>
          <p:cNvPr id="685" name="Google Shape;685;p6"/>
          <p:cNvPicPr preferRelativeResize="0"/>
          <p:nvPr/>
        </p:nvPicPr>
        <p:blipFill rotWithShape="1">
          <a:blip r:embed="rId2"/>
          <a:srcRect b="15598"/>
          <a:stretch>
            <a:fillRect/>
          </a:stretch>
        </p:blipFill>
        <p:spPr>
          <a:xfrm>
            <a:off x="0" y="0"/>
            <a:ext cx="9144003" cy="5143501"/>
          </a:xfrm>
          <a:prstGeom prst="rect">
            <a:avLst/>
          </a:prstGeom>
          <a:noFill/>
          <a:ln>
            <a:noFill/>
          </a:ln>
        </p:spPr>
      </p:pic>
      <p:sp>
        <p:nvSpPr>
          <p:cNvPr id="686" name="Google Shape;686;p6"/>
          <p:cNvSpPr txBox="1"/>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687" name="Google Shape;687;p6"/>
          <p:cNvGrpSpPr/>
          <p:nvPr/>
        </p:nvGrpSpPr>
        <p:grpSpPr>
          <a:xfrm rot="-5245673">
            <a:off x="-584857" y="3581012"/>
            <a:ext cx="1531026" cy="2583453"/>
            <a:chOff x="-2204723" y="822723"/>
            <a:chExt cx="1968701" cy="3321985"/>
          </a:xfrm>
        </p:grpSpPr>
        <p:sp>
          <p:nvSpPr>
            <p:cNvPr id="688" name="Google Shape;688;p6"/>
            <p:cNvSpPr/>
            <p:nvPr/>
          </p:nvSpPr>
          <p:spPr>
            <a:xfrm rot="-382644" flipH="1">
              <a:off x="-2034872" y="930209"/>
              <a:ext cx="1491785" cy="3141367"/>
            </a:xfrm>
            <a:custGeom>
              <a:avLst/>
              <a:gdLst/>
              <a:ahLst/>
              <a:cxnLst/>
              <a:rect l="l" t="t" r="r" b="b"/>
              <a:pathLst>
                <a:path w="66215" h="139434" extrusionOk="0">
                  <a:moveTo>
                    <a:pt x="15812" y="0"/>
                  </a:moveTo>
                  <a:cubicBezTo>
                    <a:pt x="15745" y="0"/>
                    <a:pt x="15711" y="134"/>
                    <a:pt x="15711" y="367"/>
                  </a:cubicBezTo>
                  <a:cubicBezTo>
                    <a:pt x="15711" y="634"/>
                    <a:pt x="15745" y="1001"/>
                    <a:pt x="15812" y="1501"/>
                  </a:cubicBezTo>
                  <a:cubicBezTo>
                    <a:pt x="15812" y="1501"/>
                    <a:pt x="15845" y="1535"/>
                    <a:pt x="15845" y="1668"/>
                  </a:cubicBezTo>
                  <a:cubicBezTo>
                    <a:pt x="15845" y="1801"/>
                    <a:pt x="15878" y="1968"/>
                    <a:pt x="15878" y="2168"/>
                  </a:cubicBezTo>
                  <a:cubicBezTo>
                    <a:pt x="15878" y="2368"/>
                    <a:pt x="15912" y="2635"/>
                    <a:pt x="15912" y="2969"/>
                  </a:cubicBezTo>
                  <a:lnTo>
                    <a:pt x="15912" y="3469"/>
                  </a:lnTo>
                  <a:cubicBezTo>
                    <a:pt x="15912" y="3636"/>
                    <a:pt x="15878" y="3836"/>
                    <a:pt x="15878" y="4036"/>
                  </a:cubicBezTo>
                  <a:cubicBezTo>
                    <a:pt x="15812" y="4870"/>
                    <a:pt x="15645" y="5871"/>
                    <a:pt x="15044" y="6872"/>
                  </a:cubicBezTo>
                  <a:cubicBezTo>
                    <a:pt x="14511" y="7906"/>
                    <a:pt x="13543" y="8873"/>
                    <a:pt x="12309" y="9707"/>
                  </a:cubicBezTo>
                  <a:cubicBezTo>
                    <a:pt x="11041" y="10541"/>
                    <a:pt x="9540" y="11308"/>
                    <a:pt x="8006" y="12309"/>
                  </a:cubicBezTo>
                  <a:cubicBezTo>
                    <a:pt x="7239" y="12843"/>
                    <a:pt x="6472" y="13410"/>
                    <a:pt x="5838" y="14210"/>
                  </a:cubicBezTo>
                  <a:cubicBezTo>
                    <a:pt x="5538" y="14577"/>
                    <a:pt x="5204" y="15011"/>
                    <a:pt x="5004" y="15511"/>
                  </a:cubicBezTo>
                  <a:cubicBezTo>
                    <a:pt x="4737" y="15978"/>
                    <a:pt x="4637" y="16512"/>
                    <a:pt x="4503" y="17012"/>
                  </a:cubicBezTo>
                  <a:cubicBezTo>
                    <a:pt x="4303" y="18046"/>
                    <a:pt x="4203" y="19080"/>
                    <a:pt x="4003" y="20148"/>
                  </a:cubicBezTo>
                  <a:cubicBezTo>
                    <a:pt x="4003" y="20248"/>
                    <a:pt x="3970" y="20381"/>
                    <a:pt x="3903" y="20515"/>
                  </a:cubicBezTo>
                  <a:cubicBezTo>
                    <a:pt x="3903" y="20582"/>
                    <a:pt x="3903" y="20582"/>
                    <a:pt x="3870" y="20648"/>
                  </a:cubicBezTo>
                  <a:lnTo>
                    <a:pt x="3803" y="20815"/>
                  </a:lnTo>
                  <a:cubicBezTo>
                    <a:pt x="3670" y="21049"/>
                    <a:pt x="3569" y="21315"/>
                    <a:pt x="3403" y="21516"/>
                  </a:cubicBezTo>
                  <a:cubicBezTo>
                    <a:pt x="3136" y="21983"/>
                    <a:pt x="2836" y="22416"/>
                    <a:pt x="2502" y="22883"/>
                  </a:cubicBezTo>
                  <a:cubicBezTo>
                    <a:pt x="1868" y="23851"/>
                    <a:pt x="1168" y="24851"/>
                    <a:pt x="968" y="26152"/>
                  </a:cubicBezTo>
                  <a:cubicBezTo>
                    <a:pt x="801" y="27386"/>
                    <a:pt x="1168" y="28687"/>
                    <a:pt x="1535" y="29821"/>
                  </a:cubicBezTo>
                  <a:cubicBezTo>
                    <a:pt x="1735" y="30389"/>
                    <a:pt x="1902" y="30922"/>
                    <a:pt x="2035" y="31523"/>
                  </a:cubicBezTo>
                  <a:cubicBezTo>
                    <a:pt x="2068" y="31656"/>
                    <a:pt x="2068" y="31823"/>
                    <a:pt x="2068" y="31923"/>
                  </a:cubicBezTo>
                  <a:lnTo>
                    <a:pt x="2068" y="32156"/>
                  </a:lnTo>
                  <a:lnTo>
                    <a:pt x="2068" y="32323"/>
                  </a:lnTo>
                  <a:cubicBezTo>
                    <a:pt x="2035" y="32557"/>
                    <a:pt x="1968" y="32857"/>
                    <a:pt x="1868" y="33157"/>
                  </a:cubicBezTo>
                  <a:cubicBezTo>
                    <a:pt x="1501" y="34258"/>
                    <a:pt x="734" y="35325"/>
                    <a:pt x="300" y="36593"/>
                  </a:cubicBezTo>
                  <a:cubicBezTo>
                    <a:pt x="167" y="36927"/>
                    <a:pt x="67" y="37260"/>
                    <a:pt x="34" y="37660"/>
                  </a:cubicBezTo>
                  <a:cubicBezTo>
                    <a:pt x="0" y="37827"/>
                    <a:pt x="34" y="38027"/>
                    <a:pt x="34" y="38194"/>
                  </a:cubicBezTo>
                  <a:cubicBezTo>
                    <a:pt x="34" y="38394"/>
                    <a:pt x="67" y="38561"/>
                    <a:pt x="134" y="38728"/>
                  </a:cubicBezTo>
                  <a:cubicBezTo>
                    <a:pt x="234" y="39395"/>
                    <a:pt x="501" y="40029"/>
                    <a:pt x="801" y="40663"/>
                  </a:cubicBezTo>
                  <a:cubicBezTo>
                    <a:pt x="1368" y="41863"/>
                    <a:pt x="2035" y="43031"/>
                    <a:pt x="2736" y="44165"/>
                  </a:cubicBezTo>
                  <a:cubicBezTo>
                    <a:pt x="3069" y="44732"/>
                    <a:pt x="3469" y="45266"/>
                    <a:pt x="3803" y="45866"/>
                  </a:cubicBezTo>
                  <a:cubicBezTo>
                    <a:pt x="3970" y="46100"/>
                    <a:pt x="4137" y="46400"/>
                    <a:pt x="4303" y="46700"/>
                  </a:cubicBezTo>
                  <a:lnTo>
                    <a:pt x="4337" y="46834"/>
                  </a:lnTo>
                  <a:lnTo>
                    <a:pt x="4370" y="46867"/>
                  </a:lnTo>
                  <a:cubicBezTo>
                    <a:pt x="4370" y="46900"/>
                    <a:pt x="4403" y="46934"/>
                    <a:pt x="4403" y="46934"/>
                  </a:cubicBezTo>
                  <a:lnTo>
                    <a:pt x="4570" y="47167"/>
                  </a:lnTo>
                  <a:lnTo>
                    <a:pt x="4904" y="47568"/>
                  </a:lnTo>
                  <a:cubicBezTo>
                    <a:pt x="5838" y="48602"/>
                    <a:pt x="6972" y="49502"/>
                    <a:pt x="8239" y="50069"/>
                  </a:cubicBezTo>
                  <a:cubicBezTo>
                    <a:pt x="9507" y="50670"/>
                    <a:pt x="10875" y="51037"/>
                    <a:pt x="12209" y="51270"/>
                  </a:cubicBezTo>
                  <a:cubicBezTo>
                    <a:pt x="13543" y="51537"/>
                    <a:pt x="14911" y="51670"/>
                    <a:pt x="16245" y="51837"/>
                  </a:cubicBezTo>
                  <a:cubicBezTo>
                    <a:pt x="17579" y="52004"/>
                    <a:pt x="18914" y="52171"/>
                    <a:pt x="20215" y="52404"/>
                  </a:cubicBezTo>
                  <a:cubicBezTo>
                    <a:pt x="21482" y="52671"/>
                    <a:pt x="22750" y="53071"/>
                    <a:pt x="23851" y="53705"/>
                  </a:cubicBezTo>
                  <a:cubicBezTo>
                    <a:pt x="24418" y="54005"/>
                    <a:pt x="24918" y="54406"/>
                    <a:pt x="25385" y="54839"/>
                  </a:cubicBezTo>
                  <a:cubicBezTo>
                    <a:pt x="25652" y="55040"/>
                    <a:pt x="25852" y="55273"/>
                    <a:pt x="26052" y="55507"/>
                  </a:cubicBezTo>
                  <a:cubicBezTo>
                    <a:pt x="26252" y="55740"/>
                    <a:pt x="26419" y="56007"/>
                    <a:pt x="26653" y="56240"/>
                  </a:cubicBezTo>
                  <a:cubicBezTo>
                    <a:pt x="27386" y="57341"/>
                    <a:pt x="28054" y="58509"/>
                    <a:pt x="28921" y="59543"/>
                  </a:cubicBezTo>
                  <a:lnTo>
                    <a:pt x="29254" y="59910"/>
                  </a:lnTo>
                  <a:lnTo>
                    <a:pt x="29488" y="60110"/>
                  </a:lnTo>
                  <a:lnTo>
                    <a:pt x="29755" y="60277"/>
                  </a:lnTo>
                  <a:cubicBezTo>
                    <a:pt x="30088" y="60510"/>
                    <a:pt x="30389" y="60610"/>
                    <a:pt x="30722" y="60744"/>
                  </a:cubicBezTo>
                  <a:cubicBezTo>
                    <a:pt x="31389" y="60944"/>
                    <a:pt x="32023" y="61111"/>
                    <a:pt x="32657" y="61277"/>
                  </a:cubicBezTo>
                  <a:cubicBezTo>
                    <a:pt x="33257" y="61444"/>
                    <a:pt x="33891" y="61611"/>
                    <a:pt x="34492" y="61778"/>
                  </a:cubicBezTo>
                  <a:cubicBezTo>
                    <a:pt x="35059" y="62011"/>
                    <a:pt x="35592" y="62211"/>
                    <a:pt x="35993" y="62545"/>
                  </a:cubicBezTo>
                  <a:cubicBezTo>
                    <a:pt x="36360" y="62912"/>
                    <a:pt x="36693" y="63379"/>
                    <a:pt x="36860" y="63879"/>
                  </a:cubicBezTo>
                  <a:cubicBezTo>
                    <a:pt x="37027" y="64380"/>
                    <a:pt x="37093" y="64913"/>
                    <a:pt x="37060" y="65514"/>
                  </a:cubicBezTo>
                  <a:cubicBezTo>
                    <a:pt x="37027" y="66681"/>
                    <a:pt x="36726" y="67849"/>
                    <a:pt x="36560" y="69050"/>
                  </a:cubicBezTo>
                  <a:cubicBezTo>
                    <a:pt x="36426" y="70050"/>
                    <a:pt x="36426" y="71118"/>
                    <a:pt x="36726" y="72052"/>
                  </a:cubicBezTo>
                  <a:cubicBezTo>
                    <a:pt x="37060" y="72952"/>
                    <a:pt x="37560" y="73620"/>
                    <a:pt x="37927" y="74053"/>
                  </a:cubicBezTo>
                  <a:lnTo>
                    <a:pt x="37894" y="74020"/>
                  </a:lnTo>
                  <a:lnTo>
                    <a:pt x="37894" y="74020"/>
                  </a:lnTo>
                  <a:cubicBezTo>
                    <a:pt x="38695" y="75021"/>
                    <a:pt x="39662" y="75854"/>
                    <a:pt x="40529" y="76688"/>
                  </a:cubicBezTo>
                  <a:cubicBezTo>
                    <a:pt x="41397" y="77522"/>
                    <a:pt x="42264" y="78390"/>
                    <a:pt x="42764" y="79424"/>
                  </a:cubicBezTo>
                  <a:cubicBezTo>
                    <a:pt x="43031" y="79924"/>
                    <a:pt x="43198" y="80524"/>
                    <a:pt x="43198" y="81058"/>
                  </a:cubicBezTo>
                  <a:cubicBezTo>
                    <a:pt x="43198" y="81625"/>
                    <a:pt x="43064" y="82192"/>
                    <a:pt x="42831" y="82726"/>
                  </a:cubicBezTo>
                  <a:cubicBezTo>
                    <a:pt x="42564" y="83260"/>
                    <a:pt x="42264" y="83793"/>
                    <a:pt x="41864" y="84194"/>
                  </a:cubicBezTo>
                  <a:cubicBezTo>
                    <a:pt x="41430" y="84594"/>
                    <a:pt x="40930" y="84894"/>
                    <a:pt x="40396" y="85128"/>
                  </a:cubicBezTo>
                  <a:cubicBezTo>
                    <a:pt x="39328" y="85595"/>
                    <a:pt x="38061" y="85862"/>
                    <a:pt x="36760" y="86062"/>
                  </a:cubicBezTo>
                  <a:cubicBezTo>
                    <a:pt x="35526" y="86262"/>
                    <a:pt x="34191" y="86462"/>
                    <a:pt x="32890" y="86962"/>
                  </a:cubicBezTo>
                  <a:cubicBezTo>
                    <a:pt x="32223" y="87229"/>
                    <a:pt x="31589" y="87563"/>
                    <a:pt x="31056" y="88030"/>
                  </a:cubicBezTo>
                  <a:cubicBezTo>
                    <a:pt x="30489" y="88463"/>
                    <a:pt x="30055" y="89064"/>
                    <a:pt x="29755" y="89731"/>
                  </a:cubicBezTo>
                  <a:cubicBezTo>
                    <a:pt x="29688" y="89898"/>
                    <a:pt x="29588" y="90065"/>
                    <a:pt x="29555" y="90231"/>
                  </a:cubicBezTo>
                  <a:lnTo>
                    <a:pt x="29388" y="90732"/>
                  </a:lnTo>
                  <a:cubicBezTo>
                    <a:pt x="29355" y="90899"/>
                    <a:pt x="29355" y="91099"/>
                    <a:pt x="29321" y="91265"/>
                  </a:cubicBezTo>
                  <a:cubicBezTo>
                    <a:pt x="29254" y="91466"/>
                    <a:pt x="29254" y="91632"/>
                    <a:pt x="29254" y="91799"/>
                  </a:cubicBezTo>
                  <a:cubicBezTo>
                    <a:pt x="29254" y="92533"/>
                    <a:pt x="29355" y="93200"/>
                    <a:pt x="29488" y="93867"/>
                  </a:cubicBezTo>
                  <a:cubicBezTo>
                    <a:pt x="30055" y="96469"/>
                    <a:pt x="31089" y="98904"/>
                    <a:pt x="32023" y="101273"/>
                  </a:cubicBezTo>
                  <a:cubicBezTo>
                    <a:pt x="33024" y="103574"/>
                    <a:pt x="32890" y="106143"/>
                    <a:pt x="33091" y="108645"/>
                  </a:cubicBezTo>
                  <a:cubicBezTo>
                    <a:pt x="33224" y="109946"/>
                    <a:pt x="33391" y="111213"/>
                    <a:pt x="33891" y="112414"/>
                  </a:cubicBezTo>
                  <a:cubicBezTo>
                    <a:pt x="34358" y="113615"/>
                    <a:pt x="35059" y="114716"/>
                    <a:pt x="35926" y="115583"/>
                  </a:cubicBezTo>
                  <a:cubicBezTo>
                    <a:pt x="36827" y="116450"/>
                    <a:pt x="37761" y="117217"/>
                    <a:pt x="38728" y="117885"/>
                  </a:cubicBezTo>
                  <a:cubicBezTo>
                    <a:pt x="39729" y="118552"/>
                    <a:pt x="40696" y="119119"/>
                    <a:pt x="41663" y="119753"/>
                  </a:cubicBezTo>
                  <a:cubicBezTo>
                    <a:pt x="42564" y="120386"/>
                    <a:pt x="43531" y="120953"/>
                    <a:pt x="44365" y="121621"/>
                  </a:cubicBezTo>
                  <a:lnTo>
                    <a:pt x="44999" y="122121"/>
                  </a:lnTo>
                  <a:cubicBezTo>
                    <a:pt x="45166" y="122288"/>
                    <a:pt x="45366" y="122454"/>
                    <a:pt x="45566" y="122655"/>
                  </a:cubicBezTo>
                  <a:cubicBezTo>
                    <a:pt x="46000" y="123055"/>
                    <a:pt x="46400" y="123388"/>
                    <a:pt x="46834" y="123722"/>
                  </a:cubicBezTo>
                  <a:cubicBezTo>
                    <a:pt x="48568" y="124990"/>
                    <a:pt x="50503" y="125757"/>
                    <a:pt x="52238" y="126424"/>
                  </a:cubicBezTo>
                  <a:cubicBezTo>
                    <a:pt x="54006" y="127091"/>
                    <a:pt x="55673" y="127758"/>
                    <a:pt x="57074" y="128559"/>
                  </a:cubicBezTo>
                  <a:cubicBezTo>
                    <a:pt x="57775" y="128926"/>
                    <a:pt x="58442" y="129393"/>
                    <a:pt x="59076" y="129793"/>
                  </a:cubicBezTo>
                  <a:cubicBezTo>
                    <a:pt x="59710" y="130227"/>
                    <a:pt x="60343" y="130627"/>
                    <a:pt x="60877" y="131061"/>
                  </a:cubicBezTo>
                  <a:cubicBezTo>
                    <a:pt x="61945" y="131895"/>
                    <a:pt x="62879" y="132728"/>
                    <a:pt x="63579" y="133496"/>
                  </a:cubicBezTo>
                  <a:cubicBezTo>
                    <a:pt x="64246" y="134296"/>
                    <a:pt x="64747" y="135097"/>
                    <a:pt x="65047" y="135764"/>
                  </a:cubicBezTo>
                  <a:cubicBezTo>
                    <a:pt x="65113" y="135931"/>
                    <a:pt x="65214" y="136098"/>
                    <a:pt x="65247" y="136264"/>
                  </a:cubicBezTo>
                  <a:cubicBezTo>
                    <a:pt x="65347" y="136398"/>
                    <a:pt x="65380" y="136565"/>
                    <a:pt x="65414" y="136665"/>
                  </a:cubicBezTo>
                  <a:cubicBezTo>
                    <a:pt x="65514" y="136965"/>
                    <a:pt x="65547" y="137232"/>
                    <a:pt x="65580" y="137398"/>
                  </a:cubicBezTo>
                  <a:cubicBezTo>
                    <a:pt x="65614" y="137565"/>
                    <a:pt x="65681" y="137732"/>
                    <a:pt x="65681" y="137799"/>
                  </a:cubicBezTo>
                  <a:lnTo>
                    <a:pt x="65681" y="137966"/>
                  </a:lnTo>
                  <a:cubicBezTo>
                    <a:pt x="65714" y="138232"/>
                    <a:pt x="65747" y="138433"/>
                    <a:pt x="65747" y="138599"/>
                  </a:cubicBezTo>
                  <a:cubicBezTo>
                    <a:pt x="65747" y="138766"/>
                    <a:pt x="65747" y="138933"/>
                    <a:pt x="65781" y="139066"/>
                  </a:cubicBezTo>
                  <a:cubicBezTo>
                    <a:pt x="65847" y="139300"/>
                    <a:pt x="65914" y="139433"/>
                    <a:pt x="65947" y="139433"/>
                  </a:cubicBezTo>
                  <a:cubicBezTo>
                    <a:pt x="66014" y="139433"/>
                    <a:pt x="66081" y="139300"/>
                    <a:pt x="66114" y="139066"/>
                  </a:cubicBezTo>
                  <a:cubicBezTo>
                    <a:pt x="66181" y="138799"/>
                    <a:pt x="66214" y="138433"/>
                    <a:pt x="66114" y="137899"/>
                  </a:cubicBezTo>
                  <a:lnTo>
                    <a:pt x="66114" y="137732"/>
                  </a:lnTo>
                  <a:cubicBezTo>
                    <a:pt x="66114" y="137599"/>
                    <a:pt x="66081" y="137465"/>
                    <a:pt x="66047" y="137265"/>
                  </a:cubicBezTo>
                  <a:cubicBezTo>
                    <a:pt x="66014" y="137065"/>
                    <a:pt x="65947" y="136798"/>
                    <a:pt x="65881" y="136498"/>
                  </a:cubicBezTo>
                  <a:cubicBezTo>
                    <a:pt x="65847" y="136398"/>
                    <a:pt x="65747" y="136231"/>
                    <a:pt x="65714" y="136064"/>
                  </a:cubicBezTo>
                  <a:cubicBezTo>
                    <a:pt x="65681" y="135897"/>
                    <a:pt x="65580" y="135731"/>
                    <a:pt x="65514" y="135564"/>
                  </a:cubicBezTo>
                  <a:cubicBezTo>
                    <a:pt x="65214" y="134797"/>
                    <a:pt x="64680" y="133963"/>
                    <a:pt x="63946" y="133129"/>
                  </a:cubicBezTo>
                  <a:cubicBezTo>
                    <a:pt x="63245" y="132295"/>
                    <a:pt x="62278" y="131428"/>
                    <a:pt x="61177" y="130594"/>
                  </a:cubicBezTo>
                  <a:cubicBezTo>
                    <a:pt x="60610" y="130127"/>
                    <a:pt x="60010" y="129726"/>
                    <a:pt x="59376" y="129293"/>
                  </a:cubicBezTo>
                  <a:cubicBezTo>
                    <a:pt x="58709" y="128892"/>
                    <a:pt x="58075" y="128425"/>
                    <a:pt x="57341" y="127992"/>
                  </a:cubicBezTo>
                  <a:cubicBezTo>
                    <a:pt x="55874" y="127225"/>
                    <a:pt x="54172" y="126491"/>
                    <a:pt x="52404" y="125824"/>
                  </a:cubicBezTo>
                  <a:cubicBezTo>
                    <a:pt x="50670" y="125123"/>
                    <a:pt x="48768" y="124389"/>
                    <a:pt x="47167" y="123155"/>
                  </a:cubicBezTo>
                  <a:cubicBezTo>
                    <a:pt x="46767" y="122888"/>
                    <a:pt x="46367" y="122555"/>
                    <a:pt x="46000" y="122154"/>
                  </a:cubicBezTo>
                  <a:cubicBezTo>
                    <a:pt x="45600" y="121787"/>
                    <a:pt x="45166" y="121420"/>
                    <a:pt x="44732" y="121087"/>
                  </a:cubicBezTo>
                  <a:cubicBezTo>
                    <a:pt x="43865" y="120386"/>
                    <a:pt x="42931" y="119786"/>
                    <a:pt x="41997" y="119152"/>
                  </a:cubicBezTo>
                  <a:cubicBezTo>
                    <a:pt x="40062" y="117951"/>
                    <a:pt x="38061" y="116750"/>
                    <a:pt x="36426" y="115083"/>
                  </a:cubicBezTo>
                  <a:cubicBezTo>
                    <a:pt x="35659" y="114249"/>
                    <a:pt x="35025" y="113248"/>
                    <a:pt x="34558" y="112147"/>
                  </a:cubicBezTo>
                  <a:cubicBezTo>
                    <a:pt x="34091" y="111080"/>
                    <a:pt x="33924" y="109879"/>
                    <a:pt x="33858" y="108645"/>
                  </a:cubicBezTo>
                  <a:cubicBezTo>
                    <a:pt x="33758" y="107410"/>
                    <a:pt x="33758" y="106143"/>
                    <a:pt x="33658" y="104875"/>
                  </a:cubicBezTo>
                  <a:cubicBezTo>
                    <a:pt x="33558" y="104241"/>
                    <a:pt x="33491" y="103574"/>
                    <a:pt x="33357" y="102940"/>
                  </a:cubicBezTo>
                  <a:cubicBezTo>
                    <a:pt x="33324" y="102640"/>
                    <a:pt x="33191" y="102307"/>
                    <a:pt x="33091" y="101973"/>
                  </a:cubicBezTo>
                  <a:lnTo>
                    <a:pt x="32757" y="101072"/>
                  </a:lnTo>
                  <a:cubicBezTo>
                    <a:pt x="31856" y="98637"/>
                    <a:pt x="30822" y="96269"/>
                    <a:pt x="30322" y="93767"/>
                  </a:cubicBezTo>
                  <a:cubicBezTo>
                    <a:pt x="30188" y="93133"/>
                    <a:pt x="30155" y="92533"/>
                    <a:pt x="30155" y="91933"/>
                  </a:cubicBezTo>
                  <a:cubicBezTo>
                    <a:pt x="30188" y="91766"/>
                    <a:pt x="30155" y="91599"/>
                    <a:pt x="30188" y="91466"/>
                  </a:cubicBezTo>
                  <a:cubicBezTo>
                    <a:pt x="30222" y="91366"/>
                    <a:pt x="30222" y="91199"/>
                    <a:pt x="30255" y="91065"/>
                  </a:cubicBezTo>
                  <a:lnTo>
                    <a:pt x="30389" y="90632"/>
                  </a:lnTo>
                  <a:cubicBezTo>
                    <a:pt x="30422" y="90532"/>
                    <a:pt x="30522" y="90365"/>
                    <a:pt x="30555" y="90231"/>
                  </a:cubicBezTo>
                  <a:cubicBezTo>
                    <a:pt x="30822" y="89698"/>
                    <a:pt x="31156" y="89197"/>
                    <a:pt x="31589" y="88797"/>
                  </a:cubicBezTo>
                  <a:cubicBezTo>
                    <a:pt x="32056" y="88430"/>
                    <a:pt x="32590" y="88130"/>
                    <a:pt x="33191" y="87930"/>
                  </a:cubicBezTo>
                  <a:cubicBezTo>
                    <a:pt x="34358" y="87463"/>
                    <a:pt x="35592" y="87263"/>
                    <a:pt x="36893" y="87062"/>
                  </a:cubicBezTo>
                  <a:cubicBezTo>
                    <a:pt x="38194" y="86796"/>
                    <a:pt x="39529" y="86595"/>
                    <a:pt x="40763" y="86062"/>
                  </a:cubicBezTo>
                  <a:cubicBezTo>
                    <a:pt x="41397" y="85762"/>
                    <a:pt x="42030" y="85395"/>
                    <a:pt x="42531" y="84894"/>
                  </a:cubicBezTo>
                  <a:cubicBezTo>
                    <a:pt x="43031" y="84394"/>
                    <a:pt x="43398" y="83793"/>
                    <a:pt x="43698" y="83193"/>
                  </a:cubicBezTo>
                  <a:cubicBezTo>
                    <a:pt x="43998" y="82559"/>
                    <a:pt x="44165" y="81859"/>
                    <a:pt x="44165" y="81125"/>
                  </a:cubicBezTo>
                  <a:cubicBezTo>
                    <a:pt x="44165" y="80424"/>
                    <a:pt x="43932" y="79724"/>
                    <a:pt x="43665" y="79090"/>
                  </a:cubicBezTo>
                  <a:cubicBezTo>
                    <a:pt x="43064" y="77856"/>
                    <a:pt x="42097" y="76922"/>
                    <a:pt x="41230" y="76055"/>
                  </a:cubicBezTo>
                  <a:cubicBezTo>
                    <a:pt x="40329" y="75187"/>
                    <a:pt x="39395" y="74353"/>
                    <a:pt x="38695" y="73453"/>
                  </a:cubicBezTo>
                  <a:cubicBezTo>
                    <a:pt x="38394" y="73086"/>
                    <a:pt x="37994" y="72552"/>
                    <a:pt x="37727" y="71785"/>
                  </a:cubicBezTo>
                  <a:cubicBezTo>
                    <a:pt x="37527" y="71051"/>
                    <a:pt x="37494" y="70084"/>
                    <a:pt x="37594" y="69150"/>
                  </a:cubicBezTo>
                  <a:cubicBezTo>
                    <a:pt x="37727" y="68015"/>
                    <a:pt x="38027" y="66815"/>
                    <a:pt x="38094" y="65547"/>
                  </a:cubicBezTo>
                  <a:cubicBezTo>
                    <a:pt x="38161" y="64880"/>
                    <a:pt x="38061" y="64213"/>
                    <a:pt x="37861" y="63546"/>
                  </a:cubicBezTo>
                  <a:cubicBezTo>
                    <a:pt x="37594" y="62878"/>
                    <a:pt x="37193" y="62278"/>
                    <a:pt x="36693" y="61778"/>
                  </a:cubicBezTo>
                  <a:cubicBezTo>
                    <a:pt x="36560" y="61644"/>
                    <a:pt x="36393" y="61578"/>
                    <a:pt x="36226" y="61444"/>
                  </a:cubicBezTo>
                  <a:cubicBezTo>
                    <a:pt x="36059" y="61377"/>
                    <a:pt x="35926" y="61277"/>
                    <a:pt x="35759" y="61211"/>
                  </a:cubicBezTo>
                  <a:cubicBezTo>
                    <a:pt x="35426" y="61044"/>
                    <a:pt x="35159" y="60910"/>
                    <a:pt x="34825" y="60810"/>
                  </a:cubicBezTo>
                  <a:cubicBezTo>
                    <a:pt x="34191" y="60610"/>
                    <a:pt x="33558" y="60510"/>
                    <a:pt x="32924" y="60310"/>
                  </a:cubicBezTo>
                  <a:cubicBezTo>
                    <a:pt x="32323" y="60210"/>
                    <a:pt x="31723" y="60043"/>
                    <a:pt x="31156" y="59843"/>
                  </a:cubicBezTo>
                  <a:cubicBezTo>
                    <a:pt x="30889" y="59710"/>
                    <a:pt x="30589" y="59609"/>
                    <a:pt x="30355" y="59443"/>
                  </a:cubicBezTo>
                  <a:lnTo>
                    <a:pt x="30222" y="59376"/>
                  </a:lnTo>
                  <a:lnTo>
                    <a:pt x="30088" y="59243"/>
                  </a:lnTo>
                  <a:lnTo>
                    <a:pt x="29822" y="58909"/>
                  </a:lnTo>
                  <a:cubicBezTo>
                    <a:pt x="28988" y="57942"/>
                    <a:pt x="28354" y="56841"/>
                    <a:pt x="27553" y="55707"/>
                  </a:cubicBezTo>
                  <a:cubicBezTo>
                    <a:pt x="27353" y="55406"/>
                    <a:pt x="27153" y="55106"/>
                    <a:pt x="26919" y="54873"/>
                  </a:cubicBezTo>
                  <a:cubicBezTo>
                    <a:pt x="26719" y="54606"/>
                    <a:pt x="26486" y="54372"/>
                    <a:pt x="26219" y="54106"/>
                  </a:cubicBezTo>
                  <a:cubicBezTo>
                    <a:pt x="25685" y="53672"/>
                    <a:pt x="25152" y="53205"/>
                    <a:pt x="24518" y="52871"/>
                  </a:cubicBezTo>
                  <a:cubicBezTo>
                    <a:pt x="23317" y="52171"/>
                    <a:pt x="21916" y="51737"/>
                    <a:pt x="20582" y="51437"/>
                  </a:cubicBezTo>
                  <a:cubicBezTo>
                    <a:pt x="19214" y="51203"/>
                    <a:pt x="17846" y="51037"/>
                    <a:pt x="16512" y="50903"/>
                  </a:cubicBezTo>
                  <a:cubicBezTo>
                    <a:pt x="13843" y="50603"/>
                    <a:pt x="11142" y="50370"/>
                    <a:pt x="8740" y="49269"/>
                  </a:cubicBezTo>
                  <a:cubicBezTo>
                    <a:pt x="7539" y="48735"/>
                    <a:pt x="6505" y="47934"/>
                    <a:pt x="5671" y="46967"/>
                  </a:cubicBezTo>
                  <a:lnTo>
                    <a:pt x="5371" y="46600"/>
                  </a:lnTo>
                  <a:lnTo>
                    <a:pt x="5204" y="46433"/>
                  </a:lnTo>
                  <a:lnTo>
                    <a:pt x="5171" y="46400"/>
                  </a:lnTo>
                  <a:lnTo>
                    <a:pt x="5071" y="46267"/>
                  </a:lnTo>
                  <a:cubicBezTo>
                    <a:pt x="4904" y="46000"/>
                    <a:pt x="4704" y="45700"/>
                    <a:pt x="4537" y="45399"/>
                  </a:cubicBezTo>
                  <a:cubicBezTo>
                    <a:pt x="4170" y="44866"/>
                    <a:pt x="3836" y="44265"/>
                    <a:pt x="3469" y="43731"/>
                  </a:cubicBezTo>
                  <a:cubicBezTo>
                    <a:pt x="2736" y="42664"/>
                    <a:pt x="2068" y="41530"/>
                    <a:pt x="1535" y="40362"/>
                  </a:cubicBezTo>
                  <a:cubicBezTo>
                    <a:pt x="1301" y="39762"/>
                    <a:pt x="1034" y="39195"/>
                    <a:pt x="901" y="38594"/>
                  </a:cubicBezTo>
                  <a:cubicBezTo>
                    <a:pt x="801" y="38027"/>
                    <a:pt x="834" y="37494"/>
                    <a:pt x="1034" y="36893"/>
                  </a:cubicBezTo>
                  <a:cubicBezTo>
                    <a:pt x="1468" y="35759"/>
                    <a:pt x="2202" y="34692"/>
                    <a:pt x="2635" y="33424"/>
                  </a:cubicBezTo>
                  <a:cubicBezTo>
                    <a:pt x="2736" y="33090"/>
                    <a:pt x="2836" y="32824"/>
                    <a:pt x="2869" y="32423"/>
                  </a:cubicBezTo>
                  <a:lnTo>
                    <a:pt x="2869" y="32257"/>
                  </a:lnTo>
                  <a:lnTo>
                    <a:pt x="2869" y="32123"/>
                  </a:lnTo>
                  <a:lnTo>
                    <a:pt x="2836" y="31890"/>
                  </a:lnTo>
                  <a:cubicBezTo>
                    <a:pt x="2836" y="31723"/>
                    <a:pt x="2836" y="31556"/>
                    <a:pt x="2802" y="31389"/>
                  </a:cubicBezTo>
                  <a:cubicBezTo>
                    <a:pt x="2669" y="30722"/>
                    <a:pt x="2502" y="30155"/>
                    <a:pt x="2302" y="29555"/>
                  </a:cubicBezTo>
                  <a:cubicBezTo>
                    <a:pt x="1902" y="28420"/>
                    <a:pt x="1568" y="27320"/>
                    <a:pt x="1735" y="26219"/>
                  </a:cubicBezTo>
                  <a:cubicBezTo>
                    <a:pt x="1902" y="25151"/>
                    <a:pt x="2535" y="24184"/>
                    <a:pt x="3169" y="23250"/>
                  </a:cubicBezTo>
                  <a:cubicBezTo>
                    <a:pt x="3469" y="22816"/>
                    <a:pt x="3803" y="22349"/>
                    <a:pt x="4070" y="21849"/>
                  </a:cubicBezTo>
                  <a:cubicBezTo>
                    <a:pt x="4237" y="21582"/>
                    <a:pt x="4370" y="21349"/>
                    <a:pt x="4503" y="21082"/>
                  </a:cubicBezTo>
                  <a:lnTo>
                    <a:pt x="4570" y="20882"/>
                  </a:lnTo>
                  <a:cubicBezTo>
                    <a:pt x="4637" y="20815"/>
                    <a:pt x="4670" y="20682"/>
                    <a:pt x="4670" y="20648"/>
                  </a:cubicBezTo>
                  <a:cubicBezTo>
                    <a:pt x="4670" y="20515"/>
                    <a:pt x="4704" y="20348"/>
                    <a:pt x="4737" y="20215"/>
                  </a:cubicBezTo>
                  <a:cubicBezTo>
                    <a:pt x="5004" y="19147"/>
                    <a:pt x="5037" y="18046"/>
                    <a:pt x="5237" y="17079"/>
                  </a:cubicBezTo>
                  <a:cubicBezTo>
                    <a:pt x="5337" y="16579"/>
                    <a:pt x="5471" y="16145"/>
                    <a:pt x="5671" y="15711"/>
                  </a:cubicBezTo>
                  <a:cubicBezTo>
                    <a:pt x="5838" y="15311"/>
                    <a:pt x="6138" y="14911"/>
                    <a:pt x="6405" y="14544"/>
                  </a:cubicBezTo>
                  <a:cubicBezTo>
                    <a:pt x="7005" y="13810"/>
                    <a:pt x="7706" y="13243"/>
                    <a:pt x="8473" y="12743"/>
                  </a:cubicBezTo>
                  <a:cubicBezTo>
                    <a:pt x="9974" y="11742"/>
                    <a:pt x="11475" y="11008"/>
                    <a:pt x="12743" y="10141"/>
                  </a:cubicBezTo>
                  <a:cubicBezTo>
                    <a:pt x="14010" y="9240"/>
                    <a:pt x="15044" y="8206"/>
                    <a:pt x="15645" y="7072"/>
                  </a:cubicBezTo>
                  <a:cubicBezTo>
                    <a:pt x="16212" y="5971"/>
                    <a:pt x="16412" y="4904"/>
                    <a:pt x="16512" y="4036"/>
                  </a:cubicBezTo>
                  <a:cubicBezTo>
                    <a:pt x="16512" y="3803"/>
                    <a:pt x="16545" y="3636"/>
                    <a:pt x="16545" y="3403"/>
                  </a:cubicBezTo>
                  <a:lnTo>
                    <a:pt x="16545" y="2869"/>
                  </a:lnTo>
                  <a:cubicBezTo>
                    <a:pt x="16545" y="2535"/>
                    <a:pt x="16512" y="2235"/>
                    <a:pt x="16512" y="2035"/>
                  </a:cubicBezTo>
                  <a:cubicBezTo>
                    <a:pt x="16512" y="1835"/>
                    <a:pt x="16479" y="1668"/>
                    <a:pt x="16479" y="1535"/>
                  </a:cubicBezTo>
                  <a:cubicBezTo>
                    <a:pt x="16412" y="1401"/>
                    <a:pt x="16412" y="1368"/>
                    <a:pt x="16412" y="1368"/>
                  </a:cubicBezTo>
                  <a:cubicBezTo>
                    <a:pt x="16345" y="867"/>
                    <a:pt x="16245" y="534"/>
                    <a:pt x="16012" y="334"/>
                  </a:cubicBezTo>
                  <a:cubicBezTo>
                    <a:pt x="15912" y="67"/>
                    <a:pt x="15845" y="0"/>
                    <a:pt x="158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9" name="Google Shape;689;p6"/>
            <p:cNvSpPr/>
            <p:nvPr/>
          </p:nvSpPr>
          <p:spPr>
            <a:xfrm rot="-382644" flipH="1">
              <a:off x="-2050197" y="1048337"/>
              <a:ext cx="819530" cy="1132126"/>
            </a:xfrm>
            <a:custGeom>
              <a:avLst/>
              <a:gdLst/>
              <a:ahLst/>
              <a:cxnLst/>
              <a:rect l="l" t="t" r="r" b="b"/>
              <a:pathLst>
                <a:path w="36376" h="50251" extrusionOk="0">
                  <a:moveTo>
                    <a:pt x="1369" y="1"/>
                  </a:moveTo>
                  <a:cubicBezTo>
                    <a:pt x="1207" y="1"/>
                    <a:pt x="1140" y="246"/>
                    <a:pt x="1334" y="616"/>
                  </a:cubicBezTo>
                  <a:cubicBezTo>
                    <a:pt x="1334" y="616"/>
                    <a:pt x="1368" y="649"/>
                    <a:pt x="1435" y="816"/>
                  </a:cubicBezTo>
                  <a:cubicBezTo>
                    <a:pt x="1435" y="916"/>
                    <a:pt x="1468" y="983"/>
                    <a:pt x="1501" y="1116"/>
                  </a:cubicBezTo>
                  <a:cubicBezTo>
                    <a:pt x="1501" y="1216"/>
                    <a:pt x="1501" y="1383"/>
                    <a:pt x="1535" y="1483"/>
                  </a:cubicBezTo>
                  <a:cubicBezTo>
                    <a:pt x="1635" y="2117"/>
                    <a:pt x="1435" y="2951"/>
                    <a:pt x="867" y="3985"/>
                  </a:cubicBezTo>
                  <a:cubicBezTo>
                    <a:pt x="634" y="4485"/>
                    <a:pt x="300" y="5119"/>
                    <a:pt x="134" y="5820"/>
                  </a:cubicBezTo>
                  <a:cubicBezTo>
                    <a:pt x="100" y="6053"/>
                    <a:pt x="34" y="6220"/>
                    <a:pt x="34" y="6420"/>
                  </a:cubicBezTo>
                  <a:cubicBezTo>
                    <a:pt x="34" y="6587"/>
                    <a:pt x="0" y="6787"/>
                    <a:pt x="34" y="6987"/>
                  </a:cubicBezTo>
                  <a:cubicBezTo>
                    <a:pt x="34" y="7221"/>
                    <a:pt x="100" y="7387"/>
                    <a:pt x="134" y="7588"/>
                  </a:cubicBezTo>
                  <a:cubicBezTo>
                    <a:pt x="167" y="7754"/>
                    <a:pt x="167" y="7955"/>
                    <a:pt x="267" y="8155"/>
                  </a:cubicBezTo>
                  <a:cubicBezTo>
                    <a:pt x="334" y="8321"/>
                    <a:pt x="367" y="8555"/>
                    <a:pt x="501" y="8755"/>
                  </a:cubicBezTo>
                  <a:lnTo>
                    <a:pt x="667" y="9055"/>
                  </a:lnTo>
                  <a:cubicBezTo>
                    <a:pt x="701" y="9155"/>
                    <a:pt x="801" y="9255"/>
                    <a:pt x="867" y="9322"/>
                  </a:cubicBezTo>
                  <a:cubicBezTo>
                    <a:pt x="1001" y="9556"/>
                    <a:pt x="1201" y="9656"/>
                    <a:pt x="1368" y="9823"/>
                  </a:cubicBezTo>
                  <a:cubicBezTo>
                    <a:pt x="1601" y="9956"/>
                    <a:pt x="1801" y="10089"/>
                    <a:pt x="2002" y="10156"/>
                  </a:cubicBezTo>
                  <a:cubicBezTo>
                    <a:pt x="2869" y="10556"/>
                    <a:pt x="3803" y="10623"/>
                    <a:pt x="4637" y="10923"/>
                  </a:cubicBezTo>
                  <a:cubicBezTo>
                    <a:pt x="5037" y="11057"/>
                    <a:pt x="5471" y="11257"/>
                    <a:pt x="5804" y="11490"/>
                  </a:cubicBezTo>
                  <a:lnTo>
                    <a:pt x="5938" y="11590"/>
                  </a:lnTo>
                  <a:lnTo>
                    <a:pt x="5971" y="11624"/>
                  </a:lnTo>
                  <a:cubicBezTo>
                    <a:pt x="5971" y="11657"/>
                    <a:pt x="6004" y="11724"/>
                    <a:pt x="6038" y="11724"/>
                  </a:cubicBezTo>
                  <a:lnTo>
                    <a:pt x="6138" y="11757"/>
                  </a:lnTo>
                  <a:cubicBezTo>
                    <a:pt x="6171" y="11791"/>
                    <a:pt x="6271" y="11891"/>
                    <a:pt x="6338" y="11924"/>
                  </a:cubicBezTo>
                  <a:cubicBezTo>
                    <a:pt x="6505" y="12091"/>
                    <a:pt x="6638" y="12224"/>
                    <a:pt x="6772" y="12424"/>
                  </a:cubicBezTo>
                  <a:cubicBezTo>
                    <a:pt x="7039" y="12791"/>
                    <a:pt x="7272" y="13225"/>
                    <a:pt x="7506" y="13659"/>
                  </a:cubicBezTo>
                  <a:cubicBezTo>
                    <a:pt x="7639" y="13892"/>
                    <a:pt x="7806" y="14126"/>
                    <a:pt x="7973" y="14326"/>
                  </a:cubicBezTo>
                  <a:cubicBezTo>
                    <a:pt x="8106" y="14459"/>
                    <a:pt x="8173" y="14593"/>
                    <a:pt x="8306" y="14659"/>
                  </a:cubicBezTo>
                  <a:cubicBezTo>
                    <a:pt x="8339" y="14693"/>
                    <a:pt x="8373" y="14759"/>
                    <a:pt x="8473" y="14793"/>
                  </a:cubicBezTo>
                  <a:lnTo>
                    <a:pt x="8540" y="14826"/>
                  </a:lnTo>
                  <a:lnTo>
                    <a:pt x="8606" y="14893"/>
                  </a:lnTo>
                  <a:lnTo>
                    <a:pt x="8640" y="14926"/>
                  </a:lnTo>
                  <a:lnTo>
                    <a:pt x="8706" y="14993"/>
                  </a:lnTo>
                  <a:cubicBezTo>
                    <a:pt x="8773" y="15060"/>
                    <a:pt x="8840" y="15093"/>
                    <a:pt x="8873" y="15126"/>
                  </a:cubicBezTo>
                  <a:lnTo>
                    <a:pt x="9273" y="15393"/>
                  </a:lnTo>
                  <a:cubicBezTo>
                    <a:pt x="9540" y="15493"/>
                    <a:pt x="9807" y="15627"/>
                    <a:pt x="10107" y="15660"/>
                  </a:cubicBezTo>
                  <a:cubicBezTo>
                    <a:pt x="10641" y="15793"/>
                    <a:pt x="11175" y="15827"/>
                    <a:pt x="11675" y="15894"/>
                  </a:cubicBezTo>
                  <a:cubicBezTo>
                    <a:pt x="12176" y="15927"/>
                    <a:pt x="12643" y="15994"/>
                    <a:pt x="13110" y="16160"/>
                  </a:cubicBezTo>
                  <a:lnTo>
                    <a:pt x="13810" y="16427"/>
                  </a:lnTo>
                  <a:lnTo>
                    <a:pt x="14477" y="16761"/>
                  </a:lnTo>
                  <a:cubicBezTo>
                    <a:pt x="15345" y="17228"/>
                    <a:pt x="16145" y="17828"/>
                    <a:pt x="17012" y="18429"/>
                  </a:cubicBezTo>
                  <a:cubicBezTo>
                    <a:pt x="17846" y="18996"/>
                    <a:pt x="18780" y="19563"/>
                    <a:pt x="19648" y="20063"/>
                  </a:cubicBezTo>
                  <a:cubicBezTo>
                    <a:pt x="19848" y="20163"/>
                    <a:pt x="20115" y="20263"/>
                    <a:pt x="20348" y="20397"/>
                  </a:cubicBezTo>
                  <a:cubicBezTo>
                    <a:pt x="20615" y="20497"/>
                    <a:pt x="20882" y="20564"/>
                    <a:pt x="21149" y="20630"/>
                  </a:cubicBezTo>
                  <a:cubicBezTo>
                    <a:pt x="21449" y="20664"/>
                    <a:pt x="21716" y="20730"/>
                    <a:pt x="21983" y="20730"/>
                  </a:cubicBezTo>
                  <a:cubicBezTo>
                    <a:pt x="22216" y="20730"/>
                    <a:pt x="22516" y="20730"/>
                    <a:pt x="22716" y="20664"/>
                  </a:cubicBezTo>
                  <a:cubicBezTo>
                    <a:pt x="23183" y="20630"/>
                    <a:pt x="23650" y="20597"/>
                    <a:pt x="24117" y="20597"/>
                  </a:cubicBezTo>
                  <a:cubicBezTo>
                    <a:pt x="24551" y="20597"/>
                    <a:pt x="25018" y="20597"/>
                    <a:pt x="25452" y="20630"/>
                  </a:cubicBezTo>
                  <a:cubicBezTo>
                    <a:pt x="26286" y="20764"/>
                    <a:pt x="27186" y="21064"/>
                    <a:pt x="28020" y="21431"/>
                  </a:cubicBezTo>
                  <a:cubicBezTo>
                    <a:pt x="28854" y="21798"/>
                    <a:pt x="29688" y="22331"/>
                    <a:pt x="30322" y="22965"/>
                  </a:cubicBezTo>
                  <a:lnTo>
                    <a:pt x="30522" y="23232"/>
                  </a:lnTo>
                  <a:lnTo>
                    <a:pt x="30622" y="23299"/>
                  </a:lnTo>
                  <a:lnTo>
                    <a:pt x="30689" y="23432"/>
                  </a:lnTo>
                  <a:lnTo>
                    <a:pt x="31022" y="23999"/>
                  </a:lnTo>
                  <a:cubicBezTo>
                    <a:pt x="31156" y="24233"/>
                    <a:pt x="31223" y="24433"/>
                    <a:pt x="31323" y="24633"/>
                  </a:cubicBezTo>
                  <a:cubicBezTo>
                    <a:pt x="31389" y="24833"/>
                    <a:pt x="31456" y="25067"/>
                    <a:pt x="31523" y="25267"/>
                  </a:cubicBezTo>
                  <a:cubicBezTo>
                    <a:pt x="31790" y="26101"/>
                    <a:pt x="31823" y="27001"/>
                    <a:pt x="31723" y="27835"/>
                  </a:cubicBezTo>
                  <a:cubicBezTo>
                    <a:pt x="31690" y="28669"/>
                    <a:pt x="31489" y="29503"/>
                    <a:pt x="31323" y="30270"/>
                  </a:cubicBezTo>
                  <a:cubicBezTo>
                    <a:pt x="31156" y="31004"/>
                    <a:pt x="30989" y="31738"/>
                    <a:pt x="30856" y="32405"/>
                  </a:cubicBezTo>
                  <a:cubicBezTo>
                    <a:pt x="30555" y="33673"/>
                    <a:pt x="30622" y="34740"/>
                    <a:pt x="30655" y="35241"/>
                  </a:cubicBezTo>
                  <a:lnTo>
                    <a:pt x="30655" y="35174"/>
                  </a:lnTo>
                  <a:cubicBezTo>
                    <a:pt x="30689" y="36141"/>
                    <a:pt x="31122" y="36942"/>
                    <a:pt x="31389" y="37642"/>
                  </a:cubicBezTo>
                  <a:cubicBezTo>
                    <a:pt x="31690" y="38343"/>
                    <a:pt x="31856" y="39010"/>
                    <a:pt x="31856" y="39644"/>
                  </a:cubicBezTo>
                  <a:cubicBezTo>
                    <a:pt x="31856" y="39811"/>
                    <a:pt x="31823" y="39944"/>
                    <a:pt x="31823" y="40111"/>
                  </a:cubicBezTo>
                  <a:cubicBezTo>
                    <a:pt x="31790" y="40278"/>
                    <a:pt x="31723" y="40444"/>
                    <a:pt x="31690" y="40578"/>
                  </a:cubicBezTo>
                  <a:cubicBezTo>
                    <a:pt x="31623" y="40845"/>
                    <a:pt x="31489" y="41145"/>
                    <a:pt x="31389" y="41412"/>
                  </a:cubicBezTo>
                  <a:cubicBezTo>
                    <a:pt x="31156" y="41946"/>
                    <a:pt x="30956" y="42413"/>
                    <a:pt x="30789" y="42846"/>
                  </a:cubicBezTo>
                  <a:cubicBezTo>
                    <a:pt x="30722" y="42980"/>
                    <a:pt x="30689" y="43113"/>
                    <a:pt x="30655" y="43180"/>
                  </a:cubicBezTo>
                  <a:cubicBezTo>
                    <a:pt x="30622" y="43280"/>
                    <a:pt x="30622" y="43413"/>
                    <a:pt x="30555" y="43480"/>
                  </a:cubicBezTo>
                  <a:cubicBezTo>
                    <a:pt x="30489" y="43680"/>
                    <a:pt x="30455" y="43847"/>
                    <a:pt x="30455" y="44014"/>
                  </a:cubicBezTo>
                  <a:cubicBezTo>
                    <a:pt x="30455" y="44247"/>
                    <a:pt x="30389" y="44347"/>
                    <a:pt x="30389" y="44481"/>
                  </a:cubicBezTo>
                  <a:lnTo>
                    <a:pt x="30389" y="44781"/>
                  </a:lnTo>
                  <a:cubicBezTo>
                    <a:pt x="30389" y="44899"/>
                    <a:pt x="30389" y="44955"/>
                    <a:pt x="30393" y="44955"/>
                  </a:cubicBezTo>
                  <a:cubicBezTo>
                    <a:pt x="30399" y="44955"/>
                    <a:pt x="30415" y="44823"/>
                    <a:pt x="30455" y="44581"/>
                  </a:cubicBezTo>
                  <a:lnTo>
                    <a:pt x="30455" y="44581"/>
                  </a:lnTo>
                  <a:cubicBezTo>
                    <a:pt x="30355" y="45481"/>
                    <a:pt x="30389" y="46315"/>
                    <a:pt x="30655" y="47083"/>
                  </a:cubicBezTo>
                  <a:cubicBezTo>
                    <a:pt x="30889" y="47783"/>
                    <a:pt x="31356" y="48350"/>
                    <a:pt x="31856" y="48684"/>
                  </a:cubicBezTo>
                  <a:cubicBezTo>
                    <a:pt x="32323" y="49084"/>
                    <a:pt x="32824" y="49251"/>
                    <a:pt x="33191" y="49418"/>
                  </a:cubicBezTo>
                  <a:cubicBezTo>
                    <a:pt x="33558" y="49584"/>
                    <a:pt x="33891" y="49684"/>
                    <a:pt x="34191" y="49784"/>
                  </a:cubicBezTo>
                  <a:cubicBezTo>
                    <a:pt x="35325" y="50118"/>
                    <a:pt x="35626" y="50185"/>
                    <a:pt x="35626" y="50185"/>
                  </a:cubicBezTo>
                  <a:cubicBezTo>
                    <a:pt x="35763" y="50231"/>
                    <a:pt x="35880" y="50251"/>
                    <a:pt x="35975" y="50251"/>
                  </a:cubicBezTo>
                  <a:cubicBezTo>
                    <a:pt x="36362" y="50251"/>
                    <a:pt x="36375" y="49913"/>
                    <a:pt x="35893" y="49618"/>
                  </a:cubicBezTo>
                  <a:cubicBezTo>
                    <a:pt x="35893" y="49618"/>
                    <a:pt x="35659" y="49518"/>
                    <a:pt x="34525" y="49184"/>
                  </a:cubicBezTo>
                  <a:cubicBezTo>
                    <a:pt x="34225" y="49117"/>
                    <a:pt x="33891" y="49017"/>
                    <a:pt x="33524" y="48850"/>
                  </a:cubicBezTo>
                  <a:cubicBezTo>
                    <a:pt x="33157" y="48684"/>
                    <a:pt x="32724" y="48517"/>
                    <a:pt x="32323" y="48183"/>
                  </a:cubicBezTo>
                  <a:cubicBezTo>
                    <a:pt x="31890" y="47916"/>
                    <a:pt x="31523" y="47449"/>
                    <a:pt x="31323" y="46816"/>
                  </a:cubicBezTo>
                  <a:cubicBezTo>
                    <a:pt x="31152" y="46277"/>
                    <a:pt x="31127" y="45641"/>
                    <a:pt x="31144" y="44909"/>
                  </a:cubicBezTo>
                  <a:lnTo>
                    <a:pt x="31144" y="44909"/>
                  </a:lnTo>
                  <a:cubicBezTo>
                    <a:pt x="31144" y="44913"/>
                    <a:pt x="31145" y="44915"/>
                    <a:pt x="31146" y="44915"/>
                  </a:cubicBezTo>
                  <a:cubicBezTo>
                    <a:pt x="31150" y="44915"/>
                    <a:pt x="31156" y="44856"/>
                    <a:pt x="31156" y="44748"/>
                  </a:cubicBezTo>
                  <a:lnTo>
                    <a:pt x="31156" y="44447"/>
                  </a:lnTo>
                  <a:cubicBezTo>
                    <a:pt x="31156" y="44314"/>
                    <a:pt x="31189" y="44180"/>
                    <a:pt x="31189" y="44080"/>
                  </a:cubicBezTo>
                  <a:cubicBezTo>
                    <a:pt x="31189" y="43947"/>
                    <a:pt x="31223" y="43780"/>
                    <a:pt x="31289" y="43613"/>
                  </a:cubicBezTo>
                  <a:cubicBezTo>
                    <a:pt x="31323" y="43513"/>
                    <a:pt x="31323" y="43447"/>
                    <a:pt x="31356" y="43347"/>
                  </a:cubicBezTo>
                  <a:cubicBezTo>
                    <a:pt x="31389" y="43280"/>
                    <a:pt x="31456" y="43146"/>
                    <a:pt x="31489" y="43080"/>
                  </a:cubicBezTo>
                  <a:cubicBezTo>
                    <a:pt x="31656" y="42646"/>
                    <a:pt x="31856" y="42179"/>
                    <a:pt x="32123" y="41645"/>
                  </a:cubicBezTo>
                  <a:cubicBezTo>
                    <a:pt x="32223" y="41412"/>
                    <a:pt x="32357" y="41112"/>
                    <a:pt x="32457" y="40778"/>
                  </a:cubicBezTo>
                  <a:lnTo>
                    <a:pt x="32557" y="40278"/>
                  </a:lnTo>
                  <a:cubicBezTo>
                    <a:pt x="32557" y="40111"/>
                    <a:pt x="32624" y="39944"/>
                    <a:pt x="32624" y="39744"/>
                  </a:cubicBezTo>
                  <a:cubicBezTo>
                    <a:pt x="32657" y="38977"/>
                    <a:pt x="32457" y="38176"/>
                    <a:pt x="32157" y="37442"/>
                  </a:cubicBezTo>
                  <a:cubicBezTo>
                    <a:pt x="31856" y="36675"/>
                    <a:pt x="31489" y="35975"/>
                    <a:pt x="31489" y="35241"/>
                  </a:cubicBezTo>
                  <a:lnTo>
                    <a:pt x="31489" y="35174"/>
                  </a:lnTo>
                  <a:cubicBezTo>
                    <a:pt x="31456" y="34740"/>
                    <a:pt x="31456" y="33806"/>
                    <a:pt x="31723" y="32572"/>
                  </a:cubicBezTo>
                  <a:cubicBezTo>
                    <a:pt x="31856" y="31938"/>
                    <a:pt x="32023" y="31238"/>
                    <a:pt x="32223" y="30471"/>
                  </a:cubicBezTo>
                  <a:cubicBezTo>
                    <a:pt x="32457" y="29670"/>
                    <a:pt x="32657" y="28836"/>
                    <a:pt x="32724" y="27935"/>
                  </a:cubicBezTo>
                  <a:cubicBezTo>
                    <a:pt x="32957" y="26101"/>
                    <a:pt x="32624" y="23899"/>
                    <a:pt x="31122" y="22265"/>
                  </a:cubicBezTo>
                  <a:cubicBezTo>
                    <a:pt x="30355" y="21498"/>
                    <a:pt x="29488" y="20964"/>
                    <a:pt x="28554" y="20497"/>
                  </a:cubicBezTo>
                  <a:cubicBezTo>
                    <a:pt x="27653" y="20063"/>
                    <a:pt x="26686" y="19763"/>
                    <a:pt x="25685" y="19596"/>
                  </a:cubicBezTo>
                  <a:cubicBezTo>
                    <a:pt x="25185" y="19596"/>
                    <a:pt x="24718" y="19563"/>
                    <a:pt x="24218" y="19563"/>
                  </a:cubicBezTo>
                  <a:cubicBezTo>
                    <a:pt x="23717" y="19596"/>
                    <a:pt x="23217" y="19596"/>
                    <a:pt x="22783" y="19630"/>
                  </a:cubicBezTo>
                  <a:cubicBezTo>
                    <a:pt x="22516" y="19663"/>
                    <a:pt x="22316" y="19663"/>
                    <a:pt x="22049" y="19663"/>
                  </a:cubicBezTo>
                  <a:cubicBezTo>
                    <a:pt x="21849" y="19663"/>
                    <a:pt x="21649" y="19663"/>
                    <a:pt x="21449" y="19630"/>
                  </a:cubicBezTo>
                  <a:cubicBezTo>
                    <a:pt x="21215" y="19596"/>
                    <a:pt x="21015" y="19563"/>
                    <a:pt x="20815" y="19463"/>
                  </a:cubicBezTo>
                  <a:cubicBezTo>
                    <a:pt x="20615" y="19396"/>
                    <a:pt x="20381" y="19263"/>
                    <a:pt x="20181" y="19163"/>
                  </a:cubicBezTo>
                  <a:cubicBezTo>
                    <a:pt x="19347" y="18729"/>
                    <a:pt x="18480" y="18229"/>
                    <a:pt x="17646" y="17628"/>
                  </a:cubicBezTo>
                  <a:cubicBezTo>
                    <a:pt x="16812" y="17061"/>
                    <a:pt x="15945" y="16427"/>
                    <a:pt x="14978" y="15927"/>
                  </a:cubicBezTo>
                  <a:lnTo>
                    <a:pt x="14210" y="15593"/>
                  </a:lnTo>
                  <a:lnTo>
                    <a:pt x="13443" y="15326"/>
                  </a:lnTo>
                  <a:cubicBezTo>
                    <a:pt x="12876" y="15160"/>
                    <a:pt x="12342" y="15093"/>
                    <a:pt x="11809" y="15060"/>
                  </a:cubicBezTo>
                  <a:cubicBezTo>
                    <a:pt x="11275" y="14993"/>
                    <a:pt x="10775" y="14960"/>
                    <a:pt x="10308" y="14893"/>
                  </a:cubicBezTo>
                  <a:cubicBezTo>
                    <a:pt x="10041" y="14826"/>
                    <a:pt x="9874" y="14759"/>
                    <a:pt x="9674" y="14659"/>
                  </a:cubicBezTo>
                  <a:cubicBezTo>
                    <a:pt x="9607" y="14626"/>
                    <a:pt x="9507" y="14593"/>
                    <a:pt x="9440" y="14493"/>
                  </a:cubicBezTo>
                  <a:cubicBezTo>
                    <a:pt x="9374" y="14493"/>
                    <a:pt x="9340" y="14459"/>
                    <a:pt x="9307" y="14426"/>
                  </a:cubicBezTo>
                  <a:lnTo>
                    <a:pt x="9273" y="14392"/>
                  </a:lnTo>
                  <a:lnTo>
                    <a:pt x="9207" y="14326"/>
                  </a:lnTo>
                  <a:cubicBezTo>
                    <a:pt x="9173" y="14292"/>
                    <a:pt x="9173" y="14259"/>
                    <a:pt x="9140" y="14259"/>
                  </a:cubicBezTo>
                  <a:lnTo>
                    <a:pt x="8973" y="14159"/>
                  </a:lnTo>
                  <a:cubicBezTo>
                    <a:pt x="8940" y="14159"/>
                    <a:pt x="8873" y="14126"/>
                    <a:pt x="8840" y="14092"/>
                  </a:cubicBezTo>
                  <a:cubicBezTo>
                    <a:pt x="8773" y="14059"/>
                    <a:pt x="8706" y="13959"/>
                    <a:pt x="8640" y="13892"/>
                  </a:cubicBezTo>
                  <a:cubicBezTo>
                    <a:pt x="8473" y="13725"/>
                    <a:pt x="8339" y="13559"/>
                    <a:pt x="8206" y="13325"/>
                  </a:cubicBezTo>
                  <a:cubicBezTo>
                    <a:pt x="7973" y="12925"/>
                    <a:pt x="7772" y="12458"/>
                    <a:pt x="7472" y="12057"/>
                  </a:cubicBezTo>
                  <a:cubicBezTo>
                    <a:pt x="7305" y="11824"/>
                    <a:pt x="7139" y="11624"/>
                    <a:pt x="6938" y="11424"/>
                  </a:cubicBezTo>
                  <a:lnTo>
                    <a:pt x="6538" y="11157"/>
                  </a:lnTo>
                  <a:lnTo>
                    <a:pt x="6471" y="11123"/>
                  </a:lnTo>
                  <a:lnTo>
                    <a:pt x="6505" y="11123"/>
                  </a:lnTo>
                  <a:lnTo>
                    <a:pt x="6471" y="11090"/>
                  </a:lnTo>
                  <a:lnTo>
                    <a:pt x="6305" y="10957"/>
                  </a:lnTo>
                  <a:cubicBezTo>
                    <a:pt x="6105" y="10790"/>
                    <a:pt x="5838" y="10656"/>
                    <a:pt x="5638" y="10556"/>
                  </a:cubicBezTo>
                  <a:cubicBezTo>
                    <a:pt x="5371" y="10456"/>
                    <a:pt x="5171" y="10390"/>
                    <a:pt x="4937" y="10290"/>
                  </a:cubicBezTo>
                  <a:cubicBezTo>
                    <a:pt x="3970" y="9956"/>
                    <a:pt x="3036" y="9923"/>
                    <a:pt x="2335" y="9589"/>
                  </a:cubicBezTo>
                  <a:cubicBezTo>
                    <a:pt x="1601" y="9289"/>
                    <a:pt x="1134" y="8722"/>
                    <a:pt x="934" y="7988"/>
                  </a:cubicBezTo>
                  <a:cubicBezTo>
                    <a:pt x="867" y="7821"/>
                    <a:pt x="834" y="7621"/>
                    <a:pt x="801" y="7454"/>
                  </a:cubicBezTo>
                  <a:cubicBezTo>
                    <a:pt x="767" y="7287"/>
                    <a:pt x="767" y="7121"/>
                    <a:pt x="701" y="6954"/>
                  </a:cubicBezTo>
                  <a:cubicBezTo>
                    <a:pt x="667" y="6620"/>
                    <a:pt x="701" y="6320"/>
                    <a:pt x="767" y="5986"/>
                  </a:cubicBezTo>
                  <a:cubicBezTo>
                    <a:pt x="934" y="5319"/>
                    <a:pt x="1168" y="4786"/>
                    <a:pt x="1435" y="4252"/>
                  </a:cubicBezTo>
                  <a:cubicBezTo>
                    <a:pt x="1935" y="3151"/>
                    <a:pt x="2202" y="2150"/>
                    <a:pt x="2102" y="1450"/>
                  </a:cubicBezTo>
                  <a:cubicBezTo>
                    <a:pt x="2035" y="1283"/>
                    <a:pt x="2035" y="1116"/>
                    <a:pt x="2002" y="983"/>
                  </a:cubicBezTo>
                  <a:cubicBezTo>
                    <a:pt x="1968" y="883"/>
                    <a:pt x="1935" y="749"/>
                    <a:pt x="1868" y="649"/>
                  </a:cubicBezTo>
                  <a:cubicBezTo>
                    <a:pt x="1835" y="483"/>
                    <a:pt x="1801" y="416"/>
                    <a:pt x="1801" y="416"/>
                  </a:cubicBezTo>
                  <a:cubicBezTo>
                    <a:pt x="1649" y="125"/>
                    <a:pt x="1485" y="1"/>
                    <a:pt x="13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0" name="Google Shape;690;p6"/>
            <p:cNvSpPr/>
            <p:nvPr/>
          </p:nvSpPr>
          <p:spPr>
            <a:xfrm rot="-382644" flipH="1">
              <a:off x="-2083137" y="1005591"/>
              <a:ext cx="732747" cy="593673"/>
            </a:xfrm>
            <a:custGeom>
              <a:avLst/>
              <a:gdLst/>
              <a:ahLst/>
              <a:cxnLst/>
              <a:rect l="l" t="t" r="r" b="b"/>
              <a:pathLst>
                <a:path w="32524" h="26351" extrusionOk="0">
                  <a:moveTo>
                    <a:pt x="80" y="0"/>
                  </a:moveTo>
                  <a:lnTo>
                    <a:pt x="80" y="0"/>
                  </a:lnTo>
                  <a:cubicBezTo>
                    <a:pt x="6" y="0"/>
                    <a:pt x="1" y="141"/>
                    <a:pt x="115" y="369"/>
                  </a:cubicBezTo>
                  <a:cubicBezTo>
                    <a:pt x="115" y="369"/>
                    <a:pt x="181" y="436"/>
                    <a:pt x="215" y="602"/>
                  </a:cubicBezTo>
                  <a:cubicBezTo>
                    <a:pt x="248" y="669"/>
                    <a:pt x="281" y="802"/>
                    <a:pt x="348" y="936"/>
                  </a:cubicBezTo>
                  <a:cubicBezTo>
                    <a:pt x="381" y="1103"/>
                    <a:pt x="415" y="1269"/>
                    <a:pt x="448" y="1470"/>
                  </a:cubicBezTo>
                  <a:cubicBezTo>
                    <a:pt x="548" y="1870"/>
                    <a:pt x="548" y="2504"/>
                    <a:pt x="415" y="3304"/>
                  </a:cubicBezTo>
                  <a:cubicBezTo>
                    <a:pt x="348" y="3671"/>
                    <a:pt x="248" y="4138"/>
                    <a:pt x="181" y="4672"/>
                  </a:cubicBezTo>
                  <a:cubicBezTo>
                    <a:pt x="81" y="5172"/>
                    <a:pt x="48" y="5806"/>
                    <a:pt x="215" y="6473"/>
                  </a:cubicBezTo>
                  <a:cubicBezTo>
                    <a:pt x="248" y="6607"/>
                    <a:pt x="281" y="6840"/>
                    <a:pt x="381" y="7207"/>
                  </a:cubicBezTo>
                  <a:cubicBezTo>
                    <a:pt x="415" y="7374"/>
                    <a:pt x="515" y="7607"/>
                    <a:pt x="582" y="7841"/>
                  </a:cubicBezTo>
                  <a:cubicBezTo>
                    <a:pt x="682" y="8108"/>
                    <a:pt x="782" y="8341"/>
                    <a:pt x="1049" y="8608"/>
                  </a:cubicBezTo>
                  <a:cubicBezTo>
                    <a:pt x="1282" y="8842"/>
                    <a:pt x="1616" y="8975"/>
                    <a:pt x="1949" y="9042"/>
                  </a:cubicBezTo>
                  <a:cubicBezTo>
                    <a:pt x="2283" y="9142"/>
                    <a:pt x="2683" y="9209"/>
                    <a:pt x="3017" y="9309"/>
                  </a:cubicBezTo>
                  <a:cubicBezTo>
                    <a:pt x="3684" y="9542"/>
                    <a:pt x="4418" y="9842"/>
                    <a:pt x="5051" y="10443"/>
                  </a:cubicBezTo>
                  <a:cubicBezTo>
                    <a:pt x="5385" y="10676"/>
                    <a:pt x="5685" y="11010"/>
                    <a:pt x="6019" y="11310"/>
                  </a:cubicBezTo>
                  <a:cubicBezTo>
                    <a:pt x="6352" y="11610"/>
                    <a:pt x="6619" y="11977"/>
                    <a:pt x="6953" y="12311"/>
                  </a:cubicBezTo>
                  <a:cubicBezTo>
                    <a:pt x="7120" y="12478"/>
                    <a:pt x="7286" y="12644"/>
                    <a:pt x="7520" y="12811"/>
                  </a:cubicBezTo>
                  <a:lnTo>
                    <a:pt x="7787" y="13045"/>
                  </a:lnTo>
                  <a:cubicBezTo>
                    <a:pt x="7887" y="13145"/>
                    <a:pt x="8020" y="13178"/>
                    <a:pt x="8087" y="13278"/>
                  </a:cubicBezTo>
                  <a:cubicBezTo>
                    <a:pt x="8287" y="13378"/>
                    <a:pt x="8521" y="13545"/>
                    <a:pt x="8721" y="13645"/>
                  </a:cubicBezTo>
                  <a:lnTo>
                    <a:pt x="9054" y="13812"/>
                  </a:lnTo>
                  <a:lnTo>
                    <a:pt x="9221" y="13879"/>
                  </a:lnTo>
                  <a:lnTo>
                    <a:pt x="9288" y="13945"/>
                  </a:lnTo>
                  <a:cubicBezTo>
                    <a:pt x="9355" y="13945"/>
                    <a:pt x="9388" y="13979"/>
                    <a:pt x="9421" y="13979"/>
                  </a:cubicBezTo>
                  <a:cubicBezTo>
                    <a:pt x="9922" y="14145"/>
                    <a:pt x="10455" y="14145"/>
                    <a:pt x="10922" y="14145"/>
                  </a:cubicBezTo>
                  <a:cubicBezTo>
                    <a:pt x="11389" y="14145"/>
                    <a:pt x="11856" y="14145"/>
                    <a:pt x="12290" y="14212"/>
                  </a:cubicBezTo>
                  <a:lnTo>
                    <a:pt x="12457" y="14279"/>
                  </a:lnTo>
                  <a:lnTo>
                    <a:pt x="12557" y="14279"/>
                  </a:lnTo>
                  <a:lnTo>
                    <a:pt x="12790" y="14446"/>
                  </a:lnTo>
                  <a:cubicBezTo>
                    <a:pt x="12957" y="14546"/>
                    <a:pt x="13091" y="14712"/>
                    <a:pt x="13257" y="14879"/>
                  </a:cubicBezTo>
                  <a:cubicBezTo>
                    <a:pt x="13591" y="15213"/>
                    <a:pt x="13858" y="15613"/>
                    <a:pt x="14225" y="15880"/>
                  </a:cubicBezTo>
                  <a:lnTo>
                    <a:pt x="14592" y="16147"/>
                  </a:lnTo>
                  <a:cubicBezTo>
                    <a:pt x="14725" y="16214"/>
                    <a:pt x="14859" y="16280"/>
                    <a:pt x="14925" y="16314"/>
                  </a:cubicBezTo>
                  <a:lnTo>
                    <a:pt x="14892" y="16314"/>
                  </a:lnTo>
                  <a:cubicBezTo>
                    <a:pt x="15959" y="16881"/>
                    <a:pt x="17260" y="17214"/>
                    <a:pt x="18595" y="17214"/>
                  </a:cubicBezTo>
                  <a:cubicBezTo>
                    <a:pt x="18722" y="17221"/>
                    <a:pt x="18849" y="17224"/>
                    <a:pt x="18977" y="17224"/>
                  </a:cubicBezTo>
                  <a:cubicBezTo>
                    <a:pt x="20156" y="17224"/>
                    <a:pt x="21357" y="16968"/>
                    <a:pt x="22531" y="16847"/>
                  </a:cubicBezTo>
                  <a:cubicBezTo>
                    <a:pt x="22962" y="16791"/>
                    <a:pt x="23402" y="16761"/>
                    <a:pt x="23840" y="16761"/>
                  </a:cubicBezTo>
                  <a:cubicBezTo>
                    <a:pt x="24688" y="16761"/>
                    <a:pt x="25530" y="16872"/>
                    <a:pt x="26300" y="17114"/>
                  </a:cubicBezTo>
                  <a:cubicBezTo>
                    <a:pt x="27468" y="17481"/>
                    <a:pt x="28535" y="18148"/>
                    <a:pt x="29402" y="18849"/>
                  </a:cubicBezTo>
                  <a:cubicBezTo>
                    <a:pt x="30270" y="19616"/>
                    <a:pt x="30903" y="20483"/>
                    <a:pt x="31370" y="21317"/>
                  </a:cubicBezTo>
                  <a:cubicBezTo>
                    <a:pt x="31804" y="22184"/>
                    <a:pt x="32071" y="22985"/>
                    <a:pt x="32204" y="23686"/>
                  </a:cubicBezTo>
                  <a:cubicBezTo>
                    <a:pt x="32238" y="24086"/>
                    <a:pt x="32304" y="24353"/>
                    <a:pt x="32304" y="24653"/>
                  </a:cubicBezTo>
                  <a:cubicBezTo>
                    <a:pt x="32371" y="24953"/>
                    <a:pt x="32371" y="25153"/>
                    <a:pt x="32371" y="25353"/>
                  </a:cubicBezTo>
                  <a:lnTo>
                    <a:pt x="32371" y="25820"/>
                  </a:lnTo>
                  <a:lnTo>
                    <a:pt x="32371" y="25987"/>
                  </a:lnTo>
                  <a:cubicBezTo>
                    <a:pt x="32371" y="26226"/>
                    <a:pt x="32417" y="26351"/>
                    <a:pt x="32453" y="26351"/>
                  </a:cubicBezTo>
                  <a:cubicBezTo>
                    <a:pt x="32494" y="26351"/>
                    <a:pt x="32523" y="26201"/>
                    <a:pt x="32471" y="25887"/>
                  </a:cubicBezTo>
                  <a:lnTo>
                    <a:pt x="32471" y="25720"/>
                  </a:lnTo>
                  <a:lnTo>
                    <a:pt x="32471" y="25287"/>
                  </a:lnTo>
                  <a:cubicBezTo>
                    <a:pt x="32471" y="25053"/>
                    <a:pt x="32471" y="24820"/>
                    <a:pt x="32438" y="24519"/>
                  </a:cubicBezTo>
                  <a:cubicBezTo>
                    <a:pt x="32438" y="24219"/>
                    <a:pt x="32371" y="23952"/>
                    <a:pt x="32304" y="23552"/>
                  </a:cubicBezTo>
                  <a:cubicBezTo>
                    <a:pt x="32204" y="22852"/>
                    <a:pt x="31937" y="21984"/>
                    <a:pt x="31470" y="21117"/>
                  </a:cubicBezTo>
                  <a:cubicBezTo>
                    <a:pt x="31037" y="20183"/>
                    <a:pt x="30403" y="19316"/>
                    <a:pt x="29469" y="18515"/>
                  </a:cubicBezTo>
                  <a:cubicBezTo>
                    <a:pt x="28602" y="17715"/>
                    <a:pt x="27534" y="17047"/>
                    <a:pt x="26267" y="16647"/>
                  </a:cubicBezTo>
                  <a:cubicBezTo>
                    <a:pt x="25434" y="16355"/>
                    <a:pt x="24526" y="16244"/>
                    <a:pt x="23614" y="16244"/>
                  </a:cubicBezTo>
                  <a:cubicBezTo>
                    <a:pt x="23173" y="16244"/>
                    <a:pt x="22732" y="16270"/>
                    <a:pt x="22297" y="16314"/>
                  </a:cubicBezTo>
                  <a:cubicBezTo>
                    <a:pt x="21050" y="16438"/>
                    <a:pt x="19861" y="16650"/>
                    <a:pt x="18677" y="16650"/>
                  </a:cubicBezTo>
                  <a:cubicBezTo>
                    <a:pt x="18594" y="16650"/>
                    <a:pt x="18511" y="16649"/>
                    <a:pt x="18428" y="16647"/>
                  </a:cubicBezTo>
                  <a:cubicBezTo>
                    <a:pt x="17127" y="16647"/>
                    <a:pt x="15926" y="16314"/>
                    <a:pt x="14925" y="15780"/>
                  </a:cubicBezTo>
                  <a:lnTo>
                    <a:pt x="14892" y="15780"/>
                  </a:lnTo>
                  <a:lnTo>
                    <a:pt x="14625" y="15646"/>
                  </a:lnTo>
                  <a:cubicBezTo>
                    <a:pt x="14558" y="15613"/>
                    <a:pt x="14425" y="15513"/>
                    <a:pt x="14358" y="15446"/>
                  </a:cubicBezTo>
                  <a:cubicBezTo>
                    <a:pt x="14025" y="15146"/>
                    <a:pt x="13758" y="14813"/>
                    <a:pt x="13424" y="14479"/>
                  </a:cubicBezTo>
                  <a:cubicBezTo>
                    <a:pt x="13291" y="14312"/>
                    <a:pt x="13091" y="14145"/>
                    <a:pt x="12924" y="13979"/>
                  </a:cubicBezTo>
                  <a:lnTo>
                    <a:pt x="12590" y="13712"/>
                  </a:lnTo>
                  <a:cubicBezTo>
                    <a:pt x="12590" y="13678"/>
                    <a:pt x="12524" y="13678"/>
                    <a:pt x="12457" y="13678"/>
                  </a:cubicBezTo>
                  <a:lnTo>
                    <a:pt x="12390" y="13678"/>
                  </a:lnTo>
                  <a:lnTo>
                    <a:pt x="12223" y="13645"/>
                  </a:lnTo>
                  <a:cubicBezTo>
                    <a:pt x="11723" y="13545"/>
                    <a:pt x="11223" y="13545"/>
                    <a:pt x="10756" y="13545"/>
                  </a:cubicBezTo>
                  <a:cubicBezTo>
                    <a:pt x="10255" y="13545"/>
                    <a:pt x="9788" y="13545"/>
                    <a:pt x="9388" y="13445"/>
                  </a:cubicBezTo>
                  <a:lnTo>
                    <a:pt x="9355" y="13445"/>
                  </a:lnTo>
                  <a:lnTo>
                    <a:pt x="9254" y="13378"/>
                  </a:lnTo>
                  <a:lnTo>
                    <a:pt x="9088" y="13311"/>
                  </a:lnTo>
                  <a:lnTo>
                    <a:pt x="8754" y="13145"/>
                  </a:lnTo>
                  <a:cubicBezTo>
                    <a:pt x="8554" y="13045"/>
                    <a:pt x="8387" y="12945"/>
                    <a:pt x="8187" y="12811"/>
                  </a:cubicBezTo>
                  <a:cubicBezTo>
                    <a:pt x="8087" y="12778"/>
                    <a:pt x="7954" y="12711"/>
                    <a:pt x="7887" y="12644"/>
                  </a:cubicBezTo>
                  <a:lnTo>
                    <a:pt x="7620" y="12444"/>
                  </a:lnTo>
                  <a:cubicBezTo>
                    <a:pt x="7453" y="12311"/>
                    <a:pt x="7286" y="12144"/>
                    <a:pt x="7120" y="11977"/>
                  </a:cubicBezTo>
                  <a:cubicBezTo>
                    <a:pt x="6786" y="11644"/>
                    <a:pt x="6519" y="11310"/>
                    <a:pt x="6186" y="10976"/>
                  </a:cubicBezTo>
                  <a:cubicBezTo>
                    <a:pt x="5852" y="10643"/>
                    <a:pt x="5518" y="10309"/>
                    <a:pt x="5185" y="10042"/>
                  </a:cubicBezTo>
                  <a:cubicBezTo>
                    <a:pt x="5018" y="9876"/>
                    <a:pt x="4851" y="9776"/>
                    <a:pt x="4685" y="9642"/>
                  </a:cubicBezTo>
                  <a:cubicBezTo>
                    <a:pt x="4518" y="9509"/>
                    <a:pt x="4351" y="9375"/>
                    <a:pt x="4117" y="9309"/>
                  </a:cubicBezTo>
                  <a:cubicBezTo>
                    <a:pt x="3751" y="9142"/>
                    <a:pt x="3384" y="9008"/>
                    <a:pt x="3017" y="8875"/>
                  </a:cubicBezTo>
                  <a:cubicBezTo>
                    <a:pt x="2283" y="8708"/>
                    <a:pt x="1582" y="8675"/>
                    <a:pt x="1215" y="8308"/>
                  </a:cubicBezTo>
                  <a:cubicBezTo>
                    <a:pt x="1015" y="8108"/>
                    <a:pt x="882" y="7874"/>
                    <a:pt x="782" y="7674"/>
                  </a:cubicBezTo>
                  <a:cubicBezTo>
                    <a:pt x="715" y="7474"/>
                    <a:pt x="615" y="7274"/>
                    <a:pt x="582" y="7107"/>
                  </a:cubicBezTo>
                  <a:cubicBezTo>
                    <a:pt x="515" y="6707"/>
                    <a:pt x="448" y="6473"/>
                    <a:pt x="415" y="6340"/>
                  </a:cubicBezTo>
                  <a:cubicBezTo>
                    <a:pt x="248" y="5706"/>
                    <a:pt x="281" y="5139"/>
                    <a:pt x="381" y="4639"/>
                  </a:cubicBezTo>
                  <a:cubicBezTo>
                    <a:pt x="448" y="4138"/>
                    <a:pt x="548" y="3671"/>
                    <a:pt x="615" y="3271"/>
                  </a:cubicBezTo>
                  <a:cubicBezTo>
                    <a:pt x="748" y="2437"/>
                    <a:pt x="748" y="1803"/>
                    <a:pt x="682" y="1336"/>
                  </a:cubicBezTo>
                  <a:cubicBezTo>
                    <a:pt x="615" y="1136"/>
                    <a:pt x="582" y="969"/>
                    <a:pt x="548" y="802"/>
                  </a:cubicBezTo>
                  <a:cubicBezTo>
                    <a:pt x="515" y="669"/>
                    <a:pt x="448" y="536"/>
                    <a:pt x="415" y="469"/>
                  </a:cubicBezTo>
                  <a:cubicBezTo>
                    <a:pt x="381" y="302"/>
                    <a:pt x="348" y="269"/>
                    <a:pt x="348" y="269"/>
                  </a:cubicBezTo>
                  <a:cubicBezTo>
                    <a:pt x="233" y="82"/>
                    <a:pt x="136" y="0"/>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1" name="Google Shape;691;p6"/>
            <p:cNvSpPr/>
            <p:nvPr/>
          </p:nvSpPr>
          <p:spPr>
            <a:xfrm rot="-382644" flipH="1">
              <a:off x="-1978593" y="900510"/>
              <a:ext cx="1574288" cy="3117711"/>
            </a:xfrm>
            <a:custGeom>
              <a:avLst/>
              <a:gdLst/>
              <a:ahLst/>
              <a:cxnLst/>
              <a:rect l="l" t="t" r="r" b="b"/>
              <a:pathLst>
                <a:path w="69877" h="138384" extrusionOk="0">
                  <a:moveTo>
                    <a:pt x="14034" y="0"/>
                  </a:moveTo>
                  <a:cubicBezTo>
                    <a:pt x="13967" y="0"/>
                    <a:pt x="13860" y="484"/>
                    <a:pt x="13777" y="1460"/>
                  </a:cubicBezTo>
                  <a:cubicBezTo>
                    <a:pt x="13777" y="1460"/>
                    <a:pt x="13744" y="1560"/>
                    <a:pt x="13710" y="1860"/>
                  </a:cubicBezTo>
                  <a:cubicBezTo>
                    <a:pt x="13677" y="2027"/>
                    <a:pt x="13610" y="2194"/>
                    <a:pt x="13577" y="2461"/>
                  </a:cubicBezTo>
                  <a:cubicBezTo>
                    <a:pt x="13510" y="2661"/>
                    <a:pt x="13410" y="2961"/>
                    <a:pt x="13343" y="3228"/>
                  </a:cubicBezTo>
                  <a:cubicBezTo>
                    <a:pt x="13110" y="3862"/>
                    <a:pt x="12776" y="4629"/>
                    <a:pt x="12176" y="5396"/>
                  </a:cubicBezTo>
                  <a:cubicBezTo>
                    <a:pt x="11542" y="6197"/>
                    <a:pt x="10575" y="6997"/>
                    <a:pt x="9374" y="7831"/>
                  </a:cubicBezTo>
                  <a:cubicBezTo>
                    <a:pt x="8206" y="8665"/>
                    <a:pt x="6772" y="9699"/>
                    <a:pt x="5671" y="11334"/>
                  </a:cubicBezTo>
                  <a:cubicBezTo>
                    <a:pt x="5404" y="11734"/>
                    <a:pt x="5071" y="12134"/>
                    <a:pt x="4904" y="12668"/>
                  </a:cubicBezTo>
                  <a:cubicBezTo>
                    <a:pt x="4737" y="13168"/>
                    <a:pt x="4737" y="13735"/>
                    <a:pt x="4770" y="14302"/>
                  </a:cubicBezTo>
                  <a:cubicBezTo>
                    <a:pt x="4904" y="15403"/>
                    <a:pt x="5237" y="16537"/>
                    <a:pt x="5438" y="17705"/>
                  </a:cubicBezTo>
                  <a:cubicBezTo>
                    <a:pt x="5571" y="18339"/>
                    <a:pt x="5604" y="18906"/>
                    <a:pt x="5504" y="19540"/>
                  </a:cubicBezTo>
                  <a:cubicBezTo>
                    <a:pt x="5404" y="20173"/>
                    <a:pt x="5037" y="20674"/>
                    <a:pt x="4537" y="21141"/>
                  </a:cubicBezTo>
                  <a:cubicBezTo>
                    <a:pt x="3570" y="22008"/>
                    <a:pt x="2235" y="22575"/>
                    <a:pt x="1068" y="23576"/>
                  </a:cubicBezTo>
                  <a:cubicBezTo>
                    <a:pt x="768" y="23843"/>
                    <a:pt x="534" y="24176"/>
                    <a:pt x="334" y="24510"/>
                  </a:cubicBezTo>
                  <a:lnTo>
                    <a:pt x="201" y="24810"/>
                  </a:lnTo>
                  <a:cubicBezTo>
                    <a:pt x="167" y="24877"/>
                    <a:pt x="167" y="25010"/>
                    <a:pt x="100" y="25077"/>
                  </a:cubicBezTo>
                  <a:cubicBezTo>
                    <a:pt x="34" y="25310"/>
                    <a:pt x="34" y="25510"/>
                    <a:pt x="34" y="25711"/>
                  </a:cubicBezTo>
                  <a:cubicBezTo>
                    <a:pt x="0" y="26545"/>
                    <a:pt x="334" y="27345"/>
                    <a:pt x="668" y="28079"/>
                  </a:cubicBezTo>
                  <a:cubicBezTo>
                    <a:pt x="1001" y="28846"/>
                    <a:pt x="1435" y="29547"/>
                    <a:pt x="1835" y="30314"/>
                  </a:cubicBezTo>
                  <a:cubicBezTo>
                    <a:pt x="2235" y="31048"/>
                    <a:pt x="2569" y="31882"/>
                    <a:pt x="2569" y="32716"/>
                  </a:cubicBezTo>
                  <a:cubicBezTo>
                    <a:pt x="2602" y="33316"/>
                    <a:pt x="2502" y="34250"/>
                    <a:pt x="1902" y="35484"/>
                  </a:cubicBezTo>
                  <a:cubicBezTo>
                    <a:pt x="1668" y="36051"/>
                    <a:pt x="1268" y="36718"/>
                    <a:pt x="934" y="37486"/>
                  </a:cubicBezTo>
                  <a:cubicBezTo>
                    <a:pt x="601" y="38220"/>
                    <a:pt x="201" y="39087"/>
                    <a:pt x="234" y="40154"/>
                  </a:cubicBezTo>
                  <a:cubicBezTo>
                    <a:pt x="334" y="40688"/>
                    <a:pt x="534" y="41155"/>
                    <a:pt x="668" y="41655"/>
                  </a:cubicBezTo>
                  <a:cubicBezTo>
                    <a:pt x="768" y="42156"/>
                    <a:pt x="934" y="42656"/>
                    <a:pt x="1168" y="43156"/>
                  </a:cubicBezTo>
                  <a:cubicBezTo>
                    <a:pt x="1368" y="43657"/>
                    <a:pt x="1535" y="44191"/>
                    <a:pt x="1768" y="44691"/>
                  </a:cubicBezTo>
                  <a:cubicBezTo>
                    <a:pt x="2035" y="45191"/>
                    <a:pt x="2269" y="45725"/>
                    <a:pt x="2569" y="46259"/>
                  </a:cubicBezTo>
                  <a:cubicBezTo>
                    <a:pt x="3703" y="48394"/>
                    <a:pt x="5371" y="50495"/>
                    <a:pt x="7539" y="52196"/>
                  </a:cubicBezTo>
                  <a:cubicBezTo>
                    <a:pt x="8673" y="53030"/>
                    <a:pt x="9841" y="53764"/>
                    <a:pt x="11175" y="54364"/>
                  </a:cubicBezTo>
                  <a:cubicBezTo>
                    <a:pt x="12509" y="54932"/>
                    <a:pt x="13877" y="55432"/>
                    <a:pt x="15345" y="55732"/>
                  </a:cubicBezTo>
                  <a:cubicBezTo>
                    <a:pt x="15678" y="55832"/>
                    <a:pt x="16045" y="55866"/>
                    <a:pt x="16412" y="55932"/>
                  </a:cubicBezTo>
                  <a:cubicBezTo>
                    <a:pt x="16746" y="55999"/>
                    <a:pt x="17113" y="56066"/>
                    <a:pt x="17513" y="56099"/>
                  </a:cubicBezTo>
                  <a:cubicBezTo>
                    <a:pt x="17880" y="56199"/>
                    <a:pt x="18247" y="56232"/>
                    <a:pt x="18614" y="56266"/>
                  </a:cubicBezTo>
                  <a:cubicBezTo>
                    <a:pt x="19014" y="56333"/>
                    <a:pt x="19381" y="56366"/>
                    <a:pt x="19748" y="56366"/>
                  </a:cubicBezTo>
                  <a:cubicBezTo>
                    <a:pt x="21249" y="56433"/>
                    <a:pt x="22750" y="56533"/>
                    <a:pt x="24218" y="56833"/>
                  </a:cubicBezTo>
                  <a:cubicBezTo>
                    <a:pt x="24918" y="56933"/>
                    <a:pt x="25619" y="57200"/>
                    <a:pt x="26353" y="57433"/>
                  </a:cubicBezTo>
                  <a:cubicBezTo>
                    <a:pt x="27020" y="57734"/>
                    <a:pt x="27720" y="58067"/>
                    <a:pt x="28287" y="58501"/>
                  </a:cubicBezTo>
                  <a:cubicBezTo>
                    <a:pt x="28921" y="58868"/>
                    <a:pt x="29455" y="59368"/>
                    <a:pt x="30022" y="59868"/>
                  </a:cubicBezTo>
                  <a:lnTo>
                    <a:pt x="30856" y="60669"/>
                  </a:lnTo>
                  <a:cubicBezTo>
                    <a:pt x="31123" y="60902"/>
                    <a:pt x="31423" y="61169"/>
                    <a:pt x="31723" y="61369"/>
                  </a:cubicBezTo>
                  <a:cubicBezTo>
                    <a:pt x="32924" y="62270"/>
                    <a:pt x="34225" y="63037"/>
                    <a:pt x="35392" y="63871"/>
                  </a:cubicBezTo>
                  <a:cubicBezTo>
                    <a:pt x="36560" y="64672"/>
                    <a:pt x="37594" y="65673"/>
                    <a:pt x="38194" y="66873"/>
                  </a:cubicBezTo>
                  <a:cubicBezTo>
                    <a:pt x="38561" y="67574"/>
                    <a:pt x="38728" y="68374"/>
                    <a:pt x="38861" y="69175"/>
                  </a:cubicBezTo>
                  <a:cubicBezTo>
                    <a:pt x="38928" y="69942"/>
                    <a:pt x="38928" y="70709"/>
                    <a:pt x="38928" y="71443"/>
                  </a:cubicBezTo>
                  <a:cubicBezTo>
                    <a:pt x="38895" y="72211"/>
                    <a:pt x="38928" y="72911"/>
                    <a:pt x="39028" y="73545"/>
                  </a:cubicBezTo>
                  <a:cubicBezTo>
                    <a:pt x="39095" y="73878"/>
                    <a:pt x="39128" y="74179"/>
                    <a:pt x="39228" y="74412"/>
                  </a:cubicBezTo>
                  <a:cubicBezTo>
                    <a:pt x="39328" y="74712"/>
                    <a:pt x="39395" y="74913"/>
                    <a:pt x="39462" y="75113"/>
                  </a:cubicBezTo>
                  <a:cubicBezTo>
                    <a:pt x="39896" y="76314"/>
                    <a:pt x="40729" y="77281"/>
                    <a:pt x="41263" y="78315"/>
                  </a:cubicBezTo>
                  <a:cubicBezTo>
                    <a:pt x="41563" y="78882"/>
                    <a:pt x="41764" y="79416"/>
                    <a:pt x="41830" y="79983"/>
                  </a:cubicBezTo>
                  <a:cubicBezTo>
                    <a:pt x="41864" y="80550"/>
                    <a:pt x="41730" y="81150"/>
                    <a:pt x="41563" y="81717"/>
                  </a:cubicBezTo>
                  <a:cubicBezTo>
                    <a:pt x="41397" y="82251"/>
                    <a:pt x="41063" y="82751"/>
                    <a:pt x="40629" y="83152"/>
                  </a:cubicBezTo>
                  <a:cubicBezTo>
                    <a:pt x="40229" y="83585"/>
                    <a:pt x="39695" y="83886"/>
                    <a:pt x="39128" y="84119"/>
                  </a:cubicBezTo>
                  <a:cubicBezTo>
                    <a:pt x="38061" y="84586"/>
                    <a:pt x="36827" y="84886"/>
                    <a:pt x="35626" y="85387"/>
                  </a:cubicBezTo>
                  <a:cubicBezTo>
                    <a:pt x="35059" y="85620"/>
                    <a:pt x="34458" y="85954"/>
                    <a:pt x="33958" y="86387"/>
                  </a:cubicBezTo>
                  <a:cubicBezTo>
                    <a:pt x="33724" y="86588"/>
                    <a:pt x="33524" y="86854"/>
                    <a:pt x="33291" y="87088"/>
                  </a:cubicBezTo>
                  <a:cubicBezTo>
                    <a:pt x="33091" y="87321"/>
                    <a:pt x="32891" y="87622"/>
                    <a:pt x="32724" y="87888"/>
                  </a:cubicBezTo>
                  <a:cubicBezTo>
                    <a:pt x="32390" y="88422"/>
                    <a:pt x="32090" y="88989"/>
                    <a:pt x="31923" y="89623"/>
                  </a:cubicBezTo>
                  <a:cubicBezTo>
                    <a:pt x="31723" y="90257"/>
                    <a:pt x="31656" y="90924"/>
                    <a:pt x="31590" y="91558"/>
                  </a:cubicBezTo>
                  <a:cubicBezTo>
                    <a:pt x="31523" y="92825"/>
                    <a:pt x="31623" y="94093"/>
                    <a:pt x="31890" y="95327"/>
                  </a:cubicBezTo>
                  <a:cubicBezTo>
                    <a:pt x="32157" y="96595"/>
                    <a:pt x="32490" y="97796"/>
                    <a:pt x="32857" y="98963"/>
                  </a:cubicBezTo>
                  <a:cubicBezTo>
                    <a:pt x="33591" y="101331"/>
                    <a:pt x="34525" y="103633"/>
                    <a:pt x="35059" y="105968"/>
                  </a:cubicBezTo>
                  <a:cubicBezTo>
                    <a:pt x="35226" y="106568"/>
                    <a:pt x="35326" y="107169"/>
                    <a:pt x="35392" y="107769"/>
                  </a:cubicBezTo>
                  <a:cubicBezTo>
                    <a:pt x="35526" y="108403"/>
                    <a:pt x="35592" y="108970"/>
                    <a:pt x="35726" y="109571"/>
                  </a:cubicBezTo>
                  <a:cubicBezTo>
                    <a:pt x="35926" y="110772"/>
                    <a:pt x="36193" y="111939"/>
                    <a:pt x="36493" y="113073"/>
                  </a:cubicBezTo>
                  <a:cubicBezTo>
                    <a:pt x="37060" y="115375"/>
                    <a:pt x="37861" y="117576"/>
                    <a:pt x="38995" y="119544"/>
                  </a:cubicBezTo>
                  <a:cubicBezTo>
                    <a:pt x="40062" y="121546"/>
                    <a:pt x="41530" y="123247"/>
                    <a:pt x="43098" y="124615"/>
                  </a:cubicBezTo>
                  <a:cubicBezTo>
                    <a:pt x="44699" y="126049"/>
                    <a:pt x="46467" y="127083"/>
                    <a:pt x="48202" y="127984"/>
                  </a:cubicBezTo>
                  <a:cubicBezTo>
                    <a:pt x="49869" y="128951"/>
                    <a:pt x="51604" y="129652"/>
                    <a:pt x="53238" y="130285"/>
                  </a:cubicBezTo>
                  <a:cubicBezTo>
                    <a:pt x="54873" y="130853"/>
                    <a:pt x="56407" y="131420"/>
                    <a:pt x="57875" y="131920"/>
                  </a:cubicBezTo>
                  <a:cubicBezTo>
                    <a:pt x="59276" y="132420"/>
                    <a:pt x="60610" y="132887"/>
                    <a:pt x="61778" y="133354"/>
                  </a:cubicBezTo>
                  <a:cubicBezTo>
                    <a:pt x="64113" y="134322"/>
                    <a:pt x="65881" y="135322"/>
                    <a:pt x="67015" y="136156"/>
                  </a:cubicBezTo>
                  <a:cubicBezTo>
                    <a:pt x="67582" y="136557"/>
                    <a:pt x="67949" y="136924"/>
                    <a:pt x="68249" y="137124"/>
                  </a:cubicBezTo>
                  <a:cubicBezTo>
                    <a:pt x="68416" y="137257"/>
                    <a:pt x="68516" y="137324"/>
                    <a:pt x="68583" y="137391"/>
                  </a:cubicBezTo>
                  <a:lnTo>
                    <a:pt x="68683" y="137457"/>
                  </a:lnTo>
                  <a:cubicBezTo>
                    <a:pt x="69307" y="138066"/>
                    <a:pt x="69681" y="138383"/>
                    <a:pt x="69770" y="138383"/>
                  </a:cubicBezTo>
                  <a:cubicBezTo>
                    <a:pt x="69876" y="138383"/>
                    <a:pt x="69578" y="137933"/>
                    <a:pt x="68816" y="136990"/>
                  </a:cubicBezTo>
                  <a:cubicBezTo>
                    <a:pt x="68816" y="136990"/>
                    <a:pt x="68816" y="136957"/>
                    <a:pt x="68750" y="136924"/>
                  </a:cubicBezTo>
                  <a:cubicBezTo>
                    <a:pt x="68649" y="136890"/>
                    <a:pt x="68549" y="136790"/>
                    <a:pt x="68416" y="136657"/>
                  </a:cubicBezTo>
                  <a:cubicBezTo>
                    <a:pt x="68116" y="136423"/>
                    <a:pt x="67749" y="136056"/>
                    <a:pt x="67148" y="135656"/>
                  </a:cubicBezTo>
                  <a:cubicBezTo>
                    <a:pt x="66048" y="134822"/>
                    <a:pt x="64280" y="133788"/>
                    <a:pt x="61911" y="132821"/>
                  </a:cubicBezTo>
                  <a:cubicBezTo>
                    <a:pt x="60710" y="132320"/>
                    <a:pt x="59376" y="131820"/>
                    <a:pt x="57942" y="131320"/>
                  </a:cubicBezTo>
                  <a:cubicBezTo>
                    <a:pt x="56474" y="130819"/>
                    <a:pt x="54940" y="130319"/>
                    <a:pt x="53305" y="129718"/>
                  </a:cubicBezTo>
                  <a:cubicBezTo>
                    <a:pt x="51704" y="129085"/>
                    <a:pt x="49969" y="128384"/>
                    <a:pt x="48302" y="127417"/>
                  </a:cubicBezTo>
                  <a:cubicBezTo>
                    <a:pt x="46600" y="126483"/>
                    <a:pt x="44899" y="125449"/>
                    <a:pt x="43298" y="124081"/>
                  </a:cubicBezTo>
                  <a:cubicBezTo>
                    <a:pt x="41730" y="122713"/>
                    <a:pt x="40363" y="121046"/>
                    <a:pt x="39262" y="119077"/>
                  </a:cubicBezTo>
                  <a:cubicBezTo>
                    <a:pt x="38194" y="117109"/>
                    <a:pt x="37394" y="114941"/>
                    <a:pt x="36793" y="112706"/>
                  </a:cubicBezTo>
                  <a:cubicBezTo>
                    <a:pt x="36526" y="111572"/>
                    <a:pt x="36260" y="110405"/>
                    <a:pt x="36059" y="109237"/>
                  </a:cubicBezTo>
                  <a:cubicBezTo>
                    <a:pt x="35959" y="108637"/>
                    <a:pt x="35859" y="108070"/>
                    <a:pt x="35759" y="107469"/>
                  </a:cubicBezTo>
                  <a:cubicBezTo>
                    <a:pt x="35626" y="106902"/>
                    <a:pt x="35559" y="106302"/>
                    <a:pt x="35426" y="105701"/>
                  </a:cubicBezTo>
                  <a:cubicBezTo>
                    <a:pt x="34859" y="103299"/>
                    <a:pt x="33925" y="101031"/>
                    <a:pt x="33224" y="98629"/>
                  </a:cubicBezTo>
                  <a:cubicBezTo>
                    <a:pt x="32891" y="97462"/>
                    <a:pt x="32557" y="96261"/>
                    <a:pt x="32290" y="95060"/>
                  </a:cubicBezTo>
                  <a:cubicBezTo>
                    <a:pt x="32090" y="93859"/>
                    <a:pt x="31923" y="92592"/>
                    <a:pt x="32023" y="91391"/>
                  </a:cubicBezTo>
                  <a:cubicBezTo>
                    <a:pt x="32057" y="90791"/>
                    <a:pt x="32123" y="90190"/>
                    <a:pt x="32290" y="89590"/>
                  </a:cubicBezTo>
                  <a:cubicBezTo>
                    <a:pt x="32457" y="89023"/>
                    <a:pt x="32724" y="88422"/>
                    <a:pt x="33057" y="87922"/>
                  </a:cubicBezTo>
                  <a:cubicBezTo>
                    <a:pt x="33224" y="87688"/>
                    <a:pt x="33391" y="87421"/>
                    <a:pt x="33591" y="87221"/>
                  </a:cubicBezTo>
                  <a:cubicBezTo>
                    <a:pt x="33758" y="87021"/>
                    <a:pt x="34025" y="86788"/>
                    <a:pt x="34225" y="86588"/>
                  </a:cubicBezTo>
                  <a:cubicBezTo>
                    <a:pt x="34692" y="86221"/>
                    <a:pt x="35226" y="85920"/>
                    <a:pt x="35759" y="85687"/>
                  </a:cubicBezTo>
                  <a:cubicBezTo>
                    <a:pt x="36893" y="85220"/>
                    <a:pt x="38128" y="84920"/>
                    <a:pt x="39295" y="84419"/>
                  </a:cubicBezTo>
                  <a:cubicBezTo>
                    <a:pt x="39896" y="84186"/>
                    <a:pt x="40429" y="83852"/>
                    <a:pt x="40930" y="83385"/>
                  </a:cubicBezTo>
                  <a:cubicBezTo>
                    <a:pt x="41397" y="82952"/>
                    <a:pt x="41764" y="82385"/>
                    <a:pt x="41964" y="81751"/>
                  </a:cubicBezTo>
                  <a:cubicBezTo>
                    <a:pt x="42064" y="81417"/>
                    <a:pt x="42130" y="81117"/>
                    <a:pt x="42197" y="80783"/>
                  </a:cubicBezTo>
                  <a:cubicBezTo>
                    <a:pt x="42231" y="80517"/>
                    <a:pt x="42264" y="80183"/>
                    <a:pt x="42231" y="79849"/>
                  </a:cubicBezTo>
                  <a:cubicBezTo>
                    <a:pt x="42197" y="79182"/>
                    <a:pt x="41930" y="78548"/>
                    <a:pt x="41630" y="78015"/>
                  </a:cubicBezTo>
                  <a:cubicBezTo>
                    <a:pt x="41063" y="76914"/>
                    <a:pt x="40262" y="75947"/>
                    <a:pt x="39896" y="74879"/>
                  </a:cubicBezTo>
                  <a:cubicBezTo>
                    <a:pt x="39862" y="74712"/>
                    <a:pt x="39762" y="74512"/>
                    <a:pt x="39695" y="74245"/>
                  </a:cubicBezTo>
                  <a:cubicBezTo>
                    <a:pt x="39629" y="74012"/>
                    <a:pt x="39595" y="73745"/>
                    <a:pt x="39529" y="73445"/>
                  </a:cubicBezTo>
                  <a:cubicBezTo>
                    <a:pt x="39429" y="72878"/>
                    <a:pt x="39395" y="72211"/>
                    <a:pt x="39429" y="71443"/>
                  </a:cubicBezTo>
                  <a:cubicBezTo>
                    <a:pt x="39462" y="69942"/>
                    <a:pt x="39395" y="68174"/>
                    <a:pt x="38628" y="66607"/>
                  </a:cubicBezTo>
                  <a:cubicBezTo>
                    <a:pt x="38028" y="65272"/>
                    <a:pt x="36893" y="64238"/>
                    <a:pt x="35693" y="63404"/>
                  </a:cubicBezTo>
                  <a:cubicBezTo>
                    <a:pt x="34525" y="62570"/>
                    <a:pt x="33224" y="61836"/>
                    <a:pt x="32057" y="60936"/>
                  </a:cubicBezTo>
                  <a:cubicBezTo>
                    <a:pt x="31723" y="60702"/>
                    <a:pt x="31456" y="60502"/>
                    <a:pt x="31189" y="60235"/>
                  </a:cubicBezTo>
                  <a:lnTo>
                    <a:pt x="30355" y="59501"/>
                  </a:lnTo>
                  <a:cubicBezTo>
                    <a:pt x="29788" y="58934"/>
                    <a:pt x="29221" y="58434"/>
                    <a:pt x="28554" y="58034"/>
                  </a:cubicBezTo>
                  <a:cubicBezTo>
                    <a:pt x="27920" y="57567"/>
                    <a:pt x="27220" y="57233"/>
                    <a:pt x="26519" y="56933"/>
                  </a:cubicBezTo>
                  <a:cubicBezTo>
                    <a:pt x="25785" y="56666"/>
                    <a:pt x="25052" y="56433"/>
                    <a:pt x="24284" y="56266"/>
                  </a:cubicBezTo>
                  <a:cubicBezTo>
                    <a:pt x="22783" y="55932"/>
                    <a:pt x="21282" y="55899"/>
                    <a:pt x="19781" y="55832"/>
                  </a:cubicBezTo>
                  <a:cubicBezTo>
                    <a:pt x="19414" y="55832"/>
                    <a:pt x="19047" y="55765"/>
                    <a:pt x="18680" y="55732"/>
                  </a:cubicBezTo>
                  <a:cubicBezTo>
                    <a:pt x="18347" y="55699"/>
                    <a:pt x="17947" y="55665"/>
                    <a:pt x="17580" y="55599"/>
                  </a:cubicBezTo>
                  <a:cubicBezTo>
                    <a:pt x="17213" y="55565"/>
                    <a:pt x="16879" y="55532"/>
                    <a:pt x="16512" y="55432"/>
                  </a:cubicBezTo>
                  <a:cubicBezTo>
                    <a:pt x="16112" y="55365"/>
                    <a:pt x="15745" y="55332"/>
                    <a:pt x="15411" y="55232"/>
                  </a:cubicBezTo>
                  <a:cubicBezTo>
                    <a:pt x="14010" y="54932"/>
                    <a:pt x="12609" y="54431"/>
                    <a:pt x="11342" y="53897"/>
                  </a:cubicBezTo>
                  <a:cubicBezTo>
                    <a:pt x="10041" y="53364"/>
                    <a:pt x="8873" y="52597"/>
                    <a:pt x="7773" y="51829"/>
                  </a:cubicBezTo>
                  <a:cubicBezTo>
                    <a:pt x="5671" y="50161"/>
                    <a:pt x="4037" y="48093"/>
                    <a:pt x="2902" y="46025"/>
                  </a:cubicBezTo>
                  <a:cubicBezTo>
                    <a:pt x="2602" y="45525"/>
                    <a:pt x="2369" y="44991"/>
                    <a:pt x="2102" y="44491"/>
                  </a:cubicBezTo>
                  <a:cubicBezTo>
                    <a:pt x="1868" y="43990"/>
                    <a:pt x="1702" y="43423"/>
                    <a:pt x="1501" y="42923"/>
                  </a:cubicBezTo>
                  <a:cubicBezTo>
                    <a:pt x="1268" y="42423"/>
                    <a:pt x="1168" y="41922"/>
                    <a:pt x="1001" y="41422"/>
                  </a:cubicBezTo>
                  <a:cubicBezTo>
                    <a:pt x="868" y="40988"/>
                    <a:pt x="668" y="40488"/>
                    <a:pt x="601" y="40054"/>
                  </a:cubicBezTo>
                  <a:cubicBezTo>
                    <a:pt x="567" y="39187"/>
                    <a:pt x="934" y="38353"/>
                    <a:pt x="1268" y="37586"/>
                  </a:cubicBezTo>
                  <a:cubicBezTo>
                    <a:pt x="1602" y="36852"/>
                    <a:pt x="1935" y="36185"/>
                    <a:pt x="2235" y="35551"/>
                  </a:cubicBezTo>
                  <a:cubicBezTo>
                    <a:pt x="2836" y="34350"/>
                    <a:pt x="3003" y="33316"/>
                    <a:pt x="2902" y="32649"/>
                  </a:cubicBezTo>
                  <a:cubicBezTo>
                    <a:pt x="2869" y="31715"/>
                    <a:pt x="2502" y="30848"/>
                    <a:pt x="2102" y="30080"/>
                  </a:cubicBezTo>
                  <a:cubicBezTo>
                    <a:pt x="1735" y="29347"/>
                    <a:pt x="1268" y="28579"/>
                    <a:pt x="934" y="27879"/>
                  </a:cubicBezTo>
                  <a:cubicBezTo>
                    <a:pt x="601" y="27178"/>
                    <a:pt x="334" y="26411"/>
                    <a:pt x="367" y="25677"/>
                  </a:cubicBezTo>
                  <a:cubicBezTo>
                    <a:pt x="401" y="25510"/>
                    <a:pt x="401" y="25310"/>
                    <a:pt x="434" y="25144"/>
                  </a:cubicBezTo>
                  <a:cubicBezTo>
                    <a:pt x="501" y="25043"/>
                    <a:pt x="501" y="24977"/>
                    <a:pt x="534" y="24877"/>
                  </a:cubicBezTo>
                  <a:lnTo>
                    <a:pt x="668" y="24643"/>
                  </a:lnTo>
                  <a:cubicBezTo>
                    <a:pt x="834" y="24310"/>
                    <a:pt x="1068" y="24043"/>
                    <a:pt x="1335" y="23809"/>
                  </a:cubicBezTo>
                  <a:cubicBezTo>
                    <a:pt x="2402" y="22842"/>
                    <a:pt x="3736" y="22241"/>
                    <a:pt x="4770" y="21341"/>
                  </a:cubicBezTo>
                  <a:cubicBezTo>
                    <a:pt x="5037" y="21074"/>
                    <a:pt x="5237" y="20840"/>
                    <a:pt x="5471" y="20540"/>
                  </a:cubicBezTo>
                  <a:cubicBezTo>
                    <a:pt x="5538" y="20407"/>
                    <a:pt x="5638" y="20240"/>
                    <a:pt x="5704" y="20073"/>
                  </a:cubicBezTo>
                  <a:lnTo>
                    <a:pt x="5838" y="19573"/>
                  </a:lnTo>
                  <a:cubicBezTo>
                    <a:pt x="5971" y="18906"/>
                    <a:pt x="5871" y="18305"/>
                    <a:pt x="5805" y="17672"/>
                  </a:cubicBezTo>
                  <a:cubicBezTo>
                    <a:pt x="5571" y="16471"/>
                    <a:pt x="5237" y="15370"/>
                    <a:pt x="5137" y="14302"/>
                  </a:cubicBezTo>
                  <a:cubicBezTo>
                    <a:pt x="5037" y="13802"/>
                    <a:pt x="5037" y="13235"/>
                    <a:pt x="5204" y="12801"/>
                  </a:cubicBezTo>
                  <a:cubicBezTo>
                    <a:pt x="5338" y="12334"/>
                    <a:pt x="5671" y="11967"/>
                    <a:pt x="5905" y="11534"/>
                  </a:cubicBezTo>
                  <a:cubicBezTo>
                    <a:pt x="7005" y="9966"/>
                    <a:pt x="8373" y="8965"/>
                    <a:pt x="9541" y="8065"/>
                  </a:cubicBezTo>
                  <a:cubicBezTo>
                    <a:pt x="10741" y="7231"/>
                    <a:pt x="11742" y="6464"/>
                    <a:pt x="12376" y="5630"/>
                  </a:cubicBezTo>
                  <a:cubicBezTo>
                    <a:pt x="13043" y="4796"/>
                    <a:pt x="13377" y="3995"/>
                    <a:pt x="13577" y="3361"/>
                  </a:cubicBezTo>
                  <a:cubicBezTo>
                    <a:pt x="13677" y="3028"/>
                    <a:pt x="13777" y="2794"/>
                    <a:pt x="13844" y="2527"/>
                  </a:cubicBezTo>
                  <a:cubicBezTo>
                    <a:pt x="13910" y="2294"/>
                    <a:pt x="13910" y="2127"/>
                    <a:pt x="13944" y="1960"/>
                  </a:cubicBezTo>
                  <a:cubicBezTo>
                    <a:pt x="14010" y="1627"/>
                    <a:pt x="14044" y="1493"/>
                    <a:pt x="14044" y="1493"/>
                  </a:cubicBezTo>
                  <a:cubicBezTo>
                    <a:pt x="14128" y="501"/>
                    <a:pt x="14102" y="0"/>
                    <a:pt x="140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2" name="Google Shape;692;p6"/>
            <p:cNvSpPr/>
            <p:nvPr/>
          </p:nvSpPr>
          <p:spPr>
            <a:xfrm rot="-382644" flipH="1">
              <a:off x="-1143924" y="1685694"/>
              <a:ext cx="457730" cy="310928"/>
            </a:xfrm>
            <a:custGeom>
              <a:avLst/>
              <a:gdLst/>
              <a:ahLst/>
              <a:cxnLst/>
              <a:rect l="l" t="t" r="r" b="b"/>
              <a:pathLst>
                <a:path w="20317" h="13801" extrusionOk="0">
                  <a:moveTo>
                    <a:pt x="167" y="0"/>
                  </a:moveTo>
                  <a:cubicBezTo>
                    <a:pt x="81" y="0"/>
                    <a:pt x="1" y="60"/>
                    <a:pt x="1" y="201"/>
                  </a:cubicBezTo>
                  <a:lnTo>
                    <a:pt x="1" y="568"/>
                  </a:lnTo>
                  <a:cubicBezTo>
                    <a:pt x="34" y="835"/>
                    <a:pt x="1" y="1168"/>
                    <a:pt x="34" y="1569"/>
                  </a:cubicBezTo>
                  <a:cubicBezTo>
                    <a:pt x="34" y="2469"/>
                    <a:pt x="201" y="3637"/>
                    <a:pt x="701" y="4904"/>
                  </a:cubicBezTo>
                  <a:cubicBezTo>
                    <a:pt x="1168" y="6205"/>
                    <a:pt x="2135" y="7506"/>
                    <a:pt x="3370" y="8407"/>
                  </a:cubicBezTo>
                  <a:cubicBezTo>
                    <a:pt x="4637" y="9341"/>
                    <a:pt x="6038" y="9908"/>
                    <a:pt x="7306" y="10308"/>
                  </a:cubicBezTo>
                  <a:cubicBezTo>
                    <a:pt x="9808" y="11109"/>
                    <a:pt x="13110" y="11509"/>
                    <a:pt x="15645" y="12143"/>
                  </a:cubicBezTo>
                  <a:cubicBezTo>
                    <a:pt x="16946" y="12477"/>
                    <a:pt x="18013" y="12843"/>
                    <a:pt x="18781" y="13177"/>
                  </a:cubicBezTo>
                  <a:cubicBezTo>
                    <a:pt x="19148" y="13344"/>
                    <a:pt x="19448" y="13477"/>
                    <a:pt x="19648" y="13611"/>
                  </a:cubicBezTo>
                  <a:cubicBezTo>
                    <a:pt x="19815" y="13711"/>
                    <a:pt x="19948" y="13777"/>
                    <a:pt x="19948" y="13777"/>
                  </a:cubicBezTo>
                  <a:cubicBezTo>
                    <a:pt x="19986" y="13793"/>
                    <a:pt x="20021" y="13801"/>
                    <a:pt x="20054" y="13801"/>
                  </a:cubicBezTo>
                  <a:cubicBezTo>
                    <a:pt x="20226" y="13801"/>
                    <a:pt x="20316" y="13596"/>
                    <a:pt x="20148" y="13344"/>
                  </a:cubicBezTo>
                  <a:cubicBezTo>
                    <a:pt x="20148" y="13344"/>
                    <a:pt x="20048" y="13244"/>
                    <a:pt x="19848" y="13144"/>
                  </a:cubicBezTo>
                  <a:cubicBezTo>
                    <a:pt x="19648" y="12977"/>
                    <a:pt x="19348" y="12843"/>
                    <a:pt x="18981" y="12643"/>
                  </a:cubicBezTo>
                  <a:cubicBezTo>
                    <a:pt x="18180" y="12243"/>
                    <a:pt x="17113" y="11809"/>
                    <a:pt x="15812" y="11476"/>
                  </a:cubicBezTo>
                  <a:cubicBezTo>
                    <a:pt x="13210" y="10742"/>
                    <a:pt x="9941" y="10242"/>
                    <a:pt x="7506" y="9508"/>
                  </a:cubicBezTo>
                  <a:cubicBezTo>
                    <a:pt x="6305" y="9141"/>
                    <a:pt x="4937" y="8640"/>
                    <a:pt x="3770" y="7807"/>
                  </a:cubicBezTo>
                  <a:cubicBezTo>
                    <a:pt x="2602" y="6973"/>
                    <a:pt x="1668" y="5805"/>
                    <a:pt x="1168" y="4638"/>
                  </a:cubicBezTo>
                  <a:cubicBezTo>
                    <a:pt x="668" y="3470"/>
                    <a:pt x="468" y="2336"/>
                    <a:pt x="434" y="1502"/>
                  </a:cubicBezTo>
                  <a:cubicBezTo>
                    <a:pt x="367" y="1068"/>
                    <a:pt x="367" y="735"/>
                    <a:pt x="367" y="535"/>
                  </a:cubicBezTo>
                  <a:lnTo>
                    <a:pt x="367" y="201"/>
                  </a:lnTo>
                  <a:cubicBezTo>
                    <a:pt x="367" y="77"/>
                    <a:pt x="264"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3" name="Google Shape;693;p6"/>
            <p:cNvSpPr/>
            <p:nvPr/>
          </p:nvSpPr>
          <p:spPr>
            <a:xfrm rot="-382644" flipH="1">
              <a:off x="-1863287" y="1556641"/>
              <a:ext cx="131527" cy="284839"/>
            </a:xfrm>
            <a:custGeom>
              <a:avLst/>
              <a:gdLst/>
              <a:ahLst/>
              <a:cxnLst/>
              <a:rect l="l" t="t" r="r" b="b"/>
              <a:pathLst>
                <a:path w="5838" h="12643" extrusionOk="0">
                  <a:moveTo>
                    <a:pt x="234" y="0"/>
                  </a:moveTo>
                  <a:cubicBezTo>
                    <a:pt x="67" y="0"/>
                    <a:pt x="0" y="334"/>
                    <a:pt x="167" y="367"/>
                  </a:cubicBezTo>
                  <a:cubicBezTo>
                    <a:pt x="167" y="367"/>
                    <a:pt x="234" y="367"/>
                    <a:pt x="367" y="401"/>
                  </a:cubicBezTo>
                  <a:cubicBezTo>
                    <a:pt x="434" y="467"/>
                    <a:pt x="668" y="501"/>
                    <a:pt x="868" y="567"/>
                  </a:cubicBezTo>
                  <a:cubicBezTo>
                    <a:pt x="1268" y="734"/>
                    <a:pt x="1902" y="934"/>
                    <a:pt x="2502" y="1368"/>
                  </a:cubicBezTo>
                  <a:cubicBezTo>
                    <a:pt x="3069" y="1768"/>
                    <a:pt x="3670" y="2335"/>
                    <a:pt x="4037" y="3036"/>
                  </a:cubicBezTo>
                  <a:cubicBezTo>
                    <a:pt x="4404" y="3703"/>
                    <a:pt x="4670" y="4437"/>
                    <a:pt x="4770" y="5171"/>
                  </a:cubicBezTo>
                  <a:cubicBezTo>
                    <a:pt x="5071" y="6538"/>
                    <a:pt x="5104" y="8406"/>
                    <a:pt x="5204" y="9907"/>
                  </a:cubicBezTo>
                  <a:cubicBezTo>
                    <a:pt x="5237" y="10675"/>
                    <a:pt x="5271" y="11342"/>
                    <a:pt x="5338" y="11809"/>
                  </a:cubicBezTo>
                  <a:cubicBezTo>
                    <a:pt x="5371" y="12243"/>
                    <a:pt x="5404" y="12543"/>
                    <a:pt x="5404" y="12543"/>
                  </a:cubicBezTo>
                  <a:cubicBezTo>
                    <a:pt x="5421" y="12609"/>
                    <a:pt x="5504" y="12643"/>
                    <a:pt x="5596" y="12643"/>
                  </a:cubicBezTo>
                  <a:cubicBezTo>
                    <a:pt x="5688" y="12643"/>
                    <a:pt x="5788" y="12609"/>
                    <a:pt x="5838" y="12543"/>
                  </a:cubicBezTo>
                  <a:cubicBezTo>
                    <a:pt x="5838" y="12543"/>
                    <a:pt x="5771" y="12243"/>
                    <a:pt x="5771" y="11775"/>
                  </a:cubicBezTo>
                  <a:lnTo>
                    <a:pt x="5771" y="9907"/>
                  </a:lnTo>
                  <a:cubicBezTo>
                    <a:pt x="5771" y="8406"/>
                    <a:pt x="5838" y="6538"/>
                    <a:pt x="5538" y="5037"/>
                  </a:cubicBezTo>
                  <a:cubicBezTo>
                    <a:pt x="5371" y="4270"/>
                    <a:pt x="5104" y="3436"/>
                    <a:pt x="4604" y="2702"/>
                  </a:cubicBezTo>
                  <a:cubicBezTo>
                    <a:pt x="4170" y="1902"/>
                    <a:pt x="3436" y="1335"/>
                    <a:pt x="2769" y="901"/>
                  </a:cubicBezTo>
                  <a:cubicBezTo>
                    <a:pt x="2102" y="501"/>
                    <a:pt x="1435" y="267"/>
                    <a:pt x="1001" y="167"/>
                  </a:cubicBezTo>
                  <a:cubicBezTo>
                    <a:pt x="768" y="67"/>
                    <a:pt x="567" y="67"/>
                    <a:pt x="434" y="34"/>
                  </a:cubicBezTo>
                  <a:cubicBezTo>
                    <a:pt x="334" y="0"/>
                    <a:pt x="234"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4" name="Google Shape;694;p6"/>
            <p:cNvSpPr/>
            <p:nvPr/>
          </p:nvSpPr>
          <p:spPr>
            <a:xfrm rot="-382644" flipH="1">
              <a:off x="-942556" y="2392261"/>
              <a:ext cx="413347" cy="757214"/>
            </a:xfrm>
            <a:custGeom>
              <a:avLst/>
              <a:gdLst/>
              <a:ahLst/>
              <a:cxnLst/>
              <a:rect l="l" t="t" r="r" b="b"/>
              <a:pathLst>
                <a:path w="18347" h="33610" extrusionOk="0">
                  <a:moveTo>
                    <a:pt x="12676" y="534"/>
                  </a:moveTo>
                  <a:cubicBezTo>
                    <a:pt x="12943" y="534"/>
                    <a:pt x="13177" y="568"/>
                    <a:pt x="13477" y="568"/>
                  </a:cubicBezTo>
                  <a:cubicBezTo>
                    <a:pt x="13777" y="634"/>
                    <a:pt x="14044" y="668"/>
                    <a:pt x="14344" y="734"/>
                  </a:cubicBezTo>
                  <a:cubicBezTo>
                    <a:pt x="14945" y="901"/>
                    <a:pt x="15512" y="1235"/>
                    <a:pt x="16012" y="1735"/>
                  </a:cubicBezTo>
                  <a:cubicBezTo>
                    <a:pt x="16479" y="2235"/>
                    <a:pt x="16813" y="3003"/>
                    <a:pt x="17013" y="3803"/>
                  </a:cubicBezTo>
                  <a:cubicBezTo>
                    <a:pt x="17380" y="5404"/>
                    <a:pt x="17179" y="7372"/>
                    <a:pt x="16612" y="9307"/>
                  </a:cubicBezTo>
                  <a:cubicBezTo>
                    <a:pt x="16312" y="10308"/>
                    <a:pt x="15945" y="11242"/>
                    <a:pt x="15478" y="12209"/>
                  </a:cubicBezTo>
                  <a:cubicBezTo>
                    <a:pt x="15211" y="12676"/>
                    <a:pt x="15011" y="13177"/>
                    <a:pt x="14778" y="13677"/>
                  </a:cubicBezTo>
                  <a:cubicBezTo>
                    <a:pt x="14511" y="14144"/>
                    <a:pt x="14277" y="14644"/>
                    <a:pt x="13977" y="15145"/>
                  </a:cubicBezTo>
                  <a:cubicBezTo>
                    <a:pt x="13443" y="16145"/>
                    <a:pt x="12876" y="17146"/>
                    <a:pt x="12509" y="18314"/>
                  </a:cubicBezTo>
                  <a:cubicBezTo>
                    <a:pt x="12476" y="18580"/>
                    <a:pt x="12343" y="18881"/>
                    <a:pt x="12309" y="19181"/>
                  </a:cubicBezTo>
                  <a:lnTo>
                    <a:pt x="12209" y="19648"/>
                  </a:lnTo>
                  <a:lnTo>
                    <a:pt x="12176" y="19848"/>
                  </a:lnTo>
                  <a:lnTo>
                    <a:pt x="12176" y="20015"/>
                  </a:lnTo>
                  <a:lnTo>
                    <a:pt x="12176" y="20148"/>
                  </a:lnTo>
                  <a:cubicBezTo>
                    <a:pt x="12176" y="20749"/>
                    <a:pt x="12276" y="21349"/>
                    <a:pt x="12376" y="21916"/>
                  </a:cubicBezTo>
                  <a:cubicBezTo>
                    <a:pt x="12643" y="23084"/>
                    <a:pt x="12976" y="24184"/>
                    <a:pt x="13210" y="25252"/>
                  </a:cubicBezTo>
                  <a:cubicBezTo>
                    <a:pt x="13310" y="25752"/>
                    <a:pt x="13377" y="26319"/>
                    <a:pt x="13443" y="26853"/>
                  </a:cubicBezTo>
                  <a:cubicBezTo>
                    <a:pt x="13477" y="27387"/>
                    <a:pt x="13443" y="27887"/>
                    <a:pt x="13310" y="28387"/>
                  </a:cubicBezTo>
                  <a:cubicBezTo>
                    <a:pt x="13177" y="28854"/>
                    <a:pt x="13010" y="29355"/>
                    <a:pt x="12776" y="29822"/>
                  </a:cubicBezTo>
                  <a:cubicBezTo>
                    <a:pt x="12509" y="30255"/>
                    <a:pt x="12276" y="30689"/>
                    <a:pt x="11942" y="31056"/>
                  </a:cubicBezTo>
                  <a:cubicBezTo>
                    <a:pt x="11309" y="31757"/>
                    <a:pt x="10475" y="32324"/>
                    <a:pt x="9607" y="32524"/>
                  </a:cubicBezTo>
                  <a:cubicBezTo>
                    <a:pt x="9325" y="32592"/>
                    <a:pt x="9029" y="32626"/>
                    <a:pt x="8729" y="32626"/>
                  </a:cubicBezTo>
                  <a:cubicBezTo>
                    <a:pt x="8001" y="32626"/>
                    <a:pt x="7253" y="32425"/>
                    <a:pt x="6639" y="32023"/>
                  </a:cubicBezTo>
                  <a:cubicBezTo>
                    <a:pt x="5771" y="31423"/>
                    <a:pt x="5138" y="30422"/>
                    <a:pt x="4871" y="29355"/>
                  </a:cubicBezTo>
                  <a:cubicBezTo>
                    <a:pt x="4771" y="28821"/>
                    <a:pt x="4671" y="28254"/>
                    <a:pt x="4671" y="27687"/>
                  </a:cubicBezTo>
                  <a:lnTo>
                    <a:pt x="4671" y="27554"/>
                  </a:lnTo>
                  <a:lnTo>
                    <a:pt x="4671" y="27487"/>
                  </a:lnTo>
                  <a:lnTo>
                    <a:pt x="4671" y="27387"/>
                  </a:lnTo>
                  <a:lnTo>
                    <a:pt x="4671" y="27187"/>
                  </a:lnTo>
                  <a:lnTo>
                    <a:pt x="4671" y="26753"/>
                  </a:lnTo>
                  <a:cubicBezTo>
                    <a:pt x="4671" y="26486"/>
                    <a:pt x="4704" y="26219"/>
                    <a:pt x="4771" y="25919"/>
                  </a:cubicBezTo>
                  <a:cubicBezTo>
                    <a:pt x="4937" y="24852"/>
                    <a:pt x="5304" y="23717"/>
                    <a:pt x="5371" y="22550"/>
                  </a:cubicBezTo>
                  <a:cubicBezTo>
                    <a:pt x="5471" y="21983"/>
                    <a:pt x="5438" y="21382"/>
                    <a:pt x="5304" y="20849"/>
                  </a:cubicBezTo>
                  <a:lnTo>
                    <a:pt x="5304" y="20749"/>
                  </a:lnTo>
                  <a:cubicBezTo>
                    <a:pt x="5304" y="20715"/>
                    <a:pt x="5271" y="20649"/>
                    <a:pt x="5271" y="20582"/>
                  </a:cubicBezTo>
                  <a:lnTo>
                    <a:pt x="5138" y="20382"/>
                  </a:lnTo>
                  <a:cubicBezTo>
                    <a:pt x="5037" y="20248"/>
                    <a:pt x="5004" y="20148"/>
                    <a:pt x="4937" y="20015"/>
                  </a:cubicBezTo>
                  <a:cubicBezTo>
                    <a:pt x="4804" y="19815"/>
                    <a:pt x="4671" y="19581"/>
                    <a:pt x="4504" y="19381"/>
                  </a:cubicBezTo>
                  <a:cubicBezTo>
                    <a:pt x="3937" y="18580"/>
                    <a:pt x="3270" y="18013"/>
                    <a:pt x="2769" y="17413"/>
                  </a:cubicBezTo>
                  <a:cubicBezTo>
                    <a:pt x="2269" y="16879"/>
                    <a:pt x="1835" y="16379"/>
                    <a:pt x="1602" y="15912"/>
                  </a:cubicBezTo>
                  <a:cubicBezTo>
                    <a:pt x="1335" y="15512"/>
                    <a:pt x="1201" y="15145"/>
                    <a:pt x="1135" y="14878"/>
                  </a:cubicBezTo>
                  <a:lnTo>
                    <a:pt x="1135" y="14844"/>
                  </a:lnTo>
                  <a:cubicBezTo>
                    <a:pt x="634" y="13343"/>
                    <a:pt x="634" y="11842"/>
                    <a:pt x="901" y="10508"/>
                  </a:cubicBezTo>
                  <a:cubicBezTo>
                    <a:pt x="1201" y="9207"/>
                    <a:pt x="1702" y="8040"/>
                    <a:pt x="2302" y="7072"/>
                  </a:cubicBezTo>
                  <a:cubicBezTo>
                    <a:pt x="2869" y="6138"/>
                    <a:pt x="3503" y="5338"/>
                    <a:pt x="4137" y="4671"/>
                  </a:cubicBezTo>
                  <a:cubicBezTo>
                    <a:pt x="4737" y="4003"/>
                    <a:pt x="5371" y="3470"/>
                    <a:pt x="5905" y="3036"/>
                  </a:cubicBezTo>
                  <a:cubicBezTo>
                    <a:pt x="7039" y="2169"/>
                    <a:pt x="7940" y="1702"/>
                    <a:pt x="8507" y="1468"/>
                  </a:cubicBezTo>
                  <a:cubicBezTo>
                    <a:pt x="9107" y="1201"/>
                    <a:pt x="9374" y="1135"/>
                    <a:pt x="9374" y="1135"/>
                  </a:cubicBezTo>
                  <a:cubicBezTo>
                    <a:pt x="9681" y="1028"/>
                    <a:pt x="9860" y="889"/>
                    <a:pt x="9906" y="777"/>
                  </a:cubicBezTo>
                  <a:lnTo>
                    <a:pt x="9906" y="777"/>
                  </a:lnTo>
                  <a:cubicBezTo>
                    <a:pt x="9926" y="823"/>
                    <a:pt x="9988" y="853"/>
                    <a:pt x="10083" y="853"/>
                  </a:cubicBezTo>
                  <a:cubicBezTo>
                    <a:pt x="10152" y="853"/>
                    <a:pt x="10239" y="837"/>
                    <a:pt x="10341" y="801"/>
                  </a:cubicBezTo>
                  <a:cubicBezTo>
                    <a:pt x="10341" y="801"/>
                    <a:pt x="10475" y="801"/>
                    <a:pt x="10641" y="734"/>
                  </a:cubicBezTo>
                  <a:cubicBezTo>
                    <a:pt x="10808" y="701"/>
                    <a:pt x="11108" y="668"/>
                    <a:pt x="11442" y="634"/>
                  </a:cubicBezTo>
                  <a:cubicBezTo>
                    <a:pt x="11776" y="568"/>
                    <a:pt x="12176" y="534"/>
                    <a:pt x="12676" y="534"/>
                  </a:cubicBezTo>
                  <a:close/>
                  <a:moveTo>
                    <a:pt x="12976" y="0"/>
                  </a:moveTo>
                  <a:cubicBezTo>
                    <a:pt x="12443" y="34"/>
                    <a:pt x="12009" y="67"/>
                    <a:pt x="11642" y="134"/>
                  </a:cubicBezTo>
                  <a:cubicBezTo>
                    <a:pt x="11275" y="201"/>
                    <a:pt x="10975" y="234"/>
                    <a:pt x="10808" y="301"/>
                  </a:cubicBezTo>
                  <a:cubicBezTo>
                    <a:pt x="10608" y="334"/>
                    <a:pt x="10508" y="367"/>
                    <a:pt x="10508" y="367"/>
                  </a:cubicBezTo>
                  <a:cubicBezTo>
                    <a:pt x="10147" y="454"/>
                    <a:pt x="9961" y="584"/>
                    <a:pt x="9912" y="688"/>
                  </a:cubicBezTo>
                  <a:lnTo>
                    <a:pt x="9912" y="688"/>
                  </a:lnTo>
                  <a:cubicBezTo>
                    <a:pt x="9890" y="628"/>
                    <a:pt x="9807" y="588"/>
                    <a:pt x="9660" y="588"/>
                  </a:cubicBezTo>
                  <a:cubicBezTo>
                    <a:pt x="9547" y="588"/>
                    <a:pt x="9396" y="612"/>
                    <a:pt x="9207" y="668"/>
                  </a:cubicBezTo>
                  <a:cubicBezTo>
                    <a:pt x="9207" y="668"/>
                    <a:pt x="9174" y="701"/>
                    <a:pt x="9007" y="734"/>
                  </a:cubicBezTo>
                  <a:cubicBezTo>
                    <a:pt x="8840" y="801"/>
                    <a:pt x="8607" y="868"/>
                    <a:pt x="8306" y="1001"/>
                  </a:cubicBezTo>
                  <a:cubicBezTo>
                    <a:pt x="7673" y="1301"/>
                    <a:pt x="6772" y="1735"/>
                    <a:pt x="5605" y="2636"/>
                  </a:cubicBezTo>
                  <a:cubicBezTo>
                    <a:pt x="5004" y="3069"/>
                    <a:pt x="4370" y="3636"/>
                    <a:pt x="3703" y="4304"/>
                  </a:cubicBezTo>
                  <a:cubicBezTo>
                    <a:pt x="3103" y="5004"/>
                    <a:pt x="2436" y="5838"/>
                    <a:pt x="1802" y="6839"/>
                  </a:cubicBezTo>
                  <a:cubicBezTo>
                    <a:pt x="1201" y="7839"/>
                    <a:pt x="634" y="9040"/>
                    <a:pt x="334" y="10475"/>
                  </a:cubicBezTo>
                  <a:cubicBezTo>
                    <a:pt x="34" y="11842"/>
                    <a:pt x="1" y="13510"/>
                    <a:pt x="534" y="15145"/>
                  </a:cubicBezTo>
                  <a:lnTo>
                    <a:pt x="534" y="15078"/>
                  </a:lnTo>
                  <a:cubicBezTo>
                    <a:pt x="634" y="15378"/>
                    <a:pt x="768" y="15845"/>
                    <a:pt x="1035" y="16346"/>
                  </a:cubicBezTo>
                  <a:cubicBezTo>
                    <a:pt x="1335" y="16846"/>
                    <a:pt x="1735" y="17413"/>
                    <a:pt x="2302" y="18013"/>
                  </a:cubicBezTo>
                  <a:cubicBezTo>
                    <a:pt x="2836" y="18647"/>
                    <a:pt x="3470" y="19248"/>
                    <a:pt x="4003" y="19981"/>
                  </a:cubicBezTo>
                  <a:cubicBezTo>
                    <a:pt x="4137" y="20182"/>
                    <a:pt x="4237" y="20348"/>
                    <a:pt x="4370" y="20549"/>
                  </a:cubicBezTo>
                  <a:cubicBezTo>
                    <a:pt x="4470" y="20649"/>
                    <a:pt x="4504" y="20749"/>
                    <a:pt x="4537" y="20849"/>
                  </a:cubicBezTo>
                  <a:lnTo>
                    <a:pt x="4604" y="20982"/>
                  </a:lnTo>
                  <a:lnTo>
                    <a:pt x="4637" y="21082"/>
                  </a:lnTo>
                  <a:cubicBezTo>
                    <a:pt x="4771" y="21549"/>
                    <a:pt x="4771" y="22050"/>
                    <a:pt x="4704" y="22550"/>
                  </a:cubicBezTo>
                  <a:cubicBezTo>
                    <a:pt x="4637" y="23551"/>
                    <a:pt x="4237" y="24651"/>
                    <a:pt x="4037" y="25852"/>
                  </a:cubicBezTo>
                  <a:cubicBezTo>
                    <a:pt x="4003" y="26186"/>
                    <a:pt x="3970" y="26486"/>
                    <a:pt x="3970" y="26820"/>
                  </a:cubicBezTo>
                  <a:lnTo>
                    <a:pt x="3970" y="27320"/>
                  </a:lnTo>
                  <a:lnTo>
                    <a:pt x="3970" y="27554"/>
                  </a:lnTo>
                  <a:lnTo>
                    <a:pt x="3970" y="27587"/>
                  </a:lnTo>
                  <a:lnTo>
                    <a:pt x="3970" y="27720"/>
                  </a:lnTo>
                  <a:cubicBezTo>
                    <a:pt x="3970" y="28354"/>
                    <a:pt x="4037" y="28988"/>
                    <a:pt x="4204" y="29588"/>
                  </a:cubicBezTo>
                  <a:cubicBezTo>
                    <a:pt x="4504" y="30856"/>
                    <a:pt x="5204" y="32057"/>
                    <a:pt x="6338" y="32824"/>
                  </a:cubicBezTo>
                  <a:cubicBezTo>
                    <a:pt x="7118" y="33368"/>
                    <a:pt x="8049" y="33610"/>
                    <a:pt x="8953" y="33610"/>
                  </a:cubicBezTo>
                  <a:cubicBezTo>
                    <a:pt x="9324" y="33610"/>
                    <a:pt x="9691" y="33569"/>
                    <a:pt x="10041" y="33491"/>
                  </a:cubicBezTo>
                  <a:cubicBezTo>
                    <a:pt x="11142" y="33224"/>
                    <a:pt x="12143" y="32557"/>
                    <a:pt x="12876" y="31690"/>
                  </a:cubicBezTo>
                  <a:cubicBezTo>
                    <a:pt x="13277" y="31223"/>
                    <a:pt x="13610" y="30722"/>
                    <a:pt x="13844" y="30222"/>
                  </a:cubicBezTo>
                  <a:cubicBezTo>
                    <a:pt x="14111" y="29722"/>
                    <a:pt x="14311" y="29188"/>
                    <a:pt x="14478" y="28588"/>
                  </a:cubicBezTo>
                  <a:cubicBezTo>
                    <a:pt x="14711" y="27387"/>
                    <a:pt x="14611" y="26186"/>
                    <a:pt x="14344" y="25052"/>
                  </a:cubicBezTo>
                  <a:cubicBezTo>
                    <a:pt x="14111" y="23884"/>
                    <a:pt x="13710" y="22817"/>
                    <a:pt x="13510" y="21716"/>
                  </a:cubicBezTo>
                  <a:cubicBezTo>
                    <a:pt x="13377" y="21182"/>
                    <a:pt x="13310" y="20649"/>
                    <a:pt x="13310" y="20082"/>
                  </a:cubicBezTo>
                  <a:lnTo>
                    <a:pt x="13310" y="20015"/>
                  </a:lnTo>
                  <a:lnTo>
                    <a:pt x="13310" y="19981"/>
                  </a:lnTo>
                  <a:lnTo>
                    <a:pt x="13343" y="19748"/>
                  </a:lnTo>
                  <a:lnTo>
                    <a:pt x="13443" y="19348"/>
                  </a:lnTo>
                  <a:cubicBezTo>
                    <a:pt x="13477" y="19081"/>
                    <a:pt x="13544" y="18814"/>
                    <a:pt x="13644" y="18547"/>
                  </a:cubicBezTo>
                  <a:cubicBezTo>
                    <a:pt x="13944" y="17513"/>
                    <a:pt x="14478" y="16512"/>
                    <a:pt x="14978" y="15512"/>
                  </a:cubicBezTo>
                  <a:lnTo>
                    <a:pt x="15712" y="14011"/>
                  </a:lnTo>
                  <a:cubicBezTo>
                    <a:pt x="15979" y="13510"/>
                    <a:pt x="16179" y="13010"/>
                    <a:pt x="16446" y="12509"/>
                  </a:cubicBezTo>
                  <a:cubicBezTo>
                    <a:pt x="16879" y="11509"/>
                    <a:pt x="17280" y="10475"/>
                    <a:pt x="17546" y="9474"/>
                  </a:cubicBezTo>
                  <a:cubicBezTo>
                    <a:pt x="18147" y="7439"/>
                    <a:pt x="18347" y="5404"/>
                    <a:pt x="17947" y="3603"/>
                  </a:cubicBezTo>
                  <a:cubicBezTo>
                    <a:pt x="17713" y="2736"/>
                    <a:pt x="17313" y="1902"/>
                    <a:pt x="16712" y="1335"/>
                  </a:cubicBezTo>
                  <a:cubicBezTo>
                    <a:pt x="16145" y="734"/>
                    <a:pt x="15445" y="367"/>
                    <a:pt x="14778" y="201"/>
                  </a:cubicBezTo>
                  <a:cubicBezTo>
                    <a:pt x="14444" y="101"/>
                    <a:pt x="14111" y="67"/>
                    <a:pt x="13810" y="34"/>
                  </a:cubicBezTo>
                  <a:cubicBezTo>
                    <a:pt x="13510" y="34"/>
                    <a:pt x="13210" y="0"/>
                    <a:pt x="12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5" name="Google Shape;695;p6"/>
            <p:cNvSpPr/>
            <p:nvPr/>
          </p:nvSpPr>
          <p:spPr>
            <a:xfrm rot="-382644" flipH="1">
              <a:off x="-1016155" y="2327825"/>
              <a:ext cx="555373" cy="887276"/>
            </a:xfrm>
            <a:custGeom>
              <a:avLst/>
              <a:gdLst/>
              <a:ahLst/>
              <a:cxnLst/>
              <a:rect l="l" t="t" r="r" b="b"/>
              <a:pathLst>
                <a:path w="24651" h="39383" extrusionOk="0">
                  <a:moveTo>
                    <a:pt x="16897" y="0"/>
                  </a:moveTo>
                  <a:cubicBezTo>
                    <a:pt x="16399" y="0"/>
                    <a:pt x="15956" y="25"/>
                    <a:pt x="15578" y="38"/>
                  </a:cubicBezTo>
                  <a:cubicBezTo>
                    <a:pt x="15144" y="71"/>
                    <a:pt x="14811" y="105"/>
                    <a:pt x="14544" y="172"/>
                  </a:cubicBezTo>
                  <a:cubicBezTo>
                    <a:pt x="14310" y="205"/>
                    <a:pt x="14177" y="205"/>
                    <a:pt x="14177" y="205"/>
                  </a:cubicBezTo>
                  <a:cubicBezTo>
                    <a:pt x="13563" y="324"/>
                    <a:pt x="13325" y="443"/>
                    <a:pt x="13450" y="443"/>
                  </a:cubicBezTo>
                  <a:cubicBezTo>
                    <a:pt x="13536" y="443"/>
                    <a:pt x="13790" y="387"/>
                    <a:pt x="14210" y="238"/>
                  </a:cubicBezTo>
                  <a:cubicBezTo>
                    <a:pt x="14210" y="238"/>
                    <a:pt x="14277" y="238"/>
                    <a:pt x="14544" y="205"/>
                  </a:cubicBezTo>
                  <a:cubicBezTo>
                    <a:pt x="14744" y="205"/>
                    <a:pt x="15077" y="138"/>
                    <a:pt x="15544" y="105"/>
                  </a:cubicBezTo>
                  <a:cubicBezTo>
                    <a:pt x="15867" y="92"/>
                    <a:pt x="16254" y="71"/>
                    <a:pt x="16691" y="71"/>
                  </a:cubicBezTo>
                  <a:cubicBezTo>
                    <a:pt x="17431" y="71"/>
                    <a:pt x="18316" y="133"/>
                    <a:pt x="19280" y="405"/>
                  </a:cubicBezTo>
                  <a:cubicBezTo>
                    <a:pt x="20081" y="605"/>
                    <a:pt x="20882" y="972"/>
                    <a:pt x="21615" y="1573"/>
                  </a:cubicBezTo>
                  <a:cubicBezTo>
                    <a:pt x="22383" y="2140"/>
                    <a:pt x="22950" y="2974"/>
                    <a:pt x="23383" y="3974"/>
                  </a:cubicBezTo>
                  <a:cubicBezTo>
                    <a:pt x="24217" y="6009"/>
                    <a:pt x="24184" y="8511"/>
                    <a:pt x="23617" y="11013"/>
                  </a:cubicBezTo>
                  <a:cubicBezTo>
                    <a:pt x="23383" y="12247"/>
                    <a:pt x="22950" y="13548"/>
                    <a:pt x="22383" y="14749"/>
                  </a:cubicBezTo>
                  <a:cubicBezTo>
                    <a:pt x="21782" y="15950"/>
                    <a:pt x="21015" y="17084"/>
                    <a:pt x="20181" y="18251"/>
                  </a:cubicBezTo>
                  <a:cubicBezTo>
                    <a:pt x="19347" y="19385"/>
                    <a:pt x="18447" y="20586"/>
                    <a:pt x="18013" y="22021"/>
                  </a:cubicBezTo>
                  <a:cubicBezTo>
                    <a:pt x="17879" y="22387"/>
                    <a:pt x="17746" y="22721"/>
                    <a:pt x="17713" y="23088"/>
                  </a:cubicBezTo>
                  <a:lnTo>
                    <a:pt x="17679" y="23221"/>
                  </a:lnTo>
                  <a:lnTo>
                    <a:pt x="17679" y="23388"/>
                  </a:lnTo>
                  <a:lnTo>
                    <a:pt x="17679" y="23688"/>
                  </a:lnTo>
                  <a:cubicBezTo>
                    <a:pt x="17679" y="23855"/>
                    <a:pt x="17679" y="24055"/>
                    <a:pt x="17713" y="24222"/>
                  </a:cubicBezTo>
                  <a:cubicBezTo>
                    <a:pt x="17779" y="24956"/>
                    <a:pt x="18013" y="25690"/>
                    <a:pt x="18213" y="26390"/>
                  </a:cubicBezTo>
                  <a:cubicBezTo>
                    <a:pt x="18680" y="27758"/>
                    <a:pt x="19247" y="29092"/>
                    <a:pt x="19514" y="30460"/>
                  </a:cubicBezTo>
                  <a:cubicBezTo>
                    <a:pt x="19681" y="31127"/>
                    <a:pt x="19714" y="31861"/>
                    <a:pt x="19614" y="32528"/>
                  </a:cubicBezTo>
                  <a:cubicBezTo>
                    <a:pt x="19614" y="32695"/>
                    <a:pt x="19581" y="32862"/>
                    <a:pt x="19547" y="33028"/>
                  </a:cubicBezTo>
                  <a:lnTo>
                    <a:pt x="19514" y="33262"/>
                  </a:lnTo>
                  <a:cubicBezTo>
                    <a:pt x="19514" y="33295"/>
                    <a:pt x="19447" y="33395"/>
                    <a:pt x="19414" y="33462"/>
                  </a:cubicBezTo>
                  <a:lnTo>
                    <a:pt x="19214" y="33929"/>
                  </a:lnTo>
                  <a:lnTo>
                    <a:pt x="19014" y="34396"/>
                  </a:lnTo>
                  <a:cubicBezTo>
                    <a:pt x="18713" y="35030"/>
                    <a:pt x="18346" y="35564"/>
                    <a:pt x="17879" y="36064"/>
                  </a:cubicBezTo>
                  <a:cubicBezTo>
                    <a:pt x="17679" y="36297"/>
                    <a:pt x="17412" y="36564"/>
                    <a:pt x="17179" y="36764"/>
                  </a:cubicBezTo>
                  <a:cubicBezTo>
                    <a:pt x="16912" y="36965"/>
                    <a:pt x="16679" y="37198"/>
                    <a:pt x="16378" y="37365"/>
                  </a:cubicBezTo>
                  <a:cubicBezTo>
                    <a:pt x="15845" y="37732"/>
                    <a:pt x="15244" y="38032"/>
                    <a:pt x="14677" y="38232"/>
                  </a:cubicBezTo>
                  <a:cubicBezTo>
                    <a:pt x="14043" y="38466"/>
                    <a:pt x="13443" y="38599"/>
                    <a:pt x="12843" y="38666"/>
                  </a:cubicBezTo>
                  <a:cubicBezTo>
                    <a:pt x="12476" y="38705"/>
                    <a:pt x="12101" y="38727"/>
                    <a:pt x="11724" y="38727"/>
                  </a:cubicBezTo>
                  <a:cubicBezTo>
                    <a:pt x="10828" y="38727"/>
                    <a:pt x="9918" y="38604"/>
                    <a:pt x="9073" y="38299"/>
                  </a:cubicBezTo>
                  <a:cubicBezTo>
                    <a:pt x="7872" y="37932"/>
                    <a:pt x="6705" y="37098"/>
                    <a:pt x="5938" y="35997"/>
                  </a:cubicBezTo>
                  <a:cubicBezTo>
                    <a:pt x="5571" y="35463"/>
                    <a:pt x="5270" y="34830"/>
                    <a:pt x="5104" y="34163"/>
                  </a:cubicBezTo>
                  <a:lnTo>
                    <a:pt x="5004" y="33662"/>
                  </a:lnTo>
                  <a:lnTo>
                    <a:pt x="4904" y="33195"/>
                  </a:lnTo>
                  <a:cubicBezTo>
                    <a:pt x="4870" y="33028"/>
                    <a:pt x="4870" y="32862"/>
                    <a:pt x="4870" y="32695"/>
                  </a:cubicBezTo>
                  <a:lnTo>
                    <a:pt x="4870" y="32428"/>
                  </a:lnTo>
                  <a:lnTo>
                    <a:pt x="4870" y="32361"/>
                  </a:lnTo>
                  <a:lnTo>
                    <a:pt x="4870" y="32261"/>
                  </a:lnTo>
                  <a:lnTo>
                    <a:pt x="4870" y="32128"/>
                  </a:lnTo>
                  <a:cubicBezTo>
                    <a:pt x="4770" y="31461"/>
                    <a:pt x="4870" y="30760"/>
                    <a:pt x="5037" y="30093"/>
                  </a:cubicBezTo>
                  <a:cubicBezTo>
                    <a:pt x="5204" y="29392"/>
                    <a:pt x="5437" y="28725"/>
                    <a:pt x="5671" y="28025"/>
                  </a:cubicBezTo>
                  <a:cubicBezTo>
                    <a:pt x="5871" y="27291"/>
                    <a:pt x="6004" y="26557"/>
                    <a:pt x="6004" y="25790"/>
                  </a:cubicBezTo>
                  <a:cubicBezTo>
                    <a:pt x="6004" y="25623"/>
                    <a:pt x="6004" y="25423"/>
                    <a:pt x="5938" y="25256"/>
                  </a:cubicBezTo>
                  <a:cubicBezTo>
                    <a:pt x="5938" y="25089"/>
                    <a:pt x="5904" y="24889"/>
                    <a:pt x="5871" y="24722"/>
                  </a:cubicBezTo>
                  <a:lnTo>
                    <a:pt x="5771" y="24422"/>
                  </a:lnTo>
                  <a:lnTo>
                    <a:pt x="5771" y="24356"/>
                  </a:lnTo>
                  <a:cubicBezTo>
                    <a:pt x="5771" y="24356"/>
                    <a:pt x="5771" y="24289"/>
                    <a:pt x="5737" y="24255"/>
                  </a:cubicBezTo>
                  <a:lnTo>
                    <a:pt x="5671" y="24122"/>
                  </a:lnTo>
                  <a:cubicBezTo>
                    <a:pt x="5571" y="23955"/>
                    <a:pt x="5504" y="23855"/>
                    <a:pt x="5371" y="23688"/>
                  </a:cubicBezTo>
                  <a:cubicBezTo>
                    <a:pt x="4537" y="22454"/>
                    <a:pt x="3603" y="21387"/>
                    <a:pt x="2769" y="20253"/>
                  </a:cubicBezTo>
                  <a:cubicBezTo>
                    <a:pt x="1935" y="19118"/>
                    <a:pt x="1168" y="18018"/>
                    <a:pt x="667" y="16750"/>
                  </a:cubicBezTo>
                  <a:cubicBezTo>
                    <a:pt x="567" y="16417"/>
                    <a:pt x="434" y="16116"/>
                    <a:pt x="400" y="15783"/>
                  </a:cubicBezTo>
                  <a:cubicBezTo>
                    <a:pt x="334" y="15516"/>
                    <a:pt x="367" y="15182"/>
                    <a:pt x="334" y="14849"/>
                  </a:cubicBezTo>
                  <a:cubicBezTo>
                    <a:pt x="267" y="14682"/>
                    <a:pt x="334" y="14515"/>
                    <a:pt x="334" y="14348"/>
                  </a:cubicBezTo>
                  <a:lnTo>
                    <a:pt x="367" y="13848"/>
                  </a:lnTo>
                  <a:cubicBezTo>
                    <a:pt x="367" y="13514"/>
                    <a:pt x="434" y="13214"/>
                    <a:pt x="500" y="12881"/>
                  </a:cubicBezTo>
                  <a:cubicBezTo>
                    <a:pt x="701" y="11613"/>
                    <a:pt x="1168" y="10412"/>
                    <a:pt x="1701" y="9378"/>
                  </a:cubicBezTo>
                  <a:cubicBezTo>
                    <a:pt x="1935" y="8844"/>
                    <a:pt x="2268" y="8377"/>
                    <a:pt x="2569" y="7877"/>
                  </a:cubicBezTo>
                  <a:cubicBezTo>
                    <a:pt x="2902" y="7410"/>
                    <a:pt x="3236" y="6943"/>
                    <a:pt x="3569" y="6543"/>
                  </a:cubicBezTo>
                  <a:cubicBezTo>
                    <a:pt x="4937" y="4875"/>
                    <a:pt x="6438" y="3607"/>
                    <a:pt x="7839" y="2740"/>
                  </a:cubicBezTo>
                  <a:cubicBezTo>
                    <a:pt x="8206" y="2540"/>
                    <a:pt x="8506" y="2340"/>
                    <a:pt x="8840" y="2173"/>
                  </a:cubicBezTo>
                  <a:cubicBezTo>
                    <a:pt x="9107" y="1939"/>
                    <a:pt x="9440" y="1839"/>
                    <a:pt x="9740" y="1706"/>
                  </a:cubicBezTo>
                  <a:cubicBezTo>
                    <a:pt x="10274" y="1406"/>
                    <a:pt x="10841" y="1239"/>
                    <a:pt x="11241" y="1072"/>
                  </a:cubicBezTo>
                  <a:cubicBezTo>
                    <a:pt x="11442" y="1005"/>
                    <a:pt x="11608" y="905"/>
                    <a:pt x="11775" y="872"/>
                  </a:cubicBezTo>
                  <a:cubicBezTo>
                    <a:pt x="11942" y="839"/>
                    <a:pt x="12075" y="772"/>
                    <a:pt x="12209" y="739"/>
                  </a:cubicBezTo>
                  <a:cubicBezTo>
                    <a:pt x="12409" y="705"/>
                    <a:pt x="12542" y="672"/>
                    <a:pt x="12542" y="672"/>
                  </a:cubicBezTo>
                  <a:cubicBezTo>
                    <a:pt x="13278" y="482"/>
                    <a:pt x="13490" y="309"/>
                    <a:pt x="13167" y="309"/>
                  </a:cubicBezTo>
                  <a:cubicBezTo>
                    <a:pt x="13036" y="309"/>
                    <a:pt x="12817" y="338"/>
                    <a:pt x="12509" y="405"/>
                  </a:cubicBezTo>
                  <a:cubicBezTo>
                    <a:pt x="12509" y="405"/>
                    <a:pt x="12409" y="438"/>
                    <a:pt x="12175" y="505"/>
                  </a:cubicBezTo>
                  <a:cubicBezTo>
                    <a:pt x="12042" y="538"/>
                    <a:pt x="11909" y="572"/>
                    <a:pt x="11742" y="605"/>
                  </a:cubicBezTo>
                  <a:cubicBezTo>
                    <a:pt x="11575" y="705"/>
                    <a:pt x="11375" y="739"/>
                    <a:pt x="11175" y="839"/>
                  </a:cubicBezTo>
                  <a:cubicBezTo>
                    <a:pt x="10741" y="1005"/>
                    <a:pt x="10207" y="1172"/>
                    <a:pt x="9607" y="1439"/>
                  </a:cubicBezTo>
                  <a:cubicBezTo>
                    <a:pt x="9340" y="1606"/>
                    <a:pt x="9040" y="1706"/>
                    <a:pt x="8706" y="1906"/>
                  </a:cubicBezTo>
                  <a:cubicBezTo>
                    <a:pt x="8406" y="2073"/>
                    <a:pt x="8072" y="2273"/>
                    <a:pt x="7706" y="2507"/>
                  </a:cubicBezTo>
                  <a:cubicBezTo>
                    <a:pt x="6338" y="3374"/>
                    <a:pt x="4770" y="4608"/>
                    <a:pt x="3369" y="6343"/>
                  </a:cubicBezTo>
                  <a:cubicBezTo>
                    <a:pt x="3036" y="6743"/>
                    <a:pt x="2702" y="7243"/>
                    <a:pt x="2368" y="7710"/>
                  </a:cubicBezTo>
                  <a:cubicBezTo>
                    <a:pt x="2035" y="8211"/>
                    <a:pt x="1701" y="8711"/>
                    <a:pt x="1434" y="9245"/>
                  </a:cubicBezTo>
                  <a:cubicBezTo>
                    <a:pt x="867" y="10346"/>
                    <a:pt x="400" y="11546"/>
                    <a:pt x="167" y="12847"/>
                  </a:cubicBezTo>
                  <a:cubicBezTo>
                    <a:pt x="100" y="13181"/>
                    <a:pt x="33" y="13514"/>
                    <a:pt x="33" y="13848"/>
                  </a:cubicBezTo>
                  <a:lnTo>
                    <a:pt x="0" y="14348"/>
                  </a:lnTo>
                  <a:lnTo>
                    <a:pt x="0" y="14849"/>
                  </a:lnTo>
                  <a:cubicBezTo>
                    <a:pt x="33" y="15182"/>
                    <a:pt x="33" y="15549"/>
                    <a:pt x="67" y="15883"/>
                  </a:cubicBezTo>
                  <a:cubicBezTo>
                    <a:pt x="100" y="16216"/>
                    <a:pt x="200" y="16550"/>
                    <a:pt x="334" y="16884"/>
                  </a:cubicBezTo>
                  <a:cubicBezTo>
                    <a:pt x="834" y="18218"/>
                    <a:pt x="1668" y="19385"/>
                    <a:pt x="2502" y="20519"/>
                  </a:cubicBezTo>
                  <a:cubicBezTo>
                    <a:pt x="3336" y="21620"/>
                    <a:pt x="4236" y="22754"/>
                    <a:pt x="5037" y="23922"/>
                  </a:cubicBezTo>
                  <a:cubicBezTo>
                    <a:pt x="5170" y="24089"/>
                    <a:pt x="5237" y="24222"/>
                    <a:pt x="5337" y="24389"/>
                  </a:cubicBezTo>
                  <a:lnTo>
                    <a:pt x="5404" y="24489"/>
                  </a:lnTo>
                  <a:lnTo>
                    <a:pt x="5404" y="24556"/>
                  </a:lnTo>
                  <a:lnTo>
                    <a:pt x="5404" y="24622"/>
                  </a:lnTo>
                  <a:lnTo>
                    <a:pt x="5437" y="24889"/>
                  </a:lnTo>
                  <a:cubicBezTo>
                    <a:pt x="5504" y="25056"/>
                    <a:pt x="5537" y="25223"/>
                    <a:pt x="5537" y="25390"/>
                  </a:cubicBezTo>
                  <a:cubicBezTo>
                    <a:pt x="5571" y="25556"/>
                    <a:pt x="5571" y="25723"/>
                    <a:pt x="5571" y="25890"/>
                  </a:cubicBezTo>
                  <a:cubicBezTo>
                    <a:pt x="5571" y="26590"/>
                    <a:pt x="5437" y="27291"/>
                    <a:pt x="5237" y="27958"/>
                  </a:cubicBezTo>
                  <a:cubicBezTo>
                    <a:pt x="5037" y="28659"/>
                    <a:pt x="4770" y="29326"/>
                    <a:pt x="4603" y="30060"/>
                  </a:cubicBezTo>
                  <a:cubicBezTo>
                    <a:pt x="4403" y="30760"/>
                    <a:pt x="4336" y="31494"/>
                    <a:pt x="4403" y="32261"/>
                  </a:cubicBezTo>
                  <a:lnTo>
                    <a:pt x="4403" y="32395"/>
                  </a:lnTo>
                  <a:lnTo>
                    <a:pt x="4403" y="32461"/>
                  </a:lnTo>
                  <a:lnTo>
                    <a:pt x="4403" y="32495"/>
                  </a:lnTo>
                  <a:lnTo>
                    <a:pt x="4403" y="32795"/>
                  </a:lnTo>
                  <a:cubicBezTo>
                    <a:pt x="4403" y="32962"/>
                    <a:pt x="4403" y="33162"/>
                    <a:pt x="4437" y="33329"/>
                  </a:cubicBezTo>
                  <a:lnTo>
                    <a:pt x="4537" y="33896"/>
                  </a:lnTo>
                  <a:cubicBezTo>
                    <a:pt x="4570" y="34096"/>
                    <a:pt x="4603" y="34263"/>
                    <a:pt x="4670" y="34429"/>
                  </a:cubicBezTo>
                  <a:cubicBezTo>
                    <a:pt x="4870" y="35130"/>
                    <a:pt x="5170" y="35830"/>
                    <a:pt x="5571" y="36431"/>
                  </a:cubicBezTo>
                  <a:cubicBezTo>
                    <a:pt x="6405" y="37632"/>
                    <a:pt x="7672" y="38466"/>
                    <a:pt x="8940" y="38933"/>
                  </a:cubicBezTo>
                  <a:cubicBezTo>
                    <a:pt x="9824" y="39250"/>
                    <a:pt x="10739" y="39382"/>
                    <a:pt x="11642" y="39382"/>
                  </a:cubicBezTo>
                  <a:cubicBezTo>
                    <a:pt x="12069" y="39382"/>
                    <a:pt x="12492" y="39353"/>
                    <a:pt x="12909" y="39300"/>
                  </a:cubicBezTo>
                  <a:cubicBezTo>
                    <a:pt x="13543" y="39233"/>
                    <a:pt x="14210" y="39099"/>
                    <a:pt x="14844" y="38866"/>
                  </a:cubicBezTo>
                  <a:cubicBezTo>
                    <a:pt x="15511" y="38632"/>
                    <a:pt x="16078" y="38299"/>
                    <a:pt x="16679" y="37932"/>
                  </a:cubicBezTo>
                  <a:cubicBezTo>
                    <a:pt x="16945" y="37765"/>
                    <a:pt x="17212" y="37532"/>
                    <a:pt x="17513" y="37298"/>
                  </a:cubicBezTo>
                  <a:cubicBezTo>
                    <a:pt x="17746" y="37065"/>
                    <a:pt x="18046" y="36831"/>
                    <a:pt x="18246" y="36564"/>
                  </a:cubicBezTo>
                  <a:cubicBezTo>
                    <a:pt x="18713" y="36064"/>
                    <a:pt x="19114" y="35430"/>
                    <a:pt x="19447" y="34796"/>
                  </a:cubicBezTo>
                  <a:lnTo>
                    <a:pt x="19714" y="34296"/>
                  </a:lnTo>
                  <a:lnTo>
                    <a:pt x="19914" y="33796"/>
                  </a:lnTo>
                  <a:cubicBezTo>
                    <a:pt x="19914" y="33729"/>
                    <a:pt x="19948" y="33696"/>
                    <a:pt x="20014" y="33562"/>
                  </a:cubicBezTo>
                  <a:lnTo>
                    <a:pt x="20048" y="33295"/>
                  </a:lnTo>
                  <a:cubicBezTo>
                    <a:pt x="20081" y="33128"/>
                    <a:pt x="20114" y="32928"/>
                    <a:pt x="20114" y="32762"/>
                  </a:cubicBezTo>
                  <a:cubicBezTo>
                    <a:pt x="20214" y="32028"/>
                    <a:pt x="20114" y="31260"/>
                    <a:pt x="20014" y="30560"/>
                  </a:cubicBezTo>
                  <a:cubicBezTo>
                    <a:pt x="19714" y="29126"/>
                    <a:pt x="19114" y="27791"/>
                    <a:pt x="18713" y="26424"/>
                  </a:cubicBezTo>
                  <a:cubicBezTo>
                    <a:pt x="18447" y="25723"/>
                    <a:pt x="18280" y="25056"/>
                    <a:pt x="18213" y="24356"/>
                  </a:cubicBezTo>
                  <a:cubicBezTo>
                    <a:pt x="18180" y="24122"/>
                    <a:pt x="18180" y="23955"/>
                    <a:pt x="18180" y="23788"/>
                  </a:cubicBezTo>
                  <a:lnTo>
                    <a:pt x="18180" y="23555"/>
                  </a:lnTo>
                  <a:lnTo>
                    <a:pt x="18180" y="23455"/>
                  </a:lnTo>
                  <a:lnTo>
                    <a:pt x="18213" y="23355"/>
                  </a:lnTo>
                  <a:cubicBezTo>
                    <a:pt x="18246" y="23021"/>
                    <a:pt x="18346" y="22688"/>
                    <a:pt x="18447" y="22354"/>
                  </a:cubicBezTo>
                  <a:cubicBezTo>
                    <a:pt x="18914" y="20986"/>
                    <a:pt x="19747" y="19852"/>
                    <a:pt x="20548" y="18651"/>
                  </a:cubicBezTo>
                  <a:cubicBezTo>
                    <a:pt x="21349" y="17517"/>
                    <a:pt x="22183" y="16350"/>
                    <a:pt x="22750" y="15082"/>
                  </a:cubicBezTo>
                  <a:cubicBezTo>
                    <a:pt x="23383" y="13848"/>
                    <a:pt x="23750" y="12547"/>
                    <a:pt x="24051" y="11246"/>
                  </a:cubicBezTo>
                  <a:cubicBezTo>
                    <a:pt x="24584" y="8711"/>
                    <a:pt x="24651" y="6109"/>
                    <a:pt x="23750" y="4041"/>
                  </a:cubicBezTo>
                  <a:cubicBezTo>
                    <a:pt x="23350" y="2974"/>
                    <a:pt x="22683" y="2073"/>
                    <a:pt x="21882" y="1472"/>
                  </a:cubicBezTo>
                  <a:cubicBezTo>
                    <a:pt x="21082" y="872"/>
                    <a:pt x="20214" y="472"/>
                    <a:pt x="19414" y="272"/>
                  </a:cubicBezTo>
                  <a:cubicBezTo>
                    <a:pt x="18480" y="53"/>
                    <a:pt x="17630" y="0"/>
                    <a:pt x="16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6" name="Google Shape;696;p6"/>
            <p:cNvSpPr/>
            <p:nvPr/>
          </p:nvSpPr>
          <p:spPr>
            <a:xfrm rot="-382644" flipH="1">
              <a:off x="-901772" y="2442747"/>
              <a:ext cx="192784" cy="221126"/>
            </a:xfrm>
            <a:custGeom>
              <a:avLst/>
              <a:gdLst/>
              <a:ahLst/>
              <a:cxnLst/>
              <a:rect l="l" t="t" r="r" b="b"/>
              <a:pathLst>
                <a:path w="8557" h="9815" extrusionOk="0">
                  <a:moveTo>
                    <a:pt x="4415" y="0"/>
                  </a:moveTo>
                  <a:cubicBezTo>
                    <a:pt x="4213" y="0"/>
                    <a:pt x="4014" y="16"/>
                    <a:pt x="3820" y="44"/>
                  </a:cubicBezTo>
                  <a:cubicBezTo>
                    <a:pt x="3387" y="111"/>
                    <a:pt x="2920" y="244"/>
                    <a:pt x="2553" y="411"/>
                  </a:cubicBezTo>
                  <a:cubicBezTo>
                    <a:pt x="1752" y="744"/>
                    <a:pt x="1152" y="1145"/>
                    <a:pt x="751" y="1478"/>
                  </a:cubicBezTo>
                  <a:cubicBezTo>
                    <a:pt x="551" y="1645"/>
                    <a:pt x="418" y="1812"/>
                    <a:pt x="284" y="1912"/>
                  </a:cubicBezTo>
                  <a:lnTo>
                    <a:pt x="118" y="2079"/>
                  </a:lnTo>
                  <a:cubicBezTo>
                    <a:pt x="0" y="2196"/>
                    <a:pt x="192" y="2391"/>
                    <a:pt x="331" y="2391"/>
                  </a:cubicBezTo>
                  <a:cubicBezTo>
                    <a:pt x="350" y="2391"/>
                    <a:pt x="368" y="2387"/>
                    <a:pt x="384" y="2379"/>
                  </a:cubicBezTo>
                  <a:cubicBezTo>
                    <a:pt x="384" y="2379"/>
                    <a:pt x="418" y="2312"/>
                    <a:pt x="551" y="2246"/>
                  </a:cubicBezTo>
                  <a:cubicBezTo>
                    <a:pt x="618" y="2145"/>
                    <a:pt x="785" y="1979"/>
                    <a:pt x="985" y="1879"/>
                  </a:cubicBezTo>
                  <a:cubicBezTo>
                    <a:pt x="1385" y="1578"/>
                    <a:pt x="1986" y="1211"/>
                    <a:pt x="2719" y="945"/>
                  </a:cubicBezTo>
                  <a:cubicBezTo>
                    <a:pt x="3086" y="811"/>
                    <a:pt x="3453" y="744"/>
                    <a:pt x="3887" y="711"/>
                  </a:cubicBezTo>
                  <a:cubicBezTo>
                    <a:pt x="3999" y="692"/>
                    <a:pt x="4113" y="684"/>
                    <a:pt x="4228" y="684"/>
                  </a:cubicBezTo>
                  <a:cubicBezTo>
                    <a:pt x="4524" y="684"/>
                    <a:pt x="4823" y="739"/>
                    <a:pt x="5088" y="811"/>
                  </a:cubicBezTo>
                  <a:cubicBezTo>
                    <a:pt x="5822" y="1078"/>
                    <a:pt x="6489" y="1612"/>
                    <a:pt x="6889" y="2246"/>
                  </a:cubicBezTo>
                  <a:cubicBezTo>
                    <a:pt x="7289" y="2813"/>
                    <a:pt x="7590" y="3647"/>
                    <a:pt x="7723" y="4480"/>
                  </a:cubicBezTo>
                  <a:cubicBezTo>
                    <a:pt x="7823" y="5314"/>
                    <a:pt x="7790" y="6248"/>
                    <a:pt x="7623" y="6982"/>
                  </a:cubicBezTo>
                  <a:cubicBezTo>
                    <a:pt x="7456" y="7783"/>
                    <a:pt x="7223" y="8417"/>
                    <a:pt x="6989" y="8884"/>
                  </a:cubicBezTo>
                  <a:cubicBezTo>
                    <a:pt x="6922" y="9117"/>
                    <a:pt x="6822" y="9284"/>
                    <a:pt x="6756" y="9417"/>
                  </a:cubicBezTo>
                  <a:lnTo>
                    <a:pt x="6656" y="9584"/>
                  </a:lnTo>
                  <a:cubicBezTo>
                    <a:pt x="6631" y="9681"/>
                    <a:pt x="6767" y="9814"/>
                    <a:pt x="6881" y="9814"/>
                  </a:cubicBezTo>
                  <a:cubicBezTo>
                    <a:pt x="6923" y="9814"/>
                    <a:pt x="6962" y="9796"/>
                    <a:pt x="6989" y="9751"/>
                  </a:cubicBezTo>
                  <a:cubicBezTo>
                    <a:pt x="6989" y="9751"/>
                    <a:pt x="7056" y="9718"/>
                    <a:pt x="7123" y="9584"/>
                  </a:cubicBezTo>
                  <a:cubicBezTo>
                    <a:pt x="7223" y="9451"/>
                    <a:pt x="7323" y="9284"/>
                    <a:pt x="7456" y="9050"/>
                  </a:cubicBezTo>
                  <a:cubicBezTo>
                    <a:pt x="7723" y="8583"/>
                    <a:pt x="7990" y="7916"/>
                    <a:pt x="8223" y="7082"/>
                  </a:cubicBezTo>
                  <a:cubicBezTo>
                    <a:pt x="8423" y="6282"/>
                    <a:pt x="8557" y="5314"/>
                    <a:pt x="8423" y="4380"/>
                  </a:cubicBezTo>
                  <a:cubicBezTo>
                    <a:pt x="8290" y="3413"/>
                    <a:pt x="7990" y="2479"/>
                    <a:pt x="7489" y="1778"/>
                  </a:cubicBezTo>
                  <a:cubicBezTo>
                    <a:pt x="7089" y="1078"/>
                    <a:pt x="6255" y="377"/>
                    <a:pt x="5288" y="111"/>
                  </a:cubicBezTo>
                  <a:cubicBezTo>
                    <a:pt x="4995" y="32"/>
                    <a:pt x="4702" y="0"/>
                    <a:pt x="4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7" name="Google Shape;697;p6"/>
            <p:cNvSpPr/>
            <p:nvPr/>
          </p:nvSpPr>
          <p:spPr>
            <a:xfrm rot="-382644" flipH="1">
              <a:off x="-741988" y="2967758"/>
              <a:ext cx="109628" cy="111723"/>
            </a:xfrm>
            <a:custGeom>
              <a:avLst/>
              <a:gdLst/>
              <a:ahLst/>
              <a:cxnLst/>
              <a:rect l="l" t="t" r="r" b="b"/>
              <a:pathLst>
                <a:path w="4866" h="4959" extrusionOk="0">
                  <a:moveTo>
                    <a:pt x="253" y="1"/>
                  </a:moveTo>
                  <a:cubicBezTo>
                    <a:pt x="187" y="1"/>
                    <a:pt x="133" y="12"/>
                    <a:pt x="133" y="37"/>
                  </a:cubicBezTo>
                  <a:cubicBezTo>
                    <a:pt x="133" y="37"/>
                    <a:pt x="100" y="204"/>
                    <a:pt x="33" y="471"/>
                  </a:cubicBezTo>
                  <a:cubicBezTo>
                    <a:pt x="33" y="571"/>
                    <a:pt x="0" y="738"/>
                    <a:pt x="0" y="905"/>
                  </a:cubicBezTo>
                  <a:lnTo>
                    <a:pt x="0" y="1505"/>
                  </a:lnTo>
                  <a:lnTo>
                    <a:pt x="0" y="1839"/>
                  </a:lnTo>
                  <a:cubicBezTo>
                    <a:pt x="0" y="1939"/>
                    <a:pt x="33" y="2039"/>
                    <a:pt x="33" y="2172"/>
                  </a:cubicBezTo>
                  <a:cubicBezTo>
                    <a:pt x="100" y="2439"/>
                    <a:pt x="167" y="2639"/>
                    <a:pt x="200" y="2873"/>
                  </a:cubicBezTo>
                  <a:cubicBezTo>
                    <a:pt x="334" y="3340"/>
                    <a:pt x="600" y="3807"/>
                    <a:pt x="867" y="4140"/>
                  </a:cubicBezTo>
                  <a:cubicBezTo>
                    <a:pt x="1001" y="4340"/>
                    <a:pt x="1201" y="4474"/>
                    <a:pt x="1434" y="4641"/>
                  </a:cubicBezTo>
                  <a:cubicBezTo>
                    <a:pt x="1534" y="4674"/>
                    <a:pt x="1668" y="4774"/>
                    <a:pt x="1801" y="4807"/>
                  </a:cubicBezTo>
                  <a:cubicBezTo>
                    <a:pt x="1868" y="4874"/>
                    <a:pt x="2035" y="4874"/>
                    <a:pt x="2168" y="4941"/>
                  </a:cubicBezTo>
                  <a:cubicBezTo>
                    <a:pt x="2257" y="4953"/>
                    <a:pt x="2349" y="4958"/>
                    <a:pt x="2442" y="4958"/>
                  </a:cubicBezTo>
                  <a:cubicBezTo>
                    <a:pt x="2874" y="4958"/>
                    <a:pt x="3334" y="4839"/>
                    <a:pt x="3636" y="4674"/>
                  </a:cubicBezTo>
                  <a:cubicBezTo>
                    <a:pt x="3869" y="4607"/>
                    <a:pt x="4003" y="4474"/>
                    <a:pt x="4170" y="4340"/>
                  </a:cubicBezTo>
                  <a:cubicBezTo>
                    <a:pt x="4270" y="4240"/>
                    <a:pt x="4303" y="4207"/>
                    <a:pt x="4370" y="4174"/>
                  </a:cubicBezTo>
                  <a:lnTo>
                    <a:pt x="4537" y="4007"/>
                  </a:lnTo>
                  <a:lnTo>
                    <a:pt x="4837" y="3707"/>
                  </a:lnTo>
                  <a:cubicBezTo>
                    <a:pt x="4866" y="3649"/>
                    <a:pt x="4721" y="3493"/>
                    <a:pt x="4659" y="3493"/>
                  </a:cubicBezTo>
                  <a:cubicBezTo>
                    <a:pt x="4649" y="3493"/>
                    <a:pt x="4641" y="3497"/>
                    <a:pt x="4637" y="3506"/>
                  </a:cubicBezTo>
                  <a:cubicBezTo>
                    <a:pt x="4637" y="3506"/>
                    <a:pt x="4503" y="3573"/>
                    <a:pt x="4303" y="3740"/>
                  </a:cubicBezTo>
                  <a:cubicBezTo>
                    <a:pt x="4270" y="3807"/>
                    <a:pt x="4170" y="3840"/>
                    <a:pt x="4136" y="3873"/>
                  </a:cubicBezTo>
                  <a:cubicBezTo>
                    <a:pt x="4036" y="3940"/>
                    <a:pt x="4003" y="3973"/>
                    <a:pt x="3936" y="4007"/>
                  </a:cubicBezTo>
                  <a:cubicBezTo>
                    <a:pt x="3803" y="4040"/>
                    <a:pt x="3636" y="4174"/>
                    <a:pt x="3469" y="4207"/>
                  </a:cubicBezTo>
                  <a:cubicBezTo>
                    <a:pt x="3244" y="4309"/>
                    <a:pt x="3007" y="4349"/>
                    <a:pt x="2773" y="4349"/>
                  </a:cubicBezTo>
                  <a:cubicBezTo>
                    <a:pt x="2624" y="4349"/>
                    <a:pt x="2477" y="4333"/>
                    <a:pt x="2335" y="4307"/>
                  </a:cubicBezTo>
                  <a:cubicBezTo>
                    <a:pt x="2268" y="4240"/>
                    <a:pt x="2168" y="4240"/>
                    <a:pt x="2102" y="4207"/>
                  </a:cubicBezTo>
                  <a:lnTo>
                    <a:pt x="1835" y="4073"/>
                  </a:lnTo>
                  <a:cubicBezTo>
                    <a:pt x="1701" y="3973"/>
                    <a:pt x="1534" y="3873"/>
                    <a:pt x="1468" y="3707"/>
                  </a:cubicBezTo>
                  <a:cubicBezTo>
                    <a:pt x="1268" y="3473"/>
                    <a:pt x="1034" y="3073"/>
                    <a:pt x="867" y="2706"/>
                  </a:cubicBezTo>
                  <a:cubicBezTo>
                    <a:pt x="801" y="2506"/>
                    <a:pt x="701" y="2306"/>
                    <a:pt x="667" y="2072"/>
                  </a:cubicBezTo>
                  <a:cubicBezTo>
                    <a:pt x="634" y="2005"/>
                    <a:pt x="634" y="1872"/>
                    <a:pt x="600" y="1805"/>
                  </a:cubicBezTo>
                  <a:cubicBezTo>
                    <a:pt x="600" y="1705"/>
                    <a:pt x="534" y="1572"/>
                    <a:pt x="534" y="1505"/>
                  </a:cubicBezTo>
                  <a:cubicBezTo>
                    <a:pt x="500" y="1305"/>
                    <a:pt x="500" y="1138"/>
                    <a:pt x="500" y="971"/>
                  </a:cubicBezTo>
                  <a:lnTo>
                    <a:pt x="500" y="504"/>
                  </a:lnTo>
                  <a:lnTo>
                    <a:pt x="500" y="71"/>
                  </a:lnTo>
                  <a:cubicBezTo>
                    <a:pt x="500" y="29"/>
                    <a:pt x="360" y="1"/>
                    <a:pt x="2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98" name="Google Shape;698;p6"/>
          <p:cNvGrpSpPr/>
          <p:nvPr/>
        </p:nvGrpSpPr>
        <p:grpSpPr>
          <a:xfrm rot="3714296">
            <a:off x="-325665" y="3169938"/>
            <a:ext cx="1365343" cy="575349"/>
            <a:chOff x="3114672" y="4243105"/>
            <a:chExt cx="1365447" cy="575393"/>
          </a:xfrm>
        </p:grpSpPr>
        <p:grpSp>
          <p:nvGrpSpPr>
            <p:cNvPr id="699" name="Google Shape;699;p6"/>
            <p:cNvGrpSpPr/>
            <p:nvPr/>
          </p:nvGrpSpPr>
          <p:grpSpPr>
            <a:xfrm rot="-5400000">
              <a:off x="3582894" y="3921273"/>
              <a:ext cx="429004" cy="1365447"/>
              <a:chOff x="-590156" y="1082373"/>
              <a:chExt cx="429004" cy="1365447"/>
            </a:xfrm>
          </p:grpSpPr>
          <p:sp>
            <p:nvSpPr>
              <p:cNvPr id="700" name="Google Shape;700;p6"/>
              <p:cNvSpPr/>
              <p:nvPr/>
            </p:nvSpPr>
            <p:spPr>
              <a:xfrm rot="-382644" flipH="1">
                <a:off x="-588709" y="1090032"/>
                <a:ext cx="139795" cy="33839"/>
              </a:xfrm>
              <a:custGeom>
                <a:avLst/>
                <a:gdLst/>
                <a:ahLst/>
                <a:cxnLst/>
                <a:rect l="l" t="t" r="r" b="b"/>
                <a:pathLst>
                  <a:path w="6205" h="1502" extrusionOk="0">
                    <a:moveTo>
                      <a:pt x="4537" y="1"/>
                    </a:moveTo>
                    <a:cubicBezTo>
                      <a:pt x="4370" y="1"/>
                      <a:pt x="4203" y="68"/>
                      <a:pt x="4036" y="68"/>
                    </a:cubicBezTo>
                    <a:cubicBezTo>
                      <a:pt x="3703" y="101"/>
                      <a:pt x="3336" y="134"/>
                      <a:pt x="3036" y="201"/>
                    </a:cubicBezTo>
                    <a:cubicBezTo>
                      <a:pt x="2469" y="301"/>
                      <a:pt x="1701" y="535"/>
                      <a:pt x="1134" y="735"/>
                    </a:cubicBezTo>
                    <a:cubicBezTo>
                      <a:pt x="534" y="935"/>
                      <a:pt x="67" y="1102"/>
                      <a:pt x="67" y="1102"/>
                    </a:cubicBezTo>
                    <a:cubicBezTo>
                      <a:pt x="0" y="1135"/>
                      <a:pt x="67" y="1435"/>
                      <a:pt x="167" y="1502"/>
                    </a:cubicBezTo>
                    <a:cubicBezTo>
                      <a:pt x="167" y="1502"/>
                      <a:pt x="601" y="1435"/>
                      <a:pt x="1234" y="1302"/>
                    </a:cubicBezTo>
                    <a:cubicBezTo>
                      <a:pt x="1835" y="1202"/>
                      <a:pt x="2569" y="1068"/>
                      <a:pt x="3169" y="935"/>
                    </a:cubicBezTo>
                    <a:cubicBezTo>
                      <a:pt x="3436" y="902"/>
                      <a:pt x="3803" y="868"/>
                      <a:pt x="4136" y="768"/>
                    </a:cubicBezTo>
                    <a:lnTo>
                      <a:pt x="4637" y="635"/>
                    </a:lnTo>
                    <a:cubicBezTo>
                      <a:pt x="4804" y="635"/>
                      <a:pt x="4904" y="601"/>
                      <a:pt x="5070" y="601"/>
                    </a:cubicBezTo>
                    <a:cubicBezTo>
                      <a:pt x="5671" y="501"/>
                      <a:pt x="6138" y="435"/>
                      <a:pt x="6138" y="435"/>
                    </a:cubicBezTo>
                    <a:cubicBezTo>
                      <a:pt x="6171" y="435"/>
                      <a:pt x="6205" y="68"/>
                      <a:pt x="6138" y="68"/>
                    </a:cubicBezTo>
                    <a:cubicBezTo>
                      <a:pt x="6138" y="68"/>
                      <a:pt x="5671" y="1"/>
                      <a:pt x="50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1" name="Google Shape;701;p6"/>
              <p:cNvSpPr/>
              <p:nvPr/>
            </p:nvSpPr>
            <p:spPr>
              <a:xfrm rot="-382644" flipH="1">
                <a:off x="-401665" y="1132842"/>
                <a:ext cx="42851" cy="52944"/>
              </a:xfrm>
              <a:custGeom>
                <a:avLst/>
                <a:gdLst/>
                <a:ahLst/>
                <a:cxnLst/>
                <a:rect l="l" t="t" r="r" b="b"/>
                <a:pathLst>
                  <a:path w="1902" h="2350" extrusionOk="0">
                    <a:moveTo>
                      <a:pt x="1702" y="0"/>
                    </a:moveTo>
                    <a:cubicBezTo>
                      <a:pt x="1702" y="0"/>
                      <a:pt x="1668" y="0"/>
                      <a:pt x="1568" y="34"/>
                    </a:cubicBezTo>
                    <a:cubicBezTo>
                      <a:pt x="1502" y="67"/>
                      <a:pt x="1368" y="134"/>
                      <a:pt x="1235" y="201"/>
                    </a:cubicBezTo>
                    <a:cubicBezTo>
                      <a:pt x="1001" y="334"/>
                      <a:pt x="701" y="567"/>
                      <a:pt x="501" y="834"/>
                    </a:cubicBezTo>
                    <a:cubicBezTo>
                      <a:pt x="267" y="1068"/>
                      <a:pt x="101" y="1468"/>
                      <a:pt x="67" y="1735"/>
                    </a:cubicBezTo>
                    <a:cubicBezTo>
                      <a:pt x="1" y="1902"/>
                      <a:pt x="1" y="2035"/>
                      <a:pt x="1" y="2135"/>
                    </a:cubicBezTo>
                    <a:lnTo>
                      <a:pt x="1" y="2302"/>
                    </a:lnTo>
                    <a:cubicBezTo>
                      <a:pt x="1" y="2326"/>
                      <a:pt x="134" y="2349"/>
                      <a:pt x="236" y="2349"/>
                    </a:cubicBezTo>
                    <a:cubicBezTo>
                      <a:pt x="278" y="2349"/>
                      <a:pt x="315" y="2345"/>
                      <a:pt x="334" y="2335"/>
                    </a:cubicBezTo>
                    <a:cubicBezTo>
                      <a:pt x="334" y="2335"/>
                      <a:pt x="367" y="2302"/>
                      <a:pt x="401" y="2202"/>
                    </a:cubicBezTo>
                    <a:cubicBezTo>
                      <a:pt x="434" y="2135"/>
                      <a:pt x="501" y="2035"/>
                      <a:pt x="568" y="1902"/>
                    </a:cubicBezTo>
                    <a:cubicBezTo>
                      <a:pt x="701" y="1668"/>
                      <a:pt x="868" y="1468"/>
                      <a:pt x="1035" y="1235"/>
                    </a:cubicBezTo>
                    <a:cubicBezTo>
                      <a:pt x="1201" y="1068"/>
                      <a:pt x="1368" y="834"/>
                      <a:pt x="1568" y="634"/>
                    </a:cubicBezTo>
                    <a:cubicBezTo>
                      <a:pt x="1668" y="534"/>
                      <a:pt x="1768" y="467"/>
                      <a:pt x="1835" y="367"/>
                    </a:cubicBezTo>
                    <a:lnTo>
                      <a:pt x="1902" y="301"/>
                    </a:lnTo>
                    <a:cubicBezTo>
                      <a:pt x="1902" y="301"/>
                      <a:pt x="1735" y="0"/>
                      <a:pt x="17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2" name="Google Shape;702;p6"/>
              <p:cNvSpPr/>
              <p:nvPr/>
            </p:nvSpPr>
            <p:spPr>
              <a:xfrm rot="-382644" flipH="1">
                <a:off x="-322787" y="1226487"/>
                <a:ext cx="32240" cy="71689"/>
              </a:xfrm>
              <a:custGeom>
                <a:avLst/>
                <a:gdLst/>
                <a:ahLst/>
                <a:cxnLst/>
                <a:rect l="l" t="t" r="r" b="b"/>
                <a:pathLst>
                  <a:path w="1431" h="3182" extrusionOk="0">
                    <a:moveTo>
                      <a:pt x="1135" y="1"/>
                    </a:moveTo>
                    <a:cubicBezTo>
                      <a:pt x="1121" y="1"/>
                      <a:pt x="1110" y="4"/>
                      <a:pt x="1102" y="13"/>
                    </a:cubicBezTo>
                    <a:cubicBezTo>
                      <a:pt x="1102" y="13"/>
                      <a:pt x="935" y="179"/>
                      <a:pt x="735" y="446"/>
                    </a:cubicBezTo>
                    <a:cubicBezTo>
                      <a:pt x="601" y="580"/>
                      <a:pt x="534" y="746"/>
                      <a:pt x="434" y="913"/>
                    </a:cubicBezTo>
                    <a:cubicBezTo>
                      <a:pt x="368" y="1080"/>
                      <a:pt x="268" y="1247"/>
                      <a:pt x="234" y="1414"/>
                    </a:cubicBezTo>
                    <a:cubicBezTo>
                      <a:pt x="67" y="2047"/>
                      <a:pt x="1" y="3048"/>
                      <a:pt x="1" y="3048"/>
                    </a:cubicBezTo>
                    <a:cubicBezTo>
                      <a:pt x="1" y="3081"/>
                      <a:pt x="268" y="3182"/>
                      <a:pt x="368" y="3182"/>
                    </a:cubicBezTo>
                    <a:cubicBezTo>
                      <a:pt x="368" y="3182"/>
                      <a:pt x="735" y="2248"/>
                      <a:pt x="935" y="1680"/>
                    </a:cubicBezTo>
                    <a:cubicBezTo>
                      <a:pt x="1035" y="1547"/>
                      <a:pt x="1068" y="1380"/>
                      <a:pt x="1102" y="1213"/>
                    </a:cubicBezTo>
                    <a:cubicBezTo>
                      <a:pt x="1168" y="1047"/>
                      <a:pt x="1202" y="847"/>
                      <a:pt x="1235" y="713"/>
                    </a:cubicBezTo>
                    <a:lnTo>
                      <a:pt x="1402" y="213"/>
                    </a:lnTo>
                    <a:cubicBezTo>
                      <a:pt x="1431" y="184"/>
                      <a:pt x="1230" y="1"/>
                      <a:pt x="1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3" name="Google Shape;703;p6"/>
              <p:cNvSpPr/>
              <p:nvPr/>
            </p:nvSpPr>
            <p:spPr>
              <a:xfrm rot="-382644" flipH="1">
                <a:off x="-276293" y="1369210"/>
                <a:ext cx="36858" cy="132788"/>
              </a:xfrm>
              <a:custGeom>
                <a:avLst/>
                <a:gdLst/>
                <a:ahLst/>
                <a:cxnLst/>
                <a:rect l="l" t="t" r="r" b="b"/>
                <a:pathLst>
                  <a:path w="1636" h="5894" extrusionOk="0">
                    <a:moveTo>
                      <a:pt x="1104" y="1"/>
                    </a:moveTo>
                    <a:cubicBezTo>
                      <a:pt x="998" y="1"/>
                      <a:pt x="801" y="71"/>
                      <a:pt x="801" y="123"/>
                    </a:cubicBezTo>
                    <a:cubicBezTo>
                      <a:pt x="801" y="123"/>
                      <a:pt x="801" y="223"/>
                      <a:pt x="835" y="390"/>
                    </a:cubicBezTo>
                    <a:cubicBezTo>
                      <a:pt x="868" y="556"/>
                      <a:pt x="935" y="823"/>
                      <a:pt x="935" y="1123"/>
                    </a:cubicBezTo>
                    <a:cubicBezTo>
                      <a:pt x="968" y="1690"/>
                      <a:pt x="901" y="2391"/>
                      <a:pt x="835" y="2958"/>
                    </a:cubicBezTo>
                    <a:cubicBezTo>
                      <a:pt x="768" y="3492"/>
                      <a:pt x="635" y="4192"/>
                      <a:pt x="434" y="4726"/>
                    </a:cubicBezTo>
                    <a:cubicBezTo>
                      <a:pt x="334" y="5026"/>
                      <a:pt x="234" y="5226"/>
                      <a:pt x="134" y="5393"/>
                    </a:cubicBezTo>
                    <a:lnTo>
                      <a:pt x="1" y="5660"/>
                    </a:lnTo>
                    <a:cubicBezTo>
                      <a:pt x="1" y="5693"/>
                      <a:pt x="268" y="5860"/>
                      <a:pt x="334" y="5893"/>
                    </a:cubicBezTo>
                    <a:cubicBezTo>
                      <a:pt x="334" y="5893"/>
                      <a:pt x="368" y="5827"/>
                      <a:pt x="501" y="5660"/>
                    </a:cubicBezTo>
                    <a:cubicBezTo>
                      <a:pt x="635" y="5493"/>
                      <a:pt x="801" y="5293"/>
                      <a:pt x="935" y="4993"/>
                    </a:cubicBezTo>
                    <a:cubicBezTo>
                      <a:pt x="1202" y="4459"/>
                      <a:pt x="1468" y="3692"/>
                      <a:pt x="1535" y="3058"/>
                    </a:cubicBezTo>
                    <a:cubicBezTo>
                      <a:pt x="1635" y="2491"/>
                      <a:pt x="1635" y="1690"/>
                      <a:pt x="1468" y="1057"/>
                    </a:cubicBezTo>
                    <a:cubicBezTo>
                      <a:pt x="1435" y="790"/>
                      <a:pt x="1302" y="490"/>
                      <a:pt x="1268" y="323"/>
                    </a:cubicBezTo>
                    <a:cubicBezTo>
                      <a:pt x="1235" y="156"/>
                      <a:pt x="1168" y="23"/>
                      <a:pt x="1168" y="23"/>
                    </a:cubicBezTo>
                    <a:cubicBezTo>
                      <a:pt x="1161" y="7"/>
                      <a:pt x="1137" y="1"/>
                      <a:pt x="11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4" name="Google Shape;704;p6"/>
              <p:cNvSpPr/>
              <p:nvPr/>
            </p:nvSpPr>
            <p:spPr>
              <a:xfrm rot="-382644" flipH="1">
                <a:off x="-233438" y="1794649"/>
                <a:ext cx="68399" cy="73784"/>
              </a:xfrm>
              <a:custGeom>
                <a:avLst/>
                <a:gdLst/>
                <a:ahLst/>
                <a:cxnLst/>
                <a:rect l="l" t="t" r="r" b="b"/>
                <a:pathLst>
                  <a:path w="3036" h="3275" extrusionOk="0">
                    <a:moveTo>
                      <a:pt x="323" y="0"/>
                    </a:moveTo>
                    <a:cubicBezTo>
                      <a:pt x="265" y="0"/>
                      <a:pt x="0" y="109"/>
                      <a:pt x="0" y="139"/>
                    </a:cubicBezTo>
                    <a:cubicBezTo>
                      <a:pt x="0" y="139"/>
                      <a:pt x="0" y="239"/>
                      <a:pt x="67" y="339"/>
                    </a:cubicBezTo>
                    <a:cubicBezTo>
                      <a:pt x="101" y="473"/>
                      <a:pt x="134" y="639"/>
                      <a:pt x="234" y="840"/>
                    </a:cubicBezTo>
                    <a:cubicBezTo>
                      <a:pt x="334" y="1273"/>
                      <a:pt x="634" y="1774"/>
                      <a:pt x="934" y="2107"/>
                    </a:cubicBezTo>
                    <a:cubicBezTo>
                      <a:pt x="1235" y="2441"/>
                      <a:pt x="1668" y="2808"/>
                      <a:pt x="2102" y="2974"/>
                    </a:cubicBezTo>
                    <a:cubicBezTo>
                      <a:pt x="2269" y="3108"/>
                      <a:pt x="2469" y="3141"/>
                      <a:pt x="2602" y="3175"/>
                    </a:cubicBezTo>
                    <a:cubicBezTo>
                      <a:pt x="2736" y="3241"/>
                      <a:pt x="2802" y="3275"/>
                      <a:pt x="2802" y="3275"/>
                    </a:cubicBezTo>
                    <a:cubicBezTo>
                      <a:pt x="2836" y="3275"/>
                      <a:pt x="2969" y="2974"/>
                      <a:pt x="3036" y="2908"/>
                    </a:cubicBezTo>
                    <a:cubicBezTo>
                      <a:pt x="3036" y="2908"/>
                      <a:pt x="3003" y="2841"/>
                      <a:pt x="2903" y="2774"/>
                    </a:cubicBezTo>
                    <a:cubicBezTo>
                      <a:pt x="2769" y="2674"/>
                      <a:pt x="2636" y="2607"/>
                      <a:pt x="2469" y="2474"/>
                    </a:cubicBezTo>
                    <a:cubicBezTo>
                      <a:pt x="2135" y="2274"/>
                      <a:pt x="1802" y="1907"/>
                      <a:pt x="1568" y="1607"/>
                    </a:cubicBezTo>
                    <a:cubicBezTo>
                      <a:pt x="1301" y="1307"/>
                      <a:pt x="968" y="940"/>
                      <a:pt x="768" y="606"/>
                    </a:cubicBezTo>
                    <a:cubicBezTo>
                      <a:pt x="634" y="439"/>
                      <a:pt x="568" y="306"/>
                      <a:pt x="467" y="172"/>
                    </a:cubicBezTo>
                    <a:cubicBezTo>
                      <a:pt x="401" y="106"/>
                      <a:pt x="334" y="6"/>
                      <a:pt x="334" y="6"/>
                    </a:cubicBezTo>
                    <a:cubicBezTo>
                      <a:pt x="334" y="2"/>
                      <a:pt x="330" y="0"/>
                      <a:pt x="3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5" name="Google Shape;705;p6"/>
              <p:cNvSpPr/>
              <p:nvPr/>
            </p:nvSpPr>
            <p:spPr>
              <a:xfrm rot="-382644" flipH="1">
                <a:off x="-335789" y="1896301"/>
                <a:ext cx="77434" cy="27824"/>
              </a:xfrm>
              <a:custGeom>
                <a:avLst/>
                <a:gdLst/>
                <a:ahLst/>
                <a:cxnLst/>
                <a:rect l="l" t="t" r="r" b="b"/>
                <a:pathLst>
                  <a:path w="3437" h="1235" extrusionOk="0">
                    <a:moveTo>
                      <a:pt x="134" y="0"/>
                    </a:moveTo>
                    <a:cubicBezTo>
                      <a:pt x="101" y="0"/>
                      <a:pt x="1" y="401"/>
                      <a:pt x="67" y="401"/>
                    </a:cubicBezTo>
                    <a:cubicBezTo>
                      <a:pt x="67" y="401"/>
                      <a:pt x="1001" y="801"/>
                      <a:pt x="1635" y="968"/>
                    </a:cubicBezTo>
                    <a:cubicBezTo>
                      <a:pt x="2269" y="1135"/>
                      <a:pt x="3303" y="1235"/>
                      <a:pt x="3303" y="1235"/>
                    </a:cubicBezTo>
                    <a:cubicBezTo>
                      <a:pt x="3336" y="1235"/>
                      <a:pt x="3436" y="934"/>
                      <a:pt x="3403" y="834"/>
                    </a:cubicBezTo>
                    <a:cubicBezTo>
                      <a:pt x="3403" y="834"/>
                      <a:pt x="2436" y="434"/>
                      <a:pt x="1802" y="267"/>
                    </a:cubicBezTo>
                    <a:cubicBezTo>
                      <a:pt x="1168" y="101"/>
                      <a:pt x="134" y="0"/>
                      <a:pt x="1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6" name="Google Shape;706;p6"/>
              <p:cNvSpPr/>
              <p:nvPr/>
            </p:nvSpPr>
            <p:spPr>
              <a:xfrm rot="-382644" flipH="1">
                <a:off x="-482797" y="1943800"/>
                <a:ext cx="92461" cy="75271"/>
              </a:xfrm>
              <a:custGeom>
                <a:avLst/>
                <a:gdLst/>
                <a:ahLst/>
                <a:cxnLst/>
                <a:rect l="l" t="t" r="r" b="b"/>
                <a:pathLst>
                  <a:path w="4104" h="3341" extrusionOk="0">
                    <a:moveTo>
                      <a:pt x="134" y="0"/>
                    </a:moveTo>
                    <a:cubicBezTo>
                      <a:pt x="34" y="0"/>
                      <a:pt x="1" y="367"/>
                      <a:pt x="34" y="367"/>
                    </a:cubicBezTo>
                    <a:lnTo>
                      <a:pt x="301" y="434"/>
                    </a:lnTo>
                    <a:cubicBezTo>
                      <a:pt x="434" y="534"/>
                      <a:pt x="635" y="568"/>
                      <a:pt x="835" y="701"/>
                    </a:cubicBezTo>
                    <a:cubicBezTo>
                      <a:pt x="1302" y="901"/>
                      <a:pt x="1769" y="1235"/>
                      <a:pt x="2136" y="1535"/>
                    </a:cubicBezTo>
                    <a:cubicBezTo>
                      <a:pt x="2469" y="1802"/>
                      <a:pt x="2936" y="2235"/>
                      <a:pt x="3236" y="2602"/>
                    </a:cubicBezTo>
                    <a:cubicBezTo>
                      <a:pt x="3403" y="2836"/>
                      <a:pt x="3503" y="3003"/>
                      <a:pt x="3603" y="3103"/>
                    </a:cubicBezTo>
                    <a:cubicBezTo>
                      <a:pt x="3670" y="3236"/>
                      <a:pt x="3737" y="3336"/>
                      <a:pt x="3737" y="3336"/>
                    </a:cubicBezTo>
                    <a:cubicBezTo>
                      <a:pt x="3740" y="3339"/>
                      <a:pt x="3744" y="3341"/>
                      <a:pt x="3750" y="3341"/>
                    </a:cubicBezTo>
                    <a:cubicBezTo>
                      <a:pt x="3810" y="3341"/>
                      <a:pt x="4012" y="3194"/>
                      <a:pt x="4104" y="3103"/>
                    </a:cubicBezTo>
                    <a:lnTo>
                      <a:pt x="3970" y="2869"/>
                    </a:lnTo>
                    <a:cubicBezTo>
                      <a:pt x="3904" y="2736"/>
                      <a:pt x="3803" y="2502"/>
                      <a:pt x="3670" y="2269"/>
                    </a:cubicBezTo>
                    <a:cubicBezTo>
                      <a:pt x="3437" y="1802"/>
                      <a:pt x="3003" y="1268"/>
                      <a:pt x="2603" y="934"/>
                    </a:cubicBezTo>
                    <a:cubicBezTo>
                      <a:pt x="2169" y="601"/>
                      <a:pt x="1602" y="267"/>
                      <a:pt x="1068" y="134"/>
                    </a:cubicBezTo>
                    <a:cubicBezTo>
                      <a:pt x="801" y="67"/>
                      <a:pt x="534" y="34"/>
                      <a:pt x="401" y="34"/>
                    </a:cubicBezTo>
                    <a:cubicBezTo>
                      <a:pt x="201" y="0"/>
                      <a:pt x="134" y="0"/>
                      <a:pt x="1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7" name="Google Shape;707;p6"/>
              <p:cNvSpPr/>
              <p:nvPr/>
            </p:nvSpPr>
            <p:spPr>
              <a:xfrm rot="-382644" flipH="1">
                <a:off x="-484810" y="2065281"/>
                <a:ext cx="22574" cy="57360"/>
              </a:xfrm>
              <a:custGeom>
                <a:avLst/>
                <a:gdLst/>
                <a:ahLst/>
                <a:cxnLst/>
                <a:rect l="l" t="t" r="r" b="b"/>
                <a:pathLst>
                  <a:path w="1002" h="2546" extrusionOk="0">
                    <a:moveTo>
                      <a:pt x="718" y="0"/>
                    </a:moveTo>
                    <a:cubicBezTo>
                      <a:pt x="626" y="0"/>
                      <a:pt x="534" y="8"/>
                      <a:pt x="534" y="25"/>
                    </a:cubicBezTo>
                    <a:cubicBezTo>
                      <a:pt x="534" y="25"/>
                      <a:pt x="434" y="192"/>
                      <a:pt x="401" y="425"/>
                    </a:cubicBezTo>
                    <a:cubicBezTo>
                      <a:pt x="368" y="692"/>
                      <a:pt x="234" y="993"/>
                      <a:pt x="201" y="1193"/>
                    </a:cubicBezTo>
                    <a:cubicBezTo>
                      <a:pt x="67" y="1626"/>
                      <a:pt x="1" y="2427"/>
                      <a:pt x="1" y="2427"/>
                    </a:cubicBezTo>
                    <a:cubicBezTo>
                      <a:pt x="1" y="2454"/>
                      <a:pt x="174" y="2545"/>
                      <a:pt x="276" y="2545"/>
                    </a:cubicBezTo>
                    <a:cubicBezTo>
                      <a:pt x="301" y="2545"/>
                      <a:pt x="321" y="2540"/>
                      <a:pt x="334" y="2527"/>
                    </a:cubicBezTo>
                    <a:cubicBezTo>
                      <a:pt x="334" y="2527"/>
                      <a:pt x="735" y="1860"/>
                      <a:pt x="868" y="1359"/>
                    </a:cubicBezTo>
                    <a:cubicBezTo>
                      <a:pt x="935" y="1093"/>
                      <a:pt x="1001" y="759"/>
                      <a:pt x="935" y="492"/>
                    </a:cubicBezTo>
                    <a:cubicBezTo>
                      <a:pt x="935" y="225"/>
                      <a:pt x="901" y="25"/>
                      <a:pt x="901" y="25"/>
                    </a:cubicBezTo>
                    <a:cubicBezTo>
                      <a:pt x="901" y="8"/>
                      <a:pt x="810"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8" name="Google Shape;708;p6"/>
              <p:cNvSpPr/>
              <p:nvPr/>
            </p:nvSpPr>
            <p:spPr>
              <a:xfrm rot="-382644" flipH="1">
                <a:off x="-431256" y="2147480"/>
                <a:ext cx="37534" cy="78064"/>
              </a:xfrm>
              <a:custGeom>
                <a:avLst/>
                <a:gdLst/>
                <a:ahLst/>
                <a:cxnLst/>
                <a:rect l="l" t="t" r="r" b="b"/>
                <a:pathLst>
                  <a:path w="1666" h="3465" extrusionOk="0">
                    <a:moveTo>
                      <a:pt x="1410" y="1"/>
                    </a:moveTo>
                    <a:cubicBezTo>
                      <a:pt x="1407" y="1"/>
                      <a:pt x="1403" y="2"/>
                      <a:pt x="1401" y="4"/>
                    </a:cubicBezTo>
                    <a:cubicBezTo>
                      <a:pt x="1401" y="4"/>
                      <a:pt x="1301" y="71"/>
                      <a:pt x="1234" y="137"/>
                    </a:cubicBezTo>
                    <a:cubicBezTo>
                      <a:pt x="1134" y="237"/>
                      <a:pt x="1001" y="304"/>
                      <a:pt x="901" y="471"/>
                    </a:cubicBezTo>
                    <a:cubicBezTo>
                      <a:pt x="601" y="771"/>
                      <a:pt x="334" y="1238"/>
                      <a:pt x="234" y="1572"/>
                    </a:cubicBezTo>
                    <a:cubicBezTo>
                      <a:pt x="100" y="1905"/>
                      <a:pt x="0" y="2406"/>
                      <a:pt x="0" y="2773"/>
                    </a:cubicBezTo>
                    <a:cubicBezTo>
                      <a:pt x="0" y="2939"/>
                      <a:pt x="67" y="3106"/>
                      <a:pt x="67" y="3240"/>
                    </a:cubicBezTo>
                    <a:lnTo>
                      <a:pt x="67" y="3440"/>
                    </a:lnTo>
                    <a:cubicBezTo>
                      <a:pt x="67" y="3456"/>
                      <a:pt x="150" y="3465"/>
                      <a:pt x="242" y="3465"/>
                    </a:cubicBezTo>
                    <a:cubicBezTo>
                      <a:pt x="334" y="3465"/>
                      <a:pt x="434" y="3456"/>
                      <a:pt x="467" y="3440"/>
                    </a:cubicBezTo>
                    <a:cubicBezTo>
                      <a:pt x="467" y="3440"/>
                      <a:pt x="467" y="3406"/>
                      <a:pt x="501" y="3273"/>
                    </a:cubicBezTo>
                    <a:cubicBezTo>
                      <a:pt x="501" y="3173"/>
                      <a:pt x="567" y="3006"/>
                      <a:pt x="601" y="2839"/>
                    </a:cubicBezTo>
                    <a:cubicBezTo>
                      <a:pt x="667" y="2506"/>
                      <a:pt x="834" y="2105"/>
                      <a:pt x="934" y="1805"/>
                    </a:cubicBezTo>
                    <a:cubicBezTo>
                      <a:pt x="1068" y="1505"/>
                      <a:pt x="1168" y="1105"/>
                      <a:pt x="1335" y="805"/>
                    </a:cubicBezTo>
                    <a:cubicBezTo>
                      <a:pt x="1435" y="638"/>
                      <a:pt x="1501" y="504"/>
                      <a:pt x="1568" y="438"/>
                    </a:cubicBezTo>
                    <a:cubicBezTo>
                      <a:pt x="1601" y="304"/>
                      <a:pt x="1635" y="271"/>
                      <a:pt x="1635" y="271"/>
                    </a:cubicBezTo>
                    <a:cubicBezTo>
                      <a:pt x="1666" y="209"/>
                      <a:pt x="1464" y="1"/>
                      <a:pt x="14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9" name="Google Shape;709;p6"/>
              <p:cNvSpPr/>
              <p:nvPr/>
            </p:nvSpPr>
            <p:spPr>
              <a:xfrm rot="-382644" flipH="1">
                <a:off x="-396609" y="2289605"/>
                <a:ext cx="35349" cy="76825"/>
              </a:xfrm>
              <a:custGeom>
                <a:avLst/>
                <a:gdLst/>
                <a:ahLst/>
                <a:cxnLst/>
                <a:rect l="l" t="t" r="r" b="b"/>
                <a:pathLst>
                  <a:path w="1569" h="3410" extrusionOk="0">
                    <a:moveTo>
                      <a:pt x="384" y="0"/>
                    </a:moveTo>
                    <a:cubicBezTo>
                      <a:pt x="374" y="0"/>
                      <a:pt x="367" y="2"/>
                      <a:pt x="367" y="7"/>
                    </a:cubicBezTo>
                    <a:cubicBezTo>
                      <a:pt x="367" y="7"/>
                      <a:pt x="334" y="40"/>
                      <a:pt x="301" y="174"/>
                    </a:cubicBezTo>
                    <a:cubicBezTo>
                      <a:pt x="234" y="274"/>
                      <a:pt x="167" y="407"/>
                      <a:pt x="134" y="641"/>
                    </a:cubicBezTo>
                    <a:cubicBezTo>
                      <a:pt x="0" y="1008"/>
                      <a:pt x="34" y="1508"/>
                      <a:pt x="134" y="1875"/>
                    </a:cubicBezTo>
                    <a:cubicBezTo>
                      <a:pt x="234" y="2208"/>
                      <a:pt x="501" y="2675"/>
                      <a:pt x="734" y="2942"/>
                    </a:cubicBezTo>
                    <a:lnTo>
                      <a:pt x="1068" y="3309"/>
                    </a:lnTo>
                    <a:lnTo>
                      <a:pt x="1201" y="3409"/>
                    </a:lnTo>
                    <a:cubicBezTo>
                      <a:pt x="1235" y="3409"/>
                      <a:pt x="1501" y="3209"/>
                      <a:pt x="1568" y="3209"/>
                    </a:cubicBezTo>
                    <a:lnTo>
                      <a:pt x="1501" y="3042"/>
                    </a:lnTo>
                    <a:cubicBezTo>
                      <a:pt x="1435" y="2976"/>
                      <a:pt x="1368" y="2842"/>
                      <a:pt x="1268" y="2675"/>
                    </a:cubicBezTo>
                    <a:cubicBezTo>
                      <a:pt x="1101" y="2375"/>
                      <a:pt x="1001" y="2008"/>
                      <a:pt x="901" y="1708"/>
                    </a:cubicBezTo>
                    <a:cubicBezTo>
                      <a:pt x="834" y="1408"/>
                      <a:pt x="734" y="1041"/>
                      <a:pt x="734" y="707"/>
                    </a:cubicBezTo>
                    <a:cubicBezTo>
                      <a:pt x="701" y="541"/>
                      <a:pt x="734" y="407"/>
                      <a:pt x="734" y="307"/>
                    </a:cubicBezTo>
                    <a:lnTo>
                      <a:pt x="734" y="140"/>
                    </a:lnTo>
                    <a:cubicBezTo>
                      <a:pt x="705" y="83"/>
                      <a:pt x="453" y="0"/>
                      <a:pt x="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0" name="Google Shape;710;p6"/>
              <p:cNvSpPr/>
              <p:nvPr/>
            </p:nvSpPr>
            <p:spPr>
              <a:xfrm rot="-382644" flipH="1">
                <a:off x="-505431" y="2400562"/>
                <a:ext cx="78109" cy="43054"/>
              </a:xfrm>
              <a:custGeom>
                <a:avLst/>
                <a:gdLst/>
                <a:ahLst/>
                <a:cxnLst/>
                <a:rect l="l" t="t" r="r" b="b"/>
                <a:pathLst>
                  <a:path w="3467" h="1911" extrusionOk="0">
                    <a:moveTo>
                      <a:pt x="153" y="0"/>
                    </a:moveTo>
                    <a:cubicBezTo>
                      <a:pt x="108" y="0"/>
                      <a:pt x="0" y="282"/>
                      <a:pt x="31" y="342"/>
                    </a:cubicBezTo>
                    <a:lnTo>
                      <a:pt x="198" y="409"/>
                    </a:lnTo>
                    <a:cubicBezTo>
                      <a:pt x="298" y="442"/>
                      <a:pt x="431" y="542"/>
                      <a:pt x="598" y="609"/>
                    </a:cubicBezTo>
                    <a:cubicBezTo>
                      <a:pt x="865" y="776"/>
                      <a:pt x="1265" y="1076"/>
                      <a:pt x="1532" y="1243"/>
                    </a:cubicBezTo>
                    <a:cubicBezTo>
                      <a:pt x="1865" y="1410"/>
                      <a:pt x="2299" y="1610"/>
                      <a:pt x="2666" y="1743"/>
                    </a:cubicBezTo>
                    <a:cubicBezTo>
                      <a:pt x="2833" y="1777"/>
                      <a:pt x="3000" y="1843"/>
                      <a:pt x="3133" y="1877"/>
                    </a:cubicBezTo>
                    <a:cubicBezTo>
                      <a:pt x="3266" y="1910"/>
                      <a:pt x="3333" y="1910"/>
                      <a:pt x="3333" y="1910"/>
                    </a:cubicBezTo>
                    <a:cubicBezTo>
                      <a:pt x="3367" y="1910"/>
                      <a:pt x="3467" y="1610"/>
                      <a:pt x="3467" y="1577"/>
                    </a:cubicBezTo>
                    <a:lnTo>
                      <a:pt x="3300" y="1510"/>
                    </a:lnTo>
                    <a:cubicBezTo>
                      <a:pt x="3200" y="1443"/>
                      <a:pt x="3100" y="1376"/>
                      <a:pt x="2933" y="1276"/>
                    </a:cubicBezTo>
                    <a:cubicBezTo>
                      <a:pt x="2633" y="1110"/>
                      <a:pt x="2266" y="843"/>
                      <a:pt x="1966" y="676"/>
                    </a:cubicBezTo>
                    <a:cubicBezTo>
                      <a:pt x="1632" y="509"/>
                      <a:pt x="1198" y="276"/>
                      <a:pt x="831" y="176"/>
                    </a:cubicBezTo>
                    <a:cubicBezTo>
                      <a:pt x="665" y="109"/>
                      <a:pt x="498" y="75"/>
                      <a:pt x="364" y="42"/>
                    </a:cubicBezTo>
                    <a:cubicBezTo>
                      <a:pt x="264" y="9"/>
                      <a:pt x="164" y="9"/>
                      <a:pt x="164" y="9"/>
                    </a:cubicBezTo>
                    <a:cubicBezTo>
                      <a:pt x="161" y="3"/>
                      <a:pt x="157" y="0"/>
                      <a:pt x="1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711" name="Google Shape;711;p6"/>
            <p:cNvSpPr/>
            <p:nvPr/>
          </p:nvSpPr>
          <p:spPr>
            <a:xfrm rot="2508735">
              <a:off x="3568551" y="4295760"/>
              <a:ext cx="255590" cy="255590"/>
            </a:xfrm>
            <a:prstGeom prst="mathPlus">
              <a:avLst>
                <a:gd name="adj1" fmla="val 18896"/>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712" name="Google Shape;712;p6"/>
          <p:cNvSpPr/>
          <p:nvPr/>
        </p:nvSpPr>
        <p:spPr>
          <a:xfrm flipH="1">
            <a:off x="1454283" y="4905645"/>
            <a:ext cx="353969" cy="101250"/>
          </a:xfrm>
          <a:custGeom>
            <a:avLst/>
            <a:gdLst/>
            <a:ahLst/>
            <a:cxnLst/>
            <a:rect l="l" t="t" r="r" b="b"/>
            <a:pathLst>
              <a:path w="15711" h="4494" extrusionOk="0">
                <a:moveTo>
                  <a:pt x="12157" y="0"/>
                </a:moveTo>
                <a:lnTo>
                  <a:pt x="12124" y="67"/>
                </a:lnTo>
                <a:cubicBezTo>
                  <a:pt x="11957" y="301"/>
                  <a:pt x="11824" y="467"/>
                  <a:pt x="11657" y="668"/>
                </a:cubicBezTo>
                <a:cubicBezTo>
                  <a:pt x="11557" y="734"/>
                  <a:pt x="11490" y="868"/>
                  <a:pt x="11390" y="968"/>
                </a:cubicBezTo>
                <a:lnTo>
                  <a:pt x="11290" y="1068"/>
                </a:lnTo>
                <a:lnTo>
                  <a:pt x="11023" y="1335"/>
                </a:lnTo>
                <a:cubicBezTo>
                  <a:pt x="10289" y="2002"/>
                  <a:pt x="9355" y="2402"/>
                  <a:pt x="8521" y="2569"/>
                </a:cubicBezTo>
                <a:cubicBezTo>
                  <a:pt x="8388" y="2636"/>
                  <a:pt x="8321" y="2636"/>
                  <a:pt x="8188" y="2669"/>
                </a:cubicBezTo>
                <a:cubicBezTo>
                  <a:pt x="8054" y="2702"/>
                  <a:pt x="7988" y="2702"/>
                  <a:pt x="7854" y="2702"/>
                </a:cubicBezTo>
                <a:cubicBezTo>
                  <a:pt x="7776" y="2714"/>
                  <a:pt x="7699" y="2717"/>
                  <a:pt x="7621" y="2717"/>
                </a:cubicBezTo>
                <a:cubicBezTo>
                  <a:pt x="7465" y="2717"/>
                  <a:pt x="7309" y="2702"/>
                  <a:pt x="7154" y="2702"/>
                </a:cubicBezTo>
                <a:cubicBezTo>
                  <a:pt x="6687" y="2669"/>
                  <a:pt x="6186" y="2536"/>
                  <a:pt x="5786" y="2335"/>
                </a:cubicBezTo>
                <a:cubicBezTo>
                  <a:pt x="5553" y="2235"/>
                  <a:pt x="5352" y="2069"/>
                  <a:pt x="5152" y="1969"/>
                </a:cubicBezTo>
                <a:cubicBezTo>
                  <a:pt x="4986" y="1835"/>
                  <a:pt x="4785" y="1668"/>
                  <a:pt x="4619" y="1502"/>
                </a:cubicBezTo>
                <a:cubicBezTo>
                  <a:pt x="4485" y="1368"/>
                  <a:pt x="4385" y="1235"/>
                  <a:pt x="4285" y="1135"/>
                </a:cubicBezTo>
                <a:lnTo>
                  <a:pt x="4052" y="868"/>
                </a:lnTo>
                <a:lnTo>
                  <a:pt x="4018" y="801"/>
                </a:lnTo>
                <a:cubicBezTo>
                  <a:pt x="4018" y="794"/>
                  <a:pt x="4017" y="792"/>
                  <a:pt x="4015" y="792"/>
                </a:cubicBezTo>
                <a:cubicBezTo>
                  <a:pt x="4006" y="792"/>
                  <a:pt x="3985" y="834"/>
                  <a:pt x="3985" y="834"/>
                </a:cubicBezTo>
                <a:lnTo>
                  <a:pt x="3851" y="968"/>
                </a:lnTo>
                <a:lnTo>
                  <a:pt x="3651" y="1201"/>
                </a:lnTo>
                <a:lnTo>
                  <a:pt x="3484" y="1368"/>
                </a:lnTo>
                <a:cubicBezTo>
                  <a:pt x="3384" y="1468"/>
                  <a:pt x="3318" y="1502"/>
                  <a:pt x="3218" y="1602"/>
                </a:cubicBezTo>
                <a:cubicBezTo>
                  <a:pt x="2517" y="2069"/>
                  <a:pt x="1650" y="2069"/>
                  <a:pt x="1049" y="2302"/>
                </a:cubicBezTo>
                <a:cubicBezTo>
                  <a:pt x="482" y="2469"/>
                  <a:pt x="149" y="2669"/>
                  <a:pt x="149" y="2669"/>
                </a:cubicBezTo>
                <a:cubicBezTo>
                  <a:pt x="0" y="2788"/>
                  <a:pt x="117" y="3013"/>
                  <a:pt x="262" y="3013"/>
                </a:cubicBezTo>
                <a:cubicBezTo>
                  <a:pt x="279" y="3013"/>
                  <a:pt x="298" y="3010"/>
                  <a:pt x="316" y="3003"/>
                </a:cubicBezTo>
                <a:cubicBezTo>
                  <a:pt x="316" y="3003"/>
                  <a:pt x="582" y="2836"/>
                  <a:pt x="1149" y="2702"/>
                </a:cubicBezTo>
                <a:cubicBezTo>
                  <a:pt x="1416" y="2669"/>
                  <a:pt x="1750" y="2636"/>
                  <a:pt x="2184" y="2536"/>
                </a:cubicBezTo>
                <a:cubicBezTo>
                  <a:pt x="2584" y="2502"/>
                  <a:pt x="3051" y="2369"/>
                  <a:pt x="3518" y="2069"/>
                </a:cubicBezTo>
                <a:cubicBezTo>
                  <a:pt x="3706" y="1974"/>
                  <a:pt x="3984" y="1732"/>
                  <a:pt x="3987" y="1732"/>
                </a:cubicBezTo>
                <a:lnTo>
                  <a:pt x="3987" y="1732"/>
                </a:lnTo>
                <a:cubicBezTo>
                  <a:pt x="3988" y="1732"/>
                  <a:pt x="3987" y="1733"/>
                  <a:pt x="3985" y="1735"/>
                </a:cubicBezTo>
                <a:lnTo>
                  <a:pt x="4018" y="1802"/>
                </a:lnTo>
                <a:cubicBezTo>
                  <a:pt x="4052" y="1802"/>
                  <a:pt x="4018" y="1802"/>
                  <a:pt x="4052" y="1835"/>
                </a:cubicBezTo>
                <a:lnTo>
                  <a:pt x="4185" y="2002"/>
                </a:lnTo>
                <a:cubicBezTo>
                  <a:pt x="4385" y="2202"/>
                  <a:pt x="4619" y="2436"/>
                  <a:pt x="4819" y="2569"/>
                </a:cubicBezTo>
                <a:cubicBezTo>
                  <a:pt x="5019" y="2769"/>
                  <a:pt x="5286" y="2903"/>
                  <a:pt x="5519" y="3036"/>
                </a:cubicBezTo>
                <a:cubicBezTo>
                  <a:pt x="5986" y="3303"/>
                  <a:pt x="6553" y="3436"/>
                  <a:pt x="7120" y="3503"/>
                </a:cubicBezTo>
                <a:cubicBezTo>
                  <a:pt x="7276" y="3503"/>
                  <a:pt x="7461" y="3518"/>
                  <a:pt x="7637" y="3518"/>
                </a:cubicBezTo>
                <a:cubicBezTo>
                  <a:pt x="7725" y="3518"/>
                  <a:pt x="7810" y="3514"/>
                  <a:pt x="7888" y="3503"/>
                </a:cubicBezTo>
                <a:cubicBezTo>
                  <a:pt x="8021" y="3470"/>
                  <a:pt x="8154" y="3470"/>
                  <a:pt x="8288" y="3470"/>
                </a:cubicBezTo>
                <a:cubicBezTo>
                  <a:pt x="8388" y="3436"/>
                  <a:pt x="8521" y="3436"/>
                  <a:pt x="8655" y="3370"/>
                </a:cubicBezTo>
                <a:cubicBezTo>
                  <a:pt x="9589" y="3203"/>
                  <a:pt x="10590" y="2669"/>
                  <a:pt x="11423" y="1935"/>
                </a:cubicBezTo>
                <a:cubicBezTo>
                  <a:pt x="11557" y="1835"/>
                  <a:pt x="11657" y="1702"/>
                  <a:pt x="11724" y="1635"/>
                </a:cubicBezTo>
                <a:lnTo>
                  <a:pt x="11857" y="1468"/>
                </a:lnTo>
                <a:lnTo>
                  <a:pt x="11890" y="1435"/>
                </a:lnTo>
                <a:cubicBezTo>
                  <a:pt x="11957" y="1435"/>
                  <a:pt x="11957" y="1468"/>
                  <a:pt x="11957" y="1468"/>
                </a:cubicBezTo>
                <a:lnTo>
                  <a:pt x="11957" y="1502"/>
                </a:lnTo>
                <a:cubicBezTo>
                  <a:pt x="11957" y="1535"/>
                  <a:pt x="11957" y="1502"/>
                  <a:pt x="11991" y="1602"/>
                </a:cubicBezTo>
                <a:cubicBezTo>
                  <a:pt x="12024" y="1702"/>
                  <a:pt x="12091" y="1835"/>
                  <a:pt x="12157" y="1969"/>
                </a:cubicBezTo>
                <a:cubicBezTo>
                  <a:pt x="12291" y="2169"/>
                  <a:pt x="12458" y="2369"/>
                  <a:pt x="12624" y="2602"/>
                </a:cubicBezTo>
                <a:cubicBezTo>
                  <a:pt x="13325" y="3303"/>
                  <a:pt x="14125" y="3670"/>
                  <a:pt x="14626" y="3970"/>
                </a:cubicBezTo>
                <a:cubicBezTo>
                  <a:pt x="15126" y="4270"/>
                  <a:pt x="15393" y="4470"/>
                  <a:pt x="15393" y="4470"/>
                </a:cubicBezTo>
                <a:cubicBezTo>
                  <a:pt x="15420" y="4486"/>
                  <a:pt x="15446" y="4494"/>
                  <a:pt x="15472" y="4494"/>
                </a:cubicBezTo>
                <a:cubicBezTo>
                  <a:pt x="15606" y="4494"/>
                  <a:pt x="15711" y="4289"/>
                  <a:pt x="15626" y="4037"/>
                </a:cubicBezTo>
                <a:cubicBezTo>
                  <a:pt x="15626" y="4037"/>
                  <a:pt x="15326" y="3803"/>
                  <a:pt x="14826" y="3470"/>
                </a:cubicBezTo>
                <a:cubicBezTo>
                  <a:pt x="14359" y="3136"/>
                  <a:pt x="13625" y="2769"/>
                  <a:pt x="13025" y="2069"/>
                </a:cubicBezTo>
                <a:cubicBezTo>
                  <a:pt x="12891" y="1902"/>
                  <a:pt x="12791" y="1735"/>
                  <a:pt x="12658" y="1535"/>
                </a:cubicBezTo>
                <a:cubicBezTo>
                  <a:pt x="12624" y="1401"/>
                  <a:pt x="12558" y="1335"/>
                  <a:pt x="12524" y="1201"/>
                </a:cubicBezTo>
                <a:lnTo>
                  <a:pt x="12458" y="901"/>
                </a:lnTo>
                <a:cubicBezTo>
                  <a:pt x="12391" y="801"/>
                  <a:pt x="12357" y="701"/>
                  <a:pt x="12324" y="568"/>
                </a:cubicBezTo>
                <a:lnTo>
                  <a:pt x="12191" y="234"/>
                </a:lnTo>
                <a:lnTo>
                  <a:pt x="12157" y="67"/>
                </a:lnTo>
                <a:lnTo>
                  <a:pt x="12157" y="34"/>
                </a:lnTo>
                <a:lnTo>
                  <a:pt x="1215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3" name="Google Shape;713;p6"/>
          <p:cNvSpPr/>
          <p:nvPr/>
        </p:nvSpPr>
        <p:spPr>
          <a:xfrm>
            <a:off x="344868" y="2719903"/>
            <a:ext cx="472718" cy="95605"/>
          </a:xfrm>
          <a:custGeom>
            <a:avLst/>
            <a:gdLst/>
            <a:ahLst/>
            <a:cxnLst/>
            <a:rect l="l" t="t" r="r" b="b"/>
            <a:pathLst>
              <a:path w="21296" h="4307" extrusionOk="0">
                <a:moveTo>
                  <a:pt x="13664" y="1"/>
                </a:moveTo>
                <a:cubicBezTo>
                  <a:pt x="13660" y="1"/>
                  <a:pt x="13656" y="9"/>
                  <a:pt x="13656" y="29"/>
                </a:cubicBezTo>
                <a:lnTo>
                  <a:pt x="13623" y="63"/>
                </a:lnTo>
                <a:lnTo>
                  <a:pt x="13523" y="129"/>
                </a:lnTo>
                <a:lnTo>
                  <a:pt x="13356" y="296"/>
                </a:lnTo>
                <a:lnTo>
                  <a:pt x="13089" y="596"/>
                </a:lnTo>
                <a:cubicBezTo>
                  <a:pt x="12956" y="730"/>
                  <a:pt x="12822" y="796"/>
                  <a:pt x="12689" y="897"/>
                </a:cubicBezTo>
                <a:cubicBezTo>
                  <a:pt x="12589" y="1030"/>
                  <a:pt x="12456" y="1097"/>
                  <a:pt x="12322" y="1197"/>
                </a:cubicBezTo>
                <a:lnTo>
                  <a:pt x="11955" y="1430"/>
                </a:lnTo>
                <a:cubicBezTo>
                  <a:pt x="11455" y="1764"/>
                  <a:pt x="10854" y="1931"/>
                  <a:pt x="10321" y="2064"/>
                </a:cubicBezTo>
                <a:cubicBezTo>
                  <a:pt x="9912" y="2153"/>
                  <a:pt x="9465" y="2204"/>
                  <a:pt x="9003" y="2204"/>
                </a:cubicBezTo>
                <a:cubicBezTo>
                  <a:pt x="8257" y="2204"/>
                  <a:pt x="7472" y="2073"/>
                  <a:pt x="6751" y="1764"/>
                </a:cubicBezTo>
                <a:cubicBezTo>
                  <a:pt x="6451" y="1697"/>
                  <a:pt x="6184" y="1530"/>
                  <a:pt x="5918" y="1364"/>
                </a:cubicBezTo>
                <a:lnTo>
                  <a:pt x="5517" y="1097"/>
                </a:lnTo>
                <a:lnTo>
                  <a:pt x="5350" y="930"/>
                </a:lnTo>
                <a:lnTo>
                  <a:pt x="5017" y="630"/>
                </a:lnTo>
                <a:cubicBezTo>
                  <a:pt x="4917" y="563"/>
                  <a:pt x="4817" y="430"/>
                  <a:pt x="4683" y="363"/>
                </a:cubicBezTo>
                <a:lnTo>
                  <a:pt x="4483" y="763"/>
                </a:lnTo>
                <a:cubicBezTo>
                  <a:pt x="4416" y="963"/>
                  <a:pt x="4283" y="1130"/>
                  <a:pt x="4183" y="1364"/>
                </a:cubicBezTo>
                <a:lnTo>
                  <a:pt x="3949" y="1730"/>
                </a:lnTo>
                <a:cubicBezTo>
                  <a:pt x="3849" y="1797"/>
                  <a:pt x="3783" y="1964"/>
                  <a:pt x="3683" y="2064"/>
                </a:cubicBezTo>
                <a:cubicBezTo>
                  <a:pt x="2982" y="2931"/>
                  <a:pt x="2015" y="3398"/>
                  <a:pt x="1348" y="3632"/>
                </a:cubicBezTo>
                <a:cubicBezTo>
                  <a:pt x="1181" y="3732"/>
                  <a:pt x="1014" y="3765"/>
                  <a:pt x="914" y="3799"/>
                </a:cubicBezTo>
                <a:cubicBezTo>
                  <a:pt x="747" y="3865"/>
                  <a:pt x="614" y="3865"/>
                  <a:pt x="514" y="3899"/>
                </a:cubicBezTo>
                <a:cubicBezTo>
                  <a:pt x="347" y="3899"/>
                  <a:pt x="247" y="3932"/>
                  <a:pt x="247" y="3932"/>
                </a:cubicBezTo>
                <a:cubicBezTo>
                  <a:pt x="0" y="3963"/>
                  <a:pt x="10" y="4306"/>
                  <a:pt x="223" y="4306"/>
                </a:cubicBezTo>
                <a:cubicBezTo>
                  <a:pt x="241" y="4306"/>
                  <a:pt x="260" y="4304"/>
                  <a:pt x="280" y="4299"/>
                </a:cubicBezTo>
                <a:cubicBezTo>
                  <a:pt x="280" y="4299"/>
                  <a:pt x="414" y="4299"/>
                  <a:pt x="614" y="4266"/>
                </a:cubicBezTo>
                <a:cubicBezTo>
                  <a:pt x="680" y="4232"/>
                  <a:pt x="814" y="4232"/>
                  <a:pt x="981" y="4199"/>
                </a:cubicBezTo>
                <a:cubicBezTo>
                  <a:pt x="1114" y="4132"/>
                  <a:pt x="1281" y="4099"/>
                  <a:pt x="1481" y="4065"/>
                </a:cubicBezTo>
                <a:cubicBezTo>
                  <a:pt x="2182" y="3799"/>
                  <a:pt x="3282" y="3365"/>
                  <a:pt x="4116" y="2398"/>
                </a:cubicBezTo>
                <a:cubicBezTo>
                  <a:pt x="4250" y="2264"/>
                  <a:pt x="4316" y="2131"/>
                  <a:pt x="4416" y="2031"/>
                </a:cubicBezTo>
                <a:cubicBezTo>
                  <a:pt x="4483" y="1897"/>
                  <a:pt x="4617" y="1730"/>
                  <a:pt x="4683" y="1597"/>
                </a:cubicBezTo>
                <a:lnTo>
                  <a:pt x="4817" y="1397"/>
                </a:lnTo>
                <a:lnTo>
                  <a:pt x="4850" y="1364"/>
                </a:lnTo>
                <a:lnTo>
                  <a:pt x="4917" y="1297"/>
                </a:lnTo>
                <a:lnTo>
                  <a:pt x="4950" y="1364"/>
                </a:lnTo>
                <a:lnTo>
                  <a:pt x="4984" y="1397"/>
                </a:lnTo>
                <a:cubicBezTo>
                  <a:pt x="5084" y="1430"/>
                  <a:pt x="5117" y="1530"/>
                  <a:pt x="5184" y="1564"/>
                </a:cubicBezTo>
                <a:lnTo>
                  <a:pt x="5617" y="1864"/>
                </a:lnTo>
                <a:cubicBezTo>
                  <a:pt x="5918" y="2031"/>
                  <a:pt x="6184" y="2231"/>
                  <a:pt x="6518" y="2364"/>
                </a:cubicBezTo>
                <a:cubicBezTo>
                  <a:pt x="7371" y="2748"/>
                  <a:pt x="8278" y="2914"/>
                  <a:pt x="9135" y="2914"/>
                </a:cubicBezTo>
                <a:cubicBezTo>
                  <a:pt x="9619" y="2914"/>
                  <a:pt x="10087" y="2861"/>
                  <a:pt x="10521" y="2765"/>
                </a:cubicBezTo>
                <a:cubicBezTo>
                  <a:pt x="11121" y="2598"/>
                  <a:pt x="11788" y="2398"/>
                  <a:pt x="12355" y="2064"/>
                </a:cubicBezTo>
                <a:cubicBezTo>
                  <a:pt x="12522" y="1964"/>
                  <a:pt x="12656" y="1864"/>
                  <a:pt x="12822" y="1764"/>
                </a:cubicBezTo>
                <a:cubicBezTo>
                  <a:pt x="12956" y="1630"/>
                  <a:pt x="13123" y="1564"/>
                  <a:pt x="13256" y="1430"/>
                </a:cubicBezTo>
                <a:cubicBezTo>
                  <a:pt x="13423" y="1364"/>
                  <a:pt x="13523" y="1230"/>
                  <a:pt x="13656" y="1097"/>
                </a:cubicBezTo>
                <a:lnTo>
                  <a:pt x="13690" y="1063"/>
                </a:lnTo>
                <a:lnTo>
                  <a:pt x="13790" y="1197"/>
                </a:lnTo>
                <a:lnTo>
                  <a:pt x="14123" y="1564"/>
                </a:lnTo>
                <a:lnTo>
                  <a:pt x="14490" y="1931"/>
                </a:lnTo>
                <a:cubicBezTo>
                  <a:pt x="14624" y="2064"/>
                  <a:pt x="14791" y="2131"/>
                  <a:pt x="14924" y="2264"/>
                </a:cubicBezTo>
                <a:cubicBezTo>
                  <a:pt x="15491" y="2631"/>
                  <a:pt x="16125" y="2898"/>
                  <a:pt x="16759" y="3065"/>
                </a:cubicBezTo>
                <a:cubicBezTo>
                  <a:pt x="17387" y="3222"/>
                  <a:pt x="17997" y="3269"/>
                  <a:pt x="18541" y="3269"/>
                </a:cubicBezTo>
                <a:cubicBezTo>
                  <a:pt x="19037" y="3269"/>
                  <a:pt x="19478" y="3230"/>
                  <a:pt x="19827" y="3198"/>
                </a:cubicBezTo>
                <a:cubicBezTo>
                  <a:pt x="20595" y="3098"/>
                  <a:pt x="21028" y="3031"/>
                  <a:pt x="21028" y="3031"/>
                </a:cubicBezTo>
                <a:cubicBezTo>
                  <a:pt x="21295" y="2965"/>
                  <a:pt x="21195" y="2698"/>
                  <a:pt x="20995" y="2598"/>
                </a:cubicBezTo>
                <a:cubicBezTo>
                  <a:pt x="20995" y="2598"/>
                  <a:pt x="20528" y="2698"/>
                  <a:pt x="19794" y="2731"/>
                </a:cubicBezTo>
                <a:cubicBezTo>
                  <a:pt x="19602" y="2740"/>
                  <a:pt x="19394" y="2746"/>
                  <a:pt x="19171" y="2746"/>
                </a:cubicBezTo>
                <a:cubicBezTo>
                  <a:pt x="18504" y="2746"/>
                  <a:pt x="17709" y="2689"/>
                  <a:pt x="16859" y="2464"/>
                </a:cubicBezTo>
                <a:cubicBezTo>
                  <a:pt x="16292" y="2364"/>
                  <a:pt x="15758" y="2097"/>
                  <a:pt x="15258" y="1730"/>
                </a:cubicBezTo>
                <a:cubicBezTo>
                  <a:pt x="15124" y="1630"/>
                  <a:pt x="14991" y="1530"/>
                  <a:pt x="14857" y="1430"/>
                </a:cubicBezTo>
                <a:lnTo>
                  <a:pt x="14524" y="1097"/>
                </a:lnTo>
                <a:cubicBezTo>
                  <a:pt x="14424" y="963"/>
                  <a:pt x="14324" y="897"/>
                  <a:pt x="14190" y="730"/>
                </a:cubicBezTo>
                <a:lnTo>
                  <a:pt x="13690" y="63"/>
                </a:lnTo>
                <a:cubicBezTo>
                  <a:pt x="13690" y="40"/>
                  <a:pt x="13674" y="1"/>
                  <a:pt x="136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4" name="Google Shape;714;p6"/>
          <p:cNvSpPr/>
          <p:nvPr/>
        </p:nvSpPr>
        <p:spPr>
          <a:xfrm>
            <a:off x="-130082" y="3877136"/>
            <a:ext cx="389153" cy="110430"/>
          </a:xfrm>
          <a:custGeom>
            <a:avLst/>
            <a:gdLst/>
            <a:ahLst/>
            <a:cxnLst/>
            <a:rect l="l" t="t" r="r" b="b"/>
            <a:pathLst>
              <a:path w="16094" h="4567" extrusionOk="0">
                <a:moveTo>
                  <a:pt x="4528" y="0"/>
                </a:moveTo>
                <a:cubicBezTo>
                  <a:pt x="4523" y="0"/>
                  <a:pt x="4519" y="7"/>
                  <a:pt x="4519" y="30"/>
                </a:cubicBezTo>
                <a:lnTo>
                  <a:pt x="4319" y="297"/>
                </a:lnTo>
                <a:cubicBezTo>
                  <a:pt x="4185" y="463"/>
                  <a:pt x="4085" y="630"/>
                  <a:pt x="3985" y="797"/>
                </a:cubicBezTo>
                <a:cubicBezTo>
                  <a:pt x="3685" y="1231"/>
                  <a:pt x="3352" y="1631"/>
                  <a:pt x="3051" y="1998"/>
                </a:cubicBezTo>
                <a:cubicBezTo>
                  <a:pt x="2484" y="2732"/>
                  <a:pt x="1750" y="3165"/>
                  <a:pt x="1217" y="3265"/>
                </a:cubicBezTo>
                <a:lnTo>
                  <a:pt x="850" y="3265"/>
                </a:lnTo>
                <a:cubicBezTo>
                  <a:pt x="716" y="3265"/>
                  <a:pt x="650" y="3232"/>
                  <a:pt x="550" y="3232"/>
                </a:cubicBezTo>
                <a:cubicBezTo>
                  <a:pt x="416" y="3165"/>
                  <a:pt x="349" y="3132"/>
                  <a:pt x="349" y="3132"/>
                </a:cubicBezTo>
                <a:cubicBezTo>
                  <a:pt x="334" y="3126"/>
                  <a:pt x="319" y="3123"/>
                  <a:pt x="304" y="3123"/>
                </a:cubicBezTo>
                <a:cubicBezTo>
                  <a:pt x="150" y="3123"/>
                  <a:pt x="0" y="3405"/>
                  <a:pt x="183" y="3465"/>
                </a:cubicBezTo>
                <a:lnTo>
                  <a:pt x="416" y="3599"/>
                </a:lnTo>
                <a:cubicBezTo>
                  <a:pt x="516" y="3632"/>
                  <a:pt x="650" y="3632"/>
                  <a:pt x="750" y="3666"/>
                </a:cubicBezTo>
                <a:lnTo>
                  <a:pt x="1217" y="3666"/>
                </a:lnTo>
                <a:cubicBezTo>
                  <a:pt x="1550" y="3632"/>
                  <a:pt x="1984" y="3499"/>
                  <a:pt x="2351" y="3265"/>
                </a:cubicBezTo>
                <a:cubicBezTo>
                  <a:pt x="2718" y="3065"/>
                  <a:pt x="3085" y="2732"/>
                  <a:pt x="3418" y="2331"/>
                </a:cubicBezTo>
                <a:cubicBezTo>
                  <a:pt x="3752" y="1964"/>
                  <a:pt x="4085" y="1564"/>
                  <a:pt x="4419" y="1130"/>
                </a:cubicBezTo>
                <a:lnTo>
                  <a:pt x="4552" y="964"/>
                </a:lnTo>
                <a:lnTo>
                  <a:pt x="4552" y="1030"/>
                </a:lnTo>
                <a:lnTo>
                  <a:pt x="4686" y="1130"/>
                </a:lnTo>
                <a:lnTo>
                  <a:pt x="4986" y="1431"/>
                </a:lnTo>
                <a:cubicBezTo>
                  <a:pt x="5386" y="1864"/>
                  <a:pt x="5853" y="2231"/>
                  <a:pt x="6354" y="2465"/>
                </a:cubicBezTo>
                <a:cubicBezTo>
                  <a:pt x="6854" y="2732"/>
                  <a:pt x="7421" y="2898"/>
                  <a:pt x="7988" y="2898"/>
                </a:cubicBezTo>
                <a:cubicBezTo>
                  <a:pt x="8522" y="2898"/>
                  <a:pt x="9089" y="2765"/>
                  <a:pt x="9589" y="2565"/>
                </a:cubicBezTo>
                <a:cubicBezTo>
                  <a:pt x="10090" y="2365"/>
                  <a:pt x="10657" y="2098"/>
                  <a:pt x="11090" y="1798"/>
                </a:cubicBezTo>
                <a:cubicBezTo>
                  <a:pt x="11224" y="1731"/>
                  <a:pt x="11357" y="1698"/>
                  <a:pt x="11491" y="1597"/>
                </a:cubicBezTo>
                <a:lnTo>
                  <a:pt x="11557" y="1564"/>
                </a:lnTo>
                <a:lnTo>
                  <a:pt x="11591" y="1564"/>
                </a:lnTo>
                <a:cubicBezTo>
                  <a:pt x="11610" y="1564"/>
                  <a:pt x="11618" y="1559"/>
                  <a:pt x="11624" y="1559"/>
                </a:cubicBezTo>
                <a:cubicBezTo>
                  <a:pt x="11638" y="1559"/>
                  <a:pt x="11638" y="1593"/>
                  <a:pt x="11758" y="1831"/>
                </a:cubicBezTo>
                <a:cubicBezTo>
                  <a:pt x="12024" y="2331"/>
                  <a:pt x="12325" y="2798"/>
                  <a:pt x="12591" y="3232"/>
                </a:cubicBezTo>
                <a:cubicBezTo>
                  <a:pt x="12925" y="3632"/>
                  <a:pt x="13259" y="3966"/>
                  <a:pt x="13692" y="4233"/>
                </a:cubicBezTo>
                <a:cubicBezTo>
                  <a:pt x="14093" y="4466"/>
                  <a:pt x="14526" y="4566"/>
                  <a:pt x="14860" y="4566"/>
                </a:cubicBezTo>
                <a:cubicBezTo>
                  <a:pt x="15227" y="4566"/>
                  <a:pt x="15494" y="4533"/>
                  <a:pt x="15660" y="4466"/>
                </a:cubicBezTo>
                <a:cubicBezTo>
                  <a:pt x="15827" y="4433"/>
                  <a:pt x="15894" y="4399"/>
                  <a:pt x="15894" y="4399"/>
                </a:cubicBezTo>
                <a:cubicBezTo>
                  <a:pt x="16094" y="4299"/>
                  <a:pt x="15994" y="4033"/>
                  <a:pt x="15727" y="3966"/>
                </a:cubicBezTo>
                <a:cubicBezTo>
                  <a:pt x="15727" y="3966"/>
                  <a:pt x="15660" y="4033"/>
                  <a:pt x="15494" y="4066"/>
                </a:cubicBezTo>
                <a:cubicBezTo>
                  <a:pt x="15327" y="4066"/>
                  <a:pt x="15093" y="4099"/>
                  <a:pt x="14826" y="4099"/>
                </a:cubicBezTo>
                <a:cubicBezTo>
                  <a:pt x="14526" y="4066"/>
                  <a:pt x="14226" y="3966"/>
                  <a:pt x="13892" y="3766"/>
                </a:cubicBezTo>
                <a:cubicBezTo>
                  <a:pt x="13559" y="3566"/>
                  <a:pt x="13259" y="3232"/>
                  <a:pt x="13025" y="2865"/>
                </a:cubicBezTo>
                <a:cubicBezTo>
                  <a:pt x="12758" y="2431"/>
                  <a:pt x="12525" y="1964"/>
                  <a:pt x="12325" y="1531"/>
                </a:cubicBezTo>
                <a:cubicBezTo>
                  <a:pt x="12225" y="1397"/>
                  <a:pt x="12191" y="1231"/>
                  <a:pt x="12091" y="1064"/>
                </a:cubicBezTo>
                <a:lnTo>
                  <a:pt x="11924" y="730"/>
                </a:lnTo>
                <a:lnTo>
                  <a:pt x="11891" y="630"/>
                </a:lnTo>
                <a:lnTo>
                  <a:pt x="11891" y="597"/>
                </a:lnTo>
                <a:cubicBezTo>
                  <a:pt x="11891" y="586"/>
                  <a:pt x="11887" y="582"/>
                  <a:pt x="11882" y="582"/>
                </a:cubicBezTo>
                <a:cubicBezTo>
                  <a:pt x="11872" y="582"/>
                  <a:pt x="11858" y="597"/>
                  <a:pt x="11858" y="597"/>
                </a:cubicBezTo>
                <a:lnTo>
                  <a:pt x="11691" y="697"/>
                </a:lnTo>
                <a:lnTo>
                  <a:pt x="11090" y="1030"/>
                </a:lnTo>
                <a:cubicBezTo>
                  <a:pt x="11024" y="1097"/>
                  <a:pt x="10890" y="1130"/>
                  <a:pt x="10757" y="1231"/>
                </a:cubicBezTo>
                <a:cubicBezTo>
                  <a:pt x="9856" y="1731"/>
                  <a:pt x="8855" y="2131"/>
                  <a:pt x="8022" y="2131"/>
                </a:cubicBezTo>
                <a:cubicBezTo>
                  <a:pt x="7188" y="2131"/>
                  <a:pt x="6220" y="1698"/>
                  <a:pt x="5486" y="930"/>
                </a:cubicBezTo>
                <a:cubicBezTo>
                  <a:pt x="5386" y="864"/>
                  <a:pt x="5253" y="764"/>
                  <a:pt x="5186" y="697"/>
                </a:cubicBezTo>
                <a:lnTo>
                  <a:pt x="4753" y="230"/>
                </a:lnTo>
                <a:lnTo>
                  <a:pt x="4652" y="96"/>
                </a:lnTo>
                <a:lnTo>
                  <a:pt x="4552" y="30"/>
                </a:lnTo>
                <a:cubicBezTo>
                  <a:pt x="4552" y="30"/>
                  <a:pt x="4538" y="0"/>
                  <a:pt x="45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715" name="Google Shape;715;p6"/>
          <p:cNvGrpSpPr/>
          <p:nvPr/>
        </p:nvGrpSpPr>
        <p:grpSpPr>
          <a:xfrm rot="-440793">
            <a:off x="7965194" y="-73006"/>
            <a:ext cx="1489267" cy="2879063"/>
            <a:chOff x="9389648" y="991722"/>
            <a:chExt cx="1634619" cy="3160058"/>
          </a:xfrm>
        </p:grpSpPr>
        <p:sp>
          <p:nvSpPr>
            <p:cNvPr id="716" name="Google Shape;716;p6"/>
            <p:cNvSpPr/>
            <p:nvPr/>
          </p:nvSpPr>
          <p:spPr>
            <a:xfrm>
              <a:off x="9713224" y="3611398"/>
              <a:ext cx="353969" cy="101250"/>
            </a:xfrm>
            <a:custGeom>
              <a:avLst/>
              <a:gdLst/>
              <a:ahLst/>
              <a:cxnLst/>
              <a:rect l="l" t="t" r="r" b="b"/>
              <a:pathLst>
                <a:path w="15711" h="4494" extrusionOk="0">
                  <a:moveTo>
                    <a:pt x="12157" y="0"/>
                  </a:moveTo>
                  <a:lnTo>
                    <a:pt x="12124" y="67"/>
                  </a:lnTo>
                  <a:cubicBezTo>
                    <a:pt x="11957" y="301"/>
                    <a:pt x="11824" y="467"/>
                    <a:pt x="11657" y="668"/>
                  </a:cubicBezTo>
                  <a:cubicBezTo>
                    <a:pt x="11557" y="734"/>
                    <a:pt x="11490" y="868"/>
                    <a:pt x="11390" y="968"/>
                  </a:cubicBezTo>
                  <a:lnTo>
                    <a:pt x="11290" y="1068"/>
                  </a:lnTo>
                  <a:lnTo>
                    <a:pt x="11023" y="1335"/>
                  </a:lnTo>
                  <a:cubicBezTo>
                    <a:pt x="10289" y="2002"/>
                    <a:pt x="9355" y="2402"/>
                    <a:pt x="8521" y="2569"/>
                  </a:cubicBezTo>
                  <a:cubicBezTo>
                    <a:pt x="8388" y="2636"/>
                    <a:pt x="8321" y="2636"/>
                    <a:pt x="8188" y="2669"/>
                  </a:cubicBezTo>
                  <a:cubicBezTo>
                    <a:pt x="8054" y="2702"/>
                    <a:pt x="7988" y="2702"/>
                    <a:pt x="7854" y="2702"/>
                  </a:cubicBezTo>
                  <a:cubicBezTo>
                    <a:pt x="7776" y="2714"/>
                    <a:pt x="7699" y="2717"/>
                    <a:pt x="7621" y="2717"/>
                  </a:cubicBezTo>
                  <a:cubicBezTo>
                    <a:pt x="7465" y="2717"/>
                    <a:pt x="7309" y="2702"/>
                    <a:pt x="7154" y="2702"/>
                  </a:cubicBezTo>
                  <a:cubicBezTo>
                    <a:pt x="6687" y="2669"/>
                    <a:pt x="6186" y="2536"/>
                    <a:pt x="5786" y="2335"/>
                  </a:cubicBezTo>
                  <a:cubicBezTo>
                    <a:pt x="5553" y="2235"/>
                    <a:pt x="5352" y="2069"/>
                    <a:pt x="5152" y="1969"/>
                  </a:cubicBezTo>
                  <a:cubicBezTo>
                    <a:pt x="4986" y="1835"/>
                    <a:pt x="4785" y="1668"/>
                    <a:pt x="4619" y="1502"/>
                  </a:cubicBezTo>
                  <a:cubicBezTo>
                    <a:pt x="4485" y="1368"/>
                    <a:pt x="4385" y="1235"/>
                    <a:pt x="4285" y="1135"/>
                  </a:cubicBezTo>
                  <a:lnTo>
                    <a:pt x="4052" y="868"/>
                  </a:lnTo>
                  <a:lnTo>
                    <a:pt x="4018" y="801"/>
                  </a:lnTo>
                  <a:cubicBezTo>
                    <a:pt x="4018" y="794"/>
                    <a:pt x="4017" y="792"/>
                    <a:pt x="4015" y="792"/>
                  </a:cubicBezTo>
                  <a:cubicBezTo>
                    <a:pt x="4006" y="792"/>
                    <a:pt x="3985" y="834"/>
                    <a:pt x="3985" y="834"/>
                  </a:cubicBezTo>
                  <a:lnTo>
                    <a:pt x="3851" y="968"/>
                  </a:lnTo>
                  <a:lnTo>
                    <a:pt x="3651" y="1201"/>
                  </a:lnTo>
                  <a:lnTo>
                    <a:pt x="3484" y="1368"/>
                  </a:lnTo>
                  <a:cubicBezTo>
                    <a:pt x="3384" y="1468"/>
                    <a:pt x="3318" y="1502"/>
                    <a:pt x="3218" y="1602"/>
                  </a:cubicBezTo>
                  <a:cubicBezTo>
                    <a:pt x="2517" y="2069"/>
                    <a:pt x="1650" y="2069"/>
                    <a:pt x="1049" y="2302"/>
                  </a:cubicBezTo>
                  <a:cubicBezTo>
                    <a:pt x="482" y="2469"/>
                    <a:pt x="149" y="2669"/>
                    <a:pt x="149" y="2669"/>
                  </a:cubicBezTo>
                  <a:cubicBezTo>
                    <a:pt x="0" y="2788"/>
                    <a:pt x="117" y="3013"/>
                    <a:pt x="262" y="3013"/>
                  </a:cubicBezTo>
                  <a:cubicBezTo>
                    <a:pt x="279" y="3013"/>
                    <a:pt x="298" y="3010"/>
                    <a:pt x="316" y="3003"/>
                  </a:cubicBezTo>
                  <a:cubicBezTo>
                    <a:pt x="316" y="3003"/>
                    <a:pt x="582" y="2836"/>
                    <a:pt x="1149" y="2702"/>
                  </a:cubicBezTo>
                  <a:cubicBezTo>
                    <a:pt x="1416" y="2669"/>
                    <a:pt x="1750" y="2636"/>
                    <a:pt x="2184" y="2536"/>
                  </a:cubicBezTo>
                  <a:cubicBezTo>
                    <a:pt x="2584" y="2502"/>
                    <a:pt x="3051" y="2369"/>
                    <a:pt x="3518" y="2069"/>
                  </a:cubicBezTo>
                  <a:cubicBezTo>
                    <a:pt x="3706" y="1974"/>
                    <a:pt x="3984" y="1732"/>
                    <a:pt x="3987" y="1732"/>
                  </a:cubicBezTo>
                  <a:lnTo>
                    <a:pt x="3987" y="1732"/>
                  </a:lnTo>
                  <a:cubicBezTo>
                    <a:pt x="3988" y="1732"/>
                    <a:pt x="3987" y="1733"/>
                    <a:pt x="3985" y="1735"/>
                  </a:cubicBezTo>
                  <a:lnTo>
                    <a:pt x="4018" y="1802"/>
                  </a:lnTo>
                  <a:cubicBezTo>
                    <a:pt x="4052" y="1802"/>
                    <a:pt x="4018" y="1802"/>
                    <a:pt x="4052" y="1835"/>
                  </a:cubicBezTo>
                  <a:lnTo>
                    <a:pt x="4185" y="2002"/>
                  </a:lnTo>
                  <a:cubicBezTo>
                    <a:pt x="4385" y="2202"/>
                    <a:pt x="4619" y="2436"/>
                    <a:pt x="4819" y="2569"/>
                  </a:cubicBezTo>
                  <a:cubicBezTo>
                    <a:pt x="5019" y="2769"/>
                    <a:pt x="5286" y="2903"/>
                    <a:pt x="5519" y="3036"/>
                  </a:cubicBezTo>
                  <a:cubicBezTo>
                    <a:pt x="5986" y="3303"/>
                    <a:pt x="6553" y="3436"/>
                    <a:pt x="7120" y="3503"/>
                  </a:cubicBezTo>
                  <a:cubicBezTo>
                    <a:pt x="7276" y="3503"/>
                    <a:pt x="7461" y="3518"/>
                    <a:pt x="7637" y="3518"/>
                  </a:cubicBezTo>
                  <a:cubicBezTo>
                    <a:pt x="7725" y="3518"/>
                    <a:pt x="7810" y="3514"/>
                    <a:pt x="7888" y="3503"/>
                  </a:cubicBezTo>
                  <a:cubicBezTo>
                    <a:pt x="8021" y="3470"/>
                    <a:pt x="8154" y="3470"/>
                    <a:pt x="8288" y="3470"/>
                  </a:cubicBezTo>
                  <a:cubicBezTo>
                    <a:pt x="8388" y="3436"/>
                    <a:pt x="8521" y="3436"/>
                    <a:pt x="8655" y="3370"/>
                  </a:cubicBezTo>
                  <a:cubicBezTo>
                    <a:pt x="9589" y="3203"/>
                    <a:pt x="10590" y="2669"/>
                    <a:pt x="11423" y="1935"/>
                  </a:cubicBezTo>
                  <a:cubicBezTo>
                    <a:pt x="11557" y="1835"/>
                    <a:pt x="11657" y="1702"/>
                    <a:pt x="11724" y="1635"/>
                  </a:cubicBezTo>
                  <a:lnTo>
                    <a:pt x="11857" y="1468"/>
                  </a:lnTo>
                  <a:lnTo>
                    <a:pt x="11890" y="1435"/>
                  </a:lnTo>
                  <a:cubicBezTo>
                    <a:pt x="11957" y="1435"/>
                    <a:pt x="11957" y="1468"/>
                    <a:pt x="11957" y="1468"/>
                  </a:cubicBezTo>
                  <a:lnTo>
                    <a:pt x="11957" y="1502"/>
                  </a:lnTo>
                  <a:cubicBezTo>
                    <a:pt x="11957" y="1535"/>
                    <a:pt x="11957" y="1502"/>
                    <a:pt x="11991" y="1602"/>
                  </a:cubicBezTo>
                  <a:cubicBezTo>
                    <a:pt x="12024" y="1702"/>
                    <a:pt x="12091" y="1835"/>
                    <a:pt x="12157" y="1969"/>
                  </a:cubicBezTo>
                  <a:cubicBezTo>
                    <a:pt x="12291" y="2169"/>
                    <a:pt x="12458" y="2369"/>
                    <a:pt x="12624" y="2602"/>
                  </a:cubicBezTo>
                  <a:cubicBezTo>
                    <a:pt x="13325" y="3303"/>
                    <a:pt x="14125" y="3670"/>
                    <a:pt x="14626" y="3970"/>
                  </a:cubicBezTo>
                  <a:cubicBezTo>
                    <a:pt x="15126" y="4270"/>
                    <a:pt x="15393" y="4470"/>
                    <a:pt x="15393" y="4470"/>
                  </a:cubicBezTo>
                  <a:cubicBezTo>
                    <a:pt x="15420" y="4486"/>
                    <a:pt x="15446" y="4494"/>
                    <a:pt x="15472" y="4494"/>
                  </a:cubicBezTo>
                  <a:cubicBezTo>
                    <a:pt x="15606" y="4494"/>
                    <a:pt x="15711" y="4289"/>
                    <a:pt x="15626" y="4037"/>
                  </a:cubicBezTo>
                  <a:cubicBezTo>
                    <a:pt x="15626" y="4037"/>
                    <a:pt x="15326" y="3803"/>
                    <a:pt x="14826" y="3470"/>
                  </a:cubicBezTo>
                  <a:cubicBezTo>
                    <a:pt x="14359" y="3136"/>
                    <a:pt x="13625" y="2769"/>
                    <a:pt x="13025" y="2069"/>
                  </a:cubicBezTo>
                  <a:cubicBezTo>
                    <a:pt x="12891" y="1902"/>
                    <a:pt x="12791" y="1735"/>
                    <a:pt x="12658" y="1535"/>
                  </a:cubicBezTo>
                  <a:cubicBezTo>
                    <a:pt x="12624" y="1401"/>
                    <a:pt x="12558" y="1335"/>
                    <a:pt x="12524" y="1201"/>
                  </a:cubicBezTo>
                  <a:lnTo>
                    <a:pt x="12458" y="901"/>
                  </a:lnTo>
                  <a:cubicBezTo>
                    <a:pt x="12391" y="801"/>
                    <a:pt x="12357" y="701"/>
                    <a:pt x="12324" y="568"/>
                  </a:cubicBezTo>
                  <a:lnTo>
                    <a:pt x="12191" y="234"/>
                  </a:lnTo>
                  <a:lnTo>
                    <a:pt x="12157" y="67"/>
                  </a:lnTo>
                  <a:lnTo>
                    <a:pt x="12157" y="34"/>
                  </a:lnTo>
                  <a:lnTo>
                    <a:pt x="1215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7" name="Google Shape;717;p6"/>
            <p:cNvSpPr/>
            <p:nvPr/>
          </p:nvSpPr>
          <p:spPr>
            <a:xfrm>
              <a:off x="9532444" y="1010332"/>
              <a:ext cx="1491824" cy="3141448"/>
            </a:xfrm>
            <a:custGeom>
              <a:avLst/>
              <a:gdLst/>
              <a:ahLst/>
              <a:cxnLst/>
              <a:rect l="l" t="t" r="r" b="b"/>
              <a:pathLst>
                <a:path w="66215" h="139434" extrusionOk="0">
                  <a:moveTo>
                    <a:pt x="15812" y="0"/>
                  </a:moveTo>
                  <a:cubicBezTo>
                    <a:pt x="15745" y="0"/>
                    <a:pt x="15711" y="134"/>
                    <a:pt x="15711" y="367"/>
                  </a:cubicBezTo>
                  <a:cubicBezTo>
                    <a:pt x="15711" y="634"/>
                    <a:pt x="15745" y="1001"/>
                    <a:pt x="15812" y="1501"/>
                  </a:cubicBezTo>
                  <a:cubicBezTo>
                    <a:pt x="15812" y="1501"/>
                    <a:pt x="15845" y="1535"/>
                    <a:pt x="15845" y="1668"/>
                  </a:cubicBezTo>
                  <a:cubicBezTo>
                    <a:pt x="15845" y="1801"/>
                    <a:pt x="15878" y="1968"/>
                    <a:pt x="15878" y="2168"/>
                  </a:cubicBezTo>
                  <a:cubicBezTo>
                    <a:pt x="15878" y="2368"/>
                    <a:pt x="15912" y="2635"/>
                    <a:pt x="15912" y="2969"/>
                  </a:cubicBezTo>
                  <a:lnTo>
                    <a:pt x="15912" y="3469"/>
                  </a:lnTo>
                  <a:cubicBezTo>
                    <a:pt x="15912" y="3636"/>
                    <a:pt x="15878" y="3836"/>
                    <a:pt x="15878" y="4036"/>
                  </a:cubicBezTo>
                  <a:cubicBezTo>
                    <a:pt x="15812" y="4870"/>
                    <a:pt x="15645" y="5871"/>
                    <a:pt x="15044" y="6872"/>
                  </a:cubicBezTo>
                  <a:cubicBezTo>
                    <a:pt x="14511" y="7906"/>
                    <a:pt x="13543" y="8873"/>
                    <a:pt x="12309" y="9707"/>
                  </a:cubicBezTo>
                  <a:cubicBezTo>
                    <a:pt x="11041" y="10541"/>
                    <a:pt x="9540" y="11308"/>
                    <a:pt x="8006" y="12309"/>
                  </a:cubicBezTo>
                  <a:cubicBezTo>
                    <a:pt x="7239" y="12843"/>
                    <a:pt x="6472" y="13410"/>
                    <a:pt x="5838" y="14210"/>
                  </a:cubicBezTo>
                  <a:cubicBezTo>
                    <a:pt x="5538" y="14577"/>
                    <a:pt x="5204" y="15011"/>
                    <a:pt x="5004" y="15511"/>
                  </a:cubicBezTo>
                  <a:cubicBezTo>
                    <a:pt x="4737" y="15978"/>
                    <a:pt x="4637" y="16512"/>
                    <a:pt x="4503" y="17012"/>
                  </a:cubicBezTo>
                  <a:cubicBezTo>
                    <a:pt x="4303" y="18046"/>
                    <a:pt x="4203" y="19080"/>
                    <a:pt x="4003" y="20148"/>
                  </a:cubicBezTo>
                  <a:cubicBezTo>
                    <a:pt x="4003" y="20248"/>
                    <a:pt x="3970" y="20381"/>
                    <a:pt x="3903" y="20515"/>
                  </a:cubicBezTo>
                  <a:cubicBezTo>
                    <a:pt x="3903" y="20582"/>
                    <a:pt x="3903" y="20582"/>
                    <a:pt x="3870" y="20648"/>
                  </a:cubicBezTo>
                  <a:lnTo>
                    <a:pt x="3803" y="20815"/>
                  </a:lnTo>
                  <a:cubicBezTo>
                    <a:pt x="3670" y="21049"/>
                    <a:pt x="3569" y="21315"/>
                    <a:pt x="3403" y="21516"/>
                  </a:cubicBezTo>
                  <a:cubicBezTo>
                    <a:pt x="3136" y="21983"/>
                    <a:pt x="2836" y="22416"/>
                    <a:pt x="2502" y="22883"/>
                  </a:cubicBezTo>
                  <a:cubicBezTo>
                    <a:pt x="1868" y="23851"/>
                    <a:pt x="1168" y="24851"/>
                    <a:pt x="968" y="26152"/>
                  </a:cubicBezTo>
                  <a:cubicBezTo>
                    <a:pt x="801" y="27386"/>
                    <a:pt x="1168" y="28687"/>
                    <a:pt x="1535" y="29821"/>
                  </a:cubicBezTo>
                  <a:cubicBezTo>
                    <a:pt x="1735" y="30389"/>
                    <a:pt x="1902" y="30922"/>
                    <a:pt x="2035" y="31523"/>
                  </a:cubicBezTo>
                  <a:cubicBezTo>
                    <a:pt x="2068" y="31656"/>
                    <a:pt x="2068" y="31823"/>
                    <a:pt x="2068" y="31923"/>
                  </a:cubicBezTo>
                  <a:lnTo>
                    <a:pt x="2068" y="32156"/>
                  </a:lnTo>
                  <a:lnTo>
                    <a:pt x="2068" y="32323"/>
                  </a:lnTo>
                  <a:cubicBezTo>
                    <a:pt x="2035" y="32557"/>
                    <a:pt x="1968" y="32857"/>
                    <a:pt x="1868" y="33157"/>
                  </a:cubicBezTo>
                  <a:cubicBezTo>
                    <a:pt x="1501" y="34258"/>
                    <a:pt x="734" y="35325"/>
                    <a:pt x="300" y="36593"/>
                  </a:cubicBezTo>
                  <a:cubicBezTo>
                    <a:pt x="167" y="36927"/>
                    <a:pt x="67" y="37260"/>
                    <a:pt x="34" y="37660"/>
                  </a:cubicBezTo>
                  <a:cubicBezTo>
                    <a:pt x="0" y="37827"/>
                    <a:pt x="34" y="38027"/>
                    <a:pt x="34" y="38194"/>
                  </a:cubicBezTo>
                  <a:cubicBezTo>
                    <a:pt x="34" y="38394"/>
                    <a:pt x="67" y="38561"/>
                    <a:pt x="134" y="38728"/>
                  </a:cubicBezTo>
                  <a:cubicBezTo>
                    <a:pt x="234" y="39395"/>
                    <a:pt x="501" y="40029"/>
                    <a:pt x="801" y="40663"/>
                  </a:cubicBezTo>
                  <a:cubicBezTo>
                    <a:pt x="1368" y="41863"/>
                    <a:pt x="2035" y="43031"/>
                    <a:pt x="2736" y="44165"/>
                  </a:cubicBezTo>
                  <a:cubicBezTo>
                    <a:pt x="3069" y="44732"/>
                    <a:pt x="3469" y="45266"/>
                    <a:pt x="3803" y="45866"/>
                  </a:cubicBezTo>
                  <a:cubicBezTo>
                    <a:pt x="3970" y="46100"/>
                    <a:pt x="4137" y="46400"/>
                    <a:pt x="4303" y="46700"/>
                  </a:cubicBezTo>
                  <a:lnTo>
                    <a:pt x="4337" y="46834"/>
                  </a:lnTo>
                  <a:lnTo>
                    <a:pt x="4370" y="46867"/>
                  </a:lnTo>
                  <a:cubicBezTo>
                    <a:pt x="4370" y="46900"/>
                    <a:pt x="4403" y="46934"/>
                    <a:pt x="4403" y="46934"/>
                  </a:cubicBezTo>
                  <a:lnTo>
                    <a:pt x="4570" y="47167"/>
                  </a:lnTo>
                  <a:lnTo>
                    <a:pt x="4904" y="47568"/>
                  </a:lnTo>
                  <a:cubicBezTo>
                    <a:pt x="5838" y="48602"/>
                    <a:pt x="6972" y="49502"/>
                    <a:pt x="8239" y="50069"/>
                  </a:cubicBezTo>
                  <a:cubicBezTo>
                    <a:pt x="9507" y="50670"/>
                    <a:pt x="10875" y="51037"/>
                    <a:pt x="12209" y="51270"/>
                  </a:cubicBezTo>
                  <a:cubicBezTo>
                    <a:pt x="13543" y="51537"/>
                    <a:pt x="14911" y="51670"/>
                    <a:pt x="16245" y="51837"/>
                  </a:cubicBezTo>
                  <a:cubicBezTo>
                    <a:pt x="17579" y="52004"/>
                    <a:pt x="18914" y="52171"/>
                    <a:pt x="20215" y="52404"/>
                  </a:cubicBezTo>
                  <a:cubicBezTo>
                    <a:pt x="21482" y="52671"/>
                    <a:pt x="22750" y="53071"/>
                    <a:pt x="23851" y="53705"/>
                  </a:cubicBezTo>
                  <a:cubicBezTo>
                    <a:pt x="24418" y="54005"/>
                    <a:pt x="24918" y="54406"/>
                    <a:pt x="25385" y="54839"/>
                  </a:cubicBezTo>
                  <a:cubicBezTo>
                    <a:pt x="25652" y="55040"/>
                    <a:pt x="25852" y="55273"/>
                    <a:pt x="26052" y="55507"/>
                  </a:cubicBezTo>
                  <a:cubicBezTo>
                    <a:pt x="26252" y="55740"/>
                    <a:pt x="26419" y="56007"/>
                    <a:pt x="26653" y="56240"/>
                  </a:cubicBezTo>
                  <a:cubicBezTo>
                    <a:pt x="27386" y="57341"/>
                    <a:pt x="28054" y="58509"/>
                    <a:pt x="28921" y="59543"/>
                  </a:cubicBezTo>
                  <a:lnTo>
                    <a:pt x="29254" y="59910"/>
                  </a:lnTo>
                  <a:lnTo>
                    <a:pt x="29488" y="60110"/>
                  </a:lnTo>
                  <a:lnTo>
                    <a:pt x="29755" y="60277"/>
                  </a:lnTo>
                  <a:cubicBezTo>
                    <a:pt x="30088" y="60510"/>
                    <a:pt x="30389" y="60610"/>
                    <a:pt x="30722" y="60744"/>
                  </a:cubicBezTo>
                  <a:cubicBezTo>
                    <a:pt x="31389" y="60944"/>
                    <a:pt x="32023" y="61111"/>
                    <a:pt x="32657" y="61277"/>
                  </a:cubicBezTo>
                  <a:cubicBezTo>
                    <a:pt x="33257" y="61444"/>
                    <a:pt x="33891" y="61611"/>
                    <a:pt x="34492" y="61778"/>
                  </a:cubicBezTo>
                  <a:cubicBezTo>
                    <a:pt x="35059" y="62011"/>
                    <a:pt x="35592" y="62211"/>
                    <a:pt x="35993" y="62545"/>
                  </a:cubicBezTo>
                  <a:cubicBezTo>
                    <a:pt x="36360" y="62912"/>
                    <a:pt x="36693" y="63379"/>
                    <a:pt x="36860" y="63879"/>
                  </a:cubicBezTo>
                  <a:cubicBezTo>
                    <a:pt x="37027" y="64380"/>
                    <a:pt x="37093" y="64913"/>
                    <a:pt x="37060" y="65514"/>
                  </a:cubicBezTo>
                  <a:cubicBezTo>
                    <a:pt x="37027" y="66681"/>
                    <a:pt x="36726" y="67849"/>
                    <a:pt x="36560" y="69050"/>
                  </a:cubicBezTo>
                  <a:cubicBezTo>
                    <a:pt x="36426" y="70050"/>
                    <a:pt x="36426" y="71118"/>
                    <a:pt x="36726" y="72052"/>
                  </a:cubicBezTo>
                  <a:cubicBezTo>
                    <a:pt x="37060" y="72952"/>
                    <a:pt x="37560" y="73620"/>
                    <a:pt x="37927" y="74053"/>
                  </a:cubicBezTo>
                  <a:lnTo>
                    <a:pt x="37894" y="74020"/>
                  </a:lnTo>
                  <a:lnTo>
                    <a:pt x="37894" y="74020"/>
                  </a:lnTo>
                  <a:cubicBezTo>
                    <a:pt x="38695" y="75021"/>
                    <a:pt x="39662" y="75854"/>
                    <a:pt x="40529" y="76688"/>
                  </a:cubicBezTo>
                  <a:cubicBezTo>
                    <a:pt x="41397" y="77522"/>
                    <a:pt x="42264" y="78390"/>
                    <a:pt x="42764" y="79424"/>
                  </a:cubicBezTo>
                  <a:cubicBezTo>
                    <a:pt x="43031" y="79924"/>
                    <a:pt x="43198" y="80524"/>
                    <a:pt x="43198" y="81058"/>
                  </a:cubicBezTo>
                  <a:cubicBezTo>
                    <a:pt x="43198" y="81625"/>
                    <a:pt x="43064" y="82192"/>
                    <a:pt x="42831" y="82726"/>
                  </a:cubicBezTo>
                  <a:cubicBezTo>
                    <a:pt x="42564" y="83260"/>
                    <a:pt x="42264" y="83793"/>
                    <a:pt x="41864" y="84194"/>
                  </a:cubicBezTo>
                  <a:cubicBezTo>
                    <a:pt x="41430" y="84594"/>
                    <a:pt x="40930" y="84894"/>
                    <a:pt x="40396" y="85128"/>
                  </a:cubicBezTo>
                  <a:cubicBezTo>
                    <a:pt x="39328" y="85595"/>
                    <a:pt x="38061" y="85862"/>
                    <a:pt x="36760" y="86062"/>
                  </a:cubicBezTo>
                  <a:cubicBezTo>
                    <a:pt x="35526" y="86262"/>
                    <a:pt x="34191" y="86462"/>
                    <a:pt x="32890" y="86962"/>
                  </a:cubicBezTo>
                  <a:cubicBezTo>
                    <a:pt x="32223" y="87229"/>
                    <a:pt x="31589" y="87563"/>
                    <a:pt x="31056" y="88030"/>
                  </a:cubicBezTo>
                  <a:cubicBezTo>
                    <a:pt x="30489" y="88463"/>
                    <a:pt x="30055" y="89064"/>
                    <a:pt x="29755" y="89731"/>
                  </a:cubicBezTo>
                  <a:cubicBezTo>
                    <a:pt x="29688" y="89898"/>
                    <a:pt x="29588" y="90065"/>
                    <a:pt x="29555" y="90231"/>
                  </a:cubicBezTo>
                  <a:lnTo>
                    <a:pt x="29388" y="90732"/>
                  </a:lnTo>
                  <a:cubicBezTo>
                    <a:pt x="29355" y="90899"/>
                    <a:pt x="29355" y="91099"/>
                    <a:pt x="29321" y="91265"/>
                  </a:cubicBezTo>
                  <a:cubicBezTo>
                    <a:pt x="29254" y="91466"/>
                    <a:pt x="29254" y="91632"/>
                    <a:pt x="29254" y="91799"/>
                  </a:cubicBezTo>
                  <a:cubicBezTo>
                    <a:pt x="29254" y="92533"/>
                    <a:pt x="29355" y="93200"/>
                    <a:pt x="29488" y="93867"/>
                  </a:cubicBezTo>
                  <a:cubicBezTo>
                    <a:pt x="30055" y="96469"/>
                    <a:pt x="31089" y="98904"/>
                    <a:pt x="32023" y="101273"/>
                  </a:cubicBezTo>
                  <a:cubicBezTo>
                    <a:pt x="33024" y="103574"/>
                    <a:pt x="32890" y="106143"/>
                    <a:pt x="33091" y="108645"/>
                  </a:cubicBezTo>
                  <a:cubicBezTo>
                    <a:pt x="33224" y="109946"/>
                    <a:pt x="33391" y="111213"/>
                    <a:pt x="33891" y="112414"/>
                  </a:cubicBezTo>
                  <a:cubicBezTo>
                    <a:pt x="34358" y="113615"/>
                    <a:pt x="35059" y="114716"/>
                    <a:pt x="35926" y="115583"/>
                  </a:cubicBezTo>
                  <a:cubicBezTo>
                    <a:pt x="36827" y="116450"/>
                    <a:pt x="37761" y="117217"/>
                    <a:pt x="38728" y="117885"/>
                  </a:cubicBezTo>
                  <a:cubicBezTo>
                    <a:pt x="39729" y="118552"/>
                    <a:pt x="40696" y="119119"/>
                    <a:pt x="41663" y="119753"/>
                  </a:cubicBezTo>
                  <a:cubicBezTo>
                    <a:pt x="42564" y="120386"/>
                    <a:pt x="43531" y="120953"/>
                    <a:pt x="44365" y="121621"/>
                  </a:cubicBezTo>
                  <a:lnTo>
                    <a:pt x="44999" y="122121"/>
                  </a:lnTo>
                  <a:cubicBezTo>
                    <a:pt x="45166" y="122288"/>
                    <a:pt x="45366" y="122454"/>
                    <a:pt x="45566" y="122655"/>
                  </a:cubicBezTo>
                  <a:cubicBezTo>
                    <a:pt x="46000" y="123055"/>
                    <a:pt x="46400" y="123388"/>
                    <a:pt x="46834" y="123722"/>
                  </a:cubicBezTo>
                  <a:cubicBezTo>
                    <a:pt x="48568" y="124990"/>
                    <a:pt x="50503" y="125757"/>
                    <a:pt x="52238" y="126424"/>
                  </a:cubicBezTo>
                  <a:cubicBezTo>
                    <a:pt x="54006" y="127091"/>
                    <a:pt x="55673" y="127758"/>
                    <a:pt x="57074" y="128559"/>
                  </a:cubicBezTo>
                  <a:cubicBezTo>
                    <a:pt x="57775" y="128926"/>
                    <a:pt x="58442" y="129393"/>
                    <a:pt x="59076" y="129793"/>
                  </a:cubicBezTo>
                  <a:cubicBezTo>
                    <a:pt x="59710" y="130227"/>
                    <a:pt x="60343" y="130627"/>
                    <a:pt x="60877" y="131061"/>
                  </a:cubicBezTo>
                  <a:cubicBezTo>
                    <a:pt x="61945" y="131895"/>
                    <a:pt x="62879" y="132728"/>
                    <a:pt x="63579" y="133496"/>
                  </a:cubicBezTo>
                  <a:cubicBezTo>
                    <a:pt x="64246" y="134296"/>
                    <a:pt x="64747" y="135097"/>
                    <a:pt x="65047" y="135764"/>
                  </a:cubicBezTo>
                  <a:cubicBezTo>
                    <a:pt x="65113" y="135931"/>
                    <a:pt x="65214" y="136098"/>
                    <a:pt x="65247" y="136264"/>
                  </a:cubicBezTo>
                  <a:cubicBezTo>
                    <a:pt x="65347" y="136398"/>
                    <a:pt x="65380" y="136565"/>
                    <a:pt x="65414" y="136665"/>
                  </a:cubicBezTo>
                  <a:cubicBezTo>
                    <a:pt x="65514" y="136965"/>
                    <a:pt x="65547" y="137232"/>
                    <a:pt x="65580" y="137398"/>
                  </a:cubicBezTo>
                  <a:cubicBezTo>
                    <a:pt x="65614" y="137565"/>
                    <a:pt x="65681" y="137732"/>
                    <a:pt x="65681" y="137799"/>
                  </a:cubicBezTo>
                  <a:lnTo>
                    <a:pt x="65681" y="137966"/>
                  </a:lnTo>
                  <a:cubicBezTo>
                    <a:pt x="65714" y="138232"/>
                    <a:pt x="65747" y="138433"/>
                    <a:pt x="65747" y="138599"/>
                  </a:cubicBezTo>
                  <a:cubicBezTo>
                    <a:pt x="65747" y="138766"/>
                    <a:pt x="65747" y="138933"/>
                    <a:pt x="65781" y="139066"/>
                  </a:cubicBezTo>
                  <a:cubicBezTo>
                    <a:pt x="65847" y="139300"/>
                    <a:pt x="65914" y="139433"/>
                    <a:pt x="65947" y="139433"/>
                  </a:cubicBezTo>
                  <a:cubicBezTo>
                    <a:pt x="66014" y="139433"/>
                    <a:pt x="66081" y="139300"/>
                    <a:pt x="66114" y="139066"/>
                  </a:cubicBezTo>
                  <a:cubicBezTo>
                    <a:pt x="66181" y="138799"/>
                    <a:pt x="66214" y="138433"/>
                    <a:pt x="66114" y="137899"/>
                  </a:cubicBezTo>
                  <a:lnTo>
                    <a:pt x="66114" y="137732"/>
                  </a:lnTo>
                  <a:cubicBezTo>
                    <a:pt x="66114" y="137599"/>
                    <a:pt x="66081" y="137465"/>
                    <a:pt x="66047" y="137265"/>
                  </a:cubicBezTo>
                  <a:cubicBezTo>
                    <a:pt x="66014" y="137065"/>
                    <a:pt x="65947" y="136798"/>
                    <a:pt x="65881" y="136498"/>
                  </a:cubicBezTo>
                  <a:cubicBezTo>
                    <a:pt x="65847" y="136398"/>
                    <a:pt x="65747" y="136231"/>
                    <a:pt x="65714" y="136064"/>
                  </a:cubicBezTo>
                  <a:cubicBezTo>
                    <a:pt x="65681" y="135897"/>
                    <a:pt x="65580" y="135731"/>
                    <a:pt x="65514" y="135564"/>
                  </a:cubicBezTo>
                  <a:cubicBezTo>
                    <a:pt x="65214" y="134797"/>
                    <a:pt x="64680" y="133963"/>
                    <a:pt x="63946" y="133129"/>
                  </a:cubicBezTo>
                  <a:cubicBezTo>
                    <a:pt x="63245" y="132295"/>
                    <a:pt x="62278" y="131428"/>
                    <a:pt x="61177" y="130594"/>
                  </a:cubicBezTo>
                  <a:cubicBezTo>
                    <a:pt x="60610" y="130127"/>
                    <a:pt x="60010" y="129726"/>
                    <a:pt x="59376" y="129293"/>
                  </a:cubicBezTo>
                  <a:cubicBezTo>
                    <a:pt x="58709" y="128892"/>
                    <a:pt x="58075" y="128425"/>
                    <a:pt x="57341" y="127992"/>
                  </a:cubicBezTo>
                  <a:cubicBezTo>
                    <a:pt x="55874" y="127225"/>
                    <a:pt x="54172" y="126491"/>
                    <a:pt x="52404" y="125824"/>
                  </a:cubicBezTo>
                  <a:cubicBezTo>
                    <a:pt x="50670" y="125123"/>
                    <a:pt x="48768" y="124389"/>
                    <a:pt x="47167" y="123155"/>
                  </a:cubicBezTo>
                  <a:cubicBezTo>
                    <a:pt x="46767" y="122888"/>
                    <a:pt x="46367" y="122555"/>
                    <a:pt x="46000" y="122154"/>
                  </a:cubicBezTo>
                  <a:cubicBezTo>
                    <a:pt x="45600" y="121787"/>
                    <a:pt x="45166" y="121420"/>
                    <a:pt x="44732" y="121087"/>
                  </a:cubicBezTo>
                  <a:cubicBezTo>
                    <a:pt x="43865" y="120386"/>
                    <a:pt x="42931" y="119786"/>
                    <a:pt x="41997" y="119152"/>
                  </a:cubicBezTo>
                  <a:cubicBezTo>
                    <a:pt x="40062" y="117951"/>
                    <a:pt x="38061" y="116750"/>
                    <a:pt x="36426" y="115083"/>
                  </a:cubicBezTo>
                  <a:cubicBezTo>
                    <a:pt x="35659" y="114249"/>
                    <a:pt x="35025" y="113248"/>
                    <a:pt x="34558" y="112147"/>
                  </a:cubicBezTo>
                  <a:cubicBezTo>
                    <a:pt x="34091" y="111080"/>
                    <a:pt x="33924" y="109879"/>
                    <a:pt x="33858" y="108645"/>
                  </a:cubicBezTo>
                  <a:cubicBezTo>
                    <a:pt x="33758" y="107410"/>
                    <a:pt x="33758" y="106143"/>
                    <a:pt x="33658" y="104875"/>
                  </a:cubicBezTo>
                  <a:cubicBezTo>
                    <a:pt x="33558" y="104241"/>
                    <a:pt x="33491" y="103574"/>
                    <a:pt x="33357" y="102940"/>
                  </a:cubicBezTo>
                  <a:cubicBezTo>
                    <a:pt x="33324" y="102640"/>
                    <a:pt x="33191" y="102307"/>
                    <a:pt x="33091" y="101973"/>
                  </a:cubicBezTo>
                  <a:lnTo>
                    <a:pt x="32757" y="101072"/>
                  </a:lnTo>
                  <a:cubicBezTo>
                    <a:pt x="31856" y="98637"/>
                    <a:pt x="30822" y="96269"/>
                    <a:pt x="30322" y="93767"/>
                  </a:cubicBezTo>
                  <a:cubicBezTo>
                    <a:pt x="30188" y="93133"/>
                    <a:pt x="30155" y="92533"/>
                    <a:pt x="30155" y="91933"/>
                  </a:cubicBezTo>
                  <a:cubicBezTo>
                    <a:pt x="30188" y="91766"/>
                    <a:pt x="30155" y="91599"/>
                    <a:pt x="30188" y="91466"/>
                  </a:cubicBezTo>
                  <a:cubicBezTo>
                    <a:pt x="30222" y="91366"/>
                    <a:pt x="30222" y="91199"/>
                    <a:pt x="30255" y="91065"/>
                  </a:cubicBezTo>
                  <a:lnTo>
                    <a:pt x="30389" y="90632"/>
                  </a:lnTo>
                  <a:cubicBezTo>
                    <a:pt x="30422" y="90532"/>
                    <a:pt x="30522" y="90365"/>
                    <a:pt x="30555" y="90231"/>
                  </a:cubicBezTo>
                  <a:cubicBezTo>
                    <a:pt x="30822" y="89698"/>
                    <a:pt x="31156" y="89197"/>
                    <a:pt x="31589" y="88797"/>
                  </a:cubicBezTo>
                  <a:cubicBezTo>
                    <a:pt x="32056" y="88430"/>
                    <a:pt x="32590" y="88130"/>
                    <a:pt x="33191" y="87930"/>
                  </a:cubicBezTo>
                  <a:cubicBezTo>
                    <a:pt x="34358" y="87463"/>
                    <a:pt x="35592" y="87263"/>
                    <a:pt x="36893" y="87062"/>
                  </a:cubicBezTo>
                  <a:cubicBezTo>
                    <a:pt x="38194" y="86796"/>
                    <a:pt x="39529" y="86595"/>
                    <a:pt x="40763" y="86062"/>
                  </a:cubicBezTo>
                  <a:cubicBezTo>
                    <a:pt x="41397" y="85762"/>
                    <a:pt x="42030" y="85395"/>
                    <a:pt x="42531" y="84894"/>
                  </a:cubicBezTo>
                  <a:cubicBezTo>
                    <a:pt x="43031" y="84394"/>
                    <a:pt x="43398" y="83793"/>
                    <a:pt x="43698" y="83193"/>
                  </a:cubicBezTo>
                  <a:cubicBezTo>
                    <a:pt x="43998" y="82559"/>
                    <a:pt x="44165" y="81859"/>
                    <a:pt x="44165" y="81125"/>
                  </a:cubicBezTo>
                  <a:cubicBezTo>
                    <a:pt x="44165" y="80424"/>
                    <a:pt x="43932" y="79724"/>
                    <a:pt x="43665" y="79090"/>
                  </a:cubicBezTo>
                  <a:cubicBezTo>
                    <a:pt x="43064" y="77856"/>
                    <a:pt x="42097" y="76922"/>
                    <a:pt x="41230" y="76055"/>
                  </a:cubicBezTo>
                  <a:cubicBezTo>
                    <a:pt x="40329" y="75187"/>
                    <a:pt x="39395" y="74353"/>
                    <a:pt x="38695" y="73453"/>
                  </a:cubicBezTo>
                  <a:cubicBezTo>
                    <a:pt x="38394" y="73086"/>
                    <a:pt x="37994" y="72552"/>
                    <a:pt x="37727" y="71785"/>
                  </a:cubicBezTo>
                  <a:cubicBezTo>
                    <a:pt x="37527" y="71051"/>
                    <a:pt x="37494" y="70084"/>
                    <a:pt x="37594" y="69150"/>
                  </a:cubicBezTo>
                  <a:cubicBezTo>
                    <a:pt x="37727" y="68015"/>
                    <a:pt x="38027" y="66815"/>
                    <a:pt x="38094" y="65547"/>
                  </a:cubicBezTo>
                  <a:cubicBezTo>
                    <a:pt x="38161" y="64880"/>
                    <a:pt x="38061" y="64213"/>
                    <a:pt x="37861" y="63546"/>
                  </a:cubicBezTo>
                  <a:cubicBezTo>
                    <a:pt x="37594" y="62878"/>
                    <a:pt x="37193" y="62278"/>
                    <a:pt x="36693" y="61778"/>
                  </a:cubicBezTo>
                  <a:cubicBezTo>
                    <a:pt x="36560" y="61644"/>
                    <a:pt x="36393" y="61578"/>
                    <a:pt x="36226" y="61444"/>
                  </a:cubicBezTo>
                  <a:cubicBezTo>
                    <a:pt x="36059" y="61377"/>
                    <a:pt x="35926" y="61277"/>
                    <a:pt x="35759" y="61211"/>
                  </a:cubicBezTo>
                  <a:cubicBezTo>
                    <a:pt x="35426" y="61044"/>
                    <a:pt x="35159" y="60910"/>
                    <a:pt x="34825" y="60810"/>
                  </a:cubicBezTo>
                  <a:cubicBezTo>
                    <a:pt x="34191" y="60610"/>
                    <a:pt x="33558" y="60510"/>
                    <a:pt x="32924" y="60310"/>
                  </a:cubicBezTo>
                  <a:cubicBezTo>
                    <a:pt x="32323" y="60210"/>
                    <a:pt x="31723" y="60043"/>
                    <a:pt x="31156" y="59843"/>
                  </a:cubicBezTo>
                  <a:cubicBezTo>
                    <a:pt x="30889" y="59710"/>
                    <a:pt x="30589" y="59609"/>
                    <a:pt x="30355" y="59443"/>
                  </a:cubicBezTo>
                  <a:lnTo>
                    <a:pt x="30222" y="59376"/>
                  </a:lnTo>
                  <a:lnTo>
                    <a:pt x="30088" y="59243"/>
                  </a:lnTo>
                  <a:lnTo>
                    <a:pt x="29822" y="58909"/>
                  </a:lnTo>
                  <a:cubicBezTo>
                    <a:pt x="28988" y="57942"/>
                    <a:pt x="28354" y="56841"/>
                    <a:pt x="27553" y="55707"/>
                  </a:cubicBezTo>
                  <a:cubicBezTo>
                    <a:pt x="27353" y="55406"/>
                    <a:pt x="27153" y="55106"/>
                    <a:pt x="26919" y="54873"/>
                  </a:cubicBezTo>
                  <a:cubicBezTo>
                    <a:pt x="26719" y="54606"/>
                    <a:pt x="26486" y="54372"/>
                    <a:pt x="26219" y="54106"/>
                  </a:cubicBezTo>
                  <a:cubicBezTo>
                    <a:pt x="25685" y="53672"/>
                    <a:pt x="25152" y="53205"/>
                    <a:pt x="24518" y="52871"/>
                  </a:cubicBezTo>
                  <a:cubicBezTo>
                    <a:pt x="23317" y="52171"/>
                    <a:pt x="21916" y="51737"/>
                    <a:pt x="20582" y="51437"/>
                  </a:cubicBezTo>
                  <a:cubicBezTo>
                    <a:pt x="19214" y="51203"/>
                    <a:pt x="17846" y="51037"/>
                    <a:pt x="16512" y="50903"/>
                  </a:cubicBezTo>
                  <a:cubicBezTo>
                    <a:pt x="13843" y="50603"/>
                    <a:pt x="11142" y="50370"/>
                    <a:pt x="8740" y="49269"/>
                  </a:cubicBezTo>
                  <a:cubicBezTo>
                    <a:pt x="7539" y="48735"/>
                    <a:pt x="6505" y="47934"/>
                    <a:pt x="5671" y="46967"/>
                  </a:cubicBezTo>
                  <a:lnTo>
                    <a:pt x="5371" y="46600"/>
                  </a:lnTo>
                  <a:lnTo>
                    <a:pt x="5204" y="46433"/>
                  </a:lnTo>
                  <a:lnTo>
                    <a:pt x="5171" y="46400"/>
                  </a:lnTo>
                  <a:lnTo>
                    <a:pt x="5071" y="46267"/>
                  </a:lnTo>
                  <a:cubicBezTo>
                    <a:pt x="4904" y="46000"/>
                    <a:pt x="4704" y="45700"/>
                    <a:pt x="4537" y="45399"/>
                  </a:cubicBezTo>
                  <a:cubicBezTo>
                    <a:pt x="4170" y="44866"/>
                    <a:pt x="3836" y="44265"/>
                    <a:pt x="3469" y="43731"/>
                  </a:cubicBezTo>
                  <a:cubicBezTo>
                    <a:pt x="2736" y="42664"/>
                    <a:pt x="2068" y="41530"/>
                    <a:pt x="1535" y="40362"/>
                  </a:cubicBezTo>
                  <a:cubicBezTo>
                    <a:pt x="1301" y="39762"/>
                    <a:pt x="1034" y="39195"/>
                    <a:pt x="901" y="38594"/>
                  </a:cubicBezTo>
                  <a:cubicBezTo>
                    <a:pt x="801" y="38027"/>
                    <a:pt x="834" y="37494"/>
                    <a:pt x="1034" y="36893"/>
                  </a:cubicBezTo>
                  <a:cubicBezTo>
                    <a:pt x="1468" y="35759"/>
                    <a:pt x="2202" y="34692"/>
                    <a:pt x="2635" y="33424"/>
                  </a:cubicBezTo>
                  <a:cubicBezTo>
                    <a:pt x="2736" y="33090"/>
                    <a:pt x="2836" y="32824"/>
                    <a:pt x="2869" y="32423"/>
                  </a:cubicBezTo>
                  <a:lnTo>
                    <a:pt x="2869" y="32257"/>
                  </a:lnTo>
                  <a:lnTo>
                    <a:pt x="2869" y="32123"/>
                  </a:lnTo>
                  <a:lnTo>
                    <a:pt x="2836" y="31890"/>
                  </a:lnTo>
                  <a:cubicBezTo>
                    <a:pt x="2836" y="31723"/>
                    <a:pt x="2836" y="31556"/>
                    <a:pt x="2802" y="31389"/>
                  </a:cubicBezTo>
                  <a:cubicBezTo>
                    <a:pt x="2669" y="30722"/>
                    <a:pt x="2502" y="30155"/>
                    <a:pt x="2302" y="29555"/>
                  </a:cubicBezTo>
                  <a:cubicBezTo>
                    <a:pt x="1902" y="28420"/>
                    <a:pt x="1568" y="27320"/>
                    <a:pt x="1735" y="26219"/>
                  </a:cubicBezTo>
                  <a:cubicBezTo>
                    <a:pt x="1902" y="25151"/>
                    <a:pt x="2535" y="24184"/>
                    <a:pt x="3169" y="23250"/>
                  </a:cubicBezTo>
                  <a:cubicBezTo>
                    <a:pt x="3469" y="22816"/>
                    <a:pt x="3803" y="22349"/>
                    <a:pt x="4070" y="21849"/>
                  </a:cubicBezTo>
                  <a:cubicBezTo>
                    <a:pt x="4237" y="21582"/>
                    <a:pt x="4370" y="21349"/>
                    <a:pt x="4503" y="21082"/>
                  </a:cubicBezTo>
                  <a:lnTo>
                    <a:pt x="4570" y="20882"/>
                  </a:lnTo>
                  <a:cubicBezTo>
                    <a:pt x="4637" y="20815"/>
                    <a:pt x="4670" y="20682"/>
                    <a:pt x="4670" y="20648"/>
                  </a:cubicBezTo>
                  <a:cubicBezTo>
                    <a:pt x="4670" y="20515"/>
                    <a:pt x="4704" y="20348"/>
                    <a:pt x="4737" y="20215"/>
                  </a:cubicBezTo>
                  <a:cubicBezTo>
                    <a:pt x="5004" y="19147"/>
                    <a:pt x="5037" y="18046"/>
                    <a:pt x="5237" y="17079"/>
                  </a:cubicBezTo>
                  <a:cubicBezTo>
                    <a:pt x="5337" y="16579"/>
                    <a:pt x="5471" y="16145"/>
                    <a:pt x="5671" y="15711"/>
                  </a:cubicBezTo>
                  <a:cubicBezTo>
                    <a:pt x="5838" y="15311"/>
                    <a:pt x="6138" y="14911"/>
                    <a:pt x="6405" y="14544"/>
                  </a:cubicBezTo>
                  <a:cubicBezTo>
                    <a:pt x="7005" y="13810"/>
                    <a:pt x="7706" y="13243"/>
                    <a:pt x="8473" y="12743"/>
                  </a:cubicBezTo>
                  <a:cubicBezTo>
                    <a:pt x="9974" y="11742"/>
                    <a:pt x="11475" y="11008"/>
                    <a:pt x="12743" y="10141"/>
                  </a:cubicBezTo>
                  <a:cubicBezTo>
                    <a:pt x="14010" y="9240"/>
                    <a:pt x="15044" y="8206"/>
                    <a:pt x="15645" y="7072"/>
                  </a:cubicBezTo>
                  <a:cubicBezTo>
                    <a:pt x="16212" y="5971"/>
                    <a:pt x="16412" y="4904"/>
                    <a:pt x="16512" y="4036"/>
                  </a:cubicBezTo>
                  <a:cubicBezTo>
                    <a:pt x="16512" y="3803"/>
                    <a:pt x="16545" y="3636"/>
                    <a:pt x="16545" y="3403"/>
                  </a:cubicBezTo>
                  <a:lnTo>
                    <a:pt x="16545" y="2869"/>
                  </a:lnTo>
                  <a:cubicBezTo>
                    <a:pt x="16545" y="2535"/>
                    <a:pt x="16512" y="2235"/>
                    <a:pt x="16512" y="2035"/>
                  </a:cubicBezTo>
                  <a:cubicBezTo>
                    <a:pt x="16512" y="1835"/>
                    <a:pt x="16479" y="1668"/>
                    <a:pt x="16479" y="1535"/>
                  </a:cubicBezTo>
                  <a:cubicBezTo>
                    <a:pt x="16412" y="1401"/>
                    <a:pt x="16412" y="1368"/>
                    <a:pt x="16412" y="1368"/>
                  </a:cubicBezTo>
                  <a:cubicBezTo>
                    <a:pt x="16345" y="867"/>
                    <a:pt x="16245" y="534"/>
                    <a:pt x="16012" y="334"/>
                  </a:cubicBezTo>
                  <a:cubicBezTo>
                    <a:pt x="15912" y="67"/>
                    <a:pt x="15845" y="0"/>
                    <a:pt x="158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8" name="Google Shape;718;p6"/>
            <p:cNvSpPr/>
            <p:nvPr/>
          </p:nvSpPr>
          <p:spPr>
            <a:xfrm>
              <a:off x="10119395" y="1094910"/>
              <a:ext cx="819551" cy="1132155"/>
            </a:xfrm>
            <a:custGeom>
              <a:avLst/>
              <a:gdLst/>
              <a:ahLst/>
              <a:cxnLst/>
              <a:rect l="l" t="t" r="r" b="b"/>
              <a:pathLst>
                <a:path w="36376" h="50251" extrusionOk="0">
                  <a:moveTo>
                    <a:pt x="1369" y="1"/>
                  </a:moveTo>
                  <a:cubicBezTo>
                    <a:pt x="1207" y="1"/>
                    <a:pt x="1140" y="246"/>
                    <a:pt x="1334" y="616"/>
                  </a:cubicBezTo>
                  <a:cubicBezTo>
                    <a:pt x="1334" y="616"/>
                    <a:pt x="1368" y="649"/>
                    <a:pt x="1435" y="816"/>
                  </a:cubicBezTo>
                  <a:cubicBezTo>
                    <a:pt x="1435" y="916"/>
                    <a:pt x="1468" y="983"/>
                    <a:pt x="1501" y="1116"/>
                  </a:cubicBezTo>
                  <a:cubicBezTo>
                    <a:pt x="1501" y="1216"/>
                    <a:pt x="1501" y="1383"/>
                    <a:pt x="1535" y="1483"/>
                  </a:cubicBezTo>
                  <a:cubicBezTo>
                    <a:pt x="1635" y="2117"/>
                    <a:pt x="1435" y="2951"/>
                    <a:pt x="867" y="3985"/>
                  </a:cubicBezTo>
                  <a:cubicBezTo>
                    <a:pt x="634" y="4485"/>
                    <a:pt x="300" y="5119"/>
                    <a:pt x="134" y="5820"/>
                  </a:cubicBezTo>
                  <a:cubicBezTo>
                    <a:pt x="100" y="6053"/>
                    <a:pt x="34" y="6220"/>
                    <a:pt x="34" y="6420"/>
                  </a:cubicBezTo>
                  <a:cubicBezTo>
                    <a:pt x="34" y="6587"/>
                    <a:pt x="0" y="6787"/>
                    <a:pt x="34" y="6987"/>
                  </a:cubicBezTo>
                  <a:cubicBezTo>
                    <a:pt x="34" y="7221"/>
                    <a:pt x="100" y="7387"/>
                    <a:pt x="134" y="7588"/>
                  </a:cubicBezTo>
                  <a:cubicBezTo>
                    <a:pt x="167" y="7754"/>
                    <a:pt x="167" y="7955"/>
                    <a:pt x="267" y="8155"/>
                  </a:cubicBezTo>
                  <a:cubicBezTo>
                    <a:pt x="334" y="8321"/>
                    <a:pt x="367" y="8555"/>
                    <a:pt x="501" y="8755"/>
                  </a:cubicBezTo>
                  <a:lnTo>
                    <a:pt x="667" y="9055"/>
                  </a:lnTo>
                  <a:cubicBezTo>
                    <a:pt x="701" y="9155"/>
                    <a:pt x="801" y="9255"/>
                    <a:pt x="867" y="9322"/>
                  </a:cubicBezTo>
                  <a:cubicBezTo>
                    <a:pt x="1001" y="9556"/>
                    <a:pt x="1201" y="9656"/>
                    <a:pt x="1368" y="9823"/>
                  </a:cubicBezTo>
                  <a:cubicBezTo>
                    <a:pt x="1601" y="9956"/>
                    <a:pt x="1801" y="10089"/>
                    <a:pt x="2002" y="10156"/>
                  </a:cubicBezTo>
                  <a:cubicBezTo>
                    <a:pt x="2869" y="10556"/>
                    <a:pt x="3803" y="10623"/>
                    <a:pt x="4637" y="10923"/>
                  </a:cubicBezTo>
                  <a:cubicBezTo>
                    <a:pt x="5037" y="11057"/>
                    <a:pt x="5471" y="11257"/>
                    <a:pt x="5804" y="11490"/>
                  </a:cubicBezTo>
                  <a:lnTo>
                    <a:pt x="5938" y="11590"/>
                  </a:lnTo>
                  <a:lnTo>
                    <a:pt x="5971" y="11624"/>
                  </a:lnTo>
                  <a:cubicBezTo>
                    <a:pt x="5971" y="11657"/>
                    <a:pt x="6004" y="11724"/>
                    <a:pt x="6038" y="11724"/>
                  </a:cubicBezTo>
                  <a:lnTo>
                    <a:pt x="6138" y="11757"/>
                  </a:lnTo>
                  <a:cubicBezTo>
                    <a:pt x="6171" y="11791"/>
                    <a:pt x="6271" y="11891"/>
                    <a:pt x="6338" y="11924"/>
                  </a:cubicBezTo>
                  <a:cubicBezTo>
                    <a:pt x="6505" y="12091"/>
                    <a:pt x="6638" y="12224"/>
                    <a:pt x="6772" y="12424"/>
                  </a:cubicBezTo>
                  <a:cubicBezTo>
                    <a:pt x="7039" y="12791"/>
                    <a:pt x="7272" y="13225"/>
                    <a:pt x="7506" y="13659"/>
                  </a:cubicBezTo>
                  <a:cubicBezTo>
                    <a:pt x="7639" y="13892"/>
                    <a:pt x="7806" y="14126"/>
                    <a:pt x="7973" y="14326"/>
                  </a:cubicBezTo>
                  <a:cubicBezTo>
                    <a:pt x="8106" y="14459"/>
                    <a:pt x="8173" y="14593"/>
                    <a:pt x="8306" y="14659"/>
                  </a:cubicBezTo>
                  <a:cubicBezTo>
                    <a:pt x="8339" y="14693"/>
                    <a:pt x="8373" y="14759"/>
                    <a:pt x="8473" y="14793"/>
                  </a:cubicBezTo>
                  <a:lnTo>
                    <a:pt x="8540" y="14826"/>
                  </a:lnTo>
                  <a:lnTo>
                    <a:pt x="8606" y="14893"/>
                  </a:lnTo>
                  <a:lnTo>
                    <a:pt x="8640" y="14926"/>
                  </a:lnTo>
                  <a:lnTo>
                    <a:pt x="8706" y="14993"/>
                  </a:lnTo>
                  <a:cubicBezTo>
                    <a:pt x="8773" y="15060"/>
                    <a:pt x="8840" y="15093"/>
                    <a:pt x="8873" y="15126"/>
                  </a:cubicBezTo>
                  <a:lnTo>
                    <a:pt x="9273" y="15393"/>
                  </a:lnTo>
                  <a:cubicBezTo>
                    <a:pt x="9540" y="15493"/>
                    <a:pt x="9807" y="15627"/>
                    <a:pt x="10107" y="15660"/>
                  </a:cubicBezTo>
                  <a:cubicBezTo>
                    <a:pt x="10641" y="15793"/>
                    <a:pt x="11175" y="15827"/>
                    <a:pt x="11675" y="15894"/>
                  </a:cubicBezTo>
                  <a:cubicBezTo>
                    <a:pt x="12176" y="15927"/>
                    <a:pt x="12643" y="15994"/>
                    <a:pt x="13110" y="16160"/>
                  </a:cubicBezTo>
                  <a:lnTo>
                    <a:pt x="13810" y="16427"/>
                  </a:lnTo>
                  <a:lnTo>
                    <a:pt x="14477" y="16761"/>
                  </a:lnTo>
                  <a:cubicBezTo>
                    <a:pt x="15345" y="17228"/>
                    <a:pt x="16145" y="17828"/>
                    <a:pt x="17012" y="18429"/>
                  </a:cubicBezTo>
                  <a:cubicBezTo>
                    <a:pt x="17846" y="18996"/>
                    <a:pt x="18780" y="19563"/>
                    <a:pt x="19648" y="20063"/>
                  </a:cubicBezTo>
                  <a:cubicBezTo>
                    <a:pt x="19848" y="20163"/>
                    <a:pt x="20115" y="20263"/>
                    <a:pt x="20348" y="20397"/>
                  </a:cubicBezTo>
                  <a:cubicBezTo>
                    <a:pt x="20615" y="20497"/>
                    <a:pt x="20882" y="20564"/>
                    <a:pt x="21149" y="20630"/>
                  </a:cubicBezTo>
                  <a:cubicBezTo>
                    <a:pt x="21449" y="20664"/>
                    <a:pt x="21716" y="20730"/>
                    <a:pt x="21983" y="20730"/>
                  </a:cubicBezTo>
                  <a:cubicBezTo>
                    <a:pt x="22216" y="20730"/>
                    <a:pt x="22516" y="20730"/>
                    <a:pt x="22716" y="20664"/>
                  </a:cubicBezTo>
                  <a:cubicBezTo>
                    <a:pt x="23183" y="20630"/>
                    <a:pt x="23650" y="20597"/>
                    <a:pt x="24117" y="20597"/>
                  </a:cubicBezTo>
                  <a:cubicBezTo>
                    <a:pt x="24551" y="20597"/>
                    <a:pt x="25018" y="20597"/>
                    <a:pt x="25452" y="20630"/>
                  </a:cubicBezTo>
                  <a:cubicBezTo>
                    <a:pt x="26286" y="20764"/>
                    <a:pt x="27186" y="21064"/>
                    <a:pt x="28020" y="21431"/>
                  </a:cubicBezTo>
                  <a:cubicBezTo>
                    <a:pt x="28854" y="21798"/>
                    <a:pt x="29688" y="22331"/>
                    <a:pt x="30322" y="22965"/>
                  </a:cubicBezTo>
                  <a:lnTo>
                    <a:pt x="30522" y="23232"/>
                  </a:lnTo>
                  <a:lnTo>
                    <a:pt x="30622" y="23299"/>
                  </a:lnTo>
                  <a:lnTo>
                    <a:pt x="30689" y="23432"/>
                  </a:lnTo>
                  <a:lnTo>
                    <a:pt x="31022" y="23999"/>
                  </a:lnTo>
                  <a:cubicBezTo>
                    <a:pt x="31156" y="24233"/>
                    <a:pt x="31223" y="24433"/>
                    <a:pt x="31323" y="24633"/>
                  </a:cubicBezTo>
                  <a:cubicBezTo>
                    <a:pt x="31389" y="24833"/>
                    <a:pt x="31456" y="25067"/>
                    <a:pt x="31523" y="25267"/>
                  </a:cubicBezTo>
                  <a:cubicBezTo>
                    <a:pt x="31790" y="26101"/>
                    <a:pt x="31823" y="27001"/>
                    <a:pt x="31723" y="27835"/>
                  </a:cubicBezTo>
                  <a:cubicBezTo>
                    <a:pt x="31690" y="28669"/>
                    <a:pt x="31489" y="29503"/>
                    <a:pt x="31323" y="30270"/>
                  </a:cubicBezTo>
                  <a:cubicBezTo>
                    <a:pt x="31156" y="31004"/>
                    <a:pt x="30989" y="31738"/>
                    <a:pt x="30856" y="32405"/>
                  </a:cubicBezTo>
                  <a:cubicBezTo>
                    <a:pt x="30555" y="33673"/>
                    <a:pt x="30622" y="34740"/>
                    <a:pt x="30655" y="35241"/>
                  </a:cubicBezTo>
                  <a:lnTo>
                    <a:pt x="30655" y="35174"/>
                  </a:lnTo>
                  <a:cubicBezTo>
                    <a:pt x="30689" y="36141"/>
                    <a:pt x="31122" y="36942"/>
                    <a:pt x="31389" y="37642"/>
                  </a:cubicBezTo>
                  <a:cubicBezTo>
                    <a:pt x="31690" y="38343"/>
                    <a:pt x="31856" y="39010"/>
                    <a:pt x="31856" y="39644"/>
                  </a:cubicBezTo>
                  <a:cubicBezTo>
                    <a:pt x="31856" y="39811"/>
                    <a:pt x="31823" y="39944"/>
                    <a:pt x="31823" y="40111"/>
                  </a:cubicBezTo>
                  <a:cubicBezTo>
                    <a:pt x="31790" y="40278"/>
                    <a:pt x="31723" y="40444"/>
                    <a:pt x="31690" y="40578"/>
                  </a:cubicBezTo>
                  <a:cubicBezTo>
                    <a:pt x="31623" y="40845"/>
                    <a:pt x="31489" y="41145"/>
                    <a:pt x="31389" y="41412"/>
                  </a:cubicBezTo>
                  <a:cubicBezTo>
                    <a:pt x="31156" y="41946"/>
                    <a:pt x="30956" y="42413"/>
                    <a:pt x="30789" y="42846"/>
                  </a:cubicBezTo>
                  <a:cubicBezTo>
                    <a:pt x="30722" y="42980"/>
                    <a:pt x="30689" y="43113"/>
                    <a:pt x="30655" y="43180"/>
                  </a:cubicBezTo>
                  <a:cubicBezTo>
                    <a:pt x="30622" y="43280"/>
                    <a:pt x="30622" y="43413"/>
                    <a:pt x="30555" y="43480"/>
                  </a:cubicBezTo>
                  <a:cubicBezTo>
                    <a:pt x="30489" y="43680"/>
                    <a:pt x="30455" y="43847"/>
                    <a:pt x="30455" y="44014"/>
                  </a:cubicBezTo>
                  <a:cubicBezTo>
                    <a:pt x="30455" y="44247"/>
                    <a:pt x="30389" y="44347"/>
                    <a:pt x="30389" y="44481"/>
                  </a:cubicBezTo>
                  <a:lnTo>
                    <a:pt x="30389" y="44781"/>
                  </a:lnTo>
                  <a:cubicBezTo>
                    <a:pt x="30389" y="44899"/>
                    <a:pt x="30389" y="44955"/>
                    <a:pt x="30393" y="44955"/>
                  </a:cubicBezTo>
                  <a:cubicBezTo>
                    <a:pt x="30399" y="44955"/>
                    <a:pt x="30415" y="44823"/>
                    <a:pt x="30455" y="44581"/>
                  </a:cubicBezTo>
                  <a:lnTo>
                    <a:pt x="30455" y="44581"/>
                  </a:lnTo>
                  <a:cubicBezTo>
                    <a:pt x="30355" y="45481"/>
                    <a:pt x="30389" y="46315"/>
                    <a:pt x="30655" y="47083"/>
                  </a:cubicBezTo>
                  <a:cubicBezTo>
                    <a:pt x="30889" y="47783"/>
                    <a:pt x="31356" y="48350"/>
                    <a:pt x="31856" y="48684"/>
                  </a:cubicBezTo>
                  <a:cubicBezTo>
                    <a:pt x="32323" y="49084"/>
                    <a:pt x="32824" y="49251"/>
                    <a:pt x="33191" y="49418"/>
                  </a:cubicBezTo>
                  <a:cubicBezTo>
                    <a:pt x="33558" y="49584"/>
                    <a:pt x="33891" y="49684"/>
                    <a:pt x="34191" y="49784"/>
                  </a:cubicBezTo>
                  <a:cubicBezTo>
                    <a:pt x="35325" y="50118"/>
                    <a:pt x="35626" y="50185"/>
                    <a:pt x="35626" y="50185"/>
                  </a:cubicBezTo>
                  <a:cubicBezTo>
                    <a:pt x="35763" y="50231"/>
                    <a:pt x="35880" y="50251"/>
                    <a:pt x="35975" y="50251"/>
                  </a:cubicBezTo>
                  <a:cubicBezTo>
                    <a:pt x="36362" y="50251"/>
                    <a:pt x="36375" y="49913"/>
                    <a:pt x="35893" y="49618"/>
                  </a:cubicBezTo>
                  <a:cubicBezTo>
                    <a:pt x="35893" y="49618"/>
                    <a:pt x="35659" y="49518"/>
                    <a:pt x="34525" y="49184"/>
                  </a:cubicBezTo>
                  <a:cubicBezTo>
                    <a:pt x="34225" y="49117"/>
                    <a:pt x="33891" y="49017"/>
                    <a:pt x="33524" y="48850"/>
                  </a:cubicBezTo>
                  <a:cubicBezTo>
                    <a:pt x="33157" y="48684"/>
                    <a:pt x="32724" y="48517"/>
                    <a:pt x="32323" y="48183"/>
                  </a:cubicBezTo>
                  <a:cubicBezTo>
                    <a:pt x="31890" y="47916"/>
                    <a:pt x="31523" y="47449"/>
                    <a:pt x="31323" y="46816"/>
                  </a:cubicBezTo>
                  <a:cubicBezTo>
                    <a:pt x="31152" y="46277"/>
                    <a:pt x="31127" y="45641"/>
                    <a:pt x="31144" y="44909"/>
                  </a:cubicBezTo>
                  <a:lnTo>
                    <a:pt x="31144" y="44909"/>
                  </a:lnTo>
                  <a:cubicBezTo>
                    <a:pt x="31144" y="44913"/>
                    <a:pt x="31145" y="44915"/>
                    <a:pt x="31146" y="44915"/>
                  </a:cubicBezTo>
                  <a:cubicBezTo>
                    <a:pt x="31150" y="44915"/>
                    <a:pt x="31156" y="44856"/>
                    <a:pt x="31156" y="44748"/>
                  </a:cubicBezTo>
                  <a:lnTo>
                    <a:pt x="31156" y="44447"/>
                  </a:lnTo>
                  <a:cubicBezTo>
                    <a:pt x="31156" y="44314"/>
                    <a:pt x="31189" y="44180"/>
                    <a:pt x="31189" y="44080"/>
                  </a:cubicBezTo>
                  <a:cubicBezTo>
                    <a:pt x="31189" y="43947"/>
                    <a:pt x="31223" y="43780"/>
                    <a:pt x="31289" y="43613"/>
                  </a:cubicBezTo>
                  <a:cubicBezTo>
                    <a:pt x="31323" y="43513"/>
                    <a:pt x="31323" y="43447"/>
                    <a:pt x="31356" y="43347"/>
                  </a:cubicBezTo>
                  <a:cubicBezTo>
                    <a:pt x="31389" y="43280"/>
                    <a:pt x="31456" y="43146"/>
                    <a:pt x="31489" y="43080"/>
                  </a:cubicBezTo>
                  <a:cubicBezTo>
                    <a:pt x="31656" y="42646"/>
                    <a:pt x="31856" y="42179"/>
                    <a:pt x="32123" y="41645"/>
                  </a:cubicBezTo>
                  <a:cubicBezTo>
                    <a:pt x="32223" y="41412"/>
                    <a:pt x="32357" y="41112"/>
                    <a:pt x="32457" y="40778"/>
                  </a:cubicBezTo>
                  <a:lnTo>
                    <a:pt x="32557" y="40278"/>
                  </a:lnTo>
                  <a:cubicBezTo>
                    <a:pt x="32557" y="40111"/>
                    <a:pt x="32624" y="39944"/>
                    <a:pt x="32624" y="39744"/>
                  </a:cubicBezTo>
                  <a:cubicBezTo>
                    <a:pt x="32657" y="38977"/>
                    <a:pt x="32457" y="38176"/>
                    <a:pt x="32157" y="37442"/>
                  </a:cubicBezTo>
                  <a:cubicBezTo>
                    <a:pt x="31856" y="36675"/>
                    <a:pt x="31489" y="35975"/>
                    <a:pt x="31489" y="35241"/>
                  </a:cubicBezTo>
                  <a:lnTo>
                    <a:pt x="31489" y="35174"/>
                  </a:lnTo>
                  <a:cubicBezTo>
                    <a:pt x="31456" y="34740"/>
                    <a:pt x="31456" y="33806"/>
                    <a:pt x="31723" y="32572"/>
                  </a:cubicBezTo>
                  <a:cubicBezTo>
                    <a:pt x="31856" y="31938"/>
                    <a:pt x="32023" y="31238"/>
                    <a:pt x="32223" y="30471"/>
                  </a:cubicBezTo>
                  <a:cubicBezTo>
                    <a:pt x="32457" y="29670"/>
                    <a:pt x="32657" y="28836"/>
                    <a:pt x="32724" y="27935"/>
                  </a:cubicBezTo>
                  <a:cubicBezTo>
                    <a:pt x="32957" y="26101"/>
                    <a:pt x="32624" y="23899"/>
                    <a:pt x="31122" y="22265"/>
                  </a:cubicBezTo>
                  <a:cubicBezTo>
                    <a:pt x="30355" y="21498"/>
                    <a:pt x="29488" y="20964"/>
                    <a:pt x="28554" y="20497"/>
                  </a:cubicBezTo>
                  <a:cubicBezTo>
                    <a:pt x="27653" y="20063"/>
                    <a:pt x="26686" y="19763"/>
                    <a:pt x="25685" y="19596"/>
                  </a:cubicBezTo>
                  <a:cubicBezTo>
                    <a:pt x="25185" y="19596"/>
                    <a:pt x="24718" y="19563"/>
                    <a:pt x="24218" y="19563"/>
                  </a:cubicBezTo>
                  <a:cubicBezTo>
                    <a:pt x="23717" y="19596"/>
                    <a:pt x="23217" y="19596"/>
                    <a:pt x="22783" y="19630"/>
                  </a:cubicBezTo>
                  <a:cubicBezTo>
                    <a:pt x="22516" y="19663"/>
                    <a:pt x="22316" y="19663"/>
                    <a:pt x="22049" y="19663"/>
                  </a:cubicBezTo>
                  <a:cubicBezTo>
                    <a:pt x="21849" y="19663"/>
                    <a:pt x="21649" y="19663"/>
                    <a:pt x="21449" y="19630"/>
                  </a:cubicBezTo>
                  <a:cubicBezTo>
                    <a:pt x="21215" y="19596"/>
                    <a:pt x="21015" y="19563"/>
                    <a:pt x="20815" y="19463"/>
                  </a:cubicBezTo>
                  <a:cubicBezTo>
                    <a:pt x="20615" y="19396"/>
                    <a:pt x="20381" y="19263"/>
                    <a:pt x="20181" y="19163"/>
                  </a:cubicBezTo>
                  <a:cubicBezTo>
                    <a:pt x="19347" y="18729"/>
                    <a:pt x="18480" y="18229"/>
                    <a:pt x="17646" y="17628"/>
                  </a:cubicBezTo>
                  <a:cubicBezTo>
                    <a:pt x="16812" y="17061"/>
                    <a:pt x="15945" y="16427"/>
                    <a:pt x="14978" y="15927"/>
                  </a:cubicBezTo>
                  <a:lnTo>
                    <a:pt x="14210" y="15593"/>
                  </a:lnTo>
                  <a:lnTo>
                    <a:pt x="13443" y="15326"/>
                  </a:lnTo>
                  <a:cubicBezTo>
                    <a:pt x="12876" y="15160"/>
                    <a:pt x="12342" y="15093"/>
                    <a:pt x="11809" y="15060"/>
                  </a:cubicBezTo>
                  <a:cubicBezTo>
                    <a:pt x="11275" y="14993"/>
                    <a:pt x="10775" y="14960"/>
                    <a:pt x="10308" y="14893"/>
                  </a:cubicBezTo>
                  <a:cubicBezTo>
                    <a:pt x="10041" y="14826"/>
                    <a:pt x="9874" y="14759"/>
                    <a:pt x="9674" y="14659"/>
                  </a:cubicBezTo>
                  <a:cubicBezTo>
                    <a:pt x="9607" y="14626"/>
                    <a:pt x="9507" y="14593"/>
                    <a:pt x="9440" y="14493"/>
                  </a:cubicBezTo>
                  <a:cubicBezTo>
                    <a:pt x="9374" y="14493"/>
                    <a:pt x="9340" y="14459"/>
                    <a:pt x="9307" y="14426"/>
                  </a:cubicBezTo>
                  <a:lnTo>
                    <a:pt x="9273" y="14392"/>
                  </a:lnTo>
                  <a:lnTo>
                    <a:pt x="9207" y="14326"/>
                  </a:lnTo>
                  <a:cubicBezTo>
                    <a:pt x="9173" y="14292"/>
                    <a:pt x="9173" y="14259"/>
                    <a:pt x="9140" y="14259"/>
                  </a:cubicBezTo>
                  <a:lnTo>
                    <a:pt x="8973" y="14159"/>
                  </a:lnTo>
                  <a:cubicBezTo>
                    <a:pt x="8940" y="14159"/>
                    <a:pt x="8873" y="14126"/>
                    <a:pt x="8840" y="14092"/>
                  </a:cubicBezTo>
                  <a:cubicBezTo>
                    <a:pt x="8773" y="14059"/>
                    <a:pt x="8706" y="13959"/>
                    <a:pt x="8640" y="13892"/>
                  </a:cubicBezTo>
                  <a:cubicBezTo>
                    <a:pt x="8473" y="13725"/>
                    <a:pt x="8339" y="13559"/>
                    <a:pt x="8206" y="13325"/>
                  </a:cubicBezTo>
                  <a:cubicBezTo>
                    <a:pt x="7973" y="12925"/>
                    <a:pt x="7772" y="12458"/>
                    <a:pt x="7472" y="12057"/>
                  </a:cubicBezTo>
                  <a:cubicBezTo>
                    <a:pt x="7305" y="11824"/>
                    <a:pt x="7139" y="11624"/>
                    <a:pt x="6938" y="11424"/>
                  </a:cubicBezTo>
                  <a:lnTo>
                    <a:pt x="6538" y="11157"/>
                  </a:lnTo>
                  <a:lnTo>
                    <a:pt x="6471" y="11123"/>
                  </a:lnTo>
                  <a:lnTo>
                    <a:pt x="6505" y="11123"/>
                  </a:lnTo>
                  <a:lnTo>
                    <a:pt x="6471" y="11090"/>
                  </a:lnTo>
                  <a:lnTo>
                    <a:pt x="6305" y="10957"/>
                  </a:lnTo>
                  <a:cubicBezTo>
                    <a:pt x="6105" y="10790"/>
                    <a:pt x="5838" y="10656"/>
                    <a:pt x="5638" y="10556"/>
                  </a:cubicBezTo>
                  <a:cubicBezTo>
                    <a:pt x="5371" y="10456"/>
                    <a:pt x="5171" y="10390"/>
                    <a:pt x="4937" y="10290"/>
                  </a:cubicBezTo>
                  <a:cubicBezTo>
                    <a:pt x="3970" y="9956"/>
                    <a:pt x="3036" y="9923"/>
                    <a:pt x="2335" y="9589"/>
                  </a:cubicBezTo>
                  <a:cubicBezTo>
                    <a:pt x="1601" y="9289"/>
                    <a:pt x="1134" y="8722"/>
                    <a:pt x="934" y="7988"/>
                  </a:cubicBezTo>
                  <a:cubicBezTo>
                    <a:pt x="867" y="7821"/>
                    <a:pt x="834" y="7621"/>
                    <a:pt x="801" y="7454"/>
                  </a:cubicBezTo>
                  <a:cubicBezTo>
                    <a:pt x="767" y="7287"/>
                    <a:pt x="767" y="7121"/>
                    <a:pt x="701" y="6954"/>
                  </a:cubicBezTo>
                  <a:cubicBezTo>
                    <a:pt x="667" y="6620"/>
                    <a:pt x="701" y="6320"/>
                    <a:pt x="767" y="5986"/>
                  </a:cubicBezTo>
                  <a:cubicBezTo>
                    <a:pt x="934" y="5319"/>
                    <a:pt x="1168" y="4786"/>
                    <a:pt x="1435" y="4252"/>
                  </a:cubicBezTo>
                  <a:cubicBezTo>
                    <a:pt x="1935" y="3151"/>
                    <a:pt x="2202" y="2150"/>
                    <a:pt x="2102" y="1450"/>
                  </a:cubicBezTo>
                  <a:cubicBezTo>
                    <a:pt x="2035" y="1283"/>
                    <a:pt x="2035" y="1116"/>
                    <a:pt x="2002" y="983"/>
                  </a:cubicBezTo>
                  <a:cubicBezTo>
                    <a:pt x="1968" y="883"/>
                    <a:pt x="1935" y="749"/>
                    <a:pt x="1868" y="649"/>
                  </a:cubicBezTo>
                  <a:cubicBezTo>
                    <a:pt x="1835" y="483"/>
                    <a:pt x="1801" y="416"/>
                    <a:pt x="1801" y="416"/>
                  </a:cubicBezTo>
                  <a:cubicBezTo>
                    <a:pt x="1649" y="125"/>
                    <a:pt x="1485" y="1"/>
                    <a:pt x="13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9" name="Google Shape;719;p6"/>
            <p:cNvSpPr/>
            <p:nvPr/>
          </p:nvSpPr>
          <p:spPr>
            <a:xfrm>
              <a:off x="10203995" y="1045614"/>
              <a:ext cx="732766" cy="593688"/>
            </a:xfrm>
            <a:custGeom>
              <a:avLst/>
              <a:gdLst/>
              <a:ahLst/>
              <a:cxnLst/>
              <a:rect l="l" t="t" r="r" b="b"/>
              <a:pathLst>
                <a:path w="32524" h="26351" extrusionOk="0">
                  <a:moveTo>
                    <a:pt x="80" y="0"/>
                  </a:moveTo>
                  <a:lnTo>
                    <a:pt x="80" y="0"/>
                  </a:lnTo>
                  <a:cubicBezTo>
                    <a:pt x="6" y="0"/>
                    <a:pt x="1" y="141"/>
                    <a:pt x="115" y="369"/>
                  </a:cubicBezTo>
                  <a:cubicBezTo>
                    <a:pt x="115" y="369"/>
                    <a:pt x="181" y="436"/>
                    <a:pt x="215" y="602"/>
                  </a:cubicBezTo>
                  <a:cubicBezTo>
                    <a:pt x="248" y="669"/>
                    <a:pt x="281" y="802"/>
                    <a:pt x="348" y="936"/>
                  </a:cubicBezTo>
                  <a:cubicBezTo>
                    <a:pt x="381" y="1103"/>
                    <a:pt x="415" y="1269"/>
                    <a:pt x="448" y="1470"/>
                  </a:cubicBezTo>
                  <a:cubicBezTo>
                    <a:pt x="548" y="1870"/>
                    <a:pt x="548" y="2504"/>
                    <a:pt x="415" y="3304"/>
                  </a:cubicBezTo>
                  <a:cubicBezTo>
                    <a:pt x="348" y="3671"/>
                    <a:pt x="248" y="4138"/>
                    <a:pt x="181" y="4672"/>
                  </a:cubicBezTo>
                  <a:cubicBezTo>
                    <a:pt x="81" y="5172"/>
                    <a:pt x="48" y="5806"/>
                    <a:pt x="215" y="6473"/>
                  </a:cubicBezTo>
                  <a:cubicBezTo>
                    <a:pt x="248" y="6607"/>
                    <a:pt x="281" y="6840"/>
                    <a:pt x="381" y="7207"/>
                  </a:cubicBezTo>
                  <a:cubicBezTo>
                    <a:pt x="415" y="7374"/>
                    <a:pt x="515" y="7607"/>
                    <a:pt x="582" y="7841"/>
                  </a:cubicBezTo>
                  <a:cubicBezTo>
                    <a:pt x="682" y="8108"/>
                    <a:pt x="782" y="8341"/>
                    <a:pt x="1049" y="8608"/>
                  </a:cubicBezTo>
                  <a:cubicBezTo>
                    <a:pt x="1282" y="8842"/>
                    <a:pt x="1616" y="8975"/>
                    <a:pt x="1949" y="9042"/>
                  </a:cubicBezTo>
                  <a:cubicBezTo>
                    <a:pt x="2283" y="9142"/>
                    <a:pt x="2683" y="9209"/>
                    <a:pt x="3017" y="9309"/>
                  </a:cubicBezTo>
                  <a:cubicBezTo>
                    <a:pt x="3684" y="9542"/>
                    <a:pt x="4418" y="9842"/>
                    <a:pt x="5051" y="10443"/>
                  </a:cubicBezTo>
                  <a:cubicBezTo>
                    <a:pt x="5385" y="10676"/>
                    <a:pt x="5685" y="11010"/>
                    <a:pt x="6019" y="11310"/>
                  </a:cubicBezTo>
                  <a:cubicBezTo>
                    <a:pt x="6352" y="11610"/>
                    <a:pt x="6619" y="11977"/>
                    <a:pt x="6953" y="12311"/>
                  </a:cubicBezTo>
                  <a:cubicBezTo>
                    <a:pt x="7120" y="12478"/>
                    <a:pt x="7286" y="12644"/>
                    <a:pt x="7520" y="12811"/>
                  </a:cubicBezTo>
                  <a:lnTo>
                    <a:pt x="7787" y="13045"/>
                  </a:lnTo>
                  <a:cubicBezTo>
                    <a:pt x="7887" y="13145"/>
                    <a:pt x="8020" y="13178"/>
                    <a:pt x="8087" y="13278"/>
                  </a:cubicBezTo>
                  <a:cubicBezTo>
                    <a:pt x="8287" y="13378"/>
                    <a:pt x="8521" y="13545"/>
                    <a:pt x="8721" y="13645"/>
                  </a:cubicBezTo>
                  <a:lnTo>
                    <a:pt x="9054" y="13812"/>
                  </a:lnTo>
                  <a:lnTo>
                    <a:pt x="9221" y="13879"/>
                  </a:lnTo>
                  <a:lnTo>
                    <a:pt x="9288" y="13945"/>
                  </a:lnTo>
                  <a:cubicBezTo>
                    <a:pt x="9355" y="13945"/>
                    <a:pt x="9388" y="13979"/>
                    <a:pt x="9421" y="13979"/>
                  </a:cubicBezTo>
                  <a:cubicBezTo>
                    <a:pt x="9922" y="14145"/>
                    <a:pt x="10455" y="14145"/>
                    <a:pt x="10922" y="14145"/>
                  </a:cubicBezTo>
                  <a:cubicBezTo>
                    <a:pt x="11389" y="14145"/>
                    <a:pt x="11856" y="14145"/>
                    <a:pt x="12290" y="14212"/>
                  </a:cubicBezTo>
                  <a:lnTo>
                    <a:pt x="12457" y="14279"/>
                  </a:lnTo>
                  <a:lnTo>
                    <a:pt x="12557" y="14279"/>
                  </a:lnTo>
                  <a:lnTo>
                    <a:pt x="12790" y="14446"/>
                  </a:lnTo>
                  <a:cubicBezTo>
                    <a:pt x="12957" y="14546"/>
                    <a:pt x="13091" y="14712"/>
                    <a:pt x="13257" y="14879"/>
                  </a:cubicBezTo>
                  <a:cubicBezTo>
                    <a:pt x="13591" y="15213"/>
                    <a:pt x="13858" y="15613"/>
                    <a:pt x="14225" y="15880"/>
                  </a:cubicBezTo>
                  <a:lnTo>
                    <a:pt x="14592" y="16147"/>
                  </a:lnTo>
                  <a:cubicBezTo>
                    <a:pt x="14725" y="16214"/>
                    <a:pt x="14859" y="16280"/>
                    <a:pt x="14925" y="16314"/>
                  </a:cubicBezTo>
                  <a:lnTo>
                    <a:pt x="14892" y="16314"/>
                  </a:lnTo>
                  <a:cubicBezTo>
                    <a:pt x="15959" y="16881"/>
                    <a:pt x="17260" y="17214"/>
                    <a:pt x="18595" y="17214"/>
                  </a:cubicBezTo>
                  <a:cubicBezTo>
                    <a:pt x="18722" y="17221"/>
                    <a:pt x="18849" y="17224"/>
                    <a:pt x="18977" y="17224"/>
                  </a:cubicBezTo>
                  <a:cubicBezTo>
                    <a:pt x="20156" y="17224"/>
                    <a:pt x="21357" y="16968"/>
                    <a:pt x="22531" y="16847"/>
                  </a:cubicBezTo>
                  <a:cubicBezTo>
                    <a:pt x="22962" y="16791"/>
                    <a:pt x="23402" y="16761"/>
                    <a:pt x="23840" y="16761"/>
                  </a:cubicBezTo>
                  <a:cubicBezTo>
                    <a:pt x="24688" y="16761"/>
                    <a:pt x="25530" y="16872"/>
                    <a:pt x="26300" y="17114"/>
                  </a:cubicBezTo>
                  <a:cubicBezTo>
                    <a:pt x="27468" y="17481"/>
                    <a:pt x="28535" y="18148"/>
                    <a:pt x="29402" y="18849"/>
                  </a:cubicBezTo>
                  <a:cubicBezTo>
                    <a:pt x="30270" y="19616"/>
                    <a:pt x="30903" y="20483"/>
                    <a:pt x="31370" y="21317"/>
                  </a:cubicBezTo>
                  <a:cubicBezTo>
                    <a:pt x="31804" y="22184"/>
                    <a:pt x="32071" y="22985"/>
                    <a:pt x="32204" y="23686"/>
                  </a:cubicBezTo>
                  <a:cubicBezTo>
                    <a:pt x="32238" y="24086"/>
                    <a:pt x="32304" y="24353"/>
                    <a:pt x="32304" y="24653"/>
                  </a:cubicBezTo>
                  <a:cubicBezTo>
                    <a:pt x="32371" y="24953"/>
                    <a:pt x="32371" y="25153"/>
                    <a:pt x="32371" y="25353"/>
                  </a:cubicBezTo>
                  <a:lnTo>
                    <a:pt x="32371" y="25820"/>
                  </a:lnTo>
                  <a:lnTo>
                    <a:pt x="32371" y="25987"/>
                  </a:lnTo>
                  <a:cubicBezTo>
                    <a:pt x="32371" y="26226"/>
                    <a:pt x="32417" y="26351"/>
                    <a:pt x="32453" y="26351"/>
                  </a:cubicBezTo>
                  <a:cubicBezTo>
                    <a:pt x="32494" y="26351"/>
                    <a:pt x="32523" y="26201"/>
                    <a:pt x="32471" y="25887"/>
                  </a:cubicBezTo>
                  <a:lnTo>
                    <a:pt x="32471" y="25720"/>
                  </a:lnTo>
                  <a:lnTo>
                    <a:pt x="32471" y="25287"/>
                  </a:lnTo>
                  <a:cubicBezTo>
                    <a:pt x="32471" y="25053"/>
                    <a:pt x="32471" y="24820"/>
                    <a:pt x="32438" y="24519"/>
                  </a:cubicBezTo>
                  <a:cubicBezTo>
                    <a:pt x="32438" y="24219"/>
                    <a:pt x="32371" y="23952"/>
                    <a:pt x="32304" y="23552"/>
                  </a:cubicBezTo>
                  <a:cubicBezTo>
                    <a:pt x="32204" y="22852"/>
                    <a:pt x="31937" y="21984"/>
                    <a:pt x="31470" y="21117"/>
                  </a:cubicBezTo>
                  <a:cubicBezTo>
                    <a:pt x="31037" y="20183"/>
                    <a:pt x="30403" y="19316"/>
                    <a:pt x="29469" y="18515"/>
                  </a:cubicBezTo>
                  <a:cubicBezTo>
                    <a:pt x="28602" y="17715"/>
                    <a:pt x="27534" y="17047"/>
                    <a:pt x="26267" y="16647"/>
                  </a:cubicBezTo>
                  <a:cubicBezTo>
                    <a:pt x="25434" y="16355"/>
                    <a:pt x="24526" y="16244"/>
                    <a:pt x="23614" y="16244"/>
                  </a:cubicBezTo>
                  <a:cubicBezTo>
                    <a:pt x="23173" y="16244"/>
                    <a:pt x="22732" y="16270"/>
                    <a:pt x="22297" y="16314"/>
                  </a:cubicBezTo>
                  <a:cubicBezTo>
                    <a:pt x="21050" y="16438"/>
                    <a:pt x="19861" y="16650"/>
                    <a:pt x="18677" y="16650"/>
                  </a:cubicBezTo>
                  <a:cubicBezTo>
                    <a:pt x="18594" y="16650"/>
                    <a:pt x="18511" y="16649"/>
                    <a:pt x="18428" y="16647"/>
                  </a:cubicBezTo>
                  <a:cubicBezTo>
                    <a:pt x="17127" y="16647"/>
                    <a:pt x="15926" y="16314"/>
                    <a:pt x="14925" y="15780"/>
                  </a:cubicBezTo>
                  <a:lnTo>
                    <a:pt x="14892" y="15780"/>
                  </a:lnTo>
                  <a:lnTo>
                    <a:pt x="14625" y="15646"/>
                  </a:lnTo>
                  <a:cubicBezTo>
                    <a:pt x="14558" y="15613"/>
                    <a:pt x="14425" y="15513"/>
                    <a:pt x="14358" y="15446"/>
                  </a:cubicBezTo>
                  <a:cubicBezTo>
                    <a:pt x="14025" y="15146"/>
                    <a:pt x="13758" y="14813"/>
                    <a:pt x="13424" y="14479"/>
                  </a:cubicBezTo>
                  <a:cubicBezTo>
                    <a:pt x="13291" y="14312"/>
                    <a:pt x="13091" y="14145"/>
                    <a:pt x="12924" y="13979"/>
                  </a:cubicBezTo>
                  <a:lnTo>
                    <a:pt x="12590" y="13712"/>
                  </a:lnTo>
                  <a:cubicBezTo>
                    <a:pt x="12590" y="13678"/>
                    <a:pt x="12524" y="13678"/>
                    <a:pt x="12457" y="13678"/>
                  </a:cubicBezTo>
                  <a:lnTo>
                    <a:pt x="12390" y="13678"/>
                  </a:lnTo>
                  <a:lnTo>
                    <a:pt x="12223" y="13645"/>
                  </a:lnTo>
                  <a:cubicBezTo>
                    <a:pt x="11723" y="13545"/>
                    <a:pt x="11223" y="13545"/>
                    <a:pt x="10756" y="13545"/>
                  </a:cubicBezTo>
                  <a:cubicBezTo>
                    <a:pt x="10255" y="13545"/>
                    <a:pt x="9788" y="13545"/>
                    <a:pt x="9388" y="13445"/>
                  </a:cubicBezTo>
                  <a:lnTo>
                    <a:pt x="9355" y="13445"/>
                  </a:lnTo>
                  <a:lnTo>
                    <a:pt x="9254" y="13378"/>
                  </a:lnTo>
                  <a:lnTo>
                    <a:pt x="9088" y="13311"/>
                  </a:lnTo>
                  <a:lnTo>
                    <a:pt x="8754" y="13145"/>
                  </a:lnTo>
                  <a:cubicBezTo>
                    <a:pt x="8554" y="13045"/>
                    <a:pt x="8387" y="12945"/>
                    <a:pt x="8187" y="12811"/>
                  </a:cubicBezTo>
                  <a:cubicBezTo>
                    <a:pt x="8087" y="12778"/>
                    <a:pt x="7954" y="12711"/>
                    <a:pt x="7887" y="12644"/>
                  </a:cubicBezTo>
                  <a:lnTo>
                    <a:pt x="7620" y="12444"/>
                  </a:lnTo>
                  <a:cubicBezTo>
                    <a:pt x="7453" y="12311"/>
                    <a:pt x="7286" y="12144"/>
                    <a:pt x="7120" y="11977"/>
                  </a:cubicBezTo>
                  <a:cubicBezTo>
                    <a:pt x="6786" y="11644"/>
                    <a:pt x="6519" y="11310"/>
                    <a:pt x="6186" y="10976"/>
                  </a:cubicBezTo>
                  <a:cubicBezTo>
                    <a:pt x="5852" y="10643"/>
                    <a:pt x="5518" y="10309"/>
                    <a:pt x="5185" y="10042"/>
                  </a:cubicBezTo>
                  <a:cubicBezTo>
                    <a:pt x="5018" y="9876"/>
                    <a:pt x="4851" y="9776"/>
                    <a:pt x="4685" y="9642"/>
                  </a:cubicBezTo>
                  <a:cubicBezTo>
                    <a:pt x="4518" y="9509"/>
                    <a:pt x="4351" y="9375"/>
                    <a:pt x="4117" y="9309"/>
                  </a:cubicBezTo>
                  <a:cubicBezTo>
                    <a:pt x="3751" y="9142"/>
                    <a:pt x="3384" y="9008"/>
                    <a:pt x="3017" y="8875"/>
                  </a:cubicBezTo>
                  <a:cubicBezTo>
                    <a:pt x="2283" y="8708"/>
                    <a:pt x="1582" y="8675"/>
                    <a:pt x="1215" y="8308"/>
                  </a:cubicBezTo>
                  <a:cubicBezTo>
                    <a:pt x="1015" y="8108"/>
                    <a:pt x="882" y="7874"/>
                    <a:pt x="782" y="7674"/>
                  </a:cubicBezTo>
                  <a:cubicBezTo>
                    <a:pt x="715" y="7474"/>
                    <a:pt x="615" y="7274"/>
                    <a:pt x="582" y="7107"/>
                  </a:cubicBezTo>
                  <a:cubicBezTo>
                    <a:pt x="515" y="6707"/>
                    <a:pt x="448" y="6473"/>
                    <a:pt x="415" y="6340"/>
                  </a:cubicBezTo>
                  <a:cubicBezTo>
                    <a:pt x="248" y="5706"/>
                    <a:pt x="281" y="5139"/>
                    <a:pt x="381" y="4639"/>
                  </a:cubicBezTo>
                  <a:cubicBezTo>
                    <a:pt x="448" y="4138"/>
                    <a:pt x="548" y="3671"/>
                    <a:pt x="615" y="3271"/>
                  </a:cubicBezTo>
                  <a:cubicBezTo>
                    <a:pt x="748" y="2437"/>
                    <a:pt x="748" y="1803"/>
                    <a:pt x="682" y="1336"/>
                  </a:cubicBezTo>
                  <a:cubicBezTo>
                    <a:pt x="615" y="1136"/>
                    <a:pt x="582" y="969"/>
                    <a:pt x="548" y="802"/>
                  </a:cubicBezTo>
                  <a:cubicBezTo>
                    <a:pt x="515" y="669"/>
                    <a:pt x="448" y="536"/>
                    <a:pt x="415" y="469"/>
                  </a:cubicBezTo>
                  <a:cubicBezTo>
                    <a:pt x="381" y="302"/>
                    <a:pt x="348" y="269"/>
                    <a:pt x="348" y="269"/>
                  </a:cubicBezTo>
                  <a:cubicBezTo>
                    <a:pt x="233" y="82"/>
                    <a:pt x="136" y="0"/>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0" name="Google Shape;720;p6"/>
            <p:cNvSpPr/>
            <p:nvPr/>
          </p:nvSpPr>
          <p:spPr>
            <a:xfrm>
              <a:off x="9389648" y="991722"/>
              <a:ext cx="1574329" cy="3117792"/>
            </a:xfrm>
            <a:custGeom>
              <a:avLst/>
              <a:gdLst/>
              <a:ahLst/>
              <a:cxnLst/>
              <a:rect l="l" t="t" r="r" b="b"/>
              <a:pathLst>
                <a:path w="69877" h="138384" extrusionOk="0">
                  <a:moveTo>
                    <a:pt x="14034" y="0"/>
                  </a:moveTo>
                  <a:cubicBezTo>
                    <a:pt x="13967" y="0"/>
                    <a:pt x="13860" y="484"/>
                    <a:pt x="13777" y="1460"/>
                  </a:cubicBezTo>
                  <a:cubicBezTo>
                    <a:pt x="13777" y="1460"/>
                    <a:pt x="13744" y="1560"/>
                    <a:pt x="13710" y="1860"/>
                  </a:cubicBezTo>
                  <a:cubicBezTo>
                    <a:pt x="13677" y="2027"/>
                    <a:pt x="13610" y="2194"/>
                    <a:pt x="13577" y="2461"/>
                  </a:cubicBezTo>
                  <a:cubicBezTo>
                    <a:pt x="13510" y="2661"/>
                    <a:pt x="13410" y="2961"/>
                    <a:pt x="13343" y="3228"/>
                  </a:cubicBezTo>
                  <a:cubicBezTo>
                    <a:pt x="13110" y="3862"/>
                    <a:pt x="12776" y="4629"/>
                    <a:pt x="12176" y="5396"/>
                  </a:cubicBezTo>
                  <a:cubicBezTo>
                    <a:pt x="11542" y="6197"/>
                    <a:pt x="10575" y="6997"/>
                    <a:pt x="9374" y="7831"/>
                  </a:cubicBezTo>
                  <a:cubicBezTo>
                    <a:pt x="8206" y="8665"/>
                    <a:pt x="6772" y="9699"/>
                    <a:pt x="5671" y="11334"/>
                  </a:cubicBezTo>
                  <a:cubicBezTo>
                    <a:pt x="5404" y="11734"/>
                    <a:pt x="5071" y="12134"/>
                    <a:pt x="4904" y="12668"/>
                  </a:cubicBezTo>
                  <a:cubicBezTo>
                    <a:pt x="4737" y="13168"/>
                    <a:pt x="4737" y="13735"/>
                    <a:pt x="4770" y="14302"/>
                  </a:cubicBezTo>
                  <a:cubicBezTo>
                    <a:pt x="4904" y="15403"/>
                    <a:pt x="5237" y="16537"/>
                    <a:pt x="5438" y="17705"/>
                  </a:cubicBezTo>
                  <a:cubicBezTo>
                    <a:pt x="5571" y="18339"/>
                    <a:pt x="5604" y="18906"/>
                    <a:pt x="5504" y="19540"/>
                  </a:cubicBezTo>
                  <a:cubicBezTo>
                    <a:pt x="5404" y="20173"/>
                    <a:pt x="5037" y="20674"/>
                    <a:pt x="4537" y="21141"/>
                  </a:cubicBezTo>
                  <a:cubicBezTo>
                    <a:pt x="3570" y="22008"/>
                    <a:pt x="2235" y="22575"/>
                    <a:pt x="1068" y="23576"/>
                  </a:cubicBezTo>
                  <a:cubicBezTo>
                    <a:pt x="768" y="23843"/>
                    <a:pt x="534" y="24176"/>
                    <a:pt x="334" y="24510"/>
                  </a:cubicBezTo>
                  <a:lnTo>
                    <a:pt x="201" y="24810"/>
                  </a:lnTo>
                  <a:cubicBezTo>
                    <a:pt x="167" y="24877"/>
                    <a:pt x="167" y="25010"/>
                    <a:pt x="100" y="25077"/>
                  </a:cubicBezTo>
                  <a:cubicBezTo>
                    <a:pt x="34" y="25310"/>
                    <a:pt x="34" y="25510"/>
                    <a:pt x="34" y="25711"/>
                  </a:cubicBezTo>
                  <a:cubicBezTo>
                    <a:pt x="0" y="26545"/>
                    <a:pt x="334" y="27345"/>
                    <a:pt x="668" y="28079"/>
                  </a:cubicBezTo>
                  <a:cubicBezTo>
                    <a:pt x="1001" y="28846"/>
                    <a:pt x="1435" y="29547"/>
                    <a:pt x="1835" y="30314"/>
                  </a:cubicBezTo>
                  <a:cubicBezTo>
                    <a:pt x="2235" y="31048"/>
                    <a:pt x="2569" y="31882"/>
                    <a:pt x="2569" y="32716"/>
                  </a:cubicBezTo>
                  <a:cubicBezTo>
                    <a:pt x="2602" y="33316"/>
                    <a:pt x="2502" y="34250"/>
                    <a:pt x="1902" y="35484"/>
                  </a:cubicBezTo>
                  <a:cubicBezTo>
                    <a:pt x="1668" y="36051"/>
                    <a:pt x="1268" y="36718"/>
                    <a:pt x="934" y="37486"/>
                  </a:cubicBezTo>
                  <a:cubicBezTo>
                    <a:pt x="601" y="38220"/>
                    <a:pt x="201" y="39087"/>
                    <a:pt x="234" y="40154"/>
                  </a:cubicBezTo>
                  <a:cubicBezTo>
                    <a:pt x="334" y="40688"/>
                    <a:pt x="534" y="41155"/>
                    <a:pt x="668" y="41655"/>
                  </a:cubicBezTo>
                  <a:cubicBezTo>
                    <a:pt x="768" y="42156"/>
                    <a:pt x="934" y="42656"/>
                    <a:pt x="1168" y="43156"/>
                  </a:cubicBezTo>
                  <a:cubicBezTo>
                    <a:pt x="1368" y="43657"/>
                    <a:pt x="1535" y="44191"/>
                    <a:pt x="1768" y="44691"/>
                  </a:cubicBezTo>
                  <a:cubicBezTo>
                    <a:pt x="2035" y="45191"/>
                    <a:pt x="2269" y="45725"/>
                    <a:pt x="2569" y="46259"/>
                  </a:cubicBezTo>
                  <a:cubicBezTo>
                    <a:pt x="3703" y="48394"/>
                    <a:pt x="5371" y="50495"/>
                    <a:pt x="7539" y="52196"/>
                  </a:cubicBezTo>
                  <a:cubicBezTo>
                    <a:pt x="8673" y="53030"/>
                    <a:pt x="9841" y="53764"/>
                    <a:pt x="11175" y="54364"/>
                  </a:cubicBezTo>
                  <a:cubicBezTo>
                    <a:pt x="12509" y="54932"/>
                    <a:pt x="13877" y="55432"/>
                    <a:pt x="15345" y="55732"/>
                  </a:cubicBezTo>
                  <a:cubicBezTo>
                    <a:pt x="15678" y="55832"/>
                    <a:pt x="16045" y="55866"/>
                    <a:pt x="16412" y="55932"/>
                  </a:cubicBezTo>
                  <a:cubicBezTo>
                    <a:pt x="16746" y="55999"/>
                    <a:pt x="17113" y="56066"/>
                    <a:pt x="17513" y="56099"/>
                  </a:cubicBezTo>
                  <a:cubicBezTo>
                    <a:pt x="17880" y="56199"/>
                    <a:pt x="18247" y="56232"/>
                    <a:pt x="18614" y="56266"/>
                  </a:cubicBezTo>
                  <a:cubicBezTo>
                    <a:pt x="19014" y="56333"/>
                    <a:pt x="19381" y="56366"/>
                    <a:pt x="19748" y="56366"/>
                  </a:cubicBezTo>
                  <a:cubicBezTo>
                    <a:pt x="21249" y="56433"/>
                    <a:pt x="22750" y="56533"/>
                    <a:pt x="24218" y="56833"/>
                  </a:cubicBezTo>
                  <a:cubicBezTo>
                    <a:pt x="24918" y="56933"/>
                    <a:pt x="25619" y="57200"/>
                    <a:pt x="26353" y="57433"/>
                  </a:cubicBezTo>
                  <a:cubicBezTo>
                    <a:pt x="27020" y="57734"/>
                    <a:pt x="27720" y="58067"/>
                    <a:pt x="28287" y="58501"/>
                  </a:cubicBezTo>
                  <a:cubicBezTo>
                    <a:pt x="28921" y="58868"/>
                    <a:pt x="29455" y="59368"/>
                    <a:pt x="30022" y="59868"/>
                  </a:cubicBezTo>
                  <a:lnTo>
                    <a:pt x="30856" y="60669"/>
                  </a:lnTo>
                  <a:cubicBezTo>
                    <a:pt x="31123" y="60902"/>
                    <a:pt x="31423" y="61169"/>
                    <a:pt x="31723" y="61369"/>
                  </a:cubicBezTo>
                  <a:cubicBezTo>
                    <a:pt x="32924" y="62270"/>
                    <a:pt x="34225" y="63037"/>
                    <a:pt x="35392" y="63871"/>
                  </a:cubicBezTo>
                  <a:cubicBezTo>
                    <a:pt x="36560" y="64672"/>
                    <a:pt x="37594" y="65673"/>
                    <a:pt x="38194" y="66873"/>
                  </a:cubicBezTo>
                  <a:cubicBezTo>
                    <a:pt x="38561" y="67574"/>
                    <a:pt x="38728" y="68374"/>
                    <a:pt x="38861" y="69175"/>
                  </a:cubicBezTo>
                  <a:cubicBezTo>
                    <a:pt x="38928" y="69942"/>
                    <a:pt x="38928" y="70709"/>
                    <a:pt x="38928" y="71443"/>
                  </a:cubicBezTo>
                  <a:cubicBezTo>
                    <a:pt x="38895" y="72211"/>
                    <a:pt x="38928" y="72911"/>
                    <a:pt x="39028" y="73545"/>
                  </a:cubicBezTo>
                  <a:cubicBezTo>
                    <a:pt x="39095" y="73878"/>
                    <a:pt x="39128" y="74179"/>
                    <a:pt x="39228" y="74412"/>
                  </a:cubicBezTo>
                  <a:cubicBezTo>
                    <a:pt x="39328" y="74712"/>
                    <a:pt x="39395" y="74913"/>
                    <a:pt x="39462" y="75113"/>
                  </a:cubicBezTo>
                  <a:cubicBezTo>
                    <a:pt x="39896" y="76314"/>
                    <a:pt x="40729" y="77281"/>
                    <a:pt x="41263" y="78315"/>
                  </a:cubicBezTo>
                  <a:cubicBezTo>
                    <a:pt x="41563" y="78882"/>
                    <a:pt x="41764" y="79416"/>
                    <a:pt x="41830" y="79983"/>
                  </a:cubicBezTo>
                  <a:cubicBezTo>
                    <a:pt x="41864" y="80550"/>
                    <a:pt x="41730" y="81150"/>
                    <a:pt x="41563" y="81717"/>
                  </a:cubicBezTo>
                  <a:cubicBezTo>
                    <a:pt x="41397" y="82251"/>
                    <a:pt x="41063" y="82751"/>
                    <a:pt x="40629" y="83152"/>
                  </a:cubicBezTo>
                  <a:cubicBezTo>
                    <a:pt x="40229" y="83585"/>
                    <a:pt x="39695" y="83886"/>
                    <a:pt x="39128" y="84119"/>
                  </a:cubicBezTo>
                  <a:cubicBezTo>
                    <a:pt x="38061" y="84586"/>
                    <a:pt x="36827" y="84886"/>
                    <a:pt x="35626" y="85387"/>
                  </a:cubicBezTo>
                  <a:cubicBezTo>
                    <a:pt x="35059" y="85620"/>
                    <a:pt x="34458" y="85954"/>
                    <a:pt x="33958" y="86387"/>
                  </a:cubicBezTo>
                  <a:cubicBezTo>
                    <a:pt x="33724" y="86588"/>
                    <a:pt x="33524" y="86854"/>
                    <a:pt x="33291" y="87088"/>
                  </a:cubicBezTo>
                  <a:cubicBezTo>
                    <a:pt x="33091" y="87321"/>
                    <a:pt x="32891" y="87622"/>
                    <a:pt x="32724" y="87888"/>
                  </a:cubicBezTo>
                  <a:cubicBezTo>
                    <a:pt x="32390" y="88422"/>
                    <a:pt x="32090" y="88989"/>
                    <a:pt x="31923" y="89623"/>
                  </a:cubicBezTo>
                  <a:cubicBezTo>
                    <a:pt x="31723" y="90257"/>
                    <a:pt x="31656" y="90924"/>
                    <a:pt x="31590" y="91558"/>
                  </a:cubicBezTo>
                  <a:cubicBezTo>
                    <a:pt x="31523" y="92825"/>
                    <a:pt x="31623" y="94093"/>
                    <a:pt x="31890" y="95327"/>
                  </a:cubicBezTo>
                  <a:cubicBezTo>
                    <a:pt x="32157" y="96595"/>
                    <a:pt x="32490" y="97796"/>
                    <a:pt x="32857" y="98963"/>
                  </a:cubicBezTo>
                  <a:cubicBezTo>
                    <a:pt x="33591" y="101331"/>
                    <a:pt x="34525" y="103633"/>
                    <a:pt x="35059" y="105968"/>
                  </a:cubicBezTo>
                  <a:cubicBezTo>
                    <a:pt x="35226" y="106568"/>
                    <a:pt x="35326" y="107169"/>
                    <a:pt x="35392" y="107769"/>
                  </a:cubicBezTo>
                  <a:cubicBezTo>
                    <a:pt x="35526" y="108403"/>
                    <a:pt x="35592" y="108970"/>
                    <a:pt x="35726" y="109571"/>
                  </a:cubicBezTo>
                  <a:cubicBezTo>
                    <a:pt x="35926" y="110772"/>
                    <a:pt x="36193" y="111939"/>
                    <a:pt x="36493" y="113073"/>
                  </a:cubicBezTo>
                  <a:cubicBezTo>
                    <a:pt x="37060" y="115375"/>
                    <a:pt x="37861" y="117576"/>
                    <a:pt x="38995" y="119544"/>
                  </a:cubicBezTo>
                  <a:cubicBezTo>
                    <a:pt x="40062" y="121546"/>
                    <a:pt x="41530" y="123247"/>
                    <a:pt x="43098" y="124615"/>
                  </a:cubicBezTo>
                  <a:cubicBezTo>
                    <a:pt x="44699" y="126049"/>
                    <a:pt x="46467" y="127083"/>
                    <a:pt x="48202" y="127984"/>
                  </a:cubicBezTo>
                  <a:cubicBezTo>
                    <a:pt x="49869" y="128951"/>
                    <a:pt x="51604" y="129652"/>
                    <a:pt x="53238" y="130285"/>
                  </a:cubicBezTo>
                  <a:cubicBezTo>
                    <a:pt x="54873" y="130853"/>
                    <a:pt x="56407" y="131420"/>
                    <a:pt x="57875" y="131920"/>
                  </a:cubicBezTo>
                  <a:cubicBezTo>
                    <a:pt x="59276" y="132420"/>
                    <a:pt x="60610" y="132887"/>
                    <a:pt x="61778" y="133354"/>
                  </a:cubicBezTo>
                  <a:cubicBezTo>
                    <a:pt x="64113" y="134322"/>
                    <a:pt x="65881" y="135322"/>
                    <a:pt x="67015" y="136156"/>
                  </a:cubicBezTo>
                  <a:cubicBezTo>
                    <a:pt x="67582" y="136557"/>
                    <a:pt x="67949" y="136924"/>
                    <a:pt x="68249" y="137124"/>
                  </a:cubicBezTo>
                  <a:cubicBezTo>
                    <a:pt x="68416" y="137257"/>
                    <a:pt x="68516" y="137324"/>
                    <a:pt x="68583" y="137391"/>
                  </a:cubicBezTo>
                  <a:lnTo>
                    <a:pt x="68683" y="137457"/>
                  </a:lnTo>
                  <a:cubicBezTo>
                    <a:pt x="69307" y="138066"/>
                    <a:pt x="69681" y="138383"/>
                    <a:pt x="69770" y="138383"/>
                  </a:cubicBezTo>
                  <a:cubicBezTo>
                    <a:pt x="69876" y="138383"/>
                    <a:pt x="69578" y="137933"/>
                    <a:pt x="68816" y="136990"/>
                  </a:cubicBezTo>
                  <a:cubicBezTo>
                    <a:pt x="68816" y="136990"/>
                    <a:pt x="68816" y="136957"/>
                    <a:pt x="68750" y="136924"/>
                  </a:cubicBezTo>
                  <a:cubicBezTo>
                    <a:pt x="68649" y="136890"/>
                    <a:pt x="68549" y="136790"/>
                    <a:pt x="68416" y="136657"/>
                  </a:cubicBezTo>
                  <a:cubicBezTo>
                    <a:pt x="68116" y="136423"/>
                    <a:pt x="67749" y="136056"/>
                    <a:pt x="67148" y="135656"/>
                  </a:cubicBezTo>
                  <a:cubicBezTo>
                    <a:pt x="66048" y="134822"/>
                    <a:pt x="64280" y="133788"/>
                    <a:pt x="61911" y="132821"/>
                  </a:cubicBezTo>
                  <a:cubicBezTo>
                    <a:pt x="60710" y="132320"/>
                    <a:pt x="59376" y="131820"/>
                    <a:pt x="57942" y="131320"/>
                  </a:cubicBezTo>
                  <a:cubicBezTo>
                    <a:pt x="56474" y="130819"/>
                    <a:pt x="54940" y="130319"/>
                    <a:pt x="53305" y="129718"/>
                  </a:cubicBezTo>
                  <a:cubicBezTo>
                    <a:pt x="51704" y="129085"/>
                    <a:pt x="49969" y="128384"/>
                    <a:pt x="48302" y="127417"/>
                  </a:cubicBezTo>
                  <a:cubicBezTo>
                    <a:pt x="46600" y="126483"/>
                    <a:pt x="44899" y="125449"/>
                    <a:pt x="43298" y="124081"/>
                  </a:cubicBezTo>
                  <a:cubicBezTo>
                    <a:pt x="41730" y="122713"/>
                    <a:pt x="40363" y="121046"/>
                    <a:pt x="39262" y="119077"/>
                  </a:cubicBezTo>
                  <a:cubicBezTo>
                    <a:pt x="38194" y="117109"/>
                    <a:pt x="37394" y="114941"/>
                    <a:pt x="36793" y="112706"/>
                  </a:cubicBezTo>
                  <a:cubicBezTo>
                    <a:pt x="36526" y="111572"/>
                    <a:pt x="36260" y="110405"/>
                    <a:pt x="36059" y="109237"/>
                  </a:cubicBezTo>
                  <a:cubicBezTo>
                    <a:pt x="35959" y="108637"/>
                    <a:pt x="35859" y="108070"/>
                    <a:pt x="35759" y="107469"/>
                  </a:cubicBezTo>
                  <a:cubicBezTo>
                    <a:pt x="35626" y="106902"/>
                    <a:pt x="35559" y="106302"/>
                    <a:pt x="35426" y="105701"/>
                  </a:cubicBezTo>
                  <a:cubicBezTo>
                    <a:pt x="34859" y="103299"/>
                    <a:pt x="33925" y="101031"/>
                    <a:pt x="33224" y="98629"/>
                  </a:cubicBezTo>
                  <a:cubicBezTo>
                    <a:pt x="32891" y="97462"/>
                    <a:pt x="32557" y="96261"/>
                    <a:pt x="32290" y="95060"/>
                  </a:cubicBezTo>
                  <a:cubicBezTo>
                    <a:pt x="32090" y="93859"/>
                    <a:pt x="31923" y="92592"/>
                    <a:pt x="32023" y="91391"/>
                  </a:cubicBezTo>
                  <a:cubicBezTo>
                    <a:pt x="32057" y="90791"/>
                    <a:pt x="32123" y="90190"/>
                    <a:pt x="32290" y="89590"/>
                  </a:cubicBezTo>
                  <a:cubicBezTo>
                    <a:pt x="32457" y="89023"/>
                    <a:pt x="32724" y="88422"/>
                    <a:pt x="33057" y="87922"/>
                  </a:cubicBezTo>
                  <a:cubicBezTo>
                    <a:pt x="33224" y="87688"/>
                    <a:pt x="33391" y="87421"/>
                    <a:pt x="33591" y="87221"/>
                  </a:cubicBezTo>
                  <a:cubicBezTo>
                    <a:pt x="33758" y="87021"/>
                    <a:pt x="34025" y="86788"/>
                    <a:pt x="34225" y="86588"/>
                  </a:cubicBezTo>
                  <a:cubicBezTo>
                    <a:pt x="34692" y="86221"/>
                    <a:pt x="35226" y="85920"/>
                    <a:pt x="35759" y="85687"/>
                  </a:cubicBezTo>
                  <a:cubicBezTo>
                    <a:pt x="36893" y="85220"/>
                    <a:pt x="38128" y="84920"/>
                    <a:pt x="39295" y="84419"/>
                  </a:cubicBezTo>
                  <a:cubicBezTo>
                    <a:pt x="39896" y="84186"/>
                    <a:pt x="40429" y="83852"/>
                    <a:pt x="40930" y="83385"/>
                  </a:cubicBezTo>
                  <a:cubicBezTo>
                    <a:pt x="41397" y="82952"/>
                    <a:pt x="41764" y="82385"/>
                    <a:pt x="41964" y="81751"/>
                  </a:cubicBezTo>
                  <a:cubicBezTo>
                    <a:pt x="42064" y="81417"/>
                    <a:pt x="42130" y="81117"/>
                    <a:pt x="42197" y="80783"/>
                  </a:cubicBezTo>
                  <a:cubicBezTo>
                    <a:pt x="42231" y="80517"/>
                    <a:pt x="42264" y="80183"/>
                    <a:pt x="42231" y="79849"/>
                  </a:cubicBezTo>
                  <a:cubicBezTo>
                    <a:pt x="42197" y="79182"/>
                    <a:pt x="41930" y="78548"/>
                    <a:pt x="41630" y="78015"/>
                  </a:cubicBezTo>
                  <a:cubicBezTo>
                    <a:pt x="41063" y="76914"/>
                    <a:pt x="40262" y="75947"/>
                    <a:pt x="39896" y="74879"/>
                  </a:cubicBezTo>
                  <a:cubicBezTo>
                    <a:pt x="39862" y="74712"/>
                    <a:pt x="39762" y="74512"/>
                    <a:pt x="39695" y="74245"/>
                  </a:cubicBezTo>
                  <a:cubicBezTo>
                    <a:pt x="39629" y="74012"/>
                    <a:pt x="39595" y="73745"/>
                    <a:pt x="39529" y="73445"/>
                  </a:cubicBezTo>
                  <a:cubicBezTo>
                    <a:pt x="39429" y="72878"/>
                    <a:pt x="39395" y="72211"/>
                    <a:pt x="39429" y="71443"/>
                  </a:cubicBezTo>
                  <a:cubicBezTo>
                    <a:pt x="39462" y="69942"/>
                    <a:pt x="39395" y="68174"/>
                    <a:pt x="38628" y="66607"/>
                  </a:cubicBezTo>
                  <a:cubicBezTo>
                    <a:pt x="38028" y="65272"/>
                    <a:pt x="36893" y="64238"/>
                    <a:pt x="35693" y="63404"/>
                  </a:cubicBezTo>
                  <a:cubicBezTo>
                    <a:pt x="34525" y="62570"/>
                    <a:pt x="33224" y="61836"/>
                    <a:pt x="32057" y="60936"/>
                  </a:cubicBezTo>
                  <a:cubicBezTo>
                    <a:pt x="31723" y="60702"/>
                    <a:pt x="31456" y="60502"/>
                    <a:pt x="31189" y="60235"/>
                  </a:cubicBezTo>
                  <a:lnTo>
                    <a:pt x="30355" y="59501"/>
                  </a:lnTo>
                  <a:cubicBezTo>
                    <a:pt x="29788" y="58934"/>
                    <a:pt x="29221" y="58434"/>
                    <a:pt x="28554" y="58034"/>
                  </a:cubicBezTo>
                  <a:cubicBezTo>
                    <a:pt x="27920" y="57567"/>
                    <a:pt x="27220" y="57233"/>
                    <a:pt x="26519" y="56933"/>
                  </a:cubicBezTo>
                  <a:cubicBezTo>
                    <a:pt x="25785" y="56666"/>
                    <a:pt x="25052" y="56433"/>
                    <a:pt x="24284" y="56266"/>
                  </a:cubicBezTo>
                  <a:cubicBezTo>
                    <a:pt x="22783" y="55932"/>
                    <a:pt x="21282" y="55899"/>
                    <a:pt x="19781" y="55832"/>
                  </a:cubicBezTo>
                  <a:cubicBezTo>
                    <a:pt x="19414" y="55832"/>
                    <a:pt x="19047" y="55765"/>
                    <a:pt x="18680" y="55732"/>
                  </a:cubicBezTo>
                  <a:cubicBezTo>
                    <a:pt x="18347" y="55699"/>
                    <a:pt x="17947" y="55665"/>
                    <a:pt x="17580" y="55599"/>
                  </a:cubicBezTo>
                  <a:cubicBezTo>
                    <a:pt x="17213" y="55565"/>
                    <a:pt x="16879" y="55532"/>
                    <a:pt x="16512" y="55432"/>
                  </a:cubicBezTo>
                  <a:cubicBezTo>
                    <a:pt x="16112" y="55365"/>
                    <a:pt x="15745" y="55332"/>
                    <a:pt x="15411" y="55232"/>
                  </a:cubicBezTo>
                  <a:cubicBezTo>
                    <a:pt x="14010" y="54932"/>
                    <a:pt x="12609" y="54431"/>
                    <a:pt x="11342" y="53897"/>
                  </a:cubicBezTo>
                  <a:cubicBezTo>
                    <a:pt x="10041" y="53364"/>
                    <a:pt x="8873" y="52597"/>
                    <a:pt x="7773" y="51829"/>
                  </a:cubicBezTo>
                  <a:cubicBezTo>
                    <a:pt x="5671" y="50161"/>
                    <a:pt x="4037" y="48093"/>
                    <a:pt x="2902" y="46025"/>
                  </a:cubicBezTo>
                  <a:cubicBezTo>
                    <a:pt x="2602" y="45525"/>
                    <a:pt x="2369" y="44991"/>
                    <a:pt x="2102" y="44491"/>
                  </a:cubicBezTo>
                  <a:cubicBezTo>
                    <a:pt x="1868" y="43990"/>
                    <a:pt x="1702" y="43423"/>
                    <a:pt x="1501" y="42923"/>
                  </a:cubicBezTo>
                  <a:cubicBezTo>
                    <a:pt x="1268" y="42423"/>
                    <a:pt x="1168" y="41922"/>
                    <a:pt x="1001" y="41422"/>
                  </a:cubicBezTo>
                  <a:cubicBezTo>
                    <a:pt x="868" y="40988"/>
                    <a:pt x="668" y="40488"/>
                    <a:pt x="601" y="40054"/>
                  </a:cubicBezTo>
                  <a:cubicBezTo>
                    <a:pt x="567" y="39187"/>
                    <a:pt x="934" y="38353"/>
                    <a:pt x="1268" y="37586"/>
                  </a:cubicBezTo>
                  <a:cubicBezTo>
                    <a:pt x="1602" y="36852"/>
                    <a:pt x="1935" y="36185"/>
                    <a:pt x="2235" y="35551"/>
                  </a:cubicBezTo>
                  <a:cubicBezTo>
                    <a:pt x="2836" y="34350"/>
                    <a:pt x="3003" y="33316"/>
                    <a:pt x="2902" y="32649"/>
                  </a:cubicBezTo>
                  <a:cubicBezTo>
                    <a:pt x="2869" y="31715"/>
                    <a:pt x="2502" y="30848"/>
                    <a:pt x="2102" y="30080"/>
                  </a:cubicBezTo>
                  <a:cubicBezTo>
                    <a:pt x="1735" y="29347"/>
                    <a:pt x="1268" y="28579"/>
                    <a:pt x="934" y="27879"/>
                  </a:cubicBezTo>
                  <a:cubicBezTo>
                    <a:pt x="601" y="27178"/>
                    <a:pt x="334" y="26411"/>
                    <a:pt x="367" y="25677"/>
                  </a:cubicBezTo>
                  <a:cubicBezTo>
                    <a:pt x="401" y="25510"/>
                    <a:pt x="401" y="25310"/>
                    <a:pt x="434" y="25144"/>
                  </a:cubicBezTo>
                  <a:cubicBezTo>
                    <a:pt x="501" y="25043"/>
                    <a:pt x="501" y="24977"/>
                    <a:pt x="534" y="24877"/>
                  </a:cubicBezTo>
                  <a:lnTo>
                    <a:pt x="668" y="24643"/>
                  </a:lnTo>
                  <a:cubicBezTo>
                    <a:pt x="834" y="24310"/>
                    <a:pt x="1068" y="24043"/>
                    <a:pt x="1335" y="23809"/>
                  </a:cubicBezTo>
                  <a:cubicBezTo>
                    <a:pt x="2402" y="22842"/>
                    <a:pt x="3736" y="22241"/>
                    <a:pt x="4770" y="21341"/>
                  </a:cubicBezTo>
                  <a:cubicBezTo>
                    <a:pt x="5037" y="21074"/>
                    <a:pt x="5237" y="20840"/>
                    <a:pt x="5471" y="20540"/>
                  </a:cubicBezTo>
                  <a:cubicBezTo>
                    <a:pt x="5538" y="20407"/>
                    <a:pt x="5638" y="20240"/>
                    <a:pt x="5704" y="20073"/>
                  </a:cubicBezTo>
                  <a:lnTo>
                    <a:pt x="5838" y="19573"/>
                  </a:lnTo>
                  <a:cubicBezTo>
                    <a:pt x="5971" y="18906"/>
                    <a:pt x="5871" y="18305"/>
                    <a:pt x="5805" y="17672"/>
                  </a:cubicBezTo>
                  <a:cubicBezTo>
                    <a:pt x="5571" y="16471"/>
                    <a:pt x="5237" y="15370"/>
                    <a:pt x="5137" y="14302"/>
                  </a:cubicBezTo>
                  <a:cubicBezTo>
                    <a:pt x="5037" y="13802"/>
                    <a:pt x="5037" y="13235"/>
                    <a:pt x="5204" y="12801"/>
                  </a:cubicBezTo>
                  <a:cubicBezTo>
                    <a:pt x="5338" y="12334"/>
                    <a:pt x="5671" y="11967"/>
                    <a:pt x="5905" y="11534"/>
                  </a:cubicBezTo>
                  <a:cubicBezTo>
                    <a:pt x="7005" y="9966"/>
                    <a:pt x="8373" y="8965"/>
                    <a:pt x="9541" y="8065"/>
                  </a:cubicBezTo>
                  <a:cubicBezTo>
                    <a:pt x="10741" y="7231"/>
                    <a:pt x="11742" y="6464"/>
                    <a:pt x="12376" y="5630"/>
                  </a:cubicBezTo>
                  <a:cubicBezTo>
                    <a:pt x="13043" y="4796"/>
                    <a:pt x="13377" y="3995"/>
                    <a:pt x="13577" y="3361"/>
                  </a:cubicBezTo>
                  <a:cubicBezTo>
                    <a:pt x="13677" y="3028"/>
                    <a:pt x="13777" y="2794"/>
                    <a:pt x="13844" y="2527"/>
                  </a:cubicBezTo>
                  <a:cubicBezTo>
                    <a:pt x="13910" y="2294"/>
                    <a:pt x="13910" y="2127"/>
                    <a:pt x="13944" y="1960"/>
                  </a:cubicBezTo>
                  <a:cubicBezTo>
                    <a:pt x="14010" y="1627"/>
                    <a:pt x="14044" y="1493"/>
                    <a:pt x="14044" y="1493"/>
                  </a:cubicBezTo>
                  <a:cubicBezTo>
                    <a:pt x="14128" y="501"/>
                    <a:pt x="14102" y="0"/>
                    <a:pt x="140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1" name="Google Shape;721;p6"/>
            <p:cNvSpPr/>
            <p:nvPr/>
          </p:nvSpPr>
          <p:spPr>
            <a:xfrm>
              <a:off x="9719578" y="1544473"/>
              <a:ext cx="415679" cy="246140"/>
            </a:xfrm>
            <a:custGeom>
              <a:avLst/>
              <a:gdLst/>
              <a:ahLst/>
              <a:cxnLst/>
              <a:rect l="l" t="t" r="r" b="b"/>
              <a:pathLst>
                <a:path w="18450" h="10925" extrusionOk="0">
                  <a:moveTo>
                    <a:pt x="6115" y="0"/>
                  </a:moveTo>
                  <a:cubicBezTo>
                    <a:pt x="6078" y="0"/>
                    <a:pt x="6041" y="3"/>
                    <a:pt x="6004" y="9"/>
                  </a:cubicBezTo>
                  <a:lnTo>
                    <a:pt x="5671" y="9"/>
                  </a:lnTo>
                  <a:lnTo>
                    <a:pt x="5371" y="42"/>
                  </a:lnTo>
                  <a:cubicBezTo>
                    <a:pt x="5171" y="109"/>
                    <a:pt x="4937" y="143"/>
                    <a:pt x="4770" y="209"/>
                  </a:cubicBezTo>
                  <a:cubicBezTo>
                    <a:pt x="4603" y="276"/>
                    <a:pt x="4403" y="343"/>
                    <a:pt x="4237" y="443"/>
                  </a:cubicBezTo>
                  <a:cubicBezTo>
                    <a:pt x="4070" y="476"/>
                    <a:pt x="3903" y="610"/>
                    <a:pt x="3736" y="710"/>
                  </a:cubicBezTo>
                  <a:cubicBezTo>
                    <a:pt x="3569" y="810"/>
                    <a:pt x="3436" y="976"/>
                    <a:pt x="3336" y="1110"/>
                  </a:cubicBezTo>
                  <a:cubicBezTo>
                    <a:pt x="3202" y="1210"/>
                    <a:pt x="3069" y="1343"/>
                    <a:pt x="3002" y="1510"/>
                  </a:cubicBezTo>
                  <a:cubicBezTo>
                    <a:pt x="2602" y="2111"/>
                    <a:pt x="2335" y="2678"/>
                    <a:pt x="2068" y="3178"/>
                  </a:cubicBezTo>
                  <a:cubicBezTo>
                    <a:pt x="1835" y="3678"/>
                    <a:pt x="1568" y="4045"/>
                    <a:pt x="1268" y="4346"/>
                  </a:cubicBezTo>
                  <a:cubicBezTo>
                    <a:pt x="1201" y="4379"/>
                    <a:pt x="1168" y="4479"/>
                    <a:pt x="1068" y="4512"/>
                  </a:cubicBezTo>
                  <a:cubicBezTo>
                    <a:pt x="1001" y="4546"/>
                    <a:pt x="934" y="4612"/>
                    <a:pt x="867" y="4646"/>
                  </a:cubicBezTo>
                  <a:cubicBezTo>
                    <a:pt x="734" y="4712"/>
                    <a:pt x="601" y="4779"/>
                    <a:pt x="534" y="4813"/>
                  </a:cubicBezTo>
                  <a:cubicBezTo>
                    <a:pt x="334" y="4879"/>
                    <a:pt x="200" y="4879"/>
                    <a:pt x="200" y="4879"/>
                  </a:cubicBezTo>
                  <a:cubicBezTo>
                    <a:pt x="9" y="4943"/>
                    <a:pt x="1" y="5282"/>
                    <a:pt x="234" y="5282"/>
                  </a:cubicBezTo>
                  <a:cubicBezTo>
                    <a:pt x="244" y="5282"/>
                    <a:pt x="256" y="5281"/>
                    <a:pt x="267" y="5280"/>
                  </a:cubicBezTo>
                  <a:cubicBezTo>
                    <a:pt x="267" y="5280"/>
                    <a:pt x="400" y="5280"/>
                    <a:pt x="667" y="5179"/>
                  </a:cubicBezTo>
                  <a:cubicBezTo>
                    <a:pt x="767" y="5146"/>
                    <a:pt x="901" y="5146"/>
                    <a:pt x="1068" y="5013"/>
                  </a:cubicBezTo>
                  <a:cubicBezTo>
                    <a:pt x="1168" y="4979"/>
                    <a:pt x="1234" y="4879"/>
                    <a:pt x="1334" y="4846"/>
                  </a:cubicBezTo>
                  <a:cubicBezTo>
                    <a:pt x="1401" y="4779"/>
                    <a:pt x="1501" y="4712"/>
                    <a:pt x="1568" y="4646"/>
                  </a:cubicBezTo>
                  <a:cubicBezTo>
                    <a:pt x="1902" y="4346"/>
                    <a:pt x="2202" y="3879"/>
                    <a:pt x="2502" y="3378"/>
                  </a:cubicBezTo>
                  <a:cubicBezTo>
                    <a:pt x="2769" y="2878"/>
                    <a:pt x="3069" y="2311"/>
                    <a:pt x="3436" y="1810"/>
                  </a:cubicBezTo>
                  <a:cubicBezTo>
                    <a:pt x="3536" y="1677"/>
                    <a:pt x="3669" y="1544"/>
                    <a:pt x="3736" y="1443"/>
                  </a:cubicBezTo>
                  <a:cubicBezTo>
                    <a:pt x="3870" y="1343"/>
                    <a:pt x="4003" y="1210"/>
                    <a:pt x="4103" y="1143"/>
                  </a:cubicBezTo>
                  <a:cubicBezTo>
                    <a:pt x="4237" y="1043"/>
                    <a:pt x="4370" y="943"/>
                    <a:pt x="4537" y="876"/>
                  </a:cubicBezTo>
                  <a:cubicBezTo>
                    <a:pt x="4670" y="843"/>
                    <a:pt x="4837" y="776"/>
                    <a:pt x="5004" y="710"/>
                  </a:cubicBezTo>
                  <a:cubicBezTo>
                    <a:pt x="5319" y="615"/>
                    <a:pt x="5641" y="550"/>
                    <a:pt x="5942" y="550"/>
                  </a:cubicBezTo>
                  <a:cubicBezTo>
                    <a:pt x="6280" y="550"/>
                    <a:pt x="6592" y="632"/>
                    <a:pt x="6838" y="843"/>
                  </a:cubicBezTo>
                  <a:cubicBezTo>
                    <a:pt x="7072" y="1043"/>
                    <a:pt x="7239" y="1343"/>
                    <a:pt x="7405" y="1644"/>
                  </a:cubicBezTo>
                  <a:cubicBezTo>
                    <a:pt x="7572" y="1944"/>
                    <a:pt x="7706" y="2277"/>
                    <a:pt x="7872" y="2611"/>
                  </a:cubicBezTo>
                  <a:cubicBezTo>
                    <a:pt x="8206" y="3211"/>
                    <a:pt x="8573" y="3945"/>
                    <a:pt x="9173" y="4379"/>
                  </a:cubicBezTo>
                  <a:cubicBezTo>
                    <a:pt x="9407" y="4646"/>
                    <a:pt x="9774" y="4813"/>
                    <a:pt x="10174" y="4946"/>
                  </a:cubicBezTo>
                  <a:cubicBezTo>
                    <a:pt x="10443" y="4995"/>
                    <a:pt x="10729" y="5026"/>
                    <a:pt x="11034" y="5026"/>
                  </a:cubicBezTo>
                  <a:cubicBezTo>
                    <a:pt x="11145" y="5026"/>
                    <a:pt x="11259" y="5022"/>
                    <a:pt x="11375" y="5013"/>
                  </a:cubicBezTo>
                  <a:cubicBezTo>
                    <a:pt x="12176" y="4946"/>
                    <a:pt x="12909" y="4612"/>
                    <a:pt x="13543" y="4546"/>
                  </a:cubicBezTo>
                  <a:cubicBezTo>
                    <a:pt x="13877" y="4546"/>
                    <a:pt x="14110" y="4646"/>
                    <a:pt x="14344" y="4846"/>
                  </a:cubicBezTo>
                  <a:cubicBezTo>
                    <a:pt x="14577" y="5046"/>
                    <a:pt x="14744" y="5346"/>
                    <a:pt x="14877" y="5680"/>
                  </a:cubicBezTo>
                  <a:cubicBezTo>
                    <a:pt x="15011" y="6013"/>
                    <a:pt x="15111" y="6347"/>
                    <a:pt x="15211" y="6681"/>
                  </a:cubicBezTo>
                  <a:cubicBezTo>
                    <a:pt x="15278" y="6981"/>
                    <a:pt x="15344" y="7314"/>
                    <a:pt x="15378" y="7648"/>
                  </a:cubicBezTo>
                  <a:cubicBezTo>
                    <a:pt x="15445" y="8315"/>
                    <a:pt x="15545" y="8949"/>
                    <a:pt x="15745" y="9516"/>
                  </a:cubicBezTo>
                  <a:cubicBezTo>
                    <a:pt x="15912" y="10083"/>
                    <a:pt x="16245" y="10617"/>
                    <a:pt x="16745" y="10817"/>
                  </a:cubicBezTo>
                  <a:cubicBezTo>
                    <a:pt x="16950" y="10899"/>
                    <a:pt x="17132" y="10925"/>
                    <a:pt x="17294" y="10925"/>
                  </a:cubicBezTo>
                  <a:cubicBezTo>
                    <a:pt x="17529" y="10925"/>
                    <a:pt x="17722" y="10870"/>
                    <a:pt x="17880" y="10850"/>
                  </a:cubicBezTo>
                  <a:lnTo>
                    <a:pt x="18247" y="10717"/>
                  </a:lnTo>
                  <a:cubicBezTo>
                    <a:pt x="18449" y="10641"/>
                    <a:pt x="18421" y="10449"/>
                    <a:pt x="18279" y="10449"/>
                  </a:cubicBezTo>
                  <a:cubicBezTo>
                    <a:pt x="18234" y="10449"/>
                    <a:pt x="18177" y="10469"/>
                    <a:pt x="18113" y="10517"/>
                  </a:cubicBezTo>
                  <a:cubicBezTo>
                    <a:pt x="18113" y="10517"/>
                    <a:pt x="18013" y="10550"/>
                    <a:pt x="17780" y="10617"/>
                  </a:cubicBezTo>
                  <a:cubicBezTo>
                    <a:pt x="17690" y="10632"/>
                    <a:pt x="17581" y="10647"/>
                    <a:pt x="17457" y="10647"/>
                  </a:cubicBezTo>
                  <a:cubicBezTo>
                    <a:pt x="17304" y="10647"/>
                    <a:pt x="17130" y="10624"/>
                    <a:pt x="16946" y="10550"/>
                  </a:cubicBezTo>
                  <a:cubicBezTo>
                    <a:pt x="16612" y="10450"/>
                    <a:pt x="16379" y="10016"/>
                    <a:pt x="16212" y="9516"/>
                  </a:cubicBezTo>
                  <a:cubicBezTo>
                    <a:pt x="16045" y="9016"/>
                    <a:pt x="16012" y="8382"/>
                    <a:pt x="15912" y="7715"/>
                  </a:cubicBezTo>
                  <a:cubicBezTo>
                    <a:pt x="15878" y="7381"/>
                    <a:pt x="15845" y="7014"/>
                    <a:pt x="15745" y="6647"/>
                  </a:cubicBezTo>
                  <a:cubicBezTo>
                    <a:pt x="15678" y="6280"/>
                    <a:pt x="15578" y="5947"/>
                    <a:pt x="15411" y="5546"/>
                  </a:cubicBezTo>
                  <a:cubicBezTo>
                    <a:pt x="15278" y="5213"/>
                    <a:pt x="15078" y="4846"/>
                    <a:pt x="14777" y="4512"/>
                  </a:cubicBezTo>
                  <a:cubicBezTo>
                    <a:pt x="14611" y="4379"/>
                    <a:pt x="14410" y="4212"/>
                    <a:pt x="14210" y="4145"/>
                  </a:cubicBezTo>
                  <a:cubicBezTo>
                    <a:pt x="14010" y="4045"/>
                    <a:pt x="13743" y="4012"/>
                    <a:pt x="13543" y="4012"/>
                  </a:cubicBezTo>
                  <a:cubicBezTo>
                    <a:pt x="13110" y="4012"/>
                    <a:pt x="12743" y="4145"/>
                    <a:pt x="12376" y="4212"/>
                  </a:cubicBezTo>
                  <a:cubicBezTo>
                    <a:pt x="12009" y="4312"/>
                    <a:pt x="11675" y="4379"/>
                    <a:pt x="11342" y="4446"/>
                  </a:cubicBezTo>
                  <a:cubicBezTo>
                    <a:pt x="11260" y="4454"/>
                    <a:pt x="11179" y="4458"/>
                    <a:pt x="11099" y="4458"/>
                  </a:cubicBezTo>
                  <a:cubicBezTo>
                    <a:pt x="10549" y="4458"/>
                    <a:pt x="10023" y="4265"/>
                    <a:pt x="9674" y="3945"/>
                  </a:cubicBezTo>
                  <a:cubicBezTo>
                    <a:pt x="9207" y="3545"/>
                    <a:pt x="8873" y="2978"/>
                    <a:pt x="8540" y="2344"/>
                  </a:cubicBezTo>
                  <a:cubicBezTo>
                    <a:pt x="8373" y="2011"/>
                    <a:pt x="8239" y="1677"/>
                    <a:pt x="8039" y="1343"/>
                  </a:cubicBezTo>
                  <a:cubicBezTo>
                    <a:pt x="7839" y="1010"/>
                    <a:pt x="7606" y="676"/>
                    <a:pt x="7239" y="376"/>
                  </a:cubicBezTo>
                  <a:cubicBezTo>
                    <a:pt x="7172" y="343"/>
                    <a:pt x="7072" y="276"/>
                    <a:pt x="6938" y="209"/>
                  </a:cubicBezTo>
                  <a:cubicBezTo>
                    <a:pt x="6872" y="176"/>
                    <a:pt x="6772" y="143"/>
                    <a:pt x="6672" y="109"/>
                  </a:cubicBezTo>
                  <a:cubicBezTo>
                    <a:pt x="6454" y="55"/>
                    <a:pt x="6280" y="0"/>
                    <a:pt x="61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2" name="Google Shape;722;p6"/>
            <p:cNvSpPr/>
            <p:nvPr/>
          </p:nvSpPr>
          <p:spPr>
            <a:xfrm>
              <a:off x="10093846" y="1486504"/>
              <a:ext cx="370483" cy="268670"/>
            </a:xfrm>
            <a:custGeom>
              <a:avLst/>
              <a:gdLst/>
              <a:ahLst/>
              <a:cxnLst/>
              <a:rect l="l" t="t" r="r" b="b"/>
              <a:pathLst>
                <a:path w="16444" h="11925" extrusionOk="0">
                  <a:moveTo>
                    <a:pt x="5749" y="1"/>
                  </a:moveTo>
                  <a:cubicBezTo>
                    <a:pt x="5525" y="1"/>
                    <a:pt x="5304" y="29"/>
                    <a:pt x="5104" y="47"/>
                  </a:cubicBezTo>
                  <a:cubicBezTo>
                    <a:pt x="4904" y="80"/>
                    <a:pt x="4670" y="114"/>
                    <a:pt x="4503" y="147"/>
                  </a:cubicBezTo>
                  <a:cubicBezTo>
                    <a:pt x="4336" y="214"/>
                    <a:pt x="4136" y="314"/>
                    <a:pt x="3970" y="414"/>
                  </a:cubicBezTo>
                  <a:cubicBezTo>
                    <a:pt x="3269" y="848"/>
                    <a:pt x="2902" y="1548"/>
                    <a:pt x="2635" y="2115"/>
                  </a:cubicBezTo>
                  <a:cubicBezTo>
                    <a:pt x="2402" y="2716"/>
                    <a:pt x="2235" y="3283"/>
                    <a:pt x="2001" y="3783"/>
                  </a:cubicBezTo>
                  <a:cubicBezTo>
                    <a:pt x="1801" y="4283"/>
                    <a:pt x="1601" y="4717"/>
                    <a:pt x="1334" y="4950"/>
                  </a:cubicBezTo>
                  <a:cubicBezTo>
                    <a:pt x="1101" y="5217"/>
                    <a:pt x="834" y="5284"/>
                    <a:pt x="634" y="5317"/>
                  </a:cubicBezTo>
                  <a:lnTo>
                    <a:pt x="334" y="5317"/>
                  </a:lnTo>
                  <a:cubicBezTo>
                    <a:pt x="100" y="5317"/>
                    <a:pt x="0" y="5651"/>
                    <a:pt x="300" y="5718"/>
                  </a:cubicBezTo>
                  <a:lnTo>
                    <a:pt x="667" y="5718"/>
                  </a:lnTo>
                  <a:cubicBezTo>
                    <a:pt x="934" y="5718"/>
                    <a:pt x="1301" y="5618"/>
                    <a:pt x="1635" y="5284"/>
                  </a:cubicBezTo>
                  <a:cubicBezTo>
                    <a:pt x="2302" y="4650"/>
                    <a:pt x="2602" y="3483"/>
                    <a:pt x="3102" y="2382"/>
                  </a:cubicBezTo>
                  <a:cubicBezTo>
                    <a:pt x="3336" y="1782"/>
                    <a:pt x="3669" y="1248"/>
                    <a:pt x="4236" y="948"/>
                  </a:cubicBezTo>
                  <a:cubicBezTo>
                    <a:pt x="4336" y="881"/>
                    <a:pt x="4470" y="848"/>
                    <a:pt x="4637" y="781"/>
                  </a:cubicBezTo>
                  <a:cubicBezTo>
                    <a:pt x="4770" y="747"/>
                    <a:pt x="4937" y="747"/>
                    <a:pt x="5104" y="714"/>
                  </a:cubicBezTo>
                  <a:cubicBezTo>
                    <a:pt x="5437" y="714"/>
                    <a:pt x="5737" y="714"/>
                    <a:pt x="6004" y="781"/>
                  </a:cubicBezTo>
                  <a:cubicBezTo>
                    <a:pt x="6571" y="948"/>
                    <a:pt x="6972" y="1448"/>
                    <a:pt x="7272" y="2048"/>
                  </a:cubicBezTo>
                  <a:cubicBezTo>
                    <a:pt x="7572" y="2615"/>
                    <a:pt x="7806" y="3249"/>
                    <a:pt x="8106" y="3816"/>
                  </a:cubicBezTo>
                  <a:cubicBezTo>
                    <a:pt x="8239" y="4083"/>
                    <a:pt x="8439" y="4383"/>
                    <a:pt x="8506" y="4483"/>
                  </a:cubicBezTo>
                  <a:lnTo>
                    <a:pt x="8506" y="4450"/>
                  </a:lnTo>
                  <a:cubicBezTo>
                    <a:pt x="8640" y="4584"/>
                    <a:pt x="8740" y="4750"/>
                    <a:pt x="8840" y="4884"/>
                  </a:cubicBezTo>
                  <a:cubicBezTo>
                    <a:pt x="8973" y="4984"/>
                    <a:pt x="9107" y="5117"/>
                    <a:pt x="9273" y="5251"/>
                  </a:cubicBezTo>
                  <a:cubicBezTo>
                    <a:pt x="9574" y="5451"/>
                    <a:pt x="9940" y="5618"/>
                    <a:pt x="10307" y="5718"/>
                  </a:cubicBezTo>
                  <a:cubicBezTo>
                    <a:pt x="11075" y="5884"/>
                    <a:pt x="11775" y="5784"/>
                    <a:pt x="12342" y="5918"/>
                  </a:cubicBezTo>
                  <a:cubicBezTo>
                    <a:pt x="12642" y="5985"/>
                    <a:pt x="12909" y="6118"/>
                    <a:pt x="13109" y="6285"/>
                  </a:cubicBezTo>
                  <a:cubicBezTo>
                    <a:pt x="13310" y="6485"/>
                    <a:pt x="13510" y="6752"/>
                    <a:pt x="13643" y="6985"/>
                  </a:cubicBezTo>
                  <a:cubicBezTo>
                    <a:pt x="13943" y="7519"/>
                    <a:pt x="14010" y="8086"/>
                    <a:pt x="14010" y="8653"/>
                  </a:cubicBezTo>
                  <a:cubicBezTo>
                    <a:pt x="14010" y="9254"/>
                    <a:pt x="13943" y="9854"/>
                    <a:pt x="14110" y="10388"/>
                  </a:cubicBezTo>
                  <a:cubicBezTo>
                    <a:pt x="14143" y="10521"/>
                    <a:pt x="14244" y="10621"/>
                    <a:pt x="14277" y="10755"/>
                  </a:cubicBezTo>
                  <a:cubicBezTo>
                    <a:pt x="14310" y="10888"/>
                    <a:pt x="14410" y="10988"/>
                    <a:pt x="14477" y="11088"/>
                  </a:cubicBezTo>
                  <a:cubicBezTo>
                    <a:pt x="14644" y="11255"/>
                    <a:pt x="14811" y="11422"/>
                    <a:pt x="14977" y="11522"/>
                  </a:cubicBezTo>
                  <a:cubicBezTo>
                    <a:pt x="15144" y="11589"/>
                    <a:pt x="15311" y="11689"/>
                    <a:pt x="15444" y="11722"/>
                  </a:cubicBezTo>
                  <a:cubicBezTo>
                    <a:pt x="15611" y="11755"/>
                    <a:pt x="15745" y="11822"/>
                    <a:pt x="15811" y="11822"/>
                  </a:cubicBezTo>
                  <a:cubicBezTo>
                    <a:pt x="15978" y="11889"/>
                    <a:pt x="16112" y="11922"/>
                    <a:pt x="16112" y="11922"/>
                  </a:cubicBezTo>
                  <a:cubicBezTo>
                    <a:pt x="16129" y="11924"/>
                    <a:pt x="16145" y="11925"/>
                    <a:pt x="16161" y="11925"/>
                  </a:cubicBezTo>
                  <a:cubicBezTo>
                    <a:pt x="16415" y="11925"/>
                    <a:pt x="16443" y="11679"/>
                    <a:pt x="16412" y="11522"/>
                  </a:cubicBezTo>
                  <a:cubicBezTo>
                    <a:pt x="16412" y="11522"/>
                    <a:pt x="16278" y="11455"/>
                    <a:pt x="16112" y="11422"/>
                  </a:cubicBezTo>
                  <a:cubicBezTo>
                    <a:pt x="15978" y="11388"/>
                    <a:pt x="15911" y="11322"/>
                    <a:pt x="15778" y="11288"/>
                  </a:cubicBezTo>
                  <a:cubicBezTo>
                    <a:pt x="15645" y="11255"/>
                    <a:pt x="15478" y="11188"/>
                    <a:pt x="15344" y="11088"/>
                  </a:cubicBezTo>
                  <a:cubicBezTo>
                    <a:pt x="15078" y="10921"/>
                    <a:pt x="14777" y="10621"/>
                    <a:pt x="14677" y="10221"/>
                  </a:cubicBezTo>
                  <a:cubicBezTo>
                    <a:pt x="14611" y="9787"/>
                    <a:pt x="14644" y="9254"/>
                    <a:pt x="14677" y="8686"/>
                  </a:cubicBezTo>
                  <a:cubicBezTo>
                    <a:pt x="14677" y="8053"/>
                    <a:pt x="14644" y="7352"/>
                    <a:pt x="14310" y="6718"/>
                  </a:cubicBezTo>
                  <a:cubicBezTo>
                    <a:pt x="14177" y="6418"/>
                    <a:pt x="13977" y="6118"/>
                    <a:pt x="13676" y="5851"/>
                  </a:cubicBezTo>
                  <a:cubicBezTo>
                    <a:pt x="13410" y="5584"/>
                    <a:pt x="13009" y="5384"/>
                    <a:pt x="12642" y="5284"/>
                  </a:cubicBezTo>
                  <a:cubicBezTo>
                    <a:pt x="11909" y="5117"/>
                    <a:pt x="11175" y="5151"/>
                    <a:pt x="10608" y="5051"/>
                  </a:cubicBezTo>
                  <a:cubicBezTo>
                    <a:pt x="10007" y="4884"/>
                    <a:pt x="9574" y="4550"/>
                    <a:pt x="9273" y="4050"/>
                  </a:cubicBezTo>
                  <a:lnTo>
                    <a:pt x="9273" y="4016"/>
                  </a:lnTo>
                  <a:cubicBezTo>
                    <a:pt x="9173" y="3883"/>
                    <a:pt x="9006" y="3683"/>
                    <a:pt x="8906" y="3416"/>
                  </a:cubicBezTo>
                  <a:cubicBezTo>
                    <a:pt x="8606" y="2882"/>
                    <a:pt x="8339" y="2249"/>
                    <a:pt x="8006" y="1615"/>
                  </a:cubicBezTo>
                  <a:cubicBezTo>
                    <a:pt x="7839" y="1348"/>
                    <a:pt x="7639" y="1014"/>
                    <a:pt x="7339" y="714"/>
                  </a:cubicBezTo>
                  <a:cubicBezTo>
                    <a:pt x="7239" y="581"/>
                    <a:pt x="7072" y="447"/>
                    <a:pt x="6905" y="347"/>
                  </a:cubicBezTo>
                  <a:cubicBezTo>
                    <a:pt x="6671" y="214"/>
                    <a:pt x="6505" y="114"/>
                    <a:pt x="6305" y="80"/>
                  </a:cubicBezTo>
                  <a:cubicBezTo>
                    <a:pt x="6123" y="20"/>
                    <a:pt x="5935" y="1"/>
                    <a:pt x="57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3" name="Google Shape;723;p6"/>
            <p:cNvSpPr/>
            <p:nvPr/>
          </p:nvSpPr>
          <p:spPr>
            <a:xfrm>
              <a:off x="10471359" y="2438126"/>
              <a:ext cx="393757" cy="235619"/>
            </a:xfrm>
            <a:custGeom>
              <a:avLst/>
              <a:gdLst/>
              <a:ahLst/>
              <a:cxnLst/>
              <a:rect l="l" t="t" r="r" b="b"/>
              <a:pathLst>
                <a:path w="17477" h="10458" extrusionOk="0">
                  <a:moveTo>
                    <a:pt x="5787" y="1"/>
                  </a:moveTo>
                  <a:cubicBezTo>
                    <a:pt x="5647" y="1"/>
                    <a:pt x="5509" y="20"/>
                    <a:pt x="5393" y="39"/>
                  </a:cubicBezTo>
                  <a:cubicBezTo>
                    <a:pt x="5126" y="73"/>
                    <a:pt x="4960" y="173"/>
                    <a:pt x="4793" y="306"/>
                  </a:cubicBezTo>
                  <a:cubicBezTo>
                    <a:pt x="4526" y="506"/>
                    <a:pt x="4226" y="740"/>
                    <a:pt x="3959" y="1007"/>
                  </a:cubicBezTo>
                  <a:lnTo>
                    <a:pt x="3592" y="1373"/>
                  </a:lnTo>
                  <a:cubicBezTo>
                    <a:pt x="3459" y="1507"/>
                    <a:pt x="3392" y="1674"/>
                    <a:pt x="3292" y="1840"/>
                  </a:cubicBezTo>
                  <a:cubicBezTo>
                    <a:pt x="3192" y="2141"/>
                    <a:pt x="3058" y="2474"/>
                    <a:pt x="2925" y="2741"/>
                  </a:cubicBezTo>
                  <a:cubicBezTo>
                    <a:pt x="2725" y="3342"/>
                    <a:pt x="2525" y="3909"/>
                    <a:pt x="2258" y="4342"/>
                  </a:cubicBezTo>
                  <a:cubicBezTo>
                    <a:pt x="2124" y="4576"/>
                    <a:pt x="2024" y="4743"/>
                    <a:pt x="1857" y="4876"/>
                  </a:cubicBezTo>
                  <a:cubicBezTo>
                    <a:pt x="1691" y="5009"/>
                    <a:pt x="1557" y="5076"/>
                    <a:pt x="1390" y="5076"/>
                  </a:cubicBezTo>
                  <a:cubicBezTo>
                    <a:pt x="1090" y="5076"/>
                    <a:pt x="790" y="4909"/>
                    <a:pt x="623" y="4843"/>
                  </a:cubicBezTo>
                  <a:cubicBezTo>
                    <a:pt x="456" y="4743"/>
                    <a:pt x="390" y="4676"/>
                    <a:pt x="390" y="4676"/>
                  </a:cubicBezTo>
                  <a:cubicBezTo>
                    <a:pt x="358" y="4651"/>
                    <a:pt x="323" y="4640"/>
                    <a:pt x="288" y="4640"/>
                  </a:cubicBezTo>
                  <a:cubicBezTo>
                    <a:pt x="140" y="4640"/>
                    <a:pt x="0" y="4841"/>
                    <a:pt x="190" y="4976"/>
                  </a:cubicBezTo>
                  <a:cubicBezTo>
                    <a:pt x="190" y="4976"/>
                    <a:pt x="256" y="5043"/>
                    <a:pt x="456" y="5176"/>
                  </a:cubicBezTo>
                  <a:cubicBezTo>
                    <a:pt x="690" y="5310"/>
                    <a:pt x="957" y="5510"/>
                    <a:pt x="1457" y="5510"/>
                  </a:cubicBezTo>
                  <a:cubicBezTo>
                    <a:pt x="1691" y="5510"/>
                    <a:pt x="1957" y="5410"/>
                    <a:pt x="2191" y="5243"/>
                  </a:cubicBezTo>
                  <a:cubicBezTo>
                    <a:pt x="2391" y="5076"/>
                    <a:pt x="2558" y="4876"/>
                    <a:pt x="2725" y="4642"/>
                  </a:cubicBezTo>
                  <a:cubicBezTo>
                    <a:pt x="3025" y="4142"/>
                    <a:pt x="3225" y="3575"/>
                    <a:pt x="3459" y="3008"/>
                  </a:cubicBezTo>
                  <a:cubicBezTo>
                    <a:pt x="3592" y="2708"/>
                    <a:pt x="3725" y="2408"/>
                    <a:pt x="3892" y="2174"/>
                  </a:cubicBezTo>
                  <a:cubicBezTo>
                    <a:pt x="3959" y="2041"/>
                    <a:pt x="4059" y="1874"/>
                    <a:pt x="4126" y="1807"/>
                  </a:cubicBezTo>
                  <a:cubicBezTo>
                    <a:pt x="4259" y="1707"/>
                    <a:pt x="4359" y="1574"/>
                    <a:pt x="4459" y="1474"/>
                  </a:cubicBezTo>
                  <a:cubicBezTo>
                    <a:pt x="4726" y="1240"/>
                    <a:pt x="4960" y="1040"/>
                    <a:pt x="5226" y="873"/>
                  </a:cubicBezTo>
                  <a:cubicBezTo>
                    <a:pt x="5449" y="749"/>
                    <a:pt x="5635" y="681"/>
                    <a:pt x="5798" y="681"/>
                  </a:cubicBezTo>
                  <a:cubicBezTo>
                    <a:pt x="5855" y="681"/>
                    <a:pt x="5909" y="689"/>
                    <a:pt x="5960" y="706"/>
                  </a:cubicBezTo>
                  <a:cubicBezTo>
                    <a:pt x="6194" y="740"/>
                    <a:pt x="6394" y="1007"/>
                    <a:pt x="6561" y="1240"/>
                  </a:cubicBezTo>
                  <a:cubicBezTo>
                    <a:pt x="6728" y="1507"/>
                    <a:pt x="6861" y="1840"/>
                    <a:pt x="6961" y="2141"/>
                  </a:cubicBezTo>
                  <a:cubicBezTo>
                    <a:pt x="7261" y="2741"/>
                    <a:pt x="7461" y="3375"/>
                    <a:pt x="7795" y="3975"/>
                  </a:cubicBezTo>
                  <a:cubicBezTo>
                    <a:pt x="7962" y="4242"/>
                    <a:pt x="8229" y="4542"/>
                    <a:pt x="8462" y="4809"/>
                  </a:cubicBezTo>
                  <a:cubicBezTo>
                    <a:pt x="8729" y="5043"/>
                    <a:pt x="9096" y="5243"/>
                    <a:pt x="9530" y="5343"/>
                  </a:cubicBezTo>
                  <a:cubicBezTo>
                    <a:pt x="9643" y="5364"/>
                    <a:pt x="9760" y="5372"/>
                    <a:pt x="9877" y="5372"/>
                  </a:cubicBezTo>
                  <a:cubicBezTo>
                    <a:pt x="10138" y="5372"/>
                    <a:pt x="10400" y="5333"/>
                    <a:pt x="10630" y="5310"/>
                  </a:cubicBezTo>
                  <a:cubicBezTo>
                    <a:pt x="10813" y="5273"/>
                    <a:pt x="10986" y="5246"/>
                    <a:pt x="11149" y="5246"/>
                  </a:cubicBezTo>
                  <a:cubicBezTo>
                    <a:pt x="11283" y="5246"/>
                    <a:pt x="11410" y="5264"/>
                    <a:pt x="11531" y="5310"/>
                  </a:cubicBezTo>
                  <a:cubicBezTo>
                    <a:pt x="12065" y="5476"/>
                    <a:pt x="12465" y="6010"/>
                    <a:pt x="12765" y="6577"/>
                  </a:cubicBezTo>
                  <a:lnTo>
                    <a:pt x="12799" y="6711"/>
                  </a:lnTo>
                  <a:lnTo>
                    <a:pt x="12799" y="6744"/>
                  </a:lnTo>
                  <a:lnTo>
                    <a:pt x="12865" y="6811"/>
                  </a:lnTo>
                  <a:lnTo>
                    <a:pt x="12899" y="6844"/>
                  </a:lnTo>
                  <a:cubicBezTo>
                    <a:pt x="12932" y="6911"/>
                    <a:pt x="12965" y="6977"/>
                    <a:pt x="13032" y="7044"/>
                  </a:cubicBezTo>
                  <a:cubicBezTo>
                    <a:pt x="13099" y="7178"/>
                    <a:pt x="13199" y="7344"/>
                    <a:pt x="13266" y="7478"/>
                  </a:cubicBezTo>
                  <a:cubicBezTo>
                    <a:pt x="13432" y="7745"/>
                    <a:pt x="13566" y="8045"/>
                    <a:pt x="13733" y="8345"/>
                  </a:cubicBezTo>
                  <a:cubicBezTo>
                    <a:pt x="14066" y="8879"/>
                    <a:pt x="14366" y="9413"/>
                    <a:pt x="14767" y="9846"/>
                  </a:cubicBezTo>
                  <a:cubicBezTo>
                    <a:pt x="14933" y="10046"/>
                    <a:pt x="15200" y="10213"/>
                    <a:pt x="15434" y="10347"/>
                  </a:cubicBezTo>
                  <a:cubicBezTo>
                    <a:pt x="15590" y="10425"/>
                    <a:pt x="15735" y="10457"/>
                    <a:pt x="15882" y="10457"/>
                  </a:cubicBezTo>
                  <a:cubicBezTo>
                    <a:pt x="15986" y="10457"/>
                    <a:pt x="16090" y="10441"/>
                    <a:pt x="16201" y="10413"/>
                  </a:cubicBezTo>
                  <a:cubicBezTo>
                    <a:pt x="16668" y="10313"/>
                    <a:pt x="16901" y="10046"/>
                    <a:pt x="17068" y="9880"/>
                  </a:cubicBezTo>
                  <a:lnTo>
                    <a:pt x="17335" y="9646"/>
                  </a:lnTo>
                  <a:cubicBezTo>
                    <a:pt x="17477" y="9448"/>
                    <a:pt x="17306" y="9298"/>
                    <a:pt x="17067" y="9298"/>
                  </a:cubicBezTo>
                  <a:cubicBezTo>
                    <a:pt x="17025" y="9298"/>
                    <a:pt x="16980" y="9302"/>
                    <a:pt x="16935" y="9313"/>
                  </a:cubicBezTo>
                  <a:cubicBezTo>
                    <a:pt x="16935" y="9313"/>
                    <a:pt x="16901" y="9413"/>
                    <a:pt x="16735" y="9546"/>
                  </a:cubicBezTo>
                  <a:cubicBezTo>
                    <a:pt x="16568" y="9679"/>
                    <a:pt x="16368" y="9880"/>
                    <a:pt x="16034" y="9980"/>
                  </a:cubicBezTo>
                  <a:cubicBezTo>
                    <a:pt x="15991" y="9989"/>
                    <a:pt x="15946" y="9994"/>
                    <a:pt x="15900" y="9994"/>
                  </a:cubicBezTo>
                  <a:cubicBezTo>
                    <a:pt x="15629" y="9994"/>
                    <a:pt x="15319" y="9827"/>
                    <a:pt x="15033" y="9513"/>
                  </a:cubicBezTo>
                  <a:cubicBezTo>
                    <a:pt x="14733" y="9146"/>
                    <a:pt x="14433" y="8645"/>
                    <a:pt x="14133" y="8078"/>
                  </a:cubicBezTo>
                  <a:cubicBezTo>
                    <a:pt x="14033" y="7811"/>
                    <a:pt x="13866" y="7511"/>
                    <a:pt x="13733" y="7211"/>
                  </a:cubicBezTo>
                  <a:cubicBezTo>
                    <a:pt x="13632" y="7044"/>
                    <a:pt x="13566" y="6911"/>
                    <a:pt x="13466" y="6744"/>
                  </a:cubicBezTo>
                  <a:lnTo>
                    <a:pt x="13366" y="6510"/>
                  </a:lnTo>
                  <a:lnTo>
                    <a:pt x="13299" y="6477"/>
                  </a:lnTo>
                  <a:lnTo>
                    <a:pt x="13299" y="6410"/>
                  </a:lnTo>
                  <a:lnTo>
                    <a:pt x="13232" y="6310"/>
                  </a:lnTo>
                  <a:cubicBezTo>
                    <a:pt x="13132" y="6177"/>
                    <a:pt x="13065" y="6010"/>
                    <a:pt x="12965" y="5843"/>
                  </a:cubicBezTo>
                  <a:cubicBezTo>
                    <a:pt x="12865" y="5677"/>
                    <a:pt x="12765" y="5543"/>
                    <a:pt x="12632" y="5376"/>
                  </a:cubicBezTo>
                  <a:cubicBezTo>
                    <a:pt x="12432" y="5076"/>
                    <a:pt x="12098" y="4809"/>
                    <a:pt x="11698" y="4676"/>
                  </a:cubicBezTo>
                  <a:cubicBezTo>
                    <a:pt x="11481" y="4609"/>
                    <a:pt x="11272" y="4584"/>
                    <a:pt x="11076" y="4584"/>
                  </a:cubicBezTo>
                  <a:cubicBezTo>
                    <a:pt x="10880" y="4584"/>
                    <a:pt x="10697" y="4609"/>
                    <a:pt x="10530" y="4642"/>
                  </a:cubicBezTo>
                  <a:cubicBezTo>
                    <a:pt x="10330" y="4659"/>
                    <a:pt x="10163" y="4668"/>
                    <a:pt x="10013" y="4668"/>
                  </a:cubicBezTo>
                  <a:cubicBezTo>
                    <a:pt x="9863" y="4668"/>
                    <a:pt x="9730" y="4659"/>
                    <a:pt x="9596" y="4642"/>
                  </a:cubicBezTo>
                  <a:cubicBezTo>
                    <a:pt x="9296" y="4542"/>
                    <a:pt x="9096" y="4409"/>
                    <a:pt x="8896" y="4209"/>
                  </a:cubicBezTo>
                  <a:cubicBezTo>
                    <a:pt x="8629" y="4009"/>
                    <a:pt x="8462" y="3809"/>
                    <a:pt x="8362" y="3542"/>
                  </a:cubicBezTo>
                  <a:cubicBezTo>
                    <a:pt x="8062" y="3075"/>
                    <a:pt x="7862" y="2474"/>
                    <a:pt x="7561" y="1840"/>
                  </a:cubicBezTo>
                  <a:cubicBezTo>
                    <a:pt x="7395" y="1540"/>
                    <a:pt x="7261" y="1207"/>
                    <a:pt x="7061" y="873"/>
                  </a:cubicBezTo>
                  <a:cubicBezTo>
                    <a:pt x="6861" y="540"/>
                    <a:pt x="6561" y="206"/>
                    <a:pt x="6094" y="39"/>
                  </a:cubicBezTo>
                  <a:cubicBezTo>
                    <a:pt x="5995" y="11"/>
                    <a:pt x="5890" y="1"/>
                    <a:pt x="57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4" name="Google Shape;724;p6"/>
            <p:cNvSpPr/>
            <p:nvPr/>
          </p:nvSpPr>
          <p:spPr>
            <a:xfrm>
              <a:off x="10444075" y="3010163"/>
              <a:ext cx="411848" cy="198422"/>
            </a:xfrm>
            <a:custGeom>
              <a:avLst/>
              <a:gdLst/>
              <a:ahLst/>
              <a:cxnLst/>
              <a:rect l="l" t="t" r="r" b="b"/>
              <a:pathLst>
                <a:path w="18280" h="8807" extrusionOk="0">
                  <a:moveTo>
                    <a:pt x="5403" y="1"/>
                  </a:moveTo>
                  <a:cubicBezTo>
                    <a:pt x="4970" y="1"/>
                    <a:pt x="4603" y="34"/>
                    <a:pt x="4269" y="167"/>
                  </a:cubicBezTo>
                  <a:cubicBezTo>
                    <a:pt x="4102" y="201"/>
                    <a:pt x="3936" y="301"/>
                    <a:pt x="3769" y="368"/>
                  </a:cubicBezTo>
                  <a:cubicBezTo>
                    <a:pt x="3635" y="501"/>
                    <a:pt x="3469" y="634"/>
                    <a:pt x="3369" y="735"/>
                  </a:cubicBezTo>
                  <a:cubicBezTo>
                    <a:pt x="3102" y="1035"/>
                    <a:pt x="2935" y="1335"/>
                    <a:pt x="2802" y="1635"/>
                  </a:cubicBezTo>
                  <a:cubicBezTo>
                    <a:pt x="2568" y="2236"/>
                    <a:pt x="2435" y="2803"/>
                    <a:pt x="2234" y="3203"/>
                  </a:cubicBezTo>
                  <a:cubicBezTo>
                    <a:pt x="2034" y="3670"/>
                    <a:pt x="1734" y="3903"/>
                    <a:pt x="1434" y="3970"/>
                  </a:cubicBezTo>
                  <a:cubicBezTo>
                    <a:pt x="1344" y="3979"/>
                    <a:pt x="1262" y="3983"/>
                    <a:pt x="1185" y="3983"/>
                  </a:cubicBezTo>
                  <a:cubicBezTo>
                    <a:pt x="975" y="3983"/>
                    <a:pt x="804" y="3952"/>
                    <a:pt x="633" y="3903"/>
                  </a:cubicBezTo>
                  <a:cubicBezTo>
                    <a:pt x="433" y="3870"/>
                    <a:pt x="366" y="3837"/>
                    <a:pt x="366" y="3837"/>
                  </a:cubicBezTo>
                  <a:cubicBezTo>
                    <a:pt x="337" y="3824"/>
                    <a:pt x="308" y="3818"/>
                    <a:pt x="281" y="3818"/>
                  </a:cubicBezTo>
                  <a:cubicBezTo>
                    <a:pt x="97" y="3818"/>
                    <a:pt x="0" y="4083"/>
                    <a:pt x="233" y="4170"/>
                  </a:cubicBezTo>
                  <a:cubicBezTo>
                    <a:pt x="233" y="4170"/>
                    <a:pt x="366" y="4237"/>
                    <a:pt x="567" y="4304"/>
                  </a:cubicBezTo>
                  <a:cubicBezTo>
                    <a:pt x="728" y="4331"/>
                    <a:pt x="956" y="4380"/>
                    <a:pt x="1284" y="4380"/>
                  </a:cubicBezTo>
                  <a:cubicBezTo>
                    <a:pt x="1362" y="4380"/>
                    <a:pt x="1445" y="4377"/>
                    <a:pt x="1534" y="4370"/>
                  </a:cubicBezTo>
                  <a:cubicBezTo>
                    <a:pt x="1734" y="4370"/>
                    <a:pt x="1968" y="4237"/>
                    <a:pt x="2201" y="4070"/>
                  </a:cubicBezTo>
                  <a:cubicBezTo>
                    <a:pt x="2401" y="3903"/>
                    <a:pt x="2568" y="3703"/>
                    <a:pt x="2701" y="3470"/>
                  </a:cubicBezTo>
                  <a:cubicBezTo>
                    <a:pt x="2935" y="3003"/>
                    <a:pt x="3068" y="2402"/>
                    <a:pt x="3302" y="1902"/>
                  </a:cubicBezTo>
                  <a:cubicBezTo>
                    <a:pt x="3435" y="1635"/>
                    <a:pt x="3569" y="1402"/>
                    <a:pt x="3769" y="1202"/>
                  </a:cubicBezTo>
                  <a:cubicBezTo>
                    <a:pt x="3936" y="1001"/>
                    <a:pt x="4203" y="868"/>
                    <a:pt x="4469" y="801"/>
                  </a:cubicBezTo>
                  <a:cubicBezTo>
                    <a:pt x="4695" y="726"/>
                    <a:pt x="4920" y="689"/>
                    <a:pt x="5117" y="689"/>
                  </a:cubicBezTo>
                  <a:cubicBezTo>
                    <a:pt x="5182" y="689"/>
                    <a:pt x="5245" y="693"/>
                    <a:pt x="5303" y="701"/>
                  </a:cubicBezTo>
                  <a:cubicBezTo>
                    <a:pt x="5604" y="801"/>
                    <a:pt x="5870" y="868"/>
                    <a:pt x="6071" y="1068"/>
                  </a:cubicBezTo>
                  <a:cubicBezTo>
                    <a:pt x="6538" y="1468"/>
                    <a:pt x="6904" y="2002"/>
                    <a:pt x="7271" y="2536"/>
                  </a:cubicBezTo>
                  <a:cubicBezTo>
                    <a:pt x="7638" y="3103"/>
                    <a:pt x="8072" y="3637"/>
                    <a:pt x="8706" y="3970"/>
                  </a:cubicBezTo>
                  <a:cubicBezTo>
                    <a:pt x="8806" y="4004"/>
                    <a:pt x="8906" y="4037"/>
                    <a:pt x="8973" y="4104"/>
                  </a:cubicBezTo>
                  <a:lnTo>
                    <a:pt x="8939" y="4104"/>
                  </a:lnTo>
                  <a:cubicBezTo>
                    <a:pt x="9067" y="4155"/>
                    <a:pt x="9215" y="4226"/>
                    <a:pt x="9397" y="4226"/>
                  </a:cubicBezTo>
                  <a:cubicBezTo>
                    <a:pt x="9453" y="4226"/>
                    <a:pt x="9511" y="4219"/>
                    <a:pt x="9573" y="4204"/>
                  </a:cubicBezTo>
                  <a:cubicBezTo>
                    <a:pt x="9773" y="4170"/>
                    <a:pt x="9940" y="4104"/>
                    <a:pt x="10107" y="4004"/>
                  </a:cubicBezTo>
                  <a:cubicBezTo>
                    <a:pt x="10407" y="3837"/>
                    <a:pt x="10607" y="3670"/>
                    <a:pt x="10874" y="3637"/>
                  </a:cubicBezTo>
                  <a:cubicBezTo>
                    <a:pt x="10966" y="3597"/>
                    <a:pt x="11063" y="3578"/>
                    <a:pt x="11162" y="3578"/>
                  </a:cubicBezTo>
                  <a:cubicBezTo>
                    <a:pt x="11313" y="3578"/>
                    <a:pt x="11466" y="3623"/>
                    <a:pt x="11608" y="3703"/>
                  </a:cubicBezTo>
                  <a:cubicBezTo>
                    <a:pt x="11875" y="3837"/>
                    <a:pt x="12041" y="4004"/>
                    <a:pt x="12142" y="4270"/>
                  </a:cubicBezTo>
                  <a:cubicBezTo>
                    <a:pt x="12442" y="4771"/>
                    <a:pt x="12442" y="5438"/>
                    <a:pt x="12742" y="6105"/>
                  </a:cubicBezTo>
                  <a:cubicBezTo>
                    <a:pt x="12775" y="6138"/>
                    <a:pt x="12775" y="6205"/>
                    <a:pt x="12809" y="6272"/>
                  </a:cubicBezTo>
                  <a:lnTo>
                    <a:pt x="12909" y="6372"/>
                  </a:lnTo>
                  <a:lnTo>
                    <a:pt x="13076" y="6605"/>
                  </a:lnTo>
                  <a:cubicBezTo>
                    <a:pt x="13209" y="6705"/>
                    <a:pt x="13276" y="6839"/>
                    <a:pt x="13409" y="6972"/>
                  </a:cubicBezTo>
                  <a:cubicBezTo>
                    <a:pt x="13609" y="7206"/>
                    <a:pt x="13876" y="7439"/>
                    <a:pt x="14076" y="7639"/>
                  </a:cubicBezTo>
                  <a:cubicBezTo>
                    <a:pt x="14543" y="8006"/>
                    <a:pt x="14977" y="8340"/>
                    <a:pt x="15477" y="8540"/>
                  </a:cubicBezTo>
                  <a:cubicBezTo>
                    <a:pt x="15944" y="8774"/>
                    <a:pt x="16445" y="8807"/>
                    <a:pt x="16812" y="8807"/>
                  </a:cubicBezTo>
                  <a:cubicBezTo>
                    <a:pt x="17245" y="8807"/>
                    <a:pt x="17545" y="8674"/>
                    <a:pt x="17746" y="8607"/>
                  </a:cubicBezTo>
                  <a:cubicBezTo>
                    <a:pt x="17812" y="8540"/>
                    <a:pt x="17912" y="8507"/>
                    <a:pt x="17946" y="8473"/>
                  </a:cubicBezTo>
                  <a:cubicBezTo>
                    <a:pt x="17979" y="8440"/>
                    <a:pt x="18046" y="8440"/>
                    <a:pt x="18046" y="8440"/>
                  </a:cubicBezTo>
                  <a:cubicBezTo>
                    <a:pt x="18279" y="8273"/>
                    <a:pt x="18079" y="8006"/>
                    <a:pt x="17645" y="7873"/>
                  </a:cubicBezTo>
                  <a:cubicBezTo>
                    <a:pt x="17645" y="7873"/>
                    <a:pt x="17579" y="7973"/>
                    <a:pt x="17412" y="8006"/>
                  </a:cubicBezTo>
                  <a:cubicBezTo>
                    <a:pt x="17245" y="8040"/>
                    <a:pt x="16978" y="8140"/>
                    <a:pt x="16645" y="8140"/>
                  </a:cubicBezTo>
                  <a:cubicBezTo>
                    <a:pt x="16378" y="8140"/>
                    <a:pt x="15944" y="8040"/>
                    <a:pt x="15544" y="7840"/>
                  </a:cubicBezTo>
                  <a:cubicBezTo>
                    <a:pt x="15110" y="7673"/>
                    <a:pt x="14710" y="7339"/>
                    <a:pt x="14276" y="6972"/>
                  </a:cubicBezTo>
                  <a:cubicBezTo>
                    <a:pt x="14076" y="6739"/>
                    <a:pt x="13909" y="6539"/>
                    <a:pt x="13709" y="6339"/>
                  </a:cubicBezTo>
                  <a:cubicBezTo>
                    <a:pt x="13576" y="6238"/>
                    <a:pt x="13476" y="6138"/>
                    <a:pt x="13409" y="6005"/>
                  </a:cubicBezTo>
                  <a:lnTo>
                    <a:pt x="13276" y="5838"/>
                  </a:lnTo>
                  <a:lnTo>
                    <a:pt x="13242" y="5738"/>
                  </a:lnTo>
                  <a:cubicBezTo>
                    <a:pt x="13209" y="5738"/>
                    <a:pt x="13209" y="5738"/>
                    <a:pt x="13209" y="5705"/>
                  </a:cubicBezTo>
                  <a:cubicBezTo>
                    <a:pt x="12975" y="5171"/>
                    <a:pt x="12975" y="4504"/>
                    <a:pt x="12642" y="3803"/>
                  </a:cubicBezTo>
                  <a:cubicBezTo>
                    <a:pt x="12475" y="3470"/>
                    <a:pt x="12208" y="3136"/>
                    <a:pt x="11808" y="2969"/>
                  </a:cubicBezTo>
                  <a:cubicBezTo>
                    <a:pt x="11542" y="2849"/>
                    <a:pt x="11276" y="2763"/>
                    <a:pt x="10985" y="2763"/>
                  </a:cubicBezTo>
                  <a:cubicBezTo>
                    <a:pt x="10874" y="2763"/>
                    <a:pt x="10760" y="2775"/>
                    <a:pt x="10640" y="2803"/>
                  </a:cubicBezTo>
                  <a:cubicBezTo>
                    <a:pt x="10240" y="2869"/>
                    <a:pt x="9940" y="3070"/>
                    <a:pt x="9706" y="3203"/>
                  </a:cubicBezTo>
                  <a:cubicBezTo>
                    <a:pt x="9573" y="3303"/>
                    <a:pt x="9473" y="3336"/>
                    <a:pt x="9406" y="3336"/>
                  </a:cubicBezTo>
                  <a:cubicBezTo>
                    <a:pt x="9373" y="3336"/>
                    <a:pt x="9273" y="3336"/>
                    <a:pt x="9206" y="3303"/>
                  </a:cubicBezTo>
                  <a:lnTo>
                    <a:pt x="9139" y="3303"/>
                  </a:lnTo>
                  <a:cubicBezTo>
                    <a:pt x="9106" y="3303"/>
                    <a:pt x="9039" y="3236"/>
                    <a:pt x="8939" y="3203"/>
                  </a:cubicBezTo>
                  <a:cubicBezTo>
                    <a:pt x="8539" y="3003"/>
                    <a:pt x="8139" y="2536"/>
                    <a:pt x="7772" y="2035"/>
                  </a:cubicBezTo>
                  <a:cubicBezTo>
                    <a:pt x="7405" y="1535"/>
                    <a:pt x="7038" y="901"/>
                    <a:pt x="6437" y="468"/>
                  </a:cubicBezTo>
                  <a:cubicBezTo>
                    <a:pt x="6204" y="234"/>
                    <a:pt x="5770" y="67"/>
                    <a:pt x="5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5" name="Google Shape;725;p6"/>
            <p:cNvSpPr/>
            <p:nvPr/>
          </p:nvSpPr>
          <p:spPr>
            <a:xfrm>
              <a:off x="10371145" y="3133064"/>
              <a:ext cx="299717" cy="263421"/>
            </a:xfrm>
            <a:custGeom>
              <a:avLst/>
              <a:gdLst/>
              <a:ahLst/>
              <a:cxnLst/>
              <a:rect l="l" t="t" r="r" b="b"/>
              <a:pathLst>
                <a:path w="13303" h="11692" extrusionOk="0">
                  <a:moveTo>
                    <a:pt x="2713" y="0"/>
                  </a:moveTo>
                  <a:cubicBezTo>
                    <a:pt x="2265" y="0"/>
                    <a:pt x="1833" y="141"/>
                    <a:pt x="1502" y="383"/>
                  </a:cubicBezTo>
                  <a:cubicBezTo>
                    <a:pt x="1002" y="717"/>
                    <a:pt x="635" y="1184"/>
                    <a:pt x="401" y="1617"/>
                  </a:cubicBezTo>
                  <a:cubicBezTo>
                    <a:pt x="201" y="2084"/>
                    <a:pt x="68" y="2518"/>
                    <a:pt x="34" y="2885"/>
                  </a:cubicBezTo>
                  <a:cubicBezTo>
                    <a:pt x="1" y="3052"/>
                    <a:pt x="1" y="3252"/>
                    <a:pt x="1" y="3385"/>
                  </a:cubicBezTo>
                  <a:cubicBezTo>
                    <a:pt x="34" y="3552"/>
                    <a:pt x="34" y="3686"/>
                    <a:pt x="34" y="3752"/>
                  </a:cubicBezTo>
                  <a:cubicBezTo>
                    <a:pt x="34" y="3886"/>
                    <a:pt x="68" y="3952"/>
                    <a:pt x="68" y="4019"/>
                  </a:cubicBezTo>
                  <a:lnTo>
                    <a:pt x="68" y="4086"/>
                  </a:lnTo>
                  <a:cubicBezTo>
                    <a:pt x="108" y="4193"/>
                    <a:pt x="185" y="4235"/>
                    <a:pt x="261" y="4235"/>
                  </a:cubicBezTo>
                  <a:cubicBezTo>
                    <a:pt x="376" y="4235"/>
                    <a:pt x="488" y="4139"/>
                    <a:pt x="468" y="4019"/>
                  </a:cubicBezTo>
                  <a:lnTo>
                    <a:pt x="468" y="3919"/>
                  </a:lnTo>
                  <a:cubicBezTo>
                    <a:pt x="468" y="3886"/>
                    <a:pt x="401" y="3786"/>
                    <a:pt x="401" y="3719"/>
                  </a:cubicBezTo>
                  <a:lnTo>
                    <a:pt x="401" y="3385"/>
                  </a:lnTo>
                  <a:cubicBezTo>
                    <a:pt x="401" y="3219"/>
                    <a:pt x="401" y="3085"/>
                    <a:pt x="468" y="2918"/>
                  </a:cubicBezTo>
                  <a:cubicBezTo>
                    <a:pt x="501" y="2585"/>
                    <a:pt x="635" y="2218"/>
                    <a:pt x="835" y="1851"/>
                  </a:cubicBezTo>
                  <a:cubicBezTo>
                    <a:pt x="1035" y="1451"/>
                    <a:pt x="1368" y="1050"/>
                    <a:pt x="1802" y="783"/>
                  </a:cubicBezTo>
                  <a:cubicBezTo>
                    <a:pt x="2057" y="613"/>
                    <a:pt x="2367" y="511"/>
                    <a:pt x="2678" y="511"/>
                  </a:cubicBezTo>
                  <a:cubicBezTo>
                    <a:pt x="2856" y="511"/>
                    <a:pt x="3034" y="544"/>
                    <a:pt x="3203" y="617"/>
                  </a:cubicBezTo>
                  <a:cubicBezTo>
                    <a:pt x="3337" y="617"/>
                    <a:pt x="3403" y="717"/>
                    <a:pt x="3537" y="783"/>
                  </a:cubicBezTo>
                  <a:cubicBezTo>
                    <a:pt x="3670" y="884"/>
                    <a:pt x="3704" y="950"/>
                    <a:pt x="3804" y="1050"/>
                  </a:cubicBezTo>
                  <a:cubicBezTo>
                    <a:pt x="3970" y="1217"/>
                    <a:pt x="4037" y="1451"/>
                    <a:pt x="4137" y="1751"/>
                  </a:cubicBezTo>
                  <a:cubicBezTo>
                    <a:pt x="4304" y="2285"/>
                    <a:pt x="4337" y="2952"/>
                    <a:pt x="4704" y="3585"/>
                  </a:cubicBezTo>
                  <a:lnTo>
                    <a:pt x="4804" y="3719"/>
                  </a:lnTo>
                  <a:cubicBezTo>
                    <a:pt x="4838" y="3786"/>
                    <a:pt x="4871" y="3786"/>
                    <a:pt x="4904" y="3852"/>
                  </a:cubicBezTo>
                  <a:lnTo>
                    <a:pt x="5071" y="4019"/>
                  </a:lnTo>
                  <a:cubicBezTo>
                    <a:pt x="5205" y="4119"/>
                    <a:pt x="5338" y="4219"/>
                    <a:pt x="5505" y="4286"/>
                  </a:cubicBezTo>
                  <a:cubicBezTo>
                    <a:pt x="5638" y="4419"/>
                    <a:pt x="5805" y="4453"/>
                    <a:pt x="5972" y="4519"/>
                  </a:cubicBezTo>
                  <a:cubicBezTo>
                    <a:pt x="6139" y="4553"/>
                    <a:pt x="6305" y="4586"/>
                    <a:pt x="6405" y="4586"/>
                  </a:cubicBezTo>
                  <a:cubicBezTo>
                    <a:pt x="6706" y="4586"/>
                    <a:pt x="6906" y="4620"/>
                    <a:pt x="7173" y="4720"/>
                  </a:cubicBezTo>
                  <a:cubicBezTo>
                    <a:pt x="7406" y="4786"/>
                    <a:pt x="7673" y="4886"/>
                    <a:pt x="7840" y="5053"/>
                  </a:cubicBezTo>
                  <a:cubicBezTo>
                    <a:pt x="8207" y="5387"/>
                    <a:pt x="8507" y="5887"/>
                    <a:pt x="8707" y="6421"/>
                  </a:cubicBezTo>
                  <a:cubicBezTo>
                    <a:pt x="9141" y="7522"/>
                    <a:pt x="9241" y="8823"/>
                    <a:pt x="9674" y="9890"/>
                  </a:cubicBezTo>
                  <a:cubicBezTo>
                    <a:pt x="9875" y="10424"/>
                    <a:pt x="10208" y="10924"/>
                    <a:pt x="10642" y="11258"/>
                  </a:cubicBezTo>
                  <a:cubicBezTo>
                    <a:pt x="11042" y="11591"/>
                    <a:pt x="11542" y="11691"/>
                    <a:pt x="11943" y="11691"/>
                  </a:cubicBezTo>
                  <a:cubicBezTo>
                    <a:pt x="12310" y="11691"/>
                    <a:pt x="12610" y="11591"/>
                    <a:pt x="12810" y="11558"/>
                  </a:cubicBezTo>
                  <a:cubicBezTo>
                    <a:pt x="12977" y="11524"/>
                    <a:pt x="13110" y="11491"/>
                    <a:pt x="13110" y="11491"/>
                  </a:cubicBezTo>
                  <a:cubicBezTo>
                    <a:pt x="13302" y="11409"/>
                    <a:pt x="13246" y="11191"/>
                    <a:pt x="13090" y="11191"/>
                  </a:cubicBezTo>
                  <a:cubicBezTo>
                    <a:pt x="13056" y="11191"/>
                    <a:pt x="13018" y="11201"/>
                    <a:pt x="12977" y="11224"/>
                  </a:cubicBezTo>
                  <a:cubicBezTo>
                    <a:pt x="12977" y="11224"/>
                    <a:pt x="12843" y="11258"/>
                    <a:pt x="12677" y="11324"/>
                  </a:cubicBezTo>
                  <a:cubicBezTo>
                    <a:pt x="12610" y="11324"/>
                    <a:pt x="12476" y="11358"/>
                    <a:pt x="12343" y="11358"/>
                  </a:cubicBezTo>
                  <a:lnTo>
                    <a:pt x="11876" y="11358"/>
                  </a:lnTo>
                  <a:cubicBezTo>
                    <a:pt x="11609" y="11324"/>
                    <a:pt x="11209" y="11224"/>
                    <a:pt x="10875" y="10991"/>
                  </a:cubicBezTo>
                  <a:cubicBezTo>
                    <a:pt x="10608" y="10724"/>
                    <a:pt x="10342" y="10290"/>
                    <a:pt x="10175" y="9790"/>
                  </a:cubicBezTo>
                  <a:cubicBezTo>
                    <a:pt x="9841" y="8789"/>
                    <a:pt x="9775" y="7555"/>
                    <a:pt x="9341" y="6287"/>
                  </a:cubicBezTo>
                  <a:cubicBezTo>
                    <a:pt x="9141" y="5687"/>
                    <a:pt x="8807" y="5053"/>
                    <a:pt x="8273" y="4586"/>
                  </a:cubicBezTo>
                  <a:cubicBezTo>
                    <a:pt x="8007" y="4353"/>
                    <a:pt x="7673" y="4253"/>
                    <a:pt x="7373" y="4119"/>
                  </a:cubicBezTo>
                  <a:cubicBezTo>
                    <a:pt x="7073" y="4052"/>
                    <a:pt x="6739" y="4019"/>
                    <a:pt x="6506" y="3952"/>
                  </a:cubicBezTo>
                  <a:cubicBezTo>
                    <a:pt x="6339" y="3952"/>
                    <a:pt x="6239" y="3919"/>
                    <a:pt x="6139" y="3919"/>
                  </a:cubicBezTo>
                  <a:cubicBezTo>
                    <a:pt x="6039" y="3886"/>
                    <a:pt x="5905" y="3886"/>
                    <a:pt x="5838" y="3786"/>
                  </a:cubicBezTo>
                  <a:cubicBezTo>
                    <a:pt x="5772" y="3752"/>
                    <a:pt x="5638" y="3686"/>
                    <a:pt x="5538" y="3585"/>
                  </a:cubicBezTo>
                  <a:lnTo>
                    <a:pt x="5371" y="3452"/>
                  </a:lnTo>
                  <a:lnTo>
                    <a:pt x="5338" y="3419"/>
                  </a:lnTo>
                  <a:lnTo>
                    <a:pt x="5305" y="3352"/>
                  </a:lnTo>
                  <a:cubicBezTo>
                    <a:pt x="5004" y="2918"/>
                    <a:pt x="4904" y="2285"/>
                    <a:pt x="4738" y="1684"/>
                  </a:cubicBezTo>
                  <a:cubicBezTo>
                    <a:pt x="4671" y="1351"/>
                    <a:pt x="4537" y="1017"/>
                    <a:pt x="4304" y="717"/>
                  </a:cubicBezTo>
                  <a:cubicBezTo>
                    <a:pt x="4204" y="550"/>
                    <a:pt x="4037" y="417"/>
                    <a:pt x="3870" y="350"/>
                  </a:cubicBezTo>
                  <a:cubicBezTo>
                    <a:pt x="3737" y="250"/>
                    <a:pt x="3570" y="183"/>
                    <a:pt x="3403" y="116"/>
                  </a:cubicBezTo>
                  <a:cubicBezTo>
                    <a:pt x="3177" y="37"/>
                    <a:pt x="2943" y="0"/>
                    <a:pt x="27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6" name="Google Shape;726;p6"/>
            <p:cNvSpPr/>
            <p:nvPr/>
          </p:nvSpPr>
          <p:spPr>
            <a:xfrm>
              <a:off x="9841330" y="1567972"/>
              <a:ext cx="27059" cy="11288"/>
            </a:xfrm>
            <a:custGeom>
              <a:avLst/>
              <a:gdLst/>
              <a:ahLst/>
              <a:cxnLst/>
              <a:rect l="l" t="t" r="r" b="b"/>
              <a:pathLst>
                <a:path w="1201" h="501" extrusionOk="0">
                  <a:moveTo>
                    <a:pt x="634" y="0"/>
                  </a:moveTo>
                  <a:cubicBezTo>
                    <a:pt x="500" y="0"/>
                    <a:pt x="334" y="0"/>
                    <a:pt x="200" y="34"/>
                  </a:cubicBezTo>
                  <a:cubicBezTo>
                    <a:pt x="100" y="100"/>
                    <a:pt x="0" y="134"/>
                    <a:pt x="0" y="134"/>
                  </a:cubicBezTo>
                  <a:lnTo>
                    <a:pt x="33" y="400"/>
                  </a:lnTo>
                  <a:cubicBezTo>
                    <a:pt x="33" y="400"/>
                    <a:pt x="133" y="400"/>
                    <a:pt x="267" y="434"/>
                  </a:cubicBezTo>
                  <a:cubicBezTo>
                    <a:pt x="367" y="467"/>
                    <a:pt x="500" y="501"/>
                    <a:pt x="600" y="501"/>
                  </a:cubicBezTo>
                  <a:lnTo>
                    <a:pt x="1101" y="501"/>
                  </a:lnTo>
                  <a:cubicBezTo>
                    <a:pt x="1134" y="501"/>
                    <a:pt x="1201" y="300"/>
                    <a:pt x="1168" y="267"/>
                  </a:cubicBezTo>
                  <a:cubicBezTo>
                    <a:pt x="1168" y="267"/>
                    <a:pt x="1134" y="200"/>
                    <a:pt x="1001" y="134"/>
                  </a:cubicBezTo>
                  <a:cubicBezTo>
                    <a:pt x="934" y="100"/>
                    <a:pt x="767" y="0"/>
                    <a:pt x="6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7" name="Google Shape;727;p6"/>
            <p:cNvSpPr/>
            <p:nvPr/>
          </p:nvSpPr>
          <p:spPr>
            <a:xfrm>
              <a:off x="9847323" y="1587506"/>
              <a:ext cx="27847" cy="12189"/>
            </a:xfrm>
            <a:custGeom>
              <a:avLst/>
              <a:gdLst/>
              <a:ahLst/>
              <a:cxnLst/>
              <a:rect l="l" t="t" r="r" b="b"/>
              <a:pathLst>
                <a:path w="1236" h="541" extrusionOk="0">
                  <a:moveTo>
                    <a:pt x="568" y="0"/>
                  </a:moveTo>
                  <a:cubicBezTo>
                    <a:pt x="368" y="67"/>
                    <a:pt x="1" y="234"/>
                    <a:pt x="1" y="234"/>
                  </a:cubicBezTo>
                  <a:lnTo>
                    <a:pt x="34" y="467"/>
                  </a:lnTo>
                  <a:cubicBezTo>
                    <a:pt x="34" y="467"/>
                    <a:pt x="304" y="541"/>
                    <a:pt x="549" y="541"/>
                  </a:cubicBezTo>
                  <a:cubicBezTo>
                    <a:pt x="590" y="541"/>
                    <a:pt x="630" y="539"/>
                    <a:pt x="668" y="534"/>
                  </a:cubicBezTo>
                  <a:cubicBezTo>
                    <a:pt x="868" y="467"/>
                    <a:pt x="1235" y="367"/>
                    <a:pt x="1235" y="367"/>
                  </a:cubicBezTo>
                  <a:lnTo>
                    <a:pt x="1235" y="101"/>
                  </a:lnTo>
                  <a:cubicBezTo>
                    <a:pt x="1235" y="101"/>
                    <a:pt x="835" y="0"/>
                    <a:pt x="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8" name="Google Shape;728;p6"/>
            <p:cNvSpPr/>
            <p:nvPr/>
          </p:nvSpPr>
          <p:spPr>
            <a:xfrm>
              <a:off x="9856357" y="1612311"/>
              <a:ext cx="28568" cy="14599"/>
            </a:xfrm>
            <a:custGeom>
              <a:avLst/>
              <a:gdLst/>
              <a:ahLst/>
              <a:cxnLst/>
              <a:rect l="l" t="t" r="r" b="b"/>
              <a:pathLst>
                <a:path w="1268" h="648" extrusionOk="0">
                  <a:moveTo>
                    <a:pt x="1134" y="0"/>
                  </a:moveTo>
                  <a:cubicBezTo>
                    <a:pt x="1134" y="0"/>
                    <a:pt x="1034" y="0"/>
                    <a:pt x="934" y="34"/>
                  </a:cubicBezTo>
                  <a:cubicBezTo>
                    <a:pt x="801" y="100"/>
                    <a:pt x="634" y="100"/>
                    <a:pt x="534" y="134"/>
                  </a:cubicBezTo>
                  <a:cubicBezTo>
                    <a:pt x="467" y="167"/>
                    <a:pt x="334" y="267"/>
                    <a:pt x="200" y="300"/>
                  </a:cubicBezTo>
                  <a:cubicBezTo>
                    <a:pt x="100" y="334"/>
                    <a:pt x="0" y="367"/>
                    <a:pt x="0" y="367"/>
                  </a:cubicBezTo>
                  <a:lnTo>
                    <a:pt x="34" y="634"/>
                  </a:lnTo>
                  <a:lnTo>
                    <a:pt x="300" y="634"/>
                  </a:lnTo>
                  <a:cubicBezTo>
                    <a:pt x="340" y="644"/>
                    <a:pt x="381" y="648"/>
                    <a:pt x="424" y="648"/>
                  </a:cubicBezTo>
                  <a:cubicBezTo>
                    <a:pt x="526" y="648"/>
                    <a:pt x="630" y="624"/>
                    <a:pt x="701" y="601"/>
                  </a:cubicBezTo>
                  <a:cubicBezTo>
                    <a:pt x="834" y="534"/>
                    <a:pt x="1001" y="467"/>
                    <a:pt x="1101" y="367"/>
                  </a:cubicBezTo>
                  <a:lnTo>
                    <a:pt x="1268" y="200"/>
                  </a:lnTo>
                  <a:lnTo>
                    <a:pt x="11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9" name="Google Shape;729;p6"/>
            <p:cNvSpPr/>
            <p:nvPr/>
          </p:nvSpPr>
          <p:spPr>
            <a:xfrm>
              <a:off x="9868366" y="1628082"/>
              <a:ext cx="33840" cy="21066"/>
            </a:xfrm>
            <a:custGeom>
              <a:avLst/>
              <a:gdLst/>
              <a:ahLst/>
              <a:cxnLst/>
              <a:rect l="l" t="t" r="r" b="b"/>
              <a:pathLst>
                <a:path w="1502" h="935" extrusionOk="0">
                  <a:moveTo>
                    <a:pt x="1435" y="1"/>
                  </a:moveTo>
                  <a:cubicBezTo>
                    <a:pt x="1435" y="1"/>
                    <a:pt x="968" y="134"/>
                    <a:pt x="668" y="268"/>
                  </a:cubicBezTo>
                  <a:cubicBezTo>
                    <a:pt x="435" y="434"/>
                    <a:pt x="68" y="735"/>
                    <a:pt x="68" y="735"/>
                  </a:cubicBezTo>
                  <a:cubicBezTo>
                    <a:pt x="1" y="735"/>
                    <a:pt x="134" y="935"/>
                    <a:pt x="134" y="935"/>
                  </a:cubicBezTo>
                  <a:cubicBezTo>
                    <a:pt x="134" y="935"/>
                    <a:pt x="601" y="801"/>
                    <a:pt x="902" y="668"/>
                  </a:cubicBezTo>
                  <a:cubicBezTo>
                    <a:pt x="1135" y="501"/>
                    <a:pt x="1502" y="234"/>
                    <a:pt x="1502" y="234"/>
                  </a:cubicBezTo>
                  <a:cubicBezTo>
                    <a:pt x="1502" y="168"/>
                    <a:pt x="1435" y="1"/>
                    <a:pt x="14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0" name="Google Shape;730;p6"/>
            <p:cNvSpPr/>
            <p:nvPr/>
          </p:nvSpPr>
          <p:spPr>
            <a:xfrm>
              <a:off x="9887156" y="1656650"/>
              <a:ext cx="16560" cy="12054"/>
            </a:xfrm>
            <a:custGeom>
              <a:avLst/>
              <a:gdLst/>
              <a:ahLst/>
              <a:cxnLst/>
              <a:rect l="l" t="t" r="r" b="b"/>
              <a:pathLst>
                <a:path w="735" h="535" extrusionOk="0">
                  <a:moveTo>
                    <a:pt x="601" y="0"/>
                  </a:moveTo>
                  <a:cubicBezTo>
                    <a:pt x="601" y="0"/>
                    <a:pt x="368" y="0"/>
                    <a:pt x="268" y="67"/>
                  </a:cubicBezTo>
                  <a:cubicBezTo>
                    <a:pt x="168" y="67"/>
                    <a:pt x="134" y="167"/>
                    <a:pt x="101" y="200"/>
                  </a:cubicBezTo>
                  <a:lnTo>
                    <a:pt x="1" y="301"/>
                  </a:lnTo>
                  <a:cubicBezTo>
                    <a:pt x="1" y="334"/>
                    <a:pt x="101" y="534"/>
                    <a:pt x="101" y="534"/>
                  </a:cubicBezTo>
                  <a:lnTo>
                    <a:pt x="201" y="534"/>
                  </a:lnTo>
                  <a:cubicBezTo>
                    <a:pt x="301" y="534"/>
                    <a:pt x="401" y="534"/>
                    <a:pt x="468" y="501"/>
                  </a:cubicBezTo>
                  <a:cubicBezTo>
                    <a:pt x="601" y="401"/>
                    <a:pt x="735" y="200"/>
                    <a:pt x="735" y="200"/>
                  </a:cubicBezTo>
                  <a:cubicBezTo>
                    <a:pt x="735" y="167"/>
                    <a:pt x="601"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1" name="Google Shape;731;p6"/>
            <p:cNvSpPr/>
            <p:nvPr/>
          </p:nvSpPr>
          <p:spPr>
            <a:xfrm>
              <a:off x="10013414" y="1660075"/>
              <a:ext cx="30100" cy="13135"/>
            </a:xfrm>
            <a:custGeom>
              <a:avLst/>
              <a:gdLst/>
              <a:ahLst/>
              <a:cxnLst/>
              <a:rect l="l" t="t" r="r" b="b"/>
              <a:pathLst>
                <a:path w="1336" h="583" extrusionOk="0">
                  <a:moveTo>
                    <a:pt x="934" y="0"/>
                  </a:moveTo>
                  <a:cubicBezTo>
                    <a:pt x="827" y="0"/>
                    <a:pt x="701" y="15"/>
                    <a:pt x="635" y="15"/>
                  </a:cubicBezTo>
                  <a:cubicBezTo>
                    <a:pt x="501" y="48"/>
                    <a:pt x="334" y="149"/>
                    <a:pt x="201" y="215"/>
                  </a:cubicBezTo>
                  <a:cubicBezTo>
                    <a:pt x="68" y="315"/>
                    <a:pt x="1" y="382"/>
                    <a:pt x="1" y="382"/>
                  </a:cubicBezTo>
                  <a:lnTo>
                    <a:pt x="134" y="582"/>
                  </a:lnTo>
                  <a:cubicBezTo>
                    <a:pt x="134" y="582"/>
                    <a:pt x="201" y="582"/>
                    <a:pt x="334" y="549"/>
                  </a:cubicBezTo>
                  <a:cubicBezTo>
                    <a:pt x="468" y="515"/>
                    <a:pt x="568" y="515"/>
                    <a:pt x="701" y="482"/>
                  </a:cubicBezTo>
                  <a:cubicBezTo>
                    <a:pt x="835" y="482"/>
                    <a:pt x="968" y="382"/>
                    <a:pt x="1068" y="382"/>
                  </a:cubicBezTo>
                  <a:cubicBezTo>
                    <a:pt x="1202" y="382"/>
                    <a:pt x="1302" y="349"/>
                    <a:pt x="1302" y="349"/>
                  </a:cubicBezTo>
                  <a:cubicBezTo>
                    <a:pt x="1302" y="315"/>
                    <a:pt x="1335" y="82"/>
                    <a:pt x="1335" y="82"/>
                  </a:cubicBezTo>
                  <a:lnTo>
                    <a:pt x="1068" y="15"/>
                  </a:lnTo>
                  <a:cubicBezTo>
                    <a:pt x="1035" y="4"/>
                    <a:pt x="987" y="0"/>
                    <a:pt x="9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2" name="Google Shape;732;p6"/>
            <p:cNvSpPr/>
            <p:nvPr/>
          </p:nvSpPr>
          <p:spPr>
            <a:xfrm>
              <a:off x="10009674" y="1688215"/>
              <a:ext cx="33840" cy="13541"/>
            </a:xfrm>
            <a:custGeom>
              <a:avLst/>
              <a:gdLst/>
              <a:ahLst/>
              <a:cxnLst/>
              <a:rect l="l" t="t" r="r" b="b"/>
              <a:pathLst>
                <a:path w="1502" h="601" extrusionOk="0">
                  <a:moveTo>
                    <a:pt x="1401" y="0"/>
                  </a:moveTo>
                  <a:cubicBezTo>
                    <a:pt x="1401" y="0"/>
                    <a:pt x="967" y="0"/>
                    <a:pt x="667" y="100"/>
                  </a:cubicBezTo>
                  <a:cubicBezTo>
                    <a:pt x="400" y="134"/>
                    <a:pt x="0" y="334"/>
                    <a:pt x="0" y="334"/>
                  </a:cubicBezTo>
                  <a:lnTo>
                    <a:pt x="33" y="601"/>
                  </a:lnTo>
                  <a:cubicBezTo>
                    <a:pt x="33" y="601"/>
                    <a:pt x="500" y="601"/>
                    <a:pt x="801" y="567"/>
                  </a:cubicBezTo>
                  <a:cubicBezTo>
                    <a:pt x="1067" y="501"/>
                    <a:pt x="1501" y="267"/>
                    <a:pt x="1501" y="267"/>
                  </a:cubicBezTo>
                  <a:cubicBezTo>
                    <a:pt x="1501" y="234"/>
                    <a:pt x="1468" y="67"/>
                    <a:pt x="14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3" name="Google Shape;733;p6"/>
            <p:cNvSpPr/>
            <p:nvPr/>
          </p:nvSpPr>
          <p:spPr>
            <a:xfrm>
              <a:off x="10018686" y="1716445"/>
              <a:ext cx="24828" cy="11197"/>
            </a:xfrm>
            <a:custGeom>
              <a:avLst/>
              <a:gdLst/>
              <a:ahLst/>
              <a:cxnLst/>
              <a:rect l="l" t="t" r="r" b="b"/>
              <a:pathLst>
                <a:path w="1102" h="497" extrusionOk="0">
                  <a:moveTo>
                    <a:pt x="728" y="0"/>
                  </a:moveTo>
                  <a:cubicBezTo>
                    <a:pt x="649" y="0"/>
                    <a:pt x="567" y="4"/>
                    <a:pt x="501" y="15"/>
                  </a:cubicBezTo>
                  <a:cubicBezTo>
                    <a:pt x="301" y="48"/>
                    <a:pt x="0" y="215"/>
                    <a:pt x="0" y="215"/>
                  </a:cubicBezTo>
                  <a:lnTo>
                    <a:pt x="67" y="482"/>
                  </a:lnTo>
                  <a:cubicBezTo>
                    <a:pt x="67" y="482"/>
                    <a:pt x="215" y="497"/>
                    <a:pt x="373" y="497"/>
                  </a:cubicBezTo>
                  <a:cubicBezTo>
                    <a:pt x="453" y="497"/>
                    <a:pt x="534" y="493"/>
                    <a:pt x="601" y="482"/>
                  </a:cubicBezTo>
                  <a:cubicBezTo>
                    <a:pt x="801" y="415"/>
                    <a:pt x="1101" y="248"/>
                    <a:pt x="1101" y="248"/>
                  </a:cubicBezTo>
                  <a:cubicBezTo>
                    <a:pt x="1101" y="248"/>
                    <a:pt x="1068" y="48"/>
                    <a:pt x="1034" y="15"/>
                  </a:cubicBezTo>
                  <a:cubicBezTo>
                    <a:pt x="1034" y="15"/>
                    <a:pt x="886"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4" name="Google Shape;734;p6"/>
            <p:cNvSpPr/>
            <p:nvPr/>
          </p:nvSpPr>
          <p:spPr>
            <a:xfrm>
              <a:off x="10025445" y="1738569"/>
              <a:ext cx="19556" cy="12797"/>
            </a:xfrm>
            <a:custGeom>
              <a:avLst/>
              <a:gdLst/>
              <a:ahLst/>
              <a:cxnLst/>
              <a:rect l="l" t="t" r="r" b="b"/>
              <a:pathLst>
                <a:path w="868" h="568" extrusionOk="0">
                  <a:moveTo>
                    <a:pt x="768" y="0"/>
                  </a:moveTo>
                  <a:cubicBezTo>
                    <a:pt x="768" y="0"/>
                    <a:pt x="468" y="34"/>
                    <a:pt x="334" y="67"/>
                  </a:cubicBezTo>
                  <a:cubicBezTo>
                    <a:pt x="201" y="167"/>
                    <a:pt x="1" y="267"/>
                    <a:pt x="1" y="267"/>
                  </a:cubicBezTo>
                  <a:lnTo>
                    <a:pt x="1" y="534"/>
                  </a:lnTo>
                  <a:cubicBezTo>
                    <a:pt x="1" y="534"/>
                    <a:pt x="34" y="567"/>
                    <a:pt x="167" y="567"/>
                  </a:cubicBezTo>
                  <a:cubicBezTo>
                    <a:pt x="301" y="567"/>
                    <a:pt x="434" y="567"/>
                    <a:pt x="501" y="534"/>
                  </a:cubicBezTo>
                  <a:cubicBezTo>
                    <a:pt x="668" y="434"/>
                    <a:pt x="868" y="234"/>
                    <a:pt x="868" y="234"/>
                  </a:cubicBezTo>
                  <a:cubicBezTo>
                    <a:pt x="868" y="234"/>
                    <a:pt x="801" y="34"/>
                    <a:pt x="7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5" name="Google Shape;735;p6"/>
            <p:cNvSpPr/>
            <p:nvPr/>
          </p:nvSpPr>
          <p:spPr>
            <a:xfrm>
              <a:off x="10029951" y="1759612"/>
              <a:ext cx="24085" cy="22553"/>
            </a:xfrm>
            <a:custGeom>
              <a:avLst/>
              <a:gdLst/>
              <a:ahLst/>
              <a:cxnLst/>
              <a:rect l="l" t="t" r="r" b="b"/>
              <a:pathLst>
                <a:path w="1069" h="1001" extrusionOk="0">
                  <a:moveTo>
                    <a:pt x="935" y="0"/>
                  </a:moveTo>
                  <a:cubicBezTo>
                    <a:pt x="935" y="0"/>
                    <a:pt x="835" y="67"/>
                    <a:pt x="735" y="100"/>
                  </a:cubicBezTo>
                  <a:cubicBezTo>
                    <a:pt x="601" y="134"/>
                    <a:pt x="434" y="234"/>
                    <a:pt x="334" y="300"/>
                  </a:cubicBezTo>
                  <a:cubicBezTo>
                    <a:pt x="268" y="434"/>
                    <a:pt x="134" y="567"/>
                    <a:pt x="101" y="667"/>
                  </a:cubicBezTo>
                  <a:cubicBezTo>
                    <a:pt x="67" y="801"/>
                    <a:pt x="1" y="901"/>
                    <a:pt x="1" y="901"/>
                  </a:cubicBezTo>
                  <a:lnTo>
                    <a:pt x="234" y="1001"/>
                  </a:lnTo>
                  <a:cubicBezTo>
                    <a:pt x="234" y="1001"/>
                    <a:pt x="301" y="968"/>
                    <a:pt x="401" y="901"/>
                  </a:cubicBezTo>
                  <a:cubicBezTo>
                    <a:pt x="468" y="801"/>
                    <a:pt x="601" y="767"/>
                    <a:pt x="668" y="667"/>
                  </a:cubicBezTo>
                  <a:cubicBezTo>
                    <a:pt x="768" y="634"/>
                    <a:pt x="835" y="501"/>
                    <a:pt x="935" y="434"/>
                  </a:cubicBezTo>
                  <a:cubicBezTo>
                    <a:pt x="968" y="334"/>
                    <a:pt x="1068" y="267"/>
                    <a:pt x="1068" y="267"/>
                  </a:cubicBezTo>
                  <a:cubicBezTo>
                    <a:pt x="1068" y="267"/>
                    <a:pt x="935" y="10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6" name="Google Shape;736;p6"/>
            <p:cNvSpPr/>
            <p:nvPr/>
          </p:nvSpPr>
          <p:spPr>
            <a:xfrm>
              <a:off x="10050251" y="1791920"/>
              <a:ext cx="12797" cy="11625"/>
            </a:xfrm>
            <a:custGeom>
              <a:avLst/>
              <a:gdLst/>
              <a:ahLst/>
              <a:cxnLst/>
              <a:rect l="l" t="t" r="r" b="b"/>
              <a:pathLst>
                <a:path w="568" h="516" extrusionOk="0">
                  <a:moveTo>
                    <a:pt x="367" y="1"/>
                  </a:moveTo>
                  <a:cubicBezTo>
                    <a:pt x="367" y="34"/>
                    <a:pt x="200" y="34"/>
                    <a:pt x="134" y="34"/>
                  </a:cubicBezTo>
                  <a:lnTo>
                    <a:pt x="0" y="201"/>
                  </a:lnTo>
                  <a:lnTo>
                    <a:pt x="0" y="468"/>
                  </a:lnTo>
                  <a:cubicBezTo>
                    <a:pt x="0" y="468"/>
                    <a:pt x="34" y="468"/>
                    <a:pt x="100" y="501"/>
                  </a:cubicBezTo>
                  <a:cubicBezTo>
                    <a:pt x="134" y="512"/>
                    <a:pt x="163" y="516"/>
                    <a:pt x="192" y="516"/>
                  </a:cubicBezTo>
                  <a:cubicBezTo>
                    <a:pt x="249" y="516"/>
                    <a:pt x="301" y="501"/>
                    <a:pt x="367" y="501"/>
                  </a:cubicBezTo>
                  <a:cubicBezTo>
                    <a:pt x="434" y="468"/>
                    <a:pt x="467" y="401"/>
                    <a:pt x="534" y="334"/>
                  </a:cubicBezTo>
                  <a:cubicBezTo>
                    <a:pt x="567" y="234"/>
                    <a:pt x="567" y="201"/>
                    <a:pt x="567" y="201"/>
                  </a:cubicBezTo>
                  <a:cubicBezTo>
                    <a:pt x="567" y="201"/>
                    <a:pt x="434" y="34"/>
                    <a:pt x="3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7" name="Google Shape;737;p6"/>
            <p:cNvSpPr/>
            <p:nvPr/>
          </p:nvSpPr>
          <p:spPr>
            <a:xfrm>
              <a:off x="10217829" y="1522124"/>
              <a:ext cx="18813" cy="11288"/>
            </a:xfrm>
            <a:custGeom>
              <a:avLst/>
              <a:gdLst/>
              <a:ahLst/>
              <a:cxnLst/>
              <a:rect l="l" t="t" r="r" b="b"/>
              <a:pathLst>
                <a:path w="835" h="501" extrusionOk="0">
                  <a:moveTo>
                    <a:pt x="468" y="0"/>
                  </a:moveTo>
                  <a:cubicBezTo>
                    <a:pt x="301" y="0"/>
                    <a:pt x="68" y="34"/>
                    <a:pt x="68" y="34"/>
                  </a:cubicBezTo>
                  <a:lnTo>
                    <a:pt x="1" y="301"/>
                  </a:lnTo>
                  <a:cubicBezTo>
                    <a:pt x="1" y="301"/>
                    <a:pt x="234" y="467"/>
                    <a:pt x="401" y="501"/>
                  </a:cubicBezTo>
                  <a:cubicBezTo>
                    <a:pt x="568" y="501"/>
                    <a:pt x="835" y="434"/>
                    <a:pt x="835" y="434"/>
                  </a:cubicBezTo>
                  <a:lnTo>
                    <a:pt x="835" y="167"/>
                  </a:lnTo>
                  <a:cubicBezTo>
                    <a:pt x="835" y="167"/>
                    <a:pt x="601" y="0"/>
                    <a:pt x="4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8" name="Google Shape;738;p6"/>
            <p:cNvSpPr/>
            <p:nvPr/>
          </p:nvSpPr>
          <p:spPr>
            <a:xfrm>
              <a:off x="10219338" y="1543167"/>
              <a:ext cx="22575" cy="11288"/>
            </a:xfrm>
            <a:custGeom>
              <a:avLst/>
              <a:gdLst/>
              <a:ahLst/>
              <a:cxnLst/>
              <a:rect l="l" t="t" r="r" b="b"/>
              <a:pathLst>
                <a:path w="1002" h="501" extrusionOk="0">
                  <a:moveTo>
                    <a:pt x="501" y="0"/>
                  </a:moveTo>
                  <a:cubicBezTo>
                    <a:pt x="268" y="0"/>
                    <a:pt x="1" y="100"/>
                    <a:pt x="1" y="100"/>
                  </a:cubicBezTo>
                  <a:lnTo>
                    <a:pt x="1" y="367"/>
                  </a:lnTo>
                  <a:cubicBezTo>
                    <a:pt x="1" y="367"/>
                    <a:pt x="268" y="501"/>
                    <a:pt x="501" y="501"/>
                  </a:cubicBezTo>
                  <a:cubicBezTo>
                    <a:pt x="701" y="501"/>
                    <a:pt x="1001" y="367"/>
                    <a:pt x="1001" y="367"/>
                  </a:cubicBezTo>
                  <a:lnTo>
                    <a:pt x="1001" y="100"/>
                  </a:lnTo>
                  <a:cubicBezTo>
                    <a:pt x="1001" y="100"/>
                    <a:pt x="701" y="0"/>
                    <a:pt x="5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9" name="Google Shape;739;p6"/>
            <p:cNvSpPr/>
            <p:nvPr/>
          </p:nvSpPr>
          <p:spPr>
            <a:xfrm>
              <a:off x="10220848" y="1563466"/>
              <a:ext cx="30844" cy="12031"/>
            </a:xfrm>
            <a:custGeom>
              <a:avLst/>
              <a:gdLst/>
              <a:ahLst/>
              <a:cxnLst/>
              <a:rect l="l" t="t" r="r" b="b"/>
              <a:pathLst>
                <a:path w="1369" h="534" extrusionOk="0">
                  <a:moveTo>
                    <a:pt x="1335" y="0"/>
                  </a:moveTo>
                  <a:cubicBezTo>
                    <a:pt x="1334" y="0"/>
                    <a:pt x="934" y="0"/>
                    <a:pt x="668" y="33"/>
                  </a:cubicBezTo>
                  <a:cubicBezTo>
                    <a:pt x="434" y="100"/>
                    <a:pt x="0" y="200"/>
                    <a:pt x="0" y="200"/>
                  </a:cubicBezTo>
                  <a:lnTo>
                    <a:pt x="0" y="467"/>
                  </a:lnTo>
                  <a:cubicBezTo>
                    <a:pt x="0" y="467"/>
                    <a:pt x="434" y="534"/>
                    <a:pt x="701" y="534"/>
                  </a:cubicBezTo>
                  <a:cubicBezTo>
                    <a:pt x="1001" y="467"/>
                    <a:pt x="1368" y="267"/>
                    <a:pt x="1368" y="267"/>
                  </a:cubicBezTo>
                  <a:cubicBezTo>
                    <a:pt x="1368" y="200"/>
                    <a:pt x="1301" y="0"/>
                    <a:pt x="13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0" name="Google Shape;740;p6"/>
            <p:cNvSpPr/>
            <p:nvPr/>
          </p:nvSpPr>
          <p:spPr>
            <a:xfrm>
              <a:off x="10231369" y="1587506"/>
              <a:ext cx="27081" cy="12910"/>
            </a:xfrm>
            <a:custGeom>
              <a:avLst/>
              <a:gdLst/>
              <a:ahLst/>
              <a:cxnLst/>
              <a:rect l="l" t="t" r="r" b="b"/>
              <a:pathLst>
                <a:path w="1202" h="573" extrusionOk="0">
                  <a:moveTo>
                    <a:pt x="901" y="0"/>
                  </a:moveTo>
                  <a:cubicBezTo>
                    <a:pt x="851" y="34"/>
                    <a:pt x="784" y="34"/>
                    <a:pt x="718" y="34"/>
                  </a:cubicBezTo>
                  <a:cubicBezTo>
                    <a:pt x="651" y="34"/>
                    <a:pt x="584" y="34"/>
                    <a:pt x="534" y="67"/>
                  </a:cubicBezTo>
                  <a:cubicBezTo>
                    <a:pt x="334" y="101"/>
                    <a:pt x="0" y="234"/>
                    <a:pt x="0" y="234"/>
                  </a:cubicBezTo>
                  <a:lnTo>
                    <a:pt x="0" y="467"/>
                  </a:lnTo>
                  <a:cubicBezTo>
                    <a:pt x="0" y="467"/>
                    <a:pt x="290" y="573"/>
                    <a:pt x="542" y="573"/>
                  </a:cubicBezTo>
                  <a:cubicBezTo>
                    <a:pt x="574" y="573"/>
                    <a:pt x="605" y="571"/>
                    <a:pt x="634" y="568"/>
                  </a:cubicBezTo>
                  <a:cubicBezTo>
                    <a:pt x="734" y="534"/>
                    <a:pt x="868" y="467"/>
                    <a:pt x="1001" y="401"/>
                  </a:cubicBezTo>
                  <a:cubicBezTo>
                    <a:pt x="1135" y="301"/>
                    <a:pt x="1201" y="267"/>
                    <a:pt x="1201" y="267"/>
                  </a:cubicBezTo>
                  <a:cubicBezTo>
                    <a:pt x="1201" y="267"/>
                    <a:pt x="1135" y="67"/>
                    <a:pt x="11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1" name="Google Shape;741;p6"/>
            <p:cNvSpPr/>
            <p:nvPr/>
          </p:nvSpPr>
          <p:spPr>
            <a:xfrm>
              <a:off x="10253156" y="1605394"/>
              <a:ext cx="20322" cy="11445"/>
            </a:xfrm>
            <a:custGeom>
              <a:avLst/>
              <a:gdLst/>
              <a:ahLst/>
              <a:cxnLst/>
              <a:rect l="l" t="t" r="r" b="b"/>
              <a:pathLst>
                <a:path w="902" h="508" extrusionOk="0">
                  <a:moveTo>
                    <a:pt x="479" y="0"/>
                  </a:moveTo>
                  <a:cubicBezTo>
                    <a:pt x="451" y="0"/>
                    <a:pt x="425" y="2"/>
                    <a:pt x="401" y="7"/>
                  </a:cubicBezTo>
                  <a:cubicBezTo>
                    <a:pt x="234" y="74"/>
                    <a:pt x="1" y="174"/>
                    <a:pt x="1" y="174"/>
                  </a:cubicBezTo>
                  <a:lnTo>
                    <a:pt x="1" y="441"/>
                  </a:lnTo>
                  <a:cubicBezTo>
                    <a:pt x="1" y="441"/>
                    <a:pt x="268" y="507"/>
                    <a:pt x="501" y="507"/>
                  </a:cubicBezTo>
                  <a:cubicBezTo>
                    <a:pt x="635" y="474"/>
                    <a:pt x="901" y="307"/>
                    <a:pt x="901" y="307"/>
                  </a:cubicBezTo>
                  <a:cubicBezTo>
                    <a:pt x="901" y="307"/>
                    <a:pt x="868" y="107"/>
                    <a:pt x="868" y="74"/>
                  </a:cubicBezTo>
                  <a:cubicBezTo>
                    <a:pt x="868" y="74"/>
                    <a:pt x="648" y="0"/>
                    <a:pt x="4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2" name="Google Shape;742;p6"/>
            <p:cNvSpPr/>
            <p:nvPr/>
          </p:nvSpPr>
          <p:spPr>
            <a:xfrm>
              <a:off x="10362877" y="1634661"/>
              <a:ext cx="20322" cy="12729"/>
            </a:xfrm>
            <a:custGeom>
              <a:avLst/>
              <a:gdLst/>
              <a:ahLst/>
              <a:cxnLst/>
              <a:rect l="l" t="t" r="r" b="b"/>
              <a:pathLst>
                <a:path w="902" h="565" extrusionOk="0">
                  <a:moveTo>
                    <a:pt x="205" y="1"/>
                  </a:moveTo>
                  <a:cubicBezTo>
                    <a:pt x="109" y="1"/>
                    <a:pt x="34" y="9"/>
                    <a:pt x="34" y="9"/>
                  </a:cubicBezTo>
                  <a:lnTo>
                    <a:pt x="1" y="242"/>
                  </a:lnTo>
                  <a:cubicBezTo>
                    <a:pt x="1" y="242"/>
                    <a:pt x="201" y="476"/>
                    <a:pt x="368" y="509"/>
                  </a:cubicBezTo>
                  <a:cubicBezTo>
                    <a:pt x="439" y="552"/>
                    <a:pt x="535" y="564"/>
                    <a:pt x="622" y="564"/>
                  </a:cubicBezTo>
                  <a:cubicBezTo>
                    <a:pt x="737" y="564"/>
                    <a:pt x="835" y="543"/>
                    <a:pt x="835" y="543"/>
                  </a:cubicBezTo>
                  <a:cubicBezTo>
                    <a:pt x="835" y="543"/>
                    <a:pt x="902" y="343"/>
                    <a:pt x="868" y="309"/>
                  </a:cubicBezTo>
                  <a:cubicBezTo>
                    <a:pt x="868" y="309"/>
                    <a:pt x="668" y="109"/>
                    <a:pt x="501" y="42"/>
                  </a:cubicBezTo>
                  <a:cubicBezTo>
                    <a:pt x="418" y="9"/>
                    <a:pt x="301" y="1"/>
                    <a:pt x="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3" name="Google Shape;743;p6"/>
            <p:cNvSpPr/>
            <p:nvPr/>
          </p:nvSpPr>
          <p:spPr>
            <a:xfrm>
              <a:off x="10359880" y="1661900"/>
              <a:ext cx="26315" cy="11310"/>
            </a:xfrm>
            <a:custGeom>
              <a:avLst/>
              <a:gdLst/>
              <a:ahLst/>
              <a:cxnLst/>
              <a:rect l="l" t="t" r="r" b="b"/>
              <a:pathLst>
                <a:path w="1168" h="502" extrusionOk="0">
                  <a:moveTo>
                    <a:pt x="101" y="1"/>
                  </a:moveTo>
                  <a:cubicBezTo>
                    <a:pt x="101" y="68"/>
                    <a:pt x="0" y="268"/>
                    <a:pt x="0" y="268"/>
                  </a:cubicBezTo>
                  <a:cubicBezTo>
                    <a:pt x="0" y="268"/>
                    <a:pt x="34" y="301"/>
                    <a:pt x="167" y="401"/>
                  </a:cubicBezTo>
                  <a:lnTo>
                    <a:pt x="534" y="501"/>
                  </a:lnTo>
                  <a:cubicBezTo>
                    <a:pt x="668" y="501"/>
                    <a:pt x="834" y="501"/>
                    <a:pt x="968" y="468"/>
                  </a:cubicBezTo>
                  <a:cubicBezTo>
                    <a:pt x="1101" y="434"/>
                    <a:pt x="1168" y="401"/>
                    <a:pt x="1168" y="401"/>
                  </a:cubicBezTo>
                  <a:cubicBezTo>
                    <a:pt x="1168" y="401"/>
                    <a:pt x="1135" y="168"/>
                    <a:pt x="1135" y="134"/>
                  </a:cubicBezTo>
                  <a:cubicBezTo>
                    <a:pt x="1135" y="134"/>
                    <a:pt x="1035" y="134"/>
                    <a:pt x="968" y="101"/>
                  </a:cubicBezTo>
                  <a:cubicBezTo>
                    <a:pt x="834" y="68"/>
                    <a:pt x="701" y="1"/>
                    <a:pt x="6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4" name="Google Shape;744;p6"/>
            <p:cNvSpPr/>
            <p:nvPr/>
          </p:nvSpPr>
          <p:spPr>
            <a:xfrm>
              <a:off x="10364386" y="1689724"/>
              <a:ext cx="24828" cy="11288"/>
            </a:xfrm>
            <a:custGeom>
              <a:avLst/>
              <a:gdLst/>
              <a:ahLst/>
              <a:cxnLst/>
              <a:rect l="l" t="t" r="r" b="b"/>
              <a:pathLst>
                <a:path w="1102" h="501" extrusionOk="0">
                  <a:moveTo>
                    <a:pt x="501" y="0"/>
                  </a:moveTo>
                  <a:cubicBezTo>
                    <a:pt x="301" y="0"/>
                    <a:pt x="1" y="100"/>
                    <a:pt x="1" y="100"/>
                  </a:cubicBezTo>
                  <a:lnTo>
                    <a:pt x="1" y="367"/>
                  </a:lnTo>
                  <a:cubicBezTo>
                    <a:pt x="1" y="367"/>
                    <a:pt x="334" y="500"/>
                    <a:pt x="568" y="500"/>
                  </a:cubicBezTo>
                  <a:cubicBezTo>
                    <a:pt x="801" y="500"/>
                    <a:pt x="1101" y="300"/>
                    <a:pt x="1101" y="300"/>
                  </a:cubicBezTo>
                  <a:cubicBezTo>
                    <a:pt x="1101" y="300"/>
                    <a:pt x="1068" y="100"/>
                    <a:pt x="1001" y="33"/>
                  </a:cubicBezTo>
                  <a:cubicBezTo>
                    <a:pt x="1001" y="33"/>
                    <a:pt x="668" y="0"/>
                    <a:pt x="5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5" name="Google Shape;745;p6"/>
            <p:cNvSpPr/>
            <p:nvPr/>
          </p:nvSpPr>
          <p:spPr>
            <a:xfrm>
              <a:off x="10377161" y="1720523"/>
              <a:ext cx="24085" cy="11310"/>
            </a:xfrm>
            <a:custGeom>
              <a:avLst/>
              <a:gdLst/>
              <a:ahLst/>
              <a:cxnLst/>
              <a:rect l="l" t="t" r="r" b="b"/>
              <a:pathLst>
                <a:path w="1069" h="502" extrusionOk="0">
                  <a:moveTo>
                    <a:pt x="534" y="1"/>
                  </a:moveTo>
                  <a:cubicBezTo>
                    <a:pt x="334" y="1"/>
                    <a:pt x="1" y="134"/>
                    <a:pt x="1" y="134"/>
                  </a:cubicBezTo>
                  <a:lnTo>
                    <a:pt x="1" y="368"/>
                  </a:lnTo>
                  <a:cubicBezTo>
                    <a:pt x="1" y="368"/>
                    <a:pt x="334" y="501"/>
                    <a:pt x="534" y="501"/>
                  </a:cubicBezTo>
                  <a:cubicBezTo>
                    <a:pt x="735" y="501"/>
                    <a:pt x="1068" y="368"/>
                    <a:pt x="1068" y="368"/>
                  </a:cubicBezTo>
                  <a:lnTo>
                    <a:pt x="1068" y="134"/>
                  </a:lnTo>
                  <a:cubicBezTo>
                    <a:pt x="1068" y="134"/>
                    <a:pt x="735" y="1"/>
                    <a:pt x="5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6" name="Google Shape;746;p6"/>
            <p:cNvSpPr/>
            <p:nvPr/>
          </p:nvSpPr>
          <p:spPr>
            <a:xfrm>
              <a:off x="10145868" y="1949225"/>
              <a:ext cx="442512" cy="241792"/>
            </a:xfrm>
            <a:custGeom>
              <a:avLst/>
              <a:gdLst/>
              <a:ahLst/>
              <a:cxnLst/>
              <a:rect l="l" t="t" r="r" b="b"/>
              <a:pathLst>
                <a:path w="19641" h="10732" extrusionOk="0">
                  <a:moveTo>
                    <a:pt x="3739" y="0"/>
                  </a:moveTo>
                  <a:cubicBezTo>
                    <a:pt x="3498" y="0"/>
                    <a:pt x="3258" y="30"/>
                    <a:pt x="3028" y="90"/>
                  </a:cubicBezTo>
                  <a:cubicBezTo>
                    <a:pt x="2828" y="190"/>
                    <a:pt x="2661" y="224"/>
                    <a:pt x="2494" y="324"/>
                  </a:cubicBezTo>
                  <a:cubicBezTo>
                    <a:pt x="2328" y="391"/>
                    <a:pt x="2161" y="491"/>
                    <a:pt x="2027" y="591"/>
                  </a:cubicBezTo>
                  <a:cubicBezTo>
                    <a:pt x="1761" y="824"/>
                    <a:pt x="1527" y="1091"/>
                    <a:pt x="1427" y="1391"/>
                  </a:cubicBezTo>
                  <a:cubicBezTo>
                    <a:pt x="1127" y="1992"/>
                    <a:pt x="993" y="2492"/>
                    <a:pt x="827" y="2859"/>
                  </a:cubicBezTo>
                  <a:cubicBezTo>
                    <a:pt x="660" y="3259"/>
                    <a:pt x="493" y="3560"/>
                    <a:pt x="360" y="3726"/>
                  </a:cubicBezTo>
                  <a:cubicBezTo>
                    <a:pt x="293" y="3826"/>
                    <a:pt x="260" y="3893"/>
                    <a:pt x="193" y="3926"/>
                  </a:cubicBezTo>
                  <a:cubicBezTo>
                    <a:pt x="159" y="3993"/>
                    <a:pt x="126" y="3993"/>
                    <a:pt x="126" y="3993"/>
                  </a:cubicBezTo>
                  <a:cubicBezTo>
                    <a:pt x="0" y="4119"/>
                    <a:pt x="65" y="4340"/>
                    <a:pt x="204" y="4340"/>
                  </a:cubicBezTo>
                  <a:cubicBezTo>
                    <a:pt x="249" y="4340"/>
                    <a:pt x="303" y="4317"/>
                    <a:pt x="360" y="4260"/>
                  </a:cubicBezTo>
                  <a:lnTo>
                    <a:pt x="460" y="4193"/>
                  </a:lnTo>
                  <a:lnTo>
                    <a:pt x="660" y="3993"/>
                  </a:lnTo>
                  <a:cubicBezTo>
                    <a:pt x="827" y="3760"/>
                    <a:pt x="1027" y="3493"/>
                    <a:pt x="1194" y="3059"/>
                  </a:cubicBezTo>
                  <a:cubicBezTo>
                    <a:pt x="1427" y="2692"/>
                    <a:pt x="1594" y="2192"/>
                    <a:pt x="1827" y="1692"/>
                  </a:cubicBezTo>
                  <a:cubicBezTo>
                    <a:pt x="1961" y="1491"/>
                    <a:pt x="2128" y="1225"/>
                    <a:pt x="2328" y="1058"/>
                  </a:cubicBezTo>
                  <a:cubicBezTo>
                    <a:pt x="2528" y="891"/>
                    <a:pt x="2828" y="758"/>
                    <a:pt x="3128" y="691"/>
                  </a:cubicBezTo>
                  <a:cubicBezTo>
                    <a:pt x="3289" y="657"/>
                    <a:pt x="3452" y="640"/>
                    <a:pt x="3616" y="640"/>
                  </a:cubicBezTo>
                  <a:cubicBezTo>
                    <a:pt x="4095" y="640"/>
                    <a:pt x="4573" y="784"/>
                    <a:pt x="4996" y="1058"/>
                  </a:cubicBezTo>
                  <a:cubicBezTo>
                    <a:pt x="5263" y="1225"/>
                    <a:pt x="5497" y="1491"/>
                    <a:pt x="5697" y="1758"/>
                  </a:cubicBezTo>
                  <a:cubicBezTo>
                    <a:pt x="5830" y="1925"/>
                    <a:pt x="5864" y="2058"/>
                    <a:pt x="5964" y="2225"/>
                  </a:cubicBezTo>
                  <a:cubicBezTo>
                    <a:pt x="5997" y="2392"/>
                    <a:pt x="6097" y="2592"/>
                    <a:pt x="6164" y="2759"/>
                  </a:cubicBezTo>
                  <a:cubicBezTo>
                    <a:pt x="6331" y="3159"/>
                    <a:pt x="6497" y="3526"/>
                    <a:pt x="6831" y="3860"/>
                  </a:cubicBezTo>
                  <a:cubicBezTo>
                    <a:pt x="6998" y="4027"/>
                    <a:pt x="7198" y="4193"/>
                    <a:pt x="7431" y="4260"/>
                  </a:cubicBezTo>
                  <a:cubicBezTo>
                    <a:pt x="7531" y="4327"/>
                    <a:pt x="7631" y="4360"/>
                    <a:pt x="7765" y="4393"/>
                  </a:cubicBezTo>
                  <a:cubicBezTo>
                    <a:pt x="7865" y="4427"/>
                    <a:pt x="7998" y="4427"/>
                    <a:pt x="8132" y="4427"/>
                  </a:cubicBezTo>
                  <a:cubicBezTo>
                    <a:pt x="8632" y="4427"/>
                    <a:pt x="8999" y="4260"/>
                    <a:pt x="9333" y="4093"/>
                  </a:cubicBezTo>
                  <a:cubicBezTo>
                    <a:pt x="9633" y="3993"/>
                    <a:pt x="9966" y="3826"/>
                    <a:pt x="10267" y="3660"/>
                  </a:cubicBezTo>
                  <a:cubicBezTo>
                    <a:pt x="10700" y="3393"/>
                    <a:pt x="11201" y="3193"/>
                    <a:pt x="11668" y="3193"/>
                  </a:cubicBezTo>
                  <a:cubicBezTo>
                    <a:pt x="12135" y="3193"/>
                    <a:pt x="12635" y="3393"/>
                    <a:pt x="13102" y="3726"/>
                  </a:cubicBezTo>
                  <a:cubicBezTo>
                    <a:pt x="13336" y="3893"/>
                    <a:pt x="13536" y="4060"/>
                    <a:pt x="13803" y="4227"/>
                  </a:cubicBezTo>
                  <a:cubicBezTo>
                    <a:pt x="13969" y="4393"/>
                    <a:pt x="14203" y="4560"/>
                    <a:pt x="14336" y="4760"/>
                  </a:cubicBezTo>
                  <a:cubicBezTo>
                    <a:pt x="14637" y="5161"/>
                    <a:pt x="14837" y="5661"/>
                    <a:pt x="14937" y="6161"/>
                  </a:cubicBezTo>
                  <a:cubicBezTo>
                    <a:pt x="15037" y="6662"/>
                    <a:pt x="15104" y="7162"/>
                    <a:pt x="15170" y="7596"/>
                  </a:cubicBezTo>
                  <a:cubicBezTo>
                    <a:pt x="15204" y="8063"/>
                    <a:pt x="15337" y="8530"/>
                    <a:pt x="15504" y="8863"/>
                  </a:cubicBezTo>
                  <a:cubicBezTo>
                    <a:pt x="15671" y="9230"/>
                    <a:pt x="15871" y="9497"/>
                    <a:pt x="16038" y="9664"/>
                  </a:cubicBezTo>
                  <a:cubicBezTo>
                    <a:pt x="16204" y="9831"/>
                    <a:pt x="16371" y="9897"/>
                    <a:pt x="16438" y="9931"/>
                  </a:cubicBezTo>
                  <a:lnTo>
                    <a:pt x="16371" y="9931"/>
                  </a:lnTo>
                  <a:cubicBezTo>
                    <a:pt x="16972" y="10364"/>
                    <a:pt x="17505" y="10498"/>
                    <a:pt x="17872" y="10565"/>
                  </a:cubicBezTo>
                  <a:cubicBezTo>
                    <a:pt x="18306" y="10665"/>
                    <a:pt x="18606" y="10698"/>
                    <a:pt x="18806" y="10698"/>
                  </a:cubicBezTo>
                  <a:cubicBezTo>
                    <a:pt x="19206" y="10731"/>
                    <a:pt x="19307" y="10731"/>
                    <a:pt x="19307" y="10731"/>
                  </a:cubicBezTo>
                  <a:cubicBezTo>
                    <a:pt x="19607" y="10731"/>
                    <a:pt x="19640" y="10431"/>
                    <a:pt x="19440" y="10331"/>
                  </a:cubicBezTo>
                  <a:cubicBezTo>
                    <a:pt x="19440" y="10331"/>
                    <a:pt x="19340" y="10331"/>
                    <a:pt x="18940" y="10264"/>
                  </a:cubicBezTo>
                  <a:cubicBezTo>
                    <a:pt x="18706" y="10231"/>
                    <a:pt x="18439" y="10231"/>
                    <a:pt x="18039" y="10164"/>
                  </a:cubicBezTo>
                  <a:cubicBezTo>
                    <a:pt x="17672" y="10064"/>
                    <a:pt x="17205" y="9931"/>
                    <a:pt x="16771" y="9564"/>
                  </a:cubicBezTo>
                  <a:lnTo>
                    <a:pt x="16705" y="9564"/>
                  </a:lnTo>
                  <a:cubicBezTo>
                    <a:pt x="16638" y="9497"/>
                    <a:pt x="16271" y="9230"/>
                    <a:pt x="16004" y="8663"/>
                  </a:cubicBezTo>
                  <a:cubicBezTo>
                    <a:pt x="15871" y="8363"/>
                    <a:pt x="15804" y="7996"/>
                    <a:pt x="15771" y="7529"/>
                  </a:cubicBezTo>
                  <a:cubicBezTo>
                    <a:pt x="15671" y="7062"/>
                    <a:pt x="15637" y="6562"/>
                    <a:pt x="15537" y="6028"/>
                  </a:cubicBezTo>
                  <a:cubicBezTo>
                    <a:pt x="15470" y="5494"/>
                    <a:pt x="15270" y="4860"/>
                    <a:pt x="14870" y="4360"/>
                  </a:cubicBezTo>
                  <a:cubicBezTo>
                    <a:pt x="14703" y="4060"/>
                    <a:pt x="14470" y="3893"/>
                    <a:pt x="14203" y="3660"/>
                  </a:cubicBezTo>
                  <a:cubicBezTo>
                    <a:pt x="13969" y="3426"/>
                    <a:pt x="13769" y="3259"/>
                    <a:pt x="13502" y="3093"/>
                  </a:cubicBezTo>
                  <a:cubicBezTo>
                    <a:pt x="13002" y="2759"/>
                    <a:pt x="12435" y="2392"/>
                    <a:pt x="11701" y="2392"/>
                  </a:cubicBezTo>
                  <a:cubicBezTo>
                    <a:pt x="11001" y="2425"/>
                    <a:pt x="10467" y="2692"/>
                    <a:pt x="9966" y="2926"/>
                  </a:cubicBezTo>
                  <a:cubicBezTo>
                    <a:pt x="9666" y="3059"/>
                    <a:pt x="9366" y="3226"/>
                    <a:pt x="9032" y="3393"/>
                  </a:cubicBezTo>
                  <a:cubicBezTo>
                    <a:pt x="8766" y="3560"/>
                    <a:pt x="8465" y="3693"/>
                    <a:pt x="8165" y="3693"/>
                  </a:cubicBezTo>
                  <a:cubicBezTo>
                    <a:pt x="8098" y="3660"/>
                    <a:pt x="8032" y="3660"/>
                    <a:pt x="7965" y="3660"/>
                  </a:cubicBezTo>
                  <a:cubicBezTo>
                    <a:pt x="7865" y="3593"/>
                    <a:pt x="7832" y="3593"/>
                    <a:pt x="7765" y="3560"/>
                  </a:cubicBezTo>
                  <a:cubicBezTo>
                    <a:pt x="7598" y="3526"/>
                    <a:pt x="7498" y="3393"/>
                    <a:pt x="7365" y="3326"/>
                  </a:cubicBezTo>
                  <a:cubicBezTo>
                    <a:pt x="7164" y="3093"/>
                    <a:pt x="6998" y="2759"/>
                    <a:pt x="6831" y="2425"/>
                  </a:cubicBezTo>
                  <a:cubicBezTo>
                    <a:pt x="6798" y="2259"/>
                    <a:pt x="6697" y="2092"/>
                    <a:pt x="6631" y="1892"/>
                  </a:cubicBezTo>
                  <a:cubicBezTo>
                    <a:pt x="6531" y="1725"/>
                    <a:pt x="6431" y="1525"/>
                    <a:pt x="6297" y="1358"/>
                  </a:cubicBezTo>
                  <a:cubicBezTo>
                    <a:pt x="6030" y="991"/>
                    <a:pt x="5697" y="691"/>
                    <a:pt x="5363" y="491"/>
                  </a:cubicBezTo>
                  <a:cubicBezTo>
                    <a:pt x="4873" y="164"/>
                    <a:pt x="4301" y="0"/>
                    <a:pt x="3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7" name="Google Shape;747;p6"/>
            <p:cNvSpPr/>
            <p:nvPr/>
          </p:nvSpPr>
          <p:spPr>
            <a:xfrm>
              <a:off x="10241147" y="1982299"/>
              <a:ext cx="23319" cy="10319"/>
            </a:xfrm>
            <a:custGeom>
              <a:avLst/>
              <a:gdLst/>
              <a:ahLst/>
              <a:cxnLst/>
              <a:rect l="l" t="t" r="r" b="b"/>
              <a:pathLst>
                <a:path w="1035" h="458" extrusionOk="0">
                  <a:moveTo>
                    <a:pt x="610" y="0"/>
                  </a:moveTo>
                  <a:cubicBezTo>
                    <a:pt x="559" y="0"/>
                    <a:pt x="509" y="7"/>
                    <a:pt x="467" y="23"/>
                  </a:cubicBezTo>
                  <a:cubicBezTo>
                    <a:pt x="400" y="23"/>
                    <a:pt x="267" y="57"/>
                    <a:pt x="167" y="123"/>
                  </a:cubicBezTo>
                  <a:cubicBezTo>
                    <a:pt x="67" y="224"/>
                    <a:pt x="0" y="257"/>
                    <a:pt x="0" y="257"/>
                  </a:cubicBezTo>
                  <a:lnTo>
                    <a:pt x="133" y="457"/>
                  </a:lnTo>
                  <a:lnTo>
                    <a:pt x="567" y="457"/>
                  </a:lnTo>
                  <a:cubicBezTo>
                    <a:pt x="734" y="424"/>
                    <a:pt x="1034" y="257"/>
                    <a:pt x="1034" y="257"/>
                  </a:cubicBezTo>
                  <a:cubicBezTo>
                    <a:pt x="1034" y="257"/>
                    <a:pt x="967" y="57"/>
                    <a:pt x="934" y="57"/>
                  </a:cubicBezTo>
                  <a:cubicBezTo>
                    <a:pt x="934" y="57"/>
                    <a:pt x="765" y="0"/>
                    <a:pt x="6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8" name="Google Shape;748;p6"/>
            <p:cNvSpPr/>
            <p:nvPr/>
          </p:nvSpPr>
          <p:spPr>
            <a:xfrm>
              <a:off x="10243400" y="2005370"/>
              <a:ext cx="26315" cy="11288"/>
            </a:xfrm>
            <a:custGeom>
              <a:avLst/>
              <a:gdLst/>
              <a:ahLst/>
              <a:cxnLst/>
              <a:rect l="l" t="t" r="r" b="b"/>
              <a:pathLst>
                <a:path w="1168" h="501" extrusionOk="0">
                  <a:moveTo>
                    <a:pt x="601" y="0"/>
                  </a:moveTo>
                  <a:cubicBezTo>
                    <a:pt x="334" y="0"/>
                    <a:pt x="0" y="100"/>
                    <a:pt x="0" y="100"/>
                  </a:cubicBezTo>
                  <a:lnTo>
                    <a:pt x="0" y="367"/>
                  </a:lnTo>
                  <a:cubicBezTo>
                    <a:pt x="0" y="367"/>
                    <a:pt x="367" y="500"/>
                    <a:pt x="601" y="500"/>
                  </a:cubicBezTo>
                  <a:cubicBezTo>
                    <a:pt x="834" y="500"/>
                    <a:pt x="1168" y="367"/>
                    <a:pt x="1168" y="367"/>
                  </a:cubicBezTo>
                  <a:lnTo>
                    <a:pt x="1168" y="100"/>
                  </a:lnTo>
                  <a:cubicBezTo>
                    <a:pt x="1168" y="100"/>
                    <a:pt x="801"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9" name="Google Shape;749;p6"/>
            <p:cNvSpPr/>
            <p:nvPr/>
          </p:nvSpPr>
          <p:spPr>
            <a:xfrm>
              <a:off x="10247906" y="2024565"/>
              <a:ext cx="24828" cy="11625"/>
            </a:xfrm>
            <a:custGeom>
              <a:avLst/>
              <a:gdLst/>
              <a:ahLst/>
              <a:cxnLst/>
              <a:rect l="l" t="t" r="r" b="b"/>
              <a:pathLst>
                <a:path w="1102" h="516" extrusionOk="0">
                  <a:moveTo>
                    <a:pt x="633" y="1"/>
                  </a:moveTo>
                  <a:cubicBezTo>
                    <a:pt x="590" y="1"/>
                    <a:pt x="545" y="4"/>
                    <a:pt x="501" y="15"/>
                  </a:cubicBezTo>
                  <a:cubicBezTo>
                    <a:pt x="401" y="15"/>
                    <a:pt x="267" y="82"/>
                    <a:pt x="167" y="182"/>
                  </a:cubicBezTo>
                  <a:cubicBezTo>
                    <a:pt x="67" y="249"/>
                    <a:pt x="0" y="349"/>
                    <a:pt x="0" y="349"/>
                  </a:cubicBezTo>
                  <a:lnTo>
                    <a:pt x="167" y="516"/>
                  </a:lnTo>
                  <a:cubicBezTo>
                    <a:pt x="167" y="482"/>
                    <a:pt x="434" y="482"/>
                    <a:pt x="601" y="416"/>
                  </a:cubicBezTo>
                  <a:cubicBezTo>
                    <a:pt x="767" y="382"/>
                    <a:pt x="1068" y="249"/>
                    <a:pt x="1068" y="249"/>
                  </a:cubicBezTo>
                  <a:cubicBezTo>
                    <a:pt x="1068" y="249"/>
                    <a:pt x="1068" y="49"/>
                    <a:pt x="1101" y="49"/>
                  </a:cubicBezTo>
                  <a:cubicBezTo>
                    <a:pt x="1101" y="49"/>
                    <a:pt x="1001" y="15"/>
                    <a:pt x="868" y="15"/>
                  </a:cubicBezTo>
                  <a:cubicBezTo>
                    <a:pt x="801" y="15"/>
                    <a:pt x="719" y="1"/>
                    <a:pt x="6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0" name="Google Shape;750;p6"/>
            <p:cNvSpPr/>
            <p:nvPr/>
          </p:nvSpPr>
          <p:spPr>
            <a:xfrm>
              <a:off x="10262934" y="2050452"/>
              <a:ext cx="22575" cy="11288"/>
            </a:xfrm>
            <a:custGeom>
              <a:avLst/>
              <a:gdLst/>
              <a:ahLst/>
              <a:cxnLst/>
              <a:rect l="l" t="t" r="r" b="b"/>
              <a:pathLst>
                <a:path w="1002" h="501" extrusionOk="0">
                  <a:moveTo>
                    <a:pt x="467" y="1"/>
                  </a:moveTo>
                  <a:cubicBezTo>
                    <a:pt x="301" y="1"/>
                    <a:pt x="0" y="101"/>
                    <a:pt x="0" y="101"/>
                  </a:cubicBezTo>
                  <a:lnTo>
                    <a:pt x="0" y="367"/>
                  </a:lnTo>
                  <a:cubicBezTo>
                    <a:pt x="0" y="367"/>
                    <a:pt x="301" y="501"/>
                    <a:pt x="501" y="501"/>
                  </a:cubicBezTo>
                  <a:cubicBezTo>
                    <a:pt x="734" y="501"/>
                    <a:pt x="1001" y="334"/>
                    <a:pt x="1001" y="334"/>
                  </a:cubicBezTo>
                  <a:cubicBezTo>
                    <a:pt x="1001" y="267"/>
                    <a:pt x="968" y="67"/>
                    <a:pt x="934" y="34"/>
                  </a:cubicBezTo>
                  <a:cubicBezTo>
                    <a:pt x="934" y="34"/>
                    <a:pt x="634" y="1"/>
                    <a:pt x="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1" name="Google Shape;751;p6"/>
            <p:cNvSpPr/>
            <p:nvPr/>
          </p:nvSpPr>
          <p:spPr>
            <a:xfrm>
              <a:off x="10441056" y="2066989"/>
              <a:ext cx="18790" cy="11288"/>
            </a:xfrm>
            <a:custGeom>
              <a:avLst/>
              <a:gdLst/>
              <a:ahLst/>
              <a:cxnLst/>
              <a:rect l="l" t="t" r="r" b="b"/>
              <a:pathLst>
                <a:path w="834" h="501" extrusionOk="0">
                  <a:moveTo>
                    <a:pt x="434" y="0"/>
                  </a:moveTo>
                  <a:cubicBezTo>
                    <a:pt x="234" y="0"/>
                    <a:pt x="0" y="100"/>
                    <a:pt x="0" y="100"/>
                  </a:cubicBezTo>
                  <a:lnTo>
                    <a:pt x="0" y="334"/>
                  </a:lnTo>
                  <a:cubicBezTo>
                    <a:pt x="0" y="334"/>
                    <a:pt x="234" y="501"/>
                    <a:pt x="367" y="501"/>
                  </a:cubicBezTo>
                  <a:cubicBezTo>
                    <a:pt x="567" y="501"/>
                    <a:pt x="834" y="434"/>
                    <a:pt x="834" y="434"/>
                  </a:cubicBezTo>
                  <a:lnTo>
                    <a:pt x="834" y="167"/>
                  </a:lnTo>
                  <a:cubicBezTo>
                    <a:pt x="834" y="167"/>
                    <a:pt x="567" y="0"/>
                    <a:pt x="4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2" name="Google Shape;752;p6"/>
            <p:cNvSpPr/>
            <p:nvPr/>
          </p:nvSpPr>
          <p:spPr>
            <a:xfrm>
              <a:off x="10437293" y="2097810"/>
              <a:ext cx="24828" cy="11806"/>
            </a:xfrm>
            <a:custGeom>
              <a:avLst/>
              <a:gdLst/>
              <a:ahLst/>
              <a:cxnLst/>
              <a:rect l="l" t="t" r="r" b="b"/>
              <a:pathLst>
                <a:path w="1102" h="524" extrusionOk="0">
                  <a:moveTo>
                    <a:pt x="501" y="0"/>
                  </a:moveTo>
                  <a:cubicBezTo>
                    <a:pt x="334" y="67"/>
                    <a:pt x="34" y="234"/>
                    <a:pt x="34" y="234"/>
                  </a:cubicBezTo>
                  <a:cubicBezTo>
                    <a:pt x="0" y="234"/>
                    <a:pt x="67" y="467"/>
                    <a:pt x="67" y="467"/>
                  </a:cubicBezTo>
                  <a:cubicBezTo>
                    <a:pt x="67" y="467"/>
                    <a:pt x="236" y="523"/>
                    <a:pt x="405" y="523"/>
                  </a:cubicBezTo>
                  <a:cubicBezTo>
                    <a:pt x="461" y="523"/>
                    <a:pt x="517" y="517"/>
                    <a:pt x="567" y="500"/>
                  </a:cubicBezTo>
                  <a:cubicBezTo>
                    <a:pt x="701" y="500"/>
                    <a:pt x="834" y="467"/>
                    <a:pt x="901" y="400"/>
                  </a:cubicBezTo>
                  <a:cubicBezTo>
                    <a:pt x="1001" y="300"/>
                    <a:pt x="1068" y="267"/>
                    <a:pt x="1068" y="267"/>
                  </a:cubicBezTo>
                  <a:cubicBezTo>
                    <a:pt x="1101" y="267"/>
                    <a:pt x="1001" y="100"/>
                    <a:pt x="9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3" name="Google Shape;753;p6"/>
            <p:cNvSpPr/>
            <p:nvPr/>
          </p:nvSpPr>
          <p:spPr>
            <a:xfrm>
              <a:off x="10438803" y="2125252"/>
              <a:ext cx="25572" cy="12617"/>
            </a:xfrm>
            <a:custGeom>
              <a:avLst/>
              <a:gdLst/>
              <a:ahLst/>
              <a:cxnLst/>
              <a:rect l="l" t="t" r="r" b="b"/>
              <a:pathLst>
                <a:path w="1135" h="560" extrusionOk="0">
                  <a:moveTo>
                    <a:pt x="990" y="1"/>
                  </a:moveTo>
                  <a:cubicBezTo>
                    <a:pt x="981" y="1"/>
                    <a:pt x="973" y="5"/>
                    <a:pt x="967" y="16"/>
                  </a:cubicBezTo>
                  <a:cubicBezTo>
                    <a:pt x="967" y="16"/>
                    <a:pt x="867" y="50"/>
                    <a:pt x="801" y="50"/>
                  </a:cubicBezTo>
                  <a:cubicBezTo>
                    <a:pt x="701" y="50"/>
                    <a:pt x="600" y="50"/>
                    <a:pt x="500" y="83"/>
                  </a:cubicBezTo>
                  <a:cubicBezTo>
                    <a:pt x="300" y="116"/>
                    <a:pt x="0" y="250"/>
                    <a:pt x="0" y="250"/>
                  </a:cubicBezTo>
                  <a:lnTo>
                    <a:pt x="0" y="517"/>
                  </a:lnTo>
                  <a:cubicBezTo>
                    <a:pt x="0" y="517"/>
                    <a:pt x="213" y="559"/>
                    <a:pt x="436" y="559"/>
                  </a:cubicBezTo>
                  <a:cubicBezTo>
                    <a:pt x="491" y="559"/>
                    <a:pt x="547" y="557"/>
                    <a:pt x="600" y="550"/>
                  </a:cubicBezTo>
                  <a:cubicBezTo>
                    <a:pt x="701" y="517"/>
                    <a:pt x="867" y="417"/>
                    <a:pt x="967" y="350"/>
                  </a:cubicBezTo>
                  <a:cubicBezTo>
                    <a:pt x="1101" y="250"/>
                    <a:pt x="1134" y="183"/>
                    <a:pt x="1134" y="183"/>
                  </a:cubicBezTo>
                  <a:cubicBezTo>
                    <a:pt x="1134" y="127"/>
                    <a:pt x="1040" y="1"/>
                    <a:pt x="9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4" name="Google Shape;754;p6"/>
            <p:cNvSpPr/>
            <p:nvPr/>
          </p:nvSpPr>
          <p:spPr>
            <a:xfrm>
              <a:off x="10450068" y="2152671"/>
              <a:ext cx="24828" cy="11625"/>
            </a:xfrm>
            <a:custGeom>
              <a:avLst/>
              <a:gdLst/>
              <a:ahLst/>
              <a:cxnLst/>
              <a:rect l="l" t="t" r="r" b="b"/>
              <a:pathLst>
                <a:path w="1102" h="516" extrusionOk="0">
                  <a:moveTo>
                    <a:pt x="1001" y="0"/>
                  </a:moveTo>
                  <a:cubicBezTo>
                    <a:pt x="1001" y="0"/>
                    <a:pt x="668" y="0"/>
                    <a:pt x="501" y="33"/>
                  </a:cubicBezTo>
                  <a:cubicBezTo>
                    <a:pt x="301" y="67"/>
                    <a:pt x="0" y="234"/>
                    <a:pt x="0" y="234"/>
                  </a:cubicBezTo>
                  <a:lnTo>
                    <a:pt x="34" y="500"/>
                  </a:lnTo>
                  <a:cubicBezTo>
                    <a:pt x="34" y="500"/>
                    <a:pt x="182" y="515"/>
                    <a:pt x="350" y="515"/>
                  </a:cubicBezTo>
                  <a:cubicBezTo>
                    <a:pt x="434" y="515"/>
                    <a:pt x="523" y="512"/>
                    <a:pt x="601" y="500"/>
                  </a:cubicBezTo>
                  <a:cubicBezTo>
                    <a:pt x="801" y="400"/>
                    <a:pt x="1101" y="200"/>
                    <a:pt x="1101" y="200"/>
                  </a:cubicBez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5" name="Google Shape;755;p6"/>
            <p:cNvSpPr/>
            <p:nvPr/>
          </p:nvSpPr>
          <p:spPr>
            <a:xfrm>
              <a:off x="10476360" y="2165445"/>
              <a:ext cx="14307" cy="15050"/>
            </a:xfrm>
            <a:custGeom>
              <a:avLst/>
              <a:gdLst/>
              <a:ahLst/>
              <a:cxnLst/>
              <a:rect l="l" t="t" r="r" b="b"/>
              <a:pathLst>
                <a:path w="635" h="668" extrusionOk="0">
                  <a:moveTo>
                    <a:pt x="334" y="0"/>
                  </a:moveTo>
                  <a:lnTo>
                    <a:pt x="268" y="100"/>
                  </a:lnTo>
                  <a:cubicBezTo>
                    <a:pt x="201" y="134"/>
                    <a:pt x="134" y="167"/>
                    <a:pt x="134" y="234"/>
                  </a:cubicBezTo>
                  <a:cubicBezTo>
                    <a:pt x="101" y="267"/>
                    <a:pt x="1" y="467"/>
                    <a:pt x="1" y="467"/>
                  </a:cubicBezTo>
                  <a:cubicBezTo>
                    <a:pt x="1" y="467"/>
                    <a:pt x="134" y="634"/>
                    <a:pt x="201" y="667"/>
                  </a:cubicBezTo>
                  <a:cubicBezTo>
                    <a:pt x="201" y="667"/>
                    <a:pt x="268" y="667"/>
                    <a:pt x="334" y="634"/>
                  </a:cubicBezTo>
                  <a:cubicBezTo>
                    <a:pt x="435" y="601"/>
                    <a:pt x="501" y="567"/>
                    <a:pt x="535" y="467"/>
                  </a:cubicBezTo>
                  <a:cubicBezTo>
                    <a:pt x="635" y="400"/>
                    <a:pt x="635" y="267"/>
                    <a:pt x="635" y="167"/>
                  </a:cubicBezTo>
                  <a:cubicBezTo>
                    <a:pt x="635" y="67"/>
                    <a:pt x="601"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6" name="Google Shape;756;p6"/>
            <p:cNvSpPr/>
            <p:nvPr/>
          </p:nvSpPr>
          <p:spPr>
            <a:xfrm>
              <a:off x="10498913" y="2186488"/>
              <a:ext cx="12054" cy="18813"/>
            </a:xfrm>
            <a:custGeom>
              <a:avLst/>
              <a:gdLst/>
              <a:ahLst/>
              <a:cxnLst/>
              <a:rect l="l" t="t" r="r" b="b"/>
              <a:pathLst>
                <a:path w="535" h="835" extrusionOk="0">
                  <a:moveTo>
                    <a:pt x="201" y="0"/>
                  </a:moveTo>
                  <a:cubicBezTo>
                    <a:pt x="201" y="0"/>
                    <a:pt x="167" y="34"/>
                    <a:pt x="134" y="134"/>
                  </a:cubicBezTo>
                  <a:cubicBezTo>
                    <a:pt x="134" y="200"/>
                    <a:pt x="34" y="234"/>
                    <a:pt x="34" y="334"/>
                  </a:cubicBezTo>
                  <a:cubicBezTo>
                    <a:pt x="1" y="400"/>
                    <a:pt x="1" y="667"/>
                    <a:pt x="1" y="667"/>
                  </a:cubicBezTo>
                  <a:cubicBezTo>
                    <a:pt x="1" y="701"/>
                    <a:pt x="201" y="801"/>
                    <a:pt x="201" y="834"/>
                  </a:cubicBezTo>
                  <a:lnTo>
                    <a:pt x="334" y="701"/>
                  </a:lnTo>
                  <a:cubicBezTo>
                    <a:pt x="434" y="667"/>
                    <a:pt x="468" y="534"/>
                    <a:pt x="501" y="467"/>
                  </a:cubicBezTo>
                  <a:cubicBezTo>
                    <a:pt x="534" y="367"/>
                    <a:pt x="534" y="234"/>
                    <a:pt x="501" y="167"/>
                  </a:cubicBezTo>
                  <a:cubicBezTo>
                    <a:pt x="501" y="67"/>
                    <a:pt x="468" y="0"/>
                    <a:pt x="4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7" name="Google Shape;757;p6"/>
            <p:cNvSpPr/>
            <p:nvPr/>
          </p:nvSpPr>
          <p:spPr>
            <a:xfrm>
              <a:off x="10592863" y="2469803"/>
              <a:ext cx="21809" cy="11310"/>
            </a:xfrm>
            <a:custGeom>
              <a:avLst/>
              <a:gdLst/>
              <a:ahLst/>
              <a:cxnLst/>
              <a:rect l="l" t="t" r="r" b="b"/>
              <a:pathLst>
                <a:path w="968" h="502" extrusionOk="0">
                  <a:moveTo>
                    <a:pt x="467" y="1"/>
                  </a:moveTo>
                  <a:cubicBezTo>
                    <a:pt x="300" y="1"/>
                    <a:pt x="0" y="134"/>
                    <a:pt x="0" y="134"/>
                  </a:cubicBezTo>
                  <a:lnTo>
                    <a:pt x="0" y="401"/>
                  </a:lnTo>
                  <a:cubicBezTo>
                    <a:pt x="0" y="401"/>
                    <a:pt x="267" y="501"/>
                    <a:pt x="467" y="501"/>
                  </a:cubicBezTo>
                  <a:cubicBezTo>
                    <a:pt x="634" y="501"/>
                    <a:pt x="934" y="401"/>
                    <a:pt x="934" y="401"/>
                  </a:cubicBezTo>
                  <a:cubicBezTo>
                    <a:pt x="968" y="401"/>
                    <a:pt x="968" y="168"/>
                    <a:pt x="934" y="134"/>
                  </a:cubicBezTo>
                  <a:cubicBezTo>
                    <a:pt x="934" y="134"/>
                    <a:pt x="634" y="1"/>
                    <a:pt x="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8" name="Google Shape;758;p6"/>
            <p:cNvSpPr/>
            <p:nvPr/>
          </p:nvSpPr>
          <p:spPr>
            <a:xfrm>
              <a:off x="10589101" y="2487647"/>
              <a:ext cx="24828" cy="11490"/>
            </a:xfrm>
            <a:custGeom>
              <a:avLst/>
              <a:gdLst/>
              <a:ahLst/>
              <a:cxnLst/>
              <a:rect l="l" t="t" r="r" b="b"/>
              <a:pathLst>
                <a:path w="1102" h="510" extrusionOk="0">
                  <a:moveTo>
                    <a:pt x="633" y="0"/>
                  </a:moveTo>
                  <a:cubicBezTo>
                    <a:pt x="586" y="0"/>
                    <a:pt x="541" y="3"/>
                    <a:pt x="501" y="9"/>
                  </a:cubicBezTo>
                  <a:cubicBezTo>
                    <a:pt x="301" y="43"/>
                    <a:pt x="0" y="176"/>
                    <a:pt x="0" y="176"/>
                  </a:cubicBezTo>
                  <a:lnTo>
                    <a:pt x="0" y="443"/>
                  </a:lnTo>
                  <a:cubicBezTo>
                    <a:pt x="0" y="443"/>
                    <a:pt x="334" y="510"/>
                    <a:pt x="534" y="510"/>
                  </a:cubicBezTo>
                  <a:cubicBezTo>
                    <a:pt x="768" y="476"/>
                    <a:pt x="1035" y="310"/>
                    <a:pt x="1035" y="310"/>
                  </a:cubicBezTo>
                  <a:cubicBezTo>
                    <a:pt x="1101" y="276"/>
                    <a:pt x="1035" y="43"/>
                    <a:pt x="1035" y="43"/>
                  </a:cubicBezTo>
                  <a:cubicBezTo>
                    <a:pt x="1035" y="43"/>
                    <a:pt x="821" y="0"/>
                    <a:pt x="6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9" name="Google Shape;759;p6"/>
            <p:cNvSpPr/>
            <p:nvPr/>
          </p:nvSpPr>
          <p:spPr>
            <a:xfrm>
              <a:off x="10598879" y="2512655"/>
              <a:ext cx="23319" cy="9778"/>
            </a:xfrm>
            <a:custGeom>
              <a:avLst/>
              <a:gdLst/>
              <a:ahLst/>
              <a:cxnLst/>
              <a:rect l="l" t="t" r="r" b="b"/>
              <a:pathLst>
                <a:path w="1035" h="434" extrusionOk="0">
                  <a:moveTo>
                    <a:pt x="434" y="0"/>
                  </a:moveTo>
                  <a:cubicBezTo>
                    <a:pt x="267" y="0"/>
                    <a:pt x="0" y="100"/>
                    <a:pt x="0" y="100"/>
                  </a:cubicBezTo>
                  <a:lnTo>
                    <a:pt x="0" y="367"/>
                  </a:lnTo>
                  <a:cubicBezTo>
                    <a:pt x="0" y="367"/>
                    <a:pt x="267" y="434"/>
                    <a:pt x="500" y="434"/>
                  </a:cubicBezTo>
                  <a:cubicBezTo>
                    <a:pt x="567" y="434"/>
                    <a:pt x="734" y="400"/>
                    <a:pt x="834" y="334"/>
                  </a:cubicBezTo>
                  <a:cubicBezTo>
                    <a:pt x="901" y="234"/>
                    <a:pt x="1001" y="200"/>
                    <a:pt x="1001" y="200"/>
                  </a:cubicBezTo>
                  <a:cubicBezTo>
                    <a:pt x="1034" y="200"/>
                    <a:pt x="901" y="34"/>
                    <a:pt x="9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0" name="Google Shape;760;p6"/>
            <p:cNvSpPr/>
            <p:nvPr/>
          </p:nvSpPr>
          <p:spPr>
            <a:xfrm>
              <a:off x="10608634" y="2535185"/>
              <a:ext cx="20322" cy="11648"/>
            </a:xfrm>
            <a:custGeom>
              <a:avLst/>
              <a:gdLst/>
              <a:ahLst/>
              <a:cxnLst/>
              <a:rect l="l" t="t" r="r" b="b"/>
              <a:pathLst>
                <a:path w="902" h="517" extrusionOk="0">
                  <a:moveTo>
                    <a:pt x="635" y="1"/>
                  </a:moveTo>
                  <a:cubicBezTo>
                    <a:pt x="534" y="1"/>
                    <a:pt x="468" y="1"/>
                    <a:pt x="368" y="34"/>
                  </a:cubicBezTo>
                  <a:cubicBezTo>
                    <a:pt x="268" y="68"/>
                    <a:pt x="34" y="234"/>
                    <a:pt x="34" y="234"/>
                  </a:cubicBezTo>
                  <a:cubicBezTo>
                    <a:pt x="1" y="234"/>
                    <a:pt x="101" y="501"/>
                    <a:pt x="101" y="501"/>
                  </a:cubicBezTo>
                  <a:cubicBezTo>
                    <a:pt x="101" y="501"/>
                    <a:pt x="205" y="516"/>
                    <a:pt x="323" y="516"/>
                  </a:cubicBezTo>
                  <a:cubicBezTo>
                    <a:pt x="382" y="516"/>
                    <a:pt x="445" y="512"/>
                    <a:pt x="501" y="501"/>
                  </a:cubicBezTo>
                  <a:cubicBezTo>
                    <a:pt x="601" y="435"/>
                    <a:pt x="668" y="401"/>
                    <a:pt x="768" y="334"/>
                  </a:cubicBezTo>
                  <a:lnTo>
                    <a:pt x="901" y="201"/>
                  </a:lnTo>
                  <a:cubicBezTo>
                    <a:pt x="901" y="134"/>
                    <a:pt x="768" y="1"/>
                    <a:pt x="7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1" name="Google Shape;761;p6"/>
            <p:cNvSpPr/>
            <p:nvPr/>
          </p:nvSpPr>
          <p:spPr>
            <a:xfrm>
              <a:off x="10426006" y="3160483"/>
              <a:ext cx="21832" cy="11490"/>
            </a:xfrm>
            <a:custGeom>
              <a:avLst/>
              <a:gdLst/>
              <a:ahLst/>
              <a:cxnLst/>
              <a:rect l="l" t="t" r="r" b="b"/>
              <a:pathLst>
                <a:path w="969" h="510" extrusionOk="0">
                  <a:moveTo>
                    <a:pt x="468" y="0"/>
                  </a:moveTo>
                  <a:cubicBezTo>
                    <a:pt x="268" y="0"/>
                    <a:pt x="1" y="134"/>
                    <a:pt x="1" y="134"/>
                  </a:cubicBezTo>
                  <a:lnTo>
                    <a:pt x="1" y="367"/>
                  </a:lnTo>
                  <a:cubicBezTo>
                    <a:pt x="1" y="367"/>
                    <a:pt x="268" y="500"/>
                    <a:pt x="435" y="500"/>
                  </a:cubicBezTo>
                  <a:cubicBezTo>
                    <a:pt x="468" y="507"/>
                    <a:pt x="507" y="510"/>
                    <a:pt x="547" y="510"/>
                  </a:cubicBezTo>
                  <a:cubicBezTo>
                    <a:pt x="709" y="510"/>
                    <a:pt x="902" y="467"/>
                    <a:pt x="902" y="467"/>
                  </a:cubicBezTo>
                  <a:cubicBezTo>
                    <a:pt x="902" y="434"/>
                    <a:pt x="935" y="200"/>
                    <a:pt x="968" y="167"/>
                  </a:cubicBezTo>
                  <a:cubicBezTo>
                    <a:pt x="968" y="167"/>
                    <a:pt x="701" y="33"/>
                    <a:pt x="4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2" name="Google Shape;762;p6"/>
            <p:cNvSpPr/>
            <p:nvPr/>
          </p:nvSpPr>
          <p:spPr>
            <a:xfrm>
              <a:off x="10426772" y="3178507"/>
              <a:ext cx="19556" cy="10544"/>
            </a:xfrm>
            <a:custGeom>
              <a:avLst/>
              <a:gdLst/>
              <a:ahLst/>
              <a:cxnLst/>
              <a:rect l="l" t="t" r="r" b="b"/>
              <a:pathLst>
                <a:path w="868" h="468" extrusionOk="0">
                  <a:moveTo>
                    <a:pt x="467" y="1"/>
                  </a:moveTo>
                  <a:cubicBezTo>
                    <a:pt x="334" y="1"/>
                    <a:pt x="134" y="34"/>
                    <a:pt x="134" y="34"/>
                  </a:cubicBezTo>
                  <a:cubicBezTo>
                    <a:pt x="67" y="34"/>
                    <a:pt x="0" y="234"/>
                    <a:pt x="0" y="234"/>
                  </a:cubicBezTo>
                  <a:cubicBezTo>
                    <a:pt x="0" y="234"/>
                    <a:pt x="234" y="468"/>
                    <a:pt x="467" y="468"/>
                  </a:cubicBezTo>
                  <a:cubicBezTo>
                    <a:pt x="634" y="468"/>
                    <a:pt x="868" y="334"/>
                    <a:pt x="868" y="334"/>
                  </a:cubicBezTo>
                  <a:lnTo>
                    <a:pt x="868" y="67"/>
                  </a:lnTo>
                  <a:cubicBezTo>
                    <a:pt x="868" y="67"/>
                    <a:pt x="567" y="1"/>
                    <a:pt x="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3" name="Google Shape;763;p6"/>
            <p:cNvSpPr/>
            <p:nvPr/>
          </p:nvSpPr>
          <p:spPr>
            <a:xfrm>
              <a:off x="10429768" y="3200316"/>
              <a:ext cx="16560" cy="11288"/>
            </a:xfrm>
            <a:custGeom>
              <a:avLst/>
              <a:gdLst/>
              <a:ahLst/>
              <a:cxnLst/>
              <a:rect l="l" t="t" r="r" b="b"/>
              <a:pathLst>
                <a:path w="735" h="501" extrusionOk="0">
                  <a:moveTo>
                    <a:pt x="368" y="0"/>
                  </a:moveTo>
                  <a:cubicBezTo>
                    <a:pt x="268" y="0"/>
                    <a:pt x="201" y="33"/>
                    <a:pt x="101" y="67"/>
                  </a:cubicBezTo>
                  <a:cubicBezTo>
                    <a:pt x="34" y="100"/>
                    <a:pt x="1" y="167"/>
                    <a:pt x="1" y="167"/>
                  </a:cubicBezTo>
                  <a:cubicBezTo>
                    <a:pt x="1" y="200"/>
                    <a:pt x="67" y="400"/>
                    <a:pt x="67" y="400"/>
                  </a:cubicBezTo>
                  <a:cubicBezTo>
                    <a:pt x="67" y="400"/>
                    <a:pt x="101" y="434"/>
                    <a:pt x="201" y="434"/>
                  </a:cubicBezTo>
                  <a:cubicBezTo>
                    <a:pt x="268" y="500"/>
                    <a:pt x="368" y="500"/>
                    <a:pt x="401" y="500"/>
                  </a:cubicBezTo>
                  <a:cubicBezTo>
                    <a:pt x="534" y="500"/>
                    <a:pt x="735" y="367"/>
                    <a:pt x="735" y="367"/>
                  </a:cubicBezTo>
                  <a:lnTo>
                    <a:pt x="735" y="100"/>
                  </a:lnTo>
                  <a:cubicBezTo>
                    <a:pt x="735" y="100"/>
                    <a:pt x="501" y="0"/>
                    <a:pt x="3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4" name="Google Shape;764;p6"/>
            <p:cNvSpPr/>
            <p:nvPr/>
          </p:nvSpPr>
          <p:spPr>
            <a:xfrm>
              <a:off x="10528968" y="3273966"/>
              <a:ext cx="24828" cy="11288"/>
            </a:xfrm>
            <a:custGeom>
              <a:avLst/>
              <a:gdLst/>
              <a:ahLst/>
              <a:cxnLst/>
              <a:rect l="l" t="t" r="r" b="b"/>
              <a:pathLst>
                <a:path w="1102" h="501" extrusionOk="0">
                  <a:moveTo>
                    <a:pt x="601" y="0"/>
                  </a:moveTo>
                  <a:cubicBezTo>
                    <a:pt x="368" y="0"/>
                    <a:pt x="34" y="67"/>
                    <a:pt x="34" y="67"/>
                  </a:cubicBezTo>
                  <a:lnTo>
                    <a:pt x="1" y="300"/>
                  </a:lnTo>
                  <a:cubicBezTo>
                    <a:pt x="1" y="300"/>
                    <a:pt x="301" y="467"/>
                    <a:pt x="501" y="500"/>
                  </a:cubicBezTo>
                  <a:cubicBezTo>
                    <a:pt x="701" y="500"/>
                    <a:pt x="1035" y="434"/>
                    <a:pt x="1035" y="434"/>
                  </a:cubicBezTo>
                  <a:cubicBezTo>
                    <a:pt x="1102" y="400"/>
                    <a:pt x="1102" y="167"/>
                    <a:pt x="1102" y="167"/>
                  </a:cubicBezTo>
                  <a:cubicBezTo>
                    <a:pt x="1102" y="167"/>
                    <a:pt x="768"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5" name="Google Shape;765;p6"/>
            <p:cNvSpPr/>
            <p:nvPr/>
          </p:nvSpPr>
          <p:spPr>
            <a:xfrm>
              <a:off x="10523719" y="3254410"/>
              <a:ext cx="24828" cy="11625"/>
            </a:xfrm>
            <a:custGeom>
              <a:avLst/>
              <a:gdLst/>
              <a:ahLst/>
              <a:cxnLst/>
              <a:rect l="l" t="t" r="r" b="b"/>
              <a:pathLst>
                <a:path w="1102" h="516" extrusionOk="0">
                  <a:moveTo>
                    <a:pt x="201" y="1"/>
                  </a:moveTo>
                  <a:cubicBezTo>
                    <a:pt x="67" y="1"/>
                    <a:pt x="0" y="34"/>
                    <a:pt x="0" y="34"/>
                  </a:cubicBezTo>
                  <a:lnTo>
                    <a:pt x="0" y="301"/>
                  </a:lnTo>
                  <a:lnTo>
                    <a:pt x="167" y="368"/>
                  </a:lnTo>
                  <a:cubicBezTo>
                    <a:pt x="267" y="434"/>
                    <a:pt x="401" y="468"/>
                    <a:pt x="501" y="501"/>
                  </a:cubicBezTo>
                  <a:cubicBezTo>
                    <a:pt x="567" y="512"/>
                    <a:pt x="653" y="516"/>
                    <a:pt x="737" y="516"/>
                  </a:cubicBezTo>
                  <a:cubicBezTo>
                    <a:pt x="905" y="516"/>
                    <a:pt x="1068" y="501"/>
                    <a:pt x="1068" y="501"/>
                  </a:cubicBezTo>
                  <a:cubicBezTo>
                    <a:pt x="1068" y="501"/>
                    <a:pt x="1101" y="301"/>
                    <a:pt x="1068" y="268"/>
                  </a:cubicBezTo>
                  <a:cubicBezTo>
                    <a:pt x="1068" y="268"/>
                    <a:pt x="768" y="34"/>
                    <a:pt x="5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6" name="Google Shape;766;p6"/>
            <p:cNvSpPr/>
            <p:nvPr/>
          </p:nvSpPr>
          <p:spPr>
            <a:xfrm>
              <a:off x="10536493" y="3306274"/>
              <a:ext cx="24828" cy="11625"/>
            </a:xfrm>
            <a:custGeom>
              <a:avLst/>
              <a:gdLst/>
              <a:ahLst/>
              <a:cxnLst/>
              <a:rect l="l" t="t" r="r" b="b"/>
              <a:pathLst>
                <a:path w="1102" h="516" extrusionOk="0">
                  <a:moveTo>
                    <a:pt x="768" y="0"/>
                  </a:moveTo>
                  <a:cubicBezTo>
                    <a:pt x="668" y="0"/>
                    <a:pt x="534" y="0"/>
                    <a:pt x="467" y="34"/>
                  </a:cubicBezTo>
                  <a:cubicBezTo>
                    <a:pt x="267" y="67"/>
                    <a:pt x="0" y="234"/>
                    <a:pt x="0" y="234"/>
                  </a:cubicBezTo>
                  <a:lnTo>
                    <a:pt x="34" y="501"/>
                  </a:lnTo>
                  <a:cubicBezTo>
                    <a:pt x="34" y="501"/>
                    <a:pt x="182" y="516"/>
                    <a:pt x="350" y="516"/>
                  </a:cubicBezTo>
                  <a:cubicBezTo>
                    <a:pt x="434" y="516"/>
                    <a:pt x="523" y="512"/>
                    <a:pt x="601" y="501"/>
                  </a:cubicBezTo>
                  <a:cubicBezTo>
                    <a:pt x="668" y="467"/>
                    <a:pt x="801" y="367"/>
                    <a:pt x="868" y="334"/>
                  </a:cubicBezTo>
                  <a:cubicBezTo>
                    <a:pt x="1001" y="234"/>
                    <a:pt x="1035" y="201"/>
                    <a:pt x="1035" y="201"/>
                  </a:cubicBezTo>
                  <a:cubicBezTo>
                    <a:pt x="1101" y="201"/>
                    <a:pt x="968" y="34"/>
                    <a:pt x="9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7" name="Google Shape;767;p6"/>
            <p:cNvSpPr/>
            <p:nvPr/>
          </p:nvSpPr>
          <p:spPr>
            <a:xfrm>
              <a:off x="10544018" y="3333333"/>
              <a:ext cx="21043" cy="12707"/>
            </a:xfrm>
            <a:custGeom>
              <a:avLst/>
              <a:gdLst/>
              <a:ahLst/>
              <a:cxnLst/>
              <a:rect l="l" t="t" r="r" b="b"/>
              <a:pathLst>
                <a:path w="934" h="564" extrusionOk="0">
                  <a:moveTo>
                    <a:pt x="834" y="0"/>
                  </a:moveTo>
                  <a:cubicBezTo>
                    <a:pt x="834" y="0"/>
                    <a:pt x="534" y="0"/>
                    <a:pt x="367" y="34"/>
                  </a:cubicBezTo>
                  <a:lnTo>
                    <a:pt x="133" y="167"/>
                  </a:lnTo>
                  <a:cubicBezTo>
                    <a:pt x="100" y="200"/>
                    <a:pt x="0" y="267"/>
                    <a:pt x="0" y="267"/>
                  </a:cubicBezTo>
                  <a:lnTo>
                    <a:pt x="0" y="501"/>
                  </a:lnTo>
                  <a:cubicBezTo>
                    <a:pt x="0" y="501"/>
                    <a:pt x="33" y="534"/>
                    <a:pt x="167" y="534"/>
                  </a:cubicBezTo>
                  <a:cubicBezTo>
                    <a:pt x="211" y="556"/>
                    <a:pt x="256" y="564"/>
                    <a:pt x="298" y="564"/>
                  </a:cubicBezTo>
                  <a:cubicBezTo>
                    <a:pt x="382" y="564"/>
                    <a:pt x="456" y="534"/>
                    <a:pt x="500" y="534"/>
                  </a:cubicBezTo>
                  <a:cubicBezTo>
                    <a:pt x="701" y="467"/>
                    <a:pt x="934" y="300"/>
                    <a:pt x="934" y="300"/>
                  </a:cubicBezTo>
                  <a:cubicBezTo>
                    <a:pt x="934" y="267"/>
                    <a:pt x="867" y="34"/>
                    <a:pt x="8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8" name="Google Shape;768;p6"/>
            <p:cNvSpPr/>
            <p:nvPr/>
          </p:nvSpPr>
          <p:spPr>
            <a:xfrm>
              <a:off x="10552264" y="3353700"/>
              <a:ext cx="18813" cy="11963"/>
            </a:xfrm>
            <a:custGeom>
              <a:avLst/>
              <a:gdLst/>
              <a:ahLst/>
              <a:cxnLst/>
              <a:rect l="l" t="t" r="r" b="b"/>
              <a:pathLst>
                <a:path w="835" h="531" extrusionOk="0">
                  <a:moveTo>
                    <a:pt x="521" y="1"/>
                  </a:moveTo>
                  <a:cubicBezTo>
                    <a:pt x="457" y="1"/>
                    <a:pt x="390" y="8"/>
                    <a:pt x="335" y="30"/>
                  </a:cubicBezTo>
                  <a:cubicBezTo>
                    <a:pt x="168" y="97"/>
                    <a:pt x="1" y="297"/>
                    <a:pt x="1" y="297"/>
                  </a:cubicBezTo>
                  <a:lnTo>
                    <a:pt x="134" y="531"/>
                  </a:lnTo>
                  <a:cubicBezTo>
                    <a:pt x="134" y="531"/>
                    <a:pt x="401" y="531"/>
                    <a:pt x="501" y="464"/>
                  </a:cubicBezTo>
                  <a:cubicBezTo>
                    <a:pt x="635" y="431"/>
                    <a:pt x="835" y="264"/>
                    <a:pt x="835" y="264"/>
                  </a:cubicBezTo>
                  <a:cubicBezTo>
                    <a:pt x="835" y="264"/>
                    <a:pt x="768" y="64"/>
                    <a:pt x="768" y="30"/>
                  </a:cubicBezTo>
                  <a:cubicBezTo>
                    <a:pt x="768" y="30"/>
                    <a:pt x="650" y="1"/>
                    <a:pt x="5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9" name="Google Shape;769;p6"/>
            <p:cNvSpPr/>
            <p:nvPr/>
          </p:nvSpPr>
          <p:spPr>
            <a:xfrm>
              <a:off x="10570311" y="3385940"/>
              <a:ext cx="19556" cy="11288"/>
            </a:xfrm>
            <a:custGeom>
              <a:avLst/>
              <a:gdLst/>
              <a:ahLst/>
              <a:cxnLst/>
              <a:rect l="l" t="t" r="r" b="b"/>
              <a:pathLst>
                <a:path w="868" h="501" extrusionOk="0">
                  <a:moveTo>
                    <a:pt x="601" y="0"/>
                  </a:moveTo>
                  <a:cubicBezTo>
                    <a:pt x="551" y="17"/>
                    <a:pt x="509" y="17"/>
                    <a:pt x="468" y="17"/>
                  </a:cubicBezTo>
                  <a:cubicBezTo>
                    <a:pt x="426" y="17"/>
                    <a:pt x="384" y="17"/>
                    <a:pt x="334" y="34"/>
                  </a:cubicBezTo>
                  <a:cubicBezTo>
                    <a:pt x="301" y="34"/>
                    <a:pt x="201" y="100"/>
                    <a:pt x="134" y="134"/>
                  </a:cubicBezTo>
                  <a:cubicBezTo>
                    <a:pt x="34" y="167"/>
                    <a:pt x="1" y="200"/>
                    <a:pt x="1" y="200"/>
                  </a:cubicBezTo>
                  <a:lnTo>
                    <a:pt x="1" y="467"/>
                  </a:lnTo>
                  <a:cubicBezTo>
                    <a:pt x="1" y="467"/>
                    <a:pt x="101" y="467"/>
                    <a:pt x="167" y="501"/>
                  </a:cubicBezTo>
                  <a:lnTo>
                    <a:pt x="501" y="501"/>
                  </a:lnTo>
                  <a:cubicBezTo>
                    <a:pt x="668" y="434"/>
                    <a:pt x="868" y="200"/>
                    <a:pt x="868" y="200"/>
                  </a:cubicBezTo>
                  <a:cubicBezTo>
                    <a:pt x="868" y="200"/>
                    <a:pt x="801" y="34"/>
                    <a:pt x="7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0" name="Google Shape;770;p6"/>
            <p:cNvSpPr/>
            <p:nvPr/>
          </p:nvSpPr>
          <p:spPr>
            <a:xfrm>
              <a:off x="10559046" y="3043237"/>
              <a:ext cx="13541" cy="11288"/>
            </a:xfrm>
            <a:custGeom>
              <a:avLst/>
              <a:gdLst/>
              <a:ahLst/>
              <a:cxnLst/>
              <a:rect l="l" t="t" r="r" b="b"/>
              <a:pathLst>
                <a:path w="601" h="501" extrusionOk="0">
                  <a:moveTo>
                    <a:pt x="300" y="0"/>
                  </a:moveTo>
                  <a:cubicBezTo>
                    <a:pt x="167" y="0"/>
                    <a:pt x="0" y="134"/>
                    <a:pt x="0" y="134"/>
                  </a:cubicBezTo>
                  <a:lnTo>
                    <a:pt x="0" y="367"/>
                  </a:lnTo>
                  <a:cubicBezTo>
                    <a:pt x="0" y="367"/>
                    <a:pt x="167" y="501"/>
                    <a:pt x="300" y="501"/>
                  </a:cubicBezTo>
                  <a:cubicBezTo>
                    <a:pt x="434" y="501"/>
                    <a:pt x="601" y="367"/>
                    <a:pt x="601" y="367"/>
                  </a:cubicBezTo>
                  <a:lnTo>
                    <a:pt x="601" y="134"/>
                  </a:lnTo>
                  <a:cubicBezTo>
                    <a:pt x="601" y="134"/>
                    <a:pt x="434" y="0"/>
                    <a:pt x="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1" name="Google Shape;771;p6"/>
            <p:cNvSpPr/>
            <p:nvPr/>
          </p:nvSpPr>
          <p:spPr>
            <a:xfrm>
              <a:off x="10565061" y="3059008"/>
              <a:ext cx="23319" cy="10544"/>
            </a:xfrm>
            <a:custGeom>
              <a:avLst/>
              <a:gdLst/>
              <a:ahLst/>
              <a:cxnLst/>
              <a:rect l="l" t="t" r="r" b="b"/>
              <a:pathLst>
                <a:path w="1035" h="468" extrusionOk="0">
                  <a:moveTo>
                    <a:pt x="500" y="1"/>
                  </a:moveTo>
                  <a:cubicBezTo>
                    <a:pt x="334" y="1"/>
                    <a:pt x="0" y="134"/>
                    <a:pt x="0" y="134"/>
                  </a:cubicBezTo>
                  <a:lnTo>
                    <a:pt x="0" y="368"/>
                  </a:lnTo>
                  <a:cubicBezTo>
                    <a:pt x="0" y="368"/>
                    <a:pt x="334" y="468"/>
                    <a:pt x="534" y="468"/>
                  </a:cubicBezTo>
                  <a:cubicBezTo>
                    <a:pt x="600" y="468"/>
                    <a:pt x="767" y="435"/>
                    <a:pt x="867" y="334"/>
                  </a:cubicBezTo>
                  <a:cubicBezTo>
                    <a:pt x="934" y="268"/>
                    <a:pt x="1034" y="201"/>
                    <a:pt x="1034" y="201"/>
                  </a:cubicBezTo>
                  <a:cubicBezTo>
                    <a:pt x="1034" y="201"/>
                    <a:pt x="1001" y="1"/>
                    <a:pt x="9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2" name="Google Shape;772;p6"/>
            <p:cNvSpPr/>
            <p:nvPr/>
          </p:nvSpPr>
          <p:spPr>
            <a:xfrm>
              <a:off x="10573307" y="3073720"/>
              <a:ext cx="26338" cy="11625"/>
            </a:xfrm>
            <a:custGeom>
              <a:avLst/>
              <a:gdLst/>
              <a:ahLst/>
              <a:cxnLst/>
              <a:rect l="l" t="t" r="r" b="b"/>
              <a:pathLst>
                <a:path w="1169" h="516" extrusionOk="0">
                  <a:moveTo>
                    <a:pt x="636" y="0"/>
                  </a:moveTo>
                  <a:cubicBezTo>
                    <a:pt x="601" y="0"/>
                    <a:pt x="568" y="4"/>
                    <a:pt x="535" y="15"/>
                  </a:cubicBezTo>
                  <a:cubicBezTo>
                    <a:pt x="468" y="15"/>
                    <a:pt x="335" y="48"/>
                    <a:pt x="234" y="48"/>
                  </a:cubicBezTo>
                  <a:lnTo>
                    <a:pt x="68" y="48"/>
                  </a:lnTo>
                  <a:cubicBezTo>
                    <a:pt x="68" y="115"/>
                    <a:pt x="1" y="315"/>
                    <a:pt x="1" y="315"/>
                  </a:cubicBezTo>
                  <a:cubicBezTo>
                    <a:pt x="1" y="315"/>
                    <a:pt x="68" y="382"/>
                    <a:pt x="201" y="449"/>
                  </a:cubicBezTo>
                  <a:cubicBezTo>
                    <a:pt x="335" y="515"/>
                    <a:pt x="501" y="515"/>
                    <a:pt x="635" y="515"/>
                  </a:cubicBezTo>
                  <a:cubicBezTo>
                    <a:pt x="735" y="515"/>
                    <a:pt x="868" y="482"/>
                    <a:pt x="1002" y="382"/>
                  </a:cubicBezTo>
                  <a:cubicBezTo>
                    <a:pt x="1068" y="315"/>
                    <a:pt x="1168" y="282"/>
                    <a:pt x="1168" y="282"/>
                  </a:cubicBezTo>
                  <a:cubicBezTo>
                    <a:pt x="1168" y="215"/>
                    <a:pt x="1068" y="48"/>
                    <a:pt x="1068" y="15"/>
                  </a:cubicBezTo>
                  <a:lnTo>
                    <a:pt x="868" y="15"/>
                  </a:lnTo>
                  <a:cubicBezTo>
                    <a:pt x="779" y="15"/>
                    <a:pt x="705" y="0"/>
                    <a:pt x="6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3" name="Google Shape;773;p6"/>
            <p:cNvSpPr/>
            <p:nvPr/>
          </p:nvSpPr>
          <p:spPr>
            <a:xfrm>
              <a:off x="10581576" y="3092825"/>
              <a:ext cx="27081" cy="11310"/>
            </a:xfrm>
            <a:custGeom>
              <a:avLst/>
              <a:gdLst/>
              <a:ahLst/>
              <a:cxnLst/>
              <a:rect l="l" t="t" r="r" b="b"/>
              <a:pathLst>
                <a:path w="1202" h="502" extrusionOk="0">
                  <a:moveTo>
                    <a:pt x="601" y="1"/>
                  </a:moveTo>
                  <a:cubicBezTo>
                    <a:pt x="334" y="1"/>
                    <a:pt x="1" y="134"/>
                    <a:pt x="1" y="134"/>
                  </a:cubicBezTo>
                  <a:lnTo>
                    <a:pt x="1" y="368"/>
                  </a:lnTo>
                  <a:cubicBezTo>
                    <a:pt x="1" y="368"/>
                    <a:pt x="334" y="501"/>
                    <a:pt x="601" y="501"/>
                  </a:cubicBezTo>
                  <a:cubicBezTo>
                    <a:pt x="835" y="501"/>
                    <a:pt x="1168" y="335"/>
                    <a:pt x="1168" y="335"/>
                  </a:cubicBezTo>
                  <a:cubicBezTo>
                    <a:pt x="1202" y="301"/>
                    <a:pt x="1168" y="101"/>
                    <a:pt x="1168" y="34"/>
                  </a:cubicBezTo>
                  <a:cubicBezTo>
                    <a:pt x="1168" y="34"/>
                    <a:pt x="801" y="1"/>
                    <a:pt x="6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4" name="Google Shape;774;p6"/>
            <p:cNvSpPr/>
            <p:nvPr/>
          </p:nvSpPr>
          <p:spPr>
            <a:xfrm>
              <a:off x="10687557" y="3104856"/>
              <a:ext cx="21066" cy="10544"/>
            </a:xfrm>
            <a:custGeom>
              <a:avLst/>
              <a:gdLst/>
              <a:ahLst/>
              <a:cxnLst/>
              <a:rect l="l" t="t" r="r" b="b"/>
              <a:pathLst>
                <a:path w="935" h="468" extrusionOk="0">
                  <a:moveTo>
                    <a:pt x="467" y="1"/>
                  </a:moveTo>
                  <a:cubicBezTo>
                    <a:pt x="401" y="1"/>
                    <a:pt x="300" y="67"/>
                    <a:pt x="267" y="67"/>
                  </a:cubicBezTo>
                  <a:lnTo>
                    <a:pt x="134" y="67"/>
                  </a:lnTo>
                  <a:cubicBezTo>
                    <a:pt x="100" y="67"/>
                    <a:pt x="0" y="268"/>
                    <a:pt x="0" y="268"/>
                  </a:cubicBezTo>
                  <a:cubicBezTo>
                    <a:pt x="0" y="268"/>
                    <a:pt x="100" y="334"/>
                    <a:pt x="167" y="401"/>
                  </a:cubicBezTo>
                  <a:cubicBezTo>
                    <a:pt x="300" y="468"/>
                    <a:pt x="434" y="468"/>
                    <a:pt x="501" y="468"/>
                  </a:cubicBezTo>
                  <a:cubicBezTo>
                    <a:pt x="667" y="434"/>
                    <a:pt x="901" y="334"/>
                    <a:pt x="901" y="334"/>
                  </a:cubicBezTo>
                  <a:lnTo>
                    <a:pt x="934" y="134"/>
                  </a:lnTo>
                  <a:lnTo>
                    <a:pt x="767" y="67"/>
                  </a:lnTo>
                  <a:cubicBezTo>
                    <a:pt x="667" y="1"/>
                    <a:pt x="567" y="1"/>
                    <a:pt x="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5" name="Google Shape;775;p6"/>
            <p:cNvSpPr/>
            <p:nvPr/>
          </p:nvSpPr>
          <p:spPr>
            <a:xfrm>
              <a:off x="10691319" y="3133424"/>
              <a:ext cx="15050" cy="11490"/>
            </a:xfrm>
            <a:custGeom>
              <a:avLst/>
              <a:gdLst/>
              <a:ahLst/>
              <a:cxnLst/>
              <a:rect l="l" t="t" r="r" b="b"/>
              <a:pathLst>
                <a:path w="668" h="510" extrusionOk="0">
                  <a:moveTo>
                    <a:pt x="300" y="0"/>
                  </a:moveTo>
                  <a:cubicBezTo>
                    <a:pt x="167" y="34"/>
                    <a:pt x="0" y="200"/>
                    <a:pt x="0" y="200"/>
                  </a:cubicBezTo>
                  <a:cubicBezTo>
                    <a:pt x="0" y="234"/>
                    <a:pt x="100" y="467"/>
                    <a:pt x="100" y="467"/>
                  </a:cubicBezTo>
                  <a:cubicBezTo>
                    <a:pt x="100" y="467"/>
                    <a:pt x="228" y="510"/>
                    <a:pt x="348" y="510"/>
                  </a:cubicBezTo>
                  <a:cubicBezTo>
                    <a:pt x="378" y="510"/>
                    <a:pt x="407" y="507"/>
                    <a:pt x="434" y="501"/>
                  </a:cubicBezTo>
                  <a:cubicBezTo>
                    <a:pt x="467" y="501"/>
                    <a:pt x="567" y="467"/>
                    <a:pt x="600" y="401"/>
                  </a:cubicBezTo>
                  <a:lnTo>
                    <a:pt x="667" y="334"/>
                  </a:lnTo>
                  <a:lnTo>
                    <a:pt x="667" y="67"/>
                  </a:lnTo>
                  <a:cubicBezTo>
                    <a:pt x="667" y="67"/>
                    <a:pt x="634" y="34"/>
                    <a:pt x="567" y="34"/>
                  </a:cubicBezTo>
                  <a:cubicBezTo>
                    <a:pt x="467" y="0"/>
                    <a:pt x="400" y="0"/>
                    <a:pt x="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6" name="Google Shape;776;p6"/>
            <p:cNvSpPr/>
            <p:nvPr/>
          </p:nvSpPr>
          <p:spPr>
            <a:xfrm>
              <a:off x="10708600" y="3158973"/>
              <a:ext cx="20300" cy="12369"/>
            </a:xfrm>
            <a:custGeom>
              <a:avLst/>
              <a:gdLst/>
              <a:ahLst/>
              <a:cxnLst/>
              <a:rect l="l" t="t" r="r" b="b"/>
              <a:pathLst>
                <a:path w="901" h="549" extrusionOk="0">
                  <a:moveTo>
                    <a:pt x="701" y="0"/>
                  </a:moveTo>
                  <a:cubicBezTo>
                    <a:pt x="701" y="0"/>
                    <a:pt x="667" y="34"/>
                    <a:pt x="567" y="34"/>
                  </a:cubicBezTo>
                  <a:cubicBezTo>
                    <a:pt x="551" y="50"/>
                    <a:pt x="509" y="50"/>
                    <a:pt x="467" y="50"/>
                  </a:cubicBezTo>
                  <a:cubicBezTo>
                    <a:pt x="426" y="50"/>
                    <a:pt x="384" y="50"/>
                    <a:pt x="367" y="67"/>
                  </a:cubicBezTo>
                  <a:cubicBezTo>
                    <a:pt x="300" y="67"/>
                    <a:pt x="200" y="100"/>
                    <a:pt x="134" y="167"/>
                  </a:cubicBezTo>
                  <a:cubicBezTo>
                    <a:pt x="67" y="201"/>
                    <a:pt x="0" y="234"/>
                    <a:pt x="0" y="234"/>
                  </a:cubicBezTo>
                  <a:lnTo>
                    <a:pt x="0" y="501"/>
                  </a:lnTo>
                  <a:cubicBezTo>
                    <a:pt x="0" y="501"/>
                    <a:pt x="67" y="501"/>
                    <a:pt x="167" y="534"/>
                  </a:cubicBezTo>
                  <a:cubicBezTo>
                    <a:pt x="189" y="545"/>
                    <a:pt x="223" y="549"/>
                    <a:pt x="261" y="549"/>
                  </a:cubicBezTo>
                  <a:cubicBezTo>
                    <a:pt x="337" y="549"/>
                    <a:pt x="434" y="534"/>
                    <a:pt x="501" y="534"/>
                  </a:cubicBezTo>
                  <a:cubicBezTo>
                    <a:pt x="567" y="501"/>
                    <a:pt x="701" y="401"/>
                    <a:pt x="801" y="334"/>
                  </a:cubicBezTo>
                  <a:cubicBezTo>
                    <a:pt x="868" y="234"/>
                    <a:pt x="901" y="167"/>
                    <a:pt x="901" y="167"/>
                  </a:cubicBezTo>
                  <a:cubicBezTo>
                    <a:pt x="901" y="100"/>
                    <a:pt x="734" y="0"/>
                    <a:pt x="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7" name="Google Shape;777;p6"/>
            <p:cNvSpPr/>
            <p:nvPr/>
          </p:nvSpPr>
          <p:spPr>
            <a:xfrm>
              <a:off x="9604585" y="1811454"/>
              <a:ext cx="457742" cy="310937"/>
            </a:xfrm>
            <a:custGeom>
              <a:avLst/>
              <a:gdLst/>
              <a:ahLst/>
              <a:cxnLst/>
              <a:rect l="l" t="t" r="r" b="b"/>
              <a:pathLst>
                <a:path w="20317" h="13801" extrusionOk="0">
                  <a:moveTo>
                    <a:pt x="167" y="0"/>
                  </a:moveTo>
                  <a:cubicBezTo>
                    <a:pt x="81" y="0"/>
                    <a:pt x="1" y="60"/>
                    <a:pt x="1" y="201"/>
                  </a:cubicBezTo>
                  <a:lnTo>
                    <a:pt x="1" y="568"/>
                  </a:lnTo>
                  <a:cubicBezTo>
                    <a:pt x="34" y="835"/>
                    <a:pt x="1" y="1168"/>
                    <a:pt x="34" y="1569"/>
                  </a:cubicBezTo>
                  <a:cubicBezTo>
                    <a:pt x="34" y="2469"/>
                    <a:pt x="201" y="3637"/>
                    <a:pt x="701" y="4904"/>
                  </a:cubicBezTo>
                  <a:cubicBezTo>
                    <a:pt x="1168" y="6205"/>
                    <a:pt x="2135" y="7506"/>
                    <a:pt x="3370" y="8407"/>
                  </a:cubicBezTo>
                  <a:cubicBezTo>
                    <a:pt x="4637" y="9341"/>
                    <a:pt x="6038" y="9908"/>
                    <a:pt x="7306" y="10308"/>
                  </a:cubicBezTo>
                  <a:cubicBezTo>
                    <a:pt x="9808" y="11109"/>
                    <a:pt x="13110" y="11509"/>
                    <a:pt x="15645" y="12143"/>
                  </a:cubicBezTo>
                  <a:cubicBezTo>
                    <a:pt x="16946" y="12477"/>
                    <a:pt x="18013" y="12843"/>
                    <a:pt x="18781" y="13177"/>
                  </a:cubicBezTo>
                  <a:cubicBezTo>
                    <a:pt x="19148" y="13344"/>
                    <a:pt x="19448" y="13477"/>
                    <a:pt x="19648" y="13611"/>
                  </a:cubicBezTo>
                  <a:cubicBezTo>
                    <a:pt x="19815" y="13711"/>
                    <a:pt x="19948" y="13777"/>
                    <a:pt x="19948" y="13777"/>
                  </a:cubicBezTo>
                  <a:cubicBezTo>
                    <a:pt x="19986" y="13793"/>
                    <a:pt x="20021" y="13801"/>
                    <a:pt x="20054" y="13801"/>
                  </a:cubicBezTo>
                  <a:cubicBezTo>
                    <a:pt x="20226" y="13801"/>
                    <a:pt x="20316" y="13596"/>
                    <a:pt x="20148" y="13344"/>
                  </a:cubicBezTo>
                  <a:cubicBezTo>
                    <a:pt x="20148" y="13344"/>
                    <a:pt x="20048" y="13244"/>
                    <a:pt x="19848" y="13144"/>
                  </a:cubicBezTo>
                  <a:cubicBezTo>
                    <a:pt x="19648" y="12977"/>
                    <a:pt x="19348" y="12843"/>
                    <a:pt x="18981" y="12643"/>
                  </a:cubicBezTo>
                  <a:cubicBezTo>
                    <a:pt x="18180" y="12243"/>
                    <a:pt x="17113" y="11809"/>
                    <a:pt x="15812" y="11476"/>
                  </a:cubicBezTo>
                  <a:cubicBezTo>
                    <a:pt x="13210" y="10742"/>
                    <a:pt x="9941" y="10242"/>
                    <a:pt x="7506" y="9508"/>
                  </a:cubicBezTo>
                  <a:cubicBezTo>
                    <a:pt x="6305" y="9141"/>
                    <a:pt x="4937" y="8640"/>
                    <a:pt x="3770" y="7807"/>
                  </a:cubicBezTo>
                  <a:cubicBezTo>
                    <a:pt x="2602" y="6973"/>
                    <a:pt x="1668" y="5805"/>
                    <a:pt x="1168" y="4638"/>
                  </a:cubicBezTo>
                  <a:cubicBezTo>
                    <a:pt x="668" y="3470"/>
                    <a:pt x="468" y="2336"/>
                    <a:pt x="434" y="1502"/>
                  </a:cubicBezTo>
                  <a:cubicBezTo>
                    <a:pt x="367" y="1068"/>
                    <a:pt x="367" y="735"/>
                    <a:pt x="367" y="535"/>
                  </a:cubicBezTo>
                  <a:lnTo>
                    <a:pt x="367" y="201"/>
                  </a:lnTo>
                  <a:cubicBezTo>
                    <a:pt x="367" y="77"/>
                    <a:pt x="264"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8" name="Google Shape;778;p6"/>
            <p:cNvSpPr/>
            <p:nvPr/>
          </p:nvSpPr>
          <p:spPr>
            <a:xfrm>
              <a:off x="10628934" y="1585253"/>
              <a:ext cx="131530" cy="284847"/>
            </a:xfrm>
            <a:custGeom>
              <a:avLst/>
              <a:gdLst/>
              <a:ahLst/>
              <a:cxnLst/>
              <a:rect l="l" t="t" r="r" b="b"/>
              <a:pathLst>
                <a:path w="5838" h="12643" extrusionOk="0">
                  <a:moveTo>
                    <a:pt x="234" y="0"/>
                  </a:moveTo>
                  <a:cubicBezTo>
                    <a:pt x="67" y="0"/>
                    <a:pt x="0" y="334"/>
                    <a:pt x="167" y="367"/>
                  </a:cubicBezTo>
                  <a:cubicBezTo>
                    <a:pt x="167" y="367"/>
                    <a:pt x="234" y="367"/>
                    <a:pt x="367" y="401"/>
                  </a:cubicBezTo>
                  <a:cubicBezTo>
                    <a:pt x="434" y="467"/>
                    <a:pt x="668" y="501"/>
                    <a:pt x="868" y="567"/>
                  </a:cubicBezTo>
                  <a:cubicBezTo>
                    <a:pt x="1268" y="734"/>
                    <a:pt x="1902" y="934"/>
                    <a:pt x="2502" y="1368"/>
                  </a:cubicBezTo>
                  <a:cubicBezTo>
                    <a:pt x="3069" y="1768"/>
                    <a:pt x="3670" y="2335"/>
                    <a:pt x="4037" y="3036"/>
                  </a:cubicBezTo>
                  <a:cubicBezTo>
                    <a:pt x="4404" y="3703"/>
                    <a:pt x="4670" y="4437"/>
                    <a:pt x="4770" y="5171"/>
                  </a:cubicBezTo>
                  <a:cubicBezTo>
                    <a:pt x="5071" y="6538"/>
                    <a:pt x="5104" y="8406"/>
                    <a:pt x="5204" y="9907"/>
                  </a:cubicBezTo>
                  <a:cubicBezTo>
                    <a:pt x="5237" y="10675"/>
                    <a:pt x="5271" y="11342"/>
                    <a:pt x="5338" y="11809"/>
                  </a:cubicBezTo>
                  <a:cubicBezTo>
                    <a:pt x="5371" y="12243"/>
                    <a:pt x="5404" y="12543"/>
                    <a:pt x="5404" y="12543"/>
                  </a:cubicBezTo>
                  <a:cubicBezTo>
                    <a:pt x="5421" y="12609"/>
                    <a:pt x="5504" y="12643"/>
                    <a:pt x="5596" y="12643"/>
                  </a:cubicBezTo>
                  <a:cubicBezTo>
                    <a:pt x="5688" y="12643"/>
                    <a:pt x="5788" y="12609"/>
                    <a:pt x="5838" y="12543"/>
                  </a:cubicBezTo>
                  <a:cubicBezTo>
                    <a:pt x="5838" y="12543"/>
                    <a:pt x="5771" y="12243"/>
                    <a:pt x="5771" y="11775"/>
                  </a:cubicBezTo>
                  <a:lnTo>
                    <a:pt x="5771" y="9907"/>
                  </a:lnTo>
                  <a:cubicBezTo>
                    <a:pt x="5771" y="8406"/>
                    <a:pt x="5838" y="6538"/>
                    <a:pt x="5538" y="5037"/>
                  </a:cubicBezTo>
                  <a:cubicBezTo>
                    <a:pt x="5371" y="4270"/>
                    <a:pt x="5104" y="3436"/>
                    <a:pt x="4604" y="2702"/>
                  </a:cubicBezTo>
                  <a:cubicBezTo>
                    <a:pt x="4170" y="1902"/>
                    <a:pt x="3436" y="1335"/>
                    <a:pt x="2769" y="901"/>
                  </a:cubicBezTo>
                  <a:cubicBezTo>
                    <a:pt x="2102" y="501"/>
                    <a:pt x="1435" y="267"/>
                    <a:pt x="1001" y="167"/>
                  </a:cubicBezTo>
                  <a:cubicBezTo>
                    <a:pt x="768" y="67"/>
                    <a:pt x="567" y="67"/>
                    <a:pt x="434" y="34"/>
                  </a:cubicBezTo>
                  <a:cubicBezTo>
                    <a:pt x="334" y="0"/>
                    <a:pt x="234"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9" name="Google Shape;779;p6"/>
            <p:cNvSpPr/>
            <p:nvPr/>
          </p:nvSpPr>
          <p:spPr>
            <a:xfrm>
              <a:off x="10331222" y="3428319"/>
              <a:ext cx="469998" cy="385488"/>
            </a:xfrm>
            <a:custGeom>
              <a:avLst/>
              <a:gdLst/>
              <a:ahLst/>
              <a:cxnLst/>
              <a:rect l="l" t="t" r="r" b="b"/>
              <a:pathLst>
                <a:path w="20861" h="17110" extrusionOk="0">
                  <a:moveTo>
                    <a:pt x="193" y="1"/>
                  </a:moveTo>
                  <a:cubicBezTo>
                    <a:pt x="90" y="1"/>
                    <a:pt x="1" y="85"/>
                    <a:pt x="38" y="254"/>
                  </a:cubicBezTo>
                  <a:cubicBezTo>
                    <a:pt x="38" y="254"/>
                    <a:pt x="72" y="388"/>
                    <a:pt x="105" y="621"/>
                  </a:cubicBezTo>
                  <a:cubicBezTo>
                    <a:pt x="138" y="755"/>
                    <a:pt x="172" y="855"/>
                    <a:pt x="238" y="1021"/>
                  </a:cubicBezTo>
                  <a:cubicBezTo>
                    <a:pt x="305" y="1222"/>
                    <a:pt x="372" y="1388"/>
                    <a:pt x="439" y="1588"/>
                  </a:cubicBezTo>
                  <a:cubicBezTo>
                    <a:pt x="772" y="2422"/>
                    <a:pt x="1339" y="3490"/>
                    <a:pt x="2173" y="4591"/>
                  </a:cubicBezTo>
                  <a:cubicBezTo>
                    <a:pt x="3841" y="6792"/>
                    <a:pt x="6410" y="9027"/>
                    <a:pt x="8578" y="10628"/>
                  </a:cubicBezTo>
                  <a:cubicBezTo>
                    <a:pt x="10746" y="12229"/>
                    <a:pt x="13615" y="13997"/>
                    <a:pt x="16083" y="15198"/>
                  </a:cubicBezTo>
                  <a:cubicBezTo>
                    <a:pt x="17284" y="15832"/>
                    <a:pt x="18418" y="16299"/>
                    <a:pt x="19219" y="16633"/>
                  </a:cubicBezTo>
                  <a:cubicBezTo>
                    <a:pt x="19986" y="16933"/>
                    <a:pt x="20486" y="17100"/>
                    <a:pt x="20486" y="17100"/>
                  </a:cubicBezTo>
                  <a:cubicBezTo>
                    <a:pt x="20515" y="17106"/>
                    <a:pt x="20543" y="17109"/>
                    <a:pt x="20568" y="17109"/>
                  </a:cubicBezTo>
                  <a:cubicBezTo>
                    <a:pt x="20802" y="17109"/>
                    <a:pt x="20861" y="16847"/>
                    <a:pt x="20620" y="16666"/>
                  </a:cubicBezTo>
                  <a:cubicBezTo>
                    <a:pt x="20620" y="16666"/>
                    <a:pt x="20153" y="16499"/>
                    <a:pt x="19385" y="16166"/>
                  </a:cubicBezTo>
                  <a:cubicBezTo>
                    <a:pt x="18585" y="15832"/>
                    <a:pt x="17484" y="15298"/>
                    <a:pt x="16317" y="14664"/>
                  </a:cubicBezTo>
                  <a:cubicBezTo>
                    <a:pt x="13915" y="13397"/>
                    <a:pt x="11113" y="11596"/>
                    <a:pt x="8978" y="9994"/>
                  </a:cubicBezTo>
                  <a:cubicBezTo>
                    <a:pt x="6910" y="8460"/>
                    <a:pt x="4275" y="6292"/>
                    <a:pt x="2607" y="4224"/>
                  </a:cubicBezTo>
                  <a:cubicBezTo>
                    <a:pt x="1739" y="3190"/>
                    <a:pt x="1139" y="2156"/>
                    <a:pt x="805" y="1422"/>
                  </a:cubicBezTo>
                  <a:cubicBezTo>
                    <a:pt x="739" y="1255"/>
                    <a:pt x="639" y="1088"/>
                    <a:pt x="605" y="921"/>
                  </a:cubicBezTo>
                  <a:cubicBezTo>
                    <a:pt x="572" y="755"/>
                    <a:pt x="505" y="621"/>
                    <a:pt x="472" y="488"/>
                  </a:cubicBezTo>
                  <a:cubicBezTo>
                    <a:pt x="439" y="288"/>
                    <a:pt x="405" y="154"/>
                    <a:pt x="405" y="154"/>
                  </a:cubicBezTo>
                  <a:cubicBezTo>
                    <a:pt x="361" y="52"/>
                    <a:pt x="273" y="1"/>
                    <a:pt x="1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780" name="Shape 780"/>
        <p:cNvGrpSpPr/>
        <p:nvPr/>
      </p:nvGrpSpPr>
      <p:grpSpPr>
        <a:xfrm>
          <a:off x="0" y="0"/>
          <a:ext cx="0" cy="0"/>
          <a:chOff x="0" y="0"/>
          <a:chExt cx="0" cy="0"/>
        </a:xfrm>
      </p:grpSpPr>
      <p:pic>
        <p:nvPicPr>
          <p:cNvPr id="781" name="Google Shape;781;p7"/>
          <p:cNvPicPr preferRelativeResize="0"/>
          <p:nvPr/>
        </p:nvPicPr>
        <p:blipFill rotWithShape="1">
          <a:blip r:embed="rId2"/>
          <a:srcRect b="15598"/>
          <a:stretch>
            <a:fillRect/>
          </a:stretch>
        </p:blipFill>
        <p:spPr>
          <a:xfrm rot="10800000">
            <a:off x="0" y="0"/>
            <a:ext cx="9144003" cy="5143501"/>
          </a:xfrm>
          <a:prstGeom prst="rect">
            <a:avLst/>
          </a:prstGeom>
          <a:noFill/>
          <a:ln>
            <a:noFill/>
          </a:ln>
        </p:spPr>
      </p:pic>
      <p:sp>
        <p:nvSpPr>
          <p:cNvPr id="782" name="Google Shape;782;p7"/>
          <p:cNvSpPr txBox="1"/>
          <p:nvPr>
            <p:ph type="title"/>
          </p:nvPr>
        </p:nvSpPr>
        <p:spPr>
          <a:xfrm>
            <a:off x="720000" y="445025"/>
            <a:ext cx="77109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783" name="Google Shape;783;p7"/>
          <p:cNvSpPr txBox="1"/>
          <p:nvPr>
            <p:ph type="subTitle" idx="1"/>
          </p:nvPr>
        </p:nvSpPr>
        <p:spPr>
          <a:xfrm>
            <a:off x="713225" y="1281750"/>
            <a:ext cx="4294800" cy="2298300"/>
          </a:xfrm>
          <a:prstGeom prst="rect">
            <a:avLst/>
          </a:prstGeom>
        </p:spPr>
        <p:txBody>
          <a:bodyPr spcFirstLastPara="1" wrap="square" lIns="91425" tIns="91425" rIns="91425" bIns="91425" anchor="t" anchorCtr="0">
            <a:noAutofit/>
          </a:bodyPr>
          <a:lstStyle>
            <a:lvl1pPr lvl="0" rtl="0">
              <a:spcBef>
                <a:spcPts val="0"/>
              </a:spcBef>
              <a:spcAft>
                <a:spcPts val="0"/>
              </a:spcAft>
              <a:buSzPts val="1600"/>
              <a:buFont typeface="Nunito Light"/>
              <a:buChar char="●"/>
              <a:defRPr/>
            </a:lvl1pPr>
            <a:lvl2pPr lvl="1" algn="ctr" rtl="0">
              <a:lnSpc>
                <a:spcPct val="100000"/>
              </a:lnSpc>
              <a:spcBef>
                <a:spcPts val="0"/>
              </a:spcBef>
              <a:spcAft>
                <a:spcPts val="0"/>
              </a:spcAft>
              <a:buClr>
                <a:srgbClr val="E76A28"/>
              </a:buClr>
              <a:buSzPts val="1600"/>
              <a:buFont typeface="Nunito Light"/>
              <a:buChar char="○"/>
              <a:defRPr/>
            </a:lvl2pPr>
            <a:lvl3pPr lvl="2" algn="ctr" rtl="0">
              <a:lnSpc>
                <a:spcPct val="100000"/>
              </a:lnSpc>
              <a:spcBef>
                <a:spcPts val="0"/>
              </a:spcBef>
              <a:spcAft>
                <a:spcPts val="0"/>
              </a:spcAft>
              <a:buClr>
                <a:srgbClr val="E76A28"/>
              </a:buClr>
              <a:buSzPts val="1500"/>
              <a:buFont typeface="Nunito Light"/>
              <a:buChar char="■"/>
              <a:defRPr/>
            </a:lvl3pPr>
            <a:lvl4pPr lvl="3" algn="ctr" rtl="0">
              <a:lnSpc>
                <a:spcPct val="100000"/>
              </a:lnSpc>
              <a:spcBef>
                <a:spcPts val="0"/>
              </a:spcBef>
              <a:spcAft>
                <a:spcPts val="0"/>
              </a:spcAft>
              <a:buClr>
                <a:srgbClr val="E76A28"/>
              </a:buClr>
              <a:buSzPts val="1500"/>
              <a:buFont typeface="Nunito Light"/>
              <a:buChar char="●"/>
              <a:defRPr/>
            </a:lvl4pPr>
            <a:lvl5pPr lvl="4" algn="ctr" rtl="0">
              <a:lnSpc>
                <a:spcPct val="100000"/>
              </a:lnSpc>
              <a:spcBef>
                <a:spcPts val="0"/>
              </a:spcBef>
              <a:spcAft>
                <a:spcPts val="0"/>
              </a:spcAft>
              <a:buClr>
                <a:srgbClr val="E76A28"/>
              </a:buClr>
              <a:buSzPts val="1400"/>
              <a:buFont typeface="Nunito Light"/>
              <a:buChar char="○"/>
              <a:defRPr/>
            </a:lvl5pPr>
            <a:lvl6pPr lvl="5" algn="ctr" rtl="0">
              <a:lnSpc>
                <a:spcPct val="100000"/>
              </a:lnSpc>
              <a:spcBef>
                <a:spcPts val="0"/>
              </a:spcBef>
              <a:spcAft>
                <a:spcPts val="0"/>
              </a:spcAft>
              <a:buClr>
                <a:srgbClr val="999999"/>
              </a:buClr>
              <a:buSzPts val="1400"/>
              <a:buFont typeface="Nunito Light"/>
              <a:buChar char="■"/>
              <a:defRPr/>
            </a:lvl6pPr>
            <a:lvl7pPr lvl="6" algn="ctr" rtl="0">
              <a:lnSpc>
                <a:spcPct val="100000"/>
              </a:lnSpc>
              <a:spcBef>
                <a:spcPts val="0"/>
              </a:spcBef>
              <a:spcAft>
                <a:spcPts val="0"/>
              </a:spcAft>
              <a:buClr>
                <a:srgbClr val="999999"/>
              </a:buClr>
              <a:buSzPts val="1300"/>
              <a:buFont typeface="Nunito Light"/>
              <a:buChar char="●"/>
              <a:defRPr/>
            </a:lvl7pPr>
            <a:lvl8pPr lvl="7" algn="ctr" rtl="0">
              <a:lnSpc>
                <a:spcPct val="100000"/>
              </a:lnSpc>
              <a:spcBef>
                <a:spcPts val="0"/>
              </a:spcBef>
              <a:spcAft>
                <a:spcPts val="0"/>
              </a:spcAft>
              <a:buClr>
                <a:srgbClr val="999999"/>
              </a:buClr>
              <a:buSzPts val="1300"/>
              <a:buFont typeface="Nunito Light"/>
              <a:buChar char="○"/>
              <a:defRPr/>
            </a:lvl8pPr>
            <a:lvl9pPr lvl="8" algn="ctr" rtl="0">
              <a:lnSpc>
                <a:spcPct val="100000"/>
              </a:lnSpc>
              <a:spcBef>
                <a:spcPts val="0"/>
              </a:spcBef>
              <a:spcAft>
                <a:spcPts val="0"/>
              </a:spcAft>
              <a:buClr>
                <a:srgbClr val="999999"/>
              </a:buClr>
              <a:buSzPts val="1400"/>
              <a:buFont typeface="Nunito Light"/>
              <a:buChar char="■"/>
              <a:defRPr/>
            </a:lvl9pPr>
          </a:lstStyle>
          <a:p/>
        </p:txBody>
      </p:sp>
      <p:sp>
        <p:nvSpPr>
          <p:cNvPr id="784" name="Google Shape;784;p7"/>
          <p:cNvSpPr/>
          <p:nvPr/>
        </p:nvSpPr>
        <p:spPr>
          <a:xfrm rot="10800000">
            <a:off x="7619129" y="4289668"/>
            <a:ext cx="578071" cy="256574"/>
          </a:xfrm>
          <a:custGeom>
            <a:avLst/>
            <a:gdLst/>
            <a:ahLst/>
            <a:cxnLst/>
            <a:rect l="l" t="t" r="r" b="b"/>
            <a:pathLst>
              <a:path w="23907" h="10611" extrusionOk="0">
                <a:moveTo>
                  <a:pt x="23735" y="0"/>
                </a:moveTo>
                <a:cubicBezTo>
                  <a:pt x="23662" y="0"/>
                  <a:pt x="23579" y="55"/>
                  <a:pt x="23535" y="187"/>
                </a:cubicBezTo>
                <a:cubicBezTo>
                  <a:pt x="23535" y="187"/>
                  <a:pt x="23502" y="320"/>
                  <a:pt x="23435" y="520"/>
                </a:cubicBezTo>
                <a:cubicBezTo>
                  <a:pt x="23435" y="620"/>
                  <a:pt x="23335" y="721"/>
                  <a:pt x="23269" y="854"/>
                </a:cubicBezTo>
                <a:cubicBezTo>
                  <a:pt x="23202" y="887"/>
                  <a:pt x="23169" y="987"/>
                  <a:pt x="23135" y="1054"/>
                </a:cubicBezTo>
                <a:cubicBezTo>
                  <a:pt x="23102" y="1121"/>
                  <a:pt x="23002" y="1188"/>
                  <a:pt x="22968" y="1288"/>
                </a:cubicBezTo>
                <a:cubicBezTo>
                  <a:pt x="22868" y="1354"/>
                  <a:pt x="22835" y="1454"/>
                  <a:pt x="22768" y="1521"/>
                </a:cubicBezTo>
                <a:lnTo>
                  <a:pt x="22501" y="1788"/>
                </a:lnTo>
                <a:cubicBezTo>
                  <a:pt x="22335" y="1955"/>
                  <a:pt x="22134" y="2055"/>
                  <a:pt x="21934" y="2222"/>
                </a:cubicBezTo>
                <a:cubicBezTo>
                  <a:pt x="21467" y="2555"/>
                  <a:pt x="20967" y="2855"/>
                  <a:pt x="20333" y="3056"/>
                </a:cubicBezTo>
                <a:cubicBezTo>
                  <a:pt x="19132" y="3556"/>
                  <a:pt x="17665" y="3856"/>
                  <a:pt x="16197" y="4156"/>
                </a:cubicBezTo>
                <a:cubicBezTo>
                  <a:pt x="14796" y="4390"/>
                  <a:pt x="13328" y="4657"/>
                  <a:pt x="12027" y="4857"/>
                </a:cubicBezTo>
                <a:cubicBezTo>
                  <a:pt x="9459" y="5324"/>
                  <a:pt x="6156" y="5991"/>
                  <a:pt x="3721" y="7292"/>
                </a:cubicBezTo>
                <a:cubicBezTo>
                  <a:pt x="2520" y="7892"/>
                  <a:pt x="1586" y="8660"/>
                  <a:pt x="986" y="9293"/>
                </a:cubicBezTo>
                <a:cubicBezTo>
                  <a:pt x="686" y="9560"/>
                  <a:pt x="452" y="9827"/>
                  <a:pt x="319" y="10027"/>
                </a:cubicBezTo>
                <a:cubicBezTo>
                  <a:pt x="185" y="10194"/>
                  <a:pt x="119" y="10327"/>
                  <a:pt x="119" y="10327"/>
                </a:cubicBezTo>
                <a:cubicBezTo>
                  <a:pt x="1" y="10469"/>
                  <a:pt x="116" y="10610"/>
                  <a:pt x="253" y="10610"/>
                </a:cubicBezTo>
                <a:cubicBezTo>
                  <a:pt x="310" y="10610"/>
                  <a:pt x="370" y="10586"/>
                  <a:pt x="419" y="10528"/>
                </a:cubicBezTo>
                <a:cubicBezTo>
                  <a:pt x="419" y="10528"/>
                  <a:pt x="486" y="10394"/>
                  <a:pt x="619" y="10227"/>
                </a:cubicBezTo>
                <a:cubicBezTo>
                  <a:pt x="753" y="10061"/>
                  <a:pt x="953" y="9827"/>
                  <a:pt x="1253" y="9527"/>
                </a:cubicBezTo>
                <a:cubicBezTo>
                  <a:pt x="1853" y="8993"/>
                  <a:pt x="2787" y="8293"/>
                  <a:pt x="3955" y="7726"/>
                </a:cubicBezTo>
                <a:cubicBezTo>
                  <a:pt x="6323" y="6558"/>
                  <a:pt x="9592" y="5991"/>
                  <a:pt x="12127" y="5524"/>
                </a:cubicBezTo>
                <a:cubicBezTo>
                  <a:pt x="13395" y="5290"/>
                  <a:pt x="14863" y="5024"/>
                  <a:pt x="16330" y="4723"/>
                </a:cubicBezTo>
                <a:cubicBezTo>
                  <a:pt x="17798" y="4457"/>
                  <a:pt x="19232" y="4056"/>
                  <a:pt x="20500" y="3523"/>
                </a:cubicBezTo>
                <a:cubicBezTo>
                  <a:pt x="21134" y="3289"/>
                  <a:pt x="21701" y="2955"/>
                  <a:pt x="22168" y="2622"/>
                </a:cubicBezTo>
                <a:cubicBezTo>
                  <a:pt x="22368" y="2455"/>
                  <a:pt x="22635" y="2288"/>
                  <a:pt x="22802" y="2055"/>
                </a:cubicBezTo>
                <a:lnTo>
                  <a:pt x="23035" y="1821"/>
                </a:lnTo>
                <a:cubicBezTo>
                  <a:pt x="23135" y="1688"/>
                  <a:pt x="23169" y="1621"/>
                  <a:pt x="23235" y="1521"/>
                </a:cubicBezTo>
                <a:cubicBezTo>
                  <a:pt x="23302" y="1454"/>
                  <a:pt x="23369" y="1354"/>
                  <a:pt x="23402" y="1288"/>
                </a:cubicBezTo>
                <a:lnTo>
                  <a:pt x="23535" y="1021"/>
                </a:lnTo>
                <a:cubicBezTo>
                  <a:pt x="23636" y="854"/>
                  <a:pt x="23702" y="721"/>
                  <a:pt x="23769" y="620"/>
                </a:cubicBezTo>
                <a:lnTo>
                  <a:pt x="23869" y="220"/>
                </a:lnTo>
                <a:cubicBezTo>
                  <a:pt x="23906" y="89"/>
                  <a:pt x="23828" y="0"/>
                  <a:pt x="237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5" name="Google Shape;785;p7"/>
          <p:cNvSpPr/>
          <p:nvPr/>
        </p:nvSpPr>
        <p:spPr>
          <a:xfrm rot="10800000">
            <a:off x="8661432" y="1829184"/>
            <a:ext cx="41058" cy="76989"/>
          </a:xfrm>
          <a:custGeom>
            <a:avLst/>
            <a:gdLst/>
            <a:ahLst/>
            <a:cxnLst/>
            <a:rect l="l" t="t" r="r" b="b"/>
            <a:pathLst>
              <a:path w="1698" h="3184" extrusionOk="0">
                <a:moveTo>
                  <a:pt x="1396" y="1"/>
                </a:moveTo>
                <a:cubicBezTo>
                  <a:pt x="1383" y="1"/>
                  <a:pt x="1373" y="5"/>
                  <a:pt x="1368" y="14"/>
                </a:cubicBezTo>
                <a:cubicBezTo>
                  <a:pt x="1368" y="14"/>
                  <a:pt x="1202" y="214"/>
                  <a:pt x="1001" y="448"/>
                </a:cubicBezTo>
                <a:cubicBezTo>
                  <a:pt x="801" y="715"/>
                  <a:pt x="568" y="1082"/>
                  <a:pt x="401" y="1382"/>
                </a:cubicBezTo>
                <a:cubicBezTo>
                  <a:pt x="301" y="1715"/>
                  <a:pt x="134" y="2116"/>
                  <a:pt x="67" y="2449"/>
                </a:cubicBezTo>
                <a:cubicBezTo>
                  <a:pt x="34" y="2783"/>
                  <a:pt x="1" y="3050"/>
                  <a:pt x="1" y="3050"/>
                </a:cubicBezTo>
                <a:cubicBezTo>
                  <a:pt x="1" y="3083"/>
                  <a:pt x="334" y="3183"/>
                  <a:pt x="334" y="3183"/>
                </a:cubicBezTo>
                <a:cubicBezTo>
                  <a:pt x="334" y="3183"/>
                  <a:pt x="735" y="2282"/>
                  <a:pt x="1035" y="1715"/>
                </a:cubicBezTo>
                <a:cubicBezTo>
                  <a:pt x="1202" y="1415"/>
                  <a:pt x="1335" y="1048"/>
                  <a:pt x="1468" y="748"/>
                </a:cubicBezTo>
                <a:cubicBezTo>
                  <a:pt x="1569" y="448"/>
                  <a:pt x="1669" y="214"/>
                  <a:pt x="1669" y="214"/>
                </a:cubicBezTo>
                <a:cubicBezTo>
                  <a:pt x="1697" y="157"/>
                  <a:pt x="1479" y="1"/>
                  <a:pt x="13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786" name="Google Shape;786;p7"/>
          <p:cNvGrpSpPr/>
          <p:nvPr/>
        </p:nvGrpSpPr>
        <p:grpSpPr>
          <a:xfrm>
            <a:off x="7257082" y="1834842"/>
            <a:ext cx="2069687" cy="3308791"/>
            <a:chOff x="7257082" y="1834842"/>
            <a:chExt cx="2069687" cy="3308791"/>
          </a:xfrm>
        </p:grpSpPr>
        <p:sp>
          <p:nvSpPr>
            <p:cNvPr id="787" name="Google Shape;787;p7"/>
            <p:cNvSpPr/>
            <p:nvPr/>
          </p:nvSpPr>
          <p:spPr>
            <a:xfrm rot="10800000">
              <a:off x="8959765" y="4167294"/>
              <a:ext cx="365819" cy="950395"/>
            </a:xfrm>
            <a:custGeom>
              <a:avLst/>
              <a:gdLst/>
              <a:ahLst/>
              <a:cxnLst/>
              <a:rect l="l" t="t" r="r" b="b"/>
              <a:pathLst>
                <a:path w="15129" h="39305" extrusionOk="0">
                  <a:moveTo>
                    <a:pt x="9530" y="1"/>
                  </a:moveTo>
                  <a:cubicBezTo>
                    <a:pt x="9054" y="1"/>
                    <a:pt x="9018" y="375"/>
                    <a:pt x="9658" y="503"/>
                  </a:cubicBezTo>
                  <a:cubicBezTo>
                    <a:pt x="9658" y="503"/>
                    <a:pt x="9925" y="570"/>
                    <a:pt x="10325" y="637"/>
                  </a:cubicBezTo>
                  <a:cubicBezTo>
                    <a:pt x="10759" y="737"/>
                    <a:pt x="11359" y="837"/>
                    <a:pt x="12127" y="1137"/>
                  </a:cubicBezTo>
                  <a:cubicBezTo>
                    <a:pt x="12827" y="1437"/>
                    <a:pt x="13694" y="1904"/>
                    <a:pt x="14195" y="2771"/>
                  </a:cubicBezTo>
                  <a:cubicBezTo>
                    <a:pt x="14462" y="3172"/>
                    <a:pt x="14595" y="3739"/>
                    <a:pt x="14495" y="4239"/>
                  </a:cubicBezTo>
                  <a:cubicBezTo>
                    <a:pt x="14462" y="4773"/>
                    <a:pt x="14128" y="5240"/>
                    <a:pt x="13761" y="5740"/>
                  </a:cubicBezTo>
                  <a:cubicBezTo>
                    <a:pt x="13328" y="6241"/>
                    <a:pt x="12827" y="6674"/>
                    <a:pt x="12427" y="7275"/>
                  </a:cubicBezTo>
                  <a:cubicBezTo>
                    <a:pt x="11960" y="7842"/>
                    <a:pt x="11593" y="8576"/>
                    <a:pt x="11493" y="9343"/>
                  </a:cubicBezTo>
                  <a:cubicBezTo>
                    <a:pt x="11359" y="10143"/>
                    <a:pt x="11526" y="10977"/>
                    <a:pt x="11927" y="11678"/>
                  </a:cubicBezTo>
                  <a:cubicBezTo>
                    <a:pt x="12260" y="12412"/>
                    <a:pt x="12760" y="12979"/>
                    <a:pt x="13127" y="13579"/>
                  </a:cubicBezTo>
                  <a:cubicBezTo>
                    <a:pt x="13494" y="14146"/>
                    <a:pt x="13761" y="14747"/>
                    <a:pt x="13795" y="15347"/>
                  </a:cubicBezTo>
                  <a:cubicBezTo>
                    <a:pt x="13828" y="15981"/>
                    <a:pt x="13661" y="16648"/>
                    <a:pt x="13361" y="17182"/>
                  </a:cubicBezTo>
                  <a:cubicBezTo>
                    <a:pt x="13094" y="17782"/>
                    <a:pt x="12660" y="18182"/>
                    <a:pt x="12160" y="18683"/>
                  </a:cubicBezTo>
                  <a:cubicBezTo>
                    <a:pt x="11660" y="19150"/>
                    <a:pt x="11159" y="19784"/>
                    <a:pt x="10959" y="20484"/>
                  </a:cubicBezTo>
                  <a:cubicBezTo>
                    <a:pt x="10926" y="20651"/>
                    <a:pt x="10892" y="20851"/>
                    <a:pt x="10826" y="21018"/>
                  </a:cubicBezTo>
                  <a:cubicBezTo>
                    <a:pt x="10759" y="21185"/>
                    <a:pt x="10759" y="21418"/>
                    <a:pt x="10759" y="21585"/>
                  </a:cubicBezTo>
                  <a:lnTo>
                    <a:pt x="10759" y="22119"/>
                  </a:lnTo>
                  <a:lnTo>
                    <a:pt x="10759" y="22352"/>
                  </a:lnTo>
                  <a:lnTo>
                    <a:pt x="10759" y="22519"/>
                  </a:lnTo>
                  <a:lnTo>
                    <a:pt x="10792" y="22652"/>
                  </a:lnTo>
                  <a:cubicBezTo>
                    <a:pt x="10926" y="23353"/>
                    <a:pt x="11226" y="24087"/>
                    <a:pt x="11593" y="24687"/>
                  </a:cubicBezTo>
                  <a:cubicBezTo>
                    <a:pt x="11927" y="25321"/>
                    <a:pt x="12394" y="25921"/>
                    <a:pt x="12460" y="26455"/>
                  </a:cubicBezTo>
                  <a:cubicBezTo>
                    <a:pt x="12560" y="26989"/>
                    <a:pt x="12293" y="27589"/>
                    <a:pt x="11927" y="28156"/>
                  </a:cubicBezTo>
                  <a:cubicBezTo>
                    <a:pt x="11493" y="28757"/>
                    <a:pt x="11093" y="29290"/>
                    <a:pt x="10526" y="29691"/>
                  </a:cubicBezTo>
                  <a:cubicBezTo>
                    <a:pt x="10059" y="30158"/>
                    <a:pt x="9425" y="30525"/>
                    <a:pt x="8824" y="30992"/>
                  </a:cubicBezTo>
                  <a:cubicBezTo>
                    <a:pt x="8557" y="31192"/>
                    <a:pt x="8257" y="31525"/>
                    <a:pt x="7990" y="31792"/>
                  </a:cubicBezTo>
                  <a:cubicBezTo>
                    <a:pt x="7890" y="31959"/>
                    <a:pt x="7790" y="32092"/>
                    <a:pt x="7657" y="32259"/>
                  </a:cubicBezTo>
                  <a:cubicBezTo>
                    <a:pt x="7623" y="32293"/>
                    <a:pt x="7523" y="32359"/>
                    <a:pt x="7490" y="32459"/>
                  </a:cubicBezTo>
                  <a:lnTo>
                    <a:pt x="7357" y="32693"/>
                  </a:lnTo>
                  <a:cubicBezTo>
                    <a:pt x="7190" y="33026"/>
                    <a:pt x="7056" y="33360"/>
                    <a:pt x="6923" y="33660"/>
                  </a:cubicBezTo>
                  <a:cubicBezTo>
                    <a:pt x="6790" y="33960"/>
                    <a:pt x="6656" y="34294"/>
                    <a:pt x="6556" y="34594"/>
                  </a:cubicBezTo>
                  <a:cubicBezTo>
                    <a:pt x="6056" y="35795"/>
                    <a:pt x="5622" y="36929"/>
                    <a:pt x="4988" y="37763"/>
                  </a:cubicBezTo>
                  <a:cubicBezTo>
                    <a:pt x="4688" y="38130"/>
                    <a:pt x="4321" y="38464"/>
                    <a:pt x="3954" y="38630"/>
                  </a:cubicBezTo>
                  <a:cubicBezTo>
                    <a:pt x="3679" y="38757"/>
                    <a:pt x="3431" y="38804"/>
                    <a:pt x="3193" y="38804"/>
                  </a:cubicBezTo>
                  <a:cubicBezTo>
                    <a:pt x="3055" y="38804"/>
                    <a:pt x="2921" y="38788"/>
                    <a:pt x="2787" y="38764"/>
                  </a:cubicBezTo>
                  <a:cubicBezTo>
                    <a:pt x="2019" y="38630"/>
                    <a:pt x="1486" y="38264"/>
                    <a:pt x="1119" y="38030"/>
                  </a:cubicBezTo>
                  <a:cubicBezTo>
                    <a:pt x="952" y="37930"/>
                    <a:pt x="785" y="37830"/>
                    <a:pt x="685" y="37730"/>
                  </a:cubicBezTo>
                  <a:lnTo>
                    <a:pt x="585" y="37630"/>
                  </a:lnTo>
                  <a:cubicBezTo>
                    <a:pt x="459" y="37533"/>
                    <a:pt x="348" y="37492"/>
                    <a:pt x="262" y="37492"/>
                  </a:cubicBezTo>
                  <a:cubicBezTo>
                    <a:pt x="53" y="37492"/>
                    <a:pt x="1" y="37736"/>
                    <a:pt x="285" y="37997"/>
                  </a:cubicBezTo>
                  <a:lnTo>
                    <a:pt x="418" y="38130"/>
                  </a:lnTo>
                  <a:cubicBezTo>
                    <a:pt x="485" y="38163"/>
                    <a:pt x="652" y="38297"/>
                    <a:pt x="819" y="38430"/>
                  </a:cubicBezTo>
                  <a:cubicBezTo>
                    <a:pt x="1186" y="38664"/>
                    <a:pt x="1786" y="39031"/>
                    <a:pt x="2653" y="39264"/>
                  </a:cubicBezTo>
                  <a:cubicBezTo>
                    <a:pt x="2824" y="39289"/>
                    <a:pt x="3004" y="39304"/>
                    <a:pt x="3188" y="39304"/>
                  </a:cubicBezTo>
                  <a:cubicBezTo>
                    <a:pt x="3506" y="39304"/>
                    <a:pt x="3837" y="39258"/>
                    <a:pt x="4154" y="39131"/>
                  </a:cubicBezTo>
                  <a:cubicBezTo>
                    <a:pt x="4721" y="38964"/>
                    <a:pt x="5122" y="38530"/>
                    <a:pt x="5489" y="38097"/>
                  </a:cubicBezTo>
                  <a:cubicBezTo>
                    <a:pt x="6222" y="37163"/>
                    <a:pt x="6656" y="35995"/>
                    <a:pt x="7257" y="34794"/>
                  </a:cubicBezTo>
                  <a:cubicBezTo>
                    <a:pt x="7357" y="34494"/>
                    <a:pt x="7523" y="34194"/>
                    <a:pt x="7657" y="33927"/>
                  </a:cubicBezTo>
                  <a:cubicBezTo>
                    <a:pt x="7824" y="33627"/>
                    <a:pt x="7957" y="33327"/>
                    <a:pt x="8124" y="33026"/>
                  </a:cubicBezTo>
                  <a:lnTo>
                    <a:pt x="8257" y="32826"/>
                  </a:lnTo>
                  <a:cubicBezTo>
                    <a:pt x="8291" y="32760"/>
                    <a:pt x="8324" y="32693"/>
                    <a:pt x="8391" y="32626"/>
                  </a:cubicBezTo>
                  <a:lnTo>
                    <a:pt x="8658" y="32259"/>
                  </a:lnTo>
                  <a:cubicBezTo>
                    <a:pt x="8858" y="31992"/>
                    <a:pt x="9091" y="31792"/>
                    <a:pt x="9358" y="31592"/>
                  </a:cubicBezTo>
                  <a:cubicBezTo>
                    <a:pt x="9858" y="31158"/>
                    <a:pt x="10526" y="30825"/>
                    <a:pt x="11126" y="30324"/>
                  </a:cubicBezTo>
                  <a:cubicBezTo>
                    <a:pt x="11693" y="29824"/>
                    <a:pt x="12260" y="29257"/>
                    <a:pt x="12660" y="28623"/>
                  </a:cubicBezTo>
                  <a:cubicBezTo>
                    <a:pt x="12861" y="28323"/>
                    <a:pt x="13094" y="27956"/>
                    <a:pt x="13194" y="27589"/>
                  </a:cubicBezTo>
                  <a:cubicBezTo>
                    <a:pt x="13328" y="27189"/>
                    <a:pt x="13394" y="26689"/>
                    <a:pt x="13328" y="26288"/>
                  </a:cubicBezTo>
                  <a:cubicBezTo>
                    <a:pt x="13294" y="25855"/>
                    <a:pt x="13094" y="25488"/>
                    <a:pt x="12927" y="25154"/>
                  </a:cubicBezTo>
                  <a:cubicBezTo>
                    <a:pt x="12727" y="24854"/>
                    <a:pt x="12527" y="24520"/>
                    <a:pt x="12360" y="24253"/>
                  </a:cubicBezTo>
                  <a:cubicBezTo>
                    <a:pt x="12093" y="23653"/>
                    <a:pt x="11826" y="23086"/>
                    <a:pt x="11693" y="22452"/>
                  </a:cubicBezTo>
                  <a:lnTo>
                    <a:pt x="11660" y="22319"/>
                  </a:lnTo>
                  <a:lnTo>
                    <a:pt x="11660" y="22252"/>
                  </a:lnTo>
                  <a:lnTo>
                    <a:pt x="11660" y="21985"/>
                  </a:lnTo>
                  <a:lnTo>
                    <a:pt x="11660" y="21518"/>
                  </a:lnTo>
                  <a:cubicBezTo>
                    <a:pt x="11660" y="21418"/>
                    <a:pt x="11660" y="21218"/>
                    <a:pt x="11693" y="21118"/>
                  </a:cubicBezTo>
                  <a:cubicBezTo>
                    <a:pt x="11693" y="20951"/>
                    <a:pt x="11760" y="20818"/>
                    <a:pt x="11793" y="20684"/>
                  </a:cubicBezTo>
                  <a:cubicBezTo>
                    <a:pt x="11960" y="20184"/>
                    <a:pt x="12293" y="19750"/>
                    <a:pt x="12760" y="19283"/>
                  </a:cubicBezTo>
                  <a:cubicBezTo>
                    <a:pt x="13194" y="18816"/>
                    <a:pt x="13795" y="18283"/>
                    <a:pt x="14128" y="17549"/>
                  </a:cubicBezTo>
                  <a:cubicBezTo>
                    <a:pt x="14495" y="16848"/>
                    <a:pt x="14662" y="16114"/>
                    <a:pt x="14628" y="15280"/>
                  </a:cubicBezTo>
                  <a:cubicBezTo>
                    <a:pt x="14595" y="14446"/>
                    <a:pt x="14195" y="13679"/>
                    <a:pt x="13795" y="13045"/>
                  </a:cubicBezTo>
                  <a:cubicBezTo>
                    <a:pt x="13361" y="12445"/>
                    <a:pt x="12861" y="11878"/>
                    <a:pt x="12594" y="11311"/>
                  </a:cubicBezTo>
                  <a:cubicBezTo>
                    <a:pt x="12260" y="10710"/>
                    <a:pt x="12127" y="10110"/>
                    <a:pt x="12227" y="9476"/>
                  </a:cubicBezTo>
                  <a:cubicBezTo>
                    <a:pt x="12260" y="8842"/>
                    <a:pt x="12560" y="8309"/>
                    <a:pt x="12927" y="7775"/>
                  </a:cubicBezTo>
                  <a:cubicBezTo>
                    <a:pt x="13294" y="7241"/>
                    <a:pt x="13761" y="6774"/>
                    <a:pt x="14161" y="6241"/>
                  </a:cubicBezTo>
                  <a:cubicBezTo>
                    <a:pt x="14595" y="5674"/>
                    <a:pt x="14962" y="5073"/>
                    <a:pt x="15062" y="4339"/>
                  </a:cubicBezTo>
                  <a:cubicBezTo>
                    <a:pt x="15129" y="3639"/>
                    <a:pt x="14962" y="2972"/>
                    <a:pt x="14628" y="2471"/>
                  </a:cubicBezTo>
                  <a:cubicBezTo>
                    <a:pt x="14328" y="1937"/>
                    <a:pt x="13895" y="1571"/>
                    <a:pt x="13461" y="1270"/>
                  </a:cubicBezTo>
                  <a:cubicBezTo>
                    <a:pt x="13061" y="970"/>
                    <a:pt x="12627" y="803"/>
                    <a:pt x="12227" y="637"/>
                  </a:cubicBezTo>
                  <a:cubicBezTo>
                    <a:pt x="11426" y="336"/>
                    <a:pt x="10759" y="203"/>
                    <a:pt x="10292" y="136"/>
                  </a:cubicBezTo>
                  <a:cubicBezTo>
                    <a:pt x="9825" y="36"/>
                    <a:pt x="9592" y="3"/>
                    <a:pt x="9592" y="3"/>
                  </a:cubicBezTo>
                  <a:cubicBezTo>
                    <a:pt x="9570" y="1"/>
                    <a:pt x="9550" y="1"/>
                    <a:pt x="95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8" name="Google Shape;788;p7"/>
            <p:cNvSpPr/>
            <p:nvPr/>
          </p:nvSpPr>
          <p:spPr>
            <a:xfrm rot="10800000">
              <a:off x="9130742" y="4346322"/>
              <a:ext cx="167398" cy="781232"/>
            </a:xfrm>
            <a:custGeom>
              <a:avLst/>
              <a:gdLst/>
              <a:ahLst/>
              <a:cxnLst/>
              <a:rect l="l" t="t" r="r" b="b"/>
              <a:pathLst>
                <a:path w="6923" h="32309" extrusionOk="0">
                  <a:moveTo>
                    <a:pt x="4881" y="1"/>
                  </a:moveTo>
                  <a:cubicBezTo>
                    <a:pt x="4761" y="1"/>
                    <a:pt x="4752" y="142"/>
                    <a:pt x="4954" y="344"/>
                  </a:cubicBezTo>
                  <a:cubicBezTo>
                    <a:pt x="4954" y="344"/>
                    <a:pt x="5087" y="411"/>
                    <a:pt x="5288" y="611"/>
                  </a:cubicBezTo>
                  <a:cubicBezTo>
                    <a:pt x="5521" y="844"/>
                    <a:pt x="5821" y="1211"/>
                    <a:pt x="6122" y="1678"/>
                  </a:cubicBezTo>
                  <a:cubicBezTo>
                    <a:pt x="6422" y="2179"/>
                    <a:pt x="6655" y="2846"/>
                    <a:pt x="6488" y="3546"/>
                  </a:cubicBezTo>
                  <a:cubicBezTo>
                    <a:pt x="6322" y="4314"/>
                    <a:pt x="5855" y="5014"/>
                    <a:pt x="5421" y="5848"/>
                  </a:cubicBezTo>
                  <a:cubicBezTo>
                    <a:pt x="4954" y="6649"/>
                    <a:pt x="4487" y="7549"/>
                    <a:pt x="4354" y="8583"/>
                  </a:cubicBezTo>
                  <a:cubicBezTo>
                    <a:pt x="4287" y="9584"/>
                    <a:pt x="4454" y="10685"/>
                    <a:pt x="4787" y="11686"/>
                  </a:cubicBezTo>
                  <a:cubicBezTo>
                    <a:pt x="5154" y="12653"/>
                    <a:pt x="5688" y="13554"/>
                    <a:pt x="5788" y="14488"/>
                  </a:cubicBezTo>
                  <a:cubicBezTo>
                    <a:pt x="5821" y="14721"/>
                    <a:pt x="5788" y="14988"/>
                    <a:pt x="5788" y="15188"/>
                  </a:cubicBezTo>
                  <a:cubicBezTo>
                    <a:pt x="5755" y="15388"/>
                    <a:pt x="5755" y="15655"/>
                    <a:pt x="5655" y="15855"/>
                  </a:cubicBezTo>
                  <a:cubicBezTo>
                    <a:pt x="5521" y="16255"/>
                    <a:pt x="5354" y="16689"/>
                    <a:pt x="5188" y="17089"/>
                  </a:cubicBezTo>
                  <a:cubicBezTo>
                    <a:pt x="5121" y="17223"/>
                    <a:pt x="5087" y="17323"/>
                    <a:pt x="4987" y="17423"/>
                  </a:cubicBezTo>
                  <a:lnTo>
                    <a:pt x="4921" y="17590"/>
                  </a:lnTo>
                  <a:lnTo>
                    <a:pt x="4854" y="17690"/>
                  </a:lnTo>
                  <a:lnTo>
                    <a:pt x="4821" y="17823"/>
                  </a:lnTo>
                  <a:cubicBezTo>
                    <a:pt x="4754" y="18057"/>
                    <a:pt x="4654" y="18257"/>
                    <a:pt x="4520" y="18490"/>
                  </a:cubicBezTo>
                  <a:cubicBezTo>
                    <a:pt x="4420" y="18691"/>
                    <a:pt x="4287" y="18891"/>
                    <a:pt x="4120" y="19057"/>
                  </a:cubicBezTo>
                  <a:cubicBezTo>
                    <a:pt x="3953" y="19224"/>
                    <a:pt x="3787" y="19391"/>
                    <a:pt x="3620" y="19658"/>
                  </a:cubicBezTo>
                  <a:cubicBezTo>
                    <a:pt x="3453" y="19891"/>
                    <a:pt x="3420" y="20192"/>
                    <a:pt x="3353" y="20392"/>
                  </a:cubicBezTo>
                  <a:cubicBezTo>
                    <a:pt x="3320" y="20592"/>
                    <a:pt x="3320" y="20825"/>
                    <a:pt x="3320" y="21026"/>
                  </a:cubicBezTo>
                  <a:cubicBezTo>
                    <a:pt x="3353" y="21392"/>
                    <a:pt x="3420" y="21693"/>
                    <a:pt x="3420" y="21893"/>
                  </a:cubicBezTo>
                  <a:lnTo>
                    <a:pt x="3420" y="21859"/>
                  </a:lnTo>
                  <a:cubicBezTo>
                    <a:pt x="3420" y="22393"/>
                    <a:pt x="3653" y="22894"/>
                    <a:pt x="3953" y="23227"/>
                  </a:cubicBezTo>
                  <a:cubicBezTo>
                    <a:pt x="4187" y="23594"/>
                    <a:pt x="4520" y="23928"/>
                    <a:pt x="4754" y="24261"/>
                  </a:cubicBezTo>
                  <a:cubicBezTo>
                    <a:pt x="4987" y="24595"/>
                    <a:pt x="5121" y="24995"/>
                    <a:pt x="5154" y="25362"/>
                  </a:cubicBezTo>
                  <a:cubicBezTo>
                    <a:pt x="5188" y="25729"/>
                    <a:pt x="5121" y="26096"/>
                    <a:pt x="5087" y="26496"/>
                  </a:cubicBezTo>
                  <a:cubicBezTo>
                    <a:pt x="4954" y="27230"/>
                    <a:pt x="4487" y="27830"/>
                    <a:pt x="3953" y="28197"/>
                  </a:cubicBezTo>
                  <a:cubicBezTo>
                    <a:pt x="3420" y="28598"/>
                    <a:pt x="2819" y="28864"/>
                    <a:pt x="2319" y="29165"/>
                  </a:cubicBezTo>
                  <a:cubicBezTo>
                    <a:pt x="1818" y="29398"/>
                    <a:pt x="1318" y="29698"/>
                    <a:pt x="985" y="30032"/>
                  </a:cubicBezTo>
                  <a:cubicBezTo>
                    <a:pt x="784" y="30165"/>
                    <a:pt x="651" y="30366"/>
                    <a:pt x="518" y="30532"/>
                  </a:cubicBezTo>
                  <a:cubicBezTo>
                    <a:pt x="384" y="30699"/>
                    <a:pt x="317" y="30866"/>
                    <a:pt x="217" y="31033"/>
                  </a:cubicBezTo>
                  <a:cubicBezTo>
                    <a:pt x="184" y="31166"/>
                    <a:pt x="151" y="31333"/>
                    <a:pt x="117" y="31433"/>
                  </a:cubicBezTo>
                  <a:cubicBezTo>
                    <a:pt x="51" y="31566"/>
                    <a:pt x="17" y="31700"/>
                    <a:pt x="17" y="31767"/>
                  </a:cubicBezTo>
                  <a:lnTo>
                    <a:pt x="17" y="32033"/>
                  </a:lnTo>
                  <a:cubicBezTo>
                    <a:pt x="0" y="32217"/>
                    <a:pt x="51" y="32309"/>
                    <a:pt x="113" y="32309"/>
                  </a:cubicBezTo>
                  <a:cubicBezTo>
                    <a:pt x="176" y="32309"/>
                    <a:pt x="251" y="32217"/>
                    <a:pt x="284" y="32033"/>
                  </a:cubicBezTo>
                  <a:cubicBezTo>
                    <a:pt x="284" y="32033"/>
                    <a:pt x="317" y="31933"/>
                    <a:pt x="317" y="31767"/>
                  </a:cubicBezTo>
                  <a:cubicBezTo>
                    <a:pt x="317" y="31700"/>
                    <a:pt x="351" y="31600"/>
                    <a:pt x="384" y="31500"/>
                  </a:cubicBezTo>
                  <a:cubicBezTo>
                    <a:pt x="451" y="31400"/>
                    <a:pt x="451" y="31233"/>
                    <a:pt x="518" y="31099"/>
                  </a:cubicBezTo>
                  <a:cubicBezTo>
                    <a:pt x="718" y="30532"/>
                    <a:pt x="1452" y="29899"/>
                    <a:pt x="2486" y="29398"/>
                  </a:cubicBezTo>
                  <a:cubicBezTo>
                    <a:pt x="3019" y="29165"/>
                    <a:pt x="3620" y="28864"/>
                    <a:pt x="4187" y="28431"/>
                  </a:cubicBezTo>
                  <a:cubicBezTo>
                    <a:pt x="4787" y="28031"/>
                    <a:pt x="5321" y="27363"/>
                    <a:pt x="5488" y="26529"/>
                  </a:cubicBezTo>
                  <a:cubicBezTo>
                    <a:pt x="5554" y="26163"/>
                    <a:pt x="5655" y="25729"/>
                    <a:pt x="5621" y="25262"/>
                  </a:cubicBezTo>
                  <a:cubicBezTo>
                    <a:pt x="5554" y="24862"/>
                    <a:pt x="5388" y="24395"/>
                    <a:pt x="5154" y="24028"/>
                  </a:cubicBezTo>
                  <a:cubicBezTo>
                    <a:pt x="4921" y="23661"/>
                    <a:pt x="4554" y="23327"/>
                    <a:pt x="4320" y="22994"/>
                  </a:cubicBezTo>
                  <a:cubicBezTo>
                    <a:pt x="4053" y="22660"/>
                    <a:pt x="3853" y="22260"/>
                    <a:pt x="3853" y="21859"/>
                  </a:cubicBezTo>
                  <a:cubicBezTo>
                    <a:pt x="3853" y="21693"/>
                    <a:pt x="3820" y="21392"/>
                    <a:pt x="3820" y="21026"/>
                  </a:cubicBezTo>
                  <a:cubicBezTo>
                    <a:pt x="3820" y="20692"/>
                    <a:pt x="3820" y="20258"/>
                    <a:pt x="4020" y="19925"/>
                  </a:cubicBezTo>
                  <a:cubicBezTo>
                    <a:pt x="4153" y="19758"/>
                    <a:pt x="4320" y="19591"/>
                    <a:pt x="4487" y="19391"/>
                  </a:cubicBezTo>
                  <a:cubicBezTo>
                    <a:pt x="4654" y="19191"/>
                    <a:pt x="4821" y="18991"/>
                    <a:pt x="4954" y="18724"/>
                  </a:cubicBezTo>
                  <a:cubicBezTo>
                    <a:pt x="5087" y="18490"/>
                    <a:pt x="5188" y="18224"/>
                    <a:pt x="5321" y="17923"/>
                  </a:cubicBezTo>
                  <a:lnTo>
                    <a:pt x="5321" y="17890"/>
                  </a:lnTo>
                  <a:lnTo>
                    <a:pt x="5354" y="17823"/>
                  </a:lnTo>
                  <a:lnTo>
                    <a:pt x="5454" y="17656"/>
                  </a:lnTo>
                  <a:cubicBezTo>
                    <a:pt x="5488" y="17523"/>
                    <a:pt x="5554" y="17423"/>
                    <a:pt x="5655" y="17356"/>
                  </a:cubicBezTo>
                  <a:cubicBezTo>
                    <a:pt x="5855" y="16923"/>
                    <a:pt x="6021" y="16522"/>
                    <a:pt x="6155" y="16022"/>
                  </a:cubicBezTo>
                  <a:cubicBezTo>
                    <a:pt x="6222" y="15755"/>
                    <a:pt x="6222" y="15522"/>
                    <a:pt x="6288" y="15255"/>
                  </a:cubicBezTo>
                  <a:cubicBezTo>
                    <a:pt x="6288" y="15021"/>
                    <a:pt x="6288" y="14721"/>
                    <a:pt x="6222" y="14488"/>
                  </a:cubicBezTo>
                  <a:cubicBezTo>
                    <a:pt x="6155" y="13920"/>
                    <a:pt x="5988" y="13420"/>
                    <a:pt x="5788" y="12953"/>
                  </a:cubicBezTo>
                  <a:cubicBezTo>
                    <a:pt x="5554" y="12486"/>
                    <a:pt x="5354" y="12019"/>
                    <a:pt x="5188" y="11552"/>
                  </a:cubicBezTo>
                  <a:cubicBezTo>
                    <a:pt x="4854" y="10585"/>
                    <a:pt x="4687" y="9584"/>
                    <a:pt x="4787" y="8617"/>
                  </a:cubicBezTo>
                  <a:cubicBezTo>
                    <a:pt x="4854" y="7683"/>
                    <a:pt x="5288" y="6815"/>
                    <a:pt x="5755" y="6015"/>
                  </a:cubicBezTo>
                  <a:cubicBezTo>
                    <a:pt x="6188" y="5214"/>
                    <a:pt x="6655" y="4480"/>
                    <a:pt x="6822" y="3646"/>
                  </a:cubicBezTo>
                  <a:cubicBezTo>
                    <a:pt x="6922" y="3213"/>
                    <a:pt x="6855" y="2813"/>
                    <a:pt x="6789" y="2446"/>
                  </a:cubicBezTo>
                  <a:cubicBezTo>
                    <a:pt x="6655" y="2079"/>
                    <a:pt x="6522" y="1778"/>
                    <a:pt x="6355" y="1545"/>
                  </a:cubicBezTo>
                  <a:cubicBezTo>
                    <a:pt x="6021" y="1045"/>
                    <a:pt x="5755" y="678"/>
                    <a:pt x="5488" y="444"/>
                  </a:cubicBezTo>
                  <a:cubicBezTo>
                    <a:pt x="5254" y="244"/>
                    <a:pt x="5121" y="111"/>
                    <a:pt x="5121" y="111"/>
                  </a:cubicBezTo>
                  <a:cubicBezTo>
                    <a:pt x="5022" y="34"/>
                    <a:pt x="4939" y="1"/>
                    <a:pt x="48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789" name="Google Shape;789;p7"/>
            <p:cNvGrpSpPr/>
            <p:nvPr/>
          </p:nvGrpSpPr>
          <p:grpSpPr>
            <a:xfrm rot="10800000">
              <a:off x="7880209" y="4031075"/>
              <a:ext cx="1371224" cy="893717"/>
              <a:chOff x="7958786" y="3965004"/>
              <a:chExt cx="1371224" cy="893717"/>
            </a:xfrm>
          </p:grpSpPr>
          <p:sp>
            <p:nvSpPr>
              <p:cNvPr id="790" name="Google Shape;790;p7"/>
              <p:cNvSpPr/>
              <p:nvPr/>
            </p:nvSpPr>
            <p:spPr>
              <a:xfrm rot="10800000">
                <a:off x="9329985" y="4421522"/>
                <a:ext cx="24" cy="24"/>
              </a:xfrm>
              <a:custGeom>
                <a:avLst/>
                <a:gdLst/>
                <a:ahLst/>
                <a:cxnLst/>
                <a:rect l="l" t="t" r="r" b="b"/>
                <a:pathLst>
                  <a:path w="1" h="1" fill="none" extrusionOk="0">
                    <a:moveTo>
                      <a:pt x="1" y="0"/>
                    </a:moveTo>
                    <a:close/>
                  </a:path>
                </a:pathLst>
              </a:custGeom>
              <a:solidFill>
                <a:schemeClr val="dk1"/>
              </a:solidFill>
              <a:ln w="5000" cap="flat" cmpd="sng">
                <a:solidFill>
                  <a:srgbClr val="02570B"/>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1" name="Google Shape;791;p7"/>
              <p:cNvSpPr/>
              <p:nvPr/>
            </p:nvSpPr>
            <p:spPr>
              <a:xfrm rot="10800000">
                <a:off x="8457257" y="3985992"/>
                <a:ext cx="516630" cy="263997"/>
              </a:xfrm>
              <a:custGeom>
                <a:avLst/>
                <a:gdLst/>
                <a:ahLst/>
                <a:cxnLst/>
                <a:rect l="l" t="t" r="r" b="b"/>
                <a:pathLst>
                  <a:path w="21366" h="10918" extrusionOk="0">
                    <a:moveTo>
                      <a:pt x="8236" y="1"/>
                    </a:moveTo>
                    <a:cubicBezTo>
                      <a:pt x="7955" y="1"/>
                      <a:pt x="7679" y="52"/>
                      <a:pt x="7422" y="144"/>
                    </a:cubicBezTo>
                    <a:cubicBezTo>
                      <a:pt x="5587" y="911"/>
                      <a:pt x="4720" y="2645"/>
                      <a:pt x="3920" y="3946"/>
                    </a:cubicBezTo>
                    <a:cubicBezTo>
                      <a:pt x="3519" y="4613"/>
                      <a:pt x="3119" y="5214"/>
                      <a:pt x="2719" y="5714"/>
                    </a:cubicBezTo>
                    <a:cubicBezTo>
                      <a:pt x="2519" y="5948"/>
                      <a:pt x="2285" y="6148"/>
                      <a:pt x="2085" y="6381"/>
                    </a:cubicBezTo>
                    <a:cubicBezTo>
                      <a:pt x="1885" y="6582"/>
                      <a:pt x="1685" y="6748"/>
                      <a:pt x="1518" y="6915"/>
                    </a:cubicBezTo>
                    <a:cubicBezTo>
                      <a:pt x="1118" y="7149"/>
                      <a:pt x="851" y="7415"/>
                      <a:pt x="584" y="7549"/>
                    </a:cubicBezTo>
                    <a:cubicBezTo>
                      <a:pt x="350" y="7649"/>
                      <a:pt x="217" y="7749"/>
                      <a:pt x="217" y="7749"/>
                    </a:cubicBezTo>
                    <a:cubicBezTo>
                      <a:pt x="1" y="7884"/>
                      <a:pt x="47" y="8128"/>
                      <a:pt x="232" y="8128"/>
                    </a:cubicBezTo>
                    <a:cubicBezTo>
                      <a:pt x="275" y="8128"/>
                      <a:pt x="326" y="8114"/>
                      <a:pt x="384" y="8083"/>
                    </a:cubicBezTo>
                    <a:cubicBezTo>
                      <a:pt x="384" y="8083"/>
                      <a:pt x="517" y="7983"/>
                      <a:pt x="751" y="7882"/>
                    </a:cubicBezTo>
                    <a:cubicBezTo>
                      <a:pt x="1017" y="7782"/>
                      <a:pt x="1351" y="7549"/>
                      <a:pt x="1751" y="7249"/>
                    </a:cubicBezTo>
                    <a:cubicBezTo>
                      <a:pt x="1918" y="7082"/>
                      <a:pt x="2185" y="6915"/>
                      <a:pt x="2385" y="6715"/>
                    </a:cubicBezTo>
                    <a:cubicBezTo>
                      <a:pt x="2585" y="6481"/>
                      <a:pt x="2852" y="6248"/>
                      <a:pt x="3052" y="5981"/>
                    </a:cubicBezTo>
                    <a:cubicBezTo>
                      <a:pt x="3453" y="5447"/>
                      <a:pt x="3920" y="4880"/>
                      <a:pt x="4353" y="4213"/>
                    </a:cubicBezTo>
                    <a:cubicBezTo>
                      <a:pt x="4553" y="3846"/>
                      <a:pt x="4787" y="3513"/>
                      <a:pt x="5020" y="3212"/>
                    </a:cubicBezTo>
                    <a:cubicBezTo>
                      <a:pt x="5220" y="2812"/>
                      <a:pt x="5454" y="2479"/>
                      <a:pt x="5721" y="2178"/>
                    </a:cubicBezTo>
                    <a:cubicBezTo>
                      <a:pt x="6221" y="1578"/>
                      <a:pt x="6888" y="978"/>
                      <a:pt x="7589" y="744"/>
                    </a:cubicBezTo>
                    <a:cubicBezTo>
                      <a:pt x="7756" y="677"/>
                      <a:pt x="7931" y="644"/>
                      <a:pt x="8106" y="644"/>
                    </a:cubicBezTo>
                    <a:cubicBezTo>
                      <a:pt x="8281" y="644"/>
                      <a:pt x="8456" y="677"/>
                      <a:pt x="8623" y="744"/>
                    </a:cubicBezTo>
                    <a:cubicBezTo>
                      <a:pt x="8956" y="844"/>
                      <a:pt x="9257" y="1111"/>
                      <a:pt x="9524" y="1411"/>
                    </a:cubicBezTo>
                    <a:cubicBezTo>
                      <a:pt x="10024" y="1978"/>
                      <a:pt x="10257" y="2745"/>
                      <a:pt x="10558" y="3446"/>
                    </a:cubicBezTo>
                    <a:cubicBezTo>
                      <a:pt x="10691" y="3813"/>
                      <a:pt x="10858" y="4180"/>
                      <a:pt x="11058" y="4580"/>
                    </a:cubicBezTo>
                    <a:cubicBezTo>
                      <a:pt x="11258" y="4947"/>
                      <a:pt x="11558" y="5381"/>
                      <a:pt x="12059" y="5581"/>
                    </a:cubicBezTo>
                    <a:cubicBezTo>
                      <a:pt x="12305" y="5687"/>
                      <a:pt x="12571" y="5727"/>
                      <a:pt x="12835" y="5727"/>
                    </a:cubicBezTo>
                    <a:cubicBezTo>
                      <a:pt x="13071" y="5727"/>
                      <a:pt x="13306" y="5695"/>
                      <a:pt x="13526" y="5648"/>
                    </a:cubicBezTo>
                    <a:cubicBezTo>
                      <a:pt x="13727" y="5614"/>
                      <a:pt x="13960" y="5547"/>
                      <a:pt x="14194" y="5447"/>
                    </a:cubicBezTo>
                    <a:lnTo>
                      <a:pt x="14794" y="5214"/>
                    </a:lnTo>
                    <a:cubicBezTo>
                      <a:pt x="15228" y="4980"/>
                      <a:pt x="15595" y="4814"/>
                      <a:pt x="15961" y="4714"/>
                    </a:cubicBezTo>
                    <a:cubicBezTo>
                      <a:pt x="16204" y="4633"/>
                      <a:pt x="16434" y="4589"/>
                      <a:pt x="16645" y="4589"/>
                    </a:cubicBezTo>
                    <a:cubicBezTo>
                      <a:pt x="16782" y="4589"/>
                      <a:pt x="16910" y="4607"/>
                      <a:pt x="17029" y="4647"/>
                    </a:cubicBezTo>
                    <a:cubicBezTo>
                      <a:pt x="17296" y="4780"/>
                      <a:pt x="17563" y="5080"/>
                      <a:pt x="17729" y="5414"/>
                    </a:cubicBezTo>
                    <a:cubicBezTo>
                      <a:pt x="17896" y="5781"/>
                      <a:pt x="18063" y="6115"/>
                      <a:pt x="18130" y="6481"/>
                    </a:cubicBezTo>
                    <a:cubicBezTo>
                      <a:pt x="18363" y="7249"/>
                      <a:pt x="18430" y="7949"/>
                      <a:pt x="18630" y="8616"/>
                    </a:cubicBezTo>
                    <a:cubicBezTo>
                      <a:pt x="18797" y="9283"/>
                      <a:pt x="19097" y="9884"/>
                      <a:pt x="19531" y="10251"/>
                    </a:cubicBezTo>
                    <a:cubicBezTo>
                      <a:pt x="19898" y="10618"/>
                      <a:pt x="20298" y="10785"/>
                      <a:pt x="20598" y="10818"/>
                    </a:cubicBezTo>
                    <a:cubicBezTo>
                      <a:pt x="20865" y="10918"/>
                      <a:pt x="21032" y="10918"/>
                      <a:pt x="21032" y="10918"/>
                    </a:cubicBezTo>
                    <a:cubicBezTo>
                      <a:pt x="21365" y="10918"/>
                      <a:pt x="21365" y="10618"/>
                      <a:pt x="21132" y="10484"/>
                    </a:cubicBezTo>
                    <a:cubicBezTo>
                      <a:pt x="21132" y="10484"/>
                      <a:pt x="20998" y="10484"/>
                      <a:pt x="20765" y="10418"/>
                    </a:cubicBezTo>
                    <a:cubicBezTo>
                      <a:pt x="20498" y="10384"/>
                      <a:pt x="20164" y="10217"/>
                      <a:pt x="19831" y="9917"/>
                    </a:cubicBezTo>
                    <a:cubicBezTo>
                      <a:pt x="19564" y="9617"/>
                      <a:pt x="19297" y="9117"/>
                      <a:pt x="19130" y="8483"/>
                    </a:cubicBezTo>
                    <a:cubicBezTo>
                      <a:pt x="18997" y="7882"/>
                      <a:pt x="18897" y="7149"/>
                      <a:pt x="18730" y="6381"/>
                    </a:cubicBezTo>
                    <a:cubicBezTo>
                      <a:pt x="18630" y="5948"/>
                      <a:pt x="18497" y="5581"/>
                      <a:pt x="18296" y="5147"/>
                    </a:cubicBezTo>
                    <a:cubicBezTo>
                      <a:pt x="18096" y="4780"/>
                      <a:pt x="17863" y="4380"/>
                      <a:pt x="17329" y="4113"/>
                    </a:cubicBezTo>
                    <a:cubicBezTo>
                      <a:pt x="17106" y="4002"/>
                      <a:pt x="16853" y="3959"/>
                      <a:pt x="16605" y="3959"/>
                    </a:cubicBezTo>
                    <a:cubicBezTo>
                      <a:pt x="16334" y="3959"/>
                      <a:pt x="16070" y="4010"/>
                      <a:pt x="15861" y="4080"/>
                    </a:cubicBezTo>
                    <a:cubicBezTo>
                      <a:pt x="15394" y="4213"/>
                      <a:pt x="15027" y="4413"/>
                      <a:pt x="14594" y="4580"/>
                    </a:cubicBezTo>
                    <a:cubicBezTo>
                      <a:pt x="14394" y="4714"/>
                      <a:pt x="14227" y="4747"/>
                      <a:pt x="14027" y="4814"/>
                    </a:cubicBezTo>
                    <a:cubicBezTo>
                      <a:pt x="13793" y="4914"/>
                      <a:pt x="13626" y="4947"/>
                      <a:pt x="13426" y="4980"/>
                    </a:cubicBezTo>
                    <a:cubicBezTo>
                      <a:pt x="13256" y="5027"/>
                      <a:pt x="13086" y="5052"/>
                      <a:pt x="12922" y="5052"/>
                    </a:cubicBezTo>
                    <a:cubicBezTo>
                      <a:pt x="12733" y="5052"/>
                      <a:pt x="12553" y="5019"/>
                      <a:pt x="12392" y="4947"/>
                    </a:cubicBezTo>
                    <a:cubicBezTo>
                      <a:pt x="12125" y="4814"/>
                      <a:pt x="11892" y="4580"/>
                      <a:pt x="11725" y="4247"/>
                    </a:cubicBezTo>
                    <a:cubicBezTo>
                      <a:pt x="11558" y="3913"/>
                      <a:pt x="11392" y="3546"/>
                      <a:pt x="11258" y="3212"/>
                    </a:cubicBezTo>
                    <a:cubicBezTo>
                      <a:pt x="10958" y="2479"/>
                      <a:pt x="10691" y="1645"/>
                      <a:pt x="10091" y="944"/>
                    </a:cubicBezTo>
                    <a:cubicBezTo>
                      <a:pt x="9790" y="611"/>
                      <a:pt x="9423" y="277"/>
                      <a:pt x="8923" y="110"/>
                    </a:cubicBezTo>
                    <a:cubicBezTo>
                      <a:pt x="8698" y="35"/>
                      <a:pt x="8466" y="1"/>
                      <a:pt x="82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2" name="Google Shape;792;p7"/>
              <p:cNvSpPr/>
              <p:nvPr/>
            </p:nvSpPr>
            <p:spPr>
              <a:xfrm rot="10800000">
                <a:off x="8773434" y="4204555"/>
                <a:ext cx="17772" cy="18594"/>
              </a:xfrm>
              <a:custGeom>
                <a:avLst/>
                <a:gdLst/>
                <a:ahLst/>
                <a:cxnLst/>
                <a:rect l="l" t="t" r="r" b="b"/>
                <a:pathLst>
                  <a:path w="735" h="769" extrusionOk="0">
                    <a:moveTo>
                      <a:pt x="568" y="1"/>
                    </a:moveTo>
                    <a:cubicBezTo>
                      <a:pt x="568" y="1"/>
                      <a:pt x="334" y="101"/>
                      <a:pt x="201" y="201"/>
                    </a:cubicBezTo>
                    <a:cubicBezTo>
                      <a:pt x="134" y="335"/>
                      <a:pt x="0" y="601"/>
                      <a:pt x="0" y="601"/>
                    </a:cubicBezTo>
                    <a:cubicBezTo>
                      <a:pt x="0" y="601"/>
                      <a:pt x="134" y="768"/>
                      <a:pt x="167" y="768"/>
                    </a:cubicBezTo>
                    <a:cubicBezTo>
                      <a:pt x="167" y="768"/>
                      <a:pt x="401" y="668"/>
                      <a:pt x="534" y="535"/>
                    </a:cubicBezTo>
                    <a:cubicBezTo>
                      <a:pt x="634" y="435"/>
                      <a:pt x="734" y="168"/>
                      <a:pt x="734" y="168"/>
                    </a:cubicBezTo>
                    <a:lnTo>
                      <a:pt x="56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3" name="Google Shape;793;p7"/>
              <p:cNvSpPr/>
              <p:nvPr/>
            </p:nvSpPr>
            <p:spPr>
              <a:xfrm rot="10800000">
                <a:off x="8758104" y="4179553"/>
                <a:ext cx="27468" cy="32304"/>
              </a:xfrm>
              <a:custGeom>
                <a:avLst/>
                <a:gdLst/>
                <a:ahLst/>
                <a:cxnLst/>
                <a:rect l="l" t="t" r="r" b="b"/>
                <a:pathLst>
                  <a:path w="1136" h="1336" extrusionOk="0">
                    <a:moveTo>
                      <a:pt x="968" y="1"/>
                    </a:moveTo>
                    <a:cubicBezTo>
                      <a:pt x="968" y="1"/>
                      <a:pt x="835" y="34"/>
                      <a:pt x="735" y="134"/>
                    </a:cubicBezTo>
                    <a:cubicBezTo>
                      <a:pt x="601" y="201"/>
                      <a:pt x="468" y="335"/>
                      <a:pt x="335" y="468"/>
                    </a:cubicBezTo>
                    <a:cubicBezTo>
                      <a:pt x="268" y="568"/>
                      <a:pt x="134" y="735"/>
                      <a:pt x="101" y="902"/>
                    </a:cubicBezTo>
                    <a:lnTo>
                      <a:pt x="1" y="1168"/>
                    </a:lnTo>
                    <a:cubicBezTo>
                      <a:pt x="68" y="1202"/>
                      <a:pt x="234" y="1302"/>
                      <a:pt x="268" y="1335"/>
                    </a:cubicBezTo>
                    <a:cubicBezTo>
                      <a:pt x="268" y="1335"/>
                      <a:pt x="335" y="1235"/>
                      <a:pt x="435" y="1135"/>
                    </a:cubicBezTo>
                    <a:cubicBezTo>
                      <a:pt x="501" y="1002"/>
                      <a:pt x="635" y="902"/>
                      <a:pt x="735" y="802"/>
                    </a:cubicBezTo>
                    <a:lnTo>
                      <a:pt x="968" y="401"/>
                    </a:lnTo>
                    <a:cubicBezTo>
                      <a:pt x="1068" y="301"/>
                      <a:pt x="1135" y="201"/>
                      <a:pt x="1135" y="201"/>
                    </a:cubicBezTo>
                    <a:cubicBezTo>
                      <a:pt x="1135" y="168"/>
                      <a:pt x="968" y="1"/>
                      <a:pt x="9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4" name="Google Shape;794;p7"/>
              <p:cNvSpPr/>
              <p:nvPr/>
            </p:nvSpPr>
            <p:spPr>
              <a:xfrm rot="10800000">
                <a:off x="8746812" y="4162627"/>
                <a:ext cx="20190" cy="25824"/>
              </a:xfrm>
              <a:custGeom>
                <a:avLst/>
                <a:gdLst/>
                <a:ahLst/>
                <a:cxnLst/>
                <a:rect l="l" t="t" r="r" b="b"/>
                <a:pathLst>
                  <a:path w="835" h="1068" extrusionOk="0">
                    <a:moveTo>
                      <a:pt x="634" y="0"/>
                    </a:moveTo>
                    <a:cubicBezTo>
                      <a:pt x="634" y="0"/>
                      <a:pt x="334" y="234"/>
                      <a:pt x="200" y="401"/>
                    </a:cubicBezTo>
                    <a:cubicBezTo>
                      <a:pt x="67" y="601"/>
                      <a:pt x="0" y="934"/>
                      <a:pt x="0" y="934"/>
                    </a:cubicBezTo>
                    <a:cubicBezTo>
                      <a:pt x="0" y="934"/>
                      <a:pt x="167" y="1068"/>
                      <a:pt x="200" y="1068"/>
                    </a:cubicBezTo>
                    <a:cubicBezTo>
                      <a:pt x="200" y="1068"/>
                      <a:pt x="501" y="834"/>
                      <a:pt x="634" y="667"/>
                    </a:cubicBezTo>
                    <a:cubicBezTo>
                      <a:pt x="734" y="434"/>
                      <a:pt x="834" y="100"/>
                      <a:pt x="834" y="100"/>
                    </a:cubicBezTo>
                    <a:lnTo>
                      <a:pt x="6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5" name="Google Shape;795;p7"/>
              <p:cNvSpPr/>
              <p:nvPr/>
            </p:nvSpPr>
            <p:spPr>
              <a:xfrm rot="10800000">
                <a:off x="8733102" y="4135835"/>
                <a:ext cx="21012" cy="26816"/>
              </a:xfrm>
              <a:custGeom>
                <a:avLst/>
                <a:gdLst/>
                <a:ahLst/>
                <a:cxnLst/>
                <a:rect l="l" t="t" r="r" b="b"/>
                <a:pathLst>
                  <a:path w="869" h="1109" extrusionOk="0">
                    <a:moveTo>
                      <a:pt x="735" y="1"/>
                    </a:moveTo>
                    <a:cubicBezTo>
                      <a:pt x="735" y="1"/>
                      <a:pt x="668" y="34"/>
                      <a:pt x="535" y="134"/>
                    </a:cubicBezTo>
                    <a:cubicBezTo>
                      <a:pt x="435" y="201"/>
                      <a:pt x="301" y="334"/>
                      <a:pt x="201" y="434"/>
                    </a:cubicBezTo>
                    <a:cubicBezTo>
                      <a:pt x="101" y="635"/>
                      <a:pt x="1" y="1001"/>
                      <a:pt x="1" y="1001"/>
                    </a:cubicBezTo>
                    <a:cubicBezTo>
                      <a:pt x="1" y="1030"/>
                      <a:pt x="124" y="1108"/>
                      <a:pt x="180" y="1108"/>
                    </a:cubicBezTo>
                    <a:cubicBezTo>
                      <a:pt x="189" y="1108"/>
                      <a:pt x="196" y="1106"/>
                      <a:pt x="201" y="1102"/>
                    </a:cubicBezTo>
                    <a:cubicBezTo>
                      <a:pt x="201" y="1102"/>
                      <a:pt x="501" y="835"/>
                      <a:pt x="635" y="668"/>
                    </a:cubicBezTo>
                    <a:cubicBezTo>
                      <a:pt x="668" y="601"/>
                      <a:pt x="735" y="468"/>
                      <a:pt x="801" y="368"/>
                    </a:cubicBezTo>
                    <a:lnTo>
                      <a:pt x="868" y="201"/>
                    </a:lnTo>
                    <a:lnTo>
                      <a:pt x="73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6" name="Google Shape;796;p7"/>
              <p:cNvSpPr/>
              <p:nvPr/>
            </p:nvSpPr>
            <p:spPr>
              <a:xfrm rot="10800000">
                <a:off x="8716176" y="4101330"/>
                <a:ext cx="12936" cy="21786"/>
              </a:xfrm>
              <a:custGeom>
                <a:avLst/>
                <a:gdLst/>
                <a:ahLst/>
                <a:cxnLst/>
                <a:rect l="l" t="t" r="r" b="b"/>
                <a:pathLst>
                  <a:path w="535" h="901" extrusionOk="0">
                    <a:moveTo>
                      <a:pt x="168" y="0"/>
                    </a:moveTo>
                    <a:lnTo>
                      <a:pt x="68" y="367"/>
                    </a:lnTo>
                    <a:lnTo>
                      <a:pt x="68" y="567"/>
                    </a:lnTo>
                    <a:cubicBezTo>
                      <a:pt x="1" y="667"/>
                      <a:pt x="1" y="701"/>
                      <a:pt x="1" y="701"/>
                    </a:cubicBezTo>
                    <a:cubicBezTo>
                      <a:pt x="1" y="734"/>
                      <a:pt x="168" y="868"/>
                      <a:pt x="168" y="901"/>
                    </a:cubicBezTo>
                    <a:cubicBezTo>
                      <a:pt x="168" y="901"/>
                      <a:pt x="268" y="868"/>
                      <a:pt x="335" y="767"/>
                    </a:cubicBezTo>
                    <a:cubicBezTo>
                      <a:pt x="435" y="701"/>
                      <a:pt x="501" y="534"/>
                      <a:pt x="501" y="467"/>
                    </a:cubicBezTo>
                    <a:cubicBezTo>
                      <a:pt x="535" y="234"/>
                      <a:pt x="435" y="0"/>
                      <a:pt x="4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7" name="Google Shape;797;p7"/>
              <p:cNvSpPr/>
              <p:nvPr/>
            </p:nvSpPr>
            <p:spPr>
              <a:xfrm rot="10800000">
                <a:off x="8556467" y="4095672"/>
                <a:ext cx="28266" cy="20190"/>
              </a:xfrm>
              <a:custGeom>
                <a:avLst/>
                <a:gdLst/>
                <a:ahLst/>
                <a:cxnLst/>
                <a:rect l="l" t="t" r="r" b="b"/>
                <a:pathLst>
                  <a:path w="1169" h="835" extrusionOk="0">
                    <a:moveTo>
                      <a:pt x="835" y="0"/>
                    </a:moveTo>
                    <a:cubicBezTo>
                      <a:pt x="701" y="0"/>
                      <a:pt x="535" y="67"/>
                      <a:pt x="401" y="101"/>
                    </a:cubicBezTo>
                    <a:cubicBezTo>
                      <a:pt x="334" y="201"/>
                      <a:pt x="201" y="267"/>
                      <a:pt x="134" y="401"/>
                    </a:cubicBezTo>
                    <a:cubicBezTo>
                      <a:pt x="34" y="534"/>
                      <a:pt x="1" y="601"/>
                      <a:pt x="1" y="601"/>
                    </a:cubicBezTo>
                    <a:cubicBezTo>
                      <a:pt x="1" y="668"/>
                      <a:pt x="134" y="768"/>
                      <a:pt x="134" y="834"/>
                    </a:cubicBezTo>
                    <a:cubicBezTo>
                      <a:pt x="134" y="834"/>
                      <a:pt x="201" y="768"/>
                      <a:pt x="334" y="734"/>
                    </a:cubicBezTo>
                    <a:cubicBezTo>
                      <a:pt x="468" y="701"/>
                      <a:pt x="568" y="668"/>
                      <a:pt x="668" y="568"/>
                    </a:cubicBezTo>
                    <a:cubicBezTo>
                      <a:pt x="735" y="534"/>
                      <a:pt x="868" y="401"/>
                      <a:pt x="968" y="367"/>
                    </a:cubicBezTo>
                    <a:cubicBezTo>
                      <a:pt x="1035" y="267"/>
                      <a:pt x="1135" y="234"/>
                      <a:pt x="1135" y="234"/>
                    </a:cubicBezTo>
                    <a:cubicBezTo>
                      <a:pt x="1168" y="234"/>
                      <a:pt x="1068" y="0"/>
                      <a:pt x="10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8" name="Google Shape;798;p7"/>
              <p:cNvSpPr/>
              <p:nvPr/>
            </p:nvSpPr>
            <p:spPr>
              <a:xfrm rot="10800000">
                <a:off x="8554049" y="4069050"/>
                <a:ext cx="19392" cy="17772"/>
              </a:xfrm>
              <a:custGeom>
                <a:avLst/>
                <a:gdLst/>
                <a:ahLst/>
                <a:cxnLst/>
                <a:rect l="l" t="t" r="r" b="b"/>
                <a:pathLst>
                  <a:path w="802" h="735" extrusionOk="0">
                    <a:moveTo>
                      <a:pt x="635" y="0"/>
                    </a:moveTo>
                    <a:cubicBezTo>
                      <a:pt x="635" y="0"/>
                      <a:pt x="334" y="67"/>
                      <a:pt x="201" y="200"/>
                    </a:cubicBezTo>
                    <a:cubicBezTo>
                      <a:pt x="168" y="234"/>
                      <a:pt x="68" y="367"/>
                      <a:pt x="34" y="467"/>
                    </a:cubicBezTo>
                    <a:cubicBezTo>
                      <a:pt x="1" y="534"/>
                      <a:pt x="1" y="634"/>
                      <a:pt x="1" y="634"/>
                    </a:cubicBezTo>
                    <a:cubicBezTo>
                      <a:pt x="34" y="634"/>
                      <a:pt x="201" y="701"/>
                      <a:pt x="201" y="734"/>
                    </a:cubicBezTo>
                    <a:cubicBezTo>
                      <a:pt x="201" y="734"/>
                      <a:pt x="234" y="701"/>
                      <a:pt x="334" y="667"/>
                    </a:cubicBezTo>
                    <a:cubicBezTo>
                      <a:pt x="368" y="634"/>
                      <a:pt x="501" y="567"/>
                      <a:pt x="535" y="534"/>
                    </a:cubicBezTo>
                    <a:cubicBezTo>
                      <a:pt x="668" y="467"/>
                      <a:pt x="801" y="167"/>
                      <a:pt x="801" y="167"/>
                    </a:cubicBezTo>
                    <a:lnTo>
                      <a:pt x="63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9" name="Google Shape;799;p7"/>
              <p:cNvSpPr/>
              <p:nvPr/>
            </p:nvSpPr>
            <p:spPr>
              <a:xfrm rot="10800000">
                <a:off x="8543555" y="4040832"/>
                <a:ext cx="29064" cy="25026"/>
              </a:xfrm>
              <a:custGeom>
                <a:avLst/>
                <a:gdLst/>
                <a:ahLst/>
                <a:cxnLst/>
                <a:rect l="l" t="t" r="r" b="b"/>
                <a:pathLst>
                  <a:path w="1202" h="1035" extrusionOk="0">
                    <a:moveTo>
                      <a:pt x="1068" y="1"/>
                    </a:moveTo>
                    <a:lnTo>
                      <a:pt x="834" y="101"/>
                    </a:lnTo>
                    <a:cubicBezTo>
                      <a:pt x="667" y="134"/>
                      <a:pt x="534" y="201"/>
                      <a:pt x="434" y="301"/>
                    </a:cubicBezTo>
                    <a:cubicBezTo>
                      <a:pt x="200" y="468"/>
                      <a:pt x="0" y="835"/>
                      <a:pt x="0" y="835"/>
                    </a:cubicBezTo>
                    <a:cubicBezTo>
                      <a:pt x="0" y="868"/>
                      <a:pt x="167" y="1001"/>
                      <a:pt x="200" y="1035"/>
                    </a:cubicBezTo>
                    <a:cubicBezTo>
                      <a:pt x="200" y="1035"/>
                      <a:pt x="567" y="835"/>
                      <a:pt x="734" y="668"/>
                    </a:cubicBezTo>
                    <a:lnTo>
                      <a:pt x="1034" y="368"/>
                    </a:lnTo>
                    <a:lnTo>
                      <a:pt x="1201" y="201"/>
                    </a:lnTo>
                    <a:lnTo>
                      <a:pt x="106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0" name="Google Shape;800;p7"/>
              <p:cNvSpPr/>
              <p:nvPr/>
            </p:nvSpPr>
            <p:spPr>
              <a:xfrm rot="10800000">
                <a:off x="8539541" y="4016628"/>
                <a:ext cx="17748" cy="17772"/>
              </a:xfrm>
              <a:custGeom>
                <a:avLst/>
                <a:gdLst/>
                <a:ahLst/>
                <a:cxnLst/>
                <a:rect l="l" t="t" r="r" b="b"/>
                <a:pathLst>
                  <a:path w="734" h="735" extrusionOk="0">
                    <a:moveTo>
                      <a:pt x="567" y="1"/>
                    </a:moveTo>
                    <a:cubicBezTo>
                      <a:pt x="567" y="1"/>
                      <a:pt x="334" y="67"/>
                      <a:pt x="200" y="201"/>
                    </a:cubicBezTo>
                    <a:cubicBezTo>
                      <a:pt x="100" y="334"/>
                      <a:pt x="0" y="568"/>
                      <a:pt x="0" y="568"/>
                    </a:cubicBezTo>
                    <a:cubicBezTo>
                      <a:pt x="0" y="634"/>
                      <a:pt x="167" y="734"/>
                      <a:pt x="167" y="734"/>
                    </a:cubicBezTo>
                    <a:cubicBezTo>
                      <a:pt x="167" y="734"/>
                      <a:pt x="400" y="668"/>
                      <a:pt x="534" y="534"/>
                    </a:cubicBezTo>
                    <a:cubicBezTo>
                      <a:pt x="634" y="401"/>
                      <a:pt x="734" y="167"/>
                      <a:pt x="734" y="167"/>
                    </a:cubicBezTo>
                    <a:lnTo>
                      <a:pt x="56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1" name="Google Shape;801;p7"/>
              <p:cNvSpPr/>
              <p:nvPr/>
            </p:nvSpPr>
            <p:spPr>
              <a:xfrm rot="10800000">
                <a:off x="8529047" y="3990006"/>
                <a:ext cx="16152" cy="20190"/>
              </a:xfrm>
              <a:custGeom>
                <a:avLst/>
                <a:gdLst/>
                <a:ahLst/>
                <a:cxnLst/>
                <a:rect l="l" t="t" r="r" b="b"/>
                <a:pathLst>
                  <a:path w="668" h="835" extrusionOk="0">
                    <a:moveTo>
                      <a:pt x="367" y="0"/>
                    </a:moveTo>
                    <a:cubicBezTo>
                      <a:pt x="367" y="0"/>
                      <a:pt x="201" y="167"/>
                      <a:pt x="134" y="300"/>
                    </a:cubicBezTo>
                    <a:cubicBezTo>
                      <a:pt x="67" y="334"/>
                      <a:pt x="67" y="401"/>
                      <a:pt x="34" y="501"/>
                    </a:cubicBezTo>
                    <a:cubicBezTo>
                      <a:pt x="0" y="534"/>
                      <a:pt x="0" y="634"/>
                      <a:pt x="0" y="634"/>
                    </a:cubicBezTo>
                    <a:cubicBezTo>
                      <a:pt x="34" y="667"/>
                      <a:pt x="167" y="801"/>
                      <a:pt x="167" y="834"/>
                    </a:cubicBezTo>
                    <a:lnTo>
                      <a:pt x="334" y="734"/>
                    </a:lnTo>
                    <a:cubicBezTo>
                      <a:pt x="401" y="701"/>
                      <a:pt x="501" y="634"/>
                      <a:pt x="534" y="534"/>
                    </a:cubicBezTo>
                    <a:cubicBezTo>
                      <a:pt x="668" y="367"/>
                      <a:pt x="601" y="67"/>
                      <a:pt x="601" y="67"/>
                    </a:cubicBezTo>
                    <a:lnTo>
                      <a:pt x="36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2" name="Google Shape;802;p7"/>
              <p:cNvSpPr/>
              <p:nvPr/>
            </p:nvSpPr>
            <p:spPr>
              <a:xfrm rot="10800000">
                <a:off x="8512919" y="3973878"/>
                <a:ext cx="16950" cy="20190"/>
              </a:xfrm>
              <a:custGeom>
                <a:avLst/>
                <a:gdLst/>
                <a:ahLst/>
                <a:cxnLst/>
                <a:rect l="l" t="t" r="r" b="b"/>
                <a:pathLst>
                  <a:path w="701" h="835" extrusionOk="0">
                    <a:moveTo>
                      <a:pt x="534" y="0"/>
                    </a:moveTo>
                    <a:cubicBezTo>
                      <a:pt x="534" y="0"/>
                      <a:pt x="234" y="67"/>
                      <a:pt x="100" y="234"/>
                    </a:cubicBezTo>
                    <a:cubicBezTo>
                      <a:pt x="67" y="367"/>
                      <a:pt x="0" y="467"/>
                      <a:pt x="0" y="567"/>
                    </a:cubicBezTo>
                    <a:lnTo>
                      <a:pt x="0" y="734"/>
                    </a:lnTo>
                    <a:lnTo>
                      <a:pt x="200" y="834"/>
                    </a:lnTo>
                    <a:lnTo>
                      <a:pt x="334" y="701"/>
                    </a:lnTo>
                    <a:lnTo>
                      <a:pt x="501" y="534"/>
                    </a:lnTo>
                    <a:cubicBezTo>
                      <a:pt x="567" y="401"/>
                      <a:pt x="701" y="167"/>
                      <a:pt x="701" y="167"/>
                    </a:cubicBezTo>
                    <a:lnTo>
                      <a:pt x="5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3" name="Google Shape;803;p7"/>
              <p:cNvSpPr/>
              <p:nvPr/>
            </p:nvSpPr>
            <p:spPr>
              <a:xfrm rot="10800000">
                <a:off x="8491955" y="3965004"/>
                <a:ext cx="12912" cy="12138"/>
              </a:xfrm>
              <a:custGeom>
                <a:avLst/>
                <a:gdLst/>
                <a:ahLst/>
                <a:cxnLst/>
                <a:rect l="l" t="t" r="r" b="b"/>
                <a:pathLst>
                  <a:path w="534" h="502" extrusionOk="0">
                    <a:moveTo>
                      <a:pt x="200" y="1"/>
                    </a:moveTo>
                    <a:cubicBezTo>
                      <a:pt x="200" y="1"/>
                      <a:pt x="67" y="101"/>
                      <a:pt x="34" y="168"/>
                    </a:cubicBezTo>
                    <a:cubicBezTo>
                      <a:pt x="0" y="301"/>
                      <a:pt x="67" y="501"/>
                      <a:pt x="67" y="501"/>
                    </a:cubicBezTo>
                    <a:lnTo>
                      <a:pt x="334" y="501"/>
                    </a:lnTo>
                    <a:cubicBezTo>
                      <a:pt x="334" y="501"/>
                      <a:pt x="467" y="435"/>
                      <a:pt x="501" y="334"/>
                    </a:cubicBezTo>
                    <a:cubicBezTo>
                      <a:pt x="534" y="201"/>
                      <a:pt x="467" y="1"/>
                      <a:pt x="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4" name="Google Shape;804;p7"/>
              <p:cNvSpPr/>
              <p:nvPr/>
            </p:nvSpPr>
            <p:spPr>
              <a:xfrm rot="10800000">
                <a:off x="8333866" y="4192054"/>
                <a:ext cx="423198" cy="183212"/>
              </a:xfrm>
              <a:custGeom>
                <a:avLst/>
                <a:gdLst/>
                <a:ahLst/>
                <a:cxnLst/>
                <a:rect l="l" t="t" r="r" b="b"/>
                <a:pathLst>
                  <a:path w="17502" h="7577" extrusionOk="0">
                    <a:moveTo>
                      <a:pt x="7234" y="1"/>
                    </a:moveTo>
                    <a:cubicBezTo>
                      <a:pt x="6746" y="1"/>
                      <a:pt x="6237" y="162"/>
                      <a:pt x="5827" y="421"/>
                    </a:cubicBezTo>
                    <a:cubicBezTo>
                      <a:pt x="5160" y="788"/>
                      <a:pt x="4726" y="1322"/>
                      <a:pt x="4293" y="1822"/>
                    </a:cubicBezTo>
                    <a:cubicBezTo>
                      <a:pt x="3892" y="2322"/>
                      <a:pt x="3492" y="2856"/>
                      <a:pt x="3158" y="3356"/>
                    </a:cubicBezTo>
                    <a:cubicBezTo>
                      <a:pt x="2491" y="4324"/>
                      <a:pt x="1924" y="5258"/>
                      <a:pt x="1324" y="5525"/>
                    </a:cubicBezTo>
                    <a:cubicBezTo>
                      <a:pt x="1181" y="5614"/>
                      <a:pt x="1047" y="5646"/>
                      <a:pt x="928" y="5646"/>
                    </a:cubicBezTo>
                    <a:cubicBezTo>
                      <a:pt x="825" y="5646"/>
                      <a:pt x="734" y="5622"/>
                      <a:pt x="657" y="5591"/>
                    </a:cubicBezTo>
                    <a:cubicBezTo>
                      <a:pt x="490" y="5525"/>
                      <a:pt x="423" y="5458"/>
                      <a:pt x="423" y="5458"/>
                    </a:cubicBezTo>
                    <a:cubicBezTo>
                      <a:pt x="386" y="5428"/>
                      <a:pt x="342" y="5415"/>
                      <a:pt x="299" y="5415"/>
                    </a:cubicBezTo>
                    <a:cubicBezTo>
                      <a:pt x="148" y="5415"/>
                      <a:pt x="1" y="5577"/>
                      <a:pt x="156" y="5758"/>
                    </a:cubicBezTo>
                    <a:cubicBezTo>
                      <a:pt x="156" y="5758"/>
                      <a:pt x="256" y="5825"/>
                      <a:pt x="456" y="5958"/>
                    </a:cubicBezTo>
                    <a:cubicBezTo>
                      <a:pt x="557" y="5992"/>
                      <a:pt x="590" y="6025"/>
                      <a:pt x="657" y="6025"/>
                    </a:cubicBezTo>
                    <a:cubicBezTo>
                      <a:pt x="757" y="6025"/>
                      <a:pt x="823" y="6092"/>
                      <a:pt x="923" y="6092"/>
                    </a:cubicBezTo>
                    <a:cubicBezTo>
                      <a:pt x="990" y="6092"/>
                      <a:pt x="1124" y="6092"/>
                      <a:pt x="1224" y="6025"/>
                    </a:cubicBezTo>
                    <a:cubicBezTo>
                      <a:pt x="1290" y="6025"/>
                      <a:pt x="1424" y="5992"/>
                      <a:pt x="1491" y="5958"/>
                    </a:cubicBezTo>
                    <a:cubicBezTo>
                      <a:pt x="2258" y="5591"/>
                      <a:pt x="2892" y="4657"/>
                      <a:pt x="3592" y="3690"/>
                    </a:cubicBezTo>
                    <a:cubicBezTo>
                      <a:pt x="3926" y="3256"/>
                      <a:pt x="4293" y="2756"/>
                      <a:pt x="4726" y="2256"/>
                    </a:cubicBezTo>
                    <a:cubicBezTo>
                      <a:pt x="5093" y="1755"/>
                      <a:pt x="5560" y="1288"/>
                      <a:pt x="6094" y="988"/>
                    </a:cubicBezTo>
                    <a:cubicBezTo>
                      <a:pt x="6327" y="855"/>
                      <a:pt x="6594" y="755"/>
                      <a:pt x="6894" y="755"/>
                    </a:cubicBezTo>
                    <a:cubicBezTo>
                      <a:pt x="6928" y="732"/>
                      <a:pt x="6968" y="725"/>
                      <a:pt x="7013" y="725"/>
                    </a:cubicBezTo>
                    <a:cubicBezTo>
                      <a:pt x="7102" y="725"/>
                      <a:pt x="7206" y="755"/>
                      <a:pt x="7295" y="755"/>
                    </a:cubicBezTo>
                    <a:cubicBezTo>
                      <a:pt x="7461" y="755"/>
                      <a:pt x="7595" y="788"/>
                      <a:pt x="7728" y="821"/>
                    </a:cubicBezTo>
                    <a:cubicBezTo>
                      <a:pt x="7828" y="855"/>
                      <a:pt x="7962" y="921"/>
                      <a:pt x="8095" y="988"/>
                    </a:cubicBezTo>
                    <a:cubicBezTo>
                      <a:pt x="8229" y="1021"/>
                      <a:pt x="8329" y="1122"/>
                      <a:pt x="8462" y="1188"/>
                    </a:cubicBezTo>
                    <a:cubicBezTo>
                      <a:pt x="8729" y="1422"/>
                      <a:pt x="8896" y="1522"/>
                      <a:pt x="8996" y="1755"/>
                    </a:cubicBezTo>
                    <a:cubicBezTo>
                      <a:pt x="9296" y="2122"/>
                      <a:pt x="9430" y="2689"/>
                      <a:pt x="9763" y="3256"/>
                    </a:cubicBezTo>
                    <a:cubicBezTo>
                      <a:pt x="9830" y="3423"/>
                      <a:pt x="9963" y="3523"/>
                      <a:pt x="10097" y="3657"/>
                    </a:cubicBezTo>
                    <a:cubicBezTo>
                      <a:pt x="10230" y="3790"/>
                      <a:pt x="10397" y="3924"/>
                      <a:pt x="10497" y="3957"/>
                    </a:cubicBezTo>
                    <a:cubicBezTo>
                      <a:pt x="10764" y="4090"/>
                      <a:pt x="11097" y="4190"/>
                      <a:pt x="11398" y="4257"/>
                    </a:cubicBezTo>
                    <a:cubicBezTo>
                      <a:pt x="11481" y="4265"/>
                      <a:pt x="11560" y="4270"/>
                      <a:pt x="11636" y="4270"/>
                    </a:cubicBezTo>
                    <a:cubicBezTo>
                      <a:pt x="11865" y="4270"/>
                      <a:pt x="12065" y="4232"/>
                      <a:pt x="12265" y="4157"/>
                    </a:cubicBezTo>
                    <a:cubicBezTo>
                      <a:pt x="12498" y="4090"/>
                      <a:pt x="12665" y="3990"/>
                      <a:pt x="12832" y="3924"/>
                    </a:cubicBezTo>
                    <a:cubicBezTo>
                      <a:pt x="13166" y="3757"/>
                      <a:pt x="13399" y="3690"/>
                      <a:pt x="13499" y="3690"/>
                    </a:cubicBezTo>
                    <a:lnTo>
                      <a:pt x="13566" y="3690"/>
                    </a:lnTo>
                    <a:cubicBezTo>
                      <a:pt x="13694" y="3682"/>
                      <a:pt x="13820" y="3678"/>
                      <a:pt x="13943" y="3678"/>
                    </a:cubicBezTo>
                    <a:cubicBezTo>
                      <a:pt x="14810" y="3678"/>
                      <a:pt x="15533" y="3886"/>
                      <a:pt x="16001" y="4324"/>
                    </a:cubicBezTo>
                    <a:cubicBezTo>
                      <a:pt x="16501" y="4824"/>
                      <a:pt x="16768" y="5425"/>
                      <a:pt x="16902" y="5925"/>
                    </a:cubicBezTo>
                    <a:cubicBezTo>
                      <a:pt x="17002" y="6425"/>
                      <a:pt x="17002" y="6792"/>
                      <a:pt x="17068" y="7026"/>
                    </a:cubicBezTo>
                    <a:cubicBezTo>
                      <a:pt x="17102" y="7293"/>
                      <a:pt x="17102" y="7426"/>
                      <a:pt x="17102" y="7426"/>
                    </a:cubicBezTo>
                    <a:cubicBezTo>
                      <a:pt x="17117" y="7520"/>
                      <a:pt x="17199" y="7577"/>
                      <a:pt x="17284" y="7577"/>
                    </a:cubicBezTo>
                    <a:cubicBezTo>
                      <a:pt x="17382" y="7577"/>
                      <a:pt x="17484" y="7503"/>
                      <a:pt x="17502" y="7326"/>
                    </a:cubicBezTo>
                    <a:lnTo>
                      <a:pt x="17502" y="6926"/>
                    </a:lnTo>
                    <a:cubicBezTo>
                      <a:pt x="17469" y="6659"/>
                      <a:pt x="17469" y="6259"/>
                      <a:pt x="17335" y="5691"/>
                    </a:cubicBezTo>
                    <a:cubicBezTo>
                      <a:pt x="17235" y="5191"/>
                      <a:pt x="16968" y="4491"/>
                      <a:pt x="16334" y="3857"/>
                    </a:cubicBezTo>
                    <a:cubicBezTo>
                      <a:pt x="16001" y="3590"/>
                      <a:pt x="15601" y="3323"/>
                      <a:pt x="15100" y="3190"/>
                    </a:cubicBezTo>
                    <a:cubicBezTo>
                      <a:pt x="14740" y="3118"/>
                      <a:pt x="14362" y="3063"/>
                      <a:pt x="13966" y="3063"/>
                    </a:cubicBezTo>
                    <a:cubicBezTo>
                      <a:pt x="13813" y="3063"/>
                      <a:pt x="13657" y="3071"/>
                      <a:pt x="13499" y="3090"/>
                    </a:cubicBezTo>
                    <a:lnTo>
                      <a:pt x="13566" y="3090"/>
                    </a:lnTo>
                    <a:cubicBezTo>
                      <a:pt x="13399" y="3090"/>
                      <a:pt x="12999" y="3123"/>
                      <a:pt x="12632" y="3290"/>
                    </a:cubicBezTo>
                    <a:cubicBezTo>
                      <a:pt x="12334" y="3398"/>
                      <a:pt x="12036" y="3550"/>
                      <a:pt x="11721" y="3550"/>
                    </a:cubicBezTo>
                    <a:cubicBezTo>
                      <a:pt x="11647" y="3550"/>
                      <a:pt x="11573" y="3542"/>
                      <a:pt x="11498" y="3523"/>
                    </a:cubicBezTo>
                    <a:cubicBezTo>
                      <a:pt x="11298" y="3490"/>
                      <a:pt x="11097" y="3423"/>
                      <a:pt x="10897" y="3290"/>
                    </a:cubicBezTo>
                    <a:cubicBezTo>
                      <a:pt x="10764" y="3256"/>
                      <a:pt x="10730" y="3190"/>
                      <a:pt x="10630" y="3123"/>
                    </a:cubicBezTo>
                    <a:cubicBezTo>
                      <a:pt x="10564" y="3090"/>
                      <a:pt x="10464" y="2990"/>
                      <a:pt x="10430" y="2856"/>
                    </a:cubicBezTo>
                    <a:cubicBezTo>
                      <a:pt x="10163" y="2422"/>
                      <a:pt x="9997" y="1822"/>
                      <a:pt x="9663" y="1322"/>
                    </a:cubicBezTo>
                    <a:cubicBezTo>
                      <a:pt x="9496" y="1021"/>
                      <a:pt x="9163" y="788"/>
                      <a:pt x="8929" y="621"/>
                    </a:cubicBezTo>
                    <a:cubicBezTo>
                      <a:pt x="8796" y="521"/>
                      <a:pt x="8662" y="454"/>
                      <a:pt x="8496" y="354"/>
                    </a:cubicBezTo>
                    <a:cubicBezTo>
                      <a:pt x="8329" y="288"/>
                      <a:pt x="8162" y="188"/>
                      <a:pt x="7995" y="154"/>
                    </a:cubicBezTo>
                    <a:cubicBezTo>
                      <a:pt x="7760" y="48"/>
                      <a:pt x="7500" y="1"/>
                      <a:pt x="7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5" name="Google Shape;805;p7"/>
              <p:cNvSpPr/>
              <p:nvPr/>
            </p:nvSpPr>
            <p:spPr>
              <a:xfrm rot="10800000">
                <a:off x="8391729" y="4528083"/>
                <a:ext cx="472574" cy="304837"/>
              </a:xfrm>
              <a:custGeom>
                <a:avLst/>
                <a:gdLst/>
                <a:ahLst/>
                <a:cxnLst/>
                <a:rect l="l" t="t" r="r" b="b"/>
                <a:pathLst>
                  <a:path w="19544" h="12607" extrusionOk="0">
                    <a:moveTo>
                      <a:pt x="6326" y="1"/>
                    </a:moveTo>
                    <a:cubicBezTo>
                      <a:pt x="6092" y="1"/>
                      <a:pt x="5892" y="34"/>
                      <a:pt x="5692" y="68"/>
                    </a:cubicBezTo>
                    <a:cubicBezTo>
                      <a:pt x="5492" y="168"/>
                      <a:pt x="5325" y="201"/>
                      <a:pt x="5092" y="301"/>
                    </a:cubicBezTo>
                    <a:cubicBezTo>
                      <a:pt x="4891" y="368"/>
                      <a:pt x="4725" y="468"/>
                      <a:pt x="4558" y="535"/>
                    </a:cubicBezTo>
                    <a:cubicBezTo>
                      <a:pt x="4391" y="568"/>
                      <a:pt x="4191" y="735"/>
                      <a:pt x="4058" y="868"/>
                    </a:cubicBezTo>
                    <a:cubicBezTo>
                      <a:pt x="3724" y="1135"/>
                      <a:pt x="3524" y="1469"/>
                      <a:pt x="3357" y="1735"/>
                    </a:cubicBezTo>
                    <a:cubicBezTo>
                      <a:pt x="2990" y="2369"/>
                      <a:pt x="2690" y="2903"/>
                      <a:pt x="2390" y="3403"/>
                    </a:cubicBezTo>
                    <a:cubicBezTo>
                      <a:pt x="2089" y="3870"/>
                      <a:pt x="1756" y="4304"/>
                      <a:pt x="1489" y="4504"/>
                    </a:cubicBezTo>
                    <a:cubicBezTo>
                      <a:pt x="1276" y="4646"/>
                      <a:pt x="1063" y="4687"/>
                      <a:pt x="885" y="4687"/>
                    </a:cubicBezTo>
                    <a:cubicBezTo>
                      <a:pt x="813" y="4687"/>
                      <a:pt x="746" y="4681"/>
                      <a:pt x="688" y="4671"/>
                    </a:cubicBezTo>
                    <a:cubicBezTo>
                      <a:pt x="588" y="4638"/>
                      <a:pt x="522" y="4638"/>
                      <a:pt x="488" y="4571"/>
                    </a:cubicBezTo>
                    <a:cubicBezTo>
                      <a:pt x="422" y="4537"/>
                      <a:pt x="388" y="4537"/>
                      <a:pt x="388" y="4537"/>
                    </a:cubicBezTo>
                    <a:cubicBezTo>
                      <a:pt x="353" y="4514"/>
                      <a:pt x="318" y="4504"/>
                      <a:pt x="284" y="4504"/>
                    </a:cubicBezTo>
                    <a:cubicBezTo>
                      <a:pt x="122" y="4504"/>
                      <a:pt x="1" y="4733"/>
                      <a:pt x="221" y="4871"/>
                    </a:cubicBezTo>
                    <a:cubicBezTo>
                      <a:pt x="221" y="4871"/>
                      <a:pt x="255" y="4871"/>
                      <a:pt x="322" y="4904"/>
                    </a:cubicBezTo>
                    <a:cubicBezTo>
                      <a:pt x="388" y="4938"/>
                      <a:pt x="488" y="5004"/>
                      <a:pt x="588" y="5038"/>
                    </a:cubicBezTo>
                    <a:cubicBezTo>
                      <a:pt x="686" y="5074"/>
                      <a:pt x="811" y="5098"/>
                      <a:pt x="949" y="5098"/>
                    </a:cubicBezTo>
                    <a:cubicBezTo>
                      <a:pt x="1188" y="5098"/>
                      <a:pt x="1469" y="5028"/>
                      <a:pt x="1723" y="4838"/>
                    </a:cubicBezTo>
                    <a:cubicBezTo>
                      <a:pt x="2556" y="4237"/>
                      <a:pt x="3090" y="3136"/>
                      <a:pt x="3824" y="2002"/>
                    </a:cubicBezTo>
                    <a:cubicBezTo>
                      <a:pt x="4024" y="1735"/>
                      <a:pt x="4191" y="1469"/>
                      <a:pt x="4424" y="1235"/>
                    </a:cubicBezTo>
                    <a:cubicBezTo>
                      <a:pt x="4658" y="1035"/>
                      <a:pt x="5025" y="968"/>
                      <a:pt x="5325" y="801"/>
                    </a:cubicBezTo>
                    <a:cubicBezTo>
                      <a:pt x="5492" y="701"/>
                      <a:pt x="5659" y="668"/>
                      <a:pt x="5825" y="635"/>
                    </a:cubicBezTo>
                    <a:cubicBezTo>
                      <a:pt x="5992" y="635"/>
                      <a:pt x="6159" y="635"/>
                      <a:pt x="6326" y="568"/>
                    </a:cubicBezTo>
                    <a:cubicBezTo>
                      <a:pt x="6593" y="635"/>
                      <a:pt x="6926" y="668"/>
                      <a:pt x="7193" y="868"/>
                    </a:cubicBezTo>
                    <a:cubicBezTo>
                      <a:pt x="7360" y="968"/>
                      <a:pt x="7427" y="1135"/>
                      <a:pt x="7560" y="1202"/>
                    </a:cubicBezTo>
                    <a:cubicBezTo>
                      <a:pt x="7660" y="1335"/>
                      <a:pt x="7760" y="1469"/>
                      <a:pt x="7860" y="1635"/>
                    </a:cubicBezTo>
                    <a:cubicBezTo>
                      <a:pt x="8027" y="1969"/>
                      <a:pt x="8194" y="2236"/>
                      <a:pt x="8361" y="2569"/>
                    </a:cubicBezTo>
                    <a:cubicBezTo>
                      <a:pt x="8694" y="3237"/>
                      <a:pt x="8928" y="3904"/>
                      <a:pt x="9361" y="4504"/>
                    </a:cubicBezTo>
                    <a:cubicBezTo>
                      <a:pt x="9595" y="4804"/>
                      <a:pt x="9828" y="5071"/>
                      <a:pt x="10095" y="5338"/>
                    </a:cubicBezTo>
                    <a:cubicBezTo>
                      <a:pt x="10395" y="5572"/>
                      <a:pt x="10729" y="5838"/>
                      <a:pt x="11096" y="6005"/>
                    </a:cubicBezTo>
                    <a:cubicBezTo>
                      <a:pt x="11863" y="6339"/>
                      <a:pt x="12664" y="6405"/>
                      <a:pt x="13264" y="6672"/>
                    </a:cubicBezTo>
                    <a:cubicBezTo>
                      <a:pt x="13898" y="6906"/>
                      <a:pt x="14398" y="7406"/>
                      <a:pt x="14732" y="8040"/>
                    </a:cubicBezTo>
                    <a:cubicBezTo>
                      <a:pt x="15065" y="8674"/>
                      <a:pt x="15366" y="9341"/>
                      <a:pt x="15599" y="9975"/>
                    </a:cubicBezTo>
                    <a:cubicBezTo>
                      <a:pt x="15866" y="10575"/>
                      <a:pt x="16166" y="11176"/>
                      <a:pt x="16533" y="11676"/>
                    </a:cubicBezTo>
                    <a:cubicBezTo>
                      <a:pt x="16900" y="12176"/>
                      <a:pt x="17400" y="12510"/>
                      <a:pt x="17901" y="12577"/>
                    </a:cubicBezTo>
                    <a:cubicBezTo>
                      <a:pt x="17967" y="12599"/>
                      <a:pt x="18042" y="12606"/>
                      <a:pt x="18117" y="12606"/>
                    </a:cubicBezTo>
                    <a:cubicBezTo>
                      <a:pt x="18268" y="12606"/>
                      <a:pt x="18423" y="12577"/>
                      <a:pt x="18535" y="12577"/>
                    </a:cubicBezTo>
                    <a:cubicBezTo>
                      <a:pt x="18701" y="12577"/>
                      <a:pt x="18868" y="12543"/>
                      <a:pt x="19002" y="12510"/>
                    </a:cubicBezTo>
                    <a:cubicBezTo>
                      <a:pt x="19102" y="12510"/>
                      <a:pt x="19202" y="12476"/>
                      <a:pt x="19235" y="12410"/>
                    </a:cubicBezTo>
                    <a:cubicBezTo>
                      <a:pt x="19268" y="12376"/>
                      <a:pt x="19335" y="12376"/>
                      <a:pt x="19335" y="12376"/>
                    </a:cubicBezTo>
                    <a:cubicBezTo>
                      <a:pt x="19543" y="12257"/>
                      <a:pt x="19460" y="12032"/>
                      <a:pt x="19297" y="12032"/>
                    </a:cubicBezTo>
                    <a:cubicBezTo>
                      <a:pt x="19278" y="12032"/>
                      <a:pt x="19257" y="12036"/>
                      <a:pt x="19235" y="12043"/>
                    </a:cubicBezTo>
                    <a:cubicBezTo>
                      <a:pt x="19235" y="12043"/>
                      <a:pt x="19202" y="12076"/>
                      <a:pt x="19168" y="12076"/>
                    </a:cubicBezTo>
                    <a:cubicBezTo>
                      <a:pt x="19102" y="12076"/>
                      <a:pt x="19035" y="12143"/>
                      <a:pt x="18901" y="12176"/>
                    </a:cubicBezTo>
                    <a:cubicBezTo>
                      <a:pt x="18835" y="12210"/>
                      <a:pt x="18701" y="12243"/>
                      <a:pt x="18535" y="12243"/>
                    </a:cubicBezTo>
                    <a:cubicBezTo>
                      <a:pt x="18401" y="12243"/>
                      <a:pt x="18201" y="12243"/>
                      <a:pt x="18034" y="12210"/>
                    </a:cubicBezTo>
                    <a:cubicBezTo>
                      <a:pt x="17667" y="12143"/>
                      <a:pt x="17267" y="11876"/>
                      <a:pt x="16933" y="11409"/>
                    </a:cubicBezTo>
                    <a:cubicBezTo>
                      <a:pt x="16600" y="11009"/>
                      <a:pt x="16366" y="10408"/>
                      <a:pt x="16099" y="9808"/>
                    </a:cubicBezTo>
                    <a:cubicBezTo>
                      <a:pt x="15866" y="9174"/>
                      <a:pt x="15666" y="8507"/>
                      <a:pt x="15266" y="7806"/>
                    </a:cubicBezTo>
                    <a:cubicBezTo>
                      <a:pt x="14899" y="7073"/>
                      <a:pt x="14332" y="6405"/>
                      <a:pt x="13531" y="6072"/>
                    </a:cubicBezTo>
                    <a:cubicBezTo>
                      <a:pt x="12764" y="5738"/>
                      <a:pt x="11997" y="5672"/>
                      <a:pt x="11396" y="5371"/>
                    </a:cubicBezTo>
                    <a:cubicBezTo>
                      <a:pt x="11096" y="5238"/>
                      <a:pt x="10862" y="5038"/>
                      <a:pt x="10596" y="4838"/>
                    </a:cubicBezTo>
                    <a:cubicBezTo>
                      <a:pt x="10362" y="4638"/>
                      <a:pt x="10162" y="4371"/>
                      <a:pt x="9995" y="4137"/>
                    </a:cubicBezTo>
                    <a:cubicBezTo>
                      <a:pt x="9662" y="3637"/>
                      <a:pt x="9361" y="2970"/>
                      <a:pt x="9028" y="2303"/>
                    </a:cubicBezTo>
                    <a:cubicBezTo>
                      <a:pt x="8861" y="1969"/>
                      <a:pt x="8661" y="1635"/>
                      <a:pt x="8427" y="1302"/>
                    </a:cubicBezTo>
                    <a:cubicBezTo>
                      <a:pt x="8361" y="1135"/>
                      <a:pt x="8194" y="968"/>
                      <a:pt x="8060" y="801"/>
                    </a:cubicBezTo>
                    <a:cubicBezTo>
                      <a:pt x="7894" y="668"/>
                      <a:pt x="7760" y="501"/>
                      <a:pt x="7560" y="368"/>
                    </a:cubicBezTo>
                    <a:cubicBezTo>
                      <a:pt x="7226" y="68"/>
                      <a:pt x="6726" y="1"/>
                      <a:pt x="63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6" name="Google Shape;806;p7"/>
              <p:cNvSpPr/>
              <p:nvPr/>
            </p:nvSpPr>
            <p:spPr>
              <a:xfrm rot="10800000">
                <a:off x="8559707" y="4327970"/>
                <a:ext cx="21786" cy="12356"/>
              </a:xfrm>
              <a:custGeom>
                <a:avLst/>
                <a:gdLst/>
                <a:ahLst/>
                <a:cxnLst/>
                <a:rect l="l" t="t" r="r" b="b"/>
                <a:pathLst>
                  <a:path w="901" h="511" extrusionOk="0">
                    <a:moveTo>
                      <a:pt x="513" y="1"/>
                    </a:moveTo>
                    <a:cubicBezTo>
                      <a:pt x="473" y="1"/>
                      <a:pt x="434" y="3"/>
                      <a:pt x="401" y="10"/>
                    </a:cubicBezTo>
                    <a:cubicBezTo>
                      <a:pt x="234" y="43"/>
                      <a:pt x="0" y="177"/>
                      <a:pt x="0" y="177"/>
                    </a:cubicBezTo>
                    <a:lnTo>
                      <a:pt x="0" y="444"/>
                    </a:lnTo>
                    <a:cubicBezTo>
                      <a:pt x="0" y="444"/>
                      <a:pt x="267" y="510"/>
                      <a:pt x="501" y="510"/>
                    </a:cubicBezTo>
                    <a:cubicBezTo>
                      <a:pt x="667" y="477"/>
                      <a:pt x="901" y="310"/>
                      <a:pt x="901" y="310"/>
                    </a:cubicBezTo>
                    <a:cubicBezTo>
                      <a:pt x="901" y="277"/>
                      <a:pt x="834" y="43"/>
                      <a:pt x="868" y="43"/>
                    </a:cubicBezTo>
                    <a:cubicBezTo>
                      <a:pt x="868" y="43"/>
                      <a:pt x="675"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7" name="Google Shape;807;p7"/>
              <p:cNvSpPr/>
              <p:nvPr/>
            </p:nvSpPr>
            <p:spPr>
              <a:xfrm rot="10800000">
                <a:off x="8552429" y="4311842"/>
                <a:ext cx="20190" cy="12356"/>
              </a:xfrm>
              <a:custGeom>
                <a:avLst/>
                <a:gdLst/>
                <a:ahLst/>
                <a:cxnLst/>
                <a:rect l="l" t="t" r="r" b="b"/>
                <a:pathLst>
                  <a:path w="835" h="511" extrusionOk="0">
                    <a:moveTo>
                      <a:pt x="423" y="1"/>
                    </a:moveTo>
                    <a:cubicBezTo>
                      <a:pt x="391" y="1"/>
                      <a:pt x="360" y="4"/>
                      <a:pt x="334" y="10"/>
                    </a:cubicBezTo>
                    <a:cubicBezTo>
                      <a:pt x="200" y="44"/>
                      <a:pt x="0" y="177"/>
                      <a:pt x="0" y="177"/>
                    </a:cubicBezTo>
                    <a:lnTo>
                      <a:pt x="0" y="411"/>
                    </a:lnTo>
                    <a:cubicBezTo>
                      <a:pt x="0" y="411"/>
                      <a:pt x="234" y="511"/>
                      <a:pt x="434" y="511"/>
                    </a:cubicBezTo>
                    <a:cubicBezTo>
                      <a:pt x="601" y="477"/>
                      <a:pt x="801" y="310"/>
                      <a:pt x="801" y="310"/>
                    </a:cubicBezTo>
                    <a:cubicBezTo>
                      <a:pt x="834" y="310"/>
                      <a:pt x="734" y="77"/>
                      <a:pt x="701" y="44"/>
                    </a:cubicBezTo>
                    <a:cubicBezTo>
                      <a:pt x="701" y="44"/>
                      <a:pt x="551"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8" name="Google Shape;808;p7"/>
              <p:cNvSpPr/>
              <p:nvPr/>
            </p:nvSpPr>
            <p:spPr>
              <a:xfrm rot="10800000">
                <a:off x="8545175" y="4287637"/>
                <a:ext cx="20190" cy="12138"/>
              </a:xfrm>
              <a:custGeom>
                <a:avLst/>
                <a:gdLst/>
                <a:ahLst/>
                <a:cxnLst/>
                <a:rect l="l" t="t" r="r" b="b"/>
                <a:pathLst>
                  <a:path w="835" h="502" extrusionOk="0">
                    <a:moveTo>
                      <a:pt x="668" y="1"/>
                    </a:moveTo>
                    <a:cubicBezTo>
                      <a:pt x="668" y="1"/>
                      <a:pt x="434" y="1"/>
                      <a:pt x="334" y="34"/>
                    </a:cubicBezTo>
                    <a:cubicBezTo>
                      <a:pt x="234" y="34"/>
                      <a:pt x="201" y="101"/>
                      <a:pt x="134" y="134"/>
                    </a:cubicBezTo>
                    <a:cubicBezTo>
                      <a:pt x="34" y="168"/>
                      <a:pt x="0" y="201"/>
                      <a:pt x="0" y="201"/>
                    </a:cubicBezTo>
                    <a:lnTo>
                      <a:pt x="0" y="468"/>
                    </a:lnTo>
                    <a:cubicBezTo>
                      <a:pt x="0" y="468"/>
                      <a:pt x="67" y="468"/>
                      <a:pt x="167" y="501"/>
                    </a:cubicBezTo>
                    <a:lnTo>
                      <a:pt x="467" y="501"/>
                    </a:lnTo>
                    <a:cubicBezTo>
                      <a:pt x="534" y="468"/>
                      <a:pt x="634" y="435"/>
                      <a:pt x="701" y="335"/>
                    </a:cubicBezTo>
                    <a:lnTo>
                      <a:pt x="834" y="201"/>
                    </a:lnTo>
                    <a:cubicBezTo>
                      <a:pt x="834" y="168"/>
                      <a:pt x="701" y="1"/>
                      <a:pt x="6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9" name="Google Shape;809;p7"/>
              <p:cNvSpPr/>
              <p:nvPr/>
            </p:nvSpPr>
            <p:spPr>
              <a:xfrm rot="10800000">
                <a:off x="8375794" y="4255381"/>
                <a:ext cx="33102" cy="12936"/>
              </a:xfrm>
              <a:custGeom>
                <a:avLst/>
                <a:gdLst/>
                <a:ahLst/>
                <a:cxnLst/>
                <a:rect l="l" t="t" r="r" b="b"/>
                <a:pathLst>
                  <a:path w="1369" h="535" extrusionOk="0">
                    <a:moveTo>
                      <a:pt x="1235" y="1"/>
                    </a:moveTo>
                    <a:cubicBezTo>
                      <a:pt x="1235" y="1"/>
                      <a:pt x="868" y="1"/>
                      <a:pt x="601" y="34"/>
                    </a:cubicBezTo>
                    <a:cubicBezTo>
                      <a:pt x="368" y="68"/>
                      <a:pt x="1" y="201"/>
                      <a:pt x="1" y="201"/>
                    </a:cubicBezTo>
                    <a:lnTo>
                      <a:pt x="1" y="468"/>
                    </a:lnTo>
                    <a:cubicBezTo>
                      <a:pt x="1" y="468"/>
                      <a:pt x="401" y="535"/>
                      <a:pt x="701" y="535"/>
                    </a:cubicBezTo>
                    <a:cubicBezTo>
                      <a:pt x="935" y="468"/>
                      <a:pt x="1335" y="234"/>
                      <a:pt x="1335" y="234"/>
                    </a:cubicBezTo>
                    <a:cubicBezTo>
                      <a:pt x="1368" y="201"/>
                      <a:pt x="1268" y="1"/>
                      <a:pt x="12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0" name="Google Shape;810;p7"/>
              <p:cNvSpPr/>
              <p:nvPr/>
            </p:nvSpPr>
            <p:spPr>
              <a:xfrm rot="10800000">
                <a:off x="8370160" y="4233595"/>
                <a:ext cx="26622" cy="13734"/>
              </a:xfrm>
              <a:custGeom>
                <a:avLst/>
                <a:gdLst/>
                <a:ahLst/>
                <a:cxnLst/>
                <a:rect l="l" t="t" r="r" b="b"/>
                <a:pathLst>
                  <a:path w="1101" h="568" extrusionOk="0">
                    <a:moveTo>
                      <a:pt x="1034" y="0"/>
                    </a:moveTo>
                    <a:cubicBezTo>
                      <a:pt x="1034" y="0"/>
                      <a:pt x="701" y="0"/>
                      <a:pt x="500" y="34"/>
                    </a:cubicBezTo>
                    <a:cubicBezTo>
                      <a:pt x="267" y="134"/>
                      <a:pt x="0" y="334"/>
                      <a:pt x="0" y="334"/>
                    </a:cubicBezTo>
                    <a:cubicBezTo>
                      <a:pt x="0" y="367"/>
                      <a:pt x="67" y="567"/>
                      <a:pt x="67" y="567"/>
                    </a:cubicBezTo>
                    <a:cubicBezTo>
                      <a:pt x="67" y="567"/>
                      <a:pt x="400" y="567"/>
                      <a:pt x="601" y="534"/>
                    </a:cubicBezTo>
                    <a:cubicBezTo>
                      <a:pt x="834" y="467"/>
                      <a:pt x="1101" y="234"/>
                      <a:pt x="1101" y="234"/>
                    </a:cubicBezTo>
                    <a:cubicBezTo>
                      <a:pt x="1101" y="234"/>
                      <a:pt x="1068" y="34"/>
                      <a:pt x="10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1" name="Google Shape;811;p7"/>
              <p:cNvSpPr/>
              <p:nvPr/>
            </p:nvSpPr>
            <p:spPr>
              <a:xfrm rot="10800000">
                <a:off x="8364502" y="4213695"/>
                <a:ext cx="20190" cy="11050"/>
              </a:xfrm>
              <a:custGeom>
                <a:avLst/>
                <a:gdLst/>
                <a:ahLst/>
                <a:cxnLst/>
                <a:rect l="l" t="t" r="r" b="b"/>
                <a:pathLst>
                  <a:path w="835" h="457" extrusionOk="0">
                    <a:moveTo>
                      <a:pt x="401" y="0"/>
                    </a:moveTo>
                    <a:cubicBezTo>
                      <a:pt x="234" y="0"/>
                      <a:pt x="34" y="167"/>
                      <a:pt x="34" y="167"/>
                    </a:cubicBezTo>
                    <a:cubicBezTo>
                      <a:pt x="0" y="167"/>
                      <a:pt x="67" y="401"/>
                      <a:pt x="67" y="401"/>
                    </a:cubicBezTo>
                    <a:cubicBezTo>
                      <a:pt x="67" y="401"/>
                      <a:pt x="217" y="457"/>
                      <a:pt x="335" y="457"/>
                    </a:cubicBezTo>
                    <a:cubicBezTo>
                      <a:pt x="374" y="457"/>
                      <a:pt x="409" y="451"/>
                      <a:pt x="434" y="434"/>
                    </a:cubicBezTo>
                    <a:lnTo>
                      <a:pt x="701" y="334"/>
                    </a:lnTo>
                    <a:cubicBezTo>
                      <a:pt x="768" y="267"/>
                      <a:pt x="834" y="234"/>
                      <a:pt x="834" y="234"/>
                    </a:cubicBezTo>
                    <a:cubicBezTo>
                      <a:pt x="834" y="200"/>
                      <a:pt x="768" y="34"/>
                      <a:pt x="768" y="34"/>
                    </a:cubicBezTo>
                    <a:cubicBezTo>
                      <a:pt x="768" y="34"/>
                      <a:pt x="734" y="0"/>
                      <a:pt x="6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2" name="Google Shape;812;p7"/>
              <p:cNvSpPr/>
              <p:nvPr/>
            </p:nvSpPr>
            <p:spPr>
              <a:xfrm rot="10800000">
                <a:off x="8703264" y="4790219"/>
                <a:ext cx="22608" cy="12840"/>
              </a:xfrm>
              <a:custGeom>
                <a:avLst/>
                <a:gdLst/>
                <a:ahLst/>
                <a:cxnLst/>
                <a:rect l="l" t="t" r="r" b="b"/>
                <a:pathLst>
                  <a:path w="935" h="531" extrusionOk="0">
                    <a:moveTo>
                      <a:pt x="834" y="0"/>
                    </a:moveTo>
                    <a:cubicBezTo>
                      <a:pt x="834" y="0"/>
                      <a:pt x="534" y="0"/>
                      <a:pt x="401" y="33"/>
                    </a:cubicBezTo>
                    <a:cubicBezTo>
                      <a:pt x="267" y="100"/>
                      <a:pt x="34" y="267"/>
                      <a:pt x="34" y="267"/>
                    </a:cubicBezTo>
                    <a:cubicBezTo>
                      <a:pt x="0" y="267"/>
                      <a:pt x="100" y="500"/>
                      <a:pt x="100" y="500"/>
                    </a:cubicBezTo>
                    <a:cubicBezTo>
                      <a:pt x="100" y="500"/>
                      <a:pt x="219" y="530"/>
                      <a:pt x="348" y="530"/>
                    </a:cubicBezTo>
                    <a:cubicBezTo>
                      <a:pt x="412" y="530"/>
                      <a:pt x="478" y="523"/>
                      <a:pt x="534" y="500"/>
                    </a:cubicBezTo>
                    <a:cubicBezTo>
                      <a:pt x="701" y="434"/>
                      <a:pt x="934" y="234"/>
                      <a:pt x="934" y="234"/>
                    </a:cubicBezTo>
                    <a:cubicBezTo>
                      <a:pt x="934" y="234"/>
                      <a:pt x="834" y="67"/>
                      <a:pt x="8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3" name="Google Shape;813;p7"/>
              <p:cNvSpPr/>
              <p:nvPr/>
            </p:nvSpPr>
            <p:spPr>
              <a:xfrm rot="10800000">
                <a:off x="8692770" y="4768360"/>
                <a:ext cx="25848" cy="14532"/>
              </a:xfrm>
              <a:custGeom>
                <a:avLst/>
                <a:gdLst/>
                <a:ahLst/>
                <a:cxnLst/>
                <a:rect l="l" t="t" r="r" b="b"/>
                <a:pathLst>
                  <a:path w="1069" h="601" extrusionOk="0">
                    <a:moveTo>
                      <a:pt x="1001" y="0"/>
                    </a:moveTo>
                    <a:cubicBezTo>
                      <a:pt x="1001" y="0"/>
                      <a:pt x="668" y="0"/>
                      <a:pt x="468" y="100"/>
                    </a:cubicBezTo>
                    <a:cubicBezTo>
                      <a:pt x="301" y="133"/>
                      <a:pt x="1" y="334"/>
                      <a:pt x="1" y="334"/>
                    </a:cubicBezTo>
                    <a:lnTo>
                      <a:pt x="34" y="600"/>
                    </a:lnTo>
                    <a:cubicBezTo>
                      <a:pt x="34" y="600"/>
                      <a:pt x="401" y="600"/>
                      <a:pt x="634" y="567"/>
                    </a:cubicBezTo>
                    <a:cubicBezTo>
                      <a:pt x="835" y="467"/>
                      <a:pt x="1068" y="267"/>
                      <a:pt x="1068" y="267"/>
                    </a:cubicBezTo>
                    <a:cubicBezTo>
                      <a:pt x="1068" y="234"/>
                      <a:pt x="1035" y="0"/>
                      <a:pt x="10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4" name="Google Shape;814;p7"/>
              <p:cNvSpPr/>
              <p:nvPr/>
            </p:nvSpPr>
            <p:spPr>
              <a:xfrm rot="10800000">
                <a:off x="8669388" y="4743358"/>
                <a:ext cx="39558" cy="12356"/>
              </a:xfrm>
              <a:custGeom>
                <a:avLst/>
                <a:gdLst/>
                <a:ahLst/>
                <a:cxnLst/>
                <a:rect l="l" t="t" r="r" b="b"/>
                <a:pathLst>
                  <a:path w="1636" h="511" extrusionOk="0">
                    <a:moveTo>
                      <a:pt x="1016" y="1"/>
                    </a:moveTo>
                    <a:cubicBezTo>
                      <a:pt x="942" y="1"/>
                      <a:pt x="868" y="3"/>
                      <a:pt x="801" y="10"/>
                    </a:cubicBezTo>
                    <a:cubicBezTo>
                      <a:pt x="501" y="44"/>
                      <a:pt x="1" y="177"/>
                      <a:pt x="1" y="177"/>
                    </a:cubicBezTo>
                    <a:lnTo>
                      <a:pt x="1" y="444"/>
                    </a:lnTo>
                    <a:cubicBezTo>
                      <a:pt x="1" y="444"/>
                      <a:pt x="501" y="511"/>
                      <a:pt x="835" y="511"/>
                    </a:cubicBezTo>
                    <a:cubicBezTo>
                      <a:pt x="1135" y="477"/>
                      <a:pt x="1635" y="310"/>
                      <a:pt x="1635" y="310"/>
                    </a:cubicBezTo>
                    <a:cubicBezTo>
                      <a:pt x="1635" y="310"/>
                      <a:pt x="1602" y="110"/>
                      <a:pt x="1635" y="44"/>
                    </a:cubicBezTo>
                    <a:cubicBezTo>
                      <a:pt x="1635" y="44"/>
                      <a:pt x="1315" y="1"/>
                      <a:pt x="10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5" name="Google Shape;815;p7"/>
              <p:cNvSpPr/>
              <p:nvPr/>
            </p:nvSpPr>
            <p:spPr>
              <a:xfrm rot="10800000">
                <a:off x="8662134" y="4715116"/>
                <a:ext cx="31482" cy="14556"/>
              </a:xfrm>
              <a:custGeom>
                <a:avLst/>
                <a:gdLst/>
                <a:ahLst/>
                <a:cxnLst/>
                <a:rect l="l" t="t" r="r" b="b"/>
                <a:pathLst>
                  <a:path w="1302" h="602" extrusionOk="0">
                    <a:moveTo>
                      <a:pt x="1268" y="1"/>
                    </a:moveTo>
                    <a:cubicBezTo>
                      <a:pt x="1268" y="1"/>
                      <a:pt x="835" y="1"/>
                      <a:pt x="601" y="67"/>
                    </a:cubicBezTo>
                    <a:cubicBezTo>
                      <a:pt x="334" y="134"/>
                      <a:pt x="1" y="368"/>
                      <a:pt x="1" y="368"/>
                    </a:cubicBezTo>
                    <a:cubicBezTo>
                      <a:pt x="1" y="401"/>
                      <a:pt x="101" y="601"/>
                      <a:pt x="101" y="601"/>
                    </a:cubicBezTo>
                    <a:cubicBezTo>
                      <a:pt x="101" y="601"/>
                      <a:pt x="468" y="601"/>
                      <a:pt x="701" y="534"/>
                    </a:cubicBezTo>
                    <a:cubicBezTo>
                      <a:pt x="968" y="468"/>
                      <a:pt x="1302" y="267"/>
                      <a:pt x="1302" y="267"/>
                    </a:cubicBezTo>
                    <a:cubicBezTo>
                      <a:pt x="1302" y="267"/>
                      <a:pt x="1268" y="67"/>
                      <a:pt x="1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6" name="Google Shape;816;p7"/>
              <p:cNvSpPr/>
              <p:nvPr/>
            </p:nvSpPr>
            <p:spPr>
              <a:xfrm rot="10800000">
                <a:off x="8545973" y="4650603"/>
                <a:ext cx="26646" cy="14532"/>
              </a:xfrm>
              <a:custGeom>
                <a:avLst/>
                <a:gdLst/>
                <a:ahLst/>
                <a:cxnLst/>
                <a:rect l="l" t="t" r="r" b="b"/>
                <a:pathLst>
                  <a:path w="1102" h="601" extrusionOk="0">
                    <a:moveTo>
                      <a:pt x="1001" y="0"/>
                    </a:moveTo>
                    <a:cubicBezTo>
                      <a:pt x="1001" y="0"/>
                      <a:pt x="667" y="0"/>
                      <a:pt x="467" y="100"/>
                    </a:cubicBezTo>
                    <a:cubicBezTo>
                      <a:pt x="300" y="134"/>
                      <a:pt x="0" y="367"/>
                      <a:pt x="0" y="367"/>
                    </a:cubicBezTo>
                    <a:lnTo>
                      <a:pt x="34" y="601"/>
                    </a:lnTo>
                    <a:cubicBezTo>
                      <a:pt x="34" y="601"/>
                      <a:pt x="434" y="601"/>
                      <a:pt x="634" y="534"/>
                    </a:cubicBezTo>
                    <a:cubicBezTo>
                      <a:pt x="834" y="434"/>
                      <a:pt x="1101" y="234"/>
                      <a:pt x="1101" y="234"/>
                    </a:cubicBezTo>
                    <a:cubicBezTo>
                      <a:pt x="1101" y="234"/>
                      <a:pt x="1034" y="34"/>
                      <a:pt x="10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7" name="Google Shape;817;p7"/>
              <p:cNvSpPr/>
              <p:nvPr/>
            </p:nvSpPr>
            <p:spPr>
              <a:xfrm rot="10800000">
                <a:off x="8534681" y="4619943"/>
                <a:ext cx="25050" cy="14556"/>
              </a:xfrm>
              <a:custGeom>
                <a:avLst/>
                <a:gdLst/>
                <a:ahLst/>
                <a:cxnLst/>
                <a:rect l="l" t="t" r="r" b="b"/>
                <a:pathLst>
                  <a:path w="1036" h="602" extrusionOk="0">
                    <a:moveTo>
                      <a:pt x="935" y="1"/>
                    </a:moveTo>
                    <a:cubicBezTo>
                      <a:pt x="935" y="1"/>
                      <a:pt x="601" y="1"/>
                      <a:pt x="435" y="101"/>
                    </a:cubicBezTo>
                    <a:cubicBezTo>
                      <a:pt x="268" y="134"/>
                      <a:pt x="1" y="334"/>
                      <a:pt x="1" y="334"/>
                    </a:cubicBezTo>
                    <a:lnTo>
                      <a:pt x="68" y="601"/>
                    </a:lnTo>
                    <a:cubicBezTo>
                      <a:pt x="68" y="601"/>
                      <a:pt x="435" y="601"/>
                      <a:pt x="635" y="501"/>
                    </a:cubicBezTo>
                    <a:cubicBezTo>
                      <a:pt x="802" y="434"/>
                      <a:pt x="1035" y="201"/>
                      <a:pt x="1035" y="201"/>
                    </a:cubicBezTo>
                    <a:cubicBezTo>
                      <a:pt x="1035" y="201"/>
                      <a:pt x="968"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8" name="Google Shape;818;p7"/>
              <p:cNvSpPr/>
              <p:nvPr/>
            </p:nvSpPr>
            <p:spPr>
              <a:xfrm rot="10800000">
                <a:off x="8516135" y="4586067"/>
                <a:ext cx="29064" cy="14629"/>
              </a:xfrm>
              <a:custGeom>
                <a:avLst/>
                <a:gdLst/>
                <a:ahLst/>
                <a:cxnLst/>
                <a:rect l="l" t="t" r="r" b="b"/>
                <a:pathLst>
                  <a:path w="1202" h="605" extrusionOk="0">
                    <a:moveTo>
                      <a:pt x="1141" y="1"/>
                    </a:moveTo>
                    <a:cubicBezTo>
                      <a:pt x="1139" y="1"/>
                      <a:pt x="1137" y="2"/>
                      <a:pt x="1135" y="4"/>
                    </a:cubicBezTo>
                    <a:cubicBezTo>
                      <a:pt x="1135" y="4"/>
                      <a:pt x="734" y="4"/>
                      <a:pt x="534" y="104"/>
                    </a:cubicBezTo>
                    <a:cubicBezTo>
                      <a:pt x="334" y="137"/>
                      <a:pt x="0" y="371"/>
                      <a:pt x="0" y="371"/>
                    </a:cubicBezTo>
                    <a:lnTo>
                      <a:pt x="34" y="604"/>
                    </a:lnTo>
                    <a:cubicBezTo>
                      <a:pt x="34" y="604"/>
                      <a:pt x="401" y="604"/>
                      <a:pt x="668" y="571"/>
                    </a:cubicBezTo>
                    <a:cubicBezTo>
                      <a:pt x="868" y="471"/>
                      <a:pt x="1201" y="237"/>
                      <a:pt x="1201" y="237"/>
                    </a:cubicBezTo>
                    <a:cubicBezTo>
                      <a:pt x="1201" y="206"/>
                      <a:pt x="1172" y="1"/>
                      <a:pt x="11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9" name="Google Shape;819;p7"/>
              <p:cNvSpPr/>
              <p:nvPr/>
            </p:nvSpPr>
            <p:spPr>
              <a:xfrm rot="10800000">
                <a:off x="8494373" y="4561887"/>
                <a:ext cx="32280" cy="16950"/>
              </a:xfrm>
              <a:custGeom>
                <a:avLst/>
                <a:gdLst/>
                <a:ahLst/>
                <a:cxnLst/>
                <a:rect l="l" t="t" r="r" b="b"/>
                <a:pathLst>
                  <a:path w="1335" h="701" extrusionOk="0">
                    <a:moveTo>
                      <a:pt x="1268" y="0"/>
                    </a:moveTo>
                    <a:cubicBezTo>
                      <a:pt x="1268" y="0"/>
                      <a:pt x="835" y="34"/>
                      <a:pt x="601" y="134"/>
                    </a:cubicBezTo>
                    <a:cubicBezTo>
                      <a:pt x="334" y="234"/>
                      <a:pt x="1" y="501"/>
                      <a:pt x="1" y="501"/>
                    </a:cubicBezTo>
                    <a:lnTo>
                      <a:pt x="134" y="701"/>
                    </a:lnTo>
                    <a:cubicBezTo>
                      <a:pt x="134" y="701"/>
                      <a:pt x="568" y="634"/>
                      <a:pt x="768" y="534"/>
                    </a:cubicBezTo>
                    <a:cubicBezTo>
                      <a:pt x="1035" y="467"/>
                      <a:pt x="1335" y="201"/>
                      <a:pt x="1335" y="201"/>
                    </a:cubicBezTo>
                    <a:lnTo>
                      <a:pt x="126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0" name="Google Shape;820;p7"/>
              <p:cNvSpPr/>
              <p:nvPr/>
            </p:nvSpPr>
            <p:spPr>
              <a:xfrm rot="10800000">
                <a:off x="8475803" y="4532847"/>
                <a:ext cx="32304" cy="16467"/>
              </a:xfrm>
              <a:custGeom>
                <a:avLst/>
                <a:gdLst/>
                <a:ahLst/>
                <a:cxnLst/>
                <a:rect l="l" t="t" r="r" b="b"/>
                <a:pathLst>
                  <a:path w="1336" h="681" extrusionOk="0">
                    <a:moveTo>
                      <a:pt x="1261" y="0"/>
                    </a:moveTo>
                    <a:cubicBezTo>
                      <a:pt x="1253" y="0"/>
                      <a:pt x="1244" y="4"/>
                      <a:pt x="1235" y="14"/>
                    </a:cubicBezTo>
                    <a:lnTo>
                      <a:pt x="1002" y="14"/>
                    </a:lnTo>
                    <a:cubicBezTo>
                      <a:pt x="835" y="14"/>
                      <a:pt x="668" y="80"/>
                      <a:pt x="535" y="114"/>
                    </a:cubicBezTo>
                    <a:cubicBezTo>
                      <a:pt x="301" y="180"/>
                      <a:pt x="1" y="481"/>
                      <a:pt x="1" y="481"/>
                    </a:cubicBezTo>
                    <a:lnTo>
                      <a:pt x="134" y="681"/>
                    </a:lnTo>
                    <a:cubicBezTo>
                      <a:pt x="134" y="681"/>
                      <a:pt x="535" y="614"/>
                      <a:pt x="768" y="514"/>
                    </a:cubicBezTo>
                    <a:cubicBezTo>
                      <a:pt x="868" y="481"/>
                      <a:pt x="1002" y="347"/>
                      <a:pt x="1135" y="314"/>
                    </a:cubicBezTo>
                    <a:cubicBezTo>
                      <a:pt x="1268" y="247"/>
                      <a:pt x="1335" y="180"/>
                      <a:pt x="1335" y="180"/>
                    </a:cubicBezTo>
                    <a:cubicBezTo>
                      <a:pt x="1335" y="152"/>
                      <a:pt x="1310" y="0"/>
                      <a:pt x="12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1" name="Google Shape;821;p7"/>
              <p:cNvSpPr/>
              <p:nvPr/>
            </p:nvSpPr>
            <p:spPr>
              <a:xfrm rot="10800000">
                <a:off x="8456459" y="4511061"/>
                <a:ext cx="26646" cy="15354"/>
              </a:xfrm>
              <a:custGeom>
                <a:avLst/>
                <a:gdLst/>
                <a:ahLst/>
                <a:cxnLst/>
                <a:rect l="l" t="t" r="r" b="b"/>
                <a:pathLst>
                  <a:path w="1102" h="635" extrusionOk="0">
                    <a:moveTo>
                      <a:pt x="1002" y="1"/>
                    </a:moveTo>
                    <a:cubicBezTo>
                      <a:pt x="1001" y="1"/>
                      <a:pt x="1000" y="1"/>
                      <a:pt x="1000" y="1"/>
                    </a:cubicBezTo>
                    <a:lnTo>
                      <a:pt x="1000" y="1"/>
                    </a:lnTo>
                    <a:cubicBezTo>
                      <a:pt x="1001" y="1"/>
                      <a:pt x="1002" y="1"/>
                      <a:pt x="1002" y="1"/>
                    </a:cubicBezTo>
                    <a:close/>
                    <a:moveTo>
                      <a:pt x="1000" y="1"/>
                    </a:moveTo>
                    <a:cubicBezTo>
                      <a:pt x="974" y="3"/>
                      <a:pt x="628" y="37"/>
                      <a:pt x="468" y="101"/>
                    </a:cubicBezTo>
                    <a:cubicBezTo>
                      <a:pt x="301" y="167"/>
                      <a:pt x="1" y="368"/>
                      <a:pt x="1" y="368"/>
                    </a:cubicBezTo>
                    <a:lnTo>
                      <a:pt x="68" y="634"/>
                    </a:lnTo>
                    <a:lnTo>
                      <a:pt x="268" y="634"/>
                    </a:lnTo>
                    <a:cubicBezTo>
                      <a:pt x="401" y="634"/>
                      <a:pt x="501" y="634"/>
                      <a:pt x="635" y="568"/>
                    </a:cubicBezTo>
                    <a:cubicBezTo>
                      <a:pt x="835" y="468"/>
                      <a:pt x="1102" y="201"/>
                      <a:pt x="1102" y="201"/>
                    </a:cubicBezTo>
                    <a:cubicBezTo>
                      <a:pt x="1102" y="168"/>
                      <a:pt x="973" y="6"/>
                      <a:pt x="10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2" name="Google Shape;822;p7"/>
              <p:cNvSpPr/>
              <p:nvPr/>
            </p:nvSpPr>
            <p:spPr>
              <a:xfrm rot="10800000">
                <a:off x="8012030" y="4845784"/>
                <a:ext cx="19392" cy="12936"/>
              </a:xfrm>
              <a:custGeom>
                <a:avLst/>
                <a:gdLst/>
                <a:ahLst/>
                <a:cxnLst/>
                <a:rect l="l" t="t" r="r" b="b"/>
                <a:pathLst>
                  <a:path w="802" h="535" extrusionOk="0">
                    <a:moveTo>
                      <a:pt x="401" y="0"/>
                    </a:moveTo>
                    <a:cubicBezTo>
                      <a:pt x="168" y="0"/>
                      <a:pt x="1" y="267"/>
                      <a:pt x="1" y="267"/>
                    </a:cubicBezTo>
                    <a:lnTo>
                      <a:pt x="134" y="467"/>
                    </a:lnTo>
                    <a:cubicBezTo>
                      <a:pt x="134" y="467"/>
                      <a:pt x="334" y="534"/>
                      <a:pt x="435" y="534"/>
                    </a:cubicBezTo>
                    <a:cubicBezTo>
                      <a:pt x="501" y="534"/>
                      <a:pt x="735" y="434"/>
                      <a:pt x="735" y="434"/>
                    </a:cubicBezTo>
                    <a:cubicBezTo>
                      <a:pt x="768" y="434"/>
                      <a:pt x="801" y="234"/>
                      <a:pt x="801" y="167"/>
                    </a:cubicBezTo>
                    <a:cubicBezTo>
                      <a:pt x="801" y="167"/>
                      <a:pt x="768" y="134"/>
                      <a:pt x="668" y="101"/>
                    </a:cubicBezTo>
                    <a:cubicBezTo>
                      <a:pt x="601" y="67"/>
                      <a:pt x="468" y="0"/>
                      <a:pt x="4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3" name="Google Shape;823;p7"/>
              <p:cNvSpPr/>
              <p:nvPr/>
            </p:nvSpPr>
            <p:spPr>
              <a:xfrm rot="10800000">
                <a:off x="8003954" y="4812368"/>
                <a:ext cx="21810" cy="12840"/>
              </a:xfrm>
              <a:custGeom>
                <a:avLst/>
                <a:gdLst/>
                <a:ahLst/>
                <a:cxnLst/>
                <a:rect l="l" t="t" r="r" b="b"/>
                <a:pathLst>
                  <a:path w="902" h="531" extrusionOk="0">
                    <a:moveTo>
                      <a:pt x="554" y="1"/>
                    </a:moveTo>
                    <a:cubicBezTo>
                      <a:pt x="490" y="1"/>
                      <a:pt x="423" y="4"/>
                      <a:pt x="367" y="15"/>
                    </a:cubicBezTo>
                    <a:lnTo>
                      <a:pt x="100" y="149"/>
                    </a:lnTo>
                    <a:cubicBezTo>
                      <a:pt x="34" y="182"/>
                      <a:pt x="0" y="216"/>
                      <a:pt x="0" y="216"/>
                    </a:cubicBezTo>
                    <a:lnTo>
                      <a:pt x="0" y="482"/>
                    </a:lnTo>
                    <a:cubicBezTo>
                      <a:pt x="0" y="482"/>
                      <a:pt x="34" y="516"/>
                      <a:pt x="167" y="516"/>
                    </a:cubicBezTo>
                    <a:cubicBezTo>
                      <a:pt x="201" y="527"/>
                      <a:pt x="238" y="531"/>
                      <a:pt x="276" y="531"/>
                    </a:cubicBezTo>
                    <a:cubicBezTo>
                      <a:pt x="352" y="531"/>
                      <a:pt x="434" y="516"/>
                      <a:pt x="501" y="516"/>
                    </a:cubicBezTo>
                    <a:cubicBezTo>
                      <a:pt x="701" y="416"/>
                      <a:pt x="901" y="249"/>
                      <a:pt x="901" y="249"/>
                    </a:cubicBezTo>
                    <a:cubicBezTo>
                      <a:pt x="901" y="249"/>
                      <a:pt x="868" y="49"/>
                      <a:pt x="801" y="15"/>
                    </a:cubicBezTo>
                    <a:cubicBezTo>
                      <a:pt x="801" y="15"/>
                      <a:pt x="682" y="1"/>
                      <a:pt x="5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4" name="Google Shape;824;p7"/>
              <p:cNvSpPr/>
              <p:nvPr/>
            </p:nvSpPr>
            <p:spPr>
              <a:xfrm rot="10800000">
                <a:off x="7995104" y="4795417"/>
                <a:ext cx="20166" cy="12042"/>
              </a:xfrm>
              <a:custGeom>
                <a:avLst/>
                <a:gdLst/>
                <a:ahLst/>
                <a:cxnLst/>
                <a:rect l="l" t="t" r="r" b="b"/>
                <a:pathLst>
                  <a:path w="834" h="498" extrusionOk="0">
                    <a:moveTo>
                      <a:pt x="549" y="0"/>
                    </a:moveTo>
                    <a:cubicBezTo>
                      <a:pt x="489" y="0"/>
                      <a:pt x="434" y="4"/>
                      <a:pt x="400" y="15"/>
                    </a:cubicBezTo>
                    <a:cubicBezTo>
                      <a:pt x="267" y="82"/>
                      <a:pt x="67" y="249"/>
                      <a:pt x="67" y="249"/>
                    </a:cubicBezTo>
                    <a:cubicBezTo>
                      <a:pt x="0" y="249"/>
                      <a:pt x="100" y="482"/>
                      <a:pt x="100" y="482"/>
                    </a:cubicBezTo>
                    <a:cubicBezTo>
                      <a:pt x="100" y="482"/>
                      <a:pt x="204" y="497"/>
                      <a:pt x="322" y="497"/>
                    </a:cubicBezTo>
                    <a:cubicBezTo>
                      <a:pt x="382" y="497"/>
                      <a:pt x="445" y="493"/>
                      <a:pt x="500" y="482"/>
                    </a:cubicBezTo>
                    <a:cubicBezTo>
                      <a:pt x="634" y="449"/>
                      <a:pt x="834" y="282"/>
                      <a:pt x="834" y="282"/>
                    </a:cubicBezTo>
                    <a:cubicBezTo>
                      <a:pt x="834" y="282"/>
                      <a:pt x="767" y="82"/>
                      <a:pt x="801" y="15"/>
                    </a:cubicBezTo>
                    <a:cubicBezTo>
                      <a:pt x="801" y="15"/>
                      <a:pt x="667" y="0"/>
                      <a:pt x="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5" name="Google Shape;825;p7"/>
              <p:cNvSpPr/>
              <p:nvPr/>
            </p:nvSpPr>
            <p:spPr>
              <a:xfrm rot="10800000">
                <a:off x="7981370" y="4773196"/>
                <a:ext cx="20190" cy="13734"/>
              </a:xfrm>
              <a:custGeom>
                <a:avLst/>
                <a:gdLst/>
                <a:ahLst/>
                <a:cxnLst/>
                <a:rect l="l" t="t" r="r" b="b"/>
                <a:pathLst>
                  <a:path w="835" h="568" extrusionOk="0">
                    <a:moveTo>
                      <a:pt x="767" y="0"/>
                    </a:moveTo>
                    <a:cubicBezTo>
                      <a:pt x="767" y="0"/>
                      <a:pt x="534" y="0"/>
                      <a:pt x="367" y="67"/>
                    </a:cubicBezTo>
                    <a:cubicBezTo>
                      <a:pt x="234" y="134"/>
                      <a:pt x="33" y="300"/>
                      <a:pt x="33" y="300"/>
                    </a:cubicBezTo>
                    <a:cubicBezTo>
                      <a:pt x="0" y="300"/>
                      <a:pt x="67" y="567"/>
                      <a:pt x="67" y="567"/>
                    </a:cubicBezTo>
                    <a:cubicBezTo>
                      <a:pt x="67" y="567"/>
                      <a:pt x="334" y="567"/>
                      <a:pt x="500" y="501"/>
                    </a:cubicBezTo>
                    <a:cubicBezTo>
                      <a:pt x="667" y="467"/>
                      <a:pt x="834" y="267"/>
                      <a:pt x="834" y="267"/>
                    </a:cubicBezTo>
                    <a:cubicBezTo>
                      <a:pt x="834" y="267"/>
                      <a:pt x="767" y="67"/>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6" name="Google Shape;826;p7"/>
              <p:cNvSpPr/>
              <p:nvPr/>
            </p:nvSpPr>
            <p:spPr>
              <a:xfrm rot="10800000">
                <a:off x="7958786" y="4753030"/>
                <a:ext cx="21012" cy="14556"/>
              </a:xfrm>
              <a:custGeom>
                <a:avLst/>
                <a:gdLst/>
                <a:ahLst/>
                <a:cxnLst/>
                <a:rect l="l" t="t" r="r" b="b"/>
                <a:pathLst>
                  <a:path w="869" h="602" extrusionOk="0">
                    <a:moveTo>
                      <a:pt x="768" y="1"/>
                    </a:moveTo>
                    <a:cubicBezTo>
                      <a:pt x="768" y="1"/>
                      <a:pt x="501" y="1"/>
                      <a:pt x="368" y="101"/>
                    </a:cubicBezTo>
                    <a:cubicBezTo>
                      <a:pt x="268" y="134"/>
                      <a:pt x="34" y="334"/>
                      <a:pt x="34" y="334"/>
                    </a:cubicBezTo>
                    <a:cubicBezTo>
                      <a:pt x="1" y="334"/>
                      <a:pt x="101" y="601"/>
                      <a:pt x="101" y="601"/>
                    </a:cubicBezTo>
                    <a:cubicBezTo>
                      <a:pt x="101" y="601"/>
                      <a:pt x="368" y="601"/>
                      <a:pt x="534" y="535"/>
                    </a:cubicBezTo>
                    <a:cubicBezTo>
                      <a:pt x="701" y="468"/>
                      <a:pt x="868" y="201"/>
                      <a:pt x="868" y="201"/>
                    </a:cubicBezTo>
                    <a:cubicBezTo>
                      <a:pt x="835" y="201"/>
                      <a:pt x="768" y="34"/>
                      <a:pt x="7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7" name="Google Shape;827;p7"/>
              <p:cNvSpPr/>
              <p:nvPr/>
            </p:nvSpPr>
            <p:spPr>
              <a:xfrm rot="10800000">
                <a:off x="8012030" y="4826682"/>
                <a:ext cx="16152" cy="12840"/>
              </a:xfrm>
              <a:custGeom>
                <a:avLst/>
                <a:gdLst/>
                <a:ahLst/>
                <a:cxnLst/>
                <a:rect l="l" t="t" r="r" b="b"/>
                <a:pathLst>
                  <a:path w="668" h="531" extrusionOk="0">
                    <a:moveTo>
                      <a:pt x="338" y="0"/>
                    </a:moveTo>
                    <a:cubicBezTo>
                      <a:pt x="323" y="0"/>
                      <a:pt x="310" y="2"/>
                      <a:pt x="301" y="7"/>
                    </a:cubicBezTo>
                    <a:cubicBezTo>
                      <a:pt x="167" y="74"/>
                      <a:pt x="0" y="207"/>
                      <a:pt x="0" y="207"/>
                    </a:cubicBezTo>
                    <a:cubicBezTo>
                      <a:pt x="0" y="274"/>
                      <a:pt x="100" y="474"/>
                      <a:pt x="100" y="474"/>
                    </a:cubicBezTo>
                    <a:cubicBezTo>
                      <a:pt x="100" y="474"/>
                      <a:pt x="213" y="530"/>
                      <a:pt x="297" y="530"/>
                    </a:cubicBezTo>
                    <a:cubicBezTo>
                      <a:pt x="326" y="530"/>
                      <a:pt x="351" y="524"/>
                      <a:pt x="367" y="507"/>
                    </a:cubicBezTo>
                    <a:cubicBezTo>
                      <a:pt x="501" y="474"/>
                      <a:pt x="667" y="307"/>
                      <a:pt x="667" y="307"/>
                    </a:cubicBezTo>
                    <a:cubicBezTo>
                      <a:pt x="667" y="274"/>
                      <a:pt x="634" y="74"/>
                      <a:pt x="601" y="74"/>
                    </a:cubicBezTo>
                    <a:cubicBezTo>
                      <a:pt x="601" y="74"/>
                      <a:pt x="429" y="0"/>
                      <a:pt x="3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828" name="Google Shape;828;p7"/>
            <p:cNvSpPr/>
            <p:nvPr/>
          </p:nvSpPr>
          <p:spPr>
            <a:xfrm rot="10800000">
              <a:off x="8192703" y="3601240"/>
              <a:ext cx="117781" cy="280440"/>
            </a:xfrm>
            <a:custGeom>
              <a:avLst/>
              <a:gdLst/>
              <a:ahLst/>
              <a:cxnLst/>
              <a:rect l="l" t="t" r="r" b="b"/>
              <a:pathLst>
                <a:path w="4871" h="11598" extrusionOk="0">
                  <a:moveTo>
                    <a:pt x="1271" y="0"/>
                  </a:moveTo>
                  <a:cubicBezTo>
                    <a:pt x="1157" y="0"/>
                    <a:pt x="1055" y="200"/>
                    <a:pt x="1168" y="256"/>
                  </a:cubicBezTo>
                  <a:cubicBezTo>
                    <a:pt x="1168" y="256"/>
                    <a:pt x="1435" y="423"/>
                    <a:pt x="1768" y="723"/>
                  </a:cubicBezTo>
                  <a:cubicBezTo>
                    <a:pt x="1968" y="856"/>
                    <a:pt x="2135" y="1056"/>
                    <a:pt x="2335" y="1257"/>
                  </a:cubicBezTo>
                  <a:cubicBezTo>
                    <a:pt x="2535" y="1490"/>
                    <a:pt x="2769" y="1724"/>
                    <a:pt x="2969" y="2024"/>
                  </a:cubicBezTo>
                  <a:cubicBezTo>
                    <a:pt x="3002" y="2091"/>
                    <a:pt x="3103" y="2157"/>
                    <a:pt x="3136" y="2224"/>
                  </a:cubicBezTo>
                  <a:lnTo>
                    <a:pt x="3269" y="2491"/>
                  </a:lnTo>
                  <a:cubicBezTo>
                    <a:pt x="3336" y="2658"/>
                    <a:pt x="3469" y="2824"/>
                    <a:pt x="3536" y="2991"/>
                  </a:cubicBezTo>
                  <a:cubicBezTo>
                    <a:pt x="3636" y="3158"/>
                    <a:pt x="3703" y="3358"/>
                    <a:pt x="3803" y="3525"/>
                  </a:cubicBezTo>
                  <a:cubicBezTo>
                    <a:pt x="3870" y="3692"/>
                    <a:pt x="3970" y="3858"/>
                    <a:pt x="4003" y="4059"/>
                  </a:cubicBezTo>
                  <a:cubicBezTo>
                    <a:pt x="4037" y="4225"/>
                    <a:pt x="4137" y="4426"/>
                    <a:pt x="4170" y="4592"/>
                  </a:cubicBezTo>
                  <a:cubicBezTo>
                    <a:pt x="4203" y="4759"/>
                    <a:pt x="4203" y="4993"/>
                    <a:pt x="4270" y="5159"/>
                  </a:cubicBezTo>
                  <a:cubicBezTo>
                    <a:pt x="4270" y="5259"/>
                    <a:pt x="4303" y="5360"/>
                    <a:pt x="4303" y="5426"/>
                  </a:cubicBezTo>
                  <a:lnTo>
                    <a:pt x="4303" y="5693"/>
                  </a:lnTo>
                  <a:lnTo>
                    <a:pt x="4303" y="6193"/>
                  </a:lnTo>
                  <a:cubicBezTo>
                    <a:pt x="4203" y="6827"/>
                    <a:pt x="4103" y="7594"/>
                    <a:pt x="3703" y="8262"/>
                  </a:cubicBezTo>
                  <a:cubicBezTo>
                    <a:pt x="3336" y="8929"/>
                    <a:pt x="2836" y="9563"/>
                    <a:pt x="2302" y="9963"/>
                  </a:cubicBezTo>
                  <a:cubicBezTo>
                    <a:pt x="2169" y="10096"/>
                    <a:pt x="2035" y="10196"/>
                    <a:pt x="1935" y="10330"/>
                  </a:cubicBezTo>
                  <a:cubicBezTo>
                    <a:pt x="1735" y="10396"/>
                    <a:pt x="1635" y="10497"/>
                    <a:pt x="1501" y="10563"/>
                  </a:cubicBezTo>
                  <a:cubicBezTo>
                    <a:pt x="1201" y="10730"/>
                    <a:pt x="1001" y="10863"/>
                    <a:pt x="801" y="10930"/>
                  </a:cubicBezTo>
                  <a:cubicBezTo>
                    <a:pt x="367" y="11097"/>
                    <a:pt x="134" y="11230"/>
                    <a:pt x="134" y="11230"/>
                  </a:cubicBezTo>
                  <a:cubicBezTo>
                    <a:pt x="0" y="11330"/>
                    <a:pt x="100" y="11564"/>
                    <a:pt x="167" y="11597"/>
                  </a:cubicBezTo>
                  <a:cubicBezTo>
                    <a:pt x="167" y="11597"/>
                    <a:pt x="434" y="11531"/>
                    <a:pt x="868" y="11364"/>
                  </a:cubicBezTo>
                  <a:cubicBezTo>
                    <a:pt x="1101" y="11264"/>
                    <a:pt x="1335" y="11164"/>
                    <a:pt x="1635" y="10997"/>
                  </a:cubicBezTo>
                  <a:cubicBezTo>
                    <a:pt x="1802" y="10897"/>
                    <a:pt x="1935" y="10830"/>
                    <a:pt x="2102" y="10730"/>
                  </a:cubicBezTo>
                  <a:cubicBezTo>
                    <a:pt x="2235" y="10597"/>
                    <a:pt x="2369" y="10530"/>
                    <a:pt x="2535" y="10396"/>
                  </a:cubicBezTo>
                  <a:cubicBezTo>
                    <a:pt x="3169" y="9929"/>
                    <a:pt x="3770" y="9329"/>
                    <a:pt x="4170" y="8562"/>
                  </a:cubicBezTo>
                  <a:cubicBezTo>
                    <a:pt x="4637" y="7828"/>
                    <a:pt x="4804" y="6994"/>
                    <a:pt x="4870" y="6227"/>
                  </a:cubicBezTo>
                  <a:lnTo>
                    <a:pt x="4870" y="5660"/>
                  </a:lnTo>
                  <a:lnTo>
                    <a:pt x="4870" y="5360"/>
                  </a:lnTo>
                  <a:cubicBezTo>
                    <a:pt x="4870" y="5259"/>
                    <a:pt x="4837" y="5159"/>
                    <a:pt x="4837" y="5059"/>
                  </a:cubicBezTo>
                  <a:lnTo>
                    <a:pt x="4704" y="4426"/>
                  </a:lnTo>
                  <a:cubicBezTo>
                    <a:pt x="4637" y="4225"/>
                    <a:pt x="4604" y="4025"/>
                    <a:pt x="4504" y="3825"/>
                  </a:cubicBezTo>
                  <a:cubicBezTo>
                    <a:pt x="4437" y="3592"/>
                    <a:pt x="4337" y="3425"/>
                    <a:pt x="4270" y="3225"/>
                  </a:cubicBezTo>
                  <a:cubicBezTo>
                    <a:pt x="4137" y="3058"/>
                    <a:pt x="4103" y="2858"/>
                    <a:pt x="3970" y="2691"/>
                  </a:cubicBezTo>
                  <a:cubicBezTo>
                    <a:pt x="3836" y="2524"/>
                    <a:pt x="3770" y="2357"/>
                    <a:pt x="3636" y="2191"/>
                  </a:cubicBezTo>
                  <a:cubicBezTo>
                    <a:pt x="3603" y="2091"/>
                    <a:pt x="3503" y="2024"/>
                    <a:pt x="3469" y="1924"/>
                  </a:cubicBezTo>
                  <a:cubicBezTo>
                    <a:pt x="3436" y="1857"/>
                    <a:pt x="3336" y="1824"/>
                    <a:pt x="3303" y="1724"/>
                  </a:cubicBezTo>
                  <a:cubicBezTo>
                    <a:pt x="3036" y="1423"/>
                    <a:pt x="2836" y="1190"/>
                    <a:pt x="2602" y="990"/>
                  </a:cubicBezTo>
                  <a:cubicBezTo>
                    <a:pt x="2335" y="756"/>
                    <a:pt x="2169" y="556"/>
                    <a:pt x="1968" y="423"/>
                  </a:cubicBezTo>
                  <a:lnTo>
                    <a:pt x="1335" y="22"/>
                  </a:lnTo>
                  <a:cubicBezTo>
                    <a:pt x="1314" y="7"/>
                    <a:pt x="1292" y="0"/>
                    <a:pt x="12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9" name="Google Shape;829;p7"/>
            <p:cNvSpPr/>
            <p:nvPr/>
          </p:nvSpPr>
          <p:spPr>
            <a:xfrm rot="10800000">
              <a:off x="8946853" y="4081164"/>
              <a:ext cx="372662" cy="364465"/>
            </a:xfrm>
            <a:custGeom>
              <a:avLst/>
              <a:gdLst/>
              <a:ahLst/>
              <a:cxnLst/>
              <a:rect l="l" t="t" r="r" b="b"/>
              <a:pathLst>
                <a:path w="15412" h="15073" extrusionOk="0">
                  <a:moveTo>
                    <a:pt x="15180" y="0"/>
                  </a:moveTo>
                  <a:cubicBezTo>
                    <a:pt x="15073" y="0"/>
                    <a:pt x="14949" y="82"/>
                    <a:pt x="14911" y="195"/>
                  </a:cubicBezTo>
                  <a:lnTo>
                    <a:pt x="14911" y="496"/>
                  </a:lnTo>
                  <a:cubicBezTo>
                    <a:pt x="14911" y="562"/>
                    <a:pt x="14978" y="696"/>
                    <a:pt x="14911" y="829"/>
                  </a:cubicBezTo>
                  <a:cubicBezTo>
                    <a:pt x="14911" y="963"/>
                    <a:pt x="14878" y="1129"/>
                    <a:pt x="14878" y="1296"/>
                  </a:cubicBezTo>
                  <a:cubicBezTo>
                    <a:pt x="14744" y="1963"/>
                    <a:pt x="14377" y="2831"/>
                    <a:pt x="13577" y="3565"/>
                  </a:cubicBezTo>
                  <a:cubicBezTo>
                    <a:pt x="12843" y="4332"/>
                    <a:pt x="11742" y="4999"/>
                    <a:pt x="10708" y="5699"/>
                  </a:cubicBezTo>
                  <a:cubicBezTo>
                    <a:pt x="10174" y="6033"/>
                    <a:pt x="9641" y="6400"/>
                    <a:pt x="9174" y="6834"/>
                  </a:cubicBezTo>
                  <a:cubicBezTo>
                    <a:pt x="8907" y="7000"/>
                    <a:pt x="8707" y="7234"/>
                    <a:pt x="8507" y="7467"/>
                  </a:cubicBezTo>
                  <a:cubicBezTo>
                    <a:pt x="8306" y="7667"/>
                    <a:pt x="8140" y="7901"/>
                    <a:pt x="7973" y="8134"/>
                  </a:cubicBezTo>
                  <a:cubicBezTo>
                    <a:pt x="7239" y="9035"/>
                    <a:pt x="6705" y="10169"/>
                    <a:pt x="6138" y="11303"/>
                  </a:cubicBezTo>
                  <a:cubicBezTo>
                    <a:pt x="5571" y="12404"/>
                    <a:pt x="4904" y="13472"/>
                    <a:pt x="4003" y="14005"/>
                  </a:cubicBezTo>
                  <a:cubicBezTo>
                    <a:pt x="3069" y="14539"/>
                    <a:pt x="2069" y="14639"/>
                    <a:pt x="1402" y="14639"/>
                  </a:cubicBezTo>
                  <a:cubicBezTo>
                    <a:pt x="1035" y="14639"/>
                    <a:pt x="768" y="14572"/>
                    <a:pt x="568" y="14572"/>
                  </a:cubicBezTo>
                  <a:lnTo>
                    <a:pt x="267" y="14572"/>
                  </a:lnTo>
                  <a:cubicBezTo>
                    <a:pt x="67" y="14572"/>
                    <a:pt x="1" y="14906"/>
                    <a:pt x="234" y="14973"/>
                  </a:cubicBezTo>
                  <a:cubicBezTo>
                    <a:pt x="234" y="14973"/>
                    <a:pt x="334" y="14973"/>
                    <a:pt x="534" y="15006"/>
                  </a:cubicBezTo>
                  <a:cubicBezTo>
                    <a:pt x="701" y="15039"/>
                    <a:pt x="1001" y="15073"/>
                    <a:pt x="1368" y="15073"/>
                  </a:cubicBezTo>
                  <a:lnTo>
                    <a:pt x="1935" y="15073"/>
                  </a:lnTo>
                  <a:cubicBezTo>
                    <a:pt x="2202" y="15073"/>
                    <a:pt x="2402" y="15039"/>
                    <a:pt x="2669" y="15006"/>
                  </a:cubicBezTo>
                  <a:cubicBezTo>
                    <a:pt x="3169" y="14973"/>
                    <a:pt x="3703" y="14806"/>
                    <a:pt x="4237" y="14506"/>
                  </a:cubicBezTo>
                  <a:cubicBezTo>
                    <a:pt x="4737" y="14172"/>
                    <a:pt x="5271" y="13739"/>
                    <a:pt x="5671" y="13238"/>
                  </a:cubicBezTo>
                  <a:cubicBezTo>
                    <a:pt x="6072" y="12738"/>
                    <a:pt x="6405" y="12171"/>
                    <a:pt x="6705" y="11637"/>
                  </a:cubicBezTo>
                  <a:cubicBezTo>
                    <a:pt x="7339" y="10503"/>
                    <a:pt x="7906" y="9402"/>
                    <a:pt x="8540" y="8568"/>
                  </a:cubicBezTo>
                  <a:lnTo>
                    <a:pt x="9040" y="7968"/>
                  </a:lnTo>
                  <a:cubicBezTo>
                    <a:pt x="9240" y="7734"/>
                    <a:pt x="9441" y="7567"/>
                    <a:pt x="9674" y="7367"/>
                  </a:cubicBezTo>
                  <a:cubicBezTo>
                    <a:pt x="10141" y="6967"/>
                    <a:pt x="10641" y="6633"/>
                    <a:pt x="11108" y="6233"/>
                  </a:cubicBezTo>
                  <a:cubicBezTo>
                    <a:pt x="12143" y="5533"/>
                    <a:pt x="13210" y="4832"/>
                    <a:pt x="14011" y="3965"/>
                  </a:cubicBezTo>
                  <a:cubicBezTo>
                    <a:pt x="14844" y="3131"/>
                    <a:pt x="15245" y="2063"/>
                    <a:pt x="15345" y="1330"/>
                  </a:cubicBezTo>
                  <a:cubicBezTo>
                    <a:pt x="15345" y="1163"/>
                    <a:pt x="15378" y="996"/>
                    <a:pt x="15378" y="829"/>
                  </a:cubicBezTo>
                  <a:cubicBezTo>
                    <a:pt x="15412" y="662"/>
                    <a:pt x="15378" y="529"/>
                    <a:pt x="15378" y="462"/>
                  </a:cubicBezTo>
                  <a:cubicBezTo>
                    <a:pt x="15345" y="296"/>
                    <a:pt x="15345" y="162"/>
                    <a:pt x="15345" y="162"/>
                  </a:cubicBezTo>
                  <a:cubicBezTo>
                    <a:pt x="15330" y="47"/>
                    <a:pt x="15260" y="0"/>
                    <a:pt x="151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0" name="Google Shape;830;p7"/>
            <p:cNvSpPr/>
            <p:nvPr/>
          </p:nvSpPr>
          <p:spPr>
            <a:xfrm rot="10800000">
              <a:off x="7372421" y="1939493"/>
              <a:ext cx="1939841" cy="3204140"/>
            </a:xfrm>
            <a:custGeom>
              <a:avLst/>
              <a:gdLst/>
              <a:ahLst/>
              <a:cxnLst/>
              <a:rect l="l" t="t" r="r" b="b"/>
              <a:pathLst>
                <a:path w="80225" h="132512" extrusionOk="0">
                  <a:moveTo>
                    <a:pt x="80135" y="0"/>
                  </a:moveTo>
                  <a:cubicBezTo>
                    <a:pt x="80081" y="0"/>
                    <a:pt x="79955" y="83"/>
                    <a:pt x="79758" y="309"/>
                  </a:cubicBezTo>
                  <a:cubicBezTo>
                    <a:pt x="79624" y="409"/>
                    <a:pt x="79491" y="542"/>
                    <a:pt x="79324" y="742"/>
                  </a:cubicBezTo>
                  <a:cubicBezTo>
                    <a:pt x="79157" y="976"/>
                    <a:pt x="78990" y="1209"/>
                    <a:pt x="78824" y="1509"/>
                  </a:cubicBezTo>
                  <a:cubicBezTo>
                    <a:pt x="78824" y="1509"/>
                    <a:pt x="78790" y="1543"/>
                    <a:pt x="78724" y="1676"/>
                  </a:cubicBezTo>
                  <a:cubicBezTo>
                    <a:pt x="78657" y="1743"/>
                    <a:pt x="78590" y="1976"/>
                    <a:pt x="78457" y="2210"/>
                  </a:cubicBezTo>
                  <a:cubicBezTo>
                    <a:pt x="78323" y="2477"/>
                    <a:pt x="78157" y="2810"/>
                    <a:pt x="78090" y="3177"/>
                  </a:cubicBezTo>
                  <a:cubicBezTo>
                    <a:pt x="78056" y="3377"/>
                    <a:pt x="77990" y="3578"/>
                    <a:pt x="77923" y="3811"/>
                  </a:cubicBezTo>
                  <a:cubicBezTo>
                    <a:pt x="77856" y="4011"/>
                    <a:pt x="77823" y="4245"/>
                    <a:pt x="77790" y="4512"/>
                  </a:cubicBezTo>
                  <a:cubicBezTo>
                    <a:pt x="77623" y="5546"/>
                    <a:pt x="77623" y="6847"/>
                    <a:pt x="77856" y="8314"/>
                  </a:cubicBezTo>
                  <a:cubicBezTo>
                    <a:pt x="77990" y="9015"/>
                    <a:pt x="78157" y="9815"/>
                    <a:pt x="78323" y="10583"/>
                  </a:cubicBezTo>
                  <a:cubicBezTo>
                    <a:pt x="78357" y="10816"/>
                    <a:pt x="78423" y="11016"/>
                    <a:pt x="78423" y="11216"/>
                  </a:cubicBezTo>
                  <a:cubicBezTo>
                    <a:pt x="78423" y="11316"/>
                    <a:pt x="78457" y="11417"/>
                    <a:pt x="78457" y="11517"/>
                  </a:cubicBezTo>
                  <a:lnTo>
                    <a:pt x="78457" y="11817"/>
                  </a:lnTo>
                  <a:cubicBezTo>
                    <a:pt x="78490" y="12017"/>
                    <a:pt x="78457" y="12184"/>
                    <a:pt x="78423" y="12384"/>
                  </a:cubicBezTo>
                  <a:cubicBezTo>
                    <a:pt x="78357" y="12584"/>
                    <a:pt x="78323" y="12818"/>
                    <a:pt x="78257" y="13018"/>
                  </a:cubicBezTo>
                  <a:cubicBezTo>
                    <a:pt x="77956" y="13852"/>
                    <a:pt x="77423" y="14585"/>
                    <a:pt x="76756" y="15386"/>
                  </a:cubicBezTo>
                  <a:cubicBezTo>
                    <a:pt x="76122" y="16187"/>
                    <a:pt x="75355" y="16987"/>
                    <a:pt x="74687" y="17888"/>
                  </a:cubicBezTo>
                  <a:cubicBezTo>
                    <a:pt x="74354" y="18355"/>
                    <a:pt x="74087" y="18855"/>
                    <a:pt x="73820" y="19389"/>
                  </a:cubicBezTo>
                  <a:cubicBezTo>
                    <a:pt x="73587" y="19989"/>
                    <a:pt x="73453" y="20556"/>
                    <a:pt x="73353" y="21190"/>
                  </a:cubicBezTo>
                  <a:cubicBezTo>
                    <a:pt x="73286" y="21824"/>
                    <a:pt x="73353" y="22424"/>
                    <a:pt x="73487" y="23058"/>
                  </a:cubicBezTo>
                  <a:cubicBezTo>
                    <a:pt x="73620" y="23659"/>
                    <a:pt x="73787" y="24226"/>
                    <a:pt x="73753" y="24826"/>
                  </a:cubicBezTo>
                  <a:cubicBezTo>
                    <a:pt x="73753" y="25360"/>
                    <a:pt x="73520" y="25927"/>
                    <a:pt x="73253" y="26494"/>
                  </a:cubicBezTo>
                  <a:cubicBezTo>
                    <a:pt x="72953" y="27028"/>
                    <a:pt x="72586" y="27528"/>
                    <a:pt x="72119" y="27928"/>
                  </a:cubicBezTo>
                  <a:cubicBezTo>
                    <a:pt x="71185" y="28829"/>
                    <a:pt x="69951" y="29363"/>
                    <a:pt x="68650" y="29730"/>
                  </a:cubicBezTo>
                  <a:cubicBezTo>
                    <a:pt x="65981" y="30497"/>
                    <a:pt x="63146" y="31064"/>
                    <a:pt x="60177" y="31664"/>
                  </a:cubicBezTo>
                  <a:cubicBezTo>
                    <a:pt x="59443" y="31831"/>
                    <a:pt x="58676" y="31931"/>
                    <a:pt x="57942" y="32098"/>
                  </a:cubicBezTo>
                  <a:lnTo>
                    <a:pt x="56808" y="32365"/>
                  </a:lnTo>
                  <a:cubicBezTo>
                    <a:pt x="56441" y="32498"/>
                    <a:pt x="56074" y="32565"/>
                    <a:pt x="55674" y="32665"/>
                  </a:cubicBezTo>
                  <a:cubicBezTo>
                    <a:pt x="54940" y="32832"/>
                    <a:pt x="54139" y="33032"/>
                    <a:pt x="53406" y="33199"/>
                  </a:cubicBezTo>
                  <a:cubicBezTo>
                    <a:pt x="52605" y="33366"/>
                    <a:pt x="51838" y="33566"/>
                    <a:pt x="51071" y="33866"/>
                  </a:cubicBezTo>
                  <a:cubicBezTo>
                    <a:pt x="50270" y="34166"/>
                    <a:pt x="49503" y="34666"/>
                    <a:pt x="48969" y="35367"/>
                  </a:cubicBezTo>
                  <a:cubicBezTo>
                    <a:pt x="48435" y="36067"/>
                    <a:pt x="48102" y="36868"/>
                    <a:pt x="47802" y="37602"/>
                  </a:cubicBezTo>
                  <a:cubicBezTo>
                    <a:pt x="47735" y="37769"/>
                    <a:pt x="47635" y="37936"/>
                    <a:pt x="47601" y="38236"/>
                  </a:cubicBezTo>
                  <a:cubicBezTo>
                    <a:pt x="47568" y="38369"/>
                    <a:pt x="47568" y="38503"/>
                    <a:pt x="47568" y="38603"/>
                  </a:cubicBezTo>
                  <a:lnTo>
                    <a:pt x="47568" y="38936"/>
                  </a:lnTo>
                  <a:cubicBezTo>
                    <a:pt x="47568" y="39403"/>
                    <a:pt x="47601" y="39770"/>
                    <a:pt x="47601" y="40170"/>
                  </a:cubicBezTo>
                  <a:cubicBezTo>
                    <a:pt x="47601" y="40537"/>
                    <a:pt x="47468" y="40838"/>
                    <a:pt x="47335" y="41171"/>
                  </a:cubicBezTo>
                  <a:cubicBezTo>
                    <a:pt x="47234" y="41405"/>
                    <a:pt x="46934" y="41672"/>
                    <a:pt x="46634" y="41905"/>
                  </a:cubicBezTo>
                  <a:cubicBezTo>
                    <a:pt x="46000" y="42405"/>
                    <a:pt x="45266" y="42772"/>
                    <a:pt x="44566" y="43339"/>
                  </a:cubicBezTo>
                  <a:cubicBezTo>
                    <a:pt x="44399" y="43439"/>
                    <a:pt x="44232" y="43606"/>
                    <a:pt x="44066" y="43773"/>
                  </a:cubicBezTo>
                  <a:lnTo>
                    <a:pt x="43932" y="43906"/>
                  </a:lnTo>
                  <a:cubicBezTo>
                    <a:pt x="43899" y="43940"/>
                    <a:pt x="43799" y="44040"/>
                    <a:pt x="43799" y="44073"/>
                  </a:cubicBezTo>
                  <a:lnTo>
                    <a:pt x="43632" y="44373"/>
                  </a:lnTo>
                  <a:cubicBezTo>
                    <a:pt x="43432" y="44740"/>
                    <a:pt x="43232" y="45174"/>
                    <a:pt x="43098" y="45574"/>
                  </a:cubicBezTo>
                  <a:cubicBezTo>
                    <a:pt x="42965" y="46041"/>
                    <a:pt x="42898" y="46442"/>
                    <a:pt x="42898" y="46942"/>
                  </a:cubicBezTo>
                  <a:cubicBezTo>
                    <a:pt x="42831" y="47442"/>
                    <a:pt x="42998" y="47943"/>
                    <a:pt x="43232" y="48376"/>
                  </a:cubicBezTo>
                  <a:cubicBezTo>
                    <a:pt x="43665" y="49244"/>
                    <a:pt x="44399" y="49844"/>
                    <a:pt x="45066" y="50378"/>
                  </a:cubicBezTo>
                  <a:cubicBezTo>
                    <a:pt x="45733" y="50911"/>
                    <a:pt x="46401" y="51445"/>
                    <a:pt x="47001" y="52012"/>
                  </a:cubicBezTo>
                  <a:cubicBezTo>
                    <a:pt x="47635" y="52579"/>
                    <a:pt x="48235" y="53180"/>
                    <a:pt x="48635" y="53847"/>
                  </a:cubicBezTo>
                  <a:cubicBezTo>
                    <a:pt x="49069" y="54514"/>
                    <a:pt x="49369" y="55248"/>
                    <a:pt x="49403" y="56048"/>
                  </a:cubicBezTo>
                  <a:cubicBezTo>
                    <a:pt x="49469" y="56849"/>
                    <a:pt x="49403" y="57616"/>
                    <a:pt x="49236" y="58450"/>
                  </a:cubicBezTo>
                  <a:lnTo>
                    <a:pt x="49102" y="59084"/>
                  </a:lnTo>
                  <a:lnTo>
                    <a:pt x="49069" y="59251"/>
                  </a:lnTo>
                  <a:lnTo>
                    <a:pt x="49069" y="59284"/>
                  </a:lnTo>
                  <a:lnTo>
                    <a:pt x="48936" y="59584"/>
                  </a:lnTo>
                  <a:lnTo>
                    <a:pt x="48869" y="59718"/>
                  </a:lnTo>
                  <a:cubicBezTo>
                    <a:pt x="48802" y="59751"/>
                    <a:pt x="48769" y="59784"/>
                    <a:pt x="48769" y="59851"/>
                  </a:cubicBezTo>
                  <a:lnTo>
                    <a:pt x="48736" y="60018"/>
                  </a:lnTo>
                  <a:lnTo>
                    <a:pt x="48702" y="60285"/>
                  </a:lnTo>
                  <a:cubicBezTo>
                    <a:pt x="48635" y="60452"/>
                    <a:pt x="48602" y="60685"/>
                    <a:pt x="48535" y="60852"/>
                  </a:cubicBezTo>
                  <a:cubicBezTo>
                    <a:pt x="48269" y="61552"/>
                    <a:pt x="47768" y="62186"/>
                    <a:pt x="47201" y="62720"/>
                  </a:cubicBezTo>
                  <a:cubicBezTo>
                    <a:pt x="45967" y="63754"/>
                    <a:pt x="44399" y="64421"/>
                    <a:pt x="42798" y="65055"/>
                  </a:cubicBezTo>
                  <a:cubicBezTo>
                    <a:pt x="41230" y="65689"/>
                    <a:pt x="39562" y="66289"/>
                    <a:pt x="38095" y="67290"/>
                  </a:cubicBezTo>
                  <a:cubicBezTo>
                    <a:pt x="37728" y="67557"/>
                    <a:pt x="37394" y="67857"/>
                    <a:pt x="37061" y="68190"/>
                  </a:cubicBezTo>
                  <a:lnTo>
                    <a:pt x="36193" y="69091"/>
                  </a:lnTo>
                  <a:cubicBezTo>
                    <a:pt x="35593" y="69692"/>
                    <a:pt x="34959" y="70259"/>
                    <a:pt x="34359" y="70792"/>
                  </a:cubicBezTo>
                  <a:cubicBezTo>
                    <a:pt x="33091" y="71927"/>
                    <a:pt x="31757" y="72961"/>
                    <a:pt x="30723" y="74395"/>
                  </a:cubicBezTo>
                  <a:cubicBezTo>
                    <a:pt x="30156" y="75062"/>
                    <a:pt x="29755" y="75896"/>
                    <a:pt x="29488" y="76730"/>
                  </a:cubicBezTo>
                  <a:cubicBezTo>
                    <a:pt x="29288" y="77597"/>
                    <a:pt x="29155" y="78465"/>
                    <a:pt x="29288" y="79365"/>
                  </a:cubicBezTo>
                  <a:cubicBezTo>
                    <a:pt x="29322" y="79599"/>
                    <a:pt x="29322" y="79799"/>
                    <a:pt x="29388" y="80032"/>
                  </a:cubicBezTo>
                  <a:lnTo>
                    <a:pt x="29488" y="80633"/>
                  </a:lnTo>
                  <a:cubicBezTo>
                    <a:pt x="29589" y="80866"/>
                    <a:pt x="29622" y="81066"/>
                    <a:pt x="29655" y="81267"/>
                  </a:cubicBezTo>
                  <a:lnTo>
                    <a:pt x="29889" y="81867"/>
                  </a:lnTo>
                  <a:cubicBezTo>
                    <a:pt x="30122" y="82634"/>
                    <a:pt x="30456" y="83401"/>
                    <a:pt x="30789" y="84135"/>
                  </a:cubicBezTo>
                  <a:cubicBezTo>
                    <a:pt x="31123" y="84869"/>
                    <a:pt x="31457" y="85570"/>
                    <a:pt x="31657" y="86270"/>
                  </a:cubicBezTo>
                  <a:cubicBezTo>
                    <a:pt x="31890" y="86971"/>
                    <a:pt x="31890" y="87704"/>
                    <a:pt x="31857" y="88438"/>
                  </a:cubicBezTo>
                  <a:lnTo>
                    <a:pt x="31857" y="88472"/>
                  </a:lnTo>
                  <a:cubicBezTo>
                    <a:pt x="31857" y="88905"/>
                    <a:pt x="31723" y="89572"/>
                    <a:pt x="31423" y="90306"/>
                  </a:cubicBezTo>
                  <a:cubicBezTo>
                    <a:pt x="31190" y="91107"/>
                    <a:pt x="30756" y="92041"/>
                    <a:pt x="30756" y="93108"/>
                  </a:cubicBezTo>
                  <a:cubicBezTo>
                    <a:pt x="30789" y="93575"/>
                    <a:pt x="30889" y="94042"/>
                    <a:pt x="31090" y="94443"/>
                  </a:cubicBezTo>
                  <a:cubicBezTo>
                    <a:pt x="31223" y="94643"/>
                    <a:pt x="31356" y="94876"/>
                    <a:pt x="31457" y="95043"/>
                  </a:cubicBezTo>
                  <a:cubicBezTo>
                    <a:pt x="31590" y="95143"/>
                    <a:pt x="31723" y="95310"/>
                    <a:pt x="31890" y="95477"/>
                  </a:cubicBezTo>
                  <a:cubicBezTo>
                    <a:pt x="32190" y="95777"/>
                    <a:pt x="32457" y="96077"/>
                    <a:pt x="32858" y="96311"/>
                  </a:cubicBezTo>
                  <a:cubicBezTo>
                    <a:pt x="33224" y="96577"/>
                    <a:pt x="33691" y="96778"/>
                    <a:pt x="34192" y="96811"/>
                  </a:cubicBezTo>
                  <a:cubicBezTo>
                    <a:pt x="34266" y="96821"/>
                    <a:pt x="34341" y="96826"/>
                    <a:pt x="34415" y="96826"/>
                  </a:cubicBezTo>
                  <a:cubicBezTo>
                    <a:pt x="34839" y="96826"/>
                    <a:pt x="35252" y="96671"/>
                    <a:pt x="35593" y="96444"/>
                  </a:cubicBezTo>
                  <a:cubicBezTo>
                    <a:pt x="36026" y="96211"/>
                    <a:pt x="36360" y="95810"/>
                    <a:pt x="36594" y="95477"/>
                  </a:cubicBezTo>
                  <a:cubicBezTo>
                    <a:pt x="37094" y="94776"/>
                    <a:pt x="37461" y="93976"/>
                    <a:pt x="37761" y="93208"/>
                  </a:cubicBezTo>
                  <a:cubicBezTo>
                    <a:pt x="38061" y="92408"/>
                    <a:pt x="38261" y="91574"/>
                    <a:pt x="38428" y="90740"/>
                  </a:cubicBezTo>
                  <a:cubicBezTo>
                    <a:pt x="38528" y="90306"/>
                    <a:pt x="38562" y="89873"/>
                    <a:pt x="38595" y="89439"/>
                  </a:cubicBezTo>
                  <a:cubicBezTo>
                    <a:pt x="38628" y="89206"/>
                    <a:pt x="38628" y="88972"/>
                    <a:pt x="38628" y="88772"/>
                  </a:cubicBezTo>
                  <a:lnTo>
                    <a:pt x="38695" y="88205"/>
                  </a:lnTo>
                  <a:cubicBezTo>
                    <a:pt x="38795" y="86570"/>
                    <a:pt x="39262" y="84969"/>
                    <a:pt x="39896" y="83435"/>
                  </a:cubicBezTo>
                  <a:cubicBezTo>
                    <a:pt x="40563" y="81934"/>
                    <a:pt x="41397" y="80466"/>
                    <a:pt x="42531" y="79232"/>
                  </a:cubicBezTo>
                  <a:cubicBezTo>
                    <a:pt x="43098" y="78631"/>
                    <a:pt x="43699" y="78064"/>
                    <a:pt x="44399" y="77631"/>
                  </a:cubicBezTo>
                  <a:cubicBezTo>
                    <a:pt x="45100" y="77230"/>
                    <a:pt x="45867" y="76930"/>
                    <a:pt x="46634" y="76897"/>
                  </a:cubicBezTo>
                  <a:cubicBezTo>
                    <a:pt x="46691" y="76894"/>
                    <a:pt x="46749" y="76893"/>
                    <a:pt x="46806" y="76893"/>
                  </a:cubicBezTo>
                  <a:cubicBezTo>
                    <a:pt x="47544" y="76893"/>
                    <a:pt x="48252" y="77092"/>
                    <a:pt x="48902" y="77464"/>
                  </a:cubicBezTo>
                  <a:cubicBezTo>
                    <a:pt x="49603" y="77897"/>
                    <a:pt x="50203" y="78431"/>
                    <a:pt x="50403" y="79132"/>
                  </a:cubicBezTo>
                  <a:cubicBezTo>
                    <a:pt x="50604" y="79866"/>
                    <a:pt x="50470" y="80699"/>
                    <a:pt x="50303" y="81533"/>
                  </a:cubicBezTo>
                  <a:cubicBezTo>
                    <a:pt x="50137" y="82367"/>
                    <a:pt x="49903" y="83235"/>
                    <a:pt x="49703" y="84102"/>
                  </a:cubicBezTo>
                  <a:cubicBezTo>
                    <a:pt x="49636" y="84302"/>
                    <a:pt x="49603" y="84569"/>
                    <a:pt x="49569" y="84769"/>
                  </a:cubicBezTo>
                  <a:cubicBezTo>
                    <a:pt x="49536" y="84969"/>
                    <a:pt x="49536" y="85203"/>
                    <a:pt x="49469" y="85436"/>
                  </a:cubicBezTo>
                  <a:lnTo>
                    <a:pt x="49436" y="85770"/>
                  </a:lnTo>
                  <a:cubicBezTo>
                    <a:pt x="49403" y="85937"/>
                    <a:pt x="49436" y="86037"/>
                    <a:pt x="49436" y="86137"/>
                  </a:cubicBezTo>
                  <a:cubicBezTo>
                    <a:pt x="49436" y="86404"/>
                    <a:pt x="49436" y="86637"/>
                    <a:pt x="49469" y="86871"/>
                  </a:cubicBezTo>
                  <a:cubicBezTo>
                    <a:pt x="49569" y="87805"/>
                    <a:pt x="49803" y="88705"/>
                    <a:pt x="50103" y="89539"/>
                  </a:cubicBezTo>
                  <a:cubicBezTo>
                    <a:pt x="50637" y="91240"/>
                    <a:pt x="51304" y="92875"/>
                    <a:pt x="51437" y="94543"/>
                  </a:cubicBezTo>
                  <a:lnTo>
                    <a:pt x="51437" y="95143"/>
                  </a:lnTo>
                  <a:lnTo>
                    <a:pt x="51437" y="95443"/>
                  </a:lnTo>
                  <a:lnTo>
                    <a:pt x="51437" y="95477"/>
                  </a:lnTo>
                  <a:lnTo>
                    <a:pt x="51437" y="95577"/>
                  </a:lnTo>
                  <a:lnTo>
                    <a:pt x="51404" y="95744"/>
                  </a:lnTo>
                  <a:lnTo>
                    <a:pt x="51304" y="96044"/>
                  </a:lnTo>
                  <a:lnTo>
                    <a:pt x="51237" y="96311"/>
                  </a:lnTo>
                  <a:cubicBezTo>
                    <a:pt x="51204" y="96544"/>
                    <a:pt x="51104" y="96711"/>
                    <a:pt x="51037" y="96911"/>
                  </a:cubicBezTo>
                  <a:cubicBezTo>
                    <a:pt x="50704" y="97712"/>
                    <a:pt x="50237" y="98412"/>
                    <a:pt x="49736" y="99113"/>
                  </a:cubicBezTo>
                  <a:cubicBezTo>
                    <a:pt x="49236" y="99813"/>
                    <a:pt x="48736" y="100580"/>
                    <a:pt x="48302" y="101381"/>
                  </a:cubicBezTo>
                  <a:cubicBezTo>
                    <a:pt x="47902" y="102148"/>
                    <a:pt x="47568" y="103049"/>
                    <a:pt x="47435" y="103949"/>
                  </a:cubicBezTo>
                  <a:cubicBezTo>
                    <a:pt x="47368" y="104883"/>
                    <a:pt x="47368" y="105751"/>
                    <a:pt x="47401" y="106618"/>
                  </a:cubicBezTo>
                  <a:cubicBezTo>
                    <a:pt x="47435" y="107452"/>
                    <a:pt x="47535" y="108319"/>
                    <a:pt x="47435" y="109086"/>
                  </a:cubicBezTo>
                  <a:cubicBezTo>
                    <a:pt x="47368" y="109820"/>
                    <a:pt x="46934" y="110487"/>
                    <a:pt x="46401" y="111088"/>
                  </a:cubicBezTo>
                  <a:cubicBezTo>
                    <a:pt x="46100" y="111321"/>
                    <a:pt x="45800" y="111622"/>
                    <a:pt x="45533" y="111888"/>
                  </a:cubicBezTo>
                  <a:cubicBezTo>
                    <a:pt x="45200" y="112122"/>
                    <a:pt x="44866" y="112322"/>
                    <a:pt x="44533" y="112556"/>
                  </a:cubicBezTo>
                  <a:cubicBezTo>
                    <a:pt x="43132" y="113423"/>
                    <a:pt x="41564" y="113957"/>
                    <a:pt x="40196" y="114957"/>
                  </a:cubicBezTo>
                  <a:cubicBezTo>
                    <a:pt x="39529" y="115458"/>
                    <a:pt x="38895" y="116091"/>
                    <a:pt x="38428" y="116792"/>
                  </a:cubicBezTo>
                  <a:cubicBezTo>
                    <a:pt x="38295" y="116959"/>
                    <a:pt x="38195" y="117126"/>
                    <a:pt x="38095" y="117326"/>
                  </a:cubicBezTo>
                  <a:cubicBezTo>
                    <a:pt x="37961" y="117559"/>
                    <a:pt x="37894" y="117726"/>
                    <a:pt x="37794" y="117926"/>
                  </a:cubicBezTo>
                  <a:lnTo>
                    <a:pt x="37561" y="118493"/>
                  </a:lnTo>
                  <a:cubicBezTo>
                    <a:pt x="37528" y="118727"/>
                    <a:pt x="37427" y="118927"/>
                    <a:pt x="37394" y="119127"/>
                  </a:cubicBezTo>
                  <a:cubicBezTo>
                    <a:pt x="37194" y="119928"/>
                    <a:pt x="37194" y="120761"/>
                    <a:pt x="37194" y="121562"/>
                  </a:cubicBezTo>
                  <a:cubicBezTo>
                    <a:pt x="37194" y="122329"/>
                    <a:pt x="37194" y="123096"/>
                    <a:pt x="37061" y="123797"/>
                  </a:cubicBezTo>
                  <a:cubicBezTo>
                    <a:pt x="36960" y="124497"/>
                    <a:pt x="36694" y="125131"/>
                    <a:pt x="36260" y="125765"/>
                  </a:cubicBezTo>
                  <a:cubicBezTo>
                    <a:pt x="35893" y="126399"/>
                    <a:pt x="35459" y="126966"/>
                    <a:pt x="34926" y="127433"/>
                  </a:cubicBezTo>
                  <a:cubicBezTo>
                    <a:pt x="33892" y="128400"/>
                    <a:pt x="32557" y="128834"/>
                    <a:pt x="31190" y="128934"/>
                  </a:cubicBezTo>
                  <a:cubicBezTo>
                    <a:pt x="30833" y="128968"/>
                    <a:pt x="30480" y="128982"/>
                    <a:pt x="30131" y="128982"/>
                  </a:cubicBezTo>
                  <a:cubicBezTo>
                    <a:pt x="29109" y="128982"/>
                    <a:pt x="28115" y="128858"/>
                    <a:pt x="27120" y="128734"/>
                  </a:cubicBezTo>
                  <a:cubicBezTo>
                    <a:pt x="25786" y="128567"/>
                    <a:pt x="24518" y="128400"/>
                    <a:pt x="23217" y="128334"/>
                  </a:cubicBezTo>
                  <a:cubicBezTo>
                    <a:pt x="23096" y="128330"/>
                    <a:pt x="22975" y="128329"/>
                    <a:pt x="22854" y="128329"/>
                  </a:cubicBezTo>
                  <a:cubicBezTo>
                    <a:pt x="21709" y="128329"/>
                    <a:pt x="20571" y="128478"/>
                    <a:pt x="19515" y="128901"/>
                  </a:cubicBezTo>
                  <a:cubicBezTo>
                    <a:pt x="18914" y="129101"/>
                    <a:pt x="18414" y="129401"/>
                    <a:pt x="17914" y="129668"/>
                  </a:cubicBezTo>
                  <a:cubicBezTo>
                    <a:pt x="17413" y="129968"/>
                    <a:pt x="16946" y="130302"/>
                    <a:pt x="16513" y="130602"/>
                  </a:cubicBezTo>
                  <a:cubicBezTo>
                    <a:pt x="15579" y="131236"/>
                    <a:pt x="14778" y="131903"/>
                    <a:pt x="13877" y="131936"/>
                  </a:cubicBezTo>
                  <a:cubicBezTo>
                    <a:pt x="13795" y="131942"/>
                    <a:pt x="13714" y="131945"/>
                    <a:pt x="13633" y="131945"/>
                  </a:cubicBezTo>
                  <a:cubicBezTo>
                    <a:pt x="12791" y="131945"/>
                    <a:pt x="12003" y="131646"/>
                    <a:pt x="11242" y="131402"/>
                  </a:cubicBezTo>
                  <a:cubicBezTo>
                    <a:pt x="10408" y="131102"/>
                    <a:pt x="9608" y="130802"/>
                    <a:pt x="8907" y="130468"/>
                  </a:cubicBezTo>
                  <a:cubicBezTo>
                    <a:pt x="7439" y="129901"/>
                    <a:pt x="6205" y="129334"/>
                    <a:pt x="5071" y="129134"/>
                  </a:cubicBezTo>
                  <a:cubicBezTo>
                    <a:pt x="4689" y="129063"/>
                    <a:pt x="4325" y="129034"/>
                    <a:pt x="3988" y="129034"/>
                  </a:cubicBezTo>
                  <a:cubicBezTo>
                    <a:pt x="3383" y="129034"/>
                    <a:pt x="2867" y="129127"/>
                    <a:pt x="2503" y="129234"/>
                  </a:cubicBezTo>
                  <a:cubicBezTo>
                    <a:pt x="2369" y="129268"/>
                    <a:pt x="2236" y="129268"/>
                    <a:pt x="2102" y="129301"/>
                  </a:cubicBezTo>
                  <a:cubicBezTo>
                    <a:pt x="2036" y="129334"/>
                    <a:pt x="1935" y="129334"/>
                    <a:pt x="1869" y="129401"/>
                  </a:cubicBezTo>
                  <a:cubicBezTo>
                    <a:pt x="1735" y="129434"/>
                    <a:pt x="1669" y="129468"/>
                    <a:pt x="1669" y="129468"/>
                  </a:cubicBezTo>
                  <a:cubicBezTo>
                    <a:pt x="1035" y="129735"/>
                    <a:pt x="601" y="130001"/>
                    <a:pt x="368" y="130235"/>
                  </a:cubicBezTo>
                  <a:cubicBezTo>
                    <a:pt x="101" y="130435"/>
                    <a:pt x="1" y="130602"/>
                    <a:pt x="34" y="130635"/>
                  </a:cubicBezTo>
                  <a:cubicBezTo>
                    <a:pt x="42" y="130643"/>
                    <a:pt x="57" y="130647"/>
                    <a:pt x="80" y="130647"/>
                  </a:cubicBezTo>
                  <a:cubicBezTo>
                    <a:pt x="154" y="130647"/>
                    <a:pt x="305" y="130604"/>
                    <a:pt x="534" y="130502"/>
                  </a:cubicBezTo>
                  <a:cubicBezTo>
                    <a:pt x="835" y="130402"/>
                    <a:pt x="1235" y="130168"/>
                    <a:pt x="1835" y="129935"/>
                  </a:cubicBezTo>
                  <a:cubicBezTo>
                    <a:pt x="1835" y="129935"/>
                    <a:pt x="1902" y="129901"/>
                    <a:pt x="2036" y="129835"/>
                  </a:cubicBezTo>
                  <a:cubicBezTo>
                    <a:pt x="2102" y="129835"/>
                    <a:pt x="2202" y="129801"/>
                    <a:pt x="2269" y="129768"/>
                  </a:cubicBezTo>
                  <a:cubicBezTo>
                    <a:pt x="2369" y="129768"/>
                    <a:pt x="2503" y="129735"/>
                    <a:pt x="2603" y="129668"/>
                  </a:cubicBezTo>
                  <a:cubicBezTo>
                    <a:pt x="2913" y="129606"/>
                    <a:pt x="3353" y="129531"/>
                    <a:pt x="3897" y="129531"/>
                  </a:cubicBezTo>
                  <a:cubicBezTo>
                    <a:pt x="4229" y="129531"/>
                    <a:pt x="4600" y="129559"/>
                    <a:pt x="5004" y="129634"/>
                  </a:cubicBezTo>
                  <a:cubicBezTo>
                    <a:pt x="6038" y="129801"/>
                    <a:pt x="7273" y="130335"/>
                    <a:pt x="8707" y="130969"/>
                  </a:cubicBezTo>
                  <a:cubicBezTo>
                    <a:pt x="9407" y="131302"/>
                    <a:pt x="10208" y="131603"/>
                    <a:pt x="11042" y="131936"/>
                  </a:cubicBezTo>
                  <a:cubicBezTo>
                    <a:pt x="11803" y="132210"/>
                    <a:pt x="12675" y="132512"/>
                    <a:pt x="13633" y="132512"/>
                  </a:cubicBezTo>
                  <a:cubicBezTo>
                    <a:pt x="13725" y="132512"/>
                    <a:pt x="13817" y="132509"/>
                    <a:pt x="13911" y="132503"/>
                  </a:cubicBezTo>
                  <a:cubicBezTo>
                    <a:pt x="14444" y="132503"/>
                    <a:pt x="15011" y="132303"/>
                    <a:pt x="15445" y="132003"/>
                  </a:cubicBezTo>
                  <a:cubicBezTo>
                    <a:pt x="15912" y="131769"/>
                    <a:pt x="16346" y="131436"/>
                    <a:pt x="16779" y="131136"/>
                  </a:cubicBezTo>
                  <a:cubicBezTo>
                    <a:pt x="17213" y="130835"/>
                    <a:pt x="17647" y="130568"/>
                    <a:pt x="18180" y="130268"/>
                  </a:cubicBezTo>
                  <a:cubicBezTo>
                    <a:pt x="18614" y="130001"/>
                    <a:pt x="19181" y="129735"/>
                    <a:pt x="19681" y="129501"/>
                  </a:cubicBezTo>
                  <a:cubicBezTo>
                    <a:pt x="20645" y="129140"/>
                    <a:pt x="21690" y="128996"/>
                    <a:pt x="22817" y="128996"/>
                  </a:cubicBezTo>
                  <a:cubicBezTo>
                    <a:pt x="22939" y="128996"/>
                    <a:pt x="23061" y="128997"/>
                    <a:pt x="23184" y="129001"/>
                  </a:cubicBezTo>
                  <a:cubicBezTo>
                    <a:pt x="24385" y="129067"/>
                    <a:pt x="25686" y="129268"/>
                    <a:pt x="27020" y="129434"/>
                  </a:cubicBezTo>
                  <a:cubicBezTo>
                    <a:pt x="28049" y="129563"/>
                    <a:pt x="29098" y="129711"/>
                    <a:pt x="30197" y="129711"/>
                  </a:cubicBezTo>
                  <a:cubicBezTo>
                    <a:pt x="30523" y="129711"/>
                    <a:pt x="30854" y="129698"/>
                    <a:pt x="31190" y="129668"/>
                  </a:cubicBezTo>
                  <a:cubicBezTo>
                    <a:pt x="31890" y="129634"/>
                    <a:pt x="32624" y="129468"/>
                    <a:pt x="33358" y="129234"/>
                  </a:cubicBezTo>
                  <a:cubicBezTo>
                    <a:pt x="34058" y="128934"/>
                    <a:pt x="34726" y="128500"/>
                    <a:pt x="35293" y="128000"/>
                  </a:cubicBezTo>
                  <a:cubicBezTo>
                    <a:pt x="35893" y="127500"/>
                    <a:pt x="36393" y="126899"/>
                    <a:pt x="36760" y="126232"/>
                  </a:cubicBezTo>
                  <a:cubicBezTo>
                    <a:pt x="36860" y="126065"/>
                    <a:pt x="36960" y="125898"/>
                    <a:pt x="37061" y="125732"/>
                  </a:cubicBezTo>
                  <a:lnTo>
                    <a:pt x="37194" y="125465"/>
                  </a:lnTo>
                  <a:lnTo>
                    <a:pt x="37294" y="125165"/>
                  </a:lnTo>
                  <a:cubicBezTo>
                    <a:pt x="37461" y="124798"/>
                    <a:pt x="37561" y="124431"/>
                    <a:pt x="37628" y="123997"/>
                  </a:cubicBezTo>
                  <a:cubicBezTo>
                    <a:pt x="37928" y="122396"/>
                    <a:pt x="37594" y="120795"/>
                    <a:pt x="37961" y="119394"/>
                  </a:cubicBezTo>
                  <a:cubicBezTo>
                    <a:pt x="38028" y="119160"/>
                    <a:pt x="38095" y="118994"/>
                    <a:pt x="38128" y="118827"/>
                  </a:cubicBezTo>
                  <a:lnTo>
                    <a:pt x="38361" y="118293"/>
                  </a:lnTo>
                  <a:cubicBezTo>
                    <a:pt x="38395" y="118126"/>
                    <a:pt x="38528" y="117959"/>
                    <a:pt x="38595" y="117793"/>
                  </a:cubicBezTo>
                  <a:cubicBezTo>
                    <a:pt x="38695" y="117626"/>
                    <a:pt x="38762" y="117459"/>
                    <a:pt x="38895" y="117292"/>
                  </a:cubicBezTo>
                  <a:cubicBezTo>
                    <a:pt x="39295" y="116659"/>
                    <a:pt x="39863" y="116125"/>
                    <a:pt x="40463" y="115658"/>
                  </a:cubicBezTo>
                  <a:cubicBezTo>
                    <a:pt x="41731" y="114791"/>
                    <a:pt x="43298" y="114223"/>
                    <a:pt x="44766" y="113323"/>
                  </a:cubicBezTo>
                  <a:cubicBezTo>
                    <a:pt x="45133" y="113123"/>
                    <a:pt x="45467" y="112889"/>
                    <a:pt x="45867" y="112622"/>
                  </a:cubicBezTo>
                  <a:cubicBezTo>
                    <a:pt x="46167" y="112389"/>
                    <a:pt x="46501" y="112089"/>
                    <a:pt x="46801" y="111755"/>
                  </a:cubicBezTo>
                  <a:cubicBezTo>
                    <a:pt x="46968" y="111588"/>
                    <a:pt x="47101" y="111421"/>
                    <a:pt x="47268" y="111255"/>
                  </a:cubicBezTo>
                  <a:cubicBezTo>
                    <a:pt x="47401" y="111055"/>
                    <a:pt x="47535" y="110888"/>
                    <a:pt x="47635" y="110654"/>
                  </a:cubicBezTo>
                  <a:cubicBezTo>
                    <a:pt x="47902" y="110254"/>
                    <a:pt x="48002" y="109787"/>
                    <a:pt x="48102" y="109320"/>
                  </a:cubicBezTo>
                  <a:cubicBezTo>
                    <a:pt x="48235" y="108419"/>
                    <a:pt x="48102" y="107552"/>
                    <a:pt x="48068" y="106718"/>
                  </a:cubicBezTo>
                  <a:cubicBezTo>
                    <a:pt x="48002" y="105884"/>
                    <a:pt x="48002" y="104983"/>
                    <a:pt x="48102" y="104216"/>
                  </a:cubicBezTo>
                  <a:cubicBezTo>
                    <a:pt x="48235" y="103416"/>
                    <a:pt x="48502" y="102648"/>
                    <a:pt x="48902" y="101915"/>
                  </a:cubicBezTo>
                  <a:cubicBezTo>
                    <a:pt x="49269" y="101147"/>
                    <a:pt x="49770" y="100447"/>
                    <a:pt x="50270" y="99746"/>
                  </a:cubicBezTo>
                  <a:cubicBezTo>
                    <a:pt x="50770" y="98979"/>
                    <a:pt x="51271" y="98245"/>
                    <a:pt x="51638" y="97411"/>
                  </a:cubicBezTo>
                  <a:lnTo>
                    <a:pt x="51904" y="96778"/>
                  </a:lnTo>
                  <a:lnTo>
                    <a:pt x="52005" y="96444"/>
                  </a:lnTo>
                  <a:lnTo>
                    <a:pt x="52105" y="96110"/>
                  </a:lnTo>
                  <a:lnTo>
                    <a:pt x="52138" y="95944"/>
                  </a:lnTo>
                  <a:lnTo>
                    <a:pt x="52138" y="95877"/>
                  </a:lnTo>
                  <a:lnTo>
                    <a:pt x="52138" y="95744"/>
                  </a:lnTo>
                  <a:lnTo>
                    <a:pt x="52138" y="95377"/>
                  </a:lnTo>
                  <a:cubicBezTo>
                    <a:pt x="52171" y="95110"/>
                    <a:pt x="52138" y="94910"/>
                    <a:pt x="52138" y="94643"/>
                  </a:cubicBezTo>
                  <a:cubicBezTo>
                    <a:pt x="52005" y="92775"/>
                    <a:pt x="51304" y="91107"/>
                    <a:pt x="50770" y="89439"/>
                  </a:cubicBezTo>
                  <a:cubicBezTo>
                    <a:pt x="50503" y="88605"/>
                    <a:pt x="50270" y="87771"/>
                    <a:pt x="50170" y="86937"/>
                  </a:cubicBezTo>
                  <a:cubicBezTo>
                    <a:pt x="50137" y="86737"/>
                    <a:pt x="50137" y="86537"/>
                    <a:pt x="50137" y="86303"/>
                  </a:cubicBezTo>
                  <a:lnTo>
                    <a:pt x="50137" y="86037"/>
                  </a:lnTo>
                  <a:lnTo>
                    <a:pt x="50170" y="85703"/>
                  </a:lnTo>
                  <a:cubicBezTo>
                    <a:pt x="50170" y="85470"/>
                    <a:pt x="50237" y="85269"/>
                    <a:pt x="50270" y="85069"/>
                  </a:cubicBezTo>
                  <a:lnTo>
                    <a:pt x="50403" y="84435"/>
                  </a:lnTo>
                  <a:cubicBezTo>
                    <a:pt x="50570" y="83568"/>
                    <a:pt x="50804" y="82734"/>
                    <a:pt x="51004" y="81867"/>
                  </a:cubicBezTo>
                  <a:cubicBezTo>
                    <a:pt x="51237" y="80966"/>
                    <a:pt x="51404" y="80032"/>
                    <a:pt x="51104" y="79032"/>
                  </a:cubicBezTo>
                  <a:cubicBezTo>
                    <a:pt x="50937" y="78565"/>
                    <a:pt x="50737" y="78064"/>
                    <a:pt x="50337" y="77731"/>
                  </a:cubicBezTo>
                  <a:lnTo>
                    <a:pt x="50103" y="77464"/>
                  </a:lnTo>
                  <a:cubicBezTo>
                    <a:pt x="50003" y="77397"/>
                    <a:pt x="49903" y="77364"/>
                    <a:pt x="49803" y="77264"/>
                  </a:cubicBezTo>
                  <a:lnTo>
                    <a:pt x="49503" y="77064"/>
                  </a:lnTo>
                  <a:cubicBezTo>
                    <a:pt x="49436" y="77030"/>
                    <a:pt x="49303" y="76930"/>
                    <a:pt x="49236" y="76897"/>
                  </a:cubicBezTo>
                  <a:cubicBezTo>
                    <a:pt x="48532" y="76486"/>
                    <a:pt x="47673" y="76178"/>
                    <a:pt x="46818" y="76178"/>
                  </a:cubicBezTo>
                  <a:cubicBezTo>
                    <a:pt x="46701" y="76178"/>
                    <a:pt x="46584" y="76184"/>
                    <a:pt x="46467" y="76196"/>
                  </a:cubicBezTo>
                  <a:cubicBezTo>
                    <a:pt x="45500" y="76230"/>
                    <a:pt x="44599" y="76597"/>
                    <a:pt x="43799" y="77064"/>
                  </a:cubicBezTo>
                  <a:cubicBezTo>
                    <a:pt x="42998" y="77531"/>
                    <a:pt x="42331" y="78131"/>
                    <a:pt x="41731" y="78798"/>
                  </a:cubicBezTo>
                  <a:cubicBezTo>
                    <a:pt x="40496" y="80132"/>
                    <a:pt x="39596" y="81700"/>
                    <a:pt x="38929" y="83301"/>
                  </a:cubicBezTo>
                  <a:cubicBezTo>
                    <a:pt x="38261" y="84936"/>
                    <a:pt x="37794" y="86637"/>
                    <a:pt x="37628" y="88372"/>
                  </a:cubicBezTo>
                  <a:lnTo>
                    <a:pt x="37594" y="89039"/>
                  </a:lnTo>
                  <a:cubicBezTo>
                    <a:pt x="37594" y="89239"/>
                    <a:pt x="37561" y="89406"/>
                    <a:pt x="37561" y="89606"/>
                  </a:cubicBezTo>
                  <a:cubicBezTo>
                    <a:pt x="37494" y="89973"/>
                    <a:pt x="37461" y="90406"/>
                    <a:pt x="37394" y="90773"/>
                  </a:cubicBezTo>
                  <a:cubicBezTo>
                    <a:pt x="37261" y="91574"/>
                    <a:pt x="37061" y="92308"/>
                    <a:pt x="36760" y="93075"/>
                  </a:cubicBezTo>
                  <a:cubicBezTo>
                    <a:pt x="36493" y="93809"/>
                    <a:pt x="36160" y="94543"/>
                    <a:pt x="35726" y="95110"/>
                  </a:cubicBezTo>
                  <a:cubicBezTo>
                    <a:pt x="35309" y="95687"/>
                    <a:pt x="34769" y="96079"/>
                    <a:pt x="34195" y="96079"/>
                  </a:cubicBezTo>
                  <a:cubicBezTo>
                    <a:pt x="34172" y="96079"/>
                    <a:pt x="34148" y="96078"/>
                    <a:pt x="34125" y="96077"/>
                  </a:cubicBezTo>
                  <a:cubicBezTo>
                    <a:pt x="33558" y="96044"/>
                    <a:pt x="32958" y="95577"/>
                    <a:pt x="32457" y="95043"/>
                  </a:cubicBezTo>
                  <a:cubicBezTo>
                    <a:pt x="32324" y="94910"/>
                    <a:pt x="32257" y="94743"/>
                    <a:pt x="32124" y="94609"/>
                  </a:cubicBezTo>
                  <a:cubicBezTo>
                    <a:pt x="32057" y="94476"/>
                    <a:pt x="31957" y="94309"/>
                    <a:pt x="31890" y="94209"/>
                  </a:cubicBezTo>
                  <a:cubicBezTo>
                    <a:pt x="31757" y="93909"/>
                    <a:pt x="31657" y="93609"/>
                    <a:pt x="31657" y="93275"/>
                  </a:cubicBezTo>
                  <a:cubicBezTo>
                    <a:pt x="31657" y="92475"/>
                    <a:pt x="31990" y="91641"/>
                    <a:pt x="32290" y="90873"/>
                  </a:cubicBezTo>
                  <a:cubicBezTo>
                    <a:pt x="32591" y="90073"/>
                    <a:pt x="32791" y="89272"/>
                    <a:pt x="32791" y="88705"/>
                  </a:cubicBezTo>
                  <a:lnTo>
                    <a:pt x="32791" y="88739"/>
                  </a:lnTo>
                  <a:cubicBezTo>
                    <a:pt x="32891" y="87905"/>
                    <a:pt x="32891" y="87037"/>
                    <a:pt x="32624" y="86203"/>
                  </a:cubicBezTo>
                  <a:cubicBezTo>
                    <a:pt x="32391" y="85369"/>
                    <a:pt x="31990" y="84602"/>
                    <a:pt x="31657" y="83902"/>
                  </a:cubicBezTo>
                  <a:cubicBezTo>
                    <a:pt x="31323" y="83135"/>
                    <a:pt x="31056" y="82434"/>
                    <a:pt x="30789" y="81700"/>
                  </a:cubicBezTo>
                  <a:lnTo>
                    <a:pt x="30589" y="81133"/>
                  </a:lnTo>
                  <a:cubicBezTo>
                    <a:pt x="30556" y="80933"/>
                    <a:pt x="30489" y="80766"/>
                    <a:pt x="30456" y="80566"/>
                  </a:cubicBezTo>
                  <a:lnTo>
                    <a:pt x="30356" y="79966"/>
                  </a:lnTo>
                  <a:cubicBezTo>
                    <a:pt x="30356" y="79765"/>
                    <a:pt x="30356" y="79599"/>
                    <a:pt x="30289" y="79399"/>
                  </a:cubicBezTo>
                  <a:cubicBezTo>
                    <a:pt x="30189" y="78631"/>
                    <a:pt x="30289" y="77897"/>
                    <a:pt x="30456" y="77130"/>
                  </a:cubicBezTo>
                  <a:cubicBezTo>
                    <a:pt x="30689" y="76430"/>
                    <a:pt x="31056" y="75729"/>
                    <a:pt x="31523" y="75095"/>
                  </a:cubicBezTo>
                  <a:cubicBezTo>
                    <a:pt x="32457" y="73861"/>
                    <a:pt x="33758" y="72760"/>
                    <a:pt x="35026" y="71626"/>
                  </a:cubicBezTo>
                  <a:cubicBezTo>
                    <a:pt x="35626" y="71059"/>
                    <a:pt x="36260" y="70525"/>
                    <a:pt x="36894" y="69892"/>
                  </a:cubicBezTo>
                  <a:lnTo>
                    <a:pt x="37761" y="68958"/>
                  </a:lnTo>
                  <a:cubicBezTo>
                    <a:pt x="38061" y="68724"/>
                    <a:pt x="38361" y="68457"/>
                    <a:pt x="38695" y="68224"/>
                  </a:cubicBezTo>
                  <a:cubicBezTo>
                    <a:pt x="40029" y="67290"/>
                    <a:pt x="41597" y="66723"/>
                    <a:pt x="43198" y="66056"/>
                  </a:cubicBezTo>
                  <a:cubicBezTo>
                    <a:pt x="43965" y="65722"/>
                    <a:pt x="44766" y="65388"/>
                    <a:pt x="45567" y="65022"/>
                  </a:cubicBezTo>
                  <a:cubicBezTo>
                    <a:pt x="46367" y="64588"/>
                    <a:pt x="47101" y="64121"/>
                    <a:pt x="47802" y="63554"/>
                  </a:cubicBezTo>
                  <a:cubicBezTo>
                    <a:pt x="48535" y="62920"/>
                    <a:pt x="49102" y="62186"/>
                    <a:pt x="49403" y="61252"/>
                  </a:cubicBezTo>
                  <a:cubicBezTo>
                    <a:pt x="49436" y="61052"/>
                    <a:pt x="49536" y="60785"/>
                    <a:pt x="49569" y="60585"/>
                  </a:cubicBezTo>
                  <a:lnTo>
                    <a:pt x="49603" y="60251"/>
                  </a:lnTo>
                  <a:lnTo>
                    <a:pt x="49703" y="60118"/>
                  </a:lnTo>
                  <a:lnTo>
                    <a:pt x="49803" y="59851"/>
                  </a:lnTo>
                  <a:lnTo>
                    <a:pt x="49870" y="59718"/>
                  </a:lnTo>
                  <a:cubicBezTo>
                    <a:pt x="49903" y="59651"/>
                    <a:pt x="49903" y="59618"/>
                    <a:pt x="49903" y="59584"/>
                  </a:cubicBezTo>
                  <a:lnTo>
                    <a:pt x="49936" y="59418"/>
                  </a:lnTo>
                  <a:lnTo>
                    <a:pt x="50070" y="58784"/>
                  </a:lnTo>
                  <a:cubicBezTo>
                    <a:pt x="50237" y="57916"/>
                    <a:pt x="50303" y="57049"/>
                    <a:pt x="50237" y="56115"/>
                  </a:cubicBezTo>
                  <a:cubicBezTo>
                    <a:pt x="50203" y="55215"/>
                    <a:pt x="49870" y="54281"/>
                    <a:pt x="49369" y="53547"/>
                  </a:cubicBezTo>
                  <a:cubicBezTo>
                    <a:pt x="48369" y="51979"/>
                    <a:pt x="46901" y="50945"/>
                    <a:pt x="45600" y="49911"/>
                  </a:cubicBezTo>
                  <a:cubicBezTo>
                    <a:pt x="44933" y="49410"/>
                    <a:pt x="44299" y="48810"/>
                    <a:pt x="43965" y="48210"/>
                  </a:cubicBezTo>
                  <a:cubicBezTo>
                    <a:pt x="43632" y="47576"/>
                    <a:pt x="43632" y="46842"/>
                    <a:pt x="43899" y="46075"/>
                  </a:cubicBezTo>
                  <a:cubicBezTo>
                    <a:pt x="44032" y="45708"/>
                    <a:pt x="44132" y="45341"/>
                    <a:pt x="44366" y="45007"/>
                  </a:cubicBezTo>
                  <a:lnTo>
                    <a:pt x="44499" y="44707"/>
                  </a:lnTo>
                  <a:cubicBezTo>
                    <a:pt x="44566" y="44674"/>
                    <a:pt x="44499" y="44674"/>
                    <a:pt x="44566" y="44607"/>
                  </a:cubicBezTo>
                  <a:lnTo>
                    <a:pt x="44633" y="44540"/>
                  </a:lnTo>
                  <a:cubicBezTo>
                    <a:pt x="44766" y="44407"/>
                    <a:pt x="44899" y="44273"/>
                    <a:pt x="45066" y="44173"/>
                  </a:cubicBezTo>
                  <a:cubicBezTo>
                    <a:pt x="45633" y="43706"/>
                    <a:pt x="46401" y="43339"/>
                    <a:pt x="47101" y="42772"/>
                  </a:cubicBezTo>
                  <a:cubicBezTo>
                    <a:pt x="47468" y="42505"/>
                    <a:pt x="47802" y="42205"/>
                    <a:pt x="48068" y="41738"/>
                  </a:cubicBezTo>
                  <a:cubicBezTo>
                    <a:pt x="48269" y="41271"/>
                    <a:pt x="48402" y="40838"/>
                    <a:pt x="48402" y="40371"/>
                  </a:cubicBezTo>
                  <a:cubicBezTo>
                    <a:pt x="48435" y="39904"/>
                    <a:pt x="48369" y="39503"/>
                    <a:pt x="48369" y="39103"/>
                  </a:cubicBezTo>
                  <a:cubicBezTo>
                    <a:pt x="48369" y="38703"/>
                    <a:pt x="48402" y="38503"/>
                    <a:pt x="48569" y="38069"/>
                  </a:cubicBezTo>
                  <a:cubicBezTo>
                    <a:pt x="48869" y="37302"/>
                    <a:pt x="49136" y="36601"/>
                    <a:pt x="49603" y="36034"/>
                  </a:cubicBezTo>
                  <a:cubicBezTo>
                    <a:pt x="50036" y="35434"/>
                    <a:pt x="50637" y="35067"/>
                    <a:pt x="51371" y="34767"/>
                  </a:cubicBezTo>
                  <a:cubicBezTo>
                    <a:pt x="52071" y="34500"/>
                    <a:pt x="52805" y="34266"/>
                    <a:pt x="53572" y="34099"/>
                  </a:cubicBezTo>
                  <a:cubicBezTo>
                    <a:pt x="54306" y="33899"/>
                    <a:pt x="55073" y="33699"/>
                    <a:pt x="55807" y="33532"/>
                  </a:cubicBezTo>
                  <a:cubicBezTo>
                    <a:pt x="56174" y="33399"/>
                    <a:pt x="56574" y="33332"/>
                    <a:pt x="56941" y="33232"/>
                  </a:cubicBezTo>
                  <a:lnTo>
                    <a:pt x="58076" y="32999"/>
                  </a:lnTo>
                  <a:cubicBezTo>
                    <a:pt x="58809" y="32832"/>
                    <a:pt x="59510" y="32698"/>
                    <a:pt x="60277" y="32532"/>
                  </a:cubicBezTo>
                  <a:cubicBezTo>
                    <a:pt x="63246" y="31931"/>
                    <a:pt x="66081" y="31331"/>
                    <a:pt x="68783" y="30564"/>
                  </a:cubicBezTo>
                  <a:cubicBezTo>
                    <a:pt x="70117" y="30197"/>
                    <a:pt x="71485" y="29596"/>
                    <a:pt x="72486" y="28595"/>
                  </a:cubicBezTo>
                  <a:cubicBezTo>
                    <a:pt x="72986" y="28095"/>
                    <a:pt x="73420" y="27528"/>
                    <a:pt x="73753" y="26928"/>
                  </a:cubicBezTo>
                  <a:cubicBezTo>
                    <a:pt x="74087" y="26361"/>
                    <a:pt x="74320" y="25693"/>
                    <a:pt x="74320" y="24993"/>
                  </a:cubicBezTo>
                  <a:cubicBezTo>
                    <a:pt x="74387" y="24259"/>
                    <a:pt x="74154" y="23659"/>
                    <a:pt x="74054" y="23058"/>
                  </a:cubicBezTo>
                  <a:cubicBezTo>
                    <a:pt x="73920" y="22491"/>
                    <a:pt x="73820" y="21891"/>
                    <a:pt x="73920" y="21357"/>
                  </a:cubicBezTo>
                  <a:cubicBezTo>
                    <a:pt x="73987" y="20823"/>
                    <a:pt x="74120" y="20256"/>
                    <a:pt x="74320" y="19756"/>
                  </a:cubicBezTo>
                  <a:cubicBezTo>
                    <a:pt x="74554" y="19255"/>
                    <a:pt x="74787" y="18755"/>
                    <a:pt x="75121" y="18355"/>
                  </a:cubicBezTo>
                  <a:cubicBezTo>
                    <a:pt x="76389" y="16587"/>
                    <a:pt x="77990" y="15219"/>
                    <a:pt x="78724" y="13351"/>
                  </a:cubicBezTo>
                  <a:cubicBezTo>
                    <a:pt x="78790" y="13084"/>
                    <a:pt x="78824" y="12884"/>
                    <a:pt x="78924" y="12651"/>
                  </a:cubicBezTo>
                  <a:cubicBezTo>
                    <a:pt x="78924" y="12417"/>
                    <a:pt x="78990" y="12184"/>
                    <a:pt x="78957" y="11917"/>
                  </a:cubicBezTo>
                  <a:lnTo>
                    <a:pt x="78957" y="11583"/>
                  </a:lnTo>
                  <a:cubicBezTo>
                    <a:pt x="78957" y="11483"/>
                    <a:pt x="78924" y="11383"/>
                    <a:pt x="78924" y="11250"/>
                  </a:cubicBezTo>
                  <a:lnTo>
                    <a:pt x="78790" y="10649"/>
                  </a:lnTo>
                  <a:cubicBezTo>
                    <a:pt x="78624" y="9815"/>
                    <a:pt x="78457" y="9048"/>
                    <a:pt x="78323" y="8348"/>
                  </a:cubicBezTo>
                  <a:cubicBezTo>
                    <a:pt x="78090" y="6913"/>
                    <a:pt x="78056" y="5679"/>
                    <a:pt x="78223" y="4712"/>
                  </a:cubicBezTo>
                  <a:cubicBezTo>
                    <a:pt x="78257" y="4478"/>
                    <a:pt x="78290" y="4211"/>
                    <a:pt x="78323" y="4011"/>
                  </a:cubicBezTo>
                  <a:cubicBezTo>
                    <a:pt x="78390" y="3811"/>
                    <a:pt x="78457" y="3578"/>
                    <a:pt x="78490" y="3411"/>
                  </a:cubicBezTo>
                  <a:cubicBezTo>
                    <a:pt x="78590" y="3077"/>
                    <a:pt x="78757" y="2810"/>
                    <a:pt x="78824" y="2543"/>
                  </a:cubicBezTo>
                  <a:cubicBezTo>
                    <a:pt x="78924" y="2310"/>
                    <a:pt x="78990" y="2110"/>
                    <a:pt x="79091" y="2010"/>
                  </a:cubicBezTo>
                  <a:cubicBezTo>
                    <a:pt x="79124" y="1876"/>
                    <a:pt x="79157" y="1843"/>
                    <a:pt x="79157" y="1843"/>
                  </a:cubicBezTo>
                  <a:cubicBezTo>
                    <a:pt x="79324" y="1576"/>
                    <a:pt x="79424" y="1343"/>
                    <a:pt x="79724" y="1009"/>
                  </a:cubicBezTo>
                  <a:cubicBezTo>
                    <a:pt x="79824" y="842"/>
                    <a:pt x="79924" y="642"/>
                    <a:pt x="79991" y="509"/>
                  </a:cubicBezTo>
                  <a:cubicBezTo>
                    <a:pt x="80158" y="208"/>
                    <a:pt x="80225" y="42"/>
                    <a:pt x="80158" y="8"/>
                  </a:cubicBezTo>
                  <a:cubicBezTo>
                    <a:pt x="80153" y="3"/>
                    <a:pt x="80145" y="0"/>
                    <a:pt x="801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1" name="Google Shape;831;p7"/>
            <p:cNvSpPr/>
            <p:nvPr/>
          </p:nvSpPr>
          <p:spPr>
            <a:xfrm rot="10800000">
              <a:off x="7257082" y="1834842"/>
              <a:ext cx="2069687" cy="3284563"/>
            </a:xfrm>
            <a:custGeom>
              <a:avLst/>
              <a:gdLst/>
              <a:ahLst/>
              <a:cxnLst/>
              <a:rect l="l" t="t" r="r" b="b"/>
              <a:pathLst>
                <a:path w="85595" h="135838" extrusionOk="0">
                  <a:moveTo>
                    <a:pt x="85546" y="1"/>
                  </a:moveTo>
                  <a:cubicBezTo>
                    <a:pt x="85502" y="1"/>
                    <a:pt x="85407" y="103"/>
                    <a:pt x="85261" y="307"/>
                  </a:cubicBezTo>
                  <a:cubicBezTo>
                    <a:pt x="85094" y="541"/>
                    <a:pt x="84894" y="874"/>
                    <a:pt x="84694" y="1408"/>
                  </a:cubicBezTo>
                  <a:cubicBezTo>
                    <a:pt x="84694" y="1408"/>
                    <a:pt x="84627" y="1508"/>
                    <a:pt x="84594" y="1642"/>
                  </a:cubicBezTo>
                  <a:cubicBezTo>
                    <a:pt x="84594" y="1675"/>
                    <a:pt x="84561" y="1742"/>
                    <a:pt x="84527" y="1875"/>
                  </a:cubicBezTo>
                  <a:cubicBezTo>
                    <a:pt x="84461" y="1975"/>
                    <a:pt x="84461" y="2142"/>
                    <a:pt x="84427" y="2242"/>
                  </a:cubicBezTo>
                  <a:cubicBezTo>
                    <a:pt x="84327" y="2842"/>
                    <a:pt x="84227" y="3743"/>
                    <a:pt x="84394" y="4911"/>
                  </a:cubicBezTo>
                  <a:cubicBezTo>
                    <a:pt x="84494" y="5511"/>
                    <a:pt x="84594" y="6178"/>
                    <a:pt x="84727" y="6879"/>
                  </a:cubicBezTo>
                  <a:cubicBezTo>
                    <a:pt x="84894" y="7579"/>
                    <a:pt x="85061" y="8380"/>
                    <a:pt x="85094" y="9247"/>
                  </a:cubicBezTo>
                  <a:cubicBezTo>
                    <a:pt x="85161" y="9481"/>
                    <a:pt x="85161" y="9714"/>
                    <a:pt x="85161" y="9914"/>
                  </a:cubicBezTo>
                  <a:cubicBezTo>
                    <a:pt x="85094" y="10148"/>
                    <a:pt x="85094" y="10348"/>
                    <a:pt x="85061" y="10581"/>
                  </a:cubicBezTo>
                  <a:cubicBezTo>
                    <a:pt x="85061" y="10848"/>
                    <a:pt x="84994" y="11048"/>
                    <a:pt x="84928" y="11315"/>
                  </a:cubicBezTo>
                  <a:cubicBezTo>
                    <a:pt x="84894" y="11549"/>
                    <a:pt x="84794" y="11749"/>
                    <a:pt x="84727" y="12016"/>
                  </a:cubicBezTo>
                  <a:cubicBezTo>
                    <a:pt x="84561" y="12483"/>
                    <a:pt x="84327" y="12916"/>
                    <a:pt x="83960" y="13350"/>
                  </a:cubicBezTo>
                  <a:cubicBezTo>
                    <a:pt x="83693" y="13817"/>
                    <a:pt x="83260" y="14184"/>
                    <a:pt x="82859" y="14584"/>
                  </a:cubicBezTo>
                  <a:cubicBezTo>
                    <a:pt x="81959" y="15385"/>
                    <a:pt x="81025" y="16219"/>
                    <a:pt x="80224" y="17319"/>
                  </a:cubicBezTo>
                  <a:cubicBezTo>
                    <a:pt x="79857" y="17853"/>
                    <a:pt x="79490" y="18487"/>
                    <a:pt x="79324" y="19187"/>
                  </a:cubicBezTo>
                  <a:cubicBezTo>
                    <a:pt x="79090" y="19855"/>
                    <a:pt x="79057" y="20588"/>
                    <a:pt x="79090" y="21356"/>
                  </a:cubicBezTo>
                  <a:cubicBezTo>
                    <a:pt x="79157" y="22823"/>
                    <a:pt x="79424" y="24358"/>
                    <a:pt x="79157" y="25926"/>
                  </a:cubicBezTo>
                  <a:cubicBezTo>
                    <a:pt x="78823" y="27493"/>
                    <a:pt x="78023" y="29028"/>
                    <a:pt x="76755" y="30229"/>
                  </a:cubicBezTo>
                  <a:cubicBezTo>
                    <a:pt x="75521" y="31430"/>
                    <a:pt x="73853" y="32263"/>
                    <a:pt x="72085" y="33064"/>
                  </a:cubicBezTo>
                  <a:cubicBezTo>
                    <a:pt x="70384" y="33898"/>
                    <a:pt x="68483" y="34498"/>
                    <a:pt x="66481" y="34999"/>
                  </a:cubicBezTo>
                  <a:cubicBezTo>
                    <a:pt x="65981" y="35166"/>
                    <a:pt x="65480" y="35266"/>
                    <a:pt x="64980" y="35399"/>
                  </a:cubicBezTo>
                  <a:cubicBezTo>
                    <a:pt x="64713" y="35499"/>
                    <a:pt x="64480" y="35532"/>
                    <a:pt x="64213" y="35599"/>
                  </a:cubicBezTo>
                  <a:lnTo>
                    <a:pt x="64013" y="35666"/>
                  </a:lnTo>
                  <a:lnTo>
                    <a:pt x="63913" y="35666"/>
                  </a:lnTo>
                  <a:lnTo>
                    <a:pt x="63846" y="35699"/>
                  </a:lnTo>
                  <a:lnTo>
                    <a:pt x="63412" y="35766"/>
                  </a:lnTo>
                  <a:cubicBezTo>
                    <a:pt x="62378" y="36033"/>
                    <a:pt x="61311" y="36366"/>
                    <a:pt x="60310" y="36867"/>
                  </a:cubicBezTo>
                  <a:cubicBezTo>
                    <a:pt x="59309" y="37367"/>
                    <a:pt x="58309" y="38068"/>
                    <a:pt x="57708" y="39168"/>
                  </a:cubicBezTo>
                  <a:cubicBezTo>
                    <a:pt x="57408" y="39702"/>
                    <a:pt x="57341" y="40336"/>
                    <a:pt x="57174" y="40870"/>
                  </a:cubicBezTo>
                  <a:cubicBezTo>
                    <a:pt x="57141" y="41170"/>
                    <a:pt x="57008" y="41437"/>
                    <a:pt x="56908" y="41704"/>
                  </a:cubicBezTo>
                  <a:cubicBezTo>
                    <a:pt x="56808" y="42004"/>
                    <a:pt x="56674" y="42237"/>
                    <a:pt x="56541" y="42504"/>
                  </a:cubicBezTo>
                  <a:lnTo>
                    <a:pt x="56307" y="43005"/>
                  </a:lnTo>
                  <a:cubicBezTo>
                    <a:pt x="56174" y="43171"/>
                    <a:pt x="56040" y="43338"/>
                    <a:pt x="55907" y="43538"/>
                  </a:cubicBezTo>
                  <a:cubicBezTo>
                    <a:pt x="55640" y="43905"/>
                    <a:pt x="55240" y="44339"/>
                    <a:pt x="54839" y="44739"/>
                  </a:cubicBezTo>
                  <a:cubicBezTo>
                    <a:pt x="54406" y="45173"/>
                    <a:pt x="53872" y="45573"/>
                    <a:pt x="53372" y="46107"/>
                  </a:cubicBezTo>
                  <a:cubicBezTo>
                    <a:pt x="52871" y="46607"/>
                    <a:pt x="52371" y="47341"/>
                    <a:pt x="52204" y="48208"/>
                  </a:cubicBezTo>
                  <a:cubicBezTo>
                    <a:pt x="51837" y="50010"/>
                    <a:pt x="52571" y="51844"/>
                    <a:pt x="53405" y="53612"/>
                  </a:cubicBezTo>
                  <a:cubicBezTo>
                    <a:pt x="53839" y="54513"/>
                    <a:pt x="54172" y="55447"/>
                    <a:pt x="54339" y="56514"/>
                  </a:cubicBezTo>
                  <a:cubicBezTo>
                    <a:pt x="54406" y="56748"/>
                    <a:pt x="54372" y="57048"/>
                    <a:pt x="54406" y="57281"/>
                  </a:cubicBezTo>
                  <a:cubicBezTo>
                    <a:pt x="54406" y="57548"/>
                    <a:pt x="54473" y="57848"/>
                    <a:pt x="54473" y="58082"/>
                  </a:cubicBezTo>
                  <a:cubicBezTo>
                    <a:pt x="54473" y="58349"/>
                    <a:pt x="54473" y="58616"/>
                    <a:pt x="54406" y="58883"/>
                  </a:cubicBezTo>
                  <a:cubicBezTo>
                    <a:pt x="54372" y="59116"/>
                    <a:pt x="54372" y="59416"/>
                    <a:pt x="54306" y="59683"/>
                  </a:cubicBezTo>
                  <a:cubicBezTo>
                    <a:pt x="54072" y="60751"/>
                    <a:pt x="53639" y="61785"/>
                    <a:pt x="52971" y="62719"/>
                  </a:cubicBezTo>
                  <a:cubicBezTo>
                    <a:pt x="52304" y="63619"/>
                    <a:pt x="51370" y="64420"/>
                    <a:pt x="50403" y="65087"/>
                  </a:cubicBezTo>
                  <a:cubicBezTo>
                    <a:pt x="49402" y="65754"/>
                    <a:pt x="48335" y="66355"/>
                    <a:pt x="47234" y="66888"/>
                  </a:cubicBezTo>
                  <a:cubicBezTo>
                    <a:pt x="46700" y="67188"/>
                    <a:pt x="46167" y="67455"/>
                    <a:pt x="45633" y="67789"/>
                  </a:cubicBezTo>
                  <a:cubicBezTo>
                    <a:pt x="45366" y="67956"/>
                    <a:pt x="45133" y="68189"/>
                    <a:pt x="44866" y="68423"/>
                  </a:cubicBezTo>
                  <a:cubicBezTo>
                    <a:pt x="44732" y="68589"/>
                    <a:pt x="44666" y="68756"/>
                    <a:pt x="44565" y="68923"/>
                  </a:cubicBezTo>
                  <a:cubicBezTo>
                    <a:pt x="44565" y="69023"/>
                    <a:pt x="44532" y="69123"/>
                    <a:pt x="44532" y="69223"/>
                  </a:cubicBezTo>
                  <a:cubicBezTo>
                    <a:pt x="44532" y="69290"/>
                    <a:pt x="44532" y="69423"/>
                    <a:pt x="44565" y="69523"/>
                  </a:cubicBezTo>
                  <a:cubicBezTo>
                    <a:pt x="44666" y="69890"/>
                    <a:pt x="44899" y="70124"/>
                    <a:pt x="45133" y="70391"/>
                  </a:cubicBezTo>
                  <a:cubicBezTo>
                    <a:pt x="45333" y="70591"/>
                    <a:pt x="45533" y="70858"/>
                    <a:pt x="45800" y="71058"/>
                  </a:cubicBezTo>
                  <a:cubicBezTo>
                    <a:pt x="45900" y="71191"/>
                    <a:pt x="46033" y="71291"/>
                    <a:pt x="46167" y="71392"/>
                  </a:cubicBezTo>
                  <a:lnTo>
                    <a:pt x="46567" y="71625"/>
                  </a:lnTo>
                  <a:cubicBezTo>
                    <a:pt x="46700" y="71725"/>
                    <a:pt x="46867" y="71792"/>
                    <a:pt x="47034" y="71859"/>
                  </a:cubicBezTo>
                  <a:cubicBezTo>
                    <a:pt x="47167" y="71925"/>
                    <a:pt x="47334" y="72025"/>
                    <a:pt x="47501" y="72025"/>
                  </a:cubicBezTo>
                  <a:cubicBezTo>
                    <a:pt x="47723" y="72081"/>
                    <a:pt x="47946" y="72103"/>
                    <a:pt x="48167" y="72103"/>
                  </a:cubicBezTo>
                  <a:cubicBezTo>
                    <a:pt x="48609" y="72103"/>
                    <a:pt x="49046" y="72014"/>
                    <a:pt x="49469" y="71925"/>
                  </a:cubicBezTo>
                  <a:cubicBezTo>
                    <a:pt x="50069" y="71792"/>
                    <a:pt x="50670" y="71592"/>
                    <a:pt x="51237" y="71458"/>
                  </a:cubicBezTo>
                  <a:cubicBezTo>
                    <a:pt x="51742" y="71314"/>
                    <a:pt x="52259" y="71245"/>
                    <a:pt x="52769" y="71245"/>
                  </a:cubicBezTo>
                  <a:cubicBezTo>
                    <a:pt x="53440" y="71245"/>
                    <a:pt x="54100" y="71364"/>
                    <a:pt x="54706" y="71592"/>
                  </a:cubicBezTo>
                  <a:cubicBezTo>
                    <a:pt x="55240" y="71758"/>
                    <a:pt x="55673" y="72192"/>
                    <a:pt x="55974" y="72626"/>
                  </a:cubicBezTo>
                  <a:cubicBezTo>
                    <a:pt x="56240" y="73126"/>
                    <a:pt x="56474" y="73693"/>
                    <a:pt x="56574" y="74227"/>
                  </a:cubicBezTo>
                  <a:cubicBezTo>
                    <a:pt x="56874" y="75428"/>
                    <a:pt x="56908" y="76729"/>
                    <a:pt x="56841" y="78030"/>
                  </a:cubicBezTo>
                  <a:cubicBezTo>
                    <a:pt x="56808" y="78697"/>
                    <a:pt x="56707" y="79297"/>
                    <a:pt x="56574" y="79964"/>
                  </a:cubicBezTo>
                  <a:lnTo>
                    <a:pt x="56207" y="81966"/>
                  </a:lnTo>
                  <a:cubicBezTo>
                    <a:pt x="56140" y="82299"/>
                    <a:pt x="56140" y="82700"/>
                    <a:pt x="56074" y="83033"/>
                  </a:cubicBezTo>
                  <a:cubicBezTo>
                    <a:pt x="56040" y="83367"/>
                    <a:pt x="56007" y="83734"/>
                    <a:pt x="56007" y="84067"/>
                  </a:cubicBezTo>
                  <a:cubicBezTo>
                    <a:pt x="56040" y="84734"/>
                    <a:pt x="56007" y="85435"/>
                    <a:pt x="56074" y="86135"/>
                  </a:cubicBezTo>
                  <a:cubicBezTo>
                    <a:pt x="56174" y="87570"/>
                    <a:pt x="56374" y="88937"/>
                    <a:pt x="56474" y="90372"/>
                  </a:cubicBezTo>
                  <a:cubicBezTo>
                    <a:pt x="56474" y="90705"/>
                    <a:pt x="56507" y="91072"/>
                    <a:pt x="56507" y="91406"/>
                  </a:cubicBezTo>
                  <a:lnTo>
                    <a:pt x="56474" y="92440"/>
                  </a:lnTo>
                  <a:lnTo>
                    <a:pt x="56474" y="92974"/>
                  </a:lnTo>
                  <a:lnTo>
                    <a:pt x="56374" y="93474"/>
                  </a:lnTo>
                  <a:lnTo>
                    <a:pt x="56307" y="93974"/>
                  </a:lnTo>
                  <a:cubicBezTo>
                    <a:pt x="56307" y="94141"/>
                    <a:pt x="56240" y="94308"/>
                    <a:pt x="56207" y="94475"/>
                  </a:cubicBezTo>
                  <a:cubicBezTo>
                    <a:pt x="55907" y="95876"/>
                    <a:pt x="55340" y="97143"/>
                    <a:pt x="54806" y="98544"/>
                  </a:cubicBezTo>
                  <a:cubicBezTo>
                    <a:pt x="54673" y="98878"/>
                    <a:pt x="54539" y="99245"/>
                    <a:pt x="54406" y="99578"/>
                  </a:cubicBezTo>
                  <a:cubicBezTo>
                    <a:pt x="54339" y="99912"/>
                    <a:pt x="54172" y="100245"/>
                    <a:pt x="54072" y="100612"/>
                  </a:cubicBezTo>
                  <a:lnTo>
                    <a:pt x="53805" y="101713"/>
                  </a:lnTo>
                  <a:lnTo>
                    <a:pt x="53639" y="102814"/>
                  </a:lnTo>
                  <a:cubicBezTo>
                    <a:pt x="53405" y="104315"/>
                    <a:pt x="53672" y="105783"/>
                    <a:pt x="53839" y="107251"/>
                  </a:cubicBezTo>
                  <a:cubicBezTo>
                    <a:pt x="54006" y="108718"/>
                    <a:pt x="54072" y="110153"/>
                    <a:pt x="53539" y="111487"/>
                  </a:cubicBezTo>
                  <a:cubicBezTo>
                    <a:pt x="53305" y="112154"/>
                    <a:pt x="52905" y="112788"/>
                    <a:pt x="52404" y="113288"/>
                  </a:cubicBezTo>
                  <a:lnTo>
                    <a:pt x="51671" y="114055"/>
                  </a:lnTo>
                  <a:lnTo>
                    <a:pt x="51237" y="114389"/>
                  </a:lnTo>
                  <a:cubicBezTo>
                    <a:pt x="51070" y="114489"/>
                    <a:pt x="50970" y="114589"/>
                    <a:pt x="50803" y="114656"/>
                  </a:cubicBezTo>
                  <a:cubicBezTo>
                    <a:pt x="49536" y="115390"/>
                    <a:pt x="48135" y="115723"/>
                    <a:pt x="46734" y="116224"/>
                  </a:cubicBezTo>
                  <a:cubicBezTo>
                    <a:pt x="46067" y="116457"/>
                    <a:pt x="45366" y="116757"/>
                    <a:pt x="44732" y="117124"/>
                  </a:cubicBezTo>
                  <a:cubicBezTo>
                    <a:pt x="44065" y="117491"/>
                    <a:pt x="43531" y="118058"/>
                    <a:pt x="43131" y="118659"/>
                  </a:cubicBezTo>
                  <a:cubicBezTo>
                    <a:pt x="43031" y="118825"/>
                    <a:pt x="42898" y="118992"/>
                    <a:pt x="42831" y="119159"/>
                  </a:cubicBezTo>
                  <a:lnTo>
                    <a:pt x="42664" y="119726"/>
                  </a:lnTo>
                  <a:cubicBezTo>
                    <a:pt x="42631" y="119893"/>
                    <a:pt x="42564" y="120093"/>
                    <a:pt x="42531" y="120260"/>
                  </a:cubicBezTo>
                  <a:cubicBezTo>
                    <a:pt x="42497" y="120427"/>
                    <a:pt x="42464" y="120627"/>
                    <a:pt x="42464" y="120794"/>
                  </a:cubicBezTo>
                  <a:cubicBezTo>
                    <a:pt x="42331" y="121561"/>
                    <a:pt x="42331" y="122261"/>
                    <a:pt x="42364" y="122962"/>
                  </a:cubicBezTo>
                  <a:cubicBezTo>
                    <a:pt x="42397" y="124429"/>
                    <a:pt x="42564" y="125797"/>
                    <a:pt x="42331" y="127131"/>
                  </a:cubicBezTo>
                  <a:cubicBezTo>
                    <a:pt x="42164" y="127799"/>
                    <a:pt x="41964" y="128432"/>
                    <a:pt x="41630" y="128999"/>
                  </a:cubicBezTo>
                  <a:cubicBezTo>
                    <a:pt x="41230" y="129566"/>
                    <a:pt x="40829" y="130067"/>
                    <a:pt x="40329" y="130500"/>
                  </a:cubicBezTo>
                  <a:cubicBezTo>
                    <a:pt x="39328" y="131434"/>
                    <a:pt x="38128" y="132002"/>
                    <a:pt x="36860" y="132268"/>
                  </a:cubicBezTo>
                  <a:cubicBezTo>
                    <a:pt x="36209" y="132368"/>
                    <a:pt x="35567" y="132410"/>
                    <a:pt x="34929" y="132410"/>
                  </a:cubicBezTo>
                  <a:cubicBezTo>
                    <a:pt x="34291" y="132410"/>
                    <a:pt x="33658" y="132368"/>
                    <a:pt x="33024" y="132302"/>
                  </a:cubicBezTo>
                  <a:cubicBezTo>
                    <a:pt x="31790" y="132135"/>
                    <a:pt x="30522" y="131935"/>
                    <a:pt x="29321" y="131768"/>
                  </a:cubicBezTo>
                  <a:cubicBezTo>
                    <a:pt x="28164" y="131616"/>
                    <a:pt x="27090" y="131464"/>
                    <a:pt x="25999" y="131464"/>
                  </a:cubicBezTo>
                  <a:cubicBezTo>
                    <a:pt x="25894" y="131464"/>
                    <a:pt x="25790" y="131465"/>
                    <a:pt x="25685" y="131468"/>
                  </a:cubicBezTo>
                  <a:cubicBezTo>
                    <a:pt x="24484" y="131468"/>
                    <a:pt x="23317" y="131668"/>
                    <a:pt x="22283" y="132102"/>
                  </a:cubicBezTo>
                  <a:cubicBezTo>
                    <a:pt x="21215" y="132569"/>
                    <a:pt x="20281" y="133069"/>
                    <a:pt x="19347" y="133569"/>
                  </a:cubicBezTo>
                  <a:cubicBezTo>
                    <a:pt x="18447" y="134070"/>
                    <a:pt x="17513" y="134570"/>
                    <a:pt x="16646" y="134937"/>
                  </a:cubicBezTo>
                  <a:cubicBezTo>
                    <a:pt x="15712" y="135304"/>
                    <a:pt x="14811" y="135504"/>
                    <a:pt x="13944" y="135504"/>
                  </a:cubicBezTo>
                  <a:cubicBezTo>
                    <a:pt x="13043" y="135504"/>
                    <a:pt x="12209" y="135304"/>
                    <a:pt x="11442" y="135104"/>
                  </a:cubicBezTo>
                  <a:cubicBezTo>
                    <a:pt x="9874" y="134603"/>
                    <a:pt x="8506" y="134003"/>
                    <a:pt x="7272" y="133603"/>
                  </a:cubicBezTo>
                  <a:cubicBezTo>
                    <a:pt x="6177" y="133188"/>
                    <a:pt x="5134" y="132958"/>
                    <a:pt x="4284" y="132958"/>
                  </a:cubicBezTo>
                  <a:cubicBezTo>
                    <a:pt x="4176" y="132958"/>
                    <a:pt x="4071" y="132961"/>
                    <a:pt x="3970" y="132969"/>
                  </a:cubicBezTo>
                  <a:cubicBezTo>
                    <a:pt x="3703" y="133002"/>
                    <a:pt x="3503" y="133002"/>
                    <a:pt x="3303" y="133069"/>
                  </a:cubicBezTo>
                  <a:cubicBezTo>
                    <a:pt x="3103" y="133102"/>
                    <a:pt x="2869" y="133136"/>
                    <a:pt x="2702" y="133169"/>
                  </a:cubicBezTo>
                  <a:cubicBezTo>
                    <a:pt x="2369" y="133302"/>
                    <a:pt x="2102" y="133336"/>
                    <a:pt x="1868" y="133469"/>
                  </a:cubicBezTo>
                  <a:cubicBezTo>
                    <a:pt x="1668" y="133569"/>
                    <a:pt x="1501" y="133636"/>
                    <a:pt x="1368" y="133669"/>
                  </a:cubicBezTo>
                  <a:cubicBezTo>
                    <a:pt x="1235" y="133736"/>
                    <a:pt x="1201" y="133769"/>
                    <a:pt x="1201" y="133769"/>
                  </a:cubicBezTo>
                  <a:cubicBezTo>
                    <a:pt x="968" y="133903"/>
                    <a:pt x="734" y="134003"/>
                    <a:pt x="701" y="134270"/>
                  </a:cubicBezTo>
                  <a:cubicBezTo>
                    <a:pt x="534" y="134403"/>
                    <a:pt x="401" y="134470"/>
                    <a:pt x="301" y="134570"/>
                  </a:cubicBezTo>
                  <a:cubicBezTo>
                    <a:pt x="67" y="134737"/>
                    <a:pt x="0" y="134804"/>
                    <a:pt x="0" y="134837"/>
                  </a:cubicBezTo>
                  <a:cubicBezTo>
                    <a:pt x="0" y="134856"/>
                    <a:pt x="11" y="134864"/>
                    <a:pt x="31" y="134864"/>
                  </a:cubicBezTo>
                  <a:cubicBezTo>
                    <a:pt x="83" y="134864"/>
                    <a:pt x="199" y="134809"/>
                    <a:pt x="367" y="134737"/>
                  </a:cubicBezTo>
                  <a:cubicBezTo>
                    <a:pt x="501" y="134637"/>
                    <a:pt x="667" y="134570"/>
                    <a:pt x="834" y="134470"/>
                  </a:cubicBezTo>
                  <a:cubicBezTo>
                    <a:pt x="1001" y="134337"/>
                    <a:pt x="1201" y="134270"/>
                    <a:pt x="1468" y="134136"/>
                  </a:cubicBezTo>
                  <a:cubicBezTo>
                    <a:pt x="1468" y="134136"/>
                    <a:pt x="1501" y="134103"/>
                    <a:pt x="1635" y="134070"/>
                  </a:cubicBezTo>
                  <a:cubicBezTo>
                    <a:pt x="1735" y="134003"/>
                    <a:pt x="1902" y="133936"/>
                    <a:pt x="2135" y="133836"/>
                  </a:cubicBezTo>
                  <a:cubicBezTo>
                    <a:pt x="2335" y="133736"/>
                    <a:pt x="2636" y="133669"/>
                    <a:pt x="2969" y="133569"/>
                  </a:cubicBezTo>
                  <a:cubicBezTo>
                    <a:pt x="3136" y="133503"/>
                    <a:pt x="3303" y="133469"/>
                    <a:pt x="3503" y="133436"/>
                  </a:cubicBezTo>
                  <a:cubicBezTo>
                    <a:pt x="3703" y="133403"/>
                    <a:pt x="3903" y="133403"/>
                    <a:pt x="4137" y="133336"/>
                  </a:cubicBezTo>
                  <a:cubicBezTo>
                    <a:pt x="4235" y="133328"/>
                    <a:pt x="4336" y="133325"/>
                    <a:pt x="4441" y="133325"/>
                  </a:cubicBezTo>
                  <a:cubicBezTo>
                    <a:pt x="5262" y="133325"/>
                    <a:pt x="6274" y="133552"/>
                    <a:pt x="7339" y="133936"/>
                  </a:cubicBezTo>
                  <a:cubicBezTo>
                    <a:pt x="8573" y="134337"/>
                    <a:pt x="9974" y="134937"/>
                    <a:pt x="11542" y="135437"/>
                  </a:cubicBezTo>
                  <a:cubicBezTo>
                    <a:pt x="12342" y="135637"/>
                    <a:pt x="13210" y="135838"/>
                    <a:pt x="14144" y="135838"/>
                  </a:cubicBezTo>
                  <a:cubicBezTo>
                    <a:pt x="15044" y="135838"/>
                    <a:pt x="16012" y="135637"/>
                    <a:pt x="16912" y="135271"/>
                  </a:cubicBezTo>
                  <a:cubicBezTo>
                    <a:pt x="17846" y="134904"/>
                    <a:pt x="18714" y="134403"/>
                    <a:pt x="19648" y="133903"/>
                  </a:cubicBezTo>
                  <a:cubicBezTo>
                    <a:pt x="20582" y="133403"/>
                    <a:pt x="21549" y="132902"/>
                    <a:pt x="22550" y="132469"/>
                  </a:cubicBezTo>
                  <a:cubicBezTo>
                    <a:pt x="23550" y="132102"/>
                    <a:pt x="24685" y="131901"/>
                    <a:pt x="25852" y="131901"/>
                  </a:cubicBezTo>
                  <a:cubicBezTo>
                    <a:pt x="26986" y="131901"/>
                    <a:pt x="28187" y="132002"/>
                    <a:pt x="29388" y="132168"/>
                  </a:cubicBezTo>
                  <a:cubicBezTo>
                    <a:pt x="30589" y="132335"/>
                    <a:pt x="31823" y="132602"/>
                    <a:pt x="33091" y="132735"/>
                  </a:cubicBezTo>
                  <a:cubicBezTo>
                    <a:pt x="33753" y="132788"/>
                    <a:pt x="34433" y="132840"/>
                    <a:pt x="35122" y="132840"/>
                  </a:cubicBezTo>
                  <a:cubicBezTo>
                    <a:pt x="35752" y="132840"/>
                    <a:pt x="36389" y="132796"/>
                    <a:pt x="37027" y="132669"/>
                  </a:cubicBezTo>
                  <a:cubicBezTo>
                    <a:pt x="38361" y="132435"/>
                    <a:pt x="39662" y="131801"/>
                    <a:pt x="40663" y="130834"/>
                  </a:cubicBezTo>
                  <a:cubicBezTo>
                    <a:pt x="41163" y="130400"/>
                    <a:pt x="41597" y="129833"/>
                    <a:pt x="41997" y="129266"/>
                  </a:cubicBezTo>
                  <a:cubicBezTo>
                    <a:pt x="42364" y="128632"/>
                    <a:pt x="42597" y="127965"/>
                    <a:pt x="42731" y="127265"/>
                  </a:cubicBezTo>
                  <a:cubicBezTo>
                    <a:pt x="42998" y="125830"/>
                    <a:pt x="42831" y="124429"/>
                    <a:pt x="42764" y="122995"/>
                  </a:cubicBezTo>
                  <a:cubicBezTo>
                    <a:pt x="42731" y="122295"/>
                    <a:pt x="42731" y="121594"/>
                    <a:pt x="42864" y="120927"/>
                  </a:cubicBezTo>
                  <a:cubicBezTo>
                    <a:pt x="42864" y="120760"/>
                    <a:pt x="42898" y="120593"/>
                    <a:pt x="42931" y="120427"/>
                  </a:cubicBezTo>
                  <a:cubicBezTo>
                    <a:pt x="42998" y="120260"/>
                    <a:pt x="42998" y="120093"/>
                    <a:pt x="43064" y="119926"/>
                  </a:cubicBezTo>
                  <a:lnTo>
                    <a:pt x="43231" y="119426"/>
                  </a:lnTo>
                  <a:cubicBezTo>
                    <a:pt x="43331" y="119259"/>
                    <a:pt x="43398" y="119126"/>
                    <a:pt x="43498" y="118959"/>
                  </a:cubicBezTo>
                  <a:cubicBezTo>
                    <a:pt x="43865" y="118392"/>
                    <a:pt x="44399" y="117925"/>
                    <a:pt x="44999" y="117558"/>
                  </a:cubicBezTo>
                  <a:cubicBezTo>
                    <a:pt x="45600" y="117158"/>
                    <a:pt x="46267" y="116924"/>
                    <a:pt x="46934" y="116657"/>
                  </a:cubicBezTo>
                  <a:cubicBezTo>
                    <a:pt x="48335" y="116224"/>
                    <a:pt x="49769" y="115823"/>
                    <a:pt x="51070" y="115089"/>
                  </a:cubicBezTo>
                  <a:cubicBezTo>
                    <a:pt x="51204" y="114989"/>
                    <a:pt x="51370" y="114923"/>
                    <a:pt x="51537" y="114789"/>
                  </a:cubicBezTo>
                  <a:lnTo>
                    <a:pt x="52004" y="114456"/>
                  </a:lnTo>
                  <a:cubicBezTo>
                    <a:pt x="52238" y="114222"/>
                    <a:pt x="52538" y="113955"/>
                    <a:pt x="52771" y="113655"/>
                  </a:cubicBezTo>
                  <a:cubicBezTo>
                    <a:pt x="53272" y="113121"/>
                    <a:pt x="53705" y="112454"/>
                    <a:pt x="54006" y="111754"/>
                  </a:cubicBezTo>
                  <a:cubicBezTo>
                    <a:pt x="54272" y="111053"/>
                    <a:pt x="54439" y="110286"/>
                    <a:pt x="54439" y="109552"/>
                  </a:cubicBezTo>
                  <a:cubicBezTo>
                    <a:pt x="54439" y="108752"/>
                    <a:pt x="54406" y="108051"/>
                    <a:pt x="54339" y="107284"/>
                  </a:cubicBezTo>
                  <a:cubicBezTo>
                    <a:pt x="54172" y="105816"/>
                    <a:pt x="53905" y="104382"/>
                    <a:pt x="54106" y="102947"/>
                  </a:cubicBezTo>
                  <a:lnTo>
                    <a:pt x="54272" y="101913"/>
                  </a:lnTo>
                  <a:lnTo>
                    <a:pt x="54573" y="100879"/>
                  </a:lnTo>
                  <a:cubicBezTo>
                    <a:pt x="54673" y="100479"/>
                    <a:pt x="54773" y="100145"/>
                    <a:pt x="54906" y="99812"/>
                  </a:cubicBezTo>
                  <a:cubicBezTo>
                    <a:pt x="55006" y="99478"/>
                    <a:pt x="55173" y="99145"/>
                    <a:pt x="55273" y="98811"/>
                  </a:cubicBezTo>
                  <a:cubicBezTo>
                    <a:pt x="55840" y="97477"/>
                    <a:pt x="56441" y="96143"/>
                    <a:pt x="56741" y="94708"/>
                  </a:cubicBezTo>
                  <a:cubicBezTo>
                    <a:pt x="56841" y="94541"/>
                    <a:pt x="56841" y="94308"/>
                    <a:pt x="56874" y="94141"/>
                  </a:cubicBezTo>
                  <a:lnTo>
                    <a:pt x="56941" y="93607"/>
                  </a:lnTo>
                  <a:lnTo>
                    <a:pt x="57041" y="93074"/>
                  </a:lnTo>
                  <a:lnTo>
                    <a:pt x="57041" y="92540"/>
                  </a:lnTo>
                  <a:lnTo>
                    <a:pt x="57074" y="91439"/>
                  </a:lnTo>
                  <a:cubicBezTo>
                    <a:pt x="57074" y="91072"/>
                    <a:pt x="57041" y="90739"/>
                    <a:pt x="57041" y="90372"/>
                  </a:cubicBezTo>
                  <a:cubicBezTo>
                    <a:pt x="56874" y="87536"/>
                    <a:pt x="56274" y="84768"/>
                    <a:pt x="56774" y="82099"/>
                  </a:cubicBezTo>
                  <a:cubicBezTo>
                    <a:pt x="57375" y="79464"/>
                    <a:pt x="57775" y="76729"/>
                    <a:pt x="57174" y="74127"/>
                  </a:cubicBezTo>
                  <a:cubicBezTo>
                    <a:pt x="57008" y="73560"/>
                    <a:pt x="56774" y="72959"/>
                    <a:pt x="56441" y="72426"/>
                  </a:cubicBezTo>
                  <a:cubicBezTo>
                    <a:pt x="56174" y="71892"/>
                    <a:pt x="55607" y="71392"/>
                    <a:pt x="55006" y="71191"/>
                  </a:cubicBezTo>
                  <a:cubicBezTo>
                    <a:pt x="54364" y="70916"/>
                    <a:pt x="53650" y="70792"/>
                    <a:pt x="52938" y="70792"/>
                  </a:cubicBezTo>
                  <a:cubicBezTo>
                    <a:pt x="52357" y="70792"/>
                    <a:pt x="51777" y="70875"/>
                    <a:pt x="51237" y="71025"/>
                  </a:cubicBezTo>
                  <a:cubicBezTo>
                    <a:pt x="50603" y="71125"/>
                    <a:pt x="50036" y="71358"/>
                    <a:pt x="49436" y="71458"/>
                  </a:cubicBezTo>
                  <a:cubicBezTo>
                    <a:pt x="49058" y="71547"/>
                    <a:pt x="48650" y="71621"/>
                    <a:pt x="48262" y="71621"/>
                  </a:cubicBezTo>
                  <a:cubicBezTo>
                    <a:pt x="48068" y="71621"/>
                    <a:pt x="47879" y="71603"/>
                    <a:pt x="47701" y="71558"/>
                  </a:cubicBezTo>
                  <a:cubicBezTo>
                    <a:pt x="47534" y="71558"/>
                    <a:pt x="47401" y="71458"/>
                    <a:pt x="47267" y="71425"/>
                  </a:cubicBezTo>
                  <a:cubicBezTo>
                    <a:pt x="47167" y="71392"/>
                    <a:pt x="47034" y="71358"/>
                    <a:pt x="46900" y="71258"/>
                  </a:cubicBezTo>
                  <a:lnTo>
                    <a:pt x="46534" y="71058"/>
                  </a:lnTo>
                  <a:cubicBezTo>
                    <a:pt x="46400" y="70958"/>
                    <a:pt x="46333" y="70858"/>
                    <a:pt x="46200" y="70758"/>
                  </a:cubicBezTo>
                  <a:cubicBezTo>
                    <a:pt x="45933" y="70591"/>
                    <a:pt x="45766" y="70357"/>
                    <a:pt x="45566" y="70124"/>
                  </a:cubicBezTo>
                  <a:cubicBezTo>
                    <a:pt x="45366" y="69924"/>
                    <a:pt x="45166" y="69690"/>
                    <a:pt x="45099" y="69457"/>
                  </a:cubicBezTo>
                  <a:cubicBezTo>
                    <a:pt x="44932" y="69023"/>
                    <a:pt x="45433" y="68589"/>
                    <a:pt x="45933" y="68256"/>
                  </a:cubicBezTo>
                  <a:cubicBezTo>
                    <a:pt x="46433" y="67922"/>
                    <a:pt x="47001" y="67689"/>
                    <a:pt x="47534" y="67389"/>
                  </a:cubicBezTo>
                  <a:cubicBezTo>
                    <a:pt x="48602" y="66788"/>
                    <a:pt x="49736" y="66254"/>
                    <a:pt x="50737" y="65554"/>
                  </a:cubicBezTo>
                  <a:cubicBezTo>
                    <a:pt x="51737" y="64887"/>
                    <a:pt x="52671" y="64053"/>
                    <a:pt x="53372" y="63086"/>
                  </a:cubicBezTo>
                  <a:cubicBezTo>
                    <a:pt x="54072" y="62118"/>
                    <a:pt x="54573" y="61017"/>
                    <a:pt x="54773" y="59883"/>
                  </a:cubicBezTo>
                  <a:cubicBezTo>
                    <a:pt x="54873" y="59616"/>
                    <a:pt x="54873" y="59350"/>
                    <a:pt x="54906" y="59049"/>
                  </a:cubicBezTo>
                  <a:cubicBezTo>
                    <a:pt x="54940" y="58782"/>
                    <a:pt x="54940" y="58516"/>
                    <a:pt x="54940" y="58215"/>
                  </a:cubicBezTo>
                  <a:cubicBezTo>
                    <a:pt x="54940" y="57915"/>
                    <a:pt x="54906" y="57682"/>
                    <a:pt x="54906" y="57381"/>
                  </a:cubicBezTo>
                  <a:cubicBezTo>
                    <a:pt x="54873" y="57081"/>
                    <a:pt x="54873" y="56781"/>
                    <a:pt x="54839" y="56548"/>
                  </a:cubicBezTo>
                  <a:cubicBezTo>
                    <a:pt x="54673" y="55447"/>
                    <a:pt x="54272" y="54446"/>
                    <a:pt x="53872" y="53545"/>
                  </a:cubicBezTo>
                  <a:cubicBezTo>
                    <a:pt x="53438" y="52678"/>
                    <a:pt x="53038" y="51777"/>
                    <a:pt x="52838" y="50910"/>
                  </a:cubicBezTo>
                  <a:cubicBezTo>
                    <a:pt x="52738" y="50677"/>
                    <a:pt x="52738" y="50443"/>
                    <a:pt x="52705" y="50243"/>
                  </a:cubicBezTo>
                  <a:lnTo>
                    <a:pt x="52571" y="49609"/>
                  </a:lnTo>
                  <a:lnTo>
                    <a:pt x="52571" y="49009"/>
                  </a:lnTo>
                  <a:cubicBezTo>
                    <a:pt x="52605" y="48775"/>
                    <a:pt x="52605" y="48609"/>
                    <a:pt x="52671" y="48408"/>
                  </a:cubicBezTo>
                  <a:cubicBezTo>
                    <a:pt x="52838" y="47608"/>
                    <a:pt x="53238" y="47007"/>
                    <a:pt x="53739" y="46507"/>
                  </a:cubicBezTo>
                  <a:cubicBezTo>
                    <a:pt x="54239" y="46007"/>
                    <a:pt x="54739" y="45540"/>
                    <a:pt x="55206" y="45106"/>
                  </a:cubicBezTo>
                  <a:cubicBezTo>
                    <a:pt x="55673" y="44672"/>
                    <a:pt x="56040" y="44239"/>
                    <a:pt x="56341" y="43838"/>
                  </a:cubicBezTo>
                  <a:cubicBezTo>
                    <a:pt x="56474" y="43605"/>
                    <a:pt x="56574" y="43438"/>
                    <a:pt x="56707" y="43238"/>
                  </a:cubicBezTo>
                  <a:cubicBezTo>
                    <a:pt x="56841" y="43038"/>
                    <a:pt x="56908" y="42871"/>
                    <a:pt x="57008" y="42704"/>
                  </a:cubicBezTo>
                  <a:cubicBezTo>
                    <a:pt x="57141" y="42404"/>
                    <a:pt x="57241" y="42171"/>
                    <a:pt x="57375" y="41870"/>
                  </a:cubicBezTo>
                  <a:cubicBezTo>
                    <a:pt x="57441" y="41570"/>
                    <a:pt x="57575" y="41270"/>
                    <a:pt x="57608" y="41003"/>
                  </a:cubicBezTo>
                  <a:cubicBezTo>
                    <a:pt x="57742" y="40403"/>
                    <a:pt x="57842" y="39836"/>
                    <a:pt x="58108" y="39369"/>
                  </a:cubicBezTo>
                  <a:lnTo>
                    <a:pt x="58209" y="39202"/>
                  </a:lnTo>
                  <a:lnTo>
                    <a:pt x="58342" y="39035"/>
                  </a:lnTo>
                  <a:lnTo>
                    <a:pt x="58575" y="38701"/>
                  </a:lnTo>
                  <a:cubicBezTo>
                    <a:pt x="58742" y="38501"/>
                    <a:pt x="58942" y="38335"/>
                    <a:pt x="59176" y="38101"/>
                  </a:cubicBezTo>
                  <a:cubicBezTo>
                    <a:pt x="59376" y="37901"/>
                    <a:pt x="59610" y="37767"/>
                    <a:pt x="59843" y="37601"/>
                  </a:cubicBezTo>
                  <a:cubicBezTo>
                    <a:pt x="60077" y="37434"/>
                    <a:pt x="60277" y="37334"/>
                    <a:pt x="60544" y="37200"/>
                  </a:cubicBezTo>
                  <a:cubicBezTo>
                    <a:pt x="61511" y="36700"/>
                    <a:pt x="62545" y="36366"/>
                    <a:pt x="63579" y="36100"/>
                  </a:cubicBezTo>
                  <a:lnTo>
                    <a:pt x="63946" y="36033"/>
                  </a:lnTo>
                  <a:lnTo>
                    <a:pt x="64046" y="35999"/>
                  </a:lnTo>
                  <a:lnTo>
                    <a:pt x="64179" y="35999"/>
                  </a:lnTo>
                  <a:lnTo>
                    <a:pt x="64380" y="35933"/>
                  </a:lnTo>
                  <a:cubicBezTo>
                    <a:pt x="64613" y="35866"/>
                    <a:pt x="64880" y="35833"/>
                    <a:pt x="65113" y="35733"/>
                  </a:cubicBezTo>
                  <a:cubicBezTo>
                    <a:pt x="65614" y="35566"/>
                    <a:pt x="66114" y="35432"/>
                    <a:pt x="66615" y="35332"/>
                  </a:cubicBezTo>
                  <a:cubicBezTo>
                    <a:pt x="68616" y="34832"/>
                    <a:pt x="70584" y="34232"/>
                    <a:pt x="72285" y="33364"/>
                  </a:cubicBezTo>
                  <a:cubicBezTo>
                    <a:pt x="74053" y="32564"/>
                    <a:pt x="75754" y="31696"/>
                    <a:pt x="77055" y="30429"/>
                  </a:cubicBezTo>
                  <a:cubicBezTo>
                    <a:pt x="78356" y="29161"/>
                    <a:pt x="79190" y="27560"/>
                    <a:pt x="79524" y="25926"/>
                  </a:cubicBezTo>
                  <a:cubicBezTo>
                    <a:pt x="79791" y="24258"/>
                    <a:pt x="79457" y="22723"/>
                    <a:pt x="79424" y="21256"/>
                  </a:cubicBezTo>
                  <a:cubicBezTo>
                    <a:pt x="79390" y="20555"/>
                    <a:pt x="79424" y="19855"/>
                    <a:pt x="79590" y="19187"/>
                  </a:cubicBezTo>
                  <a:cubicBezTo>
                    <a:pt x="79757" y="18520"/>
                    <a:pt x="80091" y="17987"/>
                    <a:pt x="80458" y="17420"/>
                  </a:cubicBezTo>
                  <a:cubicBezTo>
                    <a:pt x="81225" y="16385"/>
                    <a:pt x="82192" y="15552"/>
                    <a:pt x="83060" y="14751"/>
                  </a:cubicBezTo>
                  <a:cubicBezTo>
                    <a:pt x="83460" y="14384"/>
                    <a:pt x="83894" y="13984"/>
                    <a:pt x="84227" y="13517"/>
                  </a:cubicBezTo>
                  <a:cubicBezTo>
                    <a:pt x="84561" y="13050"/>
                    <a:pt x="84794" y="12583"/>
                    <a:pt x="85028" y="12082"/>
                  </a:cubicBezTo>
                  <a:cubicBezTo>
                    <a:pt x="85094" y="11849"/>
                    <a:pt x="85161" y="11582"/>
                    <a:pt x="85228" y="11349"/>
                  </a:cubicBezTo>
                  <a:cubicBezTo>
                    <a:pt x="85261" y="11148"/>
                    <a:pt x="85328" y="10882"/>
                    <a:pt x="85361" y="10648"/>
                  </a:cubicBezTo>
                  <a:cubicBezTo>
                    <a:pt x="85395" y="10381"/>
                    <a:pt x="85395" y="10181"/>
                    <a:pt x="85428" y="9914"/>
                  </a:cubicBezTo>
                  <a:cubicBezTo>
                    <a:pt x="85395" y="9714"/>
                    <a:pt x="85395" y="9481"/>
                    <a:pt x="85395" y="9247"/>
                  </a:cubicBezTo>
                  <a:cubicBezTo>
                    <a:pt x="85295" y="8346"/>
                    <a:pt x="85161" y="7546"/>
                    <a:pt x="85028" y="6845"/>
                  </a:cubicBezTo>
                  <a:cubicBezTo>
                    <a:pt x="84894" y="6145"/>
                    <a:pt x="84761" y="5511"/>
                    <a:pt x="84694" y="4911"/>
                  </a:cubicBezTo>
                  <a:cubicBezTo>
                    <a:pt x="84527" y="3743"/>
                    <a:pt x="84594" y="2876"/>
                    <a:pt x="84727" y="2342"/>
                  </a:cubicBezTo>
                  <a:cubicBezTo>
                    <a:pt x="84761" y="2175"/>
                    <a:pt x="84761" y="2075"/>
                    <a:pt x="84794" y="1975"/>
                  </a:cubicBezTo>
                  <a:cubicBezTo>
                    <a:pt x="84861" y="1875"/>
                    <a:pt x="84861" y="1808"/>
                    <a:pt x="84894" y="1708"/>
                  </a:cubicBezTo>
                  <a:cubicBezTo>
                    <a:pt x="84928" y="1575"/>
                    <a:pt x="84961" y="1508"/>
                    <a:pt x="84961" y="1508"/>
                  </a:cubicBezTo>
                  <a:cubicBezTo>
                    <a:pt x="85128" y="1008"/>
                    <a:pt x="85295" y="674"/>
                    <a:pt x="85428" y="407"/>
                  </a:cubicBezTo>
                  <a:cubicBezTo>
                    <a:pt x="85528" y="174"/>
                    <a:pt x="85595" y="40"/>
                    <a:pt x="85561" y="7"/>
                  </a:cubicBezTo>
                  <a:cubicBezTo>
                    <a:pt x="85557" y="3"/>
                    <a:pt x="85552" y="1"/>
                    <a:pt x="855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832" name="Google Shape;832;p7"/>
            <p:cNvGrpSpPr/>
            <p:nvPr/>
          </p:nvGrpSpPr>
          <p:grpSpPr>
            <a:xfrm rot="10800000">
              <a:off x="8633899" y="2410699"/>
              <a:ext cx="520378" cy="1290656"/>
              <a:chOff x="8592761" y="2242977"/>
              <a:chExt cx="520378" cy="1290656"/>
            </a:xfrm>
          </p:grpSpPr>
          <p:sp>
            <p:nvSpPr>
              <p:cNvPr id="833" name="Google Shape;833;p7"/>
              <p:cNvSpPr/>
              <p:nvPr/>
            </p:nvSpPr>
            <p:spPr>
              <a:xfrm rot="10800000">
                <a:off x="8914597" y="3489141"/>
                <a:ext cx="17772" cy="13734"/>
              </a:xfrm>
              <a:custGeom>
                <a:avLst/>
                <a:gdLst/>
                <a:ahLst/>
                <a:cxnLst/>
                <a:rect l="l" t="t" r="r" b="b"/>
                <a:pathLst>
                  <a:path w="735" h="568" extrusionOk="0">
                    <a:moveTo>
                      <a:pt x="535" y="1"/>
                    </a:moveTo>
                    <a:cubicBezTo>
                      <a:pt x="401" y="1"/>
                      <a:pt x="335" y="34"/>
                      <a:pt x="234" y="68"/>
                    </a:cubicBezTo>
                    <a:cubicBezTo>
                      <a:pt x="68" y="168"/>
                      <a:pt x="1" y="435"/>
                      <a:pt x="1" y="435"/>
                    </a:cubicBezTo>
                    <a:lnTo>
                      <a:pt x="201" y="568"/>
                    </a:lnTo>
                    <a:cubicBezTo>
                      <a:pt x="201" y="568"/>
                      <a:pt x="401" y="501"/>
                      <a:pt x="501" y="435"/>
                    </a:cubicBezTo>
                    <a:lnTo>
                      <a:pt x="668" y="268"/>
                    </a:lnTo>
                    <a:lnTo>
                      <a:pt x="735" y="201"/>
                    </a:lnTo>
                    <a:cubicBezTo>
                      <a:pt x="735" y="134"/>
                      <a:pt x="701" y="1"/>
                      <a:pt x="7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4" name="Google Shape;834;p7"/>
              <p:cNvSpPr/>
              <p:nvPr/>
            </p:nvSpPr>
            <p:spPr>
              <a:xfrm rot="10800000">
                <a:off x="8896849" y="3462519"/>
                <a:ext cx="28242" cy="19368"/>
              </a:xfrm>
              <a:custGeom>
                <a:avLst/>
                <a:gdLst/>
                <a:ahLst/>
                <a:cxnLst/>
                <a:rect l="l" t="t" r="r" b="b"/>
                <a:pathLst>
                  <a:path w="1168" h="801" extrusionOk="0">
                    <a:moveTo>
                      <a:pt x="867" y="0"/>
                    </a:moveTo>
                    <a:cubicBezTo>
                      <a:pt x="734" y="34"/>
                      <a:pt x="567" y="67"/>
                      <a:pt x="434" y="134"/>
                    </a:cubicBezTo>
                    <a:cubicBezTo>
                      <a:pt x="334" y="200"/>
                      <a:pt x="200" y="300"/>
                      <a:pt x="100" y="400"/>
                    </a:cubicBezTo>
                    <a:cubicBezTo>
                      <a:pt x="34" y="534"/>
                      <a:pt x="0" y="634"/>
                      <a:pt x="0" y="634"/>
                    </a:cubicBezTo>
                    <a:lnTo>
                      <a:pt x="167" y="801"/>
                    </a:lnTo>
                    <a:lnTo>
                      <a:pt x="334" y="701"/>
                    </a:lnTo>
                    <a:cubicBezTo>
                      <a:pt x="434" y="667"/>
                      <a:pt x="567" y="634"/>
                      <a:pt x="667" y="567"/>
                    </a:cubicBezTo>
                    <a:cubicBezTo>
                      <a:pt x="734" y="567"/>
                      <a:pt x="867" y="467"/>
                      <a:pt x="934" y="400"/>
                    </a:cubicBezTo>
                    <a:cubicBezTo>
                      <a:pt x="1034" y="334"/>
                      <a:pt x="1101" y="300"/>
                      <a:pt x="1101" y="300"/>
                    </a:cubicBezTo>
                    <a:cubicBezTo>
                      <a:pt x="1168" y="300"/>
                      <a:pt x="1101" y="67"/>
                      <a:pt x="11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5" name="Google Shape;835;p7"/>
              <p:cNvSpPr/>
              <p:nvPr/>
            </p:nvSpPr>
            <p:spPr>
              <a:xfrm rot="10800000">
                <a:off x="8883937" y="3433479"/>
                <a:ext cx="27444" cy="16950"/>
              </a:xfrm>
              <a:custGeom>
                <a:avLst/>
                <a:gdLst/>
                <a:ahLst/>
                <a:cxnLst/>
                <a:rect l="l" t="t" r="r" b="b"/>
                <a:pathLst>
                  <a:path w="1135" h="701" extrusionOk="0">
                    <a:moveTo>
                      <a:pt x="1034" y="0"/>
                    </a:moveTo>
                    <a:cubicBezTo>
                      <a:pt x="1034" y="0"/>
                      <a:pt x="667" y="33"/>
                      <a:pt x="467" y="100"/>
                    </a:cubicBezTo>
                    <a:cubicBezTo>
                      <a:pt x="234" y="200"/>
                      <a:pt x="0" y="434"/>
                      <a:pt x="0" y="434"/>
                    </a:cubicBezTo>
                    <a:cubicBezTo>
                      <a:pt x="0" y="500"/>
                      <a:pt x="100" y="701"/>
                      <a:pt x="100" y="701"/>
                    </a:cubicBezTo>
                    <a:cubicBezTo>
                      <a:pt x="100" y="701"/>
                      <a:pt x="467" y="667"/>
                      <a:pt x="667" y="567"/>
                    </a:cubicBezTo>
                    <a:cubicBezTo>
                      <a:pt x="868" y="467"/>
                      <a:pt x="1134" y="234"/>
                      <a:pt x="1134" y="234"/>
                    </a:cubicBezTo>
                    <a:cubicBezTo>
                      <a:pt x="1134" y="234"/>
                      <a:pt x="1068" y="33"/>
                      <a:pt x="10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6" name="Google Shape;836;p7"/>
              <p:cNvSpPr/>
              <p:nvPr/>
            </p:nvSpPr>
            <p:spPr>
              <a:xfrm rot="10800000">
                <a:off x="8867011" y="3412708"/>
                <a:ext cx="18570" cy="12719"/>
              </a:xfrm>
              <a:custGeom>
                <a:avLst/>
                <a:gdLst/>
                <a:ahLst/>
                <a:cxnLst/>
                <a:rect l="l" t="t" r="r" b="b"/>
                <a:pathLst>
                  <a:path w="768" h="526" extrusionOk="0">
                    <a:moveTo>
                      <a:pt x="534" y="0"/>
                    </a:moveTo>
                    <a:cubicBezTo>
                      <a:pt x="534" y="0"/>
                      <a:pt x="368" y="0"/>
                      <a:pt x="268" y="34"/>
                    </a:cubicBezTo>
                    <a:cubicBezTo>
                      <a:pt x="167" y="67"/>
                      <a:pt x="1" y="200"/>
                      <a:pt x="1" y="200"/>
                    </a:cubicBezTo>
                    <a:lnTo>
                      <a:pt x="1" y="467"/>
                    </a:lnTo>
                    <a:cubicBezTo>
                      <a:pt x="1" y="467"/>
                      <a:pt x="101" y="467"/>
                      <a:pt x="167" y="501"/>
                    </a:cubicBezTo>
                    <a:cubicBezTo>
                      <a:pt x="217" y="517"/>
                      <a:pt x="276" y="526"/>
                      <a:pt x="330" y="526"/>
                    </a:cubicBezTo>
                    <a:cubicBezTo>
                      <a:pt x="384" y="526"/>
                      <a:pt x="434" y="517"/>
                      <a:pt x="468" y="501"/>
                    </a:cubicBezTo>
                    <a:cubicBezTo>
                      <a:pt x="568" y="467"/>
                      <a:pt x="634" y="367"/>
                      <a:pt x="701" y="300"/>
                    </a:cubicBezTo>
                    <a:cubicBezTo>
                      <a:pt x="768" y="200"/>
                      <a:pt x="768" y="134"/>
                      <a:pt x="768" y="134"/>
                    </a:cubicBezTo>
                    <a:cubicBezTo>
                      <a:pt x="768" y="134"/>
                      <a:pt x="568" y="0"/>
                      <a:pt x="5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7" name="Google Shape;837;p7"/>
              <p:cNvSpPr/>
              <p:nvPr/>
            </p:nvSpPr>
            <p:spPr>
              <a:xfrm rot="10800000">
                <a:off x="8765382" y="3412152"/>
                <a:ext cx="18570" cy="12477"/>
              </a:xfrm>
              <a:custGeom>
                <a:avLst/>
                <a:gdLst/>
                <a:ahLst/>
                <a:cxnLst/>
                <a:rect l="l" t="t" r="r" b="b"/>
                <a:pathLst>
                  <a:path w="768" h="516" extrusionOk="0">
                    <a:moveTo>
                      <a:pt x="534" y="1"/>
                    </a:moveTo>
                    <a:cubicBezTo>
                      <a:pt x="434" y="1"/>
                      <a:pt x="368" y="1"/>
                      <a:pt x="334" y="34"/>
                    </a:cubicBezTo>
                    <a:cubicBezTo>
                      <a:pt x="201" y="101"/>
                      <a:pt x="34" y="267"/>
                      <a:pt x="34" y="267"/>
                    </a:cubicBezTo>
                    <a:cubicBezTo>
                      <a:pt x="1" y="267"/>
                      <a:pt x="67" y="501"/>
                      <a:pt x="67" y="501"/>
                    </a:cubicBezTo>
                    <a:cubicBezTo>
                      <a:pt x="67" y="501"/>
                      <a:pt x="186" y="516"/>
                      <a:pt x="314" y="516"/>
                    </a:cubicBezTo>
                    <a:cubicBezTo>
                      <a:pt x="379" y="516"/>
                      <a:pt x="445" y="512"/>
                      <a:pt x="501" y="501"/>
                    </a:cubicBezTo>
                    <a:cubicBezTo>
                      <a:pt x="568" y="468"/>
                      <a:pt x="668" y="367"/>
                      <a:pt x="701" y="334"/>
                    </a:cubicBezTo>
                    <a:cubicBezTo>
                      <a:pt x="735" y="234"/>
                      <a:pt x="768" y="201"/>
                      <a:pt x="768" y="201"/>
                    </a:cubicBezTo>
                    <a:cubicBezTo>
                      <a:pt x="735" y="167"/>
                      <a:pt x="668" y="1"/>
                      <a:pt x="6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8" name="Google Shape;838;p7"/>
              <p:cNvSpPr/>
              <p:nvPr/>
            </p:nvSpPr>
            <p:spPr>
              <a:xfrm rot="10800000">
                <a:off x="8592761" y="2256542"/>
                <a:ext cx="520378" cy="286267"/>
              </a:xfrm>
              <a:custGeom>
                <a:avLst/>
                <a:gdLst/>
                <a:ahLst/>
                <a:cxnLst/>
                <a:rect l="l" t="t" r="r" b="b"/>
                <a:pathLst>
                  <a:path w="21521" h="11839" extrusionOk="0">
                    <a:moveTo>
                      <a:pt x="7674" y="0"/>
                    </a:moveTo>
                    <a:cubicBezTo>
                      <a:pt x="7235" y="0"/>
                      <a:pt x="6877" y="191"/>
                      <a:pt x="6543" y="358"/>
                    </a:cubicBezTo>
                    <a:cubicBezTo>
                      <a:pt x="6176" y="558"/>
                      <a:pt x="5842" y="858"/>
                      <a:pt x="5509" y="1092"/>
                    </a:cubicBezTo>
                    <a:lnTo>
                      <a:pt x="5275" y="1325"/>
                    </a:lnTo>
                    <a:lnTo>
                      <a:pt x="5142" y="1425"/>
                    </a:lnTo>
                    <a:lnTo>
                      <a:pt x="5009" y="1559"/>
                    </a:lnTo>
                    <a:lnTo>
                      <a:pt x="4642" y="2059"/>
                    </a:lnTo>
                    <a:cubicBezTo>
                      <a:pt x="4441" y="2359"/>
                      <a:pt x="4175" y="2693"/>
                      <a:pt x="3974" y="2993"/>
                    </a:cubicBezTo>
                    <a:cubicBezTo>
                      <a:pt x="3541" y="3594"/>
                      <a:pt x="3107" y="4161"/>
                      <a:pt x="2674" y="4561"/>
                    </a:cubicBezTo>
                    <a:cubicBezTo>
                      <a:pt x="2273" y="4995"/>
                      <a:pt x="1806" y="5328"/>
                      <a:pt x="1439" y="5362"/>
                    </a:cubicBezTo>
                    <a:cubicBezTo>
                      <a:pt x="1413" y="5364"/>
                      <a:pt x="1388" y="5365"/>
                      <a:pt x="1363" y="5365"/>
                    </a:cubicBezTo>
                    <a:cubicBezTo>
                      <a:pt x="1009" y="5365"/>
                      <a:pt x="795" y="5151"/>
                      <a:pt x="639" y="4995"/>
                    </a:cubicBezTo>
                    <a:cubicBezTo>
                      <a:pt x="505" y="4828"/>
                      <a:pt x="439" y="4694"/>
                      <a:pt x="439" y="4694"/>
                    </a:cubicBezTo>
                    <a:cubicBezTo>
                      <a:pt x="376" y="4595"/>
                      <a:pt x="290" y="4551"/>
                      <a:pt x="216" y="4551"/>
                    </a:cubicBezTo>
                    <a:cubicBezTo>
                      <a:pt x="92" y="4551"/>
                      <a:pt x="1" y="4673"/>
                      <a:pt x="105" y="4861"/>
                    </a:cubicBezTo>
                    <a:cubicBezTo>
                      <a:pt x="105" y="4861"/>
                      <a:pt x="172" y="5028"/>
                      <a:pt x="339" y="5228"/>
                    </a:cubicBezTo>
                    <a:cubicBezTo>
                      <a:pt x="472" y="5362"/>
                      <a:pt x="539" y="5495"/>
                      <a:pt x="772" y="5595"/>
                    </a:cubicBezTo>
                    <a:cubicBezTo>
                      <a:pt x="876" y="5699"/>
                      <a:pt x="1062" y="5783"/>
                      <a:pt x="1281" y="5783"/>
                    </a:cubicBezTo>
                    <a:cubicBezTo>
                      <a:pt x="1343" y="5783"/>
                      <a:pt x="1407" y="5776"/>
                      <a:pt x="1473" y="5762"/>
                    </a:cubicBezTo>
                    <a:cubicBezTo>
                      <a:pt x="2006" y="5695"/>
                      <a:pt x="2507" y="5295"/>
                      <a:pt x="3007" y="4895"/>
                    </a:cubicBezTo>
                    <a:cubicBezTo>
                      <a:pt x="3507" y="4428"/>
                      <a:pt x="3974" y="3894"/>
                      <a:pt x="4408" y="3293"/>
                    </a:cubicBezTo>
                    <a:cubicBezTo>
                      <a:pt x="4675" y="3027"/>
                      <a:pt x="4875" y="2726"/>
                      <a:pt x="5142" y="2393"/>
                    </a:cubicBezTo>
                    <a:cubicBezTo>
                      <a:pt x="5242" y="2226"/>
                      <a:pt x="5375" y="2059"/>
                      <a:pt x="5509" y="1926"/>
                    </a:cubicBezTo>
                    <a:lnTo>
                      <a:pt x="5576" y="1859"/>
                    </a:lnTo>
                    <a:lnTo>
                      <a:pt x="5709" y="1759"/>
                    </a:lnTo>
                    <a:lnTo>
                      <a:pt x="5909" y="1592"/>
                    </a:lnTo>
                    <a:cubicBezTo>
                      <a:pt x="6209" y="1359"/>
                      <a:pt x="6543" y="1092"/>
                      <a:pt x="6877" y="925"/>
                    </a:cubicBezTo>
                    <a:cubicBezTo>
                      <a:pt x="7167" y="780"/>
                      <a:pt x="7483" y="685"/>
                      <a:pt x="7758" y="685"/>
                    </a:cubicBezTo>
                    <a:cubicBezTo>
                      <a:pt x="7799" y="685"/>
                      <a:pt x="7838" y="687"/>
                      <a:pt x="7877" y="692"/>
                    </a:cubicBezTo>
                    <a:cubicBezTo>
                      <a:pt x="8177" y="725"/>
                      <a:pt x="8478" y="925"/>
                      <a:pt x="8678" y="1225"/>
                    </a:cubicBezTo>
                    <a:cubicBezTo>
                      <a:pt x="8878" y="1525"/>
                      <a:pt x="9078" y="1892"/>
                      <a:pt x="9245" y="2226"/>
                    </a:cubicBezTo>
                    <a:cubicBezTo>
                      <a:pt x="9578" y="2926"/>
                      <a:pt x="9912" y="3660"/>
                      <a:pt x="10412" y="4261"/>
                    </a:cubicBezTo>
                    <a:cubicBezTo>
                      <a:pt x="10879" y="4861"/>
                      <a:pt x="11580" y="5428"/>
                      <a:pt x="12481" y="5695"/>
                    </a:cubicBezTo>
                    <a:cubicBezTo>
                      <a:pt x="12811" y="5788"/>
                      <a:pt x="13152" y="5817"/>
                      <a:pt x="13493" y="5817"/>
                    </a:cubicBezTo>
                    <a:cubicBezTo>
                      <a:pt x="14013" y="5817"/>
                      <a:pt x="14532" y="5749"/>
                      <a:pt x="15016" y="5728"/>
                    </a:cubicBezTo>
                    <a:cubicBezTo>
                      <a:pt x="15383" y="5728"/>
                      <a:pt x="15750" y="5728"/>
                      <a:pt x="16050" y="5895"/>
                    </a:cubicBezTo>
                    <a:cubicBezTo>
                      <a:pt x="16350" y="6062"/>
                      <a:pt x="16550" y="6362"/>
                      <a:pt x="16717" y="6696"/>
                    </a:cubicBezTo>
                    <a:cubicBezTo>
                      <a:pt x="17017" y="7363"/>
                      <a:pt x="17084" y="8130"/>
                      <a:pt x="17317" y="8897"/>
                    </a:cubicBezTo>
                    <a:cubicBezTo>
                      <a:pt x="17517" y="9665"/>
                      <a:pt x="17718" y="10365"/>
                      <a:pt x="18151" y="10899"/>
                    </a:cubicBezTo>
                    <a:cubicBezTo>
                      <a:pt x="18318" y="11199"/>
                      <a:pt x="18585" y="11399"/>
                      <a:pt x="18852" y="11566"/>
                    </a:cubicBezTo>
                    <a:cubicBezTo>
                      <a:pt x="19152" y="11733"/>
                      <a:pt x="19419" y="11833"/>
                      <a:pt x="19686" y="11833"/>
                    </a:cubicBezTo>
                    <a:cubicBezTo>
                      <a:pt x="19743" y="11836"/>
                      <a:pt x="19799" y="11838"/>
                      <a:pt x="19853" y="11838"/>
                    </a:cubicBezTo>
                    <a:cubicBezTo>
                      <a:pt x="20298" y="11838"/>
                      <a:pt x="20615" y="11726"/>
                      <a:pt x="20853" y="11666"/>
                    </a:cubicBezTo>
                    <a:cubicBezTo>
                      <a:pt x="20987" y="11599"/>
                      <a:pt x="21053" y="11566"/>
                      <a:pt x="21153" y="11533"/>
                    </a:cubicBezTo>
                    <a:cubicBezTo>
                      <a:pt x="21187" y="11499"/>
                      <a:pt x="21220" y="11499"/>
                      <a:pt x="21220" y="11499"/>
                    </a:cubicBezTo>
                    <a:cubicBezTo>
                      <a:pt x="21520" y="11366"/>
                      <a:pt x="21387" y="11066"/>
                      <a:pt x="21020" y="11066"/>
                    </a:cubicBezTo>
                    <a:cubicBezTo>
                      <a:pt x="21020" y="11066"/>
                      <a:pt x="20987" y="11066"/>
                      <a:pt x="20953" y="11099"/>
                    </a:cubicBezTo>
                    <a:cubicBezTo>
                      <a:pt x="20853" y="11099"/>
                      <a:pt x="20786" y="11166"/>
                      <a:pt x="20653" y="11199"/>
                    </a:cubicBezTo>
                    <a:cubicBezTo>
                      <a:pt x="20501" y="11224"/>
                      <a:pt x="20234" y="11288"/>
                      <a:pt x="19938" y="11288"/>
                    </a:cubicBezTo>
                    <a:cubicBezTo>
                      <a:pt x="19845" y="11288"/>
                      <a:pt x="19749" y="11282"/>
                      <a:pt x="19652" y="11266"/>
                    </a:cubicBezTo>
                    <a:cubicBezTo>
                      <a:pt x="19452" y="11266"/>
                      <a:pt x="19219" y="11199"/>
                      <a:pt x="19019" y="11066"/>
                    </a:cubicBezTo>
                    <a:cubicBezTo>
                      <a:pt x="18852" y="10932"/>
                      <a:pt x="18652" y="10765"/>
                      <a:pt x="18485" y="10532"/>
                    </a:cubicBezTo>
                    <a:cubicBezTo>
                      <a:pt x="18185" y="10065"/>
                      <a:pt x="17984" y="9398"/>
                      <a:pt x="17818" y="8697"/>
                    </a:cubicBezTo>
                    <a:cubicBezTo>
                      <a:pt x="17651" y="7997"/>
                      <a:pt x="17618" y="7196"/>
                      <a:pt x="17217" y="6362"/>
                    </a:cubicBezTo>
                    <a:cubicBezTo>
                      <a:pt x="17050" y="5929"/>
                      <a:pt x="16817" y="5528"/>
                      <a:pt x="16350" y="5261"/>
                    </a:cubicBezTo>
                    <a:cubicBezTo>
                      <a:pt x="15883" y="5028"/>
                      <a:pt x="15383" y="5028"/>
                      <a:pt x="14982" y="5028"/>
                    </a:cubicBezTo>
                    <a:cubicBezTo>
                      <a:pt x="14469" y="5048"/>
                      <a:pt x="13991" y="5102"/>
                      <a:pt x="13541" y="5102"/>
                    </a:cubicBezTo>
                    <a:cubicBezTo>
                      <a:pt x="13231" y="5102"/>
                      <a:pt x="12933" y="5076"/>
                      <a:pt x="12647" y="4995"/>
                    </a:cubicBezTo>
                    <a:cubicBezTo>
                      <a:pt x="11947" y="4761"/>
                      <a:pt x="11380" y="4327"/>
                      <a:pt x="10979" y="3760"/>
                    </a:cubicBezTo>
                    <a:cubicBezTo>
                      <a:pt x="10546" y="3260"/>
                      <a:pt x="10212" y="2560"/>
                      <a:pt x="9845" y="1859"/>
                    </a:cubicBezTo>
                    <a:cubicBezTo>
                      <a:pt x="9679" y="1525"/>
                      <a:pt x="9478" y="1159"/>
                      <a:pt x="9178" y="758"/>
                    </a:cubicBezTo>
                    <a:cubicBezTo>
                      <a:pt x="8878" y="425"/>
                      <a:pt x="8478" y="58"/>
                      <a:pt x="7944" y="24"/>
                    </a:cubicBezTo>
                    <a:cubicBezTo>
                      <a:pt x="7850" y="8"/>
                      <a:pt x="7760" y="0"/>
                      <a:pt x="76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9" name="Google Shape;839;p7"/>
              <p:cNvSpPr/>
              <p:nvPr/>
            </p:nvSpPr>
            <p:spPr>
              <a:xfrm rot="10800000">
                <a:off x="8707302" y="3339902"/>
                <a:ext cx="400929" cy="193730"/>
              </a:xfrm>
              <a:custGeom>
                <a:avLst/>
                <a:gdLst/>
                <a:ahLst/>
                <a:cxnLst/>
                <a:rect l="l" t="t" r="r" b="b"/>
                <a:pathLst>
                  <a:path w="16581" h="8012" extrusionOk="0">
                    <a:moveTo>
                      <a:pt x="7143" y="0"/>
                    </a:moveTo>
                    <a:cubicBezTo>
                      <a:pt x="7008" y="0"/>
                      <a:pt x="6874" y="12"/>
                      <a:pt x="6740" y="39"/>
                    </a:cubicBezTo>
                    <a:cubicBezTo>
                      <a:pt x="6073" y="205"/>
                      <a:pt x="5506" y="572"/>
                      <a:pt x="5072" y="1006"/>
                    </a:cubicBezTo>
                    <a:cubicBezTo>
                      <a:pt x="4172" y="1840"/>
                      <a:pt x="3571" y="2807"/>
                      <a:pt x="2938" y="3474"/>
                    </a:cubicBezTo>
                    <a:cubicBezTo>
                      <a:pt x="2604" y="3808"/>
                      <a:pt x="2304" y="4075"/>
                      <a:pt x="1970" y="4208"/>
                    </a:cubicBezTo>
                    <a:cubicBezTo>
                      <a:pt x="1791" y="4280"/>
                      <a:pt x="1622" y="4313"/>
                      <a:pt x="1468" y="4313"/>
                    </a:cubicBezTo>
                    <a:cubicBezTo>
                      <a:pt x="1334" y="4313"/>
                      <a:pt x="1211" y="4288"/>
                      <a:pt x="1103" y="4242"/>
                    </a:cubicBezTo>
                    <a:cubicBezTo>
                      <a:pt x="603" y="4075"/>
                      <a:pt x="402" y="3841"/>
                      <a:pt x="402" y="3841"/>
                    </a:cubicBezTo>
                    <a:cubicBezTo>
                      <a:pt x="371" y="3816"/>
                      <a:pt x="336" y="3805"/>
                      <a:pt x="301" y="3805"/>
                    </a:cubicBezTo>
                    <a:cubicBezTo>
                      <a:pt x="150" y="3805"/>
                      <a:pt x="0" y="4006"/>
                      <a:pt x="136" y="4142"/>
                    </a:cubicBezTo>
                    <a:cubicBezTo>
                      <a:pt x="138" y="4136"/>
                      <a:pt x="142" y="4133"/>
                      <a:pt x="148" y="4133"/>
                    </a:cubicBezTo>
                    <a:cubicBezTo>
                      <a:pt x="202" y="4133"/>
                      <a:pt x="391" y="4432"/>
                      <a:pt x="969" y="4675"/>
                    </a:cubicBezTo>
                    <a:cubicBezTo>
                      <a:pt x="1128" y="4746"/>
                      <a:pt x="1333" y="4788"/>
                      <a:pt x="1550" y="4788"/>
                    </a:cubicBezTo>
                    <a:cubicBezTo>
                      <a:pt x="1744" y="4788"/>
                      <a:pt x="1948" y="4754"/>
                      <a:pt x="2137" y="4675"/>
                    </a:cubicBezTo>
                    <a:cubicBezTo>
                      <a:pt x="2571" y="4509"/>
                      <a:pt x="2971" y="4175"/>
                      <a:pt x="3304" y="3841"/>
                    </a:cubicBezTo>
                    <a:cubicBezTo>
                      <a:pt x="4005" y="3141"/>
                      <a:pt x="4639" y="2207"/>
                      <a:pt x="5473" y="1473"/>
                    </a:cubicBezTo>
                    <a:cubicBezTo>
                      <a:pt x="5906" y="1073"/>
                      <a:pt x="6340" y="806"/>
                      <a:pt x="6840" y="706"/>
                    </a:cubicBezTo>
                    <a:cubicBezTo>
                      <a:pt x="6916" y="696"/>
                      <a:pt x="6991" y="691"/>
                      <a:pt x="7067" y="691"/>
                    </a:cubicBezTo>
                    <a:cubicBezTo>
                      <a:pt x="7491" y="691"/>
                      <a:pt x="7912" y="841"/>
                      <a:pt x="8308" y="1039"/>
                    </a:cubicBezTo>
                    <a:lnTo>
                      <a:pt x="8341" y="1073"/>
                    </a:lnTo>
                    <a:cubicBezTo>
                      <a:pt x="8441" y="1139"/>
                      <a:pt x="8575" y="1173"/>
                      <a:pt x="8642" y="1306"/>
                    </a:cubicBezTo>
                    <a:cubicBezTo>
                      <a:pt x="8742" y="1406"/>
                      <a:pt x="8808" y="1640"/>
                      <a:pt x="8908" y="1840"/>
                    </a:cubicBezTo>
                    <a:cubicBezTo>
                      <a:pt x="9075" y="2307"/>
                      <a:pt x="9109" y="2907"/>
                      <a:pt x="9442" y="3575"/>
                    </a:cubicBezTo>
                    <a:cubicBezTo>
                      <a:pt x="9576" y="3741"/>
                      <a:pt x="9676" y="3875"/>
                      <a:pt x="9809" y="4008"/>
                    </a:cubicBezTo>
                    <a:cubicBezTo>
                      <a:pt x="9842" y="4042"/>
                      <a:pt x="9943" y="4142"/>
                      <a:pt x="10009" y="4175"/>
                    </a:cubicBezTo>
                    <a:cubicBezTo>
                      <a:pt x="10109" y="4275"/>
                      <a:pt x="10176" y="4308"/>
                      <a:pt x="10276" y="4342"/>
                    </a:cubicBezTo>
                    <a:cubicBezTo>
                      <a:pt x="10532" y="4481"/>
                      <a:pt x="10820" y="4540"/>
                      <a:pt x="11096" y="4540"/>
                    </a:cubicBezTo>
                    <a:cubicBezTo>
                      <a:pt x="11215" y="4540"/>
                      <a:pt x="11332" y="4529"/>
                      <a:pt x="11444" y="4509"/>
                    </a:cubicBezTo>
                    <a:cubicBezTo>
                      <a:pt x="12177" y="4342"/>
                      <a:pt x="12745" y="3975"/>
                      <a:pt x="13245" y="3875"/>
                    </a:cubicBezTo>
                    <a:cubicBezTo>
                      <a:pt x="13286" y="3868"/>
                      <a:pt x="13328" y="3865"/>
                      <a:pt x="13372" y="3865"/>
                    </a:cubicBezTo>
                    <a:cubicBezTo>
                      <a:pt x="13784" y="3865"/>
                      <a:pt x="14280" y="4140"/>
                      <a:pt x="14613" y="4442"/>
                    </a:cubicBezTo>
                    <a:cubicBezTo>
                      <a:pt x="15413" y="5142"/>
                      <a:pt x="15747" y="6110"/>
                      <a:pt x="15947" y="6777"/>
                    </a:cubicBezTo>
                    <a:cubicBezTo>
                      <a:pt x="16080" y="7110"/>
                      <a:pt x="16114" y="7344"/>
                      <a:pt x="16147" y="7544"/>
                    </a:cubicBezTo>
                    <a:cubicBezTo>
                      <a:pt x="16180" y="7711"/>
                      <a:pt x="16180" y="7844"/>
                      <a:pt x="16180" y="7844"/>
                    </a:cubicBezTo>
                    <a:cubicBezTo>
                      <a:pt x="16209" y="7958"/>
                      <a:pt x="16286" y="8011"/>
                      <a:pt x="16365" y="8011"/>
                    </a:cubicBezTo>
                    <a:cubicBezTo>
                      <a:pt x="16471" y="8011"/>
                      <a:pt x="16581" y="7916"/>
                      <a:pt x="16581" y="7744"/>
                    </a:cubicBezTo>
                    <a:cubicBezTo>
                      <a:pt x="16581" y="7744"/>
                      <a:pt x="16581" y="7678"/>
                      <a:pt x="16514" y="7477"/>
                    </a:cubicBezTo>
                    <a:cubicBezTo>
                      <a:pt x="16481" y="7311"/>
                      <a:pt x="16447" y="7010"/>
                      <a:pt x="16347" y="6643"/>
                    </a:cubicBezTo>
                    <a:cubicBezTo>
                      <a:pt x="16280" y="6277"/>
                      <a:pt x="16147" y="5843"/>
                      <a:pt x="15947" y="5376"/>
                    </a:cubicBezTo>
                    <a:cubicBezTo>
                      <a:pt x="15747" y="4909"/>
                      <a:pt x="15446" y="4408"/>
                      <a:pt x="14979" y="4008"/>
                    </a:cubicBezTo>
                    <a:cubicBezTo>
                      <a:pt x="14779" y="3808"/>
                      <a:pt x="14479" y="3575"/>
                      <a:pt x="14179" y="3474"/>
                    </a:cubicBezTo>
                    <a:cubicBezTo>
                      <a:pt x="13946" y="3329"/>
                      <a:pt x="13613" y="3235"/>
                      <a:pt x="13288" y="3235"/>
                    </a:cubicBezTo>
                    <a:cubicBezTo>
                      <a:pt x="13240" y="3235"/>
                      <a:pt x="13192" y="3237"/>
                      <a:pt x="13145" y="3241"/>
                    </a:cubicBezTo>
                    <a:cubicBezTo>
                      <a:pt x="12411" y="3341"/>
                      <a:pt x="11844" y="3741"/>
                      <a:pt x="11310" y="3841"/>
                    </a:cubicBezTo>
                    <a:cubicBezTo>
                      <a:pt x="11239" y="3849"/>
                      <a:pt x="11174" y="3853"/>
                      <a:pt x="11113" y="3853"/>
                    </a:cubicBezTo>
                    <a:cubicBezTo>
                      <a:pt x="10915" y="3853"/>
                      <a:pt x="10763" y="3810"/>
                      <a:pt x="10610" y="3708"/>
                    </a:cubicBezTo>
                    <a:cubicBezTo>
                      <a:pt x="10410" y="3575"/>
                      <a:pt x="10143" y="3374"/>
                      <a:pt x="10076" y="3208"/>
                    </a:cubicBezTo>
                    <a:cubicBezTo>
                      <a:pt x="9842" y="2741"/>
                      <a:pt x="9776" y="2174"/>
                      <a:pt x="9609" y="1573"/>
                    </a:cubicBezTo>
                    <a:cubicBezTo>
                      <a:pt x="9509" y="1340"/>
                      <a:pt x="9409" y="1039"/>
                      <a:pt x="9175" y="806"/>
                    </a:cubicBezTo>
                    <a:cubicBezTo>
                      <a:pt x="9009" y="539"/>
                      <a:pt x="8742" y="472"/>
                      <a:pt x="8608" y="372"/>
                    </a:cubicBezTo>
                    <a:lnTo>
                      <a:pt x="8608" y="372"/>
                    </a:lnTo>
                    <a:lnTo>
                      <a:pt x="8642" y="406"/>
                    </a:lnTo>
                    <a:cubicBezTo>
                      <a:pt x="8215" y="192"/>
                      <a:pt x="7681" y="0"/>
                      <a:pt x="7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0" name="Google Shape;840;p7"/>
              <p:cNvSpPr/>
              <p:nvPr/>
            </p:nvSpPr>
            <p:spPr>
              <a:xfrm rot="10800000">
                <a:off x="8709720" y="2897553"/>
                <a:ext cx="381536" cy="171194"/>
              </a:xfrm>
              <a:custGeom>
                <a:avLst/>
                <a:gdLst/>
                <a:ahLst/>
                <a:cxnLst/>
                <a:rect l="l" t="t" r="r" b="b"/>
                <a:pathLst>
                  <a:path w="15779" h="7080" extrusionOk="0">
                    <a:moveTo>
                      <a:pt x="12544" y="1"/>
                    </a:moveTo>
                    <a:cubicBezTo>
                      <a:pt x="12154" y="1"/>
                      <a:pt x="11762" y="81"/>
                      <a:pt x="11409" y="227"/>
                    </a:cubicBezTo>
                    <a:cubicBezTo>
                      <a:pt x="11275" y="293"/>
                      <a:pt x="11109" y="327"/>
                      <a:pt x="10942" y="427"/>
                    </a:cubicBezTo>
                    <a:cubicBezTo>
                      <a:pt x="10808" y="493"/>
                      <a:pt x="10642" y="594"/>
                      <a:pt x="10508" y="727"/>
                    </a:cubicBezTo>
                    <a:cubicBezTo>
                      <a:pt x="10275" y="960"/>
                      <a:pt x="10008" y="1227"/>
                      <a:pt x="9841" y="1461"/>
                    </a:cubicBezTo>
                    <a:cubicBezTo>
                      <a:pt x="9107" y="2495"/>
                      <a:pt x="8740" y="3729"/>
                      <a:pt x="8106" y="4430"/>
                    </a:cubicBezTo>
                    <a:cubicBezTo>
                      <a:pt x="7940" y="4596"/>
                      <a:pt x="7773" y="4763"/>
                      <a:pt x="7606" y="4797"/>
                    </a:cubicBezTo>
                    <a:cubicBezTo>
                      <a:pt x="7473" y="4830"/>
                      <a:pt x="7406" y="4897"/>
                      <a:pt x="7272" y="4897"/>
                    </a:cubicBezTo>
                    <a:cubicBezTo>
                      <a:pt x="7206" y="4863"/>
                      <a:pt x="7156" y="4863"/>
                      <a:pt x="7106" y="4863"/>
                    </a:cubicBezTo>
                    <a:cubicBezTo>
                      <a:pt x="7056" y="4863"/>
                      <a:pt x="7006" y="4863"/>
                      <a:pt x="6939" y="4830"/>
                    </a:cubicBezTo>
                    <a:cubicBezTo>
                      <a:pt x="6505" y="4763"/>
                      <a:pt x="6072" y="4330"/>
                      <a:pt x="5605" y="3963"/>
                    </a:cubicBezTo>
                    <a:cubicBezTo>
                      <a:pt x="5338" y="3762"/>
                      <a:pt x="5104" y="3562"/>
                      <a:pt x="4804" y="3396"/>
                    </a:cubicBezTo>
                    <a:cubicBezTo>
                      <a:pt x="4671" y="3295"/>
                      <a:pt x="4504" y="3262"/>
                      <a:pt x="4337" y="3162"/>
                    </a:cubicBezTo>
                    <a:cubicBezTo>
                      <a:pt x="4170" y="3129"/>
                      <a:pt x="3970" y="3095"/>
                      <a:pt x="3803" y="3095"/>
                    </a:cubicBezTo>
                    <a:lnTo>
                      <a:pt x="3570" y="3095"/>
                    </a:lnTo>
                    <a:lnTo>
                      <a:pt x="3303" y="3162"/>
                    </a:lnTo>
                    <a:cubicBezTo>
                      <a:pt x="3136" y="3229"/>
                      <a:pt x="3003" y="3295"/>
                      <a:pt x="2836" y="3396"/>
                    </a:cubicBezTo>
                    <a:cubicBezTo>
                      <a:pt x="2669" y="3462"/>
                      <a:pt x="2569" y="3596"/>
                      <a:pt x="2436" y="3662"/>
                    </a:cubicBezTo>
                    <a:cubicBezTo>
                      <a:pt x="2336" y="3796"/>
                      <a:pt x="2236" y="3929"/>
                      <a:pt x="2135" y="4063"/>
                    </a:cubicBezTo>
                    <a:cubicBezTo>
                      <a:pt x="1802" y="4596"/>
                      <a:pt x="1769" y="5130"/>
                      <a:pt x="1635" y="5564"/>
                    </a:cubicBezTo>
                    <a:cubicBezTo>
                      <a:pt x="1568" y="5964"/>
                      <a:pt x="1435" y="6331"/>
                      <a:pt x="1235" y="6498"/>
                    </a:cubicBezTo>
                    <a:cubicBezTo>
                      <a:pt x="1068" y="6665"/>
                      <a:pt x="801" y="6665"/>
                      <a:pt x="634" y="6665"/>
                    </a:cubicBezTo>
                    <a:cubicBezTo>
                      <a:pt x="568" y="6665"/>
                      <a:pt x="468" y="6631"/>
                      <a:pt x="434" y="6631"/>
                    </a:cubicBezTo>
                    <a:lnTo>
                      <a:pt x="334" y="6631"/>
                    </a:lnTo>
                    <a:cubicBezTo>
                      <a:pt x="134" y="6631"/>
                      <a:pt x="1" y="6965"/>
                      <a:pt x="267" y="6998"/>
                    </a:cubicBezTo>
                    <a:lnTo>
                      <a:pt x="334" y="6998"/>
                    </a:lnTo>
                    <a:cubicBezTo>
                      <a:pt x="434" y="6998"/>
                      <a:pt x="468" y="7065"/>
                      <a:pt x="601" y="7065"/>
                    </a:cubicBezTo>
                    <a:cubicBezTo>
                      <a:pt x="645" y="7065"/>
                      <a:pt x="720" y="7080"/>
                      <a:pt x="814" y="7080"/>
                    </a:cubicBezTo>
                    <a:cubicBezTo>
                      <a:pt x="860" y="7080"/>
                      <a:pt x="912" y="7076"/>
                      <a:pt x="968" y="7065"/>
                    </a:cubicBezTo>
                    <a:cubicBezTo>
                      <a:pt x="1068" y="6998"/>
                      <a:pt x="1135" y="6998"/>
                      <a:pt x="1235" y="6965"/>
                    </a:cubicBezTo>
                    <a:cubicBezTo>
                      <a:pt x="1302" y="6931"/>
                      <a:pt x="1402" y="6898"/>
                      <a:pt x="1468" y="6798"/>
                    </a:cubicBezTo>
                    <a:cubicBezTo>
                      <a:pt x="2135" y="6231"/>
                      <a:pt x="2069" y="5097"/>
                      <a:pt x="2569" y="4296"/>
                    </a:cubicBezTo>
                    <a:cubicBezTo>
                      <a:pt x="2602" y="4229"/>
                      <a:pt x="2669" y="4129"/>
                      <a:pt x="2769" y="4063"/>
                    </a:cubicBezTo>
                    <a:cubicBezTo>
                      <a:pt x="2836" y="3996"/>
                      <a:pt x="2936" y="3929"/>
                      <a:pt x="3069" y="3896"/>
                    </a:cubicBezTo>
                    <a:cubicBezTo>
                      <a:pt x="3136" y="3829"/>
                      <a:pt x="3270" y="3762"/>
                      <a:pt x="3403" y="3762"/>
                    </a:cubicBezTo>
                    <a:lnTo>
                      <a:pt x="3570" y="3729"/>
                    </a:lnTo>
                    <a:lnTo>
                      <a:pt x="3737" y="3729"/>
                    </a:lnTo>
                    <a:cubicBezTo>
                      <a:pt x="4237" y="3729"/>
                      <a:pt x="4637" y="4096"/>
                      <a:pt x="5104" y="4463"/>
                    </a:cubicBezTo>
                    <a:cubicBezTo>
                      <a:pt x="5304" y="4630"/>
                      <a:pt x="5571" y="4830"/>
                      <a:pt x="5805" y="5063"/>
                    </a:cubicBezTo>
                    <a:cubicBezTo>
                      <a:pt x="6072" y="5264"/>
                      <a:pt x="6338" y="5430"/>
                      <a:pt x="6739" y="5497"/>
                    </a:cubicBezTo>
                    <a:cubicBezTo>
                      <a:pt x="6906" y="5564"/>
                      <a:pt x="7106" y="5564"/>
                      <a:pt x="7272" y="5564"/>
                    </a:cubicBezTo>
                    <a:lnTo>
                      <a:pt x="7773" y="5430"/>
                    </a:lnTo>
                    <a:cubicBezTo>
                      <a:pt x="8106" y="5297"/>
                      <a:pt x="8340" y="5063"/>
                      <a:pt x="8573" y="4830"/>
                    </a:cubicBezTo>
                    <a:cubicBezTo>
                      <a:pt x="8940" y="4396"/>
                      <a:pt x="9241" y="3896"/>
                      <a:pt x="9474" y="3329"/>
                    </a:cubicBezTo>
                    <a:cubicBezTo>
                      <a:pt x="9741" y="2795"/>
                      <a:pt x="9974" y="2261"/>
                      <a:pt x="10308" y="1794"/>
                    </a:cubicBezTo>
                    <a:cubicBezTo>
                      <a:pt x="10642" y="1294"/>
                      <a:pt x="11008" y="927"/>
                      <a:pt x="11509" y="760"/>
                    </a:cubicBezTo>
                    <a:cubicBezTo>
                      <a:pt x="11877" y="622"/>
                      <a:pt x="12214" y="548"/>
                      <a:pt x="12552" y="548"/>
                    </a:cubicBezTo>
                    <a:cubicBezTo>
                      <a:pt x="12703" y="548"/>
                      <a:pt x="12855" y="563"/>
                      <a:pt x="13010" y="594"/>
                    </a:cubicBezTo>
                    <a:cubicBezTo>
                      <a:pt x="13510" y="660"/>
                      <a:pt x="13944" y="927"/>
                      <a:pt x="14244" y="1227"/>
                    </a:cubicBezTo>
                    <a:cubicBezTo>
                      <a:pt x="14544" y="1461"/>
                      <a:pt x="14744" y="1794"/>
                      <a:pt x="14911" y="2095"/>
                    </a:cubicBezTo>
                    <a:cubicBezTo>
                      <a:pt x="15045" y="2395"/>
                      <a:pt x="15145" y="2628"/>
                      <a:pt x="15211" y="2795"/>
                    </a:cubicBezTo>
                    <a:cubicBezTo>
                      <a:pt x="15245" y="2962"/>
                      <a:pt x="15278" y="3062"/>
                      <a:pt x="15278" y="3062"/>
                    </a:cubicBezTo>
                    <a:cubicBezTo>
                      <a:pt x="15294" y="3158"/>
                      <a:pt x="15378" y="3200"/>
                      <a:pt x="15477" y="3200"/>
                    </a:cubicBezTo>
                    <a:cubicBezTo>
                      <a:pt x="15584" y="3200"/>
                      <a:pt x="15709" y="3149"/>
                      <a:pt x="15779" y="3062"/>
                    </a:cubicBezTo>
                    <a:cubicBezTo>
                      <a:pt x="15779" y="3062"/>
                      <a:pt x="15745" y="2962"/>
                      <a:pt x="15678" y="2762"/>
                    </a:cubicBezTo>
                    <a:cubicBezTo>
                      <a:pt x="15645" y="2562"/>
                      <a:pt x="15578" y="2295"/>
                      <a:pt x="15412" y="1961"/>
                    </a:cubicBezTo>
                    <a:cubicBezTo>
                      <a:pt x="15245" y="1628"/>
                      <a:pt x="14978" y="1261"/>
                      <a:pt x="14644" y="927"/>
                    </a:cubicBezTo>
                    <a:cubicBezTo>
                      <a:pt x="14311" y="560"/>
                      <a:pt x="13810" y="227"/>
                      <a:pt x="13243" y="93"/>
                    </a:cubicBezTo>
                    <a:cubicBezTo>
                      <a:pt x="13017" y="30"/>
                      <a:pt x="12781" y="1"/>
                      <a:pt x="125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1" name="Google Shape;841;p7"/>
              <p:cNvSpPr/>
              <p:nvPr/>
            </p:nvSpPr>
            <p:spPr>
              <a:xfrm rot="10800000">
                <a:off x="8758926" y="3391986"/>
                <a:ext cx="19368" cy="12017"/>
              </a:xfrm>
              <a:custGeom>
                <a:avLst/>
                <a:gdLst/>
                <a:ahLst/>
                <a:cxnLst/>
                <a:rect l="l" t="t" r="r" b="b"/>
                <a:pathLst>
                  <a:path w="801" h="497" extrusionOk="0">
                    <a:moveTo>
                      <a:pt x="455" y="0"/>
                    </a:moveTo>
                    <a:cubicBezTo>
                      <a:pt x="400" y="0"/>
                      <a:pt x="345" y="4"/>
                      <a:pt x="300" y="15"/>
                    </a:cubicBezTo>
                    <a:cubicBezTo>
                      <a:pt x="167" y="82"/>
                      <a:pt x="0" y="248"/>
                      <a:pt x="0" y="248"/>
                    </a:cubicBezTo>
                    <a:cubicBezTo>
                      <a:pt x="0" y="282"/>
                      <a:pt x="100" y="482"/>
                      <a:pt x="100" y="482"/>
                    </a:cubicBezTo>
                    <a:cubicBezTo>
                      <a:pt x="100" y="482"/>
                      <a:pt x="204" y="497"/>
                      <a:pt x="313" y="497"/>
                    </a:cubicBezTo>
                    <a:cubicBezTo>
                      <a:pt x="367" y="497"/>
                      <a:pt x="423" y="493"/>
                      <a:pt x="467" y="482"/>
                    </a:cubicBezTo>
                    <a:cubicBezTo>
                      <a:pt x="601" y="449"/>
                      <a:pt x="767" y="282"/>
                      <a:pt x="767" y="282"/>
                    </a:cubicBezTo>
                    <a:cubicBezTo>
                      <a:pt x="801" y="248"/>
                      <a:pt x="701" y="82"/>
                      <a:pt x="667" y="15"/>
                    </a:cubicBezTo>
                    <a:cubicBezTo>
                      <a:pt x="667" y="15"/>
                      <a:pt x="564" y="0"/>
                      <a:pt x="4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2" name="Google Shape;842;p7"/>
              <p:cNvSpPr/>
              <p:nvPr/>
            </p:nvSpPr>
            <p:spPr>
              <a:xfrm rot="10800000">
                <a:off x="8741178" y="3372183"/>
                <a:ext cx="24228" cy="13734"/>
              </a:xfrm>
              <a:custGeom>
                <a:avLst/>
                <a:gdLst/>
                <a:ahLst/>
                <a:cxnLst/>
                <a:rect l="l" t="t" r="r" b="b"/>
                <a:pathLst>
                  <a:path w="1002" h="568" extrusionOk="0">
                    <a:moveTo>
                      <a:pt x="902" y="1"/>
                    </a:moveTo>
                    <a:cubicBezTo>
                      <a:pt x="902" y="1"/>
                      <a:pt x="568" y="1"/>
                      <a:pt x="401" y="67"/>
                    </a:cubicBezTo>
                    <a:cubicBezTo>
                      <a:pt x="234" y="168"/>
                      <a:pt x="1" y="368"/>
                      <a:pt x="1" y="368"/>
                    </a:cubicBezTo>
                    <a:lnTo>
                      <a:pt x="134" y="568"/>
                    </a:lnTo>
                    <a:cubicBezTo>
                      <a:pt x="134" y="568"/>
                      <a:pt x="468" y="568"/>
                      <a:pt x="635" y="501"/>
                    </a:cubicBezTo>
                    <a:cubicBezTo>
                      <a:pt x="801" y="401"/>
                      <a:pt x="1002" y="201"/>
                      <a:pt x="1002" y="201"/>
                    </a:cubicBezTo>
                    <a:cubicBezTo>
                      <a:pt x="1002" y="201"/>
                      <a:pt x="935" y="1"/>
                      <a:pt x="9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3" name="Google Shape;843;p7"/>
              <p:cNvSpPr/>
              <p:nvPr/>
            </p:nvSpPr>
            <p:spPr>
              <a:xfrm rot="10800000">
                <a:off x="8733102" y="3353274"/>
                <a:ext cx="17772" cy="12017"/>
              </a:xfrm>
              <a:custGeom>
                <a:avLst/>
                <a:gdLst/>
                <a:ahLst/>
                <a:cxnLst/>
                <a:rect l="l" t="t" r="r" b="b"/>
                <a:pathLst>
                  <a:path w="735" h="497" extrusionOk="0">
                    <a:moveTo>
                      <a:pt x="440" y="0"/>
                    </a:moveTo>
                    <a:cubicBezTo>
                      <a:pt x="386" y="0"/>
                      <a:pt x="334" y="4"/>
                      <a:pt x="301" y="15"/>
                    </a:cubicBezTo>
                    <a:cubicBezTo>
                      <a:pt x="167" y="48"/>
                      <a:pt x="0" y="215"/>
                      <a:pt x="0" y="215"/>
                    </a:cubicBezTo>
                    <a:cubicBezTo>
                      <a:pt x="0" y="249"/>
                      <a:pt x="67" y="482"/>
                      <a:pt x="67" y="482"/>
                    </a:cubicBezTo>
                    <a:cubicBezTo>
                      <a:pt x="67" y="482"/>
                      <a:pt x="186" y="497"/>
                      <a:pt x="304" y="497"/>
                    </a:cubicBezTo>
                    <a:cubicBezTo>
                      <a:pt x="364" y="497"/>
                      <a:pt x="423" y="493"/>
                      <a:pt x="467" y="482"/>
                    </a:cubicBezTo>
                    <a:cubicBezTo>
                      <a:pt x="567" y="415"/>
                      <a:pt x="734" y="249"/>
                      <a:pt x="734" y="249"/>
                    </a:cubicBezTo>
                    <a:cubicBezTo>
                      <a:pt x="734" y="249"/>
                      <a:pt x="701" y="48"/>
                      <a:pt x="667" y="15"/>
                    </a:cubicBezTo>
                    <a:cubicBezTo>
                      <a:pt x="667" y="15"/>
                      <a:pt x="549" y="0"/>
                      <a:pt x="4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4" name="Google Shape;844;p7"/>
              <p:cNvSpPr/>
              <p:nvPr/>
            </p:nvSpPr>
            <p:spPr>
              <a:xfrm rot="10800000">
                <a:off x="8988805" y="2952756"/>
                <a:ext cx="22608" cy="20190"/>
              </a:xfrm>
              <a:custGeom>
                <a:avLst/>
                <a:gdLst/>
                <a:ahLst/>
                <a:cxnLst/>
                <a:rect l="l" t="t" r="r" b="b"/>
                <a:pathLst>
                  <a:path w="935" h="835" extrusionOk="0">
                    <a:moveTo>
                      <a:pt x="835" y="1"/>
                    </a:moveTo>
                    <a:cubicBezTo>
                      <a:pt x="835" y="1"/>
                      <a:pt x="768" y="1"/>
                      <a:pt x="635" y="34"/>
                    </a:cubicBezTo>
                    <a:cubicBezTo>
                      <a:pt x="501" y="101"/>
                      <a:pt x="401" y="167"/>
                      <a:pt x="301" y="201"/>
                    </a:cubicBezTo>
                    <a:cubicBezTo>
                      <a:pt x="234" y="301"/>
                      <a:pt x="134" y="434"/>
                      <a:pt x="101" y="501"/>
                    </a:cubicBezTo>
                    <a:lnTo>
                      <a:pt x="1" y="668"/>
                    </a:lnTo>
                    <a:cubicBezTo>
                      <a:pt x="1" y="668"/>
                      <a:pt x="168" y="801"/>
                      <a:pt x="168" y="835"/>
                    </a:cubicBezTo>
                    <a:lnTo>
                      <a:pt x="335" y="768"/>
                    </a:lnTo>
                    <a:cubicBezTo>
                      <a:pt x="435" y="701"/>
                      <a:pt x="568" y="634"/>
                      <a:pt x="601" y="601"/>
                    </a:cubicBezTo>
                    <a:cubicBezTo>
                      <a:pt x="668" y="534"/>
                      <a:pt x="735" y="434"/>
                      <a:pt x="802" y="368"/>
                    </a:cubicBezTo>
                    <a:lnTo>
                      <a:pt x="935" y="267"/>
                    </a:lnTo>
                    <a:cubicBezTo>
                      <a:pt x="935" y="201"/>
                      <a:pt x="835" y="1"/>
                      <a:pt x="8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5" name="Google Shape;845;p7"/>
              <p:cNvSpPr/>
              <p:nvPr/>
            </p:nvSpPr>
            <p:spPr>
              <a:xfrm rot="10800000">
                <a:off x="8972653" y="2940666"/>
                <a:ext cx="16974" cy="17748"/>
              </a:xfrm>
              <a:custGeom>
                <a:avLst/>
                <a:gdLst/>
                <a:ahLst/>
                <a:cxnLst/>
                <a:rect l="l" t="t" r="r" b="b"/>
                <a:pathLst>
                  <a:path w="702" h="734" extrusionOk="0">
                    <a:moveTo>
                      <a:pt x="568" y="0"/>
                    </a:moveTo>
                    <a:cubicBezTo>
                      <a:pt x="568" y="0"/>
                      <a:pt x="267" y="33"/>
                      <a:pt x="134" y="167"/>
                    </a:cubicBezTo>
                    <a:cubicBezTo>
                      <a:pt x="67" y="334"/>
                      <a:pt x="1" y="567"/>
                      <a:pt x="1" y="567"/>
                    </a:cubicBezTo>
                    <a:cubicBezTo>
                      <a:pt x="1" y="567"/>
                      <a:pt x="201" y="701"/>
                      <a:pt x="134" y="734"/>
                    </a:cubicBezTo>
                    <a:cubicBezTo>
                      <a:pt x="134" y="734"/>
                      <a:pt x="401" y="600"/>
                      <a:pt x="501" y="534"/>
                    </a:cubicBezTo>
                    <a:cubicBezTo>
                      <a:pt x="601" y="434"/>
                      <a:pt x="701" y="200"/>
                      <a:pt x="701" y="200"/>
                    </a:cubicBezTo>
                    <a:lnTo>
                      <a:pt x="56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6" name="Google Shape;846;p7"/>
              <p:cNvSpPr/>
              <p:nvPr/>
            </p:nvSpPr>
            <p:spPr>
              <a:xfrm rot="10800000">
                <a:off x="8955727" y="2927754"/>
                <a:ext cx="13734" cy="16152"/>
              </a:xfrm>
              <a:custGeom>
                <a:avLst/>
                <a:gdLst/>
                <a:ahLst/>
                <a:cxnLst/>
                <a:rect l="l" t="t" r="r" b="b"/>
                <a:pathLst>
                  <a:path w="568" h="668" extrusionOk="0">
                    <a:moveTo>
                      <a:pt x="334" y="0"/>
                    </a:moveTo>
                    <a:cubicBezTo>
                      <a:pt x="334" y="0"/>
                      <a:pt x="134" y="101"/>
                      <a:pt x="67" y="167"/>
                    </a:cubicBezTo>
                    <a:cubicBezTo>
                      <a:pt x="34" y="267"/>
                      <a:pt x="1" y="501"/>
                      <a:pt x="1" y="501"/>
                    </a:cubicBezTo>
                    <a:cubicBezTo>
                      <a:pt x="1" y="501"/>
                      <a:pt x="201" y="634"/>
                      <a:pt x="201" y="668"/>
                    </a:cubicBezTo>
                    <a:cubicBezTo>
                      <a:pt x="201" y="668"/>
                      <a:pt x="401" y="601"/>
                      <a:pt x="501" y="467"/>
                    </a:cubicBezTo>
                    <a:cubicBezTo>
                      <a:pt x="534" y="401"/>
                      <a:pt x="568" y="301"/>
                      <a:pt x="568" y="234"/>
                    </a:cubicBezTo>
                    <a:lnTo>
                      <a:pt x="568" y="101"/>
                    </a:lnTo>
                    <a:lnTo>
                      <a:pt x="3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7" name="Google Shape;847;p7"/>
              <p:cNvSpPr/>
              <p:nvPr/>
            </p:nvSpPr>
            <p:spPr>
              <a:xfrm rot="10800000">
                <a:off x="8767800" y="3034219"/>
                <a:ext cx="14532" cy="14532"/>
              </a:xfrm>
              <a:custGeom>
                <a:avLst/>
                <a:gdLst/>
                <a:ahLst/>
                <a:cxnLst/>
                <a:rect l="l" t="t" r="r" b="b"/>
                <a:pathLst>
                  <a:path w="601" h="601" extrusionOk="0">
                    <a:moveTo>
                      <a:pt x="434" y="0"/>
                    </a:moveTo>
                    <a:cubicBezTo>
                      <a:pt x="434" y="0"/>
                      <a:pt x="201" y="67"/>
                      <a:pt x="134" y="133"/>
                    </a:cubicBezTo>
                    <a:cubicBezTo>
                      <a:pt x="34" y="234"/>
                      <a:pt x="0" y="434"/>
                      <a:pt x="0" y="434"/>
                    </a:cubicBezTo>
                    <a:cubicBezTo>
                      <a:pt x="0" y="467"/>
                      <a:pt x="134" y="600"/>
                      <a:pt x="167" y="600"/>
                    </a:cubicBezTo>
                    <a:cubicBezTo>
                      <a:pt x="167" y="600"/>
                      <a:pt x="367" y="567"/>
                      <a:pt x="467" y="467"/>
                    </a:cubicBezTo>
                    <a:cubicBezTo>
                      <a:pt x="534" y="400"/>
                      <a:pt x="601" y="167"/>
                      <a:pt x="601" y="167"/>
                    </a:cubicBezTo>
                    <a:lnTo>
                      <a:pt x="4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8" name="Google Shape;848;p7"/>
              <p:cNvSpPr/>
              <p:nvPr/>
            </p:nvSpPr>
            <p:spPr>
              <a:xfrm rot="10800000">
                <a:off x="8754090" y="3012433"/>
                <a:ext cx="21786" cy="21810"/>
              </a:xfrm>
              <a:custGeom>
                <a:avLst/>
                <a:gdLst/>
                <a:ahLst/>
                <a:cxnLst/>
                <a:rect l="l" t="t" r="r" b="b"/>
                <a:pathLst>
                  <a:path w="901" h="902" extrusionOk="0">
                    <a:moveTo>
                      <a:pt x="734" y="0"/>
                    </a:moveTo>
                    <a:cubicBezTo>
                      <a:pt x="734" y="0"/>
                      <a:pt x="434" y="167"/>
                      <a:pt x="267" y="301"/>
                    </a:cubicBezTo>
                    <a:cubicBezTo>
                      <a:pt x="167" y="467"/>
                      <a:pt x="0" y="734"/>
                      <a:pt x="0" y="734"/>
                    </a:cubicBezTo>
                    <a:cubicBezTo>
                      <a:pt x="0" y="801"/>
                      <a:pt x="167" y="901"/>
                      <a:pt x="167" y="901"/>
                    </a:cubicBezTo>
                    <a:cubicBezTo>
                      <a:pt x="167" y="901"/>
                      <a:pt x="434" y="801"/>
                      <a:pt x="601" y="634"/>
                    </a:cubicBezTo>
                    <a:cubicBezTo>
                      <a:pt x="734" y="467"/>
                      <a:pt x="901" y="167"/>
                      <a:pt x="901" y="167"/>
                    </a:cubicBezTo>
                    <a:lnTo>
                      <a:pt x="7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9" name="Google Shape;849;p7"/>
              <p:cNvSpPr/>
              <p:nvPr/>
            </p:nvSpPr>
            <p:spPr>
              <a:xfrm rot="10800000">
                <a:off x="8741178" y="2997925"/>
                <a:ext cx="18570" cy="23406"/>
              </a:xfrm>
              <a:custGeom>
                <a:avLst/>
                <a:gdLst/>
                <a:ahLst/>
                <a:cxnLst/>
                <a:rect l="l" t="t" r="r" b="b"/>
                <a:pathLst>
                  <a:path w="768" h="968" extrusionOk="0">
                    <a:moveTo>
                      <a:pt x="567" y="0"/>
                    </a:moveTo>
                    <a:cubicBezTo>
                      <a:pt x="567" y="0"/>
                      <a:pt x="534" y="100"/>
                      <a:pt x="434" y="134"/>
                    </a:cubicBezTo>
                    <a:cubicBezTo>
                      <a:pt x="367" y="200"/>
                      <a:pt x="267" y="267"/>
                      <a:pt x="234" y="334"/>
                    </a:cubicBezTo>
                    <a:cubicBezTo>
                      <a:pt x="167" y="434"/>
                      <a:pt x="100" y="501"/>
                      <a:pt x="67" y="601"/>
                    </a:cubicBezTo>
                    <a:lnTo>
                      <a:pt x="0" y="767"/>
                    </a:lnTo>
                    <a:cubicBezTo>
                      <a:pt x="0" y="801"/>
                      <a:pt x="100" y="968"/>
                      <a:pt x="100" y="968"/>
                    </a:cubicBezTo>
                    <a:lnTo>
                      <a:pt x="267" y="867"/>
                    </a:lnTo>
                    <a:cubicBezTo>
                      <a:pt x="401" y="834"/>
                      <a:pt x="501" y="767"/>
                      <a:pt x="567" y="667"/>
                    </a:cubicBezTo>
                    <a:cubicBezTo>
                      <a:pt x="668" y="601"/>
                      <a:pt x="701" y="467"/>
                      <a:pt x="734" y="334"/>
                    </a:cubicBezTo>
                    <a:cubicBezTo>
                      <a:pt x="768" y="200"/>
                      <a:pt x="768" y="134"/>
                      <a:pt x="768" y="134"/>
                    </a:cubicBezTo>
                    <a:cubicBezTo>
                      <a:pt x="768" y="100"/>
                      <a:pt x="567" y="0"/>
                      <a:pt x="5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0" name="Google Shape;850;p7"/>
              <p:cNvSpPr/>
              <p:nvPr/>
            </p:nvSpPr>
            <p:spPr>
              <a:xfrm rot="10800000">
                <a:off x="8908939" y="2492998"/>
                <a:ext cx="24228" cy="12138"/>
              </a:xfrm>
              <a:custGeom>
                <a:avLst/>
                <a:gdLst/>
                <a:ahLst/>
                <a:cxnLst/>
                <a:rect l="l" t="t" r="r" b="b"/>
                <a:pathLst>
                  <a:path w="1002" h="502" extrusionOk="0">
                    <a:moveTo>
                      <a:pt x="434" y="1"/>
                    </a:moveTo>
                    <a:cubicBezTo>
                      <a:pt x="368" y="1"/>
                      <a:pt x="267" y="34"/>
                      <a:pt x="201" y="34"/>
                    </a:cubicBezTo>
                    <a:cubicBezTo>
                      <a:pt x="101" y="101"/>
                      <a:pt x="34" y="101"/>
                      <a:pt x="34" y="101"/>
                    </a:cubicBezTo>
                    <a:lnTo>
                      <a:pt x="1" y="334"/>
                    </a:lnTo>
                    <a:lnTo>
                      <a:pt x="167" y="434"/>
                    </a:lnTo>
                    <a:cubicBezTo>
                      <a:pt x="267" y="468"/>
                      <a:pt x="401" y="501"/>
                      <a:pt x="501" y="501"/>
                    </a:cubicBezTo>
                    <a:cubicBezTo>
                      <a:pt x="601" y="501"/>
                      <a:pt x="734" y="468"/>
                      <a:pt x="835" y="434"/>
                    </a:cubicBezTo>
                    <a:lnTo>
                      <a:pt x="1001" y="334"/>
                    </a:lnTo>
                    <a:cubicBezTo>
                      <a:pt x="1001" y="334"/>
                      <a:pt x="935" y="134"/>
                      <a:pt x="868" y="101"/>
                    </a:cubicBezTo>
                    <a:cubicBezTo>
                      <a:pt x="868" y="101"/>
                      <a:pt x="768" y="34"/>
                      <a:pt x="701" y="34"/>
                    </a:cubicBezTo>
                    <a:cubicBezTo>
                      <a:pt x="601" y="34"/>
                      <a:pt x="534" y="1"/>
                      <a:pt x="4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1" name="Google Shape;851;p7"/>
              <p:cNvSpPr/>
              <p:nvPr/>
            </p:nvSpPr>
            <p:spPr>
              <a:xfrm rot="10800000">
                <a:off x="8900137" y="2462217"/>
                <a:ext cx="42702" cy="15572"/>
              </a:xfrm>
              <a:custGeom>
                <a:avLst/>
                <a:gdLst/>
                <a:ahLst/>
                <a:cxnLst/>
                <a:rect l="l" t="t" r="r" b="b"/>
                <a:pathLst>
                  <a:path w="1766" h="644" extrusionOk="0">
                    <a:moveTo>
                      <a:pt x="1644" y="0"/>
                    </a:moveTo>
                    <a:cubicBezTo>
                      <a:pt x="1640" y="0"/>
                      <a:pt x="1637" y="1"/>
                      <a:pt x="1635" y="4"/>
                    </a:cubicBezTo>
                    <a:cubicBezTo>
                      <a:pt x="1635" y="4"/>
                      <a:pt x="1101" y="37"/>
                      <a:pt x="801" y="137"/>
                    </a:cubicBezTo>
                    <a:cubicBezTo>
                      <a:pt x="467" y="171"/>
                      <a:pt x="0" y="371"/>
                      <a:pt x="0" y="371"/>
                    </a:cubicBezTo>
                    <a:lnTo>
                      <a:pt x="67" y="638"/>
                    </a:lnTo>
                    <a:cubicBezTo>
                      <a:pt x="67" y="638"/>
                      <a:pt x="152" y="643"/>
                      <a:pt x="276" y="643"/>
                    </a:cubicBezTo>
                    <a:cubicBezTo>
                      <a:pt x="462" y="643"/>
                      <a:pt x="734" y="631"/>
                      <a:pt x="934" y="571"/>
                    </a:cubicBezTo>
                    <a:cubicBezTo>
                      <a:pt x="1268" y="471"/>
                      <a:pt x="1735" y="204"/>
                      <a:pt x="1735" y="204"/>
                    </a:cubicBezTo>
                    <a:cubicBezTo>
                      <a:pt x="1766" y="173"/>
                      <a:pt x="1683" y="0"/>
                      <a:pt x="16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2" name="Google Shape;852;p7"/>
              <p:cNvSpPr/>
              <p:nvPr/>
            </p:nvSpPr>
            <p:spPr>
              <a:xfrm rot="10800000">
                <a:off x="8892811" y="2437795"/>
                <a:ext cx="33900" cy="15717"/>
              </a:xfrm>
              <a:custGeom>
                <a:avLst/>
                <a:gdLst/>
                <a:ahLst/>
                <a:cxnLst/>
                <a:rect l="l" t="t" r="r" b="b"/>
                <a:pathLst>
                  <a:path w="1402" h="650" extrusionOk="0">
                    <a:moveTo>
                      <a:pt x="1168" y="1"/>
                    </a:moveTo>
                    <a:cubicBezTo>
                      <a:pt x="1168" y="1"/>
                      <a:pt x="1101" y="34"/>
                      <a:pt x="968" y="34"/>
                    </a:cubicBezTo>
                    <a:cubicBezTo>
                      <a:pt x="834" y="67"/>
                      <a:pt x="701" y="67"/>
                      <a:pt x="601" y="134"/>
                    </a:cubicBezTo>
                    <a:cubicBezTo>
                      <a:pt x="367" y="201"/>
                      <a:pt x="0" y="368"/>
                      <a:pt x="0" y="368"/>
                    </a:cubicBezTo>
                    <a:lnTo>
                      <a:pt x="34" y="634"/>
                    </a:lnTo>
                    <a:cubicBezTo>
                      <a:pt x="34" y="634"/>
                      <a:pt x="227" y="649"/>
                      <a:pt x="434" y="649"/>
                    </a:cubicBezTo>
                    <a:cubicBezTo>
                      <a:pt x="538" y="649"/>
                      <a:pt x="645" y="646"/>
                      <a:pt x="734" y="634"/>
                    </a:cubicBezTo>
                    <a:cubicBezTo>
                      <a:pt x="834" y="568"/>
                      <a:pt x="1001" y="501"/>
                      <a:pt x="1135" y="401"/>
                    </a:cubicBezTo>
                    <a:cubicBezTo>
                      <a:pt x="1268" y="368"/>
                      <a:pt x="1335" y="301"/>
                      <a:pt x="1335" y="301"/>
                    </a:cubicBezTo>
                    <a:cubicBezTo>
                      <a:pt x="1401" y="301"/>
                      <a:pt x="1268" y="67"/>
                      <a:pt x="11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3" name="Google Shape;853;p7"/>
              <p:cNvSpPr/>
              <p:nvPr/>
            </p:nvSpPr>
            <p:spPr>
              <a:xfrm rot="10800000">
                <a:off x="8882317" y="2421232"/>
                <a:ext cx="24228" cy="12114"/>
              </a:xfrm>
              <a:custGeom>
                <a:avLst/>
                <a:gdLst/>
                <a:ahLst/>
                <a:cxnLst/>
                <a:rect l="l" t="t" r="r" b="b"/>
                <a:pathLst>
                  <a:path w="1002" h="501" extrusionOk="0">
                    <a:moveTo>
                      <a:pt x="768" y="1"/>
                    </a:moveTo>
                    <a:cubicBezTo>
                      <a:pt x="718" y="17"/>
                      <a:pt x="668" y="17"/>
                      <a:pt x="617" y="17"/>
                    </a:cubicBezTo>
                    <a:cubicBezTo>
                      <a:pt x="567" y="17"/>
                      <a:pt x="517" y="17"/>
                      <a:pt x="467" y="34"/>
                    </a:cubicBezTo>
                    <a:cubicBezTo>
                      <a:pt x="401" y="34"/>
                      <a:pt x="267" y="67"/>
                      <a:pt x="167" y="101"/>
                    </a:cubicBezTo>
                    <a:lnTo>
                      <a:pt x="0" y="201"/>
                    </a:lnTo>
                    <a:lnTo>
                      <a:pt x="0" y="434"/>
                    </a:lnTo>
                    <a:cubicBezTo>
                      <a:pt x="0" y="434"/>
                      <a:pt x="67" y="434"/>
                      <a:pt x="167" y="501"/>
                    </a:cubicBezTo>
                    <a:lnTo>
                      <a:pt x="501" y="501"/>
                    </a:lnTo>
                    <a:cubicBezTo>
                      <a:pt x="634" y="468"/>
                      <a:pt x="768" y="401"/>
                      <a:pt x="834" y="334"/>
                    </a:cubicBezTo>
                    <a:cubicBezTo>
                      <a:pt x="968" y="234"/>
                      <a:pt x="1001" y="201"/>
                      <a:pt x="1001" y="201"/>
                    </a:cubicBezTo>
                    <a:cubicBezTo>
                      <a:pt x="1001" y="201"/>
                      <a:pt x="934" y="34"/>
                      <a:pt x="9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4" name="Google Shape;854;p7"/>
              <p:cNvSpPr/>
              <p:nvPr/>
            </p:nvSpPr>
            <p:spPr>
              <a:xfrm rot="10800000">
                <a:off x="8733102" y="2375241"/>
                <a:ext cx="41976" cy="12138"/>
              </a:xfrm>
              <a:custGeom>
                <a:avLst/>
                <a:gdLst/>
                <a:ahLst/>
                <a:cxnLst/>
                <a:rect l="l" t="t" r="r" b="b"/>
                <a:pathLst>
                  <a:path w="1736" h="502" extrusionOk="0">
                    <a:moveTo>
                      <a:pt x="868" y="1"/>
                    </a:moveTo>
                    <a:cubicBezTo>
                      <a:pt x="701" y="1"/>
                      <a:pt x="501" y="68"/>
                      <a:pt x="334" y="68"/>
                    </a:cubicBezTo>
                    <a:cubicBezTo>
                      <a:pt x="167" y="101"/>
                      <a:pt x="34" y="101"/>
                      <a:pt x="34" y="101"/>
                    </a:cubicBezTo>
                    <a:cubicBezTo>
                      <a:pt x="1" y="101"/>
                      <a:pt x="1" y="335"/>
                      <a:pt x="1" y="335"/>
                    </a:cubicBezTo>
                    <a:cubicBezTo>
                      <a:pt x="1" y="335"/>
                      <a:pt x="134" y="401"/>
                      <a:pt x="301" y="435"/>
                    </a:cubicBezTo>
                    <a:cubicBezTo>
                      <a:pt x="468" y="468"/>
                      <a:pt x="701" y="501"/>
                      <a:pt x="868" y="501"/>
                    </a:cubicBezTo>
                    <a:cubicBezTo>
                      <a:pt x="1035" y="468"/>
                      <a:pt x="1302" y="468"/>
                      <a:pt x="1468" y="401"/>
                    </a:cubicBezTo>
                    <a:cubicBezTo>
                      <a:pt x="1635" y="301"/>
                      <a:pt x="1735" y="268"/>
                      <a:pt x="1735" y="268"/>
                    </a:cubicBezTo>
                    <a:cubicBezTo>
                      <a:pt x="1735" y="268"/>
                      <a:pt x="1702" y="68"/>
                      <a:pt x="17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5" name="Google Shape;855;p7"/>
              <p:cNvSpPr/>
              <p:nvPr/>
            </p:nvSpPr>
            <p:spPr>
              <a:xfrm rot="10800000">
                <a:off x="8721012" y="2341365"/>
                <a:ext cx="33102" cy="13734"/>
              </a:xfrm>
              <a:custGeom>
                <a:avLst/>
                <a:gdLst/>
                <a:ahLst/>
                <a:cxnLst/>
                <a:rect l="l" t="t" r="r" b="b"/>
                <a:pathLst>
                  <a:path w="1369" h="568" extrusionOk="0">
                    <a:moveTo>
                      <a:pt x="1302" y="0"/>
                    </a:moveTo>
                    <a:cubicBezTo>
                      <a:pt x="1302" y="0"/>
                      <a:pt x="868" y="0"/>
                      <a:pt x="635" y="67"/>
                    </a:cubicBezTo>
                    <a:cubicBezTo>
                      <a:pt x="368" y="100"/>
                      <a:pt x="1" y="300"/>
                      <a:pt x="1" y="300"/>
                    </a:cubicBezTo>
                    <a:lnTo>
                      <a:pt x="34" y="567"/>
                    </a:lnTo>
                    <a:cubicBezTo>
                      <a:pt x="34" y="567"/>
                      <a:pt x="468" y="567"/>
                      <a:pt x="701" y="501"/>
                    </a:cubicBezTo>
                    <a:cubicBezTo>
                      <a:pt x="968" y="467"/>
                      <a:pt x="1335" y="267"/>
                      <a:pt x="1335" y="267"/>
                    </a:cubicBezTo>
                    <a:cubicBezTo>
                      <a:pt x="1369" y="267"/>
                      <a:pt x="1335" y="67"/>
                      <a:pt x="13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6" name="Google Shape;856;p7"/>
              <p:cNvSpPr/>
              <p:nvPr/>
            </p:nvSpPr>
            <p:spPr>
              <a:xfrm rot="10800000">
                <a:off x="8718594" y="2316363"/>
                <a:ext cx="28242" cy="14556"/>
              </a:xfrm>
              <a:custGeom>
                <a:avLst/>
                <a:gdLst/>
                <a:ahLst/>
                <a:cxnLst/>
                <a:rect l="l" t="t" r="r" b="b"/>
                <a:pathLst>
                  <a:path w="1168" h="602" extrusionOk="0">
                    <a:moveTo>
                      <a:pt x="1068" y="1"/>
                    </a:moveTo>
                    <a:cubicBezTo>
                      <a:pt x="1068" y="1"/>
                      <a:pt x="701" y="1"/>
                      <a:pt x="500" y="101"/>
                    </a:cubicBezTo>
                    <a:cubicBezTo>
                      <a:pt x="300" y="134"/>
                      <a:pt x="0" y="335"/>
                      <a:pt x="0" y="335"/>
                    </a:cubicBezTo>
                    <a:lnTo>
                      <a:pt x="33" y="601"/>
                    </a:lnTo>
                    <a:cubicBezTo>
                      <a:pt x="33" y="601"/>
                      <a:pt x="400" y="601"/>
                      <a:pt x="667" y="568"/>
                    </a:cubicBezTo>
                    <a:cubicBezTo>
                      <a:pt x="867" y="468"/>
                      <a:pt x="1168" y="234"/>
                      <a:pt x="1168" y="234"/>
                    </a:cubicBezTo>
                    <a:lnTo>
                      <a:pt x="106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7" name="Google Shape;857;p7"/>
              <p:cNvSpPr/>
              <p:nvPr/>
            </p:nvSpPr>
            <p:spPr>
              <a:xfrm rot="10800000">
                <a:off x="8703264" y="2280528"/>
                <a:ext cx="25026" cy="13275"/>
              </a:xfrm>
              <a:custGeom>
                <a:avLst/>
                <a:gdLst/>
                <a:ahLst/>
                <a:cxnLst/>
                <a:rect l="l" t="t" r="r" b="b"/>
                <a:pathLst>
                  <a:path w="1035" h="549" extrusionOk="0">
                    <a:moveTo>
                      <a:pt x="934" y="0"/>
                    </a:moveTo>
                    <a:cubicBezTo>
                      <a:pt x="934" y="0"/>
                      <a:pt x="634" y="0"/>
                      <a:pt x="467" y="67"/>
                    </a:cubicBezTo>
                    <a:cubicBezTo>
                      <a:pt x="301" y="100"/>
                      <a:pt x="67" y="267"/>
                      <a:pt x="67" y="267"/>
                    </a:cubicBezTo>
                    <a:cubicBezTo>
                      <a:pt x="0" y="267"/>
                      <a:pt x="100" y="534"/>
                      <a:pt x="100" y="534"/>
                    </a:cubicBezTo>
                    <a:cubicBezTo>
                      <a:pt x="100" y="534"/>
                      <a:pt x="249" y="549"/>
                      <a:pt x="397" y="549"/>
                    </a:cubicBezTo>
                    <a:cubicBezTo>
                      <a:pt x="471" y="549"/>
                      <a:pt x="545" y="545"/>
                      <a:pt x="601" y="534"/>
                    </a:cubicBezTo>
                    <a:cubicBezTo>
                      <a:pt x="768" y="434"/>
                      <a:pt x="1034" y="234"/>
                      <a:pt x="1034" y="234"/>
                    </a:cubicBezTo>
                    <a:cubicBezTo>
                      <a:pt x="1034" y="201"/>
                      <a:pt x="934" y="34"/>
                      <a:pt x="9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8" name="Google Shape;858;p7"/>
              <p:cNvSpPr/>
              <p:nvPr/>
            </p:nvSpPr>
            <p:spPr>
              <a:xfrm rot="10800000">
                <a:off x="8676642" y="2242977"/>
                <a:ext cx="18594" cy="12114"/>
              </a:xfrm>
              <a:custGeom>
                <a:avLst/>
                <a:gdLst/>
                <a:ahLst/>
                <a:cxnLst/>
                <a:rect l="l" t="t" r="r" b="b"/>
                <a:pathLst>
                  <a:path w="769" h="501" extrusionOk="0">
                    <a:moveTo>
                      <a:pt x="368" y="1"/>
                    </a:moveTo>
                    <a:cubicBezTo>
                      <a:pt x="268" y="1"/>
                      <a:pt x="201" y="34"/>
                      <a:pt x="101" y="67"/>
                    </a:cubicBezTo>
                    <a:cubicBezTo>
                      <a:pt x="34" y="134"/>
                      <a:pt x="1" y="167"/>
                      <a:pt x="1" y="167"/>
                    </a:cubicBezTo>
                    <a:cubicBezTo>
                      <a:pt x="1" y="201"/>
                      <a:pt x="68" y="401"/>
                      <a:pt x="68" y="401"/>
                    </a:cubicBezTo>
                    <a:cubicBezTo>
                      <a:pt x="68" y="401"/>
                      <a:pt x="101" y="468"/>
                      <a:pt x="201" y="468"/>
                    </a:cubicBezTo>
                    <a:cubicBezTo>
                      <a:pt x="268" y="501"/>
                      <a:pt x="335" y="501"/>
                      <a:pt x="401" y="501"/>
                    </a:cubicBezTo>
                    <a:cubicBezTo>
                      <a:pt x="568" y="501"/>
                      <a:pt x="768" y="367"/>
                      <a:pt x="768" y="367"/>
                    </a:cubicBezTo>
                    <a:cubicBezTo>
                      <a:pt x="768" y="334"/>
                      <a:pt x="768" y="134"/>
                      <a:pt x="735" y="134"/>
                    </a:cubicBezTo>
                    <a:cubicBezTo>
                      <a:pt x="735" y="134"/>
                      <a:pt x="535" y="1"/>
                      <a:pt x="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859" name="Google Shape;859;p7"/>
            <p:cNvSpPr/>
            <p:nvPr/>
          </p:nvSpPr>
          <p:spPr>
            <a:xfrm rot="10800000">
              <a:off x="8218818" y="2040880"/>
              <a:ext cx="725207" cy="731880"/>
            </a:xfrm>
            <a:custGeom>
              <a:avLst/>
              <a:gdLst/>
              <a:ahLst/>
              <a:cxnLst/>
              <a:rect l="l" t="t" r="r" b="b"/>
              <a:pathLst>
                <a:path w="29992" h="30268" extrusionOk="0">
                  <a:moveTo>
                    <a:pt x="29808" y="0"/>
                  </a:moveTo>
                  <a:cubicBezTo>
                    <a:pt x="29732" y="0"/>
                    <a:pt x="29628" y="48"/>
                    <a:pt x="29504" y="161"/>
                  </a:cubicBezTo>
                  <a:cubicBezTo>
                    <a:pt x="29504" y="161"/>
                    <a:pt x="29504" y="194"/>
                    <a:pt x="29404" y="261"/>
                  </a:cubicBezTo>
                  <a:cubicBezTo>
                    <a:pt x="29370" y="361"/>
                    <a:pt x="29237" y="495"/>
                    <a:pt x="29170" y="695"/>
                  </a:cubicBezTo>
                  <a:cubicBezTo>
                    <a:pt x="29070" y="861"/>
                    <a:pt x="28937" y="1095"/>
                    <a:pt x="28837" y="1395"/>
                  </a:cubicBezTo>
                  <a:cubicBezTo>
                    <a:pt x="28703" y="1729"/>
                    <a:pt x="28570" y="2062"/>
                    <a:pt x="28503" y="2429"/>
                  </a:cubicBezTo>
                  <a:cubicBezTo>
                    <a:pt x="28269" y="3230"/>
                    <a:pt x="28236" y="4197"/>
                    <a:pt x="28236" y="5231"/>
                  </a:cubicBezTo>
                  <a:cubicBezTo>
                    <a:pt x="28236" y="6332"/>
                    <a:pt x="28336" y="7433"/>
                    <a:pt x="28236" y="8667"/>
                  </a:cubicBezTo>
                  <a:cubicBezTo>
                    <a:pt x="28136" y="11069"/>
                    <a:pt x="26401" y="13437"/>
                    <a:pt x="24066" y="14738"/>
                  </a:cubicBezTo>
                  <a:cubicBezTo>
                    <a:pt x="22899" y="15405"/>
                    <a:pt x="21665" y="16006"/>
                    <a:pt x="20531" y="16773"/>
                  </a:cubicBezTo>
                  <a:cubicBezTo>
                    <a:pt x="19396" y="17540"/>
                    <a:pt x="18496" y="18574"/>
                    <a:pt x="17862" y="19675"/>
                  </a:cubicBezTo>
                  <a:cubicBezTo>
                    <a:pt x="17762" y="19775"/>
                    <a:pt x="17695" y="19942"/>
                    <a:pt x="17595" y="20075"/>
                  </a:cubicBezTo>
                  <a:cubicBezTo>
                    <a:pt x="17562" y="20242"/>
                    <a:pt x="17495" y="20375"/>
                    <a:pt x="17428" y="20542"/>
                  </a:cubicBezTo>
                  <a:cubicBezTo>
                    <a:pt x="17328" y="20842"/>
                    <a:pt x="17228" y="21109"/>
                    <a:pt x="17162" y="21443"/>
                  </a:cubicBezTo>
                  <a:cubicBezTo>
                    <a:pt x="16995" y="22110"/>
                    <a:pt x="16861" y="22777"/>
                    <a:pt x="16828" y="23444"/>
                  </a:cubicBezTo>
                  <a:cubicBezTo>
                    <a:pt x="16761" y="24111"/>
                    <a:pt x="16761" y="24845"/>
                    <a:pt x="16728" y="25446"/>
                  </a:cubicBezTo>
                  <a:cubicBezTo>
                    <a:pt x="16695" y="26080"/>
                    <a:pt x="16494" y="26613"/>
                    <a:pt x="15994" y="26947"/>
                  </a:cubicBezTo>
                  <a:cubicBezTo>
                    <a:pt x="15494" y="27280"/>
                    <a:pt x="14827" y="27514"/>
                    <a:pt x="14193" y="27614"/>
                  </a:cubicBezTo>
                  <a:cubicBezTo>
                    <a:pt x="13559" y="27781"/>
                    <a:pt x="12892" y="27881"/>
                    <a:pt x="12225" y="27948"/>
                  </a:cubicBezTo>
                  <a:cubicBezTo>
                    <a:pt x="11723" y="28038"/>
                    <a:pt x="11226" y="28073"/>
                    <a:pt x="10734" y="28073"/>
                  </a:cubicBezTo>
                  <a:cubicBezTo>
                    <a:pt x="9950" y="28073"/>
                    <a:pt x="9180" y="27983"/>
                    <a:pt x="8422" y="27881"/>
                  </a:cubicBezTo>
                  <a:cubicBezTo>
                    <a:pt x="7311" y="27726"/>
                    <a:pt x="6228" y="27544"/>
                    <a:pt x="5227" y="27544"/>
                  </a:cubicBezTo>
                  <a:cubicBezTo>
                    <a:pt x="5146" y="27544"/>
                    <a:pt x="5066" y="27545"/>
                    <a:pt x="4986" y="27547"/>
                  </a:cubicBezTo>
                  <a:cubicBezTo>
                    <a:pt x="3885" y="27581"/>
                    <a:pt x="2918" y="27881"/>
                    <a:pt x="2218" y="28248"/>
                  </a:cubicBezTo>
                  <a:cubicBezTo>
                    <a:pt x="2017" y="28348"/>
                    <a:pt x="1884" y="28448"/>
                    <a:pt x="1717" y="28548"/>
                  </a:cubicBezTo>
                  <a:cubicBezTo>
                    <a:pt x="1550" y="28615"/>
                    <a:pt x="1417" y="28715"/>
                    <a:pt x="1317" y="28848"/>
                  </a:cubicBezTo>
                  <a:cubicBezTo>
                    <a:pt x="1050" y="29015"/>
                    <a:pt x="850" y="29215"/>
                    <a:pt x="683" y="29349"/>
                  </a:cubicBezTo>
                  <a:cubicBezTo>
                    <a:pt x="383" y="29682"/>
                    <a:pt x="216" y="29849"/>
                    <a:pt x="216" y="29849"/>
                  </a:cubicBezTo>
                  <a:cubicBezTo>
                    <a:pt x="1" y="30086"/>
                    <a:pt x="36" y="30267"/>
                    <a:pt x="186" y="30267"/>
                  </a:cubicBezTo>
                  <a:cubicBezTo>
                    <a:pt x="269" y="30267"/>
                    <a:pt x="386" y="30212"/>
                    <a:pt x="516" y="30082"/>
                  </a:cubicBezTo>
                  <a:lnTo>
                    <a:pt x="983" y="29615"/>
                  </a:lnTo>
                  <a:cubicBezTo>
                    <a:pt x="1150" y="29515"/>
                    <a:pt x="1317" y="29349"/>
                    <a:pt x="1550" y="29182"/>
                  </a:cubicBezTo>
                  <a:cubicBezTo>
                    <a:pt x="1650" y="29082"/>
                    <a:pt x="1817" y="29015"/>
                    <a:pt x="1917" y="28915"/>
                  </a:cubicBezTo>
                  <a:cubicBezTo>
                    <a:pt x="2084" y="28848"/>
                    <a:pt x="2218" y="28715"/>
                    <a:pt x="2384" y="28615"/>
                  </a:cubicBezTo>
                  <a:cubicBezTo>
                    <a:pt x="3051" y="28281"/>
                    <a:pt x="3919" y="28048"/>
                    <a:pt x="4919" y="28048"/>
                  </a:cubicBezTo>
                  <a:cubicBezTo>
                    <a:pt x="4989" y="28045"/>
                    <a:pt x="5059" y="28044"/>
                    <a:pt x="5129" y="28044"/>
                  </a:cubicBezTo>
                  <a:cubicBezTo>
                    <a:pt x="6131" y="28044"/>
                    <a:pt x="7168" y="28259"/>
                    <a:pt x="8322" y="28415"/>
                  </a:cubicBezTo>
                  <a:cubicBezTo>
                    <a:pt x="9142" y="28551"/>
                    <a:pt x="10025" y="28657"/>
                    <a:pt x="10938" y="28657"/>
                  </a:cubicBezTo>
                  <a:cubicBezTo>
                    <a:pt x="11361" y="28657"/>
                    <a:pt x="11791" y="28634"/>
                    <a:pt x="12225" y="28581"/>
                  </a:cubicBezTo>
                  <a:cubicBezTo>
                    <a:pt x="12892" y="28548"/>
                    <a:pt x="13592" y="28415"/>
                    <a:pt x="14259" y="28281"/>
                  </a:cubicBezTo>
                  <a:cubicBezTo>
                    <a:pt x="14993" y="28181"/>
                    <a:pt x="15660" y="27948"/>
                    <a:pt x="16328" y="27547"/>
                  </a:cubicBezTo>
                  <a:cubicBezTo>
                    <a:pt x="16661" y="27280"/>
                    <a:pt x="16928" y="27014"/>
                    <a:pt x="17095" y="26613"/>
                  </a:cubicBezTo>
                  <a:cubicBezTo>
                    <a:pt x="17262" y="26280"/>
                    <a:pt x="17328" y="25879"/>
                    <a:pt x="17362" y="25546"/>
                  </a:cubicBezTo>
                  <a:cubicBezTo>
                    <a:pt x="17395" y="24845"/>
                    <a:pt x="17395" y="24178"/>
                    <a:pt x="17428" y="23544"/>
                  </a:cubicBezTo>
                  <a:cubicBezTo>
                    <a:pt x="17495" y="22911"/>
                    <a:pt x="17595" y="22277"/>
                    <a:pt x="17762" y="21710"/>
                  </a:cubicBezTo>
                  <a:cubicBezTo>
                    <a:pt x="17862" y="21410"/>
                    <a:pt x="17995" y="21109"/>
                    <a:pt x="18062" y="20842"/>
                  </a:cubicBezTo>
                  <a:cubicBezTo>
                    <a:pt x="18096" y="20676"/>
                    <a:pt x="18196" y="20542"/>
                    <a:pt x="18229" y="20409"/>
                  </a:cubicBezTo>
                  <a:cubicBezTo>
                    <a:pt x="18329" y="20275"/>
                    <a:pt x="18362" y="20175"/>
                    <a:pt x="18429" y="20042"/>
                  </a:cubicBezTo>
                  <a:cubicBezTo>
                    <a:pt x="19030" y="19041"/>
                    <a:pt x="19830" y="18074"/>
                    <a:pt x="20898" y="17373"/>
                  </a:cubicBezTo>
                  <a:cubicBezTo>
                    <a:pt x="21932" y="16606"/>
                    <a:pt x="23166" y="16039"/>
                    <a:pt x="24367" y="15339"/>
                  </a:cubicBezTo>
                  <a:cubicBezTo>
                    <a:pt x="25568" y="14605"/>
                    <a:pt x="26702" y="13671"/>
                    <a:pt x="27436" y="12503"/>
                  </a:cubicBezTo>
                  <a:cubicBezTo>
                    <a:pt x="27669" y="12203"/>
                    <a:pt x="27869" y="11936"/>
                    <a:pt x="28003" y="11603"/>
                  </a:cubicBezTo>
                  <a:cubicBezTo>
                    <a:pt x="28036" y="11436"/>
                    <a:pt x="28103" y="11336"/>
                    <a:pt x="28203" y="11169"/>
                  </a:cubicBezTo>
                  <a:cubicBezTo>
                    <a:pt x="28269" y="11002"/>
                    <a:pt x="28336" y="10835"/>
                    <a:pt x="28370" y="10669"/>
                  </a:cubicBezTo>
                  <a:cubicBezTo>
                    <a:pt x="28636" y="10035"/>
                    <a:pt x="28703" y="9368"/>
                    <a:pt x="28736" y="8734"/>
                  </a:cubicBezTo>
                  <a:cubicBezTo>
                    <a:pt x="28837" y="7500"/>
                    <a:pt x="28703" y="6332"/>
                    <a:pt x="28703" y="5265"/>
                  </a:cubicBezTo>
                  <a:cubicBezTo>
                    <a:pt x="28670" y="4231"/>
                    <a:pt x="28703" y="3363"/>
                    <a:pt x="28870" y="2596"/>
                  </a:cubicBezTo>
                  <a:cubicBezTo>
                    <a:pt x="28970" y="2229"/>
                    <a:pt x="29070" y="1929"/>
                    <a:pt x="29170" y="1662"/>
                  </a:cubicBezTo>
                  <a:cubicBezTo>
                    <a:pt x="29304" y="1395"/>
                    <a:pt x="29404" y="1195"/>
                    <a:pt x="29504" y="995"/>
                  </a:cubicBezTo>
                  <a:cubicBezTo>
                    <a:pt x="29570" y="761"/>
                    <a:pt x="29704" y="661"/>
                    <a:pt x="29737" y="561"/>
                  </a:cubicBezTo>
                  <a:cubicBezTo>
                    <a:pt x="29804" y="495"/>
                    <a:pt x="29837" y="428"/>
                    <a:pt x="29837" y="428"/>
                  </a:cubicBezTo>
                  <a:cubicBezTo>
                    <a:pt x="29992" y="185"/>
                    <a:pt x="29956" y="0"/>
                    <a:pt x="298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0" name="Google Shape;860;p7"/>
            <p:cNvSpPr/>
            <p:nvPr/>
          </p:nvSpPr>
          <p:spPr>
            <a:xfrm rot="10800000">
              <a:off x="8357248" y="2735862"/>
              <a:ext cx="287162" cy="191070"/>
            </a:xfrm>
            <a:custGeom>
              <a:avLst/>
              <a:gdLst/>
              <a:ahLst/>
              <a:cxnLst/>
              <a:rect l="l" t="t" r="r" b="b"/>
              <a:pathLst>
                <a:path w="11876" h="7902" extrusionOk="0">
                  <a:moveTo>
                    <a:pt x="200" y="1"/>
                  </a:moveTo>
                  <a:cubicBezTo>
                    <a:pt x="112" y="1"/>
                    <a:pt x="34" y="44"/>
                    <a:pt x="34" y="132"/>
                  </a:cubicBezTo>
                  <a:lnTo>
                    <a:pt x="34" y="433"/>
                  </a:lnTo>
                  <a:cubicBezTo>
                    <a:pt x="0" y="633"/>
                    <a:pt x="0" y="900"/>
                    <a:pt x="0" y="1233"/>
                  </a:cubicBezTo>
                  <a:cubicBezTo>
                    <a:pt x="0" y="1900"/>
                    <a:pt x="134" y="2801"/>
                    <a:pt x="501" y="3802"/>
                  </a:cubicBezTo>
                  <a:cubicBezTo>
                    <a:pt x="934" y="4802"/>
                    <a:pt x="1635" y="5803"/>
                    <a:pt x="2602" y="6570"/>
                  </a:cubicBezTo>
                  <a:cubicBezTo>
                    <a:pt x="3069" y="6937"/>
                    <a:pt x="3603" y="7204"/>
                    <a:pt x="4137" y="7438"/>
                  </a:cubicBezTo>
                  <a:cubicBezTo>
                    <a:pt x="4670" y="7638"/>
                    <a:pt x="5238" y="7805"/>
                    <a:pt x="5771" y="7871"/>
                  </a:cubicBezTo>
                  <a:cubicBezTo>
                    <a:pt x="5995" y="7886"/>
                    <a:pt x="6232" y="7901"/>
                    <a:pt x="6480" y="7901"/>
                  </a:cubicBezTo>
                  <a:cubicBezTo>
                    <a:pt x="6785" y="7901"/>
                    <a:pt x="7107" y="7878"/>
                    <a:pt x="7439" y="7805"/>
                  </a:cubicBezTo>
                  <a:cubicBezTo>
                    <a:pt x="7706" y="7771"/>
                    <a:pt x="8006" y="7671"/>
                    <a:pt x="8306" y="7604"/>
                  </a:cubicBezTo>
                  <a:cubicBezTo>
                    <a:pt x="8607" y="7471"/>
                    <a:pt x="8907" y="7404"/>
                    <a:pt x="9140" y="7237"/>
                  </a:cubicBezTo>
                  <a:cubicBezTo>
                    <a:pt x="9374" y="7104"/>
                    <a:pt x="9641" y="6904"/>
                    <a:pt x="9908" y="6737"/>
                  </a:cubicBezTo>
                  <a:cubicBezTo>
                    <a:pt x="10108" y="6537"/>
                    <a:pt x="10341" y="6370"/>
                    <a:pt x="10508" y="6103"/>
                  </a:cubicBezTo>
                  <a:cubicBezTo>
                    <a:pt x="10875" y="5636"/>
                    <a:pt x="11175" y="5136"/>
                    <a:pt x="11375" y="4636"/>
                  </a:cubicBezTo>
                  <a:cubicBezTo>
                    <a:pt x="11809" y="3635"/>
                    <a:pt x="11876" y="2734"/>
                    <a:pt x="11876" y="2067"/>
                  </a:cubicBezTo>
                  <a:cubicBezTo>
                    <a:pt x="11876" y="1734"/>
                    <a:pt x="11842" y="1433"/>
                    <a:pt x="11842" y="1267"/>
                  </a:cubicBezTo>
                  <a:lnTo>
                    <a:pt x="11842" y="966"/>
                  </a:lnTo>
                  <a:cubicBezTo>
                    <a:pt x="11842" y="878"/>
                    <a:pt x="11777" y="835"/>
                    <a:pt x="11701" y="835"/>
                  </a:cubicBezTo>
                  <a:cubicBezTo>
                    <a:pt x="11606" y="835"/>
                    <a:pt x="11494" y="903"/>
                    <a:pt x="11475" y="1033"/>
                  </a:cubicBezTo>
                  <a:lnTo>
                    <a:pt x="11475" y="1267"/>
                  </a:lnTo>
                  <a:cubicBezTo>
                    <a:pt x="11475" y="1433"/>
                    <a:pt x="11509" y="1700"/>
                    <a:pt x="11475" y="2034"/>
                  </a:cubicBezTo>
                  <a:cubicBezTo>
                    <a:pt x="11475" y="2634"/>
                    <a:pt x="11309" y="3568"/>
                    <a:pt x="10942" y="4435"/>
                  </a:cubicBezTo>
                  <a:cubicBezTo>
                    <a:pt x="10708" y="4869"/>
                    <a:pt x="10475" y="5303"/>
                    <a:pt x="10108" y="5703"/>
                  </a:cubicBezTo>
                  <a:cubicBezTo>
                    <a:pt x="9941" y="5903"/>
                    <a:pt x="9707" y="6070"/>
                    <a:pt x="9507" y="6237"/>
                  </a:cubicBezTo>
                  <a:cubicBezTo>
                    <a:pt x="9307" y="6370"/>
                    <a:pt x="9107" y="6537"/>
                    <a:pt x="8840" y="6637"/>
                  </a:cubicBezTo>
                  <a:cubicBezTo>
                    <a:pt x="8607" y="6770"/>
                    <a:pt x="8340" y="6871"/>
                    <a:pt x="8106" y="6937"/>
                  </a:cubicBezTo>
                  <a:cubicBezTo>
                    <a:pt x="7839" y="6971"/>
                    <a:pt x="7606" y="7071"/>
                    <a:pt x="7339" y="7104"/>
                  </a:cubicBezTo>
                  <a:cubicBezTo>
                    <a:pt x="7130" y="7143"/>
                    <a:pt x="6925" y="7157"/>
                    <a:pt x="6726" y="7157"/>
                  </a:cubicBezTo>
                  <a:cubicBezTo>
                    <a:pt x="6418" y="7157"/>
                    <a:pt x="6122" y="7124"/>
                    <a:pt x="5838" y="7104"/>
                  </a:cubicBezTo>
                  <a:cubicBezTo>
                    <a:pt x="5338" y="7071"/>
                    <a:pt x="4871" y="6937"/>
                    <a:pt x="4370" y="6770"/>
                  </a:cubicBezTo>
                  <a:cubicBezTo>
                    <a:pt x="3870" y="6604"/>
                    <a:pt x="3370" y="6370"/>
                    <a:pt x="2969" y="6037"/>
                  </a:cubicBezTo>
                  <a:cubicBezTo>
                    <a:pt x="2102" y="5403"/>
                    <a:pt x="1435" y="4536"/>
                    <a:pt x="1001" y="3602"/>
                  </a:cubicBezTo>
                  <a:cubicBezTo>
                    <a:pt x="601" y="2701"/>
                    <a:pt x="467" y="1800"/>
                    <a:pt x="434" y="1200"/>
                  </a:cubicBezTo>
                  <a:lnTo>
                    <a:pt x="434" y="433"/>
                  </a:lnTo>
                  <a:lnTo>
                    <a:pt x="434" y="199"/>
                  </a:lnTo>
                  <a:cubicBezTo>
                    <a:pt x="434" y="69"/>
                    <a:pt x="310" y="1"/>
                    <a:pt x="2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61" name="Google Shape;861;p7"/>
          <p:cNvGrpSpPr/>
          <p:nvPr/>
        </p:nvGrpSpPr>
        <p:grpSpPr>
          <a:xfrm>
            <a:off x="8161245" y="-130"/>
            <a:ext cx="737220" cy="2031013"/>
            <a:chOff x="8161245" y="-129"/>
            <a:chExt cx="737220" cy="2031013"/>
          </a:xfrm>
        </p:grpSpPr>
        <p:sp>
          <p:nvSpPr>
            <p:cNvPr id="862" name="Google Shape;862;p7"/>
            <p:cNvSpPr/>
            <p:nvPr/>
          </p:nvSpPr>
          <p:spPr>
            <a:xfrm rot="10800000">
              <a:off x="8687716" y="1608445"/>
              <a:ext cx="27662" cy="156324"/>
            </a:xfrm>
            <a:custGeom>
              <a:avLst/>
              <a:gdLst/>
              <a:ahLst/>
              <a:cxnLst/>
              <a:rect l="l" t="t" r="r" b="b"/>
              <a:pathLst>
                <a:path w="1144" h="6465" extrusionOk="0">
                  <a:moveTo>
                    <a:pt x="578" y="0"/>
                  </a:moveTo>
                  <a:cubicBezTo>
                    <a:pt x="539" y="0"/>
                    <a:pt x="509" y="11"/>
                    <a:pt x="500" y="37"/>
                  </a:cubicBezTo>
                  <a:cubicBezTo>
                    <a:pt x="500" y="37"/>
                    <a:pt x="434" y="171"/>
                    <a:pt x="400" y="371"/>
                  </a:cubicBezTo>
                  <a:cubicBezTo>
                    <a:pt x="334" y="571"/>
                    <a:pt x="234" y="838"/>
                    <a:pt x="200" y="1171"/>
                  </a:cubicBezTo>
                  <a:cubicBezTo>
                    <a:pt x="33" y="1838"/>
                    <a:pt x="0" y="2672"/>
                    <a:pt x="33" y="3273"/>
                  </a:cubicBezTo>
                  <a:cubicBezTo>
                    <a:pt x="67" y="3940"/>
                    <a:pt x="200" y="4740"/>
                    <a:pt x="400" y="5374"/>
                  </a:cubicBezTo>
                  <a:cubicBezTo>
                    <a:pt x="500" y="5708"/>
                    <a:pt x="567" y="5941"/>
                    <a:pt x="667" y="6175"/>
                  </a:cubicBezTo>
                  <a:cubicBezTo>
                    <a:pt x="734" y="6342"/>
                    <a:pt x="767" y="6442"/>
                    <a:pt x="767" y="6442"/>
                  </a:cubicBezTo>
                  <a:cubicBezTo>
                    <a:pt x="783" y="6458"/>
                    <a:pt x="815" y="6464"/>
                    <a:pt x="852" y="6464"/>
                  </a:cubicBezTo>
                  <a:cubicBezTo>
                    <a:pt x="969" y="6464"/>
                    <a:pt x="1143" y="6400"/>
                    <a:pt x="1067" y="6375"/>
                  </a:cubicBezTo>
                  <a:cubicBezTo>
                    <a:pt x="1067" y="6375"/>
                    <a:pt x="1067" y="6242"/>
                    <a:pt x="1034" y="6041"/>
                  </a:cubicBezTo>
                  <a:cubicBezTo>
                    <a:pt x="1001" y="5841"/>
                    <a:pt x="934" y="5574"/>
                    <a:pt x="901" y="5241"/>
                  </a:cubicBezTo>
                  <a:cubicBezTo>
                    <a:pt x="834" y="4607"/>
                    <a:pt x="767" y="3840"/>
                    <a:pt x="734" y="3239"/>
                  </a:cubicBezTo>
                  <a:cubicBezTo>
                    <a:pt x="734" y="2672"/>
                    <a:pt x="701" y="1872"/>
                    <a:pt x="734" y="1238"/>
                  </a:cubicBezTo>
                  <a:cubicBezTo>
                    <a:pt x="734" y="904"/>
                    <a:pt x="767" y="671"/>
                    <a:pt x="834" y="437"/>
                  </a:cubicBezTo>
                  <a:cubicBezTo>
                    <a:pt x="867" y="237"/>
                    <a:pt x="867" y="104"/>
                    <a:pt x="867" y="104"/>
                  </a:cubicBezTo>
                  <a:cubicBezTo>
                    <a:pt x="867" y="79"/>
                    <a:pt x="687" y="0"/>
                    <a:pt x="5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3" name="Google Shape;863;p7"/>
            <p:cNvSpPr/>
            <p:nvPr/>
          </p:nvSpPr>
          <p:spPr>
            <a:xfrm rot="10800000">
              <a:off x="8580671" y="1417036"/>
              <a:ext cx="66156" cy="105425"/>
            </a:xfrm>
            <a:custGeom>
              <a:avLst/>
              <a:gdLst/>
              <a:ahLst/>
              <a:cxnLst/>
              <a:rect l="l" t="t" r="r" b="b"/>
              <a:pathLst>
                <a:path w="2736" h="4360" extrusionOk="0">
                  <a:moveTo>
                    <a:pt x="300" y="1"/>
                  </a:moveTo>
                  <a:cubicBezTo>
                    <a:pt x="193" y="1"/>
                    <a:pt x="0" y="65"/>
                    <a:pt x="0" y="90"/>
                  </a:cubicBezTo>
                  <a:cubicBezTo>
                    <a:pt x="0" y="90"/>
                    <a:pt x="34" y="190"/>
                    <a:pt x="34" y="357"/>
                  </a:cubicBezTo>
                  <a:cubicBezTo>
                    <a:pt x="34" y="524"/>
                    <a:pt x="67" y="724"/>
                    <a:pt x="100" y="991"/>
                  </a:cubicBezTo>
                  <a:cubicBezTo>
                    <a:pt x="201" y="1524"/>
                    <a:pt x="401" y="2091"/>
                    <a:pt x="668" y="2558"/>
                  </a:cubicBezTo>
                  <a:cubicBezTo>
                    <a:pt x="901" y="3025"/>
                    <a:pt x="1335" y="3526"/>
                    <a:pt x="1735" y="3859"/>
                  </a:cubicBezTo>
                  <a:cubicBezTo>
                    <a:pt x="1868" y="3926"/>
                    <a:pt x="1935" y="4026"/>
                    <a:pt x="2035" y="4059"/>
                  </a:cubicBezTo>
                  <a:cubicBezTo>
                    <a:pt x="2102" y="4160"/>
                    <a:pt x="2202" y="4193"/>
                    <a:pt x="2269" y="4226"/>
                  </a:cubicBezTo>
                  <a:cubicBezTo>
                    <a:pt x="2402" y="4326"/>
                    <a:pt x="2502" y="4360"/>
                    <a:pt x="2502" y="4360"/>
                  </a:cubicBezTo>
                  <a:cubicBezTo>
                    <a:pt x="2536" y="4360"/>
                    <a:pt x="2702" y="4059"/>
                    <a:pt x="2736" y="4059"/>
                  </a:cubicBezTo>
                  <a:cubicBezTo>
                    <a:pt x="2736" y="4059"/>
                    <a:pt x="2702" y="3959"/>
                    <a:pt x="2569" y="3893"/>
                  </a:cubicBezTo>
                  <a:cubicBezTo>
                    <a:pt x="2502" y="3859"/>
                    <a:pt x="2435" y="3826"/>
                    <a:pt x="2369" y="3726"/>
                  </a:cubicBezTo>
                  <a:cubicBezTo>
                    <a:pt x="2335" y="3626"/>
                    <a:pt x="2235" y="3559"/>
                    <a:pt x="2169" y="3492"/>
                  </a:cubicBezTo>
                  <a:cubicBezTo>
                    <a:pt x="1835" y="3125"/>
                    <a:pt x="1568" y="2592"/>
                    <a:pt x="1335" y="2225"/>
                  </a:cubicBezTo>
                  <a:cubicBezTo>
                    <a:pt x="1101" y="1825"/>
                    <a:pt x="834" y="1324"/>
                    <a:pt x="668" y="857"/>
                  </a:cubicBezTo>
                  <a:cubicBezTo>
                    <a:pt x="567" y="590"/>
                    <a:pt x="501" y="390"/>
                    <a:pt x="434" y="257"/>
                  </a:cubicBezTo>
                  <a:cubicBezTo>
                    <a:pt x="401" y="90"/>
                    <a:pt x="367" y="23"/>
                    <a:pt x="367" y="23"/>
                  </a:cubicBezTo>
                  <a:cubicBezTo>
                    <a:pt x="359" y="7"/>
                    <a:pt x="334" y="1"/>
                    <a:pt x="3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4" name="Google Shape;864;p7"/>
            <p:cNvSpPr/>
            <p:nvPr/>
          </p:nvSpPr>
          <p:spPr>
            <a:xfrm rot="10800000">
              <a:off x="8359666" y="1263711"/>
              <a:ext cx="165294" cy="100178"/>
            </a:xfrm>
            <a:custGeom>
              <a:avLst/>
              <a:gdLst/>
              <a:ahLst/>
              <a:cxnLst/>
              <a:rect l="l" t="t" r="r" b="b"/>
              <a:pathLst>
                <a:path w="6836" h="4143" extrusionOk="0">
                  <a:moveTo>
                    <a:pt x="188" y="1"/>
                  </a:moveTo>
                  <a:cubicBezTo>
                    <a:pt x="119" y="1"/>
                    <a:pt x="0" y="305"/>
                    <a:pt x="64" y="337"/>
                  </a:cubicBezTo>
                  <a:cubicBezTo>
                    <a:pt x="64" y="337"/>
                    <a:pt x="631" y="570"/>
                    <a:pt x="1298" y="904"/>
                  </a:cubicBezTo>
                  <a:cubicBezTo>
                    <a:pt x="1465" y="1004"/>
                    <a:pt x="1665" y="1104"/>
                    <a:pt x="1832" y="1171"/>
                  </a:cubicBezTo>
                  <a:cubicBezTo>
                    <a:pt x="1999" y="1304"/>
                    <a:pt x="2199" y="1371"/>
                    <a:pt x="2366" y="1504"/>
                  </a:cubicBezTo>
                  <a:cubicBezTo>
                    <a:pt x="2699" y="1704"/>
                    <a:pt x="3066" y="1938"/>
                    <a:pt x="3400" y="2071"/>
                  </a:cubicBezTo>
                  <a:cubicBezTo>
                    <a:pt x="3733" y="2238"/>
                    <a:pt x="4067" y="2505"/>
                    <a:pt x="4467" y="2705"/>
                  </a:cubicBezTo>
                  <a:cubicBezTo>
                    <a:pt x="4634" y="2839"/>
                    <a:pt x="4834" y="2905"/>
                    <a:pt x="5001" y="3039"/>
                  </a:cubicBezTo>
                  <a:cubicBezTo>
                    <a:pt x="5168" y="3139"/>
                    <a:pt x="5334" y="3239"/>
                    <a:pt x="5501" y="3372"/>
                  </a:cubicBezTo>
                  <a:cubicBezTo>
                    <a:pt x="6135" y="3806"/>
                    <a:pt x="6569" y="4140"/>
                    <a:pt x="6569" y="4140"/>
                  </a:cubicBezTo>
                  <a:cubicBezTo>
                    <a:pt x="6573" y="4142"/>
                    <a:pt x="6578" y="4143"/>
                    <a:pt x="6584" y="4143"/>
                  </a:cubicBezTo>
                  <a:cubicBezTo>
                    <a:pt x="6661" y="4143"/>
                    <a:pt x="6836" y="3935"/>
                    <a:pt x="6836" y="3873"/>
                  </a:cubicBezTo>
                  <a:cubicBezTo>
                    <a:pt x="6836" y="3873"/>
                    <a:pt x="6402" y="3472"/>
                    <a:pt x="5835" y="2972"/>
                  </a:cubicBezTo>
                  <a:cubicBezTo>
                    <a:pt x="5701" y="2839"/>
                    <a:pt x="5535" y="2672"/>
                    <a:pt x="5368" y="2538"/>
                  </a:cubicBezTo>
                  <a:cubicBezTo>
                    <a:pt x="5168" y="2405"/>
                    <a:pt x="5001" y="2305"/>
                    <a:pt x="4834" y="2171"/>
                  </a:cubicBezTo>
                  <a:cubicBezTo>
                    <a:pt x="4467" y="1938"/>
                    <a:pt x="4134" y="1671"/>
                    <a:pt x="3800" y="1471"/>
                  </a:cubicBezTo>
                  <a:cubicBezTo>
                    <a:pt x="3466" y="1304"/>
                    <a:pt x="3033" y="1137"/>
                    <a:pt x="2666" y="904"/>
                  </a:cubicBezTo>
                  <a:cubicBezTo>
                    <a:pt x="2466" y="804"/>
                    <a:pt x="2299" y="704"/>
                    <a:pt x="2065" y="637"/>
                  </a:cubicBezTo>
                  <a:cubicBezTo>
                    <a:pt x="1865" y="537"/>
                    <a:pt x="1665" y="504"/>
                    <a:pt x="1498" y="404"/>
                  </a:cubicBezTo>
                  <a:cubicBezTo>
                    <a:pt x="731" y="170"/>
                    <a:pt x="197" y="3"/>
                    <a:pt x="197" y="3"/>
                  </a:cubicBezTo>
                  <a:cubicBezTo>
                    <a:pt x="194" y="2"/>
                    <a:pt x="191" y="1"/>
                    <a:pt x="1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5" name="Google Shape;865;p7"/>
            <p:cNvSpPr/>
            <p:nvPr/>
          </p:nvSpPr>
          <p:spPr>
            <a:xfrm rot="10800000">
              <a:off x="8196741" y="1050999"/>
              <a:ext cx="87096" cy="131394"/>
            </a:xfrm>
            <a:custGeom>
              <a:avLst/>
              <a:gdLst/>
              <a:ahLst/>
              <a:cxnLst/>
              <a:rect l="l" t="t" r="r" b="b"/>
              <a:pathLst>
                <a:path w="3602" h="5434" extrusionOk="0">
                  <a:moveTo>
                    <a:pt x="226" y="0"/>
                  </a:moveTo>
                  <a:cubicBezTo>
                    <a:pt x="179" y="0"/>
                    <a:pt x="1" y="271"/>
                    <a:pt x="32" y="303"/>
                  </a:cubicBezTo>
                  <a:cubicBezTo>
                    <a:pt x="32" y="303"/>
                    <a:pt x="166" y="370"/>
                    <a:pt x="266" y="503"/>
                  </a:cubicBezTo>
                  <a:cubicBezTo>
                    <a:pt x="433" y="636"/>
                    <a:pt x="666" y="803"/>
                    <a:pt x="866" y="1037"/>
                  </a:cubicBezTo>
                  <a:cubicBezTo>
                    <a:pt x="1267" y="1504"/>
                    <a:pt x="1734" y="2104"/>
                    <a:pt x="2067" y="2604"/>
                  </a:cubicBezTo>
                  <a:cubicBezTo>
                    <a:pt x="2367" y="3105"/>
                    <a:pt x="2768" y="3772"/>
                    <a:pt x="2935" y="4339"/>
                  </a:cubicBezTo>
                  <a:cubicBezTo>
                    <a:pt x="3035" y="4639"/>
                    <a:pt x="3101" y="4873"/>
                    <a:pt x="3168" y="5106"/>
                  </a:cubicBezTo>
                  <a:cubicBezTo>
                    <a:pt x="3201" y="5273"/>
                    <a:pt x="3235" y="5373"/>
                    <a:pt x="3235" y="5373"/>
                  </a:cubicBezTo>
                  <a:cubicBezTo>
                    <a:pt x="3249" y="5415"/>
                    <a:pt x="3309" y="5434"/>
                    <a:pt x="3378" y="5434"/>
                  </a:cubicBezTo>
                  <a:cubicBezTo>
                    <a:pt x="3473" y="5434"/>
                    <a:pt x="3582" y="5398"/>
                    <a:pt x="3602" y="5340"/>
                  </a:cubicBezTo>
                  <a:cubicBezTo>
                    <a:pt x="3602" y="5340"/>
                    <a:pt x="3568" y="5206"/>
                    <a:pt x="3568" y="5006"/>
                  </a:cubicBezTo>
                  <a:cubicBezTo>
                    <a:pt x="3568" y="4806"/>
                    <a:pt x="3535" y="4506"/>
                    <a:pt x="3435" y="4172"/>
                  </a:cubicBezTo>
                  <a:cubicBezTo>
                    <a:pt x="3368" y="3505"/>
                    <a:pt x="3001" y="2705"/>
                    <a:pt x="2668" y="2171"/>
                  </a:cubicBezTo>
                  <a:cubicBezTo>
                    <a:pt x="2267" y="1637"/>
                    <a:pt x="1734" y="1003"/>
                    <a:pt x="1200" y="636"/>
                  </a:cubicBezTo>
                  <a:cubicBezTo>
                    <a:pt x="933" y="436"/>
                    <a:pt x="700" y="303"/>
                    <a:pt x="533" y="169"/>
                  </a:cubicBezTo>
                  <a:cubicBezTo>
                    <a:pt x="333" y="103"/>
                    <a:pt x="233" y="3"/>
                    <a:pt x="233" y="3"/>
                  </a:cubicBezTo>
                  <a:cubicBezTo>
                    <a:pt x="231" y="1"/>
                    <a:pt x="229"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6" name="Google Shape;866;p7"/>
            <p:cNvSpPr/>
            <p:nvPr/>
          </p:nvSpPr>
          <p:spPr>
            <a:xfrm rot="10800000">
              <a:off x="8161245" y="670938"/>
              <a:ext cx="68574" cy="104699"/>
            </a:xfrm>
            <a:custGeom>
              <a:avLst/>
              <a:gdLst/>
              <a:ahLst/>
              <a:cxnLst/>
              <a:rect l="l" t="t" r="r" b="b"/>
              <a:pathLst>
                <a:path w="2836" h="4330" extrusionOk="0">
                  <a:moveTo>
                    <a:pt x="2619" y="1"/>
                  </a:moveTo>
                  <a:cubicBezTo>
                    <a:pt x="2527" y="1"/>
                    <a:pt x="2435" y="9"/>
                    <a:pt x="2435" y="26"/>
                  </a:cubicBezTo>
                  <a:cubicBezTo>
                    <a:pt x="2435" y="26"/>
                    <a:pt x="2435" y="126"/>
                    <a:pt x="2368" y="293"/>
                  </a:cubicBezTo>
                  <a:cubicBezTo>
                    <a:pt x="2335" y="393"/>
                    <a:pt x="2335" y="626"/>
                    <a:pt x="2268" y="860"/>
                  </a:cubicBezTo>
                  <a:cubicBezTo>
                    <a:pt x="2135" y="1360"/>
                    <a:pt x="1868" y="1894"/>
                    <a:pt x="1668" y="2294"/>
                  </a:cubicBezTo>
                  <a:cubicBezTo>
                    <a:pt x="1434" y="2661"/>
                    <a:pt x="1101" y="3162"/>
                    <a:pt x="701" y="3462"/>
                  </a:cubicBezTo>
                  <a:cubicBezTo>
                    <a:pt x="534" y="3629"/>
                    <a:pt x="367" y="3729"/>
                    <a:pt x="267" y="3829"/>
                  </a:cubicBezTo>
                  <a:cubicBezTo>
                    <a:pt x="133" y="3929"/>
                    <a:pt x="33" y="3996"/>
                    <a:pt x="33" y="3996"/>
                  </a:cubicBezTo>
                  <a:cubicBezTo>
                    <a:pt x="0" y="4029"/>
                    <a:pt x="133" y="4329"/>
                    <a:pt x="200" y="4329"/>
                  </a:cubicBezTo>
                  <a:lnTo>
                    <a:pt x="467" y="4196"/>
                  </a:lnTo>
                  <a:cubicBezTo>
                    <a:pt x="600" y="4129"/>
                    <a:pt x="834" y="4029"/>
                    <a:pt x="1034" y="3862"/>
                  </a:cubicBezTo>
                  <a:cubicBezTo>
                    <a:pt x="1534" y="3562"/>
                    <a:pt x="2001" y="3062"/>
                    <a:pt x="2302" y="2628"/>
                  </a:cubicBezTo>
                  <a:cubicBezTo>
                    <a:pt x="2602" y="2161"/>
                    <a:pt x="2802" y="1494"/>
                    <a:pt x="2802" y="960"/>
                  </a:cubicBezTo>
                  <a:cubicBezTo>
                    <a:pt x="2835" y="693"/>
                    <a:pt x="2802" y="460"/>
                    <a:pt x="2802" y="293"/>
                  </a:cubicBezTo>
                  <a:lnTo>
                    <a:pt x="2802" y="26"/>
                  </a:lnTo>
                  <a:cubicBezTo>
                    <a:pt x="2802" y="9"/>
                    <a:pt x="2710" y="1"/>
                    <a:pt x="26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7" name="Google Shape;867;p7"/>
            <p:cNvSpPr/>
            <p:nvPr/>
          </p:nvSpPr>
          <p:spPr>
            <a:xfrm rot="10800000">
              <a:off x="8283088" y="585389"/>
              <a:ext cx="100758" cy="65504"/>
            </a:xfrm>
            <a:custGeom>
              <a:avLst/>
              <a:gdLst/>
              <a:ahLst/>
              <a:cxnLst/>
              <a:rect l="l" t="t" r="r" b="b"/>
              <a:pathLst>
                <a:path w="4167" h="2709" extrusionOk="0">
                  <a:moveTo>
                    <a:pt x="3878" y="1"/>
                  </a:moveTo>
                  <a:cubicBezTo>
                    <a:pt x="3874" y="1"/>
                    <a:pt x="3870" y="2"/>
                    <a:pt x="3868" y="4"/>
                  </a:cubicBezTo>
                  <a:cubicBezTo>
                    <a:pt x="3868" y="4"/>
                    <a:pt x="3568" y="204"/>
                    <a:pt x="3201" y="471"/>
                  </a:cubicBezTo>
                  <a:cubicBezTo>
                    <a:pt x="3134" y="538"/>
                    <a:pt x="3001" y="571"/>
                    <a:pt x="2901" y="671"/>
                  </a:cubicBezTo>
                  <a:cubicBezTo>
                    <a:pt x="2801" y="738"/>
                    <a:pt x="2701" y="805"/>
                    <a:pt x="2567" y="871"/>
                  </a:cubicBezTo>
                  <a:cubicBezTo>
                    <a:pt x="2367" y="1005"/>
                    <a:pt x="2167" y="1138"/>
                    <a:pt x="2000" y="1238"/>
                  </a:cubicBezTo>
                  <a:lnTo>
                    <a:pt x="1366" y="1639"/>
                  </a:lnTo>
                  <a:lnTo>
                    <a:pt x="733" y="2005"/>
                  </a:lnTo>
                  <a:cubicBezTo>
                    <a:pt x="332" y="2239"/>
                    <a:pt x="32" y="2406"/>
                    <a:pt x="32" y="2406"/>
                  </a:cubicBezTo>
                  <a:cubicBezTo>
                    <a:pt x="1" y="2469"/>
                    <a:pt x="117" y="2709"/>
                    <a:pt x="214" y="2709"/>
                  </a:cubicBezTo>
                  <a:cubicBezTo>
                    <a:pt x="221" y="2709"/>
                    <a:pt x="226" y="2708"/>
                    <a:pt x="232" y="2706"/>
                  </a:cubicBezTo>
                  <a:cubicBezTo>
                    <a:pt x="232" y="2706"/>
                    <a:pt x="566" y="2639"/>
                    <a:pt x="1033" y="2472"/>
                  </a:cubicBezTo>
                  <a:cubicBezTo>
                    <a:pt x="1300" y="2372"/>
                    <a:pt x="1500" y="2306"/>
                    <a:pt x="1733" y="2172"/>
                  </a:cubicBezTo>
                  <a:cubicBezTo>
                    <a:pt x="2000" y="2072"/>
                    <a:pt x="2200" y="1972"/>
                    <a:pt x="2401" y="1839"/>
                  </a:cubicBezTo>
                  <a:cubicBezTo>
                    <a:pt x="2634" y="1705"/>
                    <a:pt x="2834" y="1538"/>
                    <a:pt x="3034" y="1372"/>
                  </a:cubicBezTo>
                  <a:cubicBezTo>
                    <a:pt x="3134" y="1305"/>
                    <a:pt x="3234" y="1205"/>
                    <a:pt x="3335" y="1138"/>
                  </a:cubicBezTo>
                  <a:lnTo>
                    <a:pt x="3568" y="871"/>
                  </a:lnTo>
                  <a:cubicBezTo>
                    <a:pt x="3868" y="504"/>
                    <a:pt x="4135" y="238"/>
                    <a:pt x="4135" y="238"/>
                  </a:cubicBezTo>
                  <a:cubicBezTo>
                    <a:pt x="4166" y="206"/>
                    <a:pt x="3936" y="1"/>
                    <a:pt x="3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8" name="Google Shape;868;p7"/>
            <p:cNvSpPr/>
            <p:nvPr/>
          </p:nvSpPr>
          <p:spPr>
            <a:xfrm rot="10800000">
              <a:off x="8456459" y="504725"/>
              <a:ext cx="109705" cy="47683"/>
            </a:xfrm>
            <a:custGeom>
              <a:avLst/>
              <a:gdLst/>
              <a:ahLst/>
              <a:cxnLst/>
              <a:rect l="l" t="t" r="r" b="b"/>
              <a:pathLst>
                <a:path w="4537" h="1972" extrusionOk="0">
                  <a:moveTo>
                    <a:pt x="3603" y="1"/>
                  </a:moveTo>
                  <a:cubicBezTo>
                    <a:pt x="3102" y="1"/>
                    <a:pt x="2502" y="134"/>
                    <a:pt x="2035" y="301"/>
                  </a:cubicBezTo>
                  <a:cubicBezTo>
                    <a:pt x="1568" y="501"/>
                    <a:pt x="1001" y="801"/>
                    <a:pt x="601" y="1135"/>
                  </a:cubicBezTo>
                  <a:cubicBezTo>
                    <a:pt x="400" y="1268"/>
                    <a:pt x="267" y="1435"/>
                    <a:pt x="167" y="1568"/>
                  </a:cubicBezTo>
                  <a:lnTo>
                    <a:pt x="0" y="1735"/>
                  </a:lnTo>
                  <a:cubicBezTo>
                    <a:pt x="0" y="1766"/>
                    <a:pt x="175" y="1972"/>
                    <a:pt x="198" y="1972"/>
                  </a:cubicBezTo>
                  <a:cubicBezTo>
                    <a:pt x="199" y="1972"/>
                    <a:pt x="200" y="1971"/>
                    <a:pt x="200" y="1969"/>
                  </a:cubicBezTo>
                  <a:cubicBezTo>
                    <a:pt x="200" y="1969"/>
                    <a:pt x="267" y="1935"/>
                    <a:pt x="400" y="1835"/>
                  </a:cubicBezTo>
                  <a:cubicBezTo>
                    <a:pt x="534" y="1769"/>
                    <a:pt x="701" y="1668"/>
                    <a:pt x="901" y="1568"/>
                  </a:cubicBezTo>
                  <a:cubicBezTo>
                    <a:pt x="1268" y="1302"/>
                    <a:pt x="1835" y="1135"/>
                    <a:pt x="2235" y="968"/>
                  </a:cubicBezTo>
                  <a:cubicBezTo>
                    <a:pt x="2669" y="835"/>
                    <a:pt x="3202" y="634"/>
                    <a:pt x="3669" y="568"/>
                  </a:cubicBezTo>
                  <a:cubicBezTo>
                    <a:pt x="3903" y="468"/>
                    <a:pt x="4070" y="468"/>
                    <a:pt x="4236" y="434"/>
                  </a:cubicBezTo>
                  <a:cubicBezTo>
                    <a:pt x="4403" y="401"/>
                    <a:pt x="4503" y="401"/>
                    <a:pt x="4503" y="401"/>
                  </a:cubicBezTo>
                  <a:cubicBezTo>
                    <a:pt x="4537" y="401"/>
                    <a:pt x="4537" y="1"/>
                    <a:pt x="45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9" name="Google Shape;869;p7"/>
            <p:cNvSpPr/>
            <p:nvPr/>
          </p:nvSpPr>
          <p:spPr>
            <a:xfrm rot="10800000">
              <a:off x="8602433" y="385106"/>
              <a:ext cx="66979" cy="110889"/>
            </a:xfrm>
            <a:custGeom>
              <a:avLst/>
              <a:gdLst/>
              <a:ahLst/>
              <a:cxnLst/>
              <a:rect l="l" t="t" r="r" b="b"/>
              <a:pathLst>
                <a:path w="2770" h="4586" extrusionOk="0">
                  <a:moveTo>
                    <a:pt x="2509" y="0"/>
                  </a:moveTo>
                  <a:cubicBezTo>
                    <a:pt x="2506" y="0"/>
                    <a:pt x="2504" y="1"/>
                    <a:pt x="2502" y="3"/>
                  </a:cubicBezTo>
                  <a:cubicBezTo>
                    <a:pt x="2502" y="3"/>
                    <a:pt x="2435" y="103"/>
                    <a:pt x="2302" y="169"/>
                  </a:cubicBezTo>
                  <a:cubicBezTo>
                    <a:pt x="2169" y="269"/>
                    <a:pt x="2002" y="403"/>
                    <a:pt x="1802" y="603"/>
                  </a:cubicBezTo>
                  <a:cubicBezTo>
                    <a:pt x="1368" y="937"/>
                    <a:pt x="968" y="1470"/>
                    <a:pt x="701" y="1937"/>
                  </a:cubicBezTo>
                  <a:cubicBezTo>
                    <a:pt x="467" y="2371"/>
                    <a:pt x="201" y="3005"/>
                    <a:pt x="134" y="3572"/>
                  </a:cubicBezTo>
                  <a:cubicBezTo>
                    <a:pt x="100" y="3805"/>
                    <a:pt x="34" y="4072"/>
                    <a:pt x="34" y="4239"/>
                  </a:cubicBezTo>
                  <a:cubicBezTo>
                    <a:pt x="0" y="4406"/>
                    <a:pt x="0" y="4472"/>
                    <a:pt x="0" y="4472"/>
                  </a:cubicBezTo>
                  <a:cubicBezTo>
                    <a:pt x="25" y="4548"/>
                    <a:pt x="201" y="4585"/>
                    <a:pt x="301" y="4585"/>
                  </a:cubicBezTo>
                  <a:cubicBezTo>
                    <a:pt x="334" y="4585"/>
                    <a:pt x="359" y="4581"/>
                    <a:pt x="367" y="4573"/>
                  </a:cubicBezTo>
                  <a:cubicBezTo>
                    <a:pt x="367" y="4573"/>
                    <a:pt x="434" y="4472"/>
                    <a:pt x="467" y="4306"/>
                  </a:cubicBezTo>
                  <a:cubicBezTo>
                    <a:pt x="501" y="4172"/>
                    <a:pt x="601" y="3972"/>
                    <a:pt x="668" y="3739"/>
                  </a:cubicBezTo>
                  <a:cubicBezTo>
                    <a:pt x="834" y="3272"/>
                    <a:pt x="1135" y="2738"/>
                    <a:pt x="1335" y="2304"/>
                  </a:cubicBezTo>
                  <a:cubicBezTo>
                    <a:pt x="1535" y="1904"/>
                    <a:pt x="1835" y="1337"/>
                    <a:pt x="2169" y="970"/>
                  </a:cubicBezTo>
                  <a:cubicBezTo>
                    <a:pt x="2335" y="803"/>
                    <a:pt x="2469" y="636"/>
                    <a:pt x="2602" y="503"/>
                  </a:cubicBezTo>
                  <a:cubicBezTo>
                    <a:pt x="2669" y="403"/>
                    <a:pt x="2769" y="303"/>
                    <a:pt x="2769" y="303"/>
                  </a:cubicBezTo>
                  <a:cubicBezTo>
                    <a:pt x="2769" y="271"/>
                    <a:pt x="2559" y="0"/>
                    <a:pt x="25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0" name="Google Shape;870;p7"/>
            <p:cNvSpPr/>
            <p:nvPr/>
          </p:nvSpPr>
          <p:spPr>
            <a:xfrm rot="10800000">
              <a:off x="8633891" y="228130"/>
              <a:ext cx="36318" cy="90965"/>
            </a:xfrm>
            <a:custGeom>
              <a:avLst/>
              <a:gdLst/>
              <a:ahLst/>
              <a:cxnLst/>
              <a:rect l="l" t="t" r="r" b="b"/>
              <a:pathLst>
                <a:path w="1502" h="3762" extrusionOk="0">
                  <a:moveTo>
                    <a:pt x="267" y="0"/>
                  </a:moveTo>
                  <a:cubicBezTo>
                    <a:pt x="167" y="0"/>
                    <a:pt x="67" y="9"/>
                    <a:pt x="67" y="25"/>
                  </a:cubicBezTo>
                  <a:cubicBezTo>
                    <a:pt x="67" y="25"/>
                    <a:pt x="33" y="125"/>
                    <a:pt x="33" y="259"/>
                  </a:cubicBezTo>
                  <a:cubicBezTo>
                    <a:pt x="33" y="359"/>
                    <a:pt x="0" y="526"/>
                    <a:pt x="0" y="759"/>
                  </a:cubicBezTo>
                  <a:cubicBezTo>
                    <a:pt x="0" y="1159"/>
                    <a:pt x="33" y="1660"/>
                    <a:pt x="133" y="2027"/>
                  </a:cubicBezTo>
                  <a:cubicBezTo>
                    <a:pt x="167" y="2260"/>
                    <a:pt x="234" y="2460"/>
                    <a:pt x="334" y="2660"/>
                  </a:cubicBezTo>
                  <a:cubicBezTo>
                    <a:pt x="467" y="2861"/>
                    <a:pt x="567" y="3094"/>
                    <a:pt x="701" y="3261"/>
                  </a:cubicBezTo>
                  <a:cubicBezTo>
                    <a:pt x="734" y="3328"/>
                    <a:pt x="834" y="3361"/>
                    <a:pt x="867" y="3461"/>
                  </a:cubicBezTo>
                  <a:cubicBezTo>
                    <a:pt x="901" y="3528"/>
                    <a:pt x="1001" y="3594"/>
                    <a:pt x="1034" y="3628"/>
                  </a:cubicBezTo>
                  <a:cubicBezTo>
                    <a:pt x="1168" y="3694"/>
                    <a:pt x="1201" y="3761"/>
                    <a:pt x="1201" y="3761"/>
                  </a:cubicBezTo>
                  <a:cubicBezTo>
                    <a:pt x="1234" y="3761"/>
                    <a:pt x="1468" y="3528"/>
                    <a:pt x="1501" y="3494"/>
                  </a:cubicBezTo>
                  <a:lnTo>
                    <a:pt x="1401" y="3328"/>
                  </a:lnTo>
                  <a:cubicBezTo>
                    <a:pt x="1368" y="3294"/>
                    <a:pt x="1334" y="3261"/>
                    <a:pt x="1301" y="3161"/>
                  </a:cubicBezTo>
                  <a:cubicBezTo>
                    <a:pt x="1301" y="3127"/>
                    <a:pt x="1234" y="3027"/>
                    <a:pt x="1201" y="2961"/>
                  </a:cubicBezTo>
                  <a:cubicBezTo>
                    <a:pt x="1134" y="2794"/>
                    <a:pt x="1067" y="2594"/>
                    <a:pt x="1001" y="2427"/>
                  </a:cubicBezTo>
                  <a:cubicBezTo>
                    <a:pt x="901" y="2260"/>
                    <a:pt x="867" y="2027"/>
                    <a:pt x="834" y="1860"/>
                  </a:cubicBezTo>
                  <a:cubicBezTo>
                    <a:pt x="734" y="1493"/>
                    <a:pt x="667" y="1093"/>
                    <a:pt x="567" y="692"/>
                  </a:cubicBezTo>
                  <a:cubicBezTo>
                    <a:pt x="534" y="526"/>
                    <a:pt x="500" y="359"/>
                    <a:pt x="500" y="259"/>
                  </a:cubicBezTo>
                  <a:cubicBezTo>
                    <a:pt x="467" y="125"/>
                    <a:pt x="467" y="25"/>
                    <a:pt x="467" y="25"/>
                  </a:cubicBezTo>
                  <a:cubicBezTo>
                    <a:pt x="467" y="9"/>
                    <a:pt x="367"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1" name="Google Shape;871;p7"/>
            <p:cNvSpPr/>
            <p:nvPr/>
          </p:nvSpPr>
          <p:spPr>
            <a:xfrm rot="10800000">
              <a:off x="8468549" y="125703"/>
              <a:ext cx="126558" cy="61393"/>
            </a:xfrm>
            <a:custGeom>
              <a:avLst/>
              <a:gdLst/>
              <a:ahLst/>
              <a:cxnLst/>
              <a:rect l="l" t="t" r="r" b="b"/>
              <a:pathLst>
                <a:path w="5234" h="2539" extrusionOk="0">
                  <a:moveTo>
                    <a:pt x="283" y="1"/>
                  </a:moveTo>
                  <a:cubicBezTo>
                    <a:pt x="203" y="1"/>
                    <a:pt x="0" y="241"/>
                    <a:pt x="63" y="304"/>
                  </a:cubicBezTo>
                  <a:lnTo>
                    <a:pt x="263" y="504"/>
                  </a:lnTo>
                  <a:cubicBezTo>
                    <a:pt x="397" y="637"/>
                    <a:pt x="597" y="804"/>
                    <a:pt x="797" y="971"/>
                  </a:cubicBezTo>
                  <a:cubicBezTo>
                    <a:pt x="1230" y="1338"/>
                    <a:pt x="1831" y="1671"/>
                    <a:pt x="2331" y="1905"/>
                  </a:cubicBezTo>
                  <a:cubicBezTo>
                    <a:pt x="2832" y="2138"/>
                    <a:pt x="3565" y="2338"/>
                    <a:pt x="4099" y="2405"/>
                  </a:cubicBezTo>
                  <a:cubicBezTo>
                    <a:pt x="4399" y="2472"/>
                    <a:pt x="4633" y="2505"/>
                    <a:pt x="4800" y="2505"/>
                  </a:cubicBezTo>
                  <a:cubicBezTo>
                    <a:pt x="4966" y="2539"/>
                    <a:pt x="5100" y="2539"/>
                    <a:pt x="5100" y="2539"/>
                  </a:cubicBezTo>
                  <a:cubicBezTo>
                    <a:pt x="5200" y="2505"/>
                    <a:pt x="5233" y="2205"/>
                    <a:pt x="5133" y="2138"/>
                  </a:cubicBezTo>
                  <a:cubicBezTo>
                    <a:pt x="5133" y="2138"/>
                    <a:pt x="5067" y="2072"/>
                    <a:pt x="4900" y="2038"/>
                  </a:cubicBezTo>
                  <a:lnTo>
                    <a:pt x="4266" y="1838"/>
                  </a:lnTo>
                  <a:cubicBezTo>
                    <a:pt x="3766" y="1705"/>
                    <a:pt x="3132" y="1404"/>
                    <a:pt x="2665" y="1204"/>
                  </a:cubicBezTo>
                  <a:cubicBezTo>
                    <a:pt x="2231" y="1004"/>
                    <a:pt x="1597" y="737"/>
                    <a:pt x="1130" y="470"/>
                  </a:cubicBezTo>
                  <a:cubicBezTo>
                    <a:pt x="897" y="337"/>
                    <a:pt x="663" y="204"/>
                    <a:pt x="563" y="137"/>
                  </a:cubicBezTo>
                  <a:lnTo>
                    <a:pt x="296" y="3"/>
                  </a:lnTo>
                  <a:cubicBezTo>
                    <a:pt x="293" y="1"/>
                    <a:pt x="288" y="1"/>
                    <a:pt x="2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2" name="Google Shape;872;p7"/>
            <p:cNvSpPr/>
            <p:nvPr/>
          </p:nvSpPr>
          <p:spPr>
            <a:xfrm rot="10800000">
              <a:off x="8352460" y="94172"/>
              <a:ext cx="83058" cy="36391"/>
            </a:xfrm>
            <a:custGeom>
              <a:avLst/>
              <a:gdLst/>
              <a:ahLst/>
              <a:cxnLst/>
              <a:rect l="l" t="t" r="r" b="b"/>
              <a:pathLst>
                <a:path w="3435" h="1505" extrusionOk="0">
                  <a:moveTo>
                    <a:pt x="668" y="0"/>
                  </a:moveTo>
                  <a:cubicBezTo>
                    <a:pt x="501" y="0"/>
                    <a:pt x="335" y="34"/>
                    <a:pt x="201" y="34"/>
                  </a:cubicBezTo>
                  <a:cubicBezTo>
                    <a:pt x="134" y="67"/>
                    <a:pt x="34" y="67"/>
                    <a:pt x="34" y="67"/>
                  </a:cubicBezTo>
                  <a:cubicBezTo>
                    <a:pt x="1" y="67"/>
                    <a:pt x="1" y="467"/>
                    <a:pt x="34" y="467"/>
                  </a:cubicBezTo>
                  <a:cubicBezTo>
                    <a:pt x="34" y="467"/>
                    <a:pt x="68" y="501"/>
                    <a:pt x="201" y="501"/>
                  </a:cubicBezTo>
                  <a:cubicBezTo>
                    <a:pt x="301" y="501"/>
                    <a:pt x="468" y="534"/>
                    <a:pt x="635" y="567"/>
                  </a:cubicBezTo>
                  <a:cubicBezTo>
                    <a:pt x="968" y="668"/>
                    <a:pt x="1369" y="801"/>
                    <a:pt x="1669" y="868"/>
                  </a:cubicBezTo>
                  <a:cubicBezTo>
                    <a:pt x="1969" y="968"/>
                    <a:pt x="2369" y="1034"/>
                    <a:pt x="2670" y="1201"/>
                  </a:cubicBezTo>
                  <a:cubicBezTo>
                    <a:pt x="2836" y="1301"/>
                    <a:pt x="2970" y="1368"/>
                    <a:pt x="3036" y="1401"/>
                  </a:cubicBezTo>
                  <a:cubicBezTo>
                    <a:pt x="3137" y="1435"/>
                    <a:pt x="3170" y="1501"/>
                    <a:pt x="3170" y="1501"/>
                  </a:cubicBezTo>
                  <a:cubicBezTo>
                    <a:pt x="3172" y="1504"/>
                    <a:pt x="3175" y="1505"/>
                    <a:pt x="3179" y="1505"/>
                  </a:cubicBezTo>
                  <a:cubicBezTo>
                    <a:pt x="3233" y="1505"/>
                    <a:pt x="3435" y="1293"/>
                    <a:pt x="3403" y="1168"/>
                  </a:cubicBezTo>
                  <a:lnTo>
                    <a:pt x="3303" y="1034"/>
                  </a:lnTo>
                  <a:cubicBezTo>
                    <a:pt x="3237" y="968"/>
                    <a:pt x="3137" y="834"/>
                    <a:pt x="2970" y="701"/>
                  </a:cubicBezTo>
                  <a:cubicBezTo>
                    <a:pt x="2670" y="467"/>
                    <a:pt x="2203" y="234"/>
                    <a:pt x="1869" y="134"/>
                  </a:cubicBezTo>
                  <a:cubicBezTo>
                    <a:pt x="1502" y="34"/>
                    <a:pt x="1035" y="0"/>
                    <a:pt x="6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3" name="Google Shape;873;p7"/>
            <p:cNvSpPr/>
            <p:nvPr/>
          </p:nvSpPr>
          <p:spPr>
            <a:xfrm rot="10800000">
              <a:off x="8238669" y="-129"/>
              <a:ext cx="65359" cy="59168"/>
            </a:xfrm>
            <a:custGeom>
              <a:avLst/>
              <a:gdLst/>
              <a:ahLst/>
              <a:cxnLst/>
              <a:rect l="l" t="t" r="r" b="b"/>
              <a:pathLst>
                <a:path w="2703" h="2447" extrusionOk="0">
                  <a:moveTo>
                    <a:pt x="226" y="1"/>
                  </a:moveTo>
                  <a:cubicBezTo>
                    <a:pt x="185" y="1"/>
                    <a:pt x="0" y="215"/>
                    <a:pt x="0" y="245"/>
                  </a:cubicBezTo>
                  <a:cubicBezTo>
                    <a:pt x="0" y="245"/>
                    <a:pt x="567" y="1079"/>
                    <a:pt x="1068" y="1546"/>
                  </a:cubicBezTo>
                  <a:cubicBezTo>
                    <a:pt x="1334" y="1746"/>
                    <a:pt x="1668" y="2013"/>
                    <a:pt x="1935" y="2179"/>
                  </a:cubicBezTo>
                  <a:cubicBezTo>
                    <a:pt x="2235" y="2346"/>
                    <a:pt x="2502" y="2446"/>
                    <a:pt x="2502" y="2446"/>
                  </a:cubicBezTo>
                  <a:cubicBezTo>
                    <a:pt x="2535" y="2446"/>
                    <a:pt x="2702" y="2213"/>
                    <a:pt x="2702" y="2179"/>
                  </a:cubicBezTo>
                  <a:cubicBezTo>
                    <a:pt x="2702" y="2179"/>
                    <a:pt x="2502" y="2013"/>
                    <a:pt x="2268" y="1746"/>
                  </a:cubicBezTo>
                  <a:cubicBezTo>
                    <a:pt x="2035" y="1479"/>
                    <a:pt x="1768" y="1212"/>
                    <a:pt x="1535" y="979"/>
                  </a:cubicBezTo>
                  <a:cubicBezTo>
                    <a:pt x="1068" y="578"/>
                    <a:pt x="234" y="11"/>
                    <a:pt x="234" y="11"/>
                  </a:cubicBezTo>
                  <a:cubicBezTo>
                    <a:pt x="234" y="4"/>
                    <a:pt x="231" y="1"/>
                    <a:pt x="2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4" name="Google Shape;874;p7"/>
            <p:cNvSpPr/>
            <p:nvPr/>
          </p:nvSpPr>
          <p:spPr>
            <a:xfrm rot="-8292313">
              <a:off x="8546146" y="1678564"/>
              <a:ext cx="292139" cy="292139"/>
            </a:xfrm>
            <a:prstGeom prst="mathPlus">
              <a:avLst>
                <a:gd name="adj1" fmla="val 18896"/>
              </a:avLst>
            </a:prstGeom>
            <a:solidFill>
              <a:srgbClr val="CC4125"/>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875" name="Shape 875"/>
        <p:cNvGrpSpPr/>
        <p:nvPr/>
      </p:nvGrpSpPr>
      <p:grpSpPr>
        <a:xfrm>
          <a:off x="0" y="0"/>
          <a:ext cx="0" cy="0"/>
          <a:chOff x="0" y="0"/>
          <a:chExt cx="0" cy="0"/>
        </a:xfrm>
      </p:grpSpPr>
      <p:pic>
        <p:nvPicPr>
          <p:cNvPr id="876" name="Google Shape;876;p8"/>
          <p:cNvPicPr preferRelativeResize="0"/>
          <p:nvPr/>
        </p:nvPicPr>
        <p:blipFill rotWithShape="1">
          <a:blip r:embed="rId2"/>
          <a:srcRect b="15598"/>
          <a:stretch>
            <a:fillRect/>
          </a:stretch>
        </p:blipFill>
        <p:spPr>
          <a:xfrm>
            <a:off x="0" y="0"/>
            <a:ext cx="9144003" cy="5143501"/>
          </a:xfrm>
          <a:prstGeom prst="rect">
            <a:avLst/>
          </a:prstGeom>
          <a:noFill/>
          <a:ln>
            <a:noFill/>
          </a:ln>
        </p:spPr>
      </p:pic>
      <p:sp>
        <p:nvSpPr>
          <p:cNvPr id="877" name="Google Shape;877;p8"/>
          <p:cNvSpPr txBox="1"/>
          <p:nvPr>
            <p:ph type="title"/>
          </p:nvPr>
        </p:nvSpPr>
        <p:spPr>
          <a:xfrm>
            <a:off x="1556975" y="1432950"/>
            <a:ext cx="4169400" cy="2529300"/>
          </a:xfrm>
          <a:prstGeom prst="rect">
            <a:avLst/>
          </a:prstGeom>
        </p:spPr>
        <p:txBody>
          <a:bodyPr spcFirstLastPara="1" wrap="square" lIns="91425" tIns="91425" rIns="91425" bIns="91425" anchor="ctr" anchorCtr="0">
            <a:noAutofit/>
          </a:bodyPr>
          <a:lstStyle>
            <a:lvl1pPr lvl="0" algn="ctr">
              <a:spcBef>
                <a:spcPts val="0"/>
              </a:spcBef>
              <a:spcAft>
                <a:spcPts val="0"/>
              </a:spcAft>
              <a:buSzPts val="4800"/>
              <a:buNone/>
              <a:defRPr sz="6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grpSp>
        <p:nvGrpSpPr>
          <p:cNvPr id="878" name="Google Shape;878;p8"/>
          <p:cNvGrpSpPr/>
          <p:nvPr/>
        </p:nvGrpSpPr>
        <p:grpSpPr>
          <a:xfrm flipH="1">
            <a:off x="7071070" y="-129"/>
            <a:ext cx="2072927" cy="5143763"/>
            <a:chOff x="1103450" y="145350"/>
            <a:chExt cx="2143225" cy="5318200"/>
          </a:xfrm>
        </p:grpSpPr>
        <p:sp>
          <p:nvSpPr>
            <p:cNvPr id="879" name="Google Shape;879;p8"/>
            <p:cNvSpPr/>
            <p:nvPr/>
          </p:nvSpPr>
          <p:spPr>
            <a:xfrm>
              <a:off x="1752250" y="3492600"/>
              <a:ext cx="42450" cy="79600"/>
            </a:xfrm>
            <a:custGeom>
              <a:avLst/>
              <a:gdLst/>
              <a:ahLst/>
              <a:cxnLst/>
              <a:rect l="l" t="t" r="r" b="b"/>
              <a:pathLst>
                <a:path w="1698" h="3184" extrusionOk="0">
                  <a:moveTo>
                    <a:pt x="1396" y="1"/>
                  </a:moveTo>
                  <a:cubicBezTo>
                    <a:pt x="1383" y="1"/>
                    <a:pt x="1373" y="5"/>
                    <a:pt x="1368" y="14"/>
                  </a:cubicBezTo>
                  <a:cubicBezTo>
                    <a:pt x="1368" y="14"/>
                    <a:pt x="1202" y="214"/>
                    <a:pt x="1001" y="448"/>
                  </a:cubicBezTo>
                  <a:cubicBezTo>
                    <a:pt x="801" y="715"/>
                    <a:pt x="568" y="1082"/>
                    <a:pt x="401" y="1382"/>
                  </a:cubicBezTo>
                  <a:cubicBezTo>
                    <a:pt x="301" y="1715"/>
                    <a:pt x="134" y="2116"/>
                    <a:pt x="67" y="2449"/>
                  </a:cubicBezTo>
                  <a:cubicBezTo>
                    <a:pt x="34" y="2783"/>
                    <a:pt x="1" y="3050"/>
                    <a:pt x="1" y="3050"/>
                  </a:cubicBezTo>
                  <a:cubicBezTo>
                    <a:pt x="1" y="3083"/>
                    <a:pt x="334" y="3183"/>
                    <a:pt x="334" y="3183"/>
                  </a:cubicBezTo>
                  <a:cubicBezTo>
                    <a:pt x="334" y="3183"/>
                    <a:pt x="735" y="2282"/>
                    <a:pt x="1035" y="1715"/>
                  </a:cubicBezTo>
                  <a:cubicBezTo>
                    <a:pt x="1202" y="1415"/>
                    <a:pt x="1335" y="1048"/>
                    <a:pt x="1468" y="748"/>
                  </a:cubicBezTo>
                  <a:cubicBezTo>
                    <a:pt x="1569" y="448"/>
                    <a:pt x="1669" y="214"/>
                    <a:pt x="1669" y="214"/>
                  </a:cubicBezTo>
                  <a:cubicBezTo>
                    <a:pt x="1697" y="157"/>
                    <a:pt x="1479" y="1"/>
                    <a:pt x="1396"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0" name="Google Shape;880;p8"/>
            <p:cNvSpPr/>
            <p:nvPr/>
          </p:nvSpPr>
          <p:spPr>
            <a:xfrm>
              <a:off x="1738925" y="3638800"/>
              <a:ext cx="28600" cy="161625"/>
            </a:xfrm>
            <a:custGeom>
              <a:avLst/>
              <a:gdLst/>
              <a:ahLst/>
              <a:cxnLst/>
              <a:rect l="l" t="t" r="r" b="b"/>
              <a:pathLst>
                <a:path w="1144" h="6465" extrusionOk="0">
                  <a:moveTo>
                    <a:pt x="578" y="0"/>
                  </a:moveTo>
                  <a:cubicBezTo>
                    <a:pt x="539" y="0"/>
                    <a:pt x="509" y="11"/>
                    <a:pt x="500" y="37"/>
                  </a:cubicBezTo>
                  <a:cubicBezTo>
                    <a:pt x="500" y="37"/>
                    <a:pt x="434" y="171"/>
                    <a:pt x="400" y="371"/>
                  </a:cubicBezTo>
                  <a:cubicBezTo>
                    <a:pt x="334" y="571"/>
                    <a:pt x="234" y="838"/>
                    <a:pt x="200" y="1171"/>
                  </a:cubicBezTo>
                  <a:cubicBezTo>
                    <a:pt x="33" y="1838"/>
                    <a:pt x="0" y="2672"/>
                    <a:pt x="33" y="3273"/>
                  </a:cubicBezTo>
                  <a:cubicBezTo>
                    <a:pt x="67" y="3940"/>
                    <a:pt x="200" y="4740"/>
                    <a:pt x="400" y="5374"/>
                  </a:cubicBezTo>
                  <a:cubicBezTo>
                    <a:pt x="500" y="5708"/>
                    <a:pt x="567" y="5941"/>
                    <a:pt x="667" y="6175"/>
                  </a:cubicBezTo>
                  <a:cubicBezTo>
                    <a:pt x="734" y="6342"/>
                    <a:pt x="767" y="6442"/>
                    <a:pt x="767" y="6442"/>
                  </a:cubicBezTo>
                  <a:cubicBezTo>
                    <a:pt x="783" y="6458"/>
                    <a:pt x="815" y="6464"/>
                    <a:pt x="852" y="6464"/>
                  </a:cubicBezTo>
                  <a:cubicBezTo>
                    <a:pt x="969" y="6464"/>
                    <a:pt x="1143" y="6400"/>
                    <a:pt x="1067" y="6375"/>
                  </a:cubicBezTo>
                  <a:cubicBezTo>
                    <a:pt x="1067" y="6375"/>
                    <a:pt x="1067" y="6242"/>
                    <a:pt x="1034" y="6041"/>
                  </a:cubicBezTo>
                  <a:cubicBezTo>
                    <a:pt x="1001" y="5841"/>
                    <a:pt x="934" y="5574"/>
                    <a:pt x="901" y="5241"/>
                  </a:cubicBezTo>
                  <a:cubicBezTo>
                    <a:pt x="834" y="4607"/>
                    <a:pt x="767" y="3840"/>
                    <a:pt x="734" y="3239"/>
                  </a:cubicBezTo>
                  <a:cubicBezTo>
                    <a:pt x="734" y="2672"/>
                    <a:pt x="701" y="1872"/>
                    <a:pt x="734" y="1238"/>
                  </a:cubicBezTo>
                  <a:cubicBezTo>
                    <a:pt x="734" y="904"/>
                    <a:pt x="767" y="671"/>
                    <a:pt x="834" y="437"/>
                  </a:cubicBezTo>
                  <a:cubicBezTo>
                    <a:pt x="867" y="237"/>
                    <a:pt x="867" y="104"/>
                    <a:pt x="867" y="104"/>
                  </a:cubicBezTo>
                  <a:cubicBezTo>
                    <a:pt x="867" y="79"/>
                    <a:pt x="687" y="0"/>
                    <a:pt x="578"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1" name="Google Shape;881;p8"/>
            <p:cNvSpPr/>
            <p:nvPr/>
          </p:nvSpPr>
          <p:spPr>
            <a:xfrm>
              <a:off x="1809800" y="3889325"/>
              <a:ext cx="68400" cy="109000"/>
            </a:xfrm>
            <a:custGeom>
              <a:avLst/>
              <a:gdLst/>
              <a:ahLst/>
              <a:cxnLst/>
              <a:rect l="l" t="t" r="r" b="b"/>
              <a:pathLst>
                <a:path w="2736" h="4360" extrusionOk="0">
                  <a:moveTo>
                    <a:pt x="300" y="1"/>
                  </a:moveTo>
                  <a:cubicBezTo>
                    <a:pt x="193" y="1"/>
                    <a:pt x="0" y="65"/>
                    <a:pt x="0" y="90"/>
                  </a:cubicBezTo>
                  <a:cubicBezTo>
                    <a:pt x="0" y="90"/>
                    <a:pt x="34" y="190"/>
                    <a:pt x="34" y="357"/>
                  </a:cubicBezTo>
                  <a:cubicBezTo>
                    <a:pt x="34" y="524"/>
                    <a:pt x="67" y="724"/>
                    <a:pt x="100" y="991"/>
                  </a:cubicBezTo>
                  <a:cubicBezTo>
                    <a:pt x="201" y="1524"/>
                    <a:pt x="401" y="2091"/>
                    <a:pt x="668" y="2558"/>
                  </a:cubicBezTo>
                  <a:cubicBezTo>
                    <a:pt x="901" y="3025"/>
                    <a:pt x="1335" y="3526"/>
                    <a:pt x="1735" y="3859"/>
                  </a:cubicBezTo>
                  <a:cubicBezTo>
                    <a:pt x="1868" y="3926"/>
                    <a:pt x="1935" y="4026"/>
                    <a:pt x="2035" y="4059"/>
                  </a:cubicBezTo>
                  <a:cubicBezTo>
                    <a:pt x="2102" y="4160"/>
                    <a:pt x="2202" y="4193"/>
                    <a:pt x="2269" y="4226"/>
                  </a:cubicBezTo>
                  <a:cubicBezTo>
                    <a:pt x="2402" y="4326"/>
                    <a:pt x="2502" y="4360"/>
                    <a:pt x="2502" y="4360"/>
                  </a:cubicBezTo>
                  <a:cubicBezTo>
                    <a:pt x="2536" y="4360"/>
                    <a:pt x="2702" y="4059"/>
                    <a:pt x="2736" y="4059"/>
                  </a:cubicBezTo>
                  <a:cubicBezTo>
                    <a:pt x="2736" y="4059"/>
                    <a:pt x="2702" y="3959"/>
                    <a:pt x="2569" y="3893"/>
                  </a:cubicBezTo>
                  <a:cubicBezTo>
                    <a:pt x="2502" y="3859"/>
                    <a:pt x="2435" y="3826"/>
                    <a:pt x="2369" y="3726"/>
                  </a:cubicBezTo>
                  <a:cubicBezTo>
                    <a:pt x="2335" y="3626"/>
                    <a:pt x="2235" y="3559"/>
                    <a:pt x="2169" y="3492"/>
                  </a:cubicBezTo>
                  <a:cubicBezTo>
                    <a:pt x="1835" y="3125"/>
                    <a:pt x="1568" y="2592"/>
                    <a:pt x="1335" y="2225"/>
                  </a:cubicBezTo>
                  <a:cubicBezTo>
                    <a:pt x="1101" y="1825"/>
                    <a:pt x="834" y="1324"/>
                    <a:pt x="668" y="857"/>
                  </a:cubicBezTo>
                  <a:cubicBezTo>
                    <a:pt x="567" y="590"/>
                    <a:pt x="501" y="390"/>
                    <a:pt x="434" y="257"/>
                  </a:cubicBezTo>
                  <a:cubicBezTo>
                    <a:pt x="401" y="90"/>
                    <a:pt x="367" y="23"/>
                    <a:pt x="367" y="23"/>
                  </a:cubicBezTo>
                  <a:cubicBezTo>
                    <a:pt x="359" y="7"/>
                    <a:pt x="334" y="1"/>
                    <a:pt x="300"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2" name="Google Shape;882;p8"/>
            <p:cNvSpPr/>
            <p:nvPr/>
          </p:nvSpPr>
          <p:spPr>
            <a:xfrm>
              <a:off x="1935800" y="4053275"/>
              <a:ext cx="170900" cy="103575"/>
            </a:xfrm>
            <a:custGeom>
              <a:avLst/>
              <a:gdLst/>
              <a:ahLst/>
              <a:cxnLst/>
              <a:rect l="l" t="t" r="r" b="b"/>
              <a:pathLst>
                <a:path w="6836" h="4143" extrusionOk="0">
                  <a:moveTo>
                    <a:pt x="188" y="1"/>
                  </a:moveTo>
                  <a:cubicBezTo>
                    <a:pt x="119" y="1"/>
                    <a:pt x="0" y="305"/>
                    <a:pt x="64" y="337"/>
                  </a:cubicBezTo>
                  <a:cubicBezTo>
                    <a:pt x="64" y="337"/>
                    <a:pt x="631" y="570"/>
                    <a:pt x="1298" y="904"/>
                  </a:cubicBezTo>
                  <a:cubicBezTo>
                    <a:pt x="1465" y="1004"/>
                    <a:pt x="1665" y="1104"/>
                    <a:pt x="1832" y="1171"/>
                  </a:cubicBezTo>
                  <a:cubicBezTo>
                    <a:pt x="1999" y="1304"/>
                    <a:pt x="2199" y="1371"/>
                    <a:pt x="2366" y="1504"/>
                  </a:cubicBezTo>
                  <a:cubicBezTo>
                    <a:pt x="2699" y="1704"/>
                    <a:pt x="3066" y="1938"/>
                    <a:pt x="3400" y="2071"/>
                  </a:cubicBezTo>
                  <a:cubicBezTo>
                    <a:pt x="3733" y="2238"/>
                    <a:pt x="4067" y="2505"/>
                    <a:pt x="4467" y="2705"/>
                  </a:cubicBezTo>
                  <a:cubicBezTo>
                    <a:pt x="4634" y="2839"/>
                    <a:pt x="4834" y="2905"/>
                    <a:pt x="5001" y="3039"/>
                  </a:cubicBezTo>
                  <a:cubicBezTo>
                    <a:pt x="5168" y="3139"/>
                    <a:pt x="5334" y="3239"/>
                    <a:pt x="5501" y="3372"/>
                  </a:cubicBezTo>
                  <a:cubicBezTo>
                    <a:pt x="6135" y="3806"/>
                    <a:pt x="6569" y="4140"/>
                    <a:pt x="6569" y="4140"/>
                  </a:cubicBezTo>
                  <a:cubicBezTo>
                    <a:pt x="6573" y="4142"/>
                    <a:pt x="6578" y="4143"/>
                    <a:pt x="6584" y="4143"/>
                  </a:cubicBezTo>
                  <a:cubicBezTo>
                    <a:pt x="6661" y="4143"/>
                    <a:pt x="6836" y="3935"/>
                    <a:pt x="6836" y="3873"/>
                  </a:cubicBezTo>
                  <a:cubicBezTo>
                    <a:pt x="6836" y="3873"/>
                    <a:pt x="6402" y="3472"/>
                    <a:pt x="5835" y="2972"/>
                  </a:cubicBezTo>
                  <a:cubicBezTo>
                    <a:pt x="5701" y="2839"/>
                    <a:pt x="5535" y="2672"/>
                    <a:pt x="5368" y="2538"/>
                  </a:cubicBezTo>
                  <a:cubicBezTo>
                    <a:pt x="5168" y="2405"/>
                    <a:pt x="5001" y="2305"/>
                    <a:pt x="4834" y="2171"/>
                  </a:cubicBezTo>
                  <a:cubicBezTo>
                    <a:pt x="4467" y="1938"/>
                    <a:pt x="4134" y="1671"/>
                    <a:pt x="3800" y="1471"/>
                  </a:cubicBezTo>
                  <a:cubicBezTo>
                    <a:pt x="3466" y="1304"/>
                    <a:pt x="3033" y="1137"/>
                    <a:pt x="2666" y="904"/>
                  </a:cubicBezTo>
                  <a:cubicBezTo>
                    <a:pt x="2466" y="804"/>
                    <a:pt x="2299" y="704"/>
                    <a:pt x="2065" y="637"/>
                  </a:cubicBezTo>
                  <a:cubicBezTo>
                    <a:pt x="1865" y="537"/>
                    <a:pt x="1665" y="504"/>
                    <a:pt x="1498" y="404"/>
                  </a:cubicBezTo>
                  <a:cubicBezTo>
                    <a:pt x="731" y="170"/>
                    <a:pt x="197" y="3"/>
                    <a:pt x="197" y="3"/>
                  </a:cubicBezTo>
                  <a:cubicBezTo>
                    <a:pt x="194" y="2"/>
                    <a:pt x="191" y="1"/>
                    <a:pt x="188"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3" name="Google Shape;883;p8"/>
            <p:cNvSpPr/>
            <p:nvPr/>
          </p:nvSpPr>
          <p:spPr>
            <a:xfrm>
              <a:off x="2185100" y="4240925"/>
              <a:ext cx="90050" cy="135850"/>
            </a:xfrm>
            <a:custGeom>
              <a:avLst/>
              <a:gdLst/>
              <a:ahLst/>
              <a:cxnLst/>
              <a:rect l="l" t="t" r="r" b="b"/>
              <a:pathLst>
                <a:path w="3602" h="5434" extrusionOk="0">
                  <a:moveTo>
                    <a:pt x="226" y="0"/>
                  </a:moveTo>
                  <a:cubicBezTo>
                    <a:pt x="179" y="0"/>
                    <a:pt x="1" y="271"/>
                    <a:pt x="32" y="303"/>
                  </a:cubicBezTo>
                  <a:cubicBezTo>
                    <a:pt x="32" y="303"/>
                    <a:pt x="166" y="370"/>
                    <a:pt x="266" y="503"/>
                  </a:cubicBezTo>
                  <a:cubicBezTo>
                    <a:pt x="433" y="636"/>
                    <a:pt x="666" y="803"/>
                    <a:pt x="866" y="1037"/>
                  </a:cubicBezTo>
                  <a:cubicBezTo>
                    <a:pt x="1267" y="1504"/>
                    <a:pt x="1734" y="2104"/>
                    <a:pt x="2067" y="2604"/>
                  </a:cubicBezTo>
                  <a:cubicBezTo>
                    <a:pt x="2367" y="3105"/>
                    <a:pt x="2768" y="3772"/>
                    <a:pt x="2935" y="4339"/>
                  </a:cubicBezTo>
                  <a:cubicBezTo>
                    <a:pt x="3035" y="4639"/>
                    <a:pt x="3101" y="4873"/>
                    <a:pt x="3168" y="5106"/>
                  </a:cubicBezTo>
                  <a:cubicBezTo>
                    <a:pt x="3201" y="5273"/>
                    <a:pt x="3235" y="5373"/>
                    <a:pt x="3235" y="5373"/>
                  </a:cubicBezTo>
                  <a:cubicBezTo>
                    <a:pt x="3249" y="5415"/>
                    <a:pt x="3309" y="5434"/>
                    <a:pt x="3378" y="5434"/>
                  </a:cubicBezTo>
                  <a:cubicBezTo>
                    <a:pt x="3473" y="5434"/>
                    <a:pt x="3582" y="5398"/>
                    <a:pt x="3602" y="5340"/>
                  </a:cubicBezTo>
                  <a:cubicBezTo>
                    <a:pt x="3602" y="5340"/>
                    <a:pt x="3568" y="5206"/>
                    <a:pt x="3568" y="5006"/>
                  </a:cubicBezTo>
                  <a:cubicBezTo>
                    <a:pt x="3568" y="4806"/>
                    <a:pt x="3535" y="4506"/>
                    <a:pt x="3435" y="4172"/>
                  </a:cubicBezTo>
                  <a:cubicBezTo>
                    <a:pt x="3368" y="3505"/>
                    <a:pt x="3001" y="2705"/>
                    <a:pt x="2668" y="2171"/>
                  </a:cubicBezTo>
                  <a:cubicBezTo>
                    <a:pt x="2267" y="1637"/>
                    <a:pt x="1734" y="1003"/>
                    <a:pt x="1200" y="636"/>
                  </a:cubicBezTo>
                  <a:cubicBezTo>
                    <a:pt x="933" y="436"/>
                    <a:pt x="700" y="303"/>
                    <a:pt x="533" y="169"/>
                  </a:cubicBezTo>
                  <a:cubicBezTo>
                    <a:pt x="333" y="103"/>
                    <a:pt x="233" y="3"/>
                    <a:pt x="233" y="3"/>
                  </a:cubicBezTo>
                  <a:cubicBezTo>
                    <a:pt x="231" y="1"/>
                    <a:pt x="229" y="0"/>
                    <a:pt x="226"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4" name="Google Shape;884;p8"/>
            <p:cNvSpPr/>
            <p:nvPr/>
          </p:nvSpPr>
          <p:spPr>
            <a:xfrm>
              <a:off x="2240950" y="4661475"/>
              <a:ext cx="70900" cy="108250"/>
            </a:xfrm>
            <a:custGeom>
              <a:avLst/>
              <a:gdLst/>
              <a:ahLst/>
              <a:cxnLst/>
              <a:rect l="l" t="t" r="r" b="b"/>
              <a:pathLst>
                <a:path w="2836" h="4330" extrusionOk="0">
                  <a:moveTo>
                    <a:pt x="2619" y="1"/>
                  </a:moveTo>
                  <a:cubicBezTo>
                    <a:pt x="2527" y="1"/>
                    <a:pt x="2435" y="9"/>
                    <a:pt x="2435" y="26"/>
                  </a:cubicBezTo>
                  <a:cubicBezTo>
                    <a:pt x="2435" y="26"/>
                    <a:pt x="2435" y="126"/>
                    <a:pt x="2368" y="293"/>
                  </a:cubicBezTo>
                  <a:cubicBezTo>
                    <a:pt x="2335" y="393"/>
                    <a:pt x="2335" y="626"/>
                    <a:pt x="2268" y="860"/>
                  </a:cubicBezTo>
                  <a:cubicBezTo>
                    <a:pt x="2135" y="1360"/>
                    <a:pt x="1868" y="1894"/>
                    <a:pt x="1668" y="2294"/>
                  </a:cubicBezTo>
                  <a:cubicBezTo>
                    <a:pt x="1434" y="2661"/>
                    <a:pt x="1101" y="3162"/>
                    <a:pt x="701" y="3462"/>
                  </a:cubicBezTo>
                  <a:cubicBezTo>
                    <a:pt x="534" y="3629"/>
                    <a:pt x="367" y="3729"/>
                    <a:pt x="267" y="3829"/>
                  </a:cubicBezTo>
                  <a:cubicBezTo>
                    <a:pt x="133" y="3929"/>
                    <a:pt x="33" y="3996"/>
                    <a:pt x="33" y="3996"/>
                  </a:cubicBezTo>
                  <a:cubicBezTo>
                    <a:pt x="0" y="4029"/>
                    <a:pt x="133" y="4329"/>
                    <a:pt x="200" y="4329"/>
                  </a:cubicBezTo>
                  <a:lnTo>
                    <a:pt x="467" y="4196"/>
                  </a:lnTo>
                  <a:cubicBezTo>
                    <a:pt x="600" y="4129"/>
                    <a:pt x="834" y="4029"/>
                    <a:pt x="1034" y="3862"/>
                  </a:cubicBezTo>
                  <a:cubicBezTo>
                    <a:pt x="1534" y="3562"/>
                    <a:pt x="2001" y="3062"/>
                    <a:pt x="2302" y="2628"/>
                  </a:cubicBezTo>
                  <a:cubicBezTo>
                    <a:pt x="2602" y="2161"/>
                    <a:pt x="2802" y="1494"/>
                    <a:pt x="2802" y="960"/>
                  </a:cubicBezTo>
                  <a:cubicBezTo>
                    <a:pt x="2835" y="693"/>
                    <a:pt x="2802" y="460"/>
                    <a:pt x="2802" y="293"/>
                  </a:cubicBezTo>
                  <a:lnTo>
                    <a:pt x="2802" y="26"/>
                  </a:lnTo>
                  <a:cubicBezTo>
                    <a:pt x="2802" y="9"/>
                    <a:pt x="2710" y="1"/>
                    <a:pt x="2619"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5" name="Google Shape;885;p8"/>
            <p:cNvSpPr/>
            <p:nvPr/>
          </p:nvSpPr>
          <p:spPr>
            <a:xfrm>
              <a:off x="2081700" y="4790450"/>
              <a:ext cx="104175" cy="67725"/>
            </a:xfrm>
            <a:custGeom>
              <a:avLst/>
              <a:gdLst/>
              <a:ahLst/>
              <a:cxnLst/>
              <a:rect l="l" t="t" r="r" b="b"/>
              <a:pathLst>
                <a:path w="4167" h="2709" extrusionOk="0">
                  <a:moveTo>
                    <a:pt x="3878" y="1"/>
                  </a:moveTo>
                  <a:cubicBezTo>
                    <a:pt x="3874" y="1"/>
                    <a:pt x="3870" y="2"/>
                    <a:pt x="3868" y="4"/>
                  </a:cubicBezTo>
                  <a:cubicBezTo>
                    <a:pt x="3868" y="4"/>
                    <a:pt x="3568" y="204"/>
                    <a:pt x="3201" y="471"/>
                  </a:cubicBezTo>
                  <a:cubicBezTo>
                    <a:pt x="3134" y="538"/>
                    <a:pt x="3001" y="571"/>
                    <a:pt x="2901" y="671"/>
                  </a:cubicBezTo>
                  <a:cubicBezTo>
                    <a:pt x="2801" y="738"/>
                    <a:pt x="2701" y="805"/>
                    <a:pt x="2567" y="871"/>
                  </a:cubicBezTo>
                  <a:cubicBezTo>
                    <a:pt x="2367" y="1005"/>
                    <a:pt x="2167" y="1138"/>
                    <a:pt x="2000" y="1238"/>
                  </a:cubicBezTo>
                  <a:lnTo>
                    <a:pt x="1366" y="1639"/>
                  </a:lnTo>
                  <a:lnTo>
                    <a:pt x="733" y="2005"/>
                  </a:lnTo>
                  <a:cubicBezTo>
                    <a:pt x="332" y="2239"/>
                    <a:pt x="32" y="2406"/>
                    <a:pt x="32" y="2406"/>
                  </a:cubicBezTo>
                  <a:cubicBezTo>
                    <a:pt x="1" y="2469"/>
                    <a:pt x="117" y="2709"/>
                    <a:pt x="214" y="2709"/>
                  </a:cubicBezTo>
                  <a:cubicBezTo>
                    <a:pt x="221" y="2709"/>
                    <a:pt x="226" y="2708"/>
                    <a:pt x="232" y="2706"/>
                  </a:cubicBezTo>
                  <a:cubicBezTo>
                    <a:pt x="232" y="2706"/>
                    <a:pt x="566" y="2639"/>
                    <a:pt x="1033" y="2472"/>
                  </a:cubicBezTo>
                  <a:cubicBezTo>
                    <a:pt x="1300" y="2372"/>
                    <a:pt x="1500" y="2306"/>
                    <a:pt x="1733" y="2172"/>
                  </a:cubicBezTo>
                  <a:cubicBezTo>
                    <a:pt x="2000" y="2072"/>
                    <a:pt x="2200" y="1972"/>
                    <a:pt x="2401" y="1839"/>
                  </a:cubicBezTo>
                  <a:cubicBezTo>
                    <a:pt x="2634" y="1705"/>
                    <a:pt x="2834" y="1538"/>
                    <a:pt x="3034" y="1372"/>
                  </a:cubicBezTo>
                  <a:cubicBezTo>
                    <a:pt x="3134" y="1305"/>
                    <a:pt x="3234" y="1205"/>
                    <a:pt x="3335" y="1138"/>
                  </a:cubicBezTo>
                  <a:lnTo>
                    <a:pt x="3568" y="871"/>
                  </a:lnTo>
                  <a:cubicBezTo>
                    <a:pt x="3868" y="504"/>
                    <a:pt x="4135" y="238"/>
                    <a:pt x="4135" y="238"/>
                  </a:cubicBezTo>
                  <a:cubicBezTo>
                    <a:pt x="4166" y="206"/>
                    <a:pt x="3936" y="1"/>
                    <a:pt x="3878"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6" name="Google Shape;886;p8"/>
            <p:cNvSpPr/>
            <p:nvPr/>
          </p:nvSpPr>
          <p:spPr>
            <a:xfrm>
              <a:off x="1893200" y="4892275"/>
              <a:ext cx="113425" cy="49300"/>
            </a:xfrm>
            <a:custGeom>
              <a:avLst/>
              <a:gdLst/>
              <a:ahLst/>
              <a:cxnLst/>
              <a:rect l="l" t="t" r="r" b="b"/>
              <a:pathLst>
                <a:path w="4537" h="1972" extrusionOk="0">
                  <a:moveTo>
                    <a:pt x="3603" y="1"/>
                  </a:moveTo>
                  <a:cubicBezTo>
                    <a:pt x="3102" y="1"/>
                    <a:pt x="2502" y="134"/>
                    <a:pt x="2035" y="301"/>
                  </a:cubicBezTo>
                  <a:cubicBezTo>
                    <a:pt x="1568" y="501"/>
                    <a:pt x="1001" y="801"/>
                    <a:pt x="601" y="1135"/>
                  </a:cubicBezTo>
                  <a:cubicBezTo>
                    <a:pt x="400" y="1268"/>
                    <a:pt x="267" y="1435"/>
                    <a:pt x="167" y="1568"/>
                  </a:cubicBezTo>
                  <a:lnTo>
                    <a:pt x="0" y="1735"/>
                  </a:lnTo>
                  <a:cubicBezTo>
                    <a:pt x="0" y="1766"/>
                    <a:pt x="175" y="1972"/>
                    <a:pt x="198" y="1972"/>
                  </a:cubicBezTo>
                  <a:cubicBezTo>
                    <a:pt x="199" y="1972"/>
                    <a:pt x="200" y="1971"/>
                    <a:pt x="200" y="1969"/>
                  </a:cubicBezTo>
                  <a:cubicBezTo>
                    <a:pt x="200" y="1969"/>
                    <a:pt x="267" y="1935"/>
                    <a:pt x="400" y="1835"/>
                  </a:cubicBezTo>
                  <a:cubicBezTo>
                    <a:pt x="534" y="1769"/>
                    <a:pt x="701" y="1668"/>
                    <a:pt x="901" y="1568"/>
                  </a:cubicBezTo>
                  <a:cubicBezTo>
                    <a:pt x="1268" y="1302"/>
                    <a:pt x="1835" y="1135"/>
                    <a:pt x="2235" y="968"/>
                  </a:cubicBezTo>
                  <a:cubicBezTo>
                    <a:pt x="2669" y="835"/>
                    <a:pt x="3202" y="634"/>
                    <a:pt x="3669" y="568"/>
                  </a:cubicBezTo>
                  <a:cubicBezTo>
                    <a:pt x="3903" y="468"/>
                    <a:pt x="4070" y="468"/>
                    <a:pt x="4236" y="434"/>
                  </a:cubicBezTo>
                  <a:cubicBezTo>
                    <a:pt x="4403" y="401"/>
                    <a:pt x="4503" y="401"/>
                    <a:pt x="4503" y="401"/>
                  </a:cubicBezTo>
                  <a:cubicBezTo>
                    <a:pt x="4537" y="401"/>
                    <a:pt x="4537" y="1"/>
                    <a:pt x="4503"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7" name="Google Shape;887;p8"/>
            <p:cNvSpPr/>
            <p:nvPr/>
          </p:nvSpPr>
          <p:spPr>
            <a:xfrm>
              <a:off x="1786450" y="4950600"/>
              <a:ext cx="69250" cy="114650"/>
            </a:xfrm>
            <a:custGeom>
              <a:avLst/>
              <a:gdLst/>
              <a:ahLst/>
              <a:cxnLst/>
              <a:rect l="l" t="t" r="r" b="b"/>
              <a:pathLst>
                <a:path w="2770" h="4586" extrusionOk="0">
                  <a:moveTo>
                    <a:pt x="2509" y="0"/>
                  </a:moveTo>
                  <a:cubicBezTo>
                    <a:pt x="2506" y="0"/>
                    <a:pt x="2504" y="1"/>
                    <a:pt x="2502" y="3"/>
                  </a:cubicBezTo>
                  <a:cubicBezTo>
                    <a:pt x="2502" y="3"/>
                    <a:pt x="2435" y="103"/>
                    <a:pt x="2302" y="169"/>
                  </a:cubicBezTo>
                  <a:cubicBezTo>
                    <a:pt x="2169" y="269"/>
                    <a:pt x="2002" y="403"/>
                    <a:pt x="1802" y="603"/>
                  </a:cubicBezTo>
                  <a:cubicBezTo>
                    <a:pt x="1368" y="937"/>
                    <a:pt x="968" y="1470"/>
                    <a:pt x="701" y="1937"/>
                  </a:cubicBezTo>
                  <a:cubicBezTo>
                    <a:pt x="467" y="2371"/>
                    <a:pt x="201" y="3005"/>
                    <a:pt x="134" y="3572"/>
                  </a:cubicBezTo>
                  <a:cubicBezTo>
                    <a:pt x="100" y="3805"/>
                    <a:pt x="34" y="4072"/>
                    <a:pt x="34" y="4239"/>
                  </a:cubicBezTo>
                  <a:cubicBezTo>
                    <a:pt x="0" y="4406"/>
                    <a:pt x="0" y="4472"/>
                    <a:pt x="0" y="4472"/>
                  </a:cubicBezTo>
                  <a:cubicBezTo>
                    <a:pt x="25" y="4548"/>
                    <a:pt x="201" y="4585"/>
                    <a:pt x="301" y="4585"/>
                  </a:cubicBezTo>
                  <a:cubicBezTo>
                    <a:pt x="334" y="4585"/>
                    <a:pt x="359" y="4581"/>
                    <a:pt x="367" y="4573"/>
                  </a:cubicBezTo>
                  <a:cubicBezTo>
                    <a:pt x="367" y="4573"/>
                    <a:pt x="434" y="4472"/>
                    <a:pt x="467" y="4306"/>
                  </a:cubicBezTo>
                  <a:cubicBezTo>
                    <a:pt x="501" y="4172"/>
                    <a:pt x="601" y="3972"/>
                    <a:pt x="668" y="3739"/>
                  </a:cubicBezTo>
                  <a:cubicBezTo>
                    <a:pt x="834" y="3272"/>
                    <a:pt x="1135" y="2738"/>
                    <a:pt x="1335" y="2304"/>
                  </a:cubicBezTo>
                  <a:cubicBezTo>
                    <a:pt x="1535" y="1904"/>
                    <a:pt x="1835" y="1337"/>
                    <a:pt x="2169" y="970"/>
                  </a:cubicBezTo>
                  <a:cubicBezTo>
                    <a:pt x="2335" y="803"/>
                    <a:pt x="2469" y="636"/>
                    <a:pt x="2602" y="503"/>
                  </a:cubicBezTo>
                  <a:cubicBezTo>
                    <a:pt x="2669" y="403"/>
                    <a:pt x="2769" y="303"/>
                    <a:pt x="2769" y="303"/>
                  </a:cubicBezTo>
                  <a:cubicBezTo>
                    <a:pt x="2769" y="271"/>
                    <a:pt x="2559" y="0"/>
                    <a:pt x="2509"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8" name="Google Shape;888;p8"/>
            <p:cNvSpPr/>
            <p:nvPr/>
          </p:nvSpPr>
          <p:spPr>
            <a:xfrm>
              <a:off x="1785625" y="5133500"/>
              <a:ext cx="37550" cy="94050"/>
            </a:xfrm>
            <a:custGeom>
              <a:avLst/>
              <a:gdLst/>
              <a:ahLst/>
              <a:cxnLst/>
              <a:rect l="l" t="t" r="r" b="b"/>
              <a:pathLst>
                <a:path w="1502" h="3762" extrusionOk="0">
                  <a:moveTo>
                    <a:pt x="267" y="0"/>
                  </a:moveTo>
                  <a:cubicBezTo>
                    <a:pt x="167" y="0"/>
                    <a:pt x="67" y="9"/>
                    <a:pt x="67" y="25"/>
                  </a:cubicBezTo>
                  <a:cubicBezTo>
                    <a:pt x="67" y="25"/>
                    <a:pt x="33" y="125"/>
                    <a:pt x="33" y="259"/>
                  </a:cubicBezTo>
                  <a:cubicBezTo>
                    <a:pt x="33" y="359"/>
                    <a:pt x="0" y="526"/>
                    <a:pt x="0" y="759"/>
                  </a:cubicBezTo>
                  <a:cubicBezTo>
                    <a:pt x="0" y="1159"/>
                    <a:pt x="33" y="1660"/>
                    <a:pt x="133" y="2027"/>
                  </a:cubicBezTo>
                  <a:cubicBezTo>
                    <a:pt x="167" y="2260"/>
                    <a:pt x="234" y="2460"/>
                    <a:pt x="334" y="2660"/>
                  </a:cubicBezTo>
                  <a:cubicBezTo>
                    <a:pt x="467" y="2861"/>
                    <a:pt x="567" y="3094"/>
                    <a:pt x="701" y="3261"/>
                  </a:cubicBezTo>
                  <a:cubicBezTo>
                    <a:pt x="734" y="3328"/>
                    <a:pt x="834" y="3361"/>
                    <a:pt x="867" y="3461"/>
                  </a:cubicBezTo>
                  <a:cubicBezTo>
                    <a:pt x="901" y="3528"/>
                    <a:pt x="1001" y="3594"/>
                    <a:pt x="1034" y="3628"/>
                  </a:cubicBezTo>
                  <a:cubicBezTo>
                    <a:pt x="1168" y="3694"/>
                    <a:pt x="1201" y="3761"/>
                    <a:pt x="1201" y="3761"/>
                  </a:cubicBezTo>
                  <a:cubicBezTo>
                    <a:pt x="1234" y="3761"/>
                    <a:pt x="1468" y="3528"/>
                    <a:pt x="1501" y="3494"/>
                  </a:cubicBezTo>
                  <a:lnTo>
                    <a:pt x="1401" y="3328"/>
                  </a:lnTo>
                  <a:cubicBezTo>
                    <a:pt x="1368" y="3294"/>
                    <a:pt x="1334" y="3261"/>
                    <a:pt x="1301" y="3161"/>
                  </a:cubicBezTo>
                  <a:cubicBezTo>
                    <a:pt x="1301" y="3127"/>
                    <a:pt x="1234" y="3027"/>
                    <a:pt x="1201" y="2961"/>
                  </a:cubicBezTo>
                  <a:cubicBezTo>
                    <a:pt x="1134" y="2794"/>
                    <a:pt x="1067" y="2594"/>
                    <a:pt x="1001" y="2427"/>
                  </a:cubicBezTo>
                  <a:cubicBezTo>
                    <a:pt x="901" y="2260"/>
                    <a:pt x="867" y="2027"/>
                    <a:pt x="834" y="1860"/>
                  </a:cubicBezTo>
                  <a:cubicBezTo>
                    <a:pt x="734" y="1493"/>
                    <a:pt x="667" y="1093"/>
                    <a:pt x="567" y="692"/>
                  </a:cubicBezTo>
                  <a:cubicBezTo>
                    <a:pt x="534" y="526"/>
                    <a:pt x="500" y="359"/>
                    <a:pt x="500" y="259"/>
                  </a:cubicBezTo>
                  <a:cubicBezTo>
                    <a:pt x="467" y="125"/>
                    <a:pt x="467" y="25"/>
                    <a:pt x="467" y="25"/>
                  </a:cubicBezTo>
                  <a:cubicBezTo>
                    <a:pt x="467" y="9"/>
                    <a:pt x="367" y="0"/>
                    <a:pt x="267"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9" name="Google Shape;889;p8"/>
            <p:cNvSpPr/>
            <p:nvPr/>
          </p:nvSpPr>
          <p:spPr>
            <a:xfrm>
              <a:off x="1863275" y="5269975"/>
              <a:ext cx="130850" cy="63475"/>
            </a:xfrm>
            <a:custGeom>
              <a:avLst/>
              <a:gdLst/>
              <a:ahLst/>
              <a:cxnLst/>
              <a:rect l="l" t="t" r="r" b="b"/>
              <a:pathLst>
                <a:path w="5234" h="2539" extrusionOk="0">
                  <a:moveTo>
                    <a:pt x="283" y="1"/>
                  </a:moveTo>
                  <a:cubicBezTo>
                    <a:pt x="203" y="1"/>
                    <a:pt x="0" y="241"/>
                    <a:pt x="63" y="304"/>
                  </a:cubicBezTo>
                  <a:lnTo>
                    <a:pt x="263" y="504"/>
                  </a:lnTo>
                  <a:cubicBezTo>
                    <a:pt x="397" y="637"/>
                    <a:pt x="597" y="804"/>
                    <a:pt x="797" y="971"/>
                  </a:cubicBezTo>
                  <a:cubicBezTo>
                    <a:pt x="1230" y="1338"/>
                    <a:pt x="1831" y="1671"/>
                    <a:pt x="2331" y="1905"/>
                  </a:cubicBezTo>
                  <a:cubicBezTo>
                    <a:pt x="2832" y="2138"/>
                    <a:pt x="3565" y="2338"/>
                    <a:pt x="4099" y="2405"/>
                  </a:cubicBezTo>
                  <a:cubicBezTo>
                    <a:pt x="4399" y="2472"/>
                    <a:pt x="4633" y="2505"/>
                    <a:pt x="4800" y="2505"/>
                  </a:cubicBezTo>
                  <a:cubicBezTo>
                    <a:pt x="4966" y="2539"/>
                    <a:pt x="5100" y="2539"/>
                    <a:pt x="5100" y="2539"/>
                  </a:cubicBezTo>
                  <a:cubicBezTo>
                    <a:pt x="5200" y="2505"/>
                    <a:pt x="5233" y="2205"/>
                    <a:pt x="5133" y="2138"/>
                  </a:cubicBezTo>
                  <a:cubicBezTo>
                    <a:pt x="5133" y="2138"/>
                    <a:pt x="5067" y="2072"/>
                    <a:pt x="4900" y="2038"/>
                  </a:cubicBezTo>
                  <a:lnTo>
                    <a:pt x="4266" y="1838"/>
                  </a:lnTo>
                  <a:cubicBezTo>
                    <a:pt x="3766" y="1705"/>
                    <a:pt x="3132" y="1404"/>
                    <a:pt x="2665" y="1204"/>
                  </a:cubicBezTo>
                  <a:cubicBezTo>
                    <a:pt x="2231" y="1004"/>
                    <a:pt x="1597" y="737"/>
                    <a:pt x="1130" y="470"/>
                  </a:cubicBezTo>
                  <a:cubicBezTo>
                    <a:pt x="897" y="337"/>
                    <a:pt x="663" y="204"/>
                    <a:pt x="563" y="137"/>
                  </a:cubicBezTo>
                  <a:lnTo>
                    <a:pt x="296" y="3"/>
                  </a:lnTo>
                  <a:cubicBezTo>
                    <a:pt x="293" y="1"/>
                    <a:pt x="288" y="1"/>
                    <a:pt x="283"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0" name="Google Shape;890;p8"/>
            <p:cNvSpPr/>
            <p:nvPr/>
          </p:nvSpPr>
          <p:spPr>
            <a:xfrm>
              <a:off x="2028275" y="5328425"/>
              <a:ext cx="85875" cy="37625"/>
            </a:xfrm>
            <a:custGeom>
              <a:avLst/>
              <a:gdLst/>
              <a:ahLst/>
              <a:cxnLst/>
              <a:rect l="l" t="t" r="r" b="b"/>
              <a:pathLst>
                <a:path w="3435" h="1505" extrusionOk="0">
                  <a:moveTo>
                    <a:pt x="668" y="0"/>
                  </a:moveTo>
                  <a:cubicBezTo>
                    <a:pt x="501" y="0"/>
                    <a:pt x="335" y="34"/>
                    <a:pt x="201" y="34"/>
                  </a:cubicBezTo>
                  <a:cubicBezTo>
                    <a:pt x="134" y="67"/>
                    <a:pt x="34" y="67"/>
                    <a:pt x="34" y="67"/>
                  </a:cubicBezTo>
                  <a:cubicBezTo>
                    <a:pt x="1" y="67"/>
                    <a:pt x="1" y="467"/>
                    <a:pt x="34" y="467"/>
                  </a:cubicBezTo>
                  <a:cubicBezTo>
                    <a:pt x="34" y="467"/>
                    <a:pt x="68" y="501"/>
                    <a:pt x="201" y="501"/>
                  </a:cubicBezTo>
                  <a:cubicBezTo>
                    <a:pt x="301" y="501"/>
                    <a:pt x="468" y="534"/>
                    <a:pt x="635" y="567"/>
                  </a:cubicBezTo>
                  <a:cubicBezTo>
                    <a:pt x="968" y="668"/>
                    <a:pt x="1369" y="801"/>
                    <a:pt x="1669" y="868"/>
                  </a:cubicBezTo>
                  <a:cubicBezTo>
                    <a:pt x="1969" y="968"/>
                    <a:pt x="2369" y="1034"/>
                    <a:pt x="2670" y="1201"/>
                  </a:cubicBezTo>
                  <a:cubicBezTo>
                    <a:pt x="2836" y="1301"/>
                    <a:pt x="2970" y="1368"/>
                    <a:pt x="3036" y="1401"/>
                  </a:cubicBezTo>
                  <a:cubicBezTo>
                    <a:pt x="3137" y="1435"/>
                    <a:pt x="3170" y="1501"/>
                    <a:pt x="3170" y="1501"/>
                  </a:cubicBezTo>
                  <a:cubicBezTo>
                    <a:pt x="3172" y="1504"/>
                    <a:pt x="3175" y="1505"/>
                    <a:pt x="3179" y="1505"/>
                  </a:cubicBezTo>
                  <a:cubicBezTo>
                    <a:pt x="3233" y="1505"/>
                    <a:pt x="3435" y="1293"/>
                    <a:pt x="3403" y="1168"/>
                  </a:cubicBezTo>
                  <a:lnTo>
                    <a:pt x="3303" y="1034"/>
                  </a:lnTo>
                  <a:cubicBezTo>
                    <a:pt x="3237" y="968"/>
                    <a:pt x="3137" y="834"/>
                    <a:pt x="2970" y="701"/>
                  </a:cubicBezTo>
                  <a:cubicBezTo>
                    <a:pt x="2670" y="467"/>
                    <a:pt x="2203" y="234"/>
                    <a:pt x="1869" y="134"/>
                  </a:cubicBezTo>
                  <a:cubicBezTo>
                    <a:pt x="1502" y="34"/>
                    <a:pt x="1035" y="0"/>
                    <a:pt x="668"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1" name="Google Shape;891;p8"/>
            <p:cNvSpPr/>
            <p:nvPr/>
          </p:nvSpPr>
          <p:spPr>
            <a:xfrm>
              <a:off x="2164225" y="5402375"/>
              <a:ext cx="67575" cy="61175"/>
            </a:xfrm>
            <a:custGeom>
              <a:avLst/>
              <a:gdLst/>
              <a:ahLst/>
              <a:cxnLst/>
              <a:rect l="l" t="t" r="r" b="b"/>
              <a:pathLst>
                <a:path w="2703" h="2447" extrusionOk="0">
                  <a:moveTo>
                    <a:pt x="226" y="1"/>
                  </a:moveTo>
                  <a:cubicBezTo>
                    <a:pt x="185" y="1"/>
                    <a:pt x="0" y="215"/>
                    <a:pt x="0" y="245"/>
                  </a:cubicBezTo>
                  <a:cubicBezTo>
                    <a:pt x="0" y="245"/>
                    <a:pt x="567" y="1079"/>
                    <a:pt x="1068" y="1546"/>
                  </a:cubicBezTo>
                  <a:cubicBezTo>
                    <a:pt x="1334" y="1746"/>
                    <a:pt x="1668" y="2013"/>
                    <a:pt x="1935" y="2179"/>
                  </a:cubicBezTo>
                  <a:cubicBezTo>
                    <a:pt x="2235" y="2346"/>
                    <a:pt x="2502" y="2446"/>
                    <a:pt x="2502" y="2446"/>
                  </a:cubicBezTo>
                  <a:cubicBezTo>
                    <a:pt x="2535" y="2446"/>
                    <a:pt x="2702" y="2213"/>
                    <a:pt x="2702" y="2179"/>
                  </a:cubicBezTo>
                  <a:cubicBezTo>
                    <a:pt x="2702" y="2179"/>
                    <a:pt x="2502" y="2013"/>
                    <a:pt x="2268" y="1746"/>
                  </a:cubicBezTo>
                  <a:cubicBezTo>
                    <a:pt x="2035" y="1479"/>
                    <a:pt x="1768" y="1212"/>
                    <a:pt x="1535" y="979"/>
                  </a:cubicBezTo>
                  <a:cubicBezTo>
                    <a:pt x="1068" y="578"/>
                    <a:pt x="234" y="11"/>
                    <a:pt x="234" y="11"/>
                  </a:cubicBezTo>
                  <a:cubicBezTo>
                    <a:pt x="234" y="4"/>
                    <a:pt x="231" y="1"/>
                    <a:pt x="226"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2" name="Google Shape;892;p8"/>
            <p:cNvSpPr/>
            <p:nvPr/>
          </p:nvSpPr>
          <p:spPr>
            <a:xfrm>
              <a:off x="1281925" y="4432775"/>
              <a:ext cx="527900" cy="79500"/>
            </a:xfrm>
            <a:custGeom>
              <a:avLst/>
              <a:gdLst/>
              <a:ahLst/>
              <a:cxnLst/>
              <a:rect l="l" t="t" r="r" b="b"/>
              <a:pathLst>
                <a:path w="21116" h="3180" extrusionOk="0">
                  <a:moveTo>
                    <a:pt x="10841" y="1"/>
                  </a:moveTo>
                  <a:cubicBezTo>
                    <a:pt x="10675" y="201"/>
                    <a:pt x="10474" y="468"/>
                    <a:pt x="10241" y="701"/>
                  </a:cubicBezTo>
                  <a:cubicBezTo>
                    <a:pt x="10141" y="835"/>
                    <a:pt x="10041" y="968"/>
                    <a:pt x="9907" y="1068"/>
                  </a:cubicBezTo>
                  <a:lnTo>
                    <a:pt x="9874" y="1135"/>
                  </a:lnTo>
                  <a:lnTo>
                    <a:pt x="9841" y="1168"/>
                  </a:lnTo>
                  <a:lnTo>
                    <a:pt x="9741" y="1268"/>
                  </a:lnTo>
                  <a:cubicBezTo>
                    <a:pt x="9540" y="1468"/>
                    <a:pt x="9307" y="1635"/>
                    <a:pt x="9040" y="1769"/>
                  </a:cubicBezTo>
                  <a:cubicBezTo>
                    <a:pt x="8572" y="2003"/>
                    <a:pt x="8053" y="2108"/>
                    <a:pt x="7527" y="2108"/>
                  </a:cubicBezTo>
                  <a:cubicBezTo>
                    <a:pt x="7453" y="2108"/>
                    <a:pt x="7379" y="2106"/>
                    <a:pt x="7306" y="2102"/>
                  </a:cubicBezTo>
                  <a:cubicBezTo>
                    <a:pt x="6672" y="2036"/>
                    <a:pt x="6071" y="1802"/>
                    <a:pt x="5571" y="1468"/>
                  </a:cubicBezTo>
                  <a:cubicBezTo>
                    <a:pt x="5471" y="1335"/>
                    <a:pt x="5337" y="1268"/>
                    <a:pt x="5204" y="1168"/>
                  </a:cubicBezTo>
                  <a:lnTo>
                    <a:pt x="5037" y="1035"/>
                  </a:lnTo>
                  <a:lnTo>
                    <a:pt x="4904" y="935"/>
                  </a:lnTo>
                  <a:lnTo>
                    <a:pt x="4804" y="801"/>
                  </a:lnTo>
                  <a:lnTo>
                    <a:pt x="4537" y="534"/>
                  </a:lnTo>
                  <a:lnTo>
                    <a:pt x="4504" y="501"/>
                  </a:lnTo>
                  <a:lnTo>
                    <a:pt x="4403" y="568"/>
                  </a:lnTo>
                  <a:lnTo>
                    <a:pt x="4237" y="701"/>
                  </a:lnTo>
                  <a:cubicBezTo>
                    <a:pt x="4137" y="868"/>
                    <a:pt x="3970" y="1001"/>
                    <a:pt x="3836" y="1135"/>
                  </a:cubicBezTo>
                  <a:cubicBezTo>
                    <a:pt x="3002" y="1902"/>
                    <a:pt x="2068" y="2369"/>
                    <a:pt x="1368" y="2503"/>
                  </a:cubicBezTo>
                  <a:cubicBezTo>
                    <a:pt x="1034" y="2569"/>
                    <a:pt x="734" y="2636"/>
                    <a:pt x="534" y="2636"/>
                  </a:cubicBezTo>
                  <a:lnTo>
                    <a:pt x="234" y="2636"/>
                  </a:lnTo>
                  <a:cubicBezTo>
                    <a:pt x="0" y="2669"/>
                    <a:pt x="0" y="3003"/>
                    <a:pt x="234" y="3003"/>
                  </a:cubicBezTo>
                  <a:lnTo>
                    <a:pt x="567" y="3003"/>
                  </a:lnTo>
                  <a:cubicBezTo>
                    <a:pt x="801" y="3003"/>
                    <a:pt x="1134" y="2970"/>
                    <a:pt x="1501" y="2903"/>
                  </a:cubicBezTo>
                  <a:cubicBezTo>
                    <a:pt x="1702" y="2836"/>
                    <a:pt x="1902" y="2836"/>
                    <a:pt x="2135" y="2736"/>
                  </a:cubicBezTo>
                  <a:cubicBezTo>
                    <a:pt x="2369" y="2669"/>
                    <a:pt x="2569" y="2603"/>
                    <a:pt x="2836" y="2469"/>
                  </a:cubicBezTo>
                  <a:cubicBezTo>
                    <a:pt x="3303" y="2236"/>
                    <a:pt x="3803" y="1869"/>
                    <a:pt x="4237" y="1502"/>
                  </a:cubicBezTo>
                  <a:lnTo>
                    <a:pt x="4403" y="1335"/>
                  </a:lnTo>
                  <a:lnTo>
                    <a:pt x="4470" y="1302"/>
                  </a:lnTo>
                  <a:cubicBezTo>
                    <a:pt x="4470" y="1302"/>
                    <a:pt x="4470" y="1272"/>
                    <a:pt x="4480" y="1272"/>
                  </a:cubicBezTo>
                  <a:cubicBezTo>
                    <a:pt x="4485" y="1272"/>
                    <a:pt x="4492" y="1279"/>
                    <a:pt x="4504" y="1302"/>
                  </a:cubicBezTo>
                  <a:lnTo>
                    <a:pt x="4570" y="1368"/>
                  </a:lnTo>
                  <a:lnTo>
                    <a:pt x="4637" y="1402"/>
                  </a:lnTo>
                  <a:lnTo>
                    <a:pt x="4670" y="1468"/>
                  </a:lnTo>
                  <a:lnTo>
                    <a:pt x="4870" y="1635"/>
                  </a:lnTo>
                  <a:cubicBezTo>
                    <a:pt x="5004" y="1769"/>
                    <a:pt x="5171" y="1869"/>
                    <a:pt x="5304" y="1969"/>
                  </a:cubicBezTo>
                  <a:cubicBezTo>
                    <a:pt x="5871" y="2369"/>
                    <a:pt x="6538" y="2669"/>
                    <a:pt x="7306" y="2736"/>
                  </a:cubicBezTo>
                  <a:cubicBezTo>
                    <a:pt x="7486" y="2771"/>
                    <a:pt x="7674" y="2787"/>
                    <a:pt x="7863" y="2787"/>
                  </a:cubicBezTo>
                  <a:cubicBezTo>
                    <a:pt x="8406" y="2787"/>
                    <a:pt x="8962" y="2650"/>
                    <a:pt x="9407" y="2402"/>
                  </a:cubicBezTo>
                  <a:cubicBezTo>
                    <a:pt x="9741" y="2236"/>
                    <a:pt x="10041" y="2036"/>
                    <a:pt x="10308" y="1835"/>
                  </a:cubicBezTo>
                  <a:lnTo>
                    <a:pt x="10474" y="1669"/>
                  </a:lnTo>
                  <a:cubicBezTo>
                    <a:pt x="10508" y="1802"/>
                    <a:pt x="10575" y="1969"/>
                    <a:pt x="10675" y="2136"/>
                  </a:cubicBezTo>
                  <a:cubicBezTo>
                    <a:pt x="10841" y="2436"/>
                    <a:pt x="11175" y="2703"/>
                    <a:pt x="11509" y="2869"/>
                  </a:cubicBezTo>
                  <a:cubicBezTo>
                    <a:pt x="11922" y="3106"/>
                    <a:pt x="12359" y="3179"/>
                    <a:pt x="12792" y="3179"/>
                  </a:cubicBezTo>
                  <a:cubicBezTo>
                    <a:pt x="13092" y="3179"/>
                    <a:pt x="13390" y="3144"/>
                    <a:pt x="13677" y="3103"/>
                  </a:cubicBezTo>
                  <a:cubicBezTo>
                    <a:pt x="14377" y="2970"/>
                    <a:pt x="15044" y="2703"/>
                    <a:pt x="15678" y="2436"/>
                  </a:cubicBezTo>
                  <a:cubicBezTo>
                    <a:pt x="15978" y="2302"/>
                    <a:pt x="16245" y="2136"/>
                    <a:pt x="16545" y="1935"/>
                  </a:cubicBezTo>
                  <a:cubicBezTo>
                    <a:pt x="16646" y="1835"/>
                    <a:pt x="16679" y="1802"/>
                    <a:pt x="16746" y="1769"/>
                  </a:cubicBezTo>
                  <a:lnTo>
                    <a:pt x="16846" y="1669"/>
                  </a:lnTo>
                  <a:lnTo>
                    <a:pt x="16879" y="1635"/>
                  </a:lnTo>
                  <a:cubicBezTo>
                    <a:pt x="16925" y="1612"/>
                    <a:pt x="16955" y="1573"/>
                    <a:pt x="16969" y="1573"/>
                  </a:cubicBezTo>
                  <a:cubicBezTo>
                    <a:pt x="16976" y="1573"/>
                    <a:pt x="16979" y="1581"/>
                    <a:pt x="16979" y="1602"/>
                  </a:cubicBezTo>
                  <a:cubicBezTo>
                    <a:pt x="17012" y="1602"/>
                    <a:pt x="17012" y="1635"/>
                    <a:pt x="17012" y="1635"/>
                  </a:cubicBezTo>
                  <a:lnTo>
                    <a:pt x="17046" y="1702"/>
                  </a:lnTo>
                  <a:cubicBezTo>
                    <a:pt x="17113" y="1702"/>
                    <a:pt x="17113" y="1769"/>
                    <a:pt x="17146" y="1802"/>
                  </a:cubicBezTo>
                  <a:cubicBezTo>
                    <a:pt x="17279" y="1935"/>
                    <a:pt x="17346" y="2036"/>
                    <a:pt x="17479" y="2136"/>
                  </a:cubicBezTo>
                  <a:cubicBezTo>
                    <a:pt x="17680" y="2336"/>
                    <a:pt x="17946" y="2503"/>
                    <a:pt x="18180" y="2636"/>
                  </a:cubicBezTo>
                  <a:cubicBezTo>
                    <a:pt x="18647" y="2869"/>
                    <a:pt x="19114" y="3003"/>
                    <a:pt x="19514" y="3103"/>
                  </a:cubicBezTo>
                  <a:cubicBezTo>
                    <a:pt x="19731" y="3120"/>
                    <a:pt x="19923" y="3128"/>
                    <a:pt x="20085" y="3128"/>
                  </a:cubicBezTo>
                  <a:cubicBezTo>
                    <a:pt x="20248" y="3128"/>
                    <a:pt x="20382" y="3120"/>
                    <a:pt x="20482" y="3103"/>
                  </a:cubicBezTo>
                  <a:cubicBezTo>
                    <a:pt x="20682" y="3036"/>
                    <a:pt x="20815" y="3003"/>
                    <a:pt x="20815" y="3003"/>
                  </a:cubicBezTo>
                  <a:cubicBezTo>
                    <a:pt x="21115" y="2869"/>
                    <a:pt x="20882" y="2603"/>
                    <a:pt x="20582" y="2569"/>
                  </a:cubicBezTo>
                  <a:cubicBezTo>
                    <a:pt x="20582" y="2569"/>
                    <a:pt x="20548" y="2636"/>
                    <a:pt x="20515" y="2636"/>
                  </a:cubicBezTo>
                  <a:cubicBezTo>
                    <a:pt x="20482" y="2636"/>
                    <a:pt x="20382" y="2669"/>
                    <a:pt x="20315" y="2669"/>
                  </a:cubicBezTo>
                  <a:cubicBezTo>
                    <a:pt x="20218" y="2683"/>
                    <a:pt x="20116" y="2691"/>
                    <a:pt x="20005" y="2691"/>
                  </a:cubicBezTo>
                  <a:cubicBezTo>
                    <a:pt x="19849" y="2691"/>
                    <a:pt x="19676" y="2675"/>
                    <a:pt x="19481" y="2636"/>
                  </a:cubicBezTo>
                  <a:cubicBezTo>
                    <a:pt x="19147" y="2569"/>
                    <a:pt x="18714" y="2402"/>
                    <a:pt x="18313" y="2169"/>
                  </a:cubicBezTo>
                  <a:cubicBezTo>
                    <a:pt x="18080" y="2036"/>
                    <a:pt x="17880" y="1869"/>
                    <a:pt x="17713" y="1702"/>
                  </a:cubicBezTo>
                  <a:cubicBezTo>
                    <a:pt x="17646" y="1635"/>
                    <a:pt x="17546" y="1502"/>
                    <a:pt x="17479" y="1402"/>
                  </a:cubicBezTo>
                  <a:cubicBezTo>
                    <a:pt x="17479" y="1368"/>
                    <a:pt x="17413" y="1368"/>
                    <a:pt x="17413" y="1335"/>
                  </a:cubicBezTo>
                  <a:lnTo>
                    <a:pt x="17379" y="1302"/>
                  </a:lnTo>
                  <a:lnTo>
                    <a:pt x="17346" y="1202"/>
                  </a:lnTo>
                  <a:cubicBezTo>
                    <a:pt x="17313" y="1068"/>
                    <a:pt x="17213" y="968"/>
                    <a:pt x="17179" y="835"/>
                  </a:cubicBezTo>
                  <a:lnTo>
                    <a:pt x="17079" y="668"/>
                  </a:lnTo>
                  <a:cubicBezTo>
                    <a:pt x="17046" y="668"/>
                    <a:pt x="17046" y="635"/>
                    <a:pt x="17046" y="635"/>
                  </a:cubicBezTo>
                  <a:lnTo>
                    <a:pt x="17012" y="668"/>
                  </a:lnTo>
                  <a:lnTo>
                    <a:pt x="16912" y="735"/>
                  </a:lnTo>
                  <a:cubicBezTo>
                    <a:pt x="16812" y="868"/>
                    <a:pt x="16712" y="968"/>
                    <a:pt x="16579" y="1035"/>
                  </a:cubicBezTo>
                  <a:cubicBezTo>
                    <a:pt x="16545" y="1068"/>
                    <a:pt x="16479" y="1135"/>
                    <a:pt x="16412" y="1168"/>
                  </a:cubicBezTo>
                  <a:lnTo>
                    <a:pt x="16345" y="1235"/>
                  </a:lnTo>
                  <a:cubicBezTo>
                    <a:pt x="16312" y="1302"/>
                    <a:pt x="16212" y="1335"/>
                    <a:pt x="16179" y="1368"/>
                  </a:cubicBezTo>
                  <a:cubicBezTo>
                    <a:pt x="15912" y="1535"/>
                    <a:pt x="15645" y="1702"/>
                    <a:pt x="15345" y="1835"/>
                  </a:cubicBezTo>
                  <a:cubicBezTo>
                    <a:pt x="14744" y="2136"/>
                    <a:pt x="14144" y="2336"/>
                    <a:pt x="13510" y="2402"/>
                  </a:cubicBezTo>
                  <a:cubicBezTo>
                    <a:pt x="13269" y="2441"/>
                    <a:pt x="13029" y="2464"/>
                    <a:pt x="12795" y="2464"/>
                  </a:cubicBezTo>
                  <a:cubicBezTo>
                    <a:pt x="12414" y="2464"/>
                    <a:pt x="12052" y="2401"/>
                    <a:pt x="11742" y="2236"/>
                  </a:cubicBezTo>
                  <a:cubicBezTo>
                    <a:pt x="11542" y="2136"/>
                    <a:pt x="11342" y="1969"/>
                    <a:pt x="11208" y="1735"/>
                  </a:cubicBezTo>
                  <a:cubicBezTo>
                    <a:pt x="11142" y="1635"/>
                    <a:pt x="11075" y="1535"/>
                    <a:pt x="11042" y="1368"/>
                  </a:cubicBezTo>
                  <a:cubicBezTo>
                    <a:pt x="10975" y="1035"/>
                    <a:pt x="10908" y="668"/>
                    <a:pt x="10875" y="368"/>
                  </a:cubicBezTo>
                  <a:cubicBezTo>
                    <a:pt x="10875" y="201"/>
                    <a:pt x="10841" y="101"/>
                    <a:pt x="10841"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3" name="Google Shape;893;p8"/>
            <p:cNvSpPr/>
            <p:nvPr/>
          </p:nvSpPr>
          <p:spPr>
            <a:xfrm>
              <a:off x="2198025" y="3521400"/>
              <a:ext cx="402350" cy="114175"/>
            </a:xfrm>
            <a:custGeom>
              <a:avLst/>
              <a:gdLst/>
              <a:ahLst/>
              <a:cxnLst/>
              <a:rect l="l" t="t" r="r" b="b"/>
              <a:pathLst>
                <a:path w="16094" h="4567" extrusionOk="0">
                  <a:moveTo>
                    <a:pt x="4528" y="0"/>
                  </a:moveTo>
                  <a:cubicBezTo>
                    <a:pt x="4523" y="0"/>
                    <a:pt x="4519" y="7"/>
                    <a:pt x="4519" y="30"/>
                  </a:cubicBezTo>
                  <a:lnTo>
                    <a:pt x="4319" y="297"/>
                  </a:lnTo>
                  <a:cubicBezTo>
                    <a:pt x="4185" y="463"/>
                    <a:pt x="4085" y="630"/>
                    <a:pt x="3985" y="797"/>
                  </a:cubicBezTo>
                  <a:cubicBezTo>
                    <a:pt x="3685" y="1231"/>
                    <a:pt x="3352" y="1631"/>
                    <a:pt x="3051" y="1998"/>
                  </a:cubicBezTo>
                  <a:cubicBezTo>
                    <a:pt x="2484" y="2732"/>
                    <a:pt x="1750" y="3165"/>
                    <a:pt x="1217" y="3265"/>
                  </a:cubicBezTo>
                  <a:lnTo>
                    <a:pt x="850" y="3265"/>
                  </a:lnTo>
                  <a:cubicBezTo>
                    <a:pt x="716" y="3265"/>
                    <a:pt x="650" y="3232"/>
                    <a:pt x="550" y="3232"/>
                  </a:cubicBezTo>
                  <a:cubicBezTo>
                    <a:pt x="416" y="3165"/>
                    <a:pt x="349" y="3132"/>
                    <a:pt x="349" y="3132"/>
                  </a:cubicBezTo>
                  <a:cubicBezTo>
                    <a:pt x="334" y="3126"/>
                    <a:pt x="319" y="3123"/>
                    <a:pt x="304" y="3123"/>
                  </a:cubicBezTo>
                  <a:cubicBezTo>
                    <a:pt x="150" y="3123"/>
                    <a:pt x="0" y="3405"/>
                    <a:pt x="183" y="3465"/>
                  </a:cubicBezTo>
                  <a:lnTo>
                    <a:pt x="416" y="3599"/>
                  </a:lnTo>
                  <a:cubicBezTo>
                    <a:pt x="516" y="3632"/>
                    <a:pt x="650" y="3632"/>
                    <a:pt x="750" y="3666"/>
                  </a:cubicBezTo>
                  <a:lnTo>
                    <a:pt x="1217" y="3666"/>
                  </a:lnTo>
                  <a:cubicBezTo>
                    <a:pt x="1550" y="3632"/>
                    <a:pt x="1984" y="3499"/>
                    <a:pt x="2351" y="3265"/>
                  </a:cubicBezTo>
                  <a:cubicBezTo>
                    <a:pt x="2718" y="3065"/>
                    <a:pt x="3085" y="2732"/>
                    <a:pt x="3418" y="2331"/>
                  </a:cubicBezTo>
                  <a:cubicBezTo>
                    <a:pt x="3752" y="1964"/>
                    <a:pt x="4085" y="1564"/>
                    <a:pt x="4419" y="1130"/>
                  </a:cubicBezTo>
                  <a:lnTo>
                    <a:pt x="4552" y="964"/>
                  </a:lnTo>
                  <a:lnTo>
                    <a:pt x="4552" y="1030"/>
                  </a:lnTo>
                  <a:lnTo>
                    <a:pt x="4686" y="1130"/>
                  </a:lnTo>
                  <a:lnTo>
                    <a:pt x="4986" y="1431"/>
                  </a:lnTo>
                  <a:cubicBezTo>
                    <a:pt x="5386" y="1864"/>
                    <a:pt x="5853" y="2231"/>
                    <a:pt x="6354" y="2465"/>
                  </a:cubicBezTo>
                  <a:cubicBezTo>
                    <a:pt x="6854" y="2732"/>
                    <a:pt x="7421" y="2898"/>
                    <a:pt x="7988" y="2898"/>
                  </a:cubicBezTo>
                  <a:cubicBezTo>
                    <a:pt x="8522" y="2898"/>
                    <a:pt x="9089" y="2765"/>
                    <a:pt x="9589" y="2565"/>
                  </a:cubicBezTo>
                  <a:cubicBezTo>
                    <a:pt x="10090" y="2365"/>
                    <a:pt x="10657" y="2098"/>
                    <a:pt x="11090" y="1798"/>
                  </a:cubicBezTo>
                  <a:cubicBezTo>
                    <a:pt x="11224" y="1731"/>
                    <a:pt x="11357" y="1698"/>
                    <a:pt x="11491" y="1597"/>
                  </a:cubicBezTo>
                  <a:lnTo>
                    <a:pt x="11557" y="1564"/>
                  </a:lnTo>
                  <a:lnTo>
                    <a:pt x="11591" y="1564"/>
                  </a:lnTo>
                  <a:cubicBezTo>
                    <a:pt x="11610" y="1564"/>
                    <a:pt x="11618" y="1559"/>
                    <a:pt x="11624" y="1559"/>
                  </a:cubicBezTo>
                  <a:cubicBezTo>
                    <a:pt x="11638" y="1559"/>
                    <a:pt x="11638" y="1593"/>
                    <a:pt x="11758" y="1831"/>
                  </a:cubicBezTo>
                  <a:cubicBezTo>
                    <a:pt x="12024" y="2331"/>
                    <a:pt x="12325" y="2798"/>
                    <a:pt x="12591" y="3232"/>
                  </a:cubicBezTo>
                  <a:cubicBezTo>
                    <a:pt x="12925" y="3632"/>
                    <a:pt x="13259" y="3966"/>
                    <a:pt x="13692" y="4233"/>
                  </a:cubicBezTo>
                  <a:cubicBezTo>
                    <a:pt x="14093" y="4466"/>
                    <a:pt x="14526" y="4566"/>
                    <a:pt x="14860" y="4566"/>
                  </a:cubicBezTo>
                  <a:cubicBezTo>
                    <a:pt x="15227" y="4566"/>
                    <a:pt x="15494" y="4533"/>
                    <a:pt x="15660" y="4466"/>
                  </a:cubicBezTo>
                  <a:cubicBezTo>
                    <a:pt x="15827" y="4433"/>
                    <a:pt x="15894" y="4399"/>
                    <a:pt x="15894" y="4399"/>
                  </a:cubicBezTo>
                  <a:cubicBezTo>
                    <a:pt x="16094" y="4299"/>
                    <a:pt x="15994" y="4033"/>
                    <a:pt x="15727" y="3966"/>
                  </a:cubicBezTo>
                  <a:cubicBezTo>
                    <a:pt x="15727" y="3966"/>
                    <a:pt x="15660" y="4033"/>
                    <a:pt x="15494" y="4066"/>
                  </a:cubicBezTo>
                  <a:cubicBezTo>
                    <a:pt x="15327" y="4066"/>
                    <a:pt x="15093" y="4099"/>
                    <a:pt x="14826" y="4099"/>
                  </a:cubicBezTo>
                  <a:cubicBezTo>
                    <a:pt x="14526" y="4066"/>
                    <a:pt x="14226" y="3966"/>
                    <a:pt x="13892" y="3766"/>
                  </a:cubicBezTo>
                  <a:cubicBezTo>
                    <a:pt x="13559" y="3566"/>
                    <a:pt x="13259" y="3232"/>
                    <a:pt x="13025" y="2865"/>
                  </a:cubicBezTo>
                  <a:cubicBezTo>
                    <a:pt x="12758" y="2431"/>
                    <a:pt x="12525" y="1964"/>
                    <a:pt x="12325" y="1531"/>
                  </a:cubicBezTo>
                  <a:cubicBezTo>
                    <a:pt x="12225" y="1397"/>
                    <a:pt x="12191" y="1231"/>
                    <a:pt x="12091" y="1064"/>
                  </a:cubicBezTo>
                  <a:lnTo>
                    <a:pt x="11924" y="730"/>
                  </a:lnTo>
                  <a:lnTo>
                    <a:pt x="11891" y="630"/>
                  </a:lnTo>
                  <a:lnTo>
                    <a:pt x="11891" y="597"/>
                  </a:lnTo>
                  <a:cubicBezTo>
                    <a:pt x="11891" y="586"/>
                    <a:pt x="11887" y="582"/>
                    <a:pt x="11882" y="582"/>
                  </a:cubicBezTo>
                  <a:cubicBezTo>
                    <a:pt x="11872" y="582"/>
                    <a:pt x="11858" y="597"/>
                    <a:pt x="11858" y="597"/>
                  </a:cubicBezTo>
                  <a:lnTo>
                    <a:pt x="11691" y="697"/>
                  </a:lnTo>
                  <a:lnTo>
                    <a:pt x="11090" y="1030"/>
                  </a:lnTo>
                  <a:cubicBezTo>
                    <a:pt x="11024" y="1097"/>
                    <a:pt x="10890" y="1130"/>
                    <a:pt x="10757" y="1231"/>
                  </a:cubicBezTo>
                  <a:cubicBezTo>
                    <a:pt x="9856" y="1731"/>
                    <a:pt x="8855" y="2131"/>
                    <a:pt x="8022" y="2131"/>
                  </a:cubicBezTo>
                  <a:cubicBezTo>
                    <a:pt x="7188" y="2131"/>
                    <a:pt x="6220" y="1698"/>
                    <a:pt x="5486" y="930"/>
                  </a:cubicBezTo>
                  <a:cubicBezTo>
                    <a:pt x="5386" y="864"/>
                    <a:pt x="5253" y="764"/>
                    <a:pt x="5186" y="697"/>
                  </a:cubicBezTo>
                  <a:lnTo>
                    <a:pt x="4753" y="230"/>
                  </a:lnTo>
                  <a:lnTo>
                    <a:pt x="4652" y="96"/>
                  </a:lnTo>
                  <a:lnTo>
                    <a:pt x="4552" y="30"/>
                  </a:lnTo>
                  <a:cubicBezTo>
                    <a:pt x="4552" y="30"/>
                    <a:pt x="4538" y="0"/>
                    <a:pt x="4528"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4" name="Google Shape;894;p8"/>
            <p:cNvSpPr/>
            <p:nvPr/>
          </p:nvSpPr>
          <p:spPr>
            <a:xfrm>
              <a:off x="2554175" y="4914075"/>
              <a:ext cx="532400" cy="107675"/>
            </a:xfrm>
            <a:custGeom>
              <a:avLst/>
              <a:gdLst/>
              <a:ahLst/>
              <a:cxnLst/>
              <a:rect l="l" t="t" r="r" b="b"/>
              <a:pathLst>
                <a:path w="21296" h="4307" extrusionOk="0">
                  <a:moveTo>
                    <a:pt x="13664" y="1"/>
                  </a:moveTo>
                  <a:cubicBezTo>
                    <a:pt x="13660" y="1"/>
                    <a:pt x="13656" y="9"/>
                    <a:pt x="13656" y="29"/>
                  </a:cubicBezTo>
                  <a:lnTo>
                    <a:pt x="13623" y="63"/>
                  </a:lnTo>
                  <a:lnTo>
                    <a:pt x="13523" y="129"/>
                  </a:lnTo>
                  <a:lnTo>
                    <a:pt x="13356" y="296"/>
                  </a:lnTo>
                  <a:lnTo>
                    <a:pt x="13089" y="596"/>
                  </a:lnTo>
                  <a:cubicBezTo>
                    <a:pt x="12956" y="730"/>
                    <a:pt x="12822" y="796"/>
                    <a:pt x="12689" y="897"/>
                  </a:cubicBezTo>
                  <a:cubicBezTo>
                    <a:pt x="12589" y="1030"/>
                    <a:pt x="12456" y="1097"/>
                    <a:pt x="12322" y="1197"/>
                  </a:cubicBezTo>
                  <a:lnTo>
                    <a:pt x="11955" y="1430"/>
                  </a:lnTo>
                  <a:cubicBezTo>
                    <a:pt x="11455" y="1764"/>
                    <a:pt x="10854" y="1931"/>
                    <a:pt x="10321" y="2064"/>
                  </a:cubicBezTo>
                  <a:cubicBezTo>
                    <a:pt x="9912" y="2153"/>
                    <a:pt x="9465" y="2204"/>
                    <a:pt x="9003" y="2204"/>
                  </a:cubicBezTo>
                  <a:cubicBezTo>
                    <a:pt x="8257" y="2204"/>
                    <a:pt x="7472" y="2073"/>
                    <a:pt x="6751" y="1764"/>
                  </a:cubicBezTo>
                  <a:cubicBezTo>
                    <a:pt x="6451" y="1697"/>
                    <a:pt x="6184" y="1530"/>
                    <a:pt x="5918" y="1364"/>
                  </a:cubicBezTo>
                  <a:lnTo>
                    <a:pt x="5517" y="1097"/>
                  </a:lnTo>
                  <a:lnTo>
                    <a:pt x="5350" y="930"/>
                  </a:lnTo>
                  <a:lnTo>
                    <a:pt x="5017" y="630"/>
                  </a:lnTo>
                  <a:cubicBezTo>
                    <a:pt x="4917" y="563"/>
                    <a:pt x="4817" y="430"/>
                    <a:pt x="4683" y="363"/>
                  </a:cubicBezTo>
                  <a:lnTo>
                    <a:pt x="4483" y="763"/>
                  </a:lnTo>
                  <a:cubicBezTo>
                    <a:pt x="4416" y="963"/>
                    <a:pt x="4283" y="1130"/>
                    <a:pt x="4183" y="1364"/>
                  </a:cubicBezTo>
                  <a:lnTo>
                    <a:pt x="3949" y="1730"/>
                  </a:lnTo>
                  <a:cubicBezTo>
                    <a:pt x="3849" y="1797"/>
                    <a:pt x="3783" y="1964"/>
                    <a:pt x="3683" y="2064"/>
                  </a:cubicBezTo>
                  <a:cubicBezTo>
                    <a:pt x="2982" y="2931"/>
                    <a:pt x="2015" y="3398"/>
                    <a:pt x="1348" y="3632"/>
                  </a:cubicBezTo>
                  <a:cubicBezTo>
                    <a:pt x="1181" y="3732"/>
                    <a:pt x="1014" y="3765"/>
                    <a:pt x="914" y="3799"/>
                  </a:cubicBezTo>
                  <a:cubicBezTo>
                    <a:pt x="747" y="3865"/>
                    <a:pt x="614" y="3865"/>
                    <a:pt x="514" y="3899"/>
                  </a:cubicBezTo>
                  <a:cubicBezTo>
                    <a:pt x="347" y="3899"/>
                    <a:pt x="247" y="3932"/>
                    <a:pt x="247" y="3932"/>
                  </a:cubicBezTo>
                  <a:cubicBezTo>
                    <a:pt x="0" y="3963"/>
                    <a:pt x="10" y="4306"/>
                    <a:pt x="223" y="4306"/>
                  </a:cubicBezTo>
                  <a:cubicBezTo>
                    <a:pt x="241" y="4306"/>
                    <a:pt x="260" y="4304"/>
                    <a:pt x="280" y="4299"/>
                  </a:cubicBezTo>
                  <a:cubicBezTo>
                    <a:pt x="280" y="4299"/>
                    <a:pt x="414" y="4299"/>
                    <a:pt x="614" y="4266"/>
                  </a:cubicBezTo>
                  <a:cubicBezTo>
                    <a:pt x="680" y="4232"/>
                    <a:pt x="814" y="4232"/>
                    <a:pt x="981" y="4199"/>
                  </a:cubicBezTo>
                  <a:cubicBezTo>
                    <a:pt x="1114" y="4132"/>
                    <a:pt x="1281" y="4099"/>
                    <a:pt x="1481" y="4065"/>
                  </a:cubicBezTo>
                  <a:cubicBezTo>
                    <a:pt x="2182" y="3799"/>
                    <a:pt x="3282" y="3365"/>
                    <a:pt x="4116" y="2398"/>
                  </a:cubicBezTo>
                  <a:cubicBezTo>
                    <a:pt x="4250" y="2264"/>
                    <a:pt x="4316" y="2131"/>
                    <a:pt x="4416" y="2031"/>
                  </a:cubicBezTo>
                  <a:cubicBezTo>
                    <a:pt x="4483" y="1897"/>
                    <a:pt x="4617" y="1730"/>
                    <a:pt x="4683" y="1597"/>
                  </a:cubicBezTo>
                  <a:lnTo>
                    <a:pt x="4817" y="1397"/>
                  </a:lnTo>
                  <a:lnTo>
                    <a:pt x="4850" y="1364"/>
                  </a:lnTo>
                  <a:lnTo>
                    <a:pt x="4917" y="1297"/>
                  </a:lnTo>
                  <a:lnTo>
                    <a:pt x="4950" y="1364"/>
                  </a:lnTo>
                  <a:lnTo>
                    <a:pt x="4984" y="1397"/>
                  </a:lnTo>
                  <a:cubicBezTo>
                    <a:pt x="5084" y="1430"/>
                    <a:pt x="5117" y="1530"/>
                    <a:pt x="5184" y="1564"/>
                  </a:cubicBezTo>
                  <a:lnTo>
                    <a:pt x="5617" y="1864"/>
                  </a:lnTo>
                  <a:cubicBezTo>
                    <a:pt x="5918" y="2031"/>
                    <a:pt x="6184" y="2231"/>
                    <a:pt x="6518" y="2364"/>
                  </a:cubicBezTo>
                  <a:cubicBezTo>
                    <a:pt x="7371" y="2748"/>
                    <a:pt x="8278" y="2914"/>
                    <a:pt x="9135" y="2914"/>
                  </a:cubicBezTo>
                  <a:cubicBezTo>
                    <a:pt x="9619" y="2914"/>
                    <a:pt x="10087" y="2861"/>
                    <a:pt x="10521" y="2765"/>
                  </a:cubicBezTo>
                  <a:cubicBezTo>
                    <a:pt x="11121" y="2598"/>
                    <a:pt x="11788" y="2398"/>
                    <a:pt x="12355" y="2064"/>
                  </a:cubicBezTo>
                  <a:cubicBezTo>
                    <a:pt x="12522" y="1964"/>
                    <a:pt x="12656" y="1864"/>
                    <a:pt x="12822" y="1764"/>
                  </a:cubicBezTo>
                  <a:cubicBezTo>
                    <a:pt x="12956" y="1630"/>
                    <a:pt x="13123" y="1564"/>
                    <a:pt x="13256" y="1430"/>
                  </a:cubicBezTo>
                  <a:cubicBezTo>
                    <a:pt x="13423" y="1364"/>
                    <a:pt x="13523" y="1230"/>
                    <a:pt x="13656" y="1097"/>
                  </a:cubicBezTo>
                  <a:lnTo>
                    <a:pt x="13690" y="1063"/>
                  </a:lnTo>
                  <a:lnTo>
                    <a:pt x="13790" y="1197"/>
                  </a:lnTo>
                  <a:lnTo>
                    <a:pt x="14123" y="1564"/>
                  </a:lnTo>
                  <a:lnTo>
                    <a:pt x="14490" y="1931"/>
                  </a:lnTo>
                  <a:cubicBezTo>
                    <a:pt x="14624" y="2064"/>
                    <a:pt x="14791" y="2131"/>
                    <a:pt x="14924" y="2264"/>
                  </a:cubicBezTo>
                  <a:cubicBezTo>
                    <a:pt x="15491" y="2631"/>
                    <a:pt x="16125" y="2898"/>
                    <a:pt x="16759" y="3065"/>
                  </a:cubicBezTo>
                  <a:cubicBezTo>
                    <a:pt x="17387" y="3222"/>
                    <a:pt x="17997" y="3269"/>
                    <a:pt x="18541" y="3269"/>
                  </a:cubicBezTo>
                  <a:cubicBezTo>
                    <a:pt x="19037" y="3269"/>
                    <a:pt x="19478" y="3230"/>
                    <a:pt x="19827" y="3198"/>
                  </a:cubicBezTo>
                  <a:cubicBezTo>
                    <a:pt x="20595" y="3098"/>
                    <a:pt x="21028" y="3031"/>
                    <a:pt x="21028" y="3031"/>
                  </a:cubicBezTo>
                  <a:cubicBezTo>
                    <a:pt x="21295" y="2965"/>
                    <a:pt x="21195" y="2698"/>
                    <a:pt x="20995" y="2598"/>
                  </a:cubicBezTo>
                  <a:cubicBezTo>
                    <a:pt x="20995" y="2598"/>
                    <a:pt x="20528" y="2698"/>
                    <a:pt x="19794" y="2731"/>
                  </a:cubicBezTo>
                  <a:cubicBezTo>
                    <a:pt x="19602" y="2740"/>
                    <a:pt x="19394" y="2746"/>
                    <a:pt x="19171" y="2746"/>
                  </a:cubicBezTo>
                  <a:cubicBezTo>
                    <a:pt x="18504" y="2746"/>
                    <a:pt x="17709" y="2689"/>
                    <a:pt x="16859" y="2464"/>
                  </a:cubicBezTo>
                  <a:cubicBezTo>
                    <a:pt x="16292" y="2364"/>
                    <a:pt x="15758" y="2097"/>
                    <a:pt x="15258" y="1730"/>
                  </a:cubicBezTo>
                  <a:cubicBezTo>
                    <a:pt x="15124" y="1630"/>
                    <a:pt x="14991" y="1530"/>
                    <a:pt x="14857" y="1430"/>
                  </a:cubicBezTo>
                  <a:lnTo>
                    <a:pt x="14524" y="1097"/>
                  </a:lnTo>
                  <a:cubicBezTo>
                    <a:pt x="14424" y="963"/>
                    <a:pt x="14324" y="897"/>
                    <a:pt x="14190" y="730"/>
                  </a:cubicBezTo>
                  <a:lnTo>
                    <a:pt x="13690" y="63"/>
                  </a:lnTo>
                  <a:cubicBezTo>
                    <a:pt x="13690" y="40"/>
                    <a:pt x="13674" y="1"/>
                    <a:pt x="13664"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5" name="Google Shape;895;p8"/>
            <p:cNvSpPr/>
            <p:nvPr/>
          </p:nvSpPr>
          <p:spPr>
            <a:xfrm>
              <a:off x="1403675" y="3873225"/>
              <a:ext cx="258550" cy="100075"/>
            </a:xfrm>
            <a:custGeom>
              <a:avLst/>
              <a:gdLst/>
              <a:ahLst/>
              <a:cxnLst/>
              <a:rect l="l" t="t" r="r" b="b"/>
              <a:pathLst>
                <a:path w="10342" h="4003" extrusionOk="0">
                  <a:moveTo>
                    <a:pt x="5338" y="0"/>
                  </a:moveTo>
                  <a:lnTo>
                    <a:pt x="5304" y="33"/>
                  </a:lnTo>
                  <a:lnTo>
                    <a:pt x="5171" y="234"/>
                  </a:lnTo>
                  <a:cubicBezTo>
                    <a:pt x="5004" y="500"/>
                    <a:pt x="4904" y="734"/>
                    <a:pt x="4737" y="1034"/>
                  </a:cubicBezTo>
                  <a:cubicBezTo>
                    <a:pt x="4670" y="1134"/>
                    <a:pt x="4637" y="1168"/>
                    <a:pt x="4604" y="1234"/>
                  </a:cubicBezTo>
                  <a:lnTo>
                    <a:pt x="4470" y="1468"/>
                  </a:lnTo>
                  <a:cubicBezTo>
                    <a:pt x="4404" y="1635"/>
                    <a:pt x="4270" y="1735"/>
                    <a:pt x="4170" y="1868"/>
                  </a:cubicBezTo>
                  <a:cubicBezTo>
                    <a:pt x="4103" y="2002"/>
                    <a:pt x="3970" y="2135"/>
                    <a:pt x="3837" y="2235"/>
                  </a:cubicBezTo>
                  <a:cubicBezTo>
                    <a:pt x="3636" y="2502"/>
                    <a:pt x="3336" y="2669"/>
                    <a:pt x="3103" y="2869"/>
                  </a:cubicBezTo>
                  <a:cubicBezTo>
                    <a:pt x="2969" y="2969"/>
                    <a:pt x="2802" y="3002"/>
                    <a:pt x="2669" y="3069"/>
                  </a:cubicBezTo>
                  <a:cubicBezTo>
                    <a:pt x="2569" y="3136"/>
                    <a:pt x="2436" y="3202"/>
                    <a:pt x="2269" y="3236"/>
                  </a:cubicBezTo>
                  <a:cubicBezTo>
                    <a:pt x="1969" y="3336"/>
                    <a:pt x="1735" y="3469"/>
                    <a:pt x="1468" y="3469"/>
                  </a:cubicBezTo>
                  <a:cubicBezTo>
                    <a:pt x="1235" y="3503"/>
                    <a:pt x="1001" y="3536"/>
                    <a:pt x="801" y="3536"/>
                  </a:cubicBezTo>
                  <a:lnTo>
                    <a:pt x="167" y="3536"/>
                  </a:lnTo>
                  <a:cubicBezTo>
                    <a:pt x="67" y="3536"/>
                    <a:pt x="0" y="3903"/>
                    <a:pt x="134" y="3903"/>
                  </a:cubicBezTo>
                  <a:cubicBezTo>
                    <a:pt x="134" y="3903"/>
                    <a:pt x="401" y="3903"/>
                    <a:pt x="801" y="3970"/>
                  </a:cubicBezTo>
                  <a:cubicBezTo>
                    <a:pt x="1001" y="3970"/>
                    <a:pt x="1268" y="3903"/>
                    <a:pt x="1568" y="3903"/>
                  </a:cubicBezTo>
                  <a:cubicBezTo>
                    <a:pt x="1835" y="3903"/>
                    <a:pt x="2135" y="3836"/>
                    <a:pt x="2469" y="3736"/>
                  </a:cubicBezTo>
                  <a:cubicBezTo>
                    <a:pt x="2636" y="3736"/>
                    <a:pt x="2802" y="3669"/>
                    <a:pt x="2969" y="3569"/>
                  </a:cubicBezTo>
                  <a:lnTo>
                    <a:pt x="3470" y="3336"/>
                  </a:lnTo>
                  <a:cubicBezTo>
                    <a:pt x="3770" y="3136"/>
                    <a:pt x="4103" y="2969"/>
                    <a:pt x="4337" y="2669"/>
                  </a:cubicBezTo>
                  <a:cubicBezTo>
                    <a:pt x="4470" y="2502"/>
                    <a:pt x="4604" y="2368"/>
                    <a:pt x="4737" y="2235"/>
                  </a:cubicBezTo>
                  <a:cubicBezTo>
                    <a:pt x="4837" y="2135"/>
                    <a:pt x="4937" y="1968"/>
                    <a:pt x="5071" y="1835"/>
                  </a:cubicBezTo>
                  <a:lnTo>
                    <a:pt x="5238" y="1635"/>
                  </a:lnTo>
                  <a:cubicBezTo>
                    <a:pt x="5271" y="1568"/>
                    <a:pt x="5304" y="1501"/>
                    <a:pt x="5338" y="1401"/>
                  </a:cubicBezTo>
                  <a:lnTo>
                    <a:pt x="5338" y="1368"/>
                  </a:lnTo>
                  <a:lnTo>
                    <a:pt x="5471" y="1568"/>
                  </a:lnTo>
                  <a:cubicBezTo>
                    <a:pt x="5671" y="1868"/>
                    <a:pt x="5938" y="2168"/>
                    <a:pt x="6172" y="2402"/>
                  </a:cubicBezTo>
                  <a:cubicBezTo>
                    <a:pt x="6672" y="2969"/>
                    <a:pt x="7306" y="3403"/>
                    <a:pt x="7939" y="3669"/>
                  </a:cubicBezTo>
                  <a:cubicBezTo>
                    <a:pt x="8573" y="3903"/>
                    <a:pt x="9140" y="4003"/>
                    <a:pt x="9574" y="4003"/>
                  </a:cubicBezTo>
                  <a:cubicBezTo>
                    <a:pt x="9774" y="4003"/>
                    <a:pt x="9941" y="3970"/>
                    <a:pt x="10074" y="3970"/>
                  </a:cubicBezTo>
                  <a:cubicBezTo>
                    <a:pt x="10174" y="3903"/>
                    <a:pt x="10241" y="3903"/>
                    <a:pt x="10241" y="3903"/>
                  </a:cubicBezTo>
                  <a:cubicBezTo>
                    <a:pt x="10341" y="3870"/>
                    <a:pt x="10308" y="3569"/>
                    <a:pt x="10241" y="3569"/>
                  </a:cubicBezTo>
                  <a:lnTo>
                    <a:pt x="10074" y="3569"/>
                  </a:lnTo>
                  <a:cubicBezTo>
                    <a:pt x="10030" y="3592"/>
                    <a:pt x="9985" y="3599"/>
                    <a:pt x="9938" y="3599"/>
                  </a:cubicBezTo>
                  <a:cubicBezTo>
                    <a:pt x="9845" y="3599"/>
                    <a:pt x="9741" y="3569"/>
                    <a:pt x="9607" y="3569"/>
                  </a:cubicBezTo>
                  <a:cubicBezTo>
                    <a:pt x="9240" y="3536"/>
                    <a:pt x="8740" y="3403"/>
                    <a:pt x="8173" y="3169"/>
                  </a:cubicBezTo>
                  <a:cubicBezTo>
                    <a:pt x="7639" y="2869"/>
                    <a:pt x="7139" y="2469"/>
                    <a:pt x="6672" y="1968"/>
                  </a:cubicBezTo>
                  <a:cubicBezTo>
                    <a:pt x="6438" y="1701"/>
                    <a:pt x="6272" y="1401"/>
                    <a:pt x="6071" y="1168"/>
                  </a:cubicBezTo>
                  <a:cubicBezTo>
                    <a:pt x="5971" y="1068"/>
                    <a:pt x="5938" y="1001"/>
                    <a:pt x="5905" y="901"/>
                  </a:cubicBezTo>
                  <a:cubicBezTo>
                    <a:pt x="5805" y="801"/>
                    <a:pt x="5738" y="634"/>
                    <a:pt x="5638" y="500"/>
                  </a:cubicBezTo>
                  <a:cubicBezTo>
                    <a:pt x="5571" y="367"/>
                    <a:pt x="5471" y="200"/>
                    <a:pt x="5404" y="67"/>
                  </a:cubicBezTo>
                  <a:lnTo>
                    <a:pt x="5338" y="0"/>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6" name="Google Shape;896;p8"/>
            <p:cNvSpPr/>
            <p:nvPr/>
          </p:nvSpPr>
          <p:spPr>
            <a:xfrm>
              <a:off x="2510300" y="4001650"/>
              <a:ext cx="261050" cy="73400"/>
            </a:xfrm>
            <a:custGeom>
              <a:avLst/>
              <a:gdLst/>
              <a:ahLst/>
              <a:cxnLst/>
              <a:rect l="l" t="t" r="r" b="b"/>
              <a:pathLst>
                <a:path w="10442" h="2936" extrusionOk="0">
                  <a:moveTo>
                    <a:pt x="5338" y="0"/>
                  </a:moveTo>
                  <a:lnTo>
                    <a:pt x="5204" y="167"/>
                  </a:lnTo>
                  <a:cubicBezTo>
                    <a:pt x="5071" y="334"/>
                    <a:pt x="4904" y="500"/>
                    <a:pt x="4737" y="667"/>
                  </a:cubicBezTo>
                  <a:lnTo>
                    <a:pt x="4604" y="834"/>
                  </a:lnTo>
                  <a:lnTo>
                    <a:pt x="4437" y="934"/>
                  </a:lnTo>
                  <a:cubicBezTo>
                    <a:pt x="4337" y="1034"/>
                    <a:pt x="4237" y="1168"/>
                    <a:pt x="4103" y="1234"/>
                  </a:cubicBezTo>
                  <a:lnTo>
                    <a:pt x="3736" y="1501"/>
                  </a:lnTo>
                  <a:lnTo>
                    <a:pt x="3536" y="1601"/>
                  </a:lnTo>
                  <a:lnTo>
                    <a:pt x="3336" y="1701"/>
                  </a:lnTo>
                  <a:cubicBezTo>
                    <a:pt x="3169" y="1768"/>
                    <a:pt x="3036" y="1868"/>
                    <a:pt x="2902" y="1901"/>
                  </a:cubicBezTo>
                  <a:cubicBezTo>
                    <a:pt x="2602" y="2002"/>
                    <a:pt x="2369" y="2102"/>
                    <a:pt x="2069" y="2168"/>
                  </a:cubicBezTo>
                  <a:cubicBezTo>
                    <a:pt x="1535" y="2268"/>
                    <a:pt x="1034" y="2368"/>
                    <a:pt x="701" y="2435"/>
                  </a:cubicBezTo>
                  <a:cubicBezTo>
                    <a:pt x="334" y="2502"/>
                    <a:pt x="100" y="2535"/>
                    <a:pt x="100" y="2535"/>
                  </a:cubicBezTo>
                  <a:cubicBezTo>
                    <a:pt x="0" y="2569"/>
                    <a:pt x="34" y="2902"/>
                    <a:pt x="167" y="2902"/>
                  </a:cubicBezTo>
                  <a:cubicBezTo>
                    <a:pt x="167" y="2902"/>
                    <a:pt x="367" y="2902"/>
                    <a:pt x="734" y="2869"/>
                  </a:cubicBezTo>
                  <a:cubicBezTo>
                    <a:pt x="1101" y="2802"/>
                    <a:pt x="1602" y="2769"/>
                    <a:pt x="2202" y="2669"/>
                  </a:cubicBezTo>
                  <a:cubicBezTo>
                    <a:pt x="2502" y="2602"/>
                    <a:pt x="2769" y="2535"/>
                    <a:pt x="3103" y="2435"/>
                  </a:cubicBezTo>
                  <a:cubicBezTo>
                    <a:pt x="3269" y="2402"/>
                    <a:pt x="3403" y="2335"/>
                    <a:pt x="3570" y="2268"/>
                  </a:cubicBezTo>
                  <a:lnTo>
                    <a:pt x="3836" y="2202"/>
                  </a:lnTo>
                  <a:lnTo>
                    <a:pt x="4037" y="2068"/>
                  </a:lnTo>
                  <a:cubicBezTo>
                    <a:pt x="4203" y="1968"/>
                    <a:pt x="4370" y="1901"/>
                    <a:pt x="4504" y="1835"/>
                  </a:cubicBezTo>
                  <a:cubicBezTo>
                    <a:pt x="4670" y="1735"/>
                    <a:pt x="4770" y="1601"/>
                    <a:pt x="4904" y="1535"/>
                  </a:cubicBezTo>
                  <a:lnTo>
                    <a:pt x="5104" y="1368"/>
                  </a:lnTo>
                  <a:lnTo>
                    <a:pt x="5271" y="1201"/>
                  </a:lnTo>
                  <a:lnTo>
                    <a:pt x="5371" y="1101"/>
                  </a:lnTo>
                  <a:lnTo>
                    <a:pt x="5404" y="1068"/>
                  </a:lnTo>
                  <a:lnTo>
                    <a:pt x="5704" y="1368"/>
                  </a:lnTo>
                  <a:cubicBezTo>
                    <a:pt x="5838" y="1501"/>
                    <a:pt x="5938" y="1568"/>
                    <a:pt x="6071" y="1701"/>
                  </a:cubicBezTo>
                  <a:cubicBezTo>
                    <a:pt x="6205" y="1768"/>
                    <a:pt x="6305" y="1901"/>
                    <a:pt x="6472" y="2002"/>
                  </a:cubicBezTo>
                  <a:cubicBezTo>
                    <a:pt x="7072" y="2402"/>
                    <a:pt x="7706" y="2602"/>
                    <a:pt x="8273" y="2769"/>
                  </a:cubicBezTo>
                  <a:cubicBezTo>
                    <a:pt x="8573" y="2835"/>
                    <a:pt x="8873" y="2869"/>
                    <a:pt x="9107" y="2902"/>
                  </a:cubicBezTo>
                  <a:cubicBezTo>
                    <a:pt x="9374" y="2902"/>
                    <a:pt x="9607" y="2936"/>
                    <a:pt x="9774" y="2936"/>
                  </a:cubicBezTo>
                  <a:lnTo>
                    <a:pt x="10374" y="2936"/>
                  </a:lnTo>
                  <a:cubicBezTo>
                    <a:pt x="10441" y="2936"/>
                    <a:pt x="10441" y="2602"/>
                    <a:pt x="10241" y="2535"/>
                  </a:cubicBezTo>
                  <a:cubicBezTo>
                    <a:pt x="10241" y="2535"/>
                    <a:pt x="10041" y="2535"/>
                    <a:pt x="9707" y="2502"/>
                  </a:cubicBezTo>
                  <a:cubicBezTo>
                    <a:pt x="9507" y="2502"/>
                    <a:pt x="9340" y="2435"/>
                    <a:pt x="9074" y="2402"/>
                  </a:cubicBezTo>
                  <a:cubicBezTo>
                    <a:pt x="8840" y="2368"/>
                    <a:pt x="8573" y="2268"/>
                    <a:pt x="8340" y="2202"/>
                  </a:cubicBezTo>
                  <a:cubicBezTo>
                    <a:pt x="7839" y="2035"/>
                    <a:pt x="7239" y="1768"/>
                    <a:pt x="6772" y="1401"/>
                  </a:cubicBezTo>
                  <a:cubicBezTo>
                    <a:pt x="6672" y="1334"/>
                    <a:pt x="6572" y="1201"/>
                    <a:pt x="6438" y="1101"/>
                  </a:cubicBezTo>
                  <a:cubicBezTo>
                    <a:pt x="6338" y="1034"/>
                    <a:pt x="6238" y="901"/>
                    <a:pt x="6105" y="834"/>
                  </a:cubicBezTo>
                  <a:cubicBezTo>
                    <a:pt x="6005" y="701"/>
                    <a:pt x="5905" y="567"/>
                    <a:pt x="5771" y="434"/>
                  </a:cubicBezTo>
                  <a:cubicBezTo>
                    <a:pt x="5704" y="334"/>
                    <a:pt x="5571" y="234"/>
                    <a:pt x="5504" y="100"/>
                  </a:cubicBezTo>
                  <a:cubicBezTo>
                    <a:pt x="5404" y="67"/>
                    <a:pt x="5371" y="33"/>
                    <a:pt x="5338"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7" name="Google Shape;897;p8"/>
            <p:cNvSpPr/>
            <p:nvPr/>
          </p:nvSpPr>
          <p:spPr>
            <a:xfrm>
              <a:off x="1274600" y="4963150"/>
              <a:ext cx="281525" cy="119300"/>
            </a:xfrm>
            <a:custGeom>
              <a:avLst/>
              <a:gdLst/>
              <a:ahLst/>
              <a:cxnLst/>
              <a:rect l="l" t="t" r="r" b="b"/>
              <a:pathLst>
                <a:path w="11261" h="4772" extrusionOk="0">
                  <a:moveTo>
                    <a:pt x="6931" y="1"/>
                  </a:moveTo>
                  <a:lnTo>
                    <a:pt x="6898" y="34"/>
                  </a:lnTo>
                  <a:lnTo>
                    <a:pt x="6798" y="168"/>
                  </a:lnTo>
                  <a:cubicBezTo>
                    <a:pt x="6731" y="335"/>
                    <a:pt x="6598" y="468"/>
                    <a:pt x="6498" y="635"/>
                  </a:cubicBezTo>
                  <a:cubicBezTo>
                    <a:pt x="6331" y="868"/>
                    <a:pt x="6064" y="1335"/>
                    <a:pt x="5997" y="1369"/>
                  </a:cubicBezTo>
                  <a:cubicBezTo>
                    <a:pt x="5630" y="1936"/>
                    <a:pt x="5130" y="2536"/>
                    <a:pt x="4563" y="3003"/>
                  </a:cubicBezTo>
                  <a:cubicBezTo>
                    <a:pt x="3963" y="3470"/>
                    <a:pt x="3295" y="3837"/>
                    <a:pt x="2628" y="3970"/>
                  </a:cubicBezTo>
                  <a:cubicBezTo>
                    <a:pt x="2370" y="4035"/>
                    <a:pt x="2126" y="4060"/>
                    <a:pt x="1900" y="4060"/>
                  </a:cubicBezTo>
                  <a:cubicBezTo>
                    <a:pt x="1542" y="4060"/>
                    <a:pt x="1226" y="3998"/>
                    <a:pt x="960" y="3937"/>
                  </a:cubicBezTo>
                  <a:cubicBezTo>
                    <a:pt x="760" y="3870"/>
                    <a:pt x="594" y="3804"/>
                    <a:pt x="460" y="3770"/>
                  </a:cubicBezTo>
                  <a:cubicBezTo>
                    <a:pt x="327" y="3704"/>
                    <a:pt x="293" y="3670"/>
                    <a:pt x="293" y="3670"/>
                  </a:cubicBezTo>
                  <a:cubicBezTo>
                    <a:pt x="286" y="3669"/>
                    <a:pt x="279" y="3668"/>
                    <a:pt x="272" y="3668"/>
                  </a:cubicBezTo>
                  <a:cubicBezTo>
                    <a:pt x="143" y="3668"/>
                    <a:pt x="0" y="3941"/>
                    <a:pt x="127" y="4004"/>
                  </a:cubicBezTo>
                  <a:cubicBezTo>
                    <a:pt x="127" y="4004"/>
                    <a:pt x="160" y="4037"/>
                    <a:pt x="293" y="4104"/>
                  </a:cubicBezTo>
                  <a:cubicBezTo>
                    <a:pt x="393" y="4137"/>
                    <a:pt x="594" y="4204"/>
                    <a:pt x="794" y="4304"/>
                  </a:cubicBezTo>
                  <a:cubicBezTo>
                    <a:pt x="1103" y="4423"/>
                    <a:pt x="1549" y="4525"/>
                    <a:pt x="2046" y="4525"/>
                  </a:cubicBezTo>
                  <a:cubicBezTo>
                    <a:pt x="2245" y="4525"/>
                    <a:pt x="2452" y="4509"/>
                    <a:pt x="2662" y="4471"/>
                  </a:cubicBezTo>
                  <a:cubicBezTo>
                    <a:pt x="3462" y="4337"/>
                    <a:pt x="4263" y="3970"/>
                    <a:pt x="4930" y="3470"/>
                  </a:cubicBezTo>
                  <a:cubicBezTo>
                    <a:pt x="5597" y="2970"/>
                    <a:pt x="6131" y="2303"/>
                    <a:pt x="6564" y="1702"/>
                  </a:cubicBezTo>
                  <a:cubicBezTo>
                    <a:pt x="6613" y="1590"/>
                    <a:pt x="6630" y="1562"/>
                    <a:pt x="6635" y="1557"/>
                  </a:cubicBezTo>
                  <a:lnTo>
                    <a:pt x="6635" y="1557"/>
                  </a:lnTo>
                  <a:cubicBezTo>
                    <a:pt x="6635" y="1557"/>
                    <a:pt x="6635" y="1557"/>
                    <a:pt x="6635" y="1557"/>
                  </a:cubicBezTo>
                  <a:cubicBezTo>
                    <a:pt x="6636" y="1557"/>
                    <a:pt x="6637" y="1556"/>
                    <a:pt x="6636" y="1556"/>
                  </a:cubicBezTo>
                  <a:cubicBezTo>
                    <a:pt x="6636" y="1556"/>
                    <a:pt x="6636" y="1556"/>
                    <a:pt x="6635" y="1557"/>
                  </a:cubicBezTo>
                  <a:lnTo>
                    <a:pt x="6635" y="1557"/>
                  </a:lnTo>
                  <a:cubicBezTo>
                    <a:pt x="6633" y="1556"/>
                    <a:pt x="6631" y="1552"/>
                    <a:pt x="6631" y="1535"/>
                  </a:cubicBezTo>
                  <a:lnTo>
                    <a:pt x="6631" y="1535"/>
                  </a:lnTo>
                  <a:lnTo>
                    <a:pt x="6665" y="1602"/>
                  </a:lnTo>
                  <a:lnTo>
                    <a:pt x="6931" y="2102"/>
                  </a:lnTo>
                  <a:cubicBezTo>
                    <a:pt x="7332" y="2836"/>
                    <a:pt x="7932" y="3503"/>
                    <a:pt x="8599" y="3904"/>
                  </a:cubicBezTo>
                  <a:cubicBezTo>
                    <a:pt x="8666" y="3970"/>
                    <a:pt x="8766" y="4004"/>
                    <a:pt x="8833" y="4037"/>
                  </a:cubicBezTo>
                  <a:lnTo>
                    <a:pt x="9100" y="4171"/>
                  </a:lnTo>
                  <a:cubicBezTo>
                    <a:pt x="9266" y="4271"/>
                    <a:pt x="9433" y="4304"/>
                    <a:pt x="9567" y="4371"/>
                  </a:cubicBezTo>
                  <a:cubicBezTo>
                    <a:pt x="9833" y="4471"/>
                    <a:pt x="10134" y="4571"/>
                    <a:pt x="10334" y="4638"/>
                  </a:cubicBezTo>
                  <a:cubicBezTo>
                    <a:pt x="10801" y="4738"/>
                    <a:pt x="11101" y="4771"/>
                    <a:pt x="11101" y="4771"/>
                  </a:cubicBezTo>
                  <a:cubicBezTo>
                    <a:pt x="11221" y="4771"/>
                    <a:pt x="11260" y="4528"/>
                    <a:pt x="11194" y="4528"/>
                  </a:cubicBezTo>
                  <a:cubicBezTo>
                    <a:pt x="11186" y="4528"/>
                    <a:pt x="11178" y="4531"/>
                    <a:pt x="11168" y="4538"/>
                  </a:cubicBezTo>
                  <a:cubicBezTo>
                    <a:pt x="11168" y="4538"/>
                    <a:pt x="10934" y="4471"/>
                    <a:pt x="10501" y="4371"/>
                  </a:cubicBezTo>
                  <a:cubicBezTo>
                    <a:pt x="10300" y="4304"/>
                    <a:pt x="10100" y="4204"/>
                    <a:pt x="9800" y="4104"/>
                  </a:cubicBezTo>
                  <a:cubicBezTo>
                    <a:pt x="9633" y="4037"/>
                    <a:pt x="9500" y="3970"/>
                    <a:pt x="9400" y="3870"/>
                  </a:cubicBezTo>
                  <a:cubicBezTo>
                    <a:pt x="9300" y="3837"/>
                    <a:pt x="9266" y="3804"/>
                    <a:pt x="9166" y="3770"/>
                  </a:cubicBezTo>
                  <a:cubicBezTo>
                    <a:pt x="9100" y="3704"/>
                    <a:pt x="9066" y="3637"/>
                    <a:pt x="8966" y="3604"/>
                  </a:cubicBezTo>
                  <a:cubicBezTo>
                    <a:pt x="8432" y="3203"/>
                    <a:pt x="7932" y="2603"/>
                    <a:pt x="7599" y="1936"/>
                  </a:cubicBezTo>
                  <a:lnTo>
                    <a:pt x="7465" y="1669"/>
                  </a:lnTo>
                  <a:lnTo>
                    <a:pt x="7432" y="1535"/>
                  </a:lnTo>
                  <a:lnTo>
                    <a:pt x="7398" y="1469"/>
                  </a:lnTo>
                  <a:lnTo>
                    <a:pt x="7332" y="1335"/>
                  </a:lnTo>
                  <a:cubicBezTo>
                    <a:pt x="7232" y="1002"/>
                    <a:pt x="7132" y="635"/>
                    <a:pt x="6998" y="301"/>
                  </a:cubicBezTo>
                  <a:lnTo>
                    <a:pt x="6931" y="34"/>
                  </a:lnTo>
                  <a:lnTo>
                    <a:pt x="6931" y="1"/>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8" name="Google Shape;898;p8"/>
            <p:cNvSpPr/>
            <p:nvPr/>
          </p:nvSpPr>
          <p:spPr>
            <a:xfrm>
              <a:off x="1108025" y="172175"/>
              <a:ext cx="378225" cy="982625"/>
            </a:xfrm>
            <a:custGeom>
              <a:avLst/>
              <a:gdLst/>
              <a:ahLst/>
              <a:cxnLst/>
              <a:rect l="l" t="t" r="r" b="b"/>
              <a:pathLst>
                <a:path w="15129" h="39305" extrusionOk="0">
                  <a:moveTo>
                    <a:pt x="9530" y="1"/>
                  </a:moveTo>
                  <a:cubicBezTo>
                    <a:pt x="9054" y="1"/>
                    <a:pt x="9018" y="375"/>
                    <a:pt x="9658" y="503"/>
                  </a:cubicBezTo>
                  <a:cubicBezTo>
                    <a:pt x="9658" y="503"/>
                    <a:pt x="9925" y="570"/>
                    <a:pt x="10325" y="637"/>
                  </a:cubicBezTo>
                  <a:cubicBezTo>
                    <a:pt x="10759" y="737"/>
                    <a:pt x="11359" y="837"/>
                    <a:pt x="12127" y="1137"/>
                  </a:cubicBezTo>
                  <a:cubicBezTo>
                    <a:pt x="12827" y="1437"/>
                    <a:pt x="13694" y="1904"/>
                    <a:pt x="14195" y="2771"/>
                  </a:cubicBezTo>
                  <a:cubicBezTo>
                    <a:pt x="14462" y="3172"/>
                    <a:pt x="14595" y="3739"/>
                    <a:pt x="14495" y="4239"/>
                  </a:cubicBezTo>
                  <a:cubicBezTo>
                    <a:pt x="14462" y="4773"/>
                    <a:pt x="14128" y="5240"/>
                    <a:pt x="13761" y="5740"/>
                  </a:cubicBezTo>
                  <a:cubicBezTo>
                    <a:pt x="13328" y="6241"/>
                    <a:pt x="12827" y="6674"/>
                    <a:pt x="12427" y="7275"/>
                  </a:cubicBezTo>
                  <a:cubicBezTo>
                    <a:pt x="11960" y="7842"/>
                    <a:pt x="11593" y="8576"/>
                    <a:pt x="11493" y="9343"/>
                  </a:cubicBezTo>
                  <a:cubicBezTo>
                    <a:pt x="11359" y="10143"/>
                    <a:pt x="11526" y="10977"/>
                    <a:pt x="11927" y="11678"/>
                  </a:cubicBezTo>
                  <a:cubicBezTo>
                    <a:pt x="12260" y="12412"/>
                    <a:pt x="12760" y="12979"/>
                    <a:pt x="13127" y="13579"/>
                  </a:cubicBezTo>
                  <a:cubicBezTo>
                    <a:pt x="13494" y="14146"/>
                    <a:pt x="13761" y="14747"/>
                    <a:pt x="13795" y="15347"/>
                  </a:cubicBezTo>
                  <a:cubicBezTo>
                    <a:pt x="13828" y="15981"/>
                    <a:pt x="13661" y="16648"/>
                    <a:pt x="13361" y="17182"/>
                  </a:cubicBezTo>
                  <a:cubicBezTo>
                    <a:pt x="13094" y="17782"/>
                    <a:pt x="12660" y="18182"/>
                    <a:pt x="12160" y="18683"/>
                  </a:cubicBezTo>
                  <a:cubicBezTo>
                    <a:pt x="11660" y="19150"/>
                    <a:pt x="11159" y="19784"/>
                    <a:pt x="10959" y="20484"/>
                  </a:cubicBezTo>
                  <a:cubicBezTo>
                    <a:pt x="10926" y="20651"/>
                    <a:pt x="10892" y="20851"/>
                    <a:pt x="10826" y="21018"/>
                  </a:cubicBezTo>
                  <a:cubicBezTo>
                    <a:pt x="10759" y="21185"/>
                    <a:pt x="10759" y="21418"/>
                    <a:pt x="10759" y="21585"/>
                  </a:cubicBezTo>
                  <a:lnTo>
                    <a:pt x="10759" y="22119"/>
                  </a:lnTo>
                  <a:lnTo>
                    <a:pt x="10759" y="22352"/>
                  </a:lnTo>
                  <a:lnTo>
                    <a:pt x="10759" y="22519"/>
                  </a:lnTo>
                  <a:lnTo>
                    <a:pt x="10792" y="22652"/>
                  </a:lnTo>
                  <a:cubicBezTo>
                    <a:pt x="10926" y="23353"/>
                    <a:pt x="11226" y="24087"/>
                    <a:pt x="11593" y="24687"/>
                  </a:cubicBezTo>
                  <a:cubicBezTo>
                    <a:pt x="11927" y="25321"/>
                    <a:pt x="12394" y="25921"/>
                    <a:pt x="12460" y="26455"/>
                  </a:cubicBezTo>
                  <a:cubicBezTo>
                    <a:pt x="12560" y="26989"/>
                    <a:pt x="12293" y="27589"/>
                    <a:pt x="11927" y="28156"/>
                  </a:cubicBezTo>
                  <a:cubicBezTo>
                    <a:pt x="11493" y="28757"/>
                    <a:pt x="11093" y="29290"/>
                    <a:pt x="10526" y="29691"/>
                  </a:cubicBezTo>
                  <a:cubicBezTo>
                    <a:pt x="10059" y="30158"/>
                    <a:pt x="9425" y="30525"/>
                    <a:pt x="8824" y="30992"/>
                  </a:cubicBezTo>
                  <a:cubicBezTo>
                    <a:pt x="8557" y="31192"/>
                    <a:pt x="8257" y="31525"/>
                    <a:pt x="7990" y="31792"/>
                  </a:cubicBezTo>
                  <a:cubicBezTo>
                    <a:pt x="7890" y="31959"/>
                    <a:pt x="7790" y="32092"/>
                    <a:pt x="7657" y="32259"/>
                  </a:cubicBezTo>
                  <a:cubicBezTo>
                    <a:pt x="7623" y="32293"/>
                    <a:pt x="7523" y="32359"/>
                    <a:pt x="7490" y="32459"/>
                  </a:cubicBezTo>
                  <a:lnTo>
                    <a:pt x="7357" y="32693"/>
                  </a:lnTo>
                  <a:cubicBezTo>
                    <a:pt x="7190" y="33026"/>
                    <a:pt x="7056" y="33360"/>
                    <a:pt x="6923" y="33660"/>
                  </a:cubicBezTo>
                  <a:cubicBezTo>
                    <a:pt x="6790" y="33960"/>
                    <a:pt x="6656" y="34294"/>
                    <a:pt x="6556" y="34594"/>
                  </a:cubicBezTo>
                  <a:cubicBezTo>
                    <a:pt x="6056" y="35795"/>
                    <a:pt x="5622" y="36929"/>
                    <a:pt x="4988" y="37763"/>
                  </a:cubicBezTo>
                  <a:cubicBezTo>
                    <a:pt x="4688" y="38130"/>
                    <a:pt x="4321" y="38464"/>
                    <a:pt x="3954" y="38630"/>
                  </a:cubicBezTo>
                  <a:cubicBezTo>
                    <a:pt x="3679" y="38757"/>
                    <a:pt x="3431" y="38804"/>
                    <a:pt x="3193" y="38804"/>
                  </a:cubicBezTo>
                  <a:cubicBezTo>
                    <a:pt x="3055" y="38804"/>
                    <a:pt x="2921" y="38788"/>
                    <a:pt x="2787" y="38764"/>
                  </a:cubicBezTo>
                  <a:cubicBezTo>
                    <a:pt x="2019" y="38630"/>
                    <a:pt x="1486" y="38264"/>
                    <a:pt x="1119" y="38030"/>
                  </a:cubicBezTo>
                  <a:cubicBezTo>
                    <a:pt x="952" y="37930"/>
                    <a:pt x="785" y="37830"/>
                    <a:pt x="685" y="37730"/>
                  </a:cubicBezTo>
                  <a:lnTo>
                    <a:pt x="585" y="37630"/>
                  </a:lnTo>
                  <a:cubicBezTo>
                    <a:pt x="459" y="37533"/>
                    <a:pt x="348" y="37492"/>
                    <a:pt x="262" y="37492"/>
                  </a:cubicBezTo>
                  <a:cubicBezTo>
                    <a:pt x="53" y="37492"/>
                    <a:pt x="1" y="37736"/>
                    <a:pt x="285" y="37997"/>
                  </a:cubicBezTo>
                  <a:lnTo>
                    <a:pt x="418" y="38130"/>
                  </a:lnTo>
                  <a:cubicBezTo>
                    <a:pt x="485" y="38163"/>
                    <a:pt x="652" y="38297"/>
                    <a:pt x="819" y="38430"/>
                  </a:cubicBezTo>
                  <a:cubicBezTo>
                    <a:pt x="1186" y="38664"/>
                    <a:pt x="1786" y="39031"/>
                    <a:pt x="2653" y="39264"/>
                  </a:cubicBezTo>
                  <a:cubicBezTo>
                    <a:pt x="2824" y="39289"/>
                    <a:pt x="3004" y="39304"/>
                    <a:pt x="3188" y="39304"/>
                  </a:cubicBezTo>
                  <a:cubicBezTo>
                    <a:pt x="3506" y="39304"/>
                    <a:pt x="3837" y="39258"/>
                    <a:pt x="4154" y="39131"/>
                  </a:cubicBezTo>
                  <a:cubicBezTo>
                    <a:pt x="4721" y="38964"/>
                    <a:pt x="5122" y="38530"/>
                    <a:pt x="5489" y="38097"/>
                  </a:cubicBezTo>
                  <a:cubicBezTo>
                    <a:pt x="6222" y="37163"/>
                    <a:pt x="6656" y="35995"/>
                    <a:pt x="7257" y="34794"/>
                  </a:cubicBezTo>
                  <a:cubicBezTo>
                    <a:pt x="7357" y="34494"/>
                    <a:pt x="7523" y="34194"/>
                    <a:pt x="7657" y="33927"/>
                  </a:cubicBezTo>
                  <a:cubicBezTo>
                    <a:pt x="7824" y="33627"/>
                    <a:pt x="7957" y="33327"/>
                    <a:pt x="8124" y="33026"/>
                  </a:cubicBezTo>
                  <a:lnTo>
                    <a:pt x="8257" y="32826"/>
                  </a:lnTo>
                  <a:cubicBezTo>
                    <a:pt x="8291" y="32760"/>
                    <a:pt x="8324" y="32693"/>
                    <a:pt x="8391" y="32626"/>
                  </a:cubicBezTo>
                  <a:lnTo>
                    <a:pt x="8658" y="32259"/>
                  </a:lnTo>
                  <a:cubicBezTo>
                    <a:pt x="8858" y="31992"/>
                    <a:pt x="9091" y="31792"/>
                    <a:pt x="9358" y="31592"/>
                  </a:cubicBezTo>
                  <a:cubicBezTo>
                    <a:pt x="9858" y="31158"/>
                    <a:pt x="10526" y="30825"/>
                    <a:pt x="11126" y="30324"/>
                  </a:cubicBezTo>
                  <a:cubicBezTo>
                    <a:pt x="11693" y="29824"/>
                    <a:pt x="12260" y="29257"/>
                    <a:pt x="12660" y="28623"/>
                  </a:cubicBezTo>
                  <a:cubicBezTo>
                    <a:pt x="12861" y="28323"/>
                    <a:pt x="13094" y="27956"/>
                    <a:pt x="13194" y="27589"/>
                  </a:cubicBezTo>
                  <a:cubicBezTo>
                    <a:pt x="13328" y="27189"/>
                    <a:pt x="13394" y="26689"/>
                    <a:pt x="13328" y="26288"/>
                  </a:cubicBezTo>
                  <a:cubicBezTo>
                    <a:pt x="13294" y="25855"/>
                    <a:pt x="13094" y="25488"/>
                    <a:pt x="12927" y="25154"/>
                  </a:cubicBezTo>
                  <a:cubicBezTo>
                    <a:pt x="12727" y="24854"/>
                    <a:pt x="12527" y="24520"/>
                    <a:pt x="12360" y="24253"/>
                  </a:cubicBezTo>
                  <a:cubicBezTo>
                    <a:pt x="12093" y="23653"/>
                    <a:pt x="11826" y="23086"/>
                    <a:pt x="11693" y="22452"/>
                  </a:cubicBezTo>
                  <a:lnTo>
                    <a:pt x="11660" y="22319"/>
                  </a:lnTo>
                  <a:lnTo>
                    <a:pt x="11660" y="22252"/>
                  </a:lnTo>
                  <a:lnTo>
                    <a:pt x="11660" y="21985"/>
                  </a:lnTo>
                  <a:lnTo>
                    <a:pt x="11660" y="21518"/>
                  </a:lnTo>
                  <a:cubicBezTo>
                    <a:pt x="11660" y="21418"/>
                    <a:pt x="11660" y="21218"/>
                    <a:pt x="11693" y="21118"/>
                  </a:cubicBezTo>
                  <a:cubicBezTo>
                    <a:pt x="11693" y="20951"/>
                    <a:pt x="11760" y="20818"/>
                    <a:pt x="11793" y="20684"/>
                  </a:cubicBezTo>
                  <a:cubicBezTo>
                    <a:pt x="11960" y="20184"/>
                    <a:pt x="12293" y="19750"/>
                    <a:pt x="12760" y="19283"/>
                  </a:cubicBezTo>
                  <a:cubicBezTo>
                    <a:pt x="13194" y="18816"/>
                    <a:pt x="13795" y="18283"/>
                    <a:pt x="14128" y="17549"/>
                  </a:cubicBezTo>
                  <a:cubicBezTo>
                    <a:pt x="14495" y="16848"/>
                    <a:pt x="14662" y="16114"/>
                    <a:pt x="14628" y="15280"/>
                  </a:cubicBezTo>
                  <a:cubicBezTo>
                    <a:pt x="14595" y="14446"/>
                    <a:pt x="14195" y="13679"/>
                    <a:pt x="13795" y="13045"/>
                  </a:cubicBezTo>
                  <a:cubicBezTo>
                    <a:pt x="13361" y="12445"/>
                    <a:pt x="12861" y="11878"/>
                    <a:pt x="12594" y="11311"/>
                  </a:cubicBezTo>
                  <a:cubicBezTo>
                    <a:pt x="12260" y="10710"/>
                    <a:pt x="12127" y="10110"/>
                    <a:pt x="12227" y="9476"/>
                  </a:cubicBezTo>
                  <a:cubicBezTo>
                    <a:pt x="12260" y="8842"/>
                    <a:pt x="12560" y="8309"/>
                    <a:pt x="12927" y="7775"/>
                  </a:cubicBezTo>
                  <a:cubicBezTo>
                    <a:pt x="13294" y="7241"/>
                    <a:pt x="13761" y="6774"/>
                    <a:pt x="14161" y="6241"/>
                  </a:cubicBezTo>
                  <a:cubicBezTo>
                    <a:pt x="14595" y="5674"/>
                    <a:pt x="14962" y="5073"/>
                    <a:pt x="15062" y="4339"/>
                  </a:cubicBezTo>
                  <a:cubicBezTo>
                    <a:pt x="15129" y="3639"/>
                    <a:pt x="14962" y="2972"/>
                    <a:pt x="14628" y="2471"/>
                  </a:cubicBezTo>
                  <a:cubicBezTo>
                    <a:pt x="14328" y="1937"/>
                    <a:pt x="13895" y="1571"/>
                    <a:pt x="13461" y="1270"/>
                  </a:cubicBezTo>
                  <a:cubicBezTo>
                    <a:pt x="13061" y="970"/>
                    <a:pt x="12627" y="803"/>
                    <a:pt x="12227" y="637"/>
                  </a:cubicBezTo>
                  <a:cubicBezTo>
                    <a:pt x="11426" y="336"/>
                    <a:pt x="10759" y="203"/>
                    <a:pt x="10292" y="136"/>
                  </a:cubicBezTo>
                  <a:cubicBezTo>
                    <a:pt x="9825" y="36"/>
                    <a:pt x="9592" y="3"/>
                    <a:pt x="9592" y="3"/>
                  </a:cubicBezTo>
                  <a:cubicBezTo>
                    <a:pt x="9570" y="1"/>
                    <a:pt x="9550" y="1"/>
                    <a:pt x="9530"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9" name="Google Shape;899;p8"/>
            <p:cNvSpPr/>
            <p:nvPr/>
          </p:nvSpPr>
          <p:spPr>
            <a:xfrm>
              <a:off x="1121800" y="145350"/>
              <a:ext cx="2005625" cy="3312800"/>
            </a:xfrm>
            <a:custGeom>
              <a:avLst/>
              <a:gdLst/>
              <a:ahLst/>
              <a:cxnLst/>
              <a:rect l="l" t="t" r="r" b="b"/>
              <a:pathLst>
                <a:path w="80225" h="132512" extrusionOk="0">
                  <a:moveTo>
                    <a:pt x="80135" y="0"/>
                  </a:moveTo>
                  <a:cubicBezTo>
                    <a:pt x="80081" y="0"/>
                    <a:pt x="79955" y="83"/>
                    <a:pt x="79758" y="309"/>
                  </a:cubicBezTo>
                  <a:cubicBezTo>
                    <a:pt x="79624" y="409"/>
                    <a:pt x="79491" y="542"/>
                    <a:pt x="79324" y="742"/>
                  </a:cubicBezTo>
                  <a:cubicBezTo>
                    <a:pt x="79157" y="976"/>
                    <a:pt x="78990" y="1209"/>
                    <a:pt x="78824" y="1509"/>
                  </a:cubicBezTo>
                  <a:cubicBezTo>
                    <a:pt x="78824" y="1509"/>
                    <a:pt x="78790" y="1543"/>
                    <a:pt x="78724" y="1676"/>
                  </a:cubicBezTo>
                  <a:cubicBezTo>
                    <a:pt x="78657" y="1743"/>
                    <a:pt x="78590" y="1976"/>
                    <a:pt x="78457" y="2210"/>
                  </a:cubicBezTo>
                  <a:cubicBezTo>
                    <a:pt x="78323" y="2477"/>
                    <a:pt x="78157" y="2810"/>
                    <a:pt x="78090" y="3177"/>
                  </a:cubicBezTo>
                  <a:cubicBezTo>
                    <a:pt x="78056" y="3377"/>
                    <a:pt x="77990" y="3578"/>
                    <a:pt x="77923" y="3811"/>
                  </a:cubicBezTo>
                  <a:cubicBezTo>
                    <a:pt x="77856" y="4011"/>
                    <a:pt x="77823" y="4245"/>
                    <a:pt x="77790" y="4512"/>
                  </a:cubicBezTo>
                  <a:cubicBezTo>
                    <a:pt x="77623" y="5546"/>
                    <a:pt x="77623" y="6847"/>
                    <a:pt x="77856" y="8314"/>
                  </a:cubicBezTo>
                  <a:cubicBezTo>
                    <a:pt x="77990" y="9015"/>
                    <a:pt x="78157" y="9815"/>
                    <a:pt x="78323" y="10583"/>
                  </a:cubicBezTo>
                  <a:cubicBezTo>
                    <a:pt x="78357" y="10816"/>
                    <a:pt x="78423" y="11016"/>
                    <a:pt x="78423" y="11216"/>
                  </a:cubicBezTo>
                  <a:cubicBezTo>
                    <a:pt x="78423" y="11316"/>
                    <a:pt x="78457" y="11417"/>
                    <a:pt x="78457" y="11517"/>
                  </a:cubicBezTo>
                  <a:lnTo>
                    <a:pt x="78457" y="11817"/>
                  </a:lnTo>
                  <a:cubicBezTo>
                    <a:pt x="78490" y="12017"/>
                    <a:pt x="78457" y="12184"/>
                    <a:pt x="78423" y="12384"/>
                  </a:cubicBezTo>
                  <a:cubicBezTo>
                    <a:pt x="78357" y="12584"/>
                    <a:pt x="78323" y="12818"/>
                    <a:pt x="78257" y="13018"/>
                  </a:cubicBezTo>
                  <a:cubicBezTo>
                    <a:pt x="77956" y="13852"/>
                    <a:pt x="77423" y="14585"/>
                    <a:pt x="76756" y="15386"/>
                  </a:cubicBezTo>
                  <a:cubicBezTo>
                    <a:pt x="76122" y="16187"/>
                    <a:pt x="75355" y="16987"/>
                    <a:pt x="74687" y="17888"/>
                  </a:cubicBezTo>
                  <a:cubicBezTo>
                    <a:pt x="74354" y="18355"/>
                    <a:pt x="74087" y="18855"/>
                    <a:pt x="73820" y="19389"/>
                  </a:cubicBezTo>
                  <a:cubicBezTo>
                    <a:pt x="73587" y="19989"/>
                    <a:pt x="73453" y="20556"/>
                    <a:pt x="73353" y="21190"/>
                  </a:cubicBezTo>
                  <a:cubicBezTo>
                    <a:pt x="73286" y="21824"/>
                    <a:pt x="73353" y="22424"/>
                    <a:pt x="73487" y="23058"/>
                  </a:cubicBezTo>
                  <a:cubicBezTo>
                    <a:pt x="73620" y="23659"/>
                    <a:pt x="73787" y="24226"/>
                    <a:pt x="73753" y="24826"/>
                  </a:cubicBezTo>
                  <a:cubicBezTo>
                    <a:pt x="73753" y="25360"/>
                    <a:pt x="73520" y="25927"/>
                    <a:pt x="73253" y="26494"/>
                  </a:cubicBezTo>
                  <a:cubicBezTo>
                    <a:pt x="72953" y="27028"/>
                    <a:pt x="72586" y="27528"/>
                    <a:pt x="72119" y="27928"/>
                  </a:cubicBezTo>
                  <a:cubicBezTo>
                    <a:pt x="71185" y="28829"/>
                    <a:pt x="69951" y="29363"/>
                    <a:pt x="68650" y="29730"/>
                  </a:cubicBezTo>
                  <a:cubicBezTo>
                    <a:pt x="65981" y="30497"/>
                    <a:pt x="63146" y="31064"/>
                    <a:pt x="60177" y="31664"/>
                  </a:cubicBezTo>
                  <a:cubicBezTo>
                    <a:pt x="59443" y="31831"/>
                    <a:pt x="58676" y="31931"/>
                    <a:pt x="57942" y="32098"/>
                  </a:cubicBezTo>
                  <a:lnTo>
                    <a:pt x="56808" y="32365"/>
                  </a:lnTo>
                  <a:cubicBezTo>
                    <a:pt x="56441" y="32498"/>
                    <a:pt x="56074" y="32565"/>
                    <a:pt x="55674" y="32665"/>
                  </a:cubicBezTo>
                  <a:cubicBezTo>
                    <a:pt x="54940" y="32832"/>
                    <a:pt x="54139" y="33032"/>
                    <a:pt x="53406" y="33199"/>
                  </a:cubicBezTo>
                  <a:cubicBezTo>
                    <a:pt x="52605" y="33366"/>
                    <a:pt x="51838" y="33566"/>
                    <a:pt x="51071" y="33866"/>
                  </a:cubicBezTo>
                  <a:cubicBezTo>
                    <a:pt x="50270" y="34166"/>
                    <a:pt x="49503" y="34666"/>
                    <a:pt x="48969" y="35367"/>
                  </a:cubicBezTo>
                  <a:cubicBezTo>
                    <a:pt x="48435" y="36067"/>
                    <a:pt x="48102" y="36868"/>
                    <a:pt x="47802" y="37602"/>
                  </a:cubicBezTo>
                  <a:cubicBezTo>
                    <a:pt x="47735" y="37769"/>
                    <a:pt x="47635" y="37936"/>
                    <a:pt x="47601" y="38236"/>
                  </a:cubicBezTo>
                  <a:cubicBezTo>
                    <a:pt x="47568" y="38369"/>
                    <a:pt x="47568" y="38503"/>
                    <a:pt x="47568" y="38603"/>
                  </a:cubicBezTo>
                  <a:lnTo>
                    <a:pt x="47568" y="38936"/>
                  </a:lnTo>
                  <a:cubicBezTo>
                    <a:pt x="47568" y="39403"/>
                    <a:pt x="47601" y="39770"/>
                    <a:pt x="47601" y="40170"/>
                  </a:cubicBezTo>
                  <a:cubicBezTo>
                    <a:pt x="47601" y="40537"/>
                    <a:pt x="47468" y="40838"/>
                    <a:pt x="47335" y="41171"/>
                  </a:cubicBezTo>
                  <a:cubicBezTo>
                    <a:pt x="47234" y="41405"/>
                    <a:pt x="46934" y="41672"/>
                    <a:pt x="46634" y="41905"/>
                  </a:cubicBezTo>
                  <a:cubicBezTo>
                    <a:pt x="46000" y="42405"/>
                    <a:pt x="45266" y="42772"/>
                    <a:pt x="44566" y="43339"/>
                  </a:cubicBezTo>
                  <a:cubicBezTo>
                    <a:pt x="44399" y="43439"/>
                    <a:pt x="44232" y="43606"/>
                    <a:pt x="44066" y="43773"/>
                  </a:cubicBezTo>
                  <a:lnTo>
                    <a:pt x="43932" y="43906"/>
                  </a:lnTo>
                  <a:cubicBezTo>
                    <a:pt x="43899" y="43940"/>
                    <a:pt x="43799" y="44040"/>
                    <a:pt x="43799" y="44073"/>
                  </a:cubicBezTo>
                  <a:lnTo>
                    <a:pt x="43632" y="44373"/>
                  </a:lnTo>
                  <a:cubicBezTo>
                    <a:pt x="43432" y="44740"/>
                    <a:pt x="43232" y="45174"/>
                    <a:pt x="43098" y="45574"/>
                  </a:cubicBezTo>
                  <a:cubicBezTo>
                    <a:pt x="42965" y="46041"/>
                    <a:pt x="42898" y="46442"/>
                    <a:pt x="42898" y="46942"/>
                  </a:cubicBezTo>
                  <a:cubicBezTo>
                    <a:pt x="42831" y="47442"/>
                    <a:pt x="42998" y="47943"/>
                    <a:pt x="43232" y="48376"/>
                  </a:cubicBezTo>
                  <a:cubicBezTo>
                    <a:pt x="43665" y="49244"/>
                    <a:pt x="44399" y="49844"/>
                    <a:pt x="45066" y="50378"/>
                  </a:cubicBezTo>
                  <a:cubicBezTo>
                    <a:pt x="45733" y="50911"/>
                    <a:pt x="46401" y="51445"/>
                    <a:pt x="47001" y="52012"/>
                  </a:cubicBezTo>
                  <a:cubicBezTo>
                    <a:pt x="47635" y="52579"/>
                    <a:pt x="48235" y="53180"/>
                    <a:pt x="48635" y="53847"/>
                  </a:cubicBezTo>
                  <a:cubicBezTo>
                    <a:pt x="49069" y="54514"/>
                    <a:pt x="49369" y="55248"/>
                    <a:pt x="49403" y="56048"/>
                  </a:cubicBezTo>
                  <a:cubicBezTo>
                    <a:pt x="49469" y="56849"/>
                    <a:pt x="49403" y="57616"/>
                    <a:pt x="49236" y="58450"/>
                  </a:cubicBezTo>
                  <a:lnTo>
                    <a:pt x="49102" y="59084"/>
                  </a:lnTo>
                  <a:lnTo>
                    <a:pt x="49069" y="59251"/>
                  </a:lnTo>
                  <a:lnTo>
                    <a:pt x="49069" y="59284"/>
                  </a:lnTo>
                  <a:lnTo>
                    <a:pt x="48936" y="59584"/>
                  </a:lnTo>
                  <a:lnTo>
                    <a:pt x="48869" y="59718"/>
                  </a:lnTo>
                  <a:cubicBezTo>
                    <a:pt x="48802" y="59751"/>
                    <a:pt x="48769" y="59784"/>
                    <a:pt x="48769" y="59851"/>
                  </a:cubicBezTo>
                  <a:lnTo>
                    <a:pt x="48736" y="60018"/>
                  </a:lnTo>
                  <a:lnTo>
                    <a:pt x="48702" y="60285"/>
                  </a:lnTo>
                  <a:cubicBezTo>
                    <a:pt x="48635" y="60452"/>
                    <a:pt x="48602" y="60685"/>
                    <a:pt x="48535" y="60852"/>
                  </a:cubicBezTo>
                  <a:cubicBezTo>
                    <a:pt x="48269" y="61552"/>
                    <a:pt x="47768" y="62186"/>
                    <a:pt x="47201" y="62720"/>
                  </a:cubicBezTo>
                  <a:cubicBezTo>
                    <a:pt x="45967" y="63754"/>
                    <a:pt x="44399" y="64421"/>
                    <a:pt x="42798" y="65055"/>
                  </a:cubicBezTo>
                  <a:cubicBezTo>
                    <a:pt x="41230" y="65689"/>
                    <a:pt x="39562" y="66289"/>
                    <a:pt x="38095" y="67290"/>
                  </a:cubicBezTo>
                  <a:cubicBezTo>
                    <a:pt x="37728" y="67557"/>
                    <a:pt x="37394" y="67857"/>
                    <a:pt x="37061" y="68190"/>
                  </a:cubicBezTo>
                  <a:lnTo>
                    <a:pt x="36193" y="69091"/>
                  </a:lnTo>
                  <a:cubicBezTo>
                    <a:pt x="35593" y="69692"/>
                    <a:pt x="34959" y="70259"/>
                    <a:pt x="34359" y="70792"/>
                  </a:cubicBezTo>
                  <a:cubicBezTo>
                    <a:pt x="33091" y="71927"/>
                    <a:pt x="31757" y="72961"/>
                    <a:pt x="30723" y="74395"/>
                  </a:cubicBezTo>
                  <a:cubicBezTo>
                    <a:pt x="30156" y="75062"/>
                    <a:pt x="29755" y="75896"/>
                    <a:pt x="29488" y="76730"/>
                  </a:cubicBezTo>
                  <a:cubicBezTo>
                    <a:pt x="29288" y="77597"/>
                    <a:pt x="29155" y="78465"/>
                    <a:pt x="29288" y="79365"/>
                  </a:cubicBezTo>
                  <a:cubicBezTo>
                    <a:pt x="29322" y="79599"/>
                    <a:pt x="29322" y="79799"/>
                    <a:pt x="29388" y="80032"/>
                  </a:cubicBezTo>
                  <a:lnTo>
                    <a:pt x="29488" y="80633"/>
                  </a:lnTo>
                  <a:cubicBezTo>
                    <a:pt x="29589" y="80866"/>
                    <a:pt x="29622" y="81066"/>
                    <a:pt x="29655" y="81267"/>
                  </a:cubicBezTo>
                  <a:lnTo>
                    <a:pt x="29889" y="81867"/>
                  </a:lnTo>
                  <a:cubicBezTo>
                    <a:pt x="30122" y="82634"/>
                    <a:pt x="30456" y="83401"/>
                    <a:pt x="30789" y="84135"/>
                  </a:cubicBezTo>
                  <a:cubicBezTo>
                    <a:pt x="31123" y="84869"/>
                    <a:pt x="31457" y="85570"/>
                    <a:pt x="31657" y="86270"/>
                  </a:cubicBezTo>
                  <a:cubicBezTo>
                    <a:pt x="31890" y="86971"/>
                    <a:pt x="31890" y="87704"/>
                    <a:pt x="31857" y="88438"/>
                  </a:cubicBezTo>
                  <a:lnTo>
                    <a:pt x="31857" y="88472"/>
                  </a:lnTo>
                  <a:cubicBezTo>
                    <a:pt x="31857" y="88905"/>
                    <a:pt x="31723" y="89572"/>
                    <a:pt x="31423" y="90306"/>
                  </a:cubicBezTo>
                  <a:cubicBezTo>
                    <a:pt x="31190" y="91107"/>
                    <a:pt x="30756" y="92041"/>
                    <a:pt x="30756" y="93108"/>
                  </a:cubicBezTo>
                  <a:cubicBezTo>
                    <a:pt x="30789" y="93575"/>
                    <a:pt x="30889" y="94042"/>
                    <a:pt x="31090" y="94443"/>
                  </a:cubicBezTo>
                  <a:cubicBezTo>
                    <a:pt x="31223" y="94643"/>
                    <a:pt x="31356" y="94876"/>
                    <a:pt x="31457" y="95043"/>
                  </a:cubicBezTo>
                  <a:cubicBezTo>
                    <a:pt x="31590" y="95143"/>
                    <a:pt x="31723" y="95310"/>
                    <a:pt x="31890" y="95477"/>
                  </a:cubicBezTo>
                  <a:cubicBezTo>
                    <a:pt x="32190" y="95777"/>
                    <a:pt x="32457" y="96077"/>
                    <a:pt x="32858" y="96311"/>
                  </a:cubicBezTo>
                  <a:cubicBezTo>
                    <a:pt x="33224" y="96577"/>
                    <a:pt x="33691" y="96778"/>
                    <a:pt x="34192" y="96811"/>
                  </a:cubicBezTo>
                  <a:cubicBezTo>
                    <a:pt x="34266" y="96821"/>
                    <a:pt x="34341" y="96826"/>
                    <a:pt x="34415" y="96826"/>
                  </a:cubicBezTo>
                  <a:cubicBezTo>
                    <a:pt x="34839" y="96826"/>
                    <a:pt x="35252" y="96671"/>
                    <a:pt x="35593" y="96444"/>
                  </a:cubicBezTo>
                  <a:cubicBezTo>
                    <a:pt x="36026" y="96211"/>
                    <a:pt x="36360" y="95810"/>
                    <a:pt x="36594" y="95477"/>
                  </a:cubicBezTo>
                  <a:cubicBezTo>
                    <a:pt x="37094" y="94776"/>
                    <a:pt x="37461" y="93976"/>
                    <a:pt x="37761" y="93208"/>
                  </a:cubicBezTo>
                  <a:cubicBezTo>
                    <a:pt x="38061" y="92408"/>
                    <a:pt x="38261" y="91574"/>
                    <a:pt x="38428" y="90740"/>
                  </a:cubicBezTo>
                  <a:cubicBezTo>
                    <a:pt x="38528" y="90306"/>
                    <a:pt x="38562" y="89873"/>
                    <a:pt x="38595" y="89439"/>
                  </a:cubicBezTo>
                  <a:cubicBezTo>
                    <a:pt x="38628" y="89206"/>
                    <a:pt x="38628" y="88972"/>
                    <a:pt x="38628" y="88772"/>
                  </a:cubicBezTo>
                  <a:lnTo>
                    <a:pt x="38695" y="88205"/>
                  </a:lnTo>
                  <a:cubicBezTo>
                    <a:pt x="38795" y="86570"/>
                    <a:pt x="39262" y="84969"/>
                    <a:pt x="39896" y="83435"/>
                  </a:cubicBezTo>
                  <a:cubicBezTo>
                    <a:pt x="40563" y="81934"/>
                    <a:pt x="41397" y="80466"/>
                    <a:pt x="42531" y="79232"/>
                  </a:cubicBezTo>
                  <a:cubicBezTo>
                    <a:pt x="43098" y="78631"/>
                    <a:pt x="43699" y="78064"/>
                    <a:pt x="44399" y="77631"/>
                  </a:cubicBezTo>
                  <a:cubicBezTo>
                    <a:pt x="45100" y="77230"/>
                    <a:pt x="45867" y="76930"/>
                    <a:pt x="46634" y="76897"/>
                  </a:cubicBezTo>
                  <a:cubicBezTo>
                    <a:pt x="46691" y="76894"/>
                    <a:pt x="46749" y="76893"/>
                    <a:pt x="46806" y="76893"/>
                  </a:cubicBezTo>
                  <a:cubicBezTo>
                    <a:pt x="47544" y="76893"/>
                    <a:pt x="48252" y="77092"/>
                    <a:pt x="48902" y="77464"/>
                  </a:cubicBezTo>
                  <a:cubicBezTo>
                    <a:pt x="49603" y="77897"/>
                    <a:pt x="50203" y="78431"/>
                    <a:pt x="50403" y="79132"/>
                  </a:cubicBezTo>
                  <a:cubicBezTo>
                    <a:pt x="50604" y="79866"/>
                    <a:pt x="50470" y="80699"/>
                    <a:pt x="50303" y="81533"/>
                  </a:cubicBezTo>
                  <a:cubicBezTo>
                    <a:pt x="50137" y="82367"/>
                    <a:pt x="49903" y="83235"/>
                    <a:pt x="49703" y="84102"/>
                  </a:cubicBezTo>
                  <a:cubicBezTo>
                    <a:pt x="49636" y="84302"/>
                    <a:pt x="49603" y="84569"/>
                    <a:pt x="49569" y="84769"/>
                  </a:cubicBezTo>
                  <a:cubicBezTo>
                    <a:pt x="49536" y="84969"/>
                    <a:pt x="49536" y="85203"/>
                    <a:pt x="49469" y="85436"/>
                  </a:cubicBezTo>
                  <a:lnTo>
                    <a:pt x="49436" y="85770"/>
                  </a:lnTo>
                  <a:cubicBezTo>
                    <a:pt x="49403" y="85937"/>
                    <a:pt x="49436" y="86037"/>
                    <a:pt x="49436" y="86137"/>
                  </a:cubicBezTo>
                  <a:cubicBezTo>
                    <a:pt x="49436" y="86404"/>
                    <a:pt x="49436" y="86637"/>
                    <a:pt x="49469" y="86871"/>
                  </a:cubicBezTo>
                  <a:cubicBezTo>
                    <a:pt x="49569" y="87805"/>
                    <a:pt x="49803" y="88705"/>
                    <a:pt x="50103" y="89539"/>
                  </a:cubicBezTo>
                  <a:cubicBezTo>
                    <a:pt x="50637" y="91240"/>
                    <a:pt x="51304" y="92875"/>
                    <a:pt x="51437" y="94543"/>
                  </a:cubicBezTo>
                  <a:lnTo>
                    <a:pt x="51437" y="95143"/>
                  </a:lnTo>
                  <a:lnTo>
                    <a:pt x="51437" y="95443"/>
                  </a:lnTo>
                  <a:lnTo>
                    <a:pt x="51437" y="95477"/>
                  </a:lnTo>
                  <a:lnTo>
                    <a:pt x="51437" y="95577"/>
                  </a:lnTo>
                  <a:lnTo>
                    <a:pt x="51404" y="95744"/>
                  </a:lnTo>
                  <a:lnTo>
                    <a:pt x="51304" y="96044"/>
                  </a:lnTo>
                  <a:lnTo>
                    <a:pt x="51237" y="96311"/>
                  </a:lnTo>
                  <a:cubicBezTo>
                    <a:pt x="51204" y="96544"/>
                    <a:pt x="51104" y="96711"/>
                    <a:pt x="51037" y="96911"/>
                  </a:cubicBezTo>
                  <a:cubicBezTo>
                    <a:pt x="50704" y="97712"/>
                    <a:pt x="50237" y="98412"/>
                    <a:pt x="49736" y="99113"/>
                  </a:cubicBezTo>
                  <a:cubicBezTo>
                    <a:pt x="49236" y="99813"/>
                    <a:pt x="48736" y="100580"/>
                    <a:pt x="48302" y="101381"/>
                  </a:cubicBezTo>
                  <a:cubicBezTo>
                    <a:pt x="47902" y="102148"/>
                    <a:pt x="47568" y="103049"/>
                    <a:pt x="47435" y="103949"/>
                  </a:cubicBezTo>
                  <a:cubicBezTo>
                    <a:pt x="47368" y="104883"/>
                    <a:pt x="47368" y="105751"/>
                    <a:pt x="47401" y="106618"/>
                  </a:cubicBezTo>
                  <a:cubicBezTo>
                    <a:pt x="47435" y="107452"/>
                    <a:pt x="47535" y="108319"/>
                    <a:pt x="47435" y="109086"/>
                  </a:cubicBezTo>
                  <a:cubicBezTo>
                    <a:pt x="47368" y="109820"/>
                    <a:pt x="46934" y="110487"/>
                    <a:pt x="46401" y="111088"/>
                  </a:cubicBezTo>
                  <a:cubicBezTo>
                    <a:pt x="46100" y="111321"/>
                    <a:pt x="45800" y="111622"/>
                    <a:pt x="45533" y="111888"/>
                  </a:cubicBezTo>
                  <a:cubicBezTo>
                    <a:pt x="45200" y="112122"/>
                    <a:pt x="44866" y="112322"/>
                    <a:pt x="44533" y="112556"/>
                  </a:cubicBezTo>
                  <a:cubicBezTo>
                    <a:pt x="43132" y="113423"/>
                    <a:pt x="41564" y="113957"/>
                    <a:pt x="40196" y="114957"/>
                  </a:cubicBezTo>
                  <a:cubicBezTo>
                    <a:pt x="39529" y="115458"/>
                    <a:pt x="38895" y="116091"/>
                    <a:pt x="38428" y="116792"/>
                  </a:cubicBezTo>
                  <a:cubicBezTo>
                    <a:pt x="38295" y="116959"/>
                    <a:pt x="38195" y="117126"/>
                    <a:pt x="38095" y="117326"/>
                  </a:cubicBezTo>
                  <a:cubicBezTo>
                    <a:pt x="37961" y="117559"/>
                    <a:pt x="37894" y="117726"/>
                    <a:pt x="37794" y="117926"/>
                  </a:cubicBezTo>
                  <a:lnTo>
                    <a:pt x="37561" y="118493"/>
                  </a:lnTo>
                  <a:cubicBezTo>
                    <a:pt x="37528" y="118727"/>
                    <a:pt x="37427" y="118927"/>
                    <a:pt x="37394" y="119127"/>
                  </a:cubicBezTo>
                  <a:cubicBezTo>
                    <a:pt x="37194" y="119928"/>
                    <a:pt x="37194" y="120761"/>
                    <a:pt x="37194" y="121562"/>
                  </a:cubicBezTo>
                  <a:cubicBezTo>
                    <a:pt x="37194" y="122329"/>
                    <a:pt x="37194" y="123096"/>
                    <a:pt x="37061" y="123797"/>
                  </a:cubicBezTo>
                  <a:cubicBezTo>
                    <a:pt x="36960" y="124497"/>
                    <a:pt x="36694" y="125131"/>
                    <a:pt x="36260" y="125765"/>
                  </a:cubicBezTo>
                  <a:cubicBezTo>
                    <a:pt x="35893" y="126399"/>
                    <a:pt x="35459" y="126966"/>
                    <a:pt x="34926" y="127433"/>
                  </a:cubicBezTo>
                  <a:cubicBezTo>
                    <a:pt x="33892" y="128400"/>
                    <a:pt x="32557" y="128834"/>
                    <a:pt x="31190" y="128934"/>
                  </a:cubicBezTo>
                  <a:cubicBezTo>
                    <a:pt x="30833" y="128968"/>
                    <a:pt x="30480" y="128982"/>
                    <a:pt x="30131" y="128982"/>
                  </a:cubicBezTo>
                  <a:cubicBezTo>
                    <a:pt x="29109" y="128982"/>
                    <a:pt x="28115" y="128858"/>
                    <a:pt x="27120" y="128734"/>
                  </a:cubicBezTo>
                  <a:cubicBezTo>
                    <a:pt x="25786" y="128567"/>
                    <a:pt x="24518" y="128400"/>
                    <a:pt x="23217" y="128334"/>
                  </a:cubicBezTo>
                  <a:cubicBezTo>
                    <a:pt x="23096" y="128330"/>
                    <a:pt x="22975" y="128329"/>
                    <a:pt x="22854" y="128329"/>
                  </a:cubicBezTo>
                  <a:cubicBezTo>
                    <a:pt x="21709" y="128329"/>
                    <a:pt x="20571" y="128478"/>
                    <a:pt x="19515" y="128901"/>
                  </a:cubicBezTo>
                  <a:cubicBezTo>
                    <a:pt x="18914" y="129101"/>
                    <a:pt x="18414" y="129401"/>
                    <a:pt x="17914" y="129668"/>
                  </a:cubicBezTo>
                  <a:cubicBezTo>
                    <a:pt x="17413" y="129968"/>
                    <a:pt x="16946" y="130302"/>
                    <a:pt x="16513" y="130602"/>
                  </a:cubicBezTo>
                  <a:cubicBezTo>
                    <a:pt x="15579" y="131236"/>
                    <a:pt x="14778" y="131903"/>
                    <a:pt x="13877" y="131936"/>
                  </a:cubicBezTo>
                  <a:cubicBezTo>
                    <a:pt x="13795" y="131942"/>
                    <a:pt x="13714" y="131945"/>
                    <a:pt x="13633" y="131945"/>
                  </a:cubicBezTo>
                  <a:cubicBezTo>
                    <a:pt x="12791" y="131945"/>
                    <a:pt x="12003" y="131646"/>
                    <a:pt x="11242" y="131402"/>
                  </a:cubicBezTo>
                  <a:cubicBezTo>
                    <a:pt x="10408" y="131102"/>
                    <a:pt x="9608" y="130802"/>
                    <a:pt x="8907" y="130468"/>
                  </a:cubicBezTo>
                  <a:cubicBezTo>
                    <a:pt x="7439" y="129901"/>
                    <a:pt x="6205" y="129334"/>
                    <a:pt x="5071" y="129134"/>
                  </a:cubicBezTo>
                  <a:cubicBezTo>
                    <a:pt x="4689" y="129063"/>
                    <a:pt x="4325" y="129034"/>
                    <a:pt x="3988" y="129034"/>
                  </a:cubicBezTo>
                  <a:cubicBezTo>
                    <a:pt x="3383" y="129034"/>
                    <a:pt x="2867" y="129127"/>
                    <a:pt x="2503" y="129234"/>
                  </a:cubicBezTo>
                  <a:cubicBezTo>
                    <a:pt x="2369" y="129268"/>
                    <a:pt x="2236" y="129268"/>
                    <a:pt x="2102" y="129301"/>
                  </a:cubicBezTo>
                  <a:cubicBezTo>
                    <a:pt x="2036" y="129334"/>
                    <a:pt x="1935" y="129334"/>
                    <a:pt x="1869" y="129401"/>
                  </a:cubicBezTo>
                  <a:cubicBezTo>
                    <a:pt x="1735" y="129434"/>
                    <a:pt x="1669" y="129468"/>
                    <a:pt x="1669" y="129468"/>
                  </a:cubicBezTo>
                  <a:cubicBezTo>
                    <a:pt x="1035" y="129735"/>
                    <a:pt x="601" y="130001"/>
                    <a:pt x="368" y="130235"/>
                  </a:cubicBezTo>
                  <a:cubicBezTo>
                    <a:pt x="101" y="130435"/>
                    <a:pt x="1" y="130602"/>
                    <a:pt x="34" y="130635"/>
                  </a:cubicBezTo>
                  <a:cubicBezTo>
                    <a:pt x="42" y="130643"/>
                    <a:pt x="57" y="130647"/>
                    <a:pt x="80" y="130647"/>
                  </a:cubicBezTo>
                  <a:cubicBezTo>
                    <a:pt x="154" y="130647"/>
                    <a:pt x="305" y="130604"/>
                    <a:pt x="534" y="130502"/>
                  </a:cubicBezTo>
                  <a:cubicBezTo>
                    <a:pt x="835" y="130402"/>
                    <a:pt x="1235" y="130168"/>
                    <a:pt x="1835" y="129935"/>
                  </a:cubicBezTo>
                  <a:cubicBezTo>
                    <a:pt x="1835" y="129935"/>
                    <a:pt x="1902" y="129901"/>
                    <a:pt x="2036" y="129835"/>
                  </a:cubicBezTo>
                  <a:cubicBezTo>
                    <a:pt x="2102" y="129835"/>
                    <a:pt x="2202" y="129801"/>
                    <a:pt x="2269" y="129768"/>
                  </a:cubicBezTo>
                  <a:cubicBezTo>
                    <a:pt x="2369" y="129768"/>
                    <a:pt x="2503" y="129735"/>
                    <a:pt x="2603" y="129668"/>
                  </a:cubicBezTo>
                  <a:cubicBezTo>
                    <a:pt x="2913" y="129606"/>
                    <a:pt x="3353" y="129531"/>
                    <a:pt x="3897" y="129531"/>
                  </a:cubicBezTo>
                  <a:cubicBezTo>
                    <a:pt x="4229" y="129531"/>
                    <a:pt x="4600" y="129559"/>
                    <a:pt x="5004" y="129634"/>
                  </a:cubicBezTo>
                  <a:cubicBezTo>
                    <a:pt x="6038" y="129801"/>
                    <a:pt x="7273" y="130335"/>
                    <a:pt x="8707" y="130969"/>
                  </a:cubicBezTo>
                  <a:cubicBezTo>
                    <a:pt x="9407" y="131302"/>
                    <a:pt x="10208" y="131603"/>
                    <a:pt x="11042" y="131936"/>
                  </a:cubicBezTo>
                  <a:cubicBezTo>
                    <a:pt x="11803" y="132210"/>
                    <a:pt x="12675" y="132512"/>
                    <a:pt x="13633" y="132512"/>
                  </a:cubicBezTo>
                  <a:cubicBezTo>
                    <a:pt x="13725" y="132512"/>
                    <a:pt x="13817" y="132509"/>
                    <a:pt x="13911" y="132503"/>
                  </a:cubicBezTo>
                  <a:cubicBezTo>
                    <a:pt x="14444" y="132503"/>
                    <a:pt x="15011" y="132303"/>
                    <a:pt x="15445" y="132003"/>
                  </a:cubicBezTo>
                  <a:cubicBezTo>
                    <a:pt x="15912" y="131769"/>
                    <a:pt x="16346" y="131436"/>
                    <a:pt x="16779" y="131136"/>
                  </a:cubicBezTo>
                  <a:cubicBezTo>
                    <a:pt x="17213" y="130835"/>
                    <a:pt x="17647" y="130568"/>
                    <a:pt x="18180" y="130268"/>
                  </a:cubicBezTo>
                  <a:cubicBezTo>
                    <a:pt x="18614" y="130001"/>
                    <a:pt x="19181" y="129735"/>
                    <a:pt x="19681" y="129501"/>
                  </a:cubicBezTo>
                  <a:cubicBezTo>
                    <a:pt x="20645" y="129140"/>
                    <a:pt x="21690" y="128996"/>
                    <a:pt x="22817" y="128996"/>
                  </a:cubicBezTo>
                  <a:cubicBezTo>
                    <a:pt x="22939" y="128996"/>
                    <a:pt x="23061" y="128997"/>
                    <a:pt x="23184" y="129001"/>
                  </a:cubicBezTo>
                  <a:cubicBezTo>
                    <a:pt x="24385" y="129067"/>
                    <a:pt x="25686" y="129268"/>
                    <a:pt x="27020" y="129434"/>
                  </a:cubicBezTo>
                  <a:cubicBezTo>
                    <a:pt x="28049" y="129563"/>
                    <a:pt x="29098" y="129711"/>
                    <a:pt x="30197" y="129711"/>
                  </a:cubicBezTo>
                  <a:cubicBezTo>
                    <a:pt x="30523" y="129711"/>
                    <a:pt x="30854" y="129698"/>
                    <a:pt x="31190" y="129668"/>
                  </a:cubicBezTo>
                  <a:cubicBezTo>
                    <a:pt x="31890" y="129634"/>
                    <a:pt x="32624" y="129468"/>
                    <a:pt x="33358" y="129234"/>
                  </a:cubicBezTo>
                  <a:cubicBezTo>
                    <a:pt x="34058" y="128934"/>
                    <a:pt x="34726" y="128500"/>
                    <a:pt x="35293" y="128000"/>
                  </a:cubicBezTo>
                  <a:cubicBezTo>
                    <a:pt x="35893" y="127500"/>
                    <a:pt x="36393" y="126899"/>
                    <a:pt x="36760" y="126232"/>
                  </a:cubicBezTo>
                  <a:cubicBezTo>
                    <a:pt x="36860" y="126065"/>
                    <a:pt x="36960" y="125898"/>
                    <a:pt x="37061" y="125732"/>
                  </a:cubicBezTo>
                  <a:lnTo>
                    <a:pt x="37194" y="125465"/>
                  </a:lnTo>
                  <a:lnTo>
                    <a:pt x="37294" y="125165"/>
                  </a:lnTo>
                  <a:cubicBezTo>
                    <a:pt x="37461" y="124798"/>
                    <a:pt x="37561" y="124431"/>
                    <a:pt x="37628" y="123997"/>
                  </a:cubicBezTo>
                  <a:cubicBezTo>
                    <a:pt x="37928" y="122396"/>
                    <a:pt x="37594" y="120795"/>
                    <a:pt x="37961" y="119394"/>
                  </a:cubicBezTo>
                  <a:cubicBezTo>
                    <a:pt x="38028" y="119160"/>
                    <a:pt x="38095" y="118994"/>
                    <a:pt x="38128" y="118827"/>
                  </a:cubicBezTo>
                  <a:lnTo>
                    <a:pt x="38361" y="118293"/>
                  </a:lnTo>
                  <a:cubicBezTo>
                    <a:pt x="38395" y="118126"/>
                    <a:pt x="38528" y="117959"/>
                    <a:pt x="38595" y="117793"/>
                  </a:cubicBezTo>
                  <a:cubicBezTo>
                    <a:pt x="38695" y="117626"/>
                    <a:pt x="38762" y="117459"/>
                    <a:pt x="38895" y="117292"/>
                  </a:cubicBezTo>
                  <a:cubicBezTo>
                    <a:pt x="39295" y="116659"/>
                    <a:pt x="39863" y="116125"/>
                    <a:pt x="40463" y="115658"/>
                  </a:cubicBezTo>
                  <a:cubicBezTo>
                    <a:pt x="41731" y="114791"/>
                    <a:pt x="43298" y="114223"/>
                    <a:pt x="44766" y="113323"/>
                  </a:cubicBezTo>
                  <a:cubicBezTo>
                    <a:pt x="45133" y="113123"/>
                    <a:pt x="45467" y="112889"/>
                    <a:pt x="45867" y="112622"/>
                  </a:cubicBezTo>
                  <a:cubicBezTo>
                    <a:pt x="46167" y="112389"/>
                    <a:pt x="46501" y="112089"/>
                    <a:pt x="46801" y="111755"/>
                  </a:cubicBezTo>
                  <a:cubicBezTo>
                    <a:pt x="46968" y="111588"/>
                    <a:pt x="47101" y="111421"/>
                    <a:pt x="47268" y="111255"/>
                  </a:cubicBezTo>
                  <a:cubicBezTo>
                    <a:pt x="47401" y="111055"/>
                    <a:pt x="47535" y="110888"/>
                    <a:pt x="47635" y="110654"/>
                  </a:cubicBezTo>
                  <a:cubicBezTo>
                    <a:pt x="47902" y="110254"/>
                    <a:pt x="48002" y="109787"/>
                    <a:pt x="48102" y="109320"/>
                  </a:cubicBezTo>
                  <a:cubicBezTo>
                    <a:pt x="48235" y="108419"/>
                    <a:pt x="48102" y="107552"/>
                    <a:pt x="48068" y="106718"/>
                  </a:cubicBezTo>
                  <a:cubicBezTo>
                    <a:pt x="48002" y="105884"/>
                    <a:pt x="48002" y="104983"/>
                    <a:pt x="48102" y="104216"/>
                  </a:cubicBezTo>
                  <a:cubicBezTo>
                    <a:pt x="48235" y="103416"/>
                    <a:pt x="48502" y="102648"/>
                    <a:pt x="48902" y="101915"/>
                  </a:cubicBezTo>
                  <a:cubicBezTo>
                    <a:pt x="49269" y="101147"/>
                    <a:pt x="49770" y="100447"/>
                    <a:pt x="50270" y="99746"/>
                  </a:cubicBezTo>
                  <a:cubicBezTo>
                    <a:pt x="50770" y="98979"/>
                    <a:pt x="51271" y="98245"/>
                    <a:pt x="51638" y="97411"/>
                  </a:cubicBezTo>
                  <a:lnTo>
                    <a:pt x="51904" y="96778"/>
                  </a:lnTo>
                  <a:lnTo>
                    <a:pt x="52005" y="96444"/>
                  </a:lnTo>
                  <a:lnTo>
                    <a:pt x="52105" y="96110"/>
                  </a:lnTo>
                  <a:lnTo>
                    <a:pt x="52138" y="95944"/>
                  </a:lnTo>
                  <a:lnTo>
                    <a:pt x="52138" y="95877"/>
                  </a:lnTo>
                  <a:lnTo>
                    <a:pt x="52138" y="95744"/>
                  </a:lnTo>
                  <a:lnTo>
                    <a:pt x="52138" y="95377"/>
                  </a:lnTo>
                  <a:cubicBezTo>
                    <a:pt x="52171" y="95110"/>
                    <a:pt x="52138" y="94910"/>
                    <a:pt x="52138" y="94643"/>
                  </a:cubicBezTo>
                  <a:cubicBezTo>
                    <a:pt x="52005" y="92775"/>
                    <a:pt x="51304" y="91107"/>
                    <a:pt x="50770" y="89439"/>
                  </a:cubicBezTo>
                  <a:cubicBezTo>
                    <a:pt x="50503" y="88605"/>
                    <a:pt x="50270" y="87771"/>
                    <a:pt x="50170" y="86937"/>
                  </a:cubicBezTo>
                  <a:cubicBezTo>
                    <a:pt x="50137" y="86737"/>
                    <a:pt x="50137" y="86537"/>
                    <a:pt x="50137" y="86303"/>
                  </a:cubicBezTo>
                  <a:lnTo>
                    <a:pt x="50137" y="86037"/>
                  </a:lnTo>
                  <a:lnTo>
                    <a:pt x="50170" y="85703"/>
                  </a:lnTo>
                  <a:cubicBezTo>
                    <a:pt x="50170" y="85470"/>
                    <a:pt x="50237" y="85269"/>
                    <a:pt x="50270" y="85069"/>
                  </a:cubicBezTo>
                  <a:lnTo>
                    <a:pt x="50403" y="84435"/>
                  </a:lnTo>
                  <a:cubicBezTo>
                    <a:pt x="50570" y="83568"/>
                    <a:pt x="50804" y="82734"/>
                    <a:pt x="51004" y="81867"/>
                  </a:cubicBezTo>
                  <a:cubicBezTo>
                    <a:pt x="51237" y="80966"/>
                    <a:pt x="51404" y="80032"/>
                    <a:pt x="51104" y="79032"/>
                  </a:cubicBezTo>
                  <a:cubicBezTo>
                    <a:pt x="50937" y="78565"/>
                    <a:pt x="50737" y="78064"/>
                    <a:pt x="50337" y="77731"/>
                  </a:cubicBezTo>
                  <a:lnTo>
                    <a:pt x="50103" y="77464"/>
                  </a:lnTo>
                  <a:cubicBezTo>
                    <a:pt x="50003" y="77397"/>
                    <a:pt x="49903" y="77364"/>
                    <a:pt x="49803" y="77264"/>
                  </a:cubicBezTo>
                  <a:lnTo>
                    <a:pt x="49503" y="77064"/>
                  </a:lnTo>
                  <a:cubicBezTo>
                    <a:pt x="49436" y="77030"/>
                    <a:pt x="49303" y="76930"/>
                    <a:pt x="49236" y="76897"/>
                  </a:cubicBezTo>
                  <a:cubicBezTo>
                    <a:pt x="48532" y="76486"/>
                    <a:pt x="47673" y="76178"/>
                    <a:pt x="46818" y="76178"/>
                  </a:cubicBezTo>
                  <a:cubicBezTo>
                    <a:pt x="46701" y="76178"/>
                    <a:pt x="46584" y="76184"/>
                    <a:pt x="46467" y="76196"/>
                  </a:cubicBezTo>
                  <a:cubicBezTo>
                    <a:pt x="45500" y="76230"/>
                    <a:pt x="44599" y="76597"/>
                    <a:pt x="43799" y="77064"/>
                  </a:cubicBezTo>
                  <a:cubicBezTo>
                    <a:pt x="42998" y="77531"/>
                    <a:pt x="42331" y="78131"/>
                    <a:pt x="41731" y="78798"/>
                  </a:cubicBezTo>
                  <a:cubicBezTo>
                    <a:pt x="40496" y="80132"/>
                    <a:pt x="39596" y="81700"/>
                    <a:pt x="38929" y="83301"/>
                  </a:cubicBezTo>
                  <a:cubicBezTo>
                    <a:pt x="38261" y="84936"/>
                    <a:pt x="37794" y="86637"/>
                    <a:pt x="37628" y="88372"/>
                  </a:cubicBezTo>
                  <a:lnTo>
                    <a:pt x="37594" y="89039"/>
                  </a:lnTo>
                  <a:cubicBezTo>
                    <a:pt x="37594" y="89239"/>
                    <a:pt x="37561" y="89406"/>
                    <a:pt x="37561" y="89606"/>
                  </a:cubicBezTo>
                  <a:cubicBezTo>
                    <a:pt x="37494" y="89973"/>
                    <a:pt x="37461" y="90406"/>
                    <a:pt x="37394" y="90773"/>
                  </a:cubicBezTo>
                  <a:cubicBezTo>
                    <a:pt x="37261" y="91574"/>
                    <a:pt x="37061" y="92308"/>
                    <a:pt x="36760" y="93075"/>
                  </a:cubicBezTo>
                  <a:cubicBezTo>
                    <a:pt x="36493" y="93809"/>
                    <a:pt x="36160" y="94543"/>
                    <a:pt x="35726" y="95110"/>
                  </a:cubicBezTo>
                  <a:cubicBezTo>
                    <a:pt x="35309" y="95687"/>
                    <a:pt x="34769" y="96079"/>
                    <a:pt x="34195" y="96079"/>
                  </a:cubicBezTo>
                  <a:cubicBezTo>
                    <a:pt x="34172" y="96079"/>
                    <a:pt x="34148" y="96078"/>
                    <a:pt x="34125" y="96077"/>
                  </a:cubicBezTo>
                  <a:cubicBezTo>
                    <a:pt x="33558" y="96044"/>
                    <a:pt x="32958" y="95577"/>
                    <a:pt x="32457" y="95043"/>
                  </a:cubicBezTo>
                  <a:cubicBezTo>
                    <a:pt x="32324" y="94910"/>
                    <a:pt x="32257" y="94743"/>
                    <a:pt x="32124" y="94609"/>
                  </a:cubicBezTo>
                  <a:cubicBezTo>
                    <a:pt x="32057" y="94476"/>
                    <a:pt x="31957" y="94309"/>
                    <a:pt x="31890" y="94209"/>
                  </a:cubicBezTo>
                  <a:cubicBezTo>
                    <a:pt x="31757" y="93909"/>
                    <a:pt x="31657" y="93609"/>
                    <a:pt x="31657" y="93275"/>
                  </a:cubicBezTo>
                  <a:cubicBezTo>
                    <a:pt x="31657" y="92475"/>
                    <a:pt x="31990" y="91641"/>
                    <a:pt x="32290" y="90873"/>
                  </a:cubicBezTo>
                  <a:cubicBezTo>
                    <a:pt x="32591" y="90073"/>
                    <a:pt x="32791" y="89272"/>
                    <a:pt x="32791" y="88705"/>
                  </a:cubicBezTo>
                  <a:lnTo>
                    <a:pt x="32791" y="88739"/>
                  </a:lnTo>
                  <a:cubicBezTo>
                    <a:pt x="32891" y="87905"/>
                    <a:pt x="32891" y="87037"/>
                    <a:pt x="32624" y="86203"/>
                  </a:cubicBezTo>
                  <a:cubicBezTo>
                    <a:pt x="32391" y="85369"/>
                    <a:pt x="31990" y="84602"/>
                    <a:pt x="31657" y="83902"/>
                  </a:cubicBezTo>
                  <a:cubicBezTo>
                    <a:pt x="31323" y="83135"/>
                    <a:pt x="31056" y="82434"/>
                    <a:pt x="30789" y="81700"/>
                  </a:cubicBezTo>
                  <a:lnTo>
                    <a:pt x="30589" y="81133"/>
                  </a:lnTo>
                  <a:cubicBezTo>
                    <a:pt x="30556" y="80933"/>
                    <a:pt x="30489" y="80766"/>
                    <a:pt x="30456" y="80566"/>
                  </a:cubicBezTo>
                  <a:lnTo>
                    <a:pt x="30356" y="79966"/>
                  </a:lnTo>
                  <a:cubicBezTo>
                    <a:pt x="30356" y="79765"/>
                    <a:pt x="30356" y="79599"/>
                    <a:pt x="30289" y="79399"/>
                  </a:cubicBezTo>
                  <a:cubicBezTo>
                    <a:pt x="30189" y="78631"/>
                    <a:pt x="30289" y="77897"/>
                    <a:pt x="30456" y="77130"/>
                  </a:cubicBezTo>
                  <a:cubicBezTo>
                    <a:pt x="30689" y="76430"/>
                    <a:pt x="31056" y="75729"/>
                    <a:pt x="31523" y="75095"/>
                  </a:cubicBezTo>
                  <a:cubicBezTo>
                    <a:pt x="32457" y="73861"/>
                    <a:pt x="33758" y="72760"/>
                    <a:pt x="35026" y="71626"/>
                  </a:cubicBezTo>
                  <a:cubicBezTo>
                    <a:pt x="35626" y="71059"/>
                    <a:pt x="36260" y="70525"/>
                    <a:pt x="36894" y="69892"/>
                  </a:cubicBezTo>
                  <a:lnTo>
                    <a:pt x="37761" y="68958"/>
                  </a:lnTo>
                  <a:cubicBezTo>
                    <a:pt x="38061" y="68724"/>
                    <a:pt x="38361" y="68457"/>
                    <a:pt x="38695" y="68224"/>
                  </a:cubicBezTo>
                  <a:cubicBezTo>
                    <a:pt x="40029" y="67290"/>
                    <a:pt x="41597" y="66723"/>
                    <a:pt x="43198" y="66056"/>
                  </a:cubicBezTo>
                  <a:cubicBezTo>
                    <a:pt x="43965" y="65722"/>
                    <a:pt x="44766" y="65388"/>
                    <a:pt x="45567" y="65022"/>
                  </a:cubicBezTo>
                  <a:cubicBezTo>
                    <a:pt x="46367" y="64588"/>
                    <a:pt x="47101" y="64121"/>
                    <a:pt x="47802" y="63554"/>
                  </a:cubicBezTo>
                  <a:cubicBezTo>
                    <a:pt x="48535" y="62920"/>
                    <a:pt x="49102" y="62186"/>
                    <a:pt x="49403" y="61252"/>
                  </a:cubicBezTo>
                  <a:cubicBezTo>
                    <a:pt x="49436" y="61052"/>
                    <a:pt x="49536" y="60785"/>
                    <a:pt x="49569" y="60585"/>
                  </a:cubicBezTo>
                  <a:lnTo>
                    <a:pt x="49603" y="60251"/>
                  </a:lnTo>
                  <a:lnTo>
                    <a:pt x="49703" y="60118"/>
                  </a:lnTo>
                  <a:lnTo>
                    <a:pt x="49803" y="59851"/>
                  </a:lnTo>
                  <a:lnTo>
                    <a:pt x="49870" y="59718"/>
                  </a:lnTo>
                  <a:cubicBezTo>
                    <a:pt x="49903" y="59651"/>
                    <a:pt x="49903" y="59618"/>
                    <a:pt x="49903" y="59584"/>
                  </a:cubicBezTo>
                  <a:lnTo>
                    <a:pt x="49936" y="59418"/>
                  </a:lnTo>
                  <a:lnTo>
                    <a:pt x="50070" y="58784"/>
                  </a:lnTo>
                  <a:cubicBezTo>
                    <a:pt x="50237" y="57916"/>
                    <a:pt x="50303" y="57049"/>
                    <a:pt x="50237" y="56115"/>
                  </a:cubicBezTo>
                  <a:cubicBezTo>
                    <a:pt x="50203" y="55215"/>
                    <a:pt x="49870" y="54281"/>
                    <a:pt x="49369" y="53547"/>
                  </a:cubicBezTo>
                  <a:cubicBezTo>
                    <a:pt x="48369" y="51979"/>
                    <a:pt x="46901" y="50945"/>
                    <a:pt x="45600" y="49911"/>
                  </a:cubicBezTo>
                  <a:cubicBezTo>
                    <a:pt x="44933" y="49410"/>
                    <a:pt x="44299" y="48810"/>
                    <a:pt x="43965" y="48210"/>
                  </a:cubicBezTo>
                  <a:cubicBezTo>
                    <a:pt x="43632" y="47576"/>
                    <a:pt x="43632" y="46842"/>
                    <a:pt x="43899" y="46075"/>
                  </a:cubicBezTo>
                  <a:cubicBezTo>
                    <a:pt x="44032" y="45708"/>
                    <a:pt x="44132" y="45341"/>
                    <a:pt x="44366" y="45007"/>
                  </a:cubicBezTo>
                  <a:lnTo>
                    <a:pt x="44499" y="44707"/>
                  </a:lnTo>
                  <a:cubicBezTo>
                    <a:pt x="44566" y="44674"/>
                    <a:pt x="44499" y="44674"/>
                    <a:pt x="44566" y="44607"/>
                  </a:cubicBezTo>
                  <a:lnTo>
                    <a:pt x="44633" y="44540"/>
                  </a:lnTo>
                  <a:cubicBezTo>
                    <a:pt x="44766" y="44407"/>
                    <a:pt x="44899" y="44273"/>
                    <a:pt x="45066" y="44173"/>
                  </a:cubicBezTo>
                  <a:cubicBezTo>
                    <a:pt x="45633" y="43706"/>
                    <a:pt x="46401" y="43339"/>
                    <a:pt x="47101" y="42772"/>
                  </a:cubicBezTo>
                  <a:cubicBezTo>
                    <a:pt x="47468" y="42505"/>
                    <a:pt x="47802" y="42205"/>
                    <a:pt x="48068" y="41738"/>
                  </a:cubicBezTo>
                  <a:cubicBezTo>
                    <a:pt x="48269" y="41271"/>
                    <a:pt x="48402" y="40838"/>
                    <a:pt x="48402" y="40371"/>
                  </a:cubicBezTo>
                  <a:cubicBezTo>
                    <a:pt x="48435" y="39904"/>
                    <a:pt x="48369" y="39503"/>
                    <a:pt x="48369" y="39103"/>
                  </a:cubicBezTo>
                  <a:cubicBezTo>
                    <a:pt x="48369" y="38703"/>
                    <a:pt x="48402" y="38503"/>
                    <a:pt x="48569" y="38069"/>
                  </a:cubicBezTo>
                  <a:cubicBezTo>
                    <a:pt x="48869" y="37302"/>
                    <a:pt x="49136" y="36601"/>
                    <a:pt x="49603" y="36034"/>
                  </a:cubicBezTo>
                  <a:cubicBezTo>
                    <a:pt x="50036" y="35434"/>
                    <a:pt x="50637" y="35067"/>
                    <a:pt x="51371" y="34767"/>
                  </a:cubicBezTo>
                  <a:cubicBezTo>
                    <a:pt x="52071" y="34500"/>
                    <a:pt x="52805" y="34266"/>
                    <a:pt x="53572" y="34099"/>
                  </a:cubicBezTo>
                  <a:cubicBezTo>
                    <a:pt x="54306" y="33899"/>
                    <a:pt x="55073" y="33699"/>
                    <a:pt x="55807" y="33532"/>
                  </a:cubicBezTo>
                  <a:cubicBezTo>
                    <a:pt x="56174" y="33399"/>
                    <a:pt x="56574" y="33332"/>
                    <a:pt x="56941" y="33232"/>
                  </a:cubicBezTo>
                  <a:lnTo>
                    <a:pt x="58076" y="32999"/>
                  </a:lnTo>
                  <a:cubicBezTo>
                    <a:pt x="58809" y="32832"/>
                    <a:pt x="59510" y="32698"/>
                    <a:pt x="60277" y="32532"/>
                  </a:cubicBezTo>
                  <a:cubicBezTo>
                    <a:pt x="63246" y="31931"/>
                    <a:pt x="66081" y="31331"/>
                    <a:pt x="68783" y="30564"/>
                  </a:cubicBezTo>
                  <a:cubicBezTo>
                    <a:pt x="70117" y="30197"/>
                    <a:pt x="71485" y="29596"/>
                    <a:pt x="72486" y="28595"/>
                  </a:cubicBezTo>
                  <a:cubicBezTo>
                    <a:pt x="72986" y="28095"/>
                    <a:pt x="73420" y="27528"/>
                    <a:pt x="73753" y="26928"/>
                  </a:cubicBezTo>
                  <a:cubicBezTo>
                    <a:pt x="74087" y="26361"/>
                    <a:pt x="74320" y="25693"/>
                    <a:pt x="74320" y="24993"/>
                  </a:cubicBezTo>
                  <a:cubicBezTo>
                    <a:pt x="74387" y="24259"/>
                    <a:pt x="74154" y="23659"/>
                    <a:pt x="74054" y="23058"/>
                  </a:cubicBezTo>
                  <a:cubicBezTo>
                    <a:pt x="73920" y="22491"/>
                    <a:pt x="73820" y="21891"/>
                    <a:pt x="73920" y="21357"/>
                  </a:cubicBezTo>
                  <a:cubicBezTo>
                    <a:pt x="73987" y="20823"/>
                    <a:pt x="74120" y="20256"/>
                    <a:pt x="74320" y="19756"/>
                  </a:cubicBezTo>
                  <a:cubicBezTo>
                    <a:pt x="74554" y="19255"/>
                    <a:pt x="74787" y="18755"/>
                    <a:pt x="75121" y="18355"/>
                  </a:cubicBezTo>
                  <a:cubicBezTo>
                    <a:pt x="76389" y="16587"/>
                    <a:pt x="77990" y="15219"/>
                    <a:pt x="78724" y="13351"/>
                  </a:cubicBezTo>
                  <a:cubicBezTo>
                    <a:pt x="78790" y="13084"/>
                    <a:pt x="78824" y="12884"/>
                    <a:pt x="78924" y="12651"/>
                  </a:cubicBezTo>
                  <a:cubicBezTo>
                    <a:pt x="78924" y="12417"/>
                    <a:pt x="78990" y="12184"/>
                    <a:pt x="78957" y="11917"/>
                  </a:cubicBezTo>
                  <a:lnTo>
                    <a:pt x="78957" y="11583"/>
                  </a:lnTo>
                  <a:cubicBezTo>
                    <a:pt x="78957" y="11483"/>
                    <a:pt x="78924" y="11383"/>
                    <a:pt x="78924" y="11250"/>
                  </a:cubicBezTo>
                  <a:lnTo>
                    <a:pt x="78790" y="10649"/>
                  </a:lnTo>
                  <a:cubicBezTo>
                    <a:pt x="78624" y="9815"/>
                    <a:pt x="78457" y="9048"/>
                    <a:pt x="78323" y="8348"/>
                  </a:cubicBezTo>
                  <a:cubicBezTo>
                    <a:pt x="78090" y="6913"/>
                    <a:pt x="78056" y="5679"/>
                    <a:pt x="78223" y="4712"/>
                  </a:cubicBezTo>
                  <a:cubicBezTo>
                    <a:pt x="78257" y="4478"/>
                    <a:pt x="78290" y="4211"/>
                    <a:pt x="78323" y="4011"/>
                  </a:cubicBezTo>
                  <a:cubicBezTo>
                    <a:pt x="78390" y="3811"/>
                    <a:pt x="78457" y="3578"/>
                    <a:pt x="78490" y="3411"/>
                  </a:cubicBezTo>
                  <a:cubicBezTo>
                    <a:pt x="78590" y="3077"/>
                    <a:pt x="78757" y="2810"/>
                    <a:pt x="78824" y="2543"/>
                  </a:cubicBezTo>
                  <a:cubicBezTo>
                    <a:pt x="78924" y="2310"/>
                    <a:pt x="78990" y="2110"/>
                    <a:pt x="79091" y="2010"/>
                  </a:cubicBezTo>
                  <a:cubicBezTo>
                    <a:pt x="79124" y="1876"/>
                    <a:pt x="79157" y="1843"/>
                    <a:pt x="79157" y="1843"/>
                  </a:cubicBezTo>
                  <a:cubicBezTo>
                    <a:pt x="79324" y="1576"/>
                    <a:pt x="79424" y="1343"/>
                    <a:pt x="79724" y="1009"/>
                  </a:cubicBezTo>
                  <a:cubicBezTo>
                    <a:pt x="79824" y="842"/>
                    <a:pt x="79924" y="642"/>
                    <a:pt x="79991" y="509"/>
                  </a:cubicBezTo>
                  <a:cubicBezTo>
                    <a:pt x="80158" y="208"/>
                    <a:pt x="80225" y="42"/>
                    <a:pt x="80158" y="8"/>
                  </a:cubicBezTo>
                  <a:cubicBezTo>
                    <a:pt x="80153" y="3"/>
                    <a:pt x="80145" y="0"/>
                    <a:pt x="80135"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0" name="Google Shape;900;p8"/>
            <p:cNvSpPr/>
            <p:nvPr/>
          </p:nvSpPr>
          <p:spPr>
            <a:xfrm>
              <a:off x="1106800" y="170400"/>
              <a:ext cx="2139875" cy="3395950"/>
            </a:xfrm>
            <a:custGeom>
              <a:avLst/>
              <a:gdLst/>
              <a:ahLst/>
              <a:cxnLst/>
              <a:rect l="l" t="t" r="r" b="b"/>
              <a:pathLst>
                <a:path w="85595" h="135838" extrusionOk="0">
                  <a:moveTo>
                    <a:pt x="85546" y="1"/>
                  </a:moveTo>
                  <a:cubicBezTo>
                    <a:pt x="85502" y="1"/>
                    <a:pt x="85407" y="103"/>
                    <a:pt x="85261" y="307"/>
                  </a:cubicBezTo>
                  <a:cubicBezTo>
                    <a:pt x="85094" y="541"/>
                    <a:pt x="84894" y="874"/>
                    <a:pt x="84694" y="1408"/>
                  </a:cubicBezTo>
                  <a:cubicBezTo>
                    <a:pt x="84694" y="1408"/>
                    <a:pt x="84627" y="1508"/>
                    <a:pt x="84594" y="1642"/>
                  </a:cubicBezTo>
                  <a:cubicBezTo>
                    <a:pt x="84594" y="1675"/>
                    <a:pt x="84561" y="1742"/>
                    <a:pt x="84527" y="1875"/>
                  </a:cubicBezTo>
                  <a:cubicBezTo>
                    <a:pt x="84461" y="1975"/>
                    <a:pt x="84461" y="2142"/>
                    <a:pt x="84427" y="2242"/>
                  </a:cubicBezTo>
                  <a:cubicBezTo>
                    <a:pt x="84327" y="2842"/>
                    <a:pt x="84227" y="3743"/>
                    <a:pt x="84394" y="4911"/>
                  </a:cubicBezTo>
                  <a:cubicBezTo>
                    <a:pt x="84494" y="5511"/>
                    <a:pt x="84594" y="6178"/>
                    <a:pt x="84727" y="6879"/>
                  </a:cubicBezTo>
                  <a:cubicBezTo>
                    <a:pt x="84894" y="7579"/>
                    <a:pt x="85061" y="8380"/>
                    <a:pt x="85094" y="9247"/>
                  </a:cubicBezTo>
                  <a:cubicBezTo>
                    <a:pt x="85161" y="9481"/>
                    <a:pt x="85161" y="9714"/>
                    <a:pt x="85161" y="9914"/>
                  </a:cubicBezTo>
                  <a:cubicBezTo>
                    <a:pt x="85094" y="10148"/>
                    <a:pt x="85094" y="10348"/>
                    <a:pt x="85061" y="10581"/>
                  </a:cubicBezTo>
                  <a:cubicBezTo>
                    <a:pt x="85061" y="10848"/>
                    <a:pt x="84994" y="11048"/>
                    <a:pt x="84928" y="11315"/>
                  </a:cubicBezTo>
                  <a:cubicBezTo>
                    <a:pt x="84894" y="11549"/>
                    <a:pt x="84794" y="11749"/>
                    <a:pt x="84727" y="12016"/>
                  </a:cubicBezTo>
                  <a:cubicBezTo>
                    <a:pt x="84561" y="12483"/>
                    <a:pt x="84327" y="12916"/>
                    <a:pt x="83960" y="13350"/>
                  </a:cubicBezTo>
                  <a:cubicBezTo>
                    <a:pt x="83693" y="13817"/>
                    <a:pt x="83260" y="14184"/>
                    <a:pt x="82859" y="14584"/>
                  </a:cubicBezTo>
                  <a:cubicBezTo>
                    <a:pt x="81959" y="15385"/>
                    <a:pt x="81025" y="16219"/>
                    <a:pt x="80224" y="17319"/>
                  </a:cubicBezTo>
                  <a:cubicBezTo>
                    <a:pt x="79857" y="17853"/>
                    <a:pt x="79490" y="18487"/>
                    <a:pt x="79324" y="19187"/>
                  </a:cubicBezTo>
                  <a:cubicBezTo>
                    <a:pt x="79090" y="19855"/>
                    <a:pt x="79057" y="20588"/>
                    <a:pt x="79090" y="21356"/>
                  </a:cubicBezTo>
                  <a:cubicBezTo>
                    <a:pt x="79157" y="22823"/>
                    <a:pt x="79424" y="24358"/>
                    <a:pt x="79157" y="25926"/>
                  </a:cubicBezTo>
                  <a:cubicBezTo>
                    <a:pt x="78823" y="27493"/>
                    <a:pt x="78023" y="29028"/>
                    <a:pt x="76755" y="30229"/>
                  </a:cubicBezTo>
                  <a:cubicBezTo>
                    <a:pt x="75521" y="31430"/>
                    <a:pt x="73853" y="32263"/>
                    <a:pt x="72085" y="33064"/>
                  </a:cubicBezTo>
                  <a:cubicBezTo>
                    <a:pt x="70384" y="33898"/>
                    <a:pt x="68483" y="34498"/>
                    <a:pt x="66481" y="34999"/>
                  </a:cubicBezTo>
                  <a:cubicBezTo>
                    <a:pt x="65981" y="35166"/>
                    <a:pt x="65480" y="35266"/>
                    <a:pt x="64980" y="35399"/>
                  </a:cubicBezTo>
                  <a:cubicBezTo>
                    <a:pt x="64713" y="35499"/>
                    <a:pt x="64480" y="35532"/>
                    <a:pt x="64213" y="35599"/>
                  </a:cubicBezTo>
                  <a:lnTo>
                    <a:pt x="64013" y="35666"/>
                  </a:lnTo>
                  <a:lnTo>
                    <a:pt x="63913" y="35666"/>
                  </a:lnTo>
                  <a:lnTo>
                    <a:pt x="63846" y="35699"/>
                  </a:lnTo>
                  <a:lnTo>
                    <a:pt x="63412" y="35766"/>
                  </a:lnTo>
                  <a:cubicBezTo>
                    <a:pt x="62378" y="36033"/>
                    <a:pt x="61311" y="36366"/>
                    <a:pt x="60310" y="36867"/>
                  </a:cubicBezTo>
                  <a:cubicBezTo>
                    <a:pt x="59309" y="37367"/>
                    <a:pt x="58309" y="38068"/>
                    <a:pt x="57708" y="39168"/>
                  </a:cubicBezTo>
                  <a:cubicBezTo>
                    <a:pt x="57408" y="39702"/>
                    <a:pt x="57341" y="40336"/>
                    <a:pt x="57174" y="40870"/>
                  </a:cubicBezTo>
                  <a:cubicBezTo>
                    <a:pt x="57141" y="41170"/>
                    <a:pt x="57008" y="41437"/>
                    <a:pt x="56908" y="41704"/>
                  </a:cubicBezTo>
                  <a:cubicBezTo>
                    <a:pt x="56808" y="42004"/>
                    <a:pt x="56674" y="42237"/>
                    <a:pt x="56541" y="42504"/>
                  </a:cubicBezTo>
                  <a:lnTo>
                    <a:pt x="56307" y="43005"/>
                  </a:lnTo>
                  <a:cubicBezTo>
                    <a:pt x="56174" y="43171"/>
                    <a:pt x="56040" y="43338"/>
                    <a:pt x="55907" y="43538"/>
                  </a:cubicBezTo>
                  <a:cubicBezTo>
                    <a:pt x="55640" y="43905"/>
                    <a:pt x="55240" y="44339"/>
                    <a:pt x="54839" y="44739"/>
                  </a:cubicBezTo>
                  <a:cubicBezTo>
                    <a:pt x="54406" y="45173"/>
                    <a:pt x="53872" y="45573"/>
                    <a:pt x="53372" y="46107"/>
                  </a:cubicBezTo>
                  <a:cubicBezTo>
                    <a:pt x="52871" y="46607"/>
                    <a:pt x="52371" y="47341"/>
                    <a:pt x="52204" y="48208"/>
                  </a:cubicBezTo>
                  <a:cubicBezTo>
                    <a:pt x="51837" y="50010"/>
                    <a:pt x="52571" y="51844"/>
                    <a:pt x="53405" y="53612"/>
                  </a:cubicBezTo>
                  <a:cubicBezTo>
                    <a:pt x="53839" y="54513"/>
                    <a:pt x="54172" y="55447"/>
                    <a:pt x="54339" y="56514"/>
                  </a:cubicBezTo>
                  <a:cubicBezTo>
                    <a:pt x="54406" y="56748"/>
                    <a:pt x="54372" y="57048"/>
                    <a:pt x="54406" y="57281"/>
                  </a:cubicBezTo>
                  <a:cubicBezTo>
                    <a:pt x="54406" y="57548"/>
                    <a:pt x="54473" y="57848"/>
                    <a:pt x="54473" y="58082"/>
                  </a:cubicBezTo>
                  <a:cubicBezTo>
                    <a:pt x="54473" y="58349"/>
                    <a:pt x="54473" y="58616"/>
                    <a:pt x="54406" y="58883"/>
                  </a:cubicBezTo>
                  <a:cubicBezTo>
                    <a:pt x="54372" y="59116"/>
                    <a:pt x="54372" y="59416"/>
                    <a:pt x="54306" y="59683"/>
                  </a:cubicBezTo>
                  <a:cubicBezTo>
                    <a:pt x="54072" y="60751"/>
                    <a:pt x="53639" y="61785"/>
                    <a:pt x="52971" y="62719"/>
                  </a:cubicBezTo>
                  <a:cubicBezTo>
                    <a:pt x="52304" y="63619"/>
                    <a:pt x="51370" y="64420"/>
                    <a:pt x="50403" y="65087"/>
                  </a:cubicBezTo>
                  <a:cubicBezTo>
                    <a:pt x="49402" y="65754"/>
                    <a:pt x="48335" y="66355"/>
                    <a:pt x="47234" y="66888"/>
                  </a:cubicBezTo>
                  <a:cubicBezTo>
                    <a:pt x="46700" y="67188"/>
                    <a:pt x="46167" y="67455"/>
                    <a:pt x="45633" y="67789"/>
                  </a:cubicBezTo>
                  <a:cubicBezTo>
                    <a:pt x="45366" y="67956"/>
                    <a:pt x="45133" y="68189"/>
                    <a:pt x="44866" y="68423"/>
                  </a:cubicBezTo>
                  <a:cubicBezTo>
                    <a:pt x="44732" y="68589"/>
                    <a:pt x="44666" y="68756"/>
                    <a:pt x="44565" y="68923"/>
                  </a:cubicBezTo>
                  <a:cubicBezTo>
                    <a:pt x="44565" y="69023"/>
                    <a:pt x="44532" y="69123"/>
                    <a:pt x="44532" y="69223"/>
                  </a:cubicBezTo>
                  <a:cubicBezTo>
                    <a:pt x="44532" y="69290"/>
                    <a:pt x="44532" y="69423"/>
                    <a:pt x="44565" y="69523"/>
                  </a:cubicBezTo>
                  <a:cubicBezTo>
                    <a:pt x="44666" y="69890"/>
                    <a:pt x="44899" y="70124"/>
                    <a:pt x="45133" y="70391"/>
                  </a:cubicBezTo>
                  <a:cubicBezTo>
                    <a:pt x="45333" y="70591"/>
                    <a:pt x="45533" y="70858"/>
                    <a:pt x="45800" y="71058"/>
                  </a:cubicBezTo>
                  <a:cubicBezTo>
                    <a:pt x="45900" y="71191"/>
                    <a:pt x="46033" y="71291"/>
                    <a:pt x="46167" y="71392"/>
                  </a:cubicBezTo>
                  <a:lnTo>
                    <a:pt x="46567" y="71625"/>
                  </a:lnTo>
                  <a:cubicBezTo>
                    <a:pt x="46700" y="71725"/>
                    <a:pt x="46867" y="71792"/>
                    <a:pt x="47034" y="71859"/>
                  </a:cubicBezTo>
                  <a:cubicBezTo>
                    <a:pt x="47167" y="71925"/>
                    <a:pt x="47334" y="72025"/>
                    <a:pt x="47501" y="72025"/>
                  </a:cubicBezTo>
                  <a:cubicBezTo>
                    <a:pt x="47723" y="72081"/>
                    <a:pt x="47946" y="72103"/>
                    <a:pt x="48167" y="72103"/>
                  </a:cubicBezTo>
                  <a:cubicBezTo>
                    <a:pt x="48609" y="72103"/>
                    <a:pt x="49046" y="72014"/>
                    <a:pt x="49469" y="71925"/>
                  </a:cubicBezTo>
                  <a:cubicBezTo>
                    <a:pt x="50069" y="71792"/>
                    <a:pt x="50670" y="71592"/>
                    <a:pt x="51237" y="71458"/>
                  </a:cubicBezTo>
                  <a:cubicBezTo>
                    <a:pt x="51742" y="71314"/>
                    <a:pt x="52259" y="71245"/>
                    <a:pt x="52769" y="71245"/>
                  </a:cubicBezTo>
                  <a:cubicBezTo>
                    <a:pt x="53440" y="71245"/>
                    <a:pt x="54100" y="71364"/>
                    <a:pt x="54706" y="71592"/>
                  </a:cubicBezTo>
                  <a:cubicBezTo>
                    <a:pt x="55240" y="71758"/>
                    <a:pt x="55673" y="72192"/>
                    <a:pt x="55974" y="72626"/>
                  </a:cubicBezTo>
                  <a:cubicBezTo>
                    <a:pt x="56240" y="73126"/>
                    <a:pt x="56474" y="73693"/>
                    <a:pt x="56574" y="74227"/>
                  </a:cubicBezTo>
                  <a:cubicBezTo>
                    <a:pt x="56874" y="75428"/>
                    <a:pt x="56908" y="76729"/>
                    <a:pt x="56841" y="78030"/>
                  </a:cubicBezTo>
                  <a:cubicBezTo>
                    <a:pt x="56808" y="78697"/>
                    <a:pt x="56707" y="79297"/>
                    <a:pt x="56574" y="79964"/>
                  </a:cubicBezTo>
                  <a:lnTo>
                    <a:pt x="56207" y="81966"/>
                  </a:lnTo>
                  <a:cubicBezTo>
                    <a:pt x="56140" y="82299"/>
                    <a:pt x="56140" y="82700"/>
                    <a:pt x="56074" y="83033"/>
                  </a:cubicBezTo>
                  <a:cubicBezTo>
                    <a:pt x="56040" y="83367"/>
                    <a:pt x="56007" y="83734"/>
                    <a:pt x="56007" y="84067"/>
                  </a:cubicBezTo>
                  <a:cubicBezTo>
                    <a:pt x="56040" y="84734"/>
                    <a:pt x="56007" y="85435"/>
                    <a:pt x="56074" y="86135"/>
                  </a:cubicBezTo>
                  <a:cubicBezTo>
                    <a:pt x="56174" y="87570"/>
                    <a:pt x="56374" y="88937"/>
                    <a:pt x="56474" y="90372"/>
                  </a:cubicBezTo>
                  <a:cubicBezTo>
                    <a:pt x="56474" y="90705"/>
                    <a:pt x="56507" y="91072"/>
                    <a:pt x="56507" y="91406"/>
                  </a:cubicBezTo>
                  <a:lnTo>
                    <a:pt x="56474" y="92440"/>
                  </a:lnTo>
                  <a:lnTo>
                    <a:pt x="56474" y="92974"/>
                  </a:lnTo>
                  <a:lnTo>
                    <a:pt x="56374" y="93474"/>
                  </a:lnTo>
                  <a:lnTo>
                    <a:pt x="56307" y="93974"/>
                  </a:lnTo>
                  <a:cubicBezTo>
                    <a:pt x="56307" y="94141"/>
                    <a:pt x="56240" y="94308"/>
                    <a:pt x="56207" y="94475"/>
                  </a:cubicBezTo>
                  <a:cubicBezTo>
                    <a:pt x="55907" y="95876"/>
                    <a:pt x="55340" y="97143"/>
                    <a:pt x="54806" y="98544"/>
                  </a:cubicBezTo>
                  <a:cubicBezTo>
                    <a:pt x="54673" y="98878"/>
                    <a:pt x="54539" y="99245"/>
                    <a:pt x="54406" y="99578"/>
                  </a:cubicBezTo>
                  <a:cubicBezTo>
                    <a:pt x="54339" y="99912"/>
                    <a:pt x="54172" y="100245"/>
                    <a:pt x="54072" y="100612"/>
                  </a:cubicBezTo>
                  <a:lnTo>
                    <a:pt x="53805" y="101713"/>
                  </a:lnTo>
                  <a:lnTo>
                    <a:pt x="53639" y="102814"/>
                  </a:lnTo>
                  <a:cubicBezTo>
                    <a:pt x="53405" y="104315"/>
                    <a:pt x="53672" y="105783"/>
                    <a:pt x="53839" y="107251"/>
                  </a:cubicBezTo>
                  <a:cubicBezTo>
                    <a:pt x="54006" y="108718"/>
                    <a:pt x="54072" y="110153"/>
                    <a:pt x="53539" y="111487"/>
                  </a:cubicBezTo>
                  <a:cubicBezTo>
                    <a:pt x="53305" y="112154"/>
                    <a:pt x="52905" y="112788"/>
                    <a:pt x="52404" y="113288"/>
                  </a:cubicBezTo>
                  <a:lnTo>
                    <a:pt x="51671" y="114055"/>
                  </a:lnTo>
                  <a:lnTo>
                    <a:pt x="51237" y="114389"/>
                  </a:lnTo>
                  <a:cubicBezTo>
                    <a:pt x="51070" y="114489"/>
                    <a:pt x="50970" y="114589"/>
                    <a:pt x="50803" y="114656"/>
                  </a:cubicBezTo>
                  <a:cubicBezTo>
                    <a:pt x="49536" y="115390"/>
                    <a:pt x="48135" y="115723"/>
                    <a:pt x="46734" y="116224"/>
                  </a:cubicBezTo>
                  <a:cubicBezTo>
                    <a:pt x="46067" y="116457"/>
                    <a:pt x="45366" y="116757"/>
                    <a:pt x="44732" y="117124"/>
                  </a:cubicBezTo>
                  <a:cubicBezTo>
                    <a:pt x="44065" y="117491"/>
                    <a:pt x="43531" y="118058"/>
                    <a:pt x="43131" y="118659"/>
                  </a:cubicBezTo>
                  <a:cubicBezTo>
                    <a:pt x="43031" y="118825"/>
                    <a:pt x="42898" y="118992"/>
                    <a:pt x="42831" y="119159"/>
                  </a:cubicBezTo>
                  <a:lnTo>
                    <a:pt x="42664" y="119726"/>
                  </a:lnTo>
                  <a:cubicBezTo>
                    <a:pt x="42631" y="119893"/>
                    <a:pt x="42564" y="120093"/>
                    <a:pt x="42531" y="120260"/>
                  </a:cubicBezTo>
                  <a:cubicBezTo>
                    <a:pt x="42497" y="120427"/>
                    <a:pt x="42464" y="120627"/>
                    <a:pt x="42464" y="120794"/>
                  </a:cubicBezTo>
                  <a:cubicBezTo>
                    <a:pt x="42331" y="121561"/>
                    <a:pt x="42331" y="122261"/>
                    <a:pt x="42364" y="122962"/>
                  </a:cubicBezTo>
                  <a:cubicBezTo>
                    <a:pt x="42397" y="124429"/>
                    <a:pt x="42564" y="125797"/>
                    <a:pt x="42331" y="127131"/>
                  </a:cubicBezTo>
                  <a:cubicBezTo>
                    <a:pt x="42164" y="127799"/>
                    <a:pt x="41964" y="128432"/>
                    <a:pt x="41630" y="128999"/>
                  </a:cubicBezTo>
                  <a:cubicBezTo>
                    <a:pt x="41230" y="129566"/>
                    <a:pt x="40829" y="130067"/>
                    <a:pt x="40329" y="130500"/>
                  </a:cubicBezTo>
                  <a:cubicBezTo>
                    <a:pt x="39328" y="131434"/>
                    <a:pt x="38128" y="132002"/>
                    <a:pt x="36860" y="132268"/>
                  </a:cubicBezTo>
                  <a:cubicBezTo>
                    <a:pt x="36209" y="132368"/>
                    <a:pt x="35567" y="132410"/>
                    <a:pt x="34929" y="132410"/>
                  </a:cubicBezTo>
                  <a:cubicBezTo>
                    <a:pt x="34291" y="132410"/>
                    <a:pt x="33658" y="132368"/>
                    <a:pt x="33024" y="132302"/>
                  </a:cubicBezTo>
                  <a:cubicBezTo>
                    <a:pt x="31790" y="132135"/>
                    <a:pt x="30522" y="131935"/>
                    <a:pt x="29321" y="131768"/>
                  </a:cubicBezTo>
                  <a:cubicBezTo>
                    <a:pt x="28164" y="131616"/>
                    <a:pt x="27090" y="131464"/>
                    <a:pt x="25999" y="131464"/>
                  </a:cubicBezTo>
                  <a:cubicBezTo>
                    <a:pt x="25894" y="131464"/>
                    <a:pt x="25790" y="131465"/>
                    <a:pt x="25685" y="131468"/>
                  </a:cubicBezTo>
                  <a:cubicBezTo>
                    <a:pt x="24484" y="131468"/>
                    <a:pt x="23317" y="131668"/>
                    <a:pt x="22283" y="132102"/>
                  </a:cubicBezTo>
                  <a:cubicBezTo>
                    <a:pt x="21215" y="132569"/>
                    <a:pt x="20281" y="133069"/>
                    <a:pt x="19347" y="133569"/>
                  </a:cubicBezTo>
                  <a:cubicBezTo>
                    <a:pt x="18447" y="134070"/>
                    <a:pt x="17513" y="134570"/>
                    <a:pt x="16646" y="134937"/>
                  </a:cubicBezTo>
                  <a:cubicBezTo>
                    <a:pt x="15712" y="135304"/>
                    <a:pt x="14811" y="135504"/>
                    <a:pt x="13944" y="135504"/>
                  </a:cubicBezTo>
                  <a:cubicBezTo>
                    <a:pt x="13043" y="135504"/>
                    <a:pt x="12209" y="135304"/>
                    <a:pt x="11442" y="135104"/>
                  </a:cubicBezTo>
                  <a:cubicBezTo>
                    <a:pt x="9874" y="134603"/>
                    <a:pt x="8506" y="134003"/>
                    <a:pt x="7272" y="133603"/>
                  </a:cubicBezTo>
                  <a:cubicBezTo>
                    <a:pt x="6177" y="133188"/>
                    <a:pt x="5134" y="132958"/>
                    <a:pt x="4284" y="132958"/>
                  </a:cubicBezTo>
                  <a:cubicBezTo>
                    <a:pt x="4176" y="132958"/>
                    <a:pt x="4071" y="132961"/>
                    <a:pt x="3970" y="132969"/>
                  </a:cubicBezTo>
                  <a:cubicBezTo>
                    <a:pt x="3703" y="133002"/>
                    <a:pt x="3503" y="133002"/>
                    <a:pt x="3303" y="133069"/>
                  </a:cubicBezTo>
                  <a:cubicBezTo>
                    <a:pt x="3103" y="133102"/>
                    <a:pt x="2869" y="133136"/>
                    <a:pt x="2702" y="133169"/>
                  </a:cubicBezTo>
                  <a:cubicBezTo>
                    <a:pt x="2369" y="133302"/>
                    <a:pt x="2102" y="133336"/>
                    <a:pt x="1868" y="133469"/>
                  </a:cubicBezTo>
                  <a:cubicBezTo>
                    <a:pt x="1668" y="133569"/>
                    <a:pt x="1501" y="133636"/>
                    <a:pt x="1368" y="133669"/>
                  </a:cubicBezTo>
                  <a:cubicBezTo>
                    <a:pt x="1235" y="133736"/>
                    <a:pt x="1201" y="133769"/>
                    <a:pt x="1201" y="133769"/>
                  </a:cubicBezTo>
                  <a:cubicBezTo>
                    <a:pt x="968" y="133903"/>
                    <a:pt x="734" y="134003"/>
                    <a:pt x="701" y="134270"/>
                  </a:cubicBezTo>
                  <a:cubicBezTo>
                    <a:pt x="534" y="134403"/>
                    <a:pt x="401" y="134470"/>
                    <a:pt x="301" y="134570"/>
                  </a:cubicBezTo>
                  <a:cubicBezTo>
                    <a:pt x="67" y="134737"/>
                    <a:pt x="0" y="134804"/>
                    <a:pt x="0" y="134837"/>
                  </a:cubicBezTo>
                  <a:cubicBezTo>
                    <a:pt x="0" y="134856"/>
                    <a:pt x="11" y="134864"/>
                    <a:pt x="31" y="134864"/>
                  </a:cubicBezTo>
                  <a:cubicBezTo>
                    <a:pt x="83" y="134864"/>
                    <a:pt x="199" y="134809"/>
                    <a:pt x="367" y="134737"/>
                  </a:cubicBezTo>
                  <a:cubicBezTo>
                    <a:pt x="501" y="134637"/>
                    <a:pt x="667" y="134570"/>
                    <a:pt x="834" y="134470"/>
                  </a:cubicBezTo>
                  <a:cubicBezTo>
                    <a:pt x="1001" y="134337"/>
                    <a:pt x="1201" y="134270"/>
                    <a:pt x="1468" y="134136"/>
                  </a:cubicBezTo>
                  <a:cubicBezTo>
                    <a:pt x="1468" y="134136"/>
                    <a:pt x="1501" y="134103"/>
                    <a:pt x="1635" y="134070"/>
                  </a:cubicBezTo>
                  <a:cubicBezTo>
                    <a:pt x="1735" y="134003"/>
                    <a:pt x="1902" y="133936"/>
                    <a:pt x="2135" y="133836"/>
                  </a:cubicBezTo>
                  <a:cubicBezTo>
                    <a:pt x="2335" y="133736"/>
                    <a:pt x="2636" y="133669"/>
                    <a:pt x="2969" y="133569"/>
                  </a:cubicBezTo>
                  <a:cubicBezTo>
                    <a:pt x="3136" y="133503"/>
                    <a:pt x="3303" y="133469"/>
                    <a:pt x="3503" y="133436"/>
                  </a:cubicBezTo>
                  <a:cubicBezTo>
                    <a:pt x="3703" y="133403"/>
                    <a:pt x="3903" y="133403"/>
                    <a:pt x="4137" y="133336"/>
                  </a:cubicBezTo>
                  <a:cubicBezTo>
                    <a:pt x="4235" y="133328"/>
                    <a:pt x="4336" y="133325"/>
                    <a:pt x="4441" y="133325"/>
                  </a:cubicBezTo>
                  <a:cubicBezTo>
                    <a:pt x="5262" y="133325"/>
                    <a:pt x="6274" y="133552"/>
                    <a:pt x="7339" y="133936"/>
                  </a:cubicBezTo>
                  <a:cubicBezTo>
                    <a:pt x="8573" y="134337"/>
                    <a:pt x="9974" y="134937"/>
                    <a:pt x="11542" y="135437"/>
                  </a:cubicBezTo>
                  <a:cubicBezTo>
                    <a:pt x="12342" y="135637"/>
                    <a:pt x="13210" y="135838"/>
                    <a:pt x="14144" y="135838"/>
                  </a:cubicBezTo>
                  <a:cubicBezTo>
                    <a:pt x="15044" y="135838"/>
                    <a:pt x="16012" y="135637"/>
                    <a:pt x="16912" y="135271"/>
                  </a:cubicBezTo>
                  <a:cubicBezTo>
                    <a:pt x="17846" y="134904"/>
                    <a:pt x="18714" y="134403"/>
                    <a:pt x="19648" y="133903"/>
                  </a:cubicBezTo>
                  <a:cubicBezTo>
                    <a:pt x="20582" y="133403"/>
                    <a:pt x="21549" y="132902"/>
                    <a:pt x="22550" y="132469"/>
                  </a:cubicBezTo>
                  <a:cubicBezTo>
                    <a:pt x="23550" y="132102"/>
                    <a:pt x="24685" y="131901"/>
                    <a:pt x="25852" y="131901"/>
                  </a:cubicBezTo>
                  <a:cubicBezTo>
                    <a:pt x="26986" y="131901"/>
                    <a:pt x="28187" y="132002"/>
                    <a:pt x="29388" y="132168"/>
                  </a:cubicBezTo>
                  <a:cubicBezTo>
                    <a:pt x="30589" y="132335"/>
                    <a:pt x="31823" y="132602"/>
                    <a:pt x="33091" y="132735"/>
                  </a:cubicBezTo>
                  <a:cubicBezTo>
                    <a:pt x="33753" y="132788"/>
                    <a:pt x="34433" y="132840"/>
                    <a:pt x="35122" y="132840"/>
                  </a:cubicBezTo>
                  <a:cubicBezTo>
                    <a:pt x="35752" y="132840"/>
                    <a:pt x="36389" y="132796"/>
                    <a:pt x="37027" y="132669"/>
                  </a:cubicBezTo>
                  <a:cubicBezTo>
                    <a:pt x="38361" y="132435"/>
                    <a:pt x="39662" y="131801"/>
                    <a:pt x="40663" y="130834"/>
                  </a:cubicBezTo>
                  <a:cubicBezTo>
                    <a:pt x="41163" y="130400"/>
                    <a:pt x="41597" y="129833"/>
                    <a:pt x="41997" y="129266"/>
                  </a:cubicBezTo>
                  <a:cubicBezTo>
                    <a:pt x="42364" y="128632"/>
                    <a:pt x="42597" y="127965"/>
                    <a:pt x="42731" y="127265"/>
                  </a:cubicBezTo>
                  <a:cubicBezTo>
                    <a:pt x="42998" y="125830"/>
                    <a:pt x="42831" y="124429"/>
                    <a:pt x="42764" y="122995"/>
                  </a:cubicBezTo>
                  <a:cubicBezTo>
                    <a:pt x="42731" y="122295"/>
                    <a:pt x="42731" y="121594"/>
                    <a:pt x="42864" y="120927"/>
                  </a:cubicBezTo>
                  <a:cubicBezTo>
                    <a:pt x="42864" y="120760"/>
                    <a:pt x="42898" y="120593"/>
                    <a:pt x="42931" y="120427"/>
                  </a:cubicBezTo>
                  <a:cubicBezTo>
                    <a:pt x="42998" y="120260"/>
                    <a:pt x="42998" y="120093"/>
                    <a:pt x="43064" y="119926"/>
                  </a:cubicBezTo>
                  <a:lnTo>
                    <a:pt x="43231" y="119426"/>
                  </a:lnTo>
                  <a:cubicBezTo>
                    <a:pt x="43331" y="119259"/>
                    <a:pt x="43398" y="119126"/>
                    <a:pt x="43498" y="118959"/>
                  </a:cubicBezTo>
                  <a:cubicBezTo>
                    <a:pt x="43865" y="118392"/>
                    <a:pt x="44399" y="117925"/>
                    <a:pt x="44999" y="117558"/>
                  </a:cubicBezTo>
                  <a:cubicBezTo>
                    <a:pt x="45600" y="117158"/>
                    <a:pt x="46267" y="116924"/>
                    <a:pt x="46934" y="116657"/>
                  </a:cubicBezTo>
                  <a:cubicBezTo>
                    <a:pt x="48335" y="116224"/>
                    <a:pt x="49769" y="115823"/>
                    <a:pt x="51070" y="115089"/>
                  </a:cubicBezTo>
                  <a:cubicBezTo>
                    <a:pt x="51204" y="114989"/>
                    <a:pt x="51370" y="114923"/>
                    <a:pt x="51537" y="114789"/>
                  </a:cubicBezTo>
                  <a:lnTo>
                    <a:pt x="52004" y="114456"/>
                  </a:lnTo>
                  <a:cubicBezTo>
                    <a:pt x="52238" y="114222"/>
                    <a:pt x="52538" y="113955"/>
                    <a:pt x="52771" y="113655"/>
                  </a:cubicBezTo>
                  <a:cubicBezTo>
                    <a:pt x="53272" y="113121"/>
                    <a:pt x="53705" y="112454"/>
                    <a:pt x="54006" y="111754"/>
                  </a:cubicBezTo>
                  <a:cubicBezTo>
                    <a:pt x="54272" y="111053"/>
                    <a:pt x="54439" y="110286"/>
                    <a:pt x="54439" y="109552"/>
                  </a:cubicBezTo>
                  <a:cubicBezTo>
                    <a:pt x="54439" y="108752"/>
                    <a:pt x="54406" y="108051"/>
                    <a:pt x="54339" y="107284"/>
                  </a:cubicBezTo>
                  <a:cubicBezTo>
                    <a:pt x="54172" y="105816"/>
                    <a:pt x="53905" y="104382"/>
                    <a:pt x="54106" y="102947"/>
                  </a:cubicBezTo>
                  <a:lnTo>
                    <a:pt x="54272" y="101913"/>
                  </a:lnTo>
                  <a:lnTo>
                    <a:pt x="54573" y="100879"/>
                  </a:lnTo>
                  <a:cubicBezTo>
                    <a:pt x="54673" y="100479"/>
                    <a:pt x="54773" y="100145"/>
                    <a:pt x="54906" y="99812"/>
                  </a:cubicBezTo>
                  <a:cubicBezTo>
                    <a:pt x="55006" y="99478"/>
                    <a:pt x="55173" y="99145"/>
                    <a:pt x="55273" y="98811"/>
                  </a:cubicBezTo>
                  <a:cubicBezTo>
                    <a:pt x="55840" y="97477"/>
                    <a:pt x="56441" y="96143"/>
                    <a:pt x="56741" y="94708"/>
                  </a:cubicBezTo>
                  <a:cubicBezTo>
                    <a:pt x="56841" y="94541"/>
                    <a:pt x="56841" y="94308"/>
                    <a:pt x="56874" y="94141"/>
                  </a:cubicBezTo>
                  <a:lnTo>
                    <a:pt x="56941" y="93607"/>
                  </a:lnTo>
                  <a:lnTo>
                    <a:pt x="57041" y="93074"/>
                  </a:lnTo>
                  <a:lnTo>
                    <a:pt x="57041" y="92540"/>
                  </a:lnTo>
                  <a:lnTo>
                    <a:pt x="57074" y="91439"/>
                  </a:lnTo>
                  <a:cubicBezTo>
                    <a:pt x="57074" y="91072"/>
                    <a:pt x="57041" y="90739"/>
                    <a:pt x="57041" y="90372"/>
                  </a:cubicBezTo>
                  <a:cubicBezTo>
                    <a:pt x="56874" y="87536"/>
                    <a:pt x="56274" y="84768"/>
                    <a:pt x="56774" y="82099"/>
                  </a:cubicBezTo>
                  <a:cubicBezTo>
                    <a:pt x="57375" y="79464"/>
                    <a:pt x="57775" y="76729"/>
                    <a:pt x="57174" y="74127"/>
                  </a:cubicBezTo>
                  <a:cubicBezTo>
                    <a:pt x="57008" y="73560"/>
                    <a:pt x="56774" y="72959"/>
                    <a:pt x="56441" y="72426"/>
                  </a:cubicBezTo>
                  <a:cubicBezTo>
                    <a:pt x="56174" y="71892"/>
                    <a:pt x="55607" y="71392"/>
                    <a:pt x="55006" y="71191"/>
                  </a:cubicBezTo>
                  <a:cubicBezTo>
                    <a:pt x="54364" y="70916"/>
                    <a:pt x="53650" y="70792"/>
                    <a:pt x="52938" y="70792"/>
                  </a:cubicBezTo>
                  <a:cubicBezTo>
                    <a:pt x="52357" y="70792"/>
                    <a:pt x="51777" y="70875"/>
                    <a:pt x="51237" y="71025"/>
                  </a:cubicBezTo>
                  <a:cubicBezTo>
                    <a:pt x="50603" y="71125"/>
                    <a:pt x="50036" y="71358"/>
                    <a:pt x="49436" y="71458"/>
                  </a:cubicBezTo>
                  <a:cubicBezTo>
                    <a:pt x="49058" y="71547"/>
                    <a:pt x="48650" y="71621"/>
                    <a:pt x="48262" y="71621"/>
                  </a:cubicBezTo>
                  <a:cubicBezTo>
                    <a:pt x="48068" y="71621"/>
                    <a:pt x="47879" y="71603"/>
                    <a:pt x="47701" y="71558"/>
                  </a:cubicBezTo>
                  <a:cubicBezTo>
                    <a:pt x="47534" y="71558"/>
                    <a:pt x="47401" y="71458"/>
                    <a:pt x="47267" y="71425"/>
                  </a:cubicBezTo>
                  <a:cubicBezTo>
                    <a:pt x="47167" y="71392"/>
                    <a:pt x="47034" y="71358"/>
                    <a:pt x="46900" y="71258"/>
                  </a:cubicBezTo>
                  <a:lnTo>
                    <a:pt x="46534" y="71058"/>
                  </a:lnTo>
                  <a:cubicBezTo>
                    <a:pt x="46400" y="70958"/>
                    <a:pt x="46333" y="70858"/>
                    <a:pt x="46200" y="70758"/>
                  </a:cubicBezTo>
                  <a:cubicBezTo>
                    <a:pt x="45933" y="70591"/>
                    <a:pt x="45766" y="70357"/>
                    <a:pt x="45566" y="70124"/>
                  </a:cubicBezTo>
                  <a:cubicBezTo>
                    <a:pt x="45366" y="69924"/>
                    <a:pt x="45166" y="69690"/>
                    <a:pt x="45099" y="69457"/>
                  </a:cubicBezTo>
                  <a:cubicBezTo>
                    <a:pt x="44932" y="69023"/>
                    <a:pt x="45433" y="68589"/>
                    <a:pt x="45933" y="68256"/>
                  </a:cubicBezTo>
                  <a:cubicBezTo>
                    <a:pt x="46433" y="67922"/>
                    <a:pt x="47001" y="67689"/>
                    <a:pt x="47534" y="67389"/>
                  </a:cubicBezTo>
                  <a:cubicBezTo>
                    <a:pt x="48602" y="66788"/>
                    <a:pt x="49736" y="66254"/>
                    <a:pt x="50737" y="65554"/>
                  </a:cubicBezTo>
                  <a:cubicBezTo>
                    <a:pt x="51737" y="64887"/>
                    <a:pt x="52671" y="64053"/>
                    <a:pt x="53372" y="63086"/>
                  </a:cubicBezTo>
                  <a:cubicBezTo>
                    <a:pt x="54072" y="62118"/>
                    <a:pt x="54573" y="61017"/>
                    <a:pt x="54773" y="59883"/>
                  </a:cubicBezTo>
                  <a:cubicBezTo>
                    <a:pt x="54873" y="59616"/>
                    <a:pt x="54873" y="59350"/>
                    <a:pt x="54906" y="59049"/>
                  </a:cubicBezTo>
                  <a:cubicBezTo>
                    <a:pt x="54940" y="58782"/>
                    <a:pt x="54940" y="58516"/>
                    <a:pt x="54940" y="58215"/>
                  </a:cubicBezTo>
                  <a:cubicBezTo>
                    <a:pt x="54940" y="57915"/>
                    <a:pt x="54906" y="57682"/>
                    <a:pt x="54906" y="57381"/>
                  </a:cubicBezTo>
                  <a:cubicBezTo>
                    <a:pt x="54873" y="57081"/>
                    <a:pt x="54873" y="56781"/>
                    <a:pt x="54839" y="56548"/>
                  </a:cubicBezTo>
                  <a:cubicBezTo>
                    <a:pt x="54673" y="55447"/>
                    <a:pt x="54272" y="54446"/>
                    <a:pt x="53872" y="53545"/>
                  </a:cubicBezTo>
                  <a:cubicBezTo>
                    <a:pt x="53438" y="52678"/>
                    <a:pt x="53038" y="51777"/>
                    <a:pt x="52838" y="50910"/>
                  </a:cubicBezTo>
                  <a:cubicBezTo>
                    <a:pt x="52738" y="50677"/>
                    <a:pt x="52738" y="50443"/>
                    <a:pt x="52705" y="50243"/>
                  </a:cubicBezTo>
                  <a:lnTo>
                    <a:pt x="52571" y="49609"/>
                  </a:lnTo>
                  <a:lnTo>
                    <a:pt x="52571" y="49009"/>
                  </a:lnTo>
                  <a:cubicBezTo>
                    <a:pt x="52605" y="48775"/>
                    <a:pt x="52605" y="48609"/>
                    <a:pt x="52671" y="48408"/>
                  </a:cubicBezTo>
                  <a:cubicBezTo>
                    <a:pt x="52838" y="47608"/>
                    <a:pt x="53238" y="47007"/>
                    <a:pt x="53739" y="46507"/>
                  </a:cubicBezTo>
                  <a:cubicBezTo>
                    <a:pt x="54239" y="46007"/>
                    <a:pt x="54739" y="45540"/>
                    <a:pt x="55206" y="45106"/>
                  </a:cubicBezTo>
                  <a:cubicBezTo>
                    <a:pt x="55673" y="44672"/>
                    <a:pt x="56040" y="44239"/>
                    <a:pt x="56341" y="43838"/>
                  </a:cubicBezTo>
                  <a:cubicBezTo>
                    <a:pt x="56474" y="43605"/>
                    <a:pt x="56574" y="43438"/>
                    <a:pt x="56707" y="43238"/>
                  </a:cubicBezTo>
                  <a:cubicBezTo>
                    <a:pt x="56841" y="43038"/>
                    <a:pt x="56908" y="42871"/>
                    <a:pt x="57008" y="42704"/>
                  </a:cubicBezTo>
                  <a:cubicBezTo>
                    <a:pt x="57141" y="42404"/>
                    <a:pt x="57241" y="42171"/>
                    <a:pt x="57375" y="41870"/>
                  </a:cubicBezTo>
                  <a:cubicBezTo>
                    <a:pt x="57441" y="41570"/>
                    <a:pt x="57575" y="41270"/>
                    <a:pt x="57608" y="41003"/>
                  </a:cubicBezTo>
                  <a:cubicBezTo>
                    <a:pt x="57742" y="40403"/>
                    <a:pt x="57842" y="39836"/>
                    <a:pt x="58108" y="39369"/>
                  </a:cubicBezTo>
                  <a:lnTo>
                    <a:pt x="58209" y="39202"/>
                  </a:lnTo>
                  <a:lnTo>
                    <a:pt x="58342" y="39035"/>
                  </a:lnTo>
                  <a:lnTo>
                    <a:pt x="58575" y="38701"/>
                  </a:lnTo>
                  <a:cubicBezTo>
                    <a:pt x="58742" y="38501"/>
                    <a:pt x="58942" y="38335"/>
                    <a:pt x="59176" y="38101"/>
                  </a:cubicBezTo>
                  <a:cubicBezTo>
                    <a:pt x="59376" y="37901"/>
                    <a:pt x="59610" y="37767"/>
                    <a:pt x="59843" y="37601"/>
                  </a:cubicBezTo>
                  <a:cubicBezTo>
                    <a:pt x="60077" y="37434"/>
                    <a:pt x="60277" y="37334"/>
                    <a:pt x="60544" y="37200"/>
                  </a:cubicBezTo>
                  <a:cubicBezTo>
                    <a:pt x="61511" y="36700"/>
                    <a:pt x="62545" y="36366"/>
                    <a:pt x="63579" y="36100"/>
                  </a:cubicBezTo>
                  <a:lnTo>
                    <a:pt x="63946" y="36033"/>
                  </a:lnTo>
                  <a:lnTo>
                    <a:pt x="64046" y="35999"/>
                  </a:lnTo>
                  <a:lnTo>
                    <a:pt x="64179" y="35999"/>
                  </a:lnTo>
                  <a:lnTo>
                    <a:pt x="64380" y="35933"/>
                  </a:lnTo>
                  <a:cubicBezTo>
                    <a:pt x="64613" y="35866"/>
                    <a:pt x="64880" y="35833"/>
                    <a:pt x="65113" y="35733"/>
                  </a:cubicBezTo>
                  <a:cubicBezTo>
                    <a:pt x="65614" y="35566"/>
                    <a:pt x="66114" y="35432"/>
                    <a:pt x="66615" y="35332"/>
                  </a:cubicBezTo>
                  <a:cubicBezTo>
                    <a:pt x="68616" y="34832"/>
                    <a:pt x="70584" y="34232"/>
                    <a:pt x="72285" y="33364"/>
                  </a:cubicBezTo>
                  <a:cubicBezTo>
                    <a:pt x="74053" y="32564"/>
                    <a:pt x="75754" y="31696"/>
                    <a:pt x="77055" y="30429"/>
                  </a:cubicBezTo>
                  <a:cubicBezTo>
                    <a:pt x="78356" y="29161"/>
                    <a:pt x="79190" y="27560"/>
                    <a:pt x="79524" y="25926"/>
                  </a:cubicBezTo>
                  <a:cubicBezTo>
                    <a:pt x="79791" y="24258"/>
                    <a:pt x="79457" y="22723"/>
                    <a:pt x="79424" y="21256"/>
                  </a:cubicBezTo>
                  <a:cubicBezTo>
                    <a:pt x="79390" y="20555"/>
                    <a:pt x="79424" y="19855"/>
                    <a:pt x="79590" y="19187"/>
                  </a:cubicBezTo>
                  <a:cubicBezTo>
                    <a:pt x="79757" y="18520"/>
                    <a:pt x="80091" y="17987"/>
                    <a:pt x="80458" y="17420"/>
                  </a:cubicBezTo>
                  <a:cubicBezTo>
                    <a:pt x="81225" y="16385"/>
                    <a:pt x="82192" y="15552"/>
                    <a:pt x="83060" y="14751"/>
                  </a:cubicBezTo>
                  <a:cubicBezTo>
                    <a:pt x="83460" y="14384"/>
                    <a:pt x="83894" y="13984"/>
                    <a:pt x="84227" y="13517"/>
                  </a:cubicBezTo>
                  <a:cubicBezTo>
                    <a:pt x="84561" y="13050"/>
                    <a:pt x="84794" y="12583"/>
                    <a:pt x="85028" y="12082"/>
                  </a:cubicBezTo>
                  <a:cubicBezTo>
                    <a:pt x="85094" y="11849"/>
                    <a:pt x="85161" y="11582"/>
                    <a:pt x="85228" y="11349"/>
                  </a:cubicBezTo>
                  <a:cubicBezTo>
                    <a:pt x="85261" y="11148"/>
                    <a:pt x="85328" y="10882"/>
                    <a:pt x="85361" y="10648"/>
                  </a:cubicBezTo>
                  <a:cubicBezTo>
                    <a:pt x="85395" y="10381"/>
                    <a:pt x="85395" y="10181"/>
                    <a:pt x="85428" y="9914"/>
                  </a:cubicBezTo>
                  <a:cubicBezTo>
                    <a:pt x="85395" y="9714"/>
                    <a:pt x="85395" y="9481"/>
                    <a:pt x="85395" y="9247"/>
                  </a:cubicBezTo>
                  <a:cubicBezTo>
                    <a:pt x="85295" y="8346"/>
                    <a:pt x="85161" y="7546"/>
                    <a:pt x="85028" y="6845"/>
                  </a:cubicBezTo>
                  <a:cubicBezTo>
                    <a:pt x="84894" y="6145"/>
                    <a:pt x="84761" y="5511"/>
                    <a:pt x="84694" y="4911"/>
                  </a:cubicBezTo>
                  <a:cubicBezTo>
                    <a:pt x="84527" y="3743"/>
                    <a:pt x="84594" y="2876"/>
                    <a:pt x="84727" y="2342"/>
                  </a:cubicBezTo>
                  <a:cubicBezTo>
                    <a:pt x="84761" y="2175"/>
                    <a:pt x="84761" y="2075"/>
                    <a:pt x="84794" y="1975"/>
                  </a:cubicBezTo>
                  <a:cubicBezTo>
                    <a:pt x="84861" y="1875"/>
                    <a:pt x="84861" y="1808"/>
                    <a:pt x="84894" y="1708"/>
                  </a:cubicBezTo>
                  <a:cubicBezTo>
                    <a:pt x="84928" y="1575"/>
                    <a:pt x="84961" y="1508"/>
                    <a:pt x="84961" y="1508"/>
                  </a:cubicBezTo>
                  <a:cubicBezTo>
                    <a:pt x="85128" y="1008"/>
                    <a:pt x="85295" y="674"/>
                    <a:pt x="85428" y="407"/>
                  </a:cubicBezTo>
                  <a:cubicBezTo>
                    <a:pt x="85528" y="174"/>
                    <a:pt x="85595" y="40"/>
                    <a:pt x="85561" y="7"/>
                  </a:cubicBezTo>
                  <a:cubicBezTo>
                    <a:pt x="85557" y="3"/>
                    <a:pt x="85552" y="1"/>
                    <a:pt x="85546"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1" name="Google Shape;901;p8"/>
            <p:cNvSpPr/>
            <p:nvPr/>
          </p:nvSpPr>
          <p:spPr>
            <a:xfrm>
              <a:off x="1103450" y="891925"/>
              <a:ext cx="25" cy="25"/>
            </a:xfrm>
            <a:custGeom>
              <a:avLst/>
              <a:gdLst/>
              <a:ahLst/>
              <a:cxnLst/>
              <a:rect l="l" t="t" r="r" b="b"/>
              <a:pathLst>
                <a:path w="1" h="1" fill="none" extrusionOk="0">
                  <a:moveTo>
                    <a:pt x="1" y="0"/>
                  </a:moveTo>
                  <a:close/>
                </a:path>
              </a:pathLst>
            </a:custGeom>
            <a:solidFill>
              <a:srgbClr val="20124D"/>
            </a:solidFill>
            <a:ln w="5000" cap="flat" cmpd="sng">
              <a:solidFill>
                <a:srgbClr val="02570B"/>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2" name="Google Shape;902;p8"/>
            <p:cNvSpPr/>
            <p:nvPr/>
          </p:nvSpPr>
          <p:spPr>
            <a:xfrm>
              <a:off x="1136400" y="161975"/>
              <a:ext cx="173075" cy="807725"/>
            </a:xfrm>
            <a:custGeom>
              <a:avLst/>
              <a:gdLst/>
              <a:ahLst/>
              <a:cxnLst/>
              <a:rect l="l" t="t" r="r" b="b"/>
              <a:pathLst>
                <a:path w="6923" h="32309" extrusionOk="0">
                  <a:moveTo>
                    <a:pt x="4881" y="1"/>
                  </a:moveTo>
                  <a:cubicBezTo>
                    <a:pt x="4761" y="1"/>
                    <a:pt x="4752" y="142"/>
                    <a:pt x="4954" y="344"/>
                  </a:cubicBezTo>
                  <a:cubicBezTo>
                    <a:pt x="4954" y="344"/>
                    <a:pt x="5087" y="411"/>
                    <a:pt x="5288" y="611"/>
                  </a:cubicBezTo>
                  <a:cubicBezTo>
                    <a:pt x="5521" y="844"/>
                    <a:pt x="5821" y="1211"/>
                    <a:pt x="6122" y="1678"/>
                  </a:cubicBezTo>
                  <a:cubicBezTo>
                    <a:pt x="6422" y="2179"/>
                    <a:pt x="6655" y="2846"/>
                    <a:pt x="6488" y="3546"/>
                  </a:cubicBezTo>
                  <a:cubicBezTo>
                    <a:pt x="6322" y="4314"/>
                    <a:pt x="5855" y="5014"/>
                    <a:pt x="5421" y="5848"/>
                  </a:cubicBezTo>
                  <a:cubicBezTo>
                    <a:pt x="4954" y="6649"/>
                    <a:pt x="4487" y="7549"/>
                    <a:pt x="4354" y="8583"/>
                  </a:cubicBezTo>
                  <a:cubicBezTo>
                    <a:pt x="4287" y="9584"/>
                    <a:pt x="4454" y="10685"/>
                    <a:pt x="4787" y="11686"/>
                  </a:cubicBezTo>
                  <a:cubicBezTo>
                    <a:pt x="5154" y="12653"/>
                    <a:pt x="5688" y="13554"/>
                    <a:pt x="5788" y="14488"/>
                  </a:cubicBezTo>
                  <a:cubicBezTo>
                    <a:pt x="5821" y="14721"/>
                    <a:pt x="5788" y="14988"/>
                    <a:pt x="5788" y="15188"/>
                  </a:cubicBezTo>
                  <a:cubicBezTo>
                    <a:pt x="5755" y="15388"/>
                    <a:pt x="5755" y="15655"/>
                    <a:pt x="5655" y="15855"/>
                  </a:cubicBezTo>
                  <a:cubicBezTo>
                    <a:pt x="5521" y="16255"/>
                    <a:pt x="5354" y="16689"/>
                    <a:pt x="5188" y="17089"/>
                  </a:cubicBezTo>
                  <a:cubicBezTo>
                    <a:pt x="5121" y="17223"/>
                    <a:pt x="5087" y="17323"/>
                    <a:pt x="4987" y="17423"/>
                  </a:cubicBezTo>
                  <a:lnTo>
                    <a:pt x="4921" y="17590"/>
                  </a:lnTo>
                  <a:lnTo>
                    <a:pt x="4854" y="17690"/>
                  </a:lnTo>
                  <a:lnTo>
                    <a:pt x="4821" y="17823"/>
                  </a:lnTo>
                  <a:cubicBezTo>
                    <a:pt x="4754" y="18057"/>
                    <a:pt x="4654" y="18257"/>
                    <a:pt x="4520" y="18490"/>
                  </a:cubicBezTo>
                  <a:cubicBezTo>
                    <a:pt x="4420" y="18691"/>
                    <a:pt x="4287" y="18891"/>
                    <a:pt x="4120" y="19057"/>
                  </a:cubicBezTo>
                  <a:cubicBezTo>
                    <a:pt x="3953" y="19224"/>
                    <a:pt x="3787" y="19391"/>
                    <a:pt x="3620" y="19658"/>
                  </a:cubicBezTo>
                  <a:cubicBezTo>
                    <a:pt x="3453" y="19891"/>
                    <a:pt x="3420" y="20192"/>
                    <a:pt x="3353" y="20392"/>
                  </a:cubicBezTo>
                  <a:cubicBezTo>
                    <a:pt x="3320" y="20592"/>
                    <a:pt x="3320" y="20825"/>
                    <a:pt x="3320" y="21026"/>
                  </a:cubicBezTo>
                  <a:cubicBezTo>
                    <a:pt x="3353" y="21392"/>
                    <a:pt x="3420" y="21693"/>
                    <a:pt x="3420" y="21893"/>
                  </a:cubicBezTo>
                  <a:lnTo>
                    <a:pt x="3420" y="21859"/>
                  </a:lnTo>
                  <a:cubicBezTo>
                    <a:pt x="3420" y="22393"/>
                    <a:pt x="3653" y="22894"/>
                    <a:pt x="3953" y="23227"/>
                  </a:cubicBezTo>
                  <a:cubicBezTo>
                    <a:pt x="4187" y="23594"/>
                    <a:pt x="4520" y="23928"/>
                    <a:pt x="4754" y="24261"/>
                  </a:cubicBezTo>
                  <a:cubicBezTo>
                    <a:pt x="4987" y="24595"/>
                    <a:pt x="5121" y="24995"/>
                    <a:pt x="5154" y="25362"/>
                  </a:cubicBezTo>
                  <a:cubicBezTo>
                    <a:pt x="5188" y="25729"/>
                    <a:pt x="5121" y="26096"/>
                    <a:pt x="5087" y="26496"/>
                  </a:cubicBezTo>
                  <a:cubicBezTo>
                    <a:pt x="4954" y="27230"/>
                    <a:pt x="4487" y="27830"/>
                    <a:pt x="3953" y="28197"/>
                  </a:cubicBezTo>
                  <a:cubicBezTo>
                    <a:pt x="3420" y="28598"/>
                    <a:pt x="2819" y="28864"/>
                    <a:pt x="2319" y="29165"/>
                  </a:cubicBezTo>
                  <a:cubicBezTo>
                    <a:pt x="1818" y="29398"/>
                    <a:pt x="1318" y="29698"/>
                    <a:pt x="985" y="30032"/>
                  </a:cubicBezTo>
                  <a:cubicBezTo>
                    <a:pt x="784" y="30165"/>
                    <a:pt x="651" y="30366"/>
                    <a:pt x="518" y="30532"/>
                  </a:cubicBezTo>
                  <a:cubicBezTo>
                    <a:pt x="384" y="30699"/>
                    <a:pt x="317" y="30866"/>
                    <a:pt x="217" y="31033"/>
                  </a:cubicBezTo>
                  <a:cubicBezTo>
                    <a:pt x="184" y="31166"/>
                    <a:pt x="151" y="31333"/>
                    <a:pt x="117" y="31433"/>
                  </a:cubicBezTo>
                  <a:cubicBezTo>
                    <a:pt x="51" y="31566"/>
                    <a:pt x="17" y="31700"/>
                    <a:pt x="17" y="31767"/>
                  </a:cubicBezTo>
                  <a:lnTo>
                    <a:pt x="17" y="32033"/>
                  </a:lnTo>
                  <a:cubicBezTo>
                    <a:pt x="0" y="32217"/>
                    <a:pt x="51" y="32309"/>
                    <a:pt x="113" y="32309"/>
                  </a:cubicBezTo>
                  <a:cubicBezTo>
                    <a:pt x="176" y="32309"/>
                    <a:pt x="251" y="32217"/>
                    <a:pt x="284" y="32033"/>
                  </a:cubicBezTo>
                  <a:cubicBezTo>
                    <a:pt x="284" y="32033"/>
                    <a:pt x="317" y="31933"/>
                    <a:pt x="317" y="31767"/>
                  </a:cubicBezTo>
                  <a:cubicBezTo>
                    <a:pt x="317" y="31700"/>
                    <a:pt x="351" y="31600"/>
                    <a:pt x="384" y="31500"/>
                  </a:cubicBezTo>
                  <a:cubicBezTo>
                    <a:pt x="451" y="31400"/>
                    <a:pt x="451" y="31233"/>
                    <a:pt x="518" y="31099"/>
                  </a:cubicBezTo>
                  <a:cubicBezTo>
                    <a:pt x="718" y="30532"/>
                    <a:pt x="1452" y="29899"/>
                    <a:pt x="2486" y="29398"/>
                  </a:cubicBezTo>
                  <a:cubicBezTo>
                    <a:pt x="3019" y="29165"/>
                    <a:pt x="3620" y="28864"/>
                    <a:pt x="4187" y="28431"/>
                  </a:cubicBezTo>
                  <a:cubicBezTo>
                    <a:pt x="4787" y="28031"/>
                    <a:pt x="5321" y="27363"/>
                    <a:pt x="5488" y="26529"/>
                  </a:cubicBezTo>
                  <a:cubicBezTo>
                    <a:pt x="5554" y="26163"/>
                    <a:pt x="5655" y="25729"/>
                    <a:pt x="5621" y="25262"/>
                  </a:cubicBezTo>
                  <a:cubicBezTo>
                    <a:pt x="5554" y="24862"/>
                    <a:pt x="5388" y="24395"/>
                    <a:pt x="5154" y="24028"/>
                  </a:cubicBezTo>
                  <a:cubicBezTo>
                    <a:pt x="4921" y="23661"/>
                    <a:pt x="4554" y="23327"/>
                    <a:pt x="4320" y="22994"/>
                  </a:cubicBezTo>
                  <a:cubicBezTo>
                    <a:pt x="4053" y="22660"/>
                    <a:pt x="3853" y="22260"/>
                    <a:pt x="3853" y="21859"/>
                  </a:cubicBezTo>
                  <a:cubicBezTo>
                    <a:pt x="3853" y="21693"/>
                    <a:pt x="3820" y="21392"/>
                    <a:pt x="3820" y="21026"/>
                  </a:cubicBezTo>
                  <a:cubicBezTo>
                    <a:pt x="3820" y="20692"/>
                    <a:pt x="3820" y="20258"/>
                    <a:pt x="4020" y="19925"/>
                  </a:cubicBezTo>
                  <a:cubicBezTo>
                    <a:pt x="4153" y="19758"/>
                    <a:pt x="4320" y="19591"/>
                    <a:pt x="4487" y="19391"/>
                  </a:cubicBezTo>
                  <a:cubicBezTo>
                    <a:pt x="4654" y="19191"/>
                    <a:pt x="4821" y="18991"/>
                    <a:pt x="4954" y="18724"/>
                  </a:cubicBezTo>
                  <a:cubicBezTo>
                    <a:pt x="5087" y="18490"/>
                    <a:pt x="5188" y="18224"/>
                    <a:pt x="5321" y="17923"/>
                  </a:cubicBezTo>
                  <a:lnTo>
                    <a:pt x="5321" y="17890"/>
                  </a:lnTo>
                  <a:lnTo>
                    <a:pt x="5354" y="17823"/>
                  </a:lnTo>
                  <a:lnTo>
                    <a:pt x="5454" y="17656"/>
                  </a:lnTo>
                  <a:cubicBezTo>
                    <a:pt x="5488" y="17523"/>
                    <a:pt x="5554" y="17423"/>
                    <a:pt x="5655" y="17356"/>
                  </a:cubicBezTo>
                  <a:cubicBezTo>
                    <a:pt x="5855" y="16923"/>
                    <a:pt x="6021" y="16522"/>
                    <a:pt x="6155" y="16022"/>
                  </a:cubicBezTo>
                  <a:cubicBezTo>
                    <a:pt x="6222" y="15755"/>
                    <a:pt x="6222" y="15522"/>
                    <a:pt x="6288" y="15255"/>
                  </a:cubicBezTo>
                  <a:cubicBezTo>
                    <a:pt x="6288" y="15021"/>
                    <a:pt x="6288" y="14721"/>
                    <a:pt x="6222" y="14488"/>
                  </a:cubicBezTo>
                  <a:cubicBezTo>
                    <a:pt x="6155" y="13920"/>
                    <a:pt x="5988" y="13420"/>
                    <a:pt x="5788" y="12953"/>
                  </a:cubicBezTo>
                  <a:cubicBezTo>
                    <a:pt x="5554" y="12486"/>
                    <a:pt x="5354" y="12019"/>
                    <a:pt x="5188" y="11552"/>
                  </a:cubicBezTo>
                  <a:cubicBezTo>
                    <a:pt x="4854" y="10585"/>
                    <a:pt x="4687" y="9584"/>
                    <a:pt x="4787" y="8617"/>
                  </a:cubicBezTo>
                  <a:cubicBezTo>
                    <a:pt x="4854" y="7683"/>
                    <a:pt x="5288" y="6815"/>
                    <a:pt x="5755" y="6015"/>
                  </a:cubicBezTo>
                  <a:cubicBezTo>
                    <a:pt x="6188" y="5214"/>
                    <a:pt x="6655" y="4480"/>
                    <a:pt x="6822" y="3646"/>
                  </a:cubicBezTo>
                  <a:cubicBezTo>
                    <a:pt x="6922" y="3213"/>
                    <a:pt x="6855" y="2813"/>
                    <a:pt x="6789" y="2446"/>
                  </a:cubicBezTo>
                  <a:cubicBezTo>
                    <a:pt x="6655" y="2079"/>
                    <a:pt x="6522" y="1778"/>
                    <a:pt x="6355" y="1545"/>
                  </a:cubicBezTo>
                  <a:cubicBezTo>
                    <a:pt x="6021" y="1045"/>
                    <a:pt x="5755" y="678"/>
                    <a:pt x="5488" y="444"/>
                  </a:cubicBezTo>
                  <a:cubicBezTo>
                    <a:pt x="5254" y="244"/>
                    <a:pt x="5121" y="111"/>
                    <a:pt x="5121" y="111"/>
                  </a:cubicBezTo>
                  <a:cubicBezTo>
                    <a:pt x="5022" y="34"/>
                    <a:pt x="4939" y="1"/>
                    <a:pt x="4881"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3" name="Google Shape;903;p8"/>
            <p:cNvSpPr/>
            <p:nvPr/>
          </p:nvSpPr>
          <p:spPr>
            <a:xfrm>
              <a:off x="1471650" y="1069300"/>
              <a:ext cx="534150" cy="272950"/>
            </a:xfrm>
            <a:custGeom>
              <a:avLst/>
              <a:gdLst/>
              <a:ahLst/>
              <a:cxnLst/>
              <a:rect l="l" t="t" r="r" b="b"/>
              <a:pathLst>
                <a:path w="21366" h="10918" extrusionOk="0">
                  <a:moveTo>
                    <a:pt x="8236" y="1"/>
                  </a:moveTo>
                  <a:cubicBezTo>
                    <a:pt x="7955" y="1"/>
                    <a:pt x="7679" y="52"/>
                    <a:pt x="7422" y="144"/>
                  </a:cubicBezTo>
                  <a:cubicBezTo>
                    <a:pt x="5587" y="911"/>
                    <a:pt x="4720" y="2645"/>
                    <a:pt x="3920" y="3946"/>
                  </a:cubicBezTo>
                  <a:cubicBezTo>
                    <a:pt x="3519" y="4613"/>
                    <a:pt x="3119" y="5214"/>
                    <a:pt x="2719" y="5714"/>
                  </a:cubicBezTo>
                  <a:cubicBezTo>
                    <a:pt x="2519" y="5948"/>
                    <a:pt x="2285" y="6148"/>
                    <a:pt x="2085" y="6381"/>
                  </a:cubicBezTo>
                  <a:cubicBezTo>
                    <a:pt x="1885" y="6582"/>
                    <a:pt x="1685" y="6748"/>
                    <a:pt x="1518" y="6915"/>
                  </a:cubicBezTo>
                  <a:cubicBezTo>
                    <a:pt x="1118" y="7149"/>
                    <a:pt x="851" y="7415"/>
                    <a:pt x="584" y="7549"/>
                  </a:cubicBezTo>
                  <a:cubicBezTo>
                    <a:pt x="350" y="7649"/>
                    <a:pt x="217" y="7749"/>
                    <a:pt x="217" y="7749"/>
                  </a:cubicBezTo>
                  <a:cubicBezTo>
                    <a:pt x="1" y="7884"/>
                    <a:pt x="47" y="8128"/>
                    <a:pt x="232" y="8128"/>
                  </a:cubicBezTo>
                  <a:cubicBezTo>
                    <a:pt x="275" y="8128"/>
                    <a:pt x="326" y="8114"/>
                    <a:pt x="384" y="8083"/>
                  </a:cubicBezTo>
                  <a:cubicBezTo>
                    <a:pt x="384" y="8083"/>
                    <a:pt x="517" y="7983"/>
                    <a:pt x="751" y="7882"/>
                  </a:cubicBezTo>
                  <a:cubicBezTo>
                    <a:pt x="1017" y="7782"/>
                    <a:pt x="1351" y="7549"/>
                    <a:pt x="1751" y="7249"/>
                  </a:cubicBezTo>
                  <a:cubicBezTo>
                    <a:pt x="1918" y="7082"/>
                    <a:pt x="2185" y="6915"/>
                    <a:pt x="2385" y="6715"/>
                  </a:cubicBezTo>
                  <a:cubicBezTo>
                    <a:pt x="2585" y="6481"/>
                    <a:pt x="2852" y="6248"/>
                    <a:pt x="3052" y="5981"/>
                  </a:cubicBezTo>
                  <a:cubicBezTo>
                    <a:pt x="3453" y="5447"/>
                    <a:pt x="3920" y="4880"/>
                    <a:pt x="4353" y="4213"/>
                  </a:cubicBezTo>
                  <a:cubicBezTo>
                    <a:pt x="4553" y="3846"/>
                    <a:pt x="4787" y="3513"/>
                    <a:pt x="5020" y="3212"/>
                  </a:cubicBezTo>
                  <a:cubicBezTo>
                    <a:pt x="5220" y="2812"/>
                    <a:pt x="5454" y="2479"/>
                    <a:pt x="5721" y="2178"/>
                  </a:cubicBezTo>
                  <a:cubicBezTo>
                    <a:pt x="6221" y="1578"/>
                    <a:pt x="6888" y="978"/>
                    <a:pt x="7589" y="744"/>
                  </a:cubicBezTo>
                  <a:cubicBezTo>
                    <a:pt x="7756" y="677"/>
                    <a:pt x="7931" y="644"/>
                    <a:pt x="8106" y="644"/>
                  </a:cubicBezTo>
                  <a:cubicBezTo>
                    <a:pt x="8281" y="644"/>
                    <a:pt x="8456" y="677"/>
                    <a:pt x="8623" y="744"/>
                  </a:cubicBezTo>
                  <a:cubicBezTo>
                    <a:pt x="8956" y="844"/>
                    <a:pt x="9257" y="1111"/>
                    <a:pt x="9524" y="1411"/>
                  </a:cubicBezTo>
                  <a:cubicBezTo>
                    <a:pt x="10024" y="1978"/>
                    <a:pt x="10257" y="2745"/>
                    <a:pt x="10558" y="3446"/>
                  </a:cubicBezTo>
                  <a:cubicBezTo>
                    <a:pt x="10691" y="3813"/>
                    <a:pt x="10858" y="4180"/>
                    <a:pt x="11058" y="4580"/>
                  </a:cubicBezTo>
                  <a:cubicBezTo>
                    <a:pt x="11258" y="4947"/>
                    <a:pt x="11558" y="5381"/>
                    <a:pt x="12059" y="5581"/>
                  </a:cubicBezTo>
                  <a:cubicBezTo>
                    <a:pt x="12305" y="5687"/>
                    <a:pt x="12571" y="5727"/>
                    <a:pt x="12835" y="5727"/>
                  </a:cubicBezTo>
                  <a:cubicBezTo>
                    <a:pt x="13071" y="5727"/>
                    <a:pt x="13306" y="5695"/>
                    <a:pt x="13526" y="5648"/>
                  </a:cubicBezTo>
                  <a:cubicBezTo>
                    <a:pt x="13727" y="5614"/>
                    <a:pt x="13960" y="5547"/>
                    <a:pt x="14194" y="5447"/>
                  </a:cubicBezTo>
                  <a:lnTo>
                    <a:pt x="14794" y="5214"/>
                  </a:lnTo>
                  <a:cubicBezTo>
                    <a:pt x="15228" y="4980"/>
                    <a:pt x="15595" y="4814"/>
                    <a:pt x="15961" y="4714"/>
                  </a:cubicBezTo>
                  <a:cubicBezTo>
                    <a:pt x="16204" y="4633"/>
                    <a:pt x="16434" y="4589"/>
                    <a:pt x="16645" y="4589"/>
                  </a:cubicBezTo>
                  <a:cubicBezTo>
                    <a:pt x="16782" y="4589"/>
                    <a:pt x="16910" y="4607"/>
                    <a:pt x="17029" y="4647"/>
                  </a:cubicBezTo>
                  <a:cubicBezTo>
                    <a:pt x="17296" y="4780"/>
                    <a:pt x="17563" y="5080"/>
                    <a:pt x="17729" y="5414"/>
                  </a:cubicBezTo>
                  <a:cubicBezTo>
                    <a:pt x="17896" y="5781"/>
                    <a:pt x="18063" y="6115"/>
                    <a:pt x="18130" y="6481"/>
                  </a:cubicBezTo>
                  <a:cubicBezTo>
                    <a:pt x="18363" y="7249"/>
                    <a:pt x="18430" y="7949"/>
                    <a:pt x="18630" y="8616"/>
                  </a:cubicBezTo>
                  <a:cubicBezTo>
                    <a:pt x="18797" y="9283"/>
                    <a:pt x="19097" y="9884"/>
                    <a:pt x="19531" y="10251"/>
                  </a:cubicBezTo>
                  <a:cubicBezTo>
                    <a:pt x="19898" y="10618"/>
                    <a:pt x="20298" y="10785"/>
                    <a:pt x="20598" y="10818"/>
                  </a:cubicBezTo>
                  <a:cubicBezTo>
                    <a:pt x="20865" y="10918"/>
                    <a:pt x="21032" y="10918"/>
                    <a:pt x="21032" y="10918"/>
                  </a:cubicBezTo>
                  <a:cubicBezTo>
                    <a:pt x="21365" y="10918"/>
                    <a:pt x="21365" y="10618"/>
                    <a:pt x="21132" y="10484"/>
                  </a:cubicBezTo>
                  <a:cubicBezTo>
                    <a:pt x="21132" y="10484"/>
                    <a:pt x="20998" y="10484"/>
                    <a:pt x="20765" y="10418"/>
                  </a:cubicBezTo>
                  <a:cubicBezTo>
                    <a:pt x="20498" y="10384"/>
                    <a:pt x="20164" y="10217"/>
                    <a:pt x="19831" y="9917"/>
                  </a:cubicBezTo>
                  <a:cubicBezTo>
                    <a:pt x="19564" y="9617"/>
                    <a:pt x="19297" y="9117"/>
                    <a:pt x="19130" y="8483"/>
                  </a:cubicBezTo>
                  <a:cubicBezTo>
                    <a:pt x="18997" y="7882"/>
                    <a:pt x="18897" y="7149"/>
                    <a:pt x="18730" y="6381"/>
                  </a:cubicBezTo>
                  <a:cubicBezTo>
                    <a:pt x="18630" y="5948"/>
                    <a:pt x="18497" y="5581"/>
                    <a:pt x="18296" y="5147"/>
                  </a:cubicBezTo>
                  <a:cubicBezTo>
                    <a:pt x="18096" y="4780"/>
                    <a:pt x="17863" y="4380"/>
                    <a:pt x="17329" y="4113"/>
                  </a:cubicBezTo>
                  <a:cubicBezTo>
                    <a:pt x="17106" y="4002"/>
                    <a:pt x="16853" y="3959"/>
                    <a:pt x="16605" y="3959"/>
                  </a:cubicBezTo>
                  <a:cubicBezTo>
                    <a:pt x="16334" y="3959"/>
                    <a:pt x="16070" y="4010"/>
                    <a:pt x="15861" y="4080"/>
                  </a:cubicBezTo>
                  <a:cubicBezTo>
                    <a:pt x="15394" y="4213"/>
                    <a:pt x="15027" y="4413"/>
                    <a:pt x="14594" y="4580"/>
                  </a:cubicBezTo>
                  <a:cubicBezTo>
                    <a:pt x="14394" y="4714"/>
                    <a:pt x="14227" y="4747"/>
                    <a:pt x="14027" y="4814"/>
                  </a:cubicBezTo>
                  <a:cubicBezTo>
                    <a:pt x="13793" y="4914"/>
                    <a:pt x="13626" y="4947"/>
                    <a:pt x="13426" y="4980"/>
                  </a:cubicBezTo>
                  <a:cubicBezTo>
                    <a:pt x="13256" y="5027"/>
                    <a:pt x="13086" y="5052"/>
                    <a:pt x="12922" y="5052"/>
                  </a:cubicBezTo>
                  <a:cubicBezTo>
                    <a:pt x="12733" y="5052"/>
                    <a:pt x="12553" y="5019"/>
                    <a:pt x="12392" y="4947"/>
                  </a:cubicBezTo>
                  <a:cubicBezTo>
                    <a:pt x="12125" y="4814"/>
                    <a:pt x="11892" y="4580"/>
                    <a:pt x="11725" y="4247"/>
                  </a:cubicBezTo>
                  <a:cubicBezTo>
                    <a:pt x="11558" y="3913"/>
                    <a:pt x="11392" y="3546"/>
                    <a:pt x="11258" y="3212"/>
                  </a:cubicBezTo>
                  <a:cubicBezTo>
                    <a:pt x="10958" y="2479"/>
                    <a:pt x="10691" y="1645"/>
                    <a:pt x="10091" y="944"/>
                  </a:cubicBezTo>
                  <a:cubicBezTo>
                    <a:pt x="9790" y="611"/>
                    <a:pt x="9423" y="277"/>
                    <a:pt x="8923" y="110"/>
                  </a:cubicBezTo>
                  <a:cubicBezTo>
                    <a:pt x="8698" y="35"/>
                    <a:pt x="8466" y="1"/>
                    <a:pt x="8236"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4" name="Google Shape;904;p8"/>
            <p:cNvSpPr/>
            <p:nvPr/>
          </p:nvSpPr>
          <p:spPr>
            <a:xfrm>
              <a:off x="1660525" y="1097050"/>
              <a:ext cx="18375" cy="19225"/>
            </a:xfrm>
            <a:custGeom>
              <a:avLst/>
              <a:gdLst/>
              <a:ahLst/>
              <a:cxnLst/>
              <a:rect l="l" t="t" r="r" b="b"/>
              <a:pathLst>
                <a:path w="735" h="769" extrusionOk="0">
                  <a:moveTo>
                    <a:pt x="568" y="1"/>
                  </a:moveTo>
                  <a:cubicBezTo>
                    <a:pt x="568" y="1"/>
                    <a:pt x="334" y="101"/>
                    <a:pt x="201" y="201"/>
                  </a:cubicBezTo>
                  <a:cubicBezTo>
                    <a:pt x="134" y="335"/>
                    <a:pt x="0" y="601"/>
                    <a:pt x="0" y="601"/>
                  </a:cubicBezTo>
                  <a:cubicBezTo>
                    <a:pt x="0" y="601"/>
                    <a:pt x="134" y="768"/>
                    <a:pt x="167" y="768"/>
                  </a:cubicBezTo>
                  <a:cubicBezTo>
                    <a:pt x="167" y="768"/>
                    <a:pt x="401" y="668"/>
                    <a:pt x="534" y="535"/>
                  </a:cubicBezTo>
                  <a:cubicBezTo>
                    <a:pt x="634" y="435"/>
                    <a:pt x="734" y="168"/>
                    <a:pt x="734" y="168"/>
                  </a:cubicBezTo>
                  <a:lnTo>
                    <a:pt x="568" y="1"/>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5" name="Google Shape;905;p8"/>
            <p:cNvSpPr/>
            <p:nvPr/>
          </p:nvSpPr>
          <p:spPr>
            <a:xfrm>
              <a:off x="1666350" y="1108725"/>
              <a:ext cx="28400" cy="33400"/>
            </a:xfrm>
            <a:custGeom>
              <a:avLst/>
              <a:gdLst/>
              <a:ahLst/>
              <a:cxnLst/>
              <a:rect l="l" t="t" r="r" b="b"/>
              <a:pathLst>
                <a:path w="1136" h="1336" extrusionOk="0">
                  <a:moveTo>
                    <a:pt x="968" y="1"/>
                  </a:moveTo>
                  <a:cubicBezTo>
                    <a:pt x="968" y="1"/>
                    <a:pt x="835" y="34"/>
                    <a:pt x="735" y="134"/>
                  </a:cubicBezTo>
                  <a:cubicBezTo>
                    <a:pt x="601" y="201"/>
                    <a:pt x="468" y="335"/>
                    <a:pt x="335" y="468"/>
                  </a:cubicBezTo>
                  <a:cubicBezTo>
                    <a:pt x="268" y="568"/>
                    <a:pt x="134" y="735"/>
                    <a:pt x="101" y="902"/>
                  </a:cubicBezTo>
                  <a:lnTo>
                    <a:pt x="1" y="1168"/>
                  </a:lnTo>
                  <a:cubicBezTo>
                    <a:pt x="68" y="1202"/>
                    <a:pt x="234" y="1302"/>
                    <a:pt x="268" y="1335"/>
                  </a:cubicBezTo>
                  <a:cubicBezTo>
                    <a:pt x="268" y="1335"/>
                    <a:pt x="335" y="1235"/>
                    <a:pt x="435" y="1135"/>
                  </a:cubicBezTo>
                  <a:cubicBezTo>
                    <a:pt x="501" y="1002"/>
                    <a:pt x="635" y="902"/>
                    <a:pt x="735" y="802"/>
                  </a:cubicBezTo>
                  <a:lnTo>
                    <a:pt x="968" y="401"/>
                  </a:lnTo>
                  <a:cubicBezTo>
                    <a:pt x="1068" y="301"/>
                    <a:pt x="1135" y="201"/>
                    <a:pt x="1135" y="201"/>
                  </a:cubicBezTo>
                  <a:cubicBezTo>
                    <a:pt x="1135" y="168"/>
                    <a:pt x="968" y="1"/>
                    <a:pt x="968"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6" name="Google Shape;906;p8"/>
            <p:cNvSpPr/>
            <p:nvPr/>
          </p:nvSpPr>
          <p:spPr>
            <a:xfrm>
              <a:off x="1685550" y="1132925"/>
              <a:ext cx="20875" cy="26700"/>
            </a:xfrm>
            <a:custGeom>
              <a:avLst/>
              <a:gdLst/>
              <a:ahLst/>
              <a:cxnLst/>
              <a:rect l="l" t="t" r="r" b="b"/>
              <a:pathLst>
                <a:path w="835" h="1068" extrusionOk="0">
                  <a:moveTo>
                    <a:pt x="634" y="0"/>
                  </a:moveTo>
                  <a:cubicBezTo>
                    <a:pt x="634" y="0"/>
                    <a:pt x="334" y="234"/>
                    <a:pt x="200" y="401"/>
                  </a:cubicBezTo>
                  <a:cubicBezTo>
                    <a:pt x="67" y="601"/>
                    <a:pt x="0" y="934"/>
                    <a:pt x="0" y="934"/>
                  </a:cubicBezTo>
                  <a:cubicBezTo>
                    <a:pt x="0" y="934"/>
                    <a:pt x="167" y="1068"/>
                    <a:pt x="200" y="1068"/>
                  </a:cubicBezTo>
                  <a:cubicBezTo>
                    <a:pt x="200" y="1068"/>
                    <a:pt x="501" y="834"/>
                    <a:pt x="634" y="667"/>
                  </a:cubicBezTo>
                  <a:cubicBezTo>
                    <a:pt x="734" y="434"/>
                    <a:pt x="834" y="100"/>
                    <a:pt x="834" y="100"/>
                  </a:cubicBezTo>
                  <a:lnTo>
                    <a:pt x="634" y="0"/>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7" name="Google Shape;907;p8"/>
            <p:cNvSpPr/>
            <p:nvPr/>
          </p:nvSpPr>
          <p:spPr>
            <a:xfrm>
              <a:off x="1698875" y="1159600"/>
              <a:ext cx="21725" cy="27725"/>
            </a:xfrm>
            <a:custGeom>
              <a:avLst/>
              <a:gdLst/>
              <a:ahLst/>
              <a:cxnLst/>
              <a:rect l="l" t="t" r="r" b="b"/>
              <a:pathLst>
                <a:path w="869" h="1109" extrusionOk="0">
                  <a:moveTo>
                    <a:pt x="735" y="1"/>
                  </a:moveTo>
                  <a:cubicBezTo>
                    <a:pt x="735" y="1"/>
                    <a:pt x="668" y="34"/>
                    <a:pt x="535" y="134"/>
                  </a:cubicBezTo>
                  <a:cubicBezTo>
                    <a:pt x="435" y="201"/>
                    <a:pt x="301" y="334"/>
                    <a:pt x="201" y="434"/>
                  </a:cubicBezTo>
                  <a:cubicBezTo>
                    <a:pt x="101" y="635"/>
                    <a:pt x="1" y="1001"/>
                    <a:pt x="1" y="1001"/>
                  </a:cubicBezTo>
                  <a:cubicBezTo>
                    <a:pt x="1" y="1030"/>
                    <a:pt x="124" y="1108"/>
                    <a:pt x="180" y="1108"/>
                  </a:cubicBezTo>
                  <a:cubicBezTo>
                    <a:pt x="189" y="1108"/>
                    <a:pt x="196" y="1106"/>
                    <a:pt x="201" y="1102"/>
                  </a:cubicBezTo>
                  <a:cubicBezTo>
                    <a:pt x="201" y="1102"/>
                    <a:pt x="501" y="835"/>
                    <a:pt x="635" y="668"/>
                  </a:cubicBezTo>
                  <a:cubicBezTo>
                    <a:pt x="668" y="601"/>
                    <a:pt x="735" y="468"/>
                    <a:pt x="801" y="368"/>
                  </a:cubicBezTo>
                  <a:lnTo>
                    <a:pt x="868" y="201"/>
                  </a:lnTo>
                  <a:lnTo>
                    <a:pt x="735" y="1"/>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8" name="Google Shape;908;p8"/>
            <p:cNvSpPr/>
            <p:nvPr/>
          </p:nvSpPr>
          <p:spPr>
            <a:xfrm>
              <a:off x="1724725" y="1200475"/>
              <a:ext cx="13375" cy="22525"/>
            </a:xfrm>
            <a:custGeom>
              <a:avLst/>
              <a:gdLst/>
              <a:ahLst/>
              <a:cxnLst/>
              <a:rect l="l" t="t" r="r" b="b"/>
              <a:pathLst>
                <a:path w="535" h="901" extrusionOk="0">
                  <a:moveTo>
                    <a:pt x="168" y="0"/>
                  </a:moveTo>
                  <a:lnTo>
                    <a:pt x="68" y="367"/>
                  </a:lnTo>
                  <a:lnTo>
                    <a:pt x="68" y="567"/>
                  </a:lnTo>
                  <a:cubicBezTo>
                    <a:pt x="1" y="667"/>
                    <a:pt x="1" y="701"/>
                    <a:pt x="1" y="701"/>
                  </a:cubicBezTo>
                  <a:cubicBezTo>
                    <a:pt x="1" y="734"/>
                    <a:pt x="168" y="868"/>
                    <a:pt x="168" y="901"/>
                  </a:cubicBezTo>
                  <a:cubicBezTo>
                    <a:pt x="168" y="901"/>
                    <a:pt x="268" y="868"/>
                    <a:pt x="335" y="767"/>
                  </a:cubicBezTo>
                  <a:cubicBezTo>
                    <a:pt x="435" y="701"/>
                    <a:pt x="501" y="534"/>
                    <a:pt x="501" y="467"/>
                  </a:cubicBezTo>
                  <a:cubicBezTo>
                    <a:pt x="535" y="234"/>
                    <a:pt x="435" y="0"/>
                    <a:pt x="435"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9" name="Google Shape;909;p8"/>
            <p:cNvSpPr/>
            <p:nvPr/>
          </p:nvSpPr>
          <p:spPr>
            <a:xfrm>
              <a:off x="1874000" y="1207975"/>
              <a:ext cx="29225" cy="20875"/>
            </a:xfrm>
            <a:custGeom>
              <a:avLst/>
              <a:gdLst/>
              <a:ahLst/>
              <a:cxnLst/>
              <a:rect l="l" t="t" r="r" b="b"/>
              <a:pathLst>
                <a:path w="1169" h="835" extrusionOk="0">
                  <a:moveTo>
                    <a:pt x="835" y="0"/>
                  </a:moveTo>
                  <a:cubicBezTo>
                    <a:pt x="701" y="0"/>
                    <a:pt x="535" y="67"/>
                    <a:pt x="401" y="101"/>
                  </a:cubicBezTo>
                  <a:cubicBezTo>
                    <a:pt x="334" y="201"/>
                    <a:pt x="201" y="267"/>
                    <a:pt x="134" y="401"/>
                  </a:cubicBezTo>
                  <a:cubicBezTo>
                    <a:pt x="34" y="534"/>
                    <a:pt x="1" y="601"/>
                    <a:pt x="1" y="601"/>
                  </a:cubicBezTo>
                  <a:cubicBezTo>
                    <a:pt x="1" y="668"/>
                    <a:pt x="134" y="768"/>
                    <a:pt x="134" y="834"/>
                  </a:cubicBezTo>
                  <a:cubicBezTo>
                    <a:pt x="134" y="834"/>
                    <a:pt x="201" y="768"/>
                    <a:pt x="334" y="734"/>
                  </a:cubicBezTo>
                  <a:cubicBezTo>
                    <a:pt x="468" y="701"/>
                    <a:pt x="568" y="668"/>
                    <a:pt x="668" y="568"/>
                  </a:cubicBezTo>
                  <a:cubicBezTo>
                    <a:pt x="735" y="534"/>
                    <a:pt x="868" y="401"/>
                    <a:pt x="968" y="367"/>
                  </a:cubicBezTo>
                  <a:cubicBezTo>
                    <a:pt x="1035" y="267"/>
                    <a:pt x="1135" y="234"/>
                    <a:pt x="1135" y="234"/>
                  </a:cubicBezTo>
                  <a:cubicBezTo>
                    <a:pt x="1168" y="234"/>
                    <a:pt x="1068" y="0"/>
                    <a:pt x="1068"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0" name="Google Shape;910;p8"/>
            <p:cNvSpPr/>
            <p:nvPr/>
          </p:nvSpPr>
          <p:spPr>
            <a:xfrm>
              <a:off x="1885675" y="1238000"/>
              <a:ext cx="20050" cy="18375"/>
            </a:xfrm>
            <a:custGeom>
              <a:avLst/>
              <a:gdLst/>
              <a:ahLst/>
              <a:cxnLst/>
              <a:rect l="l" t="t" r="r" b="b"/>
              <a:pathLst>
                <a:path w="802" h="735" extrusionOk="0">
                  <a:moveTo>
                    <a:pt x="635" y="0"/>
                  </a:moveTo>
                  <a:cubicBezTo>
                    <a:pt x="635" y="0"/>
                    <a:pt x="334" y="67"/>
                    <a:pt x="201" y="200"/>
                  </a:cubicBezTo>
                  <a:cubicBezTo>
                    <a:pt x="168" y="234"/>
                    <a:pt x="68" y="367"/>
                    <a:pt x="34" y="467"/>
                  </a:cubicBezTo>
                  <a:cubicBezTo>
                    <a:pt x="1" y="534"/>
                    <a:pt x="1" y="634"/>
                    <a:pt x="1" y="634"/>
                  </a:cubicBezTo>
                  <a:cubicBezTo>
                    <a:pt x="34" y="634"/>
                    <a:pt x="201" y="701"/>
                    <a:pt x="201" y="734"/>
                  </a:cubicBezTo>
                  <a:cubicBezTo>
                    <a:pt x="201" y="734"/>
                    <a:pt x="234" y="701"/>
                    <a:pt x="334" y="667"/>
                  </a:cubicBezTo>
                  <a:cubicBezTo>
                    <a:pt x="368" y="634"/>
                    <a:pt x="501" y="567"/>
                    <a:pt x="535" y="534"/>
                  </a:cubicBezTo>
                  <a:cubicBezTo>
                    <a:pt x="668" y="467"/>
                    <a:pt x="801" y="167"/>
                    <a:pt x="801" y="167"/>
                  </a:cubicBezTo>
                  <a:lnTo>
                    <a:pt x="635" y="0"/>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1" name="Google Shape;911;p8"/>
            <p:cNvSpPr/>
            <p:nvPr/>
          </p:nvSpPr>
          <p:spPr>
            <a:xfrm>
              <a:off x="1886525" y="1259675"/>
              <a:ext cx="30050" cy="25875"/>
            </a:xfrm>
            <a:custGeom>
              <a:avLst/>
              <a:gdLst/>
              <a:ahLst/>
              <a:cxnLst/>
              <a:rect l="l" t="t" r="r" b="b"/>
              <a:pathLst>
                <a:path w="1202" h="1035" extrusionOk="0">
                  <a:moveTo>
                    <a:pt x="1068" y="1"/>
                  </a:moveTo>
                  <a:lnTo>
                    <a:pt x="834" y="101"/>
                  </a:lnTo>
                  <a:cubicBezTo>
                    <a:pt x="667" y="134"/>
                    <a:pt x="534" y="201"/>
                    <a:pt x="434" y="301"/>
                  </a:cubicBezTo>
                  <a:cubicBezTo>
                    <a:pt x="200" y="468"/>
                    <a:pt x="0" y="835"/>
                    <a:pt x="0" y="835"/>
                  </a:cubicBezTo>
                  <a:cubicBezTo>
                    <a:pt x="0" y="868"/>
                    <a:pt x="167" y="1001"/>
                    <a:pt x="200" y="1035"/>
                  </a:cubicBezTo>
                  <a:cubicBezTo>
                    <a:pt x="200" y="1035"/>
                    <a:pt x="567" y="835"/>
                    <a:pt x="734" y="668"/>
                  </a:cubicBezTo>
                  <a:lnTo>
                    <a:pt x="1034" y="368"/>
                  </a:lnTo>
                  <a:lnTo>
                    <a:pt x="1201" y="201"/>
                  </a:lnTo>
                  <a:lnTo>
                    <a:pt x="1068" y="1"/>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2" name="Google Shape;912;p8"/>
            <p:cNvSpPr/>
            <p:nvPr/>
          </p:nvSpPr>
          <p:spPr>
            <a:xfrm>
              <a:off x="1902375" y="1292200"/>
              <a:ext cx="18350" cy="18375"/>
            </a:xfrm>
            <a:custGeom>
              <a:avLst/>
              <a:gdLst/>
              <a:ahLst/>
              <a:cxnLst/>
              <a:rect l="l" t="t" r="r" b="b"/>
              <a:pathLst>
                <a:path w="734" h="735" extrusionOk="0">
                  <a:moveTo>
                    <a:pt x="567" y="1"/>
                  </a:moveTo>
                  <a:cubicBezTo>
                    <a:pt x="567" y="1"/>
                    <a:pt x="334" y="67"/>
                    <a:pt x="200" y="201"/>
                  </a:cubicBezTo>
                  <a:cubicBezTo>
                    <a:pt x="100" y="334"/>
                    <a:pt x="0" y="568"/>
                    <a:pt x="0" y="568"/>
                  </a:cubicBezTo>
                  <a:cubicBezTo>
                    <a:pt x="0" y="634"/>
                    <a:pt x="167" y="734"/>
                    <a:pt x="167" y="734"/>
                  </a:cubicBezTo>
                  <a:cubicBezTo>
                    <a:pt x="167" y="734"/>
                    <a:pt x="400" y="668"/>
                    <a:pt x="534" y="534"/>
                  </a:cubicBezTo>
                  <a:cubicBezTo>
                    <a:pt x="634" y="401"/>
                    <a:pt x="734" y="167"/>
                    <a:pt x="734" y="167"/>
                  </a:cubicBezTo>
                  <a:lnTo>
                    <a:pt x="567" y="1"/>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3" name="Google Shape;913;p8"/>
            <p:cNvSpPr/>
            <p:nvPr/>
          </p:nvSpPr>
          <p:spPr>
            <a:xfrm>
              <a:off x="1914875" y="1317225"/>
              <a:ext cx="16700" cy="20875"/>
            </a:xfrm>
            <a:custGeom>
              <a:avLst/>
              <a:gdLst/>
              <a:ahLst/>
              <a:cxnLst/>
              <a:rect l="l" t="t" r="r" b="b"/>
              <a:pathLst>
                <a:path w="668" h="835" extrusionOk="0">
                  <a:moveTo>
                    <a:pt x="367" y="0"/>
                  </a:moveTo>
                  <a:cubicBezTo>
                    <a:pt x="367" y="0"/>
                    <a:pt x="201" y="167"/>
                    <a:pt x="134" y="300"/>
                  </a:cubicBezTo>
                  <a:cubicBezTo>
                    <a:pt x="67" y="334"/>
                    <a:pt x="67" y="401"/>
                    <a:pt x="34" y="501"/>
                  </a:cubicBezTo>
                  <a:cubicBezTo>
                    <a:pt x="0" y="534"/>
                    <a:pt x="0" y="634"/>
                    <a:pt x="0" y="634"/>
                  </a:cubicBezTo>
                  <a:cubicBezTo>
                    <a:pt x="34" y="667"/>
                    <a:pt x="167" y="801"/>
                    <a:pt x="167" y="834"/>
                  </a:cubicBezTo>
                  <a:lnTo>
                    <a:pt x="334" y="734"/>
                  </a:lnTo>
                  <a:cubicBezTo>
                    <a:pt x="401" y="701"/>
                    <a:pt x="501" y="634"/>
                    <a:pt x="534" y="534"/>
                  </a:cubicBezTo>
                  <a:cubicBezTo>
                    <a:pt x="668" y="367"/>
                    <a:pt x="601" y="67"/>
                    <a:pt x="601" y="67"/>
                  </a:cubicBezTo>
                  <a:lnTo>
                    <a:pt x="367" y="0"/>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4" name="Google Shape;914;p8"/>
            <p:cNvSpPr/>
            <p:nvPr/>
          </p:nvSpPr>
          <p:spPr>
            <a:xfrm>
              <a:off x="1930725" y="1333900"/>
              <a:ext cx="17525" cy="20875"/>
            </a:xfrm>
            <a:custGeom>
              <a:avLst/>
              <a:gdLst/>
              <a:ahLst/>
              <a:cxnLst/>
              <a:rect l="l" t="t" r="r" b="b"/>
              <a:pathLst>
                <a:path w="701" h="835" extrusionOk="0">
                  <a:moveTo>
                    <a:pt x="534" y="0"/>
                  </a:moveTo>
                  <a:cubicBezTo>
                    <a:pt x="534" y="0"/>
                    <a:pt x="234" y="67"/>
                    <a:pt x="100" y="234"/>
                  </a:cubicBezTo>
                  <a:cubicBezTo>
                    <a:pt x="67" y="367"/>
                    <a:pt x="0" y="467"/>
                    <a:pt x="0" y="567"/>
                  </a:cubicBezTo>
                  <a:lnTo>
                    <a:pt x="0" y="734"/>
                  </a:lnTo>
                  <a:lnTo>
                    <a:pt x="200" y="834"/>
                  </a:lnTo>
                  <a:lnTo>
                    <a:pt x="334" y="701"/>
                  </a:lnTo>
                  <a:lnTo>
                    <a:pt x="501" y="534"/>
                  </a:lnTo>
                  <a:cubicBezTo>
                    <a:pt x="567" y="401"/>
                    <a:pt x="701" y="167"/>
                    <a:pt x="701" y="167"/>
                  </a:cubicBezTo>
                  <a:lnTo>
                    <a:pt x="534" y="0"/>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5" name="Google Shape;915;p8"/>
            <p:cNvSpPr/>
            <p:nvPr/>
          </p:nvSpPr>
          <p:spPr>
            <a:xfrm>
              <a:off x="1956575" y="1351400"/>
              <a:ext cx="13350" cy="12550"/>
            </a:xfrm>
            <a:custGeom>
              <a:avLst/>
              <a:gdLst/>
              <a:ahLst/>
              <a:cxnLst/>
              <a:rect l="l" t="t" r="r" b="b"/>
              <a:pathLst>
                <a:path w="534" h="502" extrusionOk="0">
                  <a:moveTo>
                    <a:pt x="200" y="1"/>
                  </a:moveTo>
                  <a:cubicBezTo>
                    <a:pt x="200" y="1"/>
                    <a:pt x="67" y="101"/>
                    <a:pt x="34" y="168"/>
                  </a:cubicBezTo>
                  <a:cubicBezTo>
                    <a:pt x="0" y="301"/>
                    <a:pt x="67" y="501"/>
                    <a:pt x="67" y="501"/>
                  </a:cubicBezTo>
                  <a:lnTo>
                    <a:pt x="334" y="501"/>
                  </a:lnTo>
                  <a:cubicBezTo>
                    <a:pt x="334" y="501"/>
                    <a:pt x="467" y="435"/>
                    <a:pt x="501" y="334"/>
                  </a:cubicBezTo>
                  <a:cubicBezTo>
                    <a:pt x="534" y="201"/>
                    <a:pt x="467" y="1"/>
                    <a:pt x="467"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6" name="Google Shape;916;p8"/>
            <p:cNvSpPr/>
            <p:nvPr/>
          </p:nvSpPr>
          <p:spPr>
            <a:xfrm>
              <a:off x="1695825" y="939775"/>
              <a:ext cx="437550" cy="189425"/>
            </a:xfrm>
            <a:custGeom>
              <a:avLst/>
              <a:gdLst/>
              <a:ahLst/>
              <a:cxnLst/>
              <a:rect l="l" t="t" r="r" b="b"/>
              <a:pathLst>
                <a:path w="17502" h="7577" extrusionOk="0">
                  <a:moveTo>
                    <a:pt x="7234" y="1"/>
                  </a:moveTo>
                  <a:cubicBezTo>
                    <a:pt x="6746" y="1"/>
                    <a:pt x="6237" y="162"/>
                    <a:pt x="5827" y="421"/>
                  </a:cubicBezTo>
                  <a:cubicBezTo>
                    <a:pt x="5160" y="788"/>
                    <a:pt x="4726" y="1322"/>
                    <a:pt x="4293" y="1822"/>
                  </a:cubicBezTo>
                  <a:cubicBezTo>
                    <a:pt x="3892" y="2322"/>
                    <a:pt x="3492" y="2856"/>
                    <a:pt x="3158" y="3356"/>
                  </a:cubicBezTo>
                  <a:cubicBezTo>
                    <a:pt x="2491" y="4324"/>
                    <a:pt x="1924" y="5258"/>
                    <a:pt x="1324" y="5525"/>
                  </a:cubicBezTo>
                  <a:cubicBezTo>
                    <a:pt x="1181" y="5614"/>
                    <a:pt x="1047" y="5646"/>
                    <a:pt x="928" y="5646"/>
                  </a:cubicBezTo>
                  <a:cubicBezTo>
                    <a:pt x="825" y="5646"/>
                    <a:pt x="734" y="5622"/>
                    <a:pt x="657" y="5591"/>
                  </a:cubicBezTo>
                  <a:cubicBezTo>
                    <a:pt x="490" y="5525"/>
                    <a:pt x="423" y="5458"/>
                    <a:pt x="423" y="5458"/>
                  </a:cubicBezTo>
                  <a:cubicBezTo>
                    <a:pt x="386" y="5428"/>
                    <a:pt x="342" y="5415"/>
                    <a:pt x="299" y="5415"/>
                  </a:cubicBezTo>
                  <a:cubicBezTo>
                    <a:pt x="148" y="5415"/>
                    <a:pt x="1" y="5577"/>
                    <a:pt x="156" y="5758"/>
                  </a:cubicBezTo>
                  <a:cubicBezTo>
                    <a:pt x="156" y="5758"/>
                    <a:pt x="256" y="5825"/>
                    <a:pt x="456" y="5958"/>
                  </a:cubicBezTo>
                  <a:cubicBezTo>
                    <a:pt x="557" y="5992"/>
                    <a:pt x="590" y="6025"/>
                    <a:pt x="657" y="6025"/>
                  </a:cubicBezTo>
                  <a:cubicBezTo>
                    <a:pt x="757" y="6025"/>
                    <a:pt x="823" y="6092"/>
                    <a:pt x="923" y="6092"/>
                  </a:cubicBezTo>
                  <a:cubicBezTo>
                    <a:pt x="990" y="6092"/>
                    <a:pt x="1124" y="6092"/>
                    <a:pt x="1224" y="6025"/>
                  </a:cubicBezTo>
                  <a:cubicBezTo>
                    <a:pt x="1290" y="6025"/>
                    <a:pt x="1424" y="5992"/>
                    <a:pt x="1491" y="5958"/>
                  </a:cubicBezTo>
                  <a:cubicBezTo>
                    <a:pt x="2258" y="5591"/>
                    <a:pt x="2892" y="4657"/>
                    <a:pt x="3592" y="3690"/>
                  </a:cubicBezTo>
                  <a:cubicBezTo>
                    <a:pt x="3926" y="3256"/>
                    <a:pt x="4293" y="2756"/>
                    <a:pt x="4726" y="2256"/>
                  </a:cubicBezTo>
                  <a:cubicBezTo>
                    <a:pt x="5093" y="1755"/>
                    <a:pt x="5560" y="1288"/>
                    <a:pt x="6094" y="988"/>
                  </a:cubicBezTo>
                  <a:cubicBezTo>
                    <a:pt x="6327" y="855"/>
                    <a:pt x="6594" y="755"/>
                    <a:pt x="6894" y="755"/>
                  </a:cubicBezTo>
                  <a:cubicBezTo>
                    <a:pt x="6928" y="732"/>
                    <a:pt x="6968" y="725"/>
                    <a:pt x="7013" y="725"/>
                  </a:cubicBezTo>
                  <a:cubicBezTo>
                    <a:pt x="7102" y="725"/>
                    <a:pt x="7206" y="755"/>
                    <a:pt x="7295" y="755"/>
                  </a:cubicBezTo>
                  <a:cubicBezTo>
                    <a:pt x="7461" y="755"/>
                    <a:pt x="7595" y="788"/>
                    <a:pt x="7728" y="821"/>
                  </a:cubicBezTo>
                  <a:cubicBezTo>
                    <a:pt x="7828" y="855"/>
                    <a:pt x="7962" y="921"/>
                    <a:pt x="8095" y="988"/>
                  </a:cubicBezTo>
                  <a:cubicBezTo>
                    <a:pt x="8229" y="1021"/>
                    <a:pt x="8329" y="1122"/>
                    <a:pt x="8462" y="1188"/>
                  </a:cubicBezTo>
                  <a:cubicBezTo>
                    <a:pt x="8729" y="1422"/>
                    <a:pt x="8896" y="1522"/>
                    <a:pt x="8996" y="1755"/>
                  </a:cubicBezTo>
                  <a:cubicBezTo>
                    <a:pt x="9296" y="2122"/>
                    <a:pt x="9430" y="2689"/>
                    <a:pt x="9763" y="3256"/>
                  </a:cubicBezTo>
                  <a:cubicBezTo>
                    <a:pt x="9830" y="3423"/>
                    <a:pt x="9963" y="3523"/>
                    <a:pt x="10097" y="3657"/>
                  </a:cubicBezTo>
                  <a:cubicBezTo>
                    <a:pt x="10230" y="3790"/>
                    <a:pt x="10397" y="3924"/>
                    <a:pt x="10497" y="3957"/>
                  </a:cubicBezTo>
                  <a:cubicBezTo>
                    <a:pt x="10764" y="4090"/>
                    <a:pt x="11097" y="4190"/>
                    <a:pt x="11398" y="4257"/>
                  </a:cubicBezTo>
                  <a:cubicBezTo>
                    <a:pt x="11481" y="4265"/>
                    <a:pt x="11560" y="4270"/>
                    <a:pt x="11636" y="4270"/>
                  </a:cubicBezTo>
                  <a:cubicBezTo>
                    <a:pt x="11865" y="4270"/>
                    <a:pt x="12065" y="4232"/>
                    <a:pt x="12265" y="4157"/>
                  </a:cubicBezTo>
                  <a:cubicBezTo>
                    <a:pt x="12498" y="4090"/>
                    <a:pt x="12665" y="3990"/>
                    <a:pt x="12832" y="3924"/>
                  </a:cubicBezTo>
                  <a:cubicBezTo>
                    <a:pt x="13166" y="3757"/>
                    <a:pt x="13399" y="3690"/>
                    <a:pt x="13499" y="3690"/>
                  </a:cubicBezTo>
                  <a:lnTo>
                    <a:pt x="13566" y="3690"/>
                  </a:lnTo>
                  <a:cubicBezTo>
                    <a:pt x="13694" y="3682"/>
                    <a:pt x="13820" y="3678"/>
                    <a:pt x="13943" y="3678"/>
                  </a:cubicBezTo>
                  <a:cubicBezTo>
                    <a:pt x="14810" y="3678"/>
                    <a:pt x="15533" y="3886"/>
                    <a:pt x="16001" y="4324"/>
                  </a:cubicBezTo>
                  <a:cubicBezTo>
                    <a:pt x="16501" y="4824"/>
                    <a:pt x="16768" y="5425"/>
                    <a:pt x="16902" y="5925"/>
                  </a:cubicBezTo>
                  <a:cubicBezTo>
                    <a:pt x="17002" y="6425"/>
                    <a:pt x="17002" y="6792"/>
                    <a:pt x="17068" y="7026"/>
                  </a:cubicBezTo>
                  <a:cubicBezTo>
                    <a:pt x="17102" y="7293"/>
                    <a:pt x="17102" y="7426"/>
                    <a:pt x="17102" y="7426"/>
                  </a:cubicBezTo>
                  <a:cubicBezTo>
                    <a:pt x="17117" y="7520"/>
                    <a:pt x="17199" y="7577"/>
                    <a:pt x="17284" y="7577"/>
                  </a:cubicBezTo>
                  <a:cubicBezTo>
                    <a:pt x="17382" y="7577"/>
                    <a:pt x="17484" y="7503"/>
                    <a:pt x="17502" y="7326"/>
                  </a:cubicBezTo>
                  <a:lnTo>
                    <a:pt x="17502" y="6926"/>
                  </a:lnTo>
                  <a:cubicBezTo>
                    <a:pt x="17469" y="6659"/>
                    <a:pt x="17469" y="6259"/>
                    <a:pt x="17335" y="5691"/>
                  </a:cubicBezTo>
                  <a:cubicBezTo>
                    <a:pt x="17235" y="5191"/>
                    <a:pt x="16968" y="4491"/>
                    <a:pt x="16334" y="3857"/>
                  </a:cubicBezTo>
                  <a:cubicBezTo>
                    <a:pt x="16001" y="3590"/>
                    <a:pt x="15601" y="3323"/>
                    <a:pt x="15100" y="3190"/>
                  </a:cubicBezTo>
                  <a:cubicBezTo>
                    <a:pt x="14740" y="3118"/>
                    <a:pt x="14362" y="3063"/>
                    <a:pt x="13966" y="3063"/>
                  </a:cubicBezTo>
                  <a:cubicBezTo>
                    <a:pt x="13813" y="3063"/>
                    <a:pt x="13657" y="3071"/>
                    <a:pt x="13499" y="3090"/>
                  </a:cubicBezTo>
                  <a:lnTo>
                    <a:pt x="13566" y="3090"/>
                  </a:lnTo>
                  <a:cubicBezTo>
                    <a:pt x="13399" y="3090"/>
                    <a:pt x="12999" y="3123"/>
                    <a:pt x="12632" y="3290"/>
                  </a:cubicBezTo>
                  <a:cubicBezTo>
                    <a:pt x="12334" y="3398"/>
                    <a:pt x="12036" y="3550"/>
                    <a:pt x="11721" y="3550"/>
                  </a:cubicBezTo>
                  <a:cubicBezTo>
                    <a:pt x="11647" y="3550"/>
                    <a:pt x="11573" y="3542"/>
                    <a:pt x="11498" y="3523"/>
                  </a:cubicBezTo>
                  <a:cubicBezTo>
                    <a:pt x="11298" y="3490"/>
                    <a:pt x="11097" y="3423"/>
                    <a:pt x="10897" y="3290"/>
                  </a:cubicBezTo>
                  <a:cubicBezTo>
                    <a:pt x="10764" y="3256"/>
                    <a:pt x="10730" y="3190"/>
                    <a:pt x="10630" y="3123"/>
                  </a:cubicBezTo>
                  <a:cubicBezTo>
                    <a:pt x="10564" y="3090"/>
                    <a:pt x="10464" y="2990"/>
                    <a:pt x="10430" y="2856"/>
                  </a:cubicBezTo>
                  <a:cubicBezTo>
                    <a:pt x="10163" y="2422"/>
                    <a:pt x="9997" y="1822"/>
                    <a:pt x="9663" y="1322"/>
                  </a:cubicBezTo>
                  <a:cubicBezTo>
                    <a:pt x="9496" y="1021"/>
                    <a:pt x="9163" y="788"/>
                    <a:pt x="8929" y="621"/>
                  </a:cubicBezTo>
                  <a:cubicBezTo>
                    <a:pt x="8796" y="521"/>
                    <a:pt x="8662" y="454"/>
                    <a:pt x="8496" y="354"/>
                  </a:cubicBezTo>
                  <a:cubicBezTo>
                    <a:pt x="8329" y="288"/>
                    <a:pt x="8162" y="188"/>
                    <a:pt x="7995" y="154"/>
                  </a:cubicBezTo>
                  <a:cubicBezTo>
                    <a:pt x="7760" y="48"/>
                    <a:pt x="7500" y="1"/>
                    <a:pt x="7234"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7" name="Google Shape;917;p8"/>
            <p:cNvSpPr/>
            <p:nvPr/>
          </p:nvSpPr>
          <p:spPr>
            <a:xfrm>
              <a:off x="1327675" y="2834375"/>
              <a:ext cx="538025" cy="295975"/>
            </a:xfrm>
            <a:custGeom>
              <a:avLst/>
              <a:gdLst/>
              <a:ahLst/>
              <a:cxnLst/>
              <a:rect l="l" t="t" r="r" b="b"/>
              <a:pathLst>
                <a:path w="21521" h="11839" extrusionOk="0">
                  <a:moveTo>
                    <a:pt x="7674" y="0"/>
                  </a:moveTo>
                  <a:cubicBezTo>
                    <a:pt x="7235" y="0"/>
                    <a:pt x="6877" y="191"/>
                    <a:pt x="6543" y="358"/>
                  </a:cubicBezTo>
                  <a:cubicBezTo>
                    <a:pt x="6176" y="558"/>
                    <a:pt x="5842" y="858"/>
                    <a:pt x="5509" y="1092"/>
                  </a:cubicBezTo>
                  <a:lnTo>
                    <a:pt x="5275" y="1325"/>
                  </a:lnTo>
                  <a:lnTo>
                    <a:pt x="5142" y="1425"/>
                  </a:lnTo>
                  <a:lnTo>
                    <a:pt x="5009" y="1559"/>
                  </a:lnTo>
                  <a:lnTo>
                    <a:pt x="4642" y="2059"/>
                  </a:lnTo>
                  <a:cubicBezTo>
                    <a:pt x="4441" y="2359"/>
                    <a:pt x="4175" y="2693"/>
                    <a:pt x="3974" y="2993"/>
                  </a:cubicBezTo>
                  <a:cubicBezTo>
                    <a:pt x="3541" y="3594"/>
                    <a:pt x="3107" y="4161"/>
                    <a:pt x="2674" y="4561"/>
                  </a:cubicBezTo>
                  <a:cubicBezTo>
                    <a:pt x="2273" y="4995"/>
                    <a:pt x="1806" y="5328"/>
                    <a:pt x="1439" y="5362"/>
                  </a:cubicBezTo>
                  <a:cubicBezTo>
                    <a:pt x="1413" y="5364"/>
                    <a:pt x="1388" y="5365"/>
                    <a:pt x="1363" y="5365"/>
                  </a:cubicBezTo>
                  <a:cubicBezTo>
                    <a:pt x="1009" y="5365"/>
                    <a:pt x="795" y="5151"/>
                    <a:pt x="639" y="4995"/>
                  </a:cubicBezTo>
                  <a:cubicBezTo>
                    <a:pt x="505" y="4828"/>
                    <a:pt x="439" y="4694"/>
                    <a:pt x="439" y="4694"/>
                  </a:cubicBezTo>
                  <a:cubicBezTo>
                    <a:pt x="376" y="4595"/>
                    <a:pt x="290" y="4551"/>
                    <a:pt x="216" y="4551"/>
                  </a:cubicBezTo>
                  <a:cubicBezTo>
                    <a:pt x="92" y="4551"/>
                    <a:pt x="1" y="4673"/>
                    <a:pt x="105" y="4861"/>
                  </a:cubicBezTo>
                  <a:cubicBezTo>
                    <a:pt x="105" y="4861"/>
                    <a:pt x="172" y="5028"/>
                    <a:pt x="339" y="5228"/>
                  </a:cubicBezTo>
                  <a:cubicBezTo>
                    <a:pt x="472" y="5362"/>
                    <a:pt x="539" y="5495"/>
                    <a:pt x="772" y="5595"/>
                  </a:cubicBezTo>
                  <a:cubicBezTo>
                    <a:pt x="876" y="5699"/>
                    <a:pt x="1062" y="5783"/>
                    <a:pt x="1281" y="5783"/>
                  </a:cubicBezTo>
                  <a:cubicBezTo>
                    <a:pt x="1343" y="5783"/>
                    <a:pt x="1407" y="5776"/>
                    <a:pt x="1473" y="5762"/>
                  </a:cubicBezTo>
                  <a:cubicBezTo>
                    <a:pt x="2006" y="5695"/>
                    <a:pt x="2507" y="5295"/>
                    <a:pt x="3007" y="4895"/>
                  </a:cubicBezTo>
                  <a:cubicBezTo>
                    <a:pt x="3507" y="4428"/>
                    <a:pt x="3974" y="3894"/>
                    <a:pt x="4408" y="3293"/>
                  </a:cubicBezTo>
                  <a:cubicBezTo>
                    <a:pt x="4675" y="3027"/>
                    <a:pt x="4875" y="2726"/>
                    <a:pt x="5142" y="2393"/>
                  </a:cubicBezTo>
                  <a:cubicBezTo>
                    <a:pt x="5242" y="2226"/>
                    <a:pt x="5375" y="2059"/>
                    <a:pt x="5509" y="1926"/>
                  </a:cubicBezTo>
                  <a:lnTo>
                    <a:pt x="5576" y="1859"/>
                  </a:lnTo>
                  <a:lnTo>
                    <a:pt x="5709" y="1759"/>
                  </a:lnTo>
                  <a:lnTo>
                    <a:pt x="5909" y="1592"/>
                  </a:lnTo>
                  <a:cubicBezTo>
                    <a:pt x="6209" y="1359"/>
                    <a:pt x="6543" y="1092"/>
                    <a:pt x="6877" y="925"/>
                  </a:cubicBezTo>
                  <a:cubicBezTo>
                    <a:pt x="7167" y="780"/>
                    <a:pt x="7483" y="685"/>
                    <a:pt x="7758" y="685"/>
                  </a:cubicBezTo>
                  <a:cubicBezTo>
                    <a:pt x="7799" y="685"/>
                    <a:pt x="7838" y="687"/>
                    <a:pt x="7877" y="692"/>
                  </a:cubicBezTo>
                  <a:cubicBezTo>
                    <a:pt x="8177" y="725"/>
                    <a:pt x="8478" y="925"/>
                    <a:pt x="8678" y="1225"/>
                  </a:cubicBezTo>
                  <a:cubicBezTo>
                    <a:pt x="8878" y="1525"/>
                    <a:pt x="9078" y="1892"/>
                    <a:pt x="9245" y="2226"/>
                  </a:cubicBezTo>
                  <a:cubicBezTo>
                    <a:pt x="9578" y="2926"/>
                    <a:pt x="9912" y="3660"/>
                    <a:pt x="10412" y="4261"/>
                  </a:cubicBezTo>
                  <a:cubicBezTo>
                    <a:pt x="10879" y="4861"/>
                    <a:pt x="11580" y="5428"/>
                    <a:pt x="12481" y="5695"/>
                  </a:cubicBezTo>
                  <a:cubicBezTo>
                    <a:pt x="12811" y="5788"/>
                    <a:pt x="13152" y="5817"/>
                    <a:pt x="13493" y="5817"/>
                  </a:cubicBezTo>
                  <a:cubicBezTo>
                    <a:pt x="14013" y="5817"/>
                    <a:pt x="14532" y="5749"/>
                    <a:pt x="15016" y="5728"/>
                  </a:cubicBezTo>
                  <a:cubicBezTo>
                    <a:pt x="15383" y="5728"/>
                    <a:pt x="15750" y="5728"/>
                    <a:pt x="16050" y="5895"/>
                  </a:cubicBezTo>
                  <a:cubicBezTo>
                    <a:pt x="16350" y="6062"/>
                    <a:pt x="16550" y="6362"/>
                    <a:pt x="16717" y="6696"/>
                  </a:cubicBezTo>
                  <a:cubicBezTo>
                    <a:pt x="17017" y="7363"/>
                    <a:pt x="17084" y="8130"/>
                    <a:pt x="17317" y="8897"/>
                  </a:cubicBezTo>
                  <a:cubicBezTo>
                    <a:pt x="17517" y="9665"/>
                    <a:pt x="17718" y="10365"/>
                    <a:pt x="18151" y="10899"/>
                  </a:cubicBezTo>
                  <a:cubicBezTo>
                    <a:pt x="18318" y="11199"/>
                    <a:pt x="18585" y="11399"/>
                    <a:pt x="18852" y="11566"/>
                  </a:cubicBezTo>
                  <a:cubicBezTo>
                    <a:pt x="19152" y="11733"/>
                    <a:pt x="19419" y="11833"/>
                    <a:pt x="19686" y="11833"/>
                  </a:cubicBezTo>
                  <a:cubicBezTo>
                    <a:pt x="19743" y="11836"/>
                    <a:pt x="19799" y="11838"/>
                    <a:pt x="19853" y="11838"/>
                  </a:cubicBezTo>
                  <a:cubicBezTo>
                    <a:pt x="20298" y="11838"/>
                    <a:pt x="20615" y="11726"/>
                    <a:pt x="20853" y="11666"/>
                  </a:cubicBezTo>
                  <a:cubicBezTo>
                    <a:pt x="20987" y="11599"/>
                    <a:pt x="21053" y="11566"/>
                    <a:pt x="21153" y="11533"/>
                  </a:cubicBezTo>
                  <a:cubicBezTo>
                    <a:pt x="21187" y="11499"/>
                    <a:pt x="21220" y="11499"/>
                    <a:pt x="21220" y="11499"/>
                  </a:cubicBezTo>
                  <a:cubicBezTo>
                    <a:pt x="21520" y="11366"/>
                    <a:pt x="21387" y="11066"/>
                    <a:pt x="21020" y="11066"/>
                  </a:cubicBezTo>
                  <a:cubicBezTo>
                    <a:pt x="21020" y="11066"/>
                    <a:pt x="20987" y="11066"/>
                    <a:pt x="20953" y="11099"/>
                  </a:cubicBezTo>
                  <a:cubicBezTo>
                    <a:pt x="20853" y="11099"/>
                    <a:pt x="20786" y="11166"/>
                    <a:pt x="20653" y="11199"/>
                  </a:cubicBezTo>
                  <a:cubicBezTo>
                    <a:pt x="20501" y="11224"/>
                    <a:pt x="20234" y="11288"/>
                    <a:pt x="19938" y="11288"/>
                  </a:cubicBezTo>
                  <a:cubicBezTo>
                    <a:pt x="19845" y="11288"/>
                    <a:pt x="19749" y="11282"/>
                    <a:pt x="19652" y="11266"/>
                  </a:cubicBezTo>
                  <a:cubicBezTo>
                    <a:pt x="19452" y="11266"/>
                    <a:pt x="19219" y="11199"/>
                    <a:pt x="19019" y="11066"/>
                  </a:cubicBezTo>
                  <a:cubicBezTo>
                    <a:pt x="18852" y="10932"/>
                    <a:pt x="18652" y="10765"/>
                    <a:pt x="18485" y="10532"/>
                  </a:cubicBezTo>
                  <a:cubicBezTo>
                    <a:pt x="18185" y="10065"/>
                    <a:pt x="17984" y="9398"/>
                    <a:pt x="17818" y="8697"/>
                  </a:cubicBezTo>
                  <a:cubicBezTo>
                    <a:pt x="17651" y="7997"/>
                    <a:pt x="17618" y="7196"/>
                    <a:pt x="17217" y="6362"/>
                  </a:cubicBezTo>
                  <a:cubicBezTo>
                    <a:pt x="17050" y="5929"/>
                    <a:pt x="16817" y="5528"/>
                    <a:pt x="16350" y="5261"/>
                  </a:cubicBezTo>
                  <a:cubicBezTo>
                    <a:pt x="15883" y="5028"/>
                    <a:pt x="15383" y="5028"/>
                    <a:pt x="14982" y="5028"/>
                  </a:cubicBezTo>
                  <a:cubicBezTo>
                    <a:pt x="14469" y="5048"/>
                    <a:pt x="13991" y="5102"/>
                    <a:pt x="13541" y="5102"/>
                  </a:cubicBezTo>
                  <a:cubicBezTo>
                    <a:pt x="13231" y="5102"/>
                    <a:pt x="12933" y="5076"/>
                    <a:pt x="12647" y="4995"/>
                  </a:cubicBezTo>
                  <a:cubicBezTo>
                    <a:pt x="11947" y="4761"/>
                    <a:pt x="11380" y="4327"/>
                    <a:pt x="10979" y="3760"/>
                  </a:cubicBezTo>
                  <a:cubicBezTo>
                    <a:pt x="10546" y="3260"/>
                    <a:pt x="10212" y="2560"/>
                    <a:pt x="9845" y="1859"/>
                  </a:cubicBezTo>
                  <a:cubicBezTo>
                    <a:pt x="9679" y="1525"/>
                    <a:pt x="9478" y="1159"/>
                    <a:pt x="9178" y="758"/>
                  </a:cubicBezTo>
                  <a:cubicBezTo>
                    <a:pt x="8878" y="425"/>
                    <a:pt x="8478" y="58"/>
                    <a:pt x="7944" y="24"/>
                  </a:cubicBezTo>
                  <a:cubicBezTo>
                    <a:pt x="7850" y="8"/>
                    <a:pt x="7760" y="0"/>
                    <a:pt x="7674"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8" name="Google Shape;918;p8"/>
            <p:cNvSpPr/>
            <p:nvPr/>
          </p:nvSpPr>
          <p:spPr>
            <a:xfrm>
              <a:off x="1332750" y="1809950"/>
              <a:ext cx="414525" cy="200300"/>
            </a:xfrm>
            <a:custGeom>
              <a:avLst/>
              <a:gdLst/>
              <a:ahLst/>
              <a:cxnLst/>
              <a:rect l="l" t="t" r="r" b="b"/>
              <a:pathLst>
                <a:path w="16581" h="8012" extrusionOk="0">
                  <a:moveTo>
                    <a:pt x="7143" y="0"/>
                  </a:moveTo>
                  <a:cubicBezTo>
                    <a:pt x="7008" y="0"/>
                    <a:pt x="6874" y="12"/>
                    <a:pt x="6740" y="39"/>
                  </a:cubicBezTo>
                  <a:cubicBezTo>
                    <a:pt x="6073" y="205"/>
                    <a:pt x="5506" y="572"/>
                    <a:pt x="5072" y="1006"/>
                  </a:cubicBezTo>
                  <a:cubicBezTo>
                    <a:pt x="4172" y="1840"/>
                    <a:pt x="3571" y="2807"/>
                    <a:pt x="2938" y="3474"/>
                  </a:cubicBezTo>
                  <a:cubicBezTo>
                    <a:pt x="2604" y="3808"/>
                    <a:pt x="2304" y="4075"/>
                    <a:pt x="1970" y="4208"/>
                  </a:cubicBezTo>
                  <a:cubicBezTo>
                    <a:pt x="1791" y="4280"/>
                    <a:pt x="1622" y="4313"/>
                    <a:pt x="1468" y="4313"/>
                  </a:cubicBezTo>
                  <a:cubicBezTo>
                    <a:pt x="1334" y="4313"/>
                    <a:pt x="1211" y="4288"/>
                    <a:pt x="1103" y="4242"/>
                  </a:cubicBezTo>
                  <a:cubicBezTo>
                    <a:pt x="603" y="4075"/>
                    <a:pt x="402" y="3841"/>
                    <a:pt x="402" y="3841"/>
                  </a:cubicBezTo>
                  <a:cubicBezTo>
                    <a:pt x="371" y="3816"/>
                    <a:pt x="336" y="3805"/>
                    <a:pt x="301" y="3805"/>
                  </a:cubicBezTo>
                  <a:cubicBezTo>
                    <a:pt x="150" y="3805"/>
                    <a:pt x="0" y="4006"/>
                    <a:pt x="136" y="4142"/>
                  </a:cubicBezTo>
                  <a:cubicBezTo>
                    <a:pt x="138" y="4136"/>
                    <a:pt x="142" y="4133"/>
                    <a:pt x="148" y="4133"/>
                  </a:cubicBezTo>
                  <a:cubicBezTo>
                    <a:pt x="202" y="4133"/>
                    <a:pt x="391" y="4432"/>
                    <a:pt x="969" y="4675"/>
                  </a:cubicBezTo>
                  <a:cubicBezTo>
                    <a:pt x="1128" y="4746"/>
                    <a:pt x="1333" y="4788"/>
                    <a:pt x="1550" y="4788"/>
                  </a:cubicBezTo>
                  <a:cubicBezTo>
                    <a:pt x="1744" y="4788"/>
                    <a:pt x="1948" y="4754"/>
                    <a:pt x="2137" y="4675"/>
                  </a:cubicBezTo>
                  <a:cubicBezTo>
                    <a:pt x="2571" y="4509"/>
                    <a:pt x="2971" y="4175"/>
                    <a:pt x="3304" y="3841"/>
                  </a:cubicBezTo>
                  <a:cubicBezTo>
                    <a:pt x="4005" y="3141"/>
                    <a:pt x="4639" y="2207"/>
                    <a:pt x="5473" y="1473"/>
                  </a:cubicBezTo>
                  <a:cubicBezTo>
                    <a:pt x="5906" y="1073"/>
                    <a:pt x="6340" y="806"/>
                    <a:pt x="6840" y="706"/>
                  </a:cubicBezTo>
                  <a:cubicBezTo>
                    <a:pt x="6916" y="696"/>
                    <a:pt x="6991" y="691"/>
                    <a:pt x="7067" y="691"/>
                  </a:cubicBezTo>
                  <a:cubicBezTo>
                    <a:pt x="7491" y="691"/>
                    <a:pt x="7912" y="841"/>
                    <a:pt x="8308" y="1039"/>
                  </a:cubicBezTo>
                  <a:lnTo>
                    <a:pt x="8341" y="1073"/>
                  </a:lnTo>
                  <a:cubicBezTo>
                    <a:pt x="8441" y="1139"/>
                    <a:pt x="8575" y="1173"/>
                    <a:pt x="8642" y="1306"/>
                  </a:cubicBezTo>
                  <a:cubicBezTo>
                    <a:pt x="8742" y="1406"/>
                    <a:pt x="8808" y="1640"/>
                    <a:pt x="8908" y="1840"/>
                  </a:cubicBezTo>
                  <a:cubicBezTo>
                    <a:pt x="9075" y="2307"/>
                    <a:pt x="9109" y="2907"/>
                    <a:pt x="9442" y="3575"/>
                  </a:cubicBezTo>
                  <a:cubicBezTo>
                    <a:pt x="9576" y="3741"/>
                    <a:pt x="9676" y="3875"/>
                    <a:pt x="9809" y="4008"/>
                  </a:cubicBezTo>
                  <a:cubicBezTo>
                    <a:pt x="9842" y="4042"/>
                    <a:pt x="9943" y="4142"/>
                    <a:pt x="10009" y="4175"/>
                  </a:cubicBezTo>
                  <a:cubicBezTo>
                    <a:pt x="10109" y="4275"/>
                    <a:pt x="10176" y="4308"/>
                    <a:pt x="10276" y="4342"/>
                  </a:cubicBezTo>
                  <a:cubicBezTo>
                    <a:pt x="10532" y="4481"/>
                    <a:pt x="10820" y="4540"/>
                    <a:pt x="11096" y="4540"/>
                  </a:cubicBezTo>
                  <a:cubicBezTo>
                    <a:pt x="11215" y="4540"/>
                    <a:pt x="11332" y="4529"/>
                    <a:pt x="11444" y="4509"/>
                  </a:cubicBezTo>
                  <a:cubicBezTo>
                    <a:pt x="12177" y="4342"/>
                    <a:pt x="12745" y="3975"/>
                    <a:pt x="13245" y="3875"/>
                  </a:cubicBezTo>
                  <a:cubicBezTo>
                    <a:pt x="13286" y="3868"/>
                    <a:pt x="13328" y="3865"/>
                    <a:pt x="13372" y="3865"/>
                  </a:cubicBezTo>
                  <a:cubicBezTo>
                    <a:pt x="13784" y="3865"/>
                    <a:pt x="14280" y="4140"/>
                    <a:pt x="14613" y="4442"/>
                  </a:cubicBezTo>
                  <a:cubicBezTo>
                    <a:pt x="15413" y="5142"/>
                    <a:pt x="15747" y="6110"/>
                    <a:pt x="15947" y="6777"/>
                  </a:cubicBezTo>
                  <a:cubicBezTo>
                    <a:pt x="16080" y="7110"/>
                    <a:pt x="16114" y="7344"/>
                    <a:pt x="16147" y="7544"/>
                  </a:cubicBezTo>
                  <a:cubicBezTo>
                    <a:pt x="16180" y="7711"/>
                    <a:pt x="16180" y="7844"/>
                    <a:pt x="16180" y="7844"/>
                  </a:cubicBezTo>
                  <a:cubicBezTo>
                    <a:pt x="16209" y="7958"/>
                    <a:pt x="16286" y="8011"/>
                    <a:pt x="16365" y="8011"/>
                  </a:cubicBezTo>
                  <a:cubicBezTo>
                    <a:pt x="16471" y="8011"/>
                    <a:pt x="16581" y="7916"/>
                    <a:pt x="16581" y="7744"/>
                  </a:cubicBezTo>
                  <a:cubicBezTo>
                    <a:pt x="16581" y="7744"/>
                    <a:pt x="16581" y="7678"/>
                    <a:pt x="16514" y="7477"/>
                  </a:cubicBezTo>
                  <a:cubicBezTo>
                    <a:pt x="16481" y="7311"/>
                    <a:pt x="16447" y="7010"/>
                    <a:pt x="16347" y="6643"/>
                  </a:cubicBezTo>
                  <a:cubicBezTo>
                    <a:pt x="16280" y="6277"/>
                    <a:pt x="16147" y="5843"/>
                    <a:pt x="15947" y="5376"/>
                  </a:cubicBezTo>
                  <a:cubicBezTo>
                    <a:pt x="15747" y="4909"/>
                    <a:pt x="15446" y="4408"/>
                    <a:pt x="14979" y="4008"/>
                  </a:cubicBezTo>
                  <a:cubicBezTo>
                    <a:pt x="14779" y="3808"/>
                    <a:pt x="14479" y="3575"/>
                    <a:pt x="14179" y="3474"/>
                  </a:cubicBezTo>
                  <a:cubicBezTo>
                    <a:pt x="13946" y="3329"/>
                    <a:pt x="13613" y="3235"/>
                    <a:pt x="13288" y="3235"/>
                  </a:cubicBezTo>
                  <a:cubicBezTo>
                    <a:pt x="13240" y="3235"/>
                    <a:pt x="13192" y="3237"/>
                    <a:pt x="13145" y="3241"/>
                  </a:cubicBezTo>
                  <a:cubicBezTo>
                    <a:pt x="12411" y="3341"/>
                    <a:pt x="11844" y="3741"/>
                    <a:pt x="11310" y="3841"/>
                  </a:cubicBezTo>
                  <a:cubicBezTo>
                    <a:pt x="11239" y="3849"/>
                    <a:pt x="11174" y="3853"/>
                    <a:pt x="11113" y="3853"/>
                  </a:cubicBezTo>
                  <a:cubicBezTo>
                    <a:pt x="10915" y="3853"/>
                    <a:pt x="10763" y="3810"/>
                    <a:pt x="10610" y="3708"/>
                  </a:cubicBezTo>
                  <a:cubicBezTo>
                    <a:pt x="10410" y="3575"/>
                    <a:pt x="10143" y="3374"/>
                    <a:pt x="10076" y="3208"/>
                  </a:cubicBezTo>
                  <a:cubicBezTo>
                    <a:pt x="9842" y="2741"/>
                    <a:pt x="9776" y="2174"/>
                    <a:pt x="9609" y="1573"/>
                  </a:cubicBezTo>
                  <a:cubicBezTo>
                    <a:pt x="9509" y="1340"/>
                    <a:pt x="9409" y="1039"/>
                    <a:pt x="9175" y="806"/>
                  </a:cubicBezTo>
                  <a:cubicBezTo>
                    <a:pt x="9009" y="539"/>
                    <a:pt x="8742" y="472"/>
                    <a:pt x="8608" y="372"/>
                  </a:cubicBezTo>
                  <a:lnTo>
                    <a:pt x="8608" y="372"/>
                  </a:lnTo>
                  <a:lnTo>
                    <a:pt x="8642" y="406"/>
                  </a:lnTo>
                  <a:cubicBezTo>
                    <a:pt x="8215" y="192"/>
                    <a:pt x="7681" y="0"/>
                    <a:pt x="7143"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9" name="Google Shape;919;p8"/>
            <p:cNvSpPr/>
            <p:nvPr/>
          </p:nvSpPr>
          <p:spPr>
            <a:xfrm>
              <a:off x="2280350" y="420750"/>
              <a:ext cx="502200" cy="220025"/>
            </a:xfrm>
            <a:custGeom>
              <a:avLst/>
              <a:gdLst/>
              <a:ahLst/>
              <a:cxnLst/>
              <a:rect l="l" t="t" r="r" b="b"/>
              <a:pathLst>
                <a:path w="20088" h="8801" extrusionOk="0">
                  <a:moveTo>
                    <a:pt x="7230" y="0"/>
                  </a:moveTo>
                  <a:cubicBezTo>
                    <a:pt x="6997" y="0"/>
                    <a:pt x="6797" y="0"/>
                    <a:pt x="6597" y="34"/>
                  </a:cubicBezTo>
                  <a:cubicBezTo>
                    <a:pt x="6230" y="67"/>
                    <a:pt x="5829" y="234"/>
                    <a:pt x="5496" y="367"/>
                  </a:cubicBezTo>
                  <a:cubicBezTo>
                    <a:pt x="5129" y="534"/>
                    <a:pt x="4795" y="734"/>
                    <a:pt x="4562" y="1001"/>
                  </a:cubicBezTo>
                  <a:cubicBezTo>
                    <a:pt x="4262" y="1234"/>
                    <a:pt x="4061" y="1468"/>
                    <a:pt x="3795" y="1701"/>
                  </a:cubicBezTo>
                  <a:cubicBezTo>
                    <a:pt x="3328" y="2168"/>
                    <a:pt x="2894" y="2569"/>
                    <a:pt x="2460" y="2869"/>
                  </a:cubicBezTo>
                  <a:cubicBezTo>
                    <a:pt x="2165" y="3090"/>
                    <a:pt x="1834" y="3221"/>
                    <a:pt x="1560" y="3221"/>
                  </a:cubicBezTo>
                  <a:cubicBezTo>
                    <a:pt x="1462" y="3221"/>
                    <a:pt x="1372" y="3204"/>
                    <a:pt x="1293" y="3169"/>
                  </a:cubicBezTo>
                  <a:cubicBezTo>
                    <a:pt x="959" y="3036"/>
                    <a:pt x="759" y="2802"/>
                    <a:pt x="626" y="2635"/>
                  </a:cubicBezTo>
                  <a:cubicBezTo>
                    <a:pt x="459" y="2402"/>
                    <a:pt x="425" y="2335"/>
                    <a:pt x="425" y="2335"/>
                  </a:cubicBezTo>
                  <a:cubicBezTo>
                    <a:pt x="373" y="2273"/>
                    <a:pt x="308" y="2246"/>
                    <a:pt x="247" y="2246"/>
                  </a:cubicBezTo>
                  <a:cubicBezTo>
                    <a:pt x="113" y="2246"/>
                    <a:pt x="0" y="2375"/>
                    <a:pt x="92" y="2535"/>
                  </a:cubicBezTo>
                  <a:cubicBezTo>
                    <a:pt x="92" y="2535"/>
                    <a:pt x="192" y="2669"/>
                    <a:pt x="292" y="2869"/>
                  </a:cubicBezTo>
                  <a:cubicBezTo>
                    <a:pt x="459" y="3069"/>
                    <a:pt x="692" y="3369"/>
                    <a:pt x="1126" y="3569"/>
                  </a:cubicBezTo>
                  <a:cubicBezTo>
                    <a:pt x="1274" y="3633"/>
                    <a:pt x="1435" y="3656"/>
                    <a:pt x="1610" y="3656"/>
                  </a:cubicBezTo>
                  <a:cubicBezTo>
                    <a:pt x="1711" y="3656"/>
                    <a:pt x="1817" y="3648"/>
                    <a:pt x="1927" y="3636"/>
                  </a:cubicBezTo>
                  <a:cubicBezTo>
                    <a:pt x="2227" y="3569"/>
                    <a:pt x="2460" y="3469"/>
                    <a:pt x="2727" y="3303"/>
                  </a:cubicBezTo>
                  <a:cubicBezTo>
                    <a:pt x="3227" y="2969"/>
                    <a:pt x="3694" y="2535"/>
                    <a:pt x="4195" y="2068"/>
                  </a:cubicBezTo>
                  <a:cubicBezTo>
                    <a:pt x="4428" y="1868"/>
                    <a:pt x="4695" y="1635"/>
                    <a:pt x="4929" y="1401"/>
                  </a:cubicBezTo>
                  <a:cubicBezTo>
                    <a:pt x="5196" y="1201"/>
                    <a:pt x="5429" y="1034"/>
                    <a:pt x="5729" y="901"/>
                  </a:cubicBezTo>
                  <a:cubicBezTo>
                    <a:pt x="5896" y="868"/>
                    <a:pt x="6063" y="801"/>
                    <a:pt x="6230" y="734"/>
                  </a:cubicBezTo>
                  <a:cubicBezTo>
                    <a:pt x="6396" y="667"/>
                    <a:pt x="6563" y="667"/>
                    <a:pt x="6730" y="634"/>
                  </a:cubicBezTo>
                  <a:cubicBezTo>
                    <a:pt x="6897" y="567"/>
                    <a:pt x="7030" y="567"/>
                    <a:pt x="7197" y="567"/>
                  </a:cubicBezTo>
                  <a:cubicBezTo>
                    <a:pt x="7297" y="634"/>
                    <a:pt x="7464" y="634"/>
                    <a:pt x="7597" y="701"/>
                  </a:cubicBezTo>
                  <a:cubicBezTo>
                    <a:pt x="7864" y="834"/>
                    <a:pt x="8064" y="1034"/>
                    <a:pt x="8231" y="1335"/>
                  </a:cubicBezTo>
                  <a:cubicBezTo>
                    <a:pt x="8431" y="1635"/>
                    <a:pt x="8565" y="1902"/>
                    <a:pt x="8731" y="2235"/>
                  </a:cubicBezTo>
                  <a:cubicBezTo>
                    <a:pt x="8865" y="2569"/>
                    <a:pt x="9065" y="2902"/>
                    <a:pt x="9265" y="3203"/>
                  </a:cubicBezTo>
                  <a:cubicBezTo>
                    <a:pt x="9399" y="3336"/>
                    <a:pt x="9465" y="3503"/>
                    <a:pt x="9632" y="3636"/>
                  </a:cubicBezTo>
                  <a:cubicBezTo>
                    <a:pt x="9732" y="3670"/>
                    <a:pt x="9765" y="3736"/>
                    <a:pt x="9866" y="3803"/>
                  </a:cubicBezTo>
                  <a:lnTo>
                    <a:pt x="10099" y="3970"/>
                  </a:lnTo>
                  <a:cubicBezTo>
                    <a:pt x="10433" y="4203"/>
                    <a:pt x="10800" y="4237"/>
                    <a:pt x="11233" y="4237"/>
                  </a:cubicBezTo>
                  <a:cubicBezTo>
                    <a:pt x="11633" y="4237"/>
                    <a:pt x="12000" y="4070"/>
                    <a:pt x="12334" y="3970"/>
                  </a:cubicBezTo>
                  <a:cubicBezTo>
                    <a:pt x="13001" y="3670"/>
                    <a:pt x="13635" y="3236"/>
                    <a:pt x="14235" y="3236"/>
                  </a:cubicBezTo>
                  <a:cubicBezTo>
                    <a:pt x="14502" y="3236"/>
                    <a:pt x="14802" y="3336"/>
                    <a:pt x="15069" y="3536"/>
                  </a:cubicBezTo>
                  <a:cubicBezTo>
                    <a:pt x="15136" y="3569"/>
                    <a:pt x="15203" y="3636"/>
                    <a:pt x="15269" y="3670"/>
                  </a:cubicBezTo>
                  <a:lnTo>
                    <a:pt x="15436" y="3836"/>
                  </a:lnTo>
                  <a:cubicBezTo>
                    <a:pt x="15603" y="3970"/>
                    <a:pt x="15703" y="4036"/>
                    <a:pt x="15770" y="4170"/>
                  </a:cubicBezTo>
                  <a:cubicBezTo>
                    <a:pt x="16103" y="4737"/>
                    <a:pt x="16370" y="5404"/>
                    <a:pt x="16604" y="6005"/>
                  </a:cubicBezTo>
                  <a:cubicBezTo>
                    <a:pt x="16904" y="6572"/>
                    <a:pt x="17137" y="7172"/>
                    <a:pt x="17438" y="7672"/>
                  </a:cubicBezTo>
                  <a:cubicBezTo>
                    <a:pt x="17738" y="8173"/>
                    <a:pt x="18105" y="8640"/>
                    <a:pt x="18605" y="8740"/>
                  </a:cubicBezTo>
                  <a:cubicBezTo>
                    <a:pt x="18717" y="8782"/>
                    <a:pt x="18823" y="8800"/>
                    <a:pt x="18920" y="8800"/>
                  </a:cubicBezTo>
                  <a:cubicBezTo>
                    <a:pt x="19056" y="8800"/>
                    <a:pt x="19175" y="8765"/>
                    <a:pt x="19272" y="8706"/>
                  </a:cubicBezTo>
                  <a:cubicBezTo>
                    <a:pt x="19439" y="8640"/>
                    <a:pt x="19606" y="8540"/>
                    <a:pt x="19706" y="8473"/>
                  </a:cubicBezTo>
                  <a:cubicBezTo>
                    <a:pt x="19773" y="8373"/>
                    <a:pt x="19873" y="8340"/>
                    <a:pt x="19906" y="8306"/>
                  </a:cubicBezTo>
                  <a:lnTo>
                    <a:pt x="19973" y="8206"/>
                  </a:lnTo>
                  <a:cubicBezTo>
                    <a:pt x="20087" y="8046"/>
                    <a:pt x="20013" y="7917"/>
                    <a:pt x="19901" y="7917"/>
                  </a:cubicBezTo>
                  <a:cubicBezTo>
                    <a:pt x="19850" y="7917"/>
                    <a:pt x="19791" y="7943"/>
                    <a:pt x="19739" y="8006"/>
                  </a:cubicBezTo>
                  <a:lnTo>
                    <a:pt x="19673" y="8039"/>
                  </a:lnTo>
                  <a:cubicBezTo>
                    <a:pt x="19606" y="8073"/>
                    <a:pt x="19572" y="8139"/>
                    <a:pt x="19472" y="8206"/>
                  </a:cubicBezTo>
                  <a:cubicBezTo>
                    <a:pt x="19342" y="8284"/>
                    <a:pt x="19129" y="8404"/>
                    <a:pt x="18915" y="8404"/>
                  </a:cubicBezTo>
                  <a:cubicBezTo>
                    <a:pt x="18856" y="8404"/>
                    <a:pt x="18796" y="8395"/>
                    <a:pt x="18739" y="8373"/>
                  </a:cubicBezTo>
                  <a:cubicBezTo>
                    <a:pt x="18438" y="8306"/>
                    <a:pt x="18105" y="7906"/>
                    <a:pt x="17838" y="7472"/>
                  </a:cubicBezTo>
                  <a:cubicBezTo>
                    <a:pt x="17604" y="7005"/>
                    <a:pt x="17404" y="6472"/>
                    <a:pt x="17137" y="5838"/>
                  </a:cubicBezTo>
                  <a:cubicBezTo>
                    <a:pt x="16904" y="5204"/>
                    <a:pt x="16737" y="4537"/>
                    <a:pt x="16303" y="3870"/>
                  </a:cubicBezTo>
                  <a:cubicBezTo>
                    <a:pt x="16237" y="3703"/>
                    <a:pt x="16070" y="3536"/>
                    <a:pt x="15937" y="3403"/>
                  </a:cubicBezTo>
                  <a:lnTo>
                    <a:pt x="15736" y="3203"/>
                  </a:lnTo>
                  <a:cubicBezTo>
                    <a:pt x="15636" y="3169"/>
                    <a:pt x="15570" y="3069"/>
                    <a:pt x="15470" y="3036"/>
                  </a:cubicBezTo>
                  <a:cubicBezTo>
                    <a:pt x="15136" y="2802"/>
                    <a:pt x="14736" y="2635"/>
                    <a:pt x="14269" y="2635"/>
                  </a:cubicBezTo>
                  <a:cubicBezTo>
                    <a:pt x="13802" y="2635"/>
                    <a:pt x="13401" y="2736"/>
                    <a:pt x="13068" y="2902"/>
                  </a:cubicBezTo>
                  <a:cubicBezTo>
                    <a:pt x="12734" y="3069"/>
                    <a:pt x="12401" y="3236"/>
                    <a:pt x="12100" y="3369"/>
                  </a:cubicBezTo>
                  <a:cubicBezTo>
                    <a:pt x="11800" y="3503"/>
                    <a:pt x="11500" y="3569"/>
                    <a:pt x="11233" y="3569"/>
                  </a:cubicBezTo>
                  <a:cubicBezTo>
                    <a:pt x="11200" y="3592"/>
                    <a:pt x="11174" y="3599"/>
                    <a:pt x="11150" y="3599"/>
                  </a:cubicBezTo>
                  <a:cubicBezTo>
                    <a:pt x="11103" y="3599"/>
                    <a:pt x="11066" y="3569"/>
                    <a:pt x="11000" y="3569"/>
                  </a:cubicBezTo>
                  <a:cubicBezTo>
                    <a:pt x="10933" y="3569"/>
                    <a:pt x="10900" y="3569"/>
                    <a:pt x="10800" y="3536"/>
                  </a:cubicBezTo>
                  <a:lnTo>
                    <a:pt x="10599" y="3503"/>
                  </a:lnTo>
                  <a:cubicBezTo>
                    <a:pt x="10566" y="3469"/>
                    <a:pt x="10499" y="3469"/>
                    <a:pt x="10499" y="3469"/>
                  </a:cubicBezTo>
                  <a:lnTo>
                    <a:pt x="10433" y="3403"/>
                  </a:lnTo>
                  <a:cubicBezTo>
                    <a:pt x="9966" y="3136"/>
                    <a:pt x="9599" y="2635"/>
                    <a:pt x="9298" y="2002"/>
                  </a:cubicBezTo>
                  <a:cubicBezTo>
                    <a:pt x="9132" y="1701"/>
                    <a:pt x="8965" y="1368"/>
                    <a:pt x="8765" y="1034"/>
                  </a:cubicBezTo>
                  <a:cubicBezTo>
                    <a:pt x="8598" y="701"/>
                    <a:pt x="8264" y="334"/>
                    <a:pt x="7831" y="167"/>
                  </a:cubicBezTo>
                  <a:cubicBezTo>
                    <a:pt x="7664" y="34"/>
                    <a:pt x="7430" y="34"/>
                    <a:pt x="7230"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0" name="Google Shape;920;p8"/>
            <p:cNvSpPr/>
            <p:nvPr/>
          </p:nvSpPr>
          <p:spPr>
            <a:xfrm>
              <a:off x="1584950" y="466600"/>
              <a:ext cx="488600" cy="315175"/>
            </a:xfrm>
            <a:custGeom>
              <a:avLst/>
              <a:gdLst/>
              <a:ahLst/>
              <a:cxnLst/>
              <a:rect l="l" t="t" r="r" b="b"/>
              <a:pathLst>
                <a:path w="19544" h="12607" extrusionOk="0">
                  <a:moveTo>
                    <a:pt x="6326" y="1"/>
                  </a:moveTo>
                  <a:cubicBezTo>
                    <a:pt x="6092" y="1"/>
                    <a:pt x="5892" y="34"/>
                    <a:pt x="5692" y="68"/>
                  </a:cubicBezTo>
                  <a:cubicBezTo>
                    <a:pt x="5492" y="168"/>
                    <a:pt x="5325" y="201"/>
                    <a:pt x="5092" y="301"/>
                  </a:cubicBezTo>
                  <a:cubicBezTo>
                    <a:pt x="4891" y="368"/>
                    <a:pt x="4725" y="468"/>
                    <a:pt x="4558" y="535"/>
                  </a:cubicBezTo>
                  <a:cubicBezTo>
                    <a:pt x="4391" y="568"/>
                    <a:pt x="4191" y="735"/>
                    <a:pt x="4058" y="868"/>
                  </a:cubicBezTo>
                  <a:cubicBezTo>
                    <a:pt x="3724" y="1135"/>
                    <a:pt x="3524" y="1469"/>
                    <a:pt x="3357" y="1735"/>
                  </a:cubicBezTo>
                  <a:cubicBezTo>
                    <a:pt x="2990" y="2369"/>
                    <a:pt x="2690" y="2903"/>
                    <a:pt x="2390" y="3403"/>
                  </a:cubicBezTo>
                  <a:cubicBezTo>
                    <a:pt x="2089" y="3870"/>
                    <a:pt x="1756" y="4304"/>
                    <a:pt x="1489" y="4504"/>
                  </a:cubicBezTo>
                  <a:cubicBezTo>
                    <a:pt x="1276" y="4646"/>
                    <a:pt x="1063" y="4687"/>
                    <a:pt x="885" y="4687"/>
                  </a:cubicBezTo>
                  <a:cubicBezTo>
                    <a:pt x="813" y="4687"/>
                    <a:pt x="746" y="4681"/>
                    <a:pt x="688" y="4671"/>
                  </a:cubicBezTo>
                  <a:cubicBezTo>
                    <a:pt x="588" y="4638"/>
                    <a:pt x="522" y="4638"/>
                    <a:pt x="488" y="4571"/>
                  </a:cubicBezTo>
                  <a:cubicBezTo>
                    <a:pt x="422" y="4537"/>
                    <a:pt x="388" y="4537"/>
                    <a:pt x="388" y="4537"/>
                  </a:cubicBezTo>
                  <a:cubicBezTo>
                    <a:pt x="353" y="4514"/>
                    <a:pt x="318" y="4504"/>
                    <a:pt x="284" y="4504"/>
                  </a:cubicBezTo>
                  <a:cubicBezTo>
                    <a:pt x="122" y="4504"/>
                    <a:pt x="1" y="4733"/>
                    <a:pt x="221" y="4871"/>
                  </a:cubicBezTo>
                  <a:cubicBezTo>
                    <a:pt x="221" y="4871"/>
                    <a:pt x="255" y="4871"/>
                    <a:pt x="322" y="4904"/>
                  </a:cubicBezTo>
                  <a:cubicBezTo>
                    <a:pt x="388" y="4938"/>
                    <a:pt x="488" y="5004"/>
                    <a:pt x="588" y="5038"/>
                  </a:cubicBezTo>
                  <a:cubicBezTo>
                    <a:pt x="686" y="5074"/>
                    <a:pt x="811" y="5098"/>
                    <a:pt x="949" y="5098"/>
                  </a:cubicBezTo>
                  <a:cubicBezTo>
                    <a:pt x="1188" y="5098"/>
                    <a:pt x="1469" y="5028"/>
                    <a:pt x="1723" y="4838"/>
                  </a:cubicBezTo>
                  <a:cubicBezTo>
                    <a:pt x="2556" y="4237"/>
                    <a:pt x="3090" y="3136"/>
                    <a:pt x="3824" y="2002"/>
                  </a:cubicBezTo>
                  <a:cubicBezTo>
                    <a:pt x="4024" y="1735"/>
                    <a:pt x="4191" y="1469"/>
                    <a:pt x="4424" y="1235"/>
                  </a:cubicBezTo>
                  <a:cubicBezTo>
                    <a:pt x="4658" y="1035"/>
                    <a:pt x="5025" y="968"/>
                    <a:pt x="5325" y="801"/>
                  </a:cubicBezTo>
                  <a:cubicBezTo>
                    <a:pt x="5492" y="701"/>
                    <a:pt x="5659" y="668"/>
                    <a:pt x="5825" y="635"/>
                  </a:cubicBezTo>
                  <a:cubicBezTo>
                    <a:pt x="5992" y="635"/>
                    <a:pt x="6159" y="635"/>
                    <a:pt x="6326" y="568"/>
                  </a:cubicBezTo>
                  <a:cubicBezTo>
                    <a:pt x="6593" y="635"/>
                    <a:pt x="6926" y="668"/>
                    <a:pt x="7193" y="868"/>
                  </a:cubicBezTo>
                  <a:cubicBezTo>
                    <a:pt x="7360" y="968"/>
                    <a:pt x="7427" y="1135"/>
                    <a:pt x="7560" y="1202"/>
                  </a:cubicBezTo>
                  <a:cubicBezTo>
                    <a:pt x="7660" y="1335"/>
                    <a:pt x="7760" y="1469"/>
                    <a:pt x="7860" y="1635"/>
                  </a:cubicBezTo>
                  <a:cubicBezTo>
                    <a:pt x="8027" y="1969"/>
                    <a:pt x="8194" y="2236"/>
                    <a:pt x="8361" y="2569"/>
                  </a:cubicBezTo>
                  <a:cubicBezTo>
                    <a:pt x="8694" y="3237"/>
                    <a:pt x="8928" y="3904"/>
                    <a:pt x="9361" y="4504"/>
                  </a:cubicBezTo>
                  <a:cubicBezTo>
                    <a:pt x="9595" y="4804"/>
                    <a:pt x="9828" y="5071"/>
                    <a:pt x="10095" y="5338"/>
                  </a:cubicBezTo>
                  <a:cubicBezTo>
                    <a:pt x="10395" y="5572"/>
                    <a:pt x="10729" y="5838"/>
                    <a:pt x="11096" y="6005"/>
                  </a:cubicBezTo>
                  <a:cubicBezTo>
                    <a:pt x="11863" y="6339"/>
                    <a:pt x="12664" y="6405"/>
                    <a:pt x="13264" y="6672"/>
                  </a:cubicBezTo>
                  <a:cubicBezTo>
                    <a:pt x="13898" y="6906"/>
                    <a:pt x="14398" y="7406"/>
                    <a:pt x="14732" y="8040"/>
                  </a:cubicBezTo>
                  <a:cubicBezTo>
                    <a:pt x="15065" y="8674"/>
                    <a:pt x="15366" y="9341"/>
                    <a:pt x="15599" y="9975"/>
                  </a:cubicBezTo>
                  <a:cubicBezTo>
                    <a:pt x="15866" y="10575"/>
                    <a:pt x="16166" y="11176"/>
                    <a:pt x="16533" y="11676"/>
                  </a:cubicBezTo>
                  <a:cubicBezTo>
                    <a:pt x="16900" y="12176"/>
                    <a:pt x="17400" y="12510"/>
                    <a:pt x="17901" y="12577"/>
                  </a:cubicBezTo>
                  <a:cubicBezTo>
                    <a:pt x="17967" y="12599"/>
                    <a:pt x="18042" y="12606"/>
                    <a:pt x="18117" y="12606"/>
                  </a:cubicBezTo>
                  <a:cubicBezTo>
                    <a:pt x="18268" y="12606"/>
                    <a:pt x="18423" y="12577"/>
                    <a:pt x="18535" y="12577"/>
                  </a:cubicBezTo>
                  <a:cubicBezTo>
                    <a:pt x="18701" y="12577"/>
                    <a:pt x="18868" y="12543"/>
                    <a:pt x="19002" y="12510"/>
                  </a:cubicBezTo>
                  <a:cubicBezTo>
                    <a:pt x="19102" y="12510"/>
                    <a:pt x="19202" y="12476"/>
                    <a:pt x="19235" y="12410"/>
                  </a:cubicBezTo>
                  <a:cubicBezTo>
                    <a:pt x="19268" y="12376"/>
                    <a:pt x="19335" y="12376"/>
                    <a:pt x="19335" y="12376"/>
                  </a:cubicBezTo>
                  <a:cubicBezTo>
                    <a:pt x="19543" y="12257"/>
                    <a:pt x="19460" y="12032"/>
                    <a:pt x="19297" y="12032"/>
                  </a:cubicBezTo>
                  <a:cubicBezTo>
                    <a:pt x="19278" y="12032"/>
                    <a:pt x="19257" y="12036"/>
                    <a:pt x="19235" y="12043"/>
                  </a:cubicBezTo>
                  <a:cubicBezTo>
                    <a:pt x="19235" y="12043"/>
                    <a:pt x="19202" y="12076"/>
                    <a:pt x="19168" y="12076"/>
                  </a:cubicBezTo>
                  <a:cubicBezTo>
                    <a:pt x="19102" y="12076"/>
                    <a:pt x="19035" y="12143"/>
                    <a:pt x="18901" y="12176"/>
                  </a:cubicBezTo>
                  <a:cubicBezTo>
                    <a:pt x="18835" y="12210"/>
                    <a:pt x="18701" y="12243"/>
                    <a:pt x="18535" y="12243"/>
                  </a:cubicBezTo>
                  <a:cubicBezTo>
                    <a:pt x="18401" y="12243"/>
                    <a:pt x="18201" y="12243"/>
                    <a:pt x="18034" y="12210"/>
                  </a:cubicBezTo>
                  <a:cubicBezTo>
                    <a:pt x="17667" y="12143"/>
                    <a:pt x="17267" y="11876"/>
                    <a:pt x="16933" y="11409"/>
                  </a:cubicBezTo>
                  <a:cubicBezTo>
                    <a:pt x="16600" y="11009"/>
                    <a:pt x="16366" y="10408"/>
                    <a:pt x="16099" y="9808"/>
                  </a:cubicBezTo>
                  <a:cubicBezTo>
                    <a:pt x="15866" y="9174"/>
                    <a:pt x="15666" y="8507"/>
                    <a:pt x="15266" y="7806"/>
                  </a:cubicBezTo>
                  <a:cubicBezTo>
                    <a:pt x="14899" y="7073"/>
                    <a:pt x="14332" y="6405"/>
                    <a:pt x="13531" y="6072"/>
                  </a:cubicBezTo>
                  <a:cubicBezTo>
                    <a:pt x="12764" y="5738"/>
                    <a:pt x="11997" y="5672"/>
                    <a:pt x="11396" y="5371"/>
                  </a:cubicBezTo>
                  <a:cubicBezTo>
                    <a:pt x="11096" y="5238"/>
                    <a:pt x="10862" y="5038"/>
                    <a:pt x="10596" y="4838"/>
                  </a:cubicBezTo>
                  <a:cubicBezTo>
                    <a:pt x="10362" y="4638"/>
                    <a:pt x="10162" y="4371"/>
                    <a:pt x="9995" y="4137"/>
                  </a:cubicBezTo>
                  <a:cubicBezTo>
                    <a:pt x="9662" y="3637"/>
                    <a:pt x="9361" y="2970"/>
                    <a:pt x="9028" y="2303"/>
                  </a:cubicBezTo>
                  <a:cubicBezTo>
                    <a:pt x="8861" y="1969"/>
                    <a:pt x="8661" y="1635"/>
                    <a:pt x="8427" y="1302"/>
                  </a:cubicBezTo>
                  <a:cubicBezTo>
                    <a:pt x="8361" y="1135"/>
                    <a:pt x="8194" y="968"/>
                    <a:pt x="8060" y="801"/>
                  </a:cubicBezTo>
                  <a:cubicBezTo>
                    <a:pt x="7894" y="668"/>
                    <a:pt x="7760" y="501"/>
                    <a:pt x="7560" y="368"/>
                  </a:cubicBezTo>
                  <a:cubicBezTo>
                    <a:pt x="7226" y="68"/>
                    <a:pt x="6726" y="1"/>
                    <a:pt x="6326"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1" name="Google Shape;921;p8"/>
            <p:cNvSpPr/>
            <p:nvPr/>
          </p:nvSpPr>
          <p:spPr>
            <a:xfrm>
              <a:off x="1350300" y="2290600"/>
              <a:ext cx="394475" cy="177000"/>
            </a:xfrm>
            <a:custGeom>
              <a:avLst/>
              <a:gdLst/>
              <a:ahLst/>
              <a:cxnLst/>
              <a:rect l="l" t="t" r="r" b="b"/>
              <a:pathLst>
                <a:path w="15779" h="7080" extrusionOk="0">
                  <a:moveTo>
                    <a:pt x="12544" y="1"/>
                  </a:moveTo>
                  <a:cubicBezTo>
                    <a:pt x="12154" y="1"/>
                    <a:pt x="11762" y="81"/>
                    <a:pt x="11409" y="227"/>
                  </a:cubicBezTo>
                  <a:cubicBezTo>
                    <a:pt x="11275" y="293"/>
                    <a:pt x="11109" y="327"/>
                    <a:pt x="10942" y="427"/>
                  </a:cubicBezTo>
                  <a:cubicBezTo>
                    <a:pt x="10808" y="493"/>
                    <a:pt x="10642" y="594"/>
                    <a:pt x="10508" y="727"/>
                  </a:cubicBezTo>
                  <a:cubicBezTo>
                    <a:pt x="10275" y="960"/>
                    <a:pt x="10008" y="1227"/>
                    <a:pt x="9841" y="1461"/>
                  </a:cubicBezTo>
                  <a:cubicBezTo>
                    <a:pt x="9107" y="2495"/>
                    <a:pt x="8740" y="3729"/>
                    <a:pt x="8106" y="4430"/>
                  </a:cubicBezTo>
                  <a:cubicBezTo>
                    <a:pt x="7940" y="4596"/>
                    <a:pt x="7773" y="4763"/>
                    <a:pt x="7606" y="4797"/>
                  </a:cubicBezTo>
                  <a:cubicBezTo>
                    <a:pt x="7473" y="4830"/>
                    <a:pt x="7406" y="4897"/>
                    <a:pt x="7272" y="4897"/>
                  </a:cubicBezTo>
                  <a:cubicBezTo>
                    <a:pt x="7206" y="4863"/>
                    <a:pt x="7156" y="4863"/>
                    <a:pt x="7106" y="4863"/>
                  </a:cubicBezTo>
                  <a:cubicBezTo>
                    <a:pt x="7056" y="4863"/>
                    <a:pt x="7006" y="4863"/>
                    <a:pt x="6939" y="4830"/>
                  </a:cubicBezTo>
                  <a:cubicBezTo>
                    <a:pt x="6505" y="4763"/>
                    <a:pt x="6072" y="4330"/>
                    <a:pt x="5605" y="3963"/>
                  </a:cubicBezTo>
                  <a:cubicBezTo>
                    <a:pt x="5338" y="3762"/>
                    <a:pt x="5104" y="3562"/>
                    <a:pt x="4804" y="3396"/>
                  </a:cubicBezTo>
                  <a:cubicBezTo>
                    <a:pt x="4671" y="3295"/>
                    <a:pt x="4504" y="3262"/>
                    <a:pt x="4337" y="3162"/>
                  </a:cubicBezTo>
                  <a:cubicBezTo>
                    <a:pt x="4170" y="3129"/>
                    <a:pt x="3970" y="3095"/>
                    <a:pt x="3803" y="3095"/>
                  </a:cubicBezTo>
                  <a:lnTo>
                    <a:pt x="3570" y="3095"/>
                  </a:lnTo>
                  <a:lnTo>
                    <a:pt x="3303" y="3162"/>
                  </a:lnTo>
                  <a:cubicBezTo>
                    <a:pt x="3136" y="3229"/>
                    <a:pt x="3003" y="3295"/>
                    <a:pt x="2836" y="3396"/>
                  </a:cubicBezTo>
                  <a:cubicBezTo>
                    <a:pt x="2669" y="3462"/>
                    <a:pt x="2569" y="3596"/>
                    <a:pt x="2436" y="3662"/>
                  </a:cubicBezTo>
                  <a:cubicBezTo>
                    <a:pt x="2336" y="3796"/>
                    <a:pt x="2236" y="3929"/>
                    <a:pt x="2135" y="4063"/>
                  </a:cubicBezTo>
                  <a:cubicBezTo>
                    <a:pt x="1802" y="4596"/>
                    <a:pt x="1769" y="5130"/>
                    <a:pt x="1635" y="5564"/>
                  </a:cubicBezTo>
                  <a:cubicBezTo>
                    <a:pt x="1568" y="5964"/>
                    <a:pt x="1435" y="6331"/>
                    <a:pt x="1235" y="6498"/>
                  </a:cubicBezTo>
                  <a:cubicBezTo>
                    <a:pt x="1068" y="6665"/>
                    <a:pt x="801" y="6665"/>
                    <a:pt x="634" y="6665"/>
                  </a:cubicBezTo>
                  <a:cubicBezTo>
                    <a:pt x="568" y="6665"/>
                    <a:pt x="468" y="6631"/>
                    <a:pt x="434" y="6631"/>
                  </a:cubicBezTo>
                  <a:lnTo>
                    <a:pt x="334" y="6631"/>
                  </a:lnTo>
                  <a:cubicBezTo>
                    <a:pt x="134" y="6631"/>
                    <a:pt x="1" y="6965"/>
                    <a:pt x="267" y="6998"/>
                  </a:cubicBezTo>
                  <a:lnTo>
                    <a:pt x="334" y="6998"/>
                  </a:lnTo>
                  <a:cubicBezTo>
                    <a:pt x="434" y="6998"/>
                    <a:pt x="468" y="7065"/>
                    <a:pt x="601" y="7065"/>
                  </a:cubicBezTo>
                  <a:cubicBezTo>
                    <a:pt x="645" y="7065"/>
                    <a:pt x="720" y="7080"/>
                    <a:pt x="814" y="7080"/>
                  </a:cubicBezTo>
                  <a:cubicBezTo>
                    <a:pt x="860" y="7080"/>
                    <a:pt x="912" y="7076"/>
                    <a:pt x="968" y="7065"/>
                  </a:cubicBezTo>
                  <a:cubicBezTo>
                    <a:pt x="1068" y="6998"/>
                    <a:pt x="1135" y="6998"/>
                    <a:pt x="1235" y="6965"/>
                  </a:cubicBezTo>
                  <a:cubicBezTo>
                    <a:pt x="1302" y="6931"/>
                    <a:pt x="1402" y="6898"/>
                    <a:pt x="1468" y="6798"/>
                  </a:cubicBezTo>
                  <a:cubicBezTo>
                    <a:pt x="2135" y="6231"/>
                    <a:pt x="2069" y="5097"/>
                    <a:pt x="2569" y="4296"/>
                  </a:cubicBezTo>
                  <a:cubicBezTo>
                    <a:pt x="2602" y="4229"/>
                    <a:pt x="2669" y="4129"/>
                    <a:pt x="2769" y="4063"/>
                  </a:cubicBezTo>
                  <a:cubicBezTo>
                    <a:pt x="2836" y="3996"/>
                    <a:pt x="2936" y="3929"/>
                    <a:pt x="3069" y="3896"/>
                  </a:cubicBezTo>
                  <a:cubicBezTo>
                    <a:pt x="3136" y="3829"/>
                    <a:pt x="3270" y="3762"/>
                    <a:pt x="3403" y="3762"/>
                  </a:cubicBezTo>
                  <a:lnTo>
                    <a:pt x="3570" y="3729"/>
                  </a:lnTo>
                  <a:lnTo>
                    <a:pt x="3737" y="3729"/>
                  </a:lnTo>
                  <a:cubicBezTo>
                    <a:pt x="4237" y="3729"/>
                    <a:pt x="4637" y="4096"/>
                    <a:pt x="5104" y="4463"/>
                  </a:cubicBezTo>
                  <a:cubicBezTo>
                    <a:pt x="5304" y="4630"/>
                    <a:pt x="5571" y="4830"/>
                    <a:pt x="5805" y="5063"/>
                  </a:cubicBezTo>
                  <a:cubicBezTo>
                    <a:pt x="6072" y="5264"/>
                    <a:pt x="6338" y="5430"/>
                    <a:pt x="6739" y="5497"/>
                  </a:cubicBezTo>
                  <a:cubicBezTo>
                    <a:pt x="6906" y="5564"/>
                    <a:pt x="7106" y="5564"/>
                    <a:pt x="7272" y="5564"/>
                  </a:cubicBezTo>
                  <a:lnTo>
                    <a:pt x="7773" y="5430"/>
                  </a:lnTo>
                  <a:cubicBezTo>
                    <a:pt x="8106" y="5297"/>
                    <a:pt x="8340" y="5063"/>
                    <a:pt x="8573" y="4830"/>
                  </a:cubicBezTo>
                  <a:cubicBezTo>
                    <a:pt x="8940" y="4396"/>
                    <a:pt x="9241" y="3896"/>
                    <a:pt x="9474" y="3329"/>
                  </a:cubicBezTo>
                  <a:cubicBezTo>
                    <a:pt x="9741" y="2795"/>
                    <a:pt x="9974" y="2261"/>
                    <a:pt x="10308" y="1794"/>
                  </a:cubicBezTo>
                  <a:cubicBezTo>
                    <a:pt x="10642" y="1294"/>
                    <a:pt x="11008" y="927"/>
                    <a:pt x="11509" y="760"/>
                  </a:cubicBezTo>
                  <a:cubicBezTo>
                    <a:pt x="11877" y="622"/>
                    <a:pt x="12214" y="548"/>
                    <a:pt x="12552" y="548"/>
                  </a:cubicBezTo>
                  <a:cubicBezTo>
                    <a:pt x="12703" y="548"/>
                    <a:pt x="12855" y="563"/>
                    <a:pt x="13010" y="594"/>
                  </a:cubicBezTo>
                  <a:cubicBezTo>
                    <a:pt x="13510" y="660"/>
                    <a:pt x="13944" y="927"/>
                    <a:pt x="14244" y="1227"/>
                  </a:cubicBezTo>
                  <a:cubicBezTo>
                    <a:pt x="14544" y="1461"/>
                    <a:pt x="14744" y="1794"/>
                    <a:pt x="14911" y="2095"/>
                  </a:cubicBezTo>
                  <a:cubicBezTo>
                    <a:pt x="15045" y="2395"/>
                    <a:pt x="15145" y="2628"/>
                    <a:pt x="15211" y="2795"/>
                  </a:cubicBezTo>
                  <a:cubicBezTo>
                    <a:pt x="15245" y="2962"/>
                    <a:pt x="15278" y="3062"/>
                    <a:pt x="15278" y="3062"/>
                  </a:cubicBezTo>
                  <a:cubicBezTo>
                    <a:pt x="15294" y="3158"/>
                    <a:pt x="15378" y="3200"/>
                    <a:pt x="15477" y="3200"/>
                  </a:cubicBezTo>
                  <a:cubicBezTo>
                    <a:pt x="15584" y="3200"/>
                    <a:pt x="15709" y="3149"/>
                    <a:pt x="15779" y="3062"/>
                  </a:cubicBezTo>
                  <a:cubicBezTo>
                    <a:pt x="15779" y="3062"/>
                    <a:pt x="15745" y="2962"/>
                    <a:pt x="15678" y="2762"/>
                  </a:cubicBezTo>
                  <a:cubicBezTo>
                    <a:pt x="15645" y="2562"/>
                    <a:pt x="15578" y="2295"/>
                    <a:pt x="15412" y="1961"/>
                  </a:cubicBezTo>
                  <a:cubicBezTo>
                    <a:pt x="15245" y="1628"/>
                    <a:pt x="14978" y="1261"/>
                    <a:pt x="14644" y="927"/>
                  </a:cubicBezTo>
                  <a:cubicBezTo>
                    <a:pt x="14311" y="560"/>
                    <a:pt x="13810" y="227"/>
                    <a:pt x="13243" y="93"/>
                  </a:cubicBezTo>
                  <a:cubicBezTo>
                    <a:pt x="13017" y="30"/>
                    <a:pt x="12781" y="1"/>
                    <a:pt x="12544"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2" name="Google Shape;922;p8"/>
            <p:cNvSpPr/>
            <p:nvPr/>
          </p:nvSpPr>
          <p:spPr>
            <a:xfrm>
              <a:off x="1877350" y="975900"/>
              <a:ext cx="22525" cy="12775"/>
            </a:xfrm>
            <a:custGeom>
              <a:avLst/>
              <a:gdLst/>
              <a:ahLst/>
              <a:cxnLst/>
              <a:rect l="l" t="t" r="r" b="b"/>
              <a:pathLst>
                <a:path w="901" h="511" extrusionOk="0">
                  <a:moveTo>
                    <a:pt x="513" y="1"/>
                  </a:moveTo>
                  <a:cubicBezTo>
                    <a:pt x="473" y="1"/>
                    <a:pt x="434" y="3"/>
                    <a:pt x="401" y="10"/>
                  </a:cubicBezTo>
                  <a:cubicBezTo>
                    <a:pt x="234" y="43"/>
                    <a:pt x="0" y="177"/>
                    <a:pt x="0" y="177"/>
                  </a:cubicBezTo>
                  <a:lnTo>
                    <a:pt x="0" y="444"/>
                  </a:lnTo>
                  <a:cubicBezTo>
                    <a:pt x="0" y="444"/>
                    <a:pt x="267" y="510"/>
                    <a:pt x="501" y="510"/>
                  </a:cubicBezTo>
                  <a:cubicBezTo>
                    <a:pt x="667" y="477"/>
                    <a:pt x="901" y="310"/>
                    <a:pt x="901" y="310"/>
                  </a:cubicBezTo>
                  <a:cubicBezTo>
                    <a:pt x="901" y="277"/>
                    <a:pt x="834" y="43"/>
                    <a:pt x="868" y="43"/>
                  </a:cubicBezTo>
                  <a:cubicBezTo>
                    <a:pt x="868" y="43"/>
                    <a:pt x="675" y="1"/>
                    <a:pt x="513"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3" name="Google Shape;923;p8"/>
            <p:cNvSpPr/>
            <p:nvPr/>
          </p:nvSpPr>
          <p:spPr>
            <a:xfrm>
              <a:off x="1886525" y="992575"/>
              <a:ext cx="20875" cy="12775"/>
            </a:xfrm>
            <a:custGeom>
              <a:avLst/>
              <a:gdLst/>
              <a:ahLst/>
              <a:cxnLst/>
              <a:rect l="l" t="t" r="r" b="b"/>
              <a:pathLst>
                <a:path w="835" h="511" extrusionOk="0">
                  <a:moveTo>
                    <a:pt x="423" y="1"/>
                  </a:moveTo>
                  <a:cubicBezTo>
                    <a:pt x="391" y="1"/>
                    <a:pt x="360" y="4"/>
                    <a:pt x="334" y="10"/>
                  </a:cubicBezTo>
                  <a:cubicBezTo>
                    <a:pt x="200" y="44"/>
                    <a:pt x="0" y="177"/>
                    <a:pt x="0" y="177"/>
                  </a:cubicBezTo>
                  <a:lnTo>
                    <a:pt x="0" y="411"/>
                  </a:lnTo>
                  <a:cubicBezTo>
                    <a:pt x="0" y="411"/>
                    <a:pt x="234" y="511"/>
                    <a:pt x="434" y="511"/>
                  </a:cubicBezTo>
                  <a:cubicBezTo>
                    <a:pt x="601" y="477"/>
                    <a:pt x="801" y="310"/>
                    <a:pt x="801" y="310"/>
                  </a:cubicBezTo>
                  <a:cubicBezTo>
                    <a:pt x="834" y="310"/>
                    <a:pt x="734" y="77"/>
                    <a:pt x="701" y="44"/>
                  </a:cubicBezTo>
                  <a:cubicBezTo>
                    <a:pt x="701" y="44"/>
                    <a:pt x="551" y="1"/>
                    <a:pt x="423"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4" name="Google Shape;924;p8"/>
            <p:cNvSpPr/>
            <p:nvPr/>
          </p:nvSpPr>
          <p:spPr>
            <a:xfrm>
              <a:off x="1894025" y="1017825"/>
              <a:ext cx="20875" cy="12550"/>
            </a:xfrm>
            <a:custGeom>
              <a:avLst/>
              <a:gdLst/>
              <a:ahLst/>
              <a:cxnLst/>
              <a:rect l="l" t="t" r="r" b="b"/>
              <a:pathLst>
                <a:path w="835" h="502" extrusionOk="0">
                  <a:moveTo>
                    <a:pt x="668" y="1"/>
                  </a:moveTo>
                  <a:cubicBezTo>
                    <a:pt x="668" y="1"/>
                    <a:pt x="434" y="1"/>
                    <a:pt x="334" y="34"/>
                  </a:cubicBezTo>
                  <a:cubicBezTo>
                    <a:pt x="234" y="34"/>
                    <a:pt x="201" y="101"/>
                    <a:pt x="134" y="134"/>
                  </a:cubicBezTo>
                  <a:cubicBezTo>
                    <a:pt x="34" y="168"/>
                    <a:pt x="0" y="201"/>
                    <a:pt x="0" y="201"/>
                  </a:cubicBezTo>
                  <a:lnTo>
                    <a:pt x="0" y="468"/>
                  </a:lnTo>
                  <a:cubicBezTo>
                    <a:pt x="0" y="468"/>
                    <a:pt x="67" y="468"/>
                    <a:pt x="167" y="501"/>
                  </a:cubicBezTo>
                  <a:lnTo>
                    <a:pt x="467" y="501"/>
                  </a:lnTo>
                  <a:cubicBezTo>
                    <a:pt x="534" y="468"/>
                    <a:pt x="634" y="435"/>
                    <a:pt x="701" y="335"/>
                  </a:cubicBezTo>
                  <a:lnTo>
                    <a:pt x="834" y="201"/>
                  </a:lnTo>
                  <a:cubicBezTo>
                    <a:pt x="834" y="168"/>
                    <a:pt x="701" y="1"/>
                    <a:pt x="668"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5" name="Google Shape;925;p8"/>
            <p:cNvSpPr/>
            <p:nvPr/>
          </p:nvSpPr>
          <p:spPr>
            <a:xfrm>
              <a:off x="2055800" y="1050350"/>
              <a:ext cx="34225" cy="13375"/>
            </a:xfrm>
            <a:custGeom>
              <a:avLst/>
              <a:gdLst/>
              <a:ahLst/>
              <a:cxnLst/>
              <a:rect l="l" t="t" r="r" b="b"/>
              <a:pathLst>
                <a:path w="1369" h="535" extrusionOk="0">
                  <a:moveTo>
                    <a:pt x="1235" y="1"/>
                  </a:moveTo>
                  <a:cubicBezTo>
                    <a:pt x="1235" y="1"/>
                    <a:pt x="868" y="1"/>
                    <a:pt x="601" y="34"/>
                  </a:cubicBezTo>
                  <a:cubicBezTo>
                    <a:pt x="368" y="68"/>
                    <a:pt x="1" y="201"/>
                    <a:pt x="1" y="201"/>
                  </a:cubicBezTo>
                  <a:lnTo>
                    <a:pt x="1" y="468"/>
                  </a:lnTo>
                  <a:cubicBezTo>
                    <a:pt x="1" y="468"/>
                    <a:pt x="401" y="535"/>
                    <a:pt x="701" y="535"/>
                  </a:cubicBezTo>
                  <a:cubicBezTo>
                    <a:pt x="935" y="468"/>
                    <a:pt x="1335" y="234"/>
                    <a:pt x="1335" y="234"/>
                  </a:cubicBezTo>
                  <a:cubicBezTo>
                    <a:pt x="1368" y="201"/>
                    <a:pt x="1268" y="1"/>
                    <a:pt x="1235"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6" name="Google Shape;926;p8"/>
            <p:cNvSpPr/>
            <p:nvPr/>
          </p:nvSpPr>
          <p:spPr>
            <a:xfrm>
              <a:off x="2068325" y="1072050"/>
              <a:ext cx="27525" cy="14200"/>
            </a:xfrm>
            <a:custGeom>
              <a:avLst/>
              <a:gdLst/>
              <a:ahLst/>
              <a:cxnLst/>
              <a:rect l="l" t="t" r="r" b="b"/>
              <a:pathLst>
                <a:path w="1101" h="568" extrusionOk="0">
                  <a:moveTo>
                    <a:pt x="1034" y="0"/>
                  </a:moveTo>
                  <a:cubicBezTo>
                    <a:pt x="1034" y="0"/>
                    <a:pt x="701" y="0"/>
                    <a:pt x="500" y="34"/>
                  </a:cubicBezTo>
                  <a:cubicBezTo>
                    <a:pt x="267" y="134"/>
                    <a:pt x="0" y="334"/>
                    <a:pt x="0" y="334"/>
                  </a:cubicBezTo>
                  <a:cubicBezTo>
                    <a:pt x="0" y="367"/>
                    <a:pt x="67" y="567"/>
                    <a:pt x="67" y="567"/>
                  </a:cubicBezTo>
                  <a:cubicBezTo>
                    <a:pt x="67" y="567"/>
                    <a:pt x="400" y="567"/>
                    <a:pt x="601" y="534"/>
                  </a:cubicBezTo>
                  <a:cubicBezTo>
                    <a:pt x="834" y="467"/>
                    <a:pt x="1101" y="234"/>
                    <a:pt x="1101" y="234"/>
                  </a:cubicBezTo>
                  <a:cubicBezTo>
                    <a:pt x="1101" y="234"/>
                    <a:pt x="1068" y="34"/>
                    <a:pt x="1034"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7" name="Google Shape;927;p8"/>
            <p:cNvSpPr/>
            <p:nvPr/>
          </p:nvSpPr>
          <p:spPr>
            <a:xfrm>
              <a:off x="2080825" y="1095400"/>
              <a:ext cx="20875" cy="11425"/>
            </a:xfrm>
            <a:custGeom>
              <a:avLst/>
              <a:gdLst/>
              <a:ahLst/>
              <a:cxnLst/>
              <a:rect l="l" t="t" r="r" b="b"/>
              <a:pathLst>
                <a:path w="835" h="457" extrusionOk="0">
                  <a:moveTo>
                    <a:pt x="401" y="0"/>
                  </a:moveTo>
                  <a:cubicBezTo>
                    <a:pt x="234" y="0"/>
                    <a:pt x="34" y="167"/>
                    <a:pt x="34" y="167"/>
                  </a:cubicBezTo>
                  <a:cubicBezTo>
                    <a:pt x="0" y="167"/>
                    <a:pt x="67" y="401"/>
                    <a:pt x="67" y="401"/>
                  </a:cubicBezTo>
                  <a:cubicBezTo>
                    <a:pt x="67" y="401"/>
                    <a:pt x="217" y="457"/>
                    <a:pt x="335" y="457"/>
                  </a:cubicBezTo>
                  <a:cubicBezTo>
                    <a:pt x="374" y="457"/>
                    <a:pt x="409" y="451"/>
                    <a:pt x="434" y="434"/>
                  </a:cubicBezTo>
                  <a:lnTo>
                    <a:pt x="701" y="334"/>
                  </a:lnTo>
                  <a:cubicBezTo>
                    <a:pt x="768" y="267"/>
                    <a:pt x="834" y="234"/>
                    <a:pt x="834" y="234"/>
                  </a:cubicBezTo>
                  <a:cubicBezTo>
                    <a:pt x="834" y="200"/>
                    <a:pt x="768" y="34"/>
                    <a:pt x="768" y="34"/>
                  </a:cubicBezTo>
                  <a:cubicBezTo>
                    <a:pt x="768" y="34"/>
                    <a:pt x="734" y="0"/>
                    <a:pt x="668"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8" name="Google Shape;928;p8"/>
            <p:cNvSpPr/>
            <p:nvPr/>
          </p:nvSpPr>
          <p:spPr>
            <a:xfrm>
              <a:off x="1728075" y="497475"/>
              <a:ext cx="23375" cy="13275"/>
            </a:xfrm>
            <a:custGeom>
              <a:avLst/>
              <a:gdLst/>
              <a:ahLst/>
              <a:cxnLst/>
              <a:rect l="l" t="t" r="r" b="b"/>
              <a:pathLst>
                <a:path w="935" h="531" extrusionOk="0">
                  <a:moveTo>
                    <a:pt x="834" y="0"/>
                  </a:moveTo>
                  <a:cubicBezTo>
                    <a:pt x="834" y="0"/>
                    <a:pt x="534" y="0"/>
                    <a:pt x="401" y="33"/>
                  </a:cubicBezTo>
                  <a:cubicBezTo>
                    <a:pt x="267" y="100"/>
                    <a:pt x="34" y="267"/>
                    <a:pt x="34" y="267"/>
                  </a:cubicBezTo>
                  <a:cubicBezTo>
                    <a:pt x="0" y="267"/>
                    <a:pt x="100" y="500"/>
                    <a:pt x="100" y="500"/>
                  </a:cubicBezTo>
                  <a:cubicBezTo>
                    <a:pt x="100" y="500"/>
                    <a:pt x="219" y="530"/>
                    <a:pt x="348" y="530"/>
                  </a:cubicBezTo>
                  <a:cubicBezTo>
                    <a:pt x="412" y="530"/>
                    <a:pt x="478" y="523"/>
                    <a:pt x="534" y="500"/>
                  </a:cubicBezTo>
                  <a:cubicBezTo>
                    <a:pt x="701" y="434"/>
                    <a:pt x="934" y="234"/>
                    <a:pt x="934" y="234"/>
                  </a:cubicBezTo>
                  <a:cubicBezTo>
                    <a:pt x="934" y="234"/>
                    <a:pt x="834" y="67"/>
                    <a:pt x="834"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9" name="Google Shape;929;p8"/>
            <p:cNvSpPr/>
            <p:nvPr/>
          </p:nvSpPr>
          <p:spPr>
            <a:xfrm>
              <a:off x="1735575" y="518325"/>
              <a:ext cx="26725" cy="15025"/>
            </a:xfrm>
            <a:custGeom>
              <a:avLst/>
              <a:gdLst/>
              <a:ahLst/>
              <a:cxnLst/>
              <a:rect l="l" t="t" r="r" b="b"/>
              <a:pathLst>
                <a:path w="1069" h="601" extrusionOk="0">
                  <a:moveTo>
                    <a:pt x="1001" y="0"/>
                  </a:moveTo>
                  <a:cubicBezTo>
                    <a:pt x="1001" y="0"/>
                    <a:pt x="668" y="0"/>
                    <a:pt x="468" y="100"/>
                  </a:cubicBezTo>
                  <a:cubicBezTo>
                    <a:pt x="301" y="133"/>
                    <a:pt x="1" y="334"/>
                    <a:pt x="1" y="334"/>
                  </a:cubicBezTo>
                  <a:lnTo>
                    <a:pt x="34" y="600"/>
                  </a:lnTo>
                  <a:cubicBezTo>
                    <a:pt x="34" y="600"/>
                    <a:pt x="401" y="600"/>
                    <a:pt x="634" y="567"/>
                  </a:cubicBezTo>
                  <a:cubicBezTo>
                    <a:pt x="835" y="467"/>
                    <a:pt x="1068" y="267"/>
                    <a:pt x="1068" y="267"/>
                  </a:cubicBezTo>
                  <a:cubicBezTo>
                    <a:pt x="1068" y="234"/>
                    <a:pt x="1035" y="0"/>
                    <a:pt x="1001"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0" name="Google Shape;930;p8"/>
            <p:cNvSpPr/>
            <p:nvPr/>
          </p:nvSpPr>
          <p:spPr>
            <a:xfrm>
              <a:off x="1745575" y="546425"/>
              <a:ext cx="40900" cy="12775"/>
            </a:xfrm>
            <a:custGeom>
              <a:avLst/>
              <a:gdLst/>
              <a:ahLst/>
              <a:cxnLst/>
              <a:rect l="l" t="t" r="r" b="b"/>
              <a:pathLst>
                <a:path w="1636" h="511" extrusionOk="0">
                  <a:moveTo>
                    <a:pt x="1016" y="1"/>
                  </a:moveTo>
                  <a:cubicBezTo>
                    <a:pt x="942" y="1"/>
                    <a:pt x="868" y="3"/>
                    <a:pt x="801" y="10"/>
                  </a:cubicBezTo>
                  <a:cubicBezTo>
                    <a:pt x="501" y="44"/>
                    <a:pt x="1" y="177"/>
                    <a:pt x="1" y="177"/>
                  </a:cubicBezTo>
                  <a:lnTo>
                    <a:pt x="1" y="444"/>
                  </a:lnTo>
                  <a:cubicBezTo>
                    <a:pt x="1" y="444"/>
                    <a:pt x="501" y="511"/>
                    <a:pt x="835" y="511"/>
                  </a:cubicBezTo>
                  <a:cubicBezTo>
                    <a:pt x="1135" y="477"/>
                    <a:pt x="1635" y="310"/>
                    <a:pt x="1635" y="310"/>
                  </a:cubicBezTo>
                  <a:cubicBezTo>
                    <a:pt x="1635" y="310"/>
                    <a:pt x="1602" y="110"/>
                    <a:pt x="1635" y="44"/>
                  </a:cubicBezTo>
                  <a:cubicBezTo>
                    <a:pt x="1635" y="44"/>
                    <a:pt x="1315" y="1"/>
                    <a:pt x="1016"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1" name="Google Shape;931;p8"/>
            <p:cNvSpPr/>
            <p:nvPr/>
          </p:nvSpPr>
          <p:spPr>
            <a:xfrm>
              <a:off x="1761425" y="573350"/>
              <a:ext cx="32550" cy="15050"/>
            </a:xfrm>
            <a:custGeom>
              <a:avLst/>
              <a:gdLst/>
              <a:ahLst/>
              <a:cxnLst/>
              <a:rect l="l" t="t" r="r" b="b"/>
              <a:pathLst>
                <a:path w="1302" h="602" extrusionOk="0">
                  <a:moveTo>
                    <a:pt x="1268" y="1"/>
                  </a:moveTo>
                  <a:cubicBezTo>
                    <a:pt x="1268" y="1"/>
                    <a:pt x="835" y="1"/>
                    <a:pt x="601" y="67"/>
                  </a:cubicBezTo>
                  <a:cubicBezTo>
                    <a:pt x="334" y="134"/>
                    <a:pt x="1" y="368"/>
                    <a:pt x="1" y="368"/>
                  </a:cubicBezTo>
                  <a:cubicBezTo>
                    <a:pt x="1" y="401"/>
                    <a:pt x="101" y="601"/>
                    <a:pt x="101" y="601"/>
                  </a:cubicBezTo>
                  <a:cubicBezTo>
                    <a:pt x="101" y="601"/>
                    <a:pt x="468" y="601"/>
                    <a:pt x="701" y="534"/>
                  </a:cubicBezTo>
                  <a:cubicBezTo>
                    <a:pt x="968" y="468"/>
                    <a:pt x="1302" y="267"/>
                    <a:pt x="1302" y="267"/>
                  </a:cubicBezTo>
                  <a:cubicBezTo>
                    <a:pt x="1302" y="267"/>
                    <a:pt x="1268" y="67"/>
                    <a:pt x="1268"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2" name="Google Shape;932;p8"/>
            <p:cNvSpPr/>
            <p:nvPr/>
          </p:nvSpPr>
          <p:spPr>
            <a:xfrm>
              <a:off x="1886525" y="640075"/>
              <a:ext cx="27550" cy="15025"/>
            </a:xfrm>
            <a:custGeom>
              <a:avLst/>
              <a:gdLst/>
              <a:ahLst/>
              <a:cxnLst/>
              <a:rect l="l" t="t" r="r" b="b"/>
              <a:pathLst>
                <a:path w="1102" h="601" extrusionOk="0">
                  <a:moveTo>
                    <a:pt x="1001" y="0"/>
                  </a:moveTo>
                  <a:cubicBezTo>
                    <a:pt x="1001" y="0"/>
                    <a:pt x="667" y="0"/>
                    <a:pt x="467" y="100"/>
                  </a:cubicBezTo>
                  <a:cubicBezTo>
                    <a:pt x="300" y="134"/>
                    <a:pt x="0" y="367"/>
                    <a:pt x="0" y="367"/>
                  </a:cubicBezTo>
                  <a:lnTo>
                    <a:pt x="34" y="601"/>
                  </a:lnTo>
                  <a:cubicBezTo>
                    <a:pt x="34" y="601"/>
                    <a:pt x="434" y="601"/>
                    <a:pt x="634" y="534"/>
                  </a:cubicBezTo>
                  <a:cubicBezTo>
                    <a:pt x="834" y="434"/>
                    <a:pt x="1101" y="234"/>
                    <a:pt x="1101" y="234"/>
                  </a:cubicBezTo>
                  <a:cubicBezTo>
                    <a:pt x="1101" y="234"/>
                    <a:pt x="1034" y="34"/>
                    <a:pt x="1001"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3" name="Google Shape;933;p8"/>
            <p:cNvSpPr/>
            <p:nvPr/>
          </p:nvSpPr>
          <p:spPr>
            <a:xfrm>
              <a:off x="1899850" y="671750"/>
              <a:ext cx="25900" cy="15050"/>
            </a:xfrm>
            <a:custGeom>
              <a:avLst/>
              <a:gdLst/>
              <a:ahLst/>
              <a:cxnLst/>
              <a:rect l="l" t="t" r="r" b="b"/>
              <a:pathLst>
                <a:path w="1036" h="602" extrusionOk="0">
                  <a:moveTo>
                    <a:pt x="935" y="1"/>
                  </a:moveTo>
                  <a:cubicBezTo>
                    <a:pt x="935" y="1"/>
                    <a:pt x="601" y="1"/>
                    <a:pt x="435" y="101"/>
                  </a:cubicBezTo>
                  <a:cubicBezTo>
                    <a:pt x="268" y="134"/>
                    <a:pt x="1" y="334"/>
                    <a:pt x="1" y="334"/>
                  </a:cubicBezTo>
                  <a:lnTo>
                    <a:pt x="68" y="601"/>
                  </a:lnTo>
                  <a:cubicBezTo>
                    <a:pt x="68" y="601"/>
                    <a:pt x="435" y="601"/>
                    <a:pt x="635" y="501"/>
                  </a:cubicBezTo>
                  <a:cubicBezTo>
                    <a:pt x="802" y="434"/>
                    <a:pt x="1035" y="201"/>
                    <a:pt x="1035" y="201"/>
                  </a:cubicBezTo>
                  <a:cubicBezTo>
                    <a:pt x="1035" y="201"/>
                    <a:pt x="968" y="1"/>
                    <a:pt x="935"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4" name="Google Shape;934;p8"/>
            <p:cNvSpPr/>
            <p:nvPr/>
          </p:nvSpPr>
          <p:spPr>
            <a:xfrm>
              <a:off x="1914875" y="706700"/>
              <a:ext cx="30050" cy="15125"/>
            </a:xfrm>
            <a:custGeom>
              <a:avLst/>
              <a:gdLst/>
              <a:ahLst/>
              <a:cxnLst/>
              <a:rect l="l" t="t" r="r" b="b"/>
              <a:pathLst>
                <a:path w="1202" h="605" extrusionOk="0">
                  <a:moveTo>
                    <a:pt x="1141" y="1"/>
                  </a:moveTo>
                  <a:cubicBezTo>
                    <a:pt x="1139" y="1"/>
                    <a:pt x="1137" y="2"/>
                    <a:pt x="1135" y="4"/>
                  </a:cubicBezTo>
                  <a:cubicBezTo>
                    <a:pt x="1135" y="4"/>
                    <a:pt x="734" y="4"/>
                    <a:pt x="534" y="104"/>
                  </a:cubicBezTo>
                  <a:cubicBezTo>
                    <a:pt x="334" y="137"/>
                    <a:pt x="0" y="371"/>
                    <a:pt x="0" y="371"/>
                  </a:cubicBezTo>
                  <a:lnTo>
                    <a:pt x="34" y="604"/>
                  </a:lnTo>
                  <a:cubicBezTo>
                    <a:pt x="34" y="604"/>
                    <a:pt x="401" y="604"/>
                    <a:pt x="668" y="571"/>
                  </a:cubicBezTo>
                  <a:cubicBezTo>
                    <a:pt x="868" y="471"/>
                    <a:pt x="1201" y="237"/>
                    <a:pt x="1201" y="237"/>
                  </a:cubicBezTo>
                  <a:cubicBezTo>
                    <a:pt x="1201" y="206"/>
                    <a:pt x="1172" y="1"/>
                    <a:pt x="1141"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5" name="Google Shape;935;p8"/>
            <p:cNvSpPr/>
            <p:nvPr/>
          </p:nvSpPr>
          <p:spPr>
            <a:xfrm>
              <a:off x="1934050" y="729300"/>
              <a:ext cx="33375" cy="17525"/>
            </a:xfrm>
            <a:custGeom>
              <a:avLst/>
              <a:gdLst/>
              <a:ahLst/>
              <a:cxnLst/>
              <a:rect l="l" t="t" r="r" b="b"/>
              <a:pathLst>
                <a:path w="1335" h="701" extrusionOk="0">
                  <a:moveTo>
                    <a:pt x="1268" y="0"/>
                  </a:moveTo>
                  <a:cubicBezTo>
                    <a:pt x="1268" y="0"/>
                    <a:pt x="835" y="34"/>
                    <a:pt x="601" y="134"/>
                  </a:cubicBezTo>
                  <a:cubicBezTo>
                    <a:pt x="334" y="234"/>
                    <a:pt x="1" y="501"/>
                    <a:pt x="1" y="501"/>
                  </a:cubicBezTo>
                  <a:lnTo>
                    <a:pt x="134" y="701"/>
                  </a:lnTo>
                  <a:cubicBezTo>
                    <a:pt x="134" y="701"/>
                    <a:pt x="568" y="634"/>
                    <a:pt x="768" y="534"/>
                  </a:cubicBezTo>
                  <a:cubicBezTo>
                    <a:pt x="1035" y="467"/>
                    <a:pt x="1335" y="201"/>
                    <a:pt x="1335" y="201"/>
                  </a:cubicBezTo>
                  <a:lnTo>
                    <a:pt x="1268" y="0"/>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6" name="Google Shape;936;p8"/>
            <p:cNvSpPr/>
            <p:nvPr/>
          </p:nvSpPr>
          <p:spPr>
            <a:xfrm>
              <a:off x="1953225" y="759825"/>
              <a:ext cx="33400" cy="17025"/>
            </a:xfrm>
            <a:custGeom>
              <a:avLst/>
              <a:gdLst/>
              <a:ahLst/>
              <a:cxnLst/>
              <a:rect l="l" t="t" r="r" b="b"/>
              <a:pathLst>
                <a:path w="1336" h="681" extrusionOk="0">
                  <a:moveTo>
                    <a:pt x="1261" y="0"/>
                  </a:moveTo>
                  <a:cubicBezTo>
                    <a:pt x="1253" y="0"/>
                    <a:pt x="1244" y="4"/>
                    <a:pt x="1235" y="14"/>
                  </a:cubicBezTo>
                  <a:lnTo>
                    <a:pt x="1002" y="14"/>
                  </a:lnTo>
                  <a:cubicBezTo>
                    <a:pt x="835" y="14"/>
                    <a:pt x="668" y="80"/>
                    <a:pt x="535" y="114"/>
                  </a:cubicBezTo>
                  <a:cubicBezTo>
                    <a:pt x="301" y="180"/>
                    <a:pt x="1" y="481"/>
                    <a:pt x="1" y="481"/>
                  </a:cubicBezTo>
                  <a:lnTo>
                    <a:pt x="134" y="681"/>
                  </a:lnTo>
                  <a:cubicBezTo>
                    <a:pt x="134" y="681"/>
                    <a:pt x="535" y="614"/>
                    <a:pt x="768" y="514"/>
                  </a:cubicBezTo>
                  <a:cubicBezTo>
                    <a:pt x="868" y="481"/>
                    <a:pt x="1002" y="347"/>
                    <a:pt x="1135" y="314"/>
                  </a:cubicBezTo>
                  <a:cubicBezTo>
                    <a:pt x="1268" y="247"/>
                    <a:pt x="1335" y="180"/>
                    <a:pt x="1335" y="180"/>
                  </a:cubicBezTo>
                  <a:cubicBezTo>
                    <a:pt x="1335" y="152"/>
                    <a:pt x="1310" y="0"/>
                    <a:pt x="1261"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7" name="Google Shape;937;p8"/>
            <p:cNvSpPr/>
            <p:nvPr/>
          </p:nvSpPr>
          <p:spPr>
            <a:xfrm>
              <a:off x="1979075" y="783500"/>
              <a:ext cx="27550" cy="15875"/>
            </a:xfrm>
            <a:custGeom>
              <a:avLst/>
              <a:gdLst/>
              <a:ahLst/>
              <a:cxnLst/>
              <a:rect l="l" t="t" r="r" b="b"/>
              <a:pathLst>
                <a:path w="1102" h="635" extrusionOk="0">
                  <a:moveTo>
                    <a:pt x="1002" y="1"/>
                  </a:moveTo>
                  <a:cubicBezTo>
                    <a:pt x="1001" y="1"/>
                    <a:pt x="1000" y="1"/>
                    <a:pt x="1000" y="1"/>
                  </a:cubicBezTo>
                  <a:lnTo>
                    <a:pt x="1000" y="1"/>
                  </a:lnTo>
                  <a:cubicBezTo>
                    <a:pt x="1001" y="1"/>
                    <a:pt x="1002" y="1"/>
                    <a:pt x="1002" y="1"/>
                  </a:cubicBezTo>
                  <a:close/>
                  <a:moveTo>
                    <a:pt x="1000" y="1"/>
                  </a:moveTo>
                  <a:cubicBezTo>
                    <a:pt x="974" y="3"/>
                    <a:pt x="628" y="37"/>
                    <a:pt x="468" y="101"/>
                  </a:cubicBezTo>
                  <a:cubicBezTo>
                    <a:pt x="301" y="167"/>
                    <a:pt x="1" y="368"/>
                    <a:pt x="1" y="368"/>
                  </a:cubicBezTo>
                  <a:lnTo>
                    <a:pt x="68" y="634"/>
                  </a:lnTo>
                  <a:lnTo>
                    <a:pt x="268" y="634"/>
                  </a:lnTo>
                  <a:cubicBezTo>
                    <a:pt x="401" y="634"/>
                    <a:pt x="501" y="634"/>
                    <a:pt x="635" y="568"/>
                  </a:cubicBezTo>
                  <a:cubicBezTo>
                    <a:pt x="835" y="468"/>
                    <a:pt x="1102" y="201"/>
                    <a:pt x="1102" y="201"/>
                  </a:cubicBezTo>
                  <a:cubicBezTo>
                    <a:pt x="1102" y="168"/>
                    <a:pt x="973" y="6"/>
                    <a:pt x="1000"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8" name="Google Shape;938;p8"/>
            <p:cNvSpPr/>
            <p:nvPr/>
          </p:nvSpPr>
          <p:spPr>
            <a:xfrm>
              <a:off x="2446075" y="439925"/>
              <a:ext cx="20050" cy="13375"/>
            </a:xfrm>
            <a:custGeom>
              <a:avLst/>
              <a:gdLst/>
              <a:ahLst/>
              <a:cxnLst/>
              <a:rect l="l" t="t" r="r" b="b"/>
              <a:pathLst>
                <a:path w="802" h="535" extrusionOk="0">
                  <a:moveTo>
                    <a:pt x="401" y="0"/>
                  </a:moveTo>
                  <a:cubicBezTo>
                    <a:pt x="168" y="0"/>
                    <a:pt x="1" y="267"/>
                    <a:pt x="1" y="267"/>
                  </a:cubicBezTo>
                  <a:lnTo>
                    <a:pt x="134" y="467"/>
                  </a:lnTo>
                  <a:cubicBezTo>
                    <a:pt x="134" y="467"/>
                    <a:pt x="334" y="534"/>
                    <a:pt x="435" y="534"/>
                  </a:cubicBezTo>
                  <a:cubicBezTo>
                    <a:pt x="501" y="534"/>
                    <a:pt x="735" y="434"/>
                    <a:pt x="735" y="434"/>
                  </a:cubicBezTo>
                  <a:cubicBezTo>
                    <a:pt x="768" y="434"/>
                    <a:pt x="801" y="234"/>
                    <a:pt x="801" y="167"/>
                  </a:cubicBezTo>
                  <a:cubicBezTo>
                    <a:pt x="801" y="167"/>
                    <a:pt x="768" y="134"/>
                    <a:pt x="668" y="101"/>
                  </a:cubicBezTo>
                  <a:cubicBezTo>
                    <a:pt x="601" y="67"/>
                    <a:pt x="468" y="0"/>
                    <a:pt x="401"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9" name="Google Shape;939;p8"/>
            <p:cNvSpPr/>
            <p:nvPr/>
          </p:nvSpPr>
          <p:spPr>
            <a:xfrm>
              <a:off x="2451925" y="474575"/>
              <a:ext cx="22550" cy="13275"/>
            </a:xfrm>
            <a:custGeom>
              <a:avLst/>
              <a:gdLst/>
              <a:ahLst/>
              <a:cxnLst/>
              <a:rect l="l" t="t" r="r" b="b"/>
              <a:pathLst>
                <a:path w="902" h="531" extrusionOk="0">
                  <a:moveTo>
                    <a:pt x="554" y="1"/>
                  </a:moveTo>
                  <a:cubicBezTo>
                    <a:pt x="490" y="1"/>
                    <a:pt x="423" y="4"/>
                    <a:pt x="367" y="15"/>
                  </a:cubicBezTo>
                  <a:lnTo>
                    <a:pt x="100" y="149"/>
                  </a:lnTo>
                  <a:cubicBezTo>
                    <a:pt x="34" y="182"/>
                    <a:pt x="0" y="216"/>
                    <a:pt x="0" y="216"/>
                  </a:cubicBezTo>
                  <a:lnTo>
                    <a:pt x="0" y="482"/>
                  </a:lnTo>
                  <a:cubicBezTo>
                    <a:pt x="0" y="482"/>
                    <a:pt x="34" y="516"/>
                    <a:pt x="167" y="516"/>
                  </a:cubicBezTo>
                  <a:cubicBezTo>
                    <a:pt x="201" y="527"/>
                    <a:pt x="238" y="531"/>
                    <a:pt x="276" y="531"/>
                  </a:cubicBezTo>
                  <a:cubicBezTo>
                    <a:pt x="352" y="531"/>
                    <a:pt x="434" y="516"/>
                    <a:pt x="501" y="516"/>
                  </a:cubicBezTo>
                  <a:cubicBezTo>
                    <a:pt x="701" y="416"/>
                    <a:pt x="901" y="249"/>
                    <a:pt x="901" y="249"/>
                  </a:cubicBezTo>
                  <a:cubicBezTo>
                    <a:pt x="901" y="249"/>
                    <a:pt x="868" y="49"/>
                    <a:pt x="801" y="15"/>
                  </a:cubicBezTo>
                  <a:cubicBezTo>
                    <a:pt x="801" y="15"/>
                    <a:pt x="682" y="1"/>
                    <a:pt x="554"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0" name="Google Shape;940;p8"/>
            <p:cNvSpPr/>
            <p:nvPr/>
          </p:nvSpPr>
          <p:spPr>
            <a:xfrm>
              <a:off x="2462775" y="492925"/>
              <a:ext cx="20850" cy="12450"/>
            </a:xfrm>
            <a:custGeom>
              <a:avLst/>
              <a:gdLst/>
              <a:ahLst/>
              <a:cxnLst/>
              <a:rect l="l" t="t" r="r" b="b"/>
              <a:pathLst>
                <a:path w="834" h="498" extrusionOk="0">
                  <a:moveTo>
                    <a:pt x="549" y="0"/>
                  </a:moveTo>
                  <a:cubicBezTo>
                    <a:pt x="489" y="0"/>
                    <a:pt x="434" y="4"/>
                    <a:pt x="400" y="15"/>
                  </a:cubicBezTo>
                  <a:cubicBezTo>
                    <a:pt x="267" y="82"/>
                    <a:pt x="67" y="249"/>
                    <a:pt x="67" y="249"/>
                  </a:cubicBezTo>
                  <a:cubicBezTo>
                    <a:pt x="0" y="249"/>
                    <a:pt x="100" y="482"/>
                    <a:pt x="100" y="482"/>
                  </a:cubicBezTo>
                  <a:cubicBezTo>
                    <a:pt x="100" y="482"/>
                    <a:pt x="204" y="497"/>
                    <a:pt x="322" y="497"/>
                  </a:cubicBezTo>
                  <a:cubicBezTo>
                    <a:pt x="382" y="497"/>
                    <a:pt x="445" y="493"/>
                    <a:pt x="500" y="482"/>
                  </a:cubicBezTo>
                  <a:cubicBezTo>
                    <a:pt x="634" y="449"/>
                    <a:pt x="834" y="282"/>
                    <a:pt x="834" y="282"/>
                  </a:cubicBezTo>
                  <a:cubicBezTo>
                    <a:pt x="834" y="282"/>
                    <a:pt x="767" y="82"/>
                    <a:pt x="801" y="15"/>
                  </a:cubicBezTo>
                  <a:cubicBezTo>
                    <a:pt x="801" y="15"/>
                    <a:pt x="667" y="0"/>
                    <a:pt x="549"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1" name="Google Shape;941;p8"/>
            <p:cNvSpPr/>
            <p:nvPr/>
          </p:nvSpPr>
          <p:spPr>
            <a:xfrm>
              <a:off x="2476950" y="514150"/>
              <a:ext cx="20875" cy="14200"/>
            </a:xfrm>
            <a:custGeom>
              <a:avLst/>
              <a:gdLst/>
              <a:ahLst/>
              <a:cxnLst/>
              <a:rect l="l" t="t" r="r" b="b"/>
              <a:pathLst>
                <a:path w="835" h="568" extrusionOk="0">
                  <a:moveTo>
                    <a:pt x="767" y="0"/>
                  </a:moveTo>
                  <a:cubicBezTo>
                    <a:pt x="767" y="0"/>
                    <a:pt x="534" y="0"/>
                    <a:pt x="367" y="67"/>
                  </a:cubicBezTo>
                  <a:cubicBezTo>
                    <a:pt x="234" y="134"/>
                    <a:pt x="33" y="300"/>
                    <a:pt x="33" y="300"/>
                  </a:cubicBezTo>
                  <a:cubicBezTo>
                    <a:pt x="0" y="300"/>
                    <a:pt x="67" y="567"/>
                    <a:pt x="67" y="567"/>
                  </a:cubicBezTo>
                  <a:cubicBezTo>
                    <a:pt x="67" y="567"/>
                    <a:pt x="334" y="567"/>
                    <a:pt x="500" y="501"/>
                  </a:cubicBezTo>
                  <a:cubicBezTo>
                    <a:pt x="667" y="467"/>
                    <a:pt x="834" y="267"/>
                    <a:pt x="834" y="267"/>
                  </a:cubicBezTo>
                  <a:cubicBezTo>
                    <a:pt x="834" y="267"/>
                    <a:pt x="767" y="67"/>
                    <a:pt x="767"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2" name="Google Shape;942;p8"/>
            <p:cNvSpPr/>
            <p:nvPr/>
          </p:nvSpPr>
          <p:spPr>
            <a:xfrm>
              <a:off x="2499450" y="534150"/>
              <a:ext cx="21725" cy="15050"/>
            </a:xfrm>
            <a:custGeom>
              <a:avLst/>
              <a:gdLst/>
              <a:ahLst/>
              <a:cxnLst/>
              <a:rect l="l" t="t" r="r" b="b"/>
              <a:pathLst>
                <a:path w="869" h="602" extrusionOk="0">
                  <a:moveTo>
                    <a:pt x="768" y="1"/>
                  </a:moveTo>
                  <a:cubicBezTo>
                    <a:pt x="768" y="1"/>
                    <a:pt x="501" y="1"/>
                    <a:pt x="368" y="101"/>
                  </a:cubicBezTo>
                  <a:cubicBezTo>
                    <a:pt x="268" y="134"/>
                    <a:pt x="34" y="334"/>
                    <a:pt x="34" y="334"/>
                  </a:cubicBezTo>
                  <a:cubicBezTo>
                    <a:pt x="1" y="334"/>
                    <a:pt x="101" y="601"/>
                    <a:pt x="101" y="601"/>
                  </a:cubicBezTo>
                  <a:cubicBezTo>
                    <a:pt x="101" y="601"/>
                    <a:pt x="368" y="601"/>
                    <a:pt x="534" y="535"/>
                  </a:cubicBezTo>
                  <a:cubicBezTo>
                    <a:pt x="701" y="468"/>
                    <a:pt x="868" y="201"/>
                    <a:pt x="868" y="201"/>
                  </a:cubicBezTo>
                  <a:cubicBezTo>
                    <a:pt x="835" y="201"/>
                    <a:pt x="768" y="34"/>
                    <a:pt x="768"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3" name="Google Shape;943;p8"/>
            <p:cNvSpPr/>
            <p:nvPr/>
          </p:nvSpPr>
          <p:spPr>
            <a:xfrm>
              <a:off x="2449425" y="459775"/>
              <a:ext cx="16700" cy="13275"/>
            </a:xfrm>
            <a:custGeom>
              <a:avLst/>
              <a:gdLst/>
              <a:ahLst/>
              <a:cxnLst/>
              <a:rect l="l" t="t" r="r" b="b"/>
              <a:pathLst>
                <a:path w="668" h="531" extrusionOk="0">
                  <a:moveTo>
                    <a:pt x="338" y="0"/>
                  </a:moveTo>
                  <a:cubicBezTo>
                    <a:pt x="323" y="0"/>
                    <a:pt x="310" y="2"/>
                    <a:pt x="301" y="7"/>
                  </a:cubicBezTo>
                  <a:cubicBezTo>
                    <a:pt x="167" y="74"/>
                    <a:pt x="0" y="207"/>
                    <a:pt x="0" y="207"/>
                  </a:cubicBezTo>
                  <a:cubicBezTo>
                    <a:pt x="0" y="274"/>
                    <a:pt x="100" y="474"/>
                    <a:pt x="100" y="474"/>
                  </a:cubicBezTo>
                  <a:cubicBezTo>
                    <a:pt x="100" y="474"/>
                    <a:pt x="213" y="530"/>
                    <a:pt x="297" y="530"/>
                  </a:cubicBezTo>
                  <a:cubicBezTo>
                    <a:pt x="326" y="530"/>
                    <a:pt x="351" y="524"/>
                    <a:pt x="367" y="507"/>
                  </a:cubicBezTo>
                  <a:cubicBezTo>
                    <a:pt x="501" y="474"/>
                    <a:pt x="667" y="307"/>
                    <a:pt x="667" y="307"/>
                  </a:cubicBezTo>
                  <a:cubicBezTo>
                    <a:pt x="667" y="274"/>
                    <a:pt x="634" y="74"/>
                    <a:pt x="601" y="74"/>
                  </a:cubicBezTo>
                  <a:cubicBezTo>
                    <a:pt x="601" y="74"/>
                    <a:pt x="429" y="0"/>
                    <a:pt x="338"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4" name="Google Shape;944;p8"/>
            <p:cNvSpPr/>
            <p:nvPr/>
          </p:nvSpPr>
          <p:spPr>
            <a:xfrm>
              <a:off x="1514575" y="1841750"/>
              <a:ext cx="18375" cy="14200"/>
            </a:xfrm>
            <a:custGeom>
              <a:avLst/>
              <a:gdLst/>
              <a:ahLst/>
              <a:cxnLst/>
              <a:rect l="l" t="t" r="r" b="b"/>
              <a:pathLst>
                <a:path w="735" h="568" extrusionOk="0">
                  <a:moveTo>
                    <a:pt x="535" y="1"/>
                  </a:moveTo>
                  <a:cubicBezTo>
                    <a:pt x="401" y="1"/>
                    <a:pt x="335" y="34"/>
                    <a:pt x="234" y="68"/>
                  </a:cubicBezTo>
                  <a:cubicBezTo>
                    <a:pt x="68" y="168"/>
                    <a:pt x="1" y="435"/>
                    <a:pt x="1" y="435"/>
                  </a:cubicBezTo>
                  <a:lnTo>
                    <a:pt x="201" y="568"/>
                  </a:lnTo>
                  <a:cubicBezTo>
                    <a:pt x="201" y="568"/>
                    <a:pt x="401" y="501"/>
                    <a:pt x="501" y="435"/>
                  </a:cubicBezTo>
                  <a:lnTo>
                    <a:pt x="668" y="268"/>
                  </a:lnTo>
                  <a:lnTo>
                    <a:pt x="735" y="201"/>
                  </a:lnTo>
                  <a:cubicBezTo>
                    <a:pt x="735" y="134"/>
                    <a:pt x="701" y="1"/>
                    <a:pt x="701"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5" name="Google Shape;945;p8"/>
            <p:cNvSpPr/>
            <p:nvPr/>
          </p:nvSpPr>
          <p:spPr>
            <a:xfrm>
              <a:off x="1522100" y="1863450"/>
              <a:ext cx="29200" cy="20025"/>
            </a:xfrm>
            <a:custGeom>
              <a:avLst/>
              <a:gdLst/>
              <a:ahLst/>
              <a:cxnLst/>
              <a:rect l="l" t="t" r="r" b="b"/>
              <a:pathLst>
                <a:path w="1168" h="801" extrusionOk="0">
                  <a:moveTo>
                    <a:pt x="867" y="0"/>
                  </a:moveTo>
                  <a:cubicBezTo>
                    <a:pt x="734" y="34"/>
                    <a:pt x="567" y="67"/>
                    <a:pt x="434" y="134"/>
                  </a:cubicBezTo>
                  <a:cubicBezTo>
                    <a:pt x="334" y="200"/>
                    <a:pt x="200" y="300"/>
                    <a:pt x="100" y="400"/>
                  </a:cubicBezTo>
                  <a:cubicBezTo>
                    <a:pt x="34" y="534"/>
                    <a:pt x="0" y="634"/>
                    <a:pt x="0" y="634"/>
                  </a:cubicBezTo>
                  <a:lnTo>
                    <a:pt x="167" y="801"/>
                  </a:lnTo>
                  <a:lnTo>
                    <a:pt x="334" y="701"/>
                  </a:lnTo>
                  <a:cubicBezTo>
                    <a:pt x="434" y="667"/>
                    <a:pt x="567" y="634"/>
                    <a:pt x="667" y="567"/>
                  </a:cubicBezTo>
                  <a:cubicBezTo>
                    <a:pt x="734" y="567"/>
                    <a:pt x="867" y="467"/>
                    <a:pt x="934" y="400"/>
                  </a:cubicBezTo>
                  <a:cubicBezTo>
                    <a:pt x="1034" y="334"/>
                    <a:pt x="1101" y="300"/>
                    <a:pt x="1101" y="300"/>
                  </a:cubicBezTo>
                  <a:cubicBezTo>
                    <a:pt x="1168" y="300"/>
                    <a:pt x="1101" y="67"/>
                    <a:pt x="1101"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6" name="Google Shape;946;p8"/>
            <p:cNvSpPr/>
            <p:nvPr/>
          </p:nvSpPr>
          <p:spPr>
            <a:xfrm>
              <a:off x="1536275" y="1895975"/>
              <a:ext cx="28375" cy="17525"/>
            </a:xfrm>
            <a:custGeom>
              <a:avLst/>
              <a:gdLst/>
              <a:ahLst/>
              <a:cxnLst/>
              <a:rect l="l" t="t" r="r" b="b"/>
              <a:pathLst>
                <a:path w="1135" h="701" extrusionOk="0">
                  <a:moveTo>
                    <a:pt x="1034" y="0"/>
                  </a:moveTo>
                  <a:cubicBezTo>
                    <a:pt x="1034" y="0"/>
                    <a:pt x="667" y="33"/>
                    <a:pt x="467" y="100"/>
                  </a:cubicBezTo>
                  <a:cubicBezTo>
                    <a:pt x="234" y="200"/>
                    <a:pt x="0" y="434"/>
                    <a:pt x="0" y="434"/>
                  </a:cubicBezTo>
                  <a:cubicBezTo>
                    <a:pt x="0" y="500"/>
                    <a:pt x="100" y="701"/>
                    <a:pt x="100" y="701"/>
                  </a:cubicBezTo>
                  <a:cubicBezTo>
                    <a:pt x="100" y="701"/>
                    <a:pt x="467" y="667"/>
                    <a:pt x="667" y="567"/>
                  </a:cubicBezTo>
                  <a:cubicBezTo>
                    <a:pt x="868" y="467"/>
                    <a:pt x="1134" y="234"/>
                    <a:pt x="1134" y="234"/>
                  </a:cubicBezTo>
                  <a:cubicBezTo>
                    <a:pt x="1134" y="234"/>
                    <a:pt x="1068" y="33"/>
                    <a:pt x="1034"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7" name="Google Shape;947;p8"/>
            <p:cNvSpPr/>
            <p:nvPr/>
          </p:nvSpPr>
          <p:spPr>
            <a:xfrm>
              <a:off x="1562950" y="1921825"/>
              <a:ext cx="19200" cy="13150"/>
            </a:xfrm>
            <a:custGeom>
              <a:avLst/>
              <a:gdLst/>
              <a:ahLst/>
              <a:cxnLst/>
              <a:rect l="l" t="t" r="r" b="b"/>
              <a:pathLst>
                <a:path w="768" h="526" extrusionOk="0">
                  <a:moveTo>
                    <a:pt x="534" y="0"/>
                  </a:moveTo>
                  <a:cubicBezTo>
                    <a:pt x="534" y="0"/>
                    <a:pt x="368" y="0"/>
                    <a:pt x="268" y="34"/>
                  </a:cubicBezTo>
                  <a:cubicBezTo>
                    <a:pt x="167" y="67"/>
                    <a:pt x="1" y="200"/>
                    <a:pt x="1" y="200"/>
                  </a:cubicBezTo>
                  <a:lnTo>
                    <a:pt x="1" y="467"/>
                  </a:lnTo>
                  <a:cubicBezTo>
                    <a:pt x="1" y="467"/>
                    <a:pt x="101" y="467"/>
                    <a:pt x="167" y="501"/>
                  </a:cubicBezTo>
                  <a:cubicBezTo>
                    <a:pt x="217" y="517"/>
                    <a:pt x="276" y="526"/>
                    <a:pt x="330" y="526"/>
                  </a:cubicBezTo>
                  <a:cubicBezTo>
                    <a:pt x="384" y="526"/>
                    <a:pt x="434" y="517"/>
                    <a:pt x="468" y="501"/>
                  </a:cubicBezTo>
                  <a:cubicBezTo>
                    <a:pt x="568" y="467"/>
                    <a:pt x="634" y="367"/>
                    <a:pt x="701" y="300"/>
                  </a:cubicBezTo>
                  <a:cubicBezTo>
                    <a:pt x="768" y="200"/>
                    <a:pt x="768" y="134"/>
                    <a:pt x="768" y="134"/>
                  </a:cubicBezTo>
                  <a:cubicBezTo>
                    <a:pt x="768" y="134"/>
                    <a:pt x="568" y="0"/>
                    <a:pt x="534"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8" name="Google Shape;948;p8"/>
            <p:cNvSpPr/>
            <p:nvPr/>
          </p:nvSpPr>
          <p:spPr>
            <a:xfrm>
              <a:off x="1668025" y="1922650"/>
              <a:ext cx="19200" cy="12900"/>
            </a:xfrm>
            <a:custGeom>
              <a:avLst/>
              <a:gdLst/>
              <a:ahLst/>
              <a:cxnLst/>
              <a:rect l="l" t="t" r="r" b="b"/>
              <a:pathLst>
                <a:path w="768" h="516" extrusionOk="0">
                  <a:moveTo>
                    <a:pt x="534" y="1"/>
                  </a:moveTo>
                  <a:cubicBezTo>
                    <a:pt x="434" y="1"/>
                    <a:pt x="368" y="1"/>
                    <a:pt x="334" y="34"/>
                  </a:cubicBezTo>
                  <a:cubicBezTo>
                    <a:pt x="201" y="101"/>
                    <a:pt x="34" y="267"/>
                    <a:pt x="34" y="267"/>
                  </a:cubicBezTo>
                  <a:cubicBezTo>
                    <a:pt x="1" y="267"/>
                    <a:pt x="67" y="501"/>
                    <a:pt x="67" y="501"/>
                  </a:cubicBezTo>
                  <a:cubicBezTo>
                    <a:pt x="67" y="501"/>
                    <a:pt x="186" y="516"/>
                    <a:pt x="314" y="516"/>
                  </a:cubicBezTo>
                  <a:cubicBezTo>
                    <a:pt x="379" y="516"/>
                    <a:pt x="445" y="512"/>
                    <a:pt x="501" y="501"/>
                  </a:cubicBezTo>
                  <a:cubicBezTo>
                    <a:pt x="568" y="468"/>
                    <a:pt x="668" y="367"/>
                    <a:pt x="701" y="334"/>
                  </a:cubicBezTo>
                  <a:cubicBezTo>
                    <a:pt x="735" y="234"/>
                    <a:pt x="768" y="201"/>
                    <a:pt x="768" y="201"/>
                  </a:cubicBezTo>
                  <a:cubicBezTo>
                    <a:pt x="735" y="167"/>
                    <a:pt x="668" y="1"/>
                    <a:pt x="668"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9" name="Google Shape;949;p8"/>
            <p:cNvSpPr/>
            <p:nvPr/>
          </p:nvSpPr>
          <p:spPr>
            <a:xfrm>
              <a:off x="1673875" y="1943975"/>
              <a:ext cx="20025" cy="12425"/>
            </a:xfrm>
            <a:custGeom>
              <a:avLst/>
              <a:gdLst/>
              <a:ahLst/>
              <a:cxnLst/>
              <a:rect l="l" t="t" r="r" b="b"/>
              <a:pathLst>
                <a:path w="801" h="497" extrusionOk="0">
                  <a:moveTo>
                    <a:pt x="455" y="0"/>
                  </a:moveTo>
                  <a:cubicBezTo>
                    <a:pt x="400" y="0"/>
                    <a:pt x="345" y="4"/>
                    <a:pt x="300" y="15"/>
                  </a:cubicBezTo>
                  <a:cubicBezTo>
                    <a:pt x="167" y="82"/>
                    <a:pt x="0" y="248"/>
                    <a:pt x="0" y="248"/>
                  </a:cubicBezTo>
                  <a:cubicBezTo>
                    <a:pt x="0" y="282"/>
                    <a:pt x="100" y="482"/>
                    <a:pt x="100" y="482"/>
                  </a:cubicBezTo>
                  <a:cubicBezTo>
                    <a:pt x="100" y="482"/>
                    <a:pt x="204" y="497"/>
                    <a:pt x="313" y="497"/>
                  </a:cubicBezTo>
                  <a:cubicBezTo>
                    <a:pt x="367" y="497"/>
                    <a:pt x="423" y="493"/>
                    <a:pt x="467" y="482"/>
                  </a:cubicBezTo>
                  <a:cubicBezTo>
                    <a:pt x="601" y="449"/>
                    <a:pt x="767" y="282"/>
                    <a:pt x="767" y="282"/>
                  </a:cubicBezTo>
                  <a:cubicBezTo>
                    <a:pt x="801" y="248"/>
                    <a:pt x="701" y="82"/>
                    <a:pt x="667" y="15"/>
                  </a:cubicBezTo>
                  <a:cubicBezTo>
                    <a:pt x="667" y="15"/>
                    <a:pt x="564" y="0"/>
                    <a:pt x="455"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0" name="Google Shape;950;p8"/>
            <p:cNvSpPr/>
            <p:nvPr/>
          </p:nvSpPr>
          <p:spPr>
            <a:xfrm>
              <a:off x="1687200" y="1962675"/>
              <a:ext cx="25050" cy="14200"/>
            </a:xfrm>
            <a:custGeom>
              <a:avLst/>
              <a:gdLst/>
              <a:ahLst/>
              <a:cxnLst/>
              <a:rect l="l" t="t" r="r" b="b"/>
              <a:pathLst>
                <a:path w="1002" h="568" extrusionOk="0">
                  <a:moveTo>
                    <a:pt x="902" y="1"/>
                  </a:moveTo>
                  <a:cubicBezTo>
                    <a:pt x="902" y="1"/>
                    <a:pt x="568" y="1"/>
                    <a:pt x="401" y="67"/>
                  </a:cubicBezTo>
                  <a:cubicBezTo>
                    <a:pt x="234" y="168"/>
                    <a:pt x="1" y="368"/>
                    <a:pt x="1" y="368"/>
                  </a:cubicBezTo>
                  <a:lnTo>
                    <a:pt x="134" y="568"/>
                  </a:lnTo>
                  <a:cubicBezTo>
                    <a:pt x="134" y="568"/>
                    <a:pt x="468" y="568"/>
                    <a:pt x="635" y="501"/>
                  </a:cubicBezTo>
                  <a:cubicBezTo>
                    <a:pt x="801" y="401"/>
                    <a:pt x="1002" y="201"/>
                    <a:pt x="1002" y="201"/>
                  </a:cubicBezTo>
                  <a:cubicBezTo>
                    <a:pt x="1002" y="201"/>
                    <a:pt x="935" y="1"/>
                    <a:pt x="902"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1" name="Google Shape;951;p8"/>
            <p:cNvSpPr/>
            <p:nvPr/>
          </p:nvSpPr>
          <p:spPr>
            <a:xfrm>
              <a:off x="1702225" y="1984000"/>
              <a:ext cx="18375" cy="12425"/>
            </a:xfrm>
            <a:custGeom>
              <a:avLst/>
              <a:gdLst/>
              <a:ahLst/>
              <a:cxnLst/>
              <a:rect l="l" t="t" r="r" b="b"/>
              <a:pathLst>
                <a:path w="735" h="497" extrusionOk="0">
                  <a:moveTo>
                    <a:pt x="440" y="0"/>
                  </a:moveTo>
                  <a:cubicBezTo>
                    <a:pt x="386" y="0"/>
                    <a:pt x="334" y="4"/>
                    <a:pt x="301" y="15"/>
                  </a:cubicBezTo>
                  <a:cubicBezTo>
                    <a:pt x="167" y="48"/>
                    <a:pt x="0" y="215"/>
                    <a:pt x="0" y="215"/>
                  </a:cubicBezTo>
                  <a:cubicBezTo>
                    <a:pt x="0" y="249"/>
                    <a:pt x="67" y="482"/>
                    <a:pt x="67" y="482"/>
                  </a:cubicBezTo>
                  <a:cubicBezTo>
                    <a:pt x="67" y="482"/>
                    <a:pt x="186" y="497"/>
                    <a:pt x="304" y="497"/>
                  </a:cubicBezTo>
                  <a:cubicBezTo>
                    <a:pt x="364" y="497"/>
                    <a:pt x="423" y="493"/>
                    <a:pt x="467" y="482"/>
                  </a:cubicBezTo>
                  <a:cubicBezTo>
                    <a:pt x="567" y="415"/>
                    <a:pt x="734" y="249"/>
                    <a:pt x="734" y="249"/>
                  </a:cubicBezTo>
                  <a:cubicBezTo>
                    <a:pt x="734" y="249"/>
                    <a:pt x="701" y="48"/>
                    <a:pt x="667" y="15"/>
                  </a:cubicBezTo>
                  <a:cubicBezTo>
                    <a:pt x="667" y="15"/>
                    <a:pt x="549" y="0"/>
                    <a:pt x="440"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2" name="Google Shape;952;p8"/>
            <p:cNvSpPr/>
            <p:nvPr/>
          </p:nvSpPr>
          <p:spPr>
            <a:xfrm>
              <a:off x="1432850" y="2389650"/>
              <a:ext cx="23375" cy="20875"/>
            </a:xfrm>
            <a:custGeom>
              <a:avLst/>
              <a:gdLst/>
              <a:ahLst/>
              <a:cxnLst/>
              <a:rect l="l" t="t" r="r" b="b"/>
              <a:pathLst>
                <a:path w="935" h="835" extrusionOk="0">
                  <a:moveTo>
                    <a:pt x="835" y="1"/>
                  </a:moveTo>
                  <a:cubicBezTo>
                    <a:pt x="835" y="1"/>
                    <a:pt x="768" y="1"/>
                    <a:pt x="635" y="34"/>
                  </a:cubicBezTo>
                  <a:cubicBezTo>
                    <a:pt x="501" y="101"/>
                    <a:pt x="401" y="167"/>
                    <a:pt x="301" y="201"/>
                  </a:cubicBezTo>
                  <a:cubicBezTo>
                    <a:pt x="234" y="301"/>
                    <a:pt x="134" y="434"/>
                    <a:pt x="101" y="501"/>
                  </a:cubicBezTo>
                  <a:lnTo>
                    <a:pt x="1" y="668"/>
                  </a:lnTo>
                  <a:cubicBezTo>
                    <a:pt x="1" y="668"/>
                    <a:pt x="168" y="801"/>
                    <a:pt x="168" y="835"/>
                  </a:cubicBezTo>
                  <a:lnTo>
                    <a:pt x="335" y="768"/>
                  </a:lnTo>
                  <a:cubicBezTo>
                    <a:pt x="435" y="701"/>
                    <a:pt x="568" y="634"/>
                    <a:pt x="601" y="601"/>
                  </a:cubicBezTo>
                  <a:cubicBezTo>
                    <a:pt x="668" y="534"/>
                    <a:pt x="735" y="434"/>
                    <a:pt x="802" y="368"/>
                  </a:cubicBezTo>
                  <a:lnTo>
                    <a:pt x="935" y="267"/>
                  </a:lnTo>
                  <a:cubicBezTo>
                    <a:pt x="935" y="201"/>
                    <a:pt x="835" y="1"/>
                    <a:pt x="835"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3" name="Google Shape;953;p8"/>
            <p:cNvSpPr/>
            <p:nvPr/>
          </p:nvSpPr>
          <p:spPr>
            <a:xfrm>
              <a:off x="1455375" y="2404675"/>
              <a:ext cx="17550" cy="18350"/>
            </a:xfrm>
            <a:custGeom>
              <a:avLst/>
              <a:gdLst/>
              <a:ahLst/>
              <a:cxnLst/>
              <a:rect l="l" t="t" r="r" b="b"/>
              <a:pathLst>
                <a:path w="702" h="734" extrusionOk="0">
                  <a:moveTo>
                    <a:pt x="568" y="0"/>
                  </a:moveTo>
                  <a:cubicBezTo>
                    <a:pt x="568" y="0"/>
                    <a:pt x="267" y="33"/>
                    <a:pt x="134" y="167"/>
                  </a:cubicBezTo>
                  <a:cubicBezTo>
                    <a:pt x="67" y="334"/>
                    <a:pt x="1" y="567"/>
                    <a:pt x="1" y="567"/>
                  </a:cubicBezTo>
                  <a:cubicBezTo>
                    <a:pt x="1" y="567"/>
                    <a:pt x="201" y="701"/>
                    <a:pt x="134" y="734"/>
                  </a:cubicBezTo>
                  <a:cubicBezTo>
                    <a:pt x="134" y="734"/>
                    <a:pt x="401" y="600"/>
                    <a:pt x="501" y="534"/>
                  </a:cubicBezTo>
                  <a:cubicBezTo>
                    <a:pt x="601" y="434"/>
                    <a:pt x="701" y="200"/>
                    <a:pt x="701" y="200"/>
                  </a:cubicBezTo>
                  <a:lnTo>
                    <a:pt x="568" y="0"/>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4" name="Google Shape;954;p8"/>
            <p:cNvSpPr/>
            <p:nvPr/>
          </p:nvSpPr>
          <p:spPr>
            <a:xfrm>
              <a:off x="1476225" y="2419675"/>
              <a:ext cx="14200" cy="16700"/>
            </a:xfrm>
            <a:custGeom>
              <a:avLst/>
              <a:gdLst/>
              <a:ahLst/>
              <a:cxnLst/>
              <a:rect l="l" t="t" r="r" b="b"/>
              <a:pathLst>
                <a:path w="568" h="668" extrusionOk="0">
                  <a:moveTo>
                    <a:pt x="334" y="0"/>
                  </a:moveTo>
                  <a:cubicBezTo>
                    <a:pt x="334" y="0"/>
                    <a:pt x="134" y="101"/>
                    <a:pt x="67" y="167"/>
                  </a:cubicBezTo>
                  <a:cubicBezTo>
                    <a:pt x="34" y="267"/>
                    <a:pt x="1" y="501"/>
                    <a:pt x="1" y="501"/>
                  </a:cubicBezTo>
                  <a:cubicBezTo>
                    <a:pt x="1" y="501"/>
                    <a:pt x="201" y="634"/>
                    <a:pt x="201" y="668"/>
                  </a:cubicBezTo>
                  <a:cubicBezTo>
                    <a:pt x="201" y="668"/>
                    <a:pt x="401" y="601"/>
                    <a:pt x="501" y="467"/>
                  </a:cubicBezTo>
                  <a:cubicBezTo>
                    <a:pt x="534" y="401"/>
                    <a:pt x="568" y="301"/>
                    <a:pt x="568" y="234"/>
                  </a:cubicBezTo>
                  <a:lnTo>
                    <a:pt x="568" y="101"/>
                  </a:lnTo>
                  <a:lnTo>
                    <a:pt x="334" y="0"/>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5" name="Google Shape;955;p8"/>
            <p:cNvSpPr/>
            <p:nvPr/>
          </p:nvSpPr>
          <p:spPr>
            <a:xfrm>
              <a:off x="1669700" y="2311275"/>
              <a:ext cx="15025" cy="15025"/>
            </a:xfrm>
            <a:custGeom>
              <a:avLst/>
              <a:gdLst/>
              <a:ahLst/>
              <a:cxnLst/>
              <a:rect l="l" t="t" r="r" b="b"/>
              <a:pathLst>
                <a:path w="601" h="601" extrusionOk="0">
                  <a:moveTo>
                    <a:pt x="434" y="0"/>
                  </a:moveTo>
                  <a:cubicBezTo>
                    <a:pt x="434" y="0"/>
                    <a:pt x="201" y="67"/>
                    <a:pt x="134" y="133"/>
                  </a:cubicBezTo>
                  <a:cubicBezTo>
                    <a:pt x="34" y="234"/>
                    <a:pt x="0" y="434"/>
                    <a:pt x="0" y="434"/>
                  </a:cubicBezTo>
                  <a:cubicBezTo>
                    <a:pt x="0" y="467"/>
                    <a:pt x="134" y="600"/>
                    <a:pt x="167" y="600"/>
                  </a:cubicBezTo>
                  <a:cubicBezTo>
                    <a:pt x="167" y="600"/>
                    <a:pt x="367" y="567"/>
                    <a:pt x="467" y="467"/>
                  </a:cubicBezTo>
                  <a:cubicBezTo>
                    <a:pt x="534" y="400"/>
                    <a:pt x="601" y="167"/>
                    <a:pt x="601" y="167"/>
                  </a:cubicBezTo>
                  <a:lnTo>
                    <a:pt x="434" y="0"/>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6" name="Google Shape;956;p8"/>
            <p:cNvSpPr/>
            <p:nvPr/>
          </p:nvSpPr>
          <p:spPr>
            <a:xfrm>
              <a:off x="1676375" y="2326275"/>
              <a:ext cx="22525" cy="22550"/>
            </a:xfrm>
            <a:custGeom>
              <a:avLst/>
              <a:gdLst/>
              <a:ahLst/>
              <a:cxnLst/>
              <a:rect l="l" t="t" r="r" b="b"/>
              <a:pathLst>
                <a:path w="901" h="902" extrusionOk="0">
                  <a:moveTo>
                    <a:pt x="734" y="0"/>
                  </a:moveTo>
                  <a:cubicBezTo>
                    <a:pt x="734" y="0"/>
                    <a:pt x="434" y="167"/>
                    <a:pt x="267" y="301"/>
                  </a:cubicBezTo>
                  <a:cubicBezTo>
                    <a:pt x="167" y="467"/>
                    <a:pt x="0" y="734"/>
                    <a:pt x="0" y="734"/>
                  </a:cubicBezTo>
                  <a:cubicBezTo>
                    <a:pt x="0" y="801"/>
                    <a:pt x="167" y="901"/>
                    <a:pt x="167" y="901"/>
                  </a:cubicBezTo>
                  <a:cubicBezTo>
                    <a:pt x="167" y="901"/>
                    <a:pt x="434" y="801"/>
                    <a:pt x="601" y="634"/>
                  </a:cubicBezTo>
                  <a:cubicBezTo>
                    <a:pt x="734" y="467"/>
                    <a:pt x="901" y="167"/>
                    <a:pt x="901" y="167"/>
                  </a:cubicBezTo>
                  <a:lnTo>
                    <a:pt x="734" y="0"/>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7" name="Google Shape;957;p8"/>
            <p:cNvSpPr/>
            <p:nvPr/>
          </p:nvSpPr>
          <p:spPr>
            <a:xfrm>
              <a:off x="1693050" y="2339625"/>
              <a:ext cx="19200" cy="24200"/>
            </a:xfrm>
            <a:custGeom>
              <a:avLst/>
              <a:gdLst/>
              <a:ahLst/>
              <a:cxnLst/>
              <a:rect l="l" t="t" r="r" b="b"/>
              <a:pathLst>
                <a:path w="768" h="968" extrusionOk="0">
                  <a:moveTo>
                    <a:pt x="567" y="0"/>
                  </a:moveTo>
                  <a:cubicBezTo>
                    <a:pt x="567" y="0"/>
                    <a:pt x="534" y="100"/>
                    <a:pt x="434" y="134"/>
                  </a:cubicBezTo>
                  <a:cubicBezTo>
                    <a:pt x="367" y="200"/>
                    <a:pt x="267" y="267"/>
                    <a:pt x="234" y="334"/>
                  </a:cubicBezTo>
                  <a:cubicBezTo>
                    <a:pt x="167" y="434"/>
                    <a:pt x="100" y="501"/>
                    <a:pt x="67" y="601"/>
                  </a:cubicBezTo>
                  <a:lnTo>
                    <a:pt x="0" y="767"/>
                  </a:lnTo>
                  <a:cubicBezTo>
                    <a:pt x="0" y="801"/>
                    <a:pt x="100" y="968"/>
                    <a:pt x="100" y="968"/>
                  </a:cubicBezTo>
                  <a:lnTo>
                    <a:pt x="267" y="867"/>
                  </a:lnTo>
                  <a:cubicBezTo>
                    <a:pt x="401" y="834"/>
                    <a:pt x="501" y="767"/>
                    <a:pt x="567" y="667"/>
                  </a:cubicBezTo>
                  <a:cubicBezTo>
                    <a:pt x="668" y="601"/>
                    <a:pt x="701" y="467"/>
                    <a:pt x="734" y="334"/>
                  </a:cubicBezTo>
                  <a:cubicBezTo>
                    <a:pt x="768" y="200"/>
                    <a:pt x="768" y="134"/>
                    <a:pt x="768" y="134"/>
                  </a:cubicBezTo>
                  <a:cubicBezTo>
                    <a:pt x="768" y="100"/>
                    <a:pt x="567" y="0"/>
                    <a:pt x="567"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8" name="Google Shape;958;p8"/>
            <p:cNvSpPr/>
            <p:nvPr/>
          </p:nvSpPr>
          <p:spPr>
            <a:xfrm>
              <a:off x="1513750" y="2873325"/>
              <a:ext cx="25050" cy="12550"/>
            </a:xfrm>
            <a:custGeom>
              <a:avLst/>
              <a:gdLst/>
              <a:ahLst/>
              <a:cxnLst/>
              <a:rect l="l" t="t" r="r" b="b"/>
              <a:pathLst>
                <a:path w="1002" h="502" extrusionOk="0">
                  <a:moveTo>
                    <a:pt x="434" y="1"/>
                  </a:moveTo>
                  <a:cubicBezTo>
                    <a:pt x="368" y="1"/>
                    <a:pt x="267" y="34"/>
                    <a:pt x="201" y="34"/>
                  </a:cubicBezTo>
                  <a:cubicBezTo>
                    <a:pt x="101" y="101"/>
                    <a:pt x="34" y="101"/>
                    <a:pt x="34" y="101"/>
                  </a:cubicBezTo>
                  <a:lnTo>
                    <a:pt x="1" y="334"/>
                  </a:lnTo>
                  <a:lnTo>
                    <a:pt x="167" y="434"/>
                  </a:lnTo>
                  <a:cubicBezTo>
                    <a:pt x="267" y="468"/>
                    <a:pt x="401" y="501"/>
                    <a:pt x="501" y="501"/>
                  </a:cubicBezTo>
                  <a:cubicBezTo>
                    <a:pt x="601" y="501"/>
                    <a:pt x="734" y="468"/>
                    <a:pt x="835" y="434"/>
                  </a:cubicBezTo>
                  <a:lnTo>
                    <a:pt x="1001" y="334"/>
                  </a:lnTo>
                  <a:cubicBezTo>
                    <a:pt x="1001" y="334"/>
                    <a:pt x="935" y="134"/>
                    <a:pt x="868" y="101"/>
                  </a:cubicBezTo>
                  <a:cubicBezTo>
                    <a:pt x="868" y="101"/>
                    <a:pt x="768" y="34"/>
                    <a:pt x="701" y="34"/>
                  </a:cubicBezTo>
                  <a:cubicBezTo>
                    <a:pt x="601" y="34"/>
                    <a:pt x="534" y="1"/>
                    <a:pt x="434"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9" name="Google Shape;959;p8"/>
            <p:cNvSpPr/>
            <p:nvPr/>
          </p:nvSpPr>
          <p:spPr>
            <a:xfrm>
              <a:off x="1503750" y="2901600"/>
              <a:ext cx="44150" cy="16100"/>
            </a:xfrm>
            <a:custGeom>
              <a:avLst/>
              <a:gdLst/>
              <a:ahLst/>
              <a:cxnLst/>
              <a:rect l="l" t="t" r="r" b="b"/>
              <a:pathLst>
                <a:path w="1766" h="644" extrusionOk="0">
                  <a:moveTo>
                    <a:pt x="1644" y="0"/>
                  </a:moveTo>
                  <a:cubicBezTo>
                    <a:pt x="1640" y="0"/>
                    <a:pt x="1637" y="1"/>
                    <a:pt x="1635" y="4"/>
                  </a:cubicBezTo>
                  <a:cubicBezTo>
                    <a:pt x="1635" y="4"/>
                    <a:pt x="1101" y="37"/>
                    <a:pt x="801" y="137"/>
                  </a:cubicBezTo>
                  <a:cubicBezTo>
                    <a:pt x="467" y="171"/>
                    <a:pt x="0" y="371"/>
                    <a:pt x="0" y="371"/>
                  </a:cubicBezTo>
                  <a:lnTo>
                    <a:pt x="67" y="638"/>
                  </a:lnTo>
                  <a:cubicBezTo>
                    <a:pt x="67" y="638"/>
                    <a:pt x="152" y="643"/>
                    <a:pt x="276" y="643"/>
                  </a:cubicBezTo>
                  <a:cubicBezTo>
                    <a:pt x="462" y="643"/>
                    <a:pt x="734" y="631"/>
                    <a:pt x="934" y="571"/>
                  </a:cubicBezTo>
                  <a:cubicBezTo>
                    <a:pt x="1268" y="471"/>
                    <a:pt x="1735" y="204"/>
                    <a:pt x="1735" y="204"/>
                  </a:cubicBezTo>
                  <a:cubicBezTo>
                    <a:pt x="1766" y="173"/>
                    <a:pt x="1683" y="0"/>
                    <a:pt x="1644"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0" name="Google Shape;960;p8"/>
            <p:cNvSpPr/>
            <p:nvPr/>
          </p:nvSpPr>
          <p:spPr>
            <a:xfrm>
              <a:off x="1520425" y="2926700"/>
              <a:ext cx="35050" cy="16250"/>
            </a:xfrm>
            <a:custGeom>
              <a:avLst/>
              <a:gdLst/>
              <a:ahLst/>
              <a:cxnLst/>
              <a:rect l="l" t="t" r="r" b="b"/>
              <a:pathLst>
                <a:path w="1402" h="650" extrusionOk="0">
                  <a:moveTo>
                    <a:pt x="1168" y="1"/>
                  </a:moveTo>
                  <a:cubicBezTo>
                    <a:pt x="1168" y="1"/>
                    <a:pt x="1101" y="34"/>
                    <a:pt x="968" y="34"/>
                  </a:cubicBezTo>
                  <a:cubicBezTo>
                    <a:pt x="834" y="67"/>
                    <a:pt x="701" y="67"/>
                    <a:pt x="601" y="134"/>
                  </a:cubicBezTo>
                  <a:cubicBezTo>
                    <a:pt x="367" y="201"/>
                    <a:pt x="0" y="368"/>
                    <a:pt x="0" y="368"/>
                  </a:cubicBezTo>
                  <a:lnTo>
                    <a:pt x="34" y="634"/>
                  </a:lnTo>
                  <a:cubicBezTo>
                    <a:pt x="34" y="634"/>
                    <a:pt x="227" y="649"/>
                    <a:pt x="434" y="649"/>
                  </a:cubicBezTo>
                  <a:cubicBezTo>
                    <a:pt x="538" y="649"/>
                    <a:pt x="645" y="646"/>
                    <a:pt x="734" y="634"/>
                  </a:cubicBezTo>
                  <a:cubicBezTo>
                    <a:pt x="834" y="568"/>
                    <a:pt x="1001" y="501"/>
                    <a:pt x="1135" y="401"/>
                  </a:cubicBezTo>
                  <a:cubicBezTo>
                    <a:pt x="1268" y="368"/>
                    <a:pt x="1335" y="301"/>
                    <a:pt x="1335" y="301"/>
                  </a:cubicBezTo>
                  <a:cubicBezTo>
                    <a:pt x="1401" y="301"/>
                    <a:pt x="1268" y="67"/>
                    <a:pt x="1168"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1" name="Google Shape;961;p8"/>
            <p:cNvSpPr/>
            <p:nvPr/>
          </p:nvSpPr>
          <p:spPr>
            <a:xfrm>
              <a:off x="1541275" y="2947550"/>
              <a:ext cx="25050" cy="12525"/>
            </a:xfrm>
            <a:custGeom>
              <a:avLst/>
              <a:gdLst/>
              <a:ahLst/>
              <a:cxnLst/>
              <a:rect l="l" t="t" r="r" b="b"/>
              <a:pathLst>
                <a:path w="1002" h="501" extrusionOk="0">
                  <a:moveTo>
                    <a:pt x="768" y="1"/>
                  </a:moveTo>
                  <a:cubicBezTo>
                    <a:pt x="718" y="17"/>
                    <a:pt x="668" y="17"/>
                    <a:pt x="617" y="17"/>
                  </a:cubicBezTo>
                  <a:cubicBezTo>
                    <a:pt x="567" y="17"/>
                    <a:pt x="517" y="17"/>
                    <a:pt x="467" y="34"/>
                  </a:cubicBezTo>
                  <a:cubicBezTo>
                    <a:pt x="401" y="34"/>
                    <a:pt x="267" y="67"/>
                    <a:pt x="167" y="101"/>
                  </a:cubicBezTo>
                  <a:lnTo>
                    <a:pt x="0" y="201"/>
                  </a:lnTo>
                  <a:lnTo>
                    <a:pt x="0" y="434"/>
                  </a:lnTo>
                  <a:cubicBezTo>
                    <a:pt x="0" y="434"/>
                    <a:pt x="67" y="434"/>
                    <a:pt x="167" y="501"/>
                  </a:cubicBezTo>
                  <a:lnTo>
                    <a:pt x="501" y="501"/>
                  </a:lnTo>
                  <a:cubicBezTo>
                    <a:pt x="634" y="468"/>
                    <a:pt x="768" y="401"/>
                    <a:pt x="834" y="334"/>
                  </a:cubicBezTo>
                  <a:cubicBezTo>
                    <a:pt x="968" y="234"/>
                    <a:pt x="1001" y="201"/>
                    <a:pt x="1001" y="201"/>
                  </a:cubicBezTo>
                  <a:cubicBezTo>
                    <a:pt x="1001" y="201"/>
                    <a:pt x="934" y="34"/>
                    <a:pt x="934"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2" name="Google Shape;962;p8"/>
            <p:cNvSpPr/>
            <p:nvPr/>
          </p:nvSpPr>
          <p:spPr>
            <a:xfrm>
              <a:off x="1677200" y="2995075"/>
              <a:ext cx="43400" cy="12550"/>
            </a:xfrm>
            <a:custGeom>
              <a:avLst/>
              <a:gdLst/>
              <a:ahLst/>
              <a:cxnLst/>
              <a:rect l="l" t="t" r="r" b="b"/>
              <a:pathLst>
                <a:path w="1736" h="502" extrusionOk="0">
                  <a:moveTo>
                    <a:pt x="868" y="1"/>
                  </a:moveTo>
                  <a:cubicBezTo>
                    <a:pt x="701" y="1"/>
                    <a:pt x="501" y="68"/>
                    <a:pt x="334" y="68"/>
                  </a:cubicBezTo>
                  <a:cubicBezTo>
                    <a:pt x="167" y="101"/>
                    <a:pt x="34" y="101"/>
                    <a:pt x="34" y="101"/>
                  </a:cubicBezTo>
                  <a:cubicBezTo>
                    <a:pt x="1" y="101"/>
                    <a:pt x="1" y="335"/>
                    <a:pt x="1" y="335"/>
                  </a:cubicBezTo>
                  <a:cubicBezTo>
                    <a:pt x="1" y="335"/>
                    <a:pt x="134" y="401"/>
                    <a:pt x="301" y="435"/>
                  </a:cubicBezTo>
                  <a:cubicBezTo>
                    <a:pt x="468" y="468"/>
                    <a:pt x="701" y="501"/>
                    <a:pt x="868" y="501"/>
                  </a:cubicBezTo>
                  <a:cubicBezTo>
                    <a:pt x="1035" y="468"/>
                    <a:pt x="1302" y="468"/>
                    <a:pt x="1468" y="401"/>
                  </a:cubicBezTo>
                  <a:cubicBezTo>
                    <a:pt x="1635" y="301"/>
                    <a:pt x="1735" y="268"/>
                    <a:pt x="1735" y="268"/>
                  </a:cubicBezTo>
                  <a:cubicBezTo>
                    <a:pt x="1735" y="268"/>
                    <a:pt x="1702" y="68"/>
                    <a:pt x="1702"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3" name="Google Shape;963;p8"/>
            <p:cNvSpPr/>
            <p:nvPr/>
          </p:nvSpPr>
          <p:spPr>
            <a:xfrm>
              <a:off x="1698875" y="3028450"/>
              <a:ext cx="34225" cy="14200"/>
            </a:xfrm>
            <a:custGeom>
              <a:avLst/>
              <a:gdLst/>
              <a:ahLst/>
              <a:cxnLst/>
              <a:rect l="l" t="t" r="r" b="b"/>
              <a:pathLst>
                <a:path w="1369" h="568" extrusionOk="0">
                  <a:moveTo>
                    <a:pt x="1302" y="0"/>
                  </a:moveTo>
                  <a:cubicBezTo>
                    <a:pt x="1302" y="0"/>
                    <a:pt x="868" y="0"/>
                    <a:pt x="635" y="67"/>
                  </a:cubicBezTo>
                  <a:cubicBezTo>
                    <a:pt x="368" y="100"/>
                    <a:pt x="1" y="300"/>
                    <a:pt x="1" y="300"/>
                  </a:cubicBezTo>
                  <a:lnTo>
                    <a:pt x="34" y="567"/>
                  </a:lnTo>
                  <a:cubicBezTo>
                    <a:pt x="34" y="567"/>
                    <a:pt x="468" y="567"/>
                    <a:pt x="701" y="501"/>
                  </a:cubicBezTo>
                  <a:cubicBezTo>
                    <a:pt x="968" y="467"/>
                    <a:pt x="1335" y="267"/>
                    <a:pt x="1335" y="267"/>
                  </a:cubicBezTo>
                  <a:cubicBezTo>
                    <a:pt x="1369" y="267"/>
                    <a:pt x="1335" y="67"/>
                    <a:pt x="1302"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4" name="Google Shape;964;p8"/>
            <p:cNvSpPr/>
            <p:nvPr/>
          </p:nvSpPr>
          <p:spPr>
            <a:xfrm>
              <a:off x="1706400" y="3053450"/>
              <a:ext cx="29200" cy="15050"/>
            </a:xfrm>
            <a:custGeom>
              <a:avLst/>
              <a:gdLst/>
              <a:ahLst/>
              <a:cxnLst/>
              <a:rect l="l" t="t" r="r" b="b"/>
              <a:pathLst>
                <a:path w="1168" h="602" extrusionOk="0">
                  <a:moveTo>
                    <a:pt x="1068" y="1"/>
                  </a:moveTo>
                  <a:cubicBezTo>
                    <a:pt x="1068" y="1"/>
                    <a:pt x="701" y="1"/>
                    <a:pt x="500" y="101"/>
                  </a:cubicBezTo>
                  <a:cubicBezTo>
                    <a:pt x="300" y="134"/>
                    <a:pt x="0" y="335"/>
                    <a:pt x="0" y="335"/>
                  </a:cubicBezTo>
                  <a:lnTo>
                    <a:pt x="33" y="601"/>
                  </a:lnTo>
                  <a:cubicBezTo>
                    <a:pt x="33" y="601"/>
                    <a:pt x="400" y="601"/>
                    <a:pt x="667" y="568"/>
                  </a:cubicBezTo>
                  <a:cubicBezTo>
                    <a:pt x="867" y="468"/>
                    <a:pt x="1168" y="234"/>
                    <a:pt x="1168" y="234"/>
                  </a:cubicBezTo>
                  <a:lnTo>
                    <a:pt x="1068" y="1"/>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5" name="Google Shape;965;p8"/>
            <p:cNvSpPr/>
            <p:nvPr/>
          </p:nvSpPr>
          <p:spPr>
            <a:xfrm>
              <a:off x="1725575" y="3091825"/>
              <a:ext cx="25875" cy="13725"/>
            </a:xfrm>
            <a:custGeom>
              <a:avLst/>
              <a:gdLst/>
              <a:ahLst/>
              <a:cxnLst/>
              <a:rect l="l" t="t" r="r" b="b"/>
              <a:pathLst>
                <a:path w="1035" h="549" extrusionOk="0">
                  <a:moveTo>
                    <a:pt x="934" y="0"/>
                  </a:moveTo>
                  <a:cubicBezTo>
                    <a:pt x="934" y="0"/>
                    <a:pt x="634" y="0"/>
                    <a:pt x="467" y="67"/>
                  </a:cubicBezTo>
                  <a:cubicBezTo>
                    <a:pt x="301" y="100"/>
                    <a:pt x="67" y="267"/>
                    <a:pt x="67" y="267"/>
                  </a:cubicBezTo>
                  <a:cubicBezTo>
                    <a:pt x="0" y="267"/>
                    <a:pt x="100" y="534"/>
                    <a:pt x="100" y="534"/>
                  </a:cubicBezTo>
                  <a:cubicBezTo>
                    <a:pt x="100" y="534"/>
                    <a:pt x="249" y="549"/>
                    <a:pt x="397" y="549"/>
                  </a:cubicBezTo>
                  <a:cubicBezTo>
                    <a:pt x="471" y="549"/>
                    <a:pt x="545" y="545"/>
                    <a:pt x="601" y="534"/>
                  </a:cubicBezTo>
                  <a:cubicBezTo>
                    <a:pt x="768" y="434"/>
                    <a:pt x="1034" y="234"/>
                    <a:pt x="1034" y="234"/>
                  </a:cubicBezTo>
                  <a:cubicBezTo>
                    <a:pt x="1034" y="201"/>
                    <a:pt x="934" y="34"/>
                    <a:pt x="934"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6" name="Google Shape;966;p8"/>
            <p:cNvSpPr/>
            <p:nvPr/>
          </p:nvSpPr>
          <p:spPr>
            <a:xfrm>
              <a:off x="1759750" y="3131850"/>
              <a:ext cx="19225" cy="12525"/>
            </a:xfrm>
            <a:custGeom>
              <a:avLst/>
              <a:gdLst/>
              <a:ahLst/>
              <a:cxnLst/>
              <a:rect l="l" t="t" r="r" b="b"/>
              <a:pathLst>
                <a:path w="769" h="501" extrusionOk="0">
                  <a:moveTo>
                    <a:pt x="368" y="1"/>
                  </a:moveTo>
                  <a:cubicBezTo>
                    <a:pt x="268" y="1"/>
                    <a:pt x="201" y="34"/>
                    <a:pt x="101" y="67"/>
                  </a:cubicBezTo>
                  <a:cubicBezTo>
                    <a:pt x="34" y="134"/>
                    <a:pt x="1" y="167"/>
                    <a:pt x="1" y="167"/>
                  </a:cubicBezTo>
                  <a:cubicBezTo>
                    <a:pt x="1" y="201"/>
                    <a:pt x="68" y="401"/>
                    <a:pt x="68" y="401"/>
                  </a:cubicBezTo>
                  <a:cubicBezTo>
                    <a:pt x="68" y="401"/>
                    <a:pt x="101" y="468"/>
                    <a:pt x="201" y="468"/>
                  </a:cubicBezTo>
                  <a:cubicBezTo>
                    <a:pt x="268" y="501"/>
                    <a:pt x="335" y="501"/>
                    <a:pt x="401" y="501"/>
                  </a:cubicBezTo>
                  <a:cubicBezTo>
                    <a:pt x="568" y="501"/>
                    <a:pt x="768" y="367"/>
                    <a:pt x="768" y="367"/>
                  </a:cubicBezTo>
                  <a:cubicBezTo>
                    <a:pt x="768" y="334"/>
                    <a:pt x="768" y="134"/>
                    <a:pt x="735" y="134"/>
                  </a:cubicBezTo>
                  <a:cubicBezTo>
                    <a:pt x="735" y="134"/>
                    <a:pt x="535" y="1"/>
                    <a:pt x="368"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7" name="Google Shape;967;p8"/>
            <p:cNvSpPr/>
            <p:nvPr/>
          </p:nvSpPr>
          <p:spPr>
            <a:xfrm>
              <a:off x="2157550" y="1450100"/>
              <a:ext cx="121775" cy="289950"/>
            </a:xfrm>
            <a:custGeom>
              <a:avLst/>
              <a:gdLst/>
              <a:ahLst/>
              <a:cxnLst/>
              <a:rect l="l" t="t" r="r" b="b"/>
              <a:pathLst>
                <a:path w="4871" h="11598" extrusionOk="0">
                  <a:moveTo>
                    <a:pt x="1271" y="0"/>
                  </a:moveTo>
                  <a:cubicBezTo>
                    <a:pt x="1157" y="0"/>
                    <a:pt x="1055" y="200"/>
                    <a:pt x="1168" y="256"/>
                  </a:cubicBezTo>
                  <a:cubicBezTo>
                    <a:pt x="1168" y="256"/>
                    <a:pt x="1435" y="423"/>
                    <a:pt x="1768" y="723"/>
                  </a:cubicBezTo>
                  <a:cubicBezTo>
                    <a:pt x="1968" y="856"/>
                    <a:pt x="2135" y="1056"/>
                    <a:pt x="2335" y="1257"/>
                  </a:cubicBezTo>
                  <a:cubicBezTo>
                    <a:pt x="2535" y="1490"/>
                    <a:pt x="2769" y="1724"/>
                    <a:pt x="2969" y="2024"/>
                  </a:cubicBezTo>
                  <a:cubicBezTo>
                    <a:pt x="3002" y="2091"/>
                    <a:pt x="3103" y="2157"/>
                    <a:pt x="3136" y="2224"/>
                  </a:cubicBezTo>
                  <a:lnTo>
                    <a:pt x="3269" y="2491"/>
                  </a:lnTo>
                  <a:cubicBezTo>
                    <a:pt x="3336" y="2658"/>
                    <a:pt x="3469" y="2824"/>
                    <a:pt x="3536" y="2991"/>
                  </a:cubicBezTo>
                  <a:cubicBezTo>
                    <a:pt x="3636" y="3158"/>
                    <a:pt x="3703" y="3358"/>
                    <a:pt x="3803" y="3525"/>
                  </a:cubicBezTo>
                  <a:cubicBezTo>
                    <a:pt x="3870" y="3692"/>
                    <a:pt x="3970" y="3858"/>
                    <a:pt x="4003" y="4059"/>
                  </a:cubicBezTo>
                  <a:cubicBezTo>
                    <a:pt x="4037" y="4225"/>
                    <a:pt x="4137" y="4426"/>
                    <a:pt x="4170" y="4592"/>
                  </a:cubicBezTo>
                  <a:cubicBezTo>
                    <a:pt x="4203" y="4759"/>
                    <a:pt x="4203" y="4993"/>
                    <a:pt x="4270" y="5159"/>
                  </a:cubicBezTo>
                  <a:cubicBezTo>
                    <a:pt x="4270" y="5259"/>
                    <a:pt x="4303" y="5360"/>
                    <a:pt x="4303" y="5426"/>
                  </a:cubicBezTo>
                  <a:lnTo>
                    <a:pt x="4303" y="5693"/>
                  </a:lnTo>
                  <a:lnTo>
                    <a:pt x="4303" y="6193"/>
                  </a:lnTo>
                  <a:cubicBezTo>
                    <a:pt x="4203" y="6827"/>
                    <a:pt x="4103" y="7594"/>
                    <a:pt x="3703" y="8262"/>
                  </a:cubicBezTo>
                  <a:cubicBezTo>
                    <a:pt x="3336" y="8929"/>
                    <a:pt x="2836" y="9563"/>
                    <a:pt x="2302" y="9963"/>
                  </a:cubicBezTo>
                  <a:cubicBezTo>
                    <a:pt x="2169" y="10096"/>
                    <a:pt x="2035" y="10196"/>
                    <a:pt x="1935" y="10330"/>
                  </a:cubicBezTo>
                  <a:cubicBezTo>
                    <a:pt x="1735" y="10396"/>
                    <a:pt x="1635" y="10497"/>
                    <a:pt x="1501" y="10563"/>
                  </a:cubicBezTo>
                  <a:cubicBezTo>
                    <a:pt x="1201" y="10730"/>
                    <a:pt x="1001" y="10863"/>
                    <a:pt x="801" y="10930"/>
                  </a:cubicBezTo>
                  <a:cubicBezTo>
                    <a:pt x="367" y="11097"/>
                    <a:pt x="134" y="11230"/>
                    <a:pt x="134" y="11230"/>
                  </a:cubicBezTo>
                  <a:cubicBezTo>
                    <a:pt x="0" y="11330"/>
                    <a:pt x="100" y="11564"/>
                    <a:pt x="167" y="11597"/>
                  </a:cubicBezTo>
                  <a:cubicBezTo>
                    <a:pt x="167" y="11597"/>
                    <a:pt x="434" y="11531"/>
                    <a:pt x="868" y="11364"/>
                  </a:cubicBezTo>
                  <a:cubicBezTo>
                    <a:pt x="1101" y="11264"/>
                    <a:pt x="1335" y="11164"/>
                    <a:pt x="1635" y="10997"/>
                  </a:cubicBezTo>
                  <a:cubicBezTo>
                    <a:pt x="1802" y="10897"/>
                    <a:pt x="1935" y="10830"/>
                    <a:pt x="2102" y="10730"/>
                  </a:cubicBezTo>
                  <a:cubicBezTo>
                    <a:pt x="2235" y="10597"/>
                    <a:pt x="2369" y="10530"/>
                    <a:pt x="2535" y="10396"/>
                  </a:cubicBezTo>
                  <a:cubicBezTo>
                    <a:pt x="3169" y="9929"/>
                    <a:pt x="3770" y="9329"/>
                    <a:pt x="4170" y="8562"/>
                  </a:cubicBezTo>
                  <a:cubicBezTo>
                    <a:pt x="4637" y="7828"/>
                    <a:pt x="4804" y="6994"/>
                    <a:pt x="4870" y="6227"/>
                  </a:cubicBezTo>
                  <a:lnTo>
                    <a:pt x="4870" y="5660"/>
                  </a:lnTo>
                  <a:lnTo>
                    <a:pt x="4870" y="5360"/>
                  </a:lnTo>
                  <a:cubicBezTo>
                    <a:pt x="4870" y="5259"/>
                    <a:pt x="4837" y="5159"/>
                    <a:pt x="4837" y="5059"/>
                  </a:cubicBezTo>
                  <a:lnTo>
                    <a:pt x="4704" y="4426"/>
                  </a:lnTo>
                  <a:cubicBezTo>
                    <a:pt x="4637" y="4225"/>
                    <a:pt x="4604" y="4025"/>
                    <a:pt x="4504" y="3825"/>
                  </a:cubicBezTo>
                  <a:cubicBezTo>
                    <a:pt x="4437" y="3592"/>
                    <a:pt x="4337" y="3425"/>
                    <a:pt x="4270" y="3225"/>
                  </a:cubicBezTo>
                  <a:cubicBezTo>
                    <a:pt x="4137" y="3058"/>
                    <a:pt x="4103" y="2858"/>
                    <a:pt x="3970" y="2691"/>
                  </a:cubicBezTo>
                  <a:cubicBezTo>
                    <a:pt x="3836" y="2524"/>
                    <a:pt x="3770" y="2357"/>
                    <a:pt x="3636" y="2191"/>
                  </a:cubicBezTo>
                  <a:cubicBezTo>
                    <a:pt x="3603" y="2091"/>
                    <a:pt x="3503" y="2024"/>
                    <a:pt x="3469" y="1924"/>
                  </a:cubicBezTo>
                  <a:cubicBezTo>
                    <a:pt x="3436" y="1857"/>
                    <a:pt x="3336" y="1824"/>
                    <a:pt x="3303" y="1724"/>
                  </a:cubicBezTo>
                  <a:cubicBezTo>
                    <a:pt x="3036" y="1423"/>
                    <a:pt x="2836" y="1190"/>
                    <a:pt x="2602" y="990"/>
                  </a:cubicBezTo>
                  <a:cubicBezTo>
                    <a:pt x="2335" y="756"/>
                    <a:pt x="2169" y="556"/>
                    <a:pt x="1968" y="423"/>
                  </a:cubicBezTo>
                  <a:lnTo>
                    <a:pt x="1335" y="22"/>
                  </a:lnTo>
                  <a:cubicBezTo>
                    <a:pt x="1314" y="7"/>
                    <a:pt x="1292" y="0"/>
                    <a:pt x="1271"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8" name="Google Shape;968;p8"/>
            <p:cNvSpPr/>
            <p:nvPr/>
          </p:nvSpPr>
          <p:spPr>
            <a:xfrm>
              <a:off x="2274675" y="763000"/>
              <a:ext cx="597675" cy="265275"/>
            </a:xfrm>
            <a:custGeom>
              <a:avLst/>
              <a:gdLst/>
              <a:ahLst/>
              <a:cxnLst/>
              <a:rect l="l" t="t" r="r" b="b"/>
              <a:pathLst>
                <a:path w="23907" h="10611" extrusionOk="0">
                  <a:moveTo>
                    <a:pt x="23735" y="0"/>
                  </a:moveTo>
                  <a:cubicBezTo>
                    <a:pt x="23662" y="0"/>
                    <a:pt x="23579" y="55"/>
                    <a:pt x="23535" y="187"/>
                  </a:cubicBezTo>
                  <a:cubicBezTo>
                    <a:pt x="23535" y="187"/>
                    <a:pt x="23502" y="320"/>
                    <a:pt x="23435" y="520"/>
                  </a:cubicBezTo>
                  <a:cubicBezTo>
                    <a:pt x="23435" y="620"/>
                    <a:pt x="23335" y="721"/>
                    <a:pt x="23269" y="854"/>
                  </a:cubicBezTo>
                  <a:cubicBezTo>
                    <a:pt x="23202" y="887"/>
                    <a:pt x="23169" y="987"/>
                    <a:pt x="23135" y="1054"/>
                  </a:cubicBezTo>
                  <a:cubicBezTo>
                    <a:pt x="23102" y="1121"/>
                    <a:pt x="23002" y="1188"/>
                    <a:pt x="22968" y="1288"/>
                  </a:cubicBezTo>
                  <a:cubicBezTo>
                    <a:pt x="22868" y="1354"/>
                    <a:pt x="22835" y="1454"/>
                    <a:pt x="22768" y="1521"/>
                  </a:cubicBezTo>
                  <a:lnTo>
                    <a:pt x="22501" y="1788"/>
                  </a:lnTo>
                  <a:cubicBezTo>
                    <a:pt x="22335" y="1955"/>
                    <a:pt x="22134" y="2055"/>
                    <a:pt x="21934" y="2222"/>
                  </a:cubicBezTo>
                  <a:cubicBezTo>
                    <a:pt x="21467" y="2555"/>
                    <a:pt x="20967" y="2855"/>
                    <a:pt x="20333" y="3056"/>
                  </a:cubicBezTo>
                  <a:cubicBezTo>
                    <a:pt x="19132" y="3556"/>
                    <a:pt x="17665" y="3856"/>
                    <a:pt x="16197" y="4156"/>
                  </a:cubicBezTo>
                  <a:cubicBezTo>
                    <a:pt x="14796" y="4390"/>
                    <a:pt x="13328" y="4657"/>
                    <a:pt x="12027" y="4857"/>
                  </a:cubicBezTo>
                  <a:cubicBezTo>
                    <a:pt x="9459" y="5324"/>
                    <a:pt x="6156" y="5991"/>
                    <a:pt x="3721" y="7292"/>
                  </a:cubicBezTo>
                  <a:cubicBezTo>
                    <a:pt x="2520" y="7892"/>
                    <a:pt x="1586" y="8660"/>
                    <a:pt x="986" y="9293"/>
                  </a:cubicBezTo>
                  <a:cubicBezTo>
                    <a:pt x="686" y="9560"/>
                    <a:pt x="452" y="9827"/>
                    <a:pt x="319" y="10027"/>
                  </a:cubicBezTo>
                  <a:cubicBezTo>
                    <a:pt x="185" y="10194"/>
                    <a:pt x="119" y="10327"/>
                    <a:pt x="119" y="10327"/>
                  </a:cubicBezTo>
                  <a:cubicBezTo>
                    <a:pt x="1" y="10469"/>
                    <a:pt x="116" y="10610"/>
                    <a:pt x="253" y="10610"/>
                  </a:cubicBezTo>
                  <a:cubicBezTo>
                    <a:pt x="310" y="10610"/>
                    <a:pt x="370" y="10586"/>
                    <a:pt x="419" y="10528"/>
                  </a:cubicBezTo>
                  <a:cubicBezTo>
                    <a:pt x="419" y="10528"/>
                    <a:pt x="486" y="10394"/>
                    <a:pt x="619" y="10227"/>
                  </a:cubicBezTo>
                  <a:cubicBezTo>
                    <a:pt x="753" y="10061"/>
                    <a:pt x="953" y="9827"/>
                    <a:pt x="1253" y="9527"/>
                  </a:cubicBezTo>
                  <a:cubicBezTo>
                    <a:pt x="1853" y="8993"/>
                    <a:pt x="2787" y="8293"/>
                    <a:pt x="3955" y="7726"/>
                  </a:cubicBezTo>
                  <a:cubicBezTo>
                    <a:pt x="6323" y="6558"/>
                    <a:pt x="9592" y="5991"/>
                    <a:pt x="12127" y="5524"/>
                  </a:cubicBezTo>
                  <a:cubicBezTo>
                    <a:pt x="13395" y="5290"/>
                    <a:pt x="14863" y="5024"/>
                    <a:pt x="16330" y="4723"/>
                  </a:cubicBezTo>
                  <a:cubicBezTo>
                    <a:pt x="17798" y="4457"/>
                    <a:pt x="19232" y="4056"/>
                    <a:pt x="20500" y="3523"/>
                  </a:cubicBezTo>
                  <a:cubicBezTo>
                    <a:pt x="21134" y="3289"/>
                    <a:pt x="21701" y="2955"/>
                    <a:pt x="22168" y="2622"/>
                  </a:cubicBezTo>
                  <a:cubicBezTo>
                    <a:pt x="22368" y="2455"/>
                    <a:pt x="22635" y="2288"/>
                    <a:pt x="22802" y="2055"/>
                  </a:cubicBezTo>
                  <a:lnTo>
                    <a:pt x="23035" y="1821"/>
                  </a:lnTo>
                  <a:cubicBezTo>
                    <a:pt x="23135" y="1688"/>
                    <a:pt x="23169" y="1621"/>
                    <a:pt x="23235" y="1521"/>
                  </a:cubicBezTo>
                  <a:cubicBezTo>
                    <a:pt x="23302" y="1454"/>
                    <a:pt x="23369" y="1354"/>
                    <a:pt x="23402" y="1288"/>
                  </a:cubicBezTo>
                  <a:lnTo>
                    <a:pt x="23535" y="1021"/>
                  </a:lnTo>
                  <a:cubicBezTo>
                    <a:pt x="23636" y="854"/>
                    <a:pt x="23702" y="721"/>
                    <a:pt x="23769" y="620"/>
                  </a:cubicBezTo>
                  <a:lnTo>
                    <a:pt x="23869" y="220"/>
                  </a:lnTo>
                  <a:cubicBezTo>
                    <a:pt x="23906" y="89"/>
                    <a:pt x="23828" y="0"/>
                    <a:pt x="23735"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9" name="Google Shape;969;p8"/>
            <p:cNvSpPr/>
            <p:nvPr/>
          </p:nvSpPr>
          <p:spPr>
            <a:xfrm>
              <a:off x="1502525" y="2596625"/>
              <a:ext cx="749800" cy="756700"/>
            </a:xfrm>
            <a:custGeom>
              <a:avLst/>
              <a:gdLst/>
              <a:ahLst/>
              <a:cxnLst/>
              <a:rect l="l" t="t" r="r" b="b"/>
              <a:pathLst>
                <a:path w="29992" h="30268" extrusionOk="0">
                  <a:moveTo>
                    <a:pt x="29808" y="0"/>
                  </a:moveTo>
                  <a:cubicBezTo>
                    <a:pt x="29732" y="0"/>
                    <a:pt x="29628" y="48"/>
                    <a:pt x="29504" y="161"/>
                  </a:cubicBezTo>
                  <a:cubicBezTo>
                    <a:pt x="29504" y="161"/>
                    <a:pt x="29504" y="194"/>
                    <a:pt x="29404" y="261"/>
                  </a:cubicBezTo>
                  <a:cubicBezTo>
                    <a:pt x="29370" y="361"/>
                    <a:pt x="29237" y="495"/>
                    <a:pt x="29170" y="695"/>
                  </a:cubicBezTo>
                  <a:cubicBezTo>
                    <a:pt x="29070" y="861"/>
                    <a:pt x="28937" y="1095"/>
                    <a:pt x="28837" y="1395"/>
                  </a:cubicBezTo>
                  <a:cubicBezTo>
                    <a:pt x="28703" y="1729"/>
                    <a:pt x="28570" y="2062"/>
                    <a:pt x="28503" y="2429"/>
                  </a:cubicBezTo>
                  <a:cubicBezTo>
                    <a:pt x="28269" y="3230"/>
                    <a:pt x="28236" y="4197"/>
                    <a:pt x="28236" y="5231"/>
                  </a:cubicBezTo>
                  <a:cubicBezTo>
                    <a:pt x="28236" y="6332"/>
                    <a:pt x="28336" y="7433"/>
                    <a:pt x="28236" y="8667"/>
                  </a:cubicBezTo>
                  <a:cubicBezTo>
                    <a:pt x="28136" y="11069"/>
                    <a:pt x="26401" y="13437"/>
                    <a:pt x="24066" y="14738"/>
                  </a:cubicBezTo>
                  <a:cubicBezTo>
                    <a:pt x="22899" y="15405"/>
                    <a:pt x="21665" y="16006"/>
                    <a:pt x="20531" y="16773"/>
                  </a:cubicBezTo>
                  <a:cubicBezTo>
                    <a:pt x="19396" y="17540"/>
                    <a:pt x="18496" y="18574"/>
                    <a:pt x="17862" y="19675"/>
                  </a:cubicBezTo>
                  <a:cubicBezTo>
                    <a:pt x="17762" y="19775"/>
                    <a:pt x="17695" y="19942"/>
                    <a:pt x="17595" y="20075"/>
                  </a:cubicBezTo>
                  <a:cubicBezTo>
                    <a:pt x="17562" y="20242"/>
                    <a:pt x="17495" y="20375"/>
                    <a:pt x="17428" y="20542"/>
                  </a:cubicBezTo>
                  <a:cubicBezTo>
                    <a:pt x="17328" y="20842"/>
                    <a:pt x="17228" y="21109"/>
                    <a:pt x="17162" y="21443"/>
                  </a:cubicBezTo>
                  <a:cubicBezTo>
                    <a:pt x="16995" y="22110"/>
                    <a:pt x="16861" y="22777"/>
                    <a:pt x="16828" y="23444"/>
                  </a:cubicBezTo>
                  <a:cubicBezTo>
                    <a:pt x="16761" y="24111"/>
                    <a:pt x="16761" y="24845"/>
                    <a:pt x="16728" y="25446"/>
                  </a:cubicBezTo>
                  <a:cubicBezTo>
                    <a:pt x="16695" y="26080"/>
                    <a:pt x="16494" y="26613"/>
                    <a:pt x="15994" y="26947"/>
                  </a:cubicBezTo>
                  <a:cubicBezTo>
                    <a:pt x="15494" y="27280"/>
                    <a:pt x="14827" y="27514"/>
                    <a:pt x="14193" y="27614"/>
                  </a:cubicBezTo>
                  <a:cubicBezTo>
                    <a:pt x="13559" y="27781"/>
                    <a:pt x="12892" y="27881"/>
                    <a:pt x="12225" y="27948"/>
                  </a:cubicBezTo>
                  <a:cubicBezTo>
                    <a:pt x="11723" y="28038"/>
                    <a:pt x="11226" y="28073"/>
                    <a:pt x="10734" y="28073"/>
                  </a:cubicBezTo>
                  <a:cubicBezTo>
                    <a:pt x="9950" y="28073"/>
                    <a:pt x="9180" y="27983"/>
                    <a:pt x="8422" y="27881"/>
                  </a:cubicBezTo>
                  <a:cubicBezTo>
                    <a:pt x="7311" y="27726"/>
                    <a:pt x="6228" y="27544"/>
                    <a:pt x="5227" y="27544"/>
                  </a:cubicBezTo>
                  <a:cubicBezTo>
                    <a:pt x="5146" y="27544"/>
                    <a:pt x="5066" y="27545"/>
                    <a:pt x="4986" y="27547"/>
                  </a:cubicBezTo>
                  <a:cubicBezTo>
                    <a:pt x="3885" y="27581"/>
                    <a:pt x="2918" y="27881"/>
                    <a:pt x="2218" y="28248"/>
                  </a:cubicBezTo>
                  <a:cubicBezTo>
                    <a:pt x="2017" y="28348"/>
                    <a:pt x="1884" y="28448"/>
                    <a:pt x="1717" y="28548"/>
                  </a:cubicBezTo>
                  <a:cubicBezTo>
                    <a:pt x="1550" y="28615"/>
                    <a:pt x="1417" y="28715"/>
                    <a:pt x="1317" y="28848"/>
                  </a:cubicBezTo>
                  <a:cubicBezTo>
                    <a:pt x="1050" y="29015"/>
                    <a:pt x="850" y="29215"/>
                    <a:pt x="683" y="29349"/>
                  </a:cubicBezTo>
                  <a:cubicBezTo>
                    <a:pt x="383" y="29682"/>
                    <a:pt x="216" y="29849"/>
                    <a:pt x="216" y="29849"/>
                  </a:cubicBezTo>
                  <a:cubicBezTo>
                    <a:pt x="1" y="30086"/>
                    <a:pt x="36" y="30267"/>
                    <a:pt x="186" y="30267"/>
                  </a:cubicBezTo>
                  <a:cubicBezTo>
                    <a:pt x="269" y="30267"/>
                    <a:pt x="386" y="30212"/>
                    <a:pt x="516" y="30082"/>
                  </a:cubicBezTo>
                  <a:lnTo>
                    <a:pt x="983" y="29615"/>
                  </a:lnTo>
                  <a:cubicBezTo>
                    <a:pt x="1150" y="29515"/>
                    <a:pt x="1317" y="29349"/>
                    <a:pt x="1550" y="29182"/>
                  </a:cubicBezTo>
                  <a:cubicBezTo>
                    <a:pt x="1650" y="29082"/>
                    <a:pt x="1817" y="29015"/>
                    <a:pt x="1917" y="28915"/>
                  </a:cubicBezTo>
                  <a:cubicBezTo>
                    <a:pt x="2084" y="28848"/>
                    <a:pt x="2218" y="28715"/>
                    <a:pt x="2384" y="28615"/>
                  </a:cubicBezTo>
                  <a:cubicBezTo>
                    <a:pt x="3051" y="28281"/>
                    <a:pt x="3919" y="28048"/>
                    <a:pt x="4919" y="28048"/>
                  </a:cubicBezTo>
                  <a:cubicBezTo>
                    <a:pt x="4989" y="28045"/>
                    <a:pt x="5059" y="28044"/>
                    <a:pt x="5129" y="28044"/>
                  </a:cubicBezTo>
                  <a:cubicBezTo>
                    <a:pt x="6131" y="28044"/>
                    <a:pt x="7168" y="28259"/>
                    <a:pt x="8322" y="28415"/>
                  </a:cubicBezTo>
                  <a:cubicBezTo>
                    <a:pt x="9142" y="28551"/>
                    <a:pt x="10025" y="28657"/>
                    <a:pt x="10938" y="28657"/>
                  </a:cubicBezTo>
                  <a:cubicBezTo>
                    <a:pt x="11361" y="28657"/>
                    <a:pt x="11791" y="28634"/>
                    <a:pt x="12225" y="28581"/>
                  </a:cubicBezTo>
                  <a:cubicBezTo>
                    <a:pt x="12892" y="28548"/>
                    <a:pt x="13592" y="28415"/>
                    <a:pt x="14259" y="28281"/>
                  </a:cubicBezTo>
                  <a:cubicBezTo>
                    <a:pt x="14993" y="28181"/>
                    <a:pt x="15660" y="27948"/>
                    <a:pt x="16328" y="27547"/>
                  </a:cubicBezTo>
                  <a:cubicBezTo>
                    <a:pt x="16661" y="27280"/>
                    <a:pt x="16928" y="27014"/>
                    <a:pt x="17095" y="26613"/>
                  </a:cubicBezTo>
                  <a:cubicBezTo>
                    <a:pt x="17262" y="26280"/>
                    <a:pt x="17328" y="25879"/>
                    <a:pt x="17362" y="25546"/>
                  </a:cubicBezTo>
                  <a:cubicBezTo>
                    <a:pt x="17395" y="24845"/>
                    <a:pt x="17395" y="24178"/>
                    <a:pt x="17428" y="23544"/>
                  </a:cubicBezTo>
                  <a:cubicBezTo>
                    <a:pt x="17495" y="22911"/>
                    <a:pt x="17595" y="22277"/>
                    <a:pt x="17762" y="21710"/>
                  </a:cubicBezTo>
                  <a:cubicBezTo>
                    <a:pt x="17862" y="21410"/>
                    <a:pt x="17995" y="21109"/>
                    <a:pt x="18062" y="20842"/>
                  </a:cubicBezTo>
                  <a:cubicBezTo>
                    <a:pt x="18096" y="20676"/>
                    <a:pt x="18196" y="20542"/>
                    <a:pt x="18229" y="20409"/>
                  </a:cubicBezTo>
                  <a:cubicBezTo>
                    <a:pt x="18329" y="20275"/>
                    <a:pt x="18362" y="20175"/>
                    <a:pt x="18429" y="20042"/>
                  </a:cubicBezTo>
                  <a:cubicBezTo>
                    <a:pt x="19030" y="19041"/>
                    <a:pt x="19830" y="18074"/>
                    <a:pt x="20898" y="17373"/>
                  </a:cubicBezTo>
                  <a:cubicBezTo>
                    <a:pt x="21932" y="16606"/>
                    <a:pt x="23166" y="16039"/>
                    <a:pt x="24367" y="15339"/>
                  </a:cubicBezTo>
                  <a:cubicBezTo>
                    <a:pt x="25568" y="14605"/>
                    <a:pt x="26702" y="13671"/>
                    <a:pt x="27436" y="12503"/>
                  </a:cubicBezTo>
                  <a:cubicBezTo>
                    <a:pt x="27669" y="12203"/>
                    <a:pt x="27869" y="11936"/>
                    <a:pt x="28003" y="11603"/>
                  </a:cubicBezTo>
                  <a:cubicBezTo>
                    <a:pt x="28036" y="11436"/>
                    <a:pt x="28103" y="11336"/>
                    <a:pt x="28203" y="11169"/>
                  </a:cubicBezTo>
                  <a:cubicBezTo>
                    <a:pt x="28269" y="11002"/>
                    <a:pt x="28336" y="10835"/>
                    <a:pt x="28370" y="10669"/>
                  </a:cubicBezTo>
                  <a:cubicBezTo>
                    <a:pt x="28636" y="10035"/>
                    <a:pt x="28703" y="9368"/>
                    <a:pt x="28736" y="8734"/>
                  </a:cubicBezTo>
                  <a:cubicBezTo>
                    <a:pt x="28837" y="7500"/>
                    <a:pt x="28703" y="6332"/>
                    <a:pt x="28703" y="5265"/>
                  </a:cubicBezTo>
                  <a:cubicBezTo>
                    <a:pt x="28670" y="4231"/>
                    <a:pt x="28703" y="3363"/>
                    <a:pt x="28870" y="2596"/>
                  </a:cubicBezTo>
                  <a:cubicBezTo>
                    <a:pt x="28970" y="2229"/>
                    <a:pt x="29070" y="1929"/>
                    <a:pt x="29170" y="1662"/>
                  </a:cubicBezTo>
                  <a:cubicBezTo>
                    <a:pt x="29304" y="1395"/>
                    <a:pt x="29404" y="1195"/>
                    <a:pt x="29504" y="995"/>
                  </a:cubicBezTo>
                  <a:cubicBezTo>
                    <a:pt x="29570" y="761"/>
                    <a:pt x="29704" y="661"/>
                    <a:pt x="29737" y="561"/>
                  </a:cubicBezTo>
                  <a:cubicBezTo>
                    <a:pt x="29804" y="495"/>
                    <a:pt x="29837" y="428"/>
                    <a:pt x="29837" y="428"/>
                  </a:cubicBezTo>
                  <a:cubicBezTo>
                    <a:pt x="29992" y="185"/>
                    <a:pt x="29956" y="0"/>
                    <a:pt x="29808"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0" name="Google Shape;970;p8"/>
            <p:cNvSpPr/>
            <p:nvPr/>
          </p:nvSpPr>
          <p:spPr>
            <a:xfrm>
              <a:off x="1812300" y="2437225"/>
              <a:ext cx="296900" cy="197550"/>
            </a:xfrm>
            <a:custGeom>
              <a:avLst/>
              <a:gdLst/>
              <a:ahLst/>
              <a:cxnLst/>
              <a:rect l="l" t="t" r="r" b="b"/>
              <a:pathLst>
                <a:path w="11876" h="7902" extrusionOk="0">
                  <a:moveTo>
                    <a:pt x="200" y="1"/>
                  </a:moveTo>
                  <a:cubicBezTo>
                    <a:pt x="112" y="1"/>
                    <a:pt x="34" y="44"/>
                    <a:pt x="34" y="132"/>
                  </a:cubicBezTo>
                  <a:lnTo>
                    <a:pt x="34" y="433"/>
                  </a:lnTo>
                  <a:cubicBezTo>
                    <a:pt x="0" y="633"/>
                    <a:pt x="0" y="900"/>
                    <a:pt x="0" y="1233"/>
                  </a:cubicBezTo>
                  <a:cubicBezTo>
                    <a:pt x="0" y="1900"/>
                    <a:pt x="134" y="2801"/>
                    <a:pt x="501" y="3802"/>
                  </a:cubicBezTo>
                  <a:cubicBezTo>
                    <a:pt x="934" y="4802"/>
                    <a:pt x="1635" y="5803"/>
                    <a:pt x="2602" y="6570"/>
                  </a:cubicBezTo>
                  <a:cubicBezTo>
                    <a:pt x="3069" y="6937"/>
                    <a:pt x="3603" y="7204"/>
                    <a:pt x="4137" y="7438"/>
                  </a:cubicBezTo>
                  <a:cubicBezTo>
                    <a:pt x="4670" y="7638"/>
                    <a:pt x="5238" y="7805"/>
                    <a:pt x="5771" y="7871"/>
                  </a:cubicBezTo>
                  <a:cubicBezTo>
                    <a:pt x="5995" y="7886"/>
                    <a:pt x="6232" y="7901"/>
                    <a:pt x="6480" y="7901"/>
                  </a:cubicBezTo>
                  <a:cubicBezTo>
                    <a:pt x="6785" y="7901"/>
                    <a:pt x="7107" y="7878"/>
                    <a:pt x="7439" y="7805"/>
                  </a:cubicBezTo>
                  <a:cubicBezTo>
                    <a:pt x="7706" y="7771"/>
                    <a:pt x="8006" y="7671"/>
                    <a:pt x="8306" y="7604"/>
                  </a:cubicBezTo>
                  <a:cubicBezTo>
                    <a:pt x="8607" y="7471"/>
                    <a:pt x="8907" y="7404"/>
                    <a:pt x="9140" y="7237"/>
                  </a:cubicBezTo>
                  <a:cubicBezTo>
                    <a:pt x="9374" y="7104"/>
                    <a:pt x="9641" y="6904"/>
                    <a:pt x="9908" y="6737"/>
                  </a:cubicBezTo>
                  <a:cubicBezTo>
                    <a:pt x="10108" y="6537"/>
                    <a:pt x="10341" y="6370"/>
                    <a:pt x="10508" y="6103"/>
                  </a:cubicBezTo>
                  <a:cubicBezTo>
                    <a:pt x="10875" y="5636"/>
                    <a:pt x="11175" y="5136"/>
                    <a:pt x="11375" y="4636"/>
                  </a:cubicBezTo>
                  <a:cubicBezTo>
                    <a:pt x="11809" y="3635"/>
                    <a:pt x="11876" y="2734"/>
                    <a:pt x="11876" y="2067"/>
                  </a:cubicBezTo>
                  <a:cubicBezTo>
                    <a:pt x="11876" y="1734"/>
                    <a:pt x="11842" y="1433"/>
                    <a:pt x="11842" y="1267"/>
                  </a:cubicBezTo>
                  <a:lnTo>
                    <a:pt x="11842" y="966"/>
                  </a:lnTo>
                  <a:cubicBezTo>
                    <a:pt x="11842" y="878"/>
                    <a:pt x="11777" y="835"/>
                    <a:pt x="11701" y="835"/>
                  </a:cubicBezTo>
                  <a:cubicBezTo>
                    <a:pt x="11606" y="835"/>
                    <a:pt x="11494" y="903"/>
                    <a:pt x="11475" y="1033"/>
                  </a:cubicBezTo>
                  <a:lnTo>
                    <a:pt x="11475" y="1267"/>
                  </a:lnTo>
                  <a:cubicBezTo>
                    <a:pt x="11475" y="1433"/>
                    <a:pt x="11509" y="1700"/>
                    <a:pt x="11475" y="2034"/>
                  </a:cubicBezTo>
                  <a:cubicBezTo>
                    <a:pt x="11475" y="2634"/>
                    <a:pt x="11309" y="3568"/>
                    <a:pt x="10942" y="4435"/>
                  </a:cubicBezTo>
                  <a:cubicBezTo>
                    <a:pt x="10708" y="4869"/>
                    <a:pt x="10475" y="5303"/>
                    <a:pt x="10108" y="5703"/>
                  </a:cubicBezTo>
                  <a:cubicBezTo>
                    <a:pt x="9941" y="5903"/>
                    <a:pt x="9707" y="6070"/>
                    <a:pt x="9507" y="6237"/>
                  </a:cubicBezTo>
                  <a:cubicBezTo>
                    <a:pt x="9307" y="6370"/>
                    <a:pt x="9107" y="6537"/>
                    <a:pt x="8840" y="6637"/>
                  </a:cubicBezTo>
                  <a:cubicBezTo>
                    <a:pt x="8607" y="6770"/>
                    <a:pt x="8340" y="6871"/>
                    <a:pt x="8106" y="6937"/>
                  </a:cubicBezTo>
                  <a:cubicBezTo>
                    <a:pt x="7839" y="6971"/>
                    <a:pt x="7606" y="7071"/>
                    <a:pt x="7339" y="7104"/>
                  </a:cubicBezTo>
                  <a:cubicBezTo>
                    <a:pt x="7130" y="7143"/>
                    <a:pt x="6925" y="7157"/>
                    <a:pt x="6726" y="7157"/>
                  </a:cubicBezTo>
                  <a:cubicBezTo>
                    <a:pt x="6418" y="7157"/>
                    <a:pt x="6122" y="7124"/>
                    <a:pt x="5838" y="7104"/>
                  </a:cubicBezTo>
                  <a:cubicBezTo>
                    <a:pt x="5338" y="7071"/>
                    <a:pt x="4871" y="6937"/>
                    <a:pt x="4370" y="6770"/>
                  </a:cubicBezTo>
                  <a:cubicBezTo>
                    <a:pt x="3870" y="6604"/>
                    <a:pt x="3370" y="6370"/>
                    <a:pt x="2969" y="6037"/>
                  </a:cubicBezTo>
                  <a:cubicBezTo>
                    <a:pt x="2102" y="5403"/>
                    <a:pt x="1435" y="4536"/>
                    <a:pt x="1001" y="3602"/>
                  </a:cubicBezTo>
                  <a:cubicBezTo>
                    <a:pt x="601" y="2701"/>
                    <a:pt x="467" y="1800"/>
                    <a:pt x="434" y="1200"/>
                  </a:cubicBezTo>
                  <a:lnTo>
                    <a:pt x="434" y="433"/>
                  </a:lnTo>
                  <a:lnTo>
                    <a:pt x="434" y="199"/>
                  </a:lnTo>
                  <a:cubicBezTo>
                    <a:pt x="434" y="69"/>
                    <a:pt x="310" y="1"/>
                    <a:pt x="200"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1" name="Google Shape;971;p8"/>
            <p:cNvSpPr/>
            <p:nvPr/>
          </p:nvSpPr>
          <p:spPr>
            <a:xfrm>
              <a:off x="1114300" y="867025"/>
              <a:ext cx="385300" cy="376825"/>
            </a:xfrm>
            <a:custGeom>
              <a:avLst/>
              <a:gdLst/>
              <a:ahLst/>
              <a:cxnLst/>
              <a:rect l="l" t="t" r="r" b="b"/>
              <a:pathLst>
                <a:path w="15412" h="15073" extrusionOk="0">
                  <a:moveTo>
                    <a:pt x="15180" y="0"/>
                  </a:moveTo>
                  <a:cubicBezTo>
                    <a:pt x="15073" y="0"/>
                    <a:pt x="14949" y="82"/>
                    <a:pt x="14911" y="195"/>
                  </a:cubicBezTo>
                  <a:lnTo>
                    <a:pt x="14911" y="496"/>
                  </a:lnTo>
                  <a:cubicBezTo>
                    <a:pt x="14911" y="562"/>
                    <a:pt x="14978" y="696"/>
                    <a:pt x="14911" y="829"/>
                  </a:cubicBezTo>
                  <a:cubicBezTo>
                    <a:pt x="14911" y="963"/>
                    <a:pt x="14878" y="1129"/>
                    <a:pt x="14878" y="1296"/>
                  </a:cubicBezTo>
                  <a:cubicBezTo>
                    <a:pt x="14744" y="1963"/>
                    <a:pt x="14377" y="2831"/>
                    <a:pt x="13577" y="3565"/>
                  </a:cubicBezTo>
                  <a:cubicBezTo>
                    <a:pt x="12843" y="4332"/>
                    <a:pt x="11742" y="4999"/>
                    <a:pt x="10708" y="5699"/>
                  </a:cubicBezTo>
                  <a:cubicBezTo>
                    <a:pt x="10174" y="6033"/>
                    <a:pt x="9641" y="6400"/>
                    <a:pt x="9174" y="6834"/>
                  </a:cubicBezTo>
                  <a:cubicBezTo>
                    <a:pt x="8907" y="7000"/>
                    <a:pt x="8707" y="7234"/>
                    <a:pt x="8507" y="7467"/>
                  </a:cubicBezTo>
                  <a:cubicBezTo>
                    <a:pt x="8306" y="7667"/>
                    <a:pt x="8140" y="7901"/>
                    <a:pt x="7973" y="8134"/>
                  </a:cubicBezTo>
                  <a:cubicBezTo>
                    <a:pt x="7239" y="9035"/>
                    <a:pt x="6705" y="10169"/>
                    <a:pt x="6138" y="11303"/>
                  </a:cubicBezTo>
                  <a:cubicBezTo>
                    <a:pt x="5571" y="12404"/>
                    <a:pt x="4904" y="13472"/>
                    <a:pt x="4003" y="14005"/>
                  </a:cubicBezTo>
                  <a:cubicBezTo>
                    <a:pt x="3069" y="14539"/>
                    <a:pt x="2069" y="14639"/>
                    <a:pt x="1402" y="14639"/>
                  </a:cubicBezTo>
                  <a:cubicBezTo>
                    <a:pt x="1035" y="14639"/>
                    <a:pt x="768" y="14572"/>
                    <a:pt x="568" y="14572"/>
                  </a:cubicBezTo>
                  <a:lnTo>
                    <a:pt x="267" y="14572"/>
                  </a:lnTo>
                  <a:cubicBezTo>
                    <a:pt x="67" y="14572"/>
                    <a:pt x="1" y="14906"/>
                    <a:pt x="234" y="14973"/>
                  </a:cubicBezTo>
                  <a:cubicBezTo>
                    <a:pt x="234" y="14973"/>
                    <a:pt x="334" y="14973"/>
                    <a:pt x="534" y="15006"/>
                  </a:cubicBezTo>
                  <a:cubicBezTo>
                    <a:pt x="701" y="15039"/>
                    <a:pt x="1001" y="15073"/>
                    <a:pt x="1368" y="15073"/>
                  </a:cubicBezTo>
                  <a:lnTo>
                    <a:pt x="1935" y="15073"/>
                  </a:lnTo>
                  <a:cubicBezTo>
                    <a:pt x="2202" y="15073"/>
                    <a:pt x="2402" y="15039"/>
                    <a:pt x="2669" y="15006"/>
                  </a:cubicBezTo>
                  <a:cubicBezTo>
                    <a:pt x="3169" y="14973"/>
                    <a:pt x="3703" y="14806"/>
                    <a:pt x="4237" y="14506"/>
                  </a:cubicBezTo>
                  <a:cubicBezTo>
                    <a:pt x="4737" y="14172"/>
                    <a:pt x="5271" y="13739"/>
                    <a:pt x="5671" y="13238"/>
                  </a:cubicBezTo>
                  <a:cubicBezTo>
                    <a:pt x="6072" y="12738"/>
                    <a:pt x="6405" y="12171"/>
                    <a:pt x="6705" y="11637"/>
                  </a:cubicBezTo>
                  <a:cubicBezTo>
                    <a:pt x="7339" y="10503"/>
                    <a:pt x="7906" y="9402"/>
                    <a:pt x="8540" y="8568"/>
                  </a:cubicBezTo>
                  <a:lnTo>
                    <a:pt x="9040" y="7968"/>
                  </a:lnTo>
                  <a:cubicBezTo>
                    <a:pt x="9240" y="7734"/>
                    <a:pt x="9441" y="7567"/>
                    <a:pt x="9674" y="7367"/>
                  </a:cubicBezTo>
                  <a:cubicBezTo>
                    <a:pt x="10141" y="6967"/>
                    <a:pt x="10641" y="6633"/>
                    <a:pt x="11108" y="6233"/>
                  </a:cubicBezTo>
                  <a:cubicBezTo>
                    <a:pt x="12143" y="5533"/>
                    <a:pt x="13210" y="4832"/>
                    <a:pt x="14011" y="3965"/>
                  </a:cubicBezTo>
                  <a:cubicBezTo>
                    <a:pt x="14844" y="3131"/>
                    <a:pt x="15245" y="2063"/>
                    <a:pt x="15345" y="1330"/>
                  </a:cubicBezTo>
                  <a:cubicBezTo>
                    <a:pt x="15345" y="1163"/>
                    <a:pt x="15378" y="996"/>
                    <a:pt x="15378" y="829"/>
                  </a:cubicBezTo>
                  <a:cubicBezTo>
                    <a:pt x="15412" y="662"/>
                    <a:pt x="15378" y="529"/>
                    <a:pt x="15378" y="462"/>
                  </a:cubicBezTo>
                  <a:cubicBezTo>
                    <a:pt x="15345" y="296"/>
                    <a:pt x="15345" y="162"/>
                    <a:pt x="15345" y="162"/>
                  </a:cubicBezTo>
                  <a:cubicBezTo>
                    <a:pt x="15330" y="47"/>
                    <a:pt x="15260" y="0"/>
                    <a:pt x="15180"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972" name="Google Shape;972;p8"/>
          <p:cNvSpPr/>
          <p:nvPr/>
        </p:nvSpPr>
        <p:spPr>
          <a:xfrm rot="2508735">
            <a:off x="8209976" y="3628335"/>
            <a:ext cx="255590" cy="255590"/>
          </a:xfrm>
          <a:prstGeom prst="mathPlus">
            <a:avLst>
              <a:gd name="adj1" fmla="val 18896"/>
            </a:avLst>
          </a:prstGeom>
          <a:solidFill>
            <a:srgbClr val="CC4125"/>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973" name="Google Shape;973;p8"/>
          <p:cNvGrpSpPr/>
          <p:nvPr/>
        </p:nvGrpSpPr>
        <p:grpSpPr>
          <a:xfrm flipH="1">
            <a:off x="-565568" y="2005467"/>
            <a:ext cx="2069687" cy="3308791"/>
            <a:chOff x="7257082" y="1834842"/>
            <a:chExt cx="2069687" cy="3308791"/>
          </a:xfrm>
        </p:grpSpPr>
        <p:sp>
          <p:nvSpPr>
            <p:cNvPr id="974" name="Google Shape;974;p8"/>
            <p:cNvSpPr/>
            <p:nvPr/>
          </p:nvSpPr>
          <p:spPr>
            <a:xfrm rot="10800000">
              <a:off x="8959765" y="4167294"/>
              <a:ext cx="365819" cy="950395"/>
            </a:xfrm>
            <a:custGeom>
              <a:avLst/>
              <a:gdLst/>
              <a:ahLst/>
              <a:cxnLst/>
              <a:rect l="l" t="t" r="r" b="b"/>
              <a:pathLst>
                <a:path w="15129" h="39305" extrusionOk="0">
                  <a:moveTo>
                    <a:pt x="9530" y="1"/>
                  </a:moveTo>
                  <a:cubicBezTo>
                    <a:pt x="9054" y="1"/>
                    <a:pt x="9018" y="375"/>
                    <a:pt x="9658" y="503"/>
                  </a:cubicBezTo>
                  <a:cubicBezTo>
                    <a:pt x="9658" y="503"/>
                    <a:pt x="9925" y="570"/>
                    <a:pt x="10325" y="637"/>
                  </a:cubicBezTo>
                  <a:cubicBezTo>
                    <a:pt x="10759" y="737"/>
                    <a:pt x="11359" y="837"/>
                    <a:pt x="12127" y="1137"/>
                  </a:cubicBezTo>
                  <a:cubicBezTo>
                    <a:pt x="12827" y="1437"/>
                    <a:pt x="13694" y="1904"/>
                    <a:pt x="14195" y="2771"/>
                  </a:cubicBezTo>
                  <a:cubicBezTo>
                    <a:pt x="14462" y="3172"/>
                    <a:pt x="14595" y="3739"/>
                    <a:pt x="14495" y="4239"/>
                  </a:cubicBezTo>
                  <a:cubicBezTo>
                    <a:pt x="14462" y="4773"/>
                    <a:pt x="14128" y="5240"/>
                    <a:pt x="13761" y="5740"/>
                  </a:cubicBezTo>
                  <a:cubicBezTo>
                    <a:pt x="13328" y="6241"/>
                    <a:pt x="12827" y="6674"/>
                    <a:pt x="12427" y="7275"/>
                  </a:cubicBezTo>
                  <a:cubicBezTo>
                    <a:pt x="11960" y="7842"/>
                    <a:pt x="11593" y="8576"/>
                    <a:pt x="11493" y="9343"/>
                  </a:cubicBezTo>
                  <a:cubicBezTo>
                    <a:pt x="11359" y="10143"/>
                    <a:pt x="11526" y="10977"/>
                    <a:pt x="11927" y="11678"/>
                  </a:cubicBezTo>
                  <a:cubicBezTo>
                    <a:pt x="12260" y="12412"/>
                    <a:pt x="12760" y="12979"/>
                    <a:pt x="13127" y="13579"/>
                  </a:cubicBezTo>
                  <a:cubicBezTo>
                    <a:pt x="13494" y="14146"/>
                    <a:pt x="13761" y="14747"/>
                    <a:pt x="13795" y="15347"/>
                  </a:cubicBezTo>
                  <a:cubicBezTo>
                    <a:pt x="13828" y="15981"/>
                    <a:pt x="13661" y="16648"/>
                    <a:pt x="13361" y="17182"/>
                  </a:cubicBezTo>
                  <a:cubicBezTo>
                    <a:pt x="13094" y="17782"/>
                    <a:pt x="12660" y="18182"/>
                    <a:pt x="12160" y="18683"/>
                  </a:cubicBezTo>
                  <a:cubicBezTo>
                    <a:pt x="11660" y="19150"/>
                    <a:pt x="11159" y="19784"/>
                    <a:pt x="10959" y="20484"/>
                  </a:cubicBezTo>
                  <a:cubicBezTo>
                    <a:pt x="10926" y="20651"/>
                    <a:pt x="10892" y="20851"/>
                    <a:pt x="10826" y="21018"/>
                  </a:cubicBezTo>
                  <a:cubicBezTo>
                    <a:pt x="10759" y="21185"/>
                    <a:pt x="10759" y="21418"/>
                    <a:pt x="10759" y="21585"/>
                  </a:cubicBezTo>
                  <a:lnTo>
                    <a:pt x="10759" y="22119"/>
                  </a:lnTo>
                  <a:lnTo>
                    <a:pt x="10759" y="22352"/>
                  </a:lnTo>
                  <a:lnTo>
                    <a:pt x="10759" y="22519"/>
                  </a:lnTo>
                  <a:lnTo>
                    <a:pt x="10792" y="22652"/>
                  </a:lnTo>
                  <a:cubicBezTo>
                    <a:pt x="10926" y="23353"/>
                    <a:pt x="11226" y="24087"/>
                    <a:pt x="11593" y="24687"/>
                  </a:cubicBezTo>
                  <a:cubicBezTo>
                    <a:pt x="11927" y="25321"/>
                    <a:pt x="12394" y="25921"/>
                    <a:pt x="12460" y="26455"/>
                  </a:cubicBezTo>
                  <a:cubicBezTo>
                    <a:pt x="12560" y="26989"/>
                    <a:pt x="12293" y="27589"/>
                    <a:pt x="11927" y="28156"/>
                  </a:cubicBezTo>
                  <a:cubicBezTo>
                    <a:pt x="11493" y="28757"/>
                    <a:pt x="11093" y="29290"/>
                    <a:pt x="10526" y="29691"/>
                  </a:cubicBezTo>
                  <a:cubicBezTo>
                    <a:pt x="10059" y="30158"/>
                    <a:pt x="9425" y="30525"/>
                    <a:pt x="8824" y="30992"/>
                  </a:cubicBezTo>
                  <a:cubicBezTo>
                    <a:pt x="8557" y="31192"/>
                    <a:pt x="8257" y="31525"/>
                    <a:pt x="7990" y="31792"/>
                  </a:cubicBezTo>
                  <a:cubicBezTo>
                    <a:pt x="7890" y="31959"/>
                    <a:pt x="7790" y="32092"/>
                    <a:pt x="7657" y="32259"/>
                  </a:cubicBezTo>
                  <a:cubicBezTo>
                    <a:pt x="7623" y="32293"/>
                    <a:pt x="7523" y="32359"/>
                    <a:pt x="7490" y="32459"/>
                  </a:cubicBezTo>
                  <a:lnTo>
                    <a:pt x="7357" y="32693"/>
                  </a:lnTo>
                  <a:cubicBezTo>
                    <a:pt x="7190" y="33026"/>
                    <a:pt x="7056" y="33360"/>
                    <a:pt x="6923" y="33660"/>
                  </a:cubicBezTo>
                  <a:cubicBezTo>
                    <a:pt x="6790" y="33960"/>
                    <a:pt x="6656" y="34294"/>
                    <a:pt x="6556" y="34594"/>
                  </a:cubicBezTo>
                  <a:cubicBezTo>
                    <a:pt x="6056" y="35795"/>
                    <a:pt x="5622" y="36929"/>
                    <a:pt x="4988" y="37763"/>
                  </a:cubicBezTo>
                  <a:cubicBezTo>
                    <a:pt x="4688" y="38130"/>
                    <a:pt x="4321" y="38464"/>
                    <a:pt x="3954" y="38630"/>
                  </a:cubicBezTo>
                  <a:cubicBezTo>
                    <a:pt x="3679" y="38757"/>
                    <a:pt x="3431" y="38804"/>
                    <a:pt x="3193" y="38804"/>
                  </a:cubicBezTo>
                  <a:cubicBezTo>
                    <a:pt x="3055" y="38804"/>
                    <a:pt x="2921" y="38788"/>
                    <a:pt x="2787" y="38764"/>
                  </a:cubicBezTo>
                  <a:cubicBezTo>
                    <a:pt x="2019" y="38630"/>
                    <a:pt x="1486" y="38264"/>
                    <a:pt x="1119" y="38030"/>
                  </a:cubicBezTo>
                  <a:cubicBezTo>
                    <a:pt x="952" y="37930"/>
                    <a:pt x="785" y="37830"/>
                    <a:pt x="685" y="37730"/>
                  </a:cubicBezTo>
                  <a:lnTo>
                    <a:pt x="585" y="37630"/>
                  </a:lnTo>
                  <a:cubicBezTo>
                    <a:pt x="459" y="37533"/>
                    <a:pt x="348" y="37492"/>
                    <a:pt x="262" y="37492"/>
                  </a:cubicBezTo>
                  <a:cubicBezTo>
                    <a:pt x="53" y="37492"/>
                    <a:pt x="1" y="37736"/>
                    <a:pt x="285" y="37997"/>
                  </a:cubicBezTo>
                  <a:lnTo>
                    <a:pt x="418" y="38130"/>
                  </a:lnTo>
                  <a:cubicBezTo>
                    <a:pt x="485" y="38163"/>
                    <a:pt x="652" y="38297"/>
                    <a:pt x="819" y="38430"/>
                  </a:cubicBezTo>
                  <a:cubicBezTo>
                    <a:pt x="1186" y="38664"/>
                    <a:pt x="1786" y="39031"/>
                    <a:pt x="2653" y="39264"/>
                  </a:cubicBezTo>
                  <a:cubicBezTo>
                    <a:pt x="2824" y="39289"/>
                    <a:pt x="3004" y="39304"/>
                    <a:pt x="3188" y="39304"/>
                  </a:cubicBezTo>
                  <a:cubicBezTo>
                    <a:pt x="3506" y="39304"/>
                    <a:pt x="3837" y="39258"/>
                    <a:pt x="4154" y="39131"/>
                  </a:cubicBezTo>
                  <a:cubicBezTo>
                    <a:pt x="4721" y="38964"/>
                    <a:pt x="5122" y="38530"/>
                    <a:pt x="5489" y="38097"/>
                  </a:cubicBezTo>
                  <a:cubicBezTo>
                    <a:pt x="6222" y="37163"/>
                    <a:pt x="6656" y="35995"/>
                    <a:pt x="7257" y="34794"/>
                  </a:cubicBezTo>
                  <a:cubicBezTo>
                    <a:pt x="7357" y="34494"/>
                    <a:pt x="7523" y="34194"/>
                    <a:pt x="7657" y="33927"/>
                  </a:cubicBezTo>
                  <a:cubicBezTo>
                    <a:pt x="7824" y="33627"/>
                    <a:pt x="7957" y="33327"/>
                    <a:pt x="8124" y="33026"/>
                  </a:cubicBezTo>
                  <a:lnTo>
                    <a:pt x="8257" y="32826"/>
                  </a:lnTo>
                  <a:cubicBezTo>
                    <a:pt x="8291" y="32760"/>
                    <a:pt x="8324" y="32693"/>
                    <a:pt x="8391" y="32626"/>
                  </a:cubicBezTo>
                  <a:lnTo>
                    <a:pt x="8658" y="32259"/>
                  </a:lnTo>
                  <a:cubicBezTo>
                    <a:pt x="8858" y="31992"/>
                    <a:pt x="9091" y="31792"/>
                    <a:pt x="9358" y="31592"/>
                  </a:cubicBezTo>
                  <a:cubicBezTo>
                    <a:pt x="9858" y="31158"/>
                    <a:pt x="10526" y="30825"/>
                    <a:pt x="11126" y="30324"/>
                  </a:cubicBezTo>
                  <a:cubicBezTo>
                    <a:pt x="11693" y="29824"/>
                    <a:pt x="12260" y="29257"/>
                    <a:pt x="12660" y="28623"/>
                  </a:cubicBezTo>
                  <a:cubicBezTo>
                    <a:pt x="12861" y="28323"/>
                    <a:pt x="13094" y="27956"/>
                    <a:pt x="13194" y="27589"/>
                  </a:cubicBezTo>
                  <a:cubicBezTo>
                    <a:pt x="13328" y="27189"/>
                    <a:pt x="13394" y="26689"/>
                    <a:pt x="13328" y="26288"/>
                  </a:cubicBezTo>
                  <a:cubicBezTo>
                    <a:pt x="13294" y="25855"/>
                    <a:pt x="13094" y="25488"/>
                    <a:pt x="12927" y="25154"/>
                  </a:cubicBezTo>
                  <a:cubicBezTo>
                    <a:pt x="12727" y="24854"/>
                    <a:pt x="12527" y="24520"/>
                    <a:pt x="12360" y="24253"/>
                  </a:cubicBezTo>
                  <a:cubicBezTo>
                    <a:pt x="12093" y="23653"/>
                    <a:pt x="11826" y="23086"/>
                    <a:pt x="11693" y="22452"/>
                  </a:cubicBezTo>
                  <a:lnTo>
                    <a:pt x="11660" y="22319"/>
                  </a:lnTo>
                  <a:lnTo>
                    <a:pt x="11660" y="22252"/>
                  </a:lnTo>
                  <a:lnTo>
                    <a:pt x="11660" y="21985"/>
                  </a:lnTo>
                  <a:lnTo>
                    <a:pt x="11660" y="21518"/>
                  </a:lnTo>
                  <a:cubicBezTo>
                    <a:pt x="11660" y="21418"/>
                    <a:pt x="11660" y="21218"/>
                    <a:pt x="11693" y="21118"/>
                  </a:cubicBezTo>
                  <a:cubicBezTo>
                    <a:pt x="11693" y="20951"/>
                    <a:pt x="11760" y="20818"/>
                    <a:pt x="11793" y="20684"/>
                  </a:cubicBezTo>
                  <a:cubicBezTo>
                    <a:pt x="11960" y="20184"/>
                    <a:pt x="12293" y="19750"/>
                    <a:pt x="12760" y="19283"/>
                  </a:cubicBezTo>
                  <a:cubicBezTo>
                    <a:pt x="13194" y="18816"/>
                    <a:pt x="13795" y="18283"/>
                    <a:pt x="14128" y="17549"/>
                  </a:cubicBezTo>
                  <a:cubicBezTo>
                    <a:pt x="14495" y="16848"/>
                    <a:pt x="14662" y="16114"/>
                    <a:pt x="14628" y="15280"/>
                  </a:cubicBezTo>
                  <a:cubicBezTo>
                    <a:pt x="14595" y="14446"/>
                    <a:pt x="14195" y="13679"/>
                    <a:pt x="13795" y="13045"/>
                  </a:cubicBezTo>
                  <a:cubicBezTo>
                    <a:pt x="13361" y="12445"/>
                    <a:pt x="12861" y="11878"/>
                    <a:pt x="12594" y="11311"/>
                  </a:cubicBezTo>
                  <a:cubicBezTo>
                    <a:pt x="12260" y="10710"/>
                    <a:pt x="12127" y="10110"/>
                    <a:pt x="12227" y="9476"/>
                  </a:cubicBezTo>
                  <a:cubicBezTo>
                    <a:pt x="12260" y="8842"/>
                    <a:pt x="12560" y="8309"/>
                    <a:pt x="12927" y="7775"/>
                  </a:cubicBezTo>
                  <a:cubicBezTo>
                    <a:pt x="13294" y="7241"/>
                    <a:pt x="13761" y="6774"/>
                    <a:pt x="14161" y="6241"/>
                  </a:cubicBezTo>
                  <a:cubicBezTo>
                    <a:pt x="14595" y="5674"/>
                    <a:pt x="14962" y="5073"/>
                    <a:pt x="15062" y="4339"/>
                  </a:cubicBezTo>
                  <a:cubicBezTo>
                    <a:pt x="15129" y="3639"/>
                    <a:pt x="14962" y="2972"/>
                    <a:pt x="14628" y="2471"/>
                  </a:cubicBezTo>
                  <a:cubicBezTo>
                    <a:pt x="14328" y="1937"/>
                    <a:pt x="13895" y="1571"/>
                    <a:pt x="13461" y="1270"/>
                  </a:cubicBezTo>
                  <a:cubicBezTo>
                    <a:pt x="13061" y="970"/>
                    <a:pt x="12627" y="803"/>
                    <a:pt x="12227" y="637"/>
                  </a:cubicBezTo>
                  <a:cubicBezTo>
                    <a:pt x="11426" y="336"/>
                    <a:pt x="10759" y="203"/>
                    <a:pt x="10292" y="136"/>
                  </a:cubicBezTo>
                  <a:cubicBezTo>
                    <a:pt x="9825" y="36"/>
                    <a:pt x="9592" y="3"/>
                    <a:pt x="9592" y="3"/>
                  </a:cubicBezTo>
                  <a:cubicBezTo>
                    <a:pt x="9570" y="1"/>
                    <a:pt x="9550" y="1"/>
                    <a:pt x="95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5" name="Google Shape;975;p8"/>
            <p:cNvSpPr/>
            <p:nvPr/>
          </p:nvSpPr>
          <p:spPr>
            <a:xfrm rot="10800000">
              <a:off x="9130742" y="4346322"/>
              <a:ext cx="167398" cy="781232"/>
            </a:xfrm>
            <a:custGeom>
              <a:avLst/>
              <a:gdLst/>
              <a:ahLst/>
              <a:cxnLst/>
              <a:rect l="l" t="t" r="r" b="b"/>
              <a:pathLst>
                <a:path w="6923" h="32309" extrusionOk="0">
                  <a:moveTo>
                    <a:pt x="4881" y="1"/>
                  </a:moveTo>
                  <a:cubicBezTo>
                    <a:pt x="4761" y="1"/>
                    <a:pt x="4752" y="142"/>
                    <a:pt x="4954" y="344"/>
                  </a:cubicBezTo>
                  <a:cubicBezTo>
                    <a:pt x="4954" y="344"/>
                    <a:pt x="5087" y="411"/>
                    <a:pt x="5288" y="611"/>
                  </a:cubicBezTo>
                  <a:cubicBezTo>
                    <a:pt x="5521" y="844"/>
                    <a:pt x="5821" y="1211"/>
                    <a:pt x="6122" y="1678"/>
                  </a:cubicBezTo>
                  <a:cubicBezTo>
                    <a:pt x="6422" y="2179"/>
                    <a:pt x="6655" y="2846"/>
                    <a:pt x="6488" y="3546"/>
                  </a:cubicBezTo>
                  <a:cubicBezTo>
                    <a:pt x="6322" y="4314"/>
                    <a:pt x="5855" y="5014"/>
                    <a:pt x="5421" y="5848"/>
                  </a:cubicBezTo>
                  <a:cubicBezTo>
                    <a:pt x="4954" y="6649"/>
                    <a:pt x="4487" y="7549"/>
                    <a:pt x="4354" y="8583"/>
                  </a:cubicBezTo>
                  <a:cubicBezTo>
                    <a:pt x="4287" y="9584"/>
                    <a:pt x="4454" y="10685"/>
                    <a:pt x="4787" y="11686"/>
                  </a:cubicBezTo>
                  <a:cubicBezTo>
                    <a:pt x="5154" y="12653"/>
                    <a:pt x="5688" y="13554"/>
                    <a:pt x="5788" y="14488"/>
                  </a:cubicBezTo>
                  <a:cubicBezTo>
                    <a:pt x="5821" y="14721"/>
                    <a:pt x="5788" y="14988"/>
                    <a:pt x="5788" y="15188"/>
                  </a:cubicBezTo>
                  <a:cubicBezTo>
                    <a:pt x="5755" y="15388"/>
                    <a:pt x="5755" y="15655"/>
                    <a:pt x="5655" y="15855"/>
                  </a:cubicBezTo>
                  <a:cubicBezTo>
                    <a:pt x="5521" y="16255"/>
                    <a:pt x="5354" y="16689"/>
                    <a:pt x="5188" y="17089"/>
                  </a:cubicBezTo>
                  <a:cubicBezTo>
                    <a:pt x="5121" y="17223"/>
                    <a:pt x="5087" y="17323"/>
                    <a:pt x="4987" y="17423"/>
                  </a:cubicBezTo>
                  <a:lnTo>
                    <a:pt x="4921" y="17590"/>
                  </a:lnTo>
                  <a:lnTo>
                    <a:pt x="4854" y="17690"/>
                  </a:lnTo>
                  <a:lnTo>
                    <a:pt x="4821" y="17823"/>
                  </a:lnTo>
                  <a:cubicBezTo>
                    <a:pt x="4754" y="18057"/>
                    <a:pt x="4654" y="18257"/>
                    <a:pt x="4520" y="18490"/>
                  </a:cubicBezTo>
                  <a:cubicBezTo>
                    <a:pt x="4420" y="18691"/>
                    <a:pt x="4287" y="18891"/>
                    <a:pt x="4120" y="19057"/>
                  </a:cubicBezTo>
                  <a:cubicBezTo>
                    <a:pt x="3953" y="19224"/>
                    <a:pt x="3787" y="19391"/>
                    <a:pt x="3620" y="19658"/>
                  </a:cubicBezTo>
                  <a:cubicBezTo>
                    <a:pt x="3453" y="19891"/>
                    <a:pt x="3420" y="20192"/>
                    <a:pt x="3353" y="20392"/>
                  </a:cubicBezTo>
                  <a:cubicBezTo>
                    <a:pt x="3320" y="20592"/>
                    <a:pt x="3320" y="20825"/>
                    <a:pt x="3320" y="21026"/>
                  </a:cubicBezTo>
                  <a:cubicBezTo>
                    <a:pt x="3353" y="21392"/>
                    <a:pt x="3420" y="21693"/>
                    <a:pt x="3420" y="21893"/>
                  </a:cubicBezTo>
                  <a:lnTo>
                    <a:pt x="3420" y="21859"/>
                  </a:lnTo>
                  <a:cubicBezTo>
                    <a:pt x="3420" y="22393"/>
                    <a:pt x="3653" y="22894"/>
                    <a:pt x="3953" y="23227"/>
                  </a:cubicBezTo>
                  <a:cubicBezTo>
                    <a:pt x="4187" y="23594"/>
                    <a:pt x="4520" y="23928"/>
                    <a:pt x="4754" y="24261"/>
                  </a:cubicBezTo>
                  <a:cubicBezTo>
                    <a:pt x="4987" y="24595"/>
                    <a:pt x="5121" y="24995"/>
                    <a:pt x="5154" y="25362"/>
                  </a:cubicBezTo>
                  <a:cubicBezTo>
                    <a:pt x="5188" y="25729"/>
                    <a:pt x="5121" y="26096"/>
                    <a:pt x="5087" y="26496"/>
                  </a:cubicBezTo>
                  <a:cubicBezTo>
                    <a:pt x="4954" y="27230"/>
                    <a:pt x="4487" y="27830"/>
                    <a:pt x="3953" y="28197"/>
                  </a:cubicBezTo>
                  <a:cubicBezTo>
                    <a:pt x="3420" y="28598"/>
                    <a:pt x="2819" y="28864"/>
                    <a:pt x="2319" y="29165"/>
                  </a:cubicBezTo>
                  <a:cubicBezTo>
                    <a:pt x="1818" y="29398"/>
                    <a:pt x="1318" y="29698"/>
                    <a:pt x="985" y="30032"/>
                  </a:cubicBezTo>
                  <a:cubicBezTo>
                    <a:pt x="784" y="30165"/>
                    <a:pt x="651" y="30366"/>
                    <a:pt x="518" y="30532"/>
                  </a:cubicBezTo>
                  <a:cubicBezTo>
                    <a:pt x="384" y="30699"/>
                    <a:pt x="317" y="30866"/>
                    <a:pt x="217" y="31033"/>
                  </a:cubicBezTo>
                  <a:cubicBezTo>
                    <a:pt x="184" y="31166"/>
                    <a:pt x="151" y="31333"/>
                    <a:pt x="117" y="31433"/>
                  </a:cubicBezTo>
                  <a:cubicBezTo>
                    <a:pt x="51" y="31566"/>
                    <a:pt x="17" y="31700"/>
                    <a:pt x="17" y="31767"/>
                  </a:cubicBezTo>
                  <a:lnTo>
                    <a:pt x="17" y="32033"/>
                  </a:lnTo>
                  <a:cubicBezTo>
                    <a:pt x="0" y="32217"/>
                    <a:pt x="51" y="32309"/>
                    <a:pt x="113" y="32309"/>
                  </a:cubicBezTo>
                  <a:cubicBezTo>
                    <a:pt x="176" y="32309"/>
                    <a:pt x="251" y="32217"/>
                    <a:pt x="284" y="32033"/>
                  </a:cubicBezTo>
                  <a:cubicBezTo>
                    <a:pt x="284" y="32033"/>
                    <a:pt x="317" y="31933"/>
                    <a:pt x="317" y="31767"/>
                  </a:cubicBezTo>
                  <a:cubicBezTo>
                    <a:pt x="317" y="31700"/>
                    <a:pt x="351" y="31600"/>
                    <a:pt x="384" y="31500"/>
                  </a:cubicBezTo>
                  <a:cubicBezTo>
                    <a:pt x="451" y="31400"/>
                    <a:pt x="451" y="31233"/>
                    <a:pt x="518" y="31099"/>
                  </a:cubicBezTo>
                  <a:cubicBezTo>
                    <a:pt x="718" y="30532"/>
                    <a:pt x="1452" y="29899"/>
                    <a:pt x="2486" y="29398"/>
                  </a:cubicBezTo>
                  <a:cubicBezTo>
                    <a:pt x="3019" y="29165"/>
                    <a:pt x="3620" y="28864"/>
                    <a:pt x="4187" y="28431"/>
                  </a:cubicBezTo>
                  <a:cubicBezTo>
                    <a:pt x="4787" y="28031"/>
                    <a:pt x="5321" y="27363"/>
                    <a:pt x="5488" y="26529"/>
                  </a:cubicBezTo>
                  <a:cubicBezTo>
                    <a:pt x="5554" y="26163"/>
                    <a:pt x="5655" y="25729"/>
                    <a:pt x="5621" y="25262"/>
                  </a:cubicBezTo>
                  <a:cubicBezTo>
                    <a:pt x="5554" y="24862"/>
                    <a:pt x="5388" y="24395"/>
                    <a:pt x="5154" y="24028"/>
                  </a:cubicBezTo>
                  <a:cubicBezTo>
                    <a:pt x="4921" y="23661"/>
                    <a:pt x="4554" y="23327"/>
                    <a:pt x="4320" y="22994"/>
                  </a:cubicBezTo>
                  <a:cubicBezTo>
                    <a:pt x="4053" y="22660"/>
                    <a:pt x="3853" y="22260"/>
                    <a:pt x="3853" y="21859"/>
                  </a:cubicBezTo>
                  <a:cubicBezTo>
                    <a:pt x="3853" y="21693"/>
                    <a:pt x="3820" y="21392"/>
                    <a:pt x="3820" y="21026"/>
                  </a:cubicBezTo>
                  <a:cubicBezTo>
                    <a:pt x="3820" y="20692"/>
                    <a:pt x="3820" y="20258"/>
                    <a:pt x="4020" y="19925"/>
                  </a:cubicBezTo>
                  <a:cubicBezTo>
                    <a:pt x="4153" y="19758"/>
                    <a:pt x="4320" y="19591"/>
                    <a:pt x="4487" y="19391"/>
                  </a:cubicBezTo>
                  <a:cubicBezTo>
                    <a:pt x="4654" y="19191"/>
                    <a:pt x="4821" y="18991"/>
                    <a:pt x="4954" y="18724"/>
                  </a:cubicBezTo>
                  <a:cubicBezTo>
                    <a:pt x="5087" y="18490"/>
                    <a:pt x="5188" y="18224"/>
                    <a:pt x="5321" y="17923"/>
                  </a:cubicBezTo>
                  <a:lnTo>
                    <a:pt x="5321" y="17890"/>
                  </a:lnTo>
                  <a:lnTo>
                    <a:pt x="5354" y="17823"/>
                  </a:lnTo>
                  <a:lnTo>
                    <a:pt x="5454" y="17656"/>
                  </a:lnTo>
                  <a:cubicBezTo>
                    <a:pt x="5488" y="17523"/>
                    <a:pt x="5554" y="17423"/>
                    <a:pt x="5655" y="17356"/>
                  </a:cubicBezTo>
                  <a:cubicBezTo>
                    <a:pt x="5855" y="16923"/>
                    <a:pt x="6021" y="16522"/>
                    <a:pt x="6155" y="16022"/>
                  </a:cubicBezTo>
                  <a:cubicBezTo>
                    <a:pt x="6222" y="15755"/>
                    <a:pt x="6222" y="15522"/>
                    <a:pt x="6288" y="15255"/>
                  </a:cubicBezTo>
                  <a:cubicBezTo>
                    <a:pt x="6288" y="15021"/>
                    <a:pt x="6288" y="14721"/>
                    <a:pt x="6222" y="14488"/>
                  </a:cubicBezTo>
                  <a:cubicBezTo>
                    <a:pt x="6155" y="13920"/>
                    <a:pt x="5988" y="13420"/>
                    <a:pt x="5788" y="12953"/>
                  </a:cubicBezTo>
                  <a:cubicBezTo>
                    <a:pt x="5554" y="12486"/>
                    <a:pt x="5354" y="12019"/>
                    <a:pt x="5188" y="11552"/>
                  </a:cubicBezTo>
                  <a:cubicBezTo>
                    <a:pt x="4854" y="10585"/>
                    <a:pt x="4687" y="9584"/>
                    <a:pt x="4787" y="8617"/>
                  </a:cubicBezTo>
                  <a:cubicBezTo>
                    <a:pt x="4854" y="7683"/>
                    <a:pt x="5288" y="6815"/>
                    <a:pt x="5755" y="6015"/>
                  </a:cubicBezTo>
                  <a:cubicBezTo>
                    <a:pt x="6188" y="5214"/>
                    <a:pt x="6655" y="4480"/>
                    <a:pt x="6822" y="3646"/>
                  </a:cubicBezTo>
                  <a:cubicBezTo>
                    <a:pt x="6922" y="3213"/>
                    <a:pt x="6855" y="2813"/>
                    <a:pt x="6789" y="2446"/>
                  </a:cubicBezTo>
                  <a:cubicBezTo>
                    <a:pt x="6655" y="2079"/>
                    <a:pt x="6522" y="1778"/>
                    <a:pt x="6355" y="1545"/>
                  </a:cubicBezTo>
                  <a:cubicBezTo>
                    <a:pt x="6021" y="1045"/>
                    <a:pt x="5755" y="678"/>
                    <a:pt x="5488" y="444"/>
                  </a:cubicBezTo>
                  <a:cubicBezTo>
                    <a:pt x="5254" y="244"/>
                    <a:pt x="5121" y="111"/>
                    <a:pt x="5121" y="111"/>
                  </a:cubicBezTo>
                  <a:cubicBezTo>
                    <a:pt x="5022" y="34"/>
                    <a:pt x="4939" y="1"/>
                    <a:pt x="48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976" name="Google Shape;976;p8"/>
            <p:cNvGrpSpPr/>
            <p:nvPr/>
          </p:nvGrpSpPr>
          <p:grpSpPr>
            <a:xfrm rot="10800000">
              <a:off x="7880209" y="4031075"/>
              <a:ext cx="1371224" cy="893717"/>
              <a:chOff x="7958786" y="3965004"/>
              <a:chExt cx="1371224" cy="893717"/>
            </a:xfrm>
          </p:grpSpPr>
          <p:sp>
            <p:nvSpPr>
              <p:cNvPr id="977" name="Google Shape;977;p8"/>
              <p:cNvSpPr/>
              <p:nvPr/>
            </p:nvSpPr>
            <p:spPr>
              <a:xfrm rot="10800000">
                <a:off x="9329985" y="4421522"/>
                <a:ext cx="24" cy="24"/>
              </a:xfrm>
              <a:custGeom>
                <a:avLst/>
                <a:gdLst/>
                <a:ahLst/>
                <a:cxnLst/>
                <a:rect l="l" t="t" r="r" b="b"/>
                <a:pathLst>
                  <a:path w="1" h="1" fill="none" extrusionOk="0">
                    <a:moveTo>
                      <a:pt x="1" y="0"/>
                    </a:moveTo>
                    <a:close/>
                  </a:path>
                </a:pathLst>
              </a:custGeom>
              <a:solidFill>
                <a:schemeClr val="dk1"/>
              </a:solidFill>
              <a:ln w="5000" cap="flat" cmpd="sng">
                <a:solidFill>
                  <a:srgbClr val="02570B"/>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8" name="Google Shape;978;p8"/>
              <p:cNvSpPr/>
              <p:nvPr/>
            </p:nvSpPr>
            <p:spPr>
              <a:xfrm rot="10800000">
                <a:off x="8457257" y="3985992"/>
                <a:ext cx="516630" cy="263997"/>
              </a:xfrm>
              <a:custGeom>
                <a:avLst/>
                <a:gdLst/>
                <a:ahLst/>
                <a:cxnLst/>
                <a:rect l="l" t="t" r="r" b="b"/>
                <a:pathLst>
                  <a:path w="21366" h="10918" extrusionOk="0">
                    <a:moveTo>
                      <a:pt x="8236" y="1"/>
                    </a:moveTo>
                    <a:cubicBezTo>
                      <a:pt x="7955" y="1"/>
                      <a:pt x="7679" y="52"/>
                      <a:pt x="7422" y="144"/>
                    </a:cubicBezTo>
                    <a:cubicBezTo>
                      <a:pt x="5587" y="911"/>
                      <a:pt x="4720" y="2645"/>
                      <a:pt x="3920" y="3946"/>
                    </a:cubicBezTo>
                    <a:cubicBezTo>
                      <a:pt x="3519" y="4613"/>
                      <a:pt x="3119" y="5214"/>
                      <a:pt x="2719" y="5714"/>
                    </a:cubicBezTo>
                    <a:cubicBezTo>
                      <a:pt x="2519" y="5948"/>
                      <a:pt x="2285" y="6148"/>
                      <a:pt x="2085" y="6381"/>
                    </a:cubicBezTo>
                    <a:cubicBezTo>
                      <a:pt x="1885" y="6582"/>
                      <a:pt x="1685" y="6748"/>
                      <a:pt x="1518" y="6915"/>
                    </a:cubicBezTo>
                    <a:cubicBezTo>
                      <a:pt x="1118" y="7149"/>
                      <a:pt x="851" y="7415"/>
                      <a:pt x="584" y="7549"/>
                    </a:cubicBezTo>
                    <a:cubicBezTo>
                      <a:pt x="350" y="7649"/>
                      <a:pt x="217" y="7749"/>
                      <a:pt x="217" y="7749"/>
                    </a:cubicBezTo>
                    <a:cubicBezTo>
                      <a:pt x="1" y="7884"/>
                      <a:pt x="47" y="8128"/>
                      <a:pt x="232" y="8128"/>
                    </a:cubicBezTo>
                    <a:cubicBezTo>
                      <a:pt x="275" y="8128"/>
                      <a:pt x="326" y="8114"/>
                      <a:pt x="384" y="8083"/>
                    </a:cubicBezTo>
                    <a:cubicBezTo>
                      <a:pt x="384" y="8083"/>
                      <a:pt x="517" y="7983"/>
                      <a:pt x="751" y="7882"/>
                    </a:cubicBezTo>
                    <a:cubicBezTo>
                      <a:pt x="1017" y="7782"/>
                      <a:pt x="1351" y="7549"/>
                      <a:pt x="1751" y="7249"/>
                    </a:cubicBezTo>
                    <a:cubicBezTo>
                      <a:pt x="1918" y="7082"/>
                      <a:pt x="2185" y="6915"/>
                      <a:pt x="2385" y="6715"/>
                    </a:cubicBezTo>
                    <a:cubicBezTo>
                      <a:pt x="2585" y="6481"/>
                      <a:pt x="2852" y="6248"/>
                      <a:pt x="3052" y="5981"/>
                    </a:cubicBezTo>
                    <a:cubicBezTo>
                      <a:pt x="3453" y="5447"/>
                      <a:pt x="3920" y="4880"/>
                      <a:pt x="4353" y="4213"/>
                    </a:cubicBezTo>
                    <a:cubicBezTo>
                      <a:pt x="4553" y="3846"/>
                      <a:pt x="4787" y="3513"/>
                      <a:pt x="5020" y="3212"/>
                    </a:cubicBezTo>
                    <a:cubicBezTo>
                      <a:pt x="5220" y="2812"/>
                      <a:pt x="5454" y="2479"/>
                      <a:pt x="5721" y="2178"/>
                    </a:cubicBezTo>
                    <a:cubicBezTo>
                      <a:pt x="6221" y="1578"/>
                      <a:pt x="6888" y="978"/>
                      <a:pt x="7589" y="744"/>
                    </a:cubicBezTo>
                    <a:cubicBezTo>
                      <a:pt x="7756" y="677"/>
                      <a:pt x="7931" y="644"/>
                      <a:pt x="8106" y="644"/>
                    </a:cubicBezTo>
                    <a:cubicBezTo>
                      <a:pt x="8281" y="644"/>
                      <a:pt x="8456" y="677"/>
                      <a:pt x="8623" y="744"/>
                    </a:cubicBezTo>
                    <a:cubicBezTo>
                      <a:pt x="8956" y="844"/>
                      <a:pt x="9257" y="1111"/>
                      <a:pt x="9524" y="1411"/>
                    </a:cubicBezTo>
                    <a:cubicBezTo>
                      <a:pt x="10024" y="1978"/>
                      <a:pt x="10257" y="2745"/>
                      <a:pt x="10558" y="3446"/>
                    </a:cubicBezTo>
                    <a:cubicBezTo>
                      <a:pt x="10691" y="3813"/>
                      <a:pt x="10858" y="4180"/>
                      <a:pt x="11058" y="4580"/>
                    </a:cubicBezTo>
                    <a:cubicBezTo>
                      <a:pt x="11258" y="4947"/>
                      <a:pt x="11558" y="5381"/>
                      <a:pt x="12059" y="5581"/>
                    </a:cubicBezTo>
                    <a:cubicBezTo>
                      <a:pt x="12305" y="5687"/>
                      <a:pt x="12571" y="5727"/>
                      <a:pt x="12835" y="5727"/>
                    </a:cubicBezTo>
                    <a:cubicBezTo>
                      <a:pt x="13071" y="5727"/>
                      <a:pt x="13306" y="5695"/>
                      <a:pt x="13526" y="5648"/>
                    </a:cubicBezTo>
                    <a:cubicBezTo>
                      <a:pt x="13727" y="5614"/>
                      <a:pt x="13960" y="5547"/>
                      <a:pt x="14194" y="5447"/>
                    </a:cubicBezTo>
                    <a:lnTo>
                      <a:pt x="14794" y="5214"/>
                    </a:lnTo>
                    <a:cubicBezTo>
                      <a:pt x="15228" y="4980"/>
                      <a:pt x="15595" y="4814"/>
                      <a:pt x="15961" y="4714"/>
                    </a:cubicBezTo>
                    <a:cubicBezTo>
                      <a:pt x="16204" y="4633"/>
                      <a:pt x="16434" y="4589"/>
                      <a:pt x="16645" y="4589"/>
                    </a:cubicBezTo>
                    <a:cubicBezTo>
                      <a:pt x="16782" y="4589"/>
                      <a:pt x="16910" y="4607"/>
                      <a:pt x="17029" y="4647"/>
                    </a:cubicBezTo>
                    <a:cubicBezTo>
                      <a:pt x="17296" y="4780"/>
                      <a:pt x="17563" y="5080"/>
                      <a:pt x="17729" y="5414"/>
                    </a:cubicBezTo>
                    <a:cubicBezTo>
                      <a:pt x="17896" y="5781"/>
                      <a:pt x="18063" y="6115"/>
                      <a:pt x="18130" y="6481"/>
                    </a:cubicBezTo>
                    <a:cubicBezTo>
                      <a:pt x="18363" y="7249"/>
                      <a:pt x="18430" y="7949"/>
                      <a:pt x="18630" y="8616"/>
                    </a:cubicBezTo>
                    <a:cubicBezTo>
                      <a:pt x="18797" y="9283"/>
                      <a:pt x="19097" y="9884"/>
                      <a:pt x="19531" y="10251"/>
                    </a:cubicBezTo>
                    <a:cubicBezTo>
                      <a:pt x="19898" y="10618"/>
                      <a:pt x="20298" y="10785"/>
                      <a:pt x="20598" y="10818"/>
                    </a:cubicBezTo>
                    <a:cubicBezTo>
                      <a:pt x="20865" y="10918"/>
                      <a:pt x="21032" y="10918"/>
                      <a:pt x="21032" y="10918"/>
                    </a:cubicBezTo>
                    <a:cubicBezTo>
                      <a:pt x="21365" y="10918"/>
                      <a:pt x="21365" y="10618"/>
                      <a:pt x="21132" y="10484"/>
                    </a:cubicBezTo>
                    <a:cubicBezTo>
                      <a:pt x="21132" y="10484"/>
                      <a:pt x="20998" y="10484"/>
                      <a:pt x="20765" y="10418"/>
                    </a:cubicBezTo>
                    <a:cubicBezTo>
                      <a:pt x="20498" y="10384"/>
                      <a:pt x="20164" y="10217"/>
                      <a:pt x="19831" y="9917"/>
                    </a:cubicBezTo>
                    <a:cubicBezTo>
                      <a:pt x="19564" y="9617"/>
                      <a:pt x="19297" y="9117"/>
                      <a:pt x="19130" y="8483"/>
                    </a:cubicBezTo>
                    <a:cubicBezTo>
                      <a:pt x="18997" y="7882"/>
                      <a:pt x="18897" y="7149"/>
                      <a:pt x="18730" y="6381"/>
                    </a:cubicBezTo>
                    <a:cubicBezTo>
                      <a:pt x="18630" y="5948"/>
                      <a:pt x="18497" y="5581"/>
                      <a:pt x="18296" y="5147"/>
                    </a:cubicBezTo>
                    <a:cubicBezTo>
                      <a:pt x="18096" y="4780"/>
                      <a:pt x="17863" y="4380"/>
                      <a:pt x="17329" y="4113"/>
                    </a:cubicBezTo>
                    <a:cubicBezTo>
                      <a:pt x="17106" y="4002"/>
                      <a:pt x="16853" y="3959"/>
                      <a:pt x="16605" y="3959"/>
                    </a:cubicBezTo>
                    <a:cubicBezTo>
                      <a:pt x="16334" y="3959"/>
                      <a:pt x="16070" y="4010"/>
                      <a:pt x="15861" y="4080"/>
                    </a:cubicBezTo>
                    <a:cubicBezTo>
                      <a:pt x="15394" y="4213"/>
                      <a:pt x="15027" y="4413"/>
                      <a:pt x="14594" y="4580"/>
                    </a:cubicBezTo>
                    <a:cubicBezTo>
                      <a:pt x="14394" y="4714"/>
                      <a:pt x="14227" y="4747"/>
                      <a:pt x="14027" y="4814"/>
                    </a:cubicBezTo>
                    <a:cubicBezTo>
                      <a:pt x="13793" y="4914"/>
                      <a:pt x="13626" y="4947"/>
                      <a:pt x="13426" y="4980"/>
                    </a:cubicBezTo>
                    <a:cubicBezTo>
                      <a:pt x="13256" y="5027"/>
                      <a:pt x="13086" y="5052"/>
                      <a:pt x="12922" y="5052"/>
                    </a:cubicBezTo>
                    <a:cubicBezTo>
                      <a:pt x="12733" y="5052"/>
                      <a:pt x="12553" y="5019"/>
                      <a:pt x="12392" y="4947"/>
                    </a:cubicBezTo>
                    <a:cubicBezTo>
                      <a:pt x="12125" y="4814"/>
                      <a:pt x="11892" y="4580"/>
                      <a:pt x="11725" y="4247"/>
                    </a:cubicBezTo>
                    <a:cubicBezTo>
                      <a:pt x="11558" y="3913"/>
                      <a:pt x="11392" y="3546"/>
                      <a:pt x="11258" y="3212"/>
                    </a:cubicBezTo>
                    <a:cubicBezTo>
                      <a:pt x="10958" y="2479"/>
                      <a:pt x="10691" y="1645"/>
                      <a:pt x="10091" y="944"/>
                    </a:cubicBezTo>
                    <a:cubicBezTo>
                      <a:pt x="9790" y="611"/>
                      <a:pt x="9423" y="277"/>
                      <a:pt x="8923" y="110"/>
                    </a:cubicBezTo>
                    <a:cubicBezTo>
                      <a:pt x="8698" y="35"/>
                      <a:pt x="8466" y="1"/>
                      <a:pt x="82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9" name="Google Shape;979;p8"/>
              <p:cNvSpPr/>
              <p:nvPr/>
            </p:nvSpPr>
            <p:spPr>
              <a:xfrm rot="10800000">
                <a:off x="8773434" y="4204555"/>
                <a:ext cx="17772" cy="18594"/>
              </a:xfrm>
              <a:custGeom>
                <a:avLst/>
                <a:gdLst/>
                <a:ahLst/>
                <a:cxnLst/>
                <a:rect l="l" t="t" r="r" b="b"/>
                <a:pathLst>
                  <a:path w="735" h="769" extrusionOk="0">
                    <a:moveTo>
                      <a:pt x="568" y="1"/>
                    </a:moveTo>
                    <a:cubicBezTo>
                      <a:pt x="568" y="1"/>
                      <a:pt x="334" y="101"/>
                      <a:pt x="201" y="201"/>
                    </a:cubicBezTo>
                    <a:cubicBezTo>
                      <a:pt x="134" y="335"/>
                      <a:pt x="0" y="601"/>
                      <a:pt x="0" y="601"/>
                    </a:cubicBezTo>
                    <a:cubicBezTo>
                      <a:pt x="0" y="601"/>
                      <a:pt x="134" y="768"/>
                      <a:pt x="167" y="768"/>
                    </a:cubicBezTo>
                    <a:cubicBezTo>
                      <a:pt x="167" y="768"/>
                      <a:pt x="401" y="668"/>
                      <a:pt x="534" y="535"/>
                    </a:cubicBezTo>
                    <a:cubicBezTo>
                      <a:pt x="634" y="435"/>
                      <a:pt x="734" y="168"/>
                      <a:pt x="734" y="168"/>
                    </a:cubicBezTo>
                    <a:lnTo>
                      <a:pt x="56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0" name="Google Shape;980;p8"/>
              <p:cNvSpPr/>
              <p:nvPr/>
            </p:nvSpPr>
            <p:spPr>
              <a:xfrm rot="10800000">
                <a:off x="8758104" y="4179553"/>
                <a:ext cx="27468" cy="32304"/>
              </a:xfrm>
              <a:custGeom>
                <a:avLst/>
                <a:gdLst/>
                <a:ahLst/>
                <a:cxnLst/>
                <a:rect l="l" t="t" r="r" b="b"/>
                <a:pathLst>
                  <a:path w="1136" h="1336" extrusionOk="0">
                    <a:moveTo>
                      <a:pt x="968" y="1"/>
                    </a:moveTo>
                    <a:cubicBezTo>
                      <a:pt x="968" y="1"/>
                      <a:pt x="835" y="34"/>
                      <a:pt x="735" y="134"/>
                    </a:cubicBezTo>
                    <a:cubicBezTo>
                      <a:pt x="601" y="201"/>
                      <a:pt x="468" y="335"/>
                      <a:pt x="335" y="468"/>
                    </a:cubicBezTo>
                    <a:cubicBezTo>
                      <a:pt x="268" y="568"/>
                      <a:pt x="134" y="735"/>
                      <a:pt x="101" y="902"/>
                    </a:cubicBezTo>
                    <a:lnTo>
                      <a:pt x="1" y="1168"/>
                    </a:lnTo>
                    <a:cubicBezTo>
                      <a:pt x="68" y="1202"/>
                      <a:pt x="234" y="1302"/>
                      <a:pt x="268" y="1335"/>
                    </a:cubicBezTo>
                    <a:cubicBezTo>
                      <a:pt x="268" y="1335"/>
                      <a:pt x="335" y="1235"/>
                      <a:pt x="435" y="1135"/>
                    </a:cubicBezTo>
                    <a:cubicBezTo>
                      <a:pt x="501" y="1002"/>
                      <a:pt x="635" y="902"/>
                      <a:pt x="735" y="802"/>
                    </a:cubicBezTo>
                    <a:lnTo>
                      <a:pt x="968" y="401"/>
                    </a:lnTo>
                    <a:cubicBezTo>
                      <a:pt x="1068" y="301"/>
                      <a:pt x="1135" y="201"/>
                      <a:pt x="1135" y="201"/>
                    </a:cubicBezTo>
                    <a:cubicBezTo>
                      <a:pt x="1135" y="168"/>
                      <a:pt x="968" y="1"/>
                      <a:pt x="9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1" name="Google Shape;981;p8"/>
              <p:cNvSpPr/>
              <p:nvPr/>
            </p:nvSpPr>
            <p:spPr>
              <a:xfrm rot="10800000">
                <a:off x="8746812" y="4162627"/>
                <a:ext cx="20190" cy="25824"/>
              </a:xfrm>
              <a:custGeom>
                <a:avLst/>
                <a:gdLst/>
                <a:ahLst/>
                <a:cxnLst/>
                <a:rect l="l" t="t" r="r" b="b"/>
                <a:pathLst>
                  <a:path w="835" h="1068" extrusionOk="0">
                    <a:moveTo>
                      <a:pt x="634" y="0"/>
                    </a:moveTo>
                    <a:cubicBezTo>
                      <a:pt x="634" y="0"/>
                      <a:pt x="334" y="234"/>
                      <a:pt x="200" y="401"/>
                    </a:cubicBezTo>
                    <a:cubicBezTo>
                      <a:pt x="67" y="601"/>
                      <a:pt x="0" y="934"/>
                      <a:pt x="0" y="934"/>
                    </a:cubicBezTo>
                    <a:cubicBezTo>
                      <a:pt x="0" y="934"/>
                      <a:pt x="167" y="1068"/>
                      <a:pt x="200" y="1068"/>
                    </a:cubicBezTo>
                    <a:cubicBezTo>
                      <a:pt x="200" y="1068"/>
                      <a:pt x="501" y="834"/>
                      <a:pt x="634" y="667"/>
                    </a:cubicBezTo>
                    <a:cubicBezTo>
                      <a:pt x="734" y="434"/>
                      <a:pt x="834" y="100"/>
                      <a:pt x="834" y="100"/>
                    </a:cubicBezTo>
                    <a:lnTo>
                      <a:pt x="6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2" name="Google Shape;982;p8"/>
              <p:cNvSpPr/>
              <p:nvPr/>
            </p:nvSpPr>
            <p:spPr>
              <a:xfrm rot="10800000">
                <a:off x="8733102" y="4135835"/>
                <a:ext cx="21012" cy="26816"/>
              </a:xfrm>
              <a:custGeom>
                <a:avLst/>
                <a:gdLst/>
                <a:ahLst/>
                <a:cxnLst/>
                <a:rect l="l" t="t" r="r" b="b"/>
                <a:pathLst>
                  <a:path w="869" h="1109" extrusionOk="0">
                    <a:moveTo>
                      <a:pt x="735" y="1"/>
                    </a:moveTo>
                    <a:cubicBezTo>
                      <a:pt x="735" y="1"/>
                      <a:pt x="668" y="34"/>
                      <a:pt x="535" y="134"/>
                    </a:cubicBezTo>
                    <a:cubicBezTo>
                      <a:pt x="435" y="201"/>
                      <a:pt x="301" y="334"/>
                      <a:pt x="201" y="434"/>
                    </a:cubicBezTo>
                    <a:cubicBezTo>
                      <a:pt x="101" y="635"/>
                      <a:pt x="1" y="1001"/>
                      <a:pt x="1" y="1001"/>
                    </a:cubicBezTo>
                    <a:cubicBezTo>
                      <a:pt x="1" y="1030"/>
                      <a:pt x="124" y="1108"/>
                      <a:pt x="180" y="1108"/>
                    </a:cubicBezTo>
                    <a:cubicBezTo>
                      <a:pt x="189" y="1108"/>
                      <a:pt x="196" y="1106"/>
                      <a:pt x="201" y="1102"/>
                    </a:cubicBezTo>
                    <a:cubicBezTo>
                      <a:pt x="201" y="1102"/>
                      <a:pt x="501" y="835"/>
                      <a:pt x="635" y="668"/>
                    </a:cubicBezTo>
                    <a:cubicBezTo>
                      <a:pt x="668" y="601"/>
                      <a:pt x="735" y="468"/>
                      <a:pt x="801" y="368"/>
                    </a:cubicBezTo>
                    <a:lnTo>
                      <a:pt x="868" y="201"/>
                    </a:lnTo>
                    <a:lnTo>
                      <a:pt x="73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3" name="Google Shape;983;p8"/>
              <p:cNvSpPr/>
              <p:nvPr/>
            </p:nvSpPr>
            <p:spPr>
              <a:xfrm rot="10800000">
                <a:off x="8716176" y="4101330"/>
                <a:ext cx="12936" cy="21786"/>
              </a:xfrm>
              <a:custGeom>
                <a:avLst/>
                <a:gdLst/>
                <a:ahLst/>
                <a:cxnLst/>
                <a:rect l="l" t="t" r="r" b="b"/>
                <a:pathLst>
                  <a:path w="535" h="901" extrusionOk="0">
                    <a:moveTo>
                      <a:pt x="168" y="0"/>
                    </a:moveTo>
                    <a:lnTo>
                      <a:pt x="68" y="367"/>
                    </a:lnTo>
                    <a:lnTo>
                      <a:pt x="68" y="567"/>
                    </a:lnTo>
                    <a:cubicBezTo>
                      <a:pt x="1" y="667"/>
                      <a:pt x="1" y="701"/>
                      <a:pt x="1" y="701"/>
                    </a:cubicBezTo>
                    <a:cubicBezTo>
                      <a:pt x="1" y="734"/>
                      <a:pt x="168" y="868"/>
                      <a:pt x="168" y="901"/>
                    </a:cubicBezTo>
                    <a:cubicBezTo>
                      <a:pt x="168" y="901"/>
                      <a:pt x="268" y="868"/>
                      <a:pt x="335" y="767"/>
                    </a:cubicBezTo>
                    <a:cubicBezTo>
                      <a:pt x="435" y="701"/>
                      <a:pt x="501" y="534"/>
                      <a:pt x="501" y="467"/>
                    </a:cubicBezTo>
                    <a:cubicBezTo>
                      <a:pt x="535" y="234"/>
                      <a:pt x="435" y="0"/>
                      <a:pt x="4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4" name="Google Shape;984;p8"/>
              <p:cNvSpPr/>
              <p:nvPr/>
            </p:nvSpPr>
            <p:spPr>
              <a:xfrm rot="10800000">
                <a:off x="8556467" y="4095672"/>
                <a:ext cx="28266" cy="20190"/>
              </a:xfrm>
              <a:custGeom>
                <a:avLst/>
                <a:gdLst/>
                <a:ahLst/>
                <a:cxnLst/>
                <a:rect l="l" t="t" r="r" b="b"/>
                <a:pathLst>
                  <a:path w="1169" h="835" extrusionOk="0">
                    <a:moveTo>
                      <a:pt x="835" y="0"/>
                    </a:moveTo>
                    <a:cubicBezTo>
                      <a:pt x="701" y="0"/>
                      <a:pt x="535" y="67"/>
                      <a:pt x="401" y="101"/>
                    </a:cubicBezTo>
                    <a:cubicBezTo>
                      <a:pt x="334" y="201"/>
                      <a:pt x="201" y="267"/>
                      <a:pt x="134" y="401"/>
                    </a:cubicBezTo>
                    <a:cubicBezTo>
                      <a:pt x="34" y="534"/>
                      <a:pt x="1" y="601"/>
                      <a:pt x="1" y="601"/>
                    </a:cubicBezTo>
                    <a:cubicBezTo>
                      <a:pt x="1" y="668"/>
                      <a:pt x="134" y="768"/>
                      <a:pt x="134" y="834"/>
                    </a:cubicBezTo>
                    <a:cubicBezTo>
                      <a:pt x="134" y="834"/>
                      <a:pt x="201" y="768"/>
                      <a:pt x="334" y="734"/>
                    </a:cubicBezTo>
                    <a:cubicBezTo>
                      <a:pt x="468" y="701"/>
                      <a:pt x="568" y="668"/>
                      <a:pt x="668" y="568"/>
                    </a:cubicBezTo>
                    <a:cubicBezTo>
                      <a:pt x="735" y="534"/>
                      <a:pt x="868" y="401"/>
                      <a:pt x="968" y="367"/>
                    </a:cubicBezTo>
                    <a:cubicBezTo>
                      <a:pt x="1035" y="267"/>
                      <a:pt x="1135" y="234"/>
                      <a:pt x="1135" y="234"/>
                    </a:cubicBezTo>
                    <a:cubicBezTo>
                      <a:pt x="1168" y="234"/>
                      <a:pt x="1068" y="0"/>
                      <a:pt x="10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5" name="Google Shape;985;p8"/>
              <p:cNvSpPr/>
              <p:nvPr/>
            </p:nvSpPr>
            <p:spPr>
              <a:xfrm rot="10800000">
                <a:off x="8554049" y="4069050"/>
                <a:ext cx="19392" cy="17772"/>
              </a:xfrm>
              <a:custGeom>
                <a:avLst/>
                <a:gdLst/>
                <a:ahLst/>
                <a:cxnLst/>
                <a:rect l="l" t="t" r="r" b="b"/>
                <a:pathLst>
                  <a:path w="802" h="735" extrusionOk="0">
                    <a:moveTo>
                      <a:pt x="635" y="0"/>
                    </a:moveTo>
                    <a:cubicBezTo>
                      <a:pt x="635" y="0"/>
                      <a:pt x="334" y="67"/>
                      <a:pt x="201" y="200"/>
                    </a:cubicBezTo>
                    <a:cubicBezTo>
                      <a:pt x="168" y="234"/>
                      <a:pt x="68" y="367"/>
                      <a:pt x="34" y="467"/>
                    </a:cubicBezTo>
                    <a:cubicBezTo>
                      <a:pt x="1" y="534"/>
                      <a:pt x="1" y="634"/>
                      <a:pt x="1" y="634"/>
                    </a:cubicBezTo>
                    <a:cubicBezTo>
                      <a:pt x="34" y="634"/>
                      <a:pt x="201" y="701"/>
                      <a:pt x="201" y="734"/>
                    </a:cubicBezTo>
                    <a:cubicBezTo>
                      <a:pt x="201" y="734"/>
                      <a:pt x="234" y="701"/>
                      <a:pt x="334" y="667"/>
                    </a:cubicBezTo>
                    <a:cubicBezTo>
                      <a:pt x="368" y="634"/>
                      <a:pt x="501" y="567"/>
                      <a:pt x="535" y="534"/>
                    </a:cubicBezTo>
                    <a:cubicBezTo>
                      <a:pt x="668" y="467"/>
                      <a:pt x="801" y="167"/>
                      <a:pt x="801" y="167"/>
                    </a:cubicBezTo>
                    <a:lnTo>
                      <a:pt x="63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6" name="Google Shape;986;p8"/>
              <p:cNvSpPr/>
              <p:nvPr/>
            </p:nvSpPr>
            <p:spPr>
              <a:xfrm rot="10800000">
                <a:off x="8543555" y="4040832"/>
                <a:ext cx="29064" cy="25026"/>
              </a:xfrm>
              <a:custGeom>
                <a:avLst/>
                <a:gdLst/>
                <a:ahLst/>
                <a:cxnLst/>
                <a:rect l="l" t="t" r="r" b="b"/>
                <a:pathLst>
                  <a:path w="1202" h="1035" extrusionOk="0">
                    <a:moveTo>
                      <a:pt x="1068" y="1"/>
                    </a:moveTo>
                    <a:lnTo>
                      <a:pt x="834" y="101"/>
                    </a:lnTo>
                    <a:cubicBezTo>
                      <a:pt x="667" y="134"/>
                      <a:pt x="534" y="201"/>
                      <a:pt x="434" y="301"/>
                    </a:cubicBezTo>
                    <a:cubicBezTo>
                      <a:pt x="200" y="468"/>
                      <a:pt x="0" y="835"/>
                      <a:pt x="0" y="835"/>
                    </a:cubicBezTo>
                    <a:cubicBezTo>
                      <a:pt x="0" y="868"/>
                      <a:pt x="167" y="1001"/>
                      <a:pt x="200" y="1035"/>
                    </a:cubicBezTo>
                    <a:cubicBezTo>
                      <a:pt x="200" y="1035"/>
                      <a:pt x="567" y="835"/>
                      <a:pt x="734" y="668"/>
                    </a:cubicBezTo>
                    <a:lnTo>
                      <a:pt x="1034" y="368"/>
                    </a:lnTo>
                    <a:lnTo>
                      <a:pt x="1201" y="201"/>
                    </a:lnTo>
                    <a:lnTo>
                      <a:pt x="106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7" name="Google Shape;987;p8"/>
              <p:cNvSpPr/>
              <p:nvPr/>
            </p:nvSpPr>
            <p:spPr>
              <a:xfrm rot="10800000">
                <a:off x="8539541" y="4016628"/>
                <a:ext cx="17748" cy="17772"/>
              </a:xfrm>
              <a:custGeom>
                <a:avLst/>
                <a:gdLst/>
                <a:ahLst/>
                <a:cxnLst/>
                <a:rect l="l" t="t" r="r" b="b"/>
                <a:pathLst>
                  <a:path w="734" h="735" extrusionOk="0">
                    <a:moveTo>
                      <a:pt x="567" y="1"/>
                    </a:moveTo>
                    <a:cubicBezTo>
                      <a:pt x="567" y="1"/>
                      <a:pt x="334" y="67"/>
                      <a:pt x="200" y="201"/>
                    </a:cubicBezTo>
                    <a:cubicBezTo>
                      <a:pt x="100" y="334"/>
                      <a:pt x="0" y="568"/>
                      <a:pt x="0" y="568"/>
                    </a:cubicBezTo>
                    <a:cubicBezTo>
                      <a:pt x="0" y="634"/>
                      <a:pt x="167" y="734"/>
                      <a:pt x="167" y="734"/>
                    </a:cubicBezTo>
                    <a:cubicBezTo>
                      <a:pt x="167" y="734"/>
                      <a:pt x="400" y="668"/>
                      <a:pt x="534" y="534"/>
                    </a:cubicBezTo>
                    <a:cubicBezTo>
                      <a:pt x="634" y="401"/>
                      <a:pt x="734" y="167"/>
                      <a:pt x="734" y="167"/>
                    </a:cubicBezTo>
                    <a:lnTo>
                      <a:pt x="56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8" name="Google Shape;988;p8"/>
              <p:cNvSpPr/>
              <p:nvPr/>
            </p:nvSpPr>
            <p:spPr>
              <a:xfrm rot="10800000">
                <a:off x="8529047" y="3990006"/>
                <a:ext cx="16152" cy="20190"/>
              </a:xfrm>
              <a:custGeom>
                <a:avLst/>
                <a:gdLst/>
                <a:ahLst/>
                <a:cxnLst/>
                <a:rect l="l" t="t" r="r" b="b"/>
                <a:pathLst>
                  <a:path w="668" h="835" extrusionOk="0">
                    <a:moveTo>
                      <a:pt x="367" y="0"/>
                    </a:moveTo>
                    <a:cubicBezTo>
                      <a:pt x="367" y="0"/>
                      <a:pt x="201" y="167"/>
                      <a:pt x="134" y="300"/>
                    </a:cubicBezTo>
                    <a:cubicBezTo>
                      <a:pt x="67" y="334"/>
                      <a:pt x="67" y="401"/>
                      <a:pt x="34" y="501"/>
                    </a:cubicBezTo>
                    <a:cubicBezTo>
                      <a:pt x="0" y="534"/>
                      <a:pt x="0" y="634"/>
                      <a:pt x="0" y="634"/>
                    </a:cubicBezTo>
                    <a:cubicBezTo>
                      <a:pt x="34" y="667"/>
                      <a:pt x="167" y="801"/>
                      <a:pt x="167" y="834"/>
                    </a:cubicBezTo>
                    <a:lnTo>
                      <a:pt x="334" y="734"/>
                    </a:lnTo>
                    <a:cubicBezTo>
                      <a:pt x="401" y="701"/>
                      <a:pt x="501" y="634"/>
                      <a:pt x="534" y="534"/>
                    </a:cubicBezTo>
                    <a:cubicBezTo>
                      <a:pt x="668" y="367"/>
                      <a:pt x="601" y="67"/>
                      <a:pt x="601" y="67"/>
                    </a:cubicBezTo>
                    <a:lnTo>
                      <a:pt x="36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9" name="Google Shape;989;p8"/>
              <p:cNvSpPr/>
              <p:nvPr/>
            </p:nvSpPr>
            <p:spPr>
              <a:xfrm rot="10800000">
                <a:off x="8512919" y="3973878"/>
                <a:ext cx="16950" cy="20190"/>
              </a:xfrm>
              <a:custGeom>
                <a:avLst/>
                <a:gdLst/>
                <a:ahLst/>
                <a:cxnLst/>
                <a:rect l="l" t="t" r="r" b="b"/>
                <a:pathLst>
                  <a:path w="701" h="835" extrusionOk="0">
                    <a:moveTo>
                      <a:pt x="534" y="0"/>
                    </a:moveTo>
                    <a:cubicBezTo>
                      <a:pt x="534" y="0"/>
                      <a:pt x="234" y="67"/>
                      <a:pt x="100" y="234"/>
                    </a:cubicBezTo>
                    <a:cubicBezTo>
                      <a:pt x="67" y="367"/>
                      <a:pt x="0" y="467"/>
                      <a:pt x="0" y="567"/>
                    </a:cubicBezTo>
                    <a:lnTo>
                      <a:pt x="0" y="734"/>
                    </a:lnTo>
                    <a:lnTo>
                      <a:pt x="200" y="834"/>
                    </a:lnTo>
                    <a:lnTo>
                      <a:pt x="334" y="701"/>
                    </a:lnTo>
                    <a:lnTo>
                      <a:pt x="501" y="534"/>
                    </a:lnTo>
                    <a:cubicBezTo>
                      <a:pt x="567" y="401"/>
                      <a:pt x="701" y="167"/>
                      <a:pt x="701" y="167"/>
                    </a:cubicBezTo>
                    <a:lnTo>
                      <a:pt x="5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0" name="Google Shape;990;p8"/>
              <p:cNvSpPr/>
              <p:nvPr/>
            </p:nvSpPr>
            <p:spPr>
              <a:xfrm rot="10800000">
                <a:off x="8491955" y="3965004"/>
                <a:ext cx="12912" cy="12138"/>
              </a:xfrm>
              <a:custGeom>
                <a:avLst/>
                <a:gdLst/>
                <a:ahLst/>
                <a:cxnLst/>
                <a:rect l="l" t="t" r="r" b="b"/>
                <a:pathLst>
                  <a:path w="534" h="502" extrusionOk="0">
                    <a:moveTo>
                      <a:pt x="200" y="1"/>
                    </a:moveTo>
                    <a:cubicBezTo>
                      <a:pt x="200" y="1"/>
                      <a:pt x="67" y="101"/>
                      <a:pt x="34" y="168"/>
                    </a:cubicBezTo>
                    <a:cubicBezTo>
                      <a:pt x="0" y="301"/>
                      <a:pt x="67" y="501"/>
                      <a:pt x="67" y="501"/>
                    </a:cubicBezTo>
                    <a:lnTo>
                      <a:pt x="334" y="501"/>
                    </a:lnTo>
                    <a:cubicBezTo>
                      <a:pt x="334" y="501"/>
                      <a:pt x="467" y="435"/>
                      <a:pt x="501" y="334"/>
                    </a:cubicBezTo>
                    <a:cubicBezTo>
                      <a:pt x="534" y="201"/>
                      <a:pt x="467" y="1"/>
                      <a:pt x="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1" name="Google Shape;991;p8"/>
              <p:cNvSpPr/>
              <p:nvPr/>
            </p:nvSpPr>
            <p:spPr>
              <a:xfrm rot="10800000">
                <a:off x="8333866" y="4192054"/>
                <a:ext cx="423198" cy="183212"/>
              </a:xfrm>
              <a:custGeom>
                <a:avLst/>
                <a:gdLst/>
                <a:ahLst/>
                <a:cxnLst/>
                <a:rect l="l" t="t" r="r" b="b"/>
                <a:pathLst>
                  <a:path w="17502" h="7577" extrusionOk="0">
                    <a:moveTo>
                      <a:pt x="7234" y="1"/>
                    </a:moveTo>
                    <a:cubicBezTo>
                      <a:pt x="6746" y="1"/>
                      <a:pt x="6237" y="162"/>
                      <a:pt x="5827" y="421"/>
                    </a:cubicBezTo>
                    <a:cubicBezTo>
                      <a:pt x="5160" y="788"/>
                      <a:pt x="4726" y="1322"/>
                      <a:pt x="4293" y="1822"/>
                    </a:cubicBezTo>
                    <a:cubicBezTo>
                      <a:pt x="3892" y="2322"/>
                      <a:pt x="3492" y="2856"/>
                      <a:pt x="3158" y="3356"/>
                    </a:cubicBezTo>
                    <a:cubicBezTo>
                      <a:pt x="2491" y="4324"/>
                      <a:pt x="1924" y="5258"/>
                      <a:pt x="1324" y="5525"/>
                    </a:cubicBezTo>
                    <a:cubicBezTo>
                      <a:pt x="1181" y="5614"/>
                      <a:pt x="1047" y="5646"/>
                      <a:pt x="928" y="5646"/>
                    </a:cubicBezTo>
                    <a:cubicBezTo>
                      <a:pt x="825" y="5646"/>
                      <a:pt x="734" y="5622"/>
                      <a:pt x="657" y="5591"/>
                    </a:cubicBezTo>
                    <a:cubicBezTo>
                      <a:pt x="490" y="5525"/>
                      <a:pt x="423" y="5458"/>
                      <a:pt x="423" y="5458"/>
                    </a:cubicBezTo>
                    <a:cubicBezTo>
                      <a:pt x="386" y="5428"/>
                      <a:pt x="342" y="5415"/>
                      <a:pt x="299" y="5415"/>
                    </a:cubicBezTo>
                    <a:cubicBezTo>
                      <a:pt x="148" y="5415"/>
                      <a:pt x="1" y="5577"/>
                      <a:pt x="156" y="5758"/>
                    </a:cubicBezTo>
                    <a:cubicBezTo>
                      <a:pt x="156" y="5758"/>
                      <a:pt x="256" y="5825"/>
                      <a:pt x="456" y="5958"/>
                    </a:cubicBezTo>
                    <a:cubicBezTo>
                      <a:pt x="557" y="5992"/>
                      <a:pt x="590" y="6025"/>
                      <a:pt x="657" y="6025"/>
                    </a:cubicBezTo>
                    <a:cubicBezTo>
                      <a:pt x="757" y="6025"/>
                      <a:pt x="823" y="6092"/>
                      <a:pt x="923" y="6092"/>
                    </a:cubicBezTo>
                    <a:cubicBezTo>
                      <a:pt x="990" y="6092"/>
                      <a:pt x="1124" y="6092"/>
                      <a:pt x="1224" y="6025"/>
                    </a:cubicBezTo>
                    <a:cubicBezTo>
                      <a:pt x="1290" y="6025"/>
                      <a:pt x="1424" y="5992"/>
                      <a:pt x="1491" y="5958"/>
                    </a:cubicBezTo>
                    <a:cubicBezTo>
                      <a:pt x="2258" y="5591"/>
                      <a:pt x="2892" y="4657"/>
                      <a:pt x="3592" y="3690"/>
                    </a:cubicBezTo>
                    <a:cubicBezTo>
                      <a:pt x="3926" y="3256"/>
                      <a:pt x="4293" y="2756"/>
                      <a:pt x="4726" y="2256"/>
                    </a:cubicBezTo>
                    <a:cubicBezTo>
                      <a:pt x="5093" y="1755"/>
                      <a:pt x="5560" y="1288"/>
                      <a:pt x="6094" y="988"/>
                    </a:cubicBezTo>
                    <a:cubicBezTo>
                      <a:pt x="6327" y="855"/>
                      <a:pt x="6594" y="755"/>
                      <a:pt x="6894" y="755"/>
                    </a:cubicBezTo>
                    <a:cubicBezTo>
                      <a:pt x="6928" y="732"/>
                      <a:pt x="6968" y="725"/>
                      <a:pt x="7013" y="725"/>
                    </a:cubicBezTo>
                    <a:cubicBezTo>
                      <a:pt x="7102" y="725"/>
                      <a:pt x="7206" y="755"/>
                      <a:pt x="7295" y="755"/>
                    </a:cubicBezTo>
                    <a:cubicBezTo>
                      <a:pt x="7461" y="755"/>
                      <a:pt x="7595" y="788"/>
                      <a:pt x="7728" y="821"/>
                    </a:cubicBezTo>
                    <a:cubicBezTo>
                      <a:pt x="7828" y="855"/>
                      <a:pt x="7962" y="921"/>
                      <a:pt x="8095" y="988"/>
                    </a:cubicBezTo>
                    <a:cubicBezTo>
                      <a:pt x="8229" y="1021"/>
                      <a:pt x="8329" y="1122"/>
                      <a:pt x="8462" y="1188"/>
                    </a:cubicBezTo>
                    <a:cubicBezTo>
                      <a:pt x="8729" y="1422"/>
                      <a:pt x="8896" y="1522"/>
                      <a:pt x="8996" y="1755"/>
                    </a:cubicBezTo>
                    <a:cubicBezTo>
                      <a:pt x="9296" y="2122"/>
                      <a:pt x="9430" y="2689"/>
                      <a:pt x="9763" y="3256"/>
                    </a:cubicBezTo>
                    <a:cubicBezTo>
                      <a:pt x="9830" y="3423"/>
                      <a:pt x="9963" y="3523"/>
                      <a:pt x="10097" y="3657"/>
                    </a:cubicBezTo>
                    <a:cubicBezTo>
                      <a:pt x="10230" y="3790"/>
                      <a:pt x="10397" y="3924"/>
                      <a:pt x="10497" y="3957"/>
                    </a:cubicBezTo>
                    <a:cubicBezTo>
                      <a:pt x="10764" y="4090"/>
                      <a:pt x="11097" y="4190"/>
                      <a:pt x="11398" y="4257"/>
                    </a:cubicBezTo>
                    <a:cubicBezTo>
                      <a:pt x="11481" y="4265"/>
                      <a:pt x="11560" y="4270"/>
                      <a:pt x="11636" y="4270"/>
                    </a:cubicBezTo>
                    <a:cubicBezTo>
                      <a:pt x="11865" y="4270"/>
                      <a:pt x="12065" y="4232"/>
                      <a:pt x="12265" y="4157"/>
                    </a:cubicBezTo>
                    <a:cubicBezTo>
                      <a:pt x="12498" y="4090"/>
                      <a:pt x="12665" y="3990"/>
                      <a:pt x="12832" y="3924"/>
                    </a:cubicBezTo>
                    <a:cubicBezTo>
                      <a:pt x="13166" y="3757"/>
                      <a:pt x="13399" y="3690"/>
                      <a:pt x="13499" y="3690"/>
                    </a:cubicBezTo>
                    <a:lnTo>
                      <a:pt x="13566" y="3690"/>
                    </a:lnTo>
                    <a:cubicBezTo>
                      <a:pt x="13694" y="3682"/>
                      <a:pt x="13820" y="3678"/>
                      <a:pt x="13943" y="3678"/>
                    </a:cubicBezTo>
                    <a:cubicBezTo>
                      <a:pt x="14810" y="3678"/>
                      <a:pt x="15533" y="3886"/>
                      <a:pt x="16001" y="4324"/>
                    </a:cubicBezTo>
                    <a:cubicBezTo>
                      <a:pt x="16501" y="4824"/>
                      <a:pt x="16768" y="5425"/>
                      <a:pt x="16902" y="5925"/>
                    </a:cubicBezTo>
                    <a:cubicBezTo>
                      <a:pt x="17002" y="6425"/>
                      <a:pt x="17002" y="6792"/>
                      <a:pt x="17068" y="7026"/>
                    </a:cubicBezTo>
                    <a:cubicBezTo>
                      <a:pt x="17102" y="7293"/>
                      <a:pt x="17102" y="7426"/>
                      <a:pt x="17102" y="7426"/>
                    </a:cubicBezTo>
                    <a:cubicBezTo>
                      <a:pt x="17117" y="7520"/>
                      <a:pt x="17199" y="7577"/>
                      <a:pt x="17284" y="7577"/>
                    </a:cubicBezTo>
                    <a:cubicBezTo>
                      <a:pt x="17382" y="7577"/>
                      <a:pt x="17484" y="7503"/>
                      <a:pt x="17502" y="7326"/>
                    </a:cubicBezTo>
                    <a:lnTo>
                      <a:pt x="17502" y="6926"/>
                    </a:lnTo>
                    <a:cubicBezTo>
                      <a:pt x="17469" y="6659"/>
                      <a:pt x="17469" y="6259"/>
                      <a:pt x="17335" y="5691"/>
                    </a:cubicBezTo>
                    <a:cubicBezTo>
                      <a:pt x="17235" y="5191"/>
                      <a:pt x="16968" y="4491"/>
                      <a:pt x="16334" y="3857"/>
                    </a:cubicBezTo>
                    <a:cubicBezTo>
                      <a:pt x="16001" y="3590"/>
                      <a:pt x="15601" y="3323"/>
                      <a:pt x="15100" y="3190"/>
                    </a:cubicBezTo>
                    <a:cubicBezTo>
                      <a:pt x="14740" y="3118"/>
                      <a:pt x="14362" y="3063"/>
                      <a:pt x="13966" y="3063"/>
                    </a:cubicBezTo>
                    <a:cubicBezTo>
                      <a:pt x="13813" y="3063"/>
                      <a:pt x="13657" y="3071"/>
                      <a:pt x="13499" y="3090"/>
                    </a:cubicBezTo>
                    <a:lnTo>
                      <a:pt x="13566" y="3090"/>
                    </a:lnTo>
                    <a:cubicBezTo>
                      <a:pt x="13399" y="3090"/>
                      <a:pt x="12999" y="3123"/>
                      <a:pt x="12632" y="3290"/>
                    </a:cubicBezTo>
                    <a:cubicBezTo>
                      <a:pt x="12334" y="3398"/>
                      <a:pt x="12036" y="3550"/>
                      <a:pt x="11721" y="3550"/>
                    </a:cubicBezTo>
                    <a:cubicBezTo>
                      <a:pt x="11647" y="3550"/>
                      <a:pt x="11573" y="3542"/>
                      <a:pt x="11498" y="3523"/>
                    </a:cubicBezTo>
                    <a:cubicBezTo>
                      <a:pt x="11298" y="3490"/>
                      <a:pt x="11097" y="3423"/>
                      <a:pt x="10897" y="3290"/>
                    </a:cubicBezTo>
                    <a:cubicBezTo>
                      <a:pt x="10764" y="3256"/>
                      <a:pt x="10730" y="3190"/>
                      <a:pt x="10630" y="3123"/>
                    </a:cubicBezTo>
                    <a:cubicBezTo>
                      <a:pt x="10564" y="3090"/>
                      <a:pt x="10464" y="2990"/>
                      <a:pt x="10430" y="2856"/>
                    </a:cubicBezTo>
                    <a:cubicBezTo>
                      <a:pt x="10163" y="2422"/>
                      <a:pt x="9997" y="1822"/>
                      <a:pt x="9663" y="1322"/>
                    </a:cubicBezTo>
                    <a:cubicBezTo>
                      <a:pt x="9496" y="1021"/>
                      <a:pt x="9163" y="788"/>
                      <a:pt x="8929" y="621"/>
                    </a:cubicBezTo>
                    <a:cubicBezTo>
                      <a:pt x="8796" y="521"/>
                      <a:pt x="8662" y="454"/>
                      <a:pt x="8496" y="354"/>
                    </a:cubicBezTo>
                    <a:cubicBezTo>
                      <a:pt x="8329" y="288"/>
                      <a:pt x="8162" y="188"/>
                      <a:pt x="7995" y="154"/>
                    </a:cubicBezTo>
                    <a:cubicBezTo>
                      <a:pt x="7760" y="48"/>
                      <a:pt x="7500" y="1"/>
                      <a:pt x="7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2" name="Google Shape;992;p8"/>
              <p:cNvSpPr/>
              <p:nvPr/>
            </p:nvSpPr>
            <p:spPr>
              <a:xfrm rot="10800000">
                <a:off x="8391729" y="4528083"/>
                <a:ext cx="472574" cy="304837"/>
              </a:xfrm>
              <a:custGeom>
                <a:avLst/>
                <a:gdLst/>
                <a:ahLst/>
                <a:cxnLst/>
                <a:rect l="l" t="t" r="r" b="b"/>
                <a:pathLst>
                  <a:path w="19544" h="12607" extrusionOk="0">
                    <a:moveTo>
                      <a:pt x="6326" y="1"/>
                    </a:moveTo>
                    <a:cubicBezTo>
                      <a:pt x="6092" y="1"/>
                      <a:pt x="5892" y="34"/>
                      <a:pt x="5692" y="68"/>
                    </a:cubicBezTo>
                    <a:cubicBezTo>
                      <a:pt x="5492" y="168"/>
                      <a:pt x="5325" y="201"/>
                      <a:pt x="5092" y="301"/>
                    </a:cubicBezTo>
                    <a:cubicBezTo>
                      <a:pt x="4891" y="368"/>
                      <a:pt x="4725" y="468"/>
                      <a:pt x="4558" y="535"/>
                    </a:cubicBezTo>
                    <a:cubicBezTo>
                      <a:pt x="4391" y="568"/>
                      <a:pt x="4191" y="735"/>
                      <a:pt x="4058" y="868"/>
                    </a:cubicBezTo>
                    <a:cubicBezTo>
                      <a:pt x="3724" y="1135"/>
                      <a:pt x="3524" y="1469"/>
                      <a:pt x="3357" y="1735"/>
                    </a:cubicBezTo>
                    <a:cubicBezTo>
                      <a:pt x="2990" y="2369"/>
                      <a:pt x="2690" y="2903"/>
                      <a:pt x="2390" y="3403"/>
                    </a:cubicBezTo>
                    <a:cubicBezTo>
                      <a:pt x="2089" y="3870"/>
                      <a:pt x="1756" y="4304"/>
                      <a:pt x="1489" y="4504"/>
                    </a:cubicBezTo>
                    <a:cubicBezTo>
                      <a:pt x="1276" y="4646"/>
                      <a:pt x="1063" y="4687"/>
                      <a:pt x="885" y="4687"/>
                    </a:cubicBezTo>
                    <a:cubicBezTo>
                      <a:pt x="813" y="4687"/>
                      <a:pt x="746" y="4681"/>
                      <a:pt x="688" y="4671"/>
                    </a:cubicBezTo>
                    <a:cubicBezTo>
                      <a:pt x="588" y="4638"/>
                      <a:pt x="522" y="4638"/>
                      <a:pt x="488" y="4571"/>
                    </a:cubicBezTo>
                    <a:cubicBezTo>
                      <a:pt x="422" y="4537"/>
                      <a:pt x="388" y="4537"/>
                      <a:pt x="388" y="4537"/>
                    </a:cubicBezTo>
                    <a:cubicBezTo>
                      <a:pt x="353" y="4514"/>
                      <a:pt x="318" y="4504"/>
                      <a:pt x="284" y="4504"/>
                    </a:cubicBezTo>
                    <a:cubicBezTo>
                      <a:pt x="122" y="4504"/>
                      <a:pt x="1" y="4733"/>
                      <a:pt x="221" y="4871"/>
                    </a:cubicBezTo>
                    <a:cubicBezTo>
                      <a:pt x="221" y="4871"/>
                      <a:pt x="255" y="4871"/>
                      <a:pt x="322" y="4904"/>
                    </a:cubicBezTo>
                    <a:cubicBezTo>
                      <a:pt x="388" y="4938"/>
                      <a:pt x="488" y="5004"/>
                      <a:pt x="588" y="5038"/>
                    </a:cubicBezTo>
                    <a:cubicBezTo>
                      <a:pt x="686" y="5074"/>
                      <a:pt x="811" y="5098"/>
                      <a:pt x="949" y="5098"/>
                    </a:cubicBezTo>
                    <a:cubicBezTo>
                      <a:pt x="1188" y="5098"/>
                      <a:pt x="1469" y="5028"/>
                      <a:pt x="1723" y="4838"/>
                    </a:cubicBezTo>
                    <a:cubicBezTo>
                      <a:pt x="2556" y="4237"/>
                      <a:pt x="3090" y="3136"/>
                      <a:pt x="3824" y="2002"/>
                    </a:cubicBezTo>
                    <a:cubicBezTo>
                      <a:pt x="4024" y="1735"/>
                      <a:pt x="4191" y="1469"/>
                      <a:pt x="4424" y="1235"/>
                    </a:cubicBezTo>
                    <a:cubicBezTo>
                      <a:pt x="4658" y="1035"/>
                      <a:pt x="5025" y="968"/>
                      <a:pt x="5325" y="801"/>
                    </a:cubicBezTo>
                    <a:cubicBezTo>
                      <a:pt x="5492" y="701"/>
                      <a:pt x="5659" y="668"/>
                      <a:pt x="5825" y="635"/>
                    </a:cubicBezTo>
                    <a:cubicBezTo>
                      <a:pt x="5992" y="635"/>
                      <a:pt x="6159" y="635"/>
                      <a:pt x="6326" y="568"/>
                    </a:cubicBezTo>
                    <a:cubicBezTo>
                      <a:pt x="6593" y="635"/>
                      <a:pt x="6926" y="668"/>
                      <a:pt x="7193" y="868"/>
                    </a:cubicBezTo>
                    <a:cubicBezTo>
                      <a:pt x="7360" y="968"/>
                      <a:pt x="7427" y="1135"/>
                      <a:pt x="7560" y="1202"/>
                    </a:cubicBezTo>
                    <a:cubicBezTo>
                      <a:pt x="7660" y="1335"/>
                      <a:pt x="7760" y="1469"/>
                      <a:pt x="7860" y="1635"/>
                    </a:cubicBezTo>
                    <a:cubicBezTo>
                      <a:pt x="8027" y="1969"/>
                      <a:pt x="8194" y="2236"/>
                      <a:pt x="8361" y="2569"/>
                    </a:cubicBezTo>
                    <a:cubicBezTo>
                      <a:pt x="8694" y="3237"/>
                      <a:pt x="8928" y="3904"/>
                      <a:pt x="9361" y="4504"/>
                    </a:cubicBezTo>
                    <a:cubicBezTo>
                      <a:pt x="9595" y="4804"/>
                      <a:pt x="9828" y="5071"/>
                      <a:pt x="10095" y="5338"/>
                    </a:cubicBezTo>
                    <a:cubicBezTo>
                      <a:pt x="10395" y="5572"/>
                      <a:pt x="10729" y="5838"/>
                      <a:pt x="11096" y="6005"/>
                    </a:cubicBezTo>
                    <a:cubicBezTo>
                      <a:pt x="11863" y="6339"/>
                      <a:pt x="12664" y="6405"/>
                      <a:pt x="13264" y="6672"/>
                    </a:cubicBezTo>
                    <a:cubicBezTo>
                      <a:pt x="13898" y="6906"/>
                      <a:pt x="14398" y="7406"/>
                      <a:pt x="14732" y="8040"/>
                    </a:cubicBezTo>
                    <a:cubicBezTo>
                      <a:pt x="15065" y="8674"/>
                      <a:pt x="15366" y="9341"/>
                      <a:pt x="15599" y="9975"/>
                    </a:cubicBezTo>
                    <a:cubicBezTo>
                      <a:pt x="15866" y="10575"/>
                      <a:pt x="16166" y="11176"/>
                      <a:pt x="16533" y="11676"/>
                    </a:cubicBezTo>
                    <a:cubicBezTo>
                      <a:pt x="16900" y="12176"/>
                      <a:pt x="17400" y="12510"/>
                      <a:pt x="17901" y="12577"/>
                    </a:cubicBezTo>
                    <a:cubicBezTo>
                      <a:pt x="17967" y="12599"/>
                      <a:pt x="18042" y="12606"/>
                      <a:pt x="18117" y="12606"/>
                    </a:cubicBezTo>
                    <a:cubicBezTo>
                      <a:pt x="18268" y="12606"/>
                      <a:pt x="18423" y="12577"/>
                      <a:pt x="18535" y="12577"/>
                    </a:cubicBezTo>
                    <a:cubicBezTo>
                      <a:pt x="18701" y="12577"/>
                      <a:pt x="18868" y="12543"/>
                      <a:pt x="19002" y="12510"/>
                    </a:cubicBezTo>
                    <a:cubicBezTo>
                      <a:pt x="19102" y="12510"/>
                      <a:pt x="19202" y="12476"/>
                      <a:pt x="19235" y="12410"/>
                    </a:cubicBezTo>
                    <a:cubicBezTo>
                      <a:pt x="19268" y="12376"/>
                      <a:pt x="19335" y="12376"/>
                      <a:pt x="19335" y="12376"/>
                    </a:cubicBezTo>
                    <a:cubicBezTo>
                      <a:pt x="19543" y="12257"/>
                      <a:pt x="19460" y="12032"/>
                      <a:pt x="19297" y="12032"/>
                    </a:cubicBezTo>
                    <a:cubicBezTo>
                      <a:pt x="19278" y="12032"/>
                      <a:pt x="19257" y="12036"/>
                      <a:pt x="19235" y="12043"/>
                    </a:cubicBezTo>
                    <a:cubicBezTo>
                      <a:pt x="19235" y="12043"/>
                      <a:pt x="19202" y="12076"/>
                      <a:pt x="19168" y="12076"/>
                    </a:cubicBezTo>
                    <a:cubicBezTo>
                      <a:pt x="19102" y="12076"/>
                      <a:pt x="19035" y="12143"/>
                      <a:pt x="18901" y="12176"/>
                    </a:cubicBezTo>
                    <a:cubicBezTo>
                      <a:pt x="18835" y="12210"/>
                      <a:pt x="18701" y="12243"/>
                      <a:pt x="18535" y="12243"/>
                    </a:cubicBezTo>
                    <a:cubicBezTo>
                      <a:pt x="18401" y="12243"/>
                      <a:pt x="18201" y="12243"/>
                      <a:pt x="18034" y="12210"/>
                    </a:cubicBezTo>
                    <a:cubicBezTo>
                      <a:pt x="17667" y="12143"/>
                      <a:pt x="17267" y="11876"/>
                      <a:pt x="16933" y="11409"/>
                    </a:cubicBezTo>
                    <a:cubicBezTo>
                      <a:pt x="16600" y="11009"/>
                      <a:pt x="16366" y="10408"/>
                      <a:pt x="16099" y="9808"/>
                    </a:cubicBezTo>
                    <a:cubicBezTo>
                      <a:pt x="15866" y="9174"/>
                      <a:pt x="15666" y="8507"/>
                      <a:pt x="15266" y="7806"/>
                    </a:cubicBezTo>
                    <a:cubicBezTo>
                      <a:pt x="14899" y="7073"/>
                      <a:pt x="14332" y="6405"/>
                      <a:pt x="13531" y="6072"/>
                    </a:cubicBezTo>
                    <a:cubicBezTo>
                      <a:pt x="12764" y="5738"/>
                      <a:pt x="11997" y="5672"/>
                      <a:pt x="11396" y="5371"/>
                    </a:cubicBezTo>
                    <a:cubicBezTo>
                      <a:pt x="11096" y="5238"/>
                      <a:pt x="10862" y="5038"/>
                      <a:pt x="10596" y="4838"/>
                    </a:cubicBezTo>
                    <a:cubicBezTo>
                      <a:pt x="10362" y="4638"/>
                      <a:pt x="10162" y="4371"/>
                      <a:pt x="9995" y="4137"/>
                    </a:cubicBezTo>
                    <a:cubicBezTo>
                      <a:pt x="9662" y="3637"/>
                      <a:pt x="9361" y="2970"/>
                      <a:pt x="9028" y="2303"/>
                    </a:cubicBezTo>
                    <a:cubicBezTo>
                      <a:pt x="8861" y="1969"/>
                      <a:pt x="8661" y="1635"/>
                      <a:pt x="8427" y="1302"/>
                    </a:cubicBezTo>
                    <a:cubicBezTo>
                      <a:pt x="8361" y="1135"/>
                      <a:pt x="8194" y="968"/>
                      <a:pt x="8060" y="801"/>
                    </a:cubicBezTo>
                    <a:cubicBezTo>
                      <a:pt x="7894" y="668"/>
                      <a:pt x="7760" y="501"/>
                      <a:pt x="7560" y="368"/>
                    </a:cubicBezTo>
                    <a:cubicBezTo>
                      <a:pt x="7226" y="68"/>
                      <a:pt x="6726" y="1"/>
                      <a:pt x="63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3" name="Google Shape;993;p8"/>
              <p:cNvSpPr/>
              <p:nvPr/>
            </p:nvSpPr>
            <p:spPr>
              <a:xfrm rot="10800000">
                <a:off x="8559707" y="4327970"/>
                <a:ext cx="21786" cy="12356"/>
              </a:xfrm>
              <a:custGeom>
                <a:avLst/>
                <a:gdLst/>
                <a:ahLst/>
                <a:cxnLst/>
                <a:rect l="l" t="t" r="r" b="b"/>
                <a:pathLst>
                  <a:path w="901" h="511" extrusionOk="0">
                    <a:moveTo>
                      <a:pt x="513" y="1"/>
                    </a:moveTo>
                    <a:cubicBezTo>
                      <a:pt x="473" y="1"/>
                      <a:pt x="434" y="3"/>
                      <a:pt x="401" y="10"/>
                    </a:cubicBezTo>
                    <a:cubicBezTo>
                      <a:pt x="234" y="43"/>
                      <a:pt x="0" y="177"/>
                      <a:pt x="0" y="177"/>
                    </a:cubicBezTo>
                    <a:lnTo>
                      <a:pt x="0" y="444"/>
                    </a:lnTo>
                    <a:cubicBezTo>
                      <a:pt x="0" y="444"/>
                      <a:pt x="267" y="510"/>
                      <a:pt x="501" y="510"/>
                    </a:cubicBezTo>
                    <a:cubicBezTo>
                      <a:pt x="667" y="477"/>
                      <a:pt x="901" y="310"/>
                      <a:pt x="901" y="310"/>
                    </a:cubicBezTo>
                    <a:cubicBezTo>
                      <a:pt x="901" y="277"/>
                      <a:pt x="834" y="43"/>
                      <a:pt x="868" y="43"/>
                    </a:cubicBezTo>
                    <a:cubicBezTo>
                      <a:pt x="868" y="43"/>
                      <a:pt x="675"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4" name="Google Shape;994;p8"/>
              <p:cNvSpPr/>
              <p:nvPr/>
            </p:nvSpPr>
            <p:spPr>
              <a:xfrm rot="10800000">
                <a:off x="8552429" y="4311842"/>
                <a:ext cx="20190" cy="12356"/>
              </a:xfrm>
              <a:custGeom>
                <a:avLst/>
                <a:gdLst/>
                <a:ahLst/>
                <a:cxnLst/>
                <a:rect l="l" t="t" r="r" b="b"/>
                <a:pathLst>
                  <a:path w="835" h="511" extrusionOk="0">
                    <a:moveTo>
                      <a:pt x="423" y="1"/>
                    </a:moveTo>
                    <a:cubicBezTo>
                      <a:pt x="391" y="1"/>
                      <a:pt x="360" y="4"/>
                      <a:pt x="334" y="10"/>
                    </a:cubicBezTo>
                    <a:cubicBezTo>
                      <a:pt x="200" y="44"/>
                      <a:pt x="0" y="177"/>
                      <a:pt x="0" y="177"/>
                    </a:cubicBezTo>
                    <a:lnTo>
                      <a:pt x="0" y="411"/>
                    </a:lnTo>
                    <a:cubicBezTo>
                      <a:pt x="0" y="411"/>
                      <a:pt x="234" y="511"/>
                      <a:pt x="434" y="511"/>
                    </a:cubicBezTo>
                    <a:cubicBezTo>
                      <a:pt x="601" y="477"/>
                      <a:pt x="801" y="310"/>
                      <a:pt x="801" y="310"/>
                    </a:cubicBezTo>
                    <a:cubicBezTo>
                      <a:pt x="834" y="310"/>
                      <a:pt x="734" y="77"/>
                      <a:pt x="701" y="44"/>
                    </a:cubicBezTo>
                    <a:cubicBezTo>
                      <a:pt x="701" y="44"/>
                      <a:pt x="551"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5" name="Google Shape;995;p8"/>
              <p:cNvSpPr/>
              <p:nvPr/>
            </p:nvSpPr>
            <p:spPr>
              <a:xfrm rot="10800000">
                <a:off x="8545175" y="4287637"/>
                <a:ext cx="20190" cy="12138"/>
              </a:xfrm>
              <a:custGeom>
                <a:avLst/>
                <a:gdLst/>
                <a:ahLst/>
                <a:cxnLst/>
                <a:rect l="l" t="t" r="r" b="b"/>
                <a:pathLst>
                  <a:path w="835" h="502" extrusionOk="0">
                    <a:moveTo>
                      <a:pt x="668" y="1"/>
                    </a:moveTo>
                    <a:cubicBezTo>
                      <a:pt x="668" y="1"/>
                      <a:pt x="434" y="1"/>
                      <a:pt x="334" y="34"/>
                    </a:cubicBezTo>
                    <a:cubicBezTo>
                      <a:pt x="234" y="34"/>
                      <a:pt x="201" y="101"/>
                      <a:pt x="134" y="134"/>
                    </a:cubicBezTo>
                    <a:cubicBezTo>
                      <a:pt x="34" y="168"/>
                      <a:pt x="0" y="201"/>
                      <a:pt x="0" y="201"/>
                    </a:cubicBezTo>
                    <a:lnTo>
                      <a:pt x="0" y="468"/>
                    </a:lnTo>
                    <a:cubicBezTo>
                      <a:pt x="0" y="468"/>
                      <a:pt x="67" y="468"/>
                      <a:pt x="167" y="501"/>
                    </a:cubicBezTo>
                    <a:lnTo>
                      <a:pt x="467" y="501"/>
                    </a:lnTo>
                    <a:cubicBezTo>
                      <a:pt x="534" y="468"/>
                      <a:pt x="634" y="435"/>
                      <a:pt x="701" y="335"/>
                    </a:cubicBezTo>
                    <a:lnTo>
                      <a:pt x="834" y="201"/>
                    </a:lnTo>
                    <a:cubicBezTo>
                      <a:pt x="834" y="168"/>
                      <a:pt x="701" y="1"/>
                      <a:pt x="6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6" name="Google Shape;996;p8"/>
              <p:cNvSpPr/>
              <p:nvPr/>
            </p:nvSpPr>
            <p:spPr>
              <a:xfrm rot="10800000">
                <a:off x="8375794" y="4255381"/>
                <a:ext cx="33102" cy="12936"/>
              </a:xfrm>
              <a:custGeom>
                <a:avLst/>
                <a:gdLst/>
                <a:ahLst/>
                <a:cxnLst/>
                <a:rect l="l" t="t" r="r" b="b"/>
                <a:pathLst>
                  <a:path w="1369" h="535" extrusionOk="0">
                    <a:moveTo>
                      <a:pt x="1235" y="1"/>
                    </a:moveTo>
                    <a:cubicBezTo>
                      <a:pt x="1235" y="1"/>
                      <a:pt x="868" y="1"/>
                      <a:pt x="601" y="34"/>
                    </a:cubicBezTo>
                    <a:cubicBezTo>
                      <a:pt x="368" y="68"/>
                      <a:pt x="1" y="201"/>
                      <a:pt x="1" y="201"/>
                    </a:cubicBezTo>
                    <a:lnTo>
                      <a:pt x="1" y="468"/>
                    </a:lnTo>
                    <a:cubicBezTo>
                      <a:pt x="1" y="468"/>
                      <a:pt x="401" y="535"/>
                      <a:pt x="701" y="535"/>
                    </a:cubicBezTo>
                    <a:cubicBezTo>
                      <a:pt x="935" y="468"/>
                      <a:pt x="1335" y="234"/>
                      <a:pt x="1335" y="234"/>
                    </a:cubicBezTo>
                    <a:cubicBezTo>
                      <a:pt x="1368" y="201"/>
                      <a:pt x="1268" y="1"/>
                      <a:pt x="12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7" name="Google Shape;997;p8"/>
              <p:cNvSpPr/>
              <p:nvPr/>
            </p:nvSpPr>
            <p:spPr>
              <a:xfrm rot="10800000">
                <a:off x="8370160" y="4233595"/>
                <a:ext cx="26622" cy="13734"/>
              </a:xfrm>
              <a:custGeom>
                <a:avLst/>
                <a:gdLst/>
                <a:ahLst/>
                <a:cxnLst/>
                <a:rect l="l" t="t" r="r" b="b"/>
                <a:pathLst>
                  <a:path w="1101" h="568" extrusionOk="0">
                    <a:moveTo>
                      <a:pt x="1034" y="0"/>
                    </a:moveTo>
                    <a:cubicBezTo>
                      <a:pt x="1034" y="0"/>
                      <a:pt x="701" y="0"/>
                      <a:pt x="500" y="34"/>
                    </a:cubicBezTo>
                    <a:cubicBezTo>
                      <a:pt x="267" y="134"/>
                      <a:pt x="0" y="334"/>
                      <a:pt x="0" y="334"/>
                    </a:cubicBezTo>
                    <a:cubicBezTo>
                      <a:pt x="0" y="367"/>
                      <a:pt x="67" y="567"/>
                      <a:pt x="67" y="567"/>
                    </a:cubicBezTo>
                    <a:cubicBezTo>
                      <a:pt x="67" y="567"/>
                      <a:pt x="400" y="567"/>
                      <a:pt x="601" y="534"/>
                    </a:cubicBezTo>
                    <a:cubicBezTo>
                      <a:pt x="834" y="467"/>
                      <a:pt x="1101" y="234"/>
                      <a:pt x="1101" y="234"/>
                    </a:cubicBezTo>
                    <a:cubicBezTo>
                      <a:pt x="1101" y="234"/>
                      <a:pt x="1068" y="34"/>
                      <a:pt x="10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8" name="Google Shape;998;p8"/>
              <p:cNvSpPr/>
              <p:nvPr/>
            </p:nvSpPr>
            <p:spPr>
              <a:xfrm rot="10800000">
                <a:off x="8364502" y="4213695"/>
                <a:ext cx="20190" cy="11050"/>
              </a:xfrm>
              <a:custGeom>
                <a:avLst/>
                <a:gdLst/>
                <a:ahLst/>
                <a:cxnLst/>
                <a:rect l="l" t="t" r="r" b="b"/>
                <a:pathLst>
                  <a:path w="835" h="457" extrusionOk="0">
                    <a:moveTo>
                      <a:pt x="401" y="0"/>
                    </a:moveTo>
                    <a:cubicBezTo>
                      <a:pt x="234" y="0"/>
                      <a:pt x="34" y="167"/>
                      <a:pt x="34" y="167"/>
                    </a:cubicBezTo>
                    <a:cubicBezTo>
                      <a:pt x="0" y="167"/>
                      <a:pt x="67" y="401"/>
                      <a:pt x="67" y="401"/>
                    </a:cubicBezTo>
                    <a:cubicBezTo>
                      <a:pt x="67" y="401"/>
                      <a:pt x="217" y="457"/>
                      <a:pt x="335" y="457"/>
                    </a:cubicBezTo>
                    <a:cubicBezTo>
                      <a:pt x="374" y="457"/>
                      <a:pt x="409" y="451"/>
                      <a:pt x="434" y="434"/>
                    </a:cubicBezTo>
                    <a:lnTo>
                      <a:pt x="701" y="334"/>
                    </a:lnTo>
                    <a:cubicBezTo>
                      <a:pt x="768" y="267"/>
                      <a:pt x="834" y="234"/>
                      <a:pt x="834" y="234"/>
                    </a:cubicBezTo>
                    <a:cubicBezTo>
                      <a:pt x="834" y="200"/>
                      <a:pt x="768" y="34"/>
                      <a:pt x="768" y="34"/>
                    </a:cubicBezTo>
                    <a:cubicBezTo>
                      <a:pt x="768" y="34"/>
                      <a:pt x="734" y="0"/>
                      <a:pt x="6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9" name="Google Shape;999;p8"/>
              <p:cNvSpPr/>
              <p:nvPr/>
            </p:nvSpPr>
            <p:spPr>
              <a:xfrm rot="10800000">
                <a:off x="8703264" y="4790219"/>
                <a:ext cx="22608" cy="12840"/>
              </a:xfrm>
              <a:custGeom>
                <a:avLst/>
                <a:gdLst/>
                <a:ahLst/>
                <a:cxnLst/>
                <a:rect l="l" t="t" r="r" b="b"/>
                <a:pathLst>
                  <a:path w="935" h="531" extrusionOk="0">
                    <a:moveTo>
                      <a:pt x="834" y="0"/>
                    </a:moveTo>
                    <a:cubicBezTo>
                      <a:pt x="834" y="0"/>
                      <a:pt x="534" y="0"/>
                      <a:pt x="401" y="33"/>
                    </a:cubicBezTo>
                    <a:cubicBezTo>
                      <a:pt x="267" y="100"/>
                      <a:pt x="34" y="267"/>
                      <a:pt x="34" y="267"/>
                    </a:cubicBezTo>
                    <a:cubicBezTo>
                      <a:pt x="0" y="267"/>
                      <a:pt x="100" y="500"/>
                      <a:pt x="100" y="500"/>
                    </a:cubicBezTo>
                    <a:cubicBezTo>
                      <a:pt x="100" y="500"/>
                      <a:pt x="219" y="530"/>
                      <a:pt x="348" y="530"/>
                    </a:cubicBezTo>
                    <a:cubicBezTo>
                      <a:pt x="412" y="530"/>
                      <a:pt x="478" y="523"/>
                      <a:pt x="534" y="500"/>
                    </a:cubicBezTo>
                    <a:cubicBezTo>
                      <a:pt x="701" y="434"/>
                      <a:pt x="934" y="234"/>
                      <a:pt x="934" y="234"/>
                    </a:cubicBezTo>
                    <a:cubicBezTo>
                      <a:pt x="934" y="234"/>
                      <a:pt x="834" y="67"/>
                      <a:pt x="8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0" name="Google Shape;1000;p8"/>
              <p:cNvSpPr/>
              <p:nvPr/>
            </p:nvSpPr>
            <p:spPr>
              <a:xfrm rot="10800000">
                <a:off x="8692770" y="4768360"/>
                <a:ext cx="25848" cy="14532"/>
              </a:xfrm>
              <a:custGeom>
                <a:avLst/>
                <a:gdLst/>
                <a:ahLst/>
                <a:cxnLst/>
                <a:rect l="l" t="t" r="r" b="b"/>
                <a:pathLst>
                  <a:path w="1069" h="601" extrusionOk="0">
                    <a:moveTo>
                      <a:pt x="1001" y="0"/>
                    </a:moveTo>
                    <a:cubicBezTo>
                      <a:pt x="1001" y="0"/>
                      <a:pt x="668" y="0"/>
                      <a:pt x="468" y="100"/>
                    </a:cubicBezTo>
                    <a:cubicBezTo>
                      <a:pt x="301" y="133"/>
                      <a:pt x="1" y="334"/>
                      <a:pt x="1" y="334"/>
                    </a:cubicBezTo>
                    <a:lnTo>
                      <a:pt x="34" y="600"/>
                    </a:lnTo>
                    <a:cubicBezTo>
                      <a:pt x="34" y="600"/>
                      <a:pt x="401" y="600"/>
                      <a:pt x="634" y="567"/>
                    </a:cubicBezTo>
                    <a:cubicBezTo>
                      <a:pt x="835" y="467"/>
                      <a:pt x="1068" y="267"/>
                      <a:pt x="1068" y="267"/>
                    </a:cubicBezTo>
                    <a:cubicBezTo>
                      <a:pt x="1068" y="234"/>
                      <a:pt x="1035" y="0"/>
                      <a:pt x="10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1" name="Google Shape;1001;p8"/>
              <p:cNvSpPr/>
              <p:nvPr/>
            </p:nvSpPr>
            <p:spPr>
              <a:xfrm rot="10800000">
                <a:off x="8669388" y="4743358"/>
                <a:ext cx="39558" cy="12356"/>
              </a:xfrm>
              <a:custGeom>
                <a:avLst/>
                <a:gdLst/>
                <a:ahLst/>
                <a:cxnLst/>
                <a:rect l="l" t="t" r="r" b="b"/>
                <a:pathLst>
                  <a:path w="1636" h="511" extrusionOk="0">
                    <a:moveTo>
                      <a:pt x="1016" y="1"/>
                    </a:moveTo>
                    <a:cubicBezTo>
                      <a:pt x="942" y="1"/>
                      <a:pt x="868" y="3"/>
                      <a:pt x="801" y="10"/>
                    </a:cubicBezTo>
                    <a:cubicBezTo>
                      <a:pt x="501" y="44"/>
                      <a:pt x="1" y="177"/>
                      <a:pt x="1" y="177"/>
                    </a:cubicBezTo>
                    <a:lnTo>
                      <a:pt x="1" y="444"/>
                    </a:lnTo>
                    <a:cubicBezTo>
                      <a:pt x="1" y="444"/>
                      <a:pt x="501" y="511"/>
                      <a:pt x="835" y="511"/>
                    </a:cubicBezTo>
                    <a:cubicBezTo>
                      <a:pt x="1135" y="477"/>
                      <a:pt x="1635" y="310"/>
                      <a:pt x="1635" y="310"/>
                    </a:cubicBezTo>
                    <a:cubicBezTo>
                      <a:pt x="1635" y="310"/>
                      <a:pt x="1602" y="110"/>
                      <a:pt x="1635" y="44"/>
                    </a:cubicBezTo>
                    <a:cubicBezTo>
                      <a:pt x="1635" y="44"/>
                      <a:pt x="1315" y="1"/>
                      <a:pt x="10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2" name="Google Shape;1002;p8"/>
              <p:cNvSpPr/>
              <p:nvPr/>
            </p:nvSpPr>
            <p:spPr>
              <a:xfrm rot="10800000">
                <a:off x="8662134" y="4715116"/>
                <a:ext cx="31482" cy="14556"/>
              </a:xfrm>
              <a:custGeom>
                <a:avLst/>
                <a:gdLst/>
                <a:ahLst/>
                <a:cxnLst/>
                <a:rect l="l" t="t" r="r" b="b"/>
                <a:pathLst>
                  <a:path w="1302" h="602" extrusionOk="0">
                    <a:moveTo>
                      <a:pt x="1268" y="1"/>
                    </a:moveTo>
                    <a:cubicBezTo>
                      <a:pt x="1268" y="1"/>
                      <a:pt x="835" y="1"/>
                      <a:pt x="601" y="67"/>
                    </a:cubicBezTo>
                    <a:cubicBezTo>
                      <a:pt x="334" y="134"/>
                      <a:pt x="1" y="368"/>
                      <a:pt x="1" y="368"/>
                    </a:cubicBezTo>
                    <a:cubicBezTo>
                      <a:pt x="1" y="401"/>
                      <a:pt x="101" y="601"/>
                      <a:pt x="101" y="601"/>
                    </a:cubicBezTo>
                    <a:cubicBezTo>
                      <a:pt x="101" y="601"/>
                      <a:pt x="468" y="601"/>
                      <a:pt x="701" y="534"/>
                    </a:cubicBezTo>
                    <a:cubicBezTo>
                      <a:pt x="968" y="468"/>
                      <a:pt x="1302" y="267"/>
                      <a:pt x="1302" y="267"/>
                    </a:cubicBezTo>
                    <a:cubicBezTo>
                      <a:pt x="1302" y="267"/>
                      <a:pt x="1268" y="67"/>
                      <a:pt x="1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3" name="Google Shape;1003;p8"/>
              <p:cNvSpPr/>
              <p:nvPr/>
            </p:nvSpPr>
            <p:spPr>
              <a:xfrm rot="10800000">
                <a:off x="8545973" y="4650603"/>
                <a:ext cx="26646" cy="14532"/>
              </a:xfrm>
              <a:custGeom>
                <a:avLst/>
                <a:gdLst/>
                <a:ahLst/>
                <a:cxnLst/>
                <a:rect l="l" t="t" r="r" b="b"/>
                <a:pathLst>
                  <a:path w="1102" h="601" extrusionOk="0">
                    <a:moveTo>
                      <a:pt x="1001" y="0"/>
                    </a:moveTo>
                    <a:cubicBezTo>
                      <a:pt x="1001" y="0"/>
                      <a:pt x="667" y="0"/>
                      <a:pt x="467" y="100"/>
                    </a:cubicBezTo>
                    <a:cubicBezTo>
                      <a:pt x="300" y="134"/>
                      <a:pt x="0" y="367"/>
                      <a:pt x="0" y="367"/>
                    </a:cubicBezTo>
                    <a:lnTo>
                      <a:pt x="34" y="601"/>
                    </a:lnTo>
                    <a:cubicBezTo>
                      <a:pt x="34" y="601"/>
                      <a:pt x="434" y="601"/>
                      <a:pt x="634" y="534"/>
                    </a:cubicBezTo>
                    <a:cubicBezTo>
                      <a:pt x="834" y="434"/>
                      <a:pt x="1101" y="234"/>
                      <a:pt x="1101" y="234"/>
                    </a:cubicBezTo>
                    <a:cubicBezTo>
                      <a:pt x="1101" y="234"/>
                      <a:pt x="1034" y="34"/>
                      <a:pt x="10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4" name="Google Shape;1004;p8"/>
              <p:cNvSpPr/>
              <p:nvPr/>
            </p:nvSpPr>
            <p:spPr>
              <a:xfrm rot="10800000">
                <a:off x="8534681" y="4619943"/>
                <a:ext cx="25050" cy="14556"/>
              </a:xfrm>
              <a:custGeom>
                <a:avLst/>
                <a:gdLst/>
                <a:ahLst/>
                <a:cxnLst/>
                <a:rect l="l" t="t" r="r" b="b"/>
                <a:pathLst>
                  <a:path w="1036" h="602" extrusionOk="0">
                    <a:moveTo>
                      <a:pt x="935" y="1"/>
                    </a:moveTo>
                    <a:cubicBezTo>
                      <a:pt x="935" y="1"/>
                      <a:pt x="601" y="1"/>
                      <a:pt x="435" y="101"/>
                    </a:cubicBezTo>
                    <a:cubicBezTo>
                      <a:pt x="268" y="134"/>
                      <a:pt x="1" y="334"/>
                      <a:pt x="1" y="334"/>
                    </a:cubicBezTo>
                    <a:lnTo>
                      <a:pt x="68" y="601"/>
                    </a:lnTo>
                    <a:cubicBezTo>
                      <a:pt x="68" y="601"/>
                      <a:pt x="435" y="601"/>
                      <a:pt x="635" y="501"/>
                    </a:cubicBezTo>
                    <a:cubicBezTo>
                      <a:pt x="802" y="434"/>
                      <a:pt x="1035" y="201"/>
                      <a:pt x="1035" y="201"/>
                    </a:cubicBezTo>
                    <a:cubicBezTo>
                      <a:pt x="1035" y="201"/>
                      <a:pt x="968"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5" name="Google Shape;1005;p8"/>
              <p:cNvSpPr/>
              <p:nvPr/>
            </p:nvSpPr>
            <p:spPr>
              <a:xfrm rot="10800000">
                <a:off x="8516135" y="4586067"/>
                <a:ext cx="29064" cy="14629"/>
              </a:xfrm>
              <a:custGeom>
                <a:avLst/>
                <a:gdLst/>
                <a:ahLst/>
                <a:cxnLst/>
                <a:rect l="l" t="t" r="r" b="b"/>
                <a:pathLst>
                  <a:path w="1202" h="605" extrusionOk="0">
                    <a:moveTo>
                      <a:pt x="1141" y="1"/>
                    </a:moveTo>
                    <a:cubicBezTo>
                      <a:pt x="1139" y="1"/>
                      <a:pt x="1137" y="2"/>
                      <a:pt x="1135" y="4"/>
                    </a:cubicBezTo>
                    <a:cubicBezTo>
                      <a:pt x="1135" y="4"/>
                      <a:pt x="734" y="4"/>
                      <a:pt x="534" y="104"/>
                    </a:cubicBezTo>
                    <a:cubicBezTo>
                      <a:pt x="334" y="137"/>
                      <a:pt x="0" y="371"/>
                      <a:pt x="0" y="371"/>
                    </a:cubicBezTo>
                    <a:lnTo>
                      <a:pt x="34" y="604"/>
                    </a:lnTo>
                    <a:cubicBezTo>
                      <a:pt x="34" y="604"/>
                      <a:pt x="401" y="604"/>
                      <a:pt x="668" y="571"/>
                    </a:cubicBezTo>
                    <a:cubicBezTo>
                      <a:pt x="868" y="471"/>
                      <a:pt x="1201" y="237"/>
                      <a:pt x="1201" y="237"/>
                    </a:cubicBezTo>
                    <a:cubicBezTo>
                      <a:pt x="1201" y="206"/>
                      <a:pt x="1172" y="1"/>
                      <a:pt x="11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6" name="Google Shape;1006;p8"/>
              <p:cNvSpPr/>
              <p:nvPr/>
            </p:nvSpPr>
            <p:spPr>
              <a:xfrm rot="10800000">
                <a:off x="8494373" y="4561887"/>
                <a:ext cx="32280" cy="16950"/>
              </a:xfrm>
              <a:custGeom>
                <a:avLst/>
                <a:gdLst/>
                <a:ahLst/>
                <a:cxnLst/>
                <a:rect l="l" t="t" r="r" b="b"/>
                <a:pathLst>
                  <a:path w="1335" h="701" extrusionOk="0">
                    <a:moveTo>
                      <a:pt x="1268" y="0"/>
                    </a:moveTo>
                    <a:cubicBezTo>
                      <a:pt x="1268" y="0"/>
                      <a:pt x="835" y="34"/>
                      <a:pt x="601" y="134"/>
                    </a:cubicBezTo>
                    <a:cubicBezTo>
                      <a:pt x="334" y="234"/>
                      <a:pt x="1" y="501"/>
                      <a:pt x="1" y="501"/>
                    </a:cubicBezTo>
                    <a:lnTo>
                      <a:pt x="134" y="701"/>
                    </a:lnTo>
                    <a:cubicBezTo>
                      <a:pt x="134" y="701"/>
                      <a:pt x="568" y="634"/>
                      <a:pt x="768" y="534"/>
                    </a:cubicBezTo>
                    <a:cubicBezTo>
                      <a:pt x="1035" y="467"/>
                      <a:pt x="1335" y="201"/>
                      <a:pt x="1335" y="201"/>
                    </a:cubicBezTo>
                    <a:lnTo>
                      <a:pt x="126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7" name="Google Shape;1007;p8"/>
              <p:cNvSpPr/>
              <p:nvPr/>
            </p:nvSpPr>
            <p:spPr>
              <a:xfrm rot="10800000">
                <a:off x="8475803" y="4532847"/>
                <a:ext cx="32304" cy="16467"/>
              </a:xfrm>
              <a:custGeom>
                <a:avLst/>
                <a:gdLst/>
                <a:ahLst/>
                <a:cxnLst/>
                <a:rect l="l" t="t" r="r" b="b"/>
                <a:pathLst>
                  <a:path w="1336" h="681" extrusionOk="0">
                    <a:moveTo>
                      <a:pt x="1261" y="0"/>
                    </a:moveTo>
                    <a:cubicBezTo>
                      <a:pt x="1253" y="0"/>
                      <a:pt x="1244" y="4"/>
                      <a:pt x="1235" y="14"/>
                    </a:cubicBezTo>
                    <a:lnTo>
                      <a:pt x="1002" y="14"/>
                    </a:lnTo>
                    <a:cubicBezTo>
                      <a:pt x="835" y="14"/>
                      <a:pt x="668" y="80"/>
                      <a:pt x="535" y="114"/>
                    </a:cubicBezTo>
                    <a:cubicBezTo>
                      <a:pt x="301" y="180"/>
                      <a:pt x="1" y="481"/>
                      <a:pt x="1" y="481"/>
                    </a:cubicBezTo>
                    <a:lnTo>
                      <a:pt x="134" y="681"/>
                    </a:lnTo>
                    <a:cubicBezTo>
                      <a:pt x="134" y="681"/>
                      <a:pt x="535" y="614"/>
                      <a:pt x="768" y="514"/>
                    </a:cubicBezTo>
                    <a:cubicBezTo>
                      <a:pt x="868" y="481"/>
                      <a:pt x="1002" y="347"/>
                      <a:pt x="1135" y="314"/>
                    </a:cubicBezTo>
                    <a:cubicBezTo>
                      <a:pt x="1268" y="247"/>
                      <a:pt x="1335" y="180"/>
                      <a:pt x="1335" y="180"/>
                    </a:cubicBezTo>
                    <a:cubicBezTo>
                      <a:pt x="1335" y="152"/>
                      <a:pt x="1310" y="0"/>
                      <a:pt x="12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8" name="Google Shape;1008;p8"/>
              <p:cNvSpPr/>
              <p:nvPr/>
            </p:nvSpPr>
            <p:spPr>
              <a:xfrm rot="10800000">
                <a:off x="8456459" y="4511061"/>
                <a:ext cx="26646" cy="15354"/>
              </a:xfrm>
              <a:custGeom>
                <a:avLst/>
                <a:gdLst/>
                <a:ahLst/>
                <a:cxnLst/>
                <a:rect l="l" t="t" r="r" b="b"/>
                <a:pathLst>
                  <a:path w="1102" h="635" extrusionOk="0">
                    <a:moveTo>
                      <a:pt x="1002" y="1"/>
                    </a:moveTo>
                    <a:cubicBezTo>
                      <a:pt x="1001" y="1"/>
                      <a:pt x="1000" y="1"/>
                      <a:pt x="1000" y="1"/>
                    </a:cubicBezTo>
                    <a:lnTo>
                      <a:pt x="1000" y="1"/>
                    </a:lnTo>
                    <a:cubicBezTo>
                      <a:pt x="1001" y="1"/>
                      <a:pt x="1002" y="1"/>
                      <a:pt x="1002" y="1"/>
                    </a:cubicBezTo>
                    <a:close/>
                    <a:moveTo>
                      <a:pt x="1000" y="1"/>
                    </a:moveTo>
                    <a:cubicBezTo>
                      <a:pt x="974" y="3"/>
                      <a:pt x="628" y="37"/>
                      <a:pt x="468" y="101"/>
                    </a:cubicBezTo>
                    <a:cubicBezTo>
                      <a:pt x="301" y="167"/>
                      <a:pt x="1" y="368"/>
                      <a:pt x="1" y="368"/>
                    </a:cubicBezTo>
                    <a:lnTo>
                      <a:pt x="68" y="634"/>
                    </a:lnTo>
                    <a:lnTo>
                      <a:pt x="268" y="634"/>
                    </a:lnTo>
                    <a:cubicBezTo>
                      <a:pt x="401" y="634"/>
                      <a:pt x="501" y="634"/>
                      <a:pt x="635" y="568"/>
                    </a:cubicBezTo>
                    <a:cubicBezTo>
                      <a:pt x="835" y="468"/>
                      <a:pt x="1102" y="201"/>
                      <a:pt x="1102" y="201"/>
                    </a:cubicBezTo>
                    <a:cubicBezTo>
                      <a:pt x="1102" y="168"/>
                      <a:pt x="973" y="6"/>
                      <a:pt x="10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9" name="Google Shape;1009;p8"/>
              <p:cNvSpPr/>
              <p:nvPr/>
            </p:nvSpPr>
            <p:spPr>
              <a:xfrm rot="10800000">
                <a:off x="8012030" y="4845784"/>
                <a:ext cx="19392" cy="12936"/>
              </a:xfrm>
              <a:custGeom>
                <a:avLst/>
                <a:gdLst/>
                <a:ahLst/>
                <a:cxnLst/>
                <a:rect l="l" t="t" r="r" b="b"/>
                <a:pathLst>
                  <a:path w="802" h="535" extrusionOk="0">
                    <a:moveTo>
                      <a:pt x="401" y="0"/>
                    </a:moveTo>
                    <a:cubicBezTo>
                      <a:pt x="168" y="0"/>
                      <a:pt x="1" y="267"/>
                      <a:pt x="1" y="267"/>
                    </a:cubicBezTo>
                    <a:lnTo>
                      <a:pt x="134" y="467"/>
                    </a:lnTo>
                    <a:cubicBezTo>
                      <a:pt x="134" y="467"/>
                      <a:pt x="334" y="534"/>
                      <a:pt x="435" y="534"/>
                    </a:cubicBezTo>
                    <a:cubicBezTo>
                      <a:pt x="501" y="534"/>
                      <a:pt x="735" y="434"/>
                      <a:pt x="735" y="434"/>
                    </a:cubicBezTo>
                    <a:cubicBezTo>
                      <a:pt x="768" y="434"/>
                      <a:pt x="801" y="234"/>
                      <a:pt x="801" y="167"/>
                    </a:cubicBezTo>
                    <a:cubicBezTo>
                      <a:pt x="801" y="167"/>
                      <a:pt x="768" y="134"/>
                      <a:pt x="668" y="101"/>
                    </a:cubicBezTo>
                    <a:cubicBezTo>
                      <a:pt x="601" y="67"/>
                      <a:pt x="468" y="0"/>
                      <a:pt x="4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0" name="Google Shape;1010;p8"/>
              <p:cNvSpPr/>
              <p:nvPr/>
            </p:nvSpPr>
            <p:spPr>
              <a:xfrm rot="10800000">
                <a:off x="8003954" y="4812368"/>
                <a:ext cx="21810" cy="12840"/>
              </a:xfrm>
              <a:custGeom>
                <a:avLst/>
                <a:gdLst/>
                <a:ahLst/>
                <a:cxnLst/>
                <a:rect l="l" t="t" r="r" b="b"/>
                <a:pathLst>
                  <a:path w="902" h="531" extrusionOk="0">
                    <a:moveTo>
                      <a:pt x="554" y="1"/>
                    </a:moveTo>
                    <a:cubicBezTo>
                      <a:pt x="490" y="1"/>
                      <a:pt x="423" y="4"/>
                      <a:pt x="367" y="15"/>
                    </a:cubicBezTo>
                    <a:lnTo>
                      <a:pt x="100" y="149"/>
                    </a:lnTo>
                    <a:cubicBezTo>
                      <a:pt x="34" y="182"/>
                      <a:pt x="0" y="216"/>
                      <a:pt x="0" y="216"/>
                    </a:cubicBezTo>
                    <a:lnTo>
                      <a:pt x="0" y="482"/>
                    </a:lnTo>
                    <a:cubicBezTo>
                      <a:pt x="0" y="482"/>
                      <a:pt x="34" y="516"/>
                      <a:pt x="167" y="516"/>
                    </a:cubicBezTo>
                    <a:cubicBezTo>
                      <a:pt x="201" y="527"/>
                      <a:pt x="238" y="531"/>
                      <a:pt x="276" y="531"/>
                    </a:cubicBezTo>
                    <a:cubicBezTo>
                      <a:pt x="352" y="531"/>
                      <a:pt x="434" y="516"/>
                      <a:pt x="501" y="516"/>
                    </a:cubicBezTo>
                    <a:cubicBezTo>
                      <a:pt x="701" y="416"/>
                      <a:pt x="901" y="249"/>
                      <a:pt x="901" y="249"/>
                    </a:cubicBezTo>
                    <a:cubicBezTo>
                      <a:pt x="901" y="249"/>
                      <a:pt x="868" y="49"/>
                      <a:pt x="801" y="15"/>
                    </a:cubicBezTo>
                    <a:cubicBezTo>
                      <a:pt x="801" y="15"/>
                      <a:pt x="682" y="1"/>
                      <a:pt x="5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1" name="Google Shape;1011;p8"/>
              <p:cNvSpPr/>
              <p:nvPr/>
            </p:nvSpPr>
            <p:spPr>
              <a:xfrm rot="10800000">
                <a:off x="7995104" y="4795417"/>
                <a:ext cx="20166" cy="12042"/>
              </a:xfrm>
              <a:custGeom>
                <a:avLst/>
                <a:gdLst/>
                <a:ahLst/>
                <a:cxnLst/>
                <a:rect l="l" t="t" r="r" b="b"/>
                <a:pathLst>
                  <a:path w="834" h="498" extrusionOk="0">
                    <a:moveTo>
                      <a:pt x="549" y="0"/>
                    </a:moveTo>
                    <a:cubicBezTo>
                      <a:pt x="489" y="0"/>
                      <a:pt x="434" y="4"/>
                      <a:pt x="400" y="15"/>
                    </a:cubicBezTo>
                    <a:cubicBezTo>
                      <a:pt x="267" y="82"/>
                      <a:pt x="67" y="249"/>
                      <a:pt x="67" y="249"/>
                    </a:cubicBezTo>
                    <a:cubicBezTo>
                      <a:pt x="0" y="249"/>
                      <a:pt x="100" y="482"/>
                      <a:pt x="100" y="482"/>
                    </a:cubicBezTo>
                    <a:cubicBezTo>
                      <a:pt x="100" y="482"/>
                      <a:pt x="204" y="497"/>
                      <a:pt x="322" y="497"/>
                    </a:cubicBezTo>
                    <a:cubicBezTo>
                      <a:pt x="382" y="497"/>
                      <a:pt x="445" y="493"/>
                      <a:pt x="500" y="482"/>
                    </a:cubicBezTo>
                    <a:cubicBezTo>
                      <a:pt x="634" y="449"/>
                      <a:pt x="834" y="282"/>
                      <a:pt x="834" y="282"/>
                    </a:cubicBezTo>
                    <a:cubicBezTo>
                      <a:pt x="834" y="282"/>
                      <a:pt x="767" y="82"/>
                      <a:pt x="801" y="15"/>
                    </a:cubicBezTo>
                    <a:cubicBezTo>
                      <a:pt x="801" y="15"/>
                      <a:pt x="667" y="0"/>
                      <a:pt x="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2" name="Google Shape;1012;p8"/>
              <p:cNvSpPr/>
              <p:nvPr/>
            </p:nvSpPr>
            <p:spPr>
              <a:xfrm rot="10800000">
                <a:off x="7981370" y="4773196"/>
                <a:ext cx="20190" cy="13734"/>
              </a:xfrm>
              <a:custGeom>
                <a:avLst/>
                <a:gdLst/>
                <a:ahLst/>
                <a:cxnLst/>
                <a:rect l="l" t="t" r="r" b="b"/>
                <a:pathLst>
                  <a:path w="835" h="568" extrusionOk="0">
                    <a:moveTo>
                      <a:pt x="767" y="0"/>
                    </a:moveTo>
                    <a:cubicBezTo>
                      <a:pt x="767" y="0"/>
                      <a:pt x="534" y="0"/>
                      <a:pt x="367" y="67"/>
                    </a:cubicBezTo>
                    <a:cubicBezTo>
                      <a:pt x="234" y="134"/>
                      <a:pt x="33" y="300"/>
                      <a:pt x="33" y="300"/>
                    </a:cubicBezTo>
                    <a:cubicBezTo>
                      <a:pt x="0" y="300"/>
                      <a:pt x="67" y="567"/>
                      <a:pt x="67" y="567"/>
                    </a:cubicBezTo>
                    <a:cubicBezTo>
                      <a:pt x="67" y="567"/>
                      <a:pt x="334" y="567"/>
                      <a:pt x="500" y="501"/>
                    </a:cubicBezTo>
                    <a:cubicBezTo>
                      <a:pt x="667" y="467"/>
                      <a:pt x="834" y="267"/>
                      <a:pt x="834" y="267"/>
                    </a:cubicBezTo>
                    <a:cubicBezTo>
                      <a:pt x="834" y="267"/>
                      <a:pt x="767" y="67"/>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3" name="Google Shape;1013;p8"/>
              <p:cNvSpPr/>
              <p:nvPr/>
            </p:nvSpPr>
            <p:spPr>
              <a:xfrm rot="10800000">
                <a:off x="7958786" y="4753030"/>
                <a:ext cx="21012" cy="14556"/>
              </a:xfrm>
              <a:custGeom>
                <a:avLst/>
                <a:gdLst/>
                <a:ahLst/>
                <a:cxnLst/>
                <a:rect l="l" t="t" r="r" b="b"/>
                <a:pathLst>
                  <a:path w="869" h="602" extrusionOk="0">
                    <a:moveTo>
                      <a:pt x="768" y="1"/>
                    </a:moveTo>
                    <a:cubicBezTo>
                      <a:pt x="768" y="1"/>
                      <a:pt x="501" y="1"/>
                      <a:pt x="368" y="101"/>
                    </a:cubicBezTo>
                    <a:cubicBezTo>
                      <a:pt x="268" y="134"/>
                      <a:pt x="34" y="334"/>
                      <a:pt x="34" y="334"/>
                    </a:cubicBezTo>
                    <a:cubicBezTo>
                      <a:pt x="1" y="334"/>
                      <a:pt x="101" y="601"/>
                      <a:pt x="101" y="601"/>
                    </a:cubicBezTo>
                    <a:cubicBezTo>
                      <a:pt x="101" y="601"/>
                      <a:pt x="368" y="601"/>
                      <a:pt x="534" y="535"/>
                    </a:cubicBezTo>
                    <a:cubicBezTo>
                      <a:pt x="701" y="468"/>
                      <a:pt x="868" y="201"/>
                      <a:pt x="868" y="201"/>
                    </a:cubicBezTo>
                    <a:cubicBezTo>
                      <a:pt x="835" y="201"/>
                      <a:pt x="768" y="34"/>
                      <a:pt x="7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4" name="Google Shape;1014;p8"/>
              <p:cNvSpPr/>
              <p:nvPr/>
            </p:nvSpPr>
            <p:spPr>
              <a:xfrm rot="10800000">
                <a:off x="8012030" y="4826682"/>
                <a:ext cx="16152" cy="12840"/>
              </a:xfrm>
              <a:custGeom>
                <a:avLst/>
                <a:gdLst/>
                <a:ahLst/>
                <a:cxnLst/>
                <a:rect l="l" t="t" r="r" b="b"/>
                <a:pathLst>
                  <a:path w="668" h="531" extrusionOk="0">
                    <a:moveTo>
                      <a:pt x="338" y="0"/>
                    </a:moveTo>
                    <a:cubicBezTo>
                      <a:pt x="323" y="0"/>
                      <a:pt x="310" y="2"/>
                      <a:pt x="301" y="7"/>
                    </a:cubicBezTo>
                    <a:cubicBezTo>
                      <a:pt x="167" y="74"/>
                      <a:pt x="0" y="207"/>
                      <a:pt x="0" y="207"/>
                    </a:cubicBezTo>
                    <a:cubicBezTo>
                      <a:pt x="0" y="274"/>
                      <a:pt x="100" y="474"/>
                      <a:pt x="100" y="474"/>
                    </a:cubicBezTo>
                    <a:cubicBezTo>
                      <a:pt x="100" y="474"/>
                      <a:pt x="213" y="530"/>
                      <a:pt x="297" y="530"/>
                    </a:cubicBezTo>
                    <a:cubicBezTo>
                      <a:pt x="326" y="530"/>
                      <a:pt x="351" y="524"/>
                      <a:pt x="367" y="507"/>
                    </a:cubicBezTo>
                    <a:cubicBezTo>
                      <a:pt x="501" y="474"/>
                      <a:pt x="667" y="307"/>
                      <a:pt x="667" y="307"/>
                    </a:cubicBezTo>
                    <a:cubicBezTo>
                      <a:pt x="667" y="274"/>
                      <a:pt x="634" y="74"/>
                      <a:pt x="601" y="74"/>
                    </a:cubicBezTo>
                    <a:cubicBezTo>
                      <a:pt x="601" y="74"/>
                      <a:pt x="429" y="0"/>
                      <a:pt x="3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015" name="Google Shape;1015;p8"/>
            <p:cNvSpPr/>
            <p:nvPr/>
          </p:nvSpPr>
          <p:spPr>
            <a:xfrm rot="10800000">
              <a:off x="8192703" y="3601240"/>
              <a:ext cx="117781" cy="280440"/>
            </a:xfrm>
            <a:custGeom>
              <a:avLst/>
              <a:gdLst/>
              <a:ahLst/>
              <a:cxnLst/>
              <a:rect l="l" t="t" r="r" b="b"/>
              <a:pathLst>
                <a:path w="4871" h="11598" extrusionOk="0">
                  <a:moveTo>
                    <a:pt x="1271" y="0"/>
                  </a:moveTo>
                  <a:cubicBezTo>
                    <a:pt x="1157" y="0"/>
                    <a:pt x="1055" y="200"/>
                    <a:pt x="1168" y="256"/>
                  </a:cubicBezTo>
                  <a:cubicBezTo>
                    <a:pt x="1168" y="256"/>
                    <a:pt x="1435" y="423"/>
                    <a:pt x="1768" y="723"/>
                  </a:cubicBezTo>
                  <a:cubicBezTo>
                    <a:pt x="1968" y="856"/>
                    <a:pt x="2135" y="1056"/>
                    <a:pt x="2335" y="1257"/>
                  </a:cubicBezTo>
                  <a:cubicBezTo>
                    <a:pt x="2535" y="1490"/>
                    <a:pt x="2769" y="1724"/>
                    <a:pt x="2969" y="2024"/>
                  </a:cubicBezTo>
                  <a:cubicBezTo>
                    <a:pt x="3002" y="2091"/>
                    <a:pt x="3103" y="2157"/>
                    <a:pt x="3136" y="2224"/>
                  </a:cubicBezTo>
                  <a:lnTo>
                    <a:pt x="3269" y="2491"/>
                  </a:lnTo>
                  <a:cubicBezTo>
                    <a:pt x="3336" y="2658"/>
                    <a:pt x="3469" y="2824"/>
                    <a:pt x="3536" y="2991"/>
                  </a:cubicBezTo>
                  <a:cubicBezTo>
                    <a:pt x="3636" y="3158"/>
                    <a:pt x="3703" y="3358"/>
                    <a:pt x="3803" y="3525"/>
                  </a:cubicBezTo>
                  <a:cubicBezTo>
                    <a:pt x="3870" y="3692"/>
                    <a:pt x="3970" y="3858"/>
                    <a:pt x="4003" y="4059"/>
                  </a:cubicBezTo>
                  <a:cubicBezTo>
                    <a:pt x="4037" y="4225"/>
                    <a:pt x="4137" y="4426"/>
                    <a:pt x="4170" y="4592"/>
                  </a:cubicBezTo>
                  <a:cubicBezTo>
                    <a:pt x="4203" y="4759"/>
                    <a:pt x="4203" y="4993"/>
                    <a:pt x="4270" y="5159"/>
                  </a:cubicBezTo>
                  <a:cubicBezTo>
                    <a:pt x="4270" y="5259"/>
                    <a:pt x="4303" y="5360"/>
                    <a:pt x="4303" y="5426"/>
                  </a:cubicBezTo>
                  <a:lnTo>
                    <a:pt x="4303" y="5693"/>
                  </a:lnTo>
                  <a:lnTo>
                    <a:pt x="4303" y="6193"/>
                  </a:lnTo>
                  <a:cubicBezTo>
                    <a:pt x="4203" y="6827"/>
                    <a:pt x="4103" y="7594"/>
                    <a:pt x="3703" y="8262"/>
                  </a:cubicBezTo>
                  <a:cubicBezTo>
                    <a:pt x="3336" y="8929"/>
                    <a:pt x="2836" y="9563"/>
                    <a:pt x="2302" y="9963"/>
                  </a:cubicBezTo>
                  <a:cubicBezTo>
                    <a:pt x="2169" y="10096"/>
                    <a:pt x="2035" y="10196"/>
                    <a:pt x="1935" y="10330"/>
                  </a:cubicBezTo>
                  <a:cubicBezTo>
                    <a:pt x="1735" y="10396"/>
                    <a:pt x="1635" y="10497"/>
                    <a:pt x="1501" y="10563"/>
                  </a:cubicBezTo>
                  <a:cubicBezTo>
                    <a:pt x="1201" y="10730"/>
                    <a:pt x="1001" y="10863"/>
                    <a:pt x="801" y="10930"/>
                  </a:cubicBezTo>
                  <a:cubicBezTo>
                    <a:pt x="367" y="11097"/>
                    <a:pt x="134" y="11230"/>
                    <a:pt x="134" y="11230"/>
                  </a:cubicBezTo>
                  <a:cubicBezTo>
                    <a:pt x="0" y="11330"/>
                    <a:pt x="100" y="11564"/>
                    <a:pt x="167" y="11597"/>
                  </a:cubicBezTo>
                  <a:cubicBezTo>
                    <a:pt x="167" y="11597"/>
                    <a:pt x="434" y="11531"/>
                    <a:pt x="868" y="11364"/>
                  </a:cubicBezTo>
                  <a:cubicBezTo>
                    <a:pt x="1101" y="11264"/>
                    <a:pt x="1335" y="11164"/>
                    <a:pt x="1635" y="10997"/>
                  </a:cubicBezTo>
                  <a:cubicBezTo>
                    <a:pt x="1802" y="10897"/>
                    <a:pt x="1935" y="10830"/>
                    <a:pt x="2102" y="10730"/>
                  </a:cubicBezTo>
                  <a:cubicBezTo>
                    <a:pt x="2235" y="10597"/>
                    <a:pt x="2369" y="10530"/>
                    <a:pt x="2535" y="10396"/>
                  </a:cubicBezTo>
                  <a:cubicBezTo>
                    <a:pt x="3169" y="9929"/>
                    <a:pt x="3770" y="9329"/>
                    <a:pt x="4170" y="8562"/>
                  </a:cubicBezTo>
                  <a:cubicBezTo>
                    <a:pt x="4637" y="7828"/>
                    <a:pt x="4804" y="6994"/>
                    <a:pt x="4870" y="6227"/>
                  </a:cubicBezTo>
                  <a:lnTo>
                    <a:pt x="4870" y="5660"/>
                  </a:lnTo>
                  <a:lnTo>
                    <a:pt x="4870" y="5360"/>
                  </a:lnTo>
                  <a:cubicBezTo>
                    <a:pt x="4870" y="5259"/>
                    <a:pt x="4837" y="5159"/>
                    <a:pt x="4837" y="5059"/>
                  </a:cubicBezTo>
                  <a:lnTo>
                    <a:pt x="4704" y="4426"/>
                  </a:lnTo>
                  <a:cubicBezTo>
                    <a:pt x="4637" y="4225"/>
                    <a:pt x="4604" y="4025"/>
                    <a:pt x="4504" y="3825"/>
                  </a:cubicBezTo>
                  <a:cubicBezTo>
                    <a:pt x="4437" y="3592"/>
                    <a:pt x="4337" y="3425"/>
                    <a:pt x="4270" y="3225"/>
                  </a:cubicBezTo>
                  <a:cubicBezTo>
                    <a:pt x="4137" y="3058"/>
                    <a:pt x="4103" y="2858"/>
                    <a:pt x="3970" y="2691"/>
                  </a:cubicBezTo>
                  <a:cubicBezTo>
                    <a:pt x="3836" y="2524"/>
                    <a:pt x="3770" y="2357"/>
                    <a:pt x="3636" y="2191"/>
                  </a:cubicBezTo>
                  <a:cubicBezTo>
                    <a:pt x="3603" y="2091"/>
                    <a:pt x="3503" y="2024"/>
                    <a:pt x="3469" y="1924"/>
                  </a:cubicBezTo>
                  <a:cubicBezTo>
                    <a:pt x="3436" y="1857"/>
                    <a:pt x="3336" y="1824"/>
                    <a:pt x="3303" y="1724"/>
                  </a:cubicBezTo>
                  <a:cubicBezTo>
                    <a:pt x="3036" y="1423"/>
                    <a:pt x="2836" y="1190"/>
                    <a:pt x="2602" y="990"/>
                  </a:cubicBezTo>
                  <a:cubicBezTo>
                    <a:pt x="2335" y="756"/>
                    <a:pt x="2169" y="556"/>
                    <a:pt x="1968" y="423"/>
                  </a:cubicBezTo>
                  <a:lnTo>
                    <a:pt x="1335" y="22"/>
                  </a:lnTo>
                  <a:cubicBezTo>
                    <a:pt x="1314" y="7"/>
                    <a:pt x="1292" y="0"/>
                    <a:pt x="12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6" name="Google Shape;1016;p8"/>
            <p:cNvSpPr/>
            <p:nvPr/>
          </p:nvSpPr>
          <p:spPr>
            <a:xfrm rot="10800000">
              <a:off x="8946853" y="4081164"/>
              <a:ext cx="372662" cy="364465"/>
            </a:xfrm>
            <a:custGeom>
              <a:avLst/>
              <a:gdLst/>
              <a:ahLst/>
              <a:cxnLst/>
              <a:rect l="l" t="t" r="r" b="b"/>
              <a:pathLst>
                <a:path w="15412" h="15073" extrusionOk="0">
                  <a:moveTo>
                    <a:pt x="15180" y="0"/>
                  </a:moveTo>
                  <a:cubicBezTo>
                    <a:pt x="15073" y="0"/>
                    <a:pt x="14949" y="82"/>
                    <a:pt x="14911" y="195"/>
                  </a:cubicBezTo>
                  <a:lnTo>
                    <a:pt x="14911" y="496"/>
                  </a:lnTo>
                  <a:cubicBezTo>
                    <a:pt x="14911" y="562"/>
                    <a:pt x="14978" y="696"/>
                    <a:pt x="14911" y="829"/>
                  </a:cubicBezTo>
                  <a:cubicBezTo>
                    <a:pt x="14911" y="963"/>
                    <a:pt x="14878" y="1129"/>
                    <a:pt x="14878" y="1296"/>
                  </a:cubicBezTo>
                  <a:cubicBezTo>
                    <a:pt x="14744" y="1963"/>
                    <a:pt x="14377" y="2831"/>
                    <a:pt x="13577" y="3565"/>
                  </a:cubicBezTo>
                  <a:cubicBezTo>
                    <a:pt x="12843" y="4332"/>
                    <a:pt x="11742" y="4999"/>
                    <a:pt x="10708" y="5699"/>
                  </a:cubicBezTo>
                  <a:cubicBezTo>
                    <a:pt x="10174" y="6033"/>
                    <a:pt x="9641" y="6400"/>
                    <a:pt x="9174" y="6834"/>
                  </a:cubicBezTo>
                  <a:cubicBezTo>
                    <a:pt x="8907" y="7000"/>
                    <a:pt x="8707" y="7234"/>
                    <a:pt x="8507" y="7467"/>
                  </a:cubicBezTo>
                  <a:cubicBezTo>
                    <a:pt x="8306" y="7667"/>
                    <a:pt x="8140" y="7901"/>
                    <a:pt x="7973" y="8134"/>
                  </a:cubicBezTo>
                  <a:cubicBezTo>
                    <a:pt x="7239" y="9035"/>
                    <a:pt x="6705" y="10169"/>
                    <a:pt x="6138" y="11303"/>
                  </a:cubicBezTo>
                  <a:cubicBezTo>
                    <a:pt x="5571" y="12404"/>
                    <a:pt x="4904" y="13472"/>
                    <a:pt x="4003" y="14005"/>
                  </a:cubicBezTo>
                  <a:cubicBezTo>
                    <a:pt x="3069" y="14539"/>
                    <a:pt x="2069" y="14639"/>
                    <a:pt x="1402" y="14639"/>
                  </a:cubicBezTo>
                  <a:cubicBezTo>
                    <a:pt x="1035" y="14639"/>
                    <a:pt x="768" y="14572"/>
                    <a:pt x="568" y="14572"/>
                  </a:cubicBezTo>
                  <a:lnTo>
                    <a:pt x="267" y="14572"/>
                  </a:lnTo>
                  <a:cubicBezTo>
                    <a:pt x="67" y="14572"/>
                    <a:pt x="1" y="14906"/>
                    <a:pt x="234" y="14973"/>
                  </a:cubicBezTo>
                  <a:cubicBezTo>
                    <a:pt x="234" y="14973"/>
                    <a:pt x="334" y="14973"/>
                    <a:pt x="534" y="15006"/>
                  </a:cubicBezTo>
                  <a:cubicBezTo>
                    <a:pt x="701" y="15039"/>
                    <a:pt x="1001" y="15073"/>
                    <a:pt x="1368" y="15073"/>
                  </a:cubicBezTo>
                  <a:lnTo>
                    <a:pt x="1935" y="15073"/>
                  </a:lnTo>
                  <a:cubicBezTo>
                    <a:pt x="2202" y="15073"/>
                    <a:pt x="2402" y="15039"/>
                    <a:pt x="2669" y="15006"/>
                  </a:cubicBezTo>
                  <a:cubicBezTo>
                    <a:pt x="3169" y="14973"/>
                    <a:pt x="3703" y="14806"/>
                    <a:pt x="4237" y="14506"/>
                  </a:cubicBezTo>
                  <a:cubicBezTo>
                    <a:pt x="4737" y="14172"/>
                    <a:pt x="5271" y="13739"/>
                    <a:pt x="5671" y="13238"/>
                  </a:cubicBezTo>
                  <a:cubicBezTo>
                    <a:pt x="6072" y="12738"/>
                    <a:pt x="6405" y="12171"/>
                    <a:pt x="6705" y="11637"/>
                  </a:cubicBezTo>
                  <a:cubicBezTo>
                    <a:pt x="7339" y="10503"/>
                    <a:pt x="7906" y="9402"/>
                    <a:pt x="8540" y="8568"/>
                  </a:cubicBezTo>
                  <a:lnTo>
                    <a:pt x="9040" y="7968"/>
                  </a:lnTo>
                  <a:cubicBezTo>
                    <a:pt x="9240" y="7734"/>
                    <a:pt x="9441" y="7567"/>
                    <a:pt x="9674" y="7367"/>
                  </a:cubicBezTo>
                  <a:cubicBezTo>
                    <a:pt x="10141" y="6967"/>
                    <a:pt x="10641" y="6633"/>
                    <a:pt x="11108" y="6233"/>
                  </a:cubicBezTo>
                  <a:cubicBezTo>
                    <a:pt x="12143" y="5533"/>
                    <a:pt x="13210" y="4832"/>
                    <a:pt x="14011" y="3965"/>
                  </a:cubicBezTo>
                  <a:cubicBezTo>
                    <a:pt x="14844" y="3131"/>
                    <a:pt x="15245" y="2063"/>
                    <a:pt x="15345" y="1330"/>
                  </a:cubicBezTo>
                  <a:cubicBezTo>
                    <a:pt x="15345" y="1163"/>
                    <a:pt x="15378" y="996"/>
                    <a:pt x="15378" y="829"/>
                  </a:cubicBezTo>
                  <a:cubicBezTo>
                    <a:pt x="15412" y="662"/>
                    <a:pt x="15378" y="529"/>
                    <a:pt x="15378" y="462"/>
                  </a:cubicBezTo>
                  <a:cubicBezTo>
                    <a:pt x="15345" y="296"/>
                    <a:pt x="15345" y="162"/>
                    <a:pt x="15345" y="162"/>
                  </a:cubicBezTo>
                  <a:cubicBezTo>
                    <a:pt x="15330" y="47"/>
                    <a:pt x="15260" y="0"/>
                    <a:pt x="151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7" name="Google Shape;1017;p8"/>
            <p:cNvSpPr/>
            <p:nvPr/>
          </p:nvSpPr>
          <p:spPr>
            <a:xfrm rot="10800000">
              <a:off x="7372421" y="1939493"/>
              <a:ext cx="1939841" cy="3204140"/>
            </a:xfrm>
            <a:custGeom>
              <a:avLst/>
              <a:gdLst/>
              <a:ahLst/>
              <a:cxnLst/>
              <a:rect l="l" t="t" r="r" b="b"/>
              <a:pathLst>
                <a:path w="80225" h="132512" extrusionOk="0">
                  <a:moveTo>
                    <a:pt x="80135" y="0"/>
                  </a:moveTo>
                  <a:cubicBezTo>
                    <a:pt x="80081" y="0"/>
                    <a:pt x="79955" y="83"/>
                    <a:pt x="79758" y="309"/>
                  </a:cubicBezTo>
                  <a:cubicBezTo>
                    <a:pt x="79624" y="409"/>
                    <a:pt x="79491" y="542"/>
                    <a:pt x="79324" y="742"/>
                  </a:cubicBezTo>
                  <a:cubicBezTo>
                    <a:pt x="79157" y="976"/>
                    <a:pt x="78990" y="1209"/>
                    <a:pt x="78824" y="1509"/>
                  </a:cubicBezTo>
                  <a:cubicBezTo>
                    <a:pt x="78824" y="1509"/>
                    <a:pt x="78790" y="1543"/>
                    <a:pt x="78724" y="1676"/>
                  </a:cubicBezTo>
                  <a:cubicBezTo>
                    <a:pt x="78657" y="1743"/>
                    <a:pt x="78590" y="1976"/>
                    <a:pt x="78457" y="2210"/>
                  </a:cubicBezTo>
                  <a:cubicBezTo>
                    <a:pt x="78323" y="2477"/>
                    <a:pt x="78157" y="2810"/>
                    <a:pt x="78090" y="3177"/>
                  </a:cubicBezTo>
                  <a:cubicBezTo>
                    <a:pt x="78056" y="3377"/>
                    <a:pt x="77990" y="3578"/>
                    <a:pt x="77923" y="3811"/>
                  </a:cubicBezTo>
                  <a:cubicBezTo>
                    <a:pt x="77856" y="4011"/>
                    <a:pt x="77823" y="4245"/>
                    <a:pt x="77790" y="4512"/>
                  </a:cubicBezTo>
                  <a:cubicBezTo>
                    <a:pt x="77623" y="5546"/>
                    <a:pt x="77623" y="6847"/>
                    <a:pt x="77856" y="8314"/>
                  </a:cubicBezTo>
                  <a:cubicBezTo>
                    <a:pt x="77990" y="9015"/>
                    <a:pt x="78157" y="9815"/>
                    <a:pt x="78323" y="10583"/>
                  </a:cubicBezTo>
                  <a:cubicBezTo>
                    <a:pt x="78357" y="10816"/>
                    <a:pt x="78423" y="11016"/>
                    <a:pt x="78423" y="11216"/>
                  </a:cubicBezTo>
                  <a:cubicBezTo>
                    <a:pt x="78423" y="11316"/>
                    <a:pt x="78457" y="11417"/>
                    <a:pt x="78457" y="11517"/>
                  </a:cubicBezTo>
                  <a:lnTo>
                    <a:pt x="78457" y="11817"/>
                  </a:lnTo>
                  <a:cubicBezTo>
                    <a:pt x="78490" y="12017"/>
                    <a:pt x="78457" y="12184"/>
                    <a:pt x="78423" y="12384"/>
                  </a:cubicBezTo>
                  <a:cubicBezTo>
                    <a:pt x="78357" y="12584"/>
                    <a:pt x="78323" y="12818"/>
                    <a:pt x="78257" y="13018"/>
                  </a:cubicBezTo>
                  <a:cubicBezTo>
                    <a:pt x="77956" y="13852"/>
                    <a:pt x="77423" y="14585"/>
                    <a:pt x="76756" y="15386"/>
                  </a:cubicBezTo>
                  <a:cubicBezTo>
                    <a:pt x="76122" y="16187"/>
                    <a:pt x="75355" y="16987"/>
                    <a:pt x="74687" y="17888"/>
                  </a:cubicBezTo>
                  <a:cubicBezTo>
                    <a:pt x="74354" y="18355"/>
                    <a:pt x="74087" y="18855"/>
                    <a:pt x="73820" y="19389"/>
                  </a:cubicBezTo>
                  <a:cubicBezTo>
                    <a:pt x="73587" y="19989"/>
                    <a:pt x="73453" y="20556"/>
                    <a:pt x="73353" y="21190"/>
                  </a:cubicBezTo>
                  <a:cubicBezTo>
                    <a:pt x="73286" y="21824"/>
                    <a:pt x="73353" y="22424"/>
                    <a:pt x="73487" y="23058"/>
                  </a:cubicBezTo>
                  <a:cubicBezTo>
                    <a:pt x="73620" y="23659"/>
                    <a:pt x="73787" y="24226"/>
                    <a:pt x="73753" y="24826"/>
                  </a:cubicBezTo>
                  <a:cubicBezTo>
                    <a:pt x="73753" y="25360"/>
                    <a:pt x="73520" y="25927"/>
                    <a:pt x="73253" y="26494"/>
                  </a:cubicBezTo>
                  <a:cubicBezTo>
                    <a:pt x="72953" y="27028"/>
                    <a:pt x="72586" y="27528"/>
                    <a:pt x="72119" y="27928"/>
                  </a:cubicBezTo>
                  <a:cubicBezTo>
                    <a:pt x="71185" y="28829"/>
                    <a:pt x="69951" y="29363"/>
                    <a:pt x="68650" y="29730"/>
                  </a:cubicBezTo>
                  <a:cubicBezTo>
                    <a:pt x="65981" y="30497"/>
                    <a:pt x="63146" y="31064"/>
                    <a:pt x="60177" y="31664"/>
                  </a:cubicBezTo>
                  <a:cubicBezTo>
                    <a:pt x="59443" y="31831"/>
                    <a:pt x="58676" y="31931"/>
                    <a:pt x="57942" y="32098"/>
                  </a:cubicBezTo>
                  <a:lnTo>
                    <a:pt x="56808" y="32365"/>
                  </a:lnTo>
                  <a:cubicBezTo>
                    <a:pt x="56441" y="32498"/>
                    <a:pt x="56074" y="32565"/>
                    <a:pt x="55674" y="32665"/>
                  </a:cubicBezTo>
                  <a:cubicBezTo>
                    <a:pt x="54940" y="32832"/>
                    <a:pt x="54139" y="33032"/>
                    <a:pt x="53406" y="33199"/>
                  </a:cubicBezTo>
                  <a:cubicBezTo>
                    <a:pt x="52605" y="33366"/>
                    <a:pt x="51838" y="33566"/>
                    <a:pt x="51071" y="33866"/>
                  </a:cubicBezTo>
                  <a:cubicBezTo>
                    <a:pt x="50270" y="34166"/>
                    <a:pt x="49503" y="34666"/>
                    <a:pt x="48969" y="35367"/>
                  </a:cubicBezTo>
                  <a:cubicBezTo>
                    <a:pt x="48435" y="36067"/>
                    <a:pt x="48102" y="36868"/>
                    <a:pt x="47802" y="37602"/>
                  </a:cubicBezTo>
                  <a:cubicBezTo>
                    <a:pt x="47735" y="37769"/>
                    <a:pt x="47635" y="37936"/>
                    <a:pt x="47601" y="38236"/>
                  </a:cubicBezTo>
                  <a:cubicBezTo>
                    <a:pt x="47568" y="38369"/>
                    <a:pt x="47568" y="38503"/>
                    <a:pt x="47568" y="38603"/>
                  </a:cubicBezTo>
                  <a:lnTo>
                    <a:pt x="47568" y="38936"/>
                  </a:lnTo>
                  <a:cubicBezTo>
                    <a:pt x="47568" y="39403"/>
                    <a:pt x="47601" y="39770"/>
                    <a:pt x="47601" y="40170"/>
                  </a:cubicBezTo>
                  <a:cubicBezTo>
                    <a:pt x="47601" y="40537"/>
                    <a:pt x="47468" y="40838"/>
                    <a:pt x="47335" y="41171"/>
                  </a:cubicBezTo>
                  <a:cubicBezTo>
                    <a:pt x="47234" y="41405"/>
                    <a:pt x="46934" y="41672"/>
                    <a:pt x="46634" y="41905"/>
                  </a:cubicBezTo>
                  <a:cubicBezTo>
                    <a:pt x="46000" y="42405"/>
                    <a:pt x="45266" y="42772"/>
                    <a:pt x="44566" y="43339"/>
                  </a:cubicBezTo>
                  <a:cubicBezTo>
                    <a:pt x="44399" y="43439"/>
                    <a:pt x="44232" y="43606"/>
                    <a:pt x="44066" y="43773"/>
                  </a:cubicBezTo>
                  <a:lnTo>
                    <a:pt x="43932" y="43906"/>
                  </a:lnTo>
                  <a:cubicBezTo>
                    <a:pt x="43899" y="43940"/>
                    <a:pt x="43799" y="44040"/>
                    <a:pt x="43799" y="44073"/>
                  </a:cubicBezTo>
                  <a:lnTo>
                    <a:pt x="43632" y="44373"/>
                  </a:lnTo>
                  <a:cubicBezTo>
                    <a:pt x="43432" y="44740"/>
                    <a:pt x="43232" y="45174"/>
                    <a:pt x="43098" y="45574"/>
                  </a:cubicBezTo>
                  <a:cubicBezTo>
                    <a:pt x="42965" y="46041"/>
                    <a:pt x="42898" y="46442"/>
                    <a:pt x="42898" y="46942"/>
                  </a:cubicBezTo>
                  <a:cubicBezTo>
                    <a:pt x="42831" y="47442"/>
                    <a:pt x="42998" y="47943"/>
                    <a:pt x="43232" y="48376"/>
                  </a:cubicBezTo>
                  <a:cubicBezTo>
                    <a:pt x="43665" y="49244"/>
                    <a:pt x="44399" y="49844"/>
                    <a:pt x="45066" y="50378"/>
                  </a:cubicBezTo>
                  <a:cubicBezTo>
                    <a:pt x="45733" y="50911"/>
                    <a:pt x="46401" y="51445"/>
                    <a:pt x="47001" y="52012"/>
                  </a:cubicBezTo>
                  <a:cubicBezTo>
                    <a:pt x="47635" y="52579"/>
                    <a:pt x="48235" y="53180"/>
                    <a:pt x="48635" y="53847"/>
                  </a:cubicBezTo>
                  <a:cubicBezTo>
                    <a:pt x="49069" y="54514"/>
                    <a:pt x="49369" y="55248"/>
                    <a:pt x="49403" y="56048"/>
                  </a:cubicBezTo>
                  <a:cubicBezTo>
                    <a:pt x="49469" y="56849"/>
                    <a:pt x="49403" y="57616"/>
                    <a:pt x="49236" y="58450"/>
                  </a:cubicBezTo>
                  <a:lnTo>
                    <a:pt x="49102" y="59084"/>
                  </a:lnTo>
                  <a:lnTo>
                    <a:pt x="49069" y="59251"/>
                  </a:lnTo>
                  <a:lnTo>
                    <a:pt x="49069" y="59284"/>
                  </a:lnTo>
                  <a:lnTo>
                    <a:pt x="48936" y="59584"/>
                  </a:lnTo>
                  <a:lnTo>
                    <a:pt x="48869" y="59718"/>
                  </a:lnTo>
                  <a:cubicBezTo>
                    <a:pt x="48802" y="59751"/>
                    <a:pt x="48769" y="59784"/>
                    <a:pt x="48769" y="59851"/>
                  </a:cubicBezTo>
                  <a:lnTo>
                    <a:pt x="48736" y="60018"/>
                  </a:lnTo>
                  <a:lnTo>
                    <a:pt x="48702" y="60285"/>
                  </a:lnTo>
                  <a:cubicBezTo>
                    <a:pt x="48635" y="60452"/>
                    <a:pt x="48602" y="60685"/>
                    <a:pt x="48535" y="60852"/>
                  </a:cubicBezTo>
                  <a:cubicBezTo>
                    <a:pt x="48269" y="61552"/>
                    <a:pt x="47768" y="62186"/>
                    <a:pt x="47201" y="62720"/>
                  </a:cubicBezTo>
                  <a:cubicBezTo>
                    <a:pt x="45967" y="63754"/>
                    <a:pt x="44399" y="64421"/>
                    <a:pt x="42798" y="65055"/>
                  </a:cubicBezTo>
                  <a:cubicBezTo>
                    <a:pt x="41230" y="65689"/>
                    <a:pt x="39562" y="66289"/>
                    <a:pt x="38095" y="67290"/>
                  </a:cubicBezTo>
                  <a:cubicBezTo>
                    <a:pt x="37728" y="67557"/>
                    <a:pt x="37394" y="67857"/>
                    <a:pt x="37061" y="68190"/>
                  </a:cubicBezTo>
                  <a:lnTo>
                    <a:pt x="36193" y="69091"/>
                  </a:lnTo>
                  <a:cubicBezTo>
                    <a:pt x="35593" y="69692"/>
                    <a:pt x="34959" y="70259"/>
                    <a:pt x="34359" y="70792"/>
                  </a:cubicBezTo>
                  <a:cubicBezTo>
                    <a:pt x="33091" y="71927"/>
                    <a:pt x="31757" y="72961"/>
                    <a:pt x="30723" y="74395"/>
                  </a:cubicBezTo>
                  <a:cubicBezTo>
                    <a:pt x="30156" y="75062"/>
                    <a:pt x="29755" y="75896"/>
                    <a:pt x="29488" y="76730"/>
                  </a:cubicBezTo>
                  <a:cubicBezTo>
                    <a:pt x="29288" y="77597"/>
                    <a:pt x="29155" y="78465"/>
                    <a:pt x="29288" y="79365"/>
                  </a:cubicBezTo>
                  <a:cubicBezTo>
                    <a:pt x="29322" y="79599"/>
                    <a:pt x="29322" y="79799"/>
                    <a:pt x="29388" y="80032"/>
                  </a:cubicBezTo>
                  <a:lnTo>
                    <a:pt x="29488" y="80633"/>
                  </a:lnTo>
                  <a:cubicBezTo>
                    <a:pt x="29589" y="80866"/>
                    <a:pt x="29622" y="81066"/>
                    <a:pt x="29655" y="81267"/>
                  </a:cubicBezTo>
                  <a:lnTo>
                    <a:pt x="29889" y="81867"/>
                  </a:lnTo>
                  <a:cubicBezTo>
                    <a:pt x="30122" y="82634"/>
                    <a:pt x="30456" y="83401"/>
                    <a:pt x="30789" y="84135"/>
                  </a:cubicBezTo>
                  <a:cubicBezTo>
                    <a:pt x="31123" y="84869"/>
                    <a:pt x="31457" y="85570"/>
                    <a:pt x="31657" y="86270"/>
                  </a:cubicBezTo>
                  <a:cubicBezTo>
                    <a:pt x="31890" y="86971"/>
                    <a:pt x="31890" y="87704"/>
                    <a:pt x="31857" y="88438"/>
                  </a:cubicBezTo>
                  <a:lnTo>
                    <a:pt x="31857" y="88472"/>
                  </a:lnTo>
                  <a:cubicBezTo>
                    <a:pt x="31857" y="88905"/>
                    <a:pt x="31723" y="89572"/>
                    <a:pt x="31423" y="90306"/>
                  </a:cubicBezTo>
                  <a:cubicBezTo>
                    <a:pt x="31190" y="91107"/>
                    <a:pt x="30756" y="92041"/>
                    <a:pt x="30756" y="93108"/>
                  </a:cubicBezTo>
                  <a:cubicBezTo>
                    <a:pt x="30789" y="93575"/>
                    <a:pt x="30889" y="94042"/>
                    <a:pt x="31090" y="94443"/>
                  </a:cubicBezTo>
                  <a:cubicBezTo>
                    <a:pt x="31223" y="94643"/>
                    <a:pt x="31356" y="94876"/>
                    <a:pt x="31457" y="95043"/>
                  </a:cubicBezTo>
                  <a:cubicBezTo>
                    <a:pt x="31590" y="95143"/>
                    <a:pt x="31723" y="95310"/>
                    <a:pt x="31890" y="95477"/>
                  </a:cubicBezTo>
                  <a:cubicBezTo>
                    <a:pt x="32190" y="95777"/>
                    <a:pt x="32457" y="96077"/>
                    <a:pt x="32858" y="96311"/>
                  </a:cubicBezTo>
                  <a:cubicBezTo>
                    <a:pt x="33224" y="96577"/>
                    <a:pt x="33691" y="96778"/>
                    <a:pt x="34192" y="96811"/>
                  </a:cubicBezTo>
                  <a:cubicBezTo>
                    <a:pt x="34266" y="96821"/>
                    <a:pt x="34341" y="96826"/>
                    <a:pt x="34415" y="96826"/>
                  </a:cubicBezTo>
                  <a:cubicBezTo>
                    <a:pt x="34839" y="96826"/>
                    <a:pt x="35252" y="96671"/>
                    <a:pt x="35593" y="96444"/>
                  </a:cubicBezTo>
                  <a:cubicBezTo>
                    <a:pt x="36026" y="96211"/>
                    <a:pt x="36360" y="95810"/>
                    <a:pt x="36594" y="95477"/>
                  </a:cubicBezTo>
                  <a:cubicBezTo>
                    <a:pt x="37094" y="94776"/>
                    <a:pt x="37461" y="93976"/>
                    <a:pt x="37761" y="93208"/>
                  </a:cubicBezTo>
                  <a:cubicBezTo>
                    <a:pt x="38061" y="92408"/>
                    <a:pt x="38261" y="91574"/>
                    <a:pt x="38428" y="90740"/>
                  </a:cubicBezTo>
                  <a:cubicBezTo>
                    <a:pt x="38528" y="90306"/>
                    <a:pt x="38562" y="89873"/>
                    <a:pt x="38595" y="89439"/>
                  </a:cubicBezTo>
                  <a:cubicBezTo>
                    <a:pt x="38628" y="89206"/>
                    <a:pt x="38628" y="88972"/>
                    <a:pt x="38628" y="88772"/>
                  </a:cubicBezTo>
                  <a:lnTo>
                    <a:pt x="38695" y="88205"/>
                  </a:lnTo>
                  <a:cubicBezTo>
                    <a:pt x="38795" y="86570"/>
                    <a:pt x="39262" y="84969"/>
                    <a:pt x="39896" y="83435"/>
                  </a:cubicBezTo>
                  <a:cubicBezTo>
                    <a:pt x="40563" y="81934"/>
                    <a:pt x="41397" y="80466"/>
                    <a:pt x="42531" y="79232"/>
                  </a:cubicBezTo>
                  <a:cubicBezTo>
                    <a:pt x="43098" y="78631"/>
                    <a:pt x="43699" y="78064"/>
                    <a:pt x="44399" y="77631"/>
                  </a:cubicBezTo>
                  <a:cubicBezTo>
                    <a:pt x="45100" y="77230"/>
                    <a:pt x="45867" y="76930"/>
                    <a:pt x="46634" y="76897"/>
                  </a:cubicBezTo>
                  <a:cubicBezTo>
                    <a:pt x="46691" y="76894"/>
                    <a:pt x="46749" y="76893"/>
                    <a:pt x="46806" y="76893"/>
                  </a:cubicBezTo>
                  <a:cubicBezTo>
                    <a:pt x="47544" y="76893"/>
                    <a:pt x="48252" y="77092"/>
                    <a:pt x="48902" y="77464"/>
                  </a:cubicBezTo>
                  <a:cubicBezTo>
                    <a:pt x="49603" y="77897"/>
                    <a:pt x="50203" y="78431"/>
                    <a:pt x="50403" y="79132"/>
                  </a:cubicBezTo>
                  <a:cubicBezTo>
                    <a:pt x="50604" y="79866"/>
                    <a:pt x="50470" y="80699"/>
                    <a:pt x="50303" y="81533"/>
                  </a:cubicBezTo>
                  <a:cubicBezTo>
                    <a:pt x="50137" y="82367"/>
                    <a:pt x="49903" y="83235"/>
                    <a:pt x="49703" y="84102"/>
                  </a:cubicBezTo>
                  <a:cubicBezTo>
                    <a:pt x="49636" y="84302"/>
                    <a:pt x="49603" y="84569"/>
                    <a:pt x="49569" y="84769"/>
                  </a:cubicBezTo>
                  <a:cubicBezTo>
                    <a:pt x="49536" y="84969"/>
                    <a:pt x="49536" y="85203"/>
                    <a:pt x="49469" y="85436"/>
                  </a:cubicBezTo>
                  <a:lnTo>
                    <a:pt x="49436" y="85770"/>
                  </a:lnTo>
                  <a:cubicBezTo>
                    <a:pt x="49403" y="85937"/>
                    <a:pt x="49436" y="86037"/>
                    <a:pt x="49436" y="86137"/>
                  </a:cubicBezTo>
                  <a:cubicBezTo>
                    <a:pt x="49436" y="86404"/>
                    <a:pt x="49436" y="86637"/>
                    <a:pt x="49469" y="86871"/>
                  </a:cubicBezTo>
                  <a:cubicBezTo>
                    <a:pt x="49569" y="87805"/>
                    <a:pt x="49803" y="88705"/>
                    <a:pt x="50103" y="89539"/>
                  </a:cubicBezTo>
                  <a:cubicBezTo>
                    <a:pt x="50637" y="91240"/>
                    <a:pt x="51304" y="92875"/>
                    <a:pt x="51437" y="94543"/>
                  </a:cubicBezTo>
                  <a:lnTo>
                    <a:pt x="51437" y="95143"/>
                  </a:lnTo>
                  <a:lnTo>
                    <a:pt x="51437" y="95443"/>
                  </a:lnTo>
                  <a:lnTo>
                    <a:pt x="51437" y="95477"/>
                  </a:lnTo>
                  <a:lnTo>
                    <a:pt x="51437" y="95577"/>
                  </a:lnTo>
                  <a:lnTo>
                    <a:pt x="51404" y="95744"/>
                  </a:lnTo>
                  <a:lnTo>
                    <a:pt x="51304" y="96044"/>
                  </a:lnTo>
                  <a:lnTo>
                    <a:pt x="51237" y="96311"/>
                  </a:lnTo>
                  <a:cubicBezTo>
                    <a:pt x="51204" y="96544"/>
                    <a:pt x="51104" y="96711"/>
                    <a:pt x="51037" y="96911"/>
                  </a:cubicBezTo>
                  <a:cubicBezTo>
                    <a:pt x="50704" y="97712"/>
                    <a:pt x="50237" y="98412"/>
                    <a:pt x="49736" y="99113"/>
                  </a:cubicBezTo>
                  <a:cubicBezTo>
                    <a:pt x="49236" y="99813"/>
                    <a:pt x="48736" y="100580"/>
                    <a:pt x="48302" y="101381"/>
                  </a:cubicBezTo>
                  <a:cubicBezTo>
                    <a:pt x="47902" y="102148"/>
                    <a:pt x="47568" y="103049"/>
                    <a:pt x="47435" y="103949"/>
                  </a:cubicBezTo>
                  <a:cubicBezTo>
                    <a:pt x="47368" y="104883"/>
                    <a:pt x="47368" y="105751"/>
                    <a:pt x="47401" y="106618"/>
                  </a:cubicBezTo>
                  <a:cubicBezTo>
                    <a:pt x="47435" y="107452"/>
                    <a:pt x="47535" y="108319"/>
                    <a:pt x="47435" y="109086"/>
                  </a:cubicBezTo>
                  <a:cubicBezTo>
                    <a:pt x="47368" y="109820"/>
                    <a:pt x="46934" y="110487"/>
                    <a:pt x="46401" y="111088"/>
                  </a:cubicBezTo>
                  <a:cubicBezTo>
                    <a:pt x="46100" y="111321"/>
                    <a:pt x="45800" y="111622"/>
                    <a:pt x="45533" y="111888"/>
                  </a:cubicBezTo>
                  <a:cubicBezTo>
                    <a:pt x="45200" y="112122"/>
                    <a:pt x="44866" y="112322"/>
                    <a:pt x="44533" y="112556"/>
                  </a:cubicBezTo>
                  <a:cubicBezTo>
                    <a:pt x="43132" y="113423"/>
                    <a:pt x="41564" y="113957"/>
                    <a:pt x="40196" y="114957"/>
                  </a:cubicBezTo>
                  <a:cubicBezTo>
                    <a:pt x="39529" y="115458"/>
                    <a:pt x="38895" y="116091"/>
                    <a:pt x="38428" y="116792"/>
                  </a:cubicBezTo>
                  <a:cubicBezTo>
                    <a:pt x="38295" y="116959"/>
                    <a:pt x="38195" y="117126"/>
                    <a:pt x="38095" y="117326"/>
                  </a:cubicBezTo>
                  <a:cubicBezTo>
                    <a:pt x="37961" y="117559"/>
                    <a:pt x="37894" y="117726"/>
                    <a:pt x="37794" y="117926"/>
                  </a:cubicBezTo>
                  <a:lnTo>
                    <a:pt x="37561" y="118493"/>
                  </a:lnTo>
                  <a:cubicBezTo>
                    <a:pt x="37528" y="118727"/>
                    <a:pt x="37427" y="118927"/>
                    <a:pt x="37394" y="119127"/>
                  </a:cubicBezTo>
                  <a:cubicBezTo>
                    <a:pt x="37194" y="119928"/>
                    <a:pt x="37194" y="120761"/>
                    <a:pt x="37194" y="121562"/>
                  </a:cubicBezTo>
                  <a:cubicBezTo>
                    <a:pt x="37194" y="122329"/>
                    <a:pt x="37194" y="123096"/>
                    <a:pt x="37061" y="123797"/>
                  </a:cubicBezTo>
                  <a:cubicBezTo>
                    <a:pt x="36960" y="124497"/>
                    <a:pt x="36694" y="125131"/>
                    <a:pt x="36260" y="125765"/>
                  </a:cubicBezTo>
                  <a:cubicBezTo>
                    <a:pt x="35893" y="126399"/>
                    <a:pt x="35459" y="126966"/>
                    <a:pt x="34926" y="127433"/>
                  </a:cubicBezTo>
                  <a:cubicBezTo>
                    <a:pt x="33892" y="128400"/>
                    <a:pt x="32557" y="128834"/>
                    <a:pt x="31190" y="128934"/>
                  </a:cubicBezTo>
                  <a:cubicBezTo>
                    <a:pt x="30833" y="128968"/>
                    <a:pt x="30480" y="128982"/>
                    <a:pt x="30131" y="128982"/>
                  </a:cubicBezTo>
                  <a:cubicBezTo>
                    <a:pt x="29109" y="128982"/>
                    <a:pt x="28115" y="128858"/>
                    <a:pt x="27120" y="128734"/>
                  </a:cubicBezTo>
                  <a:cubicBezTo>
                    <a:pt x="25786" y="128567"/>
                    <a:pt x="24518" y="128400"/>
                    <a:pt x="23217" y="128334"/>
                  </a:cubicBezTo>
                  <a:cubicBezTo>
                    <a:pt x="23096" y="128330"/>
                    <a:pt x="22975" y="128329"/>
                    <a:pt x="22854" y="128329"/>
                  </a:cubicBezTo>
                  <a:cubicBezTo>
                    <a:pt x="21709" y="128329"/>
                    <a:pt x="20571" y="128478"/>
                    <a:pt x="19515" y="128901"/>
                  </a:cubicBezTo>
                  <a:cubicBezTo>
                    <a:pt x="18914" y="129101"/>
                    <a:pt x="18414" y="129401"/>
                    <a:pt x="17914" y="129668"/>
                  </a:cubicBezTo>
                  <a:cubicBezTo>
                    <a:pt x="17413" y="129968"/>
                    <a:pt x="16946" y="130302"/>
                    <a:pt x="16513" y="130602"/>
                  </a:cubicBezTo>
                  <a:cubicBezTo>
                    <a:pt x="15579" y="131236"/>
                    <a:pt x="14778" y="131903"/>
                    <a:pt x="13877" y="131936"/>
                  </a:cubicBezTo>
                  <a:cubicBezTo>
                    <a:pt x="13795" y="131942"/>
                    <a:pt x="13714" y="131945"/>
                    <a:pt x="13633" y="131945"/>
                  </a:cubicBezTo>
                  <a:cubicBezTo>
                    <a:pt x="12791" y="131945"/>
                    <a:pt x="12003" y="131646"/>
                    <a:pt x="11242" y="131402"/>
                  </a:cubicBezTo>
                  <a:cubicBezTo>
                    <a:pt x="10408" y="131102"/>
                    <a:pt x="9608" y="130802"/>
                    <a:pt x="8907" y="130468"/>
                  </a:cubicBezTo>
                  <a:cubicBezTo>
                    <a:pt x="7439" y="129901"/>
                    <a:pt x="6205" y="129334"/>
                    <a:pt x="5071" y="129134"/>
                  </a:cubicBezTo>
                  <a:cubicBezTo>
                    <a:pt x="4689" y="129063"/>
                    <a:pt x="4325" y="129034"/>
                    <a:pt x="3988" y="129034"/>
                  </a:cubicBezTo>
                  <a:cubicBezTo>
                    <a:pt x="3383" y="129034"/>
                    <a:pt x="2867" y="129127"/>
                    <a:pt x="2503" y="129234"/>
                  </a:cubicBezTo>
                  <a:cubicBezTo>
                    <a:pt x="2369" y="129268"/>
                    <a:pt x="2236" y="129268"/>
                    <a:pt x="2102" y="129301"/>
                  </a:cubicBezTo>
                  <a:cubicBezTo>
                    <a:pt x="2036" y="129334"/>
                    <a:pt x="1935" y="129334"/>
                    <a:pt x="1869" y="129401"/>
                  </a:cubicBezTo>
                  <a:cubicBezTo>
                    <a:pt x="1735" y="129434"/>
                    <a:pt x="1669" y="129468"/>
                    <a:pt x="1669" y="129468"/>
                  </a:cubicBezTo>
                  <a:cubicBezTo>
                    <a:pt x="1035" y="129735"/>
                    <a:pt x="601" y="130001"/>
                    <a:pt x="368" y="130235"/>
                  </a:cubicBezTo>
                  <a:cubicBezTo>
                    <a:pt x="101" y="130435"/>
                    <a:pt x="1" y="130602"/>
                    <a:pt x="34" y="130635"/>
                  </a:cubicBezTo>
                  <a:cubicBezTo>
                    <a:pt x="42" y="130643"/>
                    <a:pt x="57" y="130647"/>
                    <a:pt x="80" y="130647"/>
                  </a:cubicBezTo>
                  <a:cubicBezTo>
                    <a:pt x="154" y="130647"/>
                    <a:pt x="305" y="130604"/>
                    <a:pt x="534" y="130502"/>
                  </a:cubicBezTo>
                  <a:cubicBezTo>
                    <a:pt x="835" y="130402"/>
                    <a:pt x="1235" y="130168"/>
                    <a:pt x="1835" y="129935"/>
                  </a:cubicBezTo>
                  <a:cubicBezTo>
                    <a:pt x="1835" y="129935"/>
                    <a:pt x="1902" y="129901"/>
                    <a:pt x="2036" y="129835"/>
                  </a:cubicBezTo>
                  <a:cubicBezTo>
                    <a:pt x="2102" y="129835"/>
                    <a:pt x="2202" y="129801"/>
                    <a:pt x="2269" y="129768"/>
                  </a:cubicBezTo>
                  <a:cubicBezTo>
                    <a:pt x="2369" y="129768"/>
                    <a:pt x="2503" y="129735"/>
                    <a:pt x="2603" y="129668"/>
                  </a:cubicBezTo>
                  <a:cubicBezTo>
                    <a:pt x="2913" y="129606"/>
                    <a:pt x="3353" y="129531"/>
                    <a:pt x="3897" y="129531"/>
                  </a:cubicBezTo>
                  <a:cubicBezTo>
                    <a:pt x="4229" y="129531"/>
                    <a:pt x="4600" y="129559"/>
                    <a:pt x="5004" y="129634"/>
                  </a:cubicBezTo>
                  <a:cubicBezTo>
                    <a:pt x="6038" y="129801"/>
                    <a:pt x="7273" y="130335"/>
                    <a:pt x="8707" y="130969"/>
                  </a:cubicBezTo>
                  <a:cubicBezTo>
                    <a:pt x="9407" y="131302"/>
                    <a:pt x="10208" y="131603"/>
                    <a:pt x="11042" y="131936"/>
                  </a:cubicBezTo>
                  <a:cubicBezTo>
                    <a:pt x="11803" y="132210"/>
                    <a:pt x="12675" y="132512"/>
                    <a:pt x="13633" y="132512"/>
                  </a:cubicBezTo>
                  <a:cubicBezTo>
                    <a:pt x="13725" y="132512"/>
                    <a:pt x="13817" y="132509"/>
                    <a:pt x="13911" y="132503"/>
                  </a:cubicBezTo>
                  <a:cubicBezTo>
                    <a:pt x="14444" y="132503"/>
                    <a:pt x="15011" y="132303"/>
                    <a:pt x="15445" y="132003"/>
                  </a:cubicBezTo>
                  <a:cubicBezTo>
                    <a:pt x="15912" y="131769"/>
                    <a:pt x="16346" y="131436"/>
                    <a:pt x="16779" y="131136"/>
                  </a:cubicBezTo>
                  <a:cubicBezTo>
                    <a:pt x="17213" y="130835"/>
                    <a:pt x="17647" y="130568"/>
                    <a:pt x="18180" y="130268"/>
                  </a:cubicBezTo>
                  <a:cubicBezTo>
                    <a:pt x="18614" y="130001"/>
                    <a:pt x="19181" y="129735"/>
                    <a:pt x="19681" y="129501"/>
                  </a:cubicBezTo>
                  <a:cubicBezTo>
                    <a:pt x="20645" y="129140"/>
                    <a:pt x="21690" y="128996"/>
                    <a:pt x="22817" y="128996"/>
                  </a:cubicBezTo>
                  <a:cubicBezTo>
                    <a:pt x="22939" y="128996"/>
                    <a:pt x="23061" y="128997"/>
                    <a:pt x="23184" y="129001"/>
                  </a:cubicBezTo>
                  <a:cubicBezTo>
                    <a:pt x="24385" y="129067"/>
                    <a:pt x="25686" y="129268"/>
                    <a:pt x="27020" y="129434"/>
                  </a:cubicBezTo>
                  <a:cubicBezTo>
                    <a:pt x="28049" y="129563"/>
                    <a:pt x="29098" y="129711"/>
                    <a:pt x="30197" y="129711"/>
                  </a:cubicBezTo>
                  <a:cubicBezTo>
                    <a:pt x="30523" y="129711"/>
                    <a:pt x="30854" y="129698"/>
                    <a:pt x="31190" y="129668"/>
                  </a:cubicBezTo>
                  <a:cubicBezTo>
                    <a:pt x="31890" y="129634"/>
                    <a:pt x="32624" y="129468"/>
                    <a:pt x="33358" y="129234"/>
                  </a:cubicBezTo>
                  <a:cubicBezTo>
                    <a:pt x="34058" y="128934"/>
                    <a:pt x="34726" y="128500"/>
                    <a:pt x="35293" y="128000"/>
                  </a:cubicBezTo>
                  <a:cubicBezTo>
                    <a:pt x="35893" y="127500"/>
                    <a:pt x="36393" y="126899"/>
                    <a:pt x="36760" y="126232"/>
                  </a:cubicBezTo>
                  <a:cubicBezTo>
                    <a:pt x="36860" y="126065"/>
                    <a:pt x="36960" y="125898"/>
                    <a:pt x="37061" y="125732"/>
                  </a:cubicBezTo>
                  <a:lnTo>
                    <a:pt x="37194" y="125465"/>
                  </a:lnTo>
                  <a:lnTo>
                    <a:pt x="37294" y="125165"/>
                  </a:lnTo>
                  <a:cubicBezTo>
                    <a:pt x="37461" y="124798"/>
                    <a:pt x="37561" y="124431"/>
                    <a:pt x="37628" y="123997"/>
                  </a:cubicBezTo>
                  <a:cubicBezTo>
                    <a:pt x="37928" y="122396"/>
                    <a:pt x="37594" y="120795"/>
                    <a:pt x="37961" y="119394"/>
                  </a:cubicBezTo>
                  <a:cubicBezTo>
                    <a:pt x="38028" y="119160"/>
                    <a:pt x="38095" y="118994"/>
                    <a:pt x="38128" y="118827"/>
                  </a:cubicBezTo>
                  <a:lnTo>
                    <a:pt x="38361" y="118293"/>
                  </a:lnTo>
                  <a:cubicBezTo>
                    <a:pt x="38395" y="118126"/>
                    <a:pt x="38528" y="117959"/>
                    <a:pt x="38595" y="117793"/>
                  </a:cubicBezTo>
                  <a:cubicBezTo>
                    <a:pt x="38695" y="117626"/>
                    <a:pt x="38762" y="117459"/>
                    <a:pt x="38895" y="117292"/>
                  </a:cubicBezTo>
                  <a:cubicBezTo>
                    <a:pt x="39295" y="116659"/>
                    <a:pt x="39863" y="116125"/>
                    <a:pt x="40463" y="115658"/>
                  </a:cubicBezTo>
                  <a:cubicBezTo>
                    <a:pt x="41731" y="114791"/>
                    <a:pt x="43298" y="114223"/>
                    <a:pt x="44766" y="113323"/>
                  </a:cubicBezTo>
                  <a:cubicBezTo>
                    <a:pt x="45133" y="113123"/>
                    <a:pt x="45467" y="112889"/>
                    <a:pt x="45867" y="112622"/>
                  </a:cubicBezTo>
                  <a:cubicBezTo>
                    <a:pt x="46167" y="112389"/>
                    <a:pt x="46501" y="112089"/>
                    <a:pt x="46801" y="111755"/>
                  </a:cubicBezTo>
                  <a:cubicBezTo>
                    <a:pt x="46968" y="111588"/>
                    <a:pt x="47101" y="111421"/>
                    <a:pt x="47268" y="111255"/>
                  </a:cubicBezTo>
                  <a:cubicBezTo>
                    <a:pt x="47401" y="111055"/>
                    <a:pt x="47535" y="110888"/>
                    <a:pt x="47635" y="110654"/>
                  </a:cubicBezTo>
                  <a:cubicBezTo>
                    <a:pt x="47902" y="110254"/>
                    <a:pt x="48002" y="109787"/>
                    <a:pt x="48102" y="109320"/>
                  </a:cubicBezTo>
                  <a:cubicBezTo>
                    <a:pt x="48235" y="108419"/>
                    <a:pt x="48102" y="107552"/>
                    <a:pt x="48068" y="106718"/>
                  </a:cubicBezTo>
                  <a:cubicBezTo>
                    <a:pt x="48002" y="105884"/>
                    <a:pt x="48002" y="104983"/>
                    <a:pt x="48102" y="104216"/>
                  </a:cubicBezTo>
                  <a:cubicBezTo>
                    <a:pt x="48235" y="103416"/>
                    <a:pt x="48502" y="102648"/>
                    <a:pt x="48902" y="101915"/>
                  </a:cubicBezTo>
                  <a:cubicBezTo>
                    <a:pt x="49269" y="101147"/>
                    <a:pt x="49770" y="100447"/>
                    <a:pt x="50270" y="99746"/>
                  </a:cubicBezTo>
                  <a:cubicBezTo>
                    <a:pt x="50770" y="98979"/>
                    <a:pt x="51271" y="98245"/>
                    <a:pt x="51638" y="97411"/>
                  </a:cubicBezTo>
                  <a:lnTo>
                    <a:pt x="51904" y="96778"/>
                  </a:lnTo>
                  <a:lnTo>
                    <a:pt x="52005" y="96444"/>
                  </a:lnTo>
                  <a:lnTo>
                    <a:pt x="52105" y="96110"/>
                  </a:lnTo>
                  <a:lnTo>
                    <a:pt x="52138" y="95944"/>
                  </a:lnTo>
                  <a:lnTo>
                    <a:pt x="52138" y="95877"/>
                  </a:lnTo>
                  <a:lnTo>
                    <a:pt x="52138" y="95744"/>
                  </a:lnTo>
                  <a:lnTo>
                    <a:pt x="52138" y="95377"/>
                  </a:lnTo>
                  <a:cubicBezTo>
                    <a:pt x="52171" y="95110"/>
                    <a:pt x="52138" y="94910"/>
                    <a:pt x="52138" y="94643"/>
                  </a:cubicBezTo>
                  <a:cubicBezTo>
                    <a:pt x="52005" y="92775"/>
                    <a:pt x="51304" y="91107"/>
                    <a:pt x="50770" y="89439"/>
                  </a:cubicBezTo>
                  <a:cubicBezTo>
                    <a:pt x="50503" y="88605"/>
                    <a:pt x="50270" y="87771"/>
                    <a:pt x="50170" y="86937"/>
                  </a:cubicBezTo>
                  <a:cubicBezTo>
                    <a:pt x="50137" y="86737"/>
                    <a:pt x="50137" y="86537"/>
                    <a:pt x="50137" y="86303"/>
                  </a:cubicBezTo>
                  <a:lnTo>
                    <a:pt x="50137" y="86037"/>
                  </a:lnTo>
                  <a:lnTo>
                    <a:pt x="50170" y="85703"/>
                  </a:lnTo>
                  <a:cubicBezTo>
                    <a:pt x="50170" y="85470"/>
                    <a:pt x="50237" y="85269"/>
                    <a:pt x="50270" y="85069"/>
                  </a:cubicBezTo>
                  <a:lnTo>
                    <a:pt x="50403" y="84435"/>
                  </a:lnTo>
                  <a:cubicBezTo>
                    <a:pt x="50570" y="83568"/>
                    <a:pt x="50804" y="82734"/>
                    <a:pt x="51004" y="81867"/>
                  </a:cubicBezTo>
                  <a:cubicBezTo>
                    <a:pt x="51237" y="80966"/>
                    <a:pt x="51404" y="80032"/>
                    <a:pt x="51104" y="79032"/>
                  </a:cubicBezTo>
                  <a:cubicBezTo>
                    <a:pt x="50937" y="78565"/>
                    <a:pt x="50737" y="78064"/>
                    <a:pt x="50337" y="77731"/>
                  </a:cubicBezTo>
                  <a:lnTo>
                    <a:pt x="50103" y="77464"/>
                  </a:lnTo>
                  <a:cubicBezTo>
                    <a:pt x="50003" y="77397"/>
                    <a:pt x="49903" y="77364"/>
                    <a:pt x="49803" y="77264"/>
                  </a:cubicBezTo>
                  <a:lnTo>
                    <a:pt x="49503" y="77064"/>
                  </a:lnTo>
                  <a:cubicBezTo>
                    <a:pt x="49436" y="77030"/>
                    <a:pt x="49303" y="76930"/>
                    <a:pt x="49236" y="76897"/>
                  </a:cubicBezTo>
                  <a:cubicBezTo>
                    <a:pt x="48532" y="76486"/>
                    <a:pt x="47673" y="76178"/>
                    <a:pt x="46818" y="76178"/>
                  </a:cubicBezTo>
                  <a:cubicBezTo>
                    <a:pt x="46701" y="76178"/>
                    <a:pt x="46584" y="76184"/>
                    <a:pt x="46467" y="76196"/>
                  </a:cubicBezTo>
                  <a:cubicBezTo>
                    <a:pt x="45500" y="76230"/>
                    <a:pt x="44599" y="76597"/>
                    <a:pt x="43799" y="77064"/>
                  </a:cubicBezTo>
                  <a:cubicBezTo>
                    <a:pt x="42998" y="77531"/>
                    <a:pt x="42331" y="78131"/>
                    <a:pt x="41731" y="78798"/>
                  </a:cubicBezTo>
                  <a:cubicBezTo>
                    <a:pt x="40496" y="80132"/>
                    <a:pt x="39596" y="81700"/>
                    <a:pt x="38929" y="83301"/>
                  </a:cubicBezTo>
                  <a:cubicBezTo>
                    <a:pt x="38261" y="84936"/>
                    <a:pt x="37794" y="86637"/>
                    <a:pt x="37628" y="88372"/>
                  </a:cubicBezTo>
                  <a:lnTo>
                    <a:pt x="37594" y="89039"/>
                  </a:lnTo>
                  <a:cubicBezTo>
                    <a:pt x="37594" y="89239"/>
                    <a:pt x="37561" y="89406"/>
                    <a:pt x="37561" y="89606"/>
                  </a:cubicBezTo>
                  <a:cubicBezTo>
                    <a:pt x="37494" y="89973"/>
                    <a:pt x="37461" y="90406"/>
                    <a:pt x="37394" y="90773"/>
                  </a:cubicBezTo>
                  <a:cubicBezTo>
                    <a:pt x="37261" y="91574"/>
                    <a:pt x="37061" y="92308"/>
                    <a:pt x="36760" y="93075"/>
                  </a:cubicBezTo>
                  <a:cubicBezTo>
                    <a:pt x="36493" y="93809"/>
                    <a:pt x="36160" y="94543"/>
                    <a:pt x="35726" y="95110"/>
                  </a:cubicBezTo>
                  <a:cubicBezTo>
                    <a:pt x="35309" y="95687"/>
                    <a:pt x="34769" y="96079"/>
                    <a:pt x="34195" y="96079"/>
                  </a:cubicBezTo>
                  <a:cubicBezTo>
                    <a:pt x="34172" y="96079"/>
                    <a:pt x="34148" y="96078"/>
                    <a:pt x="34125" y="96077"/>
                  </a:cubicBezTo>
                  <a:cubicBezTo>
                    <a:pt x="33558" y="96044"/>
                    <a:pt x="32958" y="95577"/>
                    <a:pt x="32457" y="95043"/>
                  </a:cubicBezTo>
                  <a:cubicBezTo>
                    <a:pt x="32324" y="94910"/>
                    <a:pt x="32257" y="94743"/>
                    <a:pt x="32124" y="94609"/>
                  </a:cubicBezTo>
                  <a:cubicBezTo>
                    <a:pt x="32057" y="94476"/>
                    <a:pt x="31957" y="94309"/>
                    <a:pt x="31890" y="94209"/>
                  </a:cubicBezTo>
                  <a:cubicBezTo>
                    <a:pt x="31757" y="93909"/>
                    <a:pt x="31657" y="93609"/>
                    <a:pt x="31657" y="93275"/>
                  </a:cubicBezTo>
                  <a:cubicBezTo>
                    <a:pt x="31657" y="92475"/>
                    <a:pt x="31990" y="91641"/>
                    <a:pt x="32290" y="90873"/>
                  </a:cubicBezTo>
                  <a:cubicBezTo>
                    <a:pt x="32591" y="90073"/>
                    <a:pt x="32791" y="89272"/>
                    <a:pt x="32791" y="88705"/>
                  </a:cubicBezTo>
                  <a:lnTo>
                    <a:pt x="32791" y="88739"/>
                  </a:lnTo>
                  <a:cubicBezTo>
                    <a:pt x="32891" y="87905"/>
                    <a:pt x="32891" y="87037"/>
                    <a:pt x="32624" y="86203"/>
                  </a:cubicBezTo>
                  <a:cubicBezTo>
                    <a:pt x="32391" y="85369"/>
                    <a:pt x="31990" y="84602"/>
                    <a:pt x="31657" y="83902"/>
                  </a:cubicBezTo>
                  <a:cubicBezTo>
                    <a:pt x="31323" y="83135"/>
                    <a:pt x="31056" y="82434"/>
                    <a:pt x="30789" y="81700"/>
                  </a:cubicBezTo>
                  <a:lnTo>
                    <a:pt x="30589" y="81133"/>
                  </a:lnTo>
                  <a:cubicBezTo>
                    <a:pt x="30556" y="80933"/>
                    <a:pt x="30489" y="80766"/>
                    <a:pt x="30456" y="80566"/>
                  </a:cubicBezTo>
                  <a:lnTo>
                    <a:pt x="30356" y="79966"/>
                  </a:lnTo>
                  <a:cubicBezTo>
                    <a:pt x="30356" y="79765"/>
                    <a:pt x="30356" y="79599"/>
                    <a:pt x="30289" y="79399"/>
                  </a:cubicBezTo>
                  <a:cubicBezTo>
                    <a:pt x="30189" y="78631"/>
                    <a:pt x="30289" y="77897"/>
                    <a:pt x="30456" y="77130"/>
                  </a:cubicBezTo>
                  <a:cubicBezTo>
                    <a:pt x="30689" y="76430"/>
                    <a:pt x="31056" y="75729"/>
                    <a:pt x="31523" y="75095"/>
                  </a:cubicBezTo>
                  <a:cubicBezTo>
                    <a:pt x="32457" y="73861"/>
                    <a:pt x="33758" y="72760"/>
                    <a:pt x="35026" y="71626"/>
                  </a:cubicBezTo>
                  <a:cubicBezTo>
                    <a:pt x="35626" y="71059"/>
                    <a:pt x="36260" y="70525"/>
                    <a:pt x="36894" y="69892"/>
                  </a:cubicBezTo>
                  <a:lnTo>
                    <a:pt x="37761" y="68958"/>
                  </a:lnTo>
                  <a:cubicBezTo>
                    <a:pt x="38061" y="68724"/>
                    <a:pt x="38361" y="68457"/>
                    <a:pt x="38695" y="68224"/>
                  </a:cubicBezTo>
                  <a:cubicBezTo>
                    <a:pt x="40029" y="67290"/>
                    <a:pt x="41597" y="66723"/>
                    <a:pt x="43198" y="66056"/>
                  </a:cubicBezTo>
                  <a:cubicBezTo>
                    <a:pt x="43965" y="65722"/>
                    <a:pt x="44766" y="65388"/>
                    <a:pt x="45567" y="65022"/>
                  </a:cubicBezTo>
                  <a:cubicBezTo>
                    <a:pt x="46367" y="64588"/>
                    <a:pt x="47101" y="64121"/>
                    <a:pt x="47802" y="63554"/>
                  </a:cubicBezTo>
                  <a:cubicBezTo>
                    <a:pt x="48535" y="62920"/>
                    <a:pt x="49102" y="62186"/>
                    <a:pt x="49403" y="61252"/>
                  </a:cubicBezTo>
                  <a:cubicBezTo>
                    <a:pt x="49436" y="61052"/>
                    <a:pt x="49536" y="60785"/>
                    <a:pt x="49569" y="60585"/>
                  </a:cubicBezTo>
                  <a:lnTo>
                    <a:pt x="49603" y="60251"/>
                  </a:lnTo>
                  <a:lnTo>
                    <a:pt x="49703" y="60118"/>
                  </a:lnTo>
                  <a:lnTo>
                    <a:pt x="49803" y="59851"/>
                  </a:lnTo>
                  <a:lnTo>
                    <a:pt x="49870" y="59718"/>
                  </a:lnTo>
                  <a:cubicBezTo>
                    <a:pt x="49903" y="59651"/>
                    <a:pt x="49903" y="59618"/>
                    <a:pt x="49903" y="59584"/>
                  </a:cubicBezTo>
                  <a:lnTo>
                    <a:pt x="49936" y="59418"/>
                  </a:lnTo>
                  <a:lnTo>
                    <a:pt x="50070" y="58784"/>
                  </a:lnTo>
                  <a:cubicBezTo>
                    <a:pt x="50237" y="57916"/>
                    <a:pt x="50303" y="57049"/>
                    <a:pt x="50237" y="56115"/>
                  </a:cubicBezTo>
                  <a:cubicBezTo>
                    <a:pt x="50203" y="55215"/>
                    <a:pt x="49870" y="54281"/>
                    <a:pt x="49369" y="53547"/>
                  </a:cubicBezTo>
                  <a:cubicBezTo>
                    <a:pt x="48369" y="51979"/>
                    <a:pt x="46901" y="50945"/>
                    <a:pt x="45600" y="49911"/>
                  </a:cubicBezTo>
                  <a:cubicBezTo>
                    <a:pt x="44933" y="49410"/>
                    <a:pt x="44299" y="48810"/>
                    <a:pt x="43965" y="48210"/>
                  </a:cubicBezTo>
                  <a:cubicBezTo>
                    <a:pt x="43632" y="47576"/>
                    <a:pt x="43632" y="46842"/>
                    <a:pt x="43899" y="46075"/>
                  </a:cubicBezTo>
                  <a:cubicBezTo>
                    <a:pt x="44032" y="45708"/>
                    <a:pt x="44132" y="45341"/>
                    <a:pt x="44366" y="45007"/>
                  </a:cubicBezTo>
                  <a:lnTo>
                    <a:pt x="44499" y="44707"/>
                  </a:lnTo>
                  <a:cubicBezTo>
                    <a:pt x="44566" y="44674"/>
                    <a:pt x="44499" y="44674"/>
                    <a:pt x="44566" y="44607"/>
                  </a:cubicBezTo>
                  <a:lnTo>
                    <a:pt x="44633" y="44540"/>
                  </a:lnTo>
                  <a:cubicBezTo>
                    <a:pt x="44766" y="44407"/>
                    <a:pt x="44899" y="44273"/>
                    <a:pt x="45066" y="44173"/>
                  </a:cubicBezTo>
                  <a:cubicBezTo>
                    <a:pt x="45633" y="43706"/>
                    <a:pt x="46401" y="43339"/>
                    <a:pt x="47101" y="42772"/>
                  </a:cubicBezTo>
                  <a:cubicBezTo>
                    <a:pt x="47468" y="42505"/>
                    <a:pt x="47802" y="42205"/>
                    <a:pt x="48068" y="41738"/>
                  </a:cubicBezTo>
                  <a:cubicBezTo>
                    <a:pt x="48269" y="41271"/>
                    <a:pt x="48402" y="40838"/>
                    <a:pt x="48402" y="40371"/>
                  </a:cubicBezTo>
                  <a:cubicBezTo>
                    <a:pt x="48435" y="39904"/>
                    <a:pt x="48369" y="39503"/>
                    <a:pt x="48369" y="39103"/>
                  </a:cubicBezTo>
                  <a:cubicBezTo>
                    <a:pt x="48369" y="38703"/>
                    <a:pt x="48402" y="38503"/>
                    <a:pt x="48569" y="38069"/>
                  </a:cubicBezTo>
                  <a:cubicBezTo>
                    <a:pt x="48869" y="37302"/>
                    <a:pt x="49136" y="36601"/>
                    <a:pt x="49603" y="36034"/>
                  </a:cubicBezTo>
                  <a:cubicBezTo>
                    <a:pt x="50036" y="35434"/>
                    <a:pt x="50637" y="35067"/>
                    <a:pt x="51371" y="34767"/>
                  </a:cubicBezTo>
                  <a:cubicBezTo>
                    <a:pt x="52071" y="34500"/>
                    <a:pt x="52805" y="34266"/>
                    <a:pt x="53572" y="34099"/>
                  </a:cubicBezTo>
                  <a:cubicBezTo>
                    <a:pt x="54306" y="33899"/>
                    <a:pt x="55073" y="33699"/>
                    <a:pt x="55807" y="33532"/>
                  </a:cubicBezTo>
                  <a:cubicBezTo>
                    <a:pt x="56174" y="33399"/>
                    <a:pt x="56574" y="33332"/>
                    <a:pt x="56941" y="33232"/>
                  </a:cubicBezTo>
                  <a:lnTo>
                    <a:pt x="58076" y="32999"/>
                  </a:lnTo>
                  <a:cubicBezTo>
                    <a:pt x="58809" y="32832"/>
                    <a:pt x="59510" y="32698"/>
                    <a:pt x="60277" y="32532"/>
                  </a:cubicBezTo>
                  <a:cubicBezTo>
                    <a:pt x="63246" y="31931"/>
                    <a:pt x="66081" y="31331"/>
                    <a:pt x="68783" y="30564"/>
                  </a:cubicBezTo>
                  <a:cubicBezTo>
                    <a:pt x="70117" y="30197"/>
                    <a:pt x="71485" y="29596"/>
                    <a:pt x="72486" y="28595"/>
                  </a:cubicBezTo>
                  <a:cubicBezTo>
                    <a:pt x="72986" y="28095"/>
                    <a:pt x="73420" y="27528"/>
                    <a:pt x="73753" y="26928"/>
                  </a:cubicBezTo>
                  <a:cubicBezTo>
                    <a:pt x="74087" y="26361"/>
                    <a:pt x="74320" y="25693"/>
                    <a:pt x="74320" y="24993"/>
                  </a:cubicBezTo>
                  <a:cubicBezTo>
                    <a:pt x="74387" y="24259"/>
                    <a:pt x="74154" y="23659"/>
                    <a:pt x="74054" y="23058"/>
                  </a:cubicBezTo>
                  <a:cubicBezTo>
                    <a:pt x="73920" y="22491"/>
                    <a:pt x="73820" y="21891"/>
                    <a:pt x="73920" y="21357"/>
                  </a:cubicBezTo>
                  <a:cubicBezTo>
                    <a:pt x="73987" y="20823"/>
                    <a:pt x="74120" y="20256"/>
                    <a:pt x="74320" y="19756"/>
                  </a:cubicBezTo>
                  <a:cubicBezTo>
                    <a:pt x="74554" y="19255"/>
                    <a:pt x="74787" y="18755"/>
                    <a:pt x="75121" y="18355"/>
                  </a:cubicBezTo>
                  <a:cubicBezTo>
                    <a:pt x="76389" y="16587"/>
                    <a:pt x="77990" y="15219"/>
                    <a:pt x="78724" y="13351"/>
                  </a:cubicBezTo>
                  <a:cubicBezTo>
                    <a:pt x="78790" y="13084"/>
                    <a:pt x="78824" y="12884"/>
                    <a:pt x="78924" y="12651"/>
                  </a:cubicBezTo>
                  <a:cubicBezTo>
                    <a:pt x="78924" y="12417"/>
                    <a:pt x="78990" y="12184"/>
                    <a:pt x="78957" y="11917"/>
                  </a:cubicBezTo>
                  <a:lnTo>
                    <a:pt x="78957" y="11583"/>
                  </a:lnTo>
                  <a:cubicBezTo>
                    <a:pt x="78957" y="11483"/>
                    <a:pt x="78924" y="11383"/>
                    <a:pt x="78924" y="11250"/>
                  </a:cubicBezTo>
                  <a:lnTo>
                    <a:pt x="78790" y="10649"/>
                  </a:lnTo>
                  <a:cubicBezTo>
                    <a:pt x="78624" y="9815"/>
                    <a:pt x="78457" y="9048"/>
                    <a:pt x="78323" y="8348"/>
                  </a:cubicBezTo>
                  <a:cubicBezTo>
                    <a:pt x="78090" y="6913"/>
                    <a:pt x="78056" y="5679"/>
                    <a:pt x="78223" y="4712"/>
                  </a:cubicBezTo>
                  <a:cubicBezTo>
                    <a:pt x="78257" y="4478"/>
                    <a:pt x="78290" y="4211"/>
                    <a:pt x="78323" y="4011"/>
                  </a:cubicBezTo>
                  <a:cubicBezTo>
                    <a:pt x="78390" y="3811"/>
                    <a:pt x="78457" y="3578"/>
                    <a:pt x="78490" y="3411"/>
                  </a:cubicBezTo>
                  <a:cubicBezTo>
                    <a:pt x="78590" y="3077"/>
                    <a:pt x="78757" y="2810"/>
                    <a:pt x="78824" y="2543"/>
                  </a:cubicBezTo>
                  <a:cubicBezTo>
                    <a:pt x="78924" y="2310"/>
                    <a:pt x="78990" y="2110"/>
                    <a:pt x="79091" y="2010"/>
                  </a:cubicBezTo>
                  <a:cubicBezTo>
                    <a:pt x="79124" y="1876"/>
                    <a:pt x="79157" y="1843"/>
                    <a:pt x="79157" y="1843"/>
                  </a:cubicBezTo>
                  <a:cubicBezTo>
                    <a:pt x="79324" y="1576"/>
                    <a:pt x="79424" y="1343"/>
                    <a:pt x="79724" y="1009"/>
                  </a:cubicBezTo>
                  <a:cubicBezTo>
                    <a:pt x="79824" y="842"/>
                    <a:pt x="79924" y="642"/>
                    <a:pt x="79991" y="509"/>
                  </a:cubicBezTo>
                  <a:cubicBezTo>
                    <a:pt x="80158" y="208"/>
                    <a:pt x="80225" y="42"/>
                    <a:pt x="80158" y="8"/>
                  </a:cubicBezTo>
                  <a:cubicBezTo>
                    <a:pt x="80153" y="3"/>
                    <a:pt x="80145" y="0"/>
                    <a:pt x="801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8" name="Google Shape;1018;p8"/>
            <p:cNvSpPr/>
            <p:nvPr/>
          </p:nvSpPr>
          <p:spPr>
            <a:xfrm rot="10800000">
              <a:off x="7257082" y="1834842"/>
              <a:ext cx="2069687" cy="3284563"/>
            </a:xfrm>
            <a:custGeom>
              <a:avLst/>
              <a:gdLst/>
              <a:ahLst/>
              <a:cxnLst/>
              <a:rect l="l" t="t" r="r" b="b"/>
              <a:pathLst>
                <a:path w="85595" h="135838" extrusionOk="0">
                  <a:moveTo>
                    <a:pt x="85546" y="1"/>
                  </a:moveTo>
                  <a:cubicBezTo>
                    <a:pt x="85502" y="1"/>
                    <a:pt x="85407" y="103"/>
                    <a:pt x="85261" y="307"/>
                  </a:cubicBezTo>
                  <a:cubicBezTo>
                    <a:pt x="85094" y="541"/>
                    <a:pt x="84894" y="874"/>
                    <a:pt x="84694" y="1408"/>
                  </a:cubicBezTo>
                  <a:cubicBezTo>
                    <a:pt x="84694" y="1408"/>
                    <a:pt x="84627" y="1508"/>
                    <a:pt x="84594" y="1642"/>
                  </a:cubicBezTo>
                  <a:cubicBezTo>
                    <a:pt x="84594" y="1675"/>
                    <a:pt x="84561" y="1742"/>
                    <a:pt x="84527" y="1875"/>
                  </a:cubicBezTo>
                  <a:cubicBezTo>
                    <a:pt x="84461" y="1975"/>
                    <a:pt x="84461" y="2142"/>
                    <a:pt x="84427" y="2242"/>
                  </a:cubicBezTo>
                  <a:cubicBezTo>
                    <a:pt x="84327" y="2842"/>
                    <a:pt x="84227" y="3743"/>
                    <a:pt x="84394" y="4911"/>
                  </a:cubicBezTo>
                  <a:cubicBezTo>
                    <a:pt x="84494" y="5511"/>
                    <a:pt x="84594" y="6178"/>
                    <a:pt x="84727" y="6879"/>
                  </a:cubicBezTo>
                  <a:cubicBezTo>
                    <a:pt x="84894" y="7579"/>
                    <a:pt x="85061" y="8380"/>
                    <a:pt x="85094" y="9247"/>
                  </a:cubicBezTo>
                  <a:cubicBezTo>
                    <a:pt x="85161" y="9481"/>
                    <a:pt x="85161" y="9714"/>
                    <a:pt x="85161" y="9914"/>
                  </a:cubicBezTo>
                  <a:cubicBezTo>
                    <a:pt x="85094" y="10148"/>
                    <a:pt x="85094" y="10348"/>
                    <a:pt x="85061" y="10581"/>
                  </a:cubicBezTo>
                  <a:cubicBezTo>
                    <a:pt x="85061" y="10848"/>
                    <a:pt x="84994" y="11048"/>
                    <a:pt x="84928" y="11315"/>
                  </a:cubicBezTo>
                  <a:cubicBezTo>
                    <a:pt x="84894" y="11549"/>
                    <a:pt x="84794" y="11749"/>
                    <a:pt x="84727" y="12016"/>
                  </a:cubicBezTo>
                  <a:cubicBezTo>
                    <a:pt x="84561" y="12483"/>
                    <a:pt x="84327" y="12916"/>
                    <a:pt x="83960" y="13350"/>
                  </a:cubicBezTo>
                  <a:cubicBezTo>
                    <a:pt x="83693" y="13817"/>
                    <a:pt x="83260" y="14184"/>
                    <a:pt x="82859" y="14584"/>
                  </a:cubicBezTo>
                  <a:cubicBezTo>
                    <a:pt x="81959" y="15385"/>
                    <a:pt x="81025" y="16219"/>
                    <a:pt x="80224" y="17319"/>
                  </a:cubicBezTo>
                  <a:cubicBezTo>
                    <a:pt x="79857" y="17853"/>
                    <a:pt x="79490" y="18487"/>
                    <a:pt x="79324" y="19187"/>
                  </a:cubicBezTo>
                  <a:cubicBezTo>
                    <a:pt x="79090" y="19855"/>
                    <a:pt x="79057" y="20588"/>
                    <a:pt x="79090" y="21356"/>
                  </a:cubicBezTo>
                  <a:cubicBezTo>
                    <a:pt x="79157" y="22823"/>
                    <a:pt x="79424" y="24358"/>
                    <a:pt x="79157" y="25926"/>
                  </a:cubicBezTo>
                  <a:cubicBezTo>
                    <a:pt x="78823" y="27493"/>
                    <a:pt x="78023" y="29028"/>
                    <a:pt x="76755" y="30229"/>
                  </a:cubicBezTo>
                  <a:cubicBezTo>
                    <a:pt x="75521" y="31430"/>
                    <a:pt x="73853" y="32263"/>
                    <a:pt x="72085" y="33064"/>
                  </a:cubicBezTo>
                  <a:cubicBezTo>
                    <a:pt x="70384" y="33898"/>
                    <a:pt x="68483" y="34498"/>
                    <a:pt x="66481" y="34999"/>
                  </a:cubicBezTo>
                  <a:cubicBezTo>
                    <a:pt x="65981" y="35166"/>
                    <a:pt x="65480" y="35266"/>
                    <a:pt x="64980" y="35399"/>
                  </a:cubicBezTo>
                  <a:cubicBezTo>
                    <a:pt x="64713" y="35499"/>
                    <a:pt x="64480" y="35532"/>
                    <a:pt x="64213" y="35599"/>
                  </a:cubicBezTo>
                  <a:lnTo>
                    <a:pt x="64013" y="35666"/>
                  </a:lnTo>
                  <a:lnTo>
                    <a:pt x="63913" y="35666"/>
                  </a:lnTo>
                  <a:lnTo>
                    <a:pt x="63846" y="35699"/>
                  </a:lnTo>
                  <a:lnTo>
                    <a:pt x="63412" y="35766"/>
                  </a:lnTo>
                  <a:cubicBezTo>
                    <a:pt x="62378" y="36033"/>
                    <a:pt x="61311" y="36366"/>
                    <a:pt x="60310" y="36867"/>
                  </a:cubicBezTo>
                  <a:cubicBezTo>
                    <a:pt x="59309" y="37367"/>
                    <a:pt x="58309" y="38068"/>
                    <a:pt x="57708" y="39168"/>
                  </a:cubicBezTo>
                  <a:cubicBezTo>
                    <a:pt x="57408" y="39702"/>
                    <a:pt x="57341" y="40336"/>
                    <a:pt x="57174" y="40870"/>
                  </a:cubicBezTo>
                  <a:cubicBezTo>
                    <a:pt x="57141" y="41170"/>
                    <a:pt x="57008" y="41437"/>
                    <a:pt x="56908" y="41704"/>
                  </a:cubicBezTo>
                  <a:cubicBezTo>
                    <a:pt x="56808" y="42004"/>
                    <a:pt x="56674" y="42237"/>
                    <a:pt x="56541" y="42504"/>
                  </a:cubicBezTo>
                  <a:lnTo>
                    <a:pt x="56307" y="43005"/>
                  </a:lnTo>
                  <a:cubicBezTo>
                    <a:pt x="56174" y="43171"/>
                    <a:pt x="56040" y="43338"/>
                    <a:pt x="55907" y="43538"/>
                  </a:cubicBezTo>
                  <a:cubicBezTo>
                    <a:pt x="55640" y="43905"/>
                    <a:pt x="55240" y="44339"/>
                    <a:pt x="54839" y="44739"/>
                  </a:cubicBezTo>
                  <a:cubicBezTo>
                    <a:pt x="54406" y="45173"/>
                    <a:pt x="53872" y="45573"/>
                    <a:pt x="53372" y="46107"/>
                  </a:cubicBezTo>
                  <a:cubicBezTo>
                    <a:pt x="52871" y="46607"/>
                    <a:pt x="52371" y="47341"/>
                    <a:pt x="52204" y="48208"/>
                  </a:cubicBezTo>
                  <a:cubicBezTo>
                    <a:pt x="51837" y="50010"/>
                    <a:pt x="52571" y="51844"/>
                    <a:pt x="53405" y="53612"/>
                  </a:cubicBezTo>
                  <a:cubicBezTo>
                    <a:pt x="53839" y="54513"/>
                    <a:pt x="54172" y="55447"/>
                    <a:pt x="54339" y="56514"/>
                  </a:cubicBezTo>
                  <a:cubicBezTo>
                    <a:pt x="54406" y="56748"/>
                    <a:pt x="54372" y="57048"/>
                    <a:pt x="54406" y="57281"/>
                  </a:cubicBezTo>
                  <a:cubicBezTo>
                    <a:pt x="54406" y="57548"/>
                    <a:pt x="54473" y="57848"/>
                    <a:pt x="54473" y="58082"/>
                  </a:cubicBezTo>
                  <a:cubicBezTo>
                    <a:pt x="54473" y="58349"/>
                    <a:pt x="54473" y="58616"/>
                    <a:pt x="54406" y="58883"/>
                  </a:cubicBezTo>
                  <a:cubicBezTo>
                    <a:pt x="54372" y="59116"/>
                    <a:pt x="54372" y="59416"/>
                    <a:pt x="54306" y="59683"/>
                  </a:cubicBezTo>
                  <a:cubicBezTo>
                    <a:pt x="54072" y="60751"/>
                    <a:pt x="53639" y="61785"/>
                    <a:pt x="52971" y="62719"/>
                  </a:cubicBezTo>
                  <a:cubicBezTo>
                    <a:pt x="52304" y="63619"/>
                    <a:pt x="51370" y="64420"/>
                    <a:pt x="50403" y="65087"/>
                  </a:cubicBezTo>
                  <a:cubicBezTo>
                    <a:pt x="49402" y="65754"/>
                    <a:pt x="48335" y="66355"/>
                    <a:pt x="47234" y="66888"/>
                  </a:cubicBezTo>
                  <a:cubicBezTo>
                    <a:pt x="46700" y="67188"/>
                    <a:pt x="46167" y="67455"/>
                    <a:pt x="45633" y="67789"/>
                  </a:cubicBezTo>
                  <a:cubicBezTo>
                    <a:pt x="45366" y="67956"/>
                    <a:pt x="45133" y="68189"/>
                    <a:pt x="44866" y="68423"/>
                  </a:cubicBezTo>
                  <a:cubicBezTo>
                    <a:pt x="44732" y="68589"/>
                    <a:pt x="44666" y="68756"/>
                    <a:pt x="44565" y="68923"/>
                  </a:cubicBezTo>
                  <a:cubicBezTo>
                    <a:pt x="44565" y="69023"/>
                    <a:pt x="44532" y="69123"/>
                    <a:pt x="44532" y="69223"/>
                  </a:cubicBezTo>
                  <a:cubicBezTo>
                    <a:pt x="44532" y="69290"/>
                    <a:pt x="44532" y="69423"/>
                    <a:pt x="44565" y="69523"/>
                  </a:cubicBezTo>
                  <a:cubicBezTo>
                    <a:pt x="44666" y="69890"/>
                    <a:pt x="44899" y="70124"/>
                    <a:pt x="45133" y="70391"/>
                  </a:cubicBezTo>
                  <a:cubicBezTo>
                    <a:pt x="45333" y="70591"/>
                    <a:pt x="45533" y="70858"/>
                    <a:pt x="45800" y="71058"/>
                  </a:cubicBezTo>
                  <a:cubicBezTo>
                    <a:pt x="45900" y="71191"/>
                    <a:pt x="46033" y="71291"/>
                    <a:pt x="46167" y="71392"/>
                  </a:cubicBezTo>
                  <a:lnTo>
                    <a:pt x="46567" y="71625"/>
                  </a:lnTo>
                  <a:cubicBezTo>
                    <a:pt x="46700" y="71725"/>
                    <a:pt x="46867" y="71792"/>
                    <a:pt x="47034" y="71859"/>
                  </a:cubicBezTo>
                  <a:cubicBezTo>
                    <a:pt x="47167" y="71925"/>
                    <a:pt x="47334" y="72025"/>
                    <a:pt x="47501" y="72025"/>
                  </a:cubicBezTo>
                  <a:cubicBezTo>
                    <a:pt x="47723" y="72081"/>
                    <a:pt x="47946" y="72103"/>
                    <a:pt x="48167" y="72103"/>
                  </a:cubicBezTo>
                  <a:cubicBezTo>
                    <a:pt x="48609" y="72103"/>
                    <a:pt x="49046" y="72014"/>
                    <a:pt x="49469" y="71925"/>
                  </a:cubicBezTo>
                  <a:cubicBezTo>
                    <a:pt x="50069" y="71792"/>
                    <a:pt x="50670" y="71592"/>
                    <a:pt x="51237" y="71458"/>
                  </a:cubicBezTo>
                  <a:cubicBezTo>
                    <a:pt x="51742" y="71314"/>
                    <a:pt x="52259" y="71245"/>
                    <a:pt x="52769" y="71245"/>
                  </a:cubicBezTo>
                  <a:cubicBezTo>
                    <a:pt x="53440" y="71245"/>
                    <a:pt x="54100" y="71364"/>
                    <a:pt x="54706" y="71592"/>
                  </a:cubicBezTo>
                  <a:cubicBezTo>
                    <a:pt x="55240" y="71758"/>
                    <a:pt x="55673" y="72192"/>
                    <a:pt x="55974" y="72626"/>
                  </a:cubicBezTo>
                  <a:cubicBezTo>
                    <a:pt x="56240" y="73126"/>
                    <a:pt x="56474" y="73693"/>
                    <a:pt x="56574" y="74227"/>
                  </a:cubicBezTo>
                  <a:cubicBezTo>
                    <a:pt x="56874" y="75428"/>
                    <a:pt x="56908" y="76729"/>
                    <a:pt x="56841" y="78030"/>
                  </a:cubicBezTo>
                  <a:cubicBezTo>
                    <a:pt x="56808" y="78697"/>
                    <a:pt x="56707" y="79297"/>
                    <a:pt x="56574" y="79964"/>
                  </a:cubicBezTo>
                  <a:lnTo>
                    <a:pt x="56207" y="81966"/>
                  </a:lnTo>
                  <a:cubicBezTo>
                    <a:pt x="56140" y="82299"/>
                    <a:pt x="56140" y="82700"/>
                    <a:pt x="56074" y="83033"/>
                  </a:cubicBezTo>
                  <a:cubicBezTo>
                    <a:pt x="56040" y="83367"/>
                    <a:pt x="56007" y="83734"/>
                    <a:pt x="56007" y="84067"/>
                  </a:cubicBezTo>
                  <a:cubicBezTo>
                    <a:pt x="56040" y="84734"/>
                    <a:pt x="56007" y="85435"/>
                    <a:pt x="56074" y="86135"/>
                  </a:cubicBezTo>
                  <a:cubicBezTo>
                    <a:pt x="56174" y="87570"/>
                    <a:pt x="56374" y="88937"/>
                    <a:pt x="56474" y="90372"/>
                  </a:cubicBezTo>
                  <a:cubicBezTo>
                    <a:pt x="56474" y="90705"/>
                    <a:pt x="56507" y="91072"/>
                    <a:pt x="56507" y="91406"/>
                  </a:cubicBezTo>
                  <a:lnTo>
                    <a:pt x="56474" y="92440"/>
                  </a:lnTo>
                  <a:lnTo>
                    <a:pt x="56474" y="92974"/>
                  </a:lnTo>
                  <a:lnTo>
                    <a:pt x="56374" y="93474"/>
                  </a:lnTo>
                  <a:lnTo>
                    <a:pt x="56307" y="93974"/>
                  </a:lnTo>
                  <a:cubicBezTo>
                    <a:pt x="56307" y="94141"/>
                    <a:pt x="56240" y="94308"/>
                    <a:pt x="56207" y="94475"/>
                  </a:cubicBezTo>
                  <a:cubicBezTo>
                    <a:pt x="55907" y="95876"/>
                    <a:pt x="55340" y="97143"/>
                    <a:pt x="54806" y="98544"/>
                  </a:cubicBezTo>
                  <a:cubicBezTo>
                    <a:pt x="54673" y="98878"/>
                    <a:pt x="54539" y="99245"/>
                    <a:pt x="54406" y="99578"/>
                  </a:cubicBezTo>
                  <a:cubicBezTo>
                    <a:pt x="54339" y="99912"/>
                    <a:pt x="54172" y="100245"/>
                    <a:pt x="54072" y="100612"/>
                  </a:cubicBezTo>
                  <a:lnTo>
                    <a:pt x="53805" y="101713"/>
                  </a:lnTo>
                  <a:lnTo>
                    <a:pt x="53639" y="102814"/>
                  </a:lnTo>
                  <a:cubicBezTo>
                    <a:pt x="53405" y="104315"/>
                    <a:pt x="53672" y="105783"/>
                    <a:pt x="53839" y="107251"/>
                  </a:cubicBezTo>
                  <a:cubicBezTo>
                    <a:pt x="54006" y="108718"/>
                    <a:pt x="54072" y="110153"/>
                    <a:pt x="53539" y="111487"/>
                  </a:cubicBezTo>
                  <a:cubicBezTo>
                    <a:pt x="53305" y="112154"/>
                    <a:pt x="52905" y="112788"/>
                    <a:pt x="52404" y="113288"/>
                  </a:cubicBezTo>
                  <a:lnTo>
                    <a:pt x="51671" y="114055"/>
                  </a:lnTo>
                  <a:lnTo>
                    <a:pt x="51237" y="114389"/>
                  </a:lnTo>
                  <a:cubicBezTo>
                    <a:pt x="51070" y="114489"/>
                    <a:pt x="50970" y="114589"/>
                    <a:pt x="50803" y="114656"/>
                  </a:cubicBezTo>
                  <a:cubicBezTo>
                    <a:pt x="49536" y="115390"/>
                    <a:pt x="48135" y="115723"/>
                    <a:pt x="46734" y="116224"/>
                  </a:cubicBezTo>
                  <a:cubicBezTo>
                    <a:pt x="46067" y="116457"/>
                    <a:pt x="45366" y="116757"/>
                    <a:pt x="44732" y="117124"/>
                  </a:cubicBezTo>
                  <a:cubicBezTo>
                    <a:pt x="44065" y="117491"/>
                    <a:pt x="43531" y="118058"/>
                    <a:pt x="43131" y="118659"/>
                  </a:cubicBezTo>
                  <a:cubicBezTo>
                    <a:pt x="43031" y="118825"/>
                    <a:pt x="42898" y="118992"/>
                    <a:pt x="42831" y="119159"/>
                  </a:cubicBezTo>
                  <a:lnTo>
                    <a:pt x="42664" y="119726"/>
                  </a:lnTo>
                  <a:cubicBezTo>
                    <a:pt x="42631" y="119893"/>
                    <a:pt x="42564" y="120093"/>
                    <a:pt x="42531" y="120260"/>
                  </a:cubicBezTo>
                  <a:cubicBezTo>
                    <a:pt x="42497" y="120427"/>
                    <a:pt x="42464" y="120627"/>
                    <a:pt x="42464" y="120794"/>
                  </a:cubicBezTo>
                  <a:cubicBezTo>
                    <a:pt x="42331" y="121561"/>
                    <a:pt x="42331" y="122261"/>
                    <a:pt x="42364" y="122962"/>
                  </a:cubicBezTo>
                  <a:cubicBezTo>
                    <a:pt x="42397" y="124429"/>
                    <a:pt x="42564" y="125797"/>
                    <a:pt x="42331" y="127131"/>
                  </a:cubicBezTo>
                  <a:cubicBezTo>
                    <a:pt x="42164" y="127799"/>
                    <a:pt x="41964" y="128432"/>
                    <a:pt x="41630" y="128999"/>
                  </a:cubicBezTo>
                  <a:cubicBezTo>
                    <a:pt x="41230" y="129566"/>
                    <a:pt x="40829" y="130067"/>
                    <a:pt x="40329" y="130500"/>
                  </a:cubicBezTo>
                  <a:cubicBezTo>
                    <a:pt x="39328" y="131434"/>
                    <a:pt x="38128" y="132002"/>
                    <a:pt x="36860" y="132268"/>
                  </a:cubicBezTo>
                  <a:cubicBezTo>
                    <a:pt x="36209" y="132368"/>
                    <a:pt x="35567" y="132410"/>
                    <a:pt x="34929" y="132410"/>
                  </a:cubicBezTo>
                  <a:cubicBezTo>
                    <a:pt x="34291" y="132410"/>
                    <a:pt x="33658" y="132368"/>
                    <a:pt x="33024" y="132302"/>
                  </a:cubicBezTo>
                  <a:cubicBezTo>
                    <a:pt x="31790" y="132135"/>
                    <a:pt x="30522" y="131935"/>
                    <a:pt x="29321" y="131768"/>
                  </a:cubicBezTo>
                  <a:cubicBezTo>
                    <a:pt x="28164" y="131616"/>
                    <a:pt x="27090" y="131464"/>
                    <a:pt x="25999" y="131464"/>
                  </a:cubicBezTo>
                  <a:cubicBezTo>
                    <a:pt x="25894" y="131464"/>
                    <a:pt x="25790" y="131465"/>
                    <a:pt x="25685" y="131468"/>
                  </a:cubicBezTo>
                  <a:cubicBezTo>
                    <a:pt x="24484" y="131468"/>
                    <a:pt x="23317" y="131668"/>
                    <a:pt x="22283" y="132102"/>
                  </a:cubicBezTo>
                  <a:cubicBezTo>
                    <a:pt x="21215" y="132569"/>
                    <a:pt x="20281" y="133069"/>
                    <a:pt x="19347" y="133569"/>
                  </a:cubicBezTo>
                  <a:cubicBezTo>
                    <a:pt x="18447" y="134070"/>
                    <a:pt x="17513" y="134570"/>
                    <a:pt x="16646" y="134937"/>
                  </a:cubicBezTo>
                  <a:cubicBezTo>
                    <a:pt x="15712" y="135304"/>
                    <a:pt x="14811" y="135504"/>
                    <a:pt x="13944" y="135504"/>
                  </a:cubicBezTo>
                  <a:cubicBezTo>
                    <a:pt x="13043" y="135504"/>
                    <a:pt x="12209" y="135304"/>
                    <a:pt x="11442" y="135104"/>
                  </a:cubicBezTo>
                  <a:cubicBezTo>
                    <a:pt x="9874" y="134603"/>
                    <a:pt x="8506" y="134003"/>
                    <a:pt x="7272" y="133603"/>
                  </a:cubicBezTo>
                  <a:cubicBezTo>
                    <a:pt x="6177" y="133188"/>
                    <a:pt x="5134" y="132958"/>
                    <a:pt x="4284" y="132958"/>
                  </a:cubicBezTo>
                  <a:cubicBezTo>
                    <a:pt x="4176" y="132958"/>
                    <a:pt x="4071" y="132961"/>
                    <a:pt x="3970" y="132969"/>
                  </a:cubicBezTo>
                  <a:cubicBezTo>
                    <a:pt x="3703" y="133002"/>
                    <a:pt x="3503" y="133002"/>
                    <a:pt x="3303" y="133069"/>
                  </a:cubicBezTo>
                  <a:cubicBezTo>
                    <a:pt x="3103" y="133102"/>
                    <a:pt x="2869" y="133136"/>
                    <a:pt x="2702" y="133169"/>
                  </a:cubicBezTo>
                  <a:cubicBezTo>
                    <a:pt x="2369" y="133302"/>
                    <a:pt x="2102" y="133336"/>
                    <a:pt x="1868" y="133469"/>
                  </a:cubicBezTo>
                  <a:cubicBezTo>
                    <a:pt x="1668" y="133569"/>
                    <a:pt x="1501" y="133636"/>
                    <a:pt x="1368" y="133669"/>
                  </a:cubicBezTo>
                  <a:cubicBezTo>
                    <a:pt x="1235" y="133736"/>
                    <a:pt x="1201" y="133769"/>
                    <a:pt x="1201" y="133769"/>
                  </a:cubicBezTo>
                  <a:cubicBezTo>
                    <a:pt x="968" y="133903"/>
                    <a:pt x="734" y="134003"/>
                    <a:pt x="701" y="134270"/>
                  </a:cubicBezTo>
                  <a:cubicBezTo>
                    <a:pt x="534" y="134403"/>
                    <a:pt x="401" y="134470"/>
                    <a:pt x="301" y="134570"/>
                  </a:cubicBezTo>
                  <a:cubicBezTo>
                    <a:pt x="67" y="134737"/>
                    <a:pt x="0" y="134804"/>
                    <a:pt x="0" y="134837"/>
                  </a:cubicBezTo>
                  <a:cubicBezTo>
                    <a:pt x="0" y="134856"/>
                    <a:pt x="11" y="134864"/>
                    <a:pt x="31" y="134864"/>
                  </a:cubicBezTo>
                  <a:cubicBezTo>
                    <a:pt x="83" y="134864"/>
                    <a:pt x="199" y="134809"/>
                    <a:pt x="367" y="134737"/>
                  </a:cubicBezTo>
                  <a:cubicBezTo>
                    <a:pt x="501" y="134637"/>
                    <a:pt x="667" y="134570"/>
                    <a:pt x="834" y="134470"/>
                  </a:cubicBezTo>
                  <a:cubicBezTo>
                    <a:pt x="1001" y="134337"/>
                    <a:pt x="1201" y="134270"/>
                    <a:pt x="1468" y="134136"/>
                  </a:cubicBezTo>
                  <a:cubicBezTo>
                    <a:pt x="1468" y="134136"/>
                    <a:pt x="1501" y="134103"/>
                    <a:pt x="1635" y="134070"/>
                  </a:cubicBezTo>
                  <a:cubicBezTo>
                    <a:pt x="1735" y="134003"/>
                    <a:pt x="1902" y="133936"/>
                    <a:pt x="2135" y="133836"/>
                  </a:cubicBezTo>
                  <a:cubicBezTo>
                    <a:pt x="2335" y="133736"/>
                    <a:pt x="2636" y="133669"/>
                    <a:pt x="2969" y="133569"/>
                  </a:cubicBezTo>
                  <a:cubicBezTo>
                    <a:pt x="3136" y="133503"/>
                    <a:pt x="3303" y="133469"/>
                    <a:pt x="3503" y="133436"/>
                  </a:cubicBezTo>
                  <a:cubicBezTo>
                    <a:pt x="3703" y="133403"/>
                    <a:pt x="3903" y="133403"/>
                    <a:pt x="4137" y="133336"/>
                  </a:cubicBezTo>
                  <a:cubicBezTo>
                    <a:pt x="4235" y="133328"/>
                    <a:pt x="4336" y="133325"/>
                    <a:pt x="4441" y="133325"/>
                  </a:cubicBezTo>
                  <a:cubicBezTo>
                    <a:pt x="5262" y="133325"/>
                    <a:pt x="6274" y="133552"/>
                    <a:pt x="7339" y="133936"/>
                  </a:cubicBezTo>
                  <a:cubicBezTo>
                    <a:pt x="8573" y="134337"/>
                    <a:pt x="9974" y="134937"/>
                    <a:pt x="11542" y="135437"/>
                  </a:cubicBezTo>
                  <a:cubicBezTo>
                    <a:pt x="12342" y="135637"/>
                    <a:pt x="13210" y="135838"/>
                    <a:pt x="14144" y="135838"/>
                  </a:cubicBezTo>
                  <a:cubicBezTo>
                    <a:pt x="15044" y="135838"/>
                    <a:pt x="16012" y="135637"/>
                    <a:pt x="16912" y="135271"/>
                  </a:cubicBezTo>
                  <a:cubicBezTo>
                    <a:pt x="17846" y="134904"/>
                    <a:pt x="18714" y="134403"/>
                    <a:pt x="19648" y="133903"/>
                  </a:cubicBezTo>
                  <a:cubicBezTo>
                    <a:pt x="20582" y="133403"/>
                    <a:pt x="21549" y="132902"/>
                    <a:pt x="22550" y="132469"/>
                  </a:cubicBezTo>
                  <a:cubicBezTo>
                    <a:pt x="23550" y="132102"/>
                    <a:pt x="24685" y="131901"/>
                    <a:pt x="25852" y="131901"/>
                  </a:cubicBezTo>
                  <a:cubicBezTo>
                    <a:pt x="26986" y="131901"/>
                    <a:pt x="28187" y="132002"/>
                    <a:pt x="29388" y="132168"/>
                  </a:cubicBezTo>
                  <a:cubicBezTo>
                    <a:pt x="30589" y="132335"/>
                    <a:pt x="31823" y="132602"/>
                    <a:pt x="33091" y="132735"/>
                  </a:cubicBezTo>
                  <a:cubicBezTo>
                    <a:pt x="33753" y="132788"/>
                    <a:pt x="34433" y="132840"/>
                    <a:pt x="35122" y="132840"/>
                  </a:cubicBezTo>
                  <a:cubicBezTo>
                    <a:pt x="35752" y="132840"/>
                    <a:pt x="36389" y="132796"/>
                    <a:pt x="37027" y="132669"/>
                  </a:cubicBezTo>
                  <a:cubicBezTo>
                    <a:pt x="38361" y="132435"/>
                    <a:pt x="39662" y="131801"/>
                    <a:pt x="40663" y="130834"/>
                  </a:cubicBezTo>
                  <a:cubicBezTo>
                    <a:pt x="41163" y="130400"/>
                    <a:pt x="41597" y="129833"/>
                    <a:pt x="41997" y="129266"/>
                  </a:cubicBezTo>
                  <a:cubicBezTo>
                    <a:pt x="42364" y="128632"/>
                    <a:pt x="42597" y="127965"/>
                    <a:pt x="42731" y="127265"/>
                  </a:cubicBezTo>
                  <a:cubicBezTo>
                    <a:pt x="42998" y="125830"/>
                    <a:pt x="42831" y="124429"/>
                    <a:pt x="42764" y="122995"/>
                  </a:cubicBezTo>
                  <a:cubicBezTo>
                    <a:pt x="42731" y="122295"/>
                    <a:pt x="42731" y="121594"/>
                    <a:pt x="42864" y="120927"/>
                  </a:cubicBezTo>
                  <a:cubicBezTo>
                    <a:pt x="42864" y="120760"/>
                    <a:pt x="42898" y="120593"/>
                    <a:pt x="42931" y="120427"/>
                  </a:cubicBezTo>
                  <a:cubicBezTo>
                    <a:pt x="42998" y="120260"/>
                    <a:pt x="42998" y="120093"/>
                    <a:pt x="43064" y="119926"/>
                  </a:cubicBezTo>
                  <a:lnTo>
                    <a:pt x="43231" y="119426"/>
                  </a:lnTo>
                  <a:cubicBezTo>
                    <a:pt x="43331" y="119259"/>
                    <a:pt x="43398" y="119126"/>
                    <a:pt x="43498" y="118959"/>
                  </a:cubicBezTo>
                  <a:cubicBezTo>
                    <a:pt x="43865" y="118392"/>
                    <a:pt x="44399" y="117925"/>
                    <a:pt x="44999" y="117558"/>
                  </a:cubicBezTo>
                  <a:cubicBezTo>
                    <a:pt x="45600" y="117158"/>
                    <a:pt x="46267" y="116924"/>
                    <a:pt x="46934" y="116657"/>
                  </a:cubicBezTo>
                  <a:cubicBezTo>
                    <a:pt x="48335" y="116224"/>
                    <a:pt x="49769" y="115823"/>
                    <a:pt x="51070" y="115089"/>
                  </a:cubicBezTo>
                  <a:cubicBezTo>
                    <a:pt x="51204" y="114989"/>
                    <a:pt x="51370" y="114923"/>
                    <a:pt x="51537" y="114789"/>
                  </a:cubicBezTo>
                  <a:lnTo>
                    <a:pt x="52004" y="114456"/>
                  </a:lnTo>
                  <a:cubicBezTo>
                    <a:pt x="52238" y="114222"/>
                    <a:pt x="52538" y="113955"/>
                    <a:pt x="52771" y="113655"/>
                  </a:cubicBezTo>
                  <a:cubicBezTo>
                    <a:pt x="53272" y="113121"/>
                    <a:pt x="53705" y="112454"/>
                    <a:pt x="54006" y="111754"/>
                  </a:cubicBezTo>
                  <a:cubicBezTo>
                    <a:pt x="54272" y="111053"/>
                    <a:pt x="54439" y="110286"/>
                    <a:pt x="54439" y="109552"/>
                  </a:cubicBezTo>
                  <a:cubicBezTo>
                    <a:pt x="54439" y="108752"/>
                    <a:pt x="54406" y="108051"/>
                    <a:pt x="54339" y="107284"/>
                  </a:cubicBezTo>
                  <a:cubicBezTo>
                    <a:pt x="54172" y="105816"/>
                    <a:pt x="53905" y="104382"/>
                    <a:pt x="54106" y="102947"/>
                  </a:cubicBezTo>
                  <a:lnTo>
                    <a:pt x="54272" y="101913"/>
                  </a:lnTo>
                  <a:lnTo>
                    <a:pt x="54573" y="100879"/>
                  </a:lnTo>
                  <a:cubicBezTo>
                    <a:pt x="54673" y="100479"/>
                    <a:pt x="54773" y="100145"/>
                    <a:pt x="54906" y="99812"/>
                  </a:cubicBezTo>
                  <a:cubicBezTo>
                    <a:pt x="55006" y="99478"/>
                    <a:pt x="55173" y="99145"/>
                    <a:pt x="55273" y="98811"/>
                  </a:cubicBezTo>
                  <a:cubicBezTo>
                    <a:pt x="55840" y="97477"/>
                    <a:pt x="56441" y="96143"/>
                    <a:pt x="56741" y="94708"/>
                  </a:cubicBezTo>
                  <a:cubicBezTo>
                    <a:pt x="56841" y="94541"/>
                    <a:pt x="56841" y="94308"/>
                    <a:pt x="56874" y="94141"/>
                  </a:cubicBezTo>
                  <a:lnTo>
                    <a:pt x="56941" y="93607"/>
                  </a:lnTo>
                  <a:lnTo>
                    <a:pt x="57041" y="93074"/>
                  </a:lnTo>
                  <a:lnTo>
                    <a:pt x="57041" y="92540"/>
                  </a:lnTo>
                  <a:lnTo>
                    <a:pt x="57074" y="91439"/>
                  </a:lnTo>
                  <a:cubicBezTo>
                    <a:pt x="57074" y="91072"/>
                    <a:pt x="57041" y="90739"/>
                    <a:pt x="57041" y="90372"/>
                  </a:cubicBezTo>
                  <a:cubicBezTo>
                    <a:pt x="56874" y="87536"/>
                    <a:pt x="56274" y="84768"/>
                    <a:pt x="56774" y="82099"/>
                  </a:cubicBezTo>
                  <a:cubicBezTo>
                    <a:pt x="57375" y="79464"/>
                    <a:pt x="57775" y="76729"/>
                    <a:pt x="57174" y="74127"/>
                  </a:cubicBezTo>
                  <a:cubicBezTo>
                    <a:pt x="57008" y="73560"/>
                    <a:pt x="56774" y="72959"/>
                    <a:pt x="56441" y="72426"/>
                  </a:cubicBezTo>
                  <a:cubicBezTo>
                    <a:pt x="56174" y="71892"/>
                    <a:pt x="55607" y="71392"/>
                    <a:pt x="55006" y="71191"/>
                  </a:cubicBezTo>
                  <a:cubicBezTo>
                    <a:pt x="54364" y="70916"/>
                    <a:pt x="53650" y="70792"/>
                    <a:pt x="52938" y="70792"/>
                  </a:cubicBezTo>
                  <a:cubicBezTo>
                    <a:pt x="52357" y="70792"/>
                    <a:pt x="51777" y="70875"/>
                    <a:pt x="51237" y="71025"/>
                  </a:cubicBezTo>
                  <a:cubicBezTo>
                    <a:pt x="50603" y="71125"/>
                    <a:pt x="50036" y="71358"/>
                    <a:pt x="49436" y="71458"/>
                  </a:cubicBezTo>
                  <a:cubicBezTo>
                    <a:pt x="49058" y="71547"/>
                    <a:pt x="48650" y="71621"/>
                    <a:pt x="48262" y="71621"/>
                  </a:cubicBezTo>
                  <a:cubicBezTo>
                    <a:pt x="48068" y="71621"/>
                    <a:pt x="47879" y="71603"/>
                    <a:pt x="47701" y="71558"/>
                  </a:cubicBezTo>
                  <a:cubicBezTo>
                    <a:pt x="47534" y="71558"/>
                    <a:pt x="47401" y="71458"/>
                    <a:pt x="47267" y="71425"/>
                  </a:cubicBezTo>
                  <a:cubicBezTo>
                    <a:pt x="47167" y="71392"/>
                    <a:pt x="47034" y="71358"/>
                    <a:pt x="46900" y="71258"/>
                  </a:cubicBezTo>
                  <a:lnTo>
                    <a:pt x="46534" y="71058"/>
                  </a:lnTo>
                  <a:cubicBezTo>
                    <a:pt x="46400" y="70958"/>
                    <a:pt x="46333" y="70858"/>
                    <a:pt x="46200" y="70758"/>
                  </a:cubicBezTo>
                  <a:cubicBezTo>
                    <a:pt x="45933" y="70591"/>
                    <a:pt x="45766" y="70357"/>
                    <a:pt x="45566" y="70124"/>
                  </a:cubicBezTo>
                  <a:cubicBezTo>
                    <a:pt x="45366" y="69924"/>
                    <a:pt x="45166" y="69690"/>
                    <a:pt x="45099" y="69457"/>
                  </a:cubicBezTo>
                  <a:cubicBezTo>
                    <a:pt x="44932" y="69023"/>
                    <a:pt x="45433" y="68589"/>
                    <a:pt x="45933" y="68256"/>
                  </a:cubicBezTo>
                  <a:cubicBezTo>
                    <a:pt x="46433" y="67922"/>
                    <a:pt x="47001" y="67689"/>
                    <a:pt x="47534" y="67389"/>
                  </a:cubicBezTo>
                  <a:cubicBezTo>
                    <a:pt x="48602" y="66788"/>
                    <a:pt x="49736" y="66254"/>
                    <a:pt x="50737" y="65554"/>
                  </a:cubicBezTo>
                  <a:cubicBezTo>
                    <a:pt x="51737" y="64887"/>
                    <a:pt x="52671" y="64053"/>
                    <a:pt x="53372" y="63086"/>
                  </a:cubicBezTo>
                  <a:cubicBezTo>
                    <a:pt x="54072" y="62118"/>
                    <a:pt x="54573" y="61017"/>
                    <a:pt x="54773" y="59883"/>
                  </a:cubicBezTo>
                  <a:cubicBezTo>
                    <a:pt x="54873" y="59616"/>
                    <a:pt x="54873" y="59350"/>
                    <a:pt x="54906" y="59049"/>
                  </a:cubicBezTo>
                  <a:cubicBezTo>
                    <a:pt x="54940" y="58782"/>
                    <a:pt x="54940" y="58516"/>
                    <a:pt x="54940" y="58215"/>
                  </a:cubicBezTo>
                  <a:cubicBezTo>
                    <a:pt x="54940" y="57915"/>
                    <a:pt x="54906" y="57682"/>
                    <a:pt x="54906" y="57381"/>
                  </a:cubicBezTo>
                  <a:cubicBezTo>
                    <a:pt x="54873" y="57081"/>
                    <a:pt x="54873" y="56781"/>
                    <a:pt x="54839" y="56548"/>
                  </a:cubicBezTo>
                  <a:cubicBezTo>
                    <a:pt x="54673" y="55447"/>
                    <a:pt x="54272" y="54446"/>
                    <a:pt x="53872" y="53545"/>
                  </a:cubicBezTo>
                  <a:cubicBezTo>
                    <a:pt x="53438" y="52678"/>
                    <a:pt x="53038" y="51777"/>
                    <a:pt x="52838" y="50910"/>
                  </a:cubicBezTo>
                  <a:cubicBezTo>
                    <a:pt x="52738" y="50677"/>
                    <a:pt x="52738" y="50443"/>
                    <a:pt x="52705" y="50243"/>
                  </a:cubicBezTo>
                  <a:lnTo>
                    <a:pt x="52571" y="49609"/>
                  </a:lnTo>
                  <a:lnTo>
                    <a:pt x="52571" y="49009"/>
                  </a:lnTo>
                  <a:cubicBezTo>
                    <a:pt x="52605" y="48775"/>
                    <a:pt x="52605" y="48609"/>
                    <a:pt x="52671" y="48408"/>
                  </a:cubicBezTo>
                  <a:cubicBezTo>
                    <a:pt x="52838" y="47608"/>
                    <a:pt x="53238" y="47007"/>
                    <a:pt x="53739" y="46507"/>
                  </a:cubicBezTo>
                  <a:cubicBezTo>
                    <a:pt x="54239" y="46007"/>
                    <a:pt x="54739" y="45540"/>
                    <a:pt x="55206" y="45106"/>
                  </a:cubicBezTo>
                  <a:cubicBezTo>
                    <a:pt x="55673" y="44672"/>
                    <a:pt x="56040" y="44239"/>
                    <a:pt x="56341" y="43838"/>
                  </a:cubicBezTo>
                  <a:cubicBezTo>
                    <a:pt x="56474" y="43605"/>
                    <a:pt x="56574" y="43438"/>
                    <a:pt x="56707" y="43238"/>
                  </a:cubicBezTo>
                  <a:cubicBezTo>
                    <a:pt x="56841" y="43038"/>
                    <a:pt x="56908" y="42871"/>
                    <a:pt x="57008" y="42704"/>
                  </a:cubicBezTo>
                  <a:cubicBezTo>
                    <a:pt x="57141" y="42404"/>
                    <a:pt x="57241" y="42171"/>
                    <a:pt x="57375" y="41870"/>
                  </a:cubicBezTo>
                  <a:cubicBezTo>
                    <a:pt x="57441" y="41570"/>
                    <a:pt x="57575" y="41270"/>
                    <a:pt x="57608" y="41003"/>
                  </a:cubicBezTo>
                  <a:cubicBezTo>
                    <a:pt x="57742" y="40403"/>
                    <a:pt x="57842" y="39836"/>
                    <a:pt x="58108" y="39369"/>
                  </a:cubicBezTo>
                  <a:lnTo>
                    <a:pt x="58209" y="39202"/>
                  </a:lnTo>
                  <a:lnTo>
                    <a:pt x="58342" y="39035"/>
                  </a:lnTo>
                  <a:lnTo>
                    <a:pt x="58575" y="38701"/>
                  </a:lnTo>
                  <a:cubicBezTo>
                    <a:pt x="58742" y="38501"/>
                    <a:pt x="58942" y="38335"/>
                    <a:pt x="59176" y="38101"/>
                  </a:cubicBezTo>
                  <a:cubicBezTo>
                    <a:pt x="59376" y="37901"/>
                    <a:pt x="59610" y="37767"/>
                    <a:pt x="59843" y="37601"/>
                  </a:cubicBezTo>
                  <a:cubicBezTo>
                    <a:pt x="60077" y="37434"/>
                    <a:pt x="60277" y="37334"/>
                    <a:pt x="60544" y="37200"/>
                  </a:cubicBezTo>
                  <a:cubicBezTo>
                    <a:pt x="61511" y="36700"/>
                    <a:pt x="62545" y="36366"/>
                    <a:pt x="63579" y="36100"/>
                  </a:cubicBezTo>
                  <a:lnTo>
                    <a:pt x="63946" y="36033"/>
                  </a:lnTo>
                  <a:lnTo>
                    <a:pt x="64046" y="35999"/>
                  </a:lnTo>
                  <a:lnTo>
                    <a:pt x="64179" y="35999"/>
                  </a:lnTo>
                  <a:lnTo>
                    <a:pt x="64380" y="35933"/>
                  </a:lnTo>
                  <a:cubicBezTo>
                    <a:pt x="64613" y="35866"/>
                    <a:pt x="64880" y="35833"/>
                    <a:pt x="65113" y="35733"/>
                  </a:cubicBezTo>
                  <a:cubicBezTo>
                    <a:pt x="65614" y="35566"/>
                    <a:pt x="66114" y="35432"/>
                    <a:pt x="66615" y="35332"/>
                  </a:cubicBezTo>
                  <a:cubicBezTo>
                    <a:pt x="68616" y="34832"/>
                    <a:pt x="70584" y="34232"/>
                    <a:pt x="72285" y="33364"/>
                  </a:cubicBezTo>
                  <a:cubicBezTo>
                    <a:pt x="74053" y="32564"/>
                    <a:pt x="75754" y="31696"/>
                    <a:pt x="77055" y="30429"/>
                  </a:cubicBezTo>
                  <a:cubicBezTo>
                    <a:pt x="78356" y="29161"/>
                    <a:pt x="79190" y="27560"/>
                    <a:pt x="79524" y="25926"/>
                  </a:cubicBezTo>
                  <a:cubicBezTo>
                    <a:pt x="79791" y="24258"/>
                    <a:pt x="79457" y="22723"/>
                    <a:pt x="79424" y="21256"/>
                  </a:cubicBezTo>
                  <a:cubicBezTo>
                    <a:pt x="79390" y="20555"/>
                    <a:pt x="79424" y="19855"/>
                    <a:pt x="79590" y="19187"/>
                  </a:cubicBezTo>
                  <a:cubicBezTo>
                    <a:pt x="79757" y="18520"/>
                    <a:pt x="80091" y="17987"/>
                    <a:pt x="80458" y="17420"/>
                  </a:cubicBezTo>
                  <a:cubicBezTo>
                    <a:pt x="81225" y="16385"/>
                    <a:pt x="82192" y="15552"/>
                    <a:pt x="83060" y="14751"/>
                  </a:cubicBezTo>
                  <a:cubicBezTo>
                    <a:pt x="83460" y="14384"/>
                    <a:pt x="83894" y="13984"/>
                    <a:pt x="84227" y="13517"/>
                  </a:cubicBezTo>
                  <a:cubicBezTo>
                    <a:pt x="84561" y="13050"/>
                    <a:pt x="84794" y="12583"/>
                    <a:pt x="85028" y="12082"/>
                  </a:cubicBezTo>
                  <a:cubicBezTo>
                    <a:pt x="85094" y="11849"/>
                    <a:pt x="85161" y="11582"/>
                    <a:pt x="85228" y="11349"/>
                  </a:cubicBezTo>
                  <a:cubicBezTo>
                    <a:pt x="85261" y="11148"/>
                    <a:pt x="85328" y="10882"/>
                    <a:pt x="85361" y="10648"/>
                  </a:cubicBezTo>
                  <a:cubicBezTo>
                    <a:pt x="85395" y="10381"/>
                    <a:pt x="85395" y="10181"/>
                    <a:pt x="85428" y="9914"/>
                  </a:cubicBezTo>
                  <a:cubicBezTo>
                    <a:pt x="85395" y="9714"/>
                    <a:pt x="85395" y="9481"/>
                    <a:pt x="85395" y="9247"/>
                  </a:cubicBezTo>
                  <a:cubicBezTo>
                    <a:pt x="85295" y="8346"/>
                    <a:pt x="85161" y="7546"/>
                    <a:pt x="85028" y="6845"/>
                  </a:cubicBezTo>
                  <a:cubicBezTo>
                    <a:pt x="84894" y="6145"/>
                    <a:pt x="84761" y="5511"/>
                    <a:pt x="84694" y="4911"/>
                  </a:cubicBezTo>
                  <a:cubicBezTo>
                    <a:pt x="84527" y="3743"/>
                    <a:pt x="84594" y="2876"/>
                    <a:pt x="84727" y="2342"/>
                  </a:cubicBezTo>
                  <a:cubicBezTo>
                    <a:pt x="84761" y="2175"/>
                    <a:pt x="84761" y="2075"/>
                    <a:pt x="84794" y="1975"/>
                  </a:cubicBezTo>
                  <a:cubicBezTo>
                    <a:pt x="84861" y="1875"/>
                    <a:pt x="84861" y="1808"/>
                    <a:pt x="84894" y="1708"/>
                  </a:cubicBezTo>
                  <a:cubicBezTo>
                    <a:pt x="84928" y="1575"/>
                    <a:pt x="84961" y="1508"/>
                    <a:pt x="84961" y="1508"/>
                  </a:cubicBezTo>
                  <a:cubicBezTo>
                    <a:pt x="85128" y="1008"/>
                    <a:pt x="85295" y="674"/>
                    <a:pt x="85428" y="407"/>
                  </a:cubicBezTo>
                  <a:cubicBezTo>
                    <a:pt x="85528" y="174"/>
                    <a:pt x="85595" y="40"/>
                    <a:pt x="85561" y="7"/>
                  </a:cubicBezTo>
                  <a:cubicBezTo>
                    <a:pt x="85557" y="3"/>
                    <a:pt x="85552" y="1"/>
                    <a:pt x="855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019" name="Google Shape;1019;p8"/>
            <p:cNvGrpSpPr/>
            <p:nvPr/>
          </p:nvGrpSpPr>
          <p:grpSpPr>
            <a:xfrm rot="10800000">
              <a:off x="8633899" y="2410699"/>
              <a:ext cx="520378" cy="1290656"/>
              <a:chOff x="8592761" y="2242977"/>
              <a:chExt cx="520378" cy="1290656"/>
            </a:xfrm>
          </p:grpSpPr>
          <p:sp>
            <p:nvSpPr>
              <p:cNvPr id="1020" name="Google Shape;1020;p8"/>
              <p:cNvSpPr/>
              <p:nvPr/>
            </p:nvSpPr>
            <p:spPr>
              <a:xfrm rot="10800000">
                <a:off x="8914597" y="3489141"/>
                <a:ext cx="17772" cy="13734"/>
              </a:xfrm>
              <a:custGeom>
                <a:avLst/>
                <a:gdLst/>
                <a:ahLst/>
                <a:cxnLst/>
                <a:rect l="l" t="t" r="r" b="b"/>
                <a:pathLst>
                  <a:path w="735" h="568" extrusionOk="0">
                    <a:moveTo>
                      <a:pt x="535" y="1"/>
                    </a:moveTo>
                    <a:cubicBezTo>
                      <a:pt x="401" y="1"/>
                      <a:pt x="335" y="34"/>
                      <a:pt x="234" y="68"/>
                    </a:cubicBezTo>
                    <a:cubicBezTo>
                      <a:pt x="68" y="168"/>
                      <a:pt x="1" y="435"/>
                      <a:pt x="1" y="435"/>
                    </a:cubicBezTo>
                    <a:lnTo>
                      <a:pt x="201" y="568"/>
                    </a:lnTo>
                    <a:cubicBezTo>
                      <a:pt x="201" y="568"/>
                      <a:pt x="401" y="501"/>
                      <a:pt x="501" y="435"/>
                    </a:cubicBezTo>
                    <a:lnTo>
                      <a:pt x="668" y="268"/>
                    </a:lnTo>
                    <a:lnTo>
                      <a:pt x="735" y="201"/>
                    </a:lnTo>
                    <a:cubicBezTo>
                      <a:pt x="735" y="134"/>
                      <a:pt x="701" y="1"/>
                      <a:pt x="7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1" name="Google Shape;1021;p8"/>
              <p:cNvSpPr/>
              <p:nvPr/>
            </p:nvSpPr>
            <p:spPr>
              <a:xfrm rot="10800000">
                <a:off x="8896849" y="3462519"/>
                <a:ext cx="28242" cy="19368"/>
              </a:xfrm>
              <a:custGeom>
                <a:avLst/>
                <a:gdLst/>
                <a:ahLst/>
                <a:cxnLst/>
                <a:rect l="l" t="t" r="r" b="b"/>
                <a:pathLst>
                  <a:path w="1168" h="801" extrusionOk="0">
                    <a:moveTo>
                      <a:pt x="867" y="0"/>
                    </a:moveTo>
                    <a:cubicBezTo>
                      <a:pt x="734" y="34"/>
                      <a:pt x="567" y="67"/>
                      <a:pt x="434" y="134"/>
                    </a:cubicBezTo>
                    <a:cubicBezTo>
                      <a:pt x="334" y="200"/>
                      <a:pt x="200" y="300"/>
                      <a:pt x="100" y="400"/>
                    </a:cubicBezTo>
                    <a:cubicBezTo>
                      <a:pt x="34" y="534"/>
                      <a:pt x="0" y="634"/>
                      <a:pt x="0" y="634"/>
                    </a:cubicBezTo>
                    <a:lnTo>
                      <a:pt x="167" y="801"/>
                    </a:lnTo>
                    <a:lnTo>
                      <a:pt x="334" y="701"/>
                    </a:lnTo>
                    <a:cubicBezTo>
                      <a:pt x="434" y="667"/>
                      <a:pt x="567" y="634"/>
                      <a:pt x="667" y="567"/>
                    </a:cubicBezTo>
                    <a:cubicBezTo>
                      <a:pt x="734" y="567"/>
                      <a:pt x="867" y="467"/>
                      <a:pt x="934" y="400"/>
                    </a:cubicBezTo>
                    <a:cubicBezTo>
                      <a:pt x="1034" y="334"/>
                      <a:pt x="1101" y="300"/>
                      <a:pt x="1101" y="300"/>
                    </a:cubicBezTo>
                    <a:cubicBezTo>
                      <a:pt x="1168" y="300"/>
                      <a:pt x="1101" y="67"/>
                      <a:pt x="11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2" name="Google Shape;1022;p8"/>
              <p:cNvSpPr/>
              <p:nvPr/>
            </p:nvSpPr>
            <p:spPr>
              <a:xfrm rot="10800000">
                <a:off x="8883937" y="3433479"/>
                <a:ext cx="27444" cy="16950"/>
              </a:xfrm>
              <a:custGeom>
                <a:avLst/>
                <a:gdLst/>
                <a:ahLst/>
                <a:cxnLst/>
                <a:rect l="l" t="t" r="r" b="b"/>
                <a:pathLst>
                  <a:path w="1135" h="701" extrusionOk="0">
                    <a:moveTo>
                      <a:pt x="1034" y="0"/>
                    </a:moveTo>
                    <a:cubicBezTo>
                      <a:pt x="1034" y="0"/>
                      <a:pt x="667" y="33"/>
                      <a:pt x="467" y="100"/>
                    </a:cubicBezTo>
                    <a:cubicBezTo>
                      <a:pt x="234" y="200"/>
                      <a:pt x="0" y="434"/>
                      <a:pt x="0" y="434"/>
                    </a:cubicBezTo>
                    <a:cubicBezTo>
                      <a:pt x="0" y="500"/>
                      <a:pt x="100" y="701"/>
                      <a:pt x="100" y="701"/>
                    </a:cubicBezTo>
                    <a:cubicBezTo>
                      <a:pt x="100" y="701"/>
                      <a:pt x="467" y="667"/>
                      <a:pt x="667" y="567"/>
                    </a:cubicBezTo>
                    <a:cubicBezTo>
                      <a:pt x="868" y="467"/>
                      <a:pt x="1134" y="234"/>
                      <a:pt x="1134" y="234"/>
                    </a:cubicBezTo>
                    <a:cubicBezTo>
                      <a:pt x="1134" y="234"/>
                      <a:pt x="1068" y="33"/>
                      <a:pt x="10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3" name="Google Shape;1023;p8"/>
              <p:cNvSpPr/>
              <p:nvPr/>
            </p:nvSpPr>
            <p:spPr>
              <a:xfrm rot="10800000">
                <a:off x="8867011" y="3412708"/>
                <a:ext cx="18570" cy="12719"/>
              </a:xfrm>
              <a:custGeom>
                <a:avLst/>
                <a:gdLst/>
                <a:ahLst/>
                <a:cxnLst/>
                <a:rect l="l" t="t" r="r" b="b"/>
                <a:pathLst>
                  <a:path w="768" h="526" extrusionOk="0">
                    <a:moveTo>
                      <a:pt x="534" y="0"/>
                    </a:moveTo>
                    <a:cubicBezTo>
                      <a:pt x="534" y="0"/>
                      <a:pt x="368" y="0"/>
                      <a:pt x="268" y="34"/>
                    </a:cubicBezTo>
                    <a:cubicBezTo>
                      <a:pt x="167" y="67"/>
                      <a:pt x="1" y="200"/>
                      <a:pt x="1" y="200"/>
                    </a:cubicBezTo>
                    <a:lnTo>
                      <a:pt x="1" y="467"/>
                    </a:lnTo>
                    <a:cubicBezTo>
                      <a:pt x="1" y="467"/>
                      <a:pt x="101" y="467"/>
                      <a:pt x="167" y="501"/>
                    </a:cubicBezTo>
                    <a:cubicBezTo>
                      <a:pt x="217" y="517"/>
                      <a:pt x="276" y="526"/>
                      <a:pt x="330" y="526"/>
                    </a:cubicBezTo>
                    <a:cubicBezTo>
                      <a:pt x="384" y="526"/>
                      <a:pt x="434" y="517"/>
                      <a:pt x="468" y="501"/>
                    </a:cubicBezTo>
                    <a:cubicBezTo>
                      <a:pt x="568" y="467"/>
                      <a:pt x="634" y="367"/>
                      <a:pt x="701" y="300"/>
                    </a:cubicBezTo>
                    <a:cubicBezTo>
                      <a:pt x="768" y="200"/>
                      <a:pt x="768" y="134"/>
                      <a:pt x="768" y="134"/>
                    </a:cubicBezTo>
                    <a:cubicBezTo>
                      <a:pt x="768" y="134"/>
                      <a:pt x="568" y="0"/>
                      <a:pt x="5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4" name="Google Shape;1024;p8"/>
              <p:cNvSpPr/>
              <p:nvPr/>
            </p:nvSpPr>
            <p:spPr>
              <a:xfrm rot="10800000">
                <a:off x="8765382" y="3412152"/>
                <a:ext cx="18570" cy="12477"/>
              </a:xfrm>
              <a:custGeom>
                <a:avLst/>
                <a:gdLst/>
                <a:ahLst/>
                <a:cxnLst/>
                <a:rect l="l" t="t" r="r" b="b"/>
                <a:pathLst>
                  <a:path w="768" h="516" extrusionOk="0">
                    <a:moveTo>
                      <a:pt x="534" y="1"/>
                    </a:moveTo>
                    <a:cubicBezTo>
                      <a:pt x="434" y="1"/>
                      <a:pt x="368" y="1"/>
                      <a:pt x="334" y="34"/>
                    </a:cubicBezTo>
                    <a:cubicBezTo>
                      <a:pt x="201" y="101"/>
                      <a:pt x="34" y="267"/>
                      <a:pt x="34" y="267"/>
                    </a:cubicBezTo>
                    <a:cubicBezTo>
                      <a:pt x="1" y="267"/>
                      <a:pt x="67" y="501"/>
                      <a:pt x="67" y="501"/>
                    </a:cubicBezTo>
                    <a:cubicBezTo>
                      <a:pt x="67" y="501"/>
                      <a:pt x="186" y="516"/>
                      <a:pt x="314" y="516"/>
                    </a:cubicBezTo>
                    <a:cubicBezTo>
                      <a:pt x="379" y="516"/>
                      <a:pt x="445" y="512"/>
                      <a:pt x="501" y="501"/>
                    </a:cubicBezTo>
                    <a:cubicBezTo>
                      <a:pt x="568" y="468"/>
                      <a:pt x="668" y="367"/>
                      <a:pt x="701" y="334"/>
                    </a:cubicBezTo>
                    <a:cubicBezTo>
                      <a:pt x="735" y="234"/>
                      <a:pt x="768" y="201"/>
                      <a:pt x="768" y="201"/>
                    </a:cubicBezTo>
                    <a:cubicBezTo>
                      <a:pt x="735" y="167"/>
                      <a:pt x="668" y="1"/>
                      <a:pt x="6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5" name="Google Shape;1025;p8"/>
              <p:cNvSpPr/>
              <p:nvPr/>
            </p:nvSpPr>
            <p:spPr>
              <a:xfrm rot="10800000">
                <a:off x="8592761" y="2256542"/>
                <a:ext cx="520378" cy="286267"/>
              </a:xfrm>
              <a:custGeom>
                <a:avLst/>
                <a:gdLst/>
                <a:ahLst/>
                <a:cxnLst/>
                <a:rect l="l" t="t" r="r" b="b"/>
                <a:pathLst>
                  <a:path w="21521" h="11839" extrusionOk="0">
                    <a:moveTo>
                      <a:pt x="7674" y="0"/>
                    </a:moveTo>
                    <a:cubicBezTo>
                      <a:pt x="7235" y="0"/>
                      <a:pt x="6877" y="191"/>
                      <a:pt x="6543" y="358"/>
                    </a:cubicBezTo>
                    <a:cubicBezTo>
                      <a:pt x="6176" y="558"/>
                      <a:pt x="5842" y="858"/>
                      <a:pt x="5509" y="1092"/>
                    </a:cubicBezTo>
                    <a:lnTo>
                      <a:pt x="5275" y="1325"/>
                    </a:lnTo>
                    <a:lnTo>
                      <a:pt x="5142" y="1425"/>
                    </a:lnTo>
                    <a:lnTo>
                      <a:pt x="5009" y="1559"/>
                    </a:lnTo>
                    <a:lnTo>
                      <a:pt x="4642" y="2059"/>
                    </a:lnTo>
                    <a:cubicBezTo>
                      <a:pt x="4441" y="2359"/>
                      <a:pt x="4175" y="2693"/>
                      <a:pt x="3974" y="2993"/>
                    </a:cubicBezTo>
                    <a:cubicBezTo>
                      <a:pt x="3541" y="3594"/>
                      <a:pt x="3107" y="4161"/>
                      <a:pt x="2674" y="4561"/>
                    </a:cubicBezTo>
                    <a:cubicBezTo>
                      <a:pt x="2273" y="4995"/>
                      <a:pt x="1806" y="5328"/>
                      <a:pt x="1439" y="5362"/>
                    </a:cubicBezTo>
                    <a:cubicBezTo>
                      <a:pt x="1413" y="5364"/>
                      <a:pt x="1388" y="5365"/>
                      <a:pt x="1363" y="5365"/>
                    </a:cubicBezTo>
                    <a:cubicBezTo>
                      <a:pt x="1009" y="5365"/>
                      <a:pt x="795" y="5151"/>
                      <a:pt x="639" y="4995"/>
                    </a:cubicBezTo>
                    <a:cubicBezTo>
                      <a:pt x="505" y="4828"/>
                      <a:pt x="439" y="4694"/>
                      <a:pt x="439" y="4694"/>
                    </a:cubicBezTo>
                    <a:cubicBezTo>
                      <a:pt x="376" y="4595"/>
                      <a:pt x="290" y="4551"/>
                      <a:pt x="216" y="4551"/>
                    </a:cubicBezTo>
                    <a:cubicBezTo>
                      <a:pt x="92" y="4551"/>
                      <a:pt x="1" y="4673"/>
                      <a:pt x="105" y="4861"/>
                    </a:cubicBezTo>
                    <a:cubicBezTo>
                      <a:pt x="105" y="4861"/>
                      <a:pt x="172" y="5028"/>
                      <a:pt x="339" y="5228"/>
                    </a:cubicBezTo>
                    <a:cubicBezTo>
                      <a:pt x="472" y="5362"/>
                      <a:pt x="539" y="5495"/>
                      <a:pt x="772" y="5595"/>
                    </a:cubicBezTo>
                    <a:cubicBezTo>
                      <a:pt x="876" y="5699"/>
                      <a:pt x="1062" y="5783"/>
                      <a:pt x="1281" y="5783"/>
                    </a:cubicBezTo>
                    <a:cubicBezTo>
                      <a:pt x="1343" y="5783"/>
                      <a:pt x="1407" y="5776"/>
                      <a:pt x="1473" y="5762"/>
                    </a:cubicBezTo>
                    <a:cubicBezTo>
                      <a:pt x="2006" y="5695"/>
                      <a:pt x="2507" y="5295"/>
                      <a:pt x="3007" y="4895"/>
                    </a:cubicBezTo>
                    <a:cubicBezTo>
                      <a:pt x="3507" y="4428"/>
                      <a:pt x="3974" y="3894"/>
                      <a:pt x="4408" y="3293"/>
                    </a:cubicBezTo>
                    <a:cubicBezTo>
                      <a:pt x="4675" y="3027"/>
                      <a:pt x="4875" y="2726"/>
                      <a:pt x="5142" y="2393"/>
                    </a:cubicBezTo>
                    <a:cubicBezTo>
                      <a:pt x="5242" y="2226"/>
                      <a:pt x="5375" y="2059"/>
                      <a:pt x="5509" y="1926"/>
                    </a:cubicBezTo>
                    <a:lnTo>
                      <a:pt x="5576" y="1859"/>
                    </a:lnTo>
                    <a:lnTo>
                      <a:pt x="5709" y="1759"/>
                    </a:lnTo>
                    <a:lnTo>
                      <a:pt x="5909" y="1592"/>
                    </a:lnTo>
                    <a:cubicBezTo>
                      <a:pt x="6209" y="1359"/>
                      <a:pt x="6543" y="1092"/>
                      <a:pt x="6877" y="925"/>
                    </a:cubicBezTo>
                    <a:cubicBezTo>
                      <a:pt x="7167" y="780"/>
                      <a:pt x="7483" y="685"/>
                      <a:pt x="7758" y="685"/>
                    </a:cubicBezTo>
                    <a:cubicBezTo>
                      <a:pt x="7799" y="685"/>
                      <a:pt x="7838" y="687"/>
                      <a:pt x="7877" y="692"/>
                    </a:cubicBezTo>
                    <a:cubicBezTo>
                      <a:pt x="8177" y="725"/>
                      <a:pt x="8478" y="925"/>
                      <a:pt x="8678" y="1225"/>
                    </a:cubicBezTo>
                    <a:cubicBezTo>
                      <a:pt x="8878" y="1525"/>
                      <a:pt x="9078" y="1892"/>
                      <a:pt x="9245" y="2226"/>
                    </a:cubicBezTo>
                    <a:cubicBezTo>
                      <a:pt x="9578" y="2926"/>
                      <a:pt x="9912" y="3660"/>
                      <a:pt x="10412" y="4261"/>
                    </a:cubicBezTo>
                    <a:cubicBezTo>
                      <a:pt x="10879" y="4861"/>
                      <a:pt x="11580" y="5428"/>
                      <a:pt x="12481" y="5695"/>
                    </a:cubicBezTo>
                    <a:cubicBezTo>
                      <a:pt x="12811" y="5788"/>
                      <a:pt x="13152" y="5817"/>
                      <a:pt x="13493" y="5817"/>
                    </a:cubicBezTo>
                    <a:cubicBezTo>
                      <a:pt x="14013" y="5817"/>
                      <a:pt x="14532" y="5749"/>
                      <a:pt x="15016" y="5728"/>
                    </a:cubicBezTo>
                    <a:cubicBezTo>
                      <a:pt x="15383" y="5728"/>
                      <a:pt x="15750" y="5728"/>
                      <a:pt x="16050" y="5895"/>
                    </a:cubicBezTo>
                    <a:cubicBezTo>
                      <a:pt x="16350" y="6062"/>
                      <a:pt x="16550" y="6362"/>
                      <a:pt x="16717" y="6696"/>
                    </a:cubicBezTo>
                    <a:cubicBezTo>
                      <a:pt x="17017" y="7363"/>
                      <a:pt x="17084" y="8130"/>
                      <a:pt x="17317" y="8897"/>
                    </a:cubicBezTo>
                    <a:cubicBezTo>
                      <a:pt x="17517" y="9665"/>
                      <a:pt x="17718" y="10365"/>
                      <a:pt x="18151" y="10899"/>
                    </a:cubicBezTo>
                    <a:cubicBezTo>
                      <a:pt x="18318" y="11199"/>
                      <a:pt x="18585" y="11399"/>
                      <a:pt x="18852" y="11566"/>
                    </a:cubicBezTo>
                    <a:cubicBezTo>
                      <a:pt x="19152" y="11733"/>
                      <a:pt x="19419" y="11833"/>
                      <a:pt x="19686" y="11833"/>
                    </a:cubicBezTo>
                    <a:cubicBezTo>
                      <a:pt x="19743" y="11836"/>
                      <a:pt x="19799" y="11838"/>
                      <a:pt x="19853" y="11838"/>
                    </a:cubicBezTo>
                    <a:cubicBezTo>
                      <a:pt x="20298" y="11838"/>
                      <a:pt x="20615" y="11726"/>
                      <a:pt x="20853" y="11666"/>
                    </a:cubicBezTo>
                    <a:cubicBezTo>
                      <a:pt x="20987" y="11599"/>
                      <a:pt x="21053" y="11566"/>
                      <a:pt x="21153" y="11533"/>
                    </a:cubicBezTo>
                    <a:cubicBezTo>
                      <a:pt x="21187" y="11499"/>
                      <a:pt x="21220" y="11499"/>
                      <a:pt x="21220" y="11499"/>
                    </a:cubicBezTo>
                    <a:cubicBezTo>
                      <a:pt x="21520" y="11366"/>
                      <a:pt x="21387" y="11066"/>
                      <a:pt x="21020" y="11066"/>
                    </a:cubicBezTo>
                    <a:cubicBezTo>
                      <a:pt x="21020" y="11066"/>
                      <a:pt x="20987" y="11066"/>
                      <a:pt x="20953" y="11099"/>
                    </a:cubicBezTo>
                    <a:cubicBezTo>
                      <a:pt x="20853" y="11099"/>
                      <a:pt x="20786" y="11166"/>
                      <a:pt x="20653" y="11199"/>
                    </a:cubicBezTo>
                    <a:cubicBezTo>
                      <a:pt x="20501" y="11224"/>
                      <a:pt x="20234" y="11288"/>
                      <a:pt x="19938" y="11288"/>
                    </a:cubicBezTo>
                    <a:cubicBezTo>
                      <a:pt x="19845" y="11288"/>
                      <a:pt x="19749" y="11282"/>
                      <a:pt x="19652" y="11266"/>
                    </a:cubicBezTo>
                    <a:cubicBezTo>
                      <a:pt x="19452" y="11266"/>
                      <a:pt x="19219" y="11199"/>
                      <a:pt x="19019" y="11066"/>
                    </a:cubicBezTo>
                    <a:cubicBezTo>
                      <a:pt x="18852" y="10932"/>
                      <a:pt x="18652" y="10765"/>
                      <a:pt x="18485" y="10532"/>
                    </a:cubicBezTo>
                    <a:cubicBezTo>
                      <a:pt x="18185" y="10065"/>
                      <a:pt x="17984" y="9398"/>
                      <a:pt x="17818" y="8697"/>
                    </a:cubicBezTo>
                    <a:cubicBezTo>
                      <a:pt x="17651" y="7997"/>
                      <a:pt x="17618" y="7196"/>
                      <a:pt x="17217" y="6362"/>
                    </a:cubicBezTo>
                    <a:cubicBezTo>
                      <a:pt x="17050" y="5929"/>
                      <a:pt x="16817" y="5528"/>
                      <a:pt x="16350" y="5261"/>
                    </a:cubicBezTo>
                    <a:cubicBezTo>
                      <a:pt x="15883" y="5028"/>
                      <a:pt x="15383" y="5028"/>
                      <a:pt x="14982" y="5028"/>
                    </a:cubicBezTo>
                    <a:cubicBezTo>
                      <a:pt x="14469" y="5048"/>
                      <a:pt x="13991" y="5102"/>
                      <a:pt x="13541" y="5102"/>
                    </a:cubicBezTo>
                    <a:cubicBezTo>
                      <a:pt x="13231" y="5102"/>
                      <a:pt x="12933" y="5076"/>
                      <a:pt x="12647" y="4995"/>
                    </a:cubicBezTo>
                    <a:cubicBezTo>
                      <a:pt x="11947" y="4761"/>
                      <a:pt x="11380" y="4327"/>
                      <a:pt x="10979" y="3760"/>
                    </a:cubicBezTo>
                    <a:cubicBezTo>
                      <a:pt x="10546" y="3260"/>
                      <a:pt x="10212" y="2560"/>
                      <a:pt x="9845" y="1859"/>
                    </a:cubicBezTo>
                    <a:cubicBezTo>
                      <a:pt x="9679" y="1525"/>
                      <a:pt x="9478" y="1159"/>
                      <a:pt x="9178" y="758"/>
                    </a:cubicBezTo>
                    <a:cubicBezTo>
                      <a:pt x="8878" y="425"/>
                      <a:pt x="8478" y="58"/>
                      <a:pt x="7944" y="24"/>
                    </a:cubicBezTo>
                    <a:cubicBezTo>
                      <a:pt x="7850" y="8"/>
                      <a:pt x="7760" y="0"/>
                      <a:pt x="76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6" name="Google Shape;1026;p8"/>
              <p:cNvSpPr/>
              <p:nvPr/>
            </p:nvSpPr>
            <p:spPr>
              <a:xfrm rot="10800000">
                <a:off x="8707302" y="3339902"/>
                <a:ext cx="400929" cy="193730"/>
              </a:xfrm>
              <a:custGeom>
                <a:avLst/>
                <a:gdLst/>
                <a:ahLst/>
                <a:cxnLst/>
                <a:rect l="l" t="t" r="r" b="b"/>
                <a:pathLst>
                  <a:path w="16581" h="8012" extrusionOk="0">
                    <a:moveTo>
                      <a:pt x="7143" y="0"/>
                    </a:moveTo>
                    <a:cubicBezTo>
                      <a:pt x="7008" y="0"/>
                      <a:pt x="6874" y="12"/>
                      <a:pt x="6740" y="39"/>
                    </a:cubicBezTo>
                    <a:cubicBezTo>
                      <a:pt x="6073" y="205"/>
                      <a:pt x="5506" y="572"/>
                      <a:pt x="5072" y="1006"/>
                    </a:cubicBezTo>
                    <a:cubicBezTo>
                      <a:pt x="4172" y="1840"/>
                      <a:pt x="3571" y="2807"/>
                      <a:pt x="2938" y="3474"/>
                    </a:cubicBezTo>
                    <a:cubicBezTo>
                      <a:pt x="2604" y="3808"/>
                      <a:pt x="2304" y="4075"/>
                      <a:pt x="1970" y="4208"/>
                    </a:cubicBezTo>
                    <a:cubicBezTo>
                      <a:pt x="1791" y="4280"/>
                      <a:pt x="1622" y="4313"/>
                      <a:pt x="1468" y="4313"/>
                    </a:cubicBezTo>
                    <a:cubicBezTo>
                      <a:pt x="1334" y="4313"/>
                      <a:pt x="1211" y="4288"/>
                      <a:pt x="1103" y="4242"/>
                    </a:cubicBezTo>
                    <a:cubicBezTo>
                      <a:pt x="603" y="4075"/>
                      <a:pt x="402" y="3841"/>
                      <a:pt x="402" y="3841"/>
                    </a:cubicBezTo>
                    <a:cubicBezTo>
                      <a:pt x="371" y="3816"/>
                      <a:pt x="336" y="3805"/>
                      <a:pt x="301" y="3805"/>
                    </a:cubicBezTo>
                    <a:cubicBezTo>
                      <a:pt x="150" y="3805"/>
                      <a:pt x="0" y="4006"/>
                      <a:pt x="136" y="4142"/>
                    </a:cubicBezTo>
                    <a:cubicBezTo>
                      <a:pt x="138" y="4136"/>
                      <a:pt x="142" y="4133"/>
                      <a:pt x="148" y="4133"/>
                    </a:cubicBezTo>
                    <a:cubicBezTo>
                      <a:pt x="202" y="4133"/>
                      <a:pt x="391" y="4432"/>
                      <a:pt x="969" y="4675"/>
                    </a:cubicBezTo>
                    <a:cubicBezTo>
                      <a:pt x="1128" y="4746"/>
                      <a:pt x="1333" y="4788"/>
                      <a:pt x="1550" y="4788"/>
                    </a:cubicBezTo>
                    <a:cubicBezTo>
                      <a:pt x="1744" y="4788"/>
                      <a:pt x="1948" y="4754"/>
                      <a:pt x="2137" y="4675"/>
                    </a:cubicBezTo>
                    <a:cubicBezTo>
                      <a:pt x="2571" y="4509"/>
                      <a:pt x="2971" y="4175"/>
                      <a:pt x="3304" y="3841"/>
                    </a:cubicBezTo>
                    <a:cubicBezTo>
                      <a:pt x="4005" y="3141"/>
                      <a:pt x="4639" y="2207"/>
                      <a:pt x="5473" y="1473"/>
                    </a:cubicBezTo>
                    <a:cubicBezTo>
                      <a:pt x="5906" y="1073"/>
                      <a:pt x="6340" y="806"/>
                      <a:pt x="6840" y="706"/>
                    </a:cubicBezTo>
                    <a:cubicBezTo>
                      <a:pt x="6916" y="696"/>
                      <a:pt x="6991" y="691"/>
                      <a:pt x="7067" y="691"/>
                    </a:cubicBezTo>
                    <a:cubicBezTo>
                      <a:pt x="7491" y="691"/>
                      <a:pt x="7912" y="841"/>
                      <a:pt x="8308" y="1039"/>
                    </a:cubicBezTo>
                    <a:lnTo>
                      <a:pt x="8341" y="1073"/>
                    </a:lnTo>
                    <a:cubicBezTo>
                      <a:pt x="8441" y="1139"/>
                      <a:pt x="8575" y="1173"/>
                      <a:pt x="8642" y="1306"/>
                    </a:cubicBezTo>
                    <a:cubicBezTo>
                      <a:pt x="8742" y="1406"/>
                      <a:pt x="8808" y="1640"/>
                      <a:pt x="8908" y="1840"/>
                    </a:cubicBezTo>
                    <a:cubicBezTo>
                      <a:pt x="9075" y="2307"/>
                      <a:pt x="9109" y="2907"/>
                      <a:pt x="9442" y="3575"/>
                    </a:cubicBezTo>
                    <a:cubicBezTo>
                      <a:pt x="9576" y="3741"/>
                      <a:pt x="9676" y="3875"/>
                      <a:pt x="9809" y="4008"/>
                    </a:cubicBezTo>
                    <a:cubicBezTo>
                      <a:pt x="9842" y="4042"/>
                      <a:pt x="9943" y="4142"/>
                      <a:pt x="10009" y="4175"/>
                    </a:cubicBezTo>
                    <a:cubicBezTo>
                      <a:pt x="10109" y="4275"/>
                      <a:pt x="10176" y="4308"/>
                      <a:pt x="10276" y="4342"/>
                    </a:cubicBezTo>
                    <a:cubicBezTo>
                      <a:pt x="10532" y="4481"/>
                      <a:pt x="10820" y="4540"/>
                      <a:pt x="11096" y="4540"/>
                    </a:cubicBezTo>
                    <a:cubicBezTo>
                      <a:pt x="11215" y="4540"/>
                      <a:pt x="11332" y="4529"/>
                      <a:pt x="11444" y="4509"/>
                    </a:cubicBezTo>
                    <a:cubicBezTo>
                      <a:pt x="12177" y="4342"/>
                      <a:pt x="12745" y="3975"/>
                      <a:pt x="13245" y="3875"/>
                    </a:cubicBezTo>
                    <a:cubicBezTo>
                      <a:pt x="13286" y="3868"/>
                      <a:pt x="13328" y="3865"/>
                      <a:pt x="13372" y="3865"/>
                    </a:cubicBezTo>
                    <a:cubicBezTo>
                      <a:pt x="13784" y="3865"/>
                      <a:pt x="14280" y="4140"/>
                      <a:pt x="14613" y="4442"/>
                    </a:cubicBezTo>
                    <a:cubicBezTo>
                      <a:pt x="15413" y="5142"/>
                      <a:pt x="15747" y="6110"/>
                      <a:pt x="15947" y="6777"/>
                    </a:cubicBezTo>
                    <a:cubicBezTo>
                      <a:pt x="16080" y="7110"/>
                      <a:pt x="16114" y="7344"/>
                      <a:pt x="16147" y="7544"/>
                    </a:cubicBezTo>
                    <a:cubicBezTo>
                      <a:pt x="16180" y="7711"/>
                      <a:pt x="16180" y="7844"/>
                      <a:pt x="16180" y="7844"/>
                    </a:cubicBezTo>
                    <a:cubicBezTo>
                      <a:pt x="16209" y="7958"/>
                      <a:pt x="16286" y="8011"/>
                      <a:pt x="16365" y="8011"/>
                    </a:cubicBezTo>
                    <a:cubicBezTo>
                      <a:pt x="16471" y="8011"/>
                      <a:pt x="16581" y="7916"/>
                      <a:pt x="16581" y="7744"/>
                    </a:cubicBezTo>
                    <a:cubicBezTo>
                      <a:pt x="16581" y="7744"/>
                      <a:pt x="16581" y="7678"/>
                      <a:pt x="16514" y="7477"/>
                    </a:cubicBezTo>
                    <a:cubicBezTo>
                      <a:pt x="16481" y="7311"/>
                      <a:pt x="16447" y="7010"/>
                      <a:pt x="16347" y="6643"/>
                    </a:cubicBezTo>
                    <a:cubicBezTo>
                      <a:pt x="16280" y="6277"/>
                      <a:pt x="16147" y="5843"/>
                      <a:pt x="15947" y="5376"/>
                    </a:cubicBezTo>
                    <a:cubicBezTo>
                      <a:pt x="15747" y="4909"/>
                      <a:pt x="15446" y="4408"/>
                      <a:pt x="14979" y="4008"/>
                    </a:cubicBezTo>
                    <a:cubicBezTo>
                      <a:pt x="14779" y="3808"/>
                      <a:pt x="14479" y="3575"/>
                      <a:pt x="14179" y="3474"/>
                    </a:cubicBezTo>
                    <a:cubicBezTo>
                      <a:pt x="13946" y="3329"/>
                      <a:pt x="13613" y="3235"/>
                      <a:pt x="13288" y="3235"/>
                    </a:cubicBezTo>
                    <a:cubicBezTo>
                      <a:pt x="13240" y="3235"/>
                      <a:pt x="13192" y="3237"/>
                      <a:pt x="13145" y="3241"/>
                    </a:cubicBezTo>
                    <a:cubicBezTo>
                      <a:pt x="12411" y="3341"/>
                      <a:pt x="11844" y="3741"/>
                      <a:pt x="11310" y="3841"/>
                    </a:cubicBezTo>
                    <a:cubicBezTo>
                      <a:pt x="11239" y="3849"/>
                      <a:pt x="11174" y="3853"/>
                      <a:pt x="11113" y="3853"/>
                    </a:cubicBezTo>
                    <a:cubicBezTo>
                      <a:pt x="10915" y="3853"/>
                      <a:pt x="10763" y="3810"/>
                      <a:pt x="10610" y="3708"/>
                    </a:cubicBezTo>
                    <a:cubicBezTo>
                      <a:pt x="10410" y="3575"/>
                      <a:pt x="10143" y="3374"/>
                      <a:pt x="10076" y="3208"/>
                    </a:cubicBezTo>
                    <a:cubicBezTo>
                      <a:pt x="9842" y="2741"/>
                      <a:pt x="9776" y="2174"/>
                      <a:pt x="9609" y="1573"/>
                    </a:cubicBezTo>
                    <a:cubicBezTo>
                      <a:pt x="9509" y="1340"/>
                      <a:pt x="9409" y="1039"/>
                      <a:pt x="9175" y="806"/>
                    </a:cubicBezTo>
                    <a:cubicBezTo>
                      <a:pt x="9009" y="539"/>
                      <a:pt x="8742" y="472"/>
                      <a:pt x="8608" y="372"/>
                    </a:cubicBezTo>
                    <a:lnTo>
                      <a:pt x="8608" y="372"/>
                    </a:lnTo>
                    <a:lnTo>
                      <a:pt x="8642" y="406"/>
                    </a:lnTo>
                    <a:cubicBezTo>
                      <a:pt x="8215" y="192"/>
                      <a:pt x="7681" y="0"/>
                      <a:pt x="7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7" name="Google Shape;1027;p8"/>
              <p:cNvSpPr/>
              <p:nvPr/>
            </p:nvSpPr>
            <p:spPr>
              <a:xfrm rot="10800000">
                <a:off x="8709720" y="2897553"/>
                <a:ext cx="381536" cy="171194"/>
              </a:xfrm>
              <a:custGeom>
                <a:avLst/>
                <a:gdLst/>
                <a:ahLst/>
                <a:cxnLst/>
                <a:rect l="l" t="t" r="r" b="b"/>
                <a:pathLst>
                  <a:path w="15779" h="7080" extrusionOk="0">
                    <a:moveTo>
                      <a:pt x="12544" y="1"/>
                    </a:moveTo>
                    <a:cubicBezTo>
                      <a:pt x="12154" y="1"/>
                      <a:pt x="11762" y="81"/>
                      <a:pt x="11409" y="227"/>
                    </a:cubicBezTo>
                    <a:cubicBezTo>
                      <a:pt x="11275" y="293"/>
                      <a:pt x="11109" y="327"/>
                      <a:pt x="10942" y="427"/>
                    </a:cubicBezTo>
                    <a:cubicBezTo>
                      <a:pt x="10808" y="493"/>
                      <a:pt x="10642" y="594"/>
                      <a:pt x="10508" y="727"/>
                    </a:cubicBezTo>
                    <a:cubicBezTo>
                      <a:pt x="10275" y="960"/>
                      <a:pt x="10008" y="1227"/>
                      <a:pt x="9841" y="1461"/>
                    </a:cubicBezTo>
                    <a:cubicBezTo>
                      <a:pt x="9107" y="2495"/>
                      <a:pt x="8740" y="3729"/>
                      <a:pt x="8106" y="4430"/>
                    </a:cubicBezTo>
                    <a:cubicBezTo>
                      <a:pt x="7940" y="4596"/>
                      <a:pt x="7773" y="4763"/>
                      <a:pt x="7606" y="4797"/>
                    </a:cubicBezTo>
                    <a:cubicBezTo>
                      <a:pt x="7473" y="4830"/>
                      <a:pt x="7406" y="4897"/>
                      <a:pt x="7272" y="4897"/>
                    </a:cubicBezTo>
                    <a:cubicBezTo>
                      <a:pt x="7206" y="4863"/>
                      <a:pt x="7156" y="4863"/>
                      <a:pt x="7106" y="4863"/>
                    </a:cubicBezTo>
                    <a:cubicBezTo>
                      <a:pt x="7056" y="4863"/>
                      <a:pt x="7006" y="4863"/>
                      <a:pt x="6939" y="4830"/>
                    </a:cubicBezTo>
                    <a:cubicBezTo>
                      <a:pt x="6505" y="4763"/>
                      <a:pt x="6072" y="4330"/>
                      <a:pt x="5605" y="3963"/>
                    </a:cubicBezTo>
                    <a:cubicBezTo>
                      <a:pt x="5338" y="3762"/>
                      <a:pt x="5104" y="3562"/>
                      <a:pt x="4804" y="3396"/>
                    </a:cubicBezTo>
                    <a:cubicBezTo>
                      <a:pt x="4671" y="3295"/>
                      <a:pt x="4504" y="3262"/>
                      <a:pt x="4337" y="3162"/>
                    </a:cubicBezTo>
                    <a:cubicBezTo>
                      <a:pt x="4170" y="3129"/>
                      <a:pt x="3970" y="3095"/>
                      <a:pt x="3803" y="3095"/>
                    </a:cubicBezTo>
                    <a:lnTo>
                      <a:pt x="3570" y="3095"/>
                    </a:lnTo>
                    <a:lnTo>
                      <a:pt x="3303" y="3162"/>
                    </a:lnTo>
                    <a:cubicBezTo>
                      <a:pt x="3136" y="3229"/>
                      <a:pt x="3003" y="3295"/>
                      <a:pt x="2836" y="3396"/>
                    </a:cubicBezTo>
                    <a:cubicBezTo>
                      <a:pt x="2669" y="3462"/>
                      <a:pt x="2569" y="3596"/>
                      <a:pt x="2436" y="3662"/>
                    </a:cubicBezTo>
                    <a:cubicBezTo>
                      <a:pt x="2336" y="3796"/>
                      <a:pt x="2236" y="3929"/>
                      <a:pt x="2135" y="4063"/>
                    </a:cubicBezTo>
                    <a:cubicBezTo>
                      <a:pt x="1802" y="4596"/>
                      <a:pt x="1769" y="5130"/>
                      <a:pt x="1635" y="5564"/>
                    </a:cubicBezTo>
                    <a:cubicBezTo>
                      <a:pt x="1568" y="5964"/>
                      <a:pt x="1435" y="6331"/>
                      <a:pt x="1235" y="6498"/>
                    </a:cubicBezTo>
                    <a:cubicBezTo>
                      <a:pt x="1068" y="6665"/>
                      <a:pt x="801" y="6665"/>
                      <a:pt x="634" y="6665"/>
                    </a:cubicBezTo>
                    <a:cubicBezTo>
                      <a:pt x="568" y="6665"/>
                      <a:pt x="468" y="6631"/>
                      <a:pt x="434" y="6631"/>
                    </a:cubicBezTo>
                    <a:lnTo>
                      <a:pt x="334" y="6631"/>
                    </a:lnTo>
                    <a:cubicBezTo>
                      <a:pt x="134" y="6631"/>
                      <a:pt x="1" y="6965"/>
                      <a:pt x="267" y="6998"/>
                    </a:cubicBezTo>
                    <a:lnTo>
                      <a:pt x="334" y="6998"/>
                    </a:lnTo>
                    <a:cubicBezTo>
                      <a:pt x="434" y="6998"/>
                      <a:pt x="468" y="7065"/>
                      <a:pt x="601" y="7065"/>
                    </a:cubicBezTo>
                    <a:cubicBezTo>
                      <a:pt x="645" y="7065"/>
                      <a:pt x="720" y="7080"/>
                      <a:pt x="814" y="7080"/>
                    </a:cubicBezTo>
                    <a:cubicBezTo>
                      <a:pt x="860" y="7080"/>
                      <a:pt x="912" y="7076"/>
                      <a:pt x="968" y="7065"/>
                    </a:cubicBezTo>
                    <a:cubicBezTo>
                      <a:pt x="1068" y="6998"/>
                      <a:pt x="1135" y="6998"/>
                      <a:pt x="1235" y="6965"/>
                    </a:cubicBezTo>
                    <a:cubicBezTo>
                      <a:pt x="1302" y="6931"/>
                      <a:pt x="1402" y="6898"/>
                      <a:pt x="1468" y="6798"/>
                    </a:cubicBezTo>
                    <a:cubicBezTo>
                      <a:pt x="2135" y="6231"/>
                      <a:pt x="2069" y="5097"/>
                      <a:pt x="2569" y="4296"/>
                    </a:cubicBezTo>
                    <a:cubicBezTo>
                      <a:pt x="2602" y="4229"/>
                      <a:pt x="2669" y="4129"/>
                      <a:pt x="2769" y="4063"/>
                    </a:cubicBezTo>
                    <a:cubicBezTo>
                      <a:pt x="2836" y="3996"/>
                      <a:pt x="2936" y="3929"/>
                      <a:pt x="3069" y="3896"/>
                    </a:cubicBezTo>
                    <a:cubicBezTo>
                      <a:pt x="3136" y="3829"/>
                      <a:pt x="3270" y="3762"/>
                      <a:pt x="3403" y="3762"/>
                    </a:cubicBezTo>
                    <a:lnTo>
                      <a:pt x="3570" y="3729"/>
                    </a:lnTo>
                    <a:lnTo>
                      <a:pt x="3737" y="3729"/>
                    </a:lnTo>
                    <a:cubicBezTo>
                      <a:pt x="4237" y="3729"/>
                      <a:pt x="4637" y="4096"/>
                      <a:pt x="5104" y="4463"/>
                    </a:cubicBezTo>
                    <a:cubicBezTo>
                      <a:pt x="5304" y="4630"/>
                      <a:pt x="5571" y="4830"/>
                      <a:pt x="5805" y="5063"/>
                    </a:cubicBezTo>
                    <a:cubicBezTo>
                      <a:pt x="6072" y="5264"/>
                      <a:pt x="6338" y="5430"/>
                      <a:pt x="6739" y="5497"/>
                    </a:cubicBezTo>
                    <a:cubicBezTo>
                      <a:pt x="6906" y="5564"/>
                      <a:pt x="7106" y="5564"/>
                      <a:pt x="7272" y="5564"/>
                    </a:cubicBezTo>
                    <a:lnTo>
                      <a:pt x="7773" y="5430"/>
                    </a:lnTo>
                    <a:cubicBezTo>
                      <a:pt x="8106" y="5297"/>
                      <a:pt x="8340" y="5063"/>
                      <a:pt x="8573" y="4830"/>
                    </a:cubicBezTo>
                    <a:cubicBezTo>
                      <a:pt x="8940" y="4396"/>
                      <a:pt x="9241" y="3896"/>
                      <a:pt x="9474" y="3329"/>
                    </a:cubicBezTo>
                    <a:cubicBezTo>
                      <a:pt x="9741" y="2795"/>
                      <a:pt x="9974" y="2261"/>
                      <a:pt x="10308" y="1794"/>
                    </a:cubicBezTo>
                    <a:cubicBezTo>
                      <a:pt x="10642" y="1294"/>
                      <a:pt x="11008" y="927"/>
                      <a:pt x="11509" y="760"/>
                    </a:cubicBezTo>
                    <a:cubicBezTo>
                      <a:pt x="11877" y="622"/>
                      <a:pt x="12214" y="548"/>
                      <a:pt x="12552" y="548"/>
                    </a:cubicBezTo>
                    <a:cubicBezTo>
                      <a:pt x="12703" y="548"/>
                      <a:pt x="12855" y="563"/>
                      <a:pt x="13010" y="594"/>
                    </a:cubicBezTo>
                    <a:cubicBezTo>
                      <a:pt x="13510" y="660"/>
                      <a:pt x="13944" y="927"/>
                      <a:pt x="14244" y="1227"/>
                    </a:cubicBezTo>
                    <a:cubicBezTo>
                      <a:pt x="14544" y="1461"/>
                      <a:pt x="14744" y="1794"/>
                      <a:pt x="14911" y="2095"/>
                    </a:cubicBezTo>
                    <a:cubicBezTo>
                      <a:pt x="15045" y="2395"/>
                      <a:pt x="15145" y="2628"/>
                      <a:pt x="15211" y="2795"/>
                    </a:cubicBezTo>
                    <a:cubicBezTo>
                      <a:pt x="15245" y="2962"/>
                      <a:pt x="15278" y="3062"/>
                      <a:pt x="15278" y="3062"/>
                    </a:cubicBezTo>
                    <a:cubicBezTo>
                      <a:pt x="15294" y="3158"/>
                      <a:pt x="15378" y="3200"/>
                      <a:pt x="15477" y="3200"/>
                    </a:cubicBezTo>
                    <a:cubicBezTo>
                      <a:pt x="15584" y="3200"/>
                      <a:pt x="15709" y="3149"/>
                      <a:pt x="15779" y="3062"/>
                    </a:cubicBezTo>
                    <a:cubicBezTo>
                      <a:pt x="15779" y="3062"/>
                      <a:pt x="15745" y="2962"/>
                      <a:pt x="15678" y="2762"/>
                    </a:cubicBezTo>
                    <a:cubicBezTo>
                      <a:pt x="15645" y="2562"/>
                      <a:pt x="15578" y="2295"/>
                      <a:pt x="15412" y="1961"/>
                    </a:cubicBezTo>
                    <a:cubicBezTo>
                      <a:pt x="15245" y="1628"/>
                      <a:pt x="14978" y="1261"/>
                      <a:pt x="14644" y="927"/>
                    </a:cubicBezTo>
                    <a:cubicBezTo>
                      <a:pt x="14311" y="560"/>
                      <a:pt x="13810" y="227"/>
                      <a:pt x="13243" y="93"/>
                    </a:cubicBezTo>
                    <a:cubicBezTo>
                      <a:pt x="13017" y="30"/>
                      <a:pt x="12781" y="1"/>
                      <a:pt x="125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8" name="Google Shape;1028;p8"/>
              <p:cNvSpPr/>
              <p:nvPr/>
            </p:nvSpPr>
            <p:spPr>
              <a:xfrm rot="10800000">
                <a:off x="8758926" y="3391986"/>
                <a:ext cx="19368" cy="12017"/>
              </a:xfrm>
              <a:custGeom>
                <a:avLst/>
                <a:gdLst/>
                <a:ahLst/>
                <a:cxnLst/>
                <a:rect l="l" t="t" r="r" b="b"/>
                <a:pathLst>
                  <a:path w="801" h="497" extrusionOk="0">
                    <a:moveTo>
                      <a:pt x="455" y="0"/>
                    </a:moveTo>
                    <a:cubicBezTo>
                      <a:pt x="400" y="0"/>
                      <a:pt x="345" y="4"/>
                      <a:pt x="300" y="15"/>
                    </a:cubicBezTo>
                    <a:cubicBezTo>
                      <a:pt x="167" y="82"/>
                      <a:pt x="0" y="248"/>
                      <a:pt x="0" y="248"/>
                    </a:cubicBezTo>
                    <a:cubicBezTo>
                      <a:pt x="0" y="282"/>
                      <a:pt x="100" y="482"/>
                      <a:pt x="100" y="482"/>
                    </a:cubicBezTo>
                    <a:cubicBezTo>
                      <a:pt x="100" y="482"/>
                      <a:pt x="204" y="497"/>
                      <a:pt x="313" y="497"/>
                    </a:cubicBezTo>
                    <a:cubicBezTo>
                      <a:pt x="367" y="497"/>
                      <a:pt x="423" y="493"/>
                      <a:pt x="467" y="482"/>
                    </a:cubicBezTo>
                    <a:cubicBezTo>
                      <a:pt x="601" y="449"/>
                      <a:pt x="767" y="282"/>
                      <a:pt x="767" y="282"/>
                    </a:cubicBezTo>
                    <a:cubicBezTo>
                      <a:pt x="801" y="248"/>
                      <a:pt x="701" y="82"/>
                      <a:pt x="667" y="15"/>
                    </a:cubicBezTo>
                    <a:cubicBezTo>
                      <a:pt x="667" y="15"/>
                      <a:pt x="564" y="0"/>
                      <a:pt x="4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9" name="Google Shape;1029;p8"/>
              <p:cNvSpPr/>
              <p:nvPr/>
            </p:nvSpPr>
            <p:spPr>
              <a:xfrm rot="10800000">
                <a:off x="8741178" y="3372183"/>
                <a:ext cx="24228" cy="13734"/>
              </a:xfrm>
              <a:custGeom>
                <a:avLst/>
                <a:gdLst/>
                <a:ahLst/>
                <a:cxnLst/>
                <a:rect l="l" t="t" r="r" b="b"/>
                <a:pathLst>
                  <a:path w="1002" h="568" extrusionOk="0">
                    <a:moveTo>
                      <a:pt x="902" y="1"/>
                    </a:moveTo>
                    <a:cubicBezTo>
                      <a:pt x="902" y="1"/>
                      <a:pt x="568" y="1"/>
                      <a:pt x="401" y="67"/>
                    </a:cubicBezTo>
                    <a:cubicBezTo>
                      <a:pt x="234" y="168"/>
                      <a:pt x="1" y="368"/>
                      <a:pt x="1" y="368"/>
                    </a:cubicBezTo>
                    <a:lnTo>
                      <a:pt x="134" y="568"/>
                    </a:lnTo>
                    <a:cubicBezTo>
                      <a:pt x="134" y="568"/>
                      <a:pt x="468" y="568"/>
                      <a:pt x="635" y="501"/>
                    </a:cubicBezTo>
                    <a:cubicBezTo>
                      <a:pt x="801" y="401"/>
                      <a:pt x="1002" y="201"/>
                      <a:pt x="1002" y="201"/>
                    </a:cubicBezTo>
                    <a:cubicBezTo>
                      <a:pt x="1002" y="201"/>
                      <a:pt x="935" y="1"/>
                      <a:pt x="9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0" name="Google Shape;1030;p8"/>
              <p:cNvSpPr/>
              <p:nvPr/>
            </p:nvSpPr>
            <p:spPr>
              <a:xfrm rot="10800000">
                <a:off x="8733102" y="3353274"/>
                <a:ext cx="17772" cy="12017"/>
              </a:xfrm>
              <a:custGeom>
                <a:avLst/>
                <a:gdLst/>
                <a:ahLst/>
                <a:cxnLst/>
                <a:rect l="l" t="t" r="r" b="b"/>
                <a:pathLst>
                  <a:path w="735" h="497" extrusionOk="0">
                    <a:moveTo>
                      <a:pt x="440" y="0"/>
                    </a:moveTo>
                    <a:cubicBezTo>
                      <a:pt x="386" y="0"/>
                      <a:pt x="334" y="4"/>
                      <a:pt x="301" y="15"/>
                    </a:cubicBezTo>
                    <a:cubicBezTo>
                      <a:pt x="167" y="48"/>
                      <a:pt x="0" y="215"/>
                      <a:pt x="0" y="215"/>
                    </a:cubicBezTo>
                    <a:cubicBezTo>
                      <a:pt x="0" y="249"/>
                      <a:pt x="67" y="482"/>
                      <a:pt x="67" y="482"/>
                    </a:cubicBezTo>
                    <a:cubicBezTo>
                      <a:pt x="67" y="482"/>
                      <a:pt x="186" y="497"/>
                      <a:pt x="304" y="497"/>
                    </a:cubicBezTo>
                    <a:cubicBezTo>
                      <a:pt x="364" y="497"/>
                      <a:pt x="423" y="493"/>
                      <a:pt x="467" y="482"/>
                    </a:cubicBezTo>
                    <a:cubicBezTo>
                      <a:pt x="567" y="415"/>
                      <a:pt x="734" y="249"/>
                      <a:pt x="734" y="249"/>
                    </a:cubicBezTo>
                    <a:cubicBezTo>
                      <a:pt x="734" y="249"/>
                      <a:pt x="701" y="48"/>
                      <a:pt x="667" y="15"/>
                    </a:cubicBezTo>
                    <a:cubicBezTo>
                      <a:pt x="667" y="15"/>
                      <a:pt x="549" y="0"/>
                      <a:pt x="4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1" name="Google Shape;1031;p8"/>
              <p:cNvSpPr/>
              <p:nvPr/>
            </p:nvSpPr>
            <p:spPr>
              <a:xfrm rot="10800000">
                <a:off x="8988805" y="2952756"/>
                <a:ext cx="22608" cy="20190"/>
              </a:xfrm>
              <a:custGeom>
                <a:avLst/>
                <a:gdLst/>
                <a:ahLst/>
                <a:cxnLst/>
                <a:rect l="l" t="t" r="r" b="b"/>
                <a:pathLst>
                  <a:path w="935" h="835" extrusionOk="0">
                    <a:moveTo>
                      <a:pt x="835" y="1"/>
                    </a:moveTo>
                    <a:cubicBezTo>
                      <a:pt x="835" y="1"/>
                      <a:pt x="768" y="1"/>
                      <a:pt x="635" y="34"/>
                    </a:cubicBezTo>
                    <a:cubicBezTo>
                      <a:pt x="501" y="101"/>
                      <a:pt x="401" y="167"/>
                      <a:pt x="301" y="201"/>
                    </a:cubicBezTo>
                    <a:cubicBezTo>
                      <a:pt x="234" y="301"/>
                      <a:pt x="134" y="434"/>
                      <a:pt x="101" y="501"/>
                    </a:cubicBezTo>
                    <a:lnTo>
                      <a:pt x="1" y="668"/>
                    </a:lnTo>
                    <a:cubicBezTo>
                      <a:pt x="1" y="668"/>
                      <a:pt x="168" y="801"/>
                      <a:pt x="168" y="835"/>
                    </a:cubicBezTo>
                    <a:lnTo>
                      <a:pt x="335" y="768"/>
                    </a:lnTo>
                    <a:cubicBezTo>
                      <a:pt x="435" y="701"/>
                      <a:pt x="568" y="634"/>
                      <a:pt x="601" y="601"/>
                    </a:cubicBezTo>
                    <a:cubicBezTo>
                      <a:pt x="668" y="534"/>
                      <a:pt x="735" y="434"/>
                      <a:pt x="802" y="368"/>
                    </a:cubicBezTo>
                    <a:lnTo>
                      <a:pt x="935" y="267"/>
                    </a:lnTo>
                    <a:cubicBezTo>
                      <a:pt x="935" y="201"/>
                      <a:pt x="835" y="1"/>
                      <a:pt x="8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2" name="Google Shape;1032;p8"/>
              <p:cNvSpPr/>
              <p:nvPr/>
            </p:nvSpPr>
            <p:spPr>
              <a:xfrm rot="10800000">
                <a:off x="8972653" y="2940666"/>
                <a:ext cx="16974" cy="17748"/>
              </a:xfrm>
              <a:custGeom>
                <a:avLst/>
                <a:gdLst/>
                <a:ahLst/>
                <a:cxnLst/>
                <a:rect l="l" t="t" r="r" b="b"/>
                <a:pathLst>
                  <a:path w="702" h="734" extrusionOk="0">
                    <a:moveTo>
                      <a:pt x="568" y="0"/>
                    </a:moveTo>
                    <a:cubicBezTo>
                      <a:pt x="568" y="0"/>
                      <a:pt x="267" y="33"/>
                      <a:pt x="134" y="167"/>
                    </a:cubicBezTo>
                    <a:cubicBezTo>
                      <a:pt x="67" y="334"/>
                      <a:pt x="1" y="567"/>
                      <a:pt x="1" y="567"/>
                    </a:cubicBezTo>
                    <a:cubicBezTo>
                      <a:pt x="1" y="567"/>
                      <a:pt x="201" y="701"/>
                      <a:pt x="134" y="734"/>
                    </a:cubicBezTo>
                    <a:cubicBezTo>
                      <a:pt x="134" y="734"/>
                      <a:pt x="401" y="600"/>
                      <a:pt x="501" y="534"/>
                    </a:cubicBezTo>
                    <a:cubicBezTo>
                      <a:pt x="601" y="434"/>
                      <a:pt x="701" y="200"/>
                      <a:pt x="701" y="200"/>
                    </a:cubicBezTo>
                    <a:lnTo>
                      <a:pt x="56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3" name="Google Shape;1033;p8"/>
              <p:cNvSpPr/>
              <p:nvPr/>
            </p:nvSpPr>
            <p:spPr>
              <a:xfrm rot="10800000">
                <a:off x="8955727" y="2927754"/>
                <a:ext cx="13734" cy="16152"/>
              </a:xfrm>
              <a:custGeom>
                <a:avLst/>
                <a:gdLst/>
                <a:ahLst/>
                <a:cxnLst/>
                <a:rect l="l" t="t" r="r" b="b"/>
                <a:pathLst>
                  <a:path w="568" h="668" extrusionOk="0">
                    <a:moveTo>
                      <a:pt x="334" y="0"/>
                    </a:moveTo>
                    <a:cubicBezTo>
                      <a:pt x="334" y="0"/>
                      <a:pt x="134" y="101"/>
                      <a:pt x="67" y="167"/>
                    </a:cubicBezTo>
                    <a:cubicBezTo>
                      <a:pt x="34" y="267"/>
                      <a:pt x="1" y="501"/>
                      <a:pt x="1" y="501"/>
                    </a:cubicBezTo>
                    <a:cubicBezTo>
                      <a:pt x="1" y="501"/>
                      <a:pt x="201" y="634"/>
                      <a:pt x="201" y="668"/>
                    </a:cubicBezTo>
                    <a:cubicBezTo>
                      <a:pt x="201" y="668"/>
                      <a:pt x="401" y="601"/>
                      <a:pt x="501" y="467"/>
                    </a:cubicBezTo>
                    <a:cubicBezTo>
                      <a:pt x="534" y="401"/>
                      <a:pt x="568" y="301"/>
                      <a:pt x="568" y="234"/>
                    </a:cubicBezTo>
                    <a:lnTo>
                      <a:pt x="568" y="101"/>
                    </a:lnTo>
                    <a:lnTo>
                      <a:pt x="3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4" name="Google Shape;1034;p8"/>
              <p:cNvSpPr/>
              <p:nvPr/>
            </p:nvSpPr>
            <p:spPr>
              <a:xfrm rot="10800000">
                <a:off x="8767800" y="3034219"/>
                <a:ext cx="14532" cy="14532"/>
              </a:xfrm>
              <a:custGeom>
                <a:avLst/>
                <a:gdLst/>
                <a:ahLst/>
                <a:cxnLst/>
                <a:rect l="l" t="t" r="r" b="b"/>
                <a:pathLst>
                  <a:path w="601" h="601" extrusionOk="0">
                    <a:moveTo>
                      <a:pt x="434" y="0"/>
                    </a:moveTo>
                    <a:cubicBezTo>
                      <a:pt x="434" y="0"/>
                      <a:pt x="201" y="67"/>
                      <a:pt x="134" y="133"/>
                    </a:cubicBezTo>
                    <a:cubicBezTo>
                      <a:pt x="34" y="234"/>
                      <a:pt x="0" y="434"/>
                      <a:pt x="0" y="434"/>
                    </a:cubicBezTo>
                    <a:cubicBezTo>
                      <a:pt x="0" y="467"/>
                      <a:pt x="134" y="600"/>
                      <a:pt x="167" y="600"/>
                    </a:cubicBezTo>
                    <a:cubicBezTo>
                      <a:pt x="167" y="600"/>
                      <a:pt x="367" y="567"/>
                      <a:pt x="467" y="467"/>
                    </a:cubicBezTo>
                    <a:cubicBezTo>
                      <a:pt x="534" y="400"/>
                      <a:pt x="601" y="167"/>
                      <a:pt x="601" y="167"/>
                    </a:cubicBezTo>
                    <a:lnTo>
                      <a:pt x="4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5" name="Google Shape;1035;p8"/>
              <p:cNvSpPr/>
              <p:nvPr/>
            </p:nvSpPr>
            <p:spPr>
              <a:xfrm rot="10800000">
                <a:off x="8754090" y="3012433"/>
                <a:ext cx="21786" cy="21810"/>
              </a:xfrm>
              <a:custGeom>
                <a:avLst/>
                <a:gdLst/>
                <a:ahLst/>
                <a:cxnLst/>
                <a:rect l="l" t="t" r="r" b="b"/>
                <a:pathLst>
                  <a:path w="901" h="902" extrusionOk="0">
                    <a:moveTo>
                      <a:pt x="734" y="0"/>
                    </a:moveTo>
                    <a:cubicBezTo>
                      <a:pt x="734" y="0"/>
                      <a:pt x="434" y="167"/>
                      <a:pt x="267" y="301"/>
                    </a:cubicBezTo>
                    <a:cubicBezTo>
                      <a:pt x="167" y="467"/>
                      <a:pt x="0" y="734"/>
                      <a:pt x="0" y="734"/>
                    </a:cubicBezTo>
                    <a:cubicBezTo>
                      <a:pt x="0" y="801"/>
                      <a:pt x="167" y="901"/>
                      <a:pt x="167" y="901"/>
                    </a:cubicBezTo>
                    <a:cubicBezTo>
                      <a:pt x="167" y="901"/>
                      <a:pt x="434" y="801"/>
                      <a:pt x="601" y="634"/>
                    </a:cubicBezTo>
                    <a:cubicBezTo>
                      <a:pt x="734" y="467"/>
                      <a:pt x="901" y="167"/>
                      <a:pt x="901" y="167"/>
                    </a:cubicBezTo>
                    <a:lnTo>
                      <a:pt x="7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6" name="Google Shape;1036;p8"/>
              <p:cNvSpPr/>
              <p:nvPr/>
            </p:nvSpPr>
            <p:spPr>
              <a:xfrm rot="10800000">
                <a:off x="8741178" y="2997925"/>
                <a:ext cx="18570" cy="23406"/>
              </a:xfrm>
              <a:custGeom>
                <a:avLst/>
                <a:gdLst/>
                <a:ahLst/>
                <a:cxnLst/>
                <a:rect l="l" t="t" r="r" b="b"/>
                <a:pathLst>
                  <a:path w="768" h="968" extrusionOk="0">
                    <a:moveTo>
                      <a:pt x="567" y="0"/>
                    </a:moveTo>
                    <a:cubicBezTo>
                      <a:pt x="567" y="0"/>
                      <a:pt x="534" y="100"/>
                      <a:pt x="434" y="134"/>
                    </a:cubicBezTo>
                    <a:cubicBezTo>
                      <a:pt x="367" y="200"/>
                      <a:pt x="267" y="267"/>
                      <a:pt x="234" y="334"/>
                    </a:cubicBezTo>
                    <a:cubicBezTo>
                      <a:pt x="167" y="434"/>
                      <a:pt x="100" y="501"/>
                      <a:pt x="67" y="601"/>
                    </a:cubicBezTo>
                    <a:lnTo>
                      <a:pt x="0" y="767"/>
                    </a:lnTo>
                    <a:cubicBezTo>
                      <a:pt x="0" y="801"/>
                      <a:pt x="100" y="968"/>
                      <a:pt x="100" y="968"/>
                    </a:cubicBezTo>
                    <a:lnTo>
                      <a:pt x="267" y="867"/>
                    </a:lnTo>
                    <a:cubicBezTo>
                      <a:pt x="401" y="834"/>
                      <a:pt x="501" y="767"/>
                      <a:pt x="567" y="667"/>
                    </a:cubicBezTo>
                    <a:cubicBezTo>
                      <a:pt x="668" y="601"/>
                      <a:pt x="701" y="467"/>
                      <a:pt x="734" y="334"/>
                    </a:cubicBezTo>
                    <a:cubicBezTo>
                      <a:pt x="768" y="200"/>
                      <a:pt x="768" y="134"/>
                      <a:pt x="768" y="134"/>
                    </a:cubicBezTo>
                    <a:cubicBezTo>
                      <a:pt x="768" y="100"/>
                      <a:pt x="567" y="0"/>
                      <a:pt x="5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7" name="Google Shape;1037;p8"/>
              <p:cNvSpPr/>
              <p:nvPr/>
            </p:nvSpPr>
            <p:spPr>
              <a:xfrm rot="10800000">
                <a:off x="8908939" y="2492998"/>
                <a:ext cx="24228" cy="12138"/>
              </a:xfrm>
              <a:custGeom>
                <a:avLst/>
                <a:gdLst/>
                <a:ahLst/>
                <a:cxnLst/>
                <a:rect l="l" t="t" r="r" b="b"/>
                <a:pathLst>
                  <a:path w="1002" h="502" extrusionOk="0">
                    <a:moveTo>
                      <a:pt x="434" y="1"/>
                    </a:moveTo>
                    <a:cubicBezTo>
                      <a:pt x="368" y="1"/>
                      <a:pt x="267" y="34"/>
                      <a:pt x="201" y="34"/>
                    </a:cubicBezTo>
                    <a:cubicBezTo>
                      <a:pt x="101" y="101"/>
                      <a:pt x="34" y="101"/>
                      <a:pt x="34" y="101"/>
                    </a:cubicBezTo>
                    <a:lnTo>
                      <a:pt x="1" y="334"/>
                    </a:lnTo>
                    <a:lnTo>
                      <a:pt x="167" y="434"/>
                    </a:lnTo>
                    <a:cubicBezTo>
                      <a:pt x="267" y="468"/>
                      <a:pt x="401" y="501"/>
                      <a:pt x="501" y="501"/>
                    </a:cubicBezTo>
                    <a:cubicBezTo>
                      <a:pt x="601" y="501"/>
                      <a:pt x="734" y="468"/>
                      <a:pt x="835" y="434"/>
                    </a:cubicBezTo>
                    <a:lnTo>
                      <a:pt x="1001" y="334"/>
                    </a:lnTo>
                    <a:cubicBezTo>
                      <a:pt x="1001" y="334"/>
                      <a:pt x="935" y="134"/>
                      <a:pt x="868" y="101"/>
                    </a:cubicBezTo>
                    <a:cubicBezTo>
                      <a:pt x="868" y="101"/>
                      <a:pt x="768" y="34"/>
                      <a:pt x="701" y="34"/>
                    </a:cubicBezTo>
                    <a:cubicBezTo>
                      <a:pt x="601" y="34"/>
                      <a:pt x="534" y="1"/>
                      <a:pt x="4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8" name="Google Shape;1038;p8"/>
              <p:cNvSpPr/>
              <p:nvPr/>
            </p:nvSpPr>
            <p:spPr>
              <a:xfrm rot="10800000">
                <a:off x="8900137" y="2462217"/>
                <a:ext cx="42702" cy="15572"/>
              </a:xfrm>
              <a:custGeom>
                <a:avLst/>
                <a:gdLst/>
                <a:ahLst/>
                <a:cxnLst/>
                <a:rect l="l" t="t" r="r" b="b"/>
                <a:pathLst>
                  <a:path w="1766" h="644" extrusionOk="0">
                    <a:moveTo>
                      <a:pt x="1644" y="0"/>
                    </a:moveTo>
                    <a:cubicBezTo>
                      <a:pt x="1640" y="0"/>
                      <a:pt x="1637" y="1"/>
                      <a:pt x="1635" y="4"/>
                    </a:cubicBezTo>
                    <a:cubicBezTo>
                      <a:pt x="1635" y="4"/>
                      <a:pt x="1101" y="37"/>
                      <a:pt x="801" y="137"/>
                    </a:cubicBezTo>
                    <a:cubicBezTo>
                      <a:pt x="467" y="171"/>
                      <a:pt x="0" y="371"/>
                      <a:pt x="0" y="371"/>
                    </a:cubicBezTo>
                    <a:lnTo>
                      <a:pt x="67" y="638"/>
                    </a:lnTo>
                    <a:cubicBezTo>
                      <a:pt x="67" y="638"/>
                      <a:pt x="152" y="643"/>
                      <a:pt x="276" y="643"/>
                    </a:cubicBezTo>
                    <a:cubicBezTo>
                      <a:pt x="462" y="643"/>
                      <a:pt x="734" y="631"/>
                      <a:pt x="934" y="571"/>
                    </a:cubicBezTo>
                    <a:cubicBezTo>
                      <a:pt x="1268" y="471"/>
                      <a:pt x="1735" y="204"/>
                      <a:pt x="1735" y="204"/>
                    </a:cubicBezTo>
                    <a:cubicBezTo>
                      <a:pt x="1766" y="173"/>
                      <a:pt x="1683" y="0"/>
                      <a:pt x="16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9" name="Google Shape;1039;p8"/>
              <p:cNvSpPr/>
              <p:nvPr/>
            </p:nvSpPr>
            <p:spPr>
              <a:xfrm rot="10800000">
                <a:off x="8892811" y="2437795"/>
                <a:ext cx="33900" cy="15717"/>
              </a:xfrm>
              <a:custGeom>
                <a:avLst/>
                <a:gdLst/>
                <a:ahLst/>
                <a:cxnLst/>
                <a:rect l="l" t="t" r="r" b="b"/>
                <a:pathLst>
                  <a:path w="1402" h="650" extrusionOk="0">
                    <a:moveTo>
                      <a:pt x="1168" y="1"/>
                    </a:moveTo>
                    <a:cubicBezTo>
                      <a:pt x="1168" y="1"/>
                      <a:pt x="1101" y="34"/>
                      <a:pt x="968" y="34"/>
                    </a:cubicBezTo>
                    <a:cubicBezTo>
                      <a:pt x="834" y="67"/>
                      <a:pt x="701" y="67"/>
                      <a:pt x="601" y="134"/>
                    </a:cubicBezTo>
                    <a:cubicBezTo>
                      <a:pt x="367" y="201"/>
                      <a:pt x="0" y="368"/>
                      <a:pt x="0" y="368"/>
                    </a:cubicBezTo>
                    <a:lnTo>
                      <a:pt x="34" y="634"/>
                    </a:lnTo>
                    <a:cubicBezTo>
                      <a:pt x="34" y="634"/>
                      <a:pt x="227" y="649"/>
                      <a:pt x="434" y="649"/>
                    </a:cubicBezTo>
                    <a:cubicBezTo>
                      <a:pt x="538" y="649"/>
                      <a:pt x="645" y="646"/>
                      <a:pt x="734" y="634"/>
                    </a:cubicBezTo>
                    <a:cubicBezTo>
                      <a:pt x="834" y="568"/>
                      <a:pt x="1001" y="501"/>
                      <a:pt x="1135" y="401"/>
                    </a:cubicBezTo>
                    <a:cubicBezTo>
                      <a:pt x="1268" y="368"/>
                      <a:pt x="1335" y="301"/>
                      <a:pt x="1335" y="301"/>
                    </a:cubicBezTo>
                    <a:cubicBezTo>
                      <a:pt x="1401" y="301"/>
                      <a:pt x="1268" y="67"/>
                      <a:pt x="11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0" name="Google Shape;1040;p8"/>
              <p:cNvSpPr/>
              <p:nvPr/>
            </p:nvSpPr>
            <p:spPr>
              <a:xfrm rot="10800000">
                <a:off x="8882317" y="2421232"/>
                <a:ext cx="24228" cy="12114"/>
              </a:xfrm>
              <a:custGeom>
                <a:avLst/>
                <a:gdLst/>
                <a:ahLst/>
                <a:cxnLst/>
                <a:rect l="l" t="t" r="r" b="b"/>
                <a:pathLst>
                  <a:path w="1002" h="501" extrusionOk="0">
                    <a:moveTo>
                      <a:pt x="768" y="1"/>
                    </a:moveTo>
                    <a:cubicBezTo>
                      <a:pt x="718" y="17"/>
                      <a:pt x="668" y="17"/>
                      <a:pt x="617" y="17"/>
                    </a:cubicBezTo>
                    <a:cubicBezTo>
                      <a:pt x="567" y="17"/>
                      <a:pt x="517" y="17"/>
                      <a:pt x="467" y="34"/>
                    </a:cubicBezTo>
                    <a:cubicBezTo>
                      <a:pt x="401" y="34"/>
                      <a:pt x="267" y="67"/>
                      <a:pt x="167" y="101"/>
                    </a:cubicBezTo>
                    <a:lnTo>
                      <a:pt x="0" y="201"/>
                    </a:lnTo>
                    <a:lnTo>
                      <a:pt x="0" y="434"/>
                    </a:lnTo>
                    <a:cubicBezTo>
                      <a:pt x="0" y="434"/>
                      <a:pt x="67" y="434"/>
                      <a:pt x="167" y="501"/>
                    </a:cubicBezTo>
                    <a:lnTo>
                      <a:pt x="501" y="501"/>
                    </a:lnTo>
                    <a:cubicBezTo>
                      <a:pt x="634" y="468"/>
                      <a:pt x="768" y="401"/>
                      <a:pt x="834" y="334"/>
                    </a:cubicBezTo>
                    <a:cubicBezTo>
                      <a:pt x="968" y="234"/>
                      <a:pt x="1001" y="201"/>
                      <a:pt x="1001" y="201"/>
                    </a:cubicBezTo>
                    <a:cubicBezTo>
                      <a:pt x="1001" y="201"/>
                      <a:pt x="934" y="34"/>
                      <a:pt x="9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1" name="Google Shape;1041;p8"/>
              <p:cNvSpPr/>
              <p:nvPr/>
            </p:nvSpPr>
            <p:spPr>
              <a:xfrm rot="10800000">
                <a:off x="8733102" y="2375241"/>
                <a:ext cx="41976" cy="12138"/>
              </a:xfrm>
              <a:custGeom>
                <a:avLst/>
                <a:gdLst/>
                <a:ahLst/>
                <a:cxnLst/>
                <a:rect l="l" t="t" r="r" b="b"/>
                <a:pathLst>
                  <a:path w="1736" h="502" extrusionOk="0">
                    <a:moveTo>
                      <a:pt x="868" y="1"/>
                    </a:moveTo>
                    <a:cubicBezTo>
                      <a:pt x="701" y="1"/>
                      <a:pt x="501" y="68"/>
                      <a:pt x="334" y="68"/>
                    </a:cubicBezTo>
                    <a:cubicBezTo>
                      <a:pt x="167" y="101"/>
                      <a:pt x="34" y="101"/>
                      <a:pt x="34" y="101"/>
                    </a:cubicBezTo>
                    <a:cubicBezTo>
                      <a:pt x="1" y="101"/>
                      <a:pt x="1" y="335"/>
                      <a:pt x="1" y="335"/>
                    </a:cubicBezTo>
                    <a:cubicBezTo>
                      <a:pt x="1" y="335"/>
                      <a:pt x="134" y="401"/>
                      <a:pt x="301" y="435"/>
                    </a:cubicBezTo>
                    <a:cubicBezTo>
                      <a:pt x="468" y="468"/>
                      <a:pt x="701" y="501"/>
                      <a:pt x="868" y="501"/>
                    </a:cubicBezTo>
                    <a:cubicBezTo>
                      <a:pt x="1035" y="468"/>
                      <a:pt x="1302" y="468"/>
                      <a:pt x="1468" y="401"/>
                    </a:cubicBezTo>
                    <a:cubicBezTo>
                      <a:pt x="1635" y="301"/>
                      <a:pt x="1735" y="268"/>
                      <a:pt x="1735" y="268"/>
                    </a:cubicBezTo>
                    <a:cubicBezTo>
                      <a:pt x="1735" y="268"/>
                      <a:pt x="1702" y="68"/>
                      <a:pt x="17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2" name="Google Shape;1042;p8"/>
              <p:cNvSpPr/>
              <p:nvPr/>
            </p:nvSpPr>
            <p:spPr>
              <a:xfrm rot="10800000">
                <a:off x="8721012" y="2341365"/>
                <a:ext cx="33102" cy="13734"/>
              </a:xfrm>
              <a:custGeom>
                <a:avLst/>
                <a:gdLst/>
                <a:ahLst/>
                <a:cxnLst/>
                <a:rect l="l" t="t" r="r" b="b"/>
                <a:pathLst>
                  <a:path w="1369" h="568" extrusionOk="0">
                    <a:moveTo>
                      <a:pt x="1302" y="0"/>
                    </a:moveTo>
                    <a:cubicBezTo>
                      <a:pt x="1302" y="0"/>
                      <a:pt x="868" y="0"/>
                      <a:pt x="635" y="67"/>
                    </a:cubicBezTo>
                    <a:cubicBezTo>
                      <a:pt x="368" y="100"/>
                      <a:pt x="1" y="300"/>
                      <a:pt x="1" y="300"/>
                    </a:cubicBezTo>
                    <a:lnTo>
                      <a:pt x="34" y="567"/>
                    </a:lnTo>
                    <a:cubicBezTo>
                      <a:pt x="34" y="567"/>
                      <a:pt x="468" y="567"/>
                      <a:pt x="701" y="501"/>
                    </a:cubicBezTo>
                    <a:cubicBezTo>
                      <a:pt x="968" y="467"/>
                      <a:pt x="1335" y="267"/>
                      <a:pt x="1335" y="267"/>
                    </a:cubicBezTo>
                    <a:cubicBezTo>
                      <a:pt x="1369" y="267"/>
                      <a:pt x="1335" y="67"/>
                      <a:pt x="13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3" name="Google Shape;1043;p8"/>
              <p:cNvSpPr/>
              <p:nvPr/>
            </p:nvSpPr>
            <p:spPr>
              <a:xfrm rot="10800000">
                <a:off x="8718594" y="2316363"/>
                <a:ext cx="28242" cy="14556"/>
              </a:xfrm>
              <a:custGeom>
                <a:avLst/>
                <a:gdLst/>
                <a:ahLst/>
                <a:cxnLst/>
                <a:rect l="l" t="t" r="r" b="b"/>
                <a:pathLst>
                  <a:path w="1168" h="602" extrusionOk="0">
                    <a:moveTo>
                      <a:pt x="1068" y="1"/>
                    </a:moveTo>
                    <a:cubicBezTo>
                      <a:pt x="1068" y="1"/>
                      <a:pt x="701" y="1"/>
                      <a:pt x="500" y="101"/>
                    </a:cubicBezTo>
                    <a:cubicBezTo>
                      <a:pt x="300" y="134"/>
                      <a:pt x="0" y="335"/>
                      <a:pt x="0" y="335"/>
                    </a:cubicBezTo>
                    <a:lnTo>
                      <a:pt x="33" y="601"/>
                    </a:lnTo>
                    <a:cubicBezTo>
                      <a:pt x="33" y="601"/>
                      <a:pt x="400" y="601"/>
                      <a:pt x="667" y="568"/>
                    </a:cubicBezTo>
                    <a:cubicBezTo>
                      <a:pt x="867" y="468"/>
                      <a:pt x="1168" y="234"/>
                      <a:pt x="1168" y="234"/>
                    </a:cubicBezTo>
                    <a:lnTo>
                      <a:pt x="106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4" name="Google Shape;1044;p8"/>
              <p:cNvSpPr/>
              <p:nvPr/>
            </p:nvSpPr>
            <p:spPr>
              <a:xfrm rot="10800000">
                <a:off x="8703264" y="2280528"/>
                <a:ext cx="25026" cy="13275"/>
              </a:xfrm>
              <a:custGeom>
                <a:avLst/>
                <a:gdLst/>
                <a:ahLst/>
                <a:cxnLst/>
                <a:rect l="l" t="t" r="r" b="b"/>
                <a:pathLst>
                  <a:path w="1035" h="549" extrusionOk="0">
                    <a:moveTo>
                      <a:pt x="934" y="0"/>
                    </a:moveTo>
                    <a:cubicBezTo>
                      <a:pt x="934" y="0"/>
                      <a:pt x="634" y="0"/>
                      <a:pt x="467" y="67"/>
                    </a:cubicBezTo>
                    <a:cubicBezTo>
                      <a:pt x="301" y="100"/>
                      <a:pt x="67" y="267"/>
                      <a:pt x="67" y="267"/>
                    </a:cubicBezTo>
                    <a:cubicBezTo>
                      <a:pt x="0" y="267"/>
                      <a:pt x="100" y="534"/>
                      <a:pt x="100" y="534"/>
                    </a:cubicBezTo>
                    <a:cubicBezTo>
                      <a:pt x="100" y="534"/>
                      <a:pt x="249" y="549"/>
                      <a:pt x="397" y="549"/>
                    </a:cubicBezTo>
                    <a:cubicBezTo>
                      <a:pt x="471" y="549"/>
                      <a:pt x="545" y="545"/>
                      <a:pt x="601" y="534"/>
                    </a:cubicBezTo>
                    <a:cubicBezTo>
                      <a:pt x="768" y="434"/>
                      <a:pt x="1034" y="234"/>
                      <a:pt x="1034" y="234"/>
                    </a:cubicBezTo>
                    <a:cubicBezTo>
                      <a:pt x="1034" y="201"/>
                      <a:pt x="934" y="34"/>
                      <a:pt x="9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5" name="Google Shape;1045;p8"/>
              <p:cNvSpPr/>
              <p:nvPr/>
            </p:nvSpPr>
            <p:spPr>
              <a:xfrm rot="10800000">
                <a:off x="8676642" y="2242977"/>
                <a:ext cx="18594" cy="12114"/>
              </a:xfrm>
              <a:custGeom>
                <a:avLst/>
                <a:gdLst/>
                <a:ahLst/>
                <a:cxnLst/>
                <a:rect l="l" t="t" r="r" b="b"/>
                <a:pathLst>
                  <a:path w="769" h="501" extrusionOk="0">
                    <a:moveTo>
                      <a:pt x="368" y="1"/>
                    </a:moveTo>
                    <a:cubicBezTo>
                      <a:pt x="268" y="1"/>
                      <a:pt x="201" y="34"/>
                      <a:pt x="101" y="67"/>
                    </a:cubicBezTo>
                    <a:cubicBezTo>
                      <a:pt x="34" y="134"/>
                      <a:pt x="1" y="167"/>
                      <a:pt x="1" y="167"/>
                    </a:cubicBezTo>
                    <a:cubicBezTo>
                      <a:pt x="1" y="201"/>
                      <a:pt x="68" y="401"/>
                      <a:pt x="68" y="401"/>
                    </a:cubicBezTo>
                    <a:cubicBezTo>
                      <a:pt x="68" y="401"/>
                      <a:pt x="101" y="468"/>
                      <a:pt x="201" y="468"/>
                    </a:cubicBezTo>
                    <a:cubicBezTo>
                      <a:pt x="268" y="501"/>
                      <a:pt x="335" y="501"/>
                      <a:pt x="401" y="501"/>
                    </a:cubicBezTo>
                    <a:cubicBezTo>
                      <a:pt x="568" y="501"/>
                      <a:pt x="768" y="367"/>
                      <a:pt x="768" y="367"/>
                    </a:cubicBezTo>
                    <a:cubicBezTo>
                      <a:pt x="768" y="334"/>
                      <a:pt x="768" y="134"/>
                      <a:pt x="735" y="134"/>
                    </a:cubicBezTo>
                    <a:cubicBezTo>
                      <a:pt x="735" y="134"/>
                      <a:pt x="535" y="1"/>
                      <a:pt x="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046" name="Google Shape;1046;p8"/>
            <p:cNvSpPr/>
            <p:nvPr/>
          </p:nvSpPr>
          <p:spPr>
            <a:xfrm rot="10800000">
              <a:off x="8218818" y="2040880"/>
              <a:ext cx="725207" cy="731880"/>
            </a:xfrm>
            <a:custGeom>
              <a:avLst/>
              <a:gdLst/>
              <a:ahLst/>
              <a:cxnLst/>
              <a:rect l="l" t="t" r="r" b="b"/>
              <a:pathLst>
                <a:path w="29992" h="30268" extrusionOk="0">
                  <a:moveTo>
                    <a:pt x="29808" y="0"/>
                  </a:moveTo>
                  <a:cubicBezTo>
                    <a:pt x="29732" y="0"/>
                    <a:pt x="29628" y="48"/>
                    <a:pt x="29504" y="161"/>
                  </a:cubicBezTo>
                  <a:cubicBezTo>
                    <a:pt x="29504" y="161"/>
                    <a:pt x="29504" y="194"/>
                    <a:pt x="29404" y="261"/>
                  </a:cubicBezTo>
                  <a:cubicBezTo>
                    <a:pt x="29370" y="361"/>
                    <a:pt x="29237" y="495"/>
                    <a:pt x="29170" y="695"/>
                  </a:cubicBezTo>
                  <a:cubicBezTo>
                    <a:pt x="29070" y="861"/>
                    <a:pt x="28937" y="1095"/>
                    <a:pt x="28837" y="1395"/>
                  </a:cubicBezTo>
                  <a:cubicBezTo>
                    <a:pt x="28703" y="1729"/>
                    <a:pt x="28570" y="2062"/>
                    <a:pt x="28503" y="2429"/>
                  </a:cubicBezTo>
                  <a:cubicBezTo>
                    <a:pt x="28269" y="3230"/>
                    <a:pt x="28236" y="4197"/>
                    <a:pt x="28236" y="5231"/>
                  </a:cubicBezTo>
                  <a:cubicBezTo>
                    <a:pt x="28236" y="6332"/>
                    <a:pt x="28336" y="7433"/>
                    <a:pt x="28236" y="8667"/>
                  </a:cubicBezTo>
                  <a:cubicBezTo>
                    <a:pt x="28136" y="11069"/>
                    <a:pt x="26401" y="13437"/>
                    <a:pt x="24066" y="14738"/>
                  </a:cubicBezTo>
                  <a:cubicBezTo>
                    <a:pt x="22899" y="15405"/>
                    <a:pt x="21665" y="16006"/>
                    <a:pt x="20531" y="16773"/>
                  </a:cubicBezTo>
                  <a:cubicBezTo>
                    <a:pt x="19396" y="17540"/>
                    <a:pt x="18496" y="18574"/>
                    <a:pt x="17862" y="19675"/>
                  </a:cubicBezTo>
                  <a:cubicBezTo>
                    <a:pt x="17762" y="19775"/>
                    <a:pt x="17695" y="19942"/>
                    <a:pt x="17595" y="20075"/>
                  </a:cubicBezTo>
                  <a:cubicBezTo>
                    <a:pt x="17562" y="20242"/>
                    <a:pt x="17495" y="20375"/>
                    <a:pt x="17428" y="20542"/>
                  </a:cubicBezTo>
                  <a:cubicBezTo>
                    <a:pt x="17328" y="20842"/>
                    <a:pt x="17228" y="21109"/>
                    <a:pt x="17162" y="21443"/>
                  </a:cubicBezTo>
                  <a:cubicBezTo>
                    <a:pt x="16995" y="22110"/>
                    <a:pt x="16861" y="22777"/>
                    <a:pt x="16828" y="23444"/>
                  </a:cubicBezTo>
                  <a:cubicBezTo>
                    <a:pt x="16761" y="24111"/>
                    <a:pt x="16761" y="24845"/>
                    <a:pt x="16728" y="25446"/>
                  </a:cubicBezTo>
                  <a:cubicBezTo>
                    <a:pt x="16695" y="26080"/>
                    <a:pt x="16494" y="26613"/>
                    <a:pt x="15994" y="26947"/>
                  </a:cubicBezTo>
                  <a:cubicBezTo>
                    <a:pt x="15494" y="27280"/>
                    <a:pt x="14827" y="27514"/>
                    <a:pt x="14193" y="27614"/>
                  </a:cubicBezTo>
                  <a:cubicBezTo>
                    <a:pt x="13559" y="27781"/>
                    <a:pt x="12892" y="27881"/>
                    <a:pt x="12225" y="27948"/>
                  </a:cubicBezTo>
                  <a:cubicBezTo>
                    <a:pt x="11723" y="28038"/>
                    <a:pt x="11226" y="28073"/>
                    <a:pt x="10734" y="28073"/>
                  </a:cubicBezTo>
                  <a:cubicBezTo>
                    <a:pt x="9950" y="28073"/>
                    <a:pt x="9180" y="27983"/>
                    <a:pt x="8422" y="27881"/>
                  </a:cubicBezTo>
                  <a:cubicBezTo>
                    <a:pt x="7311" y="27726"/>
                    <a:pt x="6228" y="27544"/>
                    <a:pt x="5227" y="27544"/>
                  </a:cubicBezTo>
                  <a:cubicBezTo>
                    <a:pt x="5146" y="27544"/>
                    <a:pt x="5066" y="27545"/>
                    <a:pt x="4986" y="27547"/>
                  </a:cubicBezTo>
                  <a:cubicBezTo>
                    <a:pt x="3885" y="27581"/>
                    <a:pt x="2918" y="27881"/>
                    <a:pt x="2218" y="28248"/>
                  </a:cubicBezTo>
                  <a:cubicBezTo>
                    <a:pt x="2017" y="28348"/>
                    <a:pt x="1884" y="28448"/>
                    <a:pt x="1717" y="28548"/>
                  </a:cubicBezTo>
                  <a:cubicBezTo>
                    <a:pt x="1550" y="28615"/>
                    <a:pt x="1417" y="28715"/>
                    <a:pt x="1317" y="28848"/>
                  </a:cubicBezTo>
                  <a:cubicBezTo>
                    <a:pt x="1050" y="29015"/>
                    <a:pt x="850" y="29215"/>
                    <a:pt x="683" y="29349"/>
                  </a:cubicBezTo>
                  <a:cubicBezTo>
                    <a:pt x="383" y="29682"/>
                    <a:pt x="216" y="29849"/>
                    <a:pt x="216" y="29849"/>
                  </a:cubicBezTo>
                  <a:cubicBezTo>
                    <a:pt x="1" y="30086"/>
                    <a:pt x="36" y="30267"/>
                    <a:pt x="186" y="30267"/>
                  </a:cubicBezTo>
                  <a:cubicBezTo>
                    <a:pt x="269" y="30267"/>
                    <a:pt x="386" y="30212"/>
                    <a:pt x="516" y="30082"/>
                  </a:cubicBezTo>
                  <a:lnTo>
                    <a:pt x="983" y="29615"/>
                  </a:lnTo>
                  <a:cubicBezTo>
                    <a:pt x="1150" y="29515"/>
                    <a:pt x="1317" y="29349"/>
                    <a:pt x="1550" y="29182"/>
                  </a:cubicBezTo>
                  <a:cubicBezTo>
                    <a:pt x="1650" y="29082"/>
                    <a:pt x="1817" y="29015"/>
                    <a:pt x="1917" y="28915"/>
                  </a:cubicBezTo>
                  <a:cubicBezTo>
                    <a:pt x="2084" y="28848"/>
                    <a:pt x="2218" y="28715"/>
                    <a:pt x="2384" y="28615"/>
                  </a:cubicBezTo>
                  <a:cubicBezTo>
                    <a:pt x="3051" y="28281"/>
                    <a:pt x="3919" y="28048"/>
                    <a:pt x="4919" y="28048"/>
                  </a:cubicBezTo>
                  <a:cubicBezTo>
                    <a:pt x="4989" y="28045"/>
                    <a:pt x="5059" y="28044"/>
                    <a:pt x="5129" y="28044"/>
                  </a:cubicBezTo>
                  <a:cubicBezTo>
                    <a:pt x="6131" y="28044"/>
                    <a:pt x="7168" y="28259"/>
                    <a:pt x="8322" y="28415"/>
                  </a:cubicBezTo>
                  <a:cubicBezTo>
                    <a:pt x="9142" y="28551"/>
                    <a:pt x="10025" y="28657"/>
                    <a:pt x="10938" y="28657"/>
                  </a:cubicBezTo>
                  <a:cubicBezTo>
                    <a:pt x="11361" y="28657"/>
                    <a:pt x="11791" y="28634"/>
                    <a:pt x="12225" y="28581"/>
                  </a:cubicBezTo>
                  <a:cubicBezTo>
                    <a:pt x="12892" y="28548"/>
                    <a:pt x="13592" y="28415"/>
                    <a:pt x="14259" y="28281"/>
                  </a:cubicBezTo>
                  <a:cubicBezTo>
                    <a:pt x="14993" y="28181"/>
                    <a:pt x="15660" y="27948"/>
                    <a:pt x="16328" y="27547"/>
                  </a:cubicBezTo>
                  <a:cubicBezTo>
                    <a:pt x="16661" y="27280"/>
                    <a:pt x="16928" y="27014"/>
                    <a:pt x="17095" y="26613"/>
                  </a:cubicBezTo>
                  <a:cubicBezTo>
                    <a:pt x="17262" y="26280"/>
                    <a:pt x="17328" y="25879"/>
                    <a:pt x="17362" y="25546"/>
                  </a:cubicBezTo>
                  <a:cubicBezTo>
                    <a:pt x="17395" y="24845"/>
                    <a:pt x="17395" y="24178"/>
                    <a:pt x="17428" y="23544"/>
                  </a:cubicBezTo>
                  <a:cubicBezTo>
                    <a:pt x="17495" y="22911"/>
                    <a:pt x="17595" y="22277"/>
                    <a:pt x="17762" y="21710"/>
                  </a:cubicBezTo>
                  <a:cubicBezTo>
                    <a:pt x="17862" y="21410"/>
                    <a:pt x="17995" y="21109"/>
                    <a:pt x="18062" y="20842"/>
                  </a:cubicBezTo>
                  <a:cubicBezTo>
                    <a:pt x="18096" y="20676"/>
                    <a:pt x="18196" y="20542"/>
                    <a:pt x="18229" y="20409"/>
                  </a:cubicBezTo>
                  <a:cubicBezTo>
                    <a:pt x="18329" y="20275"/>
                    <a:pt x="18362" y="20175"/>
                    <a:pt x="18429" y="20042"/>
                  </a:cubicBezTo>
                  <a:cubicBezTo>
                    <a:pt x="19030" y="19041"/>
                    <a:pt x="19830" y="18074"/>
                    <a:pt x="20898" y="17373"/>
                  </a:cubicBezTo>
                  <a:cubicBezTo>
                    <a:pt x="21932" y="16606"/>
                    <a:pt x="23166" y="16039"/>
                    <a:pt x="24367" y="15339"/>
                  </a:cubicBezTo>
                  <a:cubicBezTo>
                    <a:pt x="25568" y="14605"/>
                    <a:pt x="26702" y="13671"/>
                    <a:pt x="27436" y="12503"/>
                  </a:cubicBezTo>
                  <a:cubicBezTo>
                    <a:pt x="27669" y="12203"/>
                    <a:pt x="27869" y="11936"/>
                    <a:pt x="28003" y="11603"/>
                  </a:cubicBezTo>
                  <a:cubicBezTo>
                    <a:pt x="28036" y="11436"/>
                    <a:pt x="28103" y="11336"/>
                    <a:pt x="28203" y="11169"/>
                  </a:cubicBezTo>
                  <a:cubicBezTo>
                    <a:pt x="28269" y="11002"/>
                    <a:pt x="28336" y="10835"/>
                    <a:pt x="28370" y="10669"/>
                  </a:cubicBezTo>
                  <a:cubicBezTo>
                    <a:pt x="28636" y="10035"/>
                    <a:pt x="28703" y="9368"/>
                    <a:pt x="28736" y="8734"/>
                  </a:cubicBezTo>
                  <a:cubicBezTo>
                    <a:pt x="28837" y="7500"/>
                    <a:pt x="28703" y="6332"/>
                    <a:pt x="28703" y="5265"/>
                  </a:cubicBezTo>
                  <a:cubicBezTo>
                    <a:pt x="28670" y="4231"/>
                    <a:pt x="28703" y="3363"/>
                    <a:pt x="28870" y="2596"/>
                  </a:cubicBezTo>
                  <a:cubicBezTo>
                    <a:pt x="28970" y="2229"/>
                    <a:pt x="29070" y="1929"/>
                    <a:pt x="29170" y="1662"/>
                  </a:cubicBezTo>
                  <a:cubicBezTo>
                    <a:pt x="29304" y="1395"/>
                    <a:pt x="29404" y="1195"/>
                    <a:pt x="29504" y="995"/>
                  </a:cubicBezTo>
                  <a:cubicBezTo>
                    <a:pt x="29570" y="761"/>
                    <a:pt x="29704" y="661"/>
                    <a:pt x="29737" y="561"/>
                  </a:cubicBezTo>
                  <a:cubicBezTo>
                    <a:pt x="29804" y="495"/>
                    <a:pt x="29837" y="428"/>
                    <a:pt x="29837" y="428"/>
                  </a:cubicBezTo>
                  <a:cubicBezTo>
                    <a:pt x="29992" y="185"/>
                    <a:pt x="29956" y="0"/>
                    <a:pt x="298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7" name="Google Shape;1047;p8"/>
            <p:cNvSpPr/>
            <p:nvPr/>
          </p:nvSpPr>
          <p:spPr>
            <a:xfrm rot="10800000">
              <a:off x="8357248" y="2735862"/>
              <a:ext cx="287162" cy="191070"/>
            </a:xfrm>
            <a:custGeom>
              <a:avLst/>
              <a:gdLst/>
              <a:ahLst/>
              <a:cxnLst/>
              <a:rect l="l" t="t" r="r" b="b"/>
              <a:pathLst>
                <a:path w="11876" h="7902" extrusionOk="0">
                  <a:moveTo>
                    <a:pt x="200" y="1"/>
                  </a:moveTo>
                  <a:cubicBezTo>
                    <a:pt x="112" y="1"/>
                    <a:pt x="34" y="44"/>
                    <a:pt x="34" y="132"/>
                  </a:cubicBezTo>
                  <a:lnTo>
                    <a:pt x="34" y="433"/>
                  </a:lnTo>
                  <a:cubicBezTo>
                    <a:pt x="0" y="633"/>
                    <a:pt x="0" y="900"/>
                    <a:pt x="0" y="1233"/>
                  </a:cubicBezTo>
                  <a:cubicBezTo>
                    <a:pt x="0" y="1900"/>
                    <a:pt x="134" y="2801"/>
                    <a:pt x="501" y="3802"/>
                  </a:cubicBezTo>
                  <a:cubicBezTo>
                    <a:pt x="934" y="4802"/>
                    <a:pt x="1635" y="5803"/>
                    <a:pt x="2602" y="6570"/>
                  </a:cubicBezTo>
                  <a:cubicBezTo>
                    <a:pt x="3069" y="6937"/>
                    <a:pt x="3603" y="7204"/>
                    <a:pt x="4137" y="7438"/>
                  </a:cubicBezTo>
                  <a:cubicBezTo>
                    <a:pt x="4670" y="7638"/>
                    <a:pt x="5238" y="7805"/>
                    <a:pt x="5771" y="7871"/>
                  </a:cubicBezTo>
                  <a:cubicBezTo>
                    <a:pt x="5995" y="7886"/>
                    <a:pt x="6232" y="7901"/>
                    <a:pt x="6480" y="7901"/>
                  </a:cubicBezTo>
                  <a:cubicBezTo>
                    <a:pt x="6785" y="7901"/>
                    <a:pt x="7107" y="7878"/>
                    <a:pt x="7439" y="7805"/>
                  </a:cubicBezTo>
                  <a:cubicBezTo>
                    <a:pt x="7706" y="7771"/>
                    <a:pt x="8006" y="7671"/>
                    <a:pt x="8306" y="7604"/>
                  </a:cubicBezTo>
                  <a:cubicBezTo>
                    <a:pt x="8607" y="7471"/>
                    <a:pt x="8907" y="7404"/>
                    <a:pt x="9140" y="7237"/>
                  </a:cubicBezTo>
                  <a:cubicBezTo>
                    <a:pt x="9374" y="7104"/>
                    <a:pt x="9641" y="6904"/>
                    <a:pt x="9908" y="6737"/>
                  </a:cubicBezTo>
                  <a:cubicBezTo>
                    <a:pt x="10108" y="6537"/>
                    <a:pt x="10341" y="6370"/>
                    <a:pt x="10508" y="6103"/>
                  </a:cubicBezTo>
                  <a:cubicBezTo>
                    <a:pt x="10875" y="5636"/>
                    <a:pt x="11175" y="5136"/>
                    <a:pt x="11375" y="4636"/>
                  </a:cubicBezTo>
                  <a:cubicBezTo>
                    <a:pt x="11809" y="3635"/>
                    <a:pt x="11876" y="2734"/>
                    <a:pt x="11876" y="2067"/>
                  </a:cubicBezTo>
                  <a:cubicBezTo>
                    <a:pt x="11876" y="1734"/>
                    <a:pt x="11842" y="1433"/>
                    <a:pt x="11842" y="1267"/>
                  </a:cubicBezTo>
                  <a:lnTo>
                    <a:pt x="11842" y="966"/>
                  </a:lnTo>
                  <a:cubicBezTo>
                    <a:pt x="11842" y="878"/>
                    <a:pt x="11777" y="835"/>
                    <a:pt x="11701" y="835"/>
                  </a:cubicBezTo>
                  <a:cubicBezTo>
                    <a:pt x="11606" y="835"/>
                    <a:pt x="11494" y="903"/>
                    <a:pt x="11475" y="1033"/>
                  </a:cubicBezTo>
                  <a:lnTo>
                    <a:pt x="11475" y="1267"/>
                  </a:lnTo>
                  <a:cubicBezTo>
                    <a:pt x="11475" y="1433"/>
                    <a:pt x="11509" y="1700"/>
                    <a:pt x="11475" y="2034"/>
                  </a:cubicBezTo>
                  <a:cubicBezTo>
                    <a:pt x="11475" y="2634"/>
                    <a:pt x="11309" y="3568"/>
                    <a:pt x="10942" y="4435"/>
                  </a:cubicBezTo>
                  <a:cubicBezTo>
                    <a:pt x="10708" y="4869"/>
                    <a:pt x="10475" y="5303"/>
                    <a:pt x="10108" y="5703"/>
                  </a:cubicBezTo>
                  <a:cubicBezTo>
                    <a:pt x="9941" y="5903"/>
                    <a:pt x="9707" y="6070"/>
                    <a:pt x="9507" y="6237"/>
                  </a:cubicBezTo>
                  <a:cubicBezTo>
                    <a:pt x="9307" y="6370"/>
                    <a:pt x="9107" y="6537"/>
                    <a:pt x="8840" y="6637"/>
                  </a:cubicBezTo>
                  <a:cubicBezTo>
                    <a:pt x="8607" y="6770"/>
                    <a:pt x="8340" y="6871"/>
                    <a:pt x="8106" y="6937"/>
                  </a:cubicBezTo>
                  <a:cubicBezTo>
                    <a:pt x="7839" y="6971"/>
                    <a:pt x="7606" y="7071"/>
                    <a:pt x="7339" y="7104"/>
                  </a:cubicBezTo>
                  <a:cubicBezTo>
                    <a:pt x="7130" y="7143"/>
                    <a:pt x="6925" y="7157"/>
                    <a:pt x="6726" y="7157"/>
                  </a:cubicBezTo>
                  <a:cubicBezTo>
                    <a:pt x="6418" y="7157"/>
                    <a:pt x="6122" y="7124"/>
                    <a:pt x="5838" y="7104"/>
                  </a:cubicBezTo>
                  <a:cubicBezTo>
                    <a:pt x="5338" y="7071"/>
                    <a:pt x="4871" y="6937"/>
                    <a:pt x="4370" y="6770"/>
                  </a:cubicBezTo>
                  <a:cubicBezTo>
                    <a:pt x="3870" y="6604"/>
                    <a:pt x="3370" y="6370"/>
                    <a:pt x="2969" y="6037"/>
                  </a:cubicBezTo>
                  <a:cubicBezTo>
                    <a:pt x="2102" y="5403"/>
                    <a:pt x="1435" y="4536"/>
                    <a:pt x="1001" y="3602"/>
                  </a:cubicBezTo>
                  <a:cubicBezTo>
                    <a:pt x="601" y="2701"/>
                    <a:pt x="467" y="1800"/>
                    <a:pt x="434" y="1200"/>
                  </a:cubicBezTo>
                  <a:lnTo>
                    <a:pt x="434" y="433"/>
                  </a:lnTo>
                  <a:lnTo>
                    <a:pt x="434" y="199"/>
                  </a:lnTo>
                  <a:cubicBezTo>
                    <a:pt x="434" y="69"/>
                    <a:pt x="310" y="1"/>
                    <a:pt x="2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48" name="Google Shape;1048;p8"/>
          <p:cNvGrpSpPr/>
          <p:nvPr/>
        </p:nvGrpSpPr>
        <p:grpSpPr>
          <a:xfrm>
            <a:off x="100657" y="74570"/>
            <a:ext cx="737220" cy="2031013"/>
            <a:chOff x="8161245" y="-129"/>
            <a:chExt cx="737220" cy="2031013"/>
          </a:xfrm>
        </p:grpSpPr>
        <p:sp>
          <p:nvSpPr>
            <p:cNvPr id="1049" name="Google Shape;1049;p8"/>
            <p:cNvSpPr/>
            <p:nvPr/>
          </p:nvSpPr>
          <p:spPr>
            <a:xfrm rot="10800000">
              <a:off x="8687716" y="1608445"/>
              <a:ext cx="27662" cy="156324"/>
            </a:xfrm>
            <a:custGeom>
              <a:avLst/>
              <a:gdLst/>
              <a:ahLst/>
              <a:cxnLst/>
              <a:rect l="l" t="t" r="r" b="b"/>
              <a:pathLst>
                <a:path w="1144" h="6465" extrusionOk="0">
                  <a:moveTo>
                    <a:pt x="578" y="0"/>
                  </a:moveTo>
                  <a:cubicBezTo>
                    <a:pt x="539" y="0"/>
                    <a:pt x="509" y="11"/>
                    <a:pt x="500" y="37"/>
                  </a:cubicBezTo>
                  <a:cubicBezTo>
                    <a:pt x="500" y="37"/>
                    <a:pt x="434" y="171"/>
                    <a:pt x="400" y="371"/>
                  </a:cubicBezTo>
                  <a:cubicBezTo>
                    <a:pt x="334" y="571"/>
                    <a:pt x="234" y="838"/>
                    <a:pt x="200" y="1171"/>
                  </a:cubicBezTo>
                  <a:cubicBezTo>
                    <a:pt x="33" y="1838"/>
                    <a:pt x="0" y="2672"/>
                    <a:pt x="33" y="3273"/>
                  </a:cubicBezTo>
                  <a:cubicBezTo>
                    <a:pt x="67" y="3940"/>
                    <a:pt x="200" y="4740"/>
                    <a:pt x="400" y="5374"/>
                  </a:cubicBezTo>
                  <a:cubicBezTo>
                    <a:pt x="500" y="5708"/>
                    <a:pt x="567" y="5941"/>
                    <a:pt x="667" y="6175"/>
                  </a:cubicBezTo>
                  <a:cubicBezTo>
                    <a:pt x="734" y="6342"/>
                    <a:pt x="767" y="6442"/>
                    <a:pt x="767" y="6442"/>
                  </a:cubicBezTo>
                  <a:cubicBezTo>
                    <a:pt x="783" y="6458"/>
                    <a:pt x="815" y="6464"/>
                    <a:pt x="852" y="6464"/>
                  </a:cubicBezTo>
                  <a:cubicBezTo>
                    <a:pt x="969" y="6464"/>
                    <a:pt x="1143" y="6400"/>
                    <a:pt x="1067" y="6375"/>
                  </a:cubicBezTo>
                  <a:cubicBezTo>
                    <a:pt x="1067" y="6375"/>
                    <a:pt x="1067" y="6242"/>
                    <a:pt x="1034" y="6041"/>
                  </a:cubicBezTo>
                  <a:cubicBezTo>
                    <a:pt x="1001" y="5841"/>
                    <a:pt x="934" y="5574"/>
                    <a:pt x="901" y="5241"/>
                  </a:cubicBezTo>
                  <a:cubicBezTo>
                    <a:pt x="834" y="4607"/>
                    <a:pt x="767" y="3840"/>
                    <a:pt x="734" y="3239"/>
                  </a:cubicBezTo>
                  <a:cubicBezTo>
                    <a:pt x="734" y="2672"/>
                    <a:pt x="701" y="1872"/>
                    <a:pt x="734" y="1238"/>
                  </a:cubicBezTo>
                  <a:cubicBezTo>
                    <a:pt x="734" y="904"/>
                    <a:pt x="767" y="671"/>
                    <a:pt x="834" y="437"/>
                  </a:cubicBezTo>
                  <a:cubicBezTo>
                    <a:pt x="867" y="237"/>
                    <a:pt x="867" y="104"/>
                    <a:pt x="867" y="104"/>
                  </a:cubicBezTo>
                  <a:cubicBezTo>
                    <a:pt x="867" y="79"/>
                    <a:pt x="687" y="0"/>
                    <a:pt x="5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0" name="Google Shape;1050;p8"/>
            <p:cNvSpPr/>
            <p:nvPr/>
          </p:nvSpPr>
          <p:spPr>
            <a:xfrm rot="10800000">
              <a:off x="8580671" y="1417036"/>
              <a:ext cx="66156" cy="105425"/>
            </a:xfrm>
            <a:custGeom>
              <a:avLst/>
              <a:gdLst/>
              <a:ahLst/>
              <a:cxnLst/>
              <a:rect l="l" t="t" r="r" b="b"/>
              <a:pathLst>
                <a:path w="2736" h="4360" extrusionOk="0">
                  <a:moveTo>
                    <a:pt x="300" y="1"/>
                  </a:moveTo>
                  <a:cubicBezTo>
                    <a:pt x="193" y="1"/>
                    <a:pt x="0" y="65"/>
                    <a:pt x="0" y="90"/>
                  </a:cubicBezTo>
                  <a:cubicBezTo>
                    <a:pt x="0" y="90"/>
                    <a:pt x="34" y="190"/>
                    <a:pt x="34" y="357"/>
                  </a:cubicBezTo>
                  <a:cubicBezTo>
                    <a:pt x="34" y="524"/>
                    <a:pt x="67" y="724"/>
                    <a:pt x="100" y="991"/>
                  </a:cubicBezTo>
                  <a:cubicBezTo>
                    <a:pt x="201" y="1524"/>
                    <a:pt x="401" y="2091"/>
                    <a:pt x="668" y="2558"/>
                  </a:cubicBezTo>
                  <a:cubicBezTo>
                    <a:pt x="901" y="3025"/>
                    <a:pt x="1335" y="3526"/>
                    <a:pt x="1735" y="3859"/>
                  </a:cubicBezTo>
                  <a:cubicBezTo>
                    <a:pt x="1868" y="3926"/>
                    <a:pt x="1935" y="4026"/>
                    <a:pt x="2035" y="4059"/>
                  </a:cubicBezTo>
                  <a:cubicBezTo>
                    <a:pt x="2102" y="4160"/>
                    <a:pt x="2202" y="4193"/>
                    <a:pt x="2269" y="4226"/>
                  </a:cubicBezTo>
                  <a:cubicBezTo>
                    <a:pt x="2402" y="4326"/>
                    <a:pt x="2502" y="4360"/>
                    <a:pt x="2502" y="4360"/>
                  </a:cubicBezTo>
                  <a:cubicBezTo>
                    <a:pt x="2536" y="4360"/>
                    <a:pt x="2702" y="4059"/>
                    <a:pt x="2736" y="4059"/>
                  </a:cubicBezTo>
                  <a:cubicBezTo>
                    <a:pt x="2736" y="4059"/>
                    <a:pt x="2702" y="3959"/>
                    <a:pt x="2569" y="3893"/>
                  </a:cubicBezTo>
                  <a:cubicBezTo>
                    <a:pt x="2502" y="3859"/>
                    <a:pt x="2435" y="3826"/>
                    <a:pt x="2369" y="3726"/>
                  </a:cubicBezTo>
                  <a:cubicBezTo>
                    <a:pt x="2335" y="3626"/>
                    <a:pt x="2235" y="3559"/>
                    <a:pt x="2169" y="3492"/>
                  </a:cubicBezTo>
                  <a:cubicBezTo>
                    <a:pt x="1835" y="3125"/>
                    <a:pt x="1568" y="2592"/>
                    <a:pt x="1335" y="2225"/>
                  </a:cubicBezTo>
                  <a:cubicBezTo>
                    <a:pt x="1101" y="1825"/>
                    <a:pt x="834" y="1324"/>
                    <a:pt x="668" y="857"/>
                  </a:cubicBezTo>
                  <a:cubicBezTo>
                    <a:pt x="567" y="590"/>
                    <a:pt x="501" y="390"/>
                    <a:pt x="434" y="257"/>
                  </a:cubicBezTo>
                  <a:cubicBezTo>
                    <a:pt x="401" y="90"/>
                    <a:pt x="367" y="23"/>
                    <a:pt x="367" y="23"/>
                  </a:cubicBezTo>
                  <a:cubicBezTo>
                    <a:pt x="359" y="7"/>
                    <a:pt x="334" y="1"/>
                    <a:pt x="3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1" name="Google Shape;1051;p8"/>
            <p:cNvSpPr/>
            <p:nvPr/>
          </p:nvSpPr>
          <p:spPr>
            <a:xfrm rot="10800000">
              <a:off x="8359666" y="1263711"/>
              <a:ext cx="165294" cy="100178"/>
            </a:xfrm>
            <a:custGeom>
              <a:avLst/>
              <a:gdLst/>
              <a:ahLst/>
              <a:cxnLst/>
              <a:rect l="l" t="t" r="r" b="b"/>
              <a:pathLst>
                <a:path w="6836" h="4143" extrusionOk="0">
                  <a:moveTo>
                    <a:pt x="188" y="1"/>
                  </a:moveTo>
                  <a:cubicBezTo>
                    <a:pt x="119" y="1"/>
                    <a:pt x="0" y="305"/>
                    <a:pt x="64" y="337"/>
                  </a:cubicBezTo>
                  <a:cubicBezTo>
                    <a:pt x="64" y="337"/>
                    <a:pt x="631" y="570"/>
                    <a:pt x="1298" y="904"/>
                  </a:cubicBezTo>
                  <a:cubicBezTo>
                    <a:pt x="1465" y="1004"/>
                    <a:pt x="1665" y="1104"/>
                    <a:pt x="1832" y="1171"/>
                  </a:cubicBezTo>
                  <a:cubicBezTo>
                    <a:pt x="1999" y="1304"/>
                    <a:pt x="2199" y="1371"/>
                    <a:pt x="2366" y="1504"/>
                  </a:cubicBezTo>
                  <a:cubicBezTo>
                    <a:pt x="2699" y="1704"/>
                    <a:pt x="3066" y="1938"/>
                    <a:pt x="3400" y="2071"/>
                  </a:cubicBezTo>
                  <a:cubicBezTo>
                    <a:pt x="3733" y="2238"/>
                    <a:pt x="4067" y="2505"/>
                    <a:pt x="4467" y="2705"/>
                  </a:cubicBezTo>
                  <a:cubicBezTo>
                    <a:pt x="4634" y="2839"/>
                    <a:pt x="4834" y="2905"/>
                    <a:pt x="5001" y="3039"/>
                  </a:cubicBezTo>
                  <a:cubicBezTo>
                    <a:pt x="5168" y="3139"/>
                    <a:pt x="5334" y="3239"/>
                    <a:pt x="5501" y="3372"/>
                  </a:cubicBezTo>
                  <a:cubicBezTo>
                    <a:pt x="6135" y="3806"/>
                    <a:pt x="6569" y="4140"/>
                    <a:pt x="6569" y="4140"/>
                  </a:cubicBezTo>
                  <a:cubicBezTo>
                    <a:pt x="6573" y="4142"/>
                    <a:pt x="6578" y="4143"/>
                    <a:pt x="6584" y="4143"/>
                  </a:cubicBezTo>
                  <a:cubicBezTo>
                    <a:pt x="6661" y="4143"/>
                    <a:pt x="6836" y="3935"/>
                    <a:pt x="6836" y="3873"/>
                  </a:cubicBezTo>
                  <a:cubicBezTo>
                    <a:pt x="6836" y="3873"/>
                    <a:pt x="6402" y="3472"/>
                    <a:pt x="5835" y="2972"/>
                  </a:cubicBezTo>
                  <a:cubicBezTo>
                    <a:pt x="5701" y="2839"/>
                    <a:pt x="5535" y="2672"/>
                    <a:pt x="5368" y="2538"/>
                  </a:cubicBezTo>
                  <a:cubicBezTo>
                    <a:pt x="5168" y="2405"/>
                    <a:pt x="5001" y="2305"/>
                    <a:pt x="4834" y="2171"/>
                  </a:cubicBezTo>
                  <a:cubicBezTo>
                    <a:pt x="4467" y="1938"/>
                    <a:pt x="4134" y="1671"/>
                    <a:pt x="3800" y="1471"/>
                  </a:cubicBezTo>
                  <a:cubicBezTo>
                    <a:pt x="3466" y="1304"/>
                    <a:pt x="3033" y="1137"/>
                    <a:pt x="2666" y="904"/>
                  </a:cubicBezTo>
                  <a:cubicBezTo>
                    <a:pt x="2466" y="804"/>
                    <a:pt x="2299" y="704"/>
                    <a:pt x="2065" y="637"/>
                  </a:cubicBezTo>
                  <a:cubicBezTo>
                    <a:pt x="1865" y="537"/>
                    <a:pt x="1665" y="504"/>
                    <a:pt x="1498" y="404"/>
                  </a:cubicBezTo>
                  <a:cubicBezTo>
                    <a:pt x="731" y="170"/>
                    <a:pt x="197" y="3"/>
                    <a:pt x="197" y="3"/>
                  </a:cubicBezTo>
                  <a:cubicBezTo>
                    <a:pt x="194" y="2"/>
                    <a:pt x="191" y="1"/>
                    <a:pt x="1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2" name="Google Shape;1052;p8"/>
            <p:cNvSpPr/>
            <p:nvPr/>
          </p:nvSpPr>
          <p:spPr>
            <a:xfrm rot="10800000">
              <a:off x="8196741" y="1050999"/>
              <a:ext cx="87096" cy="131394"/>
            </a:xfrm>
            <a:custGeom>
              <a:avLst/>
              <a:gdLst/>
              <a:ahLst/>
              <a:cxnLst/>
              <a:rect l="l" t="t" r="r" b="b"/>
              <a:pathLst>
                <a:path w="3602" h="5434" extrusionOk="0">
                  <a:moveTo>
                    <a:pt x="226" y="0"/>
                  </a:moveTo>
                  <a:cubicBezTo>
                    <a:pt x="179" y="0"/>
                    <a:pt x="1" y="271"/>
                    <a:pt x="32" y="303"/>
                  </a:cubicBezTo>
                  <a:cubicBezTo>
                    <a:pt x="32" y="303"/>
                    <a:pt x="166" y="370"/>
                    <a:pt x="266" y="503"/>
                  </a:cubicBezTo>
                  <a:cubicBezTo>
                    <a:pt x="433" y="636"/>
                    <a:pt x="666" y="803"/>
                    <a:pt x="866" y="1037"/>
                  </a:cubicBezTo>
                  <a:cubicBezTo>
                    <a:pt x="1267" y="1504"/>
                    <a:pt x="1734" y="2104"/>
                    <a:pt x="2067" y="2604"/>
                  </a:cubicBezTo>
                  <a:cubicBezTo>
                    <a:pt x="2367" y="3105"/>
                    <a:pt x="2768" y="3772"/>
                    <a:pt x="2935" y="4339"/>
                  </a:cubicBezTo>
                  <a:cubicBezTo>
                    <a:pt x="3035" y="4639"/>
                    <a:pt x="3101" y="4873"/>
                    <a:pt x="3168" y="5106"/>
                  </a:cubicBezTo>
                  <a:cubicBezTo>
                    <a:pt x="3201" y="5273"/>
                    <a:pt x="3235" y="5373"/>
                    <a:pt x="3235" y="5373"/>
                  </a:cubicBezTo>
                  <a:cubicBezTo>
                    <a:pt x="3249" y="5415"/>
                    <a:pt x="3309" y="5434"/>
                    <a:pt x="3378" y="5434"/>
                  </a:cubicBezTo>
                  <a:cubicBezTo>
                    <a:pt x="3473" y="5434"/>
                    <a:pt x="3582" y="5398"/>
                    <a:pt x="3602" y="5340"/>
                  </a:cubicBezTo>
                  <a:cubicBezTo>
                    <a:pt x="3602" y="5340"/>
                    <a:pt x="3568" y="5206"/>
                    <a:pt x="3568" y="5006"/>
                  </a:cubicBezTo>
                  <a:cubicBezTo>
                    <a:pt x="3568" y="4806"/>
                    <a:pt x="3535" y="4506"/>
                    <a:pt x="3435" y="4172"/>
                  </a:cubicBezTo>
                  <a:cubicBezTo>
                    <a:pt x="3368" y="3505"/>
                    <a:pt x="3001" y="2705"/>
                    <a:pt x="2668" y="2171"/>
                  </a:cubicBezTo>
                  <a:cubicBezTo>
                    <a:pt x="2267" y="1637"/>
                    <a:pt x="1734" y="1003"/>
                    <a:pt x="1200" y="636"/>
                  </a:cubicBezTo>
                  <a:cubicBezTo>
                    <a:pt x="933" y="436"/>
                    <a:pt x="700" y="303"/>
                    <a:pt x="533" y="169"/>
                  </a:cubicBezTo>
                  <a:cubicBezTo>
                    <a:pt x="333" y="103"/>
                    <a:pt x="233" y="3"/>
                    <a:pt x="233" y="3"/>
                  </a:cubicBezTo>
                  <a:cubicBezTo>
                    <a:pt x="231" y="1"/>
                    <a:pt x="229"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3" name="Google Shape;1053;p8"/>
            <p:cNvSpPr/>
            <p:nvPr/>
          </p:nvSpPr>
          <p:spPr>
            <a:xfrm rot="10800000">
              <a:off x="8161245" y="670938"/>
              <a:ext cx="68574" cy="104699"/>
            </a:xfrm>
            <a:custGeom>
              <a:avLst/>
              <a:gdLst/>
              <a:ahLst/>
              <a:cxnLst/>
              <a:rect l="l" t="t" r="r" b="b"/>
              <a:pathLst>
                <a:path w="2836" h="4330" extrusionOk="0">
                  <a:moveTo>
                    <a:pt x="2619" y="1"/>
                  </a:moveTo>
                  <a:cubicBezTo>
                    <a:pt x="2527" y="1"/>
                    <a:pt x="2435" y="9"/>
                    <a:pt x="2435" y="26"/>
                  </a:cubicBezTo>
                  <a:cubicBezTo>
                    <a:pt x="2435" y="26"/>
                    <a:pt x="2435" y="126"/>
                    <a:pt x="2368" y="293"/>
                  </a:cubicBezTo>
                  <a:cubicBezTo>
                    <a:pt x="2335" y="393"/>
                    <a:pt x="2335" y="626"/>
                    <a:pt x="2268" y="860"/>
                  </a:cubicBezTo>
                  <a:cubicBezTo>
                    <a:pt x="2135" y="1360"/>
                    <a:pt x="1868" y="1894"/>
                    <a:pt x="1668" y="2294"/>
                  </a:cubicBezTo>
                  <a:cubicBezTo>
                    <a:pt x="1434" y="2661"/>
                    <a:pt x="1101" y="3162"/>
                    <a:pt x="701" y="3462"/>
                  </a:cubicBezTo>
                  <a:cubicBezTo>
                    <a:pt x="534" y="3629"/>
                    <a:pt x="367" y="3729"/>
                    <a:pt x="267" y="3829"/>
                  </a:cubicBezTo>
                  <a:cubicBezTo>
                    <a:pt x="133" y="3929"/>
                    <a:pt x="33" y="3996"/>
                    <a:pt x="33" y="3996"/>
                  </a:cubicBezTo>
                  <a:cubicBezTo>
                    <a:pt x="0" y="4029"/>
                    <a:pt x="133" y="4329"/>
                    <a:pt x="200" y="4329"/>
                  </a:cubicBezTo>
                  <a:lnTo>
                    <a:pt x="467" y="4196"/>
                  </a:lnTo>
                  <a:cubicBezTo>
                    <a:pt x="600" y="4129"/>
                    <a:pt x="834" y="4029"/>
                    <a:pt x="1034" y="3862"/>
                  </a:cubicBezTo>
                  <a:cubicBezTo>
                    <a:pt x="1534" y="3562"/>
                    <a:pt x="2001" y="3062"/>
                    <a:pt x="2302" y="2628"/>
                  </a:cubicBezTo>
                  <a:cubicBezTo>
                    <a:pt x="2602" y="2161"/>
                    <a:pt x="2802" y="1494"/>
                    <a:pt x="2802" y="960"/>
                  </a:cubicBezTo>
                  <a:cubicBezTo>
                    <a:pt x="2835" y="693"/>
                    <a:pt x="2802" y="460"/>
                    <a:pt x="2802" y="293"/>
                  </a:cubicBezTo>
                  <a:lnTo>
                    <a:pt x="2802" y="26"/>
                  </a:lnTo>
                  <a:cubicBezTo>
                    <a:pt x="2802" y="9"/>
                    <a:pt x="2710" y="1"/>
                    <a:pt x="26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4" name="Google Shape;1054;p8"/>
            <p:cNvSpPr/>
            <p:nvPr/>
          </p:nvSpPr>
          <p:spPr>
            <a:xfrm rot="10800000">
              <a:off x="8283088" y="585389"/>
              <a:ext cx="100758" cy="65504"/>
            </a:xfrm>
            <a:custGeom>
              <a:avLst/>
              <a:gdLst/>
              <a:ahLst/>
              <a:cxnLst/>
              <a:rect l="l" t="t" r="r" b="b"/>
              <a:pathLst>
                <a:path w="4167" h="2709" extrusionOk="0">
                  <a:moveTo>
                    <a:pt x="3878" y="1"/>
                  </a:moveTo>
                  <a:cubicBezTo>
                    <a:pt x="3874" y="1"/>
                    <a:pt x="3870" y="2"/>
                    <a:pt x="3868" y="4"/>
                  </a:cubicBezTo>
                  <a:cubicBezTo>
                    <a:pt x="3868" y="4"/>
                    <a:pt x="3568" y="204"/>
                    <a:pt x="3201" y="471"/>
                  </a:cubicBezTo>
                  <a:cubicBezTo>
                    <a:pt x="3134" y="538"/>
                    <a:pt x="3001" y="571"/>
                    <a:pt x="2901" y="671"/>
                  </a:cubicBezTo>
                  <a:cubicBezTo>
                    <a:pt x="2801" y="738"/>
                    <a:pt x="2701" y="805"/>
                    <a:pt x="2567" y="871"/>
                  </a:cubicBezTo>
                  <a:cubicBezTo>
                    <a:pt x="2367" y="1005"/>
                    <a:pt x="2167" y="1138"/>
                    <a:pt x="2000" y="1238"/>
                  </a:cubicBezTo>
                  <a:lnTo>
                    <a:pt x="1366" y="1639"/>
                  </a:lnTo>
                  <a:lnTo>
                    <a:pt x="733" y="2005"/>
                  </a:lnTo>
                  <a:cubicBezTo>
                    <a:pt x="332" y="2239"/>
                    <a:pt x="32" y="2406"/>
                    <a:pt x="32" y="2406"/>
                  </a:cubicBezTo>
                  <a:cubicBezTo>
                    <a:pt x="1" y="2469"/>
                    <a:pt x="117" y="2709"/>
                    <a:pt x="214" y="2709"/>
                  </a:cubicBezTo>
                  <a:cubicBezTo>
                    <a:pt x="221" y="2709"/>
                    <a:pt x="226" y="2708"/>
                    <a:pt x="232" y="2706"/>
                  </a:cubicBezTo>
                  <a:cubicBezTo>
                    <a:pt x="232" y="2706"/>
                    <a:pt x="566" y="2639"/>
                    <a:pt x="1033" y="2472"/>
                  </a:cubicBezTo>
                  <a:cubicBezTo>
                    <a:pt x="1300" y="2372"/>
                    <a:pt x="1500" y="2306"/>
                    <a:pt x="1733" y="2172"/>
                  </a:cubicBezTo>
                  <a:cubicBezTo>
                    <a:pt x="2000" y="2072"/>
                    <a:pt x="2200" y="1972"/>
                    <a:pt x="2401" y="1839"/>
                  </a:cubicBezTo>
                  <a:cubicBezTo>
                    <a:pt x="2634" y="1705"/>
                    <a:pt x="2834" y="1538"/>
                    <a:pt x="3034" y="1372"/>
                  </a:cubicBezTo>
                  <a:cubicBezTo>
                    <a:pt x="3134" y="1305"/>
                    <a:pt x="3234" y="1205"/>
                    <a:pt x="3335" y="1138"/>
                  </a:cubicBezTo>
                  <a:lnTo>
                    <a:pt x="3568" y="871"/>
                  </a:lnTo>
                  <a:cubicBezTo>
                    <a:pt x="3868" y="504"/>
                    <a:pt x="4135" y="238"/>
                    <a:pt x="4135" y="238"/>
                  </a:cubicBezTo>
                  <a:cubicBezTo>
                    <a:pt x="4166" y="206"/>
                    <a:pt x="3936" y="1"/>
                    <a:pt x="3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5" name="Google Shape;1055;p8"/>
            <p:cNvSpPr/>
            <p:nvPr/>
          </p:nvSpPr>
          <p:spPr>
            <a:xfrm rot="10800000">
              <a:off x="8456459" y="504725"/>
              <a:ext cx="109705" cy="47683"/>
            </a:xfrm>
            <a:custGeom>
              <a:avLst/>
              <a:gdLst/>
              <a:ahLst/>
              <a:cxnLst/>
              <a:rect l="l" t="t" r="r" b="b"/>
              <a:pathLst>
                <a:path w="4537" h="1972" extrusionOk="0">
                  <a:moveTo>
                    <a:pt x="3603" y="1"/>
                  </a:moveTo>
                  <a:cubicBezTo>
                    <a:pt x="3102" y="1"/>
                    <a:pt x="2502" y="134"/>
                    <a:pt x="2035" y="301"/>
                  </a:cubicBezTo>
                  <a:cubicBezTo>
                    <a:pt x="1568" y="501"/>
                    <a:pt x="1001" y="801"/>
                    <a:pt x="601" y="1135"/>
                  </a:cubicBezTo>
                  <a:cubicBezTo>
                    <a:pt x="400" y="1268"/>
                    <a:pt x="267" y="1435"/>
                    <a:pt x="167" y="1568"/>
                  </a:cubicBezTo>
                  <a:lnTo>
                    <a:pt x="0" y="1735"/>
                  </a:lnTo>
                  <a:cubicBezTo>
                    <a:pt x="0" y="1766"/>
                    <a:pt x="175" y="1972"/>
                    <a:pt x="198" y="1972"/>
                  </a:cubicBezTo>
                  <a:cubicBezTo>
                    <a:pt x="199" y="1972"/>
                    <a:pt x="200" y="1971"/>
                    <a:pt x="200" y="1969"/>
                  </a:cubicBezTo>
                  <a:cubicBezTo>
                    <a:pt x="200" y="1969"/>
                    <a:pt x="267" y="1935"/>
                    <a:pt x="400" y="1835"/>
                  </a:cubicBezTo>
                  <a:cubicBezTo>
                    <a:pt x="534" y="1769"/>
                    <a:pt x="701" y="1668"/>
                    <a:pt x="901" y="1568"/>
                  </a:cubicBezTo>
                  <a:cubicBezTo>
                    <a:pt x="1268" y="1302"/>
                    <a:pt x="1835" y="1135"/>
                    <a:pt x="2235" y="968"/>
                  </a:cubicBezTo>
                  <a:cubicBezTo>
                    <a:pt x="2669" y="835"/>
                    <a:pt x="3202" y="634"/>
                    <a:pt x="3669" y="568"/>
                  </a:cubicBezTo>
                  <a:cubicBezTo>
                    <a:pt x="3903" y="468"/>
                    <a:pt x="4070" y="468"/>
                    <a:pt x="4236" y="434"/>
                  </a:cubicBezTo>
                  <a:cubicBezTo>
                    <a:pt x="4403" y="401"/>
                    <a:pt x="4503" y="401"/>
                    <a:pt x="4503" y="401"/>
                  </a:cubicBezTo>
                  <a:cubicBezTo>
                    <a:pt x="4537" y="401"/>
                    <a:pt x="4537" y="1"/>
                    <a:pt x="45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6" name="Google Shape;1056;p8"/>
            <p:cNvSpPr/>
            <p:nvPr/>
          </p:nvSpPr>
          <p:spPr>
            <a:xfrm rot="10800000">
              <a:off x="8602433" y="385106"/>
              <a:ext cx="66979" cy="110889"/>
            </a:xfrm>
            <a:custGeom>
              <a:avLst/>
              <a:gdLst/>
              <a:ahLst/>
              <a:cxnLst/>
              <a:rect l="l" t="t" r="r" b="b"/>
              <a:pathLst>
                <a:path w="2770" h="4586" extrusionOk="0">
                  <a:moveTo>
                    <a:pt x="2509" y="0"/>
                  </a:moveTo>
                  <a:cubicBezTo>
                    <a:pt x="2506" y="0"/>
                    <a:pt x="2504" y="1"/>
                    <a:pt x="2502" y="3"/>
                  </a:cubicBezTo>
                  <a:cubicBezTo>
                    <a:pt x="2502" y="3"/>
                    <a:pt x="2435" y="103"/>
                    <a:pt x="2302" y="169"/>
                  </a:cubicBezTo>
                  <a:cubicBezTo>
                    <a:pt x="2169" y="269"/>
                    <a:pt x="2002" y="403"/>
                    <a:pt x="1802" y="603"/>
                  </a:cubicBezTo>
                  <a:cubicBezTo>
                    <a:pt x="1368" y="937"/>
                    <a:pt x="968" y="1470"/>
                    <a:pt x="701" y="1937"/>
                  </a:cubicBezTo>
                  <a:cubicBezTo>
                    <a:pt x="467" y="2371"/>
                    <a:pt x="201" y="3005"/>
                    <a:pt x="134" y="3572"/>
                  </a:cubicBezTo>
                  <a:cubicBezTo>
                    <a:pt x="100" y="3805"/>
                    <a:pt x="34" y="4072"/>
                    <a:pt x="34" y="4239"/>
                  </a:cubicBezTo>
                  <a:cubicBezTo>
                    <a:pt x="0" y="4406"/>
                    <a:pt x="0" y="4472"/>
                    <a:pt x="0" y="4472"/>
                  </a:cubicBezTo>
                  <a:cubicBezTo>
                    <a:pt x="25" y="4548"/>
                    <a:pt x="201" y="4585"/>
                    <a:pt x="301" y="4585"/>
                  </a:cubicBezTo>
                  <a:cubicBezTo>
                    <a:pt x="334" y="4585"/>
                    <a:pt x="359" y="4581"/>
                    <a:pt x="367" y="4573"/>
                  </a:cubicBezTo>
                  <a:cubicBezTo>
                    <a:pt x="367" y="4573"/>
                    <a:pt x="434" y="4472"/>
                    <a:pt x="467" y="4306"/>
                  </a:cubicBezTo>
                  <a:cubicBezTo>
                    <a:pt x="501" y="4172"/>
                    <a:pt x="601" y="3972"/>
                    <a:pt x="668" y="3739"/>
                  </a:cubicBezTo>
                  <a:cubicBezTo>
                    <a:pt x="834" y="3272"/>
                    <a:pt x="1135" y="2738"/>
                    <a:pt x="1335" y="2304"/>
                  </a:cubicBezTo>
                  <a:cubicBezTo>
                    <a:pt x="1535" y="1904"/>
                    <a:pt x="1835" y="1337"/>
                    <a:pt x="2169" y="970"/>
                  </a:cubicBezTo>
                  <a:cubicBezTo>
                    <a:pt x="2335" y="803"/>
                    <a:pt x="2469" y="636"/>
                    <a:pt x="2602" y="503"/>
                  </a:cubicBezTo>
                  <a:cubicBezTo>
                    <a:pt x="2669" y="403"/>
                    <a:pt x="2769" y="303"/>
                    <a:pt x="2769" y="303"/>
                  </a:cubicBezTo>
                  <a:cubicBezTo>
                    <a:pt x="2769" y="271"/>
                    <a:pt x="2559" y="0"/>
                    <a:pt x="25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7" name="Google Shape;1057;p8"/>
            <p:cNvSpPr/>
            <p:nvPr/>
          </p:nvSpPr>
          <p:spPr>
            <a:xfrm rot="10800000">
              <a:off x="8633891" y="228130"/>
              <a:ext cx="36318" cy="90965"/>
            </a:xfrm>
            <a:custGeom>
              <a:avLst/>
              <a:gdLst/>
              <a:ahLst/>
              <a:cxnLst/>
              <a:rect l="l" t="t" r="r" b="b"/>
              <a:pathLst>
                <a:path w="1502" h="3762" extrusionOk="0">
                  <a:moveTo>
                    <a:pt x="267" y="0"/>
                  </a:moveTo>
                  <a:cubicBezTo>
                    <a:pt x="167" y="0"/>
                    <a:pt x="67" y="9"/>
                    <a:pt x="67" y="25"/>
                  </a:cubicBezTo>
                  <a:cubicBezTo>
                    <a:pt x="67" y="25"/>
                    <a:pt x="33" y="125"/>
                    <a:pt x="33" y="259"/>
                  </a:cubicBezTo>
                  <a:cubicBezTo>
                    <a:pt x="33" y="359"/>
                    <a:pt x="0" y="526"/>
                    <a:pt x="0" y="759"/>
                  </a:cubicBezTo>
                  <a:cubicBezTo>
                    <a:pt x="0" y="1159"/>
                    <a:pt x="33" y="1660"/>
                    <a:pt x="133" y="2027"/>
                  </a:cubicBezTo>
                  <a:cubicBezTo>
                    <a:pt x="167" y="2260"/>
                    <a:pt x="234" y="2460"/>
                    <a:pt x="334" y="2660"/>
                  </a:cubicBezTo>
                  <a:cubicBezTo>
                    <a:pt x="467" y="2861"/>
                    <a:pt x="567" y="3094"/>
                    <a:pt x="701" y="3261"/>
                  </a:cubicBezTo>
                  <a:cubicBezTo>
                    <a:pt x="734" y="3328"/>
                    <a:pt x="834" y="3361"/>
                    <a:pt x="867" y="3461"/>
                  </a:cubicBezTo>
                  <a:cubicBezTo>
                    <a:pt x="901" y="3528"/>
                    <a:pt x="1001" y="3594"/>
                    <a:pt x="1034" y="3628"/>
                  </a:cubicBezTo>
                  <a:cubicBezTo>
                    <a:pt x="1168" y="3694"/>
                    <a:pt x="1201" y="3761"/>
                    <a:pt x="1201" y="3761"/>
                  </a:cubicBezTo>
                  <a:cubicBezTo>
                    <a:pt x="1234" y="3761"/>
                    <a:pt x="1468" y="3528"/>
                    <a:pt x="1501" y="3494"/>
                  </a:cubicBezTo>
                  <a:lnTo>
                    <a:pt x="1401" y="3328"/>
                  </a:lnTo>
                  <a:cubicBezTo>
                    <a:pt x="1368" y="3294"/>
                    <a:pt x="1334" y="3261"/>
                    <a:pt x="1301" y="3161"/>
                  </a:cubicBezTo>
                  <a:cubicBezTo>
                    <a:pt x="1301" y="3127"/>
                    <a:pt x="1234" y="3027"/>
                    <a:pt x="1201" y="2961"/>
                  </a:cubicBezTo>
                  <a:cubicBezTo>
                    <a:pt x="1134" y="2794"/>
                    <a:pt x="1067" y="2594"/>
                    <a:pt x="1001" y="2427"/>
                  </a:cubicBezTo>
                  <a:cubicBezTo>
                    <a:pt x="901" y="2260"/>
                    <a:pt x="867" y="2027"/>
                    <a:pt x="834" y="1860"/>
                  </a:cubicBezTo>
                  <a:cubicBezTo>
                    <a:pt x="734" y="1493"/>
                    <a:pt x="667" y="1093"/>
                    <a:pt x="567" y="692"/>
                  </a:cubicBezTo>
                  <a:cubicBezTo>
                    <a:pt x="534" y="526"/>
                    <a:pt x="500" y="359"/>
                    <a:pt x="500" y="259"/>
                  </a:cubicBezTo>
                  <a:cubicBezTo>
                    <a:pt x="467" y="125"/>
                    <a:pt x="467" y="25"/>
                    <a:pt x="467" y="25"/>
                  </a:cubicBezTo>
                  <a:cubicBezTo>
                    <a:pt x="467" y="9"/>
                    <a:pt x="367"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8" name="Google Shape;1058;p8"/>
            <p:cNvSpPr/>
            <p:nvPr/>
          </p:nvSpPr>
          <p:spPr>
            <a:xfrm rot="10800000">
              <a:off x="8468549" y="125703"/>
              <a:ext cx="126558" cy="61393"/>
            </a:xfrm>
            <a:custGeom>
              <a:avLst/>
              <a:gdLst/>
              <a:ahLst/>
              <a:cxnLst/>
              <a:rect l="l" t="t" r="r" b="b"/>
              <a:pathLst>
                <a:path w="5234" h="2539" extrusionOk="0">
                  <a:moveTo>
                    <a:pt x="283" y="1"/>
                  </a:moveTo>
                  <a:cubicBezTo>
                    <a:pt x="203" y="1"/>
                    <a:pt x="0" y="241"/>
                    <a:pt x="63" y="304"/>
                  </a:cubicBezTo>
                  <a:lnTo>
                    <a:pt x="263" y="504"/>
                  </a:lnTo>
                  <a:cubicBezTo>
                    <a:pt x="397" y="637"/>
                    <a:pt x="597" y="804"/>
                    <a:pt x="797" y="971"/>
                  </a:cubicBezTo>
                  <a:cubicBezTo>
                    <a:pt x="1230" y="1338"/>
                    <a:pt x="1831" y="1671"/>
                    <a:pt x="2331" y="1905"/>
                  </a:cubicBezTo>
                  <a:cubicBezTo>
                    <a:pt x="2832" y="2138"/>
                    <a:pt x="3565" y="2338"/>
                    <a:pt x="4099" y="2405"/>
                  </a:cubicBezTo>
                  <a:cubicBezTo>
                    <a:pt x="4399" y="2472"/>
                    <a:pt x="4633" y="2505"/>
                    <a:pt x="4800" y="2505"/>
                  </a:cubicBezTo>
                  <a:cubicBezTo>
                    <a:pt x="4966" y="2539"/>
                    <a:pt x="5100" y="2539"/>
                    <a:pt x="5100" y="2539"/>
                  </a:cubicBezTo>
                  <a:cubicBezTo>
                    <a:pt x="5200" y="2505"/>
                    <a:pt x="5233" y="2205"/>
                    <a:pt x="5133" y="2138"/>
                  </a:cubicBezTo>
                  <a:cubicBezTo>
                    <a:pt x="5133" y="2138"/>
                    <a:pt x="5067" y="2072"/>
                    <a:pt x="4900" y="2038"/>
                  </a:cubicBezTo>
                  <a:lnTo>
                    <a:pt x="4266" y="1838"/>
                  </a:lnTo>
                  <a:cubicBezTo>
                    <a:pt x="3766" y="1705"/>
                    <a:pt x="3132" y="1404"/>
                    <a:pt x="2665" y="1204"/>
                  </a:cubicBezTo>
                  <a:cubicBezTo>
                    <a:pt x="2231" y="1004"/>
                    <a:pt x="1597" y="737"/>
                    <a:pt x="1130" y="470"/>
                  </a:cubicBezTo>
                  <a:cubicBezTo>
                    <a:pt x="897" y="337"/>
                    <a:pt x="663" y="204"/>
                    <a:pt x="563" y="137"/>
                  </a:cubicBezTo>
                  <a:lnTo>
                    <a:pt x="296" y="3"/>
                  </a:lnTo>
                  <a:cubicBezTo>
                    <a:pt x="293" y="1"/>
                    <a:pt x="288" y="1"/>
                    <a:pt x="2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9" name="Google Shape;1059;p8"/>
            <p:cNvSpPr/>
            <p:nvPr/>
          </p:nvSpPr>
          <p:spPr>
            <a:xfrm rot="10800000">
              <a:off x="8352460" y="94172"/>
              <a:ext cx="83058" cy="36391"/>
            </a:xfrm>
            <a:custGeom>
              <a:avLst/>
              <a:gdLst/>
              <a:ahLst/>
              <a:cxnLst/>
              <a:rect l="l" t="t" r="r" b="b"/>
              <a:pathLst>
                <a:path w="3435" h="1505" extrusionOk="0">
                  <a:moveTo>
                    <a:pt x="668" y="0"/>
                  </a:moveTo>
                  <a:cubicBezTo>
                    <a:pt x="501" y="0"/>
                    <a:pt x="335" y="34"/>
                    <a:pt x="201" y="34"/>
                  </a:cubicBezTo>
                  <a:cubicBezTo>
                    <a:pt x="134" y="67"/>
                    <a:pt x="34" y="67"/>
                    <a:pt x="34" y="67"/>
                  </a:cubicBezTo>
                  <a:cubicBezTo>
                    <a:pt x="1" y="67"/>
                    <a:pt x="1" y="467"/>
                    <a:pt x="34" y="467"/>
                  </a:cubicBezTo>
                  <a:cubicBezTo>
                    <a:pt x="34" y="467"/>
                    <a:pt x="68" y="501"/>
                    <a:pt x="201" y="501"/>
                  </a:cubicBezTo>
                  <a:cubicBezTo>
                    <a:pt x="301" y="501"/>
                    <a:pt x="468" y="534"/>
                    <a:pt x="635" y="567"/>
                  </a:cubicBezTo>
                  <a:cubicBezTo>
                    <a:pt x="968" y="668"/>
                    <a:pt x="1369" y="801"/>
                    <a:pt x="1669" y="868"/>
                  </a:cubicBezTo>
                  <a:cubicBezTo>
                    <a:pt x="1969" y="968"/>
                    <a:pt x="2369" y="1034"/>
                    <a:pt x="2670" y="1201"/>
                  </a:cubicBezTo>
                  <a:cubicBezTo>
                    <a:pt x="2836" y="1301"/>
                    <a:pt x="2970" y="1368"/>
                    <a:pt x="3036" y="1401"/>
                  </a:cubicBezTo>
                  <a:cubicBezTo>
                    <a:pt x="3137" y="1435"/>
                    <a:pt x="3170" y="1501"/>
                    <a:pt x="3170" y="1501"/>
                  </a:cubicBezTo>
                  <a:cubicBezTo>
                    <a:pt x="3172" y="1504"/>
                    <a:pt x="3175" y="1505"/>
                    <a:pt x="3179" y="1505"/>
                  </a:cubicBezTo>
                  <a:cubicBezTo>
                    <a:pt x="3233" y="1505"/>
                    <a:pt x="3435" y="1293"/>
                    <a:pt x="3403" y="1168"/>
                  </a:cubicBezTo>
                  <a:lnTo>
                    <a:pt x="3303" y="1034"/>
                  </a:lnTo>
                  <a:cubicBezTo>
                    <a:pt x="3237" y="968"/>
                    <a:pt x="3137" y="834"/>
                    <a:pt x="2970" y="701"/>
                  </a:cubicBezTo>
                  <a:cubicBezTo>
                    <a:pt x="2670" y="467"/>
                    <a:pt x="2203" y="234"/>
                    <a:pt x="1869" y="134"/>
                  </a:cubicBezTo>
                  <a:cubicBezTo>
                    <a:pt x="1502" y="34"/>
                    <a:pt x="1035" y="0"/>
                    <a:pt x="6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0" name="Google Shape;1060;p8"/>
            <p:cNvSpPr/>
            <p:nvPr/>
          </p:nvSpPr>
          <p:spPr>
            <a:xfrm rot="10800000">
              <a:off x="8238669" y="-129"/>
              <a:ext cx="65359" cy="59168"/>
            </a:xfrm>
            <a:custGeom>
              <a:avLst/>
              <a:gdLst/>
              <a:ahLst/>
              <a:cxnLst/>
              <a:rect l="l" t="t" r="r" b="b"/>
              <a:pathLst>
                <a:path w="2703" h="2447" extrusionOk="0">
                  <a:moveTo>
                    <a:pt x="226" y="1"/>
                  </a:moveTo>
                  <a:cubicBezTo>
                    <a:pt x="185" y="1"/>
                    <a:pt x="0" y="215"/>
                    <a:pt x="0" y="245"/>
                  </a:cubicBezTo>
                  <a:cubicBezTo>
                    <a:pt x="0" y="245"/>
                    <a:pt x="567" y="1079"/>
                    <a:pt x="1068" y="1546"/>
                  </a:cubicBezTo>
                  <a:cubicBezTo>
                    <a:pt x="1334" y="1746"/>
                    <a:pt x="1668" y="2013"/>
                    <a:pt x="1935" y="2179"/>
                  </a:cubicBezTo>
                  <a:cubicBezTo>
                    <a:pt x="2235" y="2346"/>
                    <a:pt x="2502" y="2446"/>
                    <a:pt x="2502" y="2446"/>
                  </a:cubicBezTo>
                  <a:cubicBezTo>
                    <a:pt x="2535" y="2446"/>
                    <a:pt x="2702" y="2213"/>
                    <a:pt x="2702" y="2179"/>
                  </a:cubicBezTo>
                  <a:cubicBezTo>
                    <a:pt x="2702" y="2179"/>
                    <a:pt x="2502" y="2013"/>
                    <a:pt x="2268" y="1746"/>
                  </a:cubicBezTo>
                  <a:cubicBezTo>
                    <a:pt x="2035" y="1479"/>
                    <a:pt x="1768" y="1212"/>
                    <a:pt x="1535" y="979"/>
                  </a:cubicBezTo>
                  <a:cubicBezTo>
                    <a:pt x="1068" y="578"/>
                    <a:pt x="234" y="11"/>
                    <a:pt x="234" y="11"/>
                  </a:cubicBezTo>
                  <a:cubicBezTo>
                    <a:pt x="234" y="4"/>
                    <a:pt x="231" y="1"/>
                    <a:pt x="2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1" name="Google Shape;1061;p8"/>
            <p:cNvSpPr/>
            <p:nvPr/>
          </p:nvSpPr>
          <p:spPr>
            <a:xfrm rot="-8292313">
              <a:off x="8546146" y="1678564"/>
              <a:ext cx="292139" cy="292139"/>
            </a:xfrm>
            <a:prstGeom prst="mathPlus">
              <a:avLst>
                <a:gd name="adj1" fmla="val 18896"/>
              </a:avLst>
            </a:prstGeom>
            <a:solidFill>
              <a:srgbClr val="CC4125"/>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062" name="Shape 1062"/>
        <p:cNvGrpSpPr/>
        <p:nvPr/>
      </p:nvGrpSpPr>
      <p:grpSpPr>
        <a:xfrm>
          <a:off x="0" y="0"/>
          <a:ext cx="0" cy="0"/>
          <a:chOff x="0" y="0"/>
          <a:chExt cx="0" cy="0"/>
        </a:xfrm>
      </p:grpSpPr>
      <p:pic>
        <p:nvPicPr>
          <p:cNvPr id="1063" name="Google Shape;1063;p9"/>
          <p:cNvPicPr preferRelativeResize="0"/>
          <p:nvPr/>
        </p:nvPicPr>
        <p:blipFill rotWithShape="1">
          <a:blip r:embed="rId2"/>
          <a:srcRect b="15598"/>
          <a:stretch>
            <a:fillRect/>
          </a:stretch>
        </p:blipFill>
        <p:spPr>
          <a:xfrm flipH="1">
            <a:off x="0" y="0"/>
            <a:ext cx="9144003" cy="5143501"/>
          </a:xfrm>
          <a:prstGeom prst="rect">
            <a:avLst/>
          </a:prstGeom>
          <a:noFill/>
          <a:ln>
            <a:noFill/>
          </a:ln>
        </p:spPr>
      </p:pic>
      <p:sp>
        <p:nvSpPr>
          <p:cNvPr id="1064" name="Google Shape;1064;p9"/>
          <p:cNvSpPr txBox="1"/>
          <p:nvPr>
            <p:ph type="title"/>
          </p:nvPr>
        </p:nvSpPr>
        <p:spPr>
          <a:xfrm>
            <a:off x="2243075" y="1231601"/>
            <a:ext cx="4872900" cy="12687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3500"/>
              <a:buNone/>
              <a:defRPr sz="6500"/>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p:txBody>
      </p:sp>
      <p:sp>
        <p:nvSpPr>
          <p:cNvPr id="1065" name="Google Shape;1065;p9"/>
          <p:cNvSpPr txBox="1"/>
          <p:nvPr>
            <p:ph type="subTitle" idx="1"/>
          </p:nvPr>
        </p:nvSpPr>
        <p:spPr>
          <a:xfrm>
            <a:off x="2243063" y="2500400"/>
            <a:ext cx="4872900" cy="6711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400"/>
              <a:buNone/>
              <a:defRPr sz="1600">
                <a:solidFill>
                  <a:srgbClr val="20124D"/>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p:txBody>
      </p:sp>
      <p:grpSp>
        <p:nvGrpSpPr>
          <p:cNvPr id="1066" name="Google Shape;1066;p9"/>
          <p:cNvGrpSpPr/>
          <p:nvPr/>
        </p:nvGrpSpPr>
        <p:grpSpPr>
          <a:xfrm>
            <a:off x="-230252" y="-572542"/>
            <a:ext cx="2265014" cy="2306402"/>
            <a:chOff x="2640400" y="1525700"/>
            <a:chExt cx="2217775" cy="2258300"/>
          </a:xfrm>
        </p:grpSpPr>
        <p:sp>
          <p:nvSpPr>
            <p:cNvPr id="1067" name="Google Shape;1067;p9"/>
            <p:cNvSpPr/>
            <p:nvPr/>
          </p:nvSpPr>
          <p:spPr>
            <a:xfrm>
              <a:off x="3928800" y="2485550"/>
              <a:ext cx="922350" cy="391775"/>
            </a:xfrm>
            <a:custGeom>
              <a:avLst/>
              <a:gdLst/>
              <a:ahLst/>
              <a:cxnLst/>
              <a:rect l="l" t="t" r="r" b="b"/>
              <a:pathLst>
                <a:path w="36894" h="15671" extrusionOk="0">
                  <a:moveTo>
                    <a:pt x="668" y="801"/>
                  </a:moveTo>
                  <a:cubicBezTo>
                    <a:pt x="701" y="801"/>
                    <a:pt x="735" y="801"/>
                    <a:pt x="835" y="835"/>
                  </a:cubicBezTo>
                  <a:cubicBezTo>
                    <a:pt x="1035" y="868"/>
                    <a:pt x="1268" y="935"/>
                    <a:pt x="1569" y="1001"/>
                  </a:cubicBezTo>
                  <a:cubicBezTo>
                    <a:pt x="2202" y="1168"/>
                    <a:pt x="2936" y="1335"/>
                    <a:pt x="3870" y="1535"/>
                  </a:cubicBezTo>
                  <a:cubicBezTo>
                    <a:pt x="5672" y="1969"/>
                    <a:pt x="8007" y="2469"/>
                    <a:pt x="10575" y="3036"/>
                  </a:cubicBezTo>
                  <a:cubicBezTo>
                    <a:pt x="15745" y="4170"/>
                    <a:pt x="22017" y="5538"/>
                    <a:pt x="27320" y="6705"/>
                  </a:cubicBezTo>
                  <a:cubicBezTo>
                    <a:pt x="28755" y="7006"/>
                    <a:pt x="30256" y="7339"/>
                    <a:pt x="31590" y="7639"/>
                  </a:cubicBezTo>
                  <a:cubicBezTo>
                    <a:pt x="31924" y="7706"/>
                    <a:pt x="32257" y="7773"/>
                    <a:pt x="32557" y="7840"/>
                  </a:cubicBezTo>
                  <a:lnTo>
                    <a:pt x="32691" y="7840"/>
                  </a:lnTo>
                  <a:cubicBezTo>
                    <a:pt x="16846" y="11509"/>
                    <a:pt x="1002" y="15145"/>
                    <a:pt x="1002" y="15145"/>
                  </a:cubicBezTo>
                  <a:cubicBezTo>
                    <a:pt x="762" y="15202"/>
                    <a:pt x="596" y="15279"/>
                    <a:pt x="501" y="15357"/>
                  </a:cubicBezTo>
                  <a:lnTo>
                    <a:pt x="501" y="15357"/>
                  </a:lnTo>
                  <a:cubicBezTo>
                    <a:pt x="542" y="15245"/>
                    <a:pt x="568" y="15085"/>
                    <a:pt x="568" y="14878"/>
                  </a:cubicBezTo>
                  <a:cubicBezTo>
                    <a:pt x="568" y="14878"/>
                    <a:pt x="601" y="11943"/>
                    <a:pt x="668" y="801"/>
                  </a:cubicBezTo>
                  <a:close/>
                  <a:moveTo>
                    <a:pt x="1" y="1"/>
                  </a:moveTo>
                  <a:lnTo>
                    <a:pt x="1" y="1"/>
                  </a:lnTo>
                  <a:cubicBezTo>
                    <a:pt x="68" y="11776"/>
                    <a:pt x="68" y="14878"/>
                    <a:pt x="68" y="14878"/>
                  </a:cubicBezTo>
                  <a:cubicBezTo>
                    <a:pt x="68" y="15328"/>
                    <a:pt x="193" y="15553"/>
                    <a:pt x="318" y="15553"/>
                  </a:cubicBezTo>
                  <a:cubicBezTo>
                    <a:pt x="346" y="15553"/>
                    <a:pt x="374" y="15542"/>
                    <a:pt x="401" y="15519"/>
                  </a:cubicBezTo>
                  <a:lnTo>
                    <a:pt x="401" y="15519"/>
                  </a:lnTo>
                  <a:cubicBezTo>
                    <a:pt x="406" y="15606"/>
                    <a:pt x="523" y="15670"/>
                    <a:pt x="739" y="15670"/>
                  </a:cubicBezTo>
                  <a:cubicBezTo>
                    <a:pt x="815" y="15670"/>
                    <a:pt x="902" y="15662"/>
                    <a:pt x="1002" y="15645"/>
                  </a:cubicBezTo>
                  <a:cubicBezTo>
                    <a:pt x="1002" y="15645"/>
                    <a:pt x="5238" y="14711"/>
                    <a:pt x="11576" y="13344"/>
                  </a:cubicBezTo>
                  <a:cubicBezTo>
                    <a:pt x="14745" y="12676"/>
                    <a:pt x="18481" y="11876"/>
                    <a:pt x="22417" y="11009"/>
                  </a:cubicBezTo>
                  <a:cubicBezTo>
                    <a:pt x="27054" y="10008"/>
                    <a:pt x="31990" y="8940"/>
                    <a:pt x="36894" y="7840"/>
                  </a:cubicBezTo>
                  <a:cubicBezTo>
                    <a:pt x="35226" y="7506"/>
                    <a:pt x="31156" y="6605"/>
                    <a:pt x="27487" y="5805"/>
                  </a:cubicBezTo>
                  <a:cubicBezTo>
                    <a:pt x="22183" y="4637"/>
                    <a:pt x="15912" y="3303"/>
                    <a:pt x="10709" y="2202"/>
                  </a:cubicBezTo>
                  <a:cubicBezTo>
                    <a:pt x="8073" y="1669"/>
                    <a:pt x="5738" y="1168"/>
                    <a:pt x="3970" y="801"/>
                  </a:cubicBezTo>
                  <a:cubicBezTo>
                    <a:pt x="1936" y="434"/>
                    <a:pt x="535" y="134"/>
                    <a:pt x="1"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8" name="Google Shape;1068;p9"/>
            <p:cNvSpPr/>
            <p:nvPr/>
          </p:nvSpPr>
          <p:spPr>
            <a:xfrm>
              <a:off x="4000525" y="2669025"/>
              <a:ext cx="794750" cy="25025"/>
            </a:xfrm>
            <a:custGeom>
              <a:avLst/>
              <a:gdLst/>
              <a:ahLst/>
              <a:cxnLst/>
              <a:rect l="l" t="t" r="r" b="b"/>
              <a:pathLst>
                <a:path w="31790" h="1001" extrusionOk="0">
                  <a:moveTo>
                    <a:pt x="15879" y="0"/>
                  </a:moveTo>
                  <a:cubicBezTo>
                    <a:pt x="9808" y="34"/>
                    <a:pt x="334" y="267"/>
                    <a:pt x="334" y="267"/>
                  </a:cubicBezTo>
                  <a:cubicBezTo>
                    <a:pt x="1" y="300"/>
                    <a:pt x="1" y="701"/>
                    <a:pt x="334" y="767"/>
                  </a:cubicBezTo>
                  <a:cubicBezTo>
                    <a:pt x="334" y="767"/>
                    <a:pt x="9808" y="1001"/>
                    <a:pt x="15879" y="1001"/>
                  </a:cubicBezTo>
                  <a:cubicBezTo>
                    <a:pt x="21983" y="1001"/>
                    <a:pt x="31456" y="767"/>
                    <a:pt x="31456" y="767"/>
                  </a:cubicBezTo>
                  <a:cubicBezTo>
                    <a:pt x="31790" y="767"/>
                    <a:pt x="31790" y="267"/>
                    <a:pt x="31456" y="267"/>
                  </a:cubicBezTo>
                  <a:cubicBezTo>
                    <a:pt x="31456" y="267"/>
                    <a:pt x="21983" y="0"/>
                    <a:pt x="15879"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9" name="Google Shape;1069;p9"/>
            <p:cNvSpPr/>
            <p:nvPr/>
          </p:nvSpPr>
          <p:spPr>
            <a:xfrm>
              <a:off x="3939200" y="2675125"/>
              <a:ext cx="201900" cy="198775"/>
            </a:xfrm>
            <a:custGeom>
              <a:avLst/>
              <a:gdLst/>
              <a:ahLst/>
              <a:cxnLst/>
              <a:rect l="l" t="t" r="r" b="b"/>
              <a:pathLst>
                <a:path w="8076" h="7951" extrusionOk="0">
                  <a:moveTo>
                    <a:pt x="7801" y="1"/>
                  </a:moveTo>
                  <a:cubicBezTo>
                    <a:pt x="7783" y="1"/>
                    <a:pt x="7768" y="8"/>
                    <a:pt x="7757" y="23"/>
                  </a:cubicBezTo>
                  <a:cubicBezTo>
                    <a:pt x="7757" y="23"/>
                    <a:pt x="5289" y="2225"/>
                    <a:pt x="3788" y="3726"/>
                  </a:cubicBezTo>
                  <a:cubicBezTo>
                    <a:pt x="2287" y="5227"/>
                    <a:pt x="85" y="7695"/>
                    <a:pt x="85" y="7695"/>
                  </a:cubicBezTo>
                  <a:cubicBezTo>
                    <a:pt x="1" y="7752"/>
                    <a:pt x="178" y="7951"/>
                    <a:pt x="275" y="7951"/>
                  </a:cubicBezTo>
                  <a:cubicBezTo>
                    <a:pt x="293" y="7951"/>
                    <a:pt x="308" y="7944"/>
                    <a:pt x="319" y="7929"/>
                  </a:cubicBezTo>
                  <a:cubicBezTo>
                    <a:pt x="319" y="7929"/>
                    <a:pt x="2787" y="5727"/>
                    <a:pt x="4288" y="4226"/>
                  </a:cubicBezTo>
                  <a:cubicBezTo>
                    <a:pt x="5789" y="2725"/>
                    <a:pt x="7991" y="257"/>
                    <a:pt x="7991" y="257"/>
                  </a:cubicBezTo>
                  <a:cubicBezTo>
                    <a:pt x="8075" y="200"/>
                    <a:pt x="7898" y="1"/>
                    <a:pt x="7801"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0" name="Google Shape;1070;p9"/>
            <p:cNvSpPr/>
            <p:nvPr/>
          </p:nvSpPr>
          <p:spPr>
            <a:xfrm>
              <a:off x="4037275" y="2683525"/>
              <a:ext cx="175700" cy="173250"/>
            </a:xfrm>
            <a:custGeom>
              <a:avLst/>
              <a:gdLst/>
              <a:ahLst/>
              <a:cxnLst/>
              <a:rect l="l" t="t" r="r" b="b"/>
              <a:pathLst>
                <a:path w="7028" h="6930" extrusionOk="0">
                  <a:moveTo>
                    <a:pt x="6742" y="0"/>
                  </a:moveTo>
                  <a:cubicBezTo>
                    <a:pt x="6726" y="0"/>
                    <a:pt x="6713" y="7"/>
                    <a:pt x="6703" y="21"/>
                  </a:cubicBezTo>
                  <a:cubicBezTo>
                    <a:pt x="6703" y="21"/>
                    <a:pt x="4568" y="1922"/>
                    <a:pt x="3234" y="3223"/>
                  </a:cubicBezTo>
                  <a:cubicBezTo>
                    <a:pt x="1966" y="4524"/>
                    <a:pt x="32" y="6692"/>
                    <a:pt x="32" y="6692"/>
                  </a:cubicBezTo>
                  <a:cubicBezTo>
                    <a:pt x="1" y="6754"/>
                    <a:pt x="169" y="6929"/>
                    <a:pt x="274" y="6929"/>
                  </a:cubicBezTo>
                  <a:cubicBezTo>
                    <a:pt x="283" y="6929"/>
                    <a:pt x="291" y="6928"/>
                    <a:pt x="299" y="6926"/>
                  </a:cubicBezTo>
                  <a:cubicBezTo>
                    <a:pt x="299" y="6926"/>
                    <a:pt x="2400" y="5024"/>
                    <a:pt x="3734" y="3723"/>
                  </a:cubicBezTo>
                  <a:cubicBezTo>
                    <a:pt x="5035" y="2422"/>
                    <a:pt x="6970" y="254"/>
                    <a:pt x="6970" y="254"/>
                  </a:cubicBezTo>
                  <a:cubicBezTo>
                    <a:pt x="7027" y="226"/>
                    <a:pt x="6839" y="0"/>
                    <a:pt x="6742"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1" name="Google Shape;1071;p9"/>
            <p:cNvSpPr/>
            <p:nvPr/>
          </p:nvSpPr>
          <p:spPr>
            <a:xfrm>
              <a:off x="4138200" y="2685625"/>
              <a:ext cx="149050" cy="146125"/>
            </a:xfrm>
            <a:custGeom>
              <a:avLst/>
              <a:gdLst/>
              <a:ahLst/>
              <a:cxnLst/>
              <a:rect l="l" t="t" r="r" b="b"/>
              <a:pathLst>
                <a:path w="5962" h="5845" extrusionOk="0">
                  <a:moveTo>
                    <a:pt x="5651" y="0"/>
                  </a:moveTo>
                  <a:cubicBezTo>
                    <a:pt x="5645" y="0"/>
                    <a:pt x="5639" y="1"/>
                    <a:pt x="5635" y="3"/>
                  </a:cubicBezTo>
                  <a:cubicBezTo>
                    <a:pt x="5635" y="3"/>
                    <a:pt x="3800" y="1605"/>
                    <a:pt x="2699" y="2672"/>
                  </a:cubicBezTo>
                  <a:cubicBezTo>
                    <a:pt x="1632" y="3773"/>
                    <a:pt x="31" y="5607"/>
                    <a:pt x="31" y="5607"/>
                  </a:cubicBezTo>
                  <a:cubicBezTo>
                    <a:pt x="0" y="5669"/>
                    <a:pt x="169" y="5845"/>
                    <a:pt x="273" y="5845"/>
                  </a:cubicBezTo>
                  <a:cubicBezTo>
                    <a:pt x="282" y="5845"/>
                    <a:pt x="290" y="5843"/>
                    <a:pt x="298" y="5841"/>
                  </a:cubicBezTo>
                  <a:cubicBezTo>
                    <a:pt x="298" y="5841"/>
                    <a:pt x="2132" y="4240"/>
                    <a:pt x="3200" y="3172"/>
                  </a:cubicBezTo>
                  <a:cubicBezTo>
                    <a:pt x="4301" y="2105"/>
                    <a:pt x="5868" y="237"/>
                    <a:pt x="5868" y="237"/>
                  </a:cubicBezTo>
                  <a:cubicBezTo>
                    <a:pt x="5962" y="206"/>
                    <a:pt x="5735" y="0"/>
                    <a:pt x="5651"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2" name="Google Shape;1072;p9"/>
            <p:cNvSpPr/>
            <p:nvPr/>
          </p:nvSpPr>
          <p:spPr>
            <a:xfrm>
              <a:off x="4238250" y="2688950"/>
              <a:ext cx="117500" cy="116100"/>
            </a:xfrm>
            <a:custGeom>
              <a:avLst/>
              <a:gdLst/>
              <a:ahLst/>
              <a:cxnLst/>
              <a:rect l="l" t="t" r="r" b="b"/>
              <a:pathLst>
                <a:path w="4700" h="4644" extrusionOk="0">
                  <a:moveTo>
                    <a:pt x="4444" y="1"/>
                  </a:moveTo>
                  <a:cubicBezTo>
                    <a:pt x="4440" y="1"/>
                    <a:pt x="4437" y="2"/>
                    <a:pt x="4435" y="4"/>
                  </a:cubicBezTo>
                  <a:cubicBezTo>
                    <a:pt x="4435" y="4"/>
                    <a:pt x="3001" y="1205"/>
                    <a:pt x="2133" y="2072"/>
                  </a:cubicBezTo>
                  <a:cubicBezTo>
                    <a:pt x="1233" y="2906"/>
                    <a:pt x="32" y="4374"/>
                    <a:pt x="32" y="4374"/>
                  </a:cubicBezTo>
                  <a:cubicBezTo>
                    <a:pt x="0" y="4405"/>
                    <a:pt x="235" y="4643"/>
                    <a:pt x="290" y="4643"/>
                  </a:cubicBezTo>
                  <a:cubicBezTo>
                    <a:pt x="294" y="4643"/>
                    <a:pt x="297" y="4642"/>
                    <a:pt x="299" y="4640"/>
                  </a:cubicBezTo>
                  <a:cubicBezTo>
                    <a:pt x="299" y="4640"/>
                    <a:pt x="1700" y="3406"/>
                    <a:pt x="2600" y="2539"/>
                  </a:cubicBezTo>
                  <a:cubicBezTo>
                    <a:pt x="3468" y="1705"/>
                    <a:pt x="4668" y="237"/>
                    <a:pt x="4668" y="237"/>
                  </a:cubicBezTo>
                  <a:cubicBezTo>
                    <a:pt x="4700" y="206"/>
                    <a:pt x="4498" y="1"/>
                    <a:pt x="4444"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3" name="Google Shape;1073;p9"/>
            <p:cNvSpPr/>
            <p:nvPr/>
          </p:nvSpPr>
          <p:spPr>
            <a:xfrm>
              <a:off x="4325750" y="2684775"/>
              <a:ext cx="103375" cy="102150"/>
            </a:xfrm>
            <a:custGeom>
              <a:avLst/>
              <a:gdLst/>
              <a:ahLst/>
              <a:cxnLst/>
              <a:rect l="l" t="t" r="r" b="b"/>
              <a:pathLst>
                <a:path w="4135" h="4086" extrusionOk="0">
                  <a:moveTo>
                    <a:pt x="3847" y="1"/>
                  </a:moveTo>
                  <a:cubicBezTo>
                    <a:pt x="3842" y="1"/>
                    <a:pt x="3839" y="2"/>
                    <a:pt x="3837" y="4"/>
                  </a:cubicBezTo>
                  <a:cubicBezTo>
                    <a:pt x="3837" y="4"/>
                    <a:pt x="2536" y="1038"/>
                    <a:pt x="1802" y="1805"/>
                  </a:cubicBezTo>
                  <a:cubicBezTo>
                    <a:pt x="1035" y="2539"/>
                    <a:pt x="1" y="3840"/>
                    <a:pt x="1" y="3840"/>
                  </a:cubicBezTo>
                  <a:cubicBezTo>
                    <a:pt x="1" y="3899"/>
                    <a:pt x="155" y="4086"/>
                    <a:pt x="238" y="4086"/>
                  </a:cubicBezTo>
                  <a:cubicBezTo>
                    <a:pt x="249" y="4086"/>
                    <a:pt x="260" y="4082"/>
                    <a:pt x="268" y="4074"/>
                  </a:cubicBezTo>
                  <a:cubicBezTo>
                    <a:pt x="268" y="4074"/>
                    <a:pt x="1535" y="3040"/>
                    <a:pt x="2303" y="2306"/>
                  </a:cubicBezTo>
                  <a:cubicBezTo>
                    <a:pt x="3036" y="1538"/>
                    <a:pt x="4104" y="238"/>
                    <a:pt x="4104" y="238"/>
                  </a:cubicBezTo>
                  <a:cubicBezTo>
                    <a:pt x="4135" y="206"/>
                    <a:pt x="3904" y="1"/>
                    <a:pt x="3847"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4" name="Google Shape;1074;p9"/>
            <p:cNvSpPr/>
            <p:nvPr/>
          </p:nvSpPr>
          <p:spPr>
            <a:xfrm>
              <a:off x="4412500" y="2684775"/>
              <a:ext cx="86625" cy="85175"/>
            </a:xfrm>
            <a:custGeom>
              <a:avLst/>
              <a:gdLst/>
              <a:ahLst/>
              <a:cxnLst/>
              <a:rect l="l" t="t" r="r" b="b"/>
              <a:pathLst>
                <a:path w="3465" h="3407" extrusionOk="0">
                  <a:moveTo>
                    <a:pt x="3179" y="1"/>
                  </a:moveTo>
                  <a:cubicBezTo>
                    <a:pt x="3174" y="1"/>
                    <a:pt x="3171" y="2"/>
                    <a:pt x="3169" y="4"/>
                  </a:cubicBezTo>
                  <a:cubicBezTo>
                    <a:pt x="3169" y="4"/>
                    <a:pt x="2068" y="838"/>
                    <a:pt x="1468" y="1472"/>
                  </a:cubicBezTo>
                  <a:cubicBezTo>
                    <a:pt x="834" y="2072"/>
                    <a:pt x="0" y="3173"/>
                    <a:pt x="0" y="3173"/>
                  </a:cubicBezTo>
                  <a:cubicBezTo>
                    <a:pt x="0" y="3206"/>
                    <a:pt x="200" y="3406"/>
                    <a:pt x="234" y="3406"/>
                  </a:cubicBezTo>
                  <a:cubicBezTo>
                    <a:pt x="234" y="3406"/>
                    <a:pt x="1334" y="2573"/>
                    <a:pt x="1968" y="1972"/>
                  </a:cubicBezTo>
                  <a:cubicBezTo>
                    <a:pt x="2569" y="1338"/>
                    <a:pt x="3402" y="238"/>
                    <a:pt x="3402" y="238"/>
                  </a:cubicBezTo>
                  <a:cubicBezTo>
                    <a:pt x="3465" y="206"/>
                    <a:pt x="3236" y="1"/>
                    <a:pt x="3179"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5" name="Google Shape;1075;p9"/>
            <p:cNvSpPr/>
            <p:nvPr/>
          </p:nvSpPr>
          <p:spPr>
            <a:xfrm>
              <a:off x="4492550" y="2680700"/>
              <a:ext cx="70075" cy="68400"/>
            </a:xfrm>
            <a:custGeom>
              <a:avLst/>
              <a:gdLst/>
              <a:ahLst/>
              <a:cxnLst/>
              <a:rect l="l" t="t" r="r" b="b"/>
              <a:pathLst>
                <a:path w="2803" h="2736" extrusionOk="0">
                  <a:moveTo>
                    <a:pt x="2502" y="0"/>
                  </a:moveTo>
                  <a:cubicBezTo>
                    <a:pt x="2502" y="0"/>
                    <a:pt x="1635" y="634"/>
                    <a:pt x="1134" y="1134"/>
                  </a:cubicBezTo>
                  <a:cubicBezTo>
                    <a:pt x="634" y="1635"/>
                    <a:pt x="0" y="2502"/>
                    <a:pt x="0" y="2502"/>
                  </a:cubicBezTo>
                  <a:cubicBezTo>
                    <a:pt x="0" y="2535"/>
                    <a:pt x="200" y="2736"/>
                    <a:pt x="267" y="2736"/>
                  </a:cubicBezTo>
                  <a:cubicBezTo>
                    <a:pt x="267" y="2736"/>
                    <a:pt x="1134" y="2135"/>
                    <a:pt x="1635" y="1635"/>
                  </a:cubicBezTo>
                  <a:cubicBezTo>
                    <a:pt x="2135" y="1134"/>
                    <a:pt x="2769" y="234"/>
                    <a:pt x="2769" y="234"/>
                  </a:cubicBezTo>
                  <a:cubicBezTo>
                    <a:pt x="2802" y="234"/>
                    <a:pt x="2535" y="0"/>
                    <a:pt x="2502"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6" name="Google Shape;1076;p9"/>
            <p:cNvSpPr/>
            <p:nvPr/>
          </p:nvSpPr>
          <p:spPr>
            <a:xfrm>
              <a:off x="4560925" y="2681525"/>
              <a:ext cx="51725" cy="50150"/>
            </a:xfrm>
            <a:custGeom>
              <a:avLst/>
              <a:gdLst/>
              <a:ahLst/>
              <a:cxnLst/>
              <a:rect l="l" t="t" r="r" b="b"/>
              <a:pathLst>
                <a:path w="2069" h="2006" extrusionOk="0">
                  <a:moveTo>
                    <a:pt x="1769" y="1"/>
                  </a:moveTo>
                  <a:cubicBezTo>
                    <a:pt x="1769" y="1"/>
                    <a:pt x="1101" y="401"/>
                    <a:pt x="768" y="768"/>
                  </a:cubicBezTo>
                  <a:cubicBezTo>
                    <a:pt x="434" y="1101"/>
                    <a:pt x="1" y="1769"/>
                    <a:pt x="1" y="1769"/>
                  </a:cubicBezTo>
                  <a:cubicBezTo>
                    <a:pt x="1" y="1800"/>
                    <a:pt x="233" y="2005"/>
                    <a:pt x="264" y="2005"/>
                  </a:cubicBezTo>
                  <a:cubicBezTo>
                    <a:pt x="266" y="2005"/>
                    <a:pt x="267" y="2004"/>
                    <a:pt x="267" y="2002"/>
                  </a:cubicBezTo>
                  <a:cubicBezTo>
                    <a:pt x="267" y="2002"/>
                    <a:pt x="935" y="1602"/>
                    <a:pt x="1268" y="1235"/>
                  </a:cubicBezTo>
                  <a:cubicBezTo>
                    <a:pt x="1602" y="901"/>
                    <a:pt x="2035" y="234"/>
                    <a:pt x="2035" y="234"/>
                  </a:cubicBezTo>
                  <a:cubicBezTo>
                    <a:pt x="2069" y="234"/>
                    <a:pt x="1802" y="1"/>
                    <a:pt x="1769"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7" name="Google Shape;1077;p9"/>
            <p:cNvSpPr/>
            <p:nvPr/>
          </p:nvSpPr>
          <p:spPr>
            <a:xfrm>
              <a:off x="3998025" y="2678200"/>
              <a:ext cx="62575" cy="60900"/>
            </a:xfrm>
            <a:custGeom>
              <a:avLst/>
              <a:gdLst/>
              <a:ahLst/>
              <a:cxnLst/>
              <a:rect l="l" t="t" r="r" b="b"/>
              <a:pathLst>
                <a:path w="2503" h="2436" extrusionOk="0">
                  <a:moveTo>
                    <a:pt x="2235" y="0"/>
                  </a:moveTo>
                  <a:cubicBezTo>
                    <a:pt x="2235" y="0"/>
                    <a:pt x="1435" y="567"/>
                    <a:pt x="1035" y="968"/>
                  </a:cubicBezTo>
                  <a:cubicBezTo>
                    <a:pt x="601" y="1401"/>
                    <a:pt x="67" y="2168"/>
                    <a:pt x="67" y="2168"/>
                  </a:cubicBezTo>
                  <a:cubicBezTo>
                    <a:pt x="1" y="2235"/>
                    <a:pt x="267" y="2435"/>
                    <a:pt x="301" y="2435"/>
                  </a:cubicBezTo>
                  <a:cubicBezTo>
                    <a:pt x="301" y="2435"/>
                    <a:pt x="1101" y="1902"/>
                    <a:pt x="1535" y="1468"/>
                  </a:cubicBezTo>
                  <a:cubicBezTo>
                    <a:pt x="1935" y="1068"/>
                    <a:pt x="2469" y="267"/>
                    <a:pt x="2469" y="267"/>
                  </a:cubicBezTo>
                  <a:cubicBezTo>
                    <a:pt x="2502" y="267"/>
                    <a:pt x="2269" y="0"/>
                    <a:pt x="2235"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8" name="Google Shape;1078;p9"/>
            <p:cNvSpPr/>
            <p:nvPr/>
          </p:nvSpPr>
          <p:spPr>
            <a:xfrm>
              <a:off x="4641825" y="2681525"/>
              <a:ext cx="33375" cy="33375"/>
            </a:xfrm>
            <a:custGeom>
              <a:avLst/>
              <a:gdLst/>
              <a:ahLst/>
              <a:cxnLst/>
              <a:rect l="l" t="t" r="r" b="b"/>
              <a:pathLst>
                <a:path w="1335" h="1335" extrusionOk="0">
                  <a:moveTo>
                    <a:pt x="1068" y="1"/>
                  </a:moveTo>
                  <a:cubicBezTo>
                    <a:pt x="1068" y="1"/>
                    <a:pt x="634" y="201"/>
                    <a:pt x="401" y="434"/>
                  </a:cubicBezTo>
                  <a:cubicBezTo>
                    <a:pt x="200" y="634"/>
                    <a:pt x="0" y="1101"/>
                    <a:pt x="0" y="1101"/>
                  </a:cubicBezTo>
                  <a:cubicBezTo>
                    <a:pt x="0" y="1135"/>
                    <a:pt x="200" y="1335"/>
                    <a:pt x="234" y="1335"/>
                  </a:cubicBezTo>
                  <a:cubicBezTo>
                    <a:pt x="234" y="1335"/>
                    <a:pt x="701" y="1135"/>
                    <a:pt x="901" y="935"/>
                  </a:cubicBezTo>
                  <a:cubicBezTo>
                    <a:pt x="1134" y="701"/>
                    <a:pt x="1335" y="267"/>
                    <a:pt x="1335" y="267"/>
                  </a:cubicBezTo>
                  <a:lnTo>
                    <a:pt x="1068" y="1"/>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9" name="Google Shape;1079;p9"/>
            <p:cNvSpPr/>
            <p:nvPr/>
          </p:nvSpPr>
          <p:spPr>
            <a:xfrm>
              <a:off x="3993250" y="2526075"/>
              <a:ext cx="87225" cy="89975"/>
            </a:xfrm>
            <a:custGeom>
              <a:avLst/>
              <a:gdLst/>
              <a:ahLst/>
              <a:cxnLst/>
              <a:rect l="l" t="t" r="r" b="b"/>
              <a:pathLst>
                <a:path w="3489" h="3599" extrusionOk="0">
                  <a:moveTo>
                    <a:pt x="181" y="1"/>
                  </a:moveTo>
                  <a:cubicBezTo>
                    <a:pt x="140" y="1"/>
                    <a:pt x="1" y="152"/>
                    <a:pt x="58" y="181"/>
                  </a:cubicBezTo>
                  <a:cubicBezTo>
                    <a:pt x="58" y="181"/>
                    <a:pt x="959" y="1315"/>
                    <a:pt x="1593" y="1982"/>
                  </a:cubicBezTo>
                  <a:cubicBezTo>
                    <a:pt x="2226" y="2649"/>
                    <a:pt x="3294" y="3583"/>
                    <a:pt x="3294" y="3583"/>
                  </a:cubicBezTo>
                  <a:cubicBezTo>
                    <a:pt x="3299" y="3594"/>
                    <a:pt x="3308" y="3599"/>
                    <a:pt x="3319" y="3599"/>
                  </a:cubicBezTo>
                  <a:cubicBezTo>
                    <a:pt x="3376" y="3599"/>
                    <a:pt x="3489" y="3473"/>
                    <a:pt x="3461" y="3417"/>
                  </a:cubicBezTo>
                  <a:cubicBezTo>
                    <a:pt x="3461" y="3417"/>
                    <a:pt x="2560" y="2282"/>
                    <a:pt x="1926" y="1615"/>
                  </a:cubicBezTo>
                  <a:cubicBezTo>
                    <a:pt x="1292" y="982"/>
                    <a:pt x="192" y="14"/>
                    <a:pt x="192" y="14"/>
                  </a:cubicBezTo>
                  <a:cubicBezTo>
                    <a:pt x="192" y="5"/>
                    <a:pt x="188" y="1"/>
                    <a:pt x="181"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0" name="Google Shape;1080;p9"/>
            <p:cNvSpPr/>
            <p:nvPr/>
          </p:nvSpPr>
          <p:spPr>
            <a:xfrm>
              <a:off x="4055575" y="2546425"/>
              <a:ext cx="35050" cy="31725"/>
            </a:xfrm>
            <a:custGeom>
              <a:avLst/>
              <a:gdLst/>
              <a:ahLst/>
              <a:cxnLst/>
              <a:rect l="l" t="t" r="r" b="b"/>
              <a:pathLst>
                <a:path w="1402" h="1269" extrusionOk="0">
                  <a:moveTo>
                    <a:pt x="134" y="1"/>
                  </a:moveTo>
                  <a:lnTo>
                    <a:pt x="0" y="201"/>
                  </a:lnTo>
                  <a:cubicBezTo>
                    <a:pt x="0" y="201"/>
                    <a:pt x="300" y="568"/>
                    <a:pt x="567" y="768"/>
                  </a:cubicBezTo>
                  <a:cubicBezTo>
                    <a:pt x="801" y="1035"/>
                    <a:pt x="1234" y="1268"/>
                    <a:pt x="1234" y="1268"/>
                  </a:cubicBezTo>
                  <a:cubicBezTo>
                    <a:pt x="1268" y="1268"/>
                    <a:pt x="1401" y="1168"/>
                    <a:pt x="1334" y="1068"/>
                  </a:cubicBezTo>
                  <a:cubicBezTo>
                    <a:pt x="1334" y="1068"/>
                    <a:pt x="1101" y="668"/>
                    <a:pt x="834" y="401"/>
                  </a:cubicBezTo>
                  <a:cubicBezTo>
                    <a:pt x="734" y="334"/>
                    <a:pt x="567" y="201"/>
                    <a:pt x="400" y="101"/>
                  </a:cubicBezTo>
                  <a:cubicBezTo>
                    <a:pt x="267" y="34"/>
                    <a:pt x="134" y="1"/>
                    <a:pt x="134"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1" name="Google Shape;1081;p9"/>
            <p:cNvSpPr/>
            <p:nvPr/>
          </p:nvSpPr>
          <p:spPr>
            <a:xfrm>
              <a:off x="4125625" y="2560600"/>
              <a:ext cx="49225" cy="49225"/>
            </a:xfrm>
            <a:custGeom>
              <a:avLst/>
              <a:gdLst/>
              <a:ahLst/>
              <a:cxnLst/>
              <a:rect l="l" t="t" r="r" b="b"/>
              <a:pathLst>
                <a:path w="1969" h="1969" extrusionOk="0">
                  <a:moveTo>
                    <a:pt x="167" y="1"/>
                  </a:moveTo>
                  <a:cubicBezTo>
                    <a:pt x="134" y="1"/>
                    <a:pt x="0" y="168"/>
                    <a:pt x="0" y="201"/>
                  </a:cubicBezTo>
                  <a:cubicBezTo>
                    <a:pt x="0" y="201"/>
                    <a:pt x="467" y="801"/>
                    <a:pt x="834" y="1135"/>
                  </a:cubicBezTo>
                  <a:cubicBezTo>
                    <a:pt x="1168" y="1469"/>
                    <a:pt x="1768" y="1969"/>
                    <a:pt x="1768" y="1969"/>
                  </a:cubicBezTo>
                  <a:cubicBezTo>
                    <a:pt x="1801" y="1969"/>
                    <a:pt x="1968" y="1835"/>
                    <a:pt x="1968" y="1802"/>
                  </a:cubicBezTo>
                  <a:cubicBezTo>
                    <a:pt x="1968" y="1802"/>
                    <a:pt x="1535" y="1135"/>
                    <a:pt x="1201" y="768"/>
                  </a:cubicBezTo>
                  <a:cubicBezTo>
                    <a:pt x="834" y="434"/>
                    <a:pt x="167" y="1"/>
                    <a:pt x="167"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2" name="Google Shape;1082;p9"/>
            <p:cNvSpPr/>
            <p:nvPr/>
          </p:nvSpPr>
          <p:spPr>
            <a:xfrm>
              <a:off x="4199000" y="2578125"/>
              <a:ext cx="48400" cy="52550"/>
            </a:xfrm>
            <a:custGeom>
              <a:avLst/>
              <a:gdLst/>
              <a:ahLst/>
              <a:cxnLst/>
              <a:rect l="l" t="t" r="r" b="b"/>
              <a:pathLst>
                <a:path w="1936" h="2102" extrusionOk="0">
                  <a:moveTo>
                    <a:pt x="167" y="0"/>
                  </a:moveTo>
                  <a:cubicBezTo>
                    <a:pt x="101" y="0"/>
                    <a:pt x="1" y="167"/>
                    <a:pt x="1" y="234"/>
                  </a:cubicBezTo>
                  <a:cubicBezTo>
                    <a:pt x="1" y="234"/>
                    <a:pt x="501" y="801"/>
                    <a:pt x="835" y="1168"/>
                  </a:cubicBezTo>
                  <a:cubicBezTo>
                    <a:pt x="1168" y="1568"/>
                    <a:pt x="1735" y="2102"/>
                    <a:pt x="1735" y="2102"/>
                  </a:cubicBezTo>
                  <a:cubicBezTo>
                    <a:pt x="1769" y="2102"/>
                    <a:pt x="1935" y="1968"/>
                    <a:pt x="1935" y="1935"/>
                  </a:cubicBezTo>
                  <a:cubicBezTo>
                    <a:pt x="1935" y="1935"/>
                    <a:pt x="1535" y="1235"/>
                    <a:pt x="1201" y="834"/>
                  </a:cubicBezTo>
                  <a:cubicBezTo>
                    <a:pt x="1001" y="634"/>
                    <a:pt x="734" y="434"/>
                    <a:pt x="534" y="267"/>
                  </a:cubicBezTo>
                  <a:cubicBezTo>
                    <a:pt x="301" y="134"/>
                    <a:pt x="167" y="0"/>
                    <a:pt x="167"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3" name="Google Shape;1083;p9"/>
            <p:cNvSpPr/>
            <p:nvPr/>
          </p:nvSpPr>
          <p:spPr>
            <a:xfrm>
              <a:off x="4257375" y="2590625"/>
              <a:ext cx="39225" cy="43500"/>
            </a:xfrm>
            <a:custGeom>
              <a:avLst/>
              <a:gdLst/>
              <a:ahLst/>
              <a:cxnLst/>
              <a:rect l="l" t="t" r="r" b="b"/>
              <a:pathLst>
                <a:path w="1569" h="1740" extrusionOk="0">
                  <a:moveTo>
                    <a:pt x="201" y="1"/>
                  </a:moveTo>
                  <a:cubicBezTo>
                    <a:pt x="167" y="1"/>
                    <a:pt x="1" y="167"/>
                    <a:pt x="1" y="167"/>
                  </a:cubicBezTo>
                  <a:cubicBezTo>
                    <a:pt x="1" y="167"/>
                    <a:pt x="334" y="735"/>
                    <a:pt x="568" y="1068"/>
                  </a:cubicBezTo>
                  <a:cubicBezTo>
                    <a:pt x="868" y="1335"/>
                    <a:pt x="1368" y="1735"/>
                    <a:pt x="1368" y="1735"/>
                  </a:cubicBezTo>
                  <a:cubicBezTo>
                    <a:pt x="1371" y="1738"/>
                    <a:pt x="1375" y="1740"/>
                    <a:pt x="1379" y="1740"/>
                  </a:cubicBezTo>
                  <a:cubicBezTo>
                    <a:pt x="1424" y="1740"/>
                    <a:pt x="1538" y="1590"/>
                    <a:pt x="1568" y="1468"/>
                  </a:cubicBezTo>
                  <a:cubicBezTo>
                    <a:pt x="1568" y="1468"/>
                    <a:pt x="1201" y="968"/>
                    <a:pt x="935" y="668"/>
                  </a:cubicBezTo>
                  <a:cubicBezTo>
                    <a:pt x="701" y="401"/>
                    <a:pt x="201" y="1"/>
                    <a:pt x="201"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4" name="Google Shape;1084;p9"/>
            <p:cNvSpPr/>
            <p:nvPr/>
          </p:nvSpPr>
          <p:spPr>
            <a:xfrm>
              <a:off x="3546950" y="2861650"/>
              <a:ext cx="391900" cy="922350"/>
            </a:xfrm>
            <a:custGeom>
              <a:avLst/>
              <a:gdLst/>
              <a:ahLst/>
              <a:cxnLst/>
              <a:rect l="l" t="t" r="r" b="b"/>
              <a:pathLst>
                <a:path w="15676" h="36894" extrusionOk="0">
                  <a:moveTo>
                    <a:pt x="372" y="546"/>
                  </a:moveTo>
                  <a:cubicBezTo>
                    <a:pt x="477" y="580"/>
                    <a:pt x="619" y="601"/>
                    <a:pt x="798" y="601"/>
                  </a:cubicBezTo>
                  <a:cubicBezTo>
                    <a:pt x="798" y="601"/>
                    <a:pt x="3767" y="635"/>
                    <a:pt x="14908" y="668"/>
                  </a:cubicBezTo>
                  <a:cubicBezTo>
                    <a:pt x="14908" y="701"/>
                    <a:pt x="14908" y="768"/>
                    <a:pt x="14841" y="835"/>
                  </a:cubicBezTo>
                  <a:cubicBezTo>
                    <a:pt x="14808" y="1035"/>
                    <a:pt x="14775" y="1302"/>
                    <a:pt x="14674" y="1602"/>
                  </a:cubicBezTo>
                  <a:cubicBezTo>
                    <a:pt x="14508" y="2202"/>
                    <a:pt x="14341" y="2970"/>
                    <a:pt x="14141" y="3870"/>
                  </a:cubicBezTo>
                  <a:cubicBezTo>
                    <a:pt x="13740" y="5672"/>
                    <a:pt x="13207" y="8007"/>
                    <a:pt x="12640" y="10608"/>
                  </a:cubicBezTo>
                  <a:cubicBezTo>
                    <a:pt x="11506" y="15779"/>
                    <a:pt x="10138" y="22017"/>
                    <a:pt x="8970" y="27320"/>
                  </a:cubicBezTo>
                  <a:cubicBezTo>
                    <a:pt x="8670" y="28788"/>
                    <a:pt x="8337" y="30289"/>
                    <a:pt x="8070" y="31623"/>
                  </a:cubicBezTo>
                  <a:cubicBezTo>
                    <a:pt x="7970" y="31957"/>
                    <a:pt x="7936" y="32291"/>
                    <a:pt x="7836" y="32591"/>
                  </a:cubicBezTo>
                  <a:lnTo>
                    <a:pt x="7836" y="32624"/>
                  </a:lnTo>
                  <a:lnTo>
                    <a:pt x="7836" y="32691"/>
                  </a:lnTo>
                  <a:cubicBezTo>
                    <a:pt x="4167" y="16846"/>
                    <a:pt x="564" y="1002"/>
                    <a:pt x="564" y="1002"/>
                  </a:cubicBezTo>
                  <a:cubicBezTo>
                    <a:pt x="507" y="796"/>
                    <a:pt x="439" y="645"/>
                    <a:pt x="372" y="546"/>
                  </a:cubicBezTo>
                  <a:close/>
                  <a:moveTo>
                    <a:pt x="15675" y="1"/>
                  </a:moveTo>
                  <a:cubicBezTo>
                    <a:pt x="3933" y="101"/>
                    <a:pt x="798" y="101"/>
                    <a:pt x="798" y="101"/>
                  </a:cubicBezTo>
                  <a:cubicBezTo>
                    <a:pt x="303" y="101"/>
                    <a:pt x="90" y="264"/>
                    <a:pt x="160" y="404"/>
                  </a:cubicBezTo>
                  <a:lnTo>
                    <a:pt x="160" y="404"/>
                  </a:lnTo>
                  <a:cubicBezTo>
                    <a:pt x="58" y="430"/>
                    <a:pt x="1" y="637"/>
                    <a:pt x="64" y="1002"/>
                  </a:cubicBezTo>
                  <a:cubicBezTo>
                    <a:pt x="64" y="1002"/>
                    <a:pt x="965" y="5271"/>
                    <a:pt x="2332" y="11609"/>
                  </a:cubicBezTo>
                  <a:cubicBezTo>
                    <a:pt x="2999" y="14778"/>
                    <a:pt x="3800" y="18481"/>
                    <a:pt x="4667" y="22450"/>
                  </a:cubicBezTo>
                  <a:cubicBezTo>
                    <a:pt x="5668" y="27053"/>
                    <a:pt x="6769" y="31990"/>
                    <a:pt x="7836" y="36894"/>
                  </a:cubicBezTo>
                  <a:cubicBezTo>
                    <a:pt x="8170" y="35226"/>
                    <a:pt x="9104" y="31156"/>
                    <a:pt x="9904" y="27487"/>
                  </a:cubicBezTo>
                  <a:cubicBezTo>
                    <a:pt x="11072" y="22183"/>
                    <a:pt x="12406" y="15946"/>
                    <a:pt x="13474" y="10708"/>
                  </a:cubicBezTo>
                  <a:cubicBezTo>
                    <a:pt x="14007" y="8107"/>
                    <a:pt x="14508" y="5772"/>
                    <a:pt x="14908" y="3970"/>
                  </a:cubicBezTo>
                  <a:cubicBezTo>
                    <a:pt x="15275" y="1969"/>
                    <a:pt x="15542" y="535"/>
                    <a:pt x="15675"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5" name="Google Shape;1085;p9"/>
            <p:cNvSpPr/>
            <p:nvPr/>
          </p:nvSpPr>
          <p:spPr>
            <a:xfrm>
              <a:off x="3732000" y="2935875"/>
              <a:ext cx="25050" cy="789350"/>
            </a:xfrm>
            <a:custGeom>
              <a:avLst/>
              <a:gdLst/>
              <a:ahLst/>
              <a:cxnLst/>
              <a:rect l="l" t="t" r="r" b="b"/>
              <a:pathLst>
                <a:path w="1002" h="31574" extrusionOk="0">
                  <a:moveTo>
                    <a:pt x="484" y="1"/>
                  </a:moveTo>
                  <a:cubicBezTo>
                    <a:pt x="368" y="1"/>
                    <a:pt x="251" y="67"/>
                    <a:pt x="234" y="201"/>
                  </a:cubicBezTo>
                  <a:cubicBezTo>
                    <a:pt x="234" y="201"/>
                    <a:pt x="1" y="9674"/>
                    <a:pt x="1" y="15779"/>
                  </a:cubicBezTo>
                  <a:cubicBezTo>
                    <a:pt x="1" y="21850"/>
                    <a:pt x="234" y="31323"/>
                    <a:pt x="234" y="31323"/>
                  </a:cubicBezTo>
                  <a:cubicBezTo>
                    <a:pt x="234" y="31490"/>
                    <a:pt x="359" y="31573"/>
                    <a:pt x="484" y="31573"/>
                  </a:cubicBezTo>
                  <a:cubicBezTo>
                    <a:pt x="609" y="31573"/>
                    <a:pt x="734" y="31490"/>
                    <a:pt x="734" y="31323"/>
                  </a:cubicBezTo>
                  <a:cubicBezTo>
                    <a:pt x="734" y="31323"/>
                    <a:pt x="1001" y="21850"/>
                    <a:pt x="1001" y="15779"/>
                  </a:cubicBezTo>
                  <a:cubicBezTo>
                    <a:pt x="935" y="9674"/>
                    <a:pt x="734" y="201"/>
                    <a:pt x="734" y="201"/>
                  </a:cubicBezTo>
                  <a:cubicBezTo>
                    <a:pt x="718" y="67"/>
                    <a:pt x="601" y="1"/>
                    <a:pt x="484"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6" name="Google Shape;1086;p9"/>
            <p:cNvSpPr/>
            <p:nvPr/>
          </p:nvSpPr>
          <p:spPr>
            <a:xfrm>
              <a:off x="3550275" y="2873250"/>
              <a:ext cx="200750" cy="198850"/>
            </a:xfrm>
            <a:custGeom>
              <a:avLst/>
              <a:gdLst/>
              <a:ahLst/>
              <a:cxnLst/>
              <a:rect l="l" t="t" r="r" b="b"/>
              <a:pathLst>
                <a:path w="8030" h="7954" extrusionOk="0">
                  <a:moveTo>
                    <a:pt x="274" y="0"/>
                  </a:moveTo>
                  <a:cubicBezTo>
                    <a:pt x="169" y="0"/>
                    <a:pt x="0" y="178"/>
                    <a:pt x="31" y="271"/>
                  </a:cubicBezTo>
                  <a:cubicBezTo>
                    <a:pt x="31" y="271"/>
                    <a:pt x="2266" y="2706"/>
                    <a:pt x="3767" y="4207"/>
                  </a:cubicBezTo>
                  <a:cubicBezTo>
                    <a:pt x="5268" y="5708"/>
                    <a:pt x="7703" y="7943"/>
                    <a:pt x="7703" y="7943"/>
                  </a:cubicBezTo>
                  <a:cubicBezTo>
                    <a:pt x="7714" y="7950"/>
                    <a:pt x="7727" y="7953"/>
                    <a:pt x="7740" y="7953"/>
                  </a:cubicBezTo>
                  <a:cubicBezTo>
                    <a:pt x="7851" y="7953"/>
                    <a:pt x="8030" y="7735"/>
                    <a:pt x="7970" y="7676"/>
                  </a:cubicBezTo>
                  <a:cubicBezTo>
                    <a:pt x="7970" y="7676"/>
                    <a:pt x="5769" y="5208"/>
                    <a:pt x="4267" y="3706"/>
                  </a:cubicBezTo>
                  <a:cubicBezTo>
                    <a:pt x="2766" y="2205"/>
                    <a:pt x="298" y="4"/>
                    <a:pt x="298" y="4"/>
                  </a:cubicBezTo>
                  <a:cubicBezTo>
                    <a:pt x="290" y="1"/>
                    <a:pt x="282" y="0"/>
                    <a:pt x="274"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7" name="Google Shape;1087;p9"/>
            <p:cNvSpPr/>
            <p:nvPr/>
          </p:nvSpPr>
          <p:spPr>
            <a:xfrm>
              <a:off x="3567275" y="2971175"/>
              <a:ext cx="176875" cy="173775"/>
            </a:xfrm>
            <a:custGeom>
              <a:avLst/>
              <a:gdLst/>
              <a:ahLst/>
              <a:cxnLst/>
              <a:rect l="l" t="t" r="r" b="b"/>
              <a:pathLst>
                <a:path w="7075" h="6951" extrusionOk="0">
                  <a:moveTo>
                    <a:pt x="275" y="1"/>
                  </a:moveTo>
                  <a:cubicBezTo>
                    <a:pt x="178" y="1"/>
                    <a:pt x="0" y="200"/>
                    <a:pt x="85" y="256"/>
                  </a:cubicBezTo>
                  <a:cubicBezTo>
                    <a:pt x="85" y="256"/>
                    <a:pt x="1986" y="2391"/>
                    <a:pt x="3287" y="3726"/>
                  </a:cubicBezTo>
                  <a:cubicBezTo>
                    <a:pt x="4588" y="5027"/>
                    <a:pt x="6756" y="6928"/>
                    <a:pt x="6756" y="6928"/>
                  </a:cubicBezTo>
                  <a:cubicBezTo>
                    <a:pt x="6762" y="6943"/>
                    <a:pt x="6773" y="6950"/>
                    <a:pt x="6789" y="6950"/>
                  </a:cubicBezTo>
                  <a:cubicBezTo>
                    <a:pt x="6873" y="6950"/>
                    <a:pt x="7074" y="6751"/>
                    <a:pt x="6990" y="6694"/>
                  </a:cubicBezTo>
                  <a:cubicBezTo>
                    <a:pt x="6990" y="6694"/>
                    <a:pt x="5089" y="4560"/>
                    <a:pt x="3788" y="3225"/>
                  </a:cubicBezTo>
                  <a:cubicBezTo>
                    <a:pt x="2487" y="1924"/>
                    <a:pt x="318" y="23"/>
                    <a:pt x="318" y="23"/>
                  </a:cubicBezTo>
                  <a:cubicBezTo>
                    <a:pt x="308" y="7"/>
                    <a:pt x="293" y="1"/>
                    <a:pt x="275"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8" name="Google Shape;1088;p9"/>
            <p:cNvSpPr/>
            <p:nvPr/>
          </p:nvSpPr>
          <p:spPr>
            <a:xfrm>
              <a:off x="3592000" y="3071500"/>
              <a:ext cx="148175" cy="146525"/>
            </a:xfrm>
            <a:custGeom>
              <a:avLst/>
              <a:gdLst/>
              <a:ahLst/>
              <a:cxnLst/>
              <a:rect l="l" t="t" r="r" b="b"/>
              <a:pathLst>
                <a:path w="5927" h="5861" extrusionOk="0">
                  <a:moveTo>
                    <a:pt x="256" y="1"/>
                  </a:moveTo>
                  <a:cubicBezTo>
                    <a:pt x="151" y="1"/>
                    <a:pt x="1" y="188"/>
                    <a:pt x="30" y="246"/>
                  </a:cubicBezTo>
                  <a:cubicBezTo>
                    <a:pt x="30" y="246"/>
                    <a:pt x="1631" y="2081"/>
                    <a:pt x="2699" y="3182"/>
                  </a:cubicBezTo>
                  <a:cubicBezTo>
                    <a:pt x="3799" y="4249"/>
                    <a:pt x="5634" y="5850"/>
                    <a:pt x="5634" y="5850"/>
                  </a:cubicBezTo>
                  <a:cubicBezTo>
                    <a:pt x="5638" y="5858"/>
                    <a:pt x="5644" y="5861"/>
                    <a:pt x="5653" y="5861"/>
                  </a:cubicBezTo>
                  <a:cubicBezTo>
                    <a:pt x="5722" y="5861"/>
                    <a:pt x="5927" y="5643"/>
                    <a:pt x="5867" y="5583"/>
                  </a:cubicBezTo>
                  <a:cubicBezTo>
                    <a:pt x="5867" y="5583"/>
                    <a:pt x="4300" y="3749"/>
                    <a:pt x="3199" y="2681"/>
                  </a:cubicBezTo>
                  <a:cubicBezTo>
                    <a:pt x="2131" y="1581"/>
                    <a:pt x="297" y="13"/>
                    <a:pt x="297" y="13"/>
                  </a:cubicBezTo>
                  <a:cubicBezTo>
                    <a:pt x="285" y="5"/>
                    <a:pt x="271" y="1"/>
                    <a:pt x="256"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9" name="Google Shape;1089;p9"/>
            <p:cNvSpPr/>
            <p:nvPr/>
          </p:nvSpPr>
          <p:spPr>
            <a:xfrm>
              <a:off x="3620250" y="3171050"/>
              <a:ext cx="116725" cy="116025"/>
            </a:xfrm>
            <a:custGeom>
              <a:avLst/>
              <a:gdLst/>
              <a:ahLst/>
              <a:cxnLst/>
              <a:rect l="l" t="t" r="r" b="b"/>
              <a:pathLst>
                <a:path w="4669" h="4641" extrusionOk="0">
                  <a:moveTo>
                    <a:pt x="234" y="0"/>
                  </a:moveTo>
                  <a:cubicBezTo>
                    <a:pt x="201" y="0"/>
                    <a:pt x="1" y="234"/>
                    <a:pt x="1" y="267"/>
                  </a:cubicBezTo>
                  <a:cubicBezTo>
                    <a:pt x="1" y="267"/>
                    <a:pt x="1202" y="1668"/>
                    <a:pt x="2069" y="2569"/>
                  </a:cubicBezTo>
                  <a:cubicBezTo>
                    <a:pt x="2903" y="3436"/>
                    <a:pt x="4371" y="4637"/>
                    <a:pt x="4371" y="4637"/>
                  </a:cubicBezTo>
                  <a:cubicBezTo>
                    <a:pt x="4373" y="4639"/>
                    <a:pt x="4376" y="4640"/>
                    <a:pt x="4380" y="4640"/>
                  </a:cubicBezTo>
                  <a:cubicBezTo>
                    <a:pt x="4438" y="4640"/>
                    <a:pt x="4669" y="4435"/>
                    <a:pt x="4637" y="4403"/>
                  </a:cubicBezTo>
                  <a:cubicBezTo>
                    <a:pt x="4637" y="4403"/>
                    <a:pt x="3403" y="2969"/>
                    <a:pt x="2536" y="2102"/>
                  </a:cubicBezTo>
                  <a:cubicBezTo>
                    <a:pt x="1702" y="1235"/>
                    <a:pt x="234" y="0"/>
                    <a:pt x="234"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0" name="Google Shape;1090;p9"/>
            <p:cNvSpPr/>
            <p:nvPr/>
          </p:nvSpPr>
          <p:spPr>
            <a:xfrm>
              <a:off x="3637025" y="3259150"/>
              <a:ext cx="104125" cy="102125"/>
            </a:xfrm>
            <a:custGeom>
              <a:avLst/>
              <a:gdLst/>
              <a:ahLst/>
              <a:cxnLst/>
              <a:rect l="l" t="t" r="r" b="b"/>
              <a:pathLst>
                <a:path w="4165" h="4085" extrusionOk="0">
                  <a:moveTo>
                    <a:pt x="266" y="0"/>
                  </a:moveTo>
                  <a:cubicBezTo>
                    <a:pt x="177" y="0"/>
                    <a:pt x="1" y="187"/>
                    <a:pt x="30" y="246"/>
                  </a:cubicBezTo>
                  <a:cubicBezTo>
                    <a:pt x="30" y="246"/>
                    <a:pt x="1064" y="1547"/>
                    <a:pt x="1832" y="2280"/>
                  </a:cubicBezTo>
                  <a:cubicBezTo>
                    <a:pt x="2565" y="3048"/>
                    <a:pt x="3866" y="4082"/>
                    <a:pt x="3866" y="4082"/>
                  </a:cubicBezTo>
                  <a:cubicBezTo>
                    <a:pt x="3869" y="4084"/>
                    <a:pt x="3872" y="4085"/>
                    <a:pt x="3876" y="4085"/>
                  </a:cubicBezTo>
                  <a:cubicBezTo>
                    <a:pt x="3934" y="4085"/>
                    <a:pt x="4164" y="3879"/>
                    <a:pt x="4133" y="3848"/>
                  </a:cubicBezTo>
                  <a:cubicBezTo>
                    <a:pt x="4133" y="3848"/>
                    <a:pt x="3066" y="2547"/>
                    <a:pt x="2332" y="1780"/>
                  </a:cubicBezTo>
                  <a:cubicBezTo>
                    <a:pt x="1565" y="1046"/>
                    <a:pt x="297" y="12"/>
                    <a:pt x="297" y="12"/>
                  </a:cubicBezTo>
                  <a:cubicBezTo>
                    <a:pt x="289" y="4"/>
                    <a:pt x="278" y="0"/>
                    <a:pt x="266"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1" name="Google Shape;1091;p9"/>
            <p:cNvSpPr/>
            <p:nvPr/>
          </p:nvSpPr>
          <p:spPr>
            <a:xfrm>
              <a:off x="3654450" y="3345325"/>
              <a:ext cx="86700" cy="86000"/>
            </a:xfrm>
            <a:custGeom>
              <a:avLst/>
              <a:gdLst/>
              <a:ahLst/>
              <a:cxnLst/>
              <a:rect l="l" t="t" r="r" b="b"/>
              <a:pathLst>
                <a:path w="3468" h="3440" extrusionOk="0">
                  <a:moveTo>
                    <a:pt x="267" y="1"/>
                  </a:moveTo>
                  <a:cubicBezTo>
                    <a:pt x="201" y="1"/>
                    <a:pt x="0" y="234"/>
                    <a:pt x="0" y="268"/>
                  </a:cubicBezTo>
                  <a:cubicBezTo>
                    <a:pt x="0" y="268"/>
                    <a:pt x="834" y="1335"/>
                    <a:pt x="1468" y="1969"/>
                  </a:cubicBezTo>
                  <a:cubicBezTo>
                    <a:pt x="2102" y="2603"/>
                    <a:pt x="3169" y="3437"/>
                    <a:pt x="3169" y="3437"/>
                  </a:cubicBezTo>
                  <a:cubicBezTo>
                    <a:pt x="3172" y="3439"/>
                    <a:pt x="3175" y="3440"/>
                    <a:pt x="3179" y="3440"/>
                  </a:cubicBezTo>
                  <a:cubicBezTo>
                    <a:pt x="3237" y="3440"/>
                    <a:pt x="3467" y="3232"/>
                    <a:pt x="3436" y="3170"/>
                  </a:cubicBezTo>
                  <a:cubicBezTo>
                    <a:pt x="3436" y="3170"/>
                    <a:pt x="2602" y="2102"/>
                    <a:pt x="1968" y="1469"/>
                  </a:cubicBezTo>
                  <a:cubicBezTo>
                    <a:pt x="1335" y="835"/>
                    <a:pt x="267" y="1"/>
                    <a:pt x="267"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2" name="Google Shape;1092;p9"/>
            <p:cNvSpPr/>
            <p:nvPr/>
          </p:nvSpPr>
          <p:spPr>
            <a:xfrm>
              <a:off x="3675300" y="3424550"/>
              <a:ext cx="69225" cy="69325"/>
            </a:xfrm>
            <a:custGeom>
              <a:avLst/>
              <a:gdLst/>
              <a:ahLst/>
              <a:cxnLst/>
              <a:rect l="l" t="t" r="r" b="b"/>
              <a:pathLst>
                <a:path w="2769" h="2773" extrusionOk="0">
                  <a:moveTo>
                    <a:pt x="267" y="1"/>
                  </a:moveTo>
                  <a:cubicBezTo>
                    <a:pt x="200" y="1"/>
                    <a:pt x="0" y="268"/>
                    <a:pt x="0" y="268"/>
                  </a:cubicBezTo>
                  <a:cubicBezTo>
                    <a:pt x="0" y="268"/>
                    <a:pt x="634" y="1135"/>
                    <a:pt x="1134" y="1635"/>
                  </a:cubicBezTo>
                  <a:cubicBezTo>
                    <a:pt x="1635" y="2136"/>
                    <a:pt x="2502" y="2770"/>
                    <a:pt x="2502" y="2770"/>
                  </a:cubicBezTo>
                  <a:cubicBezTo>
                    <a:pt x="2502" y="2772"/>
                    <a:pt x="2503" y="2773"/>
                    <a:pt x="2505" y="2773"/>
                  </a:cubicBezTo>
                  <a:cubicBezTo>
                    <a:pt x="2536" y="2773"/>
                    <a:pt x="2769" y="2565"/>
                    <a:pt x="2769" y="2503"/>
                  </a:cubicBezTo>
                  <a:cubicBezTo>
                    <a:pt x="2769" y="2503"/>
                    <a:pt x="2135" y="1635"/>
                    <a:pt x="1635" y="1135"/>
                  </a:cubicBezTo>
                  <a:cubicBezTo>
                    <a:pt x="1134" y="635"/>
                    <a:pt x="267" y="1"/>
                    <a:pt x="267"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3" name="Google Shape;1093;p9"/>
            <p:cNvSpPr/>
            <p:nvPr/>
          </p:nvSpPr>
          <p:spPr>
            <a:xfrm>
              <a:off x="3692800" y="3494600"/>
              <a:ext cx="50075" cy="50150"/>
            </a:xfrm>
            <a:custGeom>
              <a:avLst/>
              <a:gdLst/>
              <a:ahLst/>
              <a:cxnLst/>
              <a:rect l="l" t="t" r="r" b="b"/>
              <a:pathLst>
                <a:path w="2003" h="2006" extrusionOk="0">
                  <a:moveTo>
                    <a:pt x="268" y="1"/>
                  </a:moveTo>
                  <a:cubicBezTo>
                    <a:pt x="234" y="1"/>
                    <a:pt x="1" y="201"/>
                    <a:pt x="1" y="268"/>
                  </a:cubicBezTo>
                  <a:cubicBezTo>
                    <a:pt x="1" y="268"/>
                    <a:pt x="434" y="902"/>
                    <a:pt x="768" y="1235"/>
                  </a:cubicBezTo>
                  <a:cubicBezTo>
                    <a:pt x="1102" y="1602"/>
                    <a:pt x="1769" y="2002"/>
                    <a:pt x="1769" y="2002"/>
                  </a:cubicBezTo>
                  <a:cubicBezTo>
                    <a:pt x="1769" y="2005"/>
                    <a:pt x="1770" y="2006"/>
                    <a:pt x="1772" y="2006"/>
                  </a:cubicBezTo>
                  <a:cubicBezTo>
                    <a:pt x="1799" y="2006"/>
                    <a:pt x="2002" y="1798"/>
                    <a:pt x="2002" y="1735"/>
                  </a:cubicBezTo>
                  <a:cubicBezTo>
                    <a:pt x="2002" y="1735"/>
                    <a:pt x="1602" y="1102"/>
                    <a:pt x="1268" y="768"/>
                  </a:cubicBezTo>
                  <a:cubicBezTo>
                    <a:pt x="935" y="401"/>
                    <a:pt x="268" y="1"/>
                    <a:pt x="268"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4" name="Google Shape;1094;p9"/>
            <p:cNvSpPr/>
            <p:nvPr/>
          </p:nvSpPr>
          <p:spPr>
            <a:xfrm>
              <a:off x="3686125" y="2931700"/>
              <a:ext cx="60075" cy="60975"/>
            </a:xfrm>
            <a:custGeom>
              <a:avLst/>
              <a:gdLst/>
              <a:ahLst/>
              <a:cxnLst/>
              <a:rect l="l" t="t" r="r" b="b"/>
              <a:pathLst>
                <a:path w="2403" h="2439" extrusionOk="0">
                  <a:moveTo>
                    <a:pt x="234" y="1"/>
                  </a:moveTo>
                  <a:cubicBezTo>
                    <a:pt x="201" y="1"/>
                    <a:pt x="1" y="201"/>
                    <a:pt x="1" y="268"/>
                  </a:cubicBezTo>
                  <a:cubicBezTo>
                    <a:pt x="1" y="268"/>
                    <a:pt x="535" y="1035"/>
                    <a:pt x="935" y="1469"/>
                  </a:cubicBezTo>
                  <a:cubicBezTo>
                    <a:pt x="1369" y="1869"/>
                    <a:pt x="2169" y="2436"/>
                    <a:pt x="2169" y="2436"/>
                  </a:cubicBezTo>
                  <a:cubicBezTo>
                    <a:pt x="2169" y="2438"/>
                    <a:pt x="2170" y="2439"/>
                    <a:pt x="2171" y="2439"/>
                  </a:cubicBezTo>
                  <a:cubicBezTo>
                    <a:pt x="2196" y="2439"/>
                    <a:pt x="2403" y="2200"/>
                    <a:pt x="2403" y="2169"/>
                  </a:cubicBezTo>
                  <a:cubicBezTo>
                    <a:pt x="2403" y="2169"/>
                    <a:pt x="1869" y="1368"/>
                    <a:pt x="1435" y="968"/>
                  </a:cubicBezTo>
                  <a:cubicBezTo>
                    <a:pt x="1035" y="535"/>
                    <a:pt x="234" y="1"/>
                    <a:pt x="234"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5" name="Google Shape;1095;p9"/>
            <p:cNvSpPr/>
            <p:nvPr/>
          </p:nvSpPr>
          <p:spPr>
            <a:xfrm>
              <a:off x="3709475" y="3574675"/>
              <a:ext cx="33400" cy="33375"/>
            </a:xfrm>
            <a:custGeom>
              <a:avLst/>
              <a:gdLst/>
              <a:ahLst/>
              <a:cxnLst/>
              <a:rect l="l" t="t" r="r" b="b"/>
              <a:pathLst>
                <a:path w="1336" h="1335" extrusionOk="0">
                  <a:moveTo>
                    <a:pt x="268" y="0"/>
                  </a:moveTo>
                  <a:cubicBezTo>
                    <a:pt x="268" y="0"/>
                    <a:pt x="1" y="234"/>
                    <a:pt x="1" y="267"/>
                  </a:cubicBezTo>
                  <a:cubicBezTo>
                    <a:pt x="1" y="267"/>
                    <a:pt x="234" y="734"/>
                    <a:pt x="435" y="934"/>
                  </a:cubicBezTo>
                  <a:cubicBezTo>
                    <a:pt x="635" y="1134"/>
                    <a:pt x="1102" y="1334"/>
                    <a:pt x="1102" y="1334"/>
                  </a:cubicBezTo>
                  <a:lnTo>
                    <a:pt x="1335" y="1101"/>
                  </a:lnTo>
                  <a:cubicBezTo>
                    <a:pt x="1335" y="1101"/>
                    <a:pt x="1135" y="634"/>
                    <a:pt x="935" y="434"/>
                  </a:cubicBezTo>
                  <a:cubicBezTo>
                    <a:pt x="735" y="234"/>
                    <a:pt x="268" y="0"/>
                    <a:pt x="268"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6" name="Google Shape;1096;p9"/>
            <p:cNvSpPr/>
            <p:nvPr/>
          </p:nvSpPr>
          <p:spPr>
            <a:xfrm>
              <a:off x="3808025" y="2926400"/>
              <a:ext cx="91425" cy="85775"/>
            </a:xfrm>
            <a:custGeom>
              <a:avLst/>
              <a:gdLst/>
              <a:ahLst/>
              <a:cxnLst/>
              <a:rect l="l" t="t" r="r" b="b"/>
              <a:pathLst>
                <a:path w="3657" h="3431" extrusionOk="0">
                  <a:moveTo>
                    <a:pt x="3460" y="1"/>
                  </a:moveTo>
                  <a:cubicBezTo>
                    <a:pt x="3449" y="1"/>
                    <a:pt x="3439" y="4"/>
                    <a:pt x="3431" y="13"/>
                  </a:cubicBezTo>
                  <a:cubicBezTo>
                    <a:pt x="3431" y="13"/>
                    <a:pt x="2330" y="913"/>
                    <a:pt x="1663" y="1547"/>
                  </a:cubicBezTo>
                  <a:cubicBezTo>
                    <a:pt x="996" y="2181"/>
                    <a:pt x="28" y="3248"/>
                    <a:pt x="28" y="3248"/>
                  </a:cubicBezTo>
                  <a:cubicBezTo>
                    <a:pt x="1" y="3304"/>
                    <a:pt x="113" y="3431"/>
                    <a:pt x="170" y="3431"/>
                  </a:cubicBezTo>
                  <a:cubicBezTo>
                    <a:pt x="181" y="3431"/>
                    <a:pt x="190" y="3426"/>
                    <a:pt x="195" y="3415"/>
                  </a:cubicBezTo>
                  <a:cubicBezTo>
                    <a:pt x="195" y="3415"/>
                    <a:pt x="1329" y="2514"/>
                    <a:pt x="1997" y="1881"/>
                  </a:cubicBezTo>
                  <a:cubicBezTo>
                    <a:pt x="2664" y="1247"/>
                    <a:pt x="3598" y="179"/>
                    <a:pt x="3598" y="179"/>
                  </a:cubicBezTo>
                  <a:cubicBezTo>
                    <a:pt x="3656" y="179"/>
                    <a:pt x="3536" y="1"/>
                    <a:pt x="3460"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7" name="Google Shape;1097;p9"/>
            <p:cNvSpPr/>
            <p:nvPr/>
          </p:nvSpPr>
          <p:spPr>
            <a:xfrm>
              <a:off x="3846250" y="2989250"/>
              <a:ext cx="32550" cy="33500"/>
            </a:xfrm>
            <a:custGeom>
              <a:avLst/>
              <a:gdLst/>
              <a:ahLst/>
              <a:cxnLst/>
              <a:rect l="l" t="t" r="r" b="b"/>
              <a:pathLst>
                <a:path w="1302" h="1340" extrusionOk="0">
                  <a:moveTo>
                    <a:pt x="1068" y="0"/>
                  </a:moveTo>
                  <a:cubicBezTo>
                    <a:pt x="1068" y="0"/>
                    <a:pt x="701" y="267"/>
                    <a:pt x="501" y="534"/>
                  </a:cubicBezTo>
                  <a:cubicBezTo>
                    <a:pt x="267" y="801"/>
                    <a:pt x="1" y="1201"/>
                    <a:pt x="1" y="1201"/>
                  </a:cubicBezTo>
                  <a:cubicBezTo>
                    <a:pt x="1" y="1201"/>
                    <a:pt x="138" y="1339"/>
                    <a:pt x="189" y="1339"/>
                  </a:cubicBezTo>
                  <a:cubicBezTo>
                    <a:pt x="194" y="1339"/>
                    <a:pt x="198" y="1338"/>
                    <a:pt x="201" y="1335"/>
                  </a:cubicBezTo>
                  <a:cubicBezTo>
                    <a:pt x="201" y="1335"/>
                    <a:pt x="634" y="1068"/>
                    <a:pt x="868" y="834"/>
                  </a:cubicBezTo>
                  <a:cubicBezTo>
                    <a:pt x="968" y="701"/>
                    <a:pt x="1068" y="534"/>
                    <a:pt x="1168" y="367"/>
                  </a:cubicBezTo>
                  <a:cubicBezTo>
                    <a:pt x="1235" y="234"/>
                    <a:pt x="1301" y="134"/>
                    <a:pt x="1301" y="134"/>
                  </a:cubicBezTo>
                  <a:lnTo>
                    <a:pt x="1068" y="0"/>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8" name="Google Shape;1098;p9"/>
            <p:cNvSpPr/>
            <p:nvPr/>
          </p:nvSpPr>
          <p:spPr>
            <a:xfrm>
              <a:off x="3815400" y="3059300"/>
              <a:ext cx="50050" cy="48400"/>
            </a:xfrm>
            <a:custGeom>
              <a:avLst/>
              <a:gdLst/>
              <a:ahLst/>
              <a:cxnLst/>
              <a:rect l="l" t="t" r="r" b="b"/>
              <a:pathLst>
                <a:path w="2002" h="1936" extrusionOk="0">
                  <a:moveTo>
                    <a:pt x="1768" y="0"/>
                  </a:moveTo>
                  <a:cubicBezTo>
                    <a:pt x="1768" y="0"/>
                    <a:pt x="1201" y="434"/>
                    <a:pt x="868" y="834"/>
                  </a:cubicBezTo>
                  <a:cubicBezTo>
                    <a:pt x="534" y="1168"/>
                    <a:pt x="34" y="1735"/>
                    <a:pt x="34" y="1735"/>
                  </a:cubicBezTo>
                  <a:cubicBezTo>
                    <a:pt x="0" y="1735"/>
                    <a:pt x="100" y="1902"/>
                    <a:pt x="200" y="1935"/>
                  </a:cubicBezTo>
                  <a:cubicBezTo>
                    <a:pt x="200" y="1935"/>
                    <a:pt x="868" y="1535"/>
                    <a:pt x="1235" y="1201"/>
                  </a:cubicBezTo>
                  <a:cubicBezTo>
                    <a:pt x="1568" y="834"/>
                    <a:pt x="2002" y="167"/>
                    <a:pt x="2002" y="167"/>
                  </a:cubicBezTo>
                  <a:cubicBezTo>
                    <a:pt x="2002" y="101"/>
                    <a:pt x="1835" y="0"/>
                    <a:pt x="1768"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9" name="Google Shape;1099;p9"/>
            <p:cNvSpPr/>
            <p:nvPr/>
          </p:nvSpPr>
          <p:spPr>
            <a:xfrm>
              <a:off x="3794550" y="3131850"/>
              <a:ext cx="52550" cy="49225"/>
            </a:xfrm>
            <a:custGeom>
              <a:avLst/>
              <a:gdLst/>
              <a:ahLst/>
              <a:cxnLst/>
              <a:rect l="l" t="t" r="r" b="b"/>
              <a:pathLst>
                <a:path w="2102" h="1969" extrusionOk="0">
                  <a:moveTo>
                    <a:pt x="1902" y="1"/>
                  </a:moveTo>
                  <a:cubicBezTo>
                    <a:pt x="1902" y="1"/>
                    <a:pt x="1335" y="501"/>
                    <a:pt x="934" y="834"/>
                  </a:cubicBezTo>
                  <a:cubicBezTo>
                    <a:pt x="567" y="1168"/>
                    <a:pt x="34" y="1768"/>
                    <a:pt x="34" y="1768"/>
                  </a:cubicBezTo>
                  <a:cubicBezTo>
                    <a:pt x="0" y="1768"/>
                    <a:pt x="100" y="1935"/>
                    <a:pt x="201" y="1969"/>
                  </a:cubicBezTo>
                  <a:cubicBezTo>
                    <a:pt x="201" y="1969"/>
                    <a:pt x="901" y="1535"/>
                    <a:pt x="1268" y="1201"/>
                  </a:cubicBezTo>
                  <a:cubicBezTo>
                    <a:pt x="1501" y="1001"/>
                    <a:pt x="1702" y="734"/>
                    <a:pt x="1868" y="534"/>
                  </a:cubicBezTo>
                  <a:cubicBezTo>
                    <a:pt x="2002" y="334"/>
                    <a:pt x="2102" y="167"/>
                    <a:pt x="2102" y="167"/>
                  </a:cubicBezTo>
                  <a:cubicBezTo>
                    <a:pt x="2102" y="134"/>
                    <a:pt x="1935" y="1"/>
                    <a:pt x="1902"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0" name="Google Shape;1100;p9"/>
            <p:cNvSpPr/>
            <p:nvPr/>
          </p:nvSpPr>
          <p:spPr>
            <a:xfrm>
              <a:off x="3791200" y="3189400"/>
              <a:ext cx="42575" cy="39200"/>
            </a:xfrm>
            <a:custGeom>
              <a:avLst/>
              <a:gdLst/>
              <a:ahLst/>
              <a:cxnLst/>
              <a:rect l="l" t="t" r="r" b="b"/>
              <a:pathLst>
                <a:path w="1703" h="1568" extrusionOk="0">
                  <a:moveTo>
                    <a:pt x="1535" y="0"/>
                  </a:moveTo>
                  <a:cubicBezTo>
                    <a:pt x="1535" y="0"/>
                    <a:pt x="1002" y="334"/>
                    <a:pt x="668" y="567"/>
                  </a:cubicBezTo>
                  <a:cubicBezTo>
                    <a:pt x="368" y="867"/>
                    <a:pt x="1" y="1368"/>
                    <a:pt x="1" y="1368"/>
                  </a:cubicBezTo>
                  <a:cubicBezTo>
                    <a:pt x="1" y="1401"/>
                    <a:pt x="134" y="1568"/>
                    <a:pt x="234" y="1568"/>
                  </a:cubicBezTo>
                  <a:cubicBezTo>
                    <a:pt x="234" y="1568"/>
                    <a:pt x="735" y="1201"/>
                    <a:pt x="1035" y="968"/>
                  </a:cubicBezTo>
                  <a:cubicBezTo>
                    <a:pt x="1335" y="701"/>
                    <a:pt x="1702" y="200"/>
                    <a:pt x="1702" y="200"/>
                  </a:cubicBezTo>
                  <a:cubicBezTo>
                    <a:pt x="1702" y="167"/>
                    <a:pt x="1535" y="0"/>
                    <a:pt x="1535"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1" name="Google Shape;1101;p9"/>
            <p:cNvSpPr/>
            <p:nvPr/>
          </p:nvSpPr>
          <p:spPr>
            <a:xfrm>
              <a:off x="2641225" y="2484900"/>
              <a:ext cx="922350" cy="391800"/>
            </a:xfrm>
            <a:custGeom>
              <a:avLst/>
              <a:gdLst/>
              <a:ahLst/>
              <a:cxnLst/>
              <a:rect l="l" t="t" r="r" b="b"/>
              <a:pathLst>
                <a:path w="36894" h="15672" extrusionOk="0">
                  <a:moveTo>
                    <a:pt x="36402" y="294"/>
                  </a:moveTo>
                  <a:cubicBezTo>
                    <a:pt x="36356" y="406"/>
                    <a:pt x="36326" y="573"/>
                    <a:pt x="36326" y="794"/>
                  </a:cubicBezTo>
                  <a:cubicBezTo>
                    <a:pt x="36326" y="794"/>
                    <a:pt x="36293" y="3729"/>
                    <a:pt x="36226" y="14871"/>
                  </a:cubicBezTo>
                  <a:cubicBezTo>
                    <a:pt x="36193" y="14871"/>
                    <a:pt x="36160" y="14871"/>
                    <a:pt x="36060" y="14837"/>
                  </a:cubicBezTo>
                  <a:cubicBezTo>
                    <a:pt x="35859" y="14804"/>
                    <a:pt x="35626" y="14737"/>
                    <a:pt x="35326" y="14671"/>
                  </a:cubicBezTo>
                  <a:cubicBezTo>
                    <a:pt x="34692" y="14504"/>
                    <a:pt x="33958" y="14337"/>
                    <a:pt x="33024" y="14137"/>
                  </a:cubicBezTo>
                  <a:cubicBezTo>
                    <a:pt x="31223" y="13703"/>
                    <a:pt x="28888" y="13203"/>
                    <a:pt x="26319" y="12636"/>
                  </a:cubicBezTo>
                  <a:cubicBezTo>
                    <a:pt x="21149" y="11502"/>
                    <a:pt x="14878" y="10134"/>
                    <a:pt x="9607" y="8966"/>
                  </a:cubicBezTo>
                  <a:cubicBezTo>
                    <a:pt x="8140" y="8666"/>
                    <a:pt x="6639" y="8333"/>
                    <a:pt x="5304" y="8032"/>
                  </a:cubicBezTo>
                  <a:cubicBezTo>
                    <a:pt x="4971" y="7966"/>
                    <a:pt x="4637" y="7899"/>
                    <a:pt x="4337" y="7832"/>
                  </a:cubicBezTo>
                  <a:lnTo>
                    <a:pt x="4203" y="7832"/>
                  </a:lnTo>
                  <a:cubicBezTo>
                    <a:pt x="20048" y="4163"/>
                    <a:pt x="35893" y="527"/>
                    <a:pt x="35893" y="527"/>
                  </a:cubicBezTo>
                  <a:cubicBezTo>
                    <a:pt x="36140" y="458"/>
                    <a:pt x="36308" y="374"/>
                    <a:pt x="36402" y="294"/>
                  </a:cubicBezTo>
                  <a:close/>
                  <a:moveTo>
                    <a:pt x="36169" y="0"/>
                  </a:moveTo>
                  <a:cubicBezTo>
                    <a:pt x="36090" y="0"/>
                    <a:pt x="35998" y="8"/>
                    <a:pt x="35893" y="27"/>
                  </a:cubicBezTo>
                  <a:cubicBezTo>
                    <a:pt x="35893" y="27"/>
                    <a:pt x="31656" y="961"/>
                    <a:pt x="25319" y="2328"/>
                  </a:cubicBezTo>
                  <a:cubicBezTo>
                    <a:pt x="22150" y="2995"/>
                    <a:pt x="18447" y="3796"/>
                    <a:pt x="14477" y="4663"/>
                  </a:cubicBezTo>
                  <a:cubicBezTo>
                    <a:pt x="9841" y="5664"/>
                    <a:pt x="4937" y="6731"/>
                    <a:pt x="0" y="7832"/>
                  </a:cubicBezTo>
                  <a:cubicBezTo>
                    <a:pt x="1668" y="8166"/>
                    <a:pt x="5771" y="9066"/>
                    <a:pt x="9441" y="9867"/>
                  </a:cubicBezTo>
                  <a:cubicBezTo>
                    <a:pt x="14711" y="11035"/>
                    <a:pt x="20982" y="12369"/>
                    <a:pt x="26186" y="13470"/>
                  </a:cubicBezTo>
                  <a:cubicBezTo>
                    <a:pt x="28821" y="14003"/>
                    <a:pt x="31156" y="14504"/>
                    <a:pt x="32957" y="14871"/>
                  </a:cubicBezTo>
                  <a:cubicBezTo>
                    <a:pt x="34959" y="15238"/>
                    <a:pt x="36360" y="15538"/>
                    <a:pt x="36893" y="15671"/>
                  </a:cubicBezTo>
                  <a:cubicBezTo>
                    <a:pt x="36827" y="3896"/>
                    <a:pt x="36827" y="794"/>
                    <a:pt x="36827" y="794"/>
                  </a:cubicBezTo>
                  <a:cubicBezTo>
                    <a:pt x="36827" y="344"/>
                    <a:pt x="36702" y="118"/>
                    <a:pt x="36577" y="118"/>
                  </a:cubicBezTo>
                  <a:cubicBezTo>
                    <a:pt x="36548" y="118"/>
                    <a:pt x="36520" y="130"/>
                    <a:pt x="36493" y="153"/>
                  </a:cubicBezTo>
                  <a:lnTo>
                    <a:pt x="36493" y="153"/>
                  </a:lnTo>
                  <a:cubicBezTo>
                    <a:pt x="36499" y="64"/>
                    <a:pt x="36387" y="0"/>
                    <a:pt x="36169"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2" name="Google Shape;1102;p9"/>
            <p:cNvSpPr/>
            <p:nvPr/>
          </p:nvSpPr>
          <p:spPr>
            <a:xfrm>
              <a:off x="2697100" y="2668175"/>
              <a:ext cx="794750" cy="25050"/>
            </a:xfrm>
            <a:custGeom>
              <a:avLst/>
              <a:gdLst/>
              <a:ahLst/>
              <a:cxnLst/>
              <a:rect l="l" t="t" r="r" b="b"/>
              <a:pathLst>
                <a:path w="31790" h="1002" extrusionOk="0">
                  <a:moveTo>
                    <a:pt x="15912" y="1"/>
                  </a:moveTo>
                  <a:cubicBezTo>
                    <a:pt x="9807" y="1"/>
                    <a:pt x="334" y="234"/>
                    <a:pt x="334" y="234"/>
                  </a:cubicBezTo>
                  <a:cubicBezTo>
                    <a:pt x="0" y="234"/>
                    <a:pt x="0" y="735"/>
                    <a:pt x="334" y="735"/>
                  </a:cubicBezTo>
                  <a:cubicBezTo>
                    <a:pt x="334" y="735"/>
                    <a:pt x="9807" y="1002"/>
                    <a:pt x="15912" y="1002"/>
                  </a:cubicBezTo>
                  <a:cubicBezTo>
                    <a:pt x="21983" y="968"/>
                    <a:pt x="31456" y="735"/>
                    <a:pt x="31456" y="735"/>
                  </a:cubicBezTo>
                  <a:cubicBezTo>
                    <a:pt x="31790" y="701"/>
                    <a:pt x="31790" y="301"/>
                    <a:pt x="31456" y="234"/>
                  </a:cubicBezTo>
                  <a:cubicBezTo>
                    <a:pt x="31456" y="234"/>
                    <a:pt x="21983" y="1"/>
                    <a:pt x="15912"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3" name="Google Shape;1103;p9"/>
            <p:cNvSpPr/>
            <p:nvPr/>
          </p:nvSpPr>
          <p:spPr>
            <a:xfrm>
              <a:off x="3351275" y="2488275"/>
              <a:ext cx="201175" cy="198825"/>
            </a:xfrm>
            <a:custGeom>
              <a:avLst/>
              <a:gdLst/>
              <a:ahLst/>
              <a:cxnLst/>
              <a:rect l="l" t="t" r="r" b="b"/>
              <a:pathLst>
                <a:path w="8047" h="7953" extrusionOk="0">
                  <a:moveTo>
                    <a:pt x="7804" y="1"/>
                  </a:moveTo>
                  <a:cubicBezTo>
                    <a:pt x="7785" y="1"/>
                    <a:pt x="7769" y="8"/>
                    <a:pt x="7758" y="25"/>
                  </a:cubicBezTo>
                  <a:cubicBezTo>
                    <a:pt x="7758" y="25"/>
                    <a:pt x="5289" y="2227"/>
                    <a:pt x="3788" y="3728"/>
                  </a:cubicBezTo>
                  <a:cubicBezTo>
                    <a:pt x="2287" y="5229"/>
                    <a:pt x="85" y="7697"/>
                    <a:pt x="85" y="7697"/>
                  </a:cubicBezTo>
                  <a:cubicBezTo>
                    <a:pt x="1" y="7754"/>
                    <a:pt x="178" y="7953"/>
                    <a:pt x="276" y="7953"/>
                  </a:cubicBezTo>
                  <a:cubicBezTo>
                    <a:pt x="293" y="7953"/>
                    <a:pt x="309" y="7946"/>
                    <a:pt x="319" y="7931"/>
                  </a:cubicBezTo>
                  <a:cubicBezTo>
                    <a:pt x="319" y="7931"/>
                    <a:pt x="2787" y="5729"/>
                    <a:pt x="4288" y="4228"/>
                  </a:cubicBezTo>
                  <a:cubicBezTo>
                    <a:pt x="5790" y="2727"/>
                    <a:pt x="7991" y="259"/>
                    <a:pt x="7991" y="259"/>
                  </a:cubicBezTo>
                  <a:cubicBezTo>
                    <a:pt x="8046" y="176"/>
                    <a:pt x="7895" y="1"/>
                    <a:pt x="7804"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4" name="Google Shape;1104;p9"/>
            <p:cNvSpPr/>
            <p:nvPr/>
          </p:nvSpPr>
          <p:spPr>
            <a:xfrm>
              <a:off x="3279525" y="2505475"/>
              <a:ext cx="175575" cy="173250"/>
            </a:xfrm>
            <a:custGeom>
              <a:avLst/>
              <a:gdLst/>
              <a:ahLst/>
              <a:cxnLst/>
              <a:rect l="l" t="t" r="r" b="b"/>
              <a:pathLst>
                <a:path w="7023" h="6930" extrusionOk="0">
                  <a:moveTo>
                    <a:pt x="6776" y="1"/>
                  </a:moveTo>
                  <a:cubicBezTo>
                    <a:pt x="6769" y="1"/>
                    <a:pt x="6763" y="2"/>
                    <a:pt x="6758" y="4"/>
                  </a:cubicBezTo>
                  <a:cubicBezTo>
                    <a:pt x="6758" y="4"/>
                    <a:pt x="4623" y="1906"/>
                    <a:pt x="3289" y="3207"/>
                  </a:cubicBezTo>
                  <a:cubicBezTo>
                    <a:pt x="1988" y="4507"/>
                    <a:pt x="87" y="6676"/>
                    <a:pt x="87" y="6676"/>
                  </a:cubicBezTo>
                  <a:cubicBezTo>
                    <a:pt x="1" y="6704"/>
                    <a:pt x="185" y="6930"/>
                    <a:pt x="281" y="6930"/>
                  </a:cubicBezTo>
                  <a:cubicBezTo>
                    <a:pt x="297" y="6930"/>
                    <a:pt x="311" y="6923"/>
                    <a:pt x="320" y="6909"/>
                  </a:cubicBezTo>
                  <a:cubicBezTo>
                    <a:pt x="320" y="6909"/>
                    <a:pt x="2455" y="5008"/>
                    <a:pt x="3789" y="3707"/>
                  </a:cubicBezTo>
                  <a:cubicBezTo>
                    <a:pt x="5090" y="2406"/>
                    <a:pt x="6992" y="238"/>
                    <a:pt x="6992" y="238"/>
                  </a:cubicBezTo>
                  <a:cubicBezTo>
                    <a:pt x="7023" y="176"/>
                    <a:pt x="6854" y="1"/>
                    <a:pt x="6776"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5" name="Google Shape;1105;p9"/>
            <p:cNvSpPr/>
            <p:nvPr/>
          </p:nvSpPr>
          <p:spPr>
            <a:xfrm>
              <a:off x="3205100" y="2529450"/>
              <a:ext cx="149050" cy="146350"/>
            </a:xfrm>
            <a:custGeom>
              <a:avLst/>
              <a:gdLst/>
              <a:ahLst/>
              <a:cxnLst/>
              <a:rect l="l" t="t" r="r" b="b"/>
              <a:pathLst>
                <a:path w="5962" h="5854" extrusionOk="0">
                  <a:moveTo>
                    <a:pt x="5706" y="1"/>
                  </a:moveTo>
                  <a:cubicBezTo>
                    <a:pt x="5692" y="1"/>
                    <a:pt x="5678" y="4"/>
                    <a:pt x="5666" y="13"/>
                  </a:cubicBezTo>
                  <a:cubicBezTo>
                    <a:pt x="5666" y="13"/>
                    <a:pt x="3831" y="1580"/>
                    <a:pt x="2764" y="2681"/>
                  </a:cubicBezTo>
                  <a:cubicBezTo>
                    <a:pt x="1663" y="3749"/>
                    <a:pt x="95" y="5583"/>
                    <a:pt x="95" y="5583"/>
                  </a:cubicBezTo>
                  <a:cubicBezTo>
                    <a:pt x="1" y="5615"/>
                    <a:pt x="232" y="5853"/>
                    <a:pt x="315" y="5853"/>
                  </a:cubicBezTo>
                  <a:cubicBezTo>
                    <a:pt x="320" y="5853"/>
                    <a:pt x="325" y="5852"/>
                    <a:pt x="328" y="5850"/>
                  </a:cubicBezTo>
                  <a:cubicBezTo>
                    <a:pt x="328" y="5850"/>
                    <a:pt x="2163" y="4249"/>
                    <a:pt x="3264" y="3182"/>
                  </a:cubicBezTo>
                  <a:cubicBezTo>
                    <a:pt x="4331" y="2081"/>
                    <a:pt x="5932" y="246"/>
                    <a:pt x="5932" y="246"/>
                  </a:cubicBezTo>
                  <a:cubicBezTo>
                    <a:pt x="5962" y="188"/>
                    <a:pt x="5811" y="1"/>
                    <a:pt x="5706"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6" name="Google Shape;1106;p9"/>
            <p:cNvSpPr/>
            <p:nvPr/>
          </p:nvSpPr>
          <p:spPr>
            <a:xfrm>
              <a:off x="3136625" y="2557175"/>
              <a:ext cx="117500" cy="116125"/>
            </a:xfrm>
            <a:custGeom>
              <a:avLst/>
              <a:gdLst/>
              <a:ahLst/>
              <a:cxnLst/>
              <a:rect l="l" t="t" r="r" b="b"/>
              <a:pathLst>
                <a:path w="4700" h="4645" extrusionOk="0">
                  <a:moveTo>
                    <a:pt x="4420" y="1"/>
                  </a:moveTo>
                  <a:cubicBezTo>
                    <a:pt x="4413" y="1"/>
                    <a:pt x="4407" y="2"/>
                    <a:pt x="4402" y="4"/>
                  </a:cubicBezTo>
                  <a:cubicBezTo>
                    <a:pt x="4402" y="4"/>
                    <a:pt x="3001" y="1239"/>
                    <a:pt x="2133" y="2106"/>
                  </a:cubicBezTo>
                  <a:cubicBezTo>
                    <a:pt x="1233" y="2940"/>
                    <a:pt x="32" y="4408"/>
                    <a:pt x="32" y="4408"/>
                  </a:cubicBezTo>
                  <a:cubicBezTo>
                    <a:pt x="1" y="4439"/>
                    <a:pt x="202" y="4644"/>
                    <a:pt x="283" y="4644"/>
                  </a:cubicBezTo>
                  <a:cubicBezTo>
                    <a:pt x="289" y="4644"/>
                    <a:pt x="294" y="4643"/>
                    <a:pt x="299" y="4641"/>
                  </a:cubicBezTo>
                  <a:cubicBezTo>
                    <a:pt x="299" y="4641"/>
                    <a:pt x="1700" y="3440"/>
                    <a:pt x="2567" y="2573"/>
                  </a:cubicBezTo>
                  <a:cubicBezTo>
                    <a:pt x="3468" y="1739"/>
                    <a:pt x="4669" y="271"/>
                    <a:pt x="4669" y="271"/>
                  </a:cubicBezTo>
                  <a:cubicBezTo>
                    <a:pt x="4699" y="179"/>
                    <a:pt x="4502" y="1"/>
                    <a:pt x="4420"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7" name="Google Shape;1107;p9"/>
            <p:cNvSpPr/>
            <p:nvPr/>
          </p:nvSpPr>
          <p:spPr>
            <a:xfrm>
              <a:off x="3063300" y="2573950"/>
              <a:ext cx="103325" cy="102675"/>
            </a:xfrm>
            <a:custGeom>
              <a:avLst/>
              <a:gdLst/>
              <a:ahLst/>
              <a:cxnLst/>
              <a:rect l="l" t="t" r="r" b="b"/>
              <a:pathLst>
                <a:path w="4133" h="4107" extrusionOk="0">
                  <a:moveTo>
                    <a:pt x="3899" y="1"/>
                  </a:moveTo>
                  <a:cubicBezTo>
                    <a:pt x="3899" y="1"/>
                    <a:pt x="2598" y="1068"/>
                    <a:pt x="1831" y="1802"/>
                  </a:cubicBezTo>
                  <a:cubicBezTo>
                    <a:pt x="1097" y="2569"/>
                    <a:pt x="63" y="3837"/>
                    <a:pt x="63" y="3837"/>
                  </a:cubicBezTo>
                  <a:cubicBezTo>
                    <a:pt x="1" y="3899"/>
                    <a:pt x="229" y="4107"/>
                    <a:pt x="287" y="4107"/>
                  </a:cubicBezTo>
                  <a:cubicBezTo>
                    <a:pt x="291" y="4107"/>
                    <a:pt x="294" y="4106"/>
                    <a:pt x="296" y="4103"/>
                  </a:cubicBezTo>
                  <a:cubicBezTo>
                    <a:pt x="296" y="4103"/>
                    <a:pt x="1597" y="3069"/>
                    <a:pt x="2331" y="2302"/>
                  </a:cubicBezTo>
                  <a:cubicBezTo>
                    <a:pt x="3098" y="1568"/>
                    <a:pt x="4132" y="267"/>
                    <a:pt x="4132" y="267"/>
                  </a:cubicBezTo>
                  <a:cubicBezTo>
                    <a:pt x="4132" y="234"/>
                    <a:pt x="3932" y="1"/>
                    <a:pt x="3899"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8" name="Google Shape;1108;p9"/>
            <p:cNvSpPr/>
            <p:nvPr/>
          </p:nvSpPr>
          <p:spPr>
            <a:xfrm>
              <a:off x="2992425" y="2592025"/>
              <a:ext cx="87375" cy="85450"/>
            </a:xfrm>
            <a:custGeom>
              <a:avLst/>
              <a:gdLst/>
              <a:ahLst/>
              <a:cxnLst/>
              <a:rect l="l" t="t" r="r" b="b"/>
              <a:pathLst>
                <a:path w="3495" h="3418" extrusionOk="0">
                  <a:moveTo>
                    <a:pt x="3258" y="1"/>
                  </a:moveTo>
                  <a:cubicBezTo>
                    <a:pt x="3248" y="1"/>
                    <a:pt x="3239" y="4"/>
                    <a:pt x="3231" y="11"/>
                  </a:cubicBezTo>
                  <a:cubicBezTo>
                    <a:pt x="3231" y="11"/>
                    <a:pt x="2131" y="845"/>
                    <a:pt x="1497" y="1446"/>
                  </a:cubicBezTo>
                  <a:cubicBezTo>
                    <a:pt x="896" y="2080"/>
                    <a:pt x="63" y="3180"/>
                    <a:pt x="63" y="3180"/>
                  </a:cubicBezTo>
                  <a:cubicBezTo>
                    <a:pt x="0" y="3211"/>
                    <a:pt x="229" y="3417"/>
                    <a:pt x="286" y="3417"/>
                  </a:cubicBezTo>
                  <a:cubicBezTo>
                    <a:pt x="291" y="3417"/>
                    <a:pt x="294" y="3416"/>
                    <a:pt x="296" y="3414"/>
                  </a:cubicBezTo>
                  <a:cubicBezTo>
                    <a:pt x="296" y="3414"/>
                    <a:pt x="1397" y="2580"/>
                    <a:pt x="1997" y="1946"/>
                  </a:cubicBezTo>
                  <a:cubicBezTo>
                    <a:pt x="2631" y="1346"/>
                    <a:pt x="3465" y="245"/>
                    <a:pt x="3465" y="245"/>
                  </a:cubicBezTo>
                  <a:cubicBezTo>
                    <a:pt x="3495" y="215"/>
                    <a:pt x="3340" y="1"/>
                    <a:pt x="3258"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9" name="Google Shape;1109;p9"/>
            <p:cNvSpPr/>
            <p:nvPr/>
          </p:nvSpPr>
          <p:spPr>
            <a:xfrm>
              <a:off x="2929775" y="2612875"/>
              <a:ext cx="70075" cy="68675"/>
            </a:xfrm>
            <a:custGeom>
              <a:avLst/>
              <a:gdLst/>
              <a:ahLst/>
              <a:cxnLst/>
              <a:rect l="l" t="t" r="r" b="b"/>
              <a:pathLst>
                <a:path w="2803" h="2747" extrusionOk="0">
                  <a:moveTo>
                    <a:pt x="2585" y="1"/>
                  </a:moveTo>
                  <a:cubicBezTo>
                    <a:pt x="2578" y="1"/>
                    <a:pt x="2572" y="4"/>
                    <a:pt x="2569" y="11"/>
                  </a:cubicBezTo>
                  <a:cubicBezTo>
                    <a:pt x="2569" y="11"/>
                    <a:pt x="1668" y="612"/>
                    <a:pt x="1168" y="1112"/>
                  </a:cubicBezTo>
                  <a:cubicBezTo>
                    <a:pt x="667" y="1612"/>
                    <a:pt x="67" y="2513"/>
                    <a:pt x="67" y="2513"/>
                  </a:cubicBezTo>
                  <a:cubicBezTo>
                    <a:pt x="0" y="2513"/>
                    <a:pt x="267" y="2747"/>
                    <a:pt x="300" y="2747"/>
                  </a:cubicBezTo>
                  <a:cubicBezTo>
                    <a:pt x="300" y="2747"/>
                    <a:pt x="1168" y="2113"/>
                    <a:pt x="1668" y="1612"/>
                  </a:cubicBezTo>
                  <a:cubicBezTo>
                    <a:pt x="2168" y="1112"/>
                    <a:pt x="2802" y="245"/>
                    <a:pt x="2802" y="245"/>
                  </a:cubicBezTo>
                  <a:cubicBezTo>
                    <a:pt x="2802" y="215"/>
                    <a:pt x="2644" y="1"/>
                    <a:pt x="2585"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0" name="Google Shape;1110;p9"/>
            <p:cNvSpPr/>
            <p:nvPr/>
          </p:nvSpPr>
          <p:spPr>
            <a:xfrm>
              <a:off x="2878900" y="2629825"/>
              <a:ext cx="50900" cy="50050"/>
            </a:xfrm>
            <a:custGeom>
              <a:avLst/>
              <a:gdLst/>
              <a:ahLst/>
              <a:cxnLst/>
              <a:rect l="l" t="t" r="r" b="b"/>
              <a:pathLst>
                <a:path w="2036" h="2002" extrusionOk="0">
                  <a:moveTo>
                    <a:pt x="1802" y="0"/>
                  </a:moveTo>
                  <a:cubicBezTo>
                    <a:pt x="1802" y="0"/>
                    <a:pt x="1134" y="401"/>
                    <a:pt x="801" y="734"/>
                  </a:cubicBezTo>
                  <a:cubicBezTo>
                    <a:pt x="467" y="1068"/>
                    <a:pt x="34" y="1735"/>
                    <a:pt x="34" y="1735"/>
                  </a:cubicBezTo>
                  <a:cubicBezTo>
                    <a:pt x="0" y="1735"/>
                    <a:pt x="267" y="2002"/>
                    <a:pt x="300" y="2002"/>
                  </a:cubicBezTo>
                  <a:cubicBezTo>
                    <a:pt x="300" y="2002"/>
                    <a:pt x="968" y="1568"/>
                    <a:pt x="1301" y="1235"/>
                  </a:cubicBezTo>
                  <a:cubicBezTo>
                    <a:pt x="1635" y="901"/>
                    <a:pt x="2035" y="234"/>
                    <a:pt x="2035" y="234"/>
                  </a:cubicBezTo>
                  <a:cubicBezTo>
                    <a:pt x="2035" y="201"/>
                    <a:pt x="1835" y="0"/>
                    <a:pt x="1802"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1" name="Google Shape;1111;p9"/>
            <p:cNvSpPr/>
            <p:nvPr/>
          </p:nvSpPr>
          <p:spPr>
            <a:xfrm>
              <a:off x="3431800" y="2623075"/>
              <a:ext cx="60900" cy="60975"/>
            </a:xfrm>
            <a:custGeom>
              <a:avLst/>
              <a:gdLst/>
              <a:ahLst/>
              <a:cxnLst/>
              <a:rect l="l" t="t" r="r" b="b"/>
              <a:pathLst>
                <a:path w="2436" h="2439" extrusionOk="0">
                  <a:moveTo>
                    <a:pt x="2210" y="0"/>
                  </a:moveTo>
                  <a:cubicBezTo>
                    <a:pt x="2207" y="0"/>
                    <a:pt x="2204" y="1"/>
                    <a:pt x="2202" y="4"/>
                  </a:cubicBezTo>
                  <a:cubicBezTo>
                    <a:pt x="2202" y="4"/>
                    <a:pt x="1401" y="537"/>
                    <a:pt x="1001" y="971"/>
                  </a:cubicBezTo>
                  <a:cubicBezTo>
                    <a:pt x="567" y="1371"/>
                    <a:pt x="33" y="2172"/>
                    <a:pt x="33" y="2172"/>
                  </a:cubicBezTo>
                  <a:cubicBezTo>
                    <a:pt x="0" y="2172"/>
                    <a:pt x="234" y="2439"/>
                    <a:pt x="267" y="2439"/>
                  </a:cubicBezTo>
                  <a:cubicBezTo>
                    <a:pt x="267" y="2439"/>
                    <a:pt x="1067" y="1872"/>
                    <a:pt x="1501" y="1471"/>
                  </a:cubicBezTo>
                  <a:cubicBezTo>
                    <a:pt x="1901" y="1038"/>
                    <a:pt x="2435" y="270"/>
                    <a:pt x="2435" y="270"/>
                  </a:cubicBezTo>
                  <a:cubicBezTo>
                    <a:pt x="2435" y="208"/>
                    <a:pt x="2261" y="0"/>
                    <a:pt x="2210"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2" name="Google Shape;1112;p9"/>
            <p:cNvSpPr/>
            <p:nvPr/>
          </p:nvSpPr>
          <p:spPr>
            <a:xfrm>
              <a:off x="2817175" y="2647325"/>
              <a:ext cx="33400" cy="33400"/>
            </a:xfrm>
            <a:custGeom>
              <a:avLst/>
              <a:gdLst/>
              <a:ahLst/>
              <a:cxnLst/>
              <a:rect l="l" t="t" r="r" b="b"/>
              <a:pathLst>
                <a:path w="1336" h="1336" extrusionOk="0">
                  <a:moveTo>
                    <a:pt x="1102" y="1"/>
                  </a:moveTo>
                  <a:cubicBezTo>
                    <a:pt x="1102" y="1"/>
                    <a:pt x="635" y="201"/>
                    <a:pt x="434" y="401"/>
                  </a:cubicBezTo>
                  <a:cubicBezTo>
                    <a:pt x="234" y="635"/>
                    <a:pt x="1" y="1068"/>
                    <a:pt x="1" y="1068"/>
                  </a:cubicBezTo>
                  <a:lnTo>
                    <a:pt x="268" y="1335"/>
                  </a:lnTo>
                  <a:cubicBezTo>
                    <a:pt x="268" y="1335"/>
                    <a:pt x="735" y="1135"/>
                    <a:pt x="935" y="902"/>
                  </a:cubicBezTo>
                  <a:cubicBezTo>
                    <a:pt x="1135" y="701"/>
                    <a:pt x="1335" y="234"/>
                    <a:pt x="1335" y="234"/>
                  </a:cubicBezTo>
                  <a:cubicBezTo>
                    <a:pt x="1335" y="201"/>
                    <a:pt x="1102" y="1"/>
                    <a:pt x="1102"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3" name="Google Shape;1113;p9"/>
            <p:cNvSpPr/>
            <p:nvPr/>
          </p:nvSpPr>
          <p:spPr>
            <a:xfrm>
              <a:off x="3411775" y="2744900"/>
              <a:ext cx="87425" cy="90200"/>
            </a:xfrm>
            <a:custGeom>
              <a:avLst/>
              <a:gdLst/>
              <a:ahLst/>
              <a:cxnLst/>
              <a:rect l="l" t="t" r="r" b="b"/>
              <a:pathLst>
                <a:path w="3497" h="3608" extrusionOk="0">
                  <a:moveTo>
                    <a:pt x="201" y="1"/>
                  </a:moveTo>
                  <a:cubicBezTo>
                    <a:pt x="167" y="1"/>
                    <a:pt x="0" y="134"/>
                    <a:pt x="34" y="168"/>
                  </a:cubicBezTo>
                  <a:cubicBezTo>
                    <a:pt x="34" y="168"/>
                    <a:pt x="934" y="1302"/>
                    <a:pt x="1568" y="1969"/>
                  </a:cubicBezTo>
                  <a:cubicBezTo>
                    <a:pt x="2202" y="2636"/>
                    <a:pt x="3269" y="3603"/>
                    <a:pt x="3269" y="3603"/>
                  </a:cubicBezTo>
                  <a:cubicBezTo>
                    <a:pt x="3269" y="3606"/>
                    <a:pt x="3271" y="3608"/>
                    <a:pt x="3275" y="3608"/>
                  </a:cubicBezTo>
                  <a:cubicBezTo>
                    <a:pt x="3309" y="3608"/>
                    <a:pt x="3497" y="3467"/>
                    <a:pt x="3436" y="3437"/>
                  </a:cubicBezTo>
                  <a:cubicBezTo>
                    <a:pt x="3436" y="3437"/>
                    <a:pt x="2536" y="2302"/>
                    <a:pt x="1902" y="1635"/>
                  </a:cubicBezTo>
                  <a:cubicBezTo>
                    <a:pt x="1301" y="968"/>
                    <a:pt x="201" y="1"/>
                    <a:pt x="201"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4" name="Google Shape;1114;p9"/>
            <p:cNvSpPr/>
            <p:nvPr/>
          </p:nvSpPr>
          <p:spPr>
            <a:xfrm>
              <a:off x="3400925" y="2782425"/>
              <a:ext cx="35900" cy="32550"/>
            </a:xfrm>
            <a:custGeom>
              <a:avLst/>
              <a:gdLst/>
              <a:ahLst/>
              <a:cxnLst/>
              <a:rect l="l" t="t" r="r" b="b"/>
              <a:pathLst>
                <a:path w="1436" h="1302" extrusionOk="0">
                  <a:moveTo>
                    <a:pt x="234" y="1"/>
                  </a:moveTo>
                  <a:cubicBezTo>
                    <a:pt x="168" y="1"/>
                    <a:pt x="1" y="168"/>
                    <a:pt x="101" y="234"/>
                  </a:cubicBezTo>
                  <a:cubicBezTo>
                    <a:pt x="101" y="234"/>
                    <a:pt x="334" y="635"/>
                    <a:pt x="601" y="901"/>
                  </a:cubicBezTo>
                  <a:cubicBezTo>
                    <a:pt x="735" y="968"/>
                    <a:pt x="901" y="1102"/>
                    <a:pt x="1068" y="1168"/>
                  </a:cubicBezTo>
                  <a:cubicBezTo>
                    <a:pt x="1168" y="1268"/>
                    <a:pt x="1302" y="1302"/>
                    <a:pt x="1302" y="1302"/>
                  </a:cubicBezTo>
                  <a:lnTo>
                    <a:pt x="1435" y="1102"/>
                  </a:lnTo>
                  <a:cubicBezTo>
                    <a:pt x="1435" y="1102"/>
                    <a:pt x="1135" y="735"/>
                    <a:pt x="901" y="501"/>
                  </a:cubicBezTo>
                  <a:cubicBezTo>
                    <a:pt x="635" y="268"/>
                    <a:pt x="234" y="1"/>
                    <a:pt x="234"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5" name="Google Shape;1115;p9"/>
            <p:cNvSpPr/>
            <p:nvPr/>
          </p:nvSpPr>
          <p:spPr>
            <a:xfrm>
              <a:off x="3317550" y="2752400"/>
              <a:ext cx="49225" cy="49250"/>
            </a:xfrm>
            <a:custGeom>
              <a:avLst/>
              <a:gdLst/>
              <a:ahLst/>
              <a:cxnLst/>
              <a:rect l="l" t="t" r="r" b="b"/>
              <a:pathLst>
                <a:path w="1969" h="1970" extrusionOk="0">
                  <a:moveTo>
                    <a:pt x="234" y="1"/>
                  </a:moveTo>
                  <a:cubicBezTo>
                    <a:pt x="167" y="1"/>
                    <a:pt x="0" y="134"/>
                    <a:pt x="0" y="168"/>
                  </a:cubicBezTo>
                  <a:cubicBezTo>
                    <a:pt x="0" y="168"/>
                    <a:pt x="434" y="835"/>
                    <a:pt x="767" y="1202"/>
                  </a:cubicBezTo>
                  <a:cubicBezTo>
                    <a:pt x="1134" y="1535"/>
                    <a:pt x="1801" y="1969"/>
                    <a:pt x="1801" y="1969"/>
                  </a:cubicBezTo>
                  <a:cubicBezTo>
                    <a:pt x="1835" y="1969"/>
                    <a:pt x="1968" y="1802"/>
                    <a:pt x="1968" y="1736"/>
                  </a:cubicBezTo>
                  <a:cubicBezTo>
                    <a:pt x="1968" y="1736"/>
                    <a:pt x="1501" y="1168"/>
                    <a:pt x="1134" y="835"/>
                  </a:cubicBezTo>
                  <a:cubicBezTo>
                    <a:pt x="801" y="501"/>
                    <a:pt x="234" y="1"/>
                    <a:pt x="234"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6" name="Google Shape;1116;p9"/>
            <p:cNvSpPr/>
            <p:nvPr/>
          </p:nvSpPr>
          <p:spPr>
            <a:xfrm>
              <a:off x="3245000" y="2731575"/>
              <a:ext cx="49225" cy="52550"/>
            </a:xfrm>
            <a:custGeom>
              <a:avLst/>
              <a:gdLst/>
              <a:ahLst/>
              <a:cxnLst/>
              <a:rect l="l" t="t" r="r" b="b"/>
              <a:pathLst>
                <a:path w="1969" h="2102" extrusionOk="0">
                  <a:moveTo>
                    <a:pt x="200" y="0"/>
                  </a:moveTo>
                  <a:cubicBezTo>
                    <a:pt x="167" y="0"/>
                    <a:pt x="0" y="133"/>
                    <a:pt x="0" y="167"/>
                  </a:cubicBezTo>
                  <a:cubicBezTo>
                    <a:pt x="0" y="167"/>
                    <a:pt x="400" y="867"/>
                    <a:pt x="734" y="1268"/>
                  </a:cubicBezTo>
                  <a:cubicBezTo>
                    <a:pt x="934" y="1468"/>
                    <a:pt x="1201" y="1668"/>
                    <a:pt x="1401" y="1835"/>
                  </a:cubicBezTo>
                  <a:cubicBezTo>
                    <a:pt x="1601" y="1968"/>
                    <a:pt x="1768" y="2102"/>
                    <a:pt x="1768" y="2102"/>
                  </a:cubicBezTo>
                  <a:cubicBezTo>
                    <a:pt x="1835" y="2102"/>
                    <a:pt x="1968" y="1935"/>
                    <a:pt x="1968" y="1868"/>
                  </a:cubicBezTo>
                  <a:cubicBezTo>
                    <a:pt x="1968" y="1868"/>
                    <a:pt x="1468" y="1301"/>
                    <a:pt x="1134" y="901"/>
                  </a:cubicBezTo>
                  <a:cubicBezTo>
                    <a:pt x="801" y="534"/>
                    <a:pt x="200" y="0"/>
                    <a:pt x="200"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7" name="Google Shape;1117;p9"/>
            <p:cNvSpPr/>
            <p:nvPr/>
          </p:nvSpPr>
          <p:spPr>
            <a:xfrm>
              <a:off x="3195775" y="2727400"/>
              <a:ext cx="40075" cy="42550"/>
            </a:xfrm>
            <a:custGeom>
              <a:avLst/>
              <a:gdLst/>
              <a:ahLst/>
              <a:cxnLst/>
              <a:rect l="l" t="t" r="r" b="b"/>
              <a:pathLst>
                <a:path w="1603" h="1702" extrusionOk="0">
                  <a:moveTo>
                    <a:pt x="201" y="0"/>
                  </a:moveTo>
                  <a:cubicBezTo>
                    <a:pt x="168" y="0"/>
                    <a:pt x="34" y="167"/>
                    <a:pt x="1" y="267"/>
                  </a:cubicBezTo>
                  <a:cubicBezTo>
                    <a:pt x="1" y="267"/>
                    <a:pt x="368" y="767"/>
                    <a:pt x="635" y="1034"/>
                  </a:cubicBezTo>
                  <a:cubicBezTo>
                    <a:pt x="868" y="1335"/>
                    <a:pt x="1369" y="1701"/>
                    <a:pt x="1369" y="1701"/>
                  </a:cubicBezTo>
                  <a:cubicBezTo>
                    <a:pt x="1435" y="1701"/>
                    <a:pt x="1602" y="1535"/>
                    <a:pt x="1602" y="1535"/>
                  </a:cubicBezTo>
                  <a:cubicBezTo>
                    <a:pt x="1602" y="1535"/>
                    <a:pt x="1269" y="1001"/>
                    <a:pt x="1002" y="667"/>
                  </a:cubicBezTo>
                  <a:cubicBezTo>
                    <a:pt x="701" y="367"/>
                    <a:pt x="201" y="0"/>
                    <a:pt x="201"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8" name="Google Shape;1118;p9"/>
            <p:cNvSpPr/>
            <p:nvPr/>
          </p:nvSpPr>
          <p:spPr>
            <a:xfrm>
              <a:off x="3551875" y="1525700"/>
              <a:ext cx="392775" cy="922350"/>
            </a:xfrm>
            <a:custGeom>
              <a:avLst/>
              <a:gdLst/>
              <a:ahLst/>
              <a:cxnLst/>
              <a:rect l="l" t="t" r="r" b="b"/>
              <a:pathLst>
                <a:path w="15711" h="36894" extrusionOk="0">
                  <a:moveTo>
                    <a:pt x="7839" y="4204"/>
                  </a:moveTo>
                  <a:cubicBezTo>
                    <a:pt x="11542" y="20048"/>
                    <a:pt x="15145" y="35893"/>
                    <a:pt x="15145" y="35893"/>
                  </a:cubicBezTo>
                  <a:cubicBezTo>
                    <a:pt x="15201" y="36126"/>
                    <a:pt x="15275" y="36289"/>
                    <a:pt x="15350" y="36386"/>
                  </a:cubicBezTo>
                  <a:lnTo>
                    <a:pt x="15350" y="36386"/>
                  </a:lnTo>
                  <a:cubicBezTo>
                    <a:pt x="15244" y="36350"/>
                    <a:pt x="15097" y="36327"/>
                    <a:pt x="14911" y="36327"/>
                  </a:cubicBezTo>
                  <a:cubicBezTo>
                    <a:pt x="14911" y="36327"/>
                    <a:pt x="11942" y="36260"/>
                    <a:pt x="801" y="36226"/>
                  </a:cubicBezTo>
                  <a:cubicBezTo>
                    <a:pt x="801" y="36193"/>
                    <a:pt x="801" y="36160"/>
                    <a:pt x="834" y="36060"/>
                  </a:cubicBezTo>
                  <a:cubicBezTo>
                    <a:pt x="901" y="35860"/>
                    <a:pt x="934" y="35593"/>
                    <a:pt x="1001" y="35326"/>
                  </a:cubicBezTo>
                  <a:cubicBezTo>
                    <a:pt x="1168" y="34692"/>
                    <a:pt x="1368" y="33925"/>
                    <a:pt x="1568" y="33024"/>
                  </a:cubicBezTo>
                  <a:cubicBezTo>
                    <a:pt x="1969" y="31223"/>
                    <a:pt x="2469" y="28888"/>
                    <a:pt x="3069" y="26319"/>
                  </a:cubicBezTo>
                  <a:cubicBezTo>
                    <a:pt x="4203" y="21149"/>
                    <a:pt x="5571" y="14878"/>
                    <a:pt x="6739" y="9574"/>
                  </a:cubicBezTo>
                  <a:cubicBezTo>
                    <a:pt x="7005" y="8140"/>
                    <a:pt x="7372" y="6605"/>
                    <a:pt x="7639" y="5271"/>
                  </a:cubicBezTo>
                  <a:cubicBezTo>
                    <a:pt x="7739" y="4937"/>
                    <a:pt x="7773" y="4604"/>
                    <a:pt x="7839" y="4337"/>
                  </a:cubicBezTo>
                  <a:lnTo>
                    <a:pt x="7839" y="4270"/>
                  </a:lnTo>
                  <a:lnTo>
                    <a:pt x="7839" y="4204"/>
                  </a:lnTo>
                  <a:close/>
                  <a:moveTo>
                    <a:pt x="7839" y="1"/>
                  </a:moveTo>
                  <a:cubicBezTo>
                    <a:pt x="7506" y="1668"/>
                    <a:pt x="6605" y="5738"/>
                    <a:pt x="5805" y="9407"/>
                  </a:cubicBezTo>
                  <a:cubicBezTo>
                    <a:pt x="4637" y="14711"/>
                    <a:pt x="3303" y="20982"/>
                    <a:pt x="2235" y="26186"/>
                  </a:cubicBezTo>
                  <a:cubicBezTo>
                    <a:pt x="1668" y="28788"/>
                    <a:pt x="1168" y="31123"/>
                    <a:pt x="801" y="32924"/>
                  </a:cubicBezTo>
                  <a:cubicBezTo>
                    <a:pt x="434" y="34926"/>
                    <a:pt x="134" y="36360"/>
                    <a:pt x="0" y="36894"/>
                  </a:cubicBezTo>
                  <a:cubicBezTo>
                    <a:pt x="11776" y="36827"/>
                    <a:pt x="14911" y="36827"/>
                    <a:pt x="14911" y="36827"/>
                  </a:cubicBezTo>
                  <a:cubicBezTo>
                    <a:pt x="15444" y="36827"/>
                    <a:pt x="15649" y="36638"/>
                    <a:pt x="15528" y="36492"/>
                  </a:cubicBezTo>
                  <a:lnTo>
                    <a:pt x="15528" y="36492"/>
                  </a:lnTo>
                  <a:cubicBezTo>
                    <a:pt x="15640" y="36476"/>
                    <a:pt x="15710" y="36268"/>
                    <a:pt x="15645" y="35893"/>
                  </a:cubicBezTo>
                  <a:cubicBezTo>
                    <a:pt x="15645" y="35893"/>
                    <a:pt x="14744" y="31623"/>
                    <a:pt x="13343" y="25319"/>
                  </a:cubicBezTo>
                  <a:cubicBezTo>
                    <a:pt x="12710" y="22150"/>
                    <a:pt x="11909" y="18414"/>
                    <a:pt x="11008" y="14444"/>
                  </a:cubicBezTo>
                  <a:cubicBezTo>
                    <a:pt x="10008" y="9841"/>
                    <a:pt x="8940" y="4904"/>
                    <a:pt x="7839"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9" name="Google Shape;1119;p9"/>
            <p:cNvSpPr/>
            <p:nvPr/>
          </p:nvSpPr>
          <p:spPr>
            <a:xfrm>
              <a:off x="3469325" y="2373800"/>
              <a:ext cx="562925" cy="562925"/>
            </a:xfrm>
            <a:custGeom>
              <a:avLst/>
              <a:gdLst/>
              <a:ahLst/>
              <a:cxnLst/>
              <a:rect l="l" t="t" r="r" b="b"/>
              <a:pathLst>
                <a:path w="22517" h="22517" extrusionOk="0">
                  <a:moveTo>
                    <a:pt x="11241" y="1"/>
                  </a:moveTo>
                  <a:cubicBezTo>
                    <a:pt x="5037" y="1"/>
                    <a:pt x="0" y="5038"/>
                    <a:pt x="0" y="11276"/>
                  </a:cubicBezTo>
                  <a:cubicBezTo>
                    <a:pt x="0" y="17480"/>
                    <a:pt x="5037" y="22517"/>
                    <a:pt x="11241" y="22517"/>
                  </a:cubicBezTo>
                  <a:cubicBezTo>
                    <a:pt x="17446" y="22517"/>
                    <a:pt x="22516" y="17480"/>
                    <a:pt x="22516" y="11276"/>
                  </a:cubicBezTo>
                  <a:cubicBezTo>
                    <a:pt x="22516" y="5071"/>
                    <a:pt x="17513" y="1"/>
                    <a:pt x="11241" y="1"/>
                  </a:cubicBezTo>
                  <a:close/>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0" name="Google Shape;1120;p9"/>
            <p:cNvSpPr/>
            <p:nvPr/>
          </p:nvSpPr>
          <p:spPr>
            <a:xfrm>
              <a:off x="3457650" y="2363425"/>
              <a:ext cx="580425" cy="582050"/>
            </a:xfrm>
            <a:custGeom>
              <a:avLst/>
              <a:gdLst/>
              <a:ahLst/>
              <a:cxnLst/>
              <a:rect l="l" t="t" r="r" b="b"/>
              <a:pathLst>
                <a:path w="23217" h="23282" extrusionOk="0">
                  <a:moveTo>
                    <a:pt x="11899" y="814"/>
                  </a:moveTo>
                  <a:cubicBezTo>
                    <a:pt x="13465" y="814"/>
                    <a:pt x="14996" y="1135"/>
                    <a:pt x="16312" y="1750"/>
                  </a:cubicBezTo>
                  <a:cubicBezTo>
                    <a:pt x="17846" y="2484"/>
                    <a:pt x="19080" y="3485"/>
                    <a:pt x="20048" y="4552"/>
                  </a:cubicBezTo>
                  <a:cubicBezTo>
                    <a:pt x="21015" y="5653"/>
                    <a:pt x="21649" y="6754"/>
                    <a:pt x="22016" y="7754"/>
                  </a:cubicBezTo>
                  <a:cubicBezTo>
                    <a:pt x="22083" y="8021"/>
                    <a:pt x="22183" y="8221"/>
                    <a:pt x="22249" y="8488"/>
                  </a:cubicBezTo>
                  <a:cubicBezTo>
                    <a:pt x="22316" y="8722"/>
                    <a:pt x="22383" y="8922"/>
                    <a:pt x="22416" y="9155"/>
                  </a:cubicBezTo>
                  <a:cubicBezTo>
                    <a:pt x="22449" y="9222"/>
                    <a:pt x="22449" y="9356"/>
                    <a:pt x="22516" y="9422"/>
                  </a:cubicBezTo>
                  <a:cubicBezTo>
                    <a:pt x="22516" y="9556"/>
                    <a:pt x="22550" y="9656"/>
                    <a:pt x="22550" y="9722"/>
                  </a:cubicBezTo>
                  <a:cubicBezTo>
                    <a:pt x="22583" y="9923"/>
                    <a:pt x="22583" y="10089"/>
                    <a:pt x="22650" y="10223"/>
                  </a:cubicBezTo>
                  <a:cubicBezTo>
                    <a:pt x="22716" y="10523"/>
                    <a:pt x="22716" y="10723"/>
                    <a:pt x="22716" y="10890"/>
                  </a:cubicBezTo>
                  <a:lnTo>
                    <a:pt x="22716" y="11157"/>
                  </a:lnTo>
                  <a:cubicBezTo>
                    <a:pt x="22729" y="11417"/>
                    <a:pt x="22796" y="11585"/>
                    <a:pt x="22878" y="11653"/>
                  </a:cubicBezTo>
                  <a:lnTo>
                    <a:pt x="22878" y="11653"/>
                  </a:lnTo>
                  <a:cubicBezTo>
                    <a:pt x="22796" y="11726"/>
                    <a:pt x="22728" y="11894"/>
                    <a:pt x="22716" y="12158"/>
                  </a:cubicBezTo>
                  <a:lnTo>
                    <a:pt x="22716" y="12391"/>
                  </a:lnTo>
                  <a:cubicBezTo>
                    <a:pt x="22716" y="12558"/>
                    <a:pt x="22683" y="12758"/>
                    <a:pt x="22650" y="13058"/>
                  </a:cubicBezTo>
                  <a:cubicBezTo>
                    <a:pt x="22583" y="13225"/>
                    <a:pt x="22583" y="13392"/>
                    <a:pt x="22550" y="13559"/>
                  </a:cubicBezTo>
                  <a:cubicBezTo>
                    <a:pt x="22550" y="13659"/>
                    <a:pt x="22516" y="13759"/>
                    <a:pt x="22516" y="13859"/>
                  </a:cubicBezTo>
                  <a:cubicBezTo>
                    <a:pt x="22483" y="13925"/>
                    <a:pt x="22483" y="14059"/>
                    <a:pt x="22416" y="14159"/>
                  </a:cubicBezTo>
                  <a:cubicBezTo>
                    <a:pt x="22383" y="14359"/>
                    <a:pt x="22316" y="14559"/>
                    <a:pt x="22249" y="14826"/>
                  </a:cubicBezTo>
                  <a:cubicBezTo>
                    <a:pt x="22216" y="15026"/>
                    <a:pt x="22083" y="15260"/>
                    <a:pt x="22016" y="15527"/>
                  </a:cubicBezTo>
                  <a:cubicBezTo>
                    <a:pt x="21582" y="16494"/>
                    <a:pt x="21015" y="17661"/>
                    <a:pt x="20048" y="18729"/>
                  </a:cubicBezTo>
                  <a:cubicBezTo>
                    <a:pt x="19147" y="19830"/>
                    <a:pt x="17846" y="20830"/>
                    <a:pt x="16312" y="21531"/>
                  </a:cubicBezTo>
                  <a:cubicBezTo>
                    <a:pt x="14992" y="22162"/>
                    <a:pt x="13456" y="22491"/>
                    <a:pt x="11885" y="22491"/>
                  </a:cubicBezTo>
                  <a:cubicBezTo>
                    <a:pt x="9802" y="22491"/>
                    <a:pt x="7658" y="21914"/>
                    <a:pt x="5871" y="20697"/>
                  </a:cubicBezTo>
                  <a:cubicBezTo>
                    <a:pt x="5070" y="20163"/>
                    <a:pt x="4337" y="19563"/>
                    <a:pt x="3736" y="18862"/>
                  </a:cubicBezTo>
                  <a:cubicBezTo>
                    <a:pt x="3403" y="18529"/>
                    <a:pt x="3169" y="18162"/>
                    <a:pt x="2869" y="17762"/>
                  </a:cubicBezTo>
                  <a:cubicBezTo>
                    <a:pt x="2702" y="17595"/>
                    <a:pt x="2635" y="17395"/>
                    <a:pt x="2502" y="17194"/>
                  </a:cubicBezTo>
                  <a:cubicBezTo>
                    <a:pt x="2368" y="16994"/>
                    <a:pt x="2235" y="16828"/>
                    <a:pt x="2168" y="16594"/>
                  </a:cubicBezTo>
                  <a:cubicBezTo>
                    <a:pt x="1334" y="15026"/>
                    <a:pt x="967" y="13258"/>
                    <a:pt x="967" y="11657"/>
                  </a:cubicBezTo>
                  <a:cubicBezTo>
                    <a:pt x="967" y="10023"/>
                    <a:pt x="1334" y="8321"/>
                    <a:pt x="2168" y="6687"/>
                  </a:cubicBezTo>
                  <a:cubicBezTo>
                    <a:pt x="2235" y="6487"/>
                    <a:pt x="2368" y="6320"/>
                    <a:pt x="2502" y="6087"/>
                  </a:cubicBezTo>
                  <a:cubicBezTo>
                    <a:pt x="2635" y="5886"/>
                    <a:pt x="2735" y="5686"/>
                    <a:pt x="2869" y="5519"/>
                  </a:cubicBezTo>
                  <a:cubicBezTo>
                    <a:pt x="3169" y="5153"/>
                    <a:pt x="3403" y="4752"/>
                    <a:pt x="3736" y="4419"/>
                  </a:cubicBezTo>
                  <a:cubicBezTo>
                    <a:pt x="4370" y="3718"/>
                    <a:pt x="5070" y="3151"/>
                    <a:pt x="5871" y="2584"/>
                  </a:cubicBezTo>
                  <a:cubicBezTo>
                    <a:pt x="7662" y="1384"/>
                    <a:pt x="9812" y="814"/>
                    <a:pt x="11899" y="814"/>
                  </a:cubicBezTo>
                  <a:close/>
                  <a:moveTo>
                    <a:pt x="11639" y="0"/>
                  </a:moveTo>
                  <a:cubicBezTo>
                    <a:pt x="11440" y="0"/>
                    <a:pt x="11241" y="5"/>
                    <a:pt x="11041" y="16"/>
                  </a:cubicBezTo>
                  <a:cubicBezTo>
                    <a:pt x="10574" y="16"/>
                    <a:pt x="10074" y="82"/>
                    <a:pt x="9574" y="182"/>
                  </a:cubicBezTo>
                  <a:cubicBezTo>
                    <a:pt x="9340" y="216"/>
                    <a:pt x="9073" y="316"/>
                    <a:pt x="8840" y="349"/>
                  </a:cubicBezTo>
                  <a:cubicBezTo>
                    <a:pt x="8606" y="416"/>
                    <a:pt x="8373" y="483"/>
                    <a:pt x="8106" y="549"/>
                  </a:cubicBezTo>
                  <a:cubicBezTo>
                    <a:pt x="7606" y="716"/>
                    <a:pt x="7172" y="849"/>
                    <a:pt x="6705" y="1083"/>
                  </a:cubicBezTo>
                  <a:cubicBezTo>
                    <a:pt x="6238" y="1316"/>
                    <a:pt x="5771" y="1583"/>
                    <a:pt x="5371" y="1850"/>
                  </a:cubicBezTo>
                  <a:cubicBezTo>
                    <a:pt x="4537" y="2417"/>
                    <a:pt x="3736" y="3051"/>
                    <a:pt x="3069" y="3818"/>
                  </a:cubicBezTo>
                  <a:cubicBezTo>
                    <a:pt x="2702" y="4185"/>
                    <a:pt x="2402" y="4552"/>
                    <a:pt x="2102" y="4986"/>
                  </a:cubicBezTo>
                  <a:cubicBezTo>
                    <a:pt x="1935" y="5186"/>
                    <a:pt x="1835" y="5386"/>
                    <a:pt x="1701" y="5586"/>
                  </a:cubicBezTo>
                  <a:cubicBezTo>
                    <a:pt x="1568" y="5820"/>
                    <a:pt x="1401" y="6020"/>
                    <a:pt x="1334" y="6220"/>
                  </a:cubicBezTo>
                  <a:cubicBezTo>
                    <a:pt x="434" y="7988"/>
                    <a:pt x="0" y="9856"/>
                    <a:pt x="0" y="11657"/>
                  </a:cubicBezTo>
                  <a:cubicBezTo>
                    <a:pt x="0" y="13425"/>
                    <a:pt x="400" y="15326"/>
                    <a:pt x="1334" y="17061"/>
                  </a:cubicBezTo>
                  <a:cubicBezTo>
                    <a:pt x="1401" y="17261"/>
                    <a:pt x="1568" y="17495"/>
                    <a:pt x="1701" y="17695"/>
                  </a:cubicBezTo>
                  <a:cubicBezTo>
                    <a:pt x="1868" y="17895"/>
                    <a:pt x="1935" y="18095"/>
                    <a:pt x="2102" y="18329"/>
                  </a:cubicBezTo>
                  <a:cubicBezTo>
                    <a:pt x="2435" y="18729"/>
                    <a:pt x="2702" y="19096"/>
                    <a:pt x="3069" y="19496"/>
                  </a:cubicBezTo>
                  <a:cubicBezTo>
                    <a:pt x="3736" y="20230"/>
                    <a:pt x="4537" y="20897"/>
                    <a:pt x="5371" y="21431"/>
                  </a:cubicBezTo>
                  <a:cubicBezTo>
                    <a:pt x="5771" y="21731"/>
                    <a:pt x="6238" y="21998"/>
                    <a:pt x="6705" y="22198"/>
                  </a:cubicBezTo>
                  <a:cubicBezTo>
                    <a:pt x="7172" y="22398"/>
                    <a:pt x="7672" y="22565"/>
                    <a:pt x="8106" y="22732"/>
                  </a:cubicBezTo>
                  <a:cubicBezTo>
                    <a:pt x="8339" y="22832"/>
                    <a:pt x="8573" y="22865"/>
                    <a:pt x="8840" y="22932"/>
                  </a:cubicBezTo>
                  <a:cubicBezTo>
                    <a:pt x="9073" y="22999"/>
                    <a:pt x="9340" y="23065"/>
                    <a:pt x="9574" y="23099"/>
                  </a:cubicBezTo>
                  <a:cubicBezTo>
                    <a:pt x="10041" y="23199"/>
                    <a:pt x="10541" y="23266"/>
                    <a:pt x="11041" y="23266"/>
                  </a:cubicBezTo>
                  <a:cubicBezTo>
                    <a:pt x="11257" y="23276"/>
                    <a:pt x="11471" y="23282"/>
                    <a:pt x="11683" y="23282"/>
                  </a:cubicBezTo>
                  <a:cubicBezTo>
                    <a:pt x="13449" y="23282"/>
                    <a:pt x="15120" y="22913"/>
                    <a:pt x="16579" y="22198"/>
                  </a:cubicBezTo>
                  <a:cubicBezTo>
                    <a:pt x="18246" y="21398"/>
                    <a:pt x="19581" y="20330"/>
                    <a:pt x="20548" y="19163"/>
                  </a:cubicBezTo>
                  <a:cubicBezTo>
                    <a:pt x="21549" y="17995"/>
                    <a:pt x="22183" y="16727"/>
                    <a:pt x="22550" y="15693"/>
                  </a:cubicBezTo>
                  <a:cubicBezTo>
                    <a:pt x="22650" y="15427"/>
                    <a:pt x="22750" y="15193"/>
                    <a:pt x="22816" y="14926"/>
                  </a:cubicBezTo>
                  <a:cubicBezTo>
                    <a:pt x="22850" y="14693"/>
                    <a:pt x="22916" y="14426"/>
                    <a:pt x="22950" y="14226"/>
                  </a:cubicBezTo>
                  <a:cubicBezTo>
                    <a:pt x="23017" y="14159"/>
                    <a:pt x="23017" y="14026"/>
                    <a:pt x="23050" y="13925"/>
                  </a:cubicBezTo>
                  <a:cubicBezTo>
                    <a:pt x="23050" y="13859"/>
                    <a:pt x="23083" y="13725"/>
                    <a:pt x="23083" y="13659"/>
                  </a:cubicBezTo>
                  <a:cubicBezTo>
                    <a:pt x="23117" y="13492"/>
                    <a:pt x="23117" y="13325"/>
                    <a:pt x="23183" y="13158"/>
                  </a:cubicBezTo>
                  <a:cubicBezTo>
                    <a:pt x="23217" y="12858"/>
                    <a:pt x="23217" y="12591"/>
                    <a:pt x="23217" y="12424"/>
                  </a:cubicBezTo>
                  <a:lnTo>
                    <a:pt x="23217" y="12191"/>
                  </a:lnTo>
                  <a:cubicBezTo>
                    <a:pt x="23217" y="11893"/>
                    <a:pt x="23146" y="11711"/>
                    <a:pt x="23058" y="11642"/>
                  </a:cubicBezTo>
                  <a:lnTo>
                    <a:pt x="23058" y="11642"/>
                  </a:lnTo>
                  <a:cubicBezTo>
                    <a:pt x="23139" y="11565"/>
                    <a:pt x="23204" y="11383"/>
                    <a:pt x="23217" y="11090"/>
                  </a:cubicBezTo>
                  <a:lnTo>
                    <a:pt x="23217" y="10857"/>
                  </a:lnTo>
                  <a:cubicBezTo>
                    <a:pt x="23217" y="10690"/>
                    <a:pt x="23217" y="10423"/>
                    <a:pt x="23183" y="10156"/>
                  </a:cubicBezTo>
                  <a:cubicBezTo>
                    <a:pt x="23150" y="10023"/>
                    <a:pt x="23150" y="9823"/>
                    <a:pt x="23083" y="9656"/>
                  </a:cubicBezTo>
                  <a:cubicBezTo>
                    <a:pt x="23083" y="9556"/>
                    <a:pt x="23050" y="9422"/>
                    <a:pt x="23050" y="9356"/>
                  </a:cubicBezTo>
                  <a:cubicBezTo>
                    <a:pt x="23017" y="9255"/>
                    <a:pt x="23017" y="9189"/>
                    <a:pt x="22950" y="9055"/>
                  </a:cubicBezTo>
                  <a:cubicBezTo>
                    <a:pt x="22916" y="8822"/>
                    <a:pt x="22850" y="8588"/>
                    <a:pt x="22816" y="8355"/>
                  </a:cubicBezTo>
                  <a:cubicBezTo>
                    <a:pt x="22750" y="8088"/>
                    <a:pt x="22616" y="7854"/>
                    <a:pt x="22550" y="7588"/>
                  </a:cubicBezTo>
                  <a:cubicBezTo>
                    <a:pt x="22116" y="6520"/>
                    <a:pt x="21549" y="5319"/>
                    <a:pt x="20548" y="4152"/>
                  </a:cubicBezTo>
                  <a:cubicBezTo>
                    <a:pt x="19547" y="2984"/>
                    <a:pt x="18213" y="1850"/>
                    <a:pt x="16579" y="1083"/>
                  </a:cubicBezTo>
                  <a:cubicBezTo>
                    <a:pt x="15110" y="394"/>
                    <a:pt x="13399" y="0"/>
                    <a:pt x="11639"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1" name="Google Shape;1121;p9"/>
            <p:cNvSpPr/>
            <p:nvPr/>
          </p:nvSpPr>
          <p:spPr>
            <a:xfrm>
              <a:off x="3579400" y="2487325"/>
              <a:ext cx="337750" cy="338725"/>
            </a:xfrm>
            <a:custGeom>
              <a:avLst/>
              <a:gdLst/>
              <a:ahLst/>
              <a:cxnLst/>
              <a:rect l="l" t="t" r="r" b="b"/>
              <a:pathLst>
                <a:path w="13510" h="13549" extrusionOk="0">
                  <a:moveTo>
                    <a:pt x="6964" y="703"/>
                  </a:moveTo>
                  <a:cubicBezTo>
                    <a:pt x="7828" y="703"/>
                    <a:pt x="8676" y="887"/>
                    <a:pt x="9407" y="1231"/>
                  </a:cubicBezTo>
                  <a:cubicBezTo>
                    <a:pt x="10241" y="1598"/>
                    <a:pt x="10975" y="2165"/>
                    <a:pt x="11508" y="2765"/>
                  </a:cubicBezTo>
                  <a:cubicBezTo>
                    <a:pt x="12009" y="3332"/>
                    <a:pt x="12376" y="3999"/>
                    <a:pt x="12576" y="4566"/>
                  </a:cubicBezTo>
                  <a:cubicBezTo>
                    <a:pt x="12843" y="5133"/>
                    <a:pt x="12909" y="5600"/>
                    <a:pt x="12976" y="5934"/>
                  </a:cubicBezTo>
                  <a:cubicBezTo>
                    <a:pt x="13010" y="6101"/>
                    <a:pt x="13010" y="6234"/>
                    <a:pt x="13010" y="6301"/>
                  </a:cubicBezTo>
                  <a:lnTo>
                    <a:pt x="13010" y="6434"/>
                  </a:lnTo>
                  <a:cubicBezTo>
                    <a:pt x="13024" y="6593"/>
                    <a:pt x="13113" y="6695"/>
                    <a:pt x="13213" y="6728"/>
                  </a:cubicBezTo>
                  <a:lnTo>
                    <a:pt x="13213" y="6728"/>
                  </a:lnTo>
                  <a:cubicBezTo>
                    <a:pt x="13113" y="6753"/>
                    <a:pt x="13023" y="6848"/>
                    <a:pt x="13010" y="7001"/>
                  </a:cubicBezTo>
                  <a:lnTo>
                    <a:pt x="13010" y="7135"/>
                  </a:lnTo>
                  <a:cubicBezTo>
                    <a:pt x="13010" y="7235"/>
                    <a:pt x="13010" y="7335"/>
                    <a:pt x="12976" y="7502"/>
                  </a:cubicBezTo>
                  <a:cubicBezTo>
                    <a:pt x="12943" y="7835"/>
                    <a:pt x="12843" y="8336"/>
                    <a:pt x="12576" y="8903"/>
                  </a:cubicBezTo>
                  <a:cubicBezTo>
                    <a:pt x="12376" y="9436"/>
                    <a:pt x="12042" y="10104"/>
                    <a:pt x="11508" y="10671"/>
                  </a:cubicBezTo>
                  <a:cubicBezTo>
                    <a:pt x="11008" y="11304"/>
                    <a:pt x="10308" y="11838"/>
                    <a:pt x="9407" y="12238"/>
                  </a:cubicBezTo>
                  <a:cubicBezTo>
                    <a:pt x="8689" y="12562"/>
                    <a:pt x="7859" y="12731"/>
                    <a:pt x="7011" y="12731"/>
                  </a:cubicBezTo>
                  <a:cubicBezTo>
                    <a:pt x="5849" y="12731"/>
                    <a:pt x="4653" y="12413"/>
                    <a:pt x="3670" y="11738"/>
                  </a:cubicBezTo>
                  <a:cubicBezTo>
                    <a:pt x="2836" y="11138"/>
                    <a:pt x="2135" y="10337"/>
                    <a:pt x="1668" y="9470"/>
                  </a:cubicBezTo>
                  <a:cubicBezTo>
                    <a:pt x="1201" y="8603"/>
                    <a:pt x="1001" y="7635"/>
                    <a:pt x="1001" y="6735"/>
                  </a:cubicBezTo>
                  <a:cubicBezTo>
                    <a:pt x="1001" y="5801"/>
                    <a:pt x="1201" y="4833"/>
                    <a:pt x="1668" y="3966"/>
                  </a:cubicBezTo>
                  <a:cubicBezTo>
                    <a:pt x="2135" y="3099"/>
                    <a:pt x="2802" y="2298"/>
                    <a:pt x="3670" y="1731"/>
                  </a:cubicBezTo>
                  <a:cubicBezTo>
                    <a:pt x="4640" y="1027"/>
                    <a:pt x="5817" y="703"/>
                    <a:pt x="6964" y="703"/>
                  </a:cubicBezTo>
                  <a:close/>
                  <a:moveTo>
                    <a:pt x="6826" y="1"/>
                  </a:moveTo>
                  <a:cubicBezTo>
                    <a:pt x="5568" y="1"/>
                    <a:pt x="4268" y="331"/>
                    <a:pt x="3169" y="1064"/>
                  </a:cubicBezTo>
                  <a:cubicBezTo>
                    <a:pt x="2168" y="1664"/>
                    <a:pt x="1335" y="2598"/>
                    <a:pt x="801" y="3599"/>
                  </a:cubicBezTo>
                  <a:cubicBezTo>
                    <a:pt x="234" y="4600"/>
                    <a:pt x="0" y="5734"/>
                    <a:pt x="0" y="6768"/>
                  </a:cubicBezTo>
                  <a:cubicBezTo>
                    <a:pt x="0" y="7802"/>
                    <a:pt x="234" y="8936"/>
                    <a:pt x="801" y="9937"/>
                  </a:cubicBezTo>
                  <a:cubicBezTo>
                    <a:pt x="1335" y="10938"/>
                    <a:pt x="2168" y="11838"/>
                    <a:pt x="3169" y="12472"/>
                  </a:cubicBezTo>
                  <a:cubicBezTo>
                    <a:pt x="4274" y="13208"/>
                    <a:pt x="5581" y="13548"/>
                    <a:pt x="6846" y="13548"/>
                  </a:cubicBezTo>
                  <a:cubicBezTo>
                    <a:pt x="7872" y="13548"/>
                    <a:pt x="8870" y="13324"/>
                    <a:pt x="9707" y="12906"/>
                  </a:cubicBezTo>
                  <a:cubicBezTo>
                    <a:pt x="10675" y="12439"/>
                    <a:pt x="11408" y="11771"/>
                    <a:pt x="12009" y="11104"/>
                  </a:cubicBezTo>
                  <a:cubicBezTo>
                    <a:pt x="12543" y="10437"/>
                    <a:pt x="12909" y="9737"/>
                    <a:pt x="13143" y="9103"/>
                  </a:cubicBezTo>
                  <a:cubicBezTo>
                    <a:pt x="13343" y="8469"/>
                    <a:pt x="13410" y="7969"/>
                    <a:pt x="13477" y="7602"/>
                  </a:cubicBezTo>
                  <a:cubicBezTo>
                    <a:pt x="13510" y="7435"/>
                    <a:pt x="13510" y="7268"/>
                    <a:pt x="13510" y="7168"/>
                  </a:cubicBezTo>
                  <a:lnTo>
                    <a:pt x="13510" y="7068"/>
                  </a:lnTo>
                  <a:cubicBezTo>
                    <a:pt x="13510" y="6875"/>
                    <a:pt x="13430" y="6767"/>
                    <a:pt x="13333" y="6733"/>
                  </a:cubicBezTo>
                  <a:lnTo>
                    <a:pt x="13333" y="6733"/>
                  </a:lnTo>
                  <a:cubicBezTo>
                    <a:pt x="13422" y="6710"/>
                    <a:pt x="13497" y="6625"/>
                    <a:pt x="13510" y="6468"/>
                  </a:cubicBezTo>
                  <a:lnTo>
                    <a:pt x="13510" y="6334"/>
                  </a:lnTo>
                  <a:cubicBezTo>
                    <a:pt x="13510" y="6268"/>
                    <a:pt x="13510" y="6101"/>
                    <a:pt x="13477" y="5934"/>
                  </a:cubicBezTo>
                  <a:cubicBezTo>
                    <a:pt x="13410" y="5567"/>
                    <a:pt x="13376" y="5067"/>
                    <a:pt x="13143" y="4433"/>
                  </a:cubicBezTo>
                  <a:cubicBezTo>
                    <a:pt x="12909" y="3799"/>
                    <a:pt x="12576" y="3099"/>
                    <a:pt x="12009" y="2431"/>
                  </a:cubicBezTo>
                  <a:cubicBezTo>
                    <a:pt x="11408" y="1731"/>
                    <a:pt x="10675" y="1097"/>
                    <a:pt x="9707" y="630"/>
                  </a:cubicBezTo>
                  <a:cubicBezTo>
                    <a:pt x="8865" y="224"/>
                    <a:pt x="7859" y="1"/>
                    <a:pt x="6826"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2" name="Google Shape;1122;p9"/>
            <p:cNvSpPr/>
            <p:nvPr/>
          </p:nvSpPr>
          <p:spPr>
            <a:xfrm>
              <a:off x="2752975" y="1664125"/>
              <a:ext cx="1986450" cy="1977450"/>
            </a:xfrm>
            <a:custGeom>
              <a:avLst/>
              <a:gdLst/>
              <a:ahLst/>
              <a:cxnLst/>
              <a:rect l="l" t="t" r="r" b="b"/>
              <a:pathLst>
                <a:path w="79458" h="79098" extrusionOk="0">
                  <a:moveTo>
                    <a:pt x="39729" y="1"/>
                  </a:moveTo>
                  <a:cubicBezTo>
                    <a:pt x="33724" y="1"/>
                    <a:pt x="27253" y="1368"/>
                    <a:pt x="21382" y="4504"/>
                  </a:cubicBezTo>
                  <a:cubicBezTo>
                    <a:pt x="18413" y="6005"/>
                    <a:pt x="15678" y="8007"/>
                    <a:pt x="13143" y="10275"/>
                  </a:cubicBezTo>
                  <a:cubicBezTo>
                    <a:pt x="11909" y="11442"/>
                    <a:pt x="10675" y="12610"/>
                    <a:pt x="9574" y="13944"/>
                  </a:cubicBezTo>
                  <a:lnTo>
                    <a:pt x="9174" y="14445"/>
                  </a:lnTo>
                  <a:lnTo>
                    <a:pt x="8740" y="14945"/>
                  </a:lnTo>
                  <a:lnTo>
                    <a:pt x="7973" y="15946"/>
                  </a:lnTo>
                  <a:lnTo>
                    <a:pt x="7205" y="16980"/>
                  </a:lnTo>
                  <a:lnTo>
                    <a:pt x="6839" y="17513"/>
                  </a:lnTo>
                  <a:lnTo>
                    <a:pt x="6505" y="18047"/>
                  </a:lnTo>
                  <a:cubicBezTo>
                    <a:pt x="2702" y="23818"/>
                    <a:pt x="567" y="30623"/>
                    <a:pt x="200" y="37328"/>
                  </a:cubicBezTo>
                  <a:cubicBezTo>
                    <a:pt x="0" y="40697"/>
                    <a:pt x="234" y="44032"/>
                    <a:pt x="868" y="47201"/>
                  </a:cubicBezTo>
                  <a:cubicBezTo>
                    <a:pt x="1468" y="50370"/>
                    <a:pt x="2502" y="53406"/>
                    <a:pt x="3803" y="56208"/>
                  </a:cubicBezTo>
                  <a:cubicBezTo>
                    <a:pt x="4070" y="56908"/>
                    <a:pt x="4470" y="57575"/>
                    <a:pt x="4804" y="58243"/>
                  </a:cubicBezTo>
                  <a:cubicBezTo>
                    <a:pt x="5171" y="58910"/>
                    <a:pt x="5538" y="59543"/>
                    <a:pt x="5905" y="60211"/>
                  </a:cubicBezTo>
                  <a:cubicBezTo>
                    <a:pt x="6338" y="60778"/>
                    <a:pt x="6705" y="61478"/>
                    <a:pt x="7139" y="62045"/>
                  </a:cubicBezTo>
                  <a:cubicBezTo>
                    <a:pt x="7572" y="62612"/>
                    <a:pt x="7973" y="63246"/>
                    <a:pt x="8406" y="63780"/>
                  </a:cubicBezTo>
                  <a:cubicBezTo>
                    <a:pt x="10174" y="66048"/>
                    <a:pt x="12076" y="68050"/>
                    <a:pt x="14077" y="69717"/>
                  </a:cubicBezTo>
                  <a:cubicBezTo>
                    <a:pt x="18080" y="73086"/>
                    <a:pt x="22216" y="75288"/>
                    <a:pt x="25852" y="76622"/>
                  </a:cubicBezTo>
                  <a:cubicBezTo>
                    <a:pt x="29488" y="77957"/>
                    <a:pt x="32557" y="78524"/>
                    <a:pt x="34658" y="78791"/>
                  </a:cubicBezTo>
                  <a:cubicBezTo>
                    <a:pt x="35692" y="78991"/>
                    <a:pt x="36526" y="79024"/>
                    <a:pt x="37060" y="79057"/>
                  </a:cubicBezTo>
                  <a:cubicBezTo>
                    <a:pt x="37360" y="79057"/>
                    <a:pt x="37560" y="79091"/>
                    <a:pt x="37694" y="79091"/>
                  </a:cubicBezTo>
                  <a:lnTo>
                    <a:pt x="37894" y="79091"/>
                  </a:lnTo>
                  <a:cubicBezTo>
                    <a:pt x="38060" y="79095"/>
                    <a:pt x="38215" y="79097"/>
                    <a:pt x="38359" y="79097"/>
                  </a:cubicBezTo>
                  <a:cubicBezTo>
                    <a:pt x="40397" y="79097"/>
                    <a:pt x="40326" y="78684"/>
                    <a:pt x="37927" y="78590"/>
                  </a:cubicBezTo>
                  <a:lnTo>
                    <a:pt x="37727" y="78590"/>
                  </a:lnTo>
                  <a:cubicBezTo>
                    <a:pt x="37594" y="78590"/>
                    <a:pt x="37394" y="78590"/>
                    <a:pt x="37093" y="78557"/>
                  </a:cubicBezTo>
                  <a:cubicBezTo>
                    <a:pt x="36560" y="78524"/>
                    <a:pt x="35759" y="78457"/>
                    <a:pt x="34725" y="78290"/>
                  </a:cubicBezTo>
                  <a:cubicBezTo>
                    <a:pt x="32657" y="78023"/>
                    <a:pt x="29588" y="77423"/>
                    <a:pt x="26052" y="76089"/>
                  </a:cubicBezTo>
                  <a:cubicBezTo>
                    <a:pt x="22516" y="74754"/>
                    <a:pt x="18413" y="72553"/>
                    <a:pt x="14544" y="69217"/>
                  </a:cubicBezTo>
                  <a:cubicBezTo>
                    <a:pt x="12576" y="67549"/>
                    <a:pt x="10708" y="65614"/>
                    <a:pt x="9007" y="63380"/>
                  </a:cubicBezTo>
                  <a:cubicBezTo>
                    <a:pt x="8540" y="62846"/>
                    <a:pt x="8173" y="62245"/>
                    <a:pt x="7739" y="61678"/>
                  </a:cubicBezTo>
                  <a:cubicBezTo>
                    <a:pt x="7339" y="61078"/>
                    <a:pt x="7005" y="60444"/>
                    <a:pt x="6572" y="59844"/>
                  </a:cubicBezTo>
                  <a:cubicBezTo>
                    <a:pt x="6205" y="59210"/>
                    <a:pt x="5838" y="58576"/>
                    <a:pt x="5504" y="57909"/>
                  </a:cubicBezTo>
                  <a:cubicBezTo>
                    <a:pt x="5171" y="57242"/>
                    <a:pt x="4804" y="56608"/>
                    <a:pt x="4504" y="55908"/>
                  </a:cubicBezTo>
                  <a:cubicBezTo>
                    <a:pt x="1968" y="50437"/>
                    <a:pt x="667" y="43999"/>
                    <a:pt x="1068" y="37394"/>
                  </a:cubicBezTo>
                  <a:cubicBezTo>
                    <a:pt x="1501" y="30823"/>
                    <a:pt x="3636" y="24185"/>
                    <a:pt x="7339" y="18547"/>
                  </a:cubicBezTo>
                  <a:lnTo>
                    <a:pt x="7672" y="18014"/>
                  </a:lnTo>
                  <a:lnTo>
                    <a:pt x="8039" y="17513"/>
                  </a:lnTo>
                  <a:lnTo>
                    <a:pt x="8807" y="16479"/>
                  </a:lnTo>
                  <a:lnTo>
                    <a:pt x="9574" y="15479"/>
                  </a:lnTo>
                  <a:lnTo>
                    <a:pt x="9974" y="14978"/>
                  </a:lnTo>
                  <a:lnTo>
                    <a:pt x="10374" y="14511"/>
                  </a:lnTo>
                  <a:cubicBezTo>
                    <a:pt x="11475" y="13210"/>
                    <a:pt x="12676" y="12043"/>
                    <a:pt x="13877" y="10909"/>
                  </a:cubicBezTo>
                  <a:cubicBezTo>
                    <a:pt x="16379" y="8707"/>
                    <a:pt x="19081" y="6739"/>
                    <a:pt x="21983" y="5305"/>
                  </a:cubicBezTo>
                  <a:cubicBezTo>
                    <a:pt x="27720" y="2236"/>
                    <a:pt x="34025" y="901"/>
                    <a:pt x="39895" y="901"/>
                  </a:cubicBezTo>
                  <a:cubicBezTo>
                    <a:pt x="45766" y="901"/>
                    <a:pt x="52071" y="2236"/>
                    <a:pt x="57842" y="5305"/>
                  </a:cubicBezTo>
                  <a:cubicBezTo>
                    <a:pt x="60710" y="6806"/>
                    <a:pt x="63412" y="8707"/>
                    <a:pt x="65914" y="10909"/>
                  </a:cubicBezTo>
                  <a:cubicBezTo>
                    <a:pt x="67115" y="12043"/>
                    <a:pt x="68349" y="13210"/>
                    <a:pt x="69417" y="14511"/>
                  </a:cubicBezTo>
                  <a:lnTo>
                    <a:pt x="69850" y="14978"/>
                  </a:lnTo>
                  <a:lnTo>
                    <a:pt x="70217" y="15479"/>
                  </a:lnTo>
                  <a:lnTo>
                    <a:pt x="71018" y="16479"/>
                  </a:lnTo>
                  <a:lnTo>
                    <a:pt x="71752" y="17513"/>
                  </a:lnTo>
                  <a:lnTo>
                    <a:pt x="72118" y="18014"/>
                  </a:lnTo>
                  <a:lnTo>
                    <a:pt x="72452" y="18547"/>
                  </a:lnTo>
                  <a:cubicBezTo>
                    <a:pt x="76188" y="24185"/>
                    <a:pt x="78256" y="30856"/>
                    <a:pt x="78690" y="37394"/>
                  </a:cubicBezTo>
                  <a:cubicBezTo>
                    <a:pt x="78890" y="40697"/>
                    <a:pt x="78623" y="43932"/>
                    <a:pt x="78056" y="47068"/>
                  </a:cubicBezTo>
                  <a:cubicBezTo>
                    <a:pt x="77456" y="50203"/>
                    <a:pt x="76455" y="53172"/>
                    <a:pt x="75221" y="55908"/>
                  </a:cubicBezTo>
                  <a:cubicBezTo>
                    <a:pt x="74920" y="56575"/>
                    <a:pt x="74554" y="57242"/>
                    <a:pt x="74220" y="57909"/>
                  </a:cubicBezTo>
                  <a:cubicBezTo>
                    <a:pt x="73886" y="58576"/>
                    <a:pt x="73519" y="59210"/>
                    <a:pt x="73119" y="59844"/>
                  </a:cubicBezTo>
                  <a:cubicBezTo>
                    <a:pt x="72752" y="60444"/>
                    <a:pt x="72385" y="61078"/>
                    <a:pt x="71952" y="61678"/>
                  </a:cubicBezTo>
                  <a:cubicBezTo>
                    <a:pt x="71551" y="62245"/>
                    <a:pt x="71184" y="62846"/>
                    <a:pt x="70717" y="63380"/>
                  </a:cubicBezTo>
                  <a:cubicBezTo>
                    <a:pt x="69016" y="65581"/>
                    <a:pt x="67115" y="67549"/>
                    <a:pt x="65180" y="69217"/>
                  </a:cubicBezTo>
                  <a:cubicBezTo>
                    <a:pt x="61277" y="72553"/>
                    <a:pt x="57208" y="74754"/>
                    <a:pt x="53672" y="76089"/>
                  </a:cubicBezTo>
                  <a:cubicBezTo>
                    <a:pt x="50069" y="77456"/>
                    <a:pt x="47067" y="78023"/>
                    <a:pt x="44999" y="78290"/>
                  </a:cubicBezTo>
                  <a:cubicBezTo>
                    <a:pt x="43998" y="78490"/>
                    <a:pt x="43164" y="78524"/>
                    <a:pt x="42597" y="78557"/>
                  </a:cubicBezTo>
                  <a:cubicBezTo>
                    <a:pt x="42331" y="78557"/>
                    <a:pt x="42097" y="78590"/>
                    <a:pt x="41997" y="78590"/>
                  </a:cubicBezTo>
                  <a:lnTo>
                    <a:pt x="41763" y="78590"/>
                  </a:lnTo>
                  <a:cubicBezTo>
                    <a:pt x="39328" y="78690"/>
                    <a:pt x="39262" y="79091"/>
                    <a:pt x="41563" y="79091"/>
                  </a:cubicBezTo>
                  <a:lnTo>
                    <a:pt x="41763" y="79091"/>
                  </a:lnTo>
                  <a:cubicBezTo>
                    <a:pt x="41897" y="79091"/>
                    <a:pt x="42097" y="79057"/>
                    <a:pt x="42397" y="79057"/>
                  </a:cubicBezTo>
                  <a:cubicBezTo>
                    <a:pt x="42931" y="79024"/>
                    <a:pt x="43765" y="78957"/>
                    <a:pt x="44832" y="78791"/>
                  </a:cubicBezTo>
                  <a:cubicBezTo>
                    <a:pt x="46934" y="78524"/>
                    <a:pt x="50003" y="77957"/>
                    <a:pt x="53605" y="76622"/>
                  </a:cubicBezTo>
                  <a:cubicBezTo>
                    <a:pt x="57241" y="75288"/>
                    <a:pt x="61411" y="73086"/>
                    <a:pt x="65380" y="69717"/>
                  </a:cubicBezTo>
                  <a:cubicBezTo>
                    <a:pt x="67382" y="68050"/>
                    <a:pt x="69283" y="66048"/>
                    <a:pt x="71051" y="63780"/>
                  </a:cubicBezTo>
                  <a:cubicBezTo>
                    <a:pt x="71518" y="63246"/>
                    <a:pt x="71918" y="62612"/>
                    <a:pt x="72352" y="62045"/>
                  </a:cubicBezTo>
                  <a:cubicBezTo>
                    <a:pt x="72752" y="61478"/>
                    <a:pt x="73119" y="60844"/>
                    <a:pt x="73553" y="60211"/>
                  </a:cubicBezTo>
                  <a:cubicBezTo>
                    <a:pt x="73920" y="59543"/>
                    <a:pt x="74353" y="58910"/>
                    <a:pt x="74687" y="58243"/>
                  </a:cubicBezTo>
                  <a:cubicBezTo>
                    <a:pt x="75021" y="57575"/>
                    <a:pt x="75387" y="56908"/>
                    <a:pt x="75688" y="56208"/>
                  </a:cubicBezTo>
                  <a:cubicBezTo>
                    <a:pt x="76955" y="53406"/>
                    <a:pt x="78023" y="50404"/>
                    <a:pt x="78590" y="47201"/>
                  </a:cubicBezTo>
                  <a:cubicBezTo>
                    <a:pt x="79224" y="43999"/>
                    <a:pt x="79457" y="40663"/>
                    <a:pt x="79257" y="37328"/>
                  </a:cubicBezTo>
                  <a:cubicBezTo>
                    <a:pt x="78890" y="30623"/>
                    <a:pt x="76755" y="23818"/>
                    <a:pt x="72952" y="18047"/>
                  </a:cubicBezTo>
                  <a:lnTo>
                    <a:pt x="72619" y="17513"/>
                  </a:lnTo>
                  <a:lnTo>
                    <a:pt x="72252" y="16980"/>
                  </a:lnTo>
                  <a:lnTo>
                    <a:pt x="71518" y="15946"/>
                  </a:lnTo>
                  <a:lnTo>
                    <a:pt x="70717" y="14945"/>
                  </a:lnTo>
                  <a:lnTo>
                    <a:pt x="70284" y="14445"/>
                  </a:lnTo>
                  <a:lnTo>
                    <a:pt x="69884" y="13944"/>
                  </a:lnTo>
                  <a:cubicBezTo>
                    <a:pt x="68783" y="12643"/>
                    <a:pt x="67582" y="11442"/>
                    <a:pt x="66348" y="10275"/>
                  </a:cubicBezTo>
                  <a:cubicBezTo>
                    <a:pt x="63779" y="8007"/>
                    <a:pt x="61044" y="6005"/>
                    <a:pt x="58075" y="4504"/>
                  </a:cubicBezTo>
                  <a:cubicBezTo>
                    <a:pt x="52204" y="1402"/>
                    <a:pt x="45733" y="1"/>
                    <a:pt x="39729"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3" name="Google Shape;1123;p9"/>
            <p:cNvSpPr/>
            <p:nvPr/>
          </p:nvSpPr>
          <p:spPr>
            <a:xfrm>
              <a:off x="3507675" y="2413400"/>
              <a:ext cx="479525" cy="482100"/>
            </a:xfrm>
            <a:custGeom>
              <a:avLst/>
              <a:gdLst/>
              <a:ahLst/>
              <a:cxnLst/>
              <a:rect l="l" t="t" r="r" b="b"/>
              <a:pathLst>
                <a:path w="19181" h="19284" extrusionOk="0">
                  <a:moveTo>
                    <a:pt x="9823" y="856"/>
                  </a:moveTo>
                  <a:cubicBezTo>
                    <a:pt x="11093" y="856"/>
                    <a:pt x="12335" y="1117"/>
                    <a:pt x="13410" y="1619"/>
                  </a:cubicBezTo>
                  <a:cubicBezTo>
                    <a:pt x="14711" y="2186"/>
                    <a:pt x="15745" y="3020"/>
                    <a:pt x="16512" y="3887"/>
                  </a:cubicBezTo>
                  <a:cubicBezTo>
                    <a:pt x="17246" y="4755"/>
                    <a:pt x="17747" y="5722"/>
                    <a:pt x="18080" y="6523"/>
                  </a:cubicBezTo>
                  <a:cubicBezTo>
                    <a:pt x="18414" y="7357"/>
                    <a:pt x="18547" y="8057"/>
                    <a:pt x="18647" y="8524"/>
                  </a:cubicBezTo>
                  <a:cubicBezTo>
                    <a:pt x="18681" y="8724"/>
                    <a:pt x="18681" y="8924"/>
                    <a:pt x="18681" y="9058"/>
                  </a:cubicBezTo>
                  <a:lnTo>
                    <a:pt x="18681" y="9258"/>
                  </a:lnTo>
                  <a:cubicBezTo>
                    <a:pt x="18709" y="9500"/>
                    <a:pt x="18805" y="9645"/>
                    <a:pt x="18905" y="9674"/>
                  </a:cubicBezTo>
                  <a:lnTo>
                    <a:pt x="18905" y="9674"/>
                  </a:lnTo>
                  <a:cubicBezTo>
                    <a:pt x="18797" y="9698"/>
                    <a:pt x="18695" y="9838"/>
                    <a:pt x="18681" y="10092"/>
                  </a:cubicBezTo>
                  <a:lnTo>
                    <a:pt x="18681" y="10292"/>
                  </a:lnTo>
                  <a:cubicBezTo>
                    <a:pt x="18681" y="10425"/>
                    <a:pt x="18681" y="10592"/>
                    <a:pt x="18647" y="10859"/>
                  </a:cubicBezTo>
                  <a:cubicBezTo>
                    <a:pt x="18547" y="11359"/>
                    <a:pt x="18414" y="12060"/>
                    <a:pt x="18080" y="12860"/>
                  </a:cubicBezTo>
                  <a:cubicBezTo>
                    <a:pt x="17813" y="13628"/>
                    <a:pt x="17280" y="14595"/>
                    <a:pt x="16512" y="15462"/>
                  </a:cubicBezTo>
                  <a:cubicBezTo>
                    <a:pt x="15712" y="16363"/>
                    <a:pt x="14678" y="17130"/>
                    <a:pt x="13410" y="17731"/>
                  </a:cubicBezTo>
                  <a:cubicBezTo>
                    <a:pt x="12354" y="18244"/>
                    <a:pt x="11121" y="18508"/>
                    <a:pt x="9854" y="18508"/>
                  </a:cubicBezTo>
                  <a:cubicBezTo>
                    <a:pt x="8160" y="18508"/>
                    <a:pt x="6407" y="18037"/>
                    <a:pt x="4937" y="17064"/>
                  </a:cubicBezTo>
                  <a:cubicBezTo>
                    <a:pt x="4337" y="16597"/>
                    <a:pt x="3737" y="16130"/>
                    <a:pt x="3236" y="15562"/>
                  </a:cubicBezTo>
                  <a:cubicBezTo>
                    <a:pt x="2736" y="15029"/>
                    <a:pt x="2336" y="14362"/>
                    <a:pt x="2002" y="13728"/>
                  </a:cubicBezTo>
                  <a:cubicBezTo>
                    <a:pt x="1335" y="12427"/>
                    <a:pt x="1001" y="11026"/>
                    <a:pt x="1001" y="9692"/>
                  </a:cubicBezTo>
                  <a:cubicBezTo>
                    <a:pt x="1001" y="8357"/>
                    <a:pt x="1335" y="6923"/>
                    <a:pt x="2002" y="5622"/>
                  </a:cubicBezTo>
                  <a:cubicBezTo>
                    <a:pt x="2336" y="4955"/>
                    <a:pt x="2736" y="4354"/>
                    <a:pt x="3236" y="3787"/>
                  </a:cubicBezTo>
                  <a:cubicBezTo>
                    <a:pt x="3737" y="3220"/>
                    <a:pt x="4337" y="2720"/>
                    <a:pt x="4937" y="2286"/>
                  </a:cubicBezTo>
                  <a:cubicBezTo>
                    <a:pt x="6402" y="1316"/>
                    <a:pt x="8138" y="856"/>
                    <a:pt x="9823" y="856"/>
                  </a:cubicBezTo>
                  <a:close/>
                  <a:moveTo>
                    <a:pt x="9747" y="0"/>
                  </a:moveTo>
                  <a:cubicBezTo>
                    <a:pt x="9557" y="0"/>
                    <a:pt x="9366" y="6"/>
                    <a:pt x="9174" y="18"/>
                  </a:cubicBezTo>
                  <a:cubicBezTo>
                    <a:pt x="7506" y="51"/>
                    <a:pt x="5871" y="585"/>
                    <a:pt x="4470" y="1519"/>
                  </a:cubicBezTo>
                  <a:cubicBezTo>
                    <a:pt x="3737" y="1953"/>
                    <a:pt x="3069" y="2520"/>
                    <a:pt x="2536" y="3120"/>
                  </a:cubicBezTo>
                  <a:cubicBezTo>
                    <a:pt x="1969" y="3721"/>
                    <a:pt x="1502" y="4421"/>
                    <a:pt x="1135" y="5122"/>
                  </a:cubicBezTo>
                  <a:cubicBezTo>
                    <a:pt x="367" y="6589"/>
                    <a:pt x="1" y="8190"/>
                    <a:pt x="1" y="9625"/>
                  </a:cubicBezTo>
                  <a:cubicBezTo>
                    <a:pt x="1" y="11126"/>
                    <a:pt x="367" y="12694"/>
                    <a:pt x="1135" y="14128"/>
                  </a:cubicBezTo>
                  <a:cubicBezTo>
                    <a:pt x="1502" y="14862"/>
                    <a:pt x="1969" y="15562"/>
                    <a:pt x="2536" y="16130"/>
                  </a:cubicBezTo>
                  <a:cubicBezTo>
                    <a:pt x="3069" y="16763"/>
                    <a:pt x="3737" y="17297"/>
                    <a:pt x="4470" y="17764"/>
                  </a:cubicBezTo>
                  <a:cubicBezTo>
                    <a:pt x="5871" y="18698"/>
                    <a:pt x="7539" y="19232"/>
                    <a:pt x="9174" y="19265"/>
                  </a:cubicBezTo>
                  <a:cubicBezTo>
                    <a:pt x="9379" y="19278"/>
                    <a:pt x="9584" y="19284"/>
                    <a:pt x="9788" y="19284"/>
                  </a:cubicBezTo>
                  <a:cubicBezTo>
                    <a:pt x="11206" y="19284"/>
                    <a:pt x="12577" y="18981"/>
                    <a:pt x="13744" y="18398"/>
                  </a:cubicBezTo>
                  <a:cubicBezTo>
                    <a:pt x="15078" y="17764"/>
                    <a:pt x="16212" y="16863"/>
                    <a:pt x="17013" y="15896"/>
                  </a:cubicBezTo>
                  <a:cubicBezTo>
                    <a:pt x="17813" y="14929"/>
                    <a:pt x="18314" y="13928"/>
                    <a:pt x="18647" y="13061"/>
                  </a:cubicBezTo>
                  <a:cubicBezTo>
                    <a:pt x="18981" y="12193"/>
                    <a:pt x="19047" y="11426"/>
                    <a:pt x="19148" y="10926"/>
                  </a:cubicBezTo>
                  <a:cubicBezTo>
                    <a:pt x="19181" y="10692"/>
                    <a:pt x="19181" y="10459"/>
                    <a:pt x="19181" y="10359"/>
                  </a:cubicBezTo>
                  <a:lnTo>
                    <a:pt x="19181" y="10125"/>
                  </a:lnTo>
                  <a:cubicBezTo>
                    <a:pt x="19181" y="9852"/>
                    <a:pt x="19084" y="9703"/>
                    <a:pt x="18976" y="9675"/>
                  </a:cubicBezTo>
                  <a:lnTo>
                    <a:pt x="18976" y="9675"/>
                  </a:lnTo>
                  <a:cubicBezTo>
                    <a:pt x="19084" y="9646"/>
                    <a:pt x="19181" y="9471"/>
                    <a:pt x="19181" y="9124"/>
                  </a:cubicBezTo>
                  <a:lnTo>
                    <a:pt x="19181" y="8924"/>
                  </a:lnTo>
                  <a:cubicBezTo>
                    <a:pt x="19181" y="8791"/>
                    <a:pt x="19181" y="8591"/>
                    <a:pt x="19148" y="8357"/>
                  </a:cubicBezTo>
                  <a:cubicBezTo>
                    <a:pt x="19081" y="7857"/>
                    <a:pt x="18981" y="7090"/>
                    <a:pt x="18647" y="6222"/>
                  </a:cubicBezTo>
                  <a:cubicBezTo>
                    <a:pt x="18347" y="5355"/>
                    <a:pt x="17813" y="4354"/>
                    <a:pt x="17013" y="3387"/>
                  </a:cubicBezTo>
                  <a:cubicBezTo>
                    <a:pt x="16212" y="2420"/>
                    <a:pt x="15078" y="1519"/>
                    <a:pt x="13744" y="885"/>
                  </a:cubicBezTo>
                  <a:cubicBezTo>
                    <a:pt x="12537" y="326"/>
                    <a:pt x="11174" y="0"/>
                    <a:pt x="9747"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4" name="Google Shape;1124;p9"/>
            <p:cNvSpPr/>
            <p:nvPr/>
          </p:nvSpPr>
          <p:spPr>
            <a:xfrm>
              <a:off x="3736175" y="1583650"/>
              <a:ext cx="25050" cy="790600"/>
            </a:xfrm>
            <a:custGeom>
              <a:avLst/>
              <a:gdLst/>
              <a:ahLst/>
              <a:cxnLst/>
              <a:rect l="l" t="t" r="r" b="b"/>
              <a:pathLst>
                <a:path w="1002" h="31624" extrusionOk="0">
                  <a:moveTo>
                    <a:pt x="484" y="1"/>
                  </a:moveTo>
                  <a:cubicBezTo>
                    <a:pt x="359" y="1"/>
                    <a:pt x="234" y="84"/>
                    <a:pt x="234" y="251"/>
                  </a:cubicBezTo>
                  <a:cubicBezTo>
                    <a:pt x="234" y="251"/>
                    <a:pt x="0" y="9724"/>
                    <a:pt x="0" y="15829"/>
                  </a:cubicBezTo>
                  <a:cubicBezTo>
                    <a:pt x="34" y="21900"/>
                    <a:pt x="234" y="31373"/>
                    <a:pt x="234" y="31373"/>
                  </a:cubicBezTo>
                  <a:cubicBezTo>
                    <a:pt x="251" y="31540"/>
                    <a:pt x="367" y="31624"/>
                    <a:pt x="484" y="31624"/>
                  </a:cubicBezTo>
                  <a:cubicBezTo>
                    <a:pt x="601" y="31624"/>
                    <a:pt x="718" y="31540"/>
                    <a:pt x="734" y="31373"/>
                  </a:cubicBezTo>
                  <a:cubicBezTo>
                    <a:pt x="734" y="31373"/>
                    <a:pt x="1001" y="21900"/>
                    <a:pt x="1001" y="15829"/>
                  </a:cubicBezTo>
                  <a:cubicBezTo>
                    <a:pt x="1001" y="9724"/>
                    <a:pt x="734" y="251"/>
                    <a:pt x="734" y="251"/>
                  </a:cubicBezTo>
                  <a:cubicBezTo>
                    <a:pt x="734" y="84"/>
                    <a:pt x="609" y="1"/>
                    <a:pt x="484"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5" name="Google Shape;1125;p9"/>
            <p:cNvSpPr/>
            <p:nvPr/>
          </p:nvSpPr>
          <p:spPr>
            <a:xfrm>
              <a:off x="3740600" y="2237325"/>
              <a:ext cx="201150" cy="198825"/>
            </a:xfrm>
            <a:custGeom>
              <a:avLst/>
              <a:gdLst/>
              <a:ahLst/>
              <a:cxnLst/>
              <a:rect l="l" t="t" r="r" b="b"/>
              <a:pathLst>
                <a:path w="8046" h="7953" extrusionOk="0">
                  <a:moveTo>
                    <a:pt x="249" y="0"/>
                  </a:moveTo>
                  <a:cubicBezTo>
                    <a:pt x="159" y="0"/>
                    <a:pt x="1" y="200"/>
                    <a:pt x="57" y="256"/>
                  </a:cubicBezTo>
                  <a:cubicBezTo>
                    <a:pt x="57" y="256"/>
                    <a:pt x="2258" y="2725"/>
                    <a:pt x="3760" y="4226"/>
                  </a:cubicBezTo>
                  <a:cubicBezTo>
                    <a:pt x="5261" y="5727"/>
                    <a:pt x="7729" y="7928"/>
                    <a:pt x="7729" y="7928"/>
                  </a:cubicBezTo>
                  <a:cubicBezTo>
                    <a:pt x="7740" y="7945"/>
                    <a:pt x="7758" y="7953"/>
                    <a:pt x="7778" y="7953"/>
                  </a:cubicBezTo>
                  <a:cubicBezTo>
                    <a:pt x="7876" y="7953"/>
                    <a:pt x="8046" y="7778"/>
                    <a:pt x="7963" y="7695"/>
                  </a:cubicBezTo>
                  <a:cubicBezTo>
                    <a:pt x="7963" y="7695"/>
                    <a:pt x="5761" y="5226"/>
                    <a:pt x="4260" y="3725"/>
                  </a:cubicBezTo>
                  <a:cubicBezTo>
                    <a:pt x="2759" y="2224"/>
                    <a:pt x="290" y="23"/>
                    <a:pt x="290" y="23"/>
                  </a:cubicBezTo>
                  <a:cubicBezTo>
                    <a:pt x="280" y="7"/>
                    <a:pt x="266" y="0"/>
                    <a:pt x="249"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6" name="Google Shape;1126;p9"/>
            <p:cNvSpPr/>
            <p:nvPr/>
          </p:nvSpPr>
          <p:spPr>
            <a:xfrm>
              <a:off x="3748875" y="2165025"/>
              <a:ext cx="175700" cy="174075"/>
            </a:xfrm>
            <a:custGeom>
              <a:avLst/>
              <a:gdLst/>
              <a:ahLst/>
              <a:cxnLst/>
              <a:rect l="l" t="t" r="r" b="b"/>
              <a:pathLst>
                <a:path w="7028" h="6963" extrusionOk="0">
                  <a:moveTo>
                    <a:pt x="294" y="1"/>
                  </a:moveTo>
                  <a:cubicBezTo>
                    <a:pt x="200" y="1"/>
                    <a:pt x="1" y="191"/>
                    <a:pt x="59" y="279"/>
                  </a:cubicBezTo>
                  <a:cubicBezTo>
                    <a:pt x="59" y="279"/>
                    <a:pt x="1994" y="2414"/>
                    <a:pt x="3262" y="3749"/>
                  </a:cubicBezTo>
                  <a:cubicBezTo>
                    <a:pt x="4563" y="5016"/>
                    <a:pt x="6731" y="6951"/>
                    <a:pt x="6731" y="6951"/>
                  </a:cubicBezTo>
                  <a:cubicBezTo>
                    <a:pt x="6743" y="6959"/>
                    <a:pt x="6757" y="6963"/>
                    <a:pt x="6771" y="6963"/>
                  </a:cubicBezTo>
                  <a:cubicBezTo>
                    <a:pt x="6876" y="6963"/>
                    <a:pt x="7027" y="6772"/>
                    <a:pt x="6998" y="6684"/>
                  </a:cubicBezTo>
                  <a:cubicBezTo>
                    <a:pt x="6998" y="6684"/>
                    <a:pt x="5063" y="4582"/>
                    <a:pt x="3762" y="3248"/>
                  </a:cubicBezTo>
                  <a:cubicBezTo>
                    <a:pt x="2495" y="1947"/>
                    <a:pt x="326" y="13"/>
                    <a:pt x="326" y="13"/>
                  </a:cubicBezTo>
                  <a:cubicBezTo>
                    <a:pt x="318" y="4"/>
                    <a:pt x="307" y="1"/>
                    <a:pt x="294"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7" name="Google Shape;1127;p9"/>
            <p:cNvSpPr/>
            <p:nvPr/>
          </p:nvSpPr>
          <p:spPr>
            <a:xfrm>
              <a:off x="3751450" y="2092225"/>
              <a:ext cx="148875" cy="146600"/>
            </a:xfrm>
            <a:custGeom>
              <a:avLst/>
              <a:gdLst/>
              <a:ahLst/>
              <a:cxnLst/>
              <a:rect l="l" t="t" r="r" b="b"/>
              <a:pathLst>
                <a:path w="5955" h="5864" extrusionOk="0">
                  <a:moveTo>
                    <a:pt x="260" y="0"/>
                  </a:moveTo>
                  <a:cubicBezTo>
                    <a:pt x="182" y="0"/>
                    <a:pt x="0" y="200"/>
                    <a:pt x="57" y="256"/>
                  </a:cubicBezTo>
                  <a:cubicBezTo>
                    <a:pt x="57" y="256"/>
                    <a:pt x="1624" y="2091"/>
                    <a:pt x="2725" y="3191"/>
                  </a:cubicBezTo>
                  <a:cubicBezTo>
                    <a:pt x="3793" y="4259"/>
                    <a:pt x="5627" y="5860"/>
                    <a:pt x="5627" y="5860"/>
                  </a:cubicBezTo>
                  <a:cubicBezTo>
                    <a:pt x="5632" y="5862"/>
                    <a:pt x="5637" y="5863"/>
                    <a:pt x="5643" y="5863"/>
                  </a:cubicBezTo>
                  <a:cubicBezTo>
                    <a:pt x="5728" y="5863"/>
                    <a:pt x="5954" y="5655"/>
                    <a:pt x="5861" y="5593"/>
                  </a:cubicBezTo>
                  <a:cubicBezTo>
                    <a:pt x="5861" y="5593"/>
                    <a:pt x="4293" y="3758"/>
                    <a:pt x="3192" y="2691"/>
                  </a:cubicBezTo>
                  <a:cubicBezTo>
                    <a:pt x="2125" y="1590"/>
                    <a:pt x="290" y="22"/>
                    <a:pt x="290" y="22"/>
                  </a:cubicBezTo>
                  <a:cubicBezTo>
                    <a:pt x="285" y="7"/>
                    <a:pt x="274" y="0"/>
                    <a:pt x="260"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8" name="Google Shape;1128;p9"/>
            <p:cNvSpPr/>
            <p:nvPr/>
          </p:nvSpPr>
          <p:spPr>
            <a:xfrm>
              <a:off x="3754575" y="2021800"/>
              <a:ext cx="117500" cy="116125"/>
            </a:xfrm>
            <a:custGeom>
              <a:avLst/>
              <a:gdLst/>
              <a:ahLst/>
              <a:cxnLst/>
              <a:rect l="l" t="t" r="r" b="b"/>
              <a:pathLst>
                <a:path w="4700" h="4645" extrusionOk="0">
                  <a:moveTo>
                    <a:pt x="289" y="1"/>
                  </a:moveTo>
                  <a:cubicBezTo>
                    <a:pt x="231" y="1"/>
                    <a:pt x="0" y="206"/>
                    <a:pt x="32" y="238"/>
                  </a:cubicBezTo>
                  <a:cubicBezTo>
                    <a:pt x="32" y="238"/>
                    <a:pt x="1266" y="1672"/>
                    <a:pt x="2133" y="2539"/>
                  </a:cubicBezTo>
                  <a:cubicBezTo>
                    <a:pt x="2967" y="3407"/>
                    <a:pt x="4435" y="4641"/>
                    <a:pt x="4435" y="4641"/>
                  </a:cubicBezTo>
                  <a:cubicBezTo>
                    <a:pt x="4437" y="4643"/>
                    <a:pt x="4441" y="4644"/>
                    <a:pt x="4446" y="4644"/>
                  </a:cubicBezTo>
                  <a:cubicBezTo>
                    <a:pt x="4502" y="4644"/>
                    <a:pt x="4699" y="4466"/>
                    <a:pt x="4668" y="4374"/>
                  </a:cubicBezTo>
                  <a:cubicBezTo>
                    <a:pt x="4668" y="4374"/>
                    <a:pt x="3467" y="2973"/>
                    <a:pt x="2600" y="2072"/>
                  </a:cubicBezTo>
                  <a:cubicBezTo>
                    <a:pt x="1766" y="1205"/>
                    <a:pt x="298" y="4"/>
                    <a:pt x="298" y="4"/>
                  </a:cubicBezTo>
                  <a:cubicBezTo>
                    <a:pt x="296" y="2"/>
                    <a:pt x="293" y="1"/>
                    <a:pt x="289"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9" name="Google Shape;1129;p9"/>
            <p:cNvSpPr/>
            <p:nvPr/>
          </p:nvSpPr>
          <p:spPr>
            <a:xfrm>
              <a:off x="3750400" y="1948425"/>
              <a:ext cx="104150" cy="102750"/>
            </a:xfrm>
            <a:custGeom>
              <a:avLst/>
              <a:gdLst/>
              <a:ahLst/>
              <a:cxnLst/>
              <a:rect l="l" t="t" r="r" b="b"/>
              <a:pathLst>
                <a:path w="4166" h="4110" extrusionOk="0">
                  <a:moveTo>
                    <a:pt x="291" y="1"/>
                  </a:moveTo>
                  <a:cubicBezTo>
                    <a:pt x="235" y="1"/>
                    <a:pt x="0" y="239"/>
                    <a:pt x="32" y="271"/>
                  </a:cubicBezTo>
                  <a:cubicBezTo>
                    <a:pt x="32" y="271"/>
                    <a:pt x="1099" y="1571"/>
                    <a:pt x="1833" y="2305"/>
                  </a:cubicBezTo>
                  <a:cubicBezTo>
                    <a:pt x="2600" y="3073"/>
                    <a:pt x="3868" y="4107"/>
                    <a:pt x="3868" y="4107"/>
                  </a:cubicBezTo>
                  <a:cubicBezTo>
                    <a:pt x="3875" y="4109"/>
                    <a:pt x="3882" y="4110"/>
                    <a:pt x="3889" y="4110"/>
                  </a:cubicBezTo>
                  <a:cubicBezTo>
                    <a:pt x="3993" y="4110"/>
                    <a:pt x="4166" y="3902"/>
                    <a:pt x="4135" y="3840"/>
                  </a:cubicBezTo>
                  <a:cubicBezTo>
                    <a:pt x="4135" y="3840"/>
                    <a:pt x="3101" y="2572"/>
                    <a:pt x="2333" y="1805"/>
                  </a:cubicBezTo>
                  <a:cubicBezTo>
                    <a:pt x="1566" y="1071"/>
                    <a:pt x="299" y="4"/>
                    <a:pt x="299" y="4"/>
                  </a:cubicBezTo>
                  <a:cubicBezTo>
                    <a:pt x="297" y="2"/>
                    <a:pt x="294" y="1"/>
                    <a:pt x="291"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0" name="Google Shape;1130;p9"/>
            <p:cNvSpPr/>
            <p:nvPr/>
          </p:nvSpPr>
          <p:spPr>
            <a:xfrm>
              <a:off x="3750450" y="1879025"/>
              <a:ext cx="86650" cy="85350"/>
            </a:xfrm>
            <a:custGeom>
              <a:avLst/>
              <a:gdLst/>
              <a:ahLst/>
              <a:cxnLst/>
              <a:rect l="l" t="t" r="r" b="b"/>
              <a:pathLst>
                <a:path w="3466" h="3414" extrusionOk="0">
                  <a:moveTo>
                    <a:pt x="278" y="0"/>
                  </a:moveTo>
                  <a:cubicBezTo>
                    <a:pt x="208" y="0"/>
                    <a:pt x="0" y="215"/>
                    <a:pt x="30" y="244"/>
                  </a:cubicBezTo>
                  <a:cubicBezTo>
                    <a:pt x="30" y="244"/>
                    <a:pt x="864" y="1345"/>
                    <a:pt x="1498" y="1946"/>
                  </a:cubicBezTo>
                  <a:cubicBezTo>
                    <a:pt x="2131" y="2580"/>
                    <a:pt x="3199" y="3413"/>
                    <a:pt x="3199" y="3413"/>
                  </a:cubicBezTo>
                  <a:cubicBezTo>
                    <a:pt x="3265" y="3413"/>
                    <a:pt x="3466" y="3213"/>
                    <a:pt x="3466" y="3180"/>
                  </a:cubicBezTo>
                  <a:cubicBezTo>
                    <a:pt x="3466" y="3180"/>
                    <a:pt x="2632" y="2079"/>
                    <a:pt x="1998" y="1445"/>
                  </a:cubicBezTo>
                  <a:cubicBezTo>
                    <a:pt x="1364" y="845"/>
                    <a:pt x="297" y="11"/>
                    <a:pt x="297" y="11"/>
                  </a:cubicBezTo>
                  <a:cubicBezTo>
                    <a:pt x="293" y="4"/>
                    <a:pt x="286" y="0"/>
                    <a:pt x="278"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1" name="Google Shape;1131;p9"/>
            <p:cNvSpPr/>
            <p:nvPr/>
          </p:nvSpPr>
          <p:spPr>
            <a:xfrm>
              <a:off x="3747025" y="1815000"/>
              <a:ext cx="69225" cy="69400"/>
            </a:xfrm>
            <a:custGeom>
              <a:avLst/>
              <a:gdLst/>
              <a:ahLst/>
              <a:cxnLst/>
              <a:rect l="l" t="t" r="r" b="b"/>
              <a:pathLst>
                <a:path w="2769" h="2776" extrusionOk="0">
                  <a:moveTo>
                    <a:pt x="264" y="1"/>
                  </a:moveTo>
                  <a:cubicBezTo>
                    <a:pt x="237" y="1"/>
                    <a:pt x="0" y="239"/>
                    <a:pt x="0" y="270"/>
                  </a:cubicBezTo>
                  <a:cubicBezTo>
                    <a:pt x="0" y="270"/>
                    <a:pt x="634" y="1138"/>
                    <a:pt x="1134" y="1638"/>
                  </a:cubicBezTo>
                  <a:cubicBezTo>
                    <a:pt x="1635" y="2138"/>
                    <a:pt x="2502" y="2772"/>
                    <a:pt x="2502" y="2772"/>
                  </a:cubicBezTo>
                  <a:cubicBezTo>
                    <a:pt x="2506" y="2774"/>
                    <a:pt x="2511" y="2775"/>
                    <a:pt x="2517" y="2775"/>
                  </a:cubicBezTo>
                  <a:cubicBezTo>
                    <a:pt x="2594" y="2775"/>
                    <a:pt x="2769" y="2568"/>
                    <a:pt x="2769" y="2505"/>
                  </a:cubicBezTo>
                  <a:cubicBezTo>
                    <a:pt x="2769" y="2505"/>
                    <a:pt x="2135" y="1638"/>
                    <a:pt x="1635" y="1138"/>
                  </a:cubicBezTo>
                  <a:cubicBezTo>
                    <a:pt x="1134" y="637"/>
                    <a:pt x="267" y="3"/>
                    <a:pt x="267" y="3"/>
                  </a:cubicBezTo>
                  <a:cubicBezTo>
                    <a:pt x="267" y="2"/>
                    <a:pt x="266" y="1"/>
                    <a:pt x="264"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2" name="Google Shape;1132;p9"/>
            <p:cNvSpPr/>
            <p:nvPr/>
          </p:nvSpPr>
          <p:spPr>
            <a:xfrm>
              <a:off x="3747850" y="1764975"/>
              <a:ext cx="51725" cy="50125"/>
            </a:xfrm>
            <a:custGeom>
              <a:avLst/>
              <a:gdLst/>
              <a:ahLst/>
              <a:cxnLst/>
              <a:rect l="l" t="t" r="r" b="b"/>
              <a:pathLst>
                <a:path w="2069" h="2005" extrusionOk="0">
                  <a:moveTo>
                    <a:pt x="265" y="0"/>
                  </a:moveTo>
                  <a:cubicBezTo>
                    <a:pt x="237" y="0"/>
                    <a:pt x="0" y="239"/>
                    <a:pt x="0" y="270"/>
                  </a:cubicBezTo>
                  <a:cubicBezTo>
                    <a:pt x="0" y="270"/>
                    <a:pt x="434" y="937"/>
                    <a:pt x="768" y="1271"/>
                  </a:cubicBezTo>
                  <a:cubicBezTo>
                    <a:pt x="1101" y="1604"/>
                    <a:pt x="1768" y="2004"/>
                    <a:pt x="1768" y="2004"/>
                  </a:cubicBezTo>
                  <a:cubicBezTo>
                    <a:pt x="1802" y="2004"/>
                    <a:pt x="2069" y="1804"/>
                    <a:pt x="2035" y="1771"/>
                  </a:cubicBezTo>
                  <a:cubicBezTo>
                    <a:pt x="2035" y="1771"/>
                    <a:pt x="1602" y="1104"/>
                    <a:pt x="1268" y="770"/>
                  </a:cubicBezTo>
                  <a:cubicBezTo>
                    <a:pt x="934" y="437"/>
                    <a:pt x="267" y="3"/>
                    <a:pt x="267" y="3"/>
                  </a:cubicBezTo>
                  <a:cubicBezTo>
                    <a:pt x="267" y="1"/>
                    <a:pt x="266" y="0"/>
                    <a:pt x="265"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3" name="Google Shape;1133;p9"/>
            <p:cNvSpPr/>
            <p:nvPr/>
          </p:nvSpPr>
          <p:spPr>
            <a:xfrm>
              <a:off x="3745350" y="2317850"/>
              <a:ext cx="60075" cy="60150"/>
            </a:xfrm>
            <a:custGeom>
              <a:avLst/>
              <a:gdLst/>
              <a:ahLst/>
              <a:cxnLst/>
              <a:rect l="l" t="t" r="r" b="b"/>
              <a:pathLst>
                <a:path w="2403" h="2406" extrusionOk="0">
                  <a:moveTo>
                    <a:pt x="231" y="1"/>
                  </a:moveTo>
                  <a:cubicBezTo>
                    <a:pt x="204" y="1"/>
                    <a:pt x="0" y="206"/>
                    <a:pt x="0" y="237"/>
                  </a:cubicBezTo>
                  <a:cubicBezTo>
                    <a:pt x="0" y="237"/>
                    <a:pt x="534" y="1038"/>
                    <a:pt x="968" y="1472"/>
                  </a:cubicBezTo>
                  <a:cubicBezTo>
                    <a:pt x="1368" y="1872"/>
                    <a:pt x="2169" y="2406"/>
                    <a:pt x="2169" y="2406"/>
                  </a:cubicBezTo>
                  <a:cubicBezTo>
                    <a:pt x="2202" y="2406"/>
                    <a:pt x="2402" y="2205"/>
                    <a:pt x="2402" y="2172"/>
                  </a:cubicBezTo>
                  <a:cubicBezTo>
                    <a:pt x="2402" y="2172"/>
                    <a:pt x="1868" y="1372"/>
                    <a:pt x="1468" y="971"/>
                  </a:cubicBezTo>
                  <a:cubicBezTo>
                    <a:pt x="1034" y="538"/>
                    <a:pt x="234" y="4"/>
                    <a:pt x="234" y="4"/>
                  </a:cubicBezTo>
                  <a:cubicBezTo>
                    <a:pt x="234" y="2"/>
                    <a:pt x="233" y="1"/>
                    <a:pt x="231"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4" name="Google Shape;1134;p9"/>
            <p:cNvSpPr/>
            <p:nvPr/>
          </p:nvSpPr>
          <p:spPr>
            <a:xfrm>
              <a:off x="3748675" y="1701650"/>
              <a:ext cx="33400" cy="33400"/>
            </a:xfrm>
            <a:custGeom>
              <a:avLst/>
              <a:gdLst/>
              <a:ahLst/>
              <a:cxnLst/>
              <a:rect l="l" t="t" r="r" b="b"/>
              <a:pathLst>
                <a:path w="1336" h="1336" extrusionOk="0">
                  <a:moveTo>
                    <a:pt x="234" y="1"/>
                  </a:moveTo>
                  <a:lnTo>
                    <a:pt x="1" y="268"/>
                  </a:lnTo>
                  <a:cubicBezTo>
                    <a:pt x="1" y="268"/>
                    <a:pt x="201" y="701"/>
                    <a:pt x="401" y="935"/>
                  </a:cubicBezTo>
                  <a:cubicBezTo>
                    <a:pt x="601" y="1135"/>
                    <a:pt x="1068" y="1335"/>
                    <a:pt x="1068" y="1335"/>
                  </a:cubicBezTo>
                  <a:cubicBezTo>
                    <a:pt x="1102" y="1335"/>
                    <a:pt x="1335" y="1135"/>
                    <a:pt x="1335" y="1102"/>
                  </a:cubicBezTo>
                  <a:cubicBezTo>
                    <a:pt x="1335" y="1102"/>
                    <a:pt x="1102" y="635"/>
                    <a:pt x="901" y="435"/>
                  </a:cubicBezTo>
                  <a:cubicBezTo>
                    <a:pt x="701" y="201"/>
                    <a:pt x="234" y="1"/>
                    <a:pt x="234"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5" name="Google Shape;1135;p9"/>
            <p:cNvSpPr/>
            <p:nvPr/>
          </p:nvSpPr>
          <p:spPr>
            <a:xfrm>
              <a:off x="3640275" y="2701325"/>
              <a:ext cx="43375" cy="77525"/>
            </a:xfrm>
            <a:custGeom>
              <a:avLst/>
              <a:gdLst/>
              <a:ahLst/>
              <a:cxnLst/>
              <a:rect l="l" t="t" r="r" b="b"/>
              <a:pathLst>
                <a:path w="1735" h="3101" extrusionOk="0">
                  <a:moveTo>
                    <a:pt x="199" y="0"/>
                  </a:moveTo>
                  <a:cubicBezTo>
                    <a:pt x="131" y="0"/>
                    <a:pt x="0" y="49"/>
                    <a:pt x="0" y="76"/>
                  </a:cubicBezTo>
                  <a:cubicBezTo>
                    <a:pt x="0" y="76"/>
                    <a:pt x="67" y="343"/>
                    <a:pt x="200" y="676"/>
                  </a:cubicBezTo>
                  <a:cubicBezTo>
                    <a:pt x="334" y="1010"/>
                    <a:pt x="501" y="1377"/>
                    <a:pt x="667" y="1677"/>
                  </a:cubicBezTo>
                  <a:cubicBezTo>
                    <a:pt x="834" y="1977"/>
                    <a:pt x="1068" y="2311"/>
                    <a:pt x="1235" y="2578"/>
                  </a:cubicBezTo>
                  <a:cubicBezTo>
                    <a:pt x="1401" y="2878"/>
                    <a:pt x="1535" y="3078"/>
                    <a:pt x="1535" y="3078"/>
                  </a:cubicBezTo>
                  <a:cubicBezTo>
                    <a:pt x="1543" y="3094"/>
                    <a:pt x="1559" y="3101"/>
                    <a:pt x="1578" y="3101"/>
                  </a:cubicBezTo>
                  <a:cubicBezTo>
                    <a:pt x="1639" y="3101"/>
                    <a:pt x="1735" y="3037"/>
                    <a:pt x="1735" y="3011"/>
                  </a:cubicBezTo>
                  <a:cubicBezTo>
                    <a:pt x="1735" y="3011"/>
                    <a:pt x="1668" y="2744"/>
                    <a:pt x="1535" y="2411"/>
                  </a:cubicBezTo>
                  <a:cubicBezTo>
                    <a:pt x="1401" y="2077"/>
                    <a:pt x="1235" y="1710"/>
                    <a:pt x="1068" y="1410"/>
                  </a:cubicBezTo>
                  <a:cubicBezTo>
                    <a:pt x="901" y="1143"/>
                    <a:pt x="701" y="810"/>
                    <a:pt x="534" y="510"/>
                  </a:cubicBezTo>
                  <a:cubicBezTo>
                    <a:pt x="367" y="209"/>
                    <a:pt x="234" y="9"/>
                    <a:pt x="234" y="9"/>
                  </a:cubicBezTo>
                  <a:cubicBezTo>
                    <a:pt x="227" y="3"/>
                    <a:pt x="215" y="0"/>
                    <a:pt x="199"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6" name="Google Shape;1136;p9"/>
            <p:cNvSpPr/>
            <p:nvPr/>
          </p:nvSpPr>
          <p:spPr>
            <a:xfrm>
              <a:off x="3682800" y="2731575"/>
              <a:ext cx="37550" cy="57800"/>
            </a:xfrm>
            <a:custGeom>
              <a:avLst/>
              <a:gdLst/>
              <a:ahLst/>
              <a:cxnLst/>
              <a:rect l="l" t="t" r="r" b="b"/>
              <a:pathLst>
                <a:path w="1502" h="2312" extrusionOk="0">
                  <a:moveTo>
                    <a:pt x="201" y="0"/>
                  </a:moveTo>
                  <a:cubicBezTo>
                    <a:pt x="167" y="0"/>
                    <a:pt x="1" y="133"/>
                    <a:pt x="1" y="167"/>
                  </a:cubicBezTo>
                  <a:cubicBezTo>
                    <a:pt x="1" y="167"/>
                    <a:pt x="334" y="834"/>
                    <a:pt x="568" y="1268"/>
                  </a:cubicBezTo>
                  <a:cubicBezTo>
                    <a:pt x="701" y="1468"/>
                    <a:pt x="868" y="1701"/>
                    <a:pt x="1001" y="1935"/>
                  </a:cubicBezTo>
                  <a:cubicBezTo>
                    <a:pt x="1135" y="2135"/>
                    <a:pt x="1201" y="2302"/>
                    <a:pt x="1201" y="2302"/>
                  </a:cubicBezTo>
                  <a:cubicBezTo>
                    <a:pt x="1208" y="2308"/>
                    <a:pt x="1223" y="2311"/>
                    <a:pt x="1242" y="2311"/>
                  </a:cubicBezTo>
                  <a:cubicBezTo>
                    <a:pt x="1320" y="2311"/>
                    <a:pt x="1475" y="2268"/>
                    <a:pt x="1502" y="2268"/>
                  </a:cubicBezTo>
                  <a:cubicBezTo>
                    <a:pt x="1502" y="2268"/>
                    <a:pt x="1468" y="2035"/>
                    <a:pt x="1368" y="1801"/>
                  </a:cubicBezTo>
                  <a:cubicBezTo>
                    <a:pt x="1301" y="1534"/>
                    <a:pt x="1168" y="1268"/>
                    <a:pt x="1035" y="1001"/>
                  </a:cubicBezTo>
                  <a:cubicBezTo>
                    <a:pt x="901" y="801"/>
                    <a:pt x="701" y="500"/>
                    <a:pt x="534" y="334"/>
                  </a:cubicBezTo>
                  <a:lnTo>
                    <a:pt x="201" y="0"/>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7" name="Google Shape;1137;p9"/>
            <p:cNvSpPr/>
            <p:nvPr/>
          </p:nvSpPr>
          <p:spPr>
            <a:xfrm>
              <a:off x="3717000" y="2729325"/>
              <a:ext cx="46650" cy="71600"/>
            </a:xfrm>
            <a:custGeom>
              <a:avLst/>
              <a:gdLst/>
              <a:ahLst/>
              <a:cxnLst/>
              <a:rect l="l" t="t" r="r" b="b"/>
              <a:pathLst>
                <a:path w="1866" h="2864" extrusionOk="0">
                  <a:moveTo>
                    <a:pt x="171" y="1"/>
                  </a:moveTo>
                  <a:cubicBezTo>
                    <a:pt x="116" y="1"/>
                    <a:pt x="0" y="65"/>
                    <a:pt x="0" y="90"/>
                  </a:cubicBezTo>
                  <a:cubicBezTo>
                    <a:pt x="0" y="90"/>
                    <a:pt x="100" y="357"/>
                    <a:pt x="200" y="624"/>
                  </a:cubicBezTo>
                  <a:cubicBezTo>
                    <a:pt x="334" y="924"/>
                    <a:pt x="501" y="1291"/>
                    <a:pt x="667" y="1591"/>
                  </a:cubicBezTo>
                  <a:cubicBezTo>
                    <a:pt x="834" y="1858"/>
                    <a:pt x="1034" y="2192"/>
                    <a:pt x="1301" y="2425"/>
                  </a:cubicBezTo>
                  <a:cubicBezTo>
                    <a:pt x="1501" y="2692"/>
                    <a:pt x="1668" y="2859"/>
                    <a:pt x="1668" y="2859"/>
                  </a:cubicBezTo>
                  <a:cubicBezTo>
                    <a:pt x="1671" y="2862"/>
                    <a:pt x="1675" y="2863"/>
                    <a:pt x="1680" y="2863"/>
                  </a:cubicBezTo>
                  <a:cubicBezTo>
                    <a:pt x="1730" y="2863"/>
                    <a:pt x="1865" y="2719"/>
                    <a:pt x="1835" y="2659"/>
                  </a:cubicBezTo>
                  <a:cubicBezTo>
                    <a:pt x="1835" y="2659"/>
                    <a:pt x="1701" y="2458"/>
                    <a:pt x="1535" y="2225"/>
                  </a:cubicBezTo>
                  <a:cubicBezTo>
                    <a:pt x="1368" y="1958"/>
                    <a:pt x="1201" y="1591"/>
                    <a:pt x="1034" y="1358"/>
                  </a:cubicBezTo>
                  <a:cubicBezTo>
                    <a:pt x="701" y="857"/>
                    <a:pt x="200" y="23"/>
                    <a:pt x="200" y="23"/>
                  </a:cubicBezTo>
                  <a:cubicBezTo>
                    <a:pt x="200" y="7"/>
                    <a:pt x="189" y="1"/>
                    <a:pt x="171"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8" name="Google Shape;1138;p9"/>
            <p:cNvSpPr/>
            <p:nvPr/>
          </p:nvSpPr>
          <p:spPr>
            <a:xfrm>
              <a:off x="3759525" y="2752400"/>
              <a:ext cx="32550" cy="41725"/>
            </a:xfrm>
            <a:custGeom>
              <a:avLst/>
              <a:gdLst/>
              <a:ahLst/>
              <a:cxnLst/>
              <a:rect l="l" t="t" r="r" b="b"/>
              <a:pathLst>
                <a:path w="1302" h="1669" extrusionOk="0">
                  <a:moveTo>
                    <a:pt x="234" y="1"/>
                  </a:moveTo>
                  <a:cubicBezTo>
                    <a:pt x="167" y="1"/>
                    <a:pt x="0" y="168"/>
                    <a:pt x="0" y="168"/>
                  </a:cubicBezTo>
                  <a:cubicBezTo>
                    <a:pt x="0" y="168"/>
                    <a:pt x="267" y="701"/>
                    <a:pt x="467" y="1002"/>
                  </a:cubicBezTo>
                  <a:cubicBezTo>
                    <a:pt x="668" y="1302"/>
                    <a:pt x="1101" y="1669"/>
                    <a:pt x="1101" y="1669"/>
                  </a:cubicBezTo>
                  <a:cubicBezTo>
                    <a:pt x="1101" y="1669"/>
                    <a:pt x="1268" y="1535"/>
                    <a:pt x="1301" y="1502"/>
                  </a:cubicBezTo>
                  <a:cubicBezTo>
                    <a:pt x="1301" y="1502"/>
                    <a:pt x="1068" y="968"/>
                    <a:pt x="834" y="668"/>
                  </a:cubicBezTo>
                  <a:cubicBezTo>
                    <a:pt x="634" y="368"/>
                    <a:pt x="234" y="1"/>
                    <a:pt x="234"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9" name="Google Shape;1139;p9"/>
            <p:cNvSpPr/>
            <p:nvPr/>
          </p:nvSpPr>
          <p:spPr>
            <a:xfrm>
              <a:off x="3789550" y="2733225"/>
              <a:ext cx="40050" cy="49225"/>
            </a:xfrm>
            <a:custGeom>
              <a:avLst/>
              <a:gdLst/>
              <a:ahLst/>
              <a:cxnLst/>
              <a:rect l="l" t="t" r="r" b="b"/>
              <a:pathLst>
                <a:path w="1602" h="1969" extrusionOk="0">
                  <a:moveTo>
                    <a:pt x="234" y="1"/>
                  </a:moveTo>
                  <a:cubicBezTo>
                    <a:pt x="200" y="1"/>
                    <a:pt x="0" y="134"/>
                    <a:pt x="0" y="201"/>
                  </a:cubicBezTo>
                  <a:cubicBezTo>
                    <a:pt x="0" y="201"/>
                    <a:pt x="367" y="801"/>
                    <a:pt x="634" y="1135"/>
                  </a:cubicBezTo>
                  <a:cubicBezTo>
                    <a:pt x="934" y="1468"/>
                    <a:pt x="1401" y="1969"/>
                    <a:pt x="1401" y="1969"/>
                  </a:cubicBezTo>
                  <a:cubicBezTo>
                    <a:pt x="1435" y="1969"/>
                    <a:pt x="1601" y="1902"/>
                    <a:pt x="1601" y="1802"/>
                  </a:cubicBezTo>
                  <a:cubicBezTo>
                    <a:pt x="1601" y="1802"/>
                    <a:pt x="1501" y="1635"/>
                    <a:pt x="1435" y="1435"/>
                  </a:cubicBezTo>
                  <a:cubicBezTo>
                    <a:pt x="1301" y="1235"/>
                    <a:pt x="1134" y="968"/>
                    <a:pt x="1034" y="801"/>
                  </a:cubicBezTo>
                  <a:cubicBezTo>
                    <a:pt x="734" y="468"/>
                    <a:pt x="234" y="1"/>
                    <a:pt x="234"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0" name="Google Shape;1140;p9"/>
            <p:cNvSpPr/>
            <p:nvPr/>
          </p:nvSpPr>
          <p:spPr>
            <a:xfrm>
              <a:off x="3832900" y="2714050"/>
              <a:ext cx="28375" cy="30875"/>
            </a:xfrm>
            <a:custGeom>
              <a:avLst/>
              <a:gdLst/>
              <a:ahLst/>
              <a:cxnLst/>
              <a:rect l="l" t="t" r="r" b="b"/>
              <a:pathLst>
                <a:path w="1135" h="1235" extrusionOk="0">
                  <a:moveTo>
                    <a:pt x="134" y="1"/>
                  </a:moveTo>
                  <a:lnTo>
                    <a:pt x="1" y="201"/>
                  </a:lnTo>
                  <a:cubicBezTo>
                    <a:pt x="1" y="201"/>
                    <a:pt x="68" y="301"/>
                    <a:pt x="168" y="401"/>
                  </a:cubicBezTo>
                  <a:cubicBezTo>
                    <a:pt x="234" y="501"/>
                    <a:pt x="334" y="668"/>
                    <a:pt x="401" y="734"/>
                  </a:cubicBezTo>
                  <a:cubicBezTo>
                    <a:pt x="568" y="968"/>
                    <a:pt x="901" y="1235"/>
                    <a:pt x="901" y="1235"/>
                  </a:cubicBezTo>
                  <a:cubicBezTo>
                    <a:pt x="968" y="1235"/>
                    <a:pt x="1135" y="1135"/>
                    <a:pt x="1135" y="1135"/>
                  </a:cubicBezTo>
                  <a:cubicBezTo>
                    <a:pt x="1135" y="1135"/>
                    <a:pt x="1002" y="701"/>
                    <a:pt x="801" y="468"/>
                  </a:cubicBezTo>
                  <a:cubicBezTo>
                    <a:pt x="668" y="334"/>
                    <a:pt x="535" y="201"/>
                    <a:pt x="368" y="134"/>
                  </a:cubicBezTo>
                  <a:cubicBezTo>
                    <a:pt x="234" y="34"/>
                    <a:pt x="134" y="1"/>
                    <a:pt x="134"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1" name="Google Shape;1141;p9"/>
            <p:cNvSpPr/>
            <p:nvPr/>
          </p:nvSpPr>
          <p:spPr>
            <a:xfrm>
              <a:off x="3592000" y="2297075"/>
              <a:ext cx="91650" cy="85400"/>
            </a:xfrm>
            <a:custGeom>
              <a:avLst/>
              <a:gdLst/>
              <a:ahLst/>
              <a:cxnLst/>
              <a:rect l="l" t="t" r="r" b="b"/>
              <a:pathLst>
                <a:path w="3666" h="3416" extrusionOk="0">
                  <a:moveTo>
                    <a:pt x="3466" y="1"/>
                  </a:moveTo>
                  <a:cubicBezTo>
                    <a:pt x="3466" y="1"/>
                    <a:pt x="2332" y="902"/>
                    <a:pt x="1664" y="1535"/>
                  </a:cubicBezTo>
                  <a:cubicBezTo>
                    <a:pt x="997" y="2169"/>
                    <a:pt x="30" y="3237"/>
                    <a:pt x="30" y="3237"/>
                  </a:cubicBezTo>
                  <a:cubicBezTo>
                    <a:pt x="1" y="3237"/>
                    <a:pt x="125" y="3415"/>
                    <a:pt x="179" y="3415"/>
                  </a:cubicBezTo>
                  <a:cubicBezTo>
                    <a:pt x="186" y="3415"/>
                    <a:pt x="193" y="3412"/>
                    <a:pt x="197" y="3403"/>
                  </a:cubicBezTo>
                  <a:cubicBezTo>
                    <a:pt x="197" y="3403"/>
                    <a:pt x="1331" y="2503"/>
                    <a:pt x="1998" y="1869"/>
                  </a:cubicBezTo>
                  <a:cubicBezTo>
                    <a:pt x="2665" y="1235"/>
                    <a:pt x="3633" y="168"/>
                    <a:pt x="3633" y="168"/>
                  </a:cubicBezTo>
                  <a:cubicBezTo>
                    <a:pt x="3666" y="134"/>
                    <a:pt x="3532" y="1"/>
                    <a:pt x="3466"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2" name="Google Shape;1142;p9"/>
            <p:cNvSpPr/>
            <p:nvPr/>
          </p:nvSpPr>
          <p:spPr>
            <a:xfrm>
              <a:off x="3612750" y="2287450"/>
              <a:ext cx="32550" cy="33850"/>
            </a:xfrm>
            <a:custGeom>
              <a:avLst/>
              <a:gdLst/>
              <a:ahLst/>
              <a:cxnLst/>
              <a:rect l="l" t="t" r="r" b="b"/>
              <a:pathLst>
                <a:path w="1302" h="1354" extrusionOk="0">
                  <a:moveTo>
                    <a:pt x="1147" y="1"/>
                  </a:moveTo>
                  <a:cubicBezTo>
                    <a:pt x="1130" y="1"/>
                    <a:pt x="1114" y="6"/>
                    <a:pt x="1101" y="19"/>
                  </a:cubicBezTo>
                  <a:cubicBezTo>
                    <a:pt x="1101" y="19"/>
                    <a:pt x="668" y="253"/>
                    <a:pt x="434" y="519"/>
                  </a:cubicBezTo>
                  <a:cubicBezTo>
                    <a:pt x="334" y="619"/>
                    <a:pt x="201" y="786"/>
                    <a:pt x="134" y="953"/>
                  </a:cubicBezTo>
                  <a:cubicBezTo>
                    <a:pt x="34" y="1086"/>
                    <a:pt x="1" y="1220"/>
                    <a:pt x="1" y="1220"/>
                  </a:cubicBezTo>
                  <a:lnTo>
                    <a:pt x="201" y="1353"/>
                  </a:lnTo>
                  <a:cubicBezTo>
                    <a:pt x="201" y="1353"/>
                    <a:pt x="601" y="1053"/>
                    <a:pt x="801" y="786"/>
                  </a:cubicBezTo>
                  <a:cubicBezTo>
                    <a:pt x="1035" y="553"/>
                    <a:pt x="1301" y="119"/>
                    <a:pt x="1301" y="119"/>
                  </a:cubicBezTo>
                  <a:cubicBezTo>
                    <a:pt x="1301" y="92"/>
                    <a:pt x="1215" y="1"/>
                    <a:pt x="1147"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3" name="Google Shape;1143;p9"/>
            <p:cNvSpPr/>
            <p:nvPr/>
          </p:nvSpPr>
          <p:spPr>
            <a:xfrm>
              <a:off x="3627750" y="2202025"/>
              <a:ext cx="48400" cy="49225"/>
            </a:xfrm>
            <a:custGeom>
              <a:avLst/>
              <a:gdLst/>
              <a:ahLst/>
              <a:cxnLst/>
              <a:rect l="l" t="t" r="r" b="b"/>
              <a:pathLst>
                <a:path w="1936" h="1969" extrusionOk="0">
                  <a:moveTo>
                    <a:pt x="1769" y="0"/>
                  </a:moveTo>
                  <a:cubicBezTo>
                    <a:pt x="1769" y="0"/>
                    <a:pt x="1102" y="401"/>
                    <a:pt x="735" y="767"/>
                  </a:cubicBezTo>
                  <a:cubicBezTo>
                    <a:pt x="401" y="1134"/>
                    <a:pt x="1" y="1802"/>
                    <a:pt x="1" y="1802"/>
                  </a:cubicBezTo>
                  <a:cubicBezTo>
                    <a:pt x="1" y="1835"/>
                    <a:pt x="168" y="1968"/>
                    <a:pt x="201" y="1968"/>
                  </a:cubicBezTo>
                  <a:cubicBezTo>
                    <a:pt x="201" y="1968"/>
                    <a:pt x="768" y="1501"/>
                    <a:pt x="1102" y="1134"/>
                  </a:cubicBezTo>
                  <a:cubicBezTo>
                    <a:pt x="1435" y="801"/>
                    <a:pt x="1936" y="200"/>
                    <a:pt x="1936" y="200"/>
                  </a:cubicBezTo>
                  <a:cubicBezTo>
                    <a:pt x="1936" y="200"/>
                    <a:pt x="1836" y="34"/>
                    <a:pt x="1769"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4" name="Google Shape;1144;p9"/>
            <p:cNvSpPr/>
            <p:nvPr/>
          </p:nvSpPr>
          <p:spPr>
            <a:xfrm>
              <a:off x="3645275" y="2128625"/>
              <a:ext cx="51725" cy="49225"/>
            </a:xfrm>
            <a:custGeom>
              <a:avLst/>
              <a:gdLst/>
              <a:ahLst/>
              <a:cxnLst/>
              <a:rect l="l" t="t" r="r" b="b"/>
              <a:pathLst>
                <a:path w="2069" h="1969" extrusionOk="0">
                  <a:moveTo>
                    <a:pt x="1902" y="1"/>
                  </a:moveTo>
                  <a:cubicBezTo>
                    <a:pt x="1902" y="1"/>
                    <a:pt x="1201" y="434"/>
                    <a:pt x="834" y="768"/>
                  </a:cubicBezTo>
                  <a:cubicBezTo>
                    <a:pt x="634" y="968"/>
                    <a:pt x="401" y="1235"/>
                    <a:pt x="234" y="1435"/>
                  </a:cubicBezTo>
                  <a:cubicBezTo>
                    <a:pt x="134" y="1635"/>
                    <a:pt x="0" y="1802"/>
                    <a:pt x="0" y="1802"/>
                  </a:cubicBezTo>
                  <a:cubicBezTo>
                    <a:pt x="0" y="1869"/>
                    <a:pt x="167" y="1969"/>
                    <a:pt x="201" y="1969"/>
                  </a:cubicBezTo>
                  <a:cubicBezTo>
                    <a:pt x="201" y="1969"/>
                    <a:pt x="801" y="1469"/>
                    <a:pt x="1168" y="1135"/>
                  </a:cubicBezTo>
                  <a:cubicBezTo>
                    <a:pt x="1535" y="801"/>
                    <a:pt x="2069" y="234"/>
                    <a:pt x="2069" y="234"/>
                  </a:cubicBezTo>
                  <a:cubicBezTo>
                    <a:pt x="2069" y="234"/>
                    <a:pt x="1969" y="68"/>
                    <a:pt x="1902"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5" name="Google Shape;1145;p9"/>
            <p:cNvSpPr/>
            <p:nvPr/>
          </p:nvSpPr>
          <p:spPr>
            <a:xfrm>
              <a:off x="3658625" y="2080275"/>
              <a:ext cx="42550" cy="39200"/>
            </a:xfrm>
            <a:custGeom>
              <a:avLst/>
              <a:gdLst/>
              <a:ahLst/>
              <a:cxnLst/>
              <a:rect l="l" t="t" r="r" b="b"/>
              <a:pathLst>
                <a:path w="1702" h="1568" extrusionOk="0">
                  <a:moveTo>
                    <a:pt x="1468" y="0"/>
                  </a:moveTo>
                  <a:cubicBezTo>
                    <a:pt x="1468" y="0"/>
                    <a:pt x="968" y="367"/>
                    <a:pt x="667" y="634"/>
                  </a:cubicBezTo>
                  <a:cubicBezTo>
                    <a:pt x="367" y="867"/>
                    <a:pt x="0" y="1368"/>
                    <a:pt x="0" y="1368"/>
                  </a:cubicBezTo>
                  <a:cubicBezTo>
                    <a:pt x="0" y="1401"/>
                    <a:pt x="167" y="1568"/>
                    <a:pt x="167" y="1568"/>
                  </a:cubicBezTo>
                  <a:cubicBezTo>
                    <a:pt x="167" y="1568"/>
                    <a:pt x="701" y="1234"/>
                    <a:pt x="1034" y="1001"/>
                  </a:cubicBezTo>
                  <a:cubicBezTo>
                    <a:pt x="1334" y="701"/>
                    <a:pt x="1701" y="200"/>
                    <a:pt x="1701" y="200"/>
                  </a:cubicBezTo>
                  <a:cubicBezTo>
                    <a:pt x="1701" y="200"/>
                    <a:pt x="1535" y="33"/>
                    <a:pt x="1468"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6" name="Google Shape;1146;p9"/>
            <p:cNvSpPr/>
            <p:nvPr/>
          </p:nvSpPr>
          <p:spPr>
            <a:xfrm>
              <a:off x="3064850" y="2062750"/>
              <a:ext cx="507600" cy="458975"/>
            </a:xfrm>
            <a:custGeom>
              <a:avLst/>
              <a:gdLst/>
              <a:ahLst/>
              <a:cxnLst/>
              <a:rect l="l" t="t" r="r" b="b"/>
              <a:pathLst>
                <a:path w="20304" h="18359" extrusionOk="0">
                  <a:moveTo>
                    <a:pt x="1" y="1"/>
                  </a:moveTo>
                  <a:lnTo>
                    <a:pt x="1" y="1"/>
                  </a:lnTo>
                  <a:cubicBezTo>
                    <a:pt x="1502" y="2102"/>
                    <a:pt x="3203" y="4504"/>
                    <a:pt x="4871" y="6872"/>
                  </a:cubicBezTo>
                  <a:cubicBezTo>
                    <a:pt x="6239" y="8740"/>
                    <a:pt x="7573" y="10675"/>
                    <a:pt x="8774" y="12343"/>
                  </a:cubicBezTo>
                  <a:cubicBezTo>
                    <a:pt x="11209" y="15678"/>
                    <a:pt x="13010" y="18180"/>
                    <a:pt x="13010" y="18180"/>
                  </a:cubicBezTo>
                  <a:cubicBezTo>
                    <a:pt x="13097" y="18304"/>
                    <a:pt x="13192" y="18359"/>
                    <a:pt x="13265" y="18359"/>
                  </a:cubicBezTo>
                  <a:cubicBezTo>
                    <a:pt x="13388" y="18359"/>
                    <a:pt x="13445" y="18199"/>
                    <a:pt x="13277" y="17947"/>
                  </a:cubicBezTo>
                  <a:cubicBezTo>
                    <a:pt x="13277" y="17947"/>
                    <a:pt x="11542" y="15412"/>
                    <a:pt x="9207" y="12009"/>
                  </a:cubicBezTo>
                  <a:cubicBezTo>
                    <a:pt x="7106" y="9040"/>
                    <a:pt x="4537" y="5271"/>
                    <a:pt x="2436" y="2236"/>
                  </a:cubicBezTo>
                  <a:lnTo>
                    <a:pt x="2436" y="2236"/>
                  </a:lnTo>
                  <a:cubicBezTo>
                    <a:pt x="5738" y="4104"/>
                    <a:pt x="9941" y="6539"/>
                    <a:pt x="13344" y="8507"/>
                  </a:cubicBezTo>
                  <a:cubicBezTo>
                    <a:pt x="17046" y="10608"/>
                    <a:pt x="19848" y="12209"/>
                    <a:pt x="19848" y="12209"/>
                  </a:cubicBezTo>
                  <a:cubicBezTo>
                    <a:pt x="19954" y="12262"/>
                    <a:pt x="20040" y="12285"/>
                    <a:pt x="20106" y="12285"/>
                  </a:cubicBezTo>
                  <a:cubicBezTo>
                    <a:pt x="20289" y="12285"/>
                    <a:pt x="20303" y="12106"/>
                    <a:pt x="20082" y="11909"/>
                  </a:cubicBezTo>
                  <a:cubicBezTo>
                    <a:pt x="20082" y="11909"/>
                    <a:pt x="17347" y="10275"/>
                    <a:pt x="13677" y="8073"/>
                  </a:cubicBezTo>
                  <a:cubicBezTo>
                    <a:pt x="11843" y="7006"/>
                    <a:pt x="9775" y="5738"/>
                    <a:pt x="7740" y="4537"/>
                  </a:cubicBezTo>
                  <a:cubicBezTo>
                    <a:pt x="5338" y="3103"/>
                    <a:pt x="2936" y="1735"/>
                    <a:pt x="868" y="501"/>
                  </a:cubicBezTo>
                  <a:cubicBezTo>
                    <a:pt x="535" y="267"/>
                    <a:pt x="168" y="101"/>
                    <a:pt x="1"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7" name="Google Shape;1147;p9"/>
            <p:cNvSpPr/>
            <p:nvPr/>
          </p:nvSpPr>
          <p:spPr>
            <a:xfrm>
              <a:off x="3089825" y="2088525"/>
              <a:ext cx="442050" cy="380525"/>
            </a:xfrm>
            <a:custGeom>
              <a:avLst/>
              <a:gdLst/>
              <a:ahLst/>
              <a:cxnLst/>
              <a:rect l="l" t="t" r="r" b="b"/>
              <a:pathLst>
                <a:path w="17682" h="15221" extrusionOk="0">
                  <a:moveTo>
                    <a:pt x="301" y="1"/>
                  </a:moveTo>
                  <a:cubicBezTo>
                    <a:pt x="151" y="1"/>
                    <a:pt x="1" y="202"/>
                    <a:pt x="136" y="337"/>
                  </a:cubicBezTo>
                  <a:cubicBezTo>
                    <a:pt x="136" y="337"/>
                    <a:pt x="5273" y="4974"/>
                    <a:pt x="8609" y="7876"/>
                  </a:cubicBezTo>
                  <a:cubicBezTo>
                    <a:pt x="11944" y="10811"/>
                    <a:pt x="17282" y="15181"/>
                    <a:pt x="17282" y="15181"/>
                  </a:cubicBezTo>
                  <a:cubicBezTo>
                    <a:pt x="17329" y="15208"/>
                    <a:pt x="17376" y="15220"/>
                    <a:pt x="17418" y="15220"/>
                  </a:cubicBezTo>
                  <a:cubicBezTo>
                    <a:pt x="17582" y="15220"/>
                    <a:pt x="17681" y="15040"/>
                    <a:pt x="17548" y="14881"/>
                  </a:cubicBezTo>
                  <a:cubicBezTo>
                    <a:pt x="17548" y="14881"/>
                    <a:pt x="12411" y="10244"/>
                    <a:pt x="9076" y="7342"/>
                  </a:cubicBezTo>
                  <a:cubicBezTo>
                    <a:pt x="5740" y="4407"/>
                    <a:pt x="403" y="37"/>
                    <a:pt x="403" y="37"/>
                  </a:cubicBezTo>
                  <a:cubicBezTo>
                    <a:pt x="371" y="12"/>
                    <a:pt x="336" y="1"/>
                    <a:pt x="301"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8" name="Google Shape;1148;p9"/>
            <p:cNvSpPr/>
            <p:nvPr/>
          </p:nvSpPr>
          <p:spPr>
            <a:xfrm>
              <a:off x="3399275" y="2477925"/>
              <a:ext cx="59925" cy="12200"/>
            </a:xfrm>
            <a:custGeom>
              <a:avLst/>
              <a:gdLst/>
              <a:ahLst/>
              <a:cxnLst/>
              <a:rect l="l" t="t" r="r" b="b"/>
              <a:pathLst>
                <a:path w="2397" h="488" extrusionOk="0">
                  <a:moveTo>
                    <a:pt x="1038" y="0"/>
                  </a:moveTo>
                  <a:cubicBezTo>
                    <a:pt x="587" y="0"/>
                    <a:pt x="33" y="106"/>
                    <a:pt x="33" y="106"/>
                  </a:cubicBezTo>
                  <a:cubicBezTo>
                    <a:pt x="0" y="106"/>
                    <a:pt x="0" y="339"/>
                    <a:pt x="33" y="339"/>
                  </a:cubicBezTo>
                  <a:cubicBezTo>
                    <a:pt x="33" y="339"/>
                    <a:pt x="734" y="472"/>
                    <a:pt x="1201" y="472"/>
                  </a:cubicBezTo>
                  <a:cubicBezTo>
                    <a:pt x="1357" y="484"/>
                    <a:pt x="1538" y="487"/>
                    <a:pt x="1711" y="487"/>
                  </a:cubicBezTo>
                  <a:cubicBezTo>
                    <a:pt x="2057" y="487"/>
                    <a:pt x="2368" y="472"/>
                    <a:pt x="2368" y="472"/>
                  </a:cubicBezTo>
                  <a:cubicBezTo>
                    <a:pt x="2368" y="442"/>
                    <a:pt x="2397" y="269"/>
                    <a:pt x="2375" y="269"/>
                  </a:cubicBezTo>
                  <a:cubicBezTo>
                    <a:pt x="2373" y="269"/>
                    <a:pt x="2371" y="270"/>
                    <a:pt x="2368" y="272"/>
                  </a:cubicBezTo>
                  <a:cubicBezTo>
                    <a:pt x="2368" y="272"/>
                    <a:pt x="1668" y="72"/>
                    <a:pt x="1201" y="5"/>
                  </a:cubicBezTo>
                  <a:cubicBezTo>
                    <a:pt x="1149" y="2"/>
                    <a:pt x="1094" y="0"/>
                    <a:pt x="1038"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9" name="Google Shape;1149;p9"/>
            <p:cNvSpPr/>
            <p:nvPr/>
          </p:nvSpPr>
          <p:spPr>
            <a:xfrm>
              <a:off x="3367575" y="2433275"/>
              <a:ext cx="75075" cy="14775"/>
            </a:xfrm>
            <a:custGeom>
              <a:avLst/>
              <a:gdLst/>
              <a:ahLst/>
              <a:cxnLst/>
              <a:rect l="l" t="t" r="r" b="b"/>
              <a:pathLst>
                <a:path w="3003" h="591" extrusionOk="0">
                  <a:moveTo>
                    <a:pt x="1038" y="1"/>
                  </a:moveTo>
                  <a:cubicBezTo>
                    <a:pt x="555" y="1"/>
                    <a:pt x="67" y="57"/>
                    <a:pt x="67" y="57"/>
                  </a:cubicBezTo>
                  <a:cubicBezTo>
                    <a:pt x="1" y="57"/>
                    <a:pt x="1" y="290"/>
                    <a:pt x="67" y="290"/>
                  </a:cubicBezTo>
                  <a:cubicBezTo>
                    <a:pt x="67" y="290"/>
                    <a:pt x="935" y="457"/>
                    <a:pt x="1468" y="524"/>
                  </a:cubicBezTo>
                  <a:cubicBezTo>
                    <a:pt x="2069" y="591"/>
                    <a:pt x="2936" y="591"/>
                    <a:pt x="2936" y="591"/>
                  </a:cubicBezTo>
                  <a:cubicBezTo>
                    <a:pt x="2969" y="557"/>
                    <a:pt x="3003" y="357"/>
                    <a:pt x="2936" y="290"/>
                  </a:cubicBezTo>
                  <a:cubicBezTo>
                    <a:pt x="2936" y="290"/>
                    <a:pt x="2102" y="90"/>
                    <a:pt x="1502" y="24"/>
                  </a:cubicBezTo>
                  <a:cubicBezTo>
                    <a:pt x="1360" y="7"/>
                    <a:pt x="1199" y="1"/>
                    <a:pt x="1038"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0" name="Google Shape;1150;p9"/>
            <p:cNvSpPr/>
            <p:nvPr/>
          </p:nvSpPr>
          <p:spPr>
            <a:xfrm>
              <a:off x="3331725" y="2387400"/>
              <a:ext cx="48375" cy="14775"/>
            </a:xfrm>
            <a:custGeom>
              <a:avLst/>
              <a:gdLst/>
              <a:ahLst/>
              <a:cxnLst/>
              <a:rect l="l" t="t" r="r" b="b"/>
              <a:pathLst>
                <a:path w="1935" h="591" extrusionOk="0">
                  <a:moveTo>
                    <a:pt x="676" y="1"/>
                  </a:moveTo>
                  <a:cubicBezTo>
                    <a:pt x="338" y="1"/>
                    <a:pt x="0" y="57"/>
                    <a:pt x="0" y="57"/>
                  </a:cubicBezTo>
                  <a:lnTo>
                    <a:pt x="0" y="291"/>
                  </a:lnTo>
                  <a:cubicBezTo>
                    <a:pt x="0" y="291"/>
                    <a:pt x="534" y="424"/>
                    <a:pt x="901" y="524"/>
                  </a:cubicBezTo>
                  <a:cubicBezTo>
                    <a:pt x="1268" y="558"/>
                    <a:pt x="1868" y="591"/>
                    <a:pt x="1868" y="591"/>
                  </a:cubicBezTo>
                  <a:cubicBezTo>
                    <a:pt x="1868" y="591"/>
                    <a:pt x="1935" y="391"/>
                    <a:pt x="1935" y="291"/>
                  </a:cubicBezTo>
                  <a:cubicBezTo>
                    <a:pt x="1935" y="291"/>
                    <a:pt x="1368" y="57"/>
                    <a:pt x="1001" y="24"/>
                  </a:cubicBezTo>
                  <a:cubicBezTo>
                    <a:pt x="901" y="7"/>
                    <a:pt x="788" y="1"/>
                    <a:pt x="676"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1" name="Google Shape;1151;p9"/>
            <p:cNvSpPr/>
            <p:nvPr/>
          </p:nvSpPr>
          <p:spPr>
            <a:xfrm>
              <a:off x="3285850" y="2342775"/>
              <a:ext cx="55900" cy="14375"/>
            </a:xfrm>
            <a:custGeom>
              <a:avLst/>
              <a:gdLst/>
              <a:ahLst/>
              <a:cxnLst/>
              <a:rect l="l" t="t" r="r" b="b"/>
              <a:pathLst>
                <a:path w="2236" h="575" extrusionOk="0">
                  <a:moveTo>
                    <a:pt x="958" y="1"/>
                  </a:moveTo>
                  <a:cubicBezTo>
                    <a:pt x="524" y="1"/>
                    <a:pt x="34" y="74"/>
                    <a:pt x="34" y="74"/>
                  </a:cubicBezTo>
                  <a:cubicBezTo>
                    <a:pt x="1" y="74"/>
                    <a:pt x="1" y="341"/>
                    <a:pt x="34" y="341"/>
                  </a:cubicBezTo>
                  <a:cubicBezTo>
                    <a:pt x="34" y="341"/>
                    <a:pt x="701" y="475"/>
                    <a:pt x="1101" y="508"/>
                  </a:cubicBezTo>
                  <a:cubicBezTo>
                    <a:pt x="1268" y="508"/>
                    <a:pt x="1568" y="508"/>
                    <a:pt x="1768" y="541"/>
                  </a:cubicBezTo>
                  <a:cubicBezTo>
                    <a:pt x="2002" y="541"/>
                    <a:pt x="2169" y="575"/>
                    <a:pt x="2169" y="575"/>
                  </a:cubicBezTo>
                  <a:cubicBezTo>
                    <a:pt x="2169" y="541"/>
                    <a:pt x="2235" y="375"/>
                    <a:pt x="2235" y="375"/>
                  </a:cubicBezTo>
                  <a:cubicBezTo>
                    <a:pt x="2235" y="375"/>
                    <a:pt x="2069" y="308"/>
                    <a:pt x="1869" y="208"/>
                  </a:cubicBezTo>
                  <a:cubicBezTo>
                    <a:pt x="1635" y="74"/>
                    <a:pt x="1368" y="41"/>
                    <a:pt x="1168" y="8"/>
                  </a:cubicBezTo>
                  <a:cubicBezTo>
                    <a:pt x="1101" y="3"/>
                    <a:pt x="1031" y="1"/>
                    <a:pt x="958"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2" name="Google Shape;1152;p9"/>
            <p:cNvSpPr/>
            <p:nvPr/>
          </p:nvSpPr>
          <p:spPr>
            <a:xfrm>
              <a:off x="3923600" y="2011050"/>
              <a:ext cx="460550" cy="506725"/>
            </a:xfrm>
            <a:custGeom>
              <a:avLst/>
              <a:gdLst/>
              <a:ahLst/>
              <a:cxnLst/>
              <a:rect l="l" t="t" r="r" b="b"/>
              <a:pathLst>
                <a:path w="18422" h="20269" extrusionOk="0">
                  <a:moveTo>
                    <a:pt x="18422" y="0"/>
                  </a:moveTo>
                  <a:lnTo>
                    <a:pt x="18422" y="0"/>
                  </a:lnTo>
                  <a:cubicBezTo>
                    <a:pt x="16287" y="1502"/>
                    <a:pt x="13919" y="3236"/>
                    <a:pt x="11550" y="4904"/>
                  </a:cubicBezTo>
                  <a:cubicBezTo>
                    <a:pt x="9682" y="6272"/>
                    <a:pt x="7748" y="7606"/>
                    <a:pt x="6080" y="8807"/>
                  </a:cubicBezTo>
                  <a:cubicBezTo>
                    <a:pt x="2744" y="11242"/>
                    <a:pt x="242" y="13010"/>
                    <a:pt x="242" y="13010"/>
                  </a:cubicBezTo>
                  <a:cubicBezTo>
                    <a:pt x="1" y="13203"/>
                    <a:pt x="22" y="13414"/>
                    <a:pt x="191" y="13414"/>
                  </a:cubicBezTo>
                  <a:cubicBezTo>
                    <a:pt x="255" y="13414"/>
                    <a:pt x="341" y="13383"/>
                    <a:pt x="442" y="13310"/>
                  </a:cubicBezTo>
                  <a:cubicBezTo>
                    <a:pt x="442" y="13310"/>
                    <a:pt x="3011" y="11575"/>
                    <a:pt x="6413" y="9240"/>
                  </a:cubicBezTo>
                  <a:cubicBezTo>
                    <a:pt x="9382" y="7139"/>
                    <a:pt x="13118" y="4570"/>
                    <a:pt x="16187" y="2469"/>
                  </a:cubicBezTo>
                  <a:lnTo>
                    <a:pt x="16187" y="2469"/>
                  </a:lnTo>
                  <a:cubicBezTo>
                    <a:pt x="14286" y="5771"/>
                    <a:pt x="11884" y="9974"/>
                    <a:pt x="9916" y="13343"/>
                  </a:cubicBezTo>
                  <a:cubicBezTo>
                    <a:pt x="7781" y="17079"/>
                    <a:pt x="6213" y="19848"/>
                    <a:pt x="6213" y="19848"/>
                  </a:cubicBezTo>
                  <a:cubicBezTo>
                    <a:pt x="6084" y="20107"/>
                    <a:pt x="6136" y="20268"/>
                    <a:pt x="6261" y="20268"/>
                  </a:cubicBezTo>
                  <a:cubicBezTo>
                    <a:pt x="6329" y="20268"/>
                    <a:pt x="6419" y="20221"/>
                    <a:pt x="6513" y="20115"/>
                  </a:cubicBezTo>
                  <a:cubicBezTo>
                    <a:pt x="6513" y="20115"/>
                    <a:pt x="8115" y="17346"/>
                    <a:pt x="10349" y="13677"/>
                  </a:cubicBezTo>
                  <a:cubicBezTo>
                    <a:pt x="11417" y="11842"/>
                    <a:pt x="12684" y="9807"/>
                    <a:pt x="13885" y="7773"/>
                  </a:cubicBezTo>
                  <a:cubicBezTo>
                    <a:pt x="15286" y="5338"/>
                    <a:pt x="16687" y="2969"/>
                    <a:pt x="17922" y="901"/>
                  </a:cubicBezTo>
                  <a:cubicBezTo>
                    <a:pt x="18122" y="568"/>
                    <a:pt x="18288" y="167"/>
                    <a:pt x="18422"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3" name="Google Shape;1153;p9"/>
            <p:cNvSpPr/>
            <p:nvPr/>
          </p:nvSpPr>
          <p:spPr>
            <a:xfrm>
              <a:off x="3976300" y="2038925"/>
              <a:ext cx="383125" cy="438075"/>
            </a:xfrm>
            <a:custGeom>
              <a:avLst/>
              <a:gdLst/>
              <a:ahLst/>
              <a:cxnLst/>
              <a:rect l="l" t="t" r="r" b="b"/>
              <a:pathLst>
                <a:path w="15325" h="17523" extrusionOk="0">
                  <a:moveTo>
                    <a:pt x="15063" y="0"/>
                  </a:moveTo>
                  <a:cubicBezTo>
                    <a:pt x="15024" y="0"/>
                    <a:pt x="14983" y="16"/>
                    <a:pt x="14946" y="53"/>
                  </a:cubicBezTo>
                  <a:cubicBezTo>
                    <a:pt x="14946" y="53"/>
                    <a:pt x="10310" y="5190"/>
                    <a:pt x="7408" y="8526"/>
                  </a:cubicBezTo>
                  <a:cubicBezTo>
                    <a:pt x="4472" y="11861"/>
                    <a:pt x="102" y="17199"/>
                    <a:pt x="102" y="17199"/>
                  </a:cubicBezTo>
                  <a:cubicBezTo>
                    <a:pt x="1" y="17351"/>
                    <a:pt x="92" y="17522"/>
                    <a:pt x="245" y="17522"/>
                  </a:cubicBezTo>
                  <a:cubicBezTo>
                    <a:pt x="293" y="17522"/>
                    <a:pt x="347" y="17505"/>
                    <a:pt x="403" y="17465"/>
                  </a:cubicBezTo>
                  <a:cubicBezTo>
                    <a:pt x="403" y="17465"/>
                    <a:pt x="5006" y="12328"/>
                    <a:pt x="7941" y="8993"/>
                  </a:cubicBezTo>
                  <a:cubicBezTo>
                    <a:pt x="10843" y="5657"/>
                    <a:pt x="15246" y="320"/>
                    <a:pt x="15246" y="320"/>
                  </a:cubicBezTo>
                  <a:cubicBezTo>
                    <a:pt x="15324" y="190"/>
                    <a:pt x="15201" y="0"/>
                    <a:pt x="15063"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4" name="Google Shape;1154;p9"/>
            <p:cNvSpPr/>
            <p:nvPr/>
          </p:nvSpPr>
          <p:spPr>
            <a:xfrm>
              <a:off x="3955500" y="2345025"/>
              <a:ext cx="14200" cy="60625"/>
            </a:xfrm>
            <a:custGeom>
              <a:avLst/>
              <a:gdLst/>
              <a:ahLst/>
              <a:cxnLst/>
              <a:rect l="l" t="t" r="r" b="b"/>
              <a:pathLst>
                <a:path w="568" h="2425" extrusionOk="0">
                  <a:moveTo>
                    <a:pt x="301" y="1"/>
                  </a:moveTo>
                  <a:cubicBezTo>
                    <a:pt x="234" y="1"/>
                    <a:pt x="167" y="18"/>
                    <a:pt x="167" y="51"/>
                  </a:cubicBezTo>
                  <a:cubicBezTo>
                    <a:pt x="167" y="51"/>
                    <a:pt x="34" y="752"/>
                    <a:pt x="34" y="1219"/>
                  </a:cubicBezTo>
                  <a:cubicBezTo>
                    <a:pt x="0" y="1652"/>
                    <a:pt x="34" y="2386"/>
                    <a:pt x="34" y="2386"/>
                  </a:cubicBezTo>
                  <a:cubicBezTo>
                    <a:pt x="72" y="2405"/>
                    <a:pt x="155" y="2425"/>
                    <a:pt x="212" y="2425"/>
                  </a:cubicBezTo>
                  <a:cubicBezTo>
                    <a:pt x="254" y="2425"/>
                    <a:pt x="281" y="2414"/>
                    <a:pt x="267" y="2386"/>
                  </a:cubicBezTo>
                  <a:cubicBezTo>
                    <a:pt x="267" y="2386"/>
                    <a:pt x="467" y="1652"/>
                    <a:pt x="501" y="1219"/>
                  </a:cubicBezTo>
                  <a:cubicBezTo>
                    <a:pt x="567" y="752"/>
                    <a:pt x="434" y="51"/>
                    <a:pt x="434" y="51"/>
                  </a:cubicBezTo>
                  <a:cubicBezTo>
                    <a:pt x="434" y="18"/>
                    <a:pt x="367" y="1"/>
                    <a:pt x="301"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5" name="Google Shape;1155;p9"/>
            <p:cNvSpPr/>
            <p:nvPr/>
          </p:nvSpPr>
          <p:spPr>
            <a:xfrm>
              <a:off x="3998025" y="2314800"/>
              <a:ext cx="15875" cy="73575"/>
            </a:xfrm>
            <a:custGeom>
              <a:avLst/>
              <a:gdLst/>
              <a:ahLst/>
              <a:cxnLst/>
              <a:rect l="l" t="t" r="r" b="b"/>
              <a:pathLst>
                <a:path w="635" h="2943" extrusionOk="0">
                  <a:moveTo>
                    <a:pt x="434" y="1"/>
                  </a:moveTo>
                  <a:cubicBezTo>
                    <a:pt x="367" y="1"/>
                    <a:pt x="301" y="9"/>
                    <a:pt x="301" y="26"/>
                  </a:cubicBezTo>
                  <a:cubicBezTo>
                    <a:pt x="301" y="26"/>
                    <a:pt x="134" y="893"/>
                    <a:pt x="101" y="1460"/>
                  </a:cubicBezTo>
                  <a:cubicBezTo>
                    <a:pt x="1" y="2027"/>
                    <a:pt x="1" y="2928"/>
                    <a:pt x="1" y="2928"/>
                  </a:cubicBezTo>
                  <a:cubicBezTo>
                    <a:pt x="45" y="2928"/>
                    <a:pt x="149" y="2943"/>
                    <a:pt x="223" y="2943"/>
                  </a:cubicBezTo>
                  <a:cubicBezTo>
                    <a:pt x="260" y="2943"/>
                    <a:pt x="290" y="2939"/>
                    <a:pt x="301" y="2928"/>
                  </a:cubicBezTo>
                  <a:cubicBezTo>
                    <a:pt x="301" y="2928"/>
                    <a:pt x="534" y="2094"/>
                    <a:pt x="601" y="1494"/>
                  </a:cubicBezTo>
                  <a:cubicBezTo>
                    <a:pt x="634" y="893"/>
                    <a:pt x="568" y="26"/>
                    <a:pt x="568" y="26"/>
                  </a:cubicBezTo>
                  <a:cubicBezTo>
                    <a:pt x="568" y="9"/>
                    <a:pt x="501" y="1"/>
                    <a:pt x="434"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6" name="Google Shape;1156;p9"/>
            <p:cNvSpPr/>
            <p:nvPr/>
          </p:nvSpPr>
          <p:spPr>
            <a:xfrm>
              <a:off x="4044725" y="2277075"/>
              <a:ext cx="15025" cy="49225"/>
            </a:xfrm>
            <a:custGeom>
              <a:avLst/>
              <a:gdLst/>
              <a:ahLst/>
              <a:cxnLst/>
              <a:rect l="l" t="t" r="r" b="b"/>
              <a:pathLst>
                <a:path w="601" h="1969" extrusionOk="0">
                  <a:moveTo>
                    <a:pt x="267" y="0"/>
                  </a:moveTo>
                  <a:cubicBezTo>
                    <a:pt x="267" y="0"/>
                    <a:pt x="167" y="534"/>
                    <a:pt x="67" y="934"/>
                  </a:cubicBezTo>
                  <a:cubicBezTo>
                    <a:pt x="34" y="1301"/>
                    <a:pt x="1" y="1868"/>
                    <a:pt x="1" y="1868"/>
                  </a:cubicBezTo>
                  <a:cubicBezTo>
                    <a:pt x="1" y="1935"/>
                    <a:pt x="201" y="1968"/>
                    <a:pt x="267" y="1968"/>
                  </a:cubicBezTo>
                  <a:cubicBezTo>
                    <a:pt x="267" y="1968"/>
                    <a:pt x="534" y="1368"/>
                    <a:pt x="568" y="1001"/>
                  </a:cubicBezTo>
                  <a:cubicBezTo>
                    <a:pt x="601" y="634"/>
                    <a:pt x="534" y="0"/>
                    <a:pt x="534"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7" name="Google Shape;1157;p9"/>
            <p:cNvSpPr/>
            <p:nvPr/>
          </p:nvSpPr>
          <p:spPr>
            <a:xfrm>
              <a:off x="4088925" y="2231425"/>
              <a:ext cx="15875" cy="56675"/>
            </a:xfrm>
            <a:custGeom>
              <a:avLst/>
              <a:gdLst/>
              <a:ahLst/>
              <a:cxnLst/>
              <a:rect l="l" t="t" r="r" b="b"/>
              <a:pathLst>
                <a:path w="635" h="2267" extrusionOk="0">
                  <a:moveTo>
                    <a:pt x="384" y="0"/>
                  </a:moveTo>
                  <a:cubicBezTo>
                    <a:pt x="326" y="0"/>
                    <a:pt x="267" y="8"/>
                    <a:pt x="267" y="25"/>
                  </a:cubicBezTo>
                  <a:cubicBezTo>
                    <a:pt x="267" y="25"/>
                    <a:pt x="134" y="692"/>
                    <a:pt x="101" y="1126"/>
                  </a:cubicBezTo>
                  <a:cubicBezTo>
                    <a:pt x="101" y="1293"/>
                    <a:pt x="101" y="1593"/>
                    <a:pt x="67" y="1793"/>
                  </a:cubicBezTo>
                  <a:cubicBezTo>
                    <a:pt x="67" y="1993"/>
                    <a:pt x="0" y="2160"/>
                    <a:pt x="0" y="2160"/>
                  </a:cubicBezTo>
                  <a:cubicBezTo>
                    <a:pt x="58" y="2189"/>
                    <a:pt x="189" y="2267"/>
                    <a:pt x="225" y="2267"/>
                  </a:cubicBezTo>
                  <a:cubicBezTo>
                    <a:pt x="231" y="2267"/>
                    <a:pt x="234" y="2265"/>
                    <a:pt x="234" y="2260"/>
                  </a:cubicBezTo>
                  <a:cubicBezTo>
                    <a:pt x="234" y="2260"/>
                    <a:pt x="301" y="2093"/>
                    <a:pt x="401" y="1860"/>
                  </a:cubicBezTo>
                  <a:cubicBezTo>
                    <a:pt x="501" y="1660"/>
                    <a:pt x="568" y="1359"/>
                    <a:pt x="601" y="1159"/>
                  </a:cubicBezTo>
                  <a:cubicBezTo>
                    <a:pt x="634" y="692"/>
                    <a:pt x="501" y="25"/>
                    <a:pt x="501" y="25"/>
                  </a:cubicBezTo>
                  <a:cubicBezTo>
                    <a:pt x="501" y="8"/>
                    <a:pt x="442" y="0"/>
                    <a:pt x="384"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8" name="Google Shape;1158;p9"/>
            <p:cNvSpPr/>
            <p:nvPr/>
          </p:nvSpPr>
          <p:spPr>
            <a:xfrm>
              <a:off x="3909175" y="2843825"/>
              <a:ext cx="508350" cy="459000"/>
            </a:xfrm>
            <a:custGeom>
              <a:avLst/>
              <a:gdLst/>
              <a:ahLst/>
              <a:cxnLst/>
              <a:rect l="l" t="t" r="r" b="b"/>
              <a:pathLst>
                <a:path w="20334" h="18360" extrusionOk="0">
                  <a:moveTo>
                    <a:pt x="7064" y="0"/>
                  </a:moveTo>
                  <a:cubicBezTo>
                    <a:pt x="6940" y="0"/>
                    <a:pt x="6878" y="151"/>
                    <a:pt x="7024" y="380"/>
                  </a:cubicBezTo>
                  <a:cubicBezTo>
                    <a:pt x="7024" y="380"/>
                    <a:pt x="8792" y="2949"/>
                    <a:pt x="11127" y="6351"/>
                  </a:cubicBezTo>
                  <a:cubicBezTo>
                    <a:pt x="13195" y="9320"/>
                    <a:pt x="15797" y="13056"/>
                    <a:pt x="17865" y="16091"/>
                  </a:cubicBezTo>
                  <a:cubicBezTo>
                    <a:pt x="14596" y="14223"/>
                    <a:pt x="10359" y="11822"/>
                    <a:pt x="6990" y="9854"/>
                  </a:cubicBezTo>
                  <a:cubicBezTo>
                    <a:pt x="3288" y="7719"/>
                    <a:pt x="486" y="6151"/>
                    <a:pt x="486" y="6151"/>
                  </a:cubicBezTo>
                  <a:cubicBezTo>
                    <a:pt x="387" y="6102"/>
                    <a:pt x="302" y="6081"/>
                    <a:pt x="236" y="6081"/>
                  </a:cubicBezTo>
                  <a:cubicBezTo>
                    <a:pt x="34" y="6081"/>
                    <a:pt x="1" y="6275"/>
                    <a:pt x="252" y="6451"/>
                  </a:cubicBezTo>
                  <a:cubicBezTo>
                    <a:pt x="252" y="6451"/>
                    <a:pt x="2987" y="8052"/>
                    <a:pt x="6657" y="10287"/>
                  </a:cubicBezTo>
                  <a:cubicBezTo>
                    <a:pt x="8491" y="11355"/>
                    <a:pt x="10526" y="12622"/>
                    <a:pt x="12594" y="13823"/>
                  </a:cubicBezTo>
                  <a:cubicBezTo>
                    <a:pt x="14996" y="15224"/>
                    <a:pt x="17364" y="16625"/>
                    <a:pt x="19466" y="17859"/>
                  </a:cubicBezTo>
                  <a:cubicBezTo>
                    <a:pt x="19799" y="18060"/>
                    <a:pt x="20166" y="18226"/>
                    <a:pt x="20333" y="18360"/>
                  </a:cubicBezTo>
                  <a:cubicBezTo>
                    <a:pt x="18832" y="16225"/>
                    <a:pt x="17131" y="13857"/>
                    <a:pt x="15463" y="11488"/>
                  </a:cubicBezTo>
                  <a:cubicBezTo>
                    <a:pt x="14095" y="9620"/>
                    <a:pt x="12761" y="7685"/>
                    <a:pt x="11527" y="6018"/>
                  </a:cubicBezTo>
                  <a:cubicBezTo>
                    <a:pt x="9125" y="2682"/>
                    <a:pt x="7324" y="180"/>
                    <a:pt x="7324" y="180"/>
                  </a:cubicBezTo>
                  <a:cubicBezTo>
                    <a:pt x="7236" y="55"/>
                    <a:pt x="7139" y="0"/>
                    <a:pt x="7064"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9" name="Google Shape;1159;p9"/>
            <p:cNvSpPr/>
            <p:nvPr/>
          </p:nvSpPr>
          <p:spPr>
            <a:xfrm>
              <a:off x="3936225" y="2872025"/>
              <a:ext cx="454650" cy="405850"/>
            </a:xfrm>
            <a:custGeom>
              <a:avLst/>
              <a:gdLst/>
              <a:ahLst/>
              <a:cxnLst/>
              <a:rect l="l" t="t" r="r" b="b"/>
              <a:pathLst>
                <a:path w="18186" h="16234" extrusionOk="0">
                  <a:moveTo>
                    <a:pt x="256" y="0"/>
                  </a:moveTo>
                  <a:cubicBezTo>
                    <a:pt x="119" y="0"/>
                    <a:pt x="0" y="197"/>
                    <a:pt x="104" y="353"/>
                  </a:cubicBezTo>
                  <a:cubicBezTo>
                    <a:pt x="104" y="353"/>
                    <a:pt x="5375" y="5323"/>
                    <a:pt x="8810" y="8392"/>
                  </a:cubicBezTo>
                  <a:cubicBezTo>
                    <a:pt x="12280" y="11528"/>
                    <a:pt x="17783" y="16198"/>
                    <a:pt x="17783" y="16198"/>
                  </a:cubicBezTo>
                  <a:cubicBezTo>
                    <a:pt x="17821" y="16223"/>
                    <a:pt x="17860" y="16234"/>
                    <a:pt x="17898" y="16234"/>
                  </a:cubicBezTo>
                  <a:cubicBezTo>
                    <a:pt x="18058" y="16234"/>
                    <a:pt x="18186" y="16033"/>
                    <a:pt x="18050" y="15897"/>
                  </a:cubicBezTo>
                  <a:cubicBezTo>
                    <a:pt x="18050" y="15897"/>
                    <a:pt x="12780" y="10927"/>
                    <a:pt x="9344" y="7858"/>
                  </a:cubicBezTo>
                  <a:cubicBezTo>
                    <a:pt x="5875" y="4723"/>
                    <a:pt x="371" y="53"/>
                    <a:pt x="371" y="53"/>
                  </a:cubicBezTo>
                  <a:cubicBezTo>
                    <a:pt x="334" y="16"/>
                    <a:pt x="294" y="0"/>
                    <a:pt x="256"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0" name="Google Shape;1160;p9"/>
            <p:cNvSpPr/>
            <p:nvPr/>
          </p:nvSpPr>
          <p:spPr>
            <a:xfrm>
              <a:off x="4022200" y="2876300"/>
              <a:ext cx="60900" cy="12200"/>
            </a:xfrm>
            <a:custGeom>
              <a:avLst/>
              <a:gdLst/>
              <a:ahLst/>
              <a:cxnLst/>
              <a:rect l="l" t="t" r="r" b="b"/>
              <a:pathLst>
                <a:path w="2436" h="488" extrusionOk="0">
                  <a:moveTo>
                    <a:pt x="725" y="0"/>
                  </a:moveTo>
                  <a:cubicBezTo>
                    <a:pt x="379" y="0"/>
                    <a:pt x="68" y="15"/>
                    <a:pt x="68" y="15"/>
                  </a:cubicBezTo>
                  <a:cubicBezTo>
                    <a:pt x="68" y="15"/>
                    <a:pt x="1" y="215"/>
                    <a:pt x="68" y="215"/>
                  </a:cubicBezTo>
                  <a:cubicBezTo>
                    <a:pt x="68" y="215"/>
                    <a:pt x="768" y="416"/>
                    <a:pt x="1235" y="482"/>
                  </a:cubicBezTo>
                  <a:cubicBezTo>
                    <a:pt x="1283" y="486"/>
                    <a:pt x="1335" y="488"/>
                    <a:pt x="1389" y="488"/>
                  </a:cubicBezTo>
                  <a:cubicBezTo>
                    <a:pt x="1823" y="488"/>
                    <a:pt x="2403" y="382"/>
                    <a:pt x="2403" y="382"/>
                  </a:cubicBezTo>
                  <a:cubicBezTo>
                    <a:pt x="2436" y="382"/>
                    <a:pt x="2436" y="149"/>
                    <a:pt x="2403" y="149"/>
                  </a:cubicBezTo>
                  <a:cubicBezTo>
                    <a:pt x="2403" y="149"/>
                    <a:pt x="1669" y="15"/>
                    <a:pt x="1235" y="15"/>
                  </a:cubicBezTo>
                  <a:cubicBezTo>
                    <a:pt x="1079" y="4"/>
                    <a:pt x="898" y="0"/>
                    <a:pt x="725"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1" name="Google Shape;1161;p9"/>
            <p:cNvSpPr/>
            <p:nvPr/>
          </p:nvSpPr>
          <p:spPr>
            <a:xfrm>
              <a:off x="4038900" y="2918375"/>
              <a:ext cx="75075" cy="14775"/>
            </a:xfrm>
            <a:custGeom>
              <a:avLst/>
              <a:gdLst/>
              <a:ahLst/>
              <a:cxnLst/>
              <a:rect l="l" t="t" r="r" b="b"/>
              <a:pathLst>
                <a:path w="3003" h="591" extrusionOk="0">
                  <a:moveTo>
                    <a:pt x="100" y="0"/>
                  </a:moveTo>
                  <a:cubicBezTo>
                    <a:pt x="33" y="0"/>
                    <a:pt x="0" y="200"/>
                    <a:pt x="100" y="300"/>
                  </a:cubicBezTo>
                  <a:cubicBezTo>
                    <a:pt x="100" y="300"/>
                    <a:pt x="934" y="500"/>
                    <a:pt x="1501" y="567"/>
                  </a:cubicBezTo>
                  <a:cubicBezTo>
                    <a:pt x="1651" y="584"/>
                    <a:pt x="1818" y="590"/>
                    <a:pt x="1984" y="590"/>
                  </a:cubicBezTo>
                  <a:cubicBezTo>
                    <a:pt x="2481" y="590"/>
                    <a:pt x="2969" y="534"/>
                    <a:pt x="2969" y="534"/>
                  </a:cubicBezTo>
                  <a:cubicBezTo>
                    <a:pt x="3002" y="534"/>
                    <a:pt x="3002" y="300"/>
                    <a:pt x="2969" y="300"/>
                  </a:cubicBezTo>
                  <a:cubicBezTo>
                    <a:pt x="2969" y="300"/>
                    <a:pt x="2102" y="134"/>
                    <a:pt x="1568" y="67"/>
                  </a:cubicBezTo>
                  <a:cubicBezTo>
                    <a:pt x="967" y="0"/>
                    <a:pt x="100" y="0"/>
                    <a:pt x="100"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2" name="Google Shape;1162;p9"/>
            <p:cNvSpPr/>
            <p:nvPr/>
          </p:nvSpPr>
          <p:spPr>
            <a:xfrm>
              <a:off x="4101425" y="2962575"/>
              <a:ext cx="49225" cy="15250"/>
            </a:xfrm>
            <a:custGeom>
              <a:avLst/>
              <a:gdLst/>
              <a:ahLst/>
              <a:cxnLst/>
              <a:rect l="l" t="t" r="r" b="b"/>
              <a:pathLst>
                <a:path w="1969" h="610" extrusionOk="0">
                  <a:moveTo>
                    <a:pt x="101" y="0"/>
                  </a:moveTo>
                  <a:cubicBezTo>
                    <a:pt x="34" y="0"/>
                    <a:pt x="1" y="234"/>
                    <a:pt x="1" y="300"/>
                  </a:cubicBezTo>
                  <a:cubicBezTo>
                    <a:pt x="1" y="300"/>
                    <a:pt x="601" y="567"/>
                    <a:pt x="968" y="600"/>
                  </a:cubicBezTo>
                  <a:cubicBezTo>
                    <a:pt x="1042" y="607"/>
                    <a:pt x="1126" y="610"/>
                    <a:pt x="1213" y="610"/>
                  </a:cubicBezTo>
                  <a:cubicBezTo>
                    <a:pt x="1563" y="610"/>
                    <a:pt x="1969" y="567"/>
                    <a:pt x="1969" y="567"/>
                  </a:cubicBezTo>
                  <a:lnTo>
                    <a:pt x="1969" y="300"/>
                  </a:lnTo>
                  <a:cubicBezTo>
                    <a:pt x="1969" y="300"/>
                    <a:pt x="1435" y="167"/>
                    <a:pt x="1068" y="100"/>
                  </a:cubicBezTo>
                  <a:cubicBezTo>
                    <a:pt x="668" y="67"/>
                    <a:pt x="101" y="0"/>
                    <a:pt x="101"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3" name="Google Shape;1163;p9"/>
            <p:cNvSpPr/>
            <p:nvPr/>
          </p:nvSpPr>
          <p:spPr>
            <a:xfrm>
              <a:off x="4140625" y="3007600"/>
              <a:ext cx="55900" cy="15175"/>
            </a:xfrm>
            <a:custGeom>
              <a:avLst/>
              <a:gdLst/>
              <a:ahLst/>
              <a:cxnLst/>
              <a:rect l="l" t="t" r="r" b="b"/>
              <a:pathLst>
                <a:path w="2236" h="607" extrusionOk="0">
                  <a:moveTo>
                    <a:pt x="67" y="0"/>
                  </a:moveTo>
                  <a:cubicBezTo>
                    <a:pt x="34" y="67"/>
                    <a:pt x="1" y="234"/>
                    <a:pt x="1" y="234"/>
                  </a:cubicBezTo>
                  <a:cubicBezTo>
                    <a:pt x="1" y="234"/>
                    <a:pt x="167" y="301"/>
                    <a:pt x="368" y="401"/>
                  </a:cubicBezTo>
                  <a:cubicBezTo>
                    <a:pt x="568" y="501"/>
                    <a:pt x="868" y="567"/>
                    <a:pt x="1068" y="601"/>
                  </a:cubicBezTo>
                  <a:cubicBezTo>
                    <a:pt x="1120" y="604"/>
                    <a:pt x="1174" y="606"/>
                    <a:pt x="1230" y="606"/>
                  </a:cubicBezTo>
                  <a:cubicBezTo>
                    <a:pt x="1675" y="606"/>
                    <a:pt x="2202" y="501"/>
                    <a:pt x="2202" y="501"/>
                  </a:cubicBezTo>
                  <a:cubicBezTo>
                    <a:pt x="2236" y="501"/>
                    <a:pt x="2236" y="267"/>
                    <a:pt x="2202" y="267"/>
                  </a:cubicBezTo>
                  <a:cubicBezTo>
                    <a:pt x="2202" y="267"/>
                    <a:pt x="1535" y="134"/>
                    <a:pt x="1101" y="100"/>
                  </a:cubicBezTo>
                  <a:cubicBezTo>
                    <a:pt x="935" y="100"/>
                    <a:pt x="634" y="100"/>
                    <a:pt x="434" y="67"/>
                  </a:cubicBezTo>
                  <a:cubicBezTo>
                    <a:pt x="234" y="67"/>
                    <a:pt x="67" y="0"/>
                    <a:pt x="67"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4" name="Google Shape;1164;p9"/>
            <p:cNvSpPr/>
            <p:nvPr/>
          </p:nvSpPr>
          <p:spPr>
            <a:xfrm>
              <a:off x="3125725" y="2835275"/>
              <a:ext cx="460550" cy="505925"/>
            </a:xfrm>
            <a:custGeom>
              <a:avLst/>
              <a:gdLst/>
              <a:ahLst/>
              <a:cxnLst/>
              <a:rect l="l" t="t" r="r" b="b"/>
              <a:pathLst>
                <a:path w="18422" h="20237" extrusionOk="0">
                  <a:moveTo>
                    <a:pt x="12169" y="0"/>
                  </a:moveTo>
                  <a:cubicBezTo>
                    <a:pt x="12099" y="0"/>
                    <a:pt x="12014" y="48"/>
                    <a:pt x="11943" y="155"/>
                  </a:cubicBezTo>
                  <a:cubicBezTo>
                    <a:pt x="11943" y="155"/>
                    <a:pt x="10308" y="2890"/>
                    <a:pt x="8107" y="6560"/>
                  </a:cubicBezTo>
                  <a:cubicBezTo>
                    <a:pt x="7006" y="8394"/>
                    <a:pt x="5772" y="10463"/>
                    <a:pt x="4571" y="12497"/>
                  </a:cubicBezTo>
                  <a:cubicBezTo>
                    <a:pt x="3137" y="14899"/>
                    <a:pt x="1769" y="17267"/>
                    <a:pt x="501" y="19369"/>
                  </a:cubicBezTo>
                  <a:cubicBezTo>
                    <a:pt x="301" y="19702"/>
                    <a:pt x="134" y="20069"/>
                    <a:pt x="1" y="20236"/>
                  </a:cubicBezTo>
                  <a:cubicBezTo>
                    <a:pt x="2136" y="18735"/>
                    <a:pt x="4504" y="17034"/>
                    <a:pt x="6906" y="15366"/>
                  </a:cubicBezTo>
                  <a:cubicBezTo>
                    <a:pt x="8774" y="13998"/>
                    <a:pt x="10675" y="12664"/>
                    <a:pt x="12343" y="11463"/>
                  </a:cubicBezTo>
                  <a:cubicBezTo>
                    <a:pt x="15679" y="9028"/>
                    <a:pt x="18181" y="7227"/>
                    <a:pt x="18181" y="7227"/>
                  </a:cubicBezTo>
                  <a:cubicBezTo>
                    <a:pt x="18421" y="7058"/>
                    <a:pt x="18401" y="6855"/>
                    <a:pt x="18234" y="6855"/>
                  </a:cubicBezTo>
                  <a:cubicBezTo>
                    <a:pt x="18169" y="6855"/>
                    <a:pt x="18083" y="6886"/>
                    <a:pt x="17980" y="6960"/>
                  </a:cubicBezTo>
                  <a:cubicBezTo>
                    <a:pt x="17980" y="6960"/>
                    <a:pt x="15445" y="8695"/>
                    <a:pt x="12010" y="11030"/>
                  </a:cubicBezTo>
                  <a:cubicBezTo>
                    <a:pt x="9074" y="13131"/>
                    <a:pt x="5305" y="15700"/>
                    <a:pt x="2269" y="17801"/>
                  </a:cubicBezTo>
                  <a:cubicBezTo>
                    <a:pt x="4137" y="14499"/>
                    <a:pt x="6572" y="10296"/>
                    <a:pt x="8507" y="6893"/>
                  </a:cubicBezTo>
                  <a:cubicBezTo>
                    <a:pt x="10642" y="3191"/>
                    <a:pt x="12243" y="389"/>
                    <a:pt x="12243" y="389"/>
                  </a:cubicBezTo>
                  <a:cubicBezTo>
                    <a:pt x="12372" y="153"/>
                    <a:pt x="12294" y="0"/>
                    <a:pt x="12169"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5" name="Google Shape;1165;p9"/>
            <p:cNvSpPr/>
            <p:nvPr/>
          </p:nvSpPr>
          <p:spPr>
            <a:xfrm>
              <a:off x="3150725" y="2870950"/>
              <a:ext cx="403850" cy="442500"/>
            </a:xfrm>
            <a:custGeom>
              <a:avLst/>
              <a:gdLst/>
              <a:ahLst/>
              <a:cxnLst/>
              <a:rect l="l" t="t" r="r" b="b"/>
              <a:pathLst>
                <a:path w="16154" h="17700" extrusionOk="0">
                  <a:moveTo>
                    <a:pt x="15917" y="0"/>
                  </a:moveTo>
                  <a:cubicBezTo>
                    <a:pt x="15871" y="0"/>
                    <a:pt x="15823" y="19"/>
                    <a:pt x="15780" y="62"/>
                  </a:cubicBezTo>
                  <a:cubicBezTo>
                    <a:pt x="15780" y="62"/>
                    <a:pt x="10909" y="5233"/>
                    <a:pt x="7807" y="8602"/>
                  </a:cubicBezTo>
                  <a:cubicBezTo>
                    <a:pt x="4738" y="12038"/>
                    <a:pt x="102" y="17408"/>
                    <a:pt x="102" y="17408"/>
                  </a:cubicBezTo>
                  <a:cubicBezTo>
                    <a:pt x="1" y="17534"/>
                    <a:pt x="129" y="17699"/>
                    <a:pt x="270" y="17699"/>
                  </a:cubicBezTo>
                  <a:cubicBezTo>
                    <a:pt x="315" y="17699"/>
                    <a:pt x="361" y="17682"/>
                    <a:pt x="402" y="17642"/>
                  </a:cubicBezTo>
                  <a:cubicBezTo>
                    <a:pt x="402" y="17642"/>
                    <a:pt x="5272" y="12471"/>
                    <a:pt x="8341" y="9102"/>
                  </a:cubicBezTo>
                  <a:cubicBezTo>
                    <a:pt x="11443" y="5700"/>
                    <a:pt x="16080" y="296"/>
                    <a:pt x="16080" y="296"/>
                  </a:cubicBezTo>
                  <a:cubicBezTo>
                    <a:pt x="16154" y="148"/>
                    <a:pt x="16046" y="0"/>
                    <a:pt x="15917"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6" name="Google Shape;1166;p9"/>
            <p:cNvSpPr/>
            <p:nvPr/>
          </p:nvSpPr>
          <p:spPr>
            <a:xfrm>
              <a:off x="3539375" y="2947425"/>
              <a:ext cx="14200" cy="59975"/>
            </a:xfrm>
            <a:custGeom>
              <a:avLst/>
              <a:gdLst/>
              <a:ahLst/>
              <a:cxnLst/>
              <a:rect l="l" t="t" r="r" b="b"/>
              <a:pathLst>
                <a:path w="568" h="2399" extrusionOk="0">
                  <a:moveTo>
                    <a:pt x="390" y="0"/>
                  </a:moveTo>
                  <a:cubicBezTo>
                    <a:pt x="342" y="0"/>
                    <a:pt x="300" y="11"/>
                    <a:pt x="300" y="39"/>
                  </a:cubicBezTo>
                  <a:cubicBezTo>
                    <a:pt x="300" y="39"/>
                    <a:pt x="100" y="739"/>
                    <a:pt x="67" y="1206"/>
                  </a:cubicBezTo>
                  <a:cubicBezTo>
                    <a:pt x="0" y="1673"/>
                    <a:pt x="134" y="2374"/>
                    <a:pt x="134" y="2374"/>
                  </a:cubicBezTo>
                  <a:cubicBezTo>
                    <a:pt x="134" y="2391"/>
                    <a:pt x="200" y="2399"/>
                    <a:pt x="267" y="2399"/>
                  </a:cubicBezTo>
                  <a:cubicBezTo>
                    <a:pt x="334" y="2399"/>
                    <a:pt x="400" y="2391"/>
                    <a:pt x="400" y="2374"/>
                  </a:cubicBezTo>
                  <a:cubicBezTo>
                    <a:pt x="400" y="2374"/>
                    <a:pt x="534" y="1673"/>
                    <a:pt x="534" y="1206"/>
                  </a:cubicBezTo>
                  <a:cubicBezTo>
                    <a:pt x="567" y="739"/>
                    <a:pt x="534" y="39"/>
                    <a:pt x="534" y="39"/>
                  </a:cubicBezTo>
                  <a:cubicBezTo>
                    <a:pt x="534" y="20"/>
                    <a:pt x="456" y="0"/>
                    <a:pt x="390"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7" name="Google Shape;1167;p9"/>
            <p:cNvSpPr/>
            <p:nvPr/>
          </p:nvSpPr>
          <p:spPr>
            <a:xfrm>
              <a:off x="3495175" y="2964700"/>
              <a:ext cx="15850" cy="73350"/>
            </a:xfrm>
            <a:custGeom>
              <a:avLst/>
              <a:gdLst/>
              <a:ahLst/>
              <a:cxnLst/>
              <a:rect l="l" t="t" r="r" b="b"/>
              <a:pathLst>
                <a:path w="634" h="2934" extrusionOk="0">
                  <a:moveTo>
                    <a:pt x="441" y="0"/>
                  </a:moveTo>
                  <a:cubicBezTo>
                    <a:pt x="397" y="0"/>
                    <a:pt x="356" y="4"/>
                    <a:pt x="334" y="15"/>
                  </a:cubicBezTo>
                  <a:cubicBezTo>
                    <a:pt x="334" y="15"/>
                    <a:pt x="134" y="849"/>
                    <a:pt x="34" y="1449"/>
                  </a:cubicBezTo>
                  <a:cubicBezTo>
                    <a:pt x="0" y="2017"/>
                    <a:pt x="67" y="2884"/>
                    <a:pt x="67" y="2884"/>
                  </a:cubicBezTo>
                  <a:cubicBezTo>
                    <a:pt x="67" y="2917"/>
                    <a:pt x="134" y="2934"/>
                    <a:pt x="200" y="2934"/>
                  </a:cubicBezTo>
                  <a:cubicBezTo>
                    <a:pt x="267" y="2934"/>
                    <a:pt x="334" y="2917"/>
                    <a:pt x="334" y="2884"/>
                  </a:cubicBezTo>
                  <a:cubicBezTo>
                    <a:pt x="334" y="2884"/>
                    <a:pt x="501" y="2017"/>
                    <a:pt x="534" y="1483"/>
                  </a:cubicBezTo>
                  <a:cubicBezTo>
                    <a:pt x="634" y="882"/>
                    <a:pt x="634" y="15"/>
                    <a:pt x="634" y="15"/>
                  </a:cubicBezTo>
                  <a:cubicBezTo>
                    <a:pt x="634" y="15"/>
                    <a:pt x="530" y="0"/>
                    <a:pt x="441"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8" name="Google Shape;1168;p9"/>
            <p:cNvSpPr/>
            <p:nvPr/>
          </p:nvSpPr>
          <p:spPr>
            <a:xfrm>
              <a:off x="3450125" y="3025950"/>
              <a:ext cx="15875" cy="48375"/>
            </a:xfrm>
            <a:custGeom>
              <a:avLst/>
              <a:gdLst/>
              <a:ahLst/>
              <a:cxnLst/>
              <a:rect l="l" t="t" r="r" b="b"/>
              <a:pathLst>
                <a:path w="635" h="1935" extrusionOk="0">
                  <a:moveTo>
                    <a:pt x="334" y="0"/>
                  </a:moveTo>
                  <a:cubicBezTo>
                    <a:pt x="334" y="0"/>
                    <a:pt x="101" y="567"/>
                    <a:pt x="34" y="934"/>
                  </a:cubicBezTo>
                  <a:cubicBezTo>
                    <a:pt x="1" y="1334"/>
                    <a:pt x="101" y="1935"/>
                    <a:pt x="101" y="1935"/>
                  </a:cubicBezTo>
                  <a:lnTo>
                    <a:pt x="334" y="1935"/>
                  </a:lnTo>
                  <a:cubicBezTo>
                    <a:pt x="334" y="1935"/>
                    <a:pt x="468" y="1401"/>
                    <a:pt x="535" y="1034"/>
                  </a:cubicBezTo>
                  <a:cubicBezTo>
                    <a:pt x="601" y="667"/>
                    <a:pt x="635" y="67"/>
                    <a:pt x="635" y="67"/>
                  </a:cubicBezTo>
                  <a:cubicBezTo>
                    <a:pt x="635" y="67"/>
                    <a:pt x="435" y="34"/>
                    <a:pt x="334"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9" name="Google Shape;1169;p9"/>
            <p:cNvSpPr/>
            <p:nvPr/>
          </p:nvSpPr>
          <p:spPr>
            <a:xfrm>
              <a:off x="3404275" y="3064900"/>
              <a:ext cx="15875" cy="56550"/>
            </a:xfrm>
            <a:custGeom>
              <a:avLst/>
              <a:gdLst/>
              <a:ahLst/>
              <a:cxnLst/>
              <a:rect l="l" t="t" r="r" b="b"/>
              <a:pathLst>
                <a:path w="635" h="2262" extrusionOk="0">
                  <a:moveTo>
                    <a:pt x="453" y="1"/>
                  </a:moveTo>
                  <a:cubicBezTo>
                    <a:pt x="441" y="1"/>
                    <a:pt x="434" y="4"/>
                    <a:pt x="434" y="10"/>
                  </a:cubicBezTo>
                  <a:cubicBezTo>
                    <a:pt x="434" y="10"/>
                    <a:pt x="334" y="177"/>
                    <a:pt x="267" y="377"/>
                  </a:cubicBezTo>
                  <a:cubicBezTo>
                    <a:pt x="134" y="610"/>
                    <a:pt x="100" y="877"/>
                    <a:pt x="34" y="1111"/>
                  </a:cubicBezTo>
                  <a:cubicBezTo>
                    <a:pt x="0" y="1544"/>
                    <a:pt x="134" y="2212"/>
                    <a:pt x="134" y="2212"/>
                  </a:cubicBezTo>
                  <a:cubicBezTo>
                    <a:pt x="134" y="2245"/>
                    <a:pt x="192" y="2262"/>
                    <a:pt x="250" y="2262"/>
                  </a:cubicBezTo>
                  <a:cubicBezTo>
                    <a:pt x="309" y="2262"/>
                    <a:pt x="367" y="2245"/>
                    <a:pt x="367" y="2212"/>
                  </a:cubicBezTo>
                  <a:cubicBezTo>
                    <a:pt x="367" y="2212"/>
                    <a:pt x="501" y="1544"/>
                    <a:pt x="534" y="1144"/>
                  </a:cubicBezTo>
                  <a:cubicBezTo>
                    <a:pt x="534" y="977"/>
                    <a:pt x="534" y="677"/>
                    <a:pt x="601" y="477"/>
                  </a:cubicBezTo>
                  <a:cubicBezTo>
                    <a:pt x="601" y="243"/>
                    <a:pt x="634" y="77"/>
                    <a:pt x="634" y="77"/>
                  </a:cubicBezTo>
                  <a:cubicBezTo>
                    <a:pt x="634" y="50"/>
                    <a:pt x="503" y="1"/>
                    <a:pt x="453"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0" name="Google Shape;1170;p9"/>
            <p:cNvSpPr/>
            <p:nvPr/>
          </p:nvSpPr>
          <p:spPr>
            <a:xfrm>
              <a:off x="2640400" y="1541675"/>
              <a:ext cx="2217775" cy="2221450"/>
            </a:xfrm>
            <a:custGeom>
              <a:avLst/>
              <a:gdLst/>
              <a:ahLst/>
              <a:cxnLst/>
              <a:rect l="l" t="t" r="r" b="b"/>
              <a:pathLst>
                <a:path w="88711" h="88858" extrusionOk="0">
                  <a:moveTo>
                    <a:pt x="44242" y="864"/>
                  </a:moveTo>
                  <a:cubicBezTo>
                    <a:pt x="47122" y="864"/>
                    <a:pt x="49964" y="1141"/>
                    <a:pt x="52704" y="1663"/>
                  </a:cubicBezTo>
                  <a:cubicBezTo>
                    <a:pt x="56240" y="2264"/>
                    <a:pt x="59576" y="3398"/>
                    <a:pt x="62678" y="4832"/>
                  </a:cubicBezTo>
                  <a:cubicBezTo>
                    <a:pt x="63412" y="5166"/>
                    <a:pt x="64179" y="5566"/>
                    <a:pt x="64913" y="5933"/>
                  </a:cubicBezTo>
                  <a:cubicBezTo>
                    <a:pt x="65680" y="6333"/>
                    <a:pt x="66381" y="6733"/>
                    <a:pt x="67081" y="7167"/>
                  </a:cubicBezTo>
                  <a:cubicBezTo>
                    <a:pt x="67748" y="7601"/>
                    <a:pt x="68449" y="8034"/>
                    <a:pt x="69116" y="8501"/>
                  </a:cubicBezTo>
                  <a:cubicBezTo>
                    <a:pt x="69783" y="9002"/>
                    <a:pt x="70450" y="9402"/>
                    <a:pt x="71084" y="9902"/>
                  </a:cubicBezTo>
                  <a:cubicBezTo>
                    <a:pt x="73586" y="11837"/>
                    <a:pt x="75788" y="13939"/>
                    <a:pt x="77689" y="16107"/>
                  </a:cubicBezTo>
                  <a:cubicBezTo>
                    <a:pt x="81425" y="20510"/>
                    <a:pt x="83893" y="25080"/>
                    <a:pt x="85394" y="29083"/>
                  </a:cubicBezTo>
                  <a:cubicBezTo>
                    <a:pt x="86929" y="33086"/>
                    <a:pt x="87529" y="36455"/>
                    <a:pt x="87863" y="38790"/>
                  </a:cubicBezTo>
                  <a:cubicBezTo>
                    <a:pt x="88063" y="39957"/>
                    <a:pt x="88096" y="40891"/>
                    <a:pt x="88130" y="41525"/>
                  </a:cubicBezTo>
                  <a:cubicBezTo>
                    <a:pt x="88130" y="41859"/>
                    <a:pt x="88196" y="42059"/>
                    <a:pt x="88196" y="42226"/>
                  </a:cubicBezTo>
                  <a:lnTo>
                    <a:pt x="88196" y="42459"/>
                  </a:lnTo>
                  <a:cubicBezTo>
                    <a:pt x="88235" y="43531"/>
                    <a:pt x="88324" y="44198"/>
                    <a:pt x="88416" y="44443"/>
                  </a:cubicBezTo>
                  <a:lnTo>
                    <a:pt x="88416" y="44443"/>
                  </a:lnTo>
                  <a:cubicBezTo>
                    <a:pt x="88317" y="44639"/>
                    <a:pt x="88224" y="45307"/>
                    <a:pt x="88196" y="46462"/>
                  </a:cubicBezTo>
                  <a:lnTo>
                    <a:pt x="88196" y="46729"/>
                  </a:lnTo>
                  <a:cubicBezTo>
                    <a:pt x="88196" y="46896"/>
                    <a:pt x="88196" y="47129"/>
                    <a:pt x="88130" y="47429"/>
                  </a:cubicBezTo>
                  <a:cubicBezTo>
                    <a:pt x="88063" y="48063"/>
                    <a:pt x="88030" y="48964"/>
                    <a:pt x="87863" y="50131"/>
                  </a:cubicBezTo>
                  <a:cubicBezTo>
                    <a:pt x="87529" y="52466"/>
                    <a:pt x="86895" y="55869"/>
                    <a:pt x="85394" y="59872"/>
                  </a:cubicBezTo>
                  <a:cubicBezTo>
                    <a:pt x="83893" y="63874"/>
                    <a:pt x="81425" y="68444"/>
                    <a:pt x="77689" y="72814"/>
                  </a:cubicBezTo>
                  <a:cubicBezTo>
                    <a:pt x="75788" y="74982"/>
                    <a:pt x="73586" y="77117"/>
                    <a:pt x="71084" y="79052"/>
                  </a:cubicBezTo>
                  <a:cubicBezTo>
                    <a:pt x="70450" y="79552"/>
                    <a:pt x="69783" y="79986"/>
                    <a:pt x="69116" y="80453"/>
                  </a:cubicBezTo>
                  <a:cubicBezTo>
                    <a:pt x="68449" y="80920"/>
                    <a:pt x="67782" y="81320"/>
                    <a:pt x="67081" y="81787"/>
                  </a:cubicBezTo>
                  <a:cubicBezTo>
                    <a:pt x="66381" y="82154"/>
                    <a:pt x="65680" y="82621"/>
                    <a:pt x="64913" y="82988"/>
                  </a:cubicBezTo>
                  <a:cubicBezTo>
                    <a:pt x="64179" y="83388"/>
                    <a:pt x="63445" y="83789"/>
                    <a:pt x="62678" y="84122"/>
                  </a:cubicBezTo>
                  <a:cubicBezTo>
                    <a:pt x="59576" y="85557"/>
                    <a:pt x="56207" y="86657"/>
                    <a:pt x="52704" y="87291"/>
                  </a:cubicBezTo>
                  <a:cubicBezTo>
                    <a:pt x="50063" y="87794"/>
                    <a:pt x="47328" y="88089"/>
                    <a:pt x="44554" y="88089"/>
                  </a:cubicBezTo>
                  <a:cubicBezTo>
                    <a:pt x="43649" y="88089"/>
                    <a:pt x="42741" y="88057"/>
                    <a:pt x="41830" y="87992"/>
                  </a:cubicBezTo>
                  <a:cubicBezTo>
                    <a:pt x="34425" y="87558"/>
                    <a:pt x="26919" y="85156"/>
                    <a:pt x="20648" y="80987"/>
                  </a:cubicBezTo>
                  <a:lnTo>
                    <a:pt x="20048" y="80620"/>
                  </a:lnTo>
                  <a:lnTo>
                    <a:pt x="19481" y="80219"/>
                  </a:lnTo>
                  <a:lnTo>
                    <a:pt x="18313" y="79385"/>
                  </a:lnTo>
                  <a:lnTo>
                    <a:pt x="17179" y="78485"/>
                  </a:lnTo>
                  <a:lnTo>
                    <a:pt x="16645" y="78051"/>
                  </a:lnTo>
                  <a:lnTo>
                    <a:pt x="16078" y="77584"/>
                  </a:lnTo>
                  <a:lnTo>
                    <a:pt x="15011" y="76650"/>
                  </a:lnTo>
                  <a:lnTo>
                    <a:pt x="14010" y="75716"/>
                  </a:lnTo>
                  <a:cubicBezTo>
                    <a:pt x="13643" y="75383"/>
                    <a:pt x="13343" y="75049"/>
                    <a:pt x="13009" y="74715"/>
                  </a:cubicBezTo>
                  <a:lnTo>
                    <a:pt x="12042" y="73715"/>
                  </a:lnTo>
                  <a:cubicBezTo>
                    <a:pt x="9574" y="70913"/>
                    <a:pt x="7405" y="67877"/>
                    <a:pt x="5738" y="64608"/>
                  </a:cubicBezTo>
                  <a:cubicBezTo>
                    <a:pt x="2368" y="58137"/>
                    <a:pt x="834" y="51065"/>
                    <a:pt x="834" y="44460"/>
                  </a:cubicBezTo>
                  <a:cubicBezTo>
                    <a:pt x="834" y="37889"/>
                    <a:pt x="2335" y="30784"/>
                    <a:pt x="5738" y="24346"/>
                  </a:cubicBezTo>
                  <a:cubicBezTo>
                    <a:pt x="7372" y="21077"/>
                    <a:pt x="9540" y="18042"/>
                    <a:pt x="12042" y="15240"/>
                  </a:cubicBezTo>
                  <a:lnTo>
                    <a:pt x="13009" y="14239"/>
                  </a:lnTo>
                  <a:lnTo>
                    <a:pt x="14010" y="13238"/>
                  </a:lnTo>
                  <a:lnTo>
                    <a:pt x="15011" y="12271"/>
                  </a:lnTo>
                  <a:lnTo>
                    <a:pt x="16078" y="11370"/>
                  </a:lnTo>
                  <a:lnTo>
                    <a:pt x="16645" y="10903"/>
                  </a:lnTo>
                  <a:lnTo>
                    <a:pt x="17179" y="10436"/>
                  </a:lnTo>
                  <a:lnTo>
                    <a:pt x="18313" y="9569"/>
                  </a:lnTo>
                  <a:lnTo>
                    <a:pt x="19481" y="8735"/>
                  </a:lnTo>
                  <a:lnTo>
                    <a:pt x="20048" y="8335"/>
                  </a:lnTo>
                  <a:lnTo>
                    <a:pt x="20648" y="7934"/>
                  </a:lnTo>
                  <a:cubicBezTo>
                    <a:pt x="26986" y="3765"/>
                    <a:pt x="34425" y="1396"/>
                    <a:pt x="41830" y="929"/>
                  </a:cubicBezTo>
                  <a:cubicBezTo>
                    <a:pt x="42636" y="886"/>
                    <a:pt x="43440" y="864"/>
                    <a:pt x="44242" y="864"/>
                  </a:cubicBezTo>
                  <a:close/>
                  <a:moveTo>
                    <a:pt x="44170" y="1"/>
                  </a:moveTo>
                  <a:cubicBezTo>
                    <a:pt x="43401" y="1"/>
                    <a:pt x="42632" y="21"/>
                    <a:pt x="41863" y="62"/>
                  </a:cubicBezTo>
                  <a:cubicBezTo>
                    <a:pt x="34358" y="529"/>
                    <a:pt x="26719" y="2897"/>
                    <a:pt x="20248" y="7167"/>
                  </a:cubicBezTo>
                  <a:lnTo>
                    <a:pt x="19647" y="7534"/>
                  </a:lnTo>
                  <a:lnTo>
                    <a:pt x="19047" y="7934"/>
                  </a:lnTo>
                  <a:lnTo>
                    <a:pt x="17880" y="8768"/>
                  </a:lnTo>
                  <a:lnTo>
                    <a:pt x="16745" y="9669"/>
                  </a:lnTo>
                  <a:lnTo>
                    <a:pt x="16178" y="10103"/>
                  </a:lnTo>
                  <a:lnTo>
                    <a:pt x="15611" y="10570"/>
                  </a:lnTo>
                  <a:lnTo>
                    <a:pt x="14544" y="11537"/>
                  </a:lnTo>
                  <a:lnTo>
                    <a:pt x="13510" y="12538"/>
                  </a:lnTo>
                  <a:cubicBezTo>
                    <a:pt x="13176" y="12838"/>
                    <a:pt x="12843" y="13205"/>
                    <a:pt x="12509" y="13538"/>
                  </a:cubicBezTo>
                  <a:lnTo>
                    <a:pt x="11508" y="14572"/>
                  </a:lnTo>
                  <a:cubicBezTo>
                    <a:pt x="8940" y="17408"/>
                    <a:pt x="6738" y="20510"/>
                    <a:pt x="5037" y="23846"/>
                  </a:cubicBezTo>
                  <a:cubicBezTo>
                    <a:pt x="1568" y="30417"/>
                    <a:pt x="0" y="37689"/>
                    <a:pt x="0" y="44427"/>
                  </a:cubicBezTo>
                  <a:cubicBezTo>
                    <a:pt x="0" y="51199"/>
                    <a:pt x="1535" y="58437"/>
                    <a:pt x="5037" y="65042"/>
                  </a:cubicBezTo>
                  <a:cubicBezTo>
                    <a:pt x="6738" y="68311"/>
                    <a:pt x="8940" y="71446"/>
                    <a:pt x="11508" y="74282"/>
                  </a:cubicBezTo>
                  <a:lnTo>
                    <a:pt x="12509" y="75316"/>
                  </a:lnTo>
                  <a:lnTo>
                    <a:pt x="13510" y="76317"/>
                  </a:lnTo>
                  <a:lnTo>
                    <a:pt x="14544" y="77317"/>
                  </a:lnTo>
                  <a:lnTo>
                    <a:pt x="15611" y="78285"/>
                  </a:lnTo>
                  <a:lnTo>
                    <a:pt x="16178" y="78752"/>
                  </a:lnTo>
                  <a:lnTo>
                    <a:pt x="16745" y="79219"/>
                  </a:lnTo>
                  <a:lnTo>
                    <a:pt x="17880" y="80086"/>
                  </a:lnTo>
                  <a:lnTo>
                    <a:pt x="19047" y="80920"/>
                  </a:lnTo>
                  <a:lnTo>
                    <a:pt x="19647" y="81320"/>
                  </a:lnTo>
                  <a:lnTo>
                    <a:pt x="20248" y="81720"/>
                  </a:lnTo>
                  <a:cubicBezTo>
                    <a:pt x="26719" y="85957"/>
                    <a:pt x="34358" y="88392"/>
                    <a:pt x="41863" y="88792"/>
                  </a:cubicBezTo>
                  <a:cubicBezTo>
                    <a:pt x="42677" y="88836"/>
                    <a:pt x="43488" y="88857"/>
                    <a:pt x="44298" y="88857"/>
                  </a:cubicBezTo>
                  <a:cubicBezTo>
                    <a:pt x="47206" y="88857"/>
                    <a:pt x="50086" y="88580"/>
                    <a:pt x="52905" y="88058"/>
                  </a:cubicBezTo>
                  <a:cubicBezTo>
                    <a:pt x="56440" y="87391"/>
                    <a:pt x="59876" y="86224"/>
                    <a:pt x="63012" y="84789"/>
                  </a:cubicBezTo>
                  <a:cubicBezTo>
                    <a:pt x="63779" y="84456"/>
                    <a:pt x="64546" y="84056"/>
                    <a:pt x="65280" y="83655"/>
                  </a:cubicBezTo>
                  <a:cubicBezTo>
                    <a:pt x="66047" y="83288"/>
                    <a:pt x="66781" y="82821"/>
                    <a:pt x="67515" y="82421"/>
                  </a:cubicBezTo>
                  <a:cubicBezTo>
                    <a:pt x="68215" y="81954"/>
                    <a:pt x="68916" y="81487"/>
                    <a:pt x="69583" y="81053"/>
                  </a:cubicBezTo>
                  <a:cubicBezTo>
                    <a:pt x="70250" y="80553"/>
                    <a:pt x="70917" y="80086"/>
                    <a:pt x="71551" y="79586"/>
                  </a:cubicBezTo>
                  <a:cubicBezTo>
                    <a:pt x="74086" y="77618"/>
                    <a:pt x="76355" y="75449"/>
                    <a:pt x="78223" y="73248"/>
                  </a:cubicBezTo>
                  <a:cubicBezTo>
                    <a:pt x="82025" y="68778"/>
                    <a:pt x="84460" y="64108"/>
                    <a:pt x="85961" y="60072"/>
                  </a:cubicBezTo>
                  <a:cubicBezTo>
                    <a:pt x="87463" y="55969"/>
                    <a:pt x="88096" y="52566"/>
                    <a:pt x="88397" y="50198"/>
                  </a:cubicBezTo>
                  <a:cubicBezTo>
                    <a:pt x="88563" y="49030"/>
                    <a:pt x="88597" y="48096"/>
                    <a:pt x="88630" y="47463"/>
                  </a:cubicBezTo>
                  <a:cubicBezTo>
                    <a:pt x="88630" y="47129"/>
                    <a:pt x="88697" y="46929"/>
                    <a:pt x="88697" y="46762"/>
                  </a:cubicBezTo>
                  <a:lnTo>
                    <a:pt x="88697" y="46529"/>
                  </a:lnTo>
                  <a:cubicBezTo>
                    <a:pt x="88710" y="45413"/>
                    <a:pt x="88644" y="44725"/>
                    <a:pt x="88555" y="44481"/>
                  </a:cubicBezTo>
                  <a:lnTo>
                    <a:pt x="88555" y="44481"/>
                  </a:lnTo>
                  <a:cubicBezTo>
                    <a:pt x="88645" y="44272"/>
                    <a:pt x="88711" y="43572"/>
                    <a:pt x="88697" y="42359"/>
                  </a:cubicBezTo>
                  <a:lnTo>
                    <a:pt x="88697" y="42092"/>
                  </a:lnTo>
                  <a:cubicBezTo>
                    <a:pt x="88697" y="41925"/>
                    <a:pt x="88697" y="41692"/>
                    <a:pt x="88630" y="41392"/>
                  </a:cubicBezTo>
                  <a:cubicBezTo>
                    <a:pt x="88597" y="40758"/>
                    <a:pt x="88563" y="39857"/>
                    <a:pt x="88397" y="38690"/>
                  </a:cubicBezTo>
                  <a:cubicBezTo>
                    <a:pt x="88096" y="36288"/>
                    <a:pt x="87463" y="32852"/>
                    <a:pt x="85961" y="28783"/>
                  </a:cubicBezTo>
                  <a:cubicBezTo>
                    <a:pt x="84460" y="24746"/>
                    <a:pt x="82025" y="20076"/>
                    <a:pt x="78223" y="15606"/>
                  </a:cubicBezTo>
                  <a:cubicBezTo>
                    <a:pt x="76288" y="13405"/>
                    <a:pt x="74086" y="11237"/>
                    <a:pt x="71551" y="9269"/>
                  </a:cubicBezTo>
                  <a:cubicBezTo>
                    <a:pt x="70917" y="8735"/>
                    <a:pt x="70250" y="8335"/>
                    <a:pt x="69583" y="7834"/>
                  </a:cubicBezTo>
                  <a:cubicBezTo>
                    <a:pt x="68916" y="7334"/>
                    <a:pt x="68215" y="6900"/>
                    <a:pt x="67515" y="6433"/>
                  </a:cubicBezTo>
                  <a:cubicBezTo>
                    <a:pt x="66748" y="6033"/>
                    <a:pt x="66047" y="5566"/>
                    <a:pt x="65280" y="5199"/>
                  </a:cubicBezTo>
                  <a:cubicBezTo>
                    <a:pt x="64546" y="4832"/>
                    <a:pt x="63779" y="4398"/>
                    <a:pt x="63012" y="4065"/>
                  </a:cubicBezTo>
                  <a:cubicBezTo>
                    <a:pt x="59876" y="2664"/>
                    <a:pt x="56507" y="1496"/>
                    <a:pt x="52905" y="829"/>
                  </a:cubicBezTo>
                  <a:cubicBezTo>
                    <a:pt x="50096" y="299"/>
                    <a:pt x="47140" y="1"/>
                    <a:pt x="44170"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1" name="Google Shape;1171;p9"/>
            <p:cNvSpPr/>
            <p:nvPr/>
          </p:nvSpPr>
          <p:spPr>
            <a:xfrm>
              <a:off x="3042350" y="2923325"/>
              <a:ext cx="203450" cy="113475"/>
            </a:xfrm>
            <a:custGeom>
              <a:avLst/>
              <a:gdLst/>
              <a:ahLst/>
              <a:cxnLst/>
              <a:rect l="l" t="t" r="r" b="b"/>
              <a:pathLst>
                <a:path w="8138" h="4539" extrusionOk="0">
                  <a:moveTo>
                    <a:pt x="7850" y="1"/>
                  </a:moveTo>
                  <a:cubicBezTo>
                    <a:pt x="7846" y="1"/>
                    <a:pt x="7843" y="1"/>
                    <a:pt x="7839" y="2"/>
                  </a:cubicBezTo>
                  <a:cubicBezTo>
                    <a:pt x="7839" y="2"/>
                    <a:pt x="7239" y="269"/>
                    <a:pt x="6405" y="536"/>
                  </a:cubicBezTo>
                  <a:cubicBezTo>
                    <a:pt x="6171" y="636"/>
                    <a:pt x="5938" y="703"/>
                    <a:pt x="5738" y="803"/>
                  </a:cubicBezTo>
                  <a:cubicBezTo>
                    <a:pt x="5504" y="870"/>
                    <a:pt x="5271" y="1003"/>
                    <a:pt x="5071" y="1103"/>
                  </a:cubicBezTo>
                  <a:cubicBezTo>
                    <a:pt x="4604" y="1270"/>
                    <a:pt x="4137" y="1470"/>
                    <a:pt x="3770" y="1670"/>
                  </a:cubicBezTo>
                  <a:cubicBezTo>
                    <a:pt x="3336" y="1870"/>
                    <a:pt x="2936" y="2137"/>
                    <a:pt x="2502" y="2371"/>
                  </a:cubicBezTo>
                  <a:cubicBezTo>
                    <a:pt x="2102" y="2637"/>
                    <a:pt x="1668" y="2904"/>
                    <a:pt x="1301" y="3171"/>
                  </a:cubicBezTo>
                  <a:cubicBezTo>
                    <a:pt x="601" y="3672"/>
                    <a:pt x="67" y="4072"/>
                    <a:pt x="67" y="4072"/>
                  </a:cubicBezTo>
                  <a:cubicBezTo>
                    <a:pt x="0" y="4172"/>
                    <a:pt x="234" y="4505"/>
                    <a:pt x="300" y="4539"/>
                  </a:cubicBezTo>
                  <a:cubicBezTo>
                    <a:pt x="300" y="4539"/>
                    <a:pt x="901" y="4272"/>
                    <a:pt x="1668" y="3838"/>
                  </a:cubicBezTo>
                  <a:cubicBezTo>
                    <a:pt x="2068" y="3638"/>
                    <a:pt x="2469" y="3438"/>
                    <a:pt x="2936" y="3205"/>
                  </a:cubicBezTo>
                  <a:cubicBezTo>
                    <a:pt x="3403" y="3004"/>
                    <a:pt x="3803" y="2804"/>
                    <a:pt x="4170" y="2604"/>
                  </a:cubicBezTo>
                  <a:cubicBezTo>
                    <a:pt x="4570" y="2371"/>
                    <a:pt x="5004" y="2170"/>
                    <a:pt x="5437" y="1937"/>
                  </a:cubicBezTo>
                  <a:lnTo>
                    <a:pt x="6071" y="1537"/>
                  </a:lnTo>
                  <a:cubicBezTo>
                    <a:pt x="6271" y="1437"/>
                    <a:pt x="6472" y="1303"/>
                    <a:pt x="6672" y="1203"/>
                  </a:cubicBezTo>
                  <a:cubicBezTo>
                    <a:pt x="7472" y="803"/>
                    <a:pt x="8073" y="469"/>
                    <a:pt x="8073" y="469"/>
                  </a:cubicBezTo>
                  <a:cubicBezTo>
                    <a:pt x="8137" y="437"/>
                    <a:pt x="7953" y="1"/>
                    <a:pt x="7850"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2" name="Google Shape;1172;p9"/>
            <p:cNvSpPr/>
            <p:nvPr/>
          </p:nvSpPr>
          <p:spPr>
            <a:xfrm>
              <a:off x="3395100" y="3217975"/>
              <a:ext cx="103425" cy="190625"/>
            </a:xfrm>
            <a:custGeom>
              <a:avLst/>
              <a:gdLst/>
              <a:ahLst/>
              <a:cxnLst/>
              <a:rect l="l" t="t" r="r" b="b"/>
              <a:pathLst>
                <a:path w="4137" h="7625" extrusionOk="0">
                  <a:moveTo>
                    <a:pt x="3718" y="0"/>
                  </a:moveTo>
                  <a:cubicBezTo>
                    <a:pt x="3693" y="0"/>
                    <a:pt x="3675" y="7"/>
                    <a:pt x="3670" y="25"/>
                  </a:cubicBezTo>
                  <a:cubicBezTo>
                    <a:pt x="3670" y="25"/>
                    <a:pt x="2335" y="2160"/>
                    <a:pt x="1635" y="3594"/>
                  </a:cubicBezTo>
                  <a:cubicBezTo>
                    <a:pt x="901" y="5062"/>
                    <a:pt x="0" y="7397"/>
                    <a:pt x="0" y="7397"/>
                  </a:cubicBezTo>
                  <a:cubicBezTo>
                    <a:pt x="0" y="7478"/>
                    <a:pt x="240" y="7624"/>
                    <a:pt x="385" y="7624"/>
                  </a:cubicBezTo>
                  <a:cubicBezTo>
                    <a:pt x="419" y="7624"/>
                    <a:pt x="448" y="7616"/>
                    <a:pt x="467" y="7597"/>
                  </a:cubicBezTo>
                  <a:cubicBezTo>
                    <a:pt x="467" y="7597"/>
                    <a:pt x="1802" y="5495"/>
                    <a:pt x="2502" y="4028"/>
                  </a:cubicBezTo>
                  <a:cubicBezTo>
                    <a:pt x="3203" y="2560"/>
                    <a:pt x="4137" y="225"/>
                    <a:pt x="4137" y="225"/>
                  </a:cubicBezTo>
                  <a:cubicBezTo>
                    <a:pt x="4137" y="170"/>
                    <a:pt x="3839" y="0"/>
                    <a:pt x="3718"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3" name="Google Shape;1173;p9"/>
            <p:cNvSpPr/>
            <p:nvPr/>
          </p:nvSpPr>
          <p:spPr>
            <a:xfrm>
              <a:off x="3958125" y="3165700"/>
              <a:ext cx="114150" cy="222125"/>
            </a:xfrm>
            <a:custGeom>
              <a:avLst/>
              <a:gdLst/>
              <a:ahLst/>
              <a:cxnLst/>
              <a:rect l="l" t="t" r="r" b="b"/>
              <a:pathLst>
                <a:path w="4566" h="8885" extrusionOk="0">
                  <a:moveTo>
                    <a:pt x="459" y="1"/>
                  </a:moveTo>
                  <a:cubicBezTo>
                    <a:pt x="342" y="1"/>
                    <a:pt x="0" y="157"/>
                    <a:pt x="29" y="214"/>
                  </a:cubicBezTo>
                  <a:cubicBezTo>
                    <a:pt x="29" y="214"/>
                    <a:pt x="1063" y="2950"/>
                    <a:pt x="1863" y="4651"/>
                  </a:cubicBezTo>
                  <a:cubicBezTo>
                    <a:pt x="2664" y="6352"/>
                    <a:pt x="4098" y="8854"/>
                    <a:pt x="4098" y="8854"/>
                  </a:cubicBezTo>
                  <a:cubicBezTo>
                    <a:pt x="4113" y="8875"/>
                    <a:pt x="4142" y="8884"/>
                    <a:pt x="4179" y="8884"/>
                  </a:cubicBezTo>
                  <a:cubicBezTo>
                    <a:pt x="4317" y="8884"/>
                    <a:pt x="4565" y="8759"/>
                    <a:pt x="4565" y="8654"/>
                  </a:cubicBezTo>
                  <a:cubicBezTo>
                    <a:pt x="4565" y="8654"/>
                    <a:pt x="3531" y="5952"/>
                    <a:pt x="2731" y="4251"/>
                  </a:cubicBezTo>
                  <a:cubicBezTo>
                    <a:pt x="1963" y="2516"/>
                    <a:pt x="496" y="14"/>
                    <a:pt x="496" y="14"/>
                  </a:cubicBezTo>
                  <a:cubicBezTo>
                    <a:pt x="491" y="5"/>
                    <a:pt x="478" y="1"/>
                    <a:pt x="459"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4" name="Google Shape;1174;p9"/>
            <p:cNvSpPr/>
            <p:nvPr/>
          </p:nvSpPr>
          <p:spPr>
            <a:xfrm>
              <a:off x="4284900" y="2901675"/>
              <a:ext cx="158475" cy="74250"/>
            </a:xfrm>
            <a:custGeom>
              <a:avLst/>
              <a:gdLst/>
              <a:ahLst/>
              <a:cxnLst/>
              <a:rect l="l" t="t" r="r" b="b"/>
              <a:pathLst>
                <a:path w="6339" h="2970" extrusionOk="0">
                  <a:moveTo>
                    <a:pt x="201" y="1"/>
                  </a:moveTo>
                  <a:cubicBezTo>
                    <a:pt x="167" y="1"/>
                    <a:pt x="0" y="401"/>
                    <a:pt x="67" y="468"/>
                  </a:cubicBezTo>
                  <a:cubicBezTo>
                    <a:pt x="67" y="468"/>
                    <a:pt x="467" y="701"/>
                    <a:pt x="1034" y="1035"/>
                  </a:cubicBezTo>
                  <a:cubicBezTo>
                    <a:pt x="1635" y="1369"/>
                    <a:pt x="2402" y="1736"/>
                    <a:pt x="2969" y="2036"/>
                  </a:cubicBezTo>
                  <a:cubicBezTo>
                    <a:pt x="3603" y="2336"/>
                    <a:pt x="4370" y="2569"/>
                    <a:pt x="5071" y="2736"/>
                  </a:cubicBezTo>
                  <a:cubicBezTo>
                    <a:pt x="5404" y="2836"/>
                    <a:pt x="5671" y="2870"/>
                    <a:pt x="5905" y="2903"/>
                  </a:cubicBezTo>
                  <a:cubicBezTo>
                    <a:pt x="6105" y="2970"/>
                    <a:pt x="6238" y="2970"/>
                    <a:pt x="6238" y="2970"/>
                  </a:cubicBezTo>
                  <a:cubicBezTo>
                    <a:pt x="6272" y="2903"/>
                    <a:pt x="6338" y="2503"/>
                    <a:pt x="6305" y="2403"/>
                  </a:cubicBezTo>
                  <a:cubicBezTo>
                    <a:pt x="6305" y="2403"/>
                    <a:pt x="6238" y="2369"/>
                    <a:pt x="6005" y="2303"/>
                  </a:cubicBezTo>
                  <a:cubicBezTo>
                    <a:pt x="5838" y="2236"/>
                    <a:pt x="5571" y="2136"/>
                    <a:pt x="5271" y="2002"/>
                  </a:cubicBezTo>
                  <a:cubicBezTo>
                    <a:pt x="4637" y="1736"/>
                    <a:pt x="3937" y="1369"/>
                    <a:pt x="3336" y="1135"/>
                  </a:cubicBezTo>
                  <a:cubicBezTo>
                    <a:pt x="2769" y="868"/>
                    <a:pt x="1968" y="535"/>
                    <a:pt x="1335" y="335"/>
                  </a:cubicBezTo>
                  <a:cubicBezTo>
                    <a:pt x="1034" y="234"/>
                    <a:pt x="768" y="134"/>
                    <a:pt x="567" y="68"/>
                  </a:cubicBezTo>
                  <a:cubicBezTo>
                    <a:pt x="334" y="34"/>
                    <a:pt x="201" y="1"/>
                    <a:pt x="201"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5" name="Google Shape;1175;p9"/>
            <p:cNvSpPr/>
            <p:nvPr/>
          </p:nvSpPr>
          <p:spPr>
            <a:xfrm>
              <a:off x="4240750" y="2340400"/>
              <a:ext cx="164225" cy="123550"/>
            </a:xfrm>
            <a:custGeom>
              <a:avLst/>
              <a:gdLst/>
              <a:ahLst/>
              <a:cxnLst/>
              <a:rect l="l" t="t" r="r" b="b"/>
              <a:pathLst>
                <a:path w="6569" h="4942" extrusionOk="0">
                  <a:moveTo>
                    <a:pt x="6214" y="0"/>
                  </a:moveTo>
                  <a:cubicBezTo>
                    <a:pt x="6210" y="0"/>
                    <a:pt x="6206" y="1"/>
                    <a:pt x="6203" y="3"/>
                  </a:cubicBezTo>
                  <a:cubicBezTo>
                    <a:pt x="6203" y="3"/>
                    <a:pt x="4235" y="1303"/>
                    <a:pt x="3067" y="2171"/>
                  </a:cubicBezTo>
                  <a:cubicBezTo>
                    <a:pt x="1900" y="3105"/>
                    <a:pt x="65" y="4506"/>
                    <a:pt x="65" y="4506"/>
                  </a:cubicBezTo>
                  <a:cubicBezTo>
                    <a:pt x="1" y="4538"/>
                    <a:pt x="215" y="4941"/>
                    <a:pt x="320" y="4941"/>
                  </a:cubicBezTo>
                  <a:cubicBezTo>
                    <a:pt x="324" y="4941"/>
                    <a:pt x="328" y="4941"/>
                    <a:pt x="332" y="4939"/>
                  </a:cubicBezTo>
                  <a:cubicBezTo>
                    <a:pt x="332" y="4939"/>
                    <a:pt x="866" y="4673"/>
                    <a:pt x="1533" y="4306"/>
                  </a:cubicBezTo>
                  <a:cubicBezTo>
                    <a:pt x="1866" y="4105"/>
                    <a:pt x="2233" y="3872"/>
                    <a:pt x="2600" y="3638"/>
                  </a:cubicBezTo>
                  <a:cubicBezTo>
                    <a:pt x="3001" y="3405"/>
                    <a:pt x="3368" y="3138"/>
                    <a:pt x="3668" y="2938"/>
                  </a:cubicBezTo>
                  <a:cubicBezTo>
                    <a:pt x="4869" y="2004"/>
                    <a:pt x="6536" y="403"/>
                    <a:pt x="6536" y="403"/>
                  </a:cubicBezTo>
                  <a:cubicBezTo>
                    <a:pt x="6568" y="307"/>
                    <a:pt x="6297" y="0"/>
                    <a:pt x="6214"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6" name="Google Shape;1176;p9"/>
            <p:cNvSpPr/>
            <p:nvPr/>
          </p:nvSpPr>
          <p:spPr>
            <a:xfrm>
              <a:off x="3978975" y="1966550"/>
              <a:ext cx="83300" cy="180000"/>
            </a:xfrm>
            <a:custGeom>
              <a:avLst/>
              <a:gdLst/>
              <a:ahLst/>
              <a:cxnLst/>
              <a:rect l="l" t="t" r="r" b="b"/>
              <a:pathLst>
                <a:path w="3332" h="7200" extrusionOk="0">
                  <a:moveTo>
                    <a:pt x="2934" y="1"/>
                  </a:moveTo>
                  <a:cubicBezTo>
                    <a:pt x="2918" y="1"/>
                    <a:pt x="2906" y="4"/>
                    <a:pt x="2897" y="13"/>
                  </a:cubicBezTo>
                  <a:cubicBezTo>
                    <a:pt x="2897" y="13"/>
                    <a:pt x="1730" y="2014"/>
                    <a:pt x="1129" y="3382"/>
                  </a:cubicBezTo>
                  <a:cubicBezTo>
                    <a:pt x="596" y="4749"/>
                    <a:pt x="29" y="7018"/>
                    <a:pt x="29" y="7018"/>
                  </a:cubicBezTo>
                  <a:cubicBezTo>
                    <a:pt x="1" y="7073"/>
                    <a:pt x="301" y="7200"/>
                    <a:pt x="438" y="7200"/>
                  </a:cubicBezTo>
                  <a:cubicBezTo>
                    <a:pt x="465" y="7200"/>
                    <a:pt x="485" y="7195"/>
                    <a:pt x="496" y="7184"/>
                  </a:cubicBezTo>
                  <a:cubicBezTo>
                    <a:pt x="496" y="7184"/>
                    <a:pt x="1496" y="5116"/>
                    <a:pt x="1997" y="3749"/>
                  </a:cubicBezTo>
                  <a:cubicBezTo>
                    <a:pt x="2564" y="2414"/>
                    <a:pt x="3331" y="246"/>
                    <a:pt x="3331" y="246"/>
                  </a:cubicBezTo>
                  <a:cubicBezTo>
                    <a:pt x="3331" y="187"/>
                    <a:pt x="3049" y="1"/>
                    <a:pt x="2934"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7" name="Google Shape;1177;p9"/>
            <p:cNvSpPr/>
            <p:nvPr/>
          </p:nvSpPr>
          <p:spPr>
            <a:xfrm>
              <a:off x="3384425" y="1964950"/>
              <a:ext cx="114925" cy="172975"/>
            </a:xfrm>
            <a:custGeom>
              <a:avLst/>
              <a:gdLst/>
              <a:ahLst/>
              <a:cxnLst/>
              <a:rect l="l" t="t" r="r" b="b"/>
              <a:pathLst>
                <a:path w="4597" h="6919" extrusionOk="0">
                  <a:moveTo>
                    <a:pt x="407" y="0"/>
                  </a:moveTo>
                  <a:cubicBezTo>
                    <a:pt x="319" y="0"/>
                    <a:pt x="0" y="250"/>
                    <a:pt x="60" y="310"/>
                  </a:cubicBezTo>
                  <a:cubicBezTo>
                    <a:pt x="60" y="310"/>
                    <a:pt x="327" y="810"/>
                    <a:pt x="761" y="1478"/>
                  </a:cubicBezTo>
                  <a:cubicBezTo>
                    <a:pt x="894" y="1644"/>
                    <a:pt x="961" y="1811"/>
                    <a:pt x="1094" y="1978"/>
                  </a:cubicBezTo>
                  <a:cubicBezTo>
                    <a:pt x="1161" y="2178"/>
                    <a:pt x="1295" y="2345"/>
                    <a:pt x="1395" y="2578"/>
                  </a:cubicBezTo>
                  <a:cubicBezTo>
                    <a:pt x="1595" y="2945"/>
                    <a:pt x="1795" y="3312"/>
                    <a:pt x="1995" y="3646"/>
                  </a:cubicBezTo>
                  <a:cubicBezTo>
                    <a:pt x="2762" y="4980"/>
                    <a:pt x="4130" y="6915"/>
                    <a:pt x="4130" y="6915"/>
                  </a:cubicBezTo>
                  <a:cubicBezTo>
                    <a:pt x="4137" y="6917"/>
                    <a:pt x="4146" y="6918"/>
                    <a:pt x="4156" y="6918"/>
                  </a:cubicBezTo>
                  <a:cubicBezTo>
                    <a:pt x="4278" y="6918"/>
                    <a:pt x="4566" y="6738"/>
                    <a:pt x="4597" y="6615"/>
                  </a:cubicBezTo>
                  <a:cubicBezTo>
                    <a:pt x="4597" y="6615"/>
                    <a:pt x="3596" y="4480"/>
                    <a:pt x="2829" y="3145"/>
                  </a:cubicBezTo>
                  <a:cubicBezTo>
                    <a:pt x="2629" y="2812"/>
                    <a:pt x="2395" y="2478"/>
                    <a:pt x="2129" y="2111"/>
                  </a:cubicBezTo>
                  <a:cubicBezTo>
                    <a:pt x="1995" y="1945"/>
                    <a:pt x="1895" y="1744"/>
                    <a:pt x="1762" y="1544"/>
                  </a:cubicBezTo>
                  <a:cubicBezTo>
                    <a:pt x="1595" y="1411"/>
                    <a:pt x="1461" y="1244"/>
                    <a:pt x="1328" y="1077"/>
                  </a:cubicBezTo>
                  <a:cubicBezTo>
                    <a:pt x="794" y="477"/>
                    <a:pt x="427" y="10"/>
                    <a:pt x="427" y="10"/>
                  </a:cubicBezTo>
                  <a:cubicBezTo>
                    <a:pt x="424" y="3"/>
                    <a:pt x="417" y="0"/>
                    <a:pt x="407"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8" name="Google Shape;1178;p9"/>
            <p:cNvSpPr/>
            <p:nvPr/>
          </p:nvSpPr>
          <p:spPr>
            <a:xfrm>
              <a:off x="2979800" y="2336275"/>
              <a:ext cx="162650" cy="85100"/>
            </a:xfrm>
            <a:custGeom>
              <a:avLst/>
              <a:gdLst/>
              <a:ahLst/>
              <a:cxnLst/>
              <a:rect l="l" t="t" r="r" b="b"/>
              <a:pathLst>
                <a:path w="6506" h="3404" extrusionOk="0">
                  <a:moveTo>
                    <a:pt x="167" y="1"/>
                  </a:moveTo>
                  <a:cubicBezTo>
                    <a:pt x="134" y="1"/>
                    <a:pt x="0" y="468"/>
                    <a:pt x="101" y="501"/>
                  </a:cubicBezTo>
                  <a:cubicBezTo>
                    <a:pt x="101" y="501"/>
                    <a:pt x="234" y="568"/>
                    <a:pt x="434" y="635"/>
                  </a:cubicBezTo>
                  <a:cubicBezTo>
                    <a:pt x="634" y="668"/>
                    <a:pt x="934" y="801"/>
                    <a:pt x="1235" y="935"/>
                  </a:cubicBezTo>
                  <a:cubicBezTo>
                    <a:pt x="1835" y="1168"/>
                    <a:pt x="2602" y="1569"/>
                    <a:pt x="3169" y="1835"/>
                  </a:cubicBezTo>
                  <a:cubicBezTo>
                    <a:pt x="3770" y="2136"/>
                    <a:pt x="4570" y="2469"/>
                    <a:pt x="5137" y="2803"/>
                  </a:cubicBezTo>
                  <a:cubicBezTo>
                    <a:pt x="5438" y="2970"/>
                    <a:pt x="5738" y="3103"/>
                    <a:pt x="5905" y="3236"/>
                  </a:cubicBezTo>
                  <a:cubicBezTo>
                    <a:pt x="6071" y="3303"/>
                    <a:pt x="6172" y="3403"/>
                    <a:pt x="6172" y="3403"/>
                  </a:cubicBezTo>
                  <a:cubicBezTo>
                    <a:pt x="6272" y="3403"/>
                    <a:pt x="6505" y="3070"/>
                    <a:pt x="6372" y="2936"/>
                  </a:cubicBezTo>
                  <a:cubicBezTo>
                    <a:pt x="6372" y="2936"/>
                    <a:pt x="6305" y="2803"/>
                    <a:pt x="6138" y="2669"/>
                  </a:cubicBezTo>
                  <a:cubicBezTo>
                    <a:pt x="6005" y="2569"/>
                    <a:pt x="5771" y="2336"/>
                    <a:pt x="5471" y="2136"/>
                  </a:cubicBezTo>
                  <a:cubicBezTo>
                    <a:pt x="4937" y="1669"/>
                    <a:pt x="4170" y="1235"/>
                    <a:pt x="3570" y="935"/>
                  </a:cubicBezTo>
                  <a:cubicBezTo>
                    <a:pt x="2936" y="668"/>
                    <a:pt x="2102" y="401"/>
                    <a:pt x="1401" y="234"/>
                  </a:cubicBezTo>
                  <a:cubicBezTo>
                    <a:pt x="1068" y="134"/>
                    <a:pt x="734" y="101"/>
                    <a:pt x="501" y="67"/>
                  </a:cubicBezTo>
                  <a:cubicBezTo>
                    <a:pt x="301" y="1"/>
                    <a:pt x="167" y="1"/>
                    <a:pt x="167"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179" name="Google Shape;1179;p9"/>
          <p:cNvGrpSpPr/>
          <p:nvPr/>
        </p:nvGrpSpPr>
        <p:grpSpPr>
          <a:xfrm flipH="1">
            <a:off x="7071070" y="-129"/>
            <a:ext cx="2072927" cy="5143763"/>
            <a:chOff x="1103450" y="145350"/>
            <a:chExt cx="2143225" cy="5318200"/>
          </a:xfrm>
        </p:grpSpPr>
        <p:sp>
          <p:nvSpPr>
            <p:cNvPr id="1180" name="Google Shape;1180;p9"/>
            <p:cNvSpPr/>
            <p:nvPr/>
          </p:nvSpPr>
          <p:spPr>
            <a:xfrm>
              <a:off x="1752250" y="3492600"/>
              <a:ext cx="42450" cy="79600"/>
            </a:xfrm>
            <a:custGeom>
              <a:avLst/>
              <a:gdLst/>
              <a:ahLst/>
              <a:cxnLst/>
              <a:rect l="l" t="t" r="r" b="b"/>
              <a:pathLst>
                <a:path w="1698" h="3184" extrusionOk="0">
                  <a:moveTo>
                    <a:pt x="1396" y="1"/>
                  </a:moveTo>
                  <a:cubicBezTo>
                    <a:pt x="1383" y="1"/>
                    <a:pt x="1373" y="5"/>
                    <a:pt x="1368" y="14"/>
                  </a:cubicBezTo>
                  <a:cubicBezTo>
                    <a:pt x="1368" y="14"/>
                    <a:pt x="1202" y="214"/>
                    <a:pt x="1001" y="448"/>
                  </a:cubicBezTo>
                  <a:cubicBezTo>
                    <a:pt x="801" y="715"/>
                    <a:pt x="568" y="1082"/>
                    <a:pt x="401" y="1382"/>
                  </a:cubicBezTo>
                  <a:cubicBezTo>
                    <a:pt x="301" y="1715"/>
                    <a:pt x="134" y="2116"/>
                    <a:pt x="67" y="2449"/>
                  </a:cubicBezTo>
                  <a:cubicBezTo>
                    <a:pt x="34" y="2783"/>
                    <a:pt x="1" y="3050"/>
                    <a:pt x="1" y="3050"/>
                  </a:cubicBezTo>
                  <a:cubicBezTo>
                    <a:pt x="1" y="3083"/>
                    <a:pt x="334" y="3183"/>
                    <a:pt x="334" y="3183"/>
                  </a:cubicBezTo>
                  <a:cubicBezTo>
                    <a:pt x="334" y="3183"/>
                    <a:pt x="735" y="2282"/>
                    <a:pt x="1035" y="1715"/>
                  </a:cubicBezTo>
                  <a:cubicBezTo>
                    <a:pt x="1202" y="1415"/>
                    <a:pt x="1335" y="1048"/>
                    <a:pt x="1468" y="748"/>
                  </a:cubicBezTo>
                  <a:cubicBezTo>
                    <a:pt x="1569" y="448"/>
                    <a:pt x="1669" y="214"/>
                    <a:pt x="1669" y="214"/>
                  </a:cubicBezTo>
                  <a:cubicBezTo>
                    <a:pt x="1697" y="157"/>
                    <a:pt x="1479" y="1"/>
                    <a:pt x="1396"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1" name="Google Shape;1181;p9"/>
            <p:cNvSpPr/>
            <p:nvPr/>
          </p:nvSpPr>
          <p:spPr>
            <a:xfrm>
              <a:off x="1738925" y="3638800"/>
              <a:ext cx="28600" cy="161625"/>
            </a:xfrm>
            <a:custGeom>
              <a:avLst/>
              <a:gdLst/>
              <a:ahLst/>
              <a:cxnLst/>
              <a:rect l="l" t="t" r="r" b="b"/>
              <a:pathLst>
                <a:path w="1144" h="6465" extrusionOk="0">
                  <a:moveTo>
                    <a:pt x="578" y="0"/>
                  </a:moveTo>
                  <a:cubicBezTo>
                    <a:pt x="539" y="0"/>
                    <a:pt x="509" y="11"/>
                    <a:pt x="500" y="37"/>
                  </a:cubicBezTo>
                  <a:cubicBezTo>
                    <a:pt x="500" y="37"/>
                    <a:pt x="434" y="171"/>
                    <a:pt x="400" y="371"/>
                  </a:cubicBezTo>
                  <a:cubicBezTo>
                    <a:pt x="334" y="571"/>
                    <a:pt x="234" y="838"/>
                    <a:pt x="200" y="1171"/>
                  </a:cubicBezTo>
                  <a:cubicBezTo>
                    <a:pt x="33" y="1838"/>
                    <a:pt x="0" y="2672"/>
                    <a:pt x="33" y="3273"/>
                  </a:cubicBezTo>
                  <a:cubicBezTo>
                    <a:pt x="67" y="3940"/>
                    <a:pt x="200" y="4740"/>
                    <a:pt x="400" y="5374"/>
                  </a:cubicBezTo>
                  <a:cubicBezTo>
                    <a:pt x="500" y="5708"/>
                    <a:pt x="567" y="5941"/>
                    <a:pt x="667" y="6175"/>
                  </a:cubicBezTo>
                  <a:cubicBezTo>
                    <a:pt x="734" y="6342"/>
                    <a:pt x="767" y="6442"/>
                    <a:pt x="767" y="6442"/>
                  </a:cubicBezTo>
                  <a:cubicBezTo>
                    <a:pt x="783" y="6458"/>
                    <a:pt x="815" y="6464"/>
                    <a:pt x="852" y="6464"/>
                  </a:cubicBezTo>
                  <a:cubicBezTo>
                    <a:pt x="969" y="6464"/>
                    <a:pt x="1143" y="6400"/>
                    <a:pt x="1067" y="6375"/>
                  </a:cubicBezTo>
                  <a:cubicBezTo>
                    <a:pt x="1067" y="6375"/>
                    <a:pt x="1067" y="6242"/>
                    <a:pt x="1034" y="6041"/>
                  </a:cubicBezTo>
                  <a:cubicBezTo>
                    <a:pt x="1001" y="5841"/>
                    <a:pt x="934" y="5574"/>
                    <a:pt x="901" y="5241"/>
                  </a:cubicBezTo>
                  <a:cubicBezTo>
                    <a:pt x="834" y="4607"/>
                    <a:pt x="767" y="3840"/>
                    <a:pt x="734" y="3239"/>
                  </a:cubicBezTo>
                  <a:cubicBezTo>
                    <a:pt x="734" y="2672"/>
                    <a:pt x="701" y="1872"/>
                    <a:pt x="734" y="1238"/>
                  </a:cubicBezTo>
                  <a:cubicBezTo>
                    <a:pt x="734" y="904"/>
                    <a:pt x="767" y="671"/>
                    <a:pt x="834" y="437"/>
                  </a:cubicBezTo>
                  <a:cubicBezTo>
                    <a:pt x="867" y="237"/>
                    <a:pt x="867" y="104"/>
                    <a:pt x="867" y="104"/>
                  </a:cubicBezTo>
                  <a:cubicBezTo>
                    <a:pt x="867" y="79"/>
                    <a:pt x="687" y="0"/>
                    <a:pt x="578"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2" name="Google Shape;1182;p9"/>
            <p:cNvSpPr/>
            <p:nvPr/>
          </p:nvSpPr>
          <p:spPr>
            <a:xfrm>
              <a:off x="1809800" y="3889325"/>
              <a:ext cx="68400" cy="109000"/>
            </a:xfrm>
            <a:custGeom>
              <a:avLst/>
              <a:gdLst/>
              <a:ahLst/>
              <a:cxnLst/>
              <a:rect l="l" t="t" r="r" b="b"/>
              <a:pathLst>
                <a:path w="2736" h="4360" extrusionOk="0">
                  <a:moveTo>
                    <a:pt x="300" y="1"/>
                  </a:moveTo>
                  <a:cubicBezTo>
                    <a:pt x="193" y="1"/>
                    <a:pt x="0" y="65"/>
                    <a:pt x="0" y="90"/>
                  </a:cubicBezTo>
                  <a:cubicBezTo>
                    <a:pt x="0" y="90"/>
                    <a:pt x="34" y="190"/>
                    <a:pt x="34" y="357"/>
                  </a:cubicBezTo>
                  <a:cubicBezTo>
                    <a:pt x="34" y="524"/>
                    <a:pt x="67" y="724"/>
                    <a:pt x="100" y="991"/>
                  </a:cubicBezTo>
                  <a:cubicBezTo>
                    <a:pt x="201" y="1524"/>
                    <a:pt x="401" y="2091"/>
                    <a:pt x="668" y="2558"/>
                  </a:cubicBezTo>
                  <a:cubicBezTo>
                    <a:pt x="901" y="3025"/>
                    <a:pt x="1335" y="3526"/>
                    <a:pt x="1735" y="3859"/>
                  </a:cubicBezTo>
                  <a:cubicBezTo>
                    <a:pt x="1868" y="3926"/>
                    <a:pt x="1935" y="4026"/>
                    <a:pt x="2035" y="4059"/>
                  </a:cubicBezTo>
                  <a:cubicBezTo>
                    <a:pt x="2102" y="4160"/>
                    <a:pt x="2202" y="4193"/>
                    <a:pt x="2269" y="4226"/>
                  </a:cubicBezTo>
                  <a:cubicBezTo>
                    <a:pt x="2402" y="4326"/>
                    <a:pt x="2502" y="4360"/>
                    <a:pt x="2502" y="4360"/>
                  </a:cubicBezTo>
                  <a:cubicBezTo>
                    <a:pt x="2536" y="4360"/>
                    <a:pt x="2702" y="4059"/>
                    <a:pt x="2736" y="4059"/>
                  </a:cubicBezTo>
                  <a:cubicBezTo>
                    <a:pt x="2736" y="4059"/>
                    <a:pt x="2702" y="3959"/>
                    <a:pt x="2569" y="3893"/>
                  </a:cubicBezTo>
                  <a:cubicBezTo>
                    <a:pt x="2502" y="3859"/>
                    <a:pt x="2435" y="3826"/>
                    <a:pt x="2369" y="3726"/>
                  </a:cubicBezTo>
                  <a:cubicBezTo>
                    <a:pt x="2335" y="3626"/>
                    <a:pt x="2235" y="3559"/>
                    <a:pt x="2169" y="3492"/>
                  </a:cubicBezTo>
                  <a:cubicBezTo>
                    <a:pt x="1835" y="3125"/>
                    <a:pt x="1568" y="2592"/>
                    <a:pt x="1335" y="2225"/>
                  </a:cubicBezTo>
                  <a:cubicBezTo>
                    <a:pt x="1101" y="1825"/>
                    <a:pt x="834" y="1324"/>
                    <a:pt x="668" y="857"/>
                  </a:cubicBezTo>
                  <a:cubicBezTo>
                    <a:pt x="567" y="590"/>
                    <a:pt x="501" y="390"/>
                    <a:pt x="434" y="257"/>
                  </a:cubicBezTo>
                  <a:cubicBezTo>
                    <a:pt x="401" y="90"/>
                    <a:pt x="367" y="23"/>
                    <a:pt x="367" y="23"/>
                  </a:cubicBezTo>
                  <a:cubicBezTo>
                    <a:pt x="359" y="7"/>
                    <a:pt x="334" y="1"/>
                    <a:pt x="300"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3" name="Google Shape;1183;p9"/>
            <p:cNvSpPr/>
            <p:nvPr/>
          </p:nvSpPr>
          <p:spPr>
            <a:xfrm>
              <a:off x="1935800" y="4053275"/>
              <a:ext cx="170900" cy="103575"/>
            </a:xfrm>
            <a:custGeom>
              <a:avLst/>
              <a:gdLst/>
              <a:ahLst/>
              <a:cxnLst/>
              <a:rect l="l" t="t" r="r" b="b"/>
              <a:pathLst>
                <a:path w="6836" h="4143" extrusionOk="0">
                  <a:moveTo>
                    <a:pt x="188" y="1"/>
                  </a:moveTo>
                  <a:cubicBezTo>
                    <a:pt x="119" y="1"/>
                    <a:pt x="0" y="305"/>
                    <a:pt x="64" y="337"/>
                  </a:cubicBezTo>
                  <a:cubicBezTo>
                    <a:pt x="64" y="337"/>
                    <a:pt x="631" y="570"/>
                    <a:pt x="1298" y="904"/>
                  </a:cubicBezTo>
                  <a:cubicBezTo>
                    <a:pt x="1465" y="1004"/>
                    <a:pt x="1665" y="1104"/>
                    <a:pt x="1832" y="1171"/>
                  </a:cubicBezTo>
                  <a:cubicBezTo>
                    <a:pt x="1999" y="1304"/>
                    <a:pt x="2199" y="1371"/>
                    <a:pt x="2366" y="1504"/>
                  </a:cubicBezTo>
                  <a:cubicBezTo>
                    <a:pt x="2699" y="1704"/>
                    <a:pt x="3066" y="1938"/>
                    <a:pt x="3400" y="2071"/>
                  </a:cubicBezTo>
                  <a:cubicBezTo>
                    <a:pt x="3733" y="2238"/>
                    <a:pt x="4067" y="2505"/>
                    <a:pt x="4467" y="2705"/>
                  </a:cubicBezTo>
                  <a:cubicBezTo>
                    <a:pt x="4634" y="2839"/>
                    <a:pt x="4834" y="2905"/>
                    <a:pt x="5001" y="3039"/>
                  </a:cubicBezTo>
                  <a:cubicBezTo>
                    <a:pt x="5168" y="3139"/>
                    <a:pt x="5334" y="3239"/>
                    <a:pt x="5501" y="3372"/>
                  </a:cubicBezTo>
                  <a:cubicBezTo>
                    <a:pt x="6135" y="3806"/>
                    <a:pt x="6569" y="4140"/>
                    <a:pt x="6569" y="4140"/>
                  </a:cubicBezTo>
                  <a:cubicBezTo>
                    <a:pt x="6573" y="4142"/>
                    <a:pt x="6578" y="4143"/>
                    <a:pt x="6584" y="4143"/>
                  </a:cubicBezTo>
                  <a:cubicBezTo>
                    <a:pt x="6661" y="4143"/>
                    <a:pt x="6836" y="3935"/>
                    <a:pt x="6836" y="3873"/>
                  </a:cubicBezTo>
                  <a:cubicBezTo>
                    <a:pt x="6836" y="3873"/>
                    <a:pt x="6402" y="3472"/>
                    <a:pt x="5835" y="2972"/>
                  </a:cubicBezTo>
                  <a:cubicBezTo>
                    <a:pt x="5701" y="2839"/>
                    <a:pt x="5535" y="2672"/>
                    <a:pt x="5368" y="2538"/>
                  </a:cubicBezTo>
                  <a:cubicBezTo>
                    <a:pt x="5168" y="2405"/>
                    <a:pt x="5001" y="2305"/>
                    <a:pt x="4834" y="2171"/>
                  </a:cubicBezTo>
                  <a:cubicBezTo>
                    <a:pt x="4467" y="1938"/>
                    <a:pt x="4134" y="1671"/>
                    <a:pt x="3800" y="1471"/>
                  </a:cubicBezTo>
                  <a:cubicBezTo>
                    <a:pt x="3466" y="1304"/>
                    <a:pt x="3033" y="1137"/>
                    <a:pt x="2666" y="904"/>
                  </a:cubicBezTo>
                  <a:cubicBezTo>
                    <a:pt x="2466" y="804"/>
                    <a:pt x="2299" y="704"/>
                    <a:pt x="2065" y="637"/>
                  </a:cubicBezTo>
                  <a:cubicBezTo>
                    <a:pt x="1865" y="537"/>
                    <a:pt x="1665" y="504"/>
                    <a:pt x="1498" y="404"/>
                  </a:cubicBezTo>
                  <a:cubicBezTo>
                    <a:pt x="731" y="170"/>
                    <a:pt x="197" y="3"/>
                    <a:pt x="197" y="3"/>
                  </a:cubicBezTo>
                  <a:cubicBezTo>
                    <a:pt x="194" y="2"/>
                    <a:pt x="191" y="1"/>
                    <a:pt x="188"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4" name="Google Shape;1184;p9"/>
            <p:cNvSpPr/>
            <p:nvPr/>
          </p:nvSpPr>
          <p:spPr>
            <a:xfrm>
              <a:off x="2185100" y="4240925"/>
              <a:ext cx="90050" cy="135850"/>
            </a:xfrm>
            <a:custGeom>
              <a:avLst/>
              <a:gdLst/>
              <a:ahLst/>
              <a:cxnLst/>
              <a:rect l="l" t="t" r="r" b="b"/>
              <a:pathLst>
                <a:path w="3602" h="5434" extrusionOk="0">
                  <a:moveTo>
                    <a:pt x="226" y="0"/>
                  </a:moveTo>
                  <a:cubicBezTo>
                    <a:pt x="179" y="0"/>
                    <a:pt x="1" y="271"/>
                    <a:pt x="32" y="303"/>
                  </a:cubicBezTo>
                  <a:cubicBezTo>
                    <a:pt x="32" y="303"/>
                    <a:pt x="166" y="370"/>
                    <a:pt x="266" y="503"/>
                  </a:cubicBezTo>
                  <a:cubicBezTo>
                    <a:pt x="433" y="636"/>
                    <a:pt x="666" y="803"/>
                    <a:pt x="866" y="1037"/>
                  </a:cubicBezTo>
                  <a:cubicBezTo>
                    <a:pt x="1267" y="1504"/>
                    <a:pt x="1734" y="2104"/>
                    <a:pt x="2067" y="2604"/>
                  </a:cubicBezTo>
                  <a:cubicBezTo>
                    <a:pt x="2367" y="3105"/>
                    <a:pt x="2768" y="3772"/>
                    <a:pt x="2935" y="4339"/>
                  </a:cubicBezTo>
                  <a:cubicBezTo>
                    <a:pt x="3035" y="4639"/>
                    <a:pt x="3101" y="4873"/>
                    <a:pt x="3168" y="5106"/>
                  </a:cubicBezTo>
                  <a:cubicBezTo>
                    <a:pt x="3201" y="5273"/>
                    <a:pt x="3235" y="5373"/>
                    <a:pt x="3235" y="5373"/>
                  </a:cubicBezTo>
                  <a:cubicBezTo>
                    <a:pt x="3249" y="5415"/>
                    <a:pt x="3309" y="5434"/>
                    <a:pt x="3378" y="5434"/>
                  </a:cubicBezTo>
                  <a:cubicBezTo>
                    <a:pt x="3473" y="5434"/>
                    <a:pt x="3582" y="5398"/>
                    <a:pt x="3602" y="5340"/>
                  </a:cubicBezTo>
                  <a:cubicBezTo>
                    <a:pt x="3602" y="5340"/>
                    <a:pt x="3568" y="5206"/>
                    <a:pt x="3568" y="5006"/>
                  </a:cubicBezTo>
                  <a:cubicBezTo>
                    <a:pt x="3568" y="4806"/>
                    <a:pt x="3535" y="4506"/>
                    <a:pt x="3435" y="4172"/>
                  </a:cubicBezTo>
                  <a:cubicBezTo>
                    <a:pt x="3368" y="3505"/>
                    <a:pt x="3001" y="2705"/>
                    <a:pt x="2668" y="2171"/>
                  </a:cubicBezTo>
                  <a:cubicBezTo>
                    <a:pt x="2267" y="1637"/>
                    <a:pt x="1734" y="1003"/>
                    <a:pt x="1200" y="636"/>
                  </a:cubicBezTo>
                  <a:cubicBezTo>
                    <a:pt x="933" y="436"/>
                    <a:pt x="700" y="303"/>
                    <a:pt x="533" y="169"/>
                  </a:cubicBezTo>
                  <a:cubicBezTo>
                    <a:pt x="333" y="103"/>
                    <a:pt x="233" y="3"/>
                    <a:pt x="233" y="3"/>
                  </a:cubicBezTo>
                  <a:cubicBezTo>
                    <a:pt x="231" y="1"/>
                    <a:pt x="229" y="0"/>
                    <a:pt x="226"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5" name="Google Shape;1185;p9"/>
            <p:cNvSpPr/>
            <p:nvPr/>
          </p:nvSpPr>
          <p:spPr>
            <a:xfrm>
              <a:off x="2240950" y="4661475"/>
              <a:ext cx="70900" cy="108250"/>
            </a:xfrm>
            <a:custGeom>
              <a:avLst/>
              <a:gdLst/>
              <a:ahLst/>
              <a:cxnLst/>
              <a:rect l="l" t="t" r="r" b="b"/>
              <a:pathLst>
                <a:path w="2836" h="4330" extrusionOk="0">
                  <a:moveTo>
                    <a:pt x="2619" y="1"/>
                  </a:moveTo>
                  <a:cubicBezTo>
                    <a:pt x="2527" y="1"/>
                    <a:pt x="2435" y="9"/>
                    <a:pt x="2435" y="26"/>
                  </a:cubicBezTo>
                  <a:cubicBezTo>
                    <a:pt x="2435" y="26"/>
                    <a:pt x="2435" y="126"/>
                    <a:pt x="2368" y="293"/>
                  </a:cubicBezTo>
                  <a:cubicBezTo>
                    <a:pt x="2335" y="393"/>
                    <a:pt x="2335" y="626"/>
                    <a:pt x="2268" y="860"/>
                  </a:cubicBezTo>
                  <a:cubicBezTo>
                    <a:pt x="2135" y="1360"/>
                    <a:pt x="1868" y="1894"/>
                    <a:pt x="1668" y="2294"/>
                  </a:cubicBezTo>
                  <a:cubicBezTo>
                    <a:pt x="1434" y="2661"/>
                    <a:pt x="1101" y="3162"/>
                    <a:pt x="701" y="3462"/>
                  </a:cubicBezTo>
                  <a:cubicBezTo>
                    <a:pt x="534" y="3629"/>
                    <a:pt x="367" y="3729"/>
                    <a:pt x="267" y="3829"/>
                  </a:cubicBezTo>
                  <a:cubicBezTo>
                    <a:pt x="133" y="3929"/>
                    <a:pt x="33" y="3996"/>
                    <a:pt x="33" y="3996"/>
                  </a:cubicBezTo>
                  <a:cubicBezTo>
                    <a:pt x="0" y="4029"/>
                    <a:pt x="133" y="4329"/>
                    <a:pt x="200" y="4329"/>
                  </a:cubicBezTo>
                  <a:lnTo>
                    <a:pt x="467" y="4196"/>
                  </a:lnTo>
                  <a:cubicBezTo>
                    <a:pt x="600" y="4129"/>
                    <a:pt x="834" y="4029"/>
                    <a:pt x="1034" y="3862"/>
                  </a:cubicBezTo>
                  <a:cubicBezTo>
                    <a:pt x="1534" y="3562"/>
                    <a:pt x="2001" y="3062"/>
                    <a:pt x="2302" y="2628"/>
                  </a:cubicBezTo>
                  <a:cubicBezTo>
                    <a:pt x="2602" y="2161"/>
                    <a:pt x="2802" y="1494"/>
                    <a:pt x="2802" y="960"/>
                  </a:cubicBezTo>
                  <a:cubicBezTo>
                    <a:pt x="2835" y="693"/>
                    <a:pt x="2802" y="460"/>
                    <a:pt x="2802" y="293"/>
                  </a:cubicBezTo>
                  <a:lnTo>
                    <a:pt x="2802" y="26"/>
                  </a:lnTo>
                  <a:cubicBezTo>
                    <a:pt x="2802" y="9"/>
                    <a:pt x="2710" y="1"/>
                    <a:pt x="2619"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6" name="Google Shape;1186;p9"/>
            <p:cNvSpPr/>
            <p:nvPr/>
          </p:nvSpPr>
          <p:spPr>
            <a:xfrm>
              <a:off x="2081700" y="4790450"/>
              <a:ext cx="104175" cy="67725"/>
            </a:xfrm>
            <a:custGeom>
              <a:avLst/>
              <a:gdLst/>
              <a:ahLst/>
              <a:cxnLst/>
              <a:rect l="l" t="t" r="r" b="b"/>
              <a:pathLst>
                <a:path w="4167" h="2709" extrusionOk="0">
                  <a:moveTo>
                    <a:pt x="3878" y="1"/>
                  </a:moveTo>
                  <a:cubicBezTo>
                    <a:pt x="3874" y="1"/>
                    <a:pt x="3870" y="2"/>
                    <a:pt x="3868" y="4"/>
                  </a:cubicBezTo>
                  <a:cubicBezTo>
                    <a:pt x="3868" y="4"/>
                    <a:pt x="3568" y="204"/>
                    <a:pt x="3201" y="471"/>
                  </a:cubicBezTo>
                  <a:cubicBezTo>
                    <a:pt x="3134" y="538"/>
                    <a:pt x="3001" y="571"/>
                    <a:pt x="2901" y="671"/>
                  </a:cubicBezTo>
                  <a:cubicBezTo>
                    <a:pt x="2801" y="738"/>
                    <a:pt x="2701" y="805"/>
                    <a:pt x="2567" y="871"/>
                  </a:cubicBezTo>
                  <a:cubicBezTo>
                    <a:pt x="2367" y="1005"/>
                    <a:pt x="2167" y="1138"/>
                    <a:pt x="2000" y="1238"/>
                  </a:cubicBezTo>
                  <a:lnTo>
                    <a:pt x="1366" y="1639"/>
                  </a:lnTo>
                  <a:lnTo>
                    <a:pt x="733" y="2005"/>
                  </a:lnTo>
                  <a:cubicBezTo>
                    <a:pt x="332" y="2239"/>
                    <a:pt x="32" y="2406"/>
                    <a:pt x="32" y="2406"/>
                  </a:cubicBezTo>
                  <a:cubicBezTo>
                    <a:pt x="1" y="2469"/>
                    <a:pt x="117" y="2709"/>
                    <a:pt x="214" y="2709"/>
                  </a:cubicBezTo>
                  <a:cubicBezTo>
                    <a:pt x="221" y="2709"/>
                    <a:pt x="226" y="2708"/>
                    <a:pt x="232" y="2706"/>
                  </a:cubicBezTo>
                  <a:cubicBezTo>
                    <a:pt x="232" y="2706"/>
                    <a:pt x="566" y="2639"/>
                    <a:pt x="1033" y="2472"/>
                  </a:cubicBezTo>
                  <a:cubicBezTo>
                    <a:pt x="1300" y="2372"/>
                    <a:pt x="1500" y="2306"/>
                    <a:pt x="1733" y="2172"/>
                  </a:cubicBezTo>
                  <a:cubicBezTo>
                    <a:pt x="2000" y="2072"/>
                    <a:pt x="2200" y="1972"/>
                    <a:pt x="2401" y="1839"/>
                  </a:cubicBezTo>
                  <a:cubicBezTo>
                    <a:pt x="2634" y="1705"/>
                    <a:pt x="2834" y="1538"/>
                    <a:pt x="3034" y="1372"/>
                  </a:cubicBezTo>
                  <a:cubicBezTo>
                    <a:pt x="3134" y="1305"/>
                    <a:pt x="3234" y="1205"/>
                    <a:pt x="3335" y="1138"/>
                  </a:cubicBezTo>
                  <a:lnTo>
                    <a:pt x="3568" y="871"/>
                  </a:lnTo>
                  <a:cubicBezTo>
                    <a:pt x="3868" y="504"/>
                    <a:pt x="4135" y="238"/>
                    <a:pt x="4135" y="238"/>
                  </a:cubicBezTo>
                  <a:cubicBezTo>
                    <a:pt x="4166" y="206"/>
                    <a:pt x="3936" y="1"/>
                    <a:pt x="3878"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7" name="Google Shape;1187;p9"/>
            <p:cNvSpPr/>
            <p:nvPr/>
          </p:nvSpPr>
          <p:spPr>
            <a:xfrm>
              <a:off x="1893200" y="4892275"/>
              <a:ext cx="113425" cy="49300"/>
            </a:xfrm>
            <a:custGeom>
              <a:avLst/>
              <a:gdLst/>
              <a:ahLst/>
              <a:cxnLst/>
              <a:rect l="l" t="t" r="r" b="b"/>
              <a:pathLst>
                <a:path w="4537" h="1972" extrusionOk="0">
                  <a:moveTo>
                    <a:pt x="3603" y="1"/>
                  </a:moveTo>
                  <a:cubicBezTo>
                    <a:pt x="3102" y="1"/>
                    <a:pt x="2502" y="134"/>
                    <a:pt x="2035" y="301"/>
                  </a:cubicBezTo>
                  <a:cubicBezTo>
                    <a:pt x="1568" y="501"/>
                    <a:pt x="1001" y="801"/>
                    <a:pt x="601" y="1135"/>
                  </a:cubicBezTo>
                  <a:cubicBezTo>
                    <a:pt x="400" y="1268"/>
                    <a:pt x="267" y="1435"/>
                    <a:pt x="167" y="1568"/>
                  </a:cubicBezTo>
                  <a:lnTo>
                    <a:pt x="0" y="1735"/>
                  </a:lnTo>
                  <a:cubicBezTo>
                    <a:pt x="0" y="1766"/>
                    <a:pt x="175" y="1972"/>
                    <a:pt x="198" y="1972"/>
                  </a:cubicBezTo>
                  <a:cubicBezTo>
                    <a:pt x="199" y="1972"/>
                    <a:pt x="200" y="1971"/>
                    <a:pt x="200" y="1969"/>
                  </a:cubicBezTo>
                  <a:cubicBezTo>
                    <a:pt x="200" y="1969"/>
                    <a:pt x="267" y="1935"/>
                    <a:pt x="400" y="1835"/>
                  </a:cubicBezTo>
                  <a:cubicBezTo>
                    <a:pt x="534" y="1769"/>
                    <a:pt x="701" y="1668"/>
                    <a:pt x="901" y="1568"/>
                  </a:cubicBezTo>
                  <a:cubicBezTo>
                    <a:pt x="1268" y="1302"/>
                    <a:pt x="1835" y="1135"/>
                    <a:pt x="2235" y="968"/>
                  </a:cubicBezTo>
                  <a:cubicBezTo>
                    <a:pt x="2669" y="835"/>
                    <a:pt x="3202" y="634"/>
                    <a:pt x="3669" y="568"/>
                  </a:cubicBezTo>
                  <a:cubicBezTo>
                    <a:pt x="3903" y="468"/>
                    <a:pt x="4070" y="468"/>
                    <a:pt x="4236" y="434"/>
                  </a:cubicBezTo>
                  <a:cubicBezTo>
                    <a:pt x="4403" y="401"/>
                    <a:pt x="4503" y="401"/>
                    <a:pt x="4503" y="401"/>
                  </a:cubicBezTo>
                  <a:cubicBezTo>
                    <a:pt x="4537" y="401"/>
                    <a:pt x="4537" y="1"/>
                    <a:pt x="4503"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8" name="Google Shape;1188;p9"/>
            <p:cNvSpPr/>
            <p:nvPr/>
          </p:nvSpPr>
          <p:spPr>
            <a:xfrm>
              <a:off x="1786450" y="4950600"/>
              <a:ext cx="69250" cy="114650"/>
            </a:xfrm>
            <a:custGeom>
              <a:avLst/>
              <a:gdLst/>
              <a:ahLst/>
              <a:cxnLst/>
              <a:rect l="l" t="t" r="r" b="b"/>
              <a:pathLst>
                <a:path w="2770" h="4586" extrusionOk="0">
                  <a:moveTo>
                    <a:pt x="2509" y="0"/>
                  </a:moveTo>
                  <a:cubicBezTo>
                    <a:pt x="2506" y="0"/>
                    <a:pt x="2504" y="1"/>
                    <a:pt x="2502" y="3"/>
                  </a:cubicBezTo>
                  <a:cubicBezTo>
                    <a:pt x="2502" y="3"/>
                    <a:pt x="2435" y="103"/>
                    <a:pt x="2302" y="169"/>
                  </a:cubicBezTo>
                  <a:cubicBezTo>
                    <a:pt x="2169" y="269"/>
                    <a:pt x="2002" y="403"/>
                    <a:pt x="1802" y="603"/>
                  </a:cubicBezTo>
                  <a:cubicBezTo>
                    <a:pt x="1368" y="937"/>
                    <a:pt x="968" y="1470"/>
                    <a:pt x="701" y="1937"/>
                  </a:cubicBezTo>
                  <a:cubicBezTo>
                    <a:pt x="467" y="2371"/>
                    <a:pt x="201" y="3005"/>
                    <a:pt x="134" y="3572"/>
                  </a:cubicBezTo>
                  <a:cubicBezTo>
                    <a:pt x="100" y="3805"/>
                    <a:pt x="34" y="4072"/>
                    <a:pt x="34" y="4239"/>
                  </a:cubicBezTo>
                  <a:cubicBezTo>
                    <a:pt x="0" y="4406"/>
                    <a:pt x="0" y="4472"/>
                    <a:pt x="0" y="4472"/>
                  </a:cubicBezTo>
                  <a:cubicBezTo>
                    <a:pt x="25" y="4548"/>
                    <a:pt x="201" y="4585"/>
                    <a:pt x="301" y="4585"/>
                  </a:cubicBezTo>
                  <a:cubicBezTo>
                    <a:pt x="334" y="4585"/>
                    <a:pt x="359" y="4581"/>
                    <a:pt x="367" y="4573"/>
                  </a:cubicBezTo>
                  <a:cubicBezTo>
                    <a:pt x="367" y="4573"/>
                    <a:pt x="434" y="4472"/>
                    <a:pt x="467" y="4306"/>
                  </a:cubicBezTo>
                  <a:cubicBezTo>
                    <a:pt x="501" y="4172"/>
                    <a:pt x="601" y="3972"/>
                    <a:pt x="668" y="3739"/>
                  </a:cubicBezTo>
                  <a:cubicBezTo>
                    <a:pt x="834" y="3272"/>
                    <a:pt x="1135" y="2738"/>
                    <a:pt x="1335" y="2304"/>
                  </a:cubicBezTo>
                  <a:cubicBezTo>
                    <a:pt x="1535" y="1904"/>
                    <a:pt x="1835" y="1337"/>
                    <a:pt x="2169" y="970"/>
                  </a:cubicBezTo>
                  <a:cubicBezTo>
                    <a:pt x="2335" y="803"/>
                    <a:pt x="2469" y="636"/>
                    <a:pt x="2602" y="503"/>
                  </a:cubicBezTo>
                  <a:cubicBezTo>
                    <a:pt x="2669" y="403"/>
                    <a:pt x="2769" y="303"/>
                    <a:pt x="2769" y="303"/>
                  </a:cubicBezTo>
                  <a:cubicBezTo>
                    <a:pt x="2769" y="271"/>
                    <a:pt x="2559" y="0"/>
                    <a:pt x="2509"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9" name="Google Shape;1189;p9"/>
            <p:cNvSpPr/>
            <p:nvPr/>
          </p:nvSpPr>
          <p:spPr>
            <a:xfrm>
              <a:off x="1785625" y="5133500"/>
              <a:ext cx="37550" cy="94050"/>
            </a:xfrm>
            <a:custGeom>
              <a:avLst/>
              <a:gdLst/>
              <a:ahLst/>
              <a:cxnLst/>
              <a:rect l="l" t="t" r="r" b="b"/>
              <a:pathLst>
                <a:path w="1502" h="3762" extrusionOk="0">
                  <a:moveTo>
                    <a:pt x="267" y="0"/>
                  </a:moveTo>
                  <a:cubicBezTo>
                    <a:pt x="167" y="0"/>
                    <a:pt x="67" y="9"/>
                    <a:pt x="67" y="25"/>
                  </a:cubicBezTo>
                  <a:cubicBezTo>
                    <a:pt x="67" y="25"/>
                    <a:pt x="33" y="125"/>
                    <a:pt x="33" y="259"/>
                  </a:cubicBezTo>
                  <a:cubicBezTo>
                    <a:pt x="33" y="359"/>
                    <a:pt x="0" y="526"/>
                    <a:pt x="0" y="759"/>
                  </a:cubicBezTo>
                  <a:cubicBezTo>
                    <a:pt x="0" y="1159"/>
                    <a:pt x="33" y="1660"/>
                    <a:pt x="133" y="2027"/>
                  </a:cubicBezTo>
                  <a:cubicBezTo>
                    <a:pt x="167" y="2260"/>
                    <a:pt x="234" y="2460"/>
                    <a:pt x="334" y="2660"/>
                  </a:cubicBezTo>
                  <a:cubicBezTo>
                    <a:pt x="467" y="2861"/>
                    <a:pt x="567" y="3094"/>
                    <a:pt x="701" y="3261"/>
                  </a:cubicBezTo>
                  <a:cubicBezTo>
                    <a:pt x="734" y="3328"/>
                    <a:pt x="834" y="3361"/>
                    <a:pt x="867" y="3461"/>
                  </a:cubicBezTo>
                  <a:cubicBezTo>
                    <a:pt x="901" y="3528"/>
                    <a:pt x="1001" y="3594"/>
                    <a:pt x="1034" y="3628"/>
                  </a:cubicBezTo>
                  <a:cubicBezTo>
                    <a:pt x="1168" y="3694"/>
                    <a:pt x="1201" y="3761"/>
                    <a:pt x="1201" y="3761"/>
                  </a:cubicBezTo>
                  <a:cubicBezTo>
                    <a:pt x="1234" y="3761"/>
                    <a:pt x="1468" y="3528"/>
                    <a:pt x="1501" y="3494"/>
                  </a:cubicBezTo>
                  <a:lnTo>
                    <a:pt x="1401" y="3328"/>
                  </a:lnTo>
                  <a:cubicBezTo>
                    <a:pt x="1368" y="3294"/>
                    <a:pt x="1334" y="3261"/>
                    <a:pt x="1301" y="3161"/>
                  </a:cubicBezTo>
                  <a:cubicBezTo>
                    <a:pt x="1301" y="3127"/>
                    <a:pt x="1234" y="3027"/>
                    <a:pt x="1201" y="2961"/>
                  </a:cubicBezTo>
                  <a:cubicBezTo>
                    <a:pt x="1134" y="2794"/>
                    <a:pt x="1067" y="2594"/>
                    <a:pt x="1001" y="2427"/>
                  </a:cubicBezTo>
                  <a:cubicBezTo>
                    <a:pt x="901" y="2260"/>
                    <a:pt x="867" y="2027"/>
                    <a:pt x="834" y="1860"/>
                  </a:cubicBezTo>
                  <a:cubicBezTo>
                    <a:pt x="734" y="1493"/>
                    <a:pt x="667" y="1093"/>
                    <a:pt x="567" y="692"/>
                  </a:cubicBezTo>
                  <a:cubicBezTo>
                    <a:pt x="534" y="526"/>
                    <a:pt x="500" y="359"/>
                    <a:pt x="500" y="259"/>
                  </a:cubicBezTo>
                  <a:cubicBezTo>
                    <a:pt x="467" y="125"/>
                    <a:pt x="467" y="25"/>
                    <a:pt x="467" y="25"/>
                  </a:cubicBezTo>
                  <a:cubicBezTo>
                    <a:pt x="467" y="9"/>
                    <a:pt x="367" y="0"/>
                    <a:pt x="267"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0" name="Google Shape;1190;p9"/>
            <p:cNvSpPr/>
            <p:nvPr/>
          </p:nvSpPr>
          <p:spPr>
            <a:xfrm>
              <a:off x="1863275" y="5269975"/>
              <a:ext cx="130850" cy="63475"/>
            </a:xfrm>
            <a:custGeom>
              <a:avLst/>
              <a:gdLst/>
              <a:ahLst/>
              <a:cxnLst/>
              <a:rect l="l" t="t" r="r" b="b"/>
              <a:pathLst>
                <a:path w="5234" h="2539" extrusionOk="0">
                  <a:moveTo>
                    <a:pt x="283" y="1"/>
                  </a:moveTo>
                  <a:cubicBezTo>
                    <a:pt x="203" y="1"/>
                    <a:pt x="0" y="241"/>
                    <a:pt x="63" y="304"/>
                  </a:cubicBezTo>
                  <a:lnTo>
                    <a:pt x="263" y="504"/>
                  </a:lnTo>
                  <a:cubicBezTo>
                    <a:pt x="397" y="637"/>
                    <a:pt x="597" y="804"/>
                    <a:pt x="797" y="971"/>
                  </a:cubicBezTo>
                  <a:cubicBezTo>
                    <a:pt x="1230" y="1338"/>
                    <a:pt x="1831" y="1671"/>
                    <a:pt x="2331" y="1905"/>
                  </a:cubicBezTo>
                  <a:cubicBezTo>
                    <a:pt x="2832" y="2138"/>
                    <a:pt x="3565" y="2338"/>
                    <a:pt x="4099" y="2405"/>
                  </a:cubicBezTo>
                  <a:cubicBezTo>
                    <a:pt x="4399" y="2472"/>
                    <a:pt x="4633" y="2505"/>
                    <a:pt x="4800" y="2505"/>
                  </a:cubicBezTo>
                  <a:cubicBezTo>
                    <a:pt x="4966" y="2539"/>
                    <a:pt x="5100" y="2539"/>
                    <a:pt x="5100" y="2539"/>
                  </a:cubicBezTo>
                  <a:cubicBezTo>
                    <a:pt x="5200" y="2505"/>
                    <a:pt x="5233" y="2205"/>
                    <a:pt x="5133" y="2138"/>
                  </a:cubicBezTo>
                  <a:cubicBezTo>
                    <a:pt x="5133" y="2138"/>
                    <a:pt x="5067" y="2072"/>
                    <a:pt x="4900" y="2038"/>
                  </a:cubicBezTo>
                  <a:lnTo>
                    <a:pt x="4266" y="1838"/>
                  </a:lnTo>
                  <a:cubicBezTo>
                    <a:pt x="3766" y="1705"/>
                    <a:pt x="3132" y="1404"/>
                    <a:pt x="2665" y="1204"/>
                  </a:cubicBezTo>
                  <a:cubicBezTo>
                    <a:pt x="2231" y="1004"/>
                    <a:pt x="1597" y="737"/>
                    <a:pt x="1130" y="470"/>
                  </a:cubicBezTo>
                  <a:cubicBezTo>
                    <a:pt x="897" y="337"/>
                    <a:pt x="663" y="204"/>
                    <a:pt x="563" y="137"/>
                  </a:cubicBezTo>
                  <a:lnTo>
                    <a:pt x="296" y="3"/>
                  </a:lnTo>
                  <a:cubicBezTo>
                    <a:pt x="293" y="1"/>
                    <a:pt x="288" y="1"/>
                    <a:pt x="283"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1" name="Google Shape;1191;p9"/>
            <p:cNvSpPr/>
            <p:nvPr/>
          </p:nvSpPr>
          <p:spPr>
            <a:xfrm>
              <a:off x="2028275" y="5328425"/>
              <a:ext cx="85875" cy="37625"/>
            </a:xfrm>
            <a:custGeom>
              <a:avLst/>
              <a:gdLst/>
              <a:ahLst/>
              <a:cxnLst/>
              <a:rect l="l" t="t" r="r" b="b"/>
              <a:pathLst>
                <a:path w="3435" h="1505" extrusionOk="0">
                  <a:moveTo>
                    <a:pt x="668" y="0"/>
                  </a:moveTo>
                  <a:cubicBezTo>
                    <a:pt x="501" y="0"/>
                    <a:pt x="335" y="34"/>
                    <a:pt x="201" y="34"/>
                  </a:cubicBezTo>
                  <a:cubicBezTo>
                    <a:pt x="134" y="67"/>
                    <a:pt x="34" y="67"/>
                    <a:pt x="34" y="67"/>
                  </a:cubicBezTo>
                  <a:cubicBezTo>
                    <a:pt x="1" y="67"/>
                    <a:pt x="1" y="467"/>
                    <a:pt x="34" y="467"/>
                  </a:cubicBezTo>
                  <a:cubicBezTo>
                    <a:pt x="34" y="467"/>
                    <a:pt x="68" y="501"/>
                    <a:pt x="201" y="501"/>
                  </a:cubicBezTo>
                  <a:cubicBezTo>
                    <a:pt x="301" y="501"/>
                    <a:pt x="468" y="534"/>
                    <a:pt x="635" y="567"/>
                  </a:cubicBezTo>
                  <a:cubicBezTo>
                    <a:pt x="968" y="668"/>
                    <a:pt x="1369" y="801"/>
                    <a:pt x="1669" y="868"/>
                  </a:cubicBezTo>
                  <a:cubicBezTo>
                    <a:pt x="1969" y="968"/>
                    <a:pt x="2369" y="1034"/>
                    <a:pt x="2670" y="1201"/>
                  </a:cubicBezTo>
                  <a:cubicBezTo>
                    <a:pt x="2836" y="1301"/>
                    <a:pt x="2970" y="1368"/>
                    <a:pt x="3036" y="1401"/>
                  </a:cubicBezTo>
                  <a:cubicBezTo>
                    <a:pt x="3137" y="1435"/>
                    <a:pt x="3170" y="1501"/>
                    <a:pt x="3170" y="1501"/>
                  </a:cubicBezTo>
                  <a:cubicBezTo>
                    <a:pt x="3172" y="1504"/>
                    <a:pt x="3175" y="1505"/>
                    <a:pt x="3179" y="1505"/>
                  </a:cubicBezTo>
                  <a:cubicBezTo>
                    <a:pt x="3233" y="1505"/>
                    <a:pt x="3435" y="1293"/>
                    <a:pt x="3403" y="1168"/>
                  </a:cubicBezTo>
                  <a:lnTo>
                    <a:pt x="3303" y="1034"/>
                  </a:lnTo>
                  <a:cubicBezTo>
                    <a:pt x="3237" y="968"/>
                    <a:pt x="3137" y="834"/>
                    <a:pt x="2970" y="701"/>
                  </a:cubicBezTo>
                  <a:cubicBezTo>
                    <a:pt x="2670" y="467"/>
                    <a:pt x="2203" y="234"/>
                    <a:pt x="1869" y="134"/>
                  </a:cubicBezTo>
                  <a:cubicBezTo>
                    <a:pt x="1502" y="34"/>
                    <a:pt x="1035" y="0"/>
                    <a:pt x="668"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2" name="Google Shape;1192;p9"/>
            <p:cNvSpPr/>
            <p:nvPr/>
          </p:nvSpPr>
          <p:spPr>
            <a:xfrm>
              <a:off x="2164225" y="5402375"/>
              <a:ext cx="67575" cy="61175"/>
            </a:xfrm>
            <a:custGeom>
              <a:avLst/>
              <a:gdLst/>
              <a:ahLst/>
              <a:cxnLst/>
              <a:rect l="l" t="t" r="r" b="b"/>
              <a:pathLst>
                <a:path w="2703" h="2447" extrusionOk="0">
                  <a:moveTo>
                    <a:pt x="226" y="1"/>
                  </a:moveTo>
                  <a:cubicBezTo>
                    <a:pt x="185" y="1"/>
                    <a:pt x="0" y="215"/>
                    <a:pt x="0" y="245"/>
                  </a:cubicBezTo>
                  <a:cubicBezTo>
                    <a:pt x="0" y="245"/>
                    <a:pt x="567" y="1079"/>
                    <a:pt x="1068" y="1546"/>
                  </a:cubicBezTo>
                  <a:cubicBezTo>
                    <a:pt x="1334" y="1746"/>
                    <a:pt x="1668" y="2013"/>
                    <a:pt x="1935" y="2179"/>
                  </a:cubicBezTo>
                  <a:cubicBezTo>
                    <a:pt x="2235" y="2346"/>
                    <a:pt x="2502" y="2446"/>
                    <a:pt x="2502" y="2446"/>
                  </a:cubicBezTo>
                  <a:cubicBezTo>
                    <a:pt x="2535" y="2446"/>
                    <a:pt x="2702" y="2213"/>
                    <a:pt x="2702" y="2179"/>
                  </a:cubicBezTo>
                  <a:cubicBezTo>
                    <a:pt x="2702" y="2179"/>
                    <a:pt x="2502" y="2013"/>
                    <a:pt x="2268" y="1746"/>
                  </a:cubicBezTo>
                  <a:cubicBezTo>
                    <a:pt x="2035" y="1479"/>
                    <a:pt x="1768" y="1212"/>
                    <a:pt x="1535" y="979"/>
                  </a:cubicBezTo>
                  <a:cubicBezTo>
                    <a:pt x="1068" y="578"/>
                    <a:pt x="234" y="11"/>
                    <a:pt x="234" y="11"/>
                  </a:cubicBezTo>
                  <a:cubicBezTo>
                    <a:pt x="234" y="4"/>
                    <a:pt x="231" y="1"/>
                    <a:pt x="226"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3" name="Google Shape;1193;p9"/>
            <p:cNvSpPr/>
            <p:nvPr/>
          </p:nvSpPr>
          <p:spPr>
            <a:xfrm>
              <a:off x="1281925" y="4432775"/>
              <a:ext cx="527900" cy="79500"/>
            </a:xfrm>
            <a:custGeom>
              <a:avLst/>
              <a:gdLst/>
              <a:ahLst/>
              <a:cxnLst/>
              <a:rect l="l" t="t" r="r" b="b"/>
              <a:pathLst>
                <a:path w="21116" h="3180" extrusionOk="0">
                  <a:moveTo>
                    <a:pt x="10841" y="1"/>
                  </a:moveTo>
                  <a:cubicBezTo>
                    <a:pt x="10675" y="201"/>
                    <a:pt x="10474" y="468"/>
                    <a:pt x="10241" y="701"/>
                  </a:cubicBezTo>
                  <a:cubicBezTo>
                    <a:pt x="10141" y="835"/>
                    <a:pt x="10041" y="968"/>
                    <a:pt x="9907" y="1068"/>
                  </a:cubicBezTo>
                  <a:lnTo>
                    <a:pt x="9874" y="1135"/>
                  </a:lnTo>
                  <a:lnTo>
                    <a:pt x="9841" y="1168"/>
                  </a:lnTo>
                  <a:lnTo>
                    <a:pt x="9741" y="1268"/>
                  </a:lnTo>
                  <a:cubicBezTo>
                    <a:pt x="9540" y="1468"/>
                    <a:pt x="9307" y="1635"/>
                    <a:pt x="9040" y="1769"/>
                  </a:cubicBezTo>
                  <a:cubicBezTo>
                    <a:pt x="8572" y="2003"/>
                    <a:pt x="8053" y="2108"/>
                    <a:pt x="7527" y="2108"/>
                  </a:cubicBezTo>
                  <a:cubicBezTo>
                    <a:pt x="7453" y="2108"/>
                    <a:pt x="7379" y="2106"/>
                    <a:pt x="7306" y="2102"/>
                  </a:cubicBezTo>
                  <a:cubicBezTo>
                    <a:pt x="6672" y="2036"/>
                    <a:pt x="6071" y="1802"/>
                    <a:pt x="5571" y="1468"/>
                  </a:cubicBezTo>
                  <a:cubicBezTo>
                    <a:pt x="5471" y="1335"/>
                    <a:pt x="5337" y="1268"/>
                    <a:pt x="5204" y="1168"/>
                  </a:cubicBezTo>
                  <a:lnTo>
                    <a:pt x="5037" y="1035"/>
                  </a:lnTo>
                  <a:lnTo>
                    <a:pt x="4904" y="935"/>
                  </a:lnTo>
                  <a:lnTo>
                    <a:pt x="4804" y="801"/>
                  </a:lnTo>
                  <a:lnTo>
                    <a:pt x="4537" y="534"/>
                  </a:lnTo>
                  <a:lnTo>
                    <a:pt x="4504" y="501"/>
                  </a:lnTo>
                  <a:lnTo>
                    <a:pt x="4403" y="568"/>
                  </a:lnTo>
                  <a:lnTo>
                    <a:pt x="4237" y="701"/>
                  </a:lnTo>
                  <a:cubicBezTo>
                    <a:pt x="4137" y="868"/>
                    <a:pt x="3970" y="1001"/>
                    <a:pt x="3836" y="1135"/>
                  </a:cubicBezTo>
                  <a:cubicBezTo>
                    <a:pt x="3002" y="1902"/>
                    <a:pt x="2068" y="2369"/>
                    <a:pt x="1368" y="2503"/>
                  </a:cubicBezTo>
                  <a:cubicBezTo>
                    <a:pt x="1034" y="2569"/>
                    <a:pt x="734" y="2636"/>
                    <a:pt x="534" y="2636"/>
                  </a:cubicBezTo>
                  <a:lnTo>
                    <a:pt x="234" y="2636"/>
                  </a:lnTo>
                  <a:cubicBezTo>
                    <a:pt x="0" y="2669"/>
                    <a:pt x="0" y="3003"/>
                    <a:pt x="234" y="3003"/>
                  </a:cubicBezTo>
                  <a:lnTo>
                    <a:pt x="567" y="3003"/>
                  </a:lnTo>
                  <a:cubicBezTo>
                    <a:pt x="801" y="3003"/>
                    <a:pt x="1134" y="2970"/>
                    <a:pt x="1501" y="2903"/>
                  </a:cubicBezTo>
                  <a:cubicBezTo>
                    <a:pt x="1702" y="2836"/>
                    <a:pt x="1902" y="2836"/>
                    <a:pt x="2135" y="2736"/>
                  </a:cubicBezTo>
                  <a:cubicBezTo>
                    <a:pt x="2369" y="2669"/>
                    <a:pt x="2569" y="2603"/>
                    <a:pt x="2836" y="2469"/>
                  </a:cubicBezTo>
                  <a:cubicBezTo>
                    <a:pt x="3303" y="2236"/>
                    <a:pt x="3803" y="1869"/>
                    <a:pt x="4237" y="1502"/>
                  </a:cubicBezTo>
                  <a:lnTo>
                    <a:pt x="4403" y="1335"/>
                  </a:lnTo>
                  <a:lnTo>
                    <a:pt x="4470" y="1302"/>
                  </a:lnTo>
                  <a:cubicBezTo>
                    <a:pt x="4470" y="1302"/>
                    <a:pt x="4470" y="1272"/>
                    <a:pt x="4480" y="1272"/>
                  </a:cubicBezTo>
                  <a:cubicBezTo>
                    <a:pt x="4485" y="1272"/>
                    <a:pt x="4492" y="1279"/>
                    <a:pt x="4504" y="1302"/>
                  </a:cubicBezTo>
                  <a:lnTo>
                    <a:pt x="4570" y="1368"/>
                  </a:lnTo>
                  <a:lnTo>
                    <a:pt x="4637" y="1402"/>
                  </a:lnTo>
                  <a:lnTo>
                    <a:pt x="4670" y="1468"/>
                  </a:lnTo>
                  <a:lnTo>
                    <a:pt x="4870" y="1635"/>
                  </a:lnTo>
                  <a:cubicBezTo>
                    <a:pt x="5004" y="1769"/>
                    <a:pt x="5171" y="1869"/>
                    <a:pt x="5304" y="1969"/>
                  </a:cubicBezTo>
                  <a:cubicBezTo>
                    <a:pt x="5871" y="2369"/>
                    <a:pt x="6538" y="2669"/>
                    <a:pt x="7306" y="2736"/>
                  </a:cubicBezTo>
                  <a:cubicBezTo>
                    <a:pt x="7486" y="2771"/>
                    <a:pt x="7674" y="2787"/>
                    <a:pt x="7863" y="2787"/>
                  </a:cubicBezTo>
                  <a:cubicBezTo>
                    <a:pt x="8406" y="2787"/>
                    <a:pt x="8962" y="2650"/>
                    <a:pt x="9407" y="2402"/>
                  </a:cubicBezTo>
                  <a:cubicBezTo>
                    <a:pt x="9741" y="2236"/>
                    <a:pt x="10041" y="2036"/>
                    <a:pt x="10308" y="1835"/>
                  </a:cubicBezTo>
                  <a:lnTo>
                    <a:pt x="10474" y="1669"/>
                  </a:lnTo>
                  <a:cubicBezTo>
                    <a:pt x="10508" y="1802"/>
                    <a:pt x="10575" y="1969"/>
                    <a:pt x="10675" y="2136"/>
                  </a:cubicBezTo>
                  <a:cubicBezTo>
                    <a:pt x="10841" y="2436"/>
                    <a:pt x="11175" y="2703"/>
                    <a:pt x="11509" y="2869"/>
                  </a:cubicBezTo>
                  <a:cubicBezTo>
                    <a:pt x="11922" y="3106"/>
                    <a:pt x="12359" y="3179"/>
                    <a:pt x="12792" y="3179"/>
                  </a:cubicBezTo>
                  <a:cubicBezTo>
                    <a:pt x="13092" y="3179"/>
                    <a:pt x="13390" y="3144"/>
                    <a:pt x="13677" y="3103"/>
                  </a:cubicBezTo>
                  <a:cubicBezTo>
                    <a:pt x="14377" y="2970"/>
                    <a:pt x="15044" y="2703"/>
                    <a:pt x="15678" y="2436"/>
                  </a:cubicBezTo>
                  <a:cubicBezTo>
                    <a:pt x="15978" y="2302"/>
                    <a:pt x="16245" y="2136"/>
                    <a:pt x="16545" y="1935"/>
                  </a:cubicBezTo>
                  <a:cubicBezTo>
                    <a:pt x="16646" y="1835"/>
                    <a:pt x="16679" y="1802"/>
                    <a:pt x="16746" y="1769"/>
                  </a:cubicBezTo>
                  <a:lnTo>
                    <a:pt x="16846" y="1669"/>
                  </a:lnTo>
                  <a:lnTo>
                    <a:pt x="16879" y="1635"/>
                  </a:lnTo>
                  <a:cubicBezTo>
                    <a:pt x="16925" y="1612"/>
                    <a:pt x="16955" y="1573"/>
                    <a:pt x="16969" y="1573"/>
                  </a:cubicBezTo>
                  <a:cubicBezTo>
                    <a:pt x="16976" y="1573"/>
                    <a:pt x="16979" y="1581"/>
                    <a:pt x="16979" y="1602"/>
                  </a:cubicBezTo>
                  <a:cubicBezTo>
                    <a:pt x="17012" y="1602"/>
                    <a:pt x="17012" y="1635"/>
                    <a:pt x="17012" y="1635"/>
                  </a:cubicBezTo>
                  <a:lnTo>
                    <a:pt x="17046" y="1702"/>
                  </a:lnTo>
                  <a:cubicBezTo>
                    <a:pt x="17113" y="1702"/>
                    <a:pt x="17113" y="1769"/>
                    <a:pt x="17146" y="1802"/>
                  </a:cubicBezTo>
                  <a:cubicBezTo>
                    <a:pt x="17279" y="1935"/>
                    <a:pt x="17346" y="2036"/>
                    <a:pt x="17479" y="2136"/>
                  </a:cubicBezTo>
                  <a:cubicBezTo>
                    <a:pt x="17680" y="2336"/>
                    <a:pt x="17946" y="2503"/>
                    <a:pt x="18180" y="2636"/>
                  </a:cubicBezTo>
                  <a:cubicBezTo>
                    <a:pt x="18647" y="2869"/>
                    <a:pt x="19114" y="3003"/>
                    <a:pt x="19514" y="3103"/>
                  </a:cubicBezTo>
                  <a:cubicBezTo>
                    <a:pt x="19731" y="3120"/>
                    <a:pt x="19923" y="3128"/>
                    <a:pt x="20085" y="3128"/>
                  </a:cubicBezTo>
                  <a:cubicBezTo>
                    <a:pt x="20248" y="3128"/>
                    <a:pt x="20382" y="3120"/>
                    <a:pt x="20482" y="3103"/>
                  </a:cubicBezTo>
                  <a:cubicBezTo>
                    <a:pt x="20682" y="3036"/>
                    <a:pt x="20815" y="3003"/>
                    <a:pt x="20815" y="3003"/>
                  </a:cubicBezTo>
                  <a:cubicBezTo>
                    <a:pt x="21115" y="2869"/>
                    <a:pt x="20882" y="2603"/>
                    <a:pt x="20582" y="2569"/>
                  </a:cubicBezTo>
                  <a:cubicBezTo>
                    <a:pt x="20582" y="2569"/>
                    <a:pt x="20548" y="2636"/>
                    <a:pt x="20515" y="2636"/>
                  </a:cubicBezTo>
                  <a:cubicBezTo>
                    <a:pt x="20482" y="2636"/>
                    <a:pt x="20382" y="2669"/>
                    <a:pt x="20315" y="2669"/>
                  </a:cubicBezTo>
                  <a:cubicBezTo>
                    <a:pt x="20218" y="2683"/>
                    <a:pt x="20116" y="2691"/>
                    <a:pt x="20005" y="2691"/>
                  </a:cubicBezTo>
                  <a:cubicBezTo>
                    <a:pt x="19849" y="2691"/>
                    <a:pt x="19676" y="2675"/>
                    <a:pt x="19481" y="2636"/>
                  </a:cubicBezTo>
                  <a:cubicBezTo>
                    <a:pt x="19147" y="2569"/>
                    <a:pt x="18714" y="2402"/>
                    <a:pt x="18313" y="2169"/>
                  </a:cubicBezTo>
                  <a:cubicBezTo>
                    <a:pt x="18080" y="2036"/>
                    <a:pt x="17880" y="1869"/>
                    <a:pt x="17713" y="1702"/>
                  </a:cubicBezTo>
                  <a:cubicBezTo>
                    <a:pt x="17646" y="1635"/>
                    <a:pt x="17546" y="1502"/>
                    <a:pt x="17479" y="1402"/>
                  </a:cubicBezTo>
                  <a:cubicBezTo>
                    <a:pt x="17479" y="1368"/>
                    <a:pt x="17413" y="1368"/>
                    <a:pt x="17413" y="1335"/>
                  </a:cubicBezTo>
                  <a:lnTo>
                    <a:pt x="17379" y="1302"/>
                  </a:lnTo>
                  <a:lnTo>
                    <a:pt x="17346" y="1202"/>
                  </a:lnTo>
                  <a:cubicBezTo>
                    <a:pt x="17313" y="1068"/>
                    <a:pt x="17213" y="968"/>
                    <a:pt x="17179" y="835"/>
                  </a:cubicBezTo>
                  <a:lnTo>
                    <a:pt x="17079" y="668"/>
                  </a:lnTo>
                  <a:cubicBezTo>
                    <a:pt x="17046" y="668"/>
                    <a:pt x="17046" y="635"/>
                    <a:pt x="17046" y="635"/>
                  </a:cubicBezTo>
                  <a:lnTo>
                    <a:pt x="17012" y="668"/>
                  </a:lnTo>
                  <a:lnTo>
                    <a:pt x="16912" y="735"/>
                  </a:lnTo>
                  <a:cubicBezTo>
                    <a:pt x="16812" y="868"/>
                    <a:pt x="16712" y="968"/>
                    <a:pt x="16579" y="1035"/>
                  </a:cubicBezTo>
                  <a:cubicBezTo>
                    <a:pt x="16545" y="1068"/>
                    <a:pt x="16479" y="1135"/>
                    <a:pt x="16412" y="1168"/>
                  </a:cubicBezTo>
                  <a:lnTo>
                    <a:pt x="16345" y="1235"/>
                  </a:lnTo>
                  <a:cubicBezTo>
                    <a:pt x="16312" y="1302"/>
                    <a:pt x="16212" y="1335"/>
                    <a:pt x="16179" y="1368"/>
                  </a:cubicBezTo>
                  <a:cubicBezTo>
                    <a:pt x="15912" y="1535"/>
                    <a:pt x="15645" y="1702"/>
                    <a:pt x="15345" y="1835"/>
                  </a:cubicBezTo>
                  <a:cubicBezTo>
                    <a:pt x="14744" y="2136"/>
                    <a:pt x="14144" y="2336"/>
                    <a:pt x="13510" y="2402"/>
                  </a:cubicBezTo>
                  <a:cubicBezTo>
                    <a:pt x="13269" y="2441"/>
                    <a:pt x="13029" y="2464"/>
                    <a:pt x="12795" y="2464"/>
                  </a:cubicBezTo>
                  <a:cubicBezTo>
                    <a:pt x="12414" y="2464"/>
                    <a:pt x="12052" y="2401"/>
                    <a:pt x="11742" y="2236"/>
                  </a:cubicBezTo>
                  <a:cubicBezTo>
                    <a:pt x="11542" y="2136"/>
                    <a:pt x="11342" y="1969"/>
                    <a:pt x="11208" y="1735"/>
                  </a:cubicBezTo>
                  <a:cubicBezTo>
                    <a:pt x="11142" y="1635"/>
                    <a:pt x="11075" y="1535"/>
                    <a:pt x="11042" y="1368"/>
                  </a:cubicBezTo>
                  <a:cubicBezTo>
                    <a:pt x="10975" y="1035"/>
                    <a:pt x="10908" y="668"/>
                    <a:pt x="10875" y="368"/>
                  </a:cubicBezTo>
                  <a:cubicBezTo>
                    <a:pt x="10875" y="201"/>
                    <a:pt x="10841" y="101"/>
                    <a:pt x="10841"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4" name="Google Shape;1194;p9"/>
            <p:cNvSpPr/>
            <p:nvPr/>
          </p:nvSpPr>
          <p:spPr>
            <a:xfrm>
              <a:off x="2198025" y="3521400"/>
              <a:ext cx="402350" cy="114175"/>
            </a:xfrm>
            <a:custGeom>
              <a:avLst/>
              <a:gdLst/>
              <a:ahLst/>
              <a:cxnLst/>
              <a:rect l="l" t="t" r="r" b="b"/>
              <a:pathLst>
                <a:path w="16094" h="4567" extrusionOk="0">
                  <a:moveTo>
                    <a:pt x="4528" y="0"/>
                  </a:moveTo>
                  <a:cubicBezTo>
                    <a:pt x="4523" y="0"/>
                    <a:pt x="4519" y="7"/>
                    <a:pt x="4519" y="30"/>
                  </a:cubicBezTo>
                  <a:lnTo>
                    <a:pt x="4319" y="297"/>
                  </a:lnTo>
                  <a:cubicBezTo>
                    <a:pt x="4185" y="463"/>
                    <a:pt x="4085" y="630"/>
                    <a:pt x="3985" y="797"/>
                  </a:cubicBezTo>
                  <a:cubicBezTo>
                    <a:pt x="3685" y="1231"/>
                    <a:pt x="3352" y="1631"/>
                    <a:pt x="3051" y="1998"/>
                  </a:cubicBezTo>
                  <a:cubicBezTo>
                    <a:pt x="2484" y="2732"/>
                    <a:pt x="1750" y="3165"/>
                    <a:pt x="1217" y="3265"/>
                  </a:cubicBezTo>
                  <a:lnTo>
                    <a:pt x="850" y="3265"/>
                  </a:lnTo>
                  <a:cubicBezTo>
                    <a:pt x="716" y="3265"/>
                    <a:pt x="650" y="3232"/>
                    <a:pt x="550" y="3232"/>
                  </a:cubicBezTo>
                  <a:cubicBezTo>
                    <a:pt x="416" y="3165"/>
                    <a:pt x="349" y="3132"/>
                    <a:pt x="349" y="3132"/>
                  </a:cubicBezTo>
                  <a:cubicBezTo>
                    <a:pt x="334" y="3126"/>
                    <a:pt x="319" y="3123"/>
                    <a:pt x="304" y="3123"/>
                  </a:cubicBezTo>
                  <a:cubicBezTo>
                    <a:pt x="150" y="3123"/>
                    <a:pt x="0" y="3405"/>
                    <a:pt x="183" y="3465"/>
                  </a:cubicBezTo>
                  <a:lnTo>
                    <a:pt x="416" y="3599"/>
                  </a:lnTo>
                  <a:cubicBezTo>
                    <a:pt x="516" y="3632"/>
                    <a:pt x="650" y="3632"/>
                    <a:pt x="750" y="3666"/>
                  </a:cubicBezTo>
                  <a:lnTo>
                    <a:pt x="1217" y="3666"/>
                  </a:lnTo>
                  <a:cubicBezTo>
                    <a:pt x="1550" y="3632"/>
                    <a:pt x="1984" y="3499"/>
                    <a:pt x="2351" y="3265"/>
                  </a:cubicBezTo>
                  <a:cubicBezTo>
                    <a:pt x="2718" y="3065"/>
                    <a:pt x="3085" y="2732"/>
                    <a:pt x="3418" y="2331"/>
                  </a:cubicBezTo>
                  <a:cubicBezTo>
                    <a:pt x="3752" y="1964"/>
                    <a:pt x="4085" y="1564"/>
                    <a:pt x="4419" y="1130"/>
                  </a:cubicBezTo>
                  <a:lnTo>
                    <a:pt x="4552" y="964"/>
                  </a:lnTo>
                  <a:lnTo>
                    <a:pt x="4552" y="1030"/>
                  </a:lnTo>
                  <a:lnTo>
                    <a:pt x="4686" y="1130"/>
                  </a:lnTo>
                  <a:lnTo>
                    <a:pt x="4986" y="1431"/>
                  </a:lnTo>
                  <a:cubicBezTo>
                    <a:pt x="5386" y="1864"/>
                    <a:pt x="5853" y="2231"/>
                    <a:pt x="6354" y="2465"/>
                  </a:cubicBezTo>
                  <a:cubicBezTo>
                    <a:pt x="6854" y="2732"/>
                    <a:pt x="7421" y="2898"/>
                    <a:pt x="7988" y="2898"/>
                  </a:cubicBezTo>
                  <a:cubicBezTo>
                    <a:pt x="8522" y="2898"/>
                    <a:pt x="9089" y="2765"/>
                    <a:pt x="9589" y="2565"/>
                  </a:cubicBezTo>
                  <a:cubicBezTo>
                    <a:pt x="10090" y="2365"/>
                    <a:pt x="10657" y="2098"/>
                    <a:pt x="11090" y="1798"/>
                  </a:cubicBezTo>
                  <a:cubicBezTo>
                    <a:pt x="11224" y="1731"/>
                    <a:pt x="11357" y="1698"/>
                    <a:pt x="11491" y="1597"/>
                  </a:cubicBezTo>
                  <a:lnTo>
                    <a:pt x="11557" y="1564"/>
                  </a:lnTo>
                  <a:lnTo>
                    <a:pt x="11591" y="1564"/>
                  </a:lnTo>
                  <a:cubicBezTo>
                    <a:pt x="11610" y="1564"/>
                    <a:pt x="11618" y="1559"/>
                    <a:pt x="11624" y="1559"/>
                  </a:cubicBezTo>
                  <a:cubicBezTo>
                    <a:pt x="11638" y="1559"/>
                    <a:pt x="11638" y="1593"/>
                    <a:pt x="11758" y="1831"/>
                  </a:cubicBezTo>
                  <a:cubicBezTo>
                    <a:pt x="12024" y="2331"/>
                    <a:pt x="12325" y="2798"/>
                    <a:pt x="12591" y="3232"/>
                  </a:cubicBezTo>
                  <a:cubicBezTo>
                    <a:pt x="12925" y="3632"/>
                    <a:pt x="13259" y="3966"/>
                    <a:pt x="13692" y="4233"/>
                  </a:cubicBezTo>
                  <a:cubicBezTo>
                    <a:pt x="14093" y="4466"/>
                    <a:pt x="14526" y="4566"/>
                    <a:pt x="14860" y="4566"/>
                  </a:cubicBezTo>
                  <a:cubicBezTo>
                    <a:pt x="15227" y="4566"/>
                    <a:pt x="15494" y="4533"/>
                    <a:pt x="15660" y="4466"/>
                  </a:cubicBezTo>
                  <a:cubicBezTo>
                    <a:pt x="15827" y="4433"/>
                    <a:pt x="15894" y="4399"/>
                    <a:pt x="15894" y="4399"/>
                  </a:cubicBezTo>
                  <a:cubicBezTo>
                    <a:pt x="16094" y="4299"/>
                    <a:pt x="15994" y="4033"/>
                    <a:pt x="15727" y="3966"/>
                  </a:cubicBezTo>
                  <a:cubicBezTo>
                    <a:pt x="15727" y="3966"/>
                    <a:pt x="15660" y="4033"/>
                    <a:pt x="15494" y="4066"/>
                  </a:cubicBezTo>
                  <a:cubicBezTo>
                    <a:pt x="15327" y="4066"/>
                    <a:pt x="15093" y="4099"/>
                    <a:pt x="14826" y="4099"/>
                  </a:cubicBezTo>
                  <a:cubicBezTo>
                    <a:pt x="14526" y="4066"/>
                    <a:pt x="14226" y="3966"/>
                    <a:pt x="13892" y="3766"/>
                  </a:cubicBezTo>
                  <a:cubicBezTo>
                    <a:pt x="13559" y="3566"/>
                    <a:pt x="13259" y="3232"/>
                    <a:pt x="13025" y="2865"/>
                  </a:cubicBezTo>
                  <a:cubicBezTo>
                    <a:pt x="12758" y="2431"/>
                    <a:pt x="12525" y="1964"/>
                    <a:pt x="12325" y="1531"/>
                  </a:cubicBezTo>
                  <a:cubicBezTo>
                    <a:pt x="12225" y="1397"/>
                    <a:pt x="12191" y="1231"/>
                    <a:pt x="12091" y="1064"/>
                  </a:cubicBezTo>
                  <a:lnTo>
                    <a:pt x="11924" y="730"/>
                  </a:lnTo>
                  <a:lnTo>
                    <a:pt x="11891" y="630"/>
                  </a:lnTo>
                  <a:lnTo>
                    <a:pt x="11891" y="597"/>
                  </a:lnTo>
                  <a:cubicBezTo>
                    <a:pt x="11891" y="586"/>
                    <a:pt x="11887" y="582"/>
                    <a:pt x="11882" y="582"/>
                  </a:cubicBezTo>
                  <a:cubicBezTo>
                    <a:pt x="11872" y="582"/>
                    <a:pt x="11858" y="597"/>
                    <a:pt x="11858" y="597"/>
                  </a:cubicBezTo>
                  <a:lnTo>
                    <a:pt x="11691" y="697"/>
                  </a:lnTo>
                  <a:lnTo>
                    <a:pt x="11090" y="1030"/>
                  </a:lnTo>
                  <a:cubicBezTo>
                    <a:pt x="11024" y="1097"/>
                    <a:pt x="10890" y="1130"/>
                    <a:pt x="10757" y="1231"/>
                  </a:cubicBezTo>
                  <a:cubicBezTo>
                    <a:pt x="9856" y="1731"/>
                    <a:pt x="8855" y="2131"/>
                    <a:pt x="8022" y="2131"/>
                  </a:cubicBezTo>
                  <a:cubicBezTo>
                    <a:pt x="7188" y="2131"/>
                    <a:pt x="6220" y="1698"/>
                    <a:pt x="5486" y="930"/>
                  </a:cubicBezTo>
                  <a:cubicBezTo>
                    <a:pt x="5386" y="864"/>
                    <a:pt x="5253" y="764"/>
                    <a:pt x="5186" y="697"/>
                  </a:cubicBezTo>
                  <a:lnTo>
                    <a:pt x="4753" y="230"/>
                  </a:lnTo>
                  <a:lnTo>
                    <a:pt x="4652" y="96"/>
                  </a:lnTo>
                  <a:lnTo>
                    <a:pt x="4552" y="30"/>
                  </a:lnTo>
                  <a:cubicBezTo>
                    <a:pt x="4552" y="30"/>
                    <a:pt x="4538" y="0"/>
                    <a:pt x="4528"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5" name="Google Shape;1195;p9"/>
            <p:cNvSpPr/>
            <p:nvPr/>
          </p:nvSpPr>
          <p:spPr>
            <a:xfrm>
              <a:off x="2554175" y="4914075"/>
              <a:ext cx="532400" cy="107675"/>
            </a:xfrm>
            <a:custGeom>
              <a:avLst/>
              <a:gdLst/>
              <a:ahLst/>
              <a:cxnLst/>
              <a:rect l="l" t="t" r="r" b="b"/>
              <a:pathLst>
                <a:path w="21296" h="4307" extrusionOk="0">
                  <a:moveTo>
                    <a:pt x="13664" y="1"/>
                  </a:moveTo>
                  <a:cubicBezTo>
                    <a:pt x="13660" y="1"/>
                    <a:pt x="13656" y="9"/>
                    <a:pt x="13656" y="29"/>
                  </a:cubicBezTo>
                  <a:lnTo>
                    <a:pt x="13623" y="63"/>
                  </a:lnTo>
                  <a:lnTo>
                    <a:pt x="13523" y="129"/>
                  </a:lnTo>
                  <a:lnTo>
                    <a:pt x="13356" y="296"/>
                  </a:lnTo>
                  <a:lnTo>
                    <a:pt x="13089" y="596"/>
                  </a:lnTo>
                  <a:cubicBezTo>
                    <a:pt x="12956" y="730"/>
                    <a:pt x="12822" y="796"/>
                    <a:pt x="12689" y="897"/>
                  </a:cubicBezTo>
                  <a:cubicBezTo>
                    <a:pt x="12589" y="1030"/>
                    <a:pt x="12456" y="1097"/>
                    <a:pt x="12322" y="1197"/>
                  </a:cubicBezTo>
                  <a:lnTo>
                    <a:pt x="11955" y="1430"/>
                  </a:lnTo>
                  <a:cubicBezTo>
                    <a:pt x="11455" y="1764"/>
                    <a:pt x="10854" y="1931"/>
                    <a:pt x="10321" y="2064"/>
                  </a:cubicBezTo>
                  <a:cubicBezTo>
                    <a:pt x="9912" y="2153"/>
                    <a:pt x="9465" y="2204"/>
                    <a:pt x="9003" y="2204"/>
                  </a:cubicBezTo>
                  <a:cubicBezTo>
                    <a:pt x="8257" y="2204"/>
                    <a:pt x="7472" y="2073"/>
                    <a:pt x="6751" y="1764"/>
                  </a:cubicBezTo>
                  <a:cubicBezTo>
                    <a:pt x="6451" y="1697"/>
                    <a:pt x="6184" y="1530"/>
                    <a:pt x="5918" y="1364"/>
                  </a:cubicBezTo>
                  <a:lnTo>
                    <a:pt x="5517" y="1097"/>
                  </a:lnTo>
                  <a:lnTo>
                    <a:pt x="5350" y="930"/>
                  </a:lnTo>
                  <a:lnTo>
                    <a:pt x="5017" y="630"/>
                  </a:lnTo>
                  <a:cubicBezTo>
                    <a:pt x="4917" y="563"/>
                    <a:pt x="4817" y="430"/>
                    <a:pt x="4683" y="363"/>
                  </a:cubicBezTo>
                  <a:lnTo>
                    <a:pt x="4483" y="763"/>
                  </a:lnTo>
                  <a:cubicBezTo>
                    <a:pt x="4416" y="963"/>
                    <a:pt x="4283" y="1130"/>
                    <a:pt x="4183" y="1364"/>
                  </a:cubicBezTo>
                  <a:lnTo>
                    <a:pt x="3949" y="1730"/>
                  </a:lnTo>
                  <a:cubicBezTo>
                    <a:pt x="3849" y="1797"/>
                    <a:pt x="3783" y="1964"/>
                    <a:pt x="3683" y="2064"/>
                  </a:cubicBezTo>
                  <a:cubicBezTo>
                    <a:pt x="2982" y="2931"/>
                    <a:pt x="2015" y="3398"/>
                    <a:pt x="1348" y="3632"/>
                  </a:cubicBezTo>
                  <a:cubicBezTo>
                    <a:pt x="1181" y="3732"/>
                    <a:pt x="1014" y="3765"/>
                    <a:pt x="914" y="3799"/>
                  </a:cubicBezTo>
                  <a:cubicBezTo>
                    <a:pt x="747" y="3865"/>
                    <a:pt x="614" y="3865"/>
                    <a:pt x="514" y="3899"/>
                  </a:cubicBezTo>
                  <a:cubicBezTo>
                    <a:pt x="347" y="3899"/>
                    <a:pt x="247" y="3932"/>
                    <a:pt x="247" y="3932"/>
                  </a:cubicBezTo>
                  <a:cubicBezTo>
                    <a:pt x="0" y="3963"/>
                    <a:pt x="10" y="4306"/>
                    <a:pt x="223" y="4306"/>
                  </a:cubicBezTo>
                  <a:cubicBezTo>
                    <a:pt x="241" y="4306"/>
                    <a:pt x="260" y="4304"/>
                    <a:pt x="280" y="4299"/>
                  </a:cubicBezTo>
                  <a:cubicBezTo>
                    <a:pt x="280" y="4299"/>
                    <a:pt x="414" y="4299"/>
                    <a:pt x="614" y="4266"/>
                  </a:cubicBezTo>
                  <a:cubicBezTo>
                    <a:pt x="680" y="4232"/>
                    <a:pt x="814" y="4232"/>
                    <a:pt x="981" y="4199"/>
                  </a:cubicBezTo>
                  <a:cubicBezTo>
                    <a:pt x="1114" y="4132"/>
                    <a:pt x="1281" y="4099"/>
                    <a:pt x="1481" y="4065"/>
                  </a:cubicBezTo>
                  <a:cubicBezTo>
                    <a:pt x="2182" y="3799"/>
                    <a:pt x="3282" y="3365"/>
                    <a:pt x="4116" y="2398"/>
                  </a:cubicBezTo>
                  <a:cubicBezTo>
                    <a:pt x="4250" y="2264"/>
                    <a:pt x="4316" y="2131"/>
                    <a:pt x="4416" y="2031"/>
                  </a:cubicBezTo>
                  <a:cubicBezTo>
                    <a:pt x="4483" y="1897"/>
                    <a:pt x="4617" y="1730"/>
                    <a:pt x="4683" y="1597"/>
                  </a:cubicBezTo>
                  <a:lnTo>
                    <a:pt x="4817" y="1397"/>
                  </a:lnTo>
                  <a:lnTo>
                    <a:pt x="4850" y="1364"/>
                  </a:lnTo>
                  <a:lnTo>
                    <a:pt x="4917" y="1297"/>
                  </a:lnTo>
                  <a:lnTo>
                    <a:pt x="4950" y="1364"/>
                  </a:lnTo>
                  <a:lnTo>
                    <a:pt x="4984" y="1397"/>
                  </a:lnTo>
                  <a:cubicBezTo>
                    <a:pt x="5084" y="1430"/>
                    <a:pt x="5117" y="1530"/>
                    <a:pt x="5184" y="1564"/>
                  </a:cubicBezTo>
                  <a:lnTo>
                    <a:pt x="5617" y="1864"/>
                  </a:lnTo>
                  <a:cubicBezTo>
                    <a:pt x="5918" y="2031"/>
                    <a:pt x="6184" y="2231"/>
                    <a:pt x="6518" y="2364"/>
                  </a:cubicBezTo>
                  <a:cubicBezTo>
                    <a:pt x="7371" y="2748"/>
                    <a:pt x="8278" y="2914"/>
                    <a:pt x="9135" y="2914"/>
                  </a:cubicBezTo>
                  <a:cubicBezTo>
                    <a:pt x="9619" y="2914"/>
                    <a:pt x="10087" y="2861"/>
                    <a:pt x="10521" y="2765"/>
                  </a:cubicBezTo>
                  <a:cubicBezTo>
                    <a:pt x="11121" y="2598"/>
                    <a:pt x="11788" y="2398"/>
                    <a:pt x="12355" y="2064"/>
                  </a:cubicBezTo>
                  <a:cubicBezTo>
                    <a:pt x="12522" y="1964"/>
                    <a:pt x="12656" y="1864"/>
                    <a:pt x="12822" y="1764"/>
                  </a:cubicBezTo>
                  <a:cubicBezTo>
                    <a:pt x="12956" y="1630"/>
                    <a:pt x="13123" y="1564"/>
                    <a:pt x="13256" y="1430"/>
                  </a:cubicBezTo>
                  <a:cubicBezTo>
                    <a:pt x="13423" y="1364"/>
                    <a:pt x="13523" y="1230"/>
                    <a:pt x="13656" y="1097"/>
                  </a:cubicBezTo>
                  <a:lnTo>
                    <a:pt x="13690" y="1063"/>
                  </a:lnTo>
                  <a:lnTo>
                    <a:pt x="13790" y="1197"/>
                  </a:lnTo>
                  <a:lnTo>
                    <a:pt x="14123" y="1564"/>
                  </a:lnTo>
                  <a:lnTo>
                    <a:pt x="14490" y="1931"/>
                  </a:lnTo>
                  <a:cubicBezTo>
                    <a:pt x="14624" y="2064"/>
                    <a:pt x="14791" y="2131"/>
                    <a:pt x="14924" y="2264"/>
                  </a:cubicBezTo>
                  <a:cubicBezTo>
                    <a:pt x="15491" y="2631"/>
                    <a:pt x="16125" y="2898"/>
                    <a:pt x="16759" y="3065"/>
                  </a:cubicBezTo>
                  <a:cubicBezTo>
                    <a:pt x="17387" y="3222"/>
                    <a:pt x="17997" y="3269"/>
                    <a:pt x="18541" y="3269"/>
                  </a:cubicBezTo>
                  <a:cubicBezTo>
                    <a:pt x="19037" y="3269"/>
                    <a:pt x="19478" y="3230"/>
                    <a:pt x="19827" y="3198"/>
                  </a:cubicBezTo>
                  <a:cubicBezTo>
                    <a:pt x="20595" y="3098"/>
                    <a:pt x="21028" y="3031"/>
                    <a:pt x="21028" y="3031"/>
                  </a:cubicBezTo>
                  <a:cubicBezTo>
                    <a:pt x="21295" y="2965"/>
                    <a:pt x="21195" y="2698"/>
                    <a:pt x="20995" y="2598"/>
                  </a:cubicBezTo>
                  <a:cubicBezTo>
                    <a:pt x="20995" y="2598"/>
                    <a:pt x="20528" y="2698"/>
                    <a:pt x="19794" y="2731"/>
                  </a:cubicBezTo>
                  <a:cubicBezTo>
                    <a:pt x="19602" y="2740"/>
                    <a:pt x="19394" y="2746"/>
                    <a:pt x="19171" y="2746"/>
                  </a:cubicBezTo>
                  <a:cubicBezTo>
                    <a:pt x="18504" y="2746"/>
                    <a:pt x="17709" y="2689"/>
                    <a:pt x="16859" y="2464"/>
                  </a:cubicBezTo>
                  <a:cubicBezTo>
                    <a:pt x="16292" y="2364"/>
                    <a:pt x="15758" y="2097"/>
                    <a:pt x="15258" y="1730"/>
                  </a:cubicBezTo>
                  <a:cubicBezTo>
                    <a:pt x="15124" y="1630"/>
                    <a:pt x="14991" y="1530"/>
                    <a:pt x="14857" y="1430"/>
                  </a:cubicBezTo>
                  <a:lnTo>
                    <a:pt x="14524" y="1097"/>
                  </a:lnTo>
                  <a:cubicBezTo>
                    <a:pt x="14424" y="963"/>
                    <a:pt x="14324" y="897"/>
                    <a:pt x="14190" y="730"/>
                  </a:cubicBezTo>
                  <a:lnTo>
                    <a:pt x="13690" y="63"/>
                  </a:lnTo>
                  <a:cubicBezTo>
                    <a:pt x="13690" y="40"/>
                    <a:pt x="13674" y="1"/>
                    <a:pt x="13664"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6" name="Google Shape;1196;p9"/>
            <p:cNvSpPr/>
            <p:nvPr/>
          </p:nvSpPr>
          <p:spPr>
            <a:xfrm>
              <a:off x="1403675" y="3873225"/>
              <a:ext cx="258550" cy="100075"/>
            </a:xfrm>
            <a:custGeom>
              <a:avLst/>
              <a:gdLst/>
              <a:ahLst/>
              <a:cxnLst/>
              <a:rect l="l" t="t" r="r" b="b"/>
              <a:pathLst>
                <a:path w="10342" h="4003" extrusionOk="0">
                  <a:moveTo>
                    <a:pt x="5338" y="0"/>
                  </a:moveTo>
                  <a:lnTo>
                    <a:pt x="5304" y="33"/>
                  </a:lnTo>
                  <a:lnTo>
                    <a:pt x="5171" y="234"/>
                  </a:lnTo>
                  <a:cubicBezTo>
                    <a:pt x="5004" y="500"/>
                    <a:pt x="4904" y="734"/>
                    <a:pt x="4737" y="1034"/>
                  </a:cubicBezTo>
                  <a:cubicBezTo>
                    <a:pt x="4670" y="1134"/>
                    <a:pt x="4637" y="1168"/>
                    <a:pt x="4604" y="1234"/>
                  </a:cubicBezTo>
                  <a:lnTo>
                    <a:pt x="4470" y="1468"/>
                  </a:lnTo>
                  <a:cubicBezTo>
                    <a:pt x="4404" y="1635"/>
                    <a:pt x="4270" y="1735"/>
                    <a:pt x="4170" y="1868"/>
                  </a:cubicBezTo>
                  <a:cubicBezTo>
                    <a:pt x="4103" y="2002"/>
                    <a:pt x="3970" y="2135"/>
                    <a:pt x="3837" y="2235"/>
                  </a:cubicBezTo>
                  <a:cubicBezTo>
                    <a:pt x="3636" y="2502"/>
                    <a:pt x="3336" y="2669"/>
                    <a:pt x="3103" y="2869"/>
                  </a:cubicBezTo>
                  <a:cubicBezTo>
                    <a:pt x="2969" y="2969"/>
                    <a:pt x="2802" y="3002"/>
                    <a:pt x="2669" y="3069"/>
                  </a:cubicBezTo>
                  <a:cubicBezTo>
                    <a:pt x="2569" y="3136"/>
                    <a:pt x="2436" y="3202"/>
                    <a:pt x="2269" y="3236"/>
                  </a:cubicBezTo>
                  <a:cubicBezTo>
                    <a:pt x="1969" y="3336"/>
                    <a:pt x="1735" y="3469"/>
                    <a:pt x="1468" y="3469"/>
                  </a:cubicBezTo>
                  <a:cubicBezTo>
                    <a:pt x="1235" y="3503"/>
                    <a:pt x="1001" y="3536"/>
                    <a:pt x="801" y="3536"/>
                  </a:cubicBezTo>
                  <a:lnTo>
                    <a:pt x="167" y="3536"/>
                  </a:lnTo>
                  <a:cubicBezTo>
                    <a:pt x="67" y="3536"/>
                    <a:pt x="0" y="3903"/>
                    <a:pt x="134" y="3903"/>
                  </a:cubicBezTo>
                  <a:cubicBezTo>
                    <a:pt x="134" y="3903"/>
                    <a:pt x="401" y="3903"/>
                    <a:pt x="801" y="3970"/>
                  </a:cubicBezTo>
                  <a:cubicBezTo>
                    <a:pt x="1001" y="3970"/>
                    <a:pt x="1268" y="3903"/>
                    <a:pt x="1568" y="3903"/>
                  </a:cubicBezTo>
                  <a:cubicBezTo>
                    <a:pt x="1835" y="3903"/>
                    <a:pt x="2135" y="3836"/>
                    <a:pt x="2469" y="3736"/>
                  </a:cubicBezTo>
                  <a:cubicBezTo>
                    <a:pt x="2636" y="3736"/>
                    <a:pt x="2802" y="3669"/>
                    <a:pt x="2969" y="3569"/>
                  </a:cubicBezTo>
                  <a:lnTo>
                    <a:pt x="3470" y="3336"/>
                  </a:lnTo>
                  <a:cubicBezTo>
                    <a:pt x="3770" y="3136"/>
                    <a:pt x="4103" y="2969"/>
                    <a:pt x="4337" y="2669"/>
                  </a:cubicBezTo>
                  <a:cubicBezTo>
                    <a:pt x="4470" y="2502"/>
                    <a:pt x="4604" y="2368"/>
                    <a:pt x="4737" y="2235"/>
                  </a:cubicBezTo>
                  <a:cubicBezTo>
                    <a:pt x="4837" y="2135"/>
                    <a:pt x="4937" y="1968"/>
                    <a:pt x="5071" y="1835"/>
                  </a:cubicBezTo>
                  <a:lnTo>
                    <a:pt x="5238" y="1635"/>
                  </a:lnTo>
                  <a:cubicBezTo>
                    <a:pt x="5271" y="1568"/>
                    <a:pt x="5304" y="1501"/>
                    <a:pt x="5338" y="1401"/>
                  </a:cubicBezTo>
                  <a:lnTo>
                    <a:pt x="5338" y="1368"/>
                  </a:lnTo>
                  <a:lnTo>
                    <a:pt x="5471" y="1568"/>
                  </a:lnTo>
                  <a:cubicBezTo>
                    <a:pt x="5671" y="1868"/>
                    <a:pt x="5938" y="2168"/>
                    <a:pt x="6172" y="2402"/>
                  </a:cubicBezTo>
                  <a:cubicBezTo>
                    <a:pt x="6672" y="2969"/>
                    <a:pt x="7306" y="3403"/>
                    <a:pt x="7939" y="3669"/>
                  </a:cubicBezTo>
                  <a:cubicBezTo>
                    <a:pt x="8573" y="3903"/>
                    <a:pt x="9140" y="4003"/>
                    <a:pt x="9574" y="4003"/>
                  </a:cubicBezTo>
                  <a:cubicBezTo>
                    <a:pt x="9774" y="4003"/>
                    <a:pt x="9941" y="3970"/>
                    <a:pt x="10074" y="3970"/>
                  </a:cubicBezTo>
                  <a:cubicBezTo>
                    <a:pt x="10174" y="3903"/>
                    <a:pt x="10241" y="3903"/>
                    <a:pt x="10241" y="3903"/>
                  </a:cubicBezTo>
                  <a:cubicBezTo>
                    <a:pt x="10341" y="3870"/>
                    <a:pt x="10308" y="3569"/>
                    <a:pt x="10241" y="3569"/>
                  </a:cubicBezTo>
                  <a:lnTo>
                    <a:pt x="10074" y="3569"/>
                  </a:lnTo>
                  <a:cubicBezTo>
                    <a:pt x="10030" y="3592"/>
                    <a:pt x="9985" y="3599"/>
                    <a:pt x="9938" y="3599"/>
                  </a:cubicBezTo>
                  <a:cubicBezTo>
                    <a:pt x="9845" y="3599"/>
                    <a:pt x="9741" y="3569"/>
                    <a:pt x="9607" y="3569"/>
                  </a:cubicBezTo>
                  <a:cubicBezTo>
                    <a:pt x="9240" y="3536"/>
                    <a:pt x="8740" y="3403"/>
                    <a:pt x="8173" y="3169"/>
                  </a:cubicBezTo>
                  <a:cubicBezTo>
                    <a:pt x="7639" y="2869"/>
                    <a:pt x="7139" y="2469"/>
                    <a:pt x="6672" y="1968"/>
                  </a:cubicBezTo>
                  <a:cubicBezTo>
                    <a:pt x="6438" y="1701"/>
                    <a:pt x="6272" y="1401"/>
                    <a:pt x="6071" y="1168"/>
                  </a:cubicBezTo>
                  <a:cubicBezTo>
                    <a:pt x="5971" y="1068"/>
                    <a:pt x="5938" y="1001"/>
                    <a:pt x="5905" y="901"/>
                  </a:cubicBezTo>
                  <a:cubicBezTo>
                    <a:pt x="5805" y="801"/>
                    <a:pt x="5738" y="634"/>
                    <a:pt x="5638" y="500"/>
                  </a:cubicBezTo>
                  <a:cubicBezTo>
                    <a:pt x="5571" y="367"/>
                    <a:pt x="5471" y="200"/>
                    <a:pt x="5404" y="67"/>
                  </a:cubicBezTo>
                  <a:lnTo>
                    <a:pt x="5338" y="0"/>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7" name="Google Shape;1197;p9"/>
            <p:cNvSpPr/>
            <p:nvPr/>
          </p:nvSpPr>
          <p:spPr>
            <a:xfrm>
              <a:off x="2510300" y="4001650"/>
              <a:ext cx="261050" cy="73400"/>
            </a:xfrm>
            <a:custGeom>
              <a:avLst/>
              <a:gdLst/>
              <a:ahLst/>
              <a:cxnLst/>
              <a:rect l="l" t="t" r="r" b="b"/>
              <a:pathLst>
                <a:path w="10442" h="2936" extrusionOk="0">
                  <a:moveTo>
                    <a:pt x="5338" y="0"/>
                  </a:moveTo>
                  <a:lnTo>
                    <a:pt x="5204" y="167"/>
                  </a:lnTo>
                  <a:cubicBezTo>
                    <a:pt x="5071" y="334"/>
                    <a:pt x="4904" y="500"/>
                    <a:pt x="4737" y="667"/>
                  </a:cubicBezTo>
                  <a:lnTo>
                    <a:pt x="4604" y="834"/>
                  </a:lnTo>
                  <a:lnTo>
                    <a:pt x="4437" y="934"/>
                  </a:lnTo>
                  <a:cubicBezTo>
                    <a:pt x="4337" y="1034"/>
                    <a:pt x="4237" y="1168"/>
                    <a:pt x="4103" y="1234"/>
                  </a:cubicBezTo>
                  <a:lnTo>
                    <a:pt x="3736" y="1501"/>
                  </a:lnTo>
                  <a:lnTo>
                    <a:pt x="3536" y="1601"/>
                  </a:lnTo>
                  <a:lnTo>
                    <a:pt x="3336" y="1701"/>
                  </a:lnTo>
                  <a:cubicBezTo>
                    <a:pt x="3169" y="1768"/>
                    <a:pt x="3036" y="1868"/>
                    <a:pt x="2902" y="1901"/>
                  </a:cubicBezTo>
                  <a:cubicBezTo>
                    <a:pt x="2602" y="2002"/>
                    <a:pt x="2369" y="2102"/>
                    <a:pt x="2069" y="2168"/>
                  </a:cubicBezTo>
                  <a:cubicBezTo>
                    <a:pt x="1535" y="2268"/>
                    <a:pt x="1034" y="2368"/>
                    <a:pt x="701" y="2435"/>
                  </a:cubicBezTo>
                  <a:cubicBezTo>
                    <a:pt x="334" y="2502"/>
                    <a:pt x="100" y="2535"/>
                    <a:pt x="100" y="2535"/>
                  </a:cubicBezTo>
                  <a:cubicBezTo>
                    <a:pt x="0" y="2569"/>
                    <a:pt x="34" y="2902"/>
                    <a:pt x="167" y="2902"/>
                  </a:cubicBezTo>
                  <a:cubicBezTo>
                    <a:pt x="167" y="2902"/>
                    <a:pt x="367" y="2902"/>
                    <a:pt x="734" y="2869"/>
                  </a:cubicBezTo>
                  <a:cubicBezTo>
                    <a:pt x="1101" y="2802"/>
                    <a:pt x="1602" y="2769"/>
                    <a:pt x="2202" y="2669"/>
                  </a:cubicBezTo>
                  <a:cubicBezTo>
                    <a:pt x="2502" y="2602"/>
                    <a:pt x="2769" y="2535"/>
                    <a:pt x="3103" y="2435"/>
                  </a:cubicBezTo>
                  <a:cubicBezTo>
                    <a:pt x="3269" y="2402"/>
                    <a:pt x="3403" y="2335"/>
                    <a:pt x="3570" y="2268"/>
                  </a:cubicBezTo>
                  <a:lnTo>
                    <a:pt x="3836" y="2202"/>
                  </a:lnTo>
                  <a:lnTo>
                    <a:pt x="4037" y="2068"/>
                  </a:lnTo>
                  <a:cubicBezTo>
                    <a:pt x="4203" y="1968"/>
                    <a:pt x="4370" y="1901"/>
                    <a:pt x="4504" y="1835"/>
                  </a:cubicBezTo>
                  <a:cubicBezTo>
                    <a:pt x="4670" y="1735"/>
                    <a:pt x="4770" y="1601"/>
                    <a:pt x="4904" y="1535"/>
                  </a:cubicBezTo>
                  <a:lnTo>
                    <a:pt x="5104" y="1368"/>
                  </a:lnTo>
                  <a:lnTo>
                    <a:pt x="5271" y="1201"/>
                  </a:lnTo>
                  <a:lnTo>
                    <a:pt x="5371" y="1101"/>
                  </a:lnTo>
                  <a:lnTo>
                    <a:pt x="5404" y="1068"/>
                  </a:lnTo>
                  <a:lnTo>
                    <a:pt x="5704" y="1368"/>
                  </a:lnTo>
                  <a:cubicBezTo>
                    <a:pt x="5838" y="1501"/>
                    <a:pt x="5938" y="1568"/>
                    <a:pt x="6071" y="1701"/>
                  </a:cubicBezTo>
                  <a:cubicBezTo>
                    <a:pt x="6205" y="1768"/>
                    <a:pt x="6305" y="1901"/>
                    <a:pt x="6472" y="2002"/>
                  </a:cubicBezTo>
                  <a:cubicBezTo>
                    <a:pt x="7072" y="2402"/>
                    <a:pt x="7706" y="2602"/>
                    <a:pt x="8273" y="2769"/>
                  </a:cubicBezTo>
                  <a:cubicBezTo>
                    <a:pt x="8573" y="2835"/>
                    <a:pt x="8873" y="2869"/>
                    <a:pt x="9107" y="2902"/>
                  </a:cubicBezTo>
                  <a:cubicBezTo>
                    <a:pt x="9374" y="2902"/>
                    <a:pt x="9607" y="2936"/>
                    <a:pt x="9774" y="2936"/>
                  </a:cubicBezTo>
                  <a:lnTo>
                    <a:pt x="10374" y="2936"/>
                  </a:lnTo>
                  <a:cubicBezTo>
                    <a:pt x="10441" y="2936"/>
                    <a:pt x="10441" y="2602"/>
                    <a:pt x="10241" y="2535"/>
                  </a:cubicBezTo>
                  <a:cubicBezTo>
                    <a:pt x="10241" y="2535"/>
                    <a:pt x="10041" y="2535"/>
                    <a:pt x="9707" y="2502"/>
                  </a:cubicBezTo>
                  <a:cubicBezTo>
                    <a:pt x="9507" y="2502"/>
                    <a:pt x="9340" y="2435"/>
                    <a:pt x="9074" y="2402"/>
                  </a:cubicBezTo>
                  <a:cubicBezTo>
                    <a:pt x="8840" y="2368"/>
                    <a:pt x="8573" y="2268"/>
                    <a:pt x="8340" y="2202"/>
                  </a:cubicBezTo>
                  <a:cubicBezTo>
                    <a:pt x="7839" y="2035"/>
                    <a:pt x="7239" y="1768"/>
                    <a:pt x="6772" y="1401"/>
                  </a:cubicBezTo>
                  <a:cubicBezTo>
                    <a:pt x="6672" y="1334"/>
                    <a:pt x="6572" y="1201"/>
                    <a:pt x="6438" y="1101"/>
                  </a:cubicBezTo>
                  <a:cubicBezTo>
                    <a:pt x="6338" y="1034"/>
                    <a:pt x="6238" y="901"/>
                    <a:pt x="6105" y="834"/>
                  </a:cubicBezTo>
                  <a:cubicBezTo>
                    <a:pt x="6005" y="701"/>
                    <a:pt x="5905" y="567"/>
                    <a:pt x="5771" y="434"/>
                  </a:cubicBezTo>
                  <a:cubicBezTo>
                    <a:pt x="5704" y="334"/>
                    <a:pt x="5571" y="234"/>
                    <a:pt x="5504" y="100"/>
                  </a:cubicBezTo>
                  <a:cubicBezTo>
                    <a:pt x="5404" y="67"/>
                    <a:pt x="5371" y="33"/>
                    <a:pt x="5338"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8" name="Google Shape;1198;p9"/>
            <p:cNvSpPr/>
            <p:nvPr/>
          </p:nvSpPr>
          <p:spPr>
            <a:xfrm>
              <a:off x="1274600" y="4963150"/>
              <a:ext cx="281525" cy="119300"/>
            </a:xfrm>
            <a:custGeom>
              <a:avLst/>
              <a:gdLst/>
              <a:ahLst/>
              <a:cxnLst/>
              <a:rect l="l" t="t" r="r" b="b"/>
              <a:pathLst>
                <a:path w="11261" h="4772" extrusionOk="0">
                  <a:moveTo>
                    <a:pt x="6931" y="1"/>
                  </a:moveTo>
                  <a:lnTo>
                    <a:pt x="6898" y="34"/>
                  </a:lnTo>
                  <a:lnTo>
                    <a:pt x="6798" y="168"/>
                  </a:lnTo>
                  <a:cubicBezTo>
                    <a:pt x="6731" y="335"/>
                    <a:pt x="6598" y="468"/>
                    <a:pt x="6498" y="635"/>
                  </a:cubicBezTo>
                  <a:cubicBezTo>
                    <a:pt x="6331" y="868"/>
                    <a:pt x="6064" y="1335"/>
                    <a:pt x="5997" y="1369"/>
                  </a:cubicBezTo>
                  <a:cubicBezTo>
                    <a:pt x="5630" y="1936"/>
                    <a:pt x="5130" y="2536"/>
                    <a:pt x="4563" y="3003"/>
                  </a:cubicBezTo>
                  <a:cubicBezTo>
                    <a:pt x="3963" y="3470"/>
                    <a:pt x="3295" y="3837"/>
                    <a:pt x="2628" y="3970"/>
                  </a:cubicBezTo>
                  <a:cubicBezTo>
                    <a:pt x="2370" y="4035"/>
                    <a:pt x="2126" y="4060"/>
                    <a:pt x="1900" y="4060"/>
                  </a:cubicBezTo>
                  <a:cubicBezTo>
                    <a:pt x="1542" y="4060"/>
                    <a:pt x="1226" y="3998"/>
                    <a:pt x="960" y="3937"/>
                  </a:cubicBezTo>
                  <a:cubicBezTo>
                    <a:pt x="760" y="3870"/>
                    <a:pt x="594" y="3804"/>
                    <a:pt x="460" y="3770"/>
                  </a:cubicBezTo>
                  <a:cubicBezTo>
                    <a:pt x="327" y="3704"/>
                    <a:pt x="293" y="3670"/>
                    <a:pt x="293" y="3670"/>
                  </a:cubicBezTo>
                  <a:cubicBezTo>
                    <a:pt x="286" y="3669"/>
                    <a:pt x="279" y="3668"/>
                    <a:pt x="272" y="3668"/>
                  </a:cubicBezTo>
                  <a:cubicBezTo>
                    <a:pt x="143" y="3668"/>
                    <a:pt x="0" y="3941"/>
                    <a:pt x="127" y="4004"/>
                  </a:cubicBezTo>
                  <a:cubicBezTo>
                    <a:pt x="127" y="4004"/>
                    <a:pt x="160" y="4037"/>
                    <a:pt x="293" y="4104"/>
                  </a:cubicBezTo>
                  <a:cubicBezTo>
                    <a:pt x="393" y="4137"/>
                    <a:pt x="594" y="4204"/>
                    <a:pt x="794" y="4304"/>
                  </a:cubicBezTo>
                  <a:cubicBezTo>
                    <a:pt x="1103" y="4423"/>
                    <a:pt x="1549" y="4525"/>
                    <a:pt x="2046" y="4525"/>
                  </a:cubicBezTo>
                  <a:cubicBezTo>
                    <a:pt x="2245" y="4525"/>
                    <a:pt x="2452" y="4509"/>
                    <a:pt x="2662" y="4471"/>
                  </a:cubicBezTo>
                  <a:cubicBezTo>
                    <a:pt x="3462" y="4337"/>
                    <a:pt x="4263" y="3970"/>
                    <a:pt x="4930" y="3470"/>
                  </a:cubicBezTo>
                  <a:cubicBezTo>
                    <a:pt x="5597" y="2970"/>
                    <a:pt x="6131" y="2303"/>
                    <a:pt x="6564" y="1702"/>
                  </a:cubicBezTo>
                  <a:cubicBezTo>
                    <a:pt x="6613" y="1590"/>
                    <a:pt x="6630" y="1562"/>
                    <a:pt x="6635" y="1557"/>
                  </a:cubicBezTo>
                  <a:lnTo>
                    <a:pt x="6635" y="1557"/>
                  </a:lnTo>
                  <a:cubicBezTo>
                    <a:pt x="6635" y="1557"/>
                    <a:pt x="6635" y="1557"/>
                    <a:pt x="6635" y="1557"/>
                  </a:cubicBezTo>
                  <a:cubicBezTo>
                    <a:pt x="6636" y="1557"/>
                    <a:pt x="6637" y="1556"/>
                    <a:pt x="6636" y="1556"/>
                  </a:cubicBezTo>
                  <a:cubicBezTo>
                    <a:pt x="6636" y="1556"/>
                    <a:pt x="6636" y="1556"/>
                    <a:pt x="6635" y="1557"/>
                  </a:cubicBezTo>
                  <a:lnTo>
                    <a:pt x="6635" y="1557"/>
                  </a:lnTo>
                  <a:cubicBezTo>
                    <a:pt x="6633" y="1556"/>
                    <a:pt x="6631" y="1552"/>
                    <a:pt x="6631" y="1535"/>
                  </a:cubicBezTo>
                  <a:lnTo>
                    <a:pt x="6631" y="1535"/>
                  </a:lnTo>
                  <a:lnTo>
                    <a:pt x="6665" y="1602"/>
                  </a:lnTo>
                  <a:lnTo>
                    <a:pt x="6931" y="2102"/>
                  </a:lnTo>
                  <a:cubicBezTo>
                    <a:pt x="7332" y="2836"/>
                    <a:pt x="7932" y="3503"/>
                    <a:pt x="8599" y="3904"/>
                  </a:cubicBezTo>
                  <a:cubicBezTo>
                    <a:pt x="8666" y="3970"/>
                    <a:pt x="8766" y="4004"/>
                    <a:pt x="8833" y="4037"/>
                  </a:cubicBezTo>
                  <a:lnTo>
                    <a:pt x="9100" y="4171"/>
                  </a:lnTo>
                  <a:cubicBezTo>
                    <a:pt x="9266" y="4271"/>
                    <a:pt x="9433" y="4304"/>
                    <a:pt x="9567" y="4371"/>
                  </a:cubicBezTo>
                  <a:cubicBezTo>
                    <a:pt x="9833" y="4471"/>
                    <a:pt x="10134" y="4571"/>
                    <a:pt x="10334" y="4638"/>
                  </a:cubicBezTo>
                  <a:cubicBezTo>
                    <a:pt x="10801" y="4738"/>
                    <a:pt x="11101" y="4771"/>
                    <a:pt x="11101" y="4771"/>
                  </a:cubicBezTo>
                  <a:cubicBezTo>
                    <a:pt x="11221" y="4771"/>
                    <a:pt x="11260" y="4528"/>
                    <a:pt x="11194" y="4528"/>
                  </a:cubicBezTo>
                  <a:cubicBezTo>
                    <a:pt x="11186" y="4528"/>
                    <a:pt x="11178" y="4531"/>
                    <a:pt x="11168" y="4538"/>
                  </a:cubicBezTo>
                  <a:cubicBezTo>
                    <a:pt x="11168" y="4538"/>
                    <a:pt x="10934" y="4471"/>
                    <a:pt x="10501" y="4371"/>
                  </a:cubicBezTo>
                  <a:cubicBezTo>
                    <a:pt x="10300" y="4304"/>
                    <a:pt x="10100" y="4204"/>
                    <a:pt x="9800" y="4104"/>
                  </a:cubicBezTo>
                  <a:cubicBezTo>
                    <a:pt x="9633" y="4037"/>
                    <a:pt x="9500" y="3970"/>
                    <a:pt x="9400" y="3870"/>
                  </a:cubicBezTo>
                  <a:cubicBezTo>
                    <a:pt x="9300" y="3837"/>
                    <a:pt x="9266" y="3804"/>
                    <a:pt x="9166" y="3770"/>
                  </a:cubicBezTo>
                  <a:cubicBezTo>
                    <a:pt x="9100" y="3704"/>
                    <a:pt x="9066" y="3637"/>
                    <a:pt x="8966" y="3604"/>
                  </a:cubicBezTo>
                  <a:cubicBezTo>
                    <a:pt x="8432" y="3203"/>
                    <a:pt x="7932" y="2603"/>
                    <a:pt x="7599" y="1936"/>
                  </a:cubicBezTo>
                  <a:lnTo>
                    <a:pt x="7465" y="1669"/>
                  </a:lnTo>
                  <a:lnTo>
                    <a:pt x="7432" y="1535"/>
                  </a:lnTo>
                  <a:lnTo>
                    <a:pt x="7398" y="1469"/>
                  </a:lnTo>
                  <a:lnTo>
                    <a:pt x="7332" y="1335"/>
                  </a:lnTo>
                  <a:cubicBezTo>
                    <a:pt x="7232" y="1002"/>
                    <a:pt x="7132" y="635"/>
                    <a:pt x="6998" y="301"/>
                  </a:cubicBezTo>
                  <a:lnTo>
                    <a:pt x="6931" y="34"/>
                  </a:lnTo>
                  <a:lnTo>
                    <a:pt x="6931" y="1"/>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9" name="Google Shape;1199;p9"/>
            <p:cNvSpPr/>
            <p:nvPr/>
          </p:nvSpPr>
          <p:spPr>
            <a:xfrm>
              <a:off x="1108025" y="172175"/>
              <a:ext cx="378225" cy="982625"/>
            </a:xfrm>
            <a:custGeom>
              <a:avLst/>
              <a:gdLst/>
              <a:ahLst/>
              <a:cxnLst/>
              <a:rect l="l" t="t" r="r" b="b"/>
              <a:pathLst>
                <a:path w="15129" h="39305" extrusionOk="0">
                  <a:moveTo>
                    <a:pt x="9530" y="1"/>
                  </a:moveTo>
                  <a:cubicBezTo>
                    <a:pt x="9054" y="1"/>
                    <a:pt x="9018" y="375"/>
                    <a:pt x="9658" y="503"/>
                  </a:cubicBezTo>
                  <a:cubicBezTo>
                    <a:pt x="9658" y="503"/>
                    <a:pt x="9925" y="570"/>
                    <a:pt x="10325" y="637"/>
                  </a:cubicBezTo>
                  <a:cubicBezTo>
                    <a:pt x="10759" y="737"/>
                    <a:pt x="11359" y="837"/>
                    <a:pt x="12127" y="1137"/>
                  </a:cubicBezTo>
                  <a:cubicBezTo>
                    <a:pt x="12827" y="1437"/>
                    <a:pt x="13694" y="1904"/>
                    <a:pt x="14195" y="2771"/>
                  </a:cubicBezTo>
                  <a:cubicBezTo>
                    <a:pt x="14462" y="3172"/>
                    <a:pt x="14595" y="3739"/>
                    <a:pt x="14495" y="4239"/>
                  </a:cubicBezTo>
                  <a:cubicBezTo>
                    <a:pt x="14462" y="4773"/>
                    <a:pt x="14128" y="5240"/>
                    <a:pt x="13761" y="5740"/>
                  </a:cubicBezTo>
                  <a:cubicBezTo>
                    <a:pt x="13328" y="6241"/>
                    <a:pt x="12827" y="6674"/>
                    <a:pt x="12427" y="7275"/>
                  </a:cubicBezTo>
                  <a:cubicBezTo>
                    <a:pt x="11960" y="7842"/>
                    <a:pt x="11593" y="8576"/>
                    <a:pt x="11493" y="9343"/>
                  </a:cubicBezTo>
                  <a:cubicBezTo>
                    <a:pt x="11359" y="10143"/>
                    <a:pt x="11526" y="10977"/>
                    <a:pt x="11927" y="11678"/>
                  </a:cubicBezTo>
                  <a:cubicBezTo>
                    <a:pt x="12260" y="12412"/>
                    <a:pt x="12760" y="12979"/>
                    <a:pt x="13127" y="13579"/>
                  </a:cubicBezTo>
                  <a:cubicBezTo>
                    <a:pt x="13494" y="14146"/>
                    <a:pt x="13761" y="14747"/>
                    <a:pt x="13795" y="15347"/>
                  </a:cubicBezTo>
                  <a:cubicBezTo>
                    <a:pt x="13828" y="15981"/>
                    <a:pt x="13661" y="16648"/>
                    <a:pt x="13361" y="17182"/>
                  </a:cubicBezTo>
                  <a:cubicBezTo>
                    <a:pt x="13094" y="17782"/>
                    <a:pt x="12660" y="18182"/>
                    <a:pt x="12160" y="18683"/>
                  </a:cubicBezTo>
                  <a:cubicBezTo>
                    <a:pt x="11660" y="19150"/>
                    <a:pt x="11159" y="19784"/>
                    <a:pt x="10959" y="20484"/>
                  </a:cubicBezTo>
                  <a:cubicBezTo>
                    <a:pt x="10926" y="20651"/>
                    <a:pt x="10892" y="20851"/>
                    <a:pt x="10826" y="21018"/>
                  </a:cubicBezTo>
                  <a:cubicBezTo>
                    <a:pt x="10759" y="21185"/>
                    <a:pt x="10759" y="21418"/>
                    <a:pt x="10759" y="21585"/>
                  </a:cubicBezTo>
                  <a:lnTo>
                    <a:pt x="10759" y="22119"/>
                  </a:lnTo>
                  <a:lnTo>
                    <a:pt x="10759" y="22352"/>
                  </a:lnTo>
                  <a:lnTo>
                    <a:pt x="10759" y="22519"/>
                  </a:lnTo>
                  <a:lnTo>
                    <a:pt x="10792" y="22652"/>
                  </a:lnTo>
                  <a:cubicBezTo>
                    <a:pt x="10926" y="23353"/>
                    <a:pt x="11226" y="24087"/>
                    <a:pt x="11593" y="24687"/>
                  </a:cubicBezTo>
                  <a:cubicBezTo>
                    <a:pt x="11927" y="25321"/>
                    <a:pt x="12394" y="25921"/>
                    <a:pt x="12460" y="26455"/>
                  </a:cubicBezTo>
                  <a:cubicBezTo>
                    <a:pt x="12560" y="26989"/>
                    <a:pt x="12293" y="27589"/>
                    <a:pt x="11927" y="28156"/>
                  </a:cubicBezTo>
                  <a:cubicBezTo>
                    <a:pt x="11493" y="28757"/>
                    <a:pt x="11093" y="29290"/>
                    <a:pt x="10526" y="29691"/>
                  </a:cubicBezTo>
                  <a:cubicBezTo>
                    <a:pt x="10059" y="30158"/>
                    <a:pt x="9425" y="30525"/>
                    <a:pt x="8824" y="30992"/>
                  </a:cubicBezTo>
                  <a:cubicBezTo>
                    <a:pt x="8557" y="31192"/>
                    <a:pt x="8257" y="31525"/>
                    <a:pt x="7990" y="31792"/>
                  </a:cubicBezTo>
                  <a:cubicBezTo>
                    <a:pt x="7890" y="31959"/>
                    <a:pt x="7790" y="32092"/>
                    <a:pt x="7657" y="32259"/>
                  </a:cubicBezTo>
                  <a:cubicBezTo>
                    <a:pt x="7623" y="32293"/>
                    <a:pt x="7523" y="32359"/>
                    <a:pt x="7490" y="32459"/>
                  </a:cubicBezTo>
                  <a:lnTo>
                    <a:pt x="7357" y="32693"/>
                  </a:lnTo>
                  <a:cubicBezTo>
                    <a:pt x="7190" y="33026"/>
                    <a:pt x="7056" y="33360"/>
                    <a:pt x="6923" y="33660"/>
                  </a:cubicBezTo>
                  <a:cubicBezTo>
                    <a:pt x="6790" y="33960"/>
                    <a:pt x="6656" y="34294"/>
                    <a:pt x="6556" y="34594"/>
                  </a:cubicBezTo>
                  <a:cubicBezTo>
                    <a:pt x="6056" y="35795"/>
                    <a:pt x="5622" y="36929"/>
                    <a:pt x="4988" y="37763"/>
                  </a:cubicBezTo>
                  <a:cubicBezTo>
                    <a:pt x="4688" y="38130"/>
                    <a:pt x="4321" y="38464"/>
                    <a:pt x="3954" y="38630"/>
                  </a:cubicBezTo>
                  <a:cubicBezTo>
                    <a:pt x="3679" y="38757"/>
                    <a:pt x="3431" y="38804"/>
                    <a:pt x="3193" y="38804"/>
                  </a:cubicBezTo>
                  <a:cubicBezTo>
                    <a:pt x="3055" y="38804"/>
                    <a:pt x="2921" y="38788"/>
                    <a:pt x="2787" y="38764"/>
                  </a:cubicBezTo>
                  <a:cubicBezTo>
                    <a:pt x="2019" y="38630"/>
                    <a:pt x="1486" y="38264"/>
                    <a:pt x="1119" y="38030"/>
                  </a:cubicBezTo>
                  <a:cubicBezTo>
                    <a:pt x="952" y="37930"/>
                    <a:pt x="785" y="37830"/>
                    <a:pt x="685" y="37730"/>
                  </a:cubicBezTo>
                  <a:lnTo>
                    <a:pt x="585" y="37630"/>
                  </a:lnTo>
                  <a:cubicBezTo>
                    <a:pt x="459" y="37533"/>
                    <a:pt x="348" y="37492"/>
                    <a:pt x="262" y="37492"/>
                  </a:cubicBezTo>
                  <a:cubicBezTo>
                    <a:pt x="53" y="37492"/>
                    <a:pt x="1" y="37736"/>
                    <a:pt x="285" y="37997"/>
                  </a:cubicBezTo>
                  <a:lnTo>
                    <a:pt x="418" y="38130"/>
                  </a:lnTo>
                  <a:cubicBezTo>
                    <a:pt x="485" y="38163"/>
                    <a:pt x="652" y="38297"/>
                    <a:pt x="819" y="38430"/>
                  </a:cubicBezTo>
                  <a:cubicBezTo>
                    <a:pt x="1186" y="38664"/>
                    <a:pt x="1786" y="39031"/>
                    <a:pt x="2653" y="39264"/>
                  </a:cubicBezTo>
                  <a:cubicBezTo>
                    <a:pt x="2824" y="39289"/>
                    <a:pt x="3004" y="39304"/>
                    <a:pt x="3188" y="39304"/>
                  </a:cubicBezTo>
                  <a:cubicBezTo>
                    <a:pt x="3506" y="39304"/>
                    <a:pt x="3837" y="39258"/>
                    <a:pt x="4154" y="39131"/>
                  </a:cubicBezTo>
                  <a:cubicBezTo>
                    <a:pt x="4721" y="38964"/>
                    <a:pt x="5122" y="38530"/>
                    <a:pt x="5489" y="38097"/>
                  </a:cubicBezTo>
                  <a:cubicBezTo>
                    <a:pt x="6222" y="37163"/>
                    <a:pt x="6656" y="35995"/>
                    <a:pt x="7257" y="34794"/>
                  </a:cubicBezTo>
                  <a:cubicBezTo>
                    <a:pt x="7357" y="34494"/>
                    <a:pt x="7523" y="34194"/>
                    <a:pt x="7657" y="33927"/>
                  </a:cubicBezTo>
                  <a:cubicBezTo>
                    <a:pt x="7824" y="33627"/>
                    <a:pt x="7957" y="33327"/>
                    <a:pt x="8124" y="33026"/>
                  </a:cubicBezTo>
                  <a:lnTo>
                    <a:pt x="8257" y="32826"/>
                  </a:lnTo>
                  <a:cubicBezTo>
                    <a:pt x="8291" y="32760"/>
                    <a:pt x="8324" y="32693"/>
                    <a:pt x="8391" y="32626"/>
                  </a:cubicBezTo>
                  <a:lnTo>
                    <a:pt x="8658" y="32259"/>
                  </a:lnTo>
                  <a:cubicBezTo>
                    <a:pt x="8858" y="31992"/>
                    <a:pt x="9091" y="31792"/>
                    <a:pt x="9358" y="31592"/>
                  </a:cubicBezTo>
                  <a:cubicBezTo>
                    <a:pt x="9858" y="31158"/>
                    <a:pt x="10526" y="30825"/>
                    <a:pt x="11126" y="30324"/>
                  </a:cubicBezTo>
                  <a:cubicBezTo>
                    <a:pt x="11693" y="29824"/>
                    <a:pt x="12260" y="29257"/>
                    <a:pt x="12660" y="28623"/>
                  </a:cubicBezTo>
                  <a:cubicBezTo>
                    <a:pt x="12861" y="28323"/>
                    <a:pt x="13094" y="27956"/>
                    <a:pt x="13194" y="27589"/>
                  </a:cubicBezTo>
                  <a:cubicBezTo>
                    <a:pt x="13328" y="27189"/>
                    <a:pt x="13394" y="26689"/>
                    <a:pt x="13328" y="26288"/>
                  </a:cubicBezTo>
                  <a:cubicBezTo>
                    <a:pt x="13294" y="25855"/>
                    <a:pt x="13094" y="25488"/>
                    <a:pt x="12927" y="25154"/>
                  </a:cubicBezTo>
                  <a:cubicBezTo>
                    <a:pt x="12727" y="24854"/>
                    <a:pt x="12527" y="24520"/>
                    <a:pt x="12360" y="24253"/>
                  </a:cubicBezTo>
                  <a:cubicBezTo>
                    <a:pt x="12093" y="23653"/>
                    <a:pt x="11826" y="23086"/>
                    <a:pt x="11693" y="22452"/>
                  </a:cubicBezTo>
                  <a:lnTo>
                    <a:pt x="11660" y="22319"/>
                  </a:lnTo>
                  <a:lnTo>
                    <a:pt x="11660" y="22252"/>
                  </a:lnTo>
                  <a:lnTo>
                    <a:pt x="11660" y="21985"/>
                  </a:lnTo>
                  <a:lnTo>
                    <a:pt x="11660" y="21518"/>
                  </a:lnTo>
                  <a:cubicBezTo>
                    <a:pt x="11660" y="21418"/>
                    <a:pt x="11660" y="21218"/>
                    <a:pt x="11693" y="21118"/>
                  </a:cubicBezTo>
                  <a:cubicBezTo>
                    <a:pt x="11693" y="20951"/>
                    <a:pt x="11760" y="20818"/>
                    <a:pt x="11793" y="20684"/>
                  </a:cubicBezTo>
                  <a:cubicBezTo>
                    <a:pt x="11960" y="20184"/>
                    <a:pt x="12293" y="19750"/>
                    <a:pt x="12760" y="19283"/>
                  </a:cubicBezTo>
                  <a:cubicBezTo>
                    <a:pt x="13194" y="18816"/>
                    <a:pt x="13795" y="18283"/>
                    <a:pt x="14128" y="17549"/>
                  </a:cubicBezTo>
                  <a:cubicBezTo>
                    <a:pt x="14495" y="16848"/>
                    <a:pt x="14662" y="16114"/>
                    <a:pt x="14628" y="15280"/>
                  </a:cubicBezTo>
                  <a:cubicBezTo>
                    <a:pt x="14595" y="14446"/>
                    <a:pt x="14195" y="13679"/>
                    <a:pt x="13795" y="13045"/>
                  </a:cubicBezTo>
                  <a:cubicBezTo>
                    <a:pt x="13361" y="12445"/>
                    <a:pt x="12861" y="11878"/>
                    <a:pt x="12594" y="11311"/>
                  </a:cubicBezTo>
                  <a:cubicBezTo>
                    <a:pt x="12260" y="10710"/>
                    <a:pt x="12127" y="10110"/>
                    <a:pt x="12227" y="9476"/>
                  </a:cubicBezTo>
                  <a:cubicBezTo>
                    <a:pt x="12260" y="8842"/>
                    <a:pt x="12560" y="8309"/>
                    <a:pt x="12927" y="7775"/>
                  </a:cubicBezTo>
                  <a:cubicBezTo>
                    <a:pt x="13294" y="7241"/>
                    <a:pt x="13761" y="6774"/>
                    <a:pt x="14161" y="6241"/>
                  </a:cubicBezTo>
                  <a:cubicBezTo>
                    <a:pt x="14595" y="5674"/>
                    <a:pt x="14962" y="5073"/>
                    <a:pt x="15062" y="4339"/>
                  </a:cubicBezTo>
                  <a:cubicBezTo>
                    <a:pt x="15129" y="3639"/>
                    <a:pt x="14962" y="2972"/>
                    <a:pt x="14628" y="2471"/>
                  </a:cubicBezTo>
                  <a:cubicBezTo>
                    <a:pt x="14328" y="1937"/>
                    <a:pt x="13895" y="1571"/>
                    <a:pt x="13461" y="1270"/>
                  </a:cubicBezTo>
                  <a:cubicBezTo>
                    <a:pt x="13061" y="970"/>
                    <a:pt x="12627" y="803"/>
                    <a:pt x="12227" y="637"/>
                  </a:cubicBezTo>
                  <a:cubicBezTo>
                    <a:pt x="11426" y="336"/>
                    <a:pt x="10759" y="203"/>
                    <a:pt x="10292" y="136"/>
                  </a:cubicBezTo>
                  <a:cubicBezTo>
                    <a:pt x="9825" y="36"/>
                    <a:pt x="9592" y="3"/>
                    <a:pt x="9592" y="3"/>
                  </a:cubicBezTo>
                  <a:cubicBezTo>
                    <a:pt x="9570" y="1"/>
                    <a:pt x="9550" y="1"/>
                    <a:pt x="9530"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0" name="Google Shape;1200;p9"/>
            <p:cNvSpPr/>
            <p:nvPr/>
          </p:nvSpPr>
          <p:spPr>
            <a:xfrm>
              <a:off x="1121800" y="145350"/>
              <a:ext cx="2005625" cy="3312800"/>
            </a:xfrm>
            <a:custGeom>
              <a:avLst/>
              <a:gdLst/>
              <a:ahLst/>
              <a:cxnLst/>
              <a:rect l="l" t="t" r="r" b="b"/>
              <a:pathLst>
                <a:path w="80225" h="132512" extrusionOk="0">
                  <a:moveTo>
                    <a:pt x="80135" y="0"/>
                  </a:moveTo>
                  <a:cubicBezTo>
                    <a:pt x="80081" y="0"/>
                    <a:pt x="79955" y="83"/>
                    <a:pt x="79758" y="309"/>
                  </a:cubicBezTo>
                  <a:cubicBezTo>
                    <a:pt x="79624" y="409"/>
                    <a:pt x="79491" y="542"/>
                    <a:pt x="79324" y="742"/>
                  </a:cubicBezTo>
                  <a:cubicBezTo>
                    <a:pt x="79157" y="976"/>
                    <a:pt x="78990" y="1209"/>
                    <a:pt x="78824" y="1509"/>
                  </a:cubicBezTo>
                  <a:cubicBezTo>
                    <a:pt x="78824" y="1509"/>
                    <a:pt x="78790" y="1543"/>
                    <a:pt x="78724" y="1676"/>
                  </a:cubicBezTo>
                  <a:cubicBezTo>
                    <a:pt x="78657" y="1743"/>
                    <a:pt x="78590" y="1976"/>
                    <a:pt x="78457" y="2210"/>
                  </a:cubicBezTo>
                  <a:cubicBezTo>
                    <a:pt x="78323" y="2477"/>
                    <a:pt x="78157" y="2810"/>
                    <a:pt x="78090" y="3177"/>
                  </a:cubicBezTo>
                  <a:cubicBezTo>
                    <a:pt x="78056" y="3377"/>
                    <a:pt x="77990" y="3578"/>
                    <a:pt x="77923" y="3811"/>
                  </a:cubicBezTo>
                  <a:cubicBezTo>
                    <a:pt x="77856" y="4011"/>
                    <a:pt x="77823" y="4245"/>
                    <a:pt x="77790" y="4512"/>
                  </a:cubicBezTo>
                  <a:cubicBezTo>
                    <a:pt x="77623" y="5546"/>
                    <a:pt x="77623" y="6847"/>
                    <a:pt x="77856" y="8314"/>
                  </a:cubicBezTo>
                  <a:cubicBezTo>
                    <a:pt x="77990" y="9015"/>
                    <a:pt x="78157" y="9815"/>
                    <a:pt x="78323" y="10583"/>
                  </a:cubicBezTo>
                  <a:cubicBezTo>
                    <a:pt x="78357" y="10816"/>
                    <a:pt x="78423" y="11016"/>
                    <a:pt x="78423" y="11216"/>
                  </a:cubicBezTo>
                  <a:cubicBezTo>
                    <a:pt x="78423" y="11316"/>
                    <a:pt x="78457" y="11417"/>
                    <a:pt x="78457" y="11517"/>
                  </a:cubicBezTo>
                  <a:lnTo>
                    <a:pt x="78457" y="11817"/>
                  </a:lnTo>
                  <a:cubicBezTo>
                    <a:pt x="78490" y="12017"/>
                    <a:pt x="78457" y="12184"/>
                    <a:pt x="78423" y="12384"/>
                  </a:cubicBezTo>
                  <a:cubicBezTo>
                    <a:pt x="78357" y="12584"/>
                    <a:pt x="78323" y="12818"/>
                    <a:pt x="78257" y="13018"/>
                  </a:cubicBezTo>
                  <a:cubicBezTo>
                    <a:pt x="77956" y="13852"/>
                    <a:pt x="77423" y="14585"/>
                    <a:pt x="76756" y="15386"/>
                  </a:cubicBezTo>
                  <a:cubicBezTo>
                    <a:pt x="76122" y="16187"/>
                    <a:pt x="75355" y="16987"/>
                    <a:pt x="74687" y="17888"/>
                  </a:cubicBezTo>
                  <a:cubicBezTo>
                    <a:pt x="74354" y="18355"/>
                    <a:pt x="74087" y="18855"/>
                    <a:pt x="73820" y="19389"/>
                  </a:cubicBezTo>
                  <a:cubicBezTo>
                    <a:pt x="73587" y="19989"/>
                    <a:pt x="73453" y="20556"/>
                    <a:pt x="73353" y="21190"/>
                  </a:cubicBezTo>
                  <a:cubicBezTo>
                    <a:pt x="73286" y="21824"/>
                    <a:pt x="73353" y="22424"/>
                    <a:pt x="73487" y="23058"/>
                  </a:cubicBezTo>
                  <a:cubicBezTo>
                    <a:pt x="73620" y="23659"/>
                    <a:pt x="73787" y="24226"/>
                    <a:pt x="73753" y="24826"/>
                  </a:cubicBezTo>
                  <a:cubicBezTo>
                    <a:pt x="73753" y="25360"/>
                    <a:pt x="73520" y="25927"/>
                    <a:pt x="73253" y="26494"/>
                  </a:cubicBezTo>
                  <a:cubicBezTo>
                    <a:pt x="72953" y="27028"/>
                    <a:pt x="72586" y="27528"/>
                    <a:pt x="72119" y="27928"/>
                  </a:cubicBezTo>
                  <a:cubicBezTo>
                    <a:pt x="71185" y="28829"/>
                    <a:pt x="69951" y="29363"/>
                    <a:pt x="68650" y="29730"/>
                  </a:cubicBezTo>
                  <a:cubicBezTo>
                    <a:pt x="65981" y="30497"/>
                    <a:pt x="63146" y="31064"/>
                    <a:pt x="60177" y="31664"/>
                  </a:cubicBezTo>
                  <a:cubicBezTo>
                    <a:pt x="59443" y="31831"/>
                    <a:pt x="58676" y="31931"/>
                    <a:pt x="57942" y="32098"/>
                  </a:cubicBezTo>
                  <a:lnTo>
                    <a:pt x="56808" y="32365"/>
                  </a:lnTo>
                  <a:cubicBezTo>
                    <a:pt x="56441" y="32498"/>
                    <a:pt x="56074" y="32565"/>
                    <a:pt x="55674" y="32665"/>
                  </a:cubicBezTo>
                  <a:cubicBezTo>
                    <a:pt x="54940" y="32832"/>
                    <a:pt x="54139" y="33032"/>
                    <a:pt x="53406" y="33199"/>
                  </a:cubicBezTo>
                  <a:cubicBezTo>
                    <a:pt x="52605" y="33366"/>
                    <a:pt x="51838" y="33566"/>
                    <a:pt x="51071" y="33866"/>
                  </a:cubicBezTo>
                  <a:cubicBezTo>
                    <a:pt x="50270" y="34166"/>
                    <a:pt x="49503" y="34666"/>
                    <a:pt x="48969" y="35367"/>
                  </a:cubicBezTo>
                  <a:cubicBezTo>
                    <a:pt x="48435" y="36067"/>
                    <a:pt x="48102" y="36868"/>
                    <a:pt x="47802" y="37602"/>
                  </a:cubicBezTo>
                  <a:cubicBezTo>
                    <a:pt x="47735" y="37769"/>
                    <a:pt x="47635" y="37936"/>
                    <a:pt x="47601" y="38236"/>
                  </a:cubicBezTo>
                  <a:cubicBezTo>
                    <a:pt x="47568" y="38369"/>
                    <a:pt x="47568" y="38503"/>
                    <a:pt x="47568" y="38603"/>
                  </a:cubicBezTo>
                  <a:lnTo>
                    <a:pt x="47568" y="38936"/>
                  </a:lnTo>
                  <a:cubicBezTo>
                    <a:pt x="47568" y="39403"/>
                    <a:pt x="47601" y="39770"/>
                    <a:pt x="47601" y="40170"/>
                  </a:cubicBezTo>
                  <a:cubicBezTo>
                    <a:pt x="47601" y="40537"/>
                    <a:pt x="47468" y="40838"/>
                    <a:pt x="47335" y="41171"/>
                  </a:cubicBezTo>
                  <a:cubicBezTo>
                    <a:pt x="47234" y="41405"/>
                    <a:pt x="46934" y="41672"/>
                    <a:pt x="46634" y="41905"/>
                  </a:cubicBezTo>
                  <a:cubicBezTo>
                    <a:pt x="46000" y="42405"/>
                    <a:pt x="45266" y="42772"/>
                    <a:pt x="44566" y="43339"/>
                  </a:cubicBezTo>
                  <a:cubicBezTo>
                    <a:pt x="44399" y="43439"/>
                    <a:pt x="44232" y="43606"/>
                    <a:pt x="44066" y="43773"/>
                  </a:cubicBezTo>
                  <a:lnTo>
                    <a:pt x="43932" y="43906"/>
                  </a:lnTo>
                  <a:cubicBezTo>
                    <a:pt x="43899" y="43940"/>
                    <a:pt x="43799" y="44040"/>
                    <a:pt x="43799" y="44073"/>
                  </a:cubicBezTo>
                  <a:lnTo>
                    <a:pt x="43632" y="44373"/>
                  </a:lnTo>
                  <a:cubicBezTo>
                    <a:pt x="43432" y="44740"/>
                    <a:pt x="43232" y="45174"/>
                    <a:pt x="43098" y="45574"/>
                  </a:cubicBezTo>
                  <a:cubicBezTo>
                    <a:pt x="42965" y="46041"/>
                    <a:pt x="42898" y="46442"/>
                    <a:pt x="42898" y="46942"/>
                  </a:cubicBezTo>
                  <a:cubicBezTo>
                    <a:pt x="42831" y="47442"/>
                    <a:pt x="42998" y="47943"/>
                    <a:pt x="43232" y="48376"/>
                  </a:cubicBezTo>
                  <a:cubicBezTo>
                    <a:pt x="43665" y="49244"/>
                    <a:pt x="44399" y="49844"/>
                    <a:pt x="45066" y="50378"/>
                  </a:cubicBezTo>
                  <a:cubicBezTo>
                    <a:pt x="45733" y="50911"/>
                    <a:pt x="46401" y="51445"/>
                    <a:pt x="47001" y="52012"/>
                  </a:cubicBezTo>
                  <a:cubicBezTo>
                    <a:pt x="47635" y="52579"/>
                    <a:pt x="48235" y="53180"/>
                    <a:pt x="48635" y="53847"/>
                  </a:cubicBezTo>
                  <a:cubicBezTo>
                    <a:pt x="49069" y="54514"/>
                    <a:pt x="49369" y="55248"/>
                    <a:pt x="49403" y="56048"/>
                  </a:cubicBezTo>
                  <a:cubicBezTo>
                    <a:pt x="49469" y="56849"/>
                    <a:pt x="49403" y="57616"/>
                    <a:pt x="49236" y="58450"/>
                  </a:cubicBezTo>
                  <a:lnTo>
                    <a:pt x="49102" y="59084"/>
                  </a:lnTo>
                  <a:lnTo>
                    <a:pt x="49069" y="59251"/>
                  </a:lnTo>
                  <a:lnTo>
                    <a:pt x="49069" y="59284"/>
                  </a:lnTo>
                  <a:lnTo>
                    <a:pt x="48936" y="59584"/>
                  </a:lnTo>
                  <a:lnTo>
                    <a:pt x="48869" y="59718"/>
                  </a:lnTo>
                  <a:cubicBezTo>
                    <a:pt x="48802" y="59751"/>
                    <a:pt x="48769" y="59784"/>
                    <a:pt x="48769" y="59851"/>
                  </a:cubicBezTo>
                  <a:lnTo>
                    <a:pt x="48736" y="60018"/>
                  </a:lnTo>
                  <a:lnTo>
                    <a:pt x="48702" y="60285"/>
                  </a:lnTo>
                  <a:cubicBezTo>
                    <a:pt x="48635" y="60452"/>
                    <a:pt x="48602" y="60685"/>
                    <a:pt x="48535" y="60852"/>
                  </a:cubicBezTo>
                  <a:cubicBezTo>
                    <a:pt x="48269" y="61552"/>
                    <a:pt x="47768" y="62186"/>
                    <a:pt x="47201" y="62720"/>
                  </a:cubicBezTo>
                  <a:cubicBezTo>
                    <a:pt x="45967" y="63754"/>
                    <a:pt x="44399" y="64421"/>
                    <a:pt x="42798" y="65055"/>
                  </a:cubicBezTo>
                  <a:cubicBezTo>
                    <a:pt x="41230" y="65689"/>
                    <a:pt x="39562" y="66289"/>
                    <a:pt x="38095" y="67290"/>
                  </a:cubicBezTo>
                  <a:cubicBezTo>
                    <a:pt x="37728" y="67557"/>
                    <a:pt x="37394" y="67857"/>
                    <a:pt x="37061" y="68190"/>
                  </a:cubicBezTo>
                  <a:lnTo>
                    <a:pt x="36193" y="69091"/>
                  </a:lnTo>
                  <a:cubicBezTo>
                    <a:pt x="35593" y="69692"/>
                    <a:pt x="34959" y="70259"/>
                    <a:pt x="34359" y="70792"/>
                  </a:cubicBezTo>
                  <a:cubicBezTo>
                    <a:pt x="33091" y="71927"/>
                    <a:pt x="31757" y="72961"/>
                    <a:pt x="30723" y="74395"/>
                  </a:cubicBezTo>
                  <a:cubicBezTo>
                    <a:pt x="30156" y="75062"/>
                    <a:pt x="29755" y="75896"/>
                    <a:pt x="29488" y="76730"/>
                  </a:cubicBezTo>
                  <a:cubicBezTo>
                    <a:pt x="29288" y="77597"/>
                    <a:pt x="29155" y="78465"/>
                    <a:pt x="29288" y="79365"/>
                  </a:cubicBezTo>
                  <a:cubicBezTo>
                    <a:pt x="29322" y="79599"/>
                    <a:pt x="29322" y="79799"/>
                    <a:pt x="29388" y="80032"/>
                  </a:cubicBezTo>
                  <a:lnTo>
                    <a:pt x="29488" y="80633"/>
                  </a:lnTo>
                  <a:cubicBezTo>
                    <a:pt x="29589" y="80866"/>
                    <a:pt x="29622" y="81066"/>
                    <a:pt x="29655" y="81267"/>
                  </a:cubicBezTo>
                  <a:lnTo>
                    <a:pt x="29889" y="81867"/>
                  </a:lnTo>
                  <a:cubicBezTo>
                    <a:pt x="30122" y="82634"/>
                    <a:pt x="30456" y="83401"/>
                    <a:pt x="30789" y="84135"/>
                  </a:cubicBezTo>
                  <a:cubicBezTo>
                    <a:pt x="31123" y="84869"/>
                    <a:pt x="31457" y="85570"/>
                    <a:pt x="31657" y="86270"/>
                  </a:cubicBezTo>
                  <a:cubicBezTo>
                    <a:pt x="31890" y="86971"/>
                    <a:pt x="31890" y="87704"/>
                    <a:pt x="31857" y="88438"/>
                  </a:cubicBezTo>
                  <a:lnTo>
                    <a:pt x="31857" y="88472"/>
                  </a:lnTo>
                  <a:cubicBezTo>
                    <a:pt x="31857" y="88905"/>
                    <a:pt x="31723" y="89572"/>
                    <a:pt x="31423" y="90306"/>
                  </a:cubicBezTo>
                  <a:cubicBezTo>
                    <a:pt x="31190" y="91107"/>
                    <a:pt x="30756" y="92041"/>
                    <a:pt x="30756" y="93108"/>
                  </a:cubicBezTo>
                  <a:cubicBezTo>
                    <a:pt x="30789" y="93575"/>
                    <a:pt x="30889" y="94042"/>
                    <a:pt x="31090" y="94443"/>
                  </a:cubicBezTo>
                  <a:cubicBezTo>
                    <a:pt x="31223" y="94643"/>
                    <a:pt x="31356" y="94876"/>
                    <a:pt x="31457" y="95043"/>
                  </a:cubicBezTo>
                  <a:cubicBezTo>
                    <a:pt x="31590" y="95143"/>
                    <a:pt x="31723" y="95310"/>
                    <a:pt x="31890" y="95477"/>
                  </a:cubicBezTo>
                  <a:cubicBezTo>
                    <a:pt x="32190" y="95777"/>
                    <a:pt x="32457" y="96077"/>
                    <a:pt x="32858" y="96311"/>
                  </a:cubicBezTo>
                  <a:cubicBezTo>
                    <a:pt x="33224" y="96577"/>
                    <a:pt x="33691" y="96778"/>
                    <a:pt x="34192" y="96811"/>
                  </a:cubicBezTo>
                  <a:cubicBezTo>
                    <a:pt x="34266" y="96821"/>
                    <a:pt x="34341" y="96826"/>
                    <a:pt x="34415" y="96826"/>
                  </a:cubicBezTo>
                  <a:cubicBezTo>
                    <a:pt x="34839" y="96826"/>
                    <a:pt x="35252" y="96671"/>
                    <a:pt x="35593" y="96444"/>
                  </a:cubicBezTo>
                  <a:cubicBezTo>
                    <a:pt x="36026" y="96211"/>
                    <a:pt x="36360" y="95810"/>
                    <a:pt x="36594" y="95477"/>
                  </a:cubicBezTo>
                  <a:cubicBezTo>
                    <a:pt x="37094" y="94776"/>
                    <a:pt x="37461" y="93976"/>
                    <a:pt x="37761" y="93208"/>
                  </a:cubicBezTo>
                  <a:cubicBezTo>
                    <a:pt x="38061" y="92408"/>
                    <a:pt x="38261" y="91574"/>
                    <a:pt x="38428" y="90740"/>
                  </a:cubicBezTo>
                  <a:cubicBezTo>
                    <a:pt x="38528" y="90306"/>
                    <a:pt x="38562" y="89873"/>
                    <a:pt x="38595" y="89439"/>
                  </a:cubicBezTo>
                  <a:cubicBezTo>
                    <a:pt x="38628" y="89206"/>
                    <a:pt x="38628" y="88972"/>
                    <a:pt x="38628" y="88772"/>
                  </a:cubicBezTo>
                  <a:lnTo>
                    <a:pt x="38695" y="88205"/>
                  </a:lnTo>
                  <a:cubicBezTo>
                    <a:pt x="38795" y="86570"/>
                    <a:pt x="39262" y="84969"/>
                    <a:pt x="39896" y="83435"/>
                  </a:cubicBezTo>
                  <a:cubicBezTo>
                    <a:pt x="40563" y="81934"/>
                    <a:pt x="41397" y="80466"/>
                    <a:pt x="42531" y="79232"/>
                  </a:cubicBezTo>
                  <a:cubicBezTo>
                    <a:pt x="43098" y="78631"/>
                    <a:pt x="43699" y="78064"/>
                    <a:pt x="44399" y="77631"/>
                  </a:cubicBezTo>
                  <a:cubicBezTo>
                    <a:pt x="45100" y="77230"/>
                    <a:pt x="45867" y="76930"/>
                    <a:pt x="46634" y="76897"/>
                  </a:cubicBezTo>
                  <a:cubicBezTo>
                    <a:pt x="46691" y="76894"/>
                    <a:pt x="46749" y="76893"/>
                    <a:pt x="46806" y="76893"/>
                  </a:cubicBezTo>
                  <a:cubicBezTo>
                    <a:pt x="47544" y="76893"/>
                    <a:pt x="48252" y="77092"/>
                    <a:pt x="48902" y="77464"/>
                  </a:cubicBezTo>
                  <a:cubicBezTo>
                    <a:pt x="49603" y="77897"/>
                    <a:pt x="50203" y="78431"/>
                    <a:pt x="50403" y="79132"/>
                  </a:cubicBezTo>
                  <a:cubicBezTo>
                    <a:pt x="50604" y="79866"/>
                    <a:pt x="50470" y="80699"/>
                    <a:pt x="50303" y="81533"/>
                  </a:cubicBezTo>
                  <a:cubicBezTo>
                    <a:pt x="50137" y="82367"/>
                    <a:pt x="49903" y="83235"/>
                    <a:pt x="49703" y="84102"/>
                  </a:cubicBezTo>
                  <a:cubicBezTo>
                    <a:pt x="49636" y="84302"/>
                    <a:pt x="49603" y="84569"/>
                    <a:pt x="49569" y="84769"/>
                  </a:cubicBezTo>
                  <a:cubicBezTo>
                    <a:pt x="49536" y="84969"/>
                    <a:pt x="49536" y="85203"/>
                    <a:pt x="49469" y="85436"/>
                  </a:cubicBezTo>
                  <a:lnTo>
                    <a:pt x="49436" y="85770"/>
                  </a:lnTo>
                  <a:cubicBezTo>
                    <a:pt x="49403" y="85937"/>
                    <a:pt x="49436" y="86037"/>
                    <a:pt x="49436" y="86137"/>
                  </a:cubicBezTo>
                  <a:cubicBezTo>
                    <a:pt x="49436" y="86404"/>
                    <a:pt x="49436" y="86637"/>
                    <a:pt x="49469" y="86871"/>
                  </a:cubicBezTo>
                  <a:cubicBezTo>
                    <a:pt x="49569" y="87805"/>
                    <a:pt x="49803" y="88705"/>
                    <a:pt x="50103" y="89539"/>
                  </a:cubicBezTo>
                  <a:cubicBezTo>
                    <a:pt x="50637" y="91240"/>
                    <a:pt x="51304" y="92875"/>
                    <a:pt x="51437" y="94543"/>
                  </a:cubicBezTo>
                  <a:lnTo>
                    <a:pt x="51437" y="95143"/>
                  </a:lnTo>
                  <a:lnTo>
                    <a:pt x="51437" y="95443"/>
                  </a:lnTo>
                  <a:lnTo>
                    <a:pt x="51437" y="95477"/>
                  </a:lnTo>
                  <a:lnTo>
                    <a:pt x="51437" y="95577"/>
                  </a:lnTo>
                  <a:lnTo>
                    <a:pt x="51404" y="95744"/>
                  </a:lnTo>
                  <a:lnTo>
                    <a:pt x="51304" y="96044"/>
                  </a:lnTo>
                  <a:lnTo>
                    <a:pt x="51237" y="96311"/>
                  </a:lnTo>
                  <a:cubicBezTo>
                    <a:pt x="51204" y="96544"/>
                    <a:pt x="51104" y="96711"/>
                    <a:pt x="51037" y="96911"/>
                  </a:cubicBezTo>
                  <a:cubicBezTo>
                    <a:pt x="50704" y="97712"/>
                    <a:pt x="50237" y="98412"/>
                    <a:pt x="49736" y="99113"/>
                  </a:cubicBezTo>
                  <a:cubicBezTo>
                    <a:pt x="49236" y="99813"/>
                    <a:pt x="48736" y="100580"/>
                    <a:pt x="48302" y="101381"/>
                  </a:cubicBezTo>
                  <a:cubicBezTo>
                    <a:pt x="47902" y="102148"/>
                    <a:pt x="47568" y="103049"/>
                    <a:pt x="47435" y="103949"/>
                  </a:cubicBezTo>
                  <a:cubicBezTo>
                    <a:pt x="47368" y="104883"/>
                    <a:pt x="47368" y="105751"/>
                    <a:pt x="47401" y="106618"/>
                  </a:cubicBezTo>
                  <a:cubicBezTo>
                    <a:pt x="47435" y="107452"/>
                    <a:pt x="47535" y="108319"/>
                    <a:pt x="47435" y="109086"/>
                  </a:cubicBezTo>
                  <a:cubicBezTo>
                    <a:pt x="47368" y="109820"/>
                    <a:pt x="46934" y="110487"/>
                    <a:pt x="46401" y="111088"/>
                  </a:cubicBezTo>
                  <a:cubicBezTo>
                    <a:pt x="46100" y="111321"/>
                    <a:pt x="45800" y="111622"/>
                    <a:pt x="45533" y="111888"/>
                  </a:cubicBezTo>
                  <a:cubicBezTo>
                    <a:pt x="45200" y="112122"/>
                    <a:pt x="44866" y="112322"/>
                    <a:pt x="44533" y="112556"/>
                  </a:cubicBezTo>
                  <a:cubicBezTo>
                    <a:pt x="43132" y="113423"/>
                    <a:pt x="41564" y="113957"/>
                    <a:pt x="40196" y="114957"/>
                  </a:cubicBezTo>
                  <a:cubicBezTo>
                    <a:pt x="39529" y="115458"/>
                    <a:pt x="38895" y="116091"/>
                    <a:pt x="38428" y="116792"/>
                  </a:cubicBezTo>
                  <a:cubicBezTo>
                    <a:pt x="38295" y="116959"/>
                    <a:pt x="38195" y="117126"/>
                    <a:pt x="38095" y="117326"/>
                  </a:cubicBezTo>
                  <a:cubicBezTo>
                    <a:pt x="37961" y="117559"/>
                    <a:pt x="37894" y="117726"/>
                    <a:pt x="37794" y="117926"/>
                  </a:cubicBezTo>
                  <a:lnTo>
                    <a:pt x="37561" y="118493"/>
                  </a:lnTo>
                  <a:cubicBezTo>
                    <a:pt x="37528" y="118727"/>
                    <a:pt x="37427" y="118927"/>
                    <a:pt x="37394" y="119127"/>
                  </a:cubicBezTo>
                  <a:cubicBezTo>
                    <a:pt x="37194" y="119928"/>
                    <a:pt x="37194" y="120761"/>
                    <a:pt x="37194" y="121562"/>
                  </a:cubicBezTo>
                  <a:cubicBezTo>
                    <a:pt x="37194" y="122329"/>
                    <a:pt x="37194" y="123096"/>
                    <a:pt x="37061" y="123797"/>
                  </a:cubicBezTo>
                  <a:cubicBezTo>
                    <a:pt x="36960" y="124497"/>
                    <a:pt x="36694" y="125131"/>
                    <a:pt x="36260" y="125765"/>
                  </a:cubicBezTo>
                  <a:cubicBezTo>
                    <a:pt x="35893" y="126399"/>
                    <a:pt x="35459" y="126966"/>
                    <a:pt x="34926" y="127433"/>
                  </a:cubicBezTo>
                  <a:cubicBezTo>
                    <a:pt x="33892" y="128400"/>
                    <a:pt x="32557" y="128834"/>
                    <a:pt x="31190" y="128934"/>
                  </a:cubicBezTo>
                  <a:cubicBezTo>
                    <a:pt x="30833" y="128968"/>
                    <a:pt x="30480" y="128982"/>
                    <a:pt x="30131" y="128982"/>
                  </a:cubicBezTo>
                  <a:cubicBezTo>
                    <a:pt x="29109" y="128982"/>
                    <a:pt x="28115" y="128858"/>
                    <a:pt x="27120" y="128734"/>
                  </a:cubicBezTo>
                  <a:cubicBezTo>
                    <a:pt x="25786" y="128567"/>
                    <a:pt x="24518" y="128400"/>
                    <a:pt x="23217" y="128334"/>
                  </a:cubicBezTo>
                  <a:cubicBezTo>
                    <a:pt x="23096" y="128330"/>
                    <a:pt x="22975" y="128329"/>
                    <a:pt x="22854" y="128329"/>
                  </a:cubicBezTo>
                  <a:cubicBezTo>
                    <a:pt x="21709" y="128329"/>
                    <a:pt x="20571" y="128478"/>
                    <a:pt x="19515" y="128901"/>
                  </a:cubicBezTo>
                  <a:cubicBezTo>
                    <a:pt x="18914" y="129101"/>
                    <a:pt x="18414" y="129401"/>
                    <a:pt x="17914" y="129668"/>
                  </a:cubicBezTo>
                  <a:cubicBezTo>
                    <a:pt x="17413" y="129968"/>
                    <a:pt x="16946" y="130302"/>
                    <a:pt x="16513" y="130602"/>
                  </a:cubicBezTo>
                  <a:cubicBezTo>
                    <a:pt x="15579" y="131236"/>
                    <a:pt x="14778" y="131903"/>
                    <a:pt x="13877" y="131936"/>
                  </a:cubicBezTo>
                  <a:cubicBezTo>
                    <a:pt x="13795" y="131942"/>
                    <a:pt x="13714" y="131945"/>
                    <a:pt x="13633" y="131945"/>
                  </a:cubicBezTo>
                  <a:cubicBezTo>
                    <a:pt x="12791" y="131945"/>
                    <a:pt x="12003" y="131646"/>
                    <a:pt x="11242" y="131402"/>
                  </a:cubicBezTo>
                  <a:cubicBezTo>
                    <a:pt x="10408" y="131102"/>
                    <a:pt x="9608" y="130802"/>
                    <a:pt x="8907" y="130468"/>
                  </a:cubicBezTo>
                  <a:cubicBezTo>
                    <a:pt x="7439" y="129901"/>
                    <a:pt x="6205" y="129334"/>
                    <a:pt x="5071" y="129134"/>
                  </a:cubicBezTo>
                  <a:cubicBezTo>
                    <a:pt x="4689" y="129063"/>
                    <a:pt x="4325" y="129034"/>
                    <a:pt x="3988" y="129034"/>
                  </a:cubicBezTo>
                  <a:cubicBezTo>
                    <a:pt x="3383" y="129034"/>
                    <a:pt x="2867" y="129127"/>
                    <a:pt x="2503" y="129234"/>
                  </a:cubicBezTo>
                  <a:cubicBezTo>
                    <a:pt x="2369" y="129268"/>
                    <a:pt x="2236" y="129268"/>
                    <a:pt x="2102" y="129301"/>
                  </a:cubicBezTo>
                  <a:cubicBezTo>
                    <a:pt x="2036" y="129334"/>
                    <a:pt x="1935" y="129334"/>
                    <a:pt x="1869" y="129401"/>
                  </a:cubicBezTo>
                  <a:cubicBezTo>
                    <a:pt x="1735" y="129434"/>
                    <a:pt x="1669" y="129468"/>
                    <a:pt x="1669" y="129468"/>
                  </a:cubicBezTo>
                  <a:cubicBezTo>
                    <a:pt x="1035" y="129735"/>
                    <a:pt x="601" y="130001"/>
                    <a:pt x="368" y="130235"/>
                  </a:cubicBezTo>
                  <a:cubicBezTo>
                    <a:pt x="101" y="130435"/>
                    <a:pt x="1" y="130602"/>
                    <a:pt x="34" y="130635"/>
                  </a:cubicBezTo>
                  <a:cubicBezTo>
                    <a:pt x="42" y="130643"/>
                    <a:pt x="57" y="130647"/>
                    <a:pt x="80" y="130647"/>
                  </a:cubicBezTo>
                  <a:cubicBezTo>
                    <a:pt x="154" y="130647"/>
                    <a:pt x="305" y="130604"/>
                    <a:pt x="534" y="130502"/>
                  </a:cubicBezTo>
                  <a:cubicBezTo>
                    <a:pt x="835" y="130402"/>
                    <a:pt x="1235" y="130168"/>
                    <a:pt x="1835" y="129935"/>
                  </a:cubicBezTo>
                  <a:cubicBezTo>
                    <a:pt x="1835" y="129935"/>
                    <a:pt x="1902" y="129901"/>
                    <a:pt x="2036" y="129835"/>
                  </a:cubicBezTo>
                  <a:cubicBezTo>
                    <a:pt x="2102" y="129835"/>
                    <a:pt x="2202" y="129801"/>
                    <a:pt x="2269" y="129768"/>
                  </a:cubicBezTo>
                  <a:cubicBezTo>
                    <a:pt x="2369" y="129768"/>
                    <a:pt x="2503" y="129735"/>
                    <a:pt x="2603" y="129668"/>
                  </a:cubicBezTo>
                  <a:cubicBezTo>
                    <a:pt x="2913" y="129606"/>
                    <a:pt x="3353" y="129531"/>
                    <a:pt x="3897" y="129531"/>
                  </a:cubicBezTo>
                  <a:cubicBezTo>
                    <a:pt x="4229" y="129531"/>
                    <a:pt x="4600" y="129559"/>
                    <a:pt x="5004" y="129634"/>
                  </a:cubicBezTo>
                  <a:cubicBezTo>
                    <a:pt x="6038" y="129801"/>
                    <a:pt x="7273" y="130335"/>
                    <a:pt x="8707" y="130969"/>
                  </a:cubicBezTo>
                  <a:cubicBezTo>
                    <a:pt x="9407" y="131302"/>
                    <a:pt x="10208" y="131603"/>
                    <a:pt x="11042" y="131936"/>
                  </a:cubicBezTo>
                  <a:cubicBezTo>
                    <a:pt x="11803" y="132210"/>
                    <a:pt x="12675" y="132512"/>
                    <a:pt x="13633" y="132512"/>
                  </a:cubicBezTo>
                  <a:cubicBezTo>
                    <a:pt x="13725" y="132512"/>
                    <a:pt x="13817" y="132509"/>
                    <a:pt x="13911" y="132503"/>
                  </a:cubicBezTo>
                  <a:cubicBezTo>
                    <a:pt x="14444" y="132503"/>
                    <a:pt x="15011" y="132303"/>
                    <a:pt x="15445" y="132003"/>
                  </a:cubicBezTo>
                  <a:cubicBezTo>
                    <a:pt x="15912" y="131769"/>
                    <a:pt x="16346" y="131436"/>
                    <a:pt x="16779" y="131136"/>
                  </a:cubicBezTo>
                  <a:cubicBezTo>
                    <a:pt x="17213" y="130835"/>
                    <a:pt x="17647" y="130568"/>
                    <a:pt x="18180" y="130268"/>
                  </a:cubicBezTo>
                  <a:cubicBezTo>
                    <a:pt x="18614" y="130001"/>
                    <a:pt x="19181" y="129735"/>
                    <a:pt x="19681" y="129501"/>
                  </a:cubicBezTo>
                  <a:cubicBezTo>
                    <a:pt x="20645" y="129140"/>
                    <a:pt x="21690" y="128996"/>
                    <a:pt x="22817" y="128996"/>
                  </a:cubicBezTo>
                  <a:cubicBezTo>
                    <a:pt x="22939" y="128996"/>
                    <a:pt x="23061" y="128997"/>
                    <a:pt x="23184" y="129001"/>
                  </a:cubicBezTo>
                  <a:cubicBezTo>
                    <a:pt x="24385" y="129067"/>
                    <a:pt x="25686" y="129268"/>
                    <a:pt x="27020" y="129434"/>
                  </a:cubicBezTo>
                  <a:cubicBezTo>
                    <a:pt x="28049" y="129563"/>
                    <a:pt x="29098" y="129711"/>
                    <a:pt x="30197" y="129711"/>
                  </a:cubicBezTo>
                  <a:cubicBezTo>
                    <a:pt x="30523" y="129711"/>
                    <a:pt x="30854" y="129698"/>
                    <a:pt x="31190" y="129668"/>
                  </a:cubicBezTo>
                  <a:cubicBezTo>
                    <a:pt x="31890" y="129634"/>
                    <a:pt x="32624" y="129468"/>
                    <a:pt x="33358" y="129234"/>
                  </a:cubicBezTo>
                  <a:cubicBezTo>
                    <a:pt x="34058" y="128934"/>
                    <a:pt x="34726" y="128500"/>
                    <a:pt x="35293" y="128000"/>
                  </a:cubicBezTo>
                  <a:cubicBezTo>
                    <a:pt x="35893" y="127500"/>
                    <a:pt x="36393" y="126899"/>
                    <a:pt x="36760" y="126232"/>
                  </a:cubicBezTo>
                  <a:cubicBezTo>
                    <a:pt x="36860" y="126065"/>
                    <a:pt x="36960" y="125898"/>
                    <a:pt x="37061" y="125732"/>
                  </a:cubicBezTo>
                  <a:lnTo>
                    <a:pt x="37194" y="125465"/>
                  </a:lnTo>
                  <a:lnTo>
                    <a:pt x="37294" y="125165"/>
                  </a:lnTo>
                  <a:cubicBezTo>
                    <a:pt x="37461" y="124798"/>
                    <a:pt x="37561" y="124431"/>
                    <a:pt x="37628" y="123997"/>
                  </a:cubicBezTo>
                  <a:cubicBezTo>
                    <a:pt x="37928" y="122396"/>
                    <a:pt x="37594" y="120795"/>
                    <a:pt x="37961" y="119394"/>
                  </a:cubicBezTo>
                  <a:cubicBezTo>
                    <a:pt x="38028" y="119160"/>
                    <a:pt x="38095" y="118994"/>
                    <a:pt x="38128" y="118827"/>
                  </a:cubicBezTo>
                  <a:lnTo>
                    <a:pt x="38361" y="118293"/>
                  </a:lnTo>
                  <a:cubicBezTo>
                    <a:pt x="38395" y="118126"/>
                    <a:pt x="38528" y="117959"/>
                    <a:pt x="38595" y="117793"/>
                  </a:cubicBezTo>
                  <a:cubicBezTo>
                    <a:pt x="38695" y="117626"/>
                    <a:pt x="38762" y="117459"/>
                    <a:pt x="38895" y="117292"/>
                  </a:cubicBezTo>
                  <a:cubicBezTo>
                    <a:pt x="39295" y="116659"/>
                    <a:pt x="39863" y="116125"/>
                    <a:pt x="40463" y="115658"/>
                  </a:cubicBezTo>
                  <a:cubicBezTo>
                    <a:pt x="41731" y="114791"/>
                    <a:pt x="43298" y="114223"/>
                    <a:pt x="44766" y="113323"/>
                  </a:cubicBezTo>
                  <a:cubicBezTo>
                    <a:pt x="45133" y="113123"/>
                    <a:pt x="45467" y="112889"/>
                    <a:pt x="45867" y="112622"/>
                  </a:cubicBezTo>
                  <a:cubicBezTo>
                    <a:pt x="46167" y="112389"/>
                    <a:pt x="46501" y="112089"/>
                    <a:pt x="46801" y="111755"/>
                  </a:cubicBezTo>
                  <a:cubicBezTo>
                    <a:pt x="46968" y="111588"/>
                    <a:pt x="47101" y="111421"/>
                    <a:pt x="47268" y="111255"/>
                  </a:cubicBezTo>
                  <a:cubicBezTo>
                    <a:pt x="47401" y="111055"/>
                    <a:pt x="47535" y="110888"/>
                    <a:pt x="47635" y="110654"/>
                  </a:cubicBezTo>
                  <a:cubicBezTo>
                    <a:pt x="47902" y="110254"/>
                    <a:pt x="48002" y="109787"/>
                    <a:pt x="48102" y="109320"/>
                  </a:cubicBezTo>
                  <a:cubicBezTo>
                    <a:pt x="48235" y="108419"/>
                    <a:pt x="48102" y="107552"/>
                    <a:pt x="48068" y="106718"/>
                  </a:cubicBezTo>
                  <a:cubicBezTo>
                    <a:pt x="48002" y="105884"/>
                    <a:pt x="48002" y="104983"/>
                    <a:pt x="48102" y="104216"/>
                  </a:cubicBezTo>
                  <a:cubicBezTo>
                    <a:pt x="48235" y="103416"/>
                    <a:pt x="48502" y="102648"/>
                    <a:pt x="48902" y="101915"/>
                  </a:cubicBezTo>
                  <a:cubicBezTo>
                    <a:pt x="49269" y="101147"/>
                    <a:pt x="49770" y="100447"/>
                    <a:pt x="50270" y="99746"/>
                  </a:cubicBezTo>
                  <a:cubicBezTo>
                    <a:pt x="50770" y="98979"/>
                    <a:pt x="51271" y="98245"/>
                    <a:pt x="51638" y="97411"/>
                  </a:cubicBezTo>
                  <a:lnTo>
                    <a:pt x="51904" y="96778"/>
                  </a:lnTo>
                  <a:lnTo>
                    <a:pt x="52005" y="96444"/>
                  </a:lnTo>
                  <a:lnTo>
                    <a:pt x="52105" y="96110"/>
                  </a:lnTo>
                  <a:lnTo>
                    <a:pt x="52138" y="95944"/>
                  </a:lnTo>
                  <a:lnTo>
                    <a:pt x="52138" y="95877"/>
                  </a:lnTo>
                  <a:lnTo>
                    <a:pt x="52138" y="95744"/>
                  </a:lnTo>
                  <a:lnTo>
                    <a:pt x="52138" y="95377"/>
                  </a:lnTo>
                  <a:cubicBezTo>
                    <a:pt x="52171" y="95110"/>
                    <a:pt x="52138" y="94910"/>
                    <a:pt x="52138" y="94643"/>
                  </a:cubicBezTo>
                  <a:cubicBezTo>
                    <a:pt x="52005" y="92775"/>
                    <a:pt x="51304" y="91107"/>
                    <a:pt x="50770" y="89439"/>
                  </a:cubicBezTo>
                  <a:cubicBezTo>
                    <a:pt x="50503" y="88605"/>
                    <a:pt x="50270" y="87771"/>
                    <a:pt x="50170" y="86937"/>
                  </a:cubicBezTo>
                  <a:cubicBezTo>
                    <a:pt x="50137" y="86737"/>
                    <a:pt x="50137" y="86537"/>
                    <a:pt x="50137" y="86303"/>
                  </a:cubicBezTo>
                  <a:lnTo>
                    <a:pt x="50137" y="86037"/>
                  </a:lnTo>
                  <a:lnTo>
                    <a:pt x="50170" y="85703"/>
                  </a:lnTo>
                  <a:cubicBezTo>
                    <a:pt x="50170" y="85470"/>
                    <a:pt x="50237" y="85269"/>
                    <a:pt x="50270" y="85069"/>
                  </a:cubicBezTo>
                  <a:lnTo>
                    <a:pt x="50403" y="84435"/>
                  </a:lnTo>
                  <a:cubicBezTo>
                    <a:pt x="50570" y="83568"/>
                    <a:pt x="50804" y="82734"/>
                    <a:pt x="51004" y="81867"/>
                  </a:cubicBezTo>
                  <a:cubicBezTo>
                    <a:pt x="51237" y="80966"/>
                    <a:pt x="51404" y="80032"/>
                    <a:pt x="51104" y="79032"/>
                  </a:cubicBezTo>
                  <a:cubicBezTo>
                    <a:pt x="50937" y="78565"/>
                    <a:pt x="50737" y="78064"/>
                    <a:pt x="50337" y="77731"/>
                  </a:cubicBezTo>
                  <a:lnTo>
                    <a:pt x="50103" y="77464"/>
                  </a:lnTo>
                  <a:cubicBezTo>
                    <a:pt x="50003" y="77397"/>
                    <a:pt x="49903" y="77364"/>
                    <a:pt x="49803" y="77264"/>
                  </a:cubicBezTo>
                  <a:lnTo>
                    <a:pt x="49503" y="77064"/>
                  </a:lnTo>
                  <a:cubicBezTo>
                    <a:pt x="49436" y="77030"/>
                    <a:pt x="49303" y="76930"/>
                    <a:pt x="49236" y="76897"/>
                  </a:cubicBezTo>
                  <a:cubicBezTo>
                    <a:pt x="48532" y="76486"/>
                    <a:pt x="47673" y="76178"/>
                    <a:pt x="46818" y="76178"/>
                  </a:cubicBezTo>
                  <a:cubicBezTo>
                    <a:pt x="46701" y="76178"/>
                    <a:pt x="46584" y="76184"/>
                    <a:pt x="46467" y="76196"/>
                  </a:cubicBezTo>
                  <a:cubicBezTo>
                    <a:pt x="45500" y="76230"/>
                    <a:pt x="44599" y="76597"/>
                    <a:pt x="43799" y="77064"/>
                  </a:cubicBezTo>
                  <a:cubicBezTo>
                    <a:pt x="42998" y="77531"/>
                    <a:pt x="42331" y="78131"/>
                    <a:pt x="41731" y="78798"/>
                  </a:cubicBezTo>
                  <a:cubicBezTo>
                    <a:pt x="40496" y="80132"/>
                    <a:pt x="39596" y="81700"/>
                    <a:pt x="38929" y="83301"/>
                  </a:cubicBezTo>
                  <a:cubicBezTo>
                    <a:pt x="38261" y="84936"/>
                    <a:pt x="37794" y="86637"/>
                    <a:pt x="37628" y="88372"/>
                  </a:cubicBezTo>
                  <a:lnTo>
                    <a:pt x="37594" y="89039"/>
                  </a:lnTo>
                  <a:cubicBezTo>
                    <a:pt x="37594" y="89239"/>
                    <a:pt x="37561" y="89406"/>
                    <a:pt x="37561" y="89606"/>
                  </a:cubicBezTo>
                  <a:cubicBezTo>
                    <a:pt x="37494" y="89973"/>
                    <a:pt x="37461" y="90406"/>
                    <a:pt x="37394" y="90773"/>
                  </a:cubicBezTo>
                  <a:cubicBezTo>
                    <a:pt x="37261" y="91574"/>
                    <a:pt x="37061" y="92308"/>
                    <a:pt x="36760" y="93075"/>
                  </a:cubicBezTo>
                  <a:cubicBezTo>
                    <a:pt x="36493" y="93809"/>
                    <a:pt x="36160" y="94543"/>
                    <a:pt x="35726" y="95110"/>
                  </a:cubicBezTo>
                  <a:cubicBezTo>
                    <a:pt x="35309" y="95687"/>
                    <a:pt x="34769" y="96079"/>
                    <a:pt x="34195" y="96079"/>
                  </a:cubicBezTo>
                  <a:cubicBezTo>
                    <a:pt x="34172" y="96079"/>
                    <a:pt x="34148" y="96078"/>
                    <a:pt x="34125" y="96077"/>
                  </a:cubicBezTo>
                  <a:cubicBezTo>
                    <a:pt x="33558" y="96044"/>
                    <a:pt x="32958" y="95577"/>
                    <a:pt x="32457" y="95043"/>
                  </a:cubicBezTo>
                  <a:cubicBezTo>
                    <a:pt x="32324" y="94910"/>
                    <a:pt x="32257" y="94743"/>
                    <a:pt x="32124" y="94609"/>
                  </a:cubicBezTo>
                  <a:cubicBezTo>
                    <a:pt x="32057" y="94476"/>
                    <a:pt x="31957" y="94309"/>
                    <a:pt x="31890" y="94209"/>
                  </a:cubicBezTo>
                  <a:cubicBezTo>
                    <a:pt x="31757" y="93909"/>
                    <a:pt x="31657" y="93609"/>
                    <a:pt x="31657" y="93275"/>
                  </a:cubicBezTo>
                  <a:cubicBezTo>
                    <a:pt x="31657" y="92475"/>
                    <a:pt x="31990" y="91641"/>
                    <a:pt x="32290" y="90873"/>
                  </a:cubicBezTo>
                  <a:cubicBezTo>
                    <a:pt x="32591" y="90073"/>
                    <a:pt x="32791" y="89272"/>
                    <a:pt x="32791" y="88705"/>
                  </a:cubicBezTo>
                  <a:lnTo>
                    <a:pt x="32791" y="88739"/>
                  </a:lnTo>
                  <a:cubicBezTo>
                    <a:pt x="32891" y="87905"/>
                    <a:pt x="32891" y="87037"/>
                    <a:pt x="32624" y="86203"/>
                  </a:cubicBezTo>
                  <a:cubicBezTo>
                    <a:pt x="32391" y="85369"/>
                    <a:pt x="31990" y="84602"/>
                    <a:pt x="31657" y="83902"/>
                  </a:cubicBezTo>
                  <a:cubicBezTo>
                    <a:pt x="31323" y="83135"/>
                    <a:pt x="31056" y="82434"/>
                    <a:pt x="30789" y="81700"/>
                  </a:cubicBezTo>
                  <a:lnTo>
                    <a:pt x="30589" y="81133"/>
                  </a:lnTo>
                  <a:cubicBezTo>
                    <a:pt x="30556" y="80933"/>
                    <a:pt x="30489" y="80766"/>
                    <a:pt x="30456" y="80566"/>
                  </a:cubicBezTo>
                  <a:lnTo>
                    <a:pt x="30356" y="79966"/>
                  </a:lnTo>
                  <a:cubicBezTo>
                    <a:pt x="30356" y="79765"/>
                    <a:pt x="30356" y="79599"/>
                    <a:pt x="30289" y="79399"/>
                  </a:cubicBezTo>
                  <a:cubicBezTo>
                    <a:pt x="30189" y="78631"/>
                    <a:pt x="30289" y="77897"/>
                    <a:pt x="30456" y="77130"/>
                  </a:cubicBezTo>
                  <a:cubicBezTo>
                    <a:pt x="30689" y="76430"/>
                    <a:pt x="31056" y="75729"/>
                    <a:pt x="31523" y="75095"/>
                  </a:cubicBezTo>
                  <a:cubicBezTo>
                    <a:pt x="32457" y="73861"/>
                    <a:pt x="33758" y="72760"/>
                    <a:pt x="35026" y="71626"/>
                  </a:cubicBezTo>
                  <a:cubicBezTo>
                    <a:pt x="35626" y="71059"/>
                    <a:pt x="36260" y="70525"/>
                    <a:pt x="36894" y="69892"/>
                  </a:cubicBezTo>
                  <a:lnTo>
                    <a:pt x="37761" y="68958"/>
                  </a:lnTo>
                  <a:cubicBezTo>
                    <a:pt x="38061" y="68724"/>
                    <a:pt x="38361" y="68457"/>
                    <a:pt x="38695" y="68224"/>
                  </a:cubicBezTo>
                  <a:cubicBezTo>
                    <a:pt x="40029" y="67290"/>
                    <a:pt x="41597" y="66723"/>
                    <a:pt x="43198" y="66056"/>
                  </a:cubicBezTo>
                  <a:cubicBezTo>
                    <a:pt x="43965" y="65722"/>
                    <a:pt x="44766" y="65388"/>
                    <a:pt x="45567" y="65022"/>
                  </a:cubicBezTo>
                  <a:cubicBezTo>
                    <a:pt x="46367" y="64588"/>
                    <a:pt x="47101" y="64121"/>
                    <a:pt x="47802" y="63554"/>
                  </a:cubicBezTo>
                  <a:cubicBezTo>
                    <a:pt x="48535" y="62920"/>
                    <a:pt x="49102" y="62186"/>
                    <a:pt x="49403" y="61252"/>
                  </a:cubicBezTo>
                  <a:cubicBezTo>
                    <a:pt x="49436" y="61052"/>
                    <a:pt x="49536" y="60785"/>
                    <a:pt x="49569" y="60585"/>
                  </a:cubicBezTo>
                  <a:lnTo>
                    <a:pt x="49603" y="60251"/>
                  </a:lnTo>
                  <a:lnTo>
                    <a:pt x="49703" y="60118"/>
                  </a:lnTo>
                  <a:lnTo>
                    <a:pt x="49803" y="59851"/>
                  </a:lnTo>
                  <a:lnTo>
                    <a:pt x="49870" y="59718"/>
                  </a:lnTo>
                  <a:cubicBezTo>
                    <a:pt x="49903" y="59651"/>
                    <a:pt x="49903" y="59618"/>
                    <a:pt x="49903" y="59584"/>
                  </a:cubicBezTo>
                  <a:lnTo>
                    <a:pt x="49936" y="59418"/>
                  </a:lnTo>
                  <a:lnTo>
                    <a:pt x="50070" y="58784"/>
                  </a:lnTo>
                  <a:cubicBezTo>
                    <a:pt x="50237" y="57916"/>
                    <a:pt x="50303" y="57049"/>
                    <a:pt x="50237" y="56115"/>
                  </a:cubicBezTo>
                  <a:cubicBezTo>
                    <a:pt x="50203" y="55215"/>
                    <a:pt x="49870" y="54281"/>
                    <a:pt x="49369" y="53547"/>
                  </a:cubicBezTo>
                  <a:cubicBezTo>
                    <a:pt x="48369" y="51979"/>
                    <a:pt x="46901" y="50945"/>
                    <a:pt x="45600" y="49911"/>
                  </a:cubicBezTo>
                  <a:cubicBezTo>
                    <a:pt x="44933" y="49410"/>
                    <a:pt x="44299" y="48810"/>
                    <a:pt x="43965" y="48210"/>
                  </a:cubicBezTo>
                  <a:cubicBezTo>
                    <a:pt x="43632" y="47576"/>
                    <a:pt x="43632" y="46842"/>
                    <a:pt x="43899" y="46075"/>
                  </a:cubicBezTo>
                  <a:cubicBezTo>
                    <a:pt x="44032" y="45708"/>
                    <a:pt x="44132" y="45341"/>
                    <a:pt x="44366" y="45007"/>
                  </a:cubicBezTo>
                  <a:lnTo>
                    <a:pt x="44499" y="44707"/>
                  </a:lnTo>
                  <a:cubicBezTo>
                    <a:pt x="44566" y="44674"/>
                    <a:pt x="44499" y="44674"/>
                    <a:pt x="44566" y="44607"/>
                  </a:cubicBezTo>
                  <a:lnTo>
                    <a:pt x="44633" y="44540"/>
                  </a:lnTo>
                  <a:cubicBezTo>
                    <a:pt x="44766" y="44407"/>
                    <a:pt x="44899" y="44273"/>
                    <a:pt x="45066" y="44173"/>
                  </a:cubicBezTo>
                  <a:cubicBezTo>
                    <a:pt x="45633" y="43706"/>
                    <a:pt x="46401" y="43339"/>
                    <a:pt x="47101" y="42772"/>
                  </a:cubicBezTo>
                  <a:cubicBezTo>
                    <a:pt x="47468" y="42505"/>
                    <a:pt x="47802" y="42205"/>
                    <a:pt x="48068" y="41738"/>
                  </a:cubicBezTo>
                  <a:cubicBezTo>
                    <a:pt x="48269" y="41271"/>
                    <a:pt x="48402" y="40838"/>
                    <a:pt x="48402" y="40371"/>
                  </a:cubicBezTo>
                  <a:cubicBezTo>
                    <a:pt x="48435" y="39904"/>
                    <a:pt x="48369" y="39503"/>
                    <a:pt x="48369" y="39103"/>
                  </a:cubicBezTo>
                  <a:cubicBezTo>
                    <a:pt x="48369" y="38703"/>
                    <a:pt x="48402" y="38503"/>
                    <a:pt x="48569" y="38069"/>
                  </a:cubicBezTo>
                  <a:cubicBezTo>
                    <a:pt x="48869" y="37302"/>
                    <a:pt x="49136" y="36601"/>
                    <a:pt x="49603" y="36034"/>
                  </a:cubicBezTo>
                  <a:cubicBezTo>
                    <a:pt x="50036" y="35434"/>
                    <a:pt x="50637" y="35067"/>
                    <a:pt x="51371" y="34767"/>
                  </a:cubicBezTo>
                  <a:cubicBezTo>
                    <a:pt x="52071" y="34500"/>
                    <a:pt x="52805" y="34266"/>
                    <a:pt x="53572" y="34099"/>
                  </a:cubicBezTo>
                  <a:cubicBezTo>
                    <a:pt x="54306" y="33899"/>
                    <a:pt x="55073" y="33699"/>
                    <a:pt x="55807" y="33532"/>
                  </a:cubicBezTo>
                  <a:cubicBezTo>
                    <a:pt x="56174" y="33399"/>
                    <a:pt x="56574" y="33332"/>
                    <a:pt x="56941" y="33232"/>
                  </a:cubicBezTo>
                  <a:lnTo>
                    <a:pt x="58076" y="32999"/>
                  </a:lnTo>
                  <a:cubicBezTo>
                    <a:pt x="58809" y="32832"/>
                    <a:pt x="59510" y="32698"/>
                    <a:pt x="60277" y="32532"/>
                  </a:cubicBezTo>
                  <a:cubicBezTo>
                    <a:pt x="63246" y="31931"/>
                    <a:pt x="66081" y="31331"/>
                    <a:pt x="68783" y="30564"/>
                  </a:cubicBezTo>
                  <a:cubicBezTo>
                    <a:pt x="70117" y="30197"/>
                    <a:pt x="71485" y="29596"/>
                    <a:pt x="72486" y="28595"/>
                  </a:cubicBezTo>
                  <a:cubicBezTo>
                    <a:pt x="72986" y="28095"/>
                    <a:pt x="73420" y="27528"/>
                    <a:pt x="73753" y="26928"/>
                  </a:cubicBezTo>
                  <a:cubicBezTo>
                    <a:pt x="74087" y="26361"/>
                    <a:pt x="74320" y="25693"/>
                    <a:pt x="74320" y="24993"/>
                  </a:cubicBezTo>
                  <a:cubicBezTo>
                    <a:pt x="74387" y="24259"/>
                    <a:pt x="74154" y="23659"/>
                    <a:pt x="74054" y="23058"/>
                  </a:cubicBezTo>
                  <a:cubicBezTo>
                    <a:pt x="73920" y="22491"/>
                    <a:pt x="73820" y="21891"/>
                    <a:pt x="73920" y="21357"/>
                  </a:cubicBezTo>
                  <a:cubicBezTo>
                    <a:pt x="73987" y="20823"/>
                    <a:pt x="74120" y="20256"/>
                    <a:pt x="74320" y="19756"/>
                  </a:cubicBezTo>
                  <a:cubicBezTo>
                    <a:pt x="74554" y="19255"/>
                    <a:pt x="74787" y="18755"/>
                    <a:pt x="75121" y="18355"/>
                  </a:cubicBezTo>
                  <a:cubicBezTo>
                    <a:pt x="76389" y="16587"/>
                    <a:pt x="77990" y="15219"/>
                    <a:pt x="78724" y="13351"/>
                  </a:cubicBezTo>
                  <a:cubicBezTo>
                    <a:pt x="78790" y="13084"/>
                    <a:pt x="78824" y="12884"/>
                    <a:pt x="78924" y="12651"/>
                  </a:cubicBezTo>
                  <a:cubicBezTo>
                    <a:pt x="78924" y="12417"/>
                    <a:pt x="78990" y="12184"/>
                    <a:pt x="78957" y="11917"/>
                  </a:cubicBezTo>
                  <a:lnTo>
                    <a:pt x="78957" y="11583"/>
                  </a:lnTo>
                  <a:cubicBezTo>
                    <a:pt x="78957" y="11483"/>
                    <a:pt x="78924" y="11383"/>
                    <a:pt x="78924" y="11250"/>
                  </a:cubicBezTo>
                  <a:lnTo>
                    <a:pt x="78790" y="10649"/>
                  </a:lnTo>
                  <a:cubicBezTo>
                    <a:pt x="78624" y="9815"/>
                    <a:pt x="78457" y="9048"/>
                    <a:pt x="78323" y="8348"/>
                  </a:cubicBezTo>
                  <a:cubicBezTo>
                    <a:pt x="78090" y="6913"/>
                    <a:pt x="78056" y="5679"/>
                    <a:pt x="78223" y="4712"/>
                  </a:cubicBezTo>
                  <a:cubicBezTo>
                    <a:pt x="78257" y="4478"/>
                    <a:pt x="78290" y="4211"/>
                    <a:pt x="78323" y="4011"/>
                  </a:cubicBezTo>
                  <a:cubicBezTo>
                    <a:pt x="78390" y="3811"/>
                    <a:pt x="78457" y="3578"/>
                    <a:pt x="78490" y="3411"/>
                  </a:cubicBezTo>
                  <a:cubicBezTo>
                    <a:pt x="78590" y="3077"/>
                    <a:pt x="78757" y="2810"/>
                    <a:pt x="78824" y="2543"/>
                  </a:cubicBezTo>
                  <a:cubicBezTo>
                    <a:pt x="78924" y="2310"/>
                    <a:pt x="78990" y="2110"/>
                    <a:pt x="79091" y="2010"/>
                  </a:cubicBezTo>
                  <a:cubicBezTo>
                    <a:pt x="79124" y="1876"/>
                    <a:pt x="79157" y="1843"/>
                    <a:pt x="79157" y="1843"/>
                  </a:cubicBezTo>
                  <a:cubicBezTo>
                    <a:pt x="79324" y="1576"/>
                    <a:pt x="79424" y="1343"/>
                    <a:pt x="79724" y="1009"/>
                  </a:cubicBezTo>
                  <a:cubicBezTo>
                    <a:pt x="79824" y="842"/>
                    <a:pt x="79924" y="642"/>
                    <a:pt x="79991" y="509"/>
                  </a:cubicBezTo>
                  <a:cubicBezTo>
                    <a:pt x="80158" y="208"/>
                    <a:pt x="80225" y="42"/>
                    <a:pt x="80158" y="8"/>
                  </a:cubicBezTo>
                  <a:cubicBezTo>
                    <a:pt x="80153" y="3"/>
                    <a:pt x="80145" y="0"/>
                    <a:pt x="80135"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1" name="Google Shape;1201;p9"/>
            <p:cNvSpPr/>
            <p:nvPr/>
          </p:nvSpPr>
          <p:spPr>
            <a:xfrm>
              <a:off x="1106800" y="170400"/>
              <a:ext cx="2139875" cy="3395950"/>
            </a:xfrm>
            <a:custGeom>
              <a:avLst/>
              <a:gdLst/>
              <a:ahLst/>
              <a:cxnLst/>
              <a:rect l="l" t="t" r="r" b="b"/>
              <a:pathLst>
                <a:path w="85595" h="135838" extrusionOk="0">
                  <a:moveTo>
                    <a:pt x="85546" y="1"/>
                  </a:moveTo>
                  <a:cubicBezTo>
                    <a:pt x="85502" y="1"/>
                    <a:pt x="85407" y="103"/>
                    <a:pt x="85261" y="307"/>
                  </a:cubicBezTo>
                  <a:cubicBezTo>
                    <a:pt x="85094" y="541"/>
                    <a:pt x="84894" y="874"/>
                    <a:pt x="84694" y="1408"/>
                  </a:cubicBezTo>
                  <a:cubicBezTo>
                    <a:pt x="84694" y="1408"/>
                    <a:pt x="84627" y="1508"/>
                    <a:pt x="84594" y="1642"/>
                  </a:cubicBezTo>
                  <a:cubicBezTo>
                    <a:pt x="84594" y="1675"/>
                    <a:pt x="84561" y="1742"/>
                    <a:pt x="84527" y="1875"/>
                  </a:cubicBezTo>
                  <a:cubicBezTo>
                    <a:pt x="84461" y="1975"/>
                    <a:pt x="84461" y="2142"/>
                    <a:pt x="84427" y="2242"/>
                  </a:cubicBezTo>
                  <a:cubicBezTo>
                    <a:pt x="84327" y="2842"/>
                    <a:pt x="84227" y="3743"/>
                    <a:pt x="84394" y="4911"/>
                  </a:cubicBezTo>
                  <a:cubicBezTo>
                    <a:pt x="84494" y="5511"/>
                    <a:pt x="84594" y="6178"/>
                    <a:pt x="84727" y="6879"/>
                  </a:cubicBezTo>
                  <a:cubicBezTo>
                    <a:pt x="84894" y="7579"/>
                    <a:pt x="85061" y="8380"/>
                    <a:pt x="85094" y="9247"/>
                  </a:cubicBezTo>
                  <a:cubicBezTo>
                    <a:pt x="85161" y="9481"/>
                    <a:pt x="85161" y="9714"/>
                    <a:pt x="85161" y="9914"/>
                  </a:cubicBezTo>
                  <a:cubicBezTo>
                    <a:pt x="85094" y="10148"/>
                    <a:pt x="85094" y="10348"/>
                    <a:pt x="85061" y="10581"/>
                  </a:cubicBezTo>
                  <a:cubicBezTo>
                    <a:pt x="85061" y="10848"/>
                    <a:pt x="84994" y="11048"/>
                    <a:pt x="84928" y="11315"/>
                  </a:cubicBezTo>
                  <a:cubicBezTo>
                    <a:pt x="84894" y="11549"/>
                    <a:pt x="84794" y="11749"/>
                    <a:pt x="84727" y="12016"/>
                  </a:cubicBezTo>
                  <a:cubicBezTo>
                    <a:pt x="84561" y="12483"/>
                    <a:pt x="84327" y="12916"/>
                    <a:pt x="83960" y="13350"/>
                  </a:cubicBezTo>
                  <a:cubicBezTo>
                    <a:pt x="83693" y="13817"/>
                    <a:pt x="83260" y="14184"/>
                    <a:pt x="82859" y="14584"/>
                  </a:cubicBezTo>
                  <a:cubicBezTo>
                    <a:pt x="81959" y="15385"/>
                    <a:pt x="81025" y="16219"/>
                    <a:pt x="80224" y="17319"/>
                  </a:cubicBezTo>
                  <a:cubicBezTo>
                    <a:pt x="79857" y="17853"/>
                    <a:pt x="79490" y="18487"/>
                    <a:pt x="79324" y="19187"/>
                  </a:cubicBezTo>
                  <a:cubicBezTo>
                    <a:pt x="79090" y="19855"/>
                    <a:pt x="79057" y="20588"/>
                    <a:pt x="79090" y="21356"/>
                  </a:cubicBezTo>
                  <a:cubicBezTo>
                    <a:pt x="79157" y="22823"/>
                    <a:pt x="79424" y="24358"/>
                    <a:pt x="79157" y="25926"/>
                  </a:cubicBezTo>
                  <a:cubicBezTo>
                    <a:pt x="78823" y="27493"/>
                    <a:pt x="78023" y="29028"/>
                    <a:pt x="76755" y="30229"/>
                  </a:cubicBezTo>
                  <a:cubicBezTo>
                    <a:pt x="75521" y="31430"/>
                    <a:pt x="73853" y="32263"/>
                    <a:pt x="72085" y="33064"/>
                  </a:cubicBezTo>
                  <a:cubicBezTo>
                    <a:pt x="70384" y="33898"/>
                    <a:pt x="68483" y="34498"/>
                    <a:pt x="66481" y="34999"/>
                  </a:cubicBezTo>
                  <a:cubicBezTo>
                    <a:pt x="65981" y="35166"/>
                    <a:pt x="65480" y="35266"/>
                    <a:pt x="64980" y="35399"/>
                  </a:cubicBezTo>
                  <a:cubicBezTo>
                    <a:pt x="64713" y="35499"/>
                    <a:pt x="64480" y="35532"/>
                    <a:pt x="64213" y="35599"/>
                  </a:cubicBezTo>
                  <a:lnTo>
                    <a:pt x="64013" y="35666"/>
                  </a:lnTo>
                  <a:lnTo>
                    <a:pt x="63913" y="35666"/>
                  </a:lnTo>
                  <a:lnTo>
                    <a:pt x="63846" y="35699"/>
                  </a:lnTo>
                  <a:lnTo>
                    <a:pt x="63412" y="35766"/>
                  </a:lnTo>
                  <a:cubicBezTo>
                    <a:pt x="62378" y="36033"/>
                    <a:pt x="61311" y="36366"/>
                    <a:pt x="60310" y="36867"/>
                  </a:cubicBezTo>
                  <a:cubicBezTo>
                    <a:pt x="59309" y="37367"/>
                    <a:pt x="58309" y="38068"/>
                    <a:pt x="57708" y="39168"/>
                  </a:cubicBezTo>
                  <a:cubicBezTo>
                    <a:pt x="57408" y="39702"/>
                    <a:pt x="57341" y="40336"/>
                    <a:pt x="57174" y="40870"/>
                  </a:cubicBezTo>
                  <a:cubicBezTo>
                    <a:pt x="57141" y="41170"/>
                    <a:pt x="57008" y="41437"/>
                    <a:pt x="56908" y="41704"/>
                  </a:cubicBezTo>
                  <a:cubicBezTo>
                    <a:pt x="56808" y="42004"/>
                    <a:pt x="56674" y="42237"/>
                    <a:pt x="56541" y="42504"/>
                  </a:cubicBezTo>
                  <a:lnTo>
                    <a:pt x="56307" y="43005"/>
                  </a:lnTo>
                  <a:cubicBezTo>
                    <a:pt x="56174" y="43171"/>
                    <a:pt x="56040" y="43338"/>
                    <a:pt x="55907" y="43538"/>
                  </a:cubicBezTo>
                  <a:cubicBezTo>
                    <a:pt x="55640" y="43905"/>
                    <a:pt x="55240" y="44339"/>
                    <a:pt x="54839" y="44739"/>
                  </a:cubicBezTo>
                  <a:cubicBezTo>
                    <a:pt x="54406" y="45173"/>
                    <a:pt x="53872" y="45573"/>
                    <a:pt x="53372" y="46107"/>
                  </a:cubicBezTo>
                  <a:cubicBezTo>
                    <a:pt x="52871" y="46607"/>
                    <a:pt x="52371" y="47341"/>
                    <a:pt x="52204" y="48208"/>
                  </a:cubicBezTo>
                  <a:cubicBezTo>
                    <a:pt x="51837" y="50010"/>
                    <a:pt x="52571" y="51844"/>
                    <a:pt x="53405" y="53612"/>
                  </a:cubicBezTo>
                  <a:cubicBezTo>
                    <a:pt x="53839" y="54513"/>
                    <a:pt x="54172" y="55447"/>
                    <a:pt x="54339" y="56514"/>
                  </a:cubicBezTo>
                  <a:cubicBezTo>
                    <a:pt x="54406" y="56748"/>
                    <a:pt x="54372" y="57048"/>
                    <a:pt x="54406" y="57281"/>
                  </a:cubicBezTo>
                  <a:cubicBezTo>
                    <a:pt x="54406" y="57548"/>
                    <a:pt x="54473" y="57848"/>
                    <a:pt x="54473" y="58082"/>
                  </a:cubicBezTo>
                  <a:cubicBezTo>
                    <a:pt x="54473" y="58349"/>
                    <a:pt x="54473" y="58616"/>
                    <a:pt x="54406" y="58883"/>
                  </a:cubicBezTo>
                  <a:cubicBezTo>
                    <a:pt x="54372" y="59116"/>
                    <a:pt x="54372" y="59416"/>
                    <a:pt x="54306" y="59683"/>
                  </a:cubicBezTo>
                  <a:cubicBezTo>
                    <a:pt x="54072" y="60751"/>
                    <a:pt x="53639" y="61785"/>
                    <a:pt x="52971" y="62719"/>
                  </a:cubicBezTo>
                  <a:cubicBezTo>
                    <a:pt x="52304" y="63619"/>
                    <a:pt x="51370" y="64420"/>
                    <a:pt x="50403" y="65087"/>
                  </a:cubicBezTo>
                  <a:cubicBezTo>
                    <a:pt x="49402" y="65754"/>
                    <a:pt x="48335" y="66355"/>
                    <a:pt x="47234" y="66888"/>
                  </a:cubicBezTo>
                  <a:cubicBezTo>
                    <a:pt x="46700" y="67188"/>
                    <a:pt x="46167" y="67455"/>
                    <a:pt x="45633" y="67789"/>
                  </a:cubicBezTo>
                  <a:cubicBezTo>
                    <a:pt x="45366" y="67956"/>
                    <a:pt x="45133" y="68189"/>
                    <a:pt x="44866" y="68423"/>
                  </a:cubicBezTo>
                  <a:cubicBezTo>
                    <a:pt x="44732" y="68589"/>
                    <a:pt x="44666" y="68756"/>
                    <a:pt x="44565" y="68923"/>
                  </a:cubicBezTo>
                  <a:cubicBezTo>
                    <a:pt x="44565" y="69023"/>
                    <a:pt x="44532" y="69123"/>
                    <a:pt x="44532" y="69223"/>
                  </a:cubicBezTo>
                  <a:cubicBezTo>
                    <a:pt x="44532" y="69290"/>
                    <a:pt x="44532" y="69423"/>
                    <a:pt x="44565" y="69523"/>
                  </a:cubicBezTo>
                  <a:cubicBezTo>
                    <a:pt x="44666" y="69890"/>
                    <a:pt x="44899" y="70124"/>
                    <a:pt x="45133" y="70391"/>
                  </a:cubicBezTo>
                  <a:cubicBezTo>
                    <a:pt x="45333" y="70591"/>
                    <a:pt x="45533" y="70858"/>
                    <a:pt x="45800" y="71058"/>
                  </a:cubicBezTo>
                  <a:cubicBezTo>
                    <a:pt x="45900" y="71191"/>
                    <a:pt x="46033" y="71291"/>
                    <a:pt x="46167" y="71392"/>
                  </a:cubicBezTo>
                  <a:lnTo>
                    <a:pt x="46567" y="71625"/>
                  </a:lnTo>
                  <a:cubicBezTo>
                    <a:pt x="46700" y="71725"/>
                    <a:pt x="46867" y="71792"/>
                    <a:pt x="47034" y="71859"/>
                  </a:cubicBezTo>
                  <a:cubicBezTo>
                    <a:pt x="47167" y="71925"/>
                    <a:pt x="47334" y="72025"/>
                    <a:pt x="47501" y="72025"/>
                  </a:cubicBezTo>
                  <a:cubicBezTo>
                    <a:pt x="47723" y="72081"/>
                    <a:pt x="47946" y="72103"/>
                    <a:pt x="48167" y="72103"/>
                  </a:cubicBezTo>
                  <a:cubicBezTo>
                    <a:pt x="48609" y="72103"/>
                    <a:pt x="49046" y="72014"/>
                    <a:pt x="49469" y="71925"/>
                  </a:cubicBezTo>
                  <a:cubicBezTo>
                    <a:pt x="50069" y="71792"/>
                    <a:pt x="50670" y="71592"/>
                    <a:pt x="51237" y="71458"/>
                  </a:cubicBezTo>
                  <a:cubicBezTo>
                    <a:pt x="51742" y="71314"/>
                    <a:pt x="52259" y="71245"/>
                    <a:pt x="52769" y="71245"/>
                  </a:cubicBezTo>
                  <a:cubicBezTo>
                    <a:pt x="53440" y="71245"/>
                    <a:pt x="54100" y="71364"/>
                    <a:pt x="54706" y="71592"/>
                  </a:cubicBezTo>
                  <a:cubicBezTo>
                    <a:pt x="55240" y="71758"/>
                    <a:pt x="55673" y="72192"/>
                    <a:pt x="55974" y="72626"/>
                  </a:cubicBezTo>
                  <a:cubicBezTo>
                    <a:pt x="56240" y="73126"/>
                    <a:pt x="56474" y="73693"/>
                    <a:pt x="56574" y="74227"/>
                  </a:cubicBezTo>
                  <a:cubicBezTo>
                    <a:pt x="56874" y="75428"/>
                    <a:pt x="56908" y="76729"/>
                    <a:pt x="56841" y="78030"/>
                  </a:cubicBezTo>
                  <a:cubicBezTo>
                    <a:pt x="56808" y="78697"/>
                    <a:pt x="56707" y="79297"/>
                    <a:pt x="56574" y="79964"/>
                  </a:cubicBezTo>
                  <a:lnTo>
                    <a:pt x="56207" y="81966"/>
                  </a:lnTo>
                  <a:cubicBezTo>
                    <a:pt x="56140" y="82299"/>
                    <a:pt x="56140" y="82700"/>
                    <a:pt x="56074" y="83033"/>
                  </a:cubicBezTo>
                  <a:cubicBezTo>
                    <a:pt x="56040" y="83367"/>
                    <a:pt x="56007" y="83734"/>
                    <a:pt x="56007" y="84067"/>
                  </a:cubicBezTo>
                  <a:cubicBezTo>
                    <a:pt x="56040" y="84734"/>
                    <a:pt x="56007" y="85435"/>
                    <a:pt x="56074" y="86135"/>
                  </a:cubicBezTo>
                  <a:cubicBezTo>
                    <a:pt x="56174" y="87570"/>
                    <a:pt x="56374" y="88937"/>
                    <a:pt x="56474" y="90372"/>
                  </a:cubicBezTo>
                  <a:cubicBezTo>
                    <a:pt x="56474" y="90705"/>
                    <a:pt x="56507" y="91072"/>
                    <a:pt x="56507" y="91406"/>
                  </a:cubicBezTo>
                  <a:lnTo>
                    <a:pt x="56474" y="92440"/>
                  </a:lnTo>
                  <a:lnTo>
                    <a:pt x="56474" y="92974"/>
                  </a:lnTo>
                  <a:lnTo>
                    <a:pt x="56374" y="93474"/>
                  </a:lnTo>
                  <a:lnTo>
                    <a:pt x="56307" y="93974"/>
                  </a:lnTo>
                  <a:cubicBezTo>
                    <a:pt x="56307" y="94141"/>
                    <a:pt x="56240" y="94308"/>
                    <a:pt x="56207" y="94475"/>
                  </a:cubicBezTo>
                  <a:cubicBezTo>
                    <a:pt x="55907" y="95876"/>
                    <a:pt x="55340" y="97143"/>
                    <a:pt x="54806" y="98544"/>
                  </a:cubicBezTo>
                  <a:cubicBezTo>
                    <a:pt x="54673" y="98878"/>
                    <a:pt x="54539" y="99245"/>
                    <a:pt x="54406" y="99578"/>
                  </a:cubicBezTo>
                  <a:cubicBezTo>
                    <a:pt x="54339" y="99912"/>
                    <a:pt x="54172" y="100245"/>
                    <a:pt x="54072" y="100612"/>
                  </a:cubicBezTo>
                  <a:lnTo>
                    <a:pt x="53805" y="101713"/>
                  </a:lnTo>
                  <a:lnTo>
                    <a:pt x="53639" y="102814"/>
                  </a:lnTo>
                  <a:cubicBezTo>
                    <a:pt x="53405" y="104315"/>
                    <a:pt x="53672" y="105783"/>
                    <a:pt x="53839" y="107251"/>
                  </a:cubicBezTo>
                  <a:cubicBezTo>
                    <a:pt x="54006" y="108718"/>
                    <a:pt x="54072" y="110153"/>
                    <a:pt x="53539" y="111487"/>
                  </a:cubicBezTo>
                  <a:cubicBezTo>
                    <a:pt x="53305" y="112154"/>
                    <a:pt x="52905" y="112788"/>
                    <a:pt x="52404" y="113288"/>
                  </a:cubicBezTo>
                  <a:lnTo>
                    <a:pt x="51671" y="114055"/>
                  </a:lnTo>
                  <a:lnTo>
                    <a:pt x="51237" y="114389"/>
                  </a:lnTo>
                  <a:cubicBezTo>
                    <a:pt x="51070" y="114489"/>
                    <a:pt x="50970" y="114589"/>
                    <a:pt x="50803" y="114656"/>
                  </a:cubicBezTo>
                  <a:cubicBezTo>
                    <a:pt x="49536" y="115390"/>
                    <a:pt x="48135" y="115723"/>
                    <a:pt x="46734" y="116224"/>
                  </a:cubicBezTo>
                  <a:cubicBezTo>
                    <a:pt x="46067" y="116457"/>
                    <a:pt x="45366" y="116757"/>
                    <a:pt x="44732" y="117124"/>
                  </a:cubicBezTo>
                  <a:cubicBezTo>
                    <a:pt x="44065" y="117491"/>
                    <a:pt x="43531" y="118058"/>
                    <a:pt x="43131" y="118659"/>
                  </a:cubicBezTo>
                  <a:cubicBezTo>
                    <a:pt x="43031" y="118825"/>
                    <a:pt x="42898" y="118992"/>
                    <a:pt x="42831" y="119159"/>
                  </a:cubicBezTo>
                  <a:lnTo>
                    <a:pt x="42664" y="119726"/>
                  </a:lnTo>
                  <a:cubicBezTo>
                    <a:pt x="42631" y="119893"/>
                    <a:pt x="42564" y="120093"/>
                    <a:pt x="42531" y="120260"/>
                  </a:cubicBezTo>
                  <a:cubicBezTo>
                    <a:pt x="42497" y="120427"/>
                    <a:pt x="42464" y="120627"/>
                    <a:pt x="42464" y="120794"/>
                  </a:cubicBezTo>
                  <a:cubicBezTo>
                    <a:pt x="42331" y="121561"/>
                    <a:pt x="42331" y="122261"/>
                    <a:pt x="42364" y="122962"/>
                  </a:cubicBezTo>
                  <a:cubicBezTo>
                    <a:pt x="42397" y="124429"/>
                    <a:pt x="42564" y="125797"/>
                    <a:pt x="42331" y="127131"/>
                  </a:cubicBezTo>
                  <a:cubicBezTo>
                    <a:pt x="42164" y="127799"/>
                    <a:pt x="41964" y="128432"/>
                    <a:pt x="41630" y="128999"/>
                  </a:cubicBezTo>
                  <a:cubicBezTo>
                    <a:pt x="41230" y="129566"/>
                    <a:pt x="40829" y="130067"/>
                    <a:pt x="40329" y="130500"/>
                  </a:cubicBezTo>
                  <a:cubicBezTo>
                    <a:pt x="39328" y="131434"/>
                    <a:pt x="38128" y="132002"/>
                    <a:pt x="36860" y="132268"/>
                  </a:cubicBezTo>
                  <a:cubicBezTo>
                    <a:pt x="36209" y="132368"/>
                    <a:pt x="35567" y="132410"/>
                    <a:pt x="34929" y="132410"/>
                  </a:cubicBezTo>
                  <a:cubicBezTo>
                    <a:pt x="34291" y="132410"/>
                    <a:pt x="33658" y="132368"/>
                    <a:pt x="33024" y="132302"/>
                  </a:cubicBezTo>
                  <a:cubicBezTo>
                    <a:pt x="31790" y="132135"/>
                    <a:pt x="30522" y="131935"/>
                    <a:pt x="29321" y="131768"/>
                  </a:cubicBezTo>
                  <a:cubicBezTo>
                    <a:pt x="28164" y="131616"/>
                    <a:pt x="27090" y="131464"/>
                    <a:pt x="25999" y="131464"/>
                  </a:cubicBezTo>
                  <a:cubicBezTo>
                    <a:pt x="25894" y="131464"/>
                    <a:pt x="25790" y="131465"/>
                    <a:pt x="25685" y="131468"/>
                  </a:cubicBezTo>
                  <a:cubicBezTo>
                    <a:pt x="24484" y="131468"/>
                    <a:pt x="23317" y="131668"/>
                    <a:pt x="22283" y="132102"/>
                  </a:cubicBezTo>
                  <a:cubicBezTo>
                    <a:pt x="21215" y="132569"/>
                    <a:pt x="20281" y="133069"/>
                    <a:pt x="19347" y="133569"/>
                  </a:cubicBezTo>
                  <a:cubicBezTo>
                    <a:pt x="18447" y="134070"/>
                    <a:pt x="17513" y="134570"/>
                    <a:pt x="16646" y="134937"/>
                  </a:cubicBezTo>
                  <a:cubicBezTo>
                    <a:pt x="15712" y="135304"/>
                    <a:pt x="14811" y="135504"/>
                    <a:pt x="13944" y="135504"/>
                  </a:cubicBezTo>
                  <a:cubicBezTo>
                    <a:pt x="13043" y="135504"/>
                    <a:pt x="12209" y="135304"/>
                    <a:pt x="11442" y="135104"/>
                  </a:cubicBezTo>
                  <a:cubicBezTo>
                    <a:pt x="9874" y="134603"/>
                    <a:pt x="8506" y="134003"/>
                    <a:pt x="7272" y="133603"/>
                  </a:cubicBezTo>
                  <a:cubicBezTo>
                    <a:pt x="6177" y="133188"/>
                    <a:pt x="5134" y="132958"/>
                    <a:pt x="4284" y="132958"/>
                  </a:cubicBezTo>
                  <a:cubicBezTo>
                    <a:pt x="4176" y="132958"/>
                    <a:pt x="4071" y="132961"/>
                    <a:pt x="3970" y="132969"/>
                  </a:cubicBezTo>
                  <a:cubicBezTo>
                    <a:pt x="3703" y="133002"/>
                    <a:pt x="3503" y="133002"/>
                    <a:pt x="3303" y="133069"/>
                  </a:cubicBezTo>
                  <a:cubicBezTo>
                    <a:pt x="3103" y="133102"/>
                    <a:pt x="2869" y="133136"/>
                    <a:pt x="2702" y="133169"/>
                  </a:cubicBezTo>
                  <a:cubicBezTo>
                    <a:pt x="2369" y="133302"/>
                    <a:pt x="2102" y="133336"/>
                    <a:pt x="1868" y="133469"/>
                  </a:cubicBezTo>
                  <a:cubicBezTo>
                    <a:pt x="1668" y="133569"/>
                    <a:pt x="1501" y="133636"/>
                    <a:pt x="1368" y="133669"/>
                  </a:cubicBezTo>
                  <a:cubicBezTo>
                    <a:pt x="1235" y="133736"/>
                    <a:pt x="1201" y="133769"/>
                    <a:pt x="1201" y="133769"/>
                  </a:cubicBezTo>
                  <a:cubicBezTo>
                    <a:pt x="968" y="133903"/>
                    <a:pt x="734" y="134003"/>
                    <a:pt x="701" y="134270"/>
                  </a:cubicBezTo>
                  <a:cubicBezTo>
                    <a:pt x="534" y="134403"/>
                    <a:pt x="401" y="134470"/>
                    <a:pt x="301" y="134570"/>
                  </a:cubicBezTo>
                  <a:cubicBezTo>
                    <a:pt x="67" y="134737"/>
                    <a:pt x="0" y="134804"/>
                    <a:pt x="0" y="134837"/>
                  </a:cubicBezTo>
                  <a:cubicBezTo>
                    <a:pt x="0" y="134856"/>
                    <a:pt x="11" y="134864"/>
                    <a:pt x="31" y="134864"/>
                  </a:cubicBezTo>
                  <a:cubicBezTo>
                    <a:pt x="83" y="134864"/>
                    <a:pt x="199" y="134809"/>
                    <a:pt x="367" y="134737"/>
                  </a:cubicBezTo>
                  <a:cubicBezTo>
                    <a:pt x="501" y="134637"/>
                    <a:pt x="667" y="134570"/>
                    <a:pt x="834" y="134470"/>
                  </a:cubicBezTo>
                  <a:cubicBezTo>
                    <a:pt x="1001" y="134337"/>
                    <a:pt x="1201" y="134270"/>
                    <a:pt x="1468" y="134136"/>
                  </a:cubicBezTo>
                  <a:cubicBezTo>
                    <a:pt x="1468" y="134136"/>
                    <a:pt x="1501" y="134103"/>
                    <a:pt x="1635" y="134070"/>
                  </a:cubicBezTo>
                  <a:cubicBezTo>
                    <a:pt x="1735" y="134003"/>
                    <a:pt x="1902" y="133936"/>
                    <a:pt x="2135" y="133836"/>
                  </a:cubicBezTo>
                  <a:cubicBezTo>
                    <a:pt x="2335" y="133736"/>
                    <a:pt x="2636" y="133669"/>
                    <a:pt x="2969" y="133569"/>
                  </a:cubicBezTo>
                  <a:cubicBezTo>
                    <a:pt x="3136" y="133503"/>
                    <a:pt x="3303" y="133469"/>
                    <a:pt x="3503" y="133436"/>
                  </a:cubicBezTo>
                  <a:cubicBezTo>
                    <a:pt x="3703" y="133403"/>
                    <a:pt x="3903" y="133403"/>
                    <a:pt x="4137" y="133336"/>
                  </a:cubicBezTo>
                  <a:cubicBezTo>
                    <a:pt x="4235" y="133328"/>
                    <a:pt x="4336" y="133325"/>
                    <a:pt x="4441" y="133325"/>
                  </a:cubicBezTo>
                  <a:cubicBezTo>
                    <a:pt x="5262" y="133325"/>
                    <a:pt x="6274" y="133552"/>
                    <a:pt x="7339" y="133936"/>
                  </a:cubicBezTo>
                  <a:cubicBezTo>
                    <a:pt x="8573" y="134337"/>
                    <a:pt x="9974" y="134937"/>
                    <a:pt x="11542" y="135437"/>
                  </a:cubicBezTo>
                  <a:cubicBezTo>
                    <a:pt x="12342" y="135637"/>
                    <a:pt x="13210" y="135838"/>
                    <a:pt x="14144" y="135838"/>
                  </a:cubicBezTo>
                  <a:cubicBezTo>
                    <a:pt x="15044" y="135838"/>
                    <a:pt x="16012" y="135637"/>
                    <a:pt x="16912" y="135271"/>
                  </a:cubicBezTo>
                  <a:cubicBezTo>
                    <a:pt x="17846" y="134904"/>
                    <a:pt x="18714" y="134403"/>
                    <a:pt x="19648" y="133903"/>
                  </a:cubicBezTo>
                  <a:cubicBezTo>
                    <a:pt x="20582" y="133403"/>
                    <a:pt x="21549" y="132902"/>
                    <a:pt x="22550" y="132469"/>
                  </a:cubicBezTo>
                  <a:cubicBezTo>
                    <a:pt x="23550" y="132102"/>
                    <a:pt x="24685" y="131901"/>
                    <a:pt x="25852" y="131901"/>
                  </a:cubicBezTo>
                  <a:cubicBezTo>
                    <a:pt x="26986" y="131901"/>
                    <a:pt x="28187" y="132002"/>
                    <a:pt x="29388" y="132168"/>
                  </a:cubicBezTo>
                  <a:cubicBezTo>
                    <a:pt x="30589" y="132335"/>
                    <a:pt x="31823" y="132602"/>
                    <a:pt x="33091" y="132735"/>
                  </a:cubicBezTo>
                  <a:cubicBezTo>
                    <a:pt x="33753" y="132788"/>
                    <a:pt x="34433" y="132840"/>
                    <a:pt x="35122" y="132840"/>
                  </a:cubicBezTo>
                  <a:cubicBezTo>
                    <a:pt x="35752" y="132840"/>
                    <a:pt x="36389" y="132796"/>
                    <a:pt x="37027" y="132669"/>
                  </a:cubicBezTo>
                  <a:cubicBezTo>
                    <a:pt x="38361" y="132435"/>
                    <a:pt x="39662" y="131801"/>
                    <a:pt x="40663" y="130834"/>
                  </a:cubicBezTo>
                  <a:cubicBezTo>
                    <a:pt x="41163" y="130400"/>
                    <a:pt x="41597" y="129833"/>
                    <a:pt x="41997" y="129266"/>
                  </a:cubicBezTo>
                  <a:cubicBezTo>
                    <a:pt x="42364" y="128632"/>
                    <a:pt x="42597" y="127965"/>
                    <a:pt x="42731" y="127265"/>
                  </a:cubicBezTo>
                  <a:cubicBezTo>
                    <a:pt x="42998" y="125830"/>
                    <a:pt x="42831" y="124429"/>
                    <a:pt x="42764" y="122995"/>
                  </a:cubicBezTo>
                  <a:cubicBezTo>
                    <a:pt x="42731" y="122295"/>
                    <a:pt x="42731" y="121594"/>
                    <a:pt x="42864" y="120927"/>
                  </a:cubicBezTo>
                  <a:cubicBezTo>
                    <a:pt x="42864" y="120760"/>
                    <a:pt x="42898" y="120593"/>
                    <a:pt x="42931" y="120427"/>
                  </a:cubicBezTo>
                  <a:cubicBezTo>
                    <a:pt x="42998" y="120260"/>
                    <a:pt x="42998" y="120093"/>
                    <a:pt x="43064" y="119926"/>
                  </a:cubicBezTo>
                  <a:lnTo>
                    <a:pt x="43231" y="119426"/>
                  </a:lnTo>
                  <a:cubicBezTo>
                    <a:pt x="43331" y="119259"/>
                    <a:pt x="43398" y="119126"/>
                    <a:pt x="43498" y="118959"/>
                  </a:cubicBezTo>
                  <a:cubicBezTo>
                    <a:pt x="43865" y="118392"/>
                    <a:pt x="44399" y="117925"/>
                    <a:pt x="44999" y="117558"/>
                  </a:cubicBezTo>
                  <a:cubicBezTo>
                    <a:pt x="45600" y="117158"/>
                    <a:pt x="46267" y="116924"/>
                    <a:pt x="46934" y="116657"/>
                  </a:cubicBezTo>
                  <a:cubicBezTo>
                    <a:pt x="48335" y="116224"/>
                    <a:pt x="49769" y="115823"/>
                    <a:pt x="51070" y="115089"/>
                  </a:cubicBezTo>
                  <a:cubicBezTo>
                    <a:pt x="51204" y="114989"/>
                    <a:pt x="51370" y="114923"/>
                    <a:pt x="51537" y="114789"/>
                  </a:cubicBezTo>
                  <a:lnTo>
                    <a:pt x="52004" y="114456"/>
                  </a:lnTo>
                  <a:cubicBezTo>
                    <a:pt x="52238" y="114222"/>
                    <a:pt x="52538" y="113955"/>
                    <a:pt x="52771" y="113655"/>
                  </a:cubicBezTo>
                  <a:cubicBezTo>
                    <a:pt x="53272" y="113121"/>
                    <a:pt x="53705" y="112454"/>
                    <a:pt x="54006" y="111754"/>
                  </a:cubicBezTo>
                  <a:cubicBezTo>
                    <a:pt x="54272" y="111053"/>
                    <a:pt x="54439" y="110286"/>
                    <a:pt x="54439" y="109552"/>
                  </a:cubicBezTo>
                  <a:cubicBezTo>
                    <a:pt x="54439" y="108752"/>
                    <a:pt x="54406" y="108051"/>
                    <a:pt x="54339" y="107284"/>
                  </a:cubicBezTo>
                  <a:cubicBezTo>
                    <a:pt x="54172" y="105816"/>
                    <a:pt x="53905" y="104382"/>
                    <a:pt x="54106" y="102947"/>
                  </a:cubicBezTo>
                  <a:lnTo>
                    <a:pt x="54272" y="101913"/>
                  </a:lnTo>
                  <a:lnTo>
                    <a:pt x="54573" y="100879"/>
                  </a:lnTo>
                  <a:cubicBezTo>
                    <a:pt x="54673" y="100479"/>
                    <a:pt x="54773" y="100145"/>
                    <a:pt x="54906" y="99812"/>
                  </a:cubicBezTo>
                  <a:cubicBezTo>
                    <a:pt x="55006" y="99478"/>
                    <a:pt x="55173" y="99145"/>
                    <a:pt x="55273" y="98811"/>
                  </a:cubicBezTo>
                  <a:cubicBezTo>
                    <a:pt x="55840" y="97477"/>
                    <a:pt x="56441" y="96143"/>
                    <a:pt x="56741" y="94708"/>
                  </a:cubicBezTo>
                  <a:cubicBezTo>
                    <a:pt x="56841" y="94541"/>
                    <a:pt x="56841" y="94308"/>
                    <a:pt x="56874" y="94141"/>
                  </a:cubicBezTo>
                  <a:lnTo>
                    <a:pt x="56941" y="93607"/>
                  </a:lnTo>
                  <a:lnTo>
                    <a:pt x="57041" y="93074"/>
                  </a:lnTo>
                  <a:lnTo>
                    <a:pt x="57041" y="92540"/>
                  </a:lnTo>
                  <a:lnTo>
                    <a:pt x="57074" y="91439"/>
                  </a:lnTo>
                  <a:cubicBezTo>
                    <a:pt x="57074" y="91072"/>
                    <a:pt x="57041" y="90739"/>
                    <a:pt x="57041" y="90372"/>
                  </a:cubicBezTo>
                  <a:cubicBezTo>
                    <a:pt x="56874" y="87536"/>
                    <a:pt x="56274" y="84768"/>
                    <a:pt x="56774" y="82099"/>
                  </a:cubicBezTo>
                  <a:cubicBezTo>
                    <a:pt x="57375" y="79464"/>
                    <a:pt x="57775" y="76729"/>
                    <a:pt x="57174" y="74127"/>
                  </a:cubicBezTo>
                  <a:cubicBezTo>
                    <a:pt x="57008" y="73560"/>
                    <a:pt x="56774" y="72959"/>
                    <a:pt x="56441" y="72426"/>
                  </a:cubicBezTo>
                  <a:cubicBezTo>
                    <a:pt x="56174" y="71892"/>
                    <a:pt x="55607" y="71392"/>
                    <a:pt x="55006" y="71191"/>
                  </a:cubicBezTo>
                  <a:cubicBezTo>
                    <a:pt x="54364" y="70916"/>
                    <a:pt x="53650" y="70792"/>
                    <a:pt x="52938" y="70792"/>
                  </a:cubicBezTo>
                  <a:cubicBezTo>
                    <a:pt x="52357" y="70792"/>
                    <a:pt x="51777" y="70875"/>
                    <a:pt x="51237" y="71025"/>
                  </a:cubicBezTo>
                  <a:cubicBezTo>
                    <a:pt x="50603" y="71125"/>
                    <a:pt x="50036" y="71358"/>
                    <a:pt x="49436" y="71458"/>
                  </a:cubicBezTo>
                  <a:cubicBezTo>
                    <a:pt x="49058" y="71547"/>
                    <a:pt x="48650" y="71621"/>
                    <a:pt x="48262" y="71621"/>
                  </a:cubicBezTo>
                  <a:cubicBezTo>
                    <a:pt x="48068" y="71621"/>
                    <a:pt x="47879" y="71603"/>
                    <a:pt x="47701" y="71558"/>
                  </a:cubicBezTo>
                  <a:cubicBezTo>
                    <a:pt x="47534" y="71558"/>
                    <a:pt x="47401" y="71458"/>
                    <a:pt x="47267" y="71425"/>
                  </a:cubicBezTo>
                  <a:cubicBezTo>
                    <a:pt x="47167" y="71392"/>
                    <a:pt x="47034" y="71358"/>
                    <a:pt x="46900" y="71258"/>
                  </a:cubicBezTo>
                  <a:lnTo>
                    <a:pt x="46534" y="71058"/>
                  </a:lnTo>
                  <a:cubicBezTo>
                    <a:pt x="46400" y="70958"/>
                    <a:pt x="46333" y="70858"/>
                    <a:pt x="46200" y="70758"/>
                  </a:cubicBezTo>
                  <a:cubicBezTo>
                    <a:pt x="45933" y="70591"/>
                    <a:pt x="45766" y="70357"/>
                    <a:pt x="45566" y="70124"/>
                  </a:cubicBezTo>
                  <a:cubicBezTo>
                    <a:pt x="45366" y="69924"/>
                    <a:pt x="45166" y="69690"/>
                    <a:pt x="45099" y="69457"/>
                  </a:cubicBezTo>
                  <a:cubicBezTo>
                    <a:pt x="44932" y="69023"/>
                    <a:pt x="45433" y="68589"/>
                    <a:pt x="45933" y="68256"/>
                  </a:cubicBezTo>
                  <a:cubicBezTo>
                    <a:pt x="46433" y="67922"/>
                    <a:pt x="47001" y="67689"/>
                    <a:pt x="47534" y="67389"/>
                  </a:cubicBezTo>
                  <a:cubicBezTo>
                    <a:pt x="48602" y="66788"/>
                    <a:pt x="49736" y="66254"/>
                    <a:pt x="50737" y="65554"/>
                  </a:cubicBezTo>
                  <a:cubicBezTo>
                    <a:pt x="51737" y="64887"/>
                    <a:pt x="52671" y="64053"/>
                    <a:pt x="53372" y="63086"/>
                  </a:cubicBezTo>
                  <a:cubicBezTo>
                    <a:pt x="54072" y="62118"/>
                    <a:pt x="54573" y="61017"/>
                    <a:pt x="54773" y="59883"/>
                  </a:cubicBezTo>
                  <a:cubicBezTo>
                    <a:pt x="54873" y="59616"/>
                    <a:pt x="54873" y="59350"/>
                    <a:pt x="54906" y="59049"/>
                  </a:cubicBezTo>
                  <a:cubicBezTo>
                    <a:pt x="54940" y="58782"/>
                    <a:pt x="54940" y="58516"/>
                    <a:pt x="54940" y="58215"/>
                  </a:cubicBezTo>
                  <a:cubicBezTo>
                    <a:pt x="54940" y="57915"/>
                    <a:pt x="54906" y="57682"/>
                    <a:pt x="54906" y="57381"/>
                  </a:cubicBezTo>
                  <a:cubicBezTo>
                    <a:pt x="54873" y="57081"/>
                    <a:pt x="54873" y="56781"/>
                    <a:pt x="54839" y="56548"/>
                  </a:cubicBezTo>
                  <a:cubicBezTo>
                    <a:pt x="54673" y="55447"/>
                    <a:pt x="54272" y="54446"/>
                    <a:pt x="53872" y="53545"/>
                  </a:cubicBezTo>
                  <a:cubicBezTo>
                    <a:pt x="53438" y="52678"/>
                    <a:pt x="53038" y="51777"/>
                    <a:pt x="52838" y="50910"/>
                  </a:cubicBezTo>
                  <a:cubicBezTo>
                    <a:pt x="52738" y="50677"/>
                    <a:pt x="52738" y="50443"/>
                    <a:pt x="52705" y="50243"/>
                  </a:cubicBezTo>
                  <a:lnTo>
                    <a:pt x="52571" y="49609"/>
                  </a:lnTo>
                  <a:lnTo>
                    <a:pt x="52571" y="49009"/>
                  </a:lnTo>
                  <a:cubicBezTo>
                    <a:pt x="52605" y="48775"/>
                    <a:pt x="52605" y="48609"/>
                    <a:pt x="52671" y="48408"/>
                  </a:cubicBezTo>
                  <a:cubicBezTo>
                    <a:pt x="52838" y="47608"/>
                    <a:pt x="53238" y="47007"/>
                    <a:pt x="53739" y="46507"/>
                  </a:cubicBezTo>
                  <a:cubicBezTo>
                    <a:pt x="54239" y="46007"/>
                    <a:pt x="54739" y="45540"/>
                    <a:pt x="55206" y="45106"/>
                  </a:cubicBezTo>
                  <a:cubicBezTo>
                    <a:pt x="55673" y="44672"/>
                    <a:pt x="56040" y="44239"/>
                    <a:pt x="56341" y="43838"/>
                  </a:cubicBezTo>
                  <a:cubicBezTo>
                    <a:pt x="56474" y="43605"/>
                    <a:pt x="56574" y="43438"/>
                    <a:pt x="56707" y="43238"/>
                  </a:cubicBezTo>
                  <a:cubicBezTo>
                    <a:pt x="56841" y="43038"/>
                    <a:pt x="56908" y="42871"/>
                    <a:pt x="57008" y="42704"/>
                  </a:cubicBezTo>
                  <a:cubicBezTo>
                    <a:pt x="57141" y="42404"/>
                    <a:pt x="57241" y="42171"/>
                    <a:pt x="57375" y="41870"/>
                  </a:cubicBezTo>
                  <a:cubicBezTo>
                    <a:pt x="57441" y="41570"/>
                    <a:pt x="57575" y="41270"/>
                    <a:pt x="57608" y="41003"/>
                  </a:cubicBezTo>
                  <a:cubicBezTo>
                    <a:pt x="57742" y="40403"/>
                    <a:pt x="57842" y="39836"/>
                    <a:pt x="58108" y="39369"/>
                  </a:cubicBezTo>
                  <a:lnTo>
                    <a:pt x="58209" y="39202"/>
                  </a:lnTo>
                  <a:lnTo>
                    <a:pt x="58342" y="39035"/>
                  </a:lnTo>
                  <a:lnTo>
                    <a:pt x="58575" y="38701"/>
                  </a:lnTo>
                  <a:cubicBezTo>
                    <a:pt x="58742" y="38501"/>
                    <a:pt x="58942" y="38335"/>
                    <a:pt x="59176" y="38101"/>
                  </a:cubicBezTo>
                  <a:cubicBezTo>
                    <a:pt x="59376" y="37901"/>
                    <a:pt x="59610" y="37767"/>
                    <a:pt x="59843" y="37601"/>
                  </a:cubicBezTo>
                  <a:cubicBezTo>
                    <a:pt x="60077" y="37434"/>
                    <a:pt x="60277" y="37334"/>
                    <a:pt x="60544" y="37200"/>
                  </a:cubicBezTo>
                  <a:cubicBezTo>
                    <a:pt x="61511" y="36700"/>
                    <a:pt x="62545" y="36366"/>
                    <a:pt x="63579" y="36100"/>
                  </a:cubicBezTo>
                  <a:lnTo>
                    <a:pt x="63946" y="36033"/>
                  </a:lnTo>
                  <a:lnTo>
                    <a:pt x="64046" y="35999"/>
                  </a:lnTo>
                  <a:lnTo>
                    <a:pt x="64179" y="35999"/>
                  </a:lnTo>
                  <a:lnTo>
                    <a:pt x="64380" y="35933"/>
                  </a:lnTo>
                  <a:cubicBezTo>
                    <a:pt x="64613" y="35866"/>
                    <a:pt x="64880" y="35833"/>
                    <a:pt x="65113" y="35733"/>
                  </a:cubicBezTo>
                  <a:cubicBezTo>
                    <a:pt x="65614" y="35566"/>
                    <a:pt x="66114" y="35432"/>
                    <a:pt x="66615" y="35332"/>
                  </a:cubicBezTo>
                  <a:cubicBezTo>
                    <a:pt x="68616" y="34832"/>
                    <a:pt x="70584" y="34232"/>
                    <a:pt x="72285" y="33364"/>
                  </a:cubicBezTo>
                  <a:cubicBezTo>
                    <a:pt x="74053" y="32564"/>
                    <a:pt x="75754" y="31696"/>
                    <a:pt x="77055" y="30429"/>
                  </a:cubicBezTo>
                  <a:cubicBezTo>
                    <a:pt x="78356" y="29161"/>
                    <a:pt x="79190" y="27560"/>
                    <a:pt x="79524" y="25926"/>
                  </a:cubicBezTo>
                  <a:cubicBezTo>
                    <a:pt x="79791" y="24258"/>
                    <a:pt x="79457" y="22723"/>
                    <a:pt x="79424" y="21256"/>
                  </a:cubicBezTo>
                  <a:cubicBezTo>
                    <a:pt x="79390" y="20555"/>
                    <a:pt x="79424" y="19855"/>
                    <a:pt x="79590" y="19187"/>
                  </a:cubicBezTo>
                  <a:cubicBezTo>
                    <a:pt x="79757" y="18520"/>
                    <a:pt x="80091" y="17987"/>
                    <a:pt x="80458" y="17420"/>
                  </a:cubicBezTo>
                  <a:cubicBezTo>
                    <a:pt x="81225" y="16385"/>
                    <a:pt x="82192" y="15552"/>
                    <a:pt x="83060" y="14751"/>
                  </a:cubicBezTo>
                  <a:cubicBezTo>
                    <a:pt x="83460" y="14384"/>
                    <a:pt x="83894" y="13984"/>
                    <a:pt x="84227" y="13517"/>
                  </a:cubicBezTo>
                  <a:cubicBezTo>
                    <a:pt x="84561" y="13050"/>
                    <a:pt x="84794" y="12583"/>
                    <a:pt x="85028" y="12082"/>
                  </a:cubicBezTo>
                  <a:cubicBezTo>
                    <a:pt x="85094" y="11849"/>
                    <a:pt x="85161" y="11582"/>
                    <a:pt x="85228" y="11349"/>
                  </a:cubicBezTo>
                  <a:cubicBezTo>
                    <a:pt x="85261" y="11148"/>
                    <a:pt x="85328" y="10882"/>
                    <a:pt x="85361" y="10648"/>
                  </a:cubicBezTo>
                  <a:cubicBezTo>
                    <a:pt x="85395" y="10381"/>
                    <a:pt x="85395" y="10181"/>
                    <a:pt x="85428" y="9914"/>
                  </a:cubicBezTo>
                  <a:cubicBezTo>
                    <a:pt x="85395" y="9714"/>
                    <a:pt x="85395" y="9481"/>
                    <a:pt x="85395" y="9247"/>
                  </a:cubicBezTo>
                  <a:cubicBezTo>
                    <a:pt x="85295" y="8346"/>
                    <a:pt x="85161" y="7546"/>
                    <a:pt x="85028" y="6845"/>
                  </a:cubicBezTo>
                  <a:cubicBezTo>
                    <a:pt x="84894" y="6145"/>
                    <a:pt x="84761" y="5511"/>
                    <a:pt x="84694" y="4911"/>
                  </a:cubicBezTo>
                  <a:cubicBezTo>
                    <a:pt x="84527" y="3743"/>
                    <a:pt x="84594" y="2876"/>
                    <a:pt x="84727" y="2342"/>
                  </a:cubicBezTo>
                  <a:cubicBezTo>
                    <a:pt x="84761" y="2175"/>
                    <a:pt x="84761" y="2075"/>
                    <a:pt x="84794" y="1975"/>
                  </a:cubicBezTo>
                  <a:cubicBezTo>
                    <a:pt x="84861" y="1875"/>
                    <a:pt x="84861" y="1808"/>
                    <a:pt x="84894" y="1708"/>
                  </a:cubicBezTo>
                  <a:cubicBezTo>
                    <a:pt x="84928" y="1575"/>
                    <a:pt x="84961" y="1508"/>
                    <a:pt x="84961" y="1508"/>
                  </a:cubicBezTo>
                  <a:cubicBezTo>
                    <a:pt x="85128" y="1008"/>
                    <a:pt x="85295" y="674"/>
                    <a:pt x="85428" y="407"/>
                  </a:cubicBezTo>
                  <a:cubicBezTo>
                    <a:pt x="85528" y="174"/>
                    <a:pt x="85595" y="40"/>
                    <a:pt x="85561" y="7"/>
                  </a:cubicBezTo>
                  <a:cubicBezTo>
                    <a:pt x="85557" y="3"/>
                    <a:pt x="85552" y="1"/>
                    <a:pt x="85546"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2" name="Google Shape;1202;p9"/>
            <p:cNvSpPr/>
            <p:nvPr/>
          </p:nvSpPr>
          <p:spPr>
            <a:xfrm>
              <a:off x="1103450" y="891925"/>
              <a:ext cx="25" cy="25"/>
            </a:xfrm>
            <a:custGeom>
              <a:avLst/>
              <a:gdLst/>
              <a:ahLst/>
              <a:cxnLst/>
              <a:rect l="l" t="t" r="r" b="b"/>
              <a:pathLst>
                <a:path w="1" h="1" fill="none" extrusionOk="0">
                  <a:moveTo>
                    <a:pt x="1" y="0"/>
                  </a:moveTo>
                  <a:close/>
                </a:path>
              </a:pathLst>
            </a:custGeom>
            <a:solidFill>
              <a:srgbClr val="20124D"/>
            </a:solidFill>
            <a:ln w="5000" cap="flat" cmpd="sng">
              <a:solidFill>
                <a:srgbClr val="02570B"/>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3" name="Google Shape;1203;p9"/>
            <p:cNvSpPr/>
            <p:nvPr/>
          </p:nvSpPr>
          <p:spPr>
            <a:xfrm>
              <a:off x="1136400" y="161975"/>
              <a:ext cx="173075" cy="807725"/>
            </a:xfrm>
            <a:custGeom>
              <a:avLst/>
              <a:gdLst/>
              <a:ahLst/>
              <a:cxnLst/>
              <a:rect l="l" t="t" r="r" b="b"/>
              <a:pathLst>
                <a:path w="6923" h="32309" extrusionOk="0">
                  <a:moveTo>
                    <a:pt x="4881" y="1"/>
                  </a:moveTo>
                  <a:cubicBezTo>
                    <a:pt x="4761" y="1"/>
                    <a:pt x="4752" y="142"/>
                    <a:pt x="4954" y="344"/>
                  </a:cubicBezTo>
                  <a:cubicBezTo>
                    <a:pt x="4954" y="344"/>
                    <a:pt x="5087" y="411"/>
                    <a:pt x="5288" y="611"/>
                  </a:cubicBezTo>
                  <a:cubicBezTo>
                    <a:pt x="5521" y="844"/>
                    <a:pt x="5821" y="1211"/>
                    <a:pt x="6122" y="1678"/>
                  </a:cubicBezTo>
                  <a:cubicBezTo>
                    <a:pt x="6422" y="2179"/>
                    <a:pt x="6655" y="2846"/>
                    <a:pt x="6488" y="3546"/>
                  </a:cubicBezTo>
                  <a:cubicBezTo>
                    <a:pt x="6322" y="4314"/>
                    <a:pt x="5855" y="5014"/>
                    <a:pt x="5421" y="5848"/>
                  </a:cubicBezTo>
                  <a:cubicBezTo>
                    <a:pt x="4954" y="6649"/>
                    <a:pt x="4487" y="7549"/>
                    <a:pt x="4354" y="8583"/>
                  </a:cubicBezTo>
                  <a:cubicBezTo>
                    <a:pt x="4287" y="9584"/>
                    <a:pt x="4454" y="10685"/>
                    <a:pt x="4787" y="11686"/>
                  </a:cubicBezTo>
                  <a:cubicBezTo>
                    <a:pt x="5154" y="12653"/>
                    <a:pt x="5688" y="13554"/>
                    <a:pt x="5788" y="14488"/>
                  </a:cubicBezTo>
                  <a:cubicBezTo>
                    <a:pt x="5821" y="14721"/>
                    <a:pt x="5788" y="14988"/>
                    <a:pt x="5788" y="15188"/>
                  </a:cubicBezTo>
                  <a:cubicBezTo>
                    <a:pt x="5755" y="15388"/>
                    <a:pt x="5755" y="15655"/>
                    <a:pt x="5655" y="15855"/>
                  </a:cubicBezTo>
                  <a:cubicBezTo>
                    <a:pt x="5521" y="16255"/>
                    <a:pt x="5354" y="16689"/>
                    <a:pt x="5188" y="17089"/>
                  </a:cubicBezTo>
                  <a:cubicBezTo>
                    <a:pt x="5121" y="17223"/>
                    <a:pt x="5087" y="17323"/>
                    <a:pt x="4987" y="17423"/>
                  </a:cubicBezTo>
                  <a:lnTo>
                    <a:pt x="4921" y="17590"/>
                  </a:lnTo>
                  <a:lnTo>
                    <a:pt x="4854" y="17690"/>
                  </a:lnTo>
                  <a:lnTo>
                    <a:pt x="4821" y="17823"/>
                  </a:lnTo>
                  <a:cubicBezTo>
                    <a:pt x="4754" y="18057"/>
                    <a:pt x="4654" y="18257"/>
                    <a:pt x="4520" y="18490"/>
                  </a:cubicBezTo>
                  <a:cubicBezTo>
                    <a:pt x="4420" y="18691"/>
                    <a:pt x="4287" y="18891"/>
                    <a:pt x="4120" y="19057"/>
                  </a:cubicBezTo>
                  <a:cubicBezTo>
                    <a:pt x="3953" y="19224"/>
                    <a:pt x="3787" y="19391"/>
                    <a:pt x="3620" y="19658"/>
                  </a:cubicBezTo>
                  <a:cubicBezTo>
                    <a:pt x="3453" y="19891"/>
                    <a:pt x="3420" y="20192"/>
                    <a:pt x="3353" y="20392"/>
                  </a:cubicBezTo>
                  <a:cubicBezTo>
                    <a:pt x="3320" y="20592"/>
                    <a:pt x="3320" y="20825"/>
                    <a:pt x="3320" y="21026"/>
                  </a:cubicBezTo>
                  <a:cubicBezTo>
                    <a:pt x="3353" y="21392"/>
                    <a:pt x="3420" y="21693"/>
                    <a:pt x="3420" y="21893"/>
                  </a:cubicBezTo>
                  <a:lnTo>
                    <a:pt x="3420" y="21859"/>
                  </a:lnTo>
                  <a:cubicBezTo>
                    <a:pt x="3420" y="22393"/>
                    <a:pt x="3653" y="22894"/>
                    <a:pt x="3953" y="23227"/>
                  </a:cubicBezTo>
                  <a:cubicBezTo>
                    <a:pt x="4187" y="23594"/>
                    <a:pt x="4520" y="23928"/>
                    <a:pt x="4754" y="24261"/>
                  </a:cubicBezTo>
                  <a:cubicBezTo>
                    <a:pt x="4987" y="24595"/>
                    <a:pt x="5121" y="24995"/>
                    <a:pt x="5154" y="25362"/>
                  </a:cubicBezTo>
                  <a:cubicBezTo>
                    <a:pt x="5188" y="25729"/>
                    <a:pt x="5121" y="26096"/>
                    <a:pt x="5087" y="26496"/>
                  </a:cubicBezTo>
                  <a:cubicBezTo>
                    <a:pt x="4954" y="27230"/>
                    <a:pt x="4487" y="27830"/>
                    <a:pt x="3953" y="28197"/>
                  </a:cubicBezTo>
                  <a:cubicBezTo>
                    <a:pt x="3420" y="28598"/>
                    <a:pt x="2819" y="28864"/>
                    <a:pt x="2319" y="29165"/>
                  </a:cubicBezTo>
                  <a:cubicBezTo>
                    <a:pt x="1818" y="29398"/>
                    <a:pt x="1318" y="29698"/>
                    <a:pt x="985" y="30032"/>
                  </a:cubicBezTo>
                  <a:cubicBezTo>
                    <a:pt x="784" y="30165"/>
                    <a:pt x="651" y="30366"/>
                    <a:pt x="518" y="30532"/>
                  </a:cubicBezTo>
                  <a:cubicBezTo>
                    <a:pt x="384" y="30699"/>
                    <a:pt x="317" y="30866"/>
                    <a:pt x="217" y="31033"/>
                  </a:cubicBezTo>
                  <a:cubicBezTo>
                    <a:pt x="184" y="31166"/>
                    <a:pt x="151" y="31333"/>
                    <a:pt x="117" y="31433"/>
                  </a:cubicBezTo>
                  <a:cubicBezTo>
                    <a:pt x="51" y="31566"/>
                    <a:pt x="17" y="31700"/>
                    <a:pt x="17" y="31767"/>
                  </a:cubicBezTo>
                  <a:lnTo>
                    <a:pt x="17" y="32033"/>
                  </a:lnTo>
                  <a:cubicBezTo>
                    <a:pt x="0" y="32217"/>
                    <a:pt x="51" y="32309"/>
                    <a:pt x="113" y="32309"/>
                  </a:cubicBezTo>
                  <a:cubicBezTo>
                    <a:pt x="176" y="32309"/>
                    <a:pt x="251" y="32217"/>
                    <a:pt x="284" y="32033"/>
                  </a:cubicBezTo>
                  <a:cubicBezTo>
                    <a:pt x="284" y="32033"/>
                    <a:pt x="317" y="31933"/>
                    <a:pt x="317" y="31767"/>
                  </a:cubicBezTo>
                  <a:cubicBezTo>
                    <a:pt x="317" y="31700"/>
                    <a:pt x="351" y="31600"/>
                    <a:pt x="384" y="31500"/>
                  </a:cubicBezTo>
                  <a:cubicBezTo>
                    <a:pt x="451" y="31400"/>
                    <a:pt x="451" y="31233"/>
                    <a:pt x="518" y="31099"/>
                  </a:cubicBezTo>
                  <a:cubicBezTo>
                    <a:pt x="718" y="30532"/>
                    <a:pt x="1452" y="29899"/>
                    <a:pt x="2486" y="29398"/>
                  </a:cubicBezTo>
                  <a:cubicBezTo>
                    <a:pt x="3019" y="29165"/>
                    <a:pt x="3620" y="28864"/>
                    <a:pt x="4187" y="28431"/>
                  </a:cubicBezTo>
                  <a:cubicBezTo>
                    <a:pt x="4787" y="28031"/>
                    <a:pt x="5321" y="27363"/>
                    <a:pt x="5488" y="26529"/>
                  </a:cubicBezTo>
                  <a:cubicBezTo>
                    <a:pt x="5554" y="26163"/>
                    <a:pt x="5655" y="25729"/>
                    <a:pt x="5621" y="25262"/>
                  </a:cubicBezTo>
                  <a:cubicBezTo>
                    <a:pt x="5554" y="24862"/>
                    <a:pt x="5388" y="24395"/>
                    <a:pt x="5154" y="24028"/>
                  </a:cubicBezTo>
                  <a:cubicBezTo>
                    <a:pt x="4921" y="23661"/>
                    <a:pt x="4554" y="23327"/>
                    <a:pt x="4320" y="22994"/>
                  </a:cubicBezTo>
                  <a:cubicBezTo>
                    <a:pt x="4053" y="22660"/>
                    <a:pt x="3853" y="22260"/>
                    <a:pt x="3853" y="21859"/>
                  </a:cubicBezTo>
                  <a:cubicBezTo>
                    <a:pt x="3853" y="21693"/>
                    <a:pt x="3820" y="21392"/>
                    <a:pt x="3820" y="21026"/>
                  </a:cubicBezTo>
                  <a:cubicBezTo>
                    <a:pt x="3820" y="20692"/>
                    <a:pt x="3820" y="20258"/>
                    <a:pt x="4020" y="19925"/>
                  </a:cubicBezTo>
                  <a:cubicBezTo>
                    <a:pt x="4153" y="19758"/>
                    <a:pt x="4320" y="19591"/>
                    <a:pt x="4487" y="19391"/>
                  </a:cubicBezTo>
                  <a:cubicBezTo>
                    <a:pt x="4654" y="19191"/>
                    <a:pt x="4821" y="18991"/>
                    <a:pt x="4954" y="18724"/>
                  </a:cubicBezTo>
                  <a:cubicBezTo>
                    <a:pt x="5087" y="18490"/>
                    <a:pt x="5188" y="18224"/>
                    <a:pt x="5321" y="17923"/>
                  </a:cubicBezTo>
                  <a:lnTo>
                    <a:pt x="5321" y="17890"/>
                  </a:lnTo>
                  <a:lnTo>
                    <a:pt x="5354" y="17823"/>
                  </a:lnTo>
                  <a:lnTo>
                    <a:pt x="5454" y="17656"/>
                  </a:lnTo>
                  <a:cubicBezTo>
                    <a:pt x="5488" y="17523"/>
                    <a:pt x="5554" y="17423"/>
                    <a:pt x="5655" y="17356"/>
                  </a:cubicBezTo>
                  <a:cubicBezTo>
                    <a:pt x="5855" y="16923"/>
                    <a:pt x="6021" y="16522"/>
                    <a:pt x="6155" y="16022"/>
                  </a:cubicBezTo>
                  <a:cubicBezTo>
                    <a:pt x="6222" y="15755"/>
                    <a:pt x="6222" y="15522"/>
                    <a:pt x="6288" y="15255"/>
                  </a:cubicBezTo>
                  <a:cubicBezTo>
                    <a:pt x="6288" y="15021"/>
                    <a:pt x="6288" y="14721"/>
                    <a:pt x="6222" y="14488"/>
                  </a:cubicBezTo>
                  <a:cubicBezTo>
                    <a:pt x="6155" y="13920"/>
                    <a:pt x="5988" y="13420"/>
                    <a:pt x="5788" y="12953"/>
                  </a:cubicBezTo>
                  <a:cubicBezTo>
                    <a:pt x="5554" y="12486"/>
                    <a:pt x="5354" y="12019"/>
                    <a:pt x="5188" y="11552"/>
                  </a:cubicBezTo>
                  <a:cubicBezTo>
                    <a:pt x="4854" y="10585"/>
                    <a:pt x="4687" y="9584"/>
                    <a:pt x="4787" y="8617"/>
                  </a:cubicBezTo>
                  <a:cubicBezTo>
                    <a:pt x="4854" y="7683"/>
                    <a:pt x="5288" y="6815"/>
                    <a:pt x="5755" y="6015"/>
                  </a:cubicBezTo>
                  <a:cubicBezTo>
                    <a:pt x="6188" y="5214"/>
                    <a:pt x="6655" y="4480"/>
                    <a:pt x="6822" y="3646"/>
                  </a:cubicBezTo>
                  <a:cubicBezTo>
                    <a:pt x="6922" y="3213"/>
                    <a:pt x="6855" y="2813"/>
                    <a:pt x="6789" y="2446"/>
                  </a:cubicBezTo>
                  <a:cubicBezTo>
                    <a:pt x="6655" y="2079"/>
                    <a:pt x="6522" y="1778"/>
                    <a:pt x="6355" y="1545"/>
                  </a:cubicBezTo>
                  <a:cubicBezTo>
                    <a:pt x="6021" y="1045"/>
                    <a:pt x="5755" y="678"/>
                    <a:pt x="5488" y="444"/>
                  </a:cubicBezTo>
                  <a:cubicBezTo>
                    <a:pt x="5254" y="244"/>
                    <a:pt x="5121" y="111"/>
                    <a:pt x="5121" y="111"/>
                  </a:cubicBezTo>
                  <a:cubicBezTo>
                    <a:pt x="5022" y="34"/>
                    <a:pt x="4939" y="1"/>
                    <a:pt x="4881"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4" name="Google Shape;1204;p9"/>
            <p:cNvSpPr/>
            <p:nvPr/>
          </p:nvSpPr>
          <p:spPr>
            <a:xfrm>
              <a:off x="1471650" y="1069300"/>
              <a:ext cx="534150" cy="272950"/>
            </a:xfrm>
            <a:custGeom>
              <a:avLst/>
              <a:gdLst/>
              <a:ahLst/>
              <a:cxnLst/>
              <a:rect l="l" t="t" r="r" b="b"/>
              <a:pathLst>
                <a:path w="21366" h="10918" extrusionOk="0">
                  <a:moveTo>
                    <a:pt x="8236" y="1"/>
                  </a:moveTo>
                  <a:cubicBezTo>
                    <a:pt x="7955" y="1"/>
                    <a:pt x="7679" y="52"/>
                    <a:pt x="7422" y="144"/>
                  </a:cubicBezTo>
                  <a:cubicBezTo>
                    <a:pt x="5587" y="911"/>
                    <a:pt x="4720" y="2645"/>
                    <a:pt x="3920" y="3946"/>
                  </a:cubicBezTo>
                  <a:cubicBezTo>
                    <a:pt x="3519" y="4613"/>
                    <a:pt x="3119" y="5214"/>
                    <a:pt x="2719" y="5714"/>
                  </a:cubicBezTo>
                  <a:cubicBezTo>
                    <a:pt x="2519" y="5948"/>
                    <a:pt x="2285" y="6148"/>
                    <a:pt x="2085" y="6381"/>
                  </a:cubicBezTo>
                  <a:cubicBezTo>
                    <a:pt x="1885" y="6582"/>
                    <a:pt x="1685" y="6748"/>
                    <a:pt x="1518" y="6915"/>
                  </a:cubicBezTo>
                  <a:cubicBezTo>
                    <a:pt x="1118" y="7149"/>
                    <a:pt x="851" y="7415"/>
                    <a:pt x="584" y="7549"/>
                  </a:cubicBezTo>
                  <a:cubicBezTo>
                    <a:pt x="350" y="7649"/>
                    <a:pt x="217" y="7749"/>
                    <a:pt x="217" y="7749"/>
                  </a:cubicBezTo>
                  <a:cubicBezTo>
                    <a:pt x="1" y="7884"/>
                    <a:pt x="47" y="8128"/>
                    <a:pt x="232" y="8128"/>
                  </a:cubicBezTo>
                  <a:cubicBezTo>
                    <a:pt x="275" y="8128"/>
                    <a:pt x="326" y="8114"/>
                    <a:pt x="384" y="8083"/>
                  </a:cubicBezTo>
                  <a:cubicBezTo>
                    <a:pt x="384" y="8083"/>
                    <a:pt x="517" y="7983"/>
                    <a:pt x="751" y="7882"/>
                  </a:cubicBezTo>
                  <a:cubicBezTo>
                    <a:pt x="1017" y="7782"/>
                    <a:pt x="1351" y="7549"/>
                    <a:pt x="1751" y="7249"/>
                  </a:cubicBezTo>
                  <a:cubicBezTo>
                    <a:pt x="1918" y="7082"/>
                    <a:pt x="2185" y="6915"/>
                    <a:pt x="2385" y="6715"/>
                  </a:cubicBezTo>
                  <a:cubicBezTo>
                    <a:pt x="2585" y="6481"/>
                    <a:pt x="2852" y="6248"/>
                    <a:pt x="3052" y="5981"/>
                  </a:cubicBezTo>
                  <a:cubicBezTo>
                    <a:pt x="3453" y="5447"/>
                    <a:pt x="3920" y="4880"/>
                    <a:pt x="4353" y="4213"/>
                  </a:cubicBezTo>
                  <a:cubicBezTo>
                    <a:pt x="4553" y="3846"/>
                    <a:pt x="4787" y="3513"/>
                    <a:pt x="5020" y="3212"/>
                  </a:cubicBezTo>
                  <a:cubicBezTo>
                    <a:pt x="5220" y="2812"/>
                    <a:pt x="5454" y="2479"/>
                    <a:pt x="5721" y="2178"/>
                  </a:cubicBezTo>
                  <a:cubicBezTo>
                    <a:pt x="6221" y="1578"/>
                    <a:pt x="6888" y="978"/>
                    <a:pt x="7589" y="744"/>
                  </a:cubicBezTo>
                  <a:cubicBezTo>
                    <a:pt x="7756" y="677"/>
                    <a:pt x="7931" y="644"/>
                    <a:pt x="8106" y="644"/>
                  </a:cubicBezTo>
                  <a:cubicBezTo>
                    <a:pt x="8281" y="644"/>
                    <a:pt x="8456" y="677"/>
                    <a:pt x="8623" y="744"/>
                  </a:cubicBezTo>
                  <a:cubicBezTo>
                    <a:pt x="8956" y="844"/>
                    <a:pt x="9257" y="1111"/>
                    <a:pt x="9524" y="1411"/>
                  </a:cubicBezTo>
                  <a:cubicBezTo>
                    <a:pt x="10024" y="1978"/>
                    <a:pt x="10257" y="2745"/>
                    <a:pt x="10558" y="3446"/>
                  </a:cubicBezTo>
                  <a:cubicBezTo>
                    <a:pt x="10691" y="3813"/>
                    <a:pt x="10858" y="4180"/>
                    <a:pt x="11058" y="4580"/>
                  </a:cubicBezTo>
                  <a:cubicBezTo>
                    <a:pt x="11258" y="4947"/>
                    <a:pt x="11558" y="5381"/>
                    <a:pt x="12059" y="5581"/>
                  </a:cubicBezTo>
                  <a:cubicBezTo>
                    <a:pt x="12305" y="5687"/>
                    <a:pt x="12571" y="5727"/>
                    <a:pt x="12835" y="5727"/>
                  </a:cubicBezTo>
                  <a:cubicBezTo>
                    <a:pt x="13071" y="5727"/>
                    <a:pt x="13306" y="5695"/>
                    <a:pt x="13526" y="5648"/>
                  </a:cubicBezTo>
                  <a:cubicBezTo>
                    <a:pt x="13727" y="5614"/>
                    <a:pt x="13960" y="5547"/>
                    <a:pt x="14194" y="5447"/>
                  </a:cubicBezTo>
                  <a:lnTo>
                    <a:pt x="14794" y="5214"/>
                  </a:lnTo>
                  <a:cubicBezTo>
                    <a:pt x="15228" y="4980"/>
                    <a:pt x="15595" y="4814"/>
                    <a:pt x="15961" y="4714"/>
                  </a:cubicBezTo>
                  <a:cubicBezTo>
                    <a:pt x="16204" y="4633"/>
                    <a:pt x="16434" y="4589"/>
                    <a:pt x="16645" y="4589"/>
                  </a:cubicBezTo>
                  <a:cubicBezTo>
                    <a:pt x="16782" y="4589"/>
                    <a:pt x="16910" y="4607"/>
                    <a:pt x="17029" y="4647"/>
                  </a:cubicBezTo>
                  <a:cubicBezTo>
                    <a:pt x="17296" y="4780"/>
                    <a:pt x="17563" y="5080"/>
                    <a:pt x="17729" y="5414"/>
                  </a:cubicBezTo>
                  <a:cubicBezTo>
                    <a:pt x="17896" y="5781"/>
                    <a:pt x="18063" y="6115"/>
                    <a:pt x="18130" y="6481"/>
                  </a:cubicBezTo>
                  <a:cubicBezTo>
                    <a:pt x="18363" y="7249"/>
                    <a:pt x="18430" y="7949"/>
                    <a:pt x="18630" y="8616"/>
                  </a:cubicBezTo>
                  <a:cubicBezTo>
                    <a:pt x="18797" y="9283"/>
                    <a:pt x="19097" y="9884"/>
                    <a:pt x="19531" y="10251"/>
                  </a:cubicBezTo>
                  <a:cubicBezTo>
                    <a:pt x="19898" y="10618"/>
                    <a:pt x="20298" y="10785"/>
                    <a:pt x="20598" y="10818"/>
                  </a:cubicBezTo>
                  <a:cubicBezTo>
                    <a:pt x="20865" y="10918"/>
                    <a:pt x="21032" y="10918"/>
                    <a:pt x="21032" y="10918"/>
                  </a:cubicBezTo>
                  <a:cubicBezTo>
                    <a:pt x="21365" y="10918"/>
                    <a:pt x="21365" y="10618"/>
                    <a:pt x="21132" y="10484"/>
                  </a:cubicBezTo>
                  <a:cubicBezTo>
                    <a:pt x="21132" y="10484"/>
                    <a:pt x="20998" y="10484"/>
                    <a:pt x="20765" y="10418"/>
                  </a:cubicBezTo>
                  <a:cubicBezTo>
                    <a:pt x="20498" y="10384"/>
                    <a:pt x="20164" y="10217"/>
                    <a:pt x="19831" y="9917"/>
                  </a:cubicBezTo>
                  <a:cubicBezTo>
                    <a:pt x="19564" y="9617"/>
                    <a:pt x="19297" y="9117"/>
                    <a:pt x="19130" y="8483"/>
                  </a:cubicBezTo>
                  <a:cubicBezTo>
                    <a:pt x="18997" y="7882"/>
                    <a:pt x="18897" y="7149"/>
                    <a:pt x="18730" y="6381"/>
                  </a:cubicBezTo>
                  <a:cubicBezTo>
                    <a:pt x="18630" y="5948"/>
                    <a:pt x="18497" y="5581"/>
                    <a:pt x="18296" y="5147"/>
                  </a:cubicBezTo>
                  <a:cubicBezTo>
                    <a:pt x="18096" y="4780"/>
                    <a:pt x="17863" y="4380"/>
                    <a:pt x="17329" y="4113"/>
                  </a:cubicBezTo>
                  <a:cubicBezTo>
                    <a:pt x="17106" y="4002"/>
                    <a:pt x="16853" y="3959"/>
                    <a:pt x="16605" y="3959"/>
                  </a:cubicBezTo>
                  <a:cubicBezTo>
                    <a:pt x="16334" y="3959"/>
                    <a:pt x="16070" y="4010"/>
                    <a:pt x="15861" y="4080"/>
                  </a:cubicBezTo>
                  <a:cubicBezTo>
                    <a:pt x="15394" y="4213"/>
                    <a:pt x="15027" y="4413"/>
                    <a:pt x="14594" y="4580"/>
                  </a:cubicBezTo>
                  <a:cubicBezTo>
                    <a:pt x="14394" y="4714"/>
                    <a:pt x="14227" y="4747"/>
                    <a:pt x="14027" y="4814"/>
                  </a:cubicBezTo>
                  <a:cubicBezTo>
                    <a:pt x="13793" y="4914"/>
                    <a:pt x="13626" y="4947"/>
                    <a:pt x="13426" y="4980"/>
                  </a:cubicBezTo>
                  <a:cubicBezTo>
                    <a:pt x="13256" y="5027"/>
                    <a:pt x="13086" y="5052"/>
                    <a:pt x="12922" y="5052"/>
                  </a:cubicBezTo>
                  <a:cubicBezTo>
                    <a:pt x="12733" y="5052"/>
                    <a:pt x="12553" y="5019"/>
                    <a:pt x="12392" y="4947"/>
                  </a:cubicBezTo>
                  <a:cubicBezTo>
                    <a:pt x="12125" y="4814"/>
                    <a:pt x="11892" y="4580"/>
                    <a:pt x="11725" y="4247"/>
                  </a:cubicBezTo>
                  <a:cubicBezTo>
                    <a:pt x="11558" y="3913"/>
                    <a:pt x="11392" y="3546"/>
                    <a:pt x="11258" y="3212"/>
                  </a:cubicBezTo>
                  <a:cubicBezTo>
                    <a:pt x="10958" y="2479"/>
                    <a:pt x="10691" y="1645"/>
                    <a:pt x="10091" y="944"/>
                  </a:cubicBezTo>
                  <a:cubicBezTo>
                    <a:pt x="9790" y="611"/>
                    <a:pt x="9423" y="277"/>
                    <a:pt x="8923" y="110"/>
                  </a:cubicBezTo>
                  <a:cubicBezTo>
                    <a:pt x="8698" y="35"/>
                    <a:pt x="8466" y="1"/>
                    <a:pt x="8236"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5" name="Google Shape;1205;p9"/>
            <p:cNvSpPr/>
            <p:nvPr/>
          </p:nvSpPr>
          <p:spPr>
            <a:xfrm>
              <a:off x="1660525" y="1097050"/>
              <a:ext cx="18375" cy="19225"/>
            </a:xfrm>
            <a:custGeom>
              <a:avLst/>
              <a:gdLst/>
              <a:ahLst/>
              <a:cxnLst/>
              <a:rect l="l" t="t" r="r" b="b"/>
              <a:pathLst>
                <a:path w="735" h="769" extrusionOk="0">
                  <a:moveTo>
                    <a:pt x="568" y="1"/>
                  </a:moveTo>
                  <a:cubicBezTo>
                    <a:pt x="568" y="1"/>
                    <a:pt x="334" y="101"/>
                    <a:pt x="201" y="201"/>
                  </a:cubicBezTo>
                  <a:cubicBezTo>
                    <a:pt x="134" y="335"/>
                    <a:pt x="0" y="601"/>
                    <a:pt x="0" y="601"/>
                  </a:cubicBezTo>
                  <a:cubicBezTo>
                    <a:pt x="0" y="601"/>
                    <a:pt x="134" y="768"/>
                    <a:pt x="167" y="768"/>
                  </a:cubicBezTo>
                  <a:cubicBezTo>
                    <a:pt x="167" y="768"/>
                    <a:pt x="401" y="668"/>
                    <a:pt x="534" y="535"/>
                  </a:cubicBezTo>
                  <a:cubicBezTo>
                    <a:pt x="634" y="435"/>
                    <a:pt x="734" y="168"/>
                    <a:pt x="734" y="168"/>
                  </a:cubicBezTo>
                  <a:lnTo>
                    <a:pt x="568" y="1"/>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6" name="Google Shape;1206;p9"/>
            <p:cNvSpPr/>
            <p:nvPr/>
          </p:nvSpPr>
          <p:spPr>
            <a:xfrm>
              <a:off x="1666350" y="1108725"/>
              <a:ext cx="28400" cy="33400"/>
            </a:xfrm>
            <a:custGeom>
              <a:avLst/>
              <a:gdLst/>
              <a:ahLst/>
              <a:cxnLst/>
              <a:rect l="l" t="t" r="r" b="b"/>
              <a:pathLst>
                <a:path w="1136" h="1336" extrusionOk="0">
                  <a:moveTo>
                    <a:pt x="968" y="1"/>
                  </a:moveTo>
                  <a:cubicBezTo>
                    <a:pt x="968" y="1"/>
                    <a:pt x="835" y="34"/>
                    <a:pt x="735" y="134"/>
                  </a:cubicBezTo>
                  <a:cubicBezTo>
                    <a:pt x="601" y="201"/>
                    <a:pt x="468" y="335"/>
                    <a:pt x="335" y="468"/>
                  </a:cubicBezTo>
                  <a:cubicBezTo>
                    <a:pt x="268" y="568"/>
                    <a:pt x="134" y="735"/>
                    <a:pt x="101" y="902"/>
                  </a:cubicBezTo>
                  <a:lnTo>
                    <a:pt x="1" y="1168"/>
                  </a:lnTo>
                  <a:cubicBezTo>
                    <a:pt x="68" y="1202"/>
                    <a:pt x="234" y="1302"/>
                    <a:pt x="268" y="1335"/>
                  </a:cubicBezTo>
                  <a:cubicBezTo>
                    <a:pt x="268" y="1335"/>
                    <a:pt x="335" y="1235"/>
                    <a:pt x="435" y="1135"/>
                  </a:cubicBezTo>
                  <a:cubicBezTo>
                    <a:pt x="501" y="1002"/>
                    <a:pt x="635" y="902"/>
                    <a:pt x="735" y="802"/>
                  </a:cubicBezTo>
                  <a:lnTo>
                    <a:pt x="968" y="401"/>
                  </a:lnTo>
                  <a:cubicBezTo>
                    <a:pt x="1068" y="301"/>
                    <a:pt x="1135" y="201"/>
                    <a:pt x="1135" y="201"/>
                  </a:cubicBezTo>
                  <a:cubicBezTo>
                    <a:pt x="1135" y="168"/>
                    <a:pt x="968" y="1"/>
                    <a:pt x="968"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7" name="Google Shape;1207;p9"/>
            <p:cNvSpPr/>
            <p:nvPr/>
          </p:nvSpPr>
          <p:spPr>
            <a:xfrm>
              <a:off x="1685550" y="1132925"/>
              <a:ext cx="20875" cy="26700"/>
            </a:xfrm>
            <a:custGeom>
              <a:avLst/>
              <a:gdLst/>
              <a:ahLst/>
              <a:cxnLst/>
              <a:rect l="l" t="t" r="r" b="b"/>
              <a:pathLst>
                <a:path w="835" h="1068" extrusionOk="0">
                  <a:moveTo>
                    <a:pt x="634" y="0"/>
                  </a:moveTo>
                  <a:cubicBezTo>
                    <a:pt x="634" y="0"/>
                    <a:pt x="334" y="234"/>
                    <a:pt x="200" y="401"/>
                  </a:cubicBezTo>
                  <a:cubicBezTo>
                    <a:pt x="67" y="601"/>
                    <a:pt x="0" y="934"/>
                    <a:pt x="0" y="934"/>
                  </a:cubicBezTo>
                  <a:cubicBezTo>
                    <a:pt x="0" y="934"/>
                    <a:pt x="167" y="1068"/>
                    <a:pt x="200" y="1068"/>
                  </a:cubicBezTo>
                  <a:cubicBezTo>
                    <a:pt x="200" y="1068"/>
                    <a:pt x="501" y="834"/>
                    <a:pt x="634" y="667"/>
                  </a:cubicBezTo>
                  <a:cubicBezTo>
                    <a:pt x="734" y="434"/>
                    <a:pt x="834" y="100"/>
                    <a:pt x="834" y="100"/>
                  </a:cubicBezTo>
                  <a:lnTo>
                    <a:pt x="634" y="0"/>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8" name="Google Shape;1208;p9"/>
            <p:cNvSpPr/>
            <p:nvPr/>
          </p:nvSpPr>
          <p:spPr>
            <a:xfrm>
              <a:off x="1698875" y="1159600"/>
              <a:ext cx="21725" cy="27725"/>
            </a:xfrm>
            <a:custGeom>
              <a:avLst/>
              <a:gdLst/>
              <a:ahLst/>
              <a:cxnLst/>
              <a:rect l="l" t="t" r="r" b="b"/>
              <a:pathLst>
                <a:path w="869" h="1109" extrusionOk="0">
                  <a:moveTo>
                    <a:pt x="735" y="1"/>
                  </a:moveTo>
                  <a:cubicBezTo>
                    <a:pt x="735" y="1"/>
                    <a:pt x="668" y="34"/>
                    <a:pt x="535" y="134"/>
                  </a:cubicBezTo>
                  <a:cubicBezTo>
                    <a:pt x="435" y="201"/>
                    <a:pt x="301" y="334"/>
                    <a:pt x="201" y="434"/>
                  </a:cubicBezTo>
                  <a:cubicBezTo>
                    <a:pt x="101" y="635"/>
                    <a:pt x="1" y="1001"/>
                    <a:pt x="1" y="1001"/>
                  </a:cubicBezTo>
                  <a:cubicBezTo>
                    <a:pt x="1" y="1030"/>
                    <a:pt x="124" y="1108"/>
                    <a:pt x="180" y="1108"/>
                  </a:cubicBezTo>
                  <a:cubicBezTo>
                    <a:pt x="189" y="1108"/>
                    <a:pt x="196" y="1106"/>
                    <a:pt x="201" y="1102"/>
                  </a:cubicBezTo>
                  <a:cubicBezTo>
                    <a:pt x="201" y="1102"/>
                    <a:pt x="501" y="835"/>
                    <a:pt x="635" y="668"/>
                  </a:cubicBezTo>
                  <a:cubicBezTo>
                    <a:pt x="668" y="601"/>
                    <a:pt x="735" y="468"/>
                    <a:pt x="801" y="368"/>
                  </a:cubicBezTo>
                  <a:lnTo>
                    <a:pt x="868" y="201"/>
                  </a:lnTo>
                  <a:lnTo>
                    <a:pt x="735" y="1"/>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9" name="Google Shape;1209;p9"/>
            <p:cNvSpPr/>
            <p:nvPr/>
          </p:nvSpPr>
          <p:spPr>
            <a:xfrm>
              <a:off x="1724725" y="1200475"/>
              <a:ext cx="13375" cy="22525"/>
            </a:xfrm>
            <a:custGeom>
              <a:avLst/>
              <a:gdLst/>
              <a:ahLst/>
              <a:cxnLst/>
              <a:rect l="l" t="t" r="r" b="b"/>
              <a:pathLst>
                <a:path w="535" h="901" extrusionOk="0">
                  <a:moveTo>
                    <a:pt x="168" y="0"/>
                  </a:moveTo>
                  <a:lnTo>
                    <a:pt x="68" y="367"/>
                  </a:lnTo>
                  <a:lnTo>
                    <a:pt x="68" y="567"/>
                  </a:lnTo>
                  <a:cubicBezTo>
                    <a:pt x="1" y="667"/>
                    <a:pt x="1" y="701"/>
                    <a:pt x="1" y="701"/>
                  </a:cubicBezTo>
                  <a:cubicBezTo>
                    <a:pt x="1" y="734"/>
                    <a:pt x="168" y="868"/>
                    <a:pt x="168" y="901"/>
                  </a:cubicBezTo>
                  <a:cubicBezTo>
                    <a:pt x="168" y="901"/>
                    <a:pt x="268" y="868"/>
                    <a:pt x="335" y="767"/>
                  </a:cubicBezTo>
                  <a:cubicBezTo>
                    <a:pt x="435" y="701"/>
                    <a:pt x="501" y="534"/>
                    <a:pt x="501" y="467"/>
                  </a:cubicBezTo>
                  <a:cubicBezTo>
                    <a:pt x="535" y="234"/>
                    <a:pt x="435" y="0"/>
                    <a:pt x="435"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0" name="Google Shape;1210;p9"/>
            <p:cNvSpPr/>
            <p:nvPr/>
          </p:nvSpPr>
          <p:spPr>
            <a:xfrm>
              <a:off x="1874000" y="1207975"/>
              <a:ext cx="29225" cy="20875"/>
            </a:xfrm>
            <a:custGeom>
              <a:avLst/>
              <a:gdLst/>
              <a:ahLst/>
              <a:cxnLst/>
              <a:rect l="l" t="t" r="r" b="b"/>
              <a:pathLst>
                <a:path w="1169" h="835" extrusionOk="0">
                  <a:moveTo>
                    <a:pt x="835" y="0"/>
                  </a:moveTo>
                  <a:cubicBezTo>
                    <a:pt x="701" y="0"/>
                    <a:pt x="535" y="67"/>
                    <a:pt x="401" y="101"/>
                  </a:cubicBezTo>
                  <a:cubicBezTo>
                    <a:pt x="334" y="201"/>
                    <a:pt x="201" y="267"/>
                    <a:pt x="134" y="401"/>
                  </a:cubicBezTo>
                  <a:cubicBezTo>
                    <a:pt x="34" y="534"/>
                    <a:pt x="1" y="601"/>
                    <a:pt x="1" y="601"/>
                  </a:cubicBezTo>
                  <a:cubicBezTo>
                    <a:pt x="1" y="668"/>
                    <a:pt x="134" y="768"/>
                    <a:pt x="134" y="834"/>
                  </a:cubicBezTo>
                  <a:cubicBezTo>
                    <a:pt x="134" y="834"/>
                    <a:pt x="201" y="768"/>
                    <a:pt x="334" y="734"/>
                  </a:cubicBezTo>
                  <a:cubicBezTo>
                    <a:pt x="468" y="701"/>
                    <a:pt x="568" y="668"/>
                    <a:pt x="668" y="568"/>
                  </a:cubicBezTo>
                  <a:cubicBezTo>
                    <a:pt x="735" y="534"/>
                    <a:pt x="868" y="401"/>
                    <a:pt x="968" y="367"/>
                  </a:cubicBezTo>
                  <a:cubicBezTo>
                    <a:pt x="1035" y="267"/>
                    <a:pt x="1135" y="234"/>
                    <a:pt x="1135" y="234"/>
                  </a:cubicBezTo>
                  <a:cubicBezTo>
                    <a:pt x="1168" y="234"/>
                    <a:pt x="1068" y="0"/>
                    <a:pt x="1068"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1" name="Google Shape;1211;p9"/>
            <p:cNvSpPr/>
            <p:nvPr/>
          </p:nvSpPr>
          <p:spPr>
            <a:xfrm>
              <a:off x="1885675" y="1238000"/>
              <a:ext cx="20050" cy="18375"/>
            </a:xfrm>
            <a:custGeom>
              <a:avLst/>
              <a:gdLst/>
              <a:ahLst/>
              <a:cxnLst/>
              <a:rect l="l" t="t" r="r" b="b"/>
              <a:pathLst>
                <a:path w="802" h="735" extrusionOk="0">
                  <a:moveTo>
                    <a:pt x="635" y="0"/>
                  </a:moveTo>
                  <a:cubicBezTo>
                    <a:pt x="635" y="0"/>
                    <a:pt x="334" y="67"/>
                    <a:pt x="201" y="200"/>
                  </a:cubicBezTo>
                  <a:cubicBezTo>
                    <a:pt x="168" y="234"/>
                    <a:pt x="68" y="367"/>
                    <a:pt x="34" y="467"/>
                  </a:cubicBezTo>
                  <a:cubicBezTo>
                    <a:pt x="1" y="534"/>
                    <a:pt x="1" y="634"/>
                    <a:pt x="1" y="634"/>
                  </a:cubicBezTo>
                  <a:cubicBezTo>
                    <a:pt x="34" y="634"/>
                    <a:pt x="201" y="701"/>
                    <a:pt x="201" y="734"/>
                  </a:cubicBezTo>
                  <a:cubicBezTo>
                    <a:pt x="201" y="734"/>
                    <a:pt x="234" y="701"/>
                    <a:pt x="334" y="667"/>
                  </a:cubicBezTo>
                  <a:cubicBezTo>
                    <a:pt x="368" y="634"/>
                    <a:pt x="501" y="567"/>
                    <a:pt x="535" y="534"/>
                  </a:cubicBezTo>
                  <a:cubicBezTo>
                    <a:pt x="668" y="467"/>
                    <a:pt x="801" y="167"/>
                    <a:pt x="801" y="167"/>
                  </a:cubicBezTo>
                  <a:lnTo>
                    <a:pt x="635" y="0"/>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2" name="Google Shape;1212;p9"/>
            <p:cNvSpPr/>
            <p:nvPr/>
          </p:nvSpPr>
          <p:spPr>
            <a:xfrm>
              <a:off x="1886525" y="1259675"/>
              <a:ext cx="30050" cy="25875"/>
            </a:xfrm>
            <a:custGeom>
              <a:avLst/>
              <a:gdLst/>
              <a:ahLst/>
              <a:cxnLst/>
              <a:rect l="l" t="t" r="r" b="b"/>
              <a:pathLst>
                <a:path w="1202" h="1035" extrusionOk="0">
                  <a:moveTo>
                    <a:pt x="1068" y="1"/>
                  </a:moveTo>
                  <a:lnTo>
                    <a:pt x="834" y="101"/>
                  </a:lnTo>
                  <a:cubicBezTo>
                    <a:pt x="667" y="134"/>
                    <a:pt x="534" y="201"/>
                    <a:pt x="434" y="301"/>
                  </a:cubicBezTo>
                  <a:cubicBezTo>
                    <a:pt x="200" y="468"/>
                    <a:pt x="0" y="835"/>
                    <a:pt x="0" y="835"/>
                  </a:cubicBezTo>
                  <a:cubicBezTo>
                    <a:pt x="0" y="868"/>
                    <a:pt x="167" y="1001"/>
                    <a:pt x="200" y="1035"/>
                  </a:cubicBezTo>
                  <a:cubicBezTo>
                    <a:pt x="200" y="1035"/>
                    <a:pt x="567" y="835"/>
                    <a:pt x="734" y="668"/>
                  </a:cubicBezTo>
                  <a:lnTo>
                    <a:pt x="1034" y="368"/>
                  </a:lnTo>
                  <a:lnTo>
                    <a:pt x="1201" y="201"/>
                  </a:lnTo>
                  <a:lnTo>
                    <a:pt x="1068" y="1"/>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3" name="Google Shape;1213;p9"/>
            <p:cNvSpPr/>
            <p:nvPr/>
          </p:nvSpPr>
          <p:spPr>
            <a:xfrm>
              <a:off x="1902375" y="1292200"/>
              <a:ext cx="18350" cy="18375"/>
            </a:xfrm>
            <a:custGeom>
              <a:avLst/>
              <a:gdLst/>
              <a:ahLst/>
              <a:cxnLst/>
              <a:rect l="l" t="t" r="r" b="b"/>
              <a:pathLst>
                <a:path w="734" h="735" extrusionOk="0">
                  <a:moveTo>
                    <a:pt x="567" y="1"/>
                  </a:moveTo>
                  <a:cubicBezTo>
                    <a:pt x="567" y="1"/>
                    <a:pt x="334" y="67"/>
                    <a:pt x="200" y="201"/>
                  </a:cubicBezTo>
                  <a:cubicBezTo>
                    <a:pt x="100" y="334"/>
                    <a:pt x="0" y="568"/>
                    <a:pt x="0" y="568"/>
                  </a:cubicBezTo>
                  <a:cubicBezTo>
                    <a:pt x="0" y="634"/>
                    <a:pt x="167" y="734"/>
                    <a:pt x="167" y="734"/>
                  </a:cubicBezTo>
                  <a:cubicBezTo>
                    <a:pt x="167" y="734"/>
                    <a:pt x="400" y="668"/>
                    <a:pt x="534" y="534"/>
                  </a:cubicBezTo>
                  <a:cubicBezTo>
                    <a:pt x="634" y="401"/>
                    <a:pt x="734" y="167"/>
                    <a:pt x="734" y="167"/>
                  </a:cubicBezTo>
                  <a:lnTo>
                    <a:pt x="567" y="1"/>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4" name="Google Shape;1214;p9"/>
            <p:cNvSpPr/>
            <p:nvPr/>
          </p:nvSpPr>
          <p:spPr>
            <a:xfrm>
              <a:off x="1914875" y="1317225"/>
              <a:ext cx="16700" cy="20875"/>
            </a:xfrm>
            <a:custGeom>
              <a:avLst/>
              <a:gdLst/>
              <a:ahLst/>
              <a:cxnLst/>
              <a:rect l="l" t="t" r="r" b="b"/>
              <a:pathLst>
                <a:path w="668" h="835" extrusionOk="0">
                  <a:moveTo>
                    <a:pt x="367" y="0"/>
                  </a:moveTo>
                  <a:cubicBezTo>
                    <a:pt x="367" y="0"/>
                    <a:pt x="201" y="167"/>
                    <a:pt x="134" y="300"/>
                  </a:cubicBezTo>
                  <a:cubicBezTo>
                    <a:pt x="67" y="334"/>
                    <a:pt x="67" y="401"/>
                    <a:pt x="34" y="501"/>
                  </a:cubicBezTo>
                  <a:cubicBezTo>
                    <a:pt x="0" y="534"/>
                    <a:pt x="0" y="634"/>
                    <a:pt x="0" y="634"/>
                  </a:cubicBezTo>
                  <a:cubicBezTo>
                    <a:pt x="34" y="667"/>
                    <a:pt x="167" y="801"/>
                    <a:pt x="167" y="834"/>
                  </a:cubicBezTo>
                  <a:lnTo>
                    <a:pt x="334" y="734"/>
                  </a:lnTo>
                  <a:cubicBezTo>
                    <a:pt x="401" y="701"/>
                    <a:pt x="501" y="634"/>
                    <a:pt x="534" y="534"/>
                  </a:cubicBezTo>
                  <a:cubicBezTo>
                    <a:pt x="668" y="367"/>
                    <a:pt x="601" y="67"/>
                    <a:pt x="601" y="67"/>
                  </a:cubicBezTo>
                  <a:lnTo>
                    <a:pt x="367" y="0"/>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5" name="Google Shape;1215;p9"/>
            <p:cNvSpPr/>
            <p:nvPr/>
          </p:nvSpPr>
          <p:spPr>
            <a:xfrm>
              <a:off x="1930725" y="1333900"/>
              <a:ext cx="17525" cy="20875"/>
            </a:xfrm>
            <a:custGeom>
              <a:avLst/>
              <a:gdLst/>
              <a:ahLst/>
              <a:cxnLst/>
              <a:rect l="l" t="t" r="r" b="b"/>
              <a:pathLst>
                <a:path w="701" h="835" extrusionOk="0">
                  <a:moveTo>
                    <a:pt x="534" y="0"/>
                  </a:moveTo>
                  <a:cubicBezTo>
                    <a:pt x="534" y="0"/>
                    <a:pt x="234" y="67"/>
                    <a:pt x="100" y="234"/>
                  </a:cubicBezTo>
                  <a:cubicBezTo>
                    <a:pt x="67" y="367"/>
                    <a:pt x="0" y="467"/>
                    <a:pt x="0" y="567"/>
                  </a:cubicBezTo>
                  <a:lnTo>
                    <a:pt x="0" y="734"/>
                  </a:lnTo>
                  <a:lnTo>
                    <a:pt x="200" y="834"/>
                  </a:lnTo>
                  <a:lnTo>
                    <a:pt x="334" y="701"/>
                  </a:lnTo>
                  <a:lnTo>
                    <a:pt x="501" y="534"/>
                  </a:lnTo>
                  <a:cubicBezTo>
                    <a:pt x="567" y="401"/>
                    <a:pt x="701" y="167"/>
                    <a:pt x="701" y="167"/>
                  </a:cubicBezTo>
                  <a:lnTo>
                    <a:pt x="534" y="0"/>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6" name="Google Shape;1216;p9"/>
            <p:cNvSpPr/>
            <p:nvPr/>
          </p:nvSpPr>
          <p:spPr>
            <a:xfrm>
              <a:off x="1956575" y="1351400"/>
              <a:ext cx="13350" cy="12550"/>
            </a:xfrm>
            <a:custGeom>
              <a:avLst/>
              <a:gdLst/>
              <a:ahLst/>
              <a:cxnLst/>
              <a:rect l="l" t="t" r="r" b="b"/>
              <a:pathLst>
                <a:path w="534" h="502" extrusionOk="0">
                  <a:moveTo>
                    <a:pt x="200" y="1"/>
                  </a:moveTo>
                  <a:cubicBezTo>
                    <a:pt x="200" y="1"/>
                    <a:pt x="67" y="101"/>
                    <a:pt x="34" y="168"/>
                  </a:cubicBezTo>
                  <a:cubicBezTo>
                    <a:pt x="0" y="301"/>
                    <a:pt x="67" y="501"/>
                    <a:pt x="67" y="501"/>
                  </a:cubicBezTo>
                  <a:lnTo>
                    <a:pt x="334" y="501"/>
                  </a:lnTo>
                  <a:cubicBezTo>
                    <a:pt x="334" y="501"/>
                    <a:pt x="467" y="435"/>
                    <a:pt x="501" y="334"/>
                  </a:cubicBezTo>
                  <a:cubicBezTo>
                    <a:pt x="534" y="201"/>
                    <a:pt x="467" y="1"/>
                    <a:pt x="467"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7" name="Google Shape;1217;p9"/>
            <p:cNvSpPr/>
            <p:nvPr/>
          </p:nvSpPr>
          <p:spPr>
            <a:xfrm>
              <a:off x="1695825" y="939775"/>
              <a:ext cx="437550" cy="189425"/>
            </a:xfrm>
            <a:custGeom>
              <a:avLst/>
              <a:gdLst/>
              <a:ahLst/>
              <a:cxnLst/>
              <a:rect l="l" t="t" r="r" b="b"/>
              <a:pathLst>
                <a:path w="17502" h="7577" extrusionOk="0">
                  <a:moveTo>
                    <a:pt x="7234" y="1"/>
                  </a:moveTo>
                  <a:cubicBezTo>
                    <a:pt x="6746" y="1"/>
                    <a:pt x="6237" y="162"/>
                    <a:pt x="5827" y="421"/>
                  </a:cubicBezTo>
                  <a:cubicBezTo>
                    <a:pt x="5160" y="788"/>
                    <a:pt x="4726" y="1322"/>
                    <a:pt x="4293" y="1822"/>
                  </a:cubicBezTo>
                  <a:cubicBezTo>
                    <a:pt x="3892" y="2322"/>
                    <a:pt x="3492" y="2856"/>
                    <a:pt x="3158" y="3356"/>
                  </a:cubicBezTo>
                  <a:cubicBezTo>
                    <a:pt x="2491" y="4324"/>
                    <a:pt x="1924" y="5258"/>
                    <a:pt x="1324" y="5525"/>
                  </a:cubicBezTo>
                  <a:cubicBezTo>
                    <a:pt x="1181" y="5614"/>
                    <a:pt x="1047" y="5646"/>
                    <a:pt x="928" y="5646"/>
                  </a:cubicBezTo>
                  <a:cubicBezTo>
                    <a:pt x="825" y="5646"/>
                    <a:pt x="734" y="5622"/>
                    <a:pt x="657" y="5591"/>
                  </a:cubicBezTo>
                  <a:cubicBezTo>
                    <a:pt x="490" y="5525"/>
                    <a:pt x="423" y="5458"/>
                    <a:pt x="423" y="5458"/>
                  </a:cubicBezTo>
                  <a:cubicBezTo>
                    <a:pt x="386" y="5428"/>
                    <a:pt x="342" y="5415"/>
                    <a:pt x="299" y="5415"/>
                  </a:cubicBezTo>
                  <a:cubicBezTo>
                    <a:pt x="148" y="5415"/>
                    <a:pt x="1" y="5577"/>
                    <a:pt x="156" y="5758"/>
                  </a:cubicBezTo>
                  <a:cubicBezTo>
                    <a:pt x="156" y="5758"/>
                    <a:pt x="256" y="5825"/>
                    <a:pt x="456" y="5958"/>
                  </a:cubicBezTo>
                  <a:cubicBezTo>
                    <a:pt x="557" y="5992"/>
                    <a:pt x="590" y="6025"/>
                    <a:pt x="657" y="6025"/>
                  </a:cubicBezTo>
                  <a:cubicBezTo>
                    <a:pt x="757" y="6025"/>
                    <a:pt x="823" y="6092"/>
                    <a:pt x="923" y="6092"/>
                  </a:cubicBezTo>
                  <a:cubicBezTo>
                    <a:pt x="990" y="6092"/>
                    <a:pt x="1124" y="6092"/>
                    <a:pt x="1224" y="6025"/>
                  </a:cubicBezTo>
                  <a:cubicBezTo>
                    <a:pt x="1290" y="6025"/>
                    <a:pt x="1424" y="5992"/>
                    <a:pt x="1491" y="5958"/>
                  </a:cubicBezTo>
                  <a:cubicBezTo>
                    <a:pt x="2258" y="5591"/>
                    <a:pt x="2892" y="4657"/>
                    <a:pt x="3592" y="3690"/>
                  </a:cubicBezTo>
                  <a:cubicBezTo>
                    <a:pt x="3926" y="3256"/>
                    <a:pt x="4293" y="2756"/>
                    <a:pt x="4726" y="2256"/>
                  </a:cubicBezTo>
                  <a:cubicBezTo>
                    <a:pt x="5093" y="1755"/>
                    <a:pt x="5560" y="1288"/>
                    <a:pt x="6094" y="988"/>
                  </a:cubicBezTo>
                  <a:cubicBezTo>
                    <a:pt x="6327" y="855"/>
                    <a:pt x="6594" y="755"/>
                    <a:pt x="6894" y="755"/>
                  </a:cubicBezTo>
                  <a:cubicBezTo>
                    <a:pt x="6928" y="732"/>
                    <a:pt x="6968" y="725"/>
                    <a:pt x="7013" y="725"/>
                  </a:cubicBezTo>
                  <a:cubicBezTo>
                    <a:pt x="7102" y="725"/>
                    <a:pt x="7206" y="755"/>
                    <a:pt x="7295" y="755"/>
                  </a:cubicBezTo>
                  <a:cubicBezTo>
                    <a:pt x="7461" y="755"/>
                    <a:pt x="7595" y="788"/>
                    <a:pt x="7728" y="821"/>
                  </a:cubicBezTo>
                  <a:cubicBezTo>
                    <a:pt x="7828" y="855"/>
                    <a:pt x="7962" y="921"/>
                    <a:pt x="8095" y="988"/>
                  </a:cubicBezTo>
                  <a:cubicBezTo>
                    <a:pt x="8229" y="1021"/>
                    <a:pt x="8329" y="1122"/>
                    <a:pt x="8462" y="1188"/>
                  </a:cubicBezTo>
                  <a:cubicBezTo>
                    <a:pt x="8729" y="1422"/>
                    <a:pt x="8896" y="1522"/>
                    <a:pt x="8996" y="1755"/>
                  </a:cubicBezTo>
                  <a:cubicBezTo>
                    <a:pt x="9296" y="2122"/>
                    <a:pt x="9430" y="2689"/>
                    <a:pt x="9763" y="3256"/>
                  </a:cubicBezTo>
                  <a:cubicBezTo>
                    <a:pt x="9830" y="3423"/>
                    <a:pt x="9963" y="3523"/>
                    <a:pt x="10097" y="3657"/>
                  </a:cubicBezTo>
                  <a:cubicBezTo>
                    <a:pt x="10230" y="3790"/>
                    <a:pt x="10397" y="3924"/>
                    <a:pt x="10497" y="3957"/>
                  </a:cubicBezTo>
                  <a:cubicBezTo>
                    <a:pt x="10764" y="4090"/>
                    <a:pt x="11097" y="4190"/>
                    <a:pt x="11398" y="4257"/>
                  </a:cubicBezTo>
                  <a:cubicBezTo>
                    <a:pt x="11481" y="4265"/>
                    <a:pt x="11560" y="4270"/>
                    <a:pt x="11636" y="4270"/>
                  </a:cubicBezTo>
                  <a:cubicBezTo>
                    <a:pt x="11865" y="4270"/>
                    <a:pt x="12065" y="4232"/>
                    <a:pt x="12265" y="4157"/>
                  </a:cubicBezTo>
                  <a:cubicBezTo>
                    <a:pt x="12498" y="4090"/>
                    <a:pt x="12665" y="3990"/>
                    <a:pt x="12832" y="3924"/>
                  </a:cubicBezTo>
                  <a:cubicBezTo>
                    <a:pt x="13166" y="3757"/>
                    <a:pt x="13399" y="3690"/>
                    <a:pt x="13499" y="3690"/>
                  </a:cubicBezTo>
                  <a:lnTo>
                    <a:pt x="13566" y="3690"/>
                  </a:lnTo>
                  <a:cubicBezTo>
                    <a:pt x="13694" y="3682"/>
                    <a:pt x="13820" y="3678"/>
                    <a:pt x="13943" y="3678"/>
                  </a:cubicBezTo>
                  <a:cubicBezTo>
                    <a:pt x="14810" y="3678"/>
                    <a:pt x="15533" y="3886"/>
                    <a:pt x="16001" y="4324"/>
                  </a:cubicBezTo>
                  <a:cubicBezTo>
                    <a:pt x="16501" y="4824"/>
                    <a:pt x="16768" y="5425"/>
                    <a:pt x="16902" y="5925"/>
                  </a:cubicBezTo>
                  <a:cubicBezTo>
                    <a:pt x="17002" y="6425"/>
                    <a:pt x="17002" y="6792"/>
                    <a:pt x="17068" y="7026"/>
                  </a:cubicBezTo>
                  <a:cubicBezTo>
                    <a:pt x="17102" y="7293"/>
                    <a:pt x="17102" y="7426"/>
                    <a:pt x="17102" y="7426"/>
                  </a:cubicBezTo>
                  <a:cubicBezTo>
                    <a:pt x="17117" y="7520"/>
                    <a:pt x="17199" y="7577"/>
                    <a:pt x="17284" y="7577"/>
                  </a:cubicBezTo>
                  <a:cubicBezTo>
                    <a:pt x="17382" y="7577"/>
                    <a:pt x="17484" y="7503"/>
                    <a:pt x="17502" y="7326"/>
                  </a:cubicBezTo>
                  <a:lnTo>
                    <a:pt x="17502" y="6926"/>
                  </a:lnTo>
                  <a:cubicBezTo>
                    <a:pt x="17469" y="6659"/>
                    <a:pt x="17469" y="6259"/>
                    <a:pt x="17335" y="5691"/>
                  </a:cubicBezTo>
                  <a:cubicBezTo>
                    <a:pt x="17235" y="5191"/>
                    <a:pt x="16968" y="4491"/>
                    <a:pt x="16334" y="3857"/>
                  </a:cubicBezTo>
                  <a:cubicBezTo>
                    <a:pt x="16001" y="3590"/>
                    <a:pt x="15601" y="3323"/>
                    <a:pt x="15100" y="3190"/>
                  </a:cubicBezTo>
                  <a:cubicBezTo>
                    <a:pt x="14740" y="3118"/>
                    <a:pt x="14362" y="3063"/>
                    <a:pt x="13966" y="3063"/>
                  </a:cubicBezTo>
                  <a:cubicBezTo>
                    <a:pt x="13813" y="3063"/>
                    <a:pt x="13657" y="3071"/>
                    <a:pt x="13499" y="3090"/>
                  </a:cubicBezTo>
                  <a:lnTo>
                    <a:pt x="13566" y="3090"/>
                  </a:lnTo>
                  <a:cubicBezTo>
                    <a:pt x="13399" y="3090"/>
                    <a:pt x="12999" y="3123"/>
                    <a:pt x="12632" y="3290"/>
                  </a:cubicBezTo>
                  <a:cubicBezTo>
                    <a:pt x="12334" y="3398"/>
                    <a:pt x="12036" y="3550"/>
                    <a:pt x="11721" y="3550"/>
                  </a:cubicBezTo>
                  <a:cubicBezTo>
                    <a:pt x="11647" y="3550"/>
                    <a:pt x="11573" y="3542"/>
                    <a:pt x="11498" y="3523"/>
                  </a:cubicBezTo>
                  <a:cubicBezTo>
                    <a:pt x="11298" y="3490"/>
                    <a:pt x="11097" y="3423"/>
                    <a:pt x="10897" y="3290"/>
                  </a:cubicBezTo>
                  <a:cubicBezTo>
                    <a:pt x="10764" y="3256"/>
                    <a:pt x="10730" y="3190"/>
                    <a:pt x="10630" y="3123"/>
                  </a:cubicBezTo>
                  <a:cubicBezTo>
                    <a:pt x="10564" y="3090"/>
                    <a:pt x="10464" y="2990"/>
                    <a:pt x="10430" y="2856"/>
                  </a:cubicBezTo>
                  <a:cubicBezTo>
                    <a:pt x="10163" y="2422"/>
                    <a:pt x="9997" y="1822"/>
                    <a:pt x="9663" y="1322"/>
                  </a:cubicBezTo>
                  <a:cubicBezTo>
                    <a:pt x="9496" y="1021"/>
                    <a:pt x="9163" y="788"/>
                    <a:pt x="8929" y="621"/>
                  </a:cubicBezTo>
                  <a:cubicBezTo>
                    <a:pt x="8796" y="521"/>
                    <a:pt x="8662" y="454"/>
                    <a:pt x="8496" y="354"/>
                  </a:cubicBezTo>
                  <a:cubicBezTo>
                    <a:pt x="8329" y="288"/>
                    <a:pt x="8162" y="188"/>
                    <a:pt x="7995" y="154"/>
                  </a:cubicBezTo>
                  <a:cubicBezTo>
                    <a:pt x="7760" y="48"/>
                    <a:pt x="7500" y="1"/>
                    <a:pt x="7234"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8" name="Google Shape;1218;p9"/>
            <p:cNvSpPr/>
            <p:nvPr/>
          </p:nvSpPr>
          <p:spPr>
            <a:xfrm>
              <a:off x="1327675" y="2834375"/>
              <a:ext cx="538025" cy="295975"/>
            </a:xfrm>
            <a:custGeom>
              <a:avLst/>
              <a:gdLst/>
              <a:ahLst/>
              <a:cxnLst/>
              <a:rect l="l" t="t" r="r" b="b"/>
              <a:pathLst>
                <a:path w="21521" h="11839" extrusionOk="0">
                  <a:moveTo>
                    <a:pt x="7674" y="0"/>
                  </a:moveTo>
                  <a:cubicBezTo>
                    <a:pt x="7235" y="0"/>
                    <a:pt x="6877" y="191"/>
                    <a:pt x="6543" y="358"/>
                  </a:cubicBezTo>
                  <a:cubicBezTo>
                    <a:pt x="6176" y="558"/>
                    <a:pt x="5842" y="858"/>
                    <a:pt x="5509" y="1092"/>
                  </a:cubicBezTo>
                  <a:lnTo>
                    <a:pt x="5275" y="1325"/>
                  </a:lnTo>
                  <a:lnTo>
                    <a:pt x="5142" y="1425"/>
                  </a:lnTo>
                  <a:lnTo>
                    <a:pt x="5009" y="1559"/>
                  </a:lnTo>
                  <a:lnTo>
                    <a:pt x="4642" y="2059"/>
                  </a:lnTo>
                  <a:cubicBezTo>
                    <a:pt x="4441" y="2359"/>
                    <a:pt x="4175" y="2693"/>
                    <a:pt x="3974" y="2993"/>
                  </a:cubicBezTo>
                  <a:cubicBezTo>
                    <a:pt x="3541" y="3594"/>
                    <a:pt x="3107" y="4161"/>
                    <a:pt x="2674" y="4561"/>
                  </a:cubicBezTo>
                  <a:cubicBezTo>
                    <a:pt x="2273" y="4995"/>
                    <a:pt x="1806" y="5328"/>
                    <a:pt x="1439" y="5362"/>
                  </a:cubicBezTo>
                  <a:cubicBezTo>
                    <a:pt x="1413" y="5364"/>
                    <a:pt x="1388" y="5365"/>
                    <a:pt x="1363" y="5365"/>
                  </a:cubicBezTo>
                  <a:cubicBezTo>
                    <a:pt x="1009" y="5365"/>
                    <a:pt x="795" y="5151"/>
                    <a:pt x="639" y="4995"/>
                  </a:cubicBezTo>
                  <a:cubicBezTo>
                    <a:pt x="505" y="4828"/>
                    <a:pt x="439" y="4694"/>
                    <a:pt x="439" y="4694"/>
                  </a:cubicBezTo>
                  <a:cubicBezTo>
                    <a:pt x="376" y="4595"/>
                    <a:pt x="290" y="4551"/>
                    <a:pt x="216" y="4551"/>
                  </a:cubicBezTo>
                  <a:cubicBezTo>
                    <a:pt x="92" y="4551"/>
                    <a:pt x="1" y="4673"/>
                    <a:pt x="105" y="4861"/>
                  </a:cubicBezTo>
                  <a:cubicBezTo>
                    <a:pt x="105" y="4861"/>
                    <a:pt x="172" y="5028"/>
                    <a:pt x="339" y="5228"/>
                  </a:cubicBezTo>
                  <a:cubicBezTo>
                    <a:pt x="472" y="5362"/>
                    <a:pt x="539" y="5495"/>
                    <a:pt x="772" y="5595"/>
                  </a:cubicBezTo>
                  <a:cubicBezTo>
                    <a:pt x="876" y="5699"/>
                    <a:pt x="1062" y="5783"/>
                    <a:pt x="1281" y="5783"/>
                  </a:cubicBezTo>
                  <a:cubicBezTo>
                    <a:pt x="1343" y="5783"/>
                    <a:pt x="1407" y="5776"/>
                    <a:pt x="1473" y="5762"/>
                  </a:cubicBezTo>
                  <a:cubicBezTo>
                    <a:pt x="2006" y="5695"/>
                    <a:pt x="2507" y="5295"/>
                    <a:pt x="3007" y="4895"/>
                  </a:cubicBezTo>
                  <a:cubicBezTo>
                    <a:pt x="3507" y="4428"/>
                    <a:pt x="3974" y="3894"/>
                    <a:pt x="4408" y="3293"/>
                  </a:cubicBezTo>
                  <a:cubicBezTo>
                    <a:pt x="4675" y="3027"/>
                    <a:pt x="4875" y="2726"/>
                    <a:pt x="5142" y="2393"/>
                  </a:cubicBezTo>
                  <a:cubicBezTo>
                    <a:pt x="5242" y="2226"/>
                    <a:pt x="5375" y="2059"/>
                    <a:pt x="5509" y="1926"/>
                  </a:cubicBezTo>
                  <a:lnTo>
                    <a:pt x="5576" y="1859"/>
                  </a:lnTo>
                  <a:lnTo>
                    <a:pt x="5709" y="1759"/>
                  </a:lnTo>
                  <a:lnTo>
                    <a:pt x="5909" y="1592"/>
                  </a:lnTo>
                  <a:cubicBezTo>
                    <a:pt x="6209" y="1359"/>
                    <a:pt x="6543" y="1092"/>
                    <a:pt x="6877" y="925"/>
                  </a:cubicBezTo>
                  <a:cubicBezTo>
                    <a:pt x="7167" y="780"/>
                    <a:pt x="7483" y="685"/>
                    <a:pt x="7758" y="685"/>
                  </a:cubicBezTo>
                  <a:cubicBezTo>
                    <a:pt x="7799" y="685"/>
                    <a:pt x="7838" y="687"/>
                    <a:pt x="7877" y="692"/>
                  </a:cubicBezTo>
                  <a:cubicBezTo>
                    <a:pt x="8177" y="725"/>
                    <a:pt x="8478" y="925"/>
                    <a:pt x="8678" y="1225"/>
                  </a:cubicBezTo>
                  <a:cubicBezTo>
                    <a:pt x="8878" y="1525"/>
                    <a:pt x="9078" y="1892"/>
                    <a:pt x="9245" y="2226"/>
                  </a:cubicBezTo>
                  <a:cubicBezTo>
                    <a:pt x="9578" y="2926"/>
                    <a:pt x="9912" y="3660"/>
                    <a:pt x="10412" y="4261"/>
                  </a:cubicBezTo>
                  <a:cubicBezTo>
                    <a:pt x="10879" y="4861"/>
                    <a:pt x="11580" y="5428"/>
                    <a:pt x="12481" y="5695"/>
                  </a:cubicBezTo>
                  <a:cubicBezTo>
                    <a:pt x="12811" y="5788"/>
                    <a:pt x="13152" y="5817"/>
                    <a:pt x="13493" y="5817"/>
                  </a:cubicBezTo>
                  <a:cubicBezTo>
                    <a:pt x="14013" y="5817"/>
                    <a:pt x="14532" y="5749"/>
                    <a:pt x="15016" y="5728"/>
                  </a:cubicBezTo>
                  <a:cubicBezTo>
                    <a:pt x="15383" y="5728"/>
                    <a:pt x="15750" y="5728"/>
                    <a:pt x="16050" y="5895"/>
                  </a:cubicBezTo>
                  <a:cubicBezTo>
                    <a:pt x="16350" y="6062"/>
                    <a:pt x="16550" y="6362"/>
                    <a:pt x="16717" y="6696"/>
                  </a:cubicBezTo>
                  <a:cubicBezTo>
                    <a:pt x="17017" y="7363"/>
                    <a:pt x="17084" y="8130"/>
                    <a:pt x="17317" y="8897"/>
                  </a:cubicBezTo>
                  <a:cubicBezTo>
                    <a:pt x="17517" y="9665"/>
                    <a:pt x="17718" y="10365"/>
                    <a:pt x="18151" y="10899"/>
                  </a:cubicBezTo>
                  <a:cubicBezTo>
                    <a:pt x="18318" y="11199"/>
                    <a:pt x="18585" y="11399"/>
                    <a:pt x="18852" y="11566"/>
                  </a:cubicBezTo>
                  <a:cubicBezTo>
                    <a:pt x="19152" y="11733"/>
                    <a:pt x="19419" y="11833"/>
                    <a:pt x="19686" y="11833"/>
                  </a:cubicBezTo>
                  <a:cubicBezTo>
                    <a:pt x="19743" y="11836"/>
                    <a:pt x="19799" y="11838"/>
                    <a:pt x="19853" y="11838"/>
                  </a:cubicBezTo>
                  <a:cubicBezTo>
                    <a:pt x="20298" y="11838"/>
                    <a:pt x="20615" y="11726"/>
                    <a:pt x="20853" y="11666"/>
                  </a:cubicBezTo>
                  <a:cubicBezTo>
                    <a:pt x="20987" y="11599"/>
                    <a:pt x="21053" y="11566"/>
                    <a:pt x="21153" y="11533"/>
                  </a:cubicBezTo>
                  <a:cubicBezTo>
                    <a:pt x="21187" y="11499"/>
                    <a:pt x="21220" y="11499"/>
                    <a:pt x="21220" y="11499"/>
                  </a:cubicBezTo>
                  <a:cubicBezTo>
                    <a:pt x="21520" y="11366"/>
                    <a:pt x="21387" y="11066"/>
                    <a:pt x="21020" y="11066"/>
                  </a:cubicBezTo>
                  <a:cubicBezTo>
                    <a:pt x="21020" y="11066"/>
                    <a:pt x="20987" y="11066"/>
                    <a:pt x="20953" y="11099"/>
                  </a:cubicBezTo>
                  <a:cubicBezTo>
                    <a:pt x="20853" y="11099"/>
                    <a:pt x="20786" y="11166"/>
                    <a:pt x="20653" y="11199"/>
                  </a:cubicBezTo>
                  <a:cubicBezTo>
                    <a:pt x="20501" y="11224"/>
                    <a:pt x="20234" y="11288"/>
                    <a:pt x="19938" y="11288"/>
                  </a:cubicBezTo>
                  <a:cubicBezTo>
                    <a:pt x="19845" y="11288"/>
                    <a:pt x="19749" y="11282"/>
                    <a:pt x="19652" y="11266"/>
                  </a:cubicBezTo>
                  <a:cubicBezTo>
                    <a:pt x="19452" y="11266"/>
                    <a:pt x="19219" y="11199"/>
                    <a:pt x="19019" y="11066"/>
                  </a:cubicBezTo>
                  <a:cubicBezTo>
                    <a:pt x="18852" y="10932"/>
                    <a:pt x="18652" y="10765"/>
                    <a:pt x="18485" y="10532"/>
                  </a:cubicBezTo>
                  <a:cubicBezTo>
                    <a:pt x="18185" y="10065"/>
                    <a:pt x="17984" y="9398"/>
                    <a:pt x="17818" y="8697"/>
                  </a:cubicBezTo>
                  <a:cubicBezTo>
                    <a:pt x="17651" y="7997"/>
                    <a:pt x="17618" y="7196"/>
                    <a:pt x="17217" y="6362"/>
                  </a:cubicBezTo>
                  <a:cubicBezTo>
                    <a:pt x="17050" y="5929"/>
                    <a:pt x="16817" y="5528"/>
                    <a:pt x="16350" y="5261"/>
                  </a:cubicBezTo>
                  <a:cubicBezTo>
                    <a:pt x="15883" y="5028"/>
                    <a:pt x="15383" y="5028"/>
                    <a:pt x="14982" y="5028"/>
                  </a:cubicBezTo>
                  <a:cubicBezTo>
                    <a:pt x="14469" y="5048"/>
                    <a:pt x="13991" y="5102"/>
                    <a:pt x="13541" y="5102"/>
                  </a:cubicBezTo>
                  <a:cubicBezTo>
                    <a:pt x="13231" y="5102"/>
                    <a:pt x="12933" y="5076"/>
                    <a:pt x="12647" y="4995"/>
                  </a:cubicBezTo>
                  <a:cubicBezTo>
                    <a:pt x="11947" y="4761"/>
                    <a:pt x="11380" y="4327"/>
                    <a:pt x="10979" y="3760"/>
                  </a:cubicBezTo>
                  <a:cubicBezTo>
                    <a:pt x="10546" y="3260"/>
                    <a:pt x="10212" y="2560"/>
                    <a:pt x="9845" y="1859"/>
                  </a:cubicBezTo>
                  <a:cubicBezTo>
                    <a:pt x="9679" y="1525"/>
                    <a:pt x="9478" y="1159"/>
                    <a:pt x="9178" y="758"/>
                  </a:cubicBezTo>
                  <a:cubicBezTo>
                    <a:pt x="8878" y="425"/>
                    <a:pt x="8478" y="58"/>
                    <a:pt x="7944" y="24"/>
                  </a:cubicBezTo>
                  <a:cubicBezTo>
                    <a:pt x="7850" y="8"/>
                    <a:pt x="7760" y="0"/>
                    <a:pt x="7674"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9" name="Google Shape;1219;p9"/>
            <p:cNvSpPr/>
            <p:nvPr/>
          </p:nvSpPr>
          <p:spPr>
            <a:xfrm>
              <a:off x="1332750" y="1809950"/>
              <a:ext cx="414525" cy="200300"/>
            </a:xfrm>
            <a:custGeom>
              <a:avLst/>
              <a:gdLst/>
              <a:ahLst/>
              <a:cxnLst/>
              <a:rect l="l" t="t" r="r" b="b"/>
              <a:pathLst>
                <a:path w="16581" h="8012" extrusionOk="0">
                  <a:moveTo>
                    <a:pt x="7143" y="0"/>
                  </a:moveTo>
                  <a:cubicBezTo>
                    <a:pt x="7008" y="0"/>
                    <a:pt x="6874" y="12"/>
                    <a:pt x="6740" y="39"/>
                  </a:cubicBezTo>
                  <a:cubicBezTo>
                    <a:pt x="6073" y="205"/>
                    <a:pt x="5506" y="572"/>
                    <a:pt x="5072" y="1006"/>
                  </a:cubicBezTo>
                  <a:cubicBezTo>
                    <a:pt x="4172" y="1840"/>
                    <a:pt x="3571" y="2807"/>
                    <a:pt x="2938" y="3474"/>
                  </a:cubicBezTo>
                  <a:cubicBezTo>
                    <a:pt x="2604" y="3808"/>
                    <a:pt x="2304" y="4075"/>
                    <a:pt x="1970" y="4208"/>
                  </a:cubicBezTo>
                  <a:cubicBezTo>
                    <a:pt x="1791" y="4280"/>
                    <a:pt x="1622" y="4313"/>
                    <a:pt x="1468" y="4313"/>
                  </a:cubicBezTo>
                  <a:cubicBezTo>
                    <a:pt x="1334" y="4313"/>
                    <a:pt x="1211" y="4288"/>
                    <a:pt x="1103" y="4242"/>
                  </a:cubicBezTo>
                  <a:cubicBezTo>
                    <a:pt x="603" y="4075"/>
                    <a:pt x="402" y="3841"/>
                    <a:pt x="402" y="3841"/>
                  </a:cubicBezTo>
                  <a:cubicBezTo>
                    <a:pt x="371" y="3816"/>
                    <a:pt x="336" y="3805"/>
                    <a:pt x="301" y="3805"/>
                  </a:cubicBezTo>
                  <a:cubicBezTo>
                    <a:pt x="150" y="3805"/>
                    <a:pt x="0" y="4006"/>
                    <a:pt x="136" y="4142"/>
                  </a:cubicBezTo>
                  <a:cubicBezTo>
                    <a:pt x="138" y="4136"/>
                    <a:pt x="142" y="4133"/>
                    <a:pt x="148" y="4133"/>
                  </a:cubicBezTo>
                  <a:cubicBezTo>
                    <a:pt x="202" y="4133"/>
                    <a:pt x="391" y="4432"/>
                    <a:pt x="969" y="4675"/>
                  </a:cubicBezTo>
                  <a:cubicBezTo>
                    <a:pt x="1128" y="4746"/>
                    <a:pt x="1333" y="4788"/>
                    <a:pt x="1550" y="4788"/>
                  </a:cubicBezTo>
                  <a:cubicBezTo>
                    <a:pt x="1744" y="4788"/>
                    <a:pt x="1948" y="4754"/>
                    <a:pt x="2137" y="4675"/>
                  </a:cubicBezTo>
                  <a:cubicBezTo>
                    <a:pt x="2571" y="4509"/>
                    <a:pt x="2971" y="4175"/>
                    <a:pt x="3304" y="3841"/>
                  </a:cubicBezTo>
                  <a:cubicBezTo>
                    <a:pt x="4005" y="3141"/>
                    <a:pt x="4639" y="2207"/>
                    <a:pt x="5473" y="1473"/>
                  </a:cubicBezTo>
                  <a:cubicBezTo>
                    <a:pt x="5906" y="1073"/>
                    <a:pt x="6340" y="806"/>
                    <a:pt x="6840" y="706"/>
                  </a:cubicBezTo>
                  <a:cubicBezTo>
                    <a:pt x="6916" y="696"/>
                    <a:pt x="6991" y="691"/>
                    <a:pt x="7067" y="691"/>
                  </a:cubicBezTo>
                  <a:cubicBezTo>
                    <a:pt x="7491" y="691"/>
                    <a:pt x="7912" y="841"/>
                    <a:pt x="8308" y="1039"/>
                  </a:cubicBezTo>
                  <a:lnTo>
                    <a:pt x="8341" y="1073"/>
                  </a:lnTo>
                  <a:cubicBezTo>
                    <a:pt x="8441" y="1139"/>
                    <a:pt x="8575" y="1173"/>
                    <a:pt x="8642" y="1306"/>
                  </a:cubicBezTo>
                  <a:cubicBezTo>
                    <a:pt x="8742" y="1406"/>
                    <a:pt x="8808" y="1640"/>
                    <a:pt x="8908" y="1840"/>
                  </a:cubicBezTo>
                  <a:cubicBezTo>
                    <a:pt x="9075" y="2307"/>
                    <a:pt x="9109" y="2907"/>
                    <a:pt x="9442" y="3575"/>
                  </a:cubicBezTo>
                  <a:cubicBezTo>
                    <a:pt x="9576" y="3741"/>
                    <a:pt x="9676" y="3875"/>
                    <a:pt x="9809" y="4008"/>
                  </a:cubicBezTo>
                  <a:cubicBezTo>
                    <a:pt x="9842" y="4042"/>
                    <a:pt x="9943" y="4142"/>
                    <a:pt x="10009" y="4175"/>
                  </a:cubicBezTo>
                  <a:cubicBezTo>
                    <a:pt x="10109" y="4275"/>
                    <a:pt x="10176" y="4308"/>
                    <a:pt x="10276" y="4342"/>
                  </a:cubicBezTo>
                  <a:cubicBezTo>
                    <a:pt x="10532" y="4481"/>
                    <a:pt x="10820" y="4540"/>
                    <a:pt x="11096" y="4540"/>
                  </a:cubicBezTo>
                  <a:cubicBezTo>
                    <a:pt x="11215" y="4540"/>
                    <a:pt x="11332" y="4529"/>
                    <a:pt x="11444" y="4509"/>
                  </a:cubicBezTo>
                  <a:cubicBezTo>
                    <a:pt x="12177" y="4342"/>
                    <a:pt x="12745" y="3975"/>
                    <a:pt x="13245" y="3875"/>
                  </a:cubicBezTo>
                  <a:cubicBezTo>
                    <a:pt x="13286" y="3868"/>
                    <a:pt x="13328" y="3865"/>
                    <a:pt x="13372" y="3865"/>
                  </a:cubicBezTo>
                  <a:cubicBezTo>
                    <a:pt x="13784" y="3865"/>
                    <a:pt x="14280" y="4140"/>
                    <a:pt x="14613" y="4442"/>
                  </a:cubicBezTo>
                  <a:cubicBezTo>
                    <a:pt x="15413" y="5142"/>
                    <a:pt x="15747" y="6110"/>
                    <a:pt x="15947" y="6777"/>
                  </a:cubicBezTo>
                  <a:cubicBezTo>
                    <a:pt x="16080" y="7110"/>
                    <a:pt x="16114" y="7344"/>
                    <a:pt x="16147" y="7544"/>
                  </a:cubicBezTo>
                  <a:cubicBezTo>
                    <a:pt x="16180" y="7711"/>
                    <a:pt x="16180" y="7844"/>
                    <a:pt x="16180" y="7844"/>
                  </a:cubicBezTo>
                  <a:cubicBezTo>
                    <a:pt x="16209" y="7958"/>
                    <a:pt x="16286" y="8011"/>
                    <a:pt x="16365" y="8011"/>
                  </a:cubicBezTo>
                  <a:cubicBezTo>
                    <a:pt x="16471" y="8011"/>
                    <a:pt x="16581" y="7916"/>
                    <a:pt x="16581" y="7744"/>
                  </a:cubicBezTo>
                  <a:cubicBezTo>
                    <a:pt x="16581" y="7744"/>
                    <a:pt x="16581" y="7678"/>
                    <a:pt x="16514" y="7477"/>
                  </a:cubicBezTo>
                  <a:cubicBezTo>
                    <a:pt x="16481" y="7311"/>
                    <a:pt x="16447" y="7010"/>
                    <a:pt x="16347" y="6643"/>
                  </a:cubicBezTo>
                  <a:cubicBezTo>
                    <a:pt x="16280" y="6277"/>
                    <a:pt x="16147" y="5843"/>
                    <a:pt x="15947" y="5376"/>
                  </a:cubicBezTo>
                  <a:cubicBezTo>
                    <a:pt x="15747" y="4909"/>
                    <a:pt x="15446" y="4408"/>
                    <a:pt x="14979" y="4008"/>
                  </a:cubicBezTo>
                  <a:cubicBezTo>
                    <a:pt x="14779" y="3808"/>
                    <a:pt x="14479" y="3575"/>
                    <a:pt x="14179" y="3474"/>
                  </a:cubicBezTo>
                  <a:cubicBezTo>
                    <a:pt x="13946" y="3329"/>
                    <a:pt x="13613" y="3235"/>
                    <a:pt x="13288" y="3235"/>
                  </a:cubicBezTo>
                  <a:cubicBezTo>
                    <a:pt x="13240" y="3235"/>
                    <a:pt x="13192" y="3237"/>
                    <a:pt x="13145" y="3241"/>
                  </a:cubicBezTo>
                  <a:cubicBezTo>
                    <a:pt x="12411" y="3341"/>
                    <a:pt x="11844" y="3741"/>
                    <a:pt x="11310" y="3841"/>
                  </a:cubicBezTo>
                  <a:cubicBezTo>
                    <a:pt x="11239" y="3849"/>
                    <a:pt x="11174" y="3853"/>
                    <a:pt x="11113" y="3853"/>
                  </a:cubicBezTo>
                  <a:cubicBezTo>
                    <a:pt x="10915" y="3853"/>
                    <a:pt x="10763" y="3810"/>
                    <a:pt x="10610" y="3708"/>
                  </a:cubicBezTo>
                  <a:cubicBezTo>
                    <a:pt x="10410" y="3575"/>
                    <a:pt x="10143" y="3374"/>
                    <a:pt x="10076" y="3208"/>
                  </a:cubicBezTo>
                  <a:cubicBezTo>
                    <a:pt x="9842" y="2741"/>
                    <a:pt x="9776" y="2174"/>
                    <a:pt x="9609" y="1573"/>
                  </a:cubicBezTo>
                  <a:cubicBezTo>
                    <a:pt x="9509" y="1340"/>
                    <a:pt x="9409" y="1039"/>
                    <a:pt x="9175" y="806"/>
                  </a:cubicBezTo>
                  <a:cubicBezTo>
                    <a:pt x="9009" y="539"/>
                    <a:pt x="8742" y="472"/>
                    <a:pt x="8608" y="372"/>
                  </a:cubicBezTo>
                  <a:lnTo>
                    <a:pt x="8608" y="372"/>
                  </a:lnTo>
                  <a:lnTo>
                    <a:pt x="8642" y="406"/>
                  </a:lnTo>
                  <a:cubicBezTo>
                    <a:pt x="8215" y="192"/>
                    <a:pt x="7681" y="0"/>
                    <a:pt x="7143"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0" name="Google Shape;1220;p9"/>
            <p:cNvSpPr/>
            <p:nvPr/>
          </p:nvSpPr>
          <p:spPr>
            <a:xfrm>
              <a:off x="2280350" y="420750"/>
              <a:ext cx="502200" cy="220025"/>
            </a:xfrm>
            <a:custGeom>
              <a:avLst/>
              <a:gdLst/>
              <a:ahLst/>
              <a:cxnLst/>
              <a:rect l="l" t="t" r="r" b="b"/>
              <a:pathLst>
                <a:path w="20088" h="8801" extrusionOk="0">
                  <a:moveTo>
                    <a:pt x="7230" y="0"/>
                  </a:moveTo>
                  <a:cubicBezTo>
                    <a:pt x="6997" y="0"/>
                    <a:pt x="6797" y="0"/>
                    <a:pt x="6597" y="34"/>
                  </a:cubicBezTo>
                  <a:cubicBezTo>
                    <a:pt x="6230" y="67"/>
                    <a:pt x="5829" y="234"/>
                    <a:pt x="5496" y="367"/>
                  </a:cubicBezTo>
                  <a:cubicBezTo>
                    <a:pt x="5129" y="534"/>
                    <a:pt x="4795" y="734"/>
                    <a:pt x="4562" y="1001"/>
                  </a:cubicBezTo>
                  <a:cubicBezTo>
                    <a:pt x="4262" y="1234"/>
                    <a:pt x="4061" y="1468"/>
                    <a:pt x="3795" y="1701"/>
                  </a:cubicBezTo>
                  <a:cubicBezTo>
                    <a:pt x="3328" y="2168"/>
                    <a:pt x="2894" y="2569"/>
                    <a:pt x="2460" y="2869"/>
                  </a:cubicBezTo>
                  <a:cubicBezTo>
                    <a:pt x="2165" y="3090"/>
                    <a:pt x="1834" y="3221"/>
                    <a:pt x="1560" y="3221"/>
                  </a:cubicBezTo>
                  <a:cubicBezTo>
                    <a:pt x="1462" y="3221"/>
                    <a:pt x="1372" y="3204"/>
                    <a:pt x="1293" y="3169"/>
                  </a:cubicBezTo>
                  <a:cubicBezTo>
                    <a:pt x="959" y="3036"/>
                    <a:pt x="759" y="2802"/>
                    <a:pt x="626" y="2635"/>
                  </a:cubicBezTo>
                  <a:cubicBezTo>
                    <a:pt x="459" y="2402"/>
                    <a:pt x="425" y="2335"/>
                    <a:pt x="425" y="2335"/>
                  </a:cubicBezTo>
                  <a:cubicBezTo>
                    <a:pt x="373" y="2273"/>
                    <a:pt x="308" y="2246"/>
                    <a:pt x="247" y="2246"/>
                  </a:cubicBezTo>
                  <a:cubicBezTo>
                    <a:pt x="113" y="2246"/>
                    <a:pt x="0" y="2375"/>
                    <a:pt x="92" y="2535"/>
                  </a:cubicBezTo>
                  <a:cubicBezTo>
                    <a:pt x="92" y="2535"/>
                    <a:pt x="192" y="2669"/>
                    <a:pt x="292" y="2869"/>
                  </a:cubicBezTo>
                  <a:cubicBezTo>
                    <a:pt x="459" y="3069"/>
                    <a:pt x="692" y="3369"/>
                    <a:pt x="1126" y="3569"/>
                  </a:cubicBezTo>
                  <a:cubicBezTo>
                    <a:pt x="1274" y="3633"/>
                    <a:pt x="1435" y="3656"/>
                    <a:pt x="1610" y="3656"/>
                  </a:cubicBezTo>
                  <a:cubicBezTo>
                    <a:pt x="1711" y="3656"/>
                    <a:pt x="1817" y="3648"/>
                    <a:pt x="1927" y="3636"/>
                  </a:cubicBezTo>
                  <a:cubicBezTo>
                    <a:pt x="2227" y="3569"/>
                    <a:pt x="2460" y="3469"/>
                    <a:pt x="2727" y="3303"/>
                  </a:cubicBezTo>
                  <a:cubicBezTo>
                    <a:pt x="3227" y="2969"/>
                    <a:pt x="3694" y="2535"/>
                    <a:pt x="4195" y="2068"/>
                  </a:cubicBezTo>
                  <a:cubicBezTo>
                    <a:pt x="4428" y="1868"/>
                    <a:pt x="4695" y="1635"/>
                    <a:pt x="4929" y="1401"/>
                  </a:cubicBezTo>
                  <a:cubicBezTo>
                    <a:pt x="5196" y="1201"/>
                    <a:pt x="5429" y="1034"/>
                    <a:pt x="5729" y="901"/>
                  </a:cubicBezTo>
                  <a:cubicBezTo>
                    <a:pt x="5896" y="868"/>
                    <a:pt x="6063" y="801"/>
                    <a:pt x="6230" y="734"/>
                  </a:cubicBezTo>
                  <a:cubicBezTo>
                    <a:pt x="6396" y="667"/>
                    <a:pt x="6563" y="667"/>
                    <a:pt x="6730" y="634"/>
                  </a:cubicBezTo>
                  <a:cubicBezTo>
                    <a:pt x="6897" y="567"/>
                    <a:pt x="7030" y="567"/>
                    <a:pt x="7197" y="567"/>
                  </a:cubicBezTo>
                  <a:cubicBezTo>
                    <a:pt x="7297" y="634"/>
                    <a:pt x="7464" y="634"/>
                    <a:pt x="7597" y="701"/>
                  </a:cubicBezTo>
                  <a:cubicBezTo>
                    <a:pt x="7864" y="834"/>
                    <a:pt x="8064" y="1034"/>
                    <a:pt x="8231" y="1335"/>
                  </a:cubicBezTo>
                  <a:cubicBezTo>
                    <a:pt x="8431" y="1635"/>
                    <a:pt x="8565" y="1902"/>
                    <a:pt x="8731" y="2235"/>
                  </a:cubicBezTo>
                  <a:cubicBezTo>
                    <a:pt x="8865" y="2569"/>
                    <a:pt x="9065" y="2902"/>
                    <a:pt x="9265" y="3203"/>
                  </a:cubicBezTo>
                  <a:cubicBezTo>
                    <a:pt x="9399" y="3336"/>
                    <a:pt x="9465" y="3503"/>
                    <a:pt x="9632" y="3636"/>
                  </a:cubicBezTo>
                  <a:cubicBezTo>
                    <a:pt x="9732" y="3670"/>
                    <a:pt x="9765" y="3736"/>
                    <a:pt x="9866" y="3803"/>
                  </a:cubicBezTo>
                  <a:lnTo>
                    <a:pt x="10099" y="3970"/>
                  </a:lnTo>
                  <a:cubicBezTo>
                    <a:pt x="10433" y="4203"/>
                    <a:pt x="10800" y="4237"/>
                    <a:pt x="11233" y="4237"/>
                  </a:cubicBezTo>
                  <a:cubicBezTo>
                    <a:pt x="11633" y="4237"/>
                    <a:pt x="12000" y="4070"/>
                    <a:pt x="12334" y="3970"/>
                  </a:cubicBezTo>
                  <a:cubicBezTo>
                    <a:pt x="13001" y="3670"/>
                    <a:pt x="13635" y="3236"/>
                    <a:pt x="14235" y="3236"/>
                  </a:cubicBezTo>
                  <a:cubicBezTo>
                    <a:pt x="14502" y="3236"/>
                    <a:pt x="14802" y="3336"/>
                    <a:pt x="15069" y="3536"/>
                  </a:cubicBezTo>
                  <a:cubicBezTo>
                    <a:pt x="15136" y="3569"/>
                    <a:pt x="15203" y="3636"/>
                    <a:pt x="15269" y="3670"/>
                  </a:cubicBezTo>
                  <a:lnTo>
                    <a:pt x="15436" y="3836"/>
                  </a:lnTo>
                  <a:cubicBezTo>
                    <a:pt x="15603" y="3970"/>
                    <a:pt x="15703" y="4036"/>
                    <a:pt x="15770" y="4170"/>
                  </a:cubicBezTo>
                  <a:cubicBezTo>
                    <a:pt x="16103" y="4737"/>
                    <a:pt x="16370" y="5404"/>
                    <a:pt x="16604" y="6005"/>
                  </a:cubicBezTo>
                  <a:cubicBezTo>
                    <a:pt x="16904" y="6572"/>
                    <a:pt x="17137" y="7172"/>
                    <a:pt x="17438" y="7672"/>
                  </a:cubicBezTo>
                  <a:cubicBezTo>
                    <a:pt x="17738" y="8173"/>
                    <a:pt x="18105" y="8640"/>
                    <a:pt x="18605" y="8740"/>
                  </a:cubicBezTo>
                  <a:cubicBezTo>
                    <a:pt x="18717" y="8782"/>
                    <a:pt x="18823" y="8800"/>
                    <a:pt x="18920" y="8800"/>
                  </a:cubicBezTo>
                  <a:cubicBezTo>
                    <a:pt x="19056" y="8800"/>
                    <a:pt x="19175" y="8765"/>
                    <a:pt x="19272" y="8706"/>
                  </a:cubicBezTo>
                  <a:cubicBezTo>
                    <a:pt x="19439" y="8640"/>
                    <a:pt x="19606" y="8540"/>
                    <a:pt x="19706" y="8473"/>
                  </a:cubicBezTo>
                  <a:cubicBezTo>
                    <a:pt x="19773" y="8373"/>
                    <a:pt x="19873" y="8340"/>
                    <a:pt x="19906" y="8306"/>
                  </a:cubicBezTo>
                  <a:lnTo>
                    <a:pt x="19973" y="8206"/>
                  </a:lnTo>
                  <a:cubicBezTo>
                    <a:pt x="20087" y="8046"/>
                    <a:pt x="20013" y="7917"/>
                    <a:pt x="19901" y="7917"/>
                  </a:cubicBezTo>
                  <a:cubicBezTo>
                    <a:pt x="19850" y="7917"/>
                    <a:pt x="19791" y="7943"/>
                    <a:pt x="19739" y="8006"/>
                  </a:cubicBezTo>
                  <a:lnTo>
                    <a:pt x="19673" y="8039"/>
                  </a:lnTo>
                  <a:cubicBezTo>
                    <a:pt x="19606" y="8073"/>
                    <a:pt x="19572" y="8139"/>
                    <a:pt x="19472" y="8206"/>
                  </a:cubicBezTo>
                  <a:cubicBezTo>
                    <a:pt x="19342" y="8284"/>
                    <a:pt x="19129" y="8404"/>
                    <a:pt x="18915" y="8404"/>
                  </a:cubicBezTo>
                  <a:cubicBezTo>
                    <a:pt x="18856" y="8404"/>
                    <a:pt x="18796" y="8395"/>
                    <a:pt x="18739" y="8373"/>
                  </a:cubicBezTo>
                  <a:cubicBezTo>
                    <a:pt x="18438" y="8306"/>
                    <a:pt x="18105" y="7906"/>
                    <a:pt x="17838" y="7472"/>
                  </a:cubicBezTo>
                  <a:cubicBezTo>
                    <a:pt x="17604" y="7005"/>
                    <a:pt x="17404" y="6472"/>
                    <a:pt x="17137" y="5838"/>
                  </a:cubicBezTo>
                  <a:cubicBezTo>
                    <a:pt x="16904" y="5204"/>
                    <a:pt x="16737" y="4537"/>
                    <a:pt x="16303" y="3870"/>
                  </a:cubicBezTo>
                  <a:cubicBezTo>
                    <a:pt x="16237" y="3703"/>
                    <a:pt x="16070" y="3536"/>
                    <a:pt x="15937" y="3403"/>
                  </a:cubicBezTo>
                  <a:lnTo>
                    <a:pt x="15736" y="3203"/>
                  </a:lnTo>
                  <a:cubicBezTo>
                    <a:pt x="15636" y="3169"/>
                    <a:pt x="15570" y="3069"/>
                    <a:pt x="15470" y="3036"/>
                  </a:cubicBezTo>
                  <a:cubicBezTo>
                    <a:pt x="15136" y="2802"/>
                    <a:pt x="14736" y="2635"/>
                    <a:pt x="14269" y="2635"/>
                  </a:cubicBezTo>
                  <a:cubicBezTo>
                    <a:pt x="13802" y="2635"/>
                    <a:pt x="13401" y="2736"/>
                    <a:pt x="13068" y="2902"/>
                  </a:cubicBezTo>
                  <a:cubicBezTo>
                    <a:pt x="12734" y="3069"/>
                    <a:pt x="12401" y="3236"/>
                    <a:pt x="12100" y="3369"/>
                  </a:cubicBezTo>
                  <a:cubicBezTo>
                    <a:pt x="11800" y="3503"/>
                    <a:pt x="11500" y="3569"/>
                    <a:pt x="11233" y="3569"/>
                  </a:cubicBezTo>
                  <a:cubicBezTo>
                    <a:pt x="11200" y="3592"/>
                    <a:pt x="11174" y="3599"/>
                    <a:pt x="11150" y="3599"/>
                  </a:cubicBezTo>
                  <a:cubicBezTo>
                    <a:pt x="11103" y="3599"/>
                    <a:pt x="11066" y="3569"/>
                    <a:pt x="11000" y="3569"/>
                  </a:cubicBezTo>
                  <a:cubicBezTo>
                    <a:pt x="10933" y="3569"/>
                    <a:pt x="10900" y="3569"/>
                    <a:pt x="10800" y="3536"/>
                  </a:cubicBezTo>
                  <a:lnTo>
                    <a:pt x="10599" y="3503"/>
                  </a:lnTo>
                  <a:cubicBezTo>
                    <a:pt x="10566" y="3469"/>
                    <a:pt x="10499" y="3469"/>
                    <a:pt x="10499" y="3469"/>
                  </a:cubicBezTo>
                  <a:lnTo>
                    <a:pt x="10433" y="3403"/>
                  </a:lnTo>
                  <a:cubicBezTo>
                    <a:pt x="9966" y="3136"/>
                    <a:pt x="9599" y="2635"/>
                    <a:pt x="9298" y="2002"/>
                  </a:cubicBezTo>
                  <a:cubicBezTo>
                    <a:pt x="9132" y="1701"/>
                    <a:pt x="8965" y="1368"/>
                    <a:pt x="8765" y="1034"/>
                  </a:cubicBezTo>
                  <a:cubicBezTo>
                    <a:pt x="8598" y="701"/>
                    <a:pt x="8264" y="334"/>
                    <a:pt x="7831" y="167"/>
                  </a:cubicBezTo>
                  <a:cubicBezTo>
                    <a:pt x="7664" y="34"/>
                    <a:pt x="7430" y="34"/>
                    <a:pt x="7230"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1" name="Google Shape;1221;p9"/>
            <p:cNvSpPr/>
            <p:nvPr/>
          </p:nvSpPr>
          <p:spPr>
            <a:xfrm>
              <a:off x="1584950" y="466600"/>
              <a:ext cx="488600" cy="315175"/>
            </a:xfrm>
            <a:custGeom>
              <a:avLst/>
              <a:gdLst/>
              <a:ahLst/>
              <a:cxnLst/>
              <a:rect l="l" t="t" r="r" b="b"/>
              <a:pathLst>
                <a:path w="19544" h="12607" extrusionOk="0">
                  <a:moveTo>
                    <a:pt x="6326" y="1"/>
                  </a:moveTo>
                  <a:cubicBezTo>
                    <a:pt x="6092" y="1"/>
                    <a:pt x="5892" y="34"/>
                    <a:pt x="5692" y="68"/>
                  </a:cubicBezTo>
                  <a:cubicBezTo>
                    <a:pt x="5492" y="168"/>
                    <a:pt x="5325" y="201"/>
                    <a:pt x="5092" y="301"/>
                  </a:cubicBezTo>
                  <a:cubicBezTo>
                    <a:pt x="4891" y="368"/>
                    <a:pt x="4725" y="468"/>
                    <a:pt x="4558" y="535"/>
                  </a:cubicBezTo>
                  <a:cubicBezTo>
                    <a:pt x="4391" y="568"/>
                    <a:pt x="4191" y="735"/>
                    <a:pt x="4058" y="868"/>
                  </a:cubicBezTo>
                  <a:cubicBezTo>
                    <a:pt x="3724" y="1135"/>
                    <a:pt x="3524" y="1469"/>
                    <a:pt x="3357" y="1735"/>
                  </a:cubicBezTo>
                  <a:cubicBezTo>
                    <a:pt x="2990" y="2369"/>
                    <a:pt x="2690" y="2903"/>
                    <a:pt x="2390" y="3403"/>
                  </a:cubicBezTo>
                  <a:cubicBezTo>
                    <a:pt x="2089" y="3870"/>
                    <a:pt x="1756" y="4304"/>
                    <a:pt x="1489" y="4504"/>
                  </a:cubicBezTo>
                  <a:cubicBezTo>
                    <a:pt x="1276" y="4646"/>
                    <a:pt x="1063" y="4687"/>
                    <a:pt x="885" y="4687"/>
                  </a:cubicBezTo>
                  <a:cubicBezTo>
                    <a:pt x="813" y="4687"/>
                    <a:pt x="746" y="4681"/>
                    <a:pt x="688" y="4671"/>
                  </a:cubicBezTo>
                  <a:cubicBezTo>
                    <a:pt x="588" y="4638"/>
                    <a:pt x="522" y="4638"/>
                    <a:pt x="488" y="4571"/>
                  </a:cubicBezTo>
                  <a:cubicBezTo>
                    <a:pt x="422" y="4537"/>
                    <a:pt x="388" y="4537"/>
                    <a:pt x="388" y="4537"/>
                  </a:cubicBezTo>
                  <a:cubicBezTo>
                    <a:pt x="353" y="4514"/>
                    <a:pt x="318" y="4504"/>
                    <a:pt x="284" y="4504"/>
                  </a:cubicBezTo>
                  <a:cubicBezTo>
                    <a:pt x="122" y="4504"/>
                    <a:pt x="1" y="4733"/>
                    <a:pt x="221" y="4871"/>
                  </a:cubicBezTo>
                  <a:cubicBezTo>
                    <a:pt x="221" y="4871"/>
                    <a:pt x="255" y="4871"/>
                    <a:pt x="322" y="4904"/>
                  </a:cubicBezTo>
                  <a:cubicBezTo>
                    <a:pt x="388" y="4938"/>
                    <a:pt x="488" y="5004"/>
                    <a:pt x="588" y="5038"/>
                  </a:cubicBezTo>
                  <a:cubicBezTo>
                    <a:pt x="686" y="5074"/>
                    <a:pt x="811" y="5098"/>
                    <a:pt x="949" y="5098"/>
                  </a:cubicBezTo>
                  <a:cubicBezTo>
                    <a:pt x="1188" y="5098"/>
                    <a:pt x="1469" y="5028"/>
                    <a:pt x="1723" y="4838"/>
                  </a:cubicBezTo>
                  <a:cubicBezTo>
                    <a:pt x="2556" y="4237"/>
                    <a:pt x="3090" y="3136"/>
                    <a:pt x="3824" y="2002"/>
                  </a:cubicBezTo>
                  <a:cubicBezTo>
                    <a:pt x="4024" y="1735"/>
                    <a:pt x="4191" y="1469"/>
                    <a:pt x="4424" y="1235"/>
                  </a:cubicBezTo>
                  <a:cubicBezTo>
                    <a:pt x="4658" y="1035"/>
                    <a:pt x="5025" y="968"/>
                    <a:pt x="5325" y="801"/>
                  </a:cubicBezTo>
                  <a:cubicBezTo>
                    <a:pt x="5492" y="701"/>
                    <a:pt x="5659" y="668"/>
                    <a:pt x="5825" y="635"/>
                  </a:cubicBezTo>
                  <a:cubicBezTo>
                    <a:pt x="5992" y="635"/>
                    <a:pt x="6159" y="635"/>
                    <a:pt x="6326" y="568"/>
                  </a:cubicBezTo>
                  <a:cubicBezTo>
                    <a:pt x="6593" y="635"/>
                    <a:pt x="6926" y="668"/>
                    <a:pt x="7193" y="868"/>
                  </a:cubicBezTo>
                  <a:cubicBezTo>
                    <a:pt x="7360" y="968"/>
                    <a:pt x="7427" y="1135"/>
                    <a:pt x="7560" y="1202"/>
                  </a:cubicBezTo>
                  <a:cubicBezTo>
                    <a:pt x="7660" y="1335"/>
                    <a:pt x="7760" y="1469"/>
                    <a:pt x="7860" y="1635"/>
                  </a:cubicBezTo>
                  <a:cubicBezTo>
                    <a:pt x="8027" y="1969"/>
                    <a:pt x="8194" y="2236"/>
                    <a:pt x="8361" y="2569"/>
                  </a:cubicBezTo>
                  <a:cubicBezTo>
                    <a:pt x="8694" y="3237"/>
                    <a:pt x="8928" y="3904"/>
                    <a:pt x="9361" y="4504"/>
                  </a:cubicBezTo>
                  <a:cubicBezTo>
                    <a:pt x="9595" y="4804"/>
                    <a:pt x="9828" y="5071"/>
                    <a:pt x="10095" y="5338"/>
                  </a:cubicBezTo>
                  <a:cubicBezTo>
                    <a:pt x="10395" y="5572"/>
                    <a:pt x="10729" y="5838"/>
                    <a:pt x="11096" y="6005"/>
                  </a:cubicBezTo>
                  <a:cubicBezTo>
                    <a:pt x="11863" y="6339"/>
                    <a:pt x="12664" y="6405"/>
                    <a:pt x="13264" y="6672"/>
                  </a:cubicBezTo>
                  <a:cubicBezTo>
                    <a:pt x="13898" y="6906"/>
                    <a:pt x="14398" y="7406"/>
                    <a:pt x="14732" y="8040"/>
                  </a:cubicBezTo>
                  <a:cubicBezTo>
                    <a:pt x="15065" y="8674"/>
                    <a:pt x="15366" y="9341"/>
                    <a:pt x="15599" y="9975"/>
                  </a:cubicBezTo>
                  <a:cubicBezTo>
                    <a:pt x="15866" y="10575"/>
                    <a:pt x="16166" y="11176"/>
                    <a:pt x="16533" y="11676"/>
                  </a:cubicBezTo>
                  <a:cubicBezTo>
                    <a:pt x="16900" y="12176"/>
                    <a:pt x="17400" y="12510"/>
                    <a:pt x="17901" y="12577"/>
                  </a:cubicBezTo>
                  <a:cubicBezTo>
                    <a:pt x="17967" y="12599"/>
                    <a:pt x="18042" y="12606"/>
                    <a:pt x="18117" y="12606"/>
                  </a:cubicBezTo>
                  <a:cubicBezTo>
                    <a:pt x="18268" y="12606"/>
                    <a:pt x="18423" y="12577"/>
                    <a:pt x="18535" y="12577"/>
                  </a:cubicBezTo>
                  <a:cubicBezTo>
                    <a:pt x="18701" y="12577"/>
                    <a:pt x="18868" y="12543"/>
                    <a:pt x="19002" y="12510"/>
                  </a:cubicBezTo>
                  <a:cubicBezTo>
                    <a:pt x="19102" y="12510"/>
                    <a:pt x="19202" y="12476"/>
                    <a:pt x="19235" y="12410"/>
                  </a:cubicBezTo>
                  <a:cubicBezTo>
                    <a:pt x="19268" y="12376"/>
                    <a:pt x="19335" y="12376"/>
                    <a:pt x="19335" y="12376"/>
                  </a:cubicBezTo>
                  <a:cubicBezTo>
                    <a:pt x="19543" y="12257"/>
                    <a:pt x="19460" y="12032"/>
                    <a:pt x="19297" y="12032"/>
                  </a:cubicBezTo>
                  <a:cubicBezTo>
                    <a:pt x="19278" y="12032"/>
                    <a:pt x="19257" y="12036"/>
                    <a:pt x="19235" y="12043"/>
                  </a:cubicBezTo>
                  <a:cubicBezTo>
                    <a:pt x="19235" y="12043"/>
                    <a:pt x="19202" y="12076"/>
                    <a:pt x="19168" y="12076"/>
                  </a:cubicBezTo>
                  <a:cubicBezTo>
                    <a:pt x="19102" y="12076"/>
                    <a:pt x="19035" y="12143"/>
                    <a:pt x="18901" y="12176"/>
                  </a:cubicBezTo>
                  <a:cubicBezTo>
                    <a:pt x="18835" y="12210"/>
                    <a:pt x="18701" y="12243"/>
                    <a:pt x="18535" y="12243"/>
                  </a:cubicBezTo>
                  <a:cubicBezTo>
                    <a:pt x="18401" y="12243"/>
                    <a:pt x="18201" y="12243"/>
                    <a:pt x="18034" y="12210"/>
                  </a:cubicBezTo>
                  <a:cubicBezTo>
                    <a:pt x="17667" y="12143"/>
                    <a:pt x="17267" y="11876"/>
                    <a:pt x="16933" y="11409"/>
                  </a:cubicBezTo>
                  <a:cubicBezTo>
                    <a:pt x="16600" y="11009"/>
                    <a:pt x="16366" y="10408"/>
                    <a:pt x="16099" y="9808"/>
                  </a:cubicBezTo>
                  <a:cubicBezTo>
                    <a:pt x="15866" y="9174"/>
                    <a:pt x="15666" y="8507"/>
                    <a:pt x="15266" y="7806"/>
                  </a:cubicBezTo>
                  <a:cubicBezTo>
                    <a:pt x="14899" y="7073"/>
                    <a:pt x="14332" y="6405"/>
                    <a:pt x="13531" y="6072"/>
                  </a:cubicBezTo>
                  <a:cubicBezTo>
                    <a:pt x="12764" y="5738"/>
                    <a:pt x="11997" y="5672"/>
                    <a:pt x="11396" y="5371"/>
                  </a:cubicBezTo>
                  <a:cubicBezTo>
                    <a:pt x="11096" y="5238"/>
                    <a:pt x="10862" y="5038"/>
                    <a:pt x="10596" y="4838"/>
                  </a:cubicBezTo>
                  <a:cubicBezTo>
                    <a:pt x="10362" y="4638"/>
                    <a:pt x="10162" y="4371"/>
                    <a:pt x="9995" y="4137"/>
                  </a:cubicBezTo>
                  <a:cubicBezTo>
                    <a:pt x="9662" y="3637"/>
                    <a:pt x="9361" y="2970"/>
                    <a:pt x="9028" y="2303"/>
                  </a:cubicBezTo>
                  <a:cubicBezTo>
                    <a:pt x="8861" y="1969"/>
                    <a:pt x="8661" y="1635"/>
                    <a:pt x="8427" y="1302"/>
                  </a:cubicBezTo>
                  <a:cubicBezTo>
                    <a:pt x="8361" y="1135"/>
                    <a:pt x="8194" y="968"/>
                    <a:pt x="8060" y="801"/>
                  </a:cubicBezTo>
                  <a:cubicBezTo>
                    <a:pt x="7894" y="668"/>
                    <a:pt x="7760" y="501"/>
                    <a:pt x="7560" y="368"/>
                  </a:cubicBezTo>
                  <a:cubicBezTo>
                    <a:pt x="7226" y="68"/>
                    <a:pt x="6726" y="1"/>
                    <a:pt x="6326"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2" name="Google Shape;1222;p9"/>
            <p:cNvSpPr/>
            <p:nvPr/>
          </p:nvSpPr>
          <p:spPr>
            <a:xfrm>
              <a:off x="1350300" y="2290600"/>
              <a:ext cx="394475" cy="177000"/>
            </a:xfrm>
            <a:custGeom>
              <a:avLst/>
              <a:gdLst/>
              <a:ahLst/>
              <a:cxnLst/>
              <a:rect l="l" t="t" r="r" b="b"/>
              <a:pathLst>
                <a:path w="15779" h="7080" extrusionOk="0">
                  <a:moveTo>
                    <a:pt x="12544" y="1"/>
                  </a:moveTo>
                  <a:cubicBezTo>
                    <a:pt x="12154" y="1"/>
                    <a:pt x="11762" y="81"/>
                    <a:pt x="11409" y="227"/>
                  </a:cubicBezTo>
                  <a:cubicBezTo>
                    <a:pt x="11275" y="293"/>
                    <a:pt x="11109" y="327"/>
                    <a:pt x="10942" y="427"/>
                  </a:cubicBezTo>
                  <a:cubicBezTo>
                    <a:pt x="10808" y="493"/>
                    <a:pt x="10642" y="594"/>
                    <a:pt x="10508" y="727"/>
                  </a:cubicBezTo>
                  <a:cubicBezTo>
                    <a:pt x="10275" y="960"/>
                    <a:pt x="10008" y="1227"/>
                    <a:pt x="9841" y="1461"/>
                  </a:cubicBezTo>
                  <a:cubicBezTo>
                    <a:pt x="9107" y="2495"/>
                    <a:pt x="8740" y="3729"/>
                    <a:pt x="8106" y="4430"/>
                  </a:cubicBezTo>
                  <a:cubicBezTo>
                    <a:pt x="7940" y="4596"/>
                    <a:pt x="7773" y="4763"/>
                    <a:pt x="7606" y="4797"/>
                  </a:cubicBezTo>
                  <a:cubicBezTo>
                    <a:pt x="7473" y="4830"/>
                    <a:pt x="7406" y="4897"/>
                    <a:pt x="7272" y="4897"/>
                  </a:cubicBezTo>
                  <a:cubicBezTo>
                    <a:pt x="7206" y="4863"/>
                    <a:pt x="7156" y="4863"/>
                    <a:pt x="7106" y="4863"/>
                  </a:cubicBezTo>
                  <a:cubicBezTo>
                    <a:pt x="7056" y="4863"/>
                    <a:pt x="7006" y="4863"/>
                    <a:pt x="6939" y="4830"/>
                  </a:cubicBezTo>
                  <a:cubicBezTo>
                    <a:pt x="6505" y="4763"/>
                    <a:pt x="6072" y="4330"/>
                    <a:pt x="5605" y="3963"/>
                  </a:cubicBezTo>
                  <a:cubicBezTo>
                    <a:pt x="5338" y="3762"/>
                    <a:pt x="5104" y="3562"/>
                    <a:pt x="4804" y="3396"/>
                  </a:cubicBezTo>
                  <a:cubicBezTo>
                    <a:pt x="4671" y="3295"/>
                    <a:pt x="4504" y="3262"/>
                    <a:pt x="4337" y="3162"/>
                  </a:cubicBezTo>
                  <a:cubicBezTo>
                    <a:pt x="4170" y="3129"/>
                    <a:pt x="3970" y="3095"/>
                    <a:pt x="3803" y="3095"/>
                  </a:cubicBezTo>
                  <a:lnTo>
                    <a:pt x="3570" y="3095"/>
                  </a:lnTo>
                  <a:lnTo>
                    <a:pt x="3303" y="3162"/>
                  </a:lnTo>
                  <a:cubicBezTo>
                    <a:pt x="3136" y="3229"/>
                    <a:pt x="3003" y="3295"/>
                    <a:pt x="2836" y="3396"/>
                  </a:cubicBezTo>
                  <a:cubicBezTo>
                    <a:pt x="2669" y="3462"/>
                    <a:pt x="2569" y="3596"/>
                    <a:pt x="2436" y="3662"/>
                  </a:cubicBezTo>
                  <a:cubicBezTo>
                    <a:pt x="2336" y="3796"/>
                    <a:pt x="2236" y="3929"/>
                    <a:pt x="2135" y="4063"/>
                  </a:cubicBezTo>
                  <a:cubicBezTo>
                    <a:pt x="1802" y="4596"/>
                    <a:pt x="1769" y="5130"/>
                    <a:pt x="1635" y="5564"/>
                  </a:cubicBezTo>
                  <a:cubicBezTo>
                    <a:pt x="1568" y="5964"/>
                    <a:pt x="1435" y="6331"/>
                    <a:pt x="1235" y="6498"/>
                  </a:cubicBezTo>
                  <a:cubicBezTo>
                    <a:pt x="1068" y="6665"/>
                    <a:pt x="801" y="6665"/>
                    <a:pt x="634" y="6665"/>
                  </a:cubicBezTo>
                  <a:cubicBezTo>
                    <a:pt x="568" y="6665"/>
                    <a:pt x="468" y="6631"/>
                    <a:pt x="434" y="6631"/>
                  </a:cubicBezTo>
                  <a:lnTo>
                    <a:pt x="334" y="6631"/>
                  </a:lnTo>
                  <a:cubicBezTo>
                    <a:pt x="134" y="6631"/>
                    <a:pt x="1" y="6965"/>
                    <a:pt x="267" y="6998"/>
                  </a:cubicBezTo>
                  <a:lnTo>
                    <a:pt x="334" y="6998"/>
                  </a:lnTo>
                  <a:cubicBezTo>
                    <a:pt x="434" y="6998"/>
                    <a:pt x="468" y="7065"/>
                    <a:pt x="601" y="7065"/>
                  </a:cubicBezTo>
                  <a:cubicBezTo>
                    <a:pt x="645" y="7065"/>
                    <a:pt x="720" y="7080"/>
                    <a:pt x="814" y="7080"/>
                  </a:cubicBezTo>
                  <a:cubicBezTo>
                    <a:pt x="860" y="7080"/>
                    <a:pt x="912" y="7076"/>
                    <a:pt x="968" y="7065"/>
                  </a:cubicBezTo>
                  <a:cubicBezTo>
                    <a:pt x="1068" y="6998"/>
                    <a:pt x="1135" y="6998"/>
                    <a:pt x="1235" y="6965"/>
                  </a:cubicBezTo>
                  <a:cubicBezTo>
                    <a:pt x="1302" y="6931"/>
                    <a:pt x="1402" y="6898"/>
                    <a:pt x="1468" y="6798"/>
                  </a:cubicBezTo>
                  <a:cubicBezTo>
                    <a:pt x="2135" y="6231"/>
                    <a:pt x="2069" y="5097"/>
                    <a:pt x="2569" y="4296"/>
                  </a:cubicBezTo>
                  <a:cubicBezTo>
                    <a:pt x="2602" y="4229"/>
                    <a:pt x="2669" y="4129"/>
                    <a:pt x="2769" y="4063"/>
                  </a:cubicBezTo>
                  <a:cubicBezTo>
                    <a:pt x="2836" y="3996"/>
                    <a:pt x="2936" y="3929"/>
                    <a:pt x="3069" y="3896"/>
                  </a:cubicBezTo>
                  <a:cubicBezTo>
                    <a:pt x="3136" y="3829"/>
                    <a:pt x="3270" y="3762"/>
                    <a:pt x="3403" y="3762"/>
                  </a:cubicBezTo>
                  <a:lnTo>
                    <a:pt x="3570" y="3729"/>
                  </a:lnTo>
                  <a:lnTo>
                    <a:pt x="3737" y="3729"/>
                  </a:lnTo>
                  <a:cubicBezTo>
                    <a:pt x="4237" y="3729"/>
                    <a:pt x="4637" y="4096"/>
                    <a:pt x="5104" y="4463"/>
                  </a:cubicBezTo>
                  <a:cubicBezTo>
                    <a:pt x="5304" y="4630"/>
                    <a:pt x="5571" y="4830"/>
                    <a:pt x="5805" y="5063"/>
                  </a:cubicBezTo>
                  <a:cubicBezTo>
                    <a:pt x="6072" y="5264"/>
                    <a:pt x="6338" y="5430"/>
                    <a:pt x="6739" y="5497"/>
                  </a:cubicBezTo>
                  <a:cubicBezTo>
                    <a:pt x="6906" y="5564"/>
                    <a:pt x="7106" y="5564"/>
                    <a:pt x="7272" y="5564"/>
                  </a:cubicBezTo>
                  <a:lnTo>
                    <a:pt x="7773" y="5430"/>
                  </a:lnTo>
                  <a:cubicBezTo>
                    <a:pt x="8106" y="5297"/>
                    <a:pt x="8340" y="5063"/>
                    <a:pt x="8573" y="4830"/>
                  </a:cubicBezTo>
                  <a:cubicBezTo>
                    <a:pt x="8940" y="4396"/>
                    <a:pt x="9241" y="3896"/>
                    <a:pt x="9474" y="3329"/>
                  </a:cubicBezTo>
                  <a:cubicBezTo>
                    <a:pt x="9741" y="2795"/>
                    <a:pt x="9974" y="2261"/>
                    <a:pt x="10308" y="1794"/>
                  </a:cubicBezTo>
                  <a:cubicBezTo>
                    <a:pt x="10642" y="1294"/>
                    <a:pt x="11008" y="927"/>
                    <a:pt x="11509" y="760"/>
                  </a:cubicBezTo>
                  <a:cubicBezTo>
                    <a:pt x="11877" y="622"/>
                    <a:pt x="12214" y="548"/>
                    <a:pt x="12552" y="548"/>
                  </a:cubicBezTo>
                  <a:cubicBezTo>
                    <a:pt x="12703" y="548"/>
                    <a:pt x="12855" y="563"/>
                    <a:pt x="13010" y="594"/>
                  </a:cubicBezTo>
                  <a:cubicBezTo>
                    <a:pt x="13510" y="660"/>
                    <a:pt x="13944" y="927"/>
                    <a:pt x="14244" y="1227"/>
                  </a:cubicBezTo>
                  <a:cubicBezTo>
                    <a:pt x="14544" y="1461"/>
                    <a:pt x="14744" y="1794"/>
                    <a:pt x="14911" y="2095"/>
                  </a:cubicBezTo>
                  <a:cubicBezTo>
                    <a:pt x="15045" y="2395"/>
                    <a:pt x="15145" y="2628"/>
                    <a:pt x="15211" y="2795"/>
                  </a:cubicBezTo>
                  <a:cubicBezTo>
                    <a:pt x="15245" y="2962"/>
                    <a:pt x="15278" y="3062"/>
                    <a:pt x="15278" y="3062"/>
                  </a:cubicBezTo>
                  <a:cubicBezTo>
                    <a:pt x="15294" y="3158"/>
                    <a:pt x="15378" y="3200"/>
                    <a:pt x="15477" y="3200"/>
                  </a:cubicBezTo>
                  <a:cubicBezTo>
                    <a:pt x="15584" y="3200"/>
                    <a:pt x="15709" y="3149"/>
                    <a:pt x="15779" y="3062"/>
                  </a:cubicBezTo>
                  <a:cubicBezTo>
                    <a:pt x="15779" y="3062"/>
                    <a:pt x="15745" y="2962"/>
                    <a:pt x="15678" y="2762"/>
                  </a:cubicBezTo>
                  <a:cubicBezTo>
                    <a:pt x="15645" y="2562"/>
                    <a:pt x="15578" y="2295"/>
                    <a:pt x="15412" y="1961"/>
                  </a:cubicBezTo>
                  <a:cubicBezTo>
                    <a:pt x="15245" y="1628"/>
                    <a:pt x="14978" y="1261"/>
                    <a:pt x="14644" y="927"/>
                  </a:cubicBezTo>
                  <a:cubicBezTo>
                    <a:pt x="14311" y="560"/>
                    <a:pt x="13810" y="227"/>
                    <a:pt x="13243" y="93"/>
                  </a:cubicBezTo>
                  <a:cubicBezTo>
                    <a:pt x="13017" y="30"/>
                    <a:pt x="12781" y="1"/>
                    <a:pt x="12544"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3" name="Google Shape;1223;p9"/>
            <p:cNvSpPr/>
            <p:nvPr/>
          </p:nvSpPr>
          <p:spPr>
            <a:xfrm>
              <a:off x="1877350" y="975900"/>
              <a:ext cx="22525" cy="12775"/>
            </a:xfrm>
            <a:custGeom>
              <a:avLst/>
              <a:gdLst/>
              <a:ahLst/>
              <a:cxnLst/>
              <a:rect l="l" t="t" r="r" b="b"/>
              <a:pathLst>
                <a:path w="901" h="511" extrusionOk="0">
                  <a:moveTo>
                    <a:pt x="513" y="1"/>
                  </a:moveTo>
                  <a:cubicBezTo>
                    <a:pt x="473" y="1"/>
                    <a:pt x="434" y="3"/>
                    <a:pt x="401" y="10"/>
                  </a:cubicBezTo>
                  <a:cubicBezTo>
                    <a:pt x="234" y="43"/>
                    <a:pt x="0" y="177"/>
                    <a:pt x="0" y="177"/>
                  </a:cubicBezTo>
                  <a:lnTo>
                    <a:pt x="0" y="444"/>
                  </a:lnTo>
                  <a:cubicBezTo>
                    <a:pt x="0" y="444"/>
                    <a:pt x="267" y="510"/>
                    <a:pt x="501" y="510"/>
                  </a:cubicBezTo>
                  <a:cubicBezTo>
                    <a:pt x="667" y="477"/>
                    <a:pt x="901" y="310"/>
                    <a:pt x="901" y="310"/>
                  </a:cubicBezTo>
                  <a:cubicBezTo>
                    <a:pt x="901" y="277"/>
                    <a:pt x="834" y="43"/>
                    <a:pt x="868" y="43"/>
                  </a:cubicBezTo>
                  <a:cubicBezTo>
                    <a:pt x="868" y="43"/>
                    <a:pt x="675" y="1"/>
                    <a:pt x="513"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4" name="Google Shape;1224;p9"/>
            <p:cNvSpPr/>
            <p:nvPr/>
          </p:nvSpPr>
          <p:spPr>
            <a:xfrm>
              <a:off x="1886525" y="992575"/>
              <a:ext cx="20875" cy="12775"/>
            </a:xfrm>
            <a:custGeom>
              <a:avLst/>
              <a:gdLst/>
              <a:ahLst/>
              <a:cxnLst/>
              <a:rect l="l" t="t" r="r" b="b"/>
              <a:pathLst>
                <a:path w="835" h="511" extrusionOk="0">
                  <a:moveTo>
                    <a:pt x="423" y="1"/>
                  </a:moveTo>
                  <a:cubicBezTo>
                    <a:pt x="391" y="1"/>
                    <a:pt x="360" y="4"/>
                    <a:pt x="334" y="10"/>
                  </a:cubicBezTo>
                  <a:cubicBezTo>
                    <a:pt x="200" y="44"/>
                    <a:pt x="0" y="177"/>
                    <a:pt x="0" y="177"/>
                  </a:cubicBezTo>
                  <a:lnTo>
                    <a:pt x="0" y="411"/>
                  </a:lnTo>
                  <a:cubicBezTo>
                    <a:pt x="0" y="411"/>
                    <a:pt x="234" y="511"/>
                    <a:pt x="434" y="511"/>
                  </a:cubicBezTo>
                  <a:cubicBezTo>
                    <a:pt x="601" y="477"/>
                    <a:pt x="801" y="310"/>
                    <a:pt x="801" y="310"/>
                  </a:cubicBezTo>
                  <a:cubicBezTo>
                    <a:pt x="834" y="310"/>
                    <a:pt x="734" y="77"/>
                    <a:pt x="701" y="44"/>
                  </a:cubicBezTo>
                  <a:cubicBezTo>
                    <a:pt x="701" y="44"/>
                    <a:pt x="551" y="1"/>
                    <a:pt x="423"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5" name="Google Shape;1225;p9"/>
            <p:cNvSpPr/>
            <p:nvPr/>
          </p:nvSpPr>
          <p:spPr>
            <a:xfrm>
              <a:off x="1894025" y="1017825"/>
              <a:ext cx="20875" cy="12550"/>
            </a:xfrm>
            <a:custGeom>
              <a:avLst/>
              <a:gdLst/>
              <a:ahLst/>
              <a:cxnLst/>
              <a:rect l="l" t="t" r="r" b="b"/>
              <a:pathLst>
                <a:path w="835" h="502" extrusionOk="0">
                  <a:moveTo>
                    <a:pt x="668" y="1"/>
                  </a:moveTo>
                  <a:cubicBezTo>
                    <a:pt x="668" y="1"/>
                    <a:pt x="434" y="1"/>
                    <a:pt x="334" y="34"/>
                  </a:cubicBezTo>
                  <a:cubicBezTo>
                    <a:pt x="234" y="34"/>
                    <a:pt x="201" y="101"/>
                    <a:pt x="134" y="134"/>
                  </a:cubicBezTo>
                  <a:cubicBezTo>
                    <a:pt x="34" y="168"/>
                    <a:pt x="0" y="201"/>
                    <a:pt x="0" y="201"/>
                  </a:cubicBezTo>
                  <a:lnTo>
                    <a:pt x="0" y="468"/>
                  </a:lnTo>
                  <a:cubicBezTo>
                    <a:pt x="0" y="468"/>
                    <a:pt x="67" y="468"/>
                    <a:pt x="167" y="501"/>
                  </a:cubicBezTo>
                  <a:lnTo>
                    <a:pt x="467" y="501"/>
                  </a:lnTo>
                  <a:cubicBezTo>
                    <a:pt x="534" y="468"/>
                    <a:pt x="634" y="435"/>
                    <a:pt x="701" y="335"/>
                  </a:cubicBezTo>
                  <a:lnTo>
                    <a:pt x="834" y="201"/>
                  </a:lnTo>
                  <a:cubicBezTo>
                    <a:pt x="834" y="168"/>
                    <a:pt x="701" y="1"/>
                    <a:pt x="668"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6" name="Google Shape;1226;p9"/>
            <p:cNvSpPr/>
            <p:nvPr/>
          </p:nvSpPr>
          <p:spPr>
            <a:xfrm>
              <a:off x="2055800" y="1050350"/>
              <a:ext cx="34225" cy="13375"/>
            </a:xfrm>
            <a:custGeom>
              <a:avLst/>
              <a:gdLst/>
              <a:ahLst/>
              <a:cxnLst/>
              <a:rect l="l" t="t" r="r" b="b"/>
              <a:pathLst>
                <a:path w="1369" h="535" extrusionOk="0">
                  <a:moveTo>
                    <a:pt x="1235" y="1"/>
                  </a:moveTo>
                  <a:cubicBezTo>
                    <a:pt x="1235" y="1"/>
                    <a:pt x="868" y="1"/>
                    <a:pt x="601" y="34"/>
                  </a:cubicBezTo>
                  <a:cubicBezTo>
                    <a:pt x="368" y="68"/>
                    <a:pt x="1" y="201"/>
                    <a:pt x="1" y="201"/>
                  </a:cubicBezTo>
                  <a:lnTo>
                    <a:pt x="1" y="468"/>
                  </a:lnTo>
                  <a:cubicBezTo>
                    <a:pt x="1" y="468"/>
                    <a:pt x="401" y="535"/>
                    <a:pt x="701" y="535"/>
                  </a:cubicBezTo>
                  <a:cubicBezTo>
                    <a:pt x="935" y="468"/>
                    <a:pt x="1335" y="234"/>
                    <a:pt x="1335" y="234"/>
                  </a:cubicBezTo>
                  <a:cubicBezTo>
                    <a:pt x="1368" y="201"/>
                    <a:pt x="1268" y="1"/>
                    <a:pt x="1235"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7" name="Google Shape;1227;p9"/>
            <p:cNvSpPr/>
            <p:nvPr/>
          </p:nvSpPr>
          <p:spPr>
            <a:xfrm>
              <a:off x="2068325" y="1072050"/>
              <a:ext cx="27525" cy="14200"/>
            </a:xfrm>
            <a:custGeom>
              <a:avLst/>
              <a:gdLst/>
              <a:ahLst/>
              <a:cxnLst/>
              <a:rect l="l" t="t" r="r" b="b"/>
              <a:pathLst>
                <a:path w="1101" h="568" extrusionOk="0">
                  <a:moveTo>
                    <a:pt x="1034" y="0"/>
                  </a:moveTo>
                  <a:cubicBezTo>
                    <a:pt x="1034" y="0"/>
                    <a:pt x="701" y="0"/>
                    <a:pt x="500" y="34"/>
                  </a:cubicBezTo>
                  <a:cubicBezTo>
                    <a:pt x="267" y="134"/>
                    <a:pt x="0" y="334"/>
                    <a:pt x="0" y="334"/>
                  </a:cubicBezTo>
                  <a:cubicBezTo>
                    <a:pt x="0" y="367"/>
                    <a:pt x="67" y="567"/>
                    <a:pt x="67" y="567"/>
                  </a:cubicBezTo>
                  <a:cubicBezTo>
                    <a:pt x="67" y="567"/>
                    <a:pt x="400" y="567"/>
                    <a:pt x="601" y="534"/>
                  </a:cubicBezTo>
                  <a:cubicBezTo>
                    <a:pt x="834" y="467"/>
                    <a:pt x="1101" y="234"/>
                    <a:pt x="1101" y="234"/>
                  </a:cubicBezTo>
                  <a:cubicBezTo>
                    <a:pt x="1101" y="234"/>
                    <a:pt x="1068" y="34"/>
                    <a:pt x="1034"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8" name="Google Shape;1228;p9"/>
            <p:cNvSpPr/>
            <p:nvPr/>
          </p:nvSpPr>
          <p:spPr>
            <a:xfrm>
              <a:off x="2080825" y="1095400"/>
              <a:ext cx="20875" cy="11425"/>
            </a:xfrm>
            <a:custGeom>
              <a:avLst/>
              <a:gdLst/>
              <a:ahLst/>
              <a:cxnLst/>
              <a:rect l="l" t="t" r="r" b="b"/>
              <a:pathLst>
                <a:path w="835" h="457" extrusionOk="0">
                  <a:moveTo>
                    <a:pt x="401" y="0"/>
                  </a:moveTo>
                  <a:cubicBezTo>
                    <a:pt x="234" y="0"/>
                    <a:pt x="34" y="167"/>
                    <a:pt x="34" y="167"/>
                  </a:cubicBezTo>
                  <a:cubicBezTo>
                    <a:pt x="0" y="167"/>
                    <a:pt x="67" y="401"/>
                    <a:pt x="67" y="401"/>
                  </a:cubicBezTo>
                  <a:cubicBezTo>
                    <a:pt x="67" y="401"/>
                    <a:pt x="217" y="457"/>
                    <a:pt x="335" y="457"/>
                  </a:cubicBezTo>
                  <a:cubicBezTo>
                    <a:pt x="374" y="457"/>
                    <a:pt x="409" y="451"/>
                    <a:pt x="434" y="434"/>
                  </a:cubicBezTo>
                  <a:lnTo>
                    <a:pt x="701" y="334"/>
                  </a:lnTo>
                  <a:cubicBezTo>
                    <a:pt x="768" y="267"/>
                    <a:pt x="834" y="234"/>
                    <a:pt x="834" y="234"/>
                  </a:cubicBezTo>
                  <a:cubicBezTo>
                    <a:pt x="834" y="200"/>
                    <a:pt x="768" y="34"/>
                    <a:pt x="768" y="34"/>
                  </a:cubicBezTo>
                  <a:cubicBezTo>
                    <a:pt x="768" y="34"/>
                    <a:pt x="734" y="0"/>
                    <a:pt x="668"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9" name="Google Shape;1229;p9"/>
            <p:cNvSpPr/>
            <p:nvPr/>
          </p:nvSpPr>
          <p:spPr>
            <a:xfrm>
              <a:off x="1728075" y="497475"/>
              <a:ext cx="23375" cy="13275"/>
            </a:xfrm>
            <a:custGeom>
              <a:avLst/>
              <a:gdLst/>
              <a:ahLst/>
              <a:cxnLst/>
              <a:rect l="l" t="t" r="r" b="b"/>
              <a:pathLst>
                <a:path w="935" h="531" extrusionOk="0">
                  <a:moveTo>
                    <a:pt x="834" y="0"/>
                  </a:moveTo>
                  <a:cubicBezTo>
                    <a:pt x="834" y="0"/>
                    <a:pt x="534" y="0"/>
                    <a:pt x="401" y="33"/>
                  </a:cubicBezTo>
                  <a:cubicBezTo>
                    <a:pt x="267" y="100"/>
                    <a:pt x="34" y="267"/>
                    <a:pt x="34" y="267"/>
                  </a:cubicBezTo>
                  <a:cubicBezTo>
                    <a:pt x="0" y="267"/>
                    <a:pt x="100" y="500"/>
                    <a:pt x="100" y="500"/>
                  </a:cubicBezTo>
                  <a:cubicBezTo>
                    <a:pt x="100" y="500"/>
                    <a:pt x="219" y="530"/>
                    <a:pt x="348" y="530"/>
                  </a:cubicBezTo>
                  <a:cubicBezTo>
                    <a:pt x="412" y="530"/>
                    <a:pt x="478" y="523"/>
                    <a:pt x="534" y="500"/>
                  </a:cubicBezTo>
                  <a:cubicBezTo>
                    <a:pt x="701" y="434"/>
                    <a:pt x="934" y="234"/>
                    <a:pt x="934" y="234"/>
                  </a:cubicBezTo>
                  <a:cubicBezTo>
                    <a:pt x="934" y="234"/>
                    <a:pt x="834" y="67"/>
                    <a:pt x="834"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0" name="Google Shape;1230;p9"/>
            <p:cNvSpPr/>
            <p:nvPr/>
          </p:nvSpPr>
          <p:spPr>
            <a:xfrm>
              <a:off x="1735575" y="518325"/>
              <a:ext cx="26725" cy="15025"/>
            </a:xfrm>
            <a:custGeom>
              <a:avLst/>
              <a:gdLst/>
              <a:ahLst/>
              <a:cxnLst/>
              <a:rect l="l" t="t" r="r" b="b"/>
              <a:pathLst>
                <a:path w="1069" h="601" extrusionOk="0">
                  <a:moveTo>
                    <a:pt x="1001" y="0"/>
                  </a:moveTo>
                  <a:cubicBezTo>
                    <a:pt x="1001" y="0"/>
                    <a:pt x="668" y="0"/>
                    <a:pt x="468" y="100"/>
                  </a:cubicBezTo>
                  <a:cubicBezTo>
                    <a:pt x="301" y="133"/>
                    <a:pt x="1" y="334"/>
                    <a:pt x="1" y="334"/>
                  </a:cubicBezTo>
                  <a:lnTo>
                    <a:pt x="34" y="600"/>
                  </a:lnTo>
                  <a:cubicBezTo>
                    <a:pt x="34" y="600"/>
                    <a:pt x="401" y="600"/>
                    <a:pt x="634" y="567"/>
                  </a:cubicBezTo>
                  <a:cubicBezTo>
                    <a:pt x="835" y="467"/>
                    <a:pt x="1068" y="267"/>
                    <a:pt x="1068" y="267"/>
                  </a:cubicBezTo>
                  <a:cubicBezTo>
                    <a:pt x="1068" y="234"/>
                    <a:pt x="1035" y="0"/>
                    <a:pt x="1001"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1" name="Google Shape;1231;p9"/>
            <p:cNvSpPr/>
            <p:nvPr/>
          </p:nvSpPr>
          <p:spPr>
            <a:xfrm>
              <a:off x="1745575" y="546425"/>
              <a:ext cx="40900" cy="12775"/>
            </a:xfrm>
            <a:custGeom>
              <a:avLst/>
              <a:gdLst/>
              <a:ahLst/>
              <a:cxnLst/>
              <a:rect l="l" t="t" r="r" b="b"/>
              <a:pathLst>
                <a:path w="1636" h="511" extrusionOk="0">
                  <a:moveTo>
                    <a:pt x="1016" y="1"/>
                  </a:moveTo>
                  <a:cubicBezTo>
                    <a:pt x="942" y="1"/>
                    <a:pt x="868" y="3"/>
                    <a:pt x="801" y="10"/>
                  </a:cubicBezTo>
                  <a:cubicBezTo>
                    <a:pt x="501" y="44"/>
                    <a:pt x="1" y="177"/>
                    <a:pt x="1" y="177"/>
                  </a:cubicBezTo>
                  <a:lnTo>
                    <a:pt x="1" y="444"/>
                  </a:lnTo>
                  <a:cubicBezTo>
                    <a:pt x="1" y="444"/>
                    <a:pt x="501" y="511"/>
                    <a:pt x="835" y="511"/>
                  </a:cubicBezTo>
                  <a:cubicBezTo>
                    <a:pt x="1135" y="477"/>
                    <a:pt x="1635" y="310"/>
                    <a:pt x="1635" y="310"/>
                  </a:cubicBezTo>
                  <a:cubicBezTo>
                    <a:pt x="1635" y="310"/>
                    <a:pt x="1602" y="110"/>
                    <a:pt x="1635" y="44"/>
                  </a:cubicBezTo>
                  <a:cubicBezTo>
                    <a:pt x="1635" y="44"/>
                    <a:pt x="1315" y="1"/>
                    <a:pt x="1016"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2" name="Google Shape;1232;p9"/>
            <p:cNvSpPr/>
            <p:nvPr/>
          </p:nvSpPr>
          <p:spPr>
            <a:xfrm>
              <a:off x="1761425" y="573350"/>
              <a:ext cx="32550" cy="15050"/>
            </a:xfrm>
            <a:custGeom>
              <a:avLst/>
              <a:gdLst/>
              <a:ahLst/>
              <a:cxnLst/>
              <a:rect l="l" t="t" r="r" b="b"/>
              <a:pathLst>
                <a:path w="1302" h="602" extrusionOk="0">
                  <a:moveTo>
                    <a:pt x="1268" y="1"/>
                  </a:moveTo>
                  <a:cubicBezTo>
                    <a:pt x="1268" y="1"/>
                    <a:pt x="835" y="1"/>
                    <a:pt x="601" y="67"/>
                  </a:cubicBezTo>
                  <a:cubicBezTo>
                    <a:pt x="334" y="134"/>
                    <a:pt x="1" y="368"/>
                    <a:pt x="1" y="368"/>
                  </a:cubicBezTo>
                  <a:cubicBezTo>
                    <a:pt x="1" y="401"/>
                    <a:pt x="101" y="601"/>
                    <a:pt x="101" y="601"/>
                  </a:cubicBezTo>
                  <a:cubicBezTo>
                    <a:pt x="101" y="601"/>
                    <a:pt x="468" y="601"/>
                    <a:pt x="701" y="534"/>
                  </a:cubicBezTo>
                  <a:cubicBezTo>
                    <a:pt x="968" y="468"/>
                    <a:pt x="1302" y="267"/>
                    <a:pt x="1302" y="267"/>
                  </a:cubicBezTo>
                  <a:cubicBezTo>
                    <a:pt x="1302" y="267"/>
                    <a:pt x="1268" y="67"/>
                    <a:pt x="1268"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3" name="Google Shape;1233;p9"/>
            <p:cNvSpPr/>
            <p:nvPr/>
          </p:nvSpPr>
          <p:spPr>
            <a:xfrm>
              <a:off x="1886525" y="640075"/>
              <a:ext cx="27550" cy="15025"/>
            </a:xfrm>
            <a:custGeom>
              <a:avLst/>
              <a:gdLst/>
              <a:ahLst/>
              <a:cxnLst/>
              <a:rect l="l" t="t" r="r" b="b"/>
              <a:pathLst>
                <a:path w="1102" h="601" extrusionOk="0">
                  <a:moveTo>
                    <a:pt x="1001" y="0"/>
                  </a:moveTo>
                  <a:cubicBezTo>
                    <a:pt x="1001" y="0"/>
                    <a:pt x="667" y="0"/>
                    <a:pt x="467" y="100"/>
                  </a:cubicBezTo>
                  <a:cubicBezTo>
                    <a:pt x="300" y="134"/>
                    <a:pt x="0" y="367"/>
                    <a:pt x="0" y="367"/>
                  </a:cubicBezTo>
                  <a:lnTo>
                    <a:pt x="34" y="601"/>
                  </a:lnTo>
                  <a:cubicBezTo>
                    <a:pt x="34" y="601"/>
                    <a:pt x="434" y="601"/>
                    <a:pt x="634" y="534"/>
                  </a:cubicBezTo>
                  <a:cubicBezTo>
                    <a:pt x="834" y="434"/>
                    <a:pt x="1101" y="234"/>
                    <a:pt x="1101" y="234"/>
                  </a:cubicBezTo>
                  <a:cubicBezTo>
                    <a:pt x="1101" y="234"/>
                    <a:pt x="1034" y="34"/>
                    <a:pt x="1001"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4" name="Google Shape;1234;p9"/>
            <p:cNvSpPr/>
            <p:nvPr/>
          </p:nvSpPr>
          <p:spPr>
            <a:xfrm>
              <a:off x="1899850" y="671750"/>
              <a:ext cx="25900" cy="15050"/>
            </a:xfrm>
            <a:custGeom>
              <a:avLst/>
              <a:gdLst/>
              <a:ahLst/>
              <a:cxnLst/>
              <a:rect l="l" t="t" r="r" b="b"/>
              <a:pathLst>
                <a:path w="1036" h="602" extrusionOk="0">
                  <a:moveTo>
                    <a:pt x="935" y="1"/>
                  </a:moveTo>
                  <a:cubicBezTo>
                    <a:pt x="935" y="1"/>
                    <a:pt x="601" y="1"/>
                    <a:pt x="435" y="101"/>
                  </a:cubicBezTo>
                  <a:cubicBezTo>
                    <a:pt x="268" y="134"/>
                    <a:pt x="1" y="334"/>
                    <a:pt x="1" y="334"/>
                  </a:cubicBezTo>
                  <a:lnTo>
                    <a:pt x="68" y="601"/>
                  </a:lnTo>
                  <a:cubicBezTo>
                    <a:pt x="68" y="601"/>
                    <a:pt x="435" y="601"/>
                    <a:pt x="635" y="501"/>
                  </a:cubicBezTo>
                  <a:cubicBezTo>
                    <a:pt x="802" y="434"/>
                    <a:pt x="1035" y="201"/>
                    <a:pt x="1035" y="201"/>
                  </a:cubicBezTo>
                  <a:cubicBezTo>
                    <a:pt x="1035" y="201"/>
                    <a:pt x="968" y="1"/>
                    <a:pt x="935"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5" name="Google Shape;1235;p9"/>
            <p:cNvSpPr/>
            <p:nvPr/>
          </p:nvSpPr>
          <p:spPr>
            <a:xfrm>
              <a:off x="1914875" y="706700"/>
              <a:ext cx="30050" cy="15125"/>
            </a:xfrm>
            <a:custGeom>
              <a:avLst/>
              <a:gdLst/>
              <a:ahLst/>
              <a:cxnLst/>
              <a:rect l="l" t="t" r="r" b="b"/>
              <a:pathLst>
                <a:path w="1202" h="605" extrusionOk="0">
                  <a:moveTo>
                    <a:pt x="1141" y="1"/>
                  </a:moveTo>
                  <a:cubicBezTo>
                    <a:pt x="1139" y="1"/>
                    <a:pt x="1137" y="2"/>
                    <a:pt x="1135" y="4"/>
                  </a:cubicBezTo>
                  <a:cubicBezTo>
                    <a:pt x="1135" y="4"/>
                    <a:pt x="734" y="4"/>
                    <a:pt x="534" y="104"/>
                  </a:cubicBezTo>
                  <a:cubicBezTo>
                    <a:pt x="334" y="137"/>
                    <a:pt x="0" y="371"/>
                    <a:pt x="0" y="371"/>
                  </a:cubicBezTo>
                  <a:lnTo>
                    <a:pt x="34" y="604"/>
                  </a:lnTo>
                  <a:cubicBezTo>
                    <a:pt x="34" y="604"/>
                    <a:pt x="401" y="604"/>
                    <a:pt x="668" y="571"/>
                  </a:cubicBezTo>
                  <a:cubicBezTo>
                    <a:pt x="868" y="471"/>
                    <a:pt x="1201" y="237"/>
                    <a:pt x="1201" y="237"/>
                  </a:cubicBezTo>
                  <a:cubicBezTo>
                    <a:pt x="1201" y="206"/>
                    <a:pt x="1172" y="1"/>
                    <a:pt x="1141"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6" name="Google Shape;1236;p9"/>
            <p:cNvSpPr/>
            <p:nvPr/>
          </p:nvSpPr>
          <p:spPr>
            <a:xfrm>
              <a:off x="1934050" y="729300"/>
              <a:ext cx="33375" cy="17525"/>
            </a:xfrm>
            <a:custGeom>
              <a:avLst/>
              <a:gdLst/>
              <a:ahLst/>
              <a:cxnLst/>
              <a:rect l="l" t="t" r="r" b="b"/>
              <a:pathLst>
                <a:path w="1335" h="701" extrusionOk="0">
                  <a:moveTo>
                    <a:pt x="1268" y="0"/>
                  </a:moveTo>
                  <a:cubicBezTo>
                    <a:pt x="1268" y="0"/>
                    <a:pt x="835" y="34"/>
                    <a:pt x="601" y="134"/>
                  </a:cubicBezTo>
                  <a:cubicBezTo>
                    <a:pt x="334" y="234"/>
                    <a:pt x="1" y="501"/>
                    <a:pt x="1" y="501"/>
                  </a:cubicBezTo>
                  <a:lnTo>
                    <a:pt x="134" y="701"/>
                  </a:lnTo>
                  <a:cubicBezTo>
                    <a:pt x="134" y="701"/>
                    <a:pt x="568" y="634"/>
                    <a:pt x="768" y="534"/>
                  </a:cubicBezTo>
                  <a:cubicBezTo>
                    <a:pt x="1035" y="467"/>
                    <a:pt x="1335" y="201"/>
                    <a:pt x="1335" y="201"/>
                  </a:cubicBezTo>
                  <a:lnTo>
                    <a:pt x="1268" y="0"/>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7" name="Google Shape;1237;p9"/>
            <p:cNvSpPr/>
            <p:nvPr/>
          </p:nvSpPr>
          <p:spPr>
            <a:xfrm>
              <a:off x="1953225" y="759825"/>
              <a:ext cx="33400" cy="17025"/>
            </a:xfrm>
            <a:custGeom>
              <a:avLst/>
              <a:gdLst/>
              <a:ahLst/>
              <a:cxnLst/>
              <a:rect l="l" t="t" r="r" b="b"/>
              <a:pathLst>
                <a:path w="1336" h="681" extrusionOk="0">
                  <a:moveTo>
                    <a:pt x="1261" y="0"/>
                  </a:moveTo>
                  <a:cubicBezTo>
                    <a:pt x="1253" y="0"/>
                    <a:pt x="1244" y="4"/>
                    <a:pt x="1235" y="14"/>
                  </a:cubicBezTo>
                  <a:lnTo>
                    <a:pt x="1002" y="14"/>
                  </a:lnTo>
                  <a:cubicBezTo>
                    <a:pt x="835" y="14"/>
                    <a:pt x="668" y="80"/>
                    <a:pt x="535" y="114"/>
                  </a:cubicBezTo>
                  <a:cubicBezTo>
                    <a:pt x="301" y="180"/>
                    <a:pt x="1" y="481"/>
                    <a:pt x="1" y="481"/>
                  </a:cubicBezTo>
                  <a:lnTo>
                    <a:pt x="134" y="681"/>
                  </a:lnTo>
                  <a:cubicBezTo>
                    <a:pt x="134" y="681"/>
                    <a:pt x="535" y="614"/>
                    <a:pt x="768" y="514"/>
                  </a:cubicBezTo>
                  <a:cubicBezTo>
                    <a:pt x="868" y="481"/>
                    <a:pt x="1002" y="347"/>
                    <a:pt x="1135" y="314"/>
                  </a:cubicBezTo>
                  <a:cubicBezTo>
                    <a:pt x="1268" y="247"/>
                    <a:pt x="1335" y="180"/>
                    <a:pt x="1335" y="180"/>
                  </a:cubicBezTo>
                  <a:cubicBezTo>
                    <a:pt x="1335" y="152"/>
                    <a:pt x="1310" y="0"/>
                    <a:pt x="1261"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8" name="Google Shape;1238;p9"/>
            <p:cNvSpPr/>
            <p:nvPr/>
          </p:nvSpPr>
          <p:spPr>
            <a:xfrm>
              <a:off x="1979075" y="783500"/>
              <a:ext cx="27550" cy="15875"/>
            </a:xfrm>
            <a:custGeom>
              <a:avLst/>
              <a:gdLst/>
              <a:ahLst/>
              <a:cxnLst/>
              <a:rect l="l" t="t" r="r" b="b"/>
              <a:pathLst>
                <a:path w="1102" h="635" extrusionOk="0">
                  <a:moveTo>
                    <a:pt x="1002" y="1"/>
                  </a:moveTo>
                  <a:cubicBezTo>
                    <a:pt x="1001" y="1"/>
                    <a:pt x="1000" y="1"/>
                    <a:pt x="1000" y="1"/>
                  </a:cubicBezTo>
                  <a:lnTo>
                    <a:pt x="1000" y="1"/>
                  </a:lnTo>
                  <a:cubicBezTo>
                    <a:pt x="1001" y="1"/>
                    <a:pt x="1002" y="1"/>
                    <a:pt x="1002" y="1"/>
                  </a:cubicBezTo>
                  <a:close/>
                  <a:moveTo>
                    <a:pt x="1000" y="1"/>
                  </a:moveTo>
                  <a:cubicBezTo>
                    <a:pt x="974" y="3"/>
                    <a:pt x="628" y="37"/>
                    <a:pt x="468" y="101"/>
                  </a:cubicBezTo>
                  <a:cubicBezTo>
                    <a:pt x="301" y="167"/>
                    <a:pt x="1" y="368"/>
                    <a:pt x="1" y="368"/>
                  </a:cubicBezTo>
                  <a:lnTo>
                    <a:pt x="68" y="634"/>
                  </a:lnTo>
                  <a:lnTo>
                    <a:pt x="268" y="634"/>
                  </a:lnTo>
                  <a:cubicBezTo>
                    <a:pt x="401" y="634"/>
                    <a:pt x="501" y="634"/>
                    <a:pt x="635" y="568"/>
                  </a:cubicBezTo>
                  <a:cubicBezTo>
                    <a:pt x="835" y="468"/>
                    <a:pt x="1102" y="201"/>
                    <a:pt x="1102" y="201"/>
                  </a:cubicBezTo>
                  <a:cubicBezTo>
                    <a:pt x="1102" y="168"/>
                    <a:pt x="973" y="6"/>
                    <a:pt x="1000"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9" name="Google Shape;1239;p9"/>
            <p:cNvSpPr/>
            <p:nvPr/>
          </p:nvSpPr>
          <p:spPr>
            <a:xfrm>
              <a:off x="2446075" y="439925"/>
              <a:ext cx="20050" cy="13375"/>
            </a:xfrm>
            <a:custGeom>
              <a:avLst/>
              <a:gdLst/>
              <a:ahLst/>
              <a:cxnLst/>
              <a:rect l="l" t="t" r="r" b="b"/>
              <a:pathLst>
                <a:path w="802" h="535" extrusionOk="0">
                  <a:moveTo>
                    <a:pt x="401" y="0"/>
                  </a:moveTo>
                  <a:cubicBezTo>
                    <a:pt x="168" y="0"/>
                    <a:pt x="1" y="267"/>
                    <a:pt x="1" y="267"/>
                  </a:cubicBezTo>
                  <a:lnTo>
                    <a:pt x="134" y="467"/>
                  </a:lnTo>
                  <a:cubicBezTo>
                    <a:pt x="134" y="467"/>
                    <a:pt x="334" y="534"/>
                    <a:pt x="435" y="534"/>
                  </a:cubicBezTo>
                  <a:cubicBezTo>
                    <a:pt x="501" y="534"/>
                    <a:pt x="735" y="434"/>
                    <a:pt x="735" y="434"/>
                  </a:cubicBezTo>
                  <a:cubicBezTo>
                    <a:pt x="768" y="434"/>
                    <a:pt x="801" y="234"/>
                    <a:pt x="801" y="167"/>
                  </a:cubicBezTo>
                  <a:cubicBezTo>
                    <a:pt x="801" y="167"/>
                    <a:pt x="768" y="134"/>
                    <a:pt x="668" y="101"/>
                  </a:cubicBezTo>
                  <a:cubicBezTo>
                    <a:pt x="601" y="67"/>
                    <a:pt x="468" y="0"/>
                    <a:pt x="401"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0" name="Google Shape;1240;p9"/>
            <p:cNvSpPr/>
            <p:nvPr/>
          </p:nvSpPr>
          <p:spPr>
            <a:xfrm>
              <a:off x="2451925" y="474575"/>
              <a:ext cx="22550" cy="13275"/>
            </a:xfrm>
            <a:custGeom>
              <a:avLst/>
              <a:gdLst/>
              <a:ahLst/>
              <a:cxnLst/>
              <a:rect l="l" t="t" r="r" b="b"/>
              <a:pathLst>
                <a:path w="902" h="531" extrusionOk="0">
                  <a:moveTo>
                    <a:pt x="554" y="1"/>
                  </a:moveTo>
                  <a:cubicBezTo>
                    <a:pt x="490" y="1"/>
                    <a:pt x="423" y="4"/>
                    <a:pt x="367" y="15"/>
                  </a:cubicBezTo>
                  <a:lnTo>
                    <a:pt x="100" y="149"/>
                  </a:lnTo>
                  <a:cubicBezTo>
                    <a:pt x="34" y="182"/>
                    <a:pt x="0" y="216"/>
                    <a:pt x="0" y="216"/>
                  </a:cubicBezTo>
                  <a:lnTo>
                    <a:pt x="0" y="482"/>
                  </a:lnTo>
                  <a:cubicBezTo>
                    <a:pt x="0" y="482"/>
                    <a:pt x="34" y="516"/>
                    <a:pt x="167" y="516"/>
                  </a:cubicBezTo>
                  <a:cubicBezTo>
                    <a:pt x="201" y="527"/>
                    <a:pt x="238" y="531"/>
                    <a:pt x="276" y="531"/>
                  </a:cubicBezTo>
                  <a:cubicBezTo>
                    <a:pt x="352" y="531"/>
                    <a:pt x="434" y="516"/>
                    <a:pt x="501" y="516"/>
                  </a:cubicBezTo>
                  <a:cubicBezTo>
                    <a:pt x="701" y="416"/>
                    <a:pt x="901" y="249"/>
                    <a:pt x="901" y="249"/>
                  </a:cubicBezTo>
                  <a:cubicBezTo>
                    <a:pt x="901" y="249"/>
                    <a:pt x="868" y="49"/>
                    <a:pt x="801" y="15"/>
                  </a:cubicBezTo>
                  <a:cubicBezTo>
                    <a:pt x="801" y="15"/>
                    <a:pt x="682" y="1"/>
                    <a:pt x="554"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1" name="Google Shape;1241;p9"/>
            <p:cNvSpPr/>
            <p:nvPr/>
          </p:nvSpPr>
          <p:spPr>
            <a:xfrm>
              <a:off x="2462775" y="492925"/>
              <a:ext cx="20850" cy="12450"/>
            </a:xfrm>
            <a:custGeom>
              <a:avLst/>
              <a:gdLst/>
              <a:ahLst/>
              <a:cxnLst/>
              <a:rect l="l" t="t" r="r" b="b"/>
              <a:pathLst>
                <a:path w="834" h="498" extrusionOk="0">
                  <a:moveTo>
                    <a:pt x="549" y="0"/>
                  </a:moveTo>
                  <a:cubicBezTo>
                    <a:pt x="489" y="0"/>
                    <a:pt x="434" y="4"/>
                    <a:pt x="400" y="15"/>
                  </a:cubicBezTo>
                  <a:cubicBezTo>
                    <a:pt x="267" y="82"/>
                    <a:pt x="67" y="249"/>
                    <a:pt x="67" y="249"/>
                  </a:cubicBezTo>
                  <a:cubicBezTo>
                    <a:pt x="0" y="249"/>
                    <a:pt x="100" y="482"/>
                    <a:pt x="100" y="482"/>
                  </a:cubicBezTo>
                  <a:cubicBezTo>
                    <a:pt x="100" y="482"/>
                    <a:pt x="204" y="497"/>
                    <a:pt x="322" y="497"/>
                  </a:cubicBezTo>
                  <a:cubicBezTo>
                    <a:pt x="382" y="497"/>
                    <a:pt x="445" y="493"/>
                    <a:pt x="500" y="482"/>
                  </a:cubicBezTo>
                  <a:cubicBezTo>
                    <a:pt x="634" y="449"/>
                    <a:pt x="834" y="282"/>
                    <a:pt x="834" y="282"/>
                  </a:cubicBezTo>
                  <a:cubicBezTo>
                    <a:pt x="834" y="282"/>
                    <a:pt x="767" y="82"/>
                    <a:pt x="801" y="15"/>
                  </a:cubicBezTo>
                  <a:cubicBezTo>
                    <a:pt x="801" y="15"/>
                    <a:pt x="667" y="0"/>
                    <a:pt x="549"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2" name="Google Shape;1242;p9"/>
            <p:cNvSpPr/>
            <p:nvPr/>
          </p:nvSpPr>
          <p:spPr>
            <a:xfrm>
              <a:off x="2476950" y="514150"/>
              <a:ext cx="20875" cy="14200"/>
            </a:xfrm>
            <a:custGeom>
              <a:avLst/>
              <a:gdLst/>
              <a:ahLst/>
              <a:cxnLst/>
              <a:rect l="l" t="t" r="r" b="b"/>
              <a:pathLst>
                <a:path w="835" h="568" extrusionOk="0">
                  <a:moveTo>
                    <a:pt x="767" y="0"/>
                  </a:moveTo>
                  <a:cubicBezTo>
                    <a:pt x="767" y="0"/>
                    <a:pt x="534" y="0"/>
                    <a:pt x="367" y="67"/>
                  </a:cubicBezTo>
                  <a:cubicBezTo>
                    <a:pt x="234" y="134"/>
                    <a:pt x="33" y="300"/>
                    <a:pt x="33" y="300"/>
                  </a:cubicBezTo>
                  <a:cubicBezTo>
                    <a:pt x="0" y="300"/>
                    <a:pt x="67" y="567"/>
                    <a:pt x="67" y="567"/>
                  </a:cubicBezTo>
                  <a:cubicBezTo>
                    <a:pt x="67" y="567"/>
                    <a:pt x="334" y="567"/>
                    <a:pt x="500" y="501"/>
                  </a:cubicBezTo>
                  <a:cubicBezTo>
                    <a:pt x="667" y="467"/>
                    <a:pt x="834" y="267"/>
                    <a:pt x="834" y="267"/>
                  </a:cubicBezTo>
                  <a:cubicBezTo>
                    <a:pt x="834" y="267"/>
                    <a:pt x="767" y="67"/>
                    <a:pt x="767"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3" name="Google Shape;1243;p9"/>
            <p:cNvSpPr/>
            <p:nvPr/>
          </p:nvSpPr>
          <p:spPr>
            <a:xfrm>
              <a:off x="2499450" y="534150"/>
              <a:ext cx="21725" cy="15050"/>
            </a:xfrm>
            <a:custGeom>
              <a:avLst/>
              <a:gdLst/>
              <a:ahLst/>
              <a:cxnLst/>
              <a:rect l="l" t="t" r="r" b="b"/>
              <a:pathLst>
                <a:path w="869" h="602" extrusionOk="0">
                  <a:moveTo>
                    <a:pt x="768" y="1"/>
                  </a:moveTo>
                  <a:cubicBezTo>
                    <a:pt x="768" y="1"/>
                    <a:pt x="501" y="1"/>
                    <a:pt x="368" y="101"/>
                  </a:cubicBezTo>
                  <a:cubicBezTo>
                    <a:pt x="268" y="134"/>
                    <a:pt x="34" y="334"/>
                    <a:pt x="34" y="334"/>
                  </a:cubicBezTo>
                  <a:cubicBezTo>
                    <a:pt x="1" y="334"/>
                    <a:pt x="101" y="601"/>
                    <a:pt x="101" y="601"/>
                  </a:cubicBezTo>
                  <a:cubicBezTo>
                    <a:pt x="101" y="601"/>
                    <a:pt x="368" y="601"/>
                    <a:pt x="534" y="535"/>
                  </a:cubicBezTo>
                  <a:cubicBezTo>
                    <a:pt x="701" y="468"/>
                    <a:pt x="868" y="201"/>
                    <a:pt x="868" y="201"/>
                  </a:cubicBezTo>
                  <a:cubicBezTo>
                    <a:pt x="835" y="201"/>
                    <a:pt x="768" y="34"/>
                    <a:pt x="768"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4" name="Google Shape;1244;p9"/>
            <p:cNvSpPr/>
            <p:nvPr/>
          </p:nvSpPr>
          <p:spPr>
            <a:xfrm>
              <a:off x="2449425" y="459775"/>
              <a:ext cx="16700" cy="13275"/>
            </a:xfrm>
            <a:custGeom>
              <a:avLst/>
              <a:gdLst/>
              <a:ahLst/>
              <a:cxnLst/>
              <a:rect l="l" t="t" r="r" b="b"/>
              <a:pathLst>
                <a:path w="668" h="531" extrusionOk="0">
                  <a:moveTo>
                    <a:pt x="338" y="0"/>
                  </a:moveTo>
                  <a:cubicBezTo>
                    <a:pt x="323" y="0"/>
                    <a:pt x="310" y="2"/>
                    <a:pt x="301" y="7"/>
                  </a:cubicBezTo>
                  <a:cubicBezTo>
                    <a:pt x="167" y="74"/>
                    <a:pt x="0" y="207"/>
                    <a:pt x="0" y="207"/>
                  </a:cubicBezTo>
                  <a:cubicBezTo>
                    <a:pt x="0" y="274"/>
                    <a:pt x="100" y="474"/>
                    <a:pt x="100" y="474"/>
                  </a:cubicBezTo>
                  <a:cubicBezTo>
                    <a:pt x="100" y="474"/>
                    <a:pt x="213" y="530"/>
                    <a:pt x="297" y="530"/>
                  </a:cubicBezTo>
                  <a:cubicBezTo>
                    <a:pt x="326" y="530"/>
                    <a:pt x="351" y="524"/>
                    <a:pt x="367" y="507"/>
                  </a:cubicBezTo>
                  <a:cubicBezTo>
                    <a:pt x="501" y="474"/>
                    <a:pt x="667" y="307"/>
                    <a:pt x="667" y="307"/>
                  </a:cubicBezTo>
                  <a:cubicBezTo>
                    <a:pt x="667" y="274"/>
                    <a:pt x="634" y="74"/>
                    <a:pt x="601" y="74"/>
                  </a:cubicBezTo>
                  <a:cubicBezTo>
                    <a:pt x="601" y="74"/>
                    <a:pt x="429" y="0"/>
                    <a:pt x="338"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5" name="Google Shape;1245;p9"/>
            <p:cNvSpPr/>
            <p:nvPr/>
          </p:nvSpPr>
          <p:spPr>
            <a:xfrm>
              <a:off x="1514575" y="1841750"/>
              <a:ext cx="18375" cy="14200"/>
            </a:xfrm>
            <a:custGeom>
              <a:avLst/>
              <a:gdLst/>
              <a:ahLst/>
              <a:cxnLst/>
              <a:rect l="l" t="t" r="r" b="b"/>
              <a:pathLst>
                <a:path w="735" h="568" extrusionOk="0">
                  <a:moveTo>
                    <a:pt x="535" y="1"/>
                  </a:moveTo>
                  <a:cubicBezTo>
                    <a:pt x="401" y="1"/>
                    <a:pt x="335" y="34"/>
                    <a:pt x="234" y="68"/>
                  </a:cubicBezTo>
                  <a:cubicBezTo>
                    <a:pt x="68" y="168"/>
                    <a:pt x="1" y="435"/>
                    <a:pt x="1" y="435"/>
                  </a:cubicBezTo>
                  <a:lnTo>
                    <a:pt x="201" y="568"/>
                  </a:lnTo>
                  <a:cubicBezTo>
                    <a:pt x="201" y="568"/>
                    <a:pt x="401" y="501"/>
                    <a:pt x="501" y="435"/>
                  </a:cubicBezTo>
                  <a:lnTo>
                    <a:pt x="668" y="268"/>
                  </a:lnTo>
                  <a:lnTo>
                    <a:pt x="735" y="201"/>
                  </a:lnTo>
                  <a:cubicBezTo>
                    <a:pt x="735" y="134"/>
                    <a:pt x="701" y="1"/>
                    <a:pt x="701"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6" name="Google Shape;1246;p9"/>
            <p:cNvSpPr/>
            <p:nvPr/>
          </p:nvSpPr>
          <p:spPr>
            <a:xfrm>
              <a:off x="1522100" y="1863450"/>
              <a:ext cx="29200" cy="20025"/>
            </a:xfrm>
            <a:custGeom>
              <a:avLst/>
              <a:gdLst/>
              <a:ahLst/>
              <a:cxnLst/>
              <a:rect l="l" t="t" r="r" b="b"/>
              <a:pathLst>
                <a:path w="1168" h="801" extrusionOk="0">
                  <a:moveTo>
                    <a:pt x="867" y="0"/>
                  </a:moveTo>
                  <a:cubicBezTo>
                    <a:pt x="734" y="34"/>
                    <a:pt x="567" y="67"/>
                    <a:pt x="434" y="134"/>
                  </a:cubicBezTo>
                  <a:cubicBezTo>
                    <a:pt x="334" y="200"/>
                    <a:pt x="200" y="300"/>
                    <a:pt x="100" y="400"/>
                  </a:cubicBezTo>
                  <a:cubicBezTo>
                    <a:pt x="34" y="534"/>
                    <a:pt x="0" y="634"/>
                    <a:pt x="0" y="634"/>
                  </a:cubicBezTo>
                  <a:lnTo>
                    <a:pt x="167" y="801"/>
                  </a:lnTo>
                  <a:lnTo>
                    <a:pt x="334" y="701"/>
                  </a:lnTo>
                  <a:cubicBezTo>
                    <a:pt x="434" y="667"/>
                    <a:pt x="567" y="634"/>
                    <a:pt x="667" y="567"/>
                  </a:cubicBezTo>
                  <a:cubicBezTo>
                    <a:pt x="734" y="567"/>
                    <a:pt x="867" y="467"/>
                    <a:pt x="934" y="400"/>
                  </a:cubicBezTo>
                  <a:cubicBezTo>
                    <a:pt x="1034" y="334"/>
                    <a:pt x="1101" y="300"/>
                    <a:pt x="1101" y="300"/>
                  </a:cubicBezTo>
                  <a:cubicBezTo>
                    <a:pt x="1168" y="300"/>
                    <a:pt x="1101" y="67"/>
                    <a:pt x="1101"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7" name="Google Shape;1247;p9"/>
            <p:cNvSpPr/>
            <p:nvPr/>
          </p:nvSpPr>
          <p:spPr>
            <a:xfrm>
              <a:off x="1536275" y="1895975"/>
              <a:ext cx="28375" cy="17525"/>
            </a:xfrm>
            <a:custGeom>
              <a:avLst/>
              <a:gdLst/>
              <a:ahLst/>
              <a:cxnLst/>
              <a:rect l="l" t="t" r="r" b="b"/>
              <a:pathLst>
                <a:path w="1135" h="701" extrusionOk="0">
                  <a:moveTo>
                    <a:pt x="1034" y="0"/>
                  </a:moveTo>
                  <a:cubicBezTo>
                    <a:pt x="1034" y="0"/>
                    <a:pt x="667" y="33"/>
                    <a:pt x="467" y="100"/>
                  </a:cubicBezTo>
                  <a:cubicBezTo>
                    <a:pt x="234" y="200"/>
                    <a:pt x="0" y="434"/>
                    <a:pt x="0" y="434"/>
                  </a:cubicBezTo>
                  <a:cubicBezTo>
                    <a:pt x="0" y="500"/>
                    <a:pt x="100" y="701"/>
                    <a:pt x="100" y="701"/>
                  </a:cubicBezTo>
                  <a:cubicBezTo>
                    <a:pt x="100" y="701"/>
                    <a:pt x="467" y="667"/>
                    <a:pt x="667" y="567"/>
                  </a:cubicBezTo>
                  <a:cubicBezTo>
                    <a:pt x="868" y="467"/>
                    <a:pt x="1134" y="234"/>
                    <a:pt x="1134" y="234"/>
                  </a:cubicBezTo>
                  <a:cubicBezTo>
                    <a:pt x="1134" y="234"/>
                    <a:pt x="1068" y="33"/>
                    <a:pt x="1034"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8" name="Google Shape;1248;p9"/>
            <p:cNvSpPr/>
            <p:nvPr/>
          </p:nvSpPr>
          <p:spPr>
            <a:xfrm>
              <a:off x="1562950" y="1921825"/>
              <a:ext cx="19200" cy="13150"/>
            </a:xfrm>
            <a:custGeom>
              <a:avLst/>
              <a:gdLst/>
              <a:ahLst/>
              <a:cxnLst/>
              <a:rect l="l" t="t" r="r" b="b"/>
              <a:pathLst>
                <a:path w="768" h="526" extrusionOk="0">
                  <a:moveTo>
                    <a:pt x="534" y="0"/>
                  </a:moveTo>
                  <a:cubicBezTo>
                    <a:pt x="534" y="0"/>
                    <a:pt x="368" y="0"/>
                    <a:pt x="268" y="34"/>
                  </a:cubicBezTo>
                  <a:cubicBezTo>
                    <a:pt x="167" y="67"/>
                    <a:pt x="1" y="200"/>
                    <a:pt x="1" y="200"/>
                  </a:cubicBezTo>
                  <a:lnTo>
                    <a:pt x="1" y="467"/>
                  </a:lnTo>
                  <a:cubicBezTo>
                    <a:pt x="1" y="467"/>
                    <a:pt x="101" y="467"/>
                    <a:pt x="167" y="501"/>
                  </a:cubicBezTo>
                  <a:cubicBezTo>
                    <a:pt x="217" y="517"/>
                    <a:pt x="276" y="526"/>
                    <a:pt x="330" y="526"/>
                  </a:cubicBezTo>
                  <a:cubicBezTo>
                    <a:pt x="384" y="526"/>
                    <a:pt x="434" y="517"/>
                    <a:pt x="468" y="501"/>
                  </a:cubicBezTo>
                  <a:cubicBezTo>
                    <a:pt x="568" y="467"/>
                    <a:pt x="634" y="367"/>
                    <a:pt x="701" y="300"/>
                  </a:cubicBezTo>
                  <a:cubicBezTo>
                    <a:pt x="768" y="200"/>
                    <a:pt x="768" y="134"/>
                    <a:pt x="768" y="134"/>
                  </a:cubicBezTo>
                  <a:cubicBezTo>
                    <a:pt x="768" y="134"/>
                    <a:pt x="568" y="0"/>
                    <a:pt x="534"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9" name="Google Shape;1249;p9"/>
            <p:cNvSpPr/>
            <p:nvPr/>
          </p:nvSpPr>
          <p:spPr>
            <a:xfrm>
              <a:off x="1668025" y="1922650"/>
              <a:ext cx="19200" cy="12900"/>
            </a:xfrm>
            <a:custGeom>
              <a:avLst/>
              <a:gdLst/>
              <a:ahLst/>
              <a:cxnLst/>
              <a:rect l="l" t="t" r="r" b="b"/>
              <a:pathLst>
                <a:path w="768" h="516" extrusionOk="0">
                  <a:moveTo>
                    <a:pt x="534" y="1"/>
                  </a:moveTo>
                  <a:cubicBezTo>
                    <a:pt x="434" y="1"/>
                    <a:pt x="368" y="1"/>
                    <a:pt x="334" y="34"/>
                  </a:cubicBezTo>
                  <a:cubicBezTo>
                    <a:pt x="201" y="101"/>
                    <a:pt x="34" y="267"/>
                    <a:pt x="34" y="267"/>
                  </a:cubicBezTo>
                  <a:cubicBezTo>
                    <a:pt x="1" y="267"/>
                    <a:pt x="67" y="501"/>
                    <a:pt x="67" y="501"/>
                  </a:cubicBezTo>
                  <a:cubicBezTo>
                    <a:pt x="67" y="501"/>
                    <a:pt x="186" y="516"/>
                    <a:pt x="314" y="516"/>
                  </a:cubicBezTo>
                  <a:cubicBezTo>
                    <a:pt x="379" y="516"/>
                    <a:pt x="445" y="512"/>
                    <a:pt x="501" y="501"/>
                  </a:cubicBezTo>
                  <a:cubicBezTo>
                    <a:pt x="568" y="468"/>
                    <a:pt x="668" y="367"/>
                    <a:pt x="701" y="334"/>
                  </a:cubicBezTo>
                  <a:cubicBezTo>
                    <a:pt x="735" y="234"/>
                    <a:pt x="768" y="201"/>
                    <a:pt x="768" y="201"/>
                  </a:cubicBezTo>
                  <a:cubicBezTo>
                    <a:pt x="735" y="167"/>
                    <a:pt x="668" y="1"/>
                    <a:pt x="668"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50" name="Google Shape;1250;p9"/>
            <p:cNvSpPr/>
            <p:nvPr/>
          </p:nvSpPr>
          <p:spPr>
            <a:xfrm>
              <a:off x="1673875" y="1943975"/>
              <a:ext cx="20025" cy="12425"/>
            </a:xfrm>
            <a:custGeom>
              <a:avLst/>
              <a:gdLst/>
              <a:ahLst/>
              <a:cxnLst/>
              <a:rect l="l" t="t" r="r" b="b"/>
              <a:pathLst>
                <a:path w="801" h="497" extrusionOk="0">
                  <a:moveTo>
                    <a:pt x="455" y="0"/>
                  </a:moveTo>
                  <a:cubicBezTo>
                    <a:pt x="400" y="0"/>
                    <a:pt x="345" y="4"/>
                    <a:pt x="300" y="15"/>
                  </a:cubicBezTo>
                  <a:cubicBezTo>
                    <a:pt x="167" y="82"/>
                    <a:pt x="0" y="248"/>
                    <a:pt x="0" y="248"/>
                  </a:cubicBezTo>
                  <a:cubicBezTo>
                    <a:pt x="0" y="282"/>
                    <a:pt x="100" y="482"/>
                    <a:pt x="100" y="482"/>
                  </a:cubicBezTo>
                  <a:cubicBezTo>
                    <a:pt x="100" y="482"/>
                    <a:pt x="204" y="497"/>
                    <a:pt x="313" y="497"/>
                  </a:cubicBezTo>
                  <a:cubicBezTo>
                    <a:pt x="367" y="497"/>
                    <a:pt x="423" y="493"/>
                    <a:pt x="467" y="482"/>
                  </a:cubicBezTo>
                  <a:cubicBezTo>
                    <a:pt x="601" y="449"/>
                    <a:pt x="767" y="282"/>
                    <a:pt x="767" y="282"/>
                  </a:cubicBezTo>
                  <a:cubicBezTo>
                    <a:pt x="801" y="248"/>
                    <a:pt x="701" y="82"/>
                    <a:pt x="667" y="15"/>
                  </a:cubicBezTo>
                  <a:cubicBezTo>
                    <a:pt x="667" y="15"/>
                    <a:pt x="564" y="0"/>
                    <a:pt x="455"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51" name="Google Shape;1251;p9"/>
            <p:cNvSpPr/>
            <p:nvPr/>
          </p:nvSpPr>
          <p:spPr>
            <a:xfrm>
              <a:off x="1687200" y="1962675"/>
              <a:ext cx="25050" cy="14200"/>
            </a:xfrm>
            <a:custGeom>
              <a:avLst/>
              <a:gdLst/>
              <a:ahLst/>
              <a:cxnLst/>
              <a:rect l="l" t="t" r="r" b="b"/>
              <a:pathLst>
                <a:path w="1002" h="568" extrusionOk="0">
                  <a:moveTo>
                    <a:pt x="902" y="1"/>
                  </a:moveTo>
                  <a:cubicBezTo>
                    <a:pt x="902" y="1"/>
                    <a:pt x="568" y="1"/>
                    <a:pt x="401" y="67"/>
                  </a:cubicBezTo>
                  <a:cubicBezTo>
                    <a:pt x="234" y="168"/>
                    <a:pt x="1" y="368"/>
                    <a:pt x="1" y="368"/>
                  </a:cubicBezTo>
                  <a:lnTo>
                    <a:pt x="134" y="568"/>
                  </a:lnTo>
                  <a:cubicBezTo>
                    <a:pt x="134" y="568"/>
                    <a:pt x="468" y="568"/>
                    <a:pt x="635" y="501"/>
                  </a:cubicBezTo>
                  <a:cubicBezTo>
                    <a:pt x="801" y="401"/>
                    <a:pt x="1002" y="201"/>
                    <a:pt x="1002" y="201"/>
                  </a:cubicBezTo>
                  <a:cubicBezTo>
                    <a:pt x="1002" y="201"/>
                    <a:pt x="935" y="1"/>
                    <a:pt x="902"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52" name="Google Shape;1252;p9"/>
            <p:cNvSpPr/>
            <p:nvPr/>
          </p:nvSpPr>
          <p:spPr>
            <a:xfrm>
              <a:off x="1702225" y="1984000"/>
              <a:ext cx="18375" cy="12425"/>
            </a:xfrm>
            <a:custGeom>
              <a:avLst/>
              <a:gdLst/>
              <a:ahLst/>
              <a:cxnLst/>
              <a:rect l="l" t="t" r="r" b="b"/>
              <a:pathLst>
                <a:path w="735" h="497" extrusionOk="0">
                  <a:moveTo>
                    <a:pt x="440" y="0"/>
                  </a:moveTo>
                  <a:cubicBezTo>
                    <a:pt x="386" y="0"/>
                    <a:pt x="334" y="4"/>
                    <a:pt x="301" y="15"/>
                  </a:cubicBezTo>
                  <a:cubicBezTo>
                    <a:pt x="167" y="48"/>
                    <a:pt x="0" y="215"/>
                    <a:pt x="0" y="215"/>
                  </a:cubicBezTo>
                  <a:cubicBezTo>
                    <a:pt x="0" y="249"/>
                    <a:pt x="67" y="482"/>
                    <a:pt x="67" y="482"/>
                  </a:cubicBezTo>
                  <a:cubicBezTo>
                    <a:pt x="67" y="482"/>
                    <a:pt x="186" y="497"/>
                    <a:pt x="304" y="497"/>
                  </a:cubicBezTo>
                  <a:cubicBezTo>
                    <a:pt x="364" y="497"/>
                    <a:pt x="423" y="493"/>
                    <a:pt x="467" y="482"/>
                  </a:cubicBezTo>
                  <a:cubicBezTo>
                    <a:pt x="567" y="415"/>
                    <a:pt x="734" y="249"/>
                    <a:pt x="734" y="249"/>
                  </a:cubicBezTo>
                  <a:cubicBezTo>
                    <a:pt x="734" y="249"/>
                    <a:pt x="701" y="48"/>
                    <a:pt x="667" y="15"/>
                  </a:cubicBezTo>
                  <a:cubicBezTo>
                    <a:pt x="667" y="15"/>
                    <a:pt x="549" y="0"/>
                    <a:pt x="440"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53" name="Google Shape;1253;p9"/>
            <p:cNvSpPr/>
            <p:nvPr/>
          </p:nvSpPr>
          <p:spPr>
            <a:xfrm>
              <a:off x="1432850" y="2389650"/>
              <a:ext cx="23375" cy="20875"/>
            </a:xfrm>
            <a:custGeom>
              <a:avLst/>
              <a:gdLst/>
              <a:ahLst/>
              <a:cxnLst/>
              <a:rect l="l" t="t" r="r" b="b"/>
              <a:pathLst>
                <a:path w="935" h="835" extrusionOk="0">
                  <a:moveTo>
                    <a:pt x="835" y="1"/>
                  </a:moveTo>
                  <a:cubicBezTo>
                    <a:pt x="835" y="1"/>
                    <a:pt x="768" y="1"/>
                    <a:pt x="635" y="34"/>
                  </a:cubicBezTo>
                  <a:cubicBezTo>
                    <a:pt x="501" y="101"/>
                    <a:pt x="401" y="167"/>
                    <a:pt x="301" y="201"/>
                  </a:cubicBezTo>
                  <a:cubicBezTo>
                    <a:pt x="234" y="301"/>
                    <a:pt x="134" y="434"/>
                    <a:pt x="101" y="501"/>
                  </a:cubicBezTo>
                  <a:lnTo>
                    <a:pt x="1" y="668"/>
                  </a:lnTo>
                  <a:cubicBezTo>
                    <a:pt x="1" y="668"/>
                    <a:pt x="168" y="801"/>
                    <a:pt x="168" y="835"/>
                  </a:cubicBezTo>
                  <a:lnTo>
                    <a:pt x="335" y="768"/>
                  </a:lnTo>
                  <a:cubicBezTo>
                    <a:pt x="435" y="701"/>
                    <a:pt x="568" y="634"/>
                    <a:pt x="601" y="601"/>
                  </a:cubicBezTo>
                  <a:cubicBezTo>
                    <a:pt x="668" y="534"/>
                    <a:pt x="735" y="434"/>
                    <a:pt x="802" y="368"/>
                  </a:cubicBezTo>
                  <a:lnTo>
                    <a:pt x="935" y="267"/>
                  </a:lnTo>
                  <a:cubicBezTo>
                    <a:pt x="935" y="201"/>
                    <a:pt x="835" y="1"/>
                    <a:pt x="835"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54" name="Google Shape;1254;p9"/>
            <p:cNvSpPr/>
            <p:nvPr/>
          </p:nvSpPr>
          <p:spPr>
            <a:xfrm>
              <a:off x="1455375" y="2404675"/>
              <a:ext cx="17550" cy="18350"/>
            </a:xfrm>
            <a:custGeom>
              <a:avLst/>
              <a:gdLst/>
              <a:ahLst/>
              <a:cxnLst/>
              <a:rect l="l" t="t" r="r" b="b"/>
              <a:pathLst>
                <a:path w="702" h="734" extrusionOk="0">
                  <a:moveTo>
                    <a:pt x="568" y="0"/>
                  </a:moveTo>
                  <a:cubicBezTo>
                    <a:pt x="568" y="0"/>
                    <a:pt x="267" y="33"/>
                    <a:pt x="134" y="167"/>
                  </a:cubicBezTo>
                  <a:cubicBezTo>
                    <a:pt x="67" y="334"/>
                    <a:pt x="1" y="567"/>
                    <a:pt x="1" y="567"/>
                  </a:cubicBezTo>
                  <a:cubicBezTo>
                    <a:pt x="1" y="567"/>
                    <a:pt x="201" y="701"/>
                    <a:pt x="134" y="734"/>
                  </a:cubicBezTo>
                  <a:cubicBezTo>
                    <a:pt x="134" y="734"/>
                    <a:pt x="401" y="600"/>
                    <a:pt x="501" y="534"/>
                  </a:cubicBezTo>
                  <a:cubicBezTo>
                    <a:pt x="601" y="434"/>
                    <a:pt x="701" y="200"/>
                    <a:pt x="701" y="200"/>
                  </a:cubicBezTo>
                  <a:lnTo>
                    <a:pt x="568" y="0"/>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55" name="Google Shape;1255;p9"/>
            <p:cNvSpPr/>
            <p:nvPr/>
          </p:nvSpPr>
          <p:spPr>
            <a:xfrm>
              <a:off x="1476225" y="2419675"/>
              <a:ext cx="14200" cy="16700"/>
            </a:xfrm>
            <a:custGeom>
              <a:avLst/>
              <a:gdLst/>
              <a:ahLst/>
              <a:cxnLst/>
              <a:rect l="l" t="t" r="r" b="b"/>
              <a:pathLst>
                <a:path w="568" h="668" extrusionOk="0">
                  <a:moveTo>
                    <a:pt x="334" y="0"/>
                  </a:moveTo>
                  <a:cubicBezTo>
                    <a:pt x="334" y="0"/>
                    <a:pt x="134" y="101"/>
                    <a:pt x="67" y="167"/>
                  </a:cubicBezTo>
                  <a:cubicBezTo>
                    <a:pt x="34" y="267"/>
                    <a:pt x="1" y="501"/>
                    <a:pt x="1" y="501"/>
                  </a:cubicBezTo>
                  <a:cubicBezTo>
                    <a:pt x="1" y="501"/>
                    <a:pt x="201" y="634"/>
                    <a:pt x="201" y="668"/>
                  </a:cubicBezTo>
                  <a:cubicBezTo>
                    <a:pt x="201" y="668"/>
                    <a:pt x="401" y="601"/>
                    <a:pt x="501" y="467"/>
                  </a:cubicBezTo>
                  <a:cubicBezTo>
                    <a:pt x="534" y="401"/>
                    <a:pt x="568" y="301"/>
                    <a:pt x="568" y="234"/>
                  </a:cubicBezTo>
                  <a:lnTo>
                    <a:pt x="568" y="101"/>
                  </a:lnTo>
                  <a:lnTo>
                    <a:pt x="334" y="0"/>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56" name="Google Shape;1256;p9"/>
            <p:cNvSpPr/>
            <p:nvPr/>
          </p:nvSpPr>
          <p:spPr>
            <a:xfrm>
              <a:off x="1669700" y="2311275"/>
              <a:ext cx="15025" cy="15025"/>
            </a:xfrm>
            <a:custGeom>
              <a:avLst/>
              <a:gdLst/>
              <a:ahLst/>
              <a:cxnLst/>
              <a:rect l="l" t="t" r="r" b="b"/>
              <a:pathLst>
                <a:path w="601" h="601" extrusionOk="0">
                  <a:moveTo>
                    <a:pt x="434" y="0"/>
                  </a:moveTo>
                  <a:cubicBezTo>
                    <a:pt x="434" y="0"/>
                    <a:pt x="201" y="67"/>
                    <a:pt x="134" y="133"/>
                  </a:cubicBezTo>
                  <a:cubicBezTo>
                    <a:pt x="34" y="234"/>
                    <a:pt x="0" y="434"/>
                    <a:pt x="0" y="434"/>
                  </a:cubicBezTo>
                  <a:cubicBezTo>
                    <a:pt x="0" y="467"/>
                    <a:pt x="134" y="600"/>
                    <a:pt x="167" y="600"/>
                  </a:cubicBezTo>
                  <a:cubicBezTo>
                    <a:pt x="167" y="600"/>
                    <a:pt x="367" y="567"/>
                    <a:pt x="467" y="467"/>
                  </a:cubicBezTo>
                  <a:cubicBezTo>
                    <a:pt x="534" y="400"/>
                    <a:pt x="601" y="167"/>
                    <a:pt x="601" y="167"/>
                  </a:cubicBezTo>
                  <a:lnTo>
                    <a:pt x="434" y="0"/>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57" name="Google Shape;1257;p9"/>
            <p:cNvSpPr/>
            <p:nvPr/>
          </p:nvSpPr>
          <p:spPr>
            <a:xfrm>
              <a:off x="1676375" y="2326275"/>
              <a:ext cx="22525" cy="22550"/>
            </a:xfrm>
            <a:custGeom>
              <a:avLst/>
              <a:gdLst/>
              <a:ahLst/>
              <a:cxnLst/>
              <a:rect l="l" t="t" r="r" b="b"/>
              <a:pathLst>
                <a:path w="901" h="902" extrusionOk="0">
                  <a:moveTo>
                    <a:pt x="734" y="0"/>
                  </a:moveTo>
                  <a:cubicBezTo>
                    <a:pt x="734" y="0"/>
                    <a:pt x="434" y="167"/>
                    <a:pt x="267" y="301"/>
                  </a:cubicBezTo>
                  <a:cubicBezTo>
                    <a:pt x="167" y="467"/>
                    <a:pt x="0" y="734"/>
                    <a:pt x="0" y="734"/>
                  </a:cubicBezTo>
                  <a:cubicBezTo>
                    <a:pt x="0" y="801"/>
                    <a:pt x="167" y="901"/>
                    <a:pt x="167" y="901"/>
                  </a:cubicBezTo>
                  <a:cubicBezTo>
                    <a:pt x="167" y="901"/>
                    <a:pt x="434" y="801"/>
                    <a:pt x="601" y="634"/>
                  </a:cubicBezTo>
                  <a:cubicBezTo>
                    <a:pt x="734" y="467"/>
                    <a:pt x="901" y="167"/>
                    <a:pt x="901" y="167"/>
                  </a:cubicBezTo>
                  <a:lnTo>
                    <a:pt x="734" y="0"/>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58" name="Google Shape;1258;p9"/>
            <p:cNvSpPr/>
            <p:nvPr/>
          </p:nvSpPr>
          <p:spPr>
            <a:xfrm>
              <a:off x="1693050" y="2339625"/>
              <a:ext cx="19200" cy="24200"/>
            </a:xfrm>
            <a:custGeom>
              <a:avLst/>
              <a:gdLst/>
              <a:ahLst/>
              <a:cxnLst/>
              <a:rect l="l" t="t" r="r" b="b"/>
              <a:pathLst>
                <a:path w="768" h="968" extrusionOk="0">
                  <a:moveTo>
                    <a:pt x="567" y="0"/>
                  </a:moveTo>
                  <a:cubicBezTo>
                    <a:pt x="567" y="0"/>
                    <a:pt x="534" y="100"/>
                    <a:pt x="434" y="134"/>
                  </a:cubicBezTo>
                  <a:cubicBezTo>
                    <a:pt x="367" y="200"/>
                    <a:pt x="267" y="267"/>
                    <a:pt x="234" y="334"/>
                  </a:cubicBezTo>
                  <a:cubicBezTo>
                    <a:pt x="167" y="434"/>
                    <a:pt x="100" y="501"/>
                    <a:pt x="67" y="601"/>
                  </a:cubicBezTo>
                  <a:lnTo>
                    <a:pt x="0" y="767"/>
                  </a:lnTo>
                  <a:cubicBezTo>
                    <a:pt x="0" y="801"/>
                    <a:pt x="100" y="968"/>
                    <a:pt x="100" y="968"/>
                  </a:cubicBezTo>
                  <a:lnTo>
                    <a:pt x="267" y="867"/>
                  </a:lnTo>
                  <a:cubicBezTo>
                    <a:pt x="401" y="834"/>
                    <a:pt x="501" y="767"/>
                    <a:pt x="567" y="667"/>
                  </a:cubicBezTo>
                  <a:cubicBezTo>
                    <a:pt x="668" y="601"/>
                    <a:pt x="701" y="467"/>
                    <a:pt x="734" y="334"/>
                  </a:cubicBezTo>
                  <a:cubicBezTo>
                    <a:pt x="768" y="200"/>
                    <a:pt x="768" y="134"/>
                    <a:pt x="768" y="134"/>
                  </a:cubicBezTo>
                  <a:cubicBezTo>
                    <a:pt x="768" y="100"/>
                    <a:pt x="567" y="0"/>
                    <a:pt x="567"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59" name="Google Shape;1259;p9"/>
            <p:cNvSpPr/>
            <p:nvPr/>
          </p:nvSpPr>
          <p:spPr>
            <a:xfrm>
              <a:off x="1513750" y="2873325"/>
              <a:ext cx="25050" cy="12550"/>
            </a:xfrm>
            <a:custGeom>
              <a:avLst/>
              <a:gdLst/>
              <a:ahLst/>
              <a:cxnLst/>
              <a:rect l="l" t="t" r="r" b="b"/>
              <a:pathLst>
                <a:path w="1002" h="502" extrusionOk="0">
                  <a:moveTo>
                    <a:pt x="434" y="1"/>
                  </a:moveTo>
                  <a:cubicBezTo>
                    <a:pt x="368" y="1"/>
                    <a:pt x="267" y="34"/>
                    <a:pt x="201" y="34"/>
                  </a:cubicBezTo>
                  <a:cubicBezTo>
                    <a:pt x="101" y="101"/>
                    <a:pt x="34" y="101"/>
                    <a:pt x="34" y="101"/>
                  </a:cubicBezTo>
                  <a:lnTo>
                    <a:pt x="1" y="334"/>
                  </a:lnTo>
                  <a:lnTo>
                    <a:pt x="167" y="434"/>
                  </a:lnTo>
                  <a:cubicBezTo>
                    <a:pt x="267" y="468"/>
                    <a:pt x="401" y="501"/>
                    <a:pt x="501" y="501"/>
                  </a:cubicBezTo>
                  <a:cubicBezTo>
                    <a:pt x="601" y="501"/>
                    <a:pt x="734" y="468"/>
                    <a:pt x="835" y="434"/>
                  </a:cubicBezTo>
                  <a:lnTo>
                    <a:pt x="1001" y="334"/>
                  </a:lnTo>
                  <a:cubicBezTo>
                    <a:pt x="1001" y="334"/>
                    <a:pt x="935" y="134"/>
                    <a:pt x="868" y="101"/>
                  </a:cubicBezTo>
                  <a:cubicBezTo>
                    <a:pt x="868" y="101"/>
                    <a:pt x="768" y="34"/>
                    <a:pt x="701" y="34"/>
                  </a:cubicBezTo>
                  <a:cubicBezTo>
                    <a:pt x="601" y="34"/>
                    <a:pt x="534" y="1"/>
                    <a:pt x="434"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60" name="Google Shape;1260;p9"/>
            <p:cNvSpPr/>
            <p:nvPr/>
          </p:nvSpPr>
          <p:spPr>
            <a:xfrm>
              <a:off x="1503750" y="2901600"/>
              <a:ext cx="44150" cy="16100"/>
            </a:xfrm>
            <a:custGeom>
              <a:avLst/>
              <a:gdLst/>
              <a:ahLst/>
              <a:cxnLst/>
              <a:rect l="l" t="t" r="r" b="b"/>
              <a:pathLst>
                <a:path w="1766" h="644" extrusionOk="0">
                  <a:moveTo>
                    <a:pt x="1644" y="0"/>
                  </a:moveTo>
                  <a:cubicBezTo>
                    <a:pt x="1640" y="0"/>
                    <a:pt x="1637" y="1"/>
                    <a:pt x="1635" y="4"/>
                  </a:cubicBezTo>
                  <a:cubicBezTo>
                    <a:pt x="1635" y="4"/>
                    <a:pt x="1101" y="37"/>
                    <a:pt x="801" y="137"/>
                  </a:cubicBezTo>
                  <a:cubicBezTo>
                    <a:pt x="467" y="171"/>
                    <a:pt x="0" y="371"/>
                    <a:pt x="0" y="371"/>
                  </a:cubicBezTo>
                  <a:lnTo>
                    <a:pt x="67" y="638"/>
                  </a:lnTo>
                  <a:cubicBezTo>
                    <a:pt x="67" y="638"/>
                    <a:pt x="152" y="643"/>
                    <a:pt x="276" y="643"/>
                  </a:cubicBezTo>
                  <a:cubicBezTo>
                    <a:pt x="462" y="643"/>
                    <a:pt x="734" y="631"/>
                    <a:pt x="934" y="571"/>
                  </a:cubicBezTo>
                  <a:cubicBezTo>
                    <a:pt x="1268" y="471"/>
                    <a:pt x="1735" y="204"/>
                    <a:pt x="1735" y="204"/>
                  </a:cubicBezTo>
                  <a:cubicBezTo>
                    <a:pt x="1766" y="173"/>
                    <a:pt x="1683" y="0"/>
                    <a:pt x="1644"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61" name="Google Shape;1261;p9"/>
            <p:cNvSpPr/>
            <p:nvPr/>
          </p:nvSpPr>
          <p:spPr>
            <a:xfrm>
              <a:off x="1520425" y="2926700"/>
              <a:ext cx="35050" cy="16250"/>
            </a:xfrm>
            <a:custGeom>
              <a:avLst/>
              <a:gdLst/>
              <a:ahLst/>
              <a:cxnLst/>
              <a:rect l="l" t="t" r="r" b="b"/>
              <a:pathLst>
                <a:path w="1402" h="650" extrusionOk="0">
                  <a:moveTo>
                    <a:pt x="1168" y="1"/>
                  </a:moveTo>
                  <a:cubicBezTo>
                    <a:pt x="1168" y="1"/>
                    <a:pt x="1101" y="34"/>
                    <a:pt x="968" y="34"/>
                  </a:cubicBezTo>
                  <a:cubicBezTo>
                    <a:pt x="834" y="67"/>
                    <a:pt x="701" y="67"/>
                    <a:pt x="601" y="134"/>
                  </a:cubicBezTo>
                  <a:cubicBezTo>
                    <a:pt x="367" y="201"/>
                    <a:pt x="0" y="368"/>
                    <a:pt x="0" y="368"/>
                  </a:cubicBezTo>
                  <a:lnTo>
                    <a:pt x="34" y="634"/>
                  </a:lnTo>
                  <a:cubicBezTo>
                    <a:pt x="34" y="634"/>
                    <a:pt x="227" y="649"/>
                    <a:pt x="434" y="649"/>
                  </a:cubicBezTo>
                  <a:cubicBezTo>
                    <a:pt x="538" y="649"/>
                    <a:pt x="645" y="646"/>
                    <a:pt x="734" y="634"/>
                  </a:cubicBezTo>
                  <a:cubicBezTo>
                    <a:pt x="834" y="568"/>
                    <a:pt x="1001" y="501"/>
                    <a:pt x="1135" y="401"/>
                  </a:cubicBezTo>
                  <a:cubicBezTo>
                    <a:pt x="1268" y="368"/>
                    <a:pt x="1335" y="301"/>
                    <a:pt x="1335" y="301"/>
                  </a:cubicBezTo>
                  <a:cubicBezTo>
                    <a:pt x="1401" y="301"/>
                    <a:pt x="1268" y="67"/>
                    <a:pt x="1168"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62" name="Google Shape;1262;p9"/>
            <p:cNvSpPr/>
            <p:nvPr/>
          </p:nvSpPr>
          <p:spPr>
            <a:xfrm>
              <a:off x="1541275" y="2947550"/>
              <a:ext cx="25050" cy="12525"/>
            </a:xfrm>
            <a:custGeom>
              <a:avLst/>
              <a:gdLst/>
              <a:ahLst/>
              <a:cxnLst/>
              <a:rect l="l" t="t" r="r" b="b"/>
              <a:pathLst>
                <a:path w="1002" h="501" extrusionOk="0">
                  <a:moveTo>
                    <a:pt x="768" y="1"/>
                  </a:moveTo>
                  <a:cubicBezTo>
                    <a:pt x="718" y="17"/>
                    <a:pt x="668" y="17"/>
                    <a:pt x="617" y="17"/>
                  </a:cubicBezTo>
                  <a:cubicBezTo>
                    <a:pt x="567" y="17"/>
                    <a:pt x="517" y="17"/>
                    <a:pt x="467" y="34"/>
                  </a:cubicBezTo>
                  <a:cubicBezTo>
                    <a:pt x="401" y="34"/>
                    <a:pt x="267" y="67"/>
                    <a:pt x="167" y="101"/>
                  </a:cubicBezTo>
                  <a:lnTo>
                    <a:pt x="0" y="201"/>
                  </a:lnTo>
                  <a:lnTo>
                    <a:pt x="0" y="434"/>
                  </a:lnTo>
                  <a:cubicBezTo>
                    <a:pt x="0" y="434"/>
                    <a:pt x="67" y="434"/>
                    <a:pt x="167" y="501"/>
                  </a:cubicBezTo>
                  <a:lnTo>
                    <a:pt x="501" y="501"/>
                  </a:lnTo>
                  <a:cubicBezTo>
                    <a:pt x="634" y="468"/>
                    <a:pt x="768" y="401"/>
                    <a:pt x="834" y="334"/>
                  </a:cubicBezTo>
                  <a:cubicBezTo>
                    <a:pt x="968" y="234"/>
                    <a:pt x="1001" y="201"/>
                    <a:pt x="1001" y="201"/>
                  </a:cubicBezTo>
                  <a:cubicBezTo>
                    <a:pt x="1001" y="201"/>
                    <a:pt x="934" y="34"/>
                    <a:pt x="934"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63" name="Google Shape;1263;p9"/>
            <p:cNvSpPr/>
            <p:nvPr/>
          </p:nvSpPr>
          <p:spPr>
            <a:xfrm>
              <a:off x="1677200" y="2995075"/>
              <a:ext cx="43400" cy="12550"/>
            </a:xfrm>
            <a:custGeom>
              <a:avLst/>
              <a:gdLst/>
              <a:ahLst/>
              <a:cxnLst/>
              <a:rect l="l" t="t" r="r" b="b"/>
              <a:pathLst>
                <a:path w="1736" h="502" extrusionOk="0">
                  <a:moveTo>
                    <a:pt x="868" y="1"/>
                  </a:moveTo>
                  <a:cubicBezTo>
                    <a:pt x="701" y="1"/>
                    <a:pt x="501" y="68"/>
                    <a:pt x="334" y="68"/>
                  </a:cubicBezTo>
                  <a:cubicBezTo>
                    <a:pt x="167" y="101"/>
                    <a:pt x="34" y="101"/>
                    <a:pt x="34" y="101"/>
                  </a:cubicBezTo>
                  <a:cubicBezTo>
                    <a:pt x="1" y="101"/>
                    <a:pt x="1" y="335"/>
                    <a:pt x="1" y="335"/>
                  </a:cubicBezTo>
                  <a:cubicBezTo>
                    <a:pt x="1" y="335"/>
                    <a:pt x="134" y="401"/>
                    <a:pt x="301" y="435"/>
                  </a:cubicBezTo>
                  <a:cubicBezTo>
                    <a:pt x="468" y="468"/>
                    <a:pt x="701" y="501"/>
                    <a:pt x="868" y="501"/>
                  </a:cubicBezTo>
                  <a:cubicBezTo>
                    <a:pt x="1035" y="468"/>
                    <a:pt x="1302" y="468"/>
                    <a:pt x="1468" y="401"/>
                  </a:cubicBezTo>
                  <a:cubicBezTo>
                    <a:pt x="1635" y="301"/>
                    <a:pt x="1735" y="268"/>
                    <a:pt x="1735" y="268"/>
                  </a:cubicBezTo>
                  <a:cubicBezTo>
                    <a:pt x="1735" y="268"/>
                    <a:pt x="1702" y="68"/>
                    <a:pt x="1702"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64" name="Google Shape;1264;p9"/>
            <p:cNvSpPr/>
            <p:nvPr/>
          </p:nvSpPr>
          <p:spPr>
            <a:xfrm>
              <a:off x="1698875" y="3028450"/>
              <a:ext cx="34225" cy="14200"/>
            </a:xfrm>
            <a:custGeom>
              <a:avLst/>
              <a:gdLst/>
              <a:ahLst/>
              <a:cxnLst/>
              <a:rect l="l" t="t" r="r" b="b"/>
              <a:pathLst>
                <a:path w="1369" h="568" extrusionOk="0">
                  <a:moveTo>
                    <a:pt x="1302" y="0"/>
                  </a:moveTo>
                  <a:cubicBezTo>
                    <a:pt x="1302" y="0"/>
                    <a:pt x="868" y="0"/>
                    <a:pt x="635" y="67"/>
                  </a:cubicBezTo>
                  <a:cubicBezTo>
                    <a:pt x="368" y="100"/>
                    <a:pt x="1" y="300"/>
                    <a:pt x="1" y="300"/>
                  </a:cubicBezTo>
                  <a:lnTo>
                    <a:pt x="34" y="567"/>
                  </a:lnTo>
                  <a:cubicBezTo>
                    <a:pt x="34" y="567"/>
                    <a:pt x="468" y="567"/>
                    <a:pt x="701" y="501"/>
                  </a:cubicBezTo>
                  <a:cubicBezTo>
                    <a:pt x="968" y="467"/>
                    <a:pt x="1335" y="267"/>
                    <a:pt x="1335" y="267"/>
                  </a:cubicBezTo>
                  <a:cubicBezTo>
                    <a:pt x="1369" y="267"/>
                    <a:pt x="1335" y="67"/>
                    <a:pt x="1302"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65" name="Google Shape;1265;p9"/>
            <p:cNvSpPr/>
            <p:nvPr/>
          </p:nvSpPr>
          <p:spPr>
            <a:xfrm>
              <a:off x="1706400" y="3053450"/>
              <a:ext cx="29200" cy="15050"/>
            </a:xfrm>
            <a:custGeom>
              <a:avLst/>
              <a:gdLst/>
              <a:ahLst/>
              <a:cxnLst/>
              <a:rect l="l" t="t" r="r" b="b"/>
              <a:pathLst>
                <a:path w="1168" h="602" extrusionOk="0">
                  <a:moveTo>
                    <a:pt x="1068" y="1"/>
                  </a:moveTo>
                  <a:cubicBezTo>
                    <a:pt x="1068" y="1"/>
                    <a:pt x="701" y="1"/>
                    <a:pt x="500" y="101"/>
                  </a:cubicBezTo>
                  <a:cubicBezTo>
                    <a:pt x="300" y="134"/>
                    <a:pt x="0" y="335"/>
                    <a:pt x="0" y="335"/>
                  </a:cubicBezTo>
                  <a:lnTo>
                    <a:pt x="33" y="601"/>
                  </a:lnTo>
                  <a:cubicBezTo>
                    <a:pt x="33" y="601"/>
                    <a:pt x="400" y="601"/>
                    <a:pt x="667" y="568"/>
                  </a:cubicBezTo>
                  <a:cubicBezTo>
                    <a:pt x="867" y="468"/>
                    <a:pt x="1168" y="234"/>
                    <a:pt x="1168" y="234"/>
                  </a:cubicBezTo>
                  <a:lnTo>
                    <a:pt x="1068" y="1"/>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66" name="Google Shape;1266;p9"/>
            <p:cNvSpPr/>
            <p:nvPr/>
          </p:nvSpPr>
          <p:spPr>
            <a:xfrm>
              <a:off x="1725575" y="3091825"/>
              <a:ext cx="25875" cy="13725"/>
            </a:xfrm>
            <a:custGeom>
              <a:avLst/>
              <a:gdLst/>
              <a:ahLst/>
              <a:cxnLst/>
              <a:rect l="l" t="t" r="r" b="b"/>
              <a:pathLst>
                <a:path w="1035" h="549" extrusionOk="0">
                  <a:moveTo>
                    <a:pt x="934" y="0"/>
                  </a:moveTo>
                  <a:cubicBezTo>
                    <a:pt x="934" y="0"/>
                    <a:pt x="634" y="0"/>
                    <a:pt x="467" y="67"/>
                  </a:cubicBezTo>
                  <a:cubicBezTo>
                    <a:pt x="301" y="100"/>
                    <a:pt x="67" y="267"/>
                    <a:pt x="67" y="267"/>
                  </a:cubicBezTo>
                  <a:cubicBezTo>
                    <a:pt x="0" y="267"/>
                    <a:pt x="100" y="534"/>
                    <a:pt x="100" y="534"/>
                  </a:cubicBezTo>
                  <a:cubicBezTo>
                    <a:pt x="100" y="534"/>
                    <a:pt x="249" y="549"/>
                    <a:pt x="397" y="549"/>
                  </a:cubicBezTo>
                  <a:cubicBezTo>
                    <a:pt x="471" y="549"/>
                    <a:pt x="545" y="545"/>
                    <a:pt x="601" y="534"/>
                  </a:cubicBezTo>
                  <a:cubicBezTo>
                    <a:pt x="768" y="434"/>
                    <a:pt x="1034" y="234"/>
                    <a:pt x="1034" y="234"/>
                  </a:cubicBezTo>
                  <a:cubicBezTo>
                    <a:pt x="1034" y="201"/>
                    <a:pt x="934" y="34"/>
                    <a:pt x="934"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67" name="Google Shape;1267;p9"/>
            <p:cNvSpPr/>
            <p:nvPr/>
          </p:nvSpPr>
          <p:spPr>
            <a:xfrm>
              <a:off x="1759750" y="3131850"/>
              <a:ext cx="19225" cy="12525"/>
            </a:xfrm>
            <a:custGeom>
              <a:avLst/>
              <a:gdLst/>
              <a:ahLst/>
              <a:cxnLst/>
              <a:rect l="l" t="t" r="r" b="b"/>
              <a:pathLst>
                <a:path w="769" h="501" extrusionOk="0">
                  <a:moveTo>
                    <a:pt x="368" y="1"/>
                  </a:moveTo>
                  <a:cubicBezTo>
                    <a:pt x="268" y="1"/>
                    <a:pt x="201" y="34"/>
                    <a:pt x="101" y="67"/>
                  </a:cubicBezTo>
                  <a:cubicBezTo>
                    <a:pt x="34" y="134"/>
                    <a:pt x="1" y="167"/>
                    <a:pt x="1" y="167"/>
                  </a:cubicBezTo>
                  <a:cubicBezTo>
                    <a:pt x="1" y="201"/>
                    <a:pt x="68" y="401"/>
                    <a:pt x="68" y="401"/>
                  </a:cubicBezTo>
                  <a:cubicBezTo>
                    <a:pt x="68" y="401"/>
                    <a:pt x="101" y="468"/>
                    <a:pt x="201" y="468"/>
                  </a:cubicBezTo>
                  <a:cubicBezTo>
                    <a:pt x="268" y="501"/>
                    <a:pt x="335" y="501"/>
                    <a:pt x="401" y="501"/>
                  </a:cubicBezTo>
                  <a:cubicBezTo>
                    <a:pt x="568" y="501"/>
                    <a:pt x="768" y="367"/>
                    <a:pt x="768" y="367"/>
                  </a:cubicBezTo>
                  <a:cubicBezTo>
                    <a:pt x="768" y="334"/>
                    <a:pt x="768" y="134"/>
                    <a:pt x="735" y="134"/>
                  </a:cubicBezTo>
                  <a:cubicBezTo>
                    <a:pt x="735" y="134"/>
                    <a:pt x="535" y="1"/>
                    <a:pt x="368"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68" name="Google Shape;1268;p9"/>
            <p:cNvSpPr/>
            <p:nvPr/>
          </p:nvSpPr>
          <p:spPr>
            <a:xfrm>
              <a:off x="2157550" y="1450100"/>
              <a:ext cx="121775" cy="289950"/>
            </a:xfrm>
            <a:custGeom>
              <a:avLst/>
              <a:gdLst/>
              <a:ahLst/>
              <a:cxnLst/>
              <a:rect l="l" t="t" r="r" b="b"/>
              <a:pathLst>
                <a:path w="4871" h="11598" extrusionOk="0">
                  <a:moveTo>
                    <a:pt x="1271" y="0"/>
                  </a:moveTo>
                  <a:cubicBezTo>
                    <a:pt x="1157" y="0"/>
                    <a:pt x="1055" y="200"/>
                    <a:pt x="1168" y="256"/>
                  </a:cubicBezTo>
                  <a:cubicBezTo>
                    <a:pt x="1168" y="256"/>
                    <a:pt x="1435" y="423"/>
                    <a:pt x="1768" y="723"/>
                  </a:cubicBezTo>
                  <a:cubicBezTo>
                    <a:pt x="1968" y="856"/>
                    <a:pt x="2135" y="1056"/>
                    <a:pt x="2335" y="1257"/>
                  </a:cubicBezTo>
                  <a:cubicBezTo>
                    <a:pt x="2535" y="1490"/>
                    <a:pt x="2769" y="1724"/>
                    <a:pt x="2969" y="2024"/>
                  </a:cubicBezTo>
                  <a:cubicBezTo>
                    <a:pt x="3002" y="2091"/>
                    <a:pt x="3103" y="2157"/>
                    <a:pt x="3136" y="2224"/>
                  </a:cubicBezTo>
                  <a:lnTo>
                    <a:pt x="3269" y="2491"/>
                  </a:lnTo>
                  <a:cubicBezTo>
                    <a:pt x="3336" y="2658"/>
                    <a:pt x="3469" y="2824"/>
                    <a:pt x="3536" y="2991"/>
                  </a:cubicBezTo>
                  <a:cubicBezTo>
                    <a:pt x="3636" y="3158"/>
                    <a:pt x="3703" y="3358"/>
                    <a:pt x="3803" y="3525"/>
                  </a:cubicBezTo>
                  <a:cubicBezTo>
                    <a:pt x="3870" y="3692"/>
                    <a:pt x="3970" y="3858"/>
                    <a:pt x="4003" y="4059"/>
                  </a:cubicBezTo>
                  <a:cubicBezTo>
                    <a:pt x="4037" y="4225"/>
                    <a:pt x="4137" y="4426"/>
                    <a:pt x="4170" y="4592"/>
                  </a:cubicBezTo>
                  <a:cubicBezTo>
                    <a:pt x="4203" y="4759"/>
                    <a:pt x="4203" y="4993"/>
                    <a:pt x="4270" y="5159"/>
                  </a:cubicBezTo>
                  <a:cubicBezTo>
                    <a:pt x="4270" y="5259"/>
                    <a:pt x="4303" y="5360"/>
                    <a:pt x="4303" y="5426"/>
                  </a:cubicBezTo>
                  <a:lnTo>
                    <a:pt x="4303" y="5693"/>
                  </a:lnTo>
                  <a:lnTo>
                    <a:pt x="4303" y="6193"/>
                  </a:lnTo>
                  <a:cubicBezTo>
                    <a:pt x="4203" y="6827"/>
                    <a:pt x="4103" y="7594"/>
                    <a:pt x="3703" y="8262"/>
                  </a:cubicBezTo>
                  <a:cubicBezTo>
                    <a:pt x="3336" y="8929"/>
                    <a:pt x="2836" y="9563"/>
                    <a:pt x="2302" y="9963"/>
                  </a:cubicBezTo>
                  <a:cubicBezTo>
                    <a:pt x="2169" y="10096"/>
                    <a:pt x="2035" y="10196"/>
                    <a:pt x="1935" y="10330"/>
                  </a:cubicBezTo>
                  <a:cubicBezTo>
                    <a:pt x="1735" y="10396"/>
                    <a:pt x="1635" y="10497"/>
                    <a:pt x="1501" y="10563"/>
                  </a:cubicBezTo>
                  <a:cubicBezTo>
                    <a:pt x="1201" y="10730"/>
                    <a:pt x="1001" y="10863"/>
                    <a:pt x="801" y="10930"/>
                  </a:cubicBezTo>
                  <a:cubicBezTo>
                    <a:pt x="367" y="11097"/>
                    <a:pt x="134" y="11230"/>
                    <a:pt x="134" y="11230"/>
                  </a:cubicBezTo>
                  <a:cubicBezTo>
                    <a:pt x="0" y="11330"/>
                    <a:pt x="100" y="11564"/>
                    <a:pt x="167" y="11597"/>
                  </a:cubicBezTo>
                  <a:cubicBezTo>
                    <a:pt x="167" y="11597"/>
                    <a:pt x="434" y="11531"/>
                    <a:pt x="868" y="11364"/>
                  </a:cubicBezTo>
                  <a:cubicBezTo>
                    <a:pt x="1101" y="11264"/>
                    <a:pt x="1335" y="11164"/>
                    <a:pt x="1635" y="10997"/>
                  </a:cubicBezTo>
                  <a:cubicBezTo>
                    <a:pt x="1802" y="10897"/>
                    <a:pt x="1935" y="10830"/>
                    <a:pt x="2102" y="10730"/>
                  </a:cubicBezTo>
                  <a:cubicBezTo>
                    <a:pt x="2235" y="10597"/>
                    <a:pt x="2369" y="10530"/>
                    <a:pt x="2535" y="10396"/>
                  </a:cubicBezTo>
                  <a:cubicBezTo>
                    <a:pt x="3169" y="9929"/>
                    <a:pt x="3770" y="9329"/>
                    <a:pt x="4170" y="8562"/>
                  </a:cubicBezTo>
                  <a:cubicBezTo>
                    <a:pt x="4637" y="7828"/>
                    <a:pt x="4804" y="6994"/>
                    <a:pt x="4870" y="6227"/>
                  </a:cubicBezTo>
                  <a:lnTo>
                    <a:pt x="4870" y="5660"/>
                  </a:lnTo>
                  <a:lnTo>
                    <a:pt x="4870" y="5360"/>
                  </a:lnTo>
                  <a:cubicBezTo>
                    <a:pt x="4870" y="5259"/>
                    <a:pt x="4837" y="5159"/>
                    <a:pt x="4837" y="5059"/>
                  </a:cubicBezTo>
                  <a:lnTo>
                    <a:pt x="4704" y="4426"/>
                  </a:lnTo>
                  <a:cubicBezTo>
                    <a:pt x="4637" y="4225"/>
                    <a:pt x="4604" y="4025"/>
                    <a:pt x="4504" y="3825"/>
                  </a:cubicBezTo>
                  <a:cubicBezTo>
                    <a:pt x="4437" y="3592"/>
                    <a:pt x="4337" y="3425"/>
                    <a:pt x="4270" y="3225"/>
                  </a:cubicBezTo>
                  <a:cubicBezTo>
                    <a:pt x="4137" y="3058"/>
                    <a:pt x="4103" y="2858"/>
                    <a:pt x="3970" y="2691"/>
                  </a:cubicBezTo>
                  <a:cubicBezTo>
                    <a:pt x="3836" y="2524"/>
                    <a:pt x="3770" y="2357"/>
                    <a:pt x="3636" y="2191"/>
                  </a:cubicBezTo>
                  <a:cubicBezTo>
                    <a:pt x="3603" y="2091"/>
                    <a:pt x="3503" y="2024"/>
                    <a:pt x="3469" y="1924"/>
                  </a:cubicBezTo>
                  <a:cubicBezTo>
                    <a:pt x="3436" y="1857"/>
                    <a:pt x="3336" y="1824"/>
                    <a:pt x="3303" y="1724"/>
                  </a:cubicBezTo>
                  <a:cubicBezTo>
                    <a:pt x="3036" y="1423"/>
                    <a:pt x="2836" y="1190"/>
                    <a:pt x="2602" y="990"/>
                  </a:cubicBezTo>
                  <a:cubicBezTo>
                    <a:pt x="2335" y="756"/>
                    <a:pt x="2169" y="556"/>
                    <a:pt x="1968" y="423"/>
                  </a:cubicBezTo>
                  <a:lnTo>
                    <a:pt x="1335" y="22"/>
                  </a:lnTo>
                  <a:cubicBezTo>
                    <a:pt x="1314" y="7"/>
                    <a:pt x="1292" y="0"/>
                    <a:pt x="1271"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69" name="Google Shape;1269;p9"/>
            <p:cNvSpPr/>
            <p:nvPr/>
          </p:nvSpPr>
          <p:spPr>
            <a:xfrm>
              <a:off x="2274675" y="763000"/>
              <a:ext cx="597675" cy="265275"/>
            </a:xfrm>
            <a:custGeom>
              <a:avLst/>
              <a:gdLst/>
              <a:ahLst/>
              <a:cxnLst/>
              <a:rect l="l" t="t" r="r" b="b"/>
              <a:pathLst>
                <a:path w="23907" h="10611" extrusionOk="0">
                  <a:moveTo>
                    <a:pt x="23735" y="0"/>
                  </a:moveTo>
                  <a:cubicBezTo>
                    <a:pt x="23662" y="0"/>
                    <a:pt x="23579" y="55"/>
                    <a:pt x="23535" y="187"/>
                  </a:cubicBezTo>
                  <a:cubicBezTo>
                    <a:pt x="23535" y="187"/>
                    <a:pt x="23502" y="320"/>
                    <a:pt x="23435" y="520"/>
                  </a:cubicBezTo>
                  <a:cubicBezTo>
                    <a:pt x="23435" y="620"/>
                    <a:pt x="23335" y="721"/>
                    <a:pt x="23269" y="854"/>
                  </a:cubicBezTo>
                  <a:cubicBezTo>
                    <a:pt x="23202" y="887"/>
                    <a:pt x="23169" y="987"/>
                    <a:pt x="23135" y="1054"/>
                  </a:cubicBezTo>
                  <a:cubicBezTo>
                    <a:pt x="23102" y="1121"/>
                    <a:pt x="23002" y="1188"/>
                    <a:pt x="22968" y="1288"/>
                  </a:cubicBezTo>
                  <a:cubicBezTo>
                    <a:pt x="22868" y="1354"/>
                    <a:pt x="22835" y="1454"/>
                    <a:pt x="22768" y="1521"/>
                  </a:cubicBezTo>
                  <a:lnTo>
                    <a:pt x="22501" y="1788"/>
                  </a:lnTo>
                  <a:cubicBezTo>
                    <a:pt x="22335" y="1955"/>
                    <a:pt x="22134" y="2055"/>
                    <a:pt x="21934" y="2222"/>
                  </a:cubicBezTo>
                  <a:cubicBezTo>
                    <a:pt x="21467" y="2555"/>
                    <a:pt x="20967" y="2855"/>
                    <a:pt x="20333" y="3056"/>
                  </a:cubicBezTo>
                  <a:cubicBezTo>
                    <a:pt x="19132" y="3556"/>
                    <a:pt x="17665" y="3856"/>
                    <a:pt x="16197" y="4156"/>
                  </a:cubicBezTo>
                  <a:cubicBezTo>
                    <a:pt x="14796" y="4390"/>
                    <a:pt x="13328" y="4657"/>
                    <a:pt x="12027" y="4857"/>
                  </a:cubicBezTo>
                  <a:cubicBezTo>
                    <a:pt x="9459" y="5324"/>
                    <a:pt x="6156" y="5991"/>
                    <a:pt x="3721" y="7292"/>
                  </a:cubicBezTo>
                  <a:cubicBezTo>
                    <a:pt x="2520" y="7892"/>
                    <a:pt x="1586" y="8660"/>
                    <a:pt x="986" y="9293"/>
                  </a:cubicBezTo>
                  <a:cubicBezTo>
                    <a:pt x="686" y="9560"/>
                    <a:pt x="452" y="9827"/>
                    <a:pt x="319" y="10027"/>
                  </a:cubicBezTo>
                  <a:cubicBezTo>
                    <a:pt x="185" y="10194"/>
                    <a:pt x="119" y="10327"/>
                    <a:pt x="119" y="10327"/>
                  </a:cubicBezTo>
                  <a:cubicBezTo>
                    <a:pt x="1" y="10469"/>
                    <a:pt x="116" y="10610"/>
                    <a:pt x="253" y="10610"/>
                  </a:cubicBezTo>
                  <a:cubicBezTo>
                    <a:pt x="310" y="10610"/>
                    <a:pt x="370" y="10586"/>
                    <a:pt x="419" y="10528"/>
                  </a:cubicBezTo>
                  <a:cubicBezTo>
                    <a:pt x="419" y="10528"/>
                    <a:pt x="486" y="10394"/>
                    <a:pt x="619" y="10227"/>
                  </a:cubicBezTo>
                  <a:cubicBezTo>
                    <a:pt x="753" y="10061"/>
                    <a:pt x="953" y="9827"/>
                    <a:pt x="1253" y="9527"/>
                  </a:cubicBezTo>
                  <a:cubicBezTo>
                    <a:pt x="1853" y="8993"/>
                    <a:pt x="2787" y="8293"/>
                    <a:pt x="3955" y="7726"/>
                  </a:cubicBezTo>
                  <a:cubicBezTo>
                    <a:pt x="6323" y="6558"/>
                    <a:pt x="9592" y="5991"/>
                    <a:pt x="12127" y="5524"/>
                  </a:cubicBezTo>
                  <a:cubicBezTo>
                    <a:pt x="13395" y="5290"/>
                    <a:pt x="14863" y="5024"/>
                    <a:pt x="16330" y="4723"/>
                  </a:cubicBezTo>
                  <a:cubicBezTo>
                    <a:pt x="17798" y="4457"/>
                    <a:pt x="19232" y="4056"/>
                    <a:pt x="20500" y="3523"/>
                  </a:cubicBezTo>
                  <a:cubicBezTo>
                    <a:pt x="21134" y="3289"/>
                    <a:pt x="21701" y="2955"/>
                    <a:pt x="22168" y="2622"/>
                  </a:cubicBezTo>
                  <a:cubicBezTo>
                    <a:pt x="22368" y="2455"/>
                    <a:pt x="22635" y="2288"/>
                    <a:pt x="22802" y="2055"/>
                  </a:cubicBezTo>
                  <a:lnTo>
                    <a:pt x="23035" y="1821"/>
                  </a:lnTo>
                  <a:cubicBezTo>
                    <a:pt x="23135" y="1688"/>
                    <a:pt x="23169" y="1621"/>
                    <a:pt x="23235" y="1521"/>
                  </a:cubicBezTo>
                  <a:cubicBezTo>
                    <a:pt x="23302" y="1454"/>
                    <a:pt x="23369" y="1354"/>
                    <a:pt x="23402" y="1288"/>
                  </a:cubicBezTo>
                  <a:lnTo>
                    <a:pt x="23535" y="1021"/>
                  </a:lnTo>
                  <a:cubicBezTo>
                    <a:pt x="23636" y="854"/>
                    <a:pt x="23702" y="721"/>
                    <a:pt x="23769" y="620"/>
                  </a:cubicBezTo>
                  <a:lnTo>
                    <a:pt x="23869" y="220"/>
                  </a:lnTo>
                  <a:cubicBezTo>
                    <a:pt x="23906" y="89"/>
                    <a:pt x="23828" y="0"/>
                    <a:pt x="23735"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70" name="Google Shape;1270;p9"/>
            <p:cNvSpPr/>
            <p:nvPr/>
          </p:nvSpPr>
          <p:spPr>
            <a:xfrm>
              <a:off x="1502525" y="2596625"/>
              <a:ext cx="749800" cy="756700"/>
            </a:xfrm>
            <a:custGeom>
              <a:avLst/>
              <a:gdLst/>
              <a:ahLst/>
              <a:cxnLst/>
              <a:rect l="l" t="t" r="r" b="b"/>
              <a:pathLst>
                <a:path w="29992" h="30268" extrusionOk="0">
                  <a:moveTo>
                    <a:pt x="29808" y="0"/>
                  </a:moveTo>
                  <a:cubicBezTo>
                    <a:pt x="29732" y="0"/>
                    <a:pt x="29628" y="48"/>
                    <a:pt x="29504" y="161"/>
                  </a:cubicBezTo>
                  <a:cubicBezTo>
                    <a:pt x="29504" y="161"/>
                    <a:pt x="29504" y="194"/>
                    <a:pt x="29404" y="261"/>
                  </a:cubicBezTo>
                  <a:cubicBezTo>
                    <a:pt x="29370" y="361"/>
                    <a:pt x="29237" y="495"/>
                    <a:pt x="29170" y="695"/>
                  </a:cubicBezTo>
                  <a:cubicBezTo>
                    <a:pt x="29070" y="861"/>
                    <a:pt x="28937" y="1095"/>
                    <a:pt x="28837" y="1395"/>
                  </a:cubicBezTo>
                  <a:cubicBezTo>
                    <a:pt x="28703" y="1729"/>
                    <a:pt x="28570" y="2062"/>
                    <a:pt x="28503" y="2429"/>
                  </a:cubicBezTo>
                  <a:cubicBezTo>
                    <a:pt x="28269" y="3230"/>
                    <a:pt x="28236" y="4197"/>
                    <a:pt x="28236" y="5231"/>
                  </a:cubicBezTo>
                  <a:cubicBezTo>
                    <a:pt x="28236" y="6332"/>
                    <a:pt x="28336" y="7433"/>
                    <a:pt x="28236" y="8667"/>
                  </a:cubicBezTo>
                  <a:cubicBezTo>
                    <a:pt x="28136" y="11069"/>
                    <a:pt x="26401" y="13437"/>
                    <a:pt x="24066" y="14738"/>
                  </a:cubicBezTo>
                  <a:cubicBezTo>
                    <a:pt x="22899" y="15405"/>
                    <a:pt x="21665" y="16006"/>
                    <a:pt x="20531" y="16773"/>
                  </a:cubicBezTo>
                  <a:cubicBezTo>
                    <a:pt x="19396" y="17540"/>
                    <a:pt x="18496" y="18574"/>
                    <a:pt x="17862" y="19675"/>
                  </a:cubicBezTo>
                  <a:cubicBezTo>
                    <a:pt x="17762" y="19775"/>
                    <a:pt x="17695" y="19942"/>
                    <a:pt x="17595" y="20075"/>
                  </a:cubicBezTo>
                  <a:cubicBezTo>
                    <a:pt x="17562" y="20242"/>
                    <a:pt x="17495" y="20375"/>
                    <a:pt x="17428" y="20542"/>
                  </a:cubicBezTo>
                  <a:cubicBezTo>
                    <a:pt x="17328" y="20842"/>
                    <a:pt x="17228" y="21109"/>
                    <a:pt x="17162" y="21443"/>
                  </a:cubicBezTo>
                  <a:cubicBezTo>
                    <a:pt x="16995" y="22110"/>
                    <a:pt x="16861" y="22777"/>
                    <a:pt x="16828" y="23444"/>
                  </a:cubicBezTo>
                  <a:cubicBezTo>
                    <a:pt x="16761" y="24111"/>
                    <a:pt x="16761" y="24845"/>
                    <a:pt x="16728" y="25446"/>
                  </a:cubicBezTo>
                  <a:cubicBezTo>
                    <a:pt x="16695" y="26080"/>
                    <a:pt x="16494" y="26613"/>
                    <a:pt x="15994" y="26947"/>
                  </a:cubicBezTo>
                  <a:cubicBezTo>
                    <a:pt x="15494" y="27280"/>
                    <a:pt x="14827" y="27514"/>
                    <a:pt x="14193" y="27614"/>
                  </a:cubicBezTo>
                  <a:cubicBezTo>
                    <a:pt x="13559" y="27781"/>
                    <a:pt x="12892" y="27881"/>
                    <a:pt x="12225" y="27948"/>
                  </a:cubicBezTo>
                  <a:cubicBezTo>
                    <a:pt x="11723" y="28038"/>
                    <a:pt x="11226" y="28073"/>
                    <a:pt x="10734" y="28073"/>
                  </a:cubicBezTo>
                  <a:cubicBezTo>
                    <a:pt x="9950" y="28073"/>
                    <a:pt x="9180" y="27983"/>
                    <a:pt x="8422" y="27881"/>
                  </a:cubicBezTo>
                  <a:cubicBezTo>
                    <a:pt x="7311" y="27726"/>
                    <a:pt x="6228" y="27544"/>
                    <a:pt x="5227" y="27544"/>
                  </a:cubicBezTo>
                  <a:cubicBezTo>
                    <a:pt x="5146" y="27544"/>
                    <a:pt x="5066" y="27545"/>
                    <a:pt x="4986" y="27547"/>
                  </a:cubicBezTo>
                  <a:cubicBezTo>
                    <a:pt x="3885" y="27581"/>
                    <a:pt x="2918" y="27881"/>
                    <a:pt x="2218" y="28248"/>
                  </a:cubicBezTo>
                  <a:cubicBezTo>
                    <a:pt x="2017" y="28348"/>
                    <a:pt x="1884" y="28448"/>
                    <a:pt x="1717" y="28548"/>
                  </a:cubicBezTo>
                  <a:cubicBezTo>
                    <a:pt x="1550" y="28615"/>
                    <a:pt x="1417" y="28715"/>
                    <a:pt x="1317" y="28848"/>
                  </a:cubicBezTo>
                  <a:cubicBezTo>
                    <a:pt x="1050" y="29015"/>
                    <a:pt x="850" y="29215"/>
                    <a:pt x="683" y="29349"/>
                  </a:cubicBezTo>
                  <a:cubicBezTo>
                    <a:pt x="383" y="29682"/>
                    <a:pt x="216" y="29849"/>
                    <a:pt x="216" y="29849"/>
                  </a:cubicBezTo>
                  <a:cubicBezTo>
                    <a:pt x="1" y="30086"/>
                    <a:pt x="36" y="30267"/>
                    <a:pt x="186" y="30267"/>
                  </a:cubicBezTo>
                  <a:cubicBezTo>
                    <a:pt x="269" y="30267"/>
                    <a:pt x="386" y="30212"/>
                    <a:pt x="516" y="30082"/>
                  </a:cubicBezTo>
                  <a:lnTo>
                    <a:pt x="983" y="29615"/>
                  </a:lnTo>
                  <a:cubicBezTo>
                    <a:pt x="1150" y="29515"/>
                    <a:pt x="1317" y="29349"/>
                    <a:pt x="1550" y="29182"/>
                  </a:cubicBezTo>
                  <a:cubicBezTo>
                    <a:pt x="1650" y="29082"/>
                    <a:pt x="1817" y="29015"/>
                    <a:pt x="1917" y="28915"/>
                  </a:cubicBezTo>
                  <a:cubicBezTo>
                    <a:pt x="2084" y="28848"/>
                    <a:pt x="2218" y="28715"/>
                    <a:pt x="2384" y="28615"/>
                  </a:cubicBezTo>
                  <a:cubicBezTo>
                    <a:pt x="3051" y="28281"/>
                    <a:pt x="3919" y="28048"/>
                    <a:pt x="4919" y="28048"/>
                  </a:cubicBezTo>
                  <a:cubicBezTo>
                    <a:pt x="4989" y="28045"/>
                    <a:pt x="5059" y="28044"/>
                    <a:pt x="5129" y="28044"/>
                  </a:cubicBezTo>
                  <a:cubicBezTo>
                    <a:pt x="6131" y="28044"/>
                    <a:pt x="7168" y="28259"/>
                    <a:pt x="8322" y="28415"/>
                  </a:cubicBezTo>
                  <a:cubicBezTo>
                    <a:pt x="9142" y="28551"/>
                    <a:pt x="10025" y="28657"/>
                    <a:pt x="10938" y="28657"/>
                  </a:cubicBezTo>
                  <a:cubicBezTo>
                    <a:pt x="11361" y="28657"/>
                    <a:pt x="11791" y="28634"/>
                    <a:pt x="12225" y="28581"/>
                  </a:cubicBezTo>
                  <a:cubicBezTo>
                    <a:pt x="12892" y="28548"/>
                    <a:pt x="13592" y="28415"/>
                    <a:pt x="14259" y="28281"/>
                  </a:cubicBezTo>
                  <a:cubicBezTo>
                    <a:pt x="14993" y="28181"/>
                    <a:pt x="15660" y="27948"/>
                    <a:pt x="16328" y="27547"/>
                  </a:cubicBezTo>
                  <a:cubicBezTo>
                    <a:pt x="16661" y="27280"/>
                    <a:pt x="16928" y="27014"/>
                    <a:pt x="17095" y="26613"/>
                  </a:cubicBezTo>
                  <a:cubicBezTo>
                    <a:pt x="17262" y="26280"/>
                    <a:pt x="17328" y="25879"/>
                    <a:pt x="17362" y="25546"/>
                  </a:cubicBezTo>
                  <a:cubicBezTo>
                    <a:pt x="17395" y="24845"/>
                    <a:pt x="17395" y="24178"/>
                    <a:pt x="17428" y="23544"/>
                  </a:cubicBezTo>
                  <a:cubicBezTo>
                    <a:pt x="17495" y="22911"/>
                    <a:pt x="17595" y="22277"/>
                    <a:pt x="17762" y="21710"/>
                  </a:cubicBezTo>
                  <a:cubicBezTo>
                    <a:pt x="17862" y="21410"/>
                    <a:pt x="17995" y="21109"/>
                    <a:pt x="18062" y="20842"/>
                  </a:cubicBezTo>
                  <a:cubicBezTo>
                    <a:pt x="18096" y="20676"/>
                    <a:pt x="18196" y="20542"/>
                    <a:pt x="18229" y="20409"/>
                  </a:cubicBezTo>
                  <a:cubicBezTo>
                    <a:pt x="18329" y="20275"/>
                    <a:pt x="18362" y="20175"/>
                    <a:pt x="18429" y="20042"/>
                  </a:cubicBezTo>
                  <a:cubicBezTo>
                    <a:pt x="19030" y="19041"/>
                    <a:pt x="19830" y="18074"/>
                    <a:pt x="20898" y="17373"/>
                  </a:cubicBezTo>
                  <a:cubicBezTo>
                    <a:pt x="21932" y="16606"/>
                    <a:pt x="23166" y="16039"/>
                    <a:pt x="24367" y="15339"/>
                  </a:cubicBezTo>
                  <a:cubicBezTo>
                    <a:pt x="25568" y="14605"/>
                    <a:pt x="26702" y="13671"/>
                    <a:pt x="27436" y="12503"/>
                  </a:cubicBezTo>
                  <a:cubicBezTo>
                    <a:pt x="27669" y="12203"/>
                    <a:pt x="27869" y="11936"/>
                    <a:pt x="28003" y="11603"/>
                  </a:cubicBezTo>
                  <a:cubicBezTo>
                    <a:pt x="28036" y="11436"/>
                    <a:pt x="28103" y="11336"/>
                    <a:pt x="28203" y="11169"/>
                  </a:cubicBezTo>
                  <a:cubicBezTo>
                    <a:pt x="28269" y="11002"/>
                    <a:pt x="28336" y="10835"/>
                    <a:pt x="28370" y="10669"/>
                  </a:cubicBezTo>
                  <a:cubicBezTo>
                    <a:pt x="28636" y="10035"/>
                    <a:pt x="28703" y="9368"/>
                    <a:pt x="28736" y="8734"/>
                  </a:cubicBezTo>
                  <a:cubicBezTo>
                    <a:pt x="28837" y="7500"/>
                    <a:pt x="28703" y="6332"/>
                    <a:pt x="28703" y="5265"/>
                  </a:cubicBezTo>
                  <a:cubicBezTo>
                    <a:pt x="28670" y="4231"/>
                    <a:pt x="28703" y="3363"/>
                    <a:pt x="28870" y="2596"/>
                  </a:cubicBezTo>
                  <a:cubicBezTo>
                    <a:pt x="28970" y="2229"/>
                    <a:pt x="29070" y="1929"/>
                    <a:pt x="29170" y="1662"/>
                  </a:cubicBezTo>
                  <a:cubicBezTo>
                    <a:pt x="29304" y="1395"/>
                    <a:pt x="29404" y="1195"/>
                    <a:pt x="29504" y="995"/>
                  </a:cubicBezTo>
                  <a:cubicBezTo>
                    <a:pt x="29570" y="761"/>
                    <a:pt x="29704" y="661"/>
                    <a:pt x="29737" y="561"/>
                  </a:cubicBezTo>
                  <a:cubicBezTo>
                    <a:pt x="29804" y="495"/>
                    <a:pt x="29837" y="428"/>
                    <a:pt x="29837" y="428"/>
                  </a:cubicBezTo>
                  <a:cubicBezTo>
                    <a:pt x="29992" y="185"/>
                    <a:pt x="29956" y="0"/>
                    <a:pt x="29808"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71" name="Google Shape;1271;p9"/>
            <p:cNvSpPr/>
            <p:nvPr/>
          </p:nvSpPr>
          <p:spPr>
            <a:xfrm>
              <a:off x="1812300" y="2437225"/>
              <a:ext cx="296900" cy="197550"/>
            </a:xfrm>
            <a:custGeom>
              <a:avLst/>
              <a:gdLst/>
              <a:ahLst/>
              <a:cxnLst/>
              <a:rect l="l" t="t" r="r" b="b"/>
              <a:pathLst>
                <a:path w="11876" h="7902" extrusionOk="0">
                  <a:moveTo>
                    <a:pt x="200" y="1"/>
                  </a:moveTo>
                  <a:cubicBezTo>
                    <a:pt x="112" y="1"/>
                    <a:pt x="34" y="44"/>
                    <a:pt x="34" y="132"/>
                  </a:cubicBezTo>
                  <a:lnTo>
                    <a:pt x="34" y="433"/>
                  </a:lnTo>
                  <a:cubicBezTo>
                    <a:pt x="0" y="633"/>
                    <a:pt x="0" y="900"/>
                    <a:pt x="0" y="1233"/>
                  </a:cubicBezTo>
                  <a:cubicBezTo>
                    <a:pt x="0" y="1900"/>
                    <a:pt x="134" y="2801"/>
                    <a:pt x="501" y="3802"/>
                  </a:cubicBezTo>
                  <a:cubicBezTo>
                    <a:pt x="934" y="4802"/>
                    <a:pt x="1635" y="5803"/>
                    <a:pt x="2602" y="6570"/>
                  </a:cubicBezTo>
                  <a:cubicBezTo>
                    <a:pt x="3069" y="6937"/>
                    <a:pt x="3603" y="7204"/>
                    <a:pt x="4137" y="7438"/>
                  </a:cubicBezTo>
                  <a:cubicBezTo>
                    <a:pt x="4670" y="7638"/>
                    <a:pt x="5238" y="7805"/>
                    <a:pt x="5771" y="7871"/>
                  </a:cubicBezTo>
                  <a:cubicBezTo>
                    <a:pt x="5995" y="7886"/>
                    <a:pt x="6232" y="7901"/>
                    <a:pt x="6480" y="7901"/>
                  </a:cubicBezTo>
                  <a:cubicBezTo>
                    <a:pt x="6785" y="7901"/>
                    <a:pt x="7107" y="7878"/>
                    <a:pt x="7439" y="7805"/>
                  </a:cubicBezTo>
                  <a:cubicBezTo>
                    <a:pt x="7706" y="7771"/>
                    <a:pt x="8006" y="7671"/>
                    <a:pt x="8306" y="7604"/>
                  </a:cubicBezTo>
                  <a:cubicBezTo>
                    <a:pt x="8607" y="7471"/>
                    <a:pt x="8907" y="7404"/>
                    <a:pt x="9140" y="7237"/>
                  </a:cubicBezTo>
                  <a:cubicBezTo>
                    <a:pt x="9374" y="7104"/>
                    <a:pt x="9641" y="6904"/>
                    <a:pt x="9908" y="6737"/>
                  </a:cubicBezTo>
                  <a:cubicBezTo>
                    <a:pt x="10108" y="6537"/>
                    <a:pt x="10341" y="6370"/>
                    <a:pt x="10508" y="6103"/>
                  </a:cubicBezTo>
                  <a:cubicBezTo>
                    <a:pt x="10875" y="5636"/>
                    <a:pt x="11175" y="5136"/>
                    <a:pt x="11375" y="4636"/>
                  </a:cubicBezTo>
                  <a:cubicBezTo>
                    <a:pt x="11809" y="3635"/>
                    <a:pt x="11876" y="2734"/>
                    <a:pt x="11876" y="2067"/>
                  </a:cubicBezTo>
                  <a:cubicBezTo>
                    <a:pt x="11876" y="1734"/>
                    <a:pt x="11842" y="1433"/>
                    <a:pt x="11842" y="1267"/>
                  </a:cubicBezTo>
                  <a:lnTo>
                    <a:pt x="11842" y="966"/>
                  </a:lnTo>
                  <a:cubicBezTo>
                    <a:pt x="11842" y="878"/>
                    <a:pt x="11777" y="835"/>
                    <a:pt x="11701" y="835"/>
                  </a:cubicBezTo>
                  <a:cubicBezTo>
                    <a:pt x="11606" y="835"/>
                    <a:pt x="11494" y="903"/>
                    <a:pt x="11475" y="1033"/>
                  </a:cubicBezTo>
                  <a:lnTo>
                    <a:pt x="11475" y="1267"/>
                  </a:lnTo>
                  <a:cubicBezTo>
                    <a:pt x="11475" y="1433"/>
                    <a:pt x="11509" y="1700"/>
                    <a:pt x="11475" y="2034"/>
                  </a:cubicBezTo>
                  <a:cubicBezTo>
                    <a:pt x="11475" y="2634"/>
                    <a:pt x="11309" y="3568"/>
                    <a:pt x="10942" y="4435"/>
                  </a:cubicBezTo>
                  <a:cubicBezTo>
                    <a:pt x="10708" y="4869"/>
                    <a:pt x="10475" y="5303"/>
                    <a:pt x="10108" y="5703"/>
                  </a:cubicBezTo>
                  <a:cubicBezTo>
                    <a:pt x="9941" y="5903"/>
                    <a:pt x="9707" y="6070"/>
                    <a:pt x="9507" y="6237"/>
                  </a:cubicBezTo>
                  <a:cubicBezTo>
                    <a:pt x="9307" y="6370"/>
                    <a:pt x="9107" y="6537"/>
                    <a:pt x="8840" y="6637"/>
                  </a:cubicBezTo>
                  <a:cubicBezTo>
                    <a:pt x="8607" y="6770"/>
                    <a:pt x="8340" y="6871"/>
                    <a:pt x="8106" y="6937"/>
                  </a:cubicBezTo>
                  <a:cubicBezTo>
                    <a:pt x="7839" y="6971"/>
                    <a:pt x="7606" y="7071"/>
                    <a:pt x="7339" y="7104"/>
                  </a:cubicBezTo>
                  <a:cubicBezTo>
                    <a:pt x="7130" y="7143"/>
                    <a:pt x="6925" y="7157"/>
                    <a:pt x="6726" y="7157"/>
                  </a:cubicBezTo>
                  <a:cubicBezTo>
                    <a:pt x="6418" y="7157"/>
                    <a:pt x="6122" y="7124"/>
                    <a:pt x="5838" y="7104"/>
                  </a:cubicBezTo>
                  <a:cubicBezTo>
                    <a:pt x="5338" y="7071"/>
                    <a:pt x="4871" y="6937"/>
                    <a:pt x="4370" y="6770"/>
                  </a:cubicBezTo>
                  <a:cubicBezTo>
                    <a:pt x="3870" y="6604"/>
                    <a:pt x="3370" y="6370"/>
                    <a:pt x="2969" y="6037"/>
                  </a:cubicBezTo>
                  <a:cubicBezTo>
                    <a:pt x="2102" y="5403"/>
                    <a:pt x="1435" y="4536"/>
                    <a:pt x="1001" y="3602"/>
                  </a:cubicBezTo>
                  <a:cubicBezTo>
                    <a:pt x="601" y="2701"/>
                    <a:pt x="467" y="1800"/>
                    <a:pt x="434" y="1200"/>
                  </a:cubicBezTo>
                  <a:lnTo>
                    <a:pt x="434" y="433"/>
                  </a:lnTo>
                  <a:lnTo>
                    <a:pt x="434" y="199"/>
                  </a:lnTo>
                  <a:cubicBezTo>
                    <a:pt x="434" y="69"/>
                    <a:pt x="310" y="1"/>
                    <a:pt x="200"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72" name="Google Shape;1272;p9"/>
            <p:cNvSpPr/>
            <p:nvPr/>
          </p:nvSpPr>
          <p:spPr>
            <a:xfrm>
              <a:off x="1114300" y="867025"/>
              <a:ext cx="385300" cy="376825"/>
            </a:xfrm>
            <a:custGeom>
              <a:avLst/>
              <a:gdLst/>
              <a:ahLst/>
              <a:cxnLst/>
              <a:rect l="l" t="t" r="r" b="b"/>
              <a:pathLst>
                <a:path w="15412" h="15073" extrusionOk="0">
                  <a:moveTo>
                    <a:pt x="15180" y="0"/>
                  </a:moveTo>
                  <a:cubicBezTo>
                    <a:pt x="15073" y="0"/>
                    <a:pt x="14949" y="82"/>
                    <a:pt x="14911" y="195"/>
                  </a:cubicBezTo>
                  <a:lnTo>
                    <a:pt x="14911" y="496"/>
                  </a:lnTo>
                  <a:cubicBezTo>
                    <a:pt x="14911" y="562"/>
                    <a:pt x="14978" y="696"/>
                    <a:pt x="14911" y="829"/>
                  </a:cubicBezTo>
                  <a:cubicBezTo>
                    <a:pt x="14911" y="963"/>
                    <a:pt x="14878" y="1129"/>
                    <a:pt x="14878" y="1296"/>
                  </a:cubicBezTo>
                  <a:cubicBezTo>
                    <a:pt x="14744" y="1963"/>
                    <a:pt x="14377" y="2831"/>
                    <a:pt x="13577" y="3565"/>
                  </a:cubicBezTo>
                  <a:cubicBezTo>
                    <a:pt x="12843" y="4332"/>
                    <a:pt x="11742" y="4999"/>
                    <a:pt x="10708" y="5699"/>
                  </a:cubicBezTo>
                  <a:cubicBezTo>
                    <a:pt x="10174" y="6033"/>
                    <a:pt x="9641" y="6400"/>
                    <a:pt x="9174" y="6834"/>
                  </a:cubicBezTo>
                  <a:cubicBezTo>
                    <a:pt x="8907" y="7000"/>
                    <a:pt x="8707" y="7234"/>
                    <a:pt x="8507" y="7467"/>
                  </a:cubicBezTo>
                  <a:cubicBezTo>
                    <a:pt x="8306" y="7667"/>
                    <a:pt x="8140" y="7901"/>
                    <a:pt x="7973" y="8134"/>
                  </a:cubicBezTo>
                  <a:cubicBezTo>
                    <a:pt x="7239" y="9035"/>
                    <a:pt x="6705" y="10169"/>
                    <a:pt x="6138" y="11303"/>
                  </a:cubicBezTo>
                  <a:cubicBezTo>
                    <a:pt x="5571" y="12404"/>
                    <a:pt x="4904" y="13472"/>
                    <a:pt x="4003" y="14005"/>
                  </a:cubicBezTo>
                  <a:cubicBezTo>
                    <a:pt x="3069" y="14539"/>
                    <a:pt x="2069" y="14639"/>
                    <a:pt x="1402" y="14639"/>
                  </a:cubicBezTo>
                  <a:cubicBezTo>
                    <a:pt x="1035" y="14639"/>
                    <a:pt x="768" y="14572"/>
                    <a:pt x="568" y="14572"/>
                  </a:cubicBezTo>
                  <a:lnTo>
                    <a:pt x="267" y="14572"/>
                  </a:lnTo>
                  <a:cubicBezTo>
                    <a:pt x="67" y="14572"/>
                    <a:pt x="1" y="14906"/>
                    <a:pt x="234" y="14973"/>
                  </a:cubicBezTo>
                  <a:cubicBezTo>
                    <a:pt x="234" y="14973"/>
                    <a:pt x="334" y="14973"/>
                    <a:pt x="534" y="15006"/>
                  </a:cubicBezTo>
                  <a:cubicBezTo>
                    <a:pt x="701" y="15039"/>
                    <a:pt x="1001" y="15073"/>
                    <a:pt x="1368" y="15073"/>
                  </a:cubicBezTo>
                  <a:lnTo>
                    <a:pt x="1935" y="15073"/>
                  </a:lnTo>
                  <a:cubicBezTo>
                    <a:pt x="2202" y="15073"/>
                    <a:pt x="2402" y="15039"/>
                    <a:pt x="2669" y="15006"/>
                  </a:cubicBezTo>
                  <a:cubicBezTo>
                    <a:pt x="3169" y="14973"/>
                    <a:pt x="3703" y="14806"/>
                    <a:pt x="4237" y="14506"/>
                  </a:cubicBezTo>
                  <a:cubicBezTo>
                    <a:pt x="4737" y="14172"/>
                    <a:pt x="5271" y="13739"/>
                    <a:pt x="5671" y="13238"/>
                  </a:cubicBezTo>
                  <a:cubicBezTo>
                    <a:pt x="6072" y="12738"/>
                    <a:pt x="6405" y="12171"/>
                    <a:pt x="6705" y="11637"/>
                  </a:cubicBezTo>
                  <a:cubicBezTo>
                    <a:pt x="7339" y="10503"/>
                    <a:pt x="7906" y="9402"/>
                    <a:pt x="8540" y="8568"/>
                  </a:cubicBezTo>
                  <a:lnTo>
                    <a:pt x="9040" y="7968"/>
                  </a:lnTo>
                  <a:cubicBezTo>
                    <a:pt x="9240" y="7734"/>
                    <a:pt x="9441" y="7567"/>
                    <a:pt x="9674" y="7367"/>
                  </a:cubicBezTo>
                  <a:cubicBezTo>
                    <a:pt x="10141" y="6967"/>
                    <a:pt x="10641" y="6633"/>
                    <a:pt x="11108" y="6233"/>
                  </a:cubicBezTo>
                  <a:cubicBezTo>
                    <a:pt x="12143" y="5533"/>
                    <a:pt x="13210" y="4832"/>
                    <a:pt x="14011" y="3965"/>
                  </a:cubicBezTo>
                  <a:cubicBezTo>
                    <a:pt x="14844" y="3131"/>
                    <a:pt x="15245" y="2063"/>
                    <a:pt x="15345" y="1330"/>
                  </a:cubicBezTo>
                  <a:cubicBezTo>
                    <a:pt x="15345" y="1163"/>
                    <a:pt x="15378" y="996"/>
                    <a:pt x="15378" y="829"/>
                  </a:cubicBezTo>
                  <a:cubicBezTo>
                    <a:pt x="15412" y="662"/>
                    <a:pt x="15378" y="529"/>
                    <a:pt x="15378" y="462"/>
                  </a:cubicBezTo>
                  <a:cubicBezTo>
                    <a:pt x="15345" y="296"/>
                    <a:pt x="15345" y="162"/>
                    <a:pt x="15345" y="162"/>
                  </a:cubicBezTo>
                  <a:cubicBezTo>
                    <a:pt x="15330" y="47"/>
                    <a:pt x="15260" y="0"/>
                    <a:pt x="15180"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273" name="Google Shape;1273;p9"/>
          <p:cNvGrpSpPr/>
          <p:nvPr/>
        </p:nvGrpSpPr>
        <p:grpSpPr>
          <a:xfrm flipH="1">
            <a:off x="-7" y="3366792"/>
            <a:ext cx="3504111" cy="1776821"/>
            <a:chOff x="2635885" y="3562475"/>
            <a:chExt cx="3946515" cy="2001150"/>
          </a:xfrm>
        </p:grpSpPr>
        <p:sp>
          <p:nvSpPr>
            <p:cNvPr id="1274" name="Google Shape;1274;p9"/>
            <p:cNvSpPr/>
            <p:nvPr/>
          </p:nvSpPr>
          <p:spPr>
            <a:xfrm>
              <a:off x="4471325" y="3738200"/>
              <a:ext cx="401525" cy="114200"/>
            </a:xfrm>
            <a:custGeom>
              <a:avLst/>
              <a:gdLst/>
              <a:ahLst/>
              <a:cxnLst/>
              <a:rect l="l" t="t" r="r" b="b"/>
              <a:pathLst>
                <a:path w="16061" h="4568" extrusionOk="0">
                  <a:moveTo>
                    <a:pt x="4527" y="1"/>
                  </a:moveTo>
                  <a:cubicBezTo>
                    <a:pt x="4522" y="1"/>
                    <a:pt x="4519" y="8"/>
                    <a:pt x="4519" y="31"/>
                  </a:cubicBezTo>
                  <a:lnTo>
                    <a:pt x="4318" y="297"/>
                  </a:lnTo>
                  <a:cubicBezTo>
                    <a:pt x="4185" y="464"/>
                    <a:pt x="4085" y="631"/>
                    <a:pt x="3985" y="798"/>
                  </a:cubicBezTo>
                  <a:cubicBezTo>
                    <a:pt x="3685" y="1231"/>
                    <a:pt x="3351" y="1632"/>
                    <a:pt x="3051" y="2032"/>
                  </a:cubicBezTo>
                  <a:cubicBezTo>
                    <a:pt x="2484" y="2733"/>
                    <a:pt x="1750" y="3200"/>
                    <a:pt x="1216" y="3266"/>
                  </a:cubicBezTo>
                  <a:lnTo>
                    <a:pt x="849" y="3266"/>
                  </a:lnTo>
                  <a:cubicBezTo>
                    <a:pt x="716" y="3266"/>
                    <a:pt x="649" y="3233"/>
                    <a:pt x="549" y="3233"/>
                  </a:cubicBezTo>
                  <a:cubicBezTo>
                    <a:pt x="416" y="3200"/>
                    <a:pt x="349" y="3133"/>
                    <a:pt x="349" y="3133"/>
                  </a:cubicBezTo>
                  <a:cubicBezTo>
                    <a:pt x="334" y="3127"/>
                    <a:pt x="319" y="3124"/>
                    <a:pt x="303" y="3124"/>
                  </a:cubicBezTo>
                  <a:cubicBezTo>
                    <a:pt x="149" y="3124"/>
                    <a:pt x="0" y="3406"/>
                    <a:pt x="182" y="3466"/>
                  </a:cubicBezTo>
                  <a:lnTo>
                    <a:pt x="416" y="3600"/>
                  </a:lnTo>
                  <a:cubicBezTo>
                    <a:pt x="516" y="3633"/>
                    <a:pt x="649" y="3633"/>
                    <a:pt x="749" y="3700"/>
                  </a:cubicBezTo>
                  <a:lnTo>
                    <a:pt x="1216" y="3700"/>
                  </a:lnTo>
                  <a:cubicBezTo>
                    <a:pt x="1550" y="3633"/>
                    <a:pt x="1983" y="3533"/>
                    <a:pt x="2350" y="3266"/>
                  </a:cubicBezTo>
                  <a:cubicBezTo>
                    <a:pt x="2717" y="3066"/>
                    <a:pt x="3118" y="2733"/>
                    <a:pt x="3451" y="2366"/>
                  </a:cubicBezTo>
                  <a:cubicBezTo>
                    <a:pt x="3751" y="1965"/>
                    <a:pt x="4085" y="1565"/>
                    <a:pt x="4419" y="1131"/>
                  </a:cubicBezTo>
                  <a:lnTo>
                    <a:pt x="4552" y="965"/>
                  </a:lnTo>
                  <a:lnTo>
                    <a:pt x="4552" y="1031"/>
                  </a:lnTo>
                  <a:lnTo>
                    <a:pt x="4685" y="1131"/>
                  </a:lnTo>
                  <a:lnTo>
                    <a:pt x="4986" y="1432"/>
                  </a:lnTo>
                  <a:cubicBezTo>
                    <a:pt x="5386" y="1865"/>
                    <a:pt x="5853" y="2232"/>
                    <a:pt x="6353" y="2466"/>
                  </a:cubicBezTo>
                  <a:cubicBezTo>
                    <a:pt x="6854" y="2733"/>
                    <a:pt x="7454" y="2899"/>
                    <a:pt x="7988" y="2899"/>
                  </a:cubicBezTo>
                  <a:cubicBezTo>
                    <a:pt x="8521" y="2899"/>
                    <a:pt x="9122" y="2766"/>
                    <a:pt x="9589" y="2566"/>
                  </a:cubicBezTo>
                  <a:cubicBezTo>
                    <a:pt x="10156" y="2366"/>
                    <a:pt x="10656" y="2099"/>
                    <a:pt x="11123" y="1799"/>
                  </a:cubicBezTo>
                  <a:cubicBezTo>
                    <a:pt x="11223" y="1732"/>
                    <a:pt x="11357" y="1698"/>
                    <a:pt x="11490" y="1598"/>
                  </a:cubicBezTo>
                  <a:lnTo>
                    <a:pt x="11557" y="1565"/>
                  </a:lnTo>
                  <a:lnTo>
                    <a:pt x="11624" y="1565"/>
                  </a:lnTo>
                  <a:cubicBezTo>
                    <a:pt x="11629" y="1565"/>
                    <a:pt x="11633" y="1564"/>
                    <a:pt x="11636" y="1564"/>
                  </a:cubicBezTo>
                  <a:cubicBezTo>
                    <a:pt x="11651" y="1564"/>
                    <a:pt x="11646" y="1587"/>
                    <a:pt x="11757" y="1865"/>
                  </a:cubicBezTo>
                  <a:cubicBezTo>
                    <a:pt x="12024" y="2366"/>
                    <a:pt x="12324" y="2799"/>
                    <a:pt x="12591" y="3233"/>
                  </a:cubicBezTo>
                  <a:cubicBezTo>
                    <a:pt x="12925" y="3633"/>
                    <a:pt x="13292" y="3967"/>
                    <a:pt x="13692" y="4234"/>
                  </a:cubicBezTo>
                  <a:cubicBezTo>
                    <a:pt x="14125" y="4467"/>
                    <a:pt x="14526" y="4567"/>
                    <a:pt x="14859" y="4567"/>
                  </a:cubicBezTo>
                  <a:cubicBezTo>
                    <a:pt x="15226" y="4567"/>
                    <a:pt x="15493" y="4534"/>
                    <a:pt x="15660" y="4467"/>
                  </a:cubicBezTo>
                  <a:cubicBezTo>
                    <a:pt x="15827" y="4434"/>
                    <a:pt x="15893" y="4400"/>
                    <a:pt x="15893" y="4400"/>
                  </a:cubicBezTo>
                  <a:cubicBezTo>
                    <a:pt x="16060" y="4300"/>
                    <a:pt x="15960" y="4033"/>
                    <a:pt x="15727" y="3967"/>
                  </a:cubicBezTo>
                  <a:cubicBezTo>
                    <a:pt x="15727" y="3967"/>
                    <a:pt x="15660" y="4033"/>
                    <a:pt x="15493" y="4067"/>
                  </a:cubicBezTo>
                  <a:cubicBezTo>
                    <a:pt x="15326" y="4067"/>
                    <a:pt x="15093" y="4100"/>
                    <a:pt x="14826" y="4100"/>
                  </a:cubicBezTo>
                  <a:cubicBezTo>
                    <a:pt x="14526" y="4067"/>
                    <a:pt x="14226" y="3967"/>
                    <a:pt x="13892" y="3767"/>
                  </a:cubicBezTo>
                  <a:cubicBezTo>
                    <a:pt x="13558" y="3566"/>
                    <a:pt x="13258" y="3233"/>
                    <a:pt x="13025" y="2866"/>
                  </a:cubicBezTo>
                  <a:cubicBezTo>
                    <a:pt x="12758" y="2432"/>
                    <a:pt x="12524" y="1965"/>
                    <a:pt x="12324" y="1532"/>
                  </a:cubicBezTo>
                  <a:cubicBezTo>
                    <a:pt x="12224" y="1398"/>
                    <a:pt x="12191" y="1231"/>
                    <a:pt x="12091" y="1065"/>
                  </a:cubicBezTo>
                  <a:lnTo>
                    <a:pt x="11924" y="731"/>
                  </a:lnTo>
                  <a:lnTo>
                    <a:pt x="11891" y="631"/>
                  </a:lnTo>
                  <a:lnTo>
                    <a:pt x="11891" y="598"/>
                  </a:lnTo>
                  <a:cubicBezTo>
                    <a:pt x="11891" y="587"/>
                    <a:pt x="11887" y="583"/>
                    <a:pt x="11882" y="583"/>
                  </a:cubicBezTo>
                  <a:cubicBezTo>
                    <a:pt x="11872" y="583"/>
                    <a:pt x="11857" y="598"/>
                    <a:pt x="11857" y="598"/>
                  </a:cubicBezTo>
                  <a:lnTo>
                    <a:pt x="11690" y="698"/>
                  </a:lnTo>
                  <a:lnTo>
                    <a:pt x="11090" y="1031"/>
                  </a:lnTo>
                  <a:cubicBezTo>
                    <a:pt x="11023" y="1098"/>
                    <a:pt x="10890" y="1131"/>
                    <a:pt x="10756" y="1231"/>
                  </a:cubicBezTo>
                  <a:cubicBezTo>
                    <a:pt x="9856" y="1732"/>
                    <a:pt x="8855" y="2132"/>
                    <a:pt x="8021" y="2132"/>
                  </a:cubicBezTo>
                  <a:cubicBezTo>
                    <a:pt x="7187" y="2132"/>
                    <a:pt x="6220" y="1698"/>
                    <a:pt x="5486" y="931"/>
                  </a:cubicBezTo>
                  <a:cubicBezTo>
                    <a:pt x="5386" y="865"/>
                    <a:pt x="5252" y="764"/>
                    <a:pt x="5186" y="698"/>
                  </a:cubicBezTo>
                  <a:lnTo>
                    <a:pt x="4752" y="231"/>
                  </a:lnTo>
                  <a:lnTo>
                    <a:pt x="4652" y="97"/>
                  </a:lnTo>
                  <a:lnTo>
                    <a:pt x="4552" y="31"/>
                  </a:lnTo>
                  <a:cubicBezTo>
                    <a:pt x="4552" y="31"/>
                    <a:pt x="4537" y="1"/>
                    <a:pt x="4527"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75" name="Google Shape;1275;p9"/>
            <p:cNvSpPr/>
            <p:nvPr/>
          </p:nvSpPr>
          <p:spPr>
            <a:xfrm>
              <a:off x="2635885" y="5238605"/>
              <a:ext cx="532400" cy="107675"/>
            </a:xfrm>
            <a:custGeom>
              <a:avLst/>
              <a:gdLst/>
              <a:ahLst/>
              <a:cxnLst/>
              <a:rect l="l" t="t" r="r" b="b"/>
              <a:pathLst>
                <a:path w="21296" h="4307" extrusionOk="0">
                  <a:moveTo>
                    <a:pt x="13664" y="1"/>
                  </a:moveTo>
                  <a:cubicBezTo>
                    <a:pt x="13660" y="1"/>
                    <a:pt x="13656" y="9"/>
                    <a:pt x="13656" y="29"/>
                  </a:cubicBezTo>
                  <a:lnTo>
                    <a:pt x="13623" y="63"/>
                  </a:lnTo>
                  <a:lnTo>
                    <a:pt x="13523" y="129"/>
                  </a:lnTo>
                  <a:lnTo>
                    <a:pt x="13356" y="296"/>
                  </a:lnTo>
                  <a:lnTo>
                    <a:pt x="13089" y="596"/>
                  </a:lnTo>
                  <a:cubicBezTo>
                    <a:pt x="12956" y="730"/>
                    <a:pt x="12822" y="796"/>
                    <a:pt x="12689" y="897"/>
                  </a:cubicBezTo>
                  <a:cubicBezTo>
                    <a:pt x="12589" y="1030"/>
                    <a:pt x="12456" y="1097"/>
                    <a:pt x="12322" y="1197"/>
                  </a:cubicBezTo>
                  <a:lnTo>
                    <a:pt x="11955" y="1430"/>
                  </a:lnTo>
                  <a:cubicBezTo>
                    <a:pt x="11455" y="1764"/>
                    <a:pt x="10854" y="1931"/>
                    <a:pt x="10321" y="2064"/>
                  </a:cubicBezTo>
                  <a:cubicBezTo>
                    <a:pt x="9912" y="2153"/>
                    <a:pt x="9465" y="2204"/>
                    <a:pt x="9003" y="2204"/>
                  </a:cubicBezTo>
                  <a:cubicBezTo>
                    <a:pt x="8257" y="2204"/>
                    <a:pt x="7472" y="2073"/>
                    <a:pt x="6751" y="1764"/>
                  </a:cubicBezTo>
                  <a:cubicBezTo>
                    <a:pt x="6451" y="1697"/>
                    <a:pt x="6184" y="1530"/>
                    <a:pt x="5918" y="1364"/>
                  </a:cubicBezTo>
                  <a:lnTo>
                    <a:pt x="5517" y="1097"/>
                  </a:lnTo>
                  <a:lnTo>
                    <a:pt x="5350" y="930"/>
                  </a:lnTo>
                  <a:lnTo>
                    <a:pt x="5017" y="630"/>
                  </a:lnTo>
                  <a:cubicBezTo>
                    <a:pt x="4917" y="563"/>
                    <a:pt x="4817" y="430"/>
                    <a:pt x="4683" y="363"/>
                  </a:cubicBezTo>
                  <a:lnTo>
                    <a:pt x="4483" y="763"/>
                  </a:lnTo>
                  <a:cubicBezTo>
                    <a:pt x="4416" y="963"/>
                    <a:pt x="4283" y="1130"/>
                    <a:pt x="4183" y="1364"/>
                  </a:cubicBezTo>
                  <a:lnTo>
                    <a:pt x="3949" y="1730"/>
                  </a:lnTo>
                  <a:cubicBezTo>
                    <a:pt x="3849" y="1797"/>
                    <a:pt x="3783" y="1964"/>
                    <a:pt x="3683" y="2064"/>
                  </a:cubicBezTo>
                  <a:cubicBezTo>
                    <a:pt x="2982" y="2931"/>
                    <a:pt x="2015" y="3398"/>
                    <a:pt x="1348" y="3632"/>
                  </a:cubicBezTo>
                  <a:cubicBezTo>
                    <a:pt x="1181" y="3732"/>
                    <a:pt x="1014" y="3765"/>
                    <a:pt x="914" y="3799"/>
                  </a:cubicBezTo>
                  <a:cubicBezTo>
                    <a:pt x="747" y="3865"/>
                    <a:pt x="614" y="3865"/>
                    <a:pt x="514" y="3899"/>
                  </a:cubicBezTo>
                  <a:cubicBezTo>
                    <a:pt x="347" y="3899"/>
                    <a:pt x="247" y="3932"/>
                    <a:pt x="247" y="3932"/>
                  </a:cubicBezTo>
                  <a:cubicBezTo>
                    <a:pt x="0" y="3963"/>
                    <a:pt x="10" y="4306"/>
                    <a:pt x="223" y="4306"/>
                  </a:cubicBezTo>
                  <a:cubicBezTo>
                    <a:pt x="241" y="4306"/>
                    <a:pt x="260" y="4304"/>
                    <a:pt x="280" y="4299"/>
                  </a:cubicBezTo>
                  <a:cubicBezTo>
                    <a:pt x="280" y="4299"/>
                    <a:pt x="414" y="4299"/>
                    <a:pt x="614" y="4266"/>
                  </a:cubicBezTo>
                  <a:cubicBezTo>
                    <a:pt x="680" y="4232"/>
                    <a:pt x="814" y="4232"/>
                    <a:pt x="981" y="4199"/>
                  </a:cubicBezTo>
                  <a:cubicBezTo>
                    <a:pt x="1114" y="4132"/>
                    <a:pt x="1281" y="4099"/>
                    <a:pt x="1481" y="4065"/>
                  </a:cubicBezTo>
                  <a:cubicBezTo>
                    <a:pt x="2182" y="3799"/>
                    <a:pt x="3282" y="3365"/>
                    <a:pt x="4116" y="2398"/>
                  </a:cubicBezTo>
                  <a:cubicBezTo>
                    <a:pt x="4250" y="2264"/>
                    <a:pt x="4316" y="2131"/>
                    <a:pt x="4416" y="2031"/>
                  </a:cubicBezTo>
                  <a:cubicBezTo>
                    <a:pt x="4483" y="1897"/>
                    <a:pt x="4617" y="1730"/>
                    <a:pt x="4683" y="1597"/>
                  </a:cubicBezTo>
                  <a:lnTo>
                    <a:pt x="4817" y="1397"/>
                  </a:lnTo>
                  <a:lnTo>
                    <a:pt x="4850" y="1364"/>
                  </a:lnTo>
                  <a:lnTo>
                    <a:pt x="4917" y="1297"/>
                  </a:lnTo>
                  <a:lnTo>
                    <a:pt x="4950" y="1364"/>
                  </a:lnTo>
                  <a:lnTo>
                    <a:pt x="4984" y="1397"/>
                  </a:lnTo>
                  <a:cubicBezTo>
                    <a:pt x="5084" y="1430"/>
                    <a:pt x="5117" y="1530"/>
                    <a:pt x="5184" y="1564"/>
                  </a:cubicBezTo>
                  <a:lnTo>
                    <a:pt x="5617" y="1864"/>
                  </a:lnTo>
                  <a:cubicBezTo>
                    <a:pt x="5918" y="2031"/>
                    <a:pt x="6184" y="2231"/>
                    <a:pt x="6518" y="2364"/>
                  </a:cubicBezTo>
                  <a:cubicBezTo>
                    <a:pt x="7371" y="2748"/>
                    <a:pt x="8278" y="2914"/>
                    <a:pt x="9135" y="2914"/>
                  </a:cubicBezTo>
                  <a:cubicBezTo>
                    <a:pt x="9619" y="2914"/>
                    <a:pt x="10087" y="2861"/>
                    <a:pt x="10521" y="2765"/>
                  </a:cubicBezTo>
                  <a:cubicBezTo>
                    <a:pt x="11121" y="2598"/>
                    <a:pt x="11788" y="2398"/>
                    <a:pt x="12355" y="2064"/>
                  </a:cubicBezTo>
                  <a:cubicBezTo>
                    <a:pt x="12522" y="1964"/>
                    <a:pt x="12656" y="1864"/>
                    <a:pt x="12822" y="1764"/>
                  </a:cubicBezTo>
                  <a:cubicBezTo>
                    <a:pt x="12956" y="1630"/>
                    <a:pt x="13123" y="1564"/>
                    <a:pt x="13256" y="1430"/>
                  </a:cubicBezTo>
                  <a:cubicBezTo>
                    <a:pt x="13423" y="1364"/>
                    <a:pt x="13523" y="1230"/>
                    <a:pt x="13656" y="1097"/>
                  </a:cubicBezTo>
                  <a:lnTo>
                    <a:pt x="13690" y="1063"/>
                  </a:lnTo>
                  <a:lnTo>
                    <a:pt x="13790" y="1197"/>
                  </a:lnTo>
                  <a:lnTo>
                    <a:pt x="14123" y="1564"/>
                  </a:lnTo>
                  <a:lnTo>
                    <a:pt x="14490" y="1931"/>
                  </a:lnTo>
                  <a:cubicBezTo>
                    <a:pt x="14624" y="2064"/>
                    <a:pt x="14791" y="2131"/>
                    <a:pt x="14924" y="2264"/>
                  </a:cubicBezTo>
                  <a:cubicBezTo>
                    <a:pt x="15491" y="2631"/>
                    <a:pt x="16125" y="2898"/>
                    <a:pt x="16759" y="3065"/>
                  </a:cubicBezTo>
                  <a:cubicBezTo>
                    <a:pt x="17387" y="3222"/>
                    <a:pt x="17997" y="3269"/>
                    <a:pt x="18541" y="3269"/>
                  </a:cubicBezTo>
                  <a:cubicBezTo>
                    <a:pt x="19037" y="3269"/>
                    <a:pt x="19478" y="3230"/>
                    <a:pt x="19827" y="3198"/>
                  </a:cubicBezTo>
                  <a:cubicBezTo>
                    <a:pt x="20595" y="3098"/>
                    <a:pt x="21028" y="3031"/>
                    <a:pt x="21028" y="3031"/>
                  </a:cubicBezTo>
                  <a:cubicBezTo>
                    <a:pt x="21295" y="2965"/>
                    <a:pt x="21195" y="2698"/>
                    <a:pt x="20995" y="2598"/>
                  </a:cubicBezTo>
                  <a:cubicBezTo>
                    <a:pt x="20995" y="2598"/>
                    <a:pt x="20528" y="2698"/>
                    <a:pt x="19794" y="2731"/>
                  </a:cubicBezTo>
                  <a:cubicBezTo>
                    <a:pt x="19602" y="2740"/>
                    <a:pt x="19394" y="2746"/>
                    <a:pt x="19171" y="2746"/>
                  </a:cubicBezTo>
                  <a:cubicBezTo>
                    <a:pt x="18504" y="2746"/>
                    <a:pt x="17709" y="2689"/>
                    <a:pt x="16859" y="2464"/>
                  </a:cubicBezTo>
                  <a:cubicBezTo>
                    <a:pt x="16292" y="2364"/>
                    <a:pt x="15758" y="2097"/>
                    <a:pt x="15258" y="1730"/>
                  </a:cubicBezTo>
                  <a:cubicBezTo>
                    <a:pt x="15124" y="1630"/>
                    <a:pt x="14991" y="1530"/>
                    <a:pt x="14857" y="1430"/>
                  </a:cubicBezTo>
                  <a:lnTo>
                    <a:pt x="14524" y="1097"/>
                  </a:lnTo>
                  <a:cubicBezTo>
                    <a:pt x="14424" y="963"/>
                    <a:pt x="14324" y="897"/>
                    <a:pt x="14190" y="730"/>
                  </a:cubicBezTo>
                  <a:lnTo>
                    <a:pt x="13690" y="63"/>
                  </a:lnTo>
                  <a:cubicBezTo>
                    <a:pt x="13690" y="40"/>
                    <a:pt x="13674" y="1"/>
                    <a:pt x="13664"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76" name="Google Shape;1276;p9"/>
            <p:cNvSpPr/>
            <p:nvPr/>
          </p:nvSpPr>
          <p:spPr>
            <a:xfrm>
              <a:off x="3430204" y="4314791"/>
              <a:ext cx="338600" cy="91750"/>
            </a:xfrm>
            <a:custGeom>
              <a:avLst/>
              <a:gdLst/>
              <a:ahLst/>
              <a:cxnLst/>
              <a:rect l="l" t="t" r="r" b="b"/>
              <a:pathLst>
                <a:path w="13544" h="3670" extrusionOk="0">
                  <a:moveTo>
                    <a:pt x="8173" y="0"/>
                  </a:moveTo>
                  <a:cubicBezTo>
                    <a:pt x="7773" y="267"/>
                    <a:pt x="7339" y="501"/>
                    <a:pt x="6972" y="701"/>
                  </a:cubicBezTo>
                  <a:cubicBezTo>
                    <a:pt x="6672" y="868"/>
                    <a:pt x="6338" y="1034"/>
                    <a:pt x="6005" y="1201"/>
                  </a:cubicBezTo>
                  <a:cubicBezTo>
                    <a:pt x="5638" y="1335"/>
                    <a:pt x="5304" y="1501"/>
                    <a:pt x="4937" y="1635"/>
                  </a:cubicBezTo>
                  <a:cubicBezTo>
                    <a:pt x="4570" y="1768"/>
                    <a:pt x="4170" y="1935"/>
                    <a:pt x="3803" y="1968"/>
                  </a:cubicBezTo>
                  <a:cubicBezTo>
                    <a:pt x="3636" y="2002"/>
                    <a:pt x="3436" y="2035"/>
                    <a:pt x="3270" y="2102"/>
                  </a:cubicBezTo>
                  <a:cubicBezTo>
                    <a:pt x="3103" y="2135"/>
                    <a:pt x="2903" y="2135"/>
                    <a:pt x="2736" y="2135"/>
                  </a:cubicBezTo>
                  <a:cubicBezTo>
                    <a:pt x="2569" y="2135"/>
                    <a:pt x="2402" y="2169"/>
                    <a:pt x="2235" y="2169"/>
                  </a:cubicBezTo>
                  <a:cubicBezTo>
                    <a:pt x="2180" y="2191"/>
                    <a:pt x="2128" y="2198"/>
                    <a:pt x="2077" y="2198"/>
                  </a:cubicBezTo>
                  <a:cubicBezTo>
                    <a:pt x="1976" y="2198"/>
                    <a:pt x="1880" y="2169"/>
                    <a:pt x="1768" y="2169"/>
                  </a:cubicBezTo>
                  <a:cubicBezTo>
                    <a:pt x="1468" y="2135"/>
                    <a:pt x="1168" y="2135"/>
                    <a:pt x="968" y="2102"/>
                  </a:cubicBezTo>
                  <a:cubicBezTo>
                    <a:pt x="501" y="2002"/>
                    <a:pt x="267" y="1968"/>
                    <a:pt x="267" y="1968"/>
                  </a:cubicBezTo>
                  <a:cubicBezTo>
                    <a:pt x="134" y="1968"/>
                    <a:pt x="1" y="2302"/>
                    <a:pt x="201" y="2335"/>
                  </a:cubicBezTo>
                  <a:cubicBezTo>
                    <a:pt x="201" y="2335"/>
                    <a:pt x="434" y="2435"/>
                    <a:pt x="901" y="2535"/>
                  </a:cubicBezTo>
                  <a:cubicBezTo>
                    <a:pt x="1135" y="2636"/>
                    <a:pt x="1402" y="2636"/>
                    <a:pt x="1735" y="2669"/>
                  </a:cubicBezTo>
                  <a:cubicBezTo>
                    <a:pt x="1902" y="2669"/>
                    <a:pt x="2069" y="2736"/>
                    <a:pt x="2235" y="2736"/>
                  </a:cubicBezTo>
                  <a:lnTo>
                    <a:pt x="2769" y="2736"/>
                  </a:lnTo>
                  <a:cubicBezTo>
                    <a:pt x="2869" y="2702"/>
                    <a:pt x="2961" y="2702"/>
                    <a:pt x="3053" y="2702"/>
                  </a:cubicBezTo>
                  <a:cubicBezTo>
                    <a:pt x="3144" y="2702"/>
                    <a:pt x="3236" y="2702"/>
                    <a:pt x="3336" y="2669"/>
                  </a:cubicBezTo>
                  <a:cubicBezTo>
                    <a:pt x="3536" y="2636"/>
                    <a:pt x="3737" y="2636"/>
                    <a:pt x="3937" y="2602"/>
                  </a:cubicBezTo>
                  <a:cubicBezTo>
                    <a:pt x="4370" y="2569"/>
                    <a:pt x="4737" y="2402"/>
                    <a:pt x="5138" y="2302"/>
                  </a:cubicBezTo>
                  <a:cubicBezTo>
                    <a:pt x="5571" y="2235"/>
                    <a:pt x="5938" y="2002"/>
                    <a:pt x="6305" y="1902"/>
                  </a:cubicBezTo>
                  <a:cubicBezTo>
                    <a:pt x="6672" y="1735"/>
                    <a:pt x="7039" y="1568"/>
                    <a:pt x="7372" y="1401"/>
                  </a:cubicBezTo>
                  <a:cubicBezTo>
                    <a:pt x="7506" y="1301"/>
                    <a:pt x="7706" y="1168"/>
                    <a:pt x="7873" y="1101"/>
                  </a:cubicBezTo>
                  <a:cubicBezTo>
                    <a:pt x="7940" y="1068"/>
                    <a:pt x="8040" y="968"/>
                    <a:pt x="8106" y="934"/>
                  </a:cubicBezTo>
                  <a:lnTo>
                    <a:pt x="8306" y="1134"/>
                  </a:lnTo>
                  <a:cubicBezTo>
                    <a:pt x="8440" y="1268"/>
                    <a:pt x="8607" y="1435"/>
                    <a:pt x="8773" y="1568"/>
                  </a:cubicBezTo>
                  <a:cubicBezTo>
                    <a:pt x="9107" y="1835"/>
                    <a:pt x="9441" y="2102"/>
                    <a:pt x="9774" y="2335"/>
                  </a:cubicBezTo>
                  <a:cubicBezTo>
                    <a:pt x="10141" y="2569"/>
                    <a:pt x="10475" y="2769"/>
                    <a:pt x="10808" y="2936"/>
                  </a:cubicBezTo>
                  <a:cubicBezTo>
                    <a:pt x="11475" y="3269"/>
                    <a:pt x="12109" y="3436"/>
                    <a:pt x="12576" y="3570"/>
                  </a:cubicBezTo>
                  <a:cubicBezTo>
                    <a:pt x="12776" y="3603"/>
                    <a:pt x="12976" y="3603"/>
                    <a:pt x="13110" y="3636"/>
                  </a:cubicBezTo>
                  <a:cubicBezTo>
                    <a:pt x="13243" y="3670"/>
                    <a:pt x="13310" y="3670"/>
                    <a:pt x="13310" y="3670"/>
                  </a:cubicBezTo>
                  <a:cubicBezTo>
                    <a:pt x="13477" y="3670"/>
                    <a:pt x="13544" y="3403"/>
                    <a:pt x="13310" y="3269"/>
                  </a:cubicBezTo>
                  <a:cubicBezTo>
                    <a:pt x="13310" y="3269"/>
                    <a:pt x="13277" y="3269"/>
                    <a:pt x="13143" y="3203"/>
                  </a:cubicBezTo>
                  <a:cubicBezTo>
                    <a:pt x="13010" y="3169"/>
                    <a:pt x="12843" y="3169"/>
                    <a:pt x="12643" y="3103"/>
                  </a:cubicBezTo>
                  <a:cubicBezTo>
                    <a:pt x="12243" y="2969"/>
                    <a:pt x="11642" y="2769"/>
                    <a:pt x="11008" y="2369"/>
                  </a:cubicBezTo>
                  <a:cubicBezTo>
                    <a:pt x="10742" y="2269"/>
                    <a:pt x="10441" y="2002"/>
                    <a:pt x="10108" y="1802"/>
                  </a:cubicBezTo>
                  <a:cubicBezTo>
                    <a:pt x="9808" y="1535"/>
                    <a:pt x="9507" y="1335"/>
                    <a:pt x="9240" y="1034"/>
                  </a:cubicBezTo>
                  <a:cubicBezTo>
                    <a:pt x="9074" y="934"/>
                    <a:pt x="8940" y="801"/>
                    <a:pt x="8807" y="634"/>
                  </a:cubicBezTo>
                  <a:lnTo>
                    <a:pt x="8607" y="434"/>
                  </a:lnTo>
                  <a:cubicBezTo>
                    <a:pt x="8440" y="301"/>
                    <a:pt x="8306" y="100"/>
                    <a:pt x="8173"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77" name="Google Shape;1277;p9"/>
            <p:cNvSpPr/>
            <p:nvPr/>
          </p:nvSpPr>
          <p:spPr>
            <a:xfrm>
              <a:off x="3403425" y="3729975"/>
              <a:ext cx="3178975" cy="1783400"/>
            </a:xfrm>
            <a:custGeom>
              <a:avLst/>
              <a:gdLst/>
              <a:ahLst/>
              <a:cxnLst/>
              <a:rect l="l" t="t" r="r" b="b"/>
              <a:pathLst>
                <a:path w="127159" h="71336" extrusionOk="0">
                  <a:moveTo>
                    <a:pt x="98163" y="1"/>
                  </a:moveTo>
                  <a:cubicBezTo>
                    <a:pt x="97767" y="1"/>
                    <a:pt x="97368" y="20"/>
                    <a:pt x="96970" y="59"/>
                  </a:cubicBezTo>
                  <a:cubicBezTo>
                    <a:pt x="96303" y="126"/>
                    <a:pt x="95636" y="260"/>
                    <a:pt x="94969" y="393"/>
                  </a:cubicBezTo>
                  <a:cubicBezTo>
                    <a:pt x="94302" y="560"/>
                    <a:pt x="93634" y="760"/>
                    <a:pt x="93034" y="1060"/>
                  </a:cubicBezTo>
                  <a:cubicBezTo>
                    <a:pt x="91733" y="1594"/>
                    <a:pt x="90532" y="2394"/>
                    <a:pt x="89365" y="3195"/>
                  </a:cubicBezTo>
                  <a:cubicBezTo>
                    <a:pt x="88197" y="3962"/>
                    <a:pt x="87063" y="4796"/>
                    <a:pt x="85795" y="5463"/>
                  </a:cubicBezTo>
                  <a:cubicBezTo>
                    <a:pt x="85195" y="5797"/>
                    <a:pt x="84528" y="6064"/>
                    <a:pt x="83861" y="6264"/>
                  </a:cubicBezTo>
                  <a:cubicBezTo>
                    <a:pt x="83527" y="6397"/>
                    <a:pt x="83127" y="6431"/>
                    <a:pt x="82793" y="6531"/>
                  </a:cubicBezTo>
                  <a:cubicBezTo>
                    <a:pt x="82426" y="6564"/>
                    <a:pt x="82093" y="6597"/>
                    <a:pt x="81726" y="6631"/>
                  </a:cubicBezTo>
                  <a:cubicBezTo>
                    <a:pt x="80925" y="6731"/>
                    <a:pt x="80191" y="6864"/>
                    <a:pt x="79424" y="7064"/>
                  </a:cubicBezTo>
                  <a:cubicBezTo>
                    <a:pt x="78690" y="7298"/>
                    <a:pt x="77957" y="7698"/>
                    <a:pt x="77289" y="8098"/>
                  </a:cubicBezTo>
                  <a:cubicBezTo>
                    <a:pt x="76689" y="8565"/>
                    <a:pt x="76055" y="9066"/>
                    <a:pt x="75521" y="9600"/>
                  </a:cubicBezTo>
                  <a:cubicBezTo>
                    <a:pt x="74954" y="10100"/>
                    <a:pt x="74421" y="10700"/>
                    <a:pt x="73887" y="11234"/>
                  </a:cubicBezTo>
                  <a:cubicBezTo>
                    <a:pt x="73387" y="11801"/>
                    <a:pt x="72853" y="12368"/>
                    <a:pt x="72286" y="12902"/>
                  </a:cubicBezTo>
                  <a:lnTo>
                    <a:pt x="71452" y="13702"/>
                  </a:lnTo>
                  <a:cubicBezTo>
                    <a:pt x="71285" y="13803"/>
                    <a:pt x="71185" y="13936"/>
                    <a:pt x="71052" y="14069"/>
                  </a:cubicBezTo>
                  <a:cubicBezTo>
                    <a:pt x="70885" y="14203"/>
                    <a:pt x="70751" y="14270"/>
                    <a:pt x="70585" y="14403"/>
                  </a:cubicBezTo>
                  <a:cubicBezTo>
                    <a:pt x="69384" y="15204"/>
                    <a:pt x="67883" y="15704"/>
                    <a:pt x="66415" y="16138"/>
                  </a:cubicBezTo>
                  <a:cubicBezTo>
                    <a:pt x="64914" y="16605"/>
                    <a:pt x="63413" y="17038"/>
                    <a:pt x="61912" y="17572"/>
                  </a:cubicBezTo>
                  <a:cubicBezTo>
                    <a:pt x="60411" y="18106"/>
                    <a:pt x="58910" y="18773"/>
                    <a:pt x="57575" y="19640"/>
                  </a:cubicBezTo>
                  <a:cubicBezTo>
                    <a:pt x="51538" y="22942"/>
                    <a:pt x="51404" y="31282"/>
                    <a:pt x="45667" y="33317"/>
                  </a:cubicBezTo>
                  <a:cubicBezTo>
                    <a:pt x="45050" y="33579"/>
                    <a:pt x="44411" y="33698"/>
                    <a:pt x="43775" y="33698"/>
                  </a:cubicBezTo>
                  <a:cubicBezTo>
                    <a:pt x="43035" y="33698"/>
                    <a:pt x="42297" y="33537"/>
                    <a:pt x="41597" y="33250"/>
                  </a:cubicBezTo>
                  <a:cubicBezTo>
                    <a:pt x="40330" y="32716"/>
                    <a:pt x="39062" y="31882"/>
                    <a:pt x="37661" y="31315"/>
                  </a:cubicBezTo>
                  <a:cubicBezTo>
                    <a:pt x="37328" y="31148"/>
                    <a:pt x="36927" y="31082"/>
                    <a:pt x="36560" y="30948"/>
                  </a:cubicBezTo>
                  <a:cubicBezTo>
                    <a:pt x="36193" y="30881"/>
                    <a:pt x="35826" y="30781"/>
                    <a:pt x="35426" y="30748"/>
                  </a:cubicBezTo>
                  <a:lnTo>
                    <a:pt x="34892" y="30648"/>
                  </a:lnTo>
                  <a:lnTo>
                    <a:pt x="34359" y="30615"/>
                  </a:lnTo>
                  <a:cubicBezTo>
                    <a:pt x="34236" y="30603"/>
                    <a:pt x="34110" y="30600"/>
                    <a:pt x="33983" y="30600"/>
                  </a:cubicBezTo>
                  <a:cubicBezTo>
                    <a:pt x="33729" y="30600"/>
                    <a:pt x="33469" y="30615"/>
                    <a:pt x="33225" y="30615"/>
                  </a:cubicBezTo>
                  <a:cubicBezTo>
                    <a:pt x="32491" y="30648"/>
                    <a:pt x="31724" y="30781"/>
                    <a:pt x="31023" y="31082"/>
                  </a:cubicBezTo>
                  <a:cubicBezTo>
                    <a:pt x="30323" y="31315"/>
                    <a:pt x="29689" y="31782"/>
                    <a:pt x="29155" y="32282"/>
                  </a:cubicBezTo>
                  <a:cubicBezTo>
                    <a:pt x="28054" y="33317"/>
                    <a:pt x="27387" y="34651"/>
                    <a:pt x="26820" y="35952"/>
                  </a:cubicBezTo>
                  <a:cubicBezTo>
                    <a:pt x="26220" y="37253"/>
                    <a:pt x="25686" y="38587"/>
                    <a:pt x="24985" y="39788"/>
                  </a:cubicBezTo>
                  <a:cubicBezTo>
                    <a:pt x="24252" y="40989"/>
                    <a:pt x="23251" y="41989"/>
                    <a:pt x="21983" y="42456"/>
                  </a:cubicBezTo>
                  <a:cubicBezTo>
                    <a:pt x="21349" y="42723"/>
                    <a:pt x="20649" y="42823"/>
                    <a:pt x="19982" y="42823"/>
                  </a:cubicBezTo>
                  <a:cubicBezTo>
                    <a:pt x="19348" y="42823"/>
                    <a:pt x="18681" y="42590"/>
                    <a:pt x="18080" y="42223"/>
                  </a:cubicBezTo>
                  <a:cubicBezTo>
                    <a:pt x="17513" y="41823"/>
                    <a:pt x="16913" y="41389"/>
                    <a:pt x="16346" y="40889"/>
                  </a:cubicBezTo>
                  <a:cubicBezTo>
                    <a:pt x="15745" y="40422"/>
                    <a:pt x="15145" y="39888"/>
                    <a:pt x="14344" y="39554"/>
                  </a:cubicBezTo>
                  <a:cubicBezTo>
                    <a:pt x="13853" y="39298"/>
                    <a:pt x="13292" y="39178"/>
                    <a:pt x="12734" y="39178"/>
                  </a:cubicBezTo>
                  <a:cubicBezTo>
                    <a:pt x="12421" y="39178"/>
                    <a:pt x="12109" y="39216"/>
                    <a:pt x="11809" y="39287"/>
                  </a:cubicBezTo>
                  <a:cubicBezTo>
                    <a:pt x="11676" y="39321"/>
                    <a:pt x="11576" y="39321"/>
                    <a:pt x="11476" y="39388"/>
                  </a:cubicBezTo>
                  <a:lnTo>
                    <a:pt x="11142" y="39488"/>
                  </a:lnTo>
                  <a:cubicBezTo>
                    <a:pt x="10909" y="39621"/>
                    <a:pt x="10709" y="39754"/>
                    <a:pt x="10542" y="39921"/>
                  </a:cubicBezTo>
                  <a:cubicBezTo>
                    <a:pt x="10208" y="40221"/>
                    <a:pt x="9975" y="40588"/>
                    <a:pt x="9741" y="40922"/>
                  </a:cubicBezTo>
                  <a:cubicBezTo>
                    <a:pt x="9341" y="41622"/>
                    <a:pt x="9007" y="42323"/>
                    <a:pt x="8640" y="42957"/>
                  </a:cubicBezTo>
                  <a:cubicBezTo>
                    <a:pt x="8407" y="43257"/>
                    <a:pt x="8207" y="43557"/>
                    <a:pt x="7973" y="43724"/>
                  </a:cubicBezTo>
                  <a:cubicBezTo>
                    <a:pt x="7873" y="43791"/>
                    <a:pt x="7673" y="43891"/>
                    <a:pt x="7540" y="43957"/>
                  </a:cubicBezTo>
                  <a:lnTo>
                    <a:pt x="7306" y="44058"/>
                  </a:lnTo>
                  <a:cubicBezTo>
                    <a:pt x="7206" y="44091"/>
                    <a:pt x="7139" y="44091"/>
                    <a:pt x="7039" y="44124"/>
                  </a:cubicBezTo>
                  <a:cubicBezTo>
                    <a:pt x="6644" y="44223"/>
                    <a:pt x="6226" y="44252"/>
                    <a:pt x="5785" y="44252"/>
                  </a:cubicBezTo>
                  <a:cubicBezTo>
                    <a:pt x="5480" y="44252"/>
                    <a:pt x="5165" y="44238"/>
                    <a:pt x="4838" y="44224"/>
                  </a:cubicBezTo>
                  <a:cubicBezTo>
                    <a:pt x="4665" y="44210"/>
                    <a:pt x="4488" y="44202"/>
                    <a:pt x="4308" y="44202"/>
                  </a:cubicBezTo>
                  <a:cubicBezTo>
                    <a:pt x="3652" y="44202"/>
                    <a:pt x="2957" y="44310"/>
                    <a:pt x="2303" y="44625"/>
                  </a:cubicBezTo>
                  <a:cubicBezTo>
                    <a:pt x="1902" y="44825"/>
                    <a:pt x="1569" y="45092"/>
                    <a:pt x="1235" y="45325"/>
                  </a:cubicBezTo>
                  <a:cubicBezTo>
                    <a:pt x="902" y="45625"/>
                    <a:pt x="635" y="45926"/>
                    <a:pt x="368" y="46326"/>
                  </a:cubicBezTo>
                  <a:cubicBezTo>
                    <a:pt x="134" y="46759"/>
                    <a:pt x="1" y="47293"/>
                    <a:pt x="134" y="47794"/>
                  </a:cubicBezTo>
                  <a:cubicBezTo>
                    <a:pt x="234" y="48294"/>
                    <a:pt x="501" y="48661"/>
                    <a:pt x="801" y="48994"/>
                  </a:cubicBezTo>
                  <a:cubicBezTo>
                    <a:pt x="1402" y="49662"/>
                    <a:pt x="2069" y="50095"/>
                    <a:pt x="2803" y="50495"/>
                  </a:cubicBezTo>
                  <a:cubicBezTo>
                    <a:pt x="3503" y="50862"/>
                    <a:pt x="4237" y="51196"/>
                    <a:pt x="4971" y="51563"/>
                  </a:cubicBezTo>
                  <a:cubicBezTo>
                    <a:pt x="7840" y="52797"/>
                    <a:pt x="10875" y="53631"/>
                    <a:pt x="13744" y="54598"/>
                  </a:cubicBezTo>
                  <a:cubicBezTo>
                    <a:pt x="14078" y="54698"/>
                    <a:pt x="14478" y="54832"/>
                    <a:pt x="14811" y="54965"/>
                  </a:cubicBezTo>
                  <a:cubicBezTo>
                    <a:pt x="15012" y="54999"/>
                    <a:pt x="15178" y="55099"/>
                    <a:pt x="15312" y="55165"/>
                  </a:cubicBezTo>
                  <a:lnTo>
                    <a:pt x="15745" y="55466"/>
                  </a:lnTo>
                  <a:cubicBezTo>
                    <a:pt x="16079" y="55666"/>
                    <a:pt x="16413" y="55866"/>
                    <a:pt x="16813" y="55999"/>
                  </a:cubicBezTo>
                  <a:cubicBezTo>
                    <a:pt x="17180" y="56166"/>
                    <a:pt x="17513" y="56333"/>
                    <a:pt x="17880" y="56466"/>
                  </a:cubicBezTo>
                  <a:cubicBezTo>
                    <a:pt x="18214" y="56600"/>
                    <a:pt x="18581" y="56767"/>
                    <a:pt x="18981" y="56833"/>
                  </a:cubicBezTo>
                  <a:cubicBezTo>
                    <a:pt x="19348" y="56933"/>
                    <a:pt x="19715" y="57033"/>
                    <a:pt x="20082" y="57134"/>
                  </a:cubicBezTo>
                  <a:cubicBezTo>
                    <a:pt x="20849" y="57267"/>
                    <a:pt x="21583" y="57434"/>
                    <a:pt x="22350" y="57467"/>
                  </a:cubicBezTo>
                  <a:cubicBezTo>
                    <a:pt x="22717" y="57534"/>
                    <a:pt x="23092" y="57551"/>
                    <a:pt x="23468" y="57551"/>
                  </a:cubicBezTo>
                  <a:cubicBezTo>
                    <a:pt x="23843" y="57551"/>
                    <a:pt x="24218" y="57534"/>
                    <a:pt x="24585" y="57534"/>
                  </a:cubicBezTo>
                  <a:cubicBezTo>
                    <a:pt x="25352" y="57467"/>
                    <a:pt x="26086" y="57434"/>
                    <a:pt x="26787" y="57334"/>
                  </a:cubicBezTo>
                  <a:cubicBezTo>
                    <a:pt x="28254" y="57134"/>
                    <a:pt x="29622" y="56800"/>
                    <a:pt x="31023" y="56500"/>
                  </a:cubicBezTo>
                  <a:cubicBezTo>
                    <a:pt x="32303" y="56219"/>
                    <a:pt x="33583" y="55996"/>
                    <a:pt x="34809" y="55996"/>
                  </a:cubicBezTo>
                  <a:cubicBezTo>
                    <a:pt x="34892" y="55996"/>
                    <a:pt x="34976" y="55997"/>
                    <a:pt x="35059" y="55999"/>
                  </a:cubicBezTo>
                  <a:cubicBezTo>
                    <a:pt x="35726" y="55999"/>
                    <a:pt x="36360" y="56133"/>
                    <a:pt x="36927" y="56333"/>
                  </a:cubicBezTo>
                  <a:cubicBezTo>
                    <a:pt x="37061" y="56366"/>
                    <a:pt x="37227" y="56433"/>
                    <a:pt x="37361" y="56500"/>
                  </a:cubicBezTo>
                  <a:lnTo>
                    <a:pt x="37761" y="56767"/>
                  </a:lnTo>
                  <a:cubicBezTo>
                    <a:pt x="38061" y="56933"/>
                    <a:pt x="38328" y="57100"/>
                    <a:pt x="38595" y="57267"/>
                  </a:cubicBezTo>
                  <a:cubicBezTo>
                    <a:pt x="39696" y="57934"/>
                    <a:pt x="40697" y="58701"/>
                    <a:pt x="41731" y="59469"/>
                  </a:cubicBezTo>
                  <a:cubicBezTo>
                    <a:pt x="42231" y="59835"/>
                    <a:pt x="42765" y="60169"/>
                    <a:pt x="43365" y="60469"/>
                  </a:cubicBezTo>
                  <a:cubicBezTo>
                    <a:pt x="43932" y="60769"/>
                    <a:pt x="44533" y="61003"/>
                    <a:pt x="45100" y="61136"/>
                  </a:cubicBezTo>
                  <a:cubicBezTo>
                    <a:pt x="46301" y="61437"/>
                    <a:pt x="47535" y="61470"/>
                    <a:pt x="48636" y="61470"/>
                  </a:cubicBezTo>
                  <a:cubicBezTo>
                    <a:pt x="49770" y="61470"/>
                    <a:pt x="50871" y="61403"/>
                    <a:pt x="51905" y="61403"/>
                  </a:cubicBezTo>
                  <a:cubicBezTo>
                    <a:pt x="52171" y="61395"/>
                    <a:pt x="52435" y="61390"/>
                    <a:pt x="52697" y="61390"/>
                  </a:cubicBezTo>
                  <a:cubicBezTo>
                    <a:pt x="54471" y="61390"/>
                    <a:pt x="56134" y="61606"/>
                    <a:pt x="57442" y="62304"/>
                  </a:cubicBezTo>
                  <a:cubicBezTo>
                    <a:pt x="58209" y="62671"/>
                    <a:pt x="58843" y="63171"/>
                    <a:pt x="59343" y="63772"/>
                  </a:cubicBezTo>
                  <a:cubicBezTo>
                    <a:pt x="59877" y="64339"/>
                    <a:pt x="60244" y="64972"/>
                    <a:pt x="60611" y="65573"/>
                  </a:cubicBezTo>
                  <a:cubicBezTo>
                    <a:pt x="61345" y="66740"/>
                    <a:pt x="61912" y="67808"/>
                    <a:pt x="62512" y="68608"/>
                  </a:cubicBezTo>
                  <a:cubicBezTo>
                    <a:pt x="63079" y="69409"/>
                    <a:pt x="63580" y="69976"/>
                    <a:pt x="64013" y="70310"/>
                  </a:cubicBezTo>
                  <a:cubicBezTo>
                    <a:pt x="64180" y="70476"/>
                    <a:pt x="64347" y="70610"/>
                    <a:pt x="64447" y="70677"/>
                  </a:cubicBezTo>
                  <a:cubicBezTo>
                    <a:pt x="64580" y="70777"/>
                    <a:pt x="64614" y="70810"/>
                    <a:pt x="64614" y="70810"/>
                  </a:cubicBezTo>
                  <a:cubicBezTo>
                    <a:pt x="65114" y="71110"/>
                    <a:pt x="65581" y="71310"/>
                    <a:pt x="66115" y="71310"/>
                  </a:cubicBezTo>
                  <a:cubicBezTo>
                    <a:pt x="66265" y="71327"/>
                    <a:pt x="66382" y="71335"/>
                    <a:pt x="66461" y="71335"/>
                  </a:cubicBezTo>
                  <a:cubicBezTo>
                    <a:pt x="66540" y="71335"/>
                    <a:pt x="66582" y="71327"/>
                    <a:pt x="66582" y="71310"/>
                  </a:cubicBezTo>
                  <a:cubicBezTo>
                    <a:pt x="66615" y="71277"/>
                    <a:pt x="66515" y="71144"/>
                    <a:pt x="66248" y="71010"/>
                  </a:cubicBezTo>
                  <a:cubicBezTo>
                    <a:pt x="66015" y="70877"/>
                    <a:pt x="65614" y="70677"/>
                    <a:pt x="65181" y="70343"/>
                  </a:cubicBezTo>
                  <a:cubicBezTo>
                    <a:pt x="65181" y="70343"/>
                    <a:pt x="65081" y="70310"/>
                    <a:pt x="65014" y="70210"/>
                  </a:cubicBezTo>
                  <a:cubicBezTo>
                    <a:pt x="64914" y="70176"/>
                    <a:pt x="64747" y="70043"/>
                    <a:pt x="64580" y="69876"/>
                  </a:cubicBezTo>
                  <a:cubicBezTo>
                    <a:pt x="64213" y="69609"/>
                    <a:pt x="63713" y="69042"/>
                    <a:pt x="63179" y="68275"/>
                  </a:cubicBezTo>
                  <a:cubicBezTo>
                    <a:pt x="62579" y="67508"/>
                    <a:pt x="62012" y="66474"/>
                    <a:pt x="61278" y="65273"/>
                  </a:cubicBezTo>
                  <a:cubicBezTo>
                    <a:pt x="60911" y="64639"/>
                    <a:pt x="60511" y="64005"/>
                    <a:pt x="59944" y="63371"/>
                  </a:cubicBezTo>
                  <a:cubicBezTo>
                    <a:pt x="59410" y="62771"/>
                    <a:pt x="58743" y="62170"/>
                    <a:pt x="57909" y="61770"/>
                  </a:cubicBezTo>
                  <a:cubicBezTo>
                    <a:pt x="56241" y="60870"/>
                    <a:pt x="54206" y="60736"/>
                    <a:pt x="52105" y="60736"/>
                  </a:cubicBezTo>
                  <a:cubicBezTo>
                    <a:pt x="51896" y="60730"/>
                    <a:pt x="51685" y="60727"/>
                    <a:pt x="51473" y="60727"/>
                  </a:cubicBezTo>
                  <a:cubicBezTo>
                    <a:pt x="50585" y="60727"/>
                    <a:pt x="49671" y="60774"/>
                    <a:pt x="48746" y="60774"/>
                  </a:cubicBezTo>
                  <a:cubicBezTo>
                    <a:pt x="47671" y="60774"/>
                    <a:pt x="46582" y="60710"/>
                    <a:pt x="45500" y="60436"/>
                  </a:cubicBezTo>
                  <a:cubicBezTo>
                    <a:pt x="44933" y="60269"/>
                    <a:pt x="44399" y="60069"/>
                    <a:pt x="43866" y="59802"/>
                  </a:cubicBezTo>
                  <a:cubicBezTo>
                    <a:pt x="43332" y="59502"/>
                    <a:pt x="42831" y="59168"/>
                    <a:pt x="42331" y="58835"/>
                  </a:cubicBezTo>
                  <a:cubicBezTo>
                    <a:pt x="41330" y="58134"/>
                    <a:pt x="40330" y="57300"/>
                    <a:pt x="39196" y="56600"/>
                  </a:cubicBezTo>
                  <a:cubicBezTo>
                    <a:pt x="38895" y="56400"/>
                    <a:pt x="38595" y="56200"/>
                    <a:pt x="38328" y="56066"/>
                  </a:cubicBezTo>
                  <a:lnTo>
                    <a:pt x="37861" y="55799"/>
                  </a:lnTo>
                  <a:cubicBezTo>
                    <a:pt x="37694" y="55733"/>
                    <a:pt x="37528" y="55666"/>
                    <a:pt x="37361" y="55599"/>
                  </a:cubicBezTo>
                  <a:cubicBezTo>
                    <a:pt x="36694" y="55332"/>
                    <a:pt x="35993" y="55232"/>
                    <a:pt x="35259" y="55232"/>
                  </a:cubicBezTo>
                  <a:cubicBezTo>
                    <a:pt x="35112" y="55225"/>
                    <a:pt x="34965" y="55222"/>
                    <a:pt x="34817" y="55222"/>
                  </a:cubicBezTo>
                  <a:cubicBezTo>
                    <a:pt x="33558" y="55222"/>
                    <a:pt x="32281" y="55464"/>
                    <a:pt x="31056" y="55733"/>
                  </a:cubicBezTo>
                  <a:cubicBezTo>
                    <a:pt x="29689" y="55999"/>
                    <a:pt x="28321" y="56333"/>
                    <a:pt x="26887" y="56500"/>
                  </a:cubicBezTo>
                  <a:cubicBezTo>
                    <a:pt x="26186" y="56600"/>
                    <a:pt x="25486" y="56633"/>
                    <a:pt x="24752" y="56700"/>
                  </a:cubicBezTo>
                  <a:cubicBezTo>
                    <a:pt x="24051" y="56667"/>
                    <a:pt x="23318" y="56700"/>
                    <a:pt x="22584" y="56633"/>
                  </a:cubicBezTo>
                  <a:cubicBezTo>
                    <a:pt x="21850" y="56600"/>
                    <a:pt x="21149" y="56433"/>
                    <a:pt x="20415" y="56300"/>
                  </a:cubicBezTo>
                  <a:cubicBezTo>
                    <a:pt x="20049" y="56166"/>
                    <a:pt x="19715" y="56099"/>
                    <a:pt x="19348" y="55999"/>
                  </a:cubicBezTo>
                  <a:cubicBezTo>
                    <a:pt x="18981" y="55933"/>
                    <a:pt x="18648" y="55799"/>
                    <a:pt x="18314" y="55666"/>
                  </a:cubicBezTo>
                  <a:cubicBezTo>
                    <a:pt x="17980" y="55599"/>
                    <a:pt x="17647" y="55432"/>
                    <a:pt x="17313" y="55266"/>
                  </a:cubicBezTo>
                  <a:cubicBezTo>
                    <a:pt x="16980" y="55132"/>
                    <a:pt x="16679" y="54932"/>
                    <a:pt x="16346" y="54765"/>
                  </a:cubicBezTo>
                  <a:lnTo>
                    <a:pt x="15846" y="54465"/>
                  </a:lnTo>
                  <a:cubicBezTo>
                    <a:pt x="15679" y="54365"/>
                    <a:pt x="15479" y="54298"/>
                    <a:pt x="15312" y="54198"/>
                  </a:cubicBezTo>
                  <a:cubicBezTo>
                    <a:pt x="14978" y="54065"/>
                    <a:pt x="14578" y="53931"/>
                    <a:pt x="14211" y="53798"/>
                  </a:cubicBezTo>
                  <a:cubicBezTo>
                    <a:pt x="11309" y="52797"/>
                    <a:pt x="8307" y="51930"/>
                    <a:pt x="5471" y="50729"/>
                  </a:cubicBezTo>
                  <a:cubicBezTo>
                    <a:pt x="4804" y="50429"/>
                    <a:pt x="4070" y="50095"/>
                    <a:pt x="3403" y="49728"/>
                  </a:cubicBezTo>
                  <a:cubicBezTo>
                    <a:pt x="2803" y="49328"/>
                    <a:pt x="2136" y="48894"/>
                    <a:pt x="1669" y="48394"/>
                  </a:cubicBezTo>
                  <a:cubicBezTo>
                    <a:pt x="1469" y="48094"/>
                    <a:pt x="1235" y="47827"/>
                    <a:pt x="1202" y="47560"/>
                  </a:cubicBezTo>
                  <a:cubicBezTo>
                    <a:pt x="1168" y="47260"/>
                    <a:pt x="1202" y="46960"/>
                    <a:pt x="1369" y="46726"/>
                  </a:cubicBezTo>
                  <a:cubicBezTo>
                    <a:pt x="1669" y="46126"/>
                    <a:pt x="2336" y="45725"/>
                    <a:pt x="2970" y="45325"/>
                  </a:cubicBezTo>
                  <a:cubicBezTo>
                    <a:pt x="3403" y="45121"/>
                    <a:pt x="3953" y="45034"/>
                    <a:pt x="4516" y="45034"/>
                  </a:cubicBezTo>
                  <a:cubicBezTo>
                    <a:pt x="4689" y="45034"/>
                    <a:pt x="4865" y="45042"/>
                    <a:pt x="5038" y="45058"/>
                  </a:cubicBezTo>
                  <a:cubicBezTo>
                    <a:pt x="5328" y="45071"/>
                    <a:pt x="5627" y="45083"/>
                    <a:pt x="5935" y="45083"/>
                  </a:cubicBezTo>
                  <a:cubicBezTo>
                    <a:pt x="6440" y="45083"/>
                    <a:pt x="6967" y="45049"/>
                    <a:pt x="7506" y="44925"/>
                  </a:cubicBezTo>
                  <a:cubicBezTo>
                    <a:pt x="7640" y="44925"/>
                    <a:pt x="7706" y="44891"/>
                    <a:pt x="7840" y="44825"/>
                  </a:cubicBezTo>
                  <a:lnTo>
                    <a:pt x="8140" y="44725"/>
                  </a:lnTo>
                  <a:cubicBezTo>
                    <a:pt x="8340" y="44625"/>
                    <a:pt x="8507" y="44491"/>
                    <a:pt x="8707" y="44391"/>
                  </a:cubicBezTo>
                  <a:cubicBezTo>
                    <a:pt x="9074" y="44091"/>
                    <a:pt x="9374" y="43724"/>
                    <a:pt x="9574" y="43390"/>
                  </a:cubicBezTo>
                  <a:cubicBezTo>
                    <a:pt x="10041" y="42657"/>
                    <a:pt x="10342" y="41956"/>
                    <a:pt x="10709" y="41322"/>
                  </a:cubicBezTo>
                  <a:cubicBezTo>
                    <a:pt x="10875" y="41055"/>
                    <a:pt x="11075" y="40755"/>
                    <a:pt x="11342" y="40555"/>
                  </a:cubicBezTo>
                  <a:lnTo>
                    <a:pt x="11709" y="40288"/>
                  </a:lnTo>
                  <a:lnTo>
                    <a:pt x="11909" y="40221"/>
                  </a:lnTo>
                  <a:cubicBezTo>
                    <a:pt x="12009" y="40221"/>
                    <a:pt x="12076" y="40155"/>
                    <a:pt x="12176" y="40155"/>
                  </a:cubicBezTo>
                  <a:cubicBezTo>
                    <a:pt x="12394" y="40100"/>
                    <a:pt x="12611" y="40074"/>
                    <a:pt x="12827" y="40074"/>
                  </a:cubicBezTo>
                  <a:cubicBezTo>
                    <a:pt x="13275" y="40074"/>
                    <a:pt x="13717" y="40186"/>
                    <a:pt x="14144" y="40388"/>
                  </a:cubicBezTo>
                  <a:cubicBezTo>
                    <a:pt x="15379" y="40955"/>
                    <a:pt x="16379" y="42223"/>
                    <a:pt x="17747" y="43057"/>
                  </a:cubicBezTo>
                  <a:cubicBezTo>
                    <a:pt x="18414" y="43457"/>
                    <a:pt x="19215" y="43791"/>
                    <a:pt x="20082" y="43824"/>
                  </a:cubicBezTo>
                  <a:cubicBezTo>
                    <a:pt x="20916" y="43791"/>
                    <a:pt x="21683" y="43657"/>
                    <a:pt x="22484" y="43424"/>
                  </a:cubicBezTo>
                  <a:cubicBezTo>
                    <a:pt x="23217" y="43157"/>
                    <a:pt x="23918" y="42723"/>
                    <a:pt x="24518" y="42156"/>
                  </a:cubicBezTo>
                  <a:cubicBezTo>
                    <a:pt x="25085" y="41656"/>
                    <a:pt x="25586" y="40989"/>
                    <a:pt x="25986" y="40355"/>
                  </a:cubicBezTo>
                  <a:cubicBezTo>
                    <a:pt x="26753" y="39087"/>
                    <a:pt x="27254" y="37720"/>
                    <a:pt x="27854" y="36452"/>
                  </a:cubicBezTo>
                  <a:cubicBezTo>
                    <a:pt x="28421" y="35151"/>
                    <a:pt x="29055" y="33950"/>
                    <a:pt x="29989" y="33083"/>
                  </a:cubicBezTo>
                  <a:cubicBezTo>
                    <a:pt x="30423" y="32616"/>
                    <a:pt x="30990" y="32282"/>
                    <a:pt x="31557" y="32016"/>
                  </a:cubicBezTo>
                  <a:cubicBezTo>
                    <a:pt x="32157" y="31782"/>
                    <a:pt x="32758" y="31649"/>
                    <a:pt x="33425" y="31615"/>
                  </a:cubicBezTo>
                  <a:cubicBezTo>
                    <a:pt x="33647" y="31615"/>
                    <a:pt x="33870" y="31600"/>
                    <a:pt x="34092" y="31600"/>
                  </a:cubicBezTo>
                  <a:cubicBezTo>
                    <a:pt x="34203" y="31600"/>
                    <a:pt x="34314" y="31604"/>
                    <a:pt x="34425" y="31615"/>
                  </a:cubicBezTo>
                  <a:lnTo>
                    <a:pt x="34926" y="31649"/>
                  </a:lnTo>
                  <a:lnTo>
                    <a:pt x="35426" y="31749"/>
                  </a:lnTo>
                  <a:cubicBezTo>
                    <a:pt x="35760" y="31782"/>
                    <a:pt x="36093" y="31882"/>
                    <a:pt x="36427" y="31949"/>
                  </a:cubicBezTo>
                  <a:cubicBezTo>
                    <a:pt x="36727" y="32016"/>
                    <a:pt x="37061" y="32149"/>
                    <a:pt x="37394" y="32282"/>
                  </a:cubicBezTo>
                  <a:cubicBezTo>
                    <a:pt x="38729" y="32816"/>
                    <a:pt x="39929" y="33617"/>
                    <a:pt x="41397" y="34217"/>
                  </a:cubicBezTo>
                  <a:cubicBezTo>
                    <a:pt x="42098" y="34484"/>
                    <a:pt x="42898" y="34651"/>
                    <a:pt x="43732" y="34718"/>
                  </a:cubicBezTo>
                  <a:cubicBezTo>
                    <a:pt x="43783" y="34722"/>
                    <a:pt x="43836" y="34724"/>
                    <a:pt x="43889" y="34724"/>
                  </a:cubicBezTo>
                  <a:cubicBezTo>
                    <a:pt x="44219" y="34724"/>
                    <a:pt x="44589" y="34646"/>
                    <a:pt x="44933" y="34617"/>
                  </a:cubicBezTo>
                  <a:cubicBezTo>
                    <a:pt x="45367" y="34551"/>
                    <a:pt x="45734" y="34417"/>
                    <a:pt x="46100" y="34284"/>
                  </a:cubicBezTo>
                  <a:cubicBezTo>
                    <a:pt x="46534" y="34150"/>
                    <a:pt x="46868" y="33950"/>
                    <a:pt x="47235" y="33784"/>
                  </a:cubicBezTo>
                  <a:cubicBezTo>
                    <a:pt x="47568" y="33583"/>
                    <a:pt x="47902" y="33383"/>
                    <a:pt x="48235" y="33116"/>
                  </a:cubicBezTo>
                  <a:cubicBezTo>
                    <a:pt x="48869" y="32616"/>
                    <a:pt x="49436" y="32082"/>
                    <a:pt x="49937" y="31449"/>
                  </a:cubicBezTo>
                  <a:cubicBezTo>
                    <a:pt x="50937" y="30214"/>
                    <a:pt x="51738" y="28813"/>
                    <a:pt x="52438" y="27446"/>
                  </a:cubicBezTo>
                  <a:cubicBezTo>
                    <a:pt x="52839" y="26778"/>
                    <a:pt x="53172" y="26078"/>
                    <a:pt x="53539" y="25411"/>
                  </a:cubicBezTo>
                  <a:cubicBezTo>
                    <a:pt x="53906" y="24777"/>
                    <a:pt x="54273" y="24110"/>
                    <a:pt x="54773" y="23543"/>
                  </a:cubicBezTo>
                  <a:cubicBezTo>
                    <a:pt x="55240" y="22942"/>
                    <a:pt x="55741" y="22375"/>
                    <a:pt x="56341" y="21875"/>
                  </a:cubicBezTo>
                  <a:cubicBezTo>
                    <a:pt x="56875" y="21375"/>
                    <a:pt x="57509" y="20908"/>
                    <a:pt x="58109" y="20474"/>
                  </a:cubicBezTo>
                  <a:cubicBezTo>
                    <a:pt x="59377" y="19640"/>
                    <a:pt x="60778" y="19040"/>
                    <a:pt x="62245" y="18473"/>
                  </a:cubicBezTo>
                  <a:cubicBezTo>
                    <a:pt x="63713" y="17939"/>
                    <a:pt x="65214" y="17539"/>
                    <a:pt x="66715" y="17072"/>
                  </a:cubicBezTo>
                  <a:cubicBezTo>
                    <a:pt x="68216" y="16605"/>
                    <a:pt x="69717" y="16104"/>
                    <a:pt x="71085" y="15204"/>
                  </a:cubicBezTo>
                  <a:lnTo>
                    <a:pt x="71585" y="14803"/>
                  </a:lnTo>
                  <a:cubicBezTo>
                    <a:pt x="71752" y="14703"/>
                    <a:pt x="71919" y="14536"/>
                    <a:pt x="72052" y="14403"/>
                  </a:cubicBezTo>
                  <a:lnTo>
                    <a:pt x="72886" y="13569"/>
                  </a:lnTo>
                  <a:cubicBezTo>
                    <a:pt x="73420" y="13035"/>
                    <a:pt x="73920" y="12435"/>
                    <a:pt x="74454" y="11901"/>
                  </a:cubicBezTo>
                  <a:cubicBezTo>
                    <a:pt x="74954" y="11367"/>
                    <a:pt x="75521" y="10767"/>
                    <a:pt x="76055" y="10267"/>
                  </a:cubicBezTo>
                  <a:cubicBezTo>
                    <a:pt x="76589" y="9733"/>
                    <a:pt x="77189" y="9266"/>
                    <a:pt x="77756" y="8866"/>
                  </a:cubicBezTo>
                  <a:cubicBezTo>
                    <a:pt x="78357" y="8465"/>
                    <a:pt x="79024" y="8132"/>
                    <a:pt x="79691" y="7932"/>
                  </a:cubicBezTo>
                  <a:cubicBezTo>
                    <a:pt x="80358" y="7732"/>
                    <a:pt x="81059" y="7598"/>
                    <a:pt x="81759" y="7565"/>
                  </a:cubicBezTo>
                  <a:lnTo>
                    <a:pt x="82893" y="7431"/>
                  </a:lnTo>
                  <a:lnTo>
                    <a:pt x="84028" y="7198"/>
                  </a:lnTo>
                  <a:cubicBezTo>
                    <a:pt x="84728" y="6931"/>
                    <a:pt x="85429" y="6697"/>
                    <a:pt x="86096" y="6297"/>
                  </a:cubicBezTo>
                  <a:cubicBezTo>
                    <a:pt x="87430" y="5597"/>
                    <a:pt x="88564" y="4729"/>
                    <a:pt x="89732" y="3929"/>
                  </a:cubicBezTo>
                  <a:cubicBezTo>
                    <a:pt x="90866" y="3095"/>
                    <a:pt x="92033" y="2394"/>
                    <a:pt x="93234" y="1861"/>
                  </a:cubicBezTo>
                  <a:cubicBezTo>
                    <a:pt x="94435" y="1294"/>
                    <a:pt x="95703" y="1060"/>
                    <a:pt x="96970" y="893"/>
                  </a:cubicBezTo>
                  <a:cubicBezTo>
                    <a:pt x="97435" y="834"/>
                    <a:pt x="97895" y="804"/>
                    <a:pt x="98348" y="804"/>
                  </a:cubicBezTo>
                  <a:cubicBezTo>
                    <a:pt x="99164" y="804"/>
                    <a:pt x="99956" y="900"/>
                    <a:pt x="100706" y="1093"/>
                  </a:cubicBezTo>
                  <a:cubicBezTo>
                    <a:pt x="101874" y="1394"/>
                    <a:pt x="102974" y="1861"/>
                    <a:pt x="104075" y="2361"/>
                  </a:cubicBezTo>
                  <a:cubicBezTo>
                    <a:pt x="105143" y="2861"/>
                    <a:pt x="106210" y="3362"/>
                    <a:pt x="107278" y="3762"/>
                  </a:cubicBezTo>
                  <a:cubicBezTo>
                    <a:pt x="107811" y="3962"/>
                    <a:pt x="108312" y="4196"/>
                    <a:pt x="108879" y="4296"/>
                  </a:cubicBezTo>
                  <a:cubicBezTo>
                    <a:pt x="109112" y="4396"/>
                    <a:pt x="109412" y="4429"/>
                    <a:pt x="109646" y="4529"/>
                  </a:cubicBezTo>
                  <a:cubicBezTo>
                    <a:pt x="109913" y="4563"/>
                    <a:pt x="110213" y="4596"/>
                    <a:pt x="110446" y="4629"/>
                  </a:cubicBezTo>
                  <a:cubicBezTo>
                    <a:pt x="111215" y="4748"/>
                    <a:pt x="111959" y="4790"/>
                    <a:pt x="112676" y="4790"/>
                  </a:cubicBezTo>
                  <a:cubicBezTo>
                    <a:pt x="113981" y="4790"/>
                    <a:pt x="115198" y="4649"/>
                    <a:pt x="116317" y="4563"/>
                  </a:cubicBezTo>
                  <a:cubicBezTo>
                    <a:pt x="116784" y="4529"/>
                    <a:pt x="117218" y="4463"/>
                    <a:pt x="117618" y="4429"/>
                  </a:cubicBezTo>
                  <a:cubicBezTo>
                    <a:pt x="118052" y="4396"/>
                    <a:pt x="118452" y="4362"/>
                    <a:pt x="118819" y="4296"/>
                  </a:cubicBezTo>
                  <a:cubicBezTo>
                    <a:pt x="119100" y="4284"/>
                    <a:pt x="119376" y="4276"/>
                    <a:pt x="119646" y="4276"/>
                  </a:cubicBezTo>
                  <a:cubicBezTo>
                    <a:pt x="120115" y="4276"/>
                    <a:pt x="120564" y="4299"/>
                    <a:pt x="120987" y="4362"/>
                  </a:cubicBezTo>
                  <a:cubicBezTo>
                    <a:pt x="122388" y="4529"/>
                    <a:pt x="123456" y="4963"/>
                    <a:pt x="124223" y="5530"/>
                  </a:cubicBezTo>
                  <a:cubicBezTo>
                    <a:pt x="124957" y="6064"/>
                    <a:pt x="125424" y="6631"/>
                    <a:pt x="125724" y="7031"/>
                  </a:cubicBezTo>
                  <a:cubicBezTo>
                    <a:pt x="125991" y="7431"/>
                    <a:pt x="126124" y="7631"/>
                    <a:pt x="126124" y="7631"/>
                  </a:cubicBezTo>
                  <a:cubicBezTo>
                    <a:pt x="126258" y="7898"/>
                    <a:pt x="126391" y="8098"/>
                    <a:pt x="126491" y="8265"/>
                  </a:cubicBezTo>
                  <a:cubicBezTo>
                    <a:pt x="126591" y="8432"/>
                    <a:pt x="126658" y="8599"/>
                    <a:pt x="126758" y="8732"/>
                  </a:cubicBezTo>
                  <a:cubicBezTo>
                    <a:pt x="126925" y="8966"/>
                    <a:pt x="127058" y="9066"/>
                    <a:pt x="127092" y="9066"/>
                  </a:cubicBezTo>
                  <a:cubicBezTo>
                    <a:pt x="127158" y="9032"/>
                    <a:pt x="127158" y="8899"/>
                    <a:pt x="127092" y="8599"/>
                  </a:cubicBezTo>
                  <a:cubicBezTo>
                    <a:pt x="127058" y="8432"/>
                    <a:pt x="126992" y="8265"/>
                    <a:pt x="126925" y="8065"/>
                  </a:cubicBezTo>
                  <a:cubicBezTo>
                    <a:pt x="126825" y="7865"/>
                    <a:pt x="126725" y="7598"/>
                    <a:pt x="126591" y="7365"/>
                  </a:cubicBezTo>
                  <a:cubicBezTo>
                    <a:pt x="126591" y="7365"/>
                    <a:pt x="126458" y="7131"/>
                    <a:pt x="126158" y="6697"/>
                  </a:cubicBezTo>
                  <a:cubicBezTo>
                    <a:pt x="125824" y="6264"/>
                    <a:pt x="125390" y="5597"/>
                    <a:pt x="124557" y="5030"/>
                  </a:cubicBezTo>
                  <a:cubicBezTo>
                    <a:pt x="123723" y="4429"/>
                    <a:pt x="122555" y="3895"/>
                    <a:pt x="121121" y="3729"/>
                  </a:cubicBezTo>
                  <a:cubicBezTo>
                    <a:pt x="120654" y="3640"/>
                    <a:pt x="120142" y="3610"/>
                    <a:pt x="119616" y="3610"/>
                  </a:cubicBezTo>
                  <a:cubicBezTo>
                    <a:pt x="119353" y="3610"/>
                    <a:pt x="119086" y="3617"/>
                    <a:pt x="118819" y="3629"/>
                  </a:cubicBezTo>
                  <a:lnTo>
                    <a:pt x="117585" y="3762"/>
                  </a:lnTo>
                  <a:cubicBezTo>
                    <a:pt x="117151" y="3795"/>
                    <a:pt x="116751" y="3862"/>
                    <a:pt x="116284" y="3895"/>
                  </a:cubicBezTo>
                  <a:cubicBezTo>
                    <a:pt x="115206" y="3978"/>
                    <a:pt x="114050" y="4100"/>
                    <a:pt x="112841" y="4100"/>
                  </a:cubicBezTo>
                  <a:cubicBezTo>
                    <a:pt x="112105" y="4100"/>
                    <a:pt x="111350" y="4055"/>
                    <a:pt x="110580" y="3929"/>
                  </a:cubicBezTo>
                  <a:cubicBezTo>
                    <a:pt x="108545" y="3629"/>
                    <a:pt x="106544" y="2628"/>
                    <a:pt x="104375" y="1627"/>
                  </a:cubicBezTo>
                  <a:cubicBezTo>
                    <a:pt x="103275" y="1127"/>
                    <a:pt x="102141" y="593"/>
                    <a:pt x="100906" y="293"/>
                  </a:cubicBezTo>
                  <a:cubicBezTo>
                    <a:pt x="100017" y="106"/>
                    <a:pt x="99095" y="1"/>
                    <a:pt x="98163"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78" name="Google Shape;1278;p9"/>
            <p:cNvSpPr/>
            <p:nvPr/>
          </p:nvSpPr>
          <p:spPr>
            <a:xfrm>
              <a:off x="3247500" y="3562475"/>
              <a:ext cx="3218225" cy="2001150"/>
            </a:xfrm>
            <a:custGeom>
              <a:avLst/>
              <a:gdLst/>
              <a:ahLst/>
              <a:cxnLst/>
              <a:rect l="l" t="t" r="r" b="b"/>
              <a:pathLst>
                <a:path w="128729" h="80046" extrusionOk="0">
                  <a:moveTo>
                    <a:pt x="105098" y="0"/>
                  </a:moveTo>
                  <a:cubicBezTo>
                    <a:pt x="104528" y="0"/>
                    <a:pt x="103947" y="42"/>
                    <a:pt x="103374" y="121"/>
                  </a:cubicBezTo>
                  <a:cubicBezTo>
                    <a:pt x="102173" y="288"/>
                    <a:pt x="100972" y="622"/>
                    <a:pt x="99738" y="1089"/>
                  </a:cubicBezTo>
                  <a:cubicBezTo>
                    <a:pt x="98537" y="1522"/>
                    <a:pt x="97370" y="2156"/>
                    <a:pt x="96202" y="2823"/>
                  </a:cubicBezTo>
                  <a:cubicBezTo>
                    <a:pt x="93867" y="4191"/>
                    <a:pt x="91832" y="6126"/>
                    <a:pt x="89230" y="7293"/>
                  </a:cubicBezTo>
                  <a:cubicBezTo>
                    <a:pt x="87963" y="7827"/>
                    <a:pt x="86562" y="8194"/>
                    <a:pt x="85128" y="8361"/>
                  </a:cubicBezTo>
                  <a:cubicBezTo>
                    <a:pt x="84360" y="8461"/>
                    <a:pt x="83660" y="8527"/>
                    <a:pt x="82893" y="8594"/>
                  </a:cubicBezTo>
                  <a:cubicBezTo>
                    <a:pt x="82526" y="8627"/>
                    <a:pt x="82159" y="8661"/>
                    <a:pt x="81792" y="8661"/>
                  </a:cubicBezTo>
                  <a:cubicBezTo>
                    <a:pt x="81392" y="8661"/>
                    <a:pt x="81025" y="8694"/>
                    <a:pt x="80658" y="8761"/>
                  </a:cubicBezTo>
                  <a:cubicBezTo>
                    <a:pt x="79890" y="8828"/>
                    <a:pt x="79157" y="9028"/>
                    <a:pt x="78389" y="9261"/>
                  </a:cubicBezTo>
                  <a:cubicBezTo>
                    <a:pt x="77689" y="9495"/>
                    <a:pt x="76955" y="9795"/>
                    <a:pt x="76288" y="10162"/>
                  </a:cubicBezTo>
                  <a:cubicBezTo>
                    <a:pt x="74887" y="10862"/>
                    <a:pt x="73653" y="11830"/>
                    <a:pt x="72452" y="12830"/>
                  </a:cubicBezTo>
                  <a:cubicBezTo>
                    <a:pt x="71218" y="13831"/>
                    <a:pt x="70117" y="14965"/>
                    <a:pt x="68849" y="15866"/>
                  </a:cubicBezTo>
                  <a:cubicBezTo>
                    <a:pt x="67615" y="16833"/>
                    <a:pt x="66214" y="17600"/>
                    <a:pt x="64813" y="18301"/>
                  </a:cubicBezTo>
                  <a:cubicBezTo>
                    <a:pt x="63379" y="19001"/>
                    <a:pt x="61944" y="19635"/>
                    <a:pt x="60510" y="20436"/>
                  </a:cubicBezTo>
                  <a:cubicBezTo>
                    <a:pt x="59109" y="21203"/>
                    <a:pt x="57808" y="22170"/>
                    <a:pt x="56707" y="23438"/>
                  </a:cubicBezTo>
                  <a:cubicBezTo>
                    <a:pt x="54539" y="25940"/>
                    <a:pt x="53705" y="29142"/>
                    <a:pt x="52137" y="31811"/>
                  </a:cubicBezTo>
                  <a:cubicBezTo>
                    <a:pt x="51770" y="32478"/>
                    <a:pt x="51303" y="33112"/>
                    <a:pt x="50703" y="33612"/>
                  </a:cubicBezTo>
                  <a:cubicBezTo>
                    <a:pt x="50169" y="34112"/>
                    <a:pt x="49469" y="34446"/>
                    <a:pt x="48768" y="34613"/>
                  </a:cubicBezTo>
                  <a:cubicBezTo>
                    <a:pt x="48363" y="34701"/>
                    <a:pt x="47968" y="34742"/>
                    <a:pt x="47571" y="34742"/>
                  </a:cubicBezTo>
                  <a:cubicBezTo>
                    <a:pt x="47217" y="34742"/>
                    <a:pt x="46862" y="34709"/>
                    <a:pt x="46500" y="34646"/>
                  </a:cubicBezTo>
                  <a:cubicBezTo>
                    <a:pt x="45766" y="34513"/>
                    <a:pt x="45032" y="34279"/>
                    <a:pt x="44298" y="34046"/>
                  </a:cubicBezTo>
                  <a:cubicBezTo>
                    <a:pt x="42831" y="33612"/>
                    <a:pt x="41430" y="33011"/>
                    <a:pt x="39962" y="32544"/>
                  </a:cubicBezTo>
                  <a:cubicBezTo>
                    <a:pt x="39195" y="32311"/>
                    <a:pt x="38461" y="32144"/>
                    <a:pt x="37694" y="32011"/>
                  </a:cubicBezTo>
                  <a:lnTo>
                    <a:pt x="37127" y="31977"/>
                  </a:lnTo>
                  <a:lnTo>
                    <a:pt x="36826" y="31944"/>
                  </a:lnTo>
                  <a:lnTo>
                    <a:pt x="36526" y="31944"/>
                  </a:lnTo>
                  <a:lnTo>
                    <a:pt x="35959" y="31977"/>
                  </a:lnTo>
                  <a:cubicBezTo>
                    <a:pt x="35759" y="31977"/>
                    <a:pt x="35592" y="32011"/>
                    <a:pt x="35359" y="32044"/>
                  </a:cubicBezTo>
                  <a:cubicBezTo>
                    <a:pt x="34992" y="32111"/>
                    <a:pt x="34658" y="32278"/>
                    <a:pt x="34291" y="32378"/>
                  </a:cubicBezTo>
                  <a:cubicBezTo>
                    <a:pt x="34124" y="32444"/>
                    <a:pt x="33958" y="32544"/>
                    <a:pt x="33791" y="32645"/>
                  </a:cubicBezTo>
                  <a:lnTo>
                    <a:pt x="33291" y="32945"/>
                  </a:lnTo>
                  <a:cubicBezTo>
                    <a:pt x="32957" y="33145"/>
                    <a:pt x="32657" y="33378"/>
                    <a:pt x="32357" y="33612"/>
                  </a:cubicBezTo>
                  <a:cubicBezTo>
                    <a:pt x="32090" y="33845"/>
                    <a:pt x="31823" y="34146"/>
                    <a:pt x="31589" y="34379"/>
                  </a:cubicBezTo>
                  <a:cubicBezTo>
                    <a:pt x="31289" y="34646"/>
                    <a:pt x="31122" y="34946"/>
                    <a:pt x="30855" y="35213"/>
                  </a:cubicBezTo>
                  <a:lnTo>
                    <a:pt x="30522" y="35647"/>
                  </a:lnTo>
                  <a:lnTo>
                    <a:pt x="30255" y="36147"/>
                  </a:lnTo>
                  <a:cubicBezTo>
                    <a:pt x="29955" y="36814"/>
                    <a:pt x="29688" y="37515"/>
                    <a:pt x="29521" y="38182"/>
                  </a:cubicBezTo>
                  <a:cubicBezTo>
                    <a:pt x="29154" y="39516"/>
                    <a:pt x="28987" y="40951"/>
                    <a:pt x="28354" y="42185"/>
                  </a:cubicBezTo>
                  <a:cubicBezTo>
                    <a:pt x="28287" y="42352"/>
                    <a:pt x="28187" y="42518"/>
                    <a:pt x="28120" y="42652"/>
                  </a:cubicBezTo>
                  <a:cubicBezTo>
                    <a:pt x="28020" y="42819"/>
                    <a:pt x="27953" y="42952"/>
                    <a:pt x="27820" y="43052"/>
                  </a:cubicBezTo>
                  <a:cubicBezTo>
                    <a:pt x="27753" y="43185"/>
                    <a:pt x="27586" y="43286"/>
                    <a:pt x="27453" y="43386"/>
                  </a:cubicBezTo>
                  <a:cubicBezTo>
                    <a:pt x="27320" y="43519"/>
                    <a:pt x="27186" y="43652"/>
                    <a:pt x="27019" y="43719"/>
                  </a:cubicBezTo>
                  <a:cubicBezTo>
                    <a:pt x="26546" y="44104"/>
                    <a:pt x="25968" y="44331"/>
                    <a:pt x="25378" y="44331"/>
                  </a:cubicBezTo>
                  <a:cubicBezTo>
                    <a:pt x="25303" y="44331"/>
                    <a:pt x="25227" y="44327"/>
                    <a:pt x="25151" y="44320"/>
                  </a:cubicBezTo>
                  <a:cubicBezTo>
                    <a:pt x="24484" y="44220"/>
                    <a:pt x="23850" y="43786"/>
                    <a:pt x="23283" y="43352"/>
                  </a:cubicBezTo>
                  <a:cubicBezTo>
                    <a:pt x="22650" y="42952"/>
                    <a:pt x="22083" y="42452"/>
                    <a:pt x="21315" y="42151"/>
                  </a:cubicBezTo>
                  <a:cubicBezTo>
                    <a:pt x="20581" y="41851"/>
                    <a:pt x="19814" y="41651"/>
                    <a:pt x="19014" y="41618"/>
                  </a:cubicBezTo>
                  <a:cubicBezTo>
                    <a:pt x="18902" y="41608"/>
                    <a:pt x="18789" y="41603"/>
                    <a:pt x="18676" y="41603"/>
                  </a:cubicBezTo>
                  <a:cubicBezTo>
                    <a:pt x="18014" y="41603"/>
                    <a:pt x="17334" y="41766"/>
                    <a:pt x="16679" y="42051"/>
                  </a:cubicBezTo>
                  <a:cubicBezTo>
                    <a:pt x="15945" y="42452"/>
                    <a:pt x="15311" y="42952"/>
                    <a:pt x="14777" y="43519"/>
                  </a:cubicBezTo>
                  <a:cubicBezTo>
                    <a:pt x="14244" y="44119"/>
                    <a:pt x="13777" y="44720"/>
                    <a:pt x="13276" y="45320"/>
                  </a:cubicBezTo>
                  <a:cubicBezTo>
                    <a:pt x="12776" y="45954"/>
                    <a:pt x="12276" y="46521"/>
                    <a:pt x="11675" y="46988"/>
                  </a:cubicBezTo>
                  <a:cubicBezTo>
                    <a:pt x="11108" y="47455"/>
                    <a:pt x="10441" y="47789"/>
                    <a:pt x="9674" y="47855"/>
                  </a:cubicBezTo>
                  <a:cubicBezTo>
                    <a:pt x="9507" y="47889"/>
                    <a:pt x="9340" y="47889"/>
                    <a:pt x="9140" y="47889"/>
                  </a:cubicBezTo>
                  <a:cubicBezTo>
                    <a:pt x="8940" y="47889"/>
                    <a:pt x="8773" y="47889"/>
                    <a:pt x="8573" y="47855"/>
                  </a:cubicBezTo>
                  <a:cubicBezTo>
                    <a:pt x="8173" y="47822"/>
                    <a:pt x="7772" y="47722"/>
                    <a:pt x="7339" y="47722"/>
                  </a:cubicBezTo>
                  <a:cubicBezTo>
                    <a:pt x="7243" y="47718"/>
                    <a:pt x="7146" y="47716"/>
                    <a:pt x="7048" y="47716"/>
                  </a:cubicBezTo>
                  <a:cubicBezTo>
                    <a:pt x="6364" y="47716"/>
                    <a:pt x="5637" y="47818"/>
                    <a:pt x="4937" y="48022"/>
                  </a:cubicBezTo>
                  <a:cubicBezTo>
                    <a:pt x="3336" y="48489"/>
                    <a:pt x="1968" y="49557"/>
                    <a:pt x="1134" y="50991"/>
                  </a:cubicBezTo>
                  <a:cubicBezTo>
                    <a:pt x="300" y="52392"/>
                    <a:pt x="0" y="54127"/>
                    <a:pt x="334" y="55728"/>
                  </a:cubicBezTo>
                  <a:cubicBezTo>
                    <a:pt x="667" y="57362"/>
                    <a:pt x="1635" y="58830"/>
                    <a:pt x="2936" y="59831"/>
                  </a:cubicBezTo>
                  <a:cubicBezTo>
                    <a:pt x="4236" y="60831"/>
                    <a:pt x="5671" y="61532"/>
                    <a:pt x="7139" y="62132"/>
                  </a:cubicBezTo>
                  <a:cubicBezTo>
                    <a:pt x="8606" y="62699"/>
                    <a:pt x="10141" y="63133"/>
                    <a:pt x="11642" y="63533"/>
                  </a:cubicBezTo>
                  <a:cubicBezTo>
                    <a:pt x="14644" y="64367"/>
                    <a:pt x="17646" y="65134"/>
                    <a:pt x="20315" y="66469"/>
                  </a:cubicBezTo>
                  <a:cubicBezTo>
                    <a:pt x="20682" y="66569"/>
                    <a:pt x="21015" y="66736"/>
                    <a:pt x="21349" y="66902"/>
                  </a:cubicBezTo>
                  <a:lnTo>
                    <a:pt x="21849" y="67169"/>
                  </a:lnTo>
                  <a:lnTo>
                    <a:pt x="22416" y="67369"/>
                  </a:lnTo>
                  <a:cubicBezTo>
                    <a:pt x="23117" y="67636"/>
                    <a:pt x="23817" y="67903"/>
                    <a:pt x="24518" y="68070"/>
                  </a:cubicBezTo>
                  <a:cubicBezTo>
                    <a:pt x="24918" y="68203"/>
                    <a:pt x="25251" y="68303"/>
                    <a:pt x="25618" y="68370"/>
                  </a:cubicBezTo>
                  <a:cubicBezTo>
                    <a:pt x="25985" y="68403"/>
                    <a:pt x="26319" y="68504"/>
                    <a:pt x="26686" y="68537"/>
                  </a:cubicBezTo>
                  <a:cubicBezTo>
                    <a:pt x="27420" y="68670"/>
                    <a:pt x="28154" y="68670"/>
                    <a:pt x="28854" y="68737"/>
                  </a:cubicBezTo>
                  <a:cubicBezTo>
                    <a:pt x="29099" y="68759"/>
                    <a:pt x="29340" y="68767"/>
                    <a:pt x="29578" y="68767"/>
                  </a:cubicBezTo>
                  <a:cubicBezTo>
                    <a:pt x="30055" y="68767"/>
                    <a:pt x="30522" y="68737"/>
                    <a:pt x="30989" y="68737"/>
                  </a:cubicBezTo>
                  <a:cubicBezTo>
                    <a:pt x="31689" y="68704"/>
                    <a:pt x="32390" y="68670"/>
                    <a:pt x="33090" y="68570"/>
                  </a:cubicBezTo>
                  <a:cubicBezTo>
                    <a:pt x="34458" y="68370"/>
                    <a:pt x="35792" y="68170"/>
                    <a:pt x="37127" y="68137"/>
                  </a:cubicBezTo>
                  <a:cubicBezTo>
                    <a:pt x="37422" y="68114"/>
                    <a:pt x="37715" y="68104"/>
                    <a:pt x="38007" y="68104"/>
                  </a:cubicBezTo>
                  <a:cubicBezTo>
                    <a:pt x="39032" y="68104"/>
                    <a:pt x="40028" y="68236"/>
                    <a:pt x="40963" y="68470"/>
                  </a:cubicBezTo>
                  <a:cubicBezTo>
                    <a:pt x="42197" y="68737"/>
                    <a:pt x="43331" y="69204"/>
                    <a:pt x="44465" y="69671"/>
                  </a:cubicBezTo>
                  <a:cubicBezTo>
                    <a:pt x="45599" y="70171"/>
                    <a:pt x="46667" y="70638"/>
                    <a:pt x="47768" y="71005"/>
                  </a:cubicBezTo>
                  <a:cubicBezTo>
                    <a:pt x="48301" y="71172"/>
                    <a:pt x="48802" y="71372"/>
                    <a:pt x="49335" y="71539"/>
                  </a:cubicBezTo>
                  <a:cubicBezTo>
                    <a:pt x="49836" y="71706"/>
                    <a:pt x="50369" y="71839"/>
                    <a:pt x="50936" y="71906"/>
                  </a:cubicBezTo>
                  <a:cubicBezTo>
                    <a:pt x="53038" y="72306"/>
                    <a:pt x="55039" y="72206"/>
                    <a:pt x="56841" y="72240"/>
                  </a:cubicBezTo>
                  <a:cubicBezTo>
                    <a:pt x="58642" y="72306"/>
                    <a:pt x="60276" y="72373"/>
                    <a:pt x="61544" y="72973"/>
                  </a:cubicBezTo>
                  <a:cubicBezTo>
                    <a:pt x="62812" y="73507"/>
                    <a:pt x="63612" y="74508"/>
                    <a:pt x="63979" y="75375"/>
                  </a:cubicBezTo>
                  <a:cubicBezTo>
                    <a:pt x="64379" y="76242"/>
                    <a:pt x="64513" y="77010"/>
                    <a:pt x="64613" y="77510"/>
                  </a:cubicBezTo>
                  <a:cubicBezTo>
                    <a:pt x="64646" y="77744"/>
                    <a:pt x="64680" y="77977"/>
                    <a:pt x="64680" y="78077"/>
                  </a:cubicBezTo>
                  <a:lnTo>
                    <a:pt x="64680" y="78311"/>
                  </a:lnTo>
                  <a:cubicBezTo>
                    <a:pt x="64713" y="78577"/>
                    <a:pt x="64780" y="78844"/>
                    <a:pt x="64780" y="79044"/>
                  </a:cubicBezTo>
                  <a:cubicBezTo>
                    <a:pt x="64780" y="79245"/>
                    <a:pt x="64813" y="79411"/>
                    <a:pt x="64813" y="79578"/>
                  </a:cubicBezTo>
                  <a:cubicBezTo>
                    <a:pt x="64813" y="79878"/>
                    <a:pt x="64846" y="80045"/>
                    <a:pt x="64880" y="80045"/>
                  </a:cubicBezTo>
                  <a:cubicBezTo>
                    <a:pt x="64946" y="80045"/>
                    <a:pt x="64980" y="79912"/>
                    <a:pt x="64980" y="79645"/>
                  </a:cubicBezTo>
                  <a:lnTo>
                    <a:pt x="64980" y="79078"/>
                  </a:lnTo>
                  <a:cubicBezTo>
                    <a:pt x="64980" y="78878"/>
                    <a:pt x="64980" y="78577"/>
                    <a:pt x="64946" y="78311"/>
                  </a:cubicBezTo>
                  <a:lnTo>
                    <a:pt x="64946" y="78077"/>
                  </a:lnTo>
                  <a:cubicBezTo>
                    <a:pt x="64946" y="77977"/>
                    <a:pt x="64880" y="77777"/>
                    <a:pt x="64846" y="77510"/>
                  </a:cubicBezTo>
                  <a:cubicBezTo>
                    <a:pt x="64780" y="77010"/>
                    <a:pt x="64646" y="76209"/>
                    <a:pt x="64213" y="75308"/>
                  </a:cubicBezTo>
                  <a:cubicBezTo>
                    <a:pt x="63812" y="74374"/>
                    <a:pt x="62978" y="73307"/>
                    <a:pt x="61644" y="72707"/>
                  </a:cubicBezTo>
                  <a:cubicBezTo>
                    <a:pt x="60310" y="72139"/>
                    <a:pt x="58642" y="72006"/>
                    <a:pt x="56841" y="71973"/>
                  </a:cubicBezTo>
                  <a:cubicBezTo>
                    <a:pt x="55039" y="71906"/>
                    <a:pt x="53038" y="72006"/>
                    <a:pt x="50970" y="71639"/>
                  </a:cubicBezTo>
                  <a:cubicBezTo>
                    <a:pt x="50469" y="71539"/>
                    <a:pt x="49936" y="71406"/>
                    <a:pt x="49435" y="71239"/>
                  </a:cubicBezTo>
                  <a:cubicBezTo>
                    <a:pt x="48868" y="71072"/>
                    <a:pt x="48368" y="70905"/>
                    <a:pt x="47834" y="70705"/>
                  </a:cubicBezTo>
                  <a:cubicBezTo>
                    <a:pt x="46800" y="70305"/>
                    <a:pt x="45699" y="69838"/>
                    <a:pt x="44599" y="69371"/>
                  </a:cubicBezTo>
                  <a:cubicBezTo>
                    <a:pt x="43464" y="68904"/>
                    <a:pt x="42297" y="68403"/>
                    <a:pt x="41029" y="68137"/>
                  </a:cubicBezTo>
                  <a:cubicBezTo>
                    <a:pt x="40033" y="67867"/>
                    <a:pt x="38971" y="67750"/>
                    <a:pt x="37897" y="67750"/>
                  </a:cubicBezTo>
                  <a:cubicBezTo>
                    <a:pt x="37641" y="67750"/>
                    <a:pt x="37384" y="67757"/>
                    <a:pt x="37127" y="67770"/>
                  </a:cubicBezTo>
                  <a:cubicBezTo>
                    <a:pt x="35759" y="67803"/>
                    <a:pt x="34425" y="68003"/>
                    <a:pt x="33024" y="68170"/>
                  </a:cubicBezTo>
                  <a:cubicBezTo>
                    <a:pt x="32323" y="68270"/>
                    <a:pt x="31656" y="68303"/>
                    <a:pt x="30956" y="68337"/>
                  </a:cubicBezTo>
                  <a:cubicBezTo>
                    <a:pt x="30489" y="68337"/>
                    <a:pt x="30007" y="68352"/>
                    <a:pt x="29530" y="68352"/>
                  </a:cubicBezTo>
                  <a:cubicBezTo>
                    <a:pt x="29291" y="68352"/>
                    <a:pt x="29054" y="68348"/>
                    <a:pt x="28821" y="68337"/>
                  </a:cubicBezTo>
                  <a:cubicBezTo>
                    <a:pt x="25985" y="68203"/>
                    <a:pt x="23117" y="67436"/>
                    <a:pt x="20448" y="66102"/>
                  </a:cubicBezTo>
                  <a:cubicBezTo>
                    <a:pt x="17746" y="64701"/>
                    <a:pt x="14677" y="63967"/>
                    <a:pt x="11675" y="63133"/>
                  </a:cubicBezTo>
                  <a:cubicBezTo>
                    <a:pt x="10174" y="62699"/>
                    <a:pt x="8673" y="62299"/>
                    <a:pt x="7239" y="61699"/>
                  </a:cubicBezTo>
                  <a:cubicBezTo>
                    <a:pt x="5771" y="61132"/>
                    <a:pt x="4337" y="60464"/>
                    <a:pt x="3136" y="59464"/>
                  </a:cubicBezTo>
                  <a:cubicBezTo>
                    <a:pt x="1935" y="58496"/>
                    <a:pt x="1001" y="57129"/>
                    <a:pt x="734" y="55628"/>
                  </a:cubicBezTo>
                  <a:cubicBezTo>
                    <a:pt x="400" y="54127"/>
                    <a:pt x="667" y="52492"/>
                    <a:pt x="1468" y="51158"/>
                  </a:cubicBezTo>
                  <a:cubicBezTo>
                    <a:pt x="2235" y="49824"/>
                    <a:pt x="3569" y="48823"/>
                    <a:pt x="5004" y="48423"/>
                  </a:cubicBezTo>
                  <a:cubicBezTo>
                    <a:pt x="5649" y="48226"/>
                    <a:pt x="6319" y="48148"/>
                    <a:pt x="6952" y="48148"/>
                  </a:cubicBezTo>
                  <a:cubicBezTo>
                    <a:pt x="7071" y="48148"/>
                    <a:pt x="7189" y="48150"/>
                    <a:pt x="7305" y="48156"/>
                  </a:cubicBezTo>
                  <a:cubicBezTo>
                    <a:pt x="7739" y="48156"/>
                    <a:pt x="8073" y="48256"/>
                    <a:pt x="8473" y="48289"/>
                  </a:cubicBezTo>
                  <a:cubicBezTo>
                    <a:pt x="8673" y="48322"/>
                    <a:pt x="8906" y="48322"/>
                    <a:pt x="9107" y="48322"/>
                  </a:cubicBezTo>
                  <a:cubicBezTo>
                    <a:pt x="9307" y="48322"/>
                    <a:pt x="9507" y="48322"/>
                    <a:pt x="9740" y="48289"/>
                  </a:cubicBezTo>
                  <a:cubicBezTo>
                    <a:pt x="10574" y="48156"/>
                    <a:pt x="11342" y="47789"/>
                    <a:pt x="11975" y="47288"/>
                  </a:cubicBezTo>
                  <a:cubicBezTo>
                    <a:pt x="12609" y="46788"/>
                    <a:pt x="13143" y="46188"/>
                    <a:pt x="13643" y="45587"/>
                  </a:cubicBezTo>
                  <a:cubicBezTo>
                    <a:pt x="14611" y="44353"/>
                    <a:pt x="15578" y="43085"/>
                    <a:pt x="16912" y="42452"/>
                  </a:cubicBezTo>
                  <a:cubicBezTo>
                    <a:pt x="17467" y="42202"/>
                    <a:pt x="18044" y="42068"/>
                    <a:pt x="18644" y="42068"/>
                  </a:cubicBezTo>
                  <a:cubicBezTo>
                    <a:pt x="18767" y="42068"/>
                    <a:pt x="18890" y="42073"/>
                    <a:pt x="19014" y="42085"/>
                  </a:cubicBezTo>
                  <a:cubicBezTo>
                    <a:pt x="19748" y="42118"/>
                    <a:pt x="20481" y="42318"/>
                    <a:pt x="21149" y="42585"/>
                  </a:cubicBezTo>
                  <a:cubicBezTo>
                    <a:pt x="21816" y="42852"/>
                    <a:pt x="22416" y="43286"/>
                    <a:pt x="23017" y="43753"/>
                  </a:cubicBezTo>
                  <a:cubicBezTo>
                    <a:pt x="23650" y="44186"/>
                    <a:pt x="24284" y="44653"/>
                    <a:pt x="25118" y="44787"/>
                  </a:cubicBezTo>
                  <a:cubicBezTo>
                    <a:pt x="25225" y="44804"/>
                    <a:pt x="25335" y="44813"/>
                    <a:pt x="25445" y="44813"/>
                  </a:cubicBezTo>
                  <a:cubicBezTo>
                    <a:pt x="25746" y="44813"/>
                    <a:pt x="26050" y="44751"/>
                    <a:pt x="26319" y="44653"/>
                  </a:cubicBezTo>
                  <a:cubicBezTo>
                    <a:pt x="26519" y="44553"/>
                    <a:pt x="26686" y="44486"/>
                    <a:pt x="26853" y="44420"/>
                  </a:cubicBezTo>
                  <a:cubicBezTo>
                    <a:pt x="27019" y="44320"/>
                    <a:pt x="27186" y="44186"/>
                    <a:pt x="27353" y="44119"/>
                  </a:cubicBezTo>
                  <a:cubicBezTo>
                    <a:pt x="27520" y="44019"/>
                    <a:pt x="27653" y="43919"/>
                    <a:pt x="27820" y="43786"/>
                  </a:cubicBezTo>
                  <a:cubicBezTo>
                    <a:pt x="27953" y="43686"/>
                    <a:pt x="28120" y="43586"/>
                    <a:pt x="28254" y="43419"/>
                  </a:cubicBezTo>
                  <a:cubicBezTo>
                    <a:pt x="28354" y="43286"/>
                    <a:pt x="28487" y="43119"/>
                    <a:pt x="28587" y="42952"/>
                  </a:cubicBezTo>
                  <a:cubicBezTo>
                    <a:pt x="28687" y="42785"/>
                    <a:pt x="28787" y="42618"/>
                    <a:pt x="28854" y="42452"/>
                  </a:cubicBezTo>
                  <a:cubicBezTo>
                    <a:pt x="29521" y="41084"/>
                    <a:pt x="29688" y="39650"/>
                    <a:pt x="30088" y="38315"/>
                  </a:cubicBezTo>
                  <a:cubicBezTo>
                    <a:pt x="30288" y="37648"/>
                    <a:pt x="30489" y="37014"/>
                    <a:pt x="30789" y="36414"/>
                  </a:cubicBezTo>
                  <a:lnTo>
                    <a:pt x="31022" y="35947"/>
                  </a:lnTo>
                  <a:lnTo>
                    <a:pt x="31356" y="35513"/>
                  </a:lnTo>
                  <a:cubicBezTo>
                    <a:pt x="31589" y="35280"/>
                    <a:pt x="31789" y="34980"/>
                    <a:pt x="32023" y="34746"/>
                  </a:cubicBezTo>
                  <a:cubicBezTo>
                    <a:pt x="32957" y="33679"/>
                    <a:pt x="34158" y="32811"/>
                    <a:pt x="35592" y="32578"/>
                  </a:cubicBezTo>
                  <a:cubicBezTo>
                    <a:pt x="35792" y="32578"/>
                    <a:pt x="35959" y="32511"/>
                    <a:pt x="36126" y="32478"/>
                  </a:cubicBezTo>
                  <a:lnTo>
                    <a:pt x="36660" y="32444"/>
                  </a:lnTo>
                  <a:lnTo>
                    <a:pt x="36926" y="32444"/>
                  </a:lnTo>
                  <a:lnTo>
                    <a:pt x="37160" y="32478"/>
                  </a:lnTo>
                  <a:lnTo>
                    <a:pt x="37727" y="32511"/>
                  </a:lnTo>
                  <a:cubicBezTo>
                    <a:pt x="38461" y="32611"/>
                    <a:pt x="39161" y="32778"/>
                    <a:pt x="39895" y="33011"/>
                  </a:cubicBezTo>
                  <a:cubicBezTo>
                    <a:pt x="41330" y="33478"/>
                    <a:pt x="42764" y="34079"/>
                    <a:pt x="44198" y="34513"/>
                  </a:cubicBezTo>
                  <a:cubicBezTo>
                    <a:pt x="44966" y="34746"/>
                    <a:pt x="45733" y="34980"/>
                    <a:pt x="46500" y="35113"/>
                  </a:cubicBezTo>
                  <a:cubicBezTo>
                    <a:pt x="46878" y="35176"/>
                    <a:pt x="47263" y="35209"/>
                    <a:pt x="47649" y="35209"/>
                  </a:cubicBezTo>
                  <a:cubicBezTo>
                    <a:pt x="48081" y="35209"/>
                    <a:pt x="48512" y="35168"/>
                    <a:pt x="48935" y="35080"/>
                  </a:cubicBezTo>
                  <a:cubicBezTo>
                    <a:pt x="49702" y="34913"/>
                    <a:pt x="50469" y="34479"/>
                    <a:pt x="51103" y="33945"/>
                  </a:cubicBezTo>
                  <a:cubicBezTo>
                    <a:pt x="51670" y="33412"/>
                    <a:pt x="52171" y="32778"/>
                    <a:pt x="52604" y="32077"/>
                  </a:cubicBezTo>
                  <a:cubicBezTo>
                    <a:pt x="53438" y="30676"/>
                    <a:pt x="54005" y="29175"/>
                    <a:pt x="54672" y="27774"/>
                  </a:cubicBezTo>
                  <a:cubicBezTo>
                    <a:pt x="55006" y="27007"/>
                    <a:pt x="55406" y="26340"/>
                    <a:pt x="55773" y="25640"/>
                  </a:cubicBezTo>
                  <a:cubicBezTo>
                    <a:pt x="56174" y="24972"/>
                    <a:pt x="56641" y="24305"/>
                    <a:pt x="57141" y="23705"/>
                  </a:cubicBezTo>
                  <a:cubicBezTo>
                    <a:pt x="58142" y="22571"/>
                    <a:pt x="59443" y="21603"/>
                    <a:pt x="60810" y="20836"/>
                  </a:cubicBezTo>
                  <a:cubicBezTo>
                    <a:pt x="62245" y="20036"/>
                    <a:pt x="63679" y="19435"/>
                    <a:pt x="65113" y="18701"/>
                  </a:cubicBezTo>
                  <a:cubicBezTo>
                    <a:pt x="66581" y="18001"/>
                    <a:pt x="67949" y="17234"/>
                    <a:pt x="69250" y="16266"/>
                  </a:cubicBezTo>
                  <a:cubicBezTo>
                    <a:pt x="70517" y="15299"/>
                    <a:pt x="71618" y="14198"/>
                    <a:pt x="72819" y="13231"/>
                  </a:cubicBezTo>
                  <a:cubicBezTo>
                    <a:pt x="73986" y="12197"/>
                    <a:pt x="75254" y="11296"/>
                    <a:pt x="76588" y="10595"/>
                  </a:cubicBezTo>
                  <a:cubicBezTo>
                    <a:pt x="77255" y="10229"/>
                    <a:pt x="77956" y="9928"/>
                    <a:pt x="78656" y="9661"/>
                  </a:cubicBezTo>
                  <a:cubicBezTo>
                    <a:pt x="79357" y="9461"/>
                    <a:pt x="80091" y="9295"/>
                    <a:pt x="80824" y="9194"/>
                  </a:cubicBezTo>
                  <a:cubicBezTo>
                    <a:pt x="81191" y="9161"/>
                    <a:pt x="81592" y="9128"/>
                    <a:pt x="81959" y="9128"/>
                  </a:cubicBezTo>
                  <a:cubicBezTo>
                    <a:pt x="82326" y="9094"/>
                    <a:pt x="82692" y="9094"/>
                    <a:pt x="83093" y="9061"/>
                  </a:cubicBezTo>
                  <a:cubicBezTo>
                    <a:pt x="83827" y="8994"/>
                    <a:pt x="84527" y="8928"/>
                    <a:pt x="85294" y="8828"/>
                  </a:cubicBezTo>
                  <a:cubicBezTo>
                    <a:pt x="86762" y="8627"/>
                    <a:pt x="88196" y="8294"/>
                    <a:pt x="89531" y="7727"/>
                  </a:cubicBezTo>
                  <a:cubicBezTo>
                    <a:pt x="92199" y="6459"/>
                    <a:pt x="94267" y="4524"/>
                    <a:pt x="96536" y="3190"/>
                  </a:cubicBezTo>
                  <a:cubicBezTo>
                    <a:pt x="97670" y="2490"/>
                    <a:pt x="98837" y="1923"/>
                    <a:pt x="100005" y="1456"/>
                  </a:cubicBezTo>
                  <a:cubicBezTo>
                    <a:pt x="101172" y="989"/>
                    <a:pt x="102340" y="655"/>
                    <a:pt x="103541" y="555"/>
                  </a:cubicBezTo>
                  <a:cubicBezTo>
                    <a:pt x="104092" y="492"/>
                    <a:pt x="104643" y="459"/>
                    <a:pt x="105191" y="459"/>
                  </a:cubicBezTo>
                  <a:cubicBezTo>
                    <a:pt x="105803" y="459"/>
                    <a:pt x="106411" y="500"/>
                    <a:pt x="107010" y="588"/>
                  </a:cubicBezTo>
                  <a:cubicBezTo>
                    <a:pt x="107544" y="622"/>
                    <a:pt x="108111" y="788"/>
                    <a:pt x="108644" y="922"/>
                  </a:cubicBezTo>
                  <a:cubicBezTo>
                    <a:pt x="109178" y="1089"/>
                    <a:pt x="109678" y="1255"/>
                    <a:pt x="110179" y="1422"/>
                  </a:cubicBezTo>
                  <a:cubicBezTo>
                    <a:pt x="112180" y="2156"/>
                    <a:pt x="113848" y="3157"/>
                    <a:pt x="115383" y="4124"/>
                  </a:cubicBezTo>
                  <a:cubicBezTo>
                    <a:pt x="118518" y="5925"/>
                    <a:pt x="121487" y="6493"/>
                    <a:pt x="123455" y="6626"/>
                  </a:cubicBezTo>
                  <a:cubicBezTo>
                    <a:pt x="123855" y="6679"/>
                    <a:pt x="124213" y="6695"/>
                    <a:pt x="124532" y="6695"/>
                  </a:cubicBezTo>
                  <a:cubicBezTo>
                    <a:pt x="125011" y="6695"/>
                    <a:pt x="125403" y="6659"/>
                    <a:pt x="125723" y="6659"/>
                  </a:cubicBezTo>
                  <a:lnTo>
                    <a:pt x="126324" y="6659"/>
                  </a:lnTo>
                  <a:cubicBezTo>
                    <a:pt x="126457" y="6626"/>
                    <a:pt x="126524" y="6626"/>
                    <a:pt x="126524" y="6626"/>
                  </a:cubicBezTo>
                  <a:cubicBezTo>
                    <a:pt x="128354" y="6391"/>
                    <a:pt x="128729" y="6217"/>
                    <a:pt x="127618" y="6217"/>
                  </a:cubicBezTo>
                  <a:cubicBezTo>
                    <a:pt x="127311" y="6217"/>
                    <a:pt x="126891" y="6230"/>
                    <a:pt x="126357" y="6259"/>
                  </a:cubicBezTo>
                  <a:cubicBezTo>
                    <a:pt x="126357" y="6259"/>
                    <a:pt x="126257" y="6292"/>
                    <a:pt x="126157" y="6292"/>
                  </a:cubicBezTo>
                  <a:lnTo>
                    <a:pt x="125556" y="6292"/>
                  </a:lnTo>
                  <a:cubicBezTo>
                    <a:pt x="125271" y="6292"/>
                    <a:pt x="124908" y="6314"/>
                    <a:pt x="124464" y="6314"/>
                  </a:cubicBezTo>
                  <a:cubicBezTo>
                    <a:pt x="124130" y="6314"/>
                    <a:pt x="123750" y="6302"/>
                    <a:pt x="123322" y="6259"/>
                  </a:cubicBezTo>
                  <a:cubicBezTo>
                    <a:pt x="121387" y="6126"/>
                    <a:pt x="118518" y="5525"/>
                    <a:pt x="115383" y="3757"/>
                  </a:cubicBezTo>
                  <a:cubicBezTo>
                    <a:pt x="113848" y="2823"/>
                    <a:pt x="112147" y="1756"/>
                    <a:pt x="110145" y="989"/>
                  </a:cubicBezTo>
                  <a:cubicBezTo>
                    <a:pt x="109645" y="822"/>
                    <a:pt x="109145" y="655"/>
                    <a:pt x="108578" y="488"/>
                  </a:cubicBezTo>
                  <a:cubicBezTo>
                    <a:pt x="108044" y="355"/>
                    <a:pt x="107510" y="188"/>
                    <a:pt x="106910" y="155"/>
                  </a:cubicBezTo>
                  <a:cubicBezTo>
                    <a:pt x="106334" y="50"/>
                    <a:pt x="105722" y="0"/>
                    <a:pt x="105098"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79" name="Google Shape;1279;p9"/>
            <p:cNvSpPr/>
            <p:nvPr/>
          </p:nvSpPr>
          <p:spPr>
            <a:xfrm>
              <a:off x="4704375" y="4670050"/>
              <a:ext cx="445325" cy="247475"/>
            </a:xfrm>
            <a:custGeom>
              <a:avLst/>
              <a:gdLst/>
              <a:ahLst/>
              <a:cxnLst/>
              <a:rect l="l" t="t" r="r" b="b"/>
              <a:pathLst>
                <a:path w="17813" h="9899" extrusionOk="0">
                  <a:moveTo>
                    <a:pt x="3546" y="0"/>
                  </a:moveTo>
                  <a:cubicBezTo>
                    <a:pt x="2909" y="0"/>
                    <a:pt x="2293" y="245"/>
                    <a:pt x="1868" y="617"/>
                  </a:cubicBezTo>
                  <a:cubicBezTo>
                    <a:pt x="1268" y="1051"/>
                    <a:pt x="967" y="1651"/>
                    <a:pt x="701" y="2151"/>
                  </a:cubicBezTo>
                  <a:cubicBezTo>
                    <a:pt x="467" y="2685"/>
                    <a:pt x="267" y="3152"/>
                    <a:pt x="200" y="3552"/>
                  </a:cubicBezTo>
                  <a:cubicBezTo>
                    <a:pt x="133" y="3986"/>
                    <a:pt x="67" y="4320"/>
                    <a:pt x="33" y="4520"/>
                  </a:cubicBezTo>
                  <a:cubicBezTo>
                    <a:pt x="0" y="4720"/>
                    <a:pt x="0" y="4853"/>
                    <a:pt x="0" y="4853"/>
                  </a:cubicBezTo>
                  <a:cubicBezTo>
                    <a:pt x="0" y="4995"/>
                    <a:pt x="94" y="5071"/>
                    <a:pt x="187" y="5071"/>
                  </a:cubicBezTo>
                  <a:cubicBezTo>
                    <a:pt x="270" y="5071"/>
                    <a:pt x="351" y="5012"/>
                    <a:pt x="367" y="4887"/>
                  </a:cubicBezTo>
                  <a:cubicBezTo>
                    <a:pt x="367" y="4887"/>
                    <a:pt x="367" y="4787"/>
                    <a:pt x="400" y="4553"/>
                  </a:cubicBezTo>
                  <a:cubicBezTo>
                    <a:pt x="467" y="4353"/>
                    <a:pt x="500" y="4019"/>
                    <a:pt x="634" y="3653"/>
                  </a:cubicBezTo>
                  <a:cubicBezTo>
                    <a:pt x="701" y="3286"/>
                    <a:pt x="867" y="2819"/>
                    <a:pt x="1101" y="2352"/>
                  </a:cubicBezTo>
                  <a:cubicBezTo>
                    <a:pt x="1368" y="1885"/>
                    <a:pt x="1701" y="1384"/>
                    <a:pt x="2168" y="1051"/>
                  </a:cubicBezTo>
                  <a:cubicBezTo>
                    <a:pt x="2526" y="795"/>
                    <a:pt x="2962" y="638"/>
                    <a:pt x="3431" y="638"/>
                  </a:cubicBezTo>
                  <a:cubicBezTo>
                    <a:pt x="3574" y="638"/>
                    <a:pt x="3721" y="652"/>
                    <a:pt x="3869" y="684"/>
                  </a:cubicBezTo>
                  <a:cubicBezTo>
                    <a:pt x="4036" y="717"/>
                    <a:pt x="4170" y="784"/>
                    <a:pt x="4336" y="817"/>
                  </a:cubicBezTo>
                  <a:cubicBezTo>
                    <a:pt x="4470" y="817"/>
                    <a:pt x="4470" y="851"/>
                    <a:pt x="4537" y="884"/>
                  </a:cubicBezTo>
                  <a:cubicBezTo>
                    <a:pt x="4570" y="951"/>
                    <a:pt x="4670" y="984"/>
                    <a:pt x="4703" y="1017"/>
                  </a:cubicBezTo>
                  <a:cubicBezTo>
                    <a:pt x="4904" y="1217"/>
                    <a:pt x="5137" y="1518"/>
                    <a:pt x="5270" y="1818"/>
                  </a:cubicBezTo>
                  <a:cubicBezTo>
                    <a:pt x="5504" y="2118"/>
                    <a:pt x="5671" y="2452"/>
                    <a:pt x="5904" y="2785"/>
                  </a:cubicBezTo>
                  <a:cubicBezTo>
                    <a:pt x="6038" y="2885"/>
                    <a:pt x="6171" y="3052"/>
                    <a:pt x="6371" y="3186"/>
                  </a:cubicBezTo>
                  <a:cubicBezTo>
                    <a:pt x="6471" y="3286"/>
                    <a:pt x="6538" y="3286"/>
                    <a:pt x="6671" y="3352"/>
                  </a:cubicBezTo>
                  <a:cubicBezTo>
                    <a:pt x="6838" y="3386"/>
                    <a:pt x="6872" y="3386"/>
                    <a:pt x="7005" y="3452"/>
                  </a:cubicBezTo>
                  <a:lnTo>
                    <a:pt x="7305" y="3486"/>
                  </a:lnTo>
                  <a:lnTo>
                    <a:pt x="7572" y="3486"/>
                  </a:lnTo>
                  <a:cubicBezTo>
                    <a:pt x="7772" y="3486"/>
                    <a:pt x="7939" y="3452"/>
                    <a:pt x="8173" y="3386"/>
                  </a:cubicBezTo>
                  <a:cubicBezTo>
                    <a:pt x="8339" y="3352"/>
                    <a:pt x="8506" y="3286"/>
                    <a:pt x="8673" y="3186"/>
                  </a:cubicBezTo>
                  <a:cubicBezTo>
                    <a:pt x="8840" y="3152"/>
                    <a:pt x="9006" y="3052"/>
                    <a:pt x="9107" y="2985"/>
                  </a:cubicBezTo>
                  <a:cubicBezTo>
                    <a:pt x="9407" y="2852"/>
                    <a:pt x="9674" y="2719"/>
                    <a:pt x="9940" y="2652"/>
                  </a:cubicBezTo>
                  <a:lnTo>
                    <a:pt x="10174" y="2618"/>
                  </a:lnTo>
                  <a:cubicBezTo>
                    <a:pt x="10241" y="2552"/>
                    <a:pt x="10341" y="2552"/>
                    <a:pt x="10407" y="2552"/>
                  </a:cubicBezTo>
                  <a:lnTo>
                    <a:pt x="10874" y="2552"/>
                  </a:lnTo>
                  <a:cubicBezTo>
                    <a:pt x="11041" y="2552"/>
                    <a:pt x="11175" y="2618"/>
                    <a:pt x="11341" y="2618"/>
                  </a:cubicBezTo>
                  <a:cubicBezTo>
                    <a:pt x="11475" y="2652"/>
                    <a:pt x="11642" y="2685"/>
                    <a:pt x="11742" y="2785"/>
                  </a:cubicBezTo>
                  <a:cubicBezTo>
                    <a:pt x="12042" y="2885"/>
                    <a:pt x="12309" y="3119"/>
                    <a:pt x="12509" y="3352"/>
                  </a:cubicBezTo>
                  <a:cubicBezTo>
                    <a:pt x="12909" y="3853"/>
                    <a:pt x="13209" y="4520"/>
                    <a:pt x="13476" y="5154"/>
                  </a:cubicBezTo>
                  <a:cubicBezTo>
                    <a:pt x="13710" y="5787"/>
                    <a:pt x="13910" y="6455"/>
                    <a:pt x="14143" y="7055"/>
                  </a:cubicBezTo>
                  <a:cubicBezTo>
                    <a:pt x="14344" y="7689"/>
                    <a:pt x="14544" y="8289"/>
                    <a:pt x="14877" y="8790"/>
                  </a:cubicBezTo>
                  <a:cubicBezTo>
                    <a:pt x="15211" y="9223"/>
                    <a:pt x="15645" y="9657"/>
                    <a:pt x="16078" y="9790"/>
                  </a:cubicBezTo>
                  <a:cubicBezTo>
                    <a:pt x="16312" y="9874"/>
                    <a:pt x="16512" y="9899"/>
                    <a:pt x="16687" y="9899"/>
                  </a:cubicBezTo>
                  <a:cubicBezTo>
                    <a:pt x="16862" y="9899"/>
                    <a:pt x="17012" y="9874"/>
                    <a:pt x="17146" y="9857"/>
                  </a:cubicBezTo>
                  <a:cubicBezTo>
                    <a:pt x="17379" y="9824"/>
                    <a:pt x="17513" y="9790"/>
                    <a:pt x="17513" y="9790"/>
                  </a:cubicBezTo>
                  <a:cubicBezTo>
                    <a:pt x="17813" y="9657"/>
                    <a:pt x="17679" y="9357"/>
                    <a:pt x="17446" y="9290"/>
                  </a:cubicBezTo>
                  <a:cubicBezTo>
                    <a:pt x="17446" y="9273"/>
                    <a:pt x="17440" y="9267"/>
                    <a:pt x="17427" y="9267"/>
                  </a:cubicBezTo>
                  <a:cubicBezTo>
                    <a:pt x="17387" y="9267"/>
                    <a:pt x="17287" y="9323"/>
                    <a:pt x="17112" y="9323"/>
                  </a:cubicBezTo>
                  <a:cubicBezTo>
                    <a:pt x="17046" y="9334"/>
                    <a:pt x="16968" y="9342"/>
                    <a:pt x="16881" y="9342"/>
                  </a:cubicBezTo>
                  <a:cubicBezTo>
                    <a:pt x="16708" y="9342"/>
                    <a:pt x="16501" y="9312"/>
                    <a:pt x="16278" y="9223"/>
                  </a:cubicBezTo>
                  <a:cubicBezTo>
                    <a:pt x="15945" y="9123"/>
                    <a:pt x="15645" y="8823"/>
                    <a:pt x="15378" y="8356"/>
                  </a:cubicBezTo>
                  <a:cubicBezTo>
                    <a:pt x="15077" y="7889"/>
                    <a:pt x="14911" y="7355"/>
                    <a:pt x="14711" y="6721"/>
                  </a:cubicBezTo>
                  <a:cubicBezTo>
                    <a:pt x="14544" y="6154"/>
                    <a:pt x="14377" y="5454"/>
                    <a:pt x="14110" y="4787"/>
                  </a:cubicBezTo>
                  <a:cubicBezTo>
                    <a:pt x="13877" y="4120"/>
                    <a:pt x="13576" y="3386"/>
                    <a:pt x="13076" y="2785"/>
                  </a:cubicBezTo>
                  <a:cubicBezTo>
                    <a:pt x="12576" y="2151"/>
                    <a:pt x="11742" y="1718"/>
                    <a:pt x="10941" y="1718"/>
                  </a:cubicBezTo>
                  <a:cubicBezTo>
                    <a:pt x="10841" y="1701"/>
                    <a:pt x="10741" y="1693"/>
                    <a:pt x="10645" y="1693"/>
                  </a:cubicBezTo>
                  <a:cubicBezTo>
                    <a:pt x="10549" y="1693"/>
                    <a:pt x="10458" y="1701"/>
                    <a:pt x="10374" y="1718"/>
                  </a:cubicBezTo>
                  <a:cubicBezTo>
                    <a:pt x="10241" y="1785"/>
                    <a:pt x="10174" y="1785"/>
                    <a:pt x="10074" y="1785"/>
                  </a:cubicBezTo>
                  <a:lnTo>
                    <a:pt x="9807" y="1851"/>
                  </a:lnTo>
                  <a:cubicBezTo>
                    <a:pt x="9440" y="1985"/>
                    <a:pt x="9107" y="2151"/>
                    <a:pt x="8840" y="2285"/>
                  </a:cubicBezTo>
                  <a:cubicBezTo>
                    <a:pt x="8394" y="2547"/>
                    <a:pt x="7969" y="2727"/>
                    <a:pt x="7531" y="2727"/>
                  </a:cubicBezTo>
                  <a:cubicBezTo>
                    <a:pt x="7413" y="2727"/>
                    <a:pt x="7293" y="2714"/>
                    <a:pt x="7172" y="2685"/>
                  </a:cubicBezTo>
                  <a:cubicBezTo>
                    <a:pt x="6671" y="2685"/>
                    <a:pt x="6271" y="2051"/>
                    <a:pt x="5904" y="1451"/>
                  </a:cubicBezTo>
                  <a:cubicBezTo>
                    <a:pt x="5704" y="1151"/>
                    <a:pt x="5504" y="817"/>
                    <a:pt x="5170" y="517"/>
                  </a:cubicBezTo>
                  <a:cubicBezTo>
                    <a:pt x="5104" y="450"/>
                    <a:pt x="5004" y="350"/>
                    <a:pt x="4904" y="317"/>
                  </a:cubicBezTo>
                  <a:cubicBezTo>
                    <a:pt x="4837" y="283"/>
                    <a:pt x="4703" y="183"/>
                    <a:pt x="4603" y="183"/>
                  </a:cubicBezTo>
                  <a:cubicBezTo>
                    <a:pt x="4403" y="150"/>
                    <a:pt x="4236" y="117"/>
                    <a:pt x="4036" y="50"/>
                  </a:cubicBezTo>
                  <a:cubicBezTo>
                    <a:pt x="3873" y="16"/>
                    <a:pt x="3709" y="0"/>
                    <a:pt x="3546"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80" name="Google Shape;1280;p9"/>
            <p:cNvSpPr/>
            <p:nvPr/>
          </p:nvSpPr>
          <p:spPr>
            <a:xfrm>
              <a:off x="5421850" y="4209600"/>
              <a:ext cx="394975" cy="193250"/>
            </a:xfrm>
            <a:custGeom>
              <a:avLst/>
              <a:gdLst/>
              <a:ahLst/>
              <a:cxnLst/>
              <a:rect l="l" t="t" r="r" b="b"/>
              <a:pathLst>
                <a:path w="15799" h="7730" extrusionOk="0">
                  <a:moveTo>
                    <a:pt x="2764" y="0"/>
                  </a:moveTo>
                  <a:cubicBezTo>
                    <a:pt x="2541" y="0"/>
                    <a:pt x="2325" y="26"/>
                    <a:pt x="2123" y="88"/>
                  </a:cubicBezTo>
                  <a:cubicBezTo>
                    <a:pt x="1656" y="222"/>
                    <a:pt x="1222" y="455"/>
                    <a:pt x="989" y="755"/>
                  </a:cubicBezTo>
                  <a:cubicBezTo>
                    <a:pt x="722" y="1055"/>
                    <a:pt x="555" y="1389"/>
                    <a:pt x="455" y="1623"/>
                  </a:cubicBezTo>
                  <a:cubicBezTo>
                    <a:pt x="322" y="1923"/>
                    <a:pt x="222" y="2123"/>
                    <a:pt x="188" y="2323"/>
                  </a:cubicBezTo>
                  <a:cubicBezTo>
                    <a:pt x="55" y="2757"/>
                    <a:pt x="22" y="2957"/>
                    <a:pt x="22" y="2957"/>
                  </a:cubicBezTo>
                  <a:cubicBezTo>
                    <a:pt x="1" y="3081"/>
                    <a:pt x="133" y="3166"/>
                    <a:pt x="245" y="3166"/>
                  </a:cubicBezTo>
                  <a:cubicBezTo>
                    <a:pt x="314" y="3166"/>
                    <a:pt x="376" y="3133"/>
                    <a:pt x="388" y="3057"/>
                  </a:cubicBezTo>
                  <a:cubicBezTo>
                    <a:pt x="388" y="3057"/>
                    <a:pt x="455" y="2823"/>
                    <a:pt x="555" y="2456"/>
                  </a:cubicBezTo>
                  <a:cubicBezTo>
                    <a:pt x="722" y="2090"/>
                    <a:pt x="889" y="1556"/>
                    <a:pt x="1356" y="1089"/>
                  </a:cubicBezTo>
                  <a:cubicBezTo>
                    <a:pt x="1556" y="822"/>
                    <a:pt x="1856" y="655"/>
                    <a:pt x="2223" y="588"/>
                  </a:cubicBezTo>
                  <a:cubicBezTo>
                    <a:pt x="2409" y="542"/>
                    <a:pt x="2595" y="517"/>
                    <a:pt x="2784" y="517"/>
                  </a:cubicBezTo>
                  <a:cubicBezTo>
                    <a:pt x="3002" y="517"/>
                    <a:pt x="3225" y="550"/>
                    <a:pt x="3457" y="622"/>
                  </a:cubicBezTo>
                  <a:lnTo>
                    <a:pt x="3624" y="689"/>
                  </a:lnTo>
                  <a:cubicBezTo>
                    <a:pt x="3624" y="689"/>
                    <a:pt x="3657" y="689"/>
                    <a:pt x="3691" y="722"/>
                  </a:cubicBezTo>
                  <a:cubicBezTo>
                    <a:pt x="3791" y="789"/>
                    <a:pt x="3858" y="855"/>
                    <a:pt x="3958" y="922"/>
                  </a:cubicBezTo>
                  <a:cubicBezTo>
                    <a:pt x="4124" y="1055"/>
                    <a:pt x="4291" y="1256"/>
                    <a:pt x="4458" y="1422"/>
                  </a:cubicBezTo>
                  <a:cubicBezTo>
                    <a:pt x="4792" y="1789"/>
                    <a:pt x="5225" y="2256"/>
                    <a:pt x="5892" y="2390"/>
                  </a:cubicBezTo>
                  <a:lnTo>
                    <a:pt x="5859" y="2390"/>
                  </a:lnTo>
                  <a:cubicBezTo>
                    <a:pt x="5992" y="2423"/>
                    <a:pt x="6193" y="2523"/>
                    <a:pt x="6459" y="2523"/>
                  </a:cubicBezTo>
                  <a:cubicBezTo>
                    <a:pt x="6693" y="2523"/>
                    <a:pt x="6993" y="2456"/>
                    <a:pt x="7293" y="2356"/>
                  </a:cubicBezTo>
                  <a:cubicBezTo>
                    <a:pt x="7860" y="2123"/>
                    <a:pt x="8361" y="1756"/>
                    <a:pt x="8828" y="1623"/>
                  </a:cubicBezTo>
                  <a:cubicBezTo>
                    <a:pt x="8895" y="1623"/>
                    <a:pt x="8961" y="1589"/>
                    <a:pt x="8995" y="1589"/>
                  </a:cubicBezTo>
                  <a:lnTo>
                    <a:pt x="9128" y="1589"/>
                  </a:lnTo>
                  <a:cubicBezTo>
                    <a:pt x="9228" y="1623"/>
                    <a:pt x="9362" y="1623"/>
                    <a:pt x="9495" y="1689"/>
                  </a:cubicBezTo>
                  <a:cubicBezTo>
                    <a:pt x="9728" y="1756"/>
                    <a:pt x="9995" y="1789"/>
                    <a:pt x="10129" y="1956"/>
                  </a:cubicBezTo>
                  <a:cubicBezTo>
                    <a:pt x="10462" y="2223"/>
                    <a:pt x="10396" y="2790"/>
                    <a:pt x="10362" y="3424"/>
                  </a:cubicBezTo>
                  <a:cubicBezTo>
                    <a:pt x="10362" y="3724"/>
                    <a:pt x="10362" y="4058"/>
                    <a:pt x="10396" y="4391"/>
                  </a:cubicBezTo>
                  <a:cubicBezTo>
                    <a:pt x="10462" y="4725"/>
                    <a:pt x="10529" y="5058"/>
                    <a:pt x="10696" y="5359"/>
                  </a:cubicBezTo>
                  <a:cubicBezTo>
                    <a:pt x="11029" y="5926"/>
                    <a:pt x="11463" y="6359"/>
                    <a:pt x="11897" y="6726"/>
                  </a:cubicBezTo>
                  <a:cubicBezTo>
                    <a:pt x="12667" y="7325"/>
                    <a:pt x="13511" y="7729"/>
                    <a:pt x="14219" y="7729"/>
                  </a:cubicBezTo>
                  <a:cubicBezTo>
                    <a:pt x="14338" y="7729"/>
                    <a:pt x="14454" y="7718"/>
                    <a:pt x="14565" y="7694"/>
                  </a:cubicBezTo>
                  <a:cubicBezTo>
                    <a:pt x="14799" y="7694"/>
                    <a:pt x="14932" y="7593"/>
                    <a:pt x="15066" y="7560"/>
                  </a:cubicBezTo>
                  <a:cubicBezTo>
                    <a:pt x="15199" y="7460"/>
                    <a:pt x="15332" y="7393"/>
                    <a:pt x="15399" y="7360"/>
                  </a:cubicBezTo>
                  <a:cubicBezTo>
                    <a:pt x="15566" y="7227"/>
                    <a:pt x="15666" y="7126"/>
                    <a:pt x="15666" y="7126"/>
                  </a:cubicBezTo>
                  <a:cubicBezTo>
                    <a:pt x="15798" y="6968"/>
                    <a:pt x="15658" y="6830"/>
                    <a:pt x="15477" y="6830"/>
                  </a:cubicBezTo>
                  <a:cubicBezTo>
                    <a:pt x="15430" y="6830"/>
                    <a:pt x="15381" y="6839"/>
                    <a:pt x="15332" y="6860"/>
                  </a:cubicBezTo>
                  <a:cubicBezTo>
                    <a:pt x="15332" y="6860"/>
                    <a:pt x="15066" y="7193"/>
                    <a:pt x="14465" y="7260"/>
                  </a:cubicBezTo>
                  <a:cubicBezTo>
                    <a:pt x="14400" y="7270"/>
                    <a:pt x="14333" y="7275"/>
                    <a:pt x="14263" y="7275"/>
                  </a:cubicBezTo>
                  <a:cubicBezTo>
                    <a:pt x="13654" y="7275"/>
                    <a:pt x="12882" y="6891"/>
                    <a:pt x="12164" y="6293"/>
                  </a:cubicBezTo>
                  <a:cubicBezTo>
                    <a:pt x="11797" y="5926"/>
                    <a:pt x="11396" y="5525"/>
                    <a:pt x="11163" y="5058"/>
                  </a:cubicBezTo>
                  <a:cubicBezTo>
                    <a:pt x="10896" y="4625"/>
                    <a:pt x="10896" y="4058"/>
                    <a:pt x="10963" y="3457"/>
                  </a:cubicBezTo>
                  <a:cubicBezTo>
                    <a:pt x="10996" y="3190"/>
                    <a:pt x="11029" y="2823"/>
                    <a:pt x="10996" y="2490"/>
                  </a:cubicBezTo>
                  <a:cubicBezTo>
                    <a:pt x="10996" y="2156"/>
                    <a:pt x="10863" y="1756"/>
                    <a:pt x="10562" y="1456"/>
                  </a:cubicBezTo>
                  <a:cubicBezTo>
                    <a:pt x="10296" y="1156"/>
                    <a:pt x="9962" y="1089"/>
                    <a:pt x="9662" y="955"/>
                  </a:cubicBezTo>
                  <a:cubicBezTo>
                    <a:pt x="9495" y="955"/>
                    <a:pt x="9362" y="922"/>
                    <a:pt x="9195" y="889"/>
                  </a:cubicBezTo>
                  <a:lnTo>
                    <a:pt x="8895" y="889"/>
                  </a:lnTo>
                  <a:cubicBezTo>
                    <a:pt x="8828" y="889"/>
                    <a:pt x="8728" y="922"/>
                    <a:pt x="8661" y="922"/>
                  </a:cubicBezTo>
                  <a:cubicBezTo>
                    <a:pt x="7994" y="1122"/>
                    <a:pt x="7527" y="1522"/>
                    <a:pt x="7060" y="1689"/>
                  </a:cubicBezTo>
                  <a:cubicBezTo>
                    <a:pt x="6873" y="1783"/>
                    <a:pt x="6694" y="1811"/>
                    <a:pt x="6539" y="1811"/>
                  </a:cubicBezTo>
                  <a:cubicBezTo>
                    <a:pt x="6361" y="1811"/>
                    <a:pt x="6215" y="1774"/>
                    <a:pt x="6126" y="1756"/>
                  </a:cubicBezTo>
                  <a:lnTo>
                    <a:pt x="6059" y="1756"/>
                  </a:lnTo>
                  <a:cubicBezTo>
                    <a:pt x="5626" y="1689"/>
                    <a:pt x="5292" y="1389"/>
                    <a:pt x="4892" y="1022"/>
                  </a:cubicBezTo>
                  <a:cubicBezTo>
                    <a:pt x="4725" y="822"/>
                    <a:pt x="4525" y="622"/>
                    <a:pt x="4325" y="455"/>
                  </a:cubicBezTo>
                  <a:cubicBezTo>
                    <a:pt x="4225" y="322"/>
                    <a:pt x="4124" y="288"/>
                    <a:pt x="3991" y="222"/>
                  </a:cubicBezTo>
                  <a:lnTo>
                    <a:pt x="3891" y="155"/>
                  </a:lnTo>
                  <a:cubicBezTo>
                    <a:pt x="3858" y="155"/>
                    <a:pt x="3824" y="121"/>
                    <a:pt x="3791" y="121"/>
                  </a:cubicBezTo>
                  <a:lnTo>
                    <a:pt x="3557" y="88"/>
                  </a:lnTo>
                  <a:cubicBezTo>
                    <a:pt x="3290" y="35"/>
                    <a:pt x="3022" y="0"/>
                    <a:pt x="2764"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81" name="Google Shape;1281;p9"/>
            <p:cNvSpPr/>
            <p:nvPr/>
          </p:nvSpPr>
          <p:spPr>
            <a:xfrm>
              <a:off x="5409875" y="4757550"/>
              <a:ext cx="420950" cy="194200"/>
            </a:xfrm>
            <a:custGeom>
              <a:avLst/>
              <a:gdLst/>
              <a:ahLst/>
              <a:cxnLst/>
              <a:rect l="l" t="t" r="r" b="b"/>
              <a:pathLst>
                <a:path w="16838" h="7768" extrusionOk="0">
                  <a:moveTo>
                    <a:pt x="2026" y="1"/>
                  </a:moveTo>
                  <a:cubicBezTo>
                    <a:pt x="1861" y="1"/>
                    <a:pt x="1690" y="30"/>
                    <a:pt x="1535" y="119"/>
                  </a:cubicBezTo>
                  <a:cubicBezTo>
                    <a:pt x="1101" y="319"/>
                    <a:pt x="867" y="686"/>
                    <a:pt x="701" y="1020"/>
                  </a:cubicBezTo>
                  <a:cubicBezTo>
                    <a:pt x="534" y="1353"/>
                    <a:pt x="434" y="1687"/>
                    <a:pt x="300" y="2021"/>
                  </a:cubicBezTo>
                  <a:cubicBezTo>
                    <a:pt x="267" y="2121"/>
                    <a:pt x="267" y="2187"/>
                    <a:pt x="200" y="2287"/>
                  </a:cubicBezTo>
                  <a:lnTo>
                    <a:pt x="167" y="2521"/>
                  </a:lnTo>
                  <a:cubicBezTo>
                    <a:pt x="134" y="2688"/>
                    <a:pt x="100" y="2854"/>
                    <a:pt x="100" y="3021"/>
                  </a:cubicBezTo>
                  <a:cubicBezTo>
                    <a:pt x="0" y="4356"/>
                    <a:pt x="200" y="5523"/>
                    <a:pt x="367" y="6324"/>
                  </a:cubicBezTo>
                  <a:cubicBezTo>
                    <a:pt x="534" y="7158"/>
                    <a:pt x="701" y="7625"/>
                    <a:pt x="701" y="7625"/>
                  </a:cubicBezTo>
                  <a:cubicBezTo>
                    <a:pt x="743" y="7722"/>
                    <a:pt x="825" y="7767"/>
                    <a:pt x="905" y="7767"/>
                  </a:cubicBezTo>
                  <a:cubicBezTo>
                    <a:pt x="1016" y="7767"/>
                    <a:pt x="1120" y="7680"/>
                    <a:pt x="1101" y="7524"/>
                  </a:cubicBezTo>
                  <a:cubicBezTo>
                    <a:pt x="1101" y="7524"/>
                    <a:pt x="968" y="7057"/>
                    <a:pt x="834" y="6290"/>
                  </a:cubicBezTo>
                  <a:cubicBezTo>
                    <a:pt x="701" y="5490"/>
                    <a:pt x="534" y="4356"/>
                    <a:pt x="667" y="3121"/>
                  </a:cubicBezTo>
                  <a:cubicBezTo>
                    <a:pt x="667" y="2955"/>
                    <a:pt x="701" y="2821"/>
                    <a:pt x="767" y="2654"/>
                  </a:cubicBezTo>
                  <a:lnTo>
                    <a:pt x="801" y="2454"/>
                  </a:lnTo>
                  <a:cubicBezTo>
                    <a:pt x="834" y="2387"/>
                    <a:pt x="834" y="2321"/>
                    <a:pt x="867" y="2221"/>
                  </a:cubicBezTo>
                  <a:cubicBezTo>
                    <a:pt x="1001" y="1887"/>
                    <a:pt x="1134" y="1620"/>
                    <a:pt x="1301" y="1320"/>
                  </a:cubicBezTo>
                  <a:cubicBezTo>
                    <a:pt x="1468" y="1053"/>
                    <a:pt x="1668" y="786"/>
                    <a:pt x="1868" y="686"/>
                  </a:cubicBezTo>
                  <a:cubicBezTo>
                    <a:pt x="1944" y="643"/>
                    <a:pt x="2016" y="624"/>
                    <a:pt x="2089" y="624"/>
                  </a:cubicBezTo>
                  <a:cubicBezTo>
                    <a:pt x="2241" y="624"/>
                    <a:pt x="2399" y="707"/>
                    <a:pt x="2602" y="820"/>
                  </a:cubicBezTo>
                  <a:cubicBezTo>
                    <a:pt x="3136" y="1153"/>
                    <a:pt x="3636" y="1687"/>
                    <a:pt x="4203" y="2121"/>
                  </a:cubicBezTo>
                  <a:cubicBezTo>
                    <a:pt x="4503" y="2321"/>
                    <a:pt x="4804" y="2521"/>
                    <a:pt x="5137" y="2688"/>
                  </a:cubicBezTo>
                  <a:cubicBezTo>
                    <a:pt x="5304" y="2788"/>
                    <a:pt x="5504" y="2854"/>
                    <a:pt x="5671" y="2888"/>
                  </a:cubicBezTo>
                  <a:cubicBezTo>
                    <a:pt x="5871" y="2955"/>
                    <a:pt x="6038" y="2955"/>
                    <a:pt x="6205" y="2988"/>
                  </a:cubicBezTo>
                  <a:cubicBezTo>
                    <a:pt x="6293" y="2997"/>
                    <a:pt x="6383" y="3001"/>
                    <a:pt x="6475" y="3001"/>
                  </a:cubicBezTo>
                  <a:cubicBezTo>
                    <a:pt x="7074" y="3001"/>
                    <a:pt x="7728" y="2823"/>
                    <a:pt x="8306" y="2621"/>
                  </a:cubicBezTo>
                  <a:cubicBezTo>
                    <a:pt x="8831" y="2385"/>
                    <a:pt x="9315" y="2169"/>
                    <a:pt x="9773" y="2169"/>
                  </a:cubicBezTo>
                  <a:cubicBezTo>
                    <a:pt x="9897" y="2169"/>
                    <a:pt x="10020" y="2185"/>
                    <a:pt x="10141" y="2221"/>
                  </a:cubicBezTo>
                  <a:cubicBezTo>
                    <a:pt x="10674" y="2387"/>
                    <a:pt x="11175" y="2955"/>
                    <a:pt x="11608" y="3455"/>
                  </a:cubicBezTo>
                  <a:cubicBezTo>
                    <a:pt x="12009" y="3955"/>
                    <a:pt x="12342" y="4556"/>
                    <a:pt x="12676" y="5123"/>
                  </a:cubicBezTo>
                  <a:cubicBezTo>
                    <a:pt x="13009" y="5656"/>
                    <a:pt x="13376" y="6190"/>
                    <a:pt x="13877" y="6557"/>
                  </a:cubicBezTo>
                  <a:cubicBezTo>
                    <a:pt x="14260" y="6886"/>
                    <a:pt x="14757" y="6967"/>
                    <a:pt x="15144" y="6967"/>
                  </a:cubicBezTo>
                  <a:cubicBezTo>
                    <a:pt x="15228" y="6967"/>
                    <a:pt x="15306" y="6963"/>
                    <a:pt x="15378" y="6957"/>
                  </a:cubicBezTo>
                  <a:cubicBezTo>
                    <a:pt x="15811" y="6857"/>
                    <a:pt x="16145" y="6724"/>
                    <a:pt x="16345" y="6657"/>
                  </a:cubicBezTo>
                  <a:cubicBezTo>
                    <a:pt x="16545" y="6524"/>
                    <a:pt x="16679" y="6490"/>
                    <a:pt x="16679" y="6490"/>
                  </a:cubicBezTo>
                  <a:cubicBezTo>
                    <a:pt x="16837" y="6385"/>
                    <a:pt x="16807" y="6174"/>
                    <a:pt x="16639" y="6174"/>
                  </a:cubicBezTo>
                  <a:cubicBezTo>
                    <a:pt x="16595" y="6174"/>
                    <a:pt x="16541" y="6189"/>
                    <a:pt x="16479" y="6224"/>
                  </a:cubicBezTo>
                  <a:cubicBezTo>
                    <a:pt x="16479" y="6224"/>
                    <a:pt x="16379" y="6290"/>
                    <a:pt x="16178" y="6357"/>
                  </a:cubicBezTo>
                  <a:cubicBezTo>
                    <a:pt x="15978" y="6390"/>
                    <a:pt x="15678" y="6524"/>
                    <a:pt x="15311" y="6557"/>
                  </a:cubicBezTo>
                  <a:cubicBezTo>
                    <a:pt x="15246" y="6570"/>
                    <a:pt x="15175" y="6577"/>
                    <a:pt x="15101" y="6577"/>
                  </a:cubicBezTo>
                  <a:cubicBezTo>
                    <a:pt x="14798" y="6577"/>
                    <a:pt x="14439" y="6465"/>
                    <a:pt x="14144" y="6224"/>
                  </a:cubicBezTo>
                  <a:cubicBezTo>
                    <a:pt x="13777" y="5957"/>
                    <a:pt x="13443" y="5456"/>
                    <a:pt x="13143" y="4889"/>
                  </a:cubicBezTo>
                  <a:cubicBezTo>
                    <a:pt x="12843" y="4322"/>
                    <a:pt x="12509" y="3688"/>
                    <a:pt x="12109" y="3121"/>
                  </a:cubicBezTo>
                  <a:cubicBezTo>
                    <a:pt x="12009" y="2988"/>
                    <a:pt x="11875" y="2821"/>
                    <a:pt x="11775" y="2688"/>
                  </a:cubicBezTo>
                  <a:cubicBezTo>
                    <a:pt x="11642" y="2521"/>
                    <a:pt x="11475" y="2387"/>
                    <a:pt x="11342" y="2287"/>
                  </a:cubicBezTo>
                  <a:cubicBezTo>
                    <a:pt x="11041" y="2021"/>
                    <a:pt x="10708" y="1787"/>
                    <a:pt x="10308" y="1654"/>
                  </a:cubicBezTo>
                  <a:cubicBezTo>
                    <a:pt x="10106" y="1592"/>
                    <a:pt x="9904" y="1566"/>
                    <a:pt x="9706" y="1566"/>
                  </a:cubicBezTo>
                  <a:cubicBezTo>
                    <a:pt x="9478" y="1566"/>
                    <a:pt x="9254" y="1600"/>
                    <a:pt x="9040" y="1654"/>
                  </a:cubicBezTo>
                  <a:cubicBezTo>
                    <a:pt x="8673" y="1720"/>
                    <a:pt x="8339" y="1854"/>
                    <a:pt x="8006" y="1987"/>
                  </a:cubicBezTo>
                  <a:cubicBezTo>
                    <a:pt x="7437" y="2197"/>
                    <a:pt x="6895" y="2326"/>
                    <a:pt x="6379" y="2326"/>
                  </a:cubicBezTo>
                  <a:cubicBezTo>
                    <a:pt x="6321" y="2326"/>
                    <a:pt x="6263" y="2324"/>
                    <a:pt x="6205" y="2321"/>
                  </a:cubicBezTo>
                  <a:cubicBezTo>
                    <a:pt x="6105" y="2287"/>
                    <a:pt x="5938" y="2287"/>
                    <a:pt x="5804" y="2221"/>
                  </a:cubicBezTo>
                  <a:cubicBezTo>
                    <a:pt x="5638" y="2221"/>
                    <a:pt x="5504" y="2154"/>
                    <a:pt x="5371" y="2121"/>
                  </a:cubicBezTo>
                  <a:cubicBezTo>
                    <a:pt x="5137" y="1987"/>
                    <a:pt x="4837" y="1820"/>
                    <a:pt x="4603" y="1620"/>
                  </a:cubicBezTo>
                  <a:cubicBezTo>
                    <a:pt x="4036" y="1187"/>
                    <a:pt x="3536" y="686"/>
                    <a:pt x="2869" y="286"/>
                  </a:cubicBezTo>
                  <a:cubicBezTo>
                    <a:pt x="2669" y="153"/>
                    <a:pt x="2502" y="52"/>
                    <a:pt x="2268" y="19"/>
                  </a:cubicBezTo>
                  <a:cubicBezTo>
                    <a:pt x="2191" y="8"/>
                    <a:pt x="2109" y="1"/>
                    <a:pt x="2026"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82" name="Google Shape;1282;p9"/>
            <p:cNvSpPr/>
            <p:nvPr/>
          </p:nvSpPr>
          <p:spPr>
            <a:xfrm>
              <a:off x="4053900" y="4830250"/>
              <a:ext cx="454175" cy="196100"/>
            </a:xfrm>
            <a:custGeom>
              <a:avLst/>
              <a:gdLst/>
              <a:ahLst/>
              <a:cxnLst/>
              <a:rect l="l" t="t" r="r" b="b"/>
              <a:pathLst>
                <a:path w="18167" h="7844" extrusionOk="0">
                  <a:moveTo>
                    <a:pt x="9442" y="1"/>
                  </a:moveTo>
                  <a:cubicBezTo>
                    <a:pt x="9145" y="1"/>
                    <a:pt x="8857" y="38"/>
                    <a:pt x="8607" y="113"/>
                  </a:cubicBezTo>
                  <a:cubicBezTo>
                    <a:pt x="8507" y="147"/>
                    <a:pt x="8373" y="180"/>
                    <a:pt x="8273" y="180"/>
                  </a:cubicBezTo>
                  <a:lnTo>
                    <a:pt x="8340" y="180"/>
                  </a:lnTo>
                  <a:cubicBezTo>
                    <a:pt x="7906" y="280"/>
                    <a:pt x="7573" y="580"/>
                    <a:pt x="7339" y="847"/>
                  </a:cubicBezTo>
                  <a:cubicBezTo>
                    <a:pt x="7072" y="1147"/>
                    <a:pt x="6872" y="1448"/>
                    <a:pt x="6672" y="1648"/>
                  </a:cubicBezTo>
                  <a:cubicBezTo>
                    <a:pt x="6405" y="1848"/>
                    <a:pt x="6205" y="2015"/>
                    <a:pt x="5905" y="2081"/>
                  </a:cubicBezTo>
                  <a:cubicBezTo>
                    <a:pt x="5812" y="2092"/>
                    <a:pt x="5722" y="2099"/>
                    <a:pt x="5636" y="2099"/>
                  </a:cubicBezTo>
                  <a:cubicBezTo>
                    <a:pt x="5443" y="2099"/>
                    <a:pt x="5265" y="2063"/>
                    <a:pt x="5104" y="1948"/>
                  </a:cubicBezTo>
                  <a:cubicBezTo>
                    <a:pt x="4670" y="1648"/>
                    <a:pt x="4437" y="780"/>
                    <a:pt x="3670" y="347"/>
                  </a:cubicBezTo>
                  <a:lnTo>
                    <a:pt x="3536" y="280"/>
                  </a:lnTo>
                  <a:cubicBezTo>
                    <a:pt x="3436" y="247"/>
                    <a:pt x="3403" y="247"/>
                    <a:pt x="3370" y="247"/>
                  </a:cubicBezTo>
                  <a:lnTo>
                    <a:pt x="3103" y="180"/>
                  </a:lnTo>
                  <a:cubicBezTo>
                    <a:pt x="2936" y="113"/>
                    <a:pt x="2736" y="113"/>
                    <a:pt x="2569" y="113"/>
                  </a:cubicBezTo>
                  <a:cubicBezTo>
                    <a:pt x="2402" y="113"/>
                    <a:pt x="2202" y="147"/>
                    <a:pt x="2035" y="147"/>
                  </a:cubicBezTo>
                  <a:cubicBezTo>
                    <a:pt x="1835" y="180"/>
                    <a:pt x="1668" y="247"/>
                    <a:pt x="1502" y="313"/>
                  </a:cubicBezTo>
                  <a:cubicBezTo>
                    <a:pt x="1168" y="480"/>
                    <a:pt x="901" y="747"/>
                    <a:pt x="701" y="981"/>
                  </a:cubicBezTo>
                  <a:cubicBezTo>
                    <a:pt x="601" y="1114"/>
                    <a:pt x="534" y="1281"/>
                    <a:pt x="434" y="1414"/>
                  </a:cubicBezTo>
                  <a:cubicBezTo>
                    <a:pt x="401" y="1514"/>
                    <a:pt x="334" y="1681"/>
                    <a:pt x="267" y="1814"/>
                  </a:cubicBezTo>
                  <a:cubicBezTo>
                    <a:pt x="67" y="2348"/>
                    <a:pt x="34" y="2849"/>
                    <a:pt x="34" y="3282"/>
                  </a:cubicBezTo>
                  <a:cubicBezTo>
                    <a:pt x="0" y="3682"/>
                    <a:pt x="34" y="4016"/>
                    <a:pt x="34" y="4250"/>
                  </a:cubicBezTo>
                  <a:cubicBezTo>
                    <a:pt x="67" y="4450"/>
                    <a:pt x="67" y="4583"/>
                    <a:pt x="67" y="4583"/>
                  </a:cubicBezTo>
                  <a:cubicBezTo>
                    <a:pt x="82" y="4688"/>
                    <a:pt x="158" y="4739"/>
                    <a:pt x="237" y="4739"/>
                  </a:cubicBezTo>
                  <a:cubicBezTo>
                    <a:pt x="333" y="4739"/>
                    <a:pt x="434" y="4663"/>
                    <a:pt x="434" y="4516"/>
                  </a:cubicBezTo>
                  <a:lnTo>
                    <a:pt x="434" y="4183"/>
                  </a:lnTo>
                  <a:cubicBezTo>
                    <a:pt x="434" y="3983"/>
                    <a:pt x="434" y="3649"/>
                    <a:pt x="501" y="3282"/>
                  </a:cubicBezTo>
                  <a:cubicBezTo>
                    <a:pt x="501" y="2849"/>
                    <a:pt x="568" y="2415"/>
                    <a:pt x="734" y="1948"/>
                  </a:cubicBezTo>
                  <a:cubicBezTo>
                    <a:pt x="868" y="1481"/>
                    <a:pt x="1201" y="1014"/>
                    <a:pt x="1702" y="814"/>
                  </a:cubicBezTo>
                  <a:cubicBezTo>
                    <a:pt x="1835" y="747"/>
                    <a:pt x="2002" y="747"/>
                    <a:pt x="2102" y="680"/>
                  </a:cubicBezTo>
                  <a:cubicBezTo>
                    <a:pt x="2235" y="680"/>
                    <a:pt x="2324" y="665"/>
                    <a:pt x="2418" y="665"/>
                  </a:cubicBezTo>
                  <a:cubicBezTo>
                    <a:pt x="2465" y="665"/>
                    <a:pt x="2513" y="669"/>
                    <a:pt x="2569" y="680"/>
                  </a:cubicBezTo>
                  <a:cubicBezTo>
                    <a:pt x="2736" y="747"/>
                    <a:pt x="2869" y="747"/>
                    <a:pt x="3036" y="780"/>
                  </a:cubicBezTo>
                  <a:lnTo>
                    <a:pt x="3303" y="814"/>
                  </a:lnTo>
                  <a:cubicBezTo>
                    <a:pt x="3336" y="847"/>
                    <a:pt x="3370" y="847"/>
                    <a:pt x="3370" y="847"/>
                  </a:cubicBezTo>
                  <a:lnTo>
                    <a:pt x="3470" y="914"/>
                  </a:lnTo>
                  <a:cubicBezTo>
                    <a:pt x="3703" y="1014"/>
                    <a:pt x="3870" y="1281"/>
                    <a:pt x="4070" y="1581"/>
                  </a:cubicBezTo>
                  <a:cubicBezTo>
                    <a:pt x="4304" y="1848"/>
                    <a:pt x="4470" y="2181"/>
                    <a:pt x="4837" y="2482"/>
                  </a:cubicBezTo>
                  <a:cubicBezTo>
                    <a:pt x="5134" y="2704"/>
                    <a:pt x="5462" y="2798"/>
                    <a:pt x="5786" y="2798"/>
                  </a:cubicBezTo>
                  <a:cubicBezTo>
                    <a:pt x="6335" y="2798"/>
                    <a:pt x="6870" y="2526"/>
                    <a:pt x="7206" y="2148"/>
                  </a:cubicBezTo>
                  <a:cubicBezTo>
                    <a:pt x="7506" y="1915"/>
                    <a:pt x="7706" y="1614"/>
                    <a:pt x="7906" y="1347"/>
                  </a:cubicBezTo>
                  <a:cubicBezTo>
                    <a:pt x="8140" y="1147"/>
                    <a:pt x="8340" y="981"/>
                    <a:pt x="8540" y="947"/>
                  </a:cubicBezTo>
                  <a:lnTo>
                    <a:pt x="8573" y="947"/>
                  </a:lnTo>
                  <a:cubicBezTo>
                    <a:pt x="8673" y="914"/>
                    <a:pt x="8740" y="914"/>
                    <a:pt x="8873" y="880"/>
                  </a:cubicBezTo>
                  <a:cubicBezTo>
                    <a:pt x="9074" y="805"/>
                    <a:pt x="9274" y="768"/>
                    <a:pt x="9488" y="768"/>
                  </a:cubicBezTo>
                  <a:cubicBezTo>
                    <a:pt x="9559" y="768"/>
                    <a:pt x="9632" y="772"/>
                    <a:pt x="9707" y="780"/>
                  </a:cubicBezTo>
                  <a:cubicBezTo>
                    <a:pt x="10008" y="814"/>
                    <a:pt x="10241" y="947"/>
                    <a:pt x="10508" y="1114"/>
                  </a:cubicBezTo>
                  <a:cubicBezTo>
                    <a:pt x="10975" y="1481"/>
                    <a:pt x="11309" y="2115"/>
                    <a:pt x="11575" y="2782"/>
                  </a:cubicBezTo>
                  <a:cubicBezTo>
                    <a:pt x="12176" y="4083"/>
                    <a:pt x="12576" y="5550"/>
                    <a:pt x="13477" y="6651"/>
                  </a:cubicBezTo>
                  <a:cubicBezTo>
                    <a:pt x="13877" y="7252"/>
                    <a:pt x="14511" y="7619"/>
                    <a:pt x="15078" y="7752"/>
                  </a:cubicBezTo>
                  <a:cubicBezTo>
                    <a:pt x="15321" y="7820"/>
                    <a:pt x="15553" y="7843"/>
                    <a:pt x="15769" y="7843"/>
                  </a:cubicBezTo>
                  <a:cubicBezTo>
                    <a:pt x="16088" y="7843"/>
                    <a:pt x="16374" y="7792"/>
                    <a:pt x="16612" y="7752"/>
                  </a:cubicBezTo>
                  <a:cubicBezTo>
                    <a:pt x="16846" y="7719"/>
                    <a:pt x="17013" y="7619"/>
                    <a:pt x="17179" y="7585"/>
                  </a:cubicBezTo>
                  <a:cubicBezTo>
                    <a:pt x="17346" y="7552"/>
                    <a:pt x="17446" y="7485"/>
                    <a:pt x="17580" y="7452"/>
                  </a:cubicBezTo>
                  <a:cubicBezTo>
                    <a:pt x="17780" y="7385"/>
                    <a:pt x="17913" y="7318"/>
                    <a:pt x="17913" y="7318"/>
                  </a:cubicBezTo>
                  <a:cubicBezTo>
                    <a:pt x="18166" y="7224"/>
                    <a:pt x="18060" y="6949"/>
                    <a:pt x="17764" y="6949"/>
                  </a:cubicBezTo>
                  <a:cubicBezTo>
                    <a:pt x="17747" y="6949"/>
                    <a:pt x="17731" y="6950"/>
                    <a:pt x="17713" y="6951"/>
                  </a:cubicBezTo>
                  <a:cubicBezTo>
                    <a:pt x="17713" y="6951"/>
                    <a:pt x="17580" y="6985"/>
                    <a:pt x="17380" y="7085"/>
                  </a:cubicBezTo>
                  <a:cubicBezTo>
                    <a:pt x="17279" y="7118"/>
                    <a:pt x="17179" y="7152"/>
                    <a:pt x="17013" y="7185"/>
                  </a:cubicBezTo>
                  <a:cubicBezTo>
                    <a:pt x="16879" y="7252"/>
                    <a:pt x="16712" y="7285"/>
                    <a:pt x="16512" y="7318"/>
                  </a:cubicBezTo>
                  <a:cubicBezTo>
                    <a:pt x="16326" y="7365"/>
                    <a:pt x="16134" y="7390"/>
                    <a:pt x="15930" y="7390"/>
                  </a:cubicBezTo>
                  <a:cubicBezTo>
                    <a:pt x="15695" y="7390"/>
                    <a:pt x="15446" y="7357"/>
                    <a:pt x="15178" y="7285"/>
                  </a:cubicBezTo>
                  <a:cubicBezTo>
                    <a:pt x="14678" y="7152"/>
                    <a:pt x="14211" y="6818"/>
                    <a:pt x="13844" y="6318"/>
                  </a:cubicBezTo>
                  <a:cubicBezTo>
                    <a:pt x="13076" y="5317"/>
                    <a:pt x="12743" y="3849"/>
                    <a:pt x="12176" y="2482"/>
                  </a:cubicBezTo>
                  <a:cubicBezTo>
                    <a:pt x="11876" y="1781"/>
                    <a:pt x="11509" y="1081"/>
                    <a:pt x="10875" y="514"/>
                  </a:cubicBezTo>
                  <a:cubicBezTo>
                    <a:pt x="10541" y="280"/>
                    <a:pt x="10174" y="80"/>
                    <a:pt x="9741" y="13"/>
                  </a:cubicBezTo>
                  <a:cubicBezTo>
                    <a:pt x="9641" y="5"/>
                    <a:pt x="9541" y="1"/>
                    <a:pt x="9442"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83" name="Google Shape;1283;p9"/>
            <p:cNvSpPr/>
            <p:nvPr/>
          </p:nvSpPr>
          <p:spPr>
            <a:xfrm>
              <a:off x="5743975" y="3920375"/>
              <a:ext cx="416275" cy="161350"/>
            </a:xfrm>
            <a:custGeom>
              <a:avLst/>
              <a:gdLst/>
              <a:ahLst/>
              <a:cxnLst/>
              <a:rect l="l" t="t" r="r" b="b"/>
              <a:pathLst>
                <a:path w="16651" h="6454" extrusionOk="0">
                  <a:moveTo>
                    <a:pt x="3860" y="1"/>
                  </a:moveTo>
                  <a:cubicBezTo>
                    <a:pt x="3763" y="1"/>
                    <a:pt x="3682" y="15"/>
                    <a:pt x="3615" y="15"/>
                  </a:cubicBezTo>
                  <a:cubicBezTo>
                    <a:pt x="3515" y="82"/>
                    <a:pt x="3448" y="82"/>
                    <a:pt x="3381" y="82"/>
                  </a:cubicBezTo>
                  <a:cubicBezTo>
                    <a:pt x="3348" y="82"/>
                    <a:pt x="3281" y="116"/>
                    <a:pt x="3215" y="116"/>
                  </a:cubicBezTo>
                  <a:cubicBezTo>
                    <a:pt x="3148" y="116"/>
                    <a:pt x="3015" y="149"/>
                    <a:pt x="2948" y="182"/>
                  </a:cubicBezTo>
                  <a:cubicBezTo>
                    <a:pt x="2848" y="249"/>
                    <a:pt x="2814" y="282"/>
                    <a:pt x="2714" y="316"/>
                  </a:cubicBezTo>
                  <a:cubicBezTo>
                    <a:pt x="2614" y="416"/>
                    <a:pt x="2514" y="449"/>
                    <a:pt x="2447" y="482"/>
                  </a:cubicBezTo>
                  <a:lnTo>
                    <a:pt x="2481" y="482"/>
                  </a:lnTo>
                  <a:cubicBezTo>
                    <a:pt x="2014" y="683"/>
                    <a:pt x="1647" y="1116"/>
                    <a:pt x="1480" y="1483"/>
                  </a:cubicBezTo>
                  <a:cubicBezTo>
                    <a:pt x="1280" y="1883"/>
                    <a:pt x="1180" y="2250"/>
                    <a:pt x="1147" y="2584"/>
                  </a:cubicBezTo>
                  <a:cubicBezTo>
                    <a:pt x="1013" y="3184"/>
                    <a:pt x="980" y="3651"/>
                    <a:pt x="813" y="3985"/>
                  </a:cubicBezTo>
                  <a:cubicBezTo>
                    <a:pt x="646" y="4319"/>
                    <a:pt x="479" y="4485"/>
                    <a:pt x="346" y="4552"/>
                  </a:cubicBezTo>
                  <a:cubicBezTo>
                    <a:pt x="213" y="4685"/>
                    <a:pt x="146" y="4685"/>
                    <a:pt x="146" y="4685"/>
                  </a:cubicBezTo>
                  <a:cubicBezTo>
                    <a:pt x="0" y="4773"/>
                    <a:pt x="33" y="5038"/>
                    <a:pt x="220" y="5038"/>
                  </a:cubicBezTo>
                  <a:cubicBezTo>
                    <a:pt x="248" y="5038"/>
                    <a:pt x="278" y="5032"/>
                    <a:pt x="313" y="5019"/>
                  </a:cubicBezTo>
                  <a:cubicBezTo>
                    <a:pt x="313" y="5019"/>
                    <a:pt x="379" y="5019"/>
                    <a:pt x="546" y="4886"/>
                  </a:cubicBezTo>
                  <a:cubicBezTo>
                    <a:pt x="713" y="4786"/>
                    <a:pt x="980" y="4552"/>
                    <a:pt x="1180" y="4185"/>
                  </a:cubicBezTo>
                  <a:cubicBezTo>
                    <a:pt x="1380" y="3785"/>
                    <a:pt x="1480" y="3284"/>
                    <a:pt x="1614" y="2651"/>
                  </a:cubicBezTo>
                  <a:cubicBezTo>
                    <a:pt x="1714" y="2084"/>
                    <a:pt x="1947" y="1316"/>
                    <a:pt x="2681" y="983"/>
                  </a:cubicBezTo>
                  <a:lnTo>
                    <a:pt x="2714" y="983"/>
                  </a:lnTo>
                  <a:cubicBezTo>
                    <a:pt x="2781" y="949"/>
                    <a:pt x="2848" y="916"/>
                    <a:pt x="2981" y="849"/>
                  </a:cubicBezTo>
                  <a:cubicBezTo>
                    <a:pt x="3048" y="849"/>
                    <a:pt x="3115" y="816"/>
                    <a:pt x="3181" y="783"/>
                  </a:cubicBezTo>
                  <a:cubicBezTo>
                    <a:pt x="3281" y="783"/>
                    <a:pt x="3348" y="783"/>
                    <a:pt x="3448" y="716"/>
                  </a:cubicBezTo>
                  <a:cubicBezTo>
                    <a:pt x="3556" y="684"/>
                    <a:pt x="3671" y="665"/>
                    <a:pt x="3789" y="665"/>
                  </a:cubicBezTo>
                  <a:cubicBezTo>
                    <a:pt x="4037" y="665"/>
                    <a:pt x="4301" y="746"/>
                    <a:pt x="4549" y="949"/>
                  </a:cubicBezTo>
                  <a:cubicBezTo>
                    <a:pt x="4949" y="1250"/>
                    <a:pt x="5316" y="1750"/>
                    <a:pt x="5750" y="2250"/>
                  </a:cubicBezTo>
                  <a:cubicBezTo>
                    <a:pt x="5950" y="2484"/>
                    <a:pt x="6184" y="2717"/>
                    <a:pt x="6517" y="2951"/>
                  </a:cubicBezTo>
                  <a:cubicBezTo>
                    <a:pt x="6851" y="3151"/>
                    <a:pt x="7284" y="3184"/>
                    <a:pt x="7651" y="3184"/>
                  </a:cubicBezTo>
                  <a:lnTo>
                    <a:pt x="7851" y="3184"/>
                  </a:lnTo>
                  <a:cubicBezTo>
                    <a:pt x="7951" y="3151"/>
                    <a:pt x="8052" y="3151"/>
                    <a:pt x="8152" y="3118"/>
                  </a:cubicBezTo>
                  <a:cubicBezTo>
                    <a:pt x="8819" y="2817"/>
                    <a:pt x="9186" y="2284"/>
                    <a:pt x="9653" y="2084"/>
                  </a:cubicBezTo>
                  <a:cubicBezTo>
                    <a:pt x="9853" y="1950"/>
                    <a:pt x="10120" y="1917"/>
                    <a:pt x="10353" y="1917"/>
                  </a:cubicBezTo>
                  <a:cubicBezTo>
                    <a:pt x="10620" y="1917"/>
                    <a:pt x="10887" y="1984"/>
                    <a:pt x="11120" y="2117"/>
                  </a:cubicBezTo>
                  <a:cubicBezTo>
                    <a:pt x="11487" y="2317"/>
                    <a:pt x="11621" y="2984"/>
                    <a:pt x="11854" y="3585"/>
                  </a:cubicBezTo>
                  <a:cubicBezTo>
                    <a:pt x="11954" y="3751"/>
                    <a:pt x="11988" y="3852"/>
                    <a:pt x="12054" y="4018"/>
                  </a:cubicBezTo>
                  <a:cubicBezTo>
                    <a:pt x="12121" y="4118"/>
                    <a:pt x="12121" y="4152"/>
                    <a:pt x="12188" y="4285"/>
                  </a:cubicBezTo>
                  <a:lnTo>
                    <a:pt x="12321" y="4485"/>
                  </a:lnTo>
                  <a:cubicBezTo>
                    <a:pt x="12488" y="4752"/>
                    <a:pt x="12655" y="4986"/>
                    <a:pt x="12855" y="5186"/>
                  </a:cubicBezTo>
                  <a:cubicBezTo>
                    <a:pt x="13255" y="5653"/>
                    <a:pt x="13656" y="6086"/>
                    <a:pt x="14156" y="6287"/>
                  </a:cubicBezTo>
                  <a:cubicBezTo>
                    <a:pt x="14406" y="6403"/>
                    <a:pt x="14665" y="6453"/>
                    <a:pt x="14911" y="6453"/>
                  </a:cubicBezTo>
                  <a:cubicBezTo>
                    <a:pt x="15157" y="6453"/>
                    <a:pt x="15390" y="6403"/>
                    <a:pt x="15590" y="6320"/>
                  </a:cubicBezTo>
                  <a:cubicBezTo>
                    <a:pt x="15757" y="6253"/>
                    <a:pt x="15924" y="6153"/>
                    <a:pt x="16024" y="6086"/>
                  </a:cubicBezTo>
                  <a:cubicBezTo>
                    <a:pt x="16157" y="5986"/>
                    <a:pt x="16257" y="5920"/>
                    <a:pt x="16324" y="5820"/>
                  </a:cubicBezTo>
                  <a:cubicBezTo>
                    <a:pt x="16458" y="5653"/>
                    <a:pt x="16524" y="5586"/>
                    <a:pt x="16524" y="5586"/>
                  </a:cubicBezTo>
                  <a:cubicBezTo>
                    <a:pt x="16651" y="5460"/>
                    <a:pt x="16547" y="5295"/>
                    <a:pt x="16417" y="5295"/>
                  </a:cubicBezTo>
                  <a:cubicBezTo>
                    <a:pt x="16376" y="5295"/>
                    <a:pt x="16331" y="5312"/>
                    <a:pt x="16291" y="5353"/>
                  </a:cubicBezTo>
                  <a:lnTo>
                    <a:pt x="16057" y="5553"/>
                  </a:lnTo>
                  <a:cubicBezTo>
                    <a:pt x="15991" y="5653"/>
                    <a:pt x="15890" y="5686"/>
                    <a:pt x="15790" y="5786"/>
                  </a:cubicBezTo>
                  <a:cubicBezTo>
                    <a:pt x="15690" y="5853"/>
                    <a:pt x="15557" y="5953"/>
                    <a:pt x="15390" y="5986"/>
                  </a:cubicBezTo>
                  <a:cubicBezTo>
                    <a:pt x="15275" y="6044"/>
                    <a:pt x="15136" y="6077"/>
                    <a:pt x="14985" y="6077"/>
                  </a:cubicBezTo>
                  <a:cubicBezTo>
                    <a:pt x="14785" y="6077"/>
                    <a:pt x="14565" y="6019"/>
                    <a:pt x="14356" y="5886"/>
                  </a:cubicBezTo>
                  <a:cubicBezTo>
                    <a:pt x="13989" y="5686"/>
                    <a:pt x="13622" y="5319"/>
                    <a:pt x="13289" y="4886"/>
                  </a:cubicBezTo>
                  <a:cubicBezTo>
                    <a:pt x="13122" y="4685"/>
                    <a:pt x="12955" y="4452"/>
                    <a:pt x="12788" y="4185"/>
                  </a:cubicBezTo>
                  <a:lnTo>
                    <a:pt x="12655" y="3985"/>
                  </a:lnTo>
                  <a:cubicBezTo>
                    <a:pt x="12621" y="3985"/>
                    <a:pt x="12621" y="3852"/>
                    <a:pt x="12555" y="3818"/>
                  </a:cubicBezTo>
                  <a:cubicBezTo>
                    <a:pt x="12488" y="3685"/>
                    <a:pt x="12455" y="3518"/>
                    <a:pt x="12388" y="3385"/>
                  </a:cubicBezTo>
                  <a:cubicBezTo>
                    <a:pt x="12321" y="3118"/>
                    <a:pt x="12221" y="2817"/>
                    <a:pt x="12121" y="2484"/>
                  </a:cubicBezTo>
                  <a:cubicBezTo>
                    <a:pt x="11988" y="2150"/>
                    <a:pt x="11788" y="1783"/>
                    <a:pt x="11454" y="1550"/>
                  </a:cubicBezTo>
                  <a:cubicBezTo>
                    <a:pt x="11054" y="1350"/>
                    <a:pt x="10720" y="1283"/>
                    <a:pt x="10353" y="1216"/>
                  </a:cubicBezTo>
                  <a:cubicBezTo>
                    <a:pt x="10306" y="1212"/>
                    <a:pt x="10258" y="1210"/>
                    <a:pt x="10211" y="1210"/>
                  </a:cubicBezTo>
                  <a:cubicBezTo>
                    <a:pt x="9892" y="1210"/>
                    <a:pt x="9576" y="1305"/>
                    <a:pt x="9286" y="1450"/>
                  </a:cubicBezTo>
                  <a:cubicBezTo>
                    <a:pt x="8652" y="1783"/>
                    <a:pt x="8218" y="2284"/>
                    <a:pt x="7851" y="2384"/>
                  </a:cubicBezTo>
                  <a:cubicBezTo>
                    <a:pt x="7718" y="2451"/>
                    <a:pt x="7618" y="2451"/>
                    <a:pt x="7551" y="2451"/>
                  </a:cubicBezTo>
                  <a:lnTo>
                    <a:pt x="7518" y="2451"/>
                  </a:lnTo>
                  <a:cubicBezTo>
                    <a:pt x="7494" y="2452"/>
                    <a:pt x="7470" y="2453"/>
                    <a:pt x="7447" y="2453"/>
                  </a:cubicBezTo>
                  <a:cubicBezTo>
                    <a:pt x="7007" y="2453"/>
                    <a:pt x="6595" y="2162"/>
                    <a:pt x="6184" y="1750"/>
                  </a:cubicBezTo>
                  <a:cubicBezTo>
                    <a:pt x="5817" y="1283"/>
                    <a:pt x="5450" y="716"/>
                    <a:pt x="4883" y="349"/>
                  </a:cubicBezTo>
                  <a:cubicBezTo>
                    <a:pt x="4816" y="316"/>
                    <a:pt x="4783" y="282"/>
                    <a:pt x="4682" y="216"/>
                  </a:cubicBezTo>
                  <a:cubicBezTo>
                    <a:pt x="4649" y="182"/>
                    <a:pt x="4549" y="182"/>
                    <a:pt x="4482" y="149"/>
                  </a:cubicBezTo>
                  <a:cubicBezTo>
                    <a:pt x="4315" y="82"/>
                    <a:pt x="4182" y="82"/>
                    <a:pt x="4015" y="15"/>
                  </a:cubicBezTo>
                  <a:cubicBezTo>
                    <a:pt x="3960" y="4"/>
                    <a:pt x="3908" y="1"/>
                    <a:pt x="3860"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84" name="Google Shape;1284;p9"/>
            <p:cNvSpPr/>
            <p:nvPr/>
          </p:nvSpPr>
          <p:spPr>
            <a:xfrm>
              <a:off x="5752600" y="5140500"/>
              <a:ext cx="458700" cy="205450"/>
            </a:xfrm>
            <a:custGeom>
              <a:avLst/>
              <a:gdLst/>
              <a:ahLst/>
              <a:cxnLst/>
              <a:rect l="l" t="t" r="r" b="b"/>
              <a:pathLst>
                <a:path w="18348" h="8218" extrusionOk="0">
                  <a:moveTo>
                    <a:pt x="12508" y="0"/>
                  </a:moveTo>
                  <a:cubicBezTo>
                    <a:pt x="12453" y="0"/>
                    <a:pt x="12398" y="4"/>
                    <a:pt x="12343" y="12"/>
                  </a:cubicBezTo>
                  <a:cubicBezTo>
                    <a:pt x="12210" y="12"/>
                    <a:pt x="12143" y="45"/>
                    <a:pt x="12010" y="45"/>
                  </a:cubicBezTo>
                  <a:cubicBezTo>
                    <a:pt x="11943" y="45"/>
                    <a:pt x="11809" y="145"/>
                    <a:pt x="11676" y="179"/>
                  </a:cubicBezTo>
                  <a:cubicBezTo>
                    <a:pt x="11543" y="246"/>
                    <a:pt x="11476" y="312"/>
                    <a:pt x="11376" y="379"/>
                  </a:cubicBezTo>
                  <a:lnTo>
                    <a:pt x="11176" y="579"/>
                  </a:lnTo>
                  <a:cubicBezTo>
                    <a:pt x="10642" y="1180"/>
                    <a:pt x="10308" y="1813"/>
                    <a:pt x="9975" y="2347"/>
                  </a:cubicBezTo>
                  <a:cubicBezTo>
                    <a:pt x="9641" y="2881"/>
                    <a:pt x="9308" y="3515"/>
                    <a:pt x="8941" y="4082"/>
                  </a:cubicBezTo>
                  <a:cubicBezTo>
                    <a:pt x="8774" y="4382"/>
                    <a:pt x="8540" y="4682"/>
                    <a:pt x="8340" y="4882"/>
                  </a:cubicBezTo>
                  <a:lnTo>
                    <a:pt x="8274" y="4949"/>
                  </a:lnTo>
                  <a:lnTo>
                    <a:pt x="8174" y="5016"/>
                  </a:lnTo>
                  <a:cubicBezTo>
                    <a:pt x="8174" y="5049"/>
                    <a:pt x="8107" y="5082"/>
                    <a:pt x="8007" y="5082"/>
                  </a:cubicBezTo>
                  <a:cubicBezTo>
                    <a:pt x="7840" y="5149"/>
                    <a:pt x="7707" y="5149"/>
                    <a:pt x="7540" y="5149"/>
                  </a:cubicBezTo>
                  <a:cubicBezTo>
                    <a:pt x="6939" y="5149"/>
                    <a:pt x="6339" y="4682"/>
                    <a:pt x="5605" y="4382"/>
                  </a:cubicBezTo>
                  <a:cubicBezTo>
                    <a:pt x="5505" y="4348"/>
                    <a:pt x="5405" y="4315"/>
                    <a:pt x="5305" y="4315"/>
                  </a:cubicBezTo>
                  <a:cubicBezTo>
                    <a:pt x="5271" y="4315"/>
                    <a:pt x="5238" y="4248"/>
                    <a:pt x="5138" y="4248"/>
                  </a:cubicBezTo>
                  <a:lnTo>
                    <a:pt x="4971" y="4248"/>
                  </a:lnTo>
                  <a:cubicBezTo>
                    <a:pt x="4771" y="4248"/>
                    <a:pt x="4604" y="4248"/>
                    <a:pt x="4404" y="4315"/>
                  </a:cubicBezTo>
                  <a:cubicBezTo>
                    <a:pt x="4004" y="4348"/>
                    <a:pt x="3637" y="4449"/>
                    <a:pt x="3337" y="4682"/>
                  </a:cubicBezTo>
                  <a:cubicBezTo>
                    <a:pt x="2736" y="5049"/>
                    <a:pt x="2336" y="5616"/>
                    <a:pt x="2069" y="6116"/>
                  </a:cubicBezTo>
                  <a:cubicBezTo>
                    <a:pt x="1769" y="6583"/>
                    <a:pt x="1569" y="7050"/>
                    <a:pt x="1302" y="7351"/>
                  </a:cubicBezTo>
                  <a:cubicBezTo>
                    <a:pt x="1269" y="7417"/>
                    <a:pt x="1168" y="7517"/>
                    <a:pt x="1135" y="7551"/>
                  </a:cubicBezTo>
                  <a:cubicBezTo>
                    <a:pt x="1102" y="7584"/>
                    <a:pt x="1068" y="7617"/>
                    <a:pt x="968" y="7684"/>
                  </a:cubicBezTo>
                  <a:cubicBezTo>
                    <a:pt x="935" y="7684"/>
                    <a:pt x="835" y="7718"/>
                    <a:pt x="802" y="7751"/>
                  </a:cubicBezTo>
                  <a:cubicBezTo>
                    <a:pt x="735" y="7751"/>
                    <a:pt x="668" y="7784"/>
                    <a:pt x="635" y="7784"/>
                  </a:cubicBezTo>
                  <a:cubicBezTo>
                    <a:pt x="601" y="7784"/>
                    <a:pt x="568" y="7851"/>
                    <a:pt x="501" y="7851"/>
                  </a:cubicBezTo>
                  <a:lnTo>
                    <a:pt x="335" y="7851"/>
                  </a:lnTo>
                  <a:cubicBezTo>
                    <a:pt x="101" y="7851"/>
                    <a:pt x="1" y="8218"/>
                    <a:pt x="335" y="8218"/>
                  </a:cubicBezTo>
                  <a:lnTo>
                    <a:pt x="568" y="8218"/>
                  </a:lnTo>
                  <a:cubicBezTo>
                    <a:pt x="601" y="8218"/>
                    <a:pt x="635" y="8185"/>
                    <a:pt x="735" y="8185"/>
                  </a:cubicBezTo>
                  <a:cubicBezTo>
                    <a:pt x="968" y="8118"/>
                    <a:pt x="1335" y="7918"/>
                    <a:pt x="1635" y="7584"/>
                  </a:cubicBezTo>
                  <a:cubicBezTo>
                    <a:pt x="1936" y="7251"/>
                    <a:pt x="2169" y="6817"/>
                    <a:pt x="2469" y="6350"/>
                  </a:cubicBezTo>
                  <a:cubicBezTo>
                    <a:pt x="2770" y="5883"/>
                    <a:pt x="3137" y="5383"/>
                    <a:pt x="3637" y="5082"/>
                  </a:cubicBezTo>
                  <a:cubicBezTo>
                    <a:pt x="3904" y="4916"/>
                    <a:pt x="4237" y="4849"/>
                    <a:pt x="4504" y="4782"/>
                  </a:cubicBezTo>
                  <a:lnTo>
                    <a:pt x="5138" y="4782"/>
                  </a:lnTo>
                  <a:cubicBezTo>
                    <a:pt x="5138" y="4782"/>
                    <a:pt x="5171" y="4849"/>
                    <a:pt x="5238" y="4849"/>
                  </a:cubicBezTo>
                  <a:cubicBezTo>
                    <a:pt x="5271" y="4882"/>
                    <a:pt x="5338" y="4882"/>
                    <a:pt x="5438" y="4916"/>
                  </a:cubicBezTo>
                  <a:cubicBezTo>
                    <a:pt x="5738" y="5049"/>
                    <a:pt x="6072" y="5249"/>
                    <a:pt x="6406" y="5416"/>
                  </a:cubicBezTo>
                  <a:cubicBezTo>
                    <a:pt x="6739" y="5583"/>
                    <a:pt x="7106" y="5749"/>
                    <a:pt x="7573" y="5783"/>
                  </a:cubicBezTo>
                  <a:cubicBezTo>
                    <a:pt x="7645" y="5804"/>
                    <a:pt x="7715" y="5811"/>
                    <a:pt x="7783" y="5811"/>
                  </a:cubicBezTo>
                  <a:cubicBezTo>
                    <a:pt x="7934" y="5811"/>
                    <a:pt x="8079" y="5773"/>
                    <a:pt x="8240" y="5749"/>
                  </a:cubicBezTo>
                  <a:cubicBezTo>
                    <a:pt x="8340" y="5716"/>
                    <a:pt x="8440" y="5716"/>
                    <a:pt x="8574" y="5616"/>
                  </a:cubicBezTo>
                  <a:cubicBezTo>
                    <a:pt x="8607" y="5583"/>
                    <a:pt x="8674" y="5549"/>
                    <a:pt x="8741" y="5516"/>
                  </a:cubicBezTo>
                  <a:lnTo>
                    <a:pt x="8841" y="5383"/>
                  </a:lnTo>
                  <a:cubicBezTo>
                    <a:pt x="9141" y="5082"/>
                    <a:pt x="9341" y="4749"/>
                    <a:pt x="9575" y="4449"/>
                  </a:cubicBezTo>
                  <a:cubicBezTo>
                    <a:pt x="9975" y="3848"/>
                    <a:pt x="10308" y="3214"/>
                    <a:pt x="10642" y="2681"/>
                  </a:cubicBezTo>
                  <a:cubicBezTo>
                    <a:pt x="10976" y="2114"/>
                    <a:pt x="11342" y="1513"/>
                    <a:pt x="11776" y="1046"/>
                  </a:cubicBezTo>
                  <a:cubicBezTo>
                    <a:pt x="11809" y="946"/>
                    <a:pt x="11910" y="913"/>
                    <a:pt x="11943" y="879"/>
                  </a:cubicBezTo>
                  <a:cubicBezTo>
                    <a:pt x="11976" y="846"/>
                    <a:pt x="12076" y="746"/>
                    <a:pt x="12110" y="746"/>
                  </a:cubicBezTo>
                  <a:cubicBezTo>
                    <a:pt x="12143" y="713"/>
                    <a:pt x="12343" y="679"/>
                    <a:pt x="12477" y="679"/>
                  </a:cubicBezTo>
                  <a:cubicBezTo>
                    <a:pt x="12539" y="665"/>
                    <a:pt x="12599" y="659"/>
                    <a:pt x="12657" y="659"/>
                  </a:cubicBezTo>
                  <a:cubicBezTo>
                    <a:pt x="12876" y="659"/>
                    <a:pt x="13066" y="754"/>
                    <a:pt x="13277" y="913"/>
                  </a:cubicBezTo>
                  <a:cubicBezTo>
                    <a:pt x="13778" y="1346"/>
                    <a:pt x="14111" y="2013"/>
                    <a:pt x="14411" y="2647"/>
                  </a:cubicBezTo>
                  <a:cubicBezTo>
                    <a:pt x="14678" y="3248"/>
                    <a:pt x="14945" y="3915"/>
                    <a:pt x="15179" y="4549"/>
                  </a:cubicBezTo>
                  <a:cubicBezTo>
                    <a:pt x="15679" y="5749"/>
                    <a:pt x="16179" y="6884"/>
                    <a:pt x="16813" y="7517"/>
                  </a:cubicBezTo>
                  <a:cubicBezTo>
                    <a:pt x="17113" y="7851"/>
                    <a:pt x="17447" y="8018"/>
                    <a:pt x="17680" y="8084"/>
                  </a:cubicBezTo>
                  <a:cubicBezTo>
                    <a:pt x="17814" y="8118"/>
                    <a:pt x="17914" y="8185"/>
                    <a:pt x="17981" y="8185"/>
                  </a:cubicBezTo>
                  <a:lnTo>
                    <a:pt x="18081" y="8185"/>
                  </a:lnTo>
                  <a:cubicBezTo>
                    <a:pt x="18347" y="8185"/>
                    <a:pt x="18314" y="7884"/>
                    <a:pt x="18047" y="7851"/>
                  </a:cubicBezTo>
                  <a:lnTo>
                    <a:pt x="17981" y="7851"/>
                  </a:lnTo>
                  <a:cubicBezTo>
                    <a:pt x="17947" y="7784"/>
                    <a:pt x="17847" y="7784"/>
                    <a:pt x="17780" y="7751"/>
                  </a:cubicBezTo>
                  <a:cubicBezTo>
                    <a:pt x="17547" y="7684"/>
                    <a:pt x="17313" y="7517"/>
                    <a:pt x="17047" y="7217"/>
                  </a:cubicBezTo>
                  <a:cubicBezTo>
                    <a:pt x="16546" y="6617"/>
                    <a:pt x="16113" y="5583"/>
                    <a:pt x="15646" y="4348"/>
                  </a:cubicBezTo>
                  <a:cubicBezTo>
                    <a:pt x="15445" y="3715"/>
                    <a:pt x="15179" y="3048"/>
                    <a:pt x="14878" y="2380"/>
                  </a:cubicBezTo>
                  <a:cubicBezTo>
                    <a:pt x="14545" y="1713"/>
                    <a:pt x="14278" y="1013"/>
                    <a:pt x="13611" y="412"/>
                  </a:cubicBezTo>
                  <a:cubicBezTo>
                    <a:pt x="13317" y="206"/>
                    <a:pt x="12919" y="0"/>
                    <a:pt x="12508"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85" name="Google Shape;1285;p9"/>
            <p:cNvSpPr/>
            <p:nvPr/>
          </p:nvSpPr>
          <p:spPr>
            <a:xfrm>
              <a:off x="4787750" y="4697975"/>
              <a:ext cx="24225" cy="10875"/>
            </a:xfrm>
            <a:custGeom>
              <a:avLst/>
              <a:gdLst/>
              <a:ahLst/>
              <a:cxnLst/>
              <a:rect l="l" t="t" r="r" b="b"/>
              <a:pathLst>
                <a:path w="969" h="435" extrusionOk="0">
                  <a:moveTo>
                    <a:pt x="501" y="0"/>
                  </a:moveTo>
                  <a:cubicBezTo>
                    <a:pt x="301" y="0"/>
                    <a:pt x="34" y="167"/>
                    <a:pt x="34" y="167"/>
                  </a:cubicBezTo>
                  <a:cubicBezTo>
                    <a:pt x="1" y="167"/>
                    <a:pt x="67" y="401"/>
                    <a:pt x="67" y="401"/>
                  </a:cubicBezTo>
                  <a:cubicBezTo>
                    <a:pt x="67" y="401"/>
                    <a:pt x="334" y="434"/>
                    <a:pt x="501" y="434"/>
                  </a:cubicBezTo>
                  <a:cubicBezTo>
                    <a:pt x="668" y="434"/>
                    <a:pt x="901" y="334"/>
                    <a:pt x="901" y="334"/>
                  </a:cubicBezTo>
                  <a:cubicBezTo>
                    <a:pt x="901" y="334"/>
                    <a:pt x="901" y="100"/>
                    <a:pt x="968" y="100"/>
                  </a:cubicBezTo>
                  <a:cubicBezTo>
                    <a:pt x="968" y="100"/>
                    <a:pt x="668" y="0"/>
                    <a:pt x="501"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86" name="Google Shape;1286;p9"/>
            <p:cNvSpPr/>
            <p:nvPr/>
          </p:nvSpPr>
          <p:spPr>
            <a:xfrm>
              <a:off x="4793600" y="4717150"/>
              <a:ext cx="27550" cy="12525"/>
            </a:xfrm>
            <a:custGeom>
              <a:avLst/>
              <a:gdLst/>
              <a:ahLst/>
              <a:cxnLst/>
              <a:rect l="l" t="t" r="r" b="b"/>
              <a:pathLst>
                <a:path w="1102" h="501" extrusionOk="0">
                  <a:moveTo>
                    <a:pt x="567" y="1"/>
                  </a:moveTo>
                  <a:cubicBezTo>
                    <a:pt x="334" y="1"/>
                    <a:pt x="0" y="134"/>
                    <a:pt x="0" y="134"/>
                  </a:cubicBezTo>
                  <a:lnTo>
                    <a:pt x="0" y="401"/>
                  </a:lnTo>
                  <a:cubicBezTo>
                    <a:pt x="0" y="401"/>
                    <a:pt x="334" y="501"/>
                    <a:pt x="567" y="501"/>
                  </a:cubicBezTo>
                  <a:cubicBezTo>
                    <a:pt x="767" y="501"/>
                    <a:pt x="1101" y="401"/>
                    <a:pt x="1101" y="401"/>
                  </a:cubicBezTo>
                  <a:lnTo>
                    <a:pt x="1101" y="134"/>
                  </a:lnTo>
                  <a:cubicBezTo>
                    <a:pt x="1101" y="134"/>
                    <a:pt x="767" y="1"/>
                    <a:pt x="567"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87" name="Google Shape;1287;p9"/>
            <p:cNvSpPr/>
            <p:nvPr/>
          </p:nvSpPr>
          <p:spPr>
            <a:xfrm>
              <a:off x="4811950" y="4743850"/>
              <a:ext cx="14200" cy="12525"/>
            </a:xfrm>
            <a:custGeom>
              <a:avLst/>
              <a:gdLst/>
              <a:ahLst/>
              <a:cxnLst/>
              <a:rect l="l" t="t" r="r" b="b"/>
              <a:pathLst>
                <a:path w="568" h="501" extrusionOk="0">
                  <a:moveTo>
                    <a:pt x="267" y="0"/>
                  </a:moveTo>
                  <a:cubicBezTo>
                    <a:pt x="167" y="0"/>
                    <a:pt x="0" y="100"/>
                    <a:pt x="0" y="100"/>
                  </a:cubicBezTo>
                  <a:lnTo>
                    <a:pt x="0" y="367"/>
                  </a:lnTo>
                  <a:cubicBezTo>
                    <a:pt x="0" y="367"/>
                    <a:pt x="167" y="500"/>
                    <a:pt x="267" y="500"/>
                  </a:cubicBezTo>
                  <a:cubicBezTo>
                    <a:pt x="400" y="500"/>
                    <a:pt x="567" y="367"/>
                    <a:pt x="567" y="367"/>
                  </a:cubicBezTo>
                  <a:lnTo>
                    <a:pt x="567" y="100"/>
                  </a:lnTo>
                  <a:cubicBezTo>
                    <a:pt x="567" y="100"/>
                    <a:pt x="400" y="0"/>
                    <a:pt x="267"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88" name="Google Shape;1288;p9"/>
            <p:cNvSpPr/>
            <p:nvPr/>
          </p:nvSpPr>
          <p:spPr>
            <a:xfrm>
              <a:off x="4830275" y="4766350"/>
              <a:ext cx="27550" cy="14300"/>
            </a:xfrm>
            <a:custGeom>
              <a:avLst/>
              <a:gdLst/>
              <a:ahLst/>
              <a:cxnLst/>
              <a:rect l="l" t="t" r="r" b="b"/>
              <a:pathLst>
                <a:path w="1102" h="572" extrusionOk="0">
                  <a:moveTo>
                    <a:pt x="835" y="1"/>
                  </a:moveTo>
                  <a:cubicBezTo>
                    <a:pt x="835" y="1"/>
                    <a:pt x="635" y="34"/>
                    <a:pt x="468" y="101"/>
                  </a:cubicBezTo>
                  <a:cubicBezTo>
                    <a:pt x="301" y="134"/>
                    <a:pt x="1" y="234"/>
                    <a:pt x="1" y="234"/>
                  </a:cubicBezTo>
                  <a:lnTo>
                    <a:pt x="1" y="501"/>
                  </a:lnTo>
                  <a:cubicBezTo>
                    <a:pt x="1" y="501"/>
                    <a:pt x="177" y="572"/>
                    <a:pt x="376" y="572"/>
                  </a:cubicBezTo>
                  <a:cubicBezTo>
                    <a:pt x="451" y="572"/>
                    <a:pt x="529" y="562"/>
                    <a:pt x="601" y="534"/>
                  </a:cubicBezTo>
                  <a:cubicBezTo>
                    <a:pt x="701" y="534"/>
                    <a:pt x="868" y="468"/>
                    <a:pt x="968" y="334"/>
                  </a:cubicBezTo>
                  <a:cubicBezTo>
                    <a:pt x="1035" y="268"/>
                    <a:pt x="1102" y="134"/>
                    <a:pt x="1102" y="134"/>
                  </a:cubicBezTo>
                  <a:cubicBezTo>
                    <a:pt x="1035" y="101"/>
                    <a:pt x="868" y="1"/>
                    <a:pt x="835"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89" name="Google Shape;1289;p9"/>
            <p:cNvSpPr/>
            <p:nvPr/>
          </p:nvSpPr>
          <p:spPr>
            <a:xfrm>
              <a:off x="4972050" y="4750175"/>
              <a:ext cx="27550" cy="12400"/>
            </a:xfrm>
            <a:custGeom>
              <a:avLst/>
              <a:gdLst/>
              <a:ahLst/>
              <a:cxnLst/>
              <a:rect l="l" t="t" r="r" b="b"/>
              <a:pathLst>
                <a:path w="1102" h="496" extrusionOk="0">
                  <a:moveTo>
                    <a:pt x="494" y="1"/>
                  </a:moveTo>
                  <a:cubicBezTo>
                    <a:pt x="396" y="1"/>
                    <a:pt x="299" y="32"/>
                    <a:pt x="201" y="81"/>
                  </a:cubicBezTo>
                  <a:cubicBezTo>
                    <a:pt x="101" y="114"/>
                    <a:pt x="1" y="181"/>
                    <a:pt x="1" y="181"/>
                  </a:cubicBezTo>
                  <a:lnTo>
                    <a:pt x="134" y="414"/>
                  </a:lnTo>
                  <a:cubicBezTo>
                    <a:pt x="134" y="414"/>
                    <a:pt x="334" y="448"/>
                    <a:pt x="501" y="481"/>
                  </a:cubicBezTo>
                  <a:cubicBezTo>
                    <a:pt x="557" y="492"/>
                    <a:pt x="631" y="496"/>
                    <a:pt x="705" y="496"/>
                  </a:cubicBezTo>
                  <a:cubicBezTo>
                    <a:pt x="853" y="496"/>
                    <a:pt x="1001" y="481"/>
                    <a:pt x="1001" y="481"/>
                  </a:cubicBezTo>
                  <a:cubicBezTo>
                    <a:pt x="1035" y="448"/>
                    <a:pt x="1101" y="247"/>
                    <a:pt x="1035" y="247"/>
                  </a:cubicBezTo>
                  <a:cubicBezTo>
                    <a:pt x="1035" y="247"/>
                    <a:pt x="801" y="81"/>
                    <a:pt x="601" y="14"/>
                  </a:cubicBezTo>
                  <a:cubicBezTo>
                    <a:pt x="565" y="5"/>
                    <a:pt x="530" y="1"/>
                    <a:pt x="494"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90" name="Google Shape;1290;p9"/>
            <p:cNvSpPr/>
            <p:nvPr/>
          </p:nvSpPr>
          <p:spPr>
            <a:xfrm>
              <a:off x="4985400" y="4788025"/>
              <a:ext cx="31700" cy="11700"/>
            </a:xfrm>
            <a:custGeom>
              <a:avLst/>
              <a:gdLst/>
              <a:ahLst/>
              <a:cxnLst/>
              <a:rect l="l" t="t" r="r" b="b"/>
              <a:pathLst>
                <a:path w="1268" h="468" extrusionOk="0">
                  <a:moveTo>
                    <a:pt x="634" y="1"/>
                  </a:moveTo>
                  <a:cubicBezTo>
                    <a:pt x="501" y="1"/>
                    <a:pt x="334" y="68"/>
                    <a:pt x="234" y="134"/>
                  </a:cubicBezTo>
                  <a:cubicBezTo>
                    <a:pt x="100" y="168"/>
                    <a:pt x="0" y="268"/>
                    <a:pt x="0" y="268"/>
                  </a:cubicBezTo>
                  <a:lnTo>
                    <a:pt x="134" y="468"/>
                  </a:lnTo>
                  <a:lnTo>
                    <a:pt x="634" y="468"/>
                  </a:lnTo>
                  <a:cubicBezTo>
                    <a:pt x="768" y="468"/>
                    <a:pt x="934" y="435"/>
                    <a:pt x="1068" y="401"/>
                  </a:cubicBezTo>
                  <a:cubicBezTo>
                    <a:pt x="1168" y="335"/>
                    <a:pt x="1268" y="268"/>
                    <a:pt x="1268" y="268"/>
                  </a:cubicBezTo>
                  <a:lnTo>
                    <a:pt x="1168" y="68"/>
                  </a:lnTo>
                  <a:lnTo>
                    <a:pt x="1001" y="68"/>
                  </a:lnTo>
                  <a:cubicBezTo>
                    <a:pt x="901" y="68"/>
                    <a:pt x="768" y="1"/>
                    <a:pt x="634"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91" name="Google Shape;1291;p9"/>
            <p:cNvSpPr/>
            <p:nvPr/>
          </p:nvSpPr>
          <p:spPr>
            <a:xfrm>
              <a:off x="4986225" y="4769700"/>
              <a:ext cx="23375" cy="12525"/>
            </a:xfrm>
            <a:custGeom>
              <a:avLst/>
              <a:gdLst/>
              <a:ahLst/>
              <a:cxnLst/>
              <a:rect l="l" t="t" r="r" b="b"/>
              <a:pathLst>
                <a:path w="935" h="501" extrusionOk="0">
                  <a:moveTo>
                    <a:pt x="434" y="0"/>
                  </a:moveTo>
                  <a:cubicBezTo>
                    <a:pt x="268" y="0"/>
                    <a:pt x="1" y="100"/>
                    <a:pt x="1" y="100"/>
                  </a:cubicBezTo>
                  <a:lnTo>
                    <a:pt x="1" y="367"/>
                  </a:lnTo>
                  <a:cubicBezTo>
                    <a:pt x="1" y="367"/>
                    <a:pt x="301" y="500"/>
                    <a:pt x="468" y="500"/>
                  </a:cubicBezTo>
                  <a:cubicBezTo>
                    <a:pt x="668" y="500"/>
                    <a:pt x="935" y="334"/>
                    <a:pt x="935" y="334"/>
                  </a:cubicBezTo>
                  <a:cubicBezTo>
                    <a:pt x="935" y="300"/>
                    <a:pt x="901" y="67"/>
                    <a:pt x="835" y="33"/>
                  </a:cubicBezTo>
                  <a:cubicBezTo>
                    <a:pt x="835" y="33"/>
                    <a:pt x="601" y="0"/>
                    <a:pt x="434"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92" name="Google Shape;1292;p9"/>
            <p:cNvSpPr/>
            <p:nvPr/>
          </p:nvSpPr>
          <p:spPr>
            <a:xfrm>
              <a:off x="4993725" y="4816150"/>
              <a:ext cx="31725" cy="13600"/>
            </a:xfrm>
            <a:custGeom>
              <a:avLst/>
              <a:gdLst/>
              <a:ahLst/>
              <a:cxnLst/>
              <a:rect l="l" t="t" r="r" b="b"/>
              <a:pathLst>
                <a:path w="1269" h="544" extrusionOk="0">
                  <a:moveTo>
                    <a:pt x="803" y="1"/>
                  </a:moveTo>
                  <a:cubicBezTo>
                    <a:pt x="746" y="1"/>
                    <a:pt x="688" y="3"/>
                    <a:pt x="635" y="10"/>
                  </a:cubicBezTo>
                  <a:cubicBezTo>
                    <a:pt x="501" y="43"/>
                    <a:pt x="335" y="110"/>
                    <a:pt x="234" y="177"/>
                  </a:cubicBezTo>
                  <a:cubicBezTo>
                    <a:pt x="101" y="277"/>
                    <a:pt x="1" y="344"/>
                    <a:pt x="1" y="344"/>
                  </a:cubicBezTo>
                  <a:lnTo>
                    <a:pt x="134" y="544"/>
                  </a:lnTo>
                  <a:cubicBezTo>
                    <a:pt x="134" y="544"/>
                    <a:pt x="234" y="510"/>
                    <a:pt x="335" y="510"/>
                  </a:cubicBezTo>
                  <a:cubicBezTo>
                    <a:pt x="385" y="494"/>
                    <a:pt x="451" y="494"/>
                    <a:pt x="514" y="494"/>
                  </a:cubicBezTo>
                  <a:cubicBezTo>
                    <a:pt x="576" y="494"/>
                    <a:pt x="635" y="494"/>
                    <a:pt x="668" y="477"/>
                  </a:cubicBezTo>
                  <a:cubicBezTo>
                    <a:pt x="902" y="444"/>
                    <a:pt x="1269" y="277"/>
                    <a:pt x="1269" y="277"/>
                  </a:cubicBezTo>
                  <a:cubicBezTo>
                    <a:pt x="1269" y="277"/>
                    <a:pt x="1235" y="43"/>
                    <a:pt x="1269" y="43"/>
                  </a:cubicBezTo>
                  <a:cubicBezTo>
                    <a:pt x="1269" y="43"/>
                    <a:pt x="1034" y="1"/>
                    <a:pt x="803"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93" name="Google Shape;1293;p9"/>
            <p:cNvSpPr/>
            <p:nvPr/>
          </p:nvSpPr>
          <p:spPr>
            <a:xfrm>
              <a:off x="5013750" y="4835575"/>
              <a:ext cx="31725" cy="16700"/>
            </a:xfrm>
            <a:custGeom>
              <a:avLst/>
              <a:gdLst/>
              <a:ahLst/>
              <a:cxnLst/>
              <a:rect l="l" t="t" r="r" b="b"/>
              <a:pathLst>
                <a:path w="1269" h="668" extrusionOk="0">
                  <a:moveTo>
                    <a:pt x="1068" y="0"/>
                  </a:moveTo>
                  <a:cubicBezTo>
                    <a:pt x="1068" y="0"/>
                    <a:pt x="701" y="0"/>
                    <a:pt x="501" y="67"/>
                  </a:cubicBezTo>
                  <a:cubicBezTo>
                    <a:pt x="401" y="100"/>
                    <a:pt x="234" y="200"/>
                    <a:pt x="167" y="267"/>
                  </a:cubicBezTo>
                  <a:lnTo>
                    <a:pt x="1" y="434"/>
                  </a:lnTo>
                  <a:lnTo>
                    <a:pt x="134" y="667"/>
                  </a:lnTo>
                  <a:cubicBezTo>
                    <a:pt x="134" y="667"/>
                    <a:pt x="201" y="601"/>
                    <a:pt x="334" y="601"/>
                  </a:cubicBezTo>
                  <a:cubicBezTo>
                    <a:pt x="401" y="567"/>
                    <a:pt x="601" y="567"/>
                    <a:pt x="668" y="534"/>
                  </a:cubicBezTo>
                  <a:cubicBezTo>
                    <a:pt x="868" y="434"/>
                    <a:pt x="1201" y="234"/>
                    <a:pt x="1201" y="234"/>
                  </a:cubicBezTo>
                  <a:cubicBezTo>
                    <a:pt x="1268" y="234"/>
                    <a:pt x="1168" y="34"/>
                    <a:pt x="1068"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94" name="Google Shape;1294;p9"/>
            <p:cNvSpPr/>
            <p:nvPr/>
          </p:nvSpPr>
          <p:spPr>
            <a:xfrm>
              <a:off x="5030425" y="4861425"/>
              <a:ext cx="20875" cy="13375"/>
            </a:xfrm>
            <a:custGeom>
              <a:avLst/>
              <a:gdLst/>
              <a:ahLst/>
              <a:cxnLst/>
              <a:rect l="l" t="t" r="r" b="b"/>
              <a:pathLst>
                <a:path w="835" h="535" extrusionOk="0">
                  <a:moveTo>
                    <a:pt x="801" y="0"/>
                  </a:moveTo>
                  <a:cubicBezTo>
                    <a:pt x="801" y="0"/>
                    <a:pt x="534" y="0"/>
                    <a:pt x="368" y="34"/>
                  </a:cubicBezTo>
                  <a:cubicBezTo>
                    <a:pt x="234" y="134"/>
                    <a:pt x="34" y="301"/>
                    <a:pt x="34" y="301"/>
                  </a:cubicBezTo>
                  <a:cubicBezTo>
                    <a:pt x="1" y="301"/>
                    <a:pt x="101" y="534"/>
                    <a:pt x="101" y="534"/>
                  </a:cubicBezTo>
                  <a:cubicBezTo>
                    <a:pt x="101" y="534"/>
                    <a:pt x="334" y="534"/>
                    <a:pt x="501" y="501"/>
                  </a:cubicBezTo>
                  <a:cubicBezTo>
                    <a:pt x="668" y="467"/>
                    <a:pt x="835" y="234"/>
                    <a:pt x="835" y="234"/>
                  </a:cubicBezTo>
                  <a:cubicBezTo>
                    <a:pt x="835" y="234"/>
                    <a:pt x="801" y="34"/>
                    <a:pt x="801"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95" name="Google Shape;1295;p9"/>
            <p:cNvSpPr/>
            <p:nvPr/>
          </p:nvSpPr>
          <p:spPr>
            <a:xfrm>
              <a:off x="5066300" y="4913125"/>
              <a:ext cx="25875" cy="12525"/>
            </a:xfrm>
            <a:custGeom>
              <a:avLst/>
              <a:gdLst/>
              <a:ahLst/>
              <a:cxnLst/>
              <a:rect l="l" t="t" r="r" b="b"/>
              <a:pathLst>
                <a:path w="1035" h="501" extrusionOk="0">
                  <a:moveTo>
                    <a:pt x="500" y="1"/>
                  </a:moveTo>
                  <a:cubicBezTo>
                    <a:pt x="267" y="67"/>
                    <a:pt x="0" y="167"/>
                    <a:pt x="0" y="167"/>
                  </a:cubicBezTo>
                  <a:lnTo>
                    <a:pt x="0" y="434"/>
                  </a:lnTo>
                  <a:cubicBezTo>
                    <a:pt x="0" y="434"/>
                    <a:pt x="334" y="501"/>
                    <a:pt x="534" y="501"/>
                  </a:cubicBezTo>
                  <a:cubicBezTo>
                    <a:pt x="734" y="468"/>
                    <a:pt x="1034" y="334"/>
                    <a:pt x="1034" y="334"/>
                  </a:cubicBezTo>
                  <a:lnTo>
                    <a:pt x="1034" y="101"/>
                  </a:lnTo>
                  <a:cubicBezTo>
                    <a:pt x="1034" y="101"/>
                    <a:pt x="701" y="1"/>
                    <a:pt x="500"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96" name="Google Shape;1296;p9"/>
            <p:cNvSpPr/>
            <p:nvPr/>
          </p:nvSpPr>
          <p:spPr>
            <a:xfrm>
              <a:off x="5042100" y="4889775"/>
              <a:ext cx="25875" cy="17025"/>
            </a:xfrm>
            <a:custGeom>
              <a:avLst/>
              <a:gdLst/>
              <a:ahLst/>
              <a:cxnLst/>
              <a:rect l="l" t="t" r="r" b="b"/>
              <a:pathLst>
                <a:path w="1035" h="681" extrusionOk="0">
                  <a:moveTo>
                    <a:pt x="868" y="1"/>
                  </a:moveTo>
                  <a:cubicBezTo>
                    <a:pt x="868" y="1"/>
                    <a:pt x="534" y="67"/>
                    <a:pt x="401" y="167"/>
                  </a:cubicBezTo>
                  <a:cubicBezTo>
                    <a:pt x="334" y="167"/>
                    <a:pt x="234" y="234"/>
                    <a:pt x="167" y="267"/>
                  </a:cubicBezTo>
                  <a:lnTo>
                    <a:pt x="1" y="367"/>
                  </a:lnTo>
                  <a:lnTo>
                    <a:pt x="1" y="601"/>
                  </a:lnTo>
                  <a:cubicBezTo>
                    <a:pt x="1" y="601"/>
                    <a:pt x="67" y="668"/>
                    <a:pt x="201" y="668"/>
                  </a:cubicBezTo>
                  <a:cubicBezTo>
                    <a:pt x="237" y="677"/>
                    <a:pt x="275" y="681"/>
                    <a:pt x="314" y="681"/>
                  </a:cubicBezTo>
                  <a:cubicBezTo>
                    <a:pt x="421" y="681"/>
                    <a:pt x="537" y="650"/>
                    <a:pt x="634" y="601"/>
                  </a:cubicBezTo>
                  <a:cubicBezTo>
                    <a:pt x="868" y="501"/>
                    <a:pt x="1035" y="201"/>
                    <a:pt x="1035" y="201"/>
                  </a:cubicBezTo>
                  <a:cubicBezTo>
                    <a:pt x="1035" y="201"/>
                    <a:pt x="901" y="34"/>
                    <a:pt x="868"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97" name="Google Shape;1297;p9"/>
            <p:cNvSpPr/>
            <p:nvPr/>
          </p:nvSpPr>
          <p:spPr>
            <a:xfrm>
              <a:off x="4116450" y="4858075"/>
              <a:ext cx="18375" cy="12550"/>
            </a:xfrm>
            <a:custGeom>
              <a:avLst/>
              <a:gdLst/>
              <a:ahLst/>
              <a:cxnLst/>
              <a:rect l="l" t="t" r="r" b="b"/>
              <a:pathLst>
                <a:path w="735" h="502" extrusionOk="0">
                  <a:moveTo>
                    <a:pt x="334" y="1"/>
                  </a:moveTo>
                  <a:cubicBezTo>
                    <a:pt x="234" y="34"/>
                    <a:pt x="134" y="101"/>
                    <a:pt x="67" y="168"/>
                  </a:cubicBezTo>
                  <a:cubicBezTo>
                    <a:pt x="34" y="234"/>
                    <a:pt x="0" y="301"/>
                    <a:pt x="0" y="301"/>
                  </a:cubicBezTo>
                  <a:lnTo>
                    <a:pt x="134" y="501"/>
                  </a:lnTo>
                  <a:lnTo>
                    <a:pt x="467" y="501"/>
                  </a:lnTo>
                  <a:cubicBezTo>
                    <a:pt x="501" y="501"/>
                    <a:pt x="534" y="468"/>
                    <a:pt x="634" y="435"/>
                  </a:cubicBezTo>
                  <a:cubicBezTo>
                    <a:pt x="701" y="368"/>
                    <a:pt x="734" y="335"/>
                    <a:pt x="734" y="335"/>
                  </a:cubicBezTo>
                  <a:lnTo>
                    <a:pt x="734" y="34"/>
                  </a:lnTo>
                  <a:cubicBezTo>
                    <a:pt x="734" y="34"/>
                    <a:pt x="701" y="34"/>
                    <a:pt x="634"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98" name="Google Shape;1298;p9"/>
            <p:cNvSpPr/>
            <p:nvPr/>
          </p:nvSpPr>
          <p:spPr>
            <a:xfrm>
              <a:off x="4125625" y="4868925"/>
              <a:ext cx="16700" cy="16700"/>
            </a:xfrm>
            <a:custGeom>
              <a:avLst/>
              <a:gdLst/>
              <a:ahLst/>
              <a:cxnLst/>
              <a:rect l="l" t="t" r="r" b="b"/>
              <a:pathLst>
                <a:path w="668" h="668" extrusionOk="0">
                  <a:moveTo>
                    <a:pt x="534" y="1"/>
                  </a:moveTo>
                  <a:cubicBezTo>
                    <a:pt x="534" y="1"/>
                    <a:pt x="300" y="67"/>
                    <a:pt x="167" y="167"/>
                  </a:cubicBezTo>
                  <a:cubicBezTo>
                    <a:pt x="34" y="267"/>
                    <a:pt x="0" y="534"/>
                    <a:pt x="0" y="534"/>
                  </a:cubicBezTo>
                  <a:cubicBezTo>
                    <a:pt x="0" y="534"/>
                    <a:pt x="167" y="668"/>
                    <a:pt x="200" y="668"/>
                  </a:cubicBezTo>
                  <a:cubicBezTo>
                    <a:pt x="200" y="668"/>
                    <a:pt x="434" y="568"/>
                    <a:pt x="501" y="501"/>
                  </a:cubicBezTo>
                  <a:cubicBezTo>
                    <a:pt x="601" y="401"/>
                    <a:pt x="667" y="201"/>
                    <a:pt x="667" y="201"/>
                  </a:cubicBezTo>
                  <a:lnTo>
                    <a:pt x="534" y="1"/>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99" name="Google Shape;1299;p9"/>
            <p:cNvSpPr/>
            <p:nvPr/>
          </p:nvSpPr>
          <p:spPr>
            <a:xfrm>
              <a:off x="4141450" y="4883100"/>
              <a:ext cx="13375" cy="17550"/>
            </a:xfrm>
            <a:custGeom>
              <a:avLst/>
              <a:gdLst/>
              <a:ahLst/>
              <a:cxnLst/>
              <a:rect l="l" t="t" r="r" b="b"/>
              <a:pathLst>
                <a:path w="535" h="702" extrusionOk="0">
                  <a:moveTo>
                    <a:pt x="301" y="1"/>
                  </a:moveTo>
                  <a:cubicBezTo>
                    <a:pt x="301" y="1"/>
                    <a:pt x="68" y="134"/>
                    <a:pt x="34" y="268"/>
                  </a:cubicBezTo>
                  <a:cubicBezTo>
                    <a:pt x="1" y="368"/>
                    <a:pt x="1" y="634"/>
                    <a:pt x="1" y="634"/>
                  </a:cubicBezTo>
                  <a:cubicBezTo>
                    <a:pt x="1" y="634"/>
                    <a:pt x="201" y="668"/>
                    <a:pt x="234" y="701"/>
                  </a:cubicBezTo>
                  <a:cubicBezTo>
                    <a:pt x="234" y="701"/>
                    <a:pt x="468" y="601"/>
                    <a:pt x="501" y="468"/>
                  </a:cubicBezTo>
                  <a:cubicBezTo>
                    <a:pt x="535" y="334"/>
                    <a:pt x="535" y="101"/>
                    <a:pt x="535" y="101"/>
                  </a:cubicBezTo>
                  <a:lnTo>
                    <a:pt x="301" y="1"/>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00" name="Google Shape;1300;p9"/>
            <p:cNvSpPr/>
            <p:nvPr/>
          </p:nvSpPr>
          <p:spPr>
            <a:xfrm>
              <a:off x="4289075" y="4866425"/>
              <a:ext cx="15850" cy="20875"/>
            </a:xfrm>
            <a:custGeom>
              <a:avLst/>
              <a:gdLst/>
              <a:ahLst/>
              <a:cxnLst/>
              <a:rect l="l" t="t" r="r" b="b"/>
              <a:pathLst>
                <a:path w="634" h="835" extrusionOk="0">
                  <a:moveTo>
                    <a:pt x="501" y="1"/>
                  </a:moveTo>
                  <a:lnTo>
                    <a:pt x="334" y="101"/>
                  </a:lnTo>
                  <a:cubicBezTo>
                    <a:pt x="267" y="134"/>
                    <a:pt x="167" y="201"/>
                    <a:pt x="134" y="301"/>
                  </a:cubicBezTo>
                  <a:cubicBezTo>
                    <a:pt x="67" y="468"/>
                    <a:pt x="0" y="668"/>
                    <a:pt x="0" y="668"/>
                  </a:cubicBezTo>
                  <a:cubicBezTo>
                    <a:pt x="0" y="701"/>
                    <a:pt x="167" y="834"/>
                    <a:pt x="167" y="834"/>
                  </a:cubicBezTo>
                  <a:cubicBezTo>
                    <a:pt x="167" y="834"/>
                    <a:pt x="234" y="801"/>
                    <a:pt x="300" y="768"/>
                  </a:cubicBezTo>
                  <a:cubicBezTo>
                    <a:pt x="400" y="668"/>
                    <a:pt x="467" y="634"/>
                    <a:pt x="501" y="534"/>
                  </a:cubicBezTo>
                  <a:cubicBezTo>
                    <a:pt x="601" y="434"/>
                    <a:pt x="634" y="201"/>
                    <a:pt x="634" y="201"/>
                  </a:cubicBezTo>
                  <a:lnTo>
                    <a:pt x="501" y="1"/>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01" name="Google Shape;1301;p9"/>
            <p:cNvSpPr/>
            <p:nvPr/>
          </p:nvSpPr>
          <p:spPr>
            <a:xfrm>
              <a:off x="4308250" y="4888100"/>
              <a:ext cx="17525" cy="27550"/>
            </a:xfrm>
            <a:custGeom>
              <a:avLst/>
              <a:gdLst/>
              <a:ahLst/>
              <a:cxnLst/>
              <a:rect l="l" t="t" r="r" b="b"/>
              <a:pathLst>
                <a:path w="701" h="1102" extrusionOk="0">
                  <a:moveTo>
                    <a:pt x="401" y="1"/>
                  </a:moveTo>
                  <a:cubicBezTo>
                    <a:pt x="401" y="1"/>
                    <a:pt x="301" y="268"/>
                    <a:pt x="167" y="434"/>
                  </a:cubicBezTo>
                  <a:cubicBezTo>
                    <a:pt x="134" y="501"/>
                    <a:pt x="67" y="635"/>
                    <a:pt x="34" y="768"/>
                  </a:cubicBezTo>
                  <a:cubicBezTo>
                    <a:pt x="0" y="901"/>
                    <a:pt x="0" y="968"/>
                    <a:pt x="0" y="968"/>
                  </a:cubicBezTo>
                  <a:cubicBezTo>
                    <a:pt x="0" y="968"/>
                    <a:pt x="201" y="1068"/>
                    <a:pt x="301" y="1102"/>
                  </a:cubicBezTo>
                  <a:lnTo>
                    <a:pt x="401" y="968"/>
                  </a:lnTo>
                  <a:cubicBezTo>
                    <a:pt x="467" y="901"/>
                    <a:pt x="567" y="768"/>
                    <a:pt x="634" y="668"/>
                  </a:cubicBezTo>
                  <a:cubicBezTo>
                    <a:pt x="668" y="568"/>
                    <a:pt x="701" y="401"/>
                    <a:pt x="701" y="268"/>
                  </a:cubicBezTo>
                  <a:cubicBezTo>
                    <a:pt x="701" y="134"/>
                    <a:pt x="668" y="1"/>
                    <a:pt x="668"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02" name="Google Shape;1302;p9"/>
            <p:cNvSpPr/>
            <p:nvPr/>
          </p:nvSpPr>
          <p:spPr>
            <a:xfrm>
              <a:off x="4326600" y="4920625"/>
              <a:ext cx="14200" cy="20875"/>
            </a:xfrm>
            <a:custGeom>
              <a:avLst/>
              <a:gdLst/>
              <a:ahLst/>
              <a:cxnLst/>
              <a:rect l="l" t="t" r="r" b="b"/>
              <a:pathLst>
                <a:path w="568" h="835" extrusionOk="0">
                  <a:moveTo>
                    <a:pt x="267" y="1"/>
                  </a:moveTo>
                  <a:cubicBezTo>
                    <a:pt x="267" y="1"/>
                    <a:pt x="234" y="34"/>
                    <a:pt x="167" y="134"/>
                  </a:cubicBezTo>
                  <a:cubicBezTo>
                    <a:pt x="134" y="168"/>
                    <a:pt x="67" y="268"/>
                    <a:pt x="67" y="334"/>
                  </a:cubicBezTo>
                  <a:cubicBezTo>
                    <a:pt x="0" y="501"/>
                    <a:pt x="67" y="801"/>
                    <a:pt x="67" y="801"/>
                  </a:cubicBezTo>
                  <a:cubicBezTo>
                    <a:pt x="100" y="801"/>
                    <a:pt x="300" y="835"/>
                    <a:pt x="300" y="835"/>
                  </a:cubicBezTo>
                  <a:cubicBezTo>
                    <a:pt x="300" y="835"/>
                    <a:pt x="501" y="635"/>
                    <a:pt x="567" y="468"/>
                  </a:cubicBezTo>
                  <a:lnTo>
                    <a:pt x="567" y="168"/>
                  </a:lnTo>
                  <a:cubicBezTo>
                    <a:pt x="567" y="101"/>
                    <a:pt x="501" y="1"/>
                    <a:pt x="501"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03" name="Google Shape;1303;p9"/>
            <p:cNvSpPr/>
            <p:nvPr/>
          </p:nvSpPr>
          <p:spPr>
            <a:xfrm>
              <a:off x="4344100" y="4954825"/>
              <a:ext cx="13375" cy="20025"/>
            </a:xfrm>
            <a:custGeom>
              <a:avLst/>
              <a:gdLst/>
              <a:ahLst/>
              <a:cxnLst/>
              <a:rect l="l" t="t" r="r" b="b"/>
              <a:pathLst>
                <a:path w="535" h="801" extrusionOk="0">
                  <a:moveTo>
                    <a:pt x="168" y="0"/>
                  </a:moveTo>
                  <a:cubicBezTo>
                    <a:pt x="168" y="0"/>
                    <a:pt x="134" y="67"/>
                    <a:pt x="101" y="134"/>
                  </a:cubicBezTo>
                  <a:cubicBezTo>
                    <a:pt x="67" y="234"/>
                    <a:pt x="1" y="267"/>
                    <a:pt x="1" y="334"/>
                  </a:cubicBezTo>
                  <a:cubicBezTo>
                    <a:pt x="1" y="467"/>
                    <a:pt x="67" y="734"/>
                    <a:pt x="67" y="734"/>
                  </a:cubicBezTo>
                  <a:cubicBezTo>
                    <a:pt x="67" y="768"/>
                    <a:pt x="268" y="801"/>
                    <a:pt x="301" y="801"/>
                  </a:cubicBezTo>
                  <a:cubicBezTo>
                    <a:pt x="301" y="801"/>
                    <a:pt x="468" y="634"/>
                    <a:pt x="534" y="467"/>
                  </a:cubicBezTo>
                  <a:cubicBezTo>
                    <a:pt x="534" y="401"/>
                    <a:pt x="468" y="267"/>
                    <a:pt x="468" y="167"/>
                  </a:cubicBezTo>
                  <a:cubicBezTo>
                    <a:pt x="468" y="67"/>
                    <a:pt x="434" y="0"/>
                    <a:pt x="434"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04" name="Google Shape;1304;p9"/>
            <p:cNvSpPr/>
            <p:nvPr/>
          </p:nvSpPr>
          <p:spPr>
            <a:xfrm>
              <a:off x="4366625" y="4992350"/>
              <a:ext cx="13375" cy="18375"/>
            </a:xfrm>
            <a:custGeom>
              <a:avLst/>
              <a:gdLst/>
              <a:ahLst/>
              <a:cxnLst/>
              <a:rect l="l" t="t" r="r" b="b"/>
              <a:pathLst>
                <a:path w="535" h="735" extrusionOk="0">
                  <a:moveTo>
                    <a:pt x="201" y="0"/>
                  </a:moveTo>
                  <a:cubicBezTo>
                    <a:pt x="201" y="0"/>
                    <a:pt x="67" y="167"/>
                    <a:pt x="34" y="267"/>
                  </a:cubicBezTo>
                  <a:cubicBezTo>
                    <a:pt x="0" y="401"/>
                    <a:pt x="0" y="634"/>
                    <a:pt x="0" y="634"/>
                  </a:cubicBezTo>
                  <a:cubicBezTo>
                    <a:pt x="34" y="634"/>
                    <a:pt x="201" y="668"/>
                    <a:pt x="234" y="734"/>
                  </a:cubicBezTo>
                  <a:cubicBezTo>
                    <a:pt x="234" y="734"/>
                    <a:pt x="467" y="601"/>
                    <a:pt x="501" y="434"/>
                  </a:cubicBezTo>
                  <a:cubicBezTo>
                    <a:pt x="534" y="301"/>
                    <a:pt x="467" y="0"/>
                    <a:pt x="467"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05" name="Google Shape;1305;p9"/>
            <p:cNvSpPr/>
            <p:nvPr/>
          </p:nvSpPr>
          <p:spPr>
            <a:xfrm>
              <a:off x="5492425" y="4233475"/>
              <a:ext cx="16700" cy="18550"/>
            </a:xfrm>
            <a:custGeom>
              <a:avLst/>
              <a:gdLst/>
              <a:ahLst/>
              <a:cxnLst/>
              <a:rect l="l" t="t" r="r" b="b"/>
              <a:pathLst>
                <a:path w="668" h="742" extrusionOk="0">
                  <a:moveTo>
                    <a:pt x="501" y="0"/>
                  </a:moveTo>
                  <a:cubicBezTo>
                    <a:pt x="501" y="0"/>
                    <a:pt x="234" y="100"/>
                    <a:pt x="134" y="234"/>
                  </a:cubicBezTo>
                  <a:cubicBezTo>
                    <a:pt x="67" y="301"/>
                    <a:pt x="34" y="434"/>
                    <a:pt x="1" y="501"/>
                  </a:cubicBezTo>
                  <a:lnTo>
                    <a:pt x="1" y="668"/>
                  </a:lnTo>
                  <a:cubicBezTo>
                    <a:pt x="29" y="668"/>
                    <a:pt x="156" y="741"/>
                    <a:pt x="191" y="741"/>
                  </a:cubicBezTo>
                  <a:cubicBezTo>
                    <a:pt x="197" y="741"/>
                    <a:pt x="201" y="739"/>
                    <a:pt x="201" y="734"/>
                  </a:cubicBezTo>
                  <a:cubicBezTo>
                    <a:pt x="201" y="734"/>
                    <a:pt x="401" y="601"/>
                    <a:pt x="501" y="501"/>
                  </a:cubicBezTo>
                  <a:cubicBezTo>
                    <a:pt x="568" y="434"/>
                    <a:pt x="668" y="167"/>
                    <a:pt x="668" y="167"/>
                  </a:cubicBezTo>
                  <a:lnTo>
                    <a:pt x="501" y="0"/>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06" name="Google Shape;1306;p9"/>
            <p:cNvSpPr/>
            <p:nvPr/>
          </p:nvSpPr>
          <p:spPr>
            <a:xfrm>
              <a:off x="5509100" y="4245150"/>
              <a:ext cx="12550" cy="20025"/>
            </a:xfrm>
            <a:custGeom>
              <a:avLst/>
              <a:gdLst/>
              <a:ahLst/>
              <a:cxnLst/>
              <a:rect l="l" t="t" r="r" b="b"/>
              <a:pathLst>
                <a:path w="502" h="801" extrusionOk="0">
                  <a:moveTo>
                    <a:pt x="334" y="0"/>
                  </a:moveTo>
                  <a:cubicBezTo>
                    <a:pt x="268" y="0"/>
                    <a:pt x="67" y="100"/>
                    <a:pt x="67" y="100"/>
                  </a:cubicBezTo>
                  <a:cubicBezTo>
                    <a:pt x="67" y="100"/>
                    <a:pt x="1" y="301"/>
                    <a:pt x="1" y="367"/>
                  </a:cubicBezTo>
                  <a:cubicBezTo>
                    <a:pt x="1" y="467"/>
                    <a:pt x="34" y="668"/>
                    <a:pt x="34" y="668"/>
                  </a:cubicBezTo>
                  <a:lnTo>
                    <a:pt x="234" y="801"/>
                  </a:lnTo>
                  <a:cubicBezTo>
                    <a:pt x="234" y="801"/>
                    <a:pt x="501" y="634"/>
                    <a:pt x="501" y="434"/>
                  </a:cubicBezTo>
                  <a:cubicBezTo>
                    <a:pt x="501" y="334"/>
                    <a:pt x="468" y="201"/>
                    <a:pt x="401" y="134"/>
                  </a:cubicBezTo>
                  <a:cubicBezTo>
                    <a:pt x="368" y="34"/>
                    <a:pt x="334" y="0"/>
                    <a:pt x="334"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07" name="Google Shape;1307;p9"/>
            <p:cNvSpPr/>
            <p:nvPr/>
          </p:nvSpPr>
          <p:spPr>
            <a:xfrm>
              <a:off x="5529125" y="4257650"/>
              <a:ext cx="13350" cy="23700"/>
            </a:xfrm>
            <a:custGeom>
              <a:avLst/>
              <a:gdLst/>
              <a:ahLst/>
              <a:cxnLst/>
              <a:rect l="l" t="t" r="r" b="b"/>
              <a:pathLst>
                <a:path w="534" h="948" extrusionOk="0">
                  <a:moveTo>
                    <a:pt x="334" y="1"/>
                  </a:moveTo>
                  <a:cubicBezTo>
                    <a:pt x="334" y="1"/>
                    <a:pt x="100" y="201"/>
                    <a:pt x="34" y="368"/>
                  </a:cubicBezTo>
                  <a:cubicBezTo>
                    <a:pt x="0" y="601"/>
                    <a:pt x="0" y="868"/>
                    <a:pt x="0" y="868"/>
                  </a:cubicBezTo>
                  <a:cubicBezTo>
                    <a:pt x="0" y="917"/>
                    <a:pt x="108" y="948"/>
                    <a:pt x="165" y="948"/>
                  </a:cubicBezTo>
                  <a:cubicBezTo>
                    <a:pt x="186" y="948"/>
                    <a:pt x="200" y="944"/>
                    <a:pt x="200" y="935"/>
                  </a:cubicBezTo>
                  <a:cubicBezTo>
                    <a:pt x="200" y="935"/>
                    <a:pt x="401" y="701"/>
                    <a:pt x="434" y="601"/>
                  </a:cubicBezTo>
                  <a:cubicBezTo>
                    <a:pt x="534" y="434"/>
                    <a:pt x="534" y="134"/>
                    <a:pt x="534" y="134"/>
                  </a:cubicBezTo>
                  <a:cubicBezTo>
                    <a:pt x="534" y="101"/>
                    <a:pt x="334" y="1"/>
                    <a:pt x="334"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08" name="Google Shape;1308;p9"/>
            <p:cNvSpPr/>
            <p:nvPr/>
          </p:nvSpPr>
          <p:spPr>
            <a:xfrm>
              <a:off x="5651700" y="4281475"/>
              <a:ext cx="16700" cy="12900"/>
            </a:xfrm>
            <a:custGeom>
              <a:avLst/>
              <a:gdLst/>
              <a:ahLst/>
              <a:cxnLst/>
              <a:rect l="l" t="t" r="r" b="b"/>
              <a:pathLst>
                <a:path w="668" h="516" extrusionOk="0">
                  <a:moveTo>
                    <a:pt x="399" y="0"/>
                  </a:moveTo>
                  <a:cubicBezTo>
                    <a:pt x="349" y="0"/>
                    <a:pt x="301" y="4"/>
                    <a:pt x="268" y="15"/>
                  </a:cubicBezTo>
                  <a:cubicBezTo>
                    <a:pt x="134" y="48"/>
                    <a:pt x="1" y="315"/>
                    <a:pt x="1" y="315"/>
                  </a:cubicBezTo>
                  <a:cubicBezTo>
                    <a:pt x="1" y="349"/>
                    <a:pt x="134" y="482"/>
                    <a:pt x="168" y="515"/>
                  </a:cubicBezTo>
                  <a:cubicBezTo>
                    <a:pt x="168" y="515"/>
                    <a:pt x="334" y="515"/>
                    <a:pt x="434" y="482"/>
                  </a:cubicBezTo>
                  <a:cubicBezTo>
                    <a:pt x="534" y="415"/>
                    <a:pt x="668" y="249"/>
                    <a:pt x="668" y="249"/>
                  </a:cubicBezTo>
                  <a:cubicBezTo>
                    <a:pt x="668" y="215"/>
                    <a:pt x="601" y="15"/>
                    <a:pt x="601" y="15"/>
                  </a:cubicBezTo>
                  <a:cubicBezTo>
                    <a:pt x="601" y="15"/>
                    <a:pt x="497" y="0"/>
                    <a:pt x="399"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09" name="Google Shape;1309;p9"/>
            <p:cNvSpPr/>
            <p:nvPr/>
          </p:nvSpPr>
          <p:spPr>
            <a:xfrm>
              <a:off x="5655050" y="4311850"/>
              <a:ext cx="17525" cy="20050"/>
            </a:xfrm>
            <a:custGeom>
              <a:avLst/>
              <a:gdLst/>
              <a:ahLst/>
              <a:cxnLst/>
              <a:rect l="l" t="t" r="r" b="b"/>
              <a:pathLst>
                <a:path w="701" h="802" extrusionOk="0">
                  <a:moveTo>
                    <a:pt x="567" y="1"/>
                  </a:moveTo>
                  <a:cubicBezTo>
                    <a:pt x="567" y="1"/>
                    <a:pt x="501" y="1"/>
                    <a:pt x="400" y="34"/>
                  </a:cubicBezTo>
                  <a:cubicBezTo>
                    <a:pt x="334" y="101"/>
                    <a:pt x="234" y="134"/>
                    <a:pt x="167" y="201"/>
                  </a:cubicBezTo>
                  <a:cubicBezTo>
                    <a:pt x="34" y="335"/>
                    <a:pt x="0" y="635"/>
                    <a:pt x="0" y="635"/>
                  </a:cubicBezTo>
                  <a:cubicBezTo>
                    <a:pt x="0" y="668"/>
                    <a:pt x="167" y="768"/>
                    <a:pt x="200" y="802"/>
                  </a:cubicBezTo>
                  <a:cubicBezTo>
                    <a:pt x="200" y="802"/>
                    <a:pt x="467" y="668"/>
                    <a:pt x="534" y="535"/>
                  </a:cubicBezTo>
                  <a:cubicBezTo>
                    <a:pt x="567" y="501"/>
                    <a:pt x="601" y="435"/>
                    <a:pt x="667" y="335"/>
                  </a:cubicBezTo>
                  <a:cubicBezTo>
                    <a:pt x="667" y="268"/>
                    <a:pt x="701" y="201"/>
                    <a:pt x="701" y="201"/>
                  </a:cubicBezTo>
                  <a:lnTo>
                    <a:pt x="567" y="1"/>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10" name="Google Shape;1310;p9"/>
            <p:cNvSpPr/>
            <p:nvPr/>
          </p:nvSpPr>
          <p:spPr>
            <a:xfrm>
              <a:off x="5666725" y="4348550"/>
              <a:ext cx="15025" cy="24225"/>
            </a:xfrm>
            <a:custGeom>
              <a:avLst/>
              <a:gdLst/>
              <a:ahLst/>
              <a:cxnLst/>
              <a:rect l="l" t="t" r="r" b="b"/>
              <a:pathLst>
                <a:path w="601" h="969" extrusionOk="0">
                  <a:moveTo>
                    <a:pt x="367" y="1"/>
                  </a:moveTo>
                  <a:cubicBezTo>
                    <a:pt x="367" y="1"/>
                    <a:pt x="334" y="34"/>
                    <a:pt x="267" y="134"/>
                  </a:cubicBezTo>
                  <a:cubicBezTo>
                    <a:pt x="234" y="201"/>
                    <a:pt x="167" y="301"/>
                    <a:pt x="100" y="368"/>
                  </a:cubicBezTo>
                  <a:cubicBezTo>
                    <a:pt x="34" y="534"/>
                    <a:pt x="0" y="868"/>
                    <a:pt x="0" y="868"/>
                  </a:cubicBezTo>
                  <a:lnTo>
                    <a:pt x="200" y="968"/>
                  </a:lnTo>
                  <a:cubicBezTo>
                    <a:pt x="200" y="968"/>
                    <a:pt x="434" y="735"/>
                    <a:pt x="534" y="568"/>
                  </a:cubicBezTo>
                  <a:cubicBezTo>
                    <a:pt x="567" y="501"/>
                    <a:pt x="601" y="368"/>
                    <a:pt x="601" y="234"/>
                  </a:cubicBezTo>
                  <a:lnTo>
                    <a:pt x="601" y="34"/>
                  </a:lnTo>
                  <a:lnTo>
                    <a:pt x="367" y="1"/>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11" name="Google Shape;1311;p9"/>
            <p:cNvSpPr/>
            <p:nvPr/>
          </p:nvSpPr>
          <p:spPr>
            <a:xfrm>
              <a:off x="5689225" y="4377750"/>
              <a:ext cx="12550" cy="14200"/>
            </a:xfrm>
            <a:custGeom>
              <a:avLst/>
              <a:gdLst/>
              <a:ahLst/>
              <a:cxnLst/>
              <a:rect l="l" t="t" r="r" b="b"/>
              <a:pathLst>
                <a:path w="502" h="568" extrusionOk="0">
                  <a:moveTo>
                    <a:pt x="134" y="0"/>
                  </a:moveTo>
                  <a:cubicBezTo>
                    <a:pt x="134" y="0"/>
                    <a:pt x="1" y="167"/>
                    <a:pt x="1" y="300"/>
                  </a:cubicBezTo>
                  <a:cubicBezTo>
                    <a:pt x="1" y="400"/>
                    <a:pt x="134" y="567"/>
                    <a:pt x="134" y="567"/>
                  </a:cubicBezTo>
                  <a:lnTo>
                    <a:pt x="368" y="567"/>
                  </a:lnTo>
                  <a:cubicBezTo>
                    <a:pt x="368" y="567"/>
                    <a:pt x="501" y="400"/>
                    <a:pt x="501" y="300"/>
                  </a:cubicBezTo>
                  <a:cubicBezTo>
                    <a:pt x="501" y="167"/>
                    <a:pt x="368" y="0"/>
                    <a:pt x="368"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12" name="Google Shape;1312;p9"/>
            <p:cNvSpPr/>
            <p:nvPr/>
          </p:nvSpPr>
          <p:spPr>
            <a:xfrm>
              <a:off x="5727600" y="4400250"/>
              <a:ext cx="12525" cy="15875"/>
            </a:xfrm>
            <a:custGeom>
              <a:avLst/>
              <a:gdLst/>
              <a:ahLst/>
              <a:cxnLst/>
              <a:rect l="l" t="t" r="r" b="b"/>
              <a:pathLst>
                <a:path w="501" h="635" extrusionOk="0">
                  <a:moveTo>
                    <a:pt x="134" y="1"/>
                  </a:moveTo>
                  <a:cubicBezTo>
                    <a:pt x="134" y="1"/>
                    <a:pt x="0" y="234"/>
                    <a:pt x="0" y="334"/>
                  </a:cubicBezTo>
                  <a:cubicBezTo>
                    <a:pt x="0" y="401"/>
                    <a:pt x="67" y="468"/>
                    <a:pt x="100" y="568"/>
                  </a:cubicBezTo>
                  <a:lnTo>
                    <a:pt x="167" y="635"/>
                  </a:lnTo>
                  <a:cubicBezTo>
                    <a:pt x="220" y="635"/>
                    <a:pt x="338" y="592"/>
                    <a:pt x="400" y="592"/>
                  </a:cubicBezTo>
                  <a:cubicBezTo>
                    <a:pt x="415" y="592"/>
                    <a:pt x="427" y="595"/>
                    <a:pt x="434" y="601"/>
                  </a:cubicBezTo>
                  <a:cubicBezTo>
                    <a:pt x="434" y="601"/>
                    <a:pt x="467" y="501"/>
                    <a:pt x="467" y="468"/>
                  </a:cubicBezTo>
                  <a:cubicBezTo>
                    <a:pt x="501" y="434"/>
                    <a:pt x="501" y="334"/>
                    <a:pt x="501" y="301"/>
                  </a:cubicBezTo>
                  <a:cubicBezTo>
                    <a:pt x="501" y="168"/>
                    <a:pt x="401" y="1"/>
                    <a:pt x="401"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13" name="Google Shape;1313;p9"/>
            <p:cNvSpPr/>
            <p:nvPr/>
          </p:nvSpPr>
          <p:spPr>
            <a:xfrm>
              <a:off x="5830175" y="3945775"/>
              <a:ext cx="16700" cy="19425"/>
            </a:xfrm>
            <a:custGeom>
              <a:avLst/>
              <a:gdLst/>
              <a:ahLst/>
              <a:cxnLst/>
              <a:rect l="l" t="t" r="r" b="b"/>
              <a:pathLst>
                <a:path w="668" h="777" extrusionOk="0">
                  <a:moveTo>
                    <a:pt x="501" y="0"/>
                  </a:moveTo>
                  <a:cubicBezTo>
                    <a:pt x="501" y="0"/>
                    <a:pt x="234" y="134"/>
                    <a:pt x="134" y="267"/>
                  </a:cubicBezTo>
                  <a:cubicBezTo>
                    <a:pt x="34" y="434"/>
                    <a:pt x="0" y="667"/>
                    <a:pt x="0" y="667"/>
                  </a:cubicBezTo>
                  <a:cubicBezTo>
                    <a:pt x="0" y="722"/>
                    <a:pt x="111" y="776"/>
                    <a:pt x="152" y="776"/>
                  </a:cubicBezTo>
                  <a:cubicBezTo>
                    <a:pt x="161" y="776"/>
                    <a:pt x="167" y="774"/>
                    <a:pt x="167" y="767"/>
                  </a:cubicBezTo>
                  <a:cubicBezTo>
                    <a:pt x="167" y="767"/>
                    <a:pt x="400" y="634"/>
                    <a:pt x="501" y="501"/>
                  </a:cubicBezTo>
                  <a:cubicBezTo>
                    <a:pt x="634" y="434"/>
                    <a:pt x="667" y="167"/>
                    <a:pt x="667" y="167"/>
                  </a:cubicBezTo>
                  <a:lnTo>
                    <a:pt x="501" y="0"/>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14" name="Google Shape;1314;p9"/>
            <p:cNvSpPr/>
            <p:nvPr/>
          </p:nvSpPr>
          <p:spPr>
            <a:xfrm>
              <a:off x="5851025" y="3962450"/>
              <a:ext cx="13350" cy="20025"/>
            </a:xfrm>
            <a:custGeom>
              <a:avLst/>
              <a:gdLst/>
              <a:ahLst/>
              <a:cxnLst/>
              <a:rect l="l" t="t" r="r" b="b"/>
              <a:pathLst>
                <a:path w="534" h="801" extrusionOk="0">
                  <a:moveTo>
                    <a:pt x="234" y="0"/>
                  </a:moveTo>
                  <a:cubicBezTo>
                    <a:pt x="234" y="0"/>
                    <a:pt x="67" y="167"/>
                    <a:pt x="33" y="334"/>
                  </a:cubicBezTo>
                  <a:cubicBezTo>
                    <a:pt x="0" y="501"/>
                    <a:pt x="33" y="768"/>
                    <a:pt x="33" y="768"/>
                  </a:cubicBezTo>
                  <a:cubicBezTo>
                    <a:pt x="33" y="768"/>
                    <a:pt x="234" y="801"/>
                    <a:pt x="300" y="801"/>
                  </a:cubicBezTo>
                  <a:cubicBezTo>
                    <a:pt x="300" y="801"/>
                    <a:pt x="467" y="634"/>
                    <a:pt x="501" y="467"/>
                  </a:cubicBezTo>
                  <a:cubicBezTo>
                    <a:pt x="534" y="301"/>
                    <a:pt x="501" y="67"/>
                    <a:pt x="501" y="67"/>
                  </a:cubicBezTo>
                  <a:lnTo>
                    <a:pt x="234" y="0"/>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15" name="Google Shape;1315;p9"/>
            <p:cNvSpPr/>
            <p:nvPr/>
          </p:nvSpPr>
          <p:spPr>
            <a:xfrm>
              <a:off x="5875200" y="3987475"/>
              <a:ext cx="13375" cy="24425"/>
            </a:xfrm>
            <a:custGeom>
              <a:avLst/>
              <a:gdLst/>
              <a:ahLst/>
              <a:cxnLst/>
              <a:rect l="l" t="t" r="r" b="b"/>
              <a:pathLst>
                <a:path w="535" h="977" extrusionOk="0">
                  <a:moveTo>
                    <a:pt x="334" y="0"/>
                  </a:moveTo>
                  <a:cubicBezTo>
                    <a:pt x="334" y="0"/>
                    <a:pt x="101" y="267"/>
                    <a:pt x="34" y="434"/>
                  </a:cubicBezTo>
                  <a:cubicBezTo>
                    <a:pt x="1" y="600"/>
                    <a:pt x="1" y="934"/>
                    <a:pt x="1" y="934"/>
                  </a:cubicBezTo>
                  <a:cubicBezTo>
                    <a:pt x="1" y="934"/>
                    <a:pt x="129" y="977"/>
                    <a:pt x="180" y="977"/>
                  </a:cubicBezTo>
                  <a:cubicBezTo>
                    <a:pt x="193" y="977"/>
                    <a:pt x="201" y="974"/>
                    <a:pt x="201" y="967"/>
                  </a:cubicBezTo>
                  <a:cubicBezTo>
                    <a:pt x="201" y="967"/>
                    <a:pt x="401" y="767"/>
                    <a:pt x="434" y="600"/>
                  </a:cubicBezTo>
                  <a:cubicBezTo>
                    <a:pt x="534" y="434"/>
                    <a:pt x="534" y="133"/>
                    <a:pt x="534" y="133"/>
                  </a:cubicBezTo>
                  <a:cubicBezTo>
                    <a:pt x="534" y="100"/>
                    <a:pt x="334" y="0"/>
                    <a:pt x="334"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16" name="Google Shape;1316;p9"/>
            <p:cNvSpPr/>
            <p:nvPr/>
          </p:nvSpPr>
          <p:spPr>
            <a:xfrm>
              <a:off x="6001950" y="3978300"/>
              <a:ext cx="13375" cy="15025"/>
            </a:xfrm>
            <a:custGeom>
              <a:avLst/>
              <a:gdLst/>
              <a:ahLst/>
              <a:cxnLst/>
              <a:rect l="l" t="t" r="r" b="b"/>
              <a:pathLst>
                <a:path w="535" h="601" extrusionOk="0">
                  <a:moveTo>
                    <a:pt x="368" y="0"/>
                  </a:moveTo>
                  <a:cubicBezTo>
                    <a:pt x="368" y="0"/>
                    <a:pt x="168" y="100"/>
                    <a:pt x="101" y="167"/>
                  </a:cubicBezTo>
                  <a:cubicBezTo>
                    <a:pt x="1" y="200"/>
                    <a:pt x="1" y="434"/>
                    <a:pt x="1" y="434"/>
                  </a:cubicBezTo>
                  <a:lnTo>
                    <a:pt x="168" y="601"/>
                  </a:lnTo>
                  <a:cubicBezTo>
                    <a:pt x="168" y="601"/>
                    <a:pt x="368" y="500"/>
                    <a:pt x="468" y="434"/>
                  </a:cubicBezTo>
                  <a:cubicBezTo>
                    <a:pt x="535" y="367"/>
                    <a:pt x="535" y="167"/>
                    <a:pt x="535" y="167"/>
                  </a:cubicBezTo>
                  <a:lnTo>
                    <a:pt x="368" y="0"/>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17" name="Google Shape;1317;p9"/>
            <p:cNvSpPr/>
            <p:nvPr/>
          </p:nvSpPr>
          <p:spPr>
            <a:xfrm>
              <a:off x="6006950" y="3997475"/>
              <a:ext cx="16725" cy="25875"/>
            </a:xfrm>
            <a:custGeom>
              <a:avLst/>
              <a:gdLst/>
              <a:ahLst/>
              <a:cxnLst/>
              <a:rect l="l" t="t" r="r" b="b"/>
              <a:pathLst>
                <a:path w="669" h="1035" extrusionOk="0">
                  <a:moveTo>
                    <a:pt x="435" y="0"/>
                  </a:moveTo>
                  <a:cubicBezTo>
                    <a:pt x="435" y="0"/>
                    <a:pt x="168" y="234"/>
                    <a:pt x="101" y="401"/>
                  </a:cubicBezTo>
                  <a:cubicBezTo>
                    <a:pt x="1" y="601"/>
                    <a:pt x="1" y="934"/>
                    <a:pt x="1" y="934"/>
                  </a:cubicBezTo>
                  <a:cubicBezTo>
                    <a:pt x="1" y="934"/>
                    <a:pt x="234" y="1034"/>
                    <a:pt x="268" y="1034"/>
                  </a:cubicBezTo>
                  <a:cubicBezTo>
                    <a:pt x="268" y="1034"/>
                    <a:pt x="501" y="768"/>
                    <a:pt x="601" y="601"/>
                  </a:cubicBezTo>
                  <a:cubicBezTo>
                    <a:pt x="668" y="401"/>
                    <a:pt x="668" y="67"/>
                    <a:pt x="668" y="67"/>
                  </a:cubicBezTo>
                  <a:cubicBezTo>
                    <a:pt x="635" y="67"/>
                    <a:pt x="435" y="0"/>
                    <a:pt x="435"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18" name="Google Shape;1318;p9"/>
            <p:cNvSpPr/>
            <p:nvPr/>
          </p:nvSpPr>
          <p:spPr>
            <a:xfrm>
              <a:off x="6027800" y="4031650"/>
              <a:ext cx="15875" cy="21950"/>
            </a:xfrm>
            <a:custGeom>
              <a:avLst/>
              <a:gdLst/>
              <a:ahLst/>
              <a:cxnLst/>
              <a:rect l="l" t="t" r="r" b="b"/>
              <a:pathLst>
                <a:path w="635" h="878" extrusionOk="0">
                  <a:moveTo>
                    <a:pt x="334" y="1"/>
                  </a:moveTo>
                  <a:cubicBezTo>
                    <a:pt x="334" y="1"/>
                    <a:pt x="134" y="201"/>
                    <a:pt x="101" y="368"/>
                  </a:cubicBezTo>
                  <a:cubicBezTo>
                    <a:pt x="1" y="535"/>
                    <a:pt x="68" y="835"/>
                    <a:pt x="68" y="835"/>
                  </a:cubicBezTo>
                  <a:cubicBezTo>
                    <a:pt x="68" y="835"/>
                    <a:pt x="196" y="878"/>
                    <a:pt x="264" y="878"/>
                  </a:cubicBezTo>
                  <a:cubicBezTo>
                    <a:pt x="281" y="878"/>
                    <a:pt x="294" y="875"/>
                    <a:pt x="301" y="868"/>
                  </a:cubicBezTo>
                  <a:cubicBezTo>
                    <a:pt x="301" y="868"/>
                    <a:pt x="501" y="668"/>
                    <a:pt x="568" y="501"/>
                  </a:cubicBezTo>
                  <a:cubicBezTo>
                    <a:pt x="635" y="335"/>
                    <a:pt x="601" y="34"/>
                    <a:pt x="601" y="34"/>
                  </a:cubicBezTo>
                  <a:lnTo>
                    <a:pt x="334" y="1"/>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19" name="Google Shape;1319;p9"/>
            <p:cNvSpPr/>
            <p:nvPr/>
          </p:nvSpPr>
          <p:spPr>
            <a:xfrm>
              <a:off x="6051150" y="4057525"/>
              <a:ext cx="12550" cy="27450"/>
            </a:xfrm>
            <a:custGeom>
              <a:avLst/>
              <a:gdLst/>
              <a:ahLst/>
              <a:cxnLst/>
              <a:rect l="l" t="t" r="r" b="b"/>
              <a:pathLst>
                <a:path w="502" h="1098" extrusionOk="0">
                  <a:moveTo>
                    <a:pt x="168" y="0"/>
                  </a:moveTo>
                  <a:cubicBezTo>
                    <a:pt x="168" y="0"/>
                    <a:pt x="1" y="334"/>
                    <a:pt x="1" y="500"/>
                  </a:cubicBezTo>
                  <a:cubicBezTo>
                    <a:pt x="1" y="701"/>
                    <a:pt x="34" y="1034"/>
                    <a:pt x="34" y="1034"/>
                  </a:cubicBezTo>
                  <a:cubicBezTo>
                    <a:pt x="34" y="1071"/>
                    <a:pt x="94" y="1097"/>
                    <a:pt x="154" y="1097"/>
                  </a:cubicBezTo>
                  <a:cubicBezTo>
                    <a:pt x="204" y="1097"/>
                    <a:pt x="253" y="1079"/>
                    <a:pt x="268" y="1034"/>
                  </a:cubicBezTo>
                  <a:cubicBezTo>
                    <a:pt x="268" y="1034"/>
                    <a:pt x="435" y="767"/>
                    <a:pt x="501" y="534"/>
                  </a:cubicBezTo>
                  <a:cubicBezTo>
                    <a:pt x="501" y="334"/>
                    <a:pt x="401" y="0"/>
                    <a:pt x="401"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20" name="Google Shape;1320;p9"/>
            <p:cNvSpPr/>
            <p:nvPr/>
          </p:nvSpPr>
          <p:spPr>
            <a:xfrm>
              <a:off x="5872225" y="4481975"/>
              <a:ext cx="338800" cy="231750"/>
            </a:xfrm>
            <a:custGeom>
              <a:avLst/>
              <a:gdLst/>
              <a:ahLst/>
              <a:cxnLst/>
              <a:rect l="l" t="t" r="r" b="b"/>
              <a:pathLst>
                <a:path w="13552" h="9270" extrusionOk="0">
                  <a:moveTo>
                    <a:pt x="4122" y="1"/>
                  </a:moveTo>
                  <a:cubicBezTo>
                    <a:pt x="3389" y="34"/>
                    <a:pt x="2721" y="368"/>
                    <a:pt x="2321" y="835"/>
                  </a:cubicBezTo>
                  <a:cubicBezTo>
                    <a:pt x="2054" y="1035"/>
                    <a:pt x="1887" y="1335"/>
                    <a:pt x="1821" y="1569"/>
                  </a:cubicBezTo>
                  <a:cubicBezTo>
                    <a:pt x="1721" y="1869"/>
                    <a:pt x="1654" y="2136"/>
                    <a:pt x="1554" y="2336"/>
                  </a:cubicBezTo>
                  <a:cubicBezTo>
                    <a:pt x="1454" y="2803"/>
                    <a:pt x="1287" y="3203"/>
                    <a:pt x="1120" y="3470"/>
                  </a:cubicBezTo>
                  <a:cubicBezTo>
                    <a:pt x="953" y="3737"/>
                    <a:pt x="720" y="3837"/>
                    <a:pt x="620" y="3870"/>
                  </a:cubicBezTo>
                  <a:lnTo>
                    <a:pt x="353" y="3870"/>
                  </a:lnTo>
                  <a:cubicBezTo>
                    <a:pt x="345" y="3869"/>
                    <a:pt x="337" y="3868"/>
                    <a:pt x="329" y="3868"/>
                  </a:cubicBezTo>
                  <a:cubicBezTo>
                    <a:pt x="168" y="3868"/>
                    <a:pt x="0" y="4174"/>
                    <a:pt x="286" y="4237"/>
                  </a:cubicBezTo>
                  <a:cubicBezTo>
                    <a:pt x="286" y="4237"/>
                    <a:pt x="320" y="4304"/>
                    <a:pt x="353" y="4304"/>
                  </a:cubicBezTo>
                  <a:lnTo>
                    <a:pt x="653" y="4304"/>
                  </a:lnTo>
                  <a:cubicBezTo>
                    <a:pt x="887" y="4304"/>
                    <a:pt x="1287" y="4070"/>
                    <a:pt x="1487" y="3737"/>
                  </a:cubicBezTo>
                  <a:cubicBezTo>
                    <a:pt x="1721" y="3403"/>
                    <a:pt x="1887" y="3003"/>
                    <a:pt x="2054" y="2536"/>
                  </a:cubicBezTo>
                  <a:cubicBezTo>
                    <a:pt x="2288" y="2069"/>
                    <a:pt x="2388" y="1569"/>
                    <a:pt x="2788" y="1235"/>
                  </a:cubicBezTo>
                  <a:cubicBezTo>
                    <a:pt x="3155" y="901"/>
                    <a:pt x="3655" y="668"/>
                    <a:pt x="4189" y="668"/>
                  </a:cubicBezTo>
                  <a:cubicBezTo>
                    <a:pt x="4689" y="668"/>
                    <a:pt x="5290" y="901"/>
                    <a:pt x="5557" y="1335"/>
                  </a:cubicBezTo>
                  <a:cubicBezTo>
                    <a:pt x="5890" y="1735"/>
                    <a:pt x="5990" y="2369"/>
                    <a:pt x="6157" y="3003"/>
                  </a:cubicBezTo>
                  <a:cubicBezTo>
                    <a:pt x="6357" y="3637"/>
                    <a:pt x="6724" y="4337"/>
                    <a:pt x="7491" y="4537"/>
                  </a:cubicBezTo>
                  <a:cubicBezTo>
                    <a:pt x="7607" y="4579"/>
                    <a:pt x="7732" y="4598"/>
                    <a:pt x="7858" y="4598"/>
                  </a:cubicBezTo>
                  <a:cubicBezTo>
                    <a:pt x="8135" y="4598"/>
                    <a:pt x="8420" y="4508"/>
                    <a:pt x="8626" y="4371"/>
                  </a:cubicBezTo>
                  <a:cubicBezTo>
                    <a:pt x="8792" y="4237"/>
                    <a:pt x="8892" y="4171"/>
                    <a:pt x="9026" y="4037"/>
                  </a:cubicBezTo>
                  <a:lnTo>
                    <a:pt x="9126" y="3970"/>
                  </a:lnTo>
                  <a:lnTo>
                    <a:pt x="9159" y="3904"/>
                  </a:lnTo>
                  <a:lnTo>
                    <a:pt x="9326" y="3804"/>
                  </a:lnTo>
                  <a:cubicBezTo>
                    <a:pt x="9793" y="3403"/>
                    <a:pt x="10227" y="3070"/>
                    <a:pt x="10794" y="3070"/>
                  </a:cubicBezTo>
                  <a:cubicBezTo>
                    <a:pt x="10827" y="3059"/>
                    <a:pt x="10868" y="3055"/>
                    <a:pt x="10912" y="3055"/>
                  </a:cubicBezTo>
                  <a:cubicBezTo>
                    <a:pt x="11001" y="3055"/>
                    <a:pt x="11105" y="3070"/>
                    <a:pt x="11194" y="3070"/>
                  </a:cubicBezTo>
                  <a:cubicBezTo>
                    <a:pt x="11328" y="3070"/>
                    <a:pt x="11461" y="3136"/>
                    <a:pt x="11561" y="3170"/>
                  </a:cubicBezTo>
                  <a:cubicBezTo>
                    <a:pt x="11828" y="3303"/>
                    <a:pt x="12028" y="3403"/>
                    <a:pt x="12161" y="3637"/>
                  </a:cubicBezTo>
                  <a:cubicBezTo>
                    <a:pt x="12428" y="4037"/>
                    <a:pt x="12428" y="4571"/>
                    <a:pt x="12495" y="5171"/>
                  </a:cubicBezTo>
                  <a:cubicBezTo>
                    <a:pt x="12528" y="6305"/>
                    <a:pt x="12628" y="7339"/>
                    <a:pt x="12829" y="8040"/>
                  </a:cubicBezTo>
                  <a:cubicBezTo>
                    <a:pt x="12895" y="8407"/>
                    <a:pt x="12995" y="8707"/>
                    <a:pt x="13062" y="8874"/>
                  </a:cubicBezTo>
                  <a:cubicBezTo>
                    <a:pt x="13162" y="9074"/>
                    <a:pt x="13196" y="9174"/>
                    <a:pt x="13196" y="9174"/>
                  </a:cubicBezTo>
                  <a:cubicBezTo>
                    <a:pt x="13228" y="9239"/>
                    <a:pt x="13279" y="9269"/>
                    <a:pt x="13331" y="9269"/>
                  </a:cubicBezTo>
                  <a:cubicBezTo>
                    <a:pt x="13438" y="9269"/>
                    <a:pt x="13552" y="9143"/>
                    <a:pt x="13529" y="8941"/>
                  </a:cubicBezTo>
                  <a:cubicBezTo>
                    <a:pt x="13529" y="8941"/>
                    <a:pt x="13529" y="8841"/>
                    <a:pt x="13462" y="8674"/>
                  </a:cubicBezTo>
                  <a:cubicBezTo>
                    <a:pt x="13362" y="8507"/>
                    <a:pt x="13329" y="8207"/>
                    <a:pt x="13229" y="7873"/>
                  </a:cubicBezTo>
                  <a:cubicBezTo>
                    <a:pt x="13062" y="7206"/>
                    <a:pt x="13029" y="6205"/>
                    <a:pt x="13029" y="5071"/>
                  </a:cubicBezTo>
                  <a:cubicBezTo>
                    <a:pt x="12995" y="4537"/>
                    <a:pt x="13029" y="3837"/>
                    <a:pt x="12628" y="3203"/>
                  </a:cubicBezTo>
                  <a:cubicBezTo>
                    <a:pt x="12395" y="2870"/>
                    <a:pt x="12061" y="2636"/>
                    <a:pt x="11728" y="2503"/>
                  </a:cubicBezTo>
                  <a:cubicBezTo>
                    <a:pt x="11561" y="2436"/>
                    <a:pt x="11361" y="2403"/>
                    <a:pt x="11194" y="2369"/>
                  </a:cubicBezTo>
                  <a:cubicBezTo>
                    <a:pt x="11027" y="2369"/>
                    <a:pt x="10827" y="2336"/>
                    <a:pt x="10660" y="2336"/>
                  </a:cubicBezTo>
                  <a:cubicBezTo>
                    <a:pt x="10293" y="2336"/>
                    <a:pt x="9960" y="2436"/>
                    <a:pt x="9626" y="2603"/>
                  </a:cubicBezTo>
                  <a:cubicBezTo>
                    <a:pt x="9293" y="2770"/>
                    <a:pt x="9026" y="2936"/>
                    <a:pt x="8792" y="3170"/>
                  </a:cubicBezTo>
                  <a:lnTo>
                    <a:pt x="8626" y="3270"/>
                  </a:lnTo>
                  <a:lnTo>
                    <a:pt x="8559" y="3337"/>
                  </a:lnTo>
                  <a:cubicBezTo>
                    <a:pt x="8526" y="3337"/>
                    <a:pt x="8526" y="3337"/>
                    <a:pt x="8492" y="3370"/>
                  </a:cubicBezTo>
                  <a:lnTo>
                    <a:pt x="8392" y="3470"/>
                  </a:lnTo>
                  <a:cubicBezTo>
                    <a:pt x="8325" y="3570"/>
                    <a:pt x="8192" y="3670"/>
                    <a:pt x="8125" y="3704"/>
                  </a:cubicBezTo>
                  <a:cubicBezTo>
                    <a:pt x="7970" y="3792"/>
                    <a:pt x="7844" y="3822"/>
                    <a:pt x="7727" y="3822"/>
                  </a:cubicBezTo>
                  <a:cubicBezTo>
                    <a:pt x="7669" y="3822"/>
                    <a:pt x="7614" y="3815"/>
                    <a:pt x="7558" y="3804"/>
                  </a:cubicBezTo>
                  <a:cubicBezTo>
                    <a:pt x="7391" y="3737"/>
                    <a:pt x="7225" y="3637"/>
                    <a:pt x="7058" y="3403"/>
                  </a:cubicBezTo>
                  <a:cubicBezTo>
                    <a:pt x="6958" y="3203"/>
                    <a:pt x="6824" y="2970"/>
                    <a:pt x="6724" y="2703"/>
                  </a:cubicBezTo>
                  <a:cubicBezTo>
                    <a:pt x="6557" y="2202"/>
                    <a:pt x="6491" y="1502"/>
                    <a:pt x="6024" y="868"/>
                  </a:cubicBezTo>
                  <a:cubicBezTo>
                    <a:pt x="5557" y="234"/>
                    <a:pt x="4823" y="1"/>
                    <a:pt x="4122"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21" name="Google Shape;1321;p9"/>
            <p:cNvSpPr/>
            <p:nvPr/>
          </p:nvSpPr>
          <p:spPr>
            <a:xfrm>
              <a:off x="5973600" y="4518675"/>
              <a:ext cx="22550" cy="12525"/>
            </a:xfrm>
            <a:custGeom>
              <a:avLst/>
              <a:gdLst/>
              <a:ahLst/>
              <a:cxnLst/>
              <a:rect l="l" t="t" r="r" b="b"/>
              <a:pathLst>
                <a:path w="902" h="501" extrusionOk="0">
                  <a:moveTo>
                    <a:pt x="601" y="1"/>
                  </a:moveTo>
                  <a:cubicBezTo>
                    <a:pt x="551" y="17"/>
                    <a:pt x="509" y="17"/>
                    <a:pt x="468" y="17"/>
                  </a:cubicBezTo>
                  <a:cubicBezTo>
                    <a:pt x="426" y="17"/>
                    <a:pt x="384" y="17"/>
                    <a:pt x="334" y="34"/>
                  </a:cubicBezTo>
                  <a:cubicBezTo>
                    <a:pt x="301" y="34"/>
                    <a:pt x="234" y="67"/>
                    <a:pt x="134" y="101"/>
                  </a:cubicBezTo>
                  <a:cubicBezTo>
                    <a:pt x="67" y="134"/>
                    <a:pt x="1" y="201"/>
                    <a:pt x="1" y="201"/>
                  </a:cubicBezTo>
                  <a:lnTo>
                    <a:pt x="1" y="434"/>
                  </a:lnTo>
                  <a:cubicBezTo>
                    <a:pt x="1" y="434"/>
                    <a:pt x="101" y="434"/>
                    <a:pt x="167" y="501"/>
                  </a:cubicBezTo>
                  <a:lnTo>
                    <a:pt x="501" y="501"/>
                  </a:lnTo>
                  <a:cubicBezTo>
                    <a:pt x="668" y="401"/>
                    <a:pt x="901" y="201"/>
                    <a:pt x="901" y="201"/>
                  </a:cubicBezTo>
                  <a:lnTo>
                    <a:pt x="768" y="1"/>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22" name="Google Shape;1322;p9"/>
            <p:cNvSpPr/>
            <p:nvPr/>
          </p:nvSpPr>
          <p:spPr>
            <a:xfrm>
              <a:off x="5977775" y="4536200"/>
              <a:ext cx="28375" cy="16700"/>
            </a:xfrm>
            <a:custGeom>
              <a:avLst/>
              <a:gdLst/>
              <a:ahLst/>
              <a:cxnLst/>
              <a:rect l="l" t="t" r="r" b="b"/>
              <a:pathLst>
                <a:path w="1135" h="668" extrusionOk="0">
                  <a:moveTo>
                    <a:pt x="1068" y="0"/>
                  </a:moveTo>
                  <a:lnTo>
                    <a:pt x="1068" y="0"/>
                  </a:lnTo>
                  <a:cubicBezTo>
                    <a:pt x="1068" y="0"/>
                    <a:pt x="968" y="33"/>
                    <a:pt x="834" y="33"/>
                  </a:cubicBezTo>
                  <a:cubicBezTo>
                    <a:pt x="768" y="67"/>
                    <a:pt x="601" y="67"/>
                    <a:pt x="501" y="134"/>
                  </a:cubicBezTo>
                  <a:cubicBezTo>
                    <a:pt x="301" y="200"/>
                    <a:pt x="0" y="400"/>
                    <a:pt x="0" y="400"/>
                  </a:cubicBezTo>
                  <a:cubicBezTo>
                    <a:pt x="0" y="467"/>
                    <a:pt x="101" y="667"/>
                    <a:pt x="101" y="667"/>
                  </a:cubicBezTo>
                  <a:cubicBezTo>
                    <a:pt x="101" y="667"/>
                    <a:pt x="434" y="667"/>
                    <a:pt x="634" y="567"/>
                  </a:cubicBezTo>
                  <a:cubicBezTo>
                    <a:pt x="768" y="534"/>
                    <a:pt x="901" y="467"/>
                    <a:pt x="968" y="367"/>
                  </a:cubicBezTo>
                  <a:cubicBezTo>
                    <a:pt x="1068" y="334"/>
                    <a:pt x="1135" y="234"/>
                    <a:pt x="1135" y="234"/>
                  </a:cubicBezTo>
                  <a:cubicBezTo>
                    <a:pt x="1135" y="234"/>
                    <a:pt x="1001" y="67"/>
                    <a:pt x="1068"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23" name="Google Shape;1323;p9"/>
            <p:cNvSpPr/>
            <p:nvPr/>
          </p:nvSpPr>
          <p:spPr>
            <a:xfrm>
              <a:off x="5984450" y="4558700"/>
              <a:ext cx="25025" cy="20875"/>
            </a:xfrm>
            <a:custGeom>
              <a:avLst/>
              <a:gdLst/>
              <a:ahLst/>
              <a:cxnLst/>
              <a:rect l="l" t="t" r="r" b="b"/>
              <a:pathLst>
                <a:path w="1001" h="835" extrusionOk="0">
                  <a:moveTo>
                    <a:pt x="834" y="1"/>
                  </a:moveTo>
                  <a:cubicBezTo>
                    <a:pt x="834" y="1"/>
                    <a:pt x="701" y="34"/>
                    <a:pt x="634" y="101"/>
                  </a:cubicBezTo>
                  <a:cubicBezTo>
                    <a:pt x="534" y="134"/>
                    <a:pt x="401" y="168"/>
                    <a:pt x="334" y="268"/>
                  </a:cubicBezTo>
                  <a:cubicBezTo>
                    <a:pt x="234" y="301"/>
                    <a:pt x="200" y="434"/>
                    <a:pt x="134" y="468"/>
                  </a:cubicBezTo>
                  <a:lnTo>
                    <a:pt x="0" y="601"/>
                  </a:lnTo>
                  <a:lnTo>
                    <a:pt x="34" y="835"/>
                  </a:lnTo>
                  <a:cubicBezTo>
                    <a:pt x="34" y="818"/>
                    <a:pt x="67" y="818"/>
                    <a:pt x="117" y="818"/>
                  </a:cubicBezTo>
                  <a:cubicBezTo>
                    <a:pt x="167" y="818"/>
                    <a:pt x="234" y="818"/>
                    <a:pt x="301" y="801"/>
                  </a:cubicBezTo>
                  <a:cubicBezTo>
                    <a:pt x="401" y="768"/>
                    <a:pt x="567" y="701"/>
                    <a:pt x="667" y="635"/>
                  </a:cubicBezTo>
                  <a:cubicBezTo>
                    <a:pt x="801" y="534"/>
                    <a:pt x="868" y="434"/>
                    <a:pt x="901" y="334"/>
                  </a:cubicBezTo>
                  <a:lnTo>
                    <a:pt x="1001" y="168"/>
                  </a:lnTo>
                  <a:cubicBezTo>
                    <a:pt x="1001" y="168"/>
                    <a:pt x="868" y="1"/>
                    <a:pt x="834"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24" name="Google Shape;1324;p9"/>
            <p:cNvSpPr/>
            <p:nvPr/>
          </p:nvSpPr>
          <p:spPr>
            <a:xfrm>
              <a:off x="5997800" y="4592075"/>
              <a:ext cx="17525" cy="15850"/>
            </a:xfrm>
            <a:custGeom>
              <a:avLst/>
              <a:gdLst/>
              <a:ahLst/>
              <a:cxnLst/>
              <a:rect l="l" t="t" r="r" b="b"/>
              <a:pathLst>
                <a:path w="701" h="634" extrusionOk="0">
                  <a:moveTo>
                    <a:pt x="534" y="0"/>
                  </a:moveTo>
                  <a:cubicBezTo>
                    <a:pt x="534" y="0"/>
                    <a:pt x="500" y="33"/>
                    <a:pt x="434" y="33"/>
                  </a:cubicBezTo>
                  <a:cubicBezTo>
                    <a:pt x="334" y="100"/>
                    <a:pt x="267" y="100"/>
                    <a:pt x="200" y="133"/>
                  </a:cubicBezTo>
                  <a:lnTo>
                    <a:pt x="0" y="334"/>
                  </a:lnTo>
                  <a:lnTo>
                    <a:pt x="0" y="600"/>
                  </a:lnTo>
                  <a:cubicBezTo>
                    <a:pt x="0" y="600"/>
                    <a:pt x="33" y="634"/>
                    <a:pt x="167" y="634"/>
                  </a:cubicBezTo>
                  <a:cubicBezTo>
                    <a:pt x="300" y="634"/>
                    <a:pt x="367" y="600"/>
                    <a:pt x="467" y="567"/>
                  </a:cubicBezTo>
                  <a:cubicBezTo>
                    <a:pt x="500" y="500"/>
                    <a:pt x="600" y="434"/>
                    <a:pt x="634" y="334"/>
                  </a:cubicBezTo>
                  <a:cubicBezTo>
                    <a:pt x="667" y="267"/>
                    <a:pt x="701" y="234"/>
                    <a:pt x="701" y="234"/>
                  </a:cubicBezTo>
                  <a:cubicBezTo>
                    <a:pt x="701" y="234"/>
                    <a:pt x="534" y="67"/>
                    <a:pt x="534"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25" name="Google Shape;1325;p9"/>
            <p:cNvSpPr/>
            <p:nvPr/>
          </p:nvSpPr>
          <p:spPr>
            <a:xfrm>
              <a:off x="6139550" y="4575225"/>
              <a:ext cx="16700" cy="12700"/>
            </a:xfrm>
            <a:custGeom>
              <a:avLst/>
              <a:gdLst/>
              <a:ahLst/>
              <a:cxnLst/>
              <a:rect l="l" t="t" r="r" b="b"/>
              <a:pathLst>
                <a:path w="668" h="508" extrusionOk="0">
                  <a:moveTo>
                    <a:pt x="295" y="0"/>
                  </a:moveTo>
                  <a:cubicBezTo>
                    <a:pt x="274" y="0"/>
                    <a:pt x="253" y="2"/>
                    <a:pt x="234" y="7"/>
                  </a:cubicBezTo>
                  <a:cubicBezTo>
                    <a:pt x="201" y="7"/>
                    <a:pt x="134" y="40"/>
                    <a:pt x="67" y="107"/>
                  </a:cubicBezTo>
                  <a:lnTo>
                    <a:pt x="1" y="174"/>
                  </a:lnTo>
                  <a:lnTo>
                    <a:pt x="1" y="441"/>
                  </a:lnTo>
                  <a:cubicBezTo>
                    <a:pt x="1" y="441"/>
                    <a:pt x="34" y="474"/>
                    <a:pt x="134" y="474"/>
                  </a:cubicBezTo>
                  <a:cubicBezTo>
                    <a:pt x="201" y="507"/>
                    <a:pt x="301" y="507"/>
                    <a:pt x="368" y="507"/>
                  </a:cubicBezTo>
                  <a:cubicBezTo>
                    <a:pt x="501" y="474"/>
                    <a:pt x="668" y="307"/>
                    <a:pt x="668" y="307"/>
                  </a:cubicBezTo>
                  <a:cubicBezTo>
                    <a:pt x="668" y="274"/>
                    <a:pt x="635" y="107"/>
                    <a:pt x="568" y="74"/>
                  </a:cubicBezTo>
                  <a:cubicBezTo>
                    <a:pt x="568" y="74"/>
                    <a:pt x="421" y="0"/>
                    <a:pt x="295"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26" name="Google Shape;1326;p9"/>
            <p:cNvSpPr/>
            <p:nvPr/>
          </p:nvSpPr>
          <p:spPr>
            <a:xfrm>
              <a:off x="6140400" y="4603750"/>
              <a:ext cx="30875" cy="15850"/>
            </a:xfrm>
            <a:custGeom>
              <a:avLst/>
              <a:gdLst/>
              <a:ahLst/>
              <a:cxnLst/>
              <a:rect l="l" t="t" r="r" b="b"/>
              <a:pathLst>
                <a:path w="1235" h="634" extrusionOk="0">
                  <a:moveTo>
                    <a:pt x="1134" y="0"/>
                  </a:moveTo>
                  <a:cubicBezTo>
                    <a:pt x="1134" y="0"/>
                    <a:pt x="1134" y="0"/>
                    <a:pt x="1134" y="0"/>
                  </a:cubicBezTo>
                  <a:lnTo>
                    <a:pt x="1134" y="0"/>
                  </a:lnTo>
                  <a:cubicBezTo>
                    <a:pt x="1134" y="0"/>
                    <a:pt x="1134" y="0"/>
                    <a:pt x="1134" y="0"/>
                  </a:cubicBezTo>
                  <a:close/>
                  <a:moveTo>
                    <a:pt x="1134" y="0"/>
                  </a:moveTo>
                  <a:cubicBezTo>
                    <a:pt x="1132" y="0"/>
                    <a:pt x="1065" y="1"/>
                    <a:pt x="934" y="33"/>
                  </a:cubicBezTo>
                  <a:cubicBezTo>
                    <a:pt x="801" y="67"/>
                    <a:pt x="634" y="67"/>
                    <a:pt x="567" y="133"/>
                  </a:cubicBezTo>
                  <a:cubicBezTo>
                    <a:pt x="467" y="133"/>
                    <a:pt x="334" y="200"/>
                    <a:pt x="234" y="267"/>
                  </a:cubicBezTo>
                  <a:cubicBezTo>
                    <a:pt x="100" y="300"/>
                    <a:pt x="0" y="334"/>
                    <a:pt x="0" y="334"/>
                  </a:cubicBezTo>
                  <a:lnTo>
                    <a:pt x="0" y="600"/>
                  </a:lnTo>
                  <a:cubicBezTo>
                    <a:pt x="0" y="600"/>
                    <a:pt x="134" y="634"/>
                    <a:pt x="267" y="634"/>
                  </a:cubicBezTo>
                  <a:cubicBezTo>
                    <a:pt x="400" y="634"/>
                    <a:pt x="567" y="634"/>
                    <a:pt x="667" y="600"/>
                  </a:cubicBezTo>
                  <a:cubicBezTo>
                    <a:pt x="801" y="534"/>
                    <a:pt x="934" y="467"/>
                    <a:pt x="1068" y="367"/>
                  </a:cubicBezTo>
                  <a:lnTo>
                    <a:pt x="1234" y="200"/>
                  </a:lnTo>
                  <a:cubicBezTo>
                    <a:pt x="1234" y="167"/>
                    <a:pt x="1101" y="0"/>
                    <a:pt x="1134"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27" name="Google Shape;1327;p9"/>
            <p:cNvSpPr/>
            <p:nvPr/>
          </p:nvSpPr>
          <p:spPr>
            <a:xfrm>
              <a:off x="6142900" y="4627925"/>
              <a:ext cx="22525" cy="15875"/>
            </a:xfrm>
            <a:custGeom>
              <a:avLst/>
              <a:gdLst/>
              <a:ahLst/>
              <a:cxnLst/>
              <a:rect l="l" t="t" r="r" b="b"/>
              <a:pathLst>
                <a:path w="901" h="635" extrusionOk="0">
                  <a:moveTo>
                    <a:pt x="834" y="0"/>
                  </a:moveTo>
                  <a:cubicBezTo>
                    <a:pt x="833" y="0"/>
                    <a:pt x="833" y="0"/>
                    <a:pt x="832" y="1"/>
                  </a:cubicBezTo>
                  <a:lnTo>
                    <a:pt x="832" y="1"/>
                  </a:lnTo>
                  <a:cubicBezTo>
                    <a:pt x="833" y="0"/>
                    <a:pt x="834" y="0"/>
                    <a:pt x="834" y="0"/>
                  </a:cubicBezTo>
                  <a:close/>
                  <a:moveTo>
                    <a:pt x="832" y="1"/>
                  </a:moveTo>
                  <a:cubicBezTo>
                    <a:pt x="806" y="4"/>
                    <a:pt x="526" y="38"/>
                    <a:pt x="367" y="134"/>
                  </a:cubicBezTo>
                  <a:cubicBezTo>
                    <a:pt x="334" y="167"/>
                    <a:pt x="234" y="234"/>
                    <a:pt x="167" y="301"/>
                  </a:cubicBezTo>
                  <a:cubicBezTo>
                    <a:pt x="67" y="334"/>
                    <a:pt x="34" y="367"/>
                    <a:pt x="34" y="367"/>
                  </a:cubicBezTo>
                  <a:cubicBezTo>
                    <a:pt x="0" y="367"/>
                    <a:pt x="67" y="634"/>
                    <a:pt x="67" y="634"/>
                  </a:cubicBezTo>
                  <a:lnTo>
                    <a:pt x="234" y="634"/>
                  </a:lnTo>
                  <a:cubicBezTo>
                    <a:pt x="367" y="634"/>
                    <a:pt x="501" y="567"/>
                    <a:pt x="567" y="534"/>
                  </a:cubicBezTo>
                  <a:cubicBezTo>
                    <a:pt x="734" y="467"/>
                    <a:pt x="901" y="201"/>
                    <a:pt x="901" y="201"/>
                  </a:cubicBezTo>
                  <a:cubicBezTo>
                    <a:pt x="901" y="168"/>
                    <a:pt x="805" y="7"/>
                    <a:pt x="832"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28" name="Google Shape;1328;p9"/>
            <p:cNvSpPr/>
            <p:nvPr/>
          </p:nvSpPr>
          <p:spPr>
            <a:xfrm>
              <a:off x="6152900" y="4650450"/>
              <a:ext cx="25050" cy="14825"/>
            </a:xfrm>
            <a:custGeom>
              <a:avLst/>
              <a:gdLst/>
              <a:ahLst/>
              <a:cxnLst/>
              <a:rect l="l" t="t" r="r" b="b"/>
              <a:pathLst>
                <a:path w="1002" h="593" extrusionOk="0">
                  <a:moveTo>
                    <a:pt x="734" y="0"/>
                  </a:moveTo>
                  <a:cubicBezTo>
                    <a:pt x="634" y="0"/>
                    <a:pt x="501" y="0"/>
                    <a:pt x="434" y="33"/>
                  </a:cubicBezTo>
                  <a:lnTo>
                    <a:pt x="167" y="167"/>
                  </a:lnTo>
                  <a:lnTo>
                    <a:pt x="0" y="267"/>
                  </a:lnTo>
                  <a:lnTo>
                    <a:pt x="0" y="500"/>
                  </a:lnTo>
                  <a:cubicBezTo>
                    <a:pt x="0" y="500"/>
                    <a:pt x="101" y="567"/>
                    <a:pt x="234" y="567"/>
                  </a:cubicBezTo>
                  <a:cubicBezTo>
                    <a:pt x="284" y="584"/>
                    <a:pt x="342" y="592"/>
                    <a:pt x="405" y="592"/>
                  </a:cubicBezTo>
                  <a:cubicBezTo>
                    <a:pt x="467" y="592"/>
                    <a:pt x="534" y="584"/>
                    <a:pt x="601" y="567"/>
                  </a:cubicBezTo>
                  <a:cubicBezTo>
                    <a:pt x="668" y="500"/>
                    <a:pt x="801" y="467"/>
                    <a:pt x="901" y="400"/>
                  </a:cubicBezTo>
                  <a:lnTo>
                    <a:pt x="1001" y="267"/>
                  </a:lnTo>
                  <a:cubicBezTo>
                    <a:pt x="1001" y="267"/>
                    <a:pt x="901" y="100"/>
                    <a:pt x="901"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29" name="Google Shape;1329;p9"/>
            <p:cNvSpPr/>
            <p:nvPr/>
          </p:nvSpPr>
          <p:spPr>
            <a:xfrm>
              <a:off x="6152075" y="4687125"/>
              <a:ext cx="23375" cy="12550"/>
            </a:xfrm>
            <a:custGeom>
              <a:avLst/>
              <a:gdLst/>
              <a:ahLst/>
              <a:cxnLst/>
              <a:rect l="l" t="t" r="r" b="b"/>
              <a:pathLst>
                <a:path w="935" h="502" extrusionOk="0">
                  <a:moveTo>
                    <a:pt x="434" y="1"/>
                  </a:moveTo>
                  <a:cubicBezTo>
                    <a:pt x="300" y="34"/>
                    <a:pt x="134" y="101"/>
                    <a:pt x="134" y="101"/>
                  </a:cubicBezTo>
                  <a:lnTo>
                    <a:pt x="0" y="301"/>
                  </a:lnTo>
                  <a:cubicBezTo>
                    <a:pt x="0" y="301"/>
                    <a:pt x="100" y="368"/>
                    <a:pt x="167" y="434"/>
                  </a:cubicBezTo>
                  <a:cubicBezTo>
                    <a:pt x="267" y="501"/>
                    <a:pt x="434" y="501"/>
                    <a:pt x="500" y="501"/>
                  </a:cubicBezTo>
                  <a:cubicBezTo>
                    <a:pt x="601" y="501"/>
                    <a:pt x="701" y="468"/>
                    <a:pt x="801" y="368"/>
                  </a:cubicBezTo>
                  <a:cubicBezTo>
                    <a:pt x="867" y="334"/>
                    <a:pt x="934" y="268"/>
                    <a:pt x="934" y="268"/>
                  </a:cubicBezTo>
                  <a:cubicBezTo>
                    <a:pt x="934" y="268"/>
                    <a:pt x="801" y="101"/>
                    <a:pt x="767"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30" name="Google Shape;1330;p9"/>
            <p:cNvSpPr/>
            <p:nvPr/>
          </p:nvSpPr>
          <p:spPr>
            <a:xfrm>
              <a:off x="5454900" y="4794700"/>
              <a:ext cx="22550" cy="12550"/>
            </a:xfrm>
            <a:custGeom>
              <a:avLst/>
              <a:gdLst/>
              <a:ahLst/>
              <a:cxnLst/>
              <a:rect l="l" t="t" r="r" b="b"/>
              <a:pathLst>
                <a:path w="902" h="502" extrusionOk="0">
                  <a:moveTo>
                    <a:pt x="467" y="1"/>
                  </a:moveTo>
                  <a:cubicBezTo>
                    <a:pt x="267" y="1"/>
                    <a:pt x="0" y="134"/>
                    <a:pt x="0" y="134"/>
                  </a:cubicBezTo>
                  <a:lnTo>
                    <a:pt x="0" y="368"/>
                  </a:lnTo>
                  <a:cubicBezTo>
                    <a:pt x="0" y="368"/>
                    <a:pt x="234" y="501"/>
                    <a:pt x="467" y="501"/>
                  </a:cubicBezTo>
                  <a:cubicBezTo>
                    <a:pt x="634" y="501"/>
                    <a:pt x="901" y="368"/>
                    <a:pt x="901" y="368"/>
                  </a:cubicBezTo>
                  <a:lnTo>
                    <a:pt x="901" y="134"/>
                  </a:lnTo>
                  <a:cubicBezTo>
                    <a:pt x="901" y="134"/>
                    <a:pt x="634" y="1"/>
                    <a:pt x="467"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31" name="Google Shape;1331;p9"/>
            <p:cNvSpPr/>
            <p:nvPr/>
          </p:nvSpPr>
          <p:spPr>
            <a:xfrm>
              <a:off x="5475750" y="4818325"/>
              <a:ext cx="29200" cy="11425"/>
            </a:xfrm>
            <a:custGeom>
              <a:avLst/>
              <a:gdLst/>
              <a:ahLst/>
              <a:cxnLst/>
              <a:rect l="l" t="t" r="r" b="b"/>
              <a:pathLst>
                <a:path w="1168" h="457" extrusionOk="0">
                  <a:moveTo>
                    <a:pt x="735" y="0"/>
                  </a:moveTo>
                  <a:cubicBezTo>
                    <a:pt x="676" y="0"/>
                    <a:pt x="618" y="6"/>
                    <a:pt x="567" y="23"/>
                  </a:cubicBezTo>
                  <a:cubicBezTo>
                    <a:pt x="467" y="23"/>
                    <a:pt x="334" y="57"/>
                    <a:pt x="201" y="123"/>
                  </a:cubicBezTo>
                  <a:cubicBezTo>
                    <a:pt x="67" y="223"/>
                    <a:pt x="0" y="257"/>
                    <a:pt x="0" y="257"/>
                  </a:cubicBezTo>
                  <a:lnTo>
                    <a:pt x="134" y="457"/>
                  </a:lnTo>
                  <a:lnTo>
                    <a:pt x="634" y="457"/>
                  </a:lnTo>
                  <a:cubicBezTo>
                    <a:pt x="834" y="423"/>
                    <a:pt x="1168" y="257"/>
                    <a:pt x="1168" y="257"/>
                  </a:cubicBezTo>
                  <a:cubicBezTo>
                    <a:pt x="1168" y="226"/>
                    <a:pt x="1139" y="53"/>
                    <a:pt x="1109" y="53"/>
                  </a:cubicBezTo>
                  <a:cubicBezTo>
                    <a:pt x="1106" y="53"/>
                    <a:pt x="1104" y="54"/>
                    <a:pt x="1101" y="57"/>
                  </a:cubicBezTo>
                  <a:cubicBezTo>
                    <a:pt x="1101" y="57"/>
                    <a:pt x="914" y="0"/>
                    <a:pt x="735"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32" name="Google Shape;1332;p9"/>
            <p:cNvSpPr/>
            <p:nvPr/>
          </p:nvSpPr>
          <p:spPr>
            <a:xfrm>
              <a:off x="5509100" y="4832725"/>
              <a:ext cx="13375" cy="13700"/>
            </a:xfrm>
            <a:custGeom>
              <a:avLst/>
              <a:gdLst/>
              <a:ahLst/>
              <a:cxnLst/>
              <a:rect l="l" t="t" r="r" b="b"/>
              <a:pathLst>
                <a:path w="535" h="548" extrusionOk="0">
                  <a:moveTo>
                    <a:pt x="335" y="0"/>
                  </a:moveTo>
                  <a:cubicBezTo>
                    <a:pt x="279" y="0"/>
                    <a:pt x="215" y="24"/>
                    <a:pt x="167" y="48"/>
                  </a:cubicBezTo>
                  <a:cubicBezTo>
                    <a:pt x="34" y="148"/>
                    <a:pt x="1" y="348"/>
                    <a:pt x="1" y="348"/>
                  </a:cubicBezTo>
                  <a:cubicBezTo>
                    <a:pt x="1" y="381"/>
                    <a:pt x="167" y="515"/>
                    <a:pt x="167" y="548"/>
                  </a:cubicBezTo>
                  <a:cubicBezTo>
                    <a:pt x="167" y="548"/>
                    <a:pt x="368" y="515"/>
                    <a:pt x="401" y="481"/>
                  </a:cubicBezTo>
                  <a:cubicBezTo>
                    <a:pt x="468" y="448"/>
                    <a:pt x="534" y="314"/>
                    <a:pt x="534" y="314"/>
                  </a:cubicBezTo>
                  <a:lnTo>
                    <a:pt x="534" y="48"/>
                  </a:lnTo>
                  <a:cubicBezTo>
                    <a:pt x="534" y="48"/>
                    <a:pt x="501" y="14"/>
                    <a:pt x="401" y="14"/>
                  </a:cubicBezTo>
                  <a:cubicBezTo>
                    <a:pt x="381" y="4"/>
                    <a:pt x="359" y="0"/>
                    <a:pt x="335"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33" name="Google Shape;1333;p9"/>
            <p:cNvSpPr/>
            <p:nvPr/>
          </p:nvSpPr>
          <p:spPr>
            <a:xfrm>
              <a:off x="5531625" y="4843900"/>
              <a:ext cx="12525" cy="13375"/>
            </a:xfrm>
            <a:custGeom>
              <a:avLst/>
              <a:gdLst/>
              <a:ahLst/>
              <a:cxnLst/>
              <a:rect l="l" t="t" r="r" b="b"/>
              <a:pathLst>
                <a:path w="501" h="535" extrusionOk="0">
                  <a:moveTo>
                    <a:pt x="334" y="1"/>
                  </a:moveTo>
                  <a:cubicBezTo>
                    <a:pt x="334" y="1"/>
                    <a:pt x="267" y="1"/>
                    <a:pt x="234" y="34"/>
                  </a:cubicBezTo>
                  <a:cubicBezTo>
                    <a:pt x="134" y="68"/>
                    <a:pt x="100" y="68"/>
                    <a:pt x="67" y="101"/>
                  </a:cubicBezTo>
                  <a:cubicBezTo>
                    <a:pt x="0" y="201"/>
                    <a:pt x="0" y="334"/>
                    <a:pt x="0" y="334"/>
                  </a:cubicBezTo>
                  <a:cubicBezTo>
                    <a:pt x="65" y="334"/>
                    <a:pt x="130" y="524"/>
                    <a:pt x="164" y="534"/>
                  </a:cubicBezTo>
                  <a:lnTo>
                    <a:pt x="164" y="534"/>
                  </a:lnTo>
                  <a:cubicBezTo>
                    <a:pt x="158" y="528"/>
                    <a:pt x="404" y="465"/>
                    <a:pt x="467" y="401"/>
                  </a:cubicBezTo>
                  <a:cubicBezTo>
                    <a:pt x="467" y="368"/>
                    <a:pt x="501" y="268"/>
                    <a:pt x="501" y="234"/>
                  </a:cubicBezTo>
                  <a:lnTo>
                    <a:pt x="501" y="168"/>
                  </a:lnTo>
                  <a:lnTo>
                    <a:pt x="334" y="1"/>
                  </a:lnTo>
                  <a:close/>
                  <a:moveTo>
                    <a:pt x="164" y="534"/>
                  </a:moveTo>
                  <a:lnTo>
                    <a:pt x="164" y="534"/>
                  </a:lnTo>
                  <a:cubicBezTo>
                    <a:pt x="165" y="534"/>
                    <a:pt x="166" y="535"/>
                    <a:pt x="167" y="535"/>
                  </a:cubicBezTo>
                  <a:cubicBezTo>
                    <a:pt x="166" y="535"/>
                    <a:pt x="165" y="534"/>
                    <a:pt x="164" y="534"/>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34" name="Google Shape;1334;p9"/>
            <p:cNvSpPr/>
            <p:nvPr/>
          </p:nvSpPr>
          <p:spPr>
            <a:xfrm>
              <a:off x="5647525" y="4824725"/>
              <a:ext cx="23375" cy="25200"/>
            </a:xfrm>
            <a:custGeom>
              <a:avLst/>
              <a:gdLst/>
              <a:ahLst/>
              <a:cxnLst/>
              <a:rect l="l" t="t" r="r" b="b"/>
              <a:pathLst>
                <a:path w="935" h="1008" extrusionOk="0">
                  <a:moveTo>
                    <a:pt x="802" y="1"/>
                  </a:moveTo>
                  <a:cubicBezTo>
                    <a:pt x="802" y="1"/>
                    <a:pt x="701" y="34"/>
                    <a:pt x="601" y="101"/>
                  </a:cubicBezTo>
                  <a:cubicBezTo>
                    <a:pt x="468" y="134"/>
                    <a:pt x="335" y="268"/>
                    <a:pt x="268" y="334"/>
                  </a:cubicBezTo>
                  <a:cubicBezTo>
                    <a:pt x="101" y="534"/>
                    <a:pt x="1" y="868"/>
                    <a:pt x="1" y="868"/>
                  </a:cubicBezTo>
                  <a:cubicBezTo>
                    <a:pt x="1" y="926"/>
                    <a:pt x="125" y="1008"/>
                    <a:pt x="159" y="1008"/>
                  </a:cubicBezTo>
                  <a:cubicBezTo>
                    <a:pt x="165" y="1008"/>
                    <a:pt x="168" y="1006"/>
                    <a:pt x="168" y="1001"/>
                  </a:cubicBezTo>
                  <a:cubicBezTo>
                    <a:pt x="168" y="1001"/>
                    <a:pt x="468" y="801"/>
                    <a:pt x="601" y="634"/>
                  </a:cubicBezTo>
                  <a:cubicBezTo>
                    <a:pt x="668" y="601"/>
                    <a:pt x="701" y="468"/>
                    <a:pt x="802" y="368"/>
                  </a:cubicBezTo>
                  <a:cubicBezTo>
                    <a:pt x="868" y="301"/>
                    <a:pt x="935" y="201"/>
                    <a:pt x="935" y="201"/>
                  </a:cubicBezTo>
                  <a:lnTo>
                    <a:pt x="802" y="1"/>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35" name="Google Shape;1335;p9"/>
            <p:cNvSpPr/>
            <p:nvPr/>
          </p:nvSpPr>
          <p:spPr>
            <a:xfrm>
              <a:off x="5663375" y="4852250"/>
              <a:ext cx="25050" cy="25050"/>
            </a:xfrm>
            <a:custGeom>
              <a:avLst/>
              <a:gdLst/>
              <a:ahLst/>
              <a:cxnLst/>
              <a:rect l="l" t="t" r="r" b="b"/>
              <a:pathLst>
                <a:path w="1002" h="1002" extrusionOk="0">
                  <a:moveTo>
                    <a:pt x="835" y="0"/>
                  </a:moveTo>
                  <a:cubicBezTo>
                    <a:pt x="835" y="0"/>
                    <a:pt x="501" y="167"/>
                    <a:pt x="334" y="334"/>
                  </a:cubicBezTo>
                  <a:cubicBezTo>
                    <a:pt x="168" y="501"/>
                    <a:pt x="1" y="834"/>
                    <a:pt x="1" y="834"/>
                  </a:cubicBezTo>
                  <a:cubicBezTo>
                    <a:pt x="1" y="868"/>
                    <a:pt x="168" y="1001"/>
                    <a:pt x="168" y="1001"/>
                  </a:cubicBezTo>
                  <a:cubicBezTo>
                    <a:pt x="168" y="1001"/>
                    <a:pt x="501" y="834"/>
                    <a:pt x="668" y="668"/>
                  </a:cubicBezTo>
                  <a:cubicBezTo>
                    <a:pt x="835" y="501"/>
                    <a:pt x="1001" y="167"/>
                    <a:pt x="1001" y="167"/>
                  </a:cubicBezTo>
                  <a:lnTo>
                    <a:pt x="835" y="0"/>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36" name="Google Shape;1336;p9"/>
            <p:cNvSpPr/>
            <p:nvPr/>
          </p:nvSpPr>
          <p:spPr>
            <a:xfrm>
              <a:off x="5685075" y="4871425"/>
              <a:ext cx="17525" cy="27550"/>
            </a:xfrm>
            <a:custGeom>
              <a:avLst/>
              <a:gdLst/>
              <a:ahLst/>
              <a:cxnLst/>
              <a:rect l="l" t="t" r="r" b="b"/>
              <a:pathLst>
                <a:path w="701" h="1102" extrusionOk="0">
                  <a:moveTo>
                    <a:pt x="434" y="1"/>
                  </a:moveTo>
                  <a:cubicBezTo>
                    <a:pt x="434" y="67"/>
                    <a:pt x="367" y="101"/>
                    <a:pt x="334" y="167"/>
                  </a:cubicBezTo>
                  <a:cubicBezTo>
                    <a:pt x="300" y="234"/>
                    <a:pt x="200" y="334"/>
                    <a:pt x="167" y="434"/>
                  </a:cubicBezTo>
                  <a:cubicBezTo>
                    <a:pt x="133" y="501"/>
                    <a:pt x="100" y="634"/>
                    <a:pt x="33" y="768"/>
                  </a:cubicBezTo>
                  <a:cubicBezTo>
                    <a:pt x="0" y="901"/>
                    <a:pt x="0" y="968"/>
                    <a:pt x="0" y="968"/>
                  </a:cubicBezTo>
                  <a:cubicBezTo>
                    <a:pt x="29" y="997"/>
                    <a:pt x="162" y="1079"/>
                    <a:pt x="171" y="1097"/>
                  </a:cubicBezTo>
                  <a:lnTo>
                    <a:pt x="171" y="1097"/>
                  </a:lnTo>
                  <a:lnTo>
                    <a:pt x="300" y="968"/>
                  </a:lnTo>
                  <a:cubicBezTo>
                    <a:pt x="367" y="901"/>
                    <a:pt x="500" y="768"/>
                    <a:pt x="534" y="668"/>
                  </a:cubicBezTo>
                  <a:cubicBezTo>
                    <a:pt x="634" y="568"/>
                    <a:pt x="667" y="401"/>
                    <a:pt x="667" y="268"/>
                  </a:cubicBezTo>
                  <a:cubicBezTo>
                    <a:pt x="701" y="134"/>
                    <a:pt x="667" y="1"/>
                    <a:pt x="667" y="1"/>
                  </a:cubicBezTo>
                  <a:close/>
                  <a:moveTo>
                    <a:pt x="171" y="1097"/>
                  </a:moveTo>
                  <a:lnTo>
                    <a:pt x="167" y="1101"/>
                  </a:lnTo>
                  <a:cubicBezTo>
                    <a:pt x="171" y="1101"/>
                    <a:pt x="172" y="1100"/>
                    <a:pt x="171" y="1097"/>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37" name="Google Shape;1337;p9"/>
            <p:cNvSpPr/>
            <p:nvPr/>
          </p:nvSpPr>
          <p:spPr>
            <a:xfrm>
              <a:off x="5697575" y="4900625"/>
              <a:ext cx="16700" cy="31700"/>
            </a:xfrm>
            <a:custGeom>
              <a:avLst/>
              <a:gdLst/>
              <a:ahLst/>
              <a:cxnLst/>
              <a:rect l="l" t="t" r="r" b="b"/>
              <a:pathLst>
                <a:path w="668" h="1268" extrusionOk="0">
                  <a:moveTo>
                    <a:pt x="467" y="0"/>
                  </a:moveTo>
                  <a:cubicBezTo>
                    <a:pt x="467" y="0"/>
                    <a:pt x="201" y="300"/>
                    <a:pt x="100" y="567"/>
                  </a:cubicBezTo>
                  <a:cubicBezTo>
                    <a:pt x="0" y="767"/>
                    <a:pt x="0" y="1168"/>
                    <a:pt x="0" y="1168"/>
                  </a:cubicBezTo>
                  <a:cubicBezTo>
                    <a:pt x="0" y="1168"/>
                    <a:pt x="157" y="1246"/>
                    <a:pt x="170" y="1264"/>
                  </a:cubicBezTo>
                  <a:lnTo>
                    <a:pt x="170" y="1264"/>
                  </a:lnTo>
                  <a:cubicBezTo>
                    <a:pt x="199" y="1227"/>
                    <a:pt x="438" y="922"/>
                    <a:pt x="501" y="734"/>
                  </a:cubicBezTo>
                  <a:cubicBezTo>
                    <a:pt x="634" y="501"/>
                    <a:pt x="668" y="134"/>
                    <a:pt x="668" y="134"/>
                  </a:cubicBezTo>
                  <a:lnTo>
                    <a:pt x="467" y="0"/>
                  </a:lnTo>
                  <a:close/>
                  <a:moveTo>
                    <a:pt x="170" y="1264"/>
                  </a:moveTo>
                  <a:cubicBezTo>
                    <a:pt x="168" y="1266"/>
                    <a:pt x="167" y="1268"/>
                    <a:pt x="167" y="1268"/>
                  </a:cubicBezTo>
                  <a:cubicBezTo>
                    <a:pt x="171" y="1268"/>
                    <a:pt x="172" y="1266"/>
                    <a:pt x="170" y="1264"/>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38" name="Google Shape;1338;p9"/>
            <p:cNvSpPr/>
            <p:nvPr/>
          </p:nvSpPr>
          <p:spPr>
            <a:xfrm>
              <a:off x="5731775" y="4923975"/>
              <a:ext cx="12525" cy="25025"/>
            </a:xfrm>
            <a:custGeom>
              <a:avLst/>
              <a:gdLst/>
              <a:ahLst/>
              <a:cxnLst/>
              <a:rect l="l" t="t" r="r" b="b"/>
              <a:pathLst>
                <a:path w="501" h="1001" extrusionOk="0">
                  <a:moveTo>
                    <a:pt x="300" y="0"/>
                  </a:moveTo>
                  <a:cubicBezTo>
                    <a:pt x="300" y="0"/>
                    <a:pt x="267" y="67"/>
                    <a:pt x="167" y="167"/>
                  </a:cubicBezTo>
                  <a:cubicBezTo>
                    <a:pt x="133" y="234"/>
                    <a:pt x="100" y="367"/>
                    <a:pt x="33" y="467"/>
                  </a:cubicBezTo>
                  <a:cubicBezTo>
                    <a:pt x="0" y="634"/>
                    <a:pt x="100" y="901"/>
                    <a:pt x="100" y="901"/>
                  </a:cubicBezTo>
                  <a:cubicBezTo>
                    <a:pt x="100" y="968"/>
                    <a:pt x="300" y="1001"/>
                    <a:pt x="300" y="1001"/>
                  </a:cubicBezTo>
                  <a:cubicBezTo>
                    <a:pt x="300" y="1001"/>
                    <a:pt x="467" y="701"/>
                    <a:pt x="500" y="534"/>
                  </a:cubicBezTo>
                  <a:lnTo>
                    <a:pt x="500" y="300"/>
                  </a:lnTo>
                  <a:lnTo>
                    <a:pt x="500" y="134"/>
                  </a:lnTo>
                  <a:cubicBezTo>
                    <a:pt x="500" y="67"/>
                    <a:pt x="300" y="0"/>
                    <a:pt x="300"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39" name="Google Shape;1339;p9"/>
            <p:cNvSpPr/>
            <p:nvPr/>
          </p:nvSpPr>
          <p:spPr>
            <a:xfrm>
              <a:off x="5846000" y="5270050"/>
              <a:ext cx="17550" cy="21100"/>
            </a:xfrm>
            <a:custGeom>
              <a:avLst/>
              <a:gdLst/>
              <a:ahLst/>
              <a:cxnLst/>
              <a:rect l="l" t="t" r="r" b="b"/>
              <a:pathLst>
                <a:path w="702" h="844" extrusionOk="0">
                  <a:moveTo>
                    <a:pt x="568" y="0"/>
                  </a:moveTo>
                  <a:lnTo>
                    <a:pt x="401" y="67"/>
                  </a:lnTo>
                  <a:cubicBezTo>
                    <a:pt x="335" y="134"/>
                    <a:pt x="234" y="201"/>
                    <a:pt x="168" y="301"/>
                  </a:cubicBezTo>
                  <a:cubicBezTo>
                    <a:pt x="34" y="467"/>
                    <a:pt x="1" y="734"/>
                    <a:pt x="1" y="734"/>
                  </a:cubicBezTo>
                  <a:cubicBezTo>
                    <a:pt x="1" y="789"/>
                    <a:pt x="112" y="843"/>
                    <a:pt x="153" y="843"/>
                  </a:cubicBezTo>
                  <a:cubicBezTo>
                    <a:pt x="162" y="843"/>
                    <a:pt x="168" y="840"/>
                    <a:pt x="168" y="834"/>
                  </a:cubicBezTo>
                  <a:cubicBezTo>
                    <a:pt x="168" y="834"/>
                    <a:pt x="401" y="668"/>
                    <a:pt x="501" y="534"/>
                  </a:cubicBezTo>
                  <a:cubicBezTo>
                    <a:pt x="535" y="501"/>
                    <a:pt x="568" y="401"/>
                    <a:pt x="601" y="334"/>
                  </a:cubicBezTo>
                  <a:cubicBezTo>
                    <a:pt x="668" y="234"/>
                    <a:pt x="702" y="201"/>
                    <a:pt x="702" y="201"/>
                  </a:cubicBezTo>
                  <a:lnTo>
                    <a:pt x="568" y="0"/>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40" name="Google Shape;1340;p9"/>
            <p:cNvSpPr/>
            <p:nvPr/>
          </p:nvSpPr>
          <p:spPr>
            <a:xfrm>
              <a:off x="5879375" y="5275875"/>
              <a:ext cx="16700" cy="20875"/>
            </a:xfrm>
            <a:custGeom>
              <a:avLst/>
              <a:gdLst/>
              <a:ahLst/>
              <a:cxnLst/>
              <a:rect l="l" t="t" r="r" b="b"/>
              <a:pathLst>
                <a:path w="668" h="835" extrusionOk="0">
                  <a:moveTo>
                    <a:pt x="501" y="1"/>
                  </a:moveTo>
                  <a:cubicBezTo>
                    <a:pt x="501" y="1"/>
                    <a:pt x="434" y="68"/>
                    <a:pt x="367" y="101"/>
                  </a:cubicBezTo>
                  <a:cubicBezTo>
                    <a:pt x="267" y="134"/>
                    <a:pt x="167" y="234"/>
                    <a:pt x="100" y="301"/>
                  </a:cubicBezTo>
                  <a:cubicBezTo>
                    <a:pt x="34" y="435"/>
                    <a:pt x="0" y="735"/>
                    <a:pt x="0" y="735"/>
                  </a:cubicBezTo>
                  <a:cubicBezTo>
                    <a:pt x="0" y="735"/>
                    <a:pt x="167" y="835"/>
                    <a:pt x="200" y="835"/>
                  </a:cubicBezTo>
                  <a:cubicBezTo>
                    <a:pt x="200" y="835"/>
                    <a:pt x="434" y="668"/>
                    <a:pt x="534" y="568"/>
                  </a:cubicBezTo>
                  <a:cubicBezTo>
                    <a:pt x="567" y="501"/>
                    <a:pt x="567" y="435"/>
                    <a:pt x="601" y="334"/>
                  </a:cubicBezTo>
                  <a:cubicBezTo>
                    <a:pt x="667" y="268"/>
                    <a:pt x="667" y="168"/>
                    <a:pt x="667" y="168"/>
                  </a:cubicBezTo>
                  <a:lnTo>
                    <a:pt x="501" y="1"/>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41" name="Google Shape;1341;p9"/>
            <p:cNvSpPr/>
            <p:nvPr/>
          </p:nvSpPr>
          <p:spPr>
            <a:xfrm>
              <a:off x="5902725" y="5285900"/>
              <a:ext cx="20025" cy="30050"/>
            </a:xfrm>
            <a:custGeom>
              <a:avLst/>
              <a:gdLst/>
              <a:ahLst/>
              <a:cxnLst/>
              <a:rect l="l" t="t" r="r" b="b"/>
              <a:pathLst>
                <a:path w="801" h="1202" extrusionOk="0">
                  <a:moveTo>
                    <a:pt x="601" y="0"/>
                  </a:moveTo>
                  <a:cubicBezTo>
                    <a:pt x="601" y="0"/>
                    <a:pt x="301" y="267"/>
                    <a:pt x="167" y="501"/>
                  </a:cubicBezTo>
                  <a:cubicBezTo>
                    <a:pt x="67" y="701"/>
                    <a:pt x="0" y="1101"/>
                    <a:pt x="0" y="1101"/>
                  </a:cubicBezTo>
                  <a:cubicBezTo>
                    <a:pt x="0" y="1101"/>
                    <a:pt x="234" y="1201"/>
                    <a:pt x="267" y="1201"/>
                  </a:cubicBezTo>
                  <a:cubicBezTo>
                    <a:pt x="267" y="1201"/>
                    <a:pt x="501" y="901"/>
                    <a:pt x="601" y="701"/>
                  </a:cubicBezTo>
                  <a:cubicBezTo>
                    <a:pt x="734" y="501"/>
                    <a:pt x="801" y="100"/>
                    <a:pt x="801" y="100"/>
                  </a:cubicBezTo>
                  <a:lnTo>
                    <a:pt x="601" y="0"/>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42" name="Google Shape;1342;p9"/>
            <p:cNvSpPr/>
            <p:nvPr/>
          </p:nvSpPr>
          <p:spPr>
            <a:xfrm>
              <a:off x="6064500" y="5179975"/>
              <a:ext cx="25875" cy="23375"/>
            </a:xfrm>
            <a:custGeom>
              <a:avLst/>
              <a:gdLst/>
              <a:ahLst/>
              <a:cxnLst/>
              <a:rect l="l" t="t" r="r" b="b"/>
              <a:pathLst>
                <a:path w="1035" h="935" extrusionOk="0">
                  <a:moveTo>
                    <a:pt x="935" y="1"/>
                  </a:moveTo>
                  <a:cubicBezTo>
                    <a:pt x="935" y="1"/>
                    <a:pt x="534" y="101"/>
                    <a:pt x="334" y="268"/>
                  </a:cubicBezTo>
                  <a:cubicBezTo>
                    <a:pt x="167" y="434"/>
                    <a:pt x="1" y="801"/>
                    <a:pt x="1" y="801"/>
                  </a:cubicBezTo>
                  <a:cubicBezTo>
                    <a:pt x="1" y="801"/>
                    <a:pt x="167" y="935"/>
                    <a:pt x="201" y="935"/>
                  </a:cubicBezTo>
                  <a:cubicBezTo>
                    <a:pt x="201" y="935"/>
                    <a:pt x="501" y="768"/>
                    <a:pt x="668" y="635"/>
                  </a:cubicBezTo>
                  <a:cubicBezTo>
                    <a:pt x="801" y="501"/>
                    <a:pt x="1035" y="234"/>
                    <a:pt x="1035" y="234"/>
                  </a:cubicBezTo>
                  <a:lnTo>
                    <a:pt x="935" y="1"/>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43" name="Google Shape;1343;p9"/>
            <p:cNvSpPr/>
            <p:nvPr/>
          </p:nvSpPr>
          <p:spPr>
            <a:xfrm>
              <a:off x="6080350" y="5203325"/>
              <a:ext cx="24200" cy="25050"/>
            </a:xfrm>
            <a:custGeom>
              <a:avLst/>
              <a:gdLst/>
              <a:ahLst/>
              <a:cxnLst/>
              <a:rect l="l" t="t" r="r" b="b"/>
              <a:pathLst>
                <a:path w="968" h="1002" extrusionOk="0">
                  <a:moveTo>
                    <a:pt x="734" y="1"/>
                  </a:moveTo>
                  <a:cubicBezTo>
                    <a:pt x="734" y="1"/>
                    <a:pt x="401" y="168"/>
                    <a:pt x="301" y="334"/>
                  </a:cubicBezTo>
                  <a:cubicBezTo>
                    <a:pt x="167" y="501"/>
                    <a:pt x="0" y="835"/>
                    <a:pt x="0" y="835"/>
                  </a:cubicBezTo>
                  <a:cubicBezTo>
                    <a:pt x="0" y="835"/>
                    <a:pt x="167" y="968"/>
                    <a:pt x="201" y="1002"/>
                  </a:cubicBezTo>
                  <a:cubicBezTo>
                    <a:pt x="201" y="1002"/>
                    <a:pt x="534" y="835"/>
                    <a:pt x="668" y="668"/>
                  </a:cubicBezTo>
                  <a:cubicBezTo>
                    <a:pt x="801" y="501"/>
                    <a:pt x="968" y="168"/>
                    <a:pt x="968" y="168"/>
                  </a:cubicBezTo>
                  <a:cubicBezTo>
                    <a:pt x="968" y="134"/>
                    <a:pt x="734" y="1"/>
                    <a:pt x="734"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44" name="Google Shape;1344;p9"/>
            <p:cNvSpPr/>
            <p:nvPr/>
          </p:nvSpPr>
          <p:spPr>
            <a:xfrm>
              <a:off x="6100350" y="5230025"/>
              <a:ext cx="18375" cy="19200"/>
            </a:xfrm>
            <a:custGeom>
              <a:avLst/>
              <a:gdLst/>
              <a:ahLst/>
              <a:cxnLst/>
              <a:rect l="l" t="t" r="r" b="b"/>
              <a:pathLst>
                <a:path w="735" h="768" extrusionOk="0">
                  <a:moveTo>
                    <a:pt x="535" y="0"/>
                  </a:moveTo>
                  <a:cubicBezTo>
                    <a:pt x="535" y="0"/>
                    <a:pt x="268" y="100"/>
                    <a:pt x="201" y="234"/>
                  </a:cubicBezTo>
                  <a:cubicBezTo>
                    <a:pt x="68" y="334"/>
                    <a:pt x="1" y="601"/>
                    <a:pt x="1" y="601"/>
                  </a:cubicBezTo>
                  <a:cubicBezTo>
                    <a:pt x="1" y="601"/>
                    <a:pt x="101" y="767"/>
                    <a:pt x="201" y="767"/>
                  </a:cubicBezTo>
                  <a:cubicBezTo>
                    <a:pt x="201" y="767"/>
                    <a:pt x="435" y="667"/>
                    <a:pt x="568" y="567"/>
                  </a:cubicBezTo>
                  <a:cubicBezTo>
                    <a:pt x="668" y="434"/>
                    <a:pt x="735" y="134"/>
                    <a:pt x="735" y="134"/>
                  </a:cubicBezTo>
                  <a:lnTo>
                    <a:pt x="535" y="0"/>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45" name="Google Shape;1345;p9"/>
            <p:cNvSpPr/>
            <p:nvPr/>
          </p:nvSpPr>
          <p:spPr>
            <a:xfrm>
              <a:off x="6111200" y="5261700"/>
              <a:ext cx="12525" cy="16700"/>
            </a:xfrm>
            <a:custGeom>
              <a:avLst/>
              <a:gdLst/>
              <a:ahLst/>
              <a:cxnLst/>
              <a:rect l="l" t="t" r="r" b="b"/>
              <a:pathLst>
                <a:path w="501" h="668" extrusionOk="0">
                  <a:moveTo>
                    <a:pt x="334" y="1"/>
                  </a:moveTo>
                  <a:cubicBezTo>
                    <a:pt x="334" y="1"/>
                    <a:pt x="267" y="1"/>
                    <a:pt x="234" y="34"/>
                  </a:cubicBezTo>
                  <a:lnTo>
                    <a:pt x="67" y="201"/>
                  </a:lnTo>
                  <a:cubicBezTo>
                    <a:pt x="1" y="234"/>
                    <a:pt x="1" y="334"/>
                    <a:pt x="1" y="368"/>
                  </a:cubicBezTo>
                  <a:lnTo>
                    <a:pt x="1" y="501"/>
                  </a:lnTo>
                  <a:cubicBezTo>
                    <a:pt x="1" y="535"/>
                    <a:pt x="167" y="668"/>
                    <a:pt x="167" y="668"/>
                  </a:cubicBezTo>
                  <a:cubicBezTo>
                    <a:pt x="167" y="668"/>
                    <a:pt x="267" y="668"/>
                    <a:pt x="301" y="635"/>
                  </a:cubicBezTo>
                  <a:lnTo>
                    <a:pt x="468" y="468"/>
                  </a:lnTo>
                  <a:cubicBezTo>
                    <a:pt x="501" y="401"/>
                    <a:pt x="501" y="334"/>
                    <a:pt x="501" y="301"/>
                  </a:cubicBezTo>
                  <a:lnTo>
                    <a:pt x="501" y="168"/>
                  </a:lnTo>
                  <a:lnTo>
                    <a:pt x="334" y="1"/>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46" name="Google Shape;1346;p9"/>
            <p:cNvSpPr/>
            <p:nvPr/>
          </p:nvSpPr>
          <p:spPr>
            <a:xfrm>
              <a:off x="6130375" y="5282550"/>
              <a:ext cx="15875" cy="19775"/>
            </a:xfrm>
            <a:custGeom>
              <a:avLst/>
              <a:gdLst/>
              <a:ahLst/>
              <a:cxnLst/>
              <a:rect l="l" t="t" r="r" b="b"/>
              <a:pathLst>
                <a:path w="635" h="791" extrusionOk="0">
                  <a:moveTo>
                    <a:pt x="368" y="1"/>
                  </a:moveTo>
                  <a:cubicBezTo>
                    <a:pt x="368" y="1"/>
                    <a:pt x="201" y="168"/>
                    <a:pt x="134" y="301"/>
                  </a:cubicBezTo>
                  <a:cubicBezTo>
                    <a:pt x="34" y="468"/>
                    <a:pt x="1" y="735"/>
                    <a:pt x="1" y="735"/>
                  </a:cubicBezTo>
                  <a:cubicBezTo>
                    <a:pt x="1" y="735"/>
                    <a:pt x="113" y="791"/>
                    <a:pt x="170" y="791"/>
                  </a:cubicBezTo>
                  <a:cubicBezTo>
                    <a:pt x="188" y="791"/>
                    <a:pt x="201" y="785"/>
                    <a:pt x="201" y="768"/>
                  </a:cubicBezTo>
                  <a:cubicBezTo>
                    <a:pt x="201" y="768"/>
                    <a:pt x="468" y="635"/>
                    <a:pt x="535" y="501"/>
                  </a:cubicBezTo>
                  <a:cubicBezTo>
                    <a:pt x="568" y="401"/>
                    <a:pt x="635" y="334"/>
                    <a:pt x="635" y="201"/>
                  </a:cubicBezTo>
                  <a:lnTo>
                    <a:pt x="635" y="34"/>
                  </a:lnTo>
                  <a:lnTo>
                    <a:pt x="368" y="1"/>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47" name="Google Shape;1347;p9"/>
            <p:cNvSpPr/>
            <p:nvPr/>
          </p:nvSpPr>
          <p:spPr>
            <a:xfrm>
              <a:off x="6139550" y="5311750"/>
              <a:ext cx="13375" cy="16700"/>
            </a:xfrm>
            <a:custGeom>
              <a:avLst/>
              <a:gdLst/>
              <a:ahLst/>
              <a:cxnLst/>
              <a:rect l="l" t="t" r="r" b="b"/>
              <a:pathLst>
                <a:path w="535" h="668" extrusionOk="0">
                  <a:moveTo>
                    <a:pt x="334" y="0"/>
                  </a:moveTo>
                  <a:cubicBezTo>
                    <a:pt x="334" y="0"/>
                    <a:pt x="168" y="67"/>
                    <a:pt x="101" y="200"/>
                  </a:cubicBezTo>
                  <a:cubicBezTo>
                    <a:pt x="1" y="300"/>
                    <a:pt x="1" y="534"/>
                    <a:pt x="1" y="534"/>
                  </a:cubicBezTo>
                  <a:cubicBezTo>
                    <a:pt x="1" y="534"/>
                    <a:pt x="168" y="667"/>
                    <a:pt x="201" y="667"/>
                  </a:cubicBezTo>
                  <a:cubicBezTo>
                    <a:pt x="201" y="667"/>
                    <a:pt x="368" y="567"/>
                    <a:pt x="468" y="467"/>
                  </a:cubicBezTo>
                  <a:cubicBezTo>
                    <a:pt x="534" y="367"/>
                    <a:pt x="534" y="134"/>
                    <a:pt x="534" y="134"/>
                  </a:cubicBezTo>
                  <a:lnTo>
                    <a:pt x="334" y="0"/>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48" name="Google Shape;1348;p9"/>
            <p:cNvSpPr/>
            <p:nvPr/>
          </p:nvSpPr>
          <p:spPr>
            <a:xfrm>
              <a:off x="6164575" y="5332600"/>
              <a:ext cx="15025" cy="25650"/>
            </a:xfrm>
            <a:custGeom>
              <a:avLst/>
              <a:gdLst/>
              <a:ahLst/>
              <a:cxnLst/>
              <a:rect l="l" t="t" r="r" b="b"/>
              <a:pathLst>
                <a:path w="601" h="1026" extrusionOk="0">
                  <a:moveTo>
                    <a:pt x="234" y="0"/>
                  </a:moveTo>
                  <a:lnTo>
                    <a:pt x="167" y="167"/>
                  </a:lnTo>
                  <a:cubicBezTo>
                    <a:pt x="134" y="234"/>
                    <a:pt x="34" y="367"/>
                    <a:pt x="34" y="467"/>
                  </a:cubicBezTo>
                  <a:cubicBezTo>
                    <a:pt x="34" y="534"/>
                    <a:pt x="0" y="667"/>
                    <a:pt x="34" y="801"/>
                  </a:cubicBezTo>
                  <a:cubicBezTo>
                    <a:pt x="34" y="901"/>
                    <a:pt x="101" y="1001"/>
                    <a:pt x="101" y="1001"/>
                  </a:cubicBezTo>
                  <a:cubicBezTo>
                    <a:pt x="101" y="1018"/>
                    <a:pt x="151" y="1026"/>
                    <a:pt x="205" y="1026"/>
                  </a:cubicBezTo>
                  <a:cubicBezTo>
                    <a:pt x="259" y="1026"/>
                    <a:pt x="317" y="1018"/>
                    <a:pt x="334" y="1001"/>
                  </a:cubicBezTo>
                  <a:lnTo>
                    <a:pt x="434" y="834"/>
                  </a:lnTo>
                  <a:cubicBezTo>
                    <a:pt x="467" y="734"/>
                    <a:pt x="534" y="634"/>
                    <a:pt x="534" y="534"/>
                  </a:cubicBezTo>
                  <a:cubicBezTo>
                    <a:pt x="534" y="467"/>
                    <a:pt x="601" y="334"/>
                    <a:pt x="534" y="200"/>
                  </a:cubicBezTo>
                  <a:cubicBezTo>
                    <a:pt x="534" y="67"/>
                    <a:pt x="501" y="0"/>
                    <a:pt x="501"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49" name="Google Shape;1349;p9"/>
            <p:cNvSpPr/>
            <p:nvPr/>
          </p:nvSpPr>
          <p:spPr>
            <a:xfrm>
              <a:off x="3478625" y="4820250"/>
              <a:ext cx="241725" cy="108800"/>
            </a:xfrm>
            <a:custGeom>
              <a:avLst/>
              <a:gdLst/>
              <a:ahLst/>
              <a:cxnLst/>
              <a:rect l="l" t="t" r="r" b="b"/>
              <a:pathLst>
                <a:path w="9669" h="4352" extrusionOk="0">
                  <a:moveTo>
                    <a:pt x="9381" y="1"/>
                  </a:moveTo>
                  <a:cubicBezTo>
                    <a:pt x="9346" y="1"/>
                    <a:pt x="9317" y="5"/>
                    <a:pt x="9302" y="13"/>
                  </a:cubicBezTo>
                  <a:cubicBezTo>
                    <a:pt x="9302" y="13"/>
                    <a:pt x="9302" y="80"/>
                    <a:pt x="9235" y="180"/>
                  </a:cubicBezTo>
                  <a:cubicBezTo>
                    <a:pt x="9235" y="313"/>
                    <a:pt x="9202" y="447"/>
                    <a:pt x="9168" y="580"/>
                  </a:cubicBezTo>
                  <a:cubicBezTo>
                    <a:pt x="9068" y="914"/>
                    <a:pt x="8901" y="1414"/>
                    <a:pt x="8668" y="1881"/>
                  </a:cubicBezTo>
                  <a:cubicBezTo>
                    <a:pt x="8368" y="2348"/>
                    <a:pt x="7967" y="2815"/>
                    <a:pt x="7467" y="3048"/>
                  </a:cubicBezTo>
                  <a:cubicBezTo>
                    <a:pt x="6967" y="3315"/>
                    <a:pt x="6366" y="3415"/>
                    <a:pt x="5833" y="3482"/>
                  </a:cubicBezTo>
                  <a:cubicBezTo>
                    <a:pt x="4798" y="3615"/>
                    <a:pt x="3331" y="3515"/>
                    <a:pt x="2163" y="3615"/>
                  </a:cubicBezTo>
                  <a:cubicBezTo>
                    <a:pt x="1563" y="3649"/>
                    <a:pt x="1062" y="3716"/>
                    <a:pt x="696" y="3816"/>
                  </a:cubicBezTo>
                  <a:cubicBezTo>
                    <a:pt x="329" y="3882"/>
                    <a:pt x="128" y="3982"/>
                    <a:pt x="128" y="3982"/>
                  </a:cubicBezTo>
                  <a:cubicBezTo>
                    <a:pt x="1" y="4014"/>
                    <a:pt x="56" y="4351"/>
                    <a:pt x="178" y="4351"/>
                  </a:cubicBezTo>
                  <a:cubicBezTo>
                    <a:pt x="184" y="4351"/>
                    <a:pt x="189" y="4351"/>
                    <a:pt x="195" y="4349"/>
                  </a:cubicBezTo>
                  <a:cubicBezTo>
                    <a:pt x="195" y="4349"/>
                    <a:pt x="395" y="4316"/>
                    <a:pt x="729" y="4249"/>
                  </a:cubicBezTo>
                  <a:cubicBezTo>
                    <a:pt x="1129" y="4216"/>
                    <a:pt x="1563" y="4183"/>
                    <a:pt x="2163" y="4183"/>
                  </a:cubicBezTo>
                  <a:cubicBezTo>
                    <a:pt x="2982" y="4207"/>
                    <a:pt x="3957" y="4300"/>
                    <a:pt x="4876" y="4300"/>
                  </a:cubicBezTo>
                  <a:cubicBezTo>
                    <a:pt x="5229" y="4300"/>
                    <a:pt x="5575" y="4286"/>
                    <a:pt x="5899" y="4249"/>
                  </a:cubicBezTo>
                  <a:cubicBezTo>
                    <a:pt x="6500" y="4183"/>
                    <a:pt x="7167" y="4049"/>
                    <a:pt x="7801" y="3682"/>
                  </a:cubicBezTo>
                  <a:cubicBezTo>
                    <a:pt x="8368" y="3315"/>
                    <a:pt x="8868" y="2715"/>
                    <a:pt x="9135" y="2181"/>
                  </a:cubicBezTo>
                  <a:cubicBezTo>
                    <a:pt x="9402" y="1614"/>
                    <a:pt x="9502" y="1080"/>
                    <a:pt x="9569" y="713"/>
                  </a:cubicBezTo>
                  <a:cubicBezTo>
                    <a:pt x="9635" y="547"/>
                    <a:pt x="9669" y="380"/>
                    <a:pt x="9669" y="313"/>
                  </a:cubicBezTo>
                  <a:lnTo>
                    <a:pt x="9669" y="146"/>
                  </a:lnTo>
                  <a:cubicBezTo>
                    <a:pt x="9669" y="44"/>
                    <a:pt x="9493" y="1"/>
                    <a:pt x="9381"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0" name="Google Shape;1350;p9"/>
            <p:cNvSpPr/>
            <p:nvPr/>
          </p:nvSpPr>
          <p:spPr>
            <a:xfrm>
              <a:off x="4719875" y="4004150"/>
              <a:ext cx="730050" cy="482700"/>
            </a:xfrm>
            <a:custGeom>
              <a:avLst/>
              <a:gdLst/>
              <a:ahLst/>
              <a:cxnLst/>
              <a:rect l="l" t="t" r="r" b="b"/>
              <a:pathLst>
                <a:path w="29202" h="19308" extrusionOk="0">
                  <a:moveTo>
                    <a:pt x="28734" y="0"/>
                  </a:moveTo>
                  <a:cubicBezTo>
                    <a:pt x="28734" y="0"/>
                    <a:pt x="28568" y="34"/>
                    <a:pt x="28234" y="100"/>
                  </a:cubicBezTo>
                  <a:cubicBezTo>
                    <a:pt x="28067" y="100"/>
                    <a:pt x="27834" y="167"/>
                    <a:pt x="27634" y="200"/>
                  </a:cubicBezTo>
                  <a:cubicBezTo>
                    <a:pt x="27400" y="267"/>
                    <a:pt x="27167" y="367"/>
                    <a:pt x="26900" y="467"/>
                  </a:cubicBezTo>
                  <a:cubicBezTo>
                    <a:pt x="26399" y="701"/>
                    <a:pt x="25766" y="1034"/>
                    <a:pt x="25165" y="1601"/>
                  </a:cubicBezTo>
                  <a:cubicBezTo>
                    <a:pt x="24598" y="2102"/>
                    <a:pt x="24064" y="2769"/>
                    <a:pt x="23464" y="3436"/>
                  </a:cubicBezTo>
                  <a:cubicBezTo>
                    <a:pt x="22897" y="4103"/>
                    <a:pt x="22230" y="4770"/>
                    <a:pt x="21429" y="5271"/>
                  </a:cubicBezTo>
                  <a:lnTo>
                    <a:pt x="20795" y="5638"/>
                  </a:lnTo>
                  <a:lnTo>
                    <a:pt x="20495" y="5838"/>
                  </a:lnTo>
                  <a:lnTo>
                    <a:pt x="20162" y="6004"/>
                  </a:lnTo>
                  <a:lnTo>
                    <a:pt x="19561" y="6338"/>
                  </a:lnTo>
                  <a:lnTo>
                    <a:pt x="18894" y="6605"/>
                  </a:lnTo>
                  <a:cubicBezTo>
                    <a:pt x="17993" y="6938"/>
                    <a:pt x="17059" y="7105"/>
                    <a:pt x="16092" y="7272"/>
                  </a:cubicBezTo>
                  <a:cubicBezTo>
                    <a:pt x="15592" y="7339"/>
                    <a:pt x="15125" y="7439"/>
                    <a:pt x="14658" y="7506"/>
                  </a:cubicBezTo>
                  <a:cubicBezTo>
                    <a:pt x="14224" y="7639"/>
                    <a:pt x="13757" y="7706"/>
                    <a:pt x="13323" y="7806"/>
                  </a:cubicBezTo>
                  <a:cubicBezTo>
                    <a:pt x="11622" y="8206"/>
                    <a:pt x="9721" y="8873"/>
                    <a:pt x="7919" y="9841"/>
                  </a:cubicBezTo>
                  <a:cubicBezTo>
                    <a:pt x="6118" y="10808"/>
                    <a:pt x="4450" y="12109"/>
                    <a:pt x="3283" y="13476"/>
                  </a:cubicBezTo>
                  <a:cubicBezTo>
                    <a:pt x="2082" y="14844"/>
                    <a:pt x="1281" y="16278"/>
                    <a:pt x="781" y="17279"/>
                  </a:cubicBezTo>
                  <a:cubicBezTo>
                    <a:pt x="648" y="17546"/>
                    <a:pt x="548" y="17780"/>
                    <a:pt x="447" y="17980"/>
                  </a:cubicBezTo>
                  <a:cubicBezTo>
                    <a:pt x="381" y="18180"/>
                    <a:pt x="281" y="18380"/>
                    <a:pt x="247" y="18513"/>
                  </a:cubicBezTo>
                  <a:cubicBezTo>
                    <a:pt x="147" y="18814"/>
                    <a:pt x="81" y="18980"/>
                    <a:pt x="81" y="18980"/>
                  </a:cubicBezTo>
                  <a:cubicBezTo>
                    <a:pt x="1" y="19179"/>
                    <a:pt x="76" y="19307"/>
                    <a:pt x="184" y="19307"/>
                  </a:cubicBezTo>
                  <a:cubicBezTo>
                    <a:pt x="258" y="19307"/>
                    <a:pt x="347" y="19249"/>
                    <a:pt x="414" y="19114"/>
                  </a:cubicBezTo>
                  <a:cubicBezTo>
                    <a:pt x="414" y="19114"/>
                    <a:pt x="481" y="18980"/>
                    <a:pt x="614" y="18680"/>
                  </a:cubicBezTo>
                  <a:cubicBezTo>
                    <a:pt x="714" y="18547"/>
                    <a:pt x="781" y="18380"/>
                    <a:pt x="881" y="18180"/>
                  </a:cubicBezTo>
                  <a:cubicBezTo>
                    <a:pt x="948" y="17980"/>
                    <a:pt x="1081" y="17780"/>
                    <a:pt x="1215" y="17513"/>
                  </a:cubicBezTo>
                  <a:cubicBezTo>
                    <a:pt x="1748" y="16512"/>
                    <a:pt x="2549" y="15178"/>
                    <a:pt x="3750" y="13877"/>
                  </a:cubicBezTo>
                  <a:cubicBezTo>
                    <a:pt x="4951" y="12542"/>
                    <a:pt x="6552" y="11375"/>
                    <a:pt x="8286" y="10474"/>
                  </a:cubicBezTo>
                  <a:cubicBezTo>
                    <a:pt x="10054" y="9540"/>
                    <a:pt x="11922" y="8940"/>
                    <a:pt x="13590" y="8506"/>
                  </a:cubicBezTo>
                  <a:cubicBezTo>
                    <a:pt x="13990" y="8440"/>
                    <a:pt x="14424" y="8306"/>
                    <a:pt x="14891" y="8206"/>
                  </a:cubicBezTo>
                  <a:cubicBezTo>
                    <a:pt x="15291" y="8139"/>
                    <a:pt x="15792" y="8039"/>
                    <a:pt x="16259" y="7973"/>
                  </a:cubicBezTo>
                  <a:cubicBezTo>
                    <a:pt x="17226" y="7806"/>
                    <a:pt x="18227" y="7606"/>
                    <a:pt x="19161" y="7205"/>
                  </a:cubicBezTo>
                  <a:lnTo>
                    <a:pt x="19895" y="6938"/>
                  </a:lnTo>
                  <a:lnTo>
                    <a:pt x="20562" y="6538"/>
                  </a:lnTo>
                  <a:lnTo>
                    <a:pt x="20895" y="6405"/>
                  </a:lnTo>
                  <a:lnTo>
                    <a:pt x="21229" y="6171"/>
                  </a:lnTo>
                  <a:cubicBezTo>
                    <a:pt x="21429" y="6038"/>
                    <a:pt x="21629" y="5904"/>
                    <a:pt x="21829" y="5771"/>
                  </a:cubicBezTo>
                  <a:cubicBezTo>
                    <a:pt x="22663" y="5204"/>
                    <a:pt x="23397" y="4503"/>
                    <a:pt x="23964" y="3803"/>
                  </a:cubicBezTo>
                  <a:cubicBezTo>
                    <a:pt x="24565" y="3136"/>
                    <a:pt x="25065" y="2469"/>
                    <a:pt x="25599" y="1968"/>
                  </a:cubicBezTo>
                  <a:cubicBezTo>
                    <a:pt x="26132" y="1468"/>
                    <a:pt x="26700" y="1134"/>
                    <a:pt x="27167" y="901"/>
                  </a:cubicBezTo>
                  <a:cubicBezTo>
                    <a:pt x="27433" y="801"/>
                    <a:pt x="27634" y="667"/>
                    <a:pt x="27867" y="634"/>
                  </a:cubicBezTo>
                  <a:cubicBezTo>
                    <a:pt x="28067" y="567"/>
                    <a:pt x="28267" y="501"/>
                    <a:pt x="28401" y="467"/>
                  </a:cubicBezTo>
                  <a:cubicBezTo>
                    <a:pt x="28701" y="434"/>
                    <a:pt x="28868" y="400"/>
                    <a:pt x="28868" y="400"/>
                  </a:cubicBezTo>
                  <a:cubicBezTo>
                    <a:pt x="29201" y="300"/>
                    <a:pt x="29135" y="0"/>
                    <a:pt x="28734"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1" name="Google Shape;1351;p9"/>
            <p:cNvSpPr/>
            <p:nvPr/>
          </p:nvSpPr>
          <p:spPr>
            <a:xfrm>
              <a:off x="4549575" y="5150750"/>
              <a:ext cx="621825" cy="295275"/>
            </a:xfrm>
            <a:custGeom>
              <a:avLst/>
              <a:gdLst/>
              <a:ahLst/>
              <a:cxnLst/>
              <a:rect l="l" t="t" r="r" b="b"/>
              <a:pathLst>
                <a:path w="24873" h="11811" extrusionOk="0">
                  <a:moveTo>
                    <a:pt x="314" y="0"/>
                  </a:moveTo>
                  <a:cubicBezTo>
                    <a:pt x="49" y="0"/>
                    <a:pt x="0" y="307"/>
                    <a:pt x="254" y="403"/>
                  </a:cubicBezTo>
                  <a:cubicBezTo>
                    <a:pt x="254" y="403"/>
                    <a:pt x="388" y="436"/>
                    <a:pt x="621" y="469"/>
                  </a:cubicBezTo>
                  <a:cubicBezTo>
                    <a:pt x="888" y="503"/>
                    <a:pt x="1255" y="569"/>
                    <a:pt x="1722" y="636"/>
                  </a:cubicBezTo>
                  <a:cubicBezTo>
                    <a:pt x="2656" y="770"/>
                    <a:pt x="3924" y="803"/>
                    <a:pt x="5391" y="803"/>
                  </a:cubicBezTo>
                  <a:cubicBezTo>
                    <a:pt x="6859" y="836"/>
                    <a:pt x="8494" y="836"/>
                    <a:pt x="10061" y="1036"/>
                  </a:cubicBezTo>
                  <a:cubicBezTo>
                    <a:pt x="11663" y="1270"/>
                    <a:pt x="13130" y="1837"/>
                    <a:pt x="14231" y="2638"/>
                  </a:cubicBezTo>
                  <a:cubicBezTo>
                    <a:pt x="15365" y="3438"/>
                    <a:pt x="16333" y="4672"/>
                    <a:pt x="17100" y="6107"/>
                  </a:cubicBezTo>
                  <a:cubicBezTo>
                    <a:pt x="17934" y="7474"/>
                    <a:pt x="18701" y="8975"/>
                    <a:pt x="19735" y="10110"/>
                  </a:cubicBezTo>
                  <a:cubicBezTo>
                    <a:pt x="20235" y="10643"/>
                    <a:pt x="20869" y="11110"/>
                    <a:pt x="21436" y="11344"/>
                  </a:cubicBezTo>
                  <a:cubicBezTo>
                    <a:pt x="22037" y="11611"/>
                    <a:pt x="22604" y="11744"/>
                    <a:pt x="23071" y="11777"/>
                  </a:cubicBezTo>
                  <a:cubicBezTo>
                    <a:pt x="23271" y="11811"/>
                    <a:pt x="23538" y="11811"/>
                    <a:pt x="23705" y="11811"/>
                  </a:cubicBezTo>
                  <a:lnTo>
                    <a:pt x="24172" y="11811"/>
                  </a:lnTo>
                  <a:cubicBezTo>
                    <a:pt x="24438" y="11777"/>
                    <a:pt x="24572" y="11777"/>
                    <a:pt x="24572" y="11777"/>
                  </a:cubicBezTo>
                  <a:cubicBezTo>
                    <a:pt x="24872" y="11744"/>
                    <a:pt x="24839" y="11411"/>
                    <a:pt x="24572" y="11411"/>
                  </a:cubicBezTo>
                  <a:cubicBezTo>
                    <a:pt x="24572" y="11411"/>
                    <a:pt x="24438" y="11444"/>
                    <a:pt x="24205" y="11444"/>
                  </a:cubicBezTo>
                  <a:lnTo>
                    <a:pt x="23738" y="11444"/>
                  </a:lnTo>
                  <a:cubicBezTo>
                    <a:pt x="23571" y="11444"/>
                    <a:pt x="23371" y="11444"/>
                    <a:pt x="23137" y="11411"/>
                  </a:cubicBezTo>
                  <a:cubicBezTo>
                    <a:pt x="22704" y="11310"/>
                    <a:pt x="22203" y="11177"/>
                    <a:pt x="21636" y="10944"/>
                  </a:cubicBezTo>
                  <a:cubicBezTo>
                    <a:pt x="21136" y="10643"/>
                    <a:pt x="20602" y="10276"/>
                    <a:pt x="20135" y="9743"/>
                  </a:cubicBezTo>
                  <a:cubicBezTo>
                    <a:pt x="19201" y="8675"/>
                    <a:pt x="18467" y="7174"/>
                    <a:pt x="17700" y="5773"/>
                  </a:cubicBezTo>
                  <a:cubicBezTo>
                    <a:pt x="16933" y="4339"/>
                    <a:pt x="15932" y="2938"/>
                    <a:pt x="14698" y="2070"/>
                  </a:cubicBezTo>
                  <a:cubicBezTo>
                    <a:pt x="13464" y="1170"/>
                    <a:pt x="11863" y="603"/>
                    <a:pt x="10195" y="403"/>
                  </a:cubicBezTo>
                  <a:cubicBezTo>
                    <a:pt x="9247" y="270"/>
                    <a:pt x="8299" y="234"/>
                    <a:pt x="7388" y="234"/>
                  </a:cubicBezTo>
                  <a:cubicBezTo>
                    <a:pt x="6696" y="234"/>
                    <a:pt x="6025" y="255"/>
                    <a:pt x="5391" y="269"/>
                  </a:cubicBezTo>
                  <a:cubicBezTo>
                    <a:pt x="4784" y="283"/>
                    <a:pt x="4216" y="291"/>
                    <a:pt x="3693" y="291"/>
                  </a:cubicBezTo>
                  <a:cubicBezTo>
                    <a:pt x="2953" y="291"/>
                    <a:pt x="2303" y="275"/>
                    <a:pt x="1756" y="236"/>
                  </a:cubicBezTo>
                  <a:cubicBezTo>
                    <a:pt x="1355" y="169"/>
                    <a:pt x="955" y="136"/>
                    <a:pt x="721" y="102"/>
                  </a:cubicBezTo>
                  <a:cubicBezTo>
                    <a:pt x="455" y="69"/>
                    <a:pt x="355" y="2"/>
                    <a:pt x="355" y="2"/>
                  </a:cubicBezTo>
                  <a:cubicBezTo>
                    <a:pt x="340" y="1"/>
                    <a:pt x="327" y="0"/>
                    <a:pt x="314"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2" name="Google Shape;1352;p9"/>
            <p:cNvSpPr/>
            <p:nvPr/>
          </p:nvSpPr>
          <p:spPr>
            <a:xfrm>
              <a:off x="6048075" y="3873150"/>
              <a:ext cx="430975" cy="143800"/>
            </a:xfrm>
            <a:custGeom>
              <a:avLst/>
              <a:gdLst/>
              <a:ahLst/>
              <a:cxnLst/>
              <a:rect l="l" t="t" r="r" b="b"/>
              <a:pathLst>
                <a:path w="17239" h="5752" extrusionOk="0">
                  <a:moveTo>
                    <a:pt x="262" y="0"/>
                  </a:moveTo>
                  <a:cubicBezTo>
                    <a:pt x="109" y="0"/>
                    <a:pt x="0" y="242"/>
                    <a:pt x="157" y="337"/>
                  </a:cubicBezTo>
                  <a:cubicBezTo>
                    <a:pt x="157" y="337"/>
                    <a:pt x="491" y="403"/>
                    <a:pt x="1025" y="637"/>
                  </a:cubicBezTo>
                  <a:cubicBezTo>
                    <a:pt x="1558" y="804"/>
                    <a:pt x="2359" y="1004"/>
                    <a:pt x="3293" y="1171"/>
                  </a:cubicBezTo>
                  <a:cubicBezTo>
                    <a:pt x="5127" y="1471"/>
                    <a:pt x="7362" y="1571"/>
                    <a:pt x="9130" y="1804"/>
                  </a:cubicBezTo>
                  <a:cubicBezTo>
                    <a:pt x="9597" y="1871"/>
                    <a:pt x="10031" y="1871"/>
                    <a:pt x="10498" y="2005"/>
                  </a:cubicBezTo>
                  <a:cubicBezTo>
                    <a:pt x="10731" y="2071"/>
                    <a:pt x="10965" y="2105"/>
                    <a:pt x="11198" y="2171"/>
                  </a:cubicBezTo>
                  <a:cubicBezTo>
                    <a:pt x="11465" y="2238"/>
                    <a:pt x="11665" y="2305"/>
                    <a:pt x="11932" y="2371"/>
                  </a:cubicBezTo>
                  <a:cubicBezTo>
                    <a:pt x="12166" y="2405"/>
                    <a:pt x="12366" y="2538"/>
                    <a:pt x="12633" y="2638"/>
                  </a:cubicBezTo>
                  <a:cubicBezTo>
                    <a:pt x="12833" y="2738"/>
                    <a:pt x="13100" y="2805"/>
                    <a:pt x="13300" y="2905"/>
                  </a:cubicBezTo>
                  <a:cubicBezTo>
                    <a:pt x="13700" y="3172"/>
                    <a:pt x="14167" y="3372"/>
                    <a:pt x="14501" y="3639"/>
                  </a:cubicBezTo>
                  <a:cubicBezTo>
                    <a:pt x="14701" y="3739"/>
                    <a:pt x="14868" y="3873"/>
                    <a:pt x="15035" y="4006"/>
                  </a:cubicBezTo>
                  <a:cubicBezTo>
                    <a:pt x="15201" y="4106"/>
                    <a:pt x="15368" y="4239"/>
                    <a:pt x="15502" y="4373"/>
                  </a:cubicBezTo>
                  <a:cubicBezTo>
                    <a:pt x="15735" y="4606"/>
                    <a:pt x="16035" y="4840"/>
                    <a:pt x="16202" y="5040"/>
                  </a:cubicBezTo>
                  <a:cubicBezTo>
                    <a:pt x="16636" y="5440"/>
                    <a:pt x="16836" y="5707"/>
                    <a:pt x="16836" y="5707"/>
                  </a:cubicBezTo>
                  <a:cubicBezTo>
                    <a:pt x="16875" y="5738"/>
                    <a:pt x="16919" y="5751"/>
                    <a:pt x="16962" y="5751"/>
                  </a:cubicBezTo>
                  <a:cubicBezTo>
                    <a:pt x="17105" y="5751"/>
                    <a:pt x="17238" y="5609"/>
                    <a:pt x="17136" y="5507"/>
                  </a:cubicBezTo>
                  <a:cubicBezTo>
                    <a:pt x="17136" y="5507"/>
                    <a:pt x="16936" y="5240"/>
                    <a:pt x="16536" y="4807"/>
                  </a:cubicBezTo>
                  <a:cubicBezTo>
                    <a:pt x="16369" y="4540"/>
                    <a:pt x="16135" y="4340"/>
                    <a:pt x="15835" y="4039"/>
                  </a:cubicBezTo>
                  <a:cubicBezTo>
                    <a:pt x="15668" y="3906"/>
                    <a:pt x="15535" y="3739"/>
                    <a:pt x="15368" y="3639"/>
                  </a:cubicBezTo>
                  <a:cubicBezTo>
                    <a:pt x="15201" y="3506"/>
                    <a:pt x="15001" y="3339"/>
                    <a:pt x="14834" y="3205"/>
                  </a:cubicBezTo>
                  <a:cubicBezTo>
                    <a:pt x="14467" y="2905"/>
                    <a:pt x="14034" y="2672"/>
                    <a:pt x="13600" y="2405"/>
                  </a:cubicBezTo>
                  <a:cubicBezTo>
                    <a:pt x="13367" y="2305"/>
                    <a:pt x="13133" y="2205"/>
                    <a:pt x="12866" y="2071"/>
                  </a:cubicBezTo>
                  <a:cubicBezTo>
                    <a:pt x="12633" y="1971"/>
                    <a:pt x="12366" y="1871"/>
                    <a:pt x="12132" y="1804"/>
                  </a:cubicBezTo>
                  <a:lnTo>
                    <a:pt x="11365" y="1538"/>
                  </a:lnTo>
                  <a:cubicBezTo>
                    <a:pt x="11132" y="1471"/>
                    <a:pt x="10865" y="1404"/>
                    <a:pt x="10631" y="1371"/>
                  </a:cubicBezTo>
                  <a:cubicBezTo>
                    <a:pt x="10131" y="1237"/>
                    <a:pt x="9664" y="1204"/>
                    <a:pt x="9197" y="1137"/>
                  </a:cubicBezTo>
                  <a:cubicBezTo>
                    <a:pt x="7429" y="904"/>
                    <a:pt x="5161" y="904"/>
                    <a:pt x="3360" y="670"/>
                  </a:cubicBezTo>
                  <a:cubicBezTo>
                    <a:pt x="2492" y="537"/>
                    <a:pt x="1692" y="370"/>
                    <a:pt x="1158" y="237"/>
                  </a:cubicBezTo>
                  <a:cubicBezTo>
                    <a:pt x="624" y="70"/>
                    <a:pt x="291" y="3"/>
                    <a:pt x="291" y="3"/>
                  </a:cubicBezTo>
                  <a:cubicBezTo>
                    <a:pt x="281" y="1"/>
                    <a:pt x="271" y="0"/>
                    <a:pt x="262"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353" name="Google Shape;1353;p9"/>
          <p:cNvGrpSpPr/>
          <p:nvPr/>
        </p:nvGrpSpPr>
        <p:grpSpPr>
          <a:xfrm>
            <a:off x="235543" y="1733855"/>
            <a:ext cx="1533124" cy="1776730"/>
            <a:chOff x="165906" y="3112758"/>
            <a:chExt cx="1752542" cy="2031013"/>
          </a:xfrm>
        </p:grpSpPr>
        <p:sp>
          <p:nvSpPr>
            <p:cNvPr id="1354" name="Google Shape;1354;p9"/>
            <p:cNvSpPr/>
            <p:nvPr/>
          </p:nvSpPr>
          <p:spPr>
            <a:xfrm>
              <a:off x="615001" y="3378873"/>
              <a:ext cx="27662" cy="156324"/>
            </a:xfrm>
            <a:custGeom>
              <a:avLst/>
              <a:gdLst/>
              <a:ahLst/>
              <a:cxnLst/>
              <a:rect l="l" t="t" r="r" b="b"/>
              <a:pathLst>
                <a:path w="1144" h="6465" extrusionOk="0">
                  <a:moveTo>
                    <a:pt x="578" y="0"/>
                  </a:moveTo>
                  <a:cubicBezTo>
                    <a:pt x="539" y="0"/>
                    <a:pt x="509" y="11"/>
                    <a:pt x="500" y="37"/>
                  </a:cubicBezTo>
                  <a:cubicBezTo>
                    <a:pt x="500" y="37"/>
                    <a:pt x="434" y="171"/>
                    <a:pt x="400" y="371"/>
                  </a:cubicBezTo>
                  <a:cubicBezTo>
                    <a:pt x="334" y="571"/>
                    <a:pt x="234" y="838"/>
                    <a:pt x="200" y="1171"/>
                  </a:cubicBezTo>
                  <a:cubicBezTo>
                    <a:pt x="33" y="1838"/>
                    <a:pt x="0" y="2672"/>
                    <a:pt x="33" y="3273"/>
                  </a:cubicBezTo>
                  <a:cubicBezTo>
                    <a:pt x="67" y="3940"/>
                    <a:pt x="200" y="4740"/>
                    <a:pt x="400" y="5374"/>
                  </a:cubicBezTo>
                  <a:cubicBezTo>
                    <a:pt x="500" y="5708"/>
                    <a:pt x="567" y="5941"/>
                    <a:pt x="667" y="6175"/>
                  </a:cubicBezTo>
                  <a:cubicBezTo>
                    <a:pt x="734" y="6342"/>
                    <a:pt x="767" y="6442"/>
                    <a:pt x="767" y="6442"/>
                  </a:cubicBezTo>
                  <a:cubicBezTo>
                    <a:pt x="783" y="6458"/>
                    <a:pt x="815" y="6464"/>
                    <a:pt x="852" y="6464"/>
                  </a:cubicBezTo>
                  <a:cubicBezTo>
                    <a:pt x="969" y="6464"/>
                    <a:pt x="1143" y="6400"/>
                    <a:pt x="1067" y="6375"/>
                  </a:cubicBezTo>
                  <a:cubicBezTo>
                    <a:pt x="1067" y="6375"/>
                    <a:pt x="1067" y="6242"/>
                    <a:pt x="1034" y="6041"/>
                  </a:cubicBezTo>
                  <a:cubicBezTo>
                    <a:pt x="1001" y="5841"/>
                    <a:pt x="934" y="5574"/>
                    <a:pt x="901" y="5241"/>
                  </a:cubicBezTo>
                  <a:cubicBezTo>
                    <a:pt x="834" y="4607"/>
                    <a:pt x="767" y="3840"/>
                    <a:pt x="734" y="3239"/>
                  </a:cubicBezTo>
                  <a:cubicBezTo>
                    <a:pt x="734" y="2672"/>
                    <a:pt x="701" y="1872"/>
                    <a:pt x="734" y="1238"/>
                  </a:cubicBezTo>
                  <a:cubicBezTo>
                    <a:pt x="734" y="904"/>
                    <a:pt x="767" y="671"/>
                    <a:pt x="834" y="437"/>
                  </a:cubicBezTo>
                  <a:cubicBezTo>
                    <a:pt x="867" y="237"/>
                    <a:pt x="867" y="104"/>
                    <a:pt x="867" y="104"/>
                  </a:cubicBezTo>
                  <a:cubicBezTo>
                    <a:pt x="867" y="79"/>
                    <a:pt x="687" y="0"/>
                    <a:pt x="578"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5" name="Google Shape;1355;p9"/>
            <p:cNvSpPr/>
            <p:nvPr/>
          </p:nvSpPr>
          <p:spPr>
            <a:xfrm>
              <a:off x="683551" y="3621181"/>
              <a:ext cx="66156" cy="105425"/>
            </a:xfrm>
            <a:custGeom>
              <a:avLst/>
              <a:gdLst/>
              <a:ahLst/>
              <a:cxnLst/>
              <a:rect l="l" t="t" r="r" b="b"/>
              <a:pathLst>
                <a:path w="2736" h="4360" extrusionOk="0">
                  <a:moveTo>
                    <a:pt x="300" y="1"/>
                  </a:moveTo>
                  <a:cubicBezTo>
                    <a:pt x="193" y="1"/>
                    <a:pt x="0" y="65"/>
                    <a:pt x="0" y="90"/>
                  </a:cubicBezTo>
                  <a:cubicBezTo>
                    <a:pt x="0" y="90"/>
                    <a:pt x="34" y="190"/>
                    <a:pt x="34" y="357"/>
                  </a:cubicBezTo>
                  <a:cubicBezTo>
                    <a:pt x="34" y="524"/>
                    <a:pt x="67" y="724"/>
                    <a:pt x="100" y="991"/>
                  </a:cubicBezTo>
                  <a:cubicBezTo>
                    <a:pt x="201" y="1524"/>
                    <a:pt x="401" y="2091"/>
                    <a:pt x="668" y="2558"/>
                  </a:cubicBezTo>
                  <a:cubicBezTo>
                    <a:pt x="901" y="3025"/>
                    <a:pt x="1335" y="3526"/>
                    <a:pt x="1735" y="3859"/>
                  </a:cubicBezTo>
                  <a:cubicBezTo>
                    <a:pt x="1868" y="3926"/>
                    <a:pt x="1935" y="4026"/>
                    <a:pt x="2035" y="4059"/>
                  </a:cubicBezTo>
                  <a:cubicBezTo>
                    <a:pt x="2102" y="4160"/>
                    <a:pt x="2202" y="4193"/>
                    <a:pt x="2269" y="4226"/>
                  </a:cubicBezTo>
                  <a:cubicBezTo>
                    <a:pt x="2402" y="4326"/>
                    <a:pt x="2502" y="4360"/>
                    <a:pt x="2502" y="4360"/>
                  </a:cubicBezTo>
                  <a:cubicBezTo>
                    <a:pt x="2536" y="4360"/>
                    <a:pt x="2702" y="4059"/>
                    <a:pt x="2736" y="4059"/>
                  </a:cubicBezTo>
                  <a:cubicBezTo>
                    <a:pt x="2736" y="4059"/>
                    <a:pt x="2702" y="3959"/>
                    <a:pt x="2569" y="3893"/>
                  </a:cubicBezTo>
                  <a:cubicBezTo>
                    <a:pt x="2502" y="3859"/>
                    <a:pt x="2435" y="3826"/>
                    <a:pt x="2369" y="3726"/>
                  </a:cubicBezTo>
                  <a:cubicBezTo>
                    <a:pt x="2335" y="3626"/>
                    <a:pt x="2235" y="3559"/>
                    <a:pt x="2169" y="3492"/>
                  </a:cubicBezTo>
                  <a:cubicBezTo>
                    <a:pt x="1835" y="3125"/>
                    <a:pt x="1568" y="2592"/>
                    <a:pt x="1335" y="2225"/>
                  </a:cubicBezTo>
                  <a:cubicBezTo>
                    <a:pt x="1101" y="1825"/>
                    <a:pt x="834" y="1324"/>
                    <a:pt x="668" y="857"/>
                  </a:cubicBezTo>
                  <a:cubicBezTo>
                    <a:pt x="567" y="590"/>
                    <a:pt x="501" y="390"/>
                    <a:pt x="434" y="257"/>
                  </a:cubicBezTo>
                  <a:cubicBezTo>
                    <a:pt x="401" y="90"/>
                    <a:pt x="367" y="23"/>
                    <a:pt x="367" y="23"/>
                  </a:cubicBezTo>
                  <a:cubicBezTo>
                    <a:pt x="359" y="7"/>
                    <a:pt x="334" y="1"/>
                    <a:pt x="300"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6" name="Google Shape;1356;p9"/>
            <p:cNvSpPr/>
            <p:nvPr/>
          </p:nvSpPr>
          <p:spPr>
            <a:xfrm>
              <a:off x="805419" y="3779753"/>
              <a:ext cx="165294" cy="100178"/>
            </a:xfrm>
            <a:custGeom>
              <a:avLst/>
              <a:gdLst/>
              <a:ahLst/>
              <a:cxnLst/>
              <a:rect l="l" t="t" r="r" b="b"/>
              <a:pathLst>
                <a:path w="6836" h="4143" extrusionOk="0">
                  <a:moveTo>
                    <a:pt x="188" y="1"/>
                  </a:moveTo>
                  <a:cubicBezTo>
                    <a:pt x="119" y="1"/>
                    <a:pt x="0" y="305"/>
                    <a:pt x="64" y="337"/>
                  </a:cubicBezTo>
                  <a:cubicBezTo>
                    <a:pt x="64" y="337"/>
                    <a:pt x="631" y="570"/>
                    <a:pt x="1298" y="904"/>
                  </a:cubicBezTo>
                  <a:cubicBezTo>
                    <a:pt x="1465" y="1004"/>
                    <a:pt x="1665" y="1104"/>
                    <a:pt x="1832" y="1171"/>
                  </a:cubicBezTo>
                  <a:cubicBezTo>
                    <a:pt x="1999" y="1304"/>
                    <a:pt x="2199" y="1371"/>
                    <a:pt x="2366" y="1504"/>
                  </a:cubicBezTo>
                  <a:cubicBezTo>
                    <a:pt x="2699" y="1704"/>
                    <a:pt x="3066" y="1938"/>
                    <a:pt x="3400" y="2071"/>
                  </a:cubicBezTo>
                  <a:cubicBezTo>
                    <a:pt x="3733" y="2238"/>
                    <a:pt x="4067" y="2505"/>
                    <a:pt x="4467" y="2705"/>
                  </a:cubicBezTo>
                  <a:cubicBezTo>
                    <a:pt x="4634" y="2839"/>
                    <a:pt x="4834" y="2905"/>
                    <a:pt x="5001" y="3039"/>
                  </a:cubicBezTo>
                  <a:cubicBezTo>
                    <a:pt x="5168" y="3139"/>
                    <a:pt x="5334" y="3239"/>
                    <a:pt x="5501" y="3372"/>
                  </a:cubicBezTo>
                  <a:cubicBezTo>
                    <a:pt x="6135" y="3806"/>
                    <a:pt x="6569" y="4140"/>
                    <a:pt x="6569" y="4140"/>
                  </a:cubicBezTo>
                  <a:cubicBezTo>
                    <a:pt x="6573" y="4142"/>
                    <a:pt x="6578" y="4143"/>
                    <a:pt x="6584" y="4143"/>
                  </a:cubicBezTo>
                  <a:cubicBezTo>
                    <a:pt x="6661" y="4143"/>
                    <a:pt x="6836" y="3935"/>
                    <a:pt x="6836" y="3873"/>
                  </a:cubicBezTo>
                  <a:cubicBezTo>
                    <a:pt x="6836" y="3873"/>
                    <a:pt x="6402" y="3472"/>
                    <a:pt x="5835" y="2972"/>
                  </a:cubicBezTo>
                  <a:cubicBezTo>
                    <a:pt x="5701" y="2839"/>
                    <a:pt x="5535" y="2672"/>
                    <a:pt x="5368" y="2538"/>
                  </a:cubicBezTo>
                  <a:cubicBezTo>
                    <a:pt x="5168" y="2405"/>
                    <a:pt x="5001" y="2305"/>
                    <a:pt x="4834" y="2171"/>
                  </a:cubicBezTo>
                  <a:cubicBezTo>
                    <a:pt x="4467" y="1938"/>
                    <a:pt x="4134" y="1671"/>
                    <a:pt x="3800" y="1471"/>
                  </a:cubicBezTo>
                  <a:cubicBezTo>
                    <a:pt x="3466" y="1304"/>
                    <a:pt x="3033" y="1137"/>
                    <a:pt x="2666" y="904"/>
                  </a:cubicBezTo>
                  <a:cubicBezTo>
                    <a:pt x="2466" y="804"/>
                    <a:pt x="2299" y="704"/>
                    <a:pt x="2065" y="637"/>
                  </a:cubicBezTo>
                  <a:cubicBezTo>
                    <a:pt x="1865" y="537"/>
                    <a:pt x="1665" y="504"/>
                    <a:pt x="1498" y="404"/>
                  </a:cubicBezTo>
                  <a:cubicBezTo>
                    <a:pt x="731" y="170"/>
                    <a:pt x="197" y="3"/>
                    <a:pt x="197" y="3"/>
                  </a:cubicBezTo>
                  <a:cubicBezTo>
                    <a:pt x="194" y="2"/>
                    <a:pt x="191" y="1"/>
                    <a:pt x="188"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7" name="Google Shape;1357;p9"/>
            <p:cNvSpPr/>
            <p:nvPr/>
          </p:nvSpPr>
          <p:spPr>
            <a:xfrm>
              <a:off x="1046542" y="3961248"/>
              <a:ext cx="87096" cy="131394"/>
            </a:xfrm>
            <a:custGeom>
              <a:avLst/>
              <a:gdLst/>
              <a:ahLst/>
              <a:cxnLst/>
              <a:rect l="l" t="t" r="r" b="b"/>
              <a:pathLst>
                <a:path w="3602" h="5434" extrusionOk="0">
                  <a:moveTo>
                    <a:pt x="226" y="0"/>
                  </a:moveTo>
                  <a:cubicBezTo>
                    <a:pt x="179" y="0"/>
                    <a:pt x="1" y="271"/>
                    <a:pt x="32" y="303"/>
                  </a:cubicBezTo>
                  <a:cubicBezTo>
                    <a:pt x="32" y="303"/>
                    <a:pt x="166" y="370"/>
                    <a:pt x="266" y="503"/>
                  </a:cubicBezTo>
                  <a:cubicBezTo>
                    <a:pt x="433" y="636"/>
                    <a:pt x="666" y="803"/>
                    <a:pt x="866" y="1037"/>
                  </a:cubicBezTo>
                  <a:cubicBezTo>
                    <a:pt x="1267" y="1504"/>
                    <a:pt x="1734" y="2104"/>
                    <a:pt x="2067" y="2604"/>
                  </a:cubicBezTo>
                  <a:cubicBezTo>
                    <a:pt x="2367" y="3105"/>
                    <a:pt x="2768" y="3772"/>
                    <a:pt x="2935" y="4339"/>
                  </a:cubicBezTo>
                  <a:cubicBezTo>
                    <a:pt x="3035" y="4639"/>
                    <a:pt x="3101" y="4873"/>
                    <a:pt x="3168" y="5106"/>
                  </a:cubicBezTo>
                  <a:cubicBezTo>
                    <a:pt x="3201" y="5273"/>
                    <a:pt x="3235" y="5373"/>
                    <a:pt x="3235" y="5373"/>
                  </a:cubicBezTo>
                  <a:cubicBezTo>
                    <a:pt x="3249" y="5415"/>
                    <a:pt x="3309" y="5434"/>
                    <a:pt x="3378" y="5434"/>
                  </a:cubicBezTo>
                  <a:cubicBezTo>
                    <a:pt x="3473" y="5434"/>
                    <a:pt x="3582" y="5398"/>
                    <a:pt x="3602" y="5340"/>
                  </a:cubicBezTo>
                  <a:cubicBezTo>
                    <a:pt x="3602" y="5340"/>
                    <a:pt x="3568" y="5206"/>
                    <a:pt x="3568" y="5006"/>
                  </a:cubicBezTo>
                  <a:cubicBezTo>
                    <a:pt x="3568" y="4806"/>
                    <a:pt x="3535" y="4506"/>
                    <a:pt x="3435" y="4172"/>
                  </a:cubicBezTo>
                  <a:cubicBezTo>
                    <a:pt x="3368" y="3505"/>
                    <a:pt x="3001" y="2705"/>
                    <a:pt x="2668" y="2171"/>
                  </a:cubicBezTo>
                  <a:cubicBezTo>
                    <a:pt x="2267" y="1637"/>
                    <a:pt x="1734" y="1003"/>
                    <a:pt x="1200" y="636"/>
                  </a:cubicBezTo>
                  <a:cubicBezTo>
                    <a:pt x="933" y="436"/>
                    <a:pt x="700" y="303"/>
                    <a:pt x="533" y="169"/>
                  </a:cubicBezTo>
                  <a:cubicBezTo>
                    <a:pt x="333" y="103"/>
                    <a:pt x="233" y="3"/>
                    <a:pt x="233" y="3"/>
                  </a:cubicBezTo>
                  <a:cubicBezTo>
                    <a:pt x="231" y="1"/>
                    <a:pt x="229" y="0"/>
                    <a:pt x="226"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8" name="Google Shape;1358;p9"/>
            <p:cNvSpPr/>
            <p:nvPr/>
          </p:nvSpPr>
          <p:spPr>
            <a:xfrm>
              <a:off x="1100560" y="4368004"/>
              <a:ext cx="68574" cy="104699"/>
            </a:xfrm>
            <a:custGeom>
              <a:avLst/>
              <a:gdLst/>
              <a:ahLst/>
              <a:cxnLst/>
              <a:rect l="l" t="t" r="r" b="b"/>
              <a:pathLst>
                <a:path w="2836" h="4330" extrusionOk="0">
                  <a:moveTo>
                    <a:pt x="2619" y="1"/>
                  </a:moveTo>
                  <a:cubicBezTo>
                    <a:pt x="2527" y="1"/>
                    <a:pt x="2435" y="9"/>
                    <a:pt x="2435" y="26"/>
                  </a:cubicBezTo>
                  <a:cubicBezTo>
                    <a:pt x="2435" y="26"/>
                    <a:pt x="2435" y="126"/>
                    <a:pt x="2368" y="293"/>
                  </a:cubicBezTo>
                  <a:cubicBezTo>
                    <a:pt x="2335" y="393"/>
                    <a:pt x="2335" y="626"/>
                    <a:pt x="2268" y="860"/>
                  </a:cubicBezTo>
                  <a:cubicBezTo>
                    <a:pt x="2135" y="1360"/>
                    <a:pt x="1868" y="1894"/>
                    <a:pt x="1668" y="2294"/>
                  </a:cubicBezTo>
                  <a:cubicBezTo>
                    <a:pt x="1434" y="2661"/>
                    <a:pt x="1101" y="3162"/>
                    <a:pt x="701" y="3462"/>
                  </a:cubicBezTo>
                  <a:cubicBezTo>
                    <a:pt x="534" y="3629"/>
                    <a:pt x="367" y="3729"/>
                    <a:pt x="267" y="3829"/>
                  </a:cubicBezTo>
                  <a:cubicBezTo>
                    <a:pt x="133" y="3929"/>
                    <a:pt x="33" y="3996"/>
                    <a:pt x="33" y="3996"/>
                  </a:cubicBezTo>
                  <a:cubicBezTo>
                    <a:pt x="0" y="4029"/>
                    <a:pt x="133" y="4329"/>
                    <a:pt x="200" y="4329"/>
                  </a:cubicBezTo>
                  <a:lnTo>
                    <a:pt x="467" y="4196"/>
                  </a:lnTo>
                  <a:cubicBezTo>
                    <a:pt x="600" y="4129"/>
                    <a:pt x="834" y="4029"/>
                    <a:pt x="1034" y="3862"/>
                  </a:cubicBezTo>
                  <a:cubicBezTo>
                    <a:pt x="1534" y="3562"/>
                    <a:pt x="2001" y="3062"/>
                    <a:pt x="2302" y="2628"/>
                  </a:cubicBezTo>
                  <a:cubicBezTo>
                    <a:pt x="2602" y="2161"/>
                    <a:pt x="2802" y="1494"/>
                    <a:pt x="2802" y="960"/>
                  </a:cubicBezTo>
                  <a:cubicBezTo>
                    <a:pt x="2835" y="693"/>
                    <a:pt x="2802" y="460"/>
                    <a:pt x="2802" y="293"/>
                  </a:cubicBezTo>
                  <a:lnTo>
                    <a:pt x="2802" y="26"/>
                  </a:lnTo>
                  <a:cubicBezTo>
                    <a:pt x="2802" y="9"/>
                    <a:pt x="2710" y="1"/>
                    <a:pt x="2619"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9" name="Google Shape;1359;p9"/>
            <p:cNvSpPr/>
            <p:nvPr/>
          </p:nvSpPr>
          <p:spPr>
            <a:xfrm>
              <a:off x="946533" y="4492749"/>
              <a:ext cx="100758" cy="65504"/>
            </a:xfrm>
            <a:custGeom>
              <a:avLst/>
              <a:gdLst/>
              <a:ahLst/>
              <a:cxnLst/>
              <a:rect l="l" t="t" r="r" b="b"/>
              <a:pathLst>
                <a:path w="4167" h="2709" extrusionOk="0">
                  <a:moveTo>
                    <a:pt x="3878" y="1"/>
                  </a:moveTo>
                  <a:cubicBezTo>
                    <a:pt x="3874" y="1"/>
                    <a:pt x="3870" y="2"/>
                    <a:pt x="3868" y="4"/>
                  </a:cubicBezTo>
                  <a:cubicBezTo>
                    <a:pt x="3868" y="4"/>
                    <a:pt x="3568" y="204"/>
                    <a:pt x="3201" y="471"/>
                  </a:cubicBezTo>
                  <a:cubicBezTo>
                    <a:pt x="3134" y="538"/>
                    <a:pt x="3001" y="571"/>
                    <a:pt x="2901" y="671"/>
                  </a:cubicBezTo>
                  <a:cubicBezTo>
                    <a:pt x="2801" y="738"/>
                    <a:pt x="2701" y="805"/>
                    <a:pt x="2567" y="871"/>
                  </a:cubicBezTo>
                  <a:cubicBezTo>
                    <a:pt x="2367" y="1005"/>
                    <a:pt x="2167" y="1138"/>
                    <a:pt x="2000" y="1238"/>
                  </a:cubicBezTo>
                  <a:lnTo>
                    <a:pt x="1366" y="1639"/>
                  </a:lnTo>
                  <a:lnTo>
                    <a:pt x="733" y="2005"/>
                  </a:lnTo>
                  <a:cubicBezTo>
                    <a:pt x="332" y="2239"/>
                    <a:pt x="32" y="2406"/>
                    <a:pt x="32" y="2406"/>
                  </a:cubicBezTo>
                  <a:cubicBezTo>
                    <a:pt x="1" y="2469"/>
                    <a:pt x="117" y="2709"/>
                    <a:pt x="214" y="2709"/>
                  </a:cubicBezTo>
                  <a:cubicBezTo>
                    <a:pt x="221" y="2709"/>
                    <a:pt x="226" y="2708"/>
                    <a:pt x="232" y="2706"/>
                  </a:cubicBezTo>
                  <a:cubicBezTo>
                    <a:pt x="232" y="2706"/>
                    <a:pt x="566" y="2639"/>
                    <a:pt x="1033" y="2472"/>
                  </a:cubicBezTo>
                  <a:cubicBezTo>
                    <a:pt x="1300" y="2372"/>
                    <a:pt x="1500" y="2306"/>
                    <a:pt x="1733" y="2172"/>
                  </a:cubicBezTo>
                  <a:cubicBezTo>
                    <a:pt x="2000" y="2072"/>
                    <a:pt x="2200" y="1972"/>
                    <a:pt x="2401" y="1839"/>
                  </a:cubicBezTo>
                  <a:cubicBezTo>
                    <a:pt x="2634" y="1705"/>
                    <a:pt x="2834" y="1538"/>
                    <a:pt x="3034" y="1372"/>
                  </a:cubicBezTo>
                  <a:cubicBezTo>
                    <a:pt x="3134" y="1305"/>
                    <a:pt x="3234" y="1205"/>
                    <a:pt x="3335" y="1138"/>
                  </a:cubicBezTo>
                  <a:lnTo>
                    <a:pt x="3568" y="871"/>
                  </a:lnTo>
                  <a:cubicBezTo>
                    <a:pt x="3868" y="504"/>
                    <a:pt x="4135" y="238"/>
                    <a:pt x="4135" y="238"/>
                  </a:cubicBezTo>
                  <a:cubicBezTo>
                    <a:pt x="4166" y="206"/>
                    <a:pt x="3936" y="1"/>
                    <a:pt x="3878"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60" name="Google Shape;1360;p9"/>
            <p:cNvSpPr/>
            <p:nvPr/>
          </p:nvSpPr>
          <p:spPr>
            <a:xfrm>
              <a:off x="764216" y="4591234"/>
              <a:ext cx="109705" cy="47683"/>
            </a:xfrm>
            <a:custGeom>
              <a:avLst/>
              <a:gdLst/>
              <a:ahLst/>
              <a:cxnLst/>
              <a:rect l="l" t="t" r="r" b="b"/>
              <a:pathLst>
                <a:path w="4537" h="1972" extrusionOk="0">
                  <a:moveTo>
                    <a:pt x="3603" y="1"/>
                  </a:moveTo>
                  <a:cubicBezTo>
                    <a:pt x="3102" y="1"/>
                    <a:pt x="2502" y="134"/>
                    <a:pt x="2035" y="301"/>
                  </a:cubicBezTo>
                  <a:cubicBezTo>
                    <a:pt x="1568" y="501"/>
                    <a:pt x="1001" y="801"/>
                    <a:pt x="601" y="1135"/>
                  </a:cubicBezTo>
                  <a:cubicBezTo>
                    <a:pt x="400" y="1268"/>
                    <a:pt x="267" y="1435"/>
                    <a:pt x="167" y="1568"/>
                  </a:cubicBezTo>
                  <a:lnTo>
                    <a:pt x="0" y="1735"/>
                  </a:lnTo>
                  <a:cubicBezTo>
                    <a:pt x="0" y="1766"/>
                    <a:pt x="175" y="1972"/>
                    <a:pt x="198" y="1972"/>
                  </a:cubicBezTo>
                  <a:cubicBezTo>
                    <a:pt x="199" y="1972"/>
                    <a:pt x="200" y="1971"/>
                    <a:pt x="200" y="1969"/>
                  </a:cubicBezTo>
                  <a:cubicBezTo>
                    <a:pt x="200" y="1969"/>
                    <a:pt x="267" y="1935"/>
                    <a:pt x="400" y="1835"/>
                  </a:cubicBezTo>
                  <a:cubicBezTo>
                    <a:pt x="534" y="1769"/>
                    <a:pt x="701" y="1668"/>
                    <a:pt x="901" y="1568"/>
                  </a:cubicBezTo>
                  <a:cubicBezTo>
                    <a:pt x="1268" y="1302"/>
                    <a:pt x="1835" y="1135"/>
                    <a:pt x="2235" y="968"/>
                  </a:cubicBezTo>
                  <a:cubicBezTo>
                    <a:pt x="2669" y="835"/>
                    <a:pt x="3202" y="634"/>
                    <a:pt x="3669" y="568"/>
                  </a:cubicBezTo>
                  <a:cubicBezTo>
                    <a:pt x="3903" y="468"/>
                    <a:pt x="4070" y="468"/>
                    <a:pt x="4236" y="434"/>
                  </a:cubicBezTo>
                  <a:cubicBezTo>
                    <a:pt x="4403" y="401"/>
                    <a:pt x="4503" y="401"/>
                    <a:pt x="4503" y="401"/>
                  </a:cubicBezTo>
                  <a:cubicBezTo>
                    <a:pt x="4537" y="401"/>
                    <a:pt x="4537" y="1"/>
                    <a:pt x="4503"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61" name="Google Shape;1361;p9"/>
            <p:cNvSpPr/>
            <p:nvPr/>
          </p:nvSpPr>
          <p:spPr>
            <a:xfrm>
              <a:off x="660967" y="4647646"/>
              <a:ext cx="66979" cy="110889"/>
            </a:xfrm>
            <a:custGeom>
              <a:avLst/>
              <a:gdLst/>
              <a:ahLst/>
              <a:cxnLst/>
              <a:rect l="l" t="t" r="r" b="b"/>
              <a:pathLst>
                <a:path w="2770" h="4586" extrusionOk="0">
                  <a:moveTo>
                    <a:pt x="2509" y="0"/>
                  </a:moveTo>
                  <a:cubicBezTo>
                    <a:pt x="2506" y="0"/>
                    <a:pt x="2504" y="1"/>
                    <a:pt x="2502" y="3"/>
                  </a:cubicBezTo>
                  <a:cubicBezTo>
                    <a:pt x="2502" y="3"/>
                    <a:pt x="2435" y="103"/>
                    <a:pt x="2302" y="169"/>
                  </a:cubicBezTo>
                  <a:cubicBezTo>
                    <a:pt x="2169" y="269"/>
                    <a:pt x="2002" y="403"/>
                    <a:pt x="1802" y="603"/>
                  </a:cubicBezTo>
                  <a:cubicBezTo>
                    <a:pt x="1368" y="937"/>
                    <a:pt x="968" y="1470"/>
                    <a:pt x="701" y="1937"/>
                  </a:cubicBezTo>
                  <a:cubicBezTo>
                    <a:pt x="467" y="2371"/>
                    <a:pt x="201" y="3005"/>
                    <a:pt x="134" y="3572"/>
                  </a:cubicBezTo>
                  <a:cubicBezTo>
                    <a:pt x="100" y="3805"/>
                    <a:pt x="34" y="4072"/>
                    <a:pt x="34" y="4239"/>
                  </a:cubicBezTo>
                  <a:cubicBezTo>
                    <a:pt x="0" y="4406"/>
                    <a:pt x="0" y="4472"/>
                    <a:pt x="0" y="4472"/>
                  </a:cubicBezTo>
                  <a:cubicBezTo>
                    <a:pt x="25" y="4548"/>
                    <a:pt x="201" y="4585"/>
                    <a:pt x="301" y="4585"/>
                  </a:cubicBezTo>
                  <a:cubicBezTo>
                    <a:pt x="334" y="4585"/>
                    <a:pt x="359" y="4581"/>
                    <a:pt x="367" y="4573"/>
                  </a:cubicBezTo>
                  <a:cubicBezTo>
                    <a:pt x="367" y="4573"/>
                    <a:pt x="434" y="4472"/>
                    <a:pt x="467" y="4306"/>
                  </a:cubicBezTo>
                  <a:cubicBezTo>
                    <a:pt x="501" y="4172"/>
                    <a:pt x="601" y="3972"/>
                    <a:pt x="668" y="3739"/>
                  </a:cubicBezTo>
                  <a:cubicBezTo>
                    <a:pt x="834" y="3272"/>
                    <a:pt x="1135" y="2738"/>
                    <a:pt x="1335" y="2304"/>
                  </a:cubicBezTo>
                  <a:cubicBezTo>
                    <a:pt x="1535" y="1904"/>
                    <a:pt x="1835" y="1337"/>
                    <a:pt x="2169" y="970"/>
                  </a:cubicBezTo>
                  <a:cubicBezTo>
                    <a:pt x="2335" y="803"/>
                    <a:pt x="2469" y="636"/>
                    <a:pt x="2602" y="503"/>
                  </a:cubicBezTo>
                  <a:cubicBezTo>
                    <a:pt x="2669" y="403"/>
                    <a:pt x="2769" y="303"/>
                    <a:pt x="2769" y="303"/>
                  </a:cubicBezTo>
                  <a:cubicBezTo>
                    <a:pt x="2769" y="271"/>
                    <a:pt x="2559" y="0"/>
                    <a:pt x="2509"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62" name="Google Shape;1362;p9"/>
            <p:cNvSpPr/>
            <p:nvPr/>
          </p:nvSpPr>
          <p:spPr>
            <a:xfrm>
              <a:off x="660169" y="4824547"/>
              <a:ext cx="36318" cy="90965"/>
            </a:xfrm>
            <a:custGeom>
              <a:avLst/>
              <a:gdLst/>
              <a:ahLst/>
              <a:cxnLst/>
              <a:rect l="l" t="t" r="r" b="b"/>
              <a:pathLst>
                <a:path w="1502" h="3762" extrusionOk="0">
                  <a:moveTo>
                    <a:pt x="267" y="0"/>
                  </a:moveTo>
                  <a:cubicBezTo>
                    <a:pt x="167" y="0"/>
                    <a:pt x="67" y="9"/>
                    <a:pt x="67" y="25"/>
                  </a:cubicBezTo>
                  <a:cubicBezTo>
                    <a:pt x="67" y="25"/>
                    <a:pt x="33" y="125"/>
                    <a:pt x="33" y="259"/>
                  </a:cubicBezTo>
                  <a:cubicBezTo>
                    <a:pt x="33" y="359"/>
                    <a:pt x="0" y="526"/>
                    <a:pt x="0" y="759"/>
                  </a:cubicBezTo>
                  <a:cubicBezTo>
                    <a:pt x="0" y="1159"/>
                    <a:pt x="33" y="1660"/>
                    <a:pt x="133" y="2027"/>
                  </a:cubicBezTo>
                  <a:cubicBezTo>
                    <a:pt x="167" y="2260"/>
                    <a:pt x="234" y="2460"/>
                    <a:pt x="334" y="2660"/>
                  </a:cubicBezTo>
                  <a:cubicBezTo>
                    <a:pt x="467" y="2861"/>
                    <a:pt x="567" y="3094"/>
                    <a:pt x="701" y="3261"/>
                  </a:cubicBezTo>
                  <a:cubicBezTo>
                    <a:pt x="734" y="3328"/>
                    <a:pt x="834" y="3361"/>
                    <a:pt x="867" y="3461"/>
                  </a:cubicBezTo>
                  <a:cubicBezTo>
                    <a:pt x="901" y="3528"/>
                    <a:pt x="1001" y="3594"/>
                    <a:pt x="1034" y="3628"/>
                  </a:cubicBezTo>
                  <a:cubicBezTo>
                    <a:pt x="1168" y="3694"/>
                    <a:pt x="1201" y="3761"/>
                    <a:pt x="1201" y="3761"/>
                  </a:cubicBezTo>
                  <a:cubicBezTo>
                    <a:pt x="1234" y="3761"/>
                    <a:pt x="1468" y="3528"/>
                    <a:pt x="1501" y="3494"/>
                  </a:cubicBezTo>
                  <a:lnTo>
                    <a:pt x="1401" y="3328"/>
                  </a:lnTo>
                  <a:cubicBezTo>
                    <a:pt x="1368" y="3294"/>
                    <a:pt x="1334" y="3261"/>
                    <a:pt x="1301" y="3161"/>
                  </a:cubicBezTo>
                  <a:cubicBezTo>
                    <a:pt x="1301" y="3127"/>
                    <a:pt x="1234" y="3027"/>
                    <a:pt x="1201" y="2961"/>
                  </a:cubicBezTo>
                  <a:cubicBezTo>
                    <a:pt x="1134" y="2794"/>
                    <a:pt x="1067" y="2594"/>
                    <a:pt x="1001" y="2427"/>
                  </a:cubicBezTo>
                  <a:cubicBezTo>
                    <a:pt x="901" y="2260"/>
                    <a:pt x="867" y="2027"/>
                    <a:pt x="834" y="1860"/>
                  </a:cubicBezTo>
                  <a:cubicBezTo>
                    <a:pt x="734" y="1493"/>
                    <a:pt x="667" y="1093"/>
                    <a:pt x="567" y="692"/>
                  </a:cubicBezTo>
                  <a:cubicBezTo>
                    <a:pt x="534" y="526"/>
                    <a:pt x="500" y="359"/>
                    <a:pt x="500" y="259"/>
                  </a:cubicBezTo>
                  <a:cubicBezTo>
                    <a:pt x="467" y="125"/>
                    <a:pt x="467" y="25"/>
                    <a:pt x="467" y="25"/>
                  </a:cubicBezTo>
                  <a:cubicBezTo>
                    <a:pt x="467" y="9"/>
                    <a:pt x="367" y="0"/>
                    <a:pt x="267"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63" name="Google Shape;1363;p9"/>
            <p:cNvSpPr/>
            <p:nvPr/>
          </p:nvSpPr>
          <p:spPr>
            <a:xfrm>
              <a:off x="735272" y="4956545"/>
              <a:ext cx="126558" cy="61393"/>
            </a:xfrm>
            <a:custGeom>
              <a:avLst/>
              <a:gdLst/>
              <a:ahLst/>
              <a:cxnLst/>
              <a:rect l="l" t="t" r="r" b="b"/>
              <a:pathLst>
                <a:path w="5234" h="2539" extrusionOk="0">
                  <a:moveTo>
                    <a:pt x="283" y="1"/>
                  </a:moveTo>
                  <a:cubicBezTo>
                    <a:pt x="203" y="1"/>
                    <a:pt x="0" y="241"/>
                    <a:pt x="63" y="304"/>
                  </a:cubicBezTo>
                  <a:lnTo>
                    <a:pt x="263" y="504"/>
                  </a:lnTo>
                  <a:cubicBezTo>
                    <a:pt x="397" y="637"/>
                    <a:pt x="597" y="804"/>
                    <a:pt x="797" y="971"/>
                  </a:cubicBezTo>
                  <a:cubicBezTo>
                    <a:pt x="1230" y="1338"/>
                    <a:pt x="1831" y="1671"/>
                    <a:pt x="2331" y="1905"/>
                  </a:cubicBezTo>
                  <a:cubicBezTo>
                    <a:pt x="2832" y="2138"/>
                    <a:pt x="3565" y="2338"/>
                    <a:pt x="4099" y="2405"/>
                  </a:cubicBezTo>
                  <a:cubicBezTo>
                    <a:pt x="4399" y="2472"/>
                    <a:pt x="4633" y="2505"/>
                    <a:pt x="4800" y="2505"/>
                  </a:cubicBezTo>
                  <a:cubicBezTo>
                    <a:pt x="4966" y="2539"/>
                    <a:pt x="5100" y="2539"/>
                    <a:pt x="5100" y="2539"/>
                  </a:cubicBezTo>
                  <a:cubicBezTo>
                    <a:pt x="5200" y="2505"/>
                    <a:pt x="5233" y="2205"/>
                    <a:pt x="5133" y="2138"/>
                  </a:cubicBezTo>
                  <a:cubicBezTo>
                    <a:pt x="5133" y="2138"/>
                    <a:pt x="5067" y="2072"/>
                    <a:pt x="4900" y="2038"/>
                  </a:cubicBezTo>
                  <a:lnTo>
                    <a:pt x="4266" y="1838"/>
                  </a:lnTo>
                  <a:cubicBezTo>
                    <a:pt x="3766" y="1705"/>
                    <a:pt x="3132" y="1404"/>
                    <a:pt x="2665" y="1204"/>
                  </a:cubicBezTo>
                  <a:cubicBezTo>
                    <a:pt x="2231" y="1004"/>
                    <a:pt x="1597" y="737"/>
                    <a:pt x="1130" y="470"/>
                  </a:cubicBezTo>
                  <a:cubicBezTo>
                    <a:pt x="897" y="337"/>
                    <a:pt x="663" y="204"/>
                    <a:pt x="563" y="137"/>
                  </a:cubicBezTo>
                  <a:lnTo>
                    <a:pt x="296" y="3"/>
                  </a:lnTo>
                  <a:cubicBezTo>
                    <a:pt x="293" y="1"/>
                    <a:pt x="288" y="1"/>
                    <a:pt x="283"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64" name="Google Shape;1364;p9"/>
            <p:cNvSpPr/>
            <p:nvPr/>
          </p:nvSpPr>
          <p:spPr>
            <a:xfrm>
              <a:off x="894860" y="5013078"/>
              <a:ext cx="83058" cy="36391"/>
            </a:xfrm>
            <a:custGeom>
              <a:avLst/>
              <a:gdLst/>
              <a:ahLst/>
              <a:cxnLst/>
              <a:rect l="l" t="t" r="r" b="b"/>
              <a:pathLst>
                <a:path w="3435" h="1505" extrusionOk="0">
                  <a:moveTo>
                    <a:pt x="668" y="0"/>
                  </a:moveTo>
                  <a:cubicBezTo>
                    <a:pt x="501" y="0"/>
                    <a:pt x="335" y="34"/>
                    <a:pt x="201" y="34"/>
                  </a:cubicBezTo>
                  <a:cubicBezTo>
                    <a:pt x="134" y="67"/>
                    <a:pt x="34" y="67"/>
                    <a:pt x="34" y="67"/>
                  </a:cubicBezTo>
                  <a:cubicBezTo>
                    <a:pt x="1" y="67"/>
                    <a:pt x="1" y="467"/>
                    <a:pt x="34" y="467"/>
                  </a:cubicBezTo>
                  <a:cubicBezTo>
                    <a:pt x="34" y="467"/>
                    <a:pt x="68" y="501"/>
                    <a:pt x="201" y="501"/>
                  </a:cubicBezTo>
                  <a:cubicBezTo>
                    <a:pt x="301" y="501"/>
                    <a:pt x="468" y="534"/>
                    <a:pt x="635" y="567"/>
                  </a:cubicBezTo>
                  <a:cubicBezTo>
                    <a:pt x="968" y="668"/>
                    <a:pt x="1369" y="801"/>
                    <a:pt x="1669" y="868"/>
                  </a:cubicBezTo>
                  <a:cubicBezTo>
                    <a:pt x="1969" y="968"/>
                    <a:pt x="2369" y="1034"/>
                    <a:pt x="2670" y="1201"/>
                  </a:cubicBezTo>
                  <a:cubicBezTo>
                    <a:pt x="2836" y="1301"/>
                    <a:pt x="2970" y="1368"/>
                    <a:pt x="3036" y="1401"/>
                  </a:cubicBezTo>
                  <a:cubicBezTo>
                    <a:pt x="3137" y="1435"/>
                    <a:pt x="3170" y="1501"/>
                    <a:pt x="3170" y="1501"/>
                  </a:cubicBezTo>
                  <a:cubicBezTo>
                    <a:pt x="3172" y="1504"/>
                    <a:pt x="3175" y="1505"/>
                    <a:pt x="3179" y="1505"/>
                  </a:cubicBezTo>
                  <a:cubicBezTo>
                    <a:pt x="3233" y="1505"/>
                    <a:pt x="3435" y="1293"/>
                    <a:pt x="3403" y="1168"/>
                  </a:cubicBezTo>
                  <a:lnTo>
                    <a:pt x="3303" y="1034"/>
                  </a:lnTo>
                  <a:cubicBezTo>
                    <a:pt x="3237" y="968"/>
                    <a:pt x="3137" y="834"/>
                    <a:pt x="2970" y="701"/>
                  </a:cubicBezTo>
                  <a:cubicBezTo>
                    <a:pt x="2670" y="467"/>
                    <a:pt x="2203" y="234"/>
                    <a:pt x="1869" y="134"/>
                  </a:cubicBezTo>
                  <a:cubicBezTo>
                    <a:pt x="1502" y="34"/>
                    <a:pt x="1035" y="0"/>
                    <a:pt x="668"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65" name="Google Shape;1365;p9"/>
            <p:cNvSpPr/>
            <p:nvPr/>
          </p:nvSpPr>
          <p:spPr>
            <a:xfrm>
              <a:off x="1026351" y="5084603"/>
              <a:ext cx="65359" cy="59168"/>
            </a:xfrm>
            <a:custGeom>
              <a:avLst/>
              <a:gdLst/>
              <a:ahLst/>
              <a:cxnLst/>
              <a:rect l="l" t="t" r="r" b="b"/>
              <a:pathLst>
                <a:path w="2703" h="2447" extrusionOk="0">
                  <a:moveTo>
                    <a:pt x="226" y="1"/>
                  </a:moveTo>
                  <a:cubicBezTo>
                    <a:pt x="185" y="1"/>
                    <a:pt x="0" y="215"/>
                    <a:pt x="0" y="245"/>
                  </a:cubicBezTo>
                  <a:cubicBezTo>
                    <a:pt x="0" y="245"/>
                    <a:pt x="567" y="1079"/>
                    <a:pt x="1068" y="1546"/>
                  </a:cubicBezTo>
                  <a:cubicBezTo>
                    <a:pt x="1334" y="1746"/>
                    <a:pt x="1668" y="2013"/>
                    <a:pt x="1935" y="2179"/>
                  </a:cubicBezTo>
                  <a:cubicBezTo>
                    <a:pt x="2235" y="2346"/>
                    <a:pt x="2502" y="2446"/>
                    <a:pt x="2502" y="2446"/>
                  </a:cubicBezTo>
                  <a:cubicBezTo>
                    <a:pt x="2535" y="2446"/>
                    <a:pt x="2702" y="2213"/>
                    <a:pt x="2702" y="2179"/>
                  </a:cubicBezTo>
                  <a:cubicBezTo>
                    <a:pt x="2702" y="2179"/>
                    <a:pt x="2502" y="2013"/>
                    <a:pt x="2268" y="1746"/>
                  </a:cubicBezTo>
                  <a:cubicBezTo>
                    <a:pt x="2035" y="1479"/>
                    <a:pt x="1768" y="1212"/>
                    <a:pt x="1535" y="979"/>
                  </a:cubicBezTo>
                  <a:cubicBezTo>
                    <a:pt x="1068" y="578"/>
                    <a:pt x="234" y="11"/>
                    <a:pt x="234" y="11"/>
                  </a:cubicBezTo>
                  <a:cubicBezTo>
                    <a:pt x="234" y="4"/>
                    <a:pt x="231" y="1"/>
                    <a:pt x="226"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66" name="Google Shape;1366;p9"/>
            <p:cNvSpPr/>
            <p:nvPr/>
          </p:nvSpPr>
          <p:spPr>
            <a:xfrm>
              <a:off x="172991" y="4146805"/>
              <a:ext cx="510585" cy="76892"/>
            </a:xfrm>
            <a:custGeom>
              <a:avLst/>
              <a:gdLst/>
              <a:ahLst/>
              <a:cxnLst/>
              <a:rect l="l" t="t" r="r" b="b"/>
              <a:pathLst>
                <a:path w="21116" h="3180" extrusionOk="0">
                  <a:moveTo>
                    <a:pt x="10841" y="1"/>
                  </a:moveTo>
                  <a:cubicBezTo>
                    <a:pt x="10675" y="201"/>
                    <a:pt x="10474" y="468"/>
                    <a:pt x="10241" y="701"/>
                  </a:cubicBezTo>
                  <a:cubicBezTo>
                    <a:pt x="10141" y="835"/>
                    <a:pt x="10041" y="968"/>
                    <a:pt x="9907" y="1068"/>
                  </a:cubicBezTo>
                  <a:lnTo>
                    <a:pt x="9874" y="1135"/>
                  </a:lnTo>
                  <a:lnTo>
                    <a:pt x="9841" y="1168"/>
                  </a:lnTo>
                  <a:lnTo>
                    <a:pt x="9741" y="1268"/>
                  </a:lnTo>
                  <a:cubicBezTo>
                    <a:pt x="9540" y="1468"/>
                    <a:pt x="9307" y="1635"/>
                    <a:pt x="9040" y="1769"/>
                  </a:cubicBezTo>
                  <a:cubicBezTo>
                    <a:pt x="8572" y="2003"/>
                    <a:pt x="8053" y="2108"/>
                    <a:pt x="7527" y="2108"/>
                  </a:cubicBezTo>
                  <a:cubicBezTo>
                    <a:pt x="7453" y="2108"/>
                    <a:pt x="7379" y="2106"/>
                    <a:pt x="7306" y="2102"/>
                  </a:cubicBezTo>
                  <a:cubicBezTo>
                    <a:pt x="6672" y="2036"/>
                    <a:pt x="6071" y="1802"/>
                    <a:pt x="5571" y="1468"/>
                  </a:cubicBezTo>
                  <a:cubicBezTo>
                    <a:pt x="5471" y="1335"/>
                    <a:pt x="5337" y="1268"/>
                    <a:pt x="5204" y="1168"/>
                  </a:cubicBezTo>
                  <a:lnTo>
                    <a:pt x="5037" y="1035"/>
                  </a:lnTo>
                  <a:lnTo>
                    <a:pt x="4904" y="935"/>
                  </a:lnTo>
                  <a:lnTo>
                    <a:pt x="4804" y="801"/>
                  </a:lnTo>
                  <a:lnTo>
                    <a:pt x="4537" y="534"/>
                  </a:lnTo>
                  <a:lnTo>
                    <a:pt x="4504" y="501"/>
                  </a:lnTo>
                  <a:lnTo>
                    <a:pt x="4403" y="568"/>
                  </a:lnTo>
                  <a:lnTo>
                    <a:pt x="4237" y="701"/>
                  </a:lnTo>
                  <a:cubicBezTo>
                    <a:pt x="4137" y="868"/>
                    <a:pt x="3970" y="1001"/>
                    <a:pt x="3836" y="1135"/>
                  </a:cubicBezTo>
                  <a:cubicBezTo>
                    <a:pt x="3002" y="1902"/>
                    <a:pt x="2068" y="2369"/>
                    <a:pt x="1368" y="2503"/>
                  </a:cubicBezTo>
                  <a:cubicBezTo>
                    <a:pt x="1034" y="2569"/>
                    <a:pt x="734" y="2636"/>
                    <a:pt x="534" y="2636"/>
                  </a:cubicBezTo>
                  <a:lnTo>
                    <a:pt x="234" y="2636"/>
                  </a:lnTo>
                  <a:cubicBezTo>
                    <a:pt x="0" y="2669"/>
                    <a:pt x="0" y="3003"/>
                    <a:pt x="234" y="3003"/>
                  </a:cubicBezTo>
                  <a:lnTo>
                    <a:pt x="567" y="3003"/>
                  </a:lnTo>
                  <a:cubicBezTo>
                    <a:pt x="801" y="3003"/>
                    <a:pt x="1134" y="2970"/>
                    <a:pt x="1501" y="2903"/>
                  </a:cubicBezTo>
                  <a:cubicBezTo>
                    <a:pt x="1702" y="2836"/>
                    <a:pt x="1902" y="2836"/>
                    <a:pt x="2135" y="2736"/>
                  </a:cubicBezTo>
                  <a:cubicBezTo>
                    <a:pt x="2369" y="2669"/>
                    <a:pt x="2569" y="2603"/>
                    <a:pt x="2836" y="2469"/>
                  </a:cubicBezTo>
                  <a:cubicBezTo>
                    <a:pt x="3303" y="2236"/>
                    <a:pt x="3803" y="1869"/>
                    <a:pt x="4237" y="1502"/>
                  </a:cubicBezTo>
                  <a:lnTo>
                    <a:pt x="4403" y="1335"/>
                  </a:lnTo>
                  <a:lnTo>
                    <a:pt x="4470" y="1302"/>
                  </a:lnTo>
                  <a:cubicBezTo>
                    <a:pt x="4470" y="1302"/>
                    <a:pt x="4470" y="1272"/>
                    <a:pt x="4480" y="1272"/>
                  </a:cubicBezTo>
                  <a:cubicBezTo>
                    <a:pt x="4485" y="1272"/>
                    <a:pt x="4492" y="1279"/>
                    <a:pt x="4504" y="1302"/>
                  </a:cubicBezTo>
                  <a:lnTo>
                    <a:pt x="4570" y="1368"/>
                  </a:lnTo>
                  <a:lnTo>
                    <a:pt x="4637" y="1402"/>
                  </a:lnTo>
                  <a:lnTo>
                    <a:pt x="4670" y="1468"/>
                  </a:lnTo>
                  <a:lnTo>
                    <a:pt x="4870" y="1635"/>
                  </a:lnTo>
                  <a:cubicBezTo>
                    <a:pt x="5004" y="1769"/>
                    <a:pt x="5171" y="1869"/>
                    <a:pt x="5304" y="1969"/>
                  </a:cubicBezTo>
                  <a:cubicBezTo>
                    <a:pt x="5871" y="2369"/>
                    <a:pt x="6538" y="2669"/>
                    <a:pt x="7306" y="2736"/>
                  </a:cubicBezTo>
                  <a:cubicBezTo>
                    <a:pt x="7486" y="2771"/>
                    <a:pt x="7674" y="2787"/>
                    <a:pt x="7863" y="2787"/>
                  </a:cubicBezTo>
                  <a:cubicBezTo>
                    <a:pt x="8406" y="2787"/>
                    <a:pt x="8962" y="2650"/>
                    <a:pt x="9407" y="2402"/>
                  </a:cubicBezTo>
                  <a:cubicBezTo>
                    <a:pt x="9741" y="2236"/>
                    <a:pt x="10041" y="2036"/>
                    <a:pt x="10308" y="1835"/>
                  </a:cubicBezTo>
                  <a:lnTo>
                    <a:pt x="10474" y="1669"/>
                  </a:lnTo>
                  <a:cubicBezTo>
                    <a:pt x="10508" y="1802"/>
                    <a:pt x="10575" y="1969"/>
                    <a:pt x="10675" y="2136"/>
                  </a:cubicBezTo>
                  <a:cubicBezTo>
                    <a:pt x="10841" y="2436"/>
                    <a:pt x="11175" y="2703"/>
                    <a:pt x="11509" y="2869"/>
                  </a:cubicBezTo>
                  <a:cubicBezTo>
                    <a:pt x="11922" y="3106"/>
                    <a:pt x="12359" y="3179"/>
                    <a:pt x="12792" y="3179"/>
                  </a:cubicBezTo>
                  <a:cubicBezTo>
                    <a:pt x="13092" y="3179"/>
                    <a:pt x="13390" y="3144"/>
                    <a:pt x="13677" y="3103"/>
                  </a:cubicBezTo>
                  <a:cubicBezTo>
                    <a:pt x="14377" y="2970"/>
                    <a:pt x="15044" y="2703"/>
                    <a:pt x="15678" y="2436"/>
                  </a:cubicBezTo>
                  <a:cubicBezTo>
                    <a:pt x="15978" y="2302"/>
                    <a:pt x="16245" y="2136"/>
                    <a:pt x="16545" y="1935"/>
                  </a:cubicBezTo>
                  <a:cubicBezTo>
                    <a:pt x="16646" y="1835"/>
                    <a:pt x="16679" y="1802"/>
                    <a:pt x="16746" y="1769"/>
                  </a:cubicBezTo>
                  <a:lnTo>
                    <a:pt x="16846" y="1669"/>
                  </a:lnTo>
                  <a:lnTo>
                    <a:pt x="16879" y="1635"/>
                  </a:lnTo>
                  <a:cubicBezTo>
                    <a:pt x="16925" y="1612"/>
                    <a:pt x="16955" y="1573"/>
                    <a:pt x="16969" y="1573"/>
                  </a:cubicBezTo>
                  <a:cubicBezTo>
                    <a:pt x="16976" y="1573"/>
                    <a:pt x="16979" y="1581"/>
                    <a:pt x="16979" y="1602"/>
                  </a:cubicBezTo>
                  <a:cubicBezTo>
                    <a:pt x="17012" y="1602"/>
                    <a:pt x="17012" y="1635"/>
                    <a:pt x="17012" y="1635"/>
                  </a:cubicBezTo>
                  <a:lnTo>
                    <a:pt x="17046" y="1702"/>
                  </a:lnTo>
                  <a:cubicBezTo>
                    <a:pt x="17113" y="1702"/>
                    <a:pt x="17113" y="1769"/>
                    <a:pt x="17146" y="1802"/>
                  </a:cubicBezTo>
                  <a:cubicBezTo>
                    <a:pt x="17279" y="1935"/>
                    <a:pt x="17346" y="2036"/>
                    <a:pt x="17479" y="2136"/>
                  </a:cubicBezTo>
                  <a:cubicBezTo>
                    <a:pt x="17680" y="2336"/>
                    <a:pt x="17946" y="2503"/>
                    <a:pt x="18180" y="2636"/>
                  </a:cubicBezTo>
                  <a:cubicBezTo>
                    <a:pt x="18647" y="2869"/>
                    <a:pt x="19114" y="3003"/>
                    <a:pt x="19514" y="3103"/>
                  </a:cubicBezTo>
                  <a:cubicBezTo>
                    <a:pt x="19731" y="3120"/>
                    <a:pt x="19923" y="3128"/>
                    <a:pt x="20085" y="3128"/>
                  </a:cubicBezTo>
                  <a:cubicBezTo>
                    <a:pt x="20248" y="3128"/>
                    <a:pt x="20382" y="3120"/>
                    <a:pt x="20482" y="3103"/>
                  </a:cubicBezTo>
                  <a:cubicBezTo>
                    <a:pt x="20682" y="3036"/>
                    <a:pt x="20815" y="3003"/>
                    <a:pt x="20815" y="3003"/>
                  </a:cubicBezTo>
                  <a:cubicBezTo>
                    <a:pt x="21115" y="2869"/>
                    <a:pt x="20882" y="2603"/>
                    <a:pt x="20582" y="2569"/>
                  </a:cubicBezTo>
                  <a:cubicBezTo>
                    <a:pt x="20582" y="2569"/>
                    <a:pt x="20548" y="2636"/>
                    <a:pt x="20515" y="2636"/>
                  </a:cubicBezTo>
                  <a:cubicBezTo>
                    <a:pt x="20482" y="2636"/>
                    <a:pt x="20382" y="2669"/>
                    <a:pt x="20315" y="2669"/>
                  </a:cubicBezTo>
                  <a:cubicBezTo>
                    <a:pt x="20218" y="2683"/>
                    <a:pt x="20116" y="2691"/>
                    <a:pt x="20005" y="2691"/>
                  </a:cubicBezTo>
                  <a:cubicBezTo>
                    <a:pt x="19849" y="2691"/>
                    <a:pt x="19676" y="2675"/>
                    <a:pt x="19481" y="2636"/>
                  </a:cubicBezTo>
                  <a:cubicBezTo>
                    <a:pt x="19147" y="2569"/>
                    <a:pt x="18714" y="2402"/>
                    <a:pt x="18313" y="2169"/>
                  </a:cubicBezTo>
                  <a:cubicBezTo>
                    <a:pt x="18080" y="2036"/>
                    <a:pt x="17880" y="1869"/>
                    <a:pt x="17713" y="1702"/>
                  </a:cubicBezTo>
                  <a:cubicBezTo>
                    <a:pt x="17646" y="1635"/>
                    <a:pt x="17546" y="1502"/>
                    <a:pt x="17479" y="1402"/>
                  </a:cubicBezTo>
                  <a:cubicBezTo>
                    <a:pt x="17479" y="1368"/>
                    <a:pt x="17413" y="1368"/>
                    <a:pt x="17413" y="1335"/>
                  </a:cubicBezTo>
                  <a:lnTo>
                    <a:pt x="17379" y="1302"/>
                  </a:lnTo>
                  <a:lnTo>
                    <a:pt x="17346" y="1202"/>
                  </a:lnTo>
                  <a:cubicBezTo>
                    <a:pt x="17313" y="1068"/>
                    <a:pt x="17213" y="968"/>
                    <a:pt x="17179" y="835"/>
                  </a:cubicBezTo>
                  <a:lnTo>
                    <a:pt x="17079" y="668"/>
                  </a:lnTo>
                  <a:cubicBezTo>
                    <a:pt x="17046" y="668"/>
                    <a:pt x="17046" y="635"/>
                    <a:pt x="17046" y="635"/>
                  </a:cubicBezTo>
                  <a:lnTo>
                    <a:pt x="17012" y="668"/>
                  </a:lnTo>
                  <a:lnTo>
                    <a:pt x="16912" y="735"/>
                  </a:lnTo>
                  <a:cubicBezTo>
                    <a:pt x="16812" y="868"/>
                    <a:pt x="16712" y="968"/>
                    <a:pt x="16579" y="1035"/>
                  </a:cubicBezTo>
                  <a:cubicBezTo>
                    <a:pt x="16545" y="1068"/>
                    <a:pt x="16479" y="1135"/>
                    <a:pt x="16412" y="1168"/>
                  </a:cubicBezTo>
                  <a:lnTo>
                    <a:pt x="16345" y="1235"/>
                  </a:lnTo>
                  <a:cubicBezTo>
                    <a:pt x="16312" y="1302"/>
                    <a:pt x="16212" y="1335"/>
                    <a:pt x="16179" y="1368"/>
                  </a:cubicBezTo>
                  <a:cubicBezTo>
                    <a:pt x="15912" y="1535"/>
                    <a:pt x="15645" y="1702"/>
                    <a:pt x="15345" y="1835"/>
                  </a:cubicBezTo>
                  <a:cubicBezTo>
                    <a:pt x="14744" y="2136"/>
                    <a:pt x="14144" y="2336"/>
                    <a:pt x="13510" y="2402"/>
                  </a:cubicBezTo>
                  <a:cubicBezTo>
                    <a:pt x="13269" y="2441"/>
                    <a:pt x="13029" y="2464"/>
                    <a:pt x="12795" y="2464"/>
                  </a:cubicBezTo>
                  <a:cubicBezTo>
                    <a:pt x="12414" y="2464"/>
                    <a:pt x="12052" y="2401"/>
                    <a:pt x="11742" y="2236"/>
                  </a:cubicBezTo>
                  <a:cubicBezTo>
                    <a:pt x="11542" y="2136"/>
                    <a:pt x="11342" y="1969"/>
                    <a:pt x="11208" y="1735"/>
                  </a:cubicBezTo>
                  <a:cubicBezTo>
                    <a:pt x="11142" y="1635"/>
                    <a:pt x="11075" y="1535"/>
                    <a:pt x="11042" y="1368"/>
                  </a:cubicBezTo>
                  <a:cubicBezTo>
                    <a:pt x="10975" y="1035"/>
                    <a:pt x="10908" y="668"/>
                    <a:pt x="10875" y="368"/>
                  </a:cubicBezTo>
                  <a:cubicBezTo>
                    <a:pt x="10875" y="201"/>
                    <a:pt x="10841" y="101"/>
                    <a:pt x="10841"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67" name="Google Shape;1367;p9"/>
            <p:cNvSpPr/>
            <p:nvPr/>
          </p:nvSpPr>
          <p:spPr>
            <a:xfrm>
              <a:off x="1059043" y="3265324"/>
              <a:ext cx="389153" cy="110430"/>
            </a:xfrm>
            <a:custGeom>
              <a:avLst/>
              <a:gdLst/>
              <a:ahLst/>
              <a:cxnLst/>
              <a:rect l="l" t="t" r="r" b="b"/>
              <a:pathLst>
                <a:path w="16094" h="4567" extrusionOk="0">
                  <a:moveTo>
                    <a:pt x="4528" y="0"/>
                  </a:moveTo>
                  <a:cubicBezTo>
                    <a:pt x="4523" y="0"/>
                    <a:pt x="4519" y="7"/>
                    <a:pt x="4519" y="30"/>
                  </a:cubicBezTo>
                  <a:lnTo>
                    <a:pt x="4319" y="297"/>
                  </a:lnTo>
                  <a:cubicBezTo>
                    <a:pt x="4185" y="463"/>
                    <a:pt x="4085" y="630"/>
                    <a:pt x="3985" y="797"/>
                  </a:cubicBezTo>
                  <a:cubicBezTo>
                    <a:pt x="3685" y="1231"/>
                    <a:pt x="3352" y="1631"/>
                    <a:pt x="3051" y="1998"/>
                  </a:cubicBezTo>
                  <a:cubicBezTo>
                    <a:pt x="2484" y="2732"/>
                    <a:pt x="1750" y="3165"/>
                    <a:pt x="1217" y="3265"/>
                  </a:cubicBezTo>
                  <a:lnTo>
                    <a:pt x="850" y="3265"/>
                  </a:lnTo>
                  <a:cubicBezTo>
                    <a:pt x="716" y="3265"/>
                    <a:pt x="650" y="3232"/>
                    <a:pt x="550" y="3232"/>
                  </a:cubicBezTo>
                  <a:cubicBezTo>
                    <a:pt x="416" y="3165"/>
                    <a:pt x="349" y="3132"/>
                    <a:pt x="349" y="3132"/>
                  </a:cubicBezTo>
                  <a:cubicBezTo>
                    <a:pt x="334" y="3126"/>
                    <a:pt x="319" y="3123"/>
                    <a:pt x="304" y="3123"/>
                  </a:cubicBezTo>
                  <a:cubicBezTo>
                    <a:pt x="150" y="3123"/>
                    <a:pt x="0" y="3405"/>
                    <a:pt x="183" y="3465"/>
                  </a:cubicBezTo>
                  <a:lnTo>
                    <a:pt x="416" y="3599"/>
                  </a:lnTo>
                  <a:cubicBezTo>
                    <a:pt x="516" y="3632"/>
                    <a:pt x="650" y="3632"/>
                    <a:pt x="750" y="3666"/>
                  </a:cubicBezTo>
                  <a:lnTo>
                    <a:pt x="1217" y="3666"/>
                  </a:lnTo>
                  <a:cubicBezTo>
                    <a:pt x="1550" y="3632"/>
                    <a:pt x="1984" y="3499"/>
                    <a:pt x="2351" y="3265"/>
                  </a:cubicBezTo>
                  <a:cubicBezTo>
                    <a:pt x="2718" y="3065"/>
                    <a:pt x="3085" y="2732"/>
                    <a:pt x="3418" y="2331"/>
                  </a:cubicBezTo>
                  <a:cubicBezTo>
                    <a:pt x="3752" y="1964"/>
                    <a:pt x="4085" y="1564"/>
                    <a:pt x="4419" y="1130"/>
                  </a:cubicBezTo>
                  <a:lnTo>
                    <a:pt x="4552" y="964"/>
                  </a:lnTo>
                  <a:lnTo>
                    <a:pt x="4552" y="1030"/>
                  </a:lnTo>
                  <a:lnTo>
                    <a:pt x="4686" y="1130"/>
                  </a:lnTo>
                  <a:lnTo>
                    <a:pt x="4986" y="1431"/>
                  </a:lnTo>
                  <a:cubicBezTo>
                    <a:pt x="5386" y="1864"/>
                    <a:pt x="5853" y="2231"/>
                    <a:pt x="6354" y="2465"/>
                  </a:cubicBezTo>
                  <a:cubicBezTo>
                    <a:pt x="6854" y="2732"/>
                    <a:pt x="7421" y="2898"/>
                    <a:pt x="7988" y="2898"/>
                  </a:cubicBezTo>
                  <a:cubicBezTo>
                    <a:pt x="8522" y="2898"/>
                    <a:pt x="9089" y="2765"/>
                    <a:pt x="9589" y="2565"/>
                  </a:cubicBezTo>
                  <a:cubicBezTo>
                    <a:pt x="10090" y="2365"/>
                    <a:pt x="10657" y="2098"/>
                    <a:pt x="11090" y="1798"/>
                  </a:cubicBezTo>
                  <a:cubicBezTo>
                    <a:pt x="11224" y="1731"/>
                    <a:pt x="11357" y="1698"/>
                    <a:pt x="11491" y="1597"/>
                  </a:cubicBezTo>
                  <a:lnTo>
                    <a:pt x="11557" y="1564"/>
                  </a:lnTo>
                  <a:lnTo>
                    <a:pt x="11591" y="1564"/>
                  </a:lnTo>
                  <a:cubicBezTo>
                    <a:pt x="11610" y="1564"/>
                    <a:pt x="11618" y="1559"/>
                    <a:pt x="11624" y="1559"/>
                  </a:cubicBezTo>
                  <a:cubicBezTo>
                    <a:pt x="11638" y="1559"/>
                    <a:pt x="11638" y="1593"/>
                    <a:pt x="11758" y="1831"/>
                  </a:cubicBezTo>
                  <a:cubicBezTo>
                    <a:pt x="12024" y="2331"/>
                    <a:pt x="12325" y="2798"/>
                    <a:pt x="12591" y="3232"/>
                  </a:cubicBezTo>
                  <a:cubicBezTo>
                    <a:pt x="12925" y="3632"/>
                    <a:pt x="13259" y="3966"/>
                    <a:pt x="13692" y="4233"/>
                  </a:cubicBezTo>
                  <a:cubicBezTo>
                    <a:pt x="14093" y="4466"/>
                    <a:pt x="14526" y="4566"/>
                    <a:pt x="14860" y="4566"/>
                  </a:cubicBezTo>
                  <a:cubicBezTo>
                    <a:pt x="15227" y="4566"/>
                    <a:pt x="15494" y="4533"/>
                    <a:pt x="15660" y="4466"/>
                  </a:cubicBezTo>
                  <a:cubicBezTo>
                    <a:pt x="15827" y="4433"/>
                    <a:pt x="15894" y="4399"/>
                    <a:pt x="15894" y="4399"/>
                  </a:cubicBezTo>
                  <a:cubicBezTo>
                    <a:pt x="16094" y="4299"/>
                    <a:pt x="15994" y="4033"/>
                    <a:pt x="15727" y="3966"/>
                  </a:cubicBezTo>
                  <a:cubicBezTo>
                    <a:pt x="15727" y="3966"/>
                    <a:pt x="15660" y="4033"/>
                    <a:pt x="15494" y="4066"/>
                  </a:cubicBezTo>
                  <a:cubicBezTo>
                    <a:pt x="15327" y="4066"/>
                    <a:pt x="15093" y="4099"/>
                    <a:pt x="14826" y="4099"/>
                  </a:cubicBezTo>
                  <a:cubicBezTo>
                    <a:pt x="14526" y="4066"/>
                    <a:pt x="14226" y="3966"/>
                    <a:pt x="13892" y="3766"/>
                  </a:cubicBezTo>
                  <a:cubicBezTo>
                    <a:pt x="13559" y="3566"/>
                    <a:pt x="13259" y="3232"/>
                    <a:pt x="13025" y="2865"/>
                  </a:cubicBezTo>
                  <a:cubicBezTo>
                    <a:pt x="12758" y="2431"/>
                    <a:pt x="12525" y="1964"/>
                    <a:pt x="12325" y="1531"/>
                  </a:cubicBezTo>
                  <a:cubicBezTo>
                    <a:pt x="12225" y="1397"/>
                    <a:pt x="12191" y="1231"/>
                    <a:pt x="12091" y="1064"/>
                  </a:cubicBezTo>
                  <a:lnTo>
                    <a:pt x="11924" y="730"/>
                  </a:lnTo>
                  <a:lnTo>
                    <a:pt x="11891" y="630"/>
                  </a:lnTo>
                  <a:lnTo>
                    <a:pt x="11891" y="597"/>
                  </a:lnTo>
                  <a:cubicBezTo>
                    <a:pt x="11891" y="586"/>
                    <a:pt x="11887" y="582"/>
                    <a:pt x="11882" y="582"/>
                  </a:cubicBezTo>
                  <a:cubicBezTo>
                    <a:pt x="11872" y="582"/>
                    <a:pt x="11858" y="597"/>
                    <a:pt x="11858" y="597"/>
                  </a:cubicBezTo>
                  <a:lnTo>
                    <a:pt x="11691" y="697"/>
                  </a:lnTo>
                  <a:lnTo>
                    <a:pt x="11090" y="1030"/>
                  </a:lnTo>
                  <a:cubicBezTo>
                    <a:pt x="11024" y="1097"/>
                    <a:pt x="10890" y="1130"/>
                    <a:pt x="10757" y="1231"/>
                  </a:cubicBezTo>
                  <a:cubicBezTo>
                    <a:pt x="9856" y="1731"/>
                    <a:pt x="8855" y="2131"/>
                    <a:pt x="8022" y="2131"/>
                  </a:cubicBezTo>
                  <a:cubicBezTo>
                    <a:pt x="7188" y="2131"/>
                    <a:pt x="6220" y="1698"/>
                    <a:pt x="5486" y="930"/>
                  </a:cubicBezTo>
                  <a:cubicBezTo>
                    <a:pt x="5386" y="864"/>
                    <a:pt x="5253" y="764"/>
                    <a:pt x="5186" y="697"/>
                  </a:cubicBezTo>
                  <a:lnTo>
                    <a:pt x="4753" y="230"/>
                  </a:lnTo>
                  <a:lnTo>
                    <a:pt x="4652" y="96"/>
                  </a:lnTo>
                  <a:lnTo>
                    <a:pt x="4552" y="30"/>
                  </a:lnTo>
                  <a:cubicBezTo>
                    <a:pt x="4552" y="30"/>
                    <a:pt x="4538" y="0"/>
                    <a:pt x="4528"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68" name="Google Shape;1368;p9"/>
            <p:cNvSpPr/>
            <p:nvPr/>
          </p:nvSpPr>
          <p:spPr>
            <a:xfrm>
              <a:off x="1403511" y="4612319"/>
              <a:ext cx="514937" cy="104143"/>
            </a:xfrm>
            <a:custGeom>
              <a:avLst/>
              <a:gdLst/>
              <a:ahLst/>
              <a:cxnLst/>
              <a:rect l="l" t="t" r="r" b="b"/>
              <a:pathLst>
                <a:path w="21296" h="4307" extrusionOk="0">
                  <a:moveTo>
                    <a:pt x="13664" y="1"/>
                  </a:moveTo>
                  <a:cubicBezTo>
                    <a:pt x="13660" y="1"/>
                    <a:pt x="13656" y="9"/>
                    <a:pt x="13656" y="29"/>
                  </a:cubicBezTo>
                  <a:lnTo>
                    <a:pt x="13623" y="63"/>
                  </a:lnTo>
                  <a:lnTo>
                    <a:pt x="13523" y="129"/>
                  </a:lnTo>
                  <a:lnTo>
                    <a:pt x="13356" y="296"/>
                  </a:lnTo>
                  <a:lnTo>
                    <a:pt x="13089" y="596"/>
                  </a:lnTo>
                  <a:cubicBezTo>
                    <a:pt x="12956" y="730"/>
                    <a:pt x="12822" y="796"/>
                    <a:pt x="12689" y="897"/>
                  </a:cubicBezTo>
                  <a:cubicBezTo>
                    <a:pt x="12589" y="1030"/>
                    <a:pt x="12456" y="1097"/>
                    <a:pt x="12322" y="1197"/>
                  </a:cubicBezTo>
                  <a:lnTo>
                    <a:pt x="11955" y="1430"/>
                  </a:lnTo>
                  <a:cubicBezTo>
                    <a:pt x="11455" y="1764"/>
                    <a:pt x="10854" y="1931"/>
                    <a:pt x="10321" y="2064"/>
                  </a:cubicBezTo>
                  <a:cubicBezTo>
                    <a:pt x="9912" y="2153"/>
                    <a:pt x="9465" y="2204"/>
                    <a:pt x="9003" y="2204"/>
                  </a:cubicBezTo>
                  <a:cubicBezTo>
                    <a:pt x="8257" y="2204"/>
                    <a:pt x="7472" y="2073"/>
                    <a:pt x="6751" y="1764"/>
                  </a:cubicBezTo>
                  <a:cubicBezTo>
                    <a:pt x="6451" y="1697"/>
                    <a:pt x="6184" y="1530"/>
                    <a:pt x="5918" y="1364"/>
                  </a:cubicBezTo>
                  <a:lnTo>
                    <a:pt x="5517" y="1097"/>
                  </a:lnTo>
                  <a:lnTo>
                    <a:pt x="5350" y="930"/>
                  </a:lnTo>
                  <a:lnTo>
                    <a:pt x="5017" y="630"/>
                  </a:lnTo>
                  <a:cubicBezTo>
                    <a:pt x="4917" y="563"/>
                    <a:pt x="4817" y="430"/>
                    <a:pt x="4683" y="363"/>
                  </a:cubicBezTo>
                  <a:lnTo>
                    <a:pt x="4483" y="763"/>
                  </a:lnTo>
                  <a:cubicBezTo>
                    <a:pt x="4416" y="963"/>
                    <a:pt x="4283" y="1130"/>
                    <a:pt x="4183" y="1364"/>
                  </a:cubicBezTo>
                  <a:lnTo>
                    <a:pt x="3949" y="1730"/>
                  </a:lnTo>
                  <a:cubicBezTo>
                    <a:pt x="3849" y="1797"/>
                    <a:pt x="3783" y="1964"/>
                    <a:pt x="3683" y="2064"/>
                  </a:cubicBezTo>
                  <a:cubicBezTo>
                    <a:pt x="2982" y="2931"/>
                    <a:pt x="2015" y="3398"/>
                    <a:pt x="1348" y="3632"/>
                  </a:cubicBezTo>
                  <a:cubicBezTo>
                    <a:pt x="1181" y="3732"/>
                    <a:pt x="1014" y="3765"/>
                    <a:pt x="914" y="3799"/>
                  </a:cubicBezTo>
                  <a:cubicBezTo>
                    <a:pt x="747" y="3865"/>
                    <a:pt x="614" y="3865"/>
                    <a:pt x="514" y="3899"/>
                  </a:cubicBezTo>
                  <a:cubicBezTo>
                    <a:pt x="347" y="3899"/>
                    <a:pt x="247" y="3932"/>
                    <a:pt x="247" y="3932"/>
                  </a:cubicBezTo>
                  <a:cubicBezTo>
                    <a:pt x="0" y="3963"/>
                    <a:pt x="10" y="4306"/>
                    <a:pt x="223" y="4306"/>
                  </a:cubicBezTo>
                  <a:cubicBezTo>
                    <a:pt x="241" y="4306"/>
                    <a:pt x="260" y="4304"/>
                    <a:pt x="280" y="4299"/>
                  </a:cubicBezTo>
                  <a:cubicBezTo>
                    <a:pt x="280" y="4299"/>
                    <a:pt x="414" y="4299"/>
                    <a:pt x="614" y="4266"/>
                  </a:cubicBezTo>
                  <a:cubicBezTo>
                    <a:pt x="680" y="4232"/>
                    <a:pt x="814" y="4232"/>
                    <a:pt x="981" y="4199"/>
                  </a:cubicBezTo>
                  <a:cubicBezTo>
                    <a:pt x="1114" y="4132"/>
                    <a:pt x="1281" y="4099"/>
                    <a:pt x="1481" y="4065"/>
                  </a:cubicBezTo>
                  <a:cubicBezTo>
                    <a:pt x="2182" y="3799"/>
                    <a:pt x="3282" y="3365"/>
                    <a:pt x="4116" y="2398"/>
                  </a:cubicBezTo>
                  <a:cubicBezTo>
                    <a:pt x="4250" y="2264"/>
                    <a:pt x="4316" y="2131"/>
                    <a:pt x="4416" y="2031"/>
                  </a:cubicBezTo>
                  <a:cubicBezTo>
                    <a:pt x="4483" y="1897"/>
                    <a:pt x="4617" y="1730"/>
                    <a:pt x="4683" y="1597"/>
                  </a:cubicBezTo>
                  <a:lnTo>
                    <a:pt x="4817" y="1397"/>
                  </a:lnTo>
                  <a:lnTo>
                    <a:pt x="4850" y="1364"/>
                  </a:lnTo>
                  <a:lnTo>
                    <a:pt x="4917" y="1297"/>
                  </a:lnTo>
                  <a:lnTo>
                    <a:pt x="4950" y="1364"/>
                  </a:lnTo>
                  <a:lnTo>
                    <a:pt x="4984" y="1397"/>
                  </a:lnTo>
                  <a:cubicBezTo>
                    <a:pt x="5084" y="1430"/>
                    <a:pt x="5117" y="1530"/>
                    <a:pt x="5184" y="1564"/>
                  </a:cubicBezTo>
                  <a:lnTo>
                    <a:pt x="5617" y="1864"/>
                  </a:lnTo>
                  <a:cubicBezTo>
                    <a:pt x="5918" y="2031"/>
                    <a:pt x="6184" y="2231"/>
                    <a:pt x="6518" y="2364"/>
                  </a:cubicBezTo>
                  <a:cubicBezTo>
                    <a:pt x="7371" y="2748"/>
                    <a:pt x="8278" y="2914"/>
                    <a:pt x="9135" y="2914"/>
                  </a:cubicBezTo>
                  <a:cubicBezTo>
                    <a:pt x="9619" y="2914"/>
                    <a:pt x="10087" y="2861"/>
                    <a:pt x="10521" y="2765"/>
                  </a:cubicBezTo>
                  <a:cubicBezTo>
                    <a:pt x="11121" y="2598"/>
                    <a:pt x="11788" y="2398"/>
                    <a:pt x="12355" y="2064"/>
                  </a:cubicBezTo>
                  <a:cubicBezTo>
                    <a:pt x="12522" y="1964"/>
                    <a:pt x="12656" y="1864"/>
                    <a:pt x="12822" y="1764"/>
                  </a:cubicBezTo>
                  <a:cubicBezTo>
                    <a:pt x="12956" y="1630"/>
                    <a:pt x="13123" y="1564"/>
                    <a:pt x="13256" y="1430"/>
                  </a:cubicBezTo>
                  <a:cubicBezTo>
                    <a:pt x="13423" y="1364"/>
                    <a:pt x="13523" y="1230"/>
                    <a:pt x="13656" y="1097"/>
                  </a:cubicBezTo>
                  <a:lnTo>
                    <a:pt x="13690" y="1063"/>
                  </a:lnTo>
                  <a:lnTo>
                    <a:pt x="13790" y="1197"/>
                  </a:lnTo>
                  <a:lnTo>
                    <a:pt x="14123" y="1564"/>
                  </a:lnTo>
                  <a:lnTo>
                    <a:pt x="14490" y="1931"/>
                  </a:lnTo>
                  <a:cubicBezTo>
                    <a:pt x="14624" y="2064"/>
                    <a:pt x="14791" y="2131"/>
                    <a:pt x="14924" y="2264"/>
                  </a:cubicBezTo>
                  <a:cubicBezTo>
                    <a:pt x="15491" y="2631"/>
                    <a:pt x="16125" y="2898"/>
                    <a:pt x="16759" y="3065"/>
                  </a:cubicBezTo>
                  <a:cubicBezTo>
                    <a:pt x="17387" y="3222"/>
                    <a:pt x="17997" y="3269"/>
                    <a:pt x="18541" y="3269"/>
                  </a:cubicBezTo>
                  <a:cubicBezTo>
                    <a:pt x="19037" y="3269"/>
                    <a:pt x="19478" y="3230"/>
                    <a:pt x="19827" y="3198"/>
                  </a:cubicBezTo>
                  <a:cubicBezTo>
                    <a:pt x="20595" y="3098"/>
                    <a:pt x="21028" y="3031"/>
                    <a:pt x="21028" y="3031"/>
                  </a:cubicBezTo>
                  <a:cubicBezTo>
                    <a:pt x="21295" y="2965"/>
                    <a:pt x="21195" y="2698"/>
                    <a:pt x="20995" y="2598"/>
                  </a:cubicBezTo>
                  <a:cubicBezTo>
                    <a:pt x="20995" y="2598"/>
                    <a:pt x="20528" y="2698"/>
                    <a:pt x="19794" y="2731"/>
                  </a:cubicBezTo>
                  <a:cubicBezTo>
                    <a:pt x="19602" y="2740"/>
                    <a:pt x="19394" y="2746"/>
                    <a:pt x="19171" y="2746"/>
                  </a:cubicBezTo>
                  <a:cubicBezTo>
                    <a:pt x="18504" y="2746"/>
                    <a:pt x="17709" y="2689"/>
                    <a:pt x="16859" y="2464"/>
                  </a:cubicBezTo>
                  <a:cubicBezTo>
                    <a:pt x="16292" y="2364"/>
                    <a:pt x="15758" y="2097"/>
                    <a:pt x="15258" y="1730"/>
                  </a:cubicBezTo>
                  <a:cubicBezTo>
                    <a:pt x="15124" y="1630"/>
                    <a:pt x="14991" y="1530"/>
                    <a:pt x="14857" y="1430"/>
                  </a:cubicBezTo>
                  <a:lnTo>
                    <a:pt x="14524" y="1097"/>
                  </a:lnTo>
                  <a:cubicBezTo>
                    <a:pt x="14424" y="963"/>
                    <a:pt x="14324" y="897"/>
                    <a:pt x="14190" y="730"/>
                  </a:cubicBezTo>
                  <a:lnTo>
                    <a:pt x="13690" y="63"/>
                  </a:lnTo>
                  <a:cubicBezTo>
                    <a:pt x="13690" y="40"/>
                    <a:pt x="13674" y="1"/>
                    <a:pt x="13664"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69" name="Google Shape;1369;p9"/>
            <p:cNvSpPr/>
            <p:nvPr/>
          </p:nvSpPr>
          <p:spPr>
            <a:xfrm>
              <a:off x="290747" y="3605609"/>
              <a:ext cx="250070" cy="96793"/>
            </a:xfrm>
            <a:custGeom>
              <a:avLst/>
              <a:gdLst/>
              <a:ahLst/>
              <a:cxnLst/>
              <a:rect l="l" t="t" r="r" b="b"/>
              <a:pathLst>
                <a:path w="10342" h="4003" extrusionOk="0">
                  <a:moveTo>
                    <a:pt x="5338" y="0"/>
                  </a:moveTo>
                  <a:lnTo>
                    <a:pt x="5304" y="33"/>
                  </a:lnTo>
                  <a:lnTo>
                    <a:pt x="5171" y="234"/>
                  </a:lnTo>
                  <a:cubicBezTo>
                    <a:pt x="5004" y="500"/>
                    <a:pt x="4904" y="734"/>
                    <a:pt x="4737" y="1034"/>
                  </a:cubicBezTo>
                  <a:cubicBezTo>
                    <a:pt x="4670" y="1134"/>
                    <a:pt x="4637" y="1168"/>
                    <a:pt x="4604" y="1234"/>
                  </a:cubicBezTo>
                  <a:lnTo>
                    <a:pt x="4470" y="1468"/>
                  </a:lnTo>
                  <a:cubicBezTo>
                    <a:pt x="4404" y="1635"/>
                    <a:pt x="4270" y="1735"/>
                    <a:pt x="4170" y="1868"/>
                  </a:cubicBezTo>
                  <a:cubicBezTo>
                    <a:pt x="4103" y="2002"/>
                    <a:pt x="3970" y="2135"/>
                    <a:pt x="3837" y="2235"/>
                  </a:cubicBezTo>
                  <a:cubicBezTo>
                    <a:pt x="3636" y="2502"/>
                    <a:pt x="3336" y="2669"/>
                    <a:pt x="3103" y="2869"/>
                  </a:cubicBezTo>
                  <a:cubicBezTo>
                    <a:pt x="2969" y="2969"/>
                    <a:pt x="2802" y="3002"/>
                    <a:pt x="2669" y="3069"/>
                  </a:cubicBezTo>
                  <a:cubicBezTo>
                    <a:pt x="2569" y="3136"/>
                    <a:pt x="2436" y="3202"/>
                    <a:pt x="2269" y="3236"/>
                  </a:cubicBezTo>
                  <a:cubicBezTo>
                    <a:pt x="1969" y="3336"/>
                    <a:pt x="1735" y="3469"/>
                    <a:pt x="1468" y="3469"/>
                  </a:cubicBezTo>
                  <a:cubicBezTo>
                    <a:pt x="1235" y="3503"/>
                    <a:pt x="1001" y="3536"/>
                    <a:pt x="801" y="3536"/>
                  </a:cubicBezTo>
                  <a:lnTo>
                    <a:pt x="167" y="3536"/>
                  </a:lnTo>
                  <a:cubicBezTo>
                    <a:pt x="67" y="3536"/>
                    <a:pt x="0" y="3903"/>
                    <a:pt x="134" y="3903"/>
                  </a:cubicBezTo>
                  <a:cubicBezTo>
                    <a:pt x="134" y="3903"/>
                    <a:pt x="401" y="3903"/>
                    <a:pt x="801" y="3970"/>
                  </a:cubicBezTo>
                  <a:cubicBezTo>
                    <a:pt x="1001" y="3970"/>
                    <a:pt x="1268" y="3903"/>
                    <a:pt x="1568" y="3903"/>
                  </a:cubicBezTo>
                  <a:cubicBezTo>
                    <a:pt x="1835" y="3903"/>
                    <a:pt x="2135" y="3836"/>
                    <a:pt x="2469" y="3736"/>
                  </a:cubicBezTo>
                  <a:cubicBezTo>
                    <a:pt x="2636" y="3736"/>
                    <a:pt x="2802" y="3669"/>
                    <a:pt x="2969" y="3569"/>
                  </a:cubicBezTo>
                  <a:lnTo>
                    <a:pt x="3470" y="3336"/>
                  </a:lnTo>
                  <a:cubicBezTo>
                    <a:pt x="3770" y="3136"/>
                    <a:pt x="4103" y="2969"/>
                    <a:pt x="4337" y="2669"/>
                  </a:cubicBezTo>
                  <a:cubicBezTo>
                    <a:pt x="4470" y="2502"/>
                    <a:pt x="4604" y="2368"/>
                    <a:pt x="4737" y="2235"/>
                  </a:cubicBezTo>
                  <a:cubicBezTo>
                    <a:pt x="4837" y="2135"/>
                    <a:pt x="4937" y="1968"/>
                    <a:pt x="5071" y="1835"/>
                  </a:cubicBezTo>
                  <a:lnTo>
                    <a:pt x="5238" y="1635"/>
                  </a:lnTo>
                  <a:cubicBezTo>
                    <a:pt x="5271" y="1568"/>
                    <a:pt x="5304" y="1501"/>
                    <a:pt x="5338" y="1401"/>
                  </a:cubicBezTo>
                  <a:lnTo>
                    <a:pt x="5338" y="1368"/>
                  </a:lnTo>
                  <a:lnTo>
                    <a:pt x="5471" y="1568"/>
                  </a:lnTo>
                  <a:cubicBezTo>
                    <a:pt x="5671" y="1868"/>
                    <a:pt x="5938" y="2168"/>
                    <a:pt x="6172" y="2402"/>
                  </a:cubicBezTo>
                  <a:cubicBezTo>
                    <a:pt x="6672" y="2969"/>
                    <a:pt x="7306" y="3403"/>
                    <a:pt x="7939" y="3669"/>
                  </a:cubicBezTo>
                  <a:cubicBezTo>
                    <a:pt x="8573" y="3903"/>
                    <a:pt x="9140" y="4003"/>
                    <a:pt x="9574" y="4003"/>
                  </a:cubicBezTo>
                  <a:cubicBezTo>
                    <a:pt x="9774" y="4003"/>
                    <a:pt x="9941" y="3970"/>
                    <a:pt x="10074" y="3970"/>
                  </a:cubicBezTo>
                  <a:cubicBezTo>
                    <a:pt x="10174" y="3903"/>
                    <a:pt x="10241" y="3903"/>
                    <a:pt x="10241" y="3903"/>
                  </a:cubicBezTo>
                  <a:cubicBezTo>
                    <a:pt x="10341" y="3870"/>
                    <a:pt x="10308" y="3569"/>
                    <a:pt x="10241" y="3569"/>
                  </a:cubicBezTo>
                  <a:lnTo>
                    <a:pt x="10074" y="3569"/>
                  </a:lnTo>
                  <a:cubicBezTo>
                    <a:pt x="10030" y="3592"/>
                    <a:pt x="9985" y="3599"/>
                    <a:pt x="9938" y="3599"/>
                  </a:cubicBezTo>
                  <a:cubicBezTo>
                    <a:pt x="9845" y="3599"/>
                    <a:pt x="9741" y="3569"/>
                    <a:pt x="9607" y="3569"/>
                  </a:cubicBezTo>
                  <a:cubicBezTo>
                    <a:pt x="9240" y="3536"/>
                    <a:pt x="8740" y="3403"/>
                    <a:pt x="8173" y="3169"/>
                  </a:cubicBezTo>
                  <a:cubicBezTo>
                    <a:pt x="7639" y="2869"/>
                    <a:pt x="7139" y="2469"/>
                    <a:pt x="6672" y="1968"/>
                  </a:cubicBezTo>
                  <a:cubicBezTo>
                    <a:pt x="6438" y="1701"/>
                    <a:pt x="6272" y="1401"/>
                    <a:pt x="6071" y="1168"/>
                  </a:cubicBezTo>
                  <a:cubicBezTo>
                    <a:pt x="5971" y="1068"/>
                    <a:pt x="5938" y="1001"/>
                    <a:pt x="5905" y="901"/>
                  </a:cubicBezTo>
                  <a:cubicBezTo>
                    <a:pt x="5805" y="801"/>
                    <a:pt x="5738" y="634"/>
                    <a:pt x="5638" y="500"/>
                  </a:cubicBezTo>
                  <a:cubicBezTo>
                    <a:pt x="5571" y="367"/>
                    <a:pt x="5471" y="200"/>
                    <a:pt x="5404" y="67"/>
                  </a:cubicBezTo>
                  <a:lnTo>
                    <a:pt x="5338" y="0"/>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70" name="Google Shape;1370;p9"/>
            <p:cNvSpPr/>
            <p:nvPr/>
          </p:nvSpPr>
          <p:spPr>
            <a:xfrm>
              <a:off x="1361075" y="3729821"/>
              <a:ext cx="252488" cy="70992"/>
            </a:xfrm>
            <a:custGeom>
              <a:avLst/>
              <a:gdLst/>
              <a:ahLst/>
              <a:cxnLst/>
              <a:rect l="l" t="t" r="r" b="b"/>
              <a:pathLst>
                <a:path w="10442" h="2936" extrusionOk="0">
                  <a:moveTo>
                    <a:pt x="5338" y="0"/>
                  </a:moveTo>
                  <a:lnTo>
                    <a:pt x="5204" y="167"/>
                  </a:lnTo>
                  <a:cubicBezTo>
                    <a:pt x="5071" y="334"/>
                    <a:pt x="4904" y="500"/>
                    <a:pt x="4737" y="667"/>
                  </a:cubicBezTo>
                  <a:lnTo>
                    <a:pt x="4604" y="834"/>
                  </a:lnTo>
                  <a:lnTo>
                    <a:pt x="4437" y="934"/>
                  </a:lnTo>
                  <a:cubicBezTo>
                    <a:pt x="4337" y="1034"/>
                    <a:pt x="4237" y="1168"/>
                    <a:pt x="4103" y="1234"/>
                  </a:cubicBezTo>
                  <a:lnTo>
                    <a:pt x="3736" y="1501"/>
                  </a:lnTo>
                  <a:lnTo>
                    <a:pt x="3536" y="1601"/>
                  </a:lnTo>
                  <a:lnTo>
                    <a:pt x="3336" y="1701"/>
                  </a:lnTo>
                  <a:cubicBezTo>
                    <a:pt x="3169" y="1768"/>
                    <a:pt x="3036" y="1868"/>
                    <a:pt x="2902" y="1901"/>
                  </a:cubicBezTo>
                  <a:cubicBezTo>
                    <a:pt x="2602" y="2002"/>
                    <a:pt x="2369" y="2102"/>
                    <a:pt x="2069" y="2168"/>
                  </a:cubicBezTo>
                  <a:cubicBezTo>
                    <a:pt x="1535" y="2268"/>
                    <a:pt x="1034" y="2368"/>
                    <a:pt x="701" y="2435"/>
                  </a:cubicBezTo>
                  <a:cubicBezTo>
                    <a:pt x="334" y="2502"/>
                    <a:pt x="100" y="2535"/>
                    <a:pt x="100" y="2535"/>
                  </a:cubicBezTo>
                  <a:cubicBezTo>
                    <a:pt x="0" y="2569"/>
                    <a:pt x="34" y="2902"/>
                    <a:pt x="167" y="2902"/>
                  </a:cubicBezTo>
                  <a:cubicBezTo>
                    <a:pt x="167" y="2902"/>
                    <a:pt x="367" y="2902"/>
                    <a:pt x="734" y="2869"/>
                  </a:cubicBezTo>
                  <a:cubicBezTo>
                    <a:pt x="1101" y="2802"/>
                    <a:pt x="1602" y="2769"/>
                    <a:pt x="2202" y="2669"/>
                  </a:cubicBezTo>
                  <a:cubicBezTo>
                    <a:pt x="2502" y="2602"/>
                    <a:pt x="2769" y="2535"/>
                    <a:pt x="3103" y="2435"/>
                  </a:cubicBezTo>
                  <a:cubicBezTo>
                    <a:pt x="3269" y="2402"/>
                    <a:pt x="3403" y="2335"/>
                    <a:pt x="3570" y="2268"/>
                  </a:cubicBezTo>
                  <a:lnTo>
                    <a:pt x="3836" y="2202"/>
                  </a:lnTo>
                  <a:lnTo>
                    <a:pt x="4037" y="2068"/>
                  </a:lnTo>
                  <a:cubicBezTo>
                    <a:pt x="4203" y="1968"/>
                    <a:pt x="4370" y="1901"/>
                    <a:pt x="4504" y="1835"/>
                  </a:cubicBezTo>
                  <a:cubicBezTo>
                    <a:pt x="4670" y="1735"/>
                    <a:pt x="4770" y="1601"/>
                    <a:pt x="4904" y="1535"/>
                  </a:cubicBezTo>
                  <a:lnTo>
                    <a:pt x="5104" y="1368"/>
                  </a:lnTo>
                  <a:lnTo>
                    <a:pt x="5271" y="1201"/>
                  </a:lnTo>
                  <a:lnTo>
                    <a:pt x="5371" y="1101"/>
                  </a:lnTo>
                  <a:lnTo>
                    <a:pt x="5404" y="1068"/>
                  </a:lnTo>
                  <a:lnTo>
                    <a:pt x="5704" y="1368"/>
                  </a:lnTo>
                  <a:cubicBezTo>
                    <a:pt x="5838" y="1501"/>
                    <a:pt x="5938" y="1568"/>
                    <a:pt x="6071" y="1701"/>
                  </a:cubicBezTo>
                  <a:cubicBezTo>
                    <a:pt x="6205" y="1768"/>
                    <a:pt x="6305" y="1901"/>
                    <a:pt x="6472" y="2002"/>
                  </a:cubicBezTo>
                  <a:cubicBezTo>
                    <a:pt x="7072" y="2402"/>
                    <a:pt x="7706" y="2602"/>
                    <a:pt x="8273" y="2769"/>
                  </a:cubicBezTo>
                  <a:cubicBezTo>
                    <a:pt x="8573" y="2835"/>
                    <a:pt x="8873" y="2869"/>
                    <a:pt x="9107" y="2902"/>
                  </a:cubicBezTo>
                  <a:cubicBezTo>
                    <a:pt x="9374" y="2902"/>
                    <a:pt x="9607" y="2936"/>
                    <a:pt x="9774" y="2936"/>
                  </a:cubicBezTo>
                  <a:lnTo>
                    <a:pt x="10374" y="2936"/>
                  </a:lnTo>
                  <a:cubicBezTo>
                    <a:pt x="10441" y="2936"/>
                    <a:pt x="10441" y="2602"/>
                    <a:pt x="10241" y="2535"/>
                  </a:cubicBezTo>
                  <a:cubicBezTo>
                    <a:pt x="10241" y="2535"/>
                    <a:pt x="10041" y="2535"/>
                    <a:pt x="9707" y="2502"/>
                  </a:cubicBezTo>
                  <a:cubicBezTo>
                    <a:pt x="9507" y="2502"/>
                    <a:pt x="9340" y="2435"/>
                    <a:pt x="9074" y="2402"/>
                  </a:cubicBezTo>
                  <a:cubicBezTo>
                    <a:pt x="8840" y="2368"/>
                    <a:pt x="8573" y="2268"/>
                    <a:pt x="8340" y="2202"/>
                  </a:cubicBezTo>
                  <a:cubicBezTo>
                    <a:pt x="7839" y="2035"/>
                    <a:pt x="7239" y="1768"/>
                    <a:pt x="6772" y="1401"/>
                  </a:cubicBezTo>
                  <a:cubicBezTo>
                    <a:pt x="6672" y="1334"/>
                    <a:pt x="6572" y="1201"/>
                    <a:pt x="6438" y="1101"/>
                  </a:cubicBezTo>
                  <a:cubicBezTo>
                    <a:pt x="6338" y="1034"/>
                    <a:pt x="6238" y="901"/>
                    <a:pt x="6105" y="834"/>
                  </a:cubicBezTo>
                  <a:cubicBezTo>
                    <a:pt x="6005" y="701"/>
                    <a:pt x="5905" y="567"/>
                    <a:pt x="5771" y="434"/>
                  </a:cubicBezTo>
                  <a:cubicBezTo>
                    <a:pt x="5704" y="334"/>
                    <a:pt x="5571" y="234"/>
                    <a:pt x="5504" y="100"/>
                  </a:cubicBezTo>
                  <a:cubicBezTo>
                    <a:pt x="5404" y="67"/>
                    <a:pt x="5371" y="33"/>
                    <a:pt x="5338"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71" name="Google Shape;1371;p9"/>
            <p:cNvSpPr/>
            <p:nvPr/>
          </p:nvSpPr>
          <p:spPr>
            <a:xfrm>
              <a:off x="165906" y="4659784"/>
              <a:ext cx="272291" cy="115387"/>
            </a:xfrm>
            <a:custGeom>
              <a:avLst/>
              <a:gdLst/>
              <a:ahLst/>
              <a:cxnLst/>
              <a:rect l="l" t="t" r="r" b="b"/>
              <a:pathLst>
                <a:path w="11261" h="4772" extrusionOk="0">
                  <a:moveTo>
                    <a:pt x="6931" y="1"/>
                  </a:moveTo>
                  <a:lnTo>
                    <a:pt x="6898" y="34"/>
                  </a:lnTo>
                  <a:lnTo>
                    <a:pt x="6798" y="168"/>
                  </a:lnTo>
                  <a:cubicBezTo>
                    <a:pt x="6731" y="335"/>
                    <a:pt x="6598" y="468"/>
                    <a:pt x="6498" y="635"/>
                  </a:cubicBezTo>
                  <a:cubicBezTo>
                    <a:pt x="6331" y="868"/>
                    <a:pt x="6064" y="1335"/>
                    <a:pt x="5997" y="1369"/>
                  </a:cubicBezTo>
                  <a:cubicBezTo>
                    <a:pt x="5630" y="1936"/>
                    <a:pt x="5130" y="2536"/>
                    <a:pt x="4563" y="3003"/>
                  </a:cubicBezTo>
                  <a:cubicBezTo>
                    <a:pt x="3963" y="3470"/>
                    <a:pt x="3295" y="3837"/>
                    <a:pt x="2628" y="3970"/>
                  </a:cubicBezTo>
                  <a:cubicBezTo>
                    <a:pt x="2370" y="4035"/>
                    <a:pt x="2126" y="4060"/>
                    <a:pt x="1900" y="4060"/>
                  </a:cubicBezTo>
                  <a:cubicBezTo>
                    <a:pt x="1542" y="4060"/>
                    <a:pt x="1226" y="3998"/>
                    <a:pt x="960" y="3937"/>
                  </a:cubicBezTo>
                  <a:cubicBezTo>
                    <a:pt x="760" y="3870"/>
                    <a:pt x="594" y="3804"/>
                    <a:pt x="460" y="3770"/>
                  </a:cubicBezTo>
                  <a:cubicBezTo>
                    <a:pt x="327" y="3704"/>
                    <a:pt x="293" y="3670"/>
                    <a:pt x="293" y="3670"/>
                  </a:cubicBezTo>
                  <a:cubicBezTo>
                    <a:pt x="286" y="3669"/>
                    <a:pt x="279" y="3668"/>
                    <a:pt x="272" y="3668"/>
                  </a:cubicBezTo>
                  <a:cubicBezTo>
                    <a:pt x="143" y="3668"/>
                    <a:pt x="0" y="3941"/>
                    <a:pt x="127" y="4004"/>
                  </a:cubicBezTo>
                  <a:cubicBezTo>
                    <a:pt x="127" y="4004"/>
                    <a:pt x="160" y="4037"/>
                    <a:pt x="293" y="4104"/>
                  </a:cubicBezTo>
                  <a:cubicBezTo>
                    <a:pt x="393" y="4137"/>
                    <a:pt x="594" y="4204"/>
                    <a:pt x="794" y="4304"/>
                  </a:cubicBezTo>
                  <a:cubicBezTo>
                    <a:pt x="1103" y="4423"/>
                    <a:pt x="1549" y="4525"/>
                    <a:pt x="2046" y="4525"/>
                  </a:cubicBezTo>
                  <a:cubicBezTo>
                    <a:pt x="2245" y="4525"/>
                    <a:pt x="2452" y="4509"/>
                    <a:pt x="2662" y="4471"/>
                  </a:cubicBezTo>
                  <a:cubicBezTo>
                    <a:pt x="3462" y="4337"/>
                    <a:pt x="4263" y="3970"/>
                    <a:pt x="4930" y="3470"/>
                  </a:cubicBezTo>
                  <a:cubicBezTo>
                    <a:pt x="5597" y="2970"/>
                    <a:pt x="6131" y="2303"/>
                    <a:pt x="6564" y="1702"/>
                  </a:cubicBezTo>
                  <a:cubicBezTo>
                    <a:pt x="6613" y="1590"/>
                    <a:pt x="6630" y="1562"/>
                    <a:pt x="6635" y="1557"/>
                  </a:cubicBezTo>
                  <a:lnTo>
                    <a:pt x="6635" y="1557"/>
                  </a:lnTo>
                  <a:cubicBezTo>
                    <a:pt x="6635" y="1557"/>
                    <a:pt x="6635" y="1557"/>
                    <a:pt x="6635" y="1557"/>
                  </a:cubicBezTo>
                  <a:cubicBezTo>
                    <a:pt x="6636" y="1557"/>
                    <a:pt x="6637" y="1556"/>
                    <a:pt x="6636" y="1556"/>
                  </a:cubicBezTo>
                  <a:cubicBezTo>
                    <a:pt x="6636" y="1556"/>
                    <a:pt x="6636" y="1556"/>
                    <a:pt x="6635" y="1557"/>
                  </a:cubicBezTo>
                  <a:lnTo>
                    <a:pt x="6635" y="1557"/>
                  </a:lnTo>
                  <a:cubicBezTo>
                    <a:pt x="6633" y="1556"/>
                    <a:pt x="6631" y="1552"/>
                    <a:pt x="6631" y="1535"/>
                  </a:cubicBezTo>
                  <a:lnTo>
                    <a:pt x="6631" y="1535"/>
                  </a:lnTo>
                  <a:lnTo>
                    <a:pt x="6665" y="1602"/>
                  </a:lnTo>
                  <a:lnTo>
                    <a:pt x="6931" y="2102"/>
                  </a:lnTo>
                  <a:cubicBezTo>
                    <a:pt x="7332" y="2836"/>
                    <a:pt x="7932" y="3503"/>
                    <a:pt x="8599" y="3904"/>
                  </a:cubicBezTo>
                  <a:cubicBezTo>
                    <a:pt x="8666" y="3970"/>
                    <a:pt x="8766" y="4004"/>
                    <a:pt x="8833" y="4037"/>
                  </a:cubicBezTo>
                  <a:lnTo>
                    <a:pt x="9100" y="4171"/>
                  </a:lnTo>
                  <a:cubicBezTo>
                    <a:pt x="9266" y="4271"/>
                    <a:pt x="9433" y="4304"/>
                    <a:pt x="9567" y="4371"/>
                  </a:cubicBezTo>
                  <a:cubicBezTo>
                    <a:pt x="9833" y="4471"/>
                    <a:pt x="10134" y="4571"/>
                    <a:pt x="10334" y="4638"/>
                  </a:cubicBezTo>
                  <a:cubicBezTo>
                    <a:pt x="10801" y="4738"/>
                    <a:pt x="11101" y="4771"/>
                    <a:pt x="11101" y="4771"/>
                  </a:cubicBezTo>
                  <a:cubicBezTo>
                    <a:pt x="11221" y="4771"/>
                    <a:pt x="11260" y="4528"/>
                    <a:pt x="11194" y="4528"/>
                  </a:cubicBezTo>
                  <a:cubicBezTo>
                    <a:pt x="11186" y="4528"/>
                    <a:pt x="11178" y="4531"/>
                    <a:pt x="11168" y="4538"/>
                  </a:cubicBezTo>
                  <a:cubicBezTo>
                    <a:pt x="11168" y="4538"/>
                    <a:pt x="10934" y="4471"/>
                    <a:pt x="10501" y="4371"/>
                  </a:cubicBezTo>
                  <a:cubicBezTo>
                    <a:pt x="10300" y="4304"/>
                    <a:pt x="10100" y="4204"/>
                    <a:pt x="9800" y="4104"/>
                  </a:cubicBezTo>
                  <a:cubicBezTo>
                    <a:pt x="9633" y="4037"/>
                    <a:pt x="9500" y="3970"/>
                    <a:pt x="9400" y="3870"/>
                  </a:cubicBezTo>
                  <a:cubicBezTo>
                    <a:pt x="9300" y="3837"/>
                    <a:pt x="9266" y="3804"/>
                    <a:pt x="9166" y="3770"/>
                  </a:cubicBezTo>
                  <a:cubicBezTo>
                    <a:pt x="9100" y="3704"/>
                    <a:pt x="9066" y="3637"/>
                    <a:pt x="8966" y="3604"/>
                  </a:cubicBezTo>
                  <a:cubicBezTo>
                    <a:pt x="8432" y="3203"/>
                    <a:pt x="7932" y="2603"/>
                    <a:pt x="7599" y="1936"/>
                  </a:cubicBezTo>
                  <a:lnTo>
                    <a:pt x="7465" y="1669"/>
                  </a:lnTo>
                  <a:lnTo>
                    <a:pt x="7432" y="1535"/>
                  </a:lnTo>
                  <a:lnTo>
                    <a:pt x="7398" y="1469"/>
                  </a:lnTo>
                  <a:lnTo>
                    <a:pt x="7332" y="1335"/>
                  </a:lnTo>
                  <a:cubicBezTo>
                    <a:pt x="7232" y="1002"/>
                    <a:pt x="7132" y="635"/>
                    <a:pt x="6998" y="301"/>
                  </a:cubicBezTo>
                  <a:lnTo>
                    <a:pt x="6931" y="34"/>
                  </a:lnTo>
                  <a:lnTo>
                    <a:pt x="6931" y="1"/>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72" name="Google Shape;1372;p9"/>
            <p:cNvSpPr/>
            <p:nvPr/>
          </p:nvSpPr>
          <p:spPr>
            <a:xfrm rot="2507687">
              <a:off x="492095" y="3172939"/>
              <a:ext cx="292139" cy="292139"/>
            </a:xfrm>
            <a:prstGeom prst="mathPlus">
              <a:avLst>
                <a:gd name="adj1" fmla="val 18896"/>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373" name="Google Shape;1373;p9"/>
          <p:cNvSpPr/>
          <p:nvPr/>
        </p:nvSpPr>
        <p:spPr>
          <a:xfrm>
            <a:off x="8430775" y="1231600"/>
            <a:ext cx="346825" cy="265750"/>
          </a:xfrm>
          <a:custGeom>
            <a:avLst/>
            <a:gdLst/>
            <a:ahLst/>
            <a:cxnLst/>
            <a:rect l="l" t="t" r="r" b="b"/>
            <a:pathLst>
              <a:path w="13873" h="10630" extrusionOk="0">
                <a:moveTo>
                  <a:pt x="12638" y="8642"/>
                </a:moveTo>
                <a:cubicBezTo>
                  <a:pt x="12282" y="8704"/>
                  <a:pt x="11906" y="8788"/>
                  <a:pt x="11571" y="8976"/>
                </a:cubicBezTo>
                <a:cubicBezTo>
                  <a:pt x="11383" y="9081"/>
                  <a:pt x="11173" y="9102"/>
                  <a:pt x="10964" y="9102"/>
                </a:cubicBezTo>
                <a:cubicBezTo>
                  <a:pt x="10608" y="9102"/>
                  <a:pt x="10253" y="9207"/>
                  <a:pt x="9981" y="9374"/>
                </a:cubicBezTo>
                <a:cubicBezTo>
                  <a:pt x="9081" y="9813"/>
                  <a:pt x="8119" y="9918"/>
                  <a:pt x="7156" y="10106"/>
                </a:cubicBezTo>
                <a:cubicBezTo>
                  <a:pt x="6591" y="10190"/>
                  <a:pt x="6047" y="10232"/>
                  <a:pt x="5503" y="10336"/>
                </a:cubicBezTo>
                <a:cubicBezTo>
                  <a:pt x="5315" y="10357"/>
                  <a:pt x="5126" y="10525"/>
                  <a:pt x="4917" y="10629"/>
                </a:cubicBezTo>
                <a:cubicBezTo>
                  <a:pt x="4394" y="10525"/>
                  <a:pt x="3913" y="10253"/>
                  <a:pt x="3411" y="10023"/>
                </a:cubicBezTo>
                <a:cubicBezTo>
                  <a:pt x="2929" y="9813"/>
                  <a:pt x="2469" y="9583"/>
                  <a:pt x="1946" y="9500"/>
                </a:cubicBezTo>
                <a:cubicBezTo>
                  <a:pt x="1151" y="9374"/>
                  <a:pt x="816" y="8809"/>
                  <a:pt x="628" y="8244"/>
                </a:cubicBezTo>
                <a:cubicBezTo>
                  <a:pt x="377" y="7428"/>
                  <a:pt x="209" y="6570"/>
                  <a:pt x="84" y="5712"/>
                </a:cubicBezTo>
                <a:cubicBezTo>
                  <a:pt x="0" y="5189"/>
                  <a:pt x="42" y="4624"/>
                  <a:pt x="42" y="4101"/>
                </a:cubicBezTo>
                <a:cubicBezTo>
                  <a:pt x="42" y="3829"/>
                  <a:pt x="168" y="3578"/>
                  <a:pt x="377" y="3390"/>
                </a:cubicBezTo>
                <a:cubicBezTo>
                  <a:pt x="774" y="3034"/>
                  <a:pt x="1151" y="2637"/>
                  <a:pt x="1465" y="2197"/>
                </a:cubicBezTo>
                <a:cubicBezTo>
                  <a:pt x="1569" y="2072"/>
                  <a:pt x="1716" y="1967"/>
                  <a:pt x="1862" y="1883"/>
                </a:cubicBezTo>
                <a:cubicBezTo>
                  <a:pt x="3453" y="1067"/>
                  <a:pt x="5168" y="607"/>
                  <a:pt x="6947" y="314"/>
                </a:cubicBezTo>
                <a:lnTo>
                  <a:pt x="7888" y="147"/>
                </a:lnTo>
                <a:cubicBezTo>
                  <a:pt x="8411" y="105"/>
                  <a:pt x="8935" y="21"/>
                  <a:pt x="9458" y="0"/>
                </a:cubicBezTo>
                <a:cubicBezTo>
                  <a:pt x="9939" y="0"/>
                  <a:pt x="10420" y="84"/>
                  <a:pt x="10901" y="126"/>
                </a:cubicBezTo>
                <a:cubicBezTo>
                  <a:pt x="11048" y="147"/>
                  <a:pt x="11173" y="209"/>
                  <a:pt x="11299" y="293"/>
                </a:cubicBezTo>
                <a:cubicBezTo>
                  <a:pt x="11487" y="398"/>
                  <a:pt x="11676" y="440"/>
                  <a:pt x="11885" y="461"/>
                </a:cubicBezTo>
                <a:cubicBezTo>
                  <a:pt x="12387" y="523"/>
                  <a:pt x="12805" y="753"/>
                  <a:pt x="12994" y="1256"/>
                </a:cubicBezTo>
                <a:cubicBezTo>
                  <a:pt x="13182" y="1674"/>
                  <a:pt x="13391" y="2093"/>
                  <a:pt x="13580" y="2532"/>
                </a:cubicBezTo>
                <a:cubicBezTo>
                  <a:pt x="13873" y="3243"/>
                  <a:pt x="13873" y="3976"/>
                  <a:pt x="13768" y="4708"/>
                </a:cubicBezTo>
                <a:cubicBezTo>
                  <a:pt x="13684" y="5210"/>
                  <a:pt x="13580" y="5691"/>
                  <a:pt x="13433" y="6173"/>
                </a:cubicBezTo>
                <a:cubicBezTo>
                  <a:pt x="13182" y="6905"/>
                  <a:pt x="13161" y="7658"/>
                  <a:pt x="12868" y="8391"/>
                </a:cubicBezTo>
                <a:cubicBezTo>
                  <a:pt x="12764" y="8432"/>
                  <a:pt x="12722" y="8495"/>
                  <a:pt x="12638" y="8642"/>
                </a:cubicBezTo>
                <a:close/>
                <a:moveTo>
                  <a:pt x="9918" y="7700"/>
                </a:moveTo>
                <a:cubicBezTo>
                  <a:pt x="9876" y="7742"/>
                  <a:pt x="9771" y="7658"/>
                  <a:pt x="9771" y="7763"/>
                </a:cubicBezTo>
                <a:lnTo>
                  <a:pt x="9918" y="7700"/>
                </a:lnTo>
                <a:cubicBezTo>
                  <a:pt x="10085" y="7637"/>
                  <a:pt x="10253" y="7658"/>
                  <a:pt x="10336" y="7491"/>
                </a:cubicBezTo>
                <a:cubicBezTo>
                  <a:pt x="10860" y="7512"/>
                  <a:pt x="11362" y="7491"/>
                  <a:pt x="11864" y="7177"/>
                </a:cubicBezTo>
                <a:cubicBezTo>
                  <a:pt x="11090" y="7114"/>
                  <a:pt x="11048" y="7114"/>
                  <a:pt x="10357" y="7512"/>
                </a:cubicBezTo>
                <a:cubicBezTo>
                  <a:pt x="10211" y="7533"/>
                  <a:pt x="10023" y="7512"/>
                  <a:pt x="9918" y="7700"/>
                </a:cubicBezTo>
                <a:close/>
                <a:moveTo>
                  <a:pt x="5942" y="5670"/>
                </a:moveTo>
                <a:cubicBezTo>
                  <a:pt x="6424" y="5650"/>
                  <a:pt x="6905" y="5650"/>
                  <a:pt x="7386" y="5608"/>
                </a:cubicBezTo>
                <a:cubicBezTo>
                  <a:pt x="7428" y="5608"/>
                  <a:pt x="7491" y="5524"/>
                  <a:pt x="7491" y="5461"/>
                </a:cubicBezTo>
                <a:cubicBezTo>
                  <a:pt x="7512" y="5398"/>
                  <a:pt x="7407" y="5294"/>
                  <a:pt x="7303" y="5315"/>
                </a:cubicBezTo>
                <a:cubicBezTo>
                  <a:pt x="6863" y="5357"/>
                  <a:pt x="6445" y="5461"/>
                  <a:pt x="6026" y="5629"/>
                </a:cubicBezTo>
                <a:cubicBezTo>
                  <a:pt x="6005" y="5650"/>
                  <a:pt x="6005" y="5670"/>
                  <a:pt x="5942" y="5670"/>
                </a:cubicBezTo>
                <a:cubicBezTo>
                  <a:pt x="5859" y="5712"/>
                  <a:pt x="5754" y="5670"/>
                  <a:pt x="5691" y="5712"/>
                </a:cubicBezTo>
                <a:cubicBezTo>
                  <a:pt x="5650" y="5712"/>
                  <a:pt x="5608" y="5754"/>
                  <a:pt x="5587" y="5817"/>
                </a:cubicBezTo>
                <a:cubicBezTo>
                  <a:pt x="5629" y="5838"/>
                  <a:pt x="5712" y="5859"/>
                  <a:pt x="5733" y="5859"/>
                </a:cubicBezTo>
                <a:cubicBezTo>
                  <a:pt x="5817" y="5817"/>
                  <a:pt x="5859" y="5733"/>
                  <a:pt x="5942" y="5670"/>
                </a:cubicBezTo>
                <a:close/>
                <a:moveTo>
                  <a:pt x="10567" y="1318"/>
                </a:moveTo>
                <a:cubicBezTo>
                  <a:pt x="10608" y="1235"/>
                  <a:pt x="10608" y="1151"/>
                  <a:pt x="10462" y="1130"/>
                </a:cubicBezTo>
                <a:cubicBezTo>
                  <a:pt x="10462" y="1130"/>
                  <a:pt x="10441" y="1172"/>
                  <a:pt x="10441" y="1214"/>
                </a:cubicBezTo>
                <a:cubicBezTo>
                  <a:pt x="10504" y="1235"/>
                  <a:pt x="10546" y="1256"/>
                  <a:pt x="10567" y="1318"/>
                </a:cubicBezTo>
                <a:cubicBezTo>
                  <a:pt x="10713" y="1904"/>
                  <a:pt x="10943" y="2490"/>
                  <a:pt x="11194" y="3055"/>
                </a:cubicBezTo>
                <a:cubicBezTo>
                  <a:pt x="11194" y="3097"/>
                  <a:pt x="11257" y="3097"/>
                  <a:pt x="11299" y="3097"/>
                </a:cubicBezTo>
                <a:cubicBezTo>
                  <a:pt x="11445" y="2490"/>
                  <a:pt x="11445" y="2281"/>
                  <a:pt x="11278" y="1988"/>
                </a:cubicBezTo>
                <a:cubicBezTo>
                  <a:pt x="11132" y="1695"/>
                  <a:pt x="10985" y="1360"/>
                  <a:pt x="10567" y="1318"/>
                </a:cubicBezTo>
                <a:close/>
                <a:moveTo>
                  <a:pt x="1946" y="3097"/>
                </a:moveTo>
                <a:cubicBezTo>
                  <a:pt x="1862" y="3097"/>
                  <a:pt x="1779" y="3055"/>
                  <a:pt x="1737" y="3118"/>
                </a:cubicBezTo>
                <a:cubicBezTo>
                  <a:pt x="1423" y="3432"/>
                  <a:pt x="1193" y="3766"/>
                  <a:pt x="1130" y="4248"/>
                </a:cubicBezTo>
                <a:cubicBezTo>
                  <a:pt x="1130" y="4352"/>
                  <a:pt x="1256" y="4478"/>
                  <a:pt x="1423" y="4478"/>
                </a:cubicBezTo>
                <a:cubicBezTo>
                  <a:pt x="1507" y="4478"/>
                  <a:pt x="1653" y="4415"/>
                  <a:pt x="1674" y="4352"/>
                </a:cubicBezTo>
                <a:cubicBezTo>
                  <a:pt x="1862" y="3934"/>
                  <a:pt x="1988" y="3515"/>
                  <a:pt x="1946" y="3097"/>
                </a:cubicBezTo>
                <a:cubicBezTo>
                  <a:pt x="2093" y="2950"/>
                  <a:pt x="2260" y="2888"/>
                  <a:pt x="2406" y="2741"/>
                </a:cubicBezTo>
                <a:cubicBezTo>
                  <a:pt x="2448" y="2720"/>
                  <a:pt x="2448" y="2699"/>
                  <a:pt x="2448" y="2678"/>
                </a:cubicBezTo>
                <a:cubicBezTo>
                  <a:pt x="2385" y="2637"/>
                  <a:pt x="2302" y="2616"/>
                  <a:pt x="2260" y="2637"/>
                </a:cubicBezTo>
                <a:cubicBezTo>
                  <a:pt x="2093" y="2720"/>
                  <a:pt x="1988" y="2909"/>
                  <a:pt x="1946" y="3097"/>
                </a:cubicBezTo>
                <a:close/>
                <a:moveTo>
                  <a:pt x="8851" y="8056"/>
                </a:moveTo>
                <a:cubicBezTo>
                  <a:pt x="8014" y="8328"/>
                  <a:pt x="7198" y="8579"/>
                  <a:pt x="6361" y="8872"/>
                </a:cubicBezTo>
                <a:cubicBezTo>
                  <a:pt x="6235" y="8914"/>
                  <a:pt x="6110" y="8976"/>
                  <a:pt x="5984" y="9060"/>
                </a:cubicBezTo>
                <a:cubicBezTo>
                  <a:pt x="5942" y="9102"/>
                  <a:pt x="5942" y="9207"/>
                  <a:pt x="5922" y="9332"/>
                </a:cubicBezTo>
                <a:cubicBezTo>
                  <a:pt x="6591" y="9102"/>
                  <a:pt x="7219" y="8914"/>
                  <a:pt x="7826" y="8683"/>
                </a:cubicBezTo>
                <a:cubicBezTo>
                  <a:pt x="8139" y="8558"/>
                  <a:pt x="8453" y="8370"/>
                  <a:pt x="8746" y="8223"/>
                </a:cubicBezTo>
                <a:cubicBezTo>
                  <a:pt x="8830" y="8181"/>
                  <a:pt x="8830" y="8119"/>
                  <a:pt x="8851" y="8056"/>
                </a:cubicBezTo>
                <a:cubicBezTo>
                  <a:pt x="8935" y="8035"/>
                  <a:pt x="8997" y="8014"/>
                  <a:pt x="9081" y="8014"/>
                </a:cubicBezTo>
                <a:cubicBezTo>
                  <a:pt x="9060" y="8014"/>
                  <a:pt x="9039" y="7972"/>
                  <a:pt x="9039" y="7972"/>
                </a:cubicBezTo>
                <a:cubicBezTo>
                  <a:pt x="8976" y="8014"/>
                  <a:pt x="8893" y="8035"/>
                  <a:pt x="8851" y="8056"/>
                </a:cubicBezTo>
                <a:close/>
                <a:moveTo>
                  <a:pt x="3599" y="8265"/>
                </a:moveTo>
                <a:cubicBezTo>
                  <a:pt x="3641" y="8139"/>
                  <a:pt x="3766" y="8035"/>
                  <a:pt x="3745" y="7930"/>
                </a:cubicBezTo>
                <a:cubicBezTo>
                  <a:pt x="3725" y="7533"/>
                  <a:pt x="3850" y="7135"/>
                  <a:pt x="3662" y="6779"/>
                </a:cubicBezTo>
                <a:cubicBezTo>
                  <a:pt x="3118" y="6654"/>
                  <a:pt x="2595" y="6549"/>
                  <a:pt x="2093" y="6445"/>
                </a:cubicBezTo>
                <a:cubicBezTo>
                  <a:pt x="2051" y="6403"/>
                  <a:pt x="1967" y="6445"/>
                  <a:pt x="1883" y="6445"/>
                </a:cubicBezTo>
                <a:cubicBezTo>
                  <a:pt x="1862" y="6445"/>
                  <a:pt x="1821" y="6466"/>
                  <a:pt x="1821" y="6487"/>
                </a:cubicBezTo>
                <a:cubicBezTo>
                  <a:pt x="1779" y="6507"/>
                  <a:pt x="1779" y="6570"/>
                  <a:pt x="1821" y="6591"/>
                </a:cubicBezTo>
                <a:cubicBezTo>
                  <a:pt x="1862" y="6675"/>
                  <a:pt x="1946" y="6779"/>
                  <a:pt x="2030" y="6800"/>
                </a:cubicBezTo>
                <a:cubicBezTo>
                  <a:pt x="2406" y="6905"/>
                  <a:pt x="2825" y="6989"/>
                  <a:pt x="3243" y="7093"/>
                </a:cubicBezTo>
                <a:cubicBezTo>
                  <a:pt x="3348" y="7114"/>
                  <a:pt x="3432" y="7198"/>
                  <a:pt x="3515" y="7240"/>
                </a:cubicBezTo>
                <a:cubicBezTo>
                  <a:pt x="3536" y="7282"/>
                  <a:pt x="3536" y="7303"/>
                  <a:pt x="3536" y="7344"/>
                </a:cubicBezTo>
                <a:cubicBezTo>
                  <a:pt x="3536" y="7386"/>
                  <a:pt x="3494" y="7407"/>
                  <a:pt x="3494" y="7407"/>
                </a:cubicBezTo>
                <a:cubicBezTo>
                  <a:pt x="3013" y="7428"/>
                  <a:pt x="2595" y="7282"/>
                  <a:pt x="2155" y="7219"/>
                </a:cubicBezTo>
                <a:cubicBezTo>
                  <a:pt x="2134" y="7219"/>
                  <a:pt x="2072" y="7303"/>
                  <a:pt x="2051" y="7344"/>
                </a:cubicBezTo>
                <a:cubicBezTo>
                  <a:pt x="2051" y="7386"/>
                  <a:pt x="2051" y="7428"/>
                  <a:pt x="2072" y="7428"/>
                </a:cubicBezTo>
                <a:cubicBezTo>
                  <a:pt x="2448" y="7554"/>
                  <a:pt x="2804" y="7700"/>
                  <a:pt x="3139" y="7826"/>
                </a:cubicBezTo>
                <a:cubicBezTo>
                  <a:pt x="3348" y="7909"/>
                  <a:pt x="3557" y="8035"/>
                  <a:pt x="3599" y="8265"/>
                </a:cubicBezTo>
                <a:cubicBezTo>
                  <a:pt x="3243" y="8328"/>
                  <a:pt x="2929" y="8160"/>
                  <a:pt x="2595" y="8077"/>
                </a:cubicBezTo>
                <a:cubicBezTo>
                  <a:pt x="2469" y="8035"/>
                  <a:pt x="2344" y="8014"/>
                  <a:pt x="2197" y="7972"/>
                </a:cubicBezTo>
                <a:cubicBezTo>
                  <a:pt x="2155" y="7972"/>
                  <a:pt x="2072" y="8056"/>
                  <a:pt x="2072" y="8077"/>
                </a:cubicBezTo>
                <a:cubicBezTo>
                  <a:pt x="2093" y="8328"/>
                  <a:pt x="2155" y="8537"/>
                  <a:pt x="2197" y="8788"/>
                </a:cubicBezTo>
                <a:cubicBezTo>
                  <a:pt x="2616" y="8872"/>
                  <a:pt x="3013" y="8955"/>
                  <a:pt x="3411" y="9018"/>
                </a:cubicBezTo>
                <a:cubicBezTo>
                  <a:pt x="3620" y="8663"/>
                  <a:pt x="3620" y="8663"/>
                  <a:pt x="3599" y="8265"/>
                </a:cubicBezTo>
                <a:close/>
                <a:moveTo>
                  <a:pt x="9290" y="7303"/>
                </a:moveTo>
                <a:cubicBezTo>
                  <a:pt x="8746" y="7240"/>
                  <a:pt x="8160" y="7303"/>
                  <a:pt x="7700" y="6926"/>
                </a:cubicBezTo>
                <a:cubicBezTo>
                  <a:pt x="7616" y="6884"/>
                  <a:pt x="7491" y="6884"/>
                  <a:pt x="7386" y="6884"/>
                </a:cubicBezTo>
                <a:lnTo>
                  <a:pt x="5922" y="6884"/>
                </a:lnTo>
                <a:cubicBezTo>
                  <a:pt x="5817" y="6884"/>
                  <a:pt x="5712" y="6905"/>
                  <a:pt x="5608" y="6968"/>
                </a:cubicBezTo>
                <a:cubicBezTo>
                  <a:pt x="5545" y="6989"/>
                  <a:pt x="5503" y="7031"/>
                  <a:pt x="5440" y="7093"/>
                </a:cubicBezTo>
                <a:cubicBezTo>
                  <a:pt x="5419" y="7135"/>
                  <a:pt x="5398" y="7219"/>
                  <a:pt x="5398" y="7282"/>
                </a:cubicBezTo>
                <a:cubicBezTo>
                  <a:pt x="5398" y="7323"/>
                  <a:pt x="5482" y="7407"/>
                  <a:pt x="5524" y="7407"/>
                </a:cubicBezTo>
                <a:cubicBezTo>
                  <a:pt x="5922" y="7512"/>
                  <a:pt x="6361" y="7323"/>
                  <a:pt x="6758" y="7533"/>
                </a:cubicBezTo>
                <a:cubicBezTo>
                  <a:pt x="6696" y="7595"/>
                  <a:pt x="6675" y="7658"/>
                  <a:pt x="6633" y="7700"/>
                </a:cubicBezTo>
                <a:cubicBezTo>
                  <a:pt x="6340" y="7805"/>
                  <a:pt x="6026" y="7847"/>
                  <a:pt x="5712" y="7867"/>
                </a:cubicBezTo>
                <a:cubicBezTo>
                  <a:pt x="5419" y="7909"/>
                  <a:pt x="5315" y="8035"/>
                  <a:pt x="5336" y="8349"/>
                </a:cubicBezTo>
                <a:cubicBezTo>
                  <a:pt x="5378" y="8558"/>
                  <a:pt x="5503" y="8663"/>
                  <a:pt x="5691" y="8600"/>
                </a:cubicBezTo>
                <a:cubicBezTo>
                  <a:pt x="6863" y="8286"/>
                  <a:pt x="8014" y="7930"/>
                  <a:pt x="9144" y="7428"/>
                </a:cubicBezTo>
                <a:cubicBezTo>
                  <a:pt x="9207" y="7407"/>
                  <a:pt x="9248" y="7323"/>
                  <a:pt x="9290" y="7303"/>
                </a:cubicBezTo>
                <a:cubicBezTo>
                  <a:pt x="10211" y="7031"/>
                  <a:pt x="11152" y="6800"/>
                  <a:pt x="12115" y="6570"/>
                </a:cubicBezTo>
                <a:cubicBezTo>
                  <a:pt x="12220" y="6445"/>
                  <a:pt x="12324" y="6256"/>
                  <a:pt x="12199" y="6026"/>
                </a:cubicBezTo>
                <a:cubicBezTo>
                  <a:pt x="12115" y="6026"/>
                  <a:pt x="12010" y="6026"/>
                  <a:pt x="11906" y="6047"/>
                </a:cubicBezTo>
                <a:cubicBezTo>
                  <a:pt x="11550" y="6152"/>
                  <a:pt x="11173" y="6256"/>
                  <a:pt x="10818" y="6340"/>
                </a:cubicBezTo>
                <a:cubicBezTo>
                  <a:pt x="10776" y="6340"/>
                  <a:pt x="10713" y="6277"/>
                  <a:pt x="10671" y="6235"/>
                </a:cubicBezTo>
                <a:cubicBezTo>
                  <a:pt x="10671" y="6194"/>
                  <a:pt x="10671" y="6152"/>
                  <a:pt x="10713" y="6152"/>
                </a:cubicBezTo>
                <a:cubicBezTo>
                  <a:pt x="10880" y="6047"/>
                  <a:pt x="11048" y="5942"/>
                  <a:pt x="11257" y="5859"/>
                </a:cubicBezTo>
                <a:cubicBezTo>
                  <a:pt x="11571" y="5733"/>
                  <a:pt x="11906" y="5650"/>
                  <a:pt x="12240" y="5545"/>
                </a:cubicBezTo>
                <a:cubicBezTo>
                  <a:pt x="12429" y="5503"/>
                  <a:pt x="12533" y="5357"/>
                  <a:pt x="12554" y="5189"/>
                </a:cubicBezTo>
                <a:cubicBezTo>
                  <a:pt x="12617" y="5001"/>
                  <a:pt x="12659" y="4792"/>
                  <a:pt x="12512" y="4582"/>
                </a:cubicBezTo>
                <a:cubicBezTo>
                  <a:pt x="12429" y="4582"/>
                  <a:pt x="12303" y="4582"/>
                  <a:pt x="12220" y="4624"/>
                </a:cubicBezTo>
                <a:cubicBezTo>
                  <a:pt x="11780" y="4875"/>
                  <a:pt x="11299" y="5126"/>
                  <a:pt x="10860" y="5357"/>
                </a:cubicBezTo>
                <a:cubicBezTo>
                  <a:pt x="10713" y="5440"/>
                  <a:pt x="10629" y="5566"/>
                  <a:pt x="10546" y="5754"/>
                </a:cubicBezTo>
                <a:cubicBezTo>
                  <a:pt x="10378" y="6131"/>
                  <a:pt x="10106" y="6445"/>
                  <a:pt x="9813" y="6717"/>
                </a:cubicBezTo>
                <a:cubicBezTo>
                  <a:pt x="9667" y="6905"/>
                  <a:pt x="9479" y="7114"/>
                  <a:pt x="9290" y="7303"/>
                </a:cubicBezTo>
                <a:close/>
                <a:moveTo>
                  <a:pt x="9562" y="2218"/>
                </a:moveTo>
                <a:cubicBezTo>
                  <a:pt x="9395" y="2406"/>
                  <a:pt x="9165" y="2490"/>
                  <a:pt x="8893" y="2511"/>
                </a:cubicBezTo>
                <a:cubicBezTo>
                  <a:pt x="8411" y="2532"/>
                  <a:pt x="7930" y="2574"/>
                  <a:pt x="7428" y="2595"/>
                </a:cubicBezTo>
                <a:lnTo>
                  <a:pt x="7010" y="2595"/>
                </a:lnTo>
                <a:cubicBezTo>
                  <a:pt x="6654" y="2616"/>
                  <a:pt x="6570" y="2720"/>
                  <a:pt x="6591" y="3118"/>
                </a:cubicBezTo>
                <a:cubicBezTo>
                  <a:pt x="6633" y="3369"/>
                  <a:pt x="6758" y="3515"/>
                  <a:pt x="6989" y="3453"/>
                </a:cubicBezTo>
                <a:lnTo>
                  <a:pt x="8642" y="3139"/>
                </a:lnTo>
                <a:cubicBezTo>
                  <a:pt x="8997" y="3055"/>
                  <a:pt x="9395" y="3013"/>
                  <a:pt x="9771" y="2929"/>
                </a:cubicBezTo>
                <a:cubicBezTo>
                  <a:pt x="9792" y="2929"/>
                  <a:pt x="9834" y="3013"/>
                  <a:pt x="9876" y="3055"/>
                </a:cubicBezTo>
                <a:cubicBezTo>
                  <a:pt x="9897" y="3097"/>
                  <a:pt x="9876" y="3139"/>
                  <a:pt x="9834" y="3160"/>
                </a:cubicBezTo>
                <a:cubicBezTo>
                  <a:pt x="9709" y="3222"/>
                  <a:pt x="9604" y="3306"/>
                  <a:pt x="9479" y="3348"/>
                </a:cubicBezTo>
                <a:cubicBezTo>
                  <a:pt x="8935" y="3474"/>
                  <a:pt x="8370" y="3620"/>
                  <a:pt x="7847" y="3725"/>
                </a:cubicBezTo>
                <a:cubicBezTo>
                  <a:pt x="7533" y="3787"/>
                  <a:pt x="7261" y="3850"/>
                  <a:pt x="6947" y="3955"/>
                </a:cubicBezTo>
                <a:cubicBezTo>
                  <a:pt x="6863" y="3976"/>
                  <a:pt x="6779" y="4101"/>
                  <a:pt x="6779" y="4185"/>
                </a:cubicBezTo>
                <a:cubicBezTo>
                  <a:pt x="6779" y="4373"/>
                  <a:pt x="6842" y="4582"/>
                  <a:pt x="6863" y="4771"/>
                </a:cubicBezTo>
                <a:cubicBezTo>
                  <a:pt x="6968" y="4771"/>
                  <a:pt x="7051" y="4792"/>
                  <a:pt x="7114" y="4771"/>
                </a:cubicBezTo>
                <a:cubicBezTo>
                  <a:pt x="7826" y="4562"/>
                  <a:pt x="8516" y="4269"/>
                  <a:pt x="9248" y="4206"/>
                </a:cubicBezTo>
                <a:cubicBezTo>
                  <a:pt x="9353" y="4206"/>
                  <a:pt x="9479" y="4185"/>
                  <a:pt x="9520" y="4101"/>
                </a:cubicBezTo>
                <a:cubicBezTo>
                  <a:pt x="9771" y="3871"/>
                  <a:pt x="10106" y="3871"/>
                  <a:pt x="10357" y="3746"/>
                </a:cubicBezTo>
                <a:cubicBezTo>
                  <a:pt x="10441" y="3683"/>
                  <a:pt x="10525" y="3620"/>
                  <a:pt x="10525" y="3515"/>
                </a:cubicBezTo>
                <a:cubicBezTo>
                  <a:pt x="10546" y="3369"/>
                  <a:pt x="10525" y="3243"/>
                  <a:pt x="10504" y="3118"/>
                </a:cubicBezTo>
                <a:cubicBezTo>
                  <a:pt x="10357" y="2323"/>
                  <a:pt x="9918" y="1695"/>
                  <a:pt x="9479" y="1046"/>
                </a:cubicBezTo>
                <a:cubicBezTo>
                  <a:pt x="9395" y="921"/>
                  <a:pt x="9165" y="900"/>
                  <a:pt x="8997" y="963"/>
                </a:cubicBezTo>
                <a:cubicBezTo>
                  <a:pt x="8370" y="1256"/>
                  <a:pt x="7700" y="1444"/>
                  <a:pt x="7010" y="1549"/>
                </a:cubicBezTo>
                <a:cubicBezTo>
                  <a:pt x="6779" y="1590"/>
                  <a:pt x="6549" y="1674"/>
                  <a:pt x="6340" y="1779"/>
                </a:cubicBezTo>
                <a:cubicBezTo>
                  <a:pt x="6277" y="1800"/>
                  <a:pt x="6235" y="1883"/>
                  <a:pt x="6235" y="1946"/>
                </a:cubicBezTo>
                <a:cubicBezTo>
                  <a:pt x="6256" y="2009"/>
                  <a:pt x="6277" y="2113"/>
                  <a:pt x="6361" y="2197"/>
                </a:cubicBezTo>
                <a:cubicBezTo>
                  <a:pt x="6382" y="2260"/>
                  <a:pt x="6486" y="2281"/>
                  <a:pt x="6549" y="2281"/>
                </a:cubicBezTo>
                <a:cubicBezTo>
                  <a:pt x="7386" y="2302"/>
                  <a:pt x="8223" y="2365"/>
                  <a:pt x="9060" y="2197"/>
                </a:cubicBezTo>
                <a:cubicBezTo>
                  <a:pt x="9207" y="2155"/>
                  <a:pt x="9395" y="2093"/>
                  <a:pt x="9562" y="2218"/>
                </a:cubicBezTo>
                <a:close/>
                <a:moveTo>
                  <a:pt x="9876" y="5419"/>
                </a:moveTo>
                <a:lnTo>
                  <a:pt x="9876" y="5043"/>
                </a:lnTo>
                <a:cubicBezTo>
                  <a:pt x="9876" y="4813"/>
                  <a:pt x="9709" y="4708"/>
                  <a:pt x="9458" y="4708"/>
                </a:cubicBezTo>
                <a:cubicBezTo>
                  <a:pt x="9060" y="4708"/>
                  <a:pt x="8683" y="4813"/>
                  <a:pt x="8328" y="4938"/>
                </a:cubicBezTo>
                <a:cubicBezTo>
                  <a:pt x="8202" y="5001"/>
                  <a:pt x="8160" y="5147"/>
                  <a:pt x="8265" y="5252"/>
                </a:cubicBezTo>
                <a:cubicBezTo>
                  <a:pt x="8370" y="5336"/>
                  <a:pt x="8516" y="5419"/>
                  <a:pt x="8516" y="5566"/>
                </a:cubicBezTo>
                <a:cubicBezTo>
                  <a:pt x="8516" y="5712"/>
                  <a:pt x="8516" y="5838"/>
                  <a:pt x="8537" y="5963"/>
                </a:cubicBezTo>
                <a:cubicBezTo>
                  <a:pt x="8558" y="6173"/>
                  <a:pt x="8746" y="6340"/>
                  <a:pt x="8955" y="6340"/>
                </a:cubicBezTo>
                <a:cubicBezTo>
                  <a:pt x="9311" y="6361"/>
                  <a:pt x="9583" y="6235"/>
                  <a:pt x="9709" y="5922"/>
                </a:cubicBezTo>
                <a:cubicBezTo>
                  <a:pt x="9792" y="5712"/>
                  <a:pt x="9834" y="5503"/>
                  <a:pt x="9876" y="5419"/>
                </a:cubicBezTo>
                <a:close/>
                <a:moveTo>
                  <a:pt x="5001" y="3034"/>
                </a:moveTo>
                <a:cubicBezTo>
                  <a:pt x="5106" y="2929"/>
                  <a:pt x="5210" y="2825"/>
                  <a:pt x="5252" y="2720"/>
                </a:cubicBezTo>
                <a:cubicBezTo>
                  <a:pt x="5315" y="2574"/>
                  <a:pt x="5210" y="2406"/>
                  <a:pt x="5085" y="2281"/>
                </a:cubicBezTo>
                <a:cubicBezTo>
                  <a:pt x="5022" y="2218"/>
                  <a:pt x="4896" y="2176"/>
                  <a:pt x="4813" y="2176"/>
                </a:cubicBezTo>
                <a:cubicBezTo>
                  <a:pt x="4582" y="2218"/>
                  <a:pt x="4373" y="2302"/>
                  <a:pt x="4080" y="2385"/>
                </a:cubicBezTo>
                <a:cubicBezTo>
                  <a:pt x="4290" y="2616"/>
                  <a:pt x="4499" y="2804"/>
                  <a:pt x="4624" y="3013"/>
                </a:cubicBezTo>
                <a:cubicBezTo>
                  <a:pt x="4792" y="3222"/>
                  <a:pt x="4875" y="3474"/>
                  <a:pt x="4980" y="3725"/>
                </a:cubicBezTo>
                <a:cubicBezTo>
                  <a:pt x="5043" y="3871"/>
                  <a:pt x="5126" y="3997"/>
                  <a:pt x="5210" y="4164"/>
                </a:cubicBezTo>
                <a:cubicBezTo>
                  <a:pt x="5252" y="4248"/>
                  <a:pt x="5336" y="4310"/>
                  <a:pt x="5419" y="4373"/>
                </a:cubicBezTo>
                <a:cubicBezTo>
                  <a:pt x="5503" y="4394"/>
                  <a:pt x="5629" y="4394"/>
                  <a:pt x="5712" y="4373"/>
                </a:cubicBezTo>
                <a:cubicBezTo>
                  <a:pt x="5754" y="4352"/>
                  <a:pt x="5817" y="4269"/>
                  <a:pt x="5817" y="4206"/>
                </a:cubicBezTo>
                <a:cubicBezTo>
                  <a:pt x="5754" y="3955"/>
                  <a:pt x="5712" y="3683"/>
                  <a:pt x="5650" y="3453"/>
                </a:cubicBezTo>
                <a:cubicBezTo>
                  <a:pt x="5608" y="3306"/>
                  <a:pt x="5461" y="3202"/>
                  <a:pt x="5294" y="3160"/>
                </a:cubicBezTo>
                <a:cubicBezTo>
                  <a:pt x="5189" y="3118"/>
                  <a:pt x="5085" y="3055"/>
                  <a:pt x="5001" y="3034"/>
                </a:cubicBezTo>
                <a:close/>
                <a:moveTo>
                  <a:pt x="1883" y="5147"/>
                </a:moveTo>
                <a:cubicBezTo>
                  <a:pt x="1674" y="5670"/>
                  <a:pt x="1737" y="5838"/>
                  <a:pt x="2134" y="5963"/>
                </a:cubicBezTo>
                <a:cubicBezTo>
                  <a:pt x="2511" y="6068"/>
                  <a:pt x="2929" y="6152"/>
                  <a:pt x="3348" y="6256"/>
                </a:cubicBezTo>
                <a:cubicBezTo>
                  <a:pt x="3453" y="6277"/>
                  <a:pt x="3557" y="6256"/>
                  <a:pt x="3662" y="6235"/>
                </a:cubicBezTo>
                <a:cubicBezTo>
                  <a:pt x="3725" y="6194"/>
                  <a:pt x="3766" y="6152"/>
                  <a:pt x="3808" y="6089"/>
                </a:cubicBezTo>
                <a:cubicBezTo>
                  <a:pt x="3850" y="5922"/>
                  <a:pt x="3766" y="5733"/>
                  <a:pt x="3620" y="5670"/>
                </a:cubicBezTo>
                <a:cubicBezTo>
                  <a:pt x="3013" y="5461"/>
                  <a:pt x="2469" y="5315"/>
                  <a:pt x="1883" y="5147"/>
                </a:cubicBezTo>
                <a:close/>
                <a:moveTo>
                  <a:pt x="8935" y="544"/>
                </a:moveTo>
                <a:cubicBezTo>
                  <a:pt x="8788" y="544"/>
                  <a:pt x="8663" y="502"/>
                  <a:pt x="8558" y="523"/>
                </a:cubicBezTo>
                <a:cubicBezTo>
                  <a:pt x="7637" y="649"/>
                  <a:pt x="6717" y="816"/>
                  <a:pt x="5775" y="963"/>
                </a:cubicBezTo>
                <a:cubicBezTo>
                  <a:pt x="5754" y="963"/>
                  <a:pt x="5712" y="1005"/>
                  <a:pt x="5670" y="1025"/>
                </a:cubicBezTo>
                <a:cubicBezTo>
                  <a:pt x="5629" y="1067"/>
                  <a:pt x="5545" y="1109"/>
                  <a:pt x="5545" y="1151"/>
                </a:cubicBezTo>
                <a:cubicBezTo>
                  <a:pt x="5545" y="1214"/>
                  <a:pt x="5566" y="1256"/>
                  <a:pt x="5629" y="1318"/>
                </a:cubicBezTo>
                <a:cubicBezTo>
                  <a:pt x="5775" y="1465"/>
                  <a:pt x="5984" y="1528"/>
                  <a:pt x="6194" y="1465"/>
                </a:cubicBezTo>
                <a:cubicBezTo>
                  <a:pt x="6528" y="1423"/>
                  <a:pt x="6800" y="1318"/>
                  <a:pt x="7093" y="1235"/>
                </a:cubicBezTo>
                <a:lnTo>
                  <a:pt x="8579" y="837"/>
                </a:lnTo>
                <a:cubicBezTo>
                  <a:pt x="8725" y="795"/>
                  <a:pt x="8872" y="753"/>
                  <a:pt x="8935" y="544"/>
                </a:cubicBezTo>
                <a:close/>
                <a:moveTo>
                  <a:pt x="5524" y="6382"/>
                </a:moveTo>
                <a:cubicBezTo>
                  <a:pt x="5587" y="6403"/>
                  <a:pt x="5629" y="6445"/>
                  <a:pt x="5650" y="6445"/>
                </a:cubicBezTo>
                <a:cubicBezTo>
                  <a:pt x="6173" y="6445"/>
                  <a:pt x="6675" y="6445"/>
                  <a:pt x="7198" y="6403"/>
                </a:cubicBezTo>
                <a:cubicBezTo>
                  <a:pt x="7261" y="6403"/>
                  <a:pt x="7323" y="6382"/>
                  <a:pt x="7386" y="6361"/>
                </a:cubicBezTo>
                <a:cubicBezTo>
                  <a:pt x="7428" y="6340"/>
                  <a:pt x="7428" y="6256"/>
                  <a:pt x="7470" y="6194"/>
                </a:cubicBezTo>
                <a:cubicBezTo>
                  <a:pt x="7470" y="6173"/>
                  <a:pt x="7428" y="6152"/>
                  <a:pt x="7407" y="6152"/>
                </a:cubicBezTo>
                <a:cubicBezTo>
                  <a:pt x="6738" y="5922"/>
                  <a:pt x="6131" y="6047"/>
                  <a:pt x="5524" y="6382"/>
                </a:cubicBezTo>
                <a:close/>
                <a:moveTo>
                  <a:pt x="4394" y="7303"/>
                </a:moveTo>
                <a:cubicBezTo>
                  <a:pt x="4373" y="7930"/>
                  <a:pt x="4269" y="8537"/>
                  <a:pt x="4080" y="9123"/>
                </a:cubicBezTo>
                <a:cubicBezTo>
                  <a:pt x="4059" y="9269"/>
                  <a:pt x="4059" y="9395"/>
                  <a:pt x="4080" y="9520"/>
                </a:cubicBezTo>
                <a:cubicBezTo>
                  <a:pt x="4080" y="9583"/>
                  <a:pt x="4164" y="9625"/>
                  <a:pt x="4206" y="9646"/>
                </a:cubicBezTo>
                <a:cubicBezTo>
                  <a:pt x="4269" y="9646"/>
                  <a:pt x="4373" y="9604"/>
                  <a:pt x="4373" y="9583"/>
                </a:cubicBezTo>
                <a:cubicBezTo>
                  <a:pt x="4394" y="9228"/>
                  <a:pt x="4394" y="8914"/>
                  <a:pt x="4415" y="8579"/>
                </a:cubicBezTo>
                <a:cubicBezTo>
                  <a:pt x="4394" y="8160"/>
                  <a:pt x="4394" y="7742"/>
                  <a:pt x="4394" y="7303"/>
                </a:cubicBezTo>
                <a:close/>
                <a:moveTo>
                  <a:pt x="1214" y="6507"/>
                </a:moveTo>
                <a:cubicBezTo>
                  <a:pt x="1256" y="5942"/>
                  <a:pt x="1318" y="5524"/>
                  <a:pt x="1235" y="5126"/>
                </a:cubicBezTo>
                <a:cubicBezTo>
                  <a:pt x="1235" y="5085"/>
                  <a:pt x="1109" y="5022"/>
                  <a:pt x="1025" y="4938"/>
                </a:cubicBezTo>
                <a:cubicBezTo>
                  <a:pt x="984" y="5022"/>
                  <a:pt x="921" y="5106"/>
                  <a:pt x="900" y="5189"/>
                </a:cubicBezTo>
                <a:cubicBezTo>
                  <a:pt x="879" y="5231"/>
                  <a:pt x="900" y="5315"/>
                  <a:pt x="900" y="5357"/>
                </a:cubicBezTo>
                <a:cubicBezTo>
                  <a:pt x="1025" y="5733"/>
                  <a:pt x="1109" y="6026"/>
                  <a:pt x="1214" y="6507"/>
                </a:cubicBezTo>
                <a:close/>
                <a:moveTo>
                  <a:pt x="10336" y="8223"/>
                </a:moveTo>
                <a:cubicBezTo>
                  <a:pt x="10818" y="8181"/>
                  <a:pt x="11236" y="8160"/>
                  <a:pt x="11613" y="8139"/>
                </a:cubicBezTo>
                <a:cubicBezTo>
                  <a:pt x="11676" y="8139"/>
                  <a:pt x="11759" y="8119"/>
                  <a:pt x="11801" y="8056"/>
                </a:cubicBezTo>
                <a:cubicBezTo>
                  <a:pt x="11822" y="8035"/>
                  <a:pt x="11864" y="7951"/>
                  <a:pt x="11864" y="7909"/>
                </a:cubicBezTo>
                <a:cubicBezTo>
                  <a:pt x="11864" y="7867"/>
                  <a:pt x="11801" y="7826"/>
                  <a:pt x="11780" y="7826"/>
                </a:cubicBezTo>
                <a:cubicBezTo>
                  <a:pt x="11341" y="7909"/>
                  <a:pt x="10839" y="7909"/>
                  <a:pt x="10336" y="8223"/>
                </a:cubicBezTo>
                <a:close/>
                <a:moveTo>
                  <a:pt x="3327" y="1737"/>
                </a:moveTo>
                <a:cubicBezTo>
                  <a:pt x="3620" y="2113"/>
                  <a:pt x="3934" y="2009"/>
                  <a:pt x="4248" y="1862"/>
                </a:cubicBezTo>
                <a:cubicBezTo>
                  <a:pt x="4290" y="1841"/>
                  <a:pt x="4352" y="1758"/>
                  <a:pt x="4352" y="1737"/>
                </a:cubicBezTo>
                <a:cubicBezTo>
                  <a:pt x="4352" y="1674"/>
                  <a:pt x="4290" y="1590"/>
                  <a:pt x="4248" y="1569"/>
                </a:cubicBezTo>
                <a:cubicBezTo>
                  <a:pt x="3913" y="1381"/>
                  <a:pt x="3599" y="1486"/>
                  <a:pt x="3327" y="1737"/>
                </a:cubicBezTo>
                <a:close/>
                <a:moveTo>
                  <a:pt x="3118" y="4875"/>
                </a:moveTo>
                <a:cubicBezTo>
                  <a:pt x="3201" y="4373"/>
                  <a:pt x="3181" y="3955"/>
                  <a:pt x="3181" y="3515"/>
                </a:cubicBezTo>
                <a:cubicBezTo>
                  <a:pt x="3181" y="3432"/>
                  <a:pt x="3118" y="3327"/>
                  <a:pt x="3097" y="3222"/>
                </a:cubicBezTo>
                <a:cubicBezTo>
                  <a:pt x="3034" y="3306"/>
                  <a:pt x="2992" y="3348"/>
                  <a:pt x="2992" y="3432"/>
                </a:cubicBezTo>
                <a:lnTo>
                  <a:pt x="2992" y="4624"/>
                </a:lnTo>
                <a:cubicBezTo>
                  <a:pt x="3013" y="4687"/>
                  <a:pt x="3076" y="4729"/>
                  <a:pt x="3118" y="4875"/>
                </a:cubicBezTo>
                <a:close/>
                <a:moveTo>
                  <a:pt x="11927" y="2281"/>
                </a:moveTo>
                <a:cubicBezTo>
                  <a:pt x="11822" y="2532"/>
                  <a:pt x="11822" y="2804"/>
                  <a:pt x="11948" y="3055"/>
                </a:cubicBezTo>
                <a:cubicBezTo>
                  <a:pt x="11989" y="3118"/>
                  <a:pt x="12073" y="3139"/>
                  <a:pt x="12136" y="3139"/>
                </a:cubicBezTo>
                <a:cubicBezTo>
                  <a:pt x="12199" y="3139"/>
                  <a:pt x="12282" y="3076"/>
                  <a:pt x="12303" y="3034"/>
                </a:cubicBezTo>
                <a:cubicBezTo>
                  <a:pt x="12345" y="2699"/>
                  <a:pt x="12220" y="2469"/>
                  <a:pt x="11927" y="2281"/>
                </a:cubicBezTo>
                <a:close/>
                <a:moveTo>
                  <a:pt x="5901" y="4834"/>
                </a:moveTo>
                <a:cubicBezTo>
                  <a:pt x="5838" y="4813"/>
                  <a:pt x="5817" y="4729"/>
                  <a:pt x="5754" y="4729"/>
                </a:cubicBezTo>
                <a:cubicBezTo>
                  <a:pt x="5629" y="4708"/>
                  <a:pt x="5503" y="4729"/>
                  <a:pt x="5419" y="4875"/>
                </a:cubicBezTo>
                <a:cubicBezTo>
                  <a:pt x="5398" y="4917"/>
                  <a:pt x="5398" y="5001"/>
                  <a:pt x="5419" y="5043"/>
                </a:cubicBezTo>
                <a:cubicBezTo>
                  <a:pt x="5440" y="5106"/>
                  <a:pt x="5524" y="5126"/>
                  <a:pt x="5587" y="5126"/>
                </a:cubicBezTo>
                <a:cubicBezTo>
                  <a:pt x="5691" y="5126"/>
                  <a:pt x="5754" y="5085"/>
                  <a:pt x="5838" y="5043"/>
                </a:cubicBezTo>
                <a:cubicBezTo>
                  <a:pt x="5901" y="5001"/>
                  <a:pt x="5901" y="4917"/>
                  <a:pt x="5901" y="4834"/>
                </a:cubicBezTo>
                <a:close/>
                <a:moveTo>
                  <a:pt x="11194" y="4582"/>
                </a:moveTo>
                <a:cubicBezTo>
                  <a:pt x="11048" y="4478"/>
                  <a:pt x="10860" y="4499"/>
                  <a:pt x="10713" y="4582"/>
                </a:cubicBezTo>
                <a:cubicBezTo>
                  <a:pt x="10650" y="4603"/>
                  <a:pt x="10629" y="4687"/>
                  <a:pt x="10629" y="4729"/>
                </a:cubicBezTo>
                <a:cubicBezTo>
                  <a:pt x="10629" y="4792"/>
                  <a:pt x="10734" y="4834"/>
                  <a:pt x="10755" y="4834"/>
                </a:cubicBezTo>
                <a:cubicBezTo>
                  <a:pt x="10964" y="4813"/>
                  <a:pt x="11090" y="4729"/>
                  <a:pt x="11194" y="4582"/>
                </a:cubicBezTo>
                <a:close/>
                <a:moveTo>
                  <a:pt x="1423" y="7826"/>
                </a:moveTo>
                <a:lnTo>
                  <a:pt x="1423" y="7323"/>
                </a:lnTo>
                <a:cubicBezTo>
                  <a:pt x="1318" y="7491"/>
                  <a:pt x="1339" y="7616"/>
                  <a:pt x="1423" y="7826"/>
                </a:cubicBezTo>
                <a:close/>
                <a:moveTo>
                  <a:pt x="12220" y="4059"/>
                </a:moveTo>
                <a:cubicBezTo>
                  <a:pt x="12282" y="4038"/>
                  <a:pt x="12345" y="4038"/>
                  <a:pt x="12408" y="3976"/>
                </a:cubicBezTo>
                <a:cubicBezTo>
                  <a:pt x="12429" y="3955"/>
                  <a:pt x="12408" y="3850"/>
                  <a:pt x="12387" y="3829"/>
                </a:cubicBezTo>
                <a:cubicBezTo>
                  <a:pt x="12303" y="3746"/>
                  <a:pt x="12178" y="3787"/>
                  <a:pt x="12178" y="3892"/>
                </a:cubicBezTo>
                <a:cubicBezTo>
                  <a:pt x="12115" y="3955"/>
                  <a:pt x="12199" y="3997"/>
                  <a:pt x="12220" y="4059"/>
                </a:cubicBezTo>
                <a:close/>
                <a:moveTo>
                  <a:pt x="4373" y="6173"/>
                </a:moveTo>
                <a:cubicBezTo>
                  <a:pt x="4352" y="6068"/>
                  <a:pt x="4331" y="6068"/>
                  <a:pt x="4331" y="6173"/>
                </a:cubicBezTo>
                <a:cubicBezTo>
                  <a:pt x="4331" y="6194"/>
                  <a:pt x="4352" y="6235"/>
                  <a:pt x="4352" y="6256"/>
                </a:cubicBezTo>
                <a:cubicBezTo>
                  <a:pt x="4352" y="6235"/>
                  <a:pt x="4373" y="6194"/>
                  <a:pt x="4373" y="6173"/>
                </a:cubicBezTo>
                <a:close/>
                <a:moveTo>
                  <a:pt x="4018" y="5001"/>
                </a:moveTo>
                <a:cubicBezTo>
                  <a:pt x="3976" y="4938"/>
                  <a:pt x="3976" y="4875"/>
                  <a:pt x="3955" y="4813"/>
                </a:cubicBezTo>
                <a:lnTo>
                  <a:pt x="3725" y="4980"/>
                </a:lnTo>
                <a:cubicBezTo>
                  <a:pt x="3745" y="5022"/>
                  <a:pt x="3787" y="5085"/>
                  <a:pt x="3829" y="5085"/>
                </a:cubicBezTo>
                <a:cubicBezTo>
                  <a:pt x="3913" y="5085"/>
                  <a:pt x="3955" y="5022"/>
                  <a:pt x="4018" y="5001"/>
                </a:cubicBezTo>
                <a:close/>
                <a:moveTo>
                  <a:pt x="2260" y="4269"/>
                </a:moveTo>
                <a:cubicBezTo>
                  <a:pt x="2239" y="4290"/>
                  <a:pt x="2197" y="4290"/>
                  <a:pt x="2197" y="4310"/>
                </a:cubicBezTo>
                <a:cubicBezTo>
                  <a:pt x="2197" y="4352"/>
                  <a:pt x="2176" y="4394"/>
                  <a:pt x="2197" y="4415"/>
                </a:cubicBezTo>
                <a:cubicBezTo>
                  <a:pt x="2260" y="4478"/>
                  <a:pt x="2281" y="4457"/>
                  <a:pt x="2281" y="4373"/>
                </a:cubicBezTo>
                <a:cubicBezTo>
                  <a:pt x="2302" y="4352"/>
                  <a:pt x="2281" y="4290"/>
                  <a:pt x="2260" y="4269"/>
                </a:cubicBezTo>
                <a:close/>
                <a:moveTo>
                  <a:pt x="3745" y="4206"/>
                </a:moveTo>
                <a:cubicBezTo>
                  <a:pt x="3766" y="4143"/>
                  <a:pt x="3745" y="4080"/>
                  <a:pt x="3683" y="4101"/>
                </a:cubicBezTo>
                <a:cubicBezTo>
                  <a:pt x="3662" y="4101"/>
                  <a:pt x="3683" y="4164"/>
                  <a:pt x="3683" y="4185"/>
                </a:cubicBezTo>
                <a:cubicBezTo>
                  <a:pt x="3683" y="4206"/>
                  <a:pt x="3725" y="4206"/>
                  <a:pt x="3745" y="4206"/>
                </a:cubicBezTo>
                <a:close/>
                <a:moveTo>
                  <a:pt x="1653" y="8600"/>
                </a:moveTo>
                <a:lnTo>
                  <a:pt x="1653" y="8537"/>
                </a:lnTo>
                <a:cubicBezTo>
                  <a:pt x="1653" y="8495"/>
                  <a:pt x="1632" y="8495"/>
                  <a:pt x="1590" y="8495"/>
                </a:cubicBezTo>
                <a:cubicBezTo>
                  <a:pt x="1569" y="8537"/>
                  <a:pt x="1549" y="8558"/>
                  <a:pt x="1569" y="8579"/>
                </a:cubicBezTo>
                <a:cubicBezTo>
                  <a:pt x="1569" y="8642"/>
                  <a:pt x="1590" y="8663"/>
                  <a:pt x="1632" y="8704"/>
                </a:cubicBezTo>
                <a:cubicBezTo>
                  <a:pt x="1632" y="8663"/>
                  <a:pt x="1632" y="8642"/>
                  <a:pt x="1653" y="8600"/>
                </a:cubicBezTo>
                <a:close/>
                <a:moveTo>
                  <a:pt x="4875" y="4206"/>
                </a:moveTo>
                <a:cubicBezTo>
                  <a:pt x="4854" y="4185"/>
                  <a:pt x="4813" y="4164"/>
                  <a:pt x="4813" y="4143"/>
                </a:cubicBezTo>
                <a:cubicBezTo>
                  <a:pt x="4792" y="4185"/>
                  <a:pt x="4771" y="4248"/>
                  <a:pt x="4729" y="4269"/>
                </a:cubicBezTo>
                <a:cubicBezTo>
                  <a:pt x="4729" y="4290"/>
                  <a:pt x="4771" y="4310"/>
                  <a:pt x="4792" y="4310"/>
                </a:cubicBezTo>
                <a:cubicBezTo>
                  <a:pt x="4813" y="4290"/>
                  <a:pt x="4854" y="4269"/>
                  <a:pt x="4875" y="4206"/>
                </a:cubicBezTo>
                <a:close/>
                <a:moveTo>
                  <a:pt x="5022" y="1360"/>
                </a:moveTo>
                <a:cubicBezTo>
                  <a:pt x="5001" y="1339"/>
                  <a:pt x="5001" y="1277"/>
                  <a:pt x="4980" y="1277"/>
                </a:cubicBezTo>
                <a:cubicBezTo>
                  <a:pt x="4917" y="1277"/>
                  <a:pt x="4875" y="1318"/>
                  <a:pt x="4813" y="1339"/>
                </a:cubicBezTo>
                <a:cubicBezTo>
                  <a:pt x="4854" y="1360"/>
                  <a:pt x="4875" y="1423"/>
                  <a:pt x="4875" y="1423"/>
                </a:cubicBezTo>
                <a:cubicBezTo>
                  <a:pt x="4917" y="1423"/>
                  <a:pt x="4980" y="1381"/>
                  <a:pt x="5022" y="1360"/>
                </a:cubicBezTo>
                <a:close/>
                <a:moveTo>
                  <a:pt x="11717" y="1653"/>
                </a:moveTo>
                <a:lnTo>
                  <a:pt x="11759" y="1737"/>
                </a:lnTo>
                <a:lnTo>
                  <a:pt x="11780" y="1653"/>
                </a:lnTo>
                <a:close/>
                <a:moveTo>
                  <a:pt x="5608" y="2051"/>
                </a:moveTo>
                <a:lnTo>
                  <a:pt x="5629" y="2113"/>
                </a:lnTo>
                <a:lnTo>
                  <a:pt x="5650" y="205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374" name="Shape 1374"/>
        <p:cNvGrpSpPr/>
        <p:nvPr/>
      </p:nvGrpSpPr>
      <p:grpSpPr>
        <a:xfrm>
          <a:off x="0" y="0"/>
          <a:ext cx="0" cy="0"/>
          <a:chOff x="0" y="0"/>
          <a:chExt cx="0" cy="0"/>
        </a:xfrm>
      </p:grpSpPr>
      <p:sp>
        <p:nvSpPr>
          <p:cNvPr id="1375" name="Google Shape;1375;p10"/>
          <p:cNvSpPr/>
          <p:nvPr>
            <p:ph type="pic" idx="2"/>
          </p:nvPr>
        </p:nvSpPr>
        <p:spPr>
          <a:xfrm>
            <a:off x="-25" y="-13725"/>
            <a:ext cx="9144000" cy="5157300"/>
          </a:xfrm>
          <a:prstGeom prst="rect">
            <a:avLst/>
          </a:prstGeom>
          <a:noFill/>
          <a:ln>
            <a:noFill/>
          </a:ln>
        </p:spPr>
      </p:sp>
      <p:sp>
        <p:nvSpPr>
          <p:cNvPr id="1376" name="Google Shape;1376;p10"/>
          <p:cNvSpPr txBox="1"/>
          <p:nvPr>
            <p:ph type="title"/>
          </p:nvPr>
        </p:nvSpPr>
        <p:spPr>
          <a:xfrm>
            <a:off x="720000" y="4014450"/>
            <a:ext cx="7704000" cy="649500"/>
          </a:xfrm>
          <a:prstGeom prst="rect">
            <a:avLst/>
          </a:pr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t" anchorCtr="0">
            <a:noAutofit/>
          </a:bodyPr>
          <a:lstStyle>
            <a:lvl1pPr lvl="0" algn="ctr" rtl="0">
              <a:spcBef>
                <a:spcPts val="0"/>
              </a:spcBef>
              <a:spcAft>
                <a:spcPts val="0"/>
              </a:spcAft>
              <a:buSzPts val="3500"/>
              <a:buNone/>
              <a:defRPr sz="3000"/>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377" name="Shape 1377"/>
        <p:cNvGrpSpPr/>
        <p:nvPr/>
      </p:nvGrpSpPr>
      <p:grpSpPr>
        <a:xfrm>
          <a:off x="0" y="0"/>
          <a:ext cx="0" cy="0"/>
          <a:chOff x="0" y="0"/>
          <a:chExt cx="0" cy="0"/>
        </a:xfrm>
      </p:grpSpPr>
      <p:pic>
        <p:nvPicPr>
          <p:cNvPr id="1378" name="Google Shape;1378;p11"/>
          <p:cNvPicPr preferRelativeResize="0"/>
          <p:nvPr/>
        </p:nvPicPr>
        <p:blipFill rotWithShape="1">
          <a:blip r:embed="rId2"/>
          <a:srcRect b="15598"/>
          <a:stretch>
            <a:fillRect/>
          </a:stretch>
        </p:blipFill>
        <p:spPr>
          <a:xfrm flipH="1">
            <a:off x="0" y="0"/>
            <a:ext cx="9144003" cy="5143501"/>
          </a:xfrm>
          <a:prstGeom prst="rect">
            <a:avLst/>
          </a:prstGeom>
          <a:noFill/>
          <a:ln>
            <a:noFill/>
          </a:ln>
        </p:spPr>
      </p:pic>
      <p:sp>
        <p:nvSpPr>
          <p:cNvPr id="1379" name="Google Shape;1379;p11"/>
          <p:cNvSpPr txBox="1"/>
          <p:nvPr>
            <p:ph type="title" hasCustomPrompt="1"/>
          </p:nvPr>
        </p:nvSpPr>
        <p:spPr>
          <a:xfrm>
            <a:off x="1663225" y="1710375"/>
            <a:ext cx="6132600" cy="1063500"/>
          </a:xfrm>
          <a:prstGeom prst="rect">
            <a:avLst/>
          </a:prstGeom>
        </p:spPr>
        <p:txBody>
          <a:bodyPr spcFirstLastPara="1" wrap="square" lIns="91425" tIns="91425" rIns="91425" bIns="91425" anchor="b" anchorCtr="0">
            <a:noAutofit/>
          </a:bodyPr>
          <a:lstStyle>
            <a:lvl1pPr lvl="0" algn="ctr">
              <a:spcBef>
                <a:spcPts val="0"/>
              </a:spcBef>
              <a:spcAft>
                <a:spcPts val="0"/>
              </a:spcAft>
              <a:buSzPts val="9600"/>
              <a:buNone/>
              <a:defRPr sz="60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1380" name="Google Shape;1380;p11"/>
          <p:cNvSpPr txBox="1"/>
          <p:nvPr>
            <p:ph type="subTitle" idx="1"/>
          </p:nvPr>
        </p:nvSpPr>
        <p:spPr>
          <a:xfrm>
            <a:off x="1663225" y="2774100"/>
            <a:ext cx="6132600" cy="4971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600"/>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p:txBody>
      </p:sp>
      <p:grpSp>
        <p:nvGrpSpPr>
          <p:cNvPr id="1381" name="Google Shape;1381;p11"/>
          <p:cNvGrpSpPr/>
          <p:nvPr/>
        </p:nvGrpSpPr>
        <p:grpSpPr>
          <a:xfrm flipH="1">
            <a:off x="3" y="85096"/>
            <a:ext cx="2072927" cy="5143763"/>
            <a:chOff x="7265845" y="-20654"/>
            <a:chExt cx="2072927" cy="5143763"/>
          </a:xfrm>
        </p:grpSpPr>
        <p:sp>
          <p:nvSpPr>
            <p:cNvPr id="1382" name="Google Shape;1382;p11"/>
            <p:cNvSpPr/>
            <p:nvPr/>
          </p:nvSpPr>
          <p:spPr>
            <a:xfrm>
              <a:off x="7735008" y="3008605"/>
              <a:ext cx="19743" cy="24037"/>
            </a:xfrm>
            <a:custGeom>
              <a:avLst/>
              <a:gdLst/>
              <a:ahLst/>
              <a:cxnLst/>
              <a:rect l="l" t="t" r="r" b="b"/>
              <a:pathLst>
                <a:path w="354" h="431" extrusionOk="0">
                  <a:moveTo>
                    <a:pt x="173" y="0"/>
                  </a:moveTo>
                  <a:cubicBezTo>
                    <a:pt x="158" y="0"/>
                    <a:pt x="142" y="4"/>
                    <a:pt x="126" y="12"/>
                  </a:cubicBezTo>
                  <a:cubicBezTo>
                    <a:pt x="1" y="53"/>
                    <a:pt x="1" y="263"/>
                    <a:pt x="105" y="367"/>
                  </a:cubicBezTo>
                  <a:cubicBezTo>
                    <a:pt x="126" y="409"/>
                    <a:pt x="147" y="409"/>
                    <a:pt x="168" y="430"/>
                  </a:cubicBezTo>
                  <a:cubicBezTo>
                    <a:pt x="231" y="430"/>
                    <a:pt x="252" y="430"/>
                    <a:pt x="273" y="367"/>
                  </a:cubicBezTo>
                  <a:cubicBezTo>
                    <a:pt x="314" y="346"/>
                    <a:pt x="335" y="305"/>
                    <a:pt x="335" y="263"/>
                  </a:cubicBezTo>
                  <a:cubicBezTo>
                    <a:pt x="354" y="171"/>
                    <a:pt x="276" y="0"/>
                    <a:pt x="1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83" name="Google Shape;1383;p11"/>
            <p:cNvSpPr/>
            <p:nvPr/>
          </p:nvSpPr>
          <p:spPr>
            <a:xfrm flipH="1">
              <a:off x="8968528" y="5291"/>
              <a:ext cx="365819" cy="950395"/>
            </a:xfrm>
            <a:custGeom>
              <a:avLst/>
              <a:gdLst/>
              <a:ahLst/>
              <a:cxnLst/>
              <a:rect l="l" t="t" r="r" b="b"/>
              <a:pathLst>
                <a:path w="15129" h="39305" extrusionOk="0">
                  <a:moveTo>
                    <a:pt x="9530" y="1"/>
                  </a:moveTo>
                  <a:cubicBezTo>
                    <a:pt x="9054" y="1"/>
                    <a:pt x="9018" y="375"/>
                    <a:pt x="9658" y="503"/>
                  </a:cubicBezTo>
                  <a:cubicBezTo>
                    <a:pt x="9658" y="503"/>
                    <a:pt x="9925" y="570"/>
                    <a:pt x="10325" y="637"/>
                  </a:cubicBezTo>
                  <a:cubicBezTo>
                    <a:pt x="10759" y="737"/>
                    <a:pt x="11359" y="837"/>
                    <a:pt x="12127" y="1137"/>
                  </a:cubicBezTo>
                  <a:cubicBezTo>
                    <a:pt x="12827" y="1437"/>
                    <a:pt x="13694" y="1904"/>
                    <a:pt x="14195" y="2771"/>
                  </a:cubicBezTo>
                  <a:cubicBezTo>
                    <a:pt x="14462" y="3172"/>
                    <a:pt x="14595" y="3739"/>
                    <a:pt x="14495" y="4239"/>
                  </a:cubicBezTo>
                  <a:cubicBezTo>
                    <a:pt x="14462" y="4773"/>
                    <a:pt x="14128" y="5240"/>
                    <a:pt x="13761" y="5740"/>
                  </a:cubicBezTo>
                  <a:cubicBezTo>
                    <a:pt x="13328" y="6241"/>
                    <a:pt x="12827" y="6674"/>
                    <a:pt x="12427" y="7275"/>
                  </a:cubicBezTo>
                  <a:cubicBezTo>
                    <a:pt x="11960" y="7842"/>
                    <a:pt x="11593" y="8576"/>
                    <a:pt x="11493" y="9343"/>
                  </a:cubicBezTo>
                  <a:cubicBezTo>
                    <a:pt x="11359" y="10143"/>
                    <a:pt x="11526" y="10977"/>
                    <a:pt x="11927" y="11678"/>
                  </a:cubicBezTo>
                  <a:cubicBezTo>
                    <a:pt x="12260" y="12412"/>
                    <a:pt x="12760" y="12979"/>
                    <a:pt x="13127" y="13579"/>
                  </a:cubicBezTo>
                  <a:cubicBezTo>
                    <a:pt x="13494" y="14146"/>
                    <a:pt x="13761" y="14747"/>
                    <a:pt x="13795" y="15347"/>
                  </a:cubicBezTo>
                  <a:cubicBezTo>
                    <a:pt x="13828" y="15981"/>
                    <a:pt x="13661" y="16648"/>
                    <a:pt x="13361" y="17182"/>
                  </a:cubicBezTo>
                  <a:cubicBezTo>
                    <a:pt x="13094" y="17782"/>
                    <a:pt x="12660" y="18182"/>
                    <a:pt x="12160" y="18683"/>
                  </a:cubicBezTo>
                  <a:cubicBezTo>
                    <a:pt x="11660" y="19150"/>
                    <a:pt x="11159" y="19784"/>
                    <a:pt x="10959" y="20484"/>
                  </a:cubicBezTo>
                  <a:cubicBezTo>
                    <a:pt x="10926" y="20651"/>
                    <a:pt x="10892" y="20851"/>
                    <a:pt x="10826" y="21018"/>
                  </a:cubicBezTo>
                  <a:cubicBezTo>
                    <a:pt x="10759" y="21185"/>
                    <a:pt x="10759" y="21418"/>
                    <a:pt x="10759" y="21585"/>
                  </a:cubicBezTo>
                  <a:lnTo>
                    <a:pt x="10759" y="22119"/>
                  </a:lnTo>
                  <a:lnTo>
                    <a:pt x="10759" y="22352"/>
                  </a:lnTo>
                  <a:lnTo>
                    <a:pt x="10759" y="22519"/>
                  </a:lnTo>
                  <a:lnTo>
                    <a:pt x="10792" y="22652"/>
                  </a:lnTo>
                  <a:cubicBezTo>
                    <a:pt x="10926" y="23353"/>
                    <a:pt x="11226" y="24087"/>
                    <a:pt x="11593" y="24687"/>
                  </a:cubicBezTo>
                  <a:cubicBezTo>
                    <a:pt x="11927" y="25321"/>
                    <a:pt x="12394" y="25921"/>
                    <a:pt x="12460" y="26455"/>
                  </a:cubicBezTo>
                  <a:cubicBezTo>
                    <a:pt x="12560" y="26989"/>
                    <a:pt x="12293" y="27589"/>
                    <a:pt x="11927" y="28156"/>
                  </a:cubicBezTo>
                  <a:cubicBezTo>
                    <a:pt x="11493" y="28757"/>
                    <a:pt x="11093" y="29290"/>
                    <a:pt x="10526" y="29691"/>
                  </a:cubicBezTo>
                  <a:cubicBezTo>
                    <a:pt x="10059" y="30158"/>
                    <a:pt x="9425" y="30525"/>
                    <a:pt x="8824" y="30992"/>
                  </a:cubicBezTo>
                  <a:cubicBezTo>
                    <a:pt x="8557" y="31192"/>
                    <a:pt x="8257" y="31525"/>
                    <a:pt x="7990" y="31792"/>
                  </a:cubicBezTo>
                  <a:cubicBezTo>
                    <a:pt x="7890" y="31959"/>
                    <a:pt x="7790" y="32092"/>
                    <a:pt x="7657" y="32259"/>
                  </a:cubicBezTo>
                  <a:cubicBezTo>
                    <a:pt x="7623" y="32293"/>
                    <a:pt x="7523" y="32359"/>
                    <a:pt x="7490" y="32459"/>
                  </a:cubicBezTo>
                  <a:lnTo>
                    <a:pt x="7357" y="32693"/>
                  </a:lnTo>
                  <a:cubicBezTo>
                    <a:pt x="7190" y="33026"/>
                    <a:pt x="7056" y="33360"/>
                    <a:pt x="6923" y="33660"/>
                  </a:cubicBezTo>
                  <a:cubicBezTo>
                    <a:pt x="6790" y="33960"/>
                    <a:pt x="6656" y="34294"/>
                    <a:pt x="6556" y="34594"/>
                  </a:cubicBezTo>
                  <a:cubicBezTo>
                    <a:pt x="6056" y="35795"/>
                    <a:pt x="5622" y="36929"/>
                    <a:pt x="4988" y="37763"/>
                  </a:cubicBezTo>
                  <a:cubicBezTo>
                    <a:pt x="4688" y="38130"/>
                    <a:pt x="4321" y="38464"/>
                    <a:pt x="3954" y="38630"/>
                  </a:cubicBezTo>
                  <a:cubicBezTo>
                    <a:pt x="3679" y="38757"/>
                    <a:pt x="3431" y="38804"/>
                    <a:pt x="3193" y="38804"/>
                  </a:cubicBezTo>
                  <a:cubicBezTo>
                    <a:pt x="3055" y="38804"/>
                    <a:pt x="2921" y="38788"/>
                    <a:pt x="2787" y="38764"/>
                  </a:cubicBezTo>
                  <a:cubicBezTo>
                    <a:pt x="2019" y="38630"/>
                    <a:pt x="1486" y="38264"/>
                    <a:pt x="1119" y="38030"/>
                  </a:cubicBezTo>
                  <a:cubicBezTo>
                    <a:pt x="952" y="37930"/>
                    <a:pt x="785" y="37830"/>
                    <a:pt x="685" y="37730"/>
                  </a:cubicBezTo>
                  <a:lnTo>
                    <a:pt x="585" y="37630"/>
                  </a:lnTo>
                  <a:cubicBezTo>
                    <a:pt x="459" y="37533"/>
                    <a:pt x="348" y="37492"/>
                    <a:pt x="262" y="37492"/>
                  </a:cubicBezTo>
                  <a:cubicBezTo>
                    <a:pt x="53" y="37492"/>
                    <a:pt x="1" y="37736"/>
                    <a:pt x="285" y="37997"/>
                  </a:cubicBezTo>
                  <a:lnTo>
                    <a:pt x="418" y="38130"/>
                  </a:lnTo>
                  <a:cubicBezTo>
                    <a:pt x="485" y="38163"/>
                    <a:pt x="652" y="38297"/>
                    <a:pt x="819" y="38430"/>
                  </a:cubicBezTo>
                  <a:cubicBezTo>
                    <a:pt x="1186" y="38664"/>
                    <a:pt x="1786" y="39031"/>
                    <a:pt x="2653" y="39264"/>
                  </a:cubicBezTo>
                  <a:cubicBezTo>
                    <a:pt x="2824" y="39289"/>
                    <a:pt x="3004" y="39304"/>
                    <a:pt x="3188" y="39304"/>
                  </a:cubicBezTo>
                  <a:cubicBezTo>
                    <a:pt x="3506" y="39304"/>
                    <a:pt x="3837" y="39258"/>
                    <a:pt x="4154" y="39131"/>
                  </a:cubicBezTo>
                  <a:cubicBezTo>
                    <a:pt x="4721" y="38964"/>
                    <a:pt x="5122" y="38530"/>
                    <a:pt x="5489" y="38097"/>
                  </a:cubicBezTo>
                  <a:cubicBezTo>
                    <a:pt x="6222" y="37163"/>
                    <a:pt x="6656" y="35995"/>
                    <a:pt x="7257" y="34794"/>
                  </a:cubicBezTo>
                  <a:cubicBezTo>
                    <a:pt x="7357" y="34494"/>
                    <a:pt x="7523" y="34194"/>
                    <a:pt x="7657" y="33927"/>
                  </a:cubicBezTo>
                  <a:cubicBezTo>
                    <a:pt x="7824" y="33627"/>
                    <a:pt x="7957" y="33327"/>
                    <a:pt x="8124" y="33026"/>
                  </a:cubicBezTo>
                  <a:lnTo>
                    <a:pt x="8257" y="32826"/>
                  </a:lnTo>
                  <a:cubicBezTo>
                    <a:pt x="8291" y="32760"/>
                    <a:pt x="8324" y="32693"/>
                    <a:pt x="8391" y="32626"/>
                  </a:cubicBezTo>
                  <a:lnTo>
                    <a:pt x="8658" y="32259"/>
                  </a:lnTo>
                  <a:cubicBezTo>
                    <a:pt x="8858" y="31992"/>
                    <a:pt x="9091" y="31792"/>
                    <a:pt x="9358" y="31592"/>
                  </a:cubicBezTo>
                  <a:cubicBezTo>
                    <a:pt x="9858" y="31158"/>
                    <a:pt x="10526" y="30825"/>
                    <a:pt x="11126" y="30324"/>
                  </a:cubicBezTo>
                  <a:cubicBezTo>
                    <a:pt x="11693" y="29824"/>
                    <a:pt x="12260" y="29257"/>
                    <a:pt x="12660" y="28623"/>
                  </a:cubicBezTo>
                  <a:cubicBezTo>
                    <a:pt x="12861" y="28323"/>
                    <a:pt x="13094" y="27956"/>
                    <a:pt x="13194" y="27589"/>
                  </a:cubicBezTo>
                  <a:cubicBezTo>
                    <a:pt x="13328" y="27189"/>
                    <a:pt x="13394" y="26689"/>
                    <a:pt x="13328" y="26288"/>
                  </a:cubicBezTo>
                  <a:cubicBezTo>
                    <a:pt x="13294" y="25855"/>
                    <a:pt x="13094" y="25488"/>
                    <a:pt x="12927" y="25154"/>
                  </a:cubicBezTo>
                  <a:cubicBezTo>
                    <a:pt x="12727" y="24854"/>
                    <a:pt x="12527" y="24520"/>
                    <a:pt x="12360" y="24253"/>
                  </a:cubicBezTo>
                  <a:cubicBezTo>
                    <a:pt x="12093" y="23653"/>
                    <a:pt x="11826" y="23086"/>
                    <a:pt x="11693" y="22452"/>
                  </a:cubicBezTo>
                  <a:lnTo>
                    <a:pt x="11660" y="22319"/>
                  </a:lnTo>
                  <a:lnTo>
                    <a:pt x="11660" y="22252"/>
                  </a:lnTo>
                  <a:lnTo>
                    <a:pt x="11660" y="21985"/>
                  </a:lnTo>
                  <a:lnTo>
                    <a:pt x="11660" y="21518"/>
                  </a:lnTo>
                  <a:cubicBezTo>
                    <a:pt x="11660" y="21418"/>
                    <a:pt x="11660" y="21218"/>
                    <a:pt x="11693" y="21118"/>
                  </a:cubicBezTo>
                  <a:cubicBezTo>
                    <a:pt x="11693" y="20951"/>
                    <a:pt x="11760" y="20818"/>
                    <a:pt x="11793" y="20684"/>
                  </a:cubicBezTo>
                  <a:cubicBezTo>
                    <a:pt x="11960" y="20184"/>
                    <a:pt x="12293" y="19750"/>
                    <a:pt x="12760" y="19283"/>
                  </a:cubicBezTo>
                  <a:cubicBezTo>
                    <a:pt x="13194" y="18816"/>
                    <a:pt x="13795" y="18283"/>
                    <a:pt x="14128" y="17549"/>
                  </a:cubicBezTo>
                  <a:cubicBezTo>
                    <a:pt x="14495" y="16848"/>
                    <a:pt x="14662" y="16114"/>
                    <a:pt x="14628" y="15280"/>
                  </a:cubicBezTo>
                  <a:cubicBezTo>
                    <a:pt x="14595" y="14446"/>
                    <a:pt x="14195" y="13679"/>
                    <a:pt x="13795" y="13045"/>
                  </a:cubicBezTo>
                  <a:cubicBezTo>
                    <a:pt x="13361" y="12445"/>
                    <a:pt x="12861" y="11878"/>
                    <a:pt x="12594" y="11311"/>
                  </a:cubicBezTo>
                  <a:cubicBezTo>
                    <a:pt x="12260" y="10710"/>
                    <a:pt x="12127" y="10110"/>
                    <a:pt x="12227" y="9476"/>
                  </a:cubicBezTo>
                  <a:cubicBezTo>
                    <a:pt x="12260" y="8842"/>
                    <a:pt x="12560" y="8309"/>
                    <a:pt x="12927" y="7775"/>
                  </a:cubicBezTo>
                  <a:cubicBezTo>
                    <a:pt x="13294" y="7241"/>
                    <a:pt x="13761" y="6774"/>
                    <a:pt x="14161" y="6241"/>
                  </a:cubicBezTo>
                  <a:cubicBezTo>
                    <a:pt x="14595" y="5674"/>
                    <a:pt x="14962" y="5073"/>
                    <a:pt x="15062" y="4339"/>
                  </a:cubicBezTo>
                  <a:cubicBezTo>
                    <a:pt x="15129" y="3639"/>
                    <a:pt x="14962" y="2972"/>
                    <a:pt x="14628" y="2471"/>
                  </a:cubicBezTo>
                  <a:cubicBezTo>
                    <a:pt x="14328" y="1937"/>
                    <a:pt x="13895" y="1571"/>
                    <a:pt x="13461" y="1270"/>
                  </a:cubicBezTo>
                  <a:cubicBezTo>
                    <a:pt x="13061" y="970"/>
                    <a:pt x="12627" y="803"/>
                    <a:pt x="12227" y="637"/>
                  </a:cubicBezTo>
                  <a:cubicBezTo>
                    <a:pt x="11426" y="336"/>
                    <a:pt x="10759" y="203"/>
                    <a:pt x="10292" y="136"/>
                  </a:cubicBezTo>
                  <a:cubicBezTo>
                    <a:pt x="9825" y="36"/>
                    <a:pt x="9592" y="3"/>
                    <a:pt x="9592" y="3"/>
                  </a:cubicBezTo>
                  <a:cubicBezTo>
                    <a:pt x="9570" y="1"/>
                    <a:pt x="9550" y="1"/>
                    <a:pt x="95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84" name="Google Shape;1384;p11"/>
            <p:cNvSpPr/>
            <p:nvPr/>
          </p:nvSpPr>
          <p:spPr>
            <a:xfrm flipH="1">
              <a:off x="9338748" y="701433"/>
              <a:ext cx="24" cy="24"/>
            </a:xfrm>
            <a:custGeom>
              <a:avLst/>
              <a:gdLst/>
              <a:ahLst/>
              <a:cxnLst/>
              <a:rect l="l" t="t" r="r" b="b"/>
              <a:pathLst>
                <a:path w="1" h="1" fill="none" extrusionOk="0">
                  <a:moveTo>
                    <a:pt x="1" y="0"/>
                  </a:moveTo>
                  <a:close/>
                </a:path>
              </a:pathLst>
            </a:custGeom>
            <a:solidFill>
              <a:schemeClr val="dk1"/>
            </a:solidFill>
            <a:ln w="5000" cap="flat" cmpd="sng">
              <a:solidFill>
                <a:srgbClr val="02570B"/>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85" name="Google Shape;1385;p11"/>
            <p:cNvSpPr/>
            <p:nvPr/>
          </p:nvSpPr>
          <p:spPr>
            <a:xfrm flipH="1">
              <a:off x="9139505" y="-4575"/>
              <a:ext cx="167398" cy="781232"/>
            </a:xfrm>
            <a:custGeom>
              <a:avLst/>
              <a:gdLst/>
              <a:ahLst/>
              <a:cxnLst/>
              <a:rect l="l" t="t" r="r" b="b"/>
              <a:pathLst>
                <a:path w="6923" h="32309" extrusionOk="0">
                  <a:moveTo>
                    <a:pt x="4881" y="1"/>
                  </a:moveTo>
                  <a:cubicBezTo>
                    <a:pt x="4761" y="1"/>
                    <a:pt x="4752" y="142"/>
                    <a:pt x="4954" y="344"/>
                  </a:cubicBezTo>
                  <a:cubicBezTo>
                    <a:pt x="4954" y="344"/>
                    <a:pt x="5087" y="411"/>
                    <a:pt x="5288" y="611"/>
                  </a:cubicBezTo>
                  <a:cubicBezTo>
                    <a:pt x="5521" y="844"/>
                    <a:pt x="5821" y="1211"/>
                    <a:pt x="6122" y="1678"/>
                  </a:cubicBezTo>
                  <a:cubicBezTo>
                    <a:pt x="6422" y="2179"/>
                    <a:pt x="6655" y="2846"/>
                    <a:pt x="6488" y="3546"/>
                  </a:cubicBezTo>
                  <a:cubicBezTo>
                    <a:pt x="6322" y="4314"/>
                    <a:pt x="5855" y="5014"/>
                    <a:pt x="5421" y="5848"/>
                  </a:cubicBezTo>
                  <a:cubicBezTo>
                    <a:pt x="4954" y="6649"/>
                    <a:pt x="4487" y="7549"/>
                    <a:pt x="4354" y="8583"/>
                  </a:cubicBezTo>
                  <a:cubicBezTo>
                    <a:pt x="4287" y="9584"/>
                    <a:pt x="4454" y="10685"/>
                    <a:pt x="4787" y="11686"/>
                  </a:cubicBezTo>
                  <a:cubicBezTo>
                    <a:pt x="5154" y="12653"/>
                    <a:pt x="5688" y="13554"/>
                    <a:pt x="5788" y="14488"/>
                  </a:cubicBezTo>
                  <a:cubicBezTo>
                    <a:pt x="5821" y="14721"/>
                    <a:pt x="5788" y="14988"/>
                    <a:pt x="5788" y="15188"/>
                  </a:cubicBezTo>
                  <a:cubicBezTo>
                    <a:pt x="5755" y="15388"/>
                    <a:pt x="5755" y="15655"/>
                    <a:pt x="5655" y="15855"/>
                  </a:cubicBezTo>
                  <a:cubicBezTo>
                    <a:pt x="5521" y="16255"/>
                    <a:pt x="5354" y="16689"/>
                    <a:pt x="5188" y="17089"/>
                  </a:cubicBezTo>
                  <a:cubicBezTo>
                    <a:pt x="5121" y="17223"/>
                    <a:pt x="5087" y="17323"/>
                    <a:pt x="4987" y="17423"/>
                  </a:cubicBezTo>
                  <a:lnTo>
                    <a:pt x="4921" y="17590"/>
                  </a:lnTo>
                  <a:lnTo>
                    <a:pt x="4854" y="17690"/>
                  </a:lnTo>
                  <a:lnTo>
                    <a:pt x="4821" y="17823"/>
                  </a:lnTo>
                  <a:cubicBezTo>
                    <a:pt x="4754" y="18057"/>
                    <a:pt x="4654" y="18257"/>
                    <a:pt x="4520" y="18490"/>
                  </a:cubicBezTo>
                  <a:cubicBezTo>
                    <a:pt x="4420" y="18691"/>
                    <a:pt x="4287" y="18891"/>
                    <a:pt x="4120" y="19057"/>
                  </a:cubicBezTo>
                  <a:cubicBezTo>
                    <a:pt x="3953" y="19224"/>
                    <a:pt x="3787" y="19391"/>
                    <a:pt x="3620" y="19658"/>
                  </a:cubicBezTo>
                  <a:cubicBezTo>
                    <a:pt x="3453" y="19891"/>
                    <a:pt x="3420" y="20192"/>
                    <a:pt x="3353" y="20392"/>
                  </a:cubicBezTo>
                  <a:cubicBezTo>
                    <a:pt x="3320" y="20592"/>
                    <a:pt x="3320" y="20825"/>
                    <a:pt x="3320" y="21026"/>
                  </a:cubicBezTo>
                  <a:cubicBezTo>
                    <a:pt x="3353" y="21392"/>
                    <a:pt x="3420" y="21693"/>
                    <a:pt x="3420" y="21893"/>
                  </a:cubicBezTo>
                  <a:lnTo>
                    <a:pt x="3420" y="21859"/>
                  </a:lnTo>
                  <a:cubicBezTo>
                    <a:pt x="3420" y="22393"/>
                    <a:pt x="3653" y="22894"/>
                    <a:pt x="3953" y="23227"/>
                  </a:cubicBezTo>
                  <a:cubicBezTo>
                    <a:pt x="4187" y="23594"/>
                    <a:pt x="4520" y="23928"/>
                    <a:pt x="4754" y="24261"/>
                  </a:cubicBezTo>
                  <a:cubicBezTo>
                    <a:pt x="4987" y="24595"/>
                    <a:pt x="5121" y="24995"/>
                    <a:pt x="5154" y="25362"/>
                  </a:cubicBezTo>
                  <a:cubicBezTo>
                    <a:pt x="5188" y="25729"/>
                    <a:pt x="5121" y="26096"/>
                    <a:pt x="5087" y="26496"/>
                  </a:cubicBezTo>
                  <a:cubicBezTo>
                    <a:pt x="4954" y="27230"/>
                    <a:pt x="4487" y="27830"/>
                    <a:pt x="3953" y="28197"/>
                  </a:cubicBezTo>
                  <a:cubicBezTo>
                    <a:pt x="3420" y="28598"/>
                    <a:pt x="2819" y="28864"/>
                    <a:pt x="2319" y="29165"/>
                  </a:cubicBezTo>
                  <a:cubicBezTo>
                    <a:pt x="1818" y="29398"/>
                    <a:pt x="1318" y="29698"/>
                    <a:pt x="985" y="30032"/>
                  </a:cubicBezTo>
                  <a:cubicBezTo>
                    <a:pt x="784" y="30165"/>
                    <a:pt x="651" y="30366"/>
                    <a:pt x="518" y="30532"/>
                  </a:cubicBezTo>
                  <a:cubicBezTo>
                    <a:pt x="384" y="30699"/>
                    <a:pt x="317" y="30866"/>
                    <a:pt x="217" y="31033"/>
                  </a:cubicBezTo>
                  <a:cubicBezTo>
                    <a:pt x="184" y="31166"/>
                    <a:pt x="151" y="31333"/>
                    <a:pt x="117" y="31433"/>
                  </a:cubicBezTo>
                  <a:cubicBezTo>
                    <a:pt x="51" y="31566"/>
                    <a:pt x="17" y="31700"/>
                    <a:pt x="17" y="31767"/>
                  </a:cubicBezTo>
                  <a:lnTo>
                    <a:pt x="17" y="32033"/>
                  </a:lnTo>
                  <a:cubicBezTo>
                    <a:pt x="0" y="32217"/>
                    <a:pt x="51" y="32309"/>
                    <a:pt x="113" y="32309"/>
                  </a:cubicBezTo>
                  <a:cubicBezTo>
                    <a:pt x="176" y="32309"/>
                    <a:pt x="251" y="32217"/>
                    <a:pt x="284" y="32033"/>
                  </a:cubicBezTo>
                  <a:cubicBezTo>
                    <a:pt x="284" y="32033"/>
                    <a:pt x="317" y="31933"/>
                    <a:pt x="317" y="31767"/>
                  </a:cubicBezTo>
                  <a:cubicBezTo>
                    <a:pt x="317" y="31700"/>
                    <a:pt x="351" y="31600"/>
                    <a:pt x="384" y="31500"/>
                  </a:cubicBezTo>
                  <a:cubicBezTo>
                    <a:pt x="451" y="31400"/>
                    <a:pt x="451" y="31233"/>
                    <a:pt x="518" y="31099"/>
                  </a:cubicBezTo>
                  <a:cubicBezTo>
                    <a:pt x="718" y="30532"/>
                    <a:pt x="1452" y="29899"/>
                    <a:pt x="2486" y="29398"/>
                  </a:cubicBezTo>
                  <a:cubicBezTo>
                    <a:pt x="3019" y="29165"/>
                    <a:pt x="3620" y="28864"/>
                    <a:pt x="4187" y="28431"/>
                  </a:cubicBezTo>
                  <a:cubicBezTo>
                    <a:pt x="4787" y="28031"/>
                    <a:pt x="5321" y="27363"/>
                    <a:pt x="5488" y="26529"/>
                  </a:cubicBezTo>
                  <a:cubicBezTo>
                    <a:pt x="5554" y="26163"/>
                    <a:pt x="5655" y="25729"/>
                    <a:pt x="5621" y="25262"/>
                  </a:cubicBezTo>
                  <a:cubicBezTo>
                    <a:pt x="5554" y="24862"/>
                    <a:pt x="5388" y="24395"/>
                    <a:pt x="5154" y="24028"/>
                  </a:cubicBezTo>
                  <a:cubicBezTo>
                    <a:pt x="4921" y="23661"/>
                    <a:pt x="4554" y="23327"/>
                    <a:pt x="4320" y="22994"/>
                  </a:cubicBezTo>
                  <a:cubicBezTo>
                    <a:pt x="4053" y="22660"/>
                    <a:pt x="3853" y="22260"/>
                    <a:pt x="3853" y="21859"/>
                  </a:cubicBezTo>
                  <a:cubicBezTo>
                    <a:pt x="3853" y="21693"/>
                    <a:pt x="3820" y="21392"/>
                    <a:pt x="3820" y="21026"/>
                  </a:cubicBezTo>
                  <a:cubicBezTo>
                    <a:pt x="3820" y="20692"/>
                    <a:pt x="3820" y="20258"/>
                    <a:pt x="4020" y="19925"/>
                  </a:cubicBezTo>
                  <a:cubicBezTo>
                    <a:pt x="4153" y="19758"/>
                    <a:pt x="4320" y="19591"/>
                    <a:pt x="4487" y="19391"/>
                  </a:cubicBezTo>
                  <a:cubicBezTo>
                    <a:pt x="4654" y="19191"/>
                    <a:pt x="4821" y="18991"/>
                    <a:pt x="4954" y="18724"/>
                  </a:cubicBezTo>
                  <a:cubicBezTo>
                    <a:pt x="5087" y="18490"/>
                    <a:pt x="5188" y="18224"/>
                    <a:pt x="5321" y="17923"/>
                  </a:cubicBezTo>
                  <a:lnTo>
                    <a:pt x="5321" y="17890"/>
                  </a:lnTo>
                  <a:lnTo>
                    <a:pt x="5354" y="17823"/>
                  </a:lnTo>
                  <a:lnTo>
                    <a:pt x="5454" y="17656"/>
                  </a:lnTo>
                  <a:cubicBezTo>
                    <a:pt x="5488" y="17523"/>
                    <a:pt x="5554" y="17423"/>
                    <a:pt x="5655" y="17356"/>
                  </a:cubicBezTo>
                  <a:cubicBezTo>
                    <a:pt x="5855" y="16923"/>
                    <a:pt x="6021" y="16522"/>
                    <a:pt x="6155" y="16022"/>
                  </a:cubicBezTo>
                  <a:cubicBezTo>
                    <a:pt x="6222" y="15755"/>
                    <a:pt x="6222" y="15522"/>
                    <a:pt x="6288" y="15255"/>
                  </a:cubicBezTo>
                  <a:cubicBezTo>
                    <a:pt x="6288" y="15021"/>
                    <a:pt x="6288" y="14721"/>
                    <a:pt x="6222" y="14488"/>
                  </a:cubicBezTo>
                  <a:cubicBezTo>
                    <a:pt x="6155" y="13920"/>
                    <a:pt x="5988" y="13420"/>
                    <a:pt x="5788" y="12953"/>
                  </a:cubicBezTo>
                  <a:cubicBezTo>
                    <a:pt x="5554" y="12486"/>
                    <a:pt x="5354" y="12019"/>
                    <a:pt x="5188" y="11552"/>
                  </a:cubicBezTo>
                  <a:cubicBezTo>
                    <a:pt x="4854" y="10585"/>
                    <a:pt x="4687" y="9584"/>
                    <a:pt x="4787" y="8617"/>
                  </a:cubicBezTo>
                  <a:cubicBezTo>
                    <a:pt x="4854" y="7683"/>
                    <a:pt x="5288" y="6815"/>
                    <a:pt x="5755" y="6015"/>
                  </a:cubicBezTo>
                  <a:cubicBezTo>
                    <a:pt x="6188" y="5214"/>
                    <a:pt x="6655" y="4480"/>
                    <a:pt x="6822" y="3646"/>
                  </a:cubicBezTo>
                  <a:cubicBezTo>
                    <a:pt x="6922" y="3213"/>
                    <a:pt x="6855" y="2813"/>
                    <a:pt x="6789" y="2446"/>
                  </a:cubicBezTo>
                  <a:cubicBezTo>
                    <a:pt x="6655" y="2079"/>
                    <a:pt x="6522" y="1778"/>
                    <a:pt x="6355" y="1545"/>
                  </a:cubicBezTo>
                  <a:cubicBezTo>
                    <a:pt x="6021" y="1045"/>
                    <a:pt x="5755" y="678"/>
                    <a:pt x="5488" y="444"/>
                  </a:cubicBezTo>
                  <a:cubicBezTo>
                    <a:pt x="5254" y="244"/>
                    <a:pt x="5121" y="111"/>
                    <a:pt x="5121" y="111"/>
                  </a:cubicBezTo>
                  <a:cubicBezTo>
                    <a:pt x="5022" y="34"/>
                    <a:pt x="4939" y="1"/>
                    <a:pt x="48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86" name="Google Shape;1386;p11"/>
            <p:cNvSpPr/>
            <p:nvPr/>
          </p:nvSpPr>
          <p:spPr>
            <a:xfrm flipH="1">
              <a:off x="8466019" y="872990"/>
              <a:ext cx="516630" cy="263997"/>
            </a:xfrm>
            <a:custGeom>
              <a:avLst/>
              <a:gdLst/>
              <a:ahLst/>
              <a:cxnLst/>
              <a:rect l="l" t="t" r="r" b="b"/>
              <a:pathLst>
                <a:path w="21366" h="10918" extrusionOk="0">
                  <a:moveTo>
                    <a:pt x="8236" y="1"/>
                  </a:moveTo>
                  <a:cubicBezTo>
                    <a:pt x="7955" y="1"/>
                    <a:pt x="7679" y="52"/>
                    <a:pt x="7422" y="144"/>
                  </a:cubicBezTo>
                  <a:cubicBezTo>
                    <a:pt x="5587" y="911"/>
                    <a:pt x="4720" y="2645"/>
                    <a:pt x="3920" y="3946"/>
                  </a:cubicBezTo>
                  <a:cubicBezTo>
                    <a:pt x="3519" y="4613"/>
                    <a:pt x="3119" y="5214"/>
                    <a:pt x="2719" y="5714"/>
                  </a:cubicBezTo>
                  <a:cubicBezTo>
                    <a:pt x="2519" y="5948"/>
                    <a:pt x="2285" y="6148"/>
                    <a:pt x="2085" y="6381"/>
                  </a:cubicBezTo>
                  <a:cubicBezTo>
                    <a:pt x="1885" y="6582"/>
                    <a:pt x="1685" y="6748"/>
                    <a:pt x="1518" y="6915"/>
                  </a:cubicBezTo>
                  <a:cubicBezTo>
                    <a:pt x="1118" y="7149"/>
                    <a:pt x="851" y="7415"/>
                    <a:pt x="584" y="7549"/>
                  </a:cubicBezTo>
                  <a:cubicBezTo>
                    <a:pt x="350" y="7649"/>
                    <a:pt x="217" y="7749"/>
                    <a:pt x="217" y="7749"/>
                  </a:cubicBezTo>
                  <a:cubicBezTo>
                    <a:pt x="1" y="7884"/>
                    <a:pt x="47" y="8128"/>
                    <a:pt x="232" y="8128"/>
                  </a:cubicBezTo>
                  <a:cubicBezTo>
                    <a:pt x="275" y="8128"/>
                    <a:pt x="326" y="8114"/>
                    <a:pt x="384" y="8083"/>
                  </a:cubicBezTo>
                  <a:cubicBezTo>
                    <a:pt x="384" y="8083"/>
                    <a:pt x="517" y="7983"/>
                    <a:pt x="751" y="7882"/>
                  </a:cubicBezTo>
                  <a:cubicBezTo>
                    <a:pt x="1017" y="7782"/>
                    <a:pt x="1351" y="7549"/>
                    <a:pt x="1751" y="7249"/>
                  </a:cubicBezTo>
                  <a:cubicBezTo>
                    <a:pt x="1918" y="7082"/>
                    <a:pt x="2185" y="6915"/>
                    <a:pt x="2385" y="6715"/>
                  </a:cubicBezTo>
                  <a:cubicBezTo>
                    <a:pt x="2585" y="6481"/>
                    <a:pt x="2852" y="6248"/>
                    <a:pt x="3052" y="5981"/>
                  </a:cubicBezTo>
                  <a:cubicBezTo>
                    <a:pt x="3453" y="5447"/>
                    <a:pt x="3920" y="4880"/>
                    <a:pt x="4353" y="4213"/>
                  </a:cubicBezTo>
                  <a:cubicBezTo>
                    <a:pt x="4553" y="3846"/>
                    <a:pt x="4787" y="3513"/>
                    <a:pt x="5020" y="3212"/>
                  </a:cubicBezTo>
                  <a:cubicBezTo>
                    <a:pt x="5220" y="2812"/>
                    <a:pt x="5454" y="2479"/>
                    <a:pt x="5721" y="2178"/>
                  </a:cubicBezTo>
                  <a:cubicBezTo>
                    <a:pt x="6221" y="1578"/>
                    <a:pt x="6888" y="978"/>
                    <a:pt x="7589" y="744"/>
                  </a:cubicBezTo>
                  <a:cubicBezTo>
                    <a:pt x="7756" y="677"/>
                    <a:pt x="7931" y="644"/>
                    <a:pt x="8106" y="644"/>
                  </a:cubicBezTo>
                  <a:cubicBezTo>
                    <a:pt x="8281" y="644"/>
                    <a:pt x="8456" y="677"/>
                    <a:pt x="8623" y="744"/>
                  </a:cubicBezTo>
                  <a:cubicBezTo>
                    <a:pt x="8956" y="844"/>
                    <a:pt x="9257" y="1111"/>
                    <a:pt x="9524" y="1411"/>
                  </a:cubicBezTo>
                  <a:cubicBezTo>
                    <a:pt x="10024" y="1978"/>
                    <a:pt x="10257" y="2745"/>
                    <a:pt x="10558" y="3446"/>
                  </a:cubicBezTo>
                  <a:cubicBezTo>
                    <a:pt x="10691" y="3813"/>
                    <a:pt x="10858" y="4180"/>
                    <a:pt x="11058" y="4580"/>
                  </a:cubicBezTo>
                  <a:cubicBezTo>
                    <a:pt x="11258" y="4947"/>
                    <a:pt x="11558" y="5381"/>
                    <a:pt x="12059" y="5581"/>
                  </a:cubicBezTo>
                  <a:cubicBezTo>
                    <a:pt x="12305" y="5687"/>
                    <a:pt x="12571" y="5727"/>
                    <a:pt x="12835" y="5727"/>
                  </a:cubicBezTo>
                  <a:cubicBezTo>
                    <a:pt x="13071" y="5727"/>
                    <a:pt x="13306" y="5695"/>
                    <a:pt x="13526" y="5648"/>
                  </a:cubicBezTo>
                  <a:cubicBezTo>
                    <a:pt x="13727" y="5614"/>
                    <a:pt x="13960" y="5547"/>
                    <a:pt x="14194" y="5447"/>
                  </a:cubicBezTo>
                  <a:lnTo>
                    <a:pt x="14794" y="5214"/>
                  </a:lnTo>
                  <a:cubicBezTo>
                    <a:pt x="15228" y="4980"/>
                    <a:pt x="15595" y="4814"/>
                    <a:pt x="15961" y="4714"/>
                  </a:cubicBezTo>
                  <a:cubicBezTo>
                    <a:pt x="16204" y="4633"/>
                    <a:pt x="16434" y="4589"/>
                    <a:pt x="16645" y="4589"/>
                  </a:cubicBezTo>
                  <a:cubicBezTo>
                    <a:pt x="16782" y="4589"/>
                    <a:pt x="16910" y="4607"/>
                    <a:pt x="17029" y="4647"/>
                  </a:cubicBezTo>
                  <a:cubicBezTo>
                    <a:pt x="17296" y="4780"/>
                    <a:pt x="17563" y="5080"/>
                    <a:pt x="17729" y="5414"/>
                  </a:cubicBezTo>
                  <a:cubicBezTo>
                    <a:pt x="17896" y="5781"/>
                    <a:pt x="18063" y="6115"/>
                    <a:pt x="18130" y="6481"/>
                  </a:cubicBezTo>
                  <a:cubicBezTo>
                    <a:pt x="18363" y="7249"/>
                    <a:pt x="18430" y="7949"/>
                    <a:pt x="18630" y="8616"/>
                  </a:cubicBezTo>
                  <a:cubicBezTo>
                    <a:pt x="18797" y="9283"/>
                    <a:pt x="19097" y="9884"/>
                    <a:pt x="19531" y="10251"/>
                  </a:cubicBezTo>
                  <a:cubicBezTo>
                    <a:pt x="19898" y="10618"/>
                    <a:pt x="20298" y="10785"/>
                    <a:pt x="20598" y="10818"/>
                  </a:cubicBezTo>
                  <a:cubicBezTo>
                    <a:pt x="20865" y="10918"/>
                    <a:pt x="21032" y="10918"/>
                    <a:pt x="21032" y="10918"/>
                  </a:cubicBezTo>
                  <a:cubicBezTo>
                    <a:pt x="21365" y="10918"/>
                    <a:pt x="21365" y="10618"/>
                    <a:pt x="21132" y="10484"/>
                  </a:cubicBezTo>
                  <a:cubicBezTo>
                    <a:pt x="21132" y="10484"/>
                    <a:pt x="20998" y="10484"/>
                    <a:pt x="20765" y="10418"/>
                  </a:cubicBezTo>
                  <a:cubicBezTo>
                    <a:pt x="20498" y="10384"/>
                    <a:pt x="20164" y="10217"/>
                    <a:pt x="19831" y="9917"/>
                  </a:cubicBezTo>
                  <a:cubicBezTo>
                    <a:pt x="19564" y="9617"/>
                    <a:pt x="19297" y="9117"/>
                    <a:pt x="19130" y="8483"/>
                  </a:cubicBezTo>
                  <a:cubicBezTo>
                    <a:pt x="18997" y="7882"/>
                    <a:pt x="18897" y="7149"/>
                    <a:pt x="18730" y="6381"/>
                  </a:cubicBezTo>
                  <a:cubicBezTo>
                    <a:pt x="18630" y="5948"/>
                    <a:pt x="18497" y="5581"/>
                    <a:pt x="18296" y="5147"/>
                  </a:cubicBezTo>
                  <a:cubicBezTo>
                    <a:pt x="18096" y="4780"/>
                    <a:pt x="17863" y="4380"/>
                    <a:pt x="17329" y="4113"/>
                  </a:cubicBezTo>
                  <a:cubicBezTo>
                    <a:pt x="17106" y="4002"/>
                    <a:pt x="16853" y="3959"/>
                    <a:pt x="16605" y="3959"/>
                  </a:cubicBezTo>
                  <a:cubicBezTo>
                    <a:pt x="16334" y="3959"/>
                    <a:pt x="16070" y="4010"/>
                    <a:pt x="15861" y="4080"/>
                  </a:cubicBezTo>
                  <a:cubicBezTo>
                    <a:pt x="15394" y="4213"/>
                    <a:pt x="15027" y="4413"/>
                    <a:pt x="14594" y="4580"/>
                  </a:cubicBezTo>
                  <a:cubicBezTo>
                    <a:pt x="14394" y="4714"/>
                    <a:pt x="14227" y="4747"/>
                    <a:pt x="14027" y="4814"/>
                  </a:cubicBezTo>
                  <a:cubicBezTo>
                    <a:pt x="13793" y="4914"/>
                    <a:pt x="13626" y="4947"/>
                    <a:pt x="13426" y="4980"/>
                  </a:cubicBezTo>
                  <a:cubicBezTo>
                    <a:pt x="13256" y="5027"/>
                    <a:pt x="13086" y="5052"/>
                    <a:pt x="12922" y="5052"/>
                  </a:cubicBezTo>
                  <a:cubicBezTo>
                    <a:pt x="12733" y="5052"/>
                    <a:pt x="12553" y="5019"/>
                    <a:pt x="12392" y="4947"/>
                  </a:cubicBezTo>
                  <a:cubicBezTo>
                    <a:pt x="12125" y="4814"/>
                    <a:pt x="11892" y="4580"/>
                    <a:pt x="11725" y="4247"/>
                  </a:cubicBezTo>
                  <a:cubicBezTo>
                    <a:pt x="11558" y="3913"/>
                    <a:pt x="11392" y="3546"/>
                    <a:pt x="11258" y="3212"/>
                  </a:cubicBezTo>
                  <a:cubicBezTo>
                    <a:pt x="10958" y="2479"/>
                    <a:pt x="10691" y="1645"/>
                    <a:pt x="10091" y="944"/>
                  </a:cubicBezTo>
                  <a:cubicBezTo>
                    <a:pt x="9790" y="611"/>
                    <a:pt x="9423" y="277"/>
                    <a:pt x="8923" y="110"/>
                  </a:cubicBezTo>
                  <a:cubicBezTo>
                    <a:pt x="8698" y="35"/>
                    <a:pt x="8466" y="1"/>
                    <a:pt x="82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87" name="Google Shape;1387;p11"/>
            <p:cNvSpPr/>
            <p:nvPr/>
          </p:nvSpPr>
          <p:spPr>
            <a:xfrm flipH="1">
              <a:off x="8782197" y="899830"/>
              <a:ext cx="17772" cy="18594"/>
            </a:xfrm>
            <a:custGeom>
              <a:avLst/>
              <a:gdLst/>
              <a:ahLst/>
              <a:cxnLst/>
              <a:rect l="l" t="t" r="r" b="b"/>
              <a:pathLst>
                <a:path w="735" h="769" extrusionOk="0">
                  <a:moveTo>
                    <a:pt x="568" y="1"/>
                  </a:moveTo>
                  <a:cubicBezTo>
                    <a:pt x="568" y="1"/>
                    <a:pt x="334" y="101"/>
                    <a:pt x="201" y="201"/>
                  </a:cubicBezTo>
                  <a:cubicBezTo>
                    <a:pt x="134" y="335"/>
                    <a:pt x="0" y="601"/>
                    <a:pt x="0" y="601"/>
                  </a:cubicBezTo>
                  <a:cubicBezTo>
                    <a:pt x="0" y="601"/>
                    <a:pt x="134" y="768"/>
                    <a:pt x="167" y="768"/>
                  </a:cubicBezTo>
                  <a:cubicBezTo>
                    <a:pt x="167" y="768"/>
                    <a:pt x="401" y="668"/>
                    <a:pt x="534" y="535"/>
                  </a:cubicBezTo>
                  <a:cubicBezTo>
                    <a:pt x="634" y="435"/>
                    <a:pt x="734" y="168"/>
                    <a:pt x="734" y="168"/>
                  </a:cubicBezTo>
                  <a:lnTo>
                    <a:pt x="56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88" name="Google Shape;1388;p11"/>
            <p:cNvSpPr/>
            <p:nvPr/>
          </p:nvSpPr>
          <p:spPr>
            <a:xfrm flipH="1">
              <a:off x="8766867" y="911122"/>
              <a:ext cx="27468" cy="32304"/>
            </a:xfrm>
            <a:custGeom>
              <a:avLst/>
              <a:gdLst/>
              <a:ahLst/>
              <a:cxnLst/>
              <a:rect l="l" t="t" r="r" b="b"/>
              <a:pathLst>
                <a:path w="1136" h="1336" extrusionOk="0">
                  <a:moveTo>
                    <a:pt x="968" y="1"/>
                  </a:moveTo>
                  <a:cubicBezTo>
                    <a:pt x="968" y="1"/>
                    <a:pt x="835" y="34"/>
                    <a:pt x="735" y="134"/>
                  </a:cubicBezTo>
                  <a:cubicBezTo>
                    <a:pt x="601" y="201"/>
                    <a:pt x="468" y="335"/>
                    <a:pt x="335" y="468"/>
                  </a:cubicBezTo>
                  <a:cubicBezTo>
                    <a:pt x="268" y="568"/>
                    <a:pt x="134" y="735"/>
                    <a:pt x="101" y="902"/>
                  </a:cubicBezTo>
                  <a:lnTo>
                    <a:pt x="1" y="1168"/>
                  </a:lnTo>
                  <a:cubicBezTo>
                    <a:pt x="68" y="1202"/>
                    <a:pt x="234" y="1302"/>
                    <a:pt x="268" y="1335"/>
                  </a:cubicBezTo>
                  <a:cubicBezTo>
                    <a:pt x="268" y="1335"/>
                    <a:pt x="335" y="1235"/>
                    <a:pt x="435" y="1135"/>
                  </a:cubicBezTo>
                  <a:cubicBezTo>
                    <a:pt x="501" y="1002"/>
                    <a:pt x="635" y="902"/>
                    <a:pt x="735" y="802"/>
                  </a:cubicBezTo>
                  <a:lnTo>
                    <a:pt x="968" y="401"/>
                  </a:lnTo>
                  <a:cubicBezTo>
                    <a:pt x="1068" y="301"/>
                    <a:pt x="1135" y="201"/>
                    <a:pt x="1135" y="201"/>
                  </a:cubicBezTo>
                  <a:cubicBezTo>
                    <a:pt x="1135" y="168"/>
                    <a:pt x="968" y="1"/>
                    <a:pt x="9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89" name="Google Shape;1389;p11"/>
            <p:cNvSpPr/>
            <p:nvPr/>
          </p:nvSpPr>
          <p:spPr>
            <a:xfrm flipH="1">
              <a:off x="8755575" y="934528"/>
              <a:ext cx="20190" cy="25824"/>
            </a:xfrm>
            <a:custGeom>
              <a:avLst/>
              <a:gdLst/>
              <a:ahLst/>
              <a:cxnLst/>
              <a:rect l="l" t="t" r="r" b="b"/>
              <a:pathLst>
                <a:path w="835" h="1068" extrusionOk="0">
                  <a:moveTo>
                    <a:pt x="634" y="0"/>
                  </a:moveTo>
                  <a:cubicBezTo>
                    <a:pt x="634" y="0"/>
                    <a:pt x="334" y="234"/>
                    <a:pt x="200" y="401"/>
                  </a:cubicBezTo>
                  <a:cubicBezTo>
                    <a:pt x="67" y="601"/>
                    <a:pt x="0" y="934"/>
                    <a:pt x="0" y="934"/>
                  </a:cubicBezTo>
                  <a:cubicBezTo>
                    <a:pt x="0" y="934"/>
                    <a:pt x="167" y="1068"/>
                    <a:pt x="200" y="1068"/>
                  </a:cubicBezTo>
                  <a:cubicBezTo>
                    <a:pt x="200" y="1068"/>
                    <a:pt x="501" y="834"/>
                    <a:pt x="634" y="667"/>
                  </a:cubicBezTo>
                  <a:cubicBezTo>
                    <a:pt x="734" y="434"/>
                    <a:pt x="834" y="100"/>
                    <a:pt x="834" y="100"/>
                  </a:cubicBezTo>
                  <a:lnTo>
                    <a:pt x="6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90" name="Google Shape;1390;p11"/>
            <p:cNvSpPr/>
            <p:nvPr/>
          </p:nvSpPr>
          <p:spPr>
            <a:xfrm flipH="1">
              <a:off x="8741864" y="960328"/>
              <a:ext cx="21012" cy="26816"/>
            </a:xfrm>
            <a:custGeom>
              <a:avLst/>
              <a:gdLst/>
              <a:ahLst/>
              <a:cxnLst/>
              <a:rect l="l" t="t" r="r" b="b"/>
              <a:pathLst>
                <a:path w="869" h="1109" extrusionOk="0">
                  <a:moveTo>
                    <a:pt x="735" y="1"/>
                  </a:moveTo>
                  <a:cubicBezTo>
                    <a:pt x="735" y="1"/>
                    <a:pt x="668" y="34"/>
                    <a:pt x="535" y="134"/>
                  </a:cubicBezTo>
                  <a:cubicBezTo>
                    <a:pt x="435" y="201"/>
                    <a:pt x="301" y="334"/>
                    <a:pt x="201" y="434"/>
                  </a:cubicBezTo>
                  <a:cubicBezTo>
                    <a:pt x="101" y="635"/>
                    <a:pt x="1" y="1001"/>
                    <a:pt x="1" y="1001"/>
                  </a:cubicBezTo>
                  <a:cubicBezTo>
                    <a:pt x="1" y="1030"/>
                    <a:pt x="124" y="1108"/>
                    <a:pt x="180" y="1108"/>
                  </a:cubicBezTo>
                  <a:cubicBezTo>
                    <a:pt x="189" y="1108"/>
                    <a:pt x="196" y="1106"/>
                    <a:pt x="201" y="1102"/>
                  </a:cubicBezTo>
                  <a:cubicBezTo>
                    <a:pt x="201" y="1102"/>
                    <a:pt x="501" y="835"/>
                    <a:pt x="635" y="668"/>
                  </a:cubicBezTo>
                  <a:cubicBezTo>
                    <a:pt x="668" y="601"/>
                    <a:pt x="735" y="468"/>
                    <a:pt x="801" y="368"/>
                  </a:cubicBezTo>
                  <a:lnTo>
                    <a:pt x="868" y="201"/>
                  </a:lnTo>
                  <a:lnTo>
                    <a:pt x="73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91" name="Google Shape;1391;p11"/>
            <p:cNvSpPr/>
            <p:nvPr/>
          </p:nvSpPr>
          <p:spPr>
            <a:xfrm flipH="1">
              <a:off x="8724938" y="999862"/>
              <a:ext cx="12936" cy="21786"/>
            </a:xfrm>
            <a:custGeom>
              <a:avLst/>
              <a:gdLst/>
              <a:ahLst/>
              <a:cxnLst/>
              <a:rect l="l" t="t" r="r" b="b"/>
              <a:pathLst>
                <a:path w="535" h="901" extrusionOk="0">
                  <a:moveTo>
                    <a:pt x="168" y="0"/>
                  </a:moveTo>
                  <a:lnTo>
                    <a:pt x="68" y="367"/>
                  </a:lnTo>
                  <a:lnTo>
                    <a:pt x="68" y="567"/>
                  </a:lnTo>
                  <a:cubicBezTo>
                    <a:pt x="1" y="667"/>
                    <a:pt x="1" y="701"/>
                    <a:pt x="1" y="701"/>
                  </a:cubicBezTo>
                  <a:cubicBezTo>
                    <a:pt x="1" y="734"/>
                    <a:pt x="168" y="868"/>
                    <a:pt x="168" y="901"/>
                  </a:cubicBezTo>
                  <a:cubicBezTo>
                    <a:pt x="168" y="901"/>
                    <a:pt x="268" y="868"/>
                    <a:pt x="335" y="767"/>
                  </a:cubicBezTo>
                  <a:cubicBezTo>
                    <a:pt x="435" y="701"/>
                    <a:pt x="501" y="534"/>
                    <a:pt x="501" y="467"/>
                  </a:cubicBezTo>
                  <a:cubicBezTo>
                    <a:pt x="535" y="234"/>
                    <a:pt x="435" y="0"/>
                    <a:pt x="4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92" name="Google Shape;1392;p11"/>
            <p:cNvSpPr/>
            <p:nvPr/>
          </p:nvSpPr>
          <p:spPr>
            <a:xfrm flipH="1">
              <a:off x="8565230" y="1007116"/>
              <a:ext cx="28266" cy="20190"/>
            </a:xfrm>
            <a:custGeom>
              <a:avLst/>
              <a:gdLst/>
              <a:ahLst/>
              <a:cxnLst/>
              <a:rect l="l" t="t" r="r" b="b"/>
              <a:pathLst>
                <a:path w="1169" h="835" extrusionOk="0">
                  <a:moveTo>
                    <a:pt x="835" y="0"/>
                  </a:moveTo>
                  <a:cubicBezTo>
                    <a:pt x="701" y="0"/>
                    <a:pt x="535" y="67"/>
                    <a:pt x="401" y="101"/>
                  </a:cubicBezTo>
                  <a:cubicBezTo>
                    <a:pt x="334" y="201"/>
                    <a:pt x="201" y="267"/>
                    <a:pt x="134" y="401"/>
                  </a:cubicBezTo>
                  <a:cubicBezTo>
                    <a:pt x="34" y="534"/>
                    <a:pt x="1" y="601"/>
                    <a:pt x="1" y="601"/>
                  </a:cubicBezTo>
                  <a:cubicBezTo>
                    <a:pt x="1" y="668"/>
                    <a:pt x="134" y="768"/>
                    <a:pt x="134" y="834"/>
                  </a:cubicBezTo>
                  <a:cubicBezTo>
                    <a:pt x="134" y="834"/>
                    <a:pt x="201" y="768"/>
                    <a:pt x="334" y="734"/>
                  </a:cubicBezTo>
                  <a:cubicBezTo>
                    <a:pt x="468" y="701"/>
                    <a:pt x="568" y="668"/>
                    <a:pt x="668" y="568"/>
                  </a:cubicBezTo>
                  <a:cubicBezTo>
                    <a:pt x="735" y="534"/>
                    <a:pt x="868" y="401"/>
                    <a:pt x="968" y="367"/>
                  </a:cubicBezTo>
                  <a:cubicBezTo>
                    <a:pt x="1035" y="267"/>
                    <a:pt x="1135" y="234"/>
                    <a:pt x="1135" y="234"/>
                  </a:cubicBezTo>
                  <a:cubicBezTo>
                    <a:pt x="1168" y="234"/>
                    <a:pt x="1068" y="0"/>
                    <a:pt x="10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93" name="Google Shape;1393;p11"/>
            <p:cNvSpPr/>
            <p:nvPr/>
          </p:nvSpPr>
          <p:spPr>
            <a:xfrm flipH="1">
              <a:off x="8562812" y="1036157"/>
              <a:ext cx="19392" cy="17772"/>
            </a:xfrm>
            <a:custGeom>
              <a:avLst/>
              <a:gdLst/>
              <a:ahLst/>
              <a:cxnLst/>
              <a:rect l="l" t="t" r="r" b="b"/>
              <a:pathLst>
                <a:path w="802" h="735" extrusionOk="0">
                  <a:moveTo>
                    <a:pt x="635" y="0"/>
                  </a:moveTo>
                  <a:cubicBezTo>
                    <a:pt x="635" y="0"/>
                    <a:pt x="334" y="67"/>
                    <a:pt x="201" y="200"/>
                  </a:cubicBezTo>
                  <a:cubicBezTo>
                    <a:pt x="168" y="234"/>
                    <a:pt x="68" y="367"/>
                    <a:pt x="34" y="467"/>
                  </a:cubicBezTo>
                  <a:cubicBezTo>
                    <a:pt x="1" y="534"/>
                    <a:pt x="1" y="634"/>
                    <a:pt x="1" y="634"/>
                  </a:cubicBezTo>
                  <a:cubicBezTo>
                    <a:pt x="34" y="634"/>
                    <a:pt x="201" y="701"/>
                    <a:pt x="201" y="734"/>
                  </a:cubicBezTo>
                  <a:cubicBezTo>
                    <a:pt x="201" y="734"/>
                    <a:pt x="234" y="701"/>
                    <a:pt x="334" y="667"/>
                  </a:cubicBezTo>
                  <a:cubicBezTo>
                    <a:pt x="368" y="634"/>
                    <a:pt x="501" y="567"/>
                    <a:pt x="535" y="534"/>
                  </a:cubicBezTo>
                  <a:cubicBezTo>
                    <a:pt x="668" y="467"/>
                    <a:pt x="801" y="167"/>
                    <a:pt x="801" y="167"/>
                  </a:cubicBezTo>
                  <a:lnTo>
                    <a:pt x="63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94" name="Google Shape;1394;p11"/>
            <p:cNvSpPr/>
            <p:nvPr/>
          </p:nvSpPr>
          <p:spPr>
            <a:xfrm flipH="1">
              <a:off x="8552317" y="1057121"/>
              <a:ext cx="29064" cy="25026"/>
            </a:xfrm>
            <a:custGeom>
              <a:avLst/>
              <a:gdLst/>
              <a:ahLst/>
              <a:cxnLst/>
              <a:rect l="l" t="t" r="r" b="b"/>
              <a:pathLst>
                <a:path w="1202" h="1035" extrusionOk="0">
                  <a:moveTo>
                    <a:pt x="1068" y="1"/>
                  </a:moveTo>
                  <a:lnTo>
                    <a:pt x="834" y="101"/>
                  </a:lnTo>
                  <a:cubicBezTo>
                    <a:pt x="667" y="134"/>
                    <a:pt x="534" y="201"/>
                    <a:pt x="434" y="301"/>
                  </a:cubicBezTo>
                  <a:cubicBezTo>
                    <a:pt x="200" y="468"/>
                    <a:pt x="0" y="835"/>
                    <a:pt x="0" y="835"/>
                  </a:cubicBezTo>
                  <a:cubicBezTo>
                    <a:pt x="0" y="868"/>
                    <a:pt x="167" y="1001"/>
                    <a:pt x="200" y="1035"/>
                  </a:cubicBezTo>
                  <a:cubicBezTo>
                    <a:pt x="200" y="1035"/>
                    <a:pt x="567" y="835"/>
                    <a:pt x="734" y="668"/>
                  </a:cubicBezTo>
                  <a:lnTo>
                    <a:pt x="1034" y="368"/>
                  </a:lnTo>
                  <a:lnTo>
                    <a:pt x="1201" y="201"/>
                  </a:lnTo>
                  <a:lnTo>
                    <a:pt x="106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95" name="Google Shape;1395;p11"/>
            <p:cNvSpPr/>
            <p:nvPr/>
          </p:nvSpPr>
          <p:spPr>
            <a:xfrm flipH="1">
              <a:off x="8548304" y="1088579"/>
              <a:ext cx="17748" cy="17772"/>
            </a:xfrm>
            <a:custGeom>
              <a:avLst/>
              <a:gdLst/>
              <a:ahLst/>
              <a:cxnLst/>
              <a:rect l="l" t="t" r="r" b="b"/>
              <a:pathLst>
                <a:path w="734" h="735" extrusionOk="0">
                  <a:moveTo>
                    <a:pt x="567" y="1"/>
                  </a:moveTo>
                  <a:cubicBezTo>
                    <a:pt x="567" y="1"/>
                    <a:pt x="334" y="67"/>
                    <a:pt x="200" y="201"/>
                  </a:cubicBezTo>
                  <a:cubicBezTo>
                    <a:pt x="100" y="334"/>
                    <a:pt x="0" y="568"/>
                    <a:pt x="0" y="568"/>
                  </a:cubicBezTo>
                  <a:cubicBezTo>
                    <a:pt x="0" y="634"/>
                    <a:pt x="167" y="734"/>
                    <a:pt x="167" y="734"/>
                  </a:cubicBezTo>
                  <a:cubicBezTo>
                    <a:pt x="167" y="734"/>
                    <a:pt x="400" y="668"/>
                    <a:pt x="534" y="534"/>
                  </a:cubicBezTo>
                  <a:cubicBezTo>
                    <a:pt x="634" y="401"/>
                    <a:pt x="734" y="167"/>
                    <a:pt x="734" y="167"/>
                  </a:cubicBezTo>
                  <a:lnTo>
                    <a:pt x="56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96" name="Google Shape;1396;p11"/>
            <p:cNvSpPr/>
            <p:nvPr/>
          </p:nvSpPr>
          <p:spPr>
            <a:xfrm flipH="1">
              <a:off x="8537809" y="1112783"/>
              <a:ext cx="16152" cy="20190"/>
            </a:xfrm>
            <a:custGeom>
              <a:avLst/>
              <a:gdLst/>
              <a:ahLst/>
              <a:cxnLst/>
              <a:rect l="l" t="t" r="r" b="b"/>
              <a:pathLst>
                <a:path w="668" h="835" extrusionOk="0">
                  <a:moveTo>
                    <a:pt x="367" y="0"/>
                  </a:moveTo>
                  <a:cubicBezTo>
                    <a:pt x="367" y="0"/>
                    <a:pt x="201" y="167"/>
                    <a:pt x="134" y="300"/>
                  </a:cubicBezTo>
                  <a:cubicBezTo>
                    <a:pt x="67" y="334"/>
                    <a:pt x="67" y="401"/>
                    <a:pt x="34" y="501"/>
                  </a:cubicBezTo>
                  <a:cubicBezTo>
                    <a:pt x="0" y="534"/>
                    <a:pt x="0" y="634"/>
                    <a:pt x="0" y="634"/>
                  </a:cubicBezTo>
                  <a:cubicBezTo>
                    <a:pt x="34" y="667"/>
                    <a:pt x="167" y="801"/>
                    <a:pt x="167" y="834"/>
                  </a:cubicBezTo>
                  <a:lnTo>
                    <a:pt x="334" y="734"/>
                  </a:lnTo>
                  <a:cubicBezTo>
                    <a:pt x="401" y="701"/>
                    <a:pt x="501" y="634"/>
                    <a:pt x="534" y="534"/>
                  </a:cubicBezTo>
                  <a:cubicBezTo>
                    <a:pt x="668" y="367"/>
                    <a:pt x="601" y="67"/>
                    <a:pt x="601" y="67"/>
                  </a:cubicBezTo>
                  <a:lnTo>
                    <a:pt x="36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97" name="Google Shape;1397;p11"/>
            <p:cNvSpPr/>
            <p:nvPr/>
          </p:nvSpPr>
          <p:spPr>
            <a:xfrm flipH="1">
              <a:off x="8521681" y="1128911"/>
              <a:ext cx="16950" cy="20190"/>
            </a:xfrm>
            <a:custGeom>
              <a:avLst/>
              <a:gdLst/>
              <a:ahLst/>
              <a:cxnLst/>
              <a:rect l="l" t="t" r="r" b="b"/>
              <a:pathLst>
                <a:path w="701" h="835" extrusionOk="0">
                  <a:moveTo>
                    <a:pt x="534" y="0"/>
                  </a:moveTo>
                  <a:cubicBezTo>
                    <a:pt x="534" y="0"/>
                    <a:pt x="234" y="67"/>
                    <a:pt x="100" y="234"/>
                  </a:cubicBezTo>
                  <a:cubicBezTo>
                    <a:pt x="67" y="367"/>
                    <a:pt x="0" y="467"/>
                    <a:pt x="0" y="567"/>
                  </a:cubicBezTo>
                  <a:lnTo>
                    <a:pt x="0" y="734"/>
                  </a:lnTo>
                  <a:lnTo>
                    <a:pt x="200" y="834"/>
                  </a:lnTo>
                  <a:lnTo>
                    <a:pt x="334" y="701"/>
                  </a:lnTo>
                  <a:lnTo>
                    <a:pt x="501" y="534"/>
                  </a:lnTo>
                  <a:cubicBezTo>
                    <a:pt x="567" y="401"/>
                    <a:pt x="701" y="167"/>
                    <a:pt x="701" y="167"/>
                  </a:cubicBezTo>
                  <a:lnTo>
                    <a:pt x="5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98" name="Google Shape;1398;p11"/>
            <p:cNvSpPr/>
            <p:nvPr/>
          </p:nvSpPr>
          <p:spPr>
            <a:xfrm flipH="1">
              <a:off x="8500717" y="1145837"/>
              <a:ext cx="12912" cy="12138"/>
            </a:xfrm>
            <a:custGeom>
              <a:avLst/>
              <a:gdLst/>
              <a:ahLst/>
              <a:cxnLst/>
              <a:rect l="l" t="t" r="r" b="b"/>
              <a:pathLst>
                <a:path w="534" h="502" extrusionOk="0">
                  <a:moveTo>
                    <a:pt x="200" y="1"/>
                  </a:moveTo>
                  <a:cubicBezTo>
                    <a:pt x="200" y="1"/>
                    <a:pt x="67" y="101"/>
                    <a:pt x="34" y="168"/>
                  </a:cubicBezTo>
                  <a:cubicBezTo>
                    <a:pt x="0" y="301"/>
                    <a:pt x="67" y="501"/>
                    <a:pt x="67" y="501"/>
                  </a:cubicBezTo>
                  <a:lnTo>
                    <a:pt x="334" y="501"/>
                  </a:lnTo>
                  <a:cubicBezTo>
                    <a:pt x="334" y="501"/>
                    <a:pt x="467" y="435"/>
                    <a:pt x="501" y="334"/>
                  </a:cubicBezTo>
                  <a:cubicBezTo>
                    <a:pt x="534" y="201"/>
                    <a:pt x="467" y="1"/>
                    <a:pt x="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99" name="Google Shape;1399;p11"/>
            <p:cNvSpPr/>
            <p:nvPr/>
          </p:nvSpPr>
          <p:spPr>
            <a:xfrm flipH="1">
              <a:off x="8342628" y="747713"/>
              <a:ext cx="423198" cy="183212"/>
            </a:xfrm>
            <a:custGeom>
              <a:avLst/>
              <a:gdLst/>
              <a:ahLst/>
              <a:cxnLst/>
              <a:rect l="l" t="t" r="r" b="b"/>
              <a:pathLst>
                <a:path w="17502" h="7577" extrusionOk="0">
                  <a:moveTo>
                    <a:pt x="7234" y="1"/>
                  </a:moveTo>
                  <a:cubicBezTo>
                    <a:pt x="6746" y="1"/>
                    <a:pt x="6237" y="162"/>
                    <a:pt x="5827" y="421"/>
                  </a:cubicBezTo>
                  <a:cubicBezTo>
                    <a:pt x="5160" y="788"/>
                    <a:pt x="4726" y="1322"/>
                    <a:pt x="4293" y="1822"/>
                  </a:cubicBezTo>
                  <a:cubicBezTo>
                    <a:pt x="3892" y="2322"/>
                    <a:pt x="3492" y="2856"/>
                    <a:pt x="3158" y="3356"/>
                  </a:cubicBezTo>
                  <a:cubicBezTo>
                    <a:pt x="2491" y="4324"/>
                    <a:pt x="1924" y="5258"/>
                    <a:pt x="1324" y="5525"/>
                  </a:cubicBezTo>
                  <a:cubicBezTo>
                    <a:pt x="1181" y="5614"/>
                    <a:pt x="1047" y="5646"/>
                    <a:pt x="928" y="5646"/>
                  </a:cubicBezTo>
                  <a:cubicBezTo>
                    <a:pt x="825" y="5646"/>
                    <a:pt x="734" y="5622"/>
                    <a:pt x="657" y="5591"/>
                  </a:cubicBezTo>
                  <a:cubicBezTo>
                    <a:pt x="490" y="5525"/>
                    <a:pt x="423" y="5458"/>
                    <a:pt x="423" y="5458"/>
                  </a:cubicBezTo>
                  <a:cubicBezTo>
                    <a:pt x="386" y="5428"/>
                    <a:pt x="342" y="5415"/>
                    <a:pt x="299" y="5415"/>
                  </a:cubicBezTo>
                  <a:cubicBezTo>
                    <a:pt x="148" y="5415"/>
                    <a:pt x="1" y="5577"/>
                    <a:pt x="156" y="5758"/>
                  </a:cubicBezTo>
                  <a:cubicBezTo>
                    <a:pt x="156" y="5758"/>
                    <a:pt x="256" y="5825"/>
                    <a:pt x="456" y="5958"/>
                  </a:cubicBezTo>
                  <a:cubicBezTo>
                    <a:pt x="557" y="5992"/>
                    <a:pt x="590" y="6025"/>
                    <a:pt x="657" y="6025"/>
                  </a:cubicBezTo>
                  <a:cubicBezTo>
                    <a:pt x="757" y="6025"/>
                    <a:pt x="823" y="6092"/>
                    <a:pt x="923" y="6092"/>
                  </a:cubicBezTo>
                  <a:cubicBezTo>
                    <a:pt x="990" y="6092"/>
                    <a:pt x="1124" y="6092"/>
                    <a:pt x="1224" y="6025"/>
                  </a:cubicBezTo>
                  <a:cubicBezTo>
                    <a:pt x="1290" y="6025"/>
                    <a:pt x="1424" y="5992"/>
                    <a:pt x="1491" y="5958"/>
                  </a:cubicBezTo>
                  <a:cubicBezTo>
                    <a:pt x="2258" y="5591"/>
                    <a:pt x="2892" y="4657"/>
                    <a:pt x="3592" y="3690"/>
                  </a:cubicBezTo>
                  <a:cubicBezTo>
                    <a:pt x="3926" y="3256"/>
                    <a:pt x="4293" y="2756"/>
                    <a:pt x="4726" y="2256"/>
                  </a:cubicBezTo>
                  <a:cubicBezTo>
                    <a:pt x="5093" y="1755"/>
                    <a:pt x="5560" y="1288"/>
                    <a:pt x="6094" y="988"/>
                  </a:cubicBezTo>
                  <a:cubicBezTo>
                    <a:pt x="6327" y="855"/>
                    <a:pt x="6594" y="755"/>
                    <a:pt x="6894" y="755"/>
                  </a:cubicBezTo>
                  <a:cubicBezTo>
                    <a:pt x="6928" y="732"/>
                    <a:pt x="6968" y="725"/>
                    <a:pt x="7013" y="725"/>
                  </a:cubicBezTo>
                  <a:cubicBezTo>
                    <a:pt x="7102" y="725"/>
                    <a:pt x="7206" y="755"/>
                    <a:pt x="7295" y="755"/>
                  </a:cubicBezTo>
                  <a:cubicBezTo>
                    <a:pt x="7461" y="755"/>
                    <a:pt x="7595" y="788"/>
                    <a:pt x="7728" y="821"/>
                  </a:cubicBezTo>
                  <a:cubicBezTo>
                    <a:pt x="7828" y="855"/>
                    <a:pt x="7962" y="921"/>
                    <a:pt x="8095" y="988"/>
                  </a:cubicBezTo>
                  <a:cubicBezTo>
                    <a:pt x="8229" y="1021"/>
                    <a:pt x="8329" y="1122"/>
                    <a:pt x="8462" y="1188"/>
                  </a:cubicBezTo>
                  <a:cubicBezTo>
                    <a:pt x="8729" y="1422"/>
                    <a:pt x="8896" y="1522"/>
                    <a:pt x="8996" y="1755"/>
                  </a:cubicBezTo>
                  <a:cubicBezTo>
                    <a:pt x="9296" y="2122"/>
                    <a:pt x="9430" y="2689"/>
                    <a:pt x="9763" y="3256"/>
                  </a:cubicBezTo>
                  <a:cubicBezTo>
                    <a:pt x="9830" y="3423"/>
                    <a:pt x="9963" y="3523"/>
                    <a:pt x="10097" y="3657"/>
                  </a:cubicBezTo>
                  <a:cubicBezTo>
                    <a:pt x="10230" y="3790"/>
                    <a:pt x="10397" y="3924"/>
                    <a:pt x="10497" y="3957"/>
                  </a:cubicBezTo>
                  <a:cubicBezTo>
                    <a:pt x="10764" y="4090"/>
                    <a:pt x="11097" y="4190"/>
                    <a:pt x="11398" y="4257"/>
                  </a:cubicBezTo>
                  <a:cubicBezTo>
                    <a:pt x="11481" y="4265"/>
                    <a:pt x="11560" y="4270"/>
                    <a:pt x="11636" y="4270"/>
                  </a:cubicBezTo>
                  <a:cubicBezTo>
                    <a:pt x="11865" y="4270"/>
                    <a:pt x="12065" y="4232"/>
                    <a:pt x="12265" y="4157"/>
                  </a:cubicBezTo>
                  <a:cubicBezTo>
                    <a:pt x="12498" y="4090"/>
                    <a:pt x="12665" y="3990"/>
                    <a:pt x="12832" y="3924"/>
                  </a:cubicBezTo>
                  <a:cubicBezTo>
                    <a:pt x="13166" y="3757"/>
                    <a:pt x="13399" y="3690"/>
                    <a:pt x="13499" y="3690"/>
                  </a:cubicBezTo>
                  <a:lnTo>
                    <a:pt x="13566" y="3690"/>
                  </a:lnTo>
                  <a:cubicBezTo>
                    <a:pt x="13694" y="3682"/>
                    <a:pt x="13820" y="3678"/>
                    <a:pt x="13943" y="3678"/>
                  </a:cubicBezTo>
                  <a:cubicBezTo>
                    <a:pt x="14810" y="3678"/>
                    <a:pt x="15533" y="3886"/>
                    <a:pt x="16001" y="4324"/>
                  </a:cubicBezTo>
                  <a:cubicBezTo>
                    <a:pt x="16501" y="4824"/>
                    <a:pt x="16768" y="5425"/>
                    <a:pt x="16902" y="5925"/>
                  </a:cubicBezTo>
                  <a:cubicBezTo>
                    <a:pt x="17002" y="6425"/>
                    <a:pt x="17002" y="6792"/>
                    <a:pt x="17068" y="7026"/>
                  </a:cubicBezTo>
                  <a:cubicBezTo>
                    <a:pt x="17102" y="7293"/>
                    <a:pt x="17102" y="7426"/>
                    <a:pt x="17102" y="7426"/>
                  </a:cubicBezTo>
                  <a:cubicBezTo>
                    <a:pt x="17117" y="7520"/>
                    <a:pt x="17199" y="7577"/>
                    <a:pt x="17284" y="7577"/>
                  </a:cubicBezTo>
                  <a:cubicBezTo>
                    <a:pt x="17382" y="7577"/>
                    <a:pt x="17484" y="7503"/>
                    <a:pt x="17502" y="7326"/>
                  </a:cubicBezTo>
                  <a:lnTo>
                    <a:pt x="17502" y="6926"/>
                  </a:lnTo>
                  <a:cubicBezTo>
                    <a:pt x="17469" y="6659"/>
                    <a:pt x="17469" y="6259"/>
                    <a:pt x="17335" y="5691"/>
                  </a:cubicBezTo>
                  <a:cubicBezTo>
                    <a:pt x="17235" y="5191"/>
                    <a:pt x="16968" y="4491"/>
                    <a:pt x="16334" y="3857"/>
                  </a:cubicBezTo>
                  <a:cubicBezTo>
                    <a:pt x="16001" y="3590"/>
                    <a:pt x="15601" y="3323"/>
                    <a:pt x="15100" y="3190"/>
                  </a:cubicBezTo>
                  <a:cubicBezTo>
                    <a:pt x="14740" y="3118"/>
                    <a:pt x="14362" y="3063"/>
                    <a:pt x="13966" y="3063"/>
                  </a:cubicBezTo>
                  <a:cubicBezTo>
                    <a:pt x="13813" y="3063"/>
                    <a:pt x="13657" y="3071"/>
                    <a:pt x="13499" y="3090"/>
                  </a:cubicBezTo>
                  <a:lnTo>
                    <a:pt x="13566" y="3090"/>
                  </a:lnTo>
                  <a:cubicBezTo>
                    <a:pt x="13399" y="3090"/>
                    <a:pt x="12999" y="3123"/>
                    <a:pt x="12632" y="3290"/>
                  </a:cubicBezTo>
                  <a:cubicBezTo>
                    <a:pt x="12334" y="3398"/>
                    <a:pt x="12036" y="3550"/>
                    <a:pt x="11721" y="3550"/>
                  </a:cubicBezTo>
                  <a:cubicBezTo>
                    <a:pt x="11647" y="3550"/>
                    <a:pt x="11573" y="3542"/>
                    <a:pt x="11498" y="3523"/>
                  </a:cubicBezTo>
                  <a:cubicBezTo>
                    <a:pt x="11298" y="3490"/>
                    <a:pt x="11097" y="3423"/>
                    <a:pt x="10897" y="3290"/>
                  </a:cubicBezTo>
                  <a:cubicBezTo>
                    <a:pt x="10764" y="3256"/>
                    <a:pt x="10730" y="3190"/>
                    <a:pt x="10630" y="3123"/>
                  </a:cubicBezTo>
                  <a:cubicBezTo>
                    <a:pt x="10564" y="3090"/>
                    <a:pt x="10464" y="2990"/>
                    <a:pt x="10430" y="2856"/>
                  </a:cubicBezTo>
                  <a:cubicBezTo>
                    <a:pt x="10163" y="2422"/>
                    <a:pt x="9997" y="1822"/>
                    <a:pt x="9663" y="1322"/>
                  </a:cubicBezTo>
                  <a:cubicBezTo>
                    <a:pt x="9496" y="1021"/>
                    <a:pt x="9163" y="788"/>
                    <a:pt x="8929" y="621"/>
                  </a:cubicBezTo>
                  <a:cubicBezTo>
                    <a:pt x="8796" y="521"/>
                    <a:pt x="8662" y="454"/>
                    <a:pt x="8496" y="354"/>
                  </a:cubicBezTo>
                  <a:cubicBezTo>
                    <a:pt x="8329" y="288"/>
                    <a:pt x="8162" y="188"/>
                    <a:pt x="7995" y="154"/>
                  </a:cubicBezTo>
                  <a:cubicBezTo>
                    <a:pt x="7760" y="48"/>
                    <a:pt x="7500" y="1"/>
                    <a:pt x="7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00" name="Google Shape;1400;p11"/>
            <p:cNvSpPr/>
            <p:nvPr/>
          </p:nvSpPr>
          <p:spPr>
            <a:xfrm flipH="1">
              <a:off x="7714746" y="245712"/>
              <a:ext cx="485728" cy="212808"/>
            </a:xfrm>
            <a:custGeom>
              <a:avLst/>
              <a:gdLst/>
              <a:ahLst/>
              <a:cxnLst/>
              <a:rect l="l" t="t" r="r" b="b"/>
              <a:pathLst>
                <a:path w="20088" h="8801" extrusionOk="0">
                  <a:moveTo>
                    <a:pt x="7230" y="0"/>
                  </a:moveTo>
                  <a:cubicBezTo>
                    <a:pt x="6997" y="0"/>
                    <a:pt x="6797" y="0"/>
                    <a:pt x="6597" y="34"/>
                  </a:cubicBezTo>
                  <a:cubicBezTo>
                    <a:pt x="6230" y="67"/>
                    <a:pt x="5829" y="234"/>
                    <a:pt x="5496" y="367"/>
                  </a:cubicBezTo>
                  <a:cubicBezTo>
                    <a:pt x="5129" y="534"/>
                    <a:pt x="4795" y="734"/>
                    <a:pt x="4562" y="1001"/>
                  </a:cubicBezTo>
                  <a:cubicBezTo>
                    <a:pt x="4262" y="1234"/>
                    <a:pt x="4061" y="1468"/>
                    <a:pt x="3795" y="1701"/>
                  </a:cubicBezTo>
                  <a:cubicBezTo>
                    <a:pt x="3328" y="2168"/>
                    <a:pt x="2894" y="2569"/>
                    <a:pt x="2460" y="2869"/>
                  </a:cubicBezTo>
                  <a:cubicBezTo>
                    <a:pt x="2165" y="3090"/>
                    <a:pt x="1834" y="3221"/>
                    <a:pt x="1560" y="3221"/>
                  </a:cubicBezTo>
                  <a:cubicBezTo>
                    <a:pt x="1462" y="3221"/>
                    <a:pt x="1372" y="3204"/>
                    <a:pt x="1293" y="3169"/>
                  </a:cubicBezTo>
                  <a:cubicBezTo>
                    <a:pt x="959" y="3036"/>
                    <a:pt x="759" y="2802"/>
                    <a:pt x="626" y="2635"/>
                  </a:cubicBezTo>
                  <a:cubicBezTo>
                    <a:pt x="459" y="2402"/>
                    <a:pt x="425" y="2335"/>
                    <a:pt x="425" y="2335"/>
                  </a:cubicBezTo>
                  <a:cubicBezTo>
                    <a:pt x="373" y="2273"/>
                    <a:pt x="308" y="2246"/>
                    <a:pt x="247" y="2246"/>
                  </a:cubicBezTo>
                  <a:cubicBezTo>
                    <a:pt x="113" y="2246"/>
                    <a:pt x="0" y="2375"/>
                    <a:pt x="92" y="2535"/>
                  </a:cubicBezTo>
                  <a:cubicBezTo>
                    <a:pt x="92" y="2535"/>
                    <a:pt x="192" y="2669"/>
                    <a:pt x="292" y="2869"/>
                  </a:cubicBezTo>
                  <a:cubicBezTo>
                    <a:pt x="459" y="3069"/>
                    <a:pt x="692" y="3369"/>
                    <a:pt x="1126" y="3569"/>
                  </a:cubicBezTo>
                  <a:cubicBezTo>
                    <a:pt x="1274" y="3633"/>
                    <a:pt x="1435" y="3656"/>
                    <a:pt x="1610" y="3656"/>
                  </a:cubicBezTo>
                  <a:cubicBezTo>
                    <a:pt x="1711" y="3656"/>
                    <a:pt x="1817" y="3648"/>
                    <a:pt x="1927" y="3636"/>
                  </a:cubicBezTo>
                  <a:cubicBezTo>
                    <a:pt x="2227" y="3569"/>
                    <a:pt x="2460" y="3469"/>
                    <a:pt x="2727" y="3303"/>
                  </a:cubicBezTo>
                  <a:cubicBezTo>
                    <a:pt x="3227" y="2969"/>
                    <a:pt x="3694" y="2535"/>
                    <a:pt x="4195" y="2068"/>
                  </a:cubicBezTo>
                  <a:cubicBezTo>
                    <a:pt x="4428" y="1868"/>
                    <a:pt x="4695" y="1635"/>
                    <a:pt x="4929" y="1401"/>
                  </a:cubicBezTo>
                  <a:cubicBezTo>
                    <a:pt x="5196" y="1201"/>
                    <a:pt x="5429" y="1034"/>
                    <a:pt x="5729" y="901"/>
                  </a:cubicBezTo>
                  <a:cubicBezTo>
                    <a:pt x="5896" y="868"/>
                    <a:pt x="6063" y="801"/>
                    <a:pt x="6230" y="734"/>
                  </a:cubicBezTo>
                  <a:cubicBezTo>
                    <a:pt x="6396" y="667"/>
                    <a:pt x="6563" y="667"/>
                    <a:pt x="6730" y="634"/>
                  </a:cubicBezTo>
                  <a:cubicBezTo>
                    <a:pt x="6897" y="567"/>
                    <a:pt x="7030" y="567"/>
                    <a:pt x="7197" y="567"/>
                  </a:cubicBezTo>
                  <a:cubicBezTo>
                    <a:pt x="7297" y="634"/>
                    <a:pt x="7464" y="634"/>
                    <a:pt x="7597" y="701"/>
                  </a:cubicBezTo>
                  <a:cubicBezTo>
                    <a:pt x="7864" y="834"/>
                    <a:pt x="8064" y="1034"/>
                    <a:pt x="8231" y="1335"/>
                  </a:cubicBezTo>
                  <a:cubicBezTo>
                    <a:pt x="8431" y="1635"/>
                    <a:pt x="8565" y="1902"/>
                    <a:pt x="8731" y="2235"/>
                  </a:cubicBezTo>
                  <a:cubicBezTo>
                    <a:pt x="8865" y="2569"/>
                    <a:pt x="9065" y="2902"/>
                    <a:pt x="9265" y="3203"/>
                  </a:cubicBezTo>
                  <a:cubicBezTo>
                    <a:pt x="9399" y="3336"/>
                    <a:pt x="9465" y="3503"/>
                    <a:pt x="9632" y="3636"/>
                  </a:cubicBezTo>
                  <a:cubicBezTo>
                    <a:pt x="9732" y="3670"/>
                    <a:pt x="9765" y="3736"/>
                    <a:pt x="9866" y="3803"/>
                  </a:cubicBezTo>
                  <a:lnTo>
                    <a:pt x="10099" y="3970"/>
                  </a:lnTo>
                  <a:cubicBezTo>
                    <a:pt x="10433" y="4203"/>
                    <a:pt x="10800" y="4237"/>
                    <a:pt x="11233" y="4237"/>
                  </a:cubicBezTo>
                  <a:cubicBezTo>
                    <a:pt x="11633" y="4237"/>
                    <a:pt x="12000" y="4070"/>
                    <a:pt x="12334" y="3970"/>
                  </a:cubicBezTo>
                  <a:cubicBezTo>
                    <a:pt x="13001" y="3670"/>
                    <a:pt x="13635" y="3236"/>
                    <a:pt x="14235" y="3236"/>
                  </a:cubicBezTo>
                  <a:cubicBezTo>
                    <a:pt x="14502" y="3236"/>
                    <a:pt x="14802" y="3336"/>
                    <a:pt x="15069" y="3536"/>
                  </a:cubicBezTo>
                  <a:cubicBezTo>
                    <a:pt x="15136" y="3569"/>
                    <a:pt x="15203" y="3636"/>
                    <a:pt x="15269" y="3670"/>
                  </a:cubicBezTo>
                  <a:lnTo>
                    <a:pt x="15436" y="3836"/>
                  </a:lnTo>
                  <a:cubicBezTo>
                    <a:pt x="15603" y="3970"/>
                    <a:pt x="15703" y="4036"/>
                    <a:pt x="15770" y="4170"/>
                  </a:cubicBezTo>
                  <a:cubicBezTo>
                    <a:pt x="16103" y="4737"/>
                    <a:pt x="16370" y="5404"/>
                    <a:pt x="16604" y="6005"/>
                  </a:cubicBezTo>
                  <a:cubicBezTo>
                    <a:pt x="16904" y="6572"/>
                    <a:pt x="17137" y="7172"/>
                    <a:pt x="17438" y="7672"/>
                  </a:cubicBezTo>
                  <a:cubicBezTo>
                    <a:pt x="17738" y="8173"/>
                    <a:pt x="18105" y="8640"/>
                    <a:pt x="18605" y="8740"/>
                  </a:cubicBezTo>
                  <a:cubicBezTo>
                    <a:pt x="18717" y="8782"/>
                    <a:pt x="18823" y="8800"/>
                    <a:pt x="18920" y="8800"/>
                  </a:cubicBezTo>
                  <a:cubicBezTo>
                    <a:pt x="19056" y="8800"/>
                    <a:pt x="19175" y="8765"/>
                    <a:pt x="19272" y="8706"/>
                  </a:cubicBezTo>
                  <a:cubicBezTo>
                    <a:pt x="19439" y="8640"/>
                    <a:pt x="19606" y="8540"/>
                    <a:pt x="19706" y="8473"/>
                  </a:cubicBezTo>
                  <a:cubicBezTo>
                    <a:pt x="19773" y="8373"/>
                    <a:pt x="19873" y="8340"/>
                    <a:pt x="19906" y="8306"/>
                  </a:cubicBezTo>
                  <a:lnTo>
                    <a:pt x="19973" y="8206"/>
                  </a:lnTo>
                  <a:cubicBezTo>
                    <a:pt x="20087" y="8046"/>
                    <a:pt x="20013" y="7917"/>
                    <a:pt x="19901" y="7917"/>
                  </a:cubicBezTo>
                  <a:cubicBezTo>
                    <a:pt x="19850" y="7917"/>
                    <a:pt x="19791" y="7943"/>
                    <a:pt x="19739" y="8006"/>
                  </a:cubicBezTo>
                  <a:lnTo>
                    <a:pt x="19673" y="8039"/>
                  </a:lnTo>
                  <a:cubicBezTo>
                    <a:pt x="19606" y="8073"/>
                    <a:pt x="19572" y="8139"/>
                    <a:pt x="19472" y="8206"/>
                  </a:cubicBezTo>
                  <a:cubicBezTo>
                    <a:pt x="19342" y="8284"/>
                    <a:pt x="19129" y="8404"/>
                    <a:pt x="18915" y="8404"/>
                  </a:cubicBezTo>
                  <a:cubicBezTo>
                    <a:pt x="18856" y="8404"/>
                    <a:pt x="18796" y="8395"/>
                    <a:pt x="18739" y="8373"/>
                  </a:cubicBezTo>
                  <a:cubicBezTo>
                    <a:pt x="18438" y="8306"/>
                    <a:pt x="18105" y="7906"/>
                    <a:pt x="17838" y="7472"/>
                  </a:cubicBezTo>
                  <a:cubicBezTo>
                    <a:pt x="17604" y="7005"/>
                    <a:pt x="17404" y="6472"/>
                    <a:pt x="17137" y="5838"/>
                  </a:cubicBezTo>
                  <a:cubicBezTo>
                    <a:pt x="16904" y="5204"/>
                    <a:pt x="16737" y="4537"/>
                    <a:pt x="16303" y="3870"/>
                  </a:cubicBezTo>
                  <a:cubicBezTo>
                    <a:pt x="16237" y="3703"/>
                    <a:pt x="16070" y="3536"/>
                    <a:pt x="15937" y="3403"/>
                  </a:cubicBezTo>
                  <a:lnTo>
                    <a:pt x="15736" y="3203"/>
                  </a:lnTo>
                  <a:cubicBezTo>
                    <a:pt x="15636" y="3169"/>
                    <a:pt x="15570" y="3069"/>
                    <a:pt x="15470" y="3036"/>
                  </a:cubicBezTo>
                  <a:cubicBezTo>
                    <a:pt x="15136" y="2802"/>
                    <a:pt x="14736" y="2635"/>
                    <a:pt x="14269" y="2635"/>
                  </a:cubicBezTo>
                  <a:cubicBezTo>
                    <a:pt x="13802" y="2635"/>
                    <a:pt x="13401" y="2736"/>
                    <a:pt x="13068" y="2902"/>
                  </a:cubicBezTo>
                  <a:cubicBezTo>
                    <a:pt x="12734" y="3069"/>
                    <a:pt x="12401" y="3236"/>
                    <a:pt x="12100" y="3369"/>
                  </a:cubicBezTo>
                  <a:cubicBezTo>
                    <a:pt x="11800" y="3503"/>
                    <a:pt x="11500" y="3569"/>
                    <a:pt x="11233" y="3569"/>
                  </a:cubicBezTo>
                  <a:cubicBezTo>
                    <a:pt x="11200" y="3592"/>
                    <a:pt x="11174" y="3599"/>
                    <a:pt x="11150" y="3599"/>
                  </a:cubicBezTo>
                  <a:cubicBezTo>
                    <a:pt x="11103" y="3599"/>
                    <a:pt x="11066" y="3569"/>
                    <a:pt x="11000" y="3569"/>
                  </a:cubicBezTo>
                  <a:cubicBezTo>
                    <a:pt x="10933" y="3569"/>
                    <a:pt x="10900" y="3569"/>
                    <a:pt x="10800" y="3536"/>
                  </a:cubicBezTo>
                  <a:lnTo>
                    <a:pt x="10599" y="3503"/>
                  </a:lnTo>
                  <a:cubicBezTo>
                    <a:pt x="10566" y="3469"/>
                    <a:pt x="10499" y="3469"/>
                    <a:pt x="10499" y="3469"/>
                  </a:cubicBezTo>
                  <a:lnTo>
                    <a:pt x="10433" y="3403"/>
                  </a:lnTo>
                  <a:cubicBezTo>
                    <a:pt x="9966" y="3136"/>
                    <a:pt x="9599" y="2635"/>
                    <a:pt x="9298" y="2002"/>
                  </a:cubicBezTo>
                  <a:cubicBezTo>
                    <a:pt x="9132" y="1701"/>
                    <a:pt x="8965" y="1368"/>
                    <a:pt x="8765" y="1034"/>
                  </a:cubicBezTo>
                  <a:cubicBezTo>
                    <a:pt x="8598" y="701"/>
                    <a:pt x="8264" y="334"/>
                    <a:pt x="7831" y="167"/>
                  </a:cubicBezTo>
                  <a:cubicBezTo>
                    <a:pt x="7664" y="34"/>
                    <a:pt x="7430" y="34"/>
                    <a:pt x="72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01" name="Google Shape;1401;p11"/>
            <p:cNvSpPr/>
            <p:nvPr/>
          </p:nvSpPr>
          <p:spPr>
            <a:xfrm flipH="1">
              <a:off x="8400491" y="290059"/>
              <a:ext cx="472574" cy="304837"/>
            </a:xfrm>
            <a:custGeom>
              <a:avLst/>
              <a:gdLst/>
              <a:ahLst/>
              <a:cxnLst/>
              <a:rect l="l" t="t" r="r" b="b"/>
              <a:pathLst>
                <a:path w="19544" h="12607" extrusionOk="0">
                  <a:moveTo>
                    <a:pt x="6326" y="1"/>
                  </a:moveTo>
                  <a:cubicBezTo>
                    <a:pt x="6092" y="1"/>
                    <a:pt x="5892" y="34"/>
                    <a:pt x="5692" y="68"/>
                  </a:cubicBezTo>
                  <a:cubicBezTo>
                    <a:pt x="5492" y="168"/>
                    <a:pt x="5325" y="201"/>
                    <a:pt x="5092" y="301"/>
                  </a:cubicBezTo>
                  <a:cubicBezTo>
                    <a:pt x="4891" y="368"/>
                    <a:pt x="4725" y="468"/>
                    <a:pt x="4558" y="535"/>
                  </a:cubicBezTo>
                  <a:cubicBezTo>
                    <a:pt x="4391" y="568"/>
                    <a:pt x="4191" y="735"/>
                    <a:pt x="4058" y="868"/>
                  </a:cubicBezTo>
                  <a:cubicBezTo>
                    <a:pt x="3724" y="1135"/>
                    <a:pt x="3524" y="1469"/>
                    <a:pt x="3357" y="1735"/>
                  </a:cubicBezTo>
                  <a:cubicBezTo>
                    <a:pt x="2990" y="2369"/>
                    <a:pt x="2690" y="2903"/>
                    <a:pt x="2390" y="3403"/>
                  </a:cubicBezTo>
                  <a:cubicBezTo>
                    <a:pt x="2089" y="3870"/>
                    <a:pt x="1756" y="4304"/>
                    <a:pt x="1489" y="4504"/>
                  </a:cubicBezTo>
                  <a:cubicBezTo>
                    <a:pt x="1276" y="4646"/>
                    <a:pt x="1063" y="4687"/>
                    <a:pt x="885" y="4687"/>
                  </a:cubicBezTo>
                  <a:cubicBezTo>
                    <a:pt x="813" y="4687"/>
                    <a:pt x="746" y="4681"/>
                    <a:pt x="688" y="4671"/>
                  </a:cubicBezTo>
                  <a:cubicBezTo>
                    <a:pt x="588" y="4638"/>
                    <a:pt x="522" y="4638"/>
                    <a:pt x="488" y="4571"/>
                  </a:cubicBezTo>
                  <a:cubicBezTo>
                    <a:pt x="422" y="4537"/>
                    <a:pt x="388" y="4537"/>
                    <a:pt x="388" y="4537"/>
                  </a:cubicBezTo>
                  <a:cubicBezTo>
                    <a:pt x="353" y="4514"/>
                    <a:pt x="318" y="4504"/>
                    <a:pt x="284" y="4504"/>
                  </a:cubicBezTo>
                  <a:cubicBezTo>
                    <a:pt x="122" y="4504"/>
                    <a:pt x="1" y="4733"/>
                    <a:pt x="221" y="4871"/>
                  </a:cubicBezTo>
                  <a:cubicBezTo>
                    <a:pt x="221" y="4871"/>
                    <a:pt x="255" y="4871"/>
                    <a:pt x="322" y="4904"/>
                  </a:cubicBezTo>
                  <a:cubicBezTo>
                    <a:pt x="388" y="4938"/>
                    <a:pt x="488" y="5004"/>
                    <a:pt x="588" y="5038"/>
                  </a:cubicBezTo>
                  <a:cubicBezTo>
                    <a:pt x="686" y="5074"/>
                    <a:pt x="811" y="5098"/>
                    <a:pt x="949" y="5098"/>
                  </a:cubicBezTo>
                  <a:cubicBezTo>
                    <a:pt x="1188" y="5098"/>
                    <a:pt x="1469" y="5028"/>
                    <a:pt x="1723" y="4838"/>
                  </a:cubicBezTo>
                  <a:cubicBezTo>
                    <a:pt x="2556" y="4237"/>
                    <a:pt x="3090" y="3136"/>
                    <a:pt x="3824" y="2002"/>
                  </a:cubicBezTo>
                  <a:cubicBezTo>
                    <a:pt x="4024" y="1735"/>
                    <a:pt x="4191" y="1469"/>
                    <a:pt x="4424" y="1235"/>
                  </a:cubicBezTo>
                  <a:cubicBezTo>
                    <a:pt x="4658" y="1035"/>
                    <a:pt x="5025" y="968"/>
                    <a:pt x="5325" y="801"/>
                  </a:cubicBezTo>
                  <a:cubicBezTo>
                    <a:pt x="5492" y="701"/>
                    <a:pt x="5659" y="668"/>
                    <a:pt x="5825" y="635"/>
                  </a:cubicBezTo>
                  <a:cubicBezTo>
                    <a:pt x="5992" y="635"/>
                    <a:pt x="6159" y="635"/>
                    <a:pt x="6326" y="568"/>
                  </a:cubicBezTo>
                  <a:cubicBezTo>
                    <a:pt x="6593" y="635"/>
                    <a:pt x="6926" y="668"/>
                    <a:pt x="7193" y="868"/>
                  </a:cubicBezTo>
                  <a:cubicBezTo>
                    <a:pt x="7360" y="968"/>
                    <a:pt x="7427" y="1135"/>
                    <a:pt x="7560" y="1202"/>
                  </a:cubicBezTo>
                  <a:cubicBezTo>
                    <a:pt x="7660" y="1335"/>
                    <a:pt x="7760" y="1469"/>
                    <a:pt x="7860" y="1635"/>
                  </a:cubicBezTo>
                  <a:cubicBezTo>
                    <a:pt x="8027" y="1969"/>
                    <a:pt x="8194" y="2236"/>
                    <a:pt x="8361" y="2569"/>
                  </a:cubicBezTo>
                  <a:cubicBezTo>
                    <a:pt x="8694" y="3237"/>
                    <a:pt x="8928" y="3904"/>
                    <a:pt x="9361" y="4504"/>
                  </a:cubicBezTo>
                  <a:cubicBezTo>
                    <a:pt x="9595" y="4804"/>
                    <a:pt x="9828" y="5071"/>
                    <a:pt x="10095" y="5338"/>
                  </a:cubicBezTo>
                  <a:cubicBezTo>
                    <a:pt x="10395" y="5572"/>
                    <a:pt x="10729" y="5838"/>
                    <a:pt x="11096" y="6005"/>
                  </a:cubicBezTo>
                  <a:cubicBezTo>
                    <a:pt x="11863" y="6339"/>
                    <a:pt x="12664" y="6405"/>
                    <a:pt x="13264" y="6672"/>
                  </a:cubicBezTo>
                  <a:cubicBezTo>
                    <a:pt x="13898" y="6906"/>
                    <a:pt x="14398" y="7406"/>
                    <a:pt x="14732" y="8040"/>
                  </a:cubicBezTo>
                  <a:cubicBezTo>
                    <a:pt x="15065" y="8674"/>
                    <a:pt x="15366" y="9341"/>
                    <a:pt x="15599" y="9975"/>
                  </a:cubicBezTo>
                  <a:cubicBezTo>
                    <a:pt x="15866" y="10575"/>
                    <a:pt x="16166" y="11176"/>
                    <a:pt x="16533" y="11676"/>
                  </a:cubicBezTo>
                  <a:cubicBezTo>
                    <a:pt x="16900" y="12176"/>
                    <a:pt x="17400" y="12510"/>
                    <a:pt x="17901" y="12577"/>
                  </a:cubicBezTo>
                  <a:cubicBezTo>
                    <a:pt x="17967" y="12599"/>
                    <a:pt x="18042" y="12606"/>
                    <a:pt x="18117" y="12606"/>
                  </a:cubicBezTo>
                  <a:cubicBezTo>
                    <a:pt x="18268" y="12606"/>
                    <a:pt x="18423" y="12577"/>
                    <a:pt x="18535" y="12577"/>
                  </a:cubicBezTo>
                  <a:cubicBezTo>
                    <a:pt x="18701" y="12577"/>
                    <a:pt x="18868" y="12543"/>
                    <a:pt x="19002" y="12510"/>
                  </a:cubicBezTo>
                  <a:cubicBezTo>
                    <a:pt x="19102" y="12510"/>
                    <a:pt x="19202" y="12476"/>
                    <a:pt x="19235" y="12410"/>
                  </a:cubicBezTo>
                  <a:cubicBezTo>
                    <a:pt x="19268" y="12376"/>
                    <a:pt x="19335" y="12376"/>
                    <a:pt x="19335" y="12376"/>
                  </a:cubicBezTo>
                  <a:cubicBezTo>
                    <a:pt x="19543" y="12257"/>
                    <a:pt x="19460" y="12032"/>
                    <a:pt x="19297" y="12032"/>
                  </a:cubicBezTo>
                  <a:cubicBezTo>
                    <a:pt x="19278" y="12032"/>
                    <a:pt x="19257" y="12036"/>
                    <a:pt x="19235" y="12043"/>
                  </a:cubicBezTo>
                  <a:cubicBezTo>
                    <a:pt x="19235" y="12043"/>
                    <a:pt x="19202" y="12076"/>
                    <a:pt x="19168" y="12076"/>
                  </a:cubicBezTo>
                  <a:cubicBezTo>
                    <a:pt x="19102" y="12076"/>
                    <a:pt x="19035" y="12143"/>
                    <a:pt x="18901" y="12176"/>
                  </a:cubicBezTo>
                  <a:cubicBezTo>
                    <a:pt x="18835" y="12210"/>
                    <a:pt x="18701" y="12243"/>
                    <a:pt x="18535" y="12243"/>
                  </a:cubicBezTo>
                  <a:cubicBezTo>
                    <a:pt x="18401" y="12243"/>
                    <a:pt x="18201" y="12243"/>
                    <a:pt x="18034" y="12210"/>
                  </a:cubicBezTo>
                  <a:cubicBezTo>
                    <a:pt x="17667" y="12143"/>
                    <a:pt x="17267" y="11876"/>
                    <a:pt x="16933" y="11409"/>
                  </a:cubicBezTo>
                  <a:cubicBezTo>
                    <a:pt x="16600" y="11009"/>
                    <a:pt x="16366" y="10408"/>
                    <a:pt x="16099" y="9808"/>
                  </a:cubicBezTo>
                  <a:cubicBezTo>
                    <a:pt x="15866" y="9174"/>
                    <a:pt x="15666" y="8507"/>
                    <a:pt x="15266" y="7806"/>
                  </a:cubicBezTo>
                  <a:cubicBezTo>
                    <a:pt x="14899" y="7073"/>
                    <a:pt x="14332" y="6405"/>
                    <a:pt x="13531" y="6072"/>
                  </a:cubicBezTo>
                  <a:cubicBezTo>
                    <a:pt x="12764" y="5738"/>
                    <a:pt x="11997" y="5672"/>
                    <a:pt x="11396" y="5371"/>
                  </a:cubicBezTo>
                  <a:cubicBezTo>
                    <a:pt x="11096" y="5238"/>
                    <a:pt x="10862" y="5038"/>
                    <a:pt x="10596" y="4838"/>
                  </a:cubicBezTo>
                  <a:cubicBezTo>
                    <a:pt x="10362" y="4638"/>
                    <a:pt x="10162" y="4371"/>
                    <a:pt x="9995" y="4137"/>
                  </a:cubicBezTo>
                  <a:cubicBezTo>
                    <a:pt x="9662" y="3637"/>
                    <a:pt x="9361" y="2970"/>
                    <a:pt x="9028" y="2303"/>
                  </a:cubicBezTo>
                  <a:cubicBezTo>
                    <a:pt x="8861" y="1969"/>
                    <a:pt x="8661" y="1635"/>
                    <a:pt x="8427" y="1302"/>
                  </a:cubicBezTo>
                  <a:cubicBezTo>
                    <a:pt x="8361" y="1135"/>
                    <a:pt x="8194" y="968"/>
                    <a:pt x="8060" y="801"/>
                  </a:cubicBezTo>
                  <a:cubicBezTo>
                    <a:pt x="7894" y="668"/>
                    <a:pt x="7760" y="501"/>
                    <a:pt x="7560" y="368"/>
                  </a:cubicBezTo>
                  <a:cubicBezTo>
                    <a:pt x="7226" y="68"/>
                    <a:pt x="6726" y="1"/>
                    <a:pt x="63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02" name="Google Shape;1402;p11"/>
            <p:cNvSpPr/>
            <p:nvPr/>
          </p:nvSpPr>
          <p:spPr>
            <a:xfrm flipH="1">
              <a:off x="8568470" y="782653"/>
              <a:ext cx="21786" cy="12356"/>
            </a:xfrm>
            <a:custGeom>
              <a:avLst/>
              <a:gdLst/>
              <a:ahLst/>
              <a:cxnLst/>
              <a:rect l="l" t="t" r="r" b="b"/>
              <a:pathLst>
                <a:path w="901" h="511" extrusionOk="0">
                  <a:moveTo>
                    <a:pt x="513" y="1"/>
                  </a:moveTo>
                  <a:cubicBezTo>
                    <a:pt x="473" y="1"/>
                    <a:pt x="434" y="3"/>
                    <a:pt x="401" y="10"/>
                  </a:cubicBezTo>
                  <a:cubicBezTo>
                    <a:pt x="234" y="43"/>
                    <a:pt x="0" y="177"/>
                    <a:pt x="0" y="177"/>
                  </a:cubicBezTo>
                  <a:lnTo>
                    <a:pt x="0" y="444"/>
                  </a:lnTo>
                  <a:cubicBezTo>
                    <a:pt x="0" y="444"/>
                    <a:pt x="267" y="510"/>
                    <a:pt x="501" y="510"/>
                  </a:cubicBezTo>
                  <a:cubicBezTo>
                    <a:pt x="667" y="477"/>
                    <a:pt x="901" y="310"/>
                    <a:pt x="901" y="310"/>
                  </a:cubicBezTo>
                  <a:cubicBezTo>
                    <a:pt x="901" y="277"/>
                    <a:pt x="834" y="43"/>
                    <a:pt x="868" y="43"/>
                  </a:cubicBezTo>
                  <a:cubicBezTo>
                    <a:pt x="868" y="43"/>
                    <a:pt x="675"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03" name="Google Shape;1403;p11"/>
            <p:cNvSpPr/>
            <p:nvPr/>
          </p:nvSpPr>
          <p:spPr>
            <a:xfrm flipH="1">
              <a:off x="8561191" y="798782"/>
              <a:ext cx="20190" cy="12356"/>
            </a:xfrm>
            <a:custGeom>
              <a:avLst/>
              <a:gdLst/>
              <a:ahLst/>
              <a:cxnLst/>
              <a:rect l="l" t="t" r="r" b="b"/>
              <a:pathLst>
                <a:path w="835" h="511" extrusionOk="0">
                  <a:moveTo>
                    <a:pt x="423" y="1"/>
                  </a:moveTo>
                  <a:cubicBezTo>
                    <a:pt x="391" y="1"/>
                    <a:pt x="360" y="4"/>
                    <a:pt x="334" y="10"/>
                  </a:cubicBezTo>
                  <a:cubicBezTo>
                    <a:pt x="200" y="44"/>
                    <a:pt x="0" y="177"/>
                    <a:pt x="0" y="177"/>
                  </a:cubicBezTo>
                  <a:lnTo>
                    <a:pt x="0" y="411"/>
                  </a:lnTo>
                  <a:cubicBezTo>
                    <a:pt x="0" y="411"/>
                    <a:pt x="234" y="511"/>
                    <a:pt x="434" y="511"/>
                  </a:cubicBezTo>
                  <a:cubicBezTo>
                    <a:pt x="601" y="477"/>
                    <a:pt x="801" y="310"/>
                    <a:pt x="801" y="310"/>
                  </a:cubicBezTo>
                  <a:cubicBezTo>
                    <a:pt x="834" y="310"/>
                    <a:pt x="734" y="77"/>
                    <a:pt x="701" y="44"/>
                  </a:cubicBezTo>
                  <a:cubicBezTo>
                    <a:pt x="701" y="44"/>
                    <a:pt x="551"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04" name="Google Shape;1404;p11"/>
            <p:cNvSpPr/>
            <p:nvPr/>
          </p:nvSpPr>
          <p:spPr>
            <a:xfrm flipH="1">
              <a:off x="8553937" y="823203"/>
              <a:ext cx="20190" cy="12138"/>
            </a:xfrm>
            <a:custGeom>
              <a:avLst/>
              <a:gdLst/>
              <a:ahLst/>
              <a:cxnLst/>
              <a:rect l="l" t="t" r="r" b="b"/>
              <a:pathLst>
                <a:path w="835" h="502" extrusionOk="0">
                  <a:moveTo>
                    <a:pt x="668" y="1"/>
                  </a:moveTo>
                  <a:cubicBezTo>
                    <a:pt x="668" y="1"/>
                    <a:pt x="434" y="1"/>
                    <a:pt x="334" y="34"/>
                  </a:cubicBezTo>
                  <a:cubicBezTo>
                    <a:pt x="234" y="34"/>
                    <a:pt x="201" y="101"/>
                    <a:pt x="134" y="134"/>
                  </a:cubicBezTo>
                  <a:cubicBezTo>
                    <a:pt x="34" y="168"/>
                    <a:pt x="0" y="201"/>
                    <a:pt x="0" y="201"/>
                  </a:cubicBezTo>
                  <a:lnTo>
                    <a:pt x="0" y="468"/>
                  </a:lnTo>
                  <a:cubicBezTo>
                    <a:pt x="0" y="468"/>
                    <a:pt x="67" y="468"/>
                    <a:pt x="167" y="501"/>
                  </a:cubicBezTo>
                  <a:lnTo>
                    <a:pt x="467" y="501"/>
                  </a:lnTo>
                  <a:cubicBezTo>
                    <a:pt x="534" y="468"/>
                    <a:pt x="634" y="435"/>
                    <a:pt x="701" y="335"/>
                  </a:cubicBezTo>
                  <a:lnTo>
                    <a:pt x="834" y="201"/>
                  </a:lnTo>
                  <a:cubicBezTo>
                    <a:pt x="834" y="168"/>
                    <a:pt x="701" y="1"/>
                    <a:pt x="6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05" name="Google Shape;1405;p11"/>
            <p:cNvSpPr/>
            <p:nvPr/>
          </p:nvSpPr>
          <p:spPr>
            <a:xfrm flipH="1">
              <a:off x="8384557" y="854662"/>
              <a:ext cx="33102" cy="12936"/>
            </a:xfrm>
            <a:custGeom>
              <a:avLst/>
              <a:gdLst/>
              <a:ahLst/>
              <a:cxnLst/>
              <a:rect l="l" t="t" r="r" b="b"/>
              <a:pathLst>
                <a:path w="1369" h="535" extrusionOk="0">
                  <a:moveTo>
                    <a:pt x="1235" y="1"/>
                  </a:moveTo>
                  <a:cubicBezTo>
                    <a:pt x="1235" y="1"/>
                    <a:pt x="868" y="1"/>
                    <a:pt x="601" y="34"/>
                  </a:cubicBezTo>
                  <a:cubicBezTo>
                    <a:pt x="368" y="68"/>
                    <a:pt x="1" y="201"/>
                    <a:pt x="1" y="201"/>
                  </a:cubicBezTo>
                  <a:lnTo>
                    <a:pt x="1" y="468"/>
                  </a:lnTo>
                  <a:cubicBezTo>
                    <a:pt x="1" y="468"/>
                    <a:pt x="401" y="535"/>
                    <a:pt x="701" y="535"/>
                  </a:cubicBezTo>
                  <a:cubicBezTo>
                    <a:pt x="935" y="468"/>
                    <a:pt x="1335" y="234"/>
                    <a:pt x="1335" y="234"/>
                  </a:cubicBezTo>
                  <a:cubicBezTo>
                    <a:pt x="1368" y="201"/>
                    <a:pt x="1268" y="1"/>
                    <a:pt x="12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06" name="Google Shape;1406;p11"/>
            <p:cNvSpPr/>
            <p:nvPr/>
          </p:nvSpPr>
          <p:spPr>
            <a:xfrm flipH="1">
              <a:off x="8378923" y="875650"/>
              <a:ext cx="26622" cy="13734"/>
            </a:xfrm>
            <a:custGeom>
              <a:avLst/>
              <a:gdLst/>
              <a:ahLst/>
              <a:cxnLst/>
              <a:rect l="l" t="t" r="r" b="b"/>
              <a:pathLst>
                <a:path w="1101" h="568" extrusionOk="0">
                  <a:moveTo>
                    <a:pt x="1034" y="0"/>
                  </a:moveTo>
                  <a:cubicBezTo>
                    <a:pt x="1034" y="0"/>
                    <a:pt x="701" y="0"/>
                    <a:pt x="500" y="34"/>
                  </a:cubicBezTo>
                  <a:cubicBezTo>
                    <a:pt x="267" y="134"/>
                    <a:pt x="0" y="334"/>
                    <a:pt x="0" y="334"/>
                  </a:cubicBezTo>
                  <a:cubicBezTo>
                    <a:pt x="0" y="367"/>
                    <a:pt x="67" y="567"/>
                    <a:pt x="67" y="567"/>
                  </a:cubicBezTo>
                  <a:cubicBezTo>
                    <a:pt x="67" y="567"/>
                    <a:pt x="400" y="567"/>
                    <a:pt x="601" y="534"/>
                  </a:cubicBezTo>
                  <a:cubicBezTo>
                    <a:pt x="834" y="467"/>
                    <a:pt x="1101" y="234"/>
                    <a:pt x="1101" y="234"/>
                  </a:cubicBezTo>
                  <a:cubicBezTo>
                    <a:pt x="1101" y="234"/>
                    <a:pt x="1068" y="34"/>
                    <a:pt x="10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07" name="Google Shape;1407;p11"/>
            <p:cNvSpPr/>
            <p:nvPr/>
          </p:nvSpPr>
          <p:spPr>
            <a:xfrm flipH="1">
              <a:off x="8373265" y="898234"/>
              <a:ext cx="20190" cy="11050"/>
            </a:xfrm>
            <a:custGeom>
              <a:avLst/>
              <a:gdLst/>
              <a:ahLst/>
              <a:cxnLst/>
              <a:rect l="l" t="t" r="r" b="b"/>
              <a:pathLst>
                <a:path w="835" h="457" extrusionOk="0">
                  <a:moveTo>
                    <a:pt x="401" y="0"/>
                  </a:moveTo>
                  <a:cubicBezTo>
                    <a:pt x="234" y="0"/>
                    <a:pt x="34" y="167"/>
                    <a:pt x="34" y="167"/>
                  </a:cubicBezTo>
                  <a:cubicBezTo>
                    <a:pt x="0" y="167"/>
                    <a:pt x="67" y="401"/>
                    <a:pt x="67" y="401"/>
                  </a:cubicBezTo>
                  <a:cubicBezTo>
                    <a:pt x="67" y="401"/>
                    <a:pt x="217" y="457"/>
                    <a:pt x="335" y="457"/>
                  </a:cubicBezTo>
                  <a:cubicBezTo>
                    <a:pt x="374" y="457"/>
                    <a:pt x="409" y="451"/>
                    <a:pt x="434" y="434"/>
                  </a:cubicBezTo>
                  <a:lnTo>
                    <a:pt x="701" y="334"/>
                  </a:lnTo>
                  <a:cubicBezTo>
                    <a:pt x="768" y="267"/>
                    <a:pt x="834" y="234"/>
                    <a:pt x="834" y="234"/>
                  </a:cubicBezTo>
                  <a:cubicBezTo>
                    <a:pt x="834" y="200"/>
                    <a:pt x="768" y="34"/>
                    <a:pt x="768" y="34"/>
                  </a:cubicBezTo>
                  <a:cubicBezTo>
                    <a:pt x="768" y="34"/>
                    <a:pt x="734" y="0"/>
                    <a:pt x="6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08" name="Google Shape;1408;p11"/>
            <p:cNvSpPr/>
            <p:nvPr/>
          </p:nvSpPr>
          <p:spPr>
            <a:xfrm flipH="1">
              <a:off x="8712026" y="319921"/>
              <a:ext cx="22608" cy="12840"/>
            </a:xfrm>
            <a:custGeom>
              <a:avLst/>
              <a:gdLst/>
              <a:ahLst/>
              <a:cxnLst/>
              <a:rect l="l" t="t" r="r" b="b"/>
              <a:pathLst>
                <a:path w="935" h="531" extrusionOk="0">
                  <a:moveTo>
                    <a:pt x="834" y="0"/>
                  </a:moveTo>
                  <a:cubicBezTo>
                    <a:pt x="834" y="0"/>
                    <a:pt x="534" y="0"/>
                    <a:pt x="401" y="33"/>
                  </a:cubicBezTo>
                  <a:cubicBezTo>
                    <a:pt x="267" y="100"/>
                    <a:pt x="34" y="267"/>
                    <a:pt x="34" y="267"/>
                  </a:cubicBezTo>
                  <a:cubicBezTo>
                    <a:pt x="0" y="267"/>
                    <a:pt x="100" y="500"/>
                    <a:pt x="100" y="500"/>
                  </a:cubicBezTo>
                  <a:cubicBezTo>
                    <a:pt x="100" y="500"/>
                    <a:pt x="219" y="530"/>
                    <a:pt x="348" y="530"/>
                  </a:cubicBezTo>
                  <a:cubicBezTo>
                    <a:pt x="412" y="530"/>
                    <a:pt x="478" y="523"/>
                    <a:pt x="534" y="500"/>
                  </a:cubicBezTo>
                  <a:cubicBezTo>
                    <a:pt x="701" y="434"/>
                    <a:pt x="934" y="234"/>
                    <a:pt x="934" y="234"/>
                  </a:cubicBezTo>
                  <a:cubicBezTo>
                    <a:pt x="934" y="234"/>
                    <a:pt x="834" y="67"/>
                    <a:pt x="8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09" name="Google Shape;1409;p11"/>
            <p:cNvSpPr/>
            <p:nvPr/>
          </p:nvSpPr>
          <p:spPr>
            <a:xfrm flipH="1">
              <a:off x="8701532" y="340087"/>
              <a:ext cx="25848" cy="14532"/>
            </a:xfrm>
            <a:custGeom>
              <a:avLst/>
              <a:gdLst/>
              <a:ahLst/>
              <a:cxnLst/>
              <a:rect l="l" t="t" r="r" b="b"/>
              <a:pathLst>
                <a:path w="1069" h="601" extrusionOk="0">
                  <a:moveTo>
                    <a:pt x="1001" y="0"/>
                  </a:moveTo>
                  <a:cubicBezTo>
                    <a:pt x="1001" y="0"/>
                    <a:pt x="668" y="0"/>
                    <a:pt x="468" y="100"/>
                  </a:cubicBezTo>
                  <a:cubicBezTo>
                    <a:pt x="301" y="133"/>
                    <a:pt x="1" y="334"/>
                    <a:pt x="1" y="334"/>
                  </a:cubicBezTo>
                  <a:lnTo>
                    <a:pt x="34" y="600"/>
                  </a:lnTo>
                  <a:cubicBezTo>
                    <a:pt x="34" y="600"/>
                    <a:pt x="401" y="600"/>
                    <a:pt x="634" y="567"/>
                  </a:cubicBezTo>
                  <a:cubicBezTo>
                    <a:pt x="835" y="467"/>
                    <a:pt x="1068" y="267"/>
                    <a:pt x="1068" y="267"/>
                  </a:cubicBezTo>
                  <a:cubicBezTo>
                    <a:pt x="1068" y="234"/>
                    <a:pt x="1035" y="0"/>
                    <a:pt x="10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10" name="Google Shape;1410;p11"/>
            <p:cNvSpPr/>
            <p:nvPr/>
          </p:nvSpPr>
          <p:spPr>
            <a:xfrm flipH="1">
              <a:off x="8678150" y="367265"/>
              <a:ext cx="39558" cy="12356"/>
            </a:xfrm>
            <a:custGeom>
              <a:avLst/>
              <a:gdLst/>
              <a:ahLst/>
              <a:cxnLst/>
              <a:rect l="l" t="t" r="r" b="b"/>
              <a:pathLst>
                <a:path w="1636" h="511" extrusionOk="0">
                  <a:moveTo>
                    <a:pt x="1016" y="1"/>
                  </a:moveTo>
                  <a:cubicBezTo>
                    <a:pt x="942" y="1"/>
                    <a:pt x="868" y="3"/>
                    <a:pt x="801" y="10"/>
                  </a:cubicBezTo>
                  <a:cubicBezTo>
                    <a:pt x="501" y="44"/>
                    <a:pt x="1" y="177"/>
                    <a:pt x="1" y="177"/>
                  </a:cubicBezTo>
                  <a:lnTo>
                    <a:pt x="1" y="444"/>
                  </a:lnTo>
                  <a:cubicBezTo>
                    <a:pt x="1" y="444"/>
                    <a:pt x="501" y="511"/>
                    <a:pt x="835" y="511"/>
                  </a:cubicBezTo>
                  <a:cubicBezTo>
                    <a:pt x="1135" y="477"/>
                    <a:pt x="1635" y="310"/>
                    <a:pt x="1635" y="310"/>
                  </a:cubicBezTo>
                  <a:cubicBezTo>
                    <a:pt x="1635" y="310"/>
                    <a:pt x="1602" y="110"/>
                    <a:pt x="1635" y="44"/>
                  </a:cubicBezTo>
                  <a:cubicBezTo>
                    <a:pt x="1635" y="44"/>
                    <a:pt x="1315" y="1"/>
                    <a:pt x="10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11" name="Google Shape;1411;p11"/>
            <p:cNvSpPr/>
            <p:nvPr/>
          </p:nvSpPr>
          <p:spPr>
            <a:xfrm flipH="1">
              <a:off x="8670896" y="393307"/>
              <a:ext cx="31482" cy="14556"/>
            </a:xfrm>
            <a:custGeom>
              <a:avLst/>
              <a:gdLst/>
              <a:ahLst/>
              <a:cxnLst/>
              <a:rect l="l" t="t" r="r" b="b"/>
              <a:pathLst>
                <a:path w="1302" h="602" extrusionOk="0">
                  <a:moveTo>
                    <a:pt x="1268" y="1"/>
                  </a:moveTo>
                  <a:cubicBezTo>
                    <a:pt x="1268" y="1"/>
                    <a:pt x="835" y="1"/>
                    <a:pt x="601" y="67"/>
                  </a:cubicBezTo>
                  <a:cubicBezTo>
                    <a:pt x="334" y="134"/>
                    <a:pt x="1" y="368"/>
                    <a:pt x="1" y="368"/>
                  </a:cubicBezTo>
                  <a:cubicBezTo>
                    <a:pt x="1" y="401"/>
                    <a:pt x="101" y="601"/>
                    <a:pt x="101" y="601"/>
                  </a:cubicBezTo>
                  <a:cubicBezTo>
                    <a:pt x="101" y="601"/>
                    <a:pt x="468" y="601"/>
                    <a:pt x="701" y="534"/>
                  </a:cubicBezTo>
                  <a:cubicBezTo>
                    <a:pt x="968" y="468"/>
                    <a:pt x="1302" y="267"/>
                    <a:pt x="1302" y="267"/>
                  </a:cubicBezTo>
                  <a:cubicBezTo>
                    <a:pt x="1302" y="267"/>
                    <a:pt x="1268" y="67"/>
                    <a:pt x="1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12" name="Google Shape;1412;p11"/>
            <p:cNvSpPr/>
            <p:nvPr/>
          </p:nvSpPr>
          <p:spPr>
            <a:xfrm flipH="1">
              <a:off x="8554735" y="457844"/>
              <a:ext cx="26646" cy="14532"/>
            </a:xfrm>
            <a:custGeom>
              <a:avLst/>
              <a:gdLst/>
              <a:ahLst/>
              <a:cxnLst/>
              <a:rect l="l" t="t" r="r" b="b"/>
              <a:pathLst>
                <a:path w="1102" h="601" extrusionOk="0">
                  <a:moveTo>
                    <a:pt x="1001" y="0"/>
                  </a:moveTo>
                  <a:cubicBezTo>
                    <a:pt x="1001" y="0"/>
                    <a:pt x="667" y="0"/>
                    <a:pt x="467" y="100"/>
                  </a:cubicBezTo>
                  <a:cubicBezTo>
                    <a:pt x="300" y="134"/>
                    <a:pt x="0" y="367"/>
                    <a:pt x="0" y="367"/>
                  </a:cubicBezTo>
                  <a:lnTo>
                    <a:pt x="34" y="601"/>
                  </a:lnTo>
                  <a:cubicBezTo>
                    <a:pt x="34" y="601"/>
                    <a:pt x="434" y="601"/>
                    <a:pt x="634" y="534"/>
                  </a:cubicBezTo>
                  <a:cubicBezTo>
                    <a:pt x="834" y="434"/>
                    <a:pt x="1101" y="234"/>
                    <a:pt x="1101" y="234"/>
                  </a:cubicBezTo>
                  <a:cubicBezTo>
                    <a:pt x="1101" y="234"/>
                    <a:pt x="1034" y="34"/>
                    <a:pt x="10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13" name="Google Shape;1413;p11"/>
            <p:cNvSpPr/>
            <p:nvPr/>
          </p:nvSpPr>
          <p:spPr>
            <a:xfrm flipH="1">
              <a:off x="8543443" y="488480"/>
              <a:ext cx="25050" cy="14556"/>
            </a:xfrm>
            <a:custGeom>
              <a:avLst/>
              <a:gdLst/>
              <a:ahLst/>
              <a:cxnLst/>
              <a:rect l="l" t="t" r="r" b="b"/>
              <a:pathLst>
                <a:path w="1036" h="602" extrusionOk="0">
                  <a:moveTo>
                    <a:pt x="935" y="1"/>
                  </a:moveTo>
                  <a:cubicBezTo>
                    <a:pt x="935" y="1"/>
                    <a:pt x="601" y="1"/>
                    <a:pt x="435" y="101"/>
                  </a:cubicBezTo>
                  <a:cubicBezTo>
                    <a:pt x="268" y="134"/>
                    <a:pt x="1" y="334"/>
                    <a:pt x="1" y="334"/>
                  </a:cubicBezTo>
                  <a:lnTo>
                    <a:pt x="68" y="601"/>
                  </a:lnTo>
                  <a:cubicBezTo>
                    <a:pt x="68" y="601"/>
                    <a:pt x="435" y="601"/>
                    <a:pt x="635" y="501"/>
                  </a:cubicBezTo>
                  <a:cubicBezTo>
                    <a:pt x="802" y="434"/>
                    <a:pt x="1035" y="201"/>
                    <a:pt x="1035" y="201"/>
                  </a:cubicBezTo>
                  <a:cubicBezTo>
                    <a:pt x="1035" y="201"/>
                    <a:pt x="968"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14" name="Google Shape;1414;p11"/>
            <p:cNvSpPr/>
            <p:nvPr/>
          </p:nvSpPr>
          <p:spPr>
            <a:xfrm flipH="1">
              <a:off x="8524897" y="522283"/>
              <a:ext cx="29064" cy="14629"/>
            </a:xfrm>
            <a:custGeom>
              <a:avLst/>
              <a:gdLst/>
              <a:ahLst/>
              <a:cxnLst/>
              <a:rect l="l" t="t" r="r" b="b"/>
              <a:pathLst>
                <a:path w="1202" h="605" extrusionOk="0">
                  <a:moveTo>
                    <a:pt x="1141" y="1"/>
                  </a:moveTo>
                  <a:cubicBezTo>
                    <a:pt x="1139" y="1"/>
                    <a:pt x="1137" y="2"/>
                    <a:pt x="1135" y="4"/>
                  </a:cubicBezTo>
                  <a:cubicBezTo>
                    <a:pt x="1135" y="4"/>
                    <a:pt x="734" y="4"/>
                    <a:pt x="534" y="104"/>
                  </a:cubicBezTo>
                  <a:cubicBezTo>
                    <a:pt x="334" y="137"/>
                    <a:pt x="0" y="371"/>
                    <a:pt x="0" y="371"/>
                  </a:cubicBezTo>
                  <a:lnTo>
                    <a:pt x="34" y="604"/>
                  </a:lnTo>
                  <a:cubicBezTo>
                    <a:pt x="34" y="604"/>
                    <a:pt x="401" y="604"/>
                    <a:pt x="668" y="571"/>
                  </a:cubicBezTo>
                  <a:cubicBezTo>
                    <a:pt x="868" y="471"/>
                    <a:pt x="1201" y="237"/>
                    <a:pt x="1201" y="237"/>
                  </a:cubicBezTo>
                  <a:cubicBezTo>
                    <a:pt x="1201" y="206"/>
                    <a:pt x="1172" y="1"/>
                    <a:pt x="11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15" name="Google Shape;1415;p11"/>
            <p:cNvSpPr/>
            <p:nvPr/>
          </p:nvSpPr>
          <p:spPr>
            <a:xfrm flipH="1">
              <a:off x="8503135" y="544142"/>
              <a:ext cx="32280" cy="16950"/>
            </a:xfrm>
            <a:custGeom>
              <a:avLst/>
              <a:gdLst/>
              <a:ahLst/>
              <a:cxnLst/>
              <a:rect l="l" t="t" r="r" b="b"/>
              <a:pathLst>
                <a:path w="1335" h="701" extrusionOk="0">
                  <a:moveTo>
                    <a:pt x="1268" y="0"/>
                  </a:moveTo>
                  <a:cubicBezTo>
                    <a:pt x="1268" y="0"/>
                    <a:pt x="835" y="34"/>
                    <a:pt x="601" y="134"/>
                  </a:cubicBezTo>
                  <a:cubicBezTo>
                    <a:pt x="334" y="234"/>
                    <a:pt x="1" y="501"/>
                    <a:pt x="1" y="501"/>
                  </a:cubicBezTo>
                  <a:lnTo>
                    <a:pt x="134" y="701"/>
                  </a:lnTo>
                  <a:cubicBezTo>
                    <a:pt x="134" y="701"/>
                    <a:pt x="568" y="634"/>
                    <a:pt x="768" y="534"/>
                  </a:cubicBezTo>
                  <a:cubicBezTo>
                    <a:pt x="1035" y="467"/>
                    <a:pt x="1335" y="201"/>
                    <a:pt x="1335" y="201"/>
                  </a:cubicBezTo>
                  <a:lnTo>
                    <a:pt x="126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16" name="Google Shape;1416;p11"/>
            <p:cNvSpPr/>
            <p:nvPr/>
          </p:nvSpPr>
          <p:spPr>
            <a:xfrm flipH="1">
              <a:off x="8484565" y="573666"/>
              <a:ext cx="32304" cy="16467"/>
            </a:xfrm>
            <a:custGeom>
              <a:avLst/>
              <a:gdLst/>
              <a:ahLst/>
              <a:cxnLst/>
              <a:rect l="l" t="t" r="r" b="b"/>
              <a:pathLst>
                <a:path w="1336" h="681" extrusionOk="0">
                  <a:moveTo>
                    <a:pt x="1261" y="0"/>
                  </a:moveTo>
                  <a:cubicBezTo>
                    <a:pt x="1253" y="0"/>
                    <a:pt x="1244" y="4"/>
                    <a:pt x="1235" y="14"/>
                  </a:cubicBezTo>
                  <a:lnTo>
                    <a:pt x="1002" y="14"/>
                  </a:lnTo>
                  <a:cubicBezTo>
                    <a:pt x="835" y="14"/>
                    <a:pt x="668" y="80"/>
                    <a:pt x="535" y="114"/>
                  </a:cubicBezTo>
                  <a:cubicBezTo>
                    <a:pt x="301" y="180"/>
                    <a:pt x="1" y="481"/>
                    <a:pt x="1" y="481"/>
                  </a:cubicBezTo>
                  <a:lnTo>
                    <a:pt x="134" y="681"/>
                  </a:lnTo>
                  <a:cubicBezTo>
                    <a:pt x="134" y="681"/>
                    <a:pt x="535" y="614"/>
                    <a:pt x="768" y="514"/>
                  </a:cubicBezTo>
                  <a:cubicBezTo>
                    <a:pt x="868" y="481"/>
                    <a:pt x="1002" y="347"/>
                    <a:pt x="1135" y="314"/>
                  </a:cubicBezTo>
                  <a:cubicBezTo>
                    <a:pt x="1268" y="247"/>
                    <a:pt x="1335" y="180"/>
                    <a:pt x="1335" y="180"/>
                  </a:cubicBezTo>
                  <a:cubicBezTo>
                    <a:pt x="1335" y="152"/>
                    <a:pt x="1310" y="0"/>
                    <a:pt x="12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17" name="Google Shape;1417;p11"/>
            <p:cNvSpPr/>
            <p:nvPr/>
          </p:nvSpPr>
          <p:spPr>
            <a:xfrm flipH="1">
              <a:off x="8465221" y="596564"/>
              <a:ext cx="26646" cy="15354"/>
            </a:xfrm>
            <a:custGeom>
              <a:avLst/>
              <a:gdLst/>
              <a:ahLst/>
              <a:cxnLst/>
              <a:rect l="l" t="t" r="r" b="b"/>
              <a:pathLst>
                <a:path w="1102" h="635" extrusionOk="0">
                  <a:moveTo>
                    <a:pt x="1002" y="1"/>
                  </a:moveTo>
                  <a:cubicBezTo>
                    <a:pt x="1001" y="1"/>
                    <a:pt x="1000" y="1"/>
                    <a:pt x="1000" y="1"/>
                  </a:cubicBezTo>
                  <a:lnTo>
                    <a:pt x="1000" y="1"/>
                  </a:lnTo>
                  <a:cubicBezTo>
                    <a:pt x="1001" y="1"/>
                    <a:pt x="1002" y="1"/>
                    <a:pt x="1002" y="1"/>
                  </a:cubicBezTo>
                  <a:close/>
                  <a:moveTo>
                    <a:pt x="1000" y="1"/>
                  </a:moveTo>
                  <a:cubicBezTo>
                    <a:pt x="974" y="3"/>
                    <a:pt x="628" y="37"/>
                    <a:pt x="468" y="101"/>
                  </a:cubicBezTo>
                  <a:cubicBezTo>
                    <a:pt x="301" y="167"/>
                    <a:pt x="1" y="368"/>
                    <a:pt x="1" y="368"/>
                  </a:cubicBezTo>
                  <a:lnTo>
                    <a:pt x="68" y="634"/>
                  </a:lnTo>
                  <a:lnTo>
                    <a:pt x="268" y="634"/>
                  </a:lnTo>
                  <a:cubicBezTo>
                    <a:pt x="401" y="634"/>
                    <a:pt x="501" y="634"/>
                    <a:pt x="635" y="568"/>
                  </a:cubicBezTo>
                  <a:cubicBezTo>
                    <a:pt x="835" y="468"/>
                    <a:pt x="1102" y="201"/>
                    <a:pt x="1102" y="201"/>
                  </a:cubicBezTo>
                  <a:cubicBezTo>
                    <a:pt x="1102" y="168"/>
                    <a:pt x="973" y="6"/>
                    <a:pt x="10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18" name="Google Shape;1418;p11"/>
            <p:cNvSpPr/>
            <p:nvPr/>
          </p:nvSpPr>
          <p:spPr>
            <a:xfrm flipH="1">
              <a:off x="8020793" y="264258"/>
              <a:ext cx="19392" cy="12936"/>
            </a:xfrm>
            <a:custGeom>
              <a:avLst/>
              <a:gdLst/>
              <a:ahLst/>
              <a:cxnLst/>
              <a:rect l="l" t="t" r="r" b="b"/>
              <a:pathLst>
                <a:path w="802" h="535" extrusionOk="0">
                  <a:moveTo>
                    <a:pt x="401" y="0"/>
                  </a:moveTo>
                  <a:cubicBezTo>
                    <a:pt x="168" y="0"/>
                    <a:pt x="1" y="267"/>
                    <a:pt x="1" y="267"/>
                  </a:cubicBezTo>
                  <a:lnTo>
                    <a:pt x="134" y="467"/>
                  </a:lnTo>
                  <a:cubicBezTo>
                    <a:pt x="134" y="467"/>
                    <a:pt x="334" y="534"/>
                    <a:pt x="435" y="534"/>
                  </a:cubicBezTo>
                  <a:cubicBezTo>
                    <a:pt x="501" y="534"/>
                    <a:pt x="735" y="434"/>
                    <a:pt x="735" y="434"/>
                  </a:cubicBezTo>
                  <a:cubicBezTo>
                    <a:pt x="768" y="434"/>
                    <a:pt x="801" y="234"/>
                    <a:pt x="801" y="167"/>
                  </a:cubicBezTo>
                  <a:cubicBezTo>
                    <a:pt x="801" y="167"/>
                    <a:pt x="768" y="134"/>
                    <a:pt x="668" y="101"/>
                  </a:cubicBezTo>
                  <a:cubicBezTo>
                    <a:pt x="601" y="67"/>
                    <a:pt x="468" y="0"/>
                    <a:pt x="4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19" name="Google Shape;1419;p11"/>
            <p:cNvSpPr/>
            <p:nvPr/>
          </p:nvSpPr>
          <p:spPr>
            <a:xfrm flipH="1">
              <a:off x="8012717" y="297772"/>
              <a:ext cx="21810" cy="12840"/>
            </a:xfrm>
            <a:custGeom>
              <a:avLst/>
              <a:gdLst/>
              <a:ahLst/>
              <a:cxnLst/>
              <a:rect l="l" t="t" r="r" b="b"/>
              <a:pathLst>
                <a:path w="902" h="531" extrusionOk="0">
                  <a:moveTo>
                    <a:pt x="554" y="1"/>
                  </a:moveTo>
                  <a:cubicBezTo>
                    <a:pt x="490" y="1"/>
                    <a:pt x="423" y="4"/>
                    <a:pt x="367" y="15"/>
                  </a:cubicBezTo>
                  <a:lnTo>
                    <a:pt x="100" y="149"/>
                  </a:lnTo>
                  <a:cubicBezTo>
                    <a:pt x="34" y="182"/>
                    <a:pt x="0" y="216"/>
                    <a:pt x="0" y="216"/>
                  </a:cubicBezTo>
                  <a:lnTo>
                    <a:pt x="0" y="482"/>
                  </a:lnTo>
                  <a:cubicBezTo>
                    <a:pt x="0" y="482"/>
                    <a:pt x="34" y="516"/>
                    <a:pt x="167" y="516"/>
                  </a:cubicBezTo>
                  <a:cubicBezTo>
                    <a:pt x="201" y="527"/>
                    <a:pt x="238" y="531"/>
                    <a:pt x="276" y="531"/>
                  </a:cubicBezTo>
                  <a:cubicBezTo>
                    <a:pt x="352" y="531"/>
                    <a:pt x="434" y="516"/>
                    <a:pt x="501" y="516"/>
                  </a:cubicBezTo>
                  <a:cubicBezTo>
                    <a:pt x="701" y="416"/>
                    <a:pt x="901" y="249"/>
                    <a:pt x="901" y="249"/>
                  </a:cubicBezTo>
                  <a:cubicBezTo>
                    <a:pt x="901" y="249"/>
                    <a:pt x="868" y="49"/>
                    <a:pt x="801" y="15"/>
                  </a:cubicBezTo>
                  <a:cubicBezTo>
                    <a:pt x="801" y="15"/>
                    <a:pt x="682" y="1"/>
                    <a:pt x="5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20" name="Google Shape;1420;p11"/>
            <p:cNvSpPr/>
            <p:nvPr/>
          </p:nvSpPr>
          <p:spPr>
            <a:xfrm flipH="1">
              <a:off x="8003867" y="315520"/>
              <a:ext cx="20166" cy="12042"/>
            </a:xfrm>
            <a:custGeom>
              <a:avLst/>
              <a:gdLst/>
              <a:ahLst/>
              <a:cxnLst/>
              <a:rect l="l" t="t" r="r" b="b"/>
              <a:pathLst>
                <a:path w="834" h="498" extrusionOk="0">
                  <a:moveTo>
                    <a:pt x="549" y="0"/>
                  </a:moveTo>
                  <a:cubicBezTo>
                    <a:pt x="489" y="0"/>
                    <a:pt x="434" y="4"/>
                    <a:pt x="400" y="15"/>
                  </a:cubicBezTo>
                  <a:cubicBezTo>
                    <a:pt x="267" y="82"/>
                    <a:pt x="67" y="249"/>
                    <a:pt x="67" y="249"/>
                  </a:cubicBezTo>
                  <a:cubicBezTo>
                    <a:pt x="0" y="249"/>
                    <a:pt x="100" y="482"/>
                    <a:pt x="100" y="482"/>
                  </a:cubicBezTo>
                  <a:cubicBezTo>
                    <a:pt x="100" y="482"/>
                    <a:pt x="204" y="497"/>
                    <a:pt x="322" y="497"/>
                  </a:cubicBezTo>
                  <a:cubicBezTo>
                    <a:pt x="382" y="497"/>
                    <a:pt x="445" y="493"/>
                    <a:pt x="500" y="482"/>
                  </a:cubicBezTo>
                  <a:cubicBezTo>
                    <a:pt x="634" y="449"/>
                    <a:pt x="834" y="282"/>
                    <a:pt x="834" y="282"/>
                  </a:cubicBezTo>
                  <a:cubicBezTo>
                    <a:pt x="834" y="282"/>
                    <a:pt x="767" y="82"/>
                    <a:pt x="801" y="15"/>
                  </a:cubicBezTo>
                  <a:cubicBezTo>
                    <a:pt x="801" y="15"/>
                    <a:pt x="667" y="0"/>
                    <a:pt x="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21" name="Google Shape;1421;p11"/>
            <p:cNvSpPr/>
            <p:nvPr/>
          </p:nvSpPr>
          <p:spPr>
            <a:xfrm flipH="1">
              <a:off x="7990132" y="336049"/>
              <a:ext cx="20190" cy="13734"/>
            </a:xfrm>
            <a:custGeom>
              <a:avLst/>
              <a:gdLst/>
              <a:ahLst/>
              <a:cxnLst/>
              <a:rect l="l" t="t" r="r" b="b"/>
              <a:pathLst>
                <a:path w="835" h="568" extrusionOk="0">
                  <a:moveTo>
                    <a:pt x="767" y="0"/>
                  </a:moveTo>
                  <a:cubicBezTo>
                    <a:pt x="767" y="0"/>
                    <a:pt x="534" y="0"/>
                    <a:pt x="367" y="67"/>
                  </a:cubicBezTo>
                  <a:cubicBezTo>
                    <a:pt x="234" y="134"/>
                    <a:pt x="33" y="300"/>
                    <a:pt x="33" y="300"/>
                  </a:cubicBezTo>
                  <a:cubicBezTo>
                    <a:pt x="0" y="300"/>
                    <a:pt x="67" y="567"/>
                    <a:pt x="67" y="567"/>
                  </a:cubicBezTo>
                  <a:cubicBezTo>
                    <a:pt x="67" y="567"/>
                    <a:pt x="334" y="567"/>
                    <a:pt x="500" y="501"/>
                  </a:cubicBezTo>
                  <a:cubicBezTo>
                    <a:pt x="667" y="467"/>
                    <a:pt x="834" y="267"/>
                    <a:pt x="834" y="267"/>
                  </a:cubicBezTo>
                  <a:cubicBezTo>
                    <a:pt x="834" y="267"/>
                    <a:pt x="767" y="67"/>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22" name="Google Shape;1422;p11"/>
            <p:cNvSpPr/>
            <p:nvPr/>
          </p:nvSpPr>
          <p:spPr>
            <a:xfrm flipH="1">
              <a:off x="7967548" y="355393"/>
              <a:ext cx="21012" cy="14556"/>
            </a:xfrm>
            <a:custGeom>
              <a:avLst/>
              <a:gdLst/>
              <a:ahLst/>
              <a:cxnLst/>
              <a:rect l="l" t="t" r="r" b="b"/>
              <a:pathLst>
                <a:path w="869" h="602" extrusionOk="0">
                  <a:moveTo>
                    <a:pt x="768" y="1"/>
                  </a:moveTo>
                  <a:cubicBezTo>
                    <a:pt x="768" y="1"/>
                    <a:pt x="501" y="1"/>
                    <a:pt x="368" y="101"/>
                  </a:cubicBezTo>
                  <a:cubicBezTo>
                    <a:pt x="268" y="134"/>
                    <a:pt x="34" y="334"/>
                    <a:pt x="34" y="334"/>
                  </a:cubicBezTo>
                  <a:cubicBezTo>
                    <a:pt x="1" y="334"/>
                    <a:pt x="101" y="601"/>
                    <a:pt x="101" y="601"/>
                  </a:cubicBezTo>
                  <a:cubicBezTo>
                    <a:pt x="101" y="601"/>
                    <a:pt x="368" y="601"/>
                    <a:pt x="534" y="535"/>
                  </a:cubicBezTo>
                  <a:cubicBezTo>
                    <a:pt x="701" y="468"/>
                    <a:pt x="868" y="201"/>
                    <a:pt x="868" y="201"/>
                  </a:cubicBezTo>
                  <a:cubicBezTo>
                    <a:pt x="835" y="201"/>
                    <a:pt x="768" y="34"/>
                    <a:pt x="7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23" name="Google Shape;1423;p11"/>
            <p:cNvSpPr/>
            <p:nvPr/>
          </p:nvSpPr>
          <p:spPr>
            <a:xfrm flipH="1">
              <a:off x="8020793" y="283457"/>
              <a:ext cx="16152" cy="12840"/>
            </a:xfrm>
            <a:custGeom>
              <a:avLst/>
              <a:gdLst/>
              <a:ahLst/>
              <a:cxnLst/>
              <a:rect l="l" t="t" r="r" b="b"/>
              <a:pathLst>
                <a:path w="668" h="531" extrusionOk="0">
                  <a:moveTo>
                    <a:pt x="338" y="0"/>
                  </a:moveTo>
                  <a:cubicBezTo>
                    <a:pt x="323" y="0"/>
                    <a:pt x="310" y="2"/>
                    <a:pt x="301" y="7"/>
                  </a:cubicBezTo>
                  <a:cubicBezTo>
                    <a:pt x="167" y="74"/>
                    <a:pt x="0" y="207"/>
                    <a:pt x="0" y="207"/>
                  </a:cubicBezTo>
                  <a:cubicBezTo>
                    <a:pt x="0" y="274"/>
                    <a:pt x="100" y="474"/>
                    <a:pt x="100" y="474"/>
                  </a:cubicBezTo>
                  <a:cubicBezTo>
                    <a:pt x="100" y="474"/>
                    <a:pt x="213" y="530"/>
                    <a:pt x="297" y="530"/>
                  </a:cubicBezTo>
                  <a:cubicBezTo>
                    <a:pt x="326" y="530"/>
                    <a:pt x="351" y="524"/>
                    <a:pt x="367" y="507"/>
                  </a:cubicBezTo>
                  <a:cubicBezTo>
                    <a:pt x="501" y="474"/>
                    <a:pt x="667" y="307"/>
                    <a:pt x="667" y="307"/>
                  </a:cubicBezTo>
                  <a:cubicBezTo>
                    <a:pt x="667" y="274"/>
                    <a:pt x="634" y="74"/>
                    <a:pt x="601" y="74"/>
                  </a:cubicBezTo>
                  <a:cubicBezTo>
                    <a:pt x="601" y="74"/>
                    <a:pt x="429" y="0"/>
                    <a:pt x="3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24" name="Google Shape;1424;p11"/>
            <p:cNvSpPr/>
            <p:nvPr/>
          </p:nvSpPr>
          <p:spPr>
            <a:xfrm flipH="1">
              <a:off x="8923360" y="1620104"/>
              <a:ext cx="17772" cy="13734"/>
            </a:xfrm>
            <a:custGeom>
              <a:avLst/>
              <a:gdLst/>
              <a:ahLst/>
              <a:cxnLst/>
              <a:rect l="l" t="t" r="r" b="b"/>
              <a:pathLst>
                <a:path w="735" h="568" extrusionOk="0">
                  <a:moveTo>
                    <a:pt x="535" y="1"/>
                  </a:moveTo>
                  <a:cubicBezTo>
                    <a:pt x="401" y="1"/>
                    <a:pt x="335" y="34"/>
                    <a:pt x="234" y="68"/>
                  </a:cubicBezTo>
                  <a:cubicBezTo>
                    <a:pt x="68" y="168"/>
                    <a:pt x="1" y="435"/>
                    <a:pt x="1" y="435"/>
                  </a:cubicBezTo>
                  <a:lnTo>
                    <a:pt x="201" y="568"/>
                  </a:lnTo>
                  <a:cubicBezTo>
                    <a:pt x="201" y="568"/>
                    <a:pt x="401" y="501"/>
                    <a:pt x="501" y="435"/>
                  </a:cubicBezTo>
                  <a:lnTo>
                    <a:pt x="668" y="268"/>
                  </a:lnTo>
                  <a:lnTo>
                    <a:pt x="735" y="201"/>
                  </a:lnTo>
                  <a:cubicBezTo>
                    <a:pt x="735" y="134"/>
                    <a:pt x="701" y="1"/>
                    <a:pt x="7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25" name="Google Shape;1425;p11"/>
            <p:cNvSpPr/>
            <p:nvPr/>
          </p:nvSpPr>
          <p:spPr>
            <a:xfrm flipH="1">
              <a:off x="8905611" y="1641092"/>
              <a:ext cx="28242" cy="19368"/>
            </a:xfrm>
            <a:custGeom>
              <a:avLst/>
              <a:gdLst/>
              <a:ahLst/>
              <a:cxnLst/>
              <a:rect l="l" t="t" r="r" b="b"/>
              <a:pathLst>
                <a:path w="1168" h="801" extrusionOk="0">
                  <a:moveTo>
                    <a:pt x="867" y="0"/>
                  </a:moveTo>
                  <a:cubicBezTo>
                    <a:pt x="734" y="34"/>
                    <a:pt x="567" y="67"/>
                    <a:pt x="434" y="134"/>
                  </a:cubicBezTo>
                  <a:cubicBezTo>
                    <a:pt x="334" y="200"/>
                    <a:pt x="200" y="300"/>
                    <a:pt x="100" y="400"/>
                  </a:cubicBezTo>
                  <a:cubicBezTo>
                    <a:pt x="34" y="534"/>
                    <a:pt x="0" y="634"/>
                    <a:pt x="0" y="634"/>
                  </a:cubicBezTo>
                  <a:lnTo>
                    <a:pt x="167" y="801"/>
                  </a:lnTo>
                  <a:lnTo>
                    <a:pt x="334" y="701"/>
                  </a:lnTo>
                  <a:cubicBezTo>
                    <a:pt x="434" y="667"/>
                    <a:pt x="567" y="634"/>
                    <a:pt x="667" y="567"/>
                  </a:cubicBezTo>
                  <a:cubicBezTo>
                    <a:pt x="734" y="567"/>
                    <a:pt x="867" y="467"/>
                    <a:pt x="934" y="400"/>
                  </a:cubicBezTo>
                  <a:cubicBezTo>
                    <a:pt x="1034" y="334"/>
                    <a:pt x="1101" y="300"/>
                    <a:pt x="1101" y="300"/>
                  </a:cubicBezTo>
                  <a:cubicBezTo>
                    <a:pt x="1168" y="300"/>
                    <a:pt x="1101" y="67"/>
                    <a:pt x="11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26" name="Google Shape;1426;p11"/>
            <p:cNvSpPr/>
            <p:nvPr/>
          </p:nvSpPr>
          <p:spPr>
            <a:xfrm flipH="1">
              <a:off x="8892699" y="1672550"/>
              <a:ext cx="27444" cy="16950"/>
            </a:xfrm>
            <a:custGeom>
              <a:avLst/>
              <a:gdLst/>
              <a:ahLst/>
              <a:cxnLst/>
              <a:rect l="l" t="t" r="r" b="b"/>
              <a:pathLst>
                <a:path w="1135" h="701" extrusionOk="0">
                  <a:moveTo>
                    <a:pt x="1034" y="0"/>
                  </a:moveTo>
                  <a:cubicBezTo>
                    <a:pt x="1034" y="0"/>
                    <a:pt x="667" y="33"/>
                    <a:pt x="467" y="100"/>
                  </a:cubicBezTo>
                  <a:cubicBezTo>
                    <a:pt x="234" y="200"/>
                    <a:pt x="0" y="434"/>
                    <a:pt x="0" y="434"/>
                  </a:cubicBezTo>
                  <a:cubicBezTo>
                    <a:pt x="0" y="500"/>
                    <a:pt x="100" y="701"/>
                    <a:pt x="100" y="701"/>
                  </a:cubicBezTo>
                  <a:cubicBezTo>
                    <a:pt x="100" y="701"/>
                    <a:pt x="467" y="667"/>
                    <a:pt x="667" y="567"/>
                  </a:cubicBezTo>
                  <a:cubicBezTo>
                    <a:pt x="868" y="467"/>
                    <a:pt x="1134" y="234"/>
                    <a:pt x="1134" y="234"/>
                  </a:cubicBezTo>
                  <a:cubicBezTo>
                    <a:pt x="1134" y="234"/>
                    <a:pt x="1068" y="33"/>
                    <a:pt x="10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27" name="Google Shape;1427;p11"/>
            <p:cNvSpPr/>
            <p:nvPr/>
          </p:nvSpPr>
          <p:spPr>
            <a:xfrm flipH="1">
              <a:off x="8875773" y="1697552"/>
              <a:ext cx="18570" cy="12719"/>
            </a:xfrm>
            <a:custGeom>
              <a:avLst/>
              <a:gdLst/>
              <a:ahLst/>
              <a:cxnLst/>
              <a:rect l="l" t="t" r="r" b="b"/>
              <a:pathLst>
                <a:path w="768" h="526" extrusionOk="0">
                  <a:moveTo>
                    <a:pt x="534" y="0"/>
                  </a:moveTo>
                  <a:cubicBezTo>
                    <a:pt x="534" y="0"/>
                    <a:pt x="368" y="0"/>
                    <a:pt x="268" y="34"/>
                  </a:cubicBezTo>
                  <a:cubicBezTo>
                    <a:pt x="167" y="67"/>
                    <a:pt x="1" y="200"/>
                    <a:pt x="1" y="200"/>
                  </a:cubicBezTo>
                  <a:lnTo>
                    <a:pt x="1" y="467"/>
                  </a:lnTo>
                  <a:cubicBezTo>
                    <a:pt x="1" y="467"/>
                    <a:pt x="101" y="467"/>
                    <a:pt x="167" y="501"/>
                  </a:cubicBezTo>
                  <a:cubicBezTo>
                    <a:pt x="217" y="517"/>
                    <a:pt x="276" y="526"/>
                    <a:pt x="330" y="526"/>
                  </a:cubicBezTo>
                  <a:cubicBezTo>
                    <a:pt x="384" y="526"/>
                    <a:pt x="434" y="517"/>
                    <a:pt x="468" y="501"/>
                  </a:cubicBezTo>
                  <a:cubicBezTo>
                    <a:pt x="568" y="467"/>
                    <a:pt x="634" y="367"/>
                    <a:pt x="701" y="300"/>
                  </a:cubicBezTo>
                  <a:cubicBezTo>
                    <a:pt x="768" y="200"/>
                    <a:pt x="768" y="134"/>
                    <a:pt x="768" y="134"/>
                  </a:cubicBezTo>
                  <a:cubicBezTo>
                    <a:pt x="768" y="134"/>
                    <a:pt x="568" y="0"/>
                    <a:pt x="5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28" name="Google Shape;1428;p11"/>
            <p:cNvSpPr/>
            <p:nvPr/>
          </p:nvSpPr>
          <p:spPr>
            <a:xfrm flipH="1">
              <a:off x="8774145" y="1698350"/>
              <a:ext cx="18570" cy="12477"/>
            </a:xfrm>
            <a:custGeom>
              <a:avLst/>
              <a:gdLst/>
              <a:ahLst/>
              <a:cxnLst/>
              <a:rect l="l" t="t" r="r" b="b"/>
              <a:pathLst>
                <a:path w="768" h="516" extrusionOk="0">
                  <a:moveTo>
                    <a:pt x="534" y="1"/>
                  </a:moveTo>
                  <a:cubicBezTo>
                    <a:pt x="434" y="1"/>
                    <a:pt x="368" y="1"/>
                    <a:pt x="334" y="34"/>
                  </a:cubicBezTo>
                  <a:cubicBezTo>
                    <a:pt x="201" y="101"/>
                    <a:pt x="34" y="267"/>
                    <a:pt x="34" y="267"/>
                  </a:cubicBezTo>
                  <a:cubicBezTo>
                    <a:pt x="1" y="267"/>
                    <a:pt x="67" y="501"/>
                    <a:pt x="67" y="501"/>
                  </a:cubicBezTo>
                  <a:cubicBezTo>
                    <a:pt x="67" y="501"/>
                    <a:pt x="186" y="516"/>
                    <a:pt x="314" y="516"/>
                  </a:cubicBezTo>
                  <a:cubicBezTo>
                    <a:pt x="379" y="516"/>
                    <a:pt x="445" y="512"/>
                    <a:pt x="501" y="501"/>
                  </a:cubicBezTo>
                  <a:cubicBezTo>
                    <a:pt x="568" y="468"/>
                    <a:pt x="668" y="367"/>
                    <a:pt x="701" y="334"/>
                  </a:cubicBezTo>
                  <a:cubicBezTo>
                    <a:pt x="735" y="234"/>
                    <a:pt x="768" y="201"/>
                    <a:pt x="768" y="201"/>
                  </a:cubicBezTo>
                  <a:cubicBezTo>
                    <a:pt x="735" y="167"/>
                    <a:pt x="668" y="1"/>
                    <a:pt x="6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29" name="Google Shape;1429;p11"/>
            <p:cNvSpPr/>
            <p:nvPr/>
          </p:nvSpPr>
          <p:spPr>
            <a:xfrm flipH="1">
              <a:off x="8201466" y="1241300"/>
              <a:ext cx="117781" cy="280440"/>
            </a:xfrm>
            <a:custGeom>
              <a:avLst/>
              <a:gdLst/>
              <a:ahLst/>
              <a:cxnLst/>
              <a:rect l="l" t="t" r="r" b="b"/>
              <a:pathLst>
                <a:path w="4871" h="11598" extrusionOk="0">
                  <a:moveTo>
                    <a:pt x="1271" y="0"/>
                  </a:moveTo>
                  <a:cubicBezTo>
                    <a:pt x="1157" y="0"/>
                    <a:pt x="1055" y="200"/>
                    <a:pt x="1168" y="256"/>
                  </a:cubicBezTo>
                  <a:cubicBezTo>
                    <a:pt x="1168" y="256"/>
                    <a:pt x="1435" y="423"/>
                    <a:pt x="1768" y="723"/>
                  </a:cubicBezTo>
                  <a:cubicBezTo>
                    <a:pt x="1968" y="856"/>
                    <a:pt x="2135" y="1056"/>
                    <a:pt x="2335" y="1257"/>
                  </a:cubicBezTo>
                  <a:cubicBezTo>
                    <a:pt x="2535" y="1490"/>
                    <a:pt x="2769" y="1724"/>
                    <a:pt x="2969" y="2024"/>
                  </a:cubicBezTo>
                  <a:cubicBezTo>
                    <a:pt x="3002" y="2091"/>
                    <a:pt x="3103" y="2157"/>
                    <a:pt x="3136" y="2224"/>
                  </a:cubicBezTo>
                  <a:lnTo>
                    <a:pt x="3269" y="2491"/>
                  </a:lnTo>
                  <a:cubicBezTo>
                    <a:pt x="3336" y="2658"/>
                    <a:pt x="3469" y="2824"/>
                    <a:pt x="3536" y="2991"/>
                  </a:cubicBezTo>
                  <a:cubicBezTo>
                    <a:pt x="3636" y="3158"/>
                    <a:pt x="3703" y="3358"/>
                    <a:pt x="3803" y="3525"/>
                  </a:cubicBezTo>
                  <a:cubicBezTo>
                    <a:pt x="3870" y="3692"/>
                    <a:pt x="3970" y="3858"/>
                    <a:pt x="4003" y="4059"/>
                  </a:cubicBezTo>
                  <a:cubicBezTo>
                    <a:pt x="4037" y="4225"/>
                    <a:pt x="4137" y="4426"/>
                    <a:pt x="4170" y="4592"/>
                  </a:cubicBezTo>
                  <a:cubicBezTo>
                    <a:pt x="4203" y="4759"/>
                    <a:pt x="4203" y="4993"/>
                    <a:pt x="4270" y="5159"/>
                  </a:cubicBezTo>
                  <a:cubicBezTo>
                    <a:pt x="4270" y="5259"/>
                    <a:pt x="4303" y="5360"/>
                    <a:pt x="4303" y="5426"/>
                  </a:cubicBezTo>
                  <a:lnTo>
                    <a:pt x="4303" y="5693"/>
                  </a:lnTo>
                  <a:lnTo>
                    <a:pt x="4303" y="6193"/>
                  </a:lnTo>
                  <a:cubicBezTo>
                    <a:pt x="4203" y="6827"/>
                    <a:pt x="4103" y="7594"/>
                    <a:pt x="3703" y="8262"/>
                  </a:cubicBezTo>
                  <a:cubicBezTo>
                    <a:pt x="3336" y="8929"/>
                    <a:pt x="2836" y="9563"/>
                    <a:pt x="2302" y="9963"/>
                  </a:cubicBezTo>
                  <a:cubicBezTo>
                    <a:pt x="2169" y="10096"/>
                    <a:pt x="2035" y="10196"/>
                    <a:pt x="1935" y="10330"/>
                  </a:cubicBezTo>
                  <a:cubicBezTo>
                    <a:pt x="1735" y="10396"/>
                    <a:pt x="1635" y="10497"/>
                    <a:pt x="1501" y="10563"/>
                  </a:cubicBezTo>
                  <a:cubicBezTo>
                    <a:pt x="1201" y="10730"/>
                    <a:pt x="1001" y="10863"/>
                    <a:pt x="801" y="10930"/>
                  </a:cubicBezTo>
                  <a:cubicBezTo>
                    <a:pt x="367" y="11097"/>
                    <a:pt x="134" y="11230"/>
                    <a:pt x="134" y="11230"/>
                  </a:cubicBezTo>
                  <a:cubicBezTo>
                    <a:pt x="0" y="11330"/>
                    <a:pt x="100" y="11564"/>
                    <a:pt x="167" y="11597"/>
                  </a:cubicBezTo>
                  <a:cubicBezTo>
                    <a:pt x="167" y="11597"/>
                    <a:pt x="434" y="11531"/>
                    <a:pt x="868" y="11364"/>
                  </a:cubicBezTo>
                  <a:cubicBezTo>
                    <a:pt x="1101" y="11264"/>
                    <a:pt x="1335" y="11164"/>
                    <a:pt x="1635" y="10997"/>
                  </a:cubicBezTo>
                  <a:cubicBezTo>
                    <a:pt x="1802" y="10897"/>
                    <a:pt x="1935" y="10830"/>
                    <a:pt x="2102" y="10730"/>
                  </a:cubicBezTo>
                  <a:cubicBezTo>
                    <a:pt x="2235" y="10597"/>
                    <a:pt x="2369" y="10530"/>
                    <a:pt x="2535" y="10396"/>
                  </a:cubicBezTo>
                  <a:cubicBezTo>
                    <a:pt x="3169" y="9929"/>
                    <a:pt x="3770" y="9329"/>
                    <a:pt x="4170" y="8562"/>
                  </a:cubicBezTo>
                  <a:cubicBezTo>
                    <a:pt x="4637" y="7828"/>
                    <a:pt x="4804" y="6994"/>
                    <a:pt x="4870" y="6227"/>
                  </a:cubicBezTo>
                  <a:lnTo>
                    <a:pt x="4870" y="5660"/>
                  </a:lnTo>
                  <a:lnTo>
                    <a:pt x="4870" y="5360"/>
                  </a:lnTo>
                  <a:cubicBezTo>
                    <a:pt x="4870" y="5259"/>
                    <a:pt x="4837" y="5159"/>
                    <a:pt x="4837" y="5059"/>
                  </a:cubicBezTo>
                  <a:lnTo>
                    <a:pt x="4704" y="4426"/>
                  </a:lnTo>
                  <a:cubicBezTo>
                    <a:pt x="4637" y="4225"/>
                    <a:pt x="4604" y="4025"/>
                    <a:pt x="4504" y="3825"/>
                  </a:cubicBezTo>
                  <a:cubicBezTo>
                    <a:pt x="4437" y="3592"/>
                    <a:pt x="4337" y="3425"/>
                    <a:pt x="4270" y="3225"/>
                  </a:cubicBezTo>
                  <a:cubicBezTo>
                    <a:pt x="4137" y="3058"/>
                    <a:pt x="4103" y="2858"/>
                    <a:pt x="3970" y="2691"/>
                  </a:cubicBezTo>
                  <a:cubicBezTo>
                    <a:pt x="3836" y="2524"/>
                    <a:pt x="3770" y="2357"/>
                    <a:pt x="3636" y="2191"/>
                  </a:cubicBezTo>
                  <a:cubicBezTo>
                    <a:pt x="3603" y="2091"/>
                    <a:pt x="3503" y="2024"/>
                    <a:pt x="3469" y="1924"/>
                  </a:cubicBezTo>
                  <a:cubicBezTo>
                    <a:pt x="3436" y="1857"/>
                    <a:pt x="3336" y="1824"/>
                    <a:pt x="3303" y="1724"/>
                  </a:cubicBezTo>
                  <a:cubicBezTo>
                    <a:pt x="3036" y="1423"/>
                    <a:pt x="2836" y="1190"/>
                    <a:pt x="2602" y="990"/>
                  </a:cubicBezTo>
                  <a:cubicBezTo>
                    <a:pt x="2335" y="756"/>
                    <a:pt x="2169" y="556"/>
                    <a:pt x="1968" y="423"/>
                  </a:cubicBezTo>
                  <a:lnTo>
                    <a:pt x="1335" y="22"/>
                  </a:lnTo>
                  <a:cubicBezTo>
                    <a:pt x="1314" y="7"/>
                    <a:pt x="1292" y="0"/>
                    <a:pt x="12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30" name="Google Shape;1430;p11"/>
            <p:cNvSpPr/>
            <p:nvPr/>
          </p:nvSpPr>
          <p:spPr>
            <a:xfrm flipH="1">
              <a:off x="7627892" y="576737"/>
              <a:ext cx="578071" cy="256574"/>
            </a:xfrm>
            <a:custGeom>
              <a:avLst/>
              <a:gdLst/>
              <a:ahLst/>
              <a:cxnLst/>
              <a:rect l="l" t="t" r="r" b="b"/>
              <a:pathLst>
                <a:path w="23907" h="10611" extrusionOk="0">
                  <a:moveTo>
                    <a:pt x="23735" y="0"/>
                  </a:moveTo>
                  <a:cubicBezTo>
                    <a:pt x="23662" y="0"/>
                    <a:pt x="23579" y="55"/>
                    <a:pt x="23535" y="187"/>
                  </a:cubicBezTo>
                  <a:cubicBezTo>
                    <a:pt x="23535" y="187"/>
                    <a:pt x="23502" y="320"/>
                    <a:pt x="23435" y="520"/>
                  </a:cubicBezTo>
                  <a:cubicBezTo>
                    <a:pt x="23435" y="620"/>
                    <a:pt x="23335" y="721"/>
                    <a:pt x="23269" y="854"/>
                  </a:cubicBezTo>
                  <a:cubicBezTo>
                    <a:pt x="23202" y="887"/>
                    <a:pt x="23169" y="987"/>
                    <a:pt x="23135" y="1054"/>
                  </a:cubicBezTo>
                  <a:cubicBezTo>
                    <a:pt x="23102" y="1121"/>
                    <a:pt x="23002" y="1188"/>
                    <a:pt x="22968" y="1288"/>
                  </a:cubicBezTo>
                  <a:cubicBezTo>
                    <a:pt x="22868" y="1354"/>
                    <a:pt x="22835" y="1454"/>
                    <a:pt x="22768" y="1521"/>
                  </a:cubicBezTo>
                  <a:lnTo>
                    <a:pt x="22501" y="1788"/>
                  </a:lnTo>
                  <a:cubicBezTo>
                    <a:pt x="22335" y="1955"/>
                    <a:pt x="22134" y="2055"/>
                    <a:pt x="21934" y="2222"/>
                  </a:cubicBezTo>
                  <a:cubicBezTo>
                    <a:pt x="21467" y="2555"/>
                    <a:pt x="20967" y="2855"/>
                    <a:pt x="20333" y="3056"/>
                  </a:cubicBezTo>
                  <a:cubicBezTo>
                    <a:pt x="19132" y="3556"/>
                    <a:pt x="17665" y="3856"/>
                    <a:pt x="16197" y="4156"/>
                  </a:cubicBezTo>
                  <a:cubicBezTo>
                    <a:pt x="14796" y="4390"/>
                    <a:pt x="13328" y="4657"/>
                    <a:pt x="12027" y="4857"/>
                  </a:cubicBezTo>
                  <a:cubicBezTo>
                    <a:pt x="9459" y="5324"/>
                    <a:pt x="6156" y="5991"/>
                    <a:pt x="3721" y="7292"/>
                  </a:cubicBezTo>
                  <a:cubicBezTo>
                    <a:pt x="2520" y="7892"/>
                    <a:pt x="1586" y="8660"/>
                    <a:pt x="986" y="9293"/>
                  </a:cubicBezTo>
                  <a:cubicBezTo>
                    <a:pt x="686" y="9560"/>
                    <a:pt x="452" y="9827"/>
                    <a:pt x="319" y="10027"/>
                  </a:cubicBezTo>
                  <a:cubicBezTo>
                    <a:pt x="185" y="10194"/>
                    <a:pt x="119" y="10327"/>
                    <a:pt x="119" y="10327"/>
                  </a:cubicBezTo>
                  <a:cubicBezTo>
                    <a:pt x="1" y="10469"/>
                    <a:pt x="116" y="10610"/>
                    <a:pt x="253" y="10610"/>
                  </a:cubicBezTo>
                  <a:cubicBezTo>
                    <a:pt x="310" y="10610"/>
                    <a:pt x="370" y="10586"/>
                    <a:pt x="419" y="10528"/>
                  </a:cubicBezTo>
                  <a:cubicBezTo>
                    <a:pt x="419" y="10528"/>
                    <a:pt x="486" y="10394"/>
                    <a:pt x="619" y="10227"/>
                  </a:cubicBezTo>
                  <a:cubicBezTo>
                    <a:pt x="753" y="10061"/>
                    <a:pt x="953" y="9827"/>
                    <a:pt x="1253" y="9527"/>
                  </a:cubicBezTo>
                  <a:cubicBezTo>
                    <a:pt x="1853" y="8993"/>
                    <a:pt x="2787" y="8293"/>
                    <a:pt x="3955" y="7726"/>
                  </a:cubicBezTo>
                  <a:cubicBezTo>
                    <a:pt x="6323" y="6558"/>
                    <a:pt x="9592" y="5991"/>
                    <a:pt x="12127" y="5524"/>
                  </a:cubicBezTo>
                  <a:cubicBezTo>
                    <a:pt x="13395" y="5290"/>
                    <a:pt x="14863" y="5024"/>
                    <a:pt x="16330" y="4723"/>
                  </a:cubicBezTo>
                  <a:cubicBezTo>
                    <a:pt x="17798" y="4457"/>
                    <a:pt x="19232" y="4056"/>
                    <a:pt x="20500" y="3523"/>
                  </a:cubicBezTo>
                  <a:cubicBezTo>
                    <a:pt x="21134" y="3289"/>
                    <a:pt x="21701" y="2955"/>
                    <a:pt x="22168" y="2622"/>
                  </a:cubicBezTo>
                  <a:cubicBezTo>
                    <a:pt x="22368" y="2455"/>
                    <a:pt x="22635" y="2288"/>
                    <a:pt x="22802" y="2055"/>
                  </a:cubicBezTo>
                  <a:lnTo>
                    <a:pt x="23035" y="1821"/>
                  </a:lnTo>
                  <a:cubicBezTo>
                    <a:pt x="23135" y="1688"/>
                    <a:pt x="23169" y="1621"/>
                    <a:pt x="23235" y="1521"/>
                  </a:cubicBezTo>
                  <a:cubicBezTo>
                    <a:pt x="23302" y="1454"/>
                    <a:pt x="23369" y="1354"/>
                    <a:pt x="23402" y="1288"/>
                  </a:cubicBezTo>
                  <a:lnTo>
                    <a:pt x="23535" y="1021"/>
                  </a:lnTo>
                  <a:cubicBezTo>
                    <a:pt x="23636" y="854"/>
                    <a:pt x="23702" y="721"/>
                    <a:pt x="23769" y="620"/>
                  </a:cubicBezTo>
                  <a:lnTo>
                    <a:pt x="23869" y="220"/>
                  </a:lnTo>
                  <a:cubicBezTo>
                    <a:pt x="23906" y="89"/>
                    <a:pt x="23828" y="0"/>
                    <a:pt x="237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31" name="Google Shape;1431;p11"/>
            <p:cNvSpPr/>
            <p:nvPr/>
          </p:nvSpPr>
          <p:spPr>
            <a:xfrm flipH="1">
              <a:off x="8955616" y="677350"/>
              <a:ext cx="372662" cy="364465"/>
            </a:xfrm>
            <a:custGeom>
              <a:avLst/>
              <a:gdLst/>
              <a:ahLst/>
              <a:cxnLst/>
              <a:rect l="l" t="t" r="r" b="b"/>
              <a:pathLst>
                <a:path w="15412" h="15073" extrusionOk="0">
                  <a:moveTo>
                    <a:pt x="15180" y="0"/>
                  </a:moveTo>
                  <a:cubicBezTo>
                    <a:pt x="15073" y="0"/>
                    <a:pt x="14949" y="82"/>
                    <a:pt x="14911" y="195"/>
                  </a:cubicBezTo>
                  <a:lnTo>
                    <a:pt x="14911" y="496"/>
                  </a:lnTo>
                  <a:cubicBezTo>
                    <a:pt x="14911" y="562"/>
                    <a:pt x="14978" y="696"/>
                    <a:pt x="14911" y="829"/>
                  </a:cubicBezTo>
                  <a:cubicBezTo>
                    <a:pt x="14911" y="963"/>
                    <a:pt x="14878" y="1129"/>
                    <a:pt x="14878" y="1296"/>
                  </a:cubicBezTo>
                  <a:cubicBezTo>
                    <a:pt x="14744" y="1963"/>
                    <a:pt x="14377" y="2831"/>
                    <a:pt x="13577" y="3565"/>
                  </a:cubicBezTo>
                  <a:cubicBezTo>
                    <a:pt x="12843" y="4332"/>
                    <a:pt x="11742" y="4999"/>
                    <a:pt x="10708" y="5699"/>
                  </a:cubicBezTo>
                  <a:cubicBezTo>
                    <a:pt x="10174" y="6033"/>
                    <a:pt x="9641" y="6400"/>
                    <a:pt x="9174" y="6834"/>
                  </a:cubicBezTo>
                  <a:cubicBezTo>
                    <a:pt x="8907" y="7000"/>
                    <a:pt x="8707" y="7234"/>
                    <a:pt x="8507" y="7467"/>
                  </a:cubicBezTo>
                  <a:cubicBezTo>
                    <a:pt x="8306" y="7667"/>
                    <a:pt x="8140" y="7901"/>
                    <a:pt x="7973" y="8134"/>
                  </a:cubicBezTo>
                  <a:cubicBezTo>
                    <a:pt x="7239" y="9035"/>
                    <a:pt x="6705" y="10169"/>
                    <a:pt x="6138" y="11303"/>
                  </a:cubicBezTo>
                  <a:cubicBezTo>
                    <a:pt x="5571" y="12404"/>
                    <a:pt x="4904" y="13472"/>
                    <a:pt x="4003" y="14005"/>
                  </a:cubicBezTo>
                  <a:cubicBezTo>
                    <a:pt x="3069" y="14539"/>
                    <a:pt x="2069" y="14639"/>
                    <a:pt x="1402" y="14639"/>
                  </a:cubicBezTo>
                  <a:cubicBezTo>
                    <a:pt x="1035" y="14639"/>
                    <a:pt x="768" y="14572"/>
                    <a:pt x="568" y="14572"/>
                  </a:cubicBezTo>
                  <a:lnTo>
                    <a:pt x="267" y="14572"/>
                  </a:lnTo>
                  <a:cubicBezTo>
                    <a:pt x="67" y="14572"/>
                    <a:pt x="1" y="14906"/>
                    <a:pt x="234" y="14973"/>
                  </a:cubicBezTo>
                  <a:cubicBezTo>
                    <a:pt x="234" y="14973"/>
                    <a:pt x="334" y="14973"/>
                    <a:pt x="534" y="15006"/>
                  </a:cubicBezTo>
                  <a:cubicBezTo>
                    <a:pt x="701" y="15039"/>
                    <a:pt x="1001" y="15073"/>
                    <a:pt x="1368" y="15073"/>
                  </a:cubicBezTo>
                  <a:lnTo>
                    <a:pt x="1935" y="15073"/>
                  </a:lnTo>
                  <a:cubicBezTo>
                    <a:pt x="2202" y="15073"/>
                    <a:pt x="2402" y="15039"/>
                    <a:pt x="2669" y="15006"/>
                  </a:cubicBezTo>
                  <a:cubicBezTo>
                    <a:pt x="3169" y="14973"/>
                    <a:pt x="3703" y="14806"/>
                    <a:pt x="4237" y="14506"/>
                  </a:cubicBezTo>
                  <a:cubicBezTo>
                    <a:pt x="4737" y="14172"/>
                    <a:pt x="5271" y="13739"/>
                    <a:pt x="5671" y="13238"/>
                  </a:cubicBezTo>
                  <a:cubicBezTo>
                    <a:pt x="6072" y="12738"/>
                    <a:pt x="6405" y="12171"/>
                    <a:pt x="6705" y="11637"/>
                  </a:cubicBezTo>
                  <a:cubicBezTo>
                    <a:pt x="7339" y="10503"/>
                    <a:pt x="7906" y="9402"/>
                    <a:pt x="8540" y="8568"/>
                  </a:cubicBezTo>
                  <a:lnTo>
                    <a:pt x="9040" y="7968"/>
                  </a:lnTo>
                  <a:cubicBezTo>
                    <a:pt x="9240" y="7734"/>
                    <a:pt x="9441" y="7567"/>
                    <a:pt x="9674" y="7367"/>
                  </a:cubicBezTo>
                  <a:cubicBezTo>
                    <a:pt x="10141" y="6967"/>
                    <a:pt x="10641" y="6633"/>
                    <a:pt x="11108" y="6233"/>
                  </a:cubicBezTo>
                  <a:cubicBezTo>
                    <a:pt x="12143" y="5533"/>
                    <a:pt x="13210" y="4832"/>
                    <a:pt x="14011" y="3965"/>
                  </a:cubicBezTo>
                  <a:cubicBezTo>
                    <a:pt x="14844" y="3131"/>
                    <a:pt x="15245" y="2063"/>
                    <a:pt x="15345" y="1330"/>
                  </a:cubicBezTo>
                  <a:cubicBezTo>
                    <a:pt x="15345" y="1163"/>
                    <a:pt x="15378" y="996"/>
                    <a:pt x="15378" y="829"/>
                  </a:cubicBezTo>
                  <a:cubicBezTo>
                    <a:pt x="15412" y="662"/>
                    <a:pt x="15378" y="529"/>
                    <a:pt x="15378" y="462"/>
                  </a:cubicBezTo>
                  <a:cubicBezTo>
                    <a:pt x="15345" y="296"/>
                    <a:pt x="15345" y="162"/>
                    <a:pt x="15345" y="162"/>
                  </a:cubicBezTo>
                  <a:cubicBezTo>
                    <a:pt x="15330" y="47"/>
                    <a:pt x="15260" y="0"/>
                    <a:pt x="151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432" name="Google Shape;1432;p11"/>
            <p:cNvGrpSpPr/>
            <p:nvPr/>
          </p:nvGrpSpPr>
          <p:grpSpPr>
            <a:xfrm flipH="1">
              <a:off x="7265845" y="-20654"/>
              <a:ext cx="2069687" cy="5143763"/>
              <a:chOff x="3610" y="8"/>
              <a:chExt cx="2069687" cy="5143763"/>
            </a:xfrm>
          </p:grpSpPr>
          <p:sp>
            <p:nvSpPr>
              <p:cNvPr id="1433" name="Google Shape;1433;p11"/>
              <p:cNvSpPr/>
              <p:nvPr/>
            </p:nvSpPr>
            <p:spPr>
              <a:xfrm>
                <a:off x="627889" y="3237468"/>
                <a:ext cx="41058" cy="76989"/>
              </a:xfrm>
              <a:custGeom>
                <a:avLst/>
                <a:gdLst/>
                <a:ahLst/>
                <a:cxnLst/>
                <a:rect l="l" t="t" r="r" b="b"/>
                <a:pathLst>
                  <a:path w="1698" h="3184" extrusionOk="0">
                    <a:moveTo>
                      <a:pt x="1396" y="1"/>
                    </a:moveTo>
                    <a:cubicBezTo>
                      <a:pt x="1383" y="1"/>
                      <a:pt x="1373" y="5"/>
                      <a:pt x="1368" y="14"/>
                    </a:cubicBezTo>
                    <a:cubicBezTo>
                      <a:pt x="1368" y="14"/>
                      <a:pt x="1202" y="214"/>
                      <a:pt x="1001" y="448"/>
                    </a:cubicBezTo>
                    <a:cubicBezTo>
                      <a:pt x="801" y="715"/>
                      <a:pt x="568" y="1082"/>
                      <a:pt x="401" y="1382"/>
                    </a:cubicBezTo>
                    <a:cubicBezTo>
                      <a:pt x="301" y="1715"/>
                      <a:pt x="134" y="2116"/>
                      <a:pt x="67" y="2449"/>
                    </a:cubicBezTo>
                    <a:cubicBezTo>
                      <a:pt x="34" y="2783"/>
                      <a:pt x="1" y="3050"/>
                      <a:pt x="1" y="3050"/>
                    </a:cubicBezTo>
                    <a:cubicBezTo>
                      <a:pt x="1" y="3083"/>
                      <a:pt x="334" y="3183"/>
                      <a:pt x="334" y="3183"/>
                    </a:cubicBezTo>
                    <a:cubicBezTo>
                      <a:pt x="334" y="3183"/>
                      <a:pt x="735" y="2282"/>
                      <a:pt x="1035" y="1715"/>
                    </a:cubicBezTo>
                    <a:cubicBezTo>
                      <a:pt x="1202" y="1415"/>
                      <a:pt x="1335" y="1048"/>
                      <a:pt x="1468" y="748"/>
                    </a:cubicBezTo>
                    <a:cubicBezTo>
                      <a:pt x="1569" y="448"/>
                      <a:pt x="1669" y="214"/>
                      <a:pt x="1669" y="214"/>
                    </a:cubicBezTo>
                    <a:cubicBezTo>
                      <a:pt x="1697" y="157"/>
                      <a:pt x="1479" y="1"/>
                      <a:pt x="13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34" name="Google Shape;1434;p11"/>
              <p:cNvSpPr/>
              <p:nvPr/>
            </p:nvSpPr>
            <p:spPr>
              <a:xfrm>
                <a:off x="615001" y="3378873"/>
                <a:ext cx="27662" cy="156324"/>
              </a:xfrm>
              <a:custGeom>
                <a:avLst/>
                <a:gdLst/>
                <a:ahLst/>
                <a:cxnLst/>
                <a:rect l="l" t="t" r="r" b="b"/>
                <a:pathLst>
                  <a:path w="1144" h="6465" extrusionOk="0">
                    <a:moveTo>
                      <a:pt x="578" y="0"/>
                    </a:moveTo>
                    <a:cubicBezTo>
                      <a:pt x="539" y="0"/>
                      <a:pt x="509" y="11"/>
                      <a:pt x="500" y="37"/>
                    </a:cubicBezTo>
                    <a:cubicBezTo>
                      <a:pt x="500" y="37"/>
                      <a:pt x="434" y="171"/>
                      <a:pt x="400" y="371"/>
                    </a:cubicBezTo>
                    <a:cubicBezTo>
                      <a:pt x="334" y="571"/>
                      <a:pt x="234" y="838"/>
                      <a:pt x="200" y="1171"/>
                    </a:cubicBezTo>
                    <a:cubicBezTo>
                      <a:pt x="33" y="1838"/>
                      <a:pt x="0" y="2672"/>
                      <a:pt x="33" y="3273"/>
                    </a:cubicBezTo>
                    <a:cubicBezTo>
                      <a:pt x="67" y="3940"/>
                      <a:pt x="200" y="4740"/>
                      <a:pt x="400" y="5374"/>
                    </a:cubicBezTo>
                    <a:cubicBezTo>
                      <a:pt x="500" y="5708"/>
                      <a:pt x="567" y="5941"/>
                      <a:pt x="667" y="6175"/>
                    </a:cubicBezTo>
                    <a:cubicBezTo>
                      <a:pt x="734" y="6342"/>
                      <a:pt x="767" y="6442"/>
                      <a:pt x="767" y="6442"/>
                    </a:cubicBezTo>
                    <a:cubicBezTo>
                      <a:pt x="783" y="6458"/>
                      <a:pt x="815" y="6464"/>
                      <a:pt x="852" y="6464"/>
                    </a:cubicBezTo>
                    <a:cubicBezTo>
                      <a:pt x="969" y="6464"/>
                      <a:pt x="1143" y="6400"/>
                      <a:pt x="1067" y="6375"/>
                    </a:cubicBezTo>
                    <a:cubicBezTo>
                      <a:pt x="1067" y="6375"/>
                      <a:pt x="1067" y="6242"/>
                      <a:pt x="1034" y="6041"/>
                    </a:cubicBezTo>
                    <a:cubicBezTo>
                      <a:pt x="1001" y="5841"/>
                      <a:pt x="934" y="5574"/>
                      <a:pt x="901" y="5241"/>
                    </a:cubicBezTo>
                    <a:cubicBezTo>
                      <a:pt x="834" y="4607"/>
                      <a:pt x="767" y="3840"/>
                      <a:pt x="734" y="3239"/>
                    </a:cubicBezTo>
                    <a:cubicBezTo>
                      <a:pt x="734" y="2672"/>
                      <a:pt x="701" y="1872"/>
                      <a:pt x="734" y="1238"/>
                    </a:cubicBezTo>
                    <a:cubicBezTo>
                      <a:pt x="734" y="904"/>
                      <a:pt x="767" y="671"/>
                      <a:pt x="834" y="437"/>
                    </a:cubicBezTo>
                    <a:cubicBezTo>
                      <a:pt x="867" y="237"/>
                      <a:pt x="867" y="104"/>
                      <a:pt x="867" y="104"/>
                    </a:cubicBezTo>
                    <a:cubicBezTo>
                      <a:pt x="867" y="79"/>
                      <a:pt x="687" y="0"/>
                      <a:pt x="5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35" name="Google Shape;1435;p11"/>
              <p:cNvSpPr/>
              <p:nvPr/>
            </p:nvSpPr>
            <p:spPr>
              <a:xfrm>
                <a:off x="683551" y="3621181"/>
                <a:ext cx="66156" cy="105425"/>
              </a:xfrm>
              <a:custGeom>
                <a:avLst/>
                <a:gdLst/>
                <a:ahLst/>
                <a:cxnLst/>
                <a:rect l="l" t="t" r="r" b="b"/>
                <a:pathLst>
                  <a:path w="2736" h="4360" extrusionOk="0">
                    <a:moveTo>
                      <a:pt x="300" y="1"/>
                    </a:moveTo>
                    <a:cubicBezTo>
                      <a:pt x="193" y="1"/>
                      <a:pt x="0" y="65"/>
                      <a:pt x="0" y="90"/>
                    </a:cubicBezTo>
                    <a:cubicBezTo>
                      <a:pt x="0" y="90"/>
                      <a:pt x="34" y="190"/>
                      <a:pt x="34" y="357"/>
                    </a:cubicBezTo>
                    <a:cubicBezTo>
                      <a:pt x="34" y="524"/>
                      <a:pt x="67" y="724"/>
                      <a:pt x="100" y="991"/>
                    </a:cubicBezTo>
                    <a:cubicBezTo>
                      <a:pt x="201" y="1524"/>
                      <a:pt x="401" y="2091"/>
                      <a:pt x="668" y="2558"/>
                    </a:cubicBezTo>
                    <a:cubicBezTo>
                      <a:pt x="901" y="3025"/>
                      <a:pt x="1335" y="3526"/>
                      <a:pt x="1735" y="3859"/>
                    </a:cubicBezTo>
                    <a:cubicBezTo>
                      <a:pt x="1868" y="3926"/>
                      <a:pt x="1935" y="4026"/>
                      <a:pt x="2035" y="4059"/>
                    </a:cubicBezTo>
                    <a:cubicBezTo>
                      <a:pt x="2102" y="4160"/>
                      <a:pt x="2202" y="4193"/>
                      <a:pt x="2269" y="4226"/>
                    </a:cubicBezTo>
                    <a:cubicBezTo>
                      <a:pt x="2402" y="4326"/>
                      <a:pt x="2502" y="4360"/>
                      <a:pt x="2502" y="4360"/>
                    </a:cubicBezTo>
                    <a:cubicBezTo>
                      <a:pt x="2536" y="4360"/>
                      <a:pt x="2702" y="4059"/>
                      <a:pt x="2736" y="4059"/>
                    </a:cubicBezTo>
                    <a:cubicBezTo>
                      <a:pt x="2736" y="4059"/>
                      <a:pt x="2702" y="3959"/>
                      <a:pt x="2569" y="3893"/>
                    </a:cubicBezTo>
                    <a:cubicBezTo>
                      <a:pt x="2502" y="3859"/>
                      <a:pt x="2435" y="3826"/>
                      <a:pt x="2369" y="3726"/>
                    </a:cubicBezTo>
                    <a:cubicBezTo>
                      <a:pt x="2335" y="3626"/>
                      <a:pt x="2235" y="3559"/>
                      <a:pt x="2169" y="3492"/>
                    </a:cubicBezTo>
                    <a:cubicBezTo>
                      <a:pt x="1835" y="3125"/>
                      <a:pt x="1568" y="2592"/>
                      <a:pt x="1335" y="2225"/>
                    </a:cubicBezTo>
                    <a:cubicBezTo>
                      <a:pt x="1101" y="1825"/>
                      <a:pt x="834" y="1324"/>
                      <a:pt x="668" y="857"/>
                    </a:cubicBezTo>
                    <a:cubicBezTo>
                      <a:pt x="567" y="590"/>
                      <a:pt x="501" y="390"/>
                      <a:pt x="434" y="257"/>
                    </a:cubicBezTo>
                    <a:cubicBezTo>
                      <a:pt x="401" y="90"/>
                      <a:pt x="367" y="23"/>
                      <a:pt x="367" y="23"/>
                    </a:cubicBezTo>
                    <a:cubicBezTo>
                      <a:pt x="359" y="7"/>
                      <a:pt x="334" y="1"/>
                      <a:pt x="3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36" name="Google Shape;1436;p11"/>
              <p:cNvSpPr/>
              <p:nvPr/>
            </p:nvSpPr>
            <p:spPr>
              <a:xfrm>
                <a:off x="805419" y="3779753"/>
                <a:ext cx="165294" cy="100178"/>
              </a:xfrm>
              <a:custGeom>
                <a:avLst/>
                <a:gdLst/>
                <a:ahLst/>
                <a:cxnLst/>
                <a:rect l="l" t="t" r="r" b="b"/>
                <a:pathLst>
                  <a:path w="6836" h="4143" extrusionOk="0">
                    <a:moveTo>
                      <a:pt x="188" y="1"/>
                    </a:moveTo>
                    <a:cubicBezTo>
                      <a:pt x="119" y="1"/>
                      <a:pt x="0" y="305"/>
                      <a:pt x="64" y="337"/>
                    </a:cubicBezTo>
                    <a:cubicBezTo>
                      <a:pt x="64" y="337"/>
                      <a:pt x="631" y="570"/>
                      <a:pt x="1298" y="904"/>
                    </a:cubicBezTo>
                    <a:cubicBezTo>
                      <a:pt x="1465" y="1004"/>
                      <a:pt x="1665" y="1104"/>
                      <a:pt x="1832" y="1171"/>
                    </a:cubicBezTo>
                    <a:cubicBezTo>
                      <a:pt x="1999" y="1304"/>
                      <a:pt x="2199" y="1371"/>
                      <a:pt x="2366" y="1504"/>
                    </a:cubicBezTo>
                    <a:cubicBezTo>
                      <a:pt x="2699" y="1704"/>
                      <a:pt x="3066" y="1938"/>
                      <a:pt x="3400" y="2071"/>
                    </a:cubicBezTo>
                    <a:cubicBezTo>
                      <a:pt x="3733" y="2238"/>
                      <a:pt x="4067" y="2505"/>
                      <a:pt x="4467" y="2705"/>
                    </a:cubicBezTo>
                    <a:cubicBezTo>
                      <a:pt x="4634" y="2839"/>
                      <a:pt x="4834" y="2905"/>
                      <a:pt x="5001" y="3039"/>
                    </a:cubicBezTo>
                    <a:cubicBezTo>
                      <a:pt x="5168" y="3139"/>
                      <a:pt x="5334" y="3239"/>
                      <a:pt x="5501" y="3372"/>
                    </a:cubicBezTo>
                    <a:cubicBezTo>
                      <a:pt x="6135" y="3806"/>
                      <a:pt x="6569" y="4140"/>
                      <a:pt x="6569" y="4140"/>
                    </a:cubicBezTo>
                    <a:cubicBezTo>
                      <a:pt x="6573" y="4142"/>
                      <a:pt x="6578" y="4143"/>
                      <a:pt x="6584" y="4143"/>
                    </a:cubicBezTo>
                    <a:cubicBezTo>
                      <a:pt x="6661" y="4143"/>
                      <a:pt x="6836" y="3935"/>
                      <a:pt x="6836" y="3873"/>
                    </a:cubicBezTo>
                    <a:cubicBezTo>
                      <a:pt x="6836" y="3873"/>
                      <a:pt x="6402" y="3472"/>
                      <a:pt x="5835" y="2972"/>
                    </a:cubicBezTo>
                    <a:cubicBezTo>
                      <a:pt x="5701" y="2839"/>
                      <a:pt x="5535" y="2672"/>
                      <a:pt x="5368" y="2538"/>
                    </a:cubicBezTo>
                    <a:cubicBezTo>
                      <a:pt x="5168" y="2405"/>
                      <a:pt x="5001" y="2305"/>
                      <a:pt x="4834" y="2171"/>
                    </a:cubicBezTo>
                    <a:cubicBezTo>
                      <a:pt x="4467" y="1938"/>
                      <a:pt x="4134" y="1671"/>
                      <a:pt x="3800" y="1471"/>
                    </a:cubicBezTo>
                    <a:cubicBezTo>
                      <a:pt x="3466" y="1304"/>
                      <a:pt x="3033" y="1137"/>
                      <a:pt x="2666" y="904"/>
                    </a:cubicBezTo>
                    <a:cubicBezTo>
                      <a:pt x="2466" y="804"/>
                      <a:pt x="2299" y="704"/>
                      <a:pt x="2065" y="637"/>
                    </a:cubicBezTo>
                    <a:cubicBezTo>
                      <a:pt x="1865" y="537"/>
                      <a:pt x="1665" y="504"/>
                      <a:pt x="1498" y="404"/>
                    </a:cubicBezTo>
                    <a:cubicBezTo>
                      <a:pt x="731" y="170"/>
                      <a:pt x="197" y="3"/>
                      <a:pt x="197" y="3"/>
                    </a:cubicBezTo>
                    <a:cubicBezTo>
                      <a:pt x="194" y="2"/>
                      <a:pt x="191" y="1"/>
                      <a:pt x="1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37" name="Google Shape;1437;p11"/>
              <p:cNvSpPr/>
              <p:nvPr/>
            </p:nvSpPr>
            <p:spPr>
              <a:xfrm>
                <a:off x="1046542" y="3961248"/>
                <a:ext cx="87096" cy="131394"/>
              </a:xfrm>
              <a:custGeom>
                <a:avLst/>
                <a:gdLst/>
                <a:ahLst/>
                <a:cxnLst/>
                <a:rect l="l" t="t" r="r" b="b"/>
                <a:pathLst>
                  <a:path w="3602" h="5434" extrusionOk="0">
                    <a:moveTo>
                      <a:pt x="226" y="0"/>
                    </a:moveTo>
                    <a:cubicBezTo>
                      <a:pt x="179" y="0"/>
                      <a:pt x="1" y="271"/>
                      <a:pt x="32" y="303"/>
                    </a:cubicBezTo>
                    <a:cubicBezTo>
                      <a:pt x="32" y="303"/>
                      <a:pt x="166" y="370"/>
                      <a:pt x="266" y="503"/>
                    </a:cubicBezTo>
                    <a:cubicBezTo>
                      <a:pt x="433" y="636"/>
                      <a:pt x="666" y="803"/>
                      <a:pt x="866" y="1037"/>
                    </a:cubicBezTo>
                    <a:cubicBezTo>
                      <a:pt x="1267" y="1504"/>
                      <a:pt x="1734" y="2104"/>
                      <a:pt x="2067" y="2604"/>
                    </a:cubicBezTo>
                    <a:cubicBezTo>
                      <a:pt x="2367" y="3105"/>
                      <a:pt x="2768" y="3772"/>
                      <a:pt x="2935" y="4339"/>
                    </a:cubicBezTo>
                    <a:cubicBezTo>
                      <a:pt x="3035" y="4639"/>
                      <a:pt x="3101" y="4873"/>
                      <a:pt x="3168" y="5106"/>
                    </a:cubicBezTo>
                    <a:cubicBezTo>
                      <a:pt x="3201" y="5273"/>
                      <a:pt x="3235" y="5373"/>
                      <a:pt x="3235" y="5373"/>
                    </a:cubicBezTo>
                    <a:cubicBezTo>
                      <a:pt x="3249" y="5415"/>
                      <a:pt x="3309" y="5434"/>
                      <a:pt x="3378" y="5434"/>
                    </a:cubicBezTo>
                    <a:cubicBezTo>
                      <a:pt x="3473" y="5434"/>
                      <a:pt x="3582" y="5398"/>
                      <a:pt x="3602" y="5340"/>
                    </a:cubicBezTo>
                    <a:cubicBezTo>
                      <a:pt x="3602" y="5340"/>
                      <a:pt x="3568" y="5206"/>
                      <a:pt x="3568" y="5006"/>
                    </a:cubicBezTo>
                    <a:cubicBezTo>
                      <a:pt x="3568" y="4806"/>
                      <a:pt x="3535" y="4506"/>
                      <a:pt x="3435" y="4172"/>
                    </a:cubicBezTo>
                    <a:cubicBezTo>
                      <a:pt x="3368" y="3505"/>
                      <a:pt x="3001" y="2705"/>
                      <a:pt x="2668" y="2171"/>
                    </a:cubicBezTo>
                    <a:cubicBezTo>
                      <a:pt x="2267" y="1637"/>
                      <a:pt x="1734" y="1003"/>
                      <a:pt x="1200" y="636"/>
                    </a:cubicBezTo>
                    <a:cubicBezTo>
                      <a:pt x="933" y="436"/>
                      <a:pt x="700" y="303"/>
                      <a:pt x="533" y="169"/>
                    </a:cubicBezTo>
                    <a:cubicBezTo>
                      <a:pt x="333" y="103"/>
                      <a:pt x="233" y="3"/>
                      <a:pt x="233" y="3"/>
                    </a:cubicBezTo>
                    <a:cubicBezTo>
                      <a:pt x="231" y="1"/>
                      <a:pt x="229"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38" name="Google Shape;1438;p11"/>
              <p:cNvSpPr/>
              <p:nvPr/>
            </p:nvSpPr>
            <p:spPr>
              <a:xfrm>
                <a:off x="1100560" y="4368004"/>
                <a:ext cx="68574" cy="104699"/>
              </a:xfrm>
              <a:custGeom>
                <a:avLst/>
                <a:gdLst/>
                <a:ahLst/>
                <a:cxnLst/>
                <a:rect l="l" t="t" r="r" b="b"/>
                <a:pathLst>
                  <a:path w="2836" h="4330" extrusionOk="0">
                    <a:moveTo>
                      <a:pt x="2619" y="1"/>
                    </a:moveTo>
                    <a:cubicBezTo>
                      <a:pt x="2527" y="1"/>
                      <a:pt x="2435" y="9"/>
                      <a:pt x="2435" y="26"/>
                    </a:cubicBezTo>
                    <a:cubicBezTo>
                      <a:pt x="2435" y="26"/>
                      <a:pt x="2435" y="126"/>
                      <a:pt x="2368" y="293"/>
                    </a:cubicBezTo>
                    <a:cubicBezTo>
                      <a:pt x="2335" y="393"/>
                      <a:pt x="2335" y="626"/>
                      <a:pt x="2268" y="860"/>
                    </a:cubicBezTo>
                    <a:cubicBezTo>
                      <a:pt x="2135" y="1360"/>
                      <a:pt x="1868" y="1894"/>
                      <a:pt x="1668" y="2294"/>
                    </a:cubicBezTo>
                    <a:cubicBezTo>
                      <a:pt x="1434" y="2661"/>
                      <a:pt x="1101" y="3162"/>
                      <a:pt x="701" y="3462"/>
                    </a:cubicBezTo>
                    <a:cubicBezTo>
                      <a:pt x="534" y="3629"/>
                      <a:pt x="367" y="3729"/>
                      <a:pt x="267" y="3829"/>
                    </a:cubicBezTo>
                    <a:cubicBezTo>
                      <a:pt x="133" y="3929"/>
                      <a:pt x="33" y="3996"/>
                      <a:pt x="33" y="3996"/>
                    </a:cubicBezTo>
                    <a:cubicBezTo>
                      <a:pt x="0" y="4029"/>
                      <a:pt x="133" y="4329"/>
                      <a:pt x="200" y="4329"/>
                    </a:cubicBezTo>
                    <a:lnTo>
                      <a:pt x="467" y="4196"/>
                    </a:lnTo>
                    <a:cubicBezTo>
                      <a:pt x="600" y="4129"/>
                      <a:pt x="834" y="4029"/>
                      <a:pt x="1034" y="3862"/>
                    </a:cubicBezTo>
                    <a:cubicBezTo>
                      <a:pt x="1534" y="3562"/>
                      <a:pt x="2001" y="3062"/>
                      <a:pt x="2302" y="2628"/>
                    </a:cubicBezTo>
                    <a:cubicBezTo>
                      <a:pt x="2602" y="2161"/>
                      <a:pt x="2802" y="1494"/>
                      <a:pt x="2802" y="960"/>
                    </a:cubicBezTo>
                    <a:cubicBezTo>
                      <a:pt x="2835" y="693"/>
                      <a:pt x="2802" y="460"/>
                      <a:pt x="2802" y="293"/>
                    </a:cubicBezTo>
                    <a:lnTo>
                      <a:pt x="2802" y="26"/>
                    </a:lnTo>
                    <a:cubicBezTo>
                      <a:pt x="2802" y="9"/>
                      <a:pt x="2710" y="1"/>
                      <a:pt x="26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39" name="Google Shape;1439;p11"/>
              <p:cNvSpPr/>
              <p:nvPr/>
            </p:nvSpPr>
            <p:spPr>
              <a:xfrm>
                <a:off x="946533" y="4492749"/>
                <a:ext cx="100758" cy="65504"/>
              </a:xfrm>
              <a:custGeom>
                <a:avLst/>
                <a:gdLst/>
                <a:ahLst/>
                <a:cxnLst/>
                <a:rect l="l" t="t" r="r" b="b"/>
                <a:pathLst>
                  <a:path w="4167" h="2709" extrusionOk="0">
                    <a:moveTo>
                      <a:pt x="3878" y="1"/>
                    </a:moveTo>
                    <a:cubicBezTo>
                      <a:pt x="3874" y="1"/>
                      <a:pt x="3870" y="2"/>
                      <a:pt x="3868" y="4"/>
                    </a:cubicBezTo>
                    <a:cubicBezTo>
                      <a:pt x="3868" y="4"/>
                      <a:pt x="3568" y="204"/>
                      <a:pt x="3201" y="471"/>
                    </a:cubicBezTo>
                    <a:cubicBezTo>
                      <a:pt x="3134" y="538"/>
                      <a:pt x="3001" y="571"/>
                      <a:pt x="2901" y="671"/>
                    </a:cubicBezTo>
                    <a:cubicBezTo>
                      <a:pt x="2801" y="738"/>
                      <a:pt x="2701" y="805"/>
                      <a:pt x="2567" y="871"/>
                    </a:cubicBezTo>
                    <a:cubicBezTo>
                      <a:pt x="2367" y="1005"/>
                      <a:pt x="2167" y="1138"/>
                      <a:pt x="2000" y="1238"/>
                    </a:cubicBezTo>
                    <a:lnTo>
                      <a:pt x="1366" y="1639"/>
                    </a:lnTo>
                    <a:lnTo>
                      <a:pt x="733" y="2005"/>
                    </a:lnTo>
                    <a:cubicBezTo>
                      <a:pt x="332" y="2239"/>
                      <a:pt x="32" y="2406"/>
                      <a:pt x="32" y="2406"/>
                    </a:cubicBezTo>
                    <a:cubicBezTo>
                      <a:pt x="1" y="2469"/>
                      <a:pt x="117" y="2709"/>
                      <a:pt x="214" y="2709"/>
                    </a:cubicBezTo>
                    <a:cubicBezTo>
                      <a:pt x="221" y="2709"/>
                      <a:pt x="226" y="2708"/>
                      <a:pt x="232" y="2706"/>
                    </a:cubicBezTo>
                    <a:cubicBezTo>
                      <a:pt x="232" y="2706"/>
                      <a:pt x="566" y="2639"/>
                      <a:pt x="1033" y="2472"/>
                    </a:cubicBezTo>
                    <a:cubicBezTo>
                      <a:pt x="1300" y="2372"/>
                      <a:pt x="1500" y="2306"/>
                      <a:pt x="1733" y="2172"/>
                    </a:cubicBezTo>
                    <a:cubicBezTo>
                      <a:pt x="2000" y="2072"/>
                      <a:pt x="2200" y="1972"/>
                      <a:pt x="2401" y="1839"/>
                    </a:cubicBezTo>
                    <a:cubicBezTo>
                      <a:pt x="2634" y="1705"/>
                      <a:pt x="2834" y="1538"/>
                      <a:pt x="3034" y="1372"/>
                    </a:cubicBezTo>
                    <a:cubicBezTo>
                      <a:pt x="3134" y="1305"/>
                      <a:pt x="3234" y="1205"/>
                      <a:pt x="3335" y="1138"/>
                    </a:cubicBezTo>
                    <a:lnTo>
                      <a:pt x="3568" y="871"/>
                    </a:lnTo>
                    <a:cubicBezTo>
                      <a:pt x="3868" y="504"/>
                      <a:pt x="4135" y="238"/>
                      <a:pt x="4135" y="238"/>
                    </a:cubicBezTo>
                    <a:cubicBezTo>
                      <a:pt x="4166" y="206"/>
                      <a:pt x="3936" y="1"/>
                      <a:pt x="3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40" name="Google Shape;1440;p11"/>
              <p:cNvSpPr/>
              <p:nvPr/>
            </p:nvSpPr>
            <p:spPr>
              <a:xfrm>
                <a:off x="764216" y="4591234"/>
                <a:ext cx="109705" cy="47683"/>
              </a:xfrm>
              <a:custGeom>
                <a:avLst/>
                <a:gdLst/>
                <a:ahLst/>
                <a:cxnLst/>
                <a:rect l="l" t="t" r="r" b="b"/>
                <a:pathLst>
                  <a:path w="4537" h="1972" extrusionOk="0">
                    <a:moveTo>
                      <a:pt x="3603" y="1"/>
                    </a:moveTo>
                    <a:cubicBezTo>
                      <a:pt x="3102" y="1"/>
                      <a:pt x="2502" y="134"/>
                      <a:pt x="2035" y="301"/>
                    </a:cubicBezTo>
                    <a:cubicBezTo>
                      <a:pt x="1568" y="501"/>
                      <a:pt x="1001" y="801"/>
                      <a:pt x="601" y="1135"/>
                    </a:cubicBezTo>
                    <a:cubicBezTo>
                      <a:pt x="400" y="1268"/>
                      <a:pt x="267" y="1435"/>
                      <a:pt x="167" y="1568"/>
                    </a:cubicBezTo>
                    <a:lnTo>
                      <a:pt x="0" y="1735"/>
                    </a:lnTo>
                    <a:cubicBezTo>
                      <a:pt x="0" y="1766"/>
                      <a:pt x="175" y="1972"/>
                      <a:pt x="198" y="1972"/>
                    </a:cubicBezTo>
                    <a:cubicBezTo>
                      <a:pt x="199" y="1972"/>
                      <a:pt x="200" y="1971"/>
                      <a:pt x="200" y="1969"/>
                    </a:cubicBezTo>
                    <a:cubicBezTo>
                      <a:pt x="200" y="1969"/>
                      <a:pt x="267" y="1935"/>
                      <a:pt x="400" y="1835"/>
                    </a:cubicBezTo>
                    <a:cubicBezTo>
                      <a:pt x="534" y="1769"/>
                      <a:pt x="701" y="1668"/>
                      <a:pt x="901" y="1568"/>
                    </a:cubicBezTo>
                    <a:cubicBezTo>
                      <a:pt x="1268" y="1302"/>
                      <a:pt x="1835" y="1135"/>
                      <a:pt x="2235" y="968"/>
                    </a:cubicBezTo>
                    <a:cubicBezTo>
                      <a:pt x="2669" y="835"/>
                      <a:pt x="3202" y="634"/>
                      <a:pt x="3669" y="568"/>
                    </a:cubicBezTo>
                    <a:cubicBezTo>
                      <a:pt x="3903" y="468"/>
                      <a:pt x="4070" y="468"/>
                      <a:pt x="4236" y="434"/>
                    </a:cubicBezTo>
                    <a:cubicBezTo>
                      <a:pt x="4403" y="401"/>
                      <a:pt x="4503" y="401"/>
                      <a:pt x="4503" y="401"/>
                    </a:cubicBezTo>
                    <a:cubicBezTo>
                      <a:pt x="4537" y="401"/>
                      <a:pt x="4537" y="1"/>
                      <a:pt x="45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41" name="Google Shape;1441;p11"/>
              <p:cNvSpPr/>
              <p:nvPr/>
            </p:nvSpPr>
            <p:spPr>
              <a:xfrm>
                <a:off x="660967" y="4647646"/>
                <a:ext cx="66979" cy="110889"/>
              </a:xfrm>
              <a:custGeom>
                <a:avLst/>
                <a:gdLst/>
                <a:ahLst/>
                <a:cxnLst/>
                <a:rect l="l" t="t" r="r" b="b"/>
                <a:pathLst>
                  <a:path w="2770" h="4586" extrusionOk="0">
                    <a:moveTo>
                      <a:pt x="2509" y="0"/>
                    </a:moveTo>
                    <a:cubicBezTo>
                      <a:pt x="2506" y="0"/>
                      <a:pt x="2504" y="1"/>
                      <a:pt x="2502" y="3"/>
                    </a:cubicBezTo>
                    <a:cubicBezTo>
                      <a:pt x="2502" y="3"/>
                      <a:pt x="2435" y="103"/>
                      <a:pt x="2302" y="169"/>
                    </a:cubicBezTo>
                    <a:cubicBezTo>
                      <a:pt x="2169" y="269"/>
                      <a:pt x="2002" y="403"/>
                      <a:pt x="1802" y="603"/>
                    </a:cubicBezTo>
                    <a:cubicBezTo>
                      <a:pt x="1368" y="937"/>
                      <a:pt x="968" y="1470"/>
                      <a:pt x="701" y="1937"/>
                    </a:cubicBezTo>
                    <a:cubicBezTo>
                      <a:pt x="467" y="2371"/>
                      <a:pt x="201" y="3005"/>
                      <a:pt x="134" y="3572"/>
                    </a:cubicBezTo>
                    <a:cubicBezTo>
                      <a:pt x="100" y="3805"/>
                      <a:pt x="34" y="4072"/>
                      <a:pt x="34" y="4239"/>
                    </a:cubicBezTo>
                    <a:cubicBezTo>
                      <a:pt x="0" y="4406"/>
                      <a:pt x="0" y="4472"/>
                      <a:pt x="0" y="4472"/>
                    </a:cubicBezTo>
                    <a:cubicBezTo>
                      <a:pt x="25" y="4548"/>
                      <a:pt x="201" y="4585"/>
                      <a:pt x="301" y="4585"/>
                    </a:cubicBezTo>
                    <a:cubicBezTo>
                      <a:pt x="334" y="4585"/>
                      <a:pt x="359" y="4581"/>
                      <a:pt x="367" y="4573"/>
                    </a:cubicBezTo>
                    <a:cubicBezTo>
                      <a:pt x="367" y="4573"/>
                      <a:pt x="434" y="4472"/>
                      <a:pt x="467" y="4306"/>
                    </a:cubicBezTo>
                    <a:cubicBezTo>
                      <a:pt x="501" y="4172"/>
                      <a:pt x="601" y="3972"/>
                      <a:pt x="668" y="3739"/>
                    </a:cubicBezTo>
                    <a:cubicBezTo>
                      <a:pt x="834" y="3272"/>
                      <a:pt x="1135" y="2738"/>
                      <a:pt x="1335" y="2304"/>
                    </a:cubicBezTo>
                    <a:cubicBezTo>
                      <a:pt x="1535" y="1904"/>
                      <a:pt x="1835" y="1337"/>
                      <a:pt x="2169" y="970"/>
                    </a:cubicBezTo>
                    <a:cubicBezTo>
                      <a:pt x="2335" y="803"/>
                      <a:pt x="2469" y="636"/>
                      <a:pt x="2602" y="503"/>
                    </a:cubicBezTo>
                    <a:cubicBezTo>
                      <a:pt x="2669" y="403"/>
                      <a:pt x="2769" y="303"/>
                      <a:pt x="2769" y="303"/>
                    </a:cubicBezTo>
                    <a:cubicBezTo>
                      <a:pt x="2769" y="271"/>
                      <a:pt x="2559" y="0"/>
                      <a:pt x="25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42" name="Google Shape;1442;p11"/>
              <p:cNvSpPr/>
              <p:nvPr/>
            </p:nvSpPr>
            <p:spPr>
              <a:xfrm>
                <a:off x="660169" y="4824547"/>
                <a:ext cx="36318" cy="90965"/>
              </a:xfrm>
              <a:custGeom>
                <a:avLst/>
                <a:gdLst/>
                <a:ahLst/>
                <a:cxnLst/>
                <a:rect l="l" t="t" r="r" b="b"/>
                <a:pathLst>
                  <a:path w="1502" h="3762" extrusionOk="0">
                    <a:moveTo>
                      <a:pt x="267" y="0"/>
                    </a:moveTo>
                    <a:cubicBezTo>
                      <a:pt x="167" y="0"/>
                      <a:pt x="67" y="9"/>
                      <a:pt x="67" y="25"/>
                    </a:cubicBezTo>
                    <a:cubicBezTo>
                      <a:pt x="67" y="25"/>
                      <a:pt x="33" y="125"/>
                      <a:pt x="33" y="259"/>
                    </a:cubicBezTo>
                    <a:cubicBezTo>
                      <a:pt x="33" y="359"/>
                      <a:pt x="0" y="526"/>
                      <a:pt x="0" y="759"/>
                    </a:cubicBezTo>
                    <a:cubicBezTo>
                      <a:pt x="0" y="1159"/>
                      <a:pt x="33" y="1660"/>
                      <a:pt x="133" y="2027"/>
                    </a:cubicBezTo>
                    <a:cubicBezTo>
                      <a:pt x="167" y="2260"/>
                      <a:pt x="234" y="2460"/>
                      <a:pt x="334" y="2660"/>
                    </a:cubicBezTo>
                    <a:cubicBezTo>
                      <a:pt x="467" y="2861"/>
                      <a:pt x="567" y="3094"/>
                      <a:pt x="701" y="3261"/>
                    </a:cubicBezTo>
                    <a:cubicBezTo>
                      <a:pt x="734" y="3328"/>
                      <a:pt x="834" y="3361"/>
                      <a:pt x="867" y="3461"/>
                    </a:cubicBezTo>
                    <a:cubicBezTo>
                      <a:pt x="901" y="3528"/>
                      <a:pt x="1001" y="3594"/>
                      <a:pt x="1034" y="3628"/>
                    </a:cubicBezTo>
                    <a:cubicBezTo>
                      <a:pt x="1168" y="3694"/>
                      <a:pt x="1201" y="3761"/>
                      <a:pt x="1201" y="3761"/>
                    </a:cubicBezTo>
                    <a:cubicBezTo>
                      <a:pt x="1234" y="3761"/>
                      <a:pt x="1468" y="3528"/>
                      <a:pt x="1501" y="3494"/>
                    </a:cubicBezTo>
                    <a:lnTo>
                      <a:pt x="1401" y="3328"/>
                    </a:lnTo>
                    <a:cubicBezTo>
                      <a:pt x="1368" y="3294"/>
                      <a:pt x="1334" y="3261"/>
                      <a:pt x="1301" y="3161"/>
                    </a:cubicBezTo>
                    <a:cubicBezTo>
                      <a:pt x="1301" y="3127"/>
                      <a:pt x="1234" y="3027"/>
                      <a:pt x="1201" y="2961"/>
                    </a:cubicBezTo>
                    <a:cubicBezTo>
                      <a:pt x="1134" y="2794"/>
                      <a:pt x="1067" y="2594"/>
                      <a:pt x="1001" y="2427"/>
                    </a:cubicBezTo>
                    <a:cubicBezTo>
                      <a:pt x="901" y="2260"/>
                      <a:pt x="867" y="2027"/>
                      <a:pt x="834" y="1860"/>
                    </a:cubicBezTo>
                    <a:cubicBezTo>
                      <a:pt x="734" y="1493"/>
                      <a:pt x="667" y="1093"/>
                      <a:pt x="567" y="692"/>
                    </a:cubicBezTo>
                    <a:cubicBezTo>
                      <a:pt x="534" y="526"/>
                      <a:pt x="500" y="359"/>
                      <a:pt x="500" y="259"/>
                    </a:cubicBezTo>
                    <a:cubicBezTo>
                      <a:pt x="467" y="125"/>
                      <a:pt x="467" y="25"/>
                      <a:pt x="467" y="25"/>
                    </a:cubicBezTo>
                    <a:cubicBezTo>
                      <a:pt x="467" y="9"/>
                      <a:pt x="367"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43" name="Google Shape;1443;p11"/>
              <p:cNvSpPr/>
              <p:nvPr/>
            </p:nvSpPr>
            <p:spPr>
              <a:xfrm>
                <a:off x="735272" y="4956545"/>
                <a:ext cx="126558" cy="61393"/>
              </a:xfrm>
              <a:custGeom>
                <a:avLst/>
                <a:gdLst/>
                <a:ahLst/>
                <a:cxnLst/>
                <a:rect l="l" t="t" r="r" b="b"/>
                <a:pathLst>
                  <a:path w="5234" h="2539" extrusionOk="0">
                    <a:moveTo>
                      <a:pt x="283" y="1"/>
                    </a:moveTo>
                    <a:cubicBezTo>
                      <a:pt x="203" y="1"/>
                      <a:pt x="0" y="241"/>
                      <a:pt x="63" y="304"/>
                    </a:cubicBezTo>
                    <a:lnTo>
                      <a:pt x="263" y="504"/>
                    </a:lnTo>
                    <a:cubicBezTo>
                      <a:pt x="397" y="637"/>
                      <a:pt x="597" y="804"/>
                      <a:pt x="797" y="971"/>
                    </a:cubicBezTo>
                    <a:cubicBezTo>
                      <a:pt x="1230" y="1338"/>
                      <a:pt x="1831" y="1671"/>
                      <a:pt x="2331" y="1905"/>
                    </a:cubicBezTo>
                    <a:cubicBezTo>
                      <a:pt x="2832" y="2138"/>
                      <a:pt x="3565" y="2338"/>
                      <a:pt x="4099" y="2405"/>
                    </a:cubicBezTo>
                    <a:cubicBezTo>
                      <a:pt x="4399" y="2472"/>
                      <a:pt x="4633" y="2505"/>
                      <a:pt x="4800" y="2505"/>
                    </a:cubicBezTo>
                    <a:cubicBezTo>
                      <a:pt x="4966" y="2539"/>
                      <a:pt x="5100" y="2539"/>
                      <a:pt x="5100" y="2539"/>
                    </a:cubicBezTo>
                    <a:cubicBezTo>
                      <a:pt x="5200" y="2505"/>
                      <a:pt x="5233" y="2205"/>
                      <a:pt x="5133" y="2138"/>
                    </a:cubicBezTo>
                    <a:cubicBezTo>
                      <a:pt x="5133" y="2138"/>
                      <a:pt x="5067" y="2072"/>
                      <a:pt x="4900" y="2038"/>
                    </a:cubicBezTo>
                    <a:lnTo>
                      <a:pt x="4266" y="1838"/>
                    </a:lnTo>
                    <a:cubicBezTo>
                      <a:pt x="3766" y="1705"/>
                      <a:pt x="3132" y="1404"/>
                      <a:pt x="2665" y="1204"/>
                    </a:cubicBezTo>
                    <a:cubicBezTo>
                      <a:pt x="2231" y="1004"/>
                      <a:pt x="1597" y="737"/>
                      <a:pt x="1130" y="470"/>
                    </a:cubicBezTo>
                    <a:cubicBezTo>
                      <a:pt x="897" y="337"/>
                      <a:pt x="663" y="204"/>
                      <a:pt x="563" y="137"/>
                    </a:cubicBezTo>
                    <a:lnTo>
                      <a:pt x="296" y="3"/>
                    </a:lnTo>
                    <a:cubicBezTo>
                      <a:pt x="293" y="1"/>
                      <a:pt x="288" y="1"/>
                      <a:pt x="2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44" name="Google Shape;1444;p11"/>
              <p:cNvSpPr/>
              <p:nvPr/>
            </p:nvSpPr>
            <p:spPr>
              <a:xfrm>
                <a:off x="894860" y="5013078"/>
                <a:ext cx="83058" cy="36391"/>
              </a:xfrm>
              <a:custGeom>
                <a:avLst/>
                <a:gdLst/>
                <a:ahLst/>
                <a:cxnLst/>
                <a:rect l="l" t="t" r="r" b="b"/>
                <a:pathLst>
                  <a:path w="3435" h="1505" extrusionOk="0">
                    <a:moveTo>
                      <a:pt x="668" y="0"/>
                    </a:moveTo>
                    <a:cubicBezTo>
                      <a:pt x="501" y="0"/>
                      <a:pt x="335" y="34"/>
                      <a:pt x="201" y="34"/>
                    </a:cubicBezTo>
                    <a:cubicBezTo>
                      <a:pt x="134" y="67"/>
                      <a:pt x="34" y="67"/>
                      <a:pt x="34" y="67"/>
                    </a:cubicBezTo>
                    <a:cubicBezTo>
                      <a:pt x="1" y="67"/>
                      <a:pt x="1" y="467"/>
                      <a:pt x="34" y="467"/>
                    </a:cubicBezTo>
                    <a:cubicBezTo>
                      <a:pt x="34" y="467"/>
                      <a:pt x="68" y="501"/>
                      <a:pt x="201" y="501"/>
                    </a:cubicBezTo>
                    <a:cubicBezTo>
                      <a:pt x="301" y="501"/>
                      <a:pt x="468" y="534"/>
                      <a:pt x="635" y="567"/>
                    </a:cubicBezTo>
                    <a:cubicBezTo>
                      <a:pt x="968" y="668"/>
                      <a:pt x="1369" y="801"/>
                      <a:pt x="1669" y="868"/>
                    </a:cubicBezTo>
                    <a:cubicBezTo>
                      <a:pt x="1969" y="968"/>
                      <a:pt x="2369" y="1034"/>
                      <a:pt x="2670" y="1201"/>
                    </a:cubicBezTo>
                    <a:cubicBezTo>
                      <a:pt x="2836" y="1301"/>
                      <a:pt x="2970" y="1368"/>
                      <a:pt x="3036" y="1401"/>
                    </a:cubicBezTo>
                    <a:cubicBezTo>
                      <a:pt x="3137" y="1435"/>
                      <a:pt x="3170" y="1501"/>
                      <a:pt x="3170" y="1501"/>
                    </a:cubicBezTo>
                    <a:cubicBezTo>
                      <a:pt x="3172" y="1504"/>
                      <a:pt x="3175" y="1505"/>
                      <a:pt x="3179" y="1505"/>
                    </a:cubicBezTo>
                    <a:cubicBezTo>
                      <a:pt x="3233" y="1505"/>
                      <a:pt x="3435" y="1293"/>
                      <a:pt x="3403" y="1168"/>
                    </a:cubicBezTo>
                    <a:lnTo>
                      <a:pt x="3303" y="1034"/>
                    </a:lnTo>
                    <a:cubicBezTo>
                      <a:pt x="3237" y="968"/>
                      <a:pt x="3137" y="834"/>
                      <a:pt x="2970" y="701"/>
                    </a:cubicBezTo>
                    <a:cubicBezTo>
                      <a:pt x="2670" y="467"/>
                      <a:pt x="2203" y="234"/>
                      <a:pt x="1869" y="134"/>
                    </a:cubicBezTo>
                    <a:cubicBezTo>
                      <a:pt x="1502" y="34"/>
                      <a:pt x="1035" y="0"/>
                      <a:pt x="6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45" name="Google Shape;1445;p11"/>
              <p:cNvSpPr/>
              <p:nvPr/>
            </p:nvSpPr>
            <p:spPr>
              <a:xfrm>
                <a:off x="1026351" y="5084603"/>
                <a:ext cx="65359" cy="59168"/>
              </a:xfrm>
              <a:custGeom>
                <a:avLst/>
                <a:gdLst/>
                <a:ahLst/>
                <a:cxnLst/>
                <a:rect l="l" t="t" r="r" b="b"/>
                <a:pathLst>
                  <a:path w="2703" h="2447" extrusionOk="0">
                    <a:moveTo>
                      <a:pt x="226" y="1"/>
                    </a:moveTo>
                    <a:cubicBezTo>
                      <a:pt x="185" y="1"/>
                      <a:pt x="0" y="215"/>
                      <a:pt x="0" y="245"/>
                    </a:cubicBezTo>
                    <a:cubicBezTo>
                      <a:pt x="0" y="245"/>
                      <a:pt x="567" y="1079"/>
                      <a:pt x="1068" y="1546"/>
                    </a:cubicBezTo>
                    <a:cubicBezTo>
                      <a:pt x="1334" y="1746"/>
                      <a:pt x="1668" y="2013"/>
                      <a:pt x="1935" y="2179"/>
                    </a:cubicBezTo>
                    <a:cubicBezTo>
                      <a:pt x="2235" y="2346"/>
                      <a:pt x="2502" y="2446"/>
                      <a:pt x="2502" y="2446"/>
                    </a:cubicBezTo>
                    <a:cubicBezTo>
                      <a:pt x="2535" y="2446"/>
                      <a:pt x="2702" y="2213"/>
                      <a:pt x="2702" y="2179"/>
                    </a:cubicBezTo>
                    <a:cubicBezTo>
                      <a:pt x="2702" y="2179"/>
                      <a:pt x="2502" y="2013"/>
                      <a:pt x="2268" y="1746"/>
                    </a:cubicBezTo>
                    <a:cubicBezTo>
                      <a:pt x="2035" y="1479"/>
                      <a:pt x="1768" y="1212"/>
                      <a:pt x="1535" y="979"/>
                    </a:cubicBezTo>
                    <a:cubicBezTo>
                      <a:pt x="1068" y="578"/>
                      <a:pt x="234" y="11"/>
                      <a:pt x="234" y="11"/>
                    </a:cubicBezTo>
                    <a:cubicBezTo>
                      <a:pt x="234" y="4"/>
                      <a:pt x="231" y="1"/>
                      <a:pt x="2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46" name="Google Shape;1446;p11"/>
              <p:cNvSpPr/>
              <p:nvPr/>
            </p:nvSpPr>
            <p:spPr>
              <a:xfrm>
                <a:off x="18118" y="8"/>
                <a:ext cx="1939841" cy="3204140"/>
              </a:xfrm>
              <a:custGeom>
                <a:avLst/>
                <a:gdLst/>
                <a:ahLst/>
                <a:cxnLst/>
                <a:rect l="l" t="t" r="r" b="b"/>
                <a:pathLst>
                  <a:path w="80225" h="132512" extrusionOk="0">
                    <a:moveTo>
                      <a:pt x="80135" y="0"/>
                    </a:moveTo>
                    <a:cubicBezTo>
                      <a:pt x="80081" y="0"/>
                      <a:pt x="79955" y="83"/>
                      <a:pt x="79758" y="309"/>
                    </a:cubicBezTo>
                    <a:cubicBezTo>
                      <a:pt x="79624" y="409"/>
                      <a:pt x="79491" y="542"/>
                      <a:pt x="79324" y="742"/>
                    </a:cubicBezTo>
                    <a:cubicBezTo>
                      <a:pt x="79157" y="976"/>
                      <a:pt x="78990" y="1209"/>
                      <a:pt x="78824" y="1509"/>
                    </a:cubicBezTo>
                    <a:cubicBezTo>
                      <a:pt x="78824" y="1509"/>
                      <a:pt x="78790" y="1543"/>
                      <a:pt x="78724" y="1676"/>
                    </a:cubicBezTo>
                    <a:cubicBezTo>
                      <a:pt x="78657" y="1743"/>
                      <a:pt x="78590" y="1976"/>
                      <a:pt x="78457" y="2210"/>
                    </a:cubicBezTo>
                    <a:cubicBezTo>
                      <a:pt x="78323" y="2477"/>
                      <a:pt x="78157" y="2810"/>
                      <a:pt x="78090" y="3177"/>
                    </a:cubicBezTo>
                    <a:cubicBezTo>
                      <a:pt x="78056" y="3377"/>
                      <a:pt x="77990" y="3578"/>
                      <a:pt x="77923" y="3811"/>
                    </a:cubicBezTo>
                    <a:cubicBezTo>
                      <a:pt x="77856" y="4011"/>
                      <a:pt x="77823" y="4245"/>
                      <a:pt x="77790" y="4512"/>
                    </a:cubicBezTo>
                    <a:cubicBezTo>
                      <a:pt x="77623" y="5546"/>
                      <a:pt x="77623" y="6847"/>
                      <a:pt x="77856" y="8314"/>
                    </a:cubicBezTo>
                    <a:cubicBezTo>
                      <a:pt x="77990" y="9015"/>
                      <a:pt x="78157" y="9815"/>
                      <a:pt x="78323" y="10583"/>
                    </a:cubicBezTo>
                    <a:cubicBezTo>
                      <a:pt x="78357" y="10816"/>
                      <a:pt x="78423" y="11016"/>
                      <a:pt x="78423" y="11216"/>
                    </a:cubicBezTo>
                    <a:cubicBezTo>
                      <a:pt x="78423" y="11316"/>
                      <a:pt x="78457" y="11417"/>
                      <a:pt x="78457" y="11517"/>
                    </a:cubicBezTo>
                    <a:lnTo>
                      <a:pt x="78457" y="11817"/>
                    </a:lnTo>
                    <a:cubicBezTo>
                      <a:pt x="78490" y="12017"/>
                      <a:pt x="78457" y="12184"/>
                      <a:pt x="78423" y="12384"/>
                    </a:cubicBezTo>
                    <a:cubicBezTo>
                      <a:pt x="78357" y="12584"/>
                      <a:pt x="78323" y="12818"/>
                      <a:pt x="78257" y="13018"/>
                    </a:cubicBezTo>
                    <a:cubicBezTo>
                      <a:pt x="77956" y="13852"/>
                      <a:pt x="77423" y="14585"/>
                      <a:pt x="76756" y="15386"/>
                    </a:cubicBezTo>
                    <a:cubicBezTo>
                      <a:pt x="76122" y="16187"/>
                      <a:pt x="75355" y="16987"/>
                      <a:pt x="74687" y="17888"/>
                    </a:cubicBezTo>
                    <a:cubicBezTo>
                      <a:pt x="74354" y="18355"/>
                      <a:pt x="74087" y="18855"/>
                      <a:pt x="73820" y="19389"/>
                    </a:cubicBezTo>
                    <a:cubicBezTo>
                      <a:pt x="73587" y="19989"/>
                      <a:pt x="73453" y="20556"/>
                      <a:pt x="73353" y="21190"/>
                    </a:cubicBezTo>
                    <a:cubicBezTo>
                      <a:pt x="73286" y="21824"/>
                      <a:pt x="73353" y="22424"/>
                      <a:pt x="73487" y="23058"/>
                    </a:cubicBezTo>
                    <a:cubicBezTo>
                      <a:pt x="73620" y="23659"/>
                      <a:pt x="73787" y="24226"/>
                      <a:pt x="73753" y="24826"/>
                    </a:cubicBezTo>
                    <a:cubicBezTo>
                      <a:pt x="73753" y="25360"/>
                      <a:pt x="73520" y="25927"/>
                      <a:pt x="73253" y="26494"/>
                    </a:cubicBezTo>
                    <a:cubicBezTo>
                      <a:pt x="72953" y="27028"/>
                      <a:pt x="72586" y="27528"/>
                      <a:pt x="72119" y="27928"/>
                    </a:cubicBezTo>
                    <a:cubicBezTo>
                      <a:pt x="71185" y="28829"/>
                      <a:pt x="69951" y="29363"/>
                      <a:pt x="68650" y="29730"/>
                    </a:cubicBezTo>
                    <a:cubicBezTo>
                      <a:pt x="65981" y="30497"/>
                      <a:pt x="63146" y="31064"/>
                      <a:pt x="60177" y="31664"/>
                    </a:cubicBezTo>
                    <a:cubicBezTo>
                      <a:pt x="59443" y="31831"/>
                      <a:pt x="58676" y="31931"/>
                      <a:pt x="57942" y="32098"/>
                    </a:cubicBezTo>
                    <a:lnTo>
                      <a:pt x="56808" y="32365"/>
                    </a:lnTo>
                    <a:cubicBezTo>
                      <a:pt x="56441" y="32498"/>
                      <a:pt x="56074" y="32565"/>
                      <a:pt x="55674" y="32665"/>
                    </a:cubicBezTo>
                    <a:cubicBezTo>
                      <a:pt x="54940" y="32832"/>
                      <a:pt x="54139" y="33032"/>
                      <a:pt x="53406" y="33199"/>
                    </a:cubicBezTo>
                    <a:cubicBezTo>
                      <a:pt x="52605" y="33366"/>
                      <a:pt x="51838" y="33566"/>
                      <a:pt x="51071" y="33866"/>
                    </a:cubicBezTo>
                    <a:cubicBezTo>
                      <a:pt x="50270" y="34166"/>
                      <a:pt x="49503" y="34666"/>
                      <a:pt x="48969" y="35367"/>
                    </a:cubicBezTo>
                    <a:cubicBezTo>
                      <a:pt x="48435" y="36067"/>
                      <a:pt x="48102" y="36868"/>
                      <a:pt x="47802" y="37602"/>
                    </a:cubicBezTo>
                    <a:cubicBezTo>
                      <a:pt x="47735" y="37769"/>
                      <a:pt x="47635" y="37936"/>
                      <a:pt x="47601" y="38236"/>
                    </a:cubicBezTo>
                    <a:cubicBezTo>
                      <a:pt x="47568" y="38369"/>
                      <a:pt x="47568" y="38503"/>
                      <a:pt x="47568" y="38603"/>
                    </a:cubicBezTo>
                    <a:lnTo>
                      <a:pt x="47568" y="38936"/>
                    </a:lnTo>
                    <a:cubicBezTo>
                      <a:pt x="47568" y="39403"/>
                      <a:pt x="47601" y="39770"/>
                      <a:pt x="47601" y="40170"/>
                    </a:cubicBezTo>
                    <a:cubicBezTo>
                      <a:pt x="47601" y="40537"/>
                      <a:pt x="47468" y="40838"/>
                      <a:pt x="47335" y="41171"/>
                    </a:cubicBezTo>
                    <a:cubicBezTo>
                      <a:pt x="47234" y="41405"/>
                      <a:pt x="46934" y="41672"/>
                      <a:pt x="46634" y="41905"/>
                    </a:cubicBezTo>
                    <a:cubicBezTo>
                      <a:pt x="46000" y="42405"/>
                      <a:pt x="45266" y="42772"/>
                      <a:pt x="44566" y="43339"/>
                    </a:cubicBezTo>
                    <a:cubicBezTo>
                      <a:pt x="44399" y="43439"/>
                      <a:pt x="44232" y="43606"/>
                      <a:pt x="44066" y="43773"/>
                    </a:cubicBezTo>
                    <a:lnTo>
                      <a:pt x="43932" y="43906"/>
                    </a:lnTo>
                    <a:cubicBezTo>
                      <a:pt x="43899" y="43940"/>
                      <a:pt x="43799" y="44040"/>
                      <a:pt x="43799" y="44073"/>
                    </a:cubicBezTo>
                    <a:lnTo>
                      <a:pt x="43632" y="44373"/>
                    </a:lnTo>
                    <a:cubicBezTo>
                      <a:pt x="43432" y="44740"/>
                      <a:pt x="43232" y="45174"/>
                      <a:pt x="43098" y="45574"/>
                    </a:cubicBezTo>
                    <a:cubicBezTo>
                      <a:pt x="42965" y="46041"/>
                      <a:pt x="42898" y="46442"/>
                      <a:pt x="42898" y="46942"/>
                    </a:cubicBezTo>
                    <a:cubicBezTo>
                      <a:pt x="42831" y="47442"/>
                      <a:pt x="42998" y="47943"/>
                      <a:pt x="43232" y="48376"/>
                    </a:cubicBezTo>
                    <a:cubicBezTo>
                      <a:pt x="43665" y="49244"/>
                      <a:pt x="44399" y="49844"/>
                      <a:pt x="45066" y="50378"/>
                    </a:cubicBezTo>
                    <a:cubicBezTo>
                      <a:pt x="45733" y="50911"/>
                      <a:pt x="46401" y="51445"/>
                      <a:pt x="47001" y="52012"/>
                    </a:cubicBezTo>
                    <a:cubicBezTo>
                      <a:pt x="47635" y="52579"/>
                      <a:pt x="48235" y="53180"/>
                      <a:pt x="48635" y="53847"/>
                    </a:cubicBezTo>
                    <a:cubicBezTo>
                      <a:pt x="49069" y="54514"/>
                      <a:pt x="49369" y="55248"/>
                      <a:pt x="49403" y="56048"/>
                    </a:cubicBezTo>
                    <a:cubicBezTo>
                      <a:pt x="49469" y="56849"/>
                      <a:pt x="49403" y="57616"/>
                      <a:pt x="49236" y="58450"/>
                    </a:cubicBezTo>
                    <a:lnTo>
                      <a:pt x="49102" y="59084"/>
                    </a:lnTo>
                    <a:lnTo>
                      <a:pt x="49069" y="59251"/>
                    </a:lnTo>
                    <a:lnTo>
                      <a:pt x="49069" y="59284"/>
                    </a:lnTo>
                    <a:lnTo>
                      <a:pt x="48936" y="59584"/>
                    </a:lnTo>
                    <a:lnTo>
                      <a:pt x="48869" y="59718"/>
                    </a:lnTo>
                    <a:cubicBezTo>
                      <a:pt x="48802" y="59751"/>
                      <a:pt x="48769" y="59784"/>
                      <a:pt x="48769" y="59851"/>
                    </a:cubicBezTo>
                    <a:lnTo>
                      <a:pt x="48736" y="60018"/>
                    </a:lnTo>
                    <a:lnTo>
                      <a:pt x="48702" y="60285"/>
                    </a:lnTo>
                    <a:cubicBezTo>
                      <a:pt x="48635" y="60452"/>
                      <a:pt x="48602" y="60685"/>
                      <a:pt x="48535" y="60852"/>
                    </a:cubicBezTo>
                    <a:cubicBezTo>
                      <a:pt x="48269" y="61552"/>
                      <a:pt x="47768" y="62186"/>
                      <a:pt x="47201" y="62720"/>
                    </a:cubicBezTo>
                    <a:cubicBezTo>
                      <a:pt x="45967" y="63754"/>
                      <a:pt x="44399" y="64421"/>
                      <a:pt x="42798" y="65055"/>
                    </a:cubicBezTo>
                    <a:cubicBezTo>
                      <a:pt x="41230" y="65689"/>
                      <a:pt x="39562" y="66289"/>
                      <a:pt x="38095" y="67290"/>
                    </a:cubicBezTo>
                    <a:cubicBezTo>
                      <a:pt x="37728" y="67557"/>
                      <a:pt x="37394" y="67857"/>
                      <a:pt x="37061" y="68190"/>
                    </a:cubicBezTo>
                    <a:lnTo>
                      <a:pt x="36193" y="69091"/>
                    </a:lnTo>
                    <a:cubicBezTo>
                      <a:pt x="35593" y="69692"/>
                      <a:pt x="34959" y="70259"/>
                      <a:pt x="34359" y="70792"/>
                    </a:cubicBezTo>
                    <a:cubicBezTo>
                      <a:pt x="33091" y="71927"/>
                      <a:pt x="31757" y="72961"/>
                      <a:pt x="30723" y="74395"/>
                    </a:cubicBezTo>
                    <a:cubicBezTo>
                      <a:pt x="30156" y="75062"/>
                      <a:pt x="29755" y="75896"/>
                      <a:pt x="29488" y="76730"/>
                    </a:cubicBezTo>
                    <a:cubicBezTo>
                      <a:pt x="29288" y="77597"/>
                      <a:pt x="29155" y="78465"/>
                      <a:pt x="29288" y="79365"/>
                    </a:cubicBezTo>
                    <a:cubicBezTo>
                      <a:pt x="29322" y="79599"/>
                      <a:pt x="29322" y="79799"/>
                      <a:pt x="29388" y="80032"/>
                    </a:cubicBezTo>
                    <a:lnTo>
                      <a:pt x="29488" y="80633"/>
                    </a:lnTo>
                    <a:cubicBezTo>
                      <a:pt x="29589" y="80866"/>
                      <a:pt x="29622" y="81066"/>
                      <a:pt x="29655" y="81267"/>
                    </a:cubicBezTo>
                    <a:lnTo>
                      <a:pt x="29889" y="81867"/>
                    </a:lnTo>
                    <a:cubicBezTo>
                      <a:pt x="30122" y="82634"/>
                      <a:pt x="30456" y="83401"/>
                      <a:pt x="30789" y="84135"/>
                    </a:cubicBezTo>
                    <a:cubicBezTo>
                      <a:pt x="31123" y="84869"/>
                      <a:pt x="31457" y="85570"/>
                      <a:pt x="31657" y="86270"/>
                    </a:cubicBezTo>
                    <a:cubicBezTo>
                      <a:pt x="31890" y="86971"/>
                      <a:pt x="31890" y="87704"/>
                      <a:pt x="31857" y="88438"/>
                    </a:cubicBezTo>
                    <a:lnTo>
                      <a:pt x="31857" y="88472"/>
                    </a:lnTo>
                    <a:cubicBezTo>
                      <a:pt x="31857" y="88905"/>
                      <a:pt x="31723" y="89572"/>
                      <a:pt x="31423" y="90306"/>
                    </a:cubicBezTo>
                    <a:cubicBezTo>
                      <a:pt x="31190" y="91107"/>
                      <a:pt x="30756" y="92041"/>
                      <a:pt x="30756" y="93108"/>
                    </a:cubicBezTo>
                    <a:cubicBezTo>
                      <a:pt x="30789" y="93575"/>
                      <a:pt x="30889" y="94042"/>
                      <a:pt x="31090" y="94443"/>
                    </a:cubicBezTo>
                    <a:cubicBezTo>
                      <a:pt x="31223" y="94643"/>
                      <a:pt x="31356" y="94876"/>
                      <a:pt x="31457" y="95043"/>
                    </a:cubicBezTo>
                    <a:cubicBezTo>
                      <a:pt x="31590" y="95143"/>
                      <a:pt x="31723" y="95310"/>
                      <a:pt x="31890" y="95477"/>
                    </a:cubicBezTo>
                    <a:cubicBezTo>
                      <a:pt x="32190" y="95777"/>
                      <a:pt x="32457" y="96077"/>
                      <a:pt x="32858" y="96311"/>
                    </a:cubicBezTo>
                    <a:cubicBezTo>
                      <a:pt x="33224" y="96577"/>
                      <a:pt x="33691" y="96778"/>
                      <a:pt x="34192" y="96811"/>
                    </a:cubicBezTo>
                    <a:cubicBezTo>
                      <a:pt x="34266" y="96821"/>
                      <a:pt x="34341" y="96826"/>
                      <a:pt x="34415" y="96826"/>
                    </a:cubicBezTo>
                    <a:cubicBezTo>
                      <a:pt x="34839" y="96826"/>
                      <a:pt x="35252" y="96671"/>
                      <a:pt x="35593" y="96444"/>
                    </a:cubicBezTo>
                    <a:cubicBezTo>
                      <a:pt x="36026" y="96211"/>
                      <a:pt x="36360" y="95810"/>
                      <a:pt x="36594" y="95477"/>
                    </a:cubicBezTo>
                    <a:cubicBezTo>
                      <a:pt x="37094" y="94776"/>
                      <a:pt x="37461" y="93976"/>
                      <a:pt x="37761" y="93208"/>
                    </a:cubicBezTo>
                    <a:cubicBezTo>
                      <a:pt x="38061" y="92408"/>
                      <a:pt x="38261" y="91574"/>
                      <a:pt x="38428" y="90740"/>
                    </a:cubicBezTo>
                    <a:cubicBezTo>
                      <a:pt x="38528" y="90306"/>
                      <a:pt x="38562" y="89873"/>
                      <a:pt x="38595" y="89439"/>
                    </a:cubicBezTo>
                    <a:cubicBezTo>
                      <a:pt x="38628" y="89206"/>
                      <a:pt x="38628" y="88972"/>
                      <a:pt x="38628" y="88772"/>
                    </a:cubicBezTo>
                    <a:lnTo>
                      <a:pt x="38695" y="88205"/>
                    </a:lnTo>
                    <a:cubicBezTo>
                      <a:pt x="38795" y="86570"/>
                      <a:pt x="39262" y="84969"/>
                      <a:pt x="39896" y="83435"/>
                    </a:cubicBezTo>
                    <a:cubicBezTo>
                      <a:pt x="40563" y="81934"/>
                      <a:pt x="41397" y="80466"/>
                      <a:pt x="42531" y="79232"/>
                    </a:cubicBezTo>
                    <a:cubicBezTo>
                      <a:pt x="43098" y="78631"/>
                      <a:pt x="43699" y="78064"/>
                      <a:pt x="44399" y="77631"/>
                    </a:cubicBezTo>
                    <a:cubicBezTo>
                      <a:pt x="45100" y="77230"/>
                      <a:pt x="45867" y="76930"/>
                      <a:pt x="46634" y="76897"/>
                    </a:cubicBezTo>
                    <a:cubicBezTo>
                      <a:pt x="46691" y="76894"/>
                      <a:pt x="46749" y="76893"/>
                      <a:pt x="46806" y="76893"/>
                    </a:cubicBezTo>
                    <a:cubicBezTo>
                      <a:pt x="47544" y="76893"/>
                      <a:pt x="48252" y="77092"/>
                      <a:pt x="48902" y="77464"/>
                    </a:cubicBezTo>
                    <a:cubicBezTo>
                      <a:pt x="49603" y="77897"/>
                      <a:pt x="50203" y="78431"/>
                      <a:pt x="50403" y="79132"/>
                    </a:cubicBezTo>
                    <a:cubicBezTo>
                      <a:pt x="50604" y="79866"/>
                      <a:pt x="50470" y="80699"/>
                      <a:pt x="50303" y="81533"/>
                    </a:cubicBezTo>
                    <a:cubicBezTo>
                      <a:pt x="50137" y="82367"/>
                      <a:pt x="49903" y="83235"/>
                      <a:pt x="49703" y="84102"/>
                    </a:cubicBezTo>
                    <a:cubicBezTo>
                      <a:pt x="49636" y="84302"/>
                      <a:pt x="49603" y="84569"/>
                      <a:pt x="49569" y="84769"/>
                    </a:cubicBezTo>
                    <a:cubicBezTo>
                      <a:pt x="49536" y="84969"/>
                      <a:pt x="49536" y="85203"/>
                      <a:pt x="49469" y="85436"/>
                    </a:cubicBezTo>
                    <a:lnTo>
                      <a:pt x="49436" y="85770"/>
                    </a:lnTo>
                    <a:cubicBezTo>
                      <a:pt x="49403" y="85937"/>
                      <a:pt x="49436" y="86037"/>
                      <a:pt x="49436" y="86137"/>
                    </a:cubicBezTo>
                    <a:cubicBezTo>
                      <a:pt x="49436" y="86404"/>
                      <a:pt x="49436" y="86637"/>
                      <a:pt x="49469" y="86871"/>
                    </a:cubicBezTo>
                    <a:cubicBezTo>
                      <a:pt x="49569" y="87805"/>
                      <a:pt x="49803" y="88705"/>
                      <a:pt x="50103" y="89539"/>
                    </a:cubicBezTo>
                    <a:cubicBezTo>
                      <a:pt x="50637" y="91240"/>
                      <a:pt x="51304" y="92875"/>
                      <a:pt x="51437" y="94543"/>
                    </a:cubicBezTo>
                    <a:lnTo>
                      <a:pt x="51437" y="95143"/>
                    </a:lnTo>
                    <a:lnTo>
                      <a:pt x="51437" y="95443"/>
                    </a:lnTo>
                    <a:lnTo>
                      <a:pt x="51437" y="95477"/>
                    </a:lnTo>
                    <a:lnTo>
                      <a:pt x="51437" y="95577"/>
                    </a:lnTo>
                    <a:lnTo>
                      <a:pt x="51404" y="95744"/>
                    </a:lnTo>
                    <a:lnTo>
                      <a:pt x="51304" y="96044"/>
                    </a:lnTo>
                    <a:lnTo>
                      <a:pt x="51237" y="96311"/>
                    </a:lnTo>
                    <a:cubicBezTo>
                      <a:pt x="51204" y="96544"/>
                      <a:pt x="51104" y="96711"/>
                      <a:pt x="51037" y="96911"/>
                    </a:cubicBezTo>
                    <a:cubicBezTo>
                      <a:pt x="50704" y="97712"/>
                      <a:pt x="50237" y="98412"/>
                      <a:pt x="49736" y="99113"/>
                    </a:cubicBezTo>
                    <a:cubicBezTo>
                      <a:pt x="49236" y="99813"/>
                      <a:pt x="48736" y="100580"/>
                      <a:pt x="48302" y="101381"/>
                    </a:cubicBezTo>
                    <a:cubicBezTo>
                      <a:pt x="47902" y="102148"/>
                      <a:pt x="47568" y="103049"/>
                      <a:pt x="47435" y="103949"/>
                    </a:cubicBezTo>
                    <a:cubicBezTo>
                      <a:pt x="47368" y="104883"/>
                      <a:pt x="47368" y="105751"/>
                      <a:pt x="47401" y="106618"/>
                    </a:cubicBezTo>
                    <a:cubicBezTo>
                      <a:pt x="47435" y="107452"/>
                      <a:pt x="47535" y="108319"/>
                      <a:pt x="47435" y="109086"/>
                    </a:cubicBezTo>
                    <a:cubicBezTo>
                      <a:pt x="47368" y="109820"/>
                      <a:pt x="46934" y="110487"/>
                      <a:pt x="46401" y="111088"/>
                    </a:cubicBezTo>
                    <a:cubicBezTo>
                      <a:pt x="46100" y="111321"/>
                      <a:pt x="45800" y="111622"/>
                      <a:pt x="45533" y="111888"/>
                    </a:cubicBezTo>
                    <a:cubicBezTo>
                      <a:pt x="45200" y="112122"/>
                      <a:pt x="44866" y="112322"/>
                      <a:pt x="44533" y="112556"/>
                    </a:cubicBezTo>
                    <a:cubicBezTo>
                      <a:pt x="43132" y="113423"/>
                      <a:pt x="41564" y="113957"/>
                      <a:pt x="40196" y="114957"/>
                    </a:cubicBezTo>
                    <a:cubicBezTo>
                      <a:pt x="39529" y="115458"/>
                      <a:pt x="38895" y="116091"/>
                      <a:pt x="38428" y="116792"/>
                    </a:cubicBezTo>
                    <a:cubicBezTo>
                      <a:pt x="38295" y="116959"/>
                      <a:pt x="38195" y="117126"/>
                      <a:pt x="38095" y="117326"/>
                    </a:cubicBezTo>
                    <a:cubicBezTo>
                      <a:pt x="37961" y="117559"/>
                      <a:pt x="37894" y="117726"/>
                      <a:pt x="37794" y="117926"/>
                    </a:cubicBezTo>
                    <a:lnTo>
                      <a:pt x="37561" y="118493"/>
                    </a:lnTo>
                    <a:cubicBezTo>
                      <a:pt x="37528" y="118727"/>
                      <a:pt x="37427" y="118927"/>
                      <a:pt x="37394" y="119127"/>
                    </a:cubicBezTo>
                    <a:cubicBezTo>
                      <a:pt x="37194" y="119928"/>
                      <a:pt x="37194" y="120761"/>
                      <a:pt x="37194" y="121562"/>
                    </a:cubicBezTo>
                    <a:cubicBezTo>
                      <a:pt x="37194" y="122329"/>
                      <a:pt x="37194" y="123096"/>
                      <a:pt x="37061" y="123797"/>
                    </a:cubicBezTo>
                    <a:cubicBezTo>
                      <a:pt x="36960" y="124497"/>
                      <a:pt x="36694" y="125131"/>
                      <a:pt x="36260" y="125765"/>
                    </a:cubicBezTo>
                    <a:cubicBezTo>
                      <a:pt x="35893" y="126399"/>
                      <a:pt x="35459" y="126966"/>
                      <a:pt x="34926" y="127433"/>
                    </a:cubicBezTo>
                    <a:cubicBezTo>
                      <a:pt x="33892" y="128400"/>
                      <a:pt x="32557" y="128834"/>
                      <a:pt x="31190" y="128934"/>
                    </a:cubicBezTo>
                    <a:cubicBezTo>
                      <a:pt x="30833" y="128968"/>
                      <a:pt x="30480" y="128982"/>
                      <a:pt x="30131" y="128982"/>
                    </a:cubicBezTo>
                    <a:cubicBezTo>
                      <a:pt x="29109" y="128982"/>
                      <a:pt x="28115" y="128858"/>
                      <a:pt x="27120" y="128734"/>
                    </a:cubicBezTo>
                    <a:cubicBezTo>
                      <a:pt x="25786" y="128567"/>
                      <a:pt x="24518" y="128400"/>
                      <a:pt x="23217" y="128334"/>
                    </a:cubicBezTo>
                    <a:cubicBezTo>
                      <a:pt x="23096" y="128330"/>
                      <a:pt x="22975" y="128329"/>
                      <a:pt x="22854" y="128329"/>
                    </a:cubicBezTo>
                    <a:cubicBezTo>
                      <a:pt x="21709" y="128329"/>
                      <a:pt x="20571" y="128478"/>
                      <a:pt x="19515" y="128901"/>
                    </a:cubicBezTo>
                    <a:cubicBezTo>
                      <a:pt x="18914" y="129101"/>
                      <a:pt x="18414" y="129401"/>
                      <a:pt x="17914" y="129668"/>
                    </a:cubicBezTo>
                    <a:cubicBezTo>
                      <a:pt x="17413" y="129968"/>
                      <a:pt x="16946" y="130302"/>
                      <a:pt x="16513" y="130602"/>
                    </a:cubicBezTo>
                    <a:cubicBezTo>
                      <a:pt x="15579" y="131236"/>
                      <a:pt x="14778" y="131903"/>
                      <a:pt x="13877" y="131936"/>
                    </a:cubicBezTo>
                    <a:cubicBezTo>
                      <a:pt x="13795" y="131942"/>
                      <a:pt x="13714" y="131945"/>
                      <a:pt x="13633" y="131945"/>
                    </a:cubicBezTo>
                    <a:cubicBezTo>
                      <a:pt x="12791" y="131945"/>
                      <a:pt x="12003" y="131646"/>
                      <a:pt x="11242" y="131402"/>
                    </a:cubicBezTo>
                    <a:cubicBezTo>
                      <a:pt x="10408" y="131102"/>
                      <a:pt x="9608" y="130802"/>
                      <a:pt x="8907" y="130468"/>
                    </a:cubicBezTo>
                    <a:cubicBezTo>
                      <a:pt x="7439" y="129901"/>
                      <a:pt x="6205" y="129334"/>
                      <a:pt x="5071" y="129134"/>
                    </a:cubicBezTo>
                    <a:cubicBezTo>
                      <a:pt x="4689" y="129063"/>
                      <a:pt x="4325" y="129034"/>
                      <a:pt x="3988" y="129034"/>
                    </a:cubicBezTo>
                    <a:cubicBezTo>
                      <a:pt x="3383" y="129034"/>
                      <a:pt x="2867" y="129127"/>
                      <a:pt x="2503" y="129234"/>
                    </a:cubicBezTo>
                    <a:cubicBezTo>
                      <a:pt x="2369" y="129268"/>
                      <a:pt x="2236" y="129268"/>
                      <a:pt x="2102" y="129301"/>
                    </a:cubicBezTo>
                    <a:cubicBezTo>
                      <a:pt x="2036" y="129334"/>
                      <a:pt x="1935" y="129334"/>
                      <a:pt x="1869" y="129401"/>
                    </a:cubicBezTo>
                    <a:cubicBezTo>
                      <a:pt x="1735" y="129434"/>
                      <a:pt x="1669" y="129468"/>
                      <a:pt x="1669" y="129468"/>
                    </a:cubicBezTo>
                    <a:cubicBezTo>
                      <a:pt x="1035" y="129735"/>
                      <a:pt x="601" y="130001"/>
                      <a:pt x="368" y="130235"/>
                    </a:cubicBezTo>
                    <a:cubicBezTo>
                      <a:pt x="101" y="130435"/>
                      <a:pt x="1" y="130602"/>
                      <a:pt x="34" y="130635"/>
                    </a:cubicBezTo>
                    <a:cubicBezTo>
                      <a:pt x="42" y="130643"/>
                      <a:pt x="57" y="130647"/>
                      <a:pt x="80" y="130647"/>
                    </a:cubicBezTo>
                    <a:cubicBezTo>
                      <a:pt x="154" y="130647"/>
                      <a:pt x="305" y="130604"/>
                      <a:pt x="534" y="130502"/>
                    </a:cubicBezTo>
                    <a:cubicBezTo>
                      <a:pt x="835" y="130402"/>
                      <a:pt x="1235" y="130168"/>
                      <a:pt x="1835" y="129935"/>
                    </a:cubicBezTo>
                    <a:cubicBezTo>
                      <a:pt x="1835" y="129935"/>
                      <a:pt x="1902" y="129901"/>
                      <a:pt x="2036" y="129835"/>
                    </a:cubicBezTo>
                    <a:cubicBezTo>
                      <a:pt x="2102" y="129835"/>
                      <a:pt x="2202" y="129801"/>
                      <a:pt x="2269" y="129768"/>
                    </a:cubicBezTo>
                    <a:cubicBezTo>
                      <a:pt x="2369" y="129768"/>
                      <a:pt x="2503" y="129735"/>
                      <a:pt x="2603" y="129668"/>
                    </a:cubicBezTo>
                    <a:cubicBezTo>
                      <a:pt x="2913" y="129606"/>
                      <a:pt x="3353" y="129531"/>
                      <a:pt x="3897" y="129531"/>
                    </a:cubicBezTo>
                    <a:cubicBezTo>
                      <a:pt x="4229" y="129531"/>
                      <a:pt x="4600" y="129559"/>
                      <a:pt x="5004" y="129634"/>
                    </a:cubicBezTo>
                    <a:cubicBezTo>
                      <a:pt x="6038" y="129801"/>
                      <a:pt x="7273" y="130335"/>
                      <a:pt x="8707" y="130969"/>
                    </a:cubicBezTo>
                    <a:cubicBezTo>
                      <a:pt x="9407" y="131302"/>
                      <a:pt x="10208" y="131603"/>
                      <a:pt x="11042" y="131936"/>
                    </a:cubicBezTo>
                    <a:cubicBezTo>
                      <a:pt x="11803" y="132210"/>
                      <a:pt x="12675" y="132512"/>
                      <a:pt x="13633" y="132512"/>
                    </a:cubicBezTo>
                    <a:cubicBezTo>
                      <a:pt x="13725" y="132512"/>
                      <a:pt x="13817" y="132509"/>
                      <a:pt x="13911" y="132503"/>
                    </a:cubicBezTo>
                    <a:cubicBezTo>
                      <a:pt x="14444" y="132503"/>
                      <a:pt x="15011" y="132303"/>
                      <a:pt x="15445" y="132003"/>
                    </a:cubicBezTo>
                    <a:cubicBezTo>
                      <a:pt x="15912" y="131769"/>
                      <a:pt x="16346" y="131436"/>
                      <a:pt x="16779" y="131136"/>
                    </a:cubicBezTo>
                    <a:cubicBezTo>
                      <a:pt x="17213" y="130835"/>
                      <a:pt x="17647" y="130568"/>
                      <a:pt x="18180" y="130268"/>
                    </a:cubicBezTo>
                    <a:cubicBezTo>
                      <a:pt x="18614" y="130001"/>
                      <a:pt x="19181" y="129735"/>
                      <a:pt x="19681" y="129501"/>
                    </a:cubicBezTo>
                    <a:cubicBezTo>
                      <a:pt x="20645" y="129140"/>
                      <a:pt x="21690" y="128996"/>
                      <a:pt x="22817" y="128996"/>
                    </a:cubicBezTo>
                    <a:cubicBezTo>
                      <a:pt x="22939" y="128996"/>
                      <a:pt x="23061" y="128997"/>
                      <a:pt x="23184" y="129001"/>
                    </a:cubicBezTo>
                    <a:cubicBezTo>
                      <a:pt x="24385" y="129067"/>
                      <a:pt x="25686" y="129268"/>
                      <a:pt x="27020" y="129434"/>
                    </a:cubicBezTo>
                    <a:cubicBezTo>
                      <a:pt x="28049" y="129563"/>
                      <a:pt x="29098" y="129711"/>
                      <a:pt x="30197" y="129711"/>
                    </a:cubicBezTo>
                    <a:cubicBezTo>
                      <a:pt x="30523" y="129711"/>
                      <a:pt x="30854" y="129698"/>
                      <a:pt x="31190" y="129668"/>
                    </a:cubicBezTo>
                    <a:cubicBezTo>
                      <a:pt x="31890" y="129634"/>
                      <a:pt x="32624" y="129468"/>
                      <a:pt x="33358" y="129234"/>
                    </a:cubicBezTo>
                    <a:cubicBezTo>
                      <a:pt x="34058" y="128934"/>
                      <a:pt x="34726" y="128500"/>
                      <a:pt x="35293" y="128000"/>
                    </a:cubicBezTo>
                    <a:cubicBezTo>
                      <a:pt x="35893" y="127500"/>
                      <a:pt x="36393" y="126899"/>
                      <a:pt x="36760" y="126232"/>
                    </a:cubicBezTo>
                    <a:cubicBezTo>
                      <a:pt x="36860" y="126065"/>
                      <a:pt x="36960" y="125898"/>
                      <a:pt x="37061" y="125732"/>
                    </a:cubicBezTo>
                    <a:lnTo>
                      <a:pt x="37194" y="125465"/>
                    </a:lnTo>
                    <a:lnTo>
                      <a:pt x="37294" y="125165"/>
                    </a:lnTo>
                    <a:cubicBezTo>
                      <a:pt x="37461" y="124798"/>
                      <a:pt x="37561" y="124431"/>
                      <a:pt x="37628" y="123997"/>
                    </a:cubicBezTo>
                    <a:cubicBezTo>
                      <a:pt x="37928" y="122396"/>
                      <a:pt x="37594" y="120795"/>
                      <a:pt x="37961" y="119394"/>
                    </a:cubicBezTo>
                    <a:cubicBezTo>
                      <a:pt x="38028" y="119160"/>
                      <a:pt x="38095" y="118994"/>
                      <a:pt x="38128" y="118827"/>
                    </a:cubicBezTo>
                    <a:lnTo>
                      <a:pt x="38361" y="118293"/>
                    </a:lnTo>
                    <a:cubicBezTo>
                      <a:pt x="38395" y="118126"/>
                      <a:pt x="38528" y="117959"/>
                      <a:pt x="38595" y="117793"/>
                    </a:cubicBezTo>
                    <a:cubicBezTo>
                      <a:pt x="38695" y="117626"/>
                      <a:pt x="38762" y="117459"/>
                      <a:pt x="38895" y="117292"/>
                    </a:cubicBezTo>
                    <a:cubicBezTo>
                      <a:pt x="39295" y="116659"/>
                      <a:pt x="39863" y="116125"/>
                      <a:pt x="40463" y="115658"/>
                    </a:cubicBezTo>
                    <a:cubicBezTo>
                      <a:pt x="41731" y="114791"/>
                      <a:pt x="43298" y="114223"/>
                      <a:pt x="44766" y="113323"/>
                    </a:cubicBezTo>
                    <a:cubicBezTo>
                      <a:pt x="45133" y="113123"/>
                      <a:pt x="45467" y="112889"/>
                      <a:pt x="45867" y="112622"/>
                    </a:cubicBezTo>
                    <a:cubicBezTo>
                      <a:pt x="46167" y="112389"/>
                      <a:pt x="46501" y="112089"/>
                      <a:pt x="46801" y="111755"/>
                    </a:cubicBezTo>
                    <a:cubicBezTo>
                      <a:pt x="46968" y="111588"/>
                      <a:pt x="47101" y="111421"/>
                      <a:pt x="47268" y="111255"/>
                    </a:cubicBezTo>
                    <a:cubicBezTo>
                      <a:pt x="47401" y="111055"/>
                      <a:pt x="47535" y="110888"/>
                      <a:pt x="47635" y="110654"/>
                    </a:cubicBezTo>
                    <a:cubicBezTo>
                      <a:pt x="47902" y="110254"/>
                      <a:pt x="48002" y="109787"/>
                      <a:pt x="48102" y="109320"/>
                    </a:cubicBezTo>
                    <a:cubicBezTo>
                      <a:pt x="48235" y="108419"/>
                      <a:pt x="48102" y="107552"/>
                      <a:pt x="48068" y="106718"/>
                    </a:cubicBezTo>
                    <a:cubicBezTo>
                      <a:pt x="48002" y="105884"/>
                      <a:pt x="48002" y="104983"/>
                      <a:pt x="48102" y="104216"/>
                    </a:cubicBezTo>
                    <a:cubicBezTo>
                      <a:pt x="48235" y="103416"/>
                      <a:pt x="48502" y="102648"/>
                      <a:pt x="48902" y="101915"/>
                    </a:cubicBezTo>
                    <a:cubicBezTo>
                      <a:pt x="49269" y="101147"/>
                      <a:pt x="49770" y="100447"/>
                      <a:pt x="50270" y="99746"/>
                    </a:cubicBezTo>
                    <a:cubicBezTo>
                      <a:pt x="50770" y="98979"/>
                      <a:pt x="51271" y="98245"/>
                      <a:pt x="51638" y="97411"/>
                    </a:cubicBezTo>
                    <a:lnTo>
                      <a:pt x="51904" y="96778"/>
                    </a:lnTo>
                    <a:lnTo>
                      <a:pt x="52005" y="96444"/>
                    </a:lnTo>
                    <a:lnTo>
                      <a:pt x="52105" y="96110"/>
                    </a:lnTo>
                    <a:lnTo>
                      <a:pt x="52138" y="95944"/>
                    </a:lnTo>
                    <a:lnTo>
                      <a:pt x="52138" y="95877"/>
                    </a:lnTo>
                    <a:lnTo>
                      <a:pt x="52138" y="95744"/>
                    </a:lnTo>
                    <a:lnTo>
                      <a:pt x="52138" y="95377"/>
                    </a:lnTo>
                    <a:cubicBezTo>
                      <a:pt x="52171" y="95110"/>
                      <a:pt x="52138" y="94910"/>
                      <a:pt x="52138" y="94643"/>
                    </a:cubicBezTo>
                    <a:cubicBezTo>
                      <a:pt x="52005" y="92775"/>
                      <a:pt x="51304" y="91107"/>
                      <a:pt x="50770" y="89439"/>
                    </a:cubicBezTo>
                    <a:cubicBezTo>
                      <a:pt x="50503" y="88605"/>
                      <a:pt x="50270" y="87771"/>
                      <a:pt x="50170" y="86937"/>
                    </a:cubicBezTo>
                    <a:cubicBezTo>
                      <a:pt x="50137" y="86737"/>
                      <a:pt x="50137" y="86537"/>
                      <a:pt x="50137" y="86303"/>
                    </a:cubicBezTo>
                    <a:lnTo>
                      <a:pt x="50137" y="86037"/>
                    </a:lnTo>
                    <a:lnTo>
                      <a:pt x="50170" y="85703"/>
                    </a:lnTo>
                    <a:cubicBezTo>
                      <a:pt x="50170" y="85470"/>
                      <a:pt x="50237" y="85269"/>
                      <a:pt x="50270" y="85069"/>
                    </a:cubicBezTo>
                    <a:lnTo>
                      <a:pt x="50403" y="84435"/>
                    </a:lnTo>
                    <a:cubicBezTo>
                      <a:pt x="50570" y="83568"/>
                      <a:pt x="50804" y="82734"/>
                      <a:pt x="51004" y="81867"/>
                    </a:cubicBezTo>
                    <a:cubicBezTo>
                      <a:pt x="51237" y="80966"/>
                      <a:pt x="51404" y="80032"/>
                      <a:pt x="51104" y="79032"/>
                    </a:cubicBezTo>
                    <a:cubicBezTo>
                      <a:pt x="50937" y="78565"/>
                      <a:pt x="50737" y="78064"/>
                      <a:pt x="50337" y="77731"/>
                    </a:cubicBezTo>
                    <a:lnTo>
                      <a:pt x="50103" y="77464"/>
                    </a:lnTo>
                    <a:cubicBezTo>
                      <a:pt x="50003" y="77397"/>
                      <a:pt x="49903" y="77364"/>
                      <a:pt x="49803" y="77264"/>
                    </a:cubicBezTo>
                    <a:lnTo>
                      <a:pt x="49503" y="77064"/>
                    </a:lnTo>
                    <a:cubicBezTo>
                      <a:pt x="49436" y="77030"/>
                      <a:pt x="49303" y="76930"/>
                      <a:pt x="49236" y="76897"/>
                    </a:cubicBezTo>
                    <a:cubicBezTo>
                      <a:pt x="48532" y="76486"/>
                      <a:pt x="47673" y="76178"/>
                      <a:pt x="46818" y="76178"/>
                    </a:cubicBezTo>
                    <a:cubicBezTo>
                      <a:pt x="46701" y="76178"/>
                      <a:pt x="46584" y="76184"/>
                      <a:pt x="46467" y="76196"/>
                    </a:cubicBezTo>
                    <a:cubicBezTo>
                      <a:pt x="45500" y="76230"/>
                      <a:pt x="44599" y="76597"/>
                      <a:pt x="43799" y="77064"/>
                    </a:cubicBezTo>
                    <a:cubicBezTo>
                      <a:pt x="42998" y="77531"/>
                      <a:pt x="42331" y="78131"/>
                      <a:pt x="41731" y="78798"/>
                    </a:cubicBezTo>
                    <a:cubicBezTo>
                      <a:pt x="40496" y="80132"/>
                      <a:pt x="39596" y="81700"/>
                      <a:pt x="38929" y="83301"/>
                    </a:cubicBezTo>
                    <a:cubicBezTo>
                      <a:pt x="38261" y="84936"/>
                      <a:pt x="37794" y="86637"/>
                      <a:pt x="37628" y="88372"/>
                    </a:cubicBezTo>
                    <a:lnTo>
                      <a:pt x="37594" y="89039"/>
                    </a:lnTo>
                    <a:cubicBezTo>
                      <a:pt x="37594" y="89239"/>
                      <a:pt x="37561" y="89406"/>
                      <a:pt x="37561" y="89606"/>
                    </a:cubicBezTo>
                    <a:cubicBezTo>
                      <a:pt x="37494" y="89973"/>
                      <a:pt x="37461" y="90406"/>
                      <a:pt x="37394" y="90773"/>
                    </a:cubicBezTo>
                    <a:cubicBezTo>
                      <a:pt x="37261" y="91574"/>
                      <a:pt x="37061" y="92308"/>
                      <a:pt x="36760" y="93075"/>
                    </a:cubicBezTo>
                    <a:cubicBezTo>
                      <a:pt x="36493" y="93809"/>
                      <a:pt x="36160" y="94543"/>
                      <a:pt x="35726" y="95110"/>
                    </a:cubicBezTo>
                    <a:cubicBezTo>
                      <a:pt x="35309" y="95687"/>
                      <a:pt x="34769" y="96079"/>
                      <a:pt x="34195" y="96079"/>
                    </a:cubicBezTo>
                    <a:cubicBezTo>
                      <a:pt x="34172" y="96079"/>
                      <a:pt x="34148" y="96078"/>
                      <a:pt x="34125" y="96077"/>
                    </a:cubicBezTo>
                    <a:cubicBezTo>
                      <a:pt x="33558" y="96044"/>
                      <a:pt x="32958" y="95577"/>
                      <a:pt x="32457" y="95043"/>
                    </a:cubicBezTo>
                    <a:cubicBezTo>
                      <a:pt x="32324" y="94910"/>
                      <a:pt x="32257" y="94743"/>
                      <a:pt x="32124" y="94609"/>
                    </a:cubicBezTo>
                    <a:cubicBezTo>
                      <a:pt x="32057" y="94476"/>
                      <a:pt x="31957" y="94309"/>
                      <a:pt x="31890" y="94209"/>
                    </a:cubicBezTo>
                    <a:cubicBezTo>
                      <a:pt x="31757" y="93909"/>
                      <a:pt x="31657" y="93609"/>
                      <a:pt x="31657" y="93275"/>
                    </a:cubicBezTo>
                    <a:cubicBezTo>
                      <a:pt x="31657" y="92475"/>
                      <a:pt x="31990" y="91641"/>
                      <a:pt x="32290" y="90873"/>
                    </a:cubicBezTo>
                    <a:cubicBezTo>
                      <a:pt x="32591" y="90073"/>
                      <a:pt x="32791" y="89272"/>
                      <a:pt x="32791" y="88705"/>
                    </a:cubicBezTo>
                    <a:lnTo>
                      <a:pt x="32791" y="88739"/>
                    </a:lnTo>
                    <a:cubicBezTo>
                      <a:pt x="32891" y="87905"/>
                      <a:pt x="32891" y="87037"/>
                      <a:pt x="32624" y="86203"/>
                    </a:cubicBezTo>
                    <a:cubicBezTo>
                      <a:pt x="32391" y="85369"/>
                      <a:pt x="31990" y="84602"/>
                      <a:pt x="31657" y="83902"/>
                    </a:cubicBezTo>
                    <a:cubicBezTo>
                      <a:pt x="31323" y="83135"/>
                      <a:pt x="31056" y="82434"/>
                      <a:pt x="30789" y="81700"/>
                    </a:cubicBezTo>
                    <a:lnTo>
                      <a:pt x="30589" y="81133"/>
                    </a:lnTo>
                    <a:cubicBezTo>
                      <a:pt x="30556" y="80933"/>
                      <a:pt x="30489" y="80766"/>
                      <a:pt x="30456" y="80566"/>
                    </a:cubicBezTo>
                    <a:lnTo>
                      <a:pt x="30356" y="79966"/>
                    </a:lnTo>
                    <a:cubicBezTo>
                      <a:pt x="30356" y="79765"/>
                      <a:pt x="30356" y="79599"/>
                      <a:pt x="30289" y="79399"/>
                    </a:cubicBezTo>
                    <a:cubicBezTo>
                      <a:pt x="30189" y="78631"/>
                      <a:pt x="30289" y="77897"/>
                      <a:pt x="30456" y="77130"/>
                    </a:cubicBezTo>
                    <a:cubicBezTo>
                      <a:pt x="30689" y="76430"/>
                      <a:pt x="31056" y="75729"/>
                      <a:pt x="31523" y="75095"/>
                    </a:cubicBezTo>
                    <a:cubicBezTo>
                      <a:pt x="32457" y="73861"/>
                      <a:pt x="33758" y="72760"/>
                      <a:pt x="35026" y="71626"/>
                    </a:cubicBezTo>
                    <a:cubicBezTo>
                      <a:pt x="35626" y="71059"/>
                      <a:pt x="36260" y="70525"/>
                      <a:pt x="36894" y="69892"/>
                    </a:cubicBezTo>
                    <a:lnTo>
                      <a:pt x="37761" y="68958"/>
                    </a:lnTo>
                    <a:cubicBezTo>
                      <a:pt x="38061" y="68724"/>
                      <a:pt x="38361" y="68457"/>
                      <a:pt x="38695" y="68224"/>
                    </a:cubicBezTo>
                    <a:cubicBezTo>
                      <a:pt x="40029" y="67290"/>
                      <a:pt x="41597" y="66723"/>
                      <a:pt x="43198" y="66056"/>
                    </a:cubicBezTo>
                    <a:cubicBezTo>
                      <a:pt x="43965" y="65722"/>
                      <a:pt x="44766" y="65388"/>
                      <a:pt x="45567" y="65022"/>
                    </a:cubicBezTo>
                    <a:cubicBezTo>
                      <a:pt x="46367" y="64588"/>
                      <a:pt x="47101" y="64121"/>
                      <a:pt x="47802" y="63554"/>
                    </a:cubicBezTo>
                    <a:cubicBezTo>
                      <a:pt x="48535" y="62920"/>
                      <a:pt x="49102" y="62186"/>
                      <a:pt x="49403" y="61252"/>
                    </a:cubicBezTo>
                    <a:cubicBezTo>
                      <a:pt x="49436" y="61052"/>
                      <a:pt x="49536" y="60785"/>
                      <a:pt x="49569" y="60585"/>
                    </a:cubicBezTo>
                    <a:lnTo>
                      <a:pt x="49603" y="60251"/>
                    </a:lnTo>
                    <a:lnTo>
                      <a:pt x="49703" y="60118"/>
                    </a:lnTo>
                    <a:lnTo>
                      <a:pt x="49803" y="59851"/>
                    </a:lnTo>
                    <a:lnTo>
                      <a:pt x="49870" y="59718"/>
                    </a:lnTo>
                    <a:cubicBezTo>
                      <a:pt x="49903" y="59651"/>
                      <a:pt x="49903" y="59618"/>
                      <a:pt x="49903" y="59584"/>
                    </a:cubicBezTo>
                    <a:lnTo>
                      <a:pt x="49936" y="59418"/>
                    </a:lnTo>
                    <a:lnTo>
                      <a:pt x="50070" y="58784"/>
                    </a:lnTo>
                    <a:cubicBezTo>
                      <a:pt x="50237" y="57916"/>
                      <a:pt x="50303" y="57049"/>
                      <a:pt x="50237" y="56115"/>
                    </a:cubicBezTo>
                    <a:cubicBezTo>
                      <a:pt x="50203" y="55215"/>
                      <a:pt x="49870" y="54281"/>
                      <a:pt x="49369" y="53547"/>
                    </a:cubicBezTo>
                    <a:cubicBezTo>
                      <a:pt x="48369" y="51979"/>
                      <a:pt x="46901" y="50945"/>
                      <a:pt x="45600" y="49911"/>
                    </a:cubicBezTo>
                    <a:cubicBezTo>
                      <a:pt x="44933" y="49410"/>
                      <a:pt x="44299" y="48810"/>
                      <a:pt x="43965" y="48210"/>
                    </a:cubicBezTo>
                    <a:cubicBezTo>
                      <a:pt x="43632" y="47576"/>
                      <a:pt x="43632" y="46842"/>
                      <a:pt x="43899" y="46075"/>
                    </a:cubicBezTo>
                    <a:cubicBezTo>
                      <a:pt x="44032" y="45708"/>
                      <a:pt x="44132" y="45341"/>
                      <a:pt x="44366" y="45007"/>
                    </a:cubicBezTo>
                    <a:lnTo>
                      <a:pt x="44499" y="44707"/>
                    </a:lnTo>
                    <a:cubicBezTo>
                      <a:pt x="44566" y="44674"/>
                      <a:pt x="44499" y="44674"/>
                      <a:pt x="44566" y="44607"/>
                    </a:cubicBezTo>
                    <a:lnTo>
                      <a:pt x="44633" y="44540"/>
                    </a:lnTo>
                    <a:cubicBezTo>
                      <a:pt x="44766" y="44407"/>
                      <a:pt x="44899" y="44273"/>
                      <a:pt x="45066" y="44173"/>
                    </a:cubicBezTo>
                    <a:cubicBezTo>
                      <a:pt x="45633" y="43706"/>
                      <a:pt x="46401" y="43339"/>
                      <a:pt x="47101" y="42772"/>
                    </a:cubicBezTo>
                    <a:cubicBezTo>
                      <a:pt x="47468" y="42505"/>
                      <a:pt x="47802" y="42205"/>
                      <a:pt x="48068" y="41738"/>
                    </a:cubicBezTo>
                    <a:cubicBezTo>
                      <a:pt x="48269" y="41271"/>
                      <a:pt x="48402" y="40838"/>
                      <a:pt x="48402" y="40371"/>
                    </a:cubicBezTo>
                    <a:cubicBezTo>
                      <a:pt x="48435" y="39904"/>
                      <a:pt x="48369" y="39503"/>
                      <a:pt x="48369" y="39103"/>
                    </a:cubicBezTo>
                    <a:cubicBezTo>
                      <a:pt x="48369" y="38703"/>
                      <a:pt x="48402" y="38503"/>
                      <a:pt x="48569" y="38069"/>
                    </a:cubicBezTo>
                    <a:cubicBezTo>
                      <a:pt x="48869" y="37302"/>
                      <a:pt x="49136" y="36601"/>
                      <a:pt x="49603" y="36034"/>
                    </a:cubicBezTo>
                    <a:cubicBezTo>
                      <a:pt x="50036" y="35434"/>
                      <a:pt x="50637" y="35067"/>
                      <a:pt x="51371" y="34767"/>
                    </a:cubicBezTo>
                    <a:cubicBezTo>
                      <a:pt x="52071" y="34500"/>
                      <a:pt x="52805" y="34266"/>
                      <a:pt x="53572" y="34099"/>
                    </a:cubicBezTo>
                    <a:cubicBezTo>
                      <a:pt x="54306" y="33899"/>
                      <a:pt x="55073" y="33699"/>
                      <a:pt x="55807" y="33532"/>
                    </a:cubicBezTo>
                    <a:cubicBezTo>
                      <a:pt x="56174" y="33399"/>
                      <a:pt x="56574" y="33332"/>
                      <a:pt x="56941" y="33232"/>
                    </a:cubicBezTo>
                    <a:lnTo>
                      <a:pt x="58076" y="32999"/>
                    </a:lnTo>
                    <a:cubicBezTo>
                      <a:pt x="58809" y="32832"/>
                      <a:pt x="59510" y="32698"/>
                      <a:pt x="60277" y="32532"/>
                    </a:cubicBezTo>
                    <a:cubicBezTo>
                      <a:pt x="63246" y="31931"/>
                      <a:pt x="66081" y="31331"/>
                      <a:pt x="68783" y="30564"/>
                    </a:cubicBezTo>
                    <a:cubicBezTo>
                      <a:pt x="70117" y="30197"/>
                      <a:pt x="71485" y="29596"/>
                      <a:pt x="72486" y="28595"/>
                    </a:cubicBezTo>
                    <a:cubicBezTo>
                      <a:pt x="72986" y="28095"/>
                      <a:pt x="73420" y="27528"/>
                      <a:pt x="73753" y="26928"/>
                    </a:cubicBezTo>
                    <a:cubicBezTo>
                      <a:pt x="74087" y="26361"/>
                      <a:pt x="74320" y="25693"/>
                      <a:pt x="74320" y="24993"/>
                    </a:cubicBezTo>
                    <a:cubicBezTo>
                      <a:pt x="74387" y="24259"/>
                      <a:pt x="74154" y="23659"/>
                      <a:pt x="74054" y="23058"/>
                    </a:cubicBezTo>
                    <a:cubicBezTo>
                      <a:pt x="73920" y="22491"/>
                      <a:pt x="73820" y="21891"/>
                      <a:pt x="73920" y="21357"/>
                    </a:cubicBezTo>
                    <a:cubicBezTo>
                      <a:pt x="73987" y="20823"/>
                      <a:pt x="74120" y="20256"/>
                      <a:pt x="74320" y="19756"/>
                    </a:cubicBezTo>
                    <a:cubicBezTo>
                      <a:pt x="74554" y="19255"/>
                      <a:pt x="74787" y="18755"/>
                      <a:pt x="75121" y="18355"/>
                    </a:cubicBezTo>
                    <a:cubicBezTo>
                      <a:pt x="76389" y="16587"/>
                      <a:pt x="77990" y="15219"/>
                      <a:pt x="78724" y="13351"/>
                    </a:cubicBezTo>
                    <a:cubicBezTo>
                      <a:pt x="78790" y="13084"/>
                      <a:pt x="78824" y="12884"/>
                      <a:pt x="78924" y="12651"/>
                    </a:cubicBezTo>
                    <a:cubicBezTo>
                      <a:pt x="78924" y="12417"/>
                      <a:pt x="78990" y="12184"/>
                      <a:pt x="78957" y="11917"/>
                    </a:cubicBezTo>
                    <a:lnTo>
                      <a:pt x="78957" y="11583"/>
                    </a:lnTo>
                    <a:cubicBezTo>
                      <a:pt x="78957" y="11483"/>
                      <a:pt x="78924" y="11383"/>
                      <a:pt x="78924" y="11250"/>
                    </a:cubicBezTo>
                    <a:lnTo>
                      <a:pt x="78790" y="10649"/>
                    </a:lnTo>
                    <a:cubicBezTo>
                      <a:pt x="78624" y="9815"/>
                      <a:pt x="78457" y="9048"/>
                      <a:pt x="78323" y="8348"/>
                    </a:cubicBezTo>
                    <a:cubicBezTo>
                      <a:pt x="78090" y="6913"/>
                      <a:pt x="78056" y="5679"/>
                      <a:pt x="78223" y="4712"/>
                    </a:cubicBezTo>
                    <a:cubicBezTo>
                      <a:pt x="78257" y="4478"/>
                      <a:pt x="78290" y="4211"/>
                      <a:pt x="78323" y="4011"/>
                    </a:cubicBezTo>
                    <a:cubicBezTo>
                      <a:pt x="78390" y="3811"/>
                      <a:pt x="78457" y="3578"/>
                      <a:pt x="78490" y="3411"/>
                    </a:cubicBezTo>
                    <a:cubicBezTo>
                      <a:pt x="78590" y="3077"/>
                      <a:pt x="78757" y="2810"/>
                      <a:pt x="78824" y="2543"/>
                    </a:cubicBezTo>
                    <a:cubicBezTo>
                      <a:pt x="78924" y="2310"/>
                      <a:pt x="78990" y="2110"/>
                      <a:pt x="79091" y="2010"/>
                    </a:cubicBezTo>
                    <a:cubicBezTo>
                      <a:pt x="79124" y="1876"/>
                      <a:pt x="79157" y="1843"/>
                      <a:pt x="79157" y="1843"/>
                    </a:cubicBezTo>
                    <a:cubicBezTo>
                      <a:pt x="79324" y="1576"/>
                      <a:pt x="79424" y="1343"/>
                      <a:pt x="79724" y="1009"/>
                    </a:cubicBezTo>
                    <a:cubicBezTo>
                      <a:pt x="79824" y="842"/>
                      <a:pt x="79924" y="642"/>
                      <a:pt x="79991" y="509"/>
                    </a:cubicBezTo>
                    <a:cubicBezTo>
                      <a:pt x="80158" y="208"/>
                      <a:pt x="80225" y="42"/>
                      <a:pt x="80158" y="8"/>
                    </a:cubicBezTo>
                    <a:cubicBezTo>
                      <a:pt x="80153" y="3"/>
                      <a:pt x="80145" y="0"/>
                      <a:pt x="801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47" name="Google Shape;1447;p11"/>
              <p:cNvSpPr/>
              <p:nvPr/>
            </p:nvSpPr>
            <p:spPr>
              <a:xfrm>
                <a:off x="3610" y="24236"/>
                <a:ext cx="2069687" cy="3284563"/>
              </a:xfrm>
              <a:custGeom>
                <a:avLst/>
                <a:gdLst/>
                <a:ahLst/>
                <a:cxnLst/>
                <a:rect l="l" t="t" r="r" b="b"/>
                <a:pathLst>
                  <a:path w="85595" h="135838" extrusionOk="0">
                    <a:moveTo>
                      <a:pt x="85546" y="1"/>
                    </a:moveTo>
                    <a:cubicBezTo>
                      <a:pt x="85502" y="1"/>
                      <a:pt x="85407" y="103"/>
                      <a:pt x="85261" y="307"/>
                    </a:cubicBezTo>
                    <a:cubicBezTo>
                      <a:pt x="85094" y="541"/>
                      <a:pt x="84894" y="874"/>
                      <a:pt x="84694" y="1408"/>
                    </a:cubicBezTo>
                    <a:cubicBezTo>
                      <a:pt x="84694" y="1408"/>
                      <a:pt x="84627" y="1508"/>
                      <a:pt x="84594" y="1642"/>
                    </a:cubicBezTo>
                    <a:cubicBezTo>
                      <a:pt x="84594" y="1675"/>
                      <a:pt x="84561" y="1742"/>
                      <a:pt x="84527" y="1875"/>
                    </a:cubicBezTo>
                    <a:cubicBezTo>
                      <a:pt x="84461" y="1975"/>
                      <a:pt x="84461" y="2142"/>
                      <a:pt x="84427" y="2242"/>
                    </a:cubicBezTo>
                    <a:cubicBezTo>
                      <a:pt x="84327" y="2842"/>
                      <a:pt x="84227" y="3743"/>
                      <a:pt x="84394" y="4911"/>
                    </a:cubicBezTo>
                    <a:cubicBezTo>
                      <a:pt x="84494" y="5511"/>
                      <a:pt x="84594" y="6178"/>
                      <a:pt x="84727" y="6879"/>
                    </a:cubicBezTo>
                    <a:cubicBezTo>
                      <a:pt x="84894" y="7579"/>
                      <a:pt x="85061" y="8380"/>
                      <a:pt x="85094" y="9247"/>
                    </a:cubicBezTo>
                    <a:cubicBezTo>
                      <a:pt x="85161" y="9481"/>
                      <a:pt x="85161" y="9714"/>
                      <a:pt x="85161" y="9914"/>
                    </a:cubicBezTo>
                    <a:cubicBezTo>
                      <a:pt x="85094" y="10148"/>
                      <a:pt x="85094" y="10348"/>
                      <a:pt x="85061" y="10581"/>
                    </a:cubicBezTo>
                    <a:cubicBezTo>
                      <a:pt x="85061" y="10848"/>
                      <a:pt x="84994" y="11048"/>
                      <a:pt x="84928" y="11315"/>
                    </a:cubicBezTo>
                    <a:cubicBezTo>
                      <a:pt x="84894" y="11549"/>
                      <a:pt x="84794" y="11749"/>
                      <a:pt x="84727" y="12016"/>
                    </a:cubicBezTo>
                    <a:cubicBezTo>
                      <a:pt x="84561" y="12483"/>
                      <a:pt x="84327" y="12916"/>
                      <a:pt x="83960" y="13350"/>
                    </a:cubicBezTo>
                    <a:cubicBezTo>
                      <a:pt x="83693" y="13817"/>
                      <a:pt x="83260" y="14184"/>
                      <a:pt x="82859" y="14584"/>
                    </a:cubicBezTo>
                    <a:cubicBezTo>
                      <a:pt x="81959" y="15385"/>
                      <a:pt x="81025" y="16219"/>
                      <a:pt x="80224" y="17319"/>
                    </a:cubicBezTo>
                    <a:cubicBezTo>
                      <a:pt x="79857" y="17853"/>
                      <a:pt x="79490" y="18487"/>
                      <a:pt x="79324" y="19187"/>
                    </a:cubicBezTo>
                    <a:cubicBezTo>
                      <a:pt x="79090" y="19855"/>
                      <a:pt x="79057" y="20588"/>
                      <a:pt x="79090" y="21356"/>
                    </a:cubicBezTo>
                    <a:cubicBezTo>
                      <a:pt x="79157" y="22823"/>
                      <a:pt x="79424" y="24358"/>
                      <a:pt x="79157" y="25926"/>
                    </a:cubicBezTo>
                    <a:cubicBezTo>
                      <a:pt x="78823" y="27493"/>
                      <a:pt x="78023" y="29028"/>
                      <a:pt x="76755" y="30229"/>
                    </a:cubicBezTo>
                    <a:cubicBezTo>
                      <a:pt x="75521" y="31430"/>
                      <a:pt x="73853" y="32263"/>
                      <a:pt x="72085" y="33064"/>
                    </a:cubicBezTo>
                    <a:cubicBezTo>
                      <a:pt x="70384" y="33898"/>
                      <a:pt x="68483" y="34498"/>
                      <a:pt x="66481" y="34999"/>
                    </a:cubicBezTo>
                    <a:cubicBezTo>
                      <a:pt x="65981" y="35166"/>
                      <a:pt x="65480" y="35266"/>
                      <a:pt x="64980" y="35399"/>
                    </a:cubicBezTo>
                    <a:cubicBezTo>
                      <a:pt x="64713" y="35499"/>
                      <a:pt x="64480" y="35532"/>
                      <a:pt x="64213" y="35599"/>
                    </a:cubicBezTo>
                    <a:lnTo>
                      <a:pt x="64013" y="35666"/>
                    </a:lnTo>
                    <a:lnTo>
                      <a:pt x="63913" y="35666"/>
                    </a:lnTo>
                    <a:lnTo>
                      <a:pt x="63846" y="35699"/>
                    </a:lnTo>
                    <a:lnTo>
                      <a:pt x="63412" y="35766"/>
                    </a:lnTo>
                    <a:cubicBezTo>
                      <a:pt x="62378" y="36033"/>
                      <a:pt x="61311" y="36366"/>
                      <a:pt x="60310" y="36867"/>
                    </a:cubicBezTo>
                    <a:cubicBezTo>
                      <a:pt x="59309" y="37367"/>
                      <a:pt x="58309" y="38068"/>
                      <a:pt x="57708" y="39168"/>
                    </a:cubicBezTo>
                    <a:cubicBezTo>
                      <a:pt x="57408" y="39702"/>
                      <a:pt x="57341" y="40336"/>
                      <a:pt x="57174" y="40870"/>
                    </a:cubicBezTo>
                    <a:cubicBezTo>
                      <a:pt x="57141" y="41170"/>
                      <a:pt x="57008" y="41437"/>
                      <a:pt x="56908" y="41704"/>
                    </a:cubicBezTo>
                    <a:cubicBezTo>
                      <a:pt x="56808" y="42004"/>
                      <a:pt x="56674" y="42237"/>
                      <a:pt x="56541" y="42504"/>
                    </a:cubicBezTo>
                    <a:lnTo>
                      <a:pt x="56307" y="43005"/>
                    </a:lnTo>
                    <a:cubicBezTo>
                      <a:pt x="56174" y="43171"/>
                      <a:pt x="56040" y="43338"/>
                      <a:pt x="55907" y="43538"/>
                    </a:cubicBezTo>
                    <a:cubicBezTo>
                      <a:pt x="55640" y="43905"/>
                      <a:pt x="55240" y="44339"/>
                      <a:pt x="54839" y="44739"/>
                    </a:cubicBezTo>
                    <a:cubicBezTo>
                      <a:pt x="54406" y="45173"/>
                      <a:pt x="53872" y="45573"/>
                      <a:pt x="53372" y="46107"/>
                    </a:cubicBezTo>
                    <a:cubicBezTo>
                      <a:pt x="52871" y="46607"/>
                      <a:pt x="52371" y="47341"/>
                      <a:pt x="52204" y="48208"/>
                    </a:cubicBezTo>
                    <a:cubicBezTo>
                      <a:pt x="51837" y="50010"/>
                      <a:pt x="52571" y="51844"/>
                      <a:pt x="53405" y="53612"/>
                    </a:cubicBezTo>
                    <a:cubicBezTo>
                      <a:pt x="53839" y="54513"/>
                      <a:pt x="54172" y="55447"/>
                      <a:pt x="54339" y="56514"/>
                    </a:cubicBezTo>
                    <a:cubicBezTo>
                      <a:pt x="54406" y="56748"/>
                      <a:pt x="54372" y="57048"/>
                      <a:pt x="54406" y="57281"/>
                    </a:cubicBezTo>
                    <a:cubicBezTo>
                      <a:pt x="54406" y="57548"/>
                      <a:pt x="54473" y="57848"/>
                      <a:pt x="54473" y="58082"/>
                    </a:cubicBezTo>
                    <a:cubicBezTo>
                      <a:pt x="54473" y="58349"/>
                      <a:pt x="54473" y="58616"/>
                      <a:pt x="54406" y="58883"/>
                    </a:cubicBezTo>
                    <a:cubicBezTo>
                      <a:pt x="54372" y="59116"/>
                      <a:pt x="54372" y="59416"/>
                      <a:pt x="54306" y="59683"/>
                    </a:cubicBezTo>
                    <a:cubicBezTo>
                      <a:pt x="54072" y="60751"/>
                      <a:pt x="53639" y="61785"/>
                      <a:pt x="52971" y="62719"/>
                    </a:cubicBezTo>
                    <a:cubicBezTo>
                      <a:pt x="52304" y="63619"/>
                      <a:pt x="51370" y="64420"/>
                      <a:pt x="50403" y="65087"/>
                    </a:cubicBezTo>
                    <a:cubicBezTo>
                      <a:pt x="49402" y="65754"/>
                      <a:pt x="48335" y="66355"/>
                      <a:pt x="47234" y="66888"/>
                    </a:cubicBezTo>
                    <a:cubicBezTo>
                      <a:pt x="46700" y="67188"/>
                      <a:pt x="46167" y="67455"/>
                      <a:pt x="45633" y="67789"/>
                    </a:cubicBezTo>
                    <a:cubicBezTo>
                      <a:pt x="45366" y="67956"/>
                      <a:pt x="45133" y="68189"/>
                      <a:pt x="44866" y="68423"/>
                    </a:cubicBezTo>
                    <a:cubicBezTo>
                      <a:pt x="44732" y="68589"/>
                      <a:pt x="44666" y="68756"/>
                      <a:pt x="44565" y="68923"/>
                    </a:cubicBezTo>
                    <a:cubicBezTo>
                      <a:pt x="44565" y="69023"/>
                      <a:pt x="44532" y="69123"/>
                      <a:pt x="44532" y="69223"/>
                    </a:cubicBezTo>
                    <a:cubicBezTo>
                      <a:pt x="44532" y="69290"/>
                      <a:pt x="44532" y="69423"/>
                      <a:pt x="44565" y="69523"/>
                    </a:cubicBezTo>
                    <a:cubicBezTo>
                      <a:pt x="44666" y="69890"/>
                      <a:pt x="44899" y="70124"/>
                      <a:pt x="45133" y="70391"/>
                    </a:cubicBezTo>
                    <a:cubicBezTo>
                      <a:pt x="45333" y="70591"/>
                      <a:pt x="45533" y="70858"/>
                      <a:pt x="45800" y="71058"/>
                    </a:cubicBezTo>
                    <a:cubicBezTo>
                      <a:pt x="45900" y="71191"/>
                      <a:pt x="46033" y="71291"/>
                      <a:pt x="46167" y="71392"/>
                    </a:cubicBezTo>
                    <a:lnTo>
                      <a:pt x="46567" y="71625"/>
                    </a:lnTo>
                    <a:cubicBezTo>
                      <a:pt x="46700" y="71725"/>
                      <a:pt x="46867" y="71792"/>
                      <a:pt x="47034" y="71859"/>
                    </a:cubicBezTo>
                    <a:cubicBezTo>
                      <a:pt x="47167" y="71925"/>
                      <a:pt x="47334" y="72025"/>
                      <a:pt x="47501" y="72025"/>
                    </a:cubicBezTo>
                    <a:cubicBezTo>
                      <a:pt x="47723" y="72081"/>
                      <a:pt x="47946" y="72103"/>
                      <a:pt x="48167" y="72103"/>
                    </a:cubicBezTo>
                    <a:cubicBezTo>
                      <a:pt x="48609" y="72103"/>
                      <a:pt x="49046" y="72014"/>
                      <a:pt x="49469" y="71925"/>
                    </a:cubicBezTo>
                    <a:cubicBezTo>
                      <a:pt x="50069" y="71792"/>
                      <a:pt x="50670" y="71592"/>
                      <a:pt x="51237" y="71458"/>
                    </a:cubicBezTo>
                    <a:cubicBezTo>
                      <a:pt x="51742" y="71314"/>
                      <a:pt x="52259" y="71245"/>
                      <a:pt x="52769" y="71245"/>
                    </a:cubicBezTo>
                    <a:cubicBezTo>
                      <a:pt x="53440" y="71245"/>
                      <a:pt x="54100" y="71364"/>
                      <a:pt x="54706" y="71592"/>
                    </a:cubicBezTo>
                    <a:cubicBezTo>
                      <a:pt x="55240" y="71758"/>
                      <a:pt x="55673" y="72192"/>
                      <a:pt x="55974" y="72626"/>
                    </a:cubicBezTo>
                    <a:cubicBezTo>
                      <a:pt x="56240" y="73126"/>
                      <a:pt x="56474" y="73693"/>
                      <a:pt x="56574" y="74227"/>
                    </a:cubicBezTo>
                    <a:cubicBezTo>
                      <a:pt x="56874" y="75428"/>
                      <a:pt x="56908" y="76729"/>
                      <a:pt x="56841" y="78030"/>
                    </a:cubicBezTo>
                    <a:cubicBezTo>
                      <a:pt x="56808" y="78697"/>
                      <a:pt x="56707" y="79297"/>
                      <a:pt x="56574" y="79964"/>
                    </a:cubicBezTo>
                    <a:lnTo>
                      <a:pt x="56207" y="81966"/>
                    </a:lnTo>
                    <a:cubicBezTo>
                      <a:pt x="56140" y="82299"/>
                      <a:pt x="56140" y="82700"/>
                      <a:pt x="56074" y="83033"/>
                    </a:cubicBezTo>
                    <a:cubicBezTo>
                      <a:pt x="56040" y="83367"/>
                      <a:pt x="56007" y="83734"/>
                      <a:pt x="56007" y="84067"/>
                    </a:cubicBezTo>
                    <a:cubicBezTo>
                      <a:pt x="56040" y="84734"/>
                      <a:pt x="56007" y="85435"/>
                      <a:pt x="56074" y="86135"/>
                    </a:cubicBezTo>
                    <a:cubicBezTo>
                      <a:pt x="56174" y="87570"/>
                      <a:pt x="56374" y="88937"/>
                      <a:pt x="56474" y="90372"/>
                    </a:cubicBezTo>
                    <a:cubicBezTo>
                      <a:pt x="56474" y="90705"/>
                      <a:pt x="56507" y="91072"/>
                      <a:pt x="56507" y="91406"/>
                    </a:cubicBezTo>
                    <a:lnTo>
                      <a:pt x="56474" y="92440"/>
                    </a:lnTo>
                    <a:lnTo>
                      <a:pt x="56474" y="92974"/>
                    </a:lnTo>
                    <a:lnTo>
                      <a:pt x="56374" y="93474"/>
                    </a:lnTo>
                    <a:lnTo>
                      <a:pt x="56307" y="93974"/>
                    </a:lnTo>
                    <a:cubicBezTo>
                      <a:pt x="56307" y="94141"/>
                      <a:pt x="56240" y="94308"/>
                      <a:pt x="56207" y="94475"/>
                    </a:cubicBezTo>
                    <a:cubicBezTo>
                      <a:pt x="55907" y="95876"/>
                      <a:pt x="55340" y="97143"/>
                      <a:pt x="54806" y="98544"/>
                    </a:cubicBezTo>
                    <a:cubicBezTo>
                      <a:pt x="54673" y="98878"/>
                      <a:pt x="54539" y="99245"/>
                      <a:pt x="54406" y="99578"/>
                    </a:cubicBezTo>
                    <a:cubicBezTo>
                      <a:pt x="54339" y="99912"/>
                      <a:pt x="54172" y="100245"/>
                      <a:pt x="54072" y="100612"/>
                    </a:cubicBezTo>
                    <a:lnTo>
                      <a:pt x="53805" y="101713"/>
                    </a:lnTo>
                    <a:lnTo>
                      <a:pt x="53639" y="102814"/>
                    </a:lnTo>
                    <a:cubicBezTo>
                      <a:pt x="53405" y="104315"/>
                      <a:pt x="53672" y="105783"/>
                      <a:pt x="53839" y="107251"/>
                    </a:cubicBezTo>
                    <a:cubicBezTo>
                      <a:pt x="54006" y="108718"/>
                      <a:pt x="54072" y="110153"/>
                      <a:pt x="53539" y="111487"/>
                    </a:cubicBezTo>
                    <a:cubicBezTo>
                      <a:pt x="53305" y="112154"/>
                      <a:pt x="52905" y="112788"/>
                      <a:pt x="52404" y="113288"/>
                    </a:cubicBezTo>
                    <a:lnTo>
                      <a:pt x="51671" y="114055"/>
                    </a:lnTo>
                    <a:lnTo>
                      <a:pt x="51237" y="114389"/>
                    </a:lnTo>
                    <a:cubicBezTo>
                      <a:pt x="51070" y="114489"/>
                      <a:pt x="50970" y="114589"/>
                      <a:pt x="50803" y="114656"/>
                    </a:cubicBezTo>
                    <a:cubicBezTo>
                      <a:pt x="49536" y="115390"/>
                      <a:pt x="48135" y="115723"/>
                      <a:pt x="46734" y="116224"/>
                    </a:cubicBezTo>
                    <a:cubicBezTo>
                      <a:pt x="46067" y="116457"/>
                      <a:pt x="45366" y="116757"/>
                      <a:pt x="44732" y="117124"/>
                    </a:cubicBezTo>
                    <a:cubicBezTo>
                      <a:pt x="44065" y="117491"/>
                      <a:pt x="43531" y="118058"/>
                      <a:pt x="43131" y="118659"/>
                    </a:cubicBezTo>
                    <a:cubicBezTo>
                      <a:pt x="43031" y="118825"/>
                      <a:pt x="42898" y="118992"/>
                      <a:pt x="42831" y="119159"/>
                    </a:cubicBezTo>
                    <a:lnTo>
                      <a:pt x="42664" y="119726"/>
                    </a:lnTo>
                    <a:cubicBezTo>
                      <a:pt x="42631" y="119893"/>
                      <a:pt x="42564" y="120093"/>
                      <a:pt x="42531" y="120260"/>
                    </a:cubicBezTo>
                    <a:cubicBezTo>
                      <a:pt x="42497" y="120427"/>
                      <a:pt x="42464" y="120627"/>
                      <a:pt x="42464" y="120794"/>
                    </a:cubicBezTo>
                    <a:cubicBezTo>
                      <a:pt x="42331" y="121561"/>
                      <a:pt x="42331" y="122261"/>
                      <a:pt x="42364" y="122962"/>
                    </a:cubicBezTo>
                    <a:cubicBezTo>
                      <a:pt x="42397" y="124429"/>
                      <a:pt x="42564" y="125797"/>
                      <a:pt x="42331" y="127131"/>
                    </a:cubicBezTo>
                    <a:cubicBezTo>
                      <a:pt x="42164" y="127799"/>
                      <a:pt x="41964" y="128432"/>
                      <a:pt x="41630" y="128999"/>
                    </a:cubicBezTo>
                    <a:cubicBezTo>
                      <a:pt x="41230" y="129566"/>
                      <a:pt x="40829" y="130067"/>
                      <a:pt x="40329" y="130500"/>
                    </a:cubicBezTo>
                    <a:cubicBezTo>
                      <a:pt x="39328" y="131434"/>
                      <a:pt x="38128" y="132002"/>
                      <a:pt x="36860" y="132268"/>
                    </a:cubicBezTo>
                    <a:cubicBezTo>
                      <a:pt x="36209" y="132368"/>
                      <a:pt x="35567" y="132410"/>
                      <a:pt x="34929" y="132410"/>
                    </a:cubicBezTo>
                    <a:cubicBezTo>
                      <a:pt x="34291" y="132410"/>
                      <a:pt x="33658" y="132368"/>
                      <a:pt x="33024" y="132302"/>
                    </a:cubicBezTo>
                    <a:cubicBezTo>
                      <a:pt x="31790" y="132135"/>
                      <a:pt x="30522" y="131935"/>
                      <a:pt x="29321" y="131768"/>
                    </a:cubicBezTo>
                    <a:cubicBezTo>
                      <a:pt x="28164" y="131616"/>
                      <a:pt x="27090" y="131464"/>
                      <a:pt x="25999" y="131464"/>
                    </a:cubicBezTo>
                    <a:cubicBezTo>
                      <a:pt x="25894" y="131464"/>
                      <a:pt x="25790" y="131465"/>
                      <a:pt x="25685" y="131468"/>
                    </a:cubicBezTo>
                    <a:cubicBezTo>
                      <a:pt x="24484" y="131468"/>
                      <a:pt x="23317" y="131668"/>
                      <a:pt x="22283" y="132102"/>
                    </a:cubicBezTo>
                    <a:cubicBezTo>
                      <a:pt x="21215" y="132569"/>
                      <a:pt x="20281" y="133069"/>
                      <a:pt x="19347" y="133569"/>
                    </a:cubicBezTo>
                    <a:cubicBezTo>
                      <a:pt x="18447" y="134070"/>
                      <a:pt x="17513" y="134570"/>
                      <a:pt x="16646" y="134937"/>
                    </a:cubicBezTo>
                    <a:cubicBezTo>
                      <a:pt x="15712" y="135304"/>
                      <a:pt x="14811" y="135504"/>
                      <a:pt x="13944" y="135504"/>
                    </a:cubicBezTo>
                    <a:cubicBezTo>
                      <a:pt x="13043" y="135504"/>
                      <a:pt x="12209" y="135304"/>
                      <a:pt x="11442" y="135104"/>
                    </a:cubicBezTo>
                    <a:cubicBezTo>
                      <a:pt x="9874" y="134603"/>
                      <a:pt x="8506" y="134003"/>
                      <a:pt x="7272" y="133603"/>
                    </a:cubicBezTo>
                    <a:cubicBezTo>
                      <a:pt x="6177" y="133188"/>
                      <a:pt x="5134" y="132958"/>
                      <a:pt x="4284" y="132958"/>
                    </a:cubicBezTo>
                    <a:cubicBezTo>
                      <a:pt x="4176" y="132958"/>
                      <a:pt x="4071" y="132961"/>
                      <a:pt x="3970" y="132969"/>
                    </a:cubicBezTo>
                    <a:cubicBezTo>
                      <a:pt x="3703" y="133002"/>
                      <a:pt x="3503" y="133002"/>
                      <a:pt x="3303" y="133069"/>
                    </a:cubicBezTo>
                    <a:cubicBezTo>
                      <a:pt x="3103" y="133102"/>
                      <a:pt x="2869" y="133136"/>
                      <a:pt x="2702" y="133169"/>
                    </a:cubicBezTo>
                    <a:cubicBezTo>
                      <a:pt x="2369" y="133302"/>
                      <a:pt x="2102" y="133336"/>
                      <a:pt x="1868" y="133469"/>
                    </a:cubicBezTo>
                    <a:cubicBezTo>
                      <a:pt x="1668" y="133569"/>
                      <a:pt x="1501" y="133636"/>
                      <a:pt x="1368" y="133669"/>
                    </a:cubicBezTo>
                    <a:cubicBezTo>
                      <a:pt x="1235" y="133736"/>
                      <a:pt x="1201" y="133769"/>
                      <a:pt x="1201" y="133769"/>
                    </a:cubicBezTo>
                    <a:cubicBezTo>
                      <a:pt x="968" y="133903"/>
                      <a:pt x="734" y="134003"/>
                      <a:pt x="701" y="134270"/>
                    </a:cubicBezTo>
                    <a:cubicBezTo>
                      <a:pt x="534" y="134403"/>
                      <a:pt x="401" y="134470"/>
                      <a:pt x="301" y="134570"/>
                    </a:cubicBezTo>
                    <a:cubicBezTo>
                      <a:pt x="67" y="134737"/>
                      <a:pt x="0" y="134804"/>
                      <a:pt x="0" y="134837"/>
                    </a:cubicBezTo>
                    <a:cubicBezTo>
                      <a:pt x="0" y="134856"/>
                      <a:pt x="11" y="134864"/>
                      <a:pt x="31" y="134864"/>
                    </a:cubicBezTo>
                    <a:cubicBezTo>
                      <a:pt x="83" y="134864"/>
                      <a:pt x="199" y="134809"/>
                      <a:pt x="367" y="134737"/>
                    </a:cubicBezTo>
                    <a:cubicBezTo>
                      <a:pt x="501" y="134637"/>
                      <a:pt x="667" y="134570"/>
                      <a:pt x="834" y="134470"/>
                    </a:cubicBezTo>
                    <a:cubicBezTo>
                      <a:pt x="1001" y="134337"/>
                      <a:pt x="1201" y="134270"/>
                      <a:pt x="1468" y="134136"/>
                    </a:cubicBezTo>
                    <a:cubicBezTo>
                      <a:pt x="1468" y="134136"/>
                      <a:pt x="1501" y="134103"/>
                      <a:pt x="1635" y="134070"/>
                    </a:cubicBezTo>
                    <a:cubicBezTo>
                      <a:pt x="1735" y="134003"/>
                      <a:pt x="1902" y="133936"/>
                      <a:pt x="2135" y="133836"/>
                    </a:cubicBezTo>
                    <a:cubicBezTo>
                      <a:pt x="2335" y="133736"/>
                      <a:pt x="2636" y="133669"/>
                      <a:pt x="2969" y="133569"/>
                    </a:cubicBezTo>
                    <a:cubicBezTo>
                      <a:pt x="3136" y="133503"/>
                      <a:pt x="3303" y="133469"/>
                      <a:pt x="3503" y="133436"/>
                    </a:cubicBezTo>
                    <a:cubicBezTo>
                      <a:pt x="3703" y="133403"/>
                      <a:pt x="3903" y="133403"/>
                      <a:pt x="4137" y="133336"/>
                    </a:cubicBezTo>
                    <a:cubicBezTo>
                      <a:pt x="4235" y="133328"/>
                      <a:pt x="4336" y="133325"/>
                      <a:pt x="4441" y="133325"/>
                    </a:cubicBezTo>
                    <a:cubicBezTo>
                      <a:pt x="5262" y="133325"/>
                      <a:pt x="6274" y="133552"/>
                      <a:pt x="7339" y="133936"/>
                    </a:cubicBezTo>
                    <a:cubicBezTo>
                      <a:pt x="8573" y="134337"/>
                      <a:pt x="9974" y="134937"/>
                      <a:pt x="11542" y="135437"/>
                    </a:cubicBezTo>
                    <a:cubicBezTo>
                      <a:pt x="12342" y="135637"/>
                      <a:pt x="13210" y="135838"/>
                      <a:pt x="14144" y="135838"/>
                    </a:cubicBezTo>
                    <a:cubicBezTo>
                      <a:pt x="15044" y="135838"/>
                      <a:pt x="16012" y="135637"/>
                      <a:pt x="16912" y="135271"/>
                    </a:cubicBezTo>
                    <a:cubicBezTo>
                      <a:pt x="17846" y="134904"/>
                      <a:pt x="18714" y="134403"/>
                      <a:pt x="19648" y="133903"/>
                    </a:cubicBezTo>
                    <a:cubicBezTo>
                      <a:pt x="20582" y="133403"/>
                      <a:pt x="21549" y="132902"/>
                      <a:pt x="22550" y="132469"/>
                    </a:cubicBezTo>
                    <a:cubicBezTo>
                      <a:pt x="23550" y="132102"/>
                      <a:pt x="24685" y="131901"/>
                      <a:pt x="25852" y="131901"/>
                    </a:cubicBezTo>
                    <a:cubicBezTo>
                      <a:pt x="26986" y="131901"/>
                      <a:pt x="28187" y="132002"/>
                      <a:pt x="29388" y="132168"/>
                    </a:cubicBezTo>
                    <a:cubicBezTo>
                      <a:pt x="30589" y="132335"/>
                      <a:pt x="31823" y="132602"/>
                      <a:pt x="33091" y="132735"/>
                    </a:cubicBezTo>
                    <a:cubicBezTo>
                      <a:pt x="33753" y="132788"/>
                      <a:pt x="34433" y="132840"/>
                      <a:pt x="35122" y="132840"/>
                    </a:cubicBezTo>
                    <a:cubicBezTo>
                      <a:pt x="35752" y="132840"/>
                      <a:pt x="36389" y="132796"/>
                      <a:pt x="37027" y="132669"/>
                    </a:cubicBezTo>
                    <a:cubicBezTo>
                      <a:pt x="38361" y="132435"/>
                      <a:pt x="39662" y="131801"/>
                      <a:pt x="40663" y="130834"/>
                    </a:cubicBezTo>
                    <a:cubicBezTo>
                      <a:pt x="41163" y="130400"/>
                      <a:pt x="41597" y="129833"/>
                      <a:pt x="41997" y="129266"/>
                    </a:cubicBezTo>
                    <a:cubicBezTo>
                      <a:pt x="42364" y="128632"/>
                      <a:pt x="42597" y="127965"/>
                      <a:pt x="42731" y="127265"/>
                    </a:cubicBezTo>
                    <a:cubicBezTo>
                      <a:pt x="42998" y="125830"/>
                      <a:pt x="42831" y="124429"/>
                      <a:pt x="42764" y="122995"/>
                    </a:cubicBezTo>
                    <a:cubicBezTo>
                      <a:pt x="42731" y="122295"/>
                      <a:pt x="42731" y="121594"/>
                      <a:pt x="42864" y="120927"/>
                    </a:cubicBezTo>
                    <a:cubicBezTo>
                      <a:pt x="42864" y="120760"/>
                      <a:pt x="42898" y="120593"/>
                      <a:pt x="42931" y="120427"/>
                    </a:cubicBezTo>
                    <a:cubicBezTo>
                      <a:pt x="42998" y="120260"/>
                      <a:pt x="42998" y="120093"/>
                      <a:pt x="43064" y="119926"/>
                    </a:cubicBezTo>
                    <a:lnTo>
                      <a:pt x="43231" y="119426"/>
                    </a:lnTo>
                    <a:cubicBezTo>
                      <a:pt x="43331" y="119259"/>
                      <a:pt x="43398" y="119126"/>
                      <a:pt x="43498" y="118959"/>
                    </a:cubicBezTo>
                    <a:cubicBezTo>
                      <a:pt x="43865" y="118392"/>
                      <a:pt x="44399" y="117925"/>
                      <a:pt x="44999" y="117558"/>
                    </a:cubicBezTo>
                    <a:cubicBezTo>
                      <a:pt x="45600" y="117158"/>
                      <a:pt x="46267" y="116924"/>
                      <a:pt x="46934" y="116657"/>
                    </a:cubicBezTo>
                    <a:cubicBezTo>
                      <a:pt x="48335" y="116224"/>
                      <a:pt x="49769" y="115823"/>
                      <a:pt x="51070" y="115089"/>
                    </a:cubicBezTo>
                    <a:cubicBezTo>
                      <a:pt x="51204" y="114989"/>
                      <a:pt x="51370" y="114923"/>
                      <a:pt x="51537" y="114789"/>
                    </a:cubicBezTo>
                    <a:lnTo>
                      <a:pt x="52004" y="114456"/>
                    </a:lnTo>
                    <a:cubicBezTo>
                      <a:pt x="52238" y="114222"/>
                      <a:pt x="52538" y="113955"/>
                      <a:pt x="52771" y="113655"/>
                    </a:cubicBezTo>
                    <a:cubicBezTo>
                      <a:pt x="53272" y="113121"/>
                      <a:pt x="53705" y="112454"/>
                      <a:pt x="54006" y="111754"/>
                    </a:cubicBezTo>
                    <a:cubicBezTo>
                      <a:pt x="54272" y="111053"/>
                      <a:pt x="54439" y="110286"/>
                      <a:pt x="54439" y="109552"/>
                    </a:cubicBezTo>
                    <a:cubicBezTo>
                      <a:pt x="54439" y="108752"/>
                      <a:pt x="54406" y="108051"/>
                      <a:pt x="54339" y="107284"/>
                    </a:cubicBezTo>
                    <a:cubicBezTo>
                      <a:pt x="54172" y="105816"/>
                      <a:pt x="53905" y="104382"/>
                      <a:pt x="54106" y="102947"/>
                    </a:cubicBezTo>
                    <a:lnTo>
                      <a:pt x="54272" y="101913"/>
                    </a:lnTo>
                    <a:lnTo>
                      <a:pt x="54573" y="100879"/>
                    </a:lnTo>
                    <a:cubicBezTo>
                      <a:pt x="54673" y="100479"/>
                      <a:pt x="54773" y="100145"/>
                      <a:pt x="54906" y="99812"/>
                    </a:cubicBezTo>
                    <a:cubicBezTo>
                      <a:pt x="55006" y="99478"/>
                      <a:pt x="55173" y="99145"/>
                      <a:pt x="55273" y="98811"/>
                    </a:cubicBezTo>
                    <a:cubicBezTo>
                      <a:pt x="55840" y="97477"/>
                      <a:pt x="56441" y="96143"/>
                      <a:pt x="56741" y="94708"/>
                    </a:cubicBezTo>
                    <a:cubicBezTo>
                      <a:pt x="56841" y="94541"/>
                      <a:pt x="56841" y="94308"/>
                      <a:pt x="56874" y="94141"/>
                    </a:cubicBezTo>
                    <a:lnTo>
                      <a:pt x="56941" y="93607"/>
                    </a:lnTo>
                    <a:lnTo>
                      <a:pt x="57041" y="93074"/>
                    </a:lnTo>
                    <a:lnTo>
                      <a:pt x="57041" y="92540"/>
                    </a:lnTo>
                    <a:lnTo>
                      <a:pt x="57074" y="91439"/>
                    </a:lnTo>
                    <a:cubicBezTo>
                      <a:pt x="57074" y="91072"/>
                      <a:pt x="57041" y="90739"/>
                      <a:pt x="57041" y="90372"/>
                    </a:cubicBezTo>
                    <a:cubicBezTo>
                      <a:pt x="56874" y="87536"/>
                      <a:pt x="56274" y="84768"/>
                      <a:pt x="56774" y="82099"/>
                    </a:cubicBezTo>
                    <a:cubicBezTo>
                      <a:pt x="57375" y="79464"/>
                      <a:pt x="57775" y="76729"/>
                      <a:pt x="57174" y="74127"/>
                    </a:cubicBezTo>
                    <a:cubicBezTo>
                      <a:pt x="57008" y="73560"/>
                      <a:pt x="56774" y="72959"/>
                      <a:pt x="56441" y="72426"/>
                    </a:cubicBezTo>
                    <a:cubicBezTo>
                      <a:pt x="56174" y="71892"/>
                      <a:pt x="55607" y="71392"/>
                      <a:pt x="55006" y="71191"/>
                    </a:cubicBezTo>
                    <a:cubicBezTo>
                      <a:pt x="54364" y="70916"/>
                      <a:pt x="53650" y="70792"/>
                      <a:pt x="52938" y="70792"/>
                    </a:cubicBezTo>
                    <a:cubicBezTo>
                      <a:pt x="52357" y="70792"/>
                      <a:pt x="51777" y="70875"/>
                      <a:pt x="51237" y="71025"/>
                    </a:cubicBezTo>
                    <a:cubicBezTo>
                      <a:pt x="50603" y="71125"/>
                      <a:pt x="50036" y="71358"/>
                      <a:pt x="49436" y="71458"/>
                    </a:cubicBezTo>
                    <a:cubicBezTo>
                      <a:pt x="49058" y="71547"/>
                      <a:pt x="48650" y="71621"/>
                      <a:pt x="48262" y="71621"/>
                    </a:cubicBezTo>
                    <a:cubicBezTo>
                      <a:pt x="48068" y="71621"/>
                      <a:pt x="47879" y="71603"/>
                      <a:pt x="47701" y="71558"/>
                    </a:cubicBezTo>
                    <a:cubicBezTo>
                      <a:pt x="47534" y="71558"/>
                      <a:pt x="47401" y="71458"/>
                      <a:pt x="47267" y="71425"/>
                    </a:cubicBezTo>
                    <a:cubicBezTo>
                      <a:pt x="47167" y="71392"/>
                      <a:pt x="47034" y="71358"/>
                      <a:pt x="46900" y="71258"/>
                    </a:cubicBezTo>
                    <a:lnTo>
                      <a:pt x="46534" y="71058"/>
                    </a:lnTo>
                    <a:cubicBezTo>
                      <a:pt x="46400" y="70958"/>
                      <a:pt x="46333" y="70858"/>
                      <a:pt x="46200" y="70758"/>
                    </a:cubicBezTo>
                    <a:cubicBezTo>
                      <a:pt x="45933" y="70591"/>
                      <a:pt x="45766" y="70357"/>
                      <a:pt x="45566" y="70124"/>
                    </a:cubicBezTo>
                    <a:cubicBezTo>
                      <a:pt x="45366" y="69924"/>
                      <a:pt x="45166" y="69690"/>
                      <a:pt x="45099" y="69457"/>
                    </a:cubicBezTo>
                    <a:cubicBezTo>
                      <a:pt x="44932" y="69023"/>
                      <a:pt x="45433" y="68589"/>
                      <a:pt x="45933" y="68256"/>
                    </a:cubicBezTo>
                    <a:cubicBezTo>
                      <a:pt x="46433" y="67922"/>
                      <a:pt x="47001" y="67689"/>
                      <a:pt x="47534" y="67389"/>
                    </a:cubicBezTo>
                    <a:cubicBezTo>
                      <a:pt x="48602" y="66788"/>
                      <a:pt x="49736" y="66254"/>
                      <a:pt x="50737" y="65554"/>
                    </a:cubicBezTo>
                    <a:cubicBezTo>
                      <a:pt x="51737" y="64887"/>
                      <a:pt x="52671" y="64053"/>
                      <a:pt x="53372" y="63086"/>
                    </a:cubicBezTo>
                    <a:cubicBezTo>
                      <a:pt x="54072" y="62118"/>
                      <a:pt x="54573" y="61017"/>
                      <a:pt x="54773" y="59883"/>
                    </a:cubicBezTo>
                    <a:cubicBezTo>
                      <a:pt x="54873" y="59616"/>
                      <a:pt x="54873" y="59350"/>
                      <a:pt x="54906" y="59049"/>
                    </a:cubicBezTo>
                    <a:cubicBezTo>
                      <a:pt x="54940" y="58782"/>
                      <a:pt x="54940" y="58516"/>
                      <a:pt x="54940" y="58215"/>
                    </a:cubicBezTo>
                    <a:cubicBezTo>
                      <a:pt x="54940" y="57915"/>
                      <a:pt x="54906" y="57682"/>
                      <a:pt x="54906" y="57381"/>
                    </a:cubicBezTo>
                    <a:cubicBezTo>
                      <a:pt x="54873" y="57081"/>
                      <a:pt x="54873" y="56781"/>
                      <a:pt x="54839" y="56548"/>
                    </a:cubicBezTo>
                    <a:cubicBezTo>
                      <a:pt x="54673" y="55447"/>
                      <a:pt x="54272" y="54446"/>
                      <a:pt x="53872" y="53545"/>
                    </a:cubicBezTo>
                    <a:cubicBezTo>
                      <a:pt x="53438" y="52678"/>
                      <a:pt x="53038" y="51777"/>
                      <a:pt x="52838" y="50910"/>
                    </a:cubicBezTo>
                    <a:cubicBezTo>
                      <a:pt x="52738" y="50677"/>
                      <a:pt x="52738" y="50443"/>
                      <a:pt x="52705" y="50243"/>
                    </a:cubicBezTo>
                    <a:lnTo>
                      <a:pt x="52571" y="49609"/>
                    </a:lnTo>
                    <a:lnTo>
                      <a:pt x="52571" y="49009"/>
                    </a:lnTo>
                    <a:cubicBezTo>
                      <a:pt x="52605" y="48775"/>
                      <a:pt x="52605" y="48609"/>
                      <a:pt x="52671" y="48408"/>
                    </a:cubicBezTo>
                    <a:cubicBezTo>
                      <a:pt x="52838" y="47608"/>
                      <a:pt x="53238" y="47007"/>
                      <a:pt x="53739" y="46507"/>
                    </a:cubicBezTo>
                    <a:cubicBezTo>
                      <a:pt x="54239" y="46007"/>
                      <a:pt x="54739" y="45540"/>
                      <a:pt x="55206" y="45106"/>
                    </a:cubicBezTo>
                    <a:cubicBezTo>
                      <a:pt x="55673" y="44672"/>
                      <a:pt x="56040" y="44239"/>
                      <a:pt x="56341" y="43838"/>
                    </a:cubicBezTo>
                    <a:cubicBezTo>
                      <a:pt x="56474" y="43605"/>
                      <a:pt x="56574" y="43438"/>
                      <a:pt x="56707" y="43238"/>
                    </a:cubicBezTo>
                    <a:cubicBezTo>
                      <a:pt x="56841" y="43038"/>
                      <a:pt x="56908" y="42871"/>
                      <a:pt x="57008" y="42704"/>
                    </a:cubicBezTo>
                    <a:cubicBezTo>
                      <a:pt x="57141" y="42404"/>
                      <a:pt x="57241" y="42171"/>
                      <a:pt x="57375" y="41870"/>
                    </a:cubicBezTo>
                    <a:cubicBezTo>
                      <a:pt x="57441" y="41570"/>
                      <a:pt x="57575" y="41270"/>
                      <a:pt x="57608" y="41003"/>
                    </a:cubicBezTo>
                    <a:cubicBezTo>
                      <a:pt x="57742" y="40403"/>
                      <a:pt x="57842" y="39836"/>
                      <a:pt x="58108" y="39369"/>
                    </a:cubicBezTo>
                    <a:lnTo>
                      <a:pt x="58209" y="39202"/>
                    </a:lnTo>
                    <a:lnTo>
                      <a:pt x="58342" y="39035"/>
                    </a:lnTo>
                    <a:lnTo>
                      <a:pt x="58575" y="38701"/>
                    </a:lnTo>
                    <a:cubicBezTo>
                      <a:pt x="58742" y="38501"/>
                      <a:pt x="58942" y="38335"/>
                      <a:pt x="59176" y="38101"/>
                    </a:cubicBezTo>
                    <a:cubicBezTo>
                      <a:pt x="59376" y="37901"/>
                      <a:pt x="59610" y="37767"/>
                      <a:pt x="59843" y="37601"/>
                    </a:cubicBezTo>
                    <a:cubicBezTo>
                      <a:pt x="60077" y="37434"/>
                      <a:pt x="60277" y="37334"/>
                      <a:pt x="60544" y="37200"/>
                    </a:cubicBezTo>
                    <a:cubicBezTo>
                      <a:pt x="61511" y="36700"/>
                      <a:pt x="62545" y="36366"/>
                      <a:pt x="63579" y="36100"/>
                    </a:cubicBezTo>
                    <a:lnTo>
                      <a:pt x="63946" y="36033"/>
                    </a:lnTo>
                    <a:lnTo>
                      <a:pt x="64046" y="35999"/>
                    </a:lnTo>
                    <a:lnTo>
                      <a:pt x="64179" y="35999"/>
                    </a:lnTo>
                    <a:lnTo>
                      <a:pt x="64380" y="35933"/>
                    </a:lnTo>
                    <a:cubicBezTo>
                      <a:pt x="64613" y="35866"/>
                      <a:pt x="64880" y="35833"/>
                      <a:pt x="65113" y="35733"/>
                    </a:cubicBezTo>
                    <a:cubicBezTo>
                      <a:pt x="65614" y="35566"/>
                      <a:pt x="66114" y="35432"/>
                      <a:pt x="66615" y="35332"/>
                    </a:cubicBezTo>
                    <a:cubicBezTo>
                      <a:pt x="68616" y="34832"/>
                      <a:pt x="70584" y="34232"/>
                      <a:pt x="72285" y="33364"/>
                    </a:cubicBezTo>
                    <a:cubicBezTo>
                      <a:pt x="74053" y="32564"/>
                      <a:pt x="75754" y="31696"/>
                      <a:pt x="77055" y="30429"/>
                    </a:cubicBezTo>
                    <a:cubicBezTo>
                      <a:pt x="78356" y="29161"/>
                      <a:pt x="79190" y="27560"/>
                      <a:pt x="79524" y="25926"/>
                    </a:cubicBezTo>
                    <a:cubicBezTo>
                      <a:pt x="79791" y="24258"/>
                      <a:pt x="79457" y="22723"/>
                      <a:pt x="79424" y="21256"/>
                    </a:cubicBezTo>
                    <a:cubicBezTo>
                      <a:pt x="79390" y="20555"/>
                      <a:pt x="79424" y="19855"/>
                      <a:pt x="79590" y="19187"/>
                    </a:cubicBezTo>
                    <a:cubicBezTo>
                      <a:pt x="79757" y="18520"/>
                      <a:pt x="80091" y="17987"/>
                      <a:pt x="80458" y="17420"/>
                    </a:cubicBezTo>
                    <a:cubicBezTo>
                      <a:pt x="81225" y="16385"/>
                      <a:pt x="82192" y="15552"/>
                      <a:pt x="83060" y="14751"/>
                    </a:cubicBezTo>
                    <a:cubicBezTo>
                      <a:pt x="83460" y="14384"/>
                      <a:pt x="83894" y="13984"/>
                      <a:pt x="84227" y="13517"/>
                    </a:cubicBezTo>
                    <a:cubicBezTo>
                      <a:pt x="84561" y="13050"/>
                      <a:pt x="84794" y="12583"/>
                      <a:pt x="85028" y="12082"/>
                    </a:cubicBezTo>
                    <a:cubicBezTo>
                      <a:pt x="85094" y="11849"/>
                      <a:pt x="85161" y="11582"/>
                      <a:pt x="85228" y="11349"/>
                    </a:cubicBezTo>
                    <a:cubicBezTo>
                      <a:pt x="85261" y="11148"/>
                      <a:pt x="85328" y="10882"/>
                      <a:pt x="85361" y="10648"/>
                    </a:cubicBezTo>
                    <a:cubicBezTo>
                      <a:pt x="85395" y="10381"/>
                      <a:pt x="85395" y="10181"/>
                      <a:pt x="85428" y="9914"/>
                    </a:cubicBezTo>
                    <a:cubicBezTo>
                      <a:pt x="85395" y="9714"/>
                      <a:pt x="85395" y="9481"/>
                      <a:pt x="85395" y="9247"/>
                    </a:cubicBezTo>
                    <a:cubicBezTo>
                      <a:pt x="85295" y="8346"/>
                      <a:pt x="85161" y="7546"/>
                      <a:pt x="85028" y="6845"/>
                    </a:cubicBezTo>
                    <a:cubicBezTo>
                      <a:pt x="84894" y="6145"/>
                      <a:pt x="84761" y="5511"/>
                      <a:pt x="84694" y="4911"/>
                    </a:cubicBezTo>
                    <a:cubicBezTo>
                      <a:pt x="84527" y="3743"/>
                      <a:pt x="84594" y="2876"/>
                      <a:pt x="84727" y="2342"/>
                    </a:cubicBezTo>
                    <a:cubicBezTo>
                      <a:pt x="84761" y="2175"/>
                      <a:pt x="84761" y="2075"/>
                      <a:pt x="84794" y="1975"/>
                    </a:cubicBezTo>
                    <a:cubicBezTo>
                      <a:pt x="84861" y="1875"/>
                      <a:pt x="84861" y="1808"/>
                      <a:pt x="84894" y="1708"/>
                    </a:cubicBezTo>
                    <a:cubicBezTo>
                      <a:pt x="84928" y="1575"/>
                      <a:pt x="84961" y="1508"/>
                      <a:pt x="84961" y="1508"/>
                    </a:cubicBezTo>
                    <a:cubicBezTo>
                      <a:pt x="85128" y="1008"/>
                      <a:pt x="85295" y="674"/>
                      <a:pt x="85428" y="407"/>
                    </a:cubicBezTo>
                    <a:cubicBezTo>
                      <a:pt x="85528" y="174"/>
                      <a:pt x="85595" y="40"/>
                      <a:pt x="85561" y="7"/>
                    </a:cubicBezTo>
                    <a:cubicBezTo>
                      <a:pt x="85557" y="3"/>
                      <a:pt x="85552" y="1"/>
                      <a:pt x="855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48" name="Google Shape;1448;p11"/>
              <p:cNvSpPr/>
              <p:nvPr/>
            </p:nvSpPr>
            <p:spPr>
              <a:xfrm>
                <a:off x="217240" y="2600833"/>
                <a:ext cx="520378" cy="286267"/>
              </a:xfrm>
              <a:custGeom>
                <a:avLst/>
                <a:gdLst/>
                <a:ahLst/>
                <a:cxnLst/>
                <a:rect l="l" t="t" r="r" b="b"/>
                <a:pathLst>
                  <a:path w="21521" h="11839" extrusionOk="0">
                    <a:moveTo>
                      <a:pt x="7674" y="0"/>
                    </a:moveTo>
                    <a:cubicBezTo>
                      <a:pt x="7235" y="0"/>
                      <a:pt x="6877" y="191"/>
                      <a:pt x="6543" y="358"/>
                    </a:cubicBezTo>
                    <a:cubicBezTo>
                      <a:pt x="6176" y="558"/>
                      <a:pt x="5842" y="858"/>
                      <a:pt x="5509" y="1092"/>
                    </a:cubicBezTo>
                    <a:lnTo>
                      <a:pt x="5275" y="1325"/>
                    </a:lnTo>
                    <a:lnTo>
                      <a:pt x="5142" y="1425"/>
                    </a:lnTo>
                    <a:lnTo>
                      <a:pt x="5009" y="1559"/>
                    </a:lnTo>
                    <a:lnTo>
                      <a:pt x="4642" y="2059"/>
                    </a:lnTo>
                    <a:cubicBezTo>
                      <a:pt x="4441" y="2359"/>
                      <a:pt x="4175" y="2693"/>
                      <a:pt x="3974" y="2993"/>
                    </a:cubicBezTo>
                    <a:cubicBezTo>
                      <a:pt x="3541" y="3594"/>
                      <a:pt x="3107" y="4161"/>
                      <a:pt x="2674" y="4561"/>
                    </a:cubicBezTo>
                    <a:cubicBezTo>
                      <a:pt x="2273" y="4995"/>
                      <a:pt x="1806" y="5328"/>
                      <a:pt x="1439" y="5362"/>
                    </a:cubicBezTo>
                    <a:cubicBezTo>
                      <a:pt x="1413" y="5364"/>
                      <a:pt x="1388" y="5365"/>
                      <a:pt x="1363" y="5365"/>
                    </a:cubicBezTo>
                    <a:cubicBezTo>
                      <a:pt x="1009" y="5365"/>
                      <a:pt x="795" y="5151"/>
                      <a:pt x="639" y="4995"/>
                    </a:cubicBezTo>
                    <a:cubicBezTo>
                      <a:pt x="505" y="4828"/>
                      <a:pt x="439" y="4694"/>
                      <a:pt x="439" y="4694"/>
                    </a:cubicBezTo>
                    <a:cubicBezTo>
                      <a:pt x="376" y="4595"/>
                      <a:pt x="290" y="4551"/>
                      <a:pt x="216" y="4551"/>
                    </a:cubicBezTo>
                    <a:cubicBezTo>
                      <a:pt x="92" y="4551"/>
                      <a:pt x="1" y="4673"/>
                      <a:pt x="105" y="4861"/>
                    </a:cubicBezTo>
                    <a:cubicBezTo>
                      <a:pt x="105" y="4861"/>
                      <a:pt x="172" y="5028"/>
                      <a:pt x="339" y="5228"/>
                    </a:cubicBezTo>
                    <a:cubicBezTo>
                      <a:pt x="472" y="5362"/>
                      <a:pt x="539" y="5495"/>
                      <a:pt x="772" y="5595"/>
                    </a:cubicBezTo>
                    <a:cubicBezTo>
                      <a:pt x="876" y="5699"/>
                      <a:pt x="1062" y="5783"/>
                      <a:pt x="1281" y="5783"/>
                    </a:cubicBezTo>
                    <a:cubicBezTo>
                      <a:pt x="1343" y="5783"/>
                      <a:pt x="1407" y="5776"/>
                      <a:pt x="1473" y="5762"/>
                    </a:cubicBezTo>
                    <a:cubicBezTo>
                      <a:pt x="2006" y="5695"/>
                      <a:pt x="2507" y="5295"/>
                      <a:pt x="3007" y="4895"/>
                    </a:cubicBezTo>
                    <a:cubicBezTo>
                      <a:pt x="3507" y="4428"/>
                      <a:pt x="3974" y="3894"/>
                      <a:pt x="4408" y="3293"/>
                    </a:cubicBezTo>
                    <a:cubicBezTo>
                      <a:pt x="4675" y="3027"/>
                      <a:pt x="4875" y="2726"/>
                      <a:pt x="5142" y="2393"/>
                    </a:cubicBezTo>
                    <a:cubicBezTo>
                      <a:pt x="5242" y="2226"/>
                      <a:pt x="5375" y="2059"/>
                      <a:pt x="5509" y="1926"/>
                    </a:cubicBezTo>
                    <a:lnTo>
                      <a:pt x="5576" y="1859"/>
                    </a:lnTo>
                    <a:lnTo>
                      <a:pt x="5709" y="1759"/>
                    </a:lnTo>
                    <a:lnTo>
                      <a:pt x="5909" y="1592"/>
                    </a:lnTo>
                    <a:cubicBezTo>
                      <a:pt x="6209" y="1359"/>
                      <a:pt x="6543" y="1092"/>
                      <a:pt x="6877" y="925"/>
                    </a:cubicBezTo>
                    <a:cubicBezTo>
                      <a:pt x="7167" y="780"/>
                      <a:pt x="7483" y="685"/>
                      <a:pt x="7758" y="685"/>
                    </a:cubicBezTo>
                    <a:cubicBezTo>
                      <a:pt x="7799" y="685"/>
                      <a:pt x="7838" y="687"/>
                      <a:pt x="7877" y="692"/>
                    </a:cubicBezTo>
                    <a:cubicBezTo>
                      <a:pt x="8177" y="725"/>
                      <a:pt x="8478" y="925"/>
                      <a:pt x="8678" y="1225"/>
                    </a:cubicBezTo>
                    <a:cubicBezTo>
                      <a:pt x="8878" y="1525"/>
                      <a:pt x="9078" y="1892"/>
                      <a:pt x="9245" y="2226"/>
                    </a:cubicBezTo>
                    <a:cubicBezTo>
                      <a:pt x="9578" y="2926"/>
                      <a:pt x="9912" y="3660"/>
                      <a:pt x="10412" y="4261"/>
                    </a:cubicBezTo>
                    <a:cubicBezTo>
                      <a:pt x="10879" y="4861"/>
                      <a:pt x="11580" y="5428"/>
                      <a:pt x="12481" y="5695"/>
                    </a:cubicBezTo>
                    <a:cubicBezTo>
                      <a:pt x="12811" y="5788"/>
                      <a:pt x="13152" y="5817"/>
                      <a:pt x="13493" y="5817"/>
                    </a:cubicBezTo>
                    <a:cubicBezTo>
                      <a:pt x="14013" y="5817"/>
                      <a:pt x="14532" y="5749"/>
                      <a:pt x="15016" y="5728"/>
                    </a:cubicBezTo>
                    <a:cubicBezTo>
                      <a:pt x="15383" y="5728"/>
                      <a:pt x="15750" y="5728"/>
                      <a:pt x="16050" y="5895"/>
                    </a:cubicBezTo>
                    <a:cubicBezTo>
                      <a:pt x="16350" y="6062"/>
                      <a:pt x="16550" y="6362"/>
                      <a:pt x="16717" y="6696"/>
                    </a:cubicBezTo>
                    <a:cubicBezTo>
                      <a:pt x="17017" y="7363"/>
                      <a:pt x="17084" y="8130"/>
                      <a:pt x="17317" y="8897"/>
                    </a:cubicBezTo>
                    <a:cubicBezTo>
                      <a:pt x="17517" y="9665"/>
                      <a:pt x="17718" y="10365"/>
                      <a:pt x="18151" y="10899"/>
                    </a:cubicBezTo>
                    <a:cubicBezTo>
                      <a:pt x="18318" y="11199"/>
                      <a:pt x="18585" y="11399"/>
                      <a:pt x="18852" y="11566"/>
                    </a:cubicBezTo>
                    <a:cubicBezTo>
                      <a:pt x="19152" y="11733"/>
                      <a:pt x="19419" y="11833"/>
                      <a:pt x="19686" y="11833"/>
                    </a:cubicBezTo>
                    <a:cubicBezTo>
                      <a:pt x="19743" y="11836"/>
                      <a:pt x="19799" y="11838"/>
                      <a:pt x="19853" y="11838"/>
                    </a:cubicBezTo>
                    <a:cubicBezTo>
                      <a:pt x="20298" y="11838"/>
                      <a:pt x="20615" y="11726"/>
                      <a:pt x="20853" y="11666"/>
                    </a:cubicBezTo>
                    <a:cubicBezTo>
                      <a:pt x="20987" y="11599"/>
                      <a:pt x="21053" y="11566"/>
                      <a:pt x="21153" y="11533"/>
                    </a:cubicBezTo>
                    <a:cubicBezTo>
                      <a:pt x="21187" y="11499"/>
                      <a:pt x="21220" y="11499"/>
                      <a:pt x="21220" y="11499"/>
                    </a:cubicBezTo>
                    <a:cubicBezTo>
                      <a:pt x="21520" y="11366"/>
                      <a:pt x="21387" y="11066"/>
                      <a:pt x="21020" y="11066"/>
                    </a:cubicBezTo>
                    <a:cubicBezTo>
                      <a:pt x="21020" y="11066"/>
                      <a:pt x="20987" y="11066"/>
                      <a:pt x="20953" y="11099"/>
                    </a:cubicBezTo>
                    <a:cubicBezTo>
                      <a:pt x="20853" y="11099"/>
                      <a:pt x="20786" y="11166"/>
                      <a:pt x="20653" y="11199"/>
                    </a:cubicBezTo>
                    <a:cubicBezTo>
                      <a:pt x="20501" y="11224"/>
                      <a:pt x="20234" y="11288"/>
                      <a:pt x="19938" y="11288"/>
                    </a:cubicBezTo>
                    <a:cubicBezTo>
                      <a:pt x="19845" y="11288"/>
                      <a:pt x="19749" y="11282"/>
                      <a:pt x="19652" y="11266"/>
                    </a:cubicBezTo>
                    <a:cubicBezTo>
                      <a:pt x="19452" y="11266"/>
                      <a:pt x="19219" y="11199"/>
                      <a:pt x="19019" y="11066"/>
                    </a:cubicBezTo>
                    <a:cubicBezTo>
                      <a:pt x="18852" y="10932"/>
                      <a:pt x="18652" y="10765"/>
                      <a:pt x="18485" y="10532"/>
                    </a:cubicBezTo>
                    <a:cubicBezTo>
                      <a:pt x="18185" y="10065"/>
                      <a:pt x="17984" y="9398"/>
                      <a:pt x="17818" y="8697"/>
                    </a:cubicBezTo>
                    <a:cubicBezTo>
                      <a:pt x="17651" y="7997"/>
                      <a:pt x="17618" y="7196"/>
                      <a:pt x="17217" y="6362"/>
                    </a:cubicBezTo>
                    <a:cubicBezTo>
                      <a:pt x="17050" y="5929"/>
                      <a:pt x="16817" y="5528"/>
                      <a:pt x="16350" y="5261"/>
                    </a:cubicBezTo>
                    <a:cubicBezTo>
                      <a:pt x="15883" y="5028"/>
                      <a:pt x="15383" y="5028"/>
                      <a:pt x="14982" y="5028"/>
                    </a:cubicBezTo>
                    <a:cubicBezTo>
                      <a:pt x="14469" y="5048"/>
                      <a:pt x="13991" y="5102"/>
                      <a:pt x="13541" y="5102"/>
                    </a:cubicBezTo>
                    <a:cubicBezTo>
                      <a:pt x="13231" y="5102"/>
                      <a:pt x="12933" y="5076"/>
                      <a:pt x="12647" y="4995"/>
                    </a:cubicBezTo>
                    <a:cubicBezTo>
                      <a:pt x="11947" y="4761"/>
                      <a:pt x="11380" y="4327"/>
                      <a:pt x="10979" y="3760"/>
                    </a:cubicBezTo>
                    <a:cubicBezTo>
                      <a:pt x="10546" y="3260"/>
                      <a:pt x="10212" y="2560"/>
                      <a:pt x="9845" y="1859"/>
                    </a:cubicBezTo>
                    <a:cubicBezTo>
                      <a:pt x="9679" y="1525"/>
                      <a:pt x="9478" y="1159"/>
                      <a:pt x="9178" y="758"/>
                    </a:cubicBezTo>
                    <a:cubicBezTo>
                      <a:pt x="8878" y="425"/>
                      <a:pt x="8478" y="58"/>
                      <a:pt x="7944" y="24"/>
                    </a:cubicBezTo>
                    <a:cubicBezTo>
                      <a:pt x="7850" y="8"/>
                      <a:pt x="7760" y="0"/>
                      <a:pt x="76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49" name="Google Shape;1449;p11"/>
              <p:cNvSpPr/>
              <p:nvPr/>
            </p:nvSpPr>
            <p:spPr>
              <a:xfrm>
                <a:off x="222149" y="1610009"/>
                <a:ext cx="400929" cy="193730"/>
              </a:xfrm>
              <a:custGeom>
                <a:avLst/>
                <a:gdLst/>
                <a:ahLst/>
                <a:cxnLst/>
                <a:rect l="l" t="t" r="r" b="b"/>
                <a:pathLst>
                  <a:path w="16581" h="8012" extrusionOk="0">
                    <a:moveTo>
                      <a:pt x="7143" y="0"/>
                    </a:moveTo>
                    <a:cubicBezTo>
                      <a:pt x="7008" y="0"/>
                      <a:pt x="6874" y="12"/>
                      <a:pt x="6740" y="39"/>
                    </a:cubicBezTo>
                    <a:cubicBezTo>
                      <a:pt x="6073" y="205"/>
                      <a:pt x="5506" y="572"/>
                      <a:pt x="5072" y="1006"/>
                    </a:cubicBezTo>
                    <a:cubicBezTo>
                      <a:pt x="4172" y="1840"/>
                      <a:pt x="3571" y="2807"/>
                      <a:pt x="2938" y="3474"/>
                    </a:cubicBezTo>
                    <a:cubicBezTo>
                      <a:pt x="2604" y="3808"/>
                      <a:pt x="2304" y="4075"/>
                      <a:pt x="1970" y="4208"/>
                    </a:cubicBezTo>
                    <a:cubicBezTo>
                      <a:pt x="1791" y="4280"/>
                      <a:pt x="1622" y="4313"/>
                      <a:pt x="1468" y="4313"/>
                    </a:cubicBezTo>
                    <a:cubicBezTo>
                      <a:pt x="1334" y="4313"/>
                      <a:pt x="1211" y="4288"/>
                      <a:pt x="1103" y="4242"/>
                    </a:cubicBezTo>
                    <a:cubicBezTo>
                      <a:pt x="603" y="4075"/>
                      <a:pt x="402" y="3841"/>
                      <a:pt x="402" y="3841"/>
                    </a:cubicBezTo>
                    <a:cubicBezTo>
                      <a:pt x="371" y="3816"/>
                      <a:pt x="336" y="3805"/>
                      <a:pt x="301" y="3805"/>
                    </a:cubicBezTo>
                    <a:cubicBezTo>
                      <a:pt x="150" y="3805"/>
                      <a:pt x="0" y="4006"/>
                      <a:pt x="136" y="4142"/>
                    </a:cubicBezTo>
                    <a:cubicBezTo>
                      <a:pt x="138" y="4136"/>
                      <a:pt x="142" y="4133"/>
                      <a:pt x="148" y="4133"/>
                    </a:cubicBezTo>
                    <a:cubicBezTo>
                      <a:pt x="202" y="4133"/>
                      <a:pt x="391" y="4432"/>
                      <a:pt x="969" y="4675"/>
                    </a:cubicBezTo>
                    <a:cubicBezTo>
                      <a:pt x="1128" y="4746"/>
                      <a:pt x="1333" y="4788"/>
                      <a:pt x="1550" y="4788"/>
                    </a:cubicBezTo>
                    <a:cubicBezTo>
                      <a:pt x="1744" y="4788"/>
                      <a:pt x="1948" y="4754"/>
                      <a:pt x="2137" y="4675"/>
                    </a:cubicBezTo>
                    <a:cubicBezTo>
                      <a:pt x="2571" y="4509"/>
                      <a:pt x="2971" y="4175"/>
                      <a:pt x="3304" y="3841"/>
                    </a:cubicBezTo>
                    <a:cubicBezTo>
                      <a:pt x="4005" y="3141"/>
                      <a:pt x="4639" y="2207"/>
                      <a:pt x="5473" y="1473"/>
                    </a:cubicBezTo>
                    <a:cubicBezTo>
                      <a:pt x="5906" y="1073"/>
                      <a:pt x="6340" y="806"/>
                      <a:pt x="6840" y="706"/>
                    </a:cubicBezTo>
                    <a:cubicBezTo>
                      <a:pt x="6916" y="696"/>
                      <a:pt x="6991" y="691"/>
                      <a:pt x="7067" y="691"/>
                    </a:cubicBezTo>
                    <a:cubicBezTo>
                      <a:pt x="7491" y="691"/>
                      <a:pt x="7912" y="841"/>
                      <a:pt x="8308" y="1039"/>
                    </a:cubicBezTo>
                    <a:lnTo>
                      <a:pt x="8341" y="1073"/>
                    </a:lnTo>
                    <a:cubicBezTo>
                      <a:pt x="8441" y="1139"/>
                      <a:pt x="8575" y="1173"/>
                      <a:pt x="8642" y="1306"/>
                    </a:cubicBezTo>
                    <a:cubicBezTo>
                      <a:pt x="8742" y="1406"/>
                      <a:pt x="8808" y="1640"/>
                      <a:pt x="8908" y="1840"/>
                    </a:cubicBezTo>
                    <a:cubicBezTo>
                      <a:pt x="9075" y="2307"/>
                      <a:pt x="9109" y="2907"/>
                      <a:pt x="9442" y="3575"/>
                    </a:cubicBezTo>
                    <a:cubicBezTo>
                      <a:pt x="9576" y="3741"/>
                      <a:pt x="9676" y="3875"/>
                      <a:pt x="9809" y="4008"/>
                    </a:cubicBezTo>
                    <a:cubicBezTo>
                      <a:pt x="9842" y="4042"/>
                      <a:pt x="9943" y="4142"/>
                      <a:pt x="10009" y="4175"/>
                    </a:cubicBezTo>
                    <a:cubicBezTo>
                      <a:pt x="10109" y="4275"/>
                      <a:pt x="10176" y="4308"/>
                      <a:pt x="10276" y="4342"/>
                    </a:cubicBezTo>
                    <a:cubicBezTo>
                      <a:pt x="10532" y="4481"/>
                      <a:pt x="10820" y="4540"/>
                      <a:pt x="11096" y="4540"/>
                    </a:cubicBezTo>
                    <a:cubicBezTo>
                      <a:pt x="11215" y="4540"/>
                      <a:pt x="11332" y="4529"/>
                      <a:pt x="11444" y="4509"/>
                    </a:cubicBezTo>
                    <a:cubicBezTo>
                      <a:pt x="12177" y="4342"/>
                      <a:pt x="12745" y="3975"/>
                      <a:pt x="13245" y="3875"/>
                    </a:cubicBezTo>
                    <a:cubicBezTo>
                      <a:pt x="13286" y="3868"/>
                      <a:pt x="13328" y="3865"/>
                      <a:pt x="13372" y="3865"/>
                    </a:cubicBezTo>
                    <a:cubicBezTo>
                      <a:pt x="13784" y="3865"/>
                      <a:pt x="14280" y="4140"/>
                      <a:pt x="14613" y="4442"/>
                    </a:cubicBezTo>
                    <a:cubicBezTo>
                      <a:pt x="15413" y="5142"/>
                      <a:pt x="15747" y="6110"/>
                      <a:pt x="15947" y="6777"/>
                    </a:cubicBezTo>
                    <a:cubicBezTo>
                      <a:pt x="16080" y="7110"/>
                      <a:pt x="16114" y="7344"/>
                      <a:pt x="16147" y="7544"/>
                    </a:cubicBezTo>
                    <a:cubicBezTo>
                      <a:pt x="16180" y="7711"/>
                      <a:pt x="16180" y="7844"/>
                      <a:pt x="16180" y="7844"/>
                    </a:cubicBezTo>
                    <a:cubicBezTo>
                      <a:pt x="16209" y="7958"/>
                      <a:pt x="16286" y="8011"/>
                      <a:pt x="16365" y="8011"/>
                    </a:cubicBezTo>
                    <a:cubicBezTo>
                      <a:pt x="16471" y="8011"/>
                      <a:pt x="16581" y="7916"/>
                      <a:pt x="16581" y="7744"/>
                    </a:cubicBezTo>
                    <a:cubicBezTo>
                      <a:pt x="16581" y="7744"/>
                      <a:pt x="16581" y="7678"/>
                      <a:pt x="16514" y="7477"/>
                    </a:cubicBezTo>
                    <a:cubicBezTo>
                      <a:pt x="16481" y="7311"/>
                      <a:pt x="16447" y="7010"/>
                      <a:pt x="16347" y="6643"/>
                    </a:cubicBezTo>
                    <a:cubicBezTo>
                      <a:pt x="16280" y="6277"/>
                      <a:pt x="16147" y="5843"/>
                      <a:pt x="15947" y="5376"/>
                    </a:cubicBezTo>
                    <a:cubicBezTo>
                      <a:pt x="15747" y="4909"/>
                      <a:pt x="15446" y="4408"/>
                      <a:pt x="14979" y="4008"/>
                    </a:cubicBezTo>
                    <a:cubicBezTo>
                      <a:pt x="14779" y="3808"/>
                      <a:pt x="14479" y="3575"/>
                      <a:pt x="14179" y="3474"/>
                    </a:cubicBezTo>
                    <a:cubicBezTo>
                      <a:pt x="13946" y="3329"/>
                      <a:pt x="13613" y="3235"/>
                      <a:pt x="13288" y="3235"/>
                    </a:cubicBezTo>
                    <a:cubicBezTo>
                      <a:pt x="13240" y="3235"/>
                      <a:pt x="13192" y="3237"/>
                      <a:pt x="13145" y="3241"/>
                    </a:cubicBezTo>
                    <a:cubicBezTo>
                      <a:pt x="12411" y="3341"/>
                      <a:pt x="11844" y="3741"/>
                      <a:pt x="11310" y="3841"/>
                    </a:cubicBezTo>
                    <a:cubicBezTo>
                      <a:pt x="11239" y="3849"/>
                      <a:pt x="11174" y="3853"/>
                      <a:pt x="11113" y="3853"/>
                    </a:cubicBezTo>
                    <a:cubicBezTo>
                      <a:pt x="10915" y="3853"/>
                      <a:pt x="10763" y="3810"/>
                      <a:pt x="10610" y="3708"/>
                    </a:cubicBezTo>
                    <a:cubicBezTo>
                      <a:pt x="10410" y="3575"/>
                      <a:pt x="10143" y="3374"/>
                      <a:pt x="10076" y="3208"/>
                    </a:cubicBezTo>
                    <a:cubicBezTo>
                      <a:pt x="9842" y="2741"/>
                      <a:pt x="9776" y="2174"/>
                      <a:pt x="9609" y="1573"/>
                    </a:cubicBezTo>
                    <a:cubicBezTo>
                      <a:pt x="9509" y="1340"/>
                      <a:pt x="9409" y="1039"/>
                      <a:pt x="9175" y="806"/>
                    </a:cubicBezTo>
                    <a:cubicBezTo>
                      <a:pt x="9009" y="539"/>
                      <a:pt x="8742" y="472"/>
                      <a:pt x="8608" y="372"/>
                    </a:cubicBezTo>
                    <a:lnTo>
                      <a:pt x="8608" y="372"/>
                    </a:lnTo>
                    <a:lnTo>
                      <a:pt x="8642" y="406"/>
                    </a:lnTo>
                    <a:cubicBezTo>
                      <a:pt x="8215" y="192"/>
                      <a:pt x="7681" y="0"/>
                      <a:pt x="7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50" name="Google Shape;1450;p11"/>
              <p:cNvSpPr/>
              <p:nvPr/>
            </p:nvSpPr>
            <p:spPr>
              <a:xfrm>
                <a:off x="239123" y="2074894"/>
                <a:ext cx="381536" cy="171194"/>
              </a:xfrm>
              <a:custGeom>
                <a:avLst/>
                <a:gdLst/>
                <a:ahLst/>
                <a:cxnLst/>
                <a:rect l="l" t="t" r="r" b="b"/>
                <a:pathLst>
                  <a:path w="15779" h="7080" extrusionOk="0">
                    <a:moveTo>
                      <a:pt x="12544" y="1"/>
                    </a:moveTo>
                    <a:cubicBezTo>
                      <a:pt x="12154" y="1"/>
                      <a:pt x="11762" y="81"/>
                      <a:pt x="11409" y="227"/>
                    </a:cubicBezTo>
                    <a:cubicBezTo>
                      <a:pt x="11275" y="293"/>
                      <a:pt x="11109" y="327"/>
                      <a:pt x="10942" y="427"/>
                    </a:cubicBezTo>
                    <a:cubicBezTo>
                      <a:pt x="10808" y="493"/>
                      <a:pt x="10642" y="594"/>
                      <a:pt x="10508" y="727"/>
                    </a:cubicBezTo>
                    <a:cubicBezTo>
                      <a:pt x="10275" y="960"/>
                      <a:pt x="10008" y="1227"/>
                      <a:pt x="9841" y="1461"/>
                    </a:cubicBezTo>
                    <a:cubicBezTo>
                      <a:pt x="9107" y="2495"/>
                      <a:pt x="8740" y="3729"/>
                      <a:pt x="8106" y="4430"/>
                    </a:cubicBezTo>
                    <a:cubicBezTo>
                      <a:pt x="7940" y="4596"/>
                      <a:pt x="7773" y="4763"/>
                      <a:pt x="7606" y="4797"/>
                    </a:cubicBezTo>
                    <a:cubicBezTo>
                      <a:pt x="7473" y="4830"/>
                      <a:pt x="7406" y="4897"/>
                      <a:pt x="7272" y="4897"/>
                    </a:cubicBezTo>
                    <a:cubicBezTo>
                      <a:pt x="7206" y="4863"/>
                      <a:pt x="7156" y="4863"/>
                      <a:pt x="7106" y="4863"/>
                    </a:cubicBezTo>
                    <a:cubicBezTo>
                      <a:pt x="7056" y="4863"/>
                      <a:pt x="7006" y="4863"/>
                      <a:pt x="6939" y="4830"/>
                    </a:cubicBezTo>
                    <a:cubicBezTo>
                      <a:pt x="6505" y="4763"/>
                      <a:pt x="6072" y="4330"/>
                      <a:pt x="5605" y="3963"/>
                    </a:cubicBezTo>
                    <a:cubicBezTo>
                      <a:pt x="5338" y="3762"/>
                      <a:pt x="5104" y="3562"/>
                      <a:pt x="4804" y="3396"/>
                    </a:cubicBezTo>
                    <a:cubicBezTo>
                      <a:pt x="4671" y="3295"/>
                      <a:pt x="4504" y="3262"/>
                      <a:pt x="4337" y="3162"/>
                    </a:cubicBezTo>
                    <a:cubicBezTo>
                      <a:pt x="4170" y="3129"/>
                      <a:pt x="3970" y="3095"/>
                      <a:pt x="3803" y="3095"/>
                    </a:cubicBezTo>
                    <a:lnTo>
                      <a:pt x="3570" y="3095"/>
                    </a:lnTo>
                    <a:lnTo>
                      <a:pt x="3303" y="3162"/>
                    </a:lnTo>
                    <a:cubicBezTo>
                      <a:pt x="3136" y="3229"/>
                      <a:pt x="3003" y="3295"/>
                      <a:pt x="2836" y="3396"/>
                    </a:cubicBezTo>
                    <a:cubicBezTo>
                      <a:pt x="2669" y="3462"/>
                      <a:pt x="2569" y="3596"/>
                      <a:pt x="2436" y="3662"/>
                    </a:cubicBezTo>
                    <a:cubicBezTo>
                      <a:pt x="2336" y="3796"/>
                      <a:pt x="2236" y="3929"/>
                      <a:pt x="2135" y="4063"/>
                    </a:cubicBezTo>
                    <a:cubicBezTo>
                      <a:pt x="1802" y="4596"/>
                      <a:pt x="1769" y="5130"/>
                      <a:pt x="1635" y="5564"/>
                    </a:cubicBezTo>
                    <a:cubicBezTo>
                      <a:pt x="1568" y="5964"/>
                      <a:pt x="1435" y="6331"/>
                      <a:pt x="1235" y="6498"/>
                    </a:cubicBezTo>
                    <a:cubicBezTo>
                      <a:pt x="1068" y="6665"/>
                      <a:pt x="801" y="6665"/>
                      <a:pt x="634" y="6665"/>
                    </a:cubicBezTo>
                    <a:cubicBezTo>
                      <a:pt x="568" y="6665"/>
                      <a:pt x="468" y="6631"/>
                      <a:pt x="434" y="6631"/>
                    </a:cubicBezTo>
                    <a:lnTo>
                      <a:pt x="334" y="6631"/>
                    </a:lnTo>
                    <a:cubicBezTo>
                      <a:pt x="134" y="6631"/>
                      <a:pt x="1" y="6965"/>
                      <a:pt x="267" y="6998"/>
                    </a:cubicBezTo>
                    <a:lnTo>
                      <a:pt x="334" y="6998"/>
                    </a:lnTo>
                    <a:cubicBezTo>
                      <a:pt x="434" y="6998"/>
                      <a:pt x="468" y="7065"/>
                      <a:pt x="601" y="7065"/>
                    </a:cubicBezTo>
                    <a:cubicBezTo>
                      <a:pt x="645" y="7065"/>
                      <a:pt x="720" y="7080"/>
                      <a:pt x="814" y="7080"/>
                    </a:cubicBezTo>
                    <a:cubicBezTo>
                      <a:pt x="860" y="7080"/>
                      <a:pt x="912" y="7076"/>
                      <a:pt x="968" y="7065"/>
                    </a:cubicBezTo>
                    <a:cubicBezTo>
                      <a:pt x="1068" y="6998"/>
                      <a:pt x="1135" y="6998"/>
                      <a:pt x="1235" y="6965"/>
                    </a:cubicBezTo>
                    <a:cubicBezTo>
                      <a:pt x="1302" y="6931"/>
                      <a:pt x="1402" y="6898"/>
                      <a:pt x="1468" y="6798"/>
                    </a:cubicBezTo>
                    <a:cubicBezTo>
                      <a:pt x="2135" y="6231"/>
                      <a:pt x="2069" y="5097"/>
                      <a:pt x="2569" y="4296"/>
                    </a:cubicBezTo>
                    <a:cubicBezTo>
                      <a:pt x="2602" y="4229"/>
                      <a:pt x="2669" y="4129"/>
                      <a:pt x="2769" y="4063"/>
                    </a:cubicBezTo>
                    <a:cubicBezTo>
                      <a:pt x="2836" y="3996"/>
                      <a:pt x="2936" y="3929"/>
                      <a:pt x="3069" y="3896"/>
                    </a:cubicBezTo>
                    <a:cubicBezTo>
                      <a:pt x="3136" y="3829"/>
                      <a:pt x="3270" y="3762"/>
                      <a:pt x="3403" y="3762"/>
                    </a:cubicBezTo>
                    <a:lnTo>
                      <a:pt x="3570" y="3729"/>
                    </a:lnTo>
                    <a:lnTo>
                      <a:pt x="3737" y="3729"/>
                    </a:lnTo>
                    <a:cubicBezTo>
                      <a:pt x="4237" y="3729"/>
                      <a:pt x="4637" y="4096"/>
                      <a:pt x="5104" y="4463"/>
                    </a:cubicBezTo>
                    <a:cubicBezTo>
                      <a:pt x="5304" y="4630"/>
                      <a:pt x="5571" y="4830"/>
                      <a:pt x="5805" y="5063"/>
                    </a:cubicBezTo>
                    <a:cubicBezTo>
                      <a:pt x="6072" y="5264"/>
                      <a:pt x="6338" y="5430"/>
                      <a:pt x="6739" y="5497"/>
                    </a:cubicBezTo>
                    <a:cubicBezTo>
                      <a:pt x="6906" y="5564"/>
                      <a:pt x="7106" y="5564"/>
                      <a:pt x="7272" y="5564"/>
                    </a:cubicBezTo>
                    <a:lnTo>
                      <a:pt x="7773" y="5430"/>
                    </a:lnTo>
                    <a:cubicBezTo>
                      <a:pt x="8106" y="5297"/>
                      <a:pt x="8340" y="5063"/>
                      <a:pt x="8573" y="4830"/>
                    </a:cubicBezTo>
                    <a:cubicBezTo>
                      <a:pt x="8940" y="4396"/>
                      <a:pt x="9241" y="3896"/>
                      <a:pt x="9474" y="3329"/>
                    </a:cubicBezTo>
                    <a:cubicBezTo>
                      <a:pt x="9741" y="2795"/>
                      <a:pt x="9974" y="2261"/>
                      <a:pt x="10308" y="1794"/>
                    </a:cubicBezTo>
                    <a:cubicBezTo>
                      <a:pt x="10642" y="1294"/>
                      <a:pt x="11008" y="927"/>
                      <a:pt x="11509" y="760"/>
                    </a:cubicBezTo>
                    <a:cubicBezTo>
                      <a:pt x="11877" y="622"/>
                      <a:pt x="12214" y="548"/>
                      <a:pt x="12552" y="548"/>
                    </a:cubicBezTo>
                    <a:cubicBezTo>
                      <a:pt x="12703" y="548"/>
                      <a:pt x="12855" y="563"/>
                      <a:pt x="13010" y="594"/>
                    </a:cubicBezTo>
                    <a:cubicBezTo>
                      <a:pt x="13510" y="660"/>
                      <a:pt x="13944" y="927"/>
                      <a:pt x="14244" y="1227"/>
                    </a:cubicBezTo>
                    <a:cubicBezTo>
                      <a:pt x="14544" y="1461"/>
                      <a:pt x="14744" y="1794"/>
                      <a:pt x="14911" y="2095"/>
                    </a:cubicBezTo>
                    <a:cubicBezTo>
                      <a:pt x="15045" y="2395"/>
                      <a:pt x="15145" y="2628"/>
                      <a:pt x="15211" y="2795"/>
                    </a:cubicBezTo>
                    <a:cubicBezTo>
                      <a:pt x="15245" y="2962"/>
                      <a:pt x="15278" y="3062"/>
                      <a:pt x="15278" y="3062"/>
                    </a:cubicBezTo>
                    <a:cubicBezTo>
                      <a:pt x="15294" y="3158"/>
                      <a:pt x="15378" y="3200"/>
                      <a:pt x="15477" y="3200"/>
                    </a:cubicBezTo>
                    <a:cubicBezTo>
                      <a:pt x="15584" y="3200"/>
                      <a:pt x="15709" y="3149"/>
                      <a:pt x="15779" y="3062"/>
                    </a:cubicBezTo>
                    <a:cubicBezTo>
                      <a:pt x="15779" y="3062"/>
                      <a:pt x="15745" y="2962"/>
                      <a:pt x="15678" y="2762"/>
                    </a:cubicBezTo>
                    <a:cubicBezTo>
                      <a:pt x="15645" y="2562"/>
                      <a:pt x="15578" y="2295"/>
                      <a:pt x="15412" y="1961"/>
                    </a:cubicBezTo>
                    <a:cubicBezTo>
                      <a:pt x="15245" y="1628"/>
                      <a:pt x="14978" y="1261"/>
                      <a:pt x="14644" y="927"/>
                    </a:cubicBezTo>
                    <a:cubicBezTo>
                      <a:pt x="14311" y="560"/>
                      <a:pt x="13810" y="227"/>
                      <a:pt x="13243" y="93"/>
                    </a:cubicBezTo>
                    <a:cubicBezTo>
                      <a:pt x="13017" y="30"/>
                      <a:pt x="12781" y="1"/>
                      <a:pt x="125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51" name="Google Shape;1451;p11"/>
              <p:cNvSpPr/>
              <p:nvPr/>
            </p:nvSpPr>
            <p:spPr>
              <a:xfrm>
                <a:off x="552085" y="1739638"/>
                <a:ext cx="19368" cy="12017"/>
              </a:xfrm>
              <a:custGeom>
                <a:avLst/>
                <a:gdLst/>
                <a:ahLst/>
                <a:cxnLst/>
                <a:rect l="l" t="t" r="r" b="b"/>
                <a:pathLst>
                  <a:path w="801" h="497" extrusionOk="0">
                    <a:moveTo>
                      <a:pt x="455" y="0"/>
                    </a:moveTo>
                    <a:cubicBezTo>
                      <a:pt x="400" y="0"/>
                      <a:pt x="345" y="4"/>
                      <a:pt x="300" y="15"/>
                    </a:cubicBezTo>
                    <a:cubicBezTo>
                      <a:pt x="167" y="82"/>
                      <a:pt x="0" y="248"/>
                      <a:pt x="0" y="248"/>
                    </a:cubicBezTo>
                    <a:cubicBezTo>
                      <a:pt x="0" y="282"/>
                      <a:pt x="100" y="482"/>
                      <a:pt x="100" y="482"/>
                    </a:cubicBezTo>
                    <a:cubicBezTo>
                      <a:pt x="100" y="482"/>
                      <a:pt x="204" y="497"/>
                      <a:pt x="313" y="497"/>
                    </a:cubicBezTo>
                    <a:cubicBezTo>
                      <a:pt x="367" y="497"/>
                      <a:pt x="423" y="493"/>
                      <a:pt x="467" y="482"/>
                    </a:cubicBezTo>
                    <a:cubicBezTo>
                      <a:pt x="601" y="449"/>
                      <a:pt x="767" y="282"/>
                      <a:pt x="767" y="282"/>
                    </a:cubicBezTo>
                    <a:cubicBezTo>
                      <a:pt x="801" y="248"/>
                      <a:pt x="701" y="82"/>
                      <a:pt x="667" y="15"/>
                    </a:cubicBezTo>
                    <a:cubicBezTo>
                      <a:pt x="667" y="15"/>
                      <a:pt x="564" y="0"/>
                      <a:pt x="4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52" name="Google Shape;1452;p11"/>
              <p:cNvSpPr/>
              <p:nvPr/>
            </p:nvSpPr>
            <p:spPr>
              <a:xfrm>
                <a:off x="564973" y="1757725"/>
                <a:ext cx="24228" cy="13734"/>
              </a:xfrm>
              <a:custGeom>
                <a:avLst/>
                <a:gdLst/>
                <a:ahLst/>
                <a:cxnLst/>
                <a:rect l="l" t="t" r="r" b="b"/>
                <a:pathLst>
                  <a:path w="1002" h="568" extrusionOk="0">
                    <a:moveTo>
                      <a:pt x="902" y="1"/>
                    </a:moveTo>
                    <a:cubicBezTo>
                      <a:pt x="902" y="1"/>
                      <a:pt x="568" y="1"/>
                      <a:pt x="401" y="67"/>
                    </a:cubicBezTo>
                    <a:cubicBezTo>
                      <a:pt x="234" y="168"/>
                      <a:pt x="1" y="368"/>
                      <a:pt x="1" y="368"/>
                    </a:cubicBezTo>
                    <a:lnTo>
                      <a:pt x="134" y="568"/>
                    </a:lnTo>
                    <a:cubicBezTo>
                      <a:pt x="134" y="568"/>
                      <a:pt x="468" y="568"/>
                      <a:pt x="635" y="501"/>
                    </a:cubicBezTo>
                    <a:cubicBezTo>
                      <a:pt x="801" y="401"/>
                      <a:pt x="1002" y="201"/>
                      <a:pt x="1002" y="201"/>
                    </a:cubicBezTo>
                    <a:cubicBezTo>
                      <a:pt x="1002" y="201"/>
                      <a:pt x="935" y="1"/>
                      <a:pt x="9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53" name="Google Shape;1453;p11"/>
              <p:cNvSpPr/>
              <p:nvPr/>
            </p:nvSpPr>
            <p:spPr>
              <a:xfrm>
                <a:off x="579505" y="1778350"/>
                <a:ext cx="17772" cy="12017"/>
              </a:xfrm>
              <a:custGeom>
                <a:avLst/>
                <a:gdLst/>
                <a:ahLst/>
                <a:cxnLst/>
                <a:rect l="l" t="t" r="r" b="b"/>
                <a:pathLst>
                  <a:path w="735" h="497" extrusionOk="0">
                    <a:moveTo>
                      <a:pt x="440" y="0"/>
                    </a:moveTo>
                    <a:cubicBezTo>
                      <a:pt x="386" y="0"/>
                      <a:pt x="334" y="4"/>
                      <a:pt x="301" y="15"/>
                    </a:cubicBezTo>
                    <a:cubicBezTo>
                      <a:pt x="167" y="48"/>
                      <a:pt x="0" y="215"/>
                      <a:pt x="0" y="215"/>
                    </a:cubicBezTo>
                    <a:cubicBezTo>
                      <a:pt x="0" y="249"/>
                      <a:pt x="67" y="482"/>
                      <a:pt x="67" y="482"/>
                    </a:cubicBezTo>
                    <a:cubicBezTo>
                      <a:pt x="67" y="482"/>
                      <a:pt x="186" y="497"/>
                      <a:pt x="304" y="497"/>
                    </a:cubicBezTo>
                    <a:cubicBezTo>
                      <a:pt x="364" y="497"/>
                      <a:pt x="423" y="493"/>
                      <a:pt x="467" y="482"/>
                    </a:cubicBezTo>
                    <a:cubicBezTo>
                      <a:pt x="567" y="415"/>
                      <a:pt x="734" y="249"/>
                      <a:pt x="734" y="249"/>
                    </a:cubicBezTo>
                    <a:cubicBezTo>
                      <a:pt x="734" y="249"/>
                      <a:pt x="701" y="48"/>
                      <a:pt x="667" y="15"/>
                    </a:cubicBezTo>
                    <a:cubicBezTo>
                      <a:pt x="667" y="15"/>
                      <a:pt x="549" y="0"/>
                      <a:pt x="4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54" name="Google Shape;1454;p11"/>
              <p:cNvSpPr/>
              <p:nvPr/>
            </p:nvSpPr>
            <p:spPr>
              <a:xfrm>
                <a:off x="318965" y="2170695"/>
                <a:ext cx="22608" cy="20190"/>
              </a:xfrm>
              <a:custGeom>
                <a:avLst/>
                <a:gdLst/>
                <a:ahLst/>
                <a:cxnLst/>
                <a:rect l="l" t="t" r="r" b="b"/>
                <a:pathLst>
                  <a:path w="935" h="835" extrusionOk="0">
                    <a:moveTo>
                      <a:pt x="835" y="1"/>
                    </a:moveTo>
                    <a:cubicBezTo>
                      <a:pt x="835" y="1"/>
                      <a:pt x="768" y="1"/>
                      <a:pt x="635" y="34"/>
                    </a:cubicBezTo>
                    <a:cubicBezTo>
                      <a:pt x="501" y="101"/>
                      <a:pt x="401" y="167"/>
                      <a:pt x="301" y="201"/>
                    </a:cubicBezTo>
                    <a:cubicBezTo>
                      <a:pt x="234" y="301"/>
                      <a:pt x="134" y="434"/>
                      <a:pt x="101" y="501"/>
                    </a:cubicBezTo>
                    <a:lnTo>
                      <a:pt x="1" y="668"/>
                    </a:lnTo>
                    <a:cubicBezTo>
                      <a:pt x="1" y="668"/>
                      <a:pt x="168" y="801"/>
                      <a:pt x="168" y="835"/>
                    </a:cubicBezTo>
                    <a:lnTo>
                      <a:pt x="335" y="768"/>
                    </a:lnTo>
                    <a:cubicBezTo>
                      <a:pt x="435" y="701"/>
                      <a:pt x="568" y="634"/>
                      <a:pt x="601" y="601"/>
                    </a:cubicBezTo>
                    <a:cubicBezTo>
                      <a:pt x="668" y="534"/>
                      <a:pt x="735" y="434"/>
                      <a:pt x="802" y="368"/>
                    </a:cubicBezTo>
                    <a:lnTo>
                      <a:pt x="935" y="267"/>
                    </a:lnTo>
                    <a:cubicBezTo>
                      <a:pt x="935" y="201"/>
                      <a:pt x="835" y="1"/>
                      <a:pt x="8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55" name="Google Shape;1455;p11"/>
              <p:cNvSpPr/>
              <p:nvPr/>
            </p:nvSpPr>
            <p:spPr>
              <a:xfrm>
                <a:off x="340752" y="2185227"/>
                <a:ext cx="16974" cy="17748"/>
              </a:xfrm>
              <a:custGeom>
                <a:avLst/>
                <a:gdLst/>
                <a:ahLst/>
                <a:cxnLst/>
                <a:rect l="l" t="t" r="r" b="b"/>
                <a:pathLst>
                  <a:path w="702" h="734" extrusionOk="0">
                    <a:moveTo>
                      <a:pt x="568" y="0"/>
                    </a:moveTo>
                    <a:cubicBezTo>
                      <a:pt x="568" y="0"/>
                      <a:pt x="267" y="33"/>
                      <a:pt x="134" y="167"/>
                    </a:cubicBezTo>
                    <a:cubicBezTo>
                      <a:pt x="67" y="334"/>
                      <a:pt x="1" y="567"/>
                      <a:pt x="1" y="567"/>
                    </a:cubicBezTo>
                    <a:cubicBezTo>
                      <a:pt x="1" y="567"/>
                      <a:pt x="201" y="701"/>
                      <a:pt x="134" y="734"/>
                    </a:cubicBezTo>
                    <a:cubicBezTo>
                      <a:pt x="134" y="734"/>
                      <a:pt x="401" y="600"/>
                      <a:pt x="501" y="534"/>
                    </a:cubicBezTo>
                    <a:cubicBezTo>
                      <a:pt x="601" y="434"/>
                      <a:pt x="701" y="200"/>
                      <a:pt x="701" y="200"/>
                    </a:cubicBezTo>
                    <a:lnTo>
                      <a:pt x="56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56" name="Google Shape;1456;p11"/>
              <p:cNvSpPr/>
              <p:nvPr/>
            </p:nvSpPr>
            <p:spPr>
              <a:xfrm>
                <a:off x="360918" y="2199735"/>
                <a:ext cx="13734" cy="16152"/>
              </a:xfrm>
              <a:custGeom>
                <a:avLst/>
                <a:gdLst/>
                <a:ahLst/>
                <a:cxnLst/>
                <a:rect l="l" t="t" r="r" b="b"/>
                <a:pathLst>
                  <a:path w="568" h="668" extrusionOk="0">
                    <a:moveTo>
                      <a:pt x="334" y="0"/>
                    </a:moveTo>
                    <a:cubicBezTo>
                      <a:pt x="334" y="0"/>
                      <a:pt x="134" y="101"/>
                      <a:pt x="67" y="167"/>
                    </a:cubicBezTo>
                    <a:cubicBezTo>
                      <a:pt x="34" y="267"/>
                      <a:pt x="1" y="501"/>
                      <a:pt x="1" y="501"/>
                    </a:cubicBezTo>
                    <a:cubicBezTo>
                      <a:pt x="1" y="501"/>
                      <a:pt x="201" y="634"/>
                      <a:pt x="201" y="668"/>
                    </a:cubicBezTo>
                    <a:cubicBezTo>
                      <a:pt x="201" y="668"/>
                      <a:pt x="401" y="601"/>
                      <a:pt x="501" y="467"/>
                    </a:cubicBezTo>
                    <a:cubicBezTo>
                      <a:pt x="534" y="401"/>
                      <a:pt x="568" y="301"/>
                      <a:pt x="568" y="234"/>
                    </a:cubicBezTo>
                    <a:lnTo>
                      <a:pt x="568" y="101"/>
                    </a:lnTo>
                    <a:lnTo>
                      <a:pt x="3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57" name="Google Shape;1457;p11"/>
              <p:cNvSpPr/>
              <p:nvPr/>
            </p:nvSpPr>
            <p:spPr>
              <a:xfrm>
                <a:off x="548047" y="2094891"/>
                <a:ext cx="14532" cy="14532"/>
              </a:xfrm>
              <a:custGeom>
                <a:avLst/>
                <a:gdLst/>
                <a:ahLst/>
                <a:cxnLst/>
                <a:rect l="l" t="t" r="r" b="b"/>
                <a:pathLst>
                  <a:path w="601" h="601" extrusionOk="0">
                    <a:moveTo>
                      <a:pt x="434" y="0"/>
                    </a:moveTo>
                    <a:cubicBezTo>
                      <a:pt x="434" y="0"/>
                      <a:pt x="201" y="67"/>
                      <a:pt x="134" y="133"/>
                    </a:cubicBezTo>
                    <a:cubicBezTo>
                      <a:pt x="34" y="234"/>
                      <a:pt x="0" y="434"/>
                      <a:pt x="0" y="434"/>
                    </a:cubicBezTo>
                    <a:cubicBezTo>
                      <a:pt x="0" y="467"/>
                      <a:pt x="134" y="600"/>
                      <a:pt x="167" y="600"/>
                    </a:cubicBezTo>
                    <a:cubicBezTo>
                      <a:pt x="167" y="600"/>
                      <a:pt x="367" y="567"/>
                      <a:pt x="467" y="467"/>
                    </a:cubicBezTo>
                    <a:cubicBezTo>
                      <a:pt x="534" y="400"/>
                      <a:pt x="601" y="167"/>
                      <a:pt x="601" y="167"/>
                    </a:cubicBezTo>
                    <a:lnTo>
                      <a:pt x="4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58" name="Google Shape;1458;p11"/>
              <p:cNvSpPr/>
              <p:nvPr/>
            </p:nvSpPr>
            <p:spPr>
              <a:xfrm>
                <a:off x="554503" y="2109399"/>
                <a:ext cx="21786" cy="21810"/>
              </a:xfrm>
              <a:custGeom>
                <a:avLst/>
                <a:gdLst/>
                <a:ahLst/>
                <a:cxnLst/>
                <a:rect l="l" t="t" r="r" b="b"/>
                <a:pathLst>
                  <a:path w="901" h="902" extrusionOk="0">
                    <a:moveTo>
                      <a:pt x="734" y="0"/>
                    </a:moveTo>
                    <a:cubicBezTo>
                      <a:pt x="734" y="0"/>
                      <a:pt x="434" y="167"/>
                      <a:pt x="267" y="301"/>
                    </a:cubicBezTo>
                    <a:cubicBezTo>
                      <a:pt x="167" y="467"/>
                      <a:pt x="0" y="734"/>
                      <a:pt x="0" y="734"/>
                    </a:cubicBezTo>
                    <a:cubicBezTo>
                      <a:pt x="0" y="801"/>
                      <a:pt x="167" y="901"/>
                      <a:pt x="167" y="901"/>
                    </a:cubicBezTo>
                    <a:cubicBezTo>
                      <a:pt x="167" y="901"/>
                      <a:pt x="434" y="801"/>
                      <a:pt x="601" y="634"/>
                    </a:cubicBezTo>
                    <a:cubicBezTo>
                      <a:pt x="734" y="467"/>
                      <a:pt x="901" y="167"/>
                      <a:pt x="901" y="167"/>
                    </a:cubicBezTo>
                    <a:lnTo>
                      <a:pt x="7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59" name="Google Shape;1459;p11"/>
              <p:cNvSpPr/>
              <p:nvPr/>
            </p:nvSpPr>
            <p:spPr>
              <a:xfrm>
                <a:off x="570631" y="2122311"/>
                <a:ext cx="18570" cy="23406"/>
              </a:xfrm>
              <a:custGeom>
                <a:avLst/>
                <a:gdLst/>
                <a:ahLst/>
                <a:cxnLst/>
                <a:rect l="l" t="t" r="r" b="b"/>
                <a:pathLst>
                  <a:path w="768" h="968" extrusionOk="0">
                    <a:moveTo>
                      <a:pt x="567" y="0"/>
                    </a:moveTo>
                    <a:cubicBezTo>
                      <a:pt x="567" y="0"/>
                      <a:pt x="534" y="100"/>
                      <a:pt x="434" y="134"/>
                    </a:cubicBezTo>
                    <a:cubicBezTo>
                      <a:pt x="367" y="200"/>
                      <a:pt x="267" y="267"/>
                      <a:pt x="234" y="334"/>
                    </a:cubicBezTo>
                    <a:cubicBezTo>
                      <a:pt x="167" y="434"/>
                      <a:pt x="100" y="501"/>
                      <a:pt x="67" y="601"/>
                    </a:cubicBezTo>
                    <a:lnTo>
                      <a:pt x="0" y="767"/>
                    </a:lnTo>
                    <a:cubicBezTo>
                      <a:pt x="0" y="801"/>
                      <a:pt x="100" y="968"/>
                      <a:pt x="100" y="968"/>
                    </a:cubicBezTo>
                    <a:lnTo>
                      <a:pt x="267" y="867"/>
                    </a:lnTo>
                    <a:cubicBezTo>
                      <a:pt x="401" y="834"/>
                      <a:pt x="501" y="767"/>
                      <a:pt x="567" y="667"/>
                    </a:cubicBezTo>
                    <a:cubicBezTo>
                      <a:pt x="668" y="601"/>
                      <a:pt x="701" y="467"/>
                      <a:pt x="734" y="334"/>
                    </a:cubicBezTo>
                    <a:cubicBezTo>
                      <a:pt x="768" y="200"/>
                      <a:pt x="768" y="134"/>
                      <a:pt x="768" y="134"/>
                    </a:cubicBezTo>
                    <a:cubicBezTo>
                      <a:pt x="768" y="100"/>
                      <a:pt x="567" y="0"/>
                      <a:pt x="5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60" name="Google Shape;1460;p11"/>
              <p:cNvSpPr/>
              <p:nvPr/>
            </p:nvSpPr>
            <p:spPr>
              <a:xfrm>
                <a:off x="397212" y="2638505"/>
                <a:ext cx="24228" cy="12138"/>
              </a:xfrm>
              <a:custGeom>
                <a:avLst/>
                <a:gdLst/>
                <a:ahLst/>
                <a:cxnLst/>
                <a:rect l="l" t="t" r="r" b="b"/>
                <a:pathLst>
                  <a:path w="1002" h="502" extrusionOk="0">
                    <a:moveTo>
                      <a:pt x="434" y="1"/>
                    </a:moveTo>
                    <a:cubicBezTo>
                      <a:pt x="368" y="1"/>
                      <a:pt x="267" y="34"/>
                      <a:pt x="201" y="34"/>
                    </a:cubicBezTo>
                    <a:cubicBezTo>
                      <a:pt x="101" y="101"/>
                      <a:pt x="34" y="101"/>
                      <a:pt x="34" y="101"/>
                    </a:cubicBezTo>
                    <a:lnTo>
                      <a:pt x="1" y="334"/>
                    </a:lnTo>
                    <a:lnTo>
                      <a:pt x="167" y="434"/>
                    </a:lnTo>
                    <a:cubicBezTo>
                      <a:pt x="267" y="468"/>
                      <a:pt x="401" y="501"/>
                      <a:pt x="501" y="501"/>
                    </a:cubicBezTo>
                    <a:cubicBezTo>
                      <a:pt x="601" y="501"/>
                      <a:pt x="734" y="468"/>
                      <a:pt x="835" y="434"/>
                    </a:cubicBezTo>
                    <a:lnTo>
                      <a:pt x="1001" y="334"/>
                    </a:lnTo>
                    <a:cubicBezTo>
                      <a:pt x="1001" y="334"/>
                      <a:pt x="935" y="134"/>
                      <a:pt x="868" y="101"/>
                    </a:cubicBezTo>
                    <a:cubicBezTo>
                      <a:pt x="868" y="101"/>
                      <a:pt x="768" y="34"/>
                      <a:pt x="701" y="34"/>
                    </a:cubicBezTo>
                    <a:cubicBezTo>
                      <a:pt x="601" y="34"/>
                      <a:pt x="534" y="1"/>
                      <a:pt x="4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61" name="Google Shape;1461;p11"/>
              <p:cNvSpPr/>
              <p:nvPr/>
            </p:nvSpPr>
            <p:spPr>
              <a:xfrm>
                <a:off x="387540" y="2665853"/>
                <a:ext cx="42702" cy="15572"/>
              </a:xfrm>
              <a:custGeom>
                <a:avLst/>
                <a:gdLst/>
                <a:ahLst/>
                <a:cxnLst/>
                <a:rect l="l" t="t" r="r" b="b"/>
                <a:pathLst>
                  <a:path w="1766" h="644" extrusionOk="0">
                    <a:moveTo>
                      <a:pt x="1644" y="0"/>
                    </a:moveTo>
                    <a:cubicBezTo>
                      <a:pt x="1640" y="0"/>
                      <a:pt x="1637" y="1"/>
                      <a:pt x="1635" y="4"/>
                    </a:cubicBezTo>
                    <a:cubicBezTo>
                      <a:pt x="1635" y="4"/>
                      <a:pt x="1101" y="37"/>
                      <a:pt x="801" y="137"/>
                    </a:cubicBezTo>
                    <a:cubicBezTo>
                      <a:pt x="467" y="171"/>
                      <a:pt x="0" y="371"/>
                      <a:pt x="0" y="371"/>
                    </a:cubicBezTo>
                    <a:lnTo>
                      <a:pt x="67" y="638"/>
                    </a:lnTo>
                    <a:cubicBezTo>
                      <a:pt x="67" y="638"/>
                      <a:pt x="152" y="643"/>
                      <a:pt x="276" y="643"/>
                    </a:cubicBezTo>
                    <a:cubicBezTo>
                      <a:pt x="462" y="643"/>
                      <a:pt x="734" y="631"/>
                      <a:pt x="934" y="571"/>
                    </a:cubicBezTo>
                    <a:cubicBezTo>
                      <a:pt x="1268" y="471"/>
                      <a:pt x="1735" y="204"/>
                      <a:pt x="1735" y="204"/>
                    </a:cubicBezTo>
                    <a:cubicBezTo>
                      <a:pt x="1766" y="173"/>
                      <a:pt x="1683" y="0"/>
                      <a:pt x="16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62" name="Google Shape;1462;p11"/>
              <p:cNvSpPr/>
              <p:nvPr/>
            </p:nvSpPr>
            <p:spPr>
              <a:xfrm>
                <a:off x="403668" y="2690130"/>
                <a:ext cx="33900" cy="15717"/>
              </a:xfrm>
              <a:custGeom>
                <a:avLst/>
                <a:gdLst/>
                <a:ahLst/>
                <a:cxnLst/>
                <a:rect l="l" t="t" r="r" b="b"/>
                <a:pathLst>
                  <a:path w="1402" h="650" extrusionOk="0">
                    <a:moveTo>
                      <a:pt x="1168" y="1"/>
                    </a:moveTo>
                    <a:cubicBezTo>
                      <a:pt x="1168" y="1"/>
                      <a:pt x="1101" y="34"/>
                      <a:pt x="968" y="34"/>
                    </a:cubicBezTo>
                    <a:cubicBezTo>
                      <a:pt x="834" y="67"/>
                      <a:pt x="701" y="67"/>
                      <a:pt x="601" y="134"/>
                    </a:cubicBezTo>
                    <a:cubicBezTo>
                      <a:pt x="367" y="201"/>
                      <a:pt x="0" y="368"/>
                      <a:pt x="0" y="368"/>
                    </a:cubicBezTo>
                    <a:lnTo>
                      <a:pt x="34" y="634"/>
                    </a:lnTo>
                    <a:cubicBezTo>
                      <a:pt x="34" y="634"/>
                      <a:pt x="227" y="649"/>
                      <a:pt x="434" y="649"/>
                    </a:cubicBezTo>
                    <a:cubicBezTo>
                      <a:pt x="538" y="649"/>
                      <a:pt x="645" y="646"/>
                      <a:pt x="734" y="634"/>
                    </a:cubicBezTo>
                    <a:cubicBezTo>
                      <a:pt x="834" y="568"/>
                      <a:pt x="1001" y="501"/>
                      <a:pt x="1135" y="401"/>
                    </a:cubicBezTo>
                    <a:cubicBezTo>
                      <a:pt x="1268" y="368"/>
                      <a:pt x="1335" y="301"/>
                      <a:pt x="1335" y="301"/>
                    </a:cubicBezTo>
                    <a:cubicBezTo>
                      <a:pt x="1401" y="301"/>
                      <a:pt x="1268" y="67"/>
                      <a:pt x="11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63" name="Google Shape;1463;p11"/>
              <p:cNvSpPr/>
              <p:nvPr/>
            </p:nvSpPr>
            <p:spPr>
              <a:xfrm>
                <a:off x="423834" y="2710296"/>
                <a:ext cx="24228" cy="12114"/>
              </a:xfrm>
              <a:custGeom>
                <a:avLst/>
                <a:gdLst/>
                <a:ahLst/>
                <a:cxnLst/>
                <a:rect l="l" t="t" r="r" b="b"/>
                <a:pathLst>
                  <a:path w="1002" h="501" extrusionOk="0">
                    <a:moveTo>
                      <a:pt x="768" y="1"/>
                    </a:moveTo>
                    <a:cubicBezTo>
                      <a:pt x="718" y="17"/>
                      <a:pt x="668" y="17"/>
                      <a:pt x="617" y="17"/>
                    </a:cubicBezTo>
                    <a:cubicBezTo>
                      <a:pt x="567" y="17"/>
                      <a:pt x="517" y="17"/>
                      <a:pt x="467" y="34"/>
                    </a:cubicBezTo>
                    <a:cubicBezTo>
                      <a:pt x="401" y="34"/>
                      <a:pt x="267" y="67"/>
                      <a:pt x="167" y="101"/>
                    </a:cubicBezTo>
                    <a:lnTo>
                      <a:pt x="0" y="201"/>
                    </a:lnTo>
                    <a:lnTo>
                      <a:pt x="0" y="434"/>
                    </a:lnTo>
                    <a:cubicBezTo>
                      <a:pt x="0" y="434"/>
                      <a:pt x="67" y="434"/>
                      <a:pt x="167" y="501"/>
                    </a:cubicBezTo>
                    <a:lnTo>
                      <a:pt x="501" y="501"/>
                    </a:lnTo>
                    <a:cubicBezTo>
                      <a:pt x="634" y="468"/>
                      <a:pt x="768" y="401"/>
                      <a:pt x="834" y="334"/>
                    </a:cubicBezTo>
                    <a:cubicBezTo>
                      <a:pt x="968" y="234"/>
                      <a:pt x="1001" y="201"/>
                      <a:pt x="1001" y="201"/>
                    </a:cubicBezTo>
                    <a:cubicBezTo>
                      <a:pt x="1001" y="201"/>
                      <a:pt x="934" y="34"/>
                      <a:pt x="9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64" name="Google Shape;1464;p11"/>
              <p:cNvSpPr/>
              <p:nvPr/>
            </p:nvSpPr>
            <p:spPr>
              <a:xfrm>
                <a:off x="555301" y="2756262"/>
                <a:ext cx="41976" cy="12138"/>
              </a:xfrm>
              <a:custGeom>
                <a:avLst/>
                <a:gdLst/>
                <a:ahLst/>
                <a:cxnLst/>
                <a:rect l="l" t="t" r="r" b="b"/>
                <a:pathLst>
                  <a:path w="1736" h="502" extrusionOk="0">
                    <a:moveTo>
                      <a:pt x="868" y="1"/>
                    </a:moveTo>
                    <a:cubicBezTo>
                      <a:pt x="701" y="1"/>
                      <a:pt x="501" y="68"/>
                      <a:pt x="334" y="68"/>
                    </a:cubicBezTo>
                    <a:cubicBezTo>
                      <a:pt x="167" y="101"/>
                      <a:pt x="34" y="101"/>
                      <a:pt x="34" y="101"/>
                    </a:cubicBezTo>
                    <a:cubicBezTo>
                      <a:pt x="1" y="101"/>
                      <a:pt x="1" y="335"/>
                      <a:pt x="1" y="335"/>
                    </a:cubicBezTo>
                    <a:cubicBezTo>
                      <a:pt x="1" y="335"/>
                      <a:pt x="134" y="401"/>
                      <a:pt x="301" y="435"/>
                    </a:cubicBezTo>
                    <a:cubicBezTo>
                      <a:pt x="468" y="468"/>
                      <a:pt x="701" y="501"/>
                      <a:pt x="868" y="501"/>
                    </a:cubicBezTo>
                    <a:cubicBezTo>
                      <a:pt x="1035" y="468"/>
                      <a:pt x="1302" y="468"/>
                      <a:pt x="1468" y="401"/>
                    </a:cubicBezTo>
                    <a:cubicBezTo>
                      <a:pt x="1635" y="301"/>
                      <a:pt x="1735" y="268"/>
                      <a:pt x="1735" y="268"/>
                    </a:cubicBezTo>
                    <a:cubicBezTo>
                      <a:pt x="1735" y="268"/>
                      <a:pt x="1702" y="68"/>
                      <a:pt x="17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65" name="Google Shape;1465;p11"/>
              <p:cNvSpPr/>
              <p:nvPr/>
            </p:nvSpPr>
            <p:spPr>
              <a:xfrm>
                <a:off x="576265" y="2788542"/>
                <a:ext cx="33102" cy="13734"/>
              </a:xfrm>
              <a:custGeom>
                <a:avLst/>
                <a:gdLst/>
                <a:ahLst/>
                <a:cxnLst/>
                <a:rect l="l" t="t" r="r" b="b"/>
                <a:pathLst>
                  <a:path w="1369" h="568" extrusionOk="0">
                    <a:moveTo>
                      <a:pt x="1302" y="0"/>
                    </a:moveTo>
                    <a:cubicBezTo>
                      <a:pt x="1302" y="0"/>
                      <a:pt x="868" y="0"/>
                      <a:pt x="635" y="67"/>
                    </a:cubicBezTo>
                    <a:cubicBezTo>
                      <a:pt x="368" y="100"/>
                      <a:pt x="1" y="300"/>
                      <a:pt x="1" y="300"/>
                    </a:cubicBezTo>
                    <a:lnTo>
                      <a:pt x="34" y="567"/>
                    </a:lnTo>
                    <a:cubicBezTo>
                      <a:pt x="34" y="567"/>
                      <a:pt x="468" y="567"/>
                      <a:pt x="701" y="501"/>
                    </a:cubicBezTo>
                    <a:cubicBezTo>
                      <a:pt x="968" y="467"/>
                      <a:pt x="1335" y="267"/>
                      <a:pt x="1335" y="267"/>
                    </a:cubicBezTo>
                    <a:cubicBezTo>
                      <a:pt x="1369" y="267"/>
                      <a:pt x="1335" y="67"/>
                      <a:pt x="13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66" name="Google Shape;1466;p11"/>
              <p:cNvSpPr/>
              <p:nvPr/>
            </p:nvSpPr>
            <p:spPr>
              <a:xfrm>
                <a:off x="583543" y="2812722"/>
                <a:ext cx="28242" cy="14556"/>
              </a:xfrm>
              <a:custGeom>
                <a:avLst/>
                <a:gdLst/>
                <a:ahLst/>
                <a:cxnLst/>
                <a:rect l="l" t="t" r="r" b="b"/>
                <a:pathLst>
                  <a:path w="1168" h="602" extrusionOk="0">
                    <a:moveTo>
                      <a:pt x="1068" y="1"/>
                    </a:moveTo>
                    <a:cubicBezTo>
                      <a:pt x="1068" y="1"/>
                      <a:pt x="701" y="1"/>
                      <a:pt x="500" y="101"/>
                    </a:cubicBezTo>
                    <a:cubicBezTo>
                      <a:pt x="300" y="134"/>
                      <a:pt x="0" y="335"/>
                      <a:pt x="0" y="335"/>
                    </a:cubicBezTo>
                    <a:lnTo>
                      <a:pt x="33" y="601"/>
                    </a:lnTo>
                    <a:cubicBezTo>
                      <a:pt x="33" y="601"/>
                      <a:pt x="400" y="601"/>
                      <a:pt x="667" y="568"/>
                    </a:cubicBezTo>
                    <a:cubicBezTo>
                      <a:pt x="867" y="468"/>
                      <a:pt x="1168" y="234"/>
                      <a:pt x="1168" y="234"/>
                    </a:cubicBezTo>
                    <a:lnTo>
                      <a:pt x="106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67" name="Google Shape;1467;p11"/>
              <p:cNvSpPr/>
              <p:nvPr/>
            </p:nvSpPr>
            <p:spPr>
              <a:xfrm>
                <a:off x="602089" y="2849839"/>
                <a:ext cx="25026" cy="13275"/>
              </a:xfrm>
              <a:custGeom>
                <a:avLst/>
                <a:gdLst/>
                <a:ahLst/>
                <a:cxnLst/>
                <a:rect l="l" t="t" r="r" b="b"/>
                <a:pathLst>
                  <a:path w="1035" h="549" extrusionOk="0">
                    <a:moveTo>
                      <a:pt x="934" y="0"/>
                    </a:moveTo>
                    <a:cubicBezTo>
                      <a:pt x="934" y="0"/>
                      <a:pt x="634" y="0"/>
                      <a:pt x="467" y="67"/>
                    </a:cubicBezTo>
                    <a:cubicBezTo>
                      <a:pt x="301" y="100"/>
                      <a:pt x="67" y="267"/>
                      <a:pt x="67" y="267"/>
                    </a:cubicBezTo>
                    <a:cubicBezTo>
                      <a:pt x="0" y="267"/>
                      <a:pt x="100" y="534"/>
                      <a:pt x="100" y="534"/>
                    </a:cubicBezTo>
                    <a:cubicBezTo>
                      <a:pt x="100" y="534"/>
                      <a:pt x="249" y="549"/>
                      <a:pt x="397" y="549"/>
                    </a:cubicBezTo>
                    <a:cubicBezTo>
                      <a:pt x="471" y="549"/>
                      <a:pt x="545" y="545"/>
                      <a:pt x="601" y="534"/>
                    </a:cubicBezTo>
                    <a:cubicBezTo>
                      <a:pt x="768" y="434"/>
                      <a:pt x="1034" y="234"/>
                      <a:pt x="1034" y="234"/>
                    </a:cubicBezTo>
                    <a:cubicBezTo>
                      <a:pt x="1034" y="201"/>
                      <a:pt x="934" y="34"/>
                      <a:pt x="9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68" name="Google Shape;1468;p11"/>
              <p:cNvSpPr/>
              <p:nvPr/>
            </p:nvSpPr>
            <p:spPr>
              <a:xfrm>
                <a:off x="635143" y="2888551"/>
                <a:ext cx="18594" cy="12114"/>
              </a:xfrm>
              <a:custGeom>
                <a:avLst/>
                <a:gdLst/>
                <a:ahLst/>
                <a:cxnLst/>
                <a:rect l="l" t="t" r="r" b="b"/>
                <a:pathLst>
                  <a:path w="769" h="501" extrusionOk="0">
                    <a:moveTo>
                      <a:pt x="368" y="1"/>
                    </a:moveTo>
                    <a:cubicBezTo>
                      <a:pt x="268" y="1"/>
                      <a:pt x="201" y="34"/>
                      <a:pt x="101" y="67"/>
                    </a:cubicBezTo>
                    <a:cubicBezTo>
                      <a:pt x="34" y="134"/>
                      <a:pt x="1" y="167"/>
                      <a:pt x="1" y="167"/>
                    </a:cubicBezTo>
                    <a:cubicBezTo>
                      <a:pt x="1" y="201"/>
                      <a:pt x="68" y="401"/>
                      <a:pt x="68" y="401"/>
                    </a:cubicBezTo>
                    <a:cubicBezTo>
                      <a:pt x="68" y="401"/>
                      <a:pt x="101" y="468"/>
                      <a:pt x="201" y="468"/>
                    </a:cubicBezTo>
                    <a:cubicBezTo>
                      <a:pt x="268" y="501"/>
                      <a:pt x="335" y="501"/>
                      <a:pt x="401" y="501"/>
                    </a:cubicBezTo>
                    <a:cubicBezTo>
                      <a:pt x="568" y="501"/>
                      <a:pt x="768" y="367"/>
                      <a:pt x="768" y="367"/>
                    </a:cubicBezTo>
                    <a:cubicBezTo>
                      <a:pt x="768" y="334"/>
                      <a:pt x="768" y="134"/>
                      <a:pt x="735" y="134"/>
                    </a:cubicBezTo>
                    <a:cubicBezTo>
                      <a:pt x="735" y="134"/>
                      <a:pt x="535" y="1"/>
                      <a:pt x="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69" name="Google Shape;1469;p11"/>
              <p:cNvSpPr/>
              <p:nvPr/>
            </p:nvSpPr>
            <p:spPr>
              <a:xfrm>
                <a:off x="386355" y="2370881"/>
                <a:ext cx="725207" cy="731880"/>
              </a:xfrm>
              <a:custGeom>
                <a:avLst/>
                <a:gdLst/>
                <a:ahLst/>
                <a:cxnLst/>
                <a:rect l="l" t="t" r="r" b="b"/>
                <a:pathLst>
                  <a:path w="29992" h="30268" extrusionOk="0">
                    <a:moveTo>
                      <a:pt x="29808" y="0"/>
                    </a:moveTo>
                    <a:cubicBezTo>
                      <a:pt x="29732" y="0"/>
                      <a:pt x="29628" y="48"/>
                      <a:pt x="29504" y="161"/>
                    </a:cubicBezTo>
                    <a:cubicBezTo>
                      <a:pt x="29504" y="161"/>
                      <a:pt x="29504" y="194"/>
                      <a:pt x="29404" y="261"/>
                    </a:cubicBezTo>
                    <a:cubicBezTo>
                      <a:pt x="29370" y="361"/>
                      <a:pt x="29237" y="495"/>
                      <a:pt x="29170" y="695"/>
                    </a:cubicBezTo>
                    <a:cubicBezTo>
                      <a:pt x="29070" y="861"/>
                      <a:pt x="28937" y="1095"/>
                      <a:pt x="28837" y="1395"/>
                    </a:cubicBezTo>
                    <a:cubicBezTo>
                      <a:pt x="28703" y="1729"/>
                      <a:pt x="28570" y="2062"/>
                      <a:pt x="28503" y="2429"/>
                    </a:cubicBezTo>
                    <a:cubicBezTo>
                      <a:pt x="28269" y="3230"/>
                      <a:pt x="28236" y="4197"/>
                      <a:pt x="28236" y="5231"/>
                    </a:cubicBezTo>
                    <a:cubicBezTo>
                      <a:pt x="28236" y="6332"/>
                      <a:pt x="28336" y="7433"/>
                      <a:pt x="28236" y="8667"/>
                    </a:cubicBezTo>
                    <a:cubicBezTo>
                      <a:pt x="28136" y="11069"/>
                      <a:pt x="26401" y="13437"/>
                      <a:pt x="24066" y="14738"/>
                    </a:cubicBezTo>
                    <a:cubicBezTo>
                      <a:pt x="22899" y="15405"/>
                      <a:pt x="21665" y="16006"/>
                      <a:pt x="20531" y="16773"/>
                    </a:cubicBezTo>
                    <a:cubicBezTo>
                      <a:pt x="19396" y="17540"/>
                      <a:pt x="18496" y="18574"/>
                      <a:pt x="17862" y="19675"/>
                    </a:cubicBezTo>
                    <a:cubicBezTo>
                      <a:pt x="17762" y="19775"/>
                      <a:pt x="17695" y="19942"/>
                      <a:pt x="17595" y="20075"/>
                    </a:cubicBezTo>
                    <a:cubicBezTo>
                      <a:pt x="17562" y="20242"/>
                      <a:pt x="17495" y="20375"/>
                      <a:pt x="17428" y="20542"/>
                    </a:cubicBezTo>
                    <a:cubicBezTo>
                      <a:pt x="17328" y="20842"/>
                      <a:pt x="17228" y="21109"/>
                      <a:pt x="17162" y="21443"/>
                    </a:cubicBezTo>
                    <a:cubicBezTo>
                      <a:pt x="16995" y="22110"/>
                      <a:pt x="16861" y="22777"/>
                      <a:pt x="16828" y="23444"/>
                    </a:cubicBezTo>
                    <a:cubicBezTo>
                      <a:pt x="16761" y="24111"/>
                      <a:pt x="16761" y="24845"/>
                      <a:pt x="16728" y="25446"/>
                    </a:cubicBezTo>
                    <a:cubicBezTo>
                      <a:pt x="16695" y="26080"/>
                      <a:pt x="16494" y="26613"/>
                      <a:pt x="15994" y="26947"/>
                    </a:cubicBezTo>
                    <a:cubicBezTo>
                      <a:pt x="15494" y="27280"/>
                      <a:pt x="14827" y="27514"/>
                      <a:pt x="14193" y="27614"/>
                    </a:cubicBezTo>
                    <a:cubicBezTo>
                      <a:pt x="13559" y="27781"/>
                      <a:pt x="12892" y="27881"/>
                      <a:pt x="12225" y="27948"/>
                    </a:cubicBezTo>
                    <a:cubicBezTo>
                      <a:pt x="11723" y="28038"/>
                      <a:pt x="11226" y="28073"/>
                      <a:pt x="10734" y="28073"/>
                    </a:cubicBezTo>
                    <a:cubicBezTo>
                      <a:pt x="9950" y="28073"/>
                      <a:pt x="9180" y="27983"/>
                      <a:pt x="8422" y="27881"/>
                    </a:cubicBezTo>
                    <a:cubicBezTo>
                      <a:pt x="7311" y="27726"/>
                      <a:pt x="6228" y="27544"/>
                      <a:pt x="5227" y="27544"/>
                    </a:cubicBezTo>
                    <a:cubicBezTo>
                      <a:pt x="5146" y="27544"/>
                      <a:pt x="5066" y="27545"/>
                      <a:pt x="4986" y="27547"/>
                    </a:cubicBezTo>
                    <a:cubicBezTo>
                      <a:pt x="3885" y="27581"/>
                      <a:pt x="2918" y="27881"/>
                      <a:pt x="2218" y="28248"/>
                    </a:cubicBezTo>
                    <a:cubicBezTo>
                      <a:pt x="2017" y="28348"/>
                      <a:pt x="1884" y="28448"/>
                      <a:pt x="1717" y="28548"/>
                    </a:cubicBezTo>
                    <a:cubicBezTo>
                      <a:pt x="1550" y="28615"/>
                      <a:pt x="1417" y="28715"/>
                      <a:pt x="1317" y="28848"/>
                    </a:cubicBezTo>
                    <a:cubicBezTo>
                      <a:pt x="1050" y="29015"/>
                      <a:pt x="850" y="29215"/>
                      <a:pt x="683" y="29349"/>
                    </a:cubicBezTo>
                    <a:cubicBezTo>
                      <a:pt x="383" y="29682"/>
                      <a:pt x="216" y="29849"/>
                      <a:pt x="216" y="29849"/>
                    </a:cubicBezTo>
                    <a:cubicBezTo>
                      <a:pt x="1" y="30086"/>
                      <a:pt x="36" y="30267"/>
                      <a:pt x="186" y="30267"/>
                    </a:cubicBezTo>
                    <a:cubicBezTo>
                      <a:pt x="269" y="30267"/>
                      <a:pt x="386" y="30212"/>
                      <a:pt x="516" y="30082"/>
                    </a:cubicBezTo>
                    <a:lnTo>
                      <a:pt x="983" y="29615"/>
                    </a:lnTo>
                    <a:cubicBezTo>
                      <a:pt x="1150" y="29515"/>
                      <a:pt x="1317" y="29349"/>
                      <a:pt x="1550" y="29182"/>
                    </a:cubicBezTo>
                    <a:cubicBezTo>
                      <a:pt x="1650" y="29082"/>
                      <a:pt x="1817" y="29015"/>
                      <a:pt x="1917" y="28915"/>
                    </a:cubicBezTo>
                    <a:cubicBezTo>
                      <a:pt x="2084" y="28848"/>
                      <a:pt x="2218" y="28715"/>
                      <a:pt x="2384" y="28615"/>
                    </a:cubicBezTo>
                    <a:cubicBezTo>
                      <a:pt x="3051" y="28281"/>
                      <a:pt x="3919" y="28048"/>
                      <a:pt x="4919" y="28048"/>
                    </a:cubicBezTo>
                    <a:cubicBezTo>
                      <a:pt x="4989" y="28045"/>
                      <a:pt x="5059" y="28044"/>
                      <a:pt x="5129" y="28044"/>
                    </a:cubicBezTo>
                    <a:cubicBezTo>
                      <a:pt x="6131" y="28044"/>
                      <a:pt x="7168" y="28259"/>
                      <a:pt x="8322" y="28415"/>
                    </a:cubicBezTo>
                    <a:cubicBezTo>
                      <a:pt x="9142" y="28551"/>
                      <a:pt x="10025" y="28657"/>
                      <a:pt x="10938" y="28657"/>
                    </a:cubicBezTo>
                    <a:cubicBezTo>
                      <a:pt x="11361" y="28657"/>
                      <a:pt x="11791" y="28634"/>
                      <a:pt x="12225" y="28581"/>
                    </a:cubicBezTo>
                    <a:cubicBezTo>
                      <a:pt x="12892" y="28548"/>
                      <a:pt x="13592" y="28415"/>
                      <a:pt x="14259" y="28281"/>
                    </a:cubicBezTo>
                    <a:cubicBezTo>
                      <a:pt x="14993" y="28181"/>
                      <a:pt x="15660" y="27948"/>
                      <a:pt x="16328" y="27547"/>
                    </a:cubicBezTo>
                    <a:cubicBezTo>
                      <a:pt x="16661" y="27280"/>
                      <a:pt x="16928" y="27014"/>
                      <a:pt x="17095" y="26613"/>
                    </a:cubicBezTo>
                    <a:cubicBezTo>
                      <a:pt x="17262" y="26280"/>
                      <a:pt x="17328" y="25879"/>
                      <a:pt x="17362" y="25546"/>
                    </a:cubicBezTo>
                    <a:cubicBezTo>
                      <a:pt x="17395" y="24845"/>
                      <a:pt x="17395" y="24178"/>
                      <a:pt x="17428" y="23544"/>
                    </a:cubicBezTo>
                    <a:cubicBezTo>
                      <a:pt x="17495" y="22911"/>
                      <a:pt x="17595" y="22277"/>
                      <a:pt x="17762" y="21710"/>
                    </a:cubicBezTo>
                    <a:cubicBezTo>
                      <a:pt x="17862" y="21410"/>
                      <a:pt x="17995" y="21109"/>
                      <a:pt x="18062" y="20842"/>
                    </a:cubicBezTo>
                    <a:cubicBezTo>
                      <a:pt x="18096" y="20676"/>
                      <a:pt x="18196" y="20542"/>
                      <a:pt x="18229" y="20409"/>
                    </a:cubicBezTo>
                    <a:cubicBezTo>
                      <a:pt x="18329" y="20275"/>
                      <a:pt x="18362" y="20175"/>
                      <a:pt x="18429" y="20042"/>
                    </a:cubicBezTo>
                    <a:cubicBezTo>
                      <a:pt x="19030" y="19041"/>
                      <a:pt x="19830" y="18074"/>
                      <a:pt x="20898" y="17373"/>
                    </a:cubicBezTo>
                    <a:cubicBezTo>
                      <a:pt x="21932" y="16606"/>
                      <a:pt x="23166" y="16039"/>
                      <a:pt x="24367" y="15339"/>
                    </a:cubicBezTo>
                    <a:cubicBezTo>
                      <a:pt x="25568" y="14605"/>
                      <a:pt x="26702" y="13671"/>
                      <a:pt x="27436" y="12503"/>
                    </a:cubicBezTo>
                    <a:cubicBezTo>
                      <a:pt x="27669" y="12203"/>
                      <a:pt x="27869" y="11936"/>
                      <a:pt x="28003" y="11603"/>
                    </a:cubicBezTo>
                    <a:cubicBezTo>
                      <a:pt x="28036" y="11436"/>
                      <a:pt x="28103" y="11336"/>
                      <a:pt x="28203" y="11169"/>
                    </a:cubicBezTo>
                    <a:cubicBezTo>
                      <a:pt x="28269" y="11002"/>
                      <a:pt x="28336" y="10835"/>
                      <a:pt x="28370" y="10669"/>
                    </a:cubicBezTo>
                    <a:cubicBezTo>
                      <a:pt x="28636" y="10035"/>
                      <a:pt x="28703" y="9368"/>
                      <a:pt x="28736" y="8734"/>
                    </a:cubicBezTo>
                    <a:cubicBezTo>
                      <a:pt x="28837" y="7500"/>
                      <a:pt x="28703" y="6332"/>
                      <a:pt x="28703" y="5265"/>
                    </a:cubicBezTo>
                    <a:cubicBezTo>
                      <a:pt x="28670" y="4231"/>
                      <a:pt x="28703" y="3363"/>
                      <a:pt x="28870" y="2596"/>
                    </a:cubicBezTo>
                    <a:cubicBezTo>
                      <a:pt x="28970" y="2229"/>
                      <a:pt x="29070" y="1929"/>
                      <a:pt x="29170" y="1662"/>
                    </a:cubicBezTo>
                    <a:cubicBezTo>
                      <a:pt x="29304" y="1395"/>
                      <a:pt x="29404" y="1195"/>
                      <a:pt x="29504" y="995"/>
                    </a:cubicBezTo>
                    <a:cubicBezTo>
                      <a:pt x="29570" y="761"/>
                      <a:pt x="29704" y="661"/>
                      <a:pt x="29737" y="561"/>
                    </a:cubicBezTo>
                    <a:cubicBezTo>
                      <a:pt x="29804" y="495"/>
                      <a:pt x="29837" y="428"/>
                      <a:pt x="29837" y="428"/>
                    </a:cubicBezTo>
                    <a:cubicBezTo>
                      <a:pt x="29992" y="185"/>
                      <a:pt x="29956" y="0"/>
                      <a:pt x="298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70" name="Google Shape;1470;p11"/>
              <p:cNvSpPr/>
              <p:nvPr/>
            </p:nvSpPr>
            <p:spPr>
              <a:xfrm>
                <a:off x="685969" y="2216710"/>
                <a:ext cx="287162" cy="191070"/>
              </a:xfrm>
              <a:custGeom>
                <a:avLst/>
                <a:gdLst/>
                <a:ahLst/>
                <a:cxnLst/>
                <a:rect l="l" t="t" r="r" b="b"/>
                <a:pathLst>
                  <a:path w="11876" h="7902" extrusionOk="0">
                    <a:moveTo>
                      <a:pt x="200" y="1"/>
                    </a:moveTo>
                    <a:cubicBezTo>
                      <a:pt x="112" y="1"/>
                      <a:pt x="34" y="44"/>
                      <a:pt x="34" y="132"/>
                    </a:cubicBezTo>
                    <a:lnTo>
                      <a:pt x="34" y="433"/>
                    </a:lnTo>
                    <a:cubicBezTo>
                      <a:pt x="0" y="633"/>
                      <a:pt x="0" y="900"/>
                      <a:pt x="0" y="1233"/>
                    </a:cubicBezTo>
                    <a:cubicBezTo>
                      <a:pt x="0" y="1900"/>
                      <a:pt x="134" y="2801"/>
                      <a:pt x="501" y="3802"/>
                    </a:cubicBezTo>
                    <a:cubicBezTo>
                      <a:pt x="934" y="4802"/>
                      <a:pt x="1635" y="5803"/>
                      <a:pt x="2602" y="6570"/>
                    </a:cubicBezTo>
                    <a:cubicBezTo>
                      <a:pt x="3069" y="6937"/>
                      <a:pt x="3603" y="7204"/>
                      <a:pt x="4137" y="7438"/>
                    </a:cubicBezTo>
                    <a:cubicBezTo>
                      <a:pt x="4670" y="7638"/>
                      <a:pt x="5238" y="7805"/>
                      <a:pt x="5771" y="7871"/>
                    </a:cubicBezTo>
                    <a:cubicBezTo>
                      <a:pt x="5995" y="7886"/>
                      <a:pt x="6232" y="7901"/>
                      <a:pt x="6480" y="7901"/>
                    </a:cubicBezTo>
                    <a:cubicBezTo>
                      <a:pt x="6785" y="7901"/>
                      <a:pt x="7107" y="7878"/>
                      <a:pt x="7439" y="7805"/>
                    </a:cubicBezTo>
                    <a:cubicBezTo>
                      <a:pt x="7706" y="7771"/>
                      <a:pt x="8006" y="7671"/>
                      <a:pt x="8306" y="7604"/>
                    </a:cubicBezTo>
                    <a:cubicBezTo>
                      <a:pt x="8607" y="7471"/>
                      <a:pt x="8907" y="7404"/>
                      <a:pt x="9140" y="7237"/>
                    </a:cubicBezTo>
                    <a:cubicBezTo>
                      <a:pt x="9374" y="7104"/>
                      <a:pt x="9641" y="6904"/>
                      <a:pt x="9908" y="6737"/>
                    </a:cubicBezTo>
                    <a:cubicBezTo>
                      <a:pt x="10108" y="6537"/>
                      <a:pt x="10341" y="6370"/>
                      <a:pt x="10508" y="6103"/>
                    </a:cubicBezTo>
                    <a:cubicBezTo>
                      <a:pt x="10875" y="5636"/>
                      <a:pt x="11175" y="5136"/>
                      <a:pt x="11375" y="4636"/>
                    </a:cubicBezTo>
                    <a:cubicBezTo>
                      <a:pt x="11809" y="3635"/>
                      <a:pt x="11876" y="2734"/>
                      <a:pt x="11876" y="2067"/>
                    </a:cubicBezTo>
                    <a:cubicBezTo>
                      <a:pt x="11876" y="1734"/>
                      <a:pt x="11842" y="1433"/>
                      <a:pt x="11842" y="1267"/>
                    </a:cubicBezTo>
                    <a:lnTo>
                      <a:pt x="11842" y="966"/>
                    </a:lnTo>
                    <a:cubicBezTo>
                      <a:pt x="11842" y="878"/>
                      <a:pt x="11777" y="835"/>
                      <a:pt x="11701" y="835"/>
                    </a:cubicBezTo>
                    <a:cubicBezTo>
                      <a:pt x="11606" y="835"/>
                      <a:pt x="11494" y="903"/>
                      <a:pt x="11475" y="1033"/>
                    </a:cubicBezTo>
                    <a:lnTo>
                      <a:pt x="11475" y="1267"/>
                    </a:lnTo>
                    <a:cubicBezTo>
                      <a:pt x="11475" y="1433"/>
                      <a:pt x="11509" y="1700"/>
                      <a:pt x="11475" y="2034"/>
                    </a:cubicBezTo>
                    <a:cubicBezTo>
                      <a:pt x="11475" y="2634"/>
                      <a:pt x="11309" y="3568"/>
                      <a:pt x="10942" y="4435"/>
                    </a:cubicBezTo>
                    <a:cubicBezTo>
                      <a:pt x="10708" y="4869"/>
                      <a:pt x="10475" y="5303"/>
                      <a:pt x="10108" y="5703"/>
                    </a:cubicBezTo>
                    <a:cubicBezTo>
                      <a:pt x="9941" y="5903"/>
                      <a:pt x="9707" y="6070"/>
                      <a:pt x="9507" y="6237"/>
                    </a:cubicBezTo>
                    <a:cubicBezTo>
                      <a:pt x="9307" y="6370"/>
                      <a:pt x="9107" y="6537"/>
                      <a:pt x="8840" y="6637"/>
                    </a:cubicBezTo>
                    <a:cubicBezTo>
                      <a:pt x="8607" y="6770"/>
                      <a:pt x="8340" y="6871"/>
                      <a:pt x="8106" y="6937"/>
                    </a:cubicBezTo>
                    <a:cubicBezTo>
                      <a:pt x="7839" y="6971"/>
                      <a:pt x="7606" y="7071"/>
                      <a:pt x="7339" y="7104"/>
                    </a:cubicBezTo>
                    <a:cubicBezTo>
                      <a:pt x="7130" y="7143"/>
                      <a:pt x="6925" y="7157"/>
                      <a:pt x="6726" y="7157"/>
                    </a:cubicBezTo>
                    <a:cubicBezTo>
                      <a:pt x="6418" y="7157"/>
                      <a:pt x="6122" y="7124"/>
                      <a:pt x="5838" y="7104"/>
                    </a:cubicBezTo>
                    <a:cubicBezTo>
                      <a:pt x="5338" y="7071"/>
                      <a:pt x="4871" y="6937"/>
                      <a:pt x="4370" y="6770"/>
                    </a:cubicBezTo>
                    <a:cubicBezTo>
                      <a:pt x="3870" y="6604"/>
                      <a:pt x="3370" y="6370"/>
                      <a:pt x="2969" y="6037"/>
                    </a:cubicBezTo>
                    <a:cubicBezTo>
                      <a:pt x="2102" y="5403"/>
                      <a:pt x="1435" y="4536"/>
                      <a:pt x="1001" y="3602"/>
                    </a:cubicBezTo>
                    <a:cubicBezTo>
                      <a:pt x="601" y="2701"/>
                      <a:pt x="467" y="1800"/>
                      <a:pt x="434" y="1200"/>
                    </a:cubicBezTo>
                    <a:lnTo>
                      <a:pt x="434" y="433"/>
                    </a:lnTo>
                    <a:lnTo>
                      <a:pt x="434" y="199"/>
                    </a:lnTo>
                    <a:cubicBezTo>
                      <a:pt x="434" y="69"/>
                      <a:pt x="310" y="1"/>
                      <a:pt x="2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71" name="Google Shape;1471;p11"/>
              <p:cNvSpPr/>
              <p:nvPr/>
            </p:nvSpPr>
            <p:spPr>
              <a:xfrm rot="2507687">
                <a:off x="492095" y="3172939"/>
                <a:ext cx="292139" cy="292139"/>
              </a:xfrm>
              <a:prstGeom prst="mathPlus">
                <a:avLst>
                  <a:gd name="adj1" fmla="val 18896"/>
                </a:avLst>
              </a:prstGeom>
              <a:solidFill>
                <a:srgbClr val="CC4125"/>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1472" name="Google Shape;1472;p11"/>
          <p:cNvGrpSpPr/>
          <p:nvPr/>
        </p:nvGrpSpPr>
        <p:grpSpPr>
          <a:xfrm rot="-440793">
            <a:off x="7686144" y="-63706"/>
            <a:ext cx="1489267" cy="2879063"/>
            <a:chOff x="9389648" y="991722"/>
            <a:chExt cx="1634619" cy="3160058"/>
          </a:xfrm>
        </p:grpSpPr>
        <p:sp>
          <p:nvSpPr>
            <p:cNvPr id="1473" name="Google Shape;1473;p11"/>
            <p:cNvSpPr/>
            <p:nvPr/>
          </p:nvSpPr>
          <p:spPr>
            <a:xfrm>
              <a:off x="9713224" y="3611398"/>
              <a:ext cx="353969" cy="101250"/>
            </a:xfrm>
            <a:custGeom>
              <a:avLst/>
              <a:gdLst/>
              <a:ahLst/>
              <a:cxnLst/>
              <a:rect l="l" t="t" r="r" b="b"/>
              <a:pathLst>
                <a:path w="15711" h="4494" extrusionOk="0">
                  <a:moveTo>
                    <a:pt x="12157" y="0"/>
                  </a:moveTo>
                  <a:lnTo>
                    <a:pt x="12124" y="67"/>
                  </a:lnTo>
                  <a:cubicBezTo>
                    <a:pt x="11957" y="301"/>
                    <a:pt x="11824" y="467"/>
                    <a:pt x="11657" y="668"/>
                  </a:cubicBezTo>
                  <a:cubicBezTo>
                    <a:pt x="11557" y="734"/>
                    <a:pt x="11490" y="868"/>
                    <a:pt x="11390" y="968"/>
                  </a:cubicBezTo>
                  <a:lnTo>
                    <a:pt x="11290" y="1068"/>
                  </a:lnTo>
                  <a:lnTo>
                    <a:pt x="11023" y="1335"/>
                  </a:lnTo>
                  <a:cubicBezTo>
                    <a:pt x="10289" y="2002"/>
                    <a:pt x="9355" y="2402"/>
                    <a:pt x="8521" y="2569"/>
                  </a:cubicBezTo>
                  <a:cubicBezTo>
                    <a:pt x="8388" y="2636"/>
                    <a:pt x="8321" y="2636"/>
                    <a:pt x="8188" y="2669"/>
                  </a:cubicBezTo>
                  <a:cubicBezTo>
                    <a:pt x="8054" y="2702"/>
                    <a:pt x="7988" y="2702"/>
                    <a:pt x="7854" y="2702"/>
                  </a:cubicBezTo>
                  <a:cubicBezTo>
                    <a:pt x="7776" y="2714"/>
                    <a:pt x="7699" y="2717"/>
                    <a:pt x="7621" y="2717"/>
                  </a:cubicBezTo>
                  <a:cubicBezTo>
                    <a:pt x="7465" y="2717"/>
                    <a:pt x="7309" y="2702"/>
                    <a:pt x="7154" y="2702"/>
                  </a:cubicBezTo>
                  <a:cubicBezTo>
                    <a:pt x="6687" y="2669"/>
                    <a:pt x="6186" y="2536"/>
                    <a:pt x="5786" y="2335"/>
                  </a:cubicBezTo>
                  <a:cubicBezTo>
                    <a:pt x="5553" y="2235"/>
                    <a:pt x="5352" y="2069"/>
                    <a:pt x="5152" y="1969"/>
                  </a:cubicBezTo>
                  <a:cubicBezTo>
                    <a:pt x="4986" y="1835"/>
                    <a:pt x="4785" y="1668"/>
                    <a:pt x="4619" y="1502"/>
                  </a:cubicBezTo>
                  <a:cubicBezTo>
                    <a:pt x="4485" y="1368"/>
                    <a:pt x="4385" y="1235"/>
                    <a:pt x="4285" y="1135"/>
                  </a:cubicBezTo>
                  <a:lnTo>
                    <a:pt x="4052" y="868"/>
                  </a:lnTo>
                  <a:lnTo>
                    <a:pt x="4018" y="801"/>
                  </a:lnTo>
                  <a:cubicBezTo>
                    <a:pt x="4018" y="794"/>
                    <a:pt x="4017" y="792"/>
                    <a:pt x="4015" y="792"/>
                  </a:cubicBezTo>
                  <a:cubicBezTo>
                    <a:pt x="4006" y="792"/>
                    <a:pt x="3985" y="834"/>
                    <a:pt x="3985" y="834"/>
                  </a:cubicBezTo>
                  <a:lnTo>
                    <a:pt x="3851" y="968"/>
                  </a:lnTo>
                  <a:lnTo>
                    <a:pt x="3651" y="1201"/>
                  </a:lnTo>
                  <a:lnTo>
                    <a:pt x="3484" y="1368"/>
                  </a:lnTo>
                  <a:cubicBezTo>
                    <a:pt x="3384" y="1468"/>
                    <a:pt x="3318" y="1502"/>
                    <a:pt x="3218" y="1602"/>
                  </a:cubicBezTo>
                  <a:cubicBezTo>
                    <a:pt x="2517" y="2069"/>
                    <a:pt x="1650" y="2069"/>
                    <a:pt x="1049" y="2302"/>
                  </a:cubicBezTo>
                  <a:cubicBezTo>
                    <a:pt x="482" y="2469"/>
                    <a:pt x="149" y="2669"/>
                    <a:pt x="149" y="2669"/>
                  </a:cubicBezTo>
                  <a:cubicBezTo>
                    <a:pt x="0" y="2788"/>
                    <a:pt x="117" y="3013"/>
                    <a:pt x="262" y="3013"/>
                  </a:cubicBezTo>
                  <a:cubicBezTo>
                    <a:pt x="279" y="3013"/>
                    <a:pt x="298" y="3010"/>
                    <a:pt x="316" y="3003"/>
                  </a:cubicBezTo>
                  <a:cubicBezTo>
                    <a:pt x="316" y="3003"/>
                    <a:pt x="582" y="2836"/>
                    <a:pt x="1149" y="2702"/>
                  </a:cubicBezTo>
                  <a:cubicBezTo>
                    <a:pt x="1416" y="2669"/>
                    <a:pt x="1750" y="2636"/>
                    <a:pt x="2184" y="2536"/>
                  </a:cubicBezTo>
                  <a:cubicBezTo>
                    <a:pt x="2584" y="2502"/>
                    <a:pt x="3051" y="2369"/>
                    <a:pt x="3518" y="2069"/>
                  </a:cubicBezTo>
                  <a:cubicBezTo>
                    <a:pt x="3706" y="1974"/>
                    <a:pt x="3984" y="1732"/>
                    <a:pt x="3987" y="1732"/>
                  </a:cubicBezTo>
                  <a:lnTo>
                    <a:pt x="3987" y="1732"/>
                  </a:lnTo>
                  <a:cubicBezTo>
                    <a:pt x="3988" y="1732"/>
                    <a:pt x="3987" y="1733"/>
                    <a:pt x="3985" y="1735"/>
                  </a:cubicBezTo>
                  <a:lnTo>
                    <a:pt x="4018" y="1802"/>
                  </a:lnTo>
                  <a:cubicBezTo>
                    <a:pt x="4052" y="1802"/>
                    <a:pt x="4018" y="1802"/>
                    <a:pt x="4052" y="1835"/>
                  </a:cubicBezTo>
                  <a:lnTo>
                    <a:pt x="4185" y="2002"/>
                  </a:lnTo>
                  <a:cubicBezTo>
                    <a:pt x="4385" y="2202"/>
                    <a:pt x="4619" y="2436"/>
                    <a:pt x="4819" y="2569"/>
                  </a:cubicBezTo>
                  <a:cubicBezTo>
                    <a:pt x="5019" y="2769"/>
                    <a:pt x="5286" y="2903"/>
                    <a:pt x="5519" y="3036"/>
                  </a:cubicBezTo>
                  <a:cubicBezTo>
                    <a:pt x="5986" y="3303"/>
                    <a:pt x="6553" y="3436"/>
                    <a:pt x="7120" y="3503"/>
                  </a:cubicBezTo>
                  <a:cubicBezTo>
                    <a:pt x="7276" y="3503"/>
                    <a:pt x="7461" y="3518"/>
                    <a:pt x="7637" y="3518"/>
                  </a:cubicBezTo>
                  <a:cubicBezTo>
                    <a:pt x="7725" y="3518"/>
                    <a:pt x="7810" y="3514"/>
                    <a:pt x="7888" y="3503"/>
                  </a:cubicBezTo>
                  <a:cubicBezTo>
                    <a:pt x="8021" y="3470"/>
                    <a:pt x="8154" y="3470"/>
                    <a:pt x="8288" y="3470"/>
                  </a:cubicBezTo>
                  <a:cubicBezTo>
                    <a:pt x="8388" y="3436"/>
                    <a:pt x="8521" y="3436"/>
                    <a:pt x="8655" y="3370"/>
                  </a:cubicBezTo>
                  <a:cubicBezTo>
                    <a:pt x="9589" y="3203"/>
                    <a:pt x="10590" y="2669"/>
                    <a:pt x="11423" y="1935"/>
                  </a:cubicBezTo>
                  <a:cubicBezTo>
                    <a:pt x="11557" y="1835"/>
                    <a:pt x="11657" y="1702"/>
                    <a:pt x="11724" y="1635"/>
                  </a:cubicBezTo>
                  <a:lnTo>
                    <a:pt x="11857" y="1468"/>
                  </a:lnTo>
                  <a:lnTo>
                    <a:pt x="11890" y="1435"/>
                  </a:lnTo>
                  <a:cubicBezTo>
                    <a:pt x="11957" y="1435"/>
                    <a:pt x="11957" y="1468"/>
                    <a:pt x="11957" y="1468"/>
                  </a:cubicBezTo>
                  <a:lnTo>
                    <a:pt x="11957" y="1502"/>
                  </a:lnTo>
                  <a:cubicBezTo>
                    <a:pt x="11957" y="1535"/>
                    <a:pt x="11957" y="1502"/>
                    <a:pt x="11991" y="1602"/>
                  </a:cubicBezTo>
                  <a:cubicBezTo>
                    <a:pt x="12024" y="1702"/>
                    <a:pt x="12091" y="1835"/>
                    <a:pt x="12157" y="1969"/>
                  </a:cubicBezTo>
                  <a:cubicBezTo>
                    <a:pt x="12291" y="2169"/>
                    <a:pt x="12458" y="2369"/>
                    <a:pt x="12624" y="2602"/>
                  </a:cubicBezTo>
                  <a:cubicBezTo>
                    <a:pt x="13325" y="3303"/>
                    <a:pt x="14125" y="3670"/>
                    <a:pt x="14626" y="3970"/>
                  </a:cubicBezTo>
                  <a:cubicBezTo>
                    <a:pt x="15126" y="4270"/>
                    <a:pt x="15393" y="4470"/>
                    <a:pt x="15393" y="4470"/>
                  </a:cubicBezTo>
                  <a:cubicBezTo>
                    <a:pt x="15420" y="4486"/>
                    <a:pt x="15446" y="4494"/>
                    <a:pt x="15472" y="4494"/>
                  </a:cubicBezTo>
                  <a:cubicBezTo>
                    <a:pt x="15606" y="4494"/>
                    <a:pt x="15711" y="4289"/>
                    <a:pt x="15626" y="4037"/>
                  </a:cubicBezTo>
                  <a:cubicBezTo>
                    <a:pt x="15626" y="4037"/>
                    <a:pt x="15326" y="3803"/>
                    <a:pt x="14826" y="3470"/>
                  </a:cubicBezTo>
                  <a:cubicBezTo>
                    <a:pt x="14359" y="3136"/>
                    <a:pt x="13625" y="2769"/>
                    <a:pt x="13025" y="2069"/>
                  </a:cubicBezTo>
                  <a:cubicBezTo>
                    <a:pt x="12891" y="1902"/>
                    <a:pt x="12791" y="1735"/>
                    <a:pt x="12658" y="1535"/>
                  </a:cubicBezTo>
                  <a:cubicBezTo>
                    <a:pt x="12624" y="1401"/>
                    <a:pt x="12558" y="1335"/>
                    <a:pt x="12524" y="1201"/>
                  </a:cubicBezTo>
                  <a:lnTo>
                    <a:pt x="12458" y="901"/>
                  </a:lnTo>
                  <a:cubicBezTo>
                    <a:pt x="12391" y="801"/>
                    <a:pt x="12357" y="701"/>
                    <a:pt x="12324" y="568"/>
                  </a:cubicBezTo>
                  <a:lnTo>
                    <a:pt x="12191" y="234"/>
                  </a:lnTo>
                  <a:lnTo>
                    <a:pt x="12157" y="67"/>
                  </a:lnTo>
                  <a:lnTo>
                    <a:pt x="12157" y="34"/>
                  </a:lnTo>
                  <a:lnTo>
                    <a:pt x="1215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74" name="Google Shape;1474;p11"/>
            <p:cNvSpPr/>
            <p:nvPr/>
          </p:nvSpPr>
          <p:spPr>
            <a:xfrm>
              <a:off x="9532444" y="1010332"/>
              <a:ext cx="1491824" cy="3141448"/>
            </a:xfrm>
            <a:custGeom>
              <a:avLst/>
              <a:gdLst/>
              <a:ahLst/>
              <a:cxnLst/>
              <a:rect l="l" t="t" r="r" b="b"/>
              <a:pathLst>
                <a:path w="66215" h="139434" extrusionOk="0">
                  <a:moveTo>
                    <a:pt x="15812" y="0"/>
                  </a:moveTo>
                  <a:cubicBezTo>
                    <a:pt x="15745" y="0"/>
                    <a:pt x="15711" y="134"/>
                    <a:pt x="15711" y="367"/>
                  </a:cubicBezTo>
                  <a:cubicBezTo>
                    <a:pt x="15711" y="634"/>
                    <a:pt x="15745" y="1001"/>
                    <a:pt x="15812" y="1501"/>
                  </a:cubicBezTo>
                  <a:cubicBezTo>
                    <a:pt x="15812" y="1501"/>
                    <a:pt x="15845" y="1535"/>
                    <a:pt x="15845" y="1668"/>
                  </a:cubicBezTo>
                  <a:cubicBezTo>
                    <a:pt x="15845" y="1801"/>
                    <a:pt x="15878" y="1968"/>
                    <a:pt x="15878" y="2168"/>
                  </a:cubicBezTo>
                  <a:cubicBezTo>
                    <a:pt x="15878" y="2368"/>
                    <a:pt x="15912" y="2635"/>
                    <a:pt x="15912" y="2969"/>
                  </a:cubicBezTo>
                  <a:lnTo>
                    <a:pt x="15912" y="3469"/>
                  </a:lnTo>
                  <a:cubicBezTo>
                    <a:pt x="15912" y="3636"/>
                    <a:pt x="15878" y="3836"/>
                    <a:pt x="15878" y="4036"/>
                  </a:cubicBezTo>
                  <a:cubicBezTo>
                    <a:pt x="15812" y="4870"/>
                    <a:pt x="15645" y="5871"/>
                    <a:pt x="15044" y="6872"/>
                  </a:cubicBezTo>
                  <a:cubicBezTo>
                    <a:pt x="14511" y="7906"/>
                    <a:pt x="13543" y="8873"/>
                    <a:pt x="12309" y="9707"/>
                  </a:cubicBezTo>
                  <a:cubicBezTo>
                    <a:pt x="11041" y="10541"/>
                    <a:pt x="9540" y="11308"/>
                    <a:pt x="8006" y="12309"/>
                  </a:cubicBezTo>
                  <a:cubicBezTo>
                    <a:pt x="7239" y="12843"/>
                    <a:pt x="6472" y="13410"/>
                    <a:pt x="5838" y="14210"/>
                  </a:cubicBezTo>
                  <a:cubicBezTo>
                    <a:pt x="5538" y="14577"/>
                    <a:pt x="5204" y="15011"/>
                    <a:pt x="5004" y="15511"/>
                  </a:cubicBezTo>
                  <a:cubicBezTo>
                    <a:pt x="4737" y="15978"/>
                    <a:pt x="4637" y="16512"/>
                    <a:pt x="4503" y="17012"/>
                  </a:cubicBezTo>
                  <a:cubicBezTo>
                    <a:pt x="4303" y="18046"/>
                    <a:pt x="4203" y="19080"/>
                    <a:pt x="4003" y="20148"/>
                  </a:cubicBezTo>
                  <a:cubicBezTo>
                    <a:pt x="4003" y="20248"/>
                    <a:pt x="3970" y="20381"/>
                    <a:pt x="3903" y="20515"/>
                  </a:cubicBezTo>
                  <a:cubicBezTo>
                    <a:pt x="3903" y="20582"/>
                    <a:pt x="3903" y="20582"/>
                    <a:pt x="3870" y="20648"/>
                  </a:cubicBezTo>
                  <a:lnTo>
                    <a:pt x="3803" y="20815"/>
                  </a:lnTo>
                  <a:cubicBezTo>
                    <a:pt x="3670" y="21049"/>
                    <a:pt x="3569" y="21315"/>
                    <a:pt x="3403" y="21516"/>
                  </a:cubicBezTo>
                  <a:cubicBezTo>
                    <a:pt x="3136" y="21983"/>
                    <a:pt x="2836" y="22416"/>
                    <a:pt x="2502" y="22883"/>
                  </a:cubicBezTo>
                  <a:cubicBezTo>
                    <a:pt x="1868" y="23851"/>
                    <a:pt x="1168" y="24851"/>
                    <a:pt x="968" y="26152"/>
                  </a:cubicBezTo>
                  <a:cubicBezTo>
                    <a:pt x="801" y="27386"/>
                    <a:pt x="1168" y="28687"/>
                    <a:pt x="1535" y="29821"/>
                  </a:cubicBezTo>
                  <a:cubicBezTo>
                    <a:pt x="1735" y="30389"/>
                    <a:pt x="1902" y="30922"/>
                    <a:pt x="2035" y="31523"/>
                  </a:cubicBezTo>
                  <a:cubicBezTo>
                    <a:pt x="2068" y="31656"/>
                    <a:pt x="2068" y="31823"/>
                    <a:pt x="2068" y="31923"/>
                  </a:cubicBezTo>
                  <a:lnTo>
                    <a:pt x="2068" y="32156"/>
                  </a:lnTo>
                  <a:lnTo>
                    <a:pt x="2068" y="32323"/>
                  </a:lnTo>
                  <a:cubicBezTo>
                    <a:pt x="2035" y="32557"/>
                    <a:pt x="1968" y="32857"/>
                    <a:pt x="1868" y="33157"/>
                  </a:cubicBezTo>
                  <a:cubicBezTo>
                    <a:pt x="1501" y="34258"/>
                    <a:pt x="734" y="35325"/>
                    <a:pt x="300" y="36593"/>
                  </a:cubicBezTo>
                  <a:cubicBezTo>
                    <a:pt x="167" y="36927"/>
                    <a:pt x="67" y="37260"/>
                    <a:pt x="34" y="37660"/>
                  </a:cubicBezTo>
                  <a:cubicBezTo>
                    <a:pt x="0" y="37827"/>
                    <a:pt x="34" y="38027"/>
                    <a:pt x="34" y="38194"/>
                  </a:cubicBezTo>
                  <a:cubicBezTo>
                    <a:pt x="34" y="38394"/>
                    <a:pt x="67" y="38561"/>
                    <a:pt x="134" y="38728"/>
                  </a:cubicBezTo>
                  <a:cubicBezTo>
                    <a:pt x="234" y="39395"/>
                    <a:pt x="501" y="40029"/>
                    <a:pt x="801" y="40663"/>
                  </a:cubicBezTo>
                  <a:cubicBezTo>
                    <a:pt x="1368" y="41863"/>
                    <a:pt x="2035" y="43031"/>
                    <a:pt x="2736" y="44165"/>
                  </a:cubicBezTo>
                  <a:cubicBezTo>
                    <a:pt x="3069" y="44732"/>
                    <a:pt x="3469" y="45266"/>
                    <a:pt x="3803" y="45866"/>
                  </a:cubicBezTo>
                  <a:cubicBezTo>
                    <a:pt x="3970" y="46100"/>
                    <a:pt x="4137" y="46400"/>
                    <a:pt x="4303" y="46700"/>
                  </a:cubicBezTo>
                  <a:lnTo>
                    <a:pt x="4337" y="46834"/>
                  </a:lnTo>
                  <a:lnTo>
                    <a:pt x="4370" y="46867"/>
                  </a:lnTo>
                  <a:cubicBezTo>
                    <a:pt x="4370" y="46900"/>
                    <a:pt x="4403" y="46934"/>
                    <a:pt x="4403" y="46934"/>
                  </a:cubicBezTo>
                  <a:lnTo>
                    <a:pt x="4570" y="47167"/>
                  </a:lnTo>
                  <a:lnTo>
                    <a:pt x="4904" y="47568"/>
                  </a:lnTo>
                  <a:cubicBezTo>
                    <a:pt x="5838" y="48602"/>
                    <a:pt x="6972" y="49502"/>
                    <a:pt x="8239" y="50069"/>
                  </a:cubicBezTo>
                  <a:cubicBezTo>
                    <a:pt x="9507" y="50670"/>
                    <a:pt x="10875" y="51037"/>
                    <a:pt x="12209" y="51270"/>
                  </a:cubicBezTo>
                  <a:cubicBezTo>
                    <a:pt x="13543" y="51537"/>
                    <a:pt x="14911" y="51670"/>
                    <a:pt x="16245" y="51837"/>
                  </a:cubicBezTo>
                  <a:cubicBezTo>
                    <a:pt x="17579" y="52004"/>
                    <a:pt x="18914" y="52171"/>
                    <a:pt x="20215" y="52404"/>
                  </a:cubicBezTo>
                  <a:cubicBezTo>
                    <a:pt x="21482" y="52671"/>
                    <a:pt x="22750" y="53071"/>
                    <a:pt x="23851" y="53705"/>
                  </a:cubicBezTo>
                  <a:cubicBezTo>
                    <a:pt x="24418" y="54005"/>
                    <a:pt x="24918" y="54406"/>
                    <a:pt x="25385" y="54839"/>
                  </a:cubicBezTo>
                  <a:cubicBezTo>
                    <a:pt x="25652" y="55040"/>
                    <a:pt x="25852" y="55273"/>
                    <a:pt x="26052" y="55507"/>
                  </a:cubicBezTo>
                  <a:cubicBezTo>
                    <a:pt x="26252" y="55740"/>
                    <a:pt x="26419" y="56007"/>
                    <a:pt x="26653" y="56240"/>
                  </a:cubicBezTo>
                  <a:cubicBezTo>
                    <a:pt x="27386" y="57341"/>
                    <a:pt x="28054" y="58509"/>
                    <a:pt x="28921" y="59543"/>
                  </a:cubicBezTo>
                  <a:lnTo>
                    <a:pt x="29254" y="59910"/>
                  </a:lnTo>
                  <a:lnTo>
                    <a:pt x="29488" y="60110"/>
                  </a:lnTo>
                  <a:lnTo>
                    <a:pt x="29755" y="60277"/>
                  </a:lnTo>
                  <a:cubicBezTo>
                    <a:pt x="30088" y="60510"/>
                    <a:pt x="30389" y="60610"/>
                    <a:pt x="30722" y="60744"/>
                  </a:cubicBezTo>
                  <a:cubicBezTo>
                    <a:pt x="31389" y="60944"/>
                    <a:pt x="32023" y="61111"/>
                    <a:pt x="32657" y="61277"/>
                  </a:cubicBezTo>
                  <a:cubicBezTo>
                    <a:pt x="33257" y="61444"/>
                    <a:pt x="33891" y="61611"/>
                    <a:pt x="34492" y="61778"/>
                  </a:cubicBezTo>
                  <a:cubicBezTo>
                    <a:pt x="35059" y="62011"/>
                    <a:pt x="35592" y="62211"/>
                    <a:pt x="35993" y="62545"/>
                  </a:cubicBezTo>
                  <a:cubicBezTo>
                    <a:pt x="36360" y="62912"/>
                    <a:pt x="36693" y="63379"/>
                    <a:pt x="36860" y="63879"/>
                  </a:cubicBezTo>
                  <a:cubicBezTo>
                    <a:pt x="37027" y="64380"/>
                    <a:pt x="37093" y="64913"/>
                    <a:pt x="37060" y="65514"/>
                  </a:cubicBezTo>
                  <a:cubicBezTo>
                    <a:pt x="37027" y="66681"/>
                    <a:pt x="36726" y="67849"/>
                    <a:pt x="36560" y="69050"/>
                  </a:cubicBezTo>
                  <a:cubicBezTo>
                    <a:pt x="36426" y="70050"/>
                    <a:pt x="36426" y="71118"/>
                    <a:pt x="36726" y="72052"/>
                  </a:cubicBezTo>
                  <a:cubicBezTo>
                    <a:pt x="37060" y="72952"/>
                    <a:pt x="37560" y="73620"/>
                    <a:pt x="37927" y="74053"/>
                  </a:cubicBezTo>
                  <a:lnTo>
                    <a:pt x="37894" y="74020"/>
                  </a:lnTo>
                  <a:lnTo>
                    <a:pt x="37894" y="74020"/>
                  </a:lnTo>
                  <a:cubicBezTo>
                    <a:pt x="38695" y="75021"/>
                    <a:pt x="39662" y="75854"/>
                    <a:pt x="40529" y="76688"/>
                  </a:cubicBezTo>
                  <a:cubicBezTo>
                    <a:pt x="41397" y="77522"/>
                    <a:pt x="42264" y="78390"/>
                    <a:pt x="42764" y="79424"/>
                  </a:cubicBezTo>
                  <a:cubicBezTo>
                    <a:pt x="43031" y="79924"/>
                    <a:pt x="43198" y="80524"/>
                    <a:pt x="43198" y="81058"/>
                  </a:cubicBezTo>
                  <a:cubicBezTo>
                    <a:pt x="43198" y="81625"/>
                    <a:pt x="43064" y="82192"/>
                    <a:pt x="42831" y="82726"/>
                  </a:cubicBezTo>
                  <a:cubicBezTo>
                    <a:pt x="42564" y="83260"/>
                    <a:pt x="42264" y="83793"/>
                    <a:pt x="41864" y="84194"/>
                  </a:cubicBezTo>
                  <a:cubicBezTo>
                    <a:pt x="41430" y="84594"/>
                    <a:pt x="40930" y="84894"/>
                    <a:pt x="40396" y="85128"/>
                  </a:cubicBezTo>
                  <a:cubicBezTo>
                    <a:pt x="39328" y="85595"/>
                    <a:pt x="38061" y="85862"/>
                    <a:pt x="36760" y="86062"/>
                  </a:cubicBezTo>
                  <a:cubicBezTo>
                    <a:pt x="35526" y="86262"/>
                    <a:pt x="34191" y="86462"/>
                    <a:pt x="32890" y="86962"/>
                  </a:cubicBezTo>
                  <a:cubicBezTo>
                    <a:pt x="32223" y="87229"/>
                    <a:pt x="31589" y="87563"/>
                    <a:pt x="31056" y="88030"/>
                  </a:cubicBezTo>
                  <a:cubicBezTo>
                    <a:pt x="30489" y="88463"/>
                    <a:pt x="30055" y="89064"/>
                    <a:pt x="29755" y="89731"/>
                  </a:cubicBezTo>
                  <a:cubicBezTo>
                    <a:pt x="29688" y="89898"/>
                    <a:pt x="29588" y="90065"/>
                    <a:pt x="29555" y="90231"/>
                  </a:cubicBezTo>
                  <a:lnTo>
                    <a:pt x="29388" y="90732"/>
                  </a:lnTo>
                  <a:cubicBezTo>
                    <a:pt x="29355" y="90899"/>
                    <a:pt x="29355" y="91099"/>
                    <a:pt x="29321" y="91265"/>
                  </a:cubicBezTo>
                  <a:cubicBezTo>
                    <a:pt x="29254" y="91466"/>
                    <a:pt x="29254" y="91632"/>
                    <a:pt x="29254" y="91799"/>
                  </a:cubicBezTo>
                  <a:cubicBezTo>
                    <a:pt x="29254" y="92533"/>
                    <a:pt x="29355" y="93200"/>
                    <a:pt x="29488" y="93867"/>
                  </a:cubicBezTo>
                  <a:cubicBezTo>
                    <a:pt x="30055" y="96469"/>
                    <a:pt x="31089" y="98904"/>
                    <a:pt x="32023" y="101273"/>
                  </a:cubicBezTo>
                  <a:cubicBezTo>
                    <a:pt x="33024" y="103574"/>
                    <a:pt x="32890" y="106143"/>
                    <a:pt x="33091" y="108645"/>
                  </a:cubicBezTo>
                  <a:cubicBezTo>
                    <a:pt x="33224" y="109946"/>
                    <a:pt x="33391" y="111213"/>
                    <a:pt x="33891" y="112414"/>
                  </a:cubicBezTo>
                  <a:cubicBezTo>
                    <a:pt x="34358" y="113615"/>
                    <a:pt x="35059" y="114716"/>
                    <a:pt x="35926" y="115583"/>
                  </a:cubicBezTo>
                  <a:cubicBezTo>
                    <a:pt x="36827" y="116450"/>
                    <a:pt x="37761" y="117217"/>
                    <a:pt x="38728" y="117885"/>
                  </a:cubicBezTo>
                  <a:cubicBezTo>
                    <a:pt x="39729" y="118552"/>
                    <a:pt x="40696" y="119119"/>
                    <a:pt x="41663" y="119753"/>
                  </a:cubicBezTo>
                  <a:cubicBezTo>
                    <a:pt x="42564" y="120386"/>
                    <a:pt x="43531" y="120953"/>
                    <a:pt x="44365" y="121621"/>
                  </a:cubicBezTo>
                  <a:lnTo>
                    <a:pt x="44999" y="122121"/>
                  </a:lnTo>
                  <a:cubicBezTo>
                    <a:pt x="45166" y="122288"/>
                    <a:pt x="45366" y="122454"/>
                    <a:pt x="45566" y="122655"/>
                  </a:cubicBezTo>
                  <a:cubicBezTo>
                    <a:pt x="46000" y="123055"/>
                    <a:pt x="46400" y="123388"/>
                    <a:pt x="46834" y="123722"/>
                  </a:cubicBezTo>
                  <a:cubicBezTo>
                    <a:pt x="48568" y="124990"/>
                    <a:pt x="50503" y="125757"/>
                    <a:pt x="52238" y="126424"/>
                  </a:cubicBezTo>
                  <a:cubicBezTo>
                    <a:pt x="54006" y="127091"/>
                    <a:pt x="55673" y="127758"/>
                    <a:pt x="57074" y="128559"/>
                  </a:cubicBezTo>
                  <a:cubicBezTo>
                    <a:pt x="57775" y="128926"/>
                    <a:pt x="58442" y="129393"/>
                    <a:pt x="59076" y="129793"/>
                  </a:cubicBezTo>
                  <a:cubicBezTo>
                    <a:pt x="59710" y="130227"/>
                    <a:pt x="60343" y="130627"/>
                    <a:pt x="60877" y="131061"/>
                  </a:cubicBezTo>
                  <a:cubicBezTo>
                    <a:pt x="61945" y="131895"/>
                    <a:pt x="62879" y="132728"/>
                    <a:pt x="63579" y="133496"/>
                  </a:cubicBezTo>
                  <a:cubicBezTo>
                    <a:pt x="64246" y="134296"/>
                    <a:pt x="64747" y="135097"/>
                    <a:pt x="65047" y="135764"/>
                  </a:cubicBezTo>
                  <a:cubicBezTo>
                    <a:pt x="65113" y="135931"/>
                    <a:pt x="65214" y="136098"/>
                    <a:pt x="65247" y="136264"/>
                  </a:cubicBezTo>
                  <a:cubicBezTo>
                    <a:pt x="65347" y="136398"/>
                    <a:pt x="65380" y="136565"/>
                    <a:pt x="65414" y="136665"/>
                  </a:cubicBezTo>
                  <a:cubicBezTo>
                    <a:pt x="65514" y="136965"/>
                    <a:pt x="65547" y="137232"/>
                    <a:pt x="65580" y="137398"/>
                  </a:cubicBezTo>
                  <a:cubicBezTo>
                    <a:pt x="65614" y="137565"/>
                    <a:pt x="65681" y="137732"/>
                    <a:pt x="65681" y="137799"/>
                  </a:cubicBezTo>
                  <a:lnTo>
                    <a:pt x="65681" y="137966"/>
                  </a:lnTo>
                  <a:cubicBezTo>
                    <a:pt x="65714" y="138232"/>
                    <a:pt x="65747" y="138433"/>
                    <a:pt x="65747" y="138599"/>
                  </a:cubicBezTo>
                  <a:cubicBezTo>
                    <a:pt x="65747" y="138766"/>
                    <a:pt x="65747" y="138933"/>
                    <a:pt x="65781" y="139066"/>
                  </a:cubicBezTo>
                  <a:cubicBezTo>
                    <a:pt x="65847" y="139300"/>
                    <a:pt x="65914" y="139433"/>
                    <a:pt x="65947" y="139433"/>
                  </a:cubicBezTo>
                  <a:cubicBezTo>
                    <a:pt x="66014" y="139433"/>
                    <a:pt x="66081" y="139300"/>
                    <a:pt x="66114" y="139066"/>
                  </a:cubicBezTo>
                  <a:cubicBezTo>
                    <a:pt x="66181" y="138799"/>
                    <a:pt x="66214" y="138433"/>
                    <a:pt x="66114" y="137899"/>
                  </a:cubicBezTo>
                  <a:lnTo>
                    <a:pt x="66114" y="137732"/>
                  </a:lnTo>
                  <a:cubicBezTo>
                    <a:pt x="66114" y="137599"/>
                    <a:pt x="66081" y="137465"/>
                    <a:pt x="66047" y="137265"/>
                  </a:cubicBezTo>
                  <a:cubicBezTo>
                    <a:pt x="66014" y="137065"/>
                    <a:pt x="65947" y="136798"/>
                    <a:pt x="65881" y="136498"/>
                  </a:cubicBezTo>
                  <a:cubicBezTo>
                    <a:pt x="65847" y="136398"/>
                    <a:pt x="65747" y="136231"/>
                    <a:pt x="65714" y="136064"/>
                  </a:cubicBezTo>
                  <a:cubicBezTo>
                    <a:pt x="65681" y="135897"/>
                    <a:pt x="65580" y="135731"/>
                    <a:pt x="65514" y="135564"/>
                  </a:cubicBezTo>
                  <a:cubicBezTo>
                    <a:pt x="65214" y="134797"/>
                    <a:pt x="64680" y="133963"/>
                    <a:pt x="63946" y="133129"/>
                  </a:cubicBezTo>
                  <a:cubicBezTo>
                    <a:pt x="63245" y="132295"/>
                    <a:pt x="62278" y="131428"/>
                    <a:pt x="61177" y="130594"/>
                  </a:cubicBezTo>
                  <a:cubicBezTo>
                    <a:pt x="60610" y="130127"/>
                    <a:pt x="60010" y="129726"/>
                    <a:pt x="59376" y="129293"/>
                  </a:cubicBezTo>
                  <a:cubicBezTo>
                    <a:pt x="58709" y="128892"/>
                    <a:pt x="58075" y="128425"/>
                    <a:pt x="57341" y="127992"/>
                  </a:cubicBezTo>
                  <a:cubicBezTo>
                    <a:pt x="55874" y="127225"/>
                    <a:pt x="54172" y="126491"/>
                    <a:pt x="52404" y="125824"/>
                  </a:cubicBezTo>
                  <a:cubicBezTo>
                    <a:pt x="50670" y="125123"/>
                    <a:pt x="48768" y="124389"/>
                    <a:pt x="47167" y="123155"/>
                  </a:cubicBezTo>
                  <a:cubicBezTo>
                    <a:pt x="46767" y="122888"/>
                    <a:pt x="46367" y="122555"/>
                    <a:pt x="46000" y="122154"/>
                  </a:cubicBezTo>
                  <a:cubicBezTo>
                    <a:pt x="45600" y="121787"/>
                    <a:pt x="45166" y="121420"/>
                    <a:pt x="44732" y="121087"/>
                  </a:cubicBezTo>
                  <a:cubicBezTo>
                    <a:pt x="43865" y="120386"/>
                    <a:pt x="42931" y="119786"/>
                    <a:pt x="41997" y="119152"/>
                  </a:cubicBezTo>
                  <a:cubicBezTo>
                    <a:pt x="40062" y="117951"/>
                    <a:pt x="38061" y="116750"/>
                    <a:pt x="36426" y="115083"/>
                  </a:cubicBezTo>
                  <a:cubicBezTo>
                    <a:pt x="35659" y="114249"/>
                    <a:pt x="35025" y="113248"/>
                    <a:pt x="34558" y="112147"/>
                  </a:cubicBezTo>
                  <a:cubicBezTo>
                    <a:pt x="34091" y="111080"/>
                    <a:pt x="33924" y="109879"/>
                    <a:pt x="33858" y="108645"/>
                  </a:cubicBezTo>
                  <a:cubicBezTo>
                    <a:pt x="33758" y="107410"/>
                    <a:pt x="33758" y="106143"/>
                    <a:pt x="33658" y="104875"/>
                  </a:cubicBezTo>
                  <a:cubicBezTo>
                    <a:pt x="33558" y="104241"/>
                    <a:pt x="33491" y="103574"/>
                    <a:pt x="33357" y="102940"/>
                  </a:cubicBezTo>
                  <a:cubicBezTo>
                    <a:pt x="33324" y="102640"/>
                    <a:pt x="33191" y="102307"/>
                    <a:pt x="33091" y="101973"/>
                  </a:cubicBezTo>
                  <a:lnTo>
                    <a:pt x="32757" y="101072"/>
                  </a:lnTo>
                  <a:cubicBezTo>
                    <a:pt x="31856" y="98637"/>
                    <a:pt x="30822" y="96269"/>
                    <a:pt x="30322" y="93767"/>
                  </a:cubicBezTo>
                  <a:cubicBezTo>
                    <a:pt x="30188" y="93133"/>
                    <a:pt x="30155" y="92533"/>
                    <a:pt x="30155" y="91933"/>
                  </a:cubicBezTo>
                  <a:cubicBezTo>
                    <a:pt x="30188" y="91766"/>
                    <a:pt x="30155" y="91599"/>
                    <a:pt x="30188" y="91466"/>
                  </a:cubicBezTo>
                  <a:cubicBezTo>
                    <a:pt x="30222" y="91366"/>
                    <a:pt x="30222" y="91199"/>
                    <a:pt x="30255" y="91065"/>
                  </a:cubicBezTo>
                  <a:lnTo>
                    <a:pt x="30389" y="90632"/>
                  </a:lnTo>
                  <a:cubicBezTo>
                    <a:pt x="30422" y="90532"/>
                    <a:pt x="30522" y="90365"/>
                    <a:pt x="30555" y="90231"/>
                  </a:cubicBezTo>
                  <a:cubicBezTo>
                    <a:pt x="30822" y="89698"/>
                    <a:pt x="31156" y="89197"/>
                    <a:pt x="31589" y="88797"/>
                  </a:cubicBezTo>
                  <a:cubicBezTo>
                    <a:pt x="32056" y="88430"/>
                    <a:pt x="32590" y="88130"/>
                    <a:pt x="33191" y="87930"/>
                  </a:cubicBezTo>
                  <a:cubicBezTo>
                    <a:pt x="34358" y="87463"/>
                    <a:pt x="35592" y="87263"/>
                    <a:pt x="36893" y="87062"/>
                  </a:cubicBezTo>
                  <a:cubicBezTo>
                    <a:pt x="38194" y="86796"/>
                    <a:pt x="39529" y="86595"/>
                    <a:pt x="40763" y="86062"/>
                  </a:cubicBezTo>
                  <a:cubicBezTo>
                    <a:pt x="41397" y="85762"/>
                    <a:pt x="42030" y="85395"/>
                    <a:pt x="42531" y="84894"/>
                  </a:cubicBezTo>
                  <a:cubicBezTo>
                    <a:pt x="43031" y="84394"/>
                    <a:pt x="43398" y="83793"/>
                    <a:pt x="43698" y="83193"/>
                  </a:cubicBezTo>
                  <a:cubicBezTo>
                    <a:pt x="43998" y="82559"/>
                    <a:pt x="44165" y="81859"/>
                    <a:pt x="44165" y="81125"/>
                  </a:cubicBezTo>
                  <a:cubicBezTo>
                    <a:pt x="44165" y="80424"/>
                    <a:pt x="43932" y="79724"/>
                    <a:pt x="43665" y="79090"/>
                  </a:cubicBezTo>
                  <a:cubicBezTo>
                    <a:pt x="43064" y="77856"/>
                    <a:pt x="42097" y="76922"/>
                    <a:pt x="41230" y="76055"/>
                  </a:cubicBezTo>
                  <a:cubicBezTo>
                    <a:pt x="40329" y="75187"/>
                    <a:pt x="39395" y="74353"/>
                    <a:pt x="38695" y="73453"/>
                  </a:cubicBezTo>
                  <a:cubicBezTo>
                    <a:pt x="38394" y="73086"/>
                    <a:pt x="37994" y="72552"/>
                    <a:pt x="37727" y="71785"/>
                  </a:cubicBezTo>
                  <a:cubicBezTo>
                    <a:pt x="37527" y="71051"/>
                    <a:pt x="37494" y="70084"/>
                    <a:pt x="37594" y="69150"/>
                  </a:cubicBezTo>
                  <a:cubicBezTo>
                    <a:pt x="37727" y="68015"/>
                    <a:pt x="38027" y="66815"/>
                    <a:pt x="38094" y="65547"/>
                  </a:cubicBezTo>
                  <a:cubicBezTo>
                    <a:pt x="38161" y="64880"/>
                    <a:pt x="38061" y="64213"/>
                    <a:pt x="37861" y="63546"/>
                  </a:cubicBezTo>
                  <a:cubicBezTo>
                    <a:pt x="37594" y="62878"/>
                    <a:pt x="37193" y="62278"/>
                    <a:pt x="36693" y="61778"/>
                  </a:cubicBezTo>
                  <a:cubicBezTo>
                    <a:pt x="36560" y="61644"/>
                    <a:pt x="36393" y="61578"/>
                    <a:pt x="36226" y="61444"/>
                  </a:cubicBezTo>
                  <a:cubicBezTo>
                    <a:pt x="36059" y="61377"/>
                    <a:pt x="35926" y="61277"/>
                    <a:pt x="35759" y="61211"/>
                  </a:cubicBezTo>
                  <a:cubicBezTo>
                    <a:pt x="35426" y="61044"/>
                    <a:pt x="35159" y="60910"/>
                    <a:pt x="34825" y="60810"/>
                  </a:cubicBezTo>
                  <a:cubicBezTo>
                    <a:pt x="34191" y="60610"/>
                    <a:pt x="33558" y="60510"/>
                    <a:pt x="32924" y="60310"/>
                  </a:cubicBezTo>
                  <a:cubicBezTo>
                    <a:pt x="32323" y="60210"/>
                    <a:pt x="31723" y="60043"/>
                    <a:pt x="31156" y="59843"/>
                  </a:cubicBezTo>
                  <a:cubicBezTo>
                    <a:pt x="30889" y="59710"/>
                    <a:pt x="30589" y="59609"/>
                    <a:pt x="30355" y="59443"/>
                  </a:cubicBezTo>
                  <a:lnTo>
                    <a:pt x="30222" y="59376"/>
                  </a:lnTo>
                  <a:lnTo>
                    <a:pt x="30088" y="59243"/>
                  </a:lnTo>
                  <a:lnTo>
                    <a:pt x="29822" y="58909"/>
                  </a:lnTo>
                  <a:cubicBezTo>
                    <a:pt x="28988" y="57942"/>
                    <a:pt x="28354" y="56841"/>
                    <a:pt x="27553" y="55707"/>
                  </a:cubicBezTo>
                  <a:cubicBezTo>
                    <a:pt x="27353" y="55406"/>
                    <a:pt x="27153" y="55106"/>
                    <a:pt x="26919" y="54873"/>
                  </a:cubicBezTo>
                  <a:cubicBezTo>
                    <a:pt x="26719" y="54606"/>
                    <a:pt x="26486" y="54372"/>
                    <a:pt x="26219" y="54106"/>
                  </a:cubicBezTo>
                  <a:cubicBezTo>
                    <a:pt x="25685" y="53672"/>
                    <a:pt x="25152" y="53205"/>
                    <a:pt x="24518" y="52871"/>
                  </a:cubicBezTo>
                  <a:cubicBezTo>
                    <a:pt x="23317" y="52171"/>
                    <a:pt x="21916" y="51737"/>
                    <a:pt x="20582" y="51437"/>
                  </a:cubicBezTo>
                  <a:cubicBezTo>
                    <a:pt x="19214" y="51203"/>
                    <a:pt x="17846" y="51037"/>
                    <a:pt x="16512" y="50903"/>
                  </a:cubicBezTo>
                  <a:cubicBezTo>
                    <a:pt x="13843" y="50603"/>
                    <a:pt x="11142" y="50370"/>
                    <a:pt x="8740" y="49269"/>
                  </a:cubicBezTo>
                  <a:cubicBezTo>
                    <a:pt x="7539" y="48735"/>
                    <a:pt x="6505" y="47934"/>
                    <a:pt x="5671" y="46967"/>
                  </a:cubicBezTo>
                  <a:lnTo>
                    <a:pt x="5371" y="46600"/>
                  </a:lnTo>
                  <a:lnTo>
                    <a:pt x="5204" y="46433"/>
                  </a:lnTo>
                  <a:lnTo>
                    <a:pt x="5171" y="46400"/>
                  </a:lnTo>
                  <a:lnTo>
                    <a:pt x="5071" y="46267"/>
                  </a:lnTo>
                  <a:cubicBezTo>
                    <a:pt x="4904" y="46000"/>
                    <a:pt x="4704" y="45700"/>
                    <a:pt x="4537" y="45399"/>
                  </a:cubicBezTo>
                  <a:cubicBezTo>
                    <a:pt x="4170" y="44866"/>
                    <a:pt x="3836" y="44265"/>
                    <a:pt x="3469" y="43731"/>
                  </a:cubicBezTo>
                  <a:cubicBezTo>
                    <a:pt x="2736" y="42664"/>
                    <a:pt x="2068" y="41530"/>
                    <a:pt x="1535" y="40362"/>
                  </a:cubicBezTo>
                  <a:cubicBezTo>
                    <a:pt x="1301" y="39762"/>
                    <a:pt x="1034" y="39195"/>
                    <a:pt x="901" y="38594"/>
                  </a:cubicBezTo>
                  <a:cubicBezTo>
                    <a:pt x="801" y="38027"/>
                    <a:pt x="834" y="37494"/>
                    <a:pt x="1034" y="36893"/>
                  </a:cubicBezTo>
                  <a:cubicBezTo>
                    <a:pt x="1468" y="35759"/>
                    <a:pt x="2202" y="34692"/>
                    <a:pt x="2635" y="33424"/>
                  </a:cubicBezTo>
                  <a:cubicBezTo>
                    <a:pt x="2736" y="33090"/>
                    <a:pt x="2836" y="32824"/>
                    <a:pt x="2869" y="32423"/>
                  </a:cubicBezTo>
                  <a:lnTo>
                    <a:pt x="2869" y="32257"/>
                  </a:lnTo>
                  <a:lnTo>
                    <a:pt x="2869" y="32123"/>
                  </a:lnTo>
                  <a:lnTo>
                    <a:pt x="2836" y="31890"/>
                  </a:lnTo>
                  <a:cubicBezTo>
                    <a:pt x="2836" y="31723"/>
                    <a:pt x="2836" y="31556"/>
                    <a:pt x="2802" y="31389"/>
                  </a:cubicBezTo>
                  <a:cubicBezTo>
                    <a:pt x="2669" y="30722"/>
                    <a:pt x="2502" y="30155"/>
                    <a:pt x="2302" y="29555"/>
                  </a:cubicBezTo>
                  <a:cubicBezTo>
                    <a:pt x="1902" y="28420"/>
                    <a:pt x="1568" y="27320"/>
                    <a:pt x="1735" y="26219"/>
                  </a:cubicBezTo>
                  <a:cubicBezTo>
                    <a:pt x="1902" y="25151"/>
                    <a:pt x="2535" y="24184"/>
                    <a:pt x="3169" y="23250"/>
                  </a:cubicBezTo>
                  <a:cubicBezTo>
                    <a:pt x="3469" y="22816"/>
                    <a:pt x="3803" y="22349"/>
                    <a:pt x="4070" y="21849"/>
                  </a:cubicBezTo>
                  <a:cubicBezTo>
                    <a:pt x="4237" y="21582"/>
                    <a:pt x="4370" y="21349"/>
                    <a:pt x="4503" y="21082"/>
                  </a:cubicBezTo>
                  <a:lnTo>
                    <a:pt x="4570" y="20882"/>
                  </a:lnTo>
                  <a:cubicBezTo>
                    <a:pt x="4637" y="20815"/>
                    <a:pt x="4670" y="20682"/>
                    <a:pt x="4670" y="20648"/>
                  </a:cubicBezTo>
                  <a:cubicBezTo>
                    <a:pt x="4670" y="20515"/>
                    <a:pt x="4704" y="20348"/>
                    <a:pt x="4737" y="20215"/>
                  </a:cubicBezTo>
                  <a:cubicBezTo>
                    <a:pt x="5004" y="19147"/>
                    <a:pt x="5037" y="18046"/>
                    <a:pt x="5237" y="17079"/>
                  </a:cubicBezTo>
                  <a:cubicBezTo>
                    <a:pt x="5337" y="16579"/>
                    <a:pt x="5471" y="16145"/>
                    <a:pt x="5671" y="15711"/>
                  </a:cubicBezTo>
                  <a:cubicBezTo>
                    <a:pt x="5838" y="15311"/>
                    <a:pt x="6138" y="14911"/>
                    <a:pt x="6405" y="14544"/>
                  </a:cubicBezTo>
                  <a:cubicBezTo>
                    <a:pt x="7005" y="13810"/>
                    <a:pt x="7706" y="13243"/>
                    <a:pt x="8473" y="12743"/>
                  </a:cubicBezTo>
                  <a:cubicBezTo>
                    <a:pt x="9974" y="11742"/>
                    <a:pt x="11475" y="11008"/>
                    <a:pt x="12743" y="10141"/>
                  </a:cubicBezTo>
                  <a:cubicBezTo>
                    <a:pt x="14010" y="9240"/>
                    <a:pt x="15044" y="8206"/>
                    <a:pt x="15645" y="7072"/>
                  </a:cubicBezTo>
                  <a:cubicBezTo>
                    <a:pt x="16212" y="5971"/>
                    <a:pt x="16412" y="4904"/>
                    <a:pt x="16512" y="4036"/>
                  </a:cubicBezTo>
                  <a:cubicBezTo>
                    <a:pt x="16512" y="3803"/>
                    <a:pt x="16545" y="3636"/>
                    <a:pt x="16545" y="3403"/>
                  </a:cubicBezTo>
                  <a:lnTo>
                    <a:pt x="16545" y="2869"/>
                  </a:lnTo>
                  <a:cubicBezTo>
                    <a:pt x="16545" y="2535"/>
                    <a:pt x="16512" y="2235"/>
                    <a:pt x="16512" y="2035"/>
                  </a:cubicBezTo>
                  <a:cubicBezTo>
                    <a:pt x="16512" y="1835"/>
                    <a:pt x="16479" y="1668"/>
                    <a:pt x="16479" y="1535"/>
                  </a:cubicBezTo>
                  <a:cubicBezTo>
                    <a:pt x="16412" y="1401"/>
                    <a:pt x="16412" y="1368"/>
                    <a:pt x="16412" y="1368"/>
                  </a:cubicBezTo>
                  <a:cubicBezTo>
                    <a:pt x="16345" y="867"/>
                    <a:pt x="16245" y="534"/>
                    <a:pt x="16012" y="334"/>
                  </a:cubicBezTo>
                  <a:cubicBezTo>
                    <a:pt x="15912" y="67"/>
                    <a:pt x="15845" y="0"/>
                    <a:pt x="158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75" name="Google Shape;1475;p11"/>
            <p:cNvSpPr/>
            <p:nvPr/>
          </p:nvSpPr>
          <p:spPr>
            <a:xfrm>
              <a:off x="10119395" y="1094910"/>
              <a:ext cx="819551" cy="1132155"/>
            </a:xfrm>
            <a:custGeom>
              <a:avLst/>
              <a:gdLst/>
              <a:ahLst/>
              <a:cxnLst/>
              <a:rect l="l" t="t" r="r" b="b"/>
              <a:pathLst>
                <a:path w="36376" h="50251" extrusionOk="0">
                  <a:moveTo>
                    <a:pt x="1369" y="1"/>
                  </a:moveTo>
                  <a:cubicBezTo>
                    <a:pt x="1207" y="1"/>
                    <a:pt x="1140" y="246"/>
                    <a:pt x="1334" y="616"/>
                  </a:cubicBezTo>
                  <a:cubicBezTo>
                    <a:pt x="1334" y="616"/>
                    <a:pt x="1368" y="649"/>
                    <a:pt x="1435" y="816"/>
                  </a:cubicBezTo>
                  <a:cubicBezTo>
                    <a:pt x="1435" y="916"/>
                    <a:pt x="1468" y="983"/>
                    <a:pt x="1501" y="1116"/>
                  </a:cubicBezTo>
                  <a:cubicBezTo>
                    <a:pt x="1501" y="1216"/>
                    <a:pt x="1501" y="1383"/>
                    <a:pt x="1535" y="1483"/>
                  </a:cubicBezTo>
                  <a:cubicBezTo>
                    <a:pt x="1635" y="2117"/>
                    <a:pt x="1435" y="2951"/>
                    <a:pt x="867" y="3985"/>
                  </a:cubicBezTo>
                  <a:cubicBezTo>
                    <a:pt x="634" y="4485"/>
                    <a:pt x="300" y="5119"/>
                    <a:pt x="134" y="5820"/>
                  </a:cubicBezTo>
                  <a:cubicBezTo>
                    <a:pt x="100" y="6053"/>
                    <a:pt x="34" y="6220"/>
                    <a:pt x="34" y="6420"/>
                  </a:cubicBezTo>
                  <a:cubicBezTo>
                    <a:pt x="34" y="6587"/>
                    <a:pt x="0" y="6787"/>
                    <a:pt x="34" y="6987"/>
                  </a:cubicBezTo>
                  <a:cubicBezTo>
                    <a:pt x="34" y="7221"/>
                    <a:pt x="100" y="7387"/>
                    <a:pt x="134" y="7588"/>
                  </a:cubicBezTo>
                  <a:cubicBezTo>
                    <a:pt x="167" y="7754"/>
                    <a:pt x="167" y="7955"/>
                    <a:pt x="267" y="8155"/>
                  </a:cubicBezTo>
                  <a:cubicBezTo>
                    <a:pt x="334" y="8321"/>
                    <a:pt x="367" y="8555"/>
                    <a:pt x="501" y="8755"/>
                  </a:cubicBezTo>
                  <a:lnTo>
                    <a:pt x="667" y="9055"/>
                  </a:lnTo>
                  <a:cubicBezTo>
                    <a:pt x="701" y="9155"/>
                    <a:pt x="801" y="9255"/>
                    <a:pt x="867" y="9322"/>
                  </a:cubicBezTo>
                  <a:cubicBezTo>
                    <a:pt x="1001" y="9556"/>
                    <a:pt x="1201" y="9656"/>
                    <a:pt x="1368" y="9823"/>
                  </a:cubicBezTo>
                  <a:cubicBezTo>
                    <a:pt x="1601" y="9956"/>
                    <a:pt x="1801" y="10089"/>
                    <a:pt x="2002" y="10156"/>
                  </a:cubicBezTo>
                  <a:cubicBezTo>
                    <a:pt x="2869" y="10556"/>
                    <a:pt x="3803" y="10623"/>
                    <a:pt x="4637" y="10923"/>
                  </a:cubicBezTo>
                  <a:cubicBezTo>
                    <a:pt x="5037" y="11057"/>
                    <a:pt x="5471" y="11257"/>
                    <a:pt x="5804" y="11490"/>
                  </a:cubicBezTo>
                  <a:lnTo>
                    <a:pt x="5938" y="11590"/>
                  </a:lnTo>
                  <a:lnTo>
                    <a:pt x="5971" y="11624"/>
                  </a:lnTo>
                  <a:cubicBezTo>
                    <a:pt x="5971" y="11657"/>
                    <a:pt x="6004" y="11724"/>
                    <a:pt x="6038" y="11724"/>
                  </a:cubicBezTo>
                  <a:lnTo>
                    <a:pt x="6138" y="11757"/>
                  </a:lnTo>
                  <a:cubicBezTo>
                    <a:pt x="6171" y="11791"/>
                    <a:pt x="6271" y="11891"/>
                    <a:pt x="6338" y="11924"/>
                  </a:cubicBezTo>
                  <a:cubicBezTo>
                    <a:pt x="6505" y="12091"/>
                    <a:pt x="6638" y="12224"/>
                    <a:pt x="6772" y="12424"/>
                  </a:cubicBezTo>
                  <a:cubicBezTo>
                    <a:pt x="7039" y="12791"/>
                    <a:pt x="7272" y="13225"/>
                    <a:pt x="7506" y="13659"/>
                  </a:cubicBezTo>
                  <a:cubicBezTo>
                    <a:pt x="7639" y="13892"/>
                    <a:pt x="7806" y="14126"/>
                    <a:pt x="7973" y="14326"/>
                  </a:cubicBezTo>
                  <a:cubicBezTo>
                    <a:pt x="8106" y="14459"/>
                    <a:pt x="8173" y="14593"/>
                    <a:pt x="8306" y="14659"/>
                  </a:cubicBezTo>
                  <a:cubicBezTo>
                    <a:pt x="8339" y="14693"/>
                    <a:pt x="8373" y="14759"/>
                    <a:pt x="8473" y="14793"/>
                  </a:cubicBezTo>
                  <a:lnTo>
                    <a:pt x="8540" y="14826"/>
                  </a:lnTo>
                  <a:lnTo>
                    <a:pt x="8606" y="14893"/>
                  </a:lnTo>
                  <a:lnTo>
                    <a:pt x="8640" y="14926"/>
                  </a:lnTo>
                  <a:lnTo>
                    <a:pt x="8706" y="14993"/>
                  </a:lnTo>
                  <a:cubicBezTo>
                    <a:pt x="8773" y="15060"/>
                    <a:pt x="8840" y="15093"/>
                    <a:pt x="8873" y="15126"/>
                  </a:cubicBezTo>
                  <a:lnTo>
                    <a:pt x="9273" y="15393"/>
                  </a:lnTo>
                  <a:cubicBezTo>
                    <a:pt x="9540" y="15493"/>
                    <a:pt x="9807" y="15627"/>
                    <a:pt x="10107" y="15660"/>
                  </a:cubicBezTo>
                  <a:cubicBezTo>
                    <a:pt x="10641" y="15793"/>
                    <a:pt x="11175" y="15827"/>
                    <a:pt x="11675" y="15894"/>
                  </a:cubicBezTo>
                  <a:cubicBezTo>
                    <a:pt x="12176" y="15927"/>
                    <a:pt x="12643" y="15994"/>
                    <a:pt x="13110" y="16160"/>
                  </a:cubicBezTo>
                  <a:lnTo>
                    <a:pt x="13810" y="16427"/>
                  </a:lnTo>
                  <a:lnTo>
                    <a:pt x="14477" y="16761"/>
                  </a:lnTo>
                  <a:cubicBezTo>
                    <a:pt x="15345" y="17228"/>
                    <a:pt x="16145" y="17828"/>
                    <a:pt x="17012" y="18429"/>
                  </a:cubicBezTo>
                  <a:cubicBezTo>
                    <a:pt x="17846" y="18996"/>
                    <a:pt x="18780" y="19563"/>
                    <a:pt x="19648" y="20063"/>
                  </a:cubicBezTo>
                  <a:cubicBezTo>
                    <a:pt x="19848" y="20163"/>
                    <a:pt x="20115" y="20263"/>
                    <a:pt x="20348" y="20397"/>
                  </a:cubicBezTo>
                  <a:cubicBezTo>
                    <a:pt x="20615" y="20497"/>
                    <a:pt x="20882" y="20564"/>
                    <a:pt x="21149" y="20630"/>
                  </a:cubicBezTo>
                  <a:cubicBezTo>
                    <a:pt x="21449" y="20664"/>
                    <a:pt x="21716" y="20730"/>
                    <a:pt x="21983" y="20730"/>
                  </a:cubicBezTo>
                  <a:cubicBezTo>
                    <a:pt x="22216" y="20730"/>
                    <a:pt x="22516" y="20730"/>
                    <a:pt x="22716" y="20664"/>
                  </a:cubicBezTo>
                  <a:cubicBezTo>
                    <a:pt x="23183" y="20630"/>
                    <a:pt x="23650" y="20597"/>
                    <a:pt x="24117" y="20597"/>
                  </a:cubicBezTo>
                  <a:cubicBezTo>
                    <a:pt x="24551" y="20597"/>
                    <a:pt x="25018" y="20597"/>
                    <a:pt x="25452" y="20630"/>
                  </a:cubicBezTo>
                  <a:cubicBezTo>
                    <a:pt x="26286" y="20764"/>
                    <a:pt x="27186" y="21064"/>
                    <a:pt x="28020" y="21431"/>
                  </a:cubicBezTo>
                  <a:cubicBezTo>
                    <a:pt x="28854" y="21798"/>
                    <a:pt x="29688" y="22331"/>
                    <a:pt x="30322" y="22965"/>
                  </a:cubicBezTo>
                  <a:lnTo>
                    <a:pt x="30522" y="23232"/>
                  </a:lnTo>
                  <a:lnTo>
                    <a:pt x="30622" y="23299"/>
                  </a:lnTo>
                  <a:lnTo>
                    <a:pt x="30689" y="23432"/>
                  </a:lnTo>
                  <a:lnTo>
                    <a:pt x="31022" y="23999"/>
                  </a:lnTo>
                  <a:cubicBezTo>
                    <a:pt x="31156" y="24233"/>
                    <a:pt x="31223" y="24433"/>
                    <a:pt x="31323" y="24633"/>
                  </a:cubicBezTo>
                  <a:cubicBezTo>
                    <a:pt x="31389" y="24833"/>
                    <a:pt x="31456" y="25067"/>
                    <a:pt x="31523" y="25267"/>
                  </a:cubicBezTo>
                  <a:cubicBezTo>
                    <a:pt x="31790" y="26101"/>
                    <a:pt x="31823" y="27001"/>
                    <a:pt x="31723" y="27835"/>
                  </a:cubicBezTo>
                  <a:cubicBezTo>
                    <a:pt x="31690" y="28669"/>
                    <a:pt x="31489" y="29503"/>
                    <a:pt x="31323" y="30270"/>
                  </a:cubicBezTo>
                  <a:cubicBezTo>
                    <a:pt x="31156" y="31004"/>
                    <a:pt x="30989" y="31738"/>
                    <a:pt x="30856" y="32405"/>
                  </a:cubicBezTo>
                  <a:cubicBezTo>
                    <a:pt x="30555" y="33673"/>
                    <a:pt x="30622" y="34740"/>
                    <a:pt x="30655" y="35241"/>
                  </a:cubicBezTo>
                  <a:lnTo>
                    <a:pt x="30655" y="35174"/>
                  </a:lnTo>
                  <a:cubicBezTo>
                    <a:pt x="30689" y="36141"/>
                    <a:pt x="31122" y="36942"/>
                    <a:pt x="31389" y="37642"/>
                  </a:cubicBezTo>
                  <a:cubicBezTo>
                    <a:pt x="31690" y="38343"/>
                    <a:pt x="31856" y="39010"/>
                    <a:pt x="31856" y="39644"/>
                  </a:cubicBezTo>
                  <a:cubicBezTo>
                    <a:pt x="31856" y="39811"/>
                    <a:pt x="31823" y="39944"/>
                    <a:pt x="31823" y="40111"/>
                  </a:cubicBezTo>
                  <a:cubicBezTo>
                    <a:pt x="31790" y="40278"/>
                    <a:pt x="31723" y="40444"/>
                    <a:pt x="31690" y="40578"/>
                  </a:cubicBezTo>
                  <a:cubicBezTo>
                    <a:pt x="31623" y="40845"/>
                    <a:pt x="31489" y="41145"/>
                    <a:pt x="31389" y="41412"/>
                  </a:cubicBezTo>
                  <a:cubicBezTo>
                    <a:pt x="31156" y="41946"/>
                    <a:pt x="30956" y="42413"/>
                    <a:pt x="30789" y="42846"/>
                  </a:cubicBezTo>
                  <a:cubicBezTo>
                    <a:pt x="30722" y="42980"/>
                    <a:pt x="30689" y="43113"/>
                    <a:pt x="30655" y="43180"/>
                  </a:cubicBezTo>
                  <a:cubicBezTo>
                    <a:pt x="30622" y="43280"/>
                    <a:pt x="30622" y="43413"/>
                    <a:pt x="30555" y="43480"/>
                  </a:cubicBezTo>
                  <a:cubicBezTo>
                    <a:pt x="30489" y="43680"/>
                    <a:pt x="30455" y="43847"/>
                    <a:pt x="30455" y="44014"/>
                  </a:cubicBezTo>
                  <a:cubicBezTo>
                    <a:pt x="30455" y="44247"/>
                    <a:pt x="30389" y="44347"/>
                    <a:pt x="30389" y="44481"/>
                  </a:cubicBezTo>
                  <a:lnTo>
                    <a:pt x="30389" y="44781"/>
                  </a:lnTo>
                  <a:cubicBezTo>
                    <a:pt x="30389" y="44899"/>
                    <a:pt x="30389" y="44955"/>
                    <a:pt x="30393" y="44955"/>
                  </a:cubicBezTo>
                  <a:cubicBezTo>
                    <a:pt x="30399" y="44955"/>
                    <a:pt x="30415" y="44823"/>
                    <a:pt x="30455" y="44581"/>
                  </a:cubicBezTo>
                  <a:lnTo>
                    <a:pt x="30455" y="44581"/>
                  </a:lnTo>
                  <a:cubicBezTo>
                    <a:pt x="30355" y="45481"/>
                    <a:pt x="30389" y="46315"/>
                    <a:pt x="30655" y="47083"/>
                  </a:cubicBezTo>
                  <a:cubicBezTo>
                    <a:pt x="30889" y="47783"/>
                    <a:pt x="31356" y="48350"/>
                    <a:pt x="31856" y="48684"/>
                  </a:cubicBezTo>
                  <a:cubicBezTo>
                    <a:pt x="32323" y="49084"/>
                    <a:pt x="32824" y="49251"/>
                    <a:pt x="33191" y="49418"/>
                  </a:cubicBezTo>
                  <a:cubicBezTo>
                    <a:pt x="33558" y="49584"/>
                    <a:pt x="33891" y="49684"/>
                    <a:pt x="34191" y="49784"/>
                  </a:cubicBezTo>
                  <a:cubicBezTo>
                    <a:pt x="35325" y="50118"/>
                    <a:pt x="35626" y="50185"/>
                    <a:pt x="35626" y="50185"/>
                  </a:cubicBezTo>
                  <a:cubicBezTo>
                    <a:pt x="35763" y="50231"/>
                    <a:pt x="35880" y="50251"/>
                    <a:pt x="35975" y="50251"/>
                  </a:cubicBezTo>
                  <a:cubicBezTo>
                    <a:pt x="36362" y="50251"/>
                    <a:pt x="36375" y="49913"/>
                    <a:pt x="35893" y="49618"/>
                  </a:cubicBezTo>
                  <a:cubicBezTo>
                    <a:pt x="35893" y="49618"/>
                    <a:pt x="35659" y="49518"/>
                    <a:pt x="34525" y="49184"/>
                  </a:cubicBezTo>
                  <a:cubicBezTo>
                    <a:pt x="34225" y="49117"/>
                    <a:pt x="33891" y="49017"/>
                    <a:pt x="33524" y="48850"/>
                  </a:cubicBezTo>
                  <a:cubicBezTo>
                    <a:pt x="33157" y="48684"/>
                    <a:pt x="32724" y="48517"/>
                    <a:pt x="32323" y="48183"/>
                  </a:cubicBezTo>
                  <a:cubicBezTo>
                    <a:pt x="31890" y="47916"/>
                    <a:pt x="31523" y="47449"/>
                    <a:pt x="31323" y="46816"/>
                  </a:cubicBezTo>
                  <a:cubicBezTo>
                    <a:pt x="31152" y="46277"/>
                    <a:pt x="31127" y="45641"/>
                    <a:pt x="31144" y="44909"/>
                  </a:cubicBezTo>
                  <a:lnTo>
                    <a:pt x="31144" y="44909"/>
                  </a:lnTo>
                  <a:cubicBezTo>
                    <a:pt x="31144" y="44913"/>
                    <a:pt x="31145" y="44915"/>
                    <a:pt x="31146" y="44915"/>
                  </a:cubicBezTo>
                  <a:cubicBezTo>
                    <a:pt x="31150" y="44915"/>
                    <a:pt x="31156" y="44856"/>
                    <a:pt x="31156" y="44748"/>
                  </a:cubicBezTo>
                  <a:lnTo>
                    <a:pt x="31156" y="44447"/>
                  </a:lnTo>
                  <a:cubicBezTo>
                    <a:pt x="31156" y="44314"/>
                    <a:pt x="31189" y="44180"/>
                    <a:pt x="31189" y="44080"/>
                  </a:cubicBezTo>
                  <a:cubicBezTo>
                    <a:pt x="31189" y="43947"/>
                    <a:pt x="31223" y="43780"/>
                    <a:pt x="31289" y="43613"/>
                  </a:cubicBezTo>
                  <a:cubicBezTo>
                    <a:pt x="31323" y="43513"/>
                    <a:pt x="31323" y="43447"/>
                    <a:pt x="31356" y="43347"/>
                  </a:cubicBezTo>
                  <a:cubicBezTo>
                    <a:pt x="31389" y="43280"/>
                    <a:pt x="31456" y="43146"/>
                    <a:pt x="31489" y="43080"/>
                  </a:cubicBezTo>
                  <a:cubicBezTo>
                    <a:pt x="31656" y="42646"/>
                    <a:pt x="31856" y="42179"/>
                    <a:pt x="32123" y="41645"/>
                  </a:cubicBezTo>
                  <a:cubicBezTo>
                    <a:pt x="32223" y="41412"/>
                    <a:pt x="32357" y="41112"/>
                    <a:pt x="32457" y="40778"/>
                  </a:cubicBezTo>
                  <a:lnTo>
                    <a:pt x="32557" y="40278"/>
                  </a:lnTo>
                  <a:cubicBezTo>
                    <a:pt x="32557" y="40111"/>
                    <a:pt x="32624" y="39944"/>
                    <a:pt x="32624" y="39744"/>
                  </a:cubicBezTo>
                  <a:cubicBezTo>
                    <a:pt x="32657" y="38977"/>
                    <a:pt x="32457" y="38176"/>
                    <a:pt x="32157" y="37442"/>
                  </a:cubicBezTo>
                  <a:cubicBezTo>
                    <a:pt x="31856" y="36675"/>
                    <a:pt x="31489" y="35975"/>
                    <a:pt x="31489" y="35241"/>
                  </a:cubicBezTo>
                  <a:lnTo>
                    <a:pt x="31489" y="35174"/>
                  </a:lnTo>
                  <a:cubicBezTo>
                    <a:pt x="31456" y="34740"/>
                    <a:pt x="31456" y="33806"/>
                    <a:pt x="31723" y="32572"/>
                  </a:cubicBezTo>
                  <a:cubicBezTo>
                    <a:pt x="31856" y="31938"/>
                    <a:pt x="32023" y="31238"/>
                    <a:pt x="32223" y="30471"/>
                  </a:cubicBezTo>
                  <a:cubicBezTo>
                    <a:pt x="32457" y="29670"/>
                    <a:pt x="32657" y="28836"/>
                    <a:pt x="32724" y="27935"/>
                  </a:cubicBezTo>
                  <a:cubicBezTo>
                    <a:pt x="32957" y="26101"/>
                    <a:pt x="32624" y="23899"/>
                    <a:pt x="31122" y="22265"/>
                  </a:cubicBezTo>
                  <a:cubicBezTo>
                    <a:pt x="30355" y="21498"/>
                    <a:pt x="29488" y="20964"/>
                    <a:pt x="28554" y="20497"/>
                  </a:cubicBezTo>
                  <a:cubicBezTo>
                    <a:pt x="27653" y="20063"/>
                    <a:pt x="26686" y="19763"/>
                    <a:pt x="25685" y="19596"/>
                  </a:cubicBezTo>
                  <a:cubicBezTo>
                    <a:pt x="25185" y="19596"/>
                    <a:pt x="24718" y="19563"/>
                    <a:pt x="24218" y="19563"/>
                  </a:cubicBezTo>
                  <a:cubicBezTo>
                    <a:pt x="23717" y="19596"/>
                    <a:pt x="23217" y="19596"/>
                    <a:pt x="22783" y="19630"/>
                  </a:cubicBezTo>
                  <a:cubicBezTo>
                    <a:pt x="22516" y="19663"/>
                    <a:pt x="22316" y="19663"/>
                    <a:pt x="22049" y="19663"/>
                  </a:cubicBezTo>
                  <a:cubicBezTo>
                    <a:pt x="21849" y="19663"/>
                    <a:pt x="21649" y="19663"/>
                    <a:pt x="21449" y="19630"/>
                  </a:cubicBezTo>
                  <a:cubicBezTo>
                    <a:pt x="21215" y="19596"/>
                    <a:pt x="21015" y="19563"/>
                    <a:pt x="20815" y="19463"/>
                  </a:cubicBezTo>
                  <a:cubicBezTo>
                    <a:pt x="20615" y="19396"/>
                    <a:pt x="20381" y="19263"/>
                    <a:pt x="20181" y="19163"/>
                  </a:cubicBezTo>
                  <a:cubicBezTo>
                    <a:pt x="19347" y="18729"/>
                    <a:pt x="18480" y="18229"/>
                    <a:pt x="17646" y="17628"/>
                  </a:cubicBezTo>
                  <a:cubicBezTo>
                    <a:pt x="16812" y="17061"/>
                    <a:pt x="15945" y="16427"/>
                    <a:pt x="14978" y="15927"/>
                  </a:cubicBezTo>
                  <a:lnTo>
                    <a:pt x="14210" y="15593"/>
                  </a:lnTo>
                  <a:lnTo>
                    <a:pt x="13443" y="15326"/>
                  </a:lnTo>
                  <a:cubicBezTo>
                    <a:pt x="12876" y="15160"/>
                    <a:pt x="12342" y="15093"/>
                    <a:pt x="11809" y="15060"/>
                  </a:cubicBezTo>
                  <a:cubicBezTo>
                    <a:pt x="11275" y="14993"/>
                    <a:pt x="10775" y="14960"/>
                    <a:pt x="10308" y="14893"/>
                  </a:cubicBezTo>
                  <a:cubicBezTo>
                    <a:pt x="10041" y="14826"/>
                    <a:pt x="9874" y="14759"/>
                    <a:pt x="9674" y="14659"/>
                  </a:cubicBezTo>
                  <a:cubicBezTo>
                    <a:pt x="9607" y="14626"/>
                    <a:pt x="9507" y="14593"/>
                    <a:pt x="9440" y="14493"/>
                  </a:cubicBezTo>
                  <a:cubicBezTo>
                    <a:pt x="9374" y="14493"/>
                    <a:pt x="9340" y="14459"/>
                    <a:pt x="9307" y="14426"/>
                  </a:cubicBezTo>
                  <a:lnTo>
                    <a:pt x="9273" y="14392"/>
                  </a:lnTo>
                  <a:lnTo>
                    <a:pt x="9207" y="14326"/>
                  </a:lnTo>
                  <a:cubicBezTo>
                    <a:pt x="9173" y="14292"/>
                    <a:pt x="9173" y="14259"/>
                    <a:pt x="9140" y="14259"/>
                  </a:cubicBezTo>
                  <a:lnTo>
                    <a:pt x="8973" y="14159"/>
                  </a:lnTo>
                  <a:cubicBezTo>
                    <a:pt x="8940" y="14159"/>
                    <a:pt x="8873" y="14126"/>
                    <a:pt x="8840" y="14092"/>
                  </a:cubicBezTo>
                  <a:cubicBezTo>
                    <a:pt x="8773" y="14059"/>
                    <a:pt x="8706" y="13959"/>
                    <a:pt x="8640" y="13892"/>
                  </a:cubicBezTo>
                  <a:cubicBezTo>
                    <a:pt x="8473" y="13725"/>
                    <a:pt x="8339" y="13559"/>
                    <a:pt x="8206" y="13325"/>
                  </a:cubicBezTo>
                  <a:cubicBezTo>
                    <a:pt x="7973" y="12925"/>
                    <a:pt x="7772" y="12458"/>
                    <a:pt x="7472" y="12057"/>
                  </a:cubicBezTo>
                  <a:cubicBezTo>
                    <a:pt x="7305" y="11824"/>
                    <a:pt x="7139" y="11624"/>
                    <a:pt x="6938" y="11424"/>
                  </a:cubicBezTo>
                  <a:lnTo>
                    <a:pt x="6538" y="11157"/>
                  </a:lnTo>
                  <a:lnTo>
                    <a:pt x="6471" y="11123"/>
                  </a:lnTo>
                  <a:lnTo>
                    <a:pt x="6505" y="11123"/>
                  </a:lnTo>
                  <a:lnTo>
                    <a:pt x="6471" y="11090"/>
                  </a:lnTo>
                  <a:lnTo>
                    <a:pt x="6305" y="10957"/>
                  </a:lnTo>
                  <a:cubicBezTo>
                    <a:pt x="6105" y="10790"/>
                    <a:pt x="5838" y="10656"/>
                    <a:pt x="5638" y="10556"/>
                  </a:cubicBezTo>
                  <a:cubicBezTo>
                    <a:pt x="5371" y="10456"/>
                    <a:pt x="5171" y="10390"/>
                    <a:pt x="4937" y="10290"/>
                  </a:cubicBezTo>
                  <a:cubicBezTo>
                    <a:pt x="3970" y="9956"/>
                    <a:pt x="3036" y="9923"/>
                    <a:pt x="2335" y="9589"/>
                  </a:cubicBezTo>
                  <a:cubicBezTo>
                    <a:pt x="1601" y="9289"/>
                    <a:pt x="1134" y="8722"/>
                    <a:pt x="934" y="7988"/>
                  </a:cubicBezTo>
                  <a:cubicBezTo>
                    <a:pt x="867" y="7821"/>
                    <a:pt x="834" y="7621"/>
                    <a:pt x="801" y="7454"/>
                  </a:cubicBezTo>
                  <a:cubicBezTo>
                    <a:pt x="767" y="7287"/>
                    <a:pt x="767" y="7121"/>
                    <a:pt x="701" y="6954"/>
                  </a:cubicBezTo>
                  <a:cubicBezTo>
                    <a:pt x="667" y="6620"/>
                    <a:pt x="701" y="6320"/>
                    <a:pt x="767" y="5986"/>
                  </a:cubicBezTo>
                  <a:cubicBezTo>
                    <a:pt x="934" y="5319"/>
                    <a:pt x="1168" y="4786"/>
                    <a:pt x="1435" y="4252"/>
                  </a:cubicBezTo>
                  <a:cubicBezTo>
                    <a:pt x="1935" y="3151"/>
                    <a:pt x="2202" y="2150"/>
                    <a:pt x="2102" y="1450"/>
                  </a:cubicBezTo>
                  <a:cubicBezTo>
                    <a:pt x="2035" y="1283"/>
                    <a:pt x="2035" y="1116"/>
                    <a:pt x="2002" y="983"/>
                  </a:cubicBezTo>
                  <a:cubicBezTo>
                    <a:pt x="1968" y="883"/>
                    <a:pt x="1935" y="749"/>
                    <a:pt x="1868" y="649"/>
                  </a:cubicBezTo>
                  <a:cubicBezTo>
                    <a:pt x="1835" y="483"/>
                    <a:pt x="1801" y="416"/>
                    <a:pt x="1801" y="416"/>
                  </a:cubicBezTo>
                  <a:cubicBezTo>
                    <a:pt x="1649" y="125"/>
                    <a:pt x="1485" y="1"/>
                    <a:pt x="13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76" name="Google Shape;1476;p11"/>
            <p:cNvSpPr/>
            <p:nvPr/>
          </p:nvSpPr>
          <p:spPr>
            <a:xfrm>
              <a:off x="10203995" y="1045614"/>
              <a:ext cx="732766" cy="593688"/>
            </a:xfrm>
            <a:custGeom>
              <a:avLst/>
              <a:gdLst/>
              <a:ahLst/>
              <a:cxnLst/>
              <a:rect l="l" t="t" r="r" b="b"/>
              <a:pathLst>
                <a:path w="32524" h="26351" extrusionOk="0">
                  <a:moveTo>
                    <a:pt x="80" y="0"/>
                  </a:moveTo>
                  <a:lnTo>
                    <a:pt x="80" y="0"/>
                  </a:lnTo>
                  <a:cubicBezTo>
                    <a:pt x="6" y="0"/>
                    <a:pt x="1" y="141"/>
                    <a:pt x="115" y="369"/>
                  </a:cubicBezTo>
                  <a:cubicBezTo>
                    <a:pt x="115" y="369"/>
                    <a:pt x="181" y="436"/>
                    <a:pt x="215" y="602"/>
                  </a:cubicBezTo>
                  <a:cubicBezTo>
                    <a:pt x="248" y="669"/>
                    <a:pt x="281" y="802"/>
                    <a:pt x="348" y="936"/>
                  </a:cubicBezTo>
                  <a:cubicBezTo>
                    <a:pt x="381" y="1103"/>
                    <a:pt x="415" y="1269"/>
                    <a:pt x="448" y="1470"/>
                  </a:cubicBezTo>
                  <a:cubicBezTo>
                    <a:pt x="548" y="1870"/>
                    <a:pt x="548" y="2504"/>
                    <a:pt x="415" y="3304"/>
                  </a:cubicBezTo>
                  <a:cubicBezTo>
                    <a:pt x="348" y="3671"/>
                    <a:pt x="248" y="4138"/>
                    <a:pt x="181" y="4672"/>
                  </a:cubicBezTo>
                  <a:cubicBezTo>
                    <a:pt x="81" y="5172"/>
                    <a:pt x="48" y="5806"/>
                    <a:pt x="215" y="6473"/>
                  </a:cubicBezTo>
                  <a:cubicBezTo>
                    <a:pt x="248" y="6607"/>
                    <a:pt x="281" y="6840"/>
                    <a:pt x="381" y="7207"/>
                  </a:cubicBezTo>
                  <a:cubicBezTo>
                    <a:pt x="415" y="7374"/>
                    <a:pt x="515" y="7607"/>
                    <a:pt x="582" y="7841"/>
                  </a:cubicBezTo>
                  <a:cubicBezTo>
                    <a:pt x="682" y="8108"/>
                    <a:pt x="782" y="8341"/>
                    <a:pt x="1049" y="8608"/>
                  </a:cubicBezTo>
                  <a:cubicBezTo>
                    <a:pt x="1282" y="8842"/>
                    <a:pt x="1616" y="8975"/>
                    <a:pt x="1949" y="9042"/>
                  </a:cubicBezTo>
                  <a:cubicBezTo>
                    <a:pt x="2283" y="9142"/>
                    <a:pt x="2683" y="9209"/>
                    <a:pt x="3017" y="9309"/>
                  </a:cubicBezTo>
                  <a:cubicBezTo>
                    <a:pt x="3684" y="9542"/>
                    <a:pt x="4418" y="9842"/>
                    <a:pt x="5051" y="10443"/>
                  </a:cubicBezTo>
                  <a:cubicBezTo>
                    <a:pt x="5385" y="10676"/>
                    <a:pt x="5685" y="11010"/>
                    <a:pt x="6019" y="11310"/>
                  </a:cubicBezTo>
                  <a:cubicBezTo>
                    <a:pt x="6352" y="11610"/>
                    <a:pt x="6619" y="11977"/>
                    <a:pt x="6953" y="12311"/>
                  </a:cubicBezTo>
                  <a:cubicBezTo>
                    <a:pt x="7120" y="12478"/>
                    <a:pt x="7286" y="12644"/>
                    <a:pt x="7520" y="12811"/>
                  </a:cubicBezTo>
                  <a:lnTo>
                    <a:pt x="7787" y="13045"/>
                  </a:lnTo>
                  <a:cubicBezTo>
                    <a:pt x="7887" y="13145"/>
                    <a:pt x="8020" y="13178"/>
                    <a:pt x="8087" y="13278"/>
                  </a:cubicBezTo>
                  <a:cubicBezTo>
                    <a:pt x="8287" y="13378"/>
                    <a:pt x="8521" y="13545"/>
                    <a:pt x="8721" y="13645"/>
                  </a:cubicBezTo>
                  <a:lnTo>
                    <a:pt x="9054" y="13812"/>
                  </a:lnTo>
                  <a:lnTo>
                    <a:pt x="9221" y="13879"/>
                  </a:lnTo>
                  <a:lnTo>
                    <a:pt x="9288" y="13945"/>
                  </a:lnTo>
                  <a:cubicBezTo>
                    <a:pt x="9355" y="13945"/>
                    <a:pt x="9388" y="13979"/>
                    <a:pt x="9421" y="13979"/>
                  </a:cubicBezTo>
                  <a:cubicBezTo>
                    <a:pt x="9922" y="14145"/>
                    <a:pt x="10455" y="14145"/>
                    <a:pt x="10922" y="14145"/>
                  </a:cubicBezTo>
                  <a:cubicBezTo>
                    <a:pt x="11389" y="14145"/>
                    <a:pt x="11856" y="14145"/>
                    <a:pt x="12290" y="14212"/>
                  </a:cubicBezTo>
                  <a:lnTo>
                    <a:pt x="12457" y="14279"/>
                  </a:lnTo>
                  <a:lnTo>
                    <a:pt x="12557" y="14279"/>
                  </a:lnTo>
                  <a:lnTo>
                    <a:pt x="12790" y="14446"/>
                  </a:lnTo>
                  <a:cubicBezTo>
                    <a:pt x="12957" y="14546"/>
                    <a:pt x="13091" y="14712"/>
                    <a:pt x="13257" y="14879"/>
                  </a:cubicBezTo>
                  <a:cubicBezTo>
                    <a:pt x="13591" y="15213"/>
                    <a:pt x="13858" y="15613"/>
                    <a:pt x="14225" y="15880"/>
                  </a:cubicBezTo>
                  <a:lnTo>
                    <a:pt x="14592" y="16147"/>
                  </a:lnTo>
                  <a:cubicBezTo>
                    <a:pt x="14725" y="16214"/>
                    <a:pt x="14859" y="16280"/>
                    <a:pt x="14925" y="16314"/>
                  </a:cubicBezTo>
                  <a:lnTo>
                    <a:pt x="14892" y="16314"/>
                  </a:lnTo>
                  <a:cubicBezTo>
                    <a:pt x="15959" y="16881"/>
                    <a:pt x="17260" y="17214"/>
                    <a:pt x="18595" y="17214"/>
                  </a:cubicBezTo>
                  <a:cubicBezTo>
                    <a:pt x="18722" y="17221"/>
                    <a:pt x="18849" y="17224"/>
                    <a:pt x="18977" y="17224"/>
                  </a:cubicBezTo>
                  <a:cubicBezTo>
                    <a:pt x="20156" y="17224"/>
                    <a:pt x="21357" y="16968"/>
                    <a:pt x="22531" y="16847"/>
                  </a:cubicBezTo>
                  <a:cubicBezTo>
                    <a:pt x="22962" y="16791"/>
                    <a:pt x="23402" y="16761"/>
                    <a:pt x="23840" y="16761"/>
                  </a:cubicBezTo>
                  <a:cubicBezTo>
                    <a:pt x="24688" y="16761"/>
                    <a:pt x="25530" y="16872"/>
                    <a:pt x="26300" y="17114"/>
                  </a:cubicBezTo>
                  <a:cubicBezTo>
                    <a:pt x="27468" y="17481"/>
                    <a:pt x="28535" y="18148"/>
                    <a:pt x="29402" y="18849"/>
                  </a:cubicBezTo>
                  <a:cubicBezTo>
                    <a:pt x="30270" y="19616"/>
                    <a:pt x="30903" y="20483"/>
                    <a:pt x="31370" y="21317"/>
                  </a:cubicBezTo>
                  <a:cubicBezTo>
                    <a:pt x="31804" y="22184"/>
                    <a:pt x="32071" y="22985"/>
                    <a:pt x="32204" y="23686"/>
                  </a:cubicBezTo>
                  <a:cubicBezTo>
                    <a:pt x="32238" y="24086"/>
                    <a:pt x="32304" y="24353"/>
                    <a:pt x="32304" y="24653"/>
                  </a:cubicBezTo>
                  <a:cubicBezTo>
                    <a:pt x="32371" y="24953"/>
                    <a:pt x="32371" y="25153"/>
                    <a:pt x="32371" y="25353"/>
                  </a:cubicBezTo>
                  <a:lnTo>
                    <a:pt x="32371" y="25820"/>
                  </a:lnTo>
                  <a:lnTo>
                    <a:pt x="32371" y="25987"/>
                  </a:lnTo>
                  <a:cubicBezTo>
                    <a:pt x="32371" y="26226"/>
                    <a:pt x="32417" y="26351"/>
                    <a:pt x="32453" y="26351"/>
                  </a:cubicBezTo>
                  <a:cubicBezTo>
                    <a:pt x="32494" y="26351"/>
                    <a:pt x="32523" y="26201"/>
                    <a:pt x="32471" y="25887"/>
                  </a:cubicBezTo>
                  <a:lnTo>
                    <a:pt x="32471" y="25720"/>
                  </a:lnTo>
                  <a:lnTo>
                    <a:pt x="32471" y="25287"/>
                  </a:lnTo>
                  <a:cubicBezTo>
                    <a:pt x="32471" y="25053"/>
                    <a:pt x="32471" y="24820"/>
                    <a:pt x="32438" y="24519"/>
                  </a:cubicBezTo>
                  <a:cubicBezTo>
                    <a:pt x="32438" y="24219"/>
                    <a:pt x="32371" y="23952"/>
                    <a:pt x="32304" y="23552"/>
                  </a:cubicBezTo>
                  <a:cubicBezTo>
                    <a:pt x="32204" y="22852"/>
                    <a:pt x="31937" y="21984"/>
                    <a:pt x="31470" y="21117"/>
                  </a:cubicBezTo>
                  <a:cubicBezTo>
                    <a:pt x="31037" y="20183"/>
                    <a:pt x="30403" y="19316"/>
                    <a:pt x="29469" y="18515"/>
                  </a:cubicBezTo>
                  <a:cubicBezTo>
                    <a:pt x="28602" y="17715"/>
                    <a:pt x="27534" y="17047"/>
                    <a:pt x="26267" y="16647"/>
                  </a:cubicBezTo>
                  <a:cubicBezTo>
                    <a:pt x="25434" y="16355"/>
                    <a:pt x="24526" y="16244"/>
                    <a:pt x="23614" y="16244"/>
                  </a:cubicBezTo>
                  <a:cubicBezTo>
                    <a:pt x="23173" y="16244"/>
                    <a:pt x="22732" y="16270"/>
                    <a:pt x="22297" y="16314"/>
                  </a:cubicBezTo>
                  <a:cubicBezTo>
                    <a:pt x="21050" y="16438"/>
                    <a:pt x="19861" y="16650"/>
                    <a:pt x="18677" y="16650"/>
                  </a:cubicBezTo>
                  <a:cubicBezTo>
                    <a:pt x="18594" y="16650"/>
                    <a:pt x="18511" y="16649"/>
                    <a:pt x="18428" y="16647"/>
                  </a:cubicBezTo>
                  <a:cubicBezTo>
                    <a:pt x="17127" y="16647"/>
                    <a:pt x="15926" y="16314"/>
                    <a:pt x="14925" y="15780"/>
                  </a:cubicBezTo>
                  <a:lnTo>
                    <a:pt x="14892" y="15780"/>
                  </a:lnTo>
                  <a:lnTo>
                    <a:pt x="14625" y="15646"/>
                  </a:lnTo>
                  <a:cubicBezTo>
                    <a:pt x="14558" y="15613"/>
                    <a:pt x="14425" y="15513"/>
                    <a:pt x="14358" y="15446"/>
                  </a:cubicBezTo>
                  <a:cubicBezTo>
                    <a:pt x="14025" y="15146"/>
                    <a:pt x="13758" y="14813"/>
                    <a:pt x="13424" y="14479"/>
                  </a:cubicBezTo>
                  <a:cubicBezTo>
                    <a:pt x="13291" y="14312"/>
                    <a:pt x="13091" y="14145"/>
                    <a:pt x="12924" y="13979"/>
                  </a:cubicBezTo>
                  <a:lnTo>
                    <a:pt x="12590" y="13712"/>
                  </a:lnTo>
                  <a:cubicBezTo>
                    <a:pt x="12590" y="13678"/>
                    <a:pt x="12524" y="13678"/>
                    <a:pt x="12457" y="13678"/>
                  </a:cubicBezTo>
                  <a:lnTo>
                    <a:pt x="12390" y="13678"/>
                  </a:lnTo>
                  <a:lnTo>
                    <a:pt x="12223" y="13645"/>
                  </a:lnTo>
                  <a:cubicBezTo>
                    <a:pt x="11723" y="13545"/>
                    <a:pt x="11223" y="13545"/>
                    <a:pt x="10756" y="13545"/>
                  </a:cubicBezTo>
                  <a:cubicBezTo>
                    <a:pt x="10255" y="13545"/>
                    <a:pt x="9788" y="13545"/>
                    <a:pt x="9388" y="13445"/>
                  </a:cubicBezTo>
                  <a:lnTo>
                    <a:pt x="9355" y="13445"/>
                  </a:lnTo>
                  <a:lnTo>
                    <a:pt x="9254" y="13378"/>
                  </a:lnTo>
                  <a:lnTo>
                    <a:pt x="9088" y="13311"/>
                  </a:lnTo>
                  <a:lnTo>
                    <a:pt x="8754" y="13145"/>
                  </a:lnTo>
                  <a:cubicBezTo>
                    <a:pt x="8554" y="13045"/>
                    <a:pt x="8387" y="12945"/>
                    <a:pt x="8187" y="12811"/>
                  </a:cubicBezTo>
                  <a:cubicBezTo>
                    <a:pt x="8087" y="12778"/>
                    <a:pt x="7954" y="12711"/>
                    <a:pt x="7887" y="12644"/>
                  </a:cubicBezTo>
                  <a:lnTo>
                    <a:pt x="7620" y="12444"/>
                  </a:lnTo>
                  <a:cubicBezTo>
                    <a:pt x="7453" y="12311"/>
                    <a:pt x="7286" y="12144"/>
                    <a:pt x="7120" y="11977"/>
                  </a:cubicBezTo>
                  <a:cubicBezTo>
                    <a:pt x="6786" y="11644"/>
                    <a:pt x="6519" y="11310"/>
                    <a:pt x="6186" y="10976"/>
                  </a:cubicBezTo>
                  <a:cubicBezTo>
                    <a:pt x="5852" y="10643"/>
                    <a:pt x="5518" y="10309"/>
                    <a:pt x="5185" y="10042"/>
                  </a:cubicBezTo>
                  <a:cubicBezTo>
                    <a:pt x="5018" y="9876"/>
                    <a:pt x="4851" y="9776"/>
                    <a:pt x="4685" y="9642"/>
                  </a:cubicBezTo>
                  <a:cubicBezTo>
                    <a:pt x="4518" y="9509"/>
                    <a:pt x="4351" y="9375"/>
                    <a:pt x="4117" y="9309"/>
                  </a:cubicBezTo>
                  <a:cubicBezTo>
                    <a:pt x="3751" y="9142"/>
                    <a:pt x="3384" y="9008"/>
                    <a:pt x="3017" y="8875"/>
                  </a:cubicBezTo>
                  <a:cubicBezTo>
                    <a:pt x="2283" y="8708"/>
                    <a:pt x="1582" y="8675"/>
                    <a:pt x="1215" y="8308"/>
                  </a:cubicBezTo>
                  <a:cubicBezTo>
                    <a:pt x="1015" y="8108"/>
                    <a:pt x="882" y="7874"/>
                    <a:pt x="782" y="7674"/>
                  </a:cubicBezTo>
                  <a:cubicBezTo>
                    <a:pt x="715" y="7474"/>
                    <a:pt x="615" y="7274"/>
                    <a:pt x="582" y="7107"/>
                  </a:cubicBezTo>
                  <a:cubicBezTo>
                    <a:pt x="515" y="6707"/>
                    <a:pt x="448" y="6473"/>
                    <a:pt x="415" y="6340"/>
                  </a:cubicBezTo>
                  <a:cubicBezTo>
                    <a:pt x="248" y="5706"/>
                    <a:pt x="281" y="5139"/>
                    <a:pt x="381" y="4639"/>
                  </a:cubicBezTo>
                  <a:cubicBezTo>
                    <a:pt x="448" y="4138"/>
                    <a:pt x="548" y="3671"/>
                    <a:pt x="615" y="3271"/>
                  </a:cubicBezTo>
                  <a:cubicBezTo>
                    <a:pt x="748" y="2437"/>
                    <a:pt x="748" y="1803"/>
                    <a:pt x="682" y="1336"/>
                  </a:cubicBezTo>
                  <a:cubicBezTo>
                    <a:pt x="615" y="1136"/>
                    <a:pt x="582" y="969"/>
                    <a:pt x="548" y="802"/>
                  </a:cubicBezTo>
                  <a:cubicBezTo>
                    <a:pt x="515" y="669"/>
                    <a:pt x="448" y="536"/>
                    <a:pt x="415" y="469"/>
                  </a:cubicBezTo>
                  <a:cubicBezTo>
                    <a:pt x="381" y="302"/>
                    <a:pt x="348" y="269"/>
                    <a:pt x="348" y="269"/>
                  </a:cubicBezTo>
                  <a:cubicBezTo>
                    <a:pt x="233" y="82"/>
                    <a:pt x="136" y="0"/>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77" name="Google Shape;1477;p11"/>
            <p:cNvSpPr/>
            <p:nvPr/>
          </p:nvSpPr>
          <p:spPr>
            <a:xfrm>
              <a:off x="9389648" y="991722"/>
              <a:ext cx="1574329" cy="3117792"/>
            </a:xfrm>
            <a:custGeom>
              <a:avLst/>
              <a:gdLst/>
              <a:ahLst/>
              <a:cxnLst/>
              <a:rect l="l" t="t" r="r" b="b"/>
              <a:pathLst>
                <a:path w="69877" h="138384" extrusionOk="0">
                  <a:moveTo>
                    <a:pt x="14034" y="0"/>
                  </a:moveTo>
                  <a:cubicBezTo>
                    <a:pt x="13967" y="0"/>
                    <a:pt x="13860" y="484"/>
                    <a:pt x="13777" y="1460"/>
                  </a:cubicBezTo>
                  <a:cubicBezTo>
                    <a:pt x="13777" y="1460"/>
                    <a:pt x="13744" y="1560"/>
                    <a:pt x="13710" y="1860"/>
                  </a:cubicBezTo>
                  <a:cubicBezTo>
                    <a:pt x="13677" y="2027"/>
                    <a:pt x="13610" y="2194"/>
                    <a:pt x="13577" y="2461"/>
                  </a:cubicBezTo>
                  <a:cubicBezTo>
                    <a:pt x="13510" y="2661"/>
                    <a:pt x="13410" y="2961"/>
                    <a:pt x="13343" y="3228"/>
                  </a:cubicBezTo>
                  <a:cubicBezTo>
                    <a:pt x="13110" y="3862"/>
                    <a:pt x="12776" y="4629"/>
                    <a:pt x="12176" y="5396"/>
                  </a:cubicBezTo>
                  <a:cubicBezTo>
                    <a:pt x="11542" y="6197"/>
                    <a:pt x="10575" y="6997"/>
                    <a:pt x="9374" y="7831"/>
                  </a:cubicBezTo>
                  <a:cubicBezTo>
                    <a:pt x="8206" y="8665"/>
                    <a:pt x="6772" y="9699"/>
                    <a:pt x="5671" y="11334"/>
                  </a:cubicBezTo>
                  <a:cubicBezTo>
                    <a:pt x="5404" y="11734"/>
                    <a:pt x="5071" y="12134"/>
                    <a:pt x="4904" y="12668"/>
                  </a:cubicBezTo>
                  <a:cubicBezTo>
                    <a:pt x="4737" y="13168"/>
                    <a:pt x="4737" y="13735"/>
                    <a:pt x="4770" y="14302"/>
                  </a:cubicBezTo>
                  <a:cubicBezTo>
                    <a:pt x="4904" y="15403"/>
                    <a:pt x="5237" y="16537"/>
                    <a:pt x="5438" y="17705"/>
                  </a:cubicBezTo>
                  <a:cubicBezTo>
                    <a:pt x="5571" y="18339"/>
                    <a:pt x="5604" y="18906"/>
                    <a:pt x="5504" y="19540"/>
                  </a:cubicBezTo>
                  <a:cubicBezTo>
                    <a:pt x="5404" y="20173"/>
                    <a:pt x="5037" y="20674"/>
                    <a:pt x="4537" y="21141"/>
                  </a:cubicBezTo>
                  <a:cubicBezTo>
                    <a:pt x="3570" y="22008"/>
                    <a:pt x="2235" y="22575"/>
                    <a:pt x="1068" y="23576"/>
                  </a:cubicBezTo>
                  <a:cubicBezTo>
                    <a:pt x="768" y="23843"/>
                    <a:pt x="534" y="24176"/>
                    <a:pt x="334" y="24510"/>
                  </a:cubicBezTo>
                  <a:lnTo>
                    <a:pt x="201" y="24810"/>
                  </a:lnTo>
                  <a:cubicBezTo>
                    <a:pt x="167" y="24877"/>
                    <a:pt x="167" y="25010"/>
                    <a:pt x="100" y="25077"/>
                  </a:cubicBezTo>
                  <a:cubicBezTo>
                    <a:pt x="34" y="25310"/>
                    <a:pt x="34" y="25510"/>
                    <a:pt x="34" y="25711"/>
                  </a:cubicBezTo>
                  <a:cubicBezTo>
                    <a:pt x="0" y="26545"/>
                    <a:pt x="334" y="27345"/>
                    <a:pt x="668" y="28079"/>
                  </a:cubicBezTo>
                  <a:cubicBezTo>
                    <a:pt x="1001" y="28846"/>
                    <a:pt x="1435" y="29547"/>
                    <a:pt x="1835" y="30314"/>
                  </a:cubicBezTo>
                  <a:cubicBezTo>
                    <a:pt x="2235" y="31048"/>
                    <a:pt x="2569" y="31882"/>
                    <a:pt x="2569" y="32716"/>
                  </a:cubicBezTo>
                  <a:cubicBezTo>
                    <a:pt x="2602" y="33316"/>
                    <a:pt x="2502" y="34250"/>
                    <a:pt x="1902" y="35484"/>
                  </a:cubicBezTo>
                  <a:cubicBezTo>
                    <a:pt x="1668" y="36051"/>
                    <a:pt x="1268" y="36718"/>
                    <a:pt x="934" y="37486"/>
                  </a:cubicBezTo>
                  <a:cubicBezTo>
                    <a:pt x="601" y="38220"/>
                    <a:pt x="201" y="39087"/>
                    <a:pt x="234" y="40154"/>
                  </a:cubicBezTo>
                  <a:cubicBezTo>
                    <a:pt x="334" y="40688"/>
                    <a:pt x="534" y="41155"/>
                    <a:pt x="668" y="41655"/>
                  </a:cubicBezTo>
                  <a:cubicBezTo>
                    <a:pt x="768" y="42156"/>
                    <a:pt x="934" y="42656"/>
                    <a:pt x="1168" y="43156"/>
                  </a:cubicBezTo>
                  <a:cubicBezTo>
                    <a:pt x="1368" y="43657"/>
                    <a:pt x="1535" y="44191"/>
                    <a:pt x="1768" y="44691"/>
                  </a:cubicBezTo>
                  <a:cubicBezTo>
                    <a:pt x="2035" y="45191"/>
                    <a:pt x="2269" y="45725"/>
                    <a:pt x="2569" y="46259"/>
                  </a:cubicBezTo>
                  <a:cubicBezTo>
                    <a:pt x="3703" y="48394"/>
                    <a:pt x="5371" y="50495"/>
                    <a:pt x="7539" y="52196"/>
                  </a:cubicBezTo>
                  <a:cubicBezTo>
                    <a:pt x="8673" y="53030"/>
                    <a:pt x="9841" y="53764"/>
                    <a:pt x="11175" y="54364"/>
                  </a:cubicBezTo>
                  <a:cubicBezTo>
                    <a:pt x="12509" y="54932"/>
                    <a:pt x="13877" y="55432"/>
                    <a:pt x="15345" y="55732"/>
                  </a:cubicBezTo>
                  <a:cubicBezTo>
                    <a:pt x="15678" y="55832"/>
                    <a:pt x="16045" y="55866"/>
                    <a:pt x="16412" y="55932"/>
                  </a:cubicBezTo>
                  <a:cubicBezTo>
                    <a:pt x="16746" y="55999"/>
                    <a:pt x="17113" y="56066"/>
                    <a:pt x="17513" y="56099"/>
                  </a:cubicBezTo>
                  <a:cubicBezTo>
                    <a:pt x="17880" y="56199"/>
                    <a:pt x="18247" y="56232"/>
                    <a:pt x="18614" y="56266"/>
                  </a:cubicBezTo>
                  <a:cubicBezTo>
                    <a:pt x="19014" y="56333"/>
                    <a:pt x="19381" y="56366"/>
                    <a:pt x="19748" y="56366"/>
                  </a:cubicBezTo>
                  <a:cubicBezTo>
                    <a:pt x="21249" y="56433"/>
                    <a:pt x="22750" y="56533"/>
                    <a:pt x="24218" y="56833"/>
                  </a:cubicBezTo>
                  <a:cubicBezTo>
                    <a:pt x="24918" y="56933"/>
                    <a:pt x="25619" y="57200"/>
                    <a:pt x="26353" y="57433"/>
                  </a:cubicBezTo>
                  <a:cubicBezTo>
                    <a:pt x="27020" y="57734"/>
                    <a:pt x="27720" y="58067"/>
                    <a:pt x="28287" y="58501"/>
                  </a:cubicBezTo>
                  <a:cubicBezTo>
                    <a:pt x="28921" y="58868"/>
                    <a:pt x="29455" y="59368"/>
                    <a:pt x="30022" y="59868"/>
                  </a:cubicBezTo>
                  <a:lnTo>
                    <a:pt x="30856" y="60669"/>
                  </a:lnTo>
                  <a:cubicBezTo>
                    <a:pt x="31123" y="60902"/>
                    <a:pt x="31423" y="61169"/>
                    <a:pt x="31723" y="61369"/>
                  </a:cubicBezTo>
                  <a:cubicBezTo>
                    <a:pt x="32924" y="62270"/>
                    <a:pt x="34225" y="63037"/>
                    <a:pt x="35392" y="63871"/>
                  </a:cubicBezTo>
                  <a:cubicBezTo>
                    <a:pt x="36560" y="64672"/>
                    <a:pt x="37594" y="65673"/>
                    <a:pt x="38194" y="66873"/>
                  </a:cubicBezTo>
                  <a:cubicBezTo>
                    <a:pt x="38561" y="67574"/>
                    <a:pt x="38728" y="68374"/>
                    <a:pt x="38861" y="69175"/>
                  </a:cubicBezTo>
                  <a:cubicBezTo>
                    <a:pt x="38928" y="69942"/>
                    <a:pt x="38928" y="70709"/>
                    <a:pt x="38928" y="71443"/>
                  </a:cubicBezTo>
                  <a:cubicBezTo>
                    <a:pt x="38895" y="72211"/>
                    <a:pt x="38928" y="72911"/>
                    <a:pt x="39028" y="73545"/>
                  </a:cubicBezTo>
                  <a:cubicBezTo>
                    <a:pt x="39095" y="73878"/>
                    <a:pt x="39128" y="74179"/>
                    <a:pt x="39228" y="74412"/>
                  </a:cubicBezTo>
                  <a:cubicBezTo>
                    <a:pt x="39328" y="74712"/>
                    <a:pt x="39395" y="74913"/>
                    <a:pt x="39462" y="75113"/>
                  </a:cubicBezTo>
                  <a:cubicBezTo>
                    <a:pt x="39896" y="76314"/>
                    <a:pt x="40729" y="77281"/>
                    <a:pt x="41263" y="78315"/>
                  </a:cubicBezTo>
                  <a:cubicBezTo>
                    <a:pt x="41563" y="78882"/>
                    <a:pt x="41764" y="79416"/>
                    <a:pt x="41830" y="79983"/>
                  </a:cubicBezTo>
                  <a:cubicBezTo>
                    <a:pt x="41864" y="80550"/>
                    <a:pt x="41730" y="81150"/>
                    <a:pt x="41563" y="81717"/>
                  </a:cubicBezTo>
                  <a:cubicBezTo>
                    <a:pt x="41397" y="82251"/>
                    <a:pt x="41063" y="82751"/>
                    <a:pt x="40629" y="83152"/>
                  </a:cubicBezTo>
                  <a:cubicBezTo>
                    <a:pt x="40229" y="83585"/>
                    <a:pt x="39695" y="83886"/>
                    <a:pt x="39128" y="84119"/>
                  </a:cubicBezTo>
                  <a:cubicBezTo>
                    <a:pt x="38061" y="84586"/>
                    <a:pt x="36827" y="84886"/>
                    <a:pt x="35626" y="85387"/>
                  </a:cubicBezTo>
                  <a:cubicBezTo>
                    <a:pt x="35059" y="85620"/>
                    <a:pt x="34458" y="85954"/>
                    <a:pt x="33958" y="86387"/>
                  </a:cubicBezTo>
                  <a:cubicBezTo>
                    <a:pt x="33724" y="86588"/>
                    <a:pt x="33524" y="86854"/>
                    <a:pt x="33291" y="87088"/>
                  </a:cubicBezTo>
                  <a:cubicBezTo>
                    <a:pt x="33091" y="87321"/>
                    <a:pt x="32891" y="87622"/>
                    <a:pt x="32724" y="87888"/>
                  </a:cubicBezTo>
                  <a:cubicBezTo>
                    <a:pt x="32390" y="88422"/>
                    <a:pt x="32090" y="88989"/>
                    <a:pt x="31923" y="89623"/>
                  </a:cubicBezTo>
                  <a:cubicBezTo>
                    <a:pt x="31723" y="90257"/>
                    <a:pt x="31656" y="90924"/>
                    <a:pt x="31590" y="91558"/>
                  </a:cubicBezTo>
                  <a:cubicBezTo>
                    <a:pt x="31523" y="92825"/>
                    <a:pt x="31623" y="94093"/>
                    <a:pt x="31890" y="95327"/>
                  </a:cubicBezTo>
                  <a:cubicBezTo>
                    <a:pt x="32157" y="96595"/>
                    <a:pt x="32490" y="97796"/>
                    <a:pt x="32857" y="98963"/>
                  </a:cubicBezTo>
                  <a:cubicBezTo>
                    <a:pt x="33591" y="101331"/>
                    <a:pt x="34525" y="103633"/>
                    <a:pt x="35059" y="105968"/>
                  </a:cubicBezTo>
                  <a:cubicBezTo>
                    <a:pt x="35226" y="106568"/>
                    <a:pt x="35326" y="107169"/>
                    <a:pt x="35392" y="107769"/>
                  </a:cubicBezTo>
                  <a:cubicBezTo>
                    <a:pt x="35526" y="108403"/>
                    <a:pt x="35592" y="108970"/>
                    <a:pt x="35726" y="109571"/>
                  </a:cubicBezTo>
                  <a:cubicBezTo>
                    <a:pt x="35926" y="110772"/>
                    <a:pt x="36193" y="111939"/>
                    <a:pt x="36493" y="113073"/>
                  </a:cubicBezTo>
                  <a:cubicBezTo>
                    <a:pt x="37060" y="115375"/>
                    <a:pt x="37861" y="117576"/>
                    <a:pt x="38995" y="119544"/>
                  </a:cubicBezTo>
                  <a:cubicBezTo>
                    <a:pt x="40062" y="121546"/>
                    <a:pt x="41530" y="123247"/>
                    <a:pt x="43098" y="124615"/>
                  </a:cubicBezTo>
                  <a:cubicBezTo>
                    <a:pt x="44699" y="126049"/>
                    <a:pt x="46467" y="127083"/>
                    <a:pt x="48202" y="127984"/>
                  </a:cubicBezTo>
                  <a:cubicBezTo>
                    <a:pt x="49869" y="128951"/>
                    <a:pt x="51604" y="129652"/>
                    <a:pt x="53238" y="130285"/>
                  </a:cubicBezTo>
                  <a:cubicBezTo>
                    <a:pt x="54873" y="130853"/>
                    <a:pt x="56407" y="131420"/>
                    <a:pt x="57875" y="131920"/>
                  </a:cubicBezTo>
                  <a:cubicBezTo>
                    <a:pt x="59276" y="132420"/>
                    <a:pt x="60610" y="132887"/>
                    <a:pt x="61778" y="133354"/>
                  </a:cubicBezTo>
                  <a:cubicBezTo>
                    <a:pt x="64113" y="134322"/>
                    <a:pt x="65881" y="135322"/>
                    <a:pt x="67015" y="136156"/>
                  </a:cubicBezTo>
                  <a:cubicBezTo>
                    <a:pt x="67582" y="136557"/>
                    <a:pt x="67949" y="136924"/>
                    <a:pt x="68249" y="137124"/>
                  </a:cubicBezTo>
                  <a:cubicBezTo>
                    <a:pt x="68416" y="137257"/>
                    <a:pt x="68516" y="137324"/>
                    <a:pt x="68583" y="137391"/>
                  </a:cubicBezTo>
                  <a:lnTo>
                    <a:pt x="68683" y="137457"/>
                  </a:lnTo>
                  <a:cubicBezTo>
                    <a:pt x="69307" y="138066"/>
                    <a:pt x="69681" y="138383"/>
                    <a:pt x="69770" y="138383"/>
                  </a:cubicBezTo>
                  <a:cubicBezTo>
                    <a:pt x="69876" y="138383"/>
                    <a:pt x="69578" y="137933"/>
                    <a:pt x="68816" y="136990"/>
                  </a:cubicBezTo>
                  <a:cubicBezTo>
                    <a:pt x="68816" y="136990"/>
                    <a:pt x="68816" y="136957"/>
                    <a:pt x="68750" y="136924"/>
                  </a:cubicBezTo>
                  <a:cubicBezTo>
                    <a:pt x="68649" y="136890"/>
                    <a:pt x="68549" y="136790"/>
                    <a:pt x="68416" y="136657"/>
                  </a:cubicBezTo>
                  <a:cubicBezTo>
                    <a:pt x="68116" y="136423"/>
                    <a:pt x="67749" y="136056"/>
                    <a:pt x="67148" y="135656"/>
                  </a:cubicBezTo>
                  <a:cubicBezTo>
                    <a:pt x="66048" y="134822"/>
                    <a:pt x="64280" y="133788"/>
                    <a:pt x="61911" y="132821"/>
                  </a:cubicBezTo>
                  <a:cubicBezTo>
                    <a:pt x="60710" y="132320"/>
                    <a:pt x="59376" y="131820"/>
                    <a:pt x="57942" y="131320"/>
                  </a:cubicBezTo>
                  <a:cubicBezTo>
                    <a:pt x="56474" y="130819"/>
                    <a:pt x="54940" y="130319"/>
                    <a:pt x="53305" y="129718"/>
                  </a:cubicBezTo>
                  <a:cubicBezTo>
                    <a:pt x="51704" y="129085"/>
                    <a:pt x="49969" y="128384"/>
                    <a:pt x="48302" y="127417"/>
                  </a:cubicBezTo>
                  <a:cubicBezTo>
                    <a:pt x="46600" y="126483"/>
                    <a:pt x="44899" y="125449"/>
                    <a:pt x="43298" y="124081"/>
                  </a:cubicBezTo>
                  <a:cubicBezTo>
                    <a:pt x="41730" y="122713"/>
                    <a:pt x="40363" y="121046"/>
                    <a:pt x="39262" y="119077"/>
                  </a:cubicBezTo>
                  <a:cubicBezTo>
                    <a:pt x="38194" y="117109"/>
                    <a:pt x="37394" y="114941"/>
                    <a:pt x="36793" y="112706"/>
                  </a:cubicBezTo>
                  <a:cubicBezTo>
                    <a:pt x="36526" y="111572"/>
                    <a:pt x="36260" y="110405"/>
                    <a:pt x="36059" y="109237"/>
                  </a:cubicBezTo>
                  <a:cubicBezTo>
                    <a:pt x="35959" y="108637"/>
                    <a:pt x="35859" y="108070"/>
                    <a:pt x="35759" y="107469"/>
                  </a:cubicBezTo>
                  <a:cubicBezTo>
                    <a:pt x="35626" y="106902"/>
                    <a:pt x="35559" y="106302"/>
                    <a:pt x="35426" y="105701"/>
                  </a:cubicBezTo>
                  <a:cubicBezTo>
                    <a:pt x="34859" y="103299"/>
                    <a:pt x="33925" y="101031"/>
                    <a:pt x="33224" y="98629"/>
                  </a:cubicBezTo>
                  <a:cubicBezTo>
                    <a:pt x="32891" y="97462"/>
                    <a:pt x="32557" y="96261"/>
                    <a:pt x="32290" y="95060"/>
                  </a:cubicBezTo>
                  <a:cubicBezTo>
                    <a:pt x="32090" y="93859"/>
                    <a:pt x="31923" y="92592"/>
                    <a:pt x="32023" y="91391"/>
                  </a:cubicBezTo>
                  <a:cubicBezTo>
                    <a:pt x="32057" y="90791"/>
                    <a:pt x="32123" y="90190"/>
                    <a:pt x="32290" y="89590"/>
                  </a:cubicBezTo>
                  <a:cubicBezTo>
                    <a:pt x="32457" y="89023"/>
                    <a:pt x="32724" y="88422"/>
                    <a:pt x="33057" y="87922"/>
                  </a:cubicBezTo>
                  <a:cubicBezTo>
                    <a:pt x="33224" y="87688"/>
                    <a:pt x="33391" y="87421"/>
                    <a:pt x="33591" y="87221"/>
                  </a:cubicBezTo>
                  <a:cubicBezTo>
                    <a:pt x="33758" y="87021"/>
                    <a:pt x="34025" y="86788"/>
                    <a:pt x="34225" y="86588"/>
                  </a:cubicBezTo>
                  <a:cubicBezTo>
                    <a:pt x="34692" y="86221"/>
                    <a:pt x="35226" y="85920"/>
                    <a:pt x="35759" y="85687"/>
                  </a:cubicBezTo>
                  <a:cubicBezTo>
                    <a:pt x="36893" y="85220"/>
                    <a:pt x="38128" y="84920"/>
                    <a:pt x="39295" y="84419"/>
                  </a:cubicBezTo>
                  <a:cubicBezTo>
                    <a:pt x="39896" y="84186"/>
                    <a:pt x="40429" y="83852"/>
                    <a:pt x="40930" y="83385"/>
                  </a:cubicBezTo>
                  <a:cubicBezTo>
                    <a:pt x="41397" y="82952"/>
                    <a:pt x="41764" y="82385"/>
                    <a:pt x="41964" y="81751"/>
                  </a:cubicBezTo>
                  <a:cubicBezTo>
                    <a:pt x="42064" y="81417"/>
                    <a:pt x="42130" y="81117"/>
                    <a:pt x="42197" y="80783"/>
                  </a:cubicBezTo>
                  <a:cubicBezTo>
                    <a:pt x="42231" y="80517"/>
                    <a:pt x="42264" y="80183"/>
                    <a:pt x="42231" y="79849"/>
                  </a:cubicBezTo>
                  <a:cubicBezTo>
                    <a:pt x="42197" y="79182"/>
                    <a:pt x="41930" y="78548"/>
                    <a:pt x="41630" y="78015"/>
                  </a:cubicBezTo>
                  <a:cubicBezTo>
                    <a:pt x="41063" y="76914"/>
                    <a:pt x="40262" y="75947"/>
                    <a:pt x="39896" y="74879"/>
                  </a:cubicBezTo>
                  <a:cubicBezTo>
                    <a:pt x="39862" y="74712"/>
                    <a:pt x="39762" y="74512"/>
                    <a:pt x="39695" y="74245"/>
                  </a:cubicBezTo>
                  <a:cubicBezTo>
                    <a:pt x="39629" y="74012"/>
                    <a:pt x="39595" y="73745"/>
                    <a:pt x="39529" y="73445"/>
                  </a:cubicBezTo>
                  <a:cubicBezTo>
                    <a:pt x="39429" y="72878"/>
                    <a:pt x="39395" y="72211"/>
                    <a:pt x="39429" y="71443"/>
                  </a:cubicBezTo>
                  <a:cubicBezTo>
                    <a:pt x="39462" y="69942"/>
                    <a:pt x="39395" y="68174"/>
                    <a:pt x="38628" y="66607"/>
                  </a:cubicBezTo>
                  <a:cubicBezTo>
                    <a:pt x="38028" y="65272"/>
                    <a:pt x="36893" y="64238"/>
                    <a:pt x="35693" y="63404"/>
                  </a:cubicBezTo>
                  <a:cubicBezTo>
                    <a:pt x="34525" y="62570"/>
                    <a:pt x="33224" y="61836"/>
                    <a:pt x="32057" y="60936"/>
                  </a:cubicBezTo>
                  <a:cubicBezTo>
                    <a:pt x="31723" y="60702"/>
                    <a:pt x="31456" y="60502"/>
                    <a:pt x="31189" y="60235"/>
                  </a:cubicBezTo>
                  <a:lnTo>
                    <a:pt x="30355" y="59501"/>
                  </a:lnTo>
                  <a:cubicBezTo>
                    <a:pt x="29788" y="58934"/>
                    <a:pt x="29221" y="58434"/>
                    <a:pt x="28554" y="58034"/>
                  </a:cubicBezTo>
                  <a:cubicBezTo>
                    <a:pt x="27920" y="57567"/>
                    <a:pt x="27220" y="57233"/>
                    <a:pt x="26519" y="56933"/>
                  </a:cubicBezTo>
                  <a:cubicBezTo>
                    <a:pt x="25785" y="56666"/>
                    <a:pt x="25052" y="56433"/>
                    <a:pt x="24284" y="56266"/>
                  </a:cubicBezTo>
                  <a:cubicBezTo>
                    <a:pt x="22783" y="55932"/>
                    <a:pt x="21282" y="55899"/>
                    <a:pt x="19781" y="55832"/>
                  </a:cubicBezTo>
                  <a:cubicBezTo>
                    <a:pt x="19414" y="55832"/>
                    <a:pt x="19047" y="55765"/>
                    <a:pt x="18680" y="55732"/>
                  </a:cubicBezTo>
                  <a:cubicBezTo>
                    <a:pt x="18347" y="55699"/>
                    <a:pt x="17947" y="55665"/>
                    <a:pt x="17580" y="55599"/>
                  </a:cubicBezTo>
                  <a:cubicBezTo>
                    <a:pt x="17213" y="55565"/>
                    <a:pt x="16879" y="55532"/>
                    <a:pt x="16512" y="55432"/>
                  </a:cubicBezTo>
                  <a:cubicBezTo>
                    <a:pt x="16112" y="55365"/>
                    <a:pt x="15745" y="55332"/>
                    <a:pt x="15411" y="55232"/>
                  </a:cubicBezTo>
                  <a:cubicBezTo>
                    <a:pt x="14010" y="54932"/>
                    <a:pt x="12609" y="54431"/>
                    <a:pt x="11342" y="53897"/>
                  </a:cubicBezTo>
                  <a:cubicBezTo>
                    <a:pt x="10041" y="53364"/>
                    <a:pt x="8873" y="52597"/>
                    <a:pt x="7773" y="51829"/>
                  </a:cubicBezTo>
                  <a:cubicBezTo>
                    <a:pt x="5671" y="50161"/>
                    <a:pt x="4037" y="48093"/>
                    <a:pt x="2902" y="46025"/>
                  </a:cubicBezTo>
                  <a:cubicBezTo>
                    <a:pt x="2602" y="45525"/>
                    <a:pt x="2369" y="44991"/>
                    <a:pt x="2102" y="44491"/>
                  </a:cubicBezTo>
                  <a:cubicBezTo>
                    <a:pt x="1868" y="43990"/>
                    <a:pt x="1702" y="43423"/>
                    <a:pt x="1501" y="42923"/>
                  </a:cubicBezTo>
                  <a:cubicBezTo>
                    <a:pt x="1268" y="42423"/>
                    <a:pt x="1168" y="41922"/>
                    <a:pt x="1001" y="41422"/>
                  </a:cubicBezTo>
                  <a:cubicBezTo>
                    <a:pt x="868" y="40988"/>
                    <a:pt x="668" y="40488"/>
                    <a:pt x="601" y="40054"/>
                  </a:cubicBezTo>
                  <a:cubicBezTo>
                    <a:pt x="567" y="39187"/>
                    <a:pt x="934" y="38353"/>
                    <a:pt x="1268" y="37586"/>
                  </a:cubicBezTo>
                  <a:cubicBezTo>
                    <a:pt x="1602" y="36852"/>
                    <a:pt x="1935" y="36185"/>
                    <a:pt x="2235" y="35551"/>
                  </a:cubicBezTo>
                  <a:cubicBezTo>
                    <a:pt x="2836" y="34350"/>
                    <a:pt x="3003" y="33316"/>
                    <a:pt x="2902" y="32649"/>
                  </a:cubicBezTo>
                  <a:cubicBezTo>
                    <a:pt x="2869" y="31715"/>
                    <a:pt x="2502" y="30848"/>
                    <a:pt x="2102" y="30080"/>
                  </a:cubicBezTo>
                  <a:cubicBezTo>
                    <a:pt x="1735" y="29347"/>
                    <a:pt x="1268" y="28579"/>
                    <a:pt x="934" y="27879"/>
                  </a:cubicBezTo>
                  <a:cubicBezTo>
                    <a:pt x="601" y="27178"/>
                    <a:pt x="334" y="26411"/>
                    <a:pt x="367" y="25677"/>
                  </a:cubicBezTo>
                  <a:cubicBezTo>
                    <a:pt x="401" y="25510"/>
                    <a:pt x="401" y="25310"/>
                    <a:pt x="434" y="25144"/>
                  </a:cubicBezTo>
                  <a:cubicBezTo>
                    <a:pt x="501" y="25043"/>
                    <a:pt x="501" y="24977"/>
                    <a:pt x="534" y="24877"/>
                  </a:cubicBezTo>
                  <a:lnTo>
                    <a:pt x="668" y="24643"/>
                  </a:lnTo>
                  <a:cubicBezTo>
                    <a:pt x="834" y="24310"/>
                    <a:pt x="1068" y="24043"/>
                    <a:pt x="1335" y="23809"/>
                  </a:cubicBezTo>
                  <a:cubicBezTo>
                    <a:pt x="2402" y="22842"/>
                    <a:pt x="3736" y="22241"/>
                    <a:pt x="4770" y="21341"/>
                  </a:cubicBezTo>
                  <a:cubicBezTo>
                    <a:pt x="5037" y="21074"/>
                    <a:pt x="5237" y="20840"/>
                    <a:pt x="5471" y="20540"/>
                  </a:cubicBezTo>
                  <a:cubicBezTo>
                    <a:pt x="5538" y="20407"/>
                    <a:pt x="5638" y="20240"/>
                    <a:pt x="5704" y="20073"/>
                  </a:cubicBezTo>
                  <a:lnTo>
                    <a:pt x="5838" y="19573"/>
                  </a:lnTo>
                  <a:cubicBezTo>
                    <a:pt x="5971" y="18906"/>
                    <a:pt x="5871" y="18305"/>
                    <a:pt x="5805" y="17672"/>
                  </a:cubicBezTo>
                  <a:cubicBezTo>
                    <a:pt x="5571" y="16471"/>
                    <a:pt x="5237" y="15370"/>
                    <a:pt x="5137" y="14302"/>
                  </a:cubicBezTo>
                  <a:cubicBezTo>
                    <a:pt x="5037" y="13802"/>
                    <a:pt x="5037" y="13235"/>
                    <a:pt x="5204" y="12801"/>
                  </a:cubicBezTo>
                  <a:cubicBezTo>
                    <a:pt x="5338" y="12334"/>
                    <a:pt x="5671" y="11967"/>
                    <a:pt x="5905" y="11534"/>
                  </a:cubicBezTo>
                  <a:cubicBezTo>
                    <a:pt x="7005" y="9966"/>
                    <a:pt x="8373" y="8965"/>
                    <a:pt x="9541" y="8065"/>
                  </a:cubicBezTo>
                  <a:cubicBezTo>
                    <a:pt x="10741" y="7231"/>
                    <a:pt x="11742" y="6464"/>
                    <a:pt x="12376" y="5630"/>
                  </a:cubicBezTo>
                  <a:cubicBezTo>
                    <a:pt x="13043" y="4796"/>
                    <a:pt x="13377" y="3995"/>
                    <a:pt x="13577" y="3361"/>
                  </a:cubicBezTo>
                  <a:cubicBezTo>
                    <a:pt x="13677" y="3028"/>
                    <a:pt x="13777" y="2794"/>
                    <a:pt x="13844" y="2527"/>
                  </a:cubicBezTo>
                  <a:cubicBezTo>
                    <a:pt x="13910" y="2294"/>
                    <a:pt x="13910" y="2127"/>
                    <a:pt x="13944" y="1960"/>
                  </a:cubicBezTo>
                  <a:cubicBezTo>
                    <a:pt x="14010" y="1627"/>
                    <a:pt x="14044" y="1493"/>
                    <a:pt x="14044" y="1493"/>
                  </a:cubicBezTo>
                  <a:cubicBezTo>
                    <a:pt x="14128" y="501"/>
                    <a:pt x="14102" y="0"/>
                    <a:pt x="140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78" name="Google Shape;1478;p11"/>
            <p:cNvSpPr/>
            <p:nvPr/>
          </p:nvSpPr>
          <p:spPr>
            <a:xfrm>
              <a:off x="9719578" y="1544473"/>
              <a:ext cx="415679" cy="246140"/>
            </a:xfrm>
            <a:custGeom>
              <a:avLst/>
              <a:gdLst/>
              <a:ahLst/>
              <a:cxnLst/>
              <a:rect l="l" t="t" r="r" b="b"/>
              <a:pathLst>
                <a:path w="18450" h="10925" extrusionOk="0">
                  <a:moveTo>
                    <a:pt x="6115" y="0"/>
                  </a:moveTo>
                  <a:cubicBezTo>
                    <a:pt x="6078" y="0"/>
                    <a:pt x="6041" y="3"/>
                    <a:pt x="6004" y="9"/>
                  </a:cubicBezTo>
                  <a:lnTo>
                    <a:pt x="5671" y="9"/>
                  </a:lnTo>
                  <a:lnTo>
                    <a:pt x="5371" y="42"/>
                  </a:lnTo>
                  <a:cubicBezTo>
                    <a:pt x="5171" y="109"/>
                    <a:pt x="4937" y="143"/>
                    <a:pt x="4770" y="209"/>
                  </a:cubicBezTo>
                  <a:cubicBezTo>
                    <a:pt x="4603" y="276"/>
                    <a:pt x="4403" y="343"/>
                    <a:pt x="4237" y="443"/>
                  </a:cubicBezTo>
                  <a:cubicBezTo>
                    <a:pt x="4070" y="476"/>
                    <a:pt x="3903" y="610"/>
                    <a:pt x="3736" y="710"/>
                  </a:cubicBezTo>
                  <a:cubicBezTo>
                    <a:pt x="3569" y="810"/>
                    <a:pt x="3436" y="976"/>
                    <a:pt x="3336" y="1110"/>
                  </a:cubicBezTo>
                  <a:cubicBezTo>
                    <a:pt x="3202" y="1210"/>
                    <a:pt x="3069" y="1343"/>
                    <a:pt x="3002" y="1510"/>
                  </a:cubicBezTo>
                  <a:cubicBezTo>
                    <a:pt x="2602" y="2111"/>
                    <a:pt x="2335" y="2678"/>
                    <a:pt x="2068" y="3178"/>
                  </a:cubicBezTo>
                  <a:cubicBezTo>
                    <a:pt x="1835" y="3678"/>
                    <a:pt x="1568" y="4045"/>
                    <a:pt x="1268" y="4346"/>
                  </a:cubicBezTo>
                  <a:cubicBezTo>
                    <a:pt x="1201" y="4379"/>
                    <a:pt x="1168" y="4479"/>
                    <a:pt x="1068" y="4512"/>
                  </a:cubicBezTo>
                  <a:cubicBezTo>
                    <a:pt x="1001" y="4546"/>
                    <a:pt x="934" y="4612"/>
                    <a:pt x="867" y="4646"/>
                  </a:cubicBezTo>
                  <a:cubicBezTo>
                    <a:pt x="734" y="4712"/>
                    <a:pt x="601" y="4779"/>
                    <a:pt x="534" y="4813"/>
                  </a:cubicBezTo>
                  <a:cubicBezTo>
                    <a:pt x="334" y="4879"/>
                    <a:pt x="200" y="4879"/>
                    <a:pt x="200" y="4879"/>
                  </a:cubicBezTo>
                  <a:cubicBezTo>
                    <a:pt x="9" y="4943"/>
                    <a:pt x="1" y="5282"/>
                    <a:pt x="234" y="5282"/>
                  </a:cubicBezTo>
                  <a:cubicBezTo>
                    <a:pt x="244" y="5282"/>
                    <a:pt x="256" y="5281"/>
                    <a:pt x="267" y="5280"/>
                  </a:cubicBezTo>
                  <a:cubicBezTo>
                    <a:pt x="267" y="5280"/>
                    <a:pt x="400" y="5280"/>
                    <a:pt x="667" y="5179"/>
                  </a:cubicBezTo>
                  <a:cubicBezTo>
                    <a:pt x="767" y="5146"/>
                    <a:pt x="901" y="5146"/>
                    <a:pt x="1068" y="5013"/>
                  </a:cubicBezTo>
                  <a:cubicBezTo>
                    <a:pt x="1168" y="4979"/>
                    <a:pt x="1234" y="4879"/>
                    <a:pt x="1334" y="4846"/>
                  </a:cubicBezTo>
                  <a:cubicBezTo>
                    <a:pt x="1401" y="4779"/>
                    <a:pt x="1501" y="4712"/>
                    <a:pt x="1568" y="4646"/>
                  </a:cubicBezTo>
                  <a:cubicBezTo>
                    <a:pt x="1902" y="4346"/>
                    <a:pt x="2202" y="3879"/>
                    <a:pt x="2502" y="3378"/>
                  </a:cubicBezTo>
                  <a:cubicBezTo>
                    <a:pt x="2769" y="2878"/>
                    <a:pt x="3069" y="2311"/>
                    <a:pt x="3436" y="1810"/>
                  </a:cubicBezTo>
                  <a:cubicBezTo>
                    <a:pt x="3536" y="1677"/>
                    <a:pt x="3669" y="1544"/>
                    <a:pt x="3736" y="1443"/>
                  </a:cubicBezTo>
                  <a:cubicBezTo>
                    <a:pt x="3870" y="1343"/>
                    <a:pt x="4003" y="1210"/>
                    <a:pt x="4103" y="1143"/>
                  </a:cubicBezTo>
                  <a:cubicBezTo>
                    <a:pt x="4237" y="1043"/>
                    <a:pt x="4370" y="943"/>
                    <a:pt x="4537" y="876"/>
                  </a:cubicBezTo>
                  <a:cubicBezTo>
                    <a:pt x="4670" y="843"/>
                    <a:pt x="4837" y="776"/>
                    <a:pt x="5004" y="710"/>
                  </a:cubicBezTo>
                  <a:cubicBezTo>
                    <a:pt x="5319" y="615"/>
                    <a:pt x="5641" y="550"/>
                    <a:pt x="5942" y="550"/>
                  </a:cubicBezTo>
                  <a:cubicBezTo>
                    <a:pt x="6280" y="550"/>
                    <a:pt x="6592" y="632"/>
                    <a:pt x="6838" y="843"/>
                  </a:cubicBezTo>
                  <a:cubicBezTo>
                    <a:pt x="7072" y="1043"/>
                    <a:pt x="7239" y="1343"/>
                    <a:pt x="7405" y="1644"/>
                  </a:cubicBezTo>
                  <a:cubicBezTo>
                    <a:pt x="7572" y="1944"/>
                    <a:pt x="7706" y="2277"/>
                    <a:pt x="7872" y="2611"/>
                  </a:cubicBezTo>
                  <a:cubicBezTo>
                    <a:pt x="8206" y="3211"/>
                    <a:pt x="8573" y="3945"/>
                    <a:pt x="9173" y="4379"/>
                  </a:cubicBezTo>
                  <a:cubicBezTo>
                    <a:pt x="9407" y="4646"/>
                    <a:pt x="9774" y="4813"/>
                    <a:pt x="10174" y="4946"/>
                  </a:cubicBezTo>
                  <a:cubicBezTo>
                    <a:pt x="10443" y="4995"/>
                    <a:pt x="10729" y="5026"/>
                    <a:pt x="11034" y="5026"/>
                  </a:cubicBezTo>
                  <a:cubicBezTo>
                    <a:pt x="11145" y="5026"/>
                    <a:pt x="11259" y="5022"/>
                    <a:pt x="11375" y="5013"/>
                  </a:cubicBezTo>
                  <a:cubicBezTo>
                    <a:pt x="12176" y="4946"/>
                    <a:pt x="12909" y="4612"/>
                    <a:pt x="13543" y="4546"/>
                  </a:cubicBezTo>
                  <a:cubicBezTo>
                    <a:pt x="13877" y="4546"/>
                    <a:pt x="14110" y="4646"/>
                    <a:pt x="14344" y="4846"/>
                  </a:cubicBezTo>
                  <a:cubicBezTo>
                    <a:pt x="14577" y="5046"/>
                    <a:pt x="14744" y="5346"/>
                    <a:pt x="14877" y="5680"/>
                  </a:cubicBezTo>
                  <a:cubicBezTo>
                    <a:pt x="15011" y="6013"/>
                    <a:pt x="15111" y="6347"/>
                    <a:pt x="15211" y="6681"/>
                  </a:cubicBezTo>
                  <a:cubicBezTo>
                    <a:pt x="15278" y="6981"/>
                    <a:pt x="15344" y="7314"/>
                    <a:pt x="15378" y="7648"/>
                  </a:cubicBezTo>
                  <a:cubicBezTo>
                    <a:pt x="15445" y="8315"/>
                    <a:pt x="15545" y="8949"/>
                    <a:pt x="15745" y="9516"/>
                  </a:cubicBezTo>
                  <a:cubicBezTo>
                    <a:pt x="15912" y="10083"/>
                    <a:pt x="16245" y="10617"/>
                    <a:pt x="16745" y="10817"/>
                  </a:cubicBezTo>
                  <a:cubicBezTo>
                    <a:pt x="16950" y="10899"/>
                    <a:pt x="17132" y="10925"/>
                    <a:pt x="17294" y="10925"/>
                  </a:cubicBezTo>
                  <a:cubicBezTo>
                    <a:pt x="17529" y="10925"/>
                    <a:pt x="17722" y="10870"/>
                    <a:pt x="17880" y="10850"/>
                  </a:cubicBezTo>
                  <a:lnTo>
                    <a:pt x="18247" y="10717"/>
                  </a:lnTo>
                  <a:cubicBezTo>
                    <a:pt x="18449" y="10641"/>
                    <a:pt x="18421" y="10449"/>
                    <a:pt x="18279" y="10449"/>
                  </a:cubicBezTo>
                  <a:cubicBezTo>
                    <a:pt x="18234" y="10449"/>
                    <a:pt x="18177" y="10469"/>
                    <a:pt x="18113" y="10517"/>
                  </a:cubicBezTo>
                  <a:cubicBezTo>
                    <a:pt x="18113" y="10517"/>
                    <a:pt x="18013" y="10550"/>
                    <a:pt x="17780" y="10617"/>
                  </a:cubicBezTo>
                  <a:cubicBezTo>
                    <a:pt x="17690" y="10632"/>
                    <a:pt x="17581" y="10647"/>
                    <a:pt x="17457" y="10647"/>
                  </a:cubicBezTo>
                  <a:cubicBezTo>
                    <a:pt x="17304" y="10647"/>
                    <a:pt x="17130" y="10624"/>
                    <a:pt x="16946" y="10550"/>
                  </a:cubicBezTo>
                  <a:cubicBezTo>
                    <a:pt x="16612" y="10450"/>
                    <a:pt x="16379" y="10016"/>
                    <a:pt x="16212" y="9516"/>
                  </a:cubicBezTo>
                  <a:cubicBezTo>
                    <a:pt x="16045" y="9016"/>
                    <a:pt x="16012" y="8382"/>
                    <a:pt x="15912" y="7715"/>
                  </a:cubicBezTo>
                  <a:cubicBezTo>
                    <a:pt x="15878" y="7381"/>
                    <a:pt x="15845" y="7014"/>
                    <a:pt x="15745" y="6647"/>
                  </a:cubicBezTo>
                  <a:cubicBezTo>
                    <a:pt x="15678" y="6280"/>
                    <a:pt x="15578" y="5947"/>
                    <a:pt x="15411" y="5546"/>
                  </a:cubicBezTo>
                  <a:cubicBezTo>
                    <a:pt x="15278" y="5213"/>
                    <a:pt x="15078" y="4846"/>
                    <a:pt x="14777" y="4512"/>
                  </a:cubicBezTo>
                  <a:cubicBezTo>
                    <a:pt x="14611" y="4379"/>
                    <a:pt x="14410" y="4212"/>
                    <a:pt x="14210" y="4145"/>
                  </a:cubicBezTo>
                  <a:cubicBezTo>
                    <a:pt x="14010" y="4045"/>
                    <a:pt x="13743" y="4012"/>
                    <a:pt x="13543" y="4012"/>
                  </a:cubicBezTo>
                  <a:cubicBezTo>
                    <a:pt x="13110" y="4012"/>
                    <a:pt x="12743" y="4145"/>
                    <a:pt x="12376" y="4212"/>
                  </a:cubicBezTo>
                  <a:cubicBezTo>
                    <a:pt x="12009" y="4312"/>
                    <a:pt x="11675" y="4379"/>
                    <a:pt x="11342" y="4446"/>
                  </a:cubicBezTo>
                  <a:cubicBezTo>
                    <a:pt x="11260" y="4454"/>
                    <a:pt x="11179" y="4458"/>
                    <a:pt x="11099" y="4458"/>
                  </a:cubicBezTo>
                  <a:cubicBezTo>
                    <a:pt x="10549" y="4458"/>
                    <a:pt x="10023" y="4265"/>
                    <a:pt x="9674" y="3945"/>
                  </a:cubicBezTo>
                  <a:cubicBezTo>
                    <a:pt x="9207" y="3545"/>
                    <a:pt x="8873" y="2978"/>
                    <a:pt x="8540" y="2344"/>
                  </a:cubicBezTo>
                  <a:cubicBezTo>
                    <a:pt x="8373" y="2011"/>
                    <a:pt x="8239" y="1677"/>
                    <a:pt x="8039" y="1343"/>
                  </a:cubicBezTo>
                  <a:cubicBezTo>
                    <a:pt x="7839" y="1010"/>
                    <a:pt x="7606" y="676"/>
                    <a:pt x="7239" y="376"/>
                  </a:cubicBezTo>
                  <a:cubicBezTo>
                    <a:pt x="7172" y="343"/>
                    <a:pt x="7072" y="276"/>
                    <a:pt x="6938" y="209"/>
                  </a:cubicBezTo>
                  <a:cubicBezTo>
                    <a:pt x="6872" y="176"/>
                    <a:pt x="6772" y="143"/>
                    <a:pt x="6672" y="109"/>
                  </a:cubicBezTo>
                  <a:cubicBezTo>
                    <a:pt x="6454" y="55"/>
                    <a:pt x="6280" y="0"/>
                    <a:pt x="61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79" name="Google Shape;1479;p11"/>
            <p:cNvSpPr/>
            <p:nvPr/>
          </p:nvSpPr>
          <p:spPr>
            <a:xfrm>
              <a:off x="10093846" y="1486504"/>
              <a:ext cx="370483" cy="268670"/>
            </a:xfrm>
            <a:custGeom>
              <a:avLst/>
              <a:gdLst/>
              <a:ahLst/>
              <a:cxnLst/>
              <a:rect l="l" t="t" r="r" b="b"/>
              <a:pathLst>
                <a:path w="16444" h="11925" extrusionOk="0">
                  <a:moveTo>
                    <a:pt x="5749" y="1"/>
                  </a:moveTo>
                  <a:cubicBezTo>
                    <a:pt x="5525" y="1"/>
                    <a:pt x="5304" y="29"/>
                    <a:pt x="5104" y="47"/>
                  </a:cubicBezTo>
                  <a:cubicBezTo>
                    <a:pt x="4904" y="80"/>
                    <a:pt x="4670" y="114"/>
                    <a:pt x="4503" y="147"/>
                  </a:cubicBezTo>
                  <a:cubicBezTo>
                    <a:pt x="4336" y="214"/>
                    <a:pt x="4136" y="314"/>
                    <a:pt x="3970" y="414"/>
                  </a:cubicBezTo>
                  <a:cubicBezTo>
                    <a:pt x="3269" y="848"/>
                    <a:pt x="2902" y="1548"/>
                    <a:pt x="2635" y="2115"/>
                  </a:cubicBezTo>
                  <a:cubicBezTo>
                    <a:pt x="2402" y="2716"/>
                    <a:pt x="2235" y="3283"/>
                    <a:pt x="2001" y="3783"/>
                  </a:cubicBezTo>
                  <a:cubicBezTo>
                    <a:pt x="1801" y="4283"/>
                    <a:pt x="1601" y="4717"/>
                    <a:pt x="1334" y="4950"/>
                  </a:cubicBezTo>
                  <a:cubicBezTo>
                    <a:pt x="1101" y="5217"/>
                    <a:pt x="834" y="5284"/>
                    <a:pt x="634" y="5317"/>
                  </a:cubicBezTo>
                  <a:lnTo>
                    <a:pt x="334" y="5317"/>
                  </a:lnTo>
                  <a:cubicBezTo>
                    <a:pt x="100" y="5317"/>
                    <a:pt x="0" y="5651"/>
                    <a:pt x="300" y="5718"/>
                  </a:cubicBezTo>
                  <a:lnTo>
                    <a:pt x="667" y="5718"/>
                  </a:lnTo>
                  <a:cubicBezTo>
                    <a:pt x="934" y="5718"/>
                    <a:pt x="1301" y="5618"/>
                    <a:pt x="1635" y="5284"/>
                  </a:cubicBezTo>
                  <a:cubicBezTo>
                    <a:pt x="2302" y="4650"/>
                    <a:pt x="2602" y="3483"/>
                    <a:pt x="3102" y="2382"/>
                  </a:cubicBezTo>
                  <a:cubicBezTo>
                    <a:pt x="3336" y="1782"/>
                    <a:pt x="3669" y="1248"/>
                    <a:pt x="4236" y="948"/>
                  </a:cubicBezTo>
                  <a:cubicBezTo>
                    <a:pt x="4336" y="881"/>
                    <a:pt x="4470" y="848"/>
                    <a:pt x="4637" y="781"/>
                  </a:cubicBezTo>
                  <a:cubicBezTo>
                    <a:pt x="4770" y="747"/>
                    <a:pt x="4937" y="747"/>
                    <a:pt x="5104" y="714"/>
                  </a:cubicBezTo>
                  <a:cubicBezTo>
                    <a:pt x="5437" y="714"/>
                    <a:pt x="5737" y="714"/>
                    <a:pt x="6004" y="781"/>
                  </a:cubicBezTo>
                  <a:cubicBezTo>
                    <a:pt x="6571" y="948"/>
                    <a:pt x="6972" y="1448"/>
                    <a:pt x="7272" y="2048"/>
                  </a:cubicBezTo>
                  <a:cubicBezTo>
                    <a:pt x="7572" y="2615"/>
                    <a:pt x="7806" y="3249"/>
                    <a:pt x="8106" y="3816"/>
                  </a:cubicBezTo>
                  <a:cubicBezTo>
                    <a:pt x="8239" y="4083"/>
                    <a:pt x="8439" y="4383"/>
                    <a:pt x="8506" y="4483"/>
                  </a:cubicBezTo>
                  <a:lnTo>
                    <a:pt x="8506" y="4450"/>
                  </a:lnTo>
                  <a:cubicBezTo>
                    <a:pt x="8640" y="4584"/>
                    <a:pt x="8740" y="4750"/>
                    <a:pt x="8840" y="4884"/>
                  </a:cubicBezTo>
                  <a:cubicBezTo>
                    <a:pt x="8973" y="4984"/>
                    <a:pt x="9107" y="5117"/>
                    <a:pt x="9273" y="5251"/>
                  </a:cubicBezTo>
                  <a:cubicBezTo>
                    <a:pt x="9574" y="5451"/>
                    <a:pt x="9940" y="5618"/>
                    <a:pt x="10307" y="5718"/>
                  </a:cubicBezTo>
                  <a:cubicBezTo>
                    <a:pt x="11075" y="5884"/>
                    <a:pt x="11775" y="5784"/>
                    <a:pt x="12342" y="5918"/>
                  </a:cubicBezTo>
                  <a:cubicBezTo>
                    <a:pt x="12642" y="5985"/>
                    <a:pt x="12909" y="6118"/>
                    <a:pt x="13109" y="6285"/>
                  </a:cubicBezTo>
                  <a:cubicBezTo>
                    <a:pt x="13310" y="6485"/>
                    <a:pt x="13510" y="6752"/>
                    <a:pt x="13643" y="6985"/>
                  </a:cubicBezTo>
                  <a:cubicBezTo>
                    <a:pt x="13943" y="7519"/>
                    <a:pt x="14010" y="8086"/>
                    <a:pt x="14010" y="8653"/>
                  </a:cubicBezTo>
                  <a:cubicBezTo>
                    <a:pt x="14010" y="9254"/>
                    <a:pt x="13943" y="9854"/>
                    <a:pt x="14110" y="10388"/>
                  </a:cubicBezTo>
                  <a:cubicBezTo>
                    <a:pt x="14143" y="10521"/>
                    <a:pt x="14244" y="10621"/>
                    <a:pt x="14277" y="10755"/>
                  </a:cubicBezTo>
                  <a:cubicBezTo>
                    <a:pt x="14310" y="10888"/>
                    <a:pt x="14410" y="10988"/>
                    <a:pt x="14477" y="11088"/>
                  </a:cubicBezTo>
                  <a:cubicBezTo>
                    <a:pt x="14644" y="11255"/>
                    <a:pt x="14811" y="11422"/>
                    <a:pt x="14977" y="11522"/>
                  </a:cubicBezTo>
                  <a:cubicBezTo>
                    <a:pt x="15144" y="11589"/>
                    <a:pt x="15311" y="11689"/>
                    <a:pt x="15444" y="11722"/>
                  </a:cubicBezTo>
                  <a:cubicBezTo>
                    <a:pt x="15611" y="11755"/>
                    <a:pt x="15745" y="11822"/>
                    <a:pt x="15811" y="11822"/>
                  </a:cubicBezTo>
                  <a:cubicBezTo>
                    <a:pt x="15978" y="11889"/>
                    <a:pt x="16112" y="11922"/>
                    <a:pt x="16112" y="11922"/>
                  </a:cubicBezTo>
                  <a:cubicBezTo>
                    <a:pt x="16129" y="11924"/>
                    <a:pt x="16145" y="11925"/>
                    <a:pt x="16161" y="11925"/>
                  </a:cubicBezTo>
                  <a:cubicBezTo>
                    <a:pt x="16415" y="11925"/>
                    <a:pt x="16443" y="11679"/>
                    <a:pt x="16412" y="11522"/>
                  </a:cubicBezTo>
                  <a:cubicBezTo>
                    <a:pt x="16412" y="11522"/>
                    <a:pt x="16278" y="11455"/>
                    <a:pt x="16112" y="11422"/>
                  </a:cubicBezTo>
                  <a:cubicBezTo>
                    <a:pt x="15978" y="11388"/>
                    <a:pt x="15911" y="11322"/>
                    <a:pt x="15778" y="11288"/>
                  </a:cubicBezTo>
                  <a:cubicBezTo>
                    <a:pt x="15645" y="11255"/>
                    <a:pt x="15478" y="11188"/>
                    <a:pt x="15344" y="11088"/>
                  </a:cubicBezTo>
                  <a:cubicBezTo>
                    <a:pt x="15078" y="10921"/>
                    <a:pt x="14777" y="10621"/>
                    <a:pt x="14677" y="10221"/>
                  </a:cubicBezTo>
                  <a:cubicBezTo>
                    <a:pt x="14611" y="9787"/>
                    <a:pt x="14644" y="9254"/>
                    <a:pt x="14677" y="8686"/>
                  </a:cubicBezTo>
                  <a:cubicBezTo>
                    <a:pt x="14677" y="8053"/>
                    <a:pt x="14644" y="7352"/>
                    <a:pt x="14310" y="6718"/>
                  </a:cubicBezTo>
                  <a:cubicBezTo>
                    <a:pt x="14177" y="6418"/>
                    <a:pt x="13977" y="6118"/>
                    <a:pt x="13676" y="5851"/>
                  </a:cubicBezTo>
                  <a:cubicBezTo>
                    <a:pt x="13410" y="5584"/>
                    <a:pt x="13009" y="5384"/>
                    <a:pt x="12642" y="5284"/>
                  </a:cubicBezTo>
                  <a:cubicBezTo>
                    <a:pt x="11909" y="5117"/>
                    <a:pt x="11175" y="5151"/>
                    <a:pt x="10608" y="5051"/>
                  </a:cubicBezTo>
                  <a:cubicBezTo>
                    <a:pt x="10007" y="4884"/>
                    <a:pt x="9574" y="4550"/>
                    <a:pt x="9273" y="4050"/>
                  </a:cubicBezTo>
                  <a:lnTo>
                    <a:pt x="9273" y="4016"/>
                  </a:lnTo>
                  <a:cubicBezTo>
                    <a:pt x="9173" y="3883"/>
                    <a:pt x="9006" y="3683"/>
                    <a:pt x="8906" y="3416"/>
                  </a:cubicBezTo>
                  <a:cubicBezTo>
                    <a:pt x="8606" y="2882"/>
                    <a:pt x="8339" y="2249"/>
                    <a:pt x="8006" y="1615"/>
                  </a:cubicBezTo>
                  <a:cubicBezTo>
                    <a:pt x="7839" y="1348"/>
                    <a:pt x="7639" y="1014"/>
                    <a:pt x="7339" y="714"/>
                  </a:cubicBezTo>
                  <a:cubicBezTo>
                    <a:pt x="7239" y="581"/>
                    <a:pt x="7072" y="447"/>
                    <a:pt x="6905" y="347"/>
                  </a:cubicBezTo>
                  <a:cubicBezTo>
                    <a:pt x="6671" y="214"/>
                    <a:pt x="6505" y="114"/>
                    <a:pt x="6305" y="80"/>
                  </a:cubicBezTo>
                  <a:cubicBezTo>
                    <a:pt x="6123" y="20"/>
                    <a:pt x="5935" y="1"/>
                    <a:pt x="57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80" name="Google Shape;1480;p11"/>
            <p:cNvSpPr/>
            <p:nvPr/>
          </p:nvSpPr>
          <p:spPr>
            <a:xfrm>
              <a:off x="10471359" y="2438126"/>
              <a:ext cx="393757" cy="235619"/>
            </a:xfrm>
            <a:custGeom>
              <a:avLst/>
              <a:gdLst/>
              <a:ahLst/>
              <a:cxnLst/>
              <a:rect l="l" t="t" r="r" b="b"/>
              <a:pathLst>
                <a:path w="17477" h="10458" extrusionOk="0">
                  <a:moveTo>
                    <a:pt x="5787" y="1"/>
                  </a:moveTo>
                  <a:cubicBezTo>
                    <a:pt x="5647" y="1"/>
                    <a:pt x="5509" y="20"/>
                    <a:pt x="5393" y="39"/>
                  </a:cubicBezTo>
                  <a:cubicBezTo>
                    <a:pt x="5126" y="73"/>
                    <a:pt x="4960" y="173"/>
                    <a:pt x="4793" y="306"/>
                  </a:cubicBezTo>
                  <a:cubicBezTo>
                    <a:pt x="4526" y="506"/>
                    <a:pt x="4226" y="740"/>
                    <a:pt x="3959" y="1007"/>
                  </a:cubicBezTo>
                  <a:lnTo>
                    <a:pt x="3592" y="1373"/>
                  </a:lnTo>
                  <a:cubicBezTo>
                    <a:pt x="3459" y="1507"/>
                    <a:pt x="3392" y="1674"/>
                    <a:pt x="3292" y="1840"/>
                  </a:cubicBezTo>
                  <a:cubicBezTo>
                    <a:pt x="3192" y="2141"/>
                    <a:pt x="3058" y="2474"/>
                    <a:pt x="2925" y="2741"/>
                  </a:cubicBezTo>
                  <a:cubicBezTo>
                    <a:pt x="2725" y="3342"/>
                    <a:pt x="2525" y="3909"/>
                    <a:pt x="2258" y="4342"/>
                  </a:cubicBezTo>
                  <a:cubicBezTo>
                    <a:pt x="2124" y="4576"/>
                    <a:pt x="2024" y="4743"/>
                    <a:pt x="1857" y="4876"/>
                  </a:cubicBezTo>
                  <a:cubicBezTo>
                    <a:pt x="1691" y="5009"/>
                    <a:pt x="1557" y="5076"/>
                    <a:pt x="1390" y="5076"/>
                  </a:cubicBezTo>
                  <a:cubicBezTo>
                    <a:pt x="1090" y="5076"/>
                    <a:pt x="790" y="4909"/>
                    <a:pt x="623" y="4843"/>
                  </a:cubicBezTo>
                  <a:cubicBezTo>
                    <a:pt x="456" y="4743"/>
                    <a:pt x="390" y="4676"/>
                    <a:pt x="390" y="4676"/>
                  </a:cubicBezTo>
                  <a:cubicBezTo>
                    <a:pt x="358" y="4651"/>
                    <a:pt x="323" y="4640"/>
                    <a:pt x="288" y="4640"/>
                  </a:cubicBezTo>
                  <a:cubicBezTo>
                    <a:pt x="140" y="4640"/>
                    <a:pt x="0" y="4841"/>
                    <a:pt x="190" y="4976"/>
                  </a:cubicBezTo>
                  <a:cubicBezTo>
                    <a:pt x="190" y="4976"/>
                    <a:pt x="256" y="5043"/>
                    <a:pt x="456" y="5176"/>
                  </a:cubicBezTo>
                  <a:cubicBezTo>
                    <a:pt x="690" y="5310"/>
                    <a:pt x="957" y="5510"/>
                    <a:pt x="1457" y="5510"/>
                  </a:cubicBezTo>
                  <a:cubicBezTo>
                    <a:pt x="1691" y="5510"/>
                    <a:pt x="1957" y="5410"/>
                    <a:pt x="2191" y="5243"/>
                  </a:cubicBezTo>
                  <a:cubicBezTo>
                    <a:pt x="2391" y="5076"/>
                    <a:pt x="2558" y="4876"/>
                    <a:pt x="2725" y="4642"/>
                  </a:cubicBezTo>
                  <a:cubicBezTo>
                    <a:pt x="3025" y="4142"/>
                    <a:pt x="3225" y="3575"/>
                    <a:pt x="3459" y="3008"/>
                  </a:cubicBezTo>
                  <a:cubicBezTo>
                    <a:pt x="3592" y="2708"/>
                    <a:pt x="3725" y="2408"/>
                    <a:pt x="3892" y="2174"/>
                  </a:cubicBezTo>
                  <a:cubicBezTo>
                    <a:pt x="3959" y="2041"/>
                    <a:pt x="4059" y="1874"/>
                    <a:pt x="4126" y="1807"/>
                  </a:cubicBezTo>
                  <a:cubicBezTo>
                    <a:pt x="4259" y="1707"/>
                    <a:pt x="4359" y="1574"/>
                    <a:pt x="4459" y="1474"/>
                  </a:cubicBezTo>
                  <a:cubicBezTo>
                    <a:pt x="4726" y="1240"/>
                    <a:pt x="4960" y="1040"/>
                    <a:pt x="5226" y="873"/>
                  </a:cubicBezTo>
                  <a:cubicBezTo>
                    <a:pt x="5449" y="749"/>
                    <a:pt x="5635" y="681"/>
                    <a:pt x="5798" y="681"/>
                  </a:cubicBezTo>
                  <a:cubicBezTo>
                    <a:pt x="5855" y="681"/>
                    <a:pt x="5909" y="689"/>
                    <a:pt x="5960" y="706"/>
                  </a:cubicBezTo>
                  <a:cubicBezTo>
                    <a:pt x="6194" y="740"/>
                    <a:pt x="6394" y="1007"/>
                    <a:pt x="6561" y="1240"/>
                  </a:cubicBezTo>
                  <a:cubicBezTo>
                    <a:pt x="6728" y="1507"/>
                    <a:pt x="6861" y="1840"/>
                    <a:pt x="6961" y="2141"/>
                  </a:cubicBezTo>
                  <a:cubicBezTo>
                    <a:pt x="7261" y="2741"/>
                    <a:pt x="7461" y="3375"/>
                    <a:pt x="7795" y="3975"/>
                  </a:cubicBezTo>
                  <a:cubicBezTo>
                    <a:pt x="7962" y="4242"/>
                    <a:pt x="8229" y="4542"/>
                    <a:pt x="8462" y="4809"/>
                  </a:cubicBezTo>
                  <a:cubicBezTo>
                    <a:pt x="8729" y="5043"/>
                    <a:pt x="9096" y="5243"/>
                    <a:pt x="9530" y="5343"/>
                  </a:cubicBezTo>
                  <a:cubicBezTo>
                    <a:pt x="9643" y="5364"/>
                    <a:pt x="9760" y="5372"/>
                    <a:pt x="9877" y="5372"/>
                  </a:cubicBezTo>
                  <a:cubicBezTo>
                    <a:pt x="10138" y="5372"/>
                    <a:pt x="10400" y="5333"/>
                    <a:pt x="10630" y="5310"/>
                  </a:cubicBezTo>
                  <a:cubicBezTo>
                    <a:pt x="10813" y="5273"/>
                    <a:pt x="10986" y="5246"/>
                    <a:pt x="11149" y="5246"/>
                  </a:cubicBezTo>
                  <a:cubicBezTo>
                    <a:pt x="11283" y="5246"/>
                    <a:pt x="11410" y="5264"/>
                    <a:pt x="11531" y="5310"/>
                  </a:cubicBezTo>
                  <a:cubicBezTo>
                    <a:pt x="12065" y="5476"/>
                    <a:pt x="12465" y="6010"/>
                    <a:pt x="12765" y="6577"/>
                  </a:cubicBezTo>
                  <a:lnTo>
                    <a:pt x="12799" y="6711"/>
                  </a:lnTo>
                  <a:lnTo>
                    <a:pt x="12799" y="6744"/>
                  </a:lnTo>
                  <a:lnTo>
                    <a:pt x="12865" y="6811"/>
                  </a:lnTo>
                  <a:lnTo>
                    <a:pt x="12899" y="6844"/>
                  </a:lnTo>
                  <a:cubicBezTo>
                    <a:pt x="12932" y="6911"/>
                    <a:pt x="12965" y="6977"/>
                    <a:pt x="13032" y="7044"/>
                  </a:cubicBezTo>
                  <a:cubicBezTo>
                    <a:pt x="13099" y="7178"/>
                    <a:pt x="13199" y="7344"/>
                    <a:pt x="13266" y="7478"/>
                  </a:cubicBezTo>
                  <a:cubicBezTo>
                    <a:pt x="13432" y="7745"/>
                    <a:pt x="13566" y="8045"/>
                    <a:pt x="13733" y="8345"/>
                  </a:cubicBezTo>
                  <a:cubicBezTo>
                    <a:pt x="14066" y="8879"/>
                    <a:pt x="14366" y="9413"/>
                    <a:pt x="14767" y="9846"/>
                  </a:cubicBezTo>
                  <a:cubicBezTo>
                    <a:pt x="14933" y="10046"/>
                    <a:pt x="15200" y="10213"/>
                    <a:pt x="15434" y="10347"/>
                  </a:cubicBezTo>
                  <a:cubicBezTo>
                    <a:pt x="15590" y="10425"/>
                    <a:pt x="15735" y="10457"/>
                    <a:pt x="15882" y="10457"/>
                  </a:cubicBezTo>
                  <a:cubicBezTo>
                    <a:pt x="15986" y="10457"/>
                    <a:pt x="16090" y="10441"/>
                    <a:pt x="16201" y="10413"/>
                  </a:cubicBezTo>
                  <a:cubicBezTo>
                    <a:pt x="16668" y="10313"/>
                    <a:pt x="16901" y="10046"/>
                    <a:pt x="17068" y="9880"/>
                  </a:cubicBezTo>
                  <a:lnTo>
                    <a:pt x="17335" y="9646"/>
                  </a:lnTo>
                  <a:cubicBezTo>
                    <a:pt x="17477" y="9448"/>
                    <a:pt x="17306" y="9298"/>
                    <a:pt x="17067" y="9298"/>
                  </a:cubicBezTo>
                  <a:cubicBezTo>
                    <a:pt x="17025" y="9298"/>
                    <a:pt x="16980" y="9302"/>
                    <a:pt x="16935" y="9313"/>
                  </a:cubicBezTo>
                  <a:cubicBezTo>
                    <a:pt x="16935" y="9313"/>
                    <a:pt x="16901" y="9413"/>
                    <a:pt x="16735" y="9546"/>
                  </a:cubicBezTo>
                  <a:cubicBezTo>
                    <a:pt x="16568" y="9679"/>
                    <a:pt x="16368" y="9880"/>
                    <a:pt x="16034" y="9980"/>
                  </a:cubicBezTo>
                  <a:cubicBezTo>
                    <a:pt x="15991" y="9989"/>
                    <a:pt x="15946" y="9994"/>
                    <a:pt x="15900" y="9994"/>
                  </a:cubicBezTo>
                  <a:cubicBezTo>
                    <a:pt x="15629" y="9994"/>
                    <a:pt x="15319" y="9827"/>
                    <a:pt x="15033" y="9513"/>
                  </a:cubicBezTo>
                  <a:cubicBezTo>
                    <a:pt x="14733" y="9146"/>
                    <a:pt x="14433" y="8645"/>
                    <a:pt x="14133" y="8078"/>
                  </a:cubicBezTo>
                  <a:cubicBezTo>
                    <a:pt x="14033" y="7811"/>
                    <a:pt x="13866" y="7511"/>
                    <a:pt x="13733" y="7211"/>
                  </a:cubicBezTo>
                  <a:cubicBezTo>
                    <a:pt x="13632" y="7044"/>
                    <a:pt x="13566" y="6911"/>
                    <a:pt x="13466" y="6744"/>
                  </a:cubicBezTo>
                  <a:lnTo>
                    <a:pt x="13366" y="6510"/>
                  </a:lnTo>
                  <a:lnTo>
                    <a:pt x="13299" y="6477"/>
                  </a:lnTo>
                  <a:lnTo>
                    <a:pt x="13299" y="6410"/>
                  </a:lnTo>
                  <a:lnTo>
                    <a:pt x="13232" y="6310"/>
                  </a:lnTo>
                  <a:cubicBezTo>
                    <a:pt x="13132" y="6177"/>
                    <a:pt x="13065" y="6010"/>
                    <a:pt x="12965" y="5843"/>
                  </a:cubicBezTo>
                  <a:cubicBezTo>
                    <a:pt x="12865" y="5677"/>
                    <a:pt x="12765" y="5543"/>
                    <a:pt x="12632" y="5376"/>
                  </a:cubicBezTo>
                  <a:cubicBezTo>
                    <a:pt x="12432" y="5076"/>
                    <a:pt x="12098" y="4809"/>
                    <a:pt x="11698" y="4676"/>
                  </a:cubicBezTo>
                  <a:cubicBezTo>
                    <a:pt x="11481" y="4609"/>
                    <a:pt x="11272" y="4584"/>
                    <a:pt x="11076" y="4584"/>
                  </a:cubicBezTo>
                  <a:cubicBezTo>
                    <a:pt x="10880" y="4584"/>
                    <a:pt x="10697" y="4609"/>
                    <a:pt x="10530" y="4642"/>
                  </a:cubicBezTo>
                  <a:cubicBezTo>
                    <a:pt x="10330" y="4659"/>
                    <a:pt x="10163" y="4668"/>
                    <a:pt x="10013" y="4668"/>
                  </a:cubicBezTo>
                  <a:cubicBezTo>
                    <a:pt x="9863" y="4668"/>
                    <a:pt x="9730" y="4659"/>
                    <a:pt x="9596" y="4642"/>
                  </a:cubicBezTo>
                  <a:cubicBezTo>
                    <a:pt x="9296" y="4542"/>
                    <a:pt x="9096" y="4409"/>
                    <a:pt x="8896" y="4209"/>
                  </a:cubicBezTo>
                  <a:cubicBezTo>
                    <a:pt x="8629" y="4009"/>
                    <a:pt x="8462" y="3809"/>
                    <a:pt x="8362" y="3542"/>
                  </a:cubicBezTo>
                  <a:cubicBezTo>
                    <a:pt x="8062" y="3075"/>
                    <a:pt x="7862" y="2474"/>
                    <a:pt x="7561" y="1840"/>
                  </a:cubicBezTo>
                  <a:cubicBezTo>
                    <a:pt x="7395" y="1540"/>
                    <a:pt x="7261" y="1207"/>
                    <a:pt x="7061" y="873"/>
                  </a:cubicBezTo>
                  <a:cubicBezTo>
                    <a:pt x="6861" y="540"/>
                    <a:pt x="6561" y="206"/>
                    <a:pt x="6094" y="39"/>
                  </a:cubicBezTo>
                  <a:cubicBezTo>
                    <a:pt x="5995" y="11"/>
                    <a:pt x="5890" y="1"/>
                    <a:pt x="57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81" name="Google Shape;1481;p11"/>
            <p:cNvSpPr/>
            <p:nvPr/>
          </p:nvSpPr>
          <p:spPr>
            <a:xfrm>
              <a:off x="10444075" y="3010163"/>
              <a:ext cx="411848" cy="198422"/>
            </a:xfrm>
            <a:custGeom>
              <a:avLst/>
              <a:gdLst/>
              <a:ahLst/>
              <a:cxnLst/>
              <a:rect l="l" t="t" r="r" b="b"/>
              <a:pathLst>
                <a:path w="18280" h="8807" extrusionOk="0">
                  <a:moveTo>
                    <a:pt x="5403" y="1"/>
                  </a:moveTo>
                  <a:cubicBezTo>
                    <a:pt x="4970" y="1"/>
                    <a:pt x="4603" y="34"/>
                    <a:pt x="4269" y="167"/>
                  </a:cubicBezTo>
                  <a:cubicBezTo>
                    <a:pt x="4102" y="201"/>
                    <a:pt x="3936" y="301"/>
                    <a:pt x="3769" y="368"/>
                  </a:cubicBezTo>
                  <a:cubicBezTo>
                    <a:pt x="3635" y="501"/>
                    <a:pt x="3469" y="634"/>
                    <a:pt x="3369" y="735"/>
                  </a:cubicBezTo>
                  <a:cubicBezTo>
                    <a:pt x="3102" y="1035"/>
                    <a:pt x="2935" y="1335"/>
                    <a:pt x="2802" y="1635"/>
                  </a:cubicBezTo>
                  <a:cubicBezTo>
                    <a:pt x="2568" y="2236"/>
                    <a:pt x="2435" y="2803"/>
                    <a:pt x="2234" y="3203"/>
                  </a:cubicBezTo>
                  <a:cubicBezTo>
                    <a:pt x="2034" y="3670"/>
                    <a:pt x="1734" y="3903"/>
                    <a:pt x="1434" y="3970"/>
                  </a:cubicBezTo>
                  <a:cubicBezTo>
                    <a:pt x="1344" y="3979"/>
                    <a:pt x="1262" y="3983"/>
                    <a:pt x="1185" y="3983"/>
                  </a:cubicBezTo>
                  <a:cubicBezTo>
                    <a:pt x="975" y="3983"/>
                    <a:pt x="804" y="3952"/>
                    <a:pt x="633" y="3903"/>
                  </a:cubicBezTo>
                  <a:cubicBezTo>
                    <a:pt x="433" y="3870"/>
                    <a:pt x="366" y="3837"/>
                    <a:pt x="366" y="3837"/>
                  </a:cubicBezTo>
                  <a:cubicBezTo>
                    <a:pt x="337" y="3824"/>
                    <a:pt x="308" y="3818"/>
                    <a:pt x="281" y="3818"/>
                  </a:cubicBezTo>
                  <a:cubicBezTo>
                    <a:pt x="97" y="3818"/>
                    <a:pt x="0" y="4083"/>
                    <a:pt x="233" y="4170"/>
                  </a:cubicBezTo>
                  <a:cubicBezTo>
                    <a:pt x="233" y="4170"/>
                    <a:pt x="366" y="4237"/>
                    <a:pt x="567" y="4304"/>
                  </a:cubicBezTo>
                  <a:cubicBezTo>
                    <a:pt x="728" y="4331"/>
                    <a:pt x="956" y="4380"/>
                    <a:pt x="1284" y="4380"/>
                  </a:cubicBezTo>
                  <a:cubicBezTo>
                    <a:pt x="1362" y="4380"/>
                    <a:pt x="1445" y="4377"/>
                    <a:pt x="1534" y="4370"/>
                  </a:cubicBezTo>
                  <a:cubicBezTo>
                    <a:pt x="1734" y="4370"/>
                    <a:pt x="1968" y="4237"/>
                    <a:pt x="2201" y="4070"/>
                  </a:cubicBezTo>
                  <a:cubicBezTo>
                    <a:pt x="2401" y="3903"/>
                    <a:pt x="2568" y="3703"/>
                    <a:pt x="2701" y="3470"/>
                  </a:cubicBezTo>
                  <a:cubicBezTo>
                    <a:pt x="2935" y="3003"/>
                    <a:pt x="3068" y="2402"/>
                    <a:pt x="3302" y="1902"/>
                  </a:cubicBezTo>
                  <a:cubicBezTo>
                    <a:pt x="3435" y="1635"/>
                    <a:pt x="3569" y="1402"/>
                    <a:pt x="3769" y="1202"/>
                  </a:cubicBezTo>
                  <a:cubicBezTo>
                    <a:pt x="3936" y="1001"/>
                    <a:pt x="4203" y="868"/>
                    <a:pt x="4469" y="801"/>
                  </a:cubicBezTo>
                  <a:cubicBezTo>
                    <a:pt x="4695" y="726"/>
                    <a:pt x="4920" y="689"/>
                    <a:pt x="5117" y="689"/>
                  </a:cubicBezTo>
                  <a:cubicBezTo>
                    <a:pt x="5182" y="689"/>
                    <a:pt x="5245" y="693"/>
                    <a:pt x="5303" y="701"/>
                  </a:cubicBezTo>
                  <a:cubicBezTo>
                    <a:pt x="5604" y="801"/>
                    <a:pt x="5870" y="868"/>
                    <a:pt x="6071" y="1068"/>
                  </a:cubicBezTo>
                  <a:cubicBezTo>
                    <a:pt x="6538" y="1468"/>
                    <a:pt x="6904" y="2002"/>
                    <a:pt x="7271" y="2536"/>
                  </a:cubicBezTo>
                  <a:cubicBezTo>
                    <a:pt x="7638" y="3103"/>
                    <a:pt x="8072" y="3637"/>
                    <a:pt x="8706" y="3970"/>
                  </a:cubicBezTo>
                  <a:cubicBezTo>
                    <a:pt x="8806" y="4004"/>
                    <a:pt x="8906" y="4037"/>
                    <a:pt x="8973" y="4104"/>
                  </a:cubicBezTo>
                  <a:lnTo>
                    <a:pt x="8939" y="4104"/>
                  </a:lnTo>
                  <a:cubicBezTo>
                    <a:pt x="9067" y="4155"/>
                    <a:pt x="9215" y="4226"/>
                    <a:pt x="9397" y="4226"/>
                  </a:cubicBezTo>
                  <a:cubicBezTo>
                    <a:pt x="9453" y="4226"/>
                    <a:pt x="9511" y="4219"/>
                    <a:pt x="9573" y="4204"/>
                  </a:cubicBezTo>
                  <a:cubicBezTo>
                    <a:pt x="9773" y="4170"/>
                    <a:pt x="9940" y="4104"/>
                    <a:pt x="10107" y="4004"/>
                  </a:cubicBezTo>
                  <a:cubicBezTo>
                    <a:pt x="10407" y="3837"/>
                    <a:pt x="10607" y="3670"/>
                    <a:pt x="10874" y="3637"/>
                  </a:cubicBezTo>
                  <a:cubicBezTo>
                    <a:pt x="10966" y="3597"/>
                    <a:pt x="11063" y="3578"/>
                    <a:pt x="11162" y="3578"/>
                  </a:cubicBezTo>
                  <a:cubicBezTo>
                    <a:pt x="11313" y="3578"/>
                    <a:pt x="11466" y="3623"/>
                    <a:pt x="11608" y="3703"/>
                  </a:cubicBezTo>
                  <a:cubicBezTo>
                    <a:pt x="11875" y="3837"/>
                    <a:pt x="12041" y="4004"/>
                    <a:pt x="12142" y="4270"/>
                  </a:cubicBezTo>
                  <a:cubicBezTo>
                    <a:pt x="12442" y="4771"/>
                    <a:pt x="12442" y="5438"/>
                    <a:pt x="12742" y="6105"/>
                  </a:cubicBezTo>
                  <a:cubicBezTo>
                    <a:pt x="12775" y="6138"/>
                    <a:pt x="12775" y="6205"/>
                    <a:pt x="12809" y="6272"/>
                  </a:cubicBezTo>
                  <a:lnTo>
                    <a:pt x="12909" y="6372"/>
                  </a:lnTo>
                  <a:lnTo>
                    <a:pt x="13076" y="6605"/>
                  </a:lnTo>
                  <a:cubicBezTo>
                    <a:pt x="13209" y="6705"/>
                    <a:pt x="13276" y="6839"/>
                    <a:pt x="13409" y="6972"/>
                  </a:cubicBezTo>
                  <a:cubicBezTo>
                    <a:pt x="13609" y="7206"/>
                    <a:pt x="13876" y="7439"/>
                    <a:pt x="14076" y="7639"/>
                  </a:cubicBezTo>
                  <a:cubicBezTo>
                    <a:pt x="14543" y="8006"/>
                    <a:pt x="14977" y="8340"/>
                    <a:pt x="15477" y="8540"/>
                  </a:cubicBezTo>
                  <a:cubicBezTo>
                    <a:pt x="15944" y="8774"/>
                    <a:pt x="16445" y="8807"/>
                    <a:pt x="16812" y="8807"/>
                  </a:cubicBezTo>
                  <a:cubicBezTo>
                    <a:pt x="17245" y="8807"/>
                    <a:pt x="17545" y="8674"/>
                    <a:pt x="17746" y="8607"/>
                  </a:cubicBezTo>
                  <a:cubicBezTo>
                    <a:pt x="17812" y="8540"/>
                    <a:pt x="17912" y="8507"/>
                    <a:pt x="17946" y="8473"/>
                  </a:cubicBezTo>
                  <a:cubicBezTo>
                    <a:pt x="17979" y="8440"/>
                    <a:pt x="18046" y="8440"/>
                    <a:pt x="18046" y="8440"/>
                  </a:cubicBezTo>
                  <a:cubicBezTo>
                    <a:pt x="18279" y="8273"/>
                    <a:pt x="18079" y="8006"/>
                    <a:pt x="17645" y="7873"/>
                  </a:cubicBezTo>
                  <a:cubicBezTo>
                    <a:pt x="17645" y="7873"/>
                    <a:pt x="17579" y="7973"/>
                    <a:pt x="17412" y="8006"/>
                  </a:cubicBezTo>
                  <a:cubicBezTo>
                    <a:pt x="17245" y="8040"/>
                    <a:pt x="16978" y="8140"/>
                    <a:pt x="16645" y="8140"/>
                  </a:cubicBezTo>
                  <a:cubicBezTo>
                    <a:pt x="16378" y="8140"/>
                    <a:pt x="15944" y="8040"/>
                    <a:pt x="15544" y="7840"/>
                  </a:cubicBezTo>
                  <a:cubicBezTo>
                    <a:pt x="15110" y="7673"/>
                    <a:pt x="14710" y="7339"/>
                    <a:pt x="14276" y="6972"/>
                  </a:cubicBezTo>
                  <a:cubicBezTo>
                    <a:pt x="14076" y="6739"/>
                    <a:pt x="13909" y="6539"/>
                    <a:pt x="13709" y="6339"/>
                  </a:cubicBezTo>
                  <a:cubicBezTo>
                    <a:pt x="13576" y="6238"/>
                    <a:pt x="13476" y="6138"/>
                    <a:pt x="13409" y="6005"/>
                  </a:cubicBezTo>
                  <a:lnTo>
                    <a:pt x="13276" y="5838"/>
                  </a:lnTo>
                  <a:lnTo>
                    <a:pt x="13242" y="5738"/>
                  </a:lnTo>
                  <a:cubicBezTo>
                    <a:pt x="13209" y="5738"/>
                    <a:pt x="13209" y="5738"/>
                    <a:pt x="13209" y="5705"/>
                  </a:cubicBezTo>
                  <a:cubicBezTo>
                    <a:pt x="12975" y="5171"/>
                    <a:pt x="12975" y="4504"/>
                    <a:pt x="12642" y="3803"/>
                  </a:cubicBezTo>
                  <a:cubicBezTo>
                    <a:pt x="12475" y="3470"/>
                    <a:pt x="12208" y="3136"/>
                    <a:pt x="11808" y="2969"/>
                  </a:cubicBezTo>
                  <a:cubicBezTo>
                    <a:pt x="11542" y="2849"/>
                    <a:pt x="11276" y="2763"/>
                    <a:pt x="10985" y="2763"/>
                  </a:cubicBezTo>
                  <a:cubicBezTo>
                    <a:pt x="10874" y="2763"/>
                    <a:pt x="10760" y="2775"/>
                    <a:pt x="10640" y="2803"/>
                  </a:cubicBezTo>
                  <a:cubicBezTo>
                    <a:pt x="10240" y="2869"/>
                    <a:pt x="9940" y="3070"/>
                    <a:pt x="9706" y="3203"/>
                  </a:cubicBezTo>
                  <a:cubicBezTo>
                    <a:pt x="9573" y="3303"/>
                    <a:pt x="9473" y="3336"/>
                    <a:pt x="9406" y="3336"/>
                  </a:cubicBezTo>
                  <a:cubicBezTo>
                    <a:pt x="9373" y="3336"/>
                    <a:pt x="9273" y="3336"/>
                    <a:pt x="9206" y="3303"/>
                  </a:cubicBezTo>
                  <a:lnTo>
                    <a:pt x="9139" y="3303"/>
                  </a:lnTo>
                  <a:cubicBezTo>
                    <a:pt x="9106" y="3303"/>
                    <a:pt x="9039" y="3236"/>
                    <a:pt x="8939" y="3203"/>
                  </a:cubicBezTo>
                  <a:cubicBezTo>
                    <a:pt x="8539" y="3003"/>
                    <a:pt x="8139" y="2536"/>
                    <a:pt x="7772" y="2035"/>
                  </a:cubicBezTo>
                  <a:cubicBezTo>
                    <a:pt x="7405" y="1535"/>
                    <a:pt x="7038" y="901"/>
                    <a:pt x="6437" y="468"/>
                  </a:cubicBezTo>
                  <a:cubicBezTo>
                    <a:pt x="6204" y="234"/>
                    <a:pt x="5770" y="67"/>
                    <a:pt x="5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82" name="Google Shape;1482;p11"/>
            <p:cNvSpPr/>
            <p:nvPr/>
          </p:nvSpPr>
          <p:spPr>
            <a:xfrm>
              <a:off x="10371145" y="3133064"/>
              <a:ext cx="299717" cy="263421"/>
            </a:xfrm>
            <a:custGeom>
              <a:avLst/>
              <a:gdLst/>
              <a:ahLst/>
              <a:cxnLst/>
              <a:rect l="l" t="t" r="r" b="b"/>
              <a:pathLst>
                <a:path w="13303" h="11692" extrusionOk="0">
                  <a:moveTo>
                    <a:pt x="2713" y="0"/>
                  </a:moveTo>
                  <a:cubicBezTo>
                    <a:pt x="2265" y="0"/>
                    <a:pt x="1833" y="141"/>
                    <a:pt x="1502" y="383"/>
                  </a:cubicBezTo>
                  <a:cubicBezTo>
                    <a:pt x="1002" y="717"/>
                    <a:pt x="635" y="1184"/>
                    <a:pt x="401" y="1617"/>
                  </a:cubicBezTo>
                  <a:cubicBezTo>
                    <a:pt x="201" y="2084"/>
                    <a:pt x="68" y="2518"/>
                    <a:pt x="34" y="2885"/>
                  </a:cubicBezTo>
                  <a:cubicBezTo>
                    <a:pt x="1" y="3052"/>
                    <a:pt x="1" y="3252"/>
                    <a:pt x="1" y="3385"/>
                  </a:cubicBezTo>
                  <a:cubicBezTo>
                    <a:pt x="34" y="3552"/>
                    <a:pt x="34" y="3686"/>
                    <a:pt x="34" y="3752"/>
                  </a:cubicBezTo>
                  <a:cubicBezTo>
                    <a:pt x="34" y="3886"/>
                    <a:pt x="68" y="3952"/>
                    <a:pt x="68" y="4019"/>
                  </a:cubicBezTo>
                  <a:lnTo>
                    <a:pt x="68" y="4086"/>
                  </a:lnTo>
                  <a:cubicBezTo>
                    <a:pt x="108" y="4193"/>
                    <a:pt x="185" y="4235"/>
                    <a:pt x="261" y="4235"/>
                  </a:cubicBezTo>
                  <a:cubicBezTo>
                    <a:pt x="376" y="4235"/>
                    <a:pt x="488" y="4139"/>
                    <a:pt x="468" y="4019"/>
                  </a:cubicBezTo>
                  <a:lnTo>
                    <a:pt x="468" y="3919"/>
                  </a:lnTo>
                  <a:cubicBezTo>
                    <a:pt x="468" y="3886"/>
                    <a:pt x="401" y="3786"/>
                    <a:pt x="401" y="3719"/>
                  </a:cubicBezTo>
                  <a:lnTo>
                    <a:pt x="401" y="3385"/>
                  </a:lnTo>
                  <a:cubicBezTo>
                    <a:pt x="401" y="3219"/>
                    <a:pt x="401" y="3085"/>
                    <a:pt x="468" y="2918"/>
                  </a:cubicBezTo>
                  <a:cubicBezTo>
                    <a:pt x="501" y="2585"/>
                    <a:pt x="635" y="2218"/>
                    <a:pt x="835" y="1851"/>
                  </a:cubicBezTo>
                  <a:cubicBezTo>
                    <a:pt x="1035" y="1451"/>
                    <a:pt x="1368" y="1050"/>
                    <a:pt x="1802" y="783"/>
                  </a:cubicBezTo>
                  <a:cubicBezTo>
                    <a:pt x="2057" y="613"/>
                    <a:pt x="2367" y="511"/>
                    <a:pt x="2678" y="511"/>
                  </a:cubicBezTo>
                  <a:cubicBezTo>
                    <a:pt x="2856" y="511"/>
                    <a:pt x="3034" y="544"/>
                    <a:pt x="3203" y="617"/>
                  </a:cubicBezTo>
                  <a:cubicBezTo>
                    <a:pt x="3337" y="617"/>
                    <a:pt x="3403" y="717"/>
                    <a:pt x="3537" y="783"/>
                  </a:cubicBezTo>
                  <a:cubicBezTo>
                    <a:pt x="3670" y="884"/>
                    <a:pt x="3704" y="950"/>
                    <a:pt x="3804" y="1050"/>
                  </a:cubicBezTo>
                  <a:cubicBezTo>
                    <a:pt x="3970" y="1217"/>
                    <a:pt x="4037" y="1451"/>
                    <a:pt x="4137" y="1751"/>
                  </a:cubicBezTo>
                  <a:cubicBezTo>
                    <a:pt x="4304" y="2285"/>
                    <a:pt x="4337" y="2952"/>
                    <a:pt x="4704" y="3585"/>
                  </a:cubicBezTo>
                  <a:lnTo>
                    <a:pt x="4804" y="3719"/>
                  </a:lnTo>
                  <a:cubicBezTo>
                    <a:pt x="4838" y="3786"/>
                    <a:pt x="4871" y="3786"/>
                    <a:pt x="4904" y="3852"/>
                  </a:cubicBezTo>
                  <a:lnTo>
                    <a:pt x="5071" y="4019"/>
                  </a:lnTo>
                  <a:cubicBezTo>
                    <a:pt x="5205" y="4119"/>
                    <a:pt x="5338" y="4219"/>
                    <a:pt x="5505" y="4286"/>
                  </a:cubicBezTo>
                  <a:cubicBezTo>
                    <a:pt x="5638" y="4419"/>
                    <a:pt x="5805" y="4453"/>
                    <a:pt x="5972" y="4519"/>
                  </a:cubicBezTo>
                  <a:cubicBezTo>
                    <a:pt x="6139" y="4553"/>
                    <a:pt x="6305" y="4586"/>
                    <a:pt x="6405" y="4586"/>
                  </a:cubicBezTo>
                  <a:cubicBezTo>
                    <a:pt x="6706" y="4586"/>
                    <a:pt x="6906" y="4620"/>
                    <a:pt x="7173" y="4720"/>
                  </a:cubicBezTo>
                  <a:cubicBezTo>
                    <a:pt x="7406" y="4786"/>
                    <a:pt x="7673" y="4886"/>
                    <a:pt x="7840" y="5053"/>
                  </a:cubicBezTo>
                  <a:cubicBezTo>
                    <a:pt x="8207" y="5387"/>
                    <a:pt x="8507" y="5887"/>
                    <a:pt x="8707" y="6421"/>
                  </a:cubicBezTo>
                  <a:cubicBezTo>
                    <a:pt x="9141" y="7522"/>
                    <a:pt x="9241" y="8823"/>
                    <a:pt x="9674" y="9890"/>
                  </a:cubicBezTo>
                  <a:cubicBezTo>
                    <a:pt x="9875" y="10424"/>
                    <a:pt x="10208" y="10924"/>
                    <a:pt x="10642" y="11258"/>
                  </a:cubicBezTo>
                  <a:cubicBezTo>
                    <a:pt x="11042" y="11591"/>
                    <a:pt x="11542" y="11691"/>
                    <a:pt x="11943" y="11691"/>
                  </a:cubicBezTo>
                  <a:cubicBezTo>
                    <a:pt x="12310" y="11691"/>
                    <a:pt x="12610" y="11591"/>
                    <a:pt x="12810" y="11558"/>
                  </a:cubicBezTo>
                  <a:cubicBezTo>
                    <a:pt x="12977" y="11524"/>
                    <a:pt x="13110" y="11491"/>
                    <a:pt x="13110" y="11491"/>
                  </a:cubicBezTo>
                  <a:cubicBezTo>
                    <a:pt x="13302" y="11409"/>
                    <a:pt x="13246" y="11191"/>
                    <a:pt x="13090" y="11191"/>
                  </a:cubicBezTo>
                  <a:cubicBezTo>
                    <a:pt x="13056" y="11191"/>
                    <a:pt x="13018" y="11201"/>
                    <a:pt x="12977" y="11224"/>
                  </a:cubicBezTo>
                  <a:cubicBezTo>
                    <a:pt x="12977" y="11224"/>
                    <a:pt x="12843" y="11258"/>
                    <a:pt x="12677" y="11324"/>
                  </a:cubicBezTo>
                  <a:cubicBezTo>
                    <a:pt x="12610" y="11324"/>
                    <a:pt x="12476" y="11358"/>
                    <a:pt x="12343" y="11358"/>
                  </a:cubicBezTo>
                  <a:lnTo>
                    <a:pt x="11876" y="11358"/>
                  </a:lnTo>
                  <a:cubicBezTo>
                    <a:pt x="11609" y="11324"/>
                    <a:pt x="11209" y="11224"/>
                    <a:pt x="10875" y="10991"/>
                  </a:cubicBezTo>
                  <a:cubicBezTo>
                    <a:pt x="10608" y="10724"/>
                    <a:pt x="10342" y="10290"/>
                    <a:pt x="10175" y="9790"/>
                  </a:cubicBezTo>
                  <a:cubicBezTo>
                    <a:pt x="9841" y="8789"/>
                    <a:pt x="9775" y="7555"/>
                    <a:pt x="9341" y="6287"/>
                  </a:cubicBezTo>
                  <a:cubicBezTo>
                    <a:pt x="9141" y="5687"/>
                    <a:pt x="8807" y="5053"/>
                    <a:pt x="8273" y="4586"/>
                  </a:cubicBezTo>
                  <a:cubicBezTo>
                    <a:pt x="8007" y="4353"/>
                    <a:pt x="7673" y="4253"/>
                    <a:pt x="7373" y="4119"/>
                  </a:cubicBezTo>
                  <a:cubicBezTo>
                    <a:pt x="7073" y="4052"/>
                    <a:pt x="6739" y="4019"/>
                    <a:pt x="6506" y="3952"/>
                  </a:cubicBezTo>
                  <a:cubicBezTo>
                    <a:pt x="6339" y="3952"/>
                    <a:pt x="6239" y="3919"/>
                    <a:pt x="6139" y="3919"/>
                  </a:cubicBezTo>
                  <a:cubicBezTo>
                    <a:pt x="6039" y="3886"/>
                    <a:pt x="5905" y="3886"/>
                    <a:pt x="5838" y="3786"/>
                  </a:cubicBezTo>
                  <a:cubicBezTo>
                    <a:pt x="5772" y="3752"/>
                    <a:pt x="5638" y="3686"/>
                    <a:pt x="5538" y="3585"/>
                  </a:cubicBezTo>
                  <a:lnTo>
                    <a:pt x="5371" y="3452"/>
                  </a:lnTo>
                  <a:lnTo>
                    <a:pt x="5338" y="3419"/>
                  </a:lnTo>
                  <a:lnTo>
                    <a:pt x="5305" y="3352"/>
                  </a:lnTo>
                  <a:cubicBezTo>
                    <a:pt x="5004" y="2918"/>
                    <a:pt x="4904" y="2285"/>
                    <a:pt x="4738" y="1684"/>
                  </a:cubicBezTo>
                  <a:cubicBezTo>
                    <a:pt x="4671" y="1351"/>
                    <a:pt x="4537" y="1017"/>
                    <a:pt x="4304" y="717"/>
                  </a:cubicBezTo>
                  <a:cubicBezTo>
                    <a:pt x="4204" y="550"/>
                    <a:pt x="4037" y="417"/>
                    <a:pt x="3870" y="350"/>
                  </a:cubicBezTo>
                  <a:cubicBezTo>
                    <a:pt x="3737" y="250"/>
                    <a:pt x="3570" y="183"/>
                    <a:pt x="3403" y="116"/>
                  </a:cubicBezTo>
                  <a:cubicBezTo>
                    <a:pt x="3177" y="37"/>
                    <a:pt x="2943" y="0"/>
                    <a:pt x="27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83" name="Google Shape;1483;p11"/>
            <p:cNvSpPr/>
            <p:nvPr/>
          </p:nvSpPr>
          <p:spPr>
            <a:xfrm>
              <a:off x="9841330" y="1567972"/>
              <a:ext cx="27059" cy="11288"/>
            </a:xfrm>
            <a:custGeom>
              <a:avLst/>
              <a:gdLst/>
              <a:ahLst/>
              <a:cxnLst/>
              <a:rect l="l" t="t" r="r" b="b"/>
              <a:pathLst>
                <a:path w="1201" h="501" extrusionOk="0">
                  <a:moveTo>
                    <a:pt x="634" y="0"/>
                  </a:moveTo>
                  <a:cubicBezTo>
                    <a:pt x="500" y="0"/>
                    <a:pt x="334" y="0"/>
                    <a:pt x="200" y="34"/>
                  </a:cubicBezTo>
                  <a:cubicBezTo>
                    <a:pt x="100" y="100"/>
                    <a:pt x="0" y="134"/>
                    <a:pt x="0" y="134"/>
                  </a:cubicBezTo>
                  <a:lnTo>
                    <a:pt x="33" y="400"/>
                  </a:lnTo>
                  <a:cubicBezTo>
                    <a:pt x="33" y="400"/>
                    <a:pt x="133" y="400"/>
                    <a:pt x="267" y="434"/>
                  </a:cubicBezTo>
                  <a:cubicBezTo>
                    <a:pt x="367" y="467"/>
                    <a:pt x="500" y="501"/>
                    <a:pt x="600" y="501"/>
                  </a:cubicBezTo>
                  <a:lnTo>
                    <a:pt x="1101" y="501"/>
                  </a:lnTo>
                  <a:cubicBezTo>
                    <a:pt x="1134" y="501"/>
                    <a:pt x="1201" y="300"/>
                    <a:pt x="1168" y="267"/>
                  </a:cubicBezTo>
                  <a:cubicBezTo>
                    <a:pt x="1168" y="267"/>
                    <a:pt x="1134" y="200"/>
                    <a:pt x="1001" y="134"/>
                  </a:cubicBezTo>
                  <a:cubicBezTo>
                    <a:pt x="934" y="100"/>
                    <a:pt x="767" y="0"/>
                    <a:pt x="6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84" name="Google Shape;1484;p11"/>
            <p:cNvSpPr/>
            <p:nvPr/>
          </p:nvSpPr>
          <p:spPr>
            <a:xfrm>
              <a:off x="9847323" y="1587506"/>
              <a:ext cx="27847" cy="12189"/>
            </a:xfrm>
            <a:custGeom>
              <a:avLst/>
              <a:gdLst/>
              <a:ahLst/>
              <a:cxnLst/>
              <a:rect l="l" t="t" r="r" b="b"/>
              <a:pathLst>
                <a:path w="1236" h="541" extrusionOk="0">
                  <a:moveTo>
                    <a:pt x="568" y="0"/>
                  </a:moveTo>
                  <a:cubicBezTo>
                    <a:pt x="368" y="67"/>
                    <a:pt x="1" y="234"/>
                    <a:pt x="1" y="234"/>
                  </a:cubicBezTo>
                  <a:lnTo>
                    <a:pt x="34" y="467"/>
                  </a:lnTo>
                  <a:cubicBezTo>
                    <a:pt x="34" y="467"/>
                    <a:pt x="304" y="541"/>
                    <a:pt x="549" y="541"/>
                  </a:cubicBezTo>
                  <a:cubicBezTo>
                    <a:pt x="590" y="541"/>
                    <a:pt x="630" y="539"/>
                    <a:pt x="668" y="534"/>
                  </a:cubicBezTo>
                  <a:cubicBezTo>
                    <a:pt x="868" y="467"/>
                    <a:pt x="1235" y="367"/>
                    <a:pt x="1235" y="367"/>
                  </a:cubicBezTo>
                  <a:lnTo>
                    <a:pt x="1235" y="101"/>
                  </a:lnTo>
                  <a:cubicBezTo>
                    <a:pt x="1235" y="101"/>
                    <a:pt x="835" y="0"/>
                    <a:pt x="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85" name="Google Shape;1485;p11"/>
            <p:cNvSpPr/>
            <p:nvPr/>
          </p:nvSpPr>
          <p:spPr>
            <a:xfrm>
              <a:off x="9856357" y="1612311"/>
              <a:ext cx="28568" cy="14599"/>
            </a:xfrm>
            <a:custGeom>
              <a:avLst/>
              <a:gdLst/>
              <a:ahLst/>
              <a:cxnLst/>
              <a:rect l="l" t="t" r="r" b="b"/>
              <a:pathLst>
                <a:path w="1268" h="648" extrusionOk="0">
                  <a:moveTo>
                    <a:pt x="1134" y="0"/>
                  </a:moveTo>
                  <a:cubicBezTo>
                    <a:pt x="1134" y="0"/>
                    <a:pt x="1034" y="0"/>
                    <a:pt x="934" y="34"/>
                  </a:cubicBezTo>
                  <a:cubicBezTo>
                    <a:pt x="801" y="100"/>
                    <a:pt x="634" y="100"/>
                    <a:pt x="534" y="134"/>
                  </a:cubicBezTo>
                  <a:cubicBezTo>
                    <a:pt x="467" y="167"/>
                    <a:pt x="334" y="267"/>
                    <a:pt x="200" y="300"/>
                  </a:cubicBezTo>
                  <a:cubicBezTo>
                    <a:pt x="100" y="334"/>
                    <a:pt x="0" y="367"/>
                    <a:pt x="0" y="367"/>
                  </a:cubicBezTo>
                  <a:lnTo>
                    <a:pt x="34" y="634"/>
                  </a:lnTo>
                  <a:lnTo>
                    <a:pt x="300" y="634"/>
                  </a:lnTo>
                  <a:cubicBezTo>
                    <a:pt x="340" y="644"/>
                    <a:pt x="381" y="648"/>
                    <a:pt x="424" y="648"/>
                  </a:cubicBezTo>
                  <a:cubicBezTo>
                    <a:pt x="526" y="648"/>
                    <a:pt x="630" y="624"/>
                    <a:pt x="701" y="601"/>
                  </a:cubicBezTo>
                  <a:cubicBezTo>
                    <a:pt x="834" y="534"/>
                    <a:pt x="1001" y="467"/>
                    <a:pt x="1101" y="367"/>
                  </a:cubicBezTo>
                  <a:lnTo>
                    <a:pt x="1268" y="200"/>
                  </a:lnTo>
                  <a:lnTo>
                    <a:pt x="11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86" name="Google Shape;1486;p11"/>
            <p:cNvSpPr/>
            <p:nvPr/>
          </p:nvSpPr>
          <p:spPr>
            <a:xfrm>
              <a:off x="9868366" y="1628082"/>
              <a:ext cx="33840" cy="21066"/>
            </a:xfrm>
            <a:custGeom>
              <a:avLst/>
              <a:gdLst/>
              <a:ahLst/>
              <a:cxnLst/>
              <a:rect l="l" t="t" r="r" b="b"/>
              <a:pathLst>
                <a:path w="1502" h="935" extrusionOk="0">
                  <a:moveTo>
                    <a:pt x="1435" y="1"/>
                  </a:moveTo>
                  <a:cubicBezTo>
                    <a:pt x="1435" y="1"/>
                    <a:pt x="968" y="134"/>
                    <a:pt x="668" y="268"/>
                  </a:cubicBezTo>
                  <a:cubicBezTo>
                    <a:pt x="435" y="434"/>
                    <a:pt x="68" y="735"/>
                    <a:pt x="68" y="735"/>
                  </a:cubicBezTo>
                  <a:cubicBezTo>
                    <a:pt x="1" y="735"/>
                    <a:pt x="134" y="935"/>
                    <a:pt x="134" y="935"/>
                  </a:cubicBezTo>
                  <a:cubicBezTo>
                    <a:pt x="134" y="935"/>
                    <a:pt x="601" y="801"/>
                    <a:pt x="902" y="668"/>
                  </a:cubicBezTo>
                  <a:cubicBezTo>
                    <a:pt x="1135" y="501"/>
                    <a:pt x="1502" y="234"/>
                    <a:pt x="1502" y="234"/>
                  </a:cubicBezTo>
                  <a:cubicBezTo>
                    <a:pt x="1502" y="168"/>
                    <a:pt x="1435" y="1"/>
                    <a:pt x="14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87" name="Google Shape;1487;p11"/>
            <p:cNvSpPr/>
            <p:nvPr/>
          </p:nvSpPr>
          <p:spPr>
            <a:xfrm>
              <a:off x="9887156" y="1656650"/>
              <a:ext cx="16560" cy="12054"/>
            </a:xfrm>
            <a:custGeom>
              <a:avLst/>
              <a:gdLst/>
              <a:ahLst/>
              <a:cxnLst/>
              <a:rect l="l" t="t" r="r" b="b"/>
              <a:pathLst>
                <a:path w="735" h="535" extrusionOk="0">
                  <a:moveTo>
                    <a:pt x="601" y="0"/>
                  </a:moveTo>
                  <a:cubicBezTo>
                    <a:pt x="601" y="0"/>
                    <a:pt x="368" y="0"/>
                    <a:pt x="268" y="67"/>
                  </a:cubicBezTo>
                  <a:cubicBezTo>
                    <a:pt x="168" y="67"/>
                    <a:pt x="134" y="167"/>
                    <a:pt x="101" y="200"/>
                  </a:cubicBezTo>
                  <a:lnTo>
                    <a:pt x="1" y="301"/>
                  </a:lnTo>
                  <a:cubicBezTo>
                    <a:pt x="1" y="334"/>
                    <a:pt x="101" y="534"/>
                    <a:pt x="101" y="534"/>
                  </a:cubicBezTo>
                  <a:lnTo>
                    <a:pt x="201" y="534"/>
                  </a:lnTo>
                  <a:cubicBezTo>
                    <a:pt x="301" y="534"/>
                    <a:pt x="401" y="534"/>
                    <a:pt x="468" y="501"/>
                  </a:cubicBezTo>
                  <a:cubicBezTo>
                    <a:pt x="601" y="401"/>
                    <a:pt x="735" y="200"/>
                    <a:pt x="735" y="200"/>
                  </a:cubicBezTo>
                  <a:cubicBezTo>
                    <a:pt x="735" y="167"/>
                    <a:pt x="601"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88" name="Google Shape;1488;p11"/>
            <p:cNvSpPr/>
            <p:nvPr/>
          </p:nvSpPr>
          <p:spPr>
            <a:xfrm>
              <a:off x="10013414" y="1660075"/>
              <a:ext cx="30100" cy="13135"/>
            </a:xfrm>
            <a:custGeom>
              <a:avLst/>
              <a:gdLst/>
              <a:ahLst/>
              <a:cxnLst/>
              <a:rect l="l" t="t" r="r" b="b"/>
              <a:pathLst>
                <a:path w="1336" h="583" extrusionOk="0">
                  <a:moveTo>
                    <a:pt x="934" y="0"/>
                  </a:moveTo>
                  <a:cubicBezTo>
                    <a:pt x="827" y="0"/>
                    <a:pt x="701" y="15"/>
                    <a:pt x="635" y="15"/>
                  </a:cubicBezTo>
                  <a:cubicBezTo>
                    <a:pt x="501" y="48"/>
                    <a:pt x="334" y="149"/>
                    <a:pt x="201" y="215"/>
                  </a:cubicBezTo>
                  <a:cubicBezTo>
                    <a:pt x="68" y="315"/>
                    <a:pt x="1" y="382"/>
                    <a:pt x="1" y="382"/>
                  </a:cubicBezTo>
                  <a:lnTo>
                    <a:pt x="134" y="582"/>
                  </a:lnTo>
                  <a:cubicBezTo>
                    <a:pt x="134" y="582"/>
                    <a:pt x="201" y="582"/>
                    <a:pt x="334" y="549"/>
                  </a:cubicBezTo>
                  <a:cubicBezTo>
                    <a:pt x="468" y="515"/>
                    <a:pt x="568" y="515"/>
                    <a:pt x="701" y="482"/>
                  </a:cubicBezTo>
                  <a:cubicBezTo>
                    <a:pt x="835" y="482"/>
                    <a:pt x="968" y="382"/>
                    <a:pt x="1068" y="382"/>
                  </a:cubicBezTo>
                  <a:cubicBezTo>
                    <a:pt x="1202" y="382"/>
                    <a:pt x="1302" y="349"/>
                    <a:pt x="1302" y="349"/>
                  </a:cubicBezTo>
                  <a:cubicBezTo>
                    <a:pt x="1302" y="315"/>
                    <a:pt x="1335" y="82"/>
                    <a:pt x="1335" y="82"/>
                  </a:cubicBezTo>
                  <a:lnTo>
                    <a:pt x="1068" y="15"/>
                  </a:lnTo>
                  <a:cubicBezTo>
                    <a:pt x="1035" y="4"/>
                    <a:pt x="987" y="0"/>
                    <a:pt x="9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89" name="Google Shape;1489;p11"/>
            <p:cNvSpPr/>
            <p:nvPr/>
          </p:nvSpPr>
          <p:spPr>
            <a:xfrm>
              <a:off x="10009674" y="1688215"/>
              <a:ext cx="33840" cy="13541"/>
            </a:xfrm>
            <a:custGeom>
              <a:avLst/>
              <a:gdLst/>
              <a:ahLst/>
              <a:cxnLst/>
              <a:rect l="l" t="t" r="r" b="b"/>
              <a:pathLst>
                <a:path w="1502" h="601" extrusionOk="0">
                  <a:moveTo>
                    <a:pt x="1401" y="0"/>
                  </a:moveTo>
                  <a:cubicBezTo>
                    <a:pt x="1401" y="0"/>
                    <a:pt x="967" y="0"/>
                    <a:pt x="667" y="100"/>
                  </a:cubicBezTo>
                  <a:cubicBezTo>
                    <a:pt x="400" y="134"/>
                    <a:pt x="0" y="334"/>
                    <a:pt x="0" y="334"/>
                  </a:cubicBezTo>
                  <a:lnTo>
                    <a:pt x="33" y="601"/>
                  </a:lnTo>
                  <a:cubicBezTo>
                    <a:pt x="33" y="601"/>
                    <a:pt x="500" y="601"/>
                    <a:pt x="801" y="567"/>
                  </a:cubicBezTo>
                  <a:cubicBezTo>
                    <a:pt x="1067" y="501"/>
                    <a:pt x="1501" y="267"/>
                    <a:pt x="1501" y="267"/>
                  </a:cubicBezTo>
                  <a:cubicBezTo>
                    <a:pt x="1501" y="234"/>
                    <a:pt x="1468" y="67"/>
                    <a:pt x="14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90" name="Google Shape;1490;p11"/>
            <p:cNvSpPr/>
            <p:nvPr/>
          </p:nvSpPr>
          <p:spPr>
            <a:xfrm>
              <a:off x="10018686" y="1716445"/>
              <a:ext cx="24828" cy="11197"/>
            </a:xfrm>
            <a:custGeom>
              <a:avLst/>
              <a:gdLst/>
              <a:ahLst/>
              <a:cxnLst/>
              <a:rect l="l" t="t" r="r" b="b"/>
              <a:pathLst>
                <a:path w="1102" h="497" extrusionOk="0">
                  <a:moveTo>
                    <a:pt x="728" y="0"/>
                  </a:moveTo>
                  <a:cubicBezTo>
                    <a:pt x="649" y="0"/>
                    <a:pt x="567" y="4"/>
                    <a:pt x="501" y="15"/>
                  </a:cubicBezTo>
                  <a:cubicBezTo>
                    <a:pt x="301" y="48"/>
                    <a:pt x="0" y="215"/>
                    <a:pt x="0" y="215"/>
                  </a:cubicBezTo>
                  <a:lnTo>
                    <a:pt x="67" y="482"/>
                  </a:lnTo>
                  <a:cubicBezTo>
                    <a:pt x="67" y="482"/>
                    <a:pt x="215" y="497"/>
                    <a:pt x="373" y="497"/>
                  </a:cubicBezTo>
                  <a:cubicBezTo>
                    <a:pt x="453" y="497"/>
                    <a:pt x="534" y="493"/>
                    <a:pt x="601" y="482"/>
                  </a:cubicBezTo>
                  <a:cubicBezTo>
                    <a:pt x="801" y="415"/>
                    <a:pt x="1101" y="248"/>
                    <a:pt x="1101" y="248"/>
                  </a:cubicBezTo>
                  <a:cubicBezTo>
                    <a:pt x="1101" y="248"/>
                    <a:pt x="1068" y="48"/>
                    <a:pt x="1034" y="15"/>
                  </a:cubicBezTo>
                  <a:cubicBezTo>
                    <a:pt x="1034" y="15"/>
                    <a:pt x="886"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91" name="Google Shape;1491;p11"/>
            <p:cNvSpPr/>
            <p:nvPr/>
          </p:nvSpPr>
          <p:spPr>
            <a:xfrm>
              <a:off x="10025445" y="1738569"/>
              <a:ext cx="19556" cy="12797"/>
            </a:xfrm>
            <a:custGeom>
              <a:avLst/>
              <a:gdLst/>
              <a:ahLst/>
              <a:cxnLst/>
              <a:rect l="l" t="t" r="r" b="b"/>
              <a:pathLst>
                <a:path w="868" h="568" extrusionOk="0">
                  <a:moveTo>
                    <a:pt x="768" y="0"/>
                  </a:moveTo>
                  <a:cubicBezTo>
                    <a:pt x="768" y="0"/>
                    <a:pt x="468" y="34"/>
                    <a:pt x="334" y="67"/>
                  </a:cubicBezTo>
                  <a:cubicBezTo>
                    <a:pt x="201" y="167"/>
                    <a:pt x="1" y="267"/>
                    <a:pt x="1" y="267"/>
                  </a:cubicBezTo>
                  <a:lnTo>
                    <a:pt x="1" y="534"/>
                  </a:lnTo>
                  <a:cubicBezTo>
                    <a:pt x="1" y="534"/>
                    <a:pt x="34" y="567"/>
                    <a:pt x="167" y="567"/>
                  </a:cubicBezTo>
                  <a:cubicBezTo>
                    <a:pt x="301" y="567"/>
                    <a:pt x="434" y="567"/>
                    <a:pt x="501" y="534"/>
                  </a:cubicBezTo>
                  <a:cubicBezTo>
                    <a:pt x="668" y="434"/>
                    <a:pt x="868" y="234"/>
                    <a:pt x="868" y="234"/>
                  </a:cubicBezTo>
                  <a:cubicBezTo>
                    <a:pt x="868" y="234"/>
                    <a:pt x="801" y="34"/>
                    <a:pt x="7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92" name="Google Shape;1492;p11"/>
            <p:cNvSpPr/>
            <p:nvPr/>
          </p:nvSpPr>
          <p:spPr>
            <a:xfrm>
              <a:off x="10029951" y="1759612"/>
              <a:ext cx="24085" cy="22553"/>
            </a:xfrm>
            <a:custGeom>
              <a:avLst/>
              <a:gdLst/>
              <a:ahLst/>
              <a:cxnLst/>
              <a:rect l="l" t="t" r="r" b="b"/>
              <a:pathLst>
                <a:path w="1069" h="1001" extrusionOk="0">
                  <a:moveTo>
                    <a:pt x="935" y="0"/>
                  </a:moveTo>
                  <a:cubicBezTo>
                    <a:pt x="935" y="0"/>
                    <a:pt x="835" y="67"/>
                    <a:pt x="735" y="100"/>
                  </a:cubicBezTo>
                  <a:cubicBezTo>
                    <a:pt x="601" y="134"/>
                    <a:pt x="434" y="234"/>
                    <a:pt x="334" y="300"/>
                  </a:cubicBezTo>
                  <a:cubicBezTo>
                    <a:pt x="268" y="434"/>
                    <a:pt x="134" y="567"/>
                    <a:pt x="101" y="667"/>
                  </a:cubicBezTo>
                  <a:cubicBezTo>
                    <a:pt x="67" y="801"/>
                    <a:pt x="1" y="901"/>
                    <a:pt x="1" y="901"/>
                  </a:cubicBezTo>
                  <a:lnTo>
                    <a:pt x="234" y="1001"/>
                  </a:lnTo>
                  <a:cubicBezTo>
                    <a:pt x="234" y="1001"/>
                    <a:pt x="301" y="968"/>
                    <a:pt x="401" y="901"/>
                  </a:cubicBezTo>
                  <a:cubicBezTo>
                    <a:pt x="468" y="801"/>
                    <a:pt x="601" y="767"/>
                    <a:pt x="668" y="667"/>
                  </a:cubicBezTo>
                  <a:cubicBezTo>
                    <a:pt x="768" y="634"/>
                    <a:pt x="835" y="501"/>
                    <a:pt x="935" y="434"/>
                  </a:cubicBezTo>
                  <a:cubicBezTo>
                    <a:pt x="968" y="334"/>
                    <a:pt x="1068" y="267"/>
                    <a:pt x="1068" y="267"/>
                  </a:cubicBezTo>
                  <a:cubicBezTo>
                    <a:pt x="1068" y="267"/>
                    <a:pt x="935" y="10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93" name="Google Shape;1493;p11"/>
            <p:cNvSpPr/>
            <p:nvPr/>
          </p:nvSpPr>
          <p:spPr>
            <a:xfrm>
              <a:off x="10050251" y="1791920"/>
              <a:ext cx="12797" cy="11625"/>
            </a:xfrm>
            <a:custGeom>
              <a:avLst/>
              <a:gdLst/>
              <a:ahLst/>
              <a:cxnLst/>
              <a:rect l="l" t="t" r="r" b="b"/>
              <a:pathLst>
                <a:path w="568" h="516" extrusionOk="0">
                  <a:moveTo>
                    <a:pt x="367" y="1"/>
                  </a:moveTo>
                  <a:cubicBezTo>
                    <a:pt x="367" y="34"/>
                    <a:pt x="200" y="34"/>
                    <a:pt x="134" y="34"/>
                  </a:cubicBezTo>
                  <a:lnTo>
                    <a:pt x="0" y="201"/>
                  </a:lnTo>
                  <a:lnTo>
                    <a:pt x="0" y="468"/>
                  </a:lnTo>
                  <a:cubicBezTo>
                    <a:pt x="0" y="468"/>
                    <a:pt x="34" y="468"/>
                    <a:pt x="100" y="501"/>
                  </a:cubicBezTo>
                  <a:cubicBezTo>
                    <a:pt x="134" y="512"/>
                    <a:pt x="163" y="516"/>
                    <a:pt x="192" y="516"/>
                  </a:cubicBezTo>
                  <a:cubicBezTo>
                    <a:pt x="249" y="516"/>
                    <a:pt x="301" y="501"/>
                    <a:pt x="367" y="501"/>
                  </a:cubicBezTo>
                  <a:cubicBezTo>
                    <a:pt x="434" y="468"/>
                    <a:pt x="467" y="401"/>
                    <a:pt x="534" y="334"/>
                  </a:cubicBezTo>
                  <a:cubicBezTo>
                    <a:pt x="567" y="234"/>
                    <a:pt x="567" y="201"/>
                    <a:pt x="567" y="201"/>
                  </a:cubicBezTo>
                  <a:cubicBezTo>
                    <a:pt x="567" y="201"/>
                    <a:pt x="434" y="34"/>
                    <a:pt x="3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94" name="Google Shape;1494;p11"/>
            <p:cNvSpPr/>
            <p:nvPr/>
          </p:nvSpPr>
          <p:spPr>
            <a:xfrm>
              <a:off x="10217829" y="1522124"/>
              <a:ext cx="18813" cy="11288"/>
            </a:xfrm>
            <a:custGeom>
              <a:avLst/>
              <a:gdLst/>
              <a:ahLst/>
              <a:cxnLst/>
              <a:rect l="l" t="t" r="r" b="b"/>
              <a:pathLst>
                <a:path w="835" h="501" extrusionOk="0">
                  <a:moveTo>
                    <a:pt x="468" y="0"/>
                  </a:moveTo>
                  <a:cubicBezTo>
                    <a:pt x="301" y="0"/>
                    <a:pt x="68" y="34"/>
                    <a:pt x="68" y="34"/>
                  </a:cubicBezTo>
                  <a:lnTo>
                    <a:pt x="1" y="301"/>
                  </a:lnTo>
                  <a:cubicBezTo>
                    <a:pt x="1" y="301"/>
                    <a:pt x="234" y="467"/>
                    <a:pt x="401" y="501"/>
                  </a:cubicBezTo>
                  <a:cubicBezTo>
                    <a:pt x="568" y="501"/>
                    <a:pt x="835" y="434"/>
                    <a:pt x="835" y="434"/>
                  </a:cubicBezTo>
                  <a:lnTo>
                    <a:pt x="835" y="167"/>
                  </a:lnTo>
                  <a:cubicBezTo>
                    <a:pt x="835" y="167"/>
                    <a:pt x="601" y="0"/>
                    <a:pt x="4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95" name="Google Shape;1495;p11"/>
            <p:cNvSpPr/>
            <p:nvPr/>
          </p:nvSpPr>
          <p:spPr>
            <a:xfrm>
              <a:off x="10219338" y="1543167"/>
              <a:ext cx="22575" cy="11288"/>
            </a:xfrm>
            <a:custGeom>
              <a:avLst/>
              <a:gdLst/>
              <a:ahLst/>
              <a:cxnLst/>
              <a:rect l="l" t="t" r="r" b="b"/>
              <a:pathLst>
                <a:path w="1002" h="501" extrusionOk="0">
                  <a:moveTo>
                    <a:pt x="501" y="0"/>
                  </a:moveTo>
                  <a:cubicBezTo>
                    <a:pt x="268" y="0"/>
                    <a:pt x="1" y="100"/>
                    <a:pt x="1" y="100"/>
                  </a:cubicBezTo>
                  <a:lnTo>
                    <a:pt x="1" y="367"/>
                  </a:lnTo>
                  <a:cubicBezTo>
                    <a:pt x="1" y="367"/>
                    <a:pt x="268" y="501"/>
                    <a:pt x="501" y="501"/>
                  </a:cubicBezTo>
                  <a:cubicBezTo>
                    <a:pt x="701" y="501"/>
                    <a:pt x="1001" y="367"/>
                    <a:pt x="1001" y="367"/>
                  </a:cubicBezTo>
                  <a:lnTo>
                    <a:pt x="1001" y="100"/>
                  </a:lnTo>
                  <a:cubicBezTo>
                    <a:pt x="1001" y="100"/>
                    <a:pt x="701" y="0"/>
                    <a:pt x="5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96" name="Google Shape;1496;p11"/>
            <p:cNvSpPr/>
            <p:nvPr/>
          </p:nvSpPr>
          <p:spPr>
            <a:xfrm>
              <a:off x="10220848" y="1563466"/>
              <a:ext cx="30844" cy="12031"/>
            </a:xfrm>
            <a:custGeom>
              <a:avLst/>
              <a:gdLst/>
              <a:ahLst/>
              <a:cxnLst/>
              <a:rect l="l" t="t" r="r" b="b"/>
              <a:pathLst>
                <a:path w="1369" h="534" extrusionOk="0">
                  <a:moveTo>
                    <a:pt x="1335" y="0"/>
                  </a:moveTo>
                  <a:cubicBezTo>
                    <a:pt x="1334" y="0"/>
                    <a:pt x="934" y="0"/>
                    <a:pt x="668" y="33"/>
                  </a:cubicBezTo>
                  <a:cubicBezTo>
                    <a:pt x="434" y="100"/>
                    <a:pt x="0" y="200"/>
                    <a:pt x="0" y="200"/>
                  </a:cubicBezTo>
                  <a:lnTo>
                    <a:pt x="0" y="467"/>
                  </a:lnTo>
                  <a:cubicBezTo>
                    <a:pt x="0" y="467"/>
                    <a:pt x="434" y="534"/>
                    <a:pt x="701" y="534"/>
                  </a:cubicBezTo>
                  <a:cubicBezTo>
                    <a:pt x="1001" y="467"/>
                    <a:pt x="1368" y="267"/>
                    <a:pt x="1368" y="267"/>
                  </a:cubicBezTo>
                  <a:cubicBezTo>
                    <a:pt x="1368" y="200"/>
                    <a:pt x="1301" y="0"/>
                    <a:pt x="13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97" name="Google Shape;1497;p11"/>
            <p:cNvSpPr/>
            <p:nvPr/>
          </p:nvSpPr>
          <p:spPr>
            <a:xfrm>
              <a:off x="10231369" y="1587506"/>
              <a:ext cx="27081" cy="12910"/>
            </a:xfrm>
            <a:custGeom>
              <a:avLst/>
              <a:gdLst/>
              <a:ahLst/>
              <a:cxnLst/>
              <a:rect l="l" t="t" r="r" b="b"/>
              <a:pathLst>
                <a:path w="1202" h="573" extrusionOk="0">
                  <a:moveTo>
                    <a:pt x="901" y="0"/>
                  </a:moveTo>
                  <a:cubicBezTo>
                    <a:pt x="851" y="34"/>
                    <a:pt x="784" y="34"/>
                    <a:pt x="718" y="34"/>
                  </a:cubicBezTo>
                  <a:cubicBezTo>
                    <a:pt x="651" y="34"/>
                    <a:pt x="584" y="34"/>
                    <a:pt x="534" y="67"/>
                  </a:cubicBezTo>
                  <a:cubicBezTo>
                    <a:pt x="334" y="101"/>
                    <a:pt x="0" y="234"/>
                    <a:pt x="0" y="234"/>
                  </a:cubicBezTo>
                  <a:lnTo>
                    <a:pt x="0" y="467"/>
                  </a:lnTo>
                  <a:cubicBezTo>
                    <a:pt x="0" y="467"/>
                    <a:pt x="290" y="573"/>
                    <a:pt x="542" y="573"/>
                  </a:cubicBezTo>
                  <a:cubicBezTo>
                    <a:pt x="574" y="573"/>
                    <a:pt x="605" y="571"/>
                    <a:pt x="634" y="568"/>
                  </a:cubicBezTo>
                  <a:cubicBezTo>
                    <a:pt x="734" y="534"/>
                    <a:pt x="868" y="467"/>
                    <a:pt x="1001" y="401"/>
                  </a:cubicBezTo>
                  <a:cubicBezTo>
                    <a:pt x="1135" y="301"/>
                    <a:pt x="1201" y="267"/>
                    <a:pt x="1201" y="267"/>
                  </a:cubicBezTo>
                  <a:cubicBezTo>
                    <a:pt x="1201" y="267"/>
                    <a:pt x="1135" y="67"/>
                    <a:pt x="11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98" name="Google Shape;1498;p11"/>
            <p:cNvSpPr/>
            <p:nvPr/>
          </p:nvSpPr>
          <p:spPr>
            <a:xfrm>
              <a:off x="10253156" y="1605394"/>
              <a:ext cx="20322" cy="11445"/>
            </a:xfrm>
            <a:custGeom>
              <a:avLst/>
              <a:gdLst/>
              <a:ahLst/>
              <a:cxnLst/>
              <a:rect l="l" t="t" r="r" b="b"/>
              <a:pathLst>
                <a:path w="902" h="508" extrusionOk="0">
                  <a:moveTo>
                    <a:pt x="479" y="0"/>
                  </a:moveTo>
                  <a:cubicBezTo>
                    <a:pt x="451" y="0"/>
                    <a:pt x="425" y="2"/>
                    <a:pt x="401" y="7"/>
                  </a:cubicBezTo>
                  <a:cubicBezTo>
                    <a:pt x="234" y="74"/>
                    <a:pt x="1" y="174"/>
                    <a:pt x="1" y="174"/>
                  </a:cubicBezTo>
                  <a:lnTo>
                    <a:pt x="1" y="441"/>
                  </a:lnTo>
                  <a:cubicBezTo>
                    <a:pt x="1" y="441"/>
                    <a:pt x="268" y="507"/>
                    <a:pt x="501" y="507"/>
                  </a:cubicBezTo>
                  <a:cubicBezTo>
                    <a:pt x="635" y="474"/>
                    <a:pt x="901" y="307"/>
                    <a:pt x="901" y="307"/>
                  </a:cubicBezTo>
                  <a:cubicBezTo>
                    <a:pt x="901" y="307"/>
                    <a:pt x="868" y="107"/>
                    <a:pt x="868" y="74"/>
                  </a:cubicBezTo>
                  <a:cubicBezTo>
                    <a:pt x="868" y="74"/>
                    <a:pt x="648" y="0"/>
                    <a:pt x="4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99" name="Google Shape;1499;p11"/>
            <p:cNvSpPr/>
            <p:nvPr/>
          </p:nvSpPr>
          <p:spPr>
            <a:xfrm>
              <a:off x="10362877" y="1634661"/>
              <a:ext cx="20322" cy="12729"/>
            </a:xfrm>
            <a:custGeom>
              <a:avLst/>
              <a:gdLst/>
              <a:ahLst/>
              <a:cxnLst/>
              <a:rect l="l" t="t" r="r" b="b"/>
              <a:pathLst>
                <a:path w="902" h="565" extrusionOk="0">
                  <a:moveTo>
                    <a:pt x="205" y="1"/>
                  </a:moveTo>
                  <a:cubicBezTo>
                    <a:pt x="109" y="1"/>
                    <a:pt x="34" y="9"/>
                    <a:pt x="34" y="9"/>
                  </a:cubicBezTo>
                  <a:lnTo>
                    <a:pt x="1" y="242"/>
                  </a:lnTo>
                  <a:cubicBezTo>
                    <a:pt x="1" y="242"/>
                    <a:pt x="201" y="476"/>
                    <a:pt x="368" y="509"/>
                  </a:cubicBezTo>
                  <a:cubicBezTo>
                    <a:pt x="439" y="552"/>
                    <a:pt x="535" y="564"/>
                    <a:pt x="622" y="564"/>
                  </a:cubicBezTo>
                  <a:cubicBezTo>
                    <a:pt x="737" y="564"/>
                    <a:pt x="835" y="543"/>
                    <a:pt x="835" y="543"/>
                  </a:cubicBezTo>
                  <a:cubicBezTo>
                    <a:pt x="835" y="543"/>
                    <a:pt x="902" y="343"/>
                    <a:pt x="868" y="309"/>
                  </a:cubicBezTo>
                  <a:cubicBezTo>
                    <a:pt x="868" y="309"/>
                    <a:pt x="668" y="109"/>
                    <a:pt x="501" y="42"/>
                  </a:cubicBezTo>
                  <a:cubicBezTo>
                    <a:pt x="418" y="9"/>
                    <a:pt x="301" y="1"/>
                    <a:pt x="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00" name="Google Shape;1500;p11"/>
            <p:cNvSpPr/>
            <p:nvPr/>
          </p:nvSpPr>
          <p:spPr>
            <a:xfrm>
              <a:off x="10359880" y="1661900"/>
              <a:ext cx="26315" cy="11310"/>
            </a:xfrm>
            <a:custGeom>
              <a:avLst/>
              <a:gdLst/>
              <a:ahLst/>
              <a:cxnLst/>
              <a:rect l="l" t="t" r="r" b="b"/>
              <a:pathLst>
                <a:path w="1168" h="502" extrusionOk="0">
                  <a:moveTo>
                    <a:pt x="101" y="1"/>
                  </a:moveTo>
                  <a:cubicBezTo>
                    <a:pt x="101" y="68"/>
                    <a:pt x="0" y="268"/>
                    <a:pt x="0" y="268"/>
                  </a:cubicBezTo>
                  <a:cubicBezTo>
                    <a:pt x="0" y="268"/>
                    <a:pt x="34" y="301"/>
                    <a:pt x="167" y="401"/>
                  </a:cubicBezTo>
                  <a:lnTo>
                    <a:pt x="534" y="501"/>
                  </a:lnTo>
                  <a:cubicBezTo>
                    <a:pt x="668" y="501"/>
                    <a:pt x="834" y="501"/>
                    <a:pt x="968" y="468"/>
                  </a:cubicBezTo>
                  <a:cubicBezTo>
                    <a:pt x="1101" y="434"/>
                    <a:pt x="1168" y="401"/>
                    <a:pt x="1168" y="401"/>
                  </a:cubicBezTo>
                  <a:cubicBezTo>
                    <a:pt x="1168" y="401"/>
                    <a:pt x="1135" y="168"/>
                    <a:pt x="1135" y="134"/>
                  </a:cubicBezTo>
                  <a:cubicBezTo>
                    <a:pt x="1135" y="134"/>
                    <a:pt x="1035" y="134"/>
                    <a:pt x="968" y="101"/>
                  </a:cubicBezTo>
                  <a:cubicBezTo>
                    <a:pt x="834" y="68"/>
                    <a:pt x="701" y="1"/>
                    <a:pt x="6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01" name="Google Shape;1501;p11"/>
            <p:cNvSpPr/>
            <p:nvPr/>
          </p:nvSpPr>
          <p:spPr>
            <a:xfrm>
              <a:off x="10364386" y="1689724"/>
              <a:ext cx="24828" cy="11288"/>
            </a:xfrm>
            <a:custGeom>
              <a:avLst/>
              <a:gdLst/>
              <a:ahLst/>
              <a:cxnLst/>
              <a:rect l="l" t="t" r="r" b="b"/>
              <a:pathLst>
                <a:path w="1102" h="501" extrusionOk="0">
                  <a:moveTo>
                    <a:pt x="501" y="0"/>
                  </a:moveTo>
                  <a:cubicBezTo>
                    <a:pt x="301" y="0"/>
                    <a:pt x="1" y="100"/>
                    <a:pt x="1" y="100"/>
                  </a:cubicBezTo>
                  <a:lnTo>
                    <a:pt x="1" y="367"/>
                  </a:lnTo>
                  <a:cubicBezTo>
                    <a:pt x="1" y="367"/>
                    <a:pt x="334" y="500"/>
                    <a:pt x="568" y="500"/>
                  </a:cubicBezTo>
                  <a:cubicBezTo>
                    <a:pt x="801" y="500"/>
                    <a:pt x="1101" y="300"/>
                    <a:pt x="1101" y="300"/>
                  </a:cubicBezTo>
                  <a:cubicBezTo>
                    <a:pt x="1101" y="300"/>
                    <a:pt x="1068" y="100"/>
                    <a:pt x="1001" y="33"/>
                  </a:cubicBezTo>
                  <a:cubicBezTo>
                    <a:pt x="1001" y="33"/>
                    <a:pt x="668" y="0"/>
                    <a:pt x="5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02" name="Google Shape;1502;p11"/>
            <p:cNvSpPr/>
            <p:nvPr/>
          </p:nvSpPr>
          <p:spPr>
            <a:xfrm>
              <a:off x="10377161" y="1720523"/>
              <a:ext cx="24085" cy="11310"/>
            </a:xfrm>
            <a:custGeom>
              <a:avLst/>
              <a:gdLst/>
              <a:ahLst/>
              <a:cxnLst/>
              <a:rect l="l" t="t" r="r" b="b"/>
              <a:pathLst>
                <a:path w="1069" h="502" extrusionOk="0">
                  <a:moveTo>
                    <a:pt x="534" y="1"/>
                  </a:moveTo>
                  <a:cubicBezTo>
                    <a:pt x="334" y="1"/>
                    <a:pt x="1" y="134"/>
                    <a:pt x="1" y="134"/>
                  </a:cubicBezTo>
                  <a:lnTo>
                    <a:pt x="1" y="368"/>
                  </a:lnTo>
                  <a:cubicBezTo>
                    <a:pt x="1" y="368"/>
                    <a:pt x="334" y="501"/>
                    <a:pt x="534" y="501"/>
                  </a:cubicBezTo>
                  <a:cubicBezTo>
                    <a:pt x="735" y="501"/>
                    <a:pt x="1068" y="368"/>
                    <a:pt x="1068" y="368"/>
                  </a:cubicBezTo>
                  <a:lnTo>
                    <a:pt x="1068" y="134"/>
                  </a:lnTo>
                  <a:cubicBezTo>
                    <a:pt x="1068" y="134"/>
                    <a:pt x="735" y="1"/>
                    <a:pt x="5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03" name="Google Shape;1503;p11"/>
            <p:cNvSpPr/>
            <p:nvPr/>
          </p:nvSpPr>
          <p:spPr>
            <a:xfrm>
              <a:off x="10145868" y="1949225"/>
              <a:ext cx="442512" cy="241792"/>
            </a:xfrm>
            <a:custGeom>
              <a:avLst/>
              <a:gdLst/>
              <a:ahLst/>
              <a:cxnLst/>
              <a:rect l="l" t="t" r="r" b="b"/>
              <a:pathLst>
                <a:path w="19641" h="10732" extrusionOk="0">
                  <a:moveTo>
                    <a:pt x="3739" y="0"/>
                  </a:moveTo>
                  <a:cubicBezTo>
                    <a:pt x="3498" y="0"/>
                    <a:pt x="3258" y="30"/>
                    <a:pt x="3028" y="90"/>
                  </a:cubicBezTo>
                  <a:cubicBezTo>
                    <a:pt x="2828" y="190"/>
                    <a:pt x="2661" y="224"/>
                    <a:pt x="2494" y="324"/>
                  </a:cubicBezTo>
                  <a:cubicBezTo>
                    <a:pt x="2328" y="391"/>
                    <a:pt x="2161" y="491"/>
                    <a:pt x="2027" y="591"/>
                  </a:cubicBezTo>
                  <a:cubicBezTo>
                    <a:pt x="1761" y="824"/>
                    <a:pt x="1527" y="1091"/>
                    <a:pt x="1427" y="1391"/>
                  </a:cubicBezTo>
                  <a:cubicBezTo>
                    <a:pt x="1127" y="1992"/>
                    <a:pt x="993" y="2492"/>
                    <a:pt x="827" y="2859"/>
                  </a:cubicBezTo>
                  <a:cubicBezTo>
                    <a:pt x="660" y="3259"/>
                    <a:pt x="493" y="3560"/>
                    <a:pt x="360" y="3726"/>
                  </a:cubicBezTo>
                  <a:cubicBezTo>
                    <a:pt x="293" y="3826"/>
                    <a:pt x="260" y="3893"/>
                    <a:pt x="193" y="3926"/>
                  </a:cubicBezTo>
                  <a:cubicBezTo>
                    <a:pt x="159" y="3993"/>
                    <a:pt x="126" y="3993"/>
                    <a:pt x="126" y="3993"/>
                  </a:cubicBezTo>
                  <a:cubicBezTo>
                    <a:pt x="0" y="4119"/>
                    <a:pt x="65" y="4340"/>
                    <a:pt x="204" y="4340"/>
                  </a:cubicBezTo>
                  <a:cubicBezTo>
                    <a:pt x="249" y="4340"/>
                    <a:pt x="303" y="4317"/>
                    <a:pt x="360" y="4260"/>
                  </a:cubicBezTo>
                  <a:lnTo>
                    <a:pt x="460" y="4193"/>
                  </a:lnTo>
                  <a:lnTo>
                    <a:pt x="660" y="3993"/>
                  </a:lnTo>
                  <a:cubicBezTo>
                    <a:pt x="827" y="3760"/>
                    <a:pt x="1027" y="3493"/>
                    <a:pt x="1194" y="3059"/>
                  </a:cubicBezTo>
                  <a:cubicBezTo>
                    <a:pt x="1427" y="2692"/>
                    <a:pt x="1594" y="2192"/>
                    <a:pt x="1827" y="1692"/>
                  </a:cubicBezTo>
                  <a:cubicBezTo>
                    <a:pt x="1961" y="1491"/>
                    <a:pt x="2128" y="1225"/>
                    <a:pt x="2328" y="1058"/>
                  </a:cubicBezTo>
                  <a:cubicBezTo>
                    <a:pt x="2528" y="891"/>
                    <a:pt x="2828" y="758"/>
                    <a:pt x="3128" y="691"/>
                  </a:cubicBezTo>
                  <a:cubicBezTo>
                    <a:pt x="3289" y="657"/>
                    <a:pt x="3452" y="640"/>
                    <a:pt x="3616" y="640"/>
                  </a:cubicBezTo>
                  <a:cubicBezTo>
                    <a:pt x="4095" y="640"/>
                    <a:pt x="4573" y="784"/>
                    <a:pt x="4996" y="1058"/>
                  </a:cubicBezTo>
                  <a:cubicBezTo>
                    <a:pt x="5263" y="1225"/>
                    <a:pt x="5497" y="1491"/>
                    <a:pt x="5697" y="1758"/>
                  </a:cubicBezTo>
                  <a:cubicBezTo>
                    <a:pt x="5830" y="1925"/>
                    <a:pt x="5864" y="2058"/>
                    <a:pt x="5964" y="2225"/>
                  </a:cubicBezTo>
                  <a:cubicBezTo>
                    <a:pt x="5997" y="2392"/>
                    <a:pt x="6097" y="2592"/>
                    <a:pt x="6164" y="2759"/>
                  </a:cubicBezTo>
                  <a:cubicBezTo>
                    <a:pt x="6331" y="3159"/>
                    <a:pt x="6497" y="3526"/>
                    <a:pt x="6831" y="3860"/>
                  </a:cubicBezTo>
                  <a:cubicBezTo>
                    <a:pt x="6998" y="4027"/>
                    <a:pt x="7198" y="4193"/>
                    <a:pt x="7431" y="4260"/>
                  </a:cubicBezTo>
                  <a:cubicBezTo>
                    <a:pt x="7531" y="4327"/>
                    <a:pt x="7631" y="4360"/>
                    <a:pt x="7765" y="4393"/>
                  </a:cubicBezTo>
                  <a:cubicBezTo>
                    <a:pt x="7865" y="4427"/>
                    <a:pt x="7998" y="4427"/>
                    <a:pt x="8132" y="4427"/>
                  </a:cubicBezTo>
                  <a:cubicBezTo>
                    <a:pt x="8632" y="4427"/>
                    <a:pt x="8999" y="4260"/>
                    <a:pt x="9333" y="4093"/>
                  </a:cubicBezTo>
                  <a:cubicBezTo>
                    <a:pt x="9633" y="3993"/>
                    <a:pt x="9966" y="3826"/>
                    <a:pt x="10267" y="3660"/>
                  </a:cubicBezTo>
                  <a:cubicBezTo>
                    <a:pt x="10700" y="3393"/>
                    <a:pt x="11201" y="3193"/>
                    <a:pt x="11668" y="3193"/>
                  </a:cubicBezTo>
                  <a:cubicBezTo>
                    <a:pt x="12135" y="3193"/>
                    <a:pt x="12635" y="3393"/>
                    <a:pt x="13102" y="3726"/>
                  </a:cubicBezTo>
                  <a:cubicBezTo>
                    <a:pt x="13336" y="3893"/>
                    <a:pt x="13536" y="4060"/>
                    <a:pt x="13803" y="4227"/>
                  </a:cubicBezTo>
                  <a:cubicBezTo>
                    <a:pt x="13969" y="4393"/>
                    <a:pt x="14203" y="4560"/>
                    <a:pt x="14336" y="4760"/>
                  </a:cubicBezTo>
                  <a:cubicBezTo>
                    <a:pt x="14637" y="5161"/>
                    <a:pt x="14837" y="5661"/>
                    <a:pt x="14937" y="6161"/>
                  </a:cubicBezTo>
                  <a:cubicBezTo>
                    <a:pt x="15037" y="6662"/>
                    <a:pt x="15104" y="7162"/>
                    <a:pt x="15170" y="7596"/>
                  </a:cubicBezTo>
                  <a:cubicBezTo>
                    <a:pt x="15204" y="8063"/>
                    <a:pt x="15337" y="8530"/>
                    <a:pt x="15504" y="8863"/>
                  </a:cubicBezTo>
                  <a:cubicBezTo>
                    <a:pt x="15671" y="9230"/>
                    <a:pt x="15871" y="9497"/>
                    <a:pt x="16038" y="9664"/>
                  </a:cubicBezTo>
                  <a:cubicBezTo>
                    <a:pt x="16204" y="9831"/>
                    <a:pt x="16371" y="9897"/>
                    <a:pt x="16438" y="9931"/>
                  </a:cubicBezTo>
                  <a:lnTo>
                    <a:pt x="16371" y="9931"/>
                  </a:lnTo>
                  <a:cubicBezTo>
                    <a:pt x="16972" y="10364"/>
                    <a:pt x="17505" y="10498"/>
                    <a:pt x="17872" y="10565"/>
                  </a:cubicBezTo>
                  <a:cubicBezTo>
                    <a:pt x="18306" y="10665"/>
                    <a:pt x="18606" y="10698"/>
                    <a:pt x="18806" y="10698"/>
                  </a:cubicBezTo>
                  <a:cubicBezTo>
                    <a:pt x="19206" y="10731"/>
                    <a:pt x="19307" y="10731"/>
                    <a:pt x="19307" y="10731"/>
                  </a:cubicBezTo>
                  <a:cubicBezTo>
                    <a:pt x="19607" y="10731"/>
                    <a:pt x="19640" y="10431"/>
                    <a:pt x="19440" y="10331"/>
                  </a:cubicBezTo>
                  <a:cubicBezTo>
                    <a:pt x="19440" y="10331"/>
                    <a:pt x="19340" y="10331"/>
                    <a:pt x="18940" y="10264"/>
                  </a:cubicBezTo>
                  <a:cubicBezTo>
                    <a:pt x="18706" y="10231"/>
                    <a:pt x="18439" y="10231"/>
                    <a:pt x="18039" y="10164"/>
                  </a:cubicBezTo>
                  <a:cubicBezTo>
                    <a:pt x="17672" y="10064"/>
                    <a:pt x="17205" y="9931"/>
                    <a:pt x="16771" y="9564"/>
                  </a:cubicBezTo>
                  <a:lnTo>
                    <a:pt x="16705" y="9564"/>
                  </a:lnTo>
                  <a:cubicBezTo>
                    <a:pt x="16638" y="9497"/>
                    <a:pt x="16271" y="9230"/>
                    <a:pt x="16004" y="8663"/>
                  </a:cubicBezTo>
                  <a:cubicBezTo>
                    <a:pt x="15871" y="8363"/>
                    <a:pt x="15804" y="7996"/>
                    <a:pt x="15771" y="7529"/>
                  </a:cubicBezTo>
                  <a:cubicBezTo>
                    <a:pt x="15671" y="7062"/>
                    <a:pt x="15637" y="6562"/>
                    <a:pt x="15537" y="6028"/>
                  </a:cubicBezTo>
                  <a:cubicBezTo>
                    <a:pt x="15470" y="5494"/>
                    <a:pt x="15270" y="4860"/>
                    <a:pt x="14870" y="4360"/>
                  </a:cubicBezTo>
                  <a:cubicBezTo>
                    <a:pt x="14703" y="4060"/>
                    <a:pt x="14470" y="3893"/>
                    <a:pt x="14203" y="3660"/>
                  </a:cubicBezTo>
                  <a:cubicBezTo>
                    <a:pt x="13969" y="3426"/>
                    <a:pt x="13769" y="3259"/>
                    <a:pt x="13502" y="3093"/>
                  </a:cubicBezTo>
                  <a:cubicBezTo>
                    <a:pt x="13002" y="2759"/>
                    <a:pt x="12435" y="2392"/>
                    <a:pt x="11701" y="2392"/>
                  </a:cubicBezTo>
                  <a:cubicBezTo>
                    <a:pt x="11001" y="2425"/>
                    <a:pt x="10467" y="2692"/>
                    <a:pt x="9966" y="2926"/>
                  </a:cubicBezTo>
                  <a:cubicBezTo>
                    <a:pt x="9666" y="3059"/>
                    <a:pt x="9366" y="3226"/>
                    <a:pt x="9032" y="3393"/>
                  </a:cubicBezTo>
                  <a:cubicBezTo>
                    <a:pt x="8766" y="3560"/>
                    <a:pt x="8465" y="3693"/>
                    <a:pt x="8165" y="3693"/>
                  </a:cubicBezTo>
                  <a:cubicBezTo>
                    <a:pt x="8098" y="3660"/>
                    <a:pt x="8032" y="3660"/>
                    <a:pt x="7965" y="3660"/>
                  </a:cubicBezTo>
                  <a:cubicBezTo>
                    <a:pt x="7865" y="3593"/>
                    <a:pt x="7832" y="3593"/>
                    <a:pt x="7765" y="3560"/>
                  </a:cubicBezTo>
                  <a:cubicBezTo>
                    <a:pt x="7598" y="3526"/>
                    <a:pt x="7498" y="3393"/>
                    <a:pt x="7365" y="3326"/>
                  </a:cubicBezTo>
                  <a:cubicBezTo>
                    <a:pt x="7164" y="3093"/>
                    <a:pt x="6998" y="2759"/>
                    <a:pt x="6831" y="2425"/>
                  </a:cubicBezTo>
                  <a:cubicBezTo>
                    <a:pt x="6798" y="2259"/>
                    <a:pt x="6697" y="2092"/>
                    <a:pt x="6631" y="1892"/>
                  </a:cubicBezTo>
                  <a:cubicBezTo>
                    <a:pt x="6531" y="1725"/>
                    <a:pt x="6431" y="1525"/>
                    <a:pt x="6297" y="1358"/>
                  </a:cubicBezTo>
                  <a:cubicBezTo>
                    <a:pt x="6030" y="991"/>
                    <a:pt x="5697" y="691"/>
                    <a:pt x="5363" y="491"/>
                  </a:cubicBezTo>
                  <a:cubicBezTo>
                    <a:pt x="4873" y="164"/>
                    <a:pt x="4301" y="0"/>
                    <a:pt x="3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04" name="Google Shape;1504;p11"/>
            <p:cNvSpPr/>
            <p:nvPr/>
          </p:nvSpPr>
          <p:spPr>
            <a:xfrm>
              <a:off x="10241147" y="1982299"/>
              <a:ext cx="23319" cy="10319"/>
            </a:xfrm>
            <a:custGeom>
              <a:avLst/>
              <a:gdLst/>
              <a:ahLst/>
              <a:cxnLst/>
              <a:rect l="l" t="t" r="r" b="b"/>
              <a:pathLst>
                <a:path w="1035" h="458" extrusionOk="0">
                  <a:moveTo>
                    <a:pt x="610" y="0"/>
                  </a:moveTo>
                  <a:cubicBezTo>
                    <a:pt x="559" y="0"/>
                    <a:pt x="509" y="7"/>
                    <a:pt x="467" y="23"/>
                  </a:cubicBezTo>
                  <a:cubicBezTo>
                    <a:pt x="400" y="23"/>
                    <a:pt x="267" y="57"/>
                    <a:pt x="167" y="123"/>
                  </a:cubicBezTo>
                  <a:cubicBezTo>
                    <a:pt x="67" y="224"/>
                    <a:pt x="0" y="257"/>
                    <a:pt x="0" y="257"/>
                  </a:cubicBezTo>
                  <a:lnTo>
                    <a:pt x="133" y="457"/>
                  </a:lnTo>
                  <a:lnTo>
                    <a:pt x="567" y="457"/>
                  </a:lnTo>
                  <a:cubicBezTo>
                    <a:pt x="734" y="424"/>
                    <a:pt x="1034" y="257"/>
                    <a:pt x="1034" y="257"/>
                  </a:cubicBezTo>
                  <a:cubicBezTo>
                    <a:pt x="1034" y="257"/>
                    <a:pt x="967" y="57"/>
                    <a:pt x="934" y="57"/>
                  </a:cubicBezTo>
                  <a:cubicBezTo>
                    <a:pt x="934" y="57"/>
                    <a:pt x="765" y="0"/>
                    <a:pt x="6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05" name="Google Shape;1505;p11"/>
            <p:cNvSpPr/>
            <p:nvPr/>
          </p:nvSpPr>
          <p:spPr>
            <a:xfrm>
              <a:off x="10243400" y="2005370"/>
              <a:ext cx="26315" cy="11288"/>
            </a:xfrm>
            <a:custGeom>
              <a:avLst/>
              <a:gdLst/>
              <a:ahLst/>
              <a:cxnLst/>
              <a:rect l="l" t="t" r="r" b="b"/>
              <a:pathLst>
                <a:path w="1168" h="501" extrusionOk="0">
                  <a:moveTo>
                    <a:pt x="601" y="0"/>
                  </a:moveTo>
                  <a:cubicBezTo>
                    <a:pt x="334" y="0"/>
                    <a:pt x="0" y="100"/>
                    <a:pt x="0" y="100"/>
                  </a:cubicBezTo>
                  <a:lnTo>
                    <a:pt x="0" y="367"/>
                  </a:lnTo>
                  <a:cubicBezTo>
                    <a:pt x="0" y="367"/>
                    <a:pt x="367" y="500"/>
                    <a:pt x="601" y="500"/>
                  </a:cubicBezTo>
                  <a:cubicBezTo>
                    <a:pt x="834" y="500"/>
                    <a:pt x="1168" y="367"/>
                    <a:pt x="1168" y="367"/>
                  </a:cubicBezTo>
                  <a:lnTo>
                    <a:pt x="1168" y="100"/>
                  </a:lnTo>
                  <a:cubicBezTo>
                    <a:pt x="1168" y="100"/>
                    <a:pt x="801"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06" name="Google Shape;1506;p11"/>
            <p:cNvSpPr/>
            <p:nvPr/>
          </p:nvSpPr>
          <p:spPr>
            <a:xfrm>
              <a:off x="10247906" y="2024565"/>
              <a:ext cx="24828" cy="11625"/>
            </a:xfrm>
            <a:custGeom>
              <a:avLst/>
              <a:gdLst/>
              <a:ahLst/>
              <a:cxnLst/>
              <a:rect l="l" t="t" r="r" b="b"/>
              <a:pathLst>
                <a:path w="1102" h="516" extrusionOk="0">
                  <a:moveTo>
                    <a:pt x="633" y="1"/>
                  </a:moveTo>
                  <a:cubicBezTo>
                    <a:pt x="590" y="1"/>
                    <a:pt x="545" y="4"/>
                    <a:pt x="501" y="15"/>
                  </a:cubicBezTo>
                  <a:cubicBezTo>
                    <a:pt x="401" y="15"/>
                    <a:pt x="267" y="82"/>
                    <a:pt x="167" y="182"/>
                  </a:cubicBezTo>
                  <a:cubicBezTo>
                    <a:pt x="67" y="249"/>
                    <a:pt x="0" y="349"/>
                    <a:pt x="0" y="349"/>
                  </a:cubicBezTo>
                  <a:lnTo>
                    <a:pt x="167" y="516"/>
                  </a:lnTo>
                  <a:cubicBezTo>
                    <a:pt x="167" y="482"/>
                    <a:pt x="434" y="482"/>
                    <a:pt x="601" y="416"/>
                  </a:cubicBezTo>
                  <a:cubicBezTo>
                    <a:pt x="767" y="382"/>
                    <a:pt x="1068" y="249"/>
                    <a:pt x="1068" y="249"/>
                  </a:cubicBezTo>
                  <a:cubicBezTo>
                    <a:pt x="1068" y="249"/>
                    <a:pt x="1068" y="49"/>
                    <a:pt x="1101" y="49"/>
                  </a:cubicBezTo>
                  <a:cubicBezTo>
                    <a:pt x="1101" y="49"/>
                    <a:pt x="1001" y="15"/>
                    <a:pt x="868" y="15"/>
                  </a:cubicBezTo>
                  <a:cubicBezTo>
                    <a:pt x="801" y="15"/>
                    <a:pt x="719" y="1"/>
                    <a:pt x="6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07" name="Google Shape;1507;p11"/>
            <p:cNvSpPr/>
            <p:nvPr/>
          </p:nvSpPr>
          <p:spPr>
            <a:xfrm>
              <a:off x="10262934" y="2050452"/>
              <a:ext cx="22575" cy="11288"/>
            </a:xfrm>
            <a:custGeom>
              <a:avLst/>
              <a:gdLst/>
              <a:ahLst/>
              <a:cxnLst/>
              <a:rect l="l" t="t" r="r" b="b"/>
              <a:pathLst>
                <a:path w="1002" h="501" extrusionOk="0">
                  <a:moveTo>
                    <a:pt x="467" y="1"/>
                  </a:moveTo>
                  <a:cubicBezTo>
                    <a:pt x="301" y="1"/>
                    <a:pt x="0" y="101"/>
                    <a:pt x="0" y="101"/>
                  </a:cubicBezTo>
                  <a:lnTo>
                    <a:pt x="0" y="367"/>
                  </a:lnTo>
                  <a:cubicBezTo>
                    <a:pt x="0" y="367"/>
                    <a:pt x="301" y="501"/>
                    <a:pt x="501" y="501"/>
                  </a:cubicBezTo>
                  <a:cubicBezTo>
                    <a:pt x="734" y="501"/>
                    <a:pt x="1001" y="334"/>
                    <a:pt x="1001" y="334"/>
                  </a:cubicBezTo>
                  <a:cubicBezTo>
                    <a:pt x="1001" y="267"/>
                    <a:pt x="968" y="67"/>
                    <a:pt x="934" y="34"/>
                  </a:cubicBezTo>
                  <a:cubicBezTo>
                    <a:pt x="934" y="34"/>
                    <a:pt x="634" y="1"/>
                    <a:pt x="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08" name="Google Shape;1508;p11"/>
            <p:cNvSpPr/>
            <p:nvPr/>
          </p:nvSpPr>
          <p:spPr>
            <a:xfrm>
              <a:off x="10441056" y="2066989"/>
              <a:ext cx="18790" cy="11288"/>
            </a:xfrm>
            <a:custGeom>
              <a:avLst/>
              <a:gdLst/>
              <a:ahLst/>
              <a:cxnLst/>
              <a:rect l="l" t="t" r="r" b="b"/>
              <a:pathLst>
                <a:path w="834" h="501" extrusionOk="0">
                  <a:moveTo>
                    <a:pt x="434" y="0"/>
                  </a:moveTo>
                  <a:cubicBezTo>
                    <a:pt x="234" y="0"/>
                    <a:pt x="0" y="100"/>
                    <a:pt x="0" y="100"/>
                  </a:cubicBezTo>
                  <a:lnTo>
                    <a:pt x="0" y="334"/>
                  </a:lnTo>
                  <a:cubicBezTo>
                    <a:pt x="0" y="334"/>
                    <a:pt x="234" y="501"/>
                    <a:pt x="367" y="501"/>
                  </a:cubicBezTo>
                  <a:cubicBezTo>
                    <a:pt x="567" y="501"/>
                    <a:pt x="834" y="434"/>
                    <a:pt x="834" y="434"/>
                  </a:cubicBezTo>
                  <a:lnTo>
                    <a:pt x="834" y="167"/>
                  </a:lnTo>
                  <a:cubicBezTo>
                    <a:pt x="834" y="167"/>
                    <a:pt x="567" y="0"/>
                    <a:pt x="4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09" name="Google Shape;1509;p11"/>
            <p:cNvSpPr/>
            <p:nvPr/>
          </p:nvSpPr>
          <p:spPr>
            <a:xfrm>
              <a:off x="10437293" y="2097810"/>
              <a:ext cx="24828" cy="11806"/>
            </a:xfrm>
            <a:custGeom>
              <a:avLst/>
              <a:gdLst/>
              <a:ahLst/>
              <a:cxnLst/>
              <a:rect l="l" t="t" r="r" b="b"/>
              <a:pathLst>
                <a:path w="1102" h="524" extrusionOk="0">
                  <a:moveTo>
                    <a:pt x="501" y="0"/>
                  </a:moveTo>
                  <a:cubicBezTo>
                    <a:pt x="334" y="67"/>
                    <a:pt x="34" y="234"/>
                    <a:pt x="34" y="234"/>
                  </a:cubicBezTo>
                  <a:cubicBezTo>
                    <a:pt x="0" y="234"/>
                    <a:pt x="67" y="467"/>
                    <a:pt x="67" y="467"/>
                  </a:cubicBezTo>
                  <a:cubicBezTo>
                    <a:pt x="67" y="467"/>
                    <a:pt x="236" y="523"/>
                    <a:pt x="405" y="523"/>
                  </a:cubicBezTo>
                  <a:cubicBezTo>
                    <a:pt x="461" y="523"/>
                    <a:pt x="517" y="517"/>
                    <a:pt x="567" y="500"/>
                  </a:cubicBezTo>
                  <a:cubicBezTo>
                    <a:pt x="701" y="500"/>
                    <a:pt x="834" y="467"/>
                    <a:pt x="901" y="400"/>
                  </a:cubicBezTo>
                  <a:cubicBezTo>
                    <a:pt x="1001" y="300"/>
                    <a:pt x="1068" y="267"/>
                    <a:pt x="1068" y="267"/>
                  </a:cubicBezTo>
                  <a:cubicBezTo>
                    <a:pt x="1101" y="267"/>
                    <a:pt x="1001" y="100"/>
                    <a:pt x="9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10" name="Google Shape;1510;p11"/>
            <p:cNvSpPr/>
            <p:nvPr/>
          </p:nvSpPr>
          <p:spPr>
            <a:xfrm>
              <a:off x="10438803" y="2125252"/>
              <a:ext cx="25572" cy="12617"/>
            </a:xfrm>
            <a:custGeom>
              <a:avLst/>
              <a:gdLst/>
              <a:ahLst/>
              <a:cxnLst/>
              <a:rect l="l" t="t" r="r" b="b"/>
              <a:pathLst>
                <a:path w="1135" h="560" extrusionOk="0">
                  <a:moveTo>
                    <a:pt x="990" y="1"/>
                  </a:moveTo>
                  <a:cubicBezTo>
                    <a:pt x="981" y="1"/>
                    <a:pt x="973" y="5"/>
                    <a:pt x="967" y="16"/>
                  </a:cubicBezTo>
                  <a:cubicBezTo>
                    <a:pt x="967" y="16"/>
                    <a:pt x="867" y="50"/>
                    <a:pt x="801" y="50"/>
                  </a:cubicBezTo>
                  <a:cubicBezTo>
                    <a:pt x="701" y="50"/>
                    <a:pt x="600" y="50"/>
                    <a:pt x="500" y="83"/>
                  </a:cubicBezTo>
                  <a:cubicBezTo>
                    <a:pt x="300" y="116"/>
                    <a:pt x="0" y="250"/>
                    <a:pt x="0" y="250"/>
                  </a:cubicBezTo>
                  <a:lnTo>
                    <a:pt x="0" y="517"/>
                  </a:lnTo>
                  <a:cubicBezTo>
                    <a:pt x="0" y="517"/>
                    <a:pt x="213" y="559"/>
                    <a:pt x="436" y="559"/>
                  </a:cubicBezTo>
                  <a:cubicBezTo>
                    <a:pt x="491" y="559"/>
                    <a:pt x="547" y="557"/>
                    <a:pt x="600" y="550"/>
                  </a:cubicBezTo>
                  <a:cubicBezTo>
                    <a:pt x="701" y="517"/>
                    <a:pt x="867" y="417"/>
                    <a:pt x="967" y="350"/>
                  </a:cubicBezTo>
                  <a:cubicBezTo>
                    <a:pt x="1101" y="250"/>
                    <a:pt x="1134" y="183"/>
                    <a:pt x="1134" y="183"/>
                  </a:cubicBezTo>
                  <a:cubicBezTo>
                    <a:pt x="1134" y="127"/>
                    <a:pt x="1040" y="1"/>
                    <a:pt x="9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11" name="Google Shape;1511;p11"/>
            <p:cNvSpPr/>
            <p:nvPr/>
          </p:nvSpPr>
          <p:spPr>
            <a:xfrm>
              <a:off x="10450068" y="2152671"/>
              <a:ext cx="24828" cy="11625"/>
            </a:xfrm>
            <a:custGeom>
              <a:avLst/>
              <a:gdLst/>
              <a:ahLst/>
              <a:cxnLst/>
              <a:rect l="l" t="t" r="r" b="b"/>
              <a:pathLst>
                <a:path w="1102" h="516" extrusionOk="0">
                  <a:moveTo>
                    <a:pt x="1001" y="0"/>
                  </a:moveTo>
                  <a:cubicBezTo>
                    <a:pt x="1001" y="0"/>
                    <a:pt x="668" y="0"/>
                    <a:pt x="501" y="33"/>
                  </a:cubicBezTo>
                  <a:cubicBezTo>
                    <a:pt x="301" y="67"/>
                    <a:pt x="0" y="234"/>
                    <a:pt x="0" y="234"/>
                  </a:cubicBezTo>
                  <a:lnTo>
                    <a:pt x="34" y="500"/>
                  </a:lnTo>
                  <a:cubicBezTo>
                    <a:pt x="34" y="500"/>
                    <a:pt x="182" y="515"/>
                    <a:pt x="350" y="515"/>
                  </a:cubicBezTo>
                  <a:cubicBezTo>
                    <a:pt x="434" y="515"/>
                    <a:pt x="523" y="512"/>
                    <a:pt x="601" y="500"/>
                  </a:cubicBezTo>
                  <a:cubicBezTo>
                    <a:pt x="801" y="400"/>
                    <a:pt x="1101" y="200"/>
                    <a:pt x="1101" y="200"/>
                  </a:cubicBez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12" name="Google Shape;1512;p11"/>
            <p:cNvSpPr/>
            <p:nvPr/>
          </p:nvSpPr>
          <p:spPr>
            <a:xfrm>
              <a:off x="10476360" y="2165445"/>
              <a:ext cx="14307" cy="15050"/>
            </a:xfrm>
            <a:custGeom>
              <a:avLst/>
              <a:gdLst/>
              <a:ahLst/>
              <a:cxnLst/>
              <a:rect l="l" t="t" r="r" b="b"/>
              <a:pathLst>
                <a:path w="635" h="668" extrusionOk="0">
                  <a:moveTo>
                    <a:pt x="334" y="0"/>
                  </a:moveTo>
                  <a:lnTo>
                    <a:pt x="268" y="100"/>
                  </a:lnTo>
                  <a:cubicBezTo>
                    <a:pt x="201" y="134"/>
                    <a:pt x="134" y="167"/>
                    <a:pt x="134" y="234"/>
                  </a:cubicBezTo>
                  <a:cubicBezTo>
                    <a:pt x="101" y="267"/>
                    <a:pt x="1" y="467"/>
                    <a:pt x="1" y="467"/>
                  </a:cubicBezTo>
                  <a:cubicBezTo>
                    <a:pt x="1" y="467"/>
                    <a:pt x="134" y="634"/>
                    <a:pt x="201" y="667"/>
                  </a:cubicBezTo>
                  <a:cubicBezTo>
                    <a:pt x="201" y="667"/>
                    <a:pt x="268" y="667"/>
                    <a:pt x="334" y="634"/>
                  </a:cubicBezTo>
                  <a:cubicBezTo>
                    <a:pt x="435" y="601"/>
                    <a:pt x="501" y="567"/>
                    <a:pt x="535" y="467"/>
                  </a:cubicBezTo>
                  <a:cubicBezTo>
                    <a:pt x="635" y="400"/>
                    <a:pt x="635" y="267"/>
                    <a:pt x="635" y="167"/>
                  </a:cubicBezTo>
                  <a:cubicBezTo>
                    <a:pt x="635" y="67"/>
                    <a:pt x="601"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13" name="Google Shape;1513;p11"/>
            <p:cNvSpPr/>
            <p:nvPr/>
          </p:nvSpPr>
          <p:spPr>
            <a:xfrm>
              <a:off x="10498913" y="2186488"/>
              <a:ext cx="12054" cy="18813"/>
            </a:xfrm>
            <a:custGeom>
              <a:avLst/>
              <a:gdLst/>
              <a:ahLst/>
              <a:cxnLst/>
              <a:rect l="l" t="t" r="r" b="b"/>
              <a:pathLst>
                <a:path w="535" h="835" extrusionOk="0">
                  <a:moveTo>
                    <a:pt x="201" y="0"/>
                  </a:moveTo>
                  <a:cubicBezTo>
                    <a:pt x="201" y="0"/>
                    <a:pt x="167" y="34"/>
                    <a:pt x="134" y="134"/>
                  </a:cubicBezTo>
                  <a:cubicBezTo>
                    <a:pt x="134" y="200"/>
                    <a:pt x="34" y="234"/>
                    <a:pt x="34" y="334"/>
                  </a:cubicBezTo>
                  <a:cubicBezTo>
                    <a:pt x="1" y="400"/>
                    <a:pt x="1" y="667"/>
                    <a:pt x="1" y="667"/>
                  </a:cubicBezTo>
                  <a:cubicBezTo>
                    <a:pt x="1" y="701"/>
                    <a:pt x="201" y="801"/>
                    <a:pt x="201" y="834"/>
                  </a:cubicBezTo>
                  <a:lnTo>
                    <a:pt x="334" y="701"/>
                  </a:lnTo>
                  <a:cubicBezTo>
                    <a:pt x="434" y="667"/>
                    <a:pt x="468" y="534"/>
                    <a:pt x="501" y="467"/>
                  </a:cubicBezTo>
                  <a:cubicBezTo>
                    <a:pt x="534" y="367"/>
                    <a:pt x="534" y="234"/>
                    <a:pt x="501" y="167"/>
                  </a:cubicBezTo>
                  <a:cubicBezTo>
                    <a:pt x="501" y="67"/>
                    <a:pt x="468" y="0"/>
                    <a:pt x="4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14" name="Google Shape;1514;p11"/>
            <p:cNvSpPr/>
            <p:nvPr/>
          </p:nvSpPr>
          <p:spPr>
            <a:xfrm>
              <a:off x="10592863" y="2469803"/>
              <a:ext cx="21809" cy="11310"/>
            </a:xfrm>
            <a:custGeom>
              <a:avLst/>
              <a:gdLst/>
              <a:ahLst/>
              <a:cxnLst/>
              <a:rect l="l" t="t" r="r" b="b"/>
              <a:pathLst>
                <a:path w="968" h="502" extrusionOk="0">
                  <a:moveTo>
                    <a:pt x="467" y="1"/>
                  </a:moveTo>
                  <a:cubicBezTo>
                    <a:pt x="300" y="1"/>
                    <a:pt x="0" y="134"/>
                    <a:pt x="0" y="134"/>
                  </a:cubicBezTo>
                  <a:lnTo>
                    <a:pt x="0" y="401"/>
                  </a:lnTo>
                  <a:cubicBezTo>
                    <a:pt x="0" y="401"/>
                    <a:pt x="267" y="501"/>
                    <a:pt x="467" y="501"/>
                  </a:cubicBezTo>
                  <a:cubicBezTo>
                    <a:pt x="634" y="501"/>
                    <a:pt x="934" y="401"/>
                    <a:pt x="934" y="401"/>
                  </a:cubicBezTo>
                  <a:cubicBezTo>
                    <a:pt x="968" y="401"/>
                    <a:pt x="968" y="168"/>
                    <a:pt x="934" y="134"/>
                  </a:cubicBezTo>
                  <a:cubicBezTo>
                    <a:pt x="934" y="134"/>
                    <a:pt x="634" y="1"/>
                    <a:pt x="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15" name="Google Shape;1515;p11"/>
            <p:cNvSpPr/>
            <p:nvPr/>
          </p:nvSpPr>
          <p:spPr>
            <a:xfrm>
              <a:off x="10589101" y="2487647"/>
              <a:ext cx="24828" cy="11490"/>
            </a:xfrm>
            <a:custGeom>
              <a:avLst/>
              <a:gdLst/>
              <a:ahLst/>
              <a:cxnLst/>
              <a:rect l="l" t="t" r="r" b="b"/>
              <a:pathLst>
                <a:path w="1102" h="510" extrusionOk="0">
                  <a:moveTo>
                    <a:pt x="633" y="0"/>
                  </a:moveTo>
                  <a:cubicBezTo>
                    <a:pt x="586" y="0"/>
                    <a:pt x="541" y="3"/>
                    <a:pt x="501" y="9"/>
                  </a:cubicBezTo>
                  <a:cubicBezTo>
                    <a:pt x="301" y="43"/>
                    <a:pt x="0" y="176"/>
                    <a:pt x="0" y="176"/>
                  </a:cubicBezTo>
                  <a:lnTo>
                    <a:pt x="0" y="443"/>
                  </a:lnTo>
                  <a:cubicBezTo>
                    <a:pt x="0" y="443"/>
                    <a:pt x="334" y="510"/>
                    <a:pt x="534" y="510"/>
                  </a:cubicBezTo>
                  <a:cubicBezTo>
                    <a:pt x="768" y="476"/>
                    <a:pt x="1035" y="310"/>
                    <a:pt x="1035" y="310"/>
                  </a:cubicBezTo>
                  <a:cubicBezTo>
                    <a:pt x="1101" y="276"/>
                    <a:pt x="1035" y="43"/>
                    <a:pt x="1035" y="43"/>
                  </a:cubicBezTo>
                  <a:cubicBezTo>
                    <a:pt x="1035" y="43"/>
                    <a:pt x="821" y="0"/>
                    <a:pt x="6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16" name="Google Shape;1516;p11"/>
            <p:cNvSpPr/>
            <p:nvPr/>
          </p:nvSpPr>
          <p:spPr>
            <a:xfrm>
              <a:off x="10598879" y="2512655"/>
              <a:ext cx="23319" cy="9778"/>
            </a:xfrm>
            <a:custGeom>
              <a:avLst/>
              <a:gdLst/>
              <a:ahLst/>
              <a:cxnLst/>
              <a:rect l="l" t="t" r="r" b="b"/>
              <a:pathLst>
                <a:path w="1035" h="434" extrusionOk="0">
                  <a:moveTo>
                    <a:pt x="434" y="0"/>
                  </a:moveTo>
                  <a:cubicBezTo>
                    <a:pt x="267" y="0"/>
                    <a:pt x="0" y="100"/>
                    <a:pt x="0" y="100"/>
                  </a:cubicBezTo>
                  <a:lnTo>
                    <a:pt x="0" y="367"/>
                  </a:lnTo>
                  <a:cubicBezTo>
                    <a:pt x="0" y="367"/>
                    <a:pt x="267" y="434"/>
                    <a:pt x="500" y="434"/>
                  </a:cubicBezTo>
                  <a:cubicBezTo>
                    <a:pt x="567" y="434"/>
                    <a:pt x="734" y="400"/>
                    <a:pt x="834" y="334"/>
                  </a:cubicBezTo>
                  <a:cubicBezTo>
                    <a:pt x="901" y="234"/>
                    <a:pt x="1001" y="200"/>
                    <a:pt x="1001" y="200"/>
                  </a:cubicBezTo>
                  <a:cubicBezTo>
                    <a:pt x="1034" y="200"/>
                    <a:pt x="901" y="34"/>
                    <a:pt x="9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17" name="Google Shape;1517;p11"/>
            <p:cNvSpPr/>
            <p:nvPr/>
          </p:nvSpPr>
          <p:spPr>
            <a:xfrm>
              <a:off x="10608634" y="2535185"/>
              <a:ext cx="20322" cy="11648"/>
            </a:xfrm>
            <a:custGeom>
              <a:avLst/>
              <a:gdLst/>
              <a:ahLst/>
              <a:cxnLst/>
              <a:rect l="l" t="t" r="r" b="b"/>
              <a:pathLst>
                <a:path w="902" h="517" extrusionOk="0">
                  <a:moveTo>
                    <a:pt x="635" y="1"/>
                  </a:moveTo>
                  <a:cubicBezTo>
                    <a:pt x="534" y="1"/>
                    <a:pt x="468" y="1"/>
                    <a:pt x="368" y="34"/>
                  </a:cubicBezTo>
                  <a:cubicBezTo>
                    <a:pt x="268" y="68"/>
                    <a:pt x="34" y="234"/>
                    <a:pt x="34" y="234"/>
                  </a:cubicBezTo>
                  <a:cubicBezTo>
                    <a:pt x="1" y="234"/>
                    <a:pt x="101" y="501"/>
                    <a:pt x="101" y="501"/>
                  </a:cubicBezTo>
                  <a:cubicBezTo>
                    <a:pt x="101" y="501"/>
                    <a:pt x="205" y="516"/>
                    <a:pt x="323" y="516"/>
                  </a:cubicBezTo>
                  <a:cubicBezTo>
                    <a:pt x="382" y="516"/>
                    <a:pt x="445" y="512"/>
                    <a:pt x="501" y="501"/>
                  </a:cubicBezTo>
                  <a:cubicBezTo>
                    <a:pt x="601" y="435"/>
                    <a:pt x="668" y="401"/>
                    <a:pt x="768" y="334"/>
                  </a:cubicBezTo>
                  <a:lnTo>
                    <a:pt x="901" y="201"/>
                  </a:lnTo>
                  <a:cubicBezTo>
                    <a:pt x="901" y="134"/>
                    <a:pt x="768" y="1"/>
                    <a:pt x="7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18" name="Google Shape;1518;p11"/>
            <p:cNvSpPr/>
            <p:nvPr/>
          </p:nvSpPr>
          <p:spPr>
            <a:xfrm>
              <a:off x="10426006" y="3160483"/>
              <a:ext cx="21832" cy="11490"/>
            </a:xfrm>
            <a:custGeom>
              <a:avLst/>
              <a:gdLst/>
              <a:ahLst/>
              <a:cxnLst/>
              <a:rect l="l" t="t" r="r" b="b"/>
              <a:pathLst>
                <a:path w="969" h="510" extrusionOk="0">
                  <a:moveTo>
                    <a:pt x="468" y="0"/>
                  </a:moveTo>
                  <a:cubicBezTo>
                    <a:pt x="268" y="0"/>
                    <a:pt x="1" y="134"/>
                    <a:pt x="1" y="134"/>
                  </a:cubicBezTo>
                  <a:lnTo>
                    <a:pt x="1" y="367"/>
                  </a:lnTo>
                  <a:cubicBezTo>
                    <a:pt x="1" y="367"/>
                    <a:pt x="268" y="500"/>
                    <a:pt x="435" y="500"/>
                  </a:cubicBezTo>
                  <a:cubicBezTo>
                    <a:pt x="468" y="507"/>
                    <a:pt x="507" y="510"/>
                    <a:pt x="547" y="510"/>
                  </a:cubicBezTo>
                  <a:cubicBezTo>
                    <a:pt x="709" y="510"/>
                    <a:pt x="902" y="467"/>
                    <a:pt x="902" y="467"/>
                  </a:cubicBezTo>
                  <a:cubicBezTo>
                    <a:pt x="902" y="434"/>
                    <a:pt x="935" y="200"/>
                    <a:pt x="968" y="167"/>
                  </a:cubicBezTo>
                  <a:cubicBezTo>
                    <a:pt x="968" y="167"/>
                    <a:pt x="701" y="33"/>
                    <a:pt x="4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19" name="Google Shape;1519;p11"/>
            <p:cNvSpPr/>
            <p:nvPr/>
          </p:nvSpPr>
          <p:spPr>
            <a:xfrm>
              <a:off x="10426772" y="3178507"/>
              <a:ext cx="19556" cy="10544"/>
            </a:xfrm>
            <a:custGeom>
              <a:avLst/>
              <a:gdLst/>
              <a:ahLst/>
              <a:cxnLst/>
              <a:rect l="l" t="t" r="r" b="b"/>
              <a:pathLst>
                <a:path w="868" h="468" extrusionOk="0">
                  <a:moveTo>
                    <a:pt x="467" y="1"/>
                  </a:moveTo>
                  <a:cubicBezTo>
                    <a:pt x="334" y="1"/>
                    <a:pt x="134" y="34"/>
                    <a:pt x="134" y="34"/>
                  </a:cubicBezTo>
                  <a:cubicBezTo>
                    <a:pt x="67" y="34"/>
                    <a:pt x="0" y="234"/>
                    <a:pt x="0" y="234"/>
                  </a:cubicBezTo>
                  <a:cubicBezTo>
                    <a:pt x="0" y="234"/>
                    <a:pt x="234" y="468"/>
                    <a:pt x="467" y="468"/>
                  </a:cubicBezTo>
                  <a:cubicBezTo>
                    <a:pt x="634" y="468"/>
                    <a:pt x="868" y="334"/>
                    <a:pt x="868" y="334"/>
                  </a:cubicBezTo>
                  <a:lnTo>
                    <a:pt x="868" y="67"/>
                  </a:lnTo>
                  <a:cubicBezTo>
                    <a:pt x="868" y="67"/>
                    <a:pt x="567" y="1"/>
                    <a:pt x="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20" name="Google Shape;1520;p11"/>
            <p:cNvSpPr/>
            <p:nvPr/>
          </p:nvSpPr>
          <p:spPr>
            <a:xfrm>
              <a:off x="10429768" y="3200316"/>
              <a:ext cx="16560" cy="11288"/>
            </a:xfrm>
            <a:custGeom>
              <a:avLst/>
              <a:gdLst/>
              <a:ahLst/>
              <a:cxnLst/>
              <a:rect l="l" t="t" r="r" b="b"/>
              <a:pathLst>
                <a:path w="735" h="501" extrusionOk="0">
                  <a:moveTo>
                    <a:pt x="368" y="0"/>
                  </a:moveTo>
                  <a:cubicBezTo>
                    <a:pt x="268" y="0"/>
                    <a:pt x="201" y="33"/>
                    <a:pt x="101" y="67"/>
                  </a:cubicBezTo>
                  <a:cubicBezTo>
                    <a:pt x="34" y="100"/>
                    <a:pt x="1" y="167"/>
                    <a:pt x="1" y="167"/>
                  </a:cubicBezTo>
                  <a:cubicBezTo>
                    <a:pt x="1" y="200"/>
                    <a:pt x="67" y="400"/>
                    <a:pt x="67" y="400"/>
                  </a:cubicBezTo>
                  <a:cubicBezTo>
                    <a:pt x="67" y="400"/>
                    <a:pt x="101" y="434"/>
                    <a:pt x="201" y="434"/>
                  </a:cubicBezTo>
                  <a:cubicBezTo>
                    <a:pt x="268" y="500"/>
                    <a:pt x="368" y="500"/>
                    <a:pt x="401" y="500"/>
                  </a:cubicBezTo>
                  <a:cubicBezTo>
                    <a:pt x="534" y="500"/>
                    <a:pt x="735" y="367"/>
                    <a:pt x="735" y="367"/>
                  </a:cubicBezTo>
                  <a:lnTo>
                    <a:pt x="735" y="100"/>
                  </a:lnTo>
                  <a:cubicBezTo>
                    <a:pt x="735" y="100"/>
                    <a:pt x="501" y="0"/>
                    <a:pt x="3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21" name="Google Shape;1521;p11"/>
            <p:cNvSpPr/>
            <p:nvPr/>
          </p:nvSpPr>
          <p:spPr>
            <a:xfrm>
              <a:off x="10528968" y="3273966"/>
              <a:ext cx="24828" cy="11288"/>
            </a:xfrm>
            <a:custGeom>
              <a:avLst/>
              <a:gdLst/>
              <a:ahLst/>
              <a:cxnLst/>
              <a:rect l="l" t="t" r="r" b="b"/>
              <a:pathLst>
                <a:path w="1102" h="501" extrusionOk="0">
                  <a:moveTo>
                    <a:pt x="601" y="0"/>
                  </a:moveTo>
                  <a:cubicBezTo>
                    <a:pt x="368" y="0"/>
                    <a:pt x="34" y="67"/>
                    <a:pt x="34" y="67"/>
                  </a:cubicBezTo>
                  <a:lnTo>
                    <a:pt x="1" y="300"/>
                  </a:lnTo>
                  <a:cubicBezTo>
                    <a:pt x="1" y="300"/>
                    <a:pt x="301" y="467"/>
                    <a:pt x="501" y="500"/>
                  </a:cubicBezTo>
                  <a:cubicBezTo>
                    <a:pt x="701" y="500"/>
                    <a:pt x="1035" y="434"/>
                    <a:pt x="1035" y="434"/>
                  </a:cubicBezTo>
                  <a:cubicBezTo>
                    <a:pt x="1102" y="400"/>
                    <a:pt x="1102" y="167"/>
                    <a:pt x="1102" y="167"/>
                  </a:cubicBezTo>
                  <a:cubicBezTo>
                    <a:pt x="1102" y="167"/>
                    <a:pt x="768"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22" name="Google Shape;1522;p11"/>
            <p:cNvSpPr/>
            <p:nvPr/>
          </p:nvSpPr>
          <p:spPr>
            <a:xfrm>
              <a:off x="10523719" y="3254410"/>
              <a:ext cx="24828" cy="11625"/>
            </a:xfrm>
            <a:custGeom>
              <a:avLst/>
              <a:gdLst/>
              <a:ahLst/>
              <a:cxnLst/>
              <a:rect l="l" t="t" r="r" b="b"/>
              <a:pathLst>
                <a:path w="1102" h="516" extrusionOk="0">
                  <a:moveTo>
                    <a:pt x="201" y="1"/>
                  </a:moveTo>
                  <a:cubicBezTo>
                    <a:pt x="67" y="1"/>
                    <a:pt x="0" y="34"/>
                    <a:pt x="0" y="34"/>
                  </a:cubicBezTo>
                  <a:lnTo>
                    <a:pt x="0" y="301"/>
                  </a:lnTo>
                  <a:lnTo>
                    <a:pt x="167" y="368"/>
                  </a:lnTo>
                  <a:cubicBezTo>
                    <a:pt x="267" y="434"/>
                    <a:pt x="401" y="468"/>
                    <a:pt x="501" y="501"/>
                  </a:cubicBezTo>
                  <a:cubicBezTo>
                    <a:pt x="567" y="512"/>
                    <a:pt x="653" y="516"/>
                    <a:pt x="737" y="516"/>
                  </a:cubicBezTo>
                  <a:cubicBezTo>
                    <a:pt x="905" y="516"/>
                    <a:pt x="1068" y="501"/>
                    <a:pt x="1068" y="501"/>
                  </a:cubicBezTo>
                  <a:cubicBezTo>
                    <a:pt x="1068" y="501"/>
                    <a:pt x="1101" y="301"/>
                    <a:pt x="1068" y="268"/>
                  </a:cubicBezTo>
                  <a:cubicBezTo>
                    <a:pt x="1068" y="268"/>
                    <a:pt x="768" y="34"/>
                    <a:pt x="5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23" name="Google Shape;1523;p11"/>
            <p:cNvSpPr/>
            <p:nvPr/>
          </p:nvSpPr>
          <p:spPr>
            <a:xfrm>
              <a:off x="10536493" y="3306274"/>
              <a:ext cx="24828" cy="11625"/>
            </a:xfrm>
            <a:custGeom>
              <a:avLst/>
              <a:gdLst/>
              <a:ahLst/>
              <a:cxnLst/>
              <a:rect l="l" t="t" r="r" b="b"/>
              <a:pathLst>
                <a:path w="1102" h="516" extrusionOk="0">
                  <a:moveTo>
                    <a:pt x="768" y="0"/>
                  </a:moveTo>
                  <a:cubicBezTo>
                    <a:pt x="668" y="0"/>
                    <a:pt x="534" y="0"/>
                    <a:pt x="467" y="34"/>
                  </a:cubicBezTo>
                  <a:cubicBezTo>
                    <a:pt x="267" y="67"/>
                    <a:pt x="0" y="234"/>
                    <a:pt x="0" y="234"/>
                  </a:cubicBezTo>
                  <a:lnTo>
                    <a:pt x="34" y="501"/>
                  </a:lnTo>
                  <a:cubicBezTo>
                    <a:pt x="34" y="501"/>
                    <a:pt x="182" y="516"/>
                    <a:pt x="350" y="516"/>
                  </a:cubicBezTo>
                  <a:cubicBezTo>
                    <a:pt x="434" y="516"/>
                    <a:pt x="523" y="512"/>
                    <a:pt x="601" y="501"/>
                  </a:cubicBezTo>
                  <a:cubicBezTo>
                    <a:pt x="668" y="467"/>
                    <a:pt x="801" y="367"/>
                    <a:pt x="868" y="334"/>
                  </a:cubicBezTo>
                  <a:cubicBezTo>
                    <a:pt x="1001" y="234"/>
                    <a:pt x="1035" y="201"/>
                    <a:pt x="1035" y="201"/>
                  </a:cubicBezTo>
                  <a:cubicBezTo>
                    <a:pt x="1101" y="201"/>
                    <a:pt x="968" y="34"/>
                    <a:pt x="9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24" name="Google Shape;1524;p11"/>
            <p:cNvSpPr/>
            <p:nvPr/>
          </p:nvSpPr>
          <p:spPr>
            <a:xfrm>
              <a:off x="10544018" y="3333333"/>
              <a:ext cx="21043" cy="12707"/>
            </a:xfrm>
            <a:custGeom>
              <a:avLst/>
              <a:gdLst/>
              <a:ahLst/>
              <a:cxnLst/>
              <a:rect l="l" t="t" r="r" b="b"/>
              <a:pathLst>
                <a:path w="934" h="564" extrusionOk="0">
                  <a:moveTo>
                    <a:pt x="834" y="0"/>
                  </a:moveTo>
                  <a:cubicBezTo>
                    <a:pt x="834" y="0"/>
                    <a:pt x="534" y="0"/>
                    <a:pt x="367" y="34"/>
                  </a:cubicBezTo>
                  <a:lnTo>
                    <a:pt x="133" y="167"/>
                  </a:lnTo>
                  <a:cubicBezTo>
                    <a:pt x="100" y="200"/>
                    <a:pt x="0" y="267"/>
                    <a:pt x="0" y="267"/>
                  </a:cubicBezTo>
                  <a:lnTo>
                    <a:pt x="0" y="501"/>
                  </a:lnTo>
                  <a:cubicBezTo>
                    <a:pt x="0" y="501"/>
                    <a:pt x="33" y="534"/>
                    <a:pt x="167" y="534"/>
                  </a:cubicBezTo>
                  <a:cubicBezTo>
                    <a:pt x="211" y="556"/>
                    <a:pt x="256" y="564"/>
                    <a:pt x="298" y="564"/>
                  </a:cubicBezTo>
                  <a:cubicBezTo>
                    <a:pt x="382" y="564"/>
                    <a:pt x="456" y="534"/>
                    <a:pt x="500" y="534"/>
                  </a:cubicBezTo>
                  <a:cubicBezTo>
                    <a:pt x="701" y="467"/>
                    <a:pt x="934" y="300"/>
                    <a:pt x="934" y="300"/>
                  </a:cubicBezTo>
                  <a:cubicBezTo>
                    <a:pt x="934" y="267"/>
                    <a:pt x="867" y="34"/>
                    <a:pt x="8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25" name="Google Shape;1525;p11"/>
            <p:cNvSpPr/>
            <p:nvPr/>
          </p:nvSpPr>
          <p:spPr>
            <a:xfrm>
              <a:off x="10552264" y="3353700"/>
              <a:ext cx="18813" cy="11963"/>
            </a:xfrm>
            <a:custGeom>
              <a:avLst/>
              <a:gdLst/>
              <a:ahLst/>
              <a:cxnLst/>
              <a:rect l="l" t="t" r="r" b="b"/>
              <a:pathLst>
                <a:path w="835" h="531" extrusionOk="0">
                  <a:moveTo>
                    <a:pt x="521" y="1"/>
                  </a:moveTo>
                  <a:cubicBezTo>
                    <a:pt x="457" y="1"/>
                    <a:pt x="390" y="8"/>
                    <a:pt x="335" y="30"/>
                  </a:cubicBezTo>
                  <a:cubicBezTo>
                    <a:pt x="168" y="97"/>
                    <a:pt x="1" y="297"/>
                    <a:pt x="1" y="297"/>
                  </a:cubicBezTo>
                  <a:lnTo>
                    <a:pt x="134" y="531"/>
                  </a:lnTo>
                  <a:cubicBezTo>
                    <a:pt x="134" y="531"/>
                    <a:pt x="401" y="531"/>
                    <a:pt x="501" y="464"/>
                  </a:cubicBezTo>
                  <a:cubicBezTo>
                    <a:pt x="635" y="431"/>
                    <a:pt x="835" y="264"/>
                    <a:pt x="835" y="264"/>
                  </a:cubicBezTo>
                  <a:cubicBezTo>
                    <a:pt x="835" y="264"/>
                    <a:pt x="768" y="64"/>
                    <a:pt x="768" y="30"/>
                  </a:cubicBezTo>
                  <a:cubicBezTo>
                    <a:pt x="768" y="30"/>
                    <a:pt x="650" y="1"/>
                    <a:pt x="5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26" name="Google Shape;1526;p11"/>
            <p:cNvSpPr/>
            <p:nvPr/>
          </p:nvSpPr>
          <p:spPr>
            <a:xfrm>
              <a:off x="10570311" y="3385940"/>
              <a:ext cx="19556" cy="11288"/>
            </a:xfrm>
            <a:custGeom>
              <a:avLst/>
              <a:gdLst/>
              <a:ahLst/>
              <a:cxnLst/>
              <a:rect l="l" t="t" r="r" b="b"/>
              <a:pathLst>
                <a:path w="868" h="501" extrusionOk="0">
                  <a:moveTo>
                    <a:pt x="601" y="0"/>
                  </a:moveTo>
                  <a:cubicBezTo>
                    <a:pt x="551" y="17"/>
                    <a:pt x="509" y="17"/>
                    <a:pt x="468" y="17"/>
                  </a:cubicBezTo>
                  <a:cubicBezTo>
                    <a:pt x="426" y="17"/>
                    <a:pt x="384" y="17"/>
                    <a:pt x="334" y="34"/>
                  </a:cubicBezTo>
                  <a:cubicBezTo>
                    <a:pt x="301" y="34"/>
                    <a:pt x="201" y="100"/>
                    <a:pt x="134" y="134"/>
                  </a:cubicBezTo>
                  <a:cubicBezTo>
                    <a:pt x="34" y="167"/>
                    <a:pt x="1" y="200"/>
                    <a:pt x="1" y="200"/>
                  </a:cubicBezTo>
                  <a:lnTo>
                    <a:pt x="1" y="467"/>
                  </a:lnTo>
                  <a:cubicBezTo>
                    <a:pt x="1" y="467"/>
                    <a:pt x="101" y="467"/>
                    <a:pt x="167" y="501"/>
                  </a:cubicBezTo>
                  <a:lnTo>
                    <a:pt x="501" y="501"/>
                  </a:lnTo>
                  <a:cubicBezTo>
                    <a:pt x="668" y="434"/>
                    <a:pt x="868" y="200"/>
                    <a:pt x="868" y="200"/>
                  </a:cubicBezTo>
                  <a:cubicBezTo>
                    <a:pt x="868" y="200"/>
                    <a:pt x="801" y="34"/>
                    <a:pt x="7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27" name="Google Shape;1527;p11"/>
            <p:cNvSpPr/>
            <p:nvPr/>
          </p:nvSpPr>
          <p:spPr>
            <a:xfrm>
              <a:off x="10559046" y="3043237"/>
              <a:ext cx="13541" cy="11288"/>
            </a:xfrm>
            <a:custGeom>
              <a:avLst/>
              <a:gdLst/>
              <a:ahLst/>
              <a:cxnLst/>
              <a:rect l="l" t="t" r="r" b="b"/>
              <a:pathLst>
                <a:path w="601" h="501" extrusionOk="0">
                  <a:moveTo>
                    <a:pt x="300" y="0"/>
                  </a:moveTo>
                  <a:cubicBezTo>
                    <a:pt x="167" y="0"/>
                    <a:pt x="0" y="134"/>
                    <a:pt x="0" y="134"/>
                  </a:cubicBezTo>
                  <a:lnTo>
                    <a:pt x="0" y="367"/>
                  </a:lnTo>
                  <a:cubicBezTo>
                    <a:pt x="0" y="367"/>
                    <a:pt x="167" y="501"/>
                    <a:pt x="300" y="501"/>
                  </a:cubicBezTo>
                  <a:cubicBezTo>
                    <a:pt x="434" y="501"/>
                    <a:pt x="601" y="367"/>
                    <a:pt x="601" y="367"/>
                  </a:cubicBezTo>
                  <a:lnTo>
                    <a:pt x="601" y="134"/>
                  </a:lnTo>
                  <a:cubicBezTo>
                    <a:pt x="601" y="134"/>
                    <a:pt x="434" y="0"/>
                    <a:pt x="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28" name="Google Shape;1528;p11"/>
            <p:cNvSpPr/>
            <p:nvPr/>
          </p:nvSpPr>
          <p:spPr>
            <a:xfrm>
              <a:off x="10565061" y="3059008"/>
              <a:ext cx="23319" cy="10544"/>
            </a:xfrm>
            <a:custGeom>
              <a:avLst/>
              <a:gdLst/>
              <a:ahLst/>
              <a:cxnLst/>
              <a:rect l="l" t="t" r="r" b="b"/>
              <a:pathLst>
                <a:path w="1035" h="468" extrusionOk="0">
                  <a:moveTo>
                    <a:pt x="500" y="1"/>
                  </a:moveTo>
                  <a:cubicBezTo>
                    <a:pt x="334" y="1"/>
                    <a:pt x="0" y="134"/>
                    <a:pt x="0" y="134"/>
                  </a:cubicBezTo>
                  <a:lnTo>
                    <a:pt x="0" y="368"/>
                  </a:lnTo>
                  <a:cubicBezTo>
                    <a:pt x="0" y="368"/>
                    <a:pt x="334" y="468"/>
                    <a:pt x="534" y="468"/>
                  </a:cubicBezTo>
                  <a:cubicBezTo>
                    <a:pt x="600" y="468"/>
                    <a:pt x="767" y="435"/>
                    <a:pt x="867" y="334"/>
                  </a:cubicBezTo>
                  <a:cubicBezTo>
                    <a:pt x="934" y="268"/>
                    <a:pt x="1034" y="201"/>
                    <a:pt x="1034" y="201"/>
                  </a:cubicBezTo>
                  <a:cubicBezTo>
                    <a:pt x="1034" y="201"/>
                    <a:pt x="1001" y="1"/>
                    <a:pt x="9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29" name="Google Shape;1529;p11"/>
            <p:cNvSpPr/>
            <p:nvPr/>
          </p:nvSpPr>
          <p:spPr>
            <a:xfrm>
              <a:off x="10573307" y="3073720"/>
              <a:ext cx="26338" cy="11625"/>
            </a:xfrm>
            <a:custGeom>
              <a:avLst/>
              <a:gdLst/>
              <a:ahLst/>
              <a:cxnLst/>
              <a:rect l="l" t="t" r="r" b="b"/>
              <a:pathLst>
                <a:path w="1169" h="516" extrusionOk="0">
                  <a:moveTo>
                    <a:pt x="636" y="0"/>
                  </a:moveTo>
                  <a:cubicBezTo>
                    <a:pt x="601" y="0"/>
                    <a:pt x="568" y="4"/>
                    <a:pt x="535" y="15"/>
                  </a:cubicBezTo>
                  <a:cubicBezTo>
                    <a:pt x="468" y="15"/>
                    <a:pt x="335" y="48"/>
                    <a:pt x="234" y="48"/>
                  </a:cubicBezTo>
                  <a:lnTo>
                    <a:pt x="68" y="48"/>
                  </a:lnTo>
                  <a:cubicBezTo>
                    <a:pt x="68" y="115"/>
                    <a:pt x="1" y="315"/>
                    <a:pt x="1" y="315"/>
                  </a:cubicBezTo>
                  <a:cubicBezTo>
                    <a:pt x="1" y="315"/>
                    <a:pt x="68" y="382"/>
                    <a:pt x="201" y="449"/>
                  </a:cubicBezTo>
                  <a:cubicBezTo>
                    <a:pt x="335" y="515"/>
                    <a:pt x="501" y="515"/>
                    <a:pt x="635" y="515"/>
                  </a:cubicBezTo>
                  <a:cubicBezTo>
                    <a:pt x="735" y="515"/>
                    <a:pt x="868" y="482"/>
                    <a:pt x="1002" y="382"/>
                  </a:cubicBezTo>
                  <a:cubicBezTo>
                    <a:pt x="1068" y="315"/>
                    <a:pt x="1168" y="282"/>
                    <a:pt x="1168" y="282"/>
                  </a:cubicBezTo>
                  <a:cubicBezTo>
                    <a:pt x="1168" y="215"/>
                    <a:pt x="1068" y="48"/>
                    <a:pt x="1068" y="15"/>
                  </a:cubicBezTo>
                  <a:lnTo>
                    <a:pt x="868" y="15"/>
                  </a:lnTo>
                  <a:cubicBezTo>
                    <a:pt x="779" y="15"/>
                    <a:pt x="705" y="0"/>
                    <a:pt x="6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30" name="Google Shape;1530;p11"/>
            <p:cNvSpPr/>
            <p:nvPr/>
          </p:nvSpPr>
          <p:spPr>
            <a:xfrm>
              <a:off x="10581576" y="3092825"/>
              <a:ext cx="27081" cy="11310"/>
            </a:xfrm>
            <a:custGeom>
              <a:avLst/>
              <a:gdLst/>
              <a:ahLst/>
              <a:cxnLst/>
              <a:rect l="l" t="t" r="r" b="b"/>
              <a:pathLst>
                <a:path w="1202" h="502" extrusionOk="0">
                  <a:moveTo>
                    <a:pt x="601" y="1"/>
                  </a:moveTo>
                  <a:cubicBezTo>
                    <a:pt x="334" y="1"/>
                    <a:pt x="1" y="134"/>
                    <a:pt x="1" y="134"/>
                  </a:cubicBezTo>
                  <a:lnTo>
                    <a:pt x="1" y="368"/>
                  </a:lnTo>
                  <a:cubicBezTo>
                    <a:pt x="1" y="368"/>
                    <a:pt x="334" y="501"/>
                    <a:pt x="601" y="501"/>
                  </a:cubicBezTo>
                  <a:cubicBezTo>
                    <a:pt x="835" y="501"/>
                    <a:pt x="1168" y="335"/>
                    <a:pt x="1168" y="335"/>
                  </a:cubicBezTo>
                  <a:cubicBezTo>
                    <a:pt x="1202" y="301"/>
                    <a:pt x="1168" y="101"/>
                    <a:pt x="1168" y="34"/>
                  </a:cubicBezTo>
                  <a:cubicBezTo>
                    <a:pt x="1168" y="34"/>
                    <a:pt x="801" y="1"/>
                    <a:pt x="6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31" name="Google Shape;1531;p11"/>
            <p:cNvSpPr/>
            <p:nvPr/>
          </p:nvSpPr>
          <p:spPr>
            <a:xfrm>
              <a:off x="10687557" y="3104856"/>
              <a:ext cx="21066" cy="10544"/>
            </a:xfrm>
            <a:custGeom>
              <a:avLst/>
              <a:gdLst/>
              <a:ahLst/>
              <a:cxnLst/>
              <a:rect l="l" t="t" r="r" b="b"/>
              <a:pathLst>
                <a:path w="935" h="468" extrusionOk="0">
                  <a:moveTo>
                    <a:pt x="467" y="1"/>
                  </a:moveTo>
                  <a:cubicBezTo>
                    <a:pt x="401" y="1"/>
                    <a:pt x="300" y="67"/>
                    <a:pt x="267" y="67"/>
                  </a:cubicBezTo>
                  <a:lnTo>
                    <a:pt x="134" y="67"/>
                  </a:lnTo>
                  <a:cubicBezTo>
                    <a:pt x="100" y="67"/>
                    <a:pt x="0" y="268"/>
                    <a:pt x="0" y="268"/>
                  </a:cubicBezTo>
                  <a:cubicBezTo>
                    <a:pt x="0" y="268"/>
                    <a:pt x="100" y="334"/>
                    <a:pt x="167" y="401"/>
                  </a:cubicBezTo>
                  <a:cubicBezTo>
                    <a:pt x="300" y="468"/>
                    <a:pt x="434" y="468"/>
                    <a:pt x="501" y="468"/>
                  </a:cubicBezTo>
                  <a:cubicBezTo>
                    <a:pt x="667" y="434"/>
                    <a:pt x="901" y="334"/>
                    <a:pt x="901" y="334"/>
                  </a:cubicBezTo>
                  <a:lnTo>
                    <a:pt x="934" y="134"/>
                  </a:lnTo>
                  <a:lnTo>
                    <a:pt x="767" y="67"/>
                  </a:lnTo>
                  <a:cubicBezTo>
                    <a:pt x="667" y="1"/>
                    <a:pt x="567" y="1"/>
                    <a:pt x="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32" name="Google Shape;1532;p11"/>
            <p:cNvSpPr/>
            <p:nvPr/>
          </p:nvSpPr>
          <p:spPr>
            <a:xfrm>
              <a:off x="10691319" y="3133424"/>
              <a:ext cx="15050" cy="11490"/>
            </a:xfrm>
            <a:custGeom>
              <a:avLst/>
              <a:gdLst/>
              <a:ahLst/>
              <a:cxnLst/>
              <a:rect l="l" t="t" r="r" b="b"/>
              <a:pathLst>
                <a:path w="668" h="510" extrusionOk="0">
                  <a:moveTo>
                    <a:pt x="300" y="0"/>
                  </a:moveTo>
                  <a:cubicBezTo>
                    <a:pt x="167" y="34"/>
                    <a:pt x="0" y="200"/>
                    <a:pt x="0" y="200"/>
                  </a:cubicBezTo>
                  <a:cubicBezTo>
                    <a:pt x="0" y="234"/>
                    <a:pt x="100" y="467"/>
                    <a:pt x="100" y="467"/>
                  </a:cubicBezTo>
                  <a:cubicBezTo>
                    <a:pt x="100" y="467"/>
                    <a:pt x="228" y="510"/>
                    <a:pt x="348" y="510"/>
                  </a:cubicBezTo>
                  <a:cubicBezTo>
                    <a:pt x="378" y="510"/>
                    <a:pt x="407" y="507"/>
                    <a:pt x="434" y="501"/>
                  </a:cubicBezTo>
                  <a:cubicBezTo>
                    <a:pt x="467" y="501"/>
                    <a:pt x="567" y="467"/>
                    <a:pt x="600" y="401"/>
                  </a:cubicBezTo>
                  <a:lnTo>
                    <a:pt x="667" y="334"/>
                  </a:lnTo>
                  <a:lnTo>
                    <a:pt x="667" y="67"/>
                  </a:lnTo>
                  <a:cubicBezTo>
                    <a:pt x="667" y="67"/>
                    <a:pt x="634" y="34"/>
                    <a:pt x="567" y="34"/>
                  </a:cubicBezTo>
                  <a:cubicBezTo>
                    <a:pt x="467" y="0"/>
                    <a:pt x="400" y="0"/>
                    <a:pt x="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33" name="Google Shape;1533;p11"/>
            <p:cNvSpPr/>
            <p:nvPr/>
          </p:nvSpPr>
          <p:spPr>
            <a:xfrm>
              <a:off x="10708600" y="3158973"/>
              <a:ext cx="20300" cy="12369"/>
            </a:xfrm>
            <a:custGeom>
              <a:avLst/>
              <a:gdLst/>
              <a:ahLst/>
              <a:cxnLst/>
              <a:rect l="l" t="t" r="r" b="b"/>
              <a:pathLst>
                <a:path w="901" h="549" extrusionOk="0">
                  <a:moveTo>
                    <a:pt x="701" y="0"/>
                  </a:moveTo>
                  <a:cubicBezTo>
                    <a:pt x="701" y="0"/>
                    <a:pt x="667" y="34"/>
                    <a:pt x="567" y="34"/>
                  </a:cubicBezTo>
                  <a:cubicBezTo>
                    <a:pt x="551" y="50"/>
                    <a:pt x="509" y="50"/>
                    <a:pt x="467" y="50"/>
                  </a:cubicBezTo>
                  <a:cubicBezTo>
                    <a:pt x="426" y="50"/>
                    <a:pt x="384" y="50"/>
                    <a:pt x="367" y="67"/>
                  </a:cubicBezTo>
                  <a:cubicBezTo>
                    <a:pt x="300" y="67"/>
                    <a:pt x="200" y="100"/>
                    <a:pt x="134" y="167"/>
                  </a:cubicBezTo>
                  <a:cubicBezTo>
                    <a:pt x="67" y="201"/>
                    <a:pt x="0" y="234"/>
                    <a:pt x="0" y="234"/>
                  </a:cubicBezTo>
                  <a:lnTo>
                    <a:pt x="0" y="501"/>
                  </a:lnTo>
                  <a:cubicBezTo>
                    <a:pt x="0" y="501"/>
                    <a:pt x="67" y="501"/>
                    <a:pt x="167" y="534"/>
                  </a:cubicBezTo>
                  <a:cubicBezTo>
                    <a:pt x="189" y="545"/>
                    <a:pt x="223" y="549"/>
                    <a:pt x="261" y="549"/>
                  </a:cubicBezTo>
                  <a:cubicBezTo>
                    <a:pt x="337" y="549"/>
                    <a:pt x="434" y="534"/>
                    <a:pt x="501" y="534"/>
                  </a:cubicBezTo>
                  <a:cubicBezTo>
                    <a:pt x="567" y="501"/>
                    <a:pt x="701" y="401"/>
                    <a:pt x="801" y="334"/>
                  </a:cubicBezTo>
                  <a:cubicBezTo>
                    <a:pt x="868" y="234"/>
                    <a:pt x="901" y="167"/>
                    <a:pt x="901" y="167"/>
                  </a:cubicBezTo>
                  <a:cubicBezTo>
                    <a:pt x="901" y="100"/>
                    <a:pt x="734" y="0"/>
                    <a:pt x="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34" name="Google Shape;1534;p11"/>
            <p:cNvSpPr/>
            <p:nvPr/>
          </p:nvSpPr>
          <p:spPr>
            <a:xfrm>
              <a:off x="9604585" y="1811454"/>
              <a:ext cx="457742" cy="310937"/>
            </a:xfrm>
            <a:custGeom>
              <a:avLst/>
              <a:gdLst/>
              <a:ahLst/>
              <a:cxnLst/>
              <a:rect l="l" t="t" r="r" b="b"/>
              <a:pathLst>
                <a:path w="20317" h="13801" extrusionOk="0">
                  <a:moveTo>
                    <a:pt x="167" y="0"/>
                  </a:moveTo>
                  <a:cubicBezTo>
                    <a:pt x="81" y="0"/>
                    <a:pt x="1" y="60"/>
                    <a:pt x="1" y="201"/>
                  </a:cubicBezTo>
                  <a:lnTo>
                    <a:pt x="1" y="568"/>
                  </a:lnTo>
                  <a:cubicBezTo>
                    <a:pt x="34" y="835"/>
                    <a:pt x="1" y="1168"/>
                    <a:pt x="34" y="1569"/>
                  </a:cubicBezTo>
                  <a:cubicBezTo>
                    <a:pt x="34" y="2469"/>
                    <a:pt x="201" y="3637"/>
                    <a:pt x="701" y="4904"/>
                  </a:cubicBezTo>
                  <a:cubicBezTo>
                    <a:pt x="1168" y="6205"/>
                    <a:pt x="2135" y="7506"/>
                    <a:pt x="3370" y="8407"/>
                  </a:cubicBezTo>
                  <a:cubicBezTo>
                    <a:pt x="4637" y="9341"/>
                    <a:pt x="6038" y="9908"/>
                    <a:pt x="7306" y="10308"/>
                  </a:cubicBezTo>
                  <a:cubicBezTo>
                    <a:pt x="9808" y="11109"/>
                    <a:pt x="13110" y="11509"/>
                    <a:pt x="15645" y="12143"/>
                  </a:cubicBezTo>
                  <a:cubicBezTo>
                    <a:pt x="16946" y="12477"/>
                    <a:pt x="18013" y="12843"/>
                    <a:pt x="18781" y="13177"/>
                  </a:cubicBezTo>
                  <a:cubicBezTo>
                    <a:pt x="19148" y="13344"/>
                    <a:pt x="19448" y="13477"/>
                    <a:pt x="19648" y="13611"/>
                  </a:cubicBezTo>
                  <a:cubicBezTo>
                    <a:pt x="19815" y="13711"/>
                    <a:pt x="19948" y="13777"/>
                    <a:pt x="19948" y="13777"/>
                  </a:cubicBezTo>
                  <a:cubicBezTo>
                    <a:pt x="19986" y="13793"/>
                    <a:pt x="20021" y="13801"/>
                    <a:pt x="20054" y="13801"/>
                  </a:cubicBezTo>
                  <a:cubicBezTo>
                    <a:pt x="20226" y="13801"/>
                    <a:pt x="20316" y="13596"/>
                    <a:pt x="20148" y="13344"/>
                  </a:cubicBezTo>
                  <a:cubicBezTo>
                    <a:pt x="20148" y="13344"/>
                    <a:pt x="20048" y="13244"/>
                    <a:pt x="19848" y="13144"/>
                  </a:cubicBezTo>
                  <a:cubicBezTo>
                    <a:pt x="19648" y="12977"/>
                    <a:pt x="19348" y="12843"/>
                    <a:pt x="18981" y="12643"/>
                  </a:cubicBezTo>
                  <a:cubicBezTo>
                    <a:pt x="18180" y="12243"/>
                    <a:pt x="17113" y="11809"/>
                    <a:pt x="15812" y="11476"/>
                  </a:cubicBezTo>
                  <a:cubicBezTo>
                    <a:pt x="13210" y="10742"/>
                    <a:pt x="9941" y="10242"/>
                    <a:pt x="7506" y="9508"/>
                  </a:cubicBezTo>
                  <a:cubicBezTo>
                    <a:pt x="6305" y="9141"/>
                    <a:pt x="4937" y="8640"/>
                    <a:pt x="3770" y="7807"/>
                  </a:cubicBezTo>
                  <a:cubicBezTo>
                    <a:pt x="2602" y="6973"/>
                    <a:pt x="1668" y="5805"/>
                    <a:pt x="1168" y="4638"/>
                  </a:cubicBezTo>
                  <a:cubicBezTo>
                    <a:pt x="668" y="3470"/>
                    <a:pt x="468" y="2336"/>
                    <a:pt x="434" y="1502"/>
                  </a:cubicBezTo>
                  <a:cubicBezTo>
                    <a:pt x="367" y="1068"/>
                    <a:pt x="367" y="735"/>
                    <a:pt x="367" y="535"/>
                  </a:cubicBezTo>
                  <a:lnTo>
                    <a:pt x="367" y="201"/>
                  </a:lnTo>
                  <a:cubicBezTo>
                    <a:pt x="367" y="77"/>
                    <a:pt x="264"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35" name="Google Shape;1535;p11"/>
            <p:cNvSpPr/>
            <p:nvPr/>
          </p:nvSpPr>
          <p:spPr>
            <a:xfrm>
              <a:off x="10628934" y="1585253"/>
              <a:ext cx="131530" cy="284847"/>
            </a:xfrm>
            <a:custGeom>
              <a:avLst/>
              <a:gdLst/>
              <a:ahLst/>
              <a:cxnLst/>
              <a:rect l="l" t="t" r="r" b="b"/>
              <a:pathLst>
                <a:path w="5838" h="12643" extrusionOk="0">
                  <a:moveTo>
                    <a:pt x="234" y="0"/>
                  </a:moveTo>
                  <a:cubicBezTo>
                    <a:pt x="67" y="0"/>
                    <a:pt x="0" y="334"/>
                    <a:pt x="167" y="367"/>
                  </a:cubicBezTo>
                  <a:cubicBezTo>
                    <a:pt x="167" y="367"/>
                    <a:pt x="234" y="367"/>
                    <a:pt x="367" y="401"/>
                  </a:cubicBezTo>
                  <a:cubicBezTo>
                    <a:pt x="434" y="467"/>
                    <a:pt x="668" y="501"/>
                    <a:pt x="868" y="567"/>
                  </a:cubicBezTo>
                  <a:cubicBezTo>
                    <a:pt x="1268" y="734"/>
                    <a:pt x="1902" y="934"/>
                    <a:pt x="2502" y="1368"/>
                  </a:cubicBezTo>
                  <a:cubicBezTo>
                    <a:pt x="3069" y="1768"/>
                    <a:pt x="3670" y="2335"/>
                    <a:pt x="4037" y="3036"/>
                  </a:cubicBezTo>
                  <a:cubicBezTo>
                    <a:pt x="4404" y="3703"/>
                    <a:pt x="4670" y="4437"/>
                    <a:pt x="4770" y="5171"/>
                  </a:cubicBezTo>
                  <a:cubicBezTo>
                    <a:pt x="5071" y="6538"/>
                    <a:pt x="5104" y="8406"/>
                    <a:pt x="5204" y="9907"/>
                  </a:cubicBezTo>
                  <a:cubicBezTo>
                    <a:pt x="5237" y="10675"/>
                    <a:pt x="5271" y="11342"/>
                    <a:pt x="5338" y="11809"/>
                  </a:cubicBezTo>
                  <a:cubicBezTo>
                    <a:pt x="5371" y="12243"/>
                    <a:pt x="5404" y="12543"/>
                    <a:pt x="5404" y="12543"/>
                  </a:cubicBezTo>
                  <a:cubicBezTo>
                    <a:pt x="5421" y="12609"/>
                    <a:pt x="5504" y="12643"/>
                    <a:pt x="5596" y="12643"/>
                  </a:cubicBezTo>
                  <a:cubicBezTo>
                    <a:pt x="5688" y="12643"/>
                    <a:pt x="5788" y="12609"/>
                    <a:pt x="5838" y="12543"/>
                  </a:cubicBezTo>
                  <a:cubicBezTo>
                    <a:pt x="5838" y="12543"/>
                    <a:pt x="5771" y="12243"/>
                    <a:pt x="5771" y="11775"/>
                  </a:cubicBezTo>
                  <a:lnTo>
                    <a:pt x="5771" y="9907"/>
                  </a:lnTo>
                  <a:cubicBezTo>
                    <a:pt x="5771" y="8406"/>
                    <a:pt x="5838" y="6538"/>
                    <a:pt x="5538" y="5037"/>
                  </a:cubicBezTo>
                  <a:cubicBezTo>
                    <a:pt x="5371" y="4270"/>
                    <a:pt x="5104" y="3436"/>
                    <a:pt x="4604" y="2702"/>
                  </a:cubicBezTo>
                  <a:cubicBezTo>
                    <a:pt x="4170" y="1902"/>
                    <a:pt x="3436" y="1335"/>
                    <a:pt x="2769" y="901"/>
                  </a:cubicBezTo>
                  <a:cubicBezTo>
                    <a:pt x="2102" y="501"/>
                    <a:pt x="1435" y="267"/>
                    <a:pt x="1001" y="167"/>
                  </a:cubicBezTo>
                  <a:cubicBezTo>
                    <a:pt x="768" y="67"/>
                    <a:pt x="567" y="67"/>
                    <a:pt x="434" y="34"/>
                  </a:cubicBezTo>
                  <a:cubicBezTo>
                    <a:pt x="334" y="0"/>
                    <a:pt x="234"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36" name="Google Shape;1536;p11"/>
            <p:cNvSpPr/>
            <p:nvPr/>
          </p:nvSpPr>
          <p:spPr>
            <a:xfrm>
              <a:off x="10331222" y="3428319"/>
              <a:ext cx="469998" cy="385488"/>
            </a:xfrm>
            <a:custGeom>
              <a:avLst/>
              <a:gdLst/>
              <a:ahLst/>
              <a:cxnLst/>
              <a:rect l="l" t="t" r="r" b="b"/>
              <a:pathLst>
                <a:path w="20861" h="17110" extrusionOk="0">
                  <a:moveTo>
                    <a:pt x="193" y="1"/>
                  </a:moveTo>
                  <a:cubicBezTo>
                    <a:pt x="90" y="1"/>
                    <a:pt x="1" y="85"/>
                    <a:pt x="38" y="254"/>
                  </a:cubicBezTo>
                  <a:cubicBezTo>
                    <a:pt x="38" y="254"/>
                    <a:pt x="72" y="388"/>
                    <a:pt x="105" y="621"/>
                  </a:cubicBezTo>
                  <a:cubicBezTo>
                    <a:pt x="138" y="755"/>
                    <a:pt x="172" y="855"/>
                    <a:pt x="238" y="1021"/>
                  </a:cubicBezTo>
                  <a:cubicBezTo>
                    <a:pt x="305" y="1222"/>
                    <a:pt x="372" y="1388"/>
                    <a:pt x="439" y="1588"/>
                  </a:cubicBezTo>
                  <a:cubicBezTo>
                    <a:pt x="772" y="2422"/>
                    <a:pt x="1339" y="3490"/>
                    <a:pt x="2173" y="4591"/>
                  </a:cubicBezTo>
                  <a:cubicBezTo>
                    <a:pt x="3841" y="6792"/>
                    <a:pt x="6410" y="9027"/>
                    <a:pt x="8578" y="10628"/>
                  </a:cubicBezTo>
                  <a:cubicBezTo>
                    <a:pt x="10746" y="12229"/>
                    <a:pt x="13615" y="13997"/>
                    <a:pt x="16083" y="15198"/>
                  </a:cubicBezTo>
                  <a:cubicBezTo>
                    <a:pt x="17284" y="15832"/>
                    <a:pt x="18418" y="16299"/>
                    <a:pt x="19219" y="16633"/>
                  </a:cubicBezTo>
                  <a:cubicBezTo>
                    <a:pt x="19986" y="16933"/>
                    <a:pt x="20486" y="17100"/>
                    <a:pt x="20486" y="17100"/>
                  </a:cubicBezTo>
                  <a:cubicBezTo>
                    <a:pt x="20515" y="17106"/>
                    <a:pt x="20543" y="17109"/>
                    <a:pt x="20568" y="17109"/>
                  </a:cubicBezTo>
                  <a:cubicBezTo>
                    <a:pt x="20802" y="17109"/>
                    <a:pt x="20861" y="16847"/>
                    <a:pt x="20620" y="16666"/>
                  </a:cubicBezTo>
                  <a:cubicBezTo>
                    <a:pt x="20620" y="16666"/>
                    <a:pt x="20153" y="16499"/>
                    <a:pt x="19385" y="16166"/>
                  </a:cubicBezTo>
                  <a:cubicBezTo>
                    <a:pt x="18585" y="15832"/>
                    <a:pt x="17484" y="15298"/>
                    <a:pt x="16317" y="14664"/>
                  </a:cubicBezTo>
                  <a:cubicBezTo>
                    <a:pt x="13915" y="13397"/>
                    <a:pt x="11113" y="11596"/>
                    <a:pt x="8978" y="9994"/>
                  </a:cubicBezTo>
                  <a:cubicBezTo>
                    <a:pt x="6910" y="8460"/>
                    <a:pt x="4275" y="6292"/>
                    <a:pt x="2607" y="4224"/>
                  </a:cubicBezTo>
                  <a:cubicBezTo>
                    <a:pt x="1739" y="3190"/>
                    <a:pt x="1139" y="2156"/>
                    <a:pt x="805" y="1422"/>
                  </a:cubicBezTo>
                  <a:cubicBezTo>
                    <a:pt x="739" y="1255"/>
                    <a:pt x="639" y="1088"/>
                    <a:pt x="605" y="921"/>
                  </a:cubicBezTo>
                  <a:cubicBezTo>
                    <a:pt x="572" y="755"/>
                    <a:pt x="505" y="621"/>
                    <a:pt x="472" y="488"/>
                  </a:cubicBezTo>
                  <a:cubicBezTo>
                    <a:pt x="439" y="288"/>
                    <a:pt x="405" y="154"/>
                    <a:pt x="405" y="154"/>
                  </a:cubicBezTo>
                  <a:cubicBezTo>
                    <a:pt x="361" y="52"/>
                    <a:pt x="273" y="1"/>
                    <a:pt x="1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37" name="Google Shape;1537;p11"/>
          <p:cNvGrpSpPr/>
          <p:nvPr/>
        </p:nvGrpSpPr>
        <p:grpSpPr>
          <a:xfrm>
            <a:off x="5860418" y="3952617"/>
            <a:ext cx="3576661" cy="1776821"/>
            <a:chOff x="2554175" y="3562475"/>
            <a:chExt cx="4028225" cy="2001150"/>
          </a:xfrm>
        </p:grpSpPr>
        <p:sp>
          <p:nvSpPr>
            <p:cNvPr id="1538" name="Google Shape;1538;p11"/>
            <p:cNvSpPr/>
            <p:nvPr/>
          </p:nvSpPr>
          <p:spPr>
            <a:xfrm>
              <a:off x="4471325" y="3738200"/>
              <a:ext cx="401525" cy="114200"/>
            </a:xfrm>
            <a:custGeom>
              <a:avLst/>
              <a:gdLst/>
              <a:ahLst/>
              <a:cxnLst/>
              <a:rect l="l" t="t" r="r" b="b"/>
              <a:pathLst>
                <a:path w="16061" h="4568" extrusionOk="0">
                  <a:moveTo>
                    <a:pt x="4527" y="1"/>
                  </a:moveTo>
                  <a:cubicBezTo>
                    <a:pt x="4522" y="1"/>
                    <a:pt x="4519" y="8"/>
                    <a:pt x="4519" y="31"/>
                  </a:cubicBezTo>
                  <a:lnTo>
                    <a:pt x="4318" y="297"/>
                  </a:lnTo>
                  <a:cubicBezTo>
                    <a:pt x="4185" y="464"/>
                    <a:pt x="4085" y="631"/>
                    <a:pt x="3985" y="798"/>
                  </a:cubicBezTo>
                  <a:cubicBezTo>
                    <a:pt x="3685" y="1231"/>
                    <a:pt x="3351" y="1632"/>
                    <a:pt x="3051" y="2032"/>
                  </a:cubicBezTo>
                  <a:cubicBezTo>
                    <a:pt x="2484" y="2733"/>
                    <a:pt x="1750" y="3200"/>
                    <a:pt x="1216" y="3266"/>
                  </a:cubicBezTo>
                  <a:lnTo>
                    <a:pt x="849" y="3266"/>
                  </a:lnTo>
                  <a:cubicBezTo>
                    <a:pt x="716" y="3266"/>
                    <a:pt x="649" y="3233"/>
                    <a:pt x="549" y="3233"/>
                  </a:cubicBezTo>
                  <a:cubicBezTo>
                    <a:pt x="416" y="3200"/>
                    <a:pt x="349" y="3133"/>
                    <a:pt x="349" y="3133"/>
                  </a:cubicBezTo>
                  <a:cubicBezTo>
                    <a:pt x="334" y="3127"/>
                    <a:pt x="319" y="3124"/>
                    <a:pt x="303" y="3124"/>
                  </a:cubicBezTo>
                  <a:cubicBezTo>
                    <a:pt x="149" y="3124"/>
                    <a:pt x="0" y="3406"/>
                    <a:pt x="182" y="3466"/>
                  </a:cubicBezTo>
                  <a:lnTo>
                    <a:pt x="416" y="3600"/>
                  </a:lnTo>
                  <a:cubicBezTo>
                    <a:pt x="516" y="3633"/>
                    <a:pt x="649" y="3633"/>
                    <a:pt x="749" y="3700"/>
                  </a:cubicBezTo>
                  <a:lnTo>
                    <a:pt x="1216" y="3700"/>
                  </a:lnTo>
                  <a:cubicBezTo>
                    <a:pt x="1550" y="3633"/>
                    <a:pt x="1983" y="3533"/>
                    <a:pt x="2350" y="3266"/>
                  </a:cubicBezTo>
                  <a:cubicBezTo>
                    <a:pt x="2717" y="3066"/>
                    <a:pt x="3118" y="2733"/>
                    <a:pt x="3451" y="2366"/>
                  </a:cubicBezTo>
                  <a:cubicBezTo>
                    <a:pt x="3751" y="1965"/>
                    <a:pt x="4085" y="1565"/>
                    <a:pt x="4419" y="1131"/>
                  </a:cubicBezTo>
                  <a:lnTo>
                    <a:pt x="4552" y="965"/>
                  </a:lnTo>
                  <a:lnTo>
                    <a:pt x="4552" y="1031"/>
                  </a:lnTo>
                  <a:lnTo>
                    <a:pt x="4685" y="1131"/>
                  </a:lnTo>
                  <a:lnTo>
                    <a:pt x="4986" y="1432"/>
                  </a:lnTo>
                  <a:cubicBezTo>
                    <a:pt x="5386" y="1865"/>
                    <a:pt x="5853" y="2232"/>
                    <a:pt x="6353" y="2466"/>
                  </a:cubicBezTo>
                  <a:cubicBezTo>
                    <a:pt x="6854" y="2733"/>
                    <a:pt x="7454" y="2899"/>
                    <a:pt x="7988" y="2899"/>
                  </a:cubicBezTo>
                  <a:cubicBezTo>
                    <a:pt x="8521" y="2899"/>
                    <a:pt x="9122" y="2766"/>
                    <a:pt x="9589" y="2566"/>
                  </a:cubicBezTo>
                  <a:cubicBezTo>
                    <a:pt x="10156" y="2366"/>
                    <a:pt x="10656" y="2099"/>
                    <a:pt x="11123" y="1799"/>
                  </a:cubicBezTo>
                  <a:cubicBezTo>
                    <a:pt x="11223" y="1732"/>
                    <a:pt x="11357" y="1698"/>
                    <a:pt x="11490" y="1598"/>
                  </a:cubicBezTo>
                  <a:lnTo>
                    <a:pt x="11557" y="1565"/>
                  </a:lnTo>
                  <a:lnTo>
                    <a:pt x="11624" y="1565"/>
                  </a:lnTo>
                  <a:cubicBezTo>
                    <a:pt x="11629" y="1565"/>
                    <a:pt x="11633" y="1564"/>
                    <a:pt x="11636" y="1564"/>
                  </a:cubicBezTo>
                  <a:cubicBezTo>
                    <a:pt x="11651" y="1564"/>
                    <a:pt x="11646" y="1587"/>
                    <a:pt x="11757" y="1865"/>
                  </a:cubicBezTo>
                  <a:cubicBezTo>
                    <a:pt x="12024" y="2366"/>
                    <a:pt x="12324" y="2799"/>
                    <a:pt x="12591" y="3233"/>
                  </a:cubicBezTo>
                  <a:cubicBezTo>
                    <a:pt x="12925" y="3633"/>
                    <a:pt x="13292" y="3967"/>
                    <a:pt x="13692" y="4234"/>
                  </a:cubicBezTo>
                  <a:cubicBezTo>
                    <a:pt x="14125" y="4467"/>
                    <a:pt x="14526" y="4567"/>
                    <a:pt x="14859" y="4567"/>
                  </a:cubicBezTo>
                  <a:cubicBezTo>
                    <a:pt x="15226" y="4567"/>
                    <a:pt x="15493" y="4534"/>
                    <a:pt x="15660" y="4467"/>
                  </a:cubicBezTo>
                  <a:cubicBezTo>
                    <a:pt x="15827" y="4434"/>
                    <a:pt x="15893" y="4400"/>
                    <a:pt x="15893" y="4400"/>
                  </a:cubicBezTo>
                  <a:cubicBezTo>
                    <a:pt x="16060" y="4300"/>
                    <a:pt x="15960" y="4033"/>
                    <a:pt x="15727" y="3967"/>
                  </a:cubicBezTo>
                  <a:cubicBezTo>
                    <a:pt x="15727" y="3967"/>
                    <a:pt x="15660" y="4033"/>
                    <a:pt x="15493" y="4067"/>
                  </a:cubicBezTo>
                  <a:cubicBezTo>
                    <a:pt x="15326" y="4067"/>
                    <a:pt x="15093" y="4100"/>
                    <a:pt x="14826" y="4100"/>
                  </a:cubicBezTo>
                  <a:cubicBezTo>
                    <a:pt x="14526" y="4067"/>
                    <a:pt x="14226" y="3967"/>
                    <a:pt x="13892" y="3767"/>
                  </a:cubicBezTo>
                  <a:cubicBezTo>
                    <a:pt x="13558" y="3566"/>
                    <a:pt x="13258" y="3233"/>
                    <a:pt x="13025" y="2866"/>
                  </a:cubicBezTo>
                  <a:cubicBezTo>
                    <a:pt x="12758" y="2432"/>
                    <a:pt x="12524" y="1965"/>
                    <a:pt x="12324" y="1532"/>
                  </a:cubicBezTo>
                  <a:cubicBezTo>
                    <a:pt x="12224" y="1398"/>
                    <a:pt x="12191" y="1231"/>
                    <a:pt x="12091" y="1065"/>
                  </a:cubicBezTo>
                  <a:lnTo>
                    <a:pt x="11924" y="731"/>
                  </a:lnTo>
                  <a:lnTo>
                    <a:pt x="11891" y="631"/>
                  </a:lnTo>
                  <a:lnTo>
                    <a:pt x="11891" y="598"/>
                  </a:lnTo>
                  <a:cubicBezTo>
                    <a:pt x="11891" y="587"/>
                    <a:pt x="11887" y="583"/>
                    <a:pt x="11882" y="583"/>
                  </a:cubicBezTo>
                  <a:cubicBezTo>
                    <a:pt x="11872" y="583"/>
                    <a:pt x="11857" y="598"/>
                    <a:pt x="11857" y="598"/>
                  </a:cubicBezTo>
                  <a:lnTo>
                    <a:pt x="11690" y="698"/>
                  </a:lnTo>
                  <a:lnTo>
                    <a:pt x="11090" y="1031"/>
                  </a:lnTo>
                  <a:cubicBezTo>
                    <a:pt x="11023" y="1098"/>
                    <a:pt x="10890" y="1131"/>
                    <a:pt x="10756" y="1231"/>
                  </a:cubicBezTo>
                  <a:cubicBezTo>
                    <a:pt x="9856" y="1732"/>
                    <a:pt x="8855" y="2132"/>
                    <a:pt x="8021" y="2132"/>
                  </a:cubicBezTo>
                  <a:cubicBezTo>
                    <a:pt x="7187" y="2132"/>
                    <a:pt x="6220" y="1698"/>
                    <a:pt x="5486" y="931"/>
                  </a:cubicBezTo>
                  <a:cubicBezTo>
                    <a:pt x="5386" y="865"/>
                    <a:pt x="5252" y="764"/>
                    <a:pt x="5186" y="698"/>
                  </a:cubicBezTo>
                  <a:lnTo>
                    <a:pt x="4752" y="231"/>
                  </a:lnTo>
                  <a:lnTo>
                    <a:pt x="4652" y="97"/>
                  </a:lnTo>
                  <a:lnTo>
                    <a:pt x="4552" y="31"/>
                  </a:lnTo>
                  <a:cubicBezTo>
                    <a:pt x="4552" y="31"/>
                    <a:pt x="4537" y="1"/>
                    <a:pt x="45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39" name="Google Shape;1539;p11"/>
            <p:cNvSpPr/>
            <p:nvPr/>
          </p:nvSpPr>
          <p:spPr>
            <a:xfrm>
              <a:off x="2554175" y="4914075"/>
              <a:ext cx="532400" cy="107675"/>
            </a:xfrm>
            <a:custGeom>
              <a:avLst/>
              <a:gdLst/>
              <a:ahLst/>
              <a:cxnLst/>
              <a:rect l="l" t="t" r="r" b="b"/>
              <a:pathLst>
                <a:path w="21296" h="4307" extrusionOk="0">
                  <a:moveTo>
                    <a:pt x="13664" y="1"/>
                  </a:moveTo>
                  <a:cubicBezTo>
                    <a:pt x="13660" y="1"/>
                    <a:pt x="13656" y="9"/>
                    <a:pt x="13656" y="29"/>
                  </a:cubicBezTo>
                  <a:lnTo>
                    <a:pt x="13623" y="63"/>
                  </a:lnTo>
                  <a:lnTo>
                    <a:pt x="13523" y="129"/>
                  </a:lnTo>
                  <a:lnTo>
                    <a:pt x="13356" y="296"/>
                  </a:lnTo>
                  <a:lnTo>
                    <a:pt x="13089" y="596"/>
                  </a:lnTo>
                  <a:cubicBezTo>
                    <a:pt x="12956" y="730"/>
                    <a:pt x="12822" y="796"/>
                    <a:pt x="12689" y="897"/>
                  </a:cubicBezTo>
                  <a:cubicBezTo>
                    <a:pt x="12589" y="1030"/>
                    <a:pt x="12456" y="1097"/>
                    <a:pt x="12322" y="1197"/>
                  </a:cubicBezTo>
                  <a:lnTo>
                    <a:pt x="11955" y="1430"/>
                  </a:lnTo>
                  <a:cubicBezTo>
                    <a:pt x="11455" y="1764"/>
                    <a:pt x="10854" y="1931"/>
                    <a:pt x="10321" y="2064"/>
                  </a:cubicBezTo>
                  <a:cubicBezTo>
                    <a:pt x="9912" y="2153"/>
                    <a:pt x="9465" y="2204"/>
                    <a:pt x="9003" y="2204"/>
                  </a:cubicBezTo>
                  <a:cubicBezTo>
                    <a:pt x="8257" y="2204"/>
                    <a:pt x="7472" y="2073"/>
                    <a:pt x="6751" y="1764"/>
                  </a:cubicBezTo>
                  <a:cubicBezTo>
                    <a:pt x="6451" y="1697"/>
                    <a:pt x="6184" y="1530"/>
                    <a:pt x="5918" y="1364"/>
                  </a:cubicBezTo>
                  <a:lnTo>
                    <a:pt x="5517" y="1097"/>
                  </a:lnTo>
                  <a:lnTo>
                    <a:pt x="5350" y="930"/>
                  </a:lnTo>
                  <a:lnTo>
                    <a:pt x="5017" y="630"/>
                  </a:lnTo>
                  <a:cubicBezTo>
                    <a:pt x="4917" y="563"/>
                    <a:pt x="4817" y="430"/>
                    <a:pt x="4683" y="363"/>
                  </a:cubicBezTo>
                  <a:lnTo>
                    <a:pt x="4483" y="763"/>
                  </a:lnTo>
                  <a:cubicBezTo>
                    <a:pt x="4416" y="963"/>
                    <a:pt x="4283" y="1130"/>
                    <a:pt x="4183" y="1364"/>
                  </a:cubicBezTo>
                  <a:lnTo>
                    <a:pt x="3949" y="1730"/>
                  </a:lnTo>
                  <a:cubicBezTo>
                    <a:pt x="3849" y="1797"/>
                    <a:pt x="3783" y="1964"/>
                    <a:pt x="3683" y="2064"/>
                  </a:cubicBezTo>
                  <a:cubicBezTo>
                    <a:pt x="2982" y="2931"/>
                    <a:pt x="2015" y="3398"/>
                    <a:pt x="1348" y="3632"/>
                  </a:cubicBezTo>
                  <a:cubicBezTo>
                    <a:pt x="1181" y="3732"/>
                    <a:pt x="1014" y="3765"/>
                    <a:pt x="914" y="3799"/>
                  </a:cubicBezTo>
                  <a:cubicBezTo>
                    <a:pt x="747" y="3865"/>
                    <a:pt x="614" y="3865"/>
                    <a:pt x="514" y="3899"/>
                  </a:cubicBezTo>
                  <a:cubicBezTo>
                    <a:pt x="347" y="3899"/>
                    <a:pt x="247" y="3932"/>
                    <a:pt x="247" y="3932"/>
                  </a:cubicBezTo>
                  <a:cubicBezTo>
                    <a:pt x="0" y="3963"/>
                    <a:pt x="10" y="4306"/>
                    <a:pt x="223" y="4306"/>
                  </a:cubicBezTo>
                  <a:cubicBezTo>
                    <a:pt x="241" y="4306"/>
                    <a:pt x="260" y="4304"/>
                    <a:pt x="280" y="4299"/>
                  </a:cubicBezTo>
                  <a:cubicBezTo>
                    <a:pt x="280" y="4299"/>
                    <a:pt x="414" y="4299"/>
                    <a:pt x="614" y="4266"/>
                  </a:cubicBezTo>
                  <a:cubicBezTo>
                    <a:pt x="680" y="4232"/>
                    <a:pt x="814" y="4232"/>
                    <a:pt x="981" y="4199"/>
                  </a:cubicBezTo>
                  <a:cubicBezTo>
                    <a:pt x="1114" y="4132"/>
                    <a:pt x="1281" y="4099"/>
                    <a:pt x="1481" y="4065"/>
                  </a:cubicBezTo>
                  <a:cubicBezTo>
                    <a:pt x="2182" y="3799"/>
                    <a:pt x="3282" y="3365"/>
                    <a:pt x="4116" y="2398"/>
                  </a:cubicBezTo>
                  <a:cubicBezTo>
                    <a:pt x="4250" y="2264"/>
                    <a:pt x="4316" y="2131"/>
                    <a:pt x="4416" y="2031"/>
                  </a:cubicBezTo>
                  <a:cubicBezTo>
                    <a:pt x="4483" y="1897"/>
                    <a:pt x="4617" y="1730"/>
                    <a:pt x="4683" y="1597"/>
                  </a:cubicBezTo>
                  <a:lnTo>
                    <a:pt x="4817" y="1397"/>
                  </a:lnTo>
                  <a:lnTo>
                    <a:pt x="4850" y="1364"/>
                  </a:lnTo>
                  <a:lnTo>
                    <a:pt x="4917" y="1297"/>
                  </a:lnTo>
                  <a:lnTo>
                    <a:pt x="4950" y="1364"/>
                  </a:lnTo>
                  <a:lnTo>
                    <a:pt x="4984" y="1397"/>
                  </a:lnTo>
                  <a:cubicBezTo>
                    <a:pt x="5084" y="1430"/>
                    <a:pt x="5117" y="1530"/>
                    <a:pt x="5184" y="1564"/>
                  </a:cubicBezTo>
                  <a:lnTo>
                    <a:pt x="5617" y="1864"/>
                  </a:lnTo>
                  <a:cubicBezTo>
                    <a:pt x="5918" y="2031"/>
                    <a:pt x="6184" y="2231"/>
                    <a:pt x="6518" y="2364"/>
                  </a:cubicBezTo>
                  <a:cubicBezTo>
                    <a:pt x="7371" y="2748"/>
                    <a:pt x="8278" y="2914"/>
                    <a:pt x="9135" y="2914"/>
                  </a:cubicBezTo>
                  <a:cubicBezTo>
                    <a:pt x="9619" y="2914"/>
                    <a:pt x="10087" y="2861"/>
                    <a:pt x="10521" y="2765"/>
                  </a:cubicBezTo>
                  <a:cubicBezTo>
                    <a:pt x="11121" y="2598"/>
                    <a:pt x="11788" y="2398"/>
                    <a:pt x="12355" y="2064"/>
                  </a:cubicBezTo>
                  <a:cubicBezTo>
                    <a:pt x="12522" y="1964"/>
                    <a:pt x="12656" y="1864"/>
                    <a:pt x="12822" y="1764"/>
                  </a:cubicBezTo>
                  <a:cubicBezTo>
                    <a:pt x="12956" y="1630"/>
                    <a:pt x="13123" y="1564"/>
                    <a:pt x="13256" y="1430"/>
                  </a:cubicBezTo>
                  <a:cubicBezTo>
                    <a:pt x="13423" y="1364"/>
                    <a:pt x="13523" y="1230"/>
                    <a:pt x="13656" y="1097"/>
                  </a:cubicBezTo>
                  <a:lnTo>
                    <a:pt x="13690" y="1063"/>
                  </a:lnTo>
                  <a:lnTo>
                    <a:pt x="13790" y="1197"/>
                  </a:lnTo>
                  <a:lnTo>
                    <a:pt x="14123" y="1564"/>
                  </a:lnTo>
                  <a:lnTo>
                    <a:pt x="14490" y="1931"/>
                  </a:lnTo>
                  <a:cubicBezTo>
                    <a:pt x="14624" y="2064"/>
                    <a:pt x="14791" y="2131"/>
                    <a:pt x="14924" y="2264"/>
                  </a:cubicBezTo>
                  <a:cubicBezTo>
                    <a:pt x="15491" y="2631"/>
                    <a:pt x="16125" y="2898"/>
                    <a:pt x="16759" y="3065"/>
                  </a:cubicBezTo>
                  <a:cubicBezTo>
                    <a:pt x="17387" y="3222"/>
                    <a:pt x="17997" y="3269"/>
                    <a:pt x="18541" y="3269"/>
                  </a:cubicBezTo>
                  <a:cubicBezTo>
                    <a:pt x="19037" y="3269"/>
                    <a:pt x="19478" y="3230"/>
                    <a:pt x="19827" y="3198"/>
                  </a:cubicBezTo>
                  <a:cubicBezTo>
                    <a:pt x="20595" y="3098"/>
                    <a:pt x="21028" y="3031"/>
                    <a:pt x="21028" y="3031"/>
                  </a:cubicBezTo>
                  <a:cubicBezTo>
                    <a:pt x="21295" y="2965"/>
                    <a:pt x="21195" y="2698"/>
                    <a:pt x="20995" y="2598"/>
                  </a:cubicBezTo>
                  <a:cubicBezTo>
                    <a:pt x="20995" y="2598"/>
                    <a:pt x="20528" y="2698"/>
                    <a:pt x="19794" y="2731"/>
                  </a:cubicBezTo>
                  <a:cubicBezTo>
                    <a:pt x="19602" y="2740"/>
                    <a:pt x="19394" y="2746"/>
                    <a:pt x="19171" y="2746"/>
                  </a:cubicBezTo>
                  <a:cubicBezTo>
                    <a:pt x="18504" y="2746"/>
                    <a:pt x="17709" y="2689"/>
                    <a:pt x="16859" y="2464"/>
                  </a:cubicBezTo>
                  <a:cubicBezTo>
                    <a:pt x="16292" y="2364"/>
                    <a:pt x="15758" y="2097"/>
                    <a:pt x="15258" y="1730"/>
                  </a:cubicBezTo>
                  <a:cubicBezTo>
                    <a:pt x="15124" y="1630"/>
                    <a:pt x="14991" y="1530"/>
                    <a:pt x="14857" y="1430"/>
                  </a:cubicBezTo>
                  <a:lnTo>
                    <a:pt x="14524" y="1097"/>
                  </a:lnTo>
                  <a:cubicBezTo>
                    <a:pt x="14424" y="963"/>
                    <a:pt x="14324" y="897"/>
                    <a:pt x="14190" y="730"/>
                  </a:cubicBezTo>
                  <a:lnTo>
                    <a:pt x="13690" y="63"/>
                  </a:lnTo>
                  <a:cubicBezTo>
                    <a:pt x="13690" y="40"/>
                    <a:pt x="13674" y="1"/>
                    <a:pt x="136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40" name="Google Shape;1540;p11"/>
            <p:cNvSpPr/>
            <p:nvPr/>
          </p:nvSpPr>
          <p:spPr>
            <a:xfrm>
              <a:off x="3706150" y="4020825"/>
              <a:ext cx="338600" cy="91750"/>
            </a:xfrm>
            <a:custGeom>
              <a:avLst/>
              <a:gdLst/>
              <a:ahLst/>
              <a:cxnLst/>
              <a:rect l="l" t="t" r="r" b="b"/>
              <a:pathLst>
                <a:path w="13544" h="3670" extrusionOk="0">
                  <a:moveTo>
                    <a:pt x="8173" y="0"/>
                  </a:moveTo>
                  <a:cubicBezTo>
                    <a:pt x="7773" y="267"/>
                    <a:pt x="7339" y="501"/>
                    <a:pt x="6972" y="701"/>
                  </a:cubicBezTo>
                  <a:cubicBezTo>
                    <a:pt x="6672" y="868"/>
                    <a:pt x="6338" y="1034"/>
                    <a:pt x="6005" y="1201"/>
                  </a:cubicBezTo>
                  <a:cubicBezTo>
                    <a:pt x="5638" y="1335"/>
                    <a:pt x="5304" y="1501"/>
                    <a:pt x="4937" y="1635"/>
                  </a:cubicBezTo>
                  <a:cubicBezTo>
                    <a:pt x="4570" y="1768"/>
                    <a:pt x="4170" y="1935"/>
                    <a:pt x="3803" y="1968"/>
                  </a:cubicBezTo>
                  <a:cubicBezTo>
                    <a:pt x="3636" y="2002"/>
                    <a:pt x="3436" y="2035"/>
                    <a:pt x="3270" y="2102"/>
                  </a:cubicBezTo>
                  <a:cubicBezTo>
                    <a:pt x="3103" y="2135"/>
                    <a:pt x="2903" y="2135"/>
                    <a:pt x="2736" y="2135"/>
                  </a:cubicBezTo>
                  <a:cubicBezTo>
                    <a:pt x="2569" y="2135"/>
                    <a:pt x="2402" y="2169"/>
                    <a:pt x="2235" y="2169"/>
                  </a:cubicBezTo>
                  <a:cubicBezTo>
                    <a:pt x="2180" y="2191"/>
                    <a:pt x="2128" y="2198"/>
                    <a:pt x="2077" y="2198"/>
                  </a:cubicBezTo>
                  <a:cubicBezTo>
                    <a:pt x="1976" y="2198"/>
                    <a:pt x="1880" y="2169"/>
                    <a:pt x="1768" y="2169"/>
                  </a:cubicBezTo>
                  <a:cubicBezTo>
                    <a:pt x="1468" y="2135"/>
                    <a:pt x="1168" y="2135"/>
                    <a:pt x="968" y="2102"/>
                  </a:cubicBezTo>
                  <a:cubicBezTo>
                    <a:pt x="501" y="2002"/>
                    <a:pt x="267" y="1968"/>
                    <a:pt x="267" y="1968"/>
                  </a:cubicBezTo>
                  <a:cubicBezTo>
                    <a:pt x="134" y="1968"/>
                    <a:pt x="1" y="2302"/>
                    <a:pt x="201" y="2335"/>
                  </a:cubicBezTo>
                  <a:cubicBezTo>
                    <a:pt x="201" y="2335"/>
                    <a:pt x="434" y="2435"/>
                    <a:pt x="901" y="2535"/>
                  </a:cubicBezTo>
                  <a:cubicBezTo>
                    <a:pt x="1135" y="2636"/>
                    <a:pt x="1402" y="2636"/>
                    <a:pt x="1735" y="2669"/>
                  </a:cubicBezTo>
                  <a:cubicBezTo>
                    <a:pt x="1902" y="2669"/>
                    <a:pt x="2069" y="2736"/>
                    <a:pt x="2235" y="2736"/>
                  </a:cubicBezTo>
                  <a:lnTo>
                    <a:pt x="2769" y="2736"/>
                  </a:lnTo>
                  <a:cubicBezTo>
                    <a:pt x="2869" y="2702"/>
                    <a:pt x="2961" y="2702"/>
                    <a:pt x="3053" y="2702"/>
                  </a:cubicBezTo>
                  <a:cubicBezTo>
                    <a:pt x="3144" y="2702"/>
                    <a:pt x="3236" y="2702"/>
                    <a:pt x="3336" y="2669"/>
                  </a:cubicBezTo>
                  <a:cubicBezTo>
                    <a:pt x="3536" y="2636"/>
                    <a:pt x="3737" y="2636"/>
                    <a:pt x="3937" y="2602"/>
                  </a:cubicBezTo>
                  <a:cubicBezTo>
                    <a:pt x="4370" y="2569"/>
                    <a:pt x="4737" y="2402"/>
                    <a:pt x="5138" y="2302"/>
                  </a:cubicBezTo>
                  <a:cubicBezTo>
                    <a:pt x="5571" y="2235"/>
                    <a:pt x="5938" y="2002"/>
                    <a:pt x="6305" y="1902"/>
                  </a:cubicBezTo>
                  <a:cubicBezTo>
                    <a:pt x="6672" y="1735"/>
                    <a:pt x="7039" y="1568"/>
                    <a:pt x="7372" y="1401"/>
                  </a:cubicBezTo>
                  <a:cubicBezTo>
                    <a:pt x="7506" y="1301"/>
                    <a:pt x="7706" y="1168"/>
                    <a:pt x="7873" y="1101"/>
                  </a:cubicBezTo>
                  <a:cubicBezTo>
                    <a:pt x="7940" y="1068"/>
                    <a:pt x="8040" y="968"/>
                    <a:pt x="8106" y="934"/>
                  </a:cubicBezTo>
                  <a:lnTo>
                    <a:pt x="8306" y="1134"/>
                  </a:lnTo>
                  <a:cubicBezTo>
                    <a:pt x="8440" y="1268"/>
                    <a:pt x="8607" y="1435"/>
                    <a:pt x="8773" y="1568"/>
                  </a:cubicBezTo>
                  <a:cubicBezTo>
                    <a:pt x="9107" y="1835"/>
                    <a:pt x="9441" y="2102"/>
                    <a:pt x="9774" y="2335"/>
                  </a:cubicBezTo>
                  <a:cubicBezTo>
                    <a:pt x="10141" y="2569"/>
                    <a:pt x="10475" y="2769"/>
                    <a:pt x="10808" y="2936"/>
                  </a:cubicBezTo>
                  <a:cubicBezTo>
                    <a:pt x="11475" y="3269"/>
                    <a:pt x="12109" y="3436"/>
                    <a:pt x="12576" y="3570"/>
                  </a:cubicBezTo>
                  <a:cubicBezTo>
                    <a:pt x="12776" y="3603"/>
                    <a:pt x="12976" y="3603"/>
                    <a:pt x="13110" y="3636"/>
                  </a:cubicBezTo>
                  <a:cubicBezTo>
                    <a:pt x="13243" y="3670"/>
                    <a:pt x="13310" y="3670"/>
                    <a:pt x="13310" y="3670"/>
                  </a:cubicBezTo>
                  <a:cubicBezTo>
                    <a:pt x="13477" y="3670"/>
                    <a:pt x="13544" y="3403"/>
                    <a:pt x="13310" y="3269"/>
                  </a:cubicBezTo>
                  <a:cubicBezTo>
                    <a:pt x="13310" y="3269"/>
                    <a:pt x="13277" y="3269"/>
                    <a:pt x="13143" y="3203"/>
                  </a:cubicBezTo>
                  <a:cubicBezTo>
                    <a:pt x="13010" y="3169"/>
                    <a:pt x="12843" y="3169"/>
                    <a:pt x="12643" y="3103"/>
                  </a:cubicBezTo>
                  <a:cubicBezTo>
                    <a:pt x="12243" y="2969"/>
                    <a:pt x="11642" y="2769"/>
                    <a:pt x="11008" y="2369"/>
                  </a:cubicBezTo>
                  <a:cubicBezTo>
                    <a:pt x="10742" y="2269"/>
                    <a:pt x="10441" y="2002"/>
                    <a:pt x="10108" y="1802"/>
                  </a:cubicBezTo>
                  <a:cubicBezTo>
                    <a:pt x="9808" y="1535"/>
                    <a:pt x="9507" y="1335"/>
                    <a:pt x="9240" y="1034"/>
                  </a:cubicBezTo>
                  <a:cubicBezTo>
                    <a:pt x="9074" y="934"/>
                    <a:pt x="8940" y="801"/>
                    <a:pt x="8807" y="634"/>
                  </a:cubicBezTo>
                  <a:lnTo>
                    <a:pt x="8607" y="434"/>
                  </a:lnTo>
                  <a:cubicBezTo>
                    <a:pt x="8440" y="301"/>
                    <a:pt x="8306" y="100"/>
                    <a:pt x="81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41" name="Google Shape;1541;p11"/>
            <p:cNvSpPr/>
            <p:nvPr/>
          </p:nvSpPr>
          <p:spPr>
            <a:xfrm>
              <a:off x="3403425" y="3729975"/>
              <a:ext cx="3178975" cy="1783400"/>
            </a:xfrm>
            <a:custGeom>
              <a:avLst/>
              <a:gdLst/>
              <a:ahLst/>
              <a:cxnLst/>
              <a:rect l="l" t="t" r="r" b="b"/>
              <a:pathLst>
                <a:path w="127159" h="71336" extrusionOk="0">
                  <a:moveTo>
                    <a:pt x="98163" y="1"/>
                  </a:moveTo>
                  <a:cubicBezTo>
                    <a:pt x="97767" y="1"/>
                    <a:pt x="97368" y="20"/>
                    <a:pt x="96970" y="59"/>
                  </a:cubicBezTo>
                  <a:cubicBezTo>
                    <a:pt x="96303" y="126"/>
                    <a:pt x="95636" y="260"/>
                    <a:pt x="94969" y="393"/>
                  </a:cubicBezTo>
                  <a:cubicBezTo>
                    <a:pt x="94302" y="560"/>
                    <a:pt x="93634" y="760"/>
                    <a:pt x="93034" y="1060"/>
                  </a:cubicBezTo>
                  <a:cubicBezTo>
                    <a:pt x="91733" y="1594"/>
                    <a:pt x="90532" y="2394"/>
                    <a:pt x="89365" y="3195"/>
                  </a:cubicBezTo>
                  <a:cubicBezTo>
                    <a:pt x="88197" y="3962"/>
                    <a:pt x="87063" y="4796"/>
                    <a:pt x="85795" y="5463"/>
                  </a:cubicBezTo>
                  <a:cubicBezTo>
                    <a:pt x="85195" y="5797"/>
                    <a:pt x="84528" y="6064"/>
                    <a:pt x="83861" y="6264"/>
                  </a:cubicBezTo>
                  <a:cubicBezTo>
                    <a:pt x="83527" y="6397"/>
                    <a:pt x="83127" y="6431"/>
                    <a:pt x="82793" y="6531"/>
                  </a:cubicBezTo>
                  <a:cubicBezTo>
                    <a:pt x="82426" y="6564"/>
                    <a:pt x="82093" y="6597"/>
                    <a:pt x="81726" y="6631"/>
                  </a:cubicBezTo>
                  <a:cubicBezTo>
                    <a:pt x="80925" y="6731"/>
                    <a:pt x="80191" y="6864"/>
                    <a:pt x="79424" y="7064"/>
                  </a:cubicBezTo>
                  <a:cubicBezTo>
                    <a:pt x="78690" y="7298"/>
                    <a:pt x="77957" y="7698"/>
                    <a:pt x="77289" y="8098"/>
                  </a:cubicBezTo>
                  <a:cubicBezTo>
                    <a:pt x="76689" y="8565"/>
                    <a:pt x="76055" y="9066"/>
                    <a:pt x="75521" y="9600"/>
                  </a:cubicBezTo>
                  <a:cubicBezTo>
                    <a:pt x="74954" y="10100"/>
                    <a:pt x="74421" y="10700"/>
                    <a:pt x="73887" y="11234"/>
                  </a:cubicBezTo>
                  <a:cubicBezTo>
                    <a:pt x="73387" y="11801"/>
                    <a:pt x="72853" y="12368"/>
                    <a:pt x="72286" y="12902"/>
                  </a:cubicBezTo>
                  <a:lnTo>
                    <a:pt x="71452" y="13702"/>
                  </a:lnTo>
                  <a:cubicBezTo>
                    <a:pt x="71285" y="13803"/>
                    <a:pt x="71185" y="13936"/>
                    <a:pt x="71052" y="14069"/>
                  </a:cubicBezTo>
                  <a:cubicBezTo>
                    <a:pt x="70885" y="14203"/>
                    <a:pt x="70751" y="14270"/>
                    <a:pt x="70585" y="14403"/>
                  </a:cubicBezTo>
                  <a:cubicBezTo>
                    <a:pt x="69384" y="15204"/>
                    <a:pt x="67883" y="15704"/>
                    <a:pt x="66415" y="16138"/>
                  </a:cubicBezTo>
                  <a:cubicBezTo>
                    <a:pt x="64914" y="16605"/>
                    <a:pt x="63413" y="17038"/>
                    <a:pt x="61912" y="17572"/>
                  </a:cubicBezTo>
                  <a:cubicBezTo>
                    <a:pt x="60411" y="18106"/>
                    <a:pt x="58910" y="18773"/>
                    <a:pt x="57575" y="19640"/>
                  </a:cubicBezTo>
                  <a:cubicBezTo>
                    <a:pt x="51538" y="22942"/>
                    <a:pt x="51404" y="31282"/>
                    <a:pt x="45667" y="33317"/>
                  </a:cubicBezTo>
                  <a:cubicBezTo>
                    <a:pt x="45050" y="33579"/>
                    <a:pt x="44411" y="33698"/>
                    <a:pt x="43775" y="33698"/>
                  </a:cubicBezTo>
                  <a:cubicBezTo>
                    <a:pt x="43035" y="33698"/>
                    <a:pt x="42297" y="33537"/>
                    <a:pt x="41597" y="33250"/>
                  </a:cubicBezTo>
                  <a:cubicBezTo>
                    <a:pt x="40330" y="32716"/>
                    <a:pt x="39062" y="31882"/>
                    <a:pt x="37661" y="31315"/>
                  </a:cubicBezTo>
                  <a:cubicBezTo>
                    <a:pt x="37328" y="31148"/>
                    <a:pt x="36927" y="31082"/>
                    <a:pt x="36560" y="30948"/>
                  </a:cubicBezTo>
                  <a:cubicBezTo>
                    <a:pt x="36193" y="30881"/>
                    <a:pt x="35826" y="30781"/>
                    <a:pt x="35426" y="30748"/>
                  </a:cubicBezTo>
                  <a:lnTo>
                    <a:pt x="34892" y="30648"/>
                  </a:lnTo>
                  <a:lnTo>
                    <a:pt x="34359" y="30615"/>
                  </a:lnTo>
                  <a:cubicBezTo>
                    <a:pt x="34236" y="30603"/>
                    <a:pt x="34110" y="30600"/>
                    <a:pt x="33983" y="30600"/>
                  </a:cubicBezTo>
                  <a:cubicBezTo>
                    <a:pt x="33729" y="30600"/>
                    <a:pt x="33469" y="30615"/>
                    <a:pt x="33225" y="30615"/>
                  </a:cubicBezTo>
                  <a:cubicBezTo>
                    <a:pt x="32491" y="30648"/>
                    <a:pt x="31724" y="30781"/>
                    <a:pt x="31023" y="31082"/>
                  </a:cubicBezTo>
                  <a:cubicBezTo>
                    <a:pt x="30323" y="31315"/>
                    <a:pt x="29689" y="31782"/>
                    <a:pt x="29155" y="32282"/>
                  </a:cubicBezTo>
                  <a:cubicBezTo>
                    <a:pt x="28054" y="33317"/>
                    <a:pt x="27387" y="34651"/>
                    <a:pt x="26820" y="35952"/>
                  </a:cubicBezTo>
                  <a:cubicBezTo>
                    <a:pt x="26220" y="37253"/>
                    <a:pt x="25686" y="38587"/>
                    <a:pt x="24985" y="39788"/>
                  </a:cubicBezTo>
                  <a:cubicBezTo>
                    <a:pt x="24252" y="40989"/>
                    <a:pt x="23251" y="41989"/>
                    <a:pt x="21983" y="42456"/>
                  </a:cubicBezTo>
                  <a:cubicBezTo>
                    <a:pt x="21349" y="42723"/>
                    <a:pt x="20649" y="42823"/>
                    <a:pt x="19982" y="42823"/>
                  </a:cubicBezTo>
                  <a:cubicBezTo>
                    <a:pt x="19348" y="42823"/>
                    <a:pt x="18681" y="42590"/>
                    <a:pt x="18080" y="42223"/>
                  </a:cubicBezTo>
                  <a:cubicBezTo>
                    <a:pt x="17513" y="41823"/>
                    <a:pt x="16913" y="41389"/>
                    <a:pt x="16346" y="40889"/>
                  </a:cubicBezTo>
                  <a:cubicBezTo>
                    <a:pt x="15745" y="40422"/>
                    <a:pt x="15145" y="39888"/>
                    <a:pt x="14344" y="39554"/>
                  </a:cubicBezTo>
                  <a:cubicBezTo>
                    <a:pt x="13853" y="39298"/>
                    <a:pt x="13292" y="39178"/>
                    <a:pt x="12734" y="39178"/>
                  </a:cubicBezTo>
                  <a:cubicBezTo>
                    <a:pt x="12421" y="39178"/>
                    <a:pt x="12109" y="39216"/>
                    <a:pt x="11809" y="39287"/>
                  </a:cubicBezTo>
                  <a:cubicBezTo>
                    <a:pt x="11676" y="39321"/>
                    <a:pt x="11576" y="39321"/>
                    <a:pt x="11476" y="39388"/>
                  </a:cubicBezTo>
                  <a:lnTo>
                    <a:pt x="11142" y="39488"/>
                  </a:lnTo>
                  <a:cubicBezTo>
                    <a:pt x="10909" y="39621"/>
                    <a:pt x="10709" y="39754"/>
                    <a:pt x="10542" y="39921"/>
                  </a:cubicBezTo>
                  <a:cubicBezTo>
                    <a:pt x="10208" y="40221"/>
                    <a:pt x="9975" y="40588"/>
                    <a:pt x="9741" y="40922"/>
                  </a:cubicBezTo>
                  <a:cubicBezTo>
                    <a:pt x="9341" y="41622"/>
                    <a:pt x="9007" y="42323"/>
                    <a:pt x="8640" y="42957"/>
                  </a:cubicBezTo>
                  <a:cubicBezTo>
                    <a:pt x="8407" y="43257"/>
                    <a:pt x="8207" y="43557"/>
                    <a:pt x="7973" y="43724"/>
                  </a:cubicBezTo>
                  <a:cubicBezTo>
                    <a:pt x="7873" y="43791"/>
                    <a:pt x="7673" y="43891"/>
                    <a:pt x="7540" y="43957"/>
                  </a:cubicBezTo>
                  <a:lnTo>
                    <a:pt x="7306" y="44058"/>
                  </a:lnTo>
                  <a:cubicBezTo>
                    <a:pt x="7206" y="44091"/>
                    <a:pt x="7139" y="44091"/>
                    <a:pt x="7039" y="44124"/>
                  </a:cubicBezTo>
                  <a:cubicBezTo>
                    <a:pt x="6644" y="44223"/>
                    <a:pt x="6226" y="44252"/>
                    <a:pt x="5785" y="44252"/>
                  </a:cubicBezTo>
                  <a:cubicBezTo>
                    <a:pt x="5480" y="44252"/>
                    <a:pt x="5165" y="44238"/>
                    <a:pt x="4838" y="44224"/>
                  </a:cubicBezTo>
                  <a:cubicBezTo>
                    <a:pt x="4665" y="44210"/>
                    <a:pt x="4488" y="44202"/>
                    <a:pt x="4308" y="44202"/>
                  </a:cubicBezTo>
                  <a:cubicBezTo>
                    <a:pt x="3652" y="44202"/>
                    <a:pt x="2957" y="44310"/>
                    <a:pt x="2303" y="44625"/>
                  </a:cubicBezTo>
                  <a:cubicBezTo>
                    <a:pt x="1902" y="44825"/>
                    <a:pt x="1569" y="45092"/>
                    <a:pt x="1235" y="45325"/>
                  </a:cubicBezTo>
                  <a:cubicBezTo>
                    <a:pt x="902" y="45625"/>
                    <a:pt x="635" y="45926"/>
                    <a:pt x="368" y="46326"/>
                  </a:cubicBezTo>
                  <a:cubicBezTo>
                    <a:pt x="134" y="46759"/>
                    <a:pt x="1" y="47293"/>
                    <a:pt x="134" y="47794"/>
                  </a:cubicBezTo>
                  <a:cubicBezTo>
                    <a:pt x="234" y="48294"/>
                    <a:pt x="501" y="48661"/>
                    <a:pt x="801" y="48994"/>
                  </a:cubicBezTo>
                  <a:cubicBezTo>
                    <a:pt x="1402" y="49662"/>
                    <a:pt x="2069" y="50095"/>
                    <a:pt x="2803" y="50495"/>
                  </a:cubicBezTo>
                  <a:cubicBezTo>
                    <a:pt x="3503" y="50862"/>
                    <a:pt x="4237" y="51196"/>
                    <a:pt x="4971" y="51563"/>
                  </a:cubicBezTo>
                  <a:cubicBezTo>
                    <a:pt x="7840" y="52797"/>
                    <a:pt x="10875" y="53631"/>
                    <a:pt x="13744" y="54598"/>
                  </a:cubicBezTo>
                  <a:cubicBezTo>
                    <a:pt x="14078" y="54698"/>
                    <a:pt x="14478" y="54832"/>
                    <a:pt x="14811" y="54965"/>
                  </a:cubicBezTo>
                  <a:cubicBezTo>
                    <a:pt x="15012" y="54999"/>
                    <a:pt x="15178" y="55099"/>
                    <a:pt x="15312" y="55165"/>
                  </a:cubicBezTo>
                  <a:lnTo>
                    <a:pt x="15745" y="55466"/>
                  </a:lnTo>
                  <a:cubicBezTo>
                    <a:pt x="16079" y="55666"/>
                    <a:pt x="16413" y="55866"/>
                    <a:pt x="16813" y="55999"/>
                  </a:cubicBezTo>
                  <a:cubicBezTo>
                    <a:pt x="17180" y="56166"/>
                    <a:pt x="17513" y="56333"/>
                    <a:pt x="17880" y="56466"/>
                  </a:cubicBezTo>
                  <a:cubicBezTo>
                    <a:pt x="18214" y="56600"/>
                    <a:pt x="18581" y="56767"/>
                    <a:pt x="18981" y="56833"/>
                  </a:cubicBezTo>
                  <a:cubicBezTo>
                    <a:pt x="19348" y="56933"/>
                    <a:pt x="19715" y="57033"/>
                    <a:pt x="20082" y="57134"/>
                  </a:cubicBezTo>
                  <a:cubicBezTo>
                    <a:pt x="20849" y="57267"/>
                    <a:pt x="21583" y="57434"/>
                    <a:pt x="22350" y="57467"/>
                  </a:cubicBezTo>
                  <a:cubicBezTo>
                    <a:pt x="22717" y="57534"/>
                    <a:pt x="23092" y="57551"/>
                    <a:pt x="23468" y="57551"/>
                  </a:cubicBezTo>
                  <a:cubicBezTo>
                    <a:pt x="23843" y="57551"/>
                    <a:pt x="24218" y="57534"/>
                    <a:pt x="24585" y="57534"/>
                  </a:cubicBezTo>
                  <a:cubicBezTo>
                    <a:pt x="25352" y="57467"/>
                    <a:pt x="26086" y="57434"/>
                    <a:pt x="26787" y="57334"/>
                  </a:cubicBezTo>
                  <a:cubicBezTo>
                    <a:pt x="28254" y="57134"/>
                    <a:pt x="29622" y="56800"/>
                    <a:pt x="31023" y="56500"/>
                  </a:cubicBezTo>
                  <a:cubicBezTo>
                    <a:pt x="32303" y="56219"/>
                    <a:pt x="33583" y="55996"/>
                    <a:pt x="34809" y="55996"/>
                  </a:cubicBezTo>
                  <a:cubicBezTo>
                    <a:pt x="34892" y="55996"/>
                    <a:pt x="34976" y="55997"/>
                    <a:pt x="35059" y="55999"/>
                  </a:cubicBezTo>
                  <a:cubicBezTo>
                    <a:pt x="35726" y="55999"/>
                    <a:pt x="36360" y="56133"/>
                    <a:pt x="36927" y="56333"/>
                  </a:cubicBezTo>
                  <a:cubicBezTo>
                    <a:pt x="37061" y="56366"/>
                    <a:pt x="37227" y="56433"/>
                    <a:pt x="37361" y="56500"/>
                  </a:cubicBezTo>
                  <a:lnTo>
                    <a:pt x="37761" y="56767"/>
                  </a:lnTo>
                  <a:cubicBezTo>
                    <a:pt x="38061" y="56933"/>
                    <a:pt x="38328" y="57100"/>
                    <a:pt x="38595" y="57267"/>
                  </a:cubicBezTo>
                  <a:cubicBezTo>
                    <a:pt x="39696" y="57934"/>
                    <a:pt x="40697" y="58701"/>
                    <a:pt x="41731" y="59469"/>
                  </a:cubicBezTo>
                  <a:cubicBezTo>
                    <a:pt x="42231" y="59835"/>
                    <a:pt x="42765" y="60169"/>
                    <a:pt x="43365" y="60469"/>
                  </a:cubicBezTo>
                  <a:cubicBezTo>
                    <a:pt x="43932" y="60769"/>
                    <a:pt x="44533" y="61003"/>
                    <a:pt x="45100" y="61136"/>
                  </a:cubicBezTo>
                  <a:cubicBezTo>
                    <a:pt x="46301" y="61437"/>
                    <a:pt x="47535" y="61470"/>
                    <a:pt x="48636" y="61470"/>
                  </a:cubicBezTo>
                  <a:cubicBezTo>
                    <a:pt x="49770" y="61470"/>
                    <a:pt x="50871" y="61403"/>
                    <a:pt x="51905" y="61403"/>
                  </a:cubicBezTo>
                  <a:cubicBezTo>
                    <a:pt x="52171" y="61395"/>
                    <a:pt x="52435" y="61390"/>
                    <a:pt x="52697" y="61390"/>
                  </a:cubicBezTo>
                  <a:cubicBezTo>
                    <a:pt x="54471" y="61390"/>
                    <a:pt x="56134" y="61606"/>
                    <a:pt x="57442" y="62304"/>
                  </a:cubicBezTo>
                  <a:cubicBezTo>
                    <a:pt x="58209" y="62671"/>
                    <a:pt x="58843" y="63171"/>
                    <a:pt x="59343" y="63772"/>
                  </a:cubicBezTo>
                  <a:cubicBezTo>
                    <a:pt x="59877" y="64339"/>
                    <a:pt x="60244" y="64972"/>
                    <a:pt x="60611" y="65573"/>
                  </a:cubicBezTo>
                  <a:cubicBezTo>
                    <a:pt x="61345" y="66740"/>
                    <a:pt x="61912" y="67808"/>
                    <a:pt x="62512" y="68608"/>
                  </a:cubicBezTo>
                  <a:cubicBezTo>
                    <a:pt x="63079" y="69409"/>
                    <a:pt x="63580" y="69976"/>
                    <a:pt x="64013" y="70310"/>
                  </a:cubicBezTo>
                  <a:cubicBezTo>
                    <a:pt x="64180" y="70476"/>
                    <a:pt x="64347" y="70610"/>
                    <a:pt x="64447" y="70677"/>
                  </a:cubicBezTo>
                  <a:cubicBezTo>
                    <a:pt x="64580" y="70777"/>
                    <a:pt x="64614" y="70810"/>
                    <a:pt x="64614" y="70810"/>
                  </a:cubicBezTo>
                  <a:cubicBezTo>
                    <a:pt x="65114" y="71110"/>
                    <a:pt x="65581" y="71310"/>
                    <a:pt x="66115" y="71310"/>
                  </a:cubicBezTo>
                  <a:cubicBezTo>
                    <a:pt x="66265" y="71327"/>
                    <a:pt x="66382" y="71335"/>
                    <a:pt x="66461" y="71335"/>
                  </a:cubicBezTo>
                  <a:cubicBezTo>
                    <a:pt x="66540" y="71335"/>
                    <a:pt x="66582" y="71327"/>
                    <a:pt x="66582" y="71310"/>
                  </a:cubicBezTo>
                  <a:cubicBezTo>
                    <a:pt x="66615" y="71277"/>
                    <a:pt x="66515" y="71144"/>
                    <a:pt x="66248" y="71010"/>
                  </a:cubicBezTo>
                  <a:cubicBezTo>
                    <a:pt x="66015" y="70877"/>
                    <a:pt x="65614" y="70677"/>
                    <a:pt x="65181" y="70343"/>
                  </a:cubicBezTo>
                  <a:cubicBezTo>
                    <a:pt x="65181" y="70343"/>
                    <a:pt x="65081" y="70310"/>
                    <a:pt x="65014" y="70210"/>
                  </a:cubicBezTo>
                  <a:cubicBezTo>
                    <a:pt x="64914" y="70176"/>
                    <a:pt x="64747" y="70043"/>
                    <a:pt x="64580" y="69876"/>
                  </a:cubicBezTo>
                  <a:cubicBezTo>
                    <a:pt x="64213" y="69609"/>
                    <a:pt x="63713" y="69042"/>
                    <a:pt x="63179" y="68275"/>
                  </a:cubicBezTo>
                  <a:cubicBezTo>
                    <a:pt x="62579" y="67508"/>
                    <a:pt x="62012" y="66474"/>
                    <a:pt x="61278" y="65273"/>
                  </a:cubicBezTo>
                  <a:cubicBezTo>
                    <a:pt x="60911" y="64639"/>
                    <a:pt x="60511" y="64005"/>
                    <a:pt x="59944" y="63371"/>
                  </a:cubicBezTo>
                  <a:cubicBezTo>
                    <a:pt x="59410" y="62771"/>
                    <a:pt x="58743" y="62170"/>
                    <a:pt x="57909" y="61770"/>
                  </a:cubicBezTo>
                  <a:cubicBezTo>
                    <a:pt x="56241" y="60870"/>
                    <a:pt x="54206" y="60736"/>
                    <a:pt x="52105" y="60736"/>
                  </a:cubicBezTo>
                  <a:cubicBezTo>
                    <a:pt x="51896" y="60730"/>
                    <a:pt x="51685" y="60727"/>
                    <a:pt x="51473" y="60727"/>
                  </a:cubicBezTo>
                  <a:cubicBezTo>
                    <a:pt x="50585" y="60727"/>
                    <a:pt x="49671" y="60774"/>
                    <a:pt x="48746" y="60774"/>
                  </a:cubicBezTo>
                  <a:cubicBezTo>
                    <a:pt x="47671" y="60774"/>
                    <a:pt x="46582" y="60710"/>
                    <a:pt x="45500" y="60436"/>
                  </a:cubicBezTo>
                  <a:cubicBezTo>
                    <a:pt x="44933" y="60269"/>
                    <a:pt x="44399" y="60069"/>
                    <a:pt x="43866" y="59802"/>
                  </a:cubicBezTo>
                  <a:cubicBezTo>
                    <a:pt x="43332" y="59502"/>
                    <a:pt x="42831" y="59168"/>
                    <a:pt x="42331" y="58835"/>
                  </a:cubicBezTo>
                  <a:cubicBezTo>
                    <a:pt x="41330" y="58134"/>
                    <a:pt x="40330" y="57300"/>
                    <a:pt x="39196" y="56600"/>
                  </a:cubicBezTo>
                  <a:cubicBezTo>
                    <a:pt x="38895" y="56400"/>
                    <a:pt x="38595" y="56200"/>
                    <a:pt x="38328" y="56066"/>
                  </a:cubicBezTo>
                  <a:lnTo>
                    <a:pt x="37861" y="55799"/>
                  </a:lnTo>
                  <a:cubicBezTo>
                    <a:pt x="37694" y="55733"/>
                    <a:pt x="37528" y="55666"/>
                    <a:pt x="37361" y="55599"/>
                  </a:cubicBezTo>
                  <a:cubicBezTo>
                    <a:pt x="36694" y="55332"/>
                    <a:pt x="35993" y="55232"/>
                    <a:pt x="35259" y="55232"/>
                  </a:cubicBezTo>
                  <a:cubicBezTo>
                    <a:pt x="35112" y="55225"/>
                    <a:pt x="34965" y="55222"/>
                    <a:pt x="34817" y="55222"/>
                  </a:cubicBezTo>
                  <a:cubicBezTo>
                    <a:pt x="33558" y="55222"/>
                    <a:pt x="32281" y="55464"/>
                    <a:pt x="31056" y="55733"/>
                  </a:cubicBezTo>
                  <a:cubicBezTo>
                    <a:pt x="29689" y="55999"/>
                    <a:pt x="28321" y="56333"/>
                    <a:pt x="26887" y="56500"/>
                  </a:cubicBezTo>
                  <a:cubicBezTo>
                    <a:pt x="26186" y="56600"/>
                    <a:pt x="25486" y="56633"/>
                    <a:pt x="24752" y="56700"/>
                  </a:cubicBezTo>
                  <a:cubicBezTo>
                    <a:pt x="24051" y="56667"/>
                    <a:pt x="23318" y="56700"/>
                    <a:pt x="22584" y="56633"/>
                  </a:cubicBezTo>
                  <a:cubicBezTo>
                    <a:pt x="21850" y="56600"/>
                    <a:pt x="21149" y="56433"/>
                    <a:pt x="20415" y="56300"/>
                  </a:cubicBezTo>
                  <a:cubicBezTo>
                    <a:pt x="20049" y="56166"/>
                    <a:pt x="19715" y="56099"/>
                    <a:pt x="19348" y="55999"/>
                  </a:cubicBezTo>
                  <a:cubicBezTo>
                    <a:pt x="18981" y="55933"/>
                    <a:pt x="18648" y="55799"/>
                    <a:pt x="18314" y="55666"/>
                  </a:cubicBezTo>
                  <a:cubicBezTo>
                    <a:pt x="17980" y="55599"/>
                    <a:pt x="17647" y="55432"/>
                    <a:pt x="17313" y="55266"/>
                  </a:cubicBezTo>
                  <a:cubicBezTo>
                    <a:pt x="16980" y="55132"/>
                    <a:pt x="16679" y="54932"/>
                    <a:pt x="16346" y="54765"/>
                  </a:cubicBezTo>
                  <a:lnTo>
                    <a:pt x="15846" y="54465"/>
                  </a:lnTo>
                  <a:cubicBezTo>
                    <a:pt x="15679" y="54365"/>
                    <a:pt x="15479" y="54298"/>
                    <a:pt x="15312" y="54198"/>
                  </a:cubicBezTo>
                  <a:cubicBezTo>
                    <a:pt x="14978" y="54065"/>
                    <a:pt x="14578" y="53931"/>
                    <a:pt x="14211" y="53798"/>
                  </a:cubicBezTo>
                  <a:cubicBezTo>
                    <a:pt x="11309" y="52797"/>
                    <a:pt x="8307" y="51930"/>
                    <a:pt x="5471" y="50729"/>
                  </a:cubicBezTo>
                  <a:cubicBezTo>
                    <a:pt x="4804" y="50429"/>
                    <a:pt x="4070" y="50095"/>
                    <a:pt x="3403" y="49728"/>
                  </a:cubicBezTo>
                  <a:cubicBezTo>
                    <a:pt x="2803" y="49328"/>
                    <a:pt x="2136" y="48894"/>
                    <a:pt x="1669" y="48394"/>
                  </a:cubicBezTo>
                  <a:cubicBezTo>
                    <a:pt x="1469" y="48094"/>
                    <a:pt x="1235" y="47827"/>
                    <a:pt x="1202" y="47560"/>
                  </a:cubicBezTo>
                  <a:cubicBezTo>
                    <a:pt x="1168" y="47260"/>
                    <a:pt x="1202" y="46960"/>
                    <a:pt x="1369" y="46726"/>
                  </a:cubicBezTo>
                  <a:cubicBezTo>
                    <a:pt x="1669" y="46126"/>
                    <a:pt x="2336" y="45725"/>
                    <a:pt x="2970" y="45325"/>
                  </a:cubicBezTo>
                  <a:cubicBezTo>
                    <a:pt x="3403" y="45121"/>
                    <a:pt x="3953" y="45034"/>
                    <a:pt x="4516" y="45034"/>
                  </a:cubicBezTo>
                  <a:cubicBezTo>
                    <a:pt x="4689" y="45034"/>
                    <a:pt x="4865" y="45042"/>
                    <a:pt x="5038" y="45058"/>
                  </a:cubicBezTo>
                  <a:cubicBezTo>
                    <a:pt x="5328" y="45071"/>
                    <a:pt x="5627" y="45083"/>
                    <a:pt x="5935" y="45083"/>
                  </a:cubicBezTo>
                  <a:cubicBezTo>
                    <a:pt x="6440" y="45083"/>
                    <a:pt x="6967" y="45049"/>
                    <a:pt x="7506" y="44925"/>
                  </a:cubicBezTo>
                  <a:cubicBezTo>
                    <a:pt x="7640" y="44925"/>
                    <a:pt x="7706" y="44891"/>
                    <a:pt x="7840" y="44825"/>
                  </a:cubicBezTo>
                  <a:lnTo>
                    <a:pt x="8140" y="44725"/>
                  </a:lnTo>
                  <a:cubicBezTo>
                    <a:pt x="8340" y="44625"/>
                    <a:pt x="8507" y="44491"/>
                    <a:pt x="8707" y="44391"/>
                  </a:cubicBezTo>
                  <a:cubicBezTo>
                    <a:pt x="9074" y="44091"/>
                    <a:pt x="9374" y="43724"/>
                    <a:pt x="9574" y="43390"/>
                  </a:cubicBezTo>
                  <a:cubicBezTo>
                    <a:pt x="10041" y="42657"/>
                    <a:pt x="10342" y="41956"/>
                    <a:pt x="10709" y="41322"/>
                  </a:cubicBezTo>
                  <a:cubicBezTo>
                    <a:pt x="10875" y="41055"/>
                    <a:pt x="11075" y="40755"/>
                    <a:pt x="11342" y="40555"/>
                  </a:cubicBezTo>
                  <a:lnTo>
                    <a:pt x="11709" y="40288"/>
                  </a:lnTo>
                  <a:lnTo>
                    <a:pt x="11909" y="40221"/>
                  </a:lnTo>
                  <a:cubicBezTo>
                    <a:pt x="12009" y="40221"/>
                    <a:pt x="12076" y="40155"/>
                    <a:pt x="12176" y="40155"/>
                  </a:cubicBezTo>
                  <a:cubicBezTo>
                    <a:pt x="12394" y="40100"/>
                    <a:pt x="12611" y="40074"/>
                    <a:pt x="12827" y="40074"/>
                  </a:cubicBezTo>
                  <a:cubicBezTo>
                    <a:pt x="13275" y="40074"/>
                    <a:pt x="13717" y="40186"/>
                    <a:pt x="14144" y="40388"/>
                  </a:cubicBezTo>
                  <a:cubicBezTo>
                    <a:pt x="15379" y="40955"/>
                    <a:pt x="16379" y="42223"/>
                    <a:pt x="17747" y="43057"/>
                  </a:cubicBezTo>
                  <a:cubicBezTo>
                    <a:pt x="18414" y="43457"/>
                    <a:pt x="19215" y="43791"/>
                    <a:pt x="20082" y="43824"/>
                  </a:cubicBezTo>
                  <a:cubicBezTo>
                    <a:pt x="20916" y="43791"/>
                    <a:pt x="21683" y="43657"/>
                    <a:pt x="22484" y="43424"/>
                  </a:cubicBezTo>
                  <a:cubicBezTo>
                    <a:pt x="23217" y="43157"/>
                    <a:pt x="23918" y="42723"/>
                    <a:pt x="24518" y="42156"/>
                  </a:cubicBezTo>
                  <a:cubicBezTo>
                    <a:pt x="25085" y="41656"/>
                    <a:pt x="25586" y="40989"/>
                    <a:pt x="25986" y="40355"/>
                  </a:cubicBezTo>
                  <a:cubicBezTo>
                    <a:pt x="26753" y="39087"/>
                    <a:pt x="27254" y="37720"/>
                    <a:pt x="27854" y="36452"/>
                  </a:cubicBezTo>
                  <a:cubicBezTo>
                    <a:pt x="28421" y="35151"/>
                    <a:pt x="29055" y="33950"/>
                    <a:pt x="29989" y="33083"/>
                  </a:cubicBezTo>
                  <a:cubicBezTo>
                    <a:pt x="30423" y="32616"/>
                    <a:pt x="30990" y="32282"/>
                    <a:pt x="31557" y="32016"/>
                  </a:cubicBezTo>
                  <a:cubicBezTo>
                    <a:pt x="32157" y="31782"/>
                    <a:pt x="32758" y="31649"/>
                    <a:pt x="33425" y="31615"/>
                  </a:cubicBezTo>
                  <a:cubicBezTo>
                    <a:pt x="33647" y="31615"/>
                    <a:pt x="33870" y="31600"/>
                    <a:pt x="34092" y="31600"/>
                  </a:cubicBezTo>
                  <a:cubicBezTo>
                    <a:pt x="34203" y="31600"/>
                    <a:pt x="34314" y="31604"/>
                    <a:pt x="34425" y="31615"/>
                  </a:cubicBezTo>
                  <a:lnTo>
                    <a:pt x="34926" y="31649"/>
                  </a:lnTo>
                  <a:lnTo>
                    <a:pt x="35426" y="31749"/>
                  </a:lnTo>
                  <a:cubicBezTo>
                    <a:pt x="35760" y="31782"/>
                    <a:pt x="36093" y="31882"/>
                    <a:pt x="36427" y="31949"/>
                  </a:cubicBezTo>
                  <a:cubicBezTo>
                    <a:pt x="36727" y="32016"/>
                    <a:pt x="37061" y="32149"/>
                    <a:pt x="37394" y="32282"/>
                  </a:cubicBezTo>
                  <a:cubicBezTo>
                    <a:pt x="38729" y="32816"/>
                    <a:pt x="39929" y="33617"/>
                    <a:pt x="41397" y="34217"/>
                  </a:cubicBezTo>
                  <a:cubicBezTo>
                    <a:pt x="42098" y="34484"/>
                    <a:pt x="42898" y="34651"/>
                    <a:pt x="43732" y="34718"/>
                  </a:cubicBezTo>
                  <a:cubicBezTo>
                    <a:pt x="43783" y="34722"/>
                    <a:pt x="43836" y="34724"/>
                    <a:pt x="43889" y="34724"/>
                  </a:cubicBezTo>
                  <a:cubicBezTo>
                    <a:pt x="44219" y="34724"/>
                    <a:pt x="44589" y="34646"/>
                    <a:pt x="44933" y="34617"/>
                  </a:cubicBezTo>
                  <a:cubicBezTo>
                    <a:pt x="45367" y="34551"/>
                    <a:pt x="45734" y="34417"/>
                    <a:pt x="46100" y="34284"/>
                  </a:cubicBezTo>
                  <a:cubicBezTo>
                    <a:pt x="46534" y="34150"/>
                    <a:pt x="46868" y="33950"/>
                    <a:pt x="47235" y="33784"/>
                  </a:cubicBezTo>
                  <a:cubicBezTo>
                    <a:pt x="47568" y="33583"/>
                    <a:pt x="47902" y="33383"/>
                    <a:pt x="48235" y="33116"/>
                  </a:cubicBezTo>
                  <a:cubicBezTo>
                    <a:pt x="48869" y="32616"/>
                    <a:pt x="49436" y="32082"/>
                    <a:pt x="49937" y="31449"/>
                  </a:cubicBezTo>
                  <a:cubicBezTo>
                    <a:pt x="50937" y="30214"/>
                    <a:pt x="51738" y="28813"/>
                    <a:pt x="52438" y="27446"/>
                  </a:cubicBezTo>
                  <a:cubicBezTo>
                    <a:pt x="52839" y="26778"/>
                    <a:pt x="53172" y="26078"/>
                    <a:pt x="53539" y="25411"/>
                  </a:cubicBezTo>
                  <a:cubicBezTo>
                    <a:pt x="53906" y="24777"/>
                    <a:pt x="54273" y="24110"/>
                    <a:pt x="54773" y="23543"/>
                  </a:cubicBezTo>
                  <a:cubicBezTo>
                    <a:pt x="55240" y="22942"/>
                    <a:pt x="55741" y="22375"/>
                    <a:pt x="56341" y="21875"/>
                  </a:cubicBezTo>
                  <a:cubicBezTo>
                    <a:pt x="56875" y="21375"/>
                    <a:pt x="57509" y="20908"/>
                    <a:pt x="58109" y="20474"/>
                  </a:cubicBezTo>
                  <a:cubicBezTo>
                    <a:pt x="59377" y="19640"/>
                    <a:pt x="60778" y="19040"/>
                    <a:pt x="62245" y="18473"/>
                  </a:cubicBezTo>
                  <a:cubicBezTo>
                    <a:pt x="63713" y="17939"/>
                    <a:pt x="65214" y="17539"/>
                    <a:pt x="66715" y="17072"/>
                  </a:cubicBezTo>
                  <a:cubicBezTo>
                    <a:pt x="68216" y="16605"/>
                    <a:pt x="69717" y="16104"/>
                    <a:pt x="71085" y="15204"/>
                  </a:cubicBezTo>
                  <a:lnTo>
                    <a:pt x="71585" y="14803"/>
                  </a:lnTo>
                  <a:cubicBezTo>
                    <a:pt x="71752" y="14703"/>
                    <a:pt x="71919" y="14536"/>
                    <a:pt x="72052" y="14403"/>
                  </a:cubicBezTo>
                  <a:lnTo>
                    <a:pt x="72886" y="13569"/>
                  </a:lnTo>
                  <a:cubicBezTo>
                    <a:pt x="73420" y="13035"/>
                    <a:pt x="73920" y="12435"/>
                    <a:pt x="74454" y="11901"/>
                  </a:cubicBezTo>
                  <a:cubicBezTo>
                    <a:pt x="74954" y="11367"/>
                    <a:pt x="75521" y="10767"/>
                    <a:pt x="76055" y="10267"/>
                  </a:cubicBezTo>
                  <a:cubicBezTo>
                    <a:pt x="76589" y="9733"/>
                    <a:pt x="77189" y="9266"/>
                    <a:pt x="77756" y="8866"/>
                  </a:cubicBezTo>
                  <a:cubicBezTo>
                    <a:pt x="78357" y="8465"/>
                    <a:pt x="79024" y="8132"/>
                    <a:pt x="79691" y="7932"/>
                  </a:cubicBezTo>
                  <a:cubicBezTo>
                    <a:pt x="80358" y="7732"/>
                    <a:pt x="81059" y="7598"/>
                    <a:pt x="81759" y="7565"/>
                  </a:cubicBezTo>
                  <a:lnTo>
                    <a:pt x="82893" y="7431"/>
                  </a:lnTo>
                  <a:lnTo>
                    <a:pt x="84028" y="7198"/>
                  </a:lnTo>
                  <a:cubicBezTo>
                    <a:pt x="84728" y="6931"/>
                    <a:pt x="85429" y="6697"/>
                    <a:pt x="86096" y="6297"/>
                  </a:cubicBezTo>
                  <a:cubicBezTo>
                    <a:pt x="87430" y="5597"/>
                    <a:pt x="88564" y="4729"/>
                    <a:pt x="89732" y="3929"/>
                  </a:cubicBezTo>
                  <a:cubicBezTo>
                    <a:pt x="90866" y="3095"/>
                    <a:pt x="92033" y="2394"/>
                    <a:pt x="93234" y="1861"/>
                  </a:cubicBezTo>
                  <a:cubicBezTo>
                    <a:pt x="94435" y="1294"/>
                    <a:pt x="95703" y="1060"/>
                    <a:pt x="96970" y="893"/>
                  </a:cubicBezTo>
                  <a:cubicBezTo>
                    <a:pt x="97435" y="834"/>
                    <a:pt x="97895" y="804"/>
                    <a:pt x="98348" y="804"/>
                  </a:cubicBezTo>
                  <a:cubicBezTo>
                    <a:pt x="99164" y="804"/>
                    <a:pt x="99956" y="900"/>
                    <a:pt x="100706" y="1093"/>
                  </a:cubicBezTo>
                  <a:cubicBezTo>
                    <a:pt x="101874" y="1394"/>
                    <a:pt x="102974" y="1861"/>
                    <a:pt x="104075" y="2361"/>
                  </a:cubicBezTo>
                  <a:cubicBezTo>
                    <a:pt x="105143" y="2861"/>
                    <a:pt x="106210" y="3362"/>
                    <a:pt x="107278" y="3762"/>
                  </a:cubicBezTo>
                  <a:cubicBezTo>
                    <a:pt x="107811" y="3962"/>
                    <a:pt x="108312" y="4196"/>
                    <a:pt x="108879" y="4296"/>
                  </a:cubicBezTo>
                  <a:cubicBezTo>
                    <a:pt x="109112" y="4396"/>
                    <a:pt x="109412" y="4429"/>
                    <a:pt x="109646" y="4529"/>
                  </a:cubicBezTo>
                  <a:cubicBezTo>
                    <a:pt x="109913" y="4563"/>
                    <a:pt x="110213" y="4596"/>
                    <a:pt x="110446" y="4629"/>
                  </a:cubicBezTo>
                  <a:cubicBezTo>
                    <a:pt x="111215" y="4748"/>
                    <a:pt x="111959" y="4790"/>
                    <a:pt x="112676" y="4790"/>
                  </a:cubicBezTo>
                  <a:cubicBezTo>
                    <a:pt x="113981" y="4790"/>
                    <a:pt x="115198" y="4649"/>
                    <a:pt x="116317" y="4563"/>
                  </a:cubicBezTo>
                  <a:cubicBezTo>
                    <a:pt x="116784" y="4529"/>
                    <a:pt x="117218" y="4463"/>
                    <a:pt x="117618" y="4429"/>
                  </a:cubicBezTo>
                  <a:cubicBezTo>
                    <a:pt x="118052" y="4396"/>
                    <a:pt x="118452" y="4362"/>
                    <a:pt x="118819" y="4296"/>
                  </a:cubicBezTo>
                  <a:cubicBezTo>
                    <a:pt x="119100" y="4284"/>
                    <a:pt x="119376" y="4276"/>
                    <a:pt x="119646" y="4276"/>
                  </a:cubicBezTo>
                  <a:cubicBezTo>
                    <a:pt x="120115" y="4276"/>
                    <a:pt x="120564" y="4299"/>
                    <a:pt x="120987" y="4362"/>
                  </a:cubicBezTo>
                  <a:cubicBezTo>
                    <a:pt x="122388" y="4529"/>
                    <a:pt x="123456" y="4963"/>
                    <a:pt x="124223" y="5530"/>
                  </a:cubicBezTo>
                  <a:cubicBezTo>
                    <a:pt x="124957" y="6064"/>
                    <a:pt x="125424" y="6631"/>
                    <a:pt x="125724" y="7031"/>
                  </a:cubicBezTo>
                  <a:cubicBezTo>
                    <a:pt x="125991" y="7431"/>
                    <a:pt x="126124" y="7631"/>
                    <a:pt x="126124" y="7631"/>
                  </a:cubicBezTo>
                  <a:cubicBezTo>
                    <a:pt x="126258" y="7898"/>
                    <a:pt x="126391" y="8098"/>
                    <a:pt x="126491" y="8265"/>
                  </a:cubicBezTo>
                  <a:cubicBezTo>
                    <a:pt x="126591" y="8432"/>
                    <a:pt x="126658" y="8599"/>
                    <a:pt x="126758" y="8732"/>
                  </a:cubicBezTo>
                  <a:cubicBezTo>
                    <a:pt x="126925" y="8966"/>
                    <a:pt x="127058" y="9066"/>
                    <a:pt x="127092" y="9066"/>
                  </a:cubicBezTo>
                  <a:cubicBezTo>
                    <a:pt x="127158" y="9032"/>
                    <a:pt x="127158" y="8899"/>
                    <a:pt x="127092" y="8599"/>
                  </a:cubicBezTo>
                  <a:cubicBezTo>
                    <a:pt x="127058" y="8432"/>
                    <a:pt x="126992" y="8265"/>
                    <a:pt x="126925" y="8065"/>
                  </a:cubicBezTo>
                  <a:cubicBezTo>
                    <a:pt x="126825" y="7865"/>
                    <a:pt x="126725" y="7598"/>
                    <a:pt x="126591" y="7365"/>
                  </a:cubicBezTo>
                  <a:cubicBezTo>
                    <a:pt x="126591" y="7365"/>
                    <a:pt x="126458" y="7131"/>
                    <a:pt x="126158" y="6697"/>
                  </a:cubicBezTo>
                  <a:cubicBezTo>
                    <a:pt x="125824" y="6264"/>
                    <a:pt x="125390" y="5597"/>
                    <a:pt x="124557" y="5030"/>
                  </a:cubicBezTo>
                  <a:cubicBezTo>
                    <a:pt x="123723" y="4429"/>
                    <a:pt x="122555" y="3895"/>
                    <a:pt x="121121" y="3729"/>
                  </a:cubicBezTo>
                  <a:cubicBezTo>
                    <a:pt x="120654" y="3640"/>
                    <a:pt x="120142" y="3610"/>
                    <a:pt x="119616" y="3610"/>
                  </a:cubicBezTo>
                  <a:cubicBezTo>
                    <a:pt x="119353" y="3610"/>
                    <a:pt x="119086" y="3617"/>
                    <a:pt x="118819" y="3629"/>
                  </a:cubicBezTo>
                  <a:lnTo>
                    <a:pt x="117585" y="3762"/>
                  </a:lnTo>
                  <a:cubicBezTo>
                    <a:pt x="117151" y="3795"/>
                    <a:pt x="116751" y="3862"/>
                    <a:pt x="116284" y="3895"/>
                  </a:cubicBezTo>
                  <a:cubicBezTo>
                    <a:pt x="115206" y="3978"/>
                    <a:pt x="114050" y="4100"/>
                    <a:pt x="112841" y="4100"/>
                  </a:cubicBezTo>
                  <a:cubicBezTo>
                    <a:pt x="112105" y="4100"/>
                    <a:pt x="111350" y="4055"/>
                    <a:pt x="110580" y="3929"/>
                  </a:cubicBezTo>
                  <a:cubicBezTo>
                    <a:pt x="108545" y="3629"/>
                    <a:pt x="106544" y="2628"/>
                    <a:pt x="104375" y="1627"/>
                  </a:cubicBezTo>
                  <a:cubicBezTo>
                    <a:pt x="103275" y="1127"/>
                    <a:pt x="102141" y="593"/>
                    <a:pt x="100906" y="293"/>
                  </a:cubicBezTo>
                  <a:cubicBezTo>
                    <a:pt x="100017" y="106"/>
                    <a:pt x="99095" y="1"/>
                    <a:pt x="981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42" name="Google Shape;1542;p11"/>
            <p:cNvSpPr/>
            <p:nvPr/>
          </p:nvSpPr>
          <p:spPr>
            <a:xfrm>
              <a:off x="3247500" y="3562475"/>
              <a:ext cx="3218225" cy="2001150"/>
            </a:xfrm>
            <a:custGeom>
              <a:avLst/>
              <a:gdLst/>
              <a:ahLst/>
              <a:cxnLst/>
              <a:rect l="l" t="t" r="r" b="b"/>
              <a:pathLst>
                <a:path w="128729" h="80046" extrusionOk="0">
                  <a:moveTo>
                    <a:pt x="105098" y="0"/>
                  </a:moveTo>
                  <a:cubicBezTo>
                    <a:pt x="104528" y="0"/>
                    <a:pt x="103947" y="42"/>
                    <a:pt x="103374" y="121"/>
                  </a:cubicBezTo>
                  <a:cubicBezTo>
                    <a:pt x="102173" y="288"/>
                    <a:pt x="100972" y="622"/>
                    <a:pt x="99738" y="1089"/>
                  </a:cubicBezTo>
                  <a:cubicBezTo>
                    <a:pt x="98537" y="1522"/>
                    <a:pt x="97370" y="2156"/>
                    <a:pt x="96202" y="2823"/>
                  </a:cubicBezTo>
                  <a:cubicBezTo>
                    <a:pt x="93867" y="4191"/>
                    <a:pt x="91832" y="6126"/>
                    <a:pt x="89230" y="7293"/>
                  </a:cubicBezTo>
                  <a:cubicBezTo>
                    <a:pt x="87963" y="7827"/>
                    <a:pt x="86562" y="8194"/>
                    <a:pt x="85128" y="8361"/>
                  </a:cubicBezTo>
                  <a:cubicBezTo>
                    <a:pt x="84360" y="8461"/>
                    <a:pt x="83660" y="8527"/>
                    <a:pt x="82893" y="8594"/>
                  </a:cubicBezTo>
                  <a:cubicBezTo>
                    <a:pt x="82526" y="8627"/>
                    <a:pt x="82159" y="8661"/>
                    <a:pt x="81792" y="8661"/>
                  </a:cubicBezTo>
                  <a:cubicBezTo>
                    <a:pt x="81392" y="8661"/>
                    <a:pt x="81025" y="8694"/>
                    <a:pt x="80658" y="8761"/>
                  </a:cubicBezTo>
                  <a:cubicBezTo>
                    <a:pt x="79890" y="8828"/>
                    <a:pt x="79157" y="9028"/>
                    <a:pt x="78389" y="9261"/>
                  </a:cubicBezTo>
                  <a:cubicBezTo>
                    <a:pt x="77689" y="9495"/>
                    <a:pt x="76955" y="9795"/>
                    <a:pt x="76288" y="10162"/>
                  </a:cubicBezTo>
                  <a:cubicBezTo>
                    <a:pt x="74887" y="10862"/>
                    <a:pt x="73653" y="11830"/>
                    <a:pt x="72452" y="12830"/>
                  </a:cubicBezTo>
                  <a:cubicBezTo>
                    <a:pt x="71218" y="13831"/>
                    <a:pt x="70117" y="14965"/>
                    <a:pt x="68849" y="15866"/>
                  </a:cubicBezTo>
                  <a:cubicBezTo>
                    <a:pt x="67615" y="16833"/>
                    <a:pt x="66214" y="17600"/>
                    <a:pt x="64813" y="18301"/>
                  </a:cubicBezTo>
                  <a:cubicBezTo>
                    <a:pt x="63379" y="19001"/>
                    <a:pt x="61944" y="19635"/>
                    <a:pt x="60510" y="20436"/>
                  </a:cubicBezTo>
                  <a:cubicBezTo>
                    <a:pt x="59109" y="21203"/>
                    <a:pt x="57808" y="22170"/>
                    <a:pt x="56707" y="23438"/>
                  </a:cubicBezTo>
                  <a:cubicBezTo>
                    <a:pt x="54539" y="25940"/>
                    <a:pt x="53705" y="29142"/>
                    <a:pt x="52137" y="31811"/>
                  </a:cubicBezTo>
                  <a:cubicBezTo>
                    <a:pt x="51770" y="32478"/>
                    <a:pt x="51303" y="33112"/>
                    <a:pt x="50703" y="33612"/>
                  </a:cubicBezTo>
                  <a:cubicBezTo>
                    <a:pt x="50169" y="34112"/>
                    <a:pt x="49469" y="34446"/>
                    <a:pt x="48768" y="34613"/>
                  </a:cubicBezTo>
                  <a:cubicBezTo>
                    <a:pt x="48363" y="34701"/>
                    <a:pt x="47968" y="34742"/>
                    <a:pt x="47571" y="34742"/>
                  </a:cubicBezTo>
                  <a:cubicBezTo>
                    <a:pt x="47217" y="34742"/>
                    <a:pt x="46862" y="34709"/>
                    <a:pt x="46500" y="34646"/>
                  </a:cubicBezTo>
                  <a:cubicBezTo>
                    <a:pt x="45766" y="34513"/>
                    <a:pt x="45032" y="34279"/>
                    <a:pt x="44298" y="34046"/>
                  </a:cubicBezTo>
                  <a:cubicBezTo>
                    <a:pt x="42831" y="33612"/>
                    <a:pt x="41430" y="33011"/>
                    <a:pt x="39962" y="32544"/>
                  </a:cubicBezTo>
                  <a:cubicBezTo>
                    <a:pt x="39195" y="32311"/>
                    <a:pt x="38461" y="32144"/>
                    <a:pt x="37694" y="32011"/>
                  </a:cubicBezTo>
                  <a:lnTo>
                    <a:pt x="37127" y="31977"/>
                  </a:lnTo>
                  <a:lnTo>
                    <a:pt x="36826" y="31944"/>
                  </a:lnTo>
                  <a:lnTo>
                    <a:pt x="36526" y="31944"/>
                  </a:lnTo>
                  <a:lnTo>
                    <a:pt x="35959" y="31977"/>
                  </a:lnTo>
                  <a:cubicBezTo>
                    <a:pt x="35759" y="31977"/>
                    <a:pt x="35592" y="32011"/>
                    <a:pt x="35359" y="32044"/>
                  </a:cubicBezTo>
                  <a:cubicBezTo>
                    <a:pt x="34992" y="32111"/>
                    <a:pt x="34658" y="32278"/>
                    <a:pt x="34291" y="32378"/>
                  </a:cubicBezTo>
                  <a:cubicBezTo>
                    <a:pt x="34124" y="32444"/>
                    <a:pt x="33958" y="32544"/>
                    <a:pt x="33791" y="32645"/>
                  </a:cubicBezTo>
                  <a:lnTo>
                    <a:pt x="33291" y="32945"/>
                  </a:lnTo>
                  <a:cubicBezTo>
                    <a:pt x="32957" y="33145"/>
                    <a:pt x="32657" y="33378"/>
                    <a:pt x="32357" y="33612"/>
                  </a:cubicBezTo>
                  <a:cubicBezTo>
                    <a:pt x="32090" y="33845"/>
                    <a:pt x="31823" y="34146"/>
                    <a:pt x="31589" y="34379"/>
                  </a:cubicBezTo>
                  <a:cubicBezTo>
                    <a:pt x="31289" y="34646"/>
                    <a:pt x="31122" y="34946"/>
                    <a:pt x="30855" y="35213"/>
                  </a:cubicBezTo>
                  <a:lnTo>
                    <a:pt x="30522" y="35647"/>
                  </a:lnTo>
                  <a:lnTo>
                    <a:pt x="30255" y="36147"/>
                  </a:lnTo>
                  <a:cubicBezTo>
                    <a:pt x="29955" y="36814"/>
                    <a:pt x="29688" y="37515"/>
                    <a:pt x="29521" y="38182"/>
                  </a:cubicBezTo>
                  <a:cubicBezTo>
                    <a:pt x="29154" y="39516"/>
                    <a:pt x="28987" y="40951"/>
                    <a:pt x="28354" y="42185"/>
                  </a:cubicBezTo>
                  <a:cubicBezTo>
                    <a:pt x="28287" y="42352"/>
                    <a:pt x="28187" y="42518"/>
                    <a:pt x="28120" y="42652"/>
                  </a:cubicBezTo>
                  <a:cubicBezTo>
                    <a:pt x="28020" y="42819"/>
                    <a:pt x="27953" y="42952"/>
                    <a:pt x="27820" y="43052"/>
                  </a:cubicBezTo>
                  <a:cubicBezTo>
                    <a:pt x="27753" y="43185"/>
                    <a:pt x="27586" y="43286"/>
                    <a:pt x="27453" y="43386"/>
                  </a:cubicBezTo>
                  <a:cubicBezTo>
                    <a:pt x="27320" y="43519"/>
                    <a:pt x="27186" y="43652"/>
                    <a:pt x="27019" y="43719"/>
                  </a:cubicBezTo>
                  <a:cubicBezTo>
                    <a:pt x="26546" y="44104"/>
                    <a:pt x="25968" y="44331"/>
                    <a:pt x="25378" y="44331"/>
                  </a:cubicBezTo>
                  <a:cubicBezTo>
                    <a:pt x="25303" y="44331"/>
                    <a:pt x="25227" y="44327"/>
                    <a:pt x="25151" y="44320"/>
                  </a:cubicBezTo>
                  <a:cubicBezTo>
                    <a:pt x="24484" y="44220"/>
                    <a:pt x="23850" y="43786"/>
                    <a:pt x="23283" y="43352"/>
                  </a:cubicBezTo>
                  <a:cubicBezTo>
                    <a:pt x="22650" y="42952"/>
                    <a:pt x="22083" y="42452"/>
                    <a:pt x="21315" y="42151"/>
                  </a:cubicBezTo>
                  <a:cubicBezTo>
                    <a:pt x="20581" y="41851"/>
                    <a:pt x="19814" y="41651"/>
                    <a:pt x="19014" y="41618"/>
                  </a:cubicBezTo>
                  <a:cubicBezTo>
                    <a:pt x="18902" y="41608"/>
                    <a:pt x="18789" y="41603"/>
                    <a:pt x="18676" y="41603"/>
                  </a:cubicBezTo>
                  <a:cubicBezTo>
                    <a:pt x="18014" y="41603"/>
                    <a:pt x="17334" y="41766"/>
                    <a:pt x="16679" y="42051"/>
                  </a:cubicBezTo>
                  <a:cubicBezTo>
                    <a:pt x="15945" y="42452"/>
                    <a:pt x="15311" y="42952"/>
                    <a:pt x="14777" y="43519"/>
                  </a:cubicBezTo>
                  <a:cubicBezTo>
                    <a:pt x="14244" y="44119"/>
                    <a:pt x="13777" y="44720"/>
                    <a:pt x="13276" y="45320"/>
                  </a:cubicBezTo>
                  <a:cubicBezTo>
                    <a:pt x="12776" y="45954"/>
                    <a:pt x="12276" y="46521"/>
                    <a:pt x="11675" y="46988"/>
                  </a:cubicBezTo>
                  <a:cubicBezTo>
                    <a:pt x="11108" y="47455"/>
                    <a:pt x="10441" y="47789"/>
                    <a:pt x="9674" y="47855"/>
                  </a:cubicBezTo>
                  <a:cubicBezTo>
                    <a:pt x="9507" y="47889"/>
                    <a:pt x="9340" y="47889"/>
                    <a:pt x="9140" y="47889"/>
                  </a:cubicBezTo>
                  <a:cubicBezTo>
                    <a:pt x="8940" y="47889"/>
                    <a:pt x="8773" y="47889"/>
                    <a:pt x="8573" y="47855"/>
                  </a:cubicBezTo>
                  <a:cubicBezTo>
                    <a:pt x="8173" y="47822"/>
                    <a:pt x="7772" y="47722"/>
                    <a:pt x="7339" y="47722"/>
                  </a:cubicBezTo>
                  <a:cubicBezTo>
                    <a:pt x="7243" y="47718"/>
                    <a:pt x="7146" y="47716"/>
                    <a:pt x="7048" y="47716"/>
                  </a:cubicBezTo>
                  <a:cubicBezTo>
                    <a:pt x="6364" y="47716"/>
                    <a:pt x="5637" y="47818"/>
                    <a:pt x="4937" y="48022"/>
                  </a:cubicBezTo>
                  <a:cubicBezTo>
                    <a:pt x="3336" y="48489"/>
                    <a:pt x="1968" y="49557"/>
                    <a:pt x="1134" y="50991"/>
                  </a:cubicBezTo>
                  <a:cubicBezTo>
                    <a:pt x="300" y="52392"/>
                    <a:pt x="0" y="54127"/>
                    <a:pt x="334" y="55728"/>
                  </a:cubicBezTo>
                  <a:cubicBezTo>
                    <a:pt x="667" y="57362"/>
                    <a:pt x="1635" y="58830"/>
                    <a:pt x="2936" y="59831"/>
                  </a:cubicBezTo>
                  <a:cubicBezTo>
                    <a:pt x="4236" y="60831"/>
                    <a:pt x="5671" y="61532"/>
                    <a:pt x="7139" y="62132"/>
                  </a:cubicBezTo>
                  <a:cubicBezTo>
                    <a:pt x="8606" y="62699"/>
                    <a:pt x="10141" y="63133"/>
                    <a:pt x="11642" y="63533"/>
                  </a:cubicBezTo>
                  <a:cubicBezTo>
                    <a:pt x="14644" y="64367"/>
                    <a:pt x="17646" y="65134"/>
                    <a:pt x="20315" y="66469"/>
                  </a:cubicBezTo>
                  <a:cubicBezTo>
                    <a:pt x="20682" y="66569"/>
                    <a:pt x="21015" y="66736"/>
                    <a:pt x="21349" y="66902"/>
                  </a:cubicBezTo>
                  <a:lnTo>
                    <a:pt x="21849" y="67169"/>
                  </a:lnTo>
                  <a:lnTo>
                    <a:pt x="22416" y="67369"/>
                  </a:lnTo>
                  <a:cubicBezTo>
                    <a:pt x="23117" y="67636"/>
                    <a:pt x="23817" y="67903"/>
                    <a:pt x="24518" y="68070"/>
                  </a:cubicBezTo>
                  <a:cubicBezTo>
                    <a:pt x="24918" y="68203"/>
                    <a:pt x="25251" y="68303"/>
                    <a:pt x="25618" y="68370"/>
                  </a:cubicBezTo>
                  <a:cubicBezTo>
                    <a:pt x="25985" y="68403"/>
                    <a:pt x="26319" y="68504"/>
                    <a:pt x="26686" y="68537"/>
                  </a:cubicBezTo>
                  <a:cubicBezTo>
                    <a:pt x="27420" y="68670"/>
                    <a:pt x="28154" y="68670"/>
                    <a:pt x="28854" y="68737"/>
                  </a:cubicBezTo>
                  <a:cubicBezTo>
                    <a:pt x="29099" y="68759"/>
                    <a:pt x="29340" y="68767"/>
                    <a:pt x="29578" y="68767"/>
                  </a:cubicBezTo>
                  <a:cubicBezTo>
                    <a:pt x="30055" y="68767"/>
                    <a:pt x="30522" y="68737"/>
                    <a:pt x="30989" y="68737"/>
                  </a:cubicBezTo>
                  <a:cubicBezTo>
                    <a:pt x="31689" y="68704"/>
                    <a:pt x="32390" y="68670"/>
                    <a:pt x="33090" y="68570"/>
                  </a:cubicBezTo>
                  <a:cubicBezTo>
                    <a:pt x="34458" y="68370"/>
                    <a:pt x="35792" y="68170"/>
                    <a:pt x="37127" y="68137"/>
                  </a:cubicBezTo>
                  <a:cubicBezTo>
                    <a:pt x="37422" y="68114"/>
                    <a:pt x="37715" y="68104"/>
                    <a:pt x="38007" y="68104"/>
                  </a:cubicBezTo>
                  <a:cubicBezTo>
                    <a:pt x="39032" y="68104"/>
                    <a:pt x="40028" y="68236"/>
                    <a:pt x="40963" y="68470"/>
                  </a:cubicBezTo>
                  <a:cubicBezTo>
                    <a:pt x="42197" y="68737"/>
                    <a:pt x="43331" y="69204"/>
                    <a:pt x="44465" y="69671"/>
                  </a:cubicBezTo>
                  <a:cubicBezTo>
                    <a:pt x="45599" y="70171"/>
                    <a:pt x="46667" y="70638"/>
                    <a:pt x="47768" y="71005"/>
                  </a:cubicBezTo>
                  <a:cubicBezTo>
                    <a:pt x="48301" y="71172"/>
                    <a:pt x="48802" y="71372"/>
                    <a:pt x="49335" y="71539"/>
                  </a:cubicBezTo>
                  <a:cubicBezTo>
                    <a:pt x="49836" y="71706"/>
                    <a:pt x="50369" y="71839"/>
                    <a:pt x="50936" y="71906"/>
                  </a:cubicBezTo>
                  <a:cubicBezTo>
                    <a:pt x="53038" y="72306"/>
                    <a:pt x="55039" y="72206"/>
                    <a:pt x="56841" y="72240"/>
                  </a:cubicBezTo>
                  <a:cubicBezTo>
                    <a:pt x="58642" y="72306"/>
                    <a:pt x="60276" y="72373"/>
                    <a:pt x="61544" y="72973"/>
                  </a:cubicBezTo>
                  <a:cubicBezTo>
                    <a:pt x="62812" y="73507"/>
                    <a:pt x="63612" y="74508"/>
                    <a:pt x="63979" y="75375"/>
                  </a:cubicBezTo>
                  <a:cubicBezTo>
                    <a:pt x="64379" y="76242"/>
                    <a:pt x="64513" y="77010"/>
                    <a:pt x="64613" y="77510"/>
                  </a:cubicBezTo>
                  <a:cubicBezTo>
                    <a:pt x="64646" y="77744"/>
                    <a:pt x="64680" y="77977"/>
                    <a:pt x="64680" y="78077"/>
                  </a:cubicBezTo>
                  <a:lnTo>
                    <a:pt x="64680" y="78311"/>
                  </a:lnTo>
                  <a:cubicBezTo>
                    <a:pt x="64713" y="78577"/>
                    <a:pt x="64780" y="78844"/>
                    <a:pt x="64780" y="79044"/>
                  </a:cubicBezTo>
                  <a:cubicBezTo>
                    <a:pt x="64780" y="79245"/>
                    <a:pt x="64813" y="79411"/>
                    <a:pt x="64813" y="79578"/>
                  </a:cubicBezTo>
                  <a:cubicBezTo>
                    <a:pt x="64813" y="79878"/>
                    <a:pt x="64846" y="80045"/>
                    <a:pt x="64880" y="80045"/>
                  </a:cubicBezTo>
                  <a:cubicBezTo>
                    <a:pt x="64946" y="80045"/>
                    <a:pt x="64980" y="79912"/>
                    <a:pt x="64980" y="79645"/>
                  </a:cubicBezTo>
                  <a:lnTo>
                    <a:pt x="64980" y="79078"/>
                  </a:lnTo>
                  <a:cubicBezTo>
                    <a:pt x="64980" y="78878"/>
                    <a:pt x="64980" y="78577"/>
                    <a:pt x="64946" y="78311"/>
                  </a:cubicBezTo>
                  <a:lnTo>
                    <a:pt x="64946" y="78077"/>
                  </a:lnTo>
                  <a:cubicBezTo>
                    <a:pt x="64946" y="77977"/>
                    <a:pt x="64880" y="77777"/>
                    <a:pt x="64846" y="77510"/>
                  </a:cubicBezTo>
                  <a:cubicBezTo>
                    <a:pt x="64780" y="77010"/>
                    <a:pt x="64646" y="76209"/>
                    <a:pt x="64213" y="75308"/>
                  </a:cubicBezTo>
                  <a:cubicBezTo>
                    <a:pt x="63812" y="74374"/>
                    <a:pt x="62978" y="73307"/>
                    <a:pt x="61644" y="72707"/>
                  </a:cubicBezTo>
                  <a:cubicBezTo>
                    <a:pt x="60310" y="72139"/>
                    <a:pt x="58642" y="72006"/>
                    <a:pt x="56841" y="71973"/>
                  </a:cubicBezTo>
                  <a:cubicBezTo>
                    <a:pt x="55039" y="71906"/>
                    <a:pt x="53038" y="72006"/>
                    <a:pt x="50970" y="71639"/>
                  </a:cubicBezTo>
                  <a:cubicBezTo>
                    <a:pt x="50469" y="71539"/>
                    <a:pt x="49936" y="71406"/>
                    <a:pt x="49435" y="71239"/>
                  </a:cubicBezTo>
                  <a:cubicBezTo>
                    <a:pt x="48868" y="71072"/>
                    <a:pt x="48368" y="70905"/>
                    <a:pt x="47834" y="70705"/>
                  </a:cubicBezTo>
                  <a:cubicBezTo>
                    <a:pt x="46800" y="70305"/>
                    <a:pt x="45699" y="69838"/>
                    <a:pt x="44599" y="69371"/>
                  </a:cubicBezTo>
                  <a:cubicBezTo>
                    <a:pt x="43464" y="68904"/>
                    <a:pt x="42297" y="68403"/>
                    <a:pt x="41029" y="68137"/>
                  </a:cubicBezTo>
                  <a:cubicBezTo>
                    <a:pt x="40033" y="67867"/>
                    <a:pt x="38971" y="67750"/>
                    <a:pt x="37897" y="67750"/>
                  </a:cubicBezTo>
                  <a:cubicBezTo>
                    <a:pt x="37641" y="67750"/>
                    <a:pt x="37384" y="67757"/>
                    <a:pt x="37127" y="67770"/>
                  </a:cubicBezTo>
                  <a:cubicBezTo>
                    <a:pt x="35759" y="67803"/>
                    <a:pt x="34425" y="68003"/>
                    <a:pt x="33024" y="68170"/>
                  </a:cubicBezTo>
                  <a:cubicBezTo>
                    <a:pt x="32323" y="68270"/>
                    <a:pt x="31656" y="68303"/>
                    <a:pt x="30956" y="68337"/>
                  </a:cubicBezTo>
                  <a:cubicBezTo>
                    <a:pt x="30489" y="68337"/>
                    <a:pt x="30007" y="68352"/>
                    <a:pt x="29530" y="68352"/>
                  </a:cubicBezTo>
                  <a:cubicBezTo>
                    <a:pt x="29291" y="68352"/>
                    <a:pt x="29054" y="68348"/>
                    <a:pt x="28821" y="68337"/>
                  </a:cubicBezTo>
                  <a:cubicBezTo>
                    <a:pt x="25985" y="68203"/>
                    <a:pt x="23117" y="67436"/>
                    <a:pt x="20448" y="66102"/>
                  </a:cubicBezTo>
                  <a:cubicBezTo>
                    <a:pt x="17746" y="64701"/>
                    <a:pt x="14677" y="63967"/>
                    <a:pt x="11675" y="63133"/>
                  </a:cubicBezTo>
                  <a:cubicBezTo>
                    <a:pt x="10174" y="62699"/>
                    <a:pt x="8673" y="62299"/>
                    <a:pt x="7239" y="61699"/>
                  </a:cubicBezTo>
                  <a:cubicBezTo>
                    <a:pt x="5771" y="61132"/>
                    <a:pt x="4337" y="60464"/>
                    <a:pt x="3136" y="59464"/>
                  </a:cubicBezTo>
                  <a:cubicBezTo>
                    <a:pt x="1935" y="58496"/>
                    <a:pt x="1001" y="57129"/>
                    <a:pt x="734" y="55628"/>
                  </a:cubicBezTo>
                  <a:cubicBezTo>
                    <a:pt x="400" y="54127"/>
                    <a:pt x="667" y="52492"/>
                    <a:pt x="1468" y="51158"/>
                  </a:cubicBezTo>
                  <a:cubicBezTo>
                    <a:pt x="2235" y="49824"/>
                    <a:pt x="3569" y="48823"/>
                    <a:pt x="5004" y="48423"/>
                  </a:cubicBezTo>
                  <a:cubicBezTo>
                    <a:pt x="5649" y="48226"/>
                    <a:pt x="6319" y="48148"/>
                    <a:pt x="6952" y="48148"/>
                  </a:cubicBezTo>
                  <a:cubicBezTo>
                    <a:pt x="7071" y="48148"/>
                    <a:pt x="7189" y="48150"/>
                    <a:pt x="7305" y="48156"/>
                  </a:cubicBezTo>
                  <a:cubicBezTo>
                    <a:pt x="7739" y="48156"/>
                    <a:pt x="8073" y="48256"/>
                    <a:pt x="8473" y="48289"/>
                  </a:cubicBezTo>
                  <a:cubicBezTo>
                    <a:pt x="8673" y="48322"/>
                    <a:pt x="8906" y="48322"/>
                    <a:pt x="9107" y="48322"/>
                  </a:cubicBezTo>
                  <a:cubicBezTo>
                    <a:pt x="9307" y="48322"/>
                    <a:pt x="9507" y="48322"/>
                    <a:pt x="9740" y="48289"/>
                  </a:cubicBezTo>
                  <a:cubicBezTo>
                    <a:pt x="10574" y="48156"/>
                    <a:pt x="11342" y="47789"/>
                    <a:pt x="11975" y="47288"/>
                  </a:cubicBezTo>
                  <a:cubicBezTo>
                    <a:pt x="12609" y="46788"/>
                    <a:pt x="13143" y="46188"/>
                    <a:pt x="13643" y="45587"/>
                  </a:cubicBezTo>
                  <a:cubicBezTo>
                    <a:pt x="14611" y="44353"/>
                    <a:pt x="15578" y="43085"/>
                    <a:pt x="16912" y="42452"/>
                  </a:cubicBezTo>
                  <a:cubicBezTo>
                    <a:pt x="17467" y="42202"/>
                    <a:pt x="18044" y="42068"/>
                    <a:pt x="18644" y="42068"/>
                  </a:cubicBezTo>
                  <a:cubicBezTo>
                    <a:pt x="18767" y="42068"/>
                    <a:pt x="18890" y="42073"/>
                    <a:pt x="19014" y="42085"/>
                  </a:cubicBezTo>
                  <a:cubicBezTo>
                    <a:pt x="19748" y="42118"/>
                    <a:pt x="20481" y="42318"/>
                    <a:pt x="21149" y="42585"/>
                  </a:cubicBezTo>
                  <a:cubicBezTo>
                    <a:pt x="21816" y="42852"/>
                    <a:pt x="22416" y="43286"/>
                    <a:pt x="23017" y="43753"/>
                  </a:cubicBezTo>
                  <a:cubicBezTo>
                    <a:pt x="23650" y="44186"/>
                    <a:pt x="24284" y="44653"/>
                    <a:pt x="25118" y="44787"/>
                  </a:cubicBezTo>
                  <a:cubicBezTo>
                    <a:pt x="25225" y="44804"/>
                    <a:pt x="25335" y="44813"/>
                    <a:pt x="25445" y="44813"/>
                  </a:cubicBezTo>
                  <a:cubicBezTo>
                    <a:pt x="25746" y="44813"/>
                    <a:pt x="26050" y="44751"/>
                    <a:pt x="26319" y="44653"/>
                  </a:cubicBezTo>
                  <a:cubicBezTo>
                    <a:pt x="26519" y="44553"/>
                    <a:pt x="26686" y="44486"/>
                    <a:pt x="26853" y="44420"/>
                  </a:cubicBezTo>
                  <a:cubicBezTo>
                    <a:pt x="27019" y="44320"/>
                    <a:pt x="27186" y="44186"/>
                    <a:pt x="27353" y="44119"/>
                  </a:cubicBezTo>
                  <a:cubicBezTo>
                    <a:pt x="27520" y="44019"/>
                    <a:pt x="27653" y="43919"/>
                    <a:pt x="27820" y="43786"/>
                  </a:cubicBezTo>
                  <a:cubicBezTo>
                    <a:pt x="27953" y="43686"/>
                    <a:pt x="28120" y="43586"/>
                    <a:pt x="28254" y="43419"/>
                  </a:cubicBezTo>
                  <a:cubicBezTo>
                    <a:pt x="28354" y="43286"/>
                    <a:pt x="28487" y="43119"/>
                    <a:pt x="28587" y="42952"/>
                  </a:cubicBezTo>
                  <a:cubicBezTo>
                    <a:pt x="28687" y="42785"/>
                    <a:pt x="28787" y="42618"/>
                    <a:pt x="28854" y="42452"/>
                  </a:cubicBezTo>
                  <a:cubicBezTo>
                    <a:pt x="29521" y="41084"/>
                    <a:pt x="29688" y="39650"/>
                    <a:pt x="30088" y="38315"/>
                  </a:cubicBezTo>
                  <a:cubicBezTo>
                    <a:pt x="30288" y="37648"/>
                    <a:pt x="30489" y="37014"/>
                    <a:pt x="30789" y="36414"/>
                  </a:cubicBezTo>
                  <a:lnTo>
                    <a:pt x="31022" y="35947"/>
                  </a:lnTo>
                  <a:lnTo>
                    <a:pt x="31356" y="35513"/>
                  </a:lnTo>
                  <a:cubicBezTo>
                    <a:pt x="31589" y="35280"/>
                    <a:pt x="31789" y="34980"/>
                    <a:pt x="32023" y="34746"/>
                  </a:cubicBezTo>
                  <a:cubicBezTo>
                    <a:pt x="32957" y="33679"/>
                    <a:pt x="34158" y="32811"/>
                    <a:pt x="35592" y="32578"/>
                  </a:cubicBezTo>
                  <a:cubicBezTo>
                    <a:pt x="35792" y="32578"/>
                    <a:pt x="35959" y="32511"/>
                    <a:pt x="36126" y="32478"/>
                  </a:cubicBezTo>
                  <a:lnTo>
                    <a:pt x="36660" y="32444"/>
                  </a:lnTo>
                  <a:lnTo>
                    <a:pt x="36926" y="32444"/>
                  </a:lnTo>
                  <a:lnTo>
                    <a:pt x="37160" y="32478"/>
                  </a:lnTo>
                  <a:lnTo>
                    <a:pt x="37727" y="32511"/>
                  </a:lnTo>
                  <a:cubicBezTo>
                    <a:pt x="38461" y="32611"/>
                    <a:pt x="39161" y="32778"/>
                    <a:pt x="39895" y="33011"/>
                  </a:cubicBezTo>
                  <a:cubicBezTo>
                    <a:pt x="41330" y="33478"/>
                    <a:pt x="42764" y="34079"/>
                    <a:pt x="44198" y="34513"/>
                  </a:cubicBezTo>
                  <a:cubicBezTo>
                    <a:pt x="44966" y="34746"/>
                    <a:pt x="45733" y="34980"/>
                    <a:pt x="46500" y="35113"/>
                  </a:cubicBezTo>
                  <a:cubicBezTo>
                    <a:pt x="46878" y="35176"/>
                    <a:pt x="47263" y="35209"/>
                    <a:pt x="47649" y="35209"/>
                  </a:cubicBezTo>
                  <a:cubicBezTo>
                    <a:pt x="48081" y="35209"/>
                    <a:pt x="48512" y="35168"/>
                    <a:pt x="48935" y="35080"/>
                  </a:cubicBezTo>
                  <a:cubicBezTo>
                    <a:pt x="49702" y="34913"/>
                    <a:pt x="50469" y="34479"/>
                    <a:pt x="51103" y="33945"/>
                  </a:cubicBezTo>
                  <a:cubicBezTo>
                    <a:pt x="51670" y="33412"/>
                    <a:pt x="52171" y="32778"/>
                    <a:pt x="52604" y="32077"/>
                  </a:cubicBezTo>
                  <a:cubicBezTo>
                    <a:pt x="53438" y="30676"/>
                    <a:pt x="54005" y="29175"/>
                    <a:pt x="54672" y="27774"/>
                  </a:cubicBezTo>
                  <a:cubicBezTo>
                    <a:pt x="55006" y="27007"/>
                    <a:pt x="55406" y="26340"/>
                    <a:pt x="55773" y="25640"/>
                  </a:cubicBezTo>
                  <a:cubicBezTo>
                    <a:pt x="56174" y="24972"/>
                    <a:pt x="56641" y="24305"/>
                    <a:pt x="57141" y="23705"/>
                  </a:cubicBezTo>
                  <a:cubicBezTo>
                    <a:pt x="58142" y="22571"/>
                    <a:pt x="59443" y="21603"/>
                    <a:pt x="60810" y="20836"/>
                  </a:cubicBezTo>
                  <a:cubicBezTo>
                    <a:pt x="62245" y="20036"/>
                    <a:pt x="63679" y="19435"/>
                    <a:pt x="65113" y="18701"/>
                  </a:cubicBezTo>
                  <a:cubicBezTo>
                    <a:pt x="66581" y="18001"/>
                    <a:pt x="67949" y="17234"/>
                    <a:pt x="69250" y="16266"/>
                  </a:cubicBezTo>
                  <a:cubicBezTo>
                    <a:pt x="70517" y="15299"/>
                    <a:pt x="71618" y="14198"/>
                    <a:pt x="72819" y="13231"/>
                  </a:cubicBezTo>
                  <a:cubicBezTo>
                    <a:pt x="73986" y="12197"/>
                    <a:pt x="75254" y="11296"/>
                    <a:pt x="76588" y="10595"/>
                  </a:cubicBezTo>
                  <a:cubicBezTo>
                    <a:pt x="77255" y="10229"/>
                    <a:pt x="77956" y="9928"/>
                    <a:pt x="78656" y="9661"/>
                  </a:cubicBezTo>
                  <a:cubicBezTo>
                    <a:pt x="79357" y="9461"/>
                    <a:pt x="80091" y="9295"/>
                    <a:pt x="80824" y="9194"/>
                  </a:cubicBezTo>
                  <a:cubicBezTo>
                    <a:pt x="81191" y="9161"/>
                    <a:pt x="81592" y="9128"/>
                    <a:pt x="81959" y="9128"/>
                  </a:cubicBezTo>
                  <a:cubicBezTo>
                    <a:pt x="82326" y="9094"/>
                    <a:pt x="82692" y="9094"/>
                    <a:pt x="83093" y="9061"/>
                  </a:cubicBezTo>
                  <a:cubicBezTo>
                    <a:pt x="83827" y="8994"/>
                    <a:pt x="84527" y="8928"/>
                    <a:pt x="85294" y="8828"/>
                  </a:cubicBezTo>
                  <a:cubicBezTo>
                    <a:pt x="86762" y="8627"/>
                    <a:pt x="88196" y="8294"/>
                    <a:pt x="89531" y="7727"/>
                  </a:cubicBezTo>
                  <a:cubicBezTo>
                    <a:pt x="92199" y="6459"/>
                    <a:pt x="94267" y="4524"/>
                    <a:pt x="96536" y="3190"/>
                  </a:cubicBezTo>
                  <a:cubicBezTo>
                    <a:pt x="97670" y="2490"/>
                    <a:pt x="98837" y="1923"/>
                    <a:pt x="100005" y="1456"/>
                  </a:cubicBezTo>
                  <a:cubicBezTo>
                    <a:pt x="101172" y="989"/>
                    <a:pt x="102340" y="655"/>
                    <a:pt x="103541" y="555"/>
                  </a:cubicBezTo>
                  <a:cubicBezTo>
                    <a:pt x="104092" y="492"/>
                    <a:pt x="104643" y="459"/>
                    <a:pt x="105191" y="459"/>
                  </a:cubicBezTo>
                  <a:cubicBezTo>
                    <a:pt x="105803" y="459"/>
                    <a:pt x="106411" y="500"/>
                    <a:pt x="107010" y="588"/>
                  </a:cubicBezTo>
                  <a:cubicBezTo>
                    <a:pt x="107544" y="622"/>
                    <a:pt x="108111" y="788"/>
                    <a:pt x="108644" y="922"/>
                  </a:cubicBezTo>
                  <a:cubicBezTo>
                    <a:pt x="109178" y="1089"/>
                    <a:pt x="109678" y="1255"/>
                    <a:pt x="110179" y="1422"/>
                  </a:cubicBezTo>
                  <a:cubicBezTo>
                    <a:pt x="112180" y="2156"/>
                    <a:pt x="113848" y="3157"/>
                    <a:pt x="115383" y="4124"/>
                  </a:cubicBezTo>
                  <a:cubicBezTo>
                    <a:pt x="118518" y="5925"/>
                    <a:pt x="121487" y="6493"/>
                    <a:pt x="123455" y="6626"/>
                  </a:cubicBezTo>
                  <a:cubicBezTo>
                    <a:pt x="123855" y="6679"/>
                    <a:pt x="124213" y="6695"/>
                    <a:pt x="124532" y="6695"/>
                  </a:cubicBezTo>
                  <a:cubicBezTo>
                    <a:pt x="125011" y="6695"/>
                    <a:pt x="125403" y="6659"/>
                    <a:pt x="125723" y="6659"/>
                  </a:cubicBezTo>
                  <a:lnTo>
                    <a:pt x="126324" y="6659"/>
                  </a:lnTo>
                  <a:cubicBezTo>
                    <a:pt x="126457" y="6626"/>
                    <a:pt x="126524" y="6626"/>
                    <a:pt x="126524" y="6626"/>
                  </a:cubicBezTo>
                  <a:cubicBezTo>
                    <a:pt x="128354" y="6391"/>
                    <a:pt x="128729" y="6217"/>
                    <a:pt x="127618" y="6217"/>
                  </a:cubicBezTo>
                  <a:cubicBezTo>
                    <a:pt x="127311" y="6217"/>
                    <a:pt x="126891" y="6230"/>
                    <a:pt x="126357" y="6259"/>
                  </a:cubicBezTo>
                  <a:cubicBezTo>
                    <a:pt x="126357" y="6259"/>
                    <a:pt x="126257" y="6292"/>
                    <a:pt x="126157" y="6292"/>
                  </a:cubicBezTo>
                  <a:lnTo>
                    <a:pt x="125556" y="6292"/>
                  </a:lnTo>
                  <a:cubicBezTo>
                    <a:pt x="125271" y="6292"/>
                    <a:pt x="124908" y="6314"/>
                    <a:pt x="124464" y="6314"/>
                  </a:cubicBezTo>
                  <a:cubicBezTo>
                    <a:pt x="124130" y="6314"/>
                    <a:pt x="123750" y="6302"/>
                    <a:pt x="123322" y="6259"/>
                  </a:cubicBezTo>
                  <a:cubicBezTo>
                    <a:pt x="121387" y="6126"/>
                    <a:pt x="118518" y="5525"/>
                    <a:pt x="115383" y="3757"/>
                  </a:cubicBezTo>
                  <a:cubicBezTo>
                    <a:pt x="113848" y="2823"/>
                    <a:pt x="112147" y="1756"/>
                    <a:pt x="110145" y="989"/>
                  </a:cubicBezTo>
                  <a:cubicBezTo>
                    <a:pt x="109645" y="822"/>
                    <a:pt x="109145" y="655"/>
                    <a:pt x="108578" y="488"/>
                  </a:cubicBezTo>
                  <a:cubicBezTo>
                    <a:pt x="108044" y="355"/>
                    <a:pt x="107510" y="188"/>
                    <a:pt x="106910" y="155"/>
                  </a:cubicBezTo>
                  <a:cubicBezTo>
                    <a:pt x="106334" y="50"/>
                    <a:pt x="105722" y="0"/>
                    <a:pt x="105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43" name="Google Shape;1543;p11"/>
            <p:cNvSpPr/>
            <p:nvPr/>
          </p:nvSpPr>
          <p:spPr>
            <a:xfrm>
              <a:off x="4704375" y="4670050"/>
              <a:ext cx="445325" cy="247475"/>
            </a:xfrm>
            <a:custGeom>
              <a:avLst/>
              <a:gdLst/>
              <a:ahLst/>
              <a:cxnLst/>
              <a:rect l="l" t="t" r="r" b="b"/>
              <a:pathLst>
                <a:path w="17813" h="9899" extrusionOk="0">
                  <a:moveTo>
                    <a:pt x="3546" y="0"/>
                  </a:moveTo>
                  <a:cubicBezTo>
                    <a:pt x="2909" y="0"/>
                    <a:pt x="2293" y="245"/>
                    <a:pt x="1868" y="617"/>
                  </a:cubicBezTo>
                  <a:cubicBezTo>
                    <a:pt x="1268" y="1051"/>
                    <a:pt x="967" y="1651"/>
                    <a:pt x="701" y="2151"/>
                  </a:cubicBezTo>
                  <a:cubicBezTo>
                    <a:pt x="467" y="2685"/>
                    <a:pt x="267" y="3152"/>
                    <a:pt x="200" y="3552"/>
                  </a:cubicBezTo>
                  <a:cubicBezTo>
                    <a:pt x="133" y="3986"/>
                    <a:pt x="67" y="4320"/>
                    <a:pt x="33" y="4520"/>
                  </a:cubicBezTo>
                  <a:cubicBezTo>
                    <a:pt x="0" y="4720"/>
                    <a:pt x="0" y="4853"/>
                    <a:pt x="0" y="4853"/>
                  </a:cubicBezTo>
                  <a:cubicBezTo>
                    <a:pt x="0" y="4995"/>
                    <a:pt x="94" y="5071"/>
                    <a:pt x="187" y="5071"/>
                  </a:cubicBezTo>
                  <a:cubicBezTo>
                    <a:pt x="270" y="5071"/>
                    <a:pt x="351" y="5012"/>
                    <a:pt x="367" y="4887"/>
                  </a:cubicBezTo>
                  <a:cubicBezTo>
                    <a:pt x="367" y="4887"/>
                    <a:pt x="367" y="4787"/>
                    <a:pt x="400" y="4553"/>
                  </a:cubicBezTo>
                  <a:cubicBezTo>
                    <a:pt x="467" y="4353"/>
                    <a:pt x="500" y="4019"/>
                    <a:pt x="634" y="3653"/>
                  </a:cubicBezTo>
                  <a:cubicBezTo>
                    <a:pt x="701" y="3286"/>
                    <a:pt x="867" y="2819"/>
                    <a:pt x="1101" y="2352"/>
                  </a:cubicBezTo>
                  <a:cubicBezTo>
                    <a:pt x="1368" y="1885"/>
                    <a:pt x="1701" y="1384"/>
                    <a:pt x="2168" y="1051"/>
                  </a:cubicBezTo>
                  <a:cubicBezTo>
                    <a:pt x="2526" y="795"/>
                    <a:pt x="2962" y="638"/>
                    <a:pt x="3431" y="638"/>
                  </a:cubicBezTo>
                  <a:cubicBezTo>
                    <a:pt x="3574" y="638"/>
                    <a:pt x="3721" y="652"/>
                    <a:pt x="3869" y="684"/>
                  </a:cubicBezTo>
                  <a:cubicBezTo>
                    <a:pt x="4036" y="717"/>
                    <a:pt x="4170" y="784"/>
                    <a:pt x="4336" y="817"/>
                  </a:cubicBezTo>
                  <a:cubicBezTo>
                    <a:pt x="4470" y="817"/>
                    <a:pt x="4470" y="851"/>
                    <a:pt x="4537" y="884"/>
                  </a:cubicBezTo>
                  <a:cubicBezTo>
                    <a:pt x="4570" y="951"/>
                    <a:pt x="4670" y="984"/>
                    <a:pt x="4703" y="1017"/>
                  </a:cubicBezTo>
                  <a:cubicBezTo>
                    <a:pt x="4904" y="1217"/>
                    <a:pt x="5137" y="1518"/>
                    <a:pt x="5270" y="1818"/>
                  </a:cubicBezTo>
                  <a:cubicBezTo>
                    <a:pt x="5504" y="2118"/>
                    <a:pt x="5671" y="2452"/>
                    <a:pt x="5904" y="2785"/>
                  </a:cubicBezTo>
                  <a:cubicBezTo>
                    <a:pt x="6038" y="2885"/>
                    <a:pt x="6171" y="3052"/>
                    <a:pt x="6371" y="3186"/>
                  </a:cubicBezTo>
                  <a:cubicBezTo>
                    <a:pt x="6471" y="3286"/>
                    <a:pt x="6538" y="3286"/>
                    <a:pt x="6671" y="3352"/>
                  </a:cubicBezTo>
                  <a:cubicBezTo>
                    <a:pt x="6838" y="3386"/>
                    <a:pt x="6872" y="3386"/>
                    <a:pt x="7005" y="3452"/>
                  </a:cubicBezTo>
                  <a:lnTo>
                    <a:pt x="7305" y="3486"/>
                  </a:lnTo>
                  <a:lnTo>
                    <a:pt x="7572" y="3486"/>
                  </a:lnTo>
                  <a:cubicBezTo>
                    <a:pt x="7772" y="3486"/>
                    <a:pt x="7939" y="3452"/>
                    <a:pt x="8173" y="3386"/>
                  </a:cubicBezTo>
                  <a:cubicBezTo>
                    <a:pt x="8339" y="3352"/>
                    <a:pt x="8506" y="3286"/>
                    <a:pt x="8673" y="3186"/>
                  </a:cubicBezTo>
                  <a:cubicBezTo>
                    <a:pt x="8840" y="3152"/>
                    <a:pt x="9006" y="3052"/>
                    <a:pt x="9107" y="2985"/>
                  </a:cubicBezTo>
                  <a:cubicBezTo>
                    <a:pt x="9407" y="2852"/>
                    <a:pt x="9674" y="2719"/>
                    <a:pt x="9940" y="2652"/>
                  </a:cubicBezTo>
                  <a:lnTo>
                    <a:pt x="10174" y="2618"/>
                  </a:lnTo>
                  <a:cubicBezTo>
                    <a:pt x="10241" y="2552"/>
                    <a:pt x="10341" y="2552"/>
                    <a:pt x="10407" y="2552"/>
                  </a:cubicBezTo>
                  <a:lnTo>
                    <a:pt x="10874" y="2552"/>
                  </a:lnTo>
                  <a:cubicBezTo>
                    <a:pt x="11041" y="2552"/>
                    <a:pt x="11175" y="2618"/>
                    <a:pt x="11341" y="2618"/>
                  </a:cubicBezTo>
                  <a:cubicBezTo>
                    <a:pt x="11475" y="2652"/>
                    <a:pt x="11642" y="2685"/>
                    <a:pt x="11742" y="2785"/>
                  </a:cubicBezTo>
                  <a:cubicBezTo>
                    <a:pt x="12042" y="2885"/>
                    <a:pt x="12309" y="3119"/>
                    <a:pt x="12509" y="3352"/>
                  </a:cubicBezTo>
                  <a:cubicBezTo>
                    <a:pt x="12909" y="3853"/>
                    <a:pt x="13209" y="4520"/>
                    <a:pt x="13476" y="5154"/>
                  </a:cubicBezTo>
                  <a:cubicBezTo>
                    <a:pt x="13710" y="5787"/>
                    <a:pt x="13910" y="6455"/>
                    <a:pt x="14143" y="7055"/>
                  </a:cubicBezTo>
                  <a:cubicBezTo>
                    <a:pt x="14344" y="7689"/>
                    <a:pt x="14544" y="8289"/>
                    <a:pt x="14877" y="8790"/>
                  </a:cubicBezTo>
                  <a:cubicBezTo>
                    <a:pt x="15211" y="9223"/>
                    <a:pt x="15645" y="9657"/>
                    <a:pt x="16078" y="9790"/>
                  </a:cubicBezTo>
                  <a:cubicBezTo>
                    <a:pt x="16312" y="9874"/>
                    <a:pt x="16512" y="9899"/>
                    <a:pt x="16687" y="9899"/>
                  </a:cubicBezTo>
                  <a:cubicBezTo>
                    <a:pt x="16862" y="9899"/>
                    <a:pt x="17012" y="9874"/>
                    <a:pt x="17146" y="9857"/>
                  </a:cubicBezTo>
                  <a:cubicBezTo>
                    <a:pt x="17379" y="9824"/>
                    <a:pt x="17513" y="9790"/>
                    <a:pt x="17513" y="9790"/>
                  </a:cubicBezTo>
                  <a:cubicBezTo>
                    <a:pt x="17813" y="9657"/>
                    <a:pt x="17679" y="9357"/>
                    <a:pt x="17446" y="9290"/>
                  </a:cubicBezTo>
                  <a:cubicBezTo>
                    <a:pt x="17446" y="9273"/>
                    <a:pt x="17440" y="9267"/>
                    <a:pt x="17427" y="9267"/>
                  </a:cubicBezTo>
                  <a:cubicBezTo>
                    <a:pt x="17387" y="9267"/>
                    <a:pt x="17287" y="9323"/>
                    <a:pt x="17112" y="9323"/>
                  </a:cubicBezTo>
                  <a:cubicBezTo>
                    <a:pt x="17046" y="9334"/>
                    <a:pt x="16968" y="9342"/>
                    <a:pt x="16881" y="9342"/>
                  </a:cubicBezTo>
                  <a:cubicBezTo>
                    <a:pt x="16708" y="9342"/>
                    <a:pt x="16501" y="9312"/>
                    <a:pt x="16278" y="9223"/>
                  </a:cubicBezTo>
                  <a:cubicBezTo>
                    <a:pt x="15945" y="9123"/>
                    <a:pt x="15645" y="8823"/>
                    <a:pt x="15378" y="8356"/>
                  </a:cubicBezTo>
                  <a:cubicBezTo>
                    <a:pt x="15077" y="7889"/>
                    <a:pt x="14911" y="7355"/>
                    <a:pt x="14711" y="6721"/>
                  </a:cubicBezTo>
                  <a:cubicBezTo>
                    <a:pt x="14544" y="6154"/>
                    <a:pt x="14377" y="5454"/>
                    <a:pt x="14110" y="4787"/>
                  </a:cubicBezTo>
                  <a:cubicBezTo>
                    <a:pt x="13877" y="4120"/>
                    <a:pt x="13576" y="3386"/>
                    <a:pt x="13076" y="2785"/>
                  </a:cubicBezTo>
                  <a:cubicBezTo>
                    <a:pt x="12576" y="2151"/>
                    <a:pt x="11742" y="1718"/>
                    <a:pt x="10941" y="1718"/>
                  </a:cubicBezTo>
                  <a:cubicBezTo>
                    <a:pt x="10841" y="1701"/>
                    <a:pt x="10741" y="1693"/>
                    <a:pt x="10645" y="1693"/>
                  </a:cubicBezTo>
                  <a:cubicBezTo>
                    <a:pt x="10549" y="1693"/>
                    <a:pt x="10458" y="1701"/>
                    <a:pt x="10374" y="1718"/>
                  </a:cubicBezTo>
                  <a:cubicBezTo>
                    <a:pt x="10241" y="1785"/>
                    <a:pt x="10174" y="1785"/>
                    <a:pt x="10074" y="1785"/>
                  </a:cubicBezTo>
                  <a:lnTo>
                    <a:pt x="9807" y="1851"/>
                  </a:lnTo>
                  <a:cubicBezTo>
                    <a:pt x="9440" y="1985"/>
                    <a:pt x="9107" y="2151"/>
                    <a:pt x="8840" y="2285"/>
                  </a:cubicBezTo>
                  <a:cubicBezTo>
                    <a:pt x="8394" y="2547"/>
                    <a:pt x="7969" y="2727"/>
                    <a:pt x="7531" y="2727"/>
                  </a:cubicBezTo>
                  <a:cubicBezTo>
                    <a:pt x="7413" y="2727"/>
                    <a:pt x="7293" y="2714"/>
                    <a:pt x="7172" y="2685"/>
                  </a:cubicBezTo>
                  <a:cubicBezTo>
                    <a:pt x="6671" y="2685"/>
                    <a:pt x="6271" y="2051"/>
                    <a:pt x="5904" y="1451"/>
                  </a:cubicBezTo>
                  <a:cubicBezTo>
                    <a:pt x="5704" y="1151"/>
                    <a:pt x="5504" y="817"/>
                    <a:pt x="5170" y="517"/>
                  </a:cubicBezTo>
                  <a:cubicBezTo>
                    <a:pt x="5104" y="450"/>
                    <a:pt x="5004" y="350"/>
                    <a:pt x="4904" y="317"/>
                  </a:cubicBezTo>
                  <a:cubicBezTo>
                    <a:pt x="4837" y="283"/>
                    <a:pt x="4703" y="183"/>
                    <a:pt x="4603" y="183"/>
                  </a:cubicBezTo>
                  <a:cubicBezTo>
                    <a:pt x="4403" y="150"/>
                    <a:pt x="4236" y="117"/>
                    <a:pt x="4036" y="50"/>
                  </a:cubicBezTo>
                  <a:cubicBezTo>
                    <a:pt x="3873" y="16"/>
                    <a:pt x="3709" y="0"/>
                    <a:pt x="35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44" name="Google Shape;1544;p11"/>
            <p:cNvSpPr/>
            <p:nvPr/>
          </p:nvSpPr>
          <p:spPr>
            <a:xfrm>
              <a:off x="5421850" y="4209600"/>
              <a:ext cx="394975" cy="193250"/>
            </a:xfrm>
            <a:custGeom>
              <a:avLst/>
              <a:gdLst/>
              <a:ahLst/>
              <a:cxnLst/>
              <a:rect l="l" t="t" r="r" b="b"/>
              <a:pathLst>
                <a:path w="15799" h="7730" extrusionOk="0">
                  <a:moveTo>
                    <a:pt x="2764" y="0"/>
                  </a:moveTo>
                  <a:cubicBezTo>
                    <a:pt x="2541" y="0"/>
                    <a:pt x="2325" y="26"/>
                    <a:pt x="2123" y="88"/>
                  </a:cubicBezTo>
                  <a:cubicBezTo>
                    <a:pt x="1656" y="222"/>
                    <a:pt x="1222" y="455"/>
                    <a:pt x="989" y="755"/>
                  </a:cubicBezTo>
                  <a:cubicBezTo>
                    <a:pt x="722" y="1055"/>
                    <a:pt x="555" y="1389"/>
                    <a:pt x="455" y="1623"/>
                  </a:cubicBezTo>
                  <a:cubicBezTo>
                    <a:pt x="322" y="1923"/>
                    <a:pt x="222" y="2123"/>
                    <a:pt x="188" y="2323"/>
                  </a:cubicBezTo>
                  <a:cubicBezTo>
                    <a:pt x="55" y="2757"/>
                    <a:pt x="22" y="2957"/>
                    <a:pt x="22" y="2957"/>
                  </a:cubicBezTo>
                  <a:cubicBezTo>
                    <a:pt x="1" y="3081"/>
                    <a:pt x="133" y="3166"/>
                    <a:pt x="245" y="3166"/>
                  </a:cubicBezTo>
                  <a:cubicBezTo>
                    <a:pt x="314" y="3166"/>
                    <a:pt x="376" y="3133"/>
                    <a:pt x="388" y="3057"/>
                  </a:cubicBezTo>
                  <a:cubicBezTo>
                    <a:pt x="388" y="3057"/>
                    <a:pt x="455" y="2823"/>
                    <a:pt x="555" y="2456"/>
                  </a:cubicBezTo>
                  <a:cubicBezTo>
                    <a:pt x="722" y="2090"/>
                    <a:pt x="889" y="1556"/>
                    <a:pt x="1356" y="1089"/>
                  </a:cubicBezTo>
                  <a:cubicBezTo>
                    <a:pt x="1556" y="822"/>
                    <a:pt x="1856" y="655"/>
                    <a:pt x="2223" y="588"/>
                  </a:cubicBezTo>
                  <a:cubicBezTo>
                    <a:pt x="2409" y="542"/>
                    <a:pt x="2595" y="517"/>
                    <a:pt x="2784" y="517"/>
                  </a:cubicBezTo>
                  <a:cubicBezTo>
                    <a:pt x="3002" y="517"/>
                    <a:pt x="3225" y="550"/>
                    <a:pt x="3457" y="622"/>
                  </a:cubicBezTo>
                  <a:lnTo>
                    <a:pt x="3624" y="689"/>
                  </a:lnTo>
                  <a:cubicBezTo>
                    <a:pt x="3624" y="689"/>
                    <a:pt x="3657" y="689"/>
                    <a:pt x="3691" y="722"/>
                  </a:cubicBezTo>
                  <a:cubicBezTo>
                    <a:pt x="3791" y="789"/>
                    <a:pt x="3858" y="855"/>
                    <a:pt x="3958" y="922"/>
                  </a:cubicBezTo>
                  <a:cubicBezTo>
                    <a:pt x="4124" y="1055"/>
                    <a:pt x="4291" y="1256"/>
                    <a:pt x="4458" y="1422"/>
                  </a:cubicBezTo>
                  <a:cubicBezTo>
                    <a:pt x="4792" y="1789"/>
                    <a:pt x="5225" y="2256"/>
                    <a:pt x="5892" y="2390"/>
                  </a:cubicBezTo>
                  <a:lnTo>
                    <a:pt x="5859" y="2390"/>
                  </a:lnTo>
                  <a:cubicBezTo>
                    <a:pt x="5992" y="2423"/>
                    <a:pt x="6193" y="2523"/>
                    <a:pt x="6459" y="2523"/>
                  </a:cubicBezTo>
                  <a:cubicBezTo>
                    <a:pt x="6693" y="2523"/>
                    <a:pt x="6993" y="2456"/>
                    <a:pt x="7293" y="2356"/>
                  </a:cubicBezTo>
                  <a:cubicBezTo>
                    <a:pt x="7860" y="2123"/>
                    <a:pt x="8361" y="1756"/>
                    <a:pt x="8828" y="1623"/>
                  </a:cubicBezTo>
                  <a:cubicBezTo>
                    <a:pt x="8895" y="1623"/>
                    <a:pt x="8961" y="1589"/>
                    <a:pt x="8995" y="1589"/>
                  </a:cubicBezTo>
                  <a:lnTo>
                    <a:pt x="9128" y="1589"/>
                  </a:lnTo>
                  <a:cubicBezTo>
                    <a:pt x="9228" y="1623"/>
                    <a:pt x="9362" y="1623"/>
                    <a:pt x="9495" y="1689"/>
                  </a:cubicBezTo>
                  <a:cubicBezTo>
                    <a:pt x="9728" y="1756"/>
                    <a:pt x="9995" y="1789"/>
                    <a:pt x="10129" y="1956"/>
                  </a:cubicBezTo>
                  <a:cubicBezTo>
                    <a:pt x="10462" y="2223"/>
                    <a:pt x="10396" y="2790"/>
                    <a:pt x="10362" y="3424"/>
                  </a:cubicBezTo>
                  <a:cubicBezTo>
                    <a:pt x="10362" y="3724"/>
                    <a:pt x="10362" y="4058"/>
                    <a:pt x="10396" y="4391"/>
                  </a:cubicBezTo>
                  <a:cubicBezTo>
                    <a:pt x="10462" y="4725"/>
                    <a:pt x="10529" y="5058"/>
                    <a:pt x="10696" y="5359"/>
                  </a:cubicBezTo>
                  <a:cubicBezTo>
                    <a:pt x="11029" y="5926"/>
                    <a:pt x="11463" y="6359"/>
                    <a:pt x="11897" y="6726"/>
                  </a:cubicBezTo>
                  <a:cubicBezTo>
                    <a:pt x="12667" y="7325"/>
                    <a:pt x="13511" y="7729"/>
                    <a:pt x="14219" y="7729"/>
                  </a:cubicBezTo>
                  <a:cubicBezTo>
                    <a:pt x="14338" y="7729"/>
                    <a:pt x="14454" y="7718"/>
                    <a:pt x="14565" y="7694"/>
                  </a:cubicBezTo>
                  <a:cubicBezTo>
                    <a:pt x="14799" y="7694"/>
                    <a:pt x="14932" y="7593"/>
                    <a:pt x="15066" y="7560"/>
                  </a:cubicBezTo>
                  <a:cubicBezTo>
                    <a:pt x="15199" y="7460"/>
                    <a:pt x="15332" y="7393"/>
                    <a:pt x="15399" y="7360"/>
                  </a:cubicBezTo>
                  <a:cubicBezTo>
                    <a:pt x="15566" y="7227"/>
                    <a:pt x="15666" y="7126"/>
                    <a:pt x="15666" y="7126"/>
                  </a:cubicBezTo>
                  <a:cubicBezTo>
                    <a:pt x="15798" y="6968"/>
                    <a:pt x="15658" y="6830"/>
                    <a:pt x="15477" y="6830"/>
                  </a:cubicBezTo>
                  <a:cubicBezTo>
                    <a:pt x="15430" y="6830"/>
                    <a:pt x="15381" y="6839"/>
                    <a:pt x="15332" y="6860"/>
                  </a:cubicBezTo>
                  <a:cubicBezTo>
                    <a:pt x="15332" y="6860"/>
                    <a:pt x="15066" y="7193"/>
                    <a:pt x="14465" y="7260"/>
                  </a:cubicBezTo>
                  <a:cubicBezTo>
                    <a:pt x="14400" y="7270"/>
                    <a:pt x="14333" y="7275"/>
                    <a:pt x="14263" y="7275"/>
                  </a:cubicBezTo>
                  <a:cubicBezTo>
                    <a:pt x="13654" y="7275"/>
                    <a:pt x="12882" y="6891"/>
                    <a:pt x="12164" y="6293"/>
                  </a:cubicBezTo>
                  <a:cubicBezTo>
                    <a:pt x="11797" y="5926"/>
                    <a:pt x="11396" y="5525"/>
                    <a:pt x="11163" y="5058"/>
                  </a:cubicBezTo>
                  <a:cubicBezTo>
                    <a:pt x="10896" y="4625"/>
                    <a:pt x="10896" y="4058"/>
                    <a:pt x="10963" y="3457"/>
                  </a:cubicBezTo>
                  <a:cubicBezTo>
                    <a:pt x="10996" y="3190"/>
                    <a:pt x="11029" y="2823"/>
                    <a:pt x="10996" y="2490"/>
                  </a:cubicBezTo>
                  <a:cubicBezTo>
                    <a:pt x="10996" y="2156"/>
                    <a:pt x="10863" y="1756"/>
                    <a:pt x="10562" y="1456"/>
                  </a:cubicBezTo>
                  <a:cubicBezTo>
                    <a:pt x="10296" y="1156"/>
                    <a:pt x="9962" y="1089"/>
                    <a:pt x="9662" y="955"/>
                  </a:cubicBezTo>
                  <a:cubicBezTo>
                    <a:pt x="9495" y="955"/>
                    <a:pt x="9362" y="922"/>
                    <a:pt x="9195" y="889"/>
                  </a:cubicBezTo>
                  <a:lnTo>
                    <a:pt x="8895" y="889"/>
                  </a:lnTo>
                  <a:cubicBezTo>
                    <a:pt x="8828" y="889"/>
                    <a:pt x="8728" y="922"/>
                    <a:pt x="8661" y="922"/>
                  </a:cubicBezTo>
                  <a:cubicBezTo>
                    <a:pt x="7994" y="1122"/>
                    <a:pt x="7527" y="1522"/>
                    <a:pt x="7060" y="1689"/>
                  </a:cubicBezTo>
                  <a:cubicBezTo>
                    <a:pt x="6873" y="1783"/>
                    <a:pt x="6694" y="1811"/>
                    <a:pt x="6539" y="1811"/>
                  </a:cubicBezTo>
                  <a:cubicBezTo>
                    <a:pt x="6361" y="1811"/>
                    <a:pt x="6215" y="1774"/>
                    <a:pt x="6126" y="1756"/>
                  </a:cubicBezTo>
                  <a:lnTo>
                    <a:pt x="6059" y="1756"/>
                  </a:lnTo>
                  <a:cubicBezTo>
                    <a:pt x="5626" y="1689"/>
                    <a:pt x="5292" y="1389"/>
                    <a:pt x="4892" y="1022"/>
                  </a:cubicBezTo>
                  <a:cubicBezTo>
                    <a:pt x="4725" y="822"/>
                    <a:pt x="4525" y="622"/>
                    <a:pt x="4325" y="455"/>
                  </a:cubicBezTo>
                  <a:cubicBezTo>
                    <a:pt x="4225" y="322"/>
                    <a:pt x="4124" y="288"/>
                    <a:pt x="3991" y="222"/>
                  </a:cubicBezTo>
                  <a:lnTo>
                    <a:pt x="3891" y="155"/>
                  </a:lnTo>
                  <a:cubicBezTo>
                    <a:pt x="3858" y="155"/>
                    <a:pt x="3824" y="121"/>
                    <a:pt x="3791" y="121"/>
                  </a:cubicBezTo>
                  <a:lnTo>
                    <a:pt x="3557" y="88"/>
                  </a:lnTo>
                  <a:cubicBezTo>
                    <a:pt x="3290" y="35"/>
                    <a:pt x="3022" y="0"/>
                    <a:pt x="27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45" name="Google Shape;1545;p11"/>
            <p:cNvSpPr/>
            <p:nvPr/>
          </p:nvSpPr>
          <p:spPr>
            <a:xfrm>
              <a:off x="5409875" y="4757550"/>
              <a:ext cx="420950" cy="194200"/>
            </a:xfrm>
            <a:custGeom>
              <a:avLst/>
              <a:gdLst/>
              <a:ahLst/>
              <a:cxnLst/>
              <a:rect l="l" t="t" r="r" b="b"/>
              <a:pathLst>
                <a:path w="16838" h="7768" extrusionOk="0">
                  <a:moveTo>
                    <a:pt x="2026" y="1"/>
                  </a:moveTo>
                  <a:cubicBezTo>
                    <a:pt x="1861" y="1"/>
                    <a:pt x="1690" y="30"/>
                    <a:pt x="1535" y="119"/>
                  </a:cubicBezTo>
                  <a:cubicBezTo>
                    <a:pt x="1101" y="319"/>
                    <a:pt x="867" y="686"/>
                    <a:pt x="701" y="1020"/>
                  </a:cubicBezTo>
                  <a:cubicBezTo>
                    <a:pt x="534" y="1353"/>
                    <a:pt x="434" y="1687"/>
                    <a:pt x="300" y="2021"/>
                  </a:cubicBezTo>
                  <a:cubicBezTo>
                    <a:pt x="267" y="2121"/>
                    <a:pt x="267" y="2187"/>
                    <a:pt x="200" y="2287"/>
                  </a:cubicBezTo>
                  <a:lnTo>
                    <a:pt x="167" y="2521"/>
                  </a:lnTo>
                  <a:cubicBezTo>
                    <a:pt x="134" y="2688"/>
                    <a:pt x="100" y="2854"/>
                    <a:pt x="100" y="3021"/>
                  </a:cubicBezTo>
                  <a:cubicBezTo>
                    <a:pt x="0" y="4356"/>
                    <a:pt x="200" y="5523"/>
                    <a:pt x="367" y="6324"/>
                  </a:cubicBezTo>
                  <a:cubicBezTo>
                    <a:pt x="534" y="7158"/>
                    <a:pt x="701" y="7625"/>
                    <a:pt x="701" y="7625"/>
                  </a:cubicBezTo>
                  <a:cubicBezTo>
                    <a:pt x="743" y="7722"/>
                    <a:pt x="825" y="7767"/>
                    <a:pt x="905" y="7767"/>
                  </a:cubicBezTo>
                  <a:cubicBezTo>
                    <a:pt x="1016" y="7767"/>
                    <a:pt x="1120" y="7680"/>
                    <a:pt x="1101" y="7524"/>
                  </a:cubicBezTo>
                  <a:cubicBezTo>
                    <a:pt x="1101" y="7524"/>
                    <a:pt x="968" y="7057"/>
                    <a:pt x="834" y="6290"/>
                  </a:cubicBezTo>
                  <a:cubicBezTo>
                    <a:pt x="701" y="5490"/>
                    <a:pt x="534" y="4356"/>
                    <a:pt x="667" y="3121"/>
                  </a:cubicBezTo>
                  <a:cubicBezTo>
                    <a:pt x="667" y="2955"/>
                    <a:pt x="701" y="2821"/>
                    <a:pt x="767" y="2654"/>
                  </a:cubicBezTo>
                  <a:lnTo>
                    <a:pt x="801" y="2454"/>
                  </a:lnTo>
                  <a:cubicBezTo>
                    <a:pt x="834" y="2387"/>
                    <a:pt x="834" y="2321"/>
                    <a:pt x="867" y="2221"/>
                  </a:cubicBezTo>
                  <a:cubicBezTo>
                    <a:pt x="1001" y="1887"/>
                    <a:pt x="1134" y="1620"/>
                    <a:pt x="1301" y="1320"/>
                  </a:cubicBezTo>
                  <a:cubicBezTo>
                    <a:pt x="1468" y="1053"/>
                    <a:pt x="1668" y="786"/>
                    <a:pt x="1868" y="686"/>
                  </a:cubicBezTo>
                  <a:cubicBezTo>
                    <a:pt x="1944" y="643"/>
                    <a:pt x="2016" y="624"/>
                    <a:pt x="2089" y="624"/>
                  </a:cubicBezTo>
                  <a:cubicBezTo>
                    <a:pt x="2241" y="624"/>
                    <a:pt x="2399" y="707"/>
                    <a:pt x="2602" y="820"/>
                  </a:cubicBezTo>
                  <a:cubicBezTo>
                    <a:pt x="3136" y="1153"/>
                    <a:pt x="3636" y="1687"/>
                    <a:pt x="4203" y="2121"/>
                  </a:cubicBezTo>
                  <a:cubicBezTo>
                    <a:pt x="4503" y="2321"/>
                    <a:pt x="4804" y="2521"/>
                    <a:pt x="5137" y="2688"/>
                  </a:cubicBezTo>
                  <a:cubicBezTo>
                    <a:pt x="5304" y="2788"/>
                    <a:pt x="5504" y="2854"/>
                    <a:pt x="5671" y="2888"/>
                  </a:cubicBezTo>
                  <a:cubicBezTo>
                    <a:pt x="5871" y="2955"/>
                    <a:pt x="6038" y="2955"/>
                    <a:pt x="6205" y="2988"/>
                  </a:cubicBezTo>
                  <a:cubicBezTo>
                    <a:pt x="6293" y="2997"/>
                    <a:pt x="6383" y="3001"/>
                    <a:pt x="6475" y="3001"/>
                  </a:cubicBezTo>
                  <a:cubicBezTo>
                    <a:pt x="7074" y="3001"/>
                    <a:pt x="7728" y="2823"/>
                    <a:pt x="8306" y="2621"/>
                  </a:cubicBezTo>
                  <a:cubicBezTo>
                    <a:pt x="8831" y="2385"/>
                    <a:pt x="9315" y="2169"/>
                    <a:pt x="9773" y="2169"/>
                  </a:cubicBezTo>
                  <a:cubicBezTo>
                    <a:pt x="9897" y="2169"/>
                    <a:pt x="10020" y="2185"/>
                    <a:pt x="10141" y="2221"/>
                  </a:cubicBezTo>
                  <a:cubicBezTo>
                    <a:pt x="10674" y="2387"/>
                    <a:pt x="11175" y="2955"/>
                    <a:pt x="11608" y="3455"/>
                  </a:cubicBezTo>
                  <a:cubicBezTo>
                    <a:pt x="12009" y="3955"/>
                    <a:pt x="12342" y="4556"/>
                    <a:pt x="12676" y="5123"/>
                  </a:cubicBezTo>
                  <a:cubicBezTo>
                    <a:pt x="13009" y="5656"/>
                    <a:pt x="13376" y="6190"/>
                    <a:pt x="13877" y="6557"/>
                  </a:cubicBezTo>
                  <a:cubicBezTo>
                    <a:pt x="14260" y="6886"/>
                    <a:pt x="14757" y="6967"/>
                    <a:pt x="15144" y="6967"/>
                  </a:cubicBezTo>
                  <a:cubicBezTo>
                    <a:pt x="15228" y="6967"/>
                    <a:pt x="15306" y="6963"/>
                    <a:pt x="15378" y="6957"/>
                  </a:cubicBezTo>
                  <a:cubicBezTo>
                    <a:pt x="15811" y="6857"/>
                    <a:pt x="16145" y="6724"/>
                    <a:pt x="16345" y="6657"/>
                  </a:cubicBezTo>
                  <a:cubicBezTo>
                    <a:pt x="16545" y="6524"/>
                    <a:pt x="16679" y="6490"/>
                    <a:pt x="16679" y="6490"/>
                  </a:cubicBezTo>
                  <a:cubicBezTo>
                    <a:pt x="16837" y="6385"/>
                    <a:pt x="16807" y="6174"/>
                    <a:pt x="16639" y="6174"/>
                  </a:cubicBezTo>
                  <a:cubicBezTo>
                    <a:pt x="16595" y="6174"/>
                    <a:pt x="16541" y="6189"/>
                    <a:pt x="16479" y="6224"/>
                  </a:cubicBezTo>
                  <a:cubicBezTo>
                    <a:pt x="16479" y="6224"/>
                    <a:pt x="16379" y="6290"/>
                    <a:pt x="16178" y="6357"/>
                  </a:cubicBezTo>
                  <a:cubicBezTo>
                    <a:pt x="15978" y="6390"/>
                    <a:pt x="15678" y="6524"/>
                    <a:pt x="15311" y="6557"/>
                  </a:cubicBezTo>
                  <a:cubicBezTo>
                    <a:pt x="15246" y="6570"/>
                    <a:pt x="15175" y="6577"/>
                    <a:pt x="15101" y="6577"/>
                  </a:cubicBezTo>
                  <a:cubicBezTo>
                    <a:pt x="14798" y="6577"/>
                    <a:pt x="14439" y="6465"/>
                    <a:pt x="14144" y="6224"/>
                  </a:cubicBezTo>
                  <a:cubicBezTo>
                    <a:pt x="13777" y="5957"/>
                    <a:pt x="13443" y="5456"/>
                    <a:pt x="13143" y="4889"/>
                  </a:cubicBezTo>
                  <a:cubicBezTo>
                    <a:pt x="12843" y="4322"/>
                    <a:pt x="12509" y="3688"/>
                    <a:pt x="12109" y="3121"/>
                  </a:cubicBezTo>
                  <a:cubicBezTo>
                    <a:pt x="12009" y="2988"/>
                    <a:pt x="11875" y="2821"/>
                    <a:pt x="11775" y="2688"/>
                  </a:cubicBezTo>
                  <a:cubicBezTo>
                    <a:pt x="11642" y="2521"/>
                    <a:pt x="11475" y="2387"/>
                    <a:pt x="11342" y="2287"/>
                  </a:cubicBezTo>
                  <a:cubicBezTo>
                    <a:pt x="11041" y="2021"/>
                    <a:pt x="10708" y="1787"/>
                    <a:pt x="10308" y="1654"/>
                  </a:cubicBezTo>
                  <a:cubicBezTo>
                    <a:pt x="10106" y="1592"/>
                    <a:pt x="9904" y="1566"/>
                    <a:pt x="9706" y="1566"/>
                  </a:cubicBezTo>
                  <a:cubicBezTo>
                    <a:pt x="9478" y="1566"/>
                    <a:pt x="9254" y="1600"/>
                    <a:pt x="9040" y="1654"/>
                  </a:cubicBezTo>
                  <a:cubicBezTo>
                    <a:pt x="8673" y="1720"/>
                    <a:pt x="8339" y="1854"/>
                    <a:pt x="8006" y="1987"/>
                  </a:cubicBezTo>
                  <a:cubicBezTo>
                    <a:pt x="7437" y="2197"/>
                    <a:pt x="6895" y="2326"/>
                    <a:pt x="6379" y="2326"/>
                  </a:cubicBezTo>
                  <a:cubicBezTo>
                    <a:pt x="6321" y="2326"/>
                    <a:pt x="6263" y="2324"/>
                    <a:pt x="6205" y="2321"/>
                  </a:cubicBezTo>
                  <a:cubicBezTo>
                    <a:pt x="6105" y="2287"/>
                    <a:pt x="5938" y="2287"/>
                    <a:pt x="5804" y="2221"/>
                  </a:cubicBezTo>
                  <a:cubicBezTo>
                    <a:pt x="5638" y="2221"/>
                    <a:pt x="5504" y="2154"/>
                    <a:pt x="5371" y="2121"/>
                  </a:cubicBezTo>
                  <a:cubicBezTo>
                    <a:pt x="5137" y="1987"/>
                    <a:pt x="4837" y="1820"/>
                    <a:pt x="4603" y="1620"/>
                  </a:cubicBezTo>
                  <a:cubicBezTo>
                    <a:pt x="4036" y="1187"/>
                    <a:pt x="3536" y="686"/>
                    <a:pt x="2869" y="286"/>
                  </a:cubicBezTo>
                  <a:cubicBezTo>
                    <a:pt x="2669" y="153"/>
                    <a:pt x="2502" y="52"/>
                    <a:pt x="2268" y="19"/>
                  </a:cubicBezTo>
                  <a:cubicBezTo>
                    <a:pt x="2191" y="8"/>
                    <a:pt x="2109" y="1"/>
                    <a:pt x="20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46" name="Google Shape;1546;p11"/>
            <p:cNvSpPr/>
            <p:nvPr/>
          </p:nvSpPr>
          <p:spPr>
            <a:xfrm>
              <a:off x="4053900" y="4830250"/>
              <a:ext cx="454175" cy="196100"/>
            </a:xfrm>
            <a:custGeom>
              <a:avLst/>
              <a:gdLst/>
              <a:ahLst/>
              <a:cxnLst/>
              <a:rect l="l" t="t" r="r" b="b"/>
              <a:pathLst>
                <a:path w="18167" h="7844" extrusionOk="0">
                  <a:moveTo>
                    <a:pt x="9442" y="1"/>
                  </a:moveTo>
                  <a:cubicBezTo>
                    <a:pt x="9145" y="1"/>
                    <a:pt x="8857" y="38"/>
                    <a:pt x="8607" y="113"/>
                  </a:cubicBezTo>
                  <a:cubicBezTo>
                    <a:pt x="8507" y="147"/>
                    <a:pt x="8373" y="180"/>
                    <a:pt x="8273" y="180"/>
                  </a:cubicBezTo>
                  <a:lnTo>
                    <a:pt x="8340" y="180"/>
                  </a:lnTo>
                  <a:cubicBezTo>
                    <a:pt x="7906" y="280"/>
                    <a:pt x="7573" y="580"/>
                    <a:pt x="7339" y="847"/>
                  </a:cubicBezTo>
                  <a:cubicBezTo>
                    <a:pt x="7072" y="1147"/>
                    <a:pt x="6872" y="1448"/>
                    <a:pt x="6672" y="1648"/>
                  </a:cubicBezTo>
                  <a:cubicBezTo>
                    <a:pt x="6405" y="1848"/>
                    <a:pt x="6205" y="2015"/>
                    <a:pt x="5905" y="2081"/>
                  </a:cubicBezTo>
                  <a:cubicBezTo>
                    <a:pt x="5812" y="2092"/>
                    <a:pt x="5722" y="2099"/>
                    <a:pt x="5636" y="2099"/>
                  </a:cubicBezTo>
                  <a:cubicBezTo>
                    <a:pt x="5443" y="2099"/>
                    <a:pt x="5265" y="2063"/>
                    <a:pt x="5104" y="1948"/>
                  </a:cubicBezTo>
                  <a:cubicBezTo>
                    <a:pt x="4670" y="1648"/>
                    <a:pt x="4437" y="780"/>
                    <a:pt x="3670" y="347"/>
                  </a:cubicBezTo>
                  <a:lnTo>
                    <a:pt x="3536" y="280"/>
                  </a:lnTo>
                  <a:cubicBezTo>
                    <a:pt x="3436" y="247"/>
                    <a:pt x="3403" y="247"/>
                    <a:pt x="3370" y="247"/>
                  </a:cubicBezTo>
                  <a:lnTo>
                    <a:pt x="3103" y="180"/>
                  </a:lnTo>
                  <a:cubicBezTo>
                    <a:pt x="2936" y="113"/>
                    <a:pt x="2736" y="113"/>
                    <a:pt x="2569" y="113"/>
                  </a:cubicBezTo>
                  <a:cubicBezTo>
                    <a:pt x="2402" y="113"/>
                    <a:pt x="2202" y="147"/>
                    <a:pt x="2035" y="147"/>
                  </a:cubicBezTo>
                  <a:cubicBezTo>
                    <a:pt x="1835" y="180"/>
                    <a:pt x="1668" y="247"/>
                    <a:pt x="1502" y="313"/>
                  </a:cubicBezTo>
                  <a:cubicBezTo>
                    <a:pt x="1168" y="480"/>
                    <a:pt x="901" y="747"/>
                    <a:pt x="701" y="981"/>
                  </a:cubicBezTo>
                  <a:cubicBezTo>
                    <a:pt x="601" y="1114"/>
                    <a:pt x="534" y="1281"/>
                    <a:pt x="434" y="1414"/>
                  </a:cubicBezTo>
                  <a:cubicBezTo>
                    <a:pt x="401" y="1514"/>
                    <a:pt x="334" y="1681"/>
                    <a:pt x="267" y="1814"/>
                  </a:cubicBezTo>
                  <a:cubicBezTo>
                    <a:pt x="67" y="2348"/>
                    <a:pt x="34" y="2849"/>
                    <a:pt x="34" y="3282"/>
                  </a:cubicBezTo>
                  <a:cubicBezTo>
                    <a:pt x="0" y="3682"/>
                    <a:pt x="34" y="4016"/>
                    <a:pt x="34" y="4250"/>
                  </a:cubicBezTo>
                  <a:cubicBezTo>
                    <a:pt x="67" y="4450"/>
                    <a:pt x="67" y="4583"/>
                    <a:pt x="67" y="4583"/>
                  </a:cubicBezTo>
                  <a:cubicBezTo>
                    <a:pt x="82" y="4688"/>
                    <a:pt x="158" y="4739"/>
                    <a:pt x="237" y="4739"/>
                  </a:cubicBezTo>
                  <a:cubicBezTo>
                    <a:pt x="333" y="4739"/>
                    <a:pt x="434" y="4663"/>
                    <a:pt x="434" y="4516"/>
                  </a:cubicBezTo>
                  <a:lnTo>
                    <a:pt x="434" y="4183"/>
                  </a:lnTo>
                  <a:cubicBezTo>
                    <a:pt x="434" y="3983"/>
                    <a:pt x="434" y="3649"/>
                    <a:pt x="501" y="3282"/>
                  </a:cubicBezTo>
                  <a:cubicBezTo>
                    <a:pt x="501" y="2849"/>
                    <a:pt x="568" y="2415"/>
                    <a:pt x="734" y="1948"/>
                  </a:cubicBezTo>
                  <a:cubicBezTo>
                    <a:pt x="868" y="1481"/>
                    <a:pt x="1201" y="1014"/>
                    <a:pt x="1702" y="814"/>
                  </a:cubicBezTo>
                  <a:cubicBezTo>
                    <a:pt x="1835" y="747"/>
                    <a:pt x="2002" y="747"/>
                    <a:pt x="2102" y="680"/>
                  </a:cubicBezTo>
                  <a:cubicBezTo>
                    <a:pt x="2235" y="680"/>
                    <a:pt x="2324" y="665"/>
                    <a:pt x="2418" y="665"/>
                  </a:cubicBezTo>
                  <a:cubicBezTo>
                    <a:pt x="2465" y="665"/>
                    <a:pt x="2513" y="669"/>
                    <a:pt x="2569" y="680"/>
                  </a:cubicBezTo>
                  <a:cubicBezTo>
                    <a:pt x="2736" y="747"/>
                    <a:pt x="2869" y="747"/>
                    <a:pt x="3036" y="780"/>
                  </a:cubicBezTo>
                  <a:lnTo>
                    <a:pt x="3303" y="814"/>
                  </a:lnTo>
                  <a:cubicBezTo>
                    <a:pt x="3336" y="847"/>
                    <a:pt x="3370" y="847"/>
                    <a:pt x="3370" y="847"/>
                  </a:cubicBezTo>
                  <a:lnTo>
                    <a:pt x="3470" y="914"/>
                  </a:lnTo>
                  <a:cubicBezTo>
                    <a:pt x="3703" y="1014"/>
                    <a:pt x="3870" y="1281"/>
                    <a:pt x="4070" y="1581"/>
                  </a:cubicBezTo>
                  <a:cubicBezTo>
                    <a:pt x="4304" y="1848"/>
                    <a:pt x="4470" y="2181"/>
                    <a:pt x="4837" y="2482"/>
                  </a:cubicBezTo>
                  <a:cubicBezTo>
                    <a:pt x="5134" y="2704"/>
                    <a:pt x="5462" y="2798"/>
                    <a:pt x="5786" y="2798"/>
                  </a:cubicBezTo>
                  <a:cubicBezTo>
                    <a:pt x="6335" y="2798"/>
                    <a:pt x="6870" y="2526"/>
                    <a:pt x="7206" y="2148"/>
                  </a:cubicBezTo>
                  <a:cubicBezTo>
                    <a:pt x="7506" y="1915"/>
                    <a:pt x="7706" y="1614"/>
                    <a:pt x="7906" y="1347"/>
                  </a:cubicBezTo>
                  <a:cubicBezTo>
                    <a:pt x="8140" y="1147"/>
                    <a:pt x="8340" y="981"/>
                    <a:pt x="8540" y="947"/>
                  </a:cubicBezTo>
                  <a:lnTo>
                    <a:pt x="8573" y="947"/>
                  </a:lnTo>
                  <a:cubicBezTo>
                    <a:pt x="8673" y="914"/>
                    <a:pt x="8740" y="914"/>
                    <a:pt x="8873" y="880"/>
                  </a:cubicBezTo>
                  <a:cubicBezTo>
                    <a:pt x="9074" y="805"/>
                    <a:pt x="9274" y="768"/>
                    <a:pt x="9488" y="768"/>
                  </a:cubicBezTo>
                  <a:cubicBezTo>
                    <a:pt x="9559" y="768"/>
                    <a:pt x="9632" y="772"/>
                    <a:pt x="9707" y="780"/>
                  </a:cubicBezTo>
                  <a:cubicBezTo>
                    <a:pt x="10008" y="814"/>
                    <a:pt x="10241" y="947"/>
                    <a:pt x="10508" y="1114"/>
                  </a:cubicBezTo>
                  <a:cubicBezTo>
                    <a:pt x="10975" y="1481"/>
                    <a:pt x="11309" y="2115"/>
                    <a:pt x="11575" y="2782"/>
                  </a:cubicBezTo>
                  <a:cubicBezTo>
                    <a:pt x="12176" y="4083"/>
                    <a:pt x="12576" y="5550"/>
                    <a:pt x="13477" y="6651"/>
                  </a:cubicBezTo>
                  <a:cubicBezTo>
                    <a:pt x="13877" y="7252"/>
                    <a:pt x="14511" y="7619"/>
                    <a:pt x="15078" y="7752"/>
                  </a:cubicBezTo>
                  <a:cubicBezTo>
                    <a:pt x="15321" y="7820"/>
                    <a:pt x="15553" y="7843"/>
                    <a:pt x="15769" y="7843"/>
                  </a:cubicBezTo>
                  <a:cubicBezTo>
                    <a:pt x="16088" y="7843"/>
                    <a:pt x="16374" y="7792"/>
                    <a:pt x="16612" y="7752"/>
                  </a:cubicBezTo>
                  <a:cubicBezTo>
                    <a:pt x="16846" y="7719"/>
                    <a:pt x="17013" y="7619"/>
                    <a:pt x="17179" y="7585"/>
                  </a:cubicBezTo>
                  <a:cubicBezTo>
                    <a:pt x="17346" y="7552"/>
                    <a:pt x="17446" y="7485"/>
                    <a:pt x="17580" y="7452"/>
                  </a:cubicBezTo>
                  <a:cubicBezTo>
                    <a:pt x="17780" y="7385"/>
                    <a:pt x="17913" y="7318"/>
                    <a:pt x="17913" y="7318"/>
                  </a:cubicBezTo>
                  <a:cubicBezTo>
                    <a:pt x="18166" y="7224"/>
                    <a:pt x="18060" y="6949"/>
                    <a:pt x="17764" y="6949"/>
                  </a:cubicBezTo>
                  <a:cubicBezTo>
                    <a:pt x="17747" y="6949"/>
                    <a:pt x="17731" y="6950"/>
                    <a:pt x="17713" y="6951"/>
                  </a:cubicBezTo>
                  <a:cubicBezTo>
                    <a:pt x="17713" y="6951"/>
                    <a:pt x="17580" y="6985"/>
                    <a:pt x="17380" y="7085"/>
                  </a:cubicBezTo>
                  <a:cubicBezTo>
                    <a:pt x="17279" y="7118"/>
                    <a:pt x="17179" y="7152"/>
                    <a:pt x="17013" y="7185"/>
                  </a:cubicBezTo>
                  <a:cubicBezTo>
                    <a:pt x="16879" y="7252"/>
                    <a:pt x="16712" y="7285"/>
                    <a:pt x="16512" y="7318"/>
                  </a:cubicBezTo>
                  <a:cubicBezTo>
                    <a:pt x="16326" y="7365"/>
                    <a:pt x="16134" y="7390"/>
                    <a:pt x="15930" y="7390"/>
                  </a:cubicBezTo>
                  <a:cubicBezTo>
                    <a:pt x="15695" y="7390"/>
                    <a:pt x="15446" y="7357"/>
                    <a:pt x="15178" y="7285"/>
                  </a:cubicBezTo>
                  <a:cubicBezTo>
                    <a:pt x="14678" y="7152"/>
                    <a:pt x="14211" y="6818"/>
                    <a:pt x="13844" y="6318"/>
                  </a:cubicBezTo>
                  <a:cubicBezTo>
                    <a:pt x="13076" y="5317"/>
                    <a:pt x="12743" y="3849"/>
                    <a:pt x="12176" y="2482"/>
                  </a:cubicBezTo>
                  <a:cubicBezTo>
                    <a:pt x="11876" y="1781"/>
                    <a:pt x="11509" y="1081"/>
                    <a:pt x="10875" y="514"/>
                  </a:cubicBezTo>
                  <a:cubicBezTo>
                    <a:pt x="10541" y="280"/>
                    <a:pt x="10174" y="80"/>
                    <a:pt x="9741" y="13"/>
                  </a:cubicBezTo>
                  <a:cubicBezTo>
                    <a:pt x="9641" y="5"/>
                    <a:pt x="9541" y="1"/>
                    <a:pt x="94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47" name="Google Shape;1547;p11"/>
            <p:cNvSpPr/>
            <p:nvPr/>
          </p:nvSpPr>
          <p:spPr>
            <a:xfrm>
              <a:off x="5743975" y="3920375"/>
              <a:ext cx="416275" cy="161350"/>
            </a:xfrm>
            <a:custGeom>
              <a:avLst/>
              <a:gdLst/>
              <a:ahLst/>
              <a:cxnLst/>
              <a:rect l="l" t="t" r="r" b="b"/>
              <a:pathLst>
                <a:path w="16651" h="6454" extrusionOk="0">
                  <a:moveTo>
                    <a:pt x="3860" y="1"/>
                  </a:moveTo>
                  <a:cubicBezTo>
                    <a:pt x="3763" y="1"/>
                    <a:pt x="3682" y="15"/>
                    <a:pt x="3615" y="15"/>
                  </a:cubicBezTo>
                  <a:cubicBezTo>
                    <a:pt x="3515" y="82"/>
                    <a:pt x="3448" y="82"/>
                    <a:pt x="3381" y="82"/>
                  </a:cubicBezTo>
                  <a:cubicBezTo>
                    <a:pt x="3348" y="82"/>
                    <a:pt x="3281" y="116"/>
                    <a:pt x="3215" y="116"/>
                  </a:cubicBezTo>
                  <a:cubicBezTo>
                    <a:pt x="3148" y="116"/>
                    <a:pt x="3015" y="149"/>
                    <a:pt x="2948" y="182"/>
                  </a:cubicBezTo>
                  <a:cubicBezTo>
                    <a:pt x="2848" y="249"/>
                    <a:pt x="2814" y="282"/>
                    <a:pt x="2714" y="316"/>
                  </a:cubicBezTo>
                  <a:cubicBezTo>
                    <a:pt x="2614" y="416"/>
                    <a:pt x="2514" y="449"/>
                    <a:pt x="2447" y="482"/>
                  </a:cubicBezTo>
                  <a:lnTo>
                    <a:pt x="2481" y="482"/>
                  </a:lnTo>
                  <a:cubicBezTo>
                    <a:pt x="2014" y="683"/>
                    <a:pt x="1647" y="1116"/>
                    <a:pt x="1480" y="1483"/>
                  </a:cubicBezTo>
                  <a:cubicBezTo>
                    <a:pt x="1280" y="1883"/>
                    <a:pt x="1180" y="2250"/>
                    <a:pt x="1147" y="2584"/>
                  </a:cubicBezTo>
                  <a:cubicBezTo>
                    <a:pt x="1013" y="3184"/>
                    <a:pt x="980" y="3651"/>
                    <a:pt x="813" y="3985"/>
                  </a:cubicBezTo>
                  <a:cubicBezTo>
                    <a:pt x="646" y="4319"/>
                    <a:pt x="479" y="4485"/>
                    <a:pt x="346" y="4552"/>
                  </a:cubicBezTo>
                  <a:cubicBezTo>
                    <a:pt x="213" y="4685"/>
                    <a:pt x="146" y="4685"/>
                    <a:pt x="146" y="4685"/>
                  </a:cubicBezTo>
                  <a:cubicBezTo>
                    <a:pt x="0" y="4773"/>
                    <a:pt x="33" y="5038"/>
                    <a:pt x="220" y="5038"/>
                  </a:cubicBezTo>
                  <a:cubicBezTo>
                    <a:pt x="248" y="5038"/>
                    <a:pt x="278" y="5032"/>
                    <a:pt x="313" y="5019"/>
                  </a:cubicBezTo>
                  <a:cubicBezTo>
                    <a:pt x="313" y="5019"/>
                    <a:pt x="379" y="5019"/>
                    <a:pt x="546" y="4886"/>
                  </a:cubicBezTo>
                  <a:cubicBezTo>
                    <a:pt x="713" y="4786"/>
                    <a:pt x="980" y="4552"/>
                    <a:pt x="1180" y="4185"/>
                  </a:cubicBezTo>
                  <a:cubicBezTo>
                    <a:pt x="1380" y="3785"/>
                    <a:pt x="1480" y="3284"/>
                    <a:pt x="1614" y="2651"/>
                  </a:cubicBezTo>
                  <a:cubicBezTo>
                    <a:pt x="1714" y="2084"/>
                    <a:pt x="1947" y="1316"/>
                    <a:pt x="2681" y="983"/>
                  </a:cubicBezTo>
                  <a:lnTo>
                    <a:pt x="2714" y="983"/>
                  </a:lnTo>
                  <a:cubicBezTo>
                    <a:pt x="2781" y="949"/>
                    <a:pt x="2848" y="916"/>
                    <a:pt x="2981" y="849"/>
                  </a:cubicBezTo>
                  <a:cubicBezTo>
                    <a:pt x="3048" y="849"/>
                    <a:pt x="3115" y="816"/>
                    <a:pt x="3181" y="783"/>
                  </a:cubicBezTo>
                  <a:cubicBezTo>
                    <a:pt x="3281" y="783"/>
                    <a:pt x="3348" y="783"/>
                    <a:pt x="3448" y="716"/>
                  </a:cubicBezTo>
                  <a:cubicBezTo>
                    <a:pt x="3556" y="684"/>
                    <a:pt x="3671" y="665"/>
                    <a:pt x="3789" y="665"/>
                  </a:cubicBezTo>
                  <a:cubicBezTo>
                    <a:pt x="4037" y="665"/>
                    <a:pt x="4301" y="746"/>
                    <a:pt x="4549" y="949"/>
                  </a:cubicBezTo>
                  <a:cubicBezTo>
                    <a:pt x="4949" y="1250"/>
                    <a:pt x="5316" y="1750"/>
                    <a:pt x="5750" y="2250"/>
                  </a:cubicBezTo>
                  <a:cubicBezTo>
                    <a:pt x="5950" y="2484"/>
                    <a:pt x="6184" y="2717"/>
                    <a:pt x="6517" y="2951"/>
                  </a:cubicBezTo>
                  <a:cubicBezTo>
                    <a:pt x="6851" y="3151"/>
                    <a:pt x="7284" y="3184"/>
                    <a:pt x="7651" y="3184"/>
                  </a:cubicBezTo>
                  <a:lnTo>
                    <a:pt x="7851" y="3184"/>
                  </a:lnTo>
                  <a:cubicBezTo>
                    <a:pt x="7951" y="3151"/>
                    <a:pt x="8052" y="3151"/>
                    <a:pt x="8152" y="3118"/>
                  </a:cubicBezTo>
                  <a:cubicBezTo>
                    <a:pt x="8819" y="2817"/>
                    <a:pt x="9186" y="2284"/>
                    <a:pt x="9653" y="2084"/>
                  </a:cubicBezTo>
                  <a:cubicBezTo>
                    <a:pt x="9853" y="1950"/>
                    <a:pt x="10120" y="1917"/>
                    <a:pt x="10353" y="1917"/>
                  </a:cubicBezTo>
                  <a:cubicBezTo>
                    <a:pt x="10620" y="1917"/>
                    <a:pt x="10887" y="1984"/>
                    <a:pt x="11120" y="2117"/>
                  </a:cubicBezTo>
                  <a:cubicBezTo>
                    <a:pt x="11487" y="2317"/>
                    <a:pt x="11621" y="2984"/>
                    <a:pt x="11854" y="3585"/>
                  </a:cubicBezTo>
                  <a:cubicBezTo>
                    <a:pt x="11954" y="3751"/>
                    <a:pt x="11988" y="3852"/>
                    <a:pt x="12054" y="4018"/>
                  </a:cubicBezTo>
                  <a:cubicBezTo>
                    <a:pt x="12121" y="4118"/>
                    <a:pt x="12121" y="4152"/>
                    <a:pt x="12188" y="4285"/>
                  </a:cubicBezTo>
                  <a:lnTo>
                    <a:pt x="12321" y="4485"/>
                  </a:lnTo>
                  <a:cubicBezTo>
                    <a:pt x="12488" y="4752"/>
                    <a:pt x="12655" y="4986"/>
                    <a:pt x="12855" y="5186"/>
                  </a:cubicBezTo>
                  <a:cubicBezTo>
                    <a:pt x="13255" y="5653"/>
                    <a:pt x="13656" y="6086"/>
                    <a:pt x="14156" y="6287"/>
                  </a:cubicBezTo>
                  <a:cubicBezTo>
                    <a:pt x="14406" y="6403"/>
                    <a:pt x="14665" y="6453"/>
                    <a:pt x="14911" y="6453"/>
                  </a:cubicBezTo>
                  <a:cubicBezTo>
                    <a:pt x="15157" y="6453"/>
                    <a:pt x="15390" y="6403"/>
                    <a:pt x="15590" y="6320"/>
                  </a:cubicBezTo>
                  <a:cubicBezTo>
                    <a:pt x="15757" y="6253"/>
                    <a:pt x="15924" y="6153"/>
                    <a:pt x="16024" y="6086"/>
                  </a:cubicBezTo>
                  <a:cubicBezTo>
                    <a:pt x="16157" y="5986"/>
                    <a:pt x="16257" y="5920"/>
                    <a:pt x="16324" y="5820"/>
                  </a:cubicBezTo>
                  <a:cubicBezTo>
                    <a:pt x="16458" y="5653"/>
                    <a:pt x="16524" y="5586"/>
                    <a:pt x="16524" y="5586"/>
                  </a:cubicBezTo>
                  <a:cubicBezTo>
                    <a:pt x="16651" y="5460"/>
                    <a:pt x="16547" y="5295"/>
                    <a:pt x="16417" y="5295"/>
                  </a:cubicBezTo>
                  <a:cubicBezTo>
                    <a:pt x="16376" y="5295"/>
                    <a:pt x="16331" y="5312"/>
                    <a:pt x="16291" y="5353"/>
                  </a:cubicBezTo>
                  <a:lnTo>
                    <a:pt x="16057" y="5553"/>
                  </a:lnTo>
                  <a:cubicBezTo>
                    <a:pt x="15991" y="5653"/>
                    <a:pt x="15890" y="5686"/>
                    <a:pt x="15790" y="5786"/>
                  </a:cubicBezTo>
                  <a:cubicBezTo>
                    <a:pt x="15690" y="5853"/>
                    <a:pt x="15557" y="5953"/>
                    <a:pt x="15390" y="5986"/>
                  </a:cubicBezTo>
                  <a:cubicBezTo>
                    <a:pt x="15275" y="6044"/>
                    <a:pt x="15136" y="6077"/>
                    <a:pt x="14985" y="6077"/>
                  </a:cubicBezTo>
                  <a:cubicBezTo>
                    <a:pt x="14785" y="6077"/>
                    <a:pt x="14565" y="6019"/>
                    <a:pt x="14356" y="5886"/>
                  </a:cubicBezTo>
                  <a:cubicBezTo>
                    <a:pt x="13989" y="5686"/>
                    <a:pt x="13622" y="5319"/>
                    <a:pt x="13289" y="4886"/>
                  </a:cubicBezTo>
                  <a:cubicBezTo>
                    <a:pt x="13122" y="4685"/>
                    <a:pt x="12955" y="4452"/>
                    <a:pt x="12788" y="4185"/>
                  </a:cubicBezTo>
                  <a:lnTo>
                    <a:pt x="12655" y="3985"/>
                  </a:lnTo>
                  <a:cubicBezTo>
                    <a:pt x="12621" y="3985"/>
                    <a:pt x="12621" y="3852"/>
                    <a:pt x="12555" y="3818"/>
                  </a:cubicBezTo>
                  <a:cubicBezTo>
                    <a:pt x="12488" y="3685"/>
                    <a:pt x="12455" y="3518"/>
                    <a:pt x="12388" y="3385"/>
                  </a:cubicBezTo>
                  <a:cubicBezTo>
                    <a:pt x="12321" y="3118"/>
                    <a:pt x="12221" y="2817"/>
                    <a:pt x="12121" y="2484"/>
                  </a:cubicBezTo>
                  <a:cubicBezTo>
                    <a:pt x="11988" y="2150"/>
                    <a:pt x="11788" y="1783"/>
                    <a:pt x="11454" y="1550"/>
                  </a:cubicBezTo>
                  <a:cubicBezTo>
                    <a:pt x="11054" y="1350"/>
                    <a:pt x="10720" y="1283"/>
                    <a:pt x="10353" y="1216"/>
                  </a:cubicBezTo>
                  <a:cubicBezTo>
                    <a:pt x="10306" y="1212"/>
                    <a:pt x="10258" y="1210"/>
                    <a:pt x="10211" y="1210"/>
                  </a:cubicBezTo>
                  <a:cubicBezTo>
                    <a:pt x="9892" y="1210"/>
                    <a:pt x="9576" y="1305"/>
                    <a:pt x="9286" y="1450"/>
                  </a:cubicBezTo>
                  <a:cubicBezTo>
                    <a:pt x="8652" y="1783"/>
                    <a:pt x="8218" y="2284"/>
                    <a:pt x="7851" y="2384"/>
                  </a:cubicBezTo>
                  <a:cubicBezTo>
                    <a:pt x="7718" y="2451"/>
                    <a:pt x="7618" y="2451"/>
                    <a:pt x="7551" y="2451"/>
                  </a:cubicBezTo>
                  <a:lnTo>
                    <a:pt x="7518" y="2451"/>
                  </a:lnTo>
                  <a:cubicBezTo>
                    <a:pt x="7494" y="2452"/>
                    <a:pt x="7470" y="2453"/>
                    <a:pt x="7447" y="2453"/>
                  </a:cubicBezTo>
                  <a:cubicBezTo>
                    <a:pt x="7007" y="2453"/>
                    <a:pt x="6595" y="2162"/>
                    <a:pt x="6184" y="1750"/>
                  </a:cubicBezTo>
                  <a:cubicBezTo>
                    <a:pt x="5817" y="1283"/>
                    <a:pt x="5450" y="716"/>
                    <a:pt x="4883" y="349"/>
                  </a:cubicBezTo>
                  <a:cubicBezTo>
                    <a:pt x="4816" y="316"/>
                    <a:pt x="4783" y="282"/>
                    <a:pt x="4682" y="216"/>
                  </a:cubicBezTo>
                  <a:cubicBezTo>
                    <a:pt x="4649" y="182"/>
                    <a:pt x="4549" y="182"/>
                    <a:pt x="4482" y="149"/>
                  </a:cubicBezTo>
                  <a:cubicBezTo>
                    <a:pt x="4315" y="82"/>
                    <a:pt x="4182" y="82"/>
                    <a:pt x="4015" y="15"/>
                  </a:cubicBezTo>
                  <a:cubicBezTo>
                    <a:pt x="3960" y="4"/>
                    <a:pt x="3908" y="1"/>
                    <a:pt x="38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48" name="Google Shape;1548;p11"/>
            <p:cNvSpPr/>
            <p:nvPr/>
          </p:nvSpPr>
          <p:spPr>
            <a:xfrm>
              <a:off x="5752600" y="5140500"/>
              <a:ext cx="458700" cy="205450"/>
            </a:xfrm>
            <a:custGeom>
              <a:avLst/>
              <a:gdLst/>
              <a:ahLst/>
              <a:cxnLst/>
              <a:rect l="l" t="t" r="r" b="b"/>
              <a:pathLst>
                <a:path w="18348" h="8218" extrusionOk="0">
                  <a:moveTo>
                    <a:pt x="12508" y="0"/>
                  </a:moveTo>
                  <a:cubicBezTo>
                    <a:pt x="12453" y="0"/>
                    <a:pt x="12398" y="4"/>
                    <a:pt x="12343" y="12"/>
                  </a:cubicBezTo>
                  <a:cubicBezTo>
                    <a:pt x="12210" y="12"/>
                    <a:pt x="12143" y="45"/>
                    <a:pt x="12010" y="45"/>
                  </a:cubicBezTo>
                  <a:cubicBezTo>
                    <a:pt x="11943" y="45"/>
                    <a:pt x="11809" y="145"/>
                    <a:pt x="11676" y="179"/>
                  </a:cubicBezTo>
                  <a:cubicBezTo>
                    <a:pt x="11543" y="246"/>
                    <a:pt x="11476" y="312"/>
                    <a:pt x="11376" y="379"/>
                  </a:cubicBezTo>
                  <a:lnTo>
                    <a:pt x="11176" y="579"/>
                  </a:lnTo>
                  <a:cubicBezTo>
                    <a:pt x="10642" y="1180"/>
                    <a:pt x="10308" y="1813"/>
                    <a:pt x="9975" y="2347"/>
                  </a:cubicBezTo>
                  <a:cubicBezTo>
                    <a:pt x="9641" y="2881"/>
                    <a:pt x="9308" y="3515"/>
                    <a:pt x="8941" y="4082"/>
                  </a:cubicBezTo>
                  <a:cubicBezTo>
                    <a:pt x="8774" y="4382"/>
                    <a:pt x="8540" y="4682"/>
                    <a:pt x="8340" y="4882"/>
                  </a:cubicBezTo>
                  <a:lnTo>
                    <a:pt x="8274" y="4949"/>
                  </a:lnTo>
                  <a:lnTo>
                    <a:pt x="8174" y="5016"/>
                  </a:lnTo>
                  <a:cubicBezTo>
                    <a:pt x="8174" y="5049"/>
                    <a:pt x="8107" y="5082"/>
                    <a:pt x="8007" y="5082"/>
                  </a:cubicBezTo>
                  <a:cubicBezTo>
                    <a:pt x="7840" y="5149"/>
                    <a:pt x="7707" y="5149"/>
                    <a:pt x="7540" y="5149"/>
                  </a:cubicBezTo>
                  <a:cubicBezTo>
                    <a:pt x="6939" y="5149"/>
                    <a:pt x="6339" y="4682"/>
                    <a:pt x="5605" y="4382"/>
                  </a:cubicBezTo>
                  <a:cubicBezTo>
                    <a:pt x="5505" y="4348"/>
                    <a:pt x="5405" y="4315"/>
                    <a:pt x="5305" y="4315"/>
                  </a:cubicBezTo>
                  <a:cubicBezTo>
                    <a:pt x="5271" y="4315"/>
                    <a:pt x="5238" y="4248"/>
                    <a:pt x="5138" y="4248"/>
                  </a:cubicBezTo>
                  <a:lnTo>
                    <a:pt x="4971" y="4248"/>
                  </a:lnTo>
                  <a:cubicBezTo>
                    <a:pt x="4771" y="4248"/>
                    <a:pt x="4604" y="4248"/>
                    <a:pt x="4404" y="4315"/>
                  </a:cubicBezTo>
                  <a:cubicBezTo>
                    <a:pt x="4004" y="4348"/>
                    <a:pt x="3637" y="4449"/>
                    <a:pt x="3337" y="4682"/>
                  </a:cubicBezTo>
                  <a:cubicBezTo>
                    <a:pt x="2736" y="5049"/>
                    <a:pt x="2336" y="5616"/>
                    <a:pt x="2069" y="6116"/>
                  </a:cubicBezTo>
                  <a:cubicBezTo>
                    <a:pt x="1769" y="6583"/>
                    <a:pt x="1569" y="7050"/>
                    <a:pt x="1302" y="7351"/>
                  </a:cubicBezTo>
                  <a:cubicBezTo>
                    <a:pt x="1269" y="7417"/>
                    <a:pt x="1168" y="7517"/>
                    <a:pt x="1135" y="7551"/>
                  </a:cubicBezTo>
                  <a:cubicBezTo>
                    <a:pt x="1102" y="7584"/>
                    <a:pt x="1068" y="7617"/>
                    <a:pt x="968" y="7684"/>
                  </a:cubicBezTo>
                  <a:cubicBezTo>
                    <a:pt x="935" y="7684"/>
                    <a:pt x="835" y="7718"/>
                    <a:pt x="802" y="7751"/>
                  </a:cubicBezTo>
                  <a:cubicBezTo>
                    <a:pt x="735" y="7751"/>
                    <a:pt x="668" y="7784"/>
                    <a:pt x="635" y="7784"/>
                  </a:cubicBezTo>
                  <a:cubicBezTo>
                    <a:pt x="601" y="7784"/>
                    <a:pt x="568" y="7851"/>
                    <a:pt x="501" y="7851"/>
                  </a:cubicBezTo>
                  <a:lnTo>
                    <a:pt x="335" y="7851"/>
                  </a:lnTo>
                  <a:cubicBezTo>
                    <a:pt x="101" y="7851"/>
                    <a:pt x="1" y="8218"/>
                    <a:pt x="335" y="8218"/>
                  </a:cubicBezTo>
                  <a:lnTo>
                    <a:pt x="568" y="8218"/>
                  </a:lnTo>
                  <a:cubicBezTo>
                    <a:pt x="601" y="8218"/>
                    <a:pt x="635" y="8185"/>
                    <a:pt x="735" y="8185"/>
                  </a:cubicBezTo>
                  <a:cubicBezTo>
                    <a:pt x="968" y="8118"/>
                    <a:pt x="1335" y="7918"/>
                    <a:pt x="1635" y="7584"/>
                  </a:cubicBezTo>
                  <a:cubicBezTo>
                    <a:pt x="1936" y="7251"/>
                    <a:pt x="2169" y="6817"/>
                    <a:pt x="2469" y="6350"/>
                  </a:cubicBezTo>
                  <a:cubicBezTo>
                    <a:pt x="2770" y="5883"/>
                    <a:pt x="3137" y="5383"/>
                    <a:pt x="3637" y="5082"/>
                  </a:cubicBezTo>
                  <a:cubicBezTo>
                    <a:pt x="3904" y="4916"/>
                    <a:pt x="4237" y="4849"/>
                    <a:pt x="4504" y="4782"/>
                  </a:cubicBezTo>
                  <a:lnTo>
                    <a:pt x="5138" y="4782"/>
                  </a:lnTo>
                  <a:cubicBezTo>
                    <a:pt x="5138" y="4782"/>
                    <a:pt x="5171" y="4849"/>
                    <a:pt x="5238" y="4849"/>
                  </a:cubicBezTo>
                  <a:cubicBezTo>
                    <a:pt x="5271" y="4882"/>
                    <a:pt x="5338" y="4882"/>
                    <a:pt x="5438" y="4916"/>
                  </a:cubicBezTo>
                  <a:cubicBezTo>
                    <a:pt x="5738" y="5049"/>
                    <a:pt x="6072" y="5249"/>
                    <a:pt x="6406" y="5416"/>
                  </a:cubicBezTo>
                  <a:cubicBezTo>
                    <a:pt x="6739" y="5583"/>
                    <a:pt x="7106" y="5749"/>
                    <a:pt x="7573" y="5783"/>
                  </a:cubicBezTo>
                  <a:cubicBezTo>
                    <a:pt x="7645" y="5804"/>
                    <a:pt x="7715" y="5811"/>
                    <a:pt x="7783" y="5811"/>
                  </a:cubicBezTo>
                  <a:cubicBezTo>
                    <a:pt x="7934" y="5811"/>
                    <a:pt x="8079" y="5773"/>
                    <a:pt x="8240" y="5749"/>
                  </a:cubicBezTo>
                  <a:cubicBezTo>
                    <a:pt x="8340" y="5716"/>
                    <a:pt x="8440" y="5716"/>
                    <a:pt x="8574" y="5616"/>
                  </a:cubicBezTo>
                  <a:cubicBezTo>
                    <a:pt x="8607" y="5583"/>
                    <a:pt x="8674" y="5549"/>
                    <a:pt x="8741" y="5516"/>
                  </a:cubicBezTo>
                  <a:lnTo>
                    <a:pt x="8841" y="5383"/>
                  </a:lnTo>
                  <a:cubicBezTo>
                    <a:pt x="9141" y="5082"/>
                    <a:pt x="9341" y="4749"/>
                    <a:pt x="9575" y="4449"/>
                  </a:cubicBezTo>
                  <a:cubicBezTo>
                    <a:pt x="9975" y="3848"/>
                    <a:pt x="10308" y="3214"/>
                    <a:pt x="10642" y="2681"/>
                  </a:cubicBezTo>
                  <a:cubicBezTo>
                    <a:pt x="10976" y="2114"/>
                    <a:pt x="11342" y="1513"/>
                    <a:pt x="11776" y="1046"/>
                  </a:cubicBezTo>
                  <a:cubicBezTo>
                    <a:pt x="11809" y="946"/>
                    <a:pt x="11910" y="913"/>
                    <a:pt x="11943" y="879"/>
                  </a:cubicBezTo>
                  <a:cubicBezTo>
                    <a:pt x="11976" y="846"/>
                    <a:pt x="12076" y="746"/>
                    <a:pt x="12110" y="746"/>
                  </a:cubicBezTo>
                  <a:cubicBezTo>
                    <a:pt x="12143" y="713"/>
                    <a:pt x="12343" y="679"/>
                    <a:pt x="12477" y="679"/>
                  </a:cubicBezTo>
                  <a:cubicBezTo>
                    <a:pt x="12539" y="665"/>
                    <a:pt x="12599" y="659"/>
                    <a:pt x="12657" y="659"/>
                  </a:cubicBezTo>
                  <a:cubicBezTo>
                    <a:pt x="12876" y="659"/>
                    <a:pt x="13066" y="754"/>
                    <a:pt x="13277" y="913"/>
                  </a:cubicBezTo>
                  <a:cubicBezTo>
                    <a:pt x="13778" y="1346"/>
                    <a:pt x="14111" y="2013"/>
                    <a:pt x="14411" y="2647"/>
                  </a:cubicBezTo>
                  <a:cubicBezTo>
                    <a:pt x="14678" y="3248"/>
                    <a:pt x="14945" y="3915"/>
                    <a:pt x="15179" y="4549"/>
                  </a:cubicBezTo>
                  <a:cubicBezTo>
                    <a:pt x="15679" y="5749"/>
                    <a:pt x="16179" y="6884"/>
                    <a:pt x="16813" y="7517"/>
                  </a:cubicBezTo>
                  <a:cubicBezTo>
                    <a:pt x="17113" y="7851"/>
                    <a:pt x="17447" y="8018"/>
                    <a:pt x="17680" y="8084"/>
                  </a:cubicBezTo>
                  <a:cubicBezTo>
                    <a:pt x="17814" y="8118"/>
                    <a:pt x="17914" y="8185"/>
                    <a:pt x="17981" y="8185"/>
                  </a:cubicBezTo>
                  <a:lnTo>
                    <a:pt x="18081" y="8185"/>
                  </a:lnTo>
                  <a:cubicBezTo>
                    <a:pt x="18347" y="8185"/>
                    <a:pt x="18314" y="7884"/>
                    <a:pt x="18047" y="7851"/>
                  </a:cubicBezTo>
                  <a:lnTo>
                    <a:pt x="17981" y="7851"/>
                  </a:lnTo>
                  <a:cubicBezTo>
                    <a:pt x="17947" y="7784"/>
                    <a:pt x="17847" y="7784"/>
                    <a:pt x="17780" y="7751"/>
                  </a:cubicBezTo>
                  <a:cubicBezTo>
                    <a:pt x="17547" y="7684"/>
                    <a:pt x="17313" y="7517"/>
                    <a:pt x="17047" y="7217"/>
                  </a:cubicBezTo>
                  <a:cubicBezTo>
                    <a:pt x="16546" y="6617"/>
                    <a:pt x="16113" y="5583"/>
                    <a:pt x="15646" y="4348"/>
                  </a:cubicBezTo>
                  <a:cubicBezTo>
                    <a:pt x="15445" y="3715"/>
                    <a:pt x="15179" y="3048"/>
                    <a:pt x="14878" y="2380"/>
                  </a:cubicBezTo>
                  <a:cubicBezTo>
                    <a:pt x="14545" y="1713"/>
                    <a:pt x="14278" y="1013"/>
                    <a:pt x="13611" y="412"/>
                  </a:cubicBezTo>
                  <a:cubicBezTo>
                    <a:pt x="13317" y="206"/>
                    <a:pt x="12919" y="0"/>
                    <a:pt x="125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49" name="Google Shape;1549;p11"/>
            <p:cNvSpPr/>
            <p:nvPr/>
          </p:nvSpPr>
          <p:spPr>
            <a:xfrm>
              <a:off x="4787750" y="4697975"/>
              <a:ext cx="24225" cy="10875"/>
            </a:xfrm>
            <a:custGeom>
              <a:avLst/>
              <a:gdLst/>
              <a:ahLst/>
              <a:cxnLst/>
              <a:rect l="l" t="t" r="r" b="b"/>
              <a:pathLst>
                <a:path w="969" h="435" extrusionOk="0">
                  <a:moveTo>
                    <a:pt x="501" y="0"/>
                  </a:moveTo>
                  <a:cubicBezTo>
                    <a:pt x="301" y="0"/>
                    <a:pt x="34" y="167"/>
                    <a:pt x="34" y="167"/>
                  </a:cubicBezTo>
                  <a:cubicBezTo>
                    <a:pt x="1" y="167"/>
                    <a:pt x="67" y="401"/>
                    <a:pt x="67" y="401"/>
                  </a:cubicBezTo>
                  <a:cubicBezTo>
                    <a:pt x="67" y="401"/>
                    <a:pt x="334" y="434"/>
                    <a:pt x="501" y="434"/>
                  </a:cubicBezTo>
                  <a:cubicBezTo>
                    <a:pt x="668" y="434"/>
                    <a:pt x="901" y="334"/>
                    <a:pt x="901" y="334"/>
                  </a:cubicBezTo>
                  <a:cubicBezTo>
                    <a:pt x="901" y="334"/>
                    <a:pt x="901" y="100"/>
                    <a:pt x="968" y="100"/>
                  </a:cubicBezTo>
                  <a:cubicBezTo>
                    <a:pt x="968" y="100"/>
                    <a:pt x="668" y="0"/>
                    <a:pt x="5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50" name="Google Shape;1550;p11"/>
            <p:cNvSpPr/>
            <p:nvPr/>
          </p:nvSpPr>
          <p:spPr>
            <a:xfrm>
              <a:off x="4793600" y="4717150"/>
              <a:ext cx="27550" cy="12525"/>
            </a:xfrm>
            <a:custGeom>
              <a:avLst/>
              <a:gdLst/>
              <a:ahLst/>
              <a:cxnLst/>
              <a:rect l="l" t="t" r="r" b="b"/>
              <a:pathLst>
                <a:path w="1102" h="501" extrusionOk="0">
                  <a:moveTo>
                    <a:pt x="567" y="1"/>
                  </a:moveTo>
                  <a:cubicBezTo>
                    <a:pt x="334" y="1"/>
                    <a:pt x="0" y="134"/>
                    <a:pt x="0" y="134"/>
                  </a:cubicBezTo>
                  <a:lnTo>
                    <a:pt x="0" y="401"/>
                  </a:lnTo>
                  <a:cubicBezTo>
                    <a:pt x="0" y="401"/>
                    <a:pt x="334" y="501"/>
                    <a:pt x="567" y="501"/>
                  </a:cubicBezTo>
                  <a:cubicBezTo>
                    <a:pt x="767" y="501"/>
                    <a:pt x="1101" y="401"/>
                    <a:pt x="1101" y="401"/>
                  </a:cubicBezTo>
                  <a:lnTo>
                    <a:pt x="1101" y="134"/>
                  </a:lnTo>
                  <a:cubicBezTo>
                    <a:pt x="1101" y="134"/>
                    <a:pt x="767" y="1"/>
                    <a:pt x="5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51" name="Google Shape;1551;p11"/>
            <p:cNvSpPr/>
            <p:nvPr/>
          </p:nvSpPr>
          <p:spPr>
            <a:xfrm>
              <a:off x="4811950" y="4743850"/>
              <a:ext cx="14200" cy="12525"/>
            </a:xfrm>
            <a:custGeom>
              <a:avLst/>
              <a:gdLst/>
              <a:ahLst/>
              <a:cxnLst/>
              <a:rect l="l" t="t" r="r" b="b"/>
              <a:pathLst>
                <a:path w="568" h="501" extrusionOk="0">
                  <a:moveTo>
                    <a:pt x="267" y="0"/>
                  </a:moveTo>
                  <a:cubicBezTo>
                    <a:pt x="167" y="0"/>
                    <a:pt x="0" y="100"/>
                    <a:pt x="0" y="100"/>
                  </a:cubicBezTo>
                  <a:lnTo>
                    <a:pt x="0" y="367"/>
                  </a:lnTo>
                  <a:cubicBezTo>
                    <a:pt x="0" y="367"/>
                    <a:pt x="167" y="500"/>
                    <a:pt x="267" y="500"/>
                  </a:cubicBezTo>
                  <a:cubicBezTo>
                    <a:pt x="400" y="500"/>
                    <a:pt x="567" y="367"/>
                    <a:pt x="567" y="367"/>
                  </a:cubicBezTo>
                  <a:lnTo>
                    <a:pt x="567" y="100"/>
                  </a:lnTo>
                  <a:cubicBezTo>
                    <a:pt x="567" y="100"/>
                    <a:pt x="400"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52" name="Google Shape;1552;p11"/>
            <p:cNvSpPr/>
            <p:nvPr/>
          </p:nvSpPr>
          <p:spPr>
            <a:xfrm>
              <a:off x="4830275" y="4766350"/>
              <a:ext cx="27550" cy="14300"/>
            </a:xfrm>
            <a:custGeom>
              <a:avLst/>
              <a:gdLst/>
              <a:ahLst/>
              <a:cxnLst/>
              <a:rect l="l" t="t" r="r" b="b"/>
              <a:pathLst>
                <a:path w="1102" h="572" extrusionOk="0">
                  <a:moveTo>
                    <a:pt x="835" y="1"/>
                  </a:moveTo>
                  <a:cubicBezTo>
                    <a:pt x="835" y="1"/>
                    <a:pt x="635" y="34"/>
                    <a:pt x="468" y="101"/>
                  </a:cubicBezTo>
                  <a:cubicBezTo>
                    <a:pt x="301" y="134"/>
                    <a:pt x="1" y="234"/>
                    <a:pt x="1" y="234"/>
                  </a:cubicBezTo>
                  <a:lnTo>
                    <a:pt x="1" y="501"/>
                  </a:lnTo>
                  <a:cubicBezTo>
                    <a:pt x="1" y="501"/>
                    <a:pt x="177" y="572"/>
                    <a:pt x="376" y="572"/>
                  </a:cubicBezTo>
                  <a:cubicBezTo>
                    <a:pt x="451" y="572"/>
                    <a:pt x="529" y="562"/>
                    <a:pt x="601" y="534"/>
                  </a:cubicBezTo>
                  <a:cubicBezTo>
                    <a:pt x="701" y="534"/>
                    <a:pt x="868" y="468"/>
                    <a:pt x="968" y="334"/>
                  </a:cubicBezTo>
                  <a:cubicBezTo>
                    <a:pt x="1035" y="268"/>
                    <a:pt x="1102" y="134"/>
                    <a:pt x="1102" y="134"/>
                  </a:cubicBezTo>
                  <a:cubicBezTo>
                    <a:pt x="1035" y="101"/>
                    <a:pt x="868" y="1"/>
                    <a:pt x="8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53" name="Google Shape;1553;p11"/>
            <p:cNvSpPr/>
            <p:nvPr/>
          </p:nvSpPr>
          <p:spPr>
            <a:xfrm>
              <a:off x="4972050" y="4750175"/>
              <a:ext cx="27550" cy="12400"/>
            </a:xfrm>
            <a:custGeom>
              <a:avLst/>
              <a:gdLst/>
              <a:ahLst/>
              <a:cxnLst/>
              <a:rect l="l" t="t" r="r" b="b"/>
              <a:pathLst>
                <a:path w="1102" h="496" extrusionOk="0">
                  <a:moveTo>
                    <a:pt x="494" y="1"/>
                  </a:moveTo>
                  <a:cubicBezTo>
                    <a:pt x="396" y="1"/>
                    <a:pt x="299" y="32"/>
                    <a:pt x="201" y="81"/>
                  </a:cubicBezTo>
                  <a:cubicBezTo>
                    <a:pt x="101" y="114"/>
                    <a:pt x="1" y="181"/>
                    <a:pt x="1" y="181"/>
                  </a:cubicBezTo>
                  <a:lnTo>
                    <a:pt x="134" y="414"/>
                  </a:lnTo>
                  <a:cubicBezTo>
                    <a:pt x="134" y="414"/>
                    <a:pt x="334" y="448"/>
                    <a:pt x="501" y="481"/>
                  </a:cubicBezTo>
                  <a:cubicBezTo>
                    <a:pt x="557" y="492"/>
                    <a:pt x="631" y="496"/>
                    <a:pt x="705" y="496"/>
                  </a:cubicBezTo>
                  <a:cubicBezTo>
                    <a:pt x="853" y="496"/>
                    <a:pt x="1001" y="481"/>
                    <a:pt x="1001" y="481"/>
                  </a:cubicBezTo>
                  <a:cubicBezTo>
                    <a:pt x="1035" y="448"/>
                    <a:pt x="1101" y="247"/>
                    <a:pt x="1035" y="247"/>
                  </a:cubicBezTo>
                  <a:cubicBezTo>
                    <a:pt x="1035" y="247"/>
                    <a:pt x="801" y="81"/>
                    <a:pt x="601" y="14"/>
                  </a:cubicBezTo>
                  <a:cubicBezTo>
                    <a:pt x="565" y="5"/>
                    <a:pt x="530" y="1"/>
                    <a:pt x="4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54" name="Google Shape;1554;p11"/>
            <p:cNvSpPr/>
            <p:nvPr/>
          </p:nvSpPr>
          <p:spPr>
            <a:xfrm>
              <a:off x="4985400" y="4788025"/>
              <a:ext cx="31700" cy="11700"/>
            </a:xfrm>
            <a:custGeom>
              <a:avLst/>
              <a:gdLst/>
              <a:ahLst/>
              <a:cxnLst/>
              <a:rect l="l" t="t" r="r" b="b"/>
              <a:pathLst>
                <a:path w="1268" h="468" extrusionOk="0">
                  <a:moveTo>
                    <a:pt x="634" y="1"/>
                  </a:moveTo>
                  <a:cubicBezTo>
                    <a:pt x="501" y="1"/>
                    <a:pt x="334" y="68"/>
                    <a:pt x="234" y="134"/>
                  </a:cubicBezTo>
                  <a:cubicBezTo>
                    <a:pt x="100" y="168"/>
                    <a:pt x="0" y="268"/>
                    <a:pt x="0" y="268"/>
                  </a:cubicBezTo>
                  <a:lnTo>
                    <a:pt x="134" y="468"/>
                  </a:lnTo>
                  <a:lnTo>
                    <a:pt x="634" y="468"/>
                  </a:lnTo>
                  <a:cubicBezTo>
                    <a:pt x="768" y="468"/>
                    <a:pt x="934" y="435"/>
                    <a:pt x="1068" y="401"/>
                  </a:cubicBezTo>
                  <a:cubicBezTo>
                    <a:pt x="1168" y="335"/>
                    <a:pt x="1268" y="268"/>
                    <a:pt x="1268" y="268"/>
                  </a:cubicBezTo>
                  <a:lnTo>
                    <a:pt x="1168" y="68"/>
                  </a:lnTo>
                  <a:lnTo>
                    <a:pt x="1001" y="68"/>
                  </a:lnTo>
                  <a:cubicBezTo>
                    <a:pt x="901" y="68"/>
                    <a:pt x="768" y="1"/>
                    <a:pt x="6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55" name="Google Shape;1555;p11"/>
            <p:cNvSpPr/>
            <p:nvPr/>
          </p:nvSpPr>
          <p:spPr>
            <a:xfrm>
              <a:off x="4986225" y="4769700"/>
              <a:ext cx="23375" cy="12525"/>
            </a:xfrm>
            <a:custGeom>
              <a:avLst/>
              <a:gdLst/>
              <a:ahLst/>
              <a:cxnLst/>
              <a:rect l="l" t="t" r="r" b="b"/>
              <a:pathLst>
                <a:path w="935" h="501" extrusionOk="0">
                  <a:moveTo>
                    <a:pt x="434" y="0"/>
                  </a:moveTo>
                  <a:cubicBezTo>
                    <a:pt x="268" y="0"/>
                    <a:pt x="1" y="100"/>
                    <a:pt x="1" y="100"/>
                  </a:cubicBezTo>
                  <a:lnTo>
                    <a:pt x="1" y="367"/>
                  </a:lnTo>
                  <a:cubicBezTo>
                    <a:pt x="1" y="367"/>
                    <a:pt x="301" y="500"/>
                    <a:pt x="468" y="500"/>
                  </a:cubicBezTo>
                  <a:cubicBezTo>
                    <a:pt x="668" y="500"/>
                    <a:pt x="935" y="334"/>
                    <a:pt x="935" y="334"/>
                  </a:cubicBezTo>
                  <a:cubicBezTo>
                    <a:pt x="935" y="300"/>
                    <a:pt x="901" y="67"/>
                    <a:pt x="835" y="33"/>
                  </a:cubicBezTo>
                  <a:cubicBezTo>
                    <a:pt x="835" y="33"/>
                    <a:pt x="601" y="0"/>
                    <a:pt x="4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56" name="Google Shape;1556;p11"/>
            <p:cNvSpPr/>
            <p:nvPr/>
          </p:nvSpPr>
          <p:spPr>
            <a:xfrm>
              <a:off x="4993725" y="4816150"/>
              <a:ext cx="31725" cy="13600"/>
            </a:xfrm>
            <a:custGeom>
              <a:avLst/>
              <a:gdLst/>
              <a:ahLst/>
              <a:cxnLst/>
              <a:rect l="l" t="t" r="r" b="b"/>
              <a:pathLst>
                <a:path w="1269" h="544" extrusionOk="0">
                  <a:moveTo>
                    <a:pt x="803" y="1"/>
                  </a:moveTo>
                  <a:cubicBezTo>
                    <a:pt x="746" y="1"/>
                    <a:pt x="688" y="3"/>
                    <a:pt x="635" y="10"/>
                  </a:cubicBezTo>
                  <a:cubicBezTo>
                    <a:pt x="501" y="43"/>
                    <a:pt x="335" y="110"/>
                    <a:pt x="234" y="177"/>
                  </a:cubicBezTo>
                  <a:cubicBezTo>
                    <a:pt x="101" y="277"/>
                    <a:pt x="1" y="344"/>
                    <a:pt x="1" y="344"/>
                  </a:cubicBezTo>
                  <a:lnTo>
                    <a:pt x="134" y="544"/>
                  </a:lnTo>
                  <a:cubicBezTo>
                    <a:pt x="134" y="544"/>
                    <a:pt x="234" y="510"/>
                    <a:pt x="335" y="510"/>
                  </a:cubicBezTo>
                  <a:cubicBezTo>
                    <a:pt x="385" y="494"/>
                    <a:pt x="451" y="494"/>
                    <a:pt x="514" y="494"/>
                  </a:cubicBezTo>
                  <a:cubicBezTo>
                    <a:pt x="576" y="494"/>
                    <a:pt x="635" y="494"/>
                    <a:pt x="668" y="477"/>
                  </a:cubicBezTo>
                  <a:cubicBezTo>
                    <a:pt x="902" y="444"/>
                    <a:pt x="1269" y="277"/>
                    <a:pt x="1269" y="277"/>
                  </a:cubicBezTo>
                  <a:cubicBezTo>
                    <a:pt x="1269" y="277"/>
                    <a:pt x="1235" y="43"/>
                    <a:pt x="1269" y="43"/>
                  </a:cubicBezTo>
                  <a:cubicBezTo>
                    <a:pt x="1269" y="43"/>
                    <a:pt x="1034" y="1"/>
                    <a:pt x="8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57" name="Google Shape;1557;p11"/>
            <p:cNvSpPr/>
            <p:nvPr/>
          </p:nvSpPr>
          <p:spPr>
            <a:xfrm>
              <a:off x="5013750" y="4835575"/>
              <a:ext cx="31725" cy="16700"/>
            </a:xfrm>
            <a:custGeom>
              <a:avLst/>
              <a:gdLst/>
              <a:ahLst/>
              <a:cxnLst/>
              <a:rect l="l" t="t" r="r" b="b"/>
              <a:pathLst>
                <a:path w="1269" h="668" extrusionOk="0">
                  <a:moveTo>
                    <a:pt x="1068" y="0"/>
                  </a:moveTo>
                  <a:cubicBezTo>
                    <a:pt x="1068" y="0"/>
                    <a:pt x="701" y="0"/>
                    <a:pt x="501" y="67"/>
                  </a:cubicBezTo>
                  <a:cubicBezTo>
                    <a:pt x="401" y="100"/>
                    <a:pt x="234" y="200"/>
                    <a:pt x="167" y="267"/>
                  </a:cubicBezTo>
                  <a:lnTo>
                    <a:pt x="1" y="434"/>
                  </a:lnTo>
                  <a:lnTo>
                    <a:pt x="134" y="667"/>
                  </a:lnTo>
                  <a:cubicBezTo>
                    <a:pt x="134" y="667"/>
                    <a:pt x="201" y="601"/>
                    <a:pt x="334" y="601"/>
                  </a:cubicBezTo>
                  <a:cubicBezTo>
                    <a:pt x="401" y="567"/>
                    <a:pt x="601" y="567"/>
                    <a:pt x="668" y="534"/>
                  </a:cubicBezTo>
                  <a:cubicBezTo>
                    <a:pt x="868" y="434"/>
                    <a:pt x="1201" y="234"/>
                    <a:pt x="1201" y="234"/>
                  </a:cubicBezTo>
                  <a:cubicBezTo>
                    <a:pt x="1268" y="234"/>
                    <a:pt x="1168" y="34"/>
                    <a:pt x="10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58" name="Google Shape;1558;p11"/>
            <p:cNvSpPr/>
            <p:nvPr/>
          </p:nvSpPr>
          <p:spPr>
            <a:xfrm>
              <a:off x="5030425" y="4861425"/>
              <a:ext cx="20875" cy="13375"/>
            </a:xfrm>
            <a:custGeom>
              <a:avLst/>
              <a:gdLst/>
              <a:ahLst/>
              <a:cxnLst/>
              <a:rect l="l" t="t" r="r" b="b"/>
              <a:pathLst>
                <a:path w="835" h="535" extrusionOk="0">
                  <a:moveTo>
                    <a:pt x="801" y="0"/>
                  </a:moveTo>
                  <a:cubicBezTo>
                    <a:pt x="801" y="0"/>
                    <a:pt x="534" y="0"/>
                    <a:pt x="368" y="34"/>
                  </a:cubicBezTo>
                  <a:cubicBezTo>
                    <a:pt x="234" y="134"/>
                    <a:pt x="34" y="301"/>
                    <a:pt x="34" y="301"/>
                  </a:cubicBezTo>
                  <a:cubicBezTo>
                    <a:pt x="1" y="301"/>
                    <a:pt x="101" y="534"/>
                    <a:pt x="101" y="534"/>
                  </a:cubicBezTo>
                  <a:cubicBezTo>
                    <a:pt x="101" y="534"/>
                    <a:pt x="334" y="534"/>
                    <a:pt x="501" y="501"/>
                  </a:cubicBezTo>
                  <a:cubicBezTo>
                    <a:pt x="668" y="467"/>
                    <a:pt x="835" y="234"/>
                    <a:pt x="835" y="234"/>
                  </a:cubicBezTo>
                  <a:cubicBezTo>
                    <a:pt x="835" y="234"/>
                    <a:pt x="801" y="34"/>
                    <a:pt x="8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59" name="Google Shape;1559;p11"/>
            <p:cNvSpPr/>
            <p:nvPr/>
          </p:nvSpPr>
          <p:spPr>
            <a:xfrm>
              <a:off x="5066300" y="4913125"/>
              <a:ext cx="25875" cy="12525"/>
            </a:xfrm>
            <a:custGeom>
              <a:avLst/>
              <a:gdLst/>
              <a:ahLst/>
              <a:cxnLst/>
              <a:rect l="l" t="t" r="r" b="b"/>
              <a:pathLst>
                <a:path w="1035" h="501" extrusionOk="0">
                  <a:moveTo>
                    <a:pt x="500" y="1"/>
                  </a:moveTo>
                  <a:cubicBezTo>
                    <a:pt x="267" y="67"/>
                    <a:pt x="0" y="167"/>
                    <a:pt x="0" y="167"/>
                  </a:cubicBezTo>
                  <a:lnTo>
                    <a:pt x="0" y="434"/>
                  </a:lnTo>
                  <a:cubicBezTo>
                    <a:pt x="0" y="434"/>
                    <a:pt x="334" y="501"/>
                    <a:pt x="534" y="501"/>
                  </a:cubicBezTo>
                  <a:cubicBezTo>
                    <a:pt x="734" y="468"/>
                    <a:pt x="1034" y="334"/>
                    <a:pt x="1034" y="334"/>
                  </a:cubicBezTo>
                  <a:lnTo>
                    <a:pt x="1034" y="101"/>
                  </a:lnTo>
                  <a:cubicBezTo>
                    <a:pt x="1034" y="101"/>
                    <a:pt x="701" y="1"/>
                    <a:pt x="5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60" name="Google Shape;1560;p11"/>
            <p:cNvSpPr/>
            <p:nvPr/>
          </p:nvSpPr>
          <p:spPr>
            <a:xfrm>
              <a:off x="5042100" y="4889775"/>
              <a:ext cx="25875" cy="17025"/>
            </a:xfrm>
            <a:custGeom>
              <a:avLst/>
              <a:gdLst/>
              <a:ahLst/>
              <a:cxnLst/>
              <a:rect l="l" t="t" r="r" b="b"/>
              <a:pathLst>
                <a:path w="1035" h="681" extrusionOk="0">
                  <a:moveTo>
                    <a:pt x="868" y="1"/>
                  </a:moveTo>
                  <a:cubicBezTo>
                    <a:pt x="868" y="1"/>
                    <a:pt x="534" y="67"/>
                    <a:pt x="401" y="167"/>
                  </a:cubicBezTo>
                  <a:cubicBezTo>
                    <a:pt x="334" y="167"/>
                    <a:pt x="234" y="234"/>
                    <a:pt x="167" y="267"/>
                  </a:cubicBezTo>
                  <a:lnTo>
                    <a:pt x="1" y="367"/>
                  </a:lnTo>
                  <a:lnTo>
                    <a:pt x="1" y="601"/>
                  </a:lnTo>
                  <a:cubicBezTo>
                    <a:pt x="1" y="601"/>
                    <a:pt x="67" y="668"/>
                    <a:pt x="201" y="668"/>
                  </a:cubicBezTo>
                  <a:cubicBezTo>
                    <a:pt x="237" y="677"/>
                    <a:pt x="275" y="681"/>
                    <a:pt x="314" y="681"/>
                  </a:cubicBezTo>
                  <a:cubicBezTo>
                    <a:pt x="421" y="681"/>
                    <a:pt x="537" y="650"/>
                    <a:pt x="634" y="601"/>
                  </a:cubicBezTo>
                  <a:cubicBezTo>
                    <a:pt x="868" y="501"/>
                    <a:pt x="1035" y="201"/>
                    <a:pt x="1035" y="201"/>
                  </a:cubicBezTo>
                  <a:cubicBezTo>
                    <a:pt x="1035" y="201"/>
                    <a:pt x="901" y="34"/>
                    <a:pt x="8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61" name="Google Shape;1561;p11"/>
            <p:cNvSpPr/>
            <p:nvPr/>
          </p:nvSpPr>
          <p:spPr>
            <a:xfrm>
              <a:off x="4116450" y="4858075"/>
              <a:ext cx="18375" cy="12550"/>
            </a:xfrm>
            <a:custGeom>
              <a:avLst/>
              <a:gdLst/>
              <a:ahLst/>
              <a:cxnLst/>
              <a:rect l="l" t="t" r="r" b="b"/>
              <a:pathLst>
                <a:path w="735" h="502" extrusionOk="0">
                  <a:moveTo>
                    <a:pt x="334" y="1"/>
                  </a:moveTo>
                  <a:cubicBezTo>
                    <a:pt x="234" y="34"/>
                    <a:pt x="134" y="101"/>
                    <a:pt x="67" y="168"/>
                  </a:cubicBezTo>
                  <a:cubicBezTo>
                    <a:pt x="34" y="234"/>
                    <a:pt x="0" y="301"/>
                    <a:pt x="0" y="301"/>
                  </a:cubicBezTo>
                  <a:lnTo>
                    <a:pt x="134" y="501"/>
                  </a:lnTo>
                  <a:lnTo>
                    <a:pt x="467" y="501"/>
                  </a:lnTo>
                  <a:cubicBezTo>
                    <a:pt x="501" y="501"/>
                    <a:pt x="534" y="468"/>
                    <a:pt x="634" y="435"/>
                  </a:cubicBezTo>
                  <a:cubicBezTo>
                    <a:pt x="701" y="368"/>
                    <a:pt x="734" y="335"/>
                    <a:pt x="734" y="335"/>
                  </a:cubicBezTo>
                  <a:lnTo>
                    <a:pt x="734" y="34"/>
                  </a:lnTo>
                  <a:cubicBezTo>
                    <a:pt x="734" y="34"/>
                    <a:pt x="701" y="34"/>
                    <a:pt x="6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62" name="Google Shape;1562;p11"/>
            <p:cNvSpPr/>
            <p:nvPr/>
          </p:nvSpPr>
          <p:spPr>
            <a:xfrm>
              <a:off x="4125625" y="4868925"/>
              <a:ext cx="16700" cy="16700"/>
            </a:xfrm>
            <a:custGeom>
              <a:avLst/>
              <a:gdLst/>
              <a:ahLst/>
              <a:cxnLst/>
              <a:rect l="l" t="t" r="r" b="b"/>
              <a:pathLst>
                <a:path w="668" h="668" extrusionOk="0">
                  <a:moveTo>
                    <a:pt x="534" y="1"/>
                  </a:moveTo>
                  <a:cubicBezTo>
                    <a:pt x="534" y="1"/>
                    <a:pt x="300" y="67"/>
                    <a:pt x="167" y="167"/>
                  </a:cubicBezTo>
                  <a:cubicBezTo>
                    <a:pt x="34" y="267"/>
                    <a:pt x="0" y="534"/>
                    <a:pt x="0" y="534"/>
                  </a:cubicBezTo>
                  <a:cubicBezTo>
                    <a:pt x="0" y="534"/>
                    <a:pt x="167" y="668"/>
                    <a:pt x="200" y="668"/>
                  </a:cubicBezTo>
                  <a:cubicBezTo>
                    <a:pt x="200" y="668"/>
                    <a:pt x="434" y="568"/>
                    <a:pt x="501" y="501"/>
                  </a:cubicBezTo>
                  <a:cubicBezTo>
                    <a:pt x="601" y="401"/>
                    <a:pt x="667" y="201"/>
                    <a:pt x="667" y="201"/>
                  </a:cubicBezTo>
                  <a:lnTo>
                    <a:pt x="53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63" name="Google Shape;1563;p11"/>
            <p:cNvSpPr/>
            <p:nvPr/>
          </p:nvSpPr>
          <p:spPr>
            <a:xfrm>
              <a:off x="4141450" y="4883100"/>
              <a:ext cx="13375" cy="17550"/>
            </a:xfrm>
            <a:custGeom>
              <a:avLst/>
              <a:gdLst/>
              <a:ahLst/>
              <a:cxnLst/>
              <a:rect l="l" t="t" r="r" b="b"/>
              <a:pathLst>
                <a:path w="535" h="702" extrusionOk="0">
                  <a:moveTo>
                    <a:pt x="301" y="1"/>
                  </a:moveTo>
                  <a:cubicBezTo>
                    <a:pt x="301" y="1"/>
                    <a:pt x="68" y="134"/>
                    <a:pt x="34" y="268"/>
                  </a:cubicBezTo>
                  <a:cubicBezTo>
                    <a:pt x="1" y="368"/>
                    <a:pt x="1" y="634"/>
                    <a:pt x="1" y="634"/>
                  </a:cubicBezTo>
                  <a:cubicBezTo>
                    <a:pt x="1" y="634"/>
                    <a:pt x="201" y="668"/>
                    <a:pt x="234" y="701"/>
                  </a:cubicBezTo>
                  <a:cubicBezTo>
                    <a:pt x="234" y="701"/>
                    <a:pt x="468" y="601"/>
                    <a:pt x="501" y="468"/>
                  </a:cubicBezTo>
                  <a:cubicBezTo>
                    <a:pt x="535" y="334"/>
                    <a:pt x="535" y="101"/>
                    <a:pt x="535" y="101"/>
                  </a:cubicBezTo>
                  <a:lnTo>
                    <a:pt x="3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64" name="Google Shape;1564;p11"/>
            <p:cNvSpPr/>
            <p:nvPr/>
          </p:nvSpPr>
          <p:spPr>
            <a:xfrm>
              <a:off x="4289075" y="4866425"/>
              <a:ext cx="15850" cy="20875"/>
            </a:xfrm>
            <a:custGeom>
              <a:avLst/>
              <a:gdLst/>
              <a:ahLst/>
              <a:cxnLst/>
              <a:rect l="l" t="t" r="r" b="b"/>
              <a:pathLst>
                <a:path w="634" h="835" extrusionOk="0">
                  <a:moveTo>
                    <a:pt x="501" y="1"/>
                  </a:moveTo>
                  <a:lnTo>
                    <a:pt x="334" y="101"/>
                  </a:lnTo>
                  <a:cubicBezTo>
                    <a:pt x="267" y="134"/>
                    <a:pt x="167" y="201"/>
                    <a:pt x="134" y="301"/>
                  </a:cubicBezTo>
                  <a:cubicBezTo>
                    <a:pt x="67" y="468"/>
                    <a:pt x="0" y="668"/>
                    <a:pt x="0" y="668"/>
                  </a:cubicBezTo>
                  <a:cubicBezTo>
                    <a:pt x="0" y="701"/>
                    <a:pt x="167" y="834"/>
                    <a:pt x="167" y="834"/>
                  </a:cubicBezTo>
                  <a:cubicBezTo>
                    <a:pt x="167" y="834"/>
                    <a:pt x="234" y="801"/>
                    <a:pt x="300" y="768"/>
                  </a:cubicBezTo>
                  <a:cubicBezTo>
                    <a:pt x="400" y="668"/>
                    <a:pt x="467" y="634"/>
                    <a:pt x="501" y="534"/>
                  </a:cubicBezTo>
                  <a:cubicBezTo>
                    <a:pt x="601" y="434"/>
                    <a:pt x="634" y="201"/>
                    <a:pt x="634" y="201"/>
                  </a:cubicBezTo>
                  <a:lnTo>
                    <a:pt x="5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65" name="Google Shape;1565;p11"/>
            <p:cNvSpPr/>
            <p:nvPr/>
          </p:nvSpPr>
          <p:spPr>
            <a:xfrm>
              <a:off x="4308250" y="4888100"/>
              <a:ext cx="17525" cy="27550"/>
            </a:xfrm>
            <a:custGeom>
              <a:avLst/>
              <a:gdLst/>
              <a:ahLst/>
              <a:cxnLst/>
              <a:rect l="l" t="t" r="r" b="b"/>
              <a:pathLst>
                <a:path w="701" h="1102" extrusionOk="0">
                  <a:moveTo>
                    <a:pt x="401" y="1"/>
                  </a:moveTo>
                  <a:cubicBezTo>
                    <a:pt x="401" y="1"/>
                    <a:pt x="301" y="268"/>
                    <a:pt x="167" y="434"/>
                  </a:cubicBezTo>
                  <a:cubicBezTo>
                    <a:pt x="134" y="501"/>
                    <a:pt x="67" y="635"/>
                    <a:pt x="34" y="768"/>
                  </a:cubicBezTo>
                  <a:cubicBezTo>
                    <a:pt x="0" y="901"/>
                    <a:pt x="0" y="968"/>
                    <a:pt x="0" y="968"/>
                  </a:cubicBezTo>
                  <a:cubicBezTo>
                    <a:pt x="0" y="968"/>
                    <a:pt x="201" y="1068"/>
                    <a:pt x="301" y="1102"/>
                  </a:cubicBezTo>
                  <a:lnTo>
                    <a:pt x="401" y="968"/>
                  </a:lnTo>
                  <a:cubicBezTo>
                    <a:pt x="467" y="901"/>
                    <a:pt x="567" y="768"/>
                    <a:pt x="634" y="668"/>
                  </a:cubicBezTo>
                  <a:cubicBezTo>
                    <a:pt x="668" y="568"/>
                    <a:pt x="701" y="401"/>
                    <a:pt x="701" y="268"/>
                  </a:cubicBezTo>
                  <a:cubicBezTo>
                    <a:pt x="701" y="134"/>
                    <a:pt x="668" y="1"/>
                    <a:pt x="6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66" name="Google Shape;1566;p11"/>
            <p:cNvSpPr/>
            <p:nvPr/>
          </p:nvSpPr>
          <p:spPr>
            <a:xfrm>
              <a:off x="4326600" y="4920625"/>
              <a:ext cx="14200" cy="20875"/>
            </a:xfrm>
            <a:custGeom>
              <a:avLst/>
              <a:gdLst/>
              <a:ahLst/>
              <a:cxnLst/>
              <a:rect l="l" t="t" r="r" b="b"/>
              <a:pathLst>
                <a:path w="568" h="835" extrusionOk="0">
                  <a:moveTo>
                    <a:pt x="267" y="1"/>
                  </a:moveTo>
                  <a:cubicBezTo>
                    <a:pt x="267" y="1"/>
                    <a:pt x="234" y="34"/>
                    <a:pt x="167" y="134"/>
                  </a:cubicBezTo>
                  <a:cubicBezTo>
                    <a:pt x="134" y="168"/>
                    <a:pt x="67" y="268"/>
                    <a:pt x="67" y="334"/>
                  </a:cubicBezTo>
                  <a:cubicBezTo>
                    <a:pt x="0" y="501"/>
                    <a:pt x="67" y="801"/>
                    <a:pt x="67" y="801"/>
                  </a:cubicBezTo>
                  <a:cubicBezTo>
                    <a:pt x="100" y="801"/>
                    <a:pt x="300" y="835"/>
                    <a:pt x="300" y="835"/>
                  </a:cubicBezTo>
                  <a:cubicBezTo>
                    <a:pt x="300" y="835"/>
                    <a:pt x="501" y="635"/>
                    <a:pt x="567" y="468"/>
                  </a:cubicBezTo>
                  <a:lnTo>
                    <a:pt x="567" y="168"/>
                  </a:lnTo>
                  <a:cubicBezTo>
                    <a:pt x="567" y="101"/>
                    <a:pt x="501" y="1"/>
                    <a:pt x="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67" name="Google Shape;1567;p11"/>
            <p:cNvSpPr/>
            <p:nvPr/>
          </p:nvSpPr>
          <p:spPr>
            <a:xfrm>
              <a:off x="4344100" y="4954825"/>
              <a:ext cx="13375" cy="20025"/>
            </a:xfrm>
            <a:custGeom>
              <a:avLst/>
              <a:gdLst/>
              <a:ahLst/>
              <a:cxnLst/>
              <a:rect l="l" t="t" r="r" b="b"/>
              <a:pathLst>
                <a:path w="535" h="801" extrusionOk="0">
                  <a:moveTo>
                    <a:pt x="168" y="0"/>
                  </a:moveTo>
                  <a:cubicBezTo>
                    <a:pt x="168" y="0"/>
                    <a:pt x="134" y="67"/>
                    <a:pt x="101" y="134"/>
                  </a:cubicBezTo>
                  <a:cubicBezTo>
                    <a:pt x="67" y="234"/>
                    <a:pt x="1" y="267"/>
                    <a:pt x="1" y="334"/>
                  </a:cubicBezTo>
                  <a:cubicBezTo>
                    <a:pt x="1" y="467"/>
                    <a:pt x="67" y="734"/>
                    <a:pt x="67" y="734"/>
                  </a:cubicBezTo>
                  <a:cubicBezTo>
                    <a:pt x="67" y="768"/>
                    <a:pt x="268" y="801"/>
                    <a:pt x="301" y="801"/>
                  </a:cubicBezTo>
                  <a:cubicBezTo>
                    <a:pt x="301" y="801"/>
                    <a:pt x="468" y="634"/>
                    <a:pt x="534" y="467"/>
                  </a:cubicBezTo>
                  <a:cubicBezTo>
                    <a:pt x="534" y="401"/>
                    <a:pt x="468" y="267"/>
                    <a:pt x="468" y="167"/>
                  </a:cubicBezTo>
                  <a:cubicBezTo>
                    <a:pt x="468" y="67"/>
                    <a:pt x="434" y="0"/>
                    <a:pt x="4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68" name="Google Shape;1568;p11"/>
            <p:cNvSpPr/>
            <p:nvPr/>
          </p:nvSpPr>
          <p:spPr>
            <a:xfrm>
              <a:off x="4366625" y="4992350"/>
              <a:ext cx="13375" cy="18375"/>
            </a:xfrm>
            <a:custGeom>
              <a:avLst/>
              <a:gdLst/>
              <a:ahLst/>
              <a:cxnLst/>
              <a:rect l="l" t="t" r="r" b="b"/>
              <a:pathLst>
                <a:path w="535" h="735" extrusionOk="0">
                  <a:moveTo>
                    <a:pt x="201" y="0"/>
                  </a:moveTo>
                  <a:cubicBezTo>
                    <a:pt x="201" y="0"/>
                    <a:pt x="67" y="167"/>
                    <a:pt x="34" y="267"/>
                  </a:cubicBezTo>
                  <a:cubicBezTo>
                    <a:pt x="0" y="401"/>
                    <a:pt x="0" y="634"/>
                    <a:pt x="0" y="634"/>
                  </a:cubicBezTo>
                  <a:cubicBezTo>
                    <a:pt x="34" y="634"/>
                    <a:pt x="201" y="668"/>
                    <a:pt x="234" y="734"/>
                  </a:cubicBezTo>
                  <a:cubicBezTo>
                    <a:pt x="234" y="734"/>
                    <a:pt x="467" y="601"/>
                    <a:pt x="501" y="434"/>
                  </a:cubicBezTo>
                  <a:cubicBezTo>
                    <a:pt x="534" y="301"/>
                    <a:pt x="467" y="0"/>
                    <a:pt x="4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69" name="Google Shape;1569;p11"/>
            <p:cNvSpPr/>
            <p:nvPr/>
          </p:nvSpPr>
          <p:spPr>
            <a:xfrm>
              <a:off x="5492425" y="4233475"/>
              <a:ext cx="16700" cy="18550"/>
            </a:xfrm>
            <a:custGeom>
              <a:avLst/>
              <a:gdLst/>
              <a:ahLst/>
              <a:cxnLst/>
              <a:rect l="l" t="t" r="r" b="b"/>
              <a:pathLst>
                <a:path w="668" h="742" extrusionOk="0">
                  <a:moveTo>
                    <a:pt x="501" y="0"/>
                  </a:moveTo>
                  <a:cubicBezTo>
                    <a:pt x="501" y="0"/>
                    <a:pt x="234" y="100"/>
                    <a:pt x="134" y="234"/>
                  </a:cubicBezTo>
                  <a:cubicBezTo>
                    <a:pt x="67" y="301"/>
                    <a:pt x="34" y="434"/>
                    <a:pt x="1" y="501"/>
                  </a:cubicBezTo>
                  <a:lnTo>
                    <a:pt x="1" y="668"/>
                  </a:lnTo>
                  <a:cubicBezTo>
                    <a:pt x="29" y="668"/>
                    <a:pt x="156" y="741"/>
                    <a:pt x="191" y="741"/>
                  </a:cubicBezTo>
                  <a:cubicBezTo>
                    <a:pt x="197" y="741"/>
                    <a:pt x="201" y="739"/>
                    <a:pt x="201" y="734"/>
                  </a:cubicBezTo>
                  <a:cubicBezTo>
                    <a:pt x="201" y="734"/>
                    <a:pt x="401" y="601"/>
                    <a:pt x="501" y="501"/>
                  </a:cubicBezTo>
                  <a:cubicBezTo>
                    <a:pt x="568" y="434"/>
                    <a:pt x="668" y="167"/>
                    <a:pt x="668" y="167"/>
                  </a:cubicBezTo>
                  <a:lnTo>
                    <a:pt x="5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70" name="Google Shape;1570;p11"/>
            <p:cNvSpPr/>
            <p:nvPr/>
          </p:nvSpPr>
          <p:spPr>
            <a:xfrm>
              <a:off x="5509100" y="4245150"/>
              <a:ext cx="12550" cy="20025"/>
            </a:xfrm>
            <a:custGeom>
              <a:avLst/>
              <a:gdLst/>
              <a:ahLst/>
              <a:cxnLst/>
              <a:rect l="l" t="t" r="r" b="b"/>
              <a:pathLst>
                <a:path w="502" h="801" extrusionOk="0">
                  <a:moveTo>
                    <a:pt x="334" y="0"/>
                  </a:moveTo>
                  <a:cubicBezTo>
                    <a:pt x="268" y="0"/>
                    <a:pt x="67" y="100"/>
                    <a:pt x="67" y="100"/>
                  </a:cubicBezTo>
                  <a:cubicBezTo>
                    <a:pt x="67" y="100"/>
                    <a:pt x="1" y="301"/>
                    <a:pt x="1" y="367"/>
                  </a:cubicBezTo>
                  <a:cubicBezTo>
                    <a:pt x="1" y="467"/>
                    <a:pt x="34" y="668"/>
                    <a:pt x="34" y="668"/>
                  </a:cubicBezTo>
                  <a:lnTo>
                    <a:pt x="234" y="801"/>
                  </a:lnTo>
                  <a:cubicBezTo>
                    <a:pt x="234" y="801"/>
                    <a:pt x="501" y="634"/>
                    <a:pt x="501" y="434"/>
                  </a:cubicBezTo>
                  <a:cubicBezTo>
                    <a:pt x="501" y="334"/>
                    <a:pt x="468" y="201"/>
                    <a:pt x="401" y="134"/>
                  </a:cubicBezTo>
                  <a:cubicBezTo>
                    <a:pt x="368" y="34"/>
                    <a:pt x="334" y="0"/>
                    <a:pt x="3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71" name="Google Shape;1571;p11"/>
            <p:cNvSpPr/>
            <p:nvPr/>
          </p:nvSpPr>
          <p:spPr>
            <a:xfrm>
              <a:off x="5529125" y="4257650"/>
              <a:ext cx="13350" cy="23700"/>
            </a:xfrm>
            <a:custGeom>
              <a:avLst/>
              <a:gdLst/>
              <a:ahLst/>
              <a:cxnLst/>
              <a:rect l="l" t="t" r="r" b="b"/>
              <a:pathLst>
                <a:path w="534" h="948" extrusionOk="0">
                  <a:moveTo>
                    <a:pt x="334" y="1"/>
                  </a:moveTo>
                  <a:cubicBezTo>
                    <a:pt x="334" y="1"/>
                    <a:pt x="100" y="201"/>
                    <a:pt x="34" y="368"/>
                  </a:cubicBezTo>
                  <a:cubicBezTo>
                    <a:pt x="0" y="601"/>
                    <a:pt x="0" y="868"/>
                    <a:pt x="0" y="868"/>
                  </a:cubicBezTo>
                  <a:cubicBezTo>
                    <a:pt x="0" y="917"/>
                    <a:pt x="108" y="948"/>
                    <a:pt x="165" y="948"/>
                  </a:cubicBezTo>
                  <a:cubicBezTo>
                    <a:pt x="186" y="948"/>
                    <a:pt x="200" y="944"/>
                    <a:pt x="200" y="935"/>
                  </a:cubicBezTo>
                  <a:cubicBezTo>
                    <a:pt x="200" y="935"/>
                    <a:pt x="401" y="701"/>
                    <a:pt x="434" y="601"/>
                  </a:cubicBezTo>
                  <a:cubicBezTo>
                    <a:pt x="534" y="434"/>
                    <a:pt x="534" y="134"/>
                    <a:pt x="534" y="134"/>
                  </a:cubicBezTo>
                  <a:cubicBezTo>
                    <a:pt x="534" y="101"/>
                    <a:pt x="334" y="1"/>
                    <a:pt x="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72" name="Google Shape;1572;p11"/>
            <p:cNvSpPr/>
            <p:nvPr/>
          </p:nvSpPr>
          <p:spPr>
            <a:xfrm>
              <a:off x="5651700" y="4281475"/>
              <a:ext cx="16700" cy="12900"/>
            </a:xfrm>
            <a:custGeom>
              <a:avLst/>
              <a:gdLst/>
              <a:ahLst/>
              <a:cxnLst/>
              <a:rect l="l" t="t" r="r" b="b"/>
              <a:pathLst>
                <a:path w="668" h="516" extrusionOk="0">
                  <a:moveTo>
                    <a:pt x="399" y="0"/>
                  </a:moveTo>
                  <a:cubicBezTo>
                    <a:pt x="349" y="0"/>
                    <a:pt x="301" y="4"/>
                    <a:pt x="268" y="15"/>
                  </a:cubicBezTo>
                  <a:cubicBezTo>
                    <a:pt x="134" y="48"/>
                    <a:pt x="1" y="315"/>
                    <a:pt x="1" y="315"/>
                  </a:cubicBezTo>
                  <a:cubicBezTo>
                    <a:pt x="1" y="349"/>
                    <a:pt x="134" y="482"/>
                    <a:pt x="168" y="515"/>
                  </a:cubicBezTo>
                  <a:cubicBezTo>
                    <a:pt x="168" y="515"/>
                    <a:pt x="334" y="515"/>
                    <a:pt x="434" y="482"/>
                  </a:cubicBezTo>
                  <a:cubicBezTo>
                    <a:pt x="534" y="415"/>
                    <a:pt x="668" y="249"/>
                    <a:pt x="668" y="249"/>
                  </a:cubicBezTo>
                  <a:cubicBezTo>
                    <a:pt x="668" y="215"/>
                    <a:pt x="601" y="15"/>
                    <a:pt x="601" y="15"/>
                  </a:cubicBezTo>
                  <a:cubicBezTo>
                    <a:pt x="601" y="15"/>
                    <a:pt x="497" y="0"/>
                    <a:pt x="3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73" name="Google Shape;1573;p11"/>
            <p:cNvSpPr/>
            <p:nvPr/>
          </p:nvSpPr>
          <p:spPr>
            <a:xfrm>
              <a:off x="5655050" y="4311850"/>
              <a:ext cx="17525" cy="20050"/>
            </a:xfrm>
            <a:custGeom>
              <a:avLst/>
              <a:gdLst/>
              <a:ahLst/>
              <a:cxnLst/>
              <a:rect l="l" t="t" r="r" b="b"/>
              <a:pathLst>
                <a:path w="701" h="802" extrusionOk="0">
                  <a:moveTo>
                    <a:pt x="567" y="1"/>
                  </a:moveTo>
                  <a:cubicBezTo>
                    <a:pt x="567" y="1"/>
                    <a:pt x="501" y="1"/>
                    <a:pt x="400" y="34"/>
                  </a:cubicBezTo>
                  <a:cubicBezTo>
                    <a:pt x="334" y="101"/>
                    <a:pt x="234" y="134"/>
                    <a:pt x="167" y="201"/>
                  </a:cubicBezTo>
                  <a:cubicBezTo>
                    <a:pt x="34" y="335"/>
                    <a:pt x="0" y="635"/>
                    <a:pt x="0" y="635"/>
                  </a:cubicBezTo>
                  <a:cubicBezTo>
                    <a:pt x="0" y="668"/>
                    <a:pt x="167" y="768"/>
                    <a:pt x="200" y="802"/>
                  </a:cubicBezTo>
                  <a:cubicBezTo>
                    <a:pt x="200" y="802"/>
                    <a:pt x="467" y="668"/>
                    <a:pt x="534" y="535"/>
                  </a:cubicBezTo>
                  <a:cubicBezTo>
                    <a:pt x="567" y="501"/>
                    <a:pt x="601" y="435"/>
                    <a:pt x="667" y="335"/>
                  </a:cubicBezTo>
                  <a:cubicBezTo>
                    <a:pt x="667" y="268"/>
                    <a:pt x="701" y="201"/>
                    <a:pt x="701" y="201"/>
                  </a:cubicBezTo>
                  <a:lnTo>
                    <a:pt x="56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74" name="Google Shape;1574;p11"/>
            <p:cNvSpPr/>
            <p:nvPr/>
          </p:nvSpPr>
          <p:spPr>
            <a:xfrm>
              <a:off x="5666725" y="4348550"/>
              <a:ext cx="15025" cy="24225"/>
            </a:xfrm>
            <a:custGeom>
              <a:avLst/>
              <a:gdLst/>
              <a:ahLst/>
              <a:cxnLst/>
              <a:rect l="l" t="t" r="r" b="b"/>
              <a:pathLst>
                <a:path w="601" h="969" extrusionOk="0">
                  <a:moveTo>
                    <a:pt x="367" y="1"/>
                  </a:moveTo>
                  <a:cubicBezTo>
                    <a:pt x="367" y="1"/>
                    <a:pt x="334" y="34"/>
                    <a:pt x="267" y="134"/>
                  </a:cubicBezTo>
                  <a:cubicBezTo>
                    <a:pt x="234" y="201"/>
                    <a:pt x="167" y="301"/>
                    <a:pt x="100" y="368"/>
                  </a:cubicBezTo>
                  <a:cubicBezTo>
                    <a:pt x="34" y="534"/>
                    <a:pt x="0" y="868"/>
                    <a:pt x="0" y="868"/>
                  </a:cubicBezTo>
                  <a:lnTo>
                    <a:pt x="200" y="968"/>
                  </a:lnTo>
                  <a:cubicBezTo>
                    <a:pt x="200" y="968"/>
                    <a:pt x="434" y="735"/>
                    <a:pt x="534" y="568"/>
                  </a:cubicBezTo>
                  <a:cubicBezTo>
                    <a:pt x="567" y="501"/>
                    <a:pt x="601" y="368"/>
                    <a:pt x="601" y="234"/>
                  </a:cubicBezTo>
                  <a:lnTo>
                    <a:pt x="601" y="34"/>
                  </a:lnTo>
                  <a:lnTo>
                    <a:pt x="36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75" name="Google Shape;1575;p11"/>
            <p:cNvSpPr/>
            <p:nvPr/>
          </p:nvSpPr>
          <p:spPr>
            <a:xfrm>
              <a:off x="5689225" y="4377750"/>
              <a:ext cx="12550" cy="14200"/>
            </a:xfrm>
            <a:custGeom>
              <a:avLst/>
              <a:gdLst/>
              <a:ahLst/>
              <a:cxnLst/>
              <a:rect l="l" t="t" r="r" b="b"/>
              <a:pathLst>
                <a:path w="502" h="568" extrusionOk="0">
                  <a:moveTo>
                    <a:pt x="134" y="0"/>
                  </a:moveTo>
                  <a:cubicBezTo>
                    <a:pt x="134" y="0"/>
                    <a:pt x="1" y="167"/>
                    <a:pt x="1" y="300"/>
                  </a:cubicBezTo>
                  <a:cubicBezTo>
                    <a:pt x="1" y="400"/>
                    <a:pt x="134" y="567"/>
                    <a:pt x="134" y="567"/>
                  </a:cubicBezTo>
                  <a:lnTo>
                    <a:pt x="368" y="567"/>
                  </a:lnTo>
                  <a:cubicBezTo>
                    <a:pt x="368" y="567"/>
                    <a:pt x="501" y="400"/>
                    <a:pt x="501" y="300"/>
                  </a:cubicBezTo>
                  <a:cubicBezTo>
                    <a:pt x="501" y="167"/>
                    <a:pt x="368" y="0"/>
                    <a:pt x="3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76" name="Google Shape;1576;p11"/>
            <p:cNvSpPr/>
            <p:nvPr/>
          </p:nvSpPr>
          <p:spPr>
            <a:xfrm>
              <a:off x="5727600" y="4400250"/>
              <a:ext cx="12525" cy="15875"/>
            </a:xfrm>
            <a:custGeom>
              <a:avLst/>
              <a:gdLst/>
              <a:ahLst/>
              <a:cxnLst/>
              <a:rect l="l" t="t" r="r" b="b"/>
              <a:pathLst>
                <a:path w="501" h="635" extrusionOk="0">
                  <a:moveTo>
                    <a:pt x="134" y="1"/>
                  </a:moveTo>
                  <a:cubicBezTo>
                    <a:pt x="134" y="1"/>
                    <a:pt x="0" y="234"/>
                    <a:pt x="0" y="334"/>
                  </a:cubicBezTo>
                  <a:cubicBezTo>
                    <a:pt x="0" y="401"/>
                    <a:pt x="67" y="468"/>
                    <a:pt x="100" y="568"/>
                  </a:cubicBezTo>
                  <a:lnTo>
                    <a:pt x="167" y="635"/>
                  </a:lnTo>
                  <a:cubicBezTo>
                    <a:pt x="220" y="635"/>
                    <a:pt x="338" y="592"/>
                    <a:pt x="400" y="592"/>
                  </a:cubicBezTo>
                  <a:cubicBezTo>
                    <a:pt x="415" y="592"/>
                    <a:pt x="427" y="595"/>
                    <a:pt x="434" y="601"/>
                  </a:cubicBezTo>
                  <a:cubicBezTo>
                    <a:pt x="434" y="601"/>
                    <a:pt x="467" y="501"/>
                    <a:pt x="467" y="468"/>
                  </a:cubicBezTo>
                  <a:cubicBezTo>
                    <a:pt x="501" y="434"/>
                    <a:pt x="501" y="334"/>
                    <a:pt x="501" y="301"/>
                  </a:cubicBezTo>
                  <a:cubicBezTo>
                    <a:pt x="501" y="168"/>
                    <a:pt x="401" y="1"/>
                    <a:pt x="4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77" name="Google Shape;1577;p11"/>
            <p:cNvSpPr/>
            <p:nvPr/>
          </p:nvSpPr>
          <p:spPr>
            <a:xfrm>
              <a:off x="5830175" y="3945775"/>
              <a:ext cx="16700" cy="19425"/>
            </a:xfrm>
            <a:custGeom>
              <a:avLst/>
              <a:gdLst/>
              <a:ahLst/>
              <a:cxnLst/>
              <a:rect l="l" t="t" r="r" b="b"/>
              <a:pathLst>
                <a:path w="668" h="777" extrusionOk="0">
                  <a:moveTo>
                    <a:pt x="501" y="0"/>
                  </a:moveTo>
                  <a:cubicBezTo>
                    <a:pt x="501" y="0"/>
                    <a:pt x="234" y="134"/>
                    <a:pt x="134" y="267"/>
                  </a:cubicBezTo>
                  <a:cubicBezTo>
                    <a:pt x="34" y="434"/>
                    <a:pt x="0" y="667"/>
                    <a:pt x="0" y="667"/>
                  </a:cubicBezTo>
                  <a:cubicBezTo>
                    <a:pt x="0" y="722"/>
                    <a:pt x="111" y="776"/>
                    <a:pt x="152" y="776"/>
                  </a:cubicBezTo>
                  <a:cubicBezTo>
                    <a:pt x="161" y="776"/>
                    <a:pt x="167" y="774"/>
                    <a:pt x="167" y="767"/>
                  </a:cubicBezTo>
                  <a:cubicBezTo>
                    <a:pt x="167" y="767"/>
                    <a:pt x="400" y="634"/>
                    <a:pt x="501" y="501"/>
                  </a:cubicBezTo>
                  <a:cubicBezTo>
                    <a:pt x="634" y="434"/>
                    <a:pt x="667" y="167"/>
                    <a:pt x="667" y="167"/>
                  </a:cubicBezTo>
                  <a:lnTo>
                    <a:pt x="5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78" name="Google Shape;1578;p11"/>
            <p:cNvSpPr/>
            <p:nvPr/>
          </p:nvSpPr>
          <p:spPr>
            <a:xfrm>
              <a:off x="5851025" y="3962450"/>
              <a:ext cx="13350" cy="20025"/>
            </a:xfrm>
            <a:custGeom>
              <a:avLst/>
              <a:gdLst/>
              <a:ahLst/>
              <a:cxnLst/>
              <a:rect l="l" t="t" r="r" b="b"/>
              <a:pathLst>
                <a:path w="534" h="801" extrusionOk="0">
                  <a:moveTo>
                    <a:pt x="234" y="0"/>
                  </a:moveTo>
                  <a:cubicBezTo>
                    <a:pt x="234" y="0"/>
                    <a:pt x="67" y="167"/>
                    <a:pt x="33" y="334"/>
                  </a:cubicBezTo>
                  <a:cubicBezTo>
                    <a:pt x="0" y="501"/>
                    <a:pt x="33" y="768"/>
                    <a:pt x="33" y="768"/>
                  </a:cubicBezTo>
                  <a:cubicBezTo>
                    <a:pt x="33" y="768"/>
                    <a:pt x="234" y="801"/>
                    <a:pt x="300" y="801"/>
                  </a:cubicBezTo>
                  <a:cubicBezTo>
                    <a:pt x="300" y="801"/>
                    <a:pt x="467" y="634"/>
                    <a:pt x="501" y="467"/>
                  </a:cubicBezTo>
                  <a:cubicBezTo>
                    <a:pt x="534" y="301"/>
                    <a:pt x="501" y="67"/>
                    <a:pt x="501" y="67"/>
                  </a:cubicBezTo>
                  <a:lnTo>
                    <a:pt x="2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79" name="Google Shape;1579;p11"/>
            <p:cNvSpPr/>
            <p:nvPr/>
          </p:nvSpPr>
          <p:spPr>
            <a:xfrm>
              <a:off x="5875200" y="3987475"/>
              <a:ext cx="13375" cy="24425"/>
            </a:xfrm>
            <a:custGeom>
              <a:avLst/>
              <a:gdLst/>
              <a:ahLst/>
              <a:cxnLst/>
              <a:rect l="l" t="t" r="r" b="b"/>
              <a:pathLst>
                <a:path w="535" h="977" extrusionOk="0">
                  <a:moveTo>
                    <a:pt x="334" y="0"/>
                  </a:moveTo>
                  <a:cubicBezTo>
                    <a:pt x="334" y="0"/>
                    <a:pt x="101" y="267"/>
                    <a:pt x="34" y="434"/>
                  </a:cubicBezTo>
                  <a:cubicBezTo>
                    <a:pt x="1" y="600"/>
                    <a:pt x="1" y="934"/>
                    <a:pt x="1" y="934"/>
                  </a:cubicBezTo>
                  <a:cubicBezTo>
                    <a:pt x="1" y="934"/>
                    <a:pt x="129" y="977"/>
                    <a:pt x="180" y="977"/>
                  </a:cubicBezTo>
                  <a:cubicBezTo>
                    <a:pt x="193" y="977"/>
                    <a:pt x="201" y="974"/>
                    <a:pt x="201" y="967"/>
                  </a:cubicBezTo>
                  <a:cubicBezTo>
                    <a:pt x="201" y="967"/>
                    <a:pt x="401" y="767"/>
                    <a:pt x="434" y="600"/>
                  </a:cubicBezTo>
                  <a:cubicBezTo>
                    <a:pt x="534" y="434"/>
                    <a:pt x="534" y="133"/>
                    <a:pt x="534" y="133"/>
                  </a:cubicBezTo>
                  <a:cubicBezTo>
                    <a:pt x="534" y="100"/>
                    <a:pt x="334" y="0"/>
                    <a:pt x="3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80" name="Google Shape;1580;p11"/>
            <p:cNvSpPr/>
            <p:nvPr/>
          </p:nvSpPr>
          <p:spPr>
            <a:xfrm>
              <a:off x="6001950" y="3978300"/>
              <a:ext cx="13375" cy="15025"/>
            </a:xfrm>
            <a:custGeom>
              <a:avLst/>
              <a:gdLst/>
              <a:ahLst/>
              <a:cxnLst/>
              <a:rect l="l" t="t" r="r" b="b"/>
              <a:pathLst>
                <a:path w="535" h="601" extrusionOk="0">
                  <a:moveTo>
                    <a:pt x="368" y="0"/>
                  </a:moveTo>
                  <a:cubicBezTo>
                    <a:pt x="368" y="0"/>
                    <a:pt x="168" y="100"/>
                    <a:pt x="101" y="167"/>
                  </a:cubicBezTo>
                  <a:cubicBezTo>
                    <a:pt x="1" y="200"/>
                    <a:pt x="1" y="434"/>
                    <a:pt x="1" y="434"/>
                  </a:cubicBezTo>
                  <a:lnTo>
                    <a:pt x="168" y="601"/>
                  </a:lnTo>
                  <a:cubicBezTo>
                    <a:pt x="168" y="601"/>
                    <a:pt x="368" y="500"/>
                    <a:pt x="468" y="434"/>
                  </a:cubicBezTo>
                  <a:cubicBezTo>
                    <a:pt x="535" y="367"/>
                    <a:pt x="535" y="167"/>
                    <a:pt x="535" y="167"/>
                  </a:cubicBezTo>
                  <a:lnTo>
                    <a:pt x="36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81" name="Google Shape;1581;p11"/>
            <p:cNvSpPr/>
            <p:nvPr/>
          </p:nvSpPr>
          <p:spPr>
            <a:xfrm>
              <a:off x="6006950" y="3997475"/>
              <a:ext cx="16725" cy="25875"/>
            </a:xfrm>
            <a:custGeom>
              <a:avLst/>
              <a:gdLst/>
              <a:ahLst/>
              <a:cxnLst/>
              <a:rect l="l" t="t" r="r" b="b"/>
              <a:pathLst>
                <a:path w="669" h="1035" extrusionOk="0">
                  <a:moveTo>
                    <a:pt x="435" y="0"/>
                  </a:moveTo>
                  <a:cubicBezTo>
                    <a:pt x="435" y="0"/>
                    <a:pt x="168" y="234"/>
                    <a:pt x="101" y="401"/>
                  </a:cubicBezTo>
                  <a:cubicBezTo>
                    <a:pt x="1" y="601"/>
                    <a:pt x="1" y="934"/>
                    <a:pt x="1" y="934"/>
                  </a:cubicBezTo>
                  <a:cubicBezTo>
                    <a:pt x="1" y="934"/>
                    <a:pt x="234" y="1034"/>
                    <a:pt x="268" y="1034"/>
                  </a:cubicBezTo>
                  <a:cubicBezTo>
                    <a:pt x="268" y="1034"/>
                    <a:pt x="501" y="768"/>
                    <a:pt x="601" y="601"/>
                  </a:cubicBezTo>
                  <a:cubicBezTo>
                    <a:pt x="668" y="401"/>
                    <a:pt x="668" y="67"/>
                    <a:pt x="668" y="67"/>
                  </a:cubicBezTo>
                  <a:cubicBezTo>
                    <a:pt x="635" y="67"/>
                    <a:pt x="435" y="0"/>
                    <a:pt x="4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82" name="Google Shape;1582;p11"/>
            <p:cNvSpPr/>
            <p:nvPr/>
          </p:nvSpPr>
          <p:spPr>
            <a:xfrm>
              <a:off x="6027800" y="4031650"/>
              <a:ext cx="15875" cy="21950"/>
            </a:xfrm>
            <a:custGeom>
              <a:avLst/>
              <a:gdLst/>
              <a:ahLst/>
              <a:cxnLst/>
              <a:rect l="l" t="t" r="r" b="b"/>
              <a:pathLst>
                <a:path w="635" h="878" extrusionOk="0">
                  <a:moveTo>
                    <a:pt x="334" y="1"/>
                  </a:moveTo>
                  <a:cubicBezTo>
                    <a:pt x="334" y="1"/>
                    <a:pt x="134" y="201"/>
                    <a:pt x="101" y="368"/>
                  </a:cubicBezTo>
                  <a:cubicBezTo>
                    <a:pt x="1" y="535"/>
                    <a:pt x="68" y="835"/>
                    <a:pt x="68" y="835"/>
                  </a:cubicBezTo>
                  <a:cubicBezTo>
                    <a:pt x="68" y="835"/>
                    <a:pt x="196" y="878"/>
                    <a:pt x="264" y="878"/>
                  </a:cubicBezTo>
                  <a:cubicBezTo>
                    <a:pt x="281" y="878"/>
                    <a:pt x="294" y="875"/>
                    <a:pt x="301" y="868"/>
                  </a:cubicBezTo>
                  <a:cubicBezTo>
                    <a:pt x="301" y="868"/>
                    <a:pt x="501" y="668"/>
                    <a:pt x="568" y="501"/>
                  </a:cubicBezTo>
                  <a:cubicBezTo>
                    <a:pt x="635" y="335"/>
                    <a:pt x="601" y="34"/>
                    <a:pt x="601" y="34"/>
                  </a:cubicBezTo>
                  <a:lnTo>
                    <a:pt x="33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83" name="Google Shape;1583;p11"/>
            <p:cNvSpPr/>
            <p:nvPr/>
          </p:nvSpPr>
          <p:spPr>
            <a:xfrm>
              <a:off x="6051150" y="4057525"/>
              <a:ext cx="12550" cy="27450"/>
            </a:xfrm>
            <a:custGeom>
              <a:avLst/>
              <a:gdLst/>
              <a:ahLst/>
              <a:cxnLst/>
              <a:rect l="l" t="t" r="r" b="b"/>
              <a:pathLst>
                <a:path w="502" h="1098" extrusionOk="0">
                  <a:moveTo>
                    <a:pt x="168" y="0"/>
                  </a:moveTo>
                  <a:cubicBezTo>
                    <a:pt x="168" y="0"/>
                    <a:pt x="1" y="334"/>
                    <a:pt x="1" y="500"/>
                  </a:cubicBezTo>
                  <a:cubicBezTo>
                    <a:pt x="1" y="701"/>
                    <a:pt x="34" y="1034"/>
                    <a:pt x="34" y="1034"/>
                  </a:cubicBezTo>
                  <a:cubicBezTo>
                    <a:pt x="34" y="1071"/>
                    <a:pt x="94" y="1097"/>
                    <a:pt x="154" y="1097"/>
                  </a:cubicBezTo>
                  <a:cubicBezTo>
                    <a:pt x="204" y="1097"/>
                    <a:pt x="253" y="1079"/>
                    <a:pt x="268" y="1034"/>
                  </a:cubicBezTo>
                  <a:cubicBezTo>
                    <a:pt x="268" y="1034"/>
                    <a:pt x="435" y="767"/>
                    <a:pt x="501" y="534"/>
                  </a:cubicBezTo>
                  <a:cubicBezTo>
                    <a:pt x="501" y="334"/>
                    <a:pt x="401" y="0"/>
                    <a:pt x="4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84" name="Google Shape;1584;p11"/>
            <p:cNvSpPr/>
            <p:nvPr/>
          </p:nvSpPr>
          <p:spPr>
            <a:xfrm>
              <a:off x="5872225" y="4481975"/>
              <a:ext cx="338800" cy="231750"/>
            </a:xfrm>
            <a:custGeom>
              <a:avLst/>
              <a:gdLst/>
              <a:ahLst/>
              <a:cxnLst/>
              <a:rect l="l" t="t" r="r" b="b"/>
              <a:pathLst>
                <a:path w="13552" h="9270" extrusionOk="0">
                  <a:moveTo>
                    <a:pt x="4122" y="1"/>
                  </a:moveTo>
                  <a:cubicBezTo>
                    <a:pt x="3389" y="34"/>
                    <a:pt x="2721" y="368"/>
                    <a:pt x="2321" y="835"/>
                  </a:cubicBezTo>
                  <a:cubicBezTo>
                    <a:pt x="2054" y="1035"/>
                    <a:pt x="1887" y="1335"/>
                    <a:pt x="1821" y="1569"/>
                  </a:cubicBezTo>
                  <a:cubicBezTo>
                    <a:pt x="1721" y="1869"/>
                    <a:pt x="1654" y="2136"/>
                    <a:pt x="1554" y="2336"/>
                  </a:cubicBezTo>
                  <a:cubicBezTo>
                    <a:pt x="1454" y="2803"/>
                    <a:pt x="1287" y="3203"/>
                    <a:pt x="1120" y="3470"/>
                  </a:cubicBezTo>
                  <a:cubicBezTo>
                    <a:pt x="953" y="3737"/>
                    <a:pt x="720" y="3837"/>
                    <a:pt x="620" y="3870"/>
                  </a:cubicBezTo>
                  <a:lnTo>
                    <a:pt x="353" y="3870"/>
                  </a:lnTo>
                  <a:cubicBezTo>
                    <a:pt x="345" y="3869"/>
                    <a:pt x="337" y="3868"/>
                    <a:pt x="329" y="3868"/>
                  </a:cubicBezTo>
                  <a:cubicBezTo>
                    <a:pt x="168" y="3868"/>
                    <a:pt x="0" y="4174"/>
                    <a:pt x="286" y="4237"/>
                  </a:cubicBezTo>
                  <a:cubicBezTo>
                    <a:pt x="286" y="4237"/>
                    <a:pt x="320" y="4304"/>
                    <a:pt x="353" y="4304"/>
                  </a:cubicBezTo>
                  <a:lnTo>
                    <a:pt x="653" y="4304"/>
                  </a:lnTo>
                  <a:cubicBezTo>
                    <a:pt x="887" y="4304"/>
                    <a:pt x="1287" y="4070"/>
                    <a:pt x="1487" y="3737"/>
                  </a:cubicBezTo>
                  <a:cubicBezTo>
                    <a:pt x="1721" y="3403"/>
                    <a:pt x="1887" y="3003"/>
                    <a:pt x="2054" y="2536"/>
                  </a:cubicBezTo>
                  <a:cubicBezTo>
                    <a:pt x="2288" y="2069"/>
                    <a:pt x="2388" y="1569"/>
                    <a:pt x="2788" y="1235"/>
                  </a:cubicBezTo>
                  <a:cubicBezTo>
                    <a:pt x="3155" y="901"/>
                    <a:pt x="3655" y="668"/>
                    <a:pt x="4189" y="668"/>
                  </a:cubicBezTo>
                  <a:cubicBezTo>
                    <a:pt x="4689" y="668"/>
                    <a:pt x="5290" y="901"/>
                    <a:pt x="5557" y="1335"/>
                  </a:cubicBezTo>
                  <a:cubicBezTo>
                    <a:pt x="5890" y="1735"/>
                    <a:pt x="5990" y="2369"/>
                    <a:pt x="6157" y="3003"/>
                  </a:cubicBezTo>
                  <a:cubicBezTo>
                    <a:pt x="6357" y="3637"/>
                    <a:pt x="6724" y="4337"/>
                    <a:pt x="7491" y="4537"/>
                  </a:cubicBezTo>
                  <a:cubicBezTo>
                    <a:pt x="7607" y="4579"/>
                    <a:pt x="7732" y="4598"/>
                    <a:pt x="7858" y="4598"/>
                  </a:cubicBezTo>
                  <a:cubicBezTo>
                    <a:pt x="8135" y="4598"/>
                    <a:pt x="8420" y="4508"/>
                    <a:pt x="8626" y="4371"/>
                  </a:cubicBezTo>
                  <a:cubicBezTo>
                    <a:pt x="8792" y="4237"/>
                    <a:pt x="8892" y="4171"/>
                    <a:pt x="9026" y="4037"/>
                  </a:cubicBezTo>
                  <a:lnTo>
                    <a:pt x="9126" y="3970"/>
                  </a:lnTo>
                  <a:lnTo>
                    <a:pt x="9159" y="3904"/>
                  </a:lnTo>
                  <a:lnTo>
                    <a:pt x="9326" y="3804"/>
                  </a:lnTo>
                  <a:cubicBezTo>
                    <a:pt x="9793" y="3403"/>
                    <a:pt x="10227" y="3070"/>
                    <a:pt x="10794" y="3070"/>
                  </a:cubicBezTo>
                  <a:cubicBezTo>
                    <a:pt x="10827" y="3059"/>
                    <a:pt x="10868" y="3055"/>
                    <a:pt x="10912" y="3055"/>
                  </a:cubicBezTo>
                  <a:cubicBezTo>
                    <a:pt x="11001" y="3055"/>
                    <a:pt x="11105" y="3070"/>
                    <a:pt x="11194" y="3070"/>
                  </a:cubicBezTo>
                  <a:cubicBezTo>
                    <a:pt x="11328" y="3070"/>
                    <a:pt x="11461" y="3136"/>
                    <a:pt x="11561" y="3170"/>
                  </a:cubicBezTo>
                  <a:cubicBezTo>
                    <a:pt x="11828" y="3303"/>
                    <a:pt x="12028" y="3403"/>
                    <a:pt x="12161" y="3637"/>
                  </a:cubicBezTo>
                  <a:cubicBezTo>
                    <a:pt x="12428" y="4037"/>
                    <a:pt x="12428" y="4571"/>
                    <a:pt x="12495" y="5171"/>
                  </a:cubicBezTo>
                  <a:cubicBezTo>
                    <a:pt x="12528" y="6305"/>
                    <a:pt x="12628" y="7339"/>
                    <a:pt x="12829" y="8040"/>
                  </a:cubicBezTo>
                  <a:cubicBezTo>
                    <a:pt x="12895" y="8407"/>
                    <a:pt x="12995" y="8707"/>
                    <a:pt x="13062" y="8874"/>
                  </a:cubicBezTo>
                  <a:cubicBezTo>
                    <a:pt x="13162" y="9074"/>
                    <a:pt x="13196" y="9174"/>
                    <a:pt x="13196" y="9174"/>
                  </a:cubicBezTo>
                  <a:cubicBezTo>
                    <a:pt x="13228" y="9239"/>
                    <a:pt x="13279" y="9269"/>
                    <a:pt x="13331" y="9269"/>
                  </a:cubicBezTo>
                  <a:cubicBezTo>
                    <a:pt x="13438" y="9269"/>
                    <a:pt x="13552" y="9143"/>
                    <a:pt x="13529" y="8941"/>
                  </a:cubicBezTo>
                  <a:cubicBezTo>
                    <a:pt x="13529" y="8941"/>
                    <a:pt x="13529" y="8841"/>
                    <a:pt x="13462" y="8674"/>
                  </a:cubicBezTo>
                  <a:cubicBezTo>
                    <a:pt x="13362" y="8507"/>
                    <a:pt x="13329" y="8207"/>
                    <a:pt x="13229" y="7873"/>
                  </a:cubicBezTo>
                  <a:cubicBezTo>
                    <a:pt x="13062" y="7206"/>
                    <a:pt x="13029" y="6205"/>
                    <a:pt x="13029" y="5071"/>
                  </a:cubicBezTo>
                  <a:cubicBezTo>
                    <a:pt x="12995" y="4537"/>
                    <a:pt x="13029" y="3837"/>
                    <a:pt x="12628" y="3203"/>
                  </a:cubicBezTo>
                  <a:cubicBezTo>
                    <a:pt x="12395" y="2870"/>
                    <a:pt x="12061" y="2636"/>
                    <a:pt x="11728" y="2503"/>
                  </a:cubicBezTo>
                  <a:cubicBezTo>
                    <a:pt x="11561" y="2436"/>
                    <a:pt x="11361" y="2403"/>
                    <a:pt x="11194" y="2369"/>
                  </a:cubicBezTo>
                  <a:cubicBezTo>
                    <a:pt x="11027" y="2369"/>
                    <a:pt x="10827" y="2336"/>
                    <a:pt x="10660" y="2336"/>
                  </a:cubicBezTo>
                  <a:cubicBezTo>
                    <a:pt x="10293" y="2336"/>
                    <a:pt x="9960" y="2436"/>
                    <a:pt x="9626" y="2603"/>
                  </a:cubicBezTo>
                  <a:cubicBezTo>
                    <a:pt x="9293" y="2770"/>
                    <a:pt x="9026" y="2936"/>
                    <a:pt x="8792" y="3170"/>
                  </a:cubicBezTo>
                  <a:lnTo>
                    <a:pt x="8626" y="3270"/>
                  </a:lnTo>
                  <a:lnTo>
                    <a:pt x="8559" y="3337"/>
                  </a:lnTo>
                  <a:cubicBezTo>
                    <a:pt x="8526" y="3337"/>
                    <a:pt x="8526" y="3337"/>
                    <a:pt x="8492" y="3370"/>
                  </a:cubicBezTo>
                  <a:lnTo>
                    <a:pt x="8392" y="3470"/>
                  </a:lnTo>
                  <a:cubicBezTo>
                    <a:pt x="8325" y="3570"/>
                    <a:pt x="8192" y="3670"/>
                    <a:pt x="8125" y="3704"/>
                  </a:cubicBezTo>
                  <a:cubicBezTo>
                    <a:pt x="7970" y="3792"/>
                    <a:pt x="7844" y="3822"/>
                    <a:pt x="7727" y="3822"/>
                  </a:cubicBezTo>
                  <a:cubicBezTo>
                    <a:pt x="7669" y="3822"/>
                    <a:pt x="7614" y="3815"/>
                    <a:pt x="7558" y="3804"/>
                  </a:cubicBezTo>
                  <a:cubicBezTo>
                    <a:pt x="7391" y="3737"/>
                    <a:pt x="7225" y="3637"/>
                    <a:pt x="7058" y="3403"/>
                  </a:cubicBezTo>
                  <a:cubicBezTo>
                    <a:pt x="6958" y="3203"/>
                    <a:pt x="6824" y="2970"/>
                    <a:pt x="6724" y="2703"/>
                  </a:cubicBezTo>
                  <a:cubicBezTo>
                    <a:pt x="6557" y="2202"/>
                    <a:pt x="6491" y="1502"/>
                    <a:pt x="6024" y="868"/>
                  </a:cubicBezTo>
                  <a:cubicBezTo>
                    <a:pt x="5557" y="234"/>
                    <a:pt x="4823" y="1"/>
                    <a:pt x="41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85" name="Google Shape;1585;p11"/>
            <p:cNvSpPr/>
            <p:nvPr/>
          </p:nvSpPr>
          <p:spPr>
            <a:xfrm>
              <a:off x="5973600" y="4518675"/>
              <a:ext cx="22550" cy="12525"/>
            </a:xfrm>
            <a:custGeom>
              <a:avLst/>
              <a:gdLst/>
              <a:ahLst/>
              <a:cxnLst/>
              <a:rect l="l" t="t" r="r" b="b"/>
              <a:pathLst>
                <a:path w="902" h="501" extrusionOk="0">
                  <a:moveTo>
                    <a:pt x="601" y="1"/>
                  </a:moveTo>
                  <a:cubicBezTo>
                    <a:pt x="551" y="17"/>
                    <a:pt x="509" y="17"/>
                    <a:pt x="468" y="17"/>
                  </a:cubicBezTo>
                  <a:cubicBezTo>
                    <a:pt x="426" y="17"/>
                    <a:pt x="384" y="17"/>
                    <a:pt x="334" y="34"/>
                  </a:cubicBezTo>
                  <a:cubicBezTo>
                    <a:pt x="301" y="34"/>
                    <a:pt x="234" y="67"/>
                    <a:pt x="134" y="101"/>
                  </a:cubicBezTo>
                  <a:cubicBezTo>
                    <a:pt x="67" y="134"/>
                    <a:pt x="1" y="201"/>
                    <a:pt x="1" y="201"/>
                  </a:cubicBezTo>
                  <a:lnTo>
                    <a:pt x="1" y="434"/>
                  </a:lnTo>
                  <a:cubicBezTo>
                    <a:pt x="1" y="434"/>
                    <a:pt x="101" y="434"/>
                    <a:pt x="167" y="501"/>
                  </a:cubicBezTo>
                  <a:lnTo>
                    <a:pt x="501" y="501"/>
                  </a:lnTo>
                  <a:cubicBezTo>
                    <a:pt x="668" y="401"/>
                    <a:pt x="901" y="201"/>
                    <a:pt x="901" y="201"/>
                  </a:cubicBezTo>
                  <a:lnTo>
                    <a:pt x="76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86" name="Google Shape;1586;p11"/>
            <p:cNvSpPr/>
            <p:nvPr/>
          </p:nvSpPr>
          <p:spPr>
            <a:xfrm>
              <a:off x="5977775" y="4536200"/>
              <a:ext cx="28375" cy="16700"/>
            </a:xfrm>
            <a:custGeom>
              <a:avLst/>
              <a:gdLst/>
              <a:ahLst/>
              <a:cxnLst/>
              <a:rect l="l" t="t" r="r" b="b"/>
              <a:pathLst>
                <a:path w="1135" h="668" extrusionOk="0">
                  <a:moveTo>
                    <a:pt x="1068" y="0"/>
                  </a:moveTo>
                  <a:lnTo>
                    <a:pt x="1068" y="0"/>
                  </a:lnTo>
                  <a:cubicBezTo>
                    <a:pt x="1068" y="0"/>
                    <a:pt x="968" y="33"/>
                    <a:pt x="834" y="33"/>
                  </a:cubicBezTo>
                  <a:cubicBezTo>
                    <a:pt x="768" y="67"/>
                    <a:pt x="601" y="67"/>
                    <a:pt x="501" y="134"/>
                  </a:cubicBezTo>
                  <a:cubicBezTo>
                    <a:pt x="301" y="200"/>
                    <a:pt x="0" y="400"/>
                    <a:pt x="0" y="400"/>
                  </a:cubicBezTo>
                  <a:cubicBezTo>
                    <a:pt x="0" y="467"/>
                    <a:pt x="101" y="667"/>
                    <a:pt x="101" y="667"/>
                  </a:cubicBezTo>
                  <a:cubicBezTo>
                    <a:pt x="101" y="667"/>
                    <a:pt x="434" y="667"/>
                    <a:pt x="634" y="567"/>
                  </a:cubicBezTo>
                  <a:cubicBezTo>
                    <a:pt x="768" y="534"/>
                    <a:pt x="901" y="467"/>
                    <a:pt x="968" y="367"/>
                  </a:cubicBezTo>
                  <a:cubicBezTo>
                    <a:pt x="1068" y="334"/>
                    <a:pt x="1135" y="234"/>
                    <a:pt x="1135" y="234"/>
                  </a:cubicBezTo>
                  <a:cubicBezTo>
                    <a:pt x="1135" y="234"/>
                    <a:pt x="1001" y="67"/>
                    <a:pt x="10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87" name="Google Shape;1587;p11"/>
            <p:cNvSpPr/>
            <p:nvPr/>
          </p:nvSpPr>
          <p:spPr>
            <a:xfrm>
              <a:off x="5984450" y="4558700"/>
              <a:ext cx="25025" cy="20875"/>
            </a:xfrm>
            <a:custGeom>
              <a:avLst/>
              <a:gdLst/>
              <a:ahLst/>
              <a:cxnLst/>
              <a:rect l="l" t="t" r="r" b="b"/>
              <a:pathLst>
                <a:path w="1001" h="835" extrusionOk="0">
                  <a:moveTo>
                    <a:pt x="834" y="1"/>
                  </a:moveTo>
                  <a:cubicBezTo>
                    <a:pt x="834" y="1"/>
                    <a:pt x="701" y="34"/>
                    <a:pt x="634" y="101"/>
                  </a:cubicBezTo>
                  <a:cubicBezTo>
                    <a:pt x="534" y="134"/>
                    <a:pt x="401" y="168"/>
                    <a:pt x="334" y="268"/>
                  </a:cubicBezTo>
                  <a:cubicBezTo>
                    <a:pt x="234" y="301"/>
                    <a:pt x="200" y="434"/>
                    <a:pt x="134" y="468"/>
                  </a:cubicBezTo>
                  <a:lnTo>
                    <a:pt x="0" y="601"/>
                  </a:lnTo>
                  <a:lnTo>
                    <a:pt x="34" y="835"/>
                  </a:lnTo>
                  <a:cubicBezTo>
                    <a:pt x="34" y="818"/>
                    <a:pt x="67" y="818"/>
                    <a:pt x="117" y="818"/>
                  </a:cubicBezTo>
                  <a:cubicBezTo>
                    <a:pt x="167" y="818"/>
                    <a:pt x="234" y="818"/>
                    <a:pt x="301" y="801"/>
                  </a:cubicBezTo>
                  <a:cubicBezTo>
                    <a:pt x="401" y="768"/>
                    <a:pt x="567" y="701"/>
                    <a:pt x="667" y="635"/>
                  </a:cubicBezTo>
                  <a:cubicBezTo>
                    <a:pt x="801" y="534"/>
                    <a:pt x="868" y="434"/>
                    <a:pt x="901" y="334"/>
                  </a:cubicBezTo>
                  <a:lnTo>
                    <a:pt x="1001" y="168"/>
                  </a:lnTo>
                  <a:cubicBezTo>
                    <a:pt x="1001" y="168"/>
                    <a:pt x="868" y="1"/>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88" name="Google Shape;1588;p11"/>
            <p:cNvSpPr/>
            <p:nvPr/>
          </p:nvSpPr>
          <p:spPr>
            <a:xfrm>
              <a:off x="5997800" y="4592075"/>
              <a:ext cx="17525" cy="15850"/>
            </a:xfrm>
            <a:custGeom>
              <a:avLst/>
              <a:gdLst/>
              <a:ahLst/>
              <a:cxnLst/>
              <a:rect l="l" t="t" r="r" b="b"/>
              <a:pathLst>
                <a:path w="701" h="634" extrusionOk="0">
                  <a:moveTo>
                    <a:pt x="534" y="0"/>
                  </a:moveTo>
                  <a:cubicBezTo>
                    <a:pt x="534" y="0"/>
                    <a:pt x="500" y="33"/>
                    <a:pt x="434" y="33"/>
                  </a:cubicBezTo>
                  <a:cubicBezTo>
                    <a:pt x="334" y="100"/>
                    <a:pt x="267" y="100"/>
                    <a:pt x="200" y="133"/>
                  </a:cubicBezTo>
                  <a:lnTo>
                    <a:pt x="0" y="334"/>
                  </a:lnTo>
                  <a:lnTo>
                    <a:pt x="0" y="600"/>
                  </a:lnTo>
                  <a:cubicBezTo>
                    <a:pt x="0" y="600"/>
                    <a:pt x="33" y="634"/>
                    <a:pt x="167" y="634"/>
                  </a:cubicBezTo>
                  <a:cubicBezTo>
                    <a:pt x="300" y="634"/>
                    <a:pt x="367" y="600"/>
                    <a:pt x="467" y="567"/>
                  </a:cubicBezTo>
                  <a:cubicBezTo>
                    <a:pt x="500" y="500"/>
                    <a:pt x="600" y="434"/>
                    <a:pt x="634" y="334"/>
                  </a:cubicBezTo>
                  <a:cubicBezTo>
                    <a:pt x="667" y="267"/>
                    <a:pt x="701" y="234"/>
                    <a:pt x="701" y="234"/>
                  </a:cubicBezTo>
                  <a:cubicBezTo>
                    <a:pt x="701" y="234"/>
                    <a:pt x="534" y="67"/>
                    <a:pt x="5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89" name="Google Shape;1589;p11"/>
            <p:cNvSpPr/>
            <p:nvPr/>
          </p:nvSpPr>
          <p:spPr>
            <a:xfrm>
              <a:off x="6139550" y="4575225"/>
              <a:ext cx="16700" cy="12700"/>
            </a:xfrm>
            <a:custGeom>
              <a:avLst/>
              <a:gdLst/>
              <a:ahLst/>
              <a:cxnLst/>
              <a:rect l="l" t="t" r="r" b="b"/>
              <a:pathLst>
                <a:path w="668" h="508" extrusionOk="0">
                  <a:moveTo>
                    <a:pt x="295" y="0"/>
                  </a:moveTo>
                  <a:cubicBezTo>
                    <a:pt x="274" y="0"/>
                    <a:pt x="253" y="2"/>
                    <a:pt x="234" y="7"/>
                  </a:cubicBezTo>
                  <a:cubicBezTo>
                    <a:pt x="201" y="7"/>
                    <a:pt x="134" y="40"/>
                    <a:pt x="67" y="107"/>
                  </a:cubicBezTo>
                  <a:lnTo>
                    <a:pt x="1" y="174"/>
                  </a:lnTo>
                  <a:lnTo>
                    <a:pt x="1" y="441"/>
                  </a:lnTo>
                  <a:cubicBezTo>
                    <a:pt x="1" y="441"/>
                    <a:pt x="34" y="474"/>
                    <a:pt x="134" y="474"/>
                  </a:cubicBezTo>
                  <a:cubicBezTo>
                    <a:pt x="201" y="507"/>
                    <a:pt x="301" y="507"/>
                    <a:pt x="368" y="507"/>
                  </a:cubicBezTo>
                  <a:cubicBezTo>
                    <a:pt x="501" y="474"/>
                    <a:pt x="668" y="307"/>
                    <a:pt x="668" y="307"/>
                  </a:cubicBezTo>
                  <a:cubicBezTo>
                    <a:pt x="668" y="274"/>
                    <a:pt x="635" y="107"/>
                    <a:pt x="568" y="74"/>
                  </a:cubicBezTo>
                  <a:cubicBezTo>
                    <a:pt x="568" y="74"/>
                    <a:pt x="421" y="0"/>
                    <a:pt x="2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90" name="Google Shape;1590;p11"/>
            <p:cNvSpPr/>
            <p:nvPr/>
          </p:nvSpPr>
          <p:spPr>
            <a:xfrm>
              <a:off x="6140400" y="4603750"/>
              <a:ext cx="30875" cy="15850"/>
            </a:xfrm>
            <a:custGeom>
              <a:avLst/>
              <a:gdLst/>
              <a:ahLst/>
              <a:cxnLst/>
              <a:rect l="l" t="t" r="r" b="b"/>
              <a:pathLst>
                <a:path w="1235" h="634" extrusionOk="0">
                  <a:moveTo>
                    <a:pt x="1134" y="0"/>
                  </a:moveTo>
                  <a:cubicBezTo>
                    <a:pt x="1134" y="0"/>
                    <a:pt x="1134" y="0"/>
                    <a:pt x="1134" y="0"/>
                  </a:cubicBezTo>
                  <a:lnTo>
                    <a:pt x="1134" y="0"/>
                  </a:lnTo>
                  <a:cubicBezTo>
                    <a:pt x="1134" y="0"/>
                    <a:pt x="1134" y="0"/>
                    <a:pt x="1134" y="0"/>
                  </a:cubicBezTo>
                  <a:close/>
                  <a:moveTo>
                    <a:pt x="1134" y="0"/>
                  </a:moveTo>
                  <a:cubicBezTo>
                    <a:pt x="1132" y="0"/>
                    <a:pt x="1065" y="1"/>
                    <a:pt x="934" y="33"/>
                  </a:cubicBezTo>
                  <a:cubicBezTo>
                    <a:pt x="801" y="67"/>
                    <a:pt x="634" y="67"/>
                    <a:pt x="567" y="133"/>
                  </a:cubicBezTo>
                  <a:cubicBezTo>
                    <a:pt x="467" y="133"/>
                    <a:pt x="334" y="200"/>
                    <a:pt x="234" y="267"/>
                  </a:cubicBezTo>
                  <a:cubicBezTo>
                    <a:pt x="100" y="300"/>
                    <a:pt x="0" y="334"/>
                    <a:pt x="0" y="334"/>
                  </a:cubicBezTo>
                  <a:lnTo>
                    <a:pt x="0" y="600"/>
                  </a:lnTo>
                  <a:cubicBezTo>
                    <a:pt x="0" y="600"/>
                    <a:pt x="134" y="634"/>
                    <a:pt x="267" y="634"/>
                  </a:cubicBezTo>
                  <a:cubicBezTo>
                    <a:pt x="400" y="634"/>
                    <a:pt x="567" y="634"/>
                    <a:pt x="667" y="600"/>
                  </a:cubicBezTo>
                  <a:cubicBezTo>
                    <a:pt x="801" y="534"/>
                    <a:pt x="934" y="467"/>
                    <a:pt x="1068" y="367"/>
                  </a:cubicBezTo>
                  <a:lnTo>
                    <a:pt x="1234" y="200"/>
                  </a:lnTo>
                  <a:cubicBezTo>
                    <a:pt x="1234" y="167"/>
                    <a:pt x="1101" y="0"/>
                    <a:pt x="11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91" name="Google Shape;1591;p11"/>
            <p:cNvSpPr/>
            <p:nvPr/>
          </p:nvSpPr>
          <p:spPr>
            <a:xfrm>
              <a:off x="6142900" y="4627925"/>
              <a:ext cx="22525" cy="15875"/>
            </a:xfrm>
            <a:custGeom>
              <a:avLst/>
              <a:gdLst/>
              <a:ahLst/>
              <a:cxnLst/>
              <a:rect l="l" t="t" r="r" b="b"/>
              <a:pathLst>
                <a:path w="901" h="635" extrusionOk="0">
                  <a:moveTo>
                    <a:pt x="834" y="0"/>
                  </a:moveTo>
                  <a:cubicBezTo>
                    <a:pt x="833" y="0"/>
                    <a:pt x="833" y="0"/>
                    <a:pt x="832" y="1"/>
                  </a:cubicBezTo>
                  <a:lnTo>
                    <a:pt x="832" y="1"/>
                  </a:lnTo>
                  <a:cubicBezTo>
                    <a:pt x="833" y="0"/>
                    <a:pt x="834" y="0"/>
                    <a:pt x="834" y="0"/>
                  </a:cubicBezTo>
                  <a:close/>
                  <a:moveTo>
                    <a:pt x="832" y="1"/>
                  </a:moveTo>
                  <a:cubicBezTo>
                    <a:pt x="806" y="4"/>
                    <a:pt x="526" y="38"/>
                    <a:pt x="367" y="134"/>
                  </a:cubicBezTo>
                  <a:cubicBezTo>
                    <a:pt x="334" y="167"/>
                    <a:pt x="234" y="234"/>
                    <a:pt x="167" y="301"/>
                  </a:cubicBezTo>
                  <a:cubicBezTo>
                    <a:pt x="67" y="334"/>
                    <a:pt x="34" y="367"/>
                    <a:pt x="34" y="367"/>
                  </a:cubicBezTo>
                  <a:cubicBezTo>
                    <a:pt x="0" y="367"/>
                    <a:pt x="67" y="634"/>
                    <a:pt x="67" y="634"/>
                  </a:cubicBezTo>
                  <a:lnTo>
                    <a:pt x="234" y="634"/>
                  </a:lnTo>
                  <a:cubicBezTo>
                    <a:pt x="367" y="634"/>
                    <a:pt x="501" y="567"/>
                    <a:pt x="567" y="534"/>
                  </a:cubicBezTo>
                  <a:cubicBezTo>
                    <a:pt x="734" y="467"/>
                    <a:pt x="901" y="201"/>
                    <a:pt x="901" y="201"/>
                  </a:cubicBezTo>
                  <a:cubicBezTo>
                    <a:pt x="901" y="168"/>
                    <a:pt x="805" y="7"/>
                    <a:pt x="8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92" name="Google Shape;1592;p11"/>
            <p:cNvSpPr/>
            <p:nvPr/>
          </p:nvSpPr>
          <p:spPr>
            <a:xfrm>
              <a:off x="6152900" y="4650450"/>
              <a:ext cx="25050" cy="14825"/>
            </a:xfrm>
            <a:custGeom>
              <a:avLst/>
              <a:gdLst/>
              <a:ahLst/>
              <a:cxnLst/>
              <a:rect l="l" t="t" r="r" b="b"/>
              <a:pathLst>
                <a:path w="1002" h="593" extrusionOk="0">
                  <a:moveTo>
                    <a:pt x="734" y="0"/>
                  </a:moveTo>
                  <a:cubicBezTo>
                    <a:pt x="634" y="0"/>
                    <a:pt x="501" y="0"/>
                    <a:pt x="434" y="33"/>
                  </a:cubicBezTo>
                  <a:lnTo>
                    <a:pt x="167" y="167"/>
                  </a:lnTo>
                  <a:lnTo>
                    <a:pt x="0" y="267"/>
                  </a:lnTo>
                  <a:lnTo>
                    <a:pt x="0" y="500"/>
                  </a:lnTo>
                  <a:cubicBezTo>
                    <a:pt x="0" y="500"/>
                    <a:pt x="101" y="567"/>
                    <a:pt x="234" y="567"/>
                  </a:cubicBezTo>
                  <a:cubicBezTo>
                    <a:pt x="284" y="584"/>
                    <a:pt x="342" y="592"/>
                    <a:pt x="405" y="592"/>
                  </a:cubicBezTo>
                  <a:cubicBezTo>
                    <a:pt x="467" y="592"/>
                    <a:pt x="534" y="584"/>
                    <a:pt x="601" y="567"/>
                  </a:cubicBezTo>
                  <a:cubicBezTo>
                    <a:pt x="668" y="500"/>
                    <a:pt x="801" y="467"/>
                    <a:pt x="901" y="400"/>
                  </a:cubicBezTo>
                  <a:lnTo>
                    <a:pt x="1001" y="267"/>
                  </a:lnTo>
                  <a:cubicBezTo>
                    <a:pt x="1001" y="267"/>
                    <a:pt x="901" y="100"/>
                    <a:pt x="9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93" name="Google Shape;1593;p11"/>
            <p:cNvSpPr/>
            <p:nvPr/>
          </p:nvSpPr>
          <p:spPr>
            <a:xfrm>
              <a:off x="6152075" y="4687125"/>
              <a:ext cx="23375" cy="12550"/>
            </a:xfrm>
            <a:custGeom>
              <a:avLst/>
              <a:gdLst/>
              <a:ahLst/>
              <a:cxnLst/>
              <a:rect l="l" t="t" r="r" b="b"/>
              <a:pathLst>
                <a:path w="935" h="502" extrusionOk="0">
                  <a:moveTo>
                    <a:pt x="434" y="1"/>
                  </a:moveTo>
                  <a:cubicBezTo>
                    <a:pt x="300" y="34"/>
                    <a:pt x="134" y="101"/>
                    <a:pt x="134" y="101"/>
                  </a:cubicBezTo>
                  <a:lnTo>
                    <a:pt x="0" y="301"/>
                  </a:lnTo>
                  <a:cubicBezTo>
                    <a:pt x="0" y="301"/>
                    <a:pt x="100" y="368"/>
                    <a:pt x="167" y="434"/>
                  </a:cubicBezTo>
                  <a:cubicBezTo>
                    <a:pt x="267" y="501"/>
                    <a:pt x="434" y="501"/>
                    <a:pt x="500" y="501"/>
                  </a:cubicBezTo>
                  <a:cubicBezTo>
                    <a:pt x="601" y="501"/>
                    <a:pt x="701" y="468"/>
                    <a:pt x="801" y="368"/>
                  </a:cubicBezTo>
                  <a:cubicBezTo>
                    <a:pt x="867" y="334"/>
                    <a:pt x="934" y="268"/>
                    <a:pt x="934" y="268"/>
                  </a:cubicBezTo>
                  <a:cubicBezTo>
                    <a:pt x="934" y="268"/>
                    <a:pt x="801" y="101"/>
                    <a:pt x="7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94" name="Google Shape;1594;p11"/>
            <p:cNvSpPr/>
            <p:nvPr/>
          </p:nvSpPr>
          <p:spPr>
            <a:xfrm>
              <a:off x="5454900" y="4794700"/>
              <a:ext cx="22550" cy="12550"/>
            </a:xfrm>
            <a:custGeom>
              <a:avLst/>
              <a:gdLst/>
              <a:ahLst/>
              <a:cxnLst/>
              <a:rect l="l" t="t" r="r" b="b"/>
              <a:pathLst>
                <a:path w="902" h="502" extrusionOk="0">
                  <a:moveTo>
                    <a:pt x="467" y="1"/>
                  </a:moveTo>
                  <a:cubicBezTo>
                    <a:pt x="267" y="1"/>
                    <a:pt x="0" y="134"/>
                    <a:pt x="0" y="134"/>
                  </a:cubicBezTo>
                  <a:lnTo>
                    <a:pt x="0" y="368"/>
                  </a:lnTo>
                  <a:cubicBezTo>
                    <a:pt x="0" y="368"/>
                    <a:pt x="234" y="501"/>
                    <a:pt x="467" y="501"/>
                  </a:cubicBezTo>
                  <a:cubicBezTo>
                    <a:pt x="634" y="501"/>
                    <a:pt x="901" y="368"/>
                    <a:pt x="901" y="368"/>
                  </a:cubicBezTo>
                  <a:lnTo>
                    <a:pt x="901" y="134"/>
                  </a:lnTo>
                  <a:cubicBezTo>
                    <a:pt x="901" y="134"/>
                    <a:pt x="634" y="1"/>
                    <a:pt x="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95" name="Google Shape;1595;p11"/>
            <p:cNvSpPr/>
            <p:nvPr/>
          </p:nvSpPr>
          <p:spPr>
            <a:xfrm>
              <a:off x="5475750" y="4818325"/>
              <a:ext cx="29200" cy="11425"/>
            </a:xfrm>
            <a:custGeom>
              <a:avLst/>
              <a:gdLst/>
              <a:ahLst/>
              <a:cxnLst/>
              <a:rect l="l" t="t" r="r" b="b"/>
              <a:pathLst>
                <a:path w="1168" h="457" extrusionOk="0">
                  <a:moveTo>
                    <a:pt x="735" y="0"/>
                  </a:moveTo>
                  <a:cubicBezTo>
                    <a:pt x="676" y="0"/>
                    <a:pt x="618" y="6"/>
                    <a:pt x="567" y="23"/>
                  </a:cubicBezTo>
                  <a:cubicBezTo>
                    <a:pt x="467" y="23"/>
                    <a:pt x="334" y="57"/>
                    <a:pt x="201" y="123"/>
                  </a:cubicBezTo>
                  <a:cubicBezTo>
                    <a:pt x="67" y="223"/>
                    <a:pt x="0" y="257"/>
                    <a:pt x="0" y="257"/>
                  </a:cubicBezTo>
                  <a:lnTo>
                    <a:pt x="134" y="457"/>
                  </a:lnTo>
                  <a:lnTo>
                    <a:pt x="634" y="457"/>
                  </a:lnTo>
                  <a:cubicBezTo>
                    <a:pt x="834" y="423"/>
                    <a:pt x="1168" y="257"/>
                    <a:pt x="1168" y="257"/>
                  </a:cubicBezTo>
                  <a:cubicBezTo>
                    <a:pt x="1168" y="226"/>
                    <a:pt x="1139" y="53"/>
                    <a:pt x="1109" y="53"/>
                  </a:cubicBezTo>
                  <a:cubicBezTo>
                    <a:pt x="1106" y="53"/>
                    <a:pt x="1104" y="54"/>
                    <a:pt x="1101" y="57"/>
                  </a:cubicBezTo>
                  <a:cubicBezTo>
                    <a:pt x="1101" y="57"/>
                    <a:pt x="914" y="0"/>
                    <a:pt x="7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96" name="Google Shape;1596;p11"/>
            <p:cNvSpPr/>
            <p:nvPr/>
          </p:nvSpPr>
          <p:spPr>
            <a:xfrm>
              <a:off x="5509100" y="4832725"/>
              <a:ext cx="13375" cy="13700"/>
            </a:xfrm>
            <a:custGeom>
              <a:avLst/>
              <a:gdLst/>
              <a:ahLst/>
              <a:cxnLst/>
              <a:rect l="l" t="t" r="r" b="b"/>
              <a:pathLst>
                <a:path w="535" h="548" extrusionOk="0">
                  <a:moveTo>
                    <a:pt x="335" y="0"/>
                  </a:moveTo>
                  <a:cubicBezTo>
                    <a:pt x="279" y="0"/>
                    <a:pt x="215" y="24"/>
                    <a:pt x="167" y="48"/>
                  </a:cubicBezTo>
                  <a:cubicBezTo>
                    <a:pt x="34" y="148"/>
                    <a:pt x="1" y="348"/>
                    <a:pt x="1" y="348"/>
                  </a:cubicBezTo>
                  <a:cubicBezTo>
                    <a:pt x="1" y="381"/>
                    <a:pt x="167" y="515"/>
                    <a:pt x="167" y="548"/>
                  </a:cubicBezTo>
                  <a:cubicBezTo>
                    <a:pt x="167" y="548"/>
                    <a:pt x="368" y="515"/>
                    <a:pt x="401" y="481"/>
                  </a:cubicBezTo>
                  <a:cubicBezTo>
                    <a:pt x="468" y="448"/>
                    <a:pt x="534" y="314"/>
                    <a:pt x="534" y="314"/>
                  </a:cubicBezTo>
                  <a:lnTo>
                    <a:pt x="534" y="48"/>
                  </a:lnTo>
                  <a:cubicBezTo>
                    <a:pt x="534" y="48"/>
                    <a:pt x="501" y="14"/>
                    <a:pt x="401" y="14"/>
                  </a:cubicBezTo>
                  <a:cubicBezTo>
                    <a:pt x="381" y="4"/>
                    <a:pt x="359" y="0"/>
                    <a:pt x="3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97" name="Google Shape;1597;p11"/>
            <p:cNvSpPr/>
            <p:nvPr/>
          </p:nvSpPr>
          <p:spPr>
            <a:xfrm>
              <a:off x="5531625" y="4843900"/>
              <a:ext cx="12525" cy="13375"/>
            </a:xfrm>
            <a:custGeom>
              <a:avLst/>
              <a:gdLst/>
              <a:ahLst/>
              <a:cxnLst/>
              <a:rect l="l" t="t" r="r" b="b"/>
              <a:pathLst>
                <a:path w="501" h="535" extrusionOk="0">
                  <a:moveTo>
                    <a:pt x="334" y="1"/>
                  </a:moveTo>
                  <a:cubicBezTo>
                    <a:pt x="334" y="1"/>
                    <a:pt x="267" y="1"/>
                    <a:pt x="234" y="34"/>
                  </a:cubicBezTo>
                  <a:cubicBezTo>
                    <a:pt x="134" y="68"/>
                    <a:pt x="100" y="68"/>
                    <a:pt x="67" y="101"/>
                  </a:cubicBezTo>
                  <a:cubicBezTo>
                    <a:pt x="0" y="201"/>
                    <a:pt x="0" y="334"/>
                    <a:pt x="0" y="334"/>
                  </a:cubicBezTo>
                  <a:cubicBezTo>
                    <a:pt x="65" y="334"/>
                    <a:pt x="130" y="524"/>
                    <a:pt x="164" y="534"/>
                  </a:cubicBezTo>
                  <a:lnTo>
                    <a:pt x="164" y="534"/>
                  </a:lnTo>
                  <a:cubicBezTo>
                    <a:pt x="158" y="528"/>
                    <a:pt x="404" y="465"/>
                    <a:pt x="467" y="401"/>
                  </a:cubicBezTo>
                  <a:cubicBezTo>
                    <a:pt x="467" y="368"/>
                    <a:pt x="501" y="268"/>
                    <a:pt x="501" y="234"/>
                  </a:cubicBezTo>
                  <a:lnTo>
                    <a:pt x="501" y="168"/>
                  </a:lnTo>
                  <a:lnTo>
                    <a:pt x="334" y="1"/>
                  </a:lnTo>
                  <a:close/>
                  <a:moveTo>
                    <a:pt x="164" y="534"/>
                  </a:moveTo>
                  <a:lnTo>
                    <a:pt x="164" y="534"/>
                  </a:lnTo>
                  <a:cubicBezTo>
                    <a:pt x="165" y="534"/>
                    <a:pt x="166" y="535"/>
                    <a:pt x="167" y="535"/>
                  </a:cubicBezTo>
                  <a:cubicBezTo>
                    <a:pt x="166" y="535"/>
                    <a:pt x="165" y="534"/>
                    <a:pt x="164" y="5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98" name="Google Shape;1598;p11"/>
            <p:cNvSpPr/>
            <p:nvPr/>
          </p:nvSpPr>
          <p:spPr>
            <a:xfrm>
              <a:off x="5647525" y="4824725"/>
              <a:ext cx="23375" cy="25200"/>
            </a:xfrm>
            <a:custGeom>
              <a:avLst/>
              <a:gdLst/>
              <a:ahLst/>
              <a:cxnLst/>
              <a:rect l="l" t="t" r="r" b="b"/>
              <a:pathLst>
                <a:path w="935" h="1008" extrusionOk="0">
                  <a:moveTo>
                    <a:pt x="802" y="1"/>
                  </a:moveTo>
                  <a:cubicBezTo>
                    <a:pt x="802" y="1"/>
                    <a:pt x="701" y="34"/>
                    <a:pt x="601" y="101"/>
                  </a:cubicBezTo>
                  <a:cubicBezTo>
                    <a:pt x="468" y="134"/>
                    <a:pt x="335" y="268"/>
                    <a:pt x="268" y="334"/>
                  </a:cubicBezTo>
                  <a:cubicBezTo>
                    <a:pt x="101" y="534"/>
                    <a:pt x="1" y="868"/>
                    <a:pt x="1" y="868"/>
                  </a:cubicBezTo>
                  <a:cubicBezTo>
                    <a:pt x="1" y="926"/>
                    <a:pt x="125" y="1008"/>
                    <a:pt x="159" y="1008"/>
                  </a:cubicBezTo>
                  <a:cubicBezTo>
                    <a:pt x="165" y="1008"/>
                    <a:pt x="168" y="1006"/>
                    <a:pt x="168" y="1001"/>
                  </a:cubicBezTo>
                  <a:cubicBezTo>
                    <a:pt x="168" y="1001"/>
                    <a:pt x="468" y="801"/>
                    <a:pt x="601" y="634"/>
                  </a:cubicBezTo>
                  <a:cubicBezTo>
                    <a:pt x="668" y="601"/>
                    <a:pt x="701" y="468"/>
                    <a:pt x="802" y="368"/>
                  </a:cubicBezTo>
                  <a:cubicBezTo>
                    <a:pt x="868" y="301"/>
                    <a:pt x="935" y="201"/>
                    <a:pt x="935" y="201"/>
                  </a:cubicBezTo>
                  <a:lnTo>
                    <a:pt x="80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99" name="Google Shape;1599;p11"/>
            <p:cNvSpPr/>
            <p:nvPr/>
          </p:nvSpPr>
          <p:spPr>
            <a:xfrm>
              <a:off x="5663375" y="4852250"/>
              <a:ext cx="25050" cy="25050"/>
            </a:xfrm>
            <a:custGeom>
              <a:avLst/>
              <a:gdLst/>
              <a:ahLst/>
              <a:cxnLst/>
              <a:rect l="l" t="t" r="r" b="b"/>
              <a:pathLst>
                <a:path w="1002" h="1002" extrusionOk="0">
                  <a:moveTo>
                    <a:pt x="835" y="0"/>
                  </a:moveTo>
                  <a:cubicBezTo>
                    <a:pt x="835" y="0"/>
                    <a:pt x="501" y="167"/>
                    <a:pt x="334" y="334"/>
                  </a:cubicBezTo>
                  <a:cubicBezTo>
                    <a:pt x="168" y="501"/>
                    <a:pt x="1" y="834"/>
                    <a:pt x="1" y="834"/>
                  </a:cubicBezTo>
                  <a:cubicBezTo>
                    <a:pt x="1" y="868"/>
                    <a:pt x="168" y="1001"/>
                    <a:pt x="168" y="1001"/>
                  </a:cubicBezTo>
                  <a:cubicBezTo>
                    <a:pt x="168" y="1001"/>
                    <a:pt x="501" y="834"/>
                    <a:pt x="668" y="668"/>
                  </a:cubicBezTo>
                  <a:cubicBezTo>
                    <a:pt x="835" y="501"/>
                    <a:pt x="1001" y="167"/>
                    <a:pt x="1001" y="167"/>
                  </a:cubicBezTo>
                  <a:lnTo>
                    <a:pt x="83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00" name="Google Shape;1600;p11"/>
            <p:cNvSpPr/>
            <p:nvPr/>
          </p:nvSpPr>
          <p:spPr>
            <a:xfrm>
              <a:off x="5685075" y="4871425"/>
              <a:ext cx="17525" cy="27550"/>
            </a:xfrm>
            <a:custGeom>
              <a:avLst/>
              <a:gdLst/>
              <a:ahLst/>
              <a:cxnLst/>
              <a:rect l="l" t="t" r="r" b="b"/>
              <a:pathLst>
                <a:path w="701" h="1102" extrusionOk="0">
                  <a:moveTo>
                    <a:pt x="434" y="1"/>
                  </a:moveTo>
                  <a:cubicBezTo>
                    <a:pt x="434" y="67"/>
                    <a:pt x="367" y="101"/>
                    <a:pt x="334" y="167"/>
                  </a:cubicBezTo>
                  <a:cubicBezTo>
                    <a:pt x="300" y="234"/>
                    <a:pt x="200" y="334"/>
                    <a:pt x="167" y="434"/>
                  </a:cubicBezTo>
                  <a:cubicBezTo>
                    <a:pt x="133" y="501"/>
                    <a:pt x="100" y="634"/>
                    <a:pt x="33" y="768"/>
                  </a:cubicBezTo>
                  <a:cubicBezTo>
                    <a:pt x="0" y="901"/>
                    <a:pt x="0" y="968"/>
                    <a:pt x="0" y="968"/>
                  </a:cubicBezTo>
                  <a:cubicBezTo>
                    <a:pt x="29" y="997"/>
                    <a:pt x="162" y="1079"/>
                    <a:pt x="171" y="1097"/>
                  </a:cubicBezTo>
                  <a:lnTo>
                    <a:pt x="171" y="1097"/>
                  </a:lnTo>
                  <a:lnTo>
                    <a:pt x="300" y="968"/>
                  </a:lnTo>
                  <a:cubicBezTo>
                    <a:pt x="367" y="901"/>
                    <a:pt x="500" y="768"/>
                    <a:pt x="534" y="668"/>
                  </a:cubicBezTo>
                  <a:cubicBezTo>
                    <a:pt x="634" y="568"/>
                    <a:pt x="667" y="401"/>
                    <a:pt x="667" y="268"/>
                  </a:cubicBezTo>
                  <a:cubicBezTo>
                    <a:pt x="701" y="134"/>
                    <a:pt x="667" y="1"/>
                    <a:pt x="667" y="1"/>
                  </a:cubicBezTo>
                  <a:close/>
                  <a:moveTo>
                    <a:pt x="171" y="1097"/>
                  </a:moveTo>
                  <a:lnTo>
                    <a:pt x="167" y="1101"/>
                  </a:lnTo>
                  <a:cubicBezTo>
                    <a:pt x="171" y="1101"/>
                    <a:pt x="172" y="1100"/>
                    <a:pt x="171" y="109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01" name="Google Shape;1601;p11"/>
            <p:cNvSpPr/>
            <p:nvPr/>
          </p:nvSpPr>
          <p:spPr>
            <a:xfrm>
              <a:off x="5697575" y="4900625"/>
              <a:ext cx="16700" cy="31700"/>
            </a:xfrm>
            <a:custGeom>
              <a:avLst/>
              <a:gdLst/>
              <a:ahLst/>
              <a:cxnLst/>
              <a:rect l="l" t="t" r="r" b="b"/>
              <a:pathLst>
                <a:path w="668" h="1268" extrusionOk="0">
                  <a:moveTo>
                    <a:pt x="467" y="0"/>
                  </a:moveTo>
                  <a:cubicBezTo>
                    <a:pt x="467" y="0"/>
                    <a:pt x="201" y="300"/>
                    <a:pt x="100" y="567"/>
                  </a:cubicBezTo>
                  <a:cubicBezTo>
                    <a:pt x="0" y="767"/>
                    <a:pt x="0" y="1168"/>
                    <a:pt x="0" y="1168"/>
                  </a:cubicBezTo>
                  <a:cubicBezTo>
                    <a:pt x="0" y="1168"/>
                    <a:pt x="157" y="1246"/>
                    <a:pt x="170" y="1264"/>
                  </a:cubicBezTo>
                  <a:lnTo>
                    <a:pt x="170" y="1264"/>
                  </a:lnTo>
                  <a:cubicBezTo>
                    <a:pt x="199" y="1227"/>
                    <a:pt x="438" y="922"/>
                    <a:pt x="501" y="734"/>
                  </a:cubicBezTo>
                  <a:cubicBezTo>
                    <a:pt x="634" y="501"/>
                    <a:pt x="668" y="134"/>
                    <a:pt x="668" y="134"/>
                  </a:cubicBezTo>
                  <a:lnTo>
                    <a:pt x="467" y="0"/>
                  </a:lnTo>
                  <a:close/>
                  <a:moveTo>
                    <a:pt x="170" y="1264"/>
                  </a:moveTo>
                  <a:cubicBezTo>
                    <a:pt x="168" y="1266"/>
                    <a:pt x="167" y="1268"/>
                    <a:pt x="167" y="1268"/>
                  </a:cubicBezTo>
                  <a:cubicBezTo>
                    <a:pt x="171" y="1268"/>
                    <a:pt x="172" y="1266"/>
                    <a:pt x="170" y="126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02" name="Google Shape;1602;p11"/>
            <p:cNvSpPr/>
            <p:nvPr/>
          </p:nvSpPr>
          <p:spPr>
            <a:xfrm>
              <a:off x="5731775" y="4923975"/>
              <a:ext cx="12525" cy="25025"/>
            </a:xfrm>
            <a:custGeom>
              <a:avLst/>
              <a:gdLst/>
              <a:ahLst/>
              <a:cxnLst/>
              <a:rect l="l" t="t" r="r" b="b"/>
              <a:pathLst>
                <a:path w="501" h="1001" extrusionOk="0">
                  <a:moveTo>
                    <a:pt x="300" y="0"/>
                  </a:moveTo>
                  <a:cubicBezTo>
                    <a:pt x="300" y="0"/>
                    <a:pt x="267" y="67"/>
                    <a:pt x="167" y="167"/>
                  </a:cubicBezTo>
                  <a:cubicBezTo>
                    <a:pt x="133" y="234"/>
                    <a:pt x="100" y="367"/>
                    <a:pt x="33" y="467"/>
                  </a:cubicBezTo>
                  <a:cubicBezTo>
                    <a:pt x="0" y="634"/>
                    <a:pt x="100" y="901"/>
                    <a:pt x="100" y="901"/>
                  </a:cubicBezTo>
                  <a:cubicBezTo>
                    <a:pt x="100" y="968"/>
                    <a:pt x="300" y="1001"/>
                    <a:pt x="300" y="1001"/>
                  </a:cubicBezTo>
                  <a:cubicBezTo>
                    <a:pt x="300" y="1001"/>
                    <a:pt x="467" y="701"/>
                    <a:pt x="500" y="534"/>
                  </a:cubicBezTo>
                  <a:lnTo>
                    <a:pt x="500" y="300"/>
                  </a:lnTo>
                  <a:lnTo>
                    <a:pt x="500" y="134"/>
                  </a:lnTo>
                  <a:cubicBezTo>
                    <a:pt x="500" y="67"/>
                    <a:pt x="300" y="0"/>
                    <a:pt x="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03" name="Google Shape;1603;p11"/>
            <p:cNvSpPr/>
            <p:nvPr/>
          </p:nvSpPr>
          <p:spPr>
            <a:xfrm>
              <a:off x="5846000" y="5270050"/>
              <a:ext cx="17550" cy="21100"/>
            </a:xfrm>
            <a:custGeom>
              <a:avLst/>
              <a:gdLst/>
              <a:ahLst/>
              <a:cxnLst/>
              <a:rect l="l" t="t" r="r" b="b"/>
              <a:pathLst>
                <a:path w="702" h="844" extrusionOk="0">
                  <a:moveTo>
                    <a:pt x="568" y="0"/>
                  </a:moveTo>
                  <a:lnTo>
                    <a:pt x="401" y="67"/>
                  </a:lnTo>
                  <a:cubicBezTo>
                    <a:pt x="335" y="134"/>
                    <a:pt x="234" y="201"/>
                    <a:pt x="168" y="301"/>
                  </a:cubicBezTo>
                  <a:cubicBezTo>
                    <a:pt x="34" y="467"/>
                    <a:pt x="1" y="734"/>
                    <a:pt x="1" y="734"/>
                  </a:cubicBezTo>
                  <a:cubicBezTo>
                    <a:pt x="1" y="789"/>
                    <a:pt x="112" y="843"/>
                    <a:pt x="153" y="843"/>
                  </a:cubicBezTo>
                  <a:cubicBezTo>
                    <a:pt x="162" y="843"/>
                    <a:pt x="168" y="840"/>
                    <a:pt x="168" y="834"/>
                  </a:cubicBezTo>
                  <a:cubicBezTo>
                    <a:pt x="168" y="834"/>
                    <a:pt x="401" y="668"/>
                    <a:pt x="501" y="534"/>
                  </a:cubicBezTo>
                  <a:cubicBezTo>
                    <a:pt x="535" y="501"/>
                    <a:pt x="568" y="401"/>
                    <a:pt x="601" y="334"/>
                  </a:cubicBezTo>
                  <a:cubicBezTo>
                    <a:pt x="668" y="234"/>
                    <a:pt x="702" y="201"/>
                    <a:pt x="702" y="201"/>
                  </a:cubicBezTo>
                  <a:lnTo>
                    <a:pt x="56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04" name="Google Shape;1604;p11"/>
            <p:cNvSpPr/>
            <p:nvPr/>
          </p:nvSpPr>
          <p:spPr>
            <a:xfrm>
              <a:off x="5879375" y="5275875"/>
              <a:ext cx="16700" cy="20875"/>
            </a:xfrm>
            <a:custGeom>
              <a:avLst/>
              <a:gdLst/>
              <a:ahLst/>
              <a:cxnLst/>
              <a:rect l="l" t="t" r="r" b="b"/>
              <a:pathLst>
                <a:path w="668" h="835" extrusionOk="0">
                  <a:moveTo>
                    <a:pt x="501" y="1"/>
                  </a:moveTo>
                  <a:cubicBezTo>
                    <a:pt x="501" y="1"/>
                    <a:pt x="434" y="68"/>
                    <a:pt x="367" y="101"/>
                  </a:cubicBezTo>
                  <a:cubicBezTo>
                    <a:pt x="267" y="134"/>
                    <a:pt x="167" y="234"/>
                    <a:pt x="100" y="301"/>
                  </a:cubicBezTo>
                  <a:cubicBezTo>
                    <a:pt x="34" y="435"/>
                    <a:pt x="0" y="735"/>
                    <a:pt x="0" y="735"/>
                  </a:cubicBezTo>
                  <a:cubicBezTo>
                    <a:pt x="0" y="735"/>
                    <a:pt x="167" y="835"/>
                    <a:pt x="200" y="835"/>
                  </a:cubicBezTo>
                  <a:cubicBezTo>
                    <a:pt x="200" y="835"/>
                    <a:pt x="434" y="668"/>
                    <a:pt x="534" y="568"/>
                  </a:cubicBezTo>
                  <a:cubicBezTo>
                    <a:pt x="567" y="501"/>
                    <a:pt x="567" y="435"/>
                    <a:pt x="601" y="334"/>
                  </a:cubicBezTo>
                  <a:cubicBezTo>
                    <a:pt x="667" y="268"/>
                    <a:pt x="667" y="168"/>
                    <a:pt x="667" y="168"/>
                  </a:cubicBezTo>
                  <a:lnTo>
                    <a:pt x="5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05" name="Google Shape;1605;p11"/>
            <p:cNvSpPr/>
            <p:nvPr/>
          </p:nvSpPr>
          <p:spPr>
            <a:xfrm>
              <a:off x="5902725" y="5285900"/>
              <a:ext cx="20025" cy="30050"/>
            </a:xfrm>
            <a:custGeom>
              <a:avLst/>
              <a:gdLst/>
              <a:ahLst/>
              <a:cxnLst/>
              <a:rect l="l" t="t" r="r" b="b"/>
              <a:pathLst>
                <a:path w="801" h="1202" extrusionOk="0">
                  <a:moveTo>
                    <a:pt x="601" y="0"/>
                  </a:moveTo>
                  <a:cubicBezTo>
                    <a:pt x="601" y="0"/>
                    <a:pt x="301" y="267"/>
                    <a:pt x="167" y="501"/>
                  </a:cubicBezTo>
                  <a:cubicBezTo>
                    <a:pt x="67" y="701"/>
                    <a:pt x="0" y="1101"/>
                    <a:pt x="0" y="1101"/>
                  </a:cubicBezTo>
                  <a:cubicBezTo>
                    <a:pt x="0" y="1101"/>
                    <a:pt x="234" y="1201"/>
                    <a:pt x="267" y="1201"/>
                  </a:cubicBezTo>
                  <a:cubicBezTo>
                    <a:pt x="267" y="1201"/>
                    <a:pt x="501" y="901"/>
                    <a:pt x="601" y="701"/>
                  </a:cubicBezTo>
                  <a:cubicBezTo>
                    <a:pt x="734" y="501"/>
                    <a:pt x="801" y="100"/>
                    <a:pt x="801" y="100"/>
                  </a:cubicBezTo>
                  <a:lnTo>
                    <a:pt x="6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06" name="Google Shape;1606;p11"/>
            <p:cNvSpPr/>
            <p:nvPr/>
          </p:nvSpPr>
          <p:spPr>
            <a:xfrm>
              <a:off x="6064500" y="5179975"/>
              <a:ext cx="25875" cy="23375"/>
            </a:xfrm>
            <a:custGeom>
              <a:avLst/>
              <a:gdLst/>
              <a:ahLst/>
              <a:cxnLst/>
              <a:rect l="l" t="t" r="r" b="b"/>
              <a:pathLst>
                <a:path w="1035" h="935" extrusionOk="0">
                  <a:moveTo>
                    <a:pt x="935" y="1"/>
                  </a:moveTo>
                  <a:cubicBezTo>
                    <a:pt x="935" y="1"/>
                    <a:pt x="534" y="101"/>
                    <a:pt x="334" y="268"/>
                  </a:cubicBezTo>
                  <a:cubicBezTo>
                    <a:pt x="167" y="434"/>
                    <a:pt x="1" y="801"/>
                    <a:pt x="1" y="801"/>
                  </a:cubicBezTo>
                  <a:cubicBezTo>
                    <a:pt x="1" y="801"/>
                    <a:pt x="167" y="935"/>
                    <a:pt x="201" y="935"/>
                  </a:cubicBezTo>
                  <a:cubicBezTo>
                    <a:pt x="201" y="935"/>
                    <a:pt x="501" y="768"/>
                    <a:pt x="668" y="635"/>
                  </a:cubicBezTo>
                  <a:cubicBezTo>
                    <a:pt x="801" y="501"/>
                    <a:pt x="1035" y="234"/>
                    <a:pt x="1035" y="234"/>
                  </a:cubicBezTo>
                  <a:lnTo>
                    <a:pt x="93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07" name="Google Shape;1607;p11"/>
            <p:cNvSpPr/>
            <p:nvPr/>
          </p:nvSpPr>
          <p:spPr>
            <a:xfrm>
              <a:off x="6080350" y="5203325"/>
              <a:ext cx="24200" cy="25050"/>
            </a:xfrm>
            <a:custGeom>
              <a:avLst/>
              <a:gdLst/>
              <a:ahLst/>
              <a:cxnLst/>
              <a:rect l="l" t="t" r="r" b="b"/>
              <a:pathLst>
                <a:path w="968" h="1002" extrusionOk="0">
                  <a:moveTo>
                    <a:pt x="734" y="1"/>
                  </a:moveTo>
                  <a:cubicBezTo>
                    <a:pt x="734" y="1"/>
                    <a:pt x="401" y="168"/>
                    <a:pt x="301" y="334"/>
                  </a:cubicBezTo>
                  <a:cubicBezTo>
                    <a:pt x="167" y="501"/>
                    <a:pt x="0" y="835"/>
                    <a:pt x="0" y="835"/>
                  </a:cubicBezTo>
                  <a:cubicBezTo>
                    <a:pt x="0" y="835"/>
                    <a:pt x="167" y="968"/>
                    <a:pt x="201" y="1002"/>
                  </a:cubicBezTo>
                  <a:cubicBezTo>
                    <a:pt x="201" y="1002"/>
                    <a:pt x="534" y="835"/>
                    <a:pt x="668" y="668"/>
                  </a:cubicBezTo>
                  <a:cubicBezTo>
                    <a:pt x="801" y="501"/>
                    <a:pt x="968" y="168"/>
                    <a:pt x="968" y="168"/>
                  </a:cubicBezTo>
                  <a:cubicBezTo>
                    <a:pt x="968" y="134"/>
                    <a:pt x="734" y="1"/>
                    <a:pt x="7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08" name="Google Shape;1608;p11"/>
            <p:cNvSpPr/>
            <p:nvPr/>
          </p:nvSpPr>
          <p:spPr>
            <a:xfrm>
              <a:off x="6100350" y="5230025"/>
              <a:ext cx="18375" cy="19200"/>
            </a:xfrm>
            <a:custGeom>
              <a:avLst/>
              <a:gdLst/>
              <a:ahLst/>
              <a:cxnLst/>
              <a:rect l="l" t="t" r="r" b="b"/>
              <a:pathLst>
                <a:path w="735" h="768" extrusionOk="0">
                  <a:moveTo>
                    <a:pt x="535" y="0"/>
                  </a:moveTo>
                  <a:cubicBezTo>
                    <a:pt x="535" y="0"/>
                    <a:pt x="268" y="100"/>
                    <a:pt x="201" y="234"/>
                  </a:cubicBezTo>
                  <a:cubicBezTo>
                    <a:pt x="68" y="334"/>
                    <a:pt x="1" y="601"/>
                    <a:pt x="1" y="601"/>
                  </a:cubicBezTo>
                  <a:cubicBezTo>
                    <a:pt x="1" y="601"/>
                    <a:pt x="101" y="767"/>
                    <a:pt x="201" y="767"/>
                  </a:cubicBezTo>
                  <a:cubicBezTo>
                    <a:pt x="201" y="767"/>
                    <a:pt x="435" y="667"/>
                    <a:pt x="568" y="567"/>
                  </a:cubicBezTo>
                  <a:cubicBezTo>
                    <a:pt x="668" y="434"/>
                    <a:pt x="735" y="134"/>
                    <a:pt x="735" y="134"/>
                  </a:cubicBezTo>
                  <a:lnTo>
                    <a:pt x="53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09" name="Google Shape;1609;p11"/>
            <p:cNvSpPr/>
            <p:nvPr/>
          </p:nvSpPr>
          <p:spPr>
            <a:xfrm>
              <a:off x="6111200" y="5261700"/>
              <a:ext cx="12525" cy="16700"/>
            </a:xfrm>
            <a:custGeom>
              <a:avLst/>
              <a:gdLst/>
              <a:ahLst/>
              <a:cxnLst/>
              <a:rect l="l" t="t" r="r" b="b"/>
              <a:pathLst>
                <a:path w="501" h="668" extrusionOk="0">
                  <a:moveTo>
                    <a:pt x="334" y="1"/>
                  </a:moveTo>
                  <a:cubicBezTo>
                    <a:pt x="334" y="1"/>
                    <a:pt x="267" y="1"/>
                    <a:pt x="234" y="34"/>
                  </a:cubicBezTo>
                  <a:lnTo>
                    <a:pt x="67" y="201"/>
                  </a:lnTo>
                  <a:cubicBezTo>
                    <a:pt x="1" y="234"/>
                    <a:pt x="1" y="334"/>
                    <a:pt x="1" y="368"/>
                  </a:cubicBezTo>
                  <a:lnTo>
                    <a:pt x="1" y="501"/>
                  </a:lnTo>
                  <a:cubicBezTo>
                    <a:pt x="1" y="535"/>
                    <a:pt x="167" y="668"/>
                    <a:pt x="167" y="668"/>
                  </a:cubicBezTo>
                  <a:cubicBezTo>
                    <a:pt x="167" y="668"/>
                    <a:pt x="267" y="668"/>
                    <a:pt x="301" y="635"/>
                  </a:cubicBezTo>
                  <a:lnTo>
                    <a:pt x="468" y="468"/>
                  </a:lnTo>
                  <a:cubicBezTo>
                    <a:pt x="501" y="401"/>
                    <a:pt x="501" y="334"/>
                    <a:pt x="501" y="301"/>
                  </a:cubicBezTo>
                  <a:lnTo>
                    <a:pt x="501" y="168"/>
                  </a:lnTo>
                  <a:lnTo>
                    <a:pt x="33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10" name="Google Shape;1610;p11"/>
            <p:cNvSpPr/>
            <p:nvPr/>
          </p:nvSpPr>
          <p:spPr>
            <a:xfrm>
              <a:off x="6130375" y="5282550"/>
              <a:ext cx="15875" cy="19775"/>
            </a:xfrm>
            <a:custGeom>
              <a:avLst/>
              <a:gdLst/>
              <a:ahLst/>
              <a:cxnLst/>
              <a:rect l="l" t="t" r="r" b="b"/>
              <a:pathLst>
                <a:path w="635" h="791" extrusionOk="0">
                  <a:moveTo>
                    <a:pt x="368" y="1"/>
                  </a:moveTo>
                  <a:cubicBezTo>
                    <a:pt x="368" y="1"/>
                    <a:pt x="201" y="168"/>
                    <a:pt x="134" y="301"/>
                  </a:cubicBezTo>
                  <a:cubicBezTo>
                    <a:pt x="34" y="468"/>
                    <a:pt x="1" y="735"/>
                    <a:pt x="1" y="735"/>
                  </a:cubicBezTo>
                  <a:cubicBezTo>
                    <a:pt x="1" y="735"/>
                    <a:pt x="113" y="791"/>
                    <a:pt x="170" y="791"/>
                  </a:cubicBezTo>
                  <a:cubicBezTo>
                    <a:pt x="188" y="791"/>
                    <a:pt x="201" y="785"/>
                    <a:pt x="201" y="768"/>
                  </a:cubicBezTo>
                  <a:cubicBezTo>
                    <a:pt x="201" y="768"/>
                    <a:pt x="468" y="635"/>
                    <a:pt x="535" y="501"/>
                  </a:cubicBezTo>
                  <a:cubicBezTo>
                    <a:pt x="568" y="401"/>
                    <a:pt x="635" y="334"/>
                    <a:pt x="635" y="201"/>
                  </a:cubicBezTo>
                  <a:lnTo>
                    <a:pt x="635" y="34"/>
                  </a:lnTo>
                  <a:lnTo>
                    <a:pt x="36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11" name="Google Shape;1611;p11"/>
            <p:cNvSpPr/>
            <p:nvPr/>
          </p:nvSpPr>
          <p:spPr>
            <a:xfrm>
              <a:off x="6139550" y="5311750"/>
              <a:ext cx="13375" cy="16700"/>
            </a:xfrm>
            <a:custGeom>
              <a:avLst/>
              <a:gdLst/>
              <a:ahLst/>
              <a:cxnLst/>
              <a:rect l="l" t="t" r="r" b="b"/>
              <a:pathLst>
                <a:path w="535" h="668" extrusionOk="0">
                  <a:moveTo>
                    <a:pt x="334" y="0"/>
                  </a:moveTo>
                  <a:cubicBezTo>
                    <a:pt x="334" y="0"/>
                    <a:pt x="168" y="67"/>
                    <a:pt x="101" y="200"/>
                  </a:cubicBezTo>
                  <a:cubicBezTo>
                    <a:pt x="1" y="300"/>
                    <a:pt x="1" y="534"/>
                    <a:pt x="1" y="534"/>
                  </a:cubicBezTo>
                  <a:cubicBezTo>
                    <a:pt x="1" y="534"/>
                    <a:pt x="168" y="667"/>
                    <a:pt x="201" y="667"/>
                  </a:cubicBezTo>
                  <a:cubicBezTo>
                    <a:pt x="201" y="667"/>
                    <a:pt x="368" y="567"/>
                    <a:pt x="468" y="467"/>
                  </a:cubicBezTo>
                  <a:cubicBezTo>
                    <a:pt x="534" y="367"/>
                    <a:pt x="534" y="134"/>
                    <a:pt x="534" y="134"/>
                  </a:cubicBezTo>
                  <a:lnTo>
                    <a:pt x="3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12" name="Google Shape;1612;p11"/>
            <p:cNvSpPr/>
            <p:nvPr/>
          </p:nvSpPr>
          <p:spPr>
            <a:xfrm>
              <a:off x="6164575" y="5332600"/>
              <a:ext cx="15025" cy="25650"/>
            </a:xfrm>
            <a:custGeom>
              <a:avLst/>
              <a:gdLst/>
              <a:ahLst/>
              <a:cxnLst/>
              <a:rect l="l" t="t" r="r" b="b"/>
              <a:pathLst>
                <a:path w="601" h="1026" extrusionOk="0">
                  <a:moveTo>
                    <a:pt x="234" y="0"/>
                  </a:moveTo>
                  <a:lnTo>
                    <a:pt x="167" y="167"/>
                  </a:lnTo>
                  <a:cubicBezTo>
                    <a:pt x="134" y="234"/>
                    <a:pt x="34" y="367"/>
                    <a:pt x="34" y="467"/>
                  </a:cubicBezTo>
                  <a:cubicBezTo>
                    <a:pt x="34" y="534"/>
                    <a:pt x="0" y="667"/>
                    <a:pt x="34" y="801"/>
                  </a:cubicBezTo>
                  <a:cubicBezTo>
                    <a:pt x="34" y="901"/>
                    <a:pt x="101" y="1001"/>
                    <a:pt x="101" y="1001"/>
                  </a:cubicBezTo>
                  <a:cubicBezTo>
                    <a:pt x="101" y="1018"/>
                    <a:pt x="151" y="1026"/>
                    <a:pt x="205" y="1026"/>
                  </a:cubicBezTo>
                  <a:cubicBezTo>
                    <a:pt x="259" y="1026"/>
                    <a:pt x="317" y="1018"/>
                    <a:pt x="334" y="1001"/>
                  </a:cubicBezTo>
                  <a:lnTo>
                    <a:pt x="434" y="834"/>
                  </a:lnTo>
                  <a:cubicBezTo>
                    <a:pt x="467" y="734"/>
                    <a:pt x="534" y="634"/>
                    <a:pt x="534" y="534"/>
                  </a:cubicBezTo>
                  <a:cubicBezTo>
                    <a:pt x="534" y="467"/>
                    <a:pt x="601" y="334"/>
                    <a:pt x="534" y="200"/>
                  </a:cubicBezTo>
                  <a:cubicBezTo>
                    <a:pt x="534" y="67"/>
                    <a:pt x="501" y="0"/>
                    <a:pt x="5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13" name="Google Shape;1613;p11"/>
            <p:cNvSpPr/>
            <p:nvPr/>
          </p:nvSpPr>
          <p:spPr>
            <a:xfrm>
              <a:off x="3478625" y="4820250"/>
              <a:ext cx="241725" cy="108800"/>
            </a:xfrm>
            <a:custGeom>
              <a:avLst/>
              <a:gdLst/>
              <a:ahLst/>
              <a:cxnLst/>
              <a:rect l="l" t="t" r="r" b="b"/>
              <a:pathLst>
                <a:path w="9669" h="4352" extrusionOk="0">
                  <a:moveTo>
                    <a:pt x="9381" y="1"/>
                  </a:moveTo>
                  <a:cubicBezTo>
                    <a:pt x="9346" y="1"/>
                    <a:pt x="9317" y="5"/>
                    <a:pt x="9302" y="13"/>
                  </a:cubicBezTo>
                  <a:cubicBezTo>
                    <a:pt x="9302" y="13"/>
                    <a:pt x="9302" y="80"/>
                    <a:pt x="9235" y="180"/>
                  </a:cubicBezTo>
                  <a:cubicBezTo>
                    <a:pt x="9235" y="313"/>
                    <a:pt x="9202" y="447"/>
                    <a:pt x="9168" y="580"/>
                  </a:cubicBezTo>
                  <a:cubicBezTo>
                    <a:pt x="9068" y="914"/>
                    <a:pt x="8901" y="1414"/>
                    <a:pt x="8668" y="1881"/>
                  </a:cubicBezTo>
                  <a:cubicBezTo>
                    <a:pt x="8368" y="2348"/>
                    <a:pt x="7967" y="2815"/>
                    <a:pt x="7467" y="3048"/>
                  </a:cubicBezTo>
                  <a:cubicBezTo>
                    <a:pt x="6967" y="3315"/>
                    <a:pt x="6366" y="3415"/>
                    <a:pt x="5833" y="3482"/>
                  </a:cubicBezTo>
                  <a:cubicBezTo>
                    <a:pt x="4798" y="3615"/>
                    <a:pt x="3331" y="3515"/>
                    <a:pt x="2163" y="3615"/>
                  </a:cubicBezTo>
                  <a:cubicBezTo>
                    <a:pt x="1563" y="3649"/>
                    <a:pt x="1062" y="3716"/>
                    <a:pt x="696" y="3816"/>
                  </a:cubicBezTo>
                  <a:cubicBezTo>
                    <a:pt x="329" y="3882"/>
                    <a:pt x="128" y="3982"/>
                    <a:pt x="128" y="3982"/>
                  </a:cubicBezTo>
                  <a:cubicBezTo>
                    <a:pt x="1" y="4014"/>
                    <a:pt x="56" y="4351"/>
                    <a:pt x="178" y="4351"/>
                  </a:cubicBezTo>
                  <a:cubicBezTo>
                    <a:pt x="184" y="4351"/>
                    <a:pt x="189" y="4351"/>
                    <a:pt x="195" y="4349"/>
                  </a:cubicBezTo>
                  <a:cubicBezTo>
                    <a:pt x="195" y="4349"/>
                    <a:pt x="395" y="4316"/>
                    <a:pt x="729" y="4249"/>
                  </a:cubicBezTo>
                  <a:cubicBezTo>
                    <a:pt x="1129" y="4216"/>
                    <a:pt x="1563" y="4183"/>
                    <a:pt x="2163" y="4183"/>
                  </a:cubicBezTo>
                  <a:cubicBezTo>
                    <a:pt x="2982" y="4207"/>
                    <a:pt x="3957" y="4300"/>
                    <a:pt x="4876" y="4300"/>
                  </a:cubicBezTo>
                  <a:cubicBezTo>
                    <a:pt x="5229" y="4300"/>
                    <a:pt x="5575" y="4286"/>
                    <a:pt x="5899" y="4249"/>
                  </a:cubicBezTo>
                  <a:cubicBezTo>
                    <a:pt x="6500" y="4183"/>
                    <a:pt x="7167" y="4049"/>
                    <a:pt x="7801" y="3682"/>
                  </a:cubicBezTo>
                  <a:cubicBezTo>
                    <a:pt x="8368" y="3315"/>
                    <a:pt x="8868" y="2715"/>
                    <a:pt x="9135" y="2181"/>
                  </a:cubicBezTo>
                  <a:cubicBezTo>
                    <a:pt x="9402" y="1614"/>
                    <a:pt x="9502" y="1080"/>
                    <a:pt x="9569" y="713"/>
                  </a:cubicBezTo>
                  <a:cubicBezTo>
                    <a:pt x="9635" y="547"/>
                    <a:pt x="9669" y="380"/>
                    <a:pt x="9669" y="313"/>
                  </a:cubicBezTo>
                  <a:lnTo>
                    <a:pt x="9669" y="146"/>
                  </a:lnTo>
                  <a:cubicBezTo>
                    <a:pt x="9669" y="44"/>
                    <a:pt x="9493" y="1"/>
                    <a:pt x="93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14" name="Google Shape;1614;p11"/>
            <p:cNvSpPr/>
            <p:nvPr/>
          </p:nvSpPr>
          <p:spPr>
            <a:xfrm>
              <a:off x="4719875" y="4004150"/>
              <a:ext cx="730050" cy="482700"/>
            </a:xfrm>
            <a:custGeom>
              <a:avLst/>
              <a:gdLst/>
              <a:ahLst/>
              <a:cxnLst/>
              <a:rect l="l" t="t" r="r" b="b"/>
              <a:pathLst>
                <a:path w="29202" h="19308" extrusionOk="0">
                  <a:moveTo>
                    <a:pt x="28734" y="0"/>
                  </a:moveTo>
                  <a:cubicBezTo>
                    <a:pt x="28734" y="0"/>
                    <a:pt x="28568" y="34"/>
                    <a:pt x="28234" y="100"/>
                  </a:cubicBezTo>
                  <a:cubicBezTo>
                    <a:pt x="28067" y="100"/>
                    <a:pt x="27834" y="167"/>
                    <a:pt x="27634" y="200"/>
                  </a:cubicBezTo>
                  <a:cubicBezTo>
                    <a:pt x="27400" y="267"/>
                    <a:pt x="27167" y="367"/>
                    <a:pt x="26900" y="467"/>
                  </a:cubicBezTo>
                  <a:cubicBezTo>
                    <a:pt x="26399" y="701"/>
                    <a:pt x="25766" y="1034"/>
                    <a:pt x="25165" y="1601"/>
                  </a:cubicBezTo>
                  <a:cubicBezTo>
                    <a:pt x="24598" y="2102"/>
                    <a:pt x="24064" y="2769"/>
                    <a:pt x="23464" y="3436"/>
                  </a:cubicBezTo>
                  <a:cubicBezTo>
                    <a:pt x="22897" y="4103"/>
                    <a:pt x="22230" y="4770"/>
                    <a:pt x="21429" y="5271"/>
                  </a:cubicBezTo>
                  <a:lnTo>
                    <a:pt x="20795" y="5638"/>
                  </a:lnTo>
                  <a:lnTo>
                    <a:pt x="20495" y="5838"/>
                  </a:lnTo>
                  <a:lnTo>
                    <a:pt x="20162" y="6004"/>
                  </a:lnTo>
                  <a:lnTo>
                    <a:pt x="19561" y="6338"/>
                  </a:lnTo>
                  <a:lnTo>
                    <a:pt x="18894" y="6605"/>
                  </a:lnTo>
                  <a:cubicBezTo>
                    <a:pt x="17993" y="6938"/>
                    <a:pt x="17059" y="7105"/>
                    <a:pt x="16092" y="7272"/>
                  </a:cubicBezTo>
                  <a:cubicBezTo>
                    <a:pt x="15592" y="7339"/>
                    <a:pt x="15125" y="7439"/>
                    <a:pt x="14658" y="7506"/>
                  </a:cubicBezTo>
                  <a:cubicBezTo>
                    <a:pt x="14224" y="7639"/>
                    <a:pt x="13757" y="7706"/>
                    <a:pt x="13323" y="7806"/>
                  </a:cubicBezTo>
                  <a:cubicBezTo>
                    <a:pt x="11622" y="8206"/>
                    <a:pt x="9721" y="8873"/>
                    <a:pt x="7919" y="9841"/>
                  </a:cubicBezTo>
                  <a:cubicBezTo>
                    <a:pt x="6118" y="10808"/>
                    <a:pt x="4450" y="12109"/>
                    <a:pt x="3283" y="13476"/>
                  </a:cubicBezTo>
                  <a:cubicBezTo>
                    <a:pt x="2082" y="14844"/>
                    <a:pt x="1281" y="16278"/>
                    <a:pt x="781" y="17279"/>
                  </a:cubicBezTo>
                  <a:cubicBezTo>
                    <a:pt x="648" y="17546"/>
                    <a:pt x="548" y="17780"/>
                    <a:pt x="447" y="17980"/>
                  </a:cubicBezTo>
                  <a:cubicBezTo>
                    <a:pt x="381" y="18180"/>
                    <a:pt x="281" y="18380"/>
                    <a:pt x="247" y="18513"/>
                  </a:cubicBezTo>
                  <a:cubicBezTo>
                    <a:pt x="147" y="18814"/>
                    <a:pt x="81" y="18980"/>
                    <a:pt x="81" y="18980"/>
                  </a:cubicBezTo>
                  <a:cubicBezTo>
                    <a:pt x="1" y="19179"/>
                    <a:pt x="76" y="19307"/>
                    <a:pt x="184" y="19307"/>
                  </a:cubicBezTo>
                  <a:cubicBezTo>
                    <a:pt x="258" y="19307"/>
                    <a:pt x="347" y="19249"/>
                    <a:pt x="414" y="19114"/>
                  </a:cubicBezTo>
                  <a:cubicBezTo>
                    <a:pt x="414" y="19114"/>
                    <a:pt x="481" y="18980"/>
                    <a:pt x="614" y="18680"/>
                  </a:cubicBezTo>
                  <a:cubicBezTo>
                    <a:pt x="714" y="18547"/>
                    <a:pt x="781" y="18380"/>
                    <a:pt x="881" y="18180"/>
                  </a:cubicBezTo>
                  <a:cubicBezTo>
                    <a:pt x="948" y="17980"/>
                    <a:pt x="1081" y="17780"/>
                    <a:pt x="1215" y="17513"/>
                  </a:cubicBezTo>
                  <a:cubicBezTo>
                    <a:pt x="1748" y="16512"/>
                    <a:pt x="2549" y="15178"/>
                    <a:pt x="3750" y="13877"/>
                  </a:cubicBezTo>
                  <a:cubicBezTo>
                    <a:pt x="4951" y="12542"/>
                    <a:pt x="6552" y="11375"/>
                    <a:pt x="8286" y="10474"/>
                  </a:cubicBezTo>
                  <a:cubicBezTo>
                    <a:pt x="10054" y="9540"/>
                    <a:pt x="11922" y="8940"/>
                    <a:pt x="13590" y="8506"/>
                  </a:cubicBezTo>
                  <a:cubicBezTo>
                    <a:pt x="13990" y="8440"/>
                    <a:pt x="14424" y="8306"/>
                    <a:pt x="14891" y="8206"/>
                  </a:cubicBezTo>
                  <a:cubicBezTo>
                    <a:pt x="15291" y="8139"/>
                    <a:pt x="15792" y="8039"/>
                    <a:pt x="16259" y="7973"/>
                  </a:cubicBezTo>
                  <a:cubicBezTo>
                    <a:pt x="17226" y="7806"/>
                    <a:pt x="18227" y="7606"/>
                    <a:pt x="19161" y="7205"/>
                  </a:cubicBezTo>
                  <a:lnTo>
                    <a:pt x="19895" y="6938"/>
                  </a:lnTo>
                  <a:lnTo>
                    <a:pt x="20562" y="6538"/>
                  </a:lnTo>
                  <a:lnTo>
                    <a:pt x="20895" y="6405"/>
                  </a:lnTo>
                  <a:lnTo>
                    <a:pt x="21229" y="6171"/>
                  </a:lnTo>
                  <a:cubicBezTo>
                    <a:pt x="21429" y="6038"/>
                    <a:pt x="21629" y="5904"/>
                    <a:pt x="21829" y="5771"/>
                  </a:cubicBezTo>
                  <a:cubicBezTo>
                    <a:pt x="22663" y="5204"/>
                    <a:pt x="23397" y="4503"/>
                    <a:pt x="23964" y="3803"/>
                  </a:cubicBezTo>
                  <a:cubicBezTo>
                    <a:pt x="24565" y="3136"/>
                    <a:pt x="25065" y="2469"/>
                    <a:pt x="25599" y="1968"/>
                  </a:cubicBezTo>
                  <a:cubicBezTo>
                    <a:pt x="26132" y="1468"/>
                    <a:pt x="26700" y="1134"/>
                    <a:pt x="27167" y="901"/>
                  </a:cubicBezTo>
                  <a:cubicBezTo>
                    <a:pt x="27433" y="801"/>
                    <a:pt x="27634" y="667"/>
                    <a:pt x="27867" y="634"/>
                  </a:cubicBezTo>
                  <a:cubicBezTo>
                    <a:pt x="28067" y="567"/>
                    <a:pt x="28267" y="501"/>
                    <a:pt x="28401" y="467"/>
                  </a:cubicBezTo>
                  <a:cubicBezTo>
                    <a:pt x="28701" y="434"/>
                    <a:pt x="28868" y="400"/>
                    <a:pt x="28868" y="400"/>
                  </a:cubicBezTo>
                  <a:cubicBezTo>
                    <a:pt x="29201" y="300"/>
                    <a:pt x="29135" y="0"/>
                    <a:pt x="287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15" name="Google Shape;1615;p11"/>
            <p:cNvSpPr/>
            <p:nvPr/>
          </p:nvSpPr>
          <p:spPr>
            <a:xfrm>
              <a:off x="4549575" y="5150750"/>
              <a:ext cx="621825" cy="295275"/>
            </a:xfrm>
            <a:custGeom>
              <a:avLst/>
              <a:gdLst/>
              <a:ahLst/>
              <a:cxnLst/>
              <a:rect l="l" t="t" r="r" b="b"/>
              <a:pathLst>
                <a:path w="24873" h="11811" extrusionOk="0">
                  <a:moveTo>
                    <a:pt x="314" y="0"/>
                  </a:moveTo>
                  <a:cubicBezTo>
                    <a:pt x="49" y="0"/>
                    <a:pt x="0" y="307"/>
                    <a:pt x="254" y="403"/>
                  </a:cubicBezTo>
                  <a:cubicBezTo>
                    <a:pt x="254" y="403"/>
                    <a:pt x="388" y="436"/>
                    <a:pt x="621" y="469"/>
                  </a:cubicBezTo>
                  <a:cubicBezTo>
                    <a:pt x="888" y="503"/>
                    <a:pt x="1255" y="569"/>
                    <a:pt x="1722" y="636"/>
                  </a:cubicBezTo>
                  <a:cubicBezTo>
                    <a:pt x="2656" y="770"/>
                    <a:pt x="3924" y="803"/>
                    <a:pt x="5391" y="803"/>
                  </a:cubicBezTo>
                  <a:cubicBezTo>
                    <a:pt x="6859" y="836"/>
                    <a:pt x="8494" y="836"/>
                    <a:pt x="10061" y="1036"/>
                  </a:cubicBezTo>
                  <a:cubicBezTo>
                    <a:pt x="11663" y="1270"/>
                    <a:pt x="13130" y="1837"/>
                    <a:pt x="14231" y="2638"/>
                  </a:cubicBezTo>
                  <a:cubicBezTo>
                    <a:pt x="15365" y="3438"/>
                    <a:pt x="16333" y="4672"/>
                    <a:pt x="17100" y="6107"/>
                  </a:cubicBezTo>
                  <a:cubicBezTo>
                    <a:pt x="17934" y="7474"/>
                    <a:pt x="18701" y="8975"/>
                    <a:pt x="19735" y="10110"/>
                  </a:cubicBezTo>
                  <a:cubicBezTo>
                    <a:pt x="20235" y="10643"/>
                    <a:pt x="20869" y="11110"/>
                    <a:pt x="21436" y="11344"/>
                  </a:cubicBezTo>
                  <a:cubicBezTo>
                    <a:pt x="22037" y="11611"/>
                    <a:pt x="22604" y="11744"/>
                    <a:pt x="23071" y="11777"/>
                  </a:cubicBezTo>
                  <a:cubicBezTo>
                    <a:pt x="23271" y="11811"/>
                    <a:pt x="23538" y="11811"/>
                    <a:pt x="23705" y="11811"/>
                  </a:cubicBezTo>
                  <a:lnTo>
                    <a:pt x="24172" y="11811"/>
                  </a:lnTo>
                  <a:cubicBezTo>
                    <a:pt x="24438" y="11777"/>
                    <a:pt x="24572" y="11777"/>
                    <a:pt x="24572" y="11777"/>
                  </a:cubicBezTo>
                  <a:cubicBezTo>
                    <a:pt x="24872" y="11744"/>
                    <a:pt x="24839" y="11411"/>
                    <a:pt x="24572" y="11411"/>
                  </a:cubicBezTo>
                  <a:cubicBezTo>
                    <a:pt x="24572" y="11411"/>
                    <a:pt x="24438" y="11444"/>
                    <a:pt x="24205" y="11444"/>
                  </a:cubicBezTo>
                  <a:lnTo>
                    <a:pt x="23738" y="11444"/>
                  </a:lnTo>
                  <a:cubicBezTo>
                    <a:pt x="23571" y="11444"/>
                    <a:pt x="23371" y="11444"/>
                    <a:pt x="23137" y="11411"/>
                  </a:cubicBezTo>
                  <a:cubicBezTo>
                    <a:pt x="22704" y="11310"/>
                    <a:pt x="22203" y="11177"/>
                    <a:pt x="21636" y="10944"/>
                  </a:cubicBezTo>
                  <a:cubicBezTo>
                    <a:pt x="21136" y="10643"/>
                    <a:pt x="20602" y="10276"/>
                    <a:pt x="20135" y="9743"/>
                  </a:cubicBezTo>
                  <a:cubicBezTo>
                    <a:pt x="19201" y="8675"/>
                    <a:pt x="18467" y="7174"/>
                    <a:pt x="17700" y="5773"/>
                  </a:cubicBezTo>
                  <a:cubicBezTo>
                    <a:pt x="16933" y="4339"/>
                    <a:pt x="15932" y="2938"/>
                    <a:pt x="14698" y="2070"/>
                  </a:cubicBezTo>
                  <a:cubicBezTo>
                    <a:pt x="13464" y="1170"/>
                    <a:pt x="11863" y="603"/>
                    <a:pt x="10195" y="403"/>
                  </a:cubicBezTo>
                  <a:cubicBezTo>
                    <a:pt x="9247" y="270"/>
                    <a:pt x="8299" y="234"/>
                    <a:pt x="7388" y="234"/>
                  </a:cubicBezTo>
                  <a:cubicBezTo>
                    <a:pt x="6696" y="234"/>
                    <a:pt x="6025" y="255"/>
                    <a:pt x="5391" y="269"/>
                  </a:cubicBezTo>
                  <a:cubicBezTo>
                    <a:pt x="4784" y="283"/>
                    <a:pt x="4216" y="291"/>
                    <a:pt x="3693" y="291"/>
                  </a:cubicBezTo>
                  <a:cubicBezTo>
                    <a:pt x="2953" y="291"/>
                    <a:pt x="2303" y="275"/>
                    <a:pt x="1756" y="236"/>
                  </a:cubicBezTo>
                  <a:cubicBezTo>
                    <a:pt x="1355" y="169"/>
                    <a:pt x="955" y="136"/>
                    <a:pt x="721" y="102"/>
                  </a:cubicBezTo>
                  <a:cubicBezTo>
                    <a:pt x="455" y="69"/>
                    <a:pt x="355" y="2"/>
                    <a:pt x="355" y="2"/>
                  </a:cubicBezTo>
                  <a:cubicBezTo>
                    <a:pt x="340" y="1"/>
                    <a:pt x="327" y="0"/>
                    <a:pt x="3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16" name="Google Shape;1616;p11"/>
            <p:cNvSpPr/>
            <p:nvPr/>
          </p:nvSpPr>
          <p:spPr>
            <a:xfrm>
              <a:off x="6048075" y="3873150"/>
              <a:ext cx="430975" cy="143800"/>
            </a:xfrm>
            <a:custGeom>
              <a:avLst/>
              <a:gdLst/>
              <a:ahLst/>
              <a:cxnLst/>
              <a:rect l="l" t="t" r="r" b="b"/>
              <a:pathLst>
                <a:path w="17239" h="5752" extrusionOk="0">
                  <a:moveTo>
                    <a:pt x="262" y="0"/>
                  </a:moveTo>
                  <a:cubicBezTo>
                    <a:pt x="109" y="0"/>
                    <a:pt x="0" y="242"/>
                    <a:pt x="157" y="337"/>
                  </a:cubicBezTo>
                  <a:cubicBezTo>
                    <a:pt x="157" y="337"/>
                    <a:pt x="491" y="403"/>
                    <a:pt x="1025" y="637"/>
                  </a:cubicBezTo>
                  <a:cubicBezTo>
                    <a:pt x="1558" y="804"/>
                    <a:pt x="2359" y="1004"/>
                    <a:pt x="3293" y="1171"/>
                  </a:cubicBezTo>
                  <a:cubicBezTo>
                    <a:pt x="5127" y="1471"/>
                    <a:pt x="7362" y="1571"/>
                    <a:pt x="9130" y="1804"/>
                  </a:cubicBezTo>
                  <a:cubicBezTo>
                    <a:pt x="9597" y="1871"/>
                    <a:pt x="10031" y="1871"/>
                    <a:pt x="10498" y="2005"/>
                  </a:cubicBezTo>
                  <a:cubicBezTo>
                    <a:pt x="10731" y="2071"/>
                    <a:pt x="10965" y="2105"/>
                    <a:pt x="11198" y="2171"/>
                  </a:cubicBezTo>
                  <a:cubicBezTo>
                    <a:pt x="11465" y="2238"/>
                    <a:pt x="11665" y="2305"/>
                    <a:pt x="11932" y="2371"/>
                  </a:cubicBezTo>
                  <a:cubicBezTo>
                    <a:pt x="12166" y="2405"/>
                    <a:pt x="12366" y="2538"/>
                    <a:pt x="12633" y="2638"/>
                  </a:cubicBezTo>
                  <a:cubicBezTo>
                    <a:pt x="12833" y="2738"/>
                    <a:pt x="13100" y="2805"/>
                    <a:pt x="13300" y="2905"/>
                  </a:cubicBezTo>
                  <a:cubicBezTo>
                    <a:pt x="13700" y="3172"/>
                    <a:pt x="14167" y="3372"/>
                    <a:pt x="14501" y="3639"/>
                  </a:cubicBezTo>
                  <a:cubicBezTo>
                    <a:pt x="14701" y="3739"/>
                    <a:pt x="14868" y="3873"/>
                    <a:pt x="15035" y="4006"/>
                  </a:cubicBezTo>
                  <a:cubicBezTo>
                    <a:pt x="15201" y="4106"/>
                    <a:pt x="15368" y="4239"/>
                    <a:pt x="15502" y="4373"/>
                  </a:cubicBezTo>
                  <a:cubicBezTo>
                    <a:pt x="15735" y="4606"/>
                    <a:pt x="16035" y="4840"/>
                    <a:pt x="16202" y="5040"/>
                  </a:cubicBezTo>
                  <a:cubicBezTo>
                    <a:pt x="16636" y="5440"/>
                    <a:pt x="16836" y="5707"/>
                    <a:pt x="16836" y="5707"/>
                  </a:cubicBezTo>
                  <a:cubicBezTo>
                    <a:pt x="16875" y="5738"/>
                    <a:pt x="16919" y="5751"/>
                    <a:pt x="16962" y="5751"/>
                  </a:cubicBezTo>
                  <a:cubicBezTo>
                    <a:pt x="17105" y="5751"/>
                    <a:pt x="17238" y="5609"/>
                    <a:pt x="17136" y="5507"/>
                  </a:cubicBezTo>
                  <a:cubicBezTo>
                    <a:pt x="17136" y="5507"/>
                    <a:pt x="16936" y="5240"/>
                    <a:pt x="16536" y="4807"/>
                  </a:cubicBezTo>
                  <a:cubicBezTo>
                    <a:pt x="16369" y="4540"/>
                    <a:pt x="16135" y="4340"/>
                    <a:pt x="15835" y="4039"/>
                  </a:cubicBezTo>
                  <a:cubicBezTo>
                    <a:pt x="15668" y="3906"/>
                    <a:pt x="15535" y="3739"/>
                    <a:pt x="15368" y="3639"/>
                  </a:cubicBezTo>
                  <a:cubicBezTo>
                    <a:pt x="15201" y="3506"/>
                    <a:pt x="15001" y="3339"/>
                    <a:pt x="14834" y="3205"/>
                  </a:cubicBezTo>
                  <a:cubicBezTo>
                    <a:pt x="14467" y="2905"/>
                    <a:pt x="14034" y="2672"/>
                    <a:pt x="13600" y="2405"/>
                  </a:cubicBezTo>
                  <a:cubicBezTo>
                    <a:pt x="13367" y="2305"/>
                    <a:pt x="13133" y="2205"/>
                    <a:pt x="12866" y="2071"/>
                  </a:cubicBezTo>
                  <a:cubicBezTo>
                    <a:pt x="12633" y="1971"/>
                    <a:pt x="12366" y="1871"/>
                    <a:pt x="12132" y="1804"/>
                  </a:cubicBezTo>
                  <a:lnTo>
                    <a:pt x="11365" y="1538"/>
                  </a:lnTo>
                  <a:cubicBezTo>
                    <a:pt x="11132" y="1471"/>
                    <a:pt x="10865" y="1404"/>
                    <a:pt x="10631" y="1371"/>
                  </a:cubicBezTo>
                  <a:cubicBezTo>
                    <a:pt x="10131" y="1237"/>
                    <a:pt x="9664" y="1204"/>
                    <a:pt x="9197" y="1137"/>
                  </a:cubicBezTo>
                  <a:cubicBezTo>
                    <a:pt x="7429" y="904"/>
                    <a:pt x="5161" y="904"/>
                    <a:pt x="3360" y="670"/>
                  </a:cubicBezTo>
                  <a:cubicBezTo>
                    <a:pt x="2492" y="537"/>
                    <a:pt x="1692" y="370"/>
                    <a:pt x="1158" y="237"/>
                  </a:cubicBezTo>
                  <a:cubicBezTo>
                    <a:pt x="624" y="70"/>
                    <a:pt x="291" y="3"/>
                    <a:pt x="291" y="3"/>
                  </a:cubicBezTo>
                  <a:cubicBezTo>
                    <a:pt x="281" y="1"/>
                    <a:pt x="271" y="0"/>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17" name="Google Shape;1617;p11"/>
            <p:cNvSpPr/>
            <p:nvPr/>
          </p:nvSpPr>
          <p:spPr>
            <a:xfrm>
              <a:off x="2973950" y="4152375"/>
              <a:ext cx="586300" cy="361025"/>
            </a:xfrm>
            <a:custGeom>
              <a:avLst/>
              <a:gdLst/>
              <a:ahLst/>
              <a:cxnLst/>
              <a:rect l="l" t="t" r="r" b="b"/>
              <a:pathLst>
                <a:path w="23452" h="14441" extrusionOk="0">
                  <a:moveTo>
                    <a:pt x="7068" y="0"/>
                  </a:moveTo>
                  <a:cubicBezTo>
                    <a:pt x="6719" y="0"/>
                    <a:pt x="6339" y="70"/>
                    <a:pt x="6005" y="209"/>
                  </a:cubicBezTo>
                  <a:cubicBezTo>
                    <a:pt x="5572" y="376"/>
                    <a:pt x="5238" y="643"/>
                    <a:pt x="4938" y="876"/>
                  </a:cubicBezTo>
                  <a:cubicBezTo>
                    <a:pt x="4337" y="1376"/>
                    <a:pt x="3870" y="1910"/>
                    <a:pt x="3403" y="2511"/>
                  </a:cubicBezTo>
                  <a:cubicBezTo>
                    <a:pt x="2536" y="3645"/>
                    <a:pt x="1869" y="4812"/>
                    <a:pt x="1335" y="5880"/>
                  </a:cubicBezTo>
                  <a:cubicBezTo>
                    <a:pt x="768" y="6980"/>
                    <a:pt x="401" y="8014"/>
                    <a:pt x="201" y="8882"/>
                  </a:cubicBezTo>
                  <a:cubicBezTo>
                    <a:pt x="34" y="9749"/>
                    <a:pt x="1" y="10550"/>
                    <a:pt x="335" y="11083"/>
                  </a:cubicBezTo>
                  <a:cubicBezTo>
                    <a:pt x="368" y="11250"/>
                    <a:pt x="501" y="11350"/>
                    <a:pt x="568" y="11417"/>
                  </a:cubicBezTo>
                  <a:cubicBezTo>
                    <a:pt x="668" y="11517"/>
                    <a:pt x="735" y="11550"/>
                    <a:pt x="835" y="11584"/>
                  </a:cubicBezTo>
                  <a:cubicBezTo>
                    <a:pt x="935" y="11684"/>
                    <a:pt x="1035" y="11684"/>
                    <a:pt x="1035" y="11684"/>
                  </a:cubicBezTo>
                  <a:cubicBezTo>
                    <a:pt x="1106" y="11712"/>
                    <a:pt x="1170" y="11722"/>
                    <a:pt x="1226" y="11722"/>
                  </a:cubicBezTo>
                  <a:cubicBezTo>
                    <a:pt x="1303" y="11722"/>
                    <a:pt x="1363" y="11703"/>
                    <a:pt x="1402" y="11684"/>
                  </a:cubicBezTo>
                  <a:cubicBezTo>
                    <a:pt x="1502" y="11650"/>
                    <a:pt x="1535" y="11550"/>
                    <a:pt x="1535" y="11517"/>
                  </a:cubicBezTo>
                  <a:cubicBezTo>
                    <a:pt x="1569" y="11384"/>
                    <a:pt x="1402" y="11317"/>
                    <a:pt x="1202" y="11217"/>
                  </a:cubicBezTo>
                  <a:cubicBezTo>
                    <a:pt x="1235" y="11217"/>
                    <a:pt x="935" y="11217"/>
                    <a:pt x="768" y="10883"/>
                  </a:cubicBezTo>
                  <a:cubicBezTo>
                    <a:pt x="568" y="10550"/>
                    <a:pt x="568" y="9882"/>
                    <a:pt x="768" y="9049"/>
                  </a:cubicBezTo>
                  <a:cubicBezTo>
                    <a:pt x="1235" y="7414"/>
                    <a:pt x="2336" y="5179"/>
                    <a:pt x="4037" y="3011"/>
                  </a:cubicBezTo>
                  <a:cubicBezTo>
                    <a:pt x="4504" y="2477"/>
                    <a:pt x="4938" y="1977"/>
                    <a:pt x="5505" y="1510"/>
                  </a:cubicBezTo>
                  <a:cubicBezTo>
                    <a:pt x="5738" y="1310"/>
                    <a:pt x="6039" y="1076"/>
                    <a:pt x="6339" y="976"/>
                  </a:cubicBezTo>
                  <a:cubicBezTo>
                    <a:pt x="6543" y="874"/>
                    <a:pt x="6785" y="831"/>
                    <a:pt x="7037" y="831"/>
                  </a:cubicBezTo>
                  <a:cubicBezTo>
                    <a:pt x="7115" y="831"/>
                    <a:pt x="7194" y="835"/>
                    <a:pt x="7273" y="843"/>
                  </a:cubicBezTo>
                  <a:cubicBezTo>
                    <a:pt x="8007" y="876"/>
                    <a:pt x="8707" y="1043"/>
                    <a:pt x="9441" y="1243"/>
                  </a:cubicBezTo>
                  <a:cubicBezTo>
                    <a:pt x="10208" y="1476"/>
                    <a:pt x="10942" y="1743"/>
                    <a:pt x="11676" y="2010"/>
                  </a:cubicBezTo>
                  <a:cubicBezTo>
                    <a:pt x="14578" y="3078"/>
                    <a:pt x="17380" y="4412"/>
                    <a:pt x="19848" y="5646"/>
                  </a:cubicBezTo>
                  <a:cubicBezTo>
                    <a:pt x="20416" y="5913"/>
                    <a:pt x="21016" y="6213"/>
                    <a:pt x="21516" y="6580"/>
                  </a:cubicBezTo>
                  <a:cubicBezTo>
                    <a:pt x="21750" y="6814"/>
                    <a:pt x="22017" y="7014"/>
                    <a:pt x="22183" y="7214"/>
                  </a:cubicBezTo>
                  <a:cubicBezTo>
                    <a:pt x="22384" y="7481"/>
                    <a:pt x="22450" y="7681"/>
                    <a:pt x="22517" y="7914"/>
                  </a:cubicBezTo>
                  <a:cubicBezTo>
                    <a:pt x="22550" y="8181"/>
                    <a:pt x="22450" y="8415"/>
                    <a:pt x="22384" y="8682"/>
                  </a:cubicBezTo>
                  <a:cubicBezTo>
                    <a:pt x="22284" y="8815"/>
                    <a:pt x="22250" y="8915"/>
                    <a:pt x="22183" y="9049"/>
                  </a:cubicBezTo>
                  <a:cubicBezTo>
                    <a:pt x="22083" y="9149"/>
                    <a:pt x="22050" y="9249"/>
                    <a:pt x="21917" y="9349"/>
                  </a:cubicBezTo>
                  <a:cubicBezTo>
                    <a:pt x="21550" y="9682"/>
                    <a:pt x="21016" y="9882"/>
                    <a:pt x="20416" y="9983"/>
                  </a:cubicBezTo>
                  <a:cubicBezTo>
                    <a:pt x="19248" y="10183"/>
                    <a:pt x="18114" y="10149"/>
                    <a:pt x="17213" y="10216"/>
                  </a:cubicBezTo>
                  <a:cubicBezTo>
                    <a:pt x="16746" y="10249"/>
                    <a:pt x="16313" y="10316"/>
                    <a:pt x="15946" y="10383"/>
                  </a:cubicBezTo>
                  <a:cubicBezTo>
                    <a:pt x="15746" y="10416"/>
                    <a:pt x="15579" y="10483"/>
                    <a:pt x="15479" y="10516"/>
                  </a:cubicBezTo>
                  <a:cubicBezTo>
                    <a:pt x="15312" y="10583"/>
                    <a:pt x="15178" y="10616"/>
                    <a:pt x="15078" y="10683"/>
                  </a:cubicBezTo>
                  <a:lnTo>
                    <a:pt x="15112" y="10683"/>
                  </a:lnTo>
                  <a:cubicBezTo>
                    <a:pt x="13911" y="11183"/>
                    <a:pt x="12977" y="11951"/>
                    <a:pt x="12143" y="12618"/>
                  </a:cubicBezTo>
                  <a:cubicBezTo>
                    <a:pt x="11309" y="13352"/>
                    <a:pt x="10475" y="13752"/>
                    <a:pt x="9574" y="13885"/>
                  </a:cubicBezTo>
                  <a:cubicBezTo>
                    <a:pt x="9403" y="13928"/>
                    <a:pt x="9219" y="13940"/>
                    <a:pt x="9036" y="13940"/>
                  </a:cubicBezTo>
                  <a:cubicBezTo>
                    <a:pt x="8792" y="13940"/>
                    <a:pt x="8550" y="13919"/>
                    <a:pt x="8340" y="13919"/>
                  </a:cubicBezTo>
                  <a:cubicBezTo>
                    <a:pt x="7973" y="13885"/>
                    <a:pt x="7573" y="13752"/>
                    <a:pt x="7239" y="13652"/>
                  </a:cubicBezTo>
                  <a:cubicBezTo>
                    <a:pt x="6572" y="13352"/>
                    <a:pt x="6005" y="13018"/>
                    <a:pt x="5472" y="12718"/>
                  </a:cubicBezTo>
                  <a:cubicBezTo>
                    <a:pt x="4404" y="12084"/>
                    <a:pt x="3537" y="11717"/>
                    <a:pt x="2970" y="11550"/>
                  </a:cubicBezTo>
                  <a:cubicBezTo>
                    <a:pt x="2670" y="11484"/>
                    <a:pt x="2469" y="11384"/>
                    <a:pt x="2303" y="11384"/>
                  </a:cubicBezTo>
                  <a:cubicBezTo>
                    <a:pt x="2136" y="11350"/>
                    <a:pt x="2036" y="11350"/>
                    <a:pt x="2036" y="11350"/>
                  </a:cubicBezTo>
                  <a:cubicBezTo>
                    <a:pt x="1427" y="11350"/>
                    <a:pt x="1464" y="11719"/>
                    <a:pt x="1823" y="11719"/>
                  </a:cubicBezTo>
                  <a:cubicBezTo>
                    <a:pt x="1837" y="11719"/>
                    <a:pt x="1853" y="11718"/>
                    <a:pt x="1869" y="11717"/>
                  </a:cubicBezTo>
                  <a:cubicBezTo>
                    <a:pt x="1869" y="11717"/>
                    <a:pt x="1936" y="11717"/>
                    <a:pt x="2069" y="11750"/>
                  </a:cubicBezTo>
                  <a:cubicBezTo>
                    <a:pt x="2236" y="11817"/>
                    <a:pt x="2403" y="11851"/>
                    <a:pt x="2703" y="11917"/>
                  </a:cubicBezTo>
                  <a:cubicBezTo>
                    <a:pt x="3237" y="12084"/>
                    <a:pt x="4037" y="12484"/>
                    <a:pt x="5071" y="13085"/>
                  </a:cubicBezTo>
                  <a:cubicBezTo>
                    <a:pt x="5605" y="13385"/>
                    <a:pt x="6205" y="13719"/>
                    <a:pt x="6939" y="14052"/>
                  </a:cubicBezTo>
                  <a:cubicBezTo>
                    <a:pt x="7340" y="14219"/>
                    <a:pt x="7740" y="14352"/>
                    <a:pt x="8207" y="14419"/>
                  </a:cubicBezTo>
                  <a:cubicBezTo>
                    <a:pt x="8474" y="14419"/>
                    <a:pt x="8730" y="14441"/>
                    <a:pt x="8993" y="14441"/>
                  </a:cubicBezTo>
                  <a:cubicBezTo>
                    <a:pt x="9191" y="14441"/>
                    <a:pt x="9393" y="14429"/>
                    <a:pt x="9608" y="14386"/>
                  </a:cubicBezTo>
                  <a:cubicBezTo>
                    <a:pt x="10075" y="14286"/>
                    <a:pt x="10575" y="14152"/>
                    <a:pt x="11076" y="13919"/>
                  </a:cubicBezTo>
                  <a:cubicBezTo>
                    <a:pt x="11576" y="13719"/>
                    <a:pt x="12043" y="13385"/>
                    <a:pt x="12443" y="13051"/>
                  </a:cubicBezTo>
                  <a:cubicBezTo>
                    <a:pt x="13344" y="12351"/>
                    <a:pt x="14211" y="11650"/>
                    <a:pt x="15345" y="11217"/>
                  </a:cubicBezTo>
                  <a:lnTo>
                    <a:pt x="15379" y="11217"/>
                  </a:lnTo>
                  <a:cubicBezTo>
                    <a:pt x="15445" y="11217"/>
                    <a:pt x="15545" y="11183"/>
                    <a:pt x="15679" y="11150"/>
                  </a:cubicBezTo>
                  <a:cubicBezTo>
                    <a:pt x="15746" y="11083"/>
                    <a:pt x="15912" y="11083"/>
                    <a:pt x="16046" y="11050"/>
                  </a:cubicBezTo>
                  <a:cubicBezTo>
                    <a:pt x="16346" y="11017"/>
                    <a:pt x="16713" y="10983"/>
                    <a:pt x="17180" y="10983"/>
                  </a:cubicBezTo>
                  <a:cubicBezTo>
                    <a:pt x="18081" y="10917"/>
                    <a:pt x="19215" y="11017"/>
                    <a:pt x="20516" y="10816"/>
                  </a:cubicBezTo>
                  <a:cubicBezTo>
                    <a:pt x="21183" y="10683"/>
                    <a:pt x="21883" y="10516"/>
                    <a:pt x="22517" y="9916"/>
                  </a:cubicBezTo>
                  <a:cubicBezTo>
                    <a:pt x="22684" y="9816"/>
                    <a:pt x="22751" y="9649"/>
                    <a:pt x="22884" y="9482"/>
                  </a:cubicBezTo>
                  <a:cubicBezTo>
                    <a:pt x="23017" y="9315"/>
                    <a:pt x="23084" y="9149"/>
                    <a:pt x="23184" y="8982"/>
                  </a:cubicBezTo>
                  <a:cubicBezTo>
                    <a:pt x="23351" y="8582"/>
                    <a:pt x="23451" y="8181"/>
                    <a:pt x="23384" y="7714"/>
                  </a:cubicBezTo>
                  <a:cubicBezTo>
                    <a:pt x="23351" y="7247"/>
                    <a:pt x="23117" y="6847"/>
                    <a:pt x="22884" y="6547"/>
                  </a:cubicBezTo>
                  <a:cubicBezTo>
                    <a:pt x="22617" y="6213"/>
                    <a:pt x="22350" y="5980"/>
                    <a:pt x="22050" y="5746"/>
                  </a:cubicBezTo>
                  <a:cubicBezTo>
                    <a:pt x="21450" y="5346"/>
                    <a:pt x="20849" y="5012"/>
                    <a:pt x="20249" y="4712"/>
                  </a:cubicBezTo>
                  <a:cubicBezTo>
                    <a:pt x="17780" y="3511"/>
                    <a:pt x="14945" y="2210"/>
                    <a:pt x="11943" y="1143"/>
                  </a:cubicBezTo>
                  <a:cubicBezTo>
                    <a:pt x="11209" y="876"/>
                    <a:pt x="10408" y="643"/>
                    <a:pt x="9675" y="409"/>
                  </a:cubicBezTo>
                  <a:cubicBezTo>
                    <a:pt x="8907" y="209"/>
                    <a:pt x="8107" y="42"/>
                    <a:pt x="7273" y="9"/>
                  </a:cubicBezTo>
                  <a:cubicBezTo>
                    <a:pt x="7206" y="3"/>
                    <a:pt x="7138" y="0"/>
                    <a:pt x="70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18" name="Google Shape;1618;p11"/>
            <p:cNvSpPr/>
            <p:nvPr/>
          </p:nvSpPr>
          <p:spPr>
            <a:xfrm>
              <a:off x="2878050" y="4066850"/>
              <a:ext cx="773075" cy="505625"/>
            </a:xfrm>
            <a:custGeom>
              <a:avLst/>
              <a:gdLst/>
              <a:ahLst/>
              <a:cxnLst/>
              <a:rect l="l" t="t" r="r" b="b"/>
              <a:pathLst>
                <a:path w="30923" h="20225" extrusionOk="0">
                  <a:moveTo>
                    <a:pt x="10426" y="514"/>
                  </a:moveTo>
                  <a:cubicBezTo>
                    <a:pt x="12092" y="514"/>
                    <a:pt x="13782" y="891"/>
                    <a:pt x="15345" y="1395"/>
                  </a:cubicBezTo>
                  <a:cubicBezTo>
                    <a:pt x="17313" y="1995"/>
                    <a:pt x="19148" y="2829"/>
                    <a:pt x="20849" y="3663"/>
                  </a:cubicBezTo>
                  <a:cubicBezTo>
                    <a:pt x="21683" y="4097"/>
                    <a:pt x="22550" y="4531"/>
                    <a:pt x="23418" y="4998"/>
                  </a:cubicBezTo>
                  <a:cubicBezTo>
                    <a:pt x="23885" y="5264"/>
                    <a:pt x="24318" y="5498"/>
                    <a:pt x="24752" y="5765"/>
                  </a:cubicBezTo>
                  <a:cubicBezTo>
                    <a:pt x="24985" y="5865"/>
                    <a:pt x="25219" y="5998"/>
                    <a:pt x="25419" y="6132"/>
                  </a:cubicBezTo>
                  <a:lnTo>
                    <a:pt x="25753" y="6332"/>
                  </a:lnTo>
                  <a:lnTo>
                    <a:pt x="25919" y="6432"/>
                  </a:lnTo>
                  <a:lnTo>
                    <a:pt x="26019" y="6465"/>
                  </a:lnTo>
                  <a:cubicBezTo>
                    <a:pt x="26086" y="6499"/>
                    <a:pt x="26086" y="6499"/>
                    <a:pt x="26153" y="6499"/>
                  </a:cubicBezTo>
                  <a:cubicBezTo>
                    <a:pt x="27087" y="6832"/>
                    <a:pt x="28021" y="7333"/>
                    <a:pt x="28821" y="8000"/>
                  </a:cubicBezTo>
                  <a:cubicBezTo>
                    <a:pt x="29555" y="8667"/>
                    <a:pt x="30156" y="9601"/>
                    <a:pt x="30256" y="10635"/>
                  </a:cubicBezTo>
                  <a:cubicBezTo>
                    <a:pt x="30389" y="11636"/>
                    <a:pt x="30056" y="12670"/>
                    <a:pt x="29489" y="13570"/>
                  </a:cubicBezTo>
                  <a:cubicBezTo>
                    <a:pt x="28888" y="14404"/>
                    <a:pt x="28054" y="15105"/>
                    <a:pt x="27187" y="15605"/>
                  </a:cubicBezTo>
                  <a:cubicBezTo>
                    <a:pt x="26320" y="16105"/>
                    <a:pt x="25319" y="16406"/>
                    <a:pt x="24318" y="16506"/>
                  </a:cubicBezTo>
                  <a:cubicBezTo>
                    <a:pt x="23818" y="16606"/>
                    <a:pt x="23318" y="16639"/>
                    <a:pt x="22817" y="16673"/>
                  </a:cubicBezTo>
                  <a:lnTo>
                    <a:pt x="22050" y="16806"/>
                  </a:lnTo>
                  <a:lnTo>
                    <a:pt x="21283" y="16939"/>
                  </a:lnTo>
                  <a:cubicBezTo>
                    <a:pt x="21049" y="16973"/>
                    <a:pt x="20849" y="17006"/>
                    <a:pt x="20582" y="17106"/>
                  </a:cubicBezTo>
                  <a:cubicBezTo>
                    <a:pt x="20349" y="17173"/>
                    <a:pt x="20082" y="17240"/>
                    <a:pt x="19882" y="17306"/>
                  </a:cubicBezTo>
                  <a:cubicBezTo>
                    <a:pt x="19415" y="17473"/>
                    <a:pt x="19014" y="17640"/>
                    <a:pt x="18581" y="17840"/>
                  </a:cubicBezTo>
                  <a:cubicBezTo>
                    <a:pt x="17747" y="18274"/>
                    <a:pt x="17013" y="18674"/>
                    <a:pt x="16246" y="19008"/>
                  </a:cubicBezTo>
                  <a:cubicBezTo>
                    <a:pt x="14958" y="19606"/>
                    <a:pt x="13671" y="19990"/>
                    <a:pt x="12552" y="19990"/>
                  </a:cubicBezTo>
                  <a:cubicBezTo>
                    <a:pt x="12425" y="19990"/>
                    <a:pt x="12299" y="19985"/>
                    <a:pt x="12176" y="19975"/>
                  </a:cubicBezTo>
                  <a:cubicBezTo>
                    <a:pt x="10975" y="19908"/>
                    <a:pt x="10041" y="19508"/>
                    <a:pt x="9474" y="19241"/>
                  </a:cubicBezTo>
                  <a:cubicBezTo>
                    <a:pt x="9174" y="19074"/>
                    <a:pt x="8974" y="18941"/>
                    <a:pt x="8807" y="18841"/>
                  </a:cubicBezTo>
                  <a:cubicBezTo>
                    <a:pt x="8674" y="18774"/>
                    <a:pt x="8574" y="18741"/>
                    <a:pt x="8574" y="18741"/>
                  </a:cubicBezTo>
                  <a:cubicBezTo>
                    <a:pt x="8333" y="18567"/>
                    <a:pt x="8162" y="18489"/>
                    <a:pt x="8090" y="18489"/>
                  </a:cubicBezTo>
                  <a:cubicBezTo>
                    <a:pt x="8046" y="18489"/>
                    <a:pt x="8041" y="18520"/>
                    <a:pt x="8082" y="18575"/>
                  </a:cubicBezTo>
                  <a:lnTo>
                    <a:pt x="8082" y="18575"/>
                  </a:lnTo>
                  <a:cubicBezTo>
                    <a:pt x="8004" y="18509"/>
                    <a:pt x="7891" y="18430"/>
                    <a:pt x="7740" y="18340"/>
                  </a:cubicBezTo>
                  <a:lnTo>
                    <a:pt x="7506" y="18240"/>
                  </a:lnTo>
                  <a:cubicBezTo>
                    <a:pt x="7339" y="18140"/>
                    <a:pt x="7073" y="18007"/>
                    <a:pt x="6806" y="17907"/>
                  </a:cubicBezTo>
                  <a:cubicBezTo>
                    <a:pt x="6172" y="17607"/>
                    <a:pt x="5238" y="17273"/>
                    <a:pt x="4137" y="16806"/>
                  </a:cubicBezTo>
                  <a:cubicBezTo>
                    <a:pt x="3570" y="16572"/>
                    <a:pt x="2970" y="16272"/>
                    <a:pt x="2369" y="15905"/>
                  </a:cubicBezTo>
                  <a:cubicBezTo>
                    <a:pt x="1802" y="15505"/>
                    <a:pt x="1202" y="15005"/>
                    <a:pt x="835" y="14304"/>
                  </a:cubicBezTo>
                  <a:cubicBezTo>
                    <a:pt x="468" y="13604"/>
                    <a:pt x="334" y="12770"/>
                    <a:pt x="468" y="11902"/>
                  </a:cubicBezTo>
                  <a:cubicBezTo>
                    <a:pt x="535" y="11002"/>
                    <a:pt x="835" y="10101"/>
                    <a:pt x="1168" y="9234"/>
                  </a:cubicBezTo>
                  <a:cubicBezTo>
                    <a:pt x="1869" y="7433"/>
                    <a:pt x="2836" y="5598"/>
                    <a:pt x="4037" y="3897"/>
                  </a:cubicBezTo>
                  <a:cubicBezTo>
                    <a:pt x="4638" y="3063"/>
                    <a:pt x="5338" y="2262"/>
                    <a:pt x="6205" y="1662"/>
                  </a:cubicBezTo>
                  <a:cubicBezTo>
                    <a:pt x="7073" y="1095"/>
                    <a:pt x="8073" y="728"/>
                    <a:pt x="9141" y="594"/>
                  </a:cubicBezTo>
                  <a:cubicBezTo>
                    <a:pt x="9566" y="540"/>
                    <a:pt x="9995" y="514"/>
                    <a:pt x="10426" y="514"/>
                  </a:cubicBezTo>
                  <a:close/>
                  <a:moveTo>
                    <a:pt x="10557" y="0"/>
                  </a:moveTo>
                  <a:cubicBezTo>
                    <a:pt x="10086" y="0"/>
                    <a:pt x="9613" y="30"/>
                    <a:pt x="9141" y="94"/>
                  </a:cubicBezTo>
                  <a:cubicBezTo>
                    <a:pt x="8007" y="261"/>
                    <a:pt x="6906" y="628"/>
                    <a:pt x="6005" y="1262"/>
                  </a:cubicBezTo>
                  <a:cubicBezTo>
                    <a:pt x="5038" y="1829"/>
                    <a:pt x="4337" y="2696"/>
                    <a:pt x="3704" y="3597"/>
                  </a:cubicBezTo>
                  <a:cubicBezTo>
                    <a:pt x="2503" y="5331"/>
                    <a:pt x="1535" y="7166"/>
                    <a:pt x="835" y="9000"/>
                  </a:cubicBezTo>
                  <a:cubicBezTo>
                    <a:pt x="501" y="9934"/>
                    <a:pt x="234" y="10835"/>
                    <a:pt x="101" y="11769"/>
                  </a:cubicBezTo>
                  <a:cubicBezTo>
                    <a:pt x="1" y="12670"/>
                    <a:pt x="101" y="13637"/>
                    <a:pt x="535" y="14404"/>
                  </a:cubicBezTo>
                  <a:cubicBezTo>
                    <a:pt x="968" y="15171"/>
                    <a:pt x="1569" y="15739"/>
                    <a:pt x="2202" y="16105"/>
                  </a:cubicBezTo>
                  <a:cubicBezTo>
                    <a:pt x="2836" y="16506"/>
                    <a:pt x="3403" y="16773"/>
                    <a:pt x="4004" y="17006"/>
                  </a:cubicBezTo>
                  <a:cubicBezTo>
                    <a:pt x="5138" y="17473"/>
                    <a:pt x="6039" y="17807"/>
                    <a:pt x="6672" y="18107"/>
                  </a:cubicBezTo>
                  <a:cubicBezTo>
                    <a:pt x="7006" y="18240"/>
                    <a:pt x="7206" y="18340"/>
                    <a:pt x="7373" y="18441"/>
                  </a:cubicBezTo>
                  <a:lnTo>
                    <a:pt x="7640" y="18574"/>
                  </a:lnTo>
                  <a:cubicBezTo>
                    <a:pt x="7891" y="18725"/>
                    <a:pt x="8071" y="18790"/>
                    <a:pt x="8159" y="18790"/>
                  </a:cubicBezTo>
                  <a:cubicBezTo>
                    <a:pt x="8225" y="18790"/>
                    <a:pt x="8239" y="18754"/>
                    <a:pt x="8193" y="18689"/>
                  </a:cubicBezTo>
                  <a:lnTo>
                    <a:pt x="8193" y="18689"/>
                  </a:lnTo>
                  <a:cubicBezTo>
                    <a:pt x="8272" y="18758"/>
                    <a:pt x="8386" y="18843"/>
                    <a:pt x="8540" y="18941"/>
                  </a:cubicBezTo>
                  <a:lnTo>
                    <a:pt x="8807" y="19041"/>
                  </a:lnTo>
                  <a:cubicBezTo>
                    <a:pt x="8907" y="19141"/>
                    <a:pt x="9174" y="19274"/>
                    <a:pt x="9474" y="19441"/>
                  </a:cubicBezTo>
                  <a:cubicBezTo>
                    <a:pt x="10041" y="19708"/>
                    <a:pt x="11009" y="20142"/>
                    <a:pt x="12243" y="20208"/>
                  </a:cubicBezTo>
                  <a:cubicBezTo>
                    <a:pt x="12381" y="20219"/>
                    <a:pt x="12523" y="20225"/>
                    <a:pt x="12667" y="20225"/>
                  </a:cubicBezTo>
                  <a:cubicBezTo>
                    <a:pt x="13839" y="20225"/>
                    <a:pt x="15176" y="19869"/>
                    <a:pt x="16513" y="19274"/>
                  </a:cubicBezTo>
                  <a:cubicBezTo>
                    <a:pt x="17247" y="18941"/>
                    <a:pt x="18014" y="18507"/>
                    <a:pt x="18848" y="18140"/>
                  </a:cubicBezTo>
                  <a:cubicBezTo>
                    <a:pt x="19615" y="17773"/>
                    <a:pt x="20516" y="17440"/>
                    <a:pt x="21450" y="17273"/>
                  </a:cubicBezTo>
                  <a:cubicBezTo>
                    <a:pt x="21950" y="17173"/>
                    <a:pt x="22417" y="17140"/>
                    <a:pt x="22917" y="17039"/>
                  </a:cubicBezTo>
                  <a:cubicBezTo>
                    <a:pt x="23418" y="16973"/>
                    <a:pt x="23918" y="16973"/>
                    <a:pt x="24418" y="16873"/>
                  </a:cubicBezTo>
                  <a:cubicBezTo>
                    <a:pt x="25452" y="16773"/>
                    <a:pt x="26520" y="16439"/>
                    <a:pt x="27487" y="15939"/>
                  </a:cubicBezTo>
                  <a:cubicBezTo>
                    <a:pt x="28421" y="15438"/>
                    <a:pt x="29322" y="14671"/>
                    <a:pt x="29922" y="13770"/>
                  </a:cubicBezTo>
                  <a:cubicBezTo>
                    <a:pt x="30556" y="12836"/>
                    <a:pt x="30923" y="11702"/>
                    <a:pt x="30823" y="10535"/>
                  </a:cubicBezTo>
                  <a:cubicBezTo>
                    <a:pt x="30623" y="9367"/>
                    <a:pt x="30022" y="8367"/>
                    <a:pt x="29188" y="7633"/>
                  </a:cubicBezTo>
                  <a:cubicBezTo>
                    <a:pt x="28354" y="6932"/>
                    <a:pt x="27354" y="6432"/>
                    <a:pt x="26353" y="6032"/>
                  </a:cubicBezTo>
                  <a:cubicBezTo>
                    <a:pt x="26286" y="6032"/>
                    <a:pt x="26186" y="5932"/>
                    <a:pt x="26053" y="5865"/>
                  </a:cubicBezTo>
                  <a:lnTo>
                    <a:pt x="25719" y="5665"/>
                  </a:lnTo>
                  <a:cubicBezTo>
                    <a:pt x="25519" y="5565"/>
                    <a:pt x="25252" y="5431"/>
                    <a:pt x="25052" y="5298"/>
                  </a:cubicBezTo>
                  <a:cubicBezTo>
                    <a:pt x="24585" y="5031"/>
                    <a:pt x="24185" y="4797"/>
                    <a:pt x="23718" y="4531"/>
                  </a:cubicBezTo>
                  <a:cubicBezTo>
                    <a:pt x="22851" y="4030"/>
                    <a:pt x="21983" y="3597"/>
                    <a:pt x="21149" y="3163"/>
                  </a:cubicBezTo>
                  <a:cubicBezTo>
                    <a:pt x="19415" y="2329"/>
                    <a:pt x="17547" y="1495"/>
                    <a:pt x="15545" y="861"/>
                  </a:cubicBezTo>
                  <a:cubicBezTo>
                    <a:pt x="13974" y="390"/>
                    <a:pt x="12278" y="0"/>
                    <a:pt x="105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19" name="Google Shape;1619;p11"/>
            <p:cNvSpPr/>
            <p:nvPr/>
          </p:nvSpPr>
          <p:spPr>
            <a:xfrm>
              <a:off x="3052350" y="4215300"/>
              <a:ext cx="194250" cy="168075"/>
            </a:xfrm>
            <a:custGeom>
              <a:avLst/>
              <a:gdLst/>
              <a:ahLst/>
              <a:cxnLst/>
              <a:rect l="l" t="t" r="r" b="b"/>
              <a:pathLst>
                <a:path w="7770" h="6723" extrusionOk="0">
                  <a:moveTo>
                    <a:pt x="4966" y="1"/>
                  </a:moveTo>
                  <a:cubicBezTo>
                    <a:pt x="4591" y="1"/>
                    <a:pt x="4204" y="50"/>
                    <a:pt x="3837" y="160"/>
                  </a:cubicBezTo>
                  <a:cubicBezTo>
                    <a:pt x="3103" y="360"/>
                    <a:pt x="2569" y="827"/>
                    <a:pt x="2169" y="1228"/>
                  </a:cubicBezTo>
                  <a:cubicBezTo>
                    <a:pt x="1335" y="2128"/>
                    <a:pt x="734" y="3496"/>
                    <a:pt x="434" y="4630"/>
                  </a:cubicBezTo>
                  <a:cubicBezTo>
                    <a:pt x="267" y="5197"/>
                    <a:pt x="201" y="5664"/>
                    <a:pt x="101" y="6031"/>
                  </a:cubicBezTo>
                  <a:cubicBezTo>
                    <a:pt x="34" y="6398"/>
                    <a:pt x="1" y="6632"/>
                    <a:pt x="1" y="6632"/>
                  </a:cubicBezTo>
                  <a:cubicBezTo>
                    <a:pt x="1" y="6671"/>
                    <a:pt x="95" y="6723"/>
                    <a:pt x="207" y="6723"/>
                  </a:cubicBezTo>
                  <a:cubicBezTo>
                    <a:pt x="283" y="6723"/>
                    <a:pt x="367" y="6699"/>
                    <a:pt x="434" y="6632"/>
                  </a:cubicBezTo>
                  <a:cubicBezTo>
                    <a:pt x="434" y="6632"/>
                    <a:pt x="668" y="5798"/>
                    <a:pt x="1035" y="4730"/>
                  </a:cubicBezTo>
                  <a:cubicBezTo>
                    <a:pt x="1402" y="3696"/>
                    <a:pt x="2035" y="2462"/>
                    <a:pt x="2736" y="1695"/>
                  </a:cubicBezTo>
                  <a:cubicBezTo>
                    <a:pt x="3069" y="1328"/>
                    <a:pt x="3536" y="961"/>
                    <a:pt x="4070" y="727"/>
                  </a:cubicBezTo>
                  <a:cubicBezTo>
                    <a:pt x="4383" y="610"/>
                    <a:pt x="4718" y="562"/>
                    <a:pt x="5050" y="562"/>
                  </a:cubicBezTo>
                  <a:cubicBezTo>
                    <a:pt x="5284" y="562"/>
                    <a:pt x="5517" y="586"/>
                    <a:pt x="5738" y="627"/>
                  </a:cubicBezTo>
                  <a:cubicBezTo>
                    <a:pt x="6238" y="727"/>
                    <a:pt x="6705" y="894"/>
                    <a:pt x="7039" y="1028"/>
                  </a:cubicBezTo>
                  <a:cubicBezTo>
                    <a:pt x="7206" y="1061"/>
                    <a:pt x="7339" y="1161"/>
                    <a:pt x="7406" y="1194"/>
                  </a:cubicBezTo>
                  <a:cubicBezTo>
                    <a:pt x="7506" y="1228"/>
                    <a:pt x="7539" y="1294"/>
                    <a:pt x="7539" y="1294"/>
                  </a:cubicBezTo>
                  <a:cubicBezTo>
                    <a:pt x="7543" y="1296"/>
                    <a:pt x="7546" y="1297"/>
                    <a:pt x="7550" y="1297"/>
                  </a:cubicBezTo>
                  <a:cubicBezTo>
                    <a:pt x="7623" y="1297"/>
                    <a:pt x="7769" y="1022"/>
                    <a:pt x="7706" y="928"/>
                  </a:cubicBezTo>
                  <a:cubicBezTo>
                    <a:pt x="7706" y="928"/>
                    <a:pt x="7673" y="894"/>
                    <a:pt x="7573" y="861"/>
                  </a:cubicBezTo>
                  <a:cubicBezTo>
                    <a:pt x="7506" y="827"/>
                    <a:pt x="7372" y="727"/>
                    <a:pt x="7206" y="661"/>
                  </a:cubicBezTo>
                  <a:cubicBezTo>
                    <a:pt x="6905" y="494"/>
                    <a:pt x="6405" y="260"/>
                    <a:pt x="5838" y="94"/>
                  </a:cubicBezTo>
                  <a:cubicBezTo>
                    <a:pt x="5568" y="34"/>
                    <a:pt x="5271" y="1"/>
                    <a:pt x="49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blank" matchingName="Blank">
  <p:cSld name="BLANK">
    <p:bg>
      <p:bgPr>
        <a:noFill/>
        <a:effectLst/>
      </p:bgPr>
    </p:bg>
    <p:spTree>
      <p:nvGrpSpPr>
        <p:cNvPr id="1620" name="Shape 1620"/>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able of contents">
  <p:cSld name="BLANK_1_1_1_1_1_1">
    <p:spTree>
      <p:nvGrpSpPr>
        <p:cNvPr id="1621" name="Shape 1621"/>
        <p:cNvGrpSpPr/>
        <p:nvPr/>
      </p:nvGrpSpPr>
      <p:grpSpPr>
        <a:xfrm>
          <a:off x="0" y="0"/>
          <a:ext cx="0" cy="0"/>
          <a:chOff x="0" y="0"/>
          <a:chExt cx="0" cy="0"/>
        </a:xfrm>
      </p:grpSpPr>
      <p:pic>
        <p:nvPicPr>
          <p:cNvPr id="1622" name="Google Shape;1622;p13"/>
          <p:cNvPicPr preferRelativeResize="0"/>
          <p:nvPr/>
        </p:nvPicPr>
        <p:blipFill rotWithShape="1">
          <a:blip r:embed="rId2"/>
          <a:srcRect b="15598"/>
          <a:stretch>
            <a:fillRect/>
          </a:stretch>
        </p:blipFill>
        <p:spPr>
          <a:xfrm>
            <a:off x="0" y="0"/>
            <a:ext cx="9144003" cy="5143501"/>
          </a:xfrm>
          <a:prstGeom prst="rect">
            <a:avLst/>
          </a:prstGeom>
          <a:noFill/>
          <a:ln>
            <a:noFill/>
          </a:ln>
        </p:spPr>
      </p:pic>
      <p:sp>
        <p:nvSpPr>
          <p:cNvPr id="1623" name="Google Shape;1623;p13"/>
          <p:cNvSpPr txBox="1"/>
          <p:nvPr>
            <p:ph type="title"/>
          </p:nvPr>
        </p:nvSpPr>
        <p:spPr>
          <a:xfrm>
            <a:off x="3373000" y="448975"/>
            <a:ext cx="50478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624" name="Google Shape;1624;p13"/>
          <p:cNvSpPr txBox="1"/>
          <p:nvPr>
            <p:ph type="subTitle" idx="1"/>
          </p:nvPr>
        </p:nvSpPr>
        <p:spPr>
          <a:xfrm>
            <a:off x="3372999" y="2238156"/>
            <a:ext cx="23055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p:txBody>
      </p:sp>
      <p:sp>
        <p:nvSpPr>
          <p:cNvPr id="1625" name="Google Shape;1625;p13"/>
          <p:cNvSpPr txBox="1"/>
          <p:nvPr>
            <p:ph type="subTitle" idx="2"/>
          </p:nvPr>
        </p:nvSpPr>
        <p:spPr>
          <a:xfrm>
            <a:off x="6097108" y="2238156"/>
            <a:ext cx="23055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p:txBody>
      </p:sp>
      <p:sp>
        <p:nvSpPr>
          <p:cNvPr id="1626" name="Google Shape;1626;p13"/>
          <p:cNvSpPr txBox="1"/>
          <p:nvPr>
            <p:ph type="subTitle" idx="3"/>
          </p:nvPr>
        </p:nvSpPr>
        <p:spPr>
          <a:xfrm>
            <a:off x="6097108" y="3951700"/>
            <a:ext cx="23055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p:txBody>
      </p:sp>
      <p:sp>
        <p:nvSpPr>
          <p:cNvPr id="1627" name="Google Shape;1627;p13"/>
          <p:cNvSpPr txBox="1"/>
          <p:nvPr>
            <p:ph type="subTitle" idx="4"/>
          </p:nvPr>
        </p:nvSpPr>
        <p:spPr>
          <a:xfrm>
            <a:off x="3419271" y="4018575"/>
            <a:ext cx="23055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p:txBody>
      </p:sp>
      <p:sp>
        <p:nvSpPr>
          <p:cNvPr id="1628" name="Google Shape;1628;p13"/>
          <p:cNvSpPr txBox="1"/>
          <p:nvPr>
            <p:ph type="title" idx="5" hasCustomPrompt="1"/>
          </p:nvPr>
        </p:nvSpPr>
        <p:spPr>
          <a:xfrm>
            <a:off x="3372999" y="1351895"/>
            <a:ext cx="7347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000">
                <a:solidFill>
                  <a:schemeClr val="dk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629" name="Google Shape;1629;p13"/>
          <p:cNvSpPr txBox="1"/>
          <p:nvPr>
            <p:ph type="title" idx="6" hasCustomPrompt="1"/>
          </p:nvPr>
        </p:nvSpPr>
        <p:spPr>
          <a:xfrm>
            <a:off x="6097108" y="3077341"/>
            <a:ext cx="7347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000">
                <a:solidFill>
                  <a:schemeClr val="dk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630" name="Google Shape;1630;p13"/>
          <p:cNvSpPr txBox="1"/>
          <p:nvPr>
            <p:ph type="title" idx="7" hasCustomPrompt="1"/>
          </p:nvPr>
        </p:nvSpPr>
        <p:spPr>
          <a:xfrm>
            <a:off x="6097108" y="1351895"/>
            <a:ext cx="7347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000">
                <a:solidFill>
                  <a:schemeClr val="dk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631" name="Google Shape;1631;p13"/>
          <p:cNvSpPr txBox="1"/>
          <p:nvPr>
            <p:ph type="title" idx="8" hasCustomPrompt="1"/>
          </p:nvPr>
        </p:nvSpPr>
        <p:spPr>
          <a:xfrm>
            <a:off x="3372999" y="3077358"/>
            <a:ext cx="7347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000">
                <a:solidFill>
                  <a:schemeClr val="dk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632" name="Google Shape;1632;p13"/>
          <p:cNvSpPr txBox="1"/>
          <p:nvPr>
            <p:ph type="subTitle" idx="9"/>
          </p:nvPr>
        </p:nvSpPr>
        <p:spPr>
          <a:xfrm>
            <a:off x="3372999" y="1901137"/>
            <a:ext cx="2305500" cy="4848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Bebas Neue" panose="020B0606020202050201"/>
              <a:buNone/>
              <a:defRPr sz="2400">
                <a:solidFill>
                  <a:schemeClr val="dk2"/>
                </a:solidFill>
                <a:latin typeface="Averia Serif Libre" panose="02000603000000000004"/>
                <a:ea typeface="Averia Serif Libre" panose="02000603000000000004"/>
                <a:cs typeface="Averia Serif Libre" panose="02000603000000000004"/>
                <a:sym typeface="Averia Serif Libre" panose="02000603000000000004"/>
              </a:defRPr>
            </a:lvl1pPr>
            <a:lvl2pPr lvl="1"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2pPr>
            <a:lvl3pPr lvl="2"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3pPr>
            <a:lvl4pPr lvl="3"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4pPr>
            <a:lvl5pPr lvl="4"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5pPr>
            <a:lvl6pPr lvl="5"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6pPr>
            <a:lvl7pPr lvl="6"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7pPr>
            <a:lvl8pPr lvl="7"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8pPr>
            <a:lvl9pPr lvl="8"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9pPr>
          </a:lstStyle>
          <a:p/>
        </p:txBody>
      </p:sp>
      <p:sp>
        <p:nvSpPr>
          <p:cNvPr id="1633" name="Google Shape;1633;p13"/>
          <p:cNvSpPr txBox="1"/>
          <p:nvPr>
            <p:ph type="subTitle" idx="13"/>
          </p:nvPr>
        </p:nvSpPr>
        <p:spPr>
          <a:xfrm>
            <a:off x="6097108" y="1901137"/>
            <a:ext cx="2305500" cy="4848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Bebas Neue" panose="020B0606020202050201"/>
              <a:buNone/>
              <a:defRPr sz="2400">
                <a:solidFill>
                  <a:schemeClr val="dk2"/>
                </a:solidFill>
                <a:latin typeface="Averia Serif Libre" panose="02000603000000000004"/>
                <a:ea typeface="Averia Serif Libre" panose="02000603000000000004"/>
                <a:cs typeface="Averia Serif Libre" panose="02000603000000000004"/>
                <a:sym typeface="Averia Serif Libre" panose="02000603000000000004"/>
              </a:defRPr>
            </a:lvl1pPr>
            <a:lvl2pPr lvl="1"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2pPr>
            <a:lvl3pPr lvl="2"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3pPr>
            <a:lvl4pPr lvl="3"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4pPr>
            <a:lvl5pPr lvl="4"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5pPr>
            <a:lvl6pPr lvl="5"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6pPr>
            <a:lvl7pPr lvl="6"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7pPr>
            <a:lvl8pPr lvl="7"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8pPr>
            <a:lvl9pPr lvl="8"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9pPr>
          </a:lstStyle>
          <a:p/>
        </p:txBody>
      </p:sp>
      <p:sp>
        <p:nvSpPr>
          <p:cNvPr id="1634" name="Google Shape;1634;p13"/>
          <p:cNvSpPr txBox="1"/>
          <p:nvPr>
            <p:ph type="subTitle" idx="14"/>
          </p:nvPr>
        </p:nvSpPr>
        <p:spPr>
          <a:xfrm>
            <a:off x="3373011" y="3640062"/>
            <a:ext cx="2305500" cy="4848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Bebas Neue" panose="020B0606020202050201"/>
              <a:buNone/>
              <a:defRPr sz="2400">
                <a:solidFill>
                  <a:schemeClr val="dk2"/>
                </a:solidFill>
                <a:latin typeface="Averia Serif Libre" panose="02000603000000000004"/>
                <a:ea typeface="Averia Serif Libre" panose="02000603000000000004"/>
                <a:cs typeface="Averia Serif Libre" panose="02000603000000000004"/>
                <a:sym typeface="Averia Serif Libre" panose="02000603000000000004"/>
              </a:defRPr>
            </a:lvl1pPr>
            <a:lvl2pPr lvl="1"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2pPr>
            <a:lvl3pPr lvl="2"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3pPr>
            <a:lvl4pPr lvl="3"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4pPr>
            <a:lvl5pPr lvl="4"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5pPr>
            <a:lvl6pPr lvl="5"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6pPr>
            <a:lvl7pPr lvl="6"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7pPr>
            <a:lvl8pPr lvl="7"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8pPr>
            <a:lvl9pPr lvl="8"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9pPr>
          </a:lstStyle>
          <a:p/>
        </p:txBody>
      </p:sp>
      <p:sp>
        <p:nvSpPr>
          <p:cNvPr id="1635" name="Google Shape;1635;p13"/>
          <p:cNvSpPr txBox="1"/>
          <p:nvPr>
            <p:ph type="subTitle" idx="15"/>
          </p:nvPr>
        </p:nvSpPr>
        <p:spPr>
          <a:xfrm>
            <a:off x="6097108" y="3640050"/>
            <a:ext cx="2305500" cy="4848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Bebas Neue" panose="020B0606020202050201"/>
              <a:buNone/>
              <a:defRPr sz="2400">
                <a:solidFill>
                  <a:schemeClr val="dk2"/>
                </a:solidFill>
                <a:latin typeface="Averia Serif Libre" panose="02000603000000000004"/>
                <a:ea typeface="Averia Serif Libre" panose="02000603000000000004"/>
                <a:cs typeface="Averia Serif Libre" panose="02000603000000000004"/>
                <a:sym typeface="Averia Serif Libre" panose="02000603000000000004"/>
              </a:defRPr>
            </a:lvl1pPr>
            <a:lvl2pPr lvl="1"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2pPr>
            <a:lvl3pPr lvl="2"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3pPr>
            <a:lvl4pPr lvl="3"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4pPr>
            <a:lvl5pPr lvl="4"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5pPr>
            <a:lvl6pPr lvl="5"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6pPr>
            <a:lvl7pPr lvl="6"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7pPr>
            <a:lvl8pPr lvl="7"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8pPr>
            <a:lvl9pPr lvl="8"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9pPr>
          </a:lstStyle>
          <a:p/>
        </p:txBody>
      </p:sp>
      <p:grpSp>
        <p:nvGrpSpPr>
          <p:cNvPr id="1636" name="Google Shape;1636;p13"/>
          <p:cNvGrpSpPr/>
          <p:nvPr/>
        </p:nvGrpSpPr>
        <p:grpSpPr>
          <a:xfrm>
            <a:off x="370" y="8"/>
            <a:ext cx="2720318" cy="5143763"/>
            <a:chOff x="370" y="8"/>
            <a:chExt cx="2720318" cy="5143763"/>
          </a:xfrm>
        </p:grpSpPr>
        <p:sp>
          <p:nvSpPr>
            <p:cNvPr id="1637" name="Google Shape;1637;p13"/>
            <p:cNvSpPr/>
            <p:nvPr/>
          </p:nvSpPr>
          <p:spPr>
            <a:xfrm>
              <a:off x="4795" y="25953"/>
              <a:ext cx="365819" cy="950395"/>
            </a:xfrm>
            <a:custGeom>
              <a:avLst/>
              <a:gdLst/>
              <a:ahLst/>
              <a:cxnLst/>
              <a:rect l="l" t="t" r="r" b="b"/>
              <a:pathLst>
                <a:path w="15129" h="39305" extrusionOk="0">
                  <a:moveTo>
                    <a:pt x="9530" y="1"/>
                  </a:moveTo>
                  <a:cubicBezTo>
                    <a:pt x="9054" y="1"/>
                    <a:pt x="9018" y="375"/>
                    <a:pt x="9658" y="503"/>
                  </a:cubicBezTo>
                  <a:cubicBezTo>
                    <a:pt x="9658" y="503"/>
                    <a:pt x="9925" y="570"/>
                    <a:pt x="10325" y="637"/>
                  </a:cubicBezTo>
                  <a:cubicBezTo>
                    <a:pt x="10759" y="737"/>
                    <a:pt x="11359" y="837"/>
                    <a:pt x="12127" y="1137"/>
                  </a:cubicBezTo>
                  <a:cubicBezTo>
                    <a:pt x="12827" y="1437"/>
                    <a:pt x="13694" y="1904"/>
                    <a:pt x="14195" y="2771"/>
                  </a:cubicBezTo>
                  <a:cubicBezTo>
                    <a:pt x="14462" y="3172"/>
                    <a:pt x="14595" y="3739"/>
                    <a:pt x="14495" y="4239"/>
                  </a:cubicBezTo>
                  <a:cubicBezTo>
                    <a:pt x="14462" y="4773"/>
                    <a:pt x="14128" y="5240"/>
                    <a:pt x="13761" y="5740"/>
                  </a:cubicBezTo>
                  <a:cubicBezTo>
                    <a:pt x="13328" y="6241"/>
                    <a:pt x="12827" y="6674"/>
                    <a:pt x="12427" y="7275"/>
                  </a:cubicBezTo>
                  <a:cubicBezTo>
                    <a:pt x="11960" y="7842"/>
                    <a:pt x="11593" y="8576"/>
                    <a:pt x="11493" y="9343"/>
                  </a:cubicBezTo>
                  <a:cubicBezTo>
                    <a:pt x="11359" y="10143"/>
                    <a:pt x="11526" y="10977"/>
                    <a:pt x="11927" y="11678"/>
                  </a:cubicBezTo>
                  <a:cubicBezTo>
                    <a:pt x="12260" y="12412"/>
                    <a:pt x="12760" y="12979"/>
                    <a:pt x="13127" y="13579"/>
                  </a:cubicBezTo>
                  <a:cubicBezTo>
                    <a:pt x="13494" y="14146"/>
                    <a:pt x="13761" y="14747"/>
                    <a:pt x="13795" y="15347"/>
                  </a:cubicBezTo>
                  <a:cubicBezTo>
                    <a:pt x="13828" y="15981"/>
                    <a:pt x="13661" y="16648"/>
                    <a:pt x="13361" y="17182"/>
                  </a:cubicBezTo>
                  <a:cubicBezTo>
                    <a:pt x="13094" y="17782"/>
                    <a:pt x="12660" y="18182"/>
                    <a:pt x="12160" y="18683"/>
                  </a:cubicBezTo>
                  <a:cubicBezTo>
                    <a:pt x="11660" y="19150"/>
                    <a:pt x="11159" y="19784"/>
                    <a:pt x="10959" y="20484"/>
                  </a:cubicBezTo>
                  <a:cubicBezTo>
                    <a:pt x="10926" y="20651"/>
                    <a:pt x="10892" y="20851"/>
                    <a:pt x="10826" y="21018"/>
                  </a:cubicBezTo>
                  <a:cubicBezTo>
                    <a:pt x="10759" y="21185"/>
                    <a:pt x="10759" y="21418"/>
                    <a:pt x="10759" y="21585"/>
                  </a:cubicBezTo>
                  <a:lnTo>
                    <a:pt x="10759" y="22119"/>
                  </a:lnTo>
                  <a:lnTo>
                    <a:pt x="10759" y="22352"/>
                  </a:lnTo>
                  <a:lnTo>
                    <a:pt x="10759" y="22519"/>
                  </a:lnTo>
                  <a:lnTo>
                    <a:pt x="10792" y="22652"/>
                  </a:lnTo>
                  <a:cubicBezTo>
                    <a:pt x="10926" y="23353"/>
                    <a:pt x="11226" y="24087"/>
                    <a:pt x="11593" y="24687"/>
                  </a:cubicBezTo>
                  <a:cubicBezTo>
                    <a:pt x="11927" y="25321"/>
                    <a:pt x="12394" y="25921"/>
                    <a:pt x="12460" y="26455"/>
                  </a:cubicBezTo>
                  <a:cubicBezTo>
                    <a:pt x="12560" y="26989"/>
                    <a:pt x="12293" y="27589"/>
                    <a:pt x="11927" y="28156"/>
                  </a:cubicBezTo>
                  <a:cubicBezTo>
                    <a:pt x="11493" y="28757"/>
                    <a:pt x="11093" y="29290"/>
                    <a:pt x="10526" y="29691"/>
                  </a:cubicBezTo>
                  <a:cubicBezTo>
                    <a:pt x="10059" y="30158"/>
                    <a:pt x="9425" y="30525"/>
                    <a:pt x="8824" y="30992"/>
                  </a:cubicBezTo>
                  <a:cubicBezTo>
                    <a:pt x="8557" y="31192"/>
                    <a:pt x="8257" y="31525"/>
                    <a:pt x="7990" y="31792"/>
                  </a:cubicBezTo>
                  <a:cubicBezTo>
                    <a:pt x="7890" y="31959"/>
                    <a:pt x="7790" y="32092"/>
                    <a:pt x="7657" y="32259"/>
                  </a:cubicBezTo>
                  <a:cubicBezTo>
                    <a:pt x="7623" y="32293"/>
                    <a:pt x="7523" y="32359"/>
                    <a:pt x="7490" y="32459"/>
                  </a:cubicBezTo>
                  <a:lnTo>
                    <a:pt x="7357" y="32693"/>
                  </a:lnTo>
                  <a:cubicBezTo>
                    <a:pt x="7190" y="33026"/>
                    <a:pt x="7056" y="33360"/>
                    <a:pt x="6923" y="33660"/>
                  </a:cubicBezTo>
                  <a:cubicBezTo>
                    <a:pt x="6790" y="33960"/>
                    <a:pt x="6656" y="34294"/>
                    <a:pt x="6556" y="34594"/>
                  </a:cubicBezTo>
                  <a:cubicBezTo>
                    <a:pt x="6056" y="35795"/>
                    <a:pt x="5622" y="36929"/>
                    <a:pt x="4988" y="37763"/>
                  </a:cubicBezTo>
                  <a:cubicBezTo>
                    <a:pt x="4688" y="38130"/>
                    <a:pt x="4321" y="38464"/>
                    <a:pt x="3954" y="38630"/>
                  </a:cubicBezTo>
                  <a:cubicBezTo>
                    <a:pt x="3679" y="38757"/>
                    <a:pt x="3431" y="38804"/>
                    <a:pt x="3193" y="38804"/>
                  </a:cubicBezTo>
                  <a:cubicBezTo>
                    <a:pt x="3055" y="38804"/>
                    <a:pt x="2921" y="38788"/>
                    <a:pt x="2787" y="38764"/>
                  </a:cubicBezTo>
                  <a:cubicBezTo>
                    <a:pt x="2019" y="38630"/>
                    <a:pt x="1486" y="38264"/>
                    <a:pt x="1119" y="38030"/>
                  </a:cubicBezTo>
                  <a:cubicBezTo>
                    <a:pt x="952" y="37930"/>
                    <a:pt x="785" y="37830"/>
                    <a:pt x="685" y="37730"/>
                  </a:cubicBezTo>
                  <a:lnTo>
                    <a:pt x="585" y="37630"/>
                  </a:lnTo>
                  <a:cubicBezTo>
                    <a:pt x="459" y="37533"/>
                    <a:pt x="348" y="37492"/>
                    <a:pt x="262" y="37492"/>
                  </a:cubicBezTo>
                  <a:cubicBezTo>
                    <a:pt x="53" y="37492"/>
                    <a:pt x="1" y="37736"/>
                    <a:pt x="285" y="37997"/>
                  </a:cubicBezTo>
                  <a:lnTo>
                    <a:pt x="418" y="38130"/>
                  </a:lnTo>
                  <a:cubicBezTo>
                    <a:pt x="485" y="38163"/>
                    <a:pt x="652" y="38297"/>
                    <a:pt x="819" y="38430"/>
                  </a:cubicBezTo>
                  <a:cubicBezTo>
                    <a:pt x="1186" y="38664"/>
                    <a:pt x="1786" y="39031"/>
                    <a:pt x="2653" y="39264"/>
                  </a:cubicBezTo>
                  <a:cubicBezTo>
                    <a:pt x="2824" y="39289"/>
                    <a:pt x="3004" y="39304"/>
                    <a:pt x="3188" y="39304"/>
                  </a:cubicBezTo>
                  <a:cubicBezTo>
                    <a:pt x="3506" y="39304"/>
                    <a:pt x="3837" y="39258"/>
                    <a:pt x="4154" y="39131"/>
                  </a:cubicBezTo>
                  <a:cubicBezTo>
                    <a:pt x="4721" y="38964"/>
                    <a:pt x="5122" y="38530"/>
                    <a:pt x="5489" y="38097"/>
                  </a:cubicBezTo>
                  <a:cubicBezTo>
                    <a:pt x="6222" y="37163"/>
                    <a:pt x="6656" y="35995"/>
                    <a:pt x="7257" y="34794"/>
                  </a:cubicBezTo>
                  <a:cubicBezTo>
                    <a:pt x="7357" y="34494"/>
                    <a:pt x="7523" y="34194"/>
                    <a:pt x="7657" y="33927"/>
                  </a:cubicBezTo>
                  <a:cubicBezTo>
                    <a:pt x="7824" y="33627"/>
                    <a:pt x="7957" y="33327"/>
                    <a:pt x="8124" y="33026"/>
                  </a:cubicBezTo>
                  <a:lnTo>
                    <a:pt x="8257" y="32826"/>
                  </a:lnTo>
                  <a:cubicBezTo>
                    <a:pt x="8291" y="32760"/>
                    <a:pt x="8324" y="32693"/>
                    <a:pt x="8391" y="32626"/>
                  </a:cubicBezTo>
                  <a:lnTo>
                    <a:pt x="8658" y="32259"/>
                  </a:lnTo>
                  <a:cubicBezTo>
                    <a:pt x="8858" y="31992"/>
                    <a:pt x="9091" y="31792"/>
                    <a:pt x="9358" y="31592"/>
                  </a:cubicBezTo>
                  <a:cubicBezTo>
                    <a:pt x="9858" y="31158"/>
                    <a:pt x="10526" y="30825"/>
                    <a:pt x="11126" y="30324"/>
                  </a:cubicBezTo>
                  <a:cubicBezTo>
                    <a:pt x="11693" y="29824"/>
                    <a:pt x="12260" y="29257"/>
                    <a:pt x="12660" y="28623"/>
                  </a:cubicBezTo>
                  <a:cubicBezTo>
                    <a:pt x="12861" y="28323"/>
                    <a:pt x="13094" y="27956"/>
                    <a:pt x="13194" y="27589"/>
                  </a:cubicBezTo>
                  <a:cubicBezTo>
                    <a:pt x="13328" y="27189"/>
                    <a:pt x="13394" y="26689"/>
                    <a:pt x="13328" y="26288"/>
                  </a:cubicBezTo>
                  <a:cubicBezTo>
                    <a:pt x="13294" y="25855"/>
                    <a:pt x="13094" y="25488"/>
                    <a:pt x="12927" y="25154"/>
                  </a:cubicBezTo>
                  <a:cubicBezTo>
                    <a:pt x="12727" y="24854"/>
                    <a:pt x="12527" y="24520"/>
                    <a:pt x="12360" y="24253"/>
                  </a:cubicBezTo>
                  <a:cubicBezTo>
                    <a:pt x="12093" y="23653"/>
                    <a:pt x="11826" y="23086"/>
                    <a:pt x="11693" y="22452"/>
                  </a:cubicBezTo>
                  <a:lnTo>
                    <a:pt x="11660" y="22319"/>
                  </a:lnTo>
                  <a:lnTo>
                    <a:pt x="11660" y="22252"/>
                  </a:lnTo>
                  <a:lnTo>
                    <a:pt x="11660" y="21985"/>
                  </a:lnTo>
                  <a:lnTo>
                    <a:pt x="11660" y="21518"/>
                  </a:lnTo>
                  <a:cubicBezTo>
                    <a:pt x="11660" y="21418"/>
                    <a:pt x="11660" y="21218"/>
                    <a:pt x="11693" y="21118"/>
                  </a:cubicBezTo>
                  <a:cubicBezTo>
                    <a:pt x="11693" y="20951"/>
                    <a:pt x="11760" y="20818"/>
                    <a:pt x="11793" y="20684"/>
                  </a:cubicBezTo>
                  <a:cubicBezTo>
                    <a:pt x="11960" y="20184"/>
                    <a:pt x="12293" y="19750"/>
                    <a:pt x="12760" y="19283"/>
                  </a:cubicBezTo>
                  <a:cubicBezTo>
                    <a:pt x="13194" y="18816"/>
                    <a:pt x="13795" y="18283"/>
                    <a:pt x="14128" y="17549"/>
                  </a:cubicBezTo>
                  <a:cubicBezTo>
                    <a:pt x="14495" y="16848"/>
                    <a:pt x="14662" y="16114"/>
                    <a:pt x="14628" y="15280"/>
                  </a:cubicBezTo>
                  <a:cubicBezTo>
                    <a:pt x="14595" y="14446"/>
                    <a:pt x="14195" y="13679"/>
                    <a:pt x="13795" y="13045"/>
                  </a:cubicBezTo>
                  <a:cubicBezTo>
                    <a:pt x="13361" y="12445"/>
                    <a:pt x="12861" y="11878"/>
                    <a:pt x="12594" y="11311"/>
                  </a:cubicBezTo>
                  <a:cubicBezTo>
                    <a:pt x="12260" y="10710"/>
                    <a:pt x="12127" y="10110"/>
                    <a:pt x="12227" y="9476"/>
                  </a:cubicBezTo>
                  <a:cubicBezTo>
                    <a:pt x="12260" y="8842"/>
                    <a:pt x="12560" y="8309"/>
                    <a:pt x="12927" y="7775"/>
                  </a:cubicBezTo>
                  <a:cubicBezTo>
                    <a:pt x="13294" y="7241"/>
                    <a:pt x="13761" y="6774"/>
                    <a:pt x="14161" y="6241"/>
                  </a:cubicBezTo>
                  <a:cubicBezTo>
                    <a:pt x="14595" y="5674"/>
                    <a:pt x="14962" y="5073"/>
                    <a:pt x="15062" y="4339"/>
                  </a:cubicBezTo>
                  <a:cubicBezTo>
                    <a:pt x="15129" y="3639"/>
                    <a:pt x="14962" y="2972"/>
                    <a:pt x="14628" y="2471"/>
                  </a:cubicBezTo>
                  <a:cubicBezTo>
                    <a:pt x="14328" y="1937"/>
                    <a:pt x="13895" y="1571"/>
                    <a:pt x="13461" y="1270"/>
                  </a:cubicBezTo>
                  <a:cubicBezTo>
                    <a:pt x="13061" y="970"/>
                    <a:pt x="12627" y="803"/>
                    <a:pt x="12227" y="637"/>
                  </a:cubicBezTo>
                  <a:cubicBezTo>
                    <a:pt x="11426" y="336"/>
                    <a:pt x="10759" y="203"/>
                    <a:pt x="10292" y="136"/>
                  </a:cubicBezTo>
                  <a:cubicBezTo>
                    <a:pt x="9825" y="36"/>
                    <a:pt x="9592" y="3"/>
                    <a:pt x="9592" y="3"/>
                  </a:cubicBezTo>
                  <a:cubicBezTo>
                    <a:pt x="9570" y="1"/>
                    <a:pt x="9550" y="1"/>
                    <a:pt x="95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38" name="Google Shape;1638;p13"/>
            <p:cNvSpPr/>
            <p:nvPr/>
          </p:nvSpPr>
          <p:spPr>
            <a:xfrm>
              <a:off x="370" y="722095"/>
              <a:ext cx="24" cy="24"/>
            </a:xfrm>
            <a:custGeom>
              <a:avLst/>
              <a:gdLst/>
              <a:ahLst/>
              <a:cxnLst/>
              <a:rect l="l" t="t" r="r" b="b"/>
              <a:pathLst>
                <a:path w="1" h="1" fill="none" extrusionOk="0">
                  <a:moveTo>
                    <a:pt x="1" y="0"/>
                  </a:moveTo>
                  <a:close/>
                </a:path>
              </a:pathLst>
            </a:custGeom>
            <a:solidFill>
              <a:schemeClr val="dk1"/>
            </a:solidFill>
            <a:ln w="5000" cap="flat" cmpd="sng">
              <a:solidFill>
                <a:srgbClr val="02570B"/>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39" name="Google Shape;1639;p13"/>
            <p:cNvSpPr/>
            <p:nvPr/>
          </p:nvSpPr>
          <p:spPr>
            <a:xfrm>
              <a:off x="32239" y="16088"/>
              <a:ext cx="167398" cy="781232"/>
            </a:xfrm>
            <a:custGeom>
              <a:avLst/>
              <a:gdLst/>
              <a:ahLst/>
              <a:cxnLst/>
              <a:rect l="l" t="t" r="r" b="b"/>
              <a:pathLst>
                <a:path w="6923" h="32309" extrusionOk="0">
                  <a:moveTo>
                    <a:pt x="4881" y="1"/>
                  </a:moveTo>
                  <a:cubicBezTo>
                    <a:pt x="4761" y="1"/>
                    <a:pt x="4752" y="142"/>
                    <a:pt x="4954" y="344"/>
                  </a:cubicBezTo>
                  <a:cubicBezTo>
                    <a:pt x="4954" y="344"/>
                    <a:pt x="5087" y="411"/>
                    <a:pt x="5288" y="611"/>
                  </a:cubicBezTo>
                  <a:cubicBezTo>
                    <a:pt x="5521" y="844"/>
                    <a:pt x="5821" y="1211"/>
                    <a:pt x="6122" y="1678"/>
                  </a:cubicBezTo>
                  <a:cubicBezTo>
                    <a:pt x="6422" y="2179"/>
                    <a:pt x="6655" y="2846"/>
                    <a:pt x="6488" y="3546"/>
                  </a:cubicBezTo>
                  <a:cubicBezTo>
                    <a:pt x="6322" y="4314"/>
                    <a:pt x="5855" y="5014"/>
                    <a:pt x="5421" y="5848"/>
                  </a:cubicBezTo>
                  <a:cubicBezTo>
                    <a:pt x="4954" y="6649"/>
                    <a:pt x="4487" y="7549"/>
                    <a:pt x="4354" y="8583"/>
                  </a:cubicBezTo>
                  <a:cubicBezTo>
                    <a:pt x="4287" y="9584"/>
                    <a:pt x="4454" y="10685"/>
                    <a:pt x="4787" y="11686"/>
                  </a:cubicBezTo>
                  <a:cubicBezTo>
                    <a:pt x="5154" y="12653"/>
                    <a:pt x="5688" y="13554"/>
                    <a:pt x="5788" y="14488"/>
                  </a:cubicBezTo>
                  <a:cubicBezTo>
                    <a:pt x="5821" y="14721"/>
                    <a:pt x="5788" y="14988"/>
                    <a:pt x="5788" y="15188"/>
                  </a:cubicBezTo>
                  <a:cubicBezTo>
                    <a:pt x="5755" y="15388"/>
                    <a:pt x="5755" y="15655"/>
                    <a:pt x="5655" y="15855"/>
                  </a:cubicBezTo>
                  <a:cubicBezTo>
                    <a:pt x="5521" y="16255"/>
                    <a:pt x="5354" y="16689"/>
                    <a:pt x="5188" y="17089"/>
                  </a:cubicBezTo>
                  <a:cubicBezTo>
                    <a:pt x="5121" y="17223"/>
                    <a:pt x="5087" y="17323"/>
                    <a:pt x="4987" y="17423"/>
                  </a:cubicBezTo>
                  <a:lnTo>
                    <a:pt x="4921" y="17590"/>
                  </a:lnTo>
                  <a:lnTo>
                    <a:pt x="4854" y="17690"/>
                  </a:lnTo>
                  <a:lnTo>
                    <a:pt x="4821" y="17823"/>
                  </a:lnTo>
                  <a:cubicBezTo>
                    <a:pt x="4754" y="18057"/>
                    <a:pt x="4654" y="18257"/>
                    <a:pt x="4520" y="18490"/>
                  </a:cubicBezTo>
                  <a:cubicBezTo>
                    <a:pt x="4420" y="18691"/>
                    <a:pt x="4287" y="18891"/>
                    <a:pt x="4120" y="19057"/>
                  </a:cubicBezTo>
                  <a:cubicBezTo>
                    <a:pt x="3953" y="19224"/>
                    <a:pt x="3787" y="19391"/>
                    <a:pt x="3620" y="19658"/>
                  </a:cubicBezTo>
                  <a:cubicBezTo>
                    <a:pt x="3453" y="19891"/>
                    <a:pt x="3420" y="20192"/>
                    <a:pt x="3353" y="20392"/>
                  </a:cubicBezTo>
                  <a:cubicBezTo>
                    <a:pt x="3320" y="20592"/>
                    <a:pt x="3320" y="20825"/>
                    <a:pt x="3320" y="21026"/>
                  </a:cubicBezTo>
                  <a:cubicBezTo>
                    <a:pt x="3353" y="21392"/>
                    <a:pt x="3420" y="21693"/>
                    <a:pt x="3420" y="21893"/>
                  </a:cubicBezTo>
                  <a:lnTo>
                    <a:pt x="3420" y="21859"/>
                  </a:lnTo>
                  <a:cubicBezTo>
                    <a:pt x="3420" y="22393"/>
                    <a:pt x="3653" y="22894"/>
                    <a:pt x="3953" y="23227"/>
                  </a:cubicBezTo>
                  <a:cubicBezTo>
                    <a:pt x="4187" y="23594"/>
                    <a:pt x="4520" y="23928"/>
                    <a:pt x="4754" y="24261"/>
                  </a:cubicBezTo>
                  <a:cubicBezTo>
                    <a:pt x="4987" y="24595"/>
                    <a:pt x="5121" y="24995"/>
                    <a:pt x="5154" y="25362"/>
                  </a:cubicBezTo>
                  <a:cubicBezTo>
                    <a:pt x="5188" y="25729"/>
                    <a:pt x="5121" y="26096"/>
                    <a:pt x="5087" y="26496"/>
                  </a:cubicBezTo>
                  <a:cubicBezTo>
                    <a:pt x="4954" y="27230"/>
                    <a:pt x="4487" y="27830"/>
                    <a:pt x="3953" y="28197"/>
                  </a:cubicBezTo>
                  <a:cubicBezTo>
                    <a:pt x="3420" y="28598"/>
                    <a:pt x="2819" y="28864"/>
                    <a:pt x="2319" y="29165"/>
                  </a:cubicBezTo>
                  <a:cubicBezTo>
                    <a:pt x="1818" y="29398"/>
                    <a:pt x="1318" y="29698"/>
                    <a:pt x="985" y="30032"/>
                  </a:cubicBezTo>
                  <a:cubicBezTo>
                    <a:pt x="784" y="30165"/>
                    <a:pt x="651" y="30366"/>
                    <a:pt x="518" y="30532"/>
                  </a:cubicBezTo>
                  <a:cubicBezTo>
                    <a:pt x="384" y="30699"/>
                    <a:pt x="317" y="30866"/>
                    <a:pt x="217" y="31033"/>
                  </a:cubicBezTo>
                  <a:cubicBezTo>
                    <a:pt x="184" y="31166"/>
                    <a:pt x="151" y="31333"/>
                    <a:pt x="117" y="31433"/>
                  </a:cubicBezTo>
                  <a:cubicBezTo>
                    <a:pt x="51" y="31566"/>
                    <a:pt x="17" y="31700"/>
                    <a:pt x="17" y="31767"/>
                  </a:cubicBezTo>
                  <a:lnTo>
                    <a:pt x="17" y="32033"/>
                  </a:lnTo>
                  <a:cubicBezTo>
                    <a:pt x="0" y="32217"/>
                    <a:pt x="51" y="32309"/>
                    <a:pt x="113" y="32309"/>
                  </a:cubicBezTo>
                  <a:cubicBezTo>
                    <a:pt x="176" y="32309"/>
                    <a:pt x="251" y="32217"/>
                    <a:pt x="284" y="32033"/>
                  </a:cubicBezTo>
                  <a:cubicBezTo>
                    <a:pt x="284" y="32033"/>
                    <a:pt x="317" y="31933"/>
                    <a:pt x="317" y="31767"/>
                  </a:cubicBezTo>
                  <a:cubicBezTo>
                    <a:pt x="317" y="31700"/>
                    <a:pt x="351" y="31600"/>
                    <a:pt x="384" y="31500"/>
                  </a:cubicBezTo>
                  <a:cubicBezTo>
                    <a:pt x="451" y="31400"/>
                    <a:pt x="451" y="31233"/>
                    <a:pt x="518" y="31099"/>
                  </a:cubicBezTo>
                  <a:cubicBezTo>
                    <a:pt x="718" y="30532"/>
                    <a:pt x="1452" y="29899"/>
                    <a:pt x="2486" y="29398"/>
                  </a:cubicBezTo>
                  <a:cubicBezTo>
                    <a:pt x="3019" y="29165"/>
                    <a:pt x="3620" y="28864"/>
                    <a:pt x="4187" y="28431"/>
                  </a:cubicBezTo>
                  <a:cubicBezTo>
                    <a:pt x="4787" y="28031"/>
                    <a:pt x="5321" y="27363"/>
                    <a:pt x="5488" y="26529"/>
                  </a:cubicBezTo>
                  <a:cubicBezTo>
                    <a:pt x="5554" y="26163"/>
                    <a:pt x="5655" y="25729"/>
                    <a:pt x="5621" y="25262"/>
                  </a:cubicBezTo>
                  <a:cubicBezTo>
                    <a:pt x="5554" y="24862"/>
                    <a:pt x="5388" y="24395"/>
                    <a:pt x="5154" y="24028"/>
                  </a:cubicBezTo>
                  <a:cubicBezTo>
                    <a:pt x="4921" y="23661"/>
                    <a:pt x="4554" y="23327"/>
                    <a:pt x="4320" y="22994"/>
                  </a:cubicBezTo>
                  <a:cubicBezTo>
                    <a:pt x="4053" y="22660"/>
                    <a:pt x="3853" y="22260"/>
                    <a:pt x="3853" y="21859"/>
                  </a:cubicBezTo>
                  <a:cubicBezTo>
                    <a:pt x="3853" y="21693"/>
                    <a:pt x="3820" y="21392"/>
                    <a:pt x="3820" y="21026"/>
                  </a:cubicBezTo>
                  <a:cubicBezTo>
                    <a:pt x="3820" y="20692"/>
                    <a:pt x="3820" y="20258"/>
                    <a:pt x="4020" y="19925"/>
                  </a:cubicBezTo>
                  <a:cubicBezTo>
                    <a:pt x="4153" y="19758"/>
                    <a:pt x="4320" y="19591"/>
                    <a:pt x="4487" y="19391"/>
                  </a:cubicBezTo>
                  <a:cubicBezTo>
                    <a:pt x="4654" y="19191"/>
                    <a:pt x="4821" y="18991"/>
                    <a:pt x="4954" y="18724"/>
                  </a:cubicBezTo>
                  <a:cubicBezTo>
                    <a:pt x="5087" y="18490"/>
                    <a:pt x="5188" y="18224"/>
                    <a:pt x="5321" y="17923"/>
                  </a:cubicBezTo>
                  <a:lnTo>
                    <a:pt x="5321" y="17890"/>
                  </a:lnTo>
                  <a:lnTo>
                    <a:pt x="5354" y="17823"/>
                  </a:lnTo>
                  <a:lnTo>
                    <a:pt x="5454" y="17656"/>
                  </a:lnTo>
                  <a:cubicBezTo>
                    <a:pt x="5488" y="17523"/>
                    <a:pt x="5554" y="17423"/>
                    <a:pt x="5655" y="17356"/>
                  </a:cubicBezTo>
                  <a:cubicBezTo>
                    <a:pt x="5855" y="16923"/>
                    <a:pt x="6021" y="16522"/>
                    <a:pt x="6155" y="16022"/>
                  </a:cubicBezTo>
                  <a:cubicBezTo>
                    <a:pt x="6222" y="15755"/>
                    <a:pt x="6222" y="15522"/>
                    <a:pt x="6288" y="15255"/>
                  </a:cubicBezTo>
                  <a:cubicBezTo>
                    <a:pt x="6288" y="15021"/>
                    <a:pt x="6288" y="14721"/>
                    <a:pt x="6222" y="14488"/>
                  </a:cubicBezTo>
                  <a:cubicBezTo>
                    <a:pt x="6155" y="13920"/>
                    <a:pt x="5988" y="13420"/>
                    <a:pt x="5788" y="12953"/>
                  </a:cubicBezTo>
                  <a:cubicBezTo>
                    <a:pt x="5554" y="12486"/>
                    <a:pt x="5354" y="12019"/>
                    <a:pt x="5188" y="11552"/>
                  </a:cubicBezTo>
                  <a:cubicBezTo>
                    <a:pt x="4854" y="10585"/>
                    <a:pt x="4687" y="9584"/>
                    <a:pt x="4787" y="8617"/>
                  </a:cubicBezTo>
                  <a:cubicBezTo>
                    <a:pt x="4854" y="7683"/>
                    <a:pt x="5288" y="6815"/>
                    <a:pt x="5755" y="6015"/>
                  </a:cubicBezTo>
                  <a:cubicBezTo>
                    <a:pt x="6188" y="5214"/>
                    <a:pt x="6655" y="4480"/>
                    <a:pt x="6822" y="3646"/>
                  </a:cubicBezTo>
                  <a:cubicBezTo>
                    <a:pt x="6922" y="3213"/>
                    <a:pt x="6855" y="2813"/>
                    <a:pt x="6789" y="2446"/>
                  </a:cubicBezTo>
                  <a:cubicBezTo>
                    <a:pt x="6655" y="2079"/>
                    <a:pt x="6522" y="1778"/>
                    <a:pt x="6355" y="1545"/>
                  </a:cubicBezTo>
                  <a:cubicBezTo>
                    <a:pt x="6021" y="1045"/>
                    <a:pt x="5755" y="678"/>
                    <a:pt x="5488" y="444"/>
                  </a:cubicBezTo>
                  <a:cubicBezTo>
                    <a:pt x="5254" y="244"/>
                    <a:pt x="5121" y="111"/>
                    <a:pt x="5121" y="111"/>
                  </a:cubicBezTo>
                  <a:cubicBezTo>
                    <a:pt x="5022" y="34"/>
                    <a:pt x="4939" y="1"/>
                    <a:pt x="48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40" name="Google Shape;1640;p13"/>
            <p:cNvSpPr/>
            <p:nvPr/>
          </p:nvSpPr>
          <p:spPr>
            <a:xfrm>
              <a:off x="356493" y="893652"/>
              <a:ext cx="516630" cy="263997"/>
            </a:xfrm>
            <a:custGeom>
              <a:avLst/>
              <a:gdLst/>
              <a:ahLst/>
              <a:cxnLst/>
              <a:rect l="l" t="t" r="r" b="b"/>
              <a:pathLst>
                <a:path w="21366" h="10918" extrusionOk="0">
                  <a:moveTo>
                    <a:pt x="8236" y="1"/>
                  </a:moveTo>
                  <a:cubicBezTo>
                    <a:pt x="7955" y="1"/>
                    <a:pt x="7679" y="52"/>
                    <a:pt x="7422" y="144"/>
                  </a:cubicBezTo>
                  <a:cubicBezTo>
                    <a:pt x="5587" y="911"/>
                    <a:pt x="4720" y="2645"/>
                    <a:pt x="3920" y="3946"/>
                  </a:cubicBezTo>
                  <a:cubicBezTo>
                    <a:pt x="3519" y="4613"/>
                    <a:pt x="3119" y="5214"/>
                    <a:pt x="2719" y="5714"/>
                  </a:cubicBezTo>
                  <a:cubicBezTo>
                    <a:pt x="2519" y="5948"/>
                    <a:pt x="2285" y="6148"/>
                    <a:pt x="2085" y="6381"/>
                  </a:cubicBezTo>
                  <a:cubicBezTo>
                    <a:pt x="1885" y="6582"/>
                    <a:pt x="1685" y="6748"/>
                    <a:pt x="1518" y="6915"/>
                  </a:cubicBezTo>
                  <a:cubicBezTo>
                    <a:pt x="1118" y="7149"/>
                    <a:pt x="851" y="7415"/>
                    <a:pt x="584" y="7549"/>
                  </a:cubicBezTo>
                  <a:cubicBezTo>
                    <a:pt x="350" y="7649"/>
                    <a:pt x="217" y="7749"/>
                    <a:pt x="217" y="7749"/>
                  </a:cubicBezTo>
                  <a:cubicBezTo>
                    <a:pt x="1" y="7884"/>
                    <a:pt x="47" y="8128"/>
                    <a:pt x="232" y="8128"/>
                  </a:cubicBezTo>
                  <a:cubicBezTo>
                    <a:pt x="275" y="8128"/>
                    <a:pt x="326" y="8114"/>
                    <a:pt x="384" y="8083"/>
                  </a:cubicBezTo>
                  <a:cubicBezTo>
                    <a:pt x="384" y="8083"/>
                    <a:pt x="517" y="7983"/>
                    <a:pt x="751" y="7882"/>
                  </a:cubicBezTo>
                  <a:cubicBezTo>
                    <a:pt x="1017" y="7782"/>
                    <a:pt x="1351" y="7549"/>
                    <a:pt x="1751" y="7249"/>
                  </a:cubicBezTo>
                  <a:cubicBezTo>
                    <a:pt x="1918" y="7082"/>
                    <a:pt x="2185" y="6915"/>
                    <a:pt x="2385" y="6715"/>
                  </a:cubicBezTo>
                  <a:cubicBezTo>
                    <a:pt x="2585" y="6481"/>
                    <a:pt x="2852" y="6248"/>
                    <a:pt x="3052" y="5981"/>
                  </a:cubicBezTo>
                  <a:cubicBezTo>
                    <a:pt x="3453" y="5447"/>
                    <a:pt x="3920" y="4880"/>
                    <a:pt x="4353" y="4213"/>
                  </a:cubicBezTo>
                  <a:cubicBezTo>
                    <a:pt x="4553" y="3846"/>
                    <a:pt x="4787" y="3513"/>
                    <a:pt x="5020" y="3212"/>
                  </a:cubicBezTo>
                  <a:cubicBezTo>
                    <a:pt x="5220" y="2812"/>
                    <a:pt x="5454" y="2479"/>
                    <a:pt x="5721" y="2178"/>
                  </a:cubicBezTo>
                  <a:cubicBezTo>
                    <a:pt x="6221" y="1578"/>
                    <a:pt x="6888" y="978"/>
                    <a:pt x="7589" y="744"/>
                  </a:cubicBezTo>
                  <a:cubicBezTo>
                    <a:pt x="7756" y="677"/>
                    <a:pt x="7931" y="644"/>
                    <a:pt x="8106" y="644"/>
                  </a:cubicBezTo>
                  <a:cubicBezTo>
                    <a:pt x="8281" y="644"/>
                    <a:pt x="8456" y="677"/>
                    <a:pt x="8623" y="744"/>
                  </a:cubicBezTo>
                  <a:cubicBezTo>
                    <a:pt x="8956" y="844"/>
                    <a:pt x="9257" y="1111"/>
                    <a:pt x="9524" y="1411"/>
                  </a:cubicBezTo>
                  <a:cubicBezTo>
                    <a:pt x="10024" y="1978"/>
                    <a:pt x="10257" y="2745"/>
                    <a:pt x="10558" y="3446"/>
                  </a:cubicBezTo>
                  <a:cubicBezTo>
                    <a:pt x="10691" y="3813"/>
                    <a:pt x="10858" y="4180"/>
                    <a:pt x="11058" y="4580"/>
                  </a:cubicBezTo>
                  <a:cubicBezTo>
                    <a:pt x="11258" y="4947"/>
                    <a:pt x="11558" y="5381"/>
                    <a:pt x="12059" y="5581"/>
                  </a:cubicBezTo>
                  <a:cubicBezTo>
                    <a:pt x="12305" y="5687"/>
                    <a:pt x="12571" y="5727"/>
                    <a:pt x="12835" y="5727"/>
                  </a:cubicBezTo>
                  <a:cubicBezTo>
                    <a:pt x="13071" y="5727"/>
                    <a:pt x="13306" y="5695"/>
                    <a:pt x="13526" y="5648"/>
                  </a:cubicBezTo>
                  <a:cubicBezTo>
                    <a:pt x="13727" y="5614"/>
                    <a:pt x="13960" y="5547"/>
                    <a:pt x="14194" y="5447"/>
                  </a:cubicBezTo>
                  <a:lnTo>
                    <a:pt x="14794" y="5214"/>
                  </a:lnTo>
                  <a:cubicBezTo>
                    <a:pt x="15228" y="4980"/>
                    <a:pt x="15595" y="4814"/>
                    <a:pt x="15961" y="4714"/>
                  </a:cubicBezTo>
                  <a:cubicBezTo>
                    <a:pt x="16204" y="4633"/>
                    <a:pt x="16434" y="4589"/>
                    <a:pt x="16645" y="4589"/>
                  </a:cubicBezTo>
                  <a:cubicBezTo>
                    <a:pt x="16782" y="4589"/>
                    <a:pt x="16910" y="4607"/>
                    <a:pt x="17029" y="4647"/>
                  </a:cubicBezTo>
                  <a:cubicBezTo>
                    <a:pt x="17296" y="4780"/>
                    <a:pt x="17563" y="5080"/>
                    <a:pt x="17729" y="5414"/>
                  </a:cubicBezTo>
                  <a:cubicBezTo>
                    <a:pt x="17896" y="5781"/>
                    <a:pt x="18063" y="6115"/>
                    <a:pt x="18130" y="6481"/>
                  </a:cubicBezTo>
                  <a:cubicBezTo>
                    <a:pt x="18363" y="7249"/>
                    <a:pt x="18430" y="7949"/>
                    <a:pt x="18630" y="8616"/>
                  </a:cubicBezTo>
                  <a:cubicBezTo>
                    <a:pt x="18797" y="9283"/>
                    <a:pt x="19097" y="9884"/>
                    <a:pt x="19531" y="10251"/>
                  </a:cubicBezTo>
                  <a:cubicBezTo>
                    <a:pt x="19898" y="10618"/>
                    <a:pt x="20298" y="10785"/>
                    <a:pt x="20598" y="10818"/>
                  </a:cubicBezTo>
                  <a:cubicBezTo>
                    <a:pt x="20865" y="10918"/>
                    <a:pt x="21032" y="10918"/>
                    <a:pt x="21032" y="10918"/>
                  </a:cubicBezTo>
                  <a:cubicBezTo>
                    <a:pt x="21365" y="10918"/>
                    <a:pt x="21365" y="10618"/>
                    <a:pt x="21132" y="10484"/>
                  </a:cubicBezTo>
                  <a:cubicBezTo>
                    <a:pt x="21132" y="10484"/>
                    <a:pt x="20998" y="10484"/>
                    <a:pt x="20765" y="10418"/>
                  </a:cubicBezTo>
                  <a:cubicBezTo>
                    <a:pt x="20498" y="10384"/>
                    <a:pt x="20164" y="10217"/>
                    <a:pt x="19831" y="9917"/>
                  </a:cubicBezTo>
                  <a:cubicBezTo>
                    <a:pt x="19564" y="9617"/>
                    <a:pt x="19297" y="9117"/>
                    <a:pt x="19130" y="8483"/>
                  </a:cubicBezTo>
                  <a:cubicBezTo>
                    <a:pt x="18997" y="7882"/>
                    <a:pt x="18897" y="7149"/>
                    <a:pt x="18730" y="6381"/>
                  </a:cubicBezTo>
                  <a:cubicBezTo>
                    <a:pt x="18630" y="5948"/>
                    <a:pt x="18497" y="5581"/>
                    <a:pt x="18296" y="5147"/>
                  </a:cubicBezTo>
                  <a:cubicBezTo>
                    <a:pt x="18096" y="4780"/>
                    <a:pt x="17863" y="4380"/>
                    <a:pt x="17329" y="4113"/>
                  </a:cubicBezTo>
                  <a:cubicBezTo>
                    <a:pt x="17106" y="4002"/>
                    <a:pt x="16853" y="3959"/>
                    <a:pt x="16605" y="3959"/>
                  </a:cubicBezTo>
                  <a:cubicBezTo>
                    <a:pt x="16334" y="3959"/>
                    <a:pt x="16070" y="4010"/>
                    <a:pt x="15861" y="4080"/>
                  </a:cubicBezTo>
                  <a:cubicBezTo>
                    <a:pt x="15394" y="4213"/>
                    <a:pt x="15027" y="4413"/>
                    <a:pt x="14594" y="4580"/>
                  </a:cubicBezTo>
                  <a:cubicBezTo>
                    <a:pt x="14394" y="4714"/>
                    <a:pt x="14227" y="4747"/>
                    <a:pt x="14027" y="4814"/>
                  </a:cubicBezTo>
                  <a:cubicBezTo>
                    <a:pt x="13793" y="4914"/>
                    <a:pt x="13626" y="4947"/>
                    <a:pt x="13426" y="4980"/>
                  </a:cubicBezTo>
                  <a:cubicBezTo>
                    <a:pt x="13256" y="5027"/>
                    <a:pt x="13086" y="5052"/>
                    <a:pt x="12922" y="5052"/>
                  </a:cubicBezTo>
                  <a:cubicBezTo>
                    <a:pt x="12733" y="5052"/>
                    <a:pt x="12553" y="5019"/>
                    <a:pt x="12392" y="4947"/>
                  </a:cubicBezTo>
                  <a:cubicBezTo>
                    <a:pt x="12125" y="4814"/>
                    <a:pt x="11892" y="4580"/>
                    <a:pt x="11725" y="4247"/>
                  </a:cubicBezTo>
                  <a:cubicBezTo>
                    <a:pt x="11558" y="3913"/>
                    <a:pt x="11392" y="3546"/>
                    <a:pt x="11258" y="3212"/>
                  </a:cubicBezTo>
                  <a:cubicBezTo>
                    <a:pt x="10958" y="2479"/>
                    <a:pt x="10691" y="1645"/>
                    <a:pt x="10091" y="944"/>
                  </a:cubicBezTo>
                  <a:cubicBezTo>
                    <a:pt x="9790" y="611"/>
                    <a:pt x="9423" y="277"/>
                    <a:pt x="8923" y="110"/>
                  </a:cubicBezTo>
                  <a:cubicBezTo>
                    <a:pt x="8698" y="35"/>
                    <a:pt x="8466" y="1"/>
                    <a:pt x="82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41" name="Google Shape;1641;p13"/>
            <p:cNvSpPr/>
            <p:nvPr/>
          </p:nvSpPr>
          <p:spPr>
            <a:xfrm>
              <a:off x="539173" y="920492"/>
              <a:ext cx="17772" cy="18594"/>
            </a:xfrm>
            <a:custGeom>
              <a:avLst/>
              <a:gdLst/>
              <a:ahLst/>
              <a:cxnLst/>
              <a:rect l="l" t="t" r="r" b="b"/>
              <a:pathLst>
                <a:path w="735" h="769" extrusionOk="0">
                  <a:moveTo>
                    <a:pt x="568" y="1"/>
                  </a:moveTo>
                  <a:cubicBezTo>
                    <a:pt x="568" y="1"/>
                    <a:pt x="334" y="101"/>
                    <a:pt x="201" y="201"/>
                  </a:cubicBezTo>
                  <a:cubicBezTo>
                    <a:pt x="134" y="335"/>
                    <a:pt x="0" y="601"/>
                    <a:pt x="0" y="601"/>
                  </a:cubicBezTo>
                  <a:cubicBezTo>
                    <a:pt x="0" y="601"/>
                    <a:pt x="134" y="768"/>
                    <a:pt x="167" y="768"/>
                  </a:cubicBezTo>
                  <a:cubicBezTo>
                    <a:pt x="167" y="768"/>
                    <a:pt x="401" y="668"/>
                    <a:pt x="534" y="535"/>
                  </a:cubicBezTo>
                  <a:cubicBezTo>
                    <a:pt x="634" y="435"/>
                    <a:pt x="734" y="168"/>
                    <a:pt x="734" y="168"/>
                  </a:cubicBezTo>
                  <a:lnTo>
                    <a:pt x="56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42" name="Google Shape;1642;p13"/>
            <p:cNvSpPr/>
            <p:nvPr/>
          </p:nvSpPr>
          <p:spPr>
            <a:xfrm>
              <a:off x="544807" y="931784"/>
              <a:ext cx="27468" cy="32304"/>
            </a:xfrm>
            <a:custGeom>
              <a:avLst/>
              <a:gdLst/>
              <a:ahLst/>
              <a:cxnLst/>
              <a:rect l="l" t="t" r="r" b="b"/>
              <a:pathLst>
                <a:path w="1136" h="1336" extrusionOk="0">
                  <a:moveTo>
                    <a:pt x="968" y="1"/>
                  </a:moveTo>
                  <a:cubicBezTo>
                    <a:pt x="968" y="1"/>
                    <a:pt x="835" y="34"/>
                    <a:pt x="735" y="134"/>
                  </a:cubicBezTo>
                  <a:cubicBezTo>
                    <a:pt x="601" y="201"/>
                    <a:pt x="468" y="335"/>
                    <a:pt x="335" y="468"/>
                  </a:cubicBezTo>
                  <a:cubicBezTo>
                    <a:pt x="268" y="568"/>
                    <a:pt x="134" y="735"/>
                    <a:pt x="101" y="902"/>
                  </a:cubicBezTo>
                  <a:lnTo>
                    <a:pt x="1" y="1168"/>
                  </a:lnTo>
                  <a:cubicBezTo>
                    <a:pt x="68" y="1202"/>
                    <a:pt x="234" y="1302"/>
                    <a:pt x="268" y="1335"/>
                  </a:cubicBezTo>
                  <a:cubicBezTo>
                    <a:pt x="268" y="1335"/>
                    <a:pt x="335" y="1235"/>
                    <a:pt x="435" y="1135"/>
                  </a:cubicBezTo>
                  <a:cubicBezTo>
                    <a:pt x="501" y="1002"/>
                    <a:pt x="635" y="902"/>
                    <a:pt x="735" y="802"/>
                  </a:cubicBezTo>
                  <a:lnTo>
                    <a:pt x="968" y="401"/>
                  </a:lnTo>
                  <a:cubicBezTo>
                    <a:pt x="1068" y="301"/>
                    <a:pt x="1135" y="201"/>
                    <a:pt x="1135" y="201"/>
                  </a:cubicBezTo>
                  <a:cubicBezTo>
                    <a:pt x="1135" y="168"/>
                    <a:pt x="968" y="1"/>
                    <a:pt x="9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43" name="Google Shape;1643;p13"/>
            <p:cNvSpPr/>
            <p:nvPr/>
          </p:nvSpPr>
          <p:spPr>
            <a:xfrm>
              <a:off x="563377" y="955191"/>
              <a:ext cx="20190" cy="25824"/>
            </a:xfrm>
            <a:custGeom>
              <a:avLst/>
              <a:gdLst/>
              <a:ahLst/>
              <a:cxnLst/>
              <a:rect l="l" t="t" r="r" b="b"/>
              <a:pathLst>
                <a:path w="835" h="1068" extrusionOk="0">
                  <a:moveTo>
                    <a:pt x="634" y="0"/>
                  </a:moveTo>
                  <a:cubicBezTo>
                    <a:pt x="634" y="0"/>
                    <a:pt x="334" y="234"/>
                    <a:pt x="200" y="401"/>
                  </a:cubicBezTo>
                  <a:cubicBezTo>
                    <a:pt x="67" y="601"/>
                    <a:pt x="0" y="934"/>
                    <a:pt x="0" y="934"/>
                  </a:cubicBezTo>
                  <a:cubicBezTo>
                    <a:pt x="0" y="934"/>
                    <a:pt x="167" y="1068"/>
                    <a:pt x="200" y="1068"/>
                  </a:cubicBezTo>
                  <a:cubicBezTo>
                    <a:pt x="200" y="1068"/>
                    <a:pt x="501" y="834"/>
                    <a:pt x="634" y="667"/>
                  </a:cubicBezTo>
                  <a:cubicBezTo>
                    <a:pt x="734" y="434"/>
                    <a:pt x="834" y="100"/>
                    <a:pt x="834" y="100"/>
                  </a:cubicBezTo>
                  <a:lnTo>
                    <a:pt x="6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44" name="Google Shape;1644;p13"/>
            <p:cNvSpPr/>
            <p:nvPr/>
          </p:nvSpPr>
          <p:spPr>
            <a:xfrm>
              <a:off x="576265" y="980991"/>
              <a:ext cx="21012" cy="26816"/>
            </a:xfrm>
            <a:custGeom>
              <a:avLst/>
              <a:gdLst/>
              <a:ahLst/>
              <a:cxnLst/>
              <a:rect l="l" t="t" r="r" b="b"/>
              <a:pathLst>
                <a:path w="869" h="1109" extrusionOk="0">
                  <a:moveTo>
                    <a:pt x="735" y="1"/>
                  </a:moveTo>
                  <a:cubicBezTo>
                    <a:pt x="735" y="1"/>
                    <a:pt x="668" y="34"/>
                    <a:pt x="535" y="134"/>
                  </a:cubicBezTo>
                  <a:cubicBezTo>
                    <a:pt x="435" y="201"/>
                    <a:pt x="301" y="334"/>
                    <a:pt x="201" y="434"/>
                  </a:cubicBezTo>
                  <a:cubicBezTo>
                    <a:pt x="101" y="635"/>
                    <a:pt x="1" y="1001"/>
                    <a:pt x="1" y="1001"/>
                  </a:cubicBezTo>
                  <a:cubicBezTo>
                    <a:pt x="1" y="1030"/>
                    <a:pt x="124" y="1108"/>
                    <a:pt x="180" y="1108"/>
                  </a:cubicBezTo>
                  <a:cubicBezTo>
                    <a:pt x="189" y="1108"/>
                    <a:pt x="196" y="1106"/>
                    <a:pt x="201" y="1102"/>
                  </a:cubicBezTo>
                  <a:cubicBezTo>
                    <a:pt x="201" y="1102"/>
                    <a:pt x="501" y="835"/>
                    <a:pt x="635" y="668"/>
                  </a:cubicBezTo>
                  <a:cubicBezTo>
                    <a:pt x="668" y="601"/>
                    <a:pt x="735" y="468"/>
                    <a:pt x="801" y="368"/>
                  </a:cubicBezTo>
                  <a:lnTo>
                    <a:pt x="868" y="201"/>
                  </a:lnTo>
                  <a:lnTo>
                    <a:pt x="73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45" name="Google Shape;1645;p13"/>
            <p:cNvSpPr/>
            <p:nvPr/>
          </p:nvSpPr>
          <p:spPr>
            <a:xfrm>
              <a:off x="601267" y="1020525"/>
              <a:ext cx="12936" cy="21786"/>
            </a:xfrm>
            <a:custGeom>
              <a:avLst/>
              <a:gdLst/>
              <a:ahLst/>
              <a:cxnLst/>
              <a:rect l="l" t="t" r="r" b="b"/>
              <a:pathLst>
                <a:path w="535" h="901" extrusionOk="0">
                  <a:moveTo>
                    <a:pt x="168" y="0"/>
                  </a:moveTo>
                  <a:lnTo>
                    <a:pt x="68" y="367"/>
                  </a:lnTo>
                  <a:lnTo>
                    <a:pt x="68" y="567"/>
                  </a:lnTo>
                  <a:cubicBezTo>
                    <a:pt x="1" y="667"/>
                    <a:pt x="1" y="701"/>
                    <a:pt x="1" y="701"/>
                  </a:cubicBezTo>
                  <a:cubicBezTo>
                    <a:pt x="1" y="734"/>
                    <a:pt x="168" y="868"/>
                    <a:pt x="168" y="901"/>
                  </a:cubicBezTo>
                  <a:cubicBezTo>
                    <a:pt x="168" y="901"/>
                    <a:pt x="268" y="868"/>
                    <a:pt x="335" y="767"/>
                  </a:cubicBezTo>
                  <a:cubicBezTo>
                    <a:pt x="435" y="701"/>
                    <a:pt x="501" y="534"/>
                    <a:pt x="501" y="467"/>
                  </a:cubicBezTo>
                  <a:cubicBezTo>
                    <a:pt x="535" y="234"/>
                    <a:pt x="435" y="0"/>
                    <a:pt x="4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46" name="Google Shape;1646;p13"/>
            <p:cNvSpPr/>
            <p:nvPr/>
          </p:nvSpPr>
          <p:spPr>
            <a:xfrm>
              <a:off x="745646" y="1027779"/>
              <a:ext cx="28266" cy="20190"/>
            </a:xfrm>
            <a:custGeom>
              <a:avLst/>
              <a:gdLst/>
              <a:ahLst/>
              <a:cxnLst/>
              <a:rect l="l" t="t" r="r" b="b"/>
              <a:pathLst>
                <a:path w="1169" h="835" extrusionOk="0">
                  <a:moveTo>
                    <a:pt x="835" y="0"/>
                  </a:moveTo>
                  <a:cubicBezTo>
                    <a:pt x="701" y="0"/>
                    <a:pt x="535" y="67"/>
                    <a:pt x="401" y="101"/>
                  </a:cubicBezTo>
                  <a:cubicBezTo>
                    <a:pt x="334" y="201"/>
                    <a:pt x="201" y="267"/>
                    <a:pt x="134" y="401"/>
                  </a:cubicBezTo>
                  <a:cubicBezTo>
                    <a:pt x="34" y="534"/>
                    <a:pt x="1" y="601"/>
                    <a:pt x="1" y="601"/>
                  </a:cubicBezTo>
                  <a:cubicBezTo>
                    <a:pt x="1" y="668"/>
                    <a:pt x="134" y="768"/>
                    <a:pt x="134" y="834"/>
                  </a:cubicBezTo>
                  <a:cubicBezTo>
                    <a:pt x="134" y="834"/>
                    <a:pt x="201" y="768"/>
                    <a:pt x="334" y="734"/>
                  </a:cubicBezTo>
                  <a:cubicBezTo>
                    <a:pt x="468" y="701"/>
                    <a:pt x="568" y="668"/>
                    <a:pt x="668" y="568"/>
                  </a:cubicBezTo>
                  <a:cubicBezTo>
                    <a:pt x="735" y="534"/>
                    <a:pt x="868" y="401"/>
                    <a:pt x="968" y="367"/>
                  </a:cubicBezTo>
                  <a:cubicBezTo>
                    <a:pt x="1035" y="267"/>
                    <a:pt x="1135" y="234"/>
                    <a:pt x="1135" y="234"/>
                  </a:cubicBezTo>
                  <a:cubicBezTo>
                    <a:pt x="1168" y="234"/>
                    <a:pt x="1068" y="0"/>
                    <a:pt x="10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47" name="Google Shape;1647;p13"/>
            <p:cNvSpPr/>
            <p:nvPr/>
          </p:nvSpPr>
          <p:spPr>
            <a:xfrm>
              <a:off x="756938" y="1056819"/>
              <a:ext cx="19392" cy="17772"/>
            </a:xfrm>
            <a:custGeom>
              <a:avLst/>
              <a:gdLst/>
              <a:ahLst/>
              <a:cxnLst/>
              <a:rect l="l" t="t" r="r" b="b"/>
              <a:pathLst>
                <a:path w="802" h="735" extrusionOk="0">
                  <a:moveTo>
                    <a:pt x="635" y="0"/>
                  </a:moveTo>
                  <a:cubicBezTo>
                    <a:pt x="635" y="0"/>
                    <a:pt x="334" y="67"/>
                    <a:pt x="201" y="200"/>
                  </a:cubicBezTo>
                  <a:cubicBezTo>
                    <a:pt x="168" y="234"/>
                    <a:pt x="68" y="367"/>
                    <a:pt x="34" y="467"/>
                  </a:cubicBezTo>
                  <a:cubicBezTo>
                    <a:pt x="1" y="534"/>
                    <a:pt x="1" y="634"/>
                    <a:pt x="1" y="634"/>
                  </a:cubicBezTo>
                  <a:cubicBezTo>
                    <a:pt x="34" y="634"/>
                    <a:pt x="201" y="701"/>
                    <a:pt x="201" y="734"/>
                  </a:cubicBezTo>
                  <a:cubicBezTo>
                    <a:pt x="201" y="734"/>
                    <a:pt x="234" y="701"/>
                    <a:pt x="334" y="667"/>
                  </a:cubicBezTo>
                  <a:cubicBezTo>
                    <a:pt x="368" y="634"/>
                    <a:pt x="501" y="567"/>
                    <a:pt x="535" y="534"/>
                  </a:cubicBezTo>
                  <a:cubicBezTo>
                    <a:pt x="668" y="467"/>
                    <a:pt x="801" y="167"/>
                    <a:pt x="801" y="167"/>
                  </a:cubicBezTo>
                  <a:lnTo>
                    <a:pt x="63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48" name="Google Shape;1648;p13"/>
            <p:cNvSpPr/>
            <p:nvPr/>
          </p:nvSpPr>
          <p:spPr>
            <a:xfrm>
              <a:off x="757760" y="1077783"/>
              <a:ext cx="29064" cy="25026"/>
            </a:xfrm>
            <a:custGeom>
              <a:avLst/>
              <a:gdLst/>
              <a:ahLst/>
              <a:cxnLst/>
              <a:rect l="l" t="t" r="r" b="b"/>
              <a:pathLst>
                <a:path w="1202" h="1035" extrusionOk="0">
                  <a:moveTo>
                    <a:pt x="1068" y="1"/>
                  </a:moveTo>
                  <a:lnTo>
                    <a:pt x="834" y="101"/>
                  </a:lnTo>
                  <a:cubicBezTo>
                    <a:pt x="667" y="134"/>
                    <a:pt x="534" y="201"/>
                    <a:pt x="434" y="301"/>
                  </a:cubicBezTo>
                  <a:cubicBezTo>
                    <a:pt x="200" y="468"/>
                    <a:pt x="0" y="835"/>
                    <a:pt x="0" y="835"/>
                  </a:cubicBezTo>
                  <a:cubicBezTo>
                    <a:pt x="0" y="868"/>
                    <a:pt x="167" y="1001"/>
                    <a:pt x="200" y="1035"/>
                  </a:cubicBezTo>
                  <a:cubicBezTo>
                    <a:pt x="200" y="1035"/>
                    <a:pt x="567" y="835"/>
                    <a:pt x="734" y="668"/>
                  </a:cubicBezTo>
                  <a:lnTo>
                    <a:pt x="1034" y="368"/>
                  </a:lnTo>
                  <a:lnTo>
                    <a:pt x="1201" y="201"/>
                  </a:lnTo>
                  <a:lnTo>
                    <a:pt x="106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49" name="Google Shape;1649;p13"/>
            <p:cNvSpPr/>
            <p:nvPr/>
          </p:nvSpPr>
          <p:spPr>
            <a:xfrm>
              <a:off x="773090" y="1109241"/>
              <a:ext cx="17748" cy="17772"/>
            </a:xfrm>
            <a:custGeom>
              <a:avLst/>
              <a:gdLst/>
              <a:ahLst/>
              <a:cxnLst/>
              <a:rect l="l" t="t" r="r" b="b"/>
              <a:pathLst>
                <a:path w="734" h="735" extrusionOk="0">
                  <a:moveTo>
                    <a:pt x="567" y="1"/>
                  </a:moveTo>
                  <a:cubicBezTo>
                    <a:pt x="567" y="1"/>
                    <a:pt x="334" y="67"/>
                    <a:pt x="200" y="201"/>
                  </a:cubicBezTo>
                  <a:cubicBezTo>
                    <a:pt x="100" y="334"/>
                    <a:pt x="0" y="568"/>
                    <a:pt x="0" y="568"/>
                  </a:cubicBezTo>
                  <a:cubicBezTo>
                    <a:pt x="0" y="634"/>
                    <a:pt x="167" y="734"/>
                    <a:pt x="167" y="734"/>
                  </a:cubicBezTo>
                  <a:cubicBezTo>
                    <a:pt x="167" y="734"/>
                    <a:pt x="400" y="668"/>
                    <a:pt x="534" y="534"/>
                  </a:cubicBezTo>
                  <a:cubicBezTo>
                    <a:pt x="634" y="401"/>
                    <a:pt x="734" y="167"/>
                    <a:pt x="734" y="167"/>
                  </a:cubicBezTo>
                  <a:lnTo>
                    <a:pt x="56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50" name="Google Shape;1650;p13"/>
            <p:cNvSpPr/>
            <p:nvPr/>
          </p:nvSpPr>
          <p:spPr>
            <a:xfrm>
              <a:off x="785180" y="1133445"/>
              <a:ext cx="16152" cy="20190"/>
            </a:xfrm>
            <a:custGeom>
              <a:avLst/>
              <a:gdLst/>
              <a:ahLst/>
              <a:cxnLst/>
              <a:rect l="l" t="t" r="r" b="b"/>
              <a:pathLst>
                <a:path w="668" h="835" extrusionOk="0">
                  <a:moveTo>
                    <a:pt x="367" y="0"/>
                  </a:moveTo>
                  <a:cubicBezTo>
                    <a:pt x="367" y="0"/>
                    <a:pt x="201" y="167"/>
                    <a:pt x="134" y="300"/>
                  </a:cubicBezTo>
                  <a:cubicBezTo>
                    <a:pt x="67" y="334"/>
                    <a:pt x="67" y="401"/>
                    <a:pt x="34" y="501"/>
                  </a:cubicBezTo>
                  <a:cubicBezTo>
                    <a:pt x="0" y="534"/>
                    <a:pt x="0" y="634"/>
                    <a:pt x="0" y="634"/>
                  </a:cubicBezTo>
                  <a:cubicBezTo>
                    <a:pt x="34" y="667"/>
                    <a:pt x="167" y="801"/>
                    <a:pt x="167" y="834"/>
                  </a:cubicBezTo>
                  <a:lnTo>
                    <a:pt x="334" y="734"/>
                  </a:lnTo>
                  <a:cubicBezTo>
                    <a:pt x="401" y="701"/>
                    <a:pt x="501" y="634"/>
                    <a:pt x="534" y="534"/>
                  </a:cubicBezTo>
                  <a:cubicBezTo>
                    <a:pt x="668" y="367"/>
                    <a:pt x="601" y="67"/>
                    <a:pt x="601" y="67"/>
                  </a:cubicBezTo>
                  <a:lnTo>
                    <a:pt x="36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51" name="Google Shape;1651;p13"/>
            <p:cNvSpPr/>
            <p:nvPr/>
          </p:nvSpPr>
          <p:spPr>
            <a:xfrm>
              <a:off x="800510" y="1149574"/>
              <a:ext cx="16950" cy="20190"/>
            </a:xfrm>
            <a:custGeom>
              <a:avLst/>
              <a:gdLst/>
              <a:ahLst/>
              <a:cxnLst/>
              <a:rect l="l" t="t" r="r" b="b"/>
              <a:pathLst>
                <a:path w="701" h="835" extrusionOk="0">
                  <a:moveTo>
                    <a:pt x="534" y="0"/>
                  </a:moveTo>
                  <a:cubicBezTo>
                    <a:pt x="534" y="0"/>
                    <a:pt x="234" y="67"/>
                    <a:pt x="100" y="234"/>
                  </a:cubicBezTo>
                  <a:cubicBezTo>
                    <a:pt x="67" y="367"/>
                    <a:pt x="0" y="467"/>
                    <a:pt x="0" y="567"/>
                  </a:cubicBezTo>
                  <a:lnTo>
                    <a:pt x="0" y="734"/>
                  </a:lnTo>
                  <a:lnTo>
                    <a:pt x="200" y="834"/>
                  </a:lnTo>
                  <a:lnTo>
                    <a:pt x="334" y="701"/>
                  </a:lnTo>
                  <a:lnTo>
                    <a:pt x="501" y="534"/>
                  </a:lnTo>
                  <a:cubicBezTo>
                    <a:pt x="567" y="401"/>
                    <a:pt x="701" y="167"/>
                    <a:pt x="701" y="167"/>
                  </a:cubicBezTo>
                  <a:lnTo>
                    <a:pt x="5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52" name="Google Shape;1652;p13"/>
            <p:cNvSpPr/>
            <p:nvPr/>
          </p:nvSpPr>
          <p:spPr>
            <a:xfrm>
              <a:off x="825512" y="1166500"/>
              <a:ext cx="12912" cy="12138"/>
            </a:xfrm>
            <a:custGeom>
              <a:avLst/>
              <a:gdLst/>
              <a:ahLst/>
              <a:cxnLst/>
              <a:rect l="l" t="t" r="r" b="b"/>
              <a:pathLst>
                <a:path w="534" h="502" extrusionOk="0">
                  <a:moveTo>
                    <a:pt x="200" y="1"/>
                  </a:moveTo>
                  <a:cubicBezTo>
                    <a:pt x="200" y="1"/>
                    <a:pt x="67" y="101"/>
                    <a:pt x="34" y="168"/>
                  </a:cubicBezTo>
                  <a:cubicBezTo>
                    <a:pt x="0" y="301"/>
                    <a:pt x="67" y="501"/>
                    <a:pt x="67" y="501"/>
                  </a:cubicBezTo>
                  <a:lnTo>
                    <a:pt x="334" y="501"/>
                  </a:lnTo>
                  <a:cubicBezTo>
                    <a:pt x="334" y="501"/>
                    <a:pt x="467" y="435"/>
                    <a:pt x="501" y="334"/>
                  </a:cubicBezTo>
                  <a:cubicBezTo>
                    <a:pt x="534" y="201"/>
                    <a:pt x="467" y="1"/>
                    <a:pt x="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53" name="Google Shape;1653;p13"/>
            <p:cNvSpPr/>
            <p:nvPr/>
          </p:nvSpPr>
          <p:spPr>
            <a:xfrm>
              <a:off x="573315" y="768376"/>
              <a:ext cx="423198" cy="183212"/>
            </a:xfrm>
            <a:custGeom>
              <a:avLst/>
              <a:gdLst/>
              <a:ahLst/>
              <a:cxnLst/>
              <a:rect l="l" t="t" r="r" b="b"/>
              <a:pathLst>
                <a:path w="17502" h="7577" extrusionOk="0">
                  <a:moveTo>
                    <a:pt x="7234" y="1"/>
                  </a:moveTo>
                  <a:cubicBezTo>
                    <a:pt x="6746" y="1"/>
                    <a:pt x="6237" y="162"/>
                    <a:pt x="5827" y="421"/>
                  </a:cubicBezTo>
                  <a:cubicBezTo>
                    <a:pt x="5160" y="788"/>
                    <a:pt x="4726" y="1322"/>
                    <a:pt x="4293" y="1822"/>
                  </a:cubicBezTo>
                  <a:cubicBezTo>
                    <a:pt x="3892" y="2322"/>
                    <a:pt x="3492" y="2856"/>
                    <a:pt x="3158" y="3356"/>
                  </a:cubicBezTo>
                  <a:cubicBezTo>
                    <a:pt x="2491" y="4324"/>
                    <a:pt x="1924" y="5258"/>
                    <a:pt x="1324" y="5525"/>
                  </a:cubicBezTo>
                  <a:cubicBezTo>
                    <a:pt x="1181" y="5614"/>
                    <a:pt x="1047" y="5646"/>
                    <a:pt x="928" y="5646"/>
                  </a:cubicBezTo>
                  <a:cubicBezTo>
                    <a:pt x="825" y="5646"/>
                    <a:pt x="734" y="5622"/>
                    <a:pt x="657" y="5591"/>
                  </a:cubicBezTo>
                  <a:cubicBezTo>
                    <a:pt x="490" y="5525"/>
                    <a:pt x="423" y="5458"/>
                    <a:pt x="423" y="5458"/>
                  </a:cubicBezTo>
                  <a:cubicBezTo>
                    <a:pt x="386" y="5428"/>
                    <a:pt x="342" y="5415"/>
                    <a:pt x="299" y="5415"/>
                  </a:cubicBezTo>
                  <a:cubicBezTo>
                    <a:pt x="148" y="5415"/>
                    <a:pt x="1" y="5577"/>
                    <a:pt x="156" y="5758"/>
                  </a:cubicBezTo>
                  <a:cubicBezTo>
                    <a:pt x="156" y="5758"/>
                    <a:pt x="256" y="5825"/>
                    <a:pt x="456" y="5958"/>
                  </a:cubicBezTo>
                  <a:cubicBezTo>
                    <a:pt x="557" y="5992"/>
                    <a:pt x="590" y="6025"/>
                    <a:pt x="657" y="6025"/>
                  </a:cubicBezTo>
                  <a:cubicBezTo>
                    <a:pt x="757" y="6025"/>
                    <a:pt x="823" y="6092"/>
                    <a:pt x="923" y="6092"/>
                  </a:cubicBezTo>
                  <a:cubicBezTo>
                    <a:pt x="990" y="6092"/>
                    <a:pt x="1124" y="6092"/>
                    <a:pt x="1224" y="6025"/>
                  </a:cubicBezTo>
                  <a:cubicBezTo>
                    <a:pt x="1290" y="6025"/>
                    <a:pt x="1424" y="5992"/>
                    <a:pt x="1491" y="5958"/>
                  </a:cubicBezTo>
                  <a:cubicBezTo>
                    <a:pt x="2258" y="5591"/>
                    <a:pt x="2892" y="4657"/>
                    <a:pt x="3592" y="3690"/>
                  </a:cubicBezTo>
                  <a:cubicBezTo>
                    <a:pt x="3926" y="3256"/>
                    <a:pt x="4293" y="2756"/>
                    <a:pt x="4726" y="2256"/>
                  </a:cubicBezTo>
                  <a:cubicBezTo>
                    <a:pt x="5093" y="1755"/>
                    <a:pt x="5560" y="1288"/>
                    <a:pt x="6094" y="988"/>
                  </a:cubicBezTo>
                  <a:cubicBezTo>
                    <a:pt x="6327" y="855"/>
                    <a:pt x="6594" y="755"/>
                    <a:pt x="6894" y="755"/>
                  </a:cubicBezTo>
                  <a:cubicBezTo>
                    <a:pt x="6928" y="732"/>
                    <a:pt x="6968" y="725"/>
                    <a:pt x="7013" y="725"/>
                  </a:cubicBezTo>
                  <a:cubicBezTo>
                    <a:pt x="7102" y="725"/>
                    <a:pt x="7206" y="755"/>
                    <a:pt x="7295" y="755"/>
                  </a:cubicBezTo>
                  <a:cubicBezTo>
                    <a:pt x="7461" y="755"/>
                    <a:pt x="7595" y="788"/>
                    <a:pt x="7728" y="821"/>
                  </a:cubicBezTo>
                  <a:cubicBezTo>
                    <a:pt x="7828" y="855"/>
                    <a:pt x="7962" y="921"/>
                    <a:pt x="8095" y="988"/>
                  </a:cubicBezTo>
                  <a:cubicBezTo>
                    <a:pt x="8229" y="1021"/>
                    <a:pt x="8329" y="1122"/>
                    <a:pt x="8462" y="1188"/>
                  </a:cubicBezTo>
                  <a:cubicBezTo>
                    <a:pt x="8729" y="1422"/>
                    <a:pt x="8896" y="1522"/>
                    <a:pt x="8996" y="1755"/>
                  </a:cubicBezTo>
                  <a:cubicBezTo>
                    <a:pt x="9296" y="2122"/>
                    <a:pt x="9430" y="2689"/>
                    <a:pt x="9763" y="3256"/>
                  </a:cubicBezTo>
                  <a:cubicBezTo>
                    <a:pt x="9830" y="3423"/>
                    <a:pt x="9963" y="3523"/>
                    <a:pt x="10097" y="3657"/>
                  </a:cubicBezTo>
                  <a:cubicBezTo>
                    <a:pt x="10230" y="3790"/>
                    <a:pt x="10397" y="3924"/>
                    <a:pt x="10497" y="3957"/>
                  </a:cubicBezTo>
                  <a:cubicBezTo>
                    <a:pt x="10764" y="4090"/>
                    <a:pt x="11097" y="4190"/>
                    <a:pt x="11398" y="4257"/>
                  </a:cubicBezTo>
                  <a:cubicBezTo>
                    <a:pt x="11481" y="4265"/>
                    <a:pt x="11560" y="4270"/>
                    <a:pt x="11636" y="4270"/>
                  </a:cubicBezTo>
                  <a:cubicBezTo>
                    <a:pt x="11865" y="4270"/>
                    <a:pt x="12065" y="4232"/>
                    <a:pt x="12265" y="4157"/>
                  </a:cubicBezTo>
                  <a:cubicBezTo>
                    <a:pt x="12498" y="4090"/>
                    <a:pt x="12665" y="3990"/>
                    <a:pt x="12832" y="3924"/>
                  </a:cubicBezTo>
                  <a:cubicBezTo>
                    <a:pt x="13166" y="3757"/>
                    <a:pt x="13399" y="3690"/>
                    <a:pt x="13499" y="3690"/>
                  </a:cubicBezTo>
                  <a:lnTo>
                    <a:pt x="13566" y="3690"/>
                  </a:lnTo>
                  <a:cubicBezTo>
                    <a:pt x="13694" y="3682"/>
                    <a:pt x="13820" y="3678"/>
                    <a:pt x="13943" y="3678"/>
                  </a:cubicBezTo>
                  <a:cubicBezTo>
                    <a:pt x="14810" y="3678"/>
                    <a:pt x="15533" y="3886"/>
                    <a:pt x="16001" y="4324"/>
                  </a:cubicBezTo>
                  <a:cubicBezTo>
                    <a:pt x="16501" y="4824"/>
                    <a:pt x="16768" y="5425"/>
                    <a:pt x="16902" y="5925"/>
                  </a:cubicBezTo>
                  <a:cubicBezTo>
                    <a:pt x="17002" y="6425"/>
                    <a:pt x="17002" y="6792"/>
                    <a:pt x="17068" y="7026"/>
                  </a:cubicBezTo>
                  <a:cubicBezTo>
                    <a:pt x="17102" y="7293"/>
                    <a:pt x="17102" y="7426"/>
                    <a:pt x="17102" y="7426"/>
                  </a:cubicBezTo>
                  <a:cubicBezTo>
                    <a:pt x="17117" y="7520"/>
                    <a:pt x="17199" y="7577"/>
                    <a:pt x="17284" y="7577"/>
                  </a:cubicBezTo>
                  <a:cubicBezTo>
                    <a:pt x="17382" y="7577"/>
                    <a:pt x="17484" y="7503"/>
                    <a:pt x="17502" y="7326"/>
                  </a:cubicBezTo>
                  <a:lnTo>
                    <a:pt x="17502" y="6926"/>
                  </a:lnTo>
                  <a:cubicBezTo>
                    <a:pt x="17469" y="6659"/>
                    <a:pt x="17469" y="6259"/>
                    <a:pt x="17335" y="5691"/>
                  </a:cubicBezTo>
                  <a:cubicBezTo>
                    <a:pt x="17235" y="5191"/>
                    <a:pt x="16968" y="4491"/>
                    <a:pt x="16334" y="3857"/>
                  </a:cubicBezTo>
                  <a:cubicBezTo>
                    <a:pt x="16001" y="3590"/>
                    <a:pt x="15601" y="3323"/>
                    <a:pt x="15100" y="3190"/>
                  </a:cubicBezTo>
                  <a:cubicBezTo>
                    <a:pt x="14740" y="3118"/>
                    <a:pt x="14362" y="3063"/>
                    <a:pt x="13966" y="3063"/>
                  </a:cubicBezTo>
                  <a:cubicBezTo>
                    <a:pt x="13813" y="3063"/>
                    <a:pt x="13657" y="3071"/>
                    <a:pt x="13499" y="3090"/>
                  </a:cubicBezTo>
                  <a:lnTo>
                    <a:pt x="13566" y="3090"/>
                  </a:lnTo>
                  <a:cubicBezTo>
                    <a:pt x="13399" y="3090"/>
                    <a:pt x="12999" y="3123"/>
                    <a:pt x="12632" y="3290"/>
                  </a:cubicBezTo>
                  <a:cubicBezTo>
                    <a:pt x="12334" y="3398"/>
                    <a:pt x="12036" y="3550"/>
                    <a:pt x="11721" y="3550"/>
                  </a:cubicBezTo>
                  <a:cubicBezTo>
                    <a:pt x="11647" y="3550"/>
                    <a:pt x="11573" y="3542"/>
                    <a:pt x="11498" y="3523"/>
                  </a:cubicBezTo>
                  <a:cubicBezTo>
                    <a:pt x="11298" y="3490"/>
                    <a:pt x="11097" y="3423"/>
                    <a:pt x="10897" y="3290"/>
                  </a:cubicBezTo>
                  <a:cubicBezTo>
                    <a:pt x="10764" y="3256"/>
                    <a:pt x="10730" y="3190"/>
                    <a:pt x="10630" y="3123"/>
                  </a:cubicBezTo>
                  <a:cubicBezTo>
                    <a:pt x="10564" y="3090"/>
                    <a:pt x="10464" y="2990"/>
                    <a:pt x="10430" y="2856"/>
                  </a:cubicBezTo>
                  <a:cubicBezTo>
                    <a:pt x="10163" y="2422"/>
                    <a:pt x="9997" y="1822"/>
                    <a:pt x="9663" y="1322"/>
                  </a:cubicBezTo>
                  <a:cubicBezTo>
                    <a:pt x="9496" y="1021"/>
                    <a:pt x="9163" y="788"/>
                    <a:pt x="8929" y="621"/>
                  </a:cubicBezTo>
                  <a:cubicBezTo>
                    <a:pt x="8796" y="521"/>
                    <a:pt x="8662" y="454"/>
                    <a:pt x="8496" y="354"/>
                  </a:cubicBezTo>
                  <a:cubicBezTo>
                    <a:pt x="8329" y="288"/>
                    <a:pt x="8162" y="188"/>
                    <a:pt x="7995" y="154"/>
                  </a:cubicBezTo>
                  <a:cubicBezTo>
                    <a:pt x="7760" y="48"/>
                    <a:pt x="7500" y="1"/>
                    <a:pt x="7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54" name="Google Shape;1654;p13"/>
            <p:cNvSpPr/>
            <p:nvPr/>
          </p:nvSpPr>
          <p:spPr>
            <a:xfrm>
              <a:off x="1138667" y="266375"/>
              <a:ext cx="485728" cy="212808"/>
            </a:xfrm>
            <a:custGeom>
              <a:avLst/>
              <a:gdLst/>
              <a:ahLst/>
              <a:cxnLst/>
              <a:rect l="l" t="t" r="r" b="b"/>
              <a:pathLst>
                <a:path w="20088" h="8801" extrusionOk="0">
                  <a:moveTo>
                    <a:pt x="7230" y="0"/>
                  </a:moveTo>
                  <a:cubicBezTo>
                    <a:pt x="6997" y="0"/>
                    <a:pt x="6797" y="0"/>
                    <a:pt x="6597" y="34"/>
                  </a:cubicBezTo>
                  <a:cubicBezTo>
                    <a:pt x="6230" y="67"/>
                    <a:pt x="5829" y="234"/>
                    <a:pt x="5496" y="367"/>
                  </a:cubicBezTo>
                  <a:cubicBezTo>
                    <a:pt x="5129" y="534"/>
                    <a:pt x="4795" y="734"/>
                    <a:pt x="4562" y="1001"/>
                  </a:cubicBezTo>
                  <a:cubicBezTo>
                    <a:pt x="4262" y="1234"/>
                    <a:pt x="4061" y="1468"/>
                    <a:pt x="3795" y="1701"/>
                  </a:cubicBezTo>
                  <a:cubicBezTo>
                    <a:pt x="3328" y="2168"/>
                    <a:pt x="2894" y="2569"/>
                    <a:pt x="2460" y="2869"/>
                  </a:cubicBezTo>
                  <a:cubicBezTo>
                    <a:pt x="2165" y="3090"/>
                    <a:pt x="1834" y="3221"/>
                    <a:pt x="1560" y="3221"/>
                  </a:cubicBezTo>
                  <a:cubicBezTo>
                    <a:pt x="1462" y="3221"/>
                    <a:pt x="1372" y="3204"/>
                    <a:pt x="1293" y="3169"/>
                  </a:cubicBezTo>
                  <a:cubicBezTo>
                    <a:pt x="959" y="3036"/>
                    <a:pt x="759" y="2802"/>
                    <a:pt x="626" y="2635"/>
                  </a:cubicBezTo>
                  <a:cubicBezTo>
                    <a:pt x="459" y="2402"/>
                    <a:pt x="425" y="2335"/>
                    <a:pt x="425" y="2335"/>
                  </a:cubicBezTo>
                  <a:cubicBezTo>
                    <a:pt x="373" y="2273"/>
                    <a:pt x="308" y="2246"/>
                    <a:pt x="247" y="2246"/>
                  </a:cubicBezTo>
                  <a:cubicBezTo>
                    <a:pt x="113" y="2246"/>
                    <a:pt x="0" y="2375"/>
                    <a:pt x="92" y="2535"/>
                  </a:cubicBezTo>
                  <a:cubicBezTo>
                    <a:pt x="92" y="2535"/>
                    <a:pt x="192" y="2669"/>
                    <a:pt x="292" y="2869"/>
                  </a:cubicBezTo>
                  <a:cubicBezTo>
                    <a:pt x="459" y="3069"/>
                    <a:pt x="692" y="3369"/>
                    <a:pt x="1126" y="3569"/>
                  </a:cubicBezTo>
                  <a:cubicBezTo>
                    <a:pt x="1274" y="3633"/>
                    <a:pt x="1435" y="3656"/>
                    <a:pt x="1610" y="3656"/>
                  </a:cubicBezTo>
                  <a:cubicBezTo>
                    <a:pt x="1711" y="3656"/>
                    <a:pt x="1817" y="3648"/>
                    <a:pt x="1927" y="3636"/>
                  </a:cubicBezTo>
                  <a:cubicBezTo>
                    <a:pt x="2227" y="3569"/>
                    <a:pt x="2460" y="3469"/>
                    <a:pt x="2727" y="3303"/>
                  </a:cubicBezTo>
                  <a:cubicBezTo>
                    <a:pt x="3227" y="2969"/>
                    <a:pt x="3694" y="2535"/>
                    <a:pt x="4195" y="2068"/>
                  </a:cubicBezTo>
                  <a:cubicBezTo>
                    <a:pt x="4428" y="1868"/>
                    <a:pt x="4695" y="1635"/>
                    <a:pt x="4929" y="1401"/>
                  </a:cubicBezTo>
                  <a:cubicBezTo>
                    <a:pt x="5196" y="1201"/>
                    <a:pt x="5429" y="1034"/>
                    <a:pt x="5729" y="901"/>
                  </a:cubicBezTo>
                  <a:cubicBezTo>
                    <a:pt x="5896" y="868"/>
                    <a:pt x="6063" y="801"/>
                    <a:pt x="6230" y="734"/>
                  </a:cubicBezTo>
                  <a:cubicBezTo>
                    <a:pt x="6396" y="667"/>
                    <a:pt x="6563" y="667"/>
                    <a:pt x="6730" y="634"/>
                  </a:cubicBezTo>
                  <a:cubicBezTo>
                    <a:pt x="6897" y="567"/>
                    <a:pt x="7030" y="567"/>
                    <a:pt x="7197" y="567"/>
                  </a:cubicBezTo>
                  <a:cubicBezTo>
                    <a:pt x="7297" y="634"/>
                    <a:pt x="7464" y="634"/>
                    <a:pt x="7597" y="701"/>
                  </a:cubicBezTo>
                  <a:cubicBezTo>
                    <a:pt x="7864" y="834"/>
                    <a:pt x="8064" y="1034"/>
                    <a:pt x="8231" y="1335"/>
                  </a:cubicBezTo>
                  <a:cubicBezTo>
                    <a:pt x="8431" y="1635"/>
                    <a:pt x="8565" y="1902"/>
                    <a:pt x="8731" y="2235"/>
                  </a:cubicBezTo>
                  <a:cubicBezTo>
                    <a:pt x="8865" y="2569"/>
                    <a:pt x="9065" y="2902"/>
                    <a:pt x="9265" y="3203"/>
                  </a:cubicBezTo>
                  <a:cubicBezTo>
                    <a:pt x="9399" y="3336"/>
                    <a:pt x="9465" y="3503"/>
                    <a:pt x="9632" y="3636"/>
                  </a:cubicBezTo>
                  <a:cubicBezTo>
                    <a:pt x="9732" y="3670"/>
                    <a:pt x="9765" y="3736"/>
                    <a:pt x="9866" y="3803"/>
                  </a:cubicBezTo>
                  <a:lnTo>
                    <a:pt x="10099" y="3970"/>
                  </a:lnTo>
                  <a:cubicBezTo>
                    <a:pt x="10433" y="4203"/>
                    <a:pt x="10800" y="4237"/>
                    <a:pt x="11233" y="4237"/>
                  </a:cubicBezTo>
                  <a:cubicBezTo>
                    <a:pt x="11633" y="4237"/>
                    <a:pt x="12000" y="4070"/>
                    <a:pt x="12334" y="3970"/>
                  </a:cubicBezTo>
                  <a:cubicBezTo>
                    <a:pt x="13001" y="3670"/>
                    <a:pt x="13635" y="3236"/>
                    <a:pt x="14235" y="3236"/>
                  </a:cubicBezTo>
                  <a:cubicBezTo>
                    <a:pt x="14502" y="3236"/>
                    <a:pt x="14802" y="3336"/>
                    <a:pt x="15069" y="3536"/>
                  </a:cubicBezTo>
                  <a:cubicBezTo>
                    <a:pt x="15136" y="3569"/>
                    <a:pt x="15203" y="3636"/>
                    <a:pt x="15269" y="3670"/>
                  </a:cubicBezTo>
                  <a:lnTo>
                    <a:pt x="15436" y="3836"/>
                  </a:lnTo>
                  <a:cubicBezTo>
                    <a:pt x="15603" y="3970"/>
                    <a:pt x="15703" y="4036"/>
                    <a:pt x="15770" y="4170"/>
                  </a:cubicBezTo>
                  <a:cubicBezTo>
                    <a:pt x="16103" y="4737"/>
                    <a:pt x="16370" y="5404"/>
                    <a:pt x="16604" y="6005"/>
                  </a:cubicBezTo>
                  <a:cubicBezTo>
                    <a:pt x="16904" y="6572"/>
                    <a:pt x="17137" y="7172"/>
                    <a:pt x="17438" y="7672"/>
                  </a:cubicBezTo>
                  <a:cubicBezTo>
                    <a:pt x="17738" y="8173"/>
                    <a:pt x="18105" y="8640"/>
                    <a:pt x="18605" y="8740"/>
                  </a:cubicBezTo>
                  <a:cubicBezTo>
                    <a:pt x="18717" y="8782"/>
                    <a:pt x="18823" y="8800"/>
                    <a:pt x="18920" y="8800"/>
                  </a:cubicBezTo>
                  <a:cubicBezTo>
                    <a:pt x="19056" y="8800"/>
                    <a:pt x="19175" y="8765"/>
                    <a:pt x="19272" y="8706"/>
                  </a:cubicBezTo>
                  <a:cubicBezTo>
                    <a:pt x="19439" y="8640"/>
                    <a:pt x="19606" y="8540"/>
                    <a:pt x="19706" y="8473"/>
                  </a:cubicBezTo>
                  <a:cubicBezTo>
                    <a:pt x="19773" y="8373"/>
                    <a:pt x="19873" y="8340"/>
                    <a:pt x="19906" y="8306"/>
                  </a:cubicBezTo>
                  <a:lnTo>
                    <a:pt x="19973" y="8206"/>
                  </a:lnTo>
                  <a:cubicBezTo>
                    <a:pt x="20087" y="8046"/>
                    <a:pt x="20013" y="7917"/>
                    <a:pt x="19901" y="7917"/>
                  </a:cubicBezTo>
                  <a:cubicBezTo>
                    <a:pt x="19850" y="7917"/>
                    <a:pt x="19791" y="7943"/>
                    <a:pt x="19739" y="8006"/>
                  </a:cubicBezTo>
                  <a:lnTo>
                    <a:pt x="19673" y="8039"/>
                  </a:lnTo>
                  <a:cubicBezTo>
                    <a:pt x="19606" y="8073"/>
                    <a:pt x="19572" y="8139"/>
                    <a:pt x="19472" y="8206"/>
                  </a:cubicBezTo>
                  <a:cubicBezTo>
                    <a:pt x="19342" y="8284"/>
                    <a:pt x="19129" y="8404"/>
                    <a:pt x="18915" y="8404"/>
                  </a:cubicBezTo>
                  <a:cubicBezTo>
                    <a:pt x="18856" y="8404"/>
                    <a:pt x="18796" y="8395"/>
                    <a:pt x="18739" y="8373"/>
                  </a:cubicBezTo>
                  <a:cubicBezTo>
                    <a:pt x="18438" y="8306"/>
                    <a:pt x="18105" y="7906"/>
                    <a:pt x="17838" y="7472"/>
                  </a:cubicBezTo>
                  <a:cubicBezTo>
                    <a:pt x="17604" y="7005"/>
                    <a:pt x="17404" y="6472"/>
                    <a:pt x="17137" y="5838"/>
                  </a:cubicBezTo>
                  <a:cubicBezTo>
                    <a:pt x="16904" y="5204"/>
                    <a:pt x="16737" y="4537"/>
                    <a:pt x="16303" y="3870"/>
                  </a:cubicBezTo>
                  <a:cubicBezTo>
                    <a:pt x="16237" y="3703"/>
                    <a:pt x="16070" y="3536"/>
                    <a:pt x="15937" y="3403"/>
                  </a:cubicBezTo>
                  <a:lnTo>
                    <a:pt x="15736" y="3203"/>
                  </a:lnTo>
                  <a:cubicBezTo>
                    <a:pt x="15636" y="3169"/>
                    <a:pt x="15570" y="3069"/>
                    <a:pt x="15470" y="3036"/>
                  </a:cubicBezTo>
                  <a:cubicBezTo>
                    <a:pt x="15136" y="2802"/>
                    <a:pt x="14736" y="2635"/>
                    <a:pt x="14269" y="2635"/>
                  </a:cubicBezTo>
                  <a:cubicBezTo>
                    <a:pt x="13802" y="2635"/>
                    <a:pt x="13401" y="2736"/>
                    <a:pt x="13068" y="2902"/>
                  </a:cubicBezTo>
                  <a:cubicBezTo>
                    <a:pt x="12734" y="3069"/>
                    <a:pt x="12401" y="3236"/>
                    <a:pt x="12100" y="3369"/>
                  </a:cubicBezTo>
                  <a:cubicBezTo>
                    <a:pt x="11800" y="3503"/>
                    <a:pt x="11500" y="3569"/>
                    <a:pt x="11233" y="3569"/>
                  </a:cubicBezTo>
                  <a:cubicBezTo>
                    <a:pt x="11200" y="3592"/>
                    <a:pt x="11174" y="3599"/>
                    <a:pt x="11150" y="3599"/>
                  </a:cubicBezTo>
                  <a:cubicBezTo>
                    <a:pt x="11103" y="3599"/>
                    <a:pt x="11066" y="3569"/>
                    <a:pt x="11000" y="3569"/>
                  </a:cubicBezTo>
                  <a:cubicBezTo>
                    <a:pt x="10933" y="3569"/>
                    <a:pt x="10900" y="3569"/>
                    <a:pt x="10800" y="3536"/>
                  </a:cubicBezTo>
                  <a:lnTo>
                    <a:pt x="10599" y="3503"/>
                  </a:lnTo>
                  <a:cubicBezTo>
                    <a:pt x="10566" y="3469"/>
                    <a:pt x="10499" y="3469"/>
                    <a:pt x="10499" y="3469"/>
                  </a:cubicBezTo>
                  <a:lnTo>
                    <a:pt x="10433" y="3403"/>
                  </a:lnTo>
                  <a:cubicBezTo>
                    <a:pt x="9966" y="3136"/>
                    <a:pt x="9599" y="2635"/>
                    <a:pt x="9298" y="2002"/>
                  </a:cubicBezTo>
                  <a:cubicBezTo>
                    <a:pt x="9132" y="1701"/>
                    <a:pt x="8965" y="1368"/>
                    <a:pt x="8765" y="1034"/>
                  </a:cubicBezTo>
                  <a:cubicBezTo>
                    <a:pt x="8598" y="701"/>
                    <a:pt x="8264" y="334"/>
                    <a:pt x="7831" y="167"/>
                  </a:cubicBezTo>
                  <a:cubicBezTo>
                    <a:pt x="7664" y="34"/>
                    <a:pt x="7430" y="34"/>
                    <a:pt x="72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55" name="Google Shape;1655;p13"/>
            <p:cNvSpPr/>
            <p:nvPr/>
          </p:nvSpPr>
          <p:spPr>
            <a:xfrm>
              <a:off x="466077" y="310721"/>
              <a:ext cx="472574" cy="304837"/>
            </a:xfrm>
            <a:custGeom>
              <a:avLst/>
              <a:gdLst/>
              <a:ahLst/>
              <a:cxnLst/>
              <a:rect l="l" t="t" r="r" b="b"/>
              <a:pathLst>
                <a:path w="19544" h="12607" extrusionOk="0">
                  <a:moveTo>
                    <a:pt x="6326" y="1"/>
                  </a:moveTo>
                  <a:cubicBezTo>
                    <a:pt x="6092" y="1"/>
                    <a:pt x="5892" y="34"/>
                    <a:pt x="5692" y="68"/>
                  </a:cubicBezTo>
                  <a:cubicBezTo>
                    <a:pt x="5492" y="168"/>
                    <a:pt x="5325" y="201"/>
                    <a:pt x="5092" y="301"/>
                  </a:cubicBezTo>
                  <a:cubicBezTo>
                    <a:pt x="4891" y="368"/>
                    <a:pt x="4725" y="468"/>
                    <a:pt x="4558" y="535"/>
                  </a:cubicBezTo>
                  <a:cubicBezTo>
                    <a:pt x="4391" y="568"/>
                    <a:pt x="4191" y="735"/>
                    <a:pt x="4058" y="868"/>
                  </a:cubicBezTo>
                  <a:cubicBezTo>
                    <a:pt x="3724" y="1135"/>
                    <a:pt x="3524" y="1469"/>
                    <a:pt x="3357" y="1735"/>
                  </a:cubicBezTo>
                  <a:cubicBezTo>
                    <a:pt x="2990" y="2369"/>
                    <a:pt x="2690" y="2903"/>
                    <a:pt x="2390" y="3403"/>
                  </a:cubicBezTo>
                  <a:cubicBezTo>
                    <a:pt x="2089" y="3870"/>
                    <a:pt x="1756" y="4304"/>
                    <a:pt x="1489" y="4504"/>
                  </a:cubicBezTo>
                  <a:cubicBezTo>
                    <a:pt x="1276" y="4646"/>
                    <a:pt x="1063" y="4687"/>
                    <a:pt x="885" y="4687"/>
                  </a:cubicBezTo>
                  <a:cubicBezTo>
                    <a:pt x="813" y="4687"/>
                    <a:pt x="746" y="4681"/>
                    <a:pt x="688" y="4671"/>
                  </a:cubicBezTo>
                  <a:cubicBezTo>
                    <a:pt x="588" y="4638"/>
                    <a:pt x="522" y="4638"/>
                    <a:pt x="488" y="4571"/>
                  </a:cubicBezTo>
                  <a:cubicBezTo>
                    <a:pt x="422" y="4537"/>
                    <a:pt x="388" y="4537"/>
                    <a:pt x="388" y="4537"/>
                  </a:cubicBezTo>
                  <a:cubicBezTo>
                    <a:pt x="353" y="4514"/>
                    <a:pt x="318" y="4504"/>
                    <a:pt x="284" y="4504"/>
                  </a:cubicBezTo>
                  <a:cubicBezTo>
                    <a:pt x="122" y="4504"/>
                    <a:pt x="1" y="4733"/>
                    <a:pt x="221" y="4871"/>
                  </a:cubicBezTo>
                  <a:cubicBezTo>
                    <a:pt x="221" y="4871"/>
                    <a:pt x="255" y="4871"/>
                    <a:pt x="322" y="4904"/>
                  </a:cubicBezTo>
                  <a:cubicBezTo>
                    <a:pt x="388" y="4938"/>
                    <a:pt x="488" y="5004"/>
                    <a:pt x="588" y="5038"/>
                  </a:cubicBezTo>
                  <a:cubicBezTo>
                    <a:pt x="686" y="5074"/>
                    <a:pt x="811" y="5098"/>
                    <a:pt x="949" y="5098"/>
                  </a:cubicBezTo>
                  <a:cubicBezTo>
                    <a:pt x="1188" y="5098"/>
                    <a:pt x="1469" y="5028"/>
                    <a:pt x="1723" y="4838"/>
                  </a:cubicBezTo>
                  <a:cubicBezTo>
                    <a:pt x="2556" y="4237"/>
                    <a:pt x="3090" y="3136"/>
                    <a:pt x="3824" y="2002"/>
                  </a:cubicBezTo>
                  <a:cubicBezTo>
                    <a:pt x="4024" y="1735"/>
                    <a:pt x="4191" y="1469"/>
                    <a:pt x="4424" y="1235"/>
                  </a:cubicBezTo>
                  <a:cubicBezTo>
                    <a:pt x="4658" y="1035"/>
                    <a:pt x="5025" y="968"/>
                    <a:pt x="5325" y="801"/>
                  </a:cubicBezTo>
                  <a:cubicBezTo>
                    <a:pt x="5492" y="701"/>
                    <a:pt x="5659" y="668"/>
                    <a:pt x="5825" y="635"/>
                  </a:cubicBezTo>
                  <a:cubicBezTo>
                    <a:pt x="5992" y="635"/>
                    <a:pt x="6159" y="635"/>
                    <a:pt x="6326" y="568"/>
                  </a:cubicBezTo>
                  <a:cubicBezTo>
                    <a:pt x="6593" y="635"/>
                    <a:pt x="6926" y="668"/>
                    <a:pt x="7193" y="868"/>
                  </a:cubicBezTo>
                  <a:cubicBezTo>
                    <a:pt x="7360" y="968"/>
                    <a:pt x="7427" y="1135"/>
                    <a:pt x="7560" y="1202"/>
                  </a:cubicBezTo>
                  <a:cubicBezTo>
                    <a:pt x="7660" y="1335"/>
                    <a:pt x="7760" y="1469"/>
                    <a:pt x="7860" y="1635"/>
                  </a:cubicBezTo>
                  <a:cubicBezTo>
                    <a:pt x="8027" y="1969"/>
                    <a:pt x="8194" y="2236"/>
                    <a:pt x="8361" y="2569"/>
                  </a:cubicBezTo>
                  <a:cubicBezTo>
                    <a:pt x="8694" y="3237"/>
                    <a:pt x="8928" y="3904"/>
                    <a:pt x="9361" y="4504"/>
                  </a:cubicBezTo>
                  <a:cubicBezTo>
                    <a:pt x="9595" y="4804"/>
                    <a:pt x="9828" y="5071"/>
                    <a:pt x="10095" y="5338"/>
                  </a:cubicBezTo>
                  <a:cubicBezTo>
                    <a:pt x="10395" y="5572"/>
                    <a:pt x="10729" y="5838"/>
                    <a:pt x="11096" y="6005"/>
                  </a:cubicBezTo>
                  <a:cubicBezTo>
                    <a:pt x="11863" y="6339"/>
                    <a:pt x="12664" y="6405"/>
                    <a:pt x="13264" y="6672"/>
                  </a:cubicBezTo>
                  <a:cubicBezTo>
                    <a:pt x="13898" y="6906"/>
                    <a:pt x="14398" y="7406"/>
                    <a:pt x="14732" y="8040"/>
                  </a:cubicBezTo>
                  <a:cubicBezTo>
                    <a:pt x="15065" y="8674"/>
                    <a:pt x="15366" y="9341"/>
                    <a:pt x="15599" y="9975"/>
                  </a:cubicBezTo>
                  <a:cubicBezTo>
                    <a:pt x="15866" y="10575"/>
                    <a:pt x="16166" y="11176"/>
                    <a:pt x="16533" y="11676"/>
                  </a:cubicBezTo>
                  <a:cubicBezTo>
                    <a:pt x="16900" y="12176"/>
                    <a:pt x="17400" y="12510"/>
                    <a:pt x="17901" y="12577"/>
                  </a:cubicBezTo>
                  <a:cubicBezTo>
                    <a:pt x="17967" y="12599"/>
                    <a:pt x="18042" y="12606"/>
                    <a:pt x="18117" y="12606"/>
                  </a:cubicBezTo>
                  <a:cubicBezTo>
                    <a:pt x="18268" y="12606"/>
                    <a:pt x="18423" y="12577"/>
                    <a:pt x="18535" y="12577"/>
                  </a:cubicBezTo>
                  <a:cubicBezTo>
                    <a:pt x="18701" y="12577"/>
                    <a:pt x="18868" y="12543"/>
                    <a:pt x="19002" y="12510"/>
                  </a:cubicBezTo>
                  <a:cubicBezTo>
                    <a:pt x="19102" y="12510"/>
                    <a:pt x="19202" y="12476"/>
                    <a:pt x="19235" y="12410"/>
                  </a:cubicBezTo>
                  <a:cubicBezTo>
                    <a:pt x="19268" y="12376"/>
                    <a:pt x="19335" y="12376"/>
                    <a:pt x="19335" y="12376"/>
                  </a:cubicBezTo>
                  <a:cubicBezTo>
                    <a:pt x="19543" y="12257"/>
                    <a:pt x="19460" y="12032"/>
                    <a:pt x="19297" y="12032"/>
                  </a:cubicBezTo>
                  <a:cubicBezTo>
                    <a:pt x="19278" y="12032"/>
                    <a:pt x="19257" y="12036"/>
                    <a:pt x="19235" y="12043"/>
                  </a:cubicBezTo>
                  <a:cubicBezTo>
                    <a:pt x="19235" y="12043"/>
                    <a:pt x="19202" y="12076"/>
                    <a:pt x="19168" y="12076"/>
                  </a:cubicBezTo>
                  <a:cubicBezTo>
                    <a:pt x="19102" y="12076"/>
                    <a:pt x="19035" y="12143"/>
                    <a:pt x="18901" y="12176"/>
                  </a:cubicBezTo>
                  <a:cubicBezTo>
                    <a:pt x="18835" y="12210"/>
                    <a:pt x="18701" y="12243"/>
                    <a:pt x="18535" y="12243"/>
                  </a:cubicBezTo>
                  <a:cubicBezTo>
                    <a:pt x="18401" y="12243"/>
                    <a:pt x="18201" y="12243"/>
                    <a:pt x="18034" y="12210"/>
                  </a:cubicBezTo>
                  <a:cubicBezTo>
                    <a:pt x="17667" y="12143"/>
                    <a:pt x="17267" y="11876"/>
                    <a:pt x="16933" y="11409"/>
                  </a:cubicBezTo>
                  <a:cubicBezTo>
                    <a:pt x="16600" y="11009"/>
                    <a:pt x="16366" y="10408"/>
                    <a:pt x="16099" y="9808"/>
                  </a:cubicBezTo>
                  <a:cubicBezTo>
                    <a:pt x="15866" y="9174"/>
                    <a:pt x="15666" y="8507"/>
                    <a:pt x="15266" y="7806"/>
                  </a:cubicBezTo>
                  <a:cubicBezTo>
                    <a:pt x="14899" y="7073"/>
                    <a:pt x="14332" y="6405"/>
                    <a:pt x="13531" y="6072"/>
                  </a:cubicBezTo>
                  <a:cubicBezTo>
                    <a:pt x="12764" y="5738"/>
                    <a:pt x="11997" y="5672"/>
                    <a:pt x="11396" y="5371"/>
                  </a:cubicBezTo>
                  <a:cubicBezTo>
                    <a:pt x="11096" y="5238"/>
                    <a:pt x="10862" y="5038"/>
                    <a:pt x="10596" y="4838"/>
                  </a:cubicBezTo>
                  <a:cubicBezTo>
                    <a:pt x="10362" y="4638"/>
                    <a:pt x="10162" y="4371"/>
                    <a:pt x="9995" y="4137"/>
                  </a:cubicBezTo>
                  <a:cubicBezTo>
                    <a:pt x="9662" y="3637"/>
                    <a:pt x="9361" y="2970"/>
                    <a:pt x="9028" y="2303"/>
                  </a:cubicBezTo>
                  <a:cubicBezTo>
                    <a:pt x="8861" y="1969"/>
                    <a:pt x="8661" y="1635"/>
                    <a:pt x="8427" y="1302"/>
                  </a:cubicBezTo>
                  <a:cubicBezTo>
                    <a:pt x="8361" y="1135"/>
                    <a:pt x="8194" y="968"/>
                    <a:pt x="8060" y="801"/>
                  </a:cubicBezTo>
                  <a:cubicBezTo>
                    <a:pt x="7894" y="668"/>
                    <a:pt x="7760" y="501"/>
                    <a:pt x="7560" y="368"/>
                  </a:cubicBezTo>
                  <a:cubicBezTo>
                    <a:pt x="7226" y="68"/>
                    <a:pt x="6726" y="1"/>
                    <a:pt x="63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56" name="Google Shape;1656;p13"/>
            <p:cNvSpPr/>
            <p:nvPr/>
          </p:nvSpPr>
          <p:spPr>
            <a:xfrm>
              <a:off x="748886" y="803316"/>
              <a:ext cx="21786" cy="12356"/>
            </a:xfrm>
            <a:custGeom>
              <a:avLst/>
              <a:gdLst/>
              <a:ahLst/>
              <a:cxnLst/>
              <a:rect l="l" t="t" r="r" b="b"/>
              <a:pathLst>
                <a:path w="901" h="511" extrusionOk="0">
                  <a:moveTo>
                    <a:pt x="513" y="1"/>
                  </a:moveTo>
                  <a:cubicBezTo>
                    <a:pt x="473" y="1"/>
                    <a:pt x="434" y="3"/>
                    <a:pt x="401" y="10"/>
                  </a:cubicBezTo>
                  <a:cubicBezTo>
                    <a:pt x="234" y="43"/>
                    <a:pt x="0" y="177"/>
                    <a:pt x="0" y="177"/>
                  </a:cubicBezTo>
                  <a:lnTo>
                    <a:pt x="0" y="444"/>
                  </a:lnTo>
                  <a:cubicBezTo>
                    <a:pt x="0" y="444"/>
                    <a:pt x="267" y="510"/>
                    <a:pt x="501" y="510"/>
                  </a:cubicBezTo>
                  <a:cubicBezTo>
                    <a:pt x="667" y="477"/>
                    <a:pt x="901" y="310"/>
                    <a:pt x="901" y="310"/>
                  </a:cubicBezTo>
                  <a:cubicBezTo>
                    <a:pt x="901" y="277"/>
                    <a:pt x="834" y="43"/>
                    <a:pt x="868" y="43"/>
                  </a:cubicBezTo>
                  <a:cubicBezTo>
                    <a:pt x="868" y="43"/>
                    <a:pt x="675"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57" name="Google Shape;1657;p13"/>
            <p:cNvSpPr/>
            <p:nvPr/>
          </p:nvSpPr>
          <p:spPr>
            <a:xfrm>
              <a:off x="757760" y="819444"/>
              <a:ext cx="20190" cy="12356"/>
            </a:xfrm>
            <a:custGeom>
              <a:avLst/>
              <a:gdLst/>
              <a:ahLst/>
              <a:cxnLst/>
              <a:rect l="l" t="t" r="r" b="b"/>
              <a:pathLst>
                <a:path w="835" h="511" extrusionOk="0">
                  <a:moveTo>
                    <a:pt x="423" y="1"/>
                  </a:moveTo>
                  <a:cubicBezTo>
                    <a:pt x="391" y="1"/>
                    <a:pt x="360" y="4"/>
                    <a:pt x="334" y="10"/>
                  </a:cubicBezTo>
                  <a:cubicBezTo>
                    <a:pt x="200" y="44"/>
                    <a:pt x="0" y="177"/>
                    <a:pt x="0" y="177"/>
                  </a:cubicBezTo>
                  <a:lnTo>
                    <a:pt x="0" y="411"/>
                  </a:lnTo>
                  <a:cubicBezTo>
                    <a:pt x="0" y="411"/>
                    <a:pt x="234" y="511"/>
                    <a:pt x="434" y="511"/>
                  </a:cubicBezTo>
                  <a:cubicBezTo>
                    <a:pt x="601" y="477"/>
                    <a:pt x="801" y="310"/>
                    <a:pt x="801" y="310"/>
                  </a:cubicBezTo>
                  <a:cubicBezTo>
                    <a:pt x="834" y="310"/>
                    <a:pt x="734" y="77"/>
                    <a:pt x="701" y="44"/>
                  </a:cubicBezTo>
                  <a:cubicBezTo>
                    <a:pt x="701" y="44"/>
                    <a:pt x="551"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58" name="Google Shape;1658;p13"/>
            <p:cNvSpPr/>
            <p:nvPr/>
          </p:nvSpPr>
          <p:spPr>
            <a:xfrm>
              <a:off x="765014" y="843866"/>
              <a:ext cx="20190" cy="12138"/>
            </a:xfrm>
            <a:custGeom>
              <a:avLst/>
              <a:gdLst/>
              <a:ahLst/>
              <a:cxnLst/>
              <a:rect l="l" t="t" r="r" b="b"/>
              <a:pathLst>
                <a:path w="835" h="502" extrusionOk="0">
                  <a:moveTo>
                    <a:pt x="668" y="1"/>
                  </a:moveTo>
                  <a:cubicBezTo>
                    <a:pt x="668" y="1"/>
                    <a:pt x="434" y="1"/>
                    <a:pt x="334" y="34"/>
                  </a:cubicBezTo>
                  <a:cubicBezTo>
                    <a:pt x="234" y="34"/>
                    <a:pt x="201" y="101"/>
                    <a:pt x="134" y="134"/>
                  </a:cubicBezTo>
                  <a:cubicBezTo>
                    <a:pt x="34" y="168"/>
                    <a:pt x="0" y="201"/>
                    <a:pt x="0" y="201"/>
                  </a:cubicBezTo>
                  <a:lnTo>
                    <a:pt x="0" y="468"/>
                  </a:lnTo>
                  <a:cubicBezTo>
                    <a:pt x="0" y="468"/>
                    <a:pt x="67" y="468"/>
                    <a:pt x="167" y="501"/>
                  </a:cubicBezTo>
                  <a:lnTo>
                    <a:pt x="467" y="501"/>
                  </a:lnTo>
                  <a:cubicBezTo>
                    <a:pt x="534" y="468"/>
                    <a:pt x="634" y="435"/>
                    <a:pt x="701" y="335"/>
                  </a:cubicBezTo>
                  <a:lnTo>
                    <a:pt x="834" y="201"/>
                  </a:lnTo>
                  <a:cubicBezTo>
                    <a:pt x="834" y="168"/>
                    <a:pt x="701" y="1"/>
                    <a:pt x="6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59" name="Google Shape;1659;p13"/>
            <p:cNvSpPr/>
            <p:nvPr/>
          </p:nvSpPr>
          <p:spPr>
            <a:xfrm>
              <a:off x="921483" y="875324"/>
              <a:ext cx="33102" cy="12936"/>
            </a:xfrm>
            <a:custGeom>
              <a:avLst/>
              <a:gdLst/>
              <a:ahLst/>
              <a:cxnLst/>
              <a:rect l="l" t="t" r="r" b="b"/>
              <a:pathLst>
                <a:path w="1369" h="535" extrusionOk="0">
                  <a:moveTo>
                    <a:pt x="1235" y="1"/>
                  </a:moveTo>
                  <a:cubicBezTo>
                    <a:pt x="1235" y="1"/>
                    <a:pt x="868" y="1"/>
                    <a:pt x="601" y="34"/>
                  </a:cubicBezTo>
                  <a:cubicBezTo>
                    <a:pt x="368" y="68"/>
                    <a:pt x="1" y="201"/>
                    <a:pt x="1" y="201"/>
                  </a:cubicBezTo>
                  <a:lnTo>
                    <a:pt x="1" y="468"/>
                  </a:lnTo>
                  <a:cubicBezTo>
                    <a:pt x="1" y="468"/>
                    <a:pt x="401" y="535"/>
                    <a:pt x="701" y="535"/>
                  </a:cubicBezTo>
                  <a:cubicBezTo>
                    <a:pt x="935" y="468"/>
                    <a:pt x="1335" y="234"/>
                    <a:pt x="1335" y="234"/>
                  </a:cubicBezTo>
                  <a:cubicBezTo>
                    <a:pt x="1368" y="201"/>
                    <a:pt x="1268" y="1"/>
                    <a:pt x="12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60" name="Google Shape;1660;p13"/>
            <p:cNvSpPr/>
            <p:nvPr/>
          </p:nvSpPr>
          <p:spPr>
            <a:xfrm>
              <a:off x="933597" y="896312"/>
              <a:ext cx="26622" cy="13734"/>
            </a:xfrm>
            <a:custGeom>
              <a:avLst/>
              <a:gdLst/>
              <a:ahLst/>
              <a:cxnLst/>
              <a:rect l="l" t="t" r="r" b="b"/>
              <a:pathLst>
                <a:path w="1101" h="568" extrusionOk="0">
                  <a:moveTo>
                    <a:pt x="1034" y="0"/>
                  </a:moveTo>
                  <a:cubicBezTo>
                    <a:pt x="1034" y="0"/>
                    <a:pt x="701" y="0"/>
                    <a:pt x="500" y="34"/>
                  </a:cubicBezTo>
                  <a:cubicBezTo>
                    <a:pt x="267" y="134"/>
                    <a:pt x="0" y="334"/>
                    <a:pt x="0" y="334"/>
                  </a:cubicBezTo>
                  <a:cubicBezTo>
                    <a:pt x="0" y="367"/>
                    <a:pt x="67" y="567"/>
                    <a:pt x="67" y="567"/>
                  </a:cubicBezTo>
                  <a:cubicBezTo>
                    <a:pt x="67" y="567"/>
                    <a:pt x="400" y="567"/>
                    <a:pt x="601" y="534"/>
                  </a:cubicBezTo>
                  <a:cubicBezTo>
                    <a:pt x="834" y="467"/>
                    <a:pt x="1101" y="234"/>
                    <a:pt x="1101" y="234"/>
                  </a:cubicBezTo>
                  <a:cubicBezTo>
                    <a:pt x="1101" y="234"/>
                    <a:pt x="1068" y="34"/>
                    <a:pt x="10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61" name="Google Shape;1661;p13"/>
            <p:cNvSpPr/>
            <p:nvPr/>
          </p:nvSpPr>
          <p:spPr>
            <a:xfrm>
              <a:off x="945687" y="918896"/>
              <a:ext cx="20190" cy="11050"/>
            </a:xfrm>
            <a:custGeom>
              <a:avLst/>
              <a:gdLst/>
              <a:ahLst/>
              <a:cxnLst/>
              <a:rect l="l" t="t" r="r" b="b"/>
              <a:pathLst>
                <a:path w="835" h="457" extrusionOk="0">
                  <a:moveTo>
                    <a:pt x="401" y="0"/>
                  </a:moveTo>
                  <a:cubicBezTo>
                    <a:pt x="234" y="0"/>
                    <a:pt x="34" y="167"/>
                    <a:pt x="34" y="167"/>
                  </a:cubicBezTo>
                  <a:cubicBezTo>
                    <a:pt x="0" y="167"/>
                    <a:pt x="67" y="401"/>
                    <a:pt x="67" y="401"/>
                  </a:cubicBezTo>
                  <a:cubicBezTo>
                    <a:pt x="67" y="401"/>
                    <a:pt x="217" y="457"/>
                    <a:pt x="335" y="457"/>
                  </a:cubicBezTo>
                  <a:cubicBezTo>
                    <a:pt x="374" y="457"/>
                    <a:pt x="409" y="451"/>
                    <a:pt x="434" y="434"/>
                  </a:cubicBezTo>
                  <a:lnTo>
                    <a:pt x="701" y="334"/>
                  </a:lnTo>
                  <a:cubicBezTo>
                    <a:pt x="768" y="267"/>
                    <a:pt x="834" y="234"/>
                    <a:pt x="834" y="234"/>
                  </a:cubicBezTo>
                  <a:cubicBezTo>
                    <a:pt x="834" y="200"/>
                    <a:pt x="768" y="34"/>
                    <a:pt x="768" y="34"/>
                  </a:cubicBezTo>
                  <a:cubicBezTo>
                    <a:pt x="768" y="34"/>
                    <a:pt x="734" y="0"/>
                    <a:pt x="6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62" name="Google Shape;1662;p13"/>
            <p:cNvSpPr/>
            <p:nvPr/>
          </p:nvSpPr>
          <p:spPr>
            <a:xfrm>
              <a:off x="604507" y="340583"/>
              <a:ext cx="22608" cy="12840"/>
            </a:xfrm>
            <a:custGeom>
              <a:avLst/>
              <a:gdLst/>
              <a:ahLst/>
              <a:cxnLst/>
              <a:rect l="l" t="t" r="r" b="b"/>
              <a:pathLst>
                <a:path w="935" h="531" extrusionOk="0">
                  <a:moveTo>
                    <a:pt x="834" y="0"/>
                  </a:moveTo>
                  <a:cubicBezTo>
                    <a:pt x="834" y="0"/>
                    <a:pt x="534" y="0"/>
                    <a:pt x="401" y="33"/>
                  </a:cubicBezTo>
                  <a:cubicBezTo>
                    <a:pt x="267" y="100"/>
                    <a:pt x="34" y="267"/>
                    <a:pt x="34" y="267"/>
                  </a:cubicBezTo>
                  <a:cubicBezTo>
                    <a:pt x="0" y="267"/>
                    <a:pt x="100" y="500"/>
                    <a:pt x="100" y="500"/>
                  </a:cubicBezTo>
                  <a:cubicBezTo>
                    <a:pt x="100" y="500"/>
                    <a:pt x="219" y="530"/>
                    <a:pt x="348" y="530"/>
                  </a:cubicBezTo>
                  <a:cubicBezTo>
                    <a:pt x="412" y="530"/>
                    <a:pt x="478" y="523"/>
                    <a:pt x="534" y="500"/>
                  </a:cubicBezTo>
                  <a:cubicBezTo>
                    <a:pt x="701" y="434"/>
                    <a:pt x="934" y="234"/>
                    <a:pt x="934" y="234"/>
                  </a:cubicBezTo>
                  <a:cubicBezTo>
                    <a:pt x="934" y="234"/>
                    <a:pt x="834" y="67"/>
                    <a:pt x="8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63" name="Google Shape;1663;p13"/>
            <p:cNvSpPr/>
            <p:nvPr/>
          </p:nvSpPr>
          <p:spPr>
            <a:xfrm>
              <a:off x="611761" y="360749"/>
              <a:ext cx="25848" cy="14532"/>
            </a:xfrm>
            <a:custGeom>
              <a:avLst/>
              <a:gdLst/>
              <a:ahLst/>
              <a:cxnLst/>
              <a:rect l="l" t="t" r="r" b="b"/>
              <a:pathLst>
                <a:path w="1069" h="601" extrusionOk="0">
                  <a:moveTo>
                    <a:pt x="1001" y="0"/>
                  </a:moveTo>
                  <a:cubicBezTo>
                    <a:pt x="1001" y="0"/>
                    <a:pt x="668" y="0"/>
                    <a:pt x="468" y="100"/>
                  </a:cubicBezTo>
                  <a:cubicBezTo>
                    <a:pt x="301" y="133"/>
                    <a:pt x="1" y="334"/>
                    <a:pt x="1" y="334"/>
                  </a:cubicBezTo>
                  <a:lnTo>
                    <a:pt x="34" y="600"/>
                  </a:lnTo>
                  <a:cubicBezTo>
                    <a:pt x="34" y="600"/>
                    <a:pt x="401" y="600"/>
                    <a:pt x="634" y="567"/>
                  </a:cubicBezTo>
                  <a:cubicBezTo>
                    <a:pt x="835" y="467"/>
                    <a:pt x="1068" y="267"/>
                    <a:pt x="1068" y="267"/>
                  </a:cubicBezTo>
                  <a:cubicBezTo>
                    <a:pt x="1068" y="234"/>
                    <a:pt x="1035" y="0"/>
                    <a:pt x="10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64" name="Google Shape;1664;p13"/>
            <p:cNvSpPr/>
            <p:nvPr/>
          </p:nvSpPr>
          <p:spPr>
            <a:xfrm>
              <a:off x="621433" y="387928"/>
              <a:ext cx="39558" cy="12356"/>
            </a:xfrm>
            <a:custGeom>
              <a:avLst/>
              <a:gdLst/>
              <a:ahLst/>
              <a:cxnLst/>
              <a:rect l="l" t="t" r="r" b="b"/>
              <a:pathLst>
                <a:path w="1636" h="511" extrusionOk="0">
                  <a:moveTo>
                    <a:pt x="1016" y="1"/>
                  </a:moveTo>
                  <a:cubicBezTo>
                    <a:pt x="942" y="1"/>
                    <a:pt x="868" y="3"/>
                    <a:pt x="801" y="10"/>
                  </a:cubicBezTo>
                  <a:cubicBezTo>
                    <a:pt x="501" y="44"/>
                    <a:pt x="1" y="177"/>
                    <a:pt x="1" y="177"/>
                  </a:cubicBezTo>
                  <a:lnTo>
                    <a:pt x="1" y="444"/>
                  </a:lnTo>
                  <a:cubicBezTo>
                    <a:pt x="1" y="444"/>
                    <a:pt x="501" y="511"/>
                    <a:pt x="835" y="511"/>
                  </a:cubicBezTo>
                  <a:cubicBezTo>
                    <a:pt x="1135" y="477"/>
                    <a:pt x="1635" y="310"/>
                    <a:pt x="1635" y="310"/>
                  </a:cubicBezTo>
                  <a:cubicBezTo>
                    <a:pt x="1635" y="310"/>
                    <a:pt x="1602" y="110"/>
                    <a:pt x="1635" y="44"/>
                  </a:cubicBezTo>
                  <a:cubicBezTo>
                    <a:pt x="1635" y="44"/>
                    <a:pt x="1315" y="1"/>
                    <a:pt x="10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65" name="Google Shape;1665;p13"/>
            <p:cNvSpPr/>
            <p:nvPr/>
          </p:nvSpPr>
          <p:spPr>
            <a:xfrm>
              <a:off x="636763" y="413970"/>
              <a:ext cx="31482" cy="14556"/>
            </a:xfrm>
            <a:custGeom>
              <a:avLst/>
              <a:gdLst/>
              <a:ahLst/>
              <a:cxnLst/>
              <a:rect l="l" t="t" r="r" b="b"/>
              <a:pathLst>
                <a:path w="1302" h="602" extrusionOk="0">
                  <a:moveTo>
                    <a:pt x="1268" y="1"/>
                  </a:moveTo>
                  <a:cubicBezTo>
                    <a:pt x="1268" y="1"/>
                    <a:pt x="835" y="1"/>
                    <a:pt x="601" y="67"/>
                  </a:cubicBezTo>
                  <a:cubicBezTo>
                    <a:pt x="334" y="134"/>
                    <a:pt x="1" y="368"/>
                    <a:pt x="1" y="368"/>
                  </a:cubicBezTo>
                  <a:cubicBezTo>
                    <a:pt x="1" y="401"/>
                    <a:pt x="101" y="601"/>
                    <a:pt x="101" y="601"/>
                  </a:cubicBezTo>
                  <a:cubicBezTo>
                    <a:pt x="101" y="601"/>
                    <a:pt x="468" y="601"/>
                    <a:pt x="701" y="534"/>
                  </a:cubicBezTo>
                  <a:cubicBezTo>
                    <a:pt x="968" y="468"/>
                    <a:pt x="1302" y="267"/>
                    <a:pt x="1302" y="267"/>
                  </a:cubicBezTo>
                  <a:cubicBezTo>
                    <a:pt x="1302" y="267"/>
                    <a:pt x="1268" y="67"/>
                    <a:pt x="1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66" name="Google Shape;1666;p13"/>
            <p:cNvSpPr/>
            <p:nvPr/>
          </p:nvSpPr>
          <p:spPr>
            <a:xfrm>
              <a:off x="757760" y="478506"/>
              <a:ext cx="26646" cy="14532"/>
            </a:xfrm>
            <a:custGeom>
              <a:avLst/>
              <a:gdLst/>
              <a:ahLst/>
              <a:cxnLst/>
              <a:rect l="l" t="t" r="r" b="b"/>
              <a:pathLst>
                <a:path w="1102" h="601" extrusionOk="0">
                  <a:moveTo>
                    <a:pt x="1001" y="0"/>
                  </a:moveTo>
                  <a:cubicBezTo>
                    <a:pt x="1001" y="0"/>
                    <a:pt x="667" y="0"/>
                    <a:pt x="467" y="100"/>
                  </a:cubicBezTo>
                  <a:cubicBezTo>
                    <a:pt x="300" y="134"/>
                    <a:pt x="0" y="367"/>
                    <a:pt x="0" y="367"/>
                  </a:cubicBezTo>
                  <a:lnTo>
                    <a:pt x="34" y="601"/>
                  </a:lnTo>
                  <a:cubicBezTo>
                    <a:pt x="34" y="601"/>
                    <a:pt x="434" y="601"/>
                    <a:pt x="634" y="534"/>
                  </a:cubicBezTo>
                  <a:cubicBezTo>
                    <a:pt x="834" y="434"/>
                    <a:pt x="1101" y="234"/>
                    <a:pt x="1101" y="234"/>
                  </a:cubicBezTo>
                  <a:cubicBezTo>
                    <a:pt x="1101" y="234"/>
                    <a:pt x="1034" y="34"/>
                    <a:pt x="10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67" name="Google Shape;1667;p13"/>
            <p:cNvSpPr/>
            <p:nvPr/>
          </p:nvSpPr>
          <p:spPr>
            <a:xfrm>
              <a:off x="770648" y="509142"/>
              <a:ext cx="25050" cy="14556"/>
            </a:xfrm>
            <a:custGeom>
              <a:avLst/>
              <a:gdLst/>
              <a:ahLst/>
              <a:cxnLst/>
              <a:rect l="l" t="t" r="r" b="b"/>
              <a:pathLst>
                <a:path w="1036" h="602" extrusionOk="0">
                  <a:moveTo>
                    <a:pt x="935" y="1"/>
                  </a:moveTo>
                  <a:cubicBezTo>
                    <a:pt x="935" y="1"/>
                    <a:pt x="601" y="1"/>
                    <a:pt x="435" y="101"/>
                  </a:cubicBezTo>
                  <a:cubicBezTo>
                    <a:pt x="268" y="134"/>
                    <a:pt x="1" y="334"/>
                    <a:pt x="1" y="334"/>
                  </a:cubicBezTo>
                  <a:lnTo>
                    <a:pt x="68" y="601"/>
                  </a:lnTo>
                  <a:cubicBezTo>
                    <a:pt x="68" y="601"/>
                    <a:pt x="435" y="601"/>
                    <a:pt x="635" y="501"/>
                  </a:cubicBezTo>
                  <a:cubicBezTo>
                    <a:pt x="802" y="434"/>
                    <a:pt x="1035" y="201"/>
                    <a:pt x="1035" y="201"/>
                  </a:cubicBezTo>
                  <a:cubicBezTo>
                    <a:pt x="1035" y="201"/>
                    <a:pt x="968"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68" name="Google Shape;1668;p13"/>
            <p:cNvSpPr/>
            <p:nvPr/>
          </p:nvSpPr>
          <p:spPr>
            <a:xfrm>
              <a:off x="785180" y="542946"/>
              <a:ext cx="29064" cy="14629"/>
            </a:xfrm>
            <a:custGeom>
              <a:avLst/>
              <a:gdLst/>
              <a:ahLst/>
              <a:cxnLst/>
              <a:rect l="l" t="t" r="r" b="b"/>
              <a:pathLst>
                <a:path w="1202" h="605" extrusionOk="0">
                  <a:moveTo>
                    <a:pt x="1141" y="1"/>
                  </a:moveTo>
                  <a:cubicBezTo>
                    <a:pt x="1139" y="1"/>
                    <a:pt x="1137" y="2"/>
                    <a:pt x="1135" y="4"/>
                  </a:cubicBezTo>
                  <a:cubicBezTo>
                    <a:pt x="1135" y="4"/>
                    <a:pt x="734" y="4"/>
                    <a:pt x="534" y="104"/>
                  </a:cubicBezTo>
                  <a:cubicBezTo>
                    <a:pt x="334" y="137"/>
                    <a:pt x="0" y="371"/>
                    <a:pt x="0" y="371"/>
                  </a:cubicBezTo>
                  <a:lnTo>
                    <a:pt x="34" y="604"/>
                  </a:lnTo>
                  <a:cubicBezTo>
                    <a:pt x="34" y="604"/>
                    <a:pt x="401" y="604"/>
                    <a:pt x="668" y="571"/>
                  </a:cubicBezTo>
                  <a:cubicBezTo>
                    <a:pt x="868" y="471"/>
                    <a:pt x="1201" y="237"/>
                    <a:pt x="1201" y="237"/>
                  </a:cubicBezTo>
                  <a:cubicBezTo>
                    <a:pt x="1201" y="206"/>
                    <a:pt x="1172" y="1"/>
                    <a:pt x="11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69" name="Google Shape;1669;p13"/>
            <p:cNvSpPr/>
            <p:nvPr/>
          </p:nvSpPr>
          <p:spPr>
            <a:xfrm>
              <a:off x="803726" y="564804"/>
              <a:ext cx="32280" cy="16950"/>
            </a:xfrm>
            <a:custGeom>
              <a:avLst/>
              <a:gdLst/>
              <a:ahLst/>
              <a:cxnLst/>
              <a:rect l="l" t="t" r="r" b="b"/>
              <a:pathLst>
                <a:path w="1335" h="701" extrusionOk="0">
                  <a:moveTo>
                    <a:pt x="1268" y="0"/>
                  </a:moveTo>
                  <a:cubicBezTo>
                    <a:pt x="1268" y="0"/>
                    <a:pt x="835" y="34"/>
                    <a:pt x="601" y="134"/>
                  </a:cubicBezTo>
                  <a:cubicBezTo>
                    <a:pt x="334" y="234"/>
                    <a:pt x="1" y="501"/>
                    <a:pt x="1" y="501"/>
                  </a:cubicBezTo>
                  <a:lnTo>
                    <a:pt x="134" y="701"/>
                  </a:lnTo>
                  <a:cubicBezTo>
                    <a:pt x="134" y="701"/>
                    <a:pt x="568" y="634"/>
                    <a:pt x="768" y="534"/>
                  </a:cubicBezTo>
                  <a:cubicBezTo>
                    <a:pt x="1035" y="467"/>
                    <a:pt x="1335" y="201"/>
                    <a:pt x="1335" y="201"/>
                  </a:cubicBezTo>
                  <a:lnTo>
                    <a:pt x="126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70" name="Google Shape;1670;p13"/>
            <p:cNvSpPr/>
            <p:nvPr/>
          </p:nvSpPr>
          <p:spPr>
            <a:xfrm>
              <a:off x="822272" y="594328"/>
              <a:ext cx="32304" cy="16467"/>
            </a:xfrm>
            <a:custGeom>
              <a:avLst/>
              <a:gdLst/>
              <a:ahLst/>
              <a:cxnLst/>
              <a:rect l="l" t="t" r="r" b="b"/>
              <a:pathLst>
                <a:path w="1336" h="681" extrusionOk="0">
                  <a:moveTo>
                    <a:pt x="1261" y="0"/>
                  </a:moveTo>
                  <a:cubicBezTo>
                    <a:pt x="1253" y="0"/>
                    <a:pt x="1244" y="4"/>
                    <a:pt x="1235" y="14"/>
                  </a:cubicBezTo>
                  <a:lnTo>
                    <a:pt x="1002" y="14"/>
                  </a:lnTo>
                  <a:cubicBezTo>
                    <a:pt x="835" y="14"/>
                    <a:pt x="668" y="80"/>
                    <a:pt x="535" y="114"/>
                  </a:cubicBezTo>
                  <a:cubicBezTo>
                    <a:pt x="301" y="180"/>
                    <a:pt x="1" y="481"/>
                    <a:pt x="1" y="481"/>
                  </a:cubicBezTo>
                  <a:lnTo>
                    <a:pt x="134" y="681"/>
                  </a:lnTo>
                  <a:cubicBezTo>
                    <a:pt x="134" y="681"/>
                    <a:pt x="535" y="614"/>
                    <a:pt x="768" y="514"/>
                  </a:cubicBezTo>
                  <a:cubicBezTo>
                    <a:pt x="868" y="481"/>
                    <a:pt x="1002" y="347"/>
                    <a:pt x="1135" y="314"/>
                  </a:cubicBezTo>
                  <a:cubicBezTo>
                    <a:pt x="1268" y="247"/>
                    <a:pt x="1335" y="180"/>
                    <a:pt x="1335" y="180"/>
                  </a:cubicBezTo>
                  <a:cubicBezTo>
                    <a:pt x="1335" y="152"/>
                    <a:pt x="1310" y="0"/>
                    <a:pt x="12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71" name="Google Shape;1671;p13"/>
            <p:cNvSpPr/>
            <p:nvPr/>
          </p:nvSpPr>
          <p:spPr>
            <a:xfrm>
              <a:off x="847274" y="617227"/>
              <a:ext cx="26646" cy="15354"/>
            </a:xfrm>
            <a:custGeom>
              <a:avLst/>
              <a:gdLst/>
              <a:ahLst/>
              <a:cxnLst/>
              <a:rect l="l" t="t" r="r" b="b"/>
              <a:pathLst>
                <a:path w="1102" h="635" extrusionOk="0">
                  <a:moveTo>
                    <a:pt x="1002" y="1"/>
                  </a:moveTo>
                  <a:cubicBezTo>
                    <a:pt x="1001" y="1"/>
                    <a:pt x="1000" y="1"/>
                    <a:pt x="1000" y="1"/>
                  </a:cubicBezTo>
                  <a:lnTo>
                    <a:pt x="1000" y="1"/>
                  </a:lnTo>
                  <a:cubicBezTo>
                    <a:pt x="1001" y="1"/>
                    <a:pt x="1002" y="1"/>
                    <a:pt x="1002" y="1"/>
                  </a:cubicBezTo>
                  <a:close/>
                  <a:moveTo>
                    <a:pt x="1000" y="1"/>
                  </a:moveTo>
                  <a:cubicBezTo>
                    <a:pt x="974" y="3"/>
                    <a:pt x="628" y="37"/>
                    <a:pt x="468" y="101"/>
                  </a:cubicBezTo>
                  <a:cubicBezTo>
                    <a:pt x="301" y="167"/>
                    <a:pt x="1" y="368"/>
                    <a:pt x="1" y="368"/>
                  </a:cubicBezTo>
                  <a:lnTo>
                    <a:pt x="68" y="634"/>
                  </a:lnTo>
                  <a:lnTo>
                    <a:pt x="268" y="634"/>
                  </a:lnTo>
                  <a:cubicBezTo>
                    <a:pt x="401" y="634"/>
                    <a:pt x="501" y="634"/>
                    <a:pt x="635" y="568"/>
                  </a:cubicBezTo>
                  <a:cubicBezTo>
                    <a:pt x="835" y="468"/>
                    <a:pt x="1102" y="201"/>
                    <a:pt x="1102" y="201"/>
                  </a:cubicBezTo>
                  <a:cubicBezTo>
                    <a:pt x="1102" y="168"/>
                    <a:pt x="973" y="6"/>
                    <a:pt x="10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72" name="Google Shape;1672;p13"/>
            <p:cNvSpPr/>
            <p:nvPr/>
          </p:nvSpPr>
          <p:spPr>
            <a:xfrm>
              <a:off x="1298957" y="284921"/>
              <a:ext cx="19392" cy="12936"/>
            </a:xfrm>
            <a:custGeom>
              <a:avLst/>
              <a:gdLst/>
              <a:ahLst/>
              <a:cxnLst/>
              <a:rect l="l" t="t" r="r" b="b"/>
              <a:pathLst>
                <a:path w="802" h="535" extrusionOk="0">
                  <a:moveTo>
                    <a:pt x="401" y="0"/>
                  </a:moveTo>
                  <a:cubicBezTo>
                    <a:pt x="168" y="0"/>
                    <a:pt x="1" y="267"/>
                    <a:pt x="1" y="267"/>
                  </a:cubicBezTo>
                  <a:lnTo>
                    <a:pt x="134" y="467"/>
                  </a:lnTo>
                  <a:cubicBezTo>
                    <a:pt x="134" y="467"/>
                    <a:pt x="334" y="534"/>
                    <a:pt x="435" y="534"/>
                  </a:cubicBezTo>
                  <a:cubicBezTo>
                    <a:pt x="501" y="534"/>
                    <a:pt x="735" y="434"/>
                    <a:pt x="735" y="434"/>
                  </a:cubicBezTo>
                  <a:cubicBezTo>
                    <a:pt x="768" y="434"/>
                    <a:pt x="801" y="234"/>
                    <a:pt x="801" y="167"/>
                  </a:cubicBezTo>
                  <a:cubicBezTo>
                    <a:pt x="801" y="167"/>
                    <a:pt x="768" y="134"/>
                    <a:pt x="668" y="101"/>
                  </a:cubicBezTo>
                  <a:cubicBezTo>
                    <a:pt x="601" y="67"/>
                    <a:pt x="468" y="0"/>
                    <a:pt x="4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73" name="Google Shape;1673;p13"/>
            <p:cNvSpPr/>
            <p:nvPr/>
          </p:nvSpPr>
          <p:spPr>
            <a:xfrm>
              <a:off x="1304615" y="318434"/>
              <a:ext cx="21810" cy="12840"/>
            </a:xfrm>
            <a:custGeom>
              <a:avLst/>
              <a:gdLst/>
              <a:ahLst/>
              <a:cxnLst/>
              <a:rect l="l" t="t" r="r" b="b"/>
              <a:pathLst>
                <a:path w="902" h="531" extrusionOk="0">
                  <a:moveTo>
                    <a:pt x="554" y="1"/>
                  </a:moveTo>
                  <a:cubicBezTo>
                    <a:pt x="490" y="1"/>
                    <a:pt x="423" y="4"/>
                    <a:pt x="367" y="15"/>
                  </a:cubicBezTo>
                  <a:lnTo>
                    <a:pt x="100" y="149"/>
                  </a:lnTo>
                  <a:cubicBezTo>
                    <a:pt x="34" y="182"/>
                    <a:pt x="0" y="216"/>
                    <a:pt x="0" y="216"/>
                  </a:cubicBezTo>
                  <a:lnTo>
                    <a:pt x="0" y="482"/>
                  </a:lnTo>
                  <a:cubicBezTo>
                    <a:pt x="0" y="482"/>
                    <a:pt x="34" y="516"/>
                    <a:pt x="167" y="516"/>
                  </a:cubicBezTo>
                  <a:cubicBezTo>
                    <a:pt x="201" y="527"/>
                    <a:pt x="238" y="531"/>
                    <a:pt x="276" y="531"/>
                  </a:cubicBezTo>
                  <a:cubicBezTo>
                    <a:pt x="352" y="531"/>
                    <a:pt x="434" y="516"/>
                    <a:pt x="501" y="516"/>
                  </a:cubicBezTo>
                  <a:cubicBezTo>
                    <a:pt x="701" y="416"/>
                    <a:pt x="901" y="249"/>
                    <a:pt x="901" y="249"/>
                  </a:cubicBezTo>
                  <a:cubicBezTo>
                    <a:pt x="901" y="249"/>
                    <a:pt x="868" y="49"/>
                    <a:pt x="801" y="15"/>
                  </a:cubicBezTo>
                  <a:cubicBezTo>
                    <a:pt x="801" y="15"/>
                    <a:pt x="682" y="1"/>
                    <a:pt x="5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74" name="Google Shape;1674;p13"/>
            <p:cNvSpPr/>
            <p:nvPr/>
          </p:nvSpPr>
          <p:spPr>
            <a:xfrm>
              <a:off x="1315109" y="336183"/>
              <a:ext cx="20166" cy="12042"/>
            </a:xfrm>
            <a:custGeom>
              <a:avLst/>
              <a:gdLst/>
              <a:ahLst/>
              <a:cxnLst/>
              <a:rect l="l" t="t" r="r" b="b"/>
              <a:pathLst>
                <a:path w="834" h="498" extrusionOk="0">
                  <a:moveTo>
                    <a:pt x="549" y="0"/>
                  </a:moveTo>
                  <a:cubicBezTo>
                    <a:pt x="489" y="0"/>
                    <a:pt x="434" y="4"/>
                    <a:pt x="400" y="15"/>
                  </a:cubicBezTo>
                  <a:cubicBezTo>
                    <a:pt x="267" y="82"/>
                    <a:pt x="67" y="249"/>
                    <a:pt x="67" y="249"/>
                  </a:cubicBezTo>
                  <a:cubicBezTo>
                    <a:pt x="0" y="249"/>
                    <a:pt x="100" y="482"/>
                    <a:pt x="100" y="482"/>
                  </a:cubicBezTo>
                  <a:cubicBezTo>
                    <a:pt x="100" y="482"/>
                    <a:pt x="204" y="497"/>
                    <a:pt x="322" y="497"/>
                  </a:cubicBezTo>
                  <a:cubicBezTo>
                    <a:pt x="382" y="497"/>
                    <a:pt x="445" y="493"/>
                    <a:pt x="500" y="482"/>
                  </a:cubicBezTo>
                  <a:cubicBezTo>
                    <a:pt x="634" y="449"/>
                    <a:pt x="834" y="282"/>
                    <a:pt x="834" y="282"/>
                  </a:cubicBezTo>
                  <a:cubicBezTo>
                    <a:pt x="834" y="282"/>
                    <a:pt x="767" y="82"/>
                    <a:pt x="801" y="15"/>
                  </a:cubicBezTo>
                  <a:cubicBezTo>
                    <a:pt x="801" y="15"/>
                    <a:pt x="667" y="0"/>
                    <a:pt x="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75" name="Google Shape;1675;p13"/>
            <p:cNvSpPr/>
            <p:nvPr/>
          </p:nvSpPr>
          <p:spPr>
            <a:xfrm>
              <a:off x="1328819" y="356711"/>
              <a:ext cx="20190" cy="13734"/>
            </a:xfrm>
            <a:custGeom>
              <a:avLst/>
              <a:gdLst/>
              <a:ahLst/>
              <a:cxnLst/>
              <a:rect l="l" t="t" r="r" b="b"/>
              <a:pathLst>
                <a:path w="835" h="568" extrusionOk="0">
                  <a:moveTo>
                    <a:pt x="767" y="0"/>
                  </a:moveTo>
                  <a:cubicBezTo>
                    <a:pt x="767" y="0"/>
                    <a:pt x="534" y="0"/>
                    <a:pt x="367" y="67"/>
                  </a:cubicBezTo>
                  <a:cubicBezTo>
                    <a:pt x="234" y="134"/>
                    <a:pt x="33" y="300"/>
                    <a:pt x="33" y="300"/>
                  </a:cubicBezTo>
                  <a:cubicBezTo>
                    <a:pt x="0" y="300"/>
                    <a:pt x="67" y="567"/>
                    <a:pt x="67" y="567"/>
                  </a:cubicBezTo>
                  <a:cubicBezTo>
                    <a:pt x="67" y="567"/>
                    <a:pt x="334" y="567"/>
                    <a:pt x="500" y="501"/>
                  </a:cubicBezTo>
                  <a:cubicBezTo>
                    <a:pt x="667" y="467"/>
                    <a:pt x="834" y="267"/>
                    <a:pt x="834" y="267"/>
                  </a:cubicBezTo>
                  <a:cubicBezTo>
                    <a:pt x="834" y="267"/>
                    <a:pt x="767" y="67"/>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76" name="Google Shape;1676;p13"/>
            <p:cNvSpPr/>
            <p:nvPr/>
          </p:nvSpPr>
          <p:spPr>
            <a:xfrm>
              <a:off x="1350581" y="376055"/>
              <a:ext cx="21012" cy="14556"/>
            </a:xfrm>
            <a:custGeom>
              <a:avLst/>
              <a:gdLst/>
              <a:ahLst/>
              <a:cxnLst/>
              <a:rect l="l" t="t" r="r" b="b"/>
              <a:pathLst>
                <a:path w="869" h="602" extrusionOk="0">
                  <a:moveTo>
                    <a:pt x="768" y="1"/>
                  </a:moveTo>
                  <a:cubicBezTo>
                    <a:pt x="768" y="1"/>
                    <a:pt x="501" y="1"/>
                    <a:pt x="368" y="101"/>
                  </a:cubicBezTo>
                  <a:cubicBezTo>
                    <a:pt x="268" y="134"/>
                    <a:pt x="34" y="334"/>
                    <a:pt x="34" y="334"/>
                  </a:cubicBezTo>
                  <a:cubicBezTo>
                    <a:pt x="1" y="334"/>
                    <a:pt x="101" y="601"/>
                    <a:pt x="101" y="601"/>
                  </a:cubicBezTo>
                  <a:cubicBezTo>
                    <a:pt x="101" y="601"/>
                    <a:pt x="368" y="601"/>
                    <a:pt x="534" y="535"/>
                  </a:cubicBezTo>
                  <a:cubicBezTo>
                    <a:pt x="701" y="468"/>
                    <a:pt x="868" y="201"/>
                    <a:pt x="868" y="201"/>
                  </a:cubicBezTo>
                  <a:cubicBezTo>
                    <a:pt x="835" y="201"/>
                    <a:pt x="768" y="34"/>
                    <a:pt x="7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77" name="Google Shape;1677;p13"/>
            <p:cNvSpPr/>
            <p:nvPr/>
          </p:nvSpPr>
          <p:spPr>
            <a:xfrm>
              <a:off x="1302197" y="304120"/>
              <a:ext cx="16152" cy="12840"/>
            </a:xfrm>
            <a:custGeom>
              <a:avLst/>
              <a:gdLst/>
              <a:ahLst/>
              <a:cxnLst/>
              <a:rect l="l" t="t" r="r" b="b"/>
              <a:pathLst>
                <a:path w="668" h="531" extrusionOk="0">
                  <a:moveTo>
                    <a:pt x="338" y="0"/>
                  </a:moveTo>
                  <a:cubicBezTo>
                    <a:pt x="323" y="0"/>
                    <a:pt x="310" y="2"/>
                    <a:pt x="301" y="7"/>
                  </a:cubicBezTo>
                  <a:cubicBezTo>
                    <a:pt x="167" y="74"/>
                    <a:pt x="0" y="207"/>
                    <a:pt x="0" y="207"/>
                  </a:cubicBezTo>
                  <a:cubicBezTo>
                    <a:pt x="0" y="274"/>
                    <a:pt x="100" y="474"/>
                    <a:pt x="100" y="474"/>
                  </a:cubicBezTo>
                  <a:cubicBezTo>
                    <a:pt x="100" y="474"/>
                    <a:pt x="213" y="530"/>
                    <a:pt x="297" y="530"/>
                  </a:cubicBezTo>
                  <a:cubicBezTo>
                    <a:pt x="326" y="530"/>
                    <a:pt x="351" y="524"/>
                    <a:pt x="367" y="507"/>
                  </a:cubicBezTo>
                  <a:cubicBezTo>
                    <a:pt x="501" y="474"/>
                    <a:pt x="667" y="307"/>
                    <a:pt x="667" y="307"/>
                  </a:cubicBezTo>
                  <a:cubicBezTo>
                    <a:pt x="667" y="274"/>
                    <a:pt x="634" y="74"/>
                    <a:pt x="601" y="74"/>
                  </a:cubicBezTo>
                  <a:cubicBezTo>
                    <a:pt x="601" y="74"/>
                    <a:pt x="429" y="0"/>
                    <a:pt x="3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78" name="Google Shape;1678;p13"/>
            <p:cNvSpPr/>
            <p:nvPr/>
          </p:nvSpPr>
          <p:spPr>
            <a:xfrm>
              <a:off x="398010" y="1640766"/>
              <a:ext cx="17772" cy="13734"/>
            </a:xfrm>
            <a:custGeom>
              <a:avLst/>
              <a:gdLst/>
              <a:ahLst/>
              <a:cxnLst/>
              <a:rect l="l" t="t" r="r" b="b"/>
              <a:pathLst>
                <a:path w="735" h="568" extrusionOk="0">
                  <a:moveTo>
                    <a:pt x="535" y="1"/>
                  </a:moveTo>
                  <a:cubicBezTo>
                    <a:pt x="401" y="1"/>
                    <a:pt x="335" y="34"/>
                    <a:pt x="234" y="68"/>
                  </a:cubicBezTo>
                  <a:cubicBezTo>
                    <a:pt x="68" y="168"/>
                    <a:pt x="1" y="435"/>
                    <a:pt x="1" y="435"/>
                  </a:cubicBezTo>
                  <a:lnTo>
                    <a:pt x="201" y="568"/>
                  </a:lnTo>
                  <a:cubicBezTo>
                    <a:pt x="201" y="568"/>
                    <a:pt x="401" y="501"/>
                    <a:pt x="501" y="435"/>
                  </a:cubicBezTo>
                  <a:lnTo>
                    <a:pt x="668" y="268"/>
                  </a:lnTo>
                  <a:lnTo>
                    <a:pt x="735" y="201"/>
                  </a:lnTo>
                  <a:cubicBezTo>
                    <a:pt x="735" y="134"/>
                    <a:pt x="701" y="1"/>
                    <a:pt x="7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79" name="Google Shape;1679;p13"/>
            <p:cNvSpPr/>
            <p:nvPr/>
          </p:nvSpPr>
          <p:spPr>
            <a:xfrm>
              <a:off x="405288" y="1661754"/>
              <a:ext cx="28242" cy="19368"/>
            </a:xfrm>
            <a:custGeom>
              <a:avLst/>
              <a:gdLst/>
              <a:ahLst/>
              <a:cxnLst/>
              <a:rect l="l" t="t" r="r" b="b"/>
              <a:pathLst>
                <a:path w="1168" h="801" extrusionOk="0">
                  <a:moveTo>
                    <a:pt x="867" y="0"/>
                  </a:moveTo>
                  <a:cubicBezTo>
                    <a:pt x="734" y="34"/>
                    <a:pt x="567" y="67"/>
                    <a:pt x="434" y="134"/>
                  </a:cubicBezTo>
                  <a:cubicBezTo>
                    <a:pt x="334" y="200"/>
                    <a:pt x="200" y="300"/>
                    <a:pt x="100" y="400"/>
                  </a:cubicBezTo>
                  <a:cubicBezTo>
                    <a:pt x="34" y="534"/>
                    <a:pt x="0" y="634"/>
                    <a:pt x="0" y="634"/>
                  </a:cubicBezTo>
                  <a:lnTo>
                    <a:pt x="167" y="801"/>
                  </a:lnTo>
                  <a:lnTo>
                    <a:pt x="334" y="701"/>
                  </a:lnTo>
                  <a:cubicBezTo>
                    <a:pt x="434" y="667"/>
                    <a:pt x="567" y="634"/>
                    <a:pt x="667" y="567"/>
                  </a:cubicBezTo>
                  <a:cubicBezTo>
                    <a:pt x="734" y="567"/>
                    <a:pt x="867" y="467"/>
                    <a:pt x="934" y="400"/>
                  </a:cubicBezTo>
                  <a:cubicBezTo>
                    <a:pt x="1034" y="334"/>
                    <a:pt x="1101" y="300"/>
                    <a:pt x="1101" y="300"/>
                  </a:cubicBezTo>
                  <a:cubicBezTo>
                    <a:pt x="1168" y="300"/>
                    <a:pt x="1101" y="67"/>
                    <a:pt x="11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80" name="Google Shape;1680;p13"/>
            <p:cNvSpPr/>
            <p:nvPr/>
          </p:nvSpPr>
          <p:spPr>
            <a:xfrm>
              <a:off x="418998" y="1693213"/>
              <a:ext cx="27444" cy="16950"/>
            </a:xfrm>
            <a:custGeom>
              <a:avLst/>
              <a:gdLst/>
              <a:ahLst/>
              <a:cxnLst/>
              <a:rect l="l" t="t" r="r" b="b"/>
              <a:pathLst>
                <a:path w="1135" h="701" extrusionOk="0">
                  <a:moveTo>
                    <a:pt x="1034" y="0"/>
                  </a:moveTo>
                  <a:cubicBezTo>
                    <a:pt x="1034" y="0"/>
                    <a:pt x="667" y="33"/>
                    <a:pt x="467" y="100"/>
                  </a:cubicBezTo>
                  <a:cubicBezTo>
                    <a:pt x="234" y="200"/>
                    <a:pt x="0" y="434"/>
                    <a:pt x="0" y="434"/>
                  </a:cubicBezTo>
                  <a:cubicBezTo>
                    <a:pt x="0" y="500"/>
                    <a:pt x="100" y="701"/>
                    <a:pt x="100" y="701"/>
                  </a:cubicBezTo>
                  <a:cubicBezTo>
                    <a:pt x="100" y="701"/>
                    <a:pt x="467" y="667"/>
                    <a:pt x="667" y="567"/>
                  </a:cubicBezTo>
                  <a:cubicBezTo>
                    <a:pt x="868" y="467"/>
                    <a:pt x="1134" y="234"/>
                    <a:pt x="1134" y="234"/>
                  </a:cubicBezTo>
                  <a:cubicBezTo>
                    <a:pt x="1134" y="234"/>
                    <a:pt x="1068" y="33"/>
                    <a:pt x="10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81" name="Google Shape;1681;p13"/>
            <p:cNvSpPr/>
            <p:nvPr/>
          </p:nvSpPr>
          <p:spPr>
            <a:xfrm>
              <a:off x="444798" y="1718215"/>
              <a:ext cx="18570" cy="12719"/>
            </a:xfrm>
            <a:custGeom>
              <a:avLst/>
              <a:gdLst/>
              <a:ahLst/>
              <a:cxnLst/>
              <a:rect l="l" t="t" r="r" b="b"/>
              <a:pathLst>
                <a:path w="768" h="526" extrusionOk="0">
                  <a:moveTo>
                    <a:pt x="534" y="0"/>
                  </a:moveTo>
                  <a:cubicBezTo>
                    <a:pt x="534" y="0"/>
                    <a:pt x="368" y="0"/>
                    <a:pt x="268" y="34"/>
                  </a:cubicBezTo>
                  <a:cubicBezTo>
                    <a:pt x="167" y="67"/>
                    <a:pt x="1" y="200"/>
                    <a:pt x="1" y="200"/>
                  </a:cubicBezTo>
                  <a:lnTo>
                    <a:pt x="1" y="467"/>
                  </a:lnTo>
                  <a:cubicBezTo>
                    <a:pt x="1" y="467"/>
                    <a:pt x="101" y="467"/>
                    <a:pt x="167" y="501"/>
                  </a:cubicBezTo>
                  <a:cubicBezTo>
                    <a:pt x="217" y="517"/>
                    <a:pt x="276" y="526"/>
                    <a:pt x="330" y="526"/>
                  </a:cubicBezTo>
                  <a:cubicBezTo>
                    <a:pt x="384" y="526"/>
                    <a:pt x="434" y="517"/>
                    <a:pt x="468" y="501"/>
                  </a:cubicBezTo>
                  <a:cubicBezTo>
                    <a:pt x="568" y="467"/>
                    <a:pt x="634" y="367"/>
                    <a:pt x="701" y="300"/>
                  </a:cubicBezTo>
                  <a:cubicBezTo>
                    <a:pt x="768" y="200"/>
                    <a:pt x="768" y="134"/>
                    <a:pt x="768" y="134"/>
                  </a:cubicBezTo>
                  <a:cubicBezTo>
                    <a:pt x="768" y="134"/>
                    <a:pt x="568" y="0"/>
                    <a:pt x="5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82" name="Google Shape;1682;p13"/>
            <p:cNvSpPr/>
            <p:nvPr/>
          </p:nvSpPr>
          <p:spPr>
            <a:xfrm>
              <a:off x="546427" y="1719013"/>
              <a:ext cx="18570" cy="12477"/>
            </a:xfrm>
            <a:custGeom>
              <a:avLst/>
              <a:gdLst/>
              <a:ahLst/>
              <a:cxnLst/>
              <a:rect l="l" t="t" r="r" b="b"/>
              <a:pathLst>
                <a:path w="768" h="516" extrusionOk="0">
                  <a:moveTo>
                    <a:pt x="534" y="1"/>
                  </a:moveTo>
                  <a:cubicBezTo>
                    <a:pt x="434" y="1"/>
                    <a:pt x="368" y="1"/>
                    <a:pt x="334" y="34"/>
                  </a:cubicBezTo>
                  <a:cubicBezTo>
                    <a:pt x="201" y="101"/>
                    <a:pt x="34" y="267"/>
                    <a:pt x="34" y="267"/>
                  </a:cubicBezTo>
                  <a:cubicBezTo>
                    <a:pt x="1" y="267"/>
                    <a:pt x="67" y="501"/>
                    <a:pt x="67" y="501"/>
                  </a:cubicBezTo>
                  <a:cubicBezTo>
                    <a:pt x="67" y="501"/>
                    <a:pt x="186" y="516"/>
                    <a:pt x="314" y="516"/>
                  </a:cubicBezTo>
                  <a:cubicBezTo>
                    <a:pt x="379" y="516"/>
                    <a:pt x="445" y="512"/>
                    <a:pt x="501" y="501"/>
                  </a:cubicBezTo>
                  <a:cubicBezTo>
                    <a:pt x="568" y="468"/>
                    <a:pt x="668" y="367"/>
                    <a:pt x="701" y="334"/>
                  </a:cubicBezTo>
                  <a:cubicBezTo>
                    <a:pt x="735" y="234"/>
                    <a:pt x="768" y="201"/>
                    <a:pt x="768" y="201"/>
                  </a:cubicBezTo>
                  <a:cubicBezTo>
                    <a:pt x="735" y="167"/>
                    <a:pt x="668" y="1"/>
                    <a:pt x="6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83" name="Google Shape;1683;p13"/>
            <p:cNvSpPr/>
            <p:nvPr/>
          </p:nvSpPr>
          <p:spPr>
            <a:xfrm>
              <a:off x="1019895" y="1261962"/>
              <a:ext cx="117781" cy="280440"/>
            </a:xfrm>
            <a:custGeom>
              <a:avLst/>
              <a:gdLst/>
              <a:ahLst/>
              <a:cxnLst/>
              <a:rect l="l" t="t" r="r" b="b"/>
              <a:pathLst>
                <a:path w="4871" h="11598" extrusionOk="0">
                  <a:moveTo>
                    <a:pt x="1271" y="0"/>
                  </a:moveTo>
                  <a:cubicBezTo>
                    <a:pt x="1157" y="0"/>
                    <a:pt x="1055" y="200"/>
                    <a:pt x="1168" y="256"/>
                  </a:cubicBezTo>
                  <a:cubicBezTo>
                    <a:pt x="1168" y="256"/>
                    <a:pt x="1435" y="423"/>
                    <a:pt x="1768" y="723"/>
                  </a:cubicBezTo>
                  <a:cubicBezTo>
                    <a:pt x="1968" y="856"/>
                    <a:pt x="2135" y="1056"/>
                    <a:pt x="2335" y="1257"/>
                  </a:cubicBezTo>
                  <a:cubicBezTo>
                    <a:pt x="2535" y="1490"/>
                    <a:pt x="2769" y="1724"/>
                    <a:pt x="2969" y="2024"/>
                  </a:cubicBezTo>
                  <a:cubicBezTo>
                    <a:pt x="3002" y="2091"/>
                    <a:pt x="3103" y="2157"/>
                    <a:pt x="3136" y="2224"/>
                  </a:cubicBezTo>
                  <a:lnTo>
                    <a:pt x="3269" y="2491"/>
                  </a:lnTo>
                  <a:cubicBezTo>
                    <a:pt x="3336" y="2658"/>
                    <a:pt x="3469" y="2824"/>
                    <a:pt x="3536" y="2991"/>
                  </a:cubicBezTo>
                  <a:cubicBezTo>
                    <a:pt x="3636" y="3158"/>
                    <a:pt x="3703" y="3358"/>
                    <a:pt x="3803" y="3525"/>
                  </a:cubicBezTo>
                  <a:cubicBezTo>
                    <a:pt x="3870" y="3692"/>
                    <a:pt x="3970" y="3858"/>
                    <a:pt x="4003" y="4059"/>
                  </a:cubicBezTo>
                  <a:cubicBezTo>
                    <a:pt x="4037" y="4225"/>
                    <a:pt x="4137" y="4426"/>
                    <a:pt x="4170" y="4592"/>
                  </a:cubicBezTo>
                  <a:cubicBezTo>
                    <a:pt x="4203" y="4759"/>
                    <a:pt x="4203" y="4993"/>
                    <a:pt x="4270" y="5159"/>
                  </a:cubicBezTo>
                  <a:cubicBezTo>
                    <a:pt x="4270" y="5259"/>
                    <a:pt x="4303" y="5360"/>
                    <a:pt x="4303" y="5426"/>
                  </a:cubicBezTo>
                  <a:lnTo>
                    <a:pt x="4303" y="5693"/>
                  </a:lnTo>
                  <a:lnTo>
                    <a:pt x="4303" y="6193"/>
                  </a:lnTo>
                  <a:cubicBezTo>
                    <a:pt x="4203" y="6827"/>
                    <a:pt x="4103" y="7594"/>
                    <a:pt x="3703" y="8262"/>
                  </a:cubicBezTo>
                  <a:cubicBezTo>
                    <a:pt x="3336" y="8929"/>
                    <a:pt x="2836" y="9563"/>
                    <a:pt x="2302" y="9963"/>
                  </a:cubicBezTo>
                  <a:cubicBezTo>
                    <a:pt x="2169" y="10096"/>
                    <a:pt x="2035" y="10196"/>
                    <a:pt x="1935" y="10330"/>
                  </a:cubicBezTo>
                  <a:cubicBezTo>
                    <a:pt x="1735" y="10396"/>
                    <a:pt x="1635" y="10497"/>
                    <a:pt x="1501" y="10563"/>
                  </a:cubicBezTo>
                  <a:cubicBezTo>
                    <a:pt x="1201" y="10730"/>
                    <a:pt x="1001" y="10863"/>
                    <a:pt x="801" y="10930"/>
                  </a:cubicBezTo>
                  <a:cubicBezTo>
                    <a:pt x="367" y="11097"/>
                    <a:pt x="134" y="11230"/>
                    <a:pt x="134" y="11230"/>
                  </a:cubicBezTo>
                  <a:cubicBezTo>
                    <a:pt x="0" y="11330"/>
                    <a:pt x="100" y="11564"/>
                    <a:pt x="167" y="11597"/>
                  </a:cubicBezTo>
                  <a:cubicBezTo>
                    <a:pt x="167" y="11597"/>
                    <a:pt x="434" y="11531"/>
                    <a:pt x="868" y="11364"/>
                  </a:cubicBezTo>
                  <a:cubicBezTo>
                    <a:pt x="1101" y="11264"/>
                    <a:pt x="1335" y="11164"/>
                    <a:pt x="1635" y="10997"/>
                  </a:cubicBezTo>
                  <a:cubicBezTo>
                    <a:pt x="1802" y="10897"/>
                    <a:pt x="1935" y="10830"/>
                    <a:pt x="2102" y="10730"/>
                  </a:cubicBezTo>
                  <a:cubicBezTo>
                    <a:pt x="2235" y="10597"/>
                    <a:pt x="2369" y="10530"/>
                    <a:pt x="2535" y="10396"/>
                  </a:cubicBezTo>
                  <a:cubicBezTo>
                    <a:pt x="3169" y="9929"/>
                    <a:pt x="3770" y="9329"/>
                    <a:pt x="4170" y="8562"/>
                  </a:cubicBezTo>
                  <a:cubicBezTo>
                    <a:pt x="4637" y="7828"/>
                    <a:pt x="4804" y="6994"/>
                    <a:pt x="4870" y="6227"/>
                  </a:cubicBezTo>
                  <a:lnTo>
                    <a:pt x="4870" y="5660"/>
                  </a:lnTo>
                  <a:lnTo>
                    <a:pt x="4870" y="5360"/>
                  </a:lnTo>
                  <a:cubicBezTo>
                    <a:pt x="4870" y="5259"/>
                    <a:pt x="4837" y="5159"/>
                    <a:pt x="4837" y="5059"/>
                  </a:cubicBezTo>
                  <a:lnTo>
                    <a:pt x="4704" y="4426"/>
                  </a:lnTo>
                  <a:cubicBezTo>
                    <a:pt x="4637" y="4225"/>
                    <a:pt x="4604" y="4025"/>
                    <a:pt x="4504" y="3825"/>
                  </a:cubicBezTo>
                  <a:cubicBezTo>
                    <a:pt x="4437" y="3592"/>
                    <a:pt x="4337" y="3425"/>
                    <a:pt x="4270" y="3225"/>
                  </a:cubicBezTo>
                  <a:cubicBezTo>
                    <a:pt x="4137" y="3058"/>
                    <a:pt x="4103" y="2858"/>
                    <a:pt x="3970" y="2691"/>
                  </a:cubicBezTo>
                  <a:cubicBezTo>
                    <a:pt x="3836" y="2524"/>
                    <a:pt x="3770" y="2357"/>
                    <a:pt x="3636" y="2191"/>
                  </a:cubicBezTo>
                  <a:cubicBezTo>
                    <a:pt x="3603" y="2091"/>
                    <a:pt x="3503" y="2024"/>
                    <a:pt x="3469" y="1924"/>
                  </a:cubicBezTo>
                  <a:cubicBezTo>
                    <a:pt x="3436" y="1857"/>
                    <a:pt x="3336" y="1824"/>
                    <a:pt x="3303" y="1724"/>
                  </a:cubicBezTo>
                  <a:cubicBezTo>
                    <a:pt x="3036" y="1423"/>
                    <a:pt x="2836" y="1190"/>
                    <a:pt x="2602" y="990"/>
                  </a:cubicBezTo>
                  <a:cubicBezTo>
                    <a:pt x="2335" y="756"/>
                    <a:pt x="2169" y="556"/>
                    <a:pt x="1968" y="423"/>
                  </a:cubicBezTo>
                  <a:lnTo>
                    <a:pt x="1335" y="22"/>
                  </a:lnTo>
                  <a:cubicBezTo>
                    <a:pt x="1314" y="7"/>
                    <a:pt x="1292" y="0"/>
                    <a:pt x="12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84" name="Google Shape;1684;p13"/>
            <p:cNvSpPr/>
            <p:nvPr/>
          </p:nvSpPr>
          <p:spPr>
            <a:xfrm>
              <a:off x="1133179" y="597399"/>
              <a:ext cx="578071" cy="256574"/>
            </a:xfrm>
            <a:custGeom>
              <a:avLst/>
              <a:gdLst/>
              <a:ahLst/>
              <a:cxnLst/>
              <a:rect l="l" t="t" r="r" b="b"/>
              <a:pathLst>
                <a:path w="23907" h="10611" extrusionOk="0">
                  <a:moveTo>
                    <a:pt x="23735" y="0"/>
                  </a:moveTo>
                  <a:cubicBezTo>
                    <a:pt x="23662" y="0"/>
                    <a:pt x="23579" y="55"/>
                    <a:pt x="23535" y="187"/>
                  </a:cubicBezTo>
                  <a:cubicBezTo>
                    <a:pt x="23535" y="187"/>
                    <a:pt x="23502" y="320"/>
                    <a:pt x="23435" y="520"/>
                  </a:cubicBezTo>
                  <a:cubicBezTo>
                    <a:pt x="23435" y="620"/>
                    <a:pt x="23335" y="721"/>
                    <a:pt x="23269" y="854"/>
                  </a:cubicBezTo>
                  <a:cubicBezTo>
                    <a:pt x="23202" y="887"/>
                    <a:pt x="23169" y="987"/>
                    <a:pt x="23135" y="1054"/>
                  </a:cubicBezTo>
                  <a:cubicBezTo>
                    <a:pt x="23102" y="1121"/>
                    <a:pt x="23002" y="1188"/>
                    <a:pt x="22968" y="1288"/>
                  </a:cubicBezTo>
                  <a:cubicBezTo>
                    <a:pt x="22868" y="1354"/>
                    <a:pt x="22835" y="1454"/>
                    <a:pt x="22768" y="1521"/>
                  </a:cubicBezTo>
                  <a:lnTo>
                    <a:pt x="22501" y="1788"/>
                  </a:lnTo>
                  <a:cubicBezTo>
                    <a:pt x="22335" y="1955"/>
                    <a:pt x="22134" y="2055"/>
                    <a:pt x="21934" y="2222"/>
                  </a:cubicBezTo>
                  <a:cubicBezTo>
                    <a:pt x="21467" y="2555"/>
                    <a:pt x="20967" y="2855"/>
                    <a:pt x="20333" y="3056"/>
                  </a:cubicBezTo>
                  <a:cubicBezTo>
                    <a:pt x="19132" y="3556"/>
                    <a:pt x="17665" y="3856"/>
                    <a:pt x="16197" y="4156"/>
                  </a:cubicBezTo>
                  <a:cubicBezTo>
                    <a:pt x="14796" y="4390"/>
                    <a:pt x="13328" y="4657"/>
                    <a:pt x="12027" y="4857"/>
                  </a:cubicBezTo>
                  <a:cubicBezTo>
                    <a:pt x="9459" y="5324"/>
                    <a:pt x="6156" y="5991"/>
                    <a:pt x="3721" y="7292"/>
                  </a:cubicBezTo>
                  <a:cubicBezTo>
                    <a:pt x="2520" y="7892"/>
                    <a:pt x="1586" y="8660"/>
                    <a:pt x="986" y="9293"/>
                  </a:cubicBezTo>
                  <a:cubicBezTo>
                    <a:pt x="686" y="9560"/>
                    <a:pt x="452" y="9827"/>
                    <a:pt x="319" y="10027"/>
                  </a:cubicBezTo>
                  <a:cubicBezTo>
                    <a:pt x="185" y="10194"/>
                    <a:pt x="119" y="10327"/>
                    <a:pt x="119" y="10327"/>
                  </a:cubicBezTo>
                  <a:cubicBezTo>
                    <a:pt x="1" y="10469"/>
                    <a:pt x="116" y="10610"/>
                    <a:pt x="253" y="10610"/>
                  </a:cubicBezTo>
                  <a:cubicBezTo>
                    <a:pt x="310" y="10610"/>
                    <a:pt x="370" y="10586"/>
                    <a:pt x="419" y="10528"/>
                  </a:cubicBezTo>
                  <a:cubicBezTo>
                    <a:pt x="419" y="10528"/>
                    <a:pt x="486" y="10394"/>
                    <a:pt x="619" y="10227"/>
                  </a:cubicBezTo>
                  <a:cubicBezTo>
                    <a:pt x="753" y="10061"/>
                    <a:pt x="953" y="9827"/>
                    <a:pt x="1253" y="9527"/>
                  </a:cubicBezTo>
                  <a:cubicBezTo>
                    <a:pt x="1853" y="8993"/>
                    <a:pt x="2787" y="8293"/>
                    <a:pt x="3955" y="7726"/>
                  </a:cubicBezTo>
                  <a:cubicBezTo>
                    <a:pt x="6323" y="6558"/>
                    <a:pt x="9592" y="5991"/>
                    <a:pt x="12127" y="5524"/>
                  </a:cubicBezTo>
                  <a:cubicBezTo>
                    <a:pt x="13395" y="5290"/>
                    <a:pt x="14863" y="5024"/>
                    <a:pt x="16330" y="4723"/>
                  </a:cubicBezTo>
                  <a:cubicBezTo>
                    <a:pt x="17798" y="4457"/>
                    <a:pt x="19232" y="4056"/>
                    <a:pt x="20500" y="3523"/>
                  </a:cubicBezTo>
                  <a:cubicBezTo>
                    <a:pt x="21134" y="3289"/>
                    <a:pt x="21701" y="2955"/>
                    <a:pt x="22168" y="2622"/>
                  </a:cubicBezTo>
                  <a:cubicBezTo>
                    <a:pt x="22368" y="2455"/>
                    <a:pt x="22635" y="2288"/>
                    <a:pt x="22802" y="2055"/>
                  </a:cubicBezTo>
                  <a:lnTo>
                    <a:pt x="23035" y="1821"/>
                  </a:lnTo>
                  <a:cubicBezTo>
                    <a:pt x="23135" y="1688"/>
                    <a:pt x="23169" y="1621"/>
                    <a:pt x="23235" y="1521"/>
                  </a:cubicBezTo>
                  <a:cubicBezTo>
                    <a:pt x="23302" y="1454"/>
                    <a:pt x="23369" y="1354"/>
                    <a:pt x="23402" y="1288"/>
                  </a:cubicBezTo>
                  <a:lnTo>
                    <a:pt x="23535" y="1021"/>
                  </a:lnTo>
                  <a:cubicBezTo>
                    <a:pt x="23636" y="854"/>
                    <a:pt x="23702" y="721"/>
                    <a:pt x="23769" y="620"/>
                  </a:cubicBezTo>
                  <a:lnTo>
                    <a:pt x="23869" y="220"/>
                  </a:lnTo>
                  <a:cubicBezTo>
                    <a:pt x="23906" y="89"/>
                    <a:pt x="23828" y="0"/>
                    <a:pt x="237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85" name="Google Shape;1685;p13"/>
            <p:cNvSpPr/>
            <p:nvPr/>
          </p:nvSpPr>
          <p:spPr>
            <a:xfrm>
              <a:off x="10864" y="698012"/>
              <a:ext cx="372662" cy="364465"/>
            </a:xfrm>
            <a:custGeom>
              <a:avLst/>
              <a:gdLst/>
              <a:ahLst/>
              <a:cxnLst/>
              <a:rect l="l" t="t" r="r" b="b"/>
              <a:pathLst>
                <a:path w="15412" h="15073" extrusionOk="0">
                  <a:moveTo>
                    <a:pt x="15180" y="0"/>
                  </a:moveTo>
                  <a:cubicBezTo>
                    <a:pt x="15073" y="0"/>
                    <a:pt x="14949" y="82"/>
                    <a:pt x="14911" y="195"/>
                  </a:cubicBezTo>
                  <a:lnTo>
                    <a:pt x="14911" y="496"/>
                  </a:lnTo>
                  <a:cubicBezTo>
                    <a:pt x="14911" y="562"/>
                    <a:pt x="14978" y="696"/>
                    <a:pt x="14911" y="829"/>
                  </a:cubicBezTo>
                  <a:cubicBezTo>
                    <a:pt x="14911" y="963"/>
                    <a:pt x="14878" y="1129"/>
                    <a:pt x="14878" y="1296"/>
                  </a:cubicBezTo>
                  <a:cubicBezTo>
                    <a:pt x="14744" y="1963"/>
                    <a:pt x="14377" y="2831"/>
                    <a:pt x="13577" y="3565"/>
                  </a:cubicBezTo>
                  <a:cubicBezTo>
                    <a:pt x="12843" y="4332"/>
                    <a:pt x="11742" y="4999"/>
                    <a:pt x="10708" y="5699"/>
                  </a:cubicBezTo>
                  <a:cubicBezTo>
                    <a:pt x="10174" y="6033"/>
                    <a:pt x="9641" y="6400"/>
                    <a:pt x="9174" y="6834"/>
                  </a:cubicBezTo>
                  <a:cubicBezTo>
                    <a:pt x="8907" y="7000"/>
                    <a:pt x="8707" y="7234"/>
                    <a:pt x="8507" y="7467"/>
                  </a:cubicBezTo>
                  <a:cubicBezTo>
                    <a:pt x="8306" y="7667"/>
                    <a:pt x="8140" y="7901"/>
                    <a:pt x="7973" y="8134"/>
                  </a:cubicBezTo>
                  <a:cubicBezTo>
                    <a:pt x="7239" y="9035"/>
                    <a:pt x="6705" y="10169"/>
                    <a:pt x="6138" y="11303"/>
                  </a:cubicBezTo>
                  <a:cubicBezTo>
                    <a:pt x="5571" y="12404"/>
                    <a:pt x="4904" y="13472"/>
                    <a:pt x="4003" y="14005"/>
                  </a:cubicBezTo>
                  <a:cubicBezTo>
                    <a:pt x="3069" y="14539"/>
                    <a:pt x="2069" y="14639"/>
                    <a:pt x="1402" y="14639"/>
                  </a:cubicBezTo>
                  <a:cubicBezTo>
                    <a:pt x="1035" y="14639"/>
                    <a:pt x="768" y="14572"/>
                    <a:pt x="568" y="14572"/>
                  </a:cubicBezTo>
                  <a:lnTo>
                    <a:pt x="267" y="14572"/>
                  </a:lnTo>
                  <a:cubicBezTo>
                    <a:pt x="67" y="14572"/>
                    <a:pt x="1" y="14906"/>
                    <a:pt x="234" y="14973"/>
                  </a:cubicBezTo>
                  <a:cubicBezTo>
                    <a:pt x="234" y="14973"/>
                    <a:pt x="334" y="14973"/>
                    <a:pt x="534" y="15006"/>
                  </a:cubicBezTo>
                  <a:cubicBezTo>
                    <a:pt x="701" y="15039"/>
                    <a:pt x="1001" y="15073"/>
                    <a:pt x="1368" y="15073"/>
                  </a:cubicBezTo>
                  <a:lnTo>
                    <a:pt x="1935" y="15073"/>
                  </a:lnTo>
                  <a:cubicBezTo>
                    <a:pt x="2202" y="15073"/>
                    <a:pt x="2402" y="15039"/>
                    <a:pt x="2669" y="15006"/>
                  </a:cubicBezTo>
                  <a:cubicBezTo>
                    <a:pt x="3169" y="14973"/>
                    <a:pt x="3703" y="14806"/>
                    <a:pt x="4237" y="14506"/>
                  </a:cubicBezTo>
                  <a:cubicBezTo>
                    <a:pt x="4737" y="14172"/>
                    <a:pt x="5271" y="13739"/>
                    <a:pt x="5671" y="13238"/>
                  </a:cubicBezTo>
                  <a:cubicBezTo>
                    <a:pt x="6072" y="12738"/>
                    <a:pt x="6405" y="12171"/>
                    <a:pt x="6705" y="11637"/>
                  </a:cubicBezTo>
                  <a:cubicBezTo>
                    <a:pt x="7339" y="10503"/>
                    <a:pt x="7906" y="9402"/>
                    <a:pt x="8540" y="8568"/>
                  </a:cubicBezTo>
                  <a:lnTo>
                    <a:pt x="9040" y="7968"/>
                  </a:lnTo>
                  <a:cubicBezTo>
                    <a:pt x="9240" y="7734"/>
                    <a:pt x="9441" y="7567"/>
                    <a:pt x="9674" y="7367"/>
                  </a:cubicBezTo>
                  <a:cubicBezTo>
                    <a:pt x="10141" y="6967"/>
                    <a:pt x="10641" y="6633"/>
                    <a:pt x="11108" y="6233"/>
                  </a:cubicBezTo>
                  <a:cubicBezTo>
                    <a:pt x="12143" y="5533"/>
                    <a:pt x="13210" y="4832"/>
                    <a:pt x="14011" y="3965"/>
                  </a:cubicBezTo>
                  <a:cubicBezTo>
                    <a:pt x="14844" y="3131"/>
                    <a:pt x="15245" y="2063"/>
                    <a:pt x="15345" y="1330"/>
                  </a:cubicBezTo>
                  <a:cubicBezTo>
                    <a:pt x="15345" y="1163"/>
                    <a:pt x="15378" y="996"/>
                    <a:pt x="15378" y="829"/>
                  </a:cubicBezTo>
                  <a:cubicBezTo>
                    <a:pt x="15412" y="662"/>
                    <a:pt x="15378" y="529"/>
                    <a:pt x="15378" y="462"/>
                  </a:cubicBezTo>
                  <a:cubicBezTo>
                    <a:pt x="15345" y="296"/>
                    <a:pt x="15345" y="162"/>
                    <a:pt x="15345" y="162"/>
                  </a:cubicBezTo>
                  <a:cubicBezTo>
                    <a:pt x="15330" y="47"/>
                    <a:pt x="15260" y="0"/>
                    <a:pt x="151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686" name="Google Shape;1686;p13"/>
            <p:cNvGrpSpPr/>
            <p:nvPr/>
          </p:nvGrpSpPr>
          <p:grpSpPr>
            <a:xfrm>
              <a:off x="3610" y="8"/>
              <a:ext cx="2717078" cy="5143763"/>
              <a:chOff x="3610" y="8"/>
              <a:chExt cx="2717078" cy="5143763"/>
            </a:xfrm>
          </p:grpSpPr>
          <p:sp>
            <p:nvSpPr>
              <p:cNvPr id="1687" name="Google Shape;1687;p13"/>
              <p:cNvSpPr/>
              <p:nvPr/>
            </p:nvSpPr>
            <p:spPr>
              <a:xfrm>
                <a:off x="627889" y="3237468"/>
                <a:ext cx="41058" cy="76989"/>
              </a:xfrm>
              <a:custGeom>
                <a:avLst/>
                <a:gdLst/>
                <a:ahLst/>
                <a:cxnLst/>
                <a:rect l="l" t="t" r="r" b="b"/>
                <a:pathLst>
                  <a:path w="1698" h="3184" extrusionOk="0">
                    <a:moveTo>
                      <a:pt x="1396" y="1"/>
                    </a:moveTo>
                    <a:cubicBezTo>
                      <a:pt x="1383" y="1"/>
                      <a:pt x="1373" y="5"/>
                      <a:pt x="1368" y="14"/>
                    </a:cubicBezTo>
                    <a:cubicBezTo>
                      <a:pt x="1368" y="14"/>
                      <a:pt x="1202" y="214"/>
                      <a:pt x="1001" y="448"/>
                    </a:cubicBezTo>
                    <a:cubicBezTo>
                      <a:pt x="801" y="715"/>
                      <a:pt x="568" y="1082"/>
                      <a:pt x="401" y="1382"/>
                    </a:cubicBezTo>
                    <a:cubicBezTo>
                      <a:pt x="301" y="1715"/>
                      <a:pt x="134" y="2116"/>
                      <a:pt x="67" y="2449"/>
                    </a:cubicBezTo>
                    <a:cubicBezTo>
                      <a:pt x="34" y="2783"/>
                      <a:pt x="1" y="3050"/>
                      <a:pt x="1" y="3050"/>
                    </a:cubicBezTo>
                    <a:cubicBezTo>
                      <a:pt x="1" y="3083"/>
                      <a:pt x="334" y="3183"/>
                      <a:pt x="334" y="3183"/>
                    </a:cubicBezTo>
                    <a:cubicBezTo>
                      <a:pt x="334" y="3183"/>
                      <a:pt x="735" y="2282"/>
                      <a:pt x="1035" y="1715"/>
                    </a:cubicBezTo>
                    <a:cubicBezTo>
                      <a:pt x="1202" y="1415"/>
                      <a:pt x="1335" y="1048"/>
                      <a:pt x="1468" y="748"/>
                    </a:cubicBezTo>
                    <a:cubicBezTo>
                      <a:pt x="1569" y="448"/>
                      <a:pt x="1669" y="214"/>
                      <a:pt x="1669" y="214"/>
                    </a:cubicBezTo>
                    <a:cubicBezTo>
                      <a:pt x="1697" y="157"/>
                      <a:pt x="1479" y="1"/>
                      <a:pt x="13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88" name="Google Shape;1688;p13"/>
              <p:cNvSpPr/>
              <p:nvPr/>
            </p:nvSpPr>
            <p:spPr>
              <a:xfrm>
                <a:off x="615001" y="3378873"/>
                <a:ext cx="27662" cy="156324"/>
              </a:xfrm>
              <a:custGeom>
                <a:avLst/>
                <a:gdLst/>
                <a:ahLst/>
                <a:cxnLst/>
                <a:rect l="l" t="t" r="r" b="b"/>
                <a:pathLst>
                  <a:path w="1144" h="6465" extrusionOk="0">
                    <a:moveTo>
                      <a:pt x="578" y="0"/>
                    </a:moveTo>
                    <a:cubicBezTo>
                      <a:pt x="539" y="0"/>
                      <a:pt x="509" y="11"/>
                      <a:pt x="500" y="37"/>
                    </a:cubicBezTo>
                    <a:cubicBezTo>
                      <a:pt x="500" y="37"/>
                      <a:pt x="434" y="171"/>
                      <a:pt x="400" y="371"/>
                    </a:cubicBezTo>
                    <a:cubicBezTo>
                      <a:pt x="334" y="571"/>
                      <a:pt x="234" y="838"/>
                      <a:pt x="200" y="1171"/>
                    </a:cubicBezTo>
                    <a:cubicBezTo>
                      <a:pt x="33" y="1838"/>
                      <a:pt x="0" y="2672"/>
                      <a:pt x="33" y="3273"/>
                    </a:cubicBezTo>
                    <a:cubicBezTo>
                      <a:pt x="67" y="3940"/>
                      <a:pt x="200" y="4740"/>
                      <a:pt x="400" y="5374"/>
                    </a:cubicBezTo>
                    <a:cubicBezTo>
                      <a:pt x="500" y="5708"/>
                      <a:pt x="567" y="5941"/>
                      <a:pt x="667" y="6175"/>
                    </a:cubicBezTo>
                    <a:cubicBezTo>
                      <a:pt x="734" y="6342"/>
                      <a:pt x="767" y="6442"/>
                      <a:pt x="767" y="6442"/>
                    </a:cubicBezTo>
                    <a:cubicBezTo>
                      <a:pt x="783" y="6458"/>
                      <a:pt x="815" y="6464"/>
                      <a:pt x="852" y="6464"/>
                    </a:cubicBezTo>
                    <a:cubicBezTo>
                      <a:pt x="969" y="6464"/>
                      <a:pt x="1143" y="6400"/>
                      <a:pt x="1067" y="6375"/>
                    </a:cubicBezTo>
                    <a:cubicBezTo>
                      <a:pt x="1067" y="6375"/>
                      <a:pt x="1067" y="6242"/>
                      <a:pt x="1034" y="6041"/>
                    </a:cubicBezTo>
                    <a:cubicBezTo>
                      <a:pt x="1001" y="5841"/>
                      <a:pt x="934" y="5574"/>
                      <a:pt x="901" y="5241"/>
                    </a:cubicBezTo>
                    <a:cubicBezTo>
                      <a:pt x="834" y="4607"/>
                      <a:pt x="767" y="3840"/>
                      <a:pt x="734" y="3239"/>
                    </a:cubicBezTo>
                    <a:cubicBezTo>
                      <a:pt x="734" y="2672"/>
                      <a:pt x="701" y="1872"/>
                      <a:pt x="734" y="1238"/>
                    </a:cubicBezTo>
                    <a:cubicBezTo>
                      <a:pt x="734" y="904"/>
                      <a:pt x="767" y="671"/>
                      <a:pt x="834" y="437"/>
                    </a:cubicBezTo>
                    <a:cubicBezTo>
                      <a:pt x="867" y="237"/>
                      <a:pt x="867" y="104"/>
                      <a:pt x="867" y="104"/>
                    </a:cubicBezTo>
                    <a:cubicBezTo>
                      <a:pt x="867" y="79"/>
                      <a:pt x="687" y="0"/>
                      <a:pt x="5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89" name="Google Shape;1689;p13"/>
              <p:cNvSpPr/>
              <p:nvPr/>
            </p:nvSpPr>
            <p:spPr>
              <a:xfrm>
                <a:off x="683551" y="3621181"/>
                <a:ext cx="66156" cy="105425"/>
              </a:xfrm>
              <a:custGeom>
                <a:avLst/>
                <a:gdLst/>
                <a:ahLst/>
                <a:cxnLst/>
                <a:rect l="l" t="t" r="r" b="b"/>
                <a:pathLst>
                  <a:path w="2736" h="4360" extrusionOk="0">
                    <a:moveTo>
                      <a:pt x="300" y="1"/>
                    </a:moveTo>
                    <a:cubicBezTo>
                      <a:pt x="193" y="1"/>
                      <a:pt x="0" y="65"/>
                      <a:pt x="0" y="90"/>
                    </a:cubicBezTo>
                    <a:cubicBezTo>
                      <a:pt x="0" y="90"/>
                      <a:pt x="34" y="190"/>
                      <a:pt x="34" y="357"/>
                    </a:cubicBezTo>
                    <a:cubicBezTo>
                      <a:pt x="34" y="524"/>
                      <a:pt x="67" y="724"/>
                      <a:pt x="100" y="991"/>
                    </a:cubicBezTo>
                    <a:cubicBezTo>
                      <a:pt x="201" y="1524"/>
                      <a:pt x="401" y="2091"/>
                      <a:pt x="668" y="2558"/>
                    </a:cubicBezTo>
                    <a:cubicBezTo>
                      <a:pt x="901" y="3025"/>
                      <a:pt x="1335" y="3526"/>
                      <a:pt x="1735" y="3859"/>
                    </a:cubicBezTo>
                    <a:cubicBezTo>
                      <a:pt x="1868" y="3926"/>
                      <a:pt x="1935" y="4026"/>
                      <a:pt x="2035" y="4059"/>
                    </a:cubicBezTo>
                    <a:cubicBezTo>
                      <a:pt x="2102" y="4160"/>
                      <a:pt x="2202" y="4193"/>
                      <a:pt x="2269" y="4226"/>
                    </a:cubicBezTo>
                    <a:cubicBezTo>
                      <a:pt x="2402" y="4326"/>
                      <a:pt x="2502" y="4360"/>
                      <a:pt x="2502" y="4360"/>
                    </a:cubicBezTo>
                    <a:cubicBezTo>
                      <a:pt x="2536" y="4360"/>
                      <a:pt x="2702" y="4059"/>
                      <a:pt x="2736" y="4059"/>
                    </a:cubicBezTo>
                    <a:cubicBezTo>
                      <a:pt x="2736" y="4059"/>
                      <a:pt x="2702" y="3959"/>
                      <a:pt x="2569" y="3893"/>
                    </a:cubicBezTo>
                    <a:cubicBezTo>
                      <a:pt x="2502" y="3859"/>
                      <a:pt x="2435" y="3826"/>
                      <a:pt x="2369" y="3726"/>
                    </a:cubicBezTo>
                    <a:cubicBezTo>
                      <a:pt x="2335" y="3626"/>
                      <a:pt x="2235" y="3559"/>
                      <a:pt x="2169" y="3492"/>
                    </a:cubicBezTo>
                    <a:cubicBezTo>
                      <a:pt x="1835" y="3125"/>
                      <a:pt x="1568" y="2592"/>
                      <a:pt x="1335" y="2225"/>
                    </a:cubicBezTo>
                    <a:cubicBezTo>
                      <a:pt x="1101" y="1825"/>
                      <a:pt x="834" y="1324"/>
                      <a:pt x="668" y="857"/>
                    </a:cubicBezTo>
                    <a:cubicBezTo>
                      <a:pt x="567" y="590"/>
                      <a:pt x="501" y="390"/>
                      <a:pt x="434" y="257"/>
                    </a:cubicBezTo>
                    <a:cubicBezTo>
                      <a:pt x="401" y="90"/>
                      <a:pt x="367" y="23"/>
                      <a:pt x="367" y="23"/>
                    </a:cubicBezTo>
                    <a:cubicBezTo>
                      <a:pt x="359" y="7"/>
                      <a:pt x="334" y="1"/>
                      <a:pt x="3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90" name="Google Shape;1690;p13"/>
              <p:cNvSpPr/>
              <p:nvPr/>
            </p:nvSpPr>
            <p:spPr>
              <a:xfrm>
                <a:off x="805419" y="3779753"/>
                <a:ext cx="165294" cy="100178"/>
              </a:xfrm>
              <a:custGeom>
                <a:avLst/>
                <a:gdLst/>
                <a:ahLst/>
                <a:cxnLst/>
                <a:rect l="l" t="t" r="r" b="b"/>
                <a:pathLst>
                  <a:path w="6836" h="4143" extrusionOk="0">
                    <a:moveTo>
                      <a:pt x="188" y="1"/>
                    </a:moveTo>
                    <a:cubicBezTo>
                      <a:pt x="119" y="1"/>
                      <a:pt x="0" y="305"/>
                      <a:pt x="64" y="337"/>
                    </a:cubicBezTo>
                    <a:cubicBezTo>
                      <a:pt x="64" y="337"/>
                      <a:pt x="631" y="570"/>
                      <a:pt x="1298" y="904"/>
                    </a:cubicBezTo>
                    <a:cubicBezTo>
                      <a:pt x="1465" y="1004"/>
                      <a:pt x="1665" y="1104"/>
                      <a:pt x="1832" y="1171"/>
                    </a:cubicBezTo>
                    <a:cubicBezTo>
                      <a:pt x="1999" y="1304"/>
                      <a:pt x="2199" y="1371"/>
                      <a:pt x="2366" y="1504"/>
                    </a:cubicBezTo>
                    <a:cubicBezTo>
                      <a:pt x="2699" y="1704"/>
                      <a:pt x="3066" y="1938"/>
                      <a:pt x="3400" y="2071"/>
                    </a:cubicBezTo>
                    <a:cubicBezTo>
                      <a:pt x="3733" y="2238"/>
                      <a:pt x="4067" y="2505"/>
                      <a:pt x="4467" y="2705"/>
                    </a:cubicBezTo>
                    <a:cubicBezTo>
                      <a:pt x="4634" y="2839"/>
                      <a:pt x="4834" y="2905"/>
                      <a:pt x="5001" y="3039"/>
                    </a:cubicBezTo>
                    <a:cubicBezTo>
                      <a:pt x="5168" y="3139"/>
                      <a:pt x="5334" y="3239"/>
                      <a:pt x="5501" y="3372"/>
                    </a:cubicBezTo>
                    <a:cubicBezTo>
                      <a:pt x="6135" y="3806"/>
                      <a:pt x="6569" y="4140"/>
                      <a:pt x="6569" y="4140"/>
                    </a:cubicBezTo>
                    <a:cubicBezTo>
                      <a:pt x="6573" y="4142"/>
                      <a:pt x="6578" y="4143"/>
                      <a:pt x="6584" y="4143"/>
                    </a:cubicBezTo>
                    <a:cubicBezTo>
                      <a:pt x="6661" y="4143"/>
                      <a:pt x="6836" y="3935"/>
                      <a:pt x="6836" y="3873"/>
                    </a:cubicBezTo>
                    <a:cubicBezTo>
                      <a:pt x="6836" y="3873"/>
                      <a:pt x="6402" y="3472"/>
                      <a:pt x="5835" y="2972"/>
                    </a:cubicBezTo>
                    <a:cubicBezTo>
                      <a:pt x="5701" y="2839"/>
                      <a:pt x="5535" y="2672"/>
                      <a:pt x="5368" y="2538"/>
                    </a:cubicBezTo>
                    <a:cubicBezTo>
                      <a:pt x="5168" y="2405"/>
                      <a:pt x="5001" y="2305"/>
                      <a:pt x="4834" y="2171"/>
                    </a:cubicBezTo>
                    <a:cubicBezTo>
                      <a:pt x="4467" y="1938"/>
                      <a:pt x="4134" y="1671"/>
                      <a:pt x="3800" y="1471"/>
                    </a:cubicBezTo>
                    <a:cubicBezTo>
                      <a:pt x="3466" y="1304"/>
                      <a:pt x="3033" y="1137"/>
                      <a:pt x="2666" y="904"/>
                    </a:cubicBezTo>
                    <a:cubicBezTo>
                      <a:pt x="2466" y="804"/>
                      <a:pt x="2299" y="704"/>
                      <a:pt x="2065" y="637"/>
                    </a:cubicBezTo>
                    <a:cubicBezTo>
                      <a:pt x="1865" y="537"/>
                      <a:pt x="1665" y="504"/>
                      <a:pt x="1498" y="404"/>
                    </a:cubicBezTo>
                    <a:cubicBezTo>
                      <a:pt x="731" y="170"/>
                      <a:pt x="197" y="3"/>
                      <a:pt x="197" y="3"/>
                    </a:cubicBezTo>
                    <a:cubicBezTo>
                      <a:pt x="194" y="2"/>
                      <a:pt x="191" y="1"/>
                      <a:pt x="1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91" name="Google Shape;1691;p13"/>
              <p:cNvSpPr/>
              <p:nvPr/>
            </p:nvSpPr>
            <p:spPr>
              <a:xfrm>
                <a:off x="1046542" y="3961248"/>
                <a:ext cx="87096" cy="131394"/>
              </a:xfrm>
              <a:custGeom>
                <a:avLst/>
                <a:gdLst/>
                <a:ahLst/>
                <a:cxnLst/>
                <a:rect l="l" t="t" r="r" b="b"/>
                <a:pathLst>
                  <a:path w="3602" h="5434" extrusionOk="0">
                    <a:moveTo>
                      <a:pt x="226" y="0"/>
                    </a:moveTo>
                    <a:cubicBezTo>
                      <a:pt x="179" y="0"/>
                      <a:pt x="1" y="271"/>
                      <a:pt x="32" y="303"/>
                    </a:cubicBezTo>
                    <a:cubicBezTo>
                      <a:pt x="32" y="303"/>
                      <a:pt x="166" y="370"/>
                      <a:pt x="266" y="503"/>
                    </a:cubicBezTo>
                    <a:cubicBezTo>
                      <a:pt x="433" y="636"/>
                      <a:pt x="666" y="803"/>
                      <a:pt x="866" y="1037"/>
                    </a:cubicBezTo>
                    <a:cubicBezTo>
                      <a:pt x="1267" y="1504"/>
                      <a:pt x="1734" y="2104"/>
                      <a:pt x="2067" y="2604"/>
                    </a:cubicBezTo>
                    <a:cubicBezTo>
                      <a:pt x="2367" y="3105"/>
                      <a:pt x="2768" y="3772"/>
                      <a:pt x="2935" y="4339"/>
                    </a:cubicBezTo>
                    <a:cubicBezTo>
                      <a:pt x="3035" y="4639"/>
                      <a:pt x="3101" y="4873"/>
                      <a:pt x="3168" y="5106"/>
                    </a:cubicBezTo>
                    <a:cubicBezTo>
                      <a:pt x="3201" y="5273"/>
                      <a:pt x="3235" y="5373"/>
                      <a:pt x="3235" y="5373"/>
                    </a:cubicBezTo>
                    <a:cubicBezTo>
                      <a:pt x="3249" y="5415"/>
                      <a:pt x="3309" y="5434"/>
                      <a:pt x="3378" y="5434"/>
                    </a:cubicBezTo>
                    <a:cubicBezTo>
                      <a:pt x="3473" y="5434"/>
                      <a:pt x="3582" y="5398"/>
                      <a:pt x="3602" y="5340"/>
                    </a:cubicBezTo>
                    <a:cubicBezTo>
                      <a:pt x="3602" y="5340"/>
                      <a:pt x="3568" y="5206"/>
                      <a:pt x="3568" y="5006"/>
                    </a:cubicBezTo>
                    <a:cubicBezTo>
                      <a:pt x="3568" y="4806"/>
                      <a:pt x="3535" y="4506"/>
                      <a:pt x="3435" y="4172"/>
                    </a:cubicBezTo>
                    <a:cubicBezTo>
                      <a:pt x="3368" y="3505"/>
                      <a:pt x="3001" y="2705"/>
                      <a:pt x="2668" y="2171"/>
                    </a:cubicBezTo>
                    <a:cubicBezTo>
                      <a:pt x="2267" y="1637"/>
                      <a:pt x="1734" y="1003"/>
                      <a:pt x="1200" y="636"/>
                    </a:cubicBezTo>
                    <a:cubicBezTo>
                      <a:pt x="933" y="436"/>
                      <a:pt x="700" y="303"/>
                      <a:pt x="533" y="169"/>
                    </a:cubicBezTo>
                    <a:cubicBezTo>
                      <a:pt x="333" y="103"/>
                      <a:pt x="233" y="3"/>
                      <a:pt x="233" y="3"/>
                    </a:cubicBezTo>
                    <a:cubicBezTo>
                      <a:pt x="231" y="1"/>
                      <a:pt x="229"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92" name="Google Shape;1692;p13"/>
              <p:cNvSpPr/>
              <p:nvPr/>
            </p:nvSpPr>
            <p:spPr>
              <a:xfrm>
                <a:off x="1100560" y="4368004"/>
                <a:ext cx="68574" cy="104699"/>
              </a:xfrm>
              <a:custGeom>
                <a:avLst/>
                <a:gdLst/>
                <a:ahLst/>
                <a:cxnLst/>
                <a:rect l="l" t="t" r="r" b="b"/>
                <a:pathLst>
                  <a:path w="2836" h="4330" extrusionOk="0">
                    <a:moveTo>
                      <a:pt x="2619" y="1"/>
                    </a:moveTo>
                    <a:cubicBezTo>
                      <a:pt x="2527" y="1"/>
                      <a:pt x="2435" y="9"/>
                      <a:pt x="2435" y="26"/>
                    </a:cubicBezTo>
                    <a:cubicBezTo>
                      <a:pt x="2435" y="26"/>
                      <a:pt x="2435" y="126"/>
                      <a:pt x="2368" y="293"/>
                    </a:cubicBezTo>
                    <a:cubicBezTo>
                      <a:pt x="2335" y="393"/>
                      <a:pt x="2335" y="626"/>
                      <a:pt x="2268" y="860"/>
                    </a:cubicBezTo>
                    <a:cubicBezTo>
                      <a:pt x="2135" y="1360"/>
                      <a:pt x="1868" y="1894"/>
                      <a:pt x="1668" y="2294"/>
                    </a:cubicBezTo>
                    <a:cubicBezTo>
                      <a:pt x="1434" y="2661"/>
                      <a:pt x="1101" y="3162"/>
                      <a:pt x="701" y="3462"/>
                    </a:cubicBezTo>
                    <a:cubicBezTo>
                      <a:pt x="534" y="3629"/>
                      <a:pt x="367" y="3729"/>
                      <a:pt x="267" y="3829"/>
                    </a:cubicBezTo>
                    <a:cubicBezTo>
                      <a:pt x="133" y="3929"/>
                      <a:pt x="33" y="3996"/>
                      <a:pt x="33" y="3996"/>
                    </a:cubicBezTo>
                    <a:cubicBezTo>
                      <a:pt x="0" y="4029"/>
                      <a:pt x="133" y="4329"/>
                      <a:pt x="200" y="4329"/>
                    </a:cubicBezTo>
                    <a:lnTo>
                      <a:pt x="467" y="4196"/>
                    </a:lnTo>
                    <a:cubicBezTo>
                      <a:pt x="600" y="4129"/>
                      <a:pt x="834" y="4029"/>
                      <a:pt x="1034" y="3862"/>
                    </a:cubicBezTo>
                    <a:cubicBezTo>
                      <a:pt x="1534" y="3562"/>
                      <a:pt x="2001" y="3062"/>
                      <a:pt x="2302" y="2628"/>
                    </a:cubicBezTo>
                    <a:cubicBezTo>
                      <a:pt x="2602" y="2161"/>
                      <a:pt x="2802" y="1494"/>
                      <a:pt x="2802" y="960"/>
                    </a:cubicBezTo>
                    <a:cubicBezTo>
                      <a:pt x="2835" y="693"/>
                      <a:pt x="2802" y="460"/>
                      <a:pt x="2802" y="293"/>
                    </a:cubicBezTo>
                    <a:lnTo>
                      <a:pt x="2802" y="26"/>
                    </a:lnTo>
                    <a:cubicBezTo>
                      <a:pt x="2802" y="9"/>
                      <a:pt x="2710" y="1"/>
                      <a:pt x="26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93" name="Google Shape;1693;p13"/>
              <p:cNvSpPr/>
              <p:nvPr/>
            </p:nvSpPr>
            <p:spPr>
              <a:xfrm>
                <a:off x="946533" y="4492749"/>
                <a:ext cx="100758" cy="65504"/>
              </a:xfrm>
              <a:custGeom>
                <a:avLst/>
                <a:gdLst/>
                <a:ahLst/>
                <a:cxnLst/>
                <a:rect l="l" t="t" r="r" b="b"/>
                <a:pathLst>
                  <a:path w="4167" h="2709" extrusionOk="0">
                    <a:moveTo>
                      <a:pt x="3878" y="1"/>
                    </a:moveTo>
                    <a:cubicBezTo>
                      <a:pt x="3874" y="1"/>
                      <a:pt x="3870" y="2"/>
                      <a:pt x="3868" y="4"/>
                    </a:cubicBezTo>
                    <a:cubicBezTo>
                      <a:pt x="3868" y="4"/>
                      <a:pt x="3568" y="204"/>
                      <a:pt x="3201" y="471"/>
                    </a:cubicBezTo>
                    <a:cubicBezTo>
                      <a:pt x="3134" y="538"/>
                      <a:pt x="3001" y="571"/>
                      <a:pt x="2901" y="671"/>
                    </a:cubicBezTo>
                    <a:cubicBezTo>
                      <a:pt x="2801" y="738"/>
                      <a:pt x="2701" y="805"/>
                      <a:pt x="2567" y="871"/>
                    </a:cubicBezTo>
                    <a:cubicBezTo>
                      <a:pt x="2367" y="1005"/>
                      <a:pt x="2167" y="1138"/>
                      <a:pt x="2000" y="1238"/>
                    </a:cubicBezTo>
                    <a:lnTo>
                      <a:pt x="1366" y="1639"/>
                    </a:lnTo>
                    <a:lnTo>
                      <a:pt x="733" y="2005"/>
                    </a:lnTo>
                    <a:cubicBezTo>
                      <a:pt x="332" y="2239"/>
                      <a:pt x="32" y="2406"/>
                      <a:pt x="32" y="2406"/>
                    </a:cubicBezTo>
                    <a:cubicBezTo>
                      <a:pt x="1" y="2469"/>
                      <a:pt x="117" y="2709"/>
                      <a:pt x="214" y="2709"/>
                    </a:cubicBezTo>
                    <a:cubicBezTo>
                      <a:pt x="221" y="2709"/>
                      <a:pt x="226" y="2708"/>
                      <a:pt x="232" y="2706"/>
                    </a:cubicBezTo>
                    <a:cubicBezTo>
                      <a:pt x="232" y="2706"/>
                      <a:pt x="566" y="2639"/>
                      <a:pt x="1033" y="2472"/>
                    </a:cubicBezTo>
                    <a:cubicBezTo>
                      <a:pt x="1300" y="2372"/>
                      <a:pt x="1500" y="2306"/>
                      <a:pt x="1733" y="2172"/>
                    </a:cubicBezTo>
                    <a:cubicBezTo>
                      <a:pt x="2000" y="2072"/>
                      <a:pt x="2200" y="1972"/>
                      <a:pt x="2401" y="1839"/>
                    </a:cubicBezTo>
                    <a:cubicBezTo>
                      <a:pt x="2634" y="1705"/>
                      <a:pt x="2834" y="1538"/>
                      <a:pt x="3034" y="1372"/>
                    </a:cubicBezTo>
                    <a:cubicBezTo>
                      <a:pt x="3134" y="1305"/>
                      <a:pt x="3234" y="1205"/>
                      <a:pt x="3335" y="1138"/>
                    </a:cubicBezTo>
                    <a:lnTo>
                      <a:pt x="3568" y="871"/>
                    </a:lnTo>
                    <a:cubicBezTo>
                      <a:pt x="3868" y="504"/>
                      <a:pt x="4135" y="238"/>
                      <a:pt x="4135" y="238"/>
                    </a:cubicBezTo>
                    <a:cubicBezTo>
                      <a:pt x="4166" y="206"/>
                      <a:pt x="3936" y="1"/>
                      <a:pt x="3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94" name="Google Shape;1694;p13"/>
              <p:cNvSpPr/>
              <p:nvPr/>
            </p:nvSpPr>
            <p:spPr>
              <a:xfrm>
                <a:off x="764216" y="4591234"/>
                <a:ext cx="109705" cy="47683"/>
              </a:xfrm>
              <a:custGeom>
                <a:avLst/>
                <a:gdLst/>
                <a:ahLst/>
                <a:cxnLst/>
                <a:rect l="l" t="t" r="r" b="b"/>
                <a:pathLst>
                  <a:path w="4537" h="1972" extrusionOk="0">
                    <a:moveTo>
                      <a:pt x="3603" y="1"/>
                    </a:moveTo>
                    <a:cubicBezTo>
                      <a:pt x="3102" y="1"/>
                      <a:pt x="2502" y="134"/>
                      <a:pt x="2035" y="301"/>
                    </a:cubicBezTo>
                    <a:cubicBezTo>
                      <a:pt x="1568" y="501"/>
                      <a:pt x="1001" y="801"/>
                      <a:pt x="601" y="1135"/>
                    </a:cubicBezTo>
                    <a:cubicBezTo>
                      <a:pt x="400" y="1268"/>
                      <a:pt x="267" y="1435"/>
                      <a:pt x="167" y="1568"/>
                    </a:cubicBezTo>
                    <a:lnTo>
                      <a:pt x="0" y="1735"/>
                    </a:lnTo>
                    <a:cubicBezTo>
                      <a:pt x="0" y="1766"/>
                      <a:pt x="175" y="1972"/>
                      <a:pt x="198" y="1972"/>
                    </a:cubicBezTo>
                    <a:cubicBezTo>
                      <a:pt x="199" y="1972"/>
                      <a:pt x="200" y="1971"/>
                      <a:pt x="200" y="1969"/>
                    </a:cubicBezTo>
                    <a:cubicBezTo>
                      <a:pt x="200" y="1969"/>
                      <a:pt x="267" y="1935"/>
                      <a:pt x="400" y="1835"/>
                    </a:cubicBezTo>
                    <a:cubicBezTo>
                      <a:pt x="534" y="1769"/>
                      <a:pt x="701" y="1668"/>
                      <a:pt x="901" y="1568"/>
                    </a:cubicBezTo>
                    <a:cubicBezTo>
                      <a:pt x="1268" y="1302"/>
                      <a:pt x="1835" y="1135"/>
                      <a:pt x="2235" y="968"/>
                    </a:cubicBezTo>
                    <a:cubicBezTo>
                      <a:pt x="2669" y="835"/>
                      <a:pt x="3202" y="634"/>
                      <a:pt x="3669" y="568"/>
                    </a:cubicBezTo>
                    <a:cubicBezTo>
                      <a:pt x="3903" y="468"/>
                      <a:pt x="4070" y="468"/>
                      <a:pt x="4236" y="434"/>
                    </a:cubicBezTo>
                    <a:cubicBezTo>
                      <a:pt x="4403" y="401"/>
                      <a:pt x="4503" y="401"/>
                      <a:pt x="4503" y="401"/>
                    </a:cubicBezTo>
                    <a:cubicBezTo>
                      <a:pt x="4537" y="401"/>
                      <a:pt x="4537" y="1"/>
                      <a:pt x="45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95" name="Google Shape;1695;p13"/>
              <p:cNvSpPr/>
              <p:nvPr/>
            </p:nvSpPr>
            <p:spPr>
              <a:xfrm>
                <a:off x="660967" y="4647646"/>
                <a:ext cx="66979" cy="110889"/>
              </a:xfrm>
              <a:custGeom>
                <a:avLst/>
                <a:gdLst/>
                <a:ahLst/>
                <a:cxnLst/>
                <a:rect l="l" t="t" r="r" b="b"/>
                <a:pathLst>
                  <a:path w="2770" h="4586" extrusionOk="0">
                    <a:moveTo>
                      <a:pt x="2509" y="0"/>
                    </a:moveTo>
                    <a:cubicBezTo>
                      <a:pt x="2506" y="0"/>
                      <a:pt x="2504" y="1"/>
                      <a:pt x="2502" y="3"/>
                    </a:cubicBezTo>
                    <a:cubicBezTo>
                      <a:pt x="2502" y="3"/>
                      <a:pt x="2435" y="103"/>
                      <a:pt x="2302" y="169"/>
                    </a:cubicBezTo>
                    <a:cubicBezTo>
                      <a:pt x="2169" y="269"/>
                      <a:pt x="2002" y="403"/>
                      <a:pt x="1802" y="603"/>
                    </a:cubicBezTo>
                    <a:cubicBezTo>
                      <a:pt x="1368" y="937"/>
                      <a:pt x="968" y="1470"/>
                      <a:pt x="701" y="1937"/>
                    </a:cubicBezTo>
                    <a:cubicBezTo>
                      <a:pt x="467" y="2371"/>
                      <a:pt x="201" y="3005"/>
                      <a:pt x="134" y="3572"/>
                    </a:cubicBezTo>
                    <a:cubicBezTo>
                      <a:pt x="100" y="3805"/>
                      <a:pt x="34" y="4072"/>
                      <a:pt x="34" y="4239"/>
                    </a:cubicBezTo>
                    <a:cubicBezTo>
                      <a:pt x="0" y="4406"/>
                      <a:pt x="0" y="4472"/>
                      <a:pt x="0" y="4472"/>
                    </a:cubicBezTo>
                    <a:cubicBezTo>
                      <a:pt x="25" y="4548"/>
                      <a:pt x="201" y="4585"/>
                      <a:pt x="301" y="4585"/>
                    </a:cubicBezTo>
                    <a:cubicBezTo>
                      <a:pt x="334" y="4585"/>
                      <a:pt x="359" y="4581"/>
                      <a:pt x="367" y="4573"/>
                    </a:cubicBezTo>
                    <a:cubicBezTo>
                      <a:pt x="367" y="4573"/>
                      <a:pt x="434" y="4472"/>
                      <a:pt x="467" y="4306"/>
                    </a:cubicBezTo>
                    <a:cubicBezTo>
                      <a:pt x="501" y="4172"/>
                      <a:pt x="601" y="3972"/>
                      <a:pt x="668" y="3739"/>
                    </a:cubicBezTo>
                    <a:cubicBezTo>
                      <a:pt x="834" y="3272"/>
                      <a:pt x="1135" y="2738"/>
                      <a:pt x="1335" y="2304"/>
                    </a:cubicBezTo>
                    <a:cubicBezTo>
                      <a:pt x="1535" y="1904"/>
                      <a:pt x="1835" y="1337"/>
                      <a:pt x="2169" y="970"/>
                    </a:cubicBezTo>
                    <a:cubicBezTo>
                      <a:pt x="2335" y="803"/>
                      <a:pt x="2469" y="636"/>
                      <a:pt x="2602" y="503"/>
                    </a:cubicBezTo>
                    <a:cubicBezTo>
                      <a:pt x="2669" y="403"/>
                      <a:pt x="2769" y="303"/>
                      <a:pt x="2769" y="303"/>
                    </a:cubicBezTo>
                    <a:cubicBezTo>
                      <a:pt x="2769" y="271"/>
                      <a:pt x="2559" y="0"/>
                      <a:pt x="25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96" name="Google Shape;1696;p13"/>
              <p:cNvSpPr/>
              <p:nvPr/>
            </p:nvSpPr>
            <p:spPr>
              <a:xfrm>
                <a:off x="660169" y="4824547"/>
                <a:ext cx="36318" cy="90965"/>
              </a:xfrm>
              <a:custGeom>
                <a:avLst/>
                <a:gdLst/>
                <a:ahLst/>
                <a:cxnLst/>
                <a:rect l="l" t="t" r="r" b="b"/>
                <a:pathLst>
                  <a:path w="1502" h="3762" extrusionOk="0">
                    <a:moveTo>
                      <a:pt x="267" y="0"/>
                    </a:moveTo>
                    <a:cubicBezTo>
                      <a:pt x="167" y="0"/>
                      <a:pt x="67" y="9"/>
                      <a:pt x="67" y="25"/>
                    </a:cubicBezTo>
                    <a:cubicBezTo>
                      <a:pt x="67" y="25"/>
                      <a:pt x="33" y="125"/>
                      <a:pt x="33" y="259"/>
                    </a:cubicBezTo>
                    <a:cubicBezTo>
                      <a:pt x="33" y="359"/>
                      <a:pt x="0" y="526"/>
                      <a:pt x="0" y="759"/>
                    </a:cubicBezTo>
                    <a:cubicBezTo>
                      <a:pt x="0" y="1159"/>
                      <a:pt x="33" y="1660"/>
                      <a:pt x="133" y="2027"/>
                    </a:cubicBezTo>
                    <a:cubicBezTo>
                      <a:pt x="167" y="2260"/>
                      <a:pt x="234" y="2460"/>
                      <a:pt x="334" y="2660"/>
                    </a:cubicBezTo>
                    <a:cubicBezTo>
                      <a:pt x="467" y="2861"/>
                      <a:pt x="567" y="3094"/>
                      <a:pt x="701" y="3261"/>
                    </a:cubicBezTo>
                    <a:cubicBezTo>
                      <a:pt x="734" y="3328"/>
                      <a:pt x="834" y="3361"/>
                      <a:pt x="867" y="3461"/>
                    </a:cubicBezTo>
                    <a:cubicBezTo>
                      <a:pt x="901" y="3528"/>
                      <a:pt x="1001" y="3594"/>
                      <a:pt x="1034" y="3628"/>
                    </a:cubicBezTo>
                    <a:cubicBezTo>
                      <a:pt x="1168" y="3694"/>
                      <a:pt x="1201" y="3761"/>
                      <a:pt x="1201" y="3761"/>
                    </a:cubicBezTo>
                    <a:cubicBezTo>
                      <a:pt x="1234" y="3761"/>
                      <a:pt x="1468" y="3528"/>
                      <a:pt x="1501" y="3494"/>
                    </a:cubicBezTo>
                    <a:lnTo>
                      <a:pt x="1401" y="3328"/>
                    </a:lnTo>
                    <a:cubicBezTo>
                      <a:pt x="1368" y="3294"/>
                      <a:pt x="1334" y="3261"/>
                      <a:pt x="1301" y="3161"/>
                    </a:cubicBezTo>
                    <a:cubicBezTo>
                      <a:pt x="1301" y="3127"/>
                      <a:pt x="1234" y="3027"/>
                      <a:pt x="1201" y="2961"/>
                    </a:cubicBezTo>
                    <a:cubicBezTo>
                      <a:pt x="1134" y="2794"/>
                      <a:pt x="1067" y="2594"/>
                      <a:pt x="1001" y="2427"/>
                    </a:cubicBezTo>
                    <a:cubicBezTo>
                      <a:pt x="901" y="2260"/>
                      <a:pt x="867" y="2027"/>
                      <a:pt x="834" y="1860"/>
                    </a:cubicBezTo>
                    <a:cubicBezTo>
                      <a:pt x="734" y="1493"/>
                      <a:pt x="667" y="1093"/>
                      <a:pt x="567" y="692"/>
                    </a:cubicBezTo>
                    <a:cubicBezTo>
                      <a:pt x="534" y="526"/>
                      <a:pt x="500" y="359"/>
                      <a:pt x="500" y="259"/>
                    </a:cubicBezTo>
                    <a:cubicBezTo>
                      <a:pt x="467" y="125"/>
                      <a:pt x="467" y="25"/>
                      <a:pt x="467" y="25"/>
                    </a:cubicBezTo>
                    <a:cubicBezTo>
                      <a:pt x="467" y="9"/>
                      <a:pt x="367"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97" name="Google Shape;1697;p13"/>
              <p:cNvSpPr/>
              <p:nvPr/>
            </p:nvSpPr>
            <p:spPr>
              <a:xfrm>
                <a:off x="735272" y="4956545"/>
                <a:ext cx="126558" cy="61393"/>
              </a:xfrm>
              <a:custGeom>
                <a:avLst/>
                <a:gdLst/>
                <a:ahLst/>
                <a:cxnLst/>
                <a:rect l="l" t="t" r="r" b="b"/>
                <a:pathLst>
                  <a:path w="5234" h="2539" extrusionOk="0">
                    <a:moveTo>
                      <a:pt x="283" y="1"/>
                    </a:moveTo>
                    <a:cubicBezTo>
                      <a:pt x="203" y="1"/>
                      <a:pt x="0" y="241"/>
                      <a:pt x="63" y="304"/>
                    </a:cubicBezTo>
                    <a:lnTo>
                      <a:pt x="263" y="504"/>
                    </a:lnTo>
                    <a:cubicBezTo>
                      <a:pt x="397" y="637"/>
                      <a:pt x="597" y="804"/>
                      <a:pt x="797" y="971"/>
                    </a:cubicBezTo>
                    <a:cubicBezTo>
                      <a:pt x="1230" y="1338"/>
                      <a:pt x="1831" y="1671"/>
                      <a:pt x="2331" y="1905"/>
                    </a:cubicBezTo>
                    <a:cubicBezTo>
                      <a:pt x="2832" y="2138"/>
                      <a:pt x="3565" y="2338"/>
                      <a:pt x="4099" y="2405"/>
                    </a:cubicBezTo>
                    <a:cubicBezTo>
                      <a:pt x="4399" y="2472"/>
                      <a:pt x="4633" y="2505"/>
                      <a:pt x="4800" y="2505"/>
                    </a:cubicBezTo>
                    <a:cubicBezTo>
                      <a:pt x="4966" y="2539"/>
                      <a:pt x="5100" y="2539"/>
                      <a:pt x="5100" y="2539"/>
                    </a:cubicBezTo>
                    <a:cubicBezTo>
                      <a:pt x="5200" y="2505"/>
                      <a:pt x="5233" y="2205"/>
                      <a:pt x="5133" y="2138"/>
                    </a:cubicBezTo>
                    <a:cubicBezTo>
                      <a:pt x="5133" y="2138"/>
                      <a:pt x="5067" y="2072"/>
                      <a:pt x="4900" y="2038"/>
                    </a:cubicBezTo>
                    <a:lnTo>
                      <a:pt x="4266" y="1838"/>
                    </a:lnTo>
                    <a:cubicBezTo>
                      <a:pt x="3766" y="1705"/>
                      <a:pt x="3132" y="1404"/>
                      <a:pt x="2665" y="1204"/>
                    </a:cubicBezTo>
                    <a:cubicBezTo>
                      <a:pt x="2231" y="1004"/>
                      <a:pt x="1597" y="737"/>
                      <a:pt x="1130" y="470"/>
                    </a:cubicBezTo>
                    <a:cubicBezTo>
                      <a:pt x="897" y="337"/>
                      <a:pt x="663" y="204"/>
                      <a:pt x="563" y="137"/>
                    </a:cubicBezTo>
                    <a:lnTo>
                      <a:pt x="296" y="3"/>
                    </a:lnTo>
                    <a:cubicBezTo>
                      <a:pt x="293" y="1"/>
                      <a:pt x="288" y="1"/>
                      <a:pt x="2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98" name="Google Shape;1698;p13"/>
              <p:cNvSpPr/>
              <p:nvPr/>
            </p:nvSpPr>
            <p:spPr>
              <a:xfrm>
                <a:off x="894860" y="5013078"/>
                <a:ext cx="83058" cy="36391"/>
              </a:xfrm>
              <a:custGeom>
                <a:avLst/>
                <a:gdLst/>
                <a:ahLst/>
                <a:cxnLst/>
                <a:rect l="l" t="t" r="r" b="b"/>
                <a:pathLst>
                  <a:path w="3435" h="1505" extrusionOk="0">
                    <a:moveTo>
                      <a:pt x="668" y="0"/>
                    </a:moveTo>
                    <a:cubicBezTo>
                      <a:pt x="501" y="0"/>
                      <a:pt x="335" y="34"/>
                      <a:pt x="201" y="34"/>
                    </a:cubicBezTo>
                    <a:cubicBezTo>
                      <a:pt x="134" y="67"/>
                      <a:pt x="34" y="67"/>
                      <a:pt x="34" y="67"/>
                    </a:cubicBezTo>
                    <a:cubicBezTo>
                      <a:pt x="1" y="67"/>
                      <a:pt x="1" y="467"/>
                      <a:pt x="34" y="467"/>
                    </a:cubicBezTo>
                    <a:cubicBezTo>
                      <a:pt x="34" y="467"/>
                      <a:pt x="68" y="501"/>
                      <a:pt x="201" y="501"/>
                    </a:cubicBezTo>
                    <a:cubicBezTo>
                      <a:pt x="301" y="501"/>
                      <a:pt x="468" y="534"/>
                      <a:pt x="635" y="567"/>
                    </a:cubicBezTo>
                    <a:cubicBezTo>
                      <a:pt x="968" y="668"/>
                      <a:pt x="1369" y="801"/>
                      <a:pt x="1669" y="868"/>
                    </a:cubicBezTo>
                    <a:cubicBezTo>
                      <a:pt x="1969" y="968"/>
                      <a:pt x="2369" y="1034"/>
                      <a:pt x="2670" y="1201"/>
                    </a:cubicBezTo>
                    <a:cubicBezTo>
                      <a:pt x="2836" y="1301"/>
                      <a:pt x="2970" y="1368"/>
                      <a:pt x="3036" y="1401"/>
                    </a:cubicBezTo>
                    <a:cubicBezTo>
                      <a:pt x="3137" y="1435"/>
                      <a:pt x="3170" y="1501"/>
                      <a:pt x="3170" y="1501"/>
                    </a:cubicBezTo>
                    <a:cubicBezTo>
                      <a:pt x="3172" y="1504"/>
                      <a:pt x="3175" y="1505"/>
                      <a:pt x="3179" y="1505"/>
                    </a:cubicBezTo>
                    <a:cubicBezTo>
                      <a:pt x="3233" y="1505"/>
                      <a:pt x="3435" y="1293"/>
                      <a:pt x="3403" y="1168"/>
                    </a:cubicBezTo>
                    <a:lnTo>
                      <a:pt x="3303" y="1034"/>
                    </a:lnTo>
                    <a:cubicBezTo>
                      <a:pt x="3237" y="968"/>
                      <a:pt x="3137" y="834"/>
                      <a:pt x="2970" y="701"/>
                    </a:cubicBezTo>
                    <a:cubicBezTo>
                      <a:pt x="2670" y="467"/>
                      <a:pt x="2203" y="234"/>
                      <a:pt x="1869" y="134"/>
                    </a:cubicBezTo>
                    <a:cubicBezTo>
                      <a:pt x="1502" y="34"/>
                      <a:pt x="1035" y="0"/>
                      <a:pt x="6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99" name="Google Shape;1699;p13"/>
              <p:cNvSpPr/>
              <p:nvPr/>
            </p:nvSpPr>
            <p:spPr>
              <a:xfrm>
                <a:off x="1026351" y="5084603"/>
                <a:ext cx="65359" cy="59168"/>
              </a:xfrm>
              <a:custGeom>
                <a:avLst/>
                <a:gdLst/>
                <a:ahLst/>
                <a:cxnLst/>
                <a:rect l="l" t="t" r="r" b="b"/>
                <a:pathLst>
                  <a:path w="2703" h="2447" extrusionOk="0">
                    <a:moveTo>
                      <a:pt x="226" y="1"/>
                    </a:moveTo>
                    <a:cubicBezTo>
                      <a:pt x="185" y="1"/>
                      <a:pt x="0" y="215"/>
                      <a:pt x="0" y="245"/>
                    </a:cubicBezTo>
                    <a:cubicBezTo>
                      <a:pt x="0" y="245"/>
                      <a:pt x="567" y="1079"/>
                      <a:pt x="1068" y="1546"/>
                    </a:cubicBezTo>
                    <a:cubicBezTo>
                      <a:pt x="1334" y="1746"/>
                      <a:pt x="1668" y="2013"/>
                      <a:pt x="1935" y="2179"/>
                    </a:cubicBezTo>
                    <a:cubicBezTo>
                      <a:pt x="2235" y="2346"/>
                      <a:pt x="2502" y="2446"/>
                      <a:pt x="2502" y="2446"/>
                    </a:cubicBezTo>
                    <a:cubicBezTo>
                      <a:pt x="2535" y="2446"/>
                      <a:pt x="2702" y="2213"/>
                      <a:pt x="2702" y="2179"/>
                    </a:cubicBezTo>
                    <a:cubicBezTo>
                      <a:pt x="2702" y="2179"/>
                      <a:pt x="2502" y="2013"/>
                      <a:pt x="2268" y="1746"/>
                    </a:cubicBezTo>
                    <a:cubicBezTo>
                      <a:pt x="2035" y="1479"/>
                      <a:pt x="1768" y="1212"/>
                      <a:pt x="1535" y="979"/>
                    </a:cubicBezTo>
                    <a:cubicBezTo>
                      <a:pt x="1068" y="578"/>
                      <a:pt x="234" y="11"/>
                      <a:pt x="234" y="11"/>
                    </a:cubicBezTo>
                    <a:cubicBezTo>
                      <a:pt x="234" y="4"/>
                      <a:pt x="231" y="1"/>
                      <a:pt x="2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00" name="Google Shape;1700;p13"/>
              <p:cNvSpPr/>
              <p:nvPr/>
            </p:nvSpPr>
            <p:spPr>
              <a:xfrm>
                <a:off x="172991" y="4146805"/>
                <a:ext cx="510585" cy="76892"/>
              </a:xfrm>
              <a:custGeom>
                <a:avLst/>
                <a:gdLst/>
                <a:ahLst/>
                <a:cxnLst/>
                <a:rect l="l" t="t" r="r" b="b"/>
                <a:pathLst>
                  <a:path w="21116" h="3180" extrusionOk="0">
                    <a:moveTo>
                      <a:pt x="10841" y="1"/>
                    </a:moveTo>
                    <a:cubicBezTo>
                      <a:pt x="10675" y="201"/>
                      <a:pt x="10474" y="468"/>
                      <a:pt x="10241" y="701"/>
                    </a:cubicBezTo>
                    <a:cubicBezTo>
                      <a:pt x="10141" y="835"/>
                      <a:pt x="10041" y="968"/>
                      <a:pt x="9907" y="1068"/>
                    </a:cubicBezTo>
                    <a:lnTo>
                      <a:pt x="9874" y="1135"/>
                    </a:lnTo>
                    <a:lnTo>
                      <a:pt x="9841" y="1168"/>
                    </a:lnTo>
                    <a:lnTo>
                      <a:pt x="9741" y="1268"/>
                    </a:lnTo>
                    <a:cubicBezTo>
                      <a:pt x="9540" y="1468"/>
                      <a:pt x="9307" y="1635"/>
                      <a:pt x="9040" y="1769"/>
                    </a:cubicBezTo>
                    <a:cubicBezTo>
                      <a:pt x="8572" y="2003"/>
                      <a:pt x="8053" y="2108"/>
                      <a:pt x="7527" y="2108"/>
                    </a:cubicBezTo>
                    <a:cubicBezTo>
                      <a:pt x="7453" y="2108"/>
                      <a:pt x="7379" y="2106"/>
                      <a:pt x="7306" y="2102"/>
                    </a:cubicBezTo>
                    <a:cubicBezTo>
                      <a:pt x="6672" y="2036"/>
                      <a:pt x="6071" y="1802"/>
                      <a:pt x="5571" y="1468"/>
                    </a:cubicBezTo>
                    <a:cubicBezTo>
                      <a:pt x="5471" y="1335"/>
                      <a:pt x="5337" y="1268"/>
                      <a:pt x="5204" y="1168"/>
                    </a:cubicBezTo>
                    <a:lnTo>
                      <a:pt x="5037" y="1035"/>
                    </a:lnTo>
                    <a:lnTo>
                      <a:pt x="4904" y="935"/>
                    </a:lnTo>
                    <a:lnTo>
                      <a:pt x="4804" y="801"/>
                    </a:lnTo>
                    <a:lnTo>
                      <a:pt x="4537" y="534"/>
                    </a:lnTo>
                    <a:lnTo>
                      <a:pt x="4504" y="501"/>
                    </a:lnTo>
                    <a:lnTo>
                      <a:pt x="4403" y="568"/>
                    </a:lnTo>
                    <a:lnTo>
                      <a:pt x="4237" y="701"/>
                    </a:lnTo>
                    <a:cubicBezTo>
                      <a:pt x="4137" y="868"/>
                      <a:pt x="3970" y="1001"/>
                      <a:pt x="3836" y="1135"/>
                    </a:cubicBezTo>
                    <a:cubicBezTo>
                      <a:pt x="3002" y="1902"/>
                      <a:pt x="2068" y="2369"/>
                      <a:pt x="1368" y="2503"/>
                    </a:cubicBezTo>
                    <a:cubicBezTo>
                      <a:pt x="1034" y="2569"/>
                      <a:pt x="734" y="2636"/>
                      <a:pt x="534" y="2636"/>
                    </a:cubicBezTo>
                    <a:lnTo>
                      <a:pt x="234" y="2636"/>
                    </a:lnTo>
                    <a:cubicBezTo>
                      <a:pt x="0" y="2669"/>
                      <a:pt x="0" y="3003"/>
                      <a:pt x="234" y="3003"/>
                    </a:cubicBezTo>
                    <a:lnTo>
                      <a:pt x="567" y="3003"/>
                    </a:lnTo>
                    <a:cubicBezTo>
                      <a:pt x="801" y="3003"/>
                      <a:pt x="1134" y="2970"/>
                      <a:pt x="1501" y="2903"/>
                    </a:cubicBezTo>
                    <a:cubicBezTo>
                      <a:pt x="1702" y="2836"/>
                      <a:pt x="1902" y="2836"/>
                      <a:pt x="2135" y="2736"/>
                    </a:cubicBezTo>
                    <a:cubicBezTo>
                      <a:pt x="2369" y="2669"/>
                      <a:pt x="2569" y="2603"/>
                      <a:pt x="2836" y="2469"/>
                    </a:cubicBezTo>
                    <a:cubicBezTo>
                      <a:pt x="3303" y="2236"/>
                      <a:pt x="3803" y="1869"/>
                      <a:pt x="4237" y="1502"/>
                    </a:cubicBezTo>
                    <a:lnTo>
                      <a:pt x="4403" y="1335"/>
                    </a:lnTo>
                    <a:lnTo>
                      <a:pt x="4470" y="1302"/>
                    </a:lnTo>
                    <a:cubicBezTo>
                      <a:pt x="4470" y="1302"/>
                      <a:pt x="4470" y="1272"/>
                      <a:pt x="4480" y="1272"/>
                    </a:cubicBezTo>
                    <a:cubicBezTo>
                      <a:pt x="4485" y="1272"/>
                      <a:pt x="4492" y="1279"/>
                      <a:pt x="4504" y="1302"/>
                    </a:cubicBezTo>
                    <a:lnTo>
                      <a:pt x="4570" y="1368"/>
                    </a:lnTo>
                    <a:lnTo>
                      <a:pt x="4637" y="1402"/>
                    </a:lnTo>
                    <a:lnTo>
                      <a:pt x="4670" y="1468"/>
                    </a:lnTo>
                    <a:lnTo>
                      <a:pt x="4870" y="1635"/>
                    </a:lnTo>
                    <a:cubicBezTo>
                      <a:pt x="5004" y="1769"/>
                      <a:pt x="5171" y="1869"/>
                      <a:pt x="5304" y="1969"/>
                    </a:cubicBezTo>
                    <a:cubicBezTo>
                      <a:pt x="5871" y="2369"/>
                      <a:pt x="6538" y="2669"/>
                      <a:pt x="7306" y="2736"/>
                    </a:cubicBezTo>
                    <a:cubicBezTo>
                      <a:pt x="7486" y="2771"/>
                      <a:pt x="7674" y="2787"/>
                      <a:pt x="7863" y="2787"/>
                    </a:cubicBezTo>
                    <a:cubicBezTo>
                      <a:pt x="8406" y="2787"/>
                      <a:pt x="8962" y="2650"/>
                      <a:pt x="9407" y="2402"/>
                    </a:cubicBezTo>
                    <a:cubicBezTo>
                      <a:pt x="9741" y="2236"/>
                      <a:pt x="10041" y="2036"/>
                      <a:pt x="10308" y="1835"/>
                    </a:cubicBezTo>
                    <a:lnTo>
                      <a:pt x="10474" y="1669"/>
                    </a:lnTo>
                    <a:cubicBezTo>
                      <a:pt x="10508" y="1802"/>
                      <a:pt x="10575" y="1969"/>
                      <a:pt x="10675" y="2136"/>
                    </a:cubicBezTo>
                    <a:cubicBezTo>
                      <a:pt x="10841" y="2436"/>
                      <a:pt x="11175" y="2703"/>
                      <a:pt x="11509" y="2869"/>
                    </a:cubicBezTo>
                    <a:cubicBezTo>
                      <a:pt x="11922" y="3106"/>
                      <a:pt x="12359" y="3179"/>
                      <a:pt x="12792" y="3179"/>
                    </a:cubicBezTo>
                    <a:cubicBezTo>
                      <a:pt x="13092" y="3179"/>
                      <a:pt x="13390" y="3144"/>
                      <a:pt x="13677" y="3103"/>
                    </a:cubicBezTo>
                    <a:cubicBezTo>
                      <a:pt x="14377" y="2970"/>
                      <a:pt x="15044" y="2703"/>
                      <a:pt x="15678" y="2436"/>
                    </a:cubicBezTo>
                    <a:cubicBezTo>
                      <a:pt x="15978" y="2302"/>
                      <a:pt x="16245" y="2136"/>
                      <a:pt x="16545" y="1935"/>
                    </a:cubicBezTo>
                    <a:cubicBezTo>
                      <a:pt x="16646" y="1835"/>
                      <a:pt x="16679" y="1802"/>
                      <a:pt x="16746" y="1769"/>
                    </a:cubicBezTo>
                    <a:lnTo>
                      <a:pt x="16846" y="1669"/>
                    </a:lnTo>
                    <a:lnTo>
                      <a:pt x="16879" y="1635"/>
                    </a:lnTo>
                    <a:cubicBezTo>
                      <a:pt x="16925" y="1612"/>
                      <a:pt x="16955" y="1573"/>
                      <a:pt x="16969" y="1573"/>
                    </a:cubicBezTo>
                    <a:cubicBezTo>
                      <a:pt x="16976" y="1573"/>
                      <a:pt x="16979" y="1581"/>
                      <a:pt x="16979" y="1602"/>
                    </a:cubicBezTo>
                    <a:cubicBezTo>
                      <a:pt x="17012" y="1602"/>
                      <a:pt x="17012" y="1635"/>
                      <a:pt x="17012" y="1635"/>
                    </a:cubicBezTo>
                    <a:lnTo>
                      <a:pt x="17046" y="1702"/>
                    </a:lnTo>
                    <a:cubicBezTo>
                      <a:pt x="17113" y="1702"/>
                      <a:pt x="17113" y="1769"/>
                      <a:pt x="17146" y="1802"/>
                    </a:cubicBezTo>
                    <a:cubicBezTo>
                      <a:pt x="17279" y="1935"/>
                      <a:pt x="17346" y="2036"/>
                      <a:pt x="17479" y="2136"/>
                    </a:cubicBezTo>
                    <a:cubicBezTo>
                      <a:pt x="17680" y="2336"/>
                      <a:pt x="17946" y="2503"/>
                      <a:pt x="18180" y="2636"/>
                    </a:cubicBezTo>
                    <a:cubicBezTo>
                      <a:pt x="18647" y="2869"/>
                      <a:pt x="19114" y="3003"/>
                      <a:pt x="19514" y="3103"/>
                    </a:cubicBezTo>
                    <a:cubicBezTo>
                      <a:pt x="19731" y="3120"/>
                      <a:pt x="19923" y="3128"/>
                      <a:pt x="20085" y="3128"/>
                    </a:cubicBezTo>
                    <a:cubicBezTo>
                      <a:pt x="20248" y="3128"/>
                      <a:pt x="20382" y="3120"/>
                      <a:pt x="20482" y="3103"/>
                    </a:cubicBezTo>
                    <a:cubicBezTo>
                      <a:pt x="20682" y="3036"/>
                      <a:pt x="20815" y="3003"/>
                      <a:pt x="20815" y="3003"/>
                    </a:cubicBezTo>
                    <a:cubicBezTo>
                      <a:pt x="21115" y="2869"/>
                      <a:pt x="20882" y="2603"/>
                      <a:pt x="20582" y="2569"/>
                    </a:cubicBezTo>
                    <a:cubicBezTo>
                      <a:pt x="20582" y="2569"/>
                      <a:pt x="20548" y="2636"/>
                      <a:pt x="20515" y="2636"/>
                    </a:cubicBezTo>
                    <a:cubicBezTo>
                      <a:pt x="20482" y="2636"/>
                      <a:pt x="20382" y="2669"/>
                      <a:pt x="20315" y="2669"/>
                    </a:cubicBezTo>
                    <a:cubicBezTo>
                      <a:pt x="20218" y="2683"/>
                      <a:pt x="20116" y="2691"/>
                      <a:pt x="20005" y="2691"/>
                    </a:cubicBezTo>
                    <a:cubicBezTo>
                      <a:pt x="19849" y="2691"/>
                      <a:pt x="19676" y="2675"/>
                      <a:pt x="19481" y="2636"/>
                    </a:cubicBezTo>
                    <a:cubicBezTo>
                      <a:pt x="19147" y="2569"/>
                      <a:pt x="18714" y="2402"/>
                      <a:pt x="18313" y="2169"/>
                    </a:cubicBezTo>
                    <a:cubicBezTo>
                      <a:pt x="18080" y="2036"/>
                      <a:pt x="17880" y="1869"/>
                      <a:pt x="17713" y="1702"/>
                    </a:cubicBezTo>
                    <a:cubicBezTo>
                      <a:pt x="17646" y="1635"/>
                      <a:pt x="17546" y="1502"/>
                      <a:pt x="17479" y="1402"/>
                    </a:cubicBezTo>
                    <a:cubicBezTo>
                      <a:pt x="17479" y="1368"/>
                      <a:pt x="17413" y="1368"/>
                      <a:pt x="17413" y="1335"/>
                    </a:cubicBezTo>
                    <a:lnTo>
                      <a:pt x="17379" y="1302"/>
                    </a:lnTo>
                    <a:lnTo>
                      <a:pt x="17346" y="1202"/>
                    </a:lnTo>
                    <a:cubicBezTo>
                      <a:pt x="17313" y="1068"/>
                      <a:pt x="17213" y="968"/>
                      <a:pt x="17179" y="835"/>
                    </a:cubicBezTo>
                    <a:lnTo>
                      <a:pt x="17079" y="668"/>
                    </a:lnTo>
                    <a:cubicBezTo>
                      <a:pt x="17046" y="668"/>
                      <a:pt x="17046" y="635"/>
                      <a:pt x="17046" y="635"/>
                    </a:cubicBezTo>
                    <a:lnTo>
                      <a:pt x="17012" y="668"/>
                    </a:lnTo>
                    <a:lnTo>
                      <a:pt x="16912" y="735"/>
                    </a:lnTo>
                    <a:cubicBezTo>
                      <a:pt x="16812" y="868"/>
                      <a:pt x="16712" y="968"/>
                      <a:pt x="16579" y="1035"/>
                    </a:cubicBezTo>
                    <a:cubicBezTo>
                      <a:pt x="16545" y="1068"/>
                      <a:pt x="16479" y="1135"/>
                      <a:pt x="16412" y="1168"/>
                    </a:cubicBezTo>
                    <a:lnTo>
                      <a:pt x="16345" y="1235"/>
                    </a:lnTo>
                    <a:cubicBezTo>
                      <a:pt x="16312" y="1302"/>
                      <a:pt x="16212" y="1335"/>
                      <a:pt x="16179" y="1368"/>
                    </a:cubicBezTo>
                    <a:cubicBezTo>
                      <a:pt x="15912" y="1535"/>
                      <a:pt x="15645" y="1702"/>
                      <a:pt x="15345" y="1835"/>
                    </a:cubicBezTo>
                    <a:cubicBezTo>
                      <a:pt x="14744" y="2136"/>
                      <a:pt x="14144" y="2336"/>
                      <a:pt x="13510" y="2402"/>
                    </a:cubicBezTo>
                    <a:cubicBezTo>
                      <a:pt x="13269" y="2441"/>
                      <a:pt x="13029" y="2464"/>
                      <a:pt x="12795" y="2464"/>
                    </a:cubicBezTo>
                    <a:cubicBezTo>
                      <a:pt x="12414" y="2464"/>
                      <a:pt x="12052" y="2401"/>
                      <a:pt x="11742" y="2236"/>
                    </a:cubicBezTo>
                    <a:cubicBezTo>
                      <a:pt x="11542" y="2136"/>
                      <a:pt x="11342" y="1969"/>
                      <a:pt x="11208" y="1735"/>
                    </a:cubicBezTo>
                    <a:cubicBezTo>
                      <a:pt x="11142" y="1635"/>
                      <a:pt x="11075" y="1535"/>
                      <a:pt x="11042" y="1368"/>
                    </a:cubicBezTo>
                    <a:cubicBezTo>
                      <a:pt x="10975" y="1035"/>
                      <a:pt x="10908" y="668"/>
                      <a:pt x="10875" y="368"/>
                    </a:cubicBezTo>
                    <a:cubicBezTo>
                      <a:pt x="10875" y="201"/>
                      <a:pt x="10841" y="101"/>
                      <a:pt x="108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01" name="Google Shape;1701;p13"/>
              <p:cNvSpPr/>
              <p:nvPr/>
            </p:nvSpPr>
            <p:spPr>
              <a:xfrm>
                <a:off x="1227630" y="2966924"/>
                <a:ext cx="389153" cy="110430"/>
              </a:xfrm>
              <a:custGeom>
                <a:avLst/>
                <a:gdLst/>
                <a:ahLst/>
                <a:cxnLst/>
                <a:rect l="l" t="t" r="r" b="b"/>
                <a:pathLst>
                  <a:path w="16094" h="4567" extrusionOk="0">
                    <a:moveTo>
                      <a:pt x="4528" y="0"/>
                    </a:moveTo>
                    <a:cubicBezTo>
                      <a:pt x="4523" y="0"/>
                      <a:pt x="4519" y="7"/>
                      <a:pt x="4519" y="30"/>
                    </a:cubicBezTo>
                    <a:lnTo>
                      <a:pt x="4319" y="297"/>
                    </a:lnTo>
                    <a:cubicBezTo>
                      <a:pt x="4185" y="463"/>
                      <a:pt x="4085" y="630"/>
                      <a:pt x="3985" y="797"/>
                    </a:cubicBezTo>
                    <a:cubicBezTo>
                      <a:pt x="3685" y="1231"/>
                      <a:pt x="3352" y="1631"/>
                      <a:pt x="3051" y="1998"/>
                    </a:cubicBezTo>
                    <a:cubicBezTo>
                      <a:pt x="2484" y="2732"/>
                      <a:pt x="1750" y="3165"/>
                      <a:pt x="1217" y="3265"/>
                    </a:cubicBezTo>
                    <a:lnTo>
                      <a:pt x="850" y="3265"/>
                    </a:lnTo>
                    <a:cubicBezTo>
                      <a:pt x="716" y="3265"/>
                      <a:pt x="650" y="3232"/>
                      <a:pt x="550" y="3232"/>
                    </a:cubicBezTo>
                    <a:cubicBezTo>
                      <a:pt x="416" y="3165"/>
                      <a:pt x="349" y="3132"/>
                      <a:pt x="349" y="3132"/>
                    </a:cubicBezTo>
                    <a:cubicBezTo>
                      <a:pt x="334" y="3126"/>
                      <a:pt x="319" y="3123"/>
                      <a:pt x="304" y="3123"/>
                    </a:cubicBezTo>
                    <a:cubicBezTo>
                      <a:pt x="150" y="3123"/>
                      <a:pt x="0" y="3405"/>
                      <a:pt x="183" y="3465"/>
                    </a:cubicBezTo>
                    <a:lnTo>
                      <a:pt x="416" y="3599"/>
                    </a:lnTo>
                    <a:cubicBezTo>
                      <a:pt x="516" y="3632"/>
                      <a:pt x="650" y="3632"/>
                      <a:pt x="750" y="3666"/>
                    </a:cubicBezTo>
                    <a:lnTo>
                      <a:pt x="1217" y="3666"/>
                    </a:lnTo>
                    <a:cubicBezTo>
                      <a:pt x="1550" y="3632"/>
                      <a:pt x="1984" y="3499"/>
                      <a:pt x="2351" y="3265"/>
                    </a:cubicBezTo>
                    <a:cubicBezTo>
                      <a:pt x="2718" y="3065"/>
                      <a:pt x="3085" y="2732"/>
                      <a:pt x="3418" y="2331"/>
                    </a:cubicBezTo>
                    <a:cubicBezTo>
                      <a:pt x="3752" y="1964"/>
                      <a:pt x="4085" y="1564"/>
                      <a:pt x="4419" y="1130"/>
                    </a:cubicBezTo>
                    <a:lnTo>
                      <a:pt x="4552" y="964"/>
                    </a:lnTo>
                    <a:lnTo>
                      <a:pt x="4552" y="1030"/>
                    </a:lnTo>
                    <a:lnTo>
                      <a:pt x="4686" y="1130"/>
                    </a:lnTo>
                    <a:lnTo>
                      <a:pt x="4986" y="1431"/>
                    </a:lnTo>
                    <a:cubicBezTo>
                      <a:pt x="5386" y="1864"/>
                      <a:pt x="5853" y="2231"/>
                      <a:pt x="6354" y="2465"/>
                    </a:cubicBezTo>
                    <a:cubicBezTo>
                      <a:pt x="6854" y="2732"/>
                      <a:pt x="7421" y="2898"/>
                      <a:pt x="7988" y="2898"/>
                    </a:cubicBezTo>
                    <a:cubicBezTo>
                      <a:pt x="8522" y="2898"/>
                      <a:pt x="9089" y="2765"/>
                      <a:pt x="9589" y="2565"/>
                    </a:cubicBezTo>
                    <a:cubicBezTo>
                      <a:pt x="10090" y="2365"/>
                      <a:pt x="10657" y="2098"/>
                      <a:pt x="11090" y="1798"/>
                    </a:cubicBezTo>
                    <a:cubicBezTo>
                      <a:pt x="11224" y="1731"/>
                      <a:pt x="11357" y="1698"/>
                      <a:pt x="11491" y="1597"/>
                    </a:cubicBezTo>
                    <a:lnTo>
                      <a:pt x="11557" y="1564"/>
                    </a:lnTo>
                    <a:lnTo>
                      <a:pt x="11591" y="1564"/>
                    </a:lnTo>
                    <a:cubicBezTo>
                      <a:pt x="11610" y="1564"/>
                      <a:pt x="11618" y="1559"/>
                      <a:pt x="11624" y="1559"/>
                    </a:cubicBezTo>
                    <a:cubicBezTo>
                      <a:pt x="11638" y="1559"/>
                      <a:pt x="11638" y="1593"/>
                      <a:pt x="11758" y="1831"/>
                    </a:cubicBezTo>
                    <a:cubicBezTo>
                      <a:pt x="12024" y="2331"/>
                      <a:pt x="12325" y="2798"/>
                      <a:pt x="12591" y="3232"/>
                    </a:cubicBezTo>
                    <a:cubicBezTo>
                      <a:pt x="12925" y="3632"/>
                      <a:pt x="13259" y="3966"/>
                      <a:pt x="13692" y="4233"/>
                    </a:cubicBezTo>
                    <a:cubicBezTo>
                      <a:pt x="14093" y="4466"/>
                      <a:pt x="14526" y="4566"/>
                      <a:pt x="14860" y="4566"/>
                    </a:cubicBezTo>
                    <a:cubicBezTo>
                      <a:pt x="15227" y="4566"/>
                      <a:pt x="15494" y="4533"/>
                      <a:pt x="15660" y="4466"/>
                    </a:cubicBezTo>
                    <a:cubicBezTo>
                      <a:pt x="15827" y="4433"/>
                      <a:pt x="15894" y="4399"/>
                      <a:pt x="15894" y="4399"/>
                    </a:cubicBezTo>
                    <a:cubicBezTo>
                      <a:pt x="16094" y="4299"/>
                      <a:pt x="15994" y="4033"/>
                      <a:pt x="15727" y="3966"/>
                    </a:cubicBezTo>
                    <a:cubicBezTo>
                      <a:pt x="15727" y="3966"/>
                      <a:pt x="15660" y="4033"/>
                      <a:pt x="15494" y="4066"/>
                    </a:cubicBezTo>
                    <a:cubicBezTo>
                      <a:pt x="15327" y="4066"/>
                      <a:pt x="15093" y="4099"/>
                      <a:pt x="14826" y="4099"/>
                    </a:cubicBezTo>
                    <a:cubicBezTo>
                      <a:pt x="14526" y="4066"/>
                      <a:pt x="14226" y="3966"/>
                      <a:pt x="13892" y="3766"/>
                    </a:cubicBezTo>
                    <a:cubicBezTo>
                      <a:pt x="13559" y="3566"/>
                      <a:pt x="13259" y="3232"/>
                      <a:pt x="13025" y="2865"/>
                    </a:cubicBezTo>
                    <a:cubicBezTo>
                      <a:pt x="12758" y="2431"/>
                      <a:pt x="12525" y="1964"/>
                      <a:pt x="12325" y="1531"/>
                    </a:cubicBezTo>
                    <a:cubicBezTo>
                      <a:pt x="12225" y="1397"/>
                      <a:pt x="12191" y="1231"/>
                      <a:pt x="12091" y="1064"/>
                    </a:cubicBezTo>
                    <a:lnTo>
                      <a:pt x="11924" y="730"/>
                    </a:lnTo>
                    <a:lnTo>
                      <a:pt x="11891" y="630"/>
                    </a:lnTo>
                    <a:lnTo>
                      <a:pt x="11891" y="597"/>
                    </a:lnTo>
                    <a:cubicBezTo>
                      <a:pt x="11891" y="586"/>
                      <a:pt x="11887" y="582"/>
                      <a:pt x="11882" y="582"/>
                    </a:cubicBezTo>
                    <a:cubicBezTo>
                      <a:pt x="11872" y="582"/>
                      <a:pt x="11858" y="597"/>
                      <a:pt x="11858" y="597"/>
                    </a:cubicBezTo>
                    <a:lnTo>
                      <a:pt x="11691" y="697"/>
                    </a:lnTo>
                    <a:lnTo>
                      <a:pt x="11090" y="1030"/>
                    </a:lnTo>
                    <a:cubicBezTo>
                      <a:pt x="11024" y="1097"/>
                      <a:pt x="10890" y="1130"/>
                      <a:pt x="10757" y="1231"/>
                    </a:cubicBezTo>
                    <a:cubicBezTo>
                      <a:pt x="9856" y="1731"/>
                      <a:pt x="8855" y="2131"/>
                      <a:pt x="8022" y="2131"/>
                    </a:cubicBezTo>
                    <a:cubicBezTo>
                      <a:pt x="7188" y="2131"/>
                      <a:pt x="6220" y="1698"/>
                      <a:pt x="5486" y="930"/>
                    </a:cubicBezTo>
                    <a:cubicBezTo>
                      <a:pt x="5386" y="864"/>
                      <a:pt x="5253" y="764"/>
                      <a:pt x="5186" y="697"/>
                    </a:cubicBezTo>
                    <a:lnTo>
                      <a:pt x="4753" y="230"/>
                    </a:lnTo>
                    <a:lnTo>
                      <a:pt x="4652" y="96"/>
                    </a:lnTo>
                    <a:lnTo>
                      <a:pt x="4552" y="30"/>
                    </a:lnTo>
                    <a:cubicBezTo>
                      <a:pt x="4552" y="30"/>
                      <a:pt x="4538" y="0"/>
                      <a:pt x="45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02" name="Google Shape;1702;p13"/>
              <p:cNvSpPr/>
              <p:nvPr/>
            </p:nvSpPr>
            <p:spPr>
              <a:xfrm>
                <a:off x="1318361" y="4817956"/>
                <a:ext cx="514937" cy="104143"/>
              </a:xfrm>
              <a:custGeom>
                <a:avLst/>
                <a:gdLst/>
                <a:ahLst/>
                <a:cxnLst/>
                <a:rect l="l" t="t" r="r" b="b"/>
                <a:pathLst>
                  <a:path w="21296" h="4307" extrusionOk="0">
                    <a:moveTo>
                      <a:pt x="13664" y="1"/>
                    </a:moveTo>
                    <a:cubicBezTo>
                      <a:pt x="13660" y="1"/>
                      <a:pt x="13656" y="9"/>
                      <a:pt x="13656" y="29"/>
                    </a:cubicBezTo>
                    <a:lnTo>
                      <a:pt x="13623" y="63"/>
                    </a:lnTo>
                    <a:lnTo>
                      <a:pt x="13523" y="129"/>
                    </a:lnTo>
                    <a:lnTo>
                      <a:pt x="13356" y="296"/>
                    </a:lnTo>
                    <a:lnTo>
                      <a:pt x="13089" y="596"/>
                    </a:lnTo>
                    <a:cubicBezTo>
                      <a:pt x="12956" y="730"/>
                      <a:pt x="12822" y="796"/>
                      <a:pt x="12689" y="897"/>
                    </a:cubicBezTo>
                    <a:cubicBezTo>
                      <a:pt x="12589" y="1030"/>
                      <a:pt x="12456" y="1097"/>
                      <a:pt x="12322" y="1197"/>
                    </a:cubicBezTo>
                    <a:lnTo>
                      <a:pt x="11955" y="1430"/>
                    </a:lnTo>
                    <a:cubicBezTo>
                      <a:pt x="11455" y="1764"/>
                      <a:pt x="10854" y="1931"/>
                      <a:pt x="10321" y="2064"/>
                    </a:cubicBezTo>
                    <a:cubicBezTo>
                      <a:pt x="9912" y="2153"/>
                      <a:pt x="9465" y="2204"/>
                      <a:pt x="9003" y="2204"/>
                    </a:cubicBezTo>
                    <a:cubicBezTo>
                      <a:pt x="8257" y="2204"/>
                      <a:pt x="7472" y="2073"/>
                      <a:pt x="6751" y="1764"/>
                    </a:cubicBezTo>
                    <a:cubicBezTo>
                      <a:pt x="6451" y="1697"/>
                      <a:pt x="6184" y="1530"/>
                      <a:pt x="5918" y="1364"/>
                    </a:cubicBezTo>
                    <a:lnTo>
                      <a:pt x="5517" y="1097"/>
                    </a:lnTo>
                    <a:lnTo>
                      <a:pt x="5350" y="930"/>
                    </a:lnTo>
                    <a:lnTo>
                      <a:pt x="5017" y="630"/>
                    </a:lnTo>
                    <a:cubicBezTo>
                      <a:pt x="4917" y="563"/>
                      <a:pt x="4817" y="430"/>
                      <a:pt x="4683" y="363"/>
                    </a:cubicBezTo>
                    <a:lnTo>
                      <a:pt x="4483" y="763"/>
                    </a:lnTo>
                    <a:cubicBezTo>
                      <a:pt x="4416" y="963"/>
                      <a:pt x="4283" y="1130"/>
                      <a:pt x="4183" y="1364"/>
                    </a:cubicBezTo>
                    <a:lnTo>
                      <a:pt x="3949" y="1730"/>
                    </a:lnTo>
                    <a:cubicBezTo>
                      <a:pt x="3849" y="1797"/>
                      <a:pt x="3783" y="1964"/>
                      <a:pt x="3683" y="2064"/>
                    </a:cubicBezTo>
                    <a:cubicBezTo>
                      <a:pt x="2982" y="2931"/>
                      <a:pt x="2015" y="3398"/>
                      <a:pt x="1348" y="3632"/>
                    </a:cubicBezTo>
                    <a:cubicBezTo>
                      <a:pt x="1181" y="3732"/>
                      <a:pt x="1014" y="3765"/>
                      <a:pt x="914" y="3799"/>
                    </a:cubicBezTo>
                    <a:cubicBezTo>
                      <a:pt x="747" y="3865"/>
                      <a:pt x="614" y="3865"/>
                      <a:pt x="514" y="3899"/>
                    </a:cubicBezTo>
                    <a:cubicBezTo>
                      <a:pt x="347" y="3899"/>
                      <a:pt x="247" y="3932"/>
                      <a:pt x="247" y="3932"/>
                    </a:cubicBezTo>
                    <a:cubicBezTo>
                      <a:pt x="0" y="3963"/>
                      <a:pt x="10" y="4306"/>
                      <a:pt x="223" y="4306"/>
                    </a:cubicBezTo>
                    <a:cubicBezTo>
                      <a:pt x="241" y="4306"/>
                      <a:pt x="260" y="4304"/>
                      <a:pt x="280" y="4299"/>
                    </a:cubicBezTo>
                    <a:cubicBezTo>
                      <a:pt x="280" y="4299"/>
                      <a:pt x="414" y="4299"/>
                      <a:pt x="614" y="4266"/>
                    </a:cubicBezTo>
                    <a:cubicBezTo>
                      <a:pt x="680" y="4232"/>
                      <a:pt x="814" y="4232"/>
                      <a:pt x="981" y="4199"/>
                    </a:cubicBezTo>
                    <a:cubicBezTo>
                      <a:pt x="1114" y="4132"/>
                      <a:pt x="1281" y="4099"/>
                      <a:pt x="1481" y="4065"/>
                    </a:cubicBezTo>
                    <a:cubicBezTo>
                      <a:pt x="2182" y="3799"/>
                      <a:pt x="3282" y="3365"/>
                      <a:pt x="4116" y="2398"/>
                    </a:cubicBezTo>
                    <a:cubicBezTo>
                      <a:pt x="4250" y="2264"/>
                      <a:pt x="4316" y="2131"/>
                      <a:pt x="4416" y="2031"/>
                    </a:cubicBezTo>
                    <a:cubicBezTo>
                      <a:pt x="4483" y="1897"/>
                      <a:pt x="4617" y="1730"/>
                      <a:pt x="4683" y="1597"/>
                    </a:cubicBezTo>
                    <a:lnTo>
                      <a:pt x="4817" y="1397"/>
                    </a:lnTo>
                    <a:lnTo>
                      <a:pt x="4850" y="1364"/>
                    </a:lnTo>
                    <a:lnTo>
                      <a:pt x="4917" y="1297"/>
                    </a:lnTo>
                    <a:lnTo>
                      <a:pt x="4950" y="1364"/>
                    </a:lnTo>
                    <a:lnTo>
                      <a:pt x="4984" y="1397"/>
                    </a:lnTo>
                    <a:cubicBezTo>
                      <a:pt x="5084" y="1430"/>
                      <a:pt x="5117" y="1530"/>
                      <a:pt x="5184" y="1564"/>
                    </a:cubicBezTo>
                    <a:lnTo>
                      <a:pt x="5617" y="1864"/>
                    </a:lnTo>
                    <a:cubicBezTo>
                      <a:pt x="5918" y="2031"/>
                      <a:pt x="6184" y="2231"/>
                      <a:pt x="6518" y="2364"/>
                    </a:cubicBezTo>
                    <a:cubicBezTo>
                      <a:pt x="7371" y="2748"/>
                      <a:pt x="8278" y="2914"/>
                      <a:pt x="9135" y="2914"/>
                    </a:cubicBezTo>
                    <a:cubicBezTo>
                      <a:pt x="9619" y="2914"/>
                      <a:pt x="10087" y="2861"/>
                      <a:pt x="10521" y="2765"/>
                    </a:cubicBezTo>
                    <a:cubicBezTo>
                      <a:pt x="11121" y="2598"/>
                      <a:pt x="11788" y="2398"/>
                      <a:pt x="12355" y="2064"/>
                    </a:cubicBezTo>
                    <a:cubicBezTo>
                      <a:pt x="12522" y="1964"/>
                      <a:pt x="12656" y="1864"/>
                      <a:pt x="12822" y="1764"/>
                    </a:cubicBezTo>
                    <a:cubicBezTo>
                      <a:pt x="12956" y="1630"/>
                      <a:pt x="13123" y="1564"/>
                      <a:pt x="13256" y="1430"/>
                    </a:cubicBezTo>
                    <a:cubicBezTo>
                      <a:pt x="13423" y="1364"/>
                      <a:pt x="13523" y="1230"/>
                      <a:pt x="13656" y="1097"/>
                    </a:cubicBezTo>
                    <a:lnTo>
                      <a:pt x="13690" y="1063"/>
                    </a:lnTo>
                    <a:lnTo>
                      <a:pt x="13790" y="1197"/>
                    </a:lnTo>
                    <a:lnTo>
                      <a:pt x="14123" y="1564"/>
                    </a:lnTo>
                    <a:lnTo>
                      <a:pt x="14490" y="1931"/>
                    </a:lnTo>
                    <a:cubicBezTo>
                      <a:pt x="14624" y="2064"/>
                      <a:pt x="14791" y="2131"/>
                      <a:pt x="14924" y="2264"/>
                    </a:cubicBezTo>
                    <a:cubicBezTo>
                      <a:pt x="15491" y="2631"/>
                      <a:pt x="16125" y="2898"/>
                      <a:pt x="16759" y="3065"/>
                    </a:cubicBezTo>
                    <a:cubicBezTo>
                      <a:pt x="17387" y="3222"/>
                      <a:pt x="17997" y="3269"/>
                      <a:pt x="18541" y="3269"/>
                    </a:cubicBezTo>
                    <a:cubicBezTo>
                      <a:pt x="19037" y="3269"/>
                      <a:pt x="19478" y="3230"/>
                      <a:pt x="19827" y="3198"/>
                    </a:cubicBezTo>
                    <a:cubicBezTo>
                      <a:pt x="20595" y="3098"/>
                      <a:pt x="21028" y="3031"/>
                      <a:pt x="21028" y="3031"/>
                    </a:cubicBezTo>
                    <a:cubicBezTo>
                      <a:pt x="21295" y="2965"/>
                      <a:pt x="21195" y="2698"/>
                      <a:pt x="20995" y="2598"/>
                    </a:cubicBezTo>
                    <a:cubicBezTo>
                      <a:pt x="20995" y="2598"/>
                      <a:pt x="20528" y="2698"/>
                      <a:pt x="19794" y="2731"/>
                    </a:cubicBezTo>
                    <a:cubicBezTo>
                      <a:pt x="19602" y="2740"/>
                      <a:pt x="19394" y="2746"/>
                      <a:pt x="19171" y="2746"/>
                    </a:cubicBezTo>
                    <a:cubicBezTo>
                      <a:pt x="18504" y="2746"/>
                      <a:pt x="17709" y="2689"/>
                      <a:pt x="16859" y="2464"/>
                    </a:cubicBezTo>
                    <a:cubicBezTo>
                      <a:pt x="16292" y="2364"/>
                      <a:pt x="15758" y="2097"/>
                      <a:pt x="15258" y="1730"/>
                    </a:cubicBezTo>
                    <a:cubicBezTo>
                      <a:pt x="15124" y="1630"/>
                      <a:pt x="14991" y="1530"/>
                      <a:pt x="14857" y="1430"/>
                    </a:cubicBezTo>
                    <a:lnTo>
                      <a:pt x="14524" y="1097"/>
                    </a:lnTo>
                    <a:cubicBezTo>
                      <a:pt x="14424" y="963"/>
                      <a:pt x="14324" y="897"/>
                      <a:pt x="14190" y="730"/>
                    </a:cubicBezTo>
                    <a:lnTo>
                      <a:pt x="13690" y="63"/>
                    </a:lnTo>
                    <a:cubicBezTo>
                      <a:pt x="13690" y="40"/>
                      <a:pt x="13674" y="1"/>
                      <a:pt x="136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03" name="Google Shape;1703;p13"/>
              <p:cNvSpPr/>
              <p:nvPr/>
            </p:nvSpPr>
            <p:spPr>
              <a:xfrm>
                <a:off x="290747" y="3605609"/>
                <a:ext cx="250070" cy="96793"/>
              </a:xfrm>
              <a:custGeom>
                <a:avLst/>
                <a:gdLst/>
                <a:ahLst/>
                <a:cxnLst/>
                <a:rect l="l" t="t" r="r" b="b"/>
                <a:pathLst>
                  <a:path w="10342" h="4003" extrusionOk="0">
                    <a:moveTo>
                      <a:pt x="5338" y="0"/>
                    </a:moveTo>
                    <a:lnTo>
                      <a:pt x="5304" y="33"/>
                    </a:lnTo>
                    <a:lnTo>
                      <a:pt x="5171" y="234"/>
                    </a:lnTo>
                    <a:cubicBezTo>
                      <a:pt x="5004" y="500"/>
                      <a:pt x="4904" y="734"/>
                      <a:pt x="4737" y="1034"/>
                    </a:cubicBezTo>
                    <a:cubicBezTo>
                      <a:pt x="4670" y="1134"/>
                      <a:pt x="4637" y="1168"/>
                      <a:pt x="4604" y="1234"/>
                    </a:cubicBezTo>
                    <a:lnTo>
                      <a:pt x="4470" y="1468"/>
                    </a:lnTo>
                    <a:cubicBezTo>
                      <a:pt x="4404" y="1635"/>
                      <a:pt x="4270" y="1735"/>
                      <a:pt x="4170" y="1868"/>
                    </a:cubicBezTo>
                    <a:cubicBezTo>
                      <a:pt x="4103" y="2002"/>
                      <a:pt x="3970" y="2135"/>
                      <a:pt x="3837" y="2235"/>
                    </a:cubicBezTo>
                    <a:cubicBezTo>
                      <a:pt x="3636" y="2502"/>
                      <a:pt x="3336" y="2669"/>
                      <a:pt x="3103" y="2869"/>
                    </a:cubicBezTo>
                    <a:cubicBezTo>
                      <a:pt x="2969" y="2969"/>
                      <a:pt x="2802" y="3002"/>
                      <a:pt x="2669" y="3069"/>
                    </a:cubicBezTo>
                    <a:cubicBezTo>
                      <a:pt x="2569" y="3136"/>
                      <a:pt x="2436" y="3202"/>
                      <a:pt x="2269" y="3236"/>
                    </a:cubicBezTo>
                    <a:cubicBezTo>
                      <a:pt x="1969" y="3336"/>
                      <a:pt x="1735" y="3469"/>
                      <a:pt x="1468" y="3469"/>
                    </a:cubicBezTo>
                    <a:cubicBezTo>
                      <a:pt x="1235" y="3503"/>
                      <a:pt x="1001" y="3536"/>
                      <a:pt x="801" y="3536"/>
                    </a:cubicBezTo>
                    <a:lnTo>
                      <a:pt x="167" y="3536"/>
                    </a:lnTo>
                    <a:cubicBezTo>
                      <a:pt x="67" y="3536"/>
                      <a:pt x="0" y="3903"/>
                      <a:pt x="134" y="3903"/>
                    </a:cubicBezTo>
                    <a:cubicBezTo>
                      <a:pt x="134" y="3903"/>
                      <a:pt x="401" y="3903"/>
                      <a:pt x="801" y="3970"/>
                    </a:cubicBezTo>
                    <a:cubicBezTo>
                      <a:pt x="1001" y="3970"/>
                      <a:pt x="1268" y="3903"/>
                      <a:pt x="1568" y="3903"/>
                    </a:cubicBezTo>
                    <a:cubicBezTo>
                      <a:pt x="1835" y="3903"/>
                      <a:pt x="2135" y="3836"/>
                      <a:pt x="2469" y="3736"/>
                    </a:cubicBezTo>
                    <a:cubicBezTo>
                      <a:pt x="2636" y="3736"/>
                      <a:pt x="2802" y="3669"/>
                      <a:pt x="2969" y="3569"/>
                    </a:cubicBezTo>
                    <a:lnTo>
                      <a:pt x="3470" y="3336"/>
                    </a:lnTo>
                    <a:cubicBezTo>
                      <a:pt x="3770" y="3136"/>
                      <a:pt x="4103" y="2969"/>
                      <a:pt x="4337" y="2669"/>
                    </a:cubicBezTo>
                    <a:cubicBezTo>
                      <a:pt x="4470" y="2502"/>
                      <a:pt x="4604" y="2368"/>
                      <a:pt x="4737" y="2235"/>
                    </a:cubicBezTo>
                    <a:cubicBezTo>
                      <a:pt x="4837" y="2135"/>
                      <a:pt x="4937" y="1968"/>
                      <a:pt x="5071" y="1835"/>
                    </a:cubicBezTo>
                    <a:lnTo>
                      <a:pt x="5238" y="1635"/>
                    </a:lnTo>
                    <a:cubicBezTo>
                      <a:pt x="5271" y="1568"/>
                      <a:pt x="5304" y="1501"/>
                      <a:pt x="5338" y="1401"/>
                    </a:cubicBezTo>
                    <a:lnTo>
                      <a:pt x="5338" y="1368"/>
                    </a:lnTo>
                    <a:lnTo>
                      <a:pt x="5471" y="1568"/>
                    </a:lnTo>
                    <a:cubicBezTo>
                      <a:pt x="5671" y="1868"/>
                      <a:pt x="5938" y="2168"/>
                      <a:pt x="6172" y="2402"/>
                    </a:cubicBezTo>
                    <a:cubicBezTo>
                      <a:pt x="6672" y="2969"/>
                      <a:pt x="7306" y="3403"/>
                      <a:pt x="7939" y="3669"/>
                    </a:cubicBezTo>
                    <a:cubicBezTo>
                      <a:pt x="8573" y="3903"/>
                      <a:pt x="9140" y="4003"/>
                      <a:pt x="9574" y="4003"/>
                    </a:cubicBezTo>
                    <a:cubicBezTo>
                      <a:pt x="9774" y="4003"/>
                      <a:pt x="9941" y="3970"/>
                      <a:pt x="10074" y="3970"/>
                    </a:cubicBezTo>
                    <a:cubicBezTo>
                      <a:pt x="10174" y="3903"/>
                      <a:pt x="10241" y="3903"/>
                      <a:pt x="10241" y="3903"/>
                    </a:cubicBezTo>
                    <a:cubicBezTo>
                      <a:pt x="10341" y="3870"/>
                      <a:pt x="10308" y="3569"/>
                      <a:pt x="10241" y="3569"/>
                    </a:cubicBezTo>
                    <a:lnTo>
                      <a:pt x="10074" y="3569"/>
                    </a:lnTo>
                    <a:cubicBezTo>
                      <a:pt x="10030" y="3592"/>
                      <a:pt x="9985" y="3599"/>
                      <a:pt x="9938" y="3599"/>
                    </a:cubicBezTo>
                    <a:cubicBezTo>
                      <a:pt x="9845" y="3599"/>
                      <a:pt x="9741" y="3569"/>
                      <a:pt x="9607" y="3569"/>
                    </a:cubicBezTo>
                    <a:cubicBezTo>
                      <a:pt x="9240" y="3536"/>
                      <a:pt x="8740" y="3403"/>
                      <a:pt x="8173" y="3169"/>
                    </a:cubicBezTo>
                    <a:cubicBezTo>
                      <a:pt x="7639" y="2869"/>
                      <a:pt x="7139" y="2469"/>
                      <a:pt x="6672" y="1968"/>
                    </a:cubicBezTo>
                    <a:cubicBezTo>
                      <a:pt x="6438" y="1701"/>
                      <a:pt x="6272" y="1401"/>
                      <a:pt x="6071" y="1168"/>
                    </a:cubicBezTo>
                    <a:cubicBezTo>
                      <a:pt x="5971" y="1068"/>
                      <a:pt x="5938" y="1001"/>
                      <a:pt x="5905" y="901"/>
                    </a:cubicBezTo>
                    <a:cubicBezTo>
                      <a:pt x="5805" y="801"/>
                      <a:pt x="5738" y="634"/>
                      <a:pt x="5638" y="500"/>
                    </a:cubicBezTo>
                    <a:cubicBezTo>
                      <a:pt x="5571" y="367"/>
                      <a:pt x="5471" y="200"/>
                      <a:pt x="5404" y="67"/>
                    </a:cubicBezTo>
                    <a:lnTo>
                      <a:pt x="533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04" name="Google Shape;1704;p13"/>
              <p:cNvSpPr/>
              <p:nvPr/>
            </p:nvSpPr>
            <p:spPr>
              <a:xfrm>
                <a:off x="2468200" y="4149746"/>
                <a:ext cx="252488" cy="70992"/>
              </a:xfrm>
              <a:custGeom>
                <a:avLst/>
                <a:gdLst/>
                <a:ahLst/>
                <a:cxnLst/>
                <a:rect l="l" t="t" r="r" b="b"/>
                <a:pathLst>
                  <a:path w="10442" h="2936" extrusionOk="0">
                    <a:moveTo>
                      <a:pt x="5338" y="0"/>
                    </a:moveTo>
                    <a:lnTo>
                      <a:pt x="5204" y="167"/>
                    </a:lnTo>
                    <a:cubicBezTo>
                      <a:pt x="5071" y="334"/>
                      <a:pt x="4904" y="500"/>
                      <a:pt x="4737" y="667"/>
                    </a:cubicBezTo>
                    <a:lnTo>
                      <a:pt x="4604" y="834"/>
                    </a:lnTo>
                    <a:lnTo>
                      <a:pt x="4437" y="934"/>
                    </a:lnTo>
                    <a:cubicBezTo>
                      <a:pt x="4337" y="1034"/>
                      <a:pt x="4237" y="1168"/>
                      <a:pt x="4103" y="1234"/>
                    </a:cubicBezTo>
                    <a:lnTo>
                      <a:pt x="3736" y="1501"/>
                    </a:lnTo>
                    <a:lnTo>
                      <a:pt x="3536" y="1601"/>
                    </a:lnTo>
                    <a:lnTo>
                      <a:pt x="3336" y="1701"/>
                    </a:lnTo>
                    <a:cubicBezTo>
                      <a:pt x="3169" y="1768"/>
                      <a:pt x="3036" y="1868"/>
                      <a:pt x="2902" y="1901"/>
                    </a:cubicBezTo>
                    <a:cubicBezTo>
                      <a:pt x="2602" y="2002"/>
                      <a:pt x="2369" y="2102"/>
                      <a:pt x="2069" y="2168"/>
                    </a:cubicBezTo>
                    <a:cubicBezTo>
                      <a:pt x="1535" y="2268"/>
                      <a:pt x="1034" y="2368"/>
                      <a:pt x="701" y="2435"/>
                    </a:cubicBezTo>
                    <a:cubicBezTo>
                      <a:pt x="334" y="2502"/>
                      <a:pt x="100" y="2535"/>
                      <a:pt x="100" y="2535"/>
                    </a:cubicBezTo>
                    <a:cubicBezTo>
                      <a:pt x="0" y="2569"/>
                      <a:pt x="34" y="2902"/>
                      <a:pt x="167" y="2902"/>
                    </a:cubicBezTo>
                    <a:cubicBezTo>
                      <a:pt x="167" y="2902"/>
                      <a:pt x="367" y="2902"/>
                      <a:pt x="734" y="2869"/>
                    </a:cubicBezTo>
                    <a:cubicBezTo>
                      <a:pt x="1101" y="2802"/>
                      <a:pt x="1602" y="2769"/>
                      <a:pt x="2202" y="2669"/>
                    </a:cubicBezTo>
                    <a:cubicBezTo>
                      <a:pt x="2502" y="2602"/>
                      <a:pt x="2769" y="2535"/>
                      <a:pt x="3103" y="2435"/>
                    </a:cubicBezTo>
                    <a:cubicBezTo>
                      <a:pt x="3269" y="2402"/>
                      <a:pt x="3403" y="2335"/>
                      <a:pt x="3570" y="2268"/>
                    </a:cubicBezTo>
                    <a:lnTo>
                      <a:pt x="3836" y="2202"/>
                    </a:lnTo>
                    <a:lnTo>
                      <a:pt x="4037" y="2068"/>
                    </a:lnTo>
                    <a:cubicBezTo>
                      <a:pt x="4203" y="1968"/>
                      <a:pt x="4370" y="1901"/>
                      <a:pt x="4504" y="1835"/>
                    </a:cubicBezTo>
                    <a:cubicBezTo>
                      <a:pt x="4670" y="1735"/>
                      <a:pt x="4770" y="1601"/>
                      <a:pt x="4904" y="1535"/>
                    </a:cubicBezTo>
                    <a:lnTo>
                      <a:pt x="5104" y="1368"/>
                    </a:lnTo>
                    <a:lnTo>
                      <a:pt x="5271" y="1201"/>
                    </a:lnTo>
                    <a:lnTo>
                      <a:pt x="5371" y="1101"/>
                    </a:lnTo>
                    <a:lnTo>
                      <a:pt x="5404" y="1068"/>
                    </a:lnTo>
                    <a:lnTo>
                      <a:pt x="5704" y="1368"/>
                    </a:lnTo>
                    <a:cubicBezTo>
                      <a:pt x="5838" y="1501"/>
                      <a:pt x="5938" y="1568"/>
                      <a:pt x="6071" y="1701"/>
                    </a:cubicBezTo>
                    <a:cubicBezTo>
                      <a:pt x="6205" y="1768"/>
                      <a:pt x="6305" y="1901"/>
                      <a:pt x="6472" y="2002"/>
                    </a:cubicBezTo>
                    <a:cubicBezTo>
                      <a:pt x="7072" y="2402"/>
                      <a:pt x="7706" y="2602"/>
                      <a:pt x="8273" y="2769"/>
                    </a:cubicBezTo>
                    <a:cubicBezTo>
                      <a:pt x="8573" y="2835"/>
                      <a:pt x="8873" y="2869"/>
                      <a:pt x="9107" y="2902"/>
                    </a:cubicBezTo>
                    <a:cubicBezTo>
                      <a:pt x="9374" y="2902"/>
                      <a:pt x="9607" y="2936"/>
                      <a:pt x="9774" y="2936"/>
                    </a:cubicBezTo>
                    <a:lnTo>
                      <a:pt x="10374" y="2936"/>
                    </a:lnTo>
                    <a:cubicBezTo>
                      <a:pt x="10441" y="2936"/>
                      <a:pt x="10441" y="2602"/>
                      <a:pt x="10241" y="2535"/>
                    </a:cubicBezTo>
                    <a:cubicBezTo>
                      <a:pt x="10241" y="2535"/>
                      <a:pt x="10041" y="2535"/>
                      <a:pt x="9707" y="2502"/>
                    </a:cubicBezTo>
                    <a:cubicBezTo>
                      <a:pt x="9507" y="2502"/>
                      <a:pt x="9340" y="2435"/>
                      <a:pt x="9074" y="2402"/>
                    </a:cubicBezTo>
                    <a:cubicBezTo>
                      <a:pt x="8840" y="2368"/>
                      <a:pt x="8573" y="2268"/>
                      <a:pt x="8340" y="2202"/>
                    </a:cubicBezTo>
                    <a:cubicBezTo>
                      <a:pt x="7839" y="2035"/>
                      <a:pt x="7239" y="1768"/>
                      <a:pt x="6772" y="1401"/>
                    </a:cubicBezTo>
                    <a:cubicBezTo>
                      <a:pt x="6672" y="1334"/>
                      <a:pt x="6572" y="1201"/>
                      <a:pt x="6438" y="1101"/>
                    </a:cubicBezTo>
                    <a:cubicBezTo>
                      <a:pt x="6338" y="1034"/>
                      <a:pt x="6238" y="901"/>
                      <a:pt x="6105" y="834"/>
                    </a:cubicBezTo>
                    <a:cubicBezTo>
                      <a:pt x="6005" y="701"/>
                      <a:pt x="5905" y="567"/>
                      <a:pt x="5771" y="434"/>
                    </a:cubicBezTo>
                    <a:cubicBezTo>
                      <a:pt x="5704" y="334"/>
                      <a:pt x="5571" y="234"/>
                      <a:pt x="5504" y="100"/>
                    </a:cubicBezTo>
                    <a:cubicBezTo>
                      <a:pt x="5404" y="67"/>
                      <a:pt x="5371" y="33"/>
                      <a:pt x="53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05" name="Google Shape;1705;p13"/>
              <p:cNvSpPr/>
              <p:nvPr/>
            </p:nvSpPr>
            <p:spPr>
              <a:xfrm>
                <a:off x="165906" y="4659784"/>
                <a:ext cx="272291" cy="115387"/>
              </a:xfrm>
              <a:custGeom>
                <a:avLst/>
                <a:gdLst/>
                <a:ahLst/>
                <a:cxnLst/>
                <a:rect l="l" t="t" r="r" b="b"/>
                <a:pathLst>
                  <a:path w="11261" h="4772" extrusionOk="0">
                    <a:moveTo>
                      <a:pt x="6931" y="1"/>
                    </a:moveTo>
                    <a:lnTo>
                      <a:pt x="6898" y="34"/>
                    </a:lnTo>
                    <a:lnTo>
                      <a:pt x="6798" y="168"/>
                    </a:lnTo>
                    <a:cubicBezTo>
                      <a:pt x="6731" y="335"/>
                      <a:pt x="6598" y="468"/>
                      <a:pt x="6498" y="635"/>
                    </a:cubicBezTo>
                    <a:cubicBezTo>
                      <a:pt x="6331" y="868"/>
                      <a:pt x="6064" y="1335"/>
                      <a:pt x="5997" y="1369"/>
                    </a:cubicBezTo>
                    <a:cubicBezTo>
                      <a:pt x="5630" y="1936"/>
                      <a:pt x="5130" y="2536"/>
                      <a:pt x="4563" y="3003"/>
                    </a:cubicBezTo>
                    <a:cubicBezTo>
                      <a:pt x="3963" y="3470"/>
                      <a:pt x="3295" y="3837"/>
                      <a:pt x="2628" y="3970"/>
                    </a:cubicBezTo>
                    <a:cubicBezTo>
                      <a:pt x="2370" y="4035"/>
                      <a:pt x="2126" y="4060"/>
                      <a:pt x="1900" y="4060"/>
                    </a:cubicBezTo>
                    <a:cubicBezTo>
                      <a:pt x="1542" y="4060"/>
                      <a:pt x="1226" y="3998"/>
                      <a:pt x="960" y="3937"/>
                    </a:cubicBezTo>
                    <a:cubicBezTo>
                      <a:pt x="760" y="3870"/>
                      <a:pt x="594" y="3804"/>
                      <a:pt x="460" y="3770"/>
                    </a:cubicBezTo>
                    <a:cubicBezTo>
                      <a:pt x="327" y="3704"/>
                      <a:pt x="293" y="3670"/>
                      <a:pt x="293" y="3670"/>
                    </a:cubicBezTo>
                    <a:cubicBezTo>
                      <a:pt x="286" y="3669"/>
                      <a:pt x="279" y="3668"/>
                      <a:pt x="272" y="3668"/>
                    </a:cubicBezTo>
                    <a:cubicBezTo>
                      <a:pt x="143" y="3668"/>
                      <a:pt x="0" y="3941"/>
                      <a:pt x="127" y="4004"/>
                    </a:cubicBezTo>
                    <a:cubicBezTo>
                      <a:pt x="127" y="4004"/>
                      <a:pt x="160" y="4037"/>
                      <a:pt x="293" y="4104"/>
                    </a:cubicBezTo>
                    <a:cubicBezTo>
                      <a:pt x="393" y="4137"/>
                      <a:pt x="594" y="4204"/>
                      <a:pt x="794" y="4304"/>
                    </a:cubicBezTo>
                    <a:cubicBezTo>
                      <a:pt x="1103" y="4423"/>
                      <a:pt x="1549" y="4525"/>
                      <a:pt x="2046" y="4525"/>
                    </a:cubicBezTo>
                    <a:cubicBezTo>
                      <a:pt x="2245" y="4525"/>
                      <a:pt x="2452" y="4509"/>
                      <a:pt x="2662" y="4471"/>
                    </a:cubicBezTo>
                    <a:cubicBezTo>
                      <a:pt x="3462" y="4337"/>
                      <a:pt x="4263" y="3970"/>
                      <a:pt x="4930" y="3470"/>
                    </a:cubicBezTo>
                    <a:cubicBezTo>
                      <a:pt x="5597" y="2970"/>
                      <a:pt x="6131" y="2303"/>
                      <a:pt x="6564" y="1702"/>
                    </a:cubicBezTo>
                    <a:cubicBezTo>
                      <a:pt x="6613" y="1590"/>
                      <a:pt x="6630" y="1562"/>
                      <a:pt x="6635" y="1557"/>
                    </a:cubicBezTo>
                    <a:lnTo>
                      <a:pt x="6635" y="1557"/>
                    </a:lnTo>
                    <a:cubicBezTo>
                      <a:pt x="6635" y="1557"/>
                      <a:pt x="6635" y="1557"/>
                      <a:pt x="6635" y="1557"/>
                    </a:cubicBezTo>
                    <a:cubicBezTo>
                      <a:pt x="6636" y="1557"/>
                      <a:pt x="6637" y="1556"/>
                      <a:pt x="6636" y="1556"/>
                    </a:cubicBezTo>
                    <a:cubicBezTo>
                      <a:pt x="6636" y="1556"/>
                      <a:pt x="6636" y="1556"/>
                      <a:pt x="6635" y="1557"/>
                    </a:cubicBezTo>
                    <a:lnTo>
                      <a:pt x="6635" y="1557"/>
                    </a:lnTo>
                    <a:cubicBezTo>
                      <a:pt x="6633" y="1556"/>
                      <a:pt x="6631" y="1552"/>
                      <a:pt x="6631" y="1535"/>
                    </a:cubicBezTo>
                    <a:lnTo>
                      <a:pt x="6631" y="1535"/>
                    </a:lnTo>
                    <a:lnTo>
                      <a:pt x="6665" y="1602"/>
                    </a:lnTo>
                    <a:lnTo>
                      <a:pt x="6931" y="2102"/>
                    </a:lnTo>
                    <a:cubicBezTo>
                      <a:pt x="7332" y="2836"/>
                      <a:pt x="7932" y="3503"/>
                      <a:pt x="8599" y="3904"/>
                    </a:cubicBezTo>
                    <a:cubicBezTo>
                      <a:pt x="8666" y="3970"/>
                      <a:pt x="8766" y="4004"/>
                      <a:pt x="8833" y="4037"/>
                    </a:cubicBezTo>
                    <a:lnTo>
                      <a:pt x="9100" y="4171"/>
                    </a:lnTo>
                    <a:cubicBezTo>
                      <a:pt x="9266" y="4271"/>
                      <a:pt x="9433" y="4304"/>
                      <a:pt x="9567" y="4371"/>
                    </a:cubicBezTo>
                    <a:cubicBezTo>
                      <a:pt x="9833" y="4471"/>
                      <a:pt x="10134" y="4571"/>
                      <a:pt x="10334" y="4638"/>
                    </a:cubicBezTo>
                    <a:cubicBezTo>
                      <a:pt x="10801" y="4738"/>
                      <a:pt x="11101" y="4771"/>
                      <a:pt x="11101" y="4771"/>
                    </a:cubicBezTo>
                    <a:cubicBezTo>
                      <a:pt x="11221" y="4771"/>
                      <a:pt x="11260" y="4528"/>
                      <a:pt x="11194" y="4528"/>
                    </a:cubicBezTo>
                    <a:cubicBezTo>
                      <a:pt x="11186" y="4528"/>
                      <a:pt x="11178" y="4531"/>
                      <a:pt x="11168" y="4538"/>
                    </a:cubicBezTo>
                    <a:cubicBezTo>
                      <a:pt x="11168" y="4538"/>
                      <a:pt x="10934" y="4471"/>
                      <a:pt x="10501" y="4371"/>
                    </a:cubicBezTo>
                    <a:cubicBezTo>
                      <a:pt x="10300" y="4304"/>
                      <a:pt x="10100" y="4204"/>
                      <a:pt x="9800" y="4104"/>
                    </a:cubicBezTo>
                    <a:cubicBezTo>
                      <a:pt x="9633" y="4037"/>
                      <a:pt x="9500" y="3970"/>
                      <a:pt x="9400" y="3870"/>
                    </a:cubicBezTo>
                    <a:cubicBezTo>
                      <a:pt x="9300" y="3837"/>
                      <a:pt x="9266" y="3804"/>
                      <a:pt x="9166" y="3770"/>
                    </a:cubicBezTo>
                    <a:cubicBezTo>
                      <a:pt x="9100" y="3704"/>
                      <a:pt x="9066" y="3637"/>
                      <a:pt x="8966" y="3604"/>
                    </a:cubicBezTo>
                    <a:cubicBezTo>
                      <a:pt x="8432" y="3203"/>
                      <a:pt x="7932" y="2603"/>
                      <a:pt x="7599" y="1936"/>
                    </a:cubicBezTo>
                    <a:lnTo>
                      <a:pt x="7465" y="1669"/>
                    </a:lnTo>
                    <a:lnTo>
                      <a:pt x="7432" y="1535"/>
                    </a:lnTo>
                    <a:lnTo>
                      <a:pt x="7398" y="1469"/>
                    </a:lnTo>
                    <a:lnTo>
                      <a:pt x="7332" y="1335"/>
                    </a:lnTo>
                    <a:cubicBezTo>
                      <a:pt x="7232" y="1002"/>
                      <a:pt x="7132" y="635"/>
                      <a:pt x="6998" y="301"/>
                    </a:cubicBezTo>
                    <a:lnTo>
                      <a:pt x="6931" y="34"/>
                    </a:lnTo>
                    <a:lnTo>
                      <a:pt x="69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06" name="Google Shape;1706;p13"/>
              <p:cNvSpPr/>
              <p:nvPr/>
            </p:nvSpPr>
            <p:spPr>
              <a:xfrm>
                <a:off x="18118" y="8"/>
                <a:ext cx="1939841" cy="3204140"/>
              </a:xfrm>
              <a:custGeom>
                <a:avLst/>
                <a:gdLst/>
                <a:ahLst/>
                <a:cxnLst/>
                <a:rect l="l" t="t" r="r" b="b"/>
                <a:pathLst>
                  <a:path w="80225" h="132512" extrusionOk="0">
                    <a:moveTo>
                      <a:pt x="80135" y="0"/>
                    </a:moveTo>
                    <a:cubicBezTo>
                      <a:pt x="80081" y="0"/>
                      <a:pt x="79955" y="83"/>
                      <a:pt x="79758" y="309"/>
                    </a:cubicBezTo>
                    <a:cubicBezTo>
                      <a:pt x="79624" y="409"/>
                      <a:pt x="79491" y="542"/>
                      <a:pt x="79324" y="742"/>
                    </a:cubicBezTo>
                    <a:cubicBezTo>
                      <a:pt x="79157" y="976"/>
                      <a:pt x="78990" y="1209"/>
                      <a:pt x="78824" y="1509"/>
                    </a:cubicBezTo>
                    <a:cubicBezTo>
                      <a:pt x="78824" y="1509"/>
                      <a:pt x="78790" y="1543"/>
                      <a:pt x="78724" y="1676"/>
                    </a:cubicBezTo>
                    <a:cubicBezTo>
                      <a:pt x="78657" y="1743"/>
                      <a:pt x="78590" y="1976"/>
                      <a:pt x="78457" y="2210"/>
                    </a:cubicBezTo>
                    <a:cubicBezTo>
                      <a:pt x="78323" y="2477"/>
                      <a:pt x="78157" y="2810"/>
                      <a:pt x="78090" y="3177"/>
                    </a:cubicBezTo>
                    <a:cubicBezTo>
                      <a:pt x="78056" y="3377"/>
                      <a:pt x="77990" y="3578"/>
                      <a:pt x="77923" y="3811"/>
                    </a:cubicBezTo>
                    <a:cubicBezTo>
                      <a:pt x="77856" y="4011"/>
                      <a:pt x="77823" y="4245"/>
                      <a:pt x="77790" y="4512"/>
                    </a:cubicBezTo>
                    <a:cubicBezTo>
                      <a:pt x="77623" y="5546"/>
                      <a:pt x="77623" y="6847"/>
                      <a:pt x="77856" y="8314"/>
                    </a:cubicBezTo>
                    <a:cubicBezTo>
                      <a:pt x="77990" y="9015"/>
                      <a:pt x="78157" y="9815"/>
                      <a:pt x="78323" y="10583"/>
                    </a:cubicBezTo>
                    <a:cubicBezTo>
                      <a:pt x="78357" y="10816"/>
                      <a:pt x="78423" y="11016"/>
                      <a:pt x="78423" y="11216"/>
                    </a:cubicBezTo>
                    <a:cubicBezTo>
                      <a:pt x="78423" y="11316"/>
                      <a:pt x="78457" y="11417"/>
                      <a:pt x="78457" y="11517"/>
                    </a:cubicBezTo>
                    <a:lnTo>
                      <a:pt x="78457" y="11817"/>
                    </a:lnTo>
                    <a:cubicBezTo>
                      <a:pt x="78490" y="12017"/>
                      <a:pt x="78457" y="12184"/>
                      <a:pt x="78423" y="12384"/>
                    </a:cubicBezTo>
                    <a:cubicBezTo>
                      <a:pt x="78357" y="12584"/>
                      <a:pt x="78323" y="12818"/>
                      <a:pt x="78257" y="13018"/>
                    </a:cubicBezTo>
                    <a:cubicBezTo>
                      <a:pt x="77956" y="13852"/>
                      <a:pt x="77423" y="14585"/>
                      <a:pt x="76756" y="15386"/>
                    </a:cubicBezTo>
                    <a:cubicBezTo>
                      <a:pt x="76122" y="16187"/>
                      <a:pt x="75355" y="16987"/>
                      <a:pt x="74687" y="17888"/>
                    </a:cubicBezTo>
                    <a:cubicBezTo>
                      <a:pt x="74354" y="18355"/>
                      <a:pt x="74087" y="18855"/>
                      <a:pt x="73820" y="19389"/>
                    </a:cubicBezTo>
                    <a:cubicBezTo>
                      <a:pt x="73587" y="19989"/>
                      <a:pt x="73453" y="20556"/>
                      <a:pt x="73353" y="21190"/>
                    </a:cubicBezTo>
                    <a:cubicBezTo>
                      <a:pt x="73286" y="21824"/>
                      <a:pt x="73353" y="22424"/>
                      <a:pt x="73487" y="23058"/>
                    </a:cubicBezTo>
                    <a:cubicBezTo>
                      <a:pt x="73620" y="23659"/>
                      <a:pt x="73787" y="24226"/>
                      <a:pt x="73753" y="24826"/>
                    </a:cubicBezTo>
                    <a:cubicBezTo>
                      <a:pt x="73753" y="25360"/>
                      <a:pt x="73520" y="25927"/>
                      <a:pt x="73253" y="26494"/>
                    </a:cubicBezTo>
                    <a:cubicBezTo>
                      <a:pt x="72953" y="27028"/>
                      <a:pt x="72586" y="27528"/>
                      <a:pt x="72119" y="27928"/>
                    </a:cubicBezTo>
                    <a:cubicBezTo>
                      <a:pt x="71185" y="28829"/>
                      <a:pt x="69951" y="29363"/>
                      <a:pt x="68650" y="29730"/>
                    </a:cubicBezTo>
                    <a:cubicBezTo>
                      <a:pt x="65981" y="30497"/>
                      <a:pt x="63146" y="31064"/>
                      <a:pt x="60177" y="31664"/>
                    </a:cubicBezTo>
                    <a:cubicBezTo>
                      <a:pt x="59443" y="31831"/>
                      <a:pt x="58676" y="31931"/>
                      <a:pt x="57942" y="32098"/>
                    </a:cubicBezTo>
                    <a:lnTo>
                      <a:pt x="56808" y="32365"/>
                    </a:lnTo>
                    <a:cubicBezTo>
                      <a:pt x="56441" y="32498"/>
                      <a:pt x="56074" y="32565"/>
                      <a:pt x="55674" y="32665"/>
                    </a:cubicBezTo>
                    <a:cubicBezTo>
                      <a:pt x="54940" y="32832"/>
                      <a:pt x="54139" y="33032"/>
                      <a:pt x="53406" y="33199"/>
                    </a:cubicBezTo>
                    <a:cubicBezTo>
                      <a:pt x="52605" y="33366"/>
                      <a:pt x="51838" y="33566"/>
                      <a:pt x="51071" y="33866"/>
                    </a:cubicBezTo>
                    <a:cubicBezTo>
                      <a:pt x="50270" y="34166"/>
                      <a:pt x="49503" y="34666"/>
                      <a:pt x="48969" y="35367"/>
                    </a:cubicBezTo>
                    <a:cubicBezTo>
                      <a:pt x="48435" y="36067"/>
                      <a:pt x="48102" y="36868"/>
                      <a:pt x="47802" y="37602"/>
                    </a:cubicBezTo>
                    <a:cubicBezTo>
                      <a:pt x="47735" y="37769"/>
                      <a:pt x="47635" y="37936"/>
                      <a:pt x="47601" y="38236"/>
                    </a:cubicBezTo>
                    <a:cubicBezTo>
                      <a:pt x="47568" y="38369"/>
                      <a:pt x="47568" y="38503"/>
                      <a:pt x="47568" y="38603"/>
                    </a:cubicBezTo>
                    <a:lnTo>
                      <a:pt x="47568" y="38936"/>
                    </a:lnTo>
                    <a:cubicBezTo>
                      <a:pt x="47568" y="39403"/>
                      <a:pt x="47601" y="39770"/>
                      <a:pt x="47601" y="40170"/>
                    </a:cubicBezTo>
                    <a:cubicBezTo>
                      <a:pt x="47601" y="40537"/>
                      <a:pt x="47468" y="40838"/>
                      <a:pt x="47335" y="41171"/>
                    </a:cubicBezTo>
                    <a:cubicBezTo>
                      <a:pt x="47234" y="41405"/>
                      <a:pt x="46934" y="41672"/>
                      <a:pt x="46634" y="41905"/>
                    </a:cubicBezTo>
                    <a:cubicBezTo>
                      <a:pt x="46000" y="42405"/>
                      <a:pt x="45266" y="42772"/>
                      <a:pt x="44566" y="43339"/>
                    </a:cubicBezTo>
                    <a:cubicBezTo>
                      <a:pt x="44399" y="43439"/>
                      <a:pt x="44232" y="43606"/>
                      <a:pt x="44066" y="43773"/>
                    </a:cubicBezTo>
                    <a:lnTo>
                      <a:pt x="43932" y="43906"/>
                    </a:lnTo>
                    <a:cubicBezTo>
                      <a:pt x="43899" y="43940"/>
                      <a:pt x="43799" y="44040"/>
                      <a:pt x="43799" y="44073"/>
                    </a:cubicBezTo>
                    <a:lnTo>
                      <a:pt x="43632" y="44373"/>
                    </a:lnTo>
                    <a:cubicBezTo>
                      <a:pt x="43432" y="44740"/>
                      <a:pt x="43232" y="45174"/>
                      <a:pt x="43098" y="45574"/>
                    </a:cubicBezTo>
                    <a:cubicBezTo>
                      <a:pt x="42965" y="46041"/>
                      <a:pt x="42898" y="46442"/>
                      <a:pt x="42898" y="46942"/>
                    </a:cubicBezTo>
                    <a:cubicBezTo>
                      <a:pt x="42831" y="47442"/>
                      <a:pt x="42998" y="47943"/>
                      <a:pt x="43232" y="48376"/>
                    </a:cubicBezTo>
                    <a:cubicBezTo>
                      <a:pt x="43665" y="49244"/>
                      <a:pt x="44399" y="49844"/>
                      <a:pt x="45066" y="50378"/>
                    </a:cubicBezTo>
                    <a:cubicBezTo>
                      <a:pt x="45733" y="50911"/>
                      <a:pt x="46401" y="51445"/>
                      <a:pt x="47001" y="52012"/>
                    </a:cubicBezTo>
                    <a:cubicBezTo>
                      <a:pt x="47635" y="52579"/>
                      <a:pt x="48235" y="53180"/>
                      <a:pt x="48635" y="53847"/>
                    </a:cubicBezTo>
                    <a:cubicBezTo>
                      <a:pt x="49069" y="54514"/>
                      <a:pt x="49369" y="55248"/>
                      <a:pt x="49403" y="56048"/>
                    </a:cubicBezTo>
                    <a:cubicBezTo>
                      <a:pt x="49469" y="56849"/>
                      <a:pt x="49403" y="57616"/>
                      <a:pt x="49236" y="58450"/>
                    </a:cubicBezTo>
                    <a:lnTo>
                      <a:pt x="49102" y="59084"/>
                    </a:lnTo>
                    <a:lnTo>
                      <a:pt x="49069" y="59251"/>
                    </a:lnTo>
                    <a:lnTo>
                      <a:pt x="49069" y="59284"/>
                    </a:lnTo>
                    <a:lnTo>
                      <a:pt x="48936" y="59584"/>
                    </a:lnTo>
                    <a:lnTo>
                      <a:pt x="48869" y="59718"/>
                    </a:lnTo>
                    <a:cubicBezTo>
                      <a:pt x="48802" y="59751"/>
                      <a:pt x="48769" y="59784"/>
                      <a:pt x="48769" y="59851"/>
                    </a:cubicBezTo>
                    <a:lnTo>
                      <a:pt x="48736" y="60018"/>
                    </a:lnTo>
                    <a:lnTo>
                      <a:pt x="48702" y="60285"/>
                    </a:lnTo>
                    <a:cubicBezTo>
                      <a:pt x="48635" y="60452"/>
                      <a:pt x="48602" y="60685"/>
                      <a:pt x="48535" y="60852"/>
                    </a:cubicBezTo>
                    <a:cubicBezTo>
                      <a:pt x="48269" y="61552"/>
                      <a:pt x="47768" y="62186"/>
                      <a:pt x="47201" y="62720"/>
                    </a:cubicBezTo>
                    <a:cubicBezTo>
                      <a:pt x="45967" y="63754"/>
                      <a:pt x="44399" y="64421"/>
                      <a:pt x="42798" y="65055"/>
                    </a:cubicBezTo>
                    <a:cubicBezTo>
                      <a:pt x="41230" y="65689"/>
                      <a:pt x="39562" y="66289"/>
                      <a:pt x="38095" y="67290"/>
                    </a:cubicBezTo>
                    <a:cubicBezTo>
                      <a:pt x="37728" y="67557"/>
                      <a:pt x="37394" y="67857"/>
                      <a:pt x="37061" y="68190"/>
                    </a:cubicBezTo>
                    <a:lnTo>
                      <a:pt x="36193" y="69091"/>
                    </a:lnTo>
                    <a:cubicBezTo>
                      <a:pt x="35593" y="69692"/>
                      <a:pt x="34959" y="70259"/>
                      <a:pt x="34359" y="70792"/>
                    </a:cubicBezTo>
                    <a:cubicBezTo>
                      <a:pt x="33091" y="71927"/>
                      <a:pt x="31757" y="72961"/>
                      <a:pt x="30723" y="74395"/>
                    </a:cubicBezTo>
                    <a:cubicBezTo>
                      <a:pt x="30156" y="75062"/>
                      <a:pt x="29755" y="75896"/>
                      <a:pt x="29488" y="76730"/>
                    </a:cubicBezTo>
                    <a:cubicBezTo>
                      <a:pt x="29288" y="77597"/>
                      <a:pt x="29155" y="78465"/>
                      <a:pt x="29288" y="79365"/>
                    </a:cubicBezTo>
                    <a:cubicBezTo>
                      <a:pt x="29322" y="79599"/>
                      <a:pt x="29322" y="79799"/>
                      <a:pt x="29388" y="80032"/>
                    </a:cubicBezTo>
                    <a:lnTo>
                      <a:pt x="29488" y="80633"/>
                    </a:lnTo>
                    <a:cubicBezTo>
                      <a:pt x="29589" y="80866"/>
                      <a:pt x="29622" y="81066"/>
                      <a:pt x="29655" y="81267"/>
                    </a:cubicBezTo>
                    <a:lnTo>
                      <a:pt x="29889" y="81867"/>
                    </a:lnTo>
                    <a:cubicBezTo>
                      <a:pt x="30122" y="82634"/>
                      <a:pt x="30456" y="83401"/>
                      <a:pt x="30789" y="84135"/>
                    </a:cubicBezTo>
                    <a:cubicBezTo>
                      <a:pt x="31123" y="84869"/>
                      <a:pt x="31457" y="85570"/>
                      <a:pt x="31657" y="86270"/>
                    </a:cubicBezTo>
                    <a:cubicBezTo>
                      <a:pt x="31890" y="86971"/>
                      <a:pt x="31890" y="87704"/>
                      <a:pt x="31857" y="88438"/>
                    </a:cubicBezTo>
                    <a:lnTo>
                      <a:pt x="31857" y="88472"/>
                    </a:lnTo>
                    <a:cubicBezTo>
                      <a:pt x="31857" y="88905"/>
                      <a:pt x="31723" y="89572"/>
                      <a:pt x="31423" y="90306"/>
                    </a:cubicBezTo>
                    <a:cubicBezTo>
                      <a:pt x="31190" y="91107"/>
                      <a:pt x="30756" y="92041"/>
                      <a:pt x="30756" y="93108"/>
                    </a:cubicBezTo>
                    <a:cubicBezTo>
                      <a:pt x="30789" y="93575"/>
                      <a:pt x="30889" y="94042"/>
                      <a:pt x="31090" y="94443"/>
                    </a:cubicBezTo>
                    <a:cubicBezTo>
                      <a:pt x="31223" y="94643"/>
                      <a:pt x="31356" y="94876"/>
                      <a:pt x="31457" y="95043"/>
                    </a:cubicBezTo>
                    <a:cubicBezTo>
                      <a:pt x="31590" y="95143"/>
                      <a:pt x="31723" y="95310"/>
                      <a:pt x="31890" y="95477"/>
                    </a:cubicBezTo>
                    <a:cubicBezTo>
                      <a:pt x="32190" y="95777"/>
                      <a:pt x="32457" y="96077"/>
                      <a:pt x="32858" y="96311"/>
                    </a:cubicBezTo>
                    <a:cubicBezTo>
                      <a:pt x="33224" y="96577"/>
                      <a:pt x="33691" y="96778"/>
                      <a:pt x="34192" y="96811"/>
                    </a:cubicBezTo>
                    <a:cubicBezTo>
                      <a:pt x="34266" y="96821"/>
                      <a:pt x="34341" y="96826"/>
                      <a:pt x="34415" y="96826"/>
                    </a:cubicBezTo>
                    <a:cubicBezTo>
                      <a:pt x="34839" y="96826"/>
                      <a:pt x="35252" y="96671"/>
                      <a:pt x="35593" y="96444"/>
                    </a:cubicBezTo>
                    <a:cubicBezTo>
                      <a:pt x="36026" y="96211"/>
                      <a:pt x="36360" y="95810"/>
                      <a:pt x="36594" y="95477"/>
                    </a:cubicBezTo>
                    <a:cubicBezTo>
                      <a:pt x="37094" y="94776"/>
                      <a:pt x="37461" y="93976"/>
                      <a:pt x="37761" y="93208"/>
                    </a:cubicBezTo>
                    <a:cubicBezTo>
                      <a:pt x="38061" y="92408"/>
                      <a:pt x="38261" y="91574"/>
                      <a:pt x="38428" y="90740"/>
                    </a:cubicBezTo>
                    <a:cubicBezTo>
                      <a:pt x="38528" y="90306"/>
                      <a:pt x="38562" y="89873"/>
                      <a:pt x="38595" y="89439"/>
                    </a:cubicBezTo>
                    <a:cubicBezTo>
                      <a:pt x="38628" y="89206"/>
                      <a:pt x="38628" y="88972"/>
                      <a:pt x="38628" y="88772"/>
                    </a:cubicBezTo>
                    <a:lnTo>
                      <a:pt x="38695" y="88205"/>
                    </a:lnTo>
                    <a:cubicBezTo>
                      <a:pt x="38795" y="86570"/>
                      <a:pt x="39262" y="84969"/>
                      <a:pt x="39896" y="83435"/>
                    </a:cubicBezTo>
                    <a:cubicBezTo>
                      <a:pt x="40563" y="81934"/>
                      <a:pt x="41397" y="80466"/>
                      <a:pt x="42531" y="79232"/>
                    </a:cubicBezTo>
                    <a:cubicBezTo>
                      <a:pt x="43098" y="78631"/>
                      <a:pt x="43699" y="78064"/>
                      <a:pt x="44399" y="77631"/>
                    </a:cubicBezTo>
                    <a:cubicBezTo>
                      <a:pt x="45100" y="77230"/>
                      <a:pt x="45867" y="76930"/>
                      <a:pt x="46634" y="76897"/>
                    </a:cubicBezTo>
                    <a:cubicBezTo>
                      <a:pt x="46691" y="76894"/>
                      <a:pt x="46749" y="76893"/>
                      <a:pt x="46806" y="76893"/>
                    </a:cubicBezTo>
                    <a:cubicBezTo>
                      <a:pt x="47544" y="76893"/>
                      <a:pt x="48252" y="77092"/>
                      <a:pt x="48902" y="77464"/>
                    </a:cubicBezTo>
                    <a:cubicBezTo>
                      <a:pt x="49603" y="77897"/>
                      <a:pt x="50203" y="78431"/>
                      <a:pt x="50403" y="79132"/>
                    </a:cubicBezTo>
                    <a:cubicBezTo>
                      <a:pt x="50604" y="79866"/>
                      <a:pt x="50470" y="80699"/>
                      <a:pt x="50303" y="81533"/>
                    </a:cubicBezTo>
                    <a:cubicBezTo>
                      <a:pt x="50137" y="82367"/>
                      <a:pt x="49903" y="83235"/>
                      <a:pt x="49703" y="84102"/>
                    </a:cubicBezTo>
                    <a:cubicBezTo>
                      <a:pt x="49636" y="84302"/>
                      <a:pt x="49603" y="84569"/>
                      <a:pt x="49569" y="84769"/>
                    </a:cubicBezTo>
                    <a:cubicBezTo>
                      <a:pt x="49536" y="84969"/>
                      <a:pt x="49536" y="85203"/>
                      <a:pt x="49469" y="85436"/>
                    </a:cubicBezTo>
                    <a:lnTo>
                      <a:pt x="49436" y="85770"/>
                    </a:lnTo>
                    <a:cubicBezTo>
                      <a:pt x="49403" y="85937"/>
                      <a:pt x="49436" y="86037"/>
                      <a:pt x="49436" y="86137"/>
                    </a:cubicBezTo>
                    <a:cubicBezTo>
                      <a:pt x="49436" y="86404"/>
                      <a:pt x="49436" y="86637"/>
                      <a:pt x="49469" y="86871"/>
                    </a:cubicBezTo>
                    <a:cubicBezTo>
                      <a:pt x="49569" y="87805"/>
                      <a:pt x="49803" y="88705"/>
                      <a:pt x="50103" y="89539"/>
                    </a:cubicBezTo>
                    <a:cubicBezTo>
                      <a:pt x="50637" y="91240"/>
                      <a:pt x="51304" y="92875"/>
                      <a:pt x="51437" y="94543"/>
                    </a:cubicBezTo>
                    <a:lnTo>
                      <a:pt x="51437" y="95143"/>
                    </a:lnTo>
                    <a:lnTo>
                      <a:pt x="51437" y="95443"/>
                    </a:lnTo>
                    <a:lnTo>
                      <a:pt x="51437" y="95477"/>
                    </a:lnTo>
                    <a:lnTo>
                      <a:pt x="51437" y="95577"/>
                    </a:lnTo>
                    <a:lnTo>
                      <a:pt x="51404" y="95744"/>
                    </a:lnTo>
                    <a:lnTo>
                      <a:pt x="51304" y="96044"/>
                    </a:lnTo>
                    <a:lnTo>
                      <a:pt x="51237" y="96311"/>
                    </a:lnTo>
                    <a:cubicBezTo>
                      <a:pt x="51204" y="96544"/>
                      <a:pt x="51104" y="96711"/>
                      <a:pt x="51037" y="96911"/>
                    </a:cubicBezTo>
                    <a:cubicBezTo>
                      <a:pt x="50704" y="97712"/>
                      <a:pt x="50237" y="98412"/>
                      <a:pt x="49736" y="99113"/>
                    </a:cubicBezTo>
                    <a:cubicBezTo>
                      <a:pt x="49236" y="99813"/>
                      <a:pt x="48736" y="100580"/>
                      <a:pt x="48302" y="101381"/>
                    </a:cubicBezTo>
                    <a:cubicBezTo>
                      <a:pt x="47902" y="102148"/>
                      <a:pt x="47568" y="103049"/>
                      <a:pt x="47435" y="103949"/>
                    </a:cubicBezTo>
                    <a:cubicBezTo>
                      <a:pt x="47368" y="104883"/>
                      <a:pt x="47368" y="105751"/>
                      <a:pt x="47401" y="106618"/>
                    </a:cubicBezTo>
                    <a:cubicBezTo>
                      <a:pt x="47435" y="107452"/>
                      <a:pt x="47535" y="108319"/>
                      <a:pt x="47435" y="109086"/>
                    </a:cubicBezTo>
                    <a:cubicBezTo>
                      <a:pt x="47368" y="109820"/>
                      <a:pt x="46934" y="110487"/>
                      <a:pt x="46401" y="111088"/>
                    </a:cubicBezTo>
                    <a:cubicBezTo>
                      <a:pt x="46100" y="111321"/>
                      <a:pt x="45800" y="111622"/>
                      <a:pt x="45533" y="111888"/>
                    </a:cubicBezTo>
                    <a:cubicBezTo>
                      <a:pt x="45200" y="112122"/>
                      <a:pt x="44866" y="112322"/>
                      <a:pt x="44533" y="112556"/>
                    </a:cubicBezTo>
                    <a:cubicBezTo>
                      <a:pt x="43132" y="113423"/>
                      <a:pt x="41564" y="113957"/>
                      <a:pt x="40196" y="114957"/>
                    </a:cubicBezTo>
                    <a:cubicBezTo>
                      <a:pt x="39529" y="115458"/>
                      <a:pt x="38895" y="116091"/>
                      <a:pt x="38428" y="116792"/>
                    </a:cubicBezTo>
                    <a:cubicBezTo>
                      <a:pt x="38295" y="116959"/>
                      <a:pt x="38195" y="117126"/>
                      <a:pt x="38095" y="117326"/>
                    </a:cubicBezTo>
                    <a:cubicBezTo>
                      <a:pt x="37961" y="117559"/>
                      <a:pt x="37894" y="117726"/>
                      <a:pt x="37794" y="117926"/>
                    </a:cubicBezTo>
                    <a:lnTo>
                      <a:pt x="37561" y="118493"/>
                    </a:lnTo>
                    <a:cubicBezTo>
                      <a:pt x="37528" y="118727"/>
                      <a:pt x="37427" y="118927"/>
                      <a:pt x="37394" y="119127"/>
                    </a:cubicBezTo>
                    <a:cubicBezTo>
                      <a:pt x="37194" y="119928"/>
                      <a:pt x="37194" y="120761"/>
                      <a:pt x="37194" y="121562"/>
                    </a:cubicBezTo>
                    <a:cubicBezTo>
                      <a:pt x="37194" y="122329"/>
                      <a:pt x="37194" y="123096"/>
                      <a:pt x="37061" y="123797"/>
                    </a:cubicBezTo>
                    <a:cubicBezTo>
                      <a:pt x="36960" y="124497"/>
                      <a:pt x="36694" y="125131"/>
                      <a:pt x="36260" y="125765"/>
                    </a:cubicBezTo>
                    <a:cubicBezTo>
                      <a:pt x="35893" y="126399"/>
                      <a:pt x="35459" y="126966"/>
                      <a:pt x="34926" y="127433"/>
                    </a:cubicBezTo>
                    <a:cubicBezTo>
                      <a:pt x="33892" y="128400"/>
                      <a:pt x="32557" y="128834"/>
                      <a:pt x="31190" y="128934"/>
                    </a:cubicBezTo>
                    <a:cubicBezTo>
                      <a:pt x="30833" y="128968"/>
                      <a:pt x="30480" y="128982"/>
                      <a:pt x="30131" y="128982"/>
                    </a:cubicBezTo>
                    <a:cubicBezTo>
                      <a:pt x="29109" y="128982"/>
                      <a:pt x="28115" y="128858"/>
                      <a:pt x="27120" y="128734"/>
                    </a:cubicBezTo>
                    <a:cubicBezTo>
                      <a:pt x="25786" y="128567"/>
                      <a:pt x="24518" y="128400"/>
                      <a:pt x="23217" y="128334"/>
                    </a:cubicBezTo>
                    <a:cubicBezTo>
                      <a:pt x="23096" y="128330"/>
                      <a:pt x="22975" y="128329"/>
                      <a:pt x="22854" y="128329"/>
                    </a:cubicBezTo>
                    <a:cubicBezTo>
                      <a:pt x="21709" y="128329"/>
                      <a:pt x="20571" y="128478"/>
                      <a:pt x="19515" y="128901"/>
                    </a:cubicBezTo>
                    <a:cubicBezTo>
                      <a:pt x="18914" y="129101"/>
                      <a:pt x="18414" y="129401"/>
                      <a:pt x="17914" y="129668"/>
                    </a:cubicBezTo>
                    <a:cubicBezTo>
                      <a:pt x="17413" y="129968"/>
                      <a:pt x="16946" y="130302"/>
                      <a:pt x="16513" y="130602"/>
                    </a:cubicBezTo>
                    <a:cubicBezTo>
                      <a:pt x="15579" y="131236"/>
                      <a:pt x="14778" y="131903"/>
                      <a:pt x="13877" y="131936"/>
                    </a:cubicBezTo>
                    <a:cubicBezTo>
                      <a:pt x="13795" y="131942"/>
                      <a:pt x="13714" y="131945"/>
                      <a:pt x="13633" y="131945"/>
                    </a:cubicBezTo>
                    <a:cubicBezTo>
                      <a:pt x="12791" y="131945"/>
                      <a:pt x="12003" y="131646"/>
                      <a:pt x="11242" y="131402"/>
                    </a:cubicBezTo>
                    <a:cubicBezTo>
                      <a:pt x="10408" y="131102"/>
                      <a:pt x="9608" y="130802"/>
                      <a:pt x="8907" y="130468"/>
                    </a:cubicBezTo>
                    <a:cubicBezTo>
                      <a:pt x="7439" y="129901"/>
                      <a:pt x="6205" y="129334"/>
                      <a:pt x="5071" y="129134"/>
                    </a:cubicBezTo>
                    <a:cubicBezTo>
                      <a:pt x="4689" y="129063"/>
                      <a:pt x="4325" y="129034"/>
                      <a:pt x="3988" y="129034"/>
                    </a:cubicBezTo>
                    <a:cubicBezTo>
                      <a:pt x="3383" y="129034"/>
                      <a:pt x="2867" y="129127"/>
                      <a:pt x="2503" y="129234"/>
                    </a:cubicBezTo>
                    <a:cubicBezTo>
                      <a:pt x="2369" y="129268"/>
                      <a:pt x="2236" y="129268"/>
                      <a:pt x="2102" y="129301"/>
                    </a:cubicBezTo>
                    <a:cubicBezTo>
                      <a:pt x="2036" y="129334"/>
                      <a:pt x="1935" y="129334"/>
                      <a:pt x="1869" y="129401"/>
                    </a:cubicBezTo>
                    <a:cubicBezTo>
                      <a:pt x="1735" y="129434"/>
                      <a:pt x="1669" y="129468"/>
                      <a:pt x="1669" y="129468"/>
                    </a:cubicBezTo>
                    <a:cubicBezTo>
                      <a:pt x="1035" y="129735"/>
                      <a:pt x="601" y="130001"/>
                      <a:pt x="368" y="130235"/>
                    </a:cubicBezTo>
                    <a:cubicBezTo>
                      <a:pt x="101" y="130435"/>
                      <a:pt x="1" y="130602"/>
                      <a:pt x="34" y="130635"/>
                    </a:cubicBezTo>
                    <a:cubicBezTo>
                      <a:pt x="42" y="130643"/>
                      <a:pt x="57" y="130647"/>
                      <a:pt x="80" y="130647"/>
                    </a:cubicBezTo>
                    <a:cubicBezTo>
                      <a:pt x="154" y="130647"/>
                      <a:pt x="305" y="130604"/>
                      <a:pt x="534" y="130502"/>
                    </a:cubicBezTo>
                    <a:cubicBezTo>
                      <a:pt x="835" y="130402"/>
                      <a:pt x="1235" y="130168"/>
                      <a:pt x="1835" y="129935"/>
                    </a:cubicBezTo>
                    <a:cubicBezTo>
                      <a:pt x="1835" y="129935"/>
                      <a:pt x="1902" y="129901"/>
                      <a:pt x="2036" y="129835"/>
                    </a:cubicBezTo>
                    <a:cubicBezTo>
                      <a:pt x="2102" y="129835"/>
                      <a:pt x="2202" y="129801"/>
                      <a:pt x="2269" y="129768"/>
                    </a:cubicBezTo>
                    <a:cubicBezTo>
                      <a:pt x="2369" y="129768"/>
                      <a:pt x="2503" y="129735"/>
                      <a:pt x="2603" y="129668"/>
                    </a:cubicBezTo>
                    <a:cubicBezTo>
                      <a:pt x="2913" y="129606"/>
                      <a:pt x="3353" y="129531"/>
                      <a:pt x="3897" y="129531"/>
                    </a:cubicBezTo>
                    <a:cubicBezTo>
                      <a:pt x="4229" y="129531"/>
                      <a:pt x="4600" y="129559"/>
                      <a:pt x="5004" y="129634"/>
                    </a:cubicBezTo>
                    <a:cubicBezTo>
                      <a:pt x="6038" y="129801"/>
                      <a:pt x="7273" y="130335"/>
                      <a:pt x="8707" y="130969"/>
                    </a:cubicBezTo>
                    <a:cubicBezTo>
                      <a:pt x="9407" y="131302"/>
                      <a:pt x="10208" y="131603"/>
                      <a:pt x="11042" y="131936"/>
                    </a:cubicBezTo>
                    <a:cubicBezTo>
                      <a:pt x="11803" y="132210"/>
                      <a:pt x="12675" y="132512"/>
                      <a:pt x="13633" y="132512"/>
                    </a:cubicBezTo>
                    <a:cubicBezTo>
                      <a:pt x="13725" y="132512"/>
                      <a:pt x="13817" y="132509"/>
                      <a:pt x="13911" y="132503"/>
                    </a:cubicBezTo>
                    <a:cubicBezTo>
                      <a:pt x="14444" y="132503"/>
                      <a:pt x="15011" y="132303"/>
                      <a:pt x="15445" y="132003"/>
                    </a:cubicBezTo>
                    <a:cubicBezTo>
                      <a:pt x="15912" y="131769"/>
                      <a:pt x="16346" y="131436"/>
                      <a:pt x="16779" y="131136"/>
                    </a:cubicBezTo>
                    <a:cubicBezTo>
                      <a:pt x="17213" y="130835"/>
                      <a:pt x="17647" y="130568"/>
                      <a:pt x="18180" y="130268"/>
                    </a:cubicBezTo>
                    <a:cubicBezTo>
                      <a:pt x="18614" y="130001"/>
                      <a:pt x="19181" y="129735"/>
                      <a:pt x="19681" y="129501"/>
                    </a:cubicBezTo>
                    <a:cubicBezTo>
                      <a:pt x="20645" y="129140"/>
                      <a:pt x="21690" y="128996"/>
                      <a:pt x="22817" y="128996"/>
                    </a:cubicBezTo>
                    <a:cubicBezTo>
                      <a:pt x="22939" y="128996"/>
                      <a:pt x="23061" y="128997"/>
                      <a:pt x="23184" y="129001"/>
                    </a:cubicBezTo>
                    <a:cubicBezTo>
                      <a:pt x="24385" y="129067"/>
                      <a:pt x="25686" y="129268"/>
                      <a:pt x="27020" y="129434"/>
                    </a:cubicBezTo>
                    <a:cubicBezTo>
                      <a:pt x="28049" y="129563"/>
                      <a:pt x="29098" y="129711"/>
                      <a:pt x="30197" y="129711"/>
                    </a:cubicBezTo>
                    <a:cubicBezTo>
                      <a:pt x="30523" y="129711"/>
                      <a:pt x="30854" y="129698"/>
                      <a:pt x="31190" y="129668"/>
                    </a:cubicBezTo>
                    <a:cubicBezTo>
                      <a:pt x="31890" y="129634"/>
                      <a:pt x="32624" y="129468"/>
                      <a:pt x="33358" y="129234"/>
                    </a:cubicBezTo>
                    <a:cubicBezTo>
                      <a:pt x="34058" y="128934"/>
                      <a:pt x="34726" y="128500"/>
                      <a:pt x="35293" y="128000"/>
                    </a:cubicBezTo>
                    <a:cubicBezTo>
                      <a:pt x="35893" y="127500"/>
                      <a:pt x="36393" y="126899"/>
                      <a:pt x="36760" y="126232"/>
                    </a:cubicBezTo>
                    <a:cubicBezTo>
                      <a:pt x="36860" y="126065"/>
                      <a:pt x="36960" y="125898"/>
                      <a:pt x="37061" y="125732"/>
                    </a:cubicBezTo>
                    <a:lnTo>
                      <a:pt x="37194" y="125465"/>
                    </a:lnTo>
                    <a:lnTo>
                      <a:pt x="37294" y="125165"/>
                    </a:lnTo>
                    <a:cubicBezTo>
                      <a:pt x="37461" y="124798"/>
                      <a:pt x="37561" y="124431"/>
                      <a:pt x="37628" y="123997"/>
                    </a:cubicBezTo>
                    <a:cubicBezTo>
                      <a:pt x="37928" y="122396"/>
                      <a:pt x="37594" y="120795"/>
                      <a:pt x="37961" y="119394"/>
                    </a:cubicBezTo>
                    <a:cubicBezTo>
                      <a:pt x="38028" y="119160"/>
                      <a:pt x="38095" y="118994"/>
                      <a:pt x="38128" y="118827"/>
                    </a:cubicBezTo>
                    <a:lnTo>
                      <a:pt x="38361" y="118293"/>
                    </a:lnTo>
                    <a:cubicBezTo>
                      <a:pt x="38395" y="118126"/>
                      <a:pt x="38528" y="117959"/>
                      <a:pt x="38595" y="117793"/>
                    </a:cubicBezTo>
                    <a:cubicBezTo>
                      <a:pt x="38695" y="117626"/>
                      <a:pt x="38762" y="117459"/>
                      <a:pt x="38895" y="117292"/>
                    </a:cubicBezTo>
                    <a:cubicBezTo>
                      <a:pt x="39295" y="116659"/>
                      <a:pt x="39863" y="116125"/>
                      <a:pt x="40463" y="115658"/>
                    </a:cubicBezTo>
                    <a:cubicBezTo>
                      <a:pt x="41731" y="114791"/>
                      <a:pt x="43298" y="114223"/>
                      <a:pt x="44766" y="113323"/>
                    </a:cubicBezTo>
                    <a:cubicBezTo>
                      <a:pt x="45133" y="113123"/>
                      <a:pt x="45467" y="112889"/>
                      <a:pt x="45867" y="112622"/>
                    </a:cubicBezTo>
                    <a:cubicBezTo>
                      <a:pt x="46167" y="112389"/>
                      <a:pt x="46501" y="112089"/>
                      <a:pt x="46801" y="111755"/>
                    </a:cubicBezTo>
                    <a:cubicBezTo>
                      <a:pt x="46968" y="111588"/>
                      <a:pt x="47101" y="111421"/>
                      <a:pt x="47268" y="111255"/>
                    </a:cubicBezTo>
                    <a:cubicBezTo>
                      <a:pt x="47401" y="111055"/>
                      <a:pt x="47535" y="110888"/>
                      <a:pt x="47635" y="110654"/>
                    </a:cubicBezTo>
                    <a:cubicBezTo>
                      <a:pt x="47902" y="110254"/>
                      <a:pt x="48002" y="109787"/>
                      <a:pt x="48102" y="109320"/>
                    </a:cubicBezTo>
                    <a:cubicBezTo>
                      <a:pt x="48235" y="108419"/>
                      <a:pt x="48102" y="107552"/>
                      <a:pt x="48068" y="106718"/>
                    </a:cubicBezTo>
                    <a:cubicBezTo>
                      <a:pt x="48002" y="105884"/>
                      <a:pt x="48002" y="104983"/>
                      <a:pt x="48102" y="104216"/>
                    </a:cubicBezTo>
                    <a:cubicBezTo>
                      <a:pt x="48235" y="103416"/>
                      <a:pt x="48502" y="102648"/>
                      <a:pt x="48902" y="101915"/>
                    </a:cubicBezTo>
                    <a:cubicBezTo>
                      <a:pt x="49269" y="101147"/>
                      <a:pt x="49770" y="100447"/>
                      <a:pt x="50270" y="99746"/>
                    </a:cubicBezTo>
                    <a:cubicBezTo>
                      <a:pt x="50770" y="98979"/>
                      <a:pt x="51271" y="98245"/>
                      <a:pt x="51638" y="97411"/>
                    </a:cubicBezTo>
                    <a:lnTo>
                      <a:pt x="51904" y="96778"/>
                    </a:lnTo>
                    <a:lnTo>
                      <a:pt x="52005" y="96444"/>
                    </a:lnTo>
                    <a:lnTo>
                      <a:pt x="52105" y="96110"/>
                    </a:lnTo>
                    <a:lnTo>
                      <a:pt x="52138" y="95944"/>
                    </a:lnTo>
                    <a:lnTo>
                      <a:pt x="52138" y="95877"/>
                    </a:lnTo>
                    <a:lnTo>
                      <a:pt x="52138" y="95744"/>
                    </a:lnTo>
                    <a:lnTo>
                      <a:pt x="52138" y="95377"/>
                    </a:lnTo>
                    <a:cubicBezTo>
                      <a:pt x="52171" y="95110"/>
                      <a:pt x="52138" y="94910"/>
                      <a:pt x="52138" y="94643"/>
                    </a:cubicBezTo>
                    <a:cubicBezTo>
                      <a:pt x="52005" y="92775"/>
                      <a:pt x="51304" y="91107"/>
                      <a:pt x="50770" y="89439"/>
                    </a:cubicBezTo>
                    <a:cubicBezTo>
                      <a:pt x="50503" y="88605"/>
                      <a:pt x="50270" y="87771"/>
                      <a:pt x="50170" y="86937"/>
                    </a:cubicBezTo>
                    <a:cubicBezTo>
                      <a:pt x="50137" y="86737"/>
                      <a:pt x="50137" y="86537"/>
                      <a:pt x="50137" y="86303"/>
                    </a:cubicBezTo>
                    <a:lnTo>
                      <a:pt x="50137" y="86037"/>
                    </a:lnTo>
                    <a:lnTo>
                      <a:pt x="50170" y="85703"/>
                    </a:lnTo>
                    <a:cubicBezTo>
                      <a:pt x="50170" y="85470"/>
                      <a:pt x="50237" y="85269"/>
                      <a:pt x="50270" y="85069"/>
                    </a:cubicBezTo>
                    <a:lnTo>
                      <a:pt x="50403" y="84435"/>
                    </a:lnTo>
                    <a:cubicBezTo>
                      <a:pt x="50570" y="83568"/>
                      <a:pt x="50804" y="82734"/>
                      <a:pt x="51004" y="81867"/>
                    </a:cubicBezTo>
                    <a:cubicBezTo>
                      <a:pt x="51237" y="80966"/>
                      <a:pt x="51404" y="80032"/>
                      <a:pt x="51104" y="79032"/>
                    </a:cubicBezTo>
                    <a:cubicBezTo>
                      <a:pt x="50937" y="78565"/>
                      <a:pt x="50737" y="78064"/>
                      <a:pt x="50337" y="77731"/>
                    </a:cubicBezTo>
                    <a:lnTo>
                      <a:pt x="50103" y="77464"/>
                    </a:lnTo>
                    <a:cubicBezTo>
                      <a:pt x="50003" y="77397"/>
                      <a:pt x="49903" y="77364"/>
                      <a:pt x="49803" y="77264"/>
                    </a:cubicBezTo>
                    <a:lnTo>
                      <a:pt x="49503" y="77064"/>
                    </a:lnTo>
                    <a:cubicBezTo>
                      <a:pt x="49436" y="77030"/>
                      <a:pt x="49303" y="76930"/>
                      <a:pt x="49236" y="76897"/>
                    </a:cubicBezTo>
                    <a:cubicBezTo>
                      <a:pt x="48532" y="76486"/>
                      <a:pt x="47673" y="76178"/>
                      <a:pt x="46818" y="76178"/>
                    </a:cubicBezTo>
                    <a:cubicBezTo>
                      <a:pt x="46701" y="76178"/>
                      <a:pt x="46584" y="76184"/>
                      <a:pt x="46467" y="76196"/>
                    </a:cubicBezTo>
                    <a:cubicBezTo>
                      <a:pt x="45500" y="76230"/>
                      <a:pt x="44599" y="76597"/>
                      <a:pt x="43799" y="77064"/>
                    </a:cubicBezTo>
                    <a:cubicBezTo>
                      <a:pt x="42998" y="77531"/>
                      <a:pt x="42331" y="78131"/>
                      <a:pt x="41731" y="78798"/>
                    </a:cubicBezTo>
                    <a:cubicBezTo>
                      <a:pt x="40496" y="80132"/>
                      <a:pt x="39596" y="81700"/>
                      <a:pt x="38929" y="83301"/>
                    </a:cubicBezTo>
                    <a:cubicBezTo>
                      <a:pt x="38261" y="84936"/>
                      <a:pt x="37794" y="86637"/>
                      <a:pt x="37628" y="88372"/>
                    </a:cubicBezTo>
                    <a:lnTo>
                      <a:pt x="37594" y="89039"/>
                    </a:lnTo>
                    <a:cubicBezTo>
                      <a:pt x="37594" y="89239"/>
                      <a:pt x="37561" y="89406"/>
                      <a:pt x="37561" y="89606"/>
                    </a:cubicBezTo>
                    <a:cubicBezTo>
                      <a:pt x="37494" y="89973"/>
                      <a:pt x="37461" y="90406"/>
                      <a:pt x="37394" y="90773"/>
                    </a:cubicBezTo>
                    <a:cubicBezTo>
                      <a:pt x="37261" y="91574"/>
                      <a:pt x="37061" y="92308"/>
                      <a:pt x="36760" y="93075"/>
                    </a:cubicBezTo>
                    <a:cubicBezTo>
                      <a:pt x="36493" y="93809"/>
                      <a:pt x="36160" y="94543"/>
                      <a:pt x="35726" y="95110"/>
                    </a:cubicBezTo>
                    <a:cubicBezTo>
                      <a:pt x="35309" y="95687"/>
                      <a:pt x="34769" y="96079"/>
                      <a:pt x="34195" y="96079"/>
                    </a:cubicBezTo>
                    <a:cubicBezTo>
                      <a:pt x="34172" y="96079"/>
                      <a:pt x="34148" y="96078"/>
                      <a:pt x="34125" y="96077"/>
                    </a:cubicBezTo>
                    <a:cubicBezTo>
                      <a:pt x="33558" y="96044"/>
                      <a:pt x="32958" y="95577"/>
                      <a:pt x="32457" y="95043"/>
                    </a:cubicBezTo>
                    <a:cubicBezTo>
                      <a:pt x="32324" y="94910"/>
                      <a:pt x="32257" y="94743"/>
                      <a:pt x="32124" y="94609"/>
                    </a:cubicBezTo>
                    <a:cubicBezTo>
                      <a:pt x="32057" y="94476"/>
                      <a:pt x="31957" y="94309"/>
                      <a:pt x="31890" y="94209"/>
                    </a:cubicBezTo>
                    <a:cubicBezTo>
                      <a:pt x="31757" y="93909"/>
                      <a:pt x="31657" y="93609"/>
                      <a:pt x="31657" y="93275"/>
                    </a:cubicBezTo>
                    <a:cubicBezTo>
                      <a:pt x="31657" y="92475"/>
                      <a:pt x="31990" y="91641"/>
                      <a:pt x="32290" y="90873"/>
                    </a:cubicBezTo>
                    <a:cubicBezTo>
                      <a:pt x="32591" y="90073"/>
                      <a:pt x="32791" y="89272"/>
                      <a:pt x="32791" y="88705"/>
                    </a:cubicBezTo>
                    <a:lnTo>
                      <a:pt x="32791" y="88739"/>
                    </a:lnTo>
                    <a:cubicBezTo>
                      <a:pt x="32891" y="87905"/>
                      <a:pt x="32891" y="87037"/>
                      <a:pt x="32624" y="86203"/>
                    </a:cubicBezTo>
                    <a:cubicBezTo>
                      <a:pt x="32391" y="85369"/>
                      <a:pt x="31990" y="84602"/>
                      <a:pt x="31657" y="83902"/>
                    </a:cubicBezTo>
                    <a:cubicBezTo>
                      <a:pt x="31323" y="83135"/>
                      <a:pt x="31056" y="82434"/>
                      <a:pt x="30789" y="81700"/>
                    </a:cubicBezTo>
                    <a:lnTo>
                      <a:pt x="30589" y="81133"/>
                    </a:lnTo>
                    <a:cubicBezTo>
                      <a:pt x="30556" y="80933"/>
                      <a:pt x="30489" y="80766"/>
                      <a:pt x="30456" y="80566"/>
                    </a:cubicBezTo>
                    <a:lnTo>
                      <a:pt x="30356" y="79966"/>
                    </a:lnTo>
                    <a:cubicBezTo>
                      <a:pt x="30356" y="79765"/>
                      <a:pt x="30356" y="79599"/>
                      <a:pt x="30289" y="79399"/>
                    </a:cubicBezTo>
                    <a:cubicBezTo>
                      <a:pt x="30189" y="78631"/>
                      <a:pt x="30289" y="77897"/>
                      <a:pt x="30456" y="77130"/>
                    </a:cubicBezTo>
                    <a:cubicBezTo>
                      <a:pt x="30689" y="76430"/>
                      <a:pt x="31056" y="75729"/>
                      <a:pt x="31523" y="75095"/>
                    </a:cubicBezTo>
                    <a:cubicBezTo>
                      <a:pt x="32457" y="73861"/>
                      <a:pt x="33758" y="72760"/>
                      <a:pt x="35026" y="71626"/>
                    </a:cubicBezTo>
                    <a:cubicBezTo>
                      <a:pt x="35626" y="71059"/>
                      <a:pt x="36260" y="70525"/>
                      <a:pt x="36894" y="69892"/>
                    </a:cubicBezTo>
                    <a:lnTo>
                      <a:pt x="37761" y="68958"/>
                    </a:lnTo>
                    <a:cubicBezTo>
                      <a:pt x="38061" y="68724"/>
                      <a:pt x="38361" y="68457"/>
                      <a:pt x="38695" y="68224"/>
                    </a:cubicBezTo>
                    <a:cubicBezTo>
                      <a:pt x="40029" y="67290"/>
                      <a:pt x="41597" y="66723"/>
                      <a:pt x="43198" y="66056"/>
                    </a:cubicBezTo>
                    <a:cubicBezTo>
                      <a:pt x="43965" y="65722"/>
                      <a:pt x="44766" y="65388"/>
                      <a:pt x="45567" y="65022"/>
                    </a:cubicBezTo>
                    <a:cubicBezTo>
                      <a:pt x="46367" y="64588"/>
                      <a:pt x="47101" y="64121"/>
                      <a:pt x="47802" y="63554"/>
                    </a:cubicBezTo>
                    <a:cubicBezTo>
                      <a:pt x="48535" y="62920"/>
                      <a:pt x="49102" y="62186"/>
                      <a:pt x="49403" y="61252"/>
                    </a:cubicBezTo>
                    <a:cubicBezTo>
                      <a:pt x="49436" y="61052"/>
                      <a:pt x="49536" y="60785"/>
                      <a:pt x="49569" y="60585"/>
                    </a:cubicBezTo>
                    <a:lnTo>
                      <a:pt x="49603" y="60251"/>
                    </a:lnTo>
                    <a:lnTo>
                      <a:pt x="49703" y="60118"/>
                    </a:lnTo>
                    <a:lnTo>
                      <a:pt x="49803" y="59851"/>
                    </a:lnTo>
                    <a:lnTo>
                      <a:pt x="49870" y="59718"/>
                    </a:lnTo>
                    <a:cubicBezTo>
                      <a:pt x="49903" y="59651"/>
                      <a:pt x="49903" y="59618"/>
                      <a:pt x="49903" y="59584"/>
                    </a:cubicBezTo>
                    <a:lnTo>
                      <a:pt x="49936" y="59418"/>
                    </a:lnTo>
                    <a:lnTo>
                      <a:pt x="50070" y="58784"/>
                    </a:lnTo>
                    <a:cubicBezTo>
                      <a:pt x="50237" y="57916"/>
                      <a:pt x="50303" y="57049"/>
                      <a:pt x="50237" y="56115"/>
                    </a:cubicBezTo>
                    <a:cubicBezTo>
                      <a:pt x="50203" y="55215"/>
                      <a:pt x="49870" y="54281"/>
                      <a:pt x="49369" y="53547"/>
                    </a:cubicBezTo>
                    <a:cubicBezTo>
                      <a:pt x="48369" y="51979"/>
                      <a:pt x="46901" y="50945"/>
                      <a:pt x="45600" y="49911"/>
                    </a:cubicBezTo>
                    <a:cubicBezTo>
                      <a:pt x="44933" y="49410"/>
                      <a:pt x="44299" y="48810"/>
                      <a:pt x="43965" y="48210"/>
                    </a:cubicBezTo>
                    <a:cubicBezTo>
                      <a:pt x="43632" y="47576"/>
                      <a:pt x="43632" y="46842"/>
                      <a:pt x="43899" y="46075"/>
                    </a:cubicBezTo>
                    <a:cubicBezTo>
                      <a:pt x="44032" y="45708"/>
                      <a:pt x="44132" y="45341"/>
                      <a:pt x="44366" y="45007"/>
                    </a:cubicBezTo>
                    <a:lnTo>
                      <a:pt x="44499" y="44707"/>
                    </a:lnTo>
                    <a:cubicBezTo>
                      <a:pt x="44566" y="44674"/>
                      <a:pt x="44499" y="44674"/>
                      <a:pt x="44566" y="44607"/>
                    </a:cubicBezTo>
                    <a:lnTo>
                      <a:pt x="44633" y="44540"/>
                    </a:lnTo>
                    <a:cubicBezTo>
                      <a:pt x="44766" y="44407"/>
                      <a:pt x="44899" y="44273"/>
                      <a:pt x="45066" y="44173"/>
                    </a:cubicBezTo>
                    <a:cubicBezTo>
                      <a:pt x="45633" y="43706"/>
                      <a:pt x="46401" y="43339"/>
                      <a:pt x="47101" y="42772"/>
                    </a:cubicBezTo>
                    <a:cubicBezTo>
                      <a:pt x="47468" y="42505"/>
                      <a:pt x="47802" y="42205"/>
                      <a:pt x="48068" y="41738"/>
                    </a:cubicBezTo>
                    <a:cubicBezTo>
                      <a:pt x="48269" y="41271"/>
                      <a:pt x="48402" y="40838"/>
                      <a:pt x="48402" y="40371"/>
                    </a:cubicBezTo>
                    <a:cubicBezTo>
                      <a:pt x="48435" y="39904"/>
                      <a:pt x="48369" y="39503"/>
                      <a:pt x="48369" y="39103"/>
                    </a:cubicBezTo>
                    <a:cubicBezTo>
                      <a:pt x="48369" y="38703"/>
                      <a:pt x="48402" y="38503"/>
                      <a:pt x="48569" y="38069"/>
                    </a:cubicBezTo>
                    <a:cubicBezTo>
                      <a:pt x="48869" y="37302"/>
                      <a:pt x="49136" y="36601"/>
                      <a:pt x="49603" y="36034"/>
                    </a:cubicBezTo>
                    <a:cubicBezTo>
                      <a:pt x="50036" y="35434"/>
                      <a:pt x="50637" y="35067"/>
                      <a:pt x="51371" y="34767"/>
                    </a:cubicBezTo>
                    <a:cubicBezTo>
                      <a:pt x="52071" y="34500"/>
                      <a:pt x="52805" y="34266"/>
                      <a:pt x="53572" y="34099"/>
                    </a:cubicBezTo>
                    <a:cubicBezTo>
                      <a:pt x="54306" y="33899"/>
                      <a:pt x="55073" y="33699"/>
                      <a:pt x="55807" y="33532"/>
                    </a:cubicBezTo>
                    <a:cubicBezTo>
                      <a:pt x="56174" y="33399"/>
                      <a:pt x="56574" y="33332"/>
                      <a:pt x="56941" y="33232"/>
                    </a:cubicBezTo>
                    <a:lnTo>
                      <a:pt x="58076" y="32999"/>
                    </a:lnTo>
                    <a:cubicBezTo>
                      <a:pt x="58809" y="32832"/>
                      <a:pt x="59510" y="32698"/>
                      <a:pt x="60277" y="32532"/>
                    </a:cubicBezTo>
                    <a:cubicBezTo>
                      <a:pt x="63246" y="31931"/>
                      <a:pt x="66081" y="31331"/>
                      <a:pt x="68783" y="30564"/>
                    </a:cubicBezTo>
                    <a:cubicBezTo>
                      <a:pt x="70117" y="30197"/>
                      <a:pt x="71485" y="29596"/>
                      <a:pt x="72486" y="28595"/>
                    </a:cubicBezTo>
                    <a:cubicBezTo>
                      <a:pt x="72986" y="28095"/>
                      <a:pt x="73420" y="27528"/>
                      <a:pt x="73753" y="26928"/>
                    </a:cubicBezTo>
                    <a:cubicBezTo>
                      <a:pt x="74087" y="26361"/>
                      <a:pt x="74320" y="25693"/>
                      <a:pt x="74320" y="24993"/>
                    </a:cubicBezTo>
                    <a:cubicBezTo>
                      <a:pt x="74387" y="24259"/>
                      <a:pt x="74154" y="23659"/>
                      <a:pt x="74054" y="23058"/>
                    </a:cubicBezTo>
                    <a:cubicBezTo>
                      <a:pt x="73920" y="22491"/>
                      <a:pt x="73820" y="21891"/>
                      <a:pt x="73920" y="21357"/>
                    </a:cubicBezTo>
                    <a:cubicBezTo>
                      <a:pt x="73987" y="20823"/>
                      <a:pt x="74120" y="20256"/>
                      <a:pt x="74320" y="19756"/>
                    </a:cubicBezTo>
                    <a:cubicBezTo>
                      <a:pt x="74554" y="19255"/>
                      <a:pt x="74787" y="18755"/>
                      <a:pt x="75121" y="18355"/>
                    </a:cubicBezTo>
                    <a:cubicBezTo>
                      <a:pt x="76389" y="16587"/>
                      <a:pt x="77990" y="15219"/>
                      <a:pt x="78724" y="13351"/>
                    </a:cubicBezTo>
                    <a:cubicBezTo>
                      <a:pt x="78790" y="13084"/>
                      <a:pt x="78824" y="12884"/>
                      <a:pt x="78924" y="12651"/>
                    </a:cubicBezTo>
                    <a:cubicBezTo>
                      <a:pt x="78924" y="12417"/>
                      <a:pt x="78990" y="12184"/>
                      <a:pt x="78957" y="11917"/>
                    </a:cubicBezTo>
                    <a:lnTo>
                      <a:pt x="78957" y="11583"/>
                    </a:lnTo>
                    <a:cubicBezTo>
                      <a:pt x="78957" y="11483"/>
                      <a:pt x="78924" y="11383"/>
                      <a:pt x="78924" y="11250"/>
                    </a:cubicBezTo>
                    <a:lnTo>
                      <a:pt x="78790" y="10649"/>
                    </a:lnTo>
                    <a:cubicBezTo>
                      <a:pt x="78624" y="9815"/>
                      <a:pt x="78457" y="9048"/>
                      <a:pt x="78323" y="8348"/>
                    </a:cubicBezTo>
                    <a:cubicBezTo>
                      <a:pt x="78090" y="6913"/>
                      <a:pt x="78056" y="5679"/>
                      <a:pt x="78223" y="4712"/>
                    </a:cubicBezTo>
                    <a:cubicBezTo>
                      <a:pt x="78257" y="4478"/>
                      <a:pt x="78290" y="4211"/>
                      <a:pt x="78323" y="4011"/>
                    </a:cubicBezTo>
                    <a:cubicBezTo>
                      <a:pt x="78390" y="3811"/>
                      <a:pt x="78457" y="3578"/>
                      <a:pt x="78490" y="3411"/>
                    </a:cubicBezTo>
                    <a:cubicBezTo>
                      <a:pt x="78590" y="3077"/>
                      <a:pt x="78757" y="2810"/>
                      <a:pt x="78824" y="2543"/>
                    </a:cubicBezTo>
                    <a:cubicBezTo>
                      <a:pt x="78924" y="2310"/>
                      <a:pt x="78990" y="2110"/>
                      <a:pt x="79091" y="2010"/>
                    </a:cubicBezTo>
                    <a:cubicBezTo>
                      <a:pt x="79124" y="1876"/>
                      <a:pt x="79157" y="1843"/>
                      <a:pt x="79157" y="1843"/>
                    </a:cubicBezTo>
                    <a:cubicBezTo>
                      <a:pt x="79324" y="1576"/>
                      <a:pt x="79424" y="1343"/>
                      <a:pt x="79724" y="1009"/>
                    </a:cubicBezTo>
                    <a:cubicBezTo>
                      <a:pt x="79824" y="842"/>
                      <a:pt x="79924" y="642"/>
                      <a:pt x="79991" y="509"/>
                    </a:cubicBezTo>
                    <a:cubicBezTo>
                      <a:pt x="80158" y="208"/>
                      <a:pt x="80225" y="42"/>
                      <a:pt x="80158" y="8"/>
                    </a:cubicBezTo>
                    <a:cubicBezTo>
                      <a:pt x="80153" y="3"/>
                      <a:pt x="80145" y="0"/>
                      <a:pt x="801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07" name="Google Shape;1707;p13"/>
              <p:cNvSpPr/>
              <p:nvPr/>
            </p:nvSpPr>
            <p:spPr>
              <a:xfrm>
                <a:off x="3610" y="24236"/>
                <a:ext cx="2069687" cy="3284563"/>
              </a:xfrm>
              <a:custGeom>
                <a:avLst/>
                <a:gdLst/>
                <a:ahLst/>
                <a:cxnLst/>
                <a:rect l="l" t="t" r="r" b="b"/>
                <a:pathLst>
                  <a:path w="85595" h="135838" extrusionOk="0">
                    <a:moveTo>
                      <a:pt x="85546" y="1"/>
                    </a:moveTo>
                    <a:cubicBezTo>
                      <a:pt x="85502" y="1"/>
                      <a:pt x="85407" y="103"/>
                      <a:pt x="85261" y="307"/>
                    </a:cubicBezTo>
                    <a:cubicBezTo>
                      <a:pt x="85094" y="541"/>
                      <a:pt x="84894" y="874"/>
                      <a:pt x="84694" y="1408"/>
                    </a:cubicBezTo>
                    <a:cubicBezTo>
                      <a:pt x="84694" y="1408"/>
                      <a:pt x="84627" y="1508"/>
                      <a:pt x="84594" y="1642"/>
                    </a:cubicBezTo>
                    <a:cubicBezTo>
                      <a:pt x="84594" y="1675"/>
                      <a:pt x="84561" y="1742"/>
                      <a:pt x="84527" y="1875"/>
                    </a:cubicBezTo>
                    <a:cubicBezTo>
                      <a:pt x="84461" y="1975"/>
                      <a:pt x="84461" y="2142"/>
                      <a:pt x="84427" y="2242"/>
                    </a:cubicBezTo>
                    <a:cubicBezTo>
                      <a:pt x="84327" y="2842"/>
                      <a:pt x="84227" y="3743"/>
                      <a:pt x="84394" y="4911"/>
                    </a:cubicBezTo>
                    <a:cubicBezTo>
                      <a:pt x="84494" y="5511"/>
                      <a:pt x="84594" y="6178"/>
                      <a:pt x="84727" y="6879"/>
                    </a:cubicBezTo>
                    <a:cubicBezTo>
                      <a:pt x="84894" y="7579"/>
                      <a:pt x="85061" y="8380"/>
                      <a:pt x="85094" y="9247"/>
                    </a:cubicBezTo>
                    <a:cubicBezTo>
                      <a:pt x="85161" y="9481"/>
                      <a:pt x="85161" y="9714"/>
                      <a:pt x="85161" y="9914"/>
                    </a:cubicBezTo>
                    <a:cubicBezTo>
                      <a:pt x="85094" y="10148"/>
                      <a:pt x="85094" y="10348"/>
                      <a:pt x="85061" y="10581"/>
                    </a:cubicBezTo>
                    <a:cubicBezTo>
                      <a:pt x="85061" y="10848"/>
                      <a:pt x="84994" y="11048"/>
                      <a:pt x="84928" y="11315"/>
                    </a:cubicBezTo>
                    <a:cubicBezTo>
                      <a:pt x="84894" y="11549"/>
                      <a:pt x="84794" y="11749"/>
                      <a:pt x="84727" y="12016"/>
                    </a:cubicBezTo>
                    <a:cubicBezTo>
                      <a:pt x="84561" y="12483"/>
                      <a:pt x="84327" y="12916"/>
                      <a:pt x="83960" y="13350"/>
                    </a:cubicBezTo>
                    <a:cubicBezTo>
                      <a:pt x="83693" y="13817"/>
                      <a:pt x="83260" y="14184"/>
                      <a:pt x="82859" y="14584"/>
                    </a:cubicBezTo>
                    <a:cubicBezTo>
                      <a:pt x="81959" y="15385"/>
                      <a:pt x="81025" y="16219"/>
                      <a:pt x="80224" y="17319"/>
                    </a:cubicBezTo>
                    <a:cubicBezTo>
                      <a:pt x="79857" y="17853"/>
                      <a:pt x="79490" y="18487"/>
                      <a:pt x="79324" y="19187"/>
                    </a:cubicBezTo>
                    <a:cubicBezTo>
                      <a:pt x="79090" y="19855"/>
                      <a:pt x="79057" y="20588"/>
                      <a:pt x="79090" y="21356"/>
                    </a:cubicBezTo>
                    <a:cubicBezTo>
                      <a:pt x="79157" y="22823"/>
                      <a:pt x="79424" y="24358"/>
                      <a:pt x="79157" y="25926"/>
                    </a:cubicBezTo>
                    <a:cubicBezTo>
                      <a:pt x="78823" y="27493"/>
                      <a:pt x="78023" y="29028"/>
                      <a:pt x="76755" y="30229"/>
                    </a:cubicBezTo>
                    <a:cubicBezTo>
                      <a:pt x="75521" y="31430"/>
                      <a:pt x="73853" y="32263"/>
                      <a:pt x="72085" y="33064"/>
                    </a:cubicBezTo>
                    <a:cubicBezTo>
                      <a:pt x="70384" y="33898"/>
                      <a:pt x="68483" y="34498"/>
                      <a:pt x="66481" y="34999"/>
                    </a:cubicBezTo>
                    <a:cubicBezTo>
                      <a:pt x="65981" y="35166"/>
                      <a:pt x="65480" y="35266"/>
                      <a:pt x="64980" y="35399"/>
                    </a:cubicBezTo>
                    <a:cubicBezTo>
                      <a:pt x="64713" y="35499"/>
                      <a:pt x="64480" y="35532"/>
                      <a:pt x="64213" y="35599"/>
                    </a:cubicBezTo>
                    <a:lnTo>
                      <a:pt x="64013" y="35666"/>
                    </a:lnTo>
                    <a:lnTo>
                      <a:pt x="63913" y="35666"/>
                    </a:lnTo>
                    <a:lnTo>
                      <a:pt x="63846" y="35699"/>
                    </a:lnTo>
                    <a:lnTo>
                      <a:pt x="63412" y="35766"/>
                    </a:lnTo>
                    <a:cubicBezTo>
                      <a:pt x="62378" y="36033"/>
                      <a:pt x="61311" y="36366"/>
                      <a:pt x="60310" y="36867"/>
                    </a:cubicBezTo>
                    <a:cubicBezTo>
                      <a:pt x="59309" y="37367"/>
                      <a:pt x="58309" y="38068"/>
                      <a:pt x="57708" y="39168"/>
                    </a:cubicBezTo>
                    <a:cubicBezTo>
                      <a:pt x="57408" y="39702"/>
                      <a:pt x="57341" y="40336"/>
                      <a:pt x="57174" y="40870"/>
                    </a:cubicBezTo>
                    <a:cubicBezTo>
                      <a:pt x="57141" y="41170"/>
                      <a:pt x="57008" y="41437"/>
                      <a:pt x="56908" y="41704"/>
                    </a:cubicBezTo>
                    <a:cubicBezTo>
                      <a:pt x="56808" y="42004"/>
                      <a:pt x="56674" y="42237"/>
                      <a:pt x="56541" y="42504"/>
                    </a:cubicBezTo>
                    <a:lnTo>
                      <a:pt x="56307" y="43005"/>
                    </a:lnTo>
                    <a:cubicBezTo>
                      <a:pt x="56174" y="43171"/>
                      <a:pt x="56040" y="43338"/>
                      <a:pt x="55907" y="43538"/>
                    </a:cubicBezTo>
                    <a:cubicBezTo>
                      <a:pt x="55640" y="43905"/>
                      <a:pt x="55240" y="44339"/>
                      <a:pt x="54839" y="44739"/>
                    </a:cubicBezTo>
                    <a:cubicBezTo>
                      <a:pt x="54406" y="45173"/>
                      <a:pt x="53872" y="45573"/>
                      <a:pt x="53372" y="46107"/>
                    </a:cubicBezTo>
                    <a:cubicBezTo>
                      <a:pt x="52871" y="46607"/>
                      <a:pt x="52371" y="47341"/>
                      <a:pt x="52204" y="48208"/>
                    </a:cubicBezTo>
                    <a:cubicBezTo>
                      <a:pt x="51837" y="50010"/>
                      <a:pt x="52571" y="51844"/>
                      <a:pt x="53405" y="53612"/>
                    </a:cubicBezTo>
                    <a:cubicBezTo>
                      <a:pt x="53839" y="54513"/>
                      <a:pt x="54172" y="55447"/>
                      <a:pt x="54339" y="56514"/>
                    </a:cubicBezTo>
                    <a:cubicBezTo>
                      <a:pt x="54406" y="56748"/>
                      <a:pt x="54372" y="57048"/>
                      <a:pt x="54406" y="57281"/>
                    </a:cubicBezTo>
                    <a:cubicBezTo>
                      <a:pt x="54406" y="57548"/>
                      <a:pt x="54473" y="57848"/>
                      <a:pt x="54473" y="58082"/>
                    </a:cubicBezTo>
                    <a:cubicBezTo>
                      <a:pt x="54473" y="58349"/>
                      <a:pt x="54473" y="58616"/>
                      <a:pt x="54406" y="58883"/>
                    </a:cubicBezTo>
                    <a:cubicBezTo>
                      <a:pt x="54372" y="59116"/>
                      <a:pt x="54372" y="59416"/>
                      <a:pt x="54306" y="59683"/>
                    </a:cubicBezTo>
                    <a:cubicBezTo>
                      <a:pt x="54072" y="60751"/>
                      <a:pt x="53639" y="61785"/>
                      <a:pt x="52971" y="62719"/>
                    </a:cubicBezTo>
                    <a:cubicBezTo>
                      <a:pt x="52304" y="63619"/>
                      <a:pt x="51370" y="64420"/>
                      <a:pt x="50403" y="65087"/>
                    </a:cubicBezTo>
                    <a:cubicBezTo>
                      <a:pt x="49402" y="65754"/>
                      <a:pt x="48335" y="66355"/>
                      <a:pt x="47234" y="66888"/>
                    </a:cubicBezTo>
                    <a:cubicBezTo>
                      <a:pt x="46700" y="67188"/>
                      <a:pt x="46167" y="67455"/>
                      <a:pt x="45633" y="67789"/>
                    </a:cubicBezTo>
                    <a:cubicBezTo>
                      <a:pt x="45366" y="67956"/>
                      <a:pt x="45133" y="68189"/>
                      <a:pt x="44866" y="68423"/>
                    </a:cubicBezTo>
                    <a:cubicBezTo>
                      <a:pt x="44732" y="68589"/>
                      <a:pt x="44666" y="68756"/>
                      <a:pt x="44565" y="68923"/>
                    </a:cubicBezTo>
                    <a:cubicBezTo>
                      <a:pt x="44565" y="69023"/>
                      <a:pt x="44532" y="69123"/>
                      <a:pt x="44532" y="69223"/>
                    </a:cubicBezTo>
                    <a:cubicBezTo>
                      <a:pt x="44532" y="69290"/>
                      <a:pt x="44532" y="69423"/>
                      <a:pt x="44565" y="69523"/>
                    </a:cubicBezTo>
                    <a:cubicBezTo>
                      <a:pt x="44666" y="69890"/>
                      <a:pt x="44899" y="70124"/>
                      <a:pt x="45133" y="70391"/>
                    </a:cubicBezTo>
                    <a:cubicBezTo>
                      <a:pt x="45333" y="70591"/>
                      <a:pt x="45533" y="70858"/>
                      <a:pt x="45800" y="71058"/>
                    </a:cubicBezTo>
                    <a:cubicBezTo>
                      <a:pt x="45900" y="71191"/>
                      <a:pt x="46033" y="71291"/>
                      <a:pt x="46167" y="71392"/>
                    </a:cubicBezTo>
                    <a:lnTo>
                      <a:pt x="46567" y="71625"/>
                    </a:lnTo>
                    <a:cubicBezTo>
                      <a:pt x="46700" y="71725"/>
                      <a:pt x="46867" y="71792"/>
                      <a:pt x="47034" y="71859"/>
                    </a:cubicBezTo>
                    <a:cubicBezTo>
                      <a:pt x="47167" y="71925"/>
                      <a:pt x="47334" y="72025"/>
                      <a:pt x="47501" y="72025"/>
                    </a:cubicBezTo>
                    <a:cubicBezTo>
                      <a:pt x="47723" y="72081"/>
                      <a:pt x="47946" y="72103"/>
                      <a:pt x="48167" y="72103"/>
                    </a:cubicBezTo>
                    <a:cubicBezTo>
                      <a:pt x="48609" y="72103"/>
                      <a:pt x="49046" y="72014"/>
                      <a:pt x="49469" y="71925"/>
                    </a:cubicBezTo>
                    <a:cubicBezTo>
                      <a:pt x="50069" y="71792"/>
                      <a:pt x="50670" y="71592"/>
                      <a:pt x="51237" y="71458"/>
                    </a:cubicBezTo>
                    <a:cubicBezTo>
                      <a:pt x="51742" y="71314"/>
                      <a:pt x="52259" y="71245"/>
                      <a:pt x="52769" y="71245"/>
                    </a:cubicBezTo>
                    <a:cubicBezTo>
                      <a:pt x="53440" y="71245"/>
                      <a:pt x="54100" y="71364"/>
                      <a:pt x="54706" y="71592"/>
                    </a:cubicBezTo>
                    <a:cubicBezTo>
                      <a:pt x="55240" y="71758"/>
                      <a:pt x="55673" y="72192"/>
                      <a:pt x="55974" y="72626"/>
                    </a:cubicBezTo>
                    <a:cubicBezTo>
                      <a:pt x="56240" y="73126"/>
                      <a:pt x="56474" y="73693"/>
                      <a:pt x="56574" y="74227"/>
                    </a:cubicBezTo>
                    <a:cubicBezTo>
                      <a:pt x="56874" y="75428"/>
                      <a:pt x="56908" y="76729"/>
                      <a:pt x="56841" y="78030"/>
                    </a:cubicBezTo>
                    <a:cubicBezTo>
                      <a:pt x="56808" y="78697"/>
                      <a:pt x="56707" y="79297"/>
                      <a:pt x="56574" y="79964"/>
                    </a:cubicBezTo>
                    <a:lnTo>
                      <a:pt x="56207" y="81966"/>
                    </a:lnTo>
                    <a:cubicBezTo>
                      <a:pt x="56140" y="82299"/>
                      <a:pt x="56140" y="82700"/>
                      <a:pt x="56074" y="83033"/>
                    </a:cubicBezTo>
                    <a:cubicBezTo>
                      <a:pt x="56040" y="83367"/>
                      <a:pt x="56007" y="83734"/>
                      <a:pt x="56007" y="84067"/>
                    </a:cubicBezTo>
                    <a:cubicBezTo>
                      <a:pt x="56040" y="84734"/>
                      <a:pt x="56007" y="85435"/>
                      <a:pt x="56074" y="86135"/>
                    </a:cubicBezTo>
                    <a:cubicBezTo>
                      <a:pt x="56174" y="87570"/>
                      <a:pt x="56374" y="88937"/>
                      <a:pt x="56474" y="90372"/>
                    </a:cubicBezTo>
                    <a:cubicBezTo>
                      <a:pt x="56474" y="90705"/>
                      <a:pt x="56507" y="91072"/>
                      <a:pt x="56507" y="91406"/>
                    </a:cubicBezTo>
                    <a:lnTo>
                      <a:pt x="56474" y="92440"/>
                    </a:lnTo>
                    <a:lnTo>
                      <a:pt x="56474" y="92974"/>
                    </a:lnTo>
                    <a:lnTo>
                      <a:pt x="56374" y="93474"/>
                    </a:lnTo>
                    <a:lnTo>
                      <a:pt x="56307" y="93974"/>
                    </a:lnTo>
                    <a:cubicBezTo>
                      <a:pt x="56307" y="94141"/>
                      <a:pt x="56240" y="94308"/>
                      <a:pt x="56207" y="94475"/>
                    </a:cubicBezTo>
                    <a:cubicBezTo>
                      <a:pt x="55907" y="95876"/>
                      <a:pt x="55340" y="97143"/>
                      <a:pt x="54806" y="98544"/>
                    </a:cubicBezTo>
                    <a:cubicBezTo>
                      <a:pt x="54673" y="98878"/>
                      <a:pt x="54539" y="99245"/>
                      <a:pt x="54406" y="99578"/>
                    </a:cubicBezTo>
                    <a:cubicBezTo>
                      <a:pt x="54339" y="99912"/>
                      <a:pt x="54172" y="100245"/>
                      <a:pt x="54072" y="100612"/>
                    </a:cubicBezTo>
                    <a:lnTo>
                      <a:pt x="53805" y="101713"/>
                    </a:lnTo>
                    <a:lnTo>
                      <a:pt x="53639" y="102814"/>
                    </a:lnTo>
                    <a:cubicBezTo>
                      <a:pt x="53405" y="104315"/>
                      <a:pt x="53672" y="105783"/>
                      <a:pt x="53839" y="107251"/>
                    </a:cubicBezTo>
                    <a:cubicBezTo>
                      <a:pt x="54006" y="108718"/>
                      <a:pt x="54072" y="110153"/>
                      <a:pt x="53539" y="111487"/>
                    </a:cubicBezTo>
                    <a:cubicBezTo>
                      <a:pt x="53305" y="112154"/>
                      <a:pt x="52905" y="112788"/>
                      <a:pt x="52404" y="113288"/>
                    </a:cubicBezTo>
                    <a:lnTo>
                      <a:pt x="51671" y="114055"/>
                    </a:lnTo>
                    <a:lnTo>
                      <a:pt x="51237" y="114389"/>
                    </a:lnTo>
                    <a:cubicBezTo>
                      <a:pt x="51070" y="114489"/>
                      <a:pt x="50970" y="114589"/>
                      <a:pt x="50803" y="114656"/>
                    </a:cubicBezTo>
                    <a:cubicBezTo>
                      <a:pt x="49536" y="115390"/>
                      <a:pt x="48135" y="115723"/>
                      <a:pt x="46734" y="116224"/>
                    </a:cubicBezTo>
                    <a:cubicBezTo>
                      <a:pt x="46067" y="116457"/>
                      <a:pt x="45366" y="116757"/>
                      <a:pt x="44732" y="117124"/>
                    </a:cubicBezTo>
                    <a:cubicBezTo>
                      <a:pt x="44065" y="117491"/>
                      <a:pt x="43531" y="118058"/>
                      <a:pt x="43131" y="118659"/>
                    </a:cubicBezTo>
                    <a:cubicBezTo>
                      <a:pt x="43031" y="118825"/>
                      <a:pt x="42898" y="118992"/>
                      <a:pt x="42831" y="119159"/>
                    </a:cubicBezTo>
                    <a:lnTo>
                      <a:pt x="42664" y="119726"/>
                    </a:lnTo>
                    <a:cubicBezTo>
                      <a:pt x="42631" y="119893"/>
                      <a:pt x="42564" y="120093"/>
                      <a:pt x="42531" y="120260"/>
                    </a:cubicBezTo>
                    <a:cubicBezTo>
                      <a:pt x="42497" y="120427"/>
                      <a:pt x="42464" y="120627"/>
                      <a:pt x="42464" y="120794"/>
                    </a:cubicBezTo>
                    <a:cubicBezTo>
                      <a:pt x="42331" y="121561"/>
                      <a:pt x="42331" y="122261"/>
                      <a:pt x="42364" y="122962"/>
                    </a:cubicBezTo>
                    <a:cubicBezTo>
                      <a:pt x="42397" y="124429"/>
                      <a:pt x="42564" y="125797"/>
                      <a:pt x="42331" y="127131"/>
                    </a:cubicBezTo>
                    <a:cubicBezTo>
                      <a:pt x="42164" y="127799"/>
                      <a:pt x="41964" y="128432"/>
                      <a:pt x="41630" y="128999"/>
                    </a:cubicBezTo>
                    <a:cubicBezTo>
                      <a:pt x="41230" y="129566"/>
                      <a:pt x="40829" y="130067"/>
                      <a:pt x="40329" y="130500"/>
                    </a:cubicBezTo>
                    <a:cubicBezTo>
                      <a:pt x="39328" y="131434"/>
                      <a:pt x="38128" y="132002"/>
                      <a:pt x="36860" y="132268"/>
                    </a:cubicBezTo>
                    <a:cubicBezTo>
                      <a:pt x="36209" y="132368"/>
                      <a:pt x="35567" y="132410"/>
                      <a:pt x="34929" y="132410"/>
                    </a:cubicBezTo>
                    <a:cubicBezTo>
                      <a:pt x="34291" y="132410"/>
                      <a:pt x="33658" y="132368"/>
                      <a:pt x="33024" y="132302"/>
                    </a:cubicBezTo>
                    <a:cubicBezTo>
                      <a:pt x="31790" y="132135"/>
                      <a:pt x="30522" y="131935"/>
                      <a:pt x="29321" y="131768"/>
                    </a:cubicBezTo>
                    <a:cubicBezTo>
                      <a:pt x="28164" y="131616"/>
                      <a:pt x="27090" y="131464"/>
                      <a:pt x="25999" y="131464"/>
                    </a:cubicBezTo>
                    <a:cubicBezTo>
                      <a:pt x="25894" y="131464"/>
                      <a:pt x="25790" y="131465"/>
                      <a:pt x="25685" y="131468"/>
                    </a:cubicBezTo>
                    <a:cubicBezTo>
                      <a:pt x="24484" y="131468"/>
                      <a:pt x="23317" y="131668"/>
                      <a:pt x="22283" y="132102"/>
                    </a:cubicBezTo>
                    <a:cubicBezTo>
                      <a:pt x="21215" y="132569"/>
                      <a:pt x="20281" y="133069"/>
                      <a:pt x="19347" y="133569"/>
                    </a:cubicBezTo>
                    <a:cubicBezTo>
                      <a:pt x="18447" y="134070"/>
                      <a:pt x="17513" y="134570"/>
                      <a:pt x="16646" y="134937"/>
                    </a:cubicBezTo>
                    <a:cubicBezTo>
                      <a:pt x="15712" y="135304"/>
                      <a:pt x="14811" y="135504"/>
                      <a:pt x="13944" y="135504"/>
                    </a:cubicBezTo>
                    <a:cubicBezTo>
                      <a:pt x="13043" y="135504"/>
                      <a:pt x="12209" y="135304"/>
                      <a:pt x="11442" y="135104"/>
                    </a:cubicBezTo>
                    <a:cubicBezTo>
                      <a:pt x="9874" y="134603"/>
                      <a:pt x="8506" y="134003"/>
                      <a:pt x="7272" y="133603"/>
                    </a:cubicBezTo>
                    <a:cubicBezTo>
                      <a:pt x="6177" y="133188"/>
                      <a:pt x="5134" y="132958"/>
                      <a:pt x="4284" y="132958"/>
                    </a:cubicBezTo>
                    <a:cubicBezTo>
                      <a:pt x="4176" y="132958"/>
                      <a:pt x="4071" y="132961"/>
                      <a:pt x="3970" y="132969"/>
                    </a:cubicBezTo>
                    <a:cubicBezTo>
                      <a:pt x="3703" y="133002"/>
                      <a:pt x="3503" y="133002"/>
                      <a:pt x="3303" y="133069"/>
                    </a:cubicBezTo>
                    <a:cubicBezTo>
                      <a:pt x="3103" y="133102"/>
                      <a:pt x="2869" y="133136"/>
                      <a:pt x="2702" y="133169"/>
                    </a:cubicBezTo>
                    <a:cubicBezTo>
                      <a:pt x="2369" y="133302"/>
                      <a:pt x="2102" y="133336"/>
                      <a:pt x="1868" y="133469"/>
                    </a:cubicBezTo>
                    <a:cubicBezTo>
                      <a:pt x="1668" y="133569"/>
                      <a:pt x="1501" y="133636"/>
                      <a:pt x="1368" y="133669"/>
                    </a:cubicBezTo>
                    <a:cubicBezTo>
                      <a:pt x="1235" y="133736"/>
                      <a:pt x="1201" y="133769"/>
                      <a:pt x="1201" y="133769"/>
                    </a:cubicBezTo>
                    <a:cubicBezTo>
                      <a:pt x="968" y="133903"/>
                      <a:pt x="734" y="134003"/>
                      <a:pt x="701" y="134270"/>
                    </a:cubicBezTo>
                    <a:cubicBezTo>
                      <a:pt x="534" y="134403"/>
                      <a:pt x="401" y="134470"/>
                      <a:pt x="301" y="134570"/>
                    </a:cubicBezTo>
                    <a:cubicBezTo>
                      <a:pt x="67" y="134737"/>
                      <a:pt x="0" y="134804"/>
                      <a:pt x="0" y="134837"/>
                    </a:cubicBezTo>
                    <a:cubicBezTo>
                      <a:pt x="0" y="134856"/>
                      <a:pt x="11" y="134864"/>
                      <a:pt x="31" y="134864"/>
                    </a:cubicBezTo>
                    <a:cubicBezTo>
                      <a:pt x="83" y="134864"/>
                      <a:pt x="199" y="134809"/>
                      <a:pt x="367" y="134737"/>
                    </a:cubicBezTo>
                    <a:cubicBezTo>
                      <a:pt x="501" y="134637"/>
                      <a:pt x="667" y="134570"/>
                      <a:pt x="834" y="134470"/>
                    </a:cubicBezTo>
                    <a:cubicBezTo>
                      <a:pt x="1001" y="134337"/>
                      <a:pt x="1201" y="134270"/>
                      <a:pt x="1468" y="134136"/>
                    </a:cubicBezTo>
                    <a:cubicBezTo>
                      <a:pt x="1468" y="134136"/>
                      <a:pt x="1501" y="134103"/>
                      <a:pt x="1635" y="134070"/>
                    </a:cubicBezTo>
                    <a:cubicBezTo>
                      <a:pt x="1735" y="134003"/>
                      <a:pt x="1902" y="133936"/>
                      <a:pt x="2135" y="133836"/>
                    </a:cubicBezTo>
                    <a:cubicBezTo>
                      <a:pt x="2335" y="133736"/>
                      <a:pt x="2636" y="133669"/>
                      <a:pt x="2969" y="133569"/>
                    </a:cubicBezTo>
                    <a:cubicBezTo>
                      <a:pt x="3136" y="133503"/>
                      <a:pt x="3303" y="133469"/>
                      <a:pt x="3503" y="133436"/>
                    </a:cubicBezTo>
                    <a:cubicBezTo>
                      <a:pt x="3703" y="133403"/>
                      <a:pt x="3903" y="133403"/>
                      <a:pt x="4137" y="133336"/>
                    </a:cubicBezTo>
                    <a:cubicBezTo>
                      <a:pt x="4235" y="133328"/>
                      <a:pt x="4336" y="133325"/>
                      <a:pt x="4441" y="133325"/>
                    </a:cubicBezTo>
                    <a:cubicBezTo>
                      <a:pt x="5262" y="133325"/>
                      <a:pt x="6274" y="133552"/>
                      <a:pt x="7339" y="133936"/>
                    </a:cubicBezTo>
                    <a:cubicBezTo>
                      <a:pt x="8573" y="134337"/>
                      <a:pt x="9974" y="134937"/>
                      <a:pt x="11542" y="135437"/>
                    </a:cubicBezTo>
                    <a:cubicBezTo>
                      <a:pt x="12342" y="135637"/>
                      <a:pt x="13210" y="135838"/>
                      <a:pt x="14144" y="135838"/>
                    </a:cubicBezTo>
                    <a:cubicBezTo>
                      <a:pt x="15044" y="135838"/>
                      <a:pt x="16012" y="135637"/>
                      <a:pt x="16912" y="135271"/>
                    </a:cubicBezTo>
                    <a:cubicBezTo>
                      <a:pt x="17846" y="134904"/>
                      <a:pt x="18714" y="134403"/>
                      <a:pt x="19648" y="133903"/>
                    </a:cubicBezTo>
                    <a:cubicBezTo>
                      <a:pt x="20582" y="133403"/>
                      <a:pt x="21549" y="132902"/>
                      <a:pt x="22550" y="132469"/>
                    </a:cubicBezTo>
                    <a:cubicBezTo>
                      <a:pt x="23550" y="132102"/>
                      <a:pt x="24685" y="131901"/>
                      <a:pt x="25852" y="131901"/>
                    </a:cubicBezTo>
                    <a:cubicBezTo>
                      <a:pt x="26986" y="131901"/>
                      <a:pt x="28187" y="132002"/>
                      <a:pt x="29388" y="132168"/>
                    </a:cubicBezTo>
                    <a:cubicBezTo>
                      <a:pt x="30589" y="132335"/>
                      <a:pt x="31823" y="132602"/>
                      <a:pt x="33091" y="132735"/>
                    </a:cubicBezTo>
                    <a:cubicBezTo>
                      <a:pt x="33753" y="132788"/>
                      <a:pt x="34433" y="132840"/>
                      <a:pt x="35122" y="132840"/>
                    </a:cubicBezTo>
                    <a:cubicBezTo>
                      <a:pt x="35752" y="132840"/>
                      <a:pt x="36389" y="132796"/>
                      <a:pt x="37027" y="132669"/>
                    </a:cubicBezTo>
                    <a:cubicBezTo>
                      <a:pt x="38361" y="132435"/>
                      <a:pt x="39662" y="131801"/>
                      <a:pt x="40663" y="130834"/>
                    </a:cubicBezTo>
                    <a:cubicBezTo>
                      <a:pt x="41163" y="130400"/>
                      <a:pt x="41597" y="129833"/>
                      <a:pt x="41997" y="129266"/>
                    </a:cubicBezTo>
                    <a:cubicBezTo>
                      <a:pt x="42364" y="128632"/>
                      <a:pt x="42597" y="127965"/>
                      <a:pt x="42731" y="127265"/>
                    </a:cubicBezTo>
                    <a:cubicBezTo>
                      <a:pt x="42998" y="125830"/>
                      <a:pt x="42831" y="124429"/>
                      <a:pt x="42764" y="122995"/>
                    </a:cubicBezTo>
                    <a:cubicBezTo>
                      <a:pt x="42731" y="122295"/>
                      <a:pt x="42731" y="121594"/>
                      <a:pt x="42864" y="120927"/>
                    </a:cubicBezTo>
                    <a:cubicBezTo>
                      <a:pt x="42864" y="120760"/>
                      <a:pt x="42898" y="120593"/>
                      <a:pt x="42931" y="120427"/>
                    </a:cubicBezTo>
                    <a:cubicBezTo>
                      <a:pt x="42998" y="120260"/>
                      <a:pt x="42998" y="120093"/>
                      <a:pt x="43064" y="119926"/>
                    </a:cubicBezTo>
                    <a:lnTo>
                      <a:pt x="43231" y="119426"/>
                    </a:lnTo>
                    <a:cubicBezTo>
                      <a:pt x="43331" y="119259"/>
                      <a:pt x="43398" y="119126"/>
                      <a:pt x="43498" y="118959"/>
                    </a:cubicBezTo>
                    <a:cubicBezTo>
                      <a:pt x="43865" y="118392"/>
                      <a:pt x="44399" y="117925"/>
                      <a:pt x="44999" y="117558"/>
                    </a:cubicBezTo>
                    <a:cubicBezTo>
                      <a:pt x="45600" y="117158"/>
                      <a:pt x="46267" y="116924"/>
                      <a:pt x="46934" y="116657"/>
                    </a:cubicBezTo>
                    <a:cubicBezTo>
                      <a:pt x="48335" y="116224"/>
                      <a:pt x="49769" y="115823"/>
                      <a:pt x="51070" y="115089"/>
                    </a:cubicBezTo>
                    <a:cubicBezTo>
                      <a:pt x="51204" y="114989"/>
                      <a:pt x="51370" y="114923"/>
                      <a:pt x="51537" y="114789"/>
                    </a:cubicBezTo>
                    <a:lnTo>
                      <a:pt x="52004" y="114456"/>
                    </a:lnTo>
                    <a:cubicBezTo>
                      <a:pt x="52238" y="114222"/>
                      <a:pt x="52538" y="113955"/>
                      <a:pt x="52771" y="113655"/>
                    </a:cubicBezTo>
                    <a:cubicBezTo>
                      <a:pt x="53272" y="113121"/>
                      <a:pt x="53705" y="112454"/>
                      <a:pt x="54006" y="111754"/>
                    </a:cubicBezTo>
                    <a:cubicBezTo>
                      <a:pt x="54272" y="111053"/>
                      <a:pt x="54439" y="110286"/>
                      <a:pt x="54439" y="109552"/>
                    </a:cubicBezTo>
                    <a:cubicBezTo>
                      <a:pt x="54439" y="108752"/>
                      <a:pt x="54406" y="108051"/>
                      <a:pt x="54339" y="107284"/>
                    </a:cubicBezTo>
                    <a:cubicBezTo>
                      <a:pt x="54172" y="105816"/>
                      <a:pt x="53905" y="104382"/>
                      <a:pt x="54106" y="102947"/>
                    </a:cubicBezTo>
                    <a:lnTo>
                      <a:pt x="54272" y="101913"/>
                    </a:lnTo>
                    <a:lnTo>
                      <a:pt x="54573" y="100879"/>
                    </a:lnTo>
                    <a:cubicBezTo>
                      <a:pt x="54673" y="100479"/>
                      <a:pt x="54773" y="100145"/>
                      <a:pt x="54906" y="99812"/>
                    </a:cubicBezTo>
                    <a:cubicBezTo>
                      <a:pt x="55006" y="99478"/>
                      <a:pt x="55173" y="99145"/>
                      <a:pt x="55273" y="98811"/>
                    </a:cubicBezTo>
                    <a:cubicBezTo>
                      <a:pt x="55840" y="97477"/>
                      <a:pt x="56441" y="96143"/>
                      <a:pt x="56741" y="94708"/>
                    </a:cubicBezTo>
                    <a:cubicBezTo>
                      <a:pt x="56841" y="94541"/>
                      <a:pt x="56841" y="94308"/>
                      <a:pt x="56874" y="94141"/>
                    </a:cubicBezTo>
                    <a:lnTo>
                      <a:pt x="56941" y="93607"/>
                    </a:lnTo>
                    <a:lnTo>
                      <a:pt x="57041" y="93074"/>
                    </a:lnTo>
                    <a:lnTo>
                      <a:pt x="57041" y="92540"/>
                    </a:lnTo>
                    <a:lnTo>
                      <a:pt x="57074" y="91439"/>
                    </a:lnTo>
                    <a:cubicBezTo>
                      <a:pt x="57074" y="91072"/>
                      <a:pt x="57041" y="90739"/>
                      <a:pt x="57041" y="90372"/>
                    </a:cubicBezTo>
                    <a:cubicBezTo>
                      <a:pt x="56874" y="87536"/>
                      <a:pt x="56274" y="84768"/>
                      <a:pt x="56774" y="82099"/>
                    </a:cubicBezTo>
                    <a:cubicBezTo>
                      <a:pt x="57375" y="79464"/>
                      <a:pt x="57775" y="76729"/>
                      <a:pt x="57174" y="74127"/>
                    </a:cubicBezTo>
                    <a:cubicBezTo>
                      <a:pt x="57008" y="73560"/>
                      <a:pt x="56774" y="72959"/>
                      <a:pt x="56441" y="72426"/>
                    </a:cubicBezTo>
                    <a:cubicBezTo>
                      <a:pt x="56174" y="71892"/>
                      <a:pt x="55607" y="71392"/>
                      <a:pt x="55006" y="71191"/>
                    </a:cubicBezTo>
                    <a:cubicBezTo>
                      <a:pt x="54364" y="70916"/>
                      <a:pt x="53650" y="70792"/>
                      <a:pt x="52938" y="70792"/>
                    </a:cubicBezTo>
                    <a:cubicBezTo>
                      <a:pt x="52357" y="70792"/>
                      <a:pt x="51777" y="70875"/>
                      <a:pt x="51237" y="71025"/>
                    </a:cubicBezTo>
                    <a:cubicBezTo>
                      <a:pt x="50603" y="71125"/>
                      <a:pt x="50036" y="71358"/>
                      <a:pt x="49436" y="71458"/>
                    </a:cubicBezTo>
                    <a:cubicBezTo>
                      <a:pt x="49058" y="71547"/>
                      <a:pt x="48650" y="71621"/>
                      <a:pt x="48262" y="71621"/>
                    </a:cubicBezTo>
                    <a:cubicBezTo>
                      <a:pt x="48068" y="71621"/>
                      <a:pt x="47879" y="71603"/>
                      <a:pt x="47701" y="71558"/>
                    </a:cubicBezTo>
                    <a:cubicBezTo>
                      <a:pt x="47534" y="71558"/>
                      <a:pt x="47401" y="71458"/>
                      <a:pt x="47267" y="71425"/>
                    </a:cubicBezTo>
                    <a:cubicBezTo>
                      <a:pt x="47167" y="71392"/>
                      <a:pt x="47034" y="71358"/>
                      <a:pt x="46900" y="71258"/>
                    </a:cubicBezTo>
                    <a:lnTo>
                      <a:pt x="46534" y="71058"/>
                    </a:lnTo>
                    <a:cubicBezTo>
                      <a:pt x="46400" y="70958"/>
                      <a:pt x="46333" y="70858"/>
                      <a:pt x="46200" y="70758"/>
                    </a:cubicBezTo>
                    <a:cubicBezTo>
                      <a:pt x="45933" y="70591"/>
                      <a:pt x="45766" y="70357"/>
                      <a:pt x="45566" y="70124"/>
                    </a:cubicBezTo>
                    <a:cubicBezTo>
                      <a:pt x="45366" y="69924"/>
                      <a:pt x="45166" y="69690"/>
                      <a:pt x="45099" y="69457"/>
                    </a:cubicBezTo>
                    <a:cubicBezTo>
                      <a:pt x="44932" y="69023"/>
                      <a:pt x="45433" y="68589"/>
                      <a:pt x="45933" y="68256"/>
                    </a:cubicBezTo>
                    <a:cubicBezTo>
                      <a:pt x="46433" y="67922"/>
                      <a:pt x="47001" y="67689"/>
                      <a:pt x="47534" y="67389"/>
                    </a:cubicBezTo>
                    <a:cubicBezTo>
                      <a:pt x="48602" y="66788"/>
                      <a:pt x="49736" y="66254"/>
                      <a:pt x="50737" y="65554"/>
                    </a:cubicBezTo>
                    <a:cubicBezTo>
                      <a:pt x="51737" y="64887"/>
                      <a:pt x="52671" y="64053"/>
                      <a:pt x="53372" y="63086"/>
                    </a:cubicBezTo>
                    <a:cubicBezTo>
                      <a:pt x="54072" y="62118"/>
                      <a:pt x="54573" y="61017"/>
                      <a:pt x="54773" y="59883"/>
                    </a:cubicBezTo>
                    <a:cubicBezTo>
                      <a:pt x="54873" y="59616"/>
                      <a:pt x="54873" y="59350"/>
                      <a:pt x="54906" y="59049"/>
                    </a:cubicBezTo>
                    <a:cubicBezTo>
                      <a:pt x="54940" y="58782"/>
                      <a:pt x="54940" y="58516"/>
                      <a:pt x="54940" y="58215"/>
                    </a:cubicBezTo>
                    <a:cubicBezTo>
                      <a:pt x="54940" y="57915"/>
                      <a:pt x="54906" y="57682"/>
                      <a:pt x="54906" y="57381"/>
                    </a:cubicBezTo>
                    <a:cubicBezTo>
                      <a:pt x="54873" y="57081"/>
                      <a:pt x="54873" y="56781"/>
                      <a:pt x="54839" y="56548"/>
                    </a:cubicBezTo>
                    <a:cubicBezTo>
                      <a:pt x="54673" y="55447"/>
                      <a:pt x="54272" y="54446"/>
                      <a:pt x="53872" y="53545"/>
                    </a:cubicBezTo>
                    <a:cubicBezTo>
                      <a:pt x="53438" y="52678"/>
                      <a:pt x="53038" y="51777"/>
                      <a:pt x="52838" y="50910"/>
                    </a:cubicBezTo>
                    <a:cubicBezTo>
                      <a:pt x="52738" y="50677"/>
                      <a:pt x="52738" y="50443"/>
                      <a:pt x="52705" y="50243"/>
                    </a:cubicBezTo>
                    <a:lnTo>
                      <a:pt x="52571" y="49609"/>
                    </a:lnTo>
                    <a:lnTo>
                      <a:pt x="52571" y="49009"/>
                    </a:lnTo>
                    <a:cubicBezTo>
                      <a:pt x="52605" y="48775"/>
                      <a:pt x="52605" y="48609"/>
                      <a:pt x="52671" y="48408"/>
                    </a:cubicBezTo>
                    <a:cubicBezTo>
                      <a:pt x="52838" y="47608"/>
                      <a:pt x="53238" y="47007"/>
                      <a:pt x="53739" y="46507"/>
                    </a:cubicBezTo>
                    <a:cubicBezTo>
                      <a:pt x="54239" y="46007"/>
                      <a:pt x="54739" y="45540"/>
                      <a:pt x="55206" y="45106"/>
                    </a:cubicBezTo>
                    <a:cubicBezTo>
                      <a:pt x="55673" y="44672"/>
                      <a:pt x="56040" y="44239"/>
                      <a:pt x="56341" y="43838"/>
                    </a:cubicBezTo>
                    <a:cubicBezTo>
                      <a:pt x="56474" y="43605"/>
                      <a:pt x="56574" y="43438"/>
                      <a:pt x="56707" y="43238"/>
                    </a:cubicBezTo>
                    <a:cubicBezTo>
                      <a:pt x="56841" y="43038"/>
                      <a:pt x="56908" y="42871"/>
                      <a:pt x="57008" y="42704"/>
                    </a:cubicBezTo>
                    <a:cubicBezTo>
                      <a:pt x="57141" y="42404"/>
                      <a:pt x="57241" y="42171"/>
                      <a:pt x="57375" y="41870"/>
                    </a:cubicBezTo>
                    <a:cubicBezTo>
                      <a:pt x="57441" y="41570"/>
                      <a:pt x="57575" y="41270"/>
                      <a:pt x="57608" y="41003"/>
                    </a:cubicBezTo>
                    <a:cubicBezTo>
                      <a:pt x="57742" y="40403"/>
                      <a:pt x="57842" y="39836"/>
                      <a:pt x="58108" y="39369"/>
                    </a:cubicBezTo>
                    <a:lnTo>
                      <a:pt x="58209" y="39202"/>
                    </a:lnTo>
                    <a:lnTo>
                      <a:pt x="58342" y="39035"/>
                    </a:lnTo>
                    <a:lnTo>
                      <a:pt x="58575" y="38701"/>
                    </a:lnTo>
                    <a:cubicBezTo>
                      <a:pt x="58742" y="38501"/>
                      <a:pt x="58942" y="38335"/>
                      <a:pt x="59176" y="38101"/>
                    </a:cubicBezTo>
                    <a:cubicBezTo>
                      <a:pt x="59376" y="37901"/>
                      <a:pt x="59610" y="37767"/>
                      <a:pt x="59843" y="37601"/>
                    </a:cubicBezTo>
                    <a:cubicBezTo>
                      <a:pt x="60077" y="37434"/>
                      <a:pt x="60277" y="37334"/>
                      <a:pt x="60544" y="37200"/>
                    </a:cubicBezTo>
                    <a:cubicBezTo>
                      <a:pt x="61511" y="36700"/>
                      <a:pt x="62545" y="36366"/>
                      <a:pt x="63579" y="36100"/>
                    </a:cubicBezTo>
                    <a:lnTo>
                      <a:pt x="63946" y="36033"/>
                    </a:lnTo>
                    <a:lnTo>
                      <a:pt x="64046" y="35999"/>
                    </a:lnTo>
                    <a:lnTo>
                      <a:pt x="64179" y="35999"/>
                    </a:lnTo>
                    <a:lnTo>
                      <a:pt x="64380" y="35933"/>
                    </a:lnTo>
                    <a:cubicBezTo>
                      <a:pt x="64613" y="35866"/>
                      <a:pt x="64880" y="35833"/>
                      <a:pt x="65113" y="35733"/>
                    </a:cubicBezTo>
                    <a:cubicBezTo>
                      <a:pt x="65614" y="35566"/>
                      <a:pt x="66114" y="35432"/>
                      <a:pt x="66615" y="35332"/>
                    </a:cubicBezTo>
                    <a:cubicBezTo>
                      <a:pt x="68616" y="34832"/>
                      <a:pt x="70584" y="34232"/>
                      <a:pt x="72285" y="33364"/>
                    </a:cubicBezTo>
                    <a:cubicBezTo>
                      <a:pt x="74053" y="32564"/>
                      <a:pt x="75754" y="31696"/>
                      <a:pt x="77055" y="30429"/>
                    </a:cubicBezTo>
                    <a:cubicBezTo>
                      <a:pt x="78356" y="29161"/>
                      <a:pt x="79190" y="27560"/>
                      <a:pt x="79524" y="25926"/>
                    </a:cubicBezTo>
                    <a:cubicBezTo>
                      <a:pt x="79791" y="24258"/>
                      <a:pt x="79457" y="22723"/>
                      <a:pt x="79424" y="21256"/>
                    </a:cubicBezTo>
                    <a:cubicBezTo>
                      <a:pt x="79390" y="20555"/>
                      <a:pt x="79424" y="19855"/>
                      <a:pt x="79590" y="19187"/>
                    </a:cubicBezTo>
                    <a:cubicBezTo>
                      <a:pt x="79757" y="18520"/>
                      <a:pt x="80091" y="17987"/>
                      <a:pt x="80458" y="17420"/>
                    </a:cubicBezTo>
                    <a:cubicBezTo>
                      <a:pt x="81225" y="16385"/>
                      <a:pt x="82192" y="15552"/>
                      <a:pt x="83060" y="14751"/>
                    </a:cubicBezTo>
                    <a:cubicBezTo>
                      <a:pt x="83460" y="14384"/>
                      <a:pt x="83894" y="13984"/>
                      <a:pt x="84227" y="13517"/>
                    </a:cubicBezTo>
                    <a:cubicBezTo>
                      <a:pt x="84561" y="13050"/>
                      <a:pt x="84794" y="12583"/>
                      <a:pt x="85028" y="12082"/>
                    </a:cubicBezTo>
                    <a:cubicBezTo>
                      <a:pt x="85094" y="11849"/>
                      <a:pt x="85161" y="11582"/>
                      <a:pt x="85228" y="11349"/>
                    </a:cubicBezTo>
                    <a:cubicBezTo>
                      <a:pt x="85261" y="11148"/>
                      <a:pt x="85328" y="10882"/>
                      <a:pt x="85361" y="10648"/>
                    </a:cubicBezTo>
                    <a:cubicBezTo>
                      <a:pt x="85395" y="10381"/>
                      <a:pt x="85395" y="10181"/>
                      <a:pt x="85428" y="9914"/>
                    </a:cubicBezTo>
                    <a:cubicBezTo>
                      <a:pt x="85395" y="9714"/>
                      <a:pt x="85395" y="9481"/>
                      <a:pt x="85395" y="9247"/>
                    </a:cubicBezTo>
                    <a:cubicBezTo>
                      <a:pt x="85295" y="8346"/>
                      <a:pt x="85161" y="7546"/>
                      <a:pt x="85028" y="6845"/>
                    </a:cubicBezTo>
                    <a:cubicBezTo>
                      <a:pt x="84894" y="6145"/>
                      <a:pt x="84761" y="5511"/>
                      <a:pt x="84694" y="4911"/>
                    </a:cubicBezTo>
                    <a:cubicBezTo>
                      <a:pt x="84527" y="3743"/>
                      <a:pt x="84594" y="2876"/>
                      <a:pt x="84727" y="2342"/>
                    </a:cubicBezTo>
                    <a:cubicBezTo>
                      <a:pt x="84761" y="2175"/>
                      <a:pt x="84761" y="2075"/>
                      <a:pt x="84794" y="1975"/>
                    </a:cubicBezTo>
                    <a:cubicBezTo>
                      <a:pt x="84861" y="1875"/>
                      <a:pt x="84861" y="1808"/>
                      <a:pt x="84894" y="1708"/>
                    </a:cubicBezTo>
                    <a:cubicBezTo>
                      <a:pt x="84928" y="1575"/>
                      <a:pt x="84961" y="1508"/>
                      <a:pt x="84961" y="1508"/>
                    </a:cubicBezTo>
                    <a:cubicBezTo>
                      <a:pt x="85128" y="1008"/>
                      <a:pt x="85295" y="674"/>
                      <a:pt x="85428" y="407"/>
                    </a:cubicBezTo>
                    <a:cubicBezTo>
                      <a:pt x="85528" y="174"/>
                      <a:pt x="85595" y="40"/>
                      <a:pt x="85561" y="7"/>
                    </a:cubicBezTo>
                    <a:cubicBezTo>
                      <a:pt x="85557" y="3"/>
                      <a:pt x="85552" y="1"/>
                      <a:pt x="855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08" name="Google Shape;1708;p13"/>
              <p:cNvSpPr/>
              <p:nvPr/>
            </p:nvSpPr>
            <p:spPr>
              <a:xfrm>
                <a:off x="217240" y="2600833"/>
                <a:ext cx="520378" cy="286267"/>
              </a:xfrm>
              <a:custGeom>
                <a:avLst/>
                <a:gdLst/>
                <a:ahLst/>
                <a:cxnLst/>
                <a:rect l="l" t="t" r="r" b="b"/>
                <a:pathLst>
                  <a:path w="21521" h="11839" extrusionOk="0">
                    <a:moveTo>
                      <a:pt x="7674" y="0"/>
                    </a:moveTo>
                    <a:cubicBezTo>
                      <a:pt x="7235" y="0"/>
                      <a:pt x="6877" y="191"/>
                      <a:pt x="6543" y="358"/>
                    </a:cubicBezTo>
                    <a:cubicBezTo>
                      <a:pt x="6176" y="558"/>
                      <a:pt x="5842" y="858"/>
                      <a:pt x="5509" y="1092"/>
                    </a:cubicBezTo>
                    <a:lnTo>
                      <a:pt x="5275" y="1325"/>
                    </a:lnTo>
                    <a:lnTo>
                      <a:pt x="5142" y="1425"/>
                    </a:lnTo>
                    <a:lnTo>
                      <a:pt x="5009" y="1559"/>
                    </a:lnTo>
                    <a:lnTo>
                      <a:pt x="4642" y="2059"/>
                    </a:lnTo>
                    <a:cubicBezTo>
                      <a:pt x="4441" y="2359"/>
                      <a:pt x="4175" y="2693"/>
                      <a:pt x="3974" y="2993"/>
                    </a:cubicBezTo>
                    <a:cubicBezTo>
                      <a:pt x="3541" y="3594"/>
                      <a:pt x="3107" y="4161"/>
                      <a:pt x="2674" y="4561"/>
                    </a:cubicBezTo>
                    <a:cubicBezTo>
                      <a:pt x="2273" y="4995"/>
                      <a:pt x="1806" y="5328"/>
                      <a:pt x="1439" y="5362"/>
                    </a:cubicBezTo>
                    <a:cubicBezTo>
                      <a:pt x="1413" y="5364"/>
                      <a:pt x="1388" y="5365"/>
                      <a:pt x="1363" y="5365"/>
                    </a:cubicBezTo>
                    <a:cubicBezTo>
                      <a:pt x="1009" y="5365"/>
                      <a:pt x="795" y="5151"/>
                      <a:pt x="639" y="4995"/>
                    </a:cubicBezTo>
                    <a:cubicBezTo>
                      <a:pt x="505" y="4828"/>
                      <a:pt x="439" y="4694"/>
                      <a:pt x="439" y="4694"/>
                    </a:cubicBezTo>
                    <a:cubicBezTo>
                      <a:pt x="376" y="4595"/>
                      <a:pt x="290" y="4551"/>
                      <a:pt x="216" y="4551"/>
                    </a:cubicBezTo>
                    <a:cubicBezTo>
                      <a:pt x="92" y="4551"/>
                      <a:pt x="1" y="4673"/>
                      <a:pt x="105" y="4861"/>
                    </a:cubicBezTo>
                    <a:cubicBezTo>
                      <a:pt x="105" y="4861"/>
                      <a:pt x="172" y="5028"/>
                      <a:pt x="339" y="5228"/>
                    </a:cubicBezTo>
                    <a:cubicBezTo>
                      <a:pt x="472" y="5362"/>
                      <a:pt x="539" y="5495"/>
                      <a:pt x="772" y="5595"/>
                    </a:cubicBezTo>
                    <a:cubicBezTo>
                      <a:pt x="876" y="5699"/>
                      <a:pt x="1062" y="5783"/>
                      <a:pt x="1281" y="5783"/>
                    </a:cubicBezTo>
                    <a:cubicBezTo>
                      <a:pt x="1343" y="5783"/>
                      <a:pt x="1407" y="5776"/>
                      <a:pt x="1473" y="5762"/>
                    </a:cubicBezTo>
                    <a:cubicBezTo>
                      <a:pt x="2006" y="5695"/>
                      <a:pt x="2507" y="5295"/>
                      <a:pt x="3007" y="4895"/>
                    </a:cubicBezTo>
                    <a:cubicBezTo>
                      <a:pt x="3507" y="4428"/>
                      <a:pt x="3974" y="3894"/>
                      <a:pt x="4408" y="3293"/>
                    </a:cubicBezTo>
                    <a:cubicBezTo>
                      <a:pt x="4675" y="3027"/>
                      <a:pt x="4875" y="2726"/>
                      <a:pt x="5142" y="2393"/>
                    </a:cubicBezTo>
                    <a:cubicBezTo>
                      <a:pt x="5242" y="2226"/>
                      <a:pt x="5375" y="2059"/>
                      <a:pt x="5509" y="1926"/>
                    </a:cubicBezTo>
                    <a:lnTo>
                      <a:pt x="5576" y="1859"/>
                    </a:lnTo>
                    <a:lnTo>
                      <a:pt x="5709" y="1759"/>
                    </a:lnTo>
                    <a:lnTo>
                      <a:pt x="5909" y="1592"/>
                    </a:lnTo>
                    <a:cubicBezTo>
                      <a:pt x="6209" y="1359"/>
                      <a:pt x="6543" y="1092"/>
                      <a:pt x="6877" y="925"/>
                    </a:cubicBezTo>
                    <a:cubicBezTo>
                      <a:pt x="7167" y="780"/>
                      <a:pt x="7483" y="685"/>
                      <a:pt x="7758" y="685"/>
                    </a:cubicBezTo>
                    <a:cubicBezTo>
                      <a:pt x="7799" y="685"/>
                      <a:pt x="7838" y="687"/>
                      <a:pt x="7877" y="692"/>
                    </a:cubicBezTo>
                    <a:cubicBezTo>
                      <a:pt x="8177" y="725"/>
                      <a:pt x="8478" y="925"/>
                      <a:pt x="8678" y="1225"/>
                    </a:cubicBezTo>
                    <a:cubicBezTo>
                      <a:pt x="8878" y="1525"/>
                      <a:pt x="9078" y="1892"/>
                      <a:pt x="9245" y="2226"/>
                    </a:cubicBezTo>
                    <a:cubicBezTo>
                      <a:pt x="9578" y="2926"/>
                      <a:pt x="9912" y="3660"/>
                      <a:pt x="10412" y="4261"/>
                    </a:cubicBezTo>
                    <a:cubicBezTo>
                      <a:pt x="10879" y="4861"/>
                      <a:pt x="11580" y="5428"/>
                      <a:pt x="12481" y="5695"/>
                    </a:cubicBezTo>
                    <a:cubicBezTo>
                      <a:pt x="12811" y="5788"/>
                      <a:pt x="13152" y="5817"/>
                      <a:pt x="13493" y="5817"/>
                    </a:cubicBezTo>
                    <a:cubicBezTo>
                      <a:pt x="14013" y="5817"/>
                      <a:pt x="14532" y="5749"/>
                      <a:pt x="15016" y="5728"/>
                    </a:cubicBezTo>
                    <a:cubicBezTo>
                      <a:pt x="15383" y="5728"/>
                      <a:pt x="15750" y="5728"/>
                      <a:pt x="16050" y="5895"/>
                    </a:cubicBezTo>
                    <a:cubicBezTo>
                      <a:pt x="16350" y="6062"/>
                      <a:pt x="16550" y="6362"/>
                      <a:pt x="16717" y="6696"/>
                    </a:cubicBezTo>
                    <a:cubicBezTo>
                      <a:pt x="17017" y="7363"/>
                      <a:pt x="17084" y="8130"/>
                      <a:pt x="17317" y="8897"/>
                    </a:cubicBezTo>
                    <a:cubicBezTo>
                      <a:pt x="17517" y="9665"/>
                      <a:pt x="17718" y="10365"/>
                      <a:pt x="18151" y="10899"/>
                    </a:cubicBezTo>
                    <a:cubicBezTo>
                      <a:pt x="18318" y="11199"/>
                      <a:pt x="18585" y="11399"/>
                      <a:pt x="18852" y="11566"/>
                    </a:cubicBezTo>
                    <a:cubicBezTo>
                      <a:pt x="19152" y="11733"/>
                      <a:pt x="19419" y="11833"/>
                      <a:pt x="19686" y="11833"/>
                    </a:cubicBezTo>
                    <a:cubicBezTo>
                      <a:pt x="19743" y="11836"/>
                      <a:pt x="19799" y="11838"/>
                      <a:pt x="19853" y="11838"/>
                    </a:cubicBezTo>
                    <a:cubicBezTo>
                      <a:pt x="20298" y="11838"/>
                      <a:pt x="20615" y="11726"/>
                      <a:pt x="20853" y="11666"/>
                    </a:cubicBezTo>
                    <a:cubicBezTo>
                      <a:pt x="20987" y="11599"/>
                      <a:pt x="21053" y="11566"/>
                      <a:pt x="21153" y="11533"/>
                    </a:cubicBezTo>
                    <a:cubicBezTo>
                      <a:pt x="21187" y="11499"/>
                      <a:pt x="21220" y="11499"/>
                      <a:pt x="21220" y="11499"/>
                    </a:cubicBezTo>
                    <a:cubicBezTo>
                      <a:pt x="21520" y="11366"/>
                      <a:pt x="21387" y="11066"/>
                      <a:pt x="21020" y="11066"/>
                    </a:cubicBezTo>
                    <a:cubicBezTo>
                      <a:pt x="21020" y="11066"/>
                      <a:pt x="20987" y="11066"/>
                      <a:pt x="20953" y="11099"/>
                    </a:cubicBezTo>
                    <a:cubicBezTo>
                      <a:pt x="20853" y="11099"/>
                      <a:pt x="20786" y="11166"/>
                      <a:pt x="20653" y="11199"/>
                    </a:cubicBezTo>
                    <a:cubicBezTo>
                      <a:pt x="20501" y="11224"/>
                      <a:pt x="20234" y="11288"/>
                      <a:pt x="19938" y="11288"/>
                    </a:cubicBezTo>
                    <a:cubicBezTo>
                      <a:pt x="19845" y="11288"/>
                      <a:pt x="19749" y="11282"/>
                      <a:pt x="19652" y="11266"/>
                    </a:cubicBezTo>
                    <a:cubicBezTo>
                      <a:pt x="19452" y="11266"/>
                      <a:pt x="19219" y="11199"/>
                      <a:pt x="19019" y="11066"/>
                    </a:cubicBezTo>
                    <a:cubicBezTo>
                      <a:pt x="18852" y="10932"/>
                      <a:pt x="18652" y="10765"/>
                      <a:pt x="18485" y="10532"/>
                    </a:cubicBezTo>
                    <a:cubicBezTo>
                      <a:pt x="18185" y="10065"/>
                      <a:pt x="17984" y="9398"/>
                      <a:pt x="17818" y="8697"/>
                    </a:cubicBezTo>
                    <a:cubicBezTo>
                      <a:pt x="17651" y="7997"/>
                      <a:pt x="17618" y="7196"/>
                      <a:pt x="17217" y="6362"/>
                    </a:cubicBezTo>
                    <a:cubicBezTo>
                      <a:pt x="17050" y="5929"/>
                      <a:pt x="16817" y="5528"/>
                      <a:pt x="16350" y="5261"/>
                    </a:cubicBezTo>
                    <a:cubicBezTo>
                      <a:pt x="15883" y="5028"/>
                      <a:pt x="15383" y="5028"/>
                      <a:pt x="14982" y="5028"/>
                    </a:cubicBezTo>
                    <a:cubicBezTo>
                      <a:pt x="14469" y="5048"/>
                      <a:pt x="13991" y="5102"/>
                      <a:pt x="13541" y="5102"/>
                    </a:cubicBezTo>
                    <a:cubicBezTo>
                      <a:pt x="13231" y="5102"/>
                      <a:pt x="12933" y="5076"/>
                      <a:pt x="12647" y="4995"/>
                    </a:cubicBezTo>
                    <a:cubicBezTo>
                      <a:pt x="11947" y="4761"/>
                      <a:pt x="11380" y="4327"/>
                      <a:pt x="10979" y="3760"/>
                    </a:cubicBezTo>
                    <a:cubicBezTo>
                      <a:pt x="10546" y="3260"/>
                      <a:pt x="10212" y="2560"/>
                      <a:pt x="9845" y="1859"/>
                    </a:cubicBezTo>
                    <a:cubicBezTo>
                      <a:pt x="9679" y="1525"/>
                      <a:pt x="9478" y="1159"/>
                      <a:pt x="9178" y="758"/>
                    </a:cubicBezTo>
                    <a:cubicBezTo>
                      <a:pt x="8878" y="425"/>
                      <a:pt x="8478" y="58"/>
                      <a:pt x="7944" y="24"/>
                    </a:cubicBezTo>
                    <a:cubicBezTo>
                      <a:pt x="7850" y="8"/>
                      <a:pt x="7760" y="0"/>
                      <a:pt x="76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09" name="Google Shape;1709;p13"/>
              <p:cNvSpPr/>
              <p:nvPr/>
            </p:nvSpPr>
            <p:spPr>
              <a:xfrm>
                <a:off x="222149" y="1610009"/>
                <a:ext cx="400929" cy="193730"/>
              </a:xfrm>
              <a:custGeom>
                <a:avLst/>
                <a:gdLst/>
                <a:ahLst/>
                <a:cxnLst/>
                <a:rect l="l" t="t" r="r" b="b"/>
                <a:pathLst>
                  <a:path w="16581" h="8012" extrusionOk="0">
                    <a:moveTo>
                      <a:pt x="7143" y="0"/>
                    </a:moveTo>
                    <a:cubicBezTo>
                      <a:pt x="7008" y="0"/>
                      <a:pt x="6874" y="12"/>
                      <a:pt x="6740" y="39"/>
                    </a:cubicBezTo>
                    <a:cubicBezTo>
                      <a:pt x="6073" y="205"/>
                      <a:pt x="5506" y="572"/>
                      <a:pt x="5072" y="1006"/>
                    </a:cubicBezTo>
                    <a:cubicBezTo>
                      <a:pt x="4172" y="1840"/>
                      <a:pt x="3571" y="2807"/>
                      <a:pt x="2938" y="3474"/>
                    </a:cubicBezTo>
                    <a:cubicBezTo>
                      <a:pt x="2604" y="3808"/>
                      <a:pt x="2304" y="4075"/>
                      <a:pt x="1970" y="4208"/>
                    </a:cubicBezTo>
                    <a:cubicBezTo>
                      <a:pt x="1791" y="4280"/>
                      <a:pt x="1622" y="4313"/>
                      <a:pt x="1468" y="4313"/>
                    </a:cubicBezTo>
                    <a:cubicBezTo>
                      <a:pt x="1334" y="4313"/>
                      <a:pt x="1211" y="4288"/>
                      <a:pt x="1103" y="4242"/>
                    </a:cubicBezTo>
                    <a:cubicBezTo>
                      <a:pt x="603" y="4075"/>
                      <a:pt x="402" y="3841"/>
                      <a:pt x="402" y="3841"/>
                    </a:cubicBezTo>
                    <a:cubicBezTo>
                      <a:pt x="371" y="3816"/>
                      <a:pt x="336" y="3805"/>
                      <a:pt x="301" y="3805"/>
                    </a:cubicBezTo>
                    <a:cubicBezTo>
                      <a:pt x="150" y="3805"/>
                      <a:pt x="0" y="4006"/>
                      <a:pt x="136" y="4142"/>
                    </a:cubicBezTo>
                    <a:cubicBezTo>
                      <a:pt x="138" y="4136"/>
                      <a:pt x="142" y="4133"/>
                      <a:pt x="148" y="4133"/>
                    </a:cubicBezTo>
                    <a:cubicBezTo>
                      <a:pt x="202" y="4133"/>
                      <a:pt x="391" y="4432"/>
                      <a:pt x="969" y="4675"/>
                    </a:cubicBezTo>
                    <a:cubicBezTo>
                      <a:pt x="1128" y="4746"/>
                      <a:pt x="1333" y="4788"/>
                      <a:pt x="1550" y="4788"/>
                    </a:cubicBezTo>
                    <a:cubicBezTo>
                      <a:pt x="1744" y="4788"/>
                      <a:pt x="1948" y="4754"/>
                      <a:pt x="2137" y="4675"/>
                    </a:cubicBezTo>
                    <a:cubicBezTo>
                      <a:pt x="2571" y="4509"/>
                      <a:pt x="2971" y="4175"/>
                      <a:pt x="3304" y="3841"/>
                    </a:cubicBezTo>
                    <a:cubicBezTo>
                      <a:pt x="4005" y="3141"/>
                      <a:pt x="4639" y="2207"/>
                      <a:pt x="5473" y="1473"/>
                    </a:cubicBezTo>
                    <a:cubicBezTo>
                      <a:pt x="5906" y="1073"/>
                      <a:pt x="6340" y="806"/>
                      <a:pt x="6840" y="706"/>
                    </a:cubicBezTo>
                    <a:cubicBezTo>
                      <a:pt x="6916" y="696"/>
                      <a:pt x="6991" y="691"/>
                      <a:pt x="7067" y="691"/>
                    </a:cubicBezTo>
                    <a:cubicBezTo>
                      <a:pt x="7491" y="691"/>
                      <a:pt x="7912" y="841"/>
                      <a:pt x="8308" y="1039"/>
                    </a:cubicBezTo>
                    <a:lnTo>
                      <a:pt x="8341" y="1073"/>
                    </a:lnTo>
                    <a:cubicBezTo>
                      <a:pt x="8441" y="1139"/>
                      <a:pt x="8575" y="1173"/>
                      <a:pt x="8642" y="1306"/>
                    </a:cubicBezTo>
                    <a:cubicBezTo>
                      <a:pt x="8742" y="1406"/>
                      <a:pt x="8808" y="1640"/>
                      <a:pt x="8908" y="1840"/>
                    </a:cubicBezTo>
                    <a:cubicBezTo>
                      <a:pt x="9075" y="2307"/>
                      <a:pt x="9109" y="2907"/>
                      <a:pt x="9442" y="3575"/>
                    </a:cubicBezTo>
                    <a:cubicBezTo>
                      <a:pt x="9576" y="3741"/>
                      <a:pt x="9676" y="3875"/>
                      <a:pt x="9809" y="4008"/>
                    </a:cubicBezTo>
                    <a:cubicBezTo>
                      <a:pt x="9842" y="4042"/>
                      <a:pt x="9943" y="4142"/>
                      <a:pt x="10009" y="4175"/>
                    </a:cubicBezTo>
                    <a:cubicBezTo>
                      <a:pt x="10109" y="4275"/>
                      <a:pt x="10176" y="4308"/>
                      <a:pt x="10276" y="4342"/>
                    </a:cubicBezTo>
                    <a:cubicBezTo>
                      <a:pt x="10532" y="4481"/>
                      <a:pt x="10820" y="4540"/>
                      <a:pt x="11096" y="4540"/>
                    </a:cubicBezTo>
                    <a:cubicBezTo>
                      <a:pt x="11215" y="4540"/>
                      <a:pt x="11332" y="4529"/>
                      <a:pt x="11444" y="4509"/>
                    </a:cubicBezTo>
                    <a:cubicBezTo>
                      <a:pt x="12177" y="4342"/>
                      <a:pt x="12745" y="3975"/>
                      <a:pt x="13245" y="3875"/>
                    </a:cubicBezTo>
                    <a:cubicBezTo>
                      <a:pt x="13286" y="3868"/>
                      <a:pt x="13328" y="3865"/>
                      <a:pt x="13372" y="3865"/>
                    </a:cubicBezTo>
                    <a:cubicBezTo>
                      <a:pt x="13784" y="3865"/>
                      <a:pt x="14280" y="4140"/>
                      <a:pt x="14613" y="4442"/>
                    </a:cubicBezTo>
                    <a:cubicBezTo>
                      <a:pt x="15413" y="5142"/>
                      <a:pt x="15747" y="6110"/>
                      <a:pt x="15947" y="6777"/>
                    </a:cubicBezTo>
                    <a:cubicBezTo>
                      <a:pt x="16080" y="7110"/>
                      <a:pt x="16114" y="7344"/>
                      <a:pt x="16147" y="7544"/>
                    </a:cubicBezTo>
                    <a:cubicBezTo>
                      <a:pt x="16180" y="7711"/>
                      <a:pt x="16180" y="7844"/>
                      <a:pt x="16180" y="7844"/>
                    </a:cubicBezTo>
                    <a:cubicBezTo>
                      <a:pt x="16209" y="7958"/>
                      <a:pt x="16286" y="8011"/>
                      <a:pt x="16365" y="8011"/>
                    </a:cubicBezTo>
                    <a:cubicBezTo>
                      <a:pt x="16471" y="8011"/>
                      <a:pt x="16581" y="7916"/>
                      <a:pt x="16581" y="7744"/>
                    </a:cubicBezTo>
                    <a:cubicBezTo>
                      <a:pt x="16581" y="7744"/>
                      <a:pt x="16581" y="7678"/>
                      <a:pt x="16514" y="7477"/>
                    </a:cubicBezTo>
                    <a:cubicBezTo>
                      <a:pt x="16481" y="7311"/>
                      <a:pt x="16447" y="7010"/>
                      <a:pt x="16347" y="6643"/>
                    </a:cubicBezTo>
                    <a:cubicBezTo>
                      <a:pt x="16280" y="6277"/>
                      <a:pt x="16147" y="5843"/>
                      <a:pt x="15947" y="5376"/>
                    </a:cubicBezTo>
                    <a:cubicBezTo>
                      <a:pt x="15747" y="4909"/>
                      <a:pt x="15446" y="4408"/>
                      <a:pt x="14979" y="4008"/>
                    </a:cubicBezTo>
                    <a:cubicBezTo>
                      <a:pt x="14779" y="3808"/>
                      <a:pt x="14479" y="3575"/>
                      <a:pt x="14179" y="3474"/>
                    </a:cubicBezTo>
                    <a:cubicBezTo>
                      <a:pt x="13946" y="3329"/>
                      <a:pt x="13613" y="3235"/>
                      <a:pt x="13288" y="3235"/>
                    </a:cubicBezTo>
                    <a:cubicBezTo>
                      <a:pt x="13240" y="3235"/>
                      <a:pt x="13192" y="3237"/>
                      <a:pt x="13145" y="3241"/>
                    </a:cubicBezTo>
                    <a:cubicBezTo>
                      <a:pt x="12411" y="3341"/>
                      <a:pt x="11844" y="3741"/>
                      <a:pt x="11310" y="3841"/>
                    </a:cubicBezTo>
                    <a:cubicBezTo>
                      <a:pt x="11239" y="3849"/>
                      <a:pt x="11174" y="3853"/>
                      <a:pt x="11113" y="3853"/>
                    </a:cubicBezTo>
                    <a:cubicBezTo>
                      <a:pt x="10915" y="3853"/>
                      <a:pt x="10763" y="3810"/>
                      <a:pt x="10610" y="3708"/>
                    </a:cubicBezTo>
                    <a:cubicBezTo>
                      <a:pt x="10410" y="3575"/>
                      <a:pt x="10143" y="3374"/>
                      <a:pt x="10076" y="3208"/>
                    </a:cubicBezTo>
                    <a:cubicBezTo>
                      <a:pt x="9842" y="2741"/>
                      <a:pt x="9776" y="2174"/>
                      <a:pt x="9609" y="1573"/>
                    </a:cubicBezTo>
                    <a:cubicBezTo>
                      <a:pt x="9509" y="1340"/>
                      <a:pt x="9409" y="1039"/>
                      <a:pt x="9175" y="806"/>
                    </a:cubicBezTo>
                    <a:cubicBezTo>
                      <a:pt x="9009" y="539"/>
                      <a:pt x="8742" y="472"/>
                      <a:pt x="8608" y="372"/>
                    </a:cubicBezTo>
                    <a:lnTo>
                      <a:pt x="8608" y="372"/>
                    </a:lnTo>
                    <a:lnTo>
                      <a:pt x="8642" y="406"/>
                    </a:lnTo>
                    <a:cubicBezTo>
                      <a:pt x="8215" y="192"/>
                      <a:pt x="7681" y="0"/>
                      <a:pt x="7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10" name="Google Shape;1710;p13"/>
              <p:cNvSpPr/>
              <p:nvPr/>
            </p:nvSpPr>
            <p:spPr>
              <a:xfrm>
                <a:off x="239123" y="2074894"/>
                <a:ext cx="381536" cy="171194"/>
              </a:xfrm>
              <a:custGeom>
                <a:avLst/>
                <a:gdLst/>
                <a:ahLst/>
                <a:cxnLst/>
                <a:rect l="l" t="t" r="r" b="b"/>
                <a:pathLst>
                  <a:path w="15779" h="7080" extrusionOk="0">
                    <a:moveTo>
                      <a:pt x="12544" y="1"/>
                    </a:moveTo>
                    <a:cubicBezTo>
                      <a:pt x="12154" y="1"/>
                      <a:pt x="11762" y="81"/>
                      <a:pt x="11409" y="227"/>
                    </a:cubicBezTo>
                    <a:cubicBezTo>
                      <a:pt x="11275" y="293"/>
                      <a:pt x="11109" y="327"/>
                      <a:pt x="10942" y="427"/>
                    </a:cubicBezTo>
                    <a:cubicBezTo>
                      <a:pt x="10808" y="493"/>
                      <a:pt x="10642" y="594"/>
                      <a:pt x="10508" y="727"/>
                    </a:cubicBezTo>
                    <a:cubicBezTo>
                      <a:pt x="10275" y="960"/>
                      <a:pt x="10008" y="1227"/>
                      <a:pt x="9841" y="1461"/>
                    </a:cubicBezTo>
                    <a:cubicBezTo>
                      <a:pt x="9107" y="2495"/>
                      <a:pt x="8740" y="3729"/>
                      <a:pt x="8106" y="4430"/>
                    </a:cubicBezTo>
                    <a:cubicBezTo>
                      <a:pt x="7940" y="4596"/>
                      <a:pt x="7773" y="4763"/>
                      <a:pt x="7606" y="4797"/>
                    </a:cubicBezTo>
                    <a:cubicBezTo>
                      <a:pt x="7473" y="4830"/>
                      <a:pt x="7406" y="4897"/>
                      <a:pt x="7272" y="4897"/>
                    </a:cubicBezTo>
                    <a:cubicBezTo>
                      <a:pt x="7206" y="4863"/>
                      <a:pt x="7156" y="4863"/>
                      <a:pt x="7106" y="4863"/>
                    </a:cubicBezTo>
                    <a:cubicBezTo>
                      <a:pt x="7056" y="4863"/>
                      <a:pt x="7006" y="4863"/>
                      <a:pt x="6939" y="4830"/>
                    </a:cubicBezTo>
                    <a:cubicBezTo>
                      <a:pt x="6505" y="4763"/>
                      <a:pt x="6072" y="4330"/>
                      <a:pt x="5605" y="3963"/>
                    </a:cubicBezTo>
                    <a:cubicBezTo>
                      <a:pt x="5338" y="3762"/>
                      <a:pt x="5104" y="3562"/>
                      <a:pt x="4804" y="3396"/>
                    </a:cubicBezTo>
                    <a:cubicBezTo>
                      <a:pt x="4671" y="3295"/>
                      <a:pt x="4504" y="3262"/>
                      <a:pt x="4337" y="3162"/>
                    </a:cubicBezTo>
                    <a:cubicBezTo>
                      <a:pt x="4170" y="3129"/>
                      <a:pt x="3970" y="3095"/>
                      <a:pt x="3803" y="3095"/>
                    </a:cubicBezTo>
                    <a:lnTo>
                      <a:pt x="3570" y="3095"/>
                    </a:lnTo>
                    <a:lnTo>
                      <a:pt x="3303" y="3162"/>
                    </a:lnTo>
                    <a:cubicBezTo>
                      <a:pt x="3136" y="3229"/>
                      <a:pt x="3003" y="3295"/>
                      <a:pt x="2836" y="3396"/>
                    </a:cubicBezTo>
                    <a:cubicBezTo>
                      <a:pt x="2669" y="3462"/>
                      <a:pt x="2569" y="3596"/>
                      <a:pt x="2436" y="3662"/>
                    </a:cubicBezTo>
                    <a:cubicBezTo>
                      <a:pt x="2336" y="3796"/>
                      <a:pt x="2236" y="3929"/>
                      <a:pt x="2135" y="4063"/>
                    </a:cubicBezTo>
                    <a:cubicBezTo>
                      <a:pt x="1802" y="4596"/>
                      <a:pt x="1769" y="5130"/>
                      <a:pt x="1635" y="5564"/>
                    </a:cubicBezTo>
                    <a:cubicBezTo>
                      <a:pt x="1568" y="5964"/>
                      <a:pt x="1435" y="6331"/>
                      <a:pt x="1235" y="6498"/>
                    </a:cubicBezTo>
                    <a:cubicBezTo>
                      <a:pt x="1068" y="6665"/>
                      <a:pt x="801" y="6665"/>
                      <a:pt x="634" y="6665"/>
                    </a:cubicBezTo>
                    <a:cubicBezTo>
                      <a:pt x="568" y="6665"/>
                      <a:pt x="468" y="6631"/>
                      <a:pt x="434" y="6631"/>
                    </a:cubicBezTo>
                    <a:lnTo>
                      <a:pt x="334" y="6631"/>
                    </a:lnTo>
                    <a:cubicBezTo>
                      <a:pt x="134" y="6631"/>
                      <a:pt x="1" y="6965"/>
                      <a:pt x="267" y="6998"/>
                    </a:cubicBezTo>
                    <a:lnTo>
                      <a:pt x="334" y="6998"/>
                    </a:lnTo>
                    <a:cubicBezTo>
                      <a:pt x="434" y="6998"/>
                      <a:pt x="468" y="7065"/>
                      <a:pt x="601" y="7065"/>
                    </a:cubicBezTo>
                    <a:cubicBezTo>
                      <a:pt x="645" y="7065"/>
                      <a:pt x="720" y="7080"/>
                      <a:pt x="814" y="7080"/>
                    </a:cubicBezTo>
                    <a:cubicBezTo>
                      <a:pt x="860" y="7080"/>
                      <a:pt x="912" y="7076"/>
                      <a:pt x="968" y="7065"/>
                    </a:cubicBezTo>
                    <a:cubicBezTo>
                      <a:pt x="1068" y="6998"/>
                      <a:pt x="1135" y="6998"/>
                      <a:pt x="1235" y="6965"/>
                    </a:cubicBezTo>
                    <a:cubicBezTo>
                      <a:pt x="1302" y="6931"/>
                      <a:pt x="1402" y="6898"/>
                      <a:pt x="1468" y="6798"/>
                    </a:cubicBezTo>
                    <a:cubicBezTo>
                      <a:pt x="2135" y="6231"/>
                      <a:pt x="2069" y="5097"/>
                      <a:pt x="2569" y="4296"/>
                    </a:cubicBezTo>
                    <a:cubicBezTo>
                      <a:pt x="2602" y="4229"/>
                      <a:pt x="2669" y="4129"/>
                      <a:pt x="2769" y="4063"/>
                    </a:cubicBezTo>
                    <a:cubicBezTo>
                      <a:pt x="2836" y="3996"/>
                      <a:pt x="2936" y="3929"/>
                      <a:pt x="3069" y="3896"/>
                    </a:cubicBezTo>
                    <a:cubicBezTo>
                      <a:pt x="3136" y="3829"/>
                      <a:pt x="3270" y="3762"/>
                      <a:pt x="3403" y="3762"/>
                    </a:cubicBezTo>
                    <a:lnTo>
                      <a:pt x="3570" y="3729"/>
                    </a:lnTo>
                    <a:lnTo>
                      <a:pt x="3737" y="3729"/>
                    </a:lnTo>
                    <a:cubicBezTo>
                      <a:pt x="4237" y="3729"/>
                      <a:pt x="4637" y="4096"/>
                      <a:pt x="5104" y="4463"/>
                    </a:cubicBezTo>
                    <a:cubicBezTo>
                      <a:pt x="5304" y="4630"/>
                      <a:pt x="5571" y="4830"/>
                      <a:pt x="5805" y="5063"/>
                    </a:cubicBezTo>
                    <a:cubicBezTo>
                      <a:pt x="6072" y="5264"/>
                      <a:pt x="6338" y="5430"/>
                      <a:pt x="6739" y="5497"/>
                    </a:cubicBezTo>
                    <a:cubicBezTo>
                      <a:pt x="6906" y="5564"/>
                      <a:pt x="7106" y="5564"/>
                      <a:pt x="7272" y="5564"/>
                    </a:cubicBezTo>
                    <a:lnTo>
                      <a:pt x="7773" y="5430"/>
                    </a:lnTo>
                    <a:cubicBezTo>
                      <a:pt x="8106" y="5297"/>
                      <a:pt x="8340" y="5063"/>
                      <a:pt x="8573" y="4830"/>
                    </a:cubicBezTo>
                    <a:cubicBezTo>
                      <a:pt x="8940" y="4396"/>
                      <a:pt x="9241" y="3896"/>
                      <a:pt x="9474" y="3329"/>
                    </a:cubicBezTo>
                    <a:cubicBezTo>
                      <a:pt x="9741" y="2795"/>
                      <a:pt x="9974" y="2261"/>
                      <a:pt x="10308" y="1794"/>
                    </a:cubicBezTo>
                    <a:cubicBezTo>
                      <a:pt x="10642" y="1294"/>
                      <a:pt x="11008" y="927"/>
                      <a:pt x="11509" y="760"/>
                    </a:cubicBezTo>
                    <a:cubicBezTo>
                      <a:pt x="11877" y="622"/>
                      <a:pt x="12214" y="548"/>
                      <a:pt x="12552" y="548"/>
                    </a:cubicBezTo>
                    <a:cubicBezTo>
                      <a:pt x="12703" y="548"/>
                      <a:pt x="12855" y="563"/>
                      <a:pt x="13010" y="594"/>
                    </a:cubicBezTo>
                    <a:cubicBezTo>
                      <a:pt x="13510" y="660"/>
                      <a:pt x="13944" y="927"/>
                      <a:pt x="14244" y="1227"/>
                    </a:cubicBezTo>
                    <a:cubicBezTo>
                      <a:pt x="14544" y="1461"/>
                      <a:pt x="14744" y="1794"/>
                      <a:pt x="14911" y="2095"/>
                    </a:cubicBezTo>
                    <a:cubicBezTo>
                      <a:pt x="15045" y="2395"/>
                      <a:pt x="15145" y="2628"/>
                      <a:pt x="15211" y="2795"/>
                    </a:cubicBezTo>
                    <a:cubicBezTo>
                      <a:pt x="15245" y="2962"/>
                      <a:pt x="15278" y="3062"/>
                      <a:pt x="15278" y="3062"/>
                    </a:cubicBezTo>
                    <a:cubicBezTo>
                      <a:pt x="15294" y="3158"/>
                      <a:pt x="15378" y="3200"/>
                      <a:pt x="15477" y="3200"/>
                    </a:cubicBezTo>
                    <a:cubicBezTo>
                      <a:pt x="15584" y="3200"/>
                      <a:pt x="15709" y="3149"/>
                      <a:pt x="15779" y="3062"/>
                    </a:cubicBezTo>
                    <a:cubicBezTo>
                      <a:pt x="15779" y="3062"/>
                      <a:pt x="15745" y="2962"/>
                      <a:pt x="15678" y="2762"/>
                    </a:cubicBezTo>
                    <a:cubicBezTo>
                      <a:pt x="15645" y="2562"/>
                      <a:pt x="15578" y="2295"/>
                      <a:pt x="15412" y="1961"/>
                    </a:cubicBezTo>
                    <a:cubicBezTo>
                      <a:pt x="15245" y="1628"/>
                      <a:pt x="14978" y="1261"/>
                      <a:pt x="14644" y="927"/>
                    </a:cubicBezTo>
                    <a:cubicBezTo>
                      <a:pt x="14311" y="560"/>
                      <a:pt x="13810" y="227"/>
                      <a:pt x="13243" y="93"/>
                    </a:cubicBezTo>
                    <a:cubicBezTo>
                      <a:pt x="13017" y="30"/>
                      <a:pt x="12781" y="1"/>
                      <a:pt x="125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11" name="Google Shape;1711;p13"/>
              <p:cNvSpPr/>
              <p:nvPr/>
            </p:nvSpPr>
            <p:spPr>
              <a:xfrm>
                <a:off x="552085" y="1739638"/>
                <a:ext cx="19368" cy="12017"/>
              </a:xfrm>
              <a:custGeom>
                <a:avLst/>
                <a:gdLst/>
                <a:ahLst/>
                <a:cxnLst/>
                <a:rect l="l" t="t" r="r" b="b"/>
                <a:pathLst>
                  <a:path w="801" h="497" extrusionOk="0">
                    <a:moveTo>
                      <a:pt x="455" y="0"/>
                    </a:moveTo>
                    <a:cubicBezTo>
                      <a:pt x="400" y="0"/>
                      <a:pt x="345" y="4"/>
                      <a:pt x="300" y="15"/>
                    </a:cubicBezTo>
                    <a:cubicBezTo>
                      <a:pt x="167" y="82"/>
                      <a:pt x="0" y="248"/>
                      <a:pt x="0" y="248"/>
                    </a:cubicBezTo>
                    <a:cubicBezTo>
                      <a:pt x="0" y="282"/>
                      <a:pt x="100" y="482"/>
                      <a:pt x="100" y="482"/>
                    </a:cubicBezTo>
                    <a:cubicBezTo>
                      <a:pt x="100" y="482"/>
                      <a:pt x="204" y="497"/>
                      <a:pt x="313" y="497"/>
                    </a:cubicBezTo>
                    <a:cubicBezTo>
                      <a:pt x="367" y="497"/>
                      <a:pt x="423" y="493"/>
                      <a:pt x="467" y="482"/>
                    </a:cubicBezTo>
                    <a:cubicBezTo>
                      <a:pt x="601" y="449"/>
                      <a:pt x="767" y="282"/>
                      <a:pt x="767" y="282"/>
                    </a:cubicBezTo>
                    <a:cubicBezTo>
                      <a:pt x="801" y="248"/>
                      <a:pt x="701" y="82"/>
                      <a:pt x="667" y="15"/>
                    </a:cubicBezTo>
                    <a:cubicBezTo>
                      <a:pt x="667" y="15"/>
                      <a:pt x="564" y="0"/>
                      <a:pt x="4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12" name="Google Shape;1712;p13"/>
              <p:cNvSpPr/>
              <p:nvPr/>
            </p:nvSpPr>
            <p:spPr>
              <a:xfrm>
                <a:off x="564973" y="1757725"/>
                <a:ext cx="24228" cy="13734"/>
              </a:xfrm>
              <a:custGeom>
                <a:avLst/>
                <a:gdLst/>
                <a:ahLst/>
                <a:cxnLst/>
                <a:rect l="l" t="t" r="r" b="b"/>
                <a:pathLst>
                  <a:path w="1002" h="568" extrusionOk="0">
                    <a:moveTo>
                      <a:pt x="902" y="1"/>
                    </a:moveTo>
                    <a:cubicBezTo>
                      <a:pt x="902" y="1"/>
                      <a:pt x="568" y="1"/>
                      <a:pt x="401" y="67"/>
                    </a:cubicBezTo>
                    <a:cubicBezTo>
                      <a:pt x="234" y="168"/>
                      <a:pt x="1" y="368"/>
                      <a:pt x="1" y="368"/>
                    </a:cubicBezTo>
                    <a:lnTo>
                      <a:pt x="134" y="568"/>
                    </a:lnTo>
                    <a:cubicBezTo>
                      <a:pt x="134" y="568"/>
                      <a:pt x="468" y="568"/>
                      <a:pt x="635" y="501"/>
                    </a:cubicBezTo>
                    <a:cubicBezTo>
                      <a:pt x="801" y="401"/>
                      <a:pt x="1002" y="201"/>
                      <a:pt x="1002" y="201"/>
                    </a:cubicBezTo>
                    <a:cubicBezTo>
                      <a:pt x="1002" y="201"/>
                      <a:pt x="935" y="1"/>
                      <a:pt x="9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13" name="Google Shape;1713;p13"/>
              <p:cNvSpPr/>
              <p:nvPr/>
            </p:nvSpPr>
            <p:spPr>
              <a:xfrm>
                <a:off x="579505" y="1778350"/>
                <a:ext cx="17772" cy="12017"/>
              </a:xfrm>
              <a:custGeom>
                <a:avLst/>
                <a:gdLst/>
                <a:ahLst/>
                <a:cxnLst/>
                <a:rect l="l" t="t" r="r" b="b"/>
                <a:pathLst>
                  <a:path w="735" h="497" extrusionOk="0">
                    <a:moveTo>
                      <a:pt x="440" y="0"/>
                    </a:moveTo>
                    <a:cubicBezTo>
                      <a:pt x="386" y="0"/>
                      <a:pt x="334" y="4"/>
                      <a:pt x="301" y="15"/>
                    </a:cubicBezTo>
                    <a:cubicBezTo>
                      <a:pt x="167" y="48"/>
                      <a:pt x="0" y="215"/>
                      <a:pt x="0" y="215"/>
                    </a:cubicBezTo>
                    <a:cubicBezTo>
                      <a:pt x="0" y="249"/>
                      <a:pt x="67" y="482"/>
                      <a:pt x="67" y="482"/>
                    </a:cubicBezTo>
                    <a:cubicBezTo>
                      <a:pt x="67" y="482"/>
                      <a:pt x="186" y="497"/>
                      <a:pt x="304" y="497"/>
                    </a:cubicBezTo>
                    <a:cubicBezTo>
                      <a:pt x="364" y="497"/>
                      <a:pt x="423" y="493"/>
                      <a:pt x="467" y="482"/>
                    </a:cubicBezTo>
                    <a:cubicBezTo>
                      <a:pt x="567" y="415"/>
                      <a:pt x="734" y="249"/>
                      <a:pt x="734" y="249"/>
                    </a:cubicBezTo>
                    <a:cubicBezTo>
                      <a:pt x="734" y="249"/>
                      <a:pt x="701" y="48"/>
                      <a:pt x="667" y="15"/>
                    </a:cubicBezTo>
                    <a:cubicBezTo>
                      <a:pt x="667" y="15"/>
                      <a:pt x="549" y="0"/>
                      <a:pt x="4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14" name="Google Shape;1714;p13"/>
              <p:cNvSpPr/>
              <p:nvPr/>
            </p:nvSpPr>
            <p:spPr>
              <a:xfrm>
                <a:off x="318965" y="2170695"/>
                <a:ext cx="22608" cy="20190"/>
              </a:xfrm>
              <a:custGeom>
                <a:avLst/>
                <a:gdLst/>
                <a:ahLst/>
                <a:cxnLst/>
                <a:rect l="l" t="t" r="r" b="b"/>
                <a:pathLst>
                  <a:path w="935" h="835" extrusionOk="0">
                    <a:moveTo>
                      <a:pt x="835" y="1"/>
                    </a:moveTo>
                    <a:cubicBezTo>
                      <a:pt x="835" y="1"/>
                      <a:pt x="768" y="1"/>
                      <a:pt x="635" y="34"/>
                    </a:cubicBezTo>
                    <a:cubicBezTo>
                      <a:pt x="501" y="101"/>
                      <a:pt x="401" y="167"/>
                      <a:pt x="301" y="201"/>
                    </a:cubicBezTo>
                    <a:cubicBezTo>
                      <a:pt x="234" y="301"/>
                      <a:pt x="134" y="434"/>
                      <a:pt x="101" y="501"/>
                    </a:cubicBezTo>
                    <a:lnTo>
                      <a:pt x="1" y="668"/>
                    </a:lnTo>
                    <a:cubicBezTo>
                      <a:pt x="1" y="668"/>
                      <a:pt x="168" y="801"/>
                      <a:pt x="168" y="835"/>
                    </a:cubicBezTo>
                    <a:lnTo>
                      <a:pt x="335" y="768"/>
                    </a:lnTo>
                    <a:cubicBezTo>
                      <a:pt x="435" y="701"/>
                      <a:pt x="568" y="634"/>
                      <a:pt x="601" y="601"/>
                    </a:cubicBezTo>
                    <a:cubicBezTo>
                      <a:pt x="668" y="534"/>
                      <a:pt x="735" y="434"/>
                      <a:pt x="802" y="368"/>
                    </a:cubicBezTo>
                    <a:lnTo>
                      <a:pt x="935" y="267"/>
                    </a:lnTo>
                    <a:cubicBezTo>
                      <a:pt x="935" y="201"/>
                      <a:pt x="835" y="1"/>
                      <a:pt x="8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15" name="Google Shape;1715;p13"/>
              <p:cNvSpPr/>
              <p:nvPr/>
            </p:nvSpPr>
            <p:spPr>
              <a:xfrm>
                <a:off x="340752" y="2185227"/>
                <a:ext cx="16974" cy="17748"/>
              </a:xfrm>
              <a:custGeom>
                <a:avLst/>
                <a:gdLst/>
                <a:ahLst/>
                <a:cxnLst/>
                <a:rect l="l" t="t" r="r" b="b"/>
                <a:pathLst>
                  <a:path w="702" h="734" extrusionOk="0">
                    <a:moveTo>
                      <a:pt x="568" y="0"/>
                    </a:moveTo>
                    <a:cubicBezTo>
                      <a:pt x="568" y="0"/>
                      <a:pt x="267" y="33"/>
                      <a:pt x="134" y="167"/>
                    </a:cubicBezTo>
                    <a:cubicBezTo>
                      <a:pt x="67" y="334"/>
                      <a:pt x="1" y="567"/>
                      <a:pt x="1" y="567"/>
                    </a:cubicBezTo>
                    <a:cubicBezTo>
                      <a:pt x="1" y="567"/>
                      <a:pt x="201" y="701"/>
                      <a:pt x="134" y="734"/>
                    </a:cubicBezTo>
                    <a:cubicBezTo>
                      <a:pt x="134" y="734"/>
                      <a:pt x="401" y="600"/>
                      <a:pt x="501" y="534"/>
                    </a:cubicBezTo>
                    <a:cubicBezTo>
                      <a:pt x="601" y="434"/>
                      <a:pt x="701" y="200"/>
                      <a:pt x="701" y="200"/>
                    </a:cubicBezTo>
                    <a:lnTo>
                      <a:pt x="56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16" name="Google Shape;1716;p13"/>
              <p:cNvSpPr/>
              <p:nvPr/>
            </p:nvSpPr>
            <p:spPr>
              <a:xfrm>
                <a:off x="360918" y="2199735"/>
                <a:ext cx="13734" cy="16152"/>
              </a:xfrm>
              <a:custGeom>
                <a:avLst/>
                <a:gdLst/>
                <a:ahLst/>
                <a:cxnLst/>
                <a:rect l="l" t="t" r="r" b="b"/>
                <a:pathLst>
                  <a:path w="568" h="668" extrusionOk="0">
                    <a:moveTo>
                      <a:pt x="334" y="0"/>
                    </a:moveTo>
                    <a:cubicBezTo>
                      <a:pt x="334" y="0"/>
                      <a:pt x="134" y="101"/>
                      <a:pt x="67" y="167"/>
                    </a:cubicBezTo>
                    <a:cubicBezTo>
                      <a:pt x="34" y="267"/>
                      <a:pt x="1" y="501"/>
                      <a:pt x="1" y="501"/>
                    </a:cubicBezTo>
                    <a:cubicBezTo>
                      <a:pt x="1" y="501"/>
                      <a:pt x="201" y="634"/>
                      <a:pt x="201" y="668"/>
                    </a:cubicBezTo>
                    <a:cubicBezTo>
                      <a:pt x="201" y="668"/>
                      <a:pt x="401" y="601"/>
                      <a:pt x="501" y="467"/>
                    </a:cubicBezTo>
                    <a:cubicBezTo>
                      <a:pt x="534" y="401"/>
                      <a:pt x="568" y="301"/>
                      <a:pt x="568" y="234"/>
                    </a:cubicBezTo>
                    <a:lnTo>
                      <a:pt x="568" y="101"/>
                    </a:lnTo>
                    <a:lnTo>
                      <a:pt x="3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17" name="Google Shape;1717;p13"/>
              <p:cNvSpPr/>
              <p:nvPr/>
            </p:nvSpPr>
            <p:spPr>
              <a:xfrm>
                <a:off x="548047" y="2094891"/>
                <a:ext cx="14532" cy="14532"/>
              </a:xfrm>
              <a:custGeom>
                <a:avLst/>
                <a:gdLst/>
                <a:ahLst/>
                <a:cxnLst/>
                <a:rect l="l" t="t" r="r" b="b"/>
                <a:pathLst>
                  <a:path w="601" h="601" extrusionOk="0">
                    <a:moveTo>
                      <a:pt x="434" y="0"/>
                    </a:moveTo>
                    <a:cubicBezTo>
                      <a:pt x="434" y="0"/>
                      <a:pt x="201" y="67"/>
                      <a:pt x="134" y="133"/>
                    </a:cubicBezTo>
                    <a:cubicBezTo>
                      <a:pt x="34" y="234"/>
                      <a:pt x="0" y="434"/>
                      <a:pt x="0" y="434"/>
                    </a:cubicBezTo>
                    <a:cubicBezTo>
                      <a:pt x="0" y="467"/>
                      <a:pt x="134" y="600"/>
                      <a:pt x="167" y="600"/>
                    </a:cubicBezTo>
                    <a:cubicBezTo>
                      <a:pt x="167" y="600"/>
                      <a:pt x="367" y="567"/>
                      <a:pt x="467" y="467"/>
                    </a:cubicBezTo>
                    <a:cubicBezTo>
                      <a:pt x="534" y="400"/>
                      <a:pt x="601" y="167"/>
                      <a:pt x="601" y="167"/>
                    </a:cubicBezTo>
                    <a:lnTo>
                      <a:pt x="4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18" name="Google Shape;1718;p13"/>
              <p:cNvSpPr/>
              <p:nvPr/>
            </p:nvSpPr>
            <p:spPr>
              <a:xfrm>
                <a:off x="554503" y="2109399"/>
                <a:ext cx="21786" cy="21810"/>
              </a:xfrm>
              <a:custGeom>
                <a:avLst/>
                <a:gdLst/>
                <a:ahLst/>
                <a:cxnLst/>
                <a:rect l="l" t="t" r="r" b="b"/>
                <a:pathLst>
                  <a:path w="901" h="902" extrusionOk="0">
                    <a:moveTo>
                      <a:pt x="734" y="0"/>
                    </a:moveTo>
                    <a:cubicBezTo>
                      <a:pt x="734" y="0"/>
                      <a:pt x="434" y="167"/>
                      <a:pt x="267" y="301"/>
                    </a:cubicBezTo>
                    <a:cubicBezTo>
                      <a:pt x="167" y="467"/>
                      <a:pt x="0" y="734"/>
                      <a:pt x="0" y="734"/>
                    </a:cubicBezTo>
                    <a:cubicBezTo>
                      <a:pt x="0" y="801"/>
                      <a:pt x="167" y="901"/>
                      <a:pt x="167" y="901"/>
                    </a:cubicBezTo>
                    <a:cubicBezTo>
                      <a:pt x="167" y="901"/>
                      <a:pt x="434" y="801"/>
                      <a:pt x="601" y="634"/>
                    </a:cubicBezTo>
                    <a:cubicBezTo>
                      <a:pt x="734" y="467"/>
                      <a:pt x="901" y="167"/>
                      <a:pt x="901" y="167"/>
                    </a:cubicBezTo>
                    <a:lnTo>
                      <a:pt x="7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19" name="Google Shape;1719;p13"/>
              <p:cNvSpPr/>
              <p:nvPr/>
            </p:nvSpPr>
            <p:spPr>
              <a:xfrm>
                <a:off x="570631" y="2122311"/>
                <a:ext cx="18570" cy="23406"/>
              </a:xfrm>
              <a:custGeom>
                <a:avLst/>
                <a:gdLst/>
                <a:ahLst/>
                <a:cxnLst/>
                <a:rect l="l" t="t" r="r" b="b"/>
                <a:pathLst>
                  <a:path w="768" h="968" extrusionOk="0">
                    <a:moveTo>
                      <a:pt x="567" y="0"/>
                    </a:moveTo>
                    <a:cubicBezTo>
                      <a:pt x="567" y="0"/>
                      <a:pt x="534" y="100"/>
                      <a:pt x="434" y="134"/>
                    </a:cubicBezTo>
                    <a:cubicBezTo>
                      <a:pt x="367" y="200"/>
                      <a:pt x="267" y="267"/>
                      <a:pt x="234" y="334"/>
                    </a:cubicBezTo>
                    <a:cubicBezTo>
                      <a:pt x="167" y="434"/>
                      <a:pt x="100" y="501"/>
                      <a:pt x="67" y="601"/>
                    </a:cubicBezTo>
                    <a:lnTo>
                      <a:pt x="0" y="767"/>
                    </a:lnTo>
                    <a:cubicBezTo>
                      <a:pt x="0" y="801"/>
                      <a:pt x="100" y="968"/>
                      <a:pt x="100" y="968"/>
                    </a:cubicBezTo>
                    <a:lnTo>
                      <a:pt x="267" y="867"/>
                    </a:lnTo>
                    <a:cubicBezTo>
                      <a:pt x="401" y="834"/>
                      <a:pt x="501" y="767"/>
                      <a:pt x="567" y="667"/>
                    </a:cubicBezTo>
                    <a:cubicBezTo>
                      <a:pt x="668" y="601"/>
                      <a:pt x="701" y="467"/>
                      <a:pt x="734" y="334"/>
                    </a:cubicBezTo>
                    <a:cubicBezTo>
                      <a:pt x="768" y="200"/>
                      <a:pt x="768" y="134"/>
                      <a:pt x="768" y="134"/>
                    </a:cubicBezTo>
                    <a:cubicBezTo>
                      <a:pt x="768" y="100"/>
                      <a:pt x="567" y="0"/>
                      <a:pt x="5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20" name="Google Shape;1720;p13"/>
              <p:cNvSpPr/>
              <p:nvPr/>
            </p:nvSpPr>
            <p:spPr>
              <a:xfrm>
                <a:off x="397212" y="2638505"/>
                <a:ext cx="24228" cy="12138"/>
              </a:xfrm>
              <a:custGeom>
                <a:avLst/>
                <a:gdLst/>
                <a:ahLst/>
                <a:cxnLst/>
                <a:rect l="l" t="t" r="r" b="b"/>
                <a:pathLst>
                  <a:path w="1002" h="502" extrusionOk="0">
                    <a:moveTo>
                      <a:pt x="434" y="1"/>
                    </a:moveTo>
                    <a:cubicBezTo>
                      <a:pt x="368" y="1"/>
                      <a:pt x="267" y="34"/>
                      <a:pt x="201" y="34"/>
                    </a:cubicBezTo>
                    <a:cubicBezTo>
                      <a:pt x="101" y="101"/>
                      <a:pt x="34" y="101"/>
                      <a:pt x="34" y="101"/>
                    </a:cubicBezTo>
                    <a:lnTo>
                      <a:pt x="1" y="334"/>
                    </a:lnTo>
                    <a:lnTo>
                      <a:pt x="167" y="434"/>
                    </a:lnTo>
                    <a:cubicBezTo>
                      <a:pt x="267" y="468"/>
                      <a:pt x="401" y="501"/>
                      <a:pt x="501" y="501"/>
                    </a:cubicBezTo>
                    <a:cubicBezTo>
                      <a:pt x="601" y="501"/>
                      <a:pt x="734" y="468"/>
                      <a:pt x="835" y="434"/>
                    </a:cubicBezTo>
                    <a:lnTo>
                      <a:pt x="1001" y="334"/>
                    </a:lnTo>
                    <a:cubicBezTo>
                      <a:pt x="1001" y="334"/>
                      <a:pt x="935" y="134"/>
                      <a:pt x="868" y="101"/>
                    </a:cubicBezTo>
                    <a:cubicBezTo>
                      <a:pt x="868" y="101"/>
                      <a:pt x="768" y="34"/>
                      <a:pt x="701" y="34"/>
                    </a:cubicBezTo>
                    <a:cubicBezTo>
                      <a:pt x="601" y="34"/>
                      <a:pt x="534" y="1"/>
                      <a:pt x="4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21" name="Google Shape;1721;p13"/>
              <p:cNvSpPr/>
              <p:nvPr/>
            </p:nvSpPr>
            <p:spPr>
              <a:xfrm>
                <a:off x="387540" y="2665853"/>
                <a:ext cx="42702" cy="15572"/>
              </a:xfrm>
              <a:custGeom>
                <a:avLst/>
                <a:gdLst/>
                <a:ahLst/>
                <a:cxnLst/>
                <a:rect l="l" t="t" r="r" b="b"/>
                <a:pathLst>
                  <a:path w="1766" h="644" extrusionOk="0">
                    <a:moveTo>
                      <a:pt x="1644" y="0"/>
                    </a:moveTo>
                    <a:cubicBezTo>
                      <a:pt x="1640" y="0"/>
                      <a:pt x="1637" y="1"/>
                      <a:pt x="1635" y="4"/>
                    </a:cubicBezTo>
                    <a:cubicBezTo>
                      <a:pt x="1635" y="4"/>
                      <a:pt x="1101" y="37"/>
                      <a:pt x="801" y="137"/>
                    </a:cubicBezTo>
                    <a:cubicBezTo>
                      <a:pt x="467" y="171"/>
                      <a:pt x="0" y="371"/>
                      <a:pt x="0" y="371"/>
                    </a:cubicBezTo>
                    <a:lnTo>
                      <a:pt x="67" y="638"/>
                    </a:lnTo>
                    <a:cubicBezTo>
                      <a:pt x="67" y="638"/>
                      <a:pt x="152" y="643"/>
                      <a:pt x="276" y="643"/>
                    </a:cubicBezTo>
                    <a:cubicBezTo>
                      <a:pt x="462" y="643"/>
                      <a:pt x="734" y="631"/>
                      <a:pt x="934" y="571"/>
                    </a:cubicBezTo>
                    <a:cubicBezTo>
                      <a:pt x="1268" y="471"/>
                      <a:pt x="1735" y="204"/>
                      <a:pt x="1735" y="204"/>
                    </a:cubicBezTo>
                    <a:cubicBezTo>
                      <a:pt x="1766" y="173"/>
                      <a:pt x="1683" y="0"/>
                      <a:pt x="16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22" name="Google Shape;1722;p13"/>
              <p:cNvSpPr/>
              <p:nvPr/>
            </p:nvSpPr>
            <p:spPr>
              <a:xfrm>
                <a:off x="403668" y="2690130"/>
                <a:ext cx="33900" cy="15717"/>
              </a:xfrm>
              <a:custGeom>
                <a:avLst/>
                <a:gdLst/>
                <a:ahLst/>
                <a:cxnLst/>
                <a:rect l="l" t="t" r="r" b="b"/>
                <a:pathLst>
                  <a:path w="1402" h="650" extrusionOk="0">
                    <a:moveTo>
                      <a:pt x="1168" y="1"/>
                    </a:moveTo>
                    <a:cubicBezTo>
                      <a:pt x="1168" y="1"/>
                      <a:pt x="1101" y="34"/>
                      <a:pt x="968" y="34"/>
                    </a:cubicBezTo>
                    <a:cubicBezTo>
                      <a:pt x="834" y="67"/>
                      <a:pt x="701" y="67"/>
                      <a:pt x="601" y="134"/>
                    </a:cubicBezTo>
                    <a:cubicBezTo>
                      <a:pt x="367" y="201"/>
                      <a:pt x="0" y="368"/>
                      <a:pt x="0" y="368"/>
                    </a:cubicBezTo>
                    <a:lnTo>
                      <a:pt x="34" y="634"/>
                    </a:lnTo>
                    <a:cubicBezTo>
                      <a:pt x="34" y="634"/>
                      <a:pt x="227" y="649"/>
                      <a:pt x="434" y="649"/>
                    </a:cubicBezTo>
                    <a:cubicBezTo>
                      <a:pt x="538" y="649"/>
                      <a:pt x="645" y="646"/>
                      <a:pt x="734" y="634"/>
                    </a:cubicBezTo>
                    <a:cubicBezTo>
                      <a:pt x="834" y="568"/>
                      <a:pt x="1001" y="501"/>
                      <a:pt x="1135" y="401"/>
                    </a:cubicBezTo>
                    <a:cubicBezTo>
                      <a:pt x="1268" y="368"/>
                      <a:pt x="1335" y="301"/>
                      <a:pt x="1335" y="301"/>
                    </a:cubicBezTo>
                    <a:cubicBezTo>
                      <a:pt x="1401" y="301"/>
                      <a:pt x="1268" y="67"/>
                      <a:pt x="11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23" name="Google Shape;1723;p13"/>
              <p:cNvSpPr/>
              <p:nvPr/>
            </p:nvSpPr>
            <p:spPr>
              <a:xfrm>
                <a:off x="423834" y="2710296"/>
                <a:ext cx="24228" cy="12114"/>
              </a:xfrm>
              <a:custGeom>
                <a:avLst/>
                <a:gdLst/>
                <a:ahLst/>
                <a:cxnLst/>
                <a:rect l="l" t="t" r="r" b="b"/>
                <a:pathLst>
                  <a:path w="1002" h="501" extrusionOk="0">
                    <a:moveTo>
                      <a:pt x="768" y="1"/>
                    </a:moveTo>
                    <a:cubicBezTo>
                      <a:pt x="718" y="17"/>
                      <a:pt x="668" y="17"/>
                      <a:pt x="617" y="17"/>
                    </a:cubicBezTo>
                    <a:cubicBezTo>
                      <a:pt x="567" y="17"/>
                      <a:pt x="517" y="17"/>
                      <a:pt x="467" y="34"/>
                    </a:cubicBezTo>
                    <a:cubicBezTo>
                      <a:pt x="401" y="34"/>
                      <a:pt x="267" y="67"/>
                      <a:pt x="167" y="101"/>
                    </a:cubicBezTo>
                    <a:lnTo>
                      <a:pt x="0" y="201"/>
                    </a:lnTo>
                    <a:lnTo>
                      <a:pt x="0" y="434"/>
                    </a:lnTo>
                    <a:cubicBezTo>
                      <a:pt x="0" y="434"/>
                      <a:pt x="67" y="434"/>
                      <a:pt x="167" y="501"/>
                    </a:cubicBezTo>
                    <a:lnTo>
                      <a:pt x="501" y="501"/>
                    </a:lnTo>
                    <a:cubicBezTo>
                      <a:pt x="634" y="468"/>
                      <a:pt x="768" y="401"/>
                      <a:pt x="834" y="334"/>
                    </a:cubicBezTo>
                    <a:cubicBezTo>
                      <a:pt x="968" y="234"/>
                      <a:pt x="1001" y="201"/>
                      <a:pt x="1001" y="201"/>
                    </a:cubicBezTo>
                    <a:cubicBezTo>
                      <a:pt x="1001" y="201"/>
                      <a:pt x="934" y="34"/>
                      <a:pt x="9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24" name="Google Shape;1724;p13"/>
              <p:cNvSpPr/>
              <p:nvPr/>
            </p:nvSpPr>
            <p:spPr>
              <a:xfrm>
                <a:off x="555301" y="2756262"/>
                <a:ext cx="41976" cy="12138"/>
              </a:xfrm>
              <a:custGeom>
                <a:avLst/>
                <a:gdLst/>
                <a:ahLst/>
                <a:cxnLst/>
                <a:rect l="l" t="t" r="r" b="b"/>
                <a:pathLst>
                  <a:path w="1736" h="502" extrusionOk="0">
                    <a:moveTo>
                      <a:pt x="868" y="1"/>
                    </a:moveTo>
                    <a:cubicBezTo>
                      <a:pt x="701" y="1"/>
                      <a:pt x="501" y="68"/>
                      <a:pt x="334" y="68"/>
                    </a:cubicBezTo>
                    <a:cubicBezTo>
                      <a:pt x="167" y="101"/>
                      <a:pt x="34" y="101"/>
                      <a:pt x="34" y="101"/>
                    </a:cubicBezTo>
                    <a:cubicBezTo>
                      <a:pt x="1" y="101"/>
                      <a:pt x="1" y="335"/>
                      <a:pt x="1" y="335"/>
                    </a:cubicBezTo>
                    <a:cubicBezTo>
                      <a:pt x="1" y="335"/>
                      <a:pt x="134" y="401"/>
                      <a:pt x="301" y="435"/>
                    </a:cubicBezTo>
                    <a:cubicBezTo>
                      <a:pt x="468" y="468"/>
                      <a:pt x="701" y="501"/>
                      <a:pt x="868" y="501"/>
                    </a:cubicBezTo>
                    <a:cubicBezTo>
                      <a:pt x="1035" y="468"/>
                      <a:pt x="1302" y="468"/>
                      <a:pt x="1468" y="401"/>
                    </a:cubicBezTo>
                    <a:cubicBezTo>
                      <a:pt x="1635" y="301"/>
                      <a:pt x="1735" y="268"/>
                      <a:pt x="1735" y="268"/>
                    </a:cubicBezTo>
                    <a:cubicBezTo>
                      <a:pt x="1735" y="268"/>
                      <a:pt x="1702" y="68"/>
                      <a:pt x="17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25" name="Google Shape;1725;p13"/>
              <p:cNvSpPr/>
              <p:nvPr/>
            </p:nvSpPr>
            <p:spPr>
              <a:xfrm>
                <a:off x="576265" y="2788542"/>
                <a:ext cx="33102" cy="13734"/>
              </a:xfrm>
              <a:custGeom>
                <a:avLst/>
                <a:gdLst/>
                <a:ahLst/>
                <a:cxnLst/>
                <a:rect l="l" t="t" r="r" b="b"/>
                <a:pathLst>
                  <a:path w="1369" h="568" extrusionOk="0">
                    <a:moveTo>
                      <a:pt x="1302" y="0"/>
                    </a:moveTo>
                    <a:cubicBezTo>
                      <a:pt x="1302" y="0"/>
                      <a:pt x="868" y="0"/>
                      <a:pt x="635" y="67"/>
                    </a:cubicBezTo>
                    <a:cubicBezTo>
                      <a:pt x="368" y="100"/>
                      <a:pt x="1" y="300"/>
                      <a:pt x="1" y="300"/>
                    </a:cubicBezTo>
                    <a:lnTo>
                      <a:pt x="34" y="567"/>
                    </a:lnTo>
                    <a:cubicBezTo>
                      <a:pt x="34" y="567"/>
                      <a:pt x="468" y="567"/>
                      <a:pt x="701" y="501"/>
                    </a:cubicBezTo>
                    <a:cubicBezTo>
                      <a:pt x="968" y="467"/>
                      <a:pt x="1335" y="267"/>
                      <a:pt x="1335" y="267"/>
                    </a:cubicBezTo>
                    <a:cubicBezTo>
                      <a:pt x="1369" y="267"/>
                      <a:pt x="1335" y="67"/>
                      <a:pt x="13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26" name="Google Shape;1726;p13"/>
              <p:cNvSpPr/>
              <p:nvPr/>
            </p:nvSpPr>
            <p:spPr>
              <a:xfrm>
                <a:off x="583543" y="2812722"/>
                <a:ext cx="28242" cy="14556"/>
              </a:xfrm>
              <a:custGeom>
                <a:avLst/>
                <a:gdLst/>
                <a:ahLst/>
                <a:cxnLst/>
                <a:rect l="l" t="t" r="r" b="b"/>
                <a:pathLst>
                  <a:path w="1168" h="602" extrusionOk="0">
                    <a:moveTo>
                      <a:pt x="1068" y="1"/>
                    </a:moveTo>
                    <a:cubicBezTo>
                      <a:pt x="1068" y="1"/>
                      <a:pt x="701" y="1"/>
                      <a:pt x="500" y="101"/>
                    </a:cubicBezTo>
                    <a:cubicBezTo>
                      <a:pt x="300" y="134"/>
                      <a:pt x="0" y="335"/>
                      <a:pt x="0" y="335"/>
                    </a:cubicBezTo>
                    <a:lnTo>
                      <a:pt x="33" y="601"/>
                    </a:lnTo>
                    <a:cubicBezTo>
                      <a:pt x="33" y="601"/>
                      <a:pt x="400" y="601"/>
                      <a:pt x="667" y="568"/>
                    </a:cubicBezTo>
                    <a:cubicBezTo>
                      <a:pt x="867" y="468"/>
                      <a:pt x="1168" y="234"/>
                      <a:pt x="1168" y="234"/>
                    </a:cubicBezTo>
                    <a:lnTo>
                      <a:pt x="106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27" name="Google Shape;1727;p13"/>
              <p:cNvSpPr/>
              <p:nvPr/>
            </p:nvSpPr>
            <p:spPr>
              <a:xfrm>
                <a:off x="602089" y="2849839"/>
                <a:ext cx="25026" cy="13275"/>
              </a:xfrm>
              <a:custGeom>
                <a:avLst/>
                <a:gdLst/>
                <a:ahLst/>
                <a:cxnLst/>
                <a:rect l="l" t="t" r="r" b="b"/>
                <a:pathLst>
                  <a:path w="1035" h="549" extrusionOk="0">
                    <a:moveTo>
                      <a:pt x="934" y="0"/>
                    </a:moveTo>
                    <a:cubicBezTo>
                      <a:pt x="934" y="0"/>
                      <a:pt x="634" y="0"/>
                      <a:pt x="467" y="67"/>
                    </a:cubicBezTo>
                    <a:cubicBezTo>
                      <a:pt x="301" y="100"/>
                      <a:pt x="67" y="267"/>
                      <a:pt x="67" y="267"/>
                    </a:cubicBezTo>
                    <a:cubicBezTo>
                      <a:pt x="0" y="267"/>
                      <a:pt x="100" y="534"/>
                      <a:pt x="100" y="534"/>
                    </a:cubicBezTo>
                    <a:cubicBezTo>
                      <a:pt x="100" y="534"/>
                      <a:pt x="249" y="549"/>
                      <a:pt x="397" y="549"/>
                    </a:cubicBezTo>
                    <a:cubicBezTo>
                      <a:pt x="471" y="549"/>
                      <a:pt x="545" y="545"/>
                      <a:pt x="601" y="534"/>
                    </a:cubicBezTo>
                    <a:cubicBezTo>
                      <a:pt x="768" y="434"/>
                      <a:pt x="1034" y="234"/>
                      <a:pt x="1034" y="234"/>
                    </a:cubicBezTo>
                    <a:cubicBezTo>
                      <a:pt x="1034" y="201"/>
                      <a:pt x="934" y="34"/>
                      <a:pt x="9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28" name="Google Shape;1728;p13"/>
              <p:cNvSpPr/>
              <p:nvPr/>
            </p:nvSpPr>
            <p:spPr>
              <a:xfrm>
                <a:off x="635143" y="2888551"/>
                <a:ext cx="18594" cy="12114"/>
              </a:xfrm>
              <a:custGeom>
                <a:avLst/>
                <a:gdLst/>
                <a:ahLst/>
                <a:cxnLst/>
                <a:rect l="l" t="t" r="r" b="b"/>
                <a:pathLst>
                  <a:path w="769" h="501" extrusionOk="0">
                    <a:moveTo>
                      <a:pt x="368" y="1"/>
                    </a:moveTo>
                    <a:cubicBezTo>
                      <a:pt x="268" y="1"/>
                      <a:pt x="201" y="34"/>
                      <a:pt x="101" y="67"/>
                    </a:cubicBezTo>
                    <a:cubicBezTo>
                      <a:pt x="34" y="134"/>
                      <a:pt x="1" y="167"/>
                      <a:pt x="1" y="167"/>
                    </a:cubicBezTo>
                    <a:cubicBezTo>
                      <a:pt x="1" y="201"/>
                      <a:pt x="68" y="401"/>
                      <a:pt x="68" y="401"/>
                    </a:cubicBezTo>
                    <a:cubicBezTo>
                      <a:pt x="68" y="401"/>
                      <a:pt x="101" y="468"/>
                      <a:pt x="201" y="468"/>
                    </a:cubicBezTo>
                    <a:cubicBezTo>
                      <a:pt x="268" y="501"/>
                      <a:pt x="335" y="501"/>
                      <a:pt x="401" y="501"/>
                    </a:cubicBezTo>
                    <a:cubicBezTo>
                      <a:pt x="568" y="501"/>
                      <a:pt x="768" y="367"/>
                      <a:pt x="768" y="367"/>
                    </a:cubicBezTo>
                    <a:cubicBezTo>
                      <a:pt x="768" y="334"/>
                      <a:pt x="768" y="134"/>
                      <a:pt x="735" y="134"/>
                    </a:cubicBezTo>
                    <a:cubicBezTo>
                      <a:pt x="735" y="134"/>
                      <a:pt x="535" y="1"/>
                      <a:pt x="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29" name="Google Shape;1729;p13"/>
              <p:cNvSpPr/>
              <p:nvPr/>
            </p:nvSpPr>
            <p:spPr>
              <a:xfrm>
                <a:off x="386355" y="2370881"/>
                <a:ext cx="725207" cy="731880"/>
              </a:xfrm>
              <a:custGeom>
                <a:avLst/>
                <a:gdLst/>
                <a:ahLst/>
                <a:cxnLst/>
                <a:rect l="l" t="t" r="r" b="b"/>
                <a:pathLst>
                  <a:path w="29992" h="30268" extrusionOk="0">
                    <a:moveTo>
                      <a:pt x="29808" y="0"/>
                    </a:moveTo>
                    <a:cubicBezTo>
                      <a:pt x="29732" y="0"/>
                      <a:pt x="29628" y="48"/>
                      <a:pt x="29504" y="161"/>
                    </a:cubicBezTo>
                    <a:cubicBezTo>
                      <a:pt x="29504" y="161"/>
                      <a:pt x="29504" y="194"/>
                      <a:pt x="29404" y="261"/>
                    </a:cubicBezTo>
                    <a:cubicBezTo>
                      <a:pt x="29370" y="361"/>
                      <a:pt x="29237" y="495"/>
                      <a:pt x="29170" y="695"/>
                    </a:cubicBezTo>
                    <a:cubicBezTo>
                      <a:pt x="29070" y="861"/>
                      <a:pt x="28937" y="1095"/>
                      <a:pt x="28837" y="1395"/>
                    </a:cubicBezTo>
                    <a:cubicBezTo>
                      <a:pt x="28703" y="1729"/>
                      <a:pt x="28570" y="2062"/>
                      <a:pt x="28503" y="2429"/>
                    </a:cubicBezTo>
                    <a:cubicBezTo>
                      <a:pt x="28269" y="3230"/>
                      <a:pt x="28236" y="4197"/>
                      <a:pt x="28236" y="5231"/>
                    </a:cubicBezTo>
                    <a:cubicBezTo>
                      <a:pt x="28236" y="6332"/>
                      <a:pt x="28336" y="7433"/>
                      <a:pt x="28236" y="8667"/>
                    </a:cubicBezTo>
                    <a:cubicBezTo>
                      <a:pt x="28136" y="11069"/>
                      <a:pt x="26401" y="13437"/>
                      <a:pt x="24066" y="14738"/>
                    </a:cubicBezTo>
                    <a:cubicBezTo>
                      <a:pt x="22899" y="15405"/>
                      <a:pt x="21665" y="16006"/>
                      <a:pt x="20531" y="16773"/>
                    </a:cubicBezTo>
                    <a:cubicBezTo>
                      <a:pt x="19396" y="17540"/>
                      <a:pt x="18496" y="18574"/>
                      <a:pt x="17862" y="19675"/>
                    </a:cubicBezTo>
                    <a:cubicBezTo>
                      <a:pt x="17762" y="19775"/>
                      <a:pt x="17695" y="19942"/>
                      <a:pt x="17595" y="20075"/>
                    </a:cubicBezTo>
                    <a:cubicBezTo>
                      <a:pt x="17562" y="20242"/>
                      <a:pt x="17495" y="20375"/>
                      <a:pt x="17428" y="20542"/>
                    </a:cubicBezTo>
                    <a:cubicBezTo>
                      <a:pt x="17328" y="20842"/>
                      <a:pt x="17228" y="21109"/>
                      <a:pt x="17162" y="21443"/>
                    </a:cubicBezTo>
                    <a:cubicBezTo>
                      <a:pt x="16995" y="22110"/>
                      <a:pt x="16861" y="22777"/>
                      <a:pt x="16828" y="23444"/>
                    </a:cubicBezTo>
                    <a:cubicBezTo>
                      <a:pt x="16761" y="24111"/>
                      <a:pt x="16761" y="24845"/>
                      <a:pt x="16728" y="25446"/>
                    </a:cubicBezTo>
                    <a:cubicBezTo>
                      <a:pt x="16695" y="26080"/>
                      <a:pt x="16494" y="26613"/>
                      <a:pt x="15994" y="26947"/>
                    </a:cubicBezTo>
                    <a:cubicBezTo>
                      <a:pt x="15494" y="27280"/>
                      <a:pt x="14827" y="27514"/>
                      <a:pt x="14193" y="27614"/>
                    </a:cubicBezTo>
                    <a:cubicBezTo>
                      <a:pt x="13559" y="27781"/>
                      <a:pt x="12892" y="27881"/>
                      <a:pt x="12225" y="27948"/>
                    </a:cubicBezTo>
                    <a:cubicBezTo>
                      <a:pt x="11723" y="28038"/>
                      <a:pt x="11226" y="28073"/>
                      <a:pt x="10734" y="28073"/>
                    </a:cubicBezTo>
                    <a:cubicBezTo>
                      <a:pt x="9950" y="28073"/>
                      <a:pt x="9180" y="27983"/>
                      <a:pt x="8422" y="27881"/>
                    </a:cubicBezTo>
                    <a:cubicBezTo>
                      <a:pt x="7311" y="27726"/>
                      <a:pt x="6228" y="27544"/>
                      <a:pt x="5227" y="27544"/>
                    </a:cubicBezTo>
                    <a:cubicBezTo>
                      <a:pt x="5146" y="27544"/>
                      <a:pt x="5066" y="27545"/>
                      <a:pt x="4986" y="27547"/>
                    </a:cubicBezTo>
                    <a:cubicBezTo>
                      <a:pt x="3885" y="27581"/>
                      <a:pt x="2918" y="27881"/>
                      <a:pt x="2218" y="28248"/>
                    </a:cubicBezTo>
                    <a:cubicBezTo>
                      <a:pt x="2017" y="28348"/>
                      <a:pt x="1884" y="28448"/>
                      <a:pt x="1717" y="28548"/>
                    </a:cubicBezTo>
                    <a:cubicBezTo>
                      <a:pt x="1550" y="28615"/>
                      <a:pt x="1417" y="28715"/>
                      <a:pt x="1317" y="28848"/>
                    </a:cubicBezTo>
                    <a:cubicBezTo>
                      <a:pt x="1050" y="29015"/>
                      <a:pt x="850" y="29215"/>
                      <a:pt x="683" y="29349"/>
                    </a:cubicBezTo>
                    <a:cubicBezTo>
                      <a:pt x="383" y="29682"/>
                      <a:pt x="216" y="29849"/>
                      <a:pt x="216" y="29849"/>
                    </a:cubicBezTo>
                    <a:cubicBezTo>
                      <a:pt x="1" y="30086"/>
                      <a:pt x="36" y="30267"/>
                      <a:pt x="186" y="30267"/>
                    </a:cubicBezTo>
                    <a:cubicBezTo>
                      <a:pt x="269" y="30267"/>
                      <a:pt x="386" y="30212"/>
                      <a:pt x="516" y="30082"/>
                    </a:cubicBezTo>
                    <a:lnTo>
                      <a:pt x="983" y="29615"/>
                    </a:lnTo>
                    <a:cubicBezTo>
                      <a:pt x="1150" y="29515"/>
                      <a:pt x="1317" y="29349"/>
                      <a:pt x="1550" y="29182"/>
                    </a:cubicBezTo>
                    <a:cubicBezTo>
                      <a:pt x="1650" y="29082"/>
                      <a:pt x="1817" y="29015"/>
                      <a:pt x="1917" y="28915"/>
                    </a:cubicBezTo>
                    <a:cubicBezTo>
                      <a:pt x="2084" y="28848"/>
                      <a:pt x="2218" y="28715"/>
                      <a:pt x="2384" y="28615"/>
                    </a:cubicBezTo>
                    <a:cubicBezTo>
                      <a:pt x="3051" y="28281"/>
                      <a:pt x="3919" y="28048"/>
                      <a:pt x="4919" y="28048"/>
                    </a:cubicBezTo>
                    <a:cubicBezTo>
                      <a:pt x="4989" y="28045"/>
                      <a:pt x="5059" y="28044"/>
                      <a:pt x="5129" y="28044"/>
                    </a:cubicBezTo>
                    <a:cubicBezTo>
                      <a:pt x="6131" y="28044"/>
                      <a:pt x="7168" y="28259"/>
                      <a:pt x="8322" y="28415"/>
                    </a:cubicBezTo>
                    <a:cubicBezTo>
                      <a:pt x="9142" y="28551"/>
                      <a:pt x="10025" y="28657"/>
                      <a:pt x="10938" y="28657"/>
                    </a:cubicBezTo>
                    <a:cubicBezTo>
                      <a:pt x="11361" y="28657"/>
                      <a:pt x="11791" y="28634"/>
                      <a:pt x="12225" y="28581"/>
                    </a:cubicBezTo>
                    <a:cubicBezTo>
                      <a:pt x="12892" y="28548"/>
                      <a:pt x="13592" y="28415"/>
                      <a:pt x="14259" y="28281"/>
                    </a:cubicBezTo>
                    <a:cubicBezTo>
                      <a:pt x="14993" y="28181"/>
                      <a:pt x="15660" y="27948"/>
                      <a:pt x="16328" y="27547"/>
                    </a:cubicBezTo>
                    <a:cubicBezTo>
                      <a:pt x="16661" y="27280"/>
                      <a:pt x="16928" y="27014"/>
                      <a:pt x="17095" y="26613"/>
                    </a:cubicBezTo>
                    <a:cubicBezTo>
                      <a:pt x="17262" y="26280"/>
                      <a:pt x="17328" y="25879"/>
                      <a:pt x="17362" y="25546"/>
                    </a:cubicBezTo>
                    <a:cubicBezTo>
                      <a:pt x="17395" y="24845"/>
                      <a:pt x="17395" y="24178"/>
                      <a:pt x="17428" y="23544"/>
                    </a:cubicBezTo>
                    <a:cubicBezTo>
                      <a:pt x="17495" y="22911"/>
                      <a:pt x="17595" y="22277"/>
                      <a:pt x="17762" y="21710"/>
                    </a:cubicBezTo>
                    <a:cubicBezTo>
                      <a:pt x="17862" y="21410"/>
                      <a:pt x="17995" y="21109"/>
                      <a:pt x="18062" y="20842"/>
                    </a:cubicBezTo>
                    <a:cubicBezTo>
                      <a:pt x="18096" y="20676"/>
                      <a:pt x="18196" y="20542"/>
                      <a:pt x="18229" y="20409"/>
                    </a:cubicBezTo>
                    <a:cubicBezTo>
                      <a:pt x="18329" y="20275"/>
                      <a:pt x="18362" y="20175"/>
                      <a:pt x="18429" y="20042"/>
                    </a:cubicBezTo>
                    <a:cubicBezTo>
                      <a:pt x="19030" y="19041"/>
                      <a:pt x="19830" y="18074"/>
                      <a:pt x="20898" y="17373"/>
                    </a:cubicBezTo>
                    <a:cubicBezTo>
                      <a:pt x="21932" y="16606"/>
                      <a:pt x="23166" y="16039"/>
                      <a:pt x="24367" y="15339"/>
                    </a:cubicBezTo>
                    <a:cubicBezTo>
                      <a:pt x="25568" y="14605"/>
                      <a:pt x="26702" y="13671"/>
                      <a:pt x="27436" y="12503"/>
                    </a:cubicBezTo>
                    <a:cubicBezTo>
                      <a:pt x="27669" y="12203"/>
                      <a:pt x="27869" y="11936"/>
                      <a:pt x="28003" y="11603"/>
                    </a:cubicBezTo>
                    <a:cubicBezTo>
                      <a:pt x="28036" y="11436"/>
                      <a:pt x="28103" y="11336"/>
                      <a:pt x="28203" y="11169"/>
                    </a:cubicBezTo>
                    <a:cubicBezTo>
                      <a:pt x="28269" y="11002"/>
                      <a:pt x="28336" y="10835"/>
                      <a:pt x="28370" y="10669"/>
                    </a:cubicBezTo>
                    <a:cubicBezTo>
                      <a:pt x="28636" y="10035"/>
                      <a:pt x="28703" y="9368"/>
                      <a:pt x="28736" y="8734"/>
                    </a:cubicBezTo>
                    <a:cubicBezTo>
                      <a:pt x="28837" y="7500"/>
                      <a:pt x="28703" y="6332"/>
                      <a:pt x="28703" y="5265"/>
                    </a:cubicBezTo>
                    <a:cubicBezTo>
                      <a:pt x="28670" y="4231"/>
                      <a:pt x="28703" y="3363"/>
                      <a:pt x="28870" y="2596"/>
                    </a:cubicBezTo>
                    <a:cubicBezTo>
                      <a:pt x="28970" y="2229"/>
                      <a:pt x="29070" y="1929"/>
                      <a:pt x="29170" y="1662"/>
                    </a:cubicBezTo>
                    <a:cubicBezTo>
                      <a:pt x="29304" y="1395"/>
                      <a:pt x="29404" y="1195"/>
                      <a:pt x="29504" y="995"/>
                    </a:cubicBezTo>
                    <a:cubicBezTo>
                      <a:pt x="29570" y="761"/>
                      <a:pt x="29704" y="661"/>
                      <a:pt x="29737" y="561"/>
                    </a:cubicBezTo>
                    <a:cubicBezTo>
                      <a:pt x="29804" y="495"/>
                      <a:pt x="29837" y="428"/>
                      <a:pt x="29837" y="428"/>
                    </a:cubicBezTo>
                    <a:cubicBezTo>
                      <a:pt x="29992" y="185"/>
                      <a:pt x="29956" y="0"/>
                      <a:pt x="298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30" name="Google Shape;1730;p13"/>
              <p:cNvSpPr/>
              <p:nvPr/>
            </p:nvSpPr>
            <p:spPr>
              <a:xfrm>
                <a:off x="685969" y="2216710"/>
                <a:ext cx="287162" cy="191070"/>
              </a:xfrm>
              <a:custGeom>
                <a:avLst/>
                <a:gdLst/>
                <a:ahLst/>
                <a:cxnLst/>
                <a:rect l="l" t="t" r="r" b="b"/>
                <a:pathLst>
                  <a:path w="11876" h="7902" extrusionOk="0">
                    <a:moveTo>
                      <a:pt x="200" y="1"/>
                    </a:moveTo>
                    <a:cubicBezTo>
                      <a:pt x="112" y="1"/>
                      <a:pt x="34" y="44"/>
                      <a:pt x="34" y="132"/>
                    </a:cubicBezTo>
                    <a:lnTo>
                      <a:pt x="34" y="433"/>
                    </a:lnTo>
                    <a:cubicBezTo>
                      <a:pt x="0" y="633"/>
                      <a:pt x="0" y="900"/>
                      <a:pt x="0" y="1233"/>
                    </a:cubicBezTo>
                    <a:cubicBezTo>
                      <a:pt x="0" y="1900"/>
                      <a:pt x="134" y="2801"/>
                      <a:pt x="501" y="3802"/>
                    </a:cubicBezTo>
                    <a:cubicBezTo>
                      <a:pt x="934" y="4802"/>
                      <a:pt x="1635" y="5803"/>
                      <a:pt x="2602" y="6570"/>
                    </a:cubicBezTo>
                    <a:cubicBezTo>
                      <a:pt x="3069" y="6937"/>
                      <a:pt x="3603" y="7204"/>
                      <a:pt x="4137" y="7438"/>
                    </a:cubicBezTo>
                    <a:cubicBezTo>
                      <a:pt x="4670" y="7638"/>
                      <a:pt x="5238" y="7805"/>
                      <a:pt x="5771" y="7871"/>
                    </a:cubicBezTo>
                    <a:cubicBezTo>
                      <a:pt x="5995" y="7886"/>
                      <a:pt x="6232" y="7901"/>
                      <a:pt x="6480" y="7901"/>
                    </a:cubicBezTo>
                    <a:cubicBezTo>
                      <a:pt x="6785" y="7901"/>
                      <a:pt x="7107" y="7878"/>
                      <a:pt x="7439" y="7805"/>
                    </a:cubicBezTo>
                    <a:cubicBezTo>
                      <a:pt x="7706" y="7771"/>
                      <a:pt x="8006" y="7671"/>
                      <a:pt x="8306" y="7604"/>
                    </a:cubicBezTo>
                    <a:cubicBezTo>
                      <a:pt x="8607" y="7471"/>
                      <a:pt x="8907" y="7404"/>
                      <a:pt x="9140" y="7237"/>
                    </a:cubicBezTo>
                    <a:cubicBezTo>
                      <a:pt x="9374" y="7104"/>
                      <a:pt x="9641" y="6904"/>
                      <a:pt x="9908" y="6737"/>
                    </a:cubicBezTo>
                    <a:cubicBezTo>
                      <a:pt x="10108" y="6537"/>
                      <a:pt x="10341" y="6370"/>
                      <a:pt x="10508" y="6103"/>
                    </a:cubicBezTo>
                    <a:cubicBezTo>
                      <a:pt x="10875" y="5636"/>
                      <a:pt x="11175" y="5136"/>
                      <a:pt x="11375" y="4636"/>
                    </a:cubicBezTo>
                    <a:cubicBezTo>
                      <a:pt x="11809" y="3635"/>
                      <a:pt x="11876" y="2734"/>
                      <a:pt x="11876" y="2067"/>
                    </a:cubicBezTo>
                    <a:cubicBezTo>
                      <a:pt x="11876" y="1734"/>
                      <a:pt x="11842" y="1433"/>
                      <a:pt x="11842" y="1267"/>
                    </a:cubicBezTo>
                    <a:lnTo>
                      <a:pt x="11842" y="966"/>
                    </a:lnTo>
                    <a:cubicBezTo>
                      <a:pt x="11842" y="878"/>
                      <a:pt x="11777" y="835"/>
                      <a:pt x="11701" y="835"/>
                    </a:cubicBezTo>
                    <a:cubicBezTo>
                      <a:pt x="11606" y="835"/>
                      <a:pt x="11494" y="903"/>
                      <a:pt x="11475" y="1033"/>
                    </a:cubicBezTo>
                    <a:lnTo>
                      <a:pt x="11475" y="1267"/>
                    </a:lnTo>
                    <a:cubicBezTo>
                      <a:pt x="11475" y="1433"/>
                      <a:pt x="11509" y="1700"/>
                      <a:pt x="11475" y="2034"/>
                    </a:cubicBezTo>
                    <a:cubicBezTo>
                      <a:pt x="11475" y="2634"/>
                      <a:pt x="11309" y="3568"/>
                      <a:pt x="10942" y="4435"/>
                    </a:cubicBezTo>
                    <a:cubicBezTo>
                      <a:pt x="10708" y="4869"/>
                      <a:pt x="10475" y="5303"/>
                      <a:pt x="10108" y="5703"/>
                    </a:cubicBezTo>
                    <a:cubicBezTo>
                      <a:pt x="9941" y="5903"/>
                      <a:pt x="9707" y="6070"/>
                      <a:pt x="9507" y="6237"/>
                    </a:cubicBezTo>
                    <a:cubicBezTo>
                      <a:pt x="9307" y="6370"/>
                      <a:pt x="9107" y="6537"/>
                      <a:pt x="8840" y="6637"/>
                    </a:cubicBezTo>
                    <a:cubicBezTo>
                      <a:pt x="8607" y="6770"/>
                      <a:pt x="8340" y="6871"/>
                      <a:pt x="8106" y="6937"/>
                    </a:cubicBezTo>
                    <a:cubicBezTo>
                      <a:pt x="7839" y="6971"/>
                      <a:pt x="7606" y="7071"/>
                      <a:pt x="7339" y="7104"/>
                    </a:cubicBezTo>
                    <a:cubicBezTo>
                      <a:pt x="7130" y="7143"/>
                      <a:pt x="6925" y="7157"/>
                      <a:pt x="6726" y="7157"/>
                    </a:cubicBezTo>
                    <a:cubicBezTo>
                      <a:pt x="6418" y="7157"/>
                      <a:pt x="6122" y="7124"/>
                      <a:pt x="5838" y="7104"/>
                    </a:cubicBezTo>
                    <a:cubicBezTo>
                      <a:pt x="5338" y="7071"/>
                      <a:pt x="4871" y="6937"/>
                      <a:pt x="4370" y="6770"/>
                    </a:cubicBezTo>
                    <a:cubicBezTo>
                      <a:pt x="3870" y="6604"/>
                      <a:pt x="3370" y="6370"/>
                      <a:pt x="2969" y="6037"/>
                    </a:cubicBezTo>
                    <a:cubicBezTo>
                      <a:pt x="2102" y="5403"/>
                      <a:pt x="1435" y="4536"/>
                      <a:pt x="1001" y="3602"/>
                    </a:cubicBezTo>
                    <a:cubicBezTo>
                      <a:pt x="601" y="2701"/>
                      <a:pt x="467" y="1800"/>
                      <a:pt x="434" y="1200"/>
                    </a:cubicBezTo>
                    <a:lnTo>
                      <a:pt x="434" y="433"/>
                    </a:lnTo>
                    <a:lnTo>
                      <a:pt x="434" y="199"/>
                    </a:lnTo>
                    <a:cubicBezTo>
                      <a:pt x="434" y="69"/>
                      <a:pt x="310" y="1"/>
                      <a:pt x="2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31" name="Google Shape;1731;p13"/>
              <p:cNvSpPr/>
              <p:nvPr/>
            </p:nvSpPr>
            <p:spPr>
              <a:xfrm rot="2507687">
                <a:off x="492095" y="3172939"/>
                <a:ext cx="292139" cy="292139"/>
              </a:xfrm>
              <a:prstGeom prst="mathPlus">
                <a:avLst>
                  <a:gd name="adj1" fmla="val 18896"/>
                </a:avLst>
              </a:prstGeom>
              <a:solidFill>
                <a:srgbClr val="CC4125"/>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itle only 1">
  <p:cSld name="CUSTOM_10">
    <p:spTree>
      <p:nvGrpSpPr>
        <p:cNvPr id="1732" name="Shape 1732"/>
        <p:cNvGrpSpPr/>
        <p:nvPr/>
      </p:nvGrpSpPr>
      <p:grpSpPr>
        <a:xfrm>
          <a:off x="0" y="0"/>
          <a:ext cx="0" cy="0"/>
          <a:chOff x="0" y="0"/>
          <a:chExt cx="0" cy="0"/>
        </a:xfrm>
      </p:grpSpPr>
      <p:pic>
        <p:nvPicPr>
          <p:cNvPr id="1733" name="Google Shape;1733;p14"/>
          <p:cNvPicPr preferRelativeResize="0"/>
          <p:nvPr/>
        </p:nvPicPr>
        <p:blipFill rotWithShape="1">
          <a:blip r:embed="rId2"/>
          <a:srcRect b="15598"/>
          <a:stretch>
            <a:fillRect/>
          </a:stretch>
        </p:blipFill>
        <p:spPr>
          <a:xfrm flipH="1">
            <a:off x="0" y="0"/>
            <a:ext cx="9144003" cy="5143501"/>
          </a:xfrm>
          <a:prstGeom prst="rect">
            <a:avLst/>
          </a:prstGeom>
          <a:noFill/>
          <a:ln>
            <a:noFill/>
          </a:ln>
        </p:spPr>
      </p:pic>
      <p:sp>
        <p:nvSpPr>
          <p:cNvPr id="1734" name="Google Shape;1734;p14"/>
          <p:cNvSpPr txBox="1"/>
          <p:nvPr>
            <p:ph type="title"/>
          </p:nvPr>
        </p:nvSpPr>
        <p:spPr>
          <a:xfrm>
            <a:off x="713225" y="445025"/>
            <a:ext cx="7717500" cy="572700"/>
          </a:xfrm>
          <a:prstGeom prst="rect">
            <a:avLst/>
          </a:prstGeom>
        </p:spPr>
        <p:txBody>
          <a:bodyPr spcFirstLastPara="1" wrap="square" lIns="91425" tIns="91425" rIns="91425" bIns="91425" anchor="t" anchorCtr="0">
            <a:noAutofit/>
          </a:bodyPr>
          <a:lstStyle>
            <a:lvl1pPr lvl="0">
              <a:spcBef>
                <a:spcPts val="0"/>
              </a:spcBef>
              <a:spcAft>
                <a:spcPts val="0"/>
              </a:spcAft>
              <a:buSzPts val="3500"/>
              <a:buNone/>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
        <p:nvSpPr>
          <p:cNvPr id="1735" name="Google Shape;1735;p14"/>
          <p:cNvSpPr/>
          <p:nvPr/>
        </p:nvSpPr>
        <p:spPr>
          <a:xfrm>
            <a:off x="4696393" y="4615520"/>
            <a:ext cx="353969" cy="101250"/>
          </a:xfrm>
          <a:custGeom>
            <a:avLst/>
            <a:gdLst/>
            <a:ahLst/>
            <a:cxnLst/>
            <a:rect l="l" t="t" r="r" b="b"/>
            <a:pathLst>
              <a:path w="15711" h="4494" extrusionOk="0">
                <a:moveTo>
                  <a:pt x="12157" y="0"/>
                </a:moveTo>
                <a:lnTo>
                  <a:pt x="12124" y="67"/>
                </a:lnTo>
                <a:cubicBezTo>
                  <a:pt x="11957" y="301"/>
                  <a:pt x="11824" y="467"/>
                  <a:pt x="11657" y="668"/>
                </a:cubicBezTo>
                <a:cubicBezTo>
                  <a:pt x="11557" y="734"/>
                  <a:pt x="11490" y="868"/>
                  <a:pt x="11390" y="968"/>
                </a:cubicBezTo>
                <a:lnTo>
                  <a:pt x="11290" y="1068"/>
                </a:lnTo>
                <a:lnTo>
                  <a:pt x="11023" y="1335"/>
                </a:lnTo>
                <a:cubicBezTo>
                  <a:pt x="10289" y="2002"/>
                  <a:pt x="9355" y="2402"/>
                  <a:pt x="8521" y="2569"/>
                </a:cubicBezTo>
                <a:cubicBezTo>
                  <a:pt x="8388" y="2636"/>
                  <a:pt x="8321" y="2636"/>
                  <a:pt x="8188" y="2669"/>
                </a:cubicBezTo>
                <a:cubicBezTo>
                  <a:pt x="8054" y="2702"/>
                  <a:pt x="7988" y="2702"/>
                  <a:pt x="7854" y="2702"/>
                </a:cubicBezTo>
                <a:cubicBezTo>
                  <a:pt x="7776" y="2714"/>
                  <a:pt x="7699" y="2717"/>
                  <a:pt x="7621" y="2717"/>
                </a:cubicBezTo>
                <a:cubicBezTo>
                  <a:pt x="7465" y="2717"/>
                  <a:pt x="7309" y="2702"/>
                  <a:pt x="7154" y="2702"/>
                </a:cubicBezTo>
                <a:cubicBezTo>
                  <a:pt x="6687" y="2669"/>
                  <a:pt x="6186" y="2536"/>
                  <a:pt x="5786" y="2335"/>
                </a:cubicBezTo>
                <a:cubicBezTo>
                  <a:pt x="5553" y="2235"/>
                  <a:pt x="5352" y="2069"/>
                  <a:pt x="5152" y="1969"/>
                </a:cubicBezTo>
                <a:cubicBezTo>
                  <a:pt x="4986" y="1835"/>
                  <a:pt x="4785" y="1668"/>
                  <a:pt x="4619" y="1502"/>
                </a:cubicBezTo>
                <a:cubicBezTo>
                  <a:pt x="4485" y="1368"/>
                  <a:pt x="4385" y="1235"/>
                  <a:pt x="4285" y="1135"/>
                </a:cubicBezTo>
                <a:lnTo>
                  <a:pt x="4052" y="868"/>
                </a:lnTo>
                <a:lnTo>
                  <a:pt x="4018" y="801"/>
                </a:lnTo>
                <a:cubicBezTo>
                  <a:pt x="4018" y="794"/>
                  <a:pt x="4017" y="792"/>
                  <a:pt x="4015" y="792"/>
                </a:cubicBezTo>
                <a:cubicBezTo>
                  <a:pt x="4006" y="792"/>
                  <a:pt x="3985" y="834"/>
                  <a:pt x="3985" y="834"/>
                </a:cubicBezTo>
                <a:lnTo>
                  <a:pt x="3851" y="968"/>
                </a:lnTo>
                <a:lnTo>
                  <a:pt x="3651" y="1201"/>
                </a:lnTo>
                <a:lnTo>
                  <a:pt x="3484" y="1368"/>
                </a:lnTo>
                <a:cubicBezTo>
                  <a:pt x="3384" y="1468"/>
                  <a:pt x="3318" y="1502"/>
                  <a:pt x="3218" y="1602"/>
                </a:cubicBezTo>
                <a:cubicBezTo>
                  <a:pt x="2517" y="2069"/>
                  <a:pt x="1650" y="2069"/>
                  <a:pt x="1049" y="2302"/>
                </a:cubicBezTo>
                <a:cubicBezTo>
                  <a:pt x="482" y="2469"/>
                  <a:pt x="149" y="2669"/>
                  <a:pt x="149" y="2669"/>
                </a:cubicBezTo>
                <a:cubicBezTo>
                  <a:pt x="0" y="2788"/>
                  <a:pt x="117" y="3013"/>
                  <a:pt x="262" y="3013"/>
                </a:cubicBezTo>
                <a:cubicBezTo>
                  <a:pt x="279" y="3013"/>
                  <a:pt x="298" y="3010"/>
                  <a:pt x="316" y="3003"/>
                </a:cubicBezTo>
                <a:cubicBezTo>
                  <a:pt x="316" y="3003"/>
                  <a:pt x="582" y="2836"/>
                  <a:pt x="1149" y="2702"/>
                </a:cubicBezTo>
                <a:cubicBezTo>
                  <a:pt x="1416" y="2669"/>
                  <a:pt x="1750" y="2636"/>
                  <a:pt x="2184" y="2536"/>
                </a:cubicBezTo>
                <a:cubicBezTo>
                  <a:pt x="2584" y="2502"/>
                  <a:pt x="3051" y="2369"/>
                  <a:pt x="3518" y="2069"/>
                </a:cubicBezTo>
                <a:cubicBezTo>
                  <a:pt x="3706" y="1974"/>
                  <a:pt x="3984" y="1732"/>
                  <a:pt x="3987" y="1732"/>
                </a:cubicBezTo>
                <a:lnTo>
                  <a:pt x="3987" y="1732"/>
                </a:lnTo>
                <a:cubicBezTo>
                  <a:pt x="3988" y="1732"/>
                  <a:pt x="3987" y="1733"/>
                  <a:pt x="3985" y="1735"/>
                </a:cubicBezTo>
                <a:lnTo>
                  <a:pt x="4018" y="1802"/>
                </a:lnTo>
                <a:cubicBezTo>
                  <a:pt x="4052" y="1802"/>
                  <a:pt x="4018" y="1802"/>
                  <a:pt x="4052" y="1835"/>
                </a:cubicBezTo>
                <a:lnTo>
                  <a:pt x="4185" y="2002"/>
                </a:lnTo>
                <a:cubicBezTo>
                  <a:pt x="4385" y="2202"/>
                  <a:pt x="4619" y="2436"/>
                  <a:pt x="4819" y="2569"/>
                </a:cubicBezTo>
                <a:cubicBezTo>
                  <a:pt x="5019" y="2769"/>
                  <a:pt x="5286" y="2903"/>
                  <a:pt x="5519" y="3036"/>
                </a:cubicBezTo>
                <a:cubicBezTo>
                  <a:pt x="5986" y="3303"/>
                  <a:pt x="6553" y="3436"/>
                  <a:pt x="7120" y="3503"/>
                </a:cubicBezTo>
                <a:cubicBezTo>
                  <a:pt x="7276" y="3503"/>
                  <a:pt x="7461" y="3518"/>
                  <a:pt x="7637" y="3518"/>
                </a:cubicBezTo>
                <a:cubicBezTo>
                  <a:pt x="7725" y="3518"/>
                  <a:pt x="7810" y="3514"/>
                  <a:pt x="7888" y="3503"/>
                </a:cubicBezTo>
                <a:cubicBezTo>
                  <a:pt x="8021" y="3470"/>
                  <a:pt x="8154" y="3470"/>
                  <a:pt x="8288" y="3470"/>
                </a:cubicBezTo>
                <a:cubicBezTo>
                  <a:pt x="8388" y="3436"/>
                  <a:pt x="8521" y="3436"/>
                  <a:pt x="8655" y="3370"/>
                </a:cubicBezTo>
                <a:cubicBezTo>
                  <a:pt x="9589" y="3203"/>
                  <a:pt x="10590" y="2669"/>
                  <a:pt x="11423" y="1935"/>
                </a:cubicBezTo>
                <a:cubicBezTo>
                  <a:pt x="11557" y="1835"/>
                  <a:pt x="11657" y="1702"/>
                  <a:pt x="11724" y="1635"/>
                </a:cubicBezTo>
                <a:lnTo>
                  <a:pt x="11857" y="1468"/>
                </a:lnTo>
                <a:lnTo>
                  <a:pt x="11890" y="1435"/>
                </a:lnTo>
                <a:cubicBezTo>
                  <a:pt x="11957" y="1435"/>
                  <a:pt x="11957" y="1468"/>
                  <a:pt x="11957" y="1468"/>
                </a:cubicBezTo>
                <a:lnTo>
                  <a:pt x="11957" y="1502"/>
                </a:lnTo>
                <a:cubicBezTo>
                  <a:pt x="11957" y="1535"/>
                  <a:pt x="11957" y="1502"/>
                  <a:pt x="11991" y="1602"/>
                </a:cubicBezTo>
                <a:cubicBezTo>
                  <a:pt x="12024" y="1702"/>
                  <a:pt x="12091" y="1835"/>
                  <a:pt x="12157" y="1969"/>
                </a:cubicBezTo>
                <a:cubicBezTo>
                  <a:pt x="12291" y="2169"/>
                  <a:pt x="12458" y="2369"/>
                  <a:pt x="12624" y="2602"/>
                </a:cubicBezTo>
                <a:cubicBezTo>
                  <a:pt x="13325" y="3303"/>
                  <a:pt x="14125" y="3670"/>
                  <a:pt x="14626" y="3970"/>
                </a:cubicBezTo>
                <a:cubicBezTo>
                  <a:pt x="15126" y="4270"/>
                  <a:pt x="15393" y="4470"/>
                  <a:pt x="15393" y="4470"/>
                </a:cubicBezTo>
                <a:cubicBezTo>
                  <a:pt x="15420" y="4486"/>
                  <a:pt x="15446" y="4494"/>
                  <a:pt x="15472" y="4494"/>
                </a:cubicBezTo>
                <a:cubicBezTo>
                  <a:pt x="15606" y="4494"/>
                  <a:pt x="15711" y="4289"/>
                  <a:pt x="15626" y="4037"/>
                </a:cubicBezTo>
                <a:cubicBezTo>
                  <a:pt x="15626" y="4037"/>
                  <a:pt x="15326" y="3803"/>
                  <a:pt x="14826" y="3470"/>
                </a:cubicBezTo>
                <a:cubicBezTo>
                  <a:pt x="14359" y="3136"/>
                  <a:pt x="13625" y="2769"/>
                  <a:pt x="13025" y="2069"/>
                </a:cubicBezTo>
                <a:cubicBezTo>
                  <a:pt x="12891" y="1902"/>
                  <a:pt x="12791" y="1735"/>
                  <a:pt x="12658" y="1535"/>
                </a:cubicBezTo>
                <a:cubicBezTo>
                  <a:pt x="12624" y="1401"/>
                  <a:pt x="12558" y="1335"/>
                  <a:pt x="12524" y="1201"/>
                </a:cubicBezTo>
                <a:lnTo>
                  <a:pt x="12458" y="901"/>
                </a:lnTo>
                <a:cubicBezTo>
                  <a:pt x="12391" y="801"/>
                  <a:pt x="12357" y="701"/>
                  <a:pt x="12324" y="568"/>
                </a:cubicBezTo>
                <a:lnTo>
                  <a:pt x="12191" y="234"/>
                </a:lnTo>
                <a:lnTo>
                  <a:pt x="12157" y="67"/>
                </a:lnTo>
                <a:lnTo>
                  <a:pt x="12157" y="34"/>
                </a:lnTo>
                <a:lnTo>
                  <a:pt x="1215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736" name="Google Shape;1736;p14"/>
          <p:cNvGrpSpPr/>
          <p:nvPr/>
        </p:nvGrpSpPr>
        <p:grpSpPr>
          <a:xfrm flipH="1">
            <a:off x="8359759" y="4892351"/>
            <a:ext cx="744752" cy="317042"/>
            <a:chOff x="-1377541" y="1119951"/>
            <a:chExt cx="744752" cy="317042"/>
          </a:xfrm>
        </p:grpSpPr>
        <p:sp>
          <p:nvSpPr>
            <p:cNvPr id="1737" name="Google Shape;1737;p14"/>
            <p:cNvSpPr/>
            <p:nvPr/>
          </p:nvSpPr>
          <p:spPr>
            <a:xfrm flipH="1">
              <a:off x="-1048467" y="1177920"/>
              <a:ext cx="415679" cy="246140"/>
            </a:xfrm>
            <a:custGeom>
              <a:avLst/>
              <a:gdLst/>
              <a:ahLst/>
              <a:cxnLst/>
              <a:rect l="l" t="t" r="r" b="b"/>
              <a:pathLst>
                <a:path w="18450" h="10925" extrusionOk="0">
                  <a:moveTo>
                    <a:pt x="6115" y="0"/>
                  </a:moveTo>
                  <a:cubicBezTo>
                    <a:pt x="6078" y="0"/>
                    <a:pt x="6041" y="3"/>
                    <a:pt x="6004" y="9"/>
                  </a:cubicBezTo>
                  <a:lnTo>
                    <a:pt x="5671" y="9"/>
                  </a:lnTo>
                  <a:lnTo>
                    <a:pt x="5371" y="42"/>
                  </a:lnTo>
                  <a:cubicBezTo>
                    <a:pt x="5171" y="109"/>
                    <a:pt x="4937" y="143"/>
                    <a:pt x="4770" y="209"/>
                  </a:cubicBezTo>
                  <a:cubicBezTo>
                    <a:pt x="4603" y="276"/>
                    <a:pt x="4403" y="343"/>
                    <a:pt x="4237" y="443"/>
                  </a:cubicBezTo>
                  <a:cubicBezTo>
                    <a:pt x="4070" y="476"/>
                    <a:pt x="3903" y="610"/>
                    <a:pt x="3736" y="710"/>
                  </a:cubicBezTo>
                  <a:cubicBezTo>
                    <a:pt x="3569" y="810"/>
                    <a:pt x="3436" y="976"/>
                    <a:pt x="3336" y="1110"/>
                  </a:cubicBezTo>
                  <a:cubicBezTo>
                    <a:pt x="3202" y="1210"/>
                    <a:pt x="3069" y="1343"/>
                    <a:pt x="3002" y="1510"/>
                  </a:cubicBezTo>
                  <a:cubicBezTo>
                    <a:pt x="2602" y="2111"/>
                    <a:pt x="2335" y="2678"/>
                    <a:pt x="2068" y="3178"/>
                  </a:cubicBezTo>
                  <a:cubicBezTo>
                    <a:pt x="1835" y="3678"/>
                    <a:pt x="1568" y="4045"/>
                    <a:pt x="1268" y="4346"/>
                  </a:cubicBezTo>
                  <a:cubicBezTo>
                    <a:pt x="1201" y="4379"/>
                    <a:pt x="1168" y="4479"/>
                    <a:pt x="1068" y="4512"/>
                  </a:cubicBezTo>
                  <a:cubicBezTo>
                    <a:pt x="1001" y="4546"/>
                    <a:pt x="934" y="4612"/>
                    <a:pt x="867" y="4646"/>
                  </a:cubicBezTo>
                  <a:cubicBezTo>
                    <a:pt x="734" y="4712"/>
                    <a:pt x="601" y="4779"/>
                    <a:pt x="534" y="4813"/>
                  </a:cubicBezTo>
                  <a:cubicBezTo>
                    <a:pt x="334" y="4879"/>
                    <a:pt x="200" y="4879"/>
                    <a:pt x="200" y="4879"/>
                  </a:cubicBezTo>
                  <a:cubicBezTo>
                    <a:pt x="9" y="4943"/>
                    <a:pt x="1" y="5282"/>
                    <a:pt x="234" y="5282"/>
                  </a:cubicBezTo>
                  <a:cubicBezTo>
                    <a:pt x="244" y="5282"/>
                    <a:pt x="256" y="5281"/>
                    <a:pt x="267" y="5280"/>
                  </a:cubicBezTo>
                  <a:cubicBezTo>
                    <a:pt x="267" y="5280"/>
                    <a:pt x="400" y="5280"/>
                    <a:pt x="667" y="5179"/>
                  </a:cubicBezTo>
                  <a:cubicBezTo>
                    <a:pt x="767" y="5146"/>
                    <a:pt x="901" y="5146"/>
                    <a:pt x="1068" y="5013"/>
                  </a:cubicBezTo>
                  <a:cubicBezTo>
                    <a:pt x="1168" y="4979"/>
                    <a:pt x="1234" y="4879"/>
                    <a:pt x="1334" y="4846"/>
                  </a:cubicBezTo>
                  <a:cubicBezTo>
                    <a:pt x="1401" y="4779"/>
                    <a:pt x="1501" y="4712"/>
                    <a:pt x="1568" y="4646"/>
                  </a:cubicBezTo>
                  <a:cubicBezTo>
                    <a:pt x="1902" y="4346"/>
                    <a:pt x="2202" y="3879"/>
                    <a:pt x="2502" y="3378"/>
                  </a:cubicBezTo>
                  <a:cubicBezTo>
                    <a:pt x="2769" y="2878"/>
                    <a:pt x="3069" y="2311"/>
                    <a:pt x="3436" y="1810"/>
                  </a:cubicBezTo>
                  <a:cubicBezTo>
                    <a:pt x="3536" y="1677"/>
                    <a:pt x="3669" y="1544"/>
                    <a:pt x="3736" y="1443"/>
                  </a:cubicBezTo>
                  <a:cubicBezTo>
                    <a:pt x="3870" y="1343"/>
                    <a:pt x="4003" y="1210"/>
                    <a:pt x="4103" y="1143"/>
                  </a:cubicBezTo>
                  <a:cubicBezTo>
                    <a:pt x="4237" y="1043"/>
                    <a:pt x="4370" y="943"/>
                    <a:pt x="4537" y="876"/>
                  </a:cubicBezTo>
                  <a:cubicBezTo>
                    <a:pt x="4670" y="843"/>
                    <a:pt x="4837" y="776"/>
                    <a:pt x="5004" y="710"/>
                  </a:cubicBezTo>
                  <a:cubicBezTo>
                    <a:pt x="5319" y="615"/>
                    <a:pt x="5641" y="550"/>
                    <a:pt x="5942" y="550"/>
                  </a:cubicBezTo>
                  <a:cubicBezTo>
                    <a:pt x="6280" y="550"/>
                    <a:pt x="6592" y="632"/>
                    <a:pt x="6838" y="843"/>
                  </a:cubicBezTo>
                  <a:cubicBezTo>
                    <a:pt x="7072" y="1043"/>
                    <a:pt x="7239" y="1343"/>
                    <a:pt x="7405" y="1644"/>
                  </a:cubicBezTo>
                  <a:cubicBezTo>
                    <a:pt x="7572" y="1944"/>
                    <a:pt x="7706" y="2277"/>
                    <a:pt x="7872" y="2611"/>
                  </a:cubicBezTo>
                  <a:cubicBezTo>
                    <a:pt x="8206" y="3211"/>
                    <a:pt x="8573" y="3945"/>
                    <a:pt x="9173" y="4379"/>
                  </a:cubicBezTo>
                  <a:cubicBezTo>
                    <a:pt x="9407" y="4646"/>
                    <a:pt x="9774" y="4813"/>
                    <a:pt x="10174" y="4946"/>
                  </a:cubicBezTo>
                  <a:cubicBezTo>
                    <a:pt x="10443" y="4995"/>
                    <a:pt x="10729" y="5026"/>
                    <a:pt x="11034" y="5026"/>
                  </a:cubicBezTo>
                  <a:cubicBezTo>
                    <a:pt x="11145" y="5026"/>
                    <a:pt x="11259" y="5022"/>
                    <a:pt x="11375" y="5013"/>
                  </a:cubicBezTo>
                  <a:cubicBezTo>
                    <a:pt x="12176" y="4946"/>
                    <a:pt x="12909" y="4612"/>
                    <a:pt x="13543" y="4546"/>
                  </a:cubicBezTo>
                  <a:cubicBezTo>
                    <a:pt x="13877" y="4546"/>
                    <a:pt x="14110" y="4646"/>
                    <a:pt x="14344" y="4846"/>
                  </a:cubicBezTo>
                  <a:cubicBezTo>
                    <a:pt x="14577" y="5046"/>
                    <a:pt x="14744" y="5346"/>
                    <a:pt x="14877" y="5680"/>
                  </a:cubicBezTo>
                  <a:cubicBezTo>
                    <a:pt x="15011" y="6013"/>
                    <a:pt x="15111" y="6347"/>
                    <a:pt x="15211" y="6681"/>
                  </a:cubicBezTo>
                  <a:cubicBezTo>
                    <a:pt x="15278" y="6981"/>
                    <a:pt x="15344" y="7314"/>
                    <a:pt x="15378" y="7648"/>
                  </a:cubicBezTo>
                  <a:cubicBezTo>
                    <a:pt x="15445" y="8315"/>
                    <a:pt x="15545" y="8949"/>
                    <a:pt x="15745" y="9516"/>
                  </a:cubicBezTo>
                  <a:cubicBezTo>
                    <a:pt x="15912" y="10083"/>
                    <a:pt x="16245" y="10617"/>
                    <a:pt x="16745" y="10817"/>
                  </a:cubicBezTo>
                  <a:cubicBezTo>
                    <a:pt x="16950" y="10899"/>
                    <a:pt x="17132" y="10925"/>
                    <a:pt x="17294" y="10925"/>
                  </a:cubicBezTo>
                  <a:cubicBezTo>
                    <a:pt x="17529" y="10925"/>
                    <a:pt x="17722" y="10870"/>
                    <a:pt x="17880" y="10850"/>
                  </a:cubicBezTo>
                  <a:lnTo>
                    <a:pt x="18247" y="10717"/>
                  </a:lnTo>
                  <a:cubicBezTo>
                    <a:pt x="18449" y="10641"/>
                    <a:pt x="18421" y="10449"/>
                    <a:pt x="18279" y="10449"/>
                  </a:cubicBezTo>
                  <a:cubicBezTo>
                    <a:pt x="18234" y="10449"/>
                    <a:pt x="18177" y="10469"/>
                    <a:pt x="18113" y="10517"/>
                  </a:cubicBezTo>
                  <a:cubicBezTo>
                    <a:pt x="18113" y="10517"/>
                    <a:pt x="18013" y="10550"/>
                    <a:pt x="17780" y="10617"/>
                  </a:cubicBezTo>
                  <a:cubicBezTo>
                    <a:pt x="17690" y="10632"/>
                    <a:pt x="17581" y="10647"/>
                    <a:pt x="17457" y="10647"/>
                  </a:cubicBezTo>
                  <a:cubicBezTo>
                    <a:pt x="17304" y="10647"/>
                    <a:pt x="17130" y="10624"/>
                    <a:pt x="16946" y="10550"/>
                  </a:cubicBezTo>
                  <a:cubicBezTo>
                    <a:pt x="16612" y="10450"/>
                    <a:pt x="16379" y="10016"/>
                    <a:pt x="16212" y="9516"/>
                  </a:cubicBezTo>
                  <a:cubicBezTo>
                    <a:pt x="16045" y="9016"/>
                    <a:pt x="16012" y="8382"/>
                    <a:pt x="15912" y="7715"/>
                  </a:cubicBezTo>
                  <a:cubicBezTo>
                    <a:pt x="15878" y="7381"/>
                    <a:pt x="15845" y="7014"/>
                    <a:pt x="15745" y="6647"/>
                  </a:cubicBezTo>
                  <a:cubicBezTo>
                    <a:pt x="15678" y="6280"/>
                    <a:pt x="15578" y="5947"/>
                    <a:pt x="15411" y="5546"/>
                  </a:cubicBezTo>
                  <a:cubicBezTo>
                    <a:pt x="15278" y="5213"/>
                    <a:pt x="15078" y="4846"/>
                    <a:pt x="14777" y="4512"/>
                  </a:cubicBezTo>
                  <a:cubicBezTo>
                    <a:pt x="14611" y="4379"/>
                    <a:pt x="14410" y="4212"/>
                    <a:pt x="14210" y="4145"/>
                  </a:cubicBezTo>
                  <a:cubicBezTo>
                    <a:pt x="14010" y="4045"/>
                    <a:pt x="13743" y="4012"/>
                    <a:pt x="13543" y="4012"/>
                  </a:cubicBezTo>
                  <a:cubicBezTo>
                    <a:pt x="13110" y="4012"/>
                    <a:pt x="12743" y="4145"/>
                    <a:pt x="12376" y="4212"/>
                  </a:cubicBezTo>
                  <a:cubicBezTo>
                    <a:pt x="12009" y="4312"/>
                    <a:pt x="11675" y="4379"/>
                    <a:pt x="11342" y="4446"/>
                  </a:cubicBezTo>
                  <a:cubicBezTo>
                    <a:pt x="11260" y="4454"/>
                    <a:pt x="11179" y="4458"/>
                    <a:pt x="11099" y="4458"/>
                  </a:cubicBezTo>
                  <a:cubicBezTo>
                    <a:pt x="10549" y="4458"/>
                    <a:pt x="10023" y="4265"/>
                    <a:pt x="9674" y="3945"/>
                  </a:cubicBezTo>
                  <a:cubicBezTo>
                    <a:pt x="9207" y="3545"/>
                    <a:pt x="8873" y="2978"/>
                    <a:pt x="8540" y="2344"/>
                  </a:cubicBezTo>
                  <a:cubicBezTo>
                    <a:pt x="8373" y="2011"/>
                    <a:pt x="8239" y="1677"/>
                    <a:pt x="8039" y="1343"/>
                  </a:cubicBezTo>
                  <a:cubicBezTo>
                    <a:pt x="7839" y="1010"/>
                    <a:pt x="7606" y="676"/>
                    <a:pt x="7239" y="376"/>
                  </a:cubicBezTo>
                  <a:cubicBezTo>
                    <a:pt x="7172" y="343"/>
                    <a:pt x="7072" y="276"/>
                    <a:pt x="6938" y="209"/>
                  </a:cubicBezTo>
                  <a:cubicBezTo>
                    <a:pt x="6872" y="176"/>
                    <a:pt x="6772" y="143"/>
                    <a:pt x="6672" y="109"/>
                  </a:cubicBezTo>
                  <a:cubicBezTo>
                    <a:pt x="6454" y="55"/>
                    <a:pt x="6280" y="0"/>
                    <a:pt x="61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38" name="Google Shape;1738;p14"/>
            <p:cNvSpPr/>
            <p:nvPr/>
          </p:nvSpPr>
          <p:spPr>
            <a:xfrm flipH="1">
              <a:off x="-1377541" y="1119951"/>
              <a:ext cx="370483" cy="268670"/>
            </a:xfrm>
            <a:custGeom>
              <a:avLst/>
              <a:gdLst/>
              <a:ahLst/>
              <a:cxnLst/>
              <a:rect l="l" t="t" r="r" b="b"/>
              <a:pathLst>
                <a:path w="16444" h="11925" extrusionOk="0">
                  <a:moveTo>
                    <a:pt x="5749" y="1"/>
                  </a:moveTo>
                  <a:cubicBezTo>
                    <a:pt x="5525" y="1"/>
                    <a:pt x="5304" y="29"/>
                    <a:pt x="5104" y="47"/>
                  </a:cubicBezTo>
                  <a:cubicBezTo>
                    <a:pt x="4904" y="80"/>
                    <a:pt x="4670" y="114"/>
                    <a:pt x="4503" y="147"/>
                  </a:cubicBezTo>
                  <a:cubicBezTo>
                    <a:pt x="4336" y="214"/>
                    <a:pt x="4136" y="314"/>
                    <a:pt x="3970" y="414"/>
                  </a:cubicBezTo>
                  <a:cubicBezTo>
                    <a:pt x="3269" y="848"/>
                    <a:pt x="2902" y="1548"/>
                    <a:pt x="2635" y="2115"/>
                  </a:cubicBezTo>
                  <a:cubicBezTo>
                    <a:pt x="2402" y="2716"/>
                    <a:pt x="2235" y="3283"/>
                    <a:pt x="2001" y="3783"/>
                  </a:cubicBezTo>
                  <a:cubicBezTo>
                    <a:pt x="1801" y="4283"/>
                    <a:pt x="1601" y="4717"/>
                    <a:pt x="1334" y="4950"/>
                  </a:cubicBezTo>
                  <a:cubicBezTo>
                    <a:pt x="1101" y="5217"/>
                    <a:pt x="834" y="5284"/>
                    <a:pt x="634" y="5317"/>
                  </a:cubicBezTo>
                  <a:lnTo>
                    <a:pt x="334" y="5317"/>
                  </a:lnTo>
                  <a:cubicBezTo>
                    <a:pt x="100" y="5317"/>
                    <a:pt x="0" y="5651"/>
                    <a:pt x="300" y="5718"/>
                  </a:cubicBezTo>
                  <a:lnTo>
                    <a:pt x="667" y="5718"/>
                  </a:lnTo>
                  <a:cubicBezTo>
                    <a:pt x="934" y="5718"/>
                    <a:pt x="1301" y="5618"/>
                    <a:pt x="1635" y="5284"/>
                  </a:cubicBezTo>
                  <a:cubicBezTo>
                    <a:pt x="2302" y="4650"/>
                    <a:pt x="2602" y="3483"/>
                    <a:pt x="3102" y="2382"/>
                  </a:cubicBezTo>
                  <a:cubicBezTo>
                    <a:pt x="3336" y="1782"/>
                    <a:pt x="3669" y="1248"/>
                    <a:pt x="4236" y="948"/>
                  </a:cubicBezTo>
                  <a:cubicBezTo>
                    <a:pt x="4336" y="881"/>
                    <a:pt x="4470" y="848"/>
                    <a:pt x="4637" y="781"/>
                  </a:cubicBezTo>
                  <a:cubicBezTo>
                    <a:pt x="4770" y="747"/>
                    <a:pt x="4937" y="747"/>
                    <a:pt x="5104" y="714"/>
                  </a:cubicBezTo>
                  <a:cubicBezTo>
                    <a:pt x="5437" y="714"/>
                    <a:pt x="5737" y="714"/>
                    <a:pt x="6004" y="781"/>
                  </a:cubicBezTo>
                  <a:cubicBezTo>
                    <a:pt x="6571" y="948"/>
                    <a:pt x="6972" y="1448"/>
                    <a:pt x="7272" y="2048"/>
                  </a:cubicBezTo>
                  <a:cubicBezTo>
                    <a:pt x="7572" y="2615"/>
                    <a:pt x="7806" y="3249"/>
                    <a:pt x="8106" y="3816"/>
                  </a:cubicBezTo>
                  <a:cubicBezTo>
                    <a:pt x="8239" y="4083"/>
                    <a:pt x="8439" y="4383"/>
                    <a:pt x="8506" y="4483"/>
                  </a:cubicBezTo>
                  <a:lnTo>
                    <a:pt x="8506" y="4450"/>
                  </a:lnTo>
                  <a:cubicBezTo>
                    <a:pt x="8640" y="4584"/>
                    <a:pt x="8740" y="4750"/>
                    <a:pt x="8840" y="4884"/>
                  </a:cubicBezTo>
                  <a:cubicBezTo>
                    <a:pt x="8973" y="4984"/>
                    <a:pt x="9107" y="5117"/>
                    <a:pt x="9273" y="5251"/>
                  </a:cubicBezTo>
                  <a:cubicBezTo>
                    <a:pt x="9574" y="5451"/>
                    <a:pt x="9940" y="5618"/>
                    <a:pt x="10307" y="5718"/>
                  </a:cubicBezTo>
                  <a:cubicBezTo>
                    <a:pt x="11075" y="5884"/>
                    <a:pt x="11775" y="5784"/>
                    <a:pt x="12342" y="5918"/>
                  </a:cubicBezTo>
                  <a:cubicBezTo>
                    <a:pt x="12642" y="5985"/>
                    <a:pt x="12909" y="6118"/>
                    <a:pt x="13109" y="6285"/>
                  </a:cubicBezTo>
                  <a:cubicBezTo>
                    <a:pt x="13310" y="6485"/>
                    <a:pt x="13510" y="6752"/>
                    <a:pt x="13643" y="6985"/>
                  </a:cubicBezTo>
                  <a:cubicBezTo>
                    <a:pt x="13943" y="7519"/>
                    <a:pt x="14010" y="8086"/>
                    <a:pt x="14010" y="8653"/>
                  </a:cubicBezTo>
                  <a:cubicBezTo>
                    <a:pt x="14010" y="9254"/>
                    <a:pt x="13943" y="9854"/>
                    <a:pt x="14110" y="10388"/>
                  </a:cubicBezTo>
                  <a:cubicBezTo>
                    <a:pt x="14143" y="10521"/>
                    <a:pt x="14244" y="10621"/>
                    <a:pt x="14277" y="10755"/>
                  </a:cubicBezTo>
                  <a:cubicBezTo>
                    <a:pt x="14310" y="10888"/>
                    <a:pt x="14410" y="10988"/>
                    <a:pt x="14477" y="11088"/>
                  </a:cubicBezTo>
                  <a:cubicBezTo>
                    <a:pt x="14644" y="11255"/>
                    <a:pt x="14811" y="11422"/>
                    <a:pt x="14977" y="11522"/>
                  </a:cubicBezTo>
                  <a:cubicBezTo>
                    <a:pt x="15144" y="11589"/>
                    <a:pt x="15311" y="11689"/>
                    <a:pt x="15444" y="11722"/>
                  </a:cubicBezTo>
                  <a:cubicBezTo>
                    <a:pt x="15611" y="11755"/>
                    <a:pt x="15745" y="11822"/>
                    <a:pt x="15811" y="11822"/>
                  </a:cubicBezTo>
                  <a:cubicBezTo>
                    <a:pt x="15978" y="11889"/>
                    <a:pt x="16112" y="11922"/>
                    <a:pt x="16112" y="11922"/>
                  </a:cubicBezTo>
                  <a:cubicBezTo>
                    <a:pt x="16129" y="11924"/>
                    <a:pt x="16145" y="11925"/>
                    <a:pt x="16161" y="11925"/>
                  </a:cubicBezTo>
                  <a:cubicBezTo>
                    <a:pt x="16415" y="11925"/>
                    <a:pt x="16443" y="11679"/>
                    <a:pt x="16412" y="11522"/>
                  </a:cubicBezTo>
                  <a:cubicBezTo>
                    <a:pt x="16412" y="11522"/>
                    <a:pt x="16278" y="11455"/>
                    <a:pt x="16112" y="11422"/>
                  </a:cubicBezTo>
                  <a:cubicBezTo>
                    <a:pt x="15978" y="11388"/>
                    <a:pt x="15911" y="11322"/>
                    <a:pt x="15778" y="11288"/>
                  </a:cubicBezTo>
                  <a:cubicBezTo>
                    <a:pt x="15645" y="11255"/>
                    <a:pt x="15478" y="11188"/>
                    <a:pt x="15344" y="11088"/>
                  </a:cubicBezTo>
                  <a:cubicBezTo>
                    <a:pt x="15078" y="10921"/>
                    <a:pt x="14777" y="10621"/>
                    <a:pt x="14677" y="10221"/>
                  </a:cubicBezTo>
                  <a:cubicBezTo>
                    <a:pt x="14611" y="9787"/>
                    <a:pt x="14644" y="9254"/>
                    <a:pt x="14677" y="8686"/>
                  </a:cubicBezTo>
                  <a:cubicBezTo>
                    <a:pt x="14677" y="8053"/>
                    <a:pt x="14644" y="7352"/>
                    <a:pt x="14310" y="6718"/>
                  </a:cubicBezTo>
                  <a:cubicBezTo>
                    <a:pt x="14177" y="6418"/>
                    <a:pt x="13977" y="6118"/>
                    <a:pt x="13676" y="5851"/>
                  </a:cubicBezTo>
                  <a:cubicBezTo>
                    <a:pt x="13410" y="5584"/>
                    <a:pt x="13009" y="5384"/>
                    <a:pt x="12642" y="5284"/>
                  </a:cubicBezTo>
                  <a:cubicBezTo>
                    <a:pt x="11909" y="5117"/>
                    <a:pt x="11175" y="5151"/>
                    <a:pt x="10608" y="5051"/>
                  </a:cubicBezTo>
                  <a:cubicBezTo>
                    <a:pt x="10007" y="4884"/>
                    <a:pt x="9574" y="4550"/>
                    <a:pt x="9273" y="4050"/>
                  </a:cubicBezTo>
                  <a:lnTo>
                    <a:pt x="9273" y="4016"/>
                  </a:lnTo>
                  <a:cubicBezTo>
                    <a:pt x="9173" y="3883"/>
                    <a:pt x="9006" y="3683"/>
                    <a:pt x="8906" y="3416"/>
                  </a:cubicBezTo>
                  <a:cubicBezTo>
                    <a:pt x="8606" y="2882"/>
                    <a:pt x="8339" y="2249"/>
                    <a:pt x="8006" y="1615"/>
                  </a:cubicBezTo>
                  <a:cubicBezTo>
                    <a:pt x="7839" y="1348"/>
                    <a:pt x="7639" y="1014"/>
                    <a:pt x="7339" y="714"/>
                  </a:cubicBezTo>
                  <a:cubicBezTo>
                    <a:pt x="7239" y="581"/>
                    <a:pt x="7072" y="447"/>
                    <a:pt x="6905" y="347"/>
                  </a:cubicBezTo>
                  <a:cubicBezTo>
                    <a:pt x="6671" y="214"/>
                    <a:pt x="6505" y="114"/>
                    <a:pt x="6305" y="80"/>
                  </a:cubicBezTo>
                  <a:cubicBezTo>
                    <a:pt x="6123" y="20"/>
                    <a:pt x="5935" y="1"/>
                    <a:pt x="57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39" name="Google Shape;1739;p14"/>
            <p:cNvSpPr/>
            <p:nvPr/>
          </p:nvSpPr>
          <p:spPr>
            <a:xfrm flipH="1">
              <a:off x="-781600" y="1201419"/>
              <a:ext cx="27059" cy="11288"/>
            </a:xfrm>
            <a:custGeom>
              <a:avLst/>
              <a:gdLst/>
              <a:ahLst/>
              <a:cxnLst/>
              <a:rect l="l" t="t" r="r" b="b"/>
              <a:pathLst>
                <a:path w="1201" h="501" extrusionOk="0">
                  <a:moveTo>
                    <a:pt x="634" y="0"/>
                  </a:moveTo>
                  <a:cubicBezTo>
                    <a:pt x="500" y="0"/>
                    <a:pt x="334" y="0"/>
                    <a:pt x="200" y="34"/>
                  </a:cubicBezTo>
                  <a:cubicBezTo>
                    <a:pt x="100" y="100"/>
                    <a:pt x="0" y="134"/>
                    <a:pt x="0" y="134"/>
                  </a:cubicBezTo>
                  <a:lnTo>
                    <a:pt x="33" y="400"/>
                  </a:lnTo>
                  <a:cubicBezTo>
                    <a:pt x="33" y="400"/>
                    <a:pt x="133" y="400"/>
                    <a:pt x="267" y="434"/>
                  </a:cubicBezTo>
                  <a:cubicBezTo>
                    <a:pt x="367" y="467"/>
                    <a:pt x="500" y="501"/>
                    <a:pt x="600" y="501"/>
                  </a:cubicBezTo>
                  <a:lnTo>
                    <a:pt x="1101" y="501"/>
                  </a:lnTo>
                  <a:cubicBezTo>
                    <a:pt x="1134" y="501"/>
                    <a:pt x="1201" y="300"/>
                    <a:pt x="1168" y="267"/>
                  </a:cubicBezTo>
                  <a:cubicBezTo>
                    <a:pt x="1168" y="267"/>
                    <a:pt x="1134" y="200"/>
                    <a:pt x="1001" y="134"/>
                  </a:cubicBezTo>
                  <a:cubicBezTo>
                    <a:pt x="934" y="100"/>
                    <a:pt x="767" y="0"/>
                    <a:pt x="6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40" name="Google Shape;1740;p14"/>
            <p:cNvSpPr/>
            <p:nvPr/>
          </p:nvSpPr>
          <p:spPr>
            <a:xfrm flipH="1">
              <a:off x="-788381" y="1220953"/>
              <a:ext cx="27847" cy="12189"/>
            </a:xfrm>
            <a:custGeom>
              <a:avLst/>
              <a:gdLst/>
              <a:ahLst/>
              <a:cxnLst/>
              <a:rect l="l" t="t" r="r" b="b"/>
              <a:pathLst>
                <a:path w="1236" h="541" extrusionOk="0">
                  <a:moveTo>
                    <a:pt x="568" y="0"/>
                  </a:moveTo>
                  <a:cubicBezTo>
                    <a:pt x="368" y="67"/>
                    <a:pt x="1" y="234"/>
                    <a:pt x="1" y="234"/>
                  </a:cubicBezTo>
                  <a:lnTo>
                    <a:pt x="34" y="467"/>
                  </a:lnTo>
                  <a:cubicBezTo>
                    <a:pt x="34" y="467"/>
                    <a:pt x="304" y="541"/>
                    <a:pt x="549" y="541"/>
                  </a:cubicBezTo>
                  <a:cubicBezTo>
                    <a:pt x="590" y="541"/>
                    <a:pt x="630" y="539"/>
                    <a:pt x="668" y="534"/>
                  </a:cubicBezTo>
                  <a:cubicBezTo>
                    <a:pt x="868" y="467"/>
                    <a:pt x="1235" y="367"/>
                    <a:pt x="1235" y="367"/>
                  </a:cubicBezTo>
                  <a:lnTo>
                    <a:pt x="1235" y="101"/>
                  </a:lnTo>
                  <a:cubicBezTo>
                    <a:pt x="1235" y="101"/>
                    <a:pt x="835" y="0"/>
                    <a:pt x="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41" name="Google Shape;1741;p14"/>
            <p:cNvSpPr/>
            <p:nvPr/>
          </p:nvSpPr>
          <p:spPr>
            <a:xfrm flipH="1">
              <a:off x="-798137" y="1245758"/>
              <a:ext cx="28568" cy="14599"/>
            </a:xfrm>
            <a:custGeom>
              <a:avLst/>
              <a:gdLst/>
              <a:ahLst/>
              <a:cxnLst/>
              <a:rect l="l" t="t" r="r" b="b"/>
              <a:pathLst>
                <a:path w="1268" h="648" extrusionOk="0">
                  <a:moveTo>
                    <a:pt x="1134" y="0"/>
                  </a:moveTo>
                  <a:cubicBezTo>
                    <a:pt x="1134" y="0"/>
                    <a:pt x="1034" y="0"/>
                    <a:pt x="934" y="34"/>
                  </a:cubicBezTo>
                  <a:cubicBezTo>
                    <a:pt x="801" y="100"/>
                    <a:pt x="634" y="100"/>
                    <a:pt x="534" y="134"/>
                  </a:cubicBezTo>
                  <a:cubicBezTo>
                    <a:pt x="467" y="167"/>
                    <a:pt x="334" y="267"/>
                    <a:pt x="200" y="300"/>
                  </a:cubicBezTo>
                  <a:cubicBezTo>
                    <a:pt x="100" y="334"/>
                    <a:pt x="0" y="367"/>
                    <a:pt x="0" y="367"/>
                  </a:cubicBezTo>
                  <a:lnTo>
                    <a:pt x="34" y="634"/>
                  </a:lnTo>
                  <a:lnTo>
                    <a:pt x="300" y="634"/>
                  </a:lnTo>
                  <a:cubicBezTo>
                    <a:pt x="340" y="644"/>
                    <a:pt x="381" y="648"/>
                    <a:pt x="424" y="648"/>
                  </a:cubicBezTo>
                  <a:cubicBezTo>
                    <a:pt x="526" y="648"/>
                    <a:pt x="630" y="624"/>
                    <a:pt x="701" y="601"/>
                  </a:cubicBezTo>
                  <a:cubicBezTo>
                    <a:pt x="834" y="534"/>
                    <a:pt x="1001" y="467"/>
                    <a:pt x="1101" y="367"/>
                  </a:cubicBezTo>
                  <a:lnTo>
                    <a:pt x="1268" y="200"/>
                  </a:lnTo>
                  <a:lnTo>
                    <a:pt x="11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42" name="Google Shape;1742;p14"/>
            <p:cNvSpPr/>
            <p:nvPr/>
          </p:nvSpPr>
          <p:spPr>
            <a:xfrm flipH="1">
              <a:off x="-815417" y="1261529"/>
              <a:ext cx="33840" cy="21066"/>
            </a:xfrm>
            <a:custGeom>
              <a:avLst/>
              <a:gdLst/>
              <a:ahLst/>
              <a:cxnLst/>
              <a:rect l="l" t="t" r="r" b="b"/>
              <a:pathLst>
                <a:path w="1502" h="935" extrusionOk="0">
                  <a:moveTo>
                    <a:pt x="1435" y="1"/>
                  </a:moveTo>
                  <a:cubicBezTo>
                    <a:pt x="1435" y="1"/>
                    <a:pt x="968" y="134"/>
                    <a:pt x="668" y="268"/>
                  </a:cubicBezTo>
                  <a:cubicBezTo>
                    <a:pt x="435" y="434"/>
                    <a:pt x="68" y="735"/>
                    <a:pt x="68" y="735"/>
                  </a:cubicBezTo>
                  <a:cubicBezTo>
                    <a:pt x="1" y="735"/>
                    <a:pt x="134" y="935"/>
                    <a:pt x="134" y="935"/>
                  </a:cubicBezTo>
                  <a:cubicBezTo>
                    <a:pt x="134" y="935"/>
                    <a:pt x="601" y="801"/>
                    <a:pt x="902" y="668"/>
                  </a:cubicBezTo>
                  <a:cubicBezTo>
                    <a:pt x="1135" y="501"/>
                    <a:pt x="1502" y="234"/>
                    <a:pt x="1502" y="234"/>
                  </a:cubicBezTo>
                  <a:cubicBezTo>
                    <a:pt x="1502" y="168"/>
                    <a:pt x="1435" y="1"/>
                    <a:pt x="14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43" name="Google Shape;1743;p14"/>
            <p:cNvSpPr/>
            <p:nvPr/>
          </p:nvSpPr>
          <p:spPr>
            <a:xfrm flipH="1">
              <a:off x="-816927" y="1290097"/>
              <a:ext cx="16560" cy="12054"/>
            </a:xfrm>
            <a:custGeom>
              <a:avLst/>
              <a:gdLst/>
              <a:ahLst/>
              <a:cxnLst/>
              <a:rect l="l" t="t" r="r" b="b"/>
              <a:pathLst>
                <a:path w="735" h="535" extrusionOk="0">
                  <a:moveTo>
                    <a:pt x="601" y="0"/>
                  </a:moveTo>
                  <a:cubicBezTo>
                    <a:pt x="601" y="0"/>
                    <a:pt x="368" y="0"/>
                    <a:pt x="268" y="67"/>
                  </a:cubicBezTo>
                  <a:cubicBezTo>
                    <a:pt x="168" y="67"/>
                    <a:pt x="134" y="167"/>
                    <a:pt x="101" y="200"/>
                  </a:cubicBezTo>
                  <a:lnTo>
                    <a:pt x="1" y="301"/>
                  </a:lnTo>
                  <a:cubicBezTo>
                    <a:pt x="1" y="334"/>
                    <a:pt x="101" y="534"/>
                    <a:pt x="101" y="534"/>
                  </a:cubicBezTo>
                  <a:lnTo>
                    <a:pt x="201" y="534"/>
                  </a:lnTo>
                  <a:cubicBezTo>
                    <a:pt x="301" y="534"/>
                    <a:pt x="401" y="534"/>
                    <a:pt x="468" y="501"/>
                  </a:cubicBezTo>
                  <a:cubicBezTo>
                    <a:pt x="601" y="401"/>
                    <a:pt x="735" y="200"/>
                    <a:pt x="735" y="200"/>
                  </a:cubicBezTo>
                  <a:cubicBezTo>
                    <a:pt x="735" y="167"/>
                    <a:pt x="601"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44" name="Google Shape;1744;p14"/>
            <p:cNvSpPr/>
            <p:nvPr/>
          </p:nvSpPr>
          <p:spPr>
            <a:xfrm flipH="1">
              <a:off x="-956725" y="1293522"/>
              <a:ext cx="30100" cy="13135"/>
            </a:xfrm>
            <a:custGeom>
              <a:avLst/>
              <a:gdLst/>
              <a:ahLst/>
              <a:cxnLst/>
              <a:rect l="l" t="t" r="r" b="b"/>
              <a:pathLst>
                <a:path w="1336" h="583" extrusionOk="0">
                  <a:moveTo>
                    <a:pt x="934" y="0"/>
                  </a:moveTo>
                  <a:cubicBezTo>
                    <a:pt x="827" y="0"/>
                    <a:pt x="701" y="15"/>
                    <a:pt x="635" y="15"/>
                  </a:cubicBezTo>
                  <a:cubicBezTo>
                    <a:pt x="501" y="48"/>
                    <a:pt x="334" y="149"/>
                    <a:pt x="201" y="215"/>
                  </a:cubicBezTo>
                  <a:cubicBezTo>
                    <a:pt x="68" y="315"/>
                    <a:pt x="1" y="382"/>
                    <a:pt x="1" y="382"/>
                  </a:cubicBezTo>
                  <a:lnTo>
                    <a:pt x="134" y="582"/>
                  </a:lnTo>
                  <a:cubicBezTo>
                    <a:pt x="134" y="582"/>
                    <a:pt x="201" y="582"/>
                    <a:pt x="334" y="549"/>
                  </a:cubicBezTo>
                  <a:cubicBezTo>
                    <a:pt x="468" y="515"/>
                    <a:pt x="568" y="515"/>
                    <a:pt x="701" y="482"/>
                  </a:cubicBezTo>
                  <a:cubicBezTo>
                    <a:pt x="835" y="482"/>
                    <a:pt x="968" y="382"/>
                    <a:pt x="1068" y="382"/>
                  </a:cubicBezTo>
                  <a:cubicBezTo>
                    <a:pt x="1202" y="382"/>
                    <a:pt x="1302" y="349"/>
                    <a:pt x="1302" y="349"/>
                  </a:cubicBezTo>
                  <a:cubicBezTo>
                    <a:pt x="1302" y="315"/>
                    <a:pt x="1335" y="82"/>
                    <a:pt x="1335" y="82"/>
                  </a:cubicBezTo>
                  <a:lnTo>
                    <a:pt x="1068" y="15"/>
                  </a:lnTo>
                  <a:cubicBezTo>
                    <a:pt x="1035" y="4"/>
                    <a:pt x="987" y="0"/>
                    <a:pt x="9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45" name="Google Shape;1745;p14"/>
            <p:cNvSpPr/>
            <p:nvPr/>
          </p:nvSpPr>
          <p:spPr>
            <a:xfrm flipH="1">
              <a:off x="-956725" y="1321662"/>
              <a:ext cx="33840" cy="13541"/>
            </a:xfrm>
            <a:custGeom>
              <a:avLst/>
              <a:gdLst/>
              <a:ahLst/>
              <a:cxnLst/>
              <a:rect l="l" t="t" r="r" b="b"/>
              <a:pathLst>
                <a:path w="1502" h="601" extrusionOk="0">
                  <a:moveTo>
                    <a:pt x="1401" y="0"/>
                  </a:moveTo>
                  <a:cubicBezTo>
                    <a:pt x="1401" y="0"/>
                    <a:pt x="967" y="0"/>
                    <a:pt x="667" y="100"/>
                  </a:cubicBezTo>
                  <a:cubicBezTo>
                    <a:pt x="400" y="134"/>
                    <a:pt x="0" y="334"/>
                    <a:pt x="0" y="334"/>
                  </a:cubicBezTo>
                  <a:lnTo>
                    <a:pt x="33" y="601"/>
                  </a:lnTo>
                  <a:cubicBezTo>
                    <a:pt x="33" y="601"/>
                    <a:pt x="500" y="601"/>
                    <a:pt x="801" y="567"/>
                  </a:cubicBezTo>
                  <a:cubicBezTo>
                    <a:pt x="1067" y="501"/>
                    <a:pt x="1501" y="267"/>
                    <a:pt x="1501" y="267"/>
                  </a:cubicBezTo>
                  <a:cubicBezTo>
                    <a:pt x="1501" y="234"/>
                    <a:pt x="1468" y="67"/>
                    <a:pt x="14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46" name="Google Shape;1746;p14"/>
            <p:cNvSpPr/>
            <p:nvPr/>
          </p:nvSpPr>
          <p:spPr>
            <a:xfrm flipH="1">
              <a:off x="-956725" y="1349892"/>
              <a:ext cx="24828" cy="11197"/>
            </a:xfrm>
            <a:custGeom>
              <a:avLst/>
              <a:gdLst/>
              <a:ahLst/>
              <a:cxnLst/>
              <a:rect l="l" t="t" r="r" b="b"/>
              <a:pathLst>
                <a:path w="1102" h="497" extrusionOk="0">
                  <a:moveTo>
                    <a:pt x="728" y="0"/>
                  </a:moveTo>
                  <a:cubicBezTo>
                    <a:pt x="649" y="0"/>
                    <a:pt x="567" y="4"/>
                    <a:pt x="501" y="15"/>
                  </a:cubicBezTo>
                  <a:cubicBezTo>
                    <a:pt x="301" y="48"/>
                    <a:pt x="0" y="215"/>
                    <a:pt x="0" y="215"/>
                  </a:cubicBezTo>
                  <a:lnTo>
                    <a:pt x="67" y="482"/>
                  </a:lnTo>
                  <a:cubicBezTo>
                    <a:pt x="67" y="482"/>
                    <a:pt x="215" y="497"/>
                    <a:pt x="373" y="497"/>
                  </a:cubicBezTo>
                  <a:cubicBezTo>
                    <a:pt x="453" y="497"/>
                    <a:pt x="534" y="493"/>
                    <a:pt x="601" y="482"/>
                  </a:cubicBezTo>
                  <a:cubicBezTo>
                    <a:pt x="801" y="415"/>
                    <a:pt x="1101" y="248"/>
                    <a:pt x="1101" y="248"/>
                  </a:cubicBezTo>
                  <a:cubicBezTo>
                    <a:pt x="1101" y="248"/>
                    <a:pt x="1068" y="48"/>
                    <a:pt x="1034" y="15"/>
                  </a:cubicBezTo>
                  <a:cubicBezTo>
                    <a:pt x="1034" y="15"/>
                    <a:pt x="886"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47" name="Google Shape;1747;p14"/>
            <p:cNvSpPr/>
            <p:nvPr/>
          </p:nvSpPr>
          <p:spPr>
            <a:xfrm flipH="1">
              <a:off x="-958212" y="1372016"/>
              <a:ext cx="19556" cy="12797"/>
            </a:xfrm>
            <a:custGeom>
              <a:avLst/>
              <a:gdLst/>
              <a:ahLst/>
              <a:cxnLst/>
              <a:rect l="l" t="t" r="r" b="b"/>
              <a:pathLst>
                <a:path w="868" h="568" extrusionOk="0">
                  <a:moveTo>
                    <a:pt x="768" y="0"/>
                  </a:moveTo>
                  <a:cubicBezTo>
                    <a:pt x="768" y="0"/>
                    <a:pt x="468" y="34"/>
                    <a:pt x="334" y="67"/>
                  </a:cubicBezTo>
                  <a:cubicBezTo>
                    <a:pt x="201" y="167"/>
                    <a:pt x="1" y="267"/>
                    <a:pt x="1" y="267"/>
                  </a:cubicBezTo>
                  <a:lnTo>
                    <a:pt x="1" y="534"/>
                  </a:lnTo>
                  <a:cubicBezTo>
                    <a:pt x="1" y="534"/>
                    <a:pt x="34" y="567"/>
                    <a:pt x="167" y="567"/>
                  </a:cubicBezTo>
                  <a:cubicBezTo>
                    <a:pt x="301" y="567"/>
                    <a:pt x="434" y="567"/>
                    <a:pt x="501" y="534"/>
                  </a:cubicBezTo>
                  <a:cubicBezTo>
                    <a:pt x="668" y="434"/>
                    <a:pt x="868" y="234"/>
                    <a:pt x="868" y="234"/>
                  </a:cubicBezTo>
                  <a:cubicBezTo>
                    <a:pt x="868" y="234"/>
                    <a:pt x="801" y="34"/>
                    <a:pt x="7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48" name="Google Shape;1748;p14"/>
            <p:cNvSpPr/>
            <p:nvPr/>
          </p:nvSpPr>
          <p:spPr>
            <a:xfrm flipH="1">
              <a:off x="-967247" y="1393059"/>
              <a:ext cx="24085" cy="22553"/>
            </a:xfrm>
            <a:custGeom>
              <a:avLst/>
              <a:gdLst/>
              <a:ahLst/>
              <a:cxnLst/>
              <a:rect l="l" t="t" r="r" b="b"/>
              <a:pathLst>
                <a:path w="1069" h="1001" extrusionOk="0">
                  <a:moveTo>
                    <a:pt x="935" y="0"/>
                  </a:moveTo>
                  <a:cubicBezTo>
                    <a:pt x="935" y="0"/>
                    <a:pt x="835" y="67"/>
                    <a:pt x="735" y="100"/>
                  </a:cubicBezTo>
                  <a:cubicBezTo>
                    <a:pt x="601" y="134"/>
                    <a:pt x="434" y="234"/>
                    <a:pt x="334" y="300"/>
                  </a:cubicBezTo>
                  <a:cubicBezTo>
                    <a:pt x="268" y="434"/>
                    <a:pt x="134" y="567"/>
                    <a:pt x="101" y="667"/>
                  </a:cubicBezTo>
                  <a:cubicBezTo>
                    <a:pt x="67" y="801"/>
                    <a:pt x="1" y="901"/>
                    <a:pt x="1" y="901"/>
                  </a:cubicBezTo>
                  <a:lnTo>
                    <a:pt x="234" y="1001"/>
                  </a:lnTo>
                  <a:cubicBezTo>
                    <a:pt x="234" y="1001"/>
                    <a:pt x="301" y="968"/>
                    <a:pt x="401" y="901"/>
                  </a:cubicBezTo>
                  <a:cubicBezTo>
                    <a:pt x="468" y="801"/>
                    <a:pt x="601" y="767"/>
                    <a:pt x="668" y="667"/>
                  </a:cubicBezTo>
                  <a:cubicBezTo>
                    <a:pt x="768" y="634"/>
                    <a:pt x="835" y="501"/>
                    <a:pt x="935" y="434"/>
                  </a:cubicBezTo>
                  <a:cubicBezTo>
                    <a:pt x="968" y="334"/>
                    <a:pt x="1068" y="267"/>
                    <a:pt x="1068" y="267"/>
                  </a:cubicBezTo>
                  <a:cubicBezTo>
                    <a:pt x="1068" y="267"/>
                    <a:pt x="935" y="10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49" name="Google Shape;1749;p14"/>
            <p:cNvSpPr/>
            <p:nvPr/>
          </p:nvSpPr>
          <p:spPr>
            <a:xfrm flipH="1">
              <a:off x="-976259" y="1425367"/>
              <a:ext cx="12797" cy="11625"/>
            </a:xfrm>
            <a:custGeom>
              <a:avLst/>
              <a:gdLst/>
              <a:ahLst/>
              <a:cxnLst/>
              <a:rect l="l" t="t" r="r" b="b"/>
              <a:pathLst>
                <a:path w="568" h="516" extrusionOk="0">
                  <a:moveTo>
                    <a:pt x="367" y="1"/>
                  </a:moveTo>
                  <a:cubicBezTo>
                    <a:pt x="367" y="34"/>
                    <a:pt x="200" y="34"/>
                    <a:pt x="134" y="34"/>
                  </a:cubicBezTo>
                  <a:lnTo>
                    <a:pt x="0" y="201"/>
                  </a:lnTo>
                  <a:lnTo>
                    <a:pt x="0" y="468"/>
                  </a:lnTo>
                  <a:cubicBezTo>
                    <a:pt x="0" y="468"/>
                    <a:pt x="34" y="468"/>
                    <a:pt x="100" y="501"/>
                  </a:cubicBezTo>
                  <a:cubicBezTo>
                    <a:pt x="134" y="512"/>
                    <a:pt x="163" y="516"/>
                    <a:pt x="192" y="516"/>
                  </a:cubicBezTo>
                  <a:cubicBezTo>
                    <a:pt x="249" y="516"/>
                    <a:pt x="301" y="501"/>
                    <a:pt x="367" y="501"/>
                  </a:cubicBezTo>
                  <a:cubicBezTo>
                    <a:pt x="434" y="468"/>
                    <a:pt x="467" y="401"/>
                    <a:pt x="534" y="334"/>
                  </a:cubicBezTo>
                  <a:cubicBezTo>
                    <a:pt x="567" y="234"/>
                    <a:pt x="567" y="201"/>
                    <a:pt x="567" y="201"/>
                  </a:cubicBezTo>
                  <a:cubicBezTo>
                    <a:pt x="567" y="201"/>
                    <a:pt x="434" y="34"/>
                    <a:pt x="3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50" name="Google Shape;1750;p14"/>
            <p:cNvSpPr/>
            <p:nvPr/>
          </p:nvSpPr>
          <p:spPr>
            <a:xfrm flipH="1">
              <a:off x="-1149852" y="1155571"/>
              <a:ext cx="18813" cy="11288"/>
            </a:xfrm>
            <a:custGeom>
              <a:avLst/>
              <a:gdLst/>
              <a:ahLst/>
              <a:cxnLst/>
              <a:rect l="l" t="t" r="r" b="b"/>
              <a:pathLst>
                <a:path w="835" h="501" extrusionOk="0">
                  <a:moveTo>
                    <a:pt x="468" y="0"/>
                  </a:moveTo>
                  <a:cubicBezTo>
                    <a:pt x="301" y="0"/>
                    <a:pt x="68" y="34"/>
                    <a:pt x="68" y="34"/>
                  </a:cubicBezTo>
                  <a:lnTo>
                    <a:pt x="1" y="301"/>
                  </a:lnTo>
                  <a:cubicBezTo>
                    <a:pt x="1" y="301"/>
                    <a:pt x="234" y="467"/>
                    <a:pt x="401" y="501"/>
                  </a:cubicBezTo>
                  <a:cubicBezTo>
                    <a:pt x="568" y="501"/>
                    <a:pt x="835" y="434"/>
                    <a:pt x="835" y="434"/>
                  </a:cubicBezTo>
                  <a:lnTo>
                    <a:pt x="835" y="167"/>
                  </a:lnTo>
                  <a:cubicBezTo>
                    <a:pt x="835" y="167"/>
                    <a:pt x="601" y="0"/>
                    <a:pt x="4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51" name="Google Shape;1751;p14"/>
            <p:cNvSpPr/>
            <p:nvPr/>
          </p:nvSpPr>
          <p:spPr>
            <a:xfrm flipH="1">
              <a:off x="-1155124" y="1176614"/>
              <a:ext cx="22575" cy="11288"/>
            </a:xfrm>
            <a:custGeom>
              <a:avLst/>
              <a:gdLst/>
              <a:ahLst/>
              <a:cxnLst/>
              <a:rect l="l" t="t" r="r" b="b"/>
              <a:pathLst>
                <a:path w="1002" h="501" extrusionOk="0">
                  <a:moveTo>
                    <a:pt x="501" y="0"/>
                  </a:moveTo>
                  <a:cubicBezTo>
                    <a:pt x="268" y="0"/>
                    <a:pt x="1" y="100"/>
                    <a:pt x="1" y="100"/>
                  </a:cubicBezTo>
                  <a:lnTo>
                    <a:pt x="1" y="367"/>
                  </a:lnTo>
                  <a:cubicBezTo>
                    <a:pt x="1" y="367"/>
                    <a:pt x="268" y="501"/>
                    <a:pt x="501" y="501"/>
                  </a:cubicBezTo>
                  <a:cubicBezTo>
                    <a:pt x="701" y="501"/>
                    <a:pt x="1001" y="367"/>
                    <a:pt x="1001" y="367"/>
                  </a:cubicBezTo>
                  <a:lnTo>
                    <a:pt x="1001" y="100"/>
                  </a:lnTo>
                  <a:cubicBezTo>
                    <a:pt x="1001" y="100"/>
                    <a:pt x="701" y="0"/>
                    <a:pt x="5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52" name="Google Shape;1752;p14"/>
            <p:cNvSpPr/>
            <p:nvPr/>
          </p:nvSpPr>
          <p:spPr>
            <a:xfrm flipH="1">
              <a:off x="-1164902" y="1196913"/>
              <a:ext cx="30844" cy="12031"/>
            </a:xfrm>
            <a:custGeom>
              <a:avLst/>
              <a:gdLst/>
              <a:ahLst/>
              <a:cxnLst/>
              <a:rect l="l" t="t" r="r" b="b"/>
              <a:pathLst>
                <a:path w="1369" h="534" extrusionOk="0">
                  <a:moveTo>
                    <a:pt x="1335" y="0"/>
                  </a:moveTo>
                  <a:cubicBezTo>
                    <a:pt x="1334" y="0"/>
                    <a:pt x="934" y="0"/>
                    <a:pt x="668" y="33"/>
                  </a:cubicBezTo>
                  <a:cubicBezTo>
                    <a:pt x="434" y="100"/>
                    <a:pt x="0" y="200"/>
                    <a:pt x="0" y="200"/>
                  </a:cubicBezTo>
                  <a:lnTo>
                    <a:pt x="0" y="467"/>
                  </a:lnTo>
                  <a:cubicBezTo>
                    <a:pt x="0" y="467"/>
                    <a:pt x="434" y="534"/>
                    <a:pt x="701" y="534"/>
                  </a:cubicBezTo>
                  <a:cubicBezTo>
                    <a:pt x="1001" y="467"/>
                    <a:pt x="1368" y="267"/>
                    <a:pt x="1368" y="267"/>
                  </a:cubicBezTo>
                  <a:cubicBezTo>
                    <a:pt x="1368" y="200"/>
                    <a:pt x="1301" y="0"/>
                    <a:pt x="13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53" name="Google Shape;1753;p14"/>
            <p:cNvSpPr/>
            <p:nvPr/>
          </p:nvSpPr>
          <p:spPr>
            <a:xfrm flipH="1">
              <a:off x="-1171661" y="1220953"/>
              <a:ext cx="27081" cy="12910"/>
            </a:xfrm>
            <a:custGeom>
              <a:avLst/>
              <a:gdLst/>
              <a:ahLst/>
              <a:cxnLst/>
              <a:rect l="l" t="t" r="r" b="b"/>
              <a:pathLst>
                <a:path w="1202" h="573" extrusionOk="0">
                  <a:moveTo>
                    <a:pt x="901" y="0"/>
                  </a:moveTo>
                  <a:cubicBezTo>
                    <a:pt x="851" y="34"/>
                    <a:pt x="784" y="34"/>
                    <a:pt x="718" y="34"/>
                  </a:cubicBezTo>
                  <a:cubicBezTo>
                    <a:pt x="651" y="34"/>
                    <a:pt x="584" y="34"/>
                    <a:pt x="534" y="67"/>
                  </a:cubicBezTo>
                  <a:cubicBezTo>
                    <a:pt x="334" y="101"/>
                    <a:pt x="0" y="234"/>
                    <a:pt x="0" y="234"/>
                  </a:cubicBezTo>
                  <a:lnTo>
                    <a:pt x="0" y="467"/>
                  </a:lnTo>
                  <a:cubicBezTo>
                    <a:pt x="0" y="467"/>
                    <a:pt x="290" y="573"/>
                    <a:pt x="542" y="573"/>
                  </a:cubicBezTo>
                  <a:cubicBezTo>
                    <a:pt x="574" y="573"/>
                    <a:pt x="605" y="571"/>
                    <a:pt x="634" y="568"/>
                  </a:cubicBezTo>
                  <a:cubicBezTo>
                    <a:pt x="734" y="534"/>
                    <a:pt x="868" y="467"/>
                    <a:pt x="1001" y="401"/>
                  </a:cubicBezTo>
                  <a:cubicBezTo>
                    <a:pt x="1135" y="301"/>
                    <a:pt x="1201" y="267"/>
                    <a:pt x="1201" y="267"/>
                  </a:cubicBezTo>
                  <a:cubicBezTo>
                    <a:pt x="1201" y="267"/>
                    <a:pt x="1135" y="67"/>
                    <a:pt x="11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54" name="Google Shape;1754;p14"/>
            <p:cNvSpPr/>
            <p:nvPr/>
          </p:nvSpPr>
          <p:spPr>
            <a:xfrm flipH="1">
              <a:off x="-1186689" y="1238842"/>
              <a:ext cx="20322" cy="11445"/>
            </a:xfrm>
            <a:custGeom>
              <a:avLst/>
              <a:gdLst/>
              <a:ahLst/>
              <a:cxnLst/>
              <a:rect l="l" t="t" r="r" b="b"/>
              <a:pathLst>
                <a:path w="902" h="508" extrusionOk="0">
                  <a:moveTo>
                    <a:pt x="479" y="0"/>
                  </a:moveTo>
                  <a:cubicBezTo>
                    <a:pt x="451" y="0"/>
                    <a:pt x="425" y="2"/>
                    <a:pt x="401" y="7"/>
                  </a:cubicBezTo>
                  <a:cubicBezTo>
                    <a:pt x="234" y="74"/>
                    <a:pt x="1" y="174"/>
                    <a:pt x="1" y="174"/>
                  </a:cubicBezTo>
                  <a:lnTo>
                    <a:pt x="1" y="441"/>
                  </a:lnTo>
                  <a:cubicBezTo>
                    <a:pt x="1" y="441"/>
                    <a:pt x="268" y="507"/>
                    <a:pt x="501" y="507"/>
                  </a:cubicBezTo>
                  <a:cubicBezTo>
                    <a:pt x="635" y="474"/>
                    <a:pt x="901" y="307"/>
                    <a:pt x="901" y="307"/>
                  </a:cubicBezTo>
                  <a:cubicBezTo>
                    <a:pt x="901" y="307"/>
                    <a:pt x="868" y="107"/>
                    <a:pt x="868" y="74"/>
                  </a:cubicBezTo>
                  <a:cubicBezTo>
                    <a:pt x="868" y="74"/>
                    <a:pt x="648" y="0"/>
                    <a:pt x="4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55" name="Google Shape;1755;p14"/>
            <p:cNvSpPr/>
            <p:nvPr/>
          </p:nvSpPr>
          <p:spPr>
            <a:xfrm flipH="1">
              <a:off x="-1296410" y="1268108"/>
              <a:ext cx="20322" cy="12729"/>
            </a:xfrm>
            <a:custGeom>
              <a:avLst/>
              <a:gdLst/>
              <a:ahLst/>
              <a:cxnLst/>
              <a:rect l="l" t="t" r="r" b="b"/>
              <a:pathLst>
                <a:path w="902" h="565" extrusionOk="0">
                  <a:moveTo>
                    <a:pt x="205" y="1"/>
                  </a:moveTo>
                  <a:cubicBezTo>
                    <a:pt x="109" y="1"/>
                    <a:pt x="34" y="9"/>
                    <a:pt x="34" y="9"/>
                  </a:cubicBezTo>
                  <a:lnTo>
                    <a:pt x="1" y="242"/>
                  </a:lnTo>
                  <a:cubicBezTo>
                    <a:pt x="1" y="242"/>
                    <a:pt x="201" y="476"/>
                    <a:pt x="368" y="509"/>
                  </a:cubicBezTo>
                  <a:cubicBezTo>
                    <a:pt x="439" y="552"/>
                    <a:pt x="535" y="564"/>
                    <a:pt x="622" y="564"/>
                  </a:cubicBezTo>
                  <a:cubicBezTo>
                    <a:pt x="737" y="564"/>
                    <a:pt x="835" y="543"/>
                    <a:pt x="835" y="543"/>
                  </a:cubicBezTo>
                  <a:cubicBezTo>
                    <a:pt x="835" y="543"/>
                    <a:pt x="902" y="343"/>
                    <a:pt x="868" y="309"/>
                  </a:cubicBezTo>
                  <a:cubicBezTo>
                    <a:pt x="868" y="309"/>
                    <a:pt x="668" y="109"/>
                    <a:pt x="501" y="42"/>
                  </a:cubicBezTo>
                  <a:cubicBezTo>
                    <a:pt x="418" y="9"/>
                    <a:pt x="301" y="1"/>
                    <a:pt x="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56" name="Google Shape;1756;p14"/>
            <p:cNvSpPr/>
            <p:nvPr/>
          </p:nvSpPr>
          <p:spPr>
            <a:xfrm flipH="1">
              <a:off x="-1299406" y="1295347"/>
              <a:ext cx="26315" cy="11310"/>
            </a:xfrm>
            <a:custGeom>
              <a:avLst/>
              <a:gdLst/>
              <a:ahLst/>
              <a:cxnLst/>
              <a:rect l="l" t="t" r="r" b="b"/>
              <a:pathLst>
                <a:path w="1168" h="502" extrusionOk="0">
                  <a:moveTo>
                    <a:pt x="101" y="1"/>
                  </a:moveTo>
                  <a:cubicBezTo>
                    <a:pt x="101" y="68"/>
                    <a:pt x="0" y="268"/>
                    <a:pt x="0" y="268"/>
                  </a:cubicBezTo>
                  <a:cubicBezTo>
                    <a:pt x="0" y="268"/>
                    <a:pt x="34" y="301"/>
                    <a:pt x="167" y="401"/>
                  </a:cubicBezTo>
                  <a:lnTo>
                    <a:pt x="534" y="501"/>
                  </a:lnTo>
                  <a:cubicBezTo>
                    <a:pt x="668" y="501"/>
                    <a:pt x="834" y="501"/>
                    <a:pt x="968" y="468"/>
                  </a:cubicBezTo>
                  <a:cubicBezTo>
                    <a:pt x="1101" y="434"/>
                    <a:pt x="1168" y="401"/>
                    <a:pt x="1168" y="401"/>
                  </a:cubicBezTo>
                  <a:cubicBezTo>
                    <a:pt x="1168" y="401"/>
                    <a:pt x="1135" y="168"/>
                    <a:pt x="1135" y="134"/>
                  </a:cubicBezTo>
                  <a:cubicBezTo>
                    <a:pt x="1135" y="134"/>
                    <a:pt x="1035" y="134"/>
                    <a:pt x="968" y="101"/>
                  </a:cubicBezTo>
                  <a:cubicBezTo>
                    <a:pt x="834" y="68"/>
                    <a:pt x="701" y="1"/>
                    <a:pt x="6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57" name="Google Shape;1757;p14"/>
            <p:cNvSpPr/>
            <p:nvPr/>
          </p:nvSpPr>
          <p:spPr>
            <a:xfrm flipH="1">
              <a:off x="-1302426" y="1323171"/>
              <a:ext cx="24828" cy="11288"/>
            </a:xfrm>
            <a:custGeom>
              <a:avLst/>
              <a:gdLst/>
              <a:ahLst/>
              <a:cxnLst/>
              <a:rect l="l" t="t" r="r" b="b"/>
              <a:pathLst>
                <a:path w="1102" h="501" extrusionOk="0">
                  <a:moveTo>
                    <a:pt x="501" y="0"/>
                  </a:moveTo>
                  <a:cubicBezTo>
                    <a:pt x="301" y="0"/>
                    <a:pt x="1" y="100"/>
                    <a:pt x="1" y="100"/>
                  </a:cubicBezTo>
                  <a:lnTo>
                    <a:pt x="1" y="367"/>
                  </a:lnTo>
                  <a:cubicBezTo>
                    <a:pt x="1" y="367"/>
                    <a:pt x="334" y="500"/>
                    <a:pt x="568" y="500"/>
                  </a:cubicBezTo>
                  <a:cubicBezTo>
                    <a:pt x="801" y="500"/>
                    <a:pt x="1101" y="300"/>
                    <a:pt x="1101" y="300"/>
                  </a:cubicBezTo>
                  <a:cubicBezTo>
                    <a:pt x="1101" y="300"/>
                    <a:pt x="1068" y="100"/>
                    <a:pt x="1001" y="33"/>
                  </a:cubicBezTo>
                  <a:cubicBezTo>
                    <a:pt x="1001" y="33"/>
                    <a:pt x="668" y="0"/>
                    <a:pt x="5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58" name="Google Shape;1758;p14"/>
            <p:cNvSpPr/>
            <p:nvPr/>
          </p:nvSpPr>
          <p:spPr>
            <a:xfrm flipH="1">
              <a:off x="-1314457" y="1353970"/>
              <a:ext cx="24085" cy="11310"/>
            </a:xfrm>
            <a:custGeom>
              <a:avLst/>
              <a:gdLst/>
              <a:ahLst/>
              <a:cxnLst/>
              <a:rect l="l" t="t" r="r" b="b"/>
              <a:pathLst>
                <a:path w="1069" h="502" extrusionOk="0">
                  <a:moveTo>
                    <a:pt x="534" y="1"/>
                  </a:moveTo>
                  <a:cubicBezTo>
                    <a:pt x="334" y="1"/>
                    <a:pt x="1" y="134"/>
                    <a:pt x="1" y="134"/>
                  </a:cubicBezTo>
                  <a:lnTo>
                    <a:pt x="1" y="368"/>
                  </a:lnTo>
                  <a:cubicBezTo>
                    <a:pt x="1" y="368"/>
                    <a:pt x="334" y="501"/>
                    <a:pt x="534" y="501"/>
                  </a:cubicBezTo>
                  <a:cubicBezTo>
                    <a:pt x="735" y="501"/>
                    <a:pt x="1068" y="368"/>
                    <a:pt x="1068" y="368"/>
                  </a:cubicBezTo>
                  <a:lnTo>
                    <a:pt x="1068" y="134"/>
                  </a:lnTo>
                  <a:cubicBezTo>
                    <a:pt x="1068" y="134"/>
                    <a:pt x="735" y="1"/>
                    <a:pt x="5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759" name="Google Shape;1759;p14"/>
          <p:cNvGrpSpPr/>
          <p:nvPr/>
        </p:nvGrpSpPr>
        <p:grpSpPr>
          <a:xfrm flipH="1">
            <a:off x="8913949" y="4475347"/>
            <a:ext cx="442512" cy="256076"/>
            <a:chOff x="-1501591" y="1582672"/>
            <a:chExt cx="442512" cy="256076"/>
          </a:xfrm>
        </p:grpSpPr>
        <p:sp>
          <p:nvSpPr>
            <p:cNvPr id="1760" name="Google Shape;1760;p14"/>
            <p:cNvSpPr/>
            <p:nvPr/>
          </p:nvSpPr>
          <p:spPr>
            <a:xfrm flipH="1">
              <a:off x="-1501591" y="1582672"/>
              <a:ext cx="442512" cy="241792"/>
            </a:xfrm>
            <a:custGeom>
              <a:avLst/>
              <a:gdLst/>
              <a:ahLst/>
              <a:cxnLst/>
              <a:rect l="l" t="t" r="r" b="b"/>
              <a:pathLst>
                <a:path w="19641" h="10732" extrusionOk="0">
                  <a:moveTo>
                    <a:pt x="3739" y="0"/>
                  </a:moveTo>
                  <a:cubicBezTo>
                    <a:pt x="3498" y="0"/>
                    <a:pt x="3258" y="30"/>
                    <a:pt x="3028" y="90"/>
                  </a:cubicBezTo>
                  <a:cubicBezTo>
                    <a:pt x="2828" y="190"/>
                    <a:pt x="2661" y="224"/>
                    <a:pt x="2494" y="324"/>
                  </a:cubicBezTo>
                  <a:cubicBezTo>
                    <a:pt x="2328" y="391"/>
                    <a:pt x="2161" y="491"/>
                    <a:pt x="2027" y="591"/>
                  </a:cubicBezTo>
                  <a:cubicBezTo>
                    <a:pt x="1761" y="824"/>
                    <a:pt x="1527" y="1091"/>
                    <a:pt x="1427" y="1391"/>
                  </a:cubicBezTo>
                  <a:cubicBezTo>
                    <a:pt x="1127" y="1992"/>
                    <a:pt x="993" y="2492"/>
                    <a:pt x="827" y="2859"/>
                  </a:cubicBezTo>
                  <a:cubicBezTo>
                    <a:pt x="660" y="3259"/>
                    <a:pt x="493" y="3560"/>
                    <a:pt x="360" y="3726"/>
                  </a:cubicBezTo>
                  <a:cubicBezTo>
                    <a:pt x="293" y="3826"/>
                    <a:pt x="260" y="3893"/>
                    <a:pt x="193" y="3926"/>
                  </a:cubicBezTo>
                  <a:cubicBezTo>
                    <a:pt x="159" y="3993"/>
                    <a:pt x="126" y="3993"/>
                    <a:pt x="126" y="3993"/>
                  </a:cubicBezTo>
                  <a:cubicBezTo>
                    <a:pt x="0" y="4119"/>
                    <a:pt x="65" y="4340"/>
                    <a:pt x="204" y="4340"/>
                  </a:cubicBezTo>
                  <a:cubicBezTo>
                    <a:pt x="249" y="4340"/>
                    <a:pt x="303" y="4317"/>
                    <a:pt x="360" y="4260"/>
                  </a:cubicBezTo>
                  <a:lnTo>
                    <a:pt x="460" y="4193"/>
                  </a:lnTo>
                  <a:lnTo>
                    <a:pt x="660" y="3993"/>
                  </a:lnTo>
                  <a:cubicBezTo>
                    <a:pt x="827" y="3760"/>
                    <a:pt x="1027" y="3493"/>
                    <a:pt x="1194" y="3059"/>
                  </a:cubicBezTo>
                  <a:cubicBezTo>
                    <a:pt x="1427" y="2692"/>
                    <a:pt x="1594" y="2192"/>
                    <a:pt x="1827" y="1692"/>
                  </a:cubicBezTo>
                  <a:cubicBezTo>
                    <a:pt x="1961" y="1491"/>
                    <a:pt x="2128" y="1225"/>
                    <a:pt x="2328" y="1058"/>
                  </a:cubicBezTo>
                  <a:cubicBezTo>
                    <a:pt x="2528" y="891"/>
                    <a:pt x="2828" y="758"/>
                    <a:pt x="3128" y="691"/>
                  </a:cubicBezTo>
                  <a:cubicBezTo>
                    <a:pt x="3289" y="657"/>
                    <a:pt x="3452" y="640"/>
                    <a:pt x="3616" y="640"/>
                  </a:cubicBezTo>
                  <a:cubicBezTo>
                    <a:pt x="4095" y="640"/>
                    <a:pt x="4573" y="784"/>
                    <a:pt x="4996" y="1058"/>
                  </a:cubicBezTo>
                  <a:cubicBezTo>
                    <a:pt x="5263" y="1225"/>
                    <a:pt x="5497" y="1491"/>
                    <a:pt x="5697" y="1758"/>
                  </a:cubicBezTo>
                  <a:cubicBezTo>
                    <a:pt x="5830" y="1925"/>
                    <a:pt x="5864" y="2058"/>
                    <a:pt x="5964" y="2225"/>
                  </a:cubicBezTo>
                  <a:cubicBezTo>
                    <a:pt x="5997" y="2392"/>
                    <a:pt x="6097" y="2592"/>
                    <a:pt x="6164" y="2759"/>
                  </a:cubicBezTo>
                  <a:cubicBezTo>
                    <a:pt x="6331" y="3159"/>
                    <a:pt x="6497" y="3526"/>
                    <a:pt x="6831" y="3860"/>
                  </a:cubicBezTo>
                  <a:cubicBezTo>
                    <a:pt x="6998" y="4027"/>
                    <a:pt x="7198" y="4193"/>
                    <a:pt x="7431" y="4260"/>
                  </a:cubicBezTo>
                  <a:cubicBezTo>
                    <a:pt x="7531" y="4327"/>
                    <a:pt x="7631" y="4360"/>
                    <a:pt x="7765" y="4393"/>
                  </a:cubicBezTo>
                  <a:cubicBezTo>
                    <a:pt x="7865" y="4427"/>
                    <a:pt x="7998" y="4427"/>
                    <a:pt x="8132" y="4427"/>
                  </a:cubicBezTo>
                  <a:cubicBezTo>
                    <a:pt x="8632" y="4427"/>
                    <a:pt x="8999" y="4260"/>
                    <a:pt x="9333" y="4093"/>
                  </a:cubicBezTo>
                  <a:cubicBezTo>
                    <a:pt x="9633" y="3993"/>
                    <a:pt x="9966" y="3826"/>
                    <a:pt x="10267" y="3660"/>
                  </a:cubicBezTo>
                  <a:cubicBezTo>
                    <a:pt x="10700" y="3393"/>
                    <a:pt x="11201" y="3193"/>
                    <a:pt x="11668" y="3193"/>
                  </a:cubicBezTo>
                  <a:cubicBezTo>
                    <a:pt x="12135" y="3193"/>
                    <a:pt x="12635" y="3393"/>
                    <a:pt x="13102" y="3726"/>
                  </a:cubicBezTo>
                  <a:cubicBezTo>
                    <a:pt x="13336" y="3893"/>
                    <a:pt x="13536" y="4060"/>
                    <a:pt x="13803" y="4227"/>
                  </a:cubicBezTo>
                  <a:cubicBezTo>
                    <a:pt x="13969" y="4393"/>
                    <a:pt x="14203" y="4560"/>
                    <a:pt x="14336" y="4760"/>
                  </a:cubicBezTo>
                  <a:cubicBezTo>
                    <a:pt x="14637" y="5161"/>
                    <a:pt x="14837" y="5661"/>
                    <a:pt x="14937" y="6161"/>
                  </a:cubicBezTo>
                  <a:cubicBezTo>
                    <a:pt x="15037" y="6662"/>
                    <a:pt x="15104" y="7162"/>
                    <a:pt x="15170" y="7596"/>
                  </a:cubicBezTo>
                  <a:cubicBezTo>
                    <a:pt x="15204" y="8063"/>
                    <a:pt x="15337" y="8530"/>
                    <a:pt x="15504" y="8863"/>
                  </a:cubicBezTo>
                  <a:cubicBezTo>
                    <a:pt x="15671" y="9230"/>
                    <a:pt x="15871" y="9497"/>
                    <a:pt x="16038" y="9664"/>
                  </a:cubicBezTo>
                  <a:cubicBezTo>
                    <a:pt x="16204" y="9831"/>
                    <a:pt x="16371" y="9897"/>
                    <a:pt x="16438" y="9931"/>
                  </a:cubicBezTo>
                  <a:lnTo>
                    <a:pt x="16371" y="9931"/>
                  </a:lnTo>
                  <a:cubicBezTo>
                    <a:pt x="16972" y="10364"/>
                    <a:pt x="17505" y="10498"/>
                    <a:pt x="17872" y="10565"/>
                  </a:cubicBezTo>
                  <a:cubicBezTo>
                    <a:pt x="18306" y="10665"/>
                    <a:pt x="18606" y="10698"/>
                    <a:pt x="18806" y="10698"/>
                  </a:cubicBezTo>
                  <a:cubicBezTo>
                    <a:pt x="19206" y="10731"/>
                    <a:pt x="19307" y="10731"/>
                    <a:pt x="19307" y="10731"/>
                  </a:cubicBezTo>
                  <a:cubicBezTo>
                    <a:pt x="19607" y="10731"/>
                    <a:pt x="19640" y="10431"/>
                    <a:pt x="19440" y="10331"/>
                  </a:cubicBezTo>
                  <a:cubicBezTo>
                    <a:pt x="19440" y="10331"/>
                    <a:pt x="19340" y="10331"/>
                    <a:pt x="18940" y="10264"/>
                  </a:cubicBezTo>
                  <a:cubicBezTo>
                    <a:pt x="18706" y="10231"/>
                    <a:pt x="18439" y="10231"/>
                    <a:pt x="18039" y="10164"/>
                  </a:cubicBezTo>
                  <a:cubicBezTo>
                    <a:pt x="17672" y="10064"/>
                    <a:pt x="17205" y="9931"/>
                    <a:pt x="16771" y="9564"/>
                  </a:cubicBezTo>
                  <a:lnTo>
                    <a:pt x="16705" y="9564"/>
                  </a:lnTo>
                  <a:cubicBezTo>
                    <a:pt x="16638" y="9497"/>
                    <a:pt x="16271" y="9230"/>
                    <a:pt x="16004" y="8663"/>
                  </a:cubicBezTo>
                  <a:cubicBezTo>
                    <a:pt x="15871" y="8363"/>
                    <a:pt x="15804" y="7996"/>
                    <a:pt x="15771" y="7529"/>
                  </a:cubicBezTo>
                  <a:cubicBezTo>
                    <a:pt x="15671" y="7062"/>
                    <a:pt x="15637" y="6562"/>
                    <a:pt x="15537" y="6028"/>
                  </a:cubicBezTo>
                  <a:cubicBezTo>
                    <a:pt x="15470" y="5494"/>
                    <a:pt x="15270" y="4860"/>
                    <a:pt x="14870" y="4360"/>
                  </a:cubicBezTo>
                  <a:cubicBezTo>
                    <a:pt x="14703" y="4060"/>
                    <a:pt x="14470" y="3893"/>
                    <a:pt x="14203" y="3660"/>
                  </a:cubicBezTo>
                  <a:cubicBezTo>
                    <a:pt x="13969" y="3426"/>
                    <a:pt x="13769" y="3259"/>
                    <a:pt x="13502" y="3093"/>
                  </a:cubicBezTo>
                  <a:cubicBezTo>
                    <a:pt x="13002" y="2759"/>
                    <a:pt x="12435" y="2392"/>
                    <a:pt x="11701" y="2392"/>
                  </a:cubicBezTo>
                  <a:cubicBezTo>
                    <a:pt x="11001" y="2425"/>
                    <a:pt x="10467" y="2692"/>
                    <a:pt x="9966" y="2926"/>
                  </a:cubicBezTo>
                  <a:cubicBezTo>
                    <a:pt x="9666" y="3059"/>
                    <a:pt x="9366" y="3226"/>
                    <a:pt x="9032" y="3393"/>
                  </a:cubicBezTo>
                  <a:cubicBezTo>
                    <a:pt x="8766" y="3560"/>
                    <a:pt x="8465" y="3693"/>
                    <a:pt x="8165" y="3693"/>
                  </a:cubicBezTo>
                  <a:cubicBezTo>
                    <a:pt x="8098" y="3660"/>
                    <a:pt x="8032" y="3660"/>
                    <a:pt x="7965" y="3660"/>
                  </a:cubicBezTo>
                  <a:cubicBezTo>
                    <a:pt x="7865" y="3593"/>
                    <a:pt x="7832" y="3593"/>
                    <a:pt x="7765" y="3560"/>
                  </a:cubicBezTo>
                  <a:cubicBezTo>
                    <a:pt x="7598" y="3526"/>
                    <a:pt x="7498" y="3393"/>
                    <a:pt x="7365" y="3326"/>
                  </a:cubicBezTo>
                  <a:cubicBezTo>
                    <a:pt x="7164" y="3093"/>
                    <a:pt x="6998" y="2759"/>
                    <a:pt x="6831" y="2425"/>
                  </a:cubicBezTo>
                  <a:cubicBezTo>
                    <a:pt x="6798" y="2259"/>
                    <a:pt x="6697" y="2092"/>
                    <a:pt x="6631" y="1892"/>
                  </a:cubicBezTo>
                  <a:cubicBezTo>
                    <a:pt x="6531" y="1725"/>
                    <a:pt x="6431" y="1525"/>
                    <a:pt x="6297" y="1358"/>
                  </a:cubicBezTo>
                  <a:cubicBezTo>
                    <a:pt x="6030" y="991"/>
                    <a:pt x="5697" y="691"/>
                    <a:pt x="5363" y="491"/>
                  </a:cubicBezTo>
                  <a:cubicBezTo>
                    <a:pt x="4873" y="164"/>
                    <a:pt x="4301" y="0"/>
                    <a:pt x="3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61" name="Google Shape;1761;p14"/>
            <p:cNvSpPr/>
            <p:nvPr/>
          </p:nvSpPr>
          <p:spPr>
            <a:xfrm flipH="1">
              <a:off x="-1177677" y="1615746"/>
              <a:ext cx="23319" cy="10319"/>
            </a:xfrm>
            <a:custGeom>
              <a:avLst/>
              <a:gdLst/>
              <a:ahLst/>
              <a:cxnLst/>
              <a:rect l="l" t="t" r="r" b="b"/>
              <a:pathLst>
                <a:path w="1035" h="458" extrusionOk="0">
                  <a:moveTo>
                    <a:pt x="610" y="0"/>
                  </a:moveTo>
                  <a:cubicBezTo>
                    <a:pt x="559" y="0"/>
                    <a:pt x="509" y="7"/>
                    <a:pt x="467" y="23"/>
                  </a:cubicBezTo>
                  <a:cubicBezTo>
                    <a:pt x="400" y="23"/>
                    <a:pt x="267" y="57"/>
                    <a:pt x="167" y="123"/>
                  </a:cubicBezTo>
                  <a:cubicBezTo>
                    <a:pt x="67" y="224"/>
                    <a:pt x="0" y="257"/>
                    <a:pt x="0" y="257"/>
                  </a:cubicBezTo>
                  <a:lnTo>
                    <a:pt x="133" y="457"/>
                  </a:lnTo>
                  <a:lnTo>
                    <a:pt x="567" y="457"/>
                  </a:lnTo>
                  <a:cubicBezTo>
                    <a:pt x="734" y="424"/>
                    <a:pt x="1034" y="257"/>
                    <a:pt x="1034" y="257"/>
                  </a:cubicBezTo>
                  <a:cubicBezTo>
                    <a:pt x="1034" y="257"/>
                    <a:pt x="967" y="57"/>
                    <a:pt x="934" y="57"/>
                  </a:cubicBezTo>
                  <a:cubicBezTo>
                    <a:pt x="934" y="57"/>
                    <a:pt x="765" y="0"/>
                    <a:pt x="6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62" name="Google Shape;1762;p14"/>
            <p:cNvSpPr/>
            <p:nvPr/>
          </p:nvSpPr>
          <p:spPr>
            <a:xfrm flipH="1">
              <a:off x="-1182926" y="1638817"/>
              <a:ext cx="26315" cy="11288"/>
            </a:xfrm>
            <a:custGeom>
              <a:avLst/>
              <a:gdLst/>
              <a:ahLst/>
              <a:cxnLst/>
              <a:rect l="l" t="t" r="r" b="b"/>
              <a:pathLst>
                <a:path w="1168" h="501" extrusionOk="0">
                  <a:moveTo>
                    <a:pt x="601" y="0"/>
                  </a:moveTo>
                  <a:cubicBezTo>
                    <a:pt x="334" y="0"/>
                    <a:pt x="0" y="100"/>
                    <a:pt x="0" y="100"/>
                  </a:cubicBezTo>
                  <a:lnTo>
                    <a:pt x="0" y="367"/>
                  </a:lnTo>
                  <a:cubicBezTo>
                    <a:pt x="0" y="367"/>
                    <a:pt x="367" y="500"/>
                    <a:pt x="601" y="500"/>
                  </a:cubicBezTo>
                  <a:cubicBezTo>
                    <a:pt x="834" y="500"/>
                    <a:pt x="1168" y="367"/>
                    <a:pt x="1168" y="367"/>
                  </a:cubicBezTo>
                  <a:lnTo>
                    <a:pt x="1168" y="100"/>
                  </a:lnTo>
                  <a:cubicBezTo>
                    <a:pt x="1168" y="100"/>
                    <a:pt x="801"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63" name="Google Shape;1763;p14"/>
            <p:cNvSpPr/>
            <p:nvPr/>
          </p:nvSpPr>
          <p:spPr>
            <a:xfrm flipH="1">
              <a:off x="-1185945" y="1658012"/>
              <a:ext cx="24828" cy="11625"/>
            </a:xfrm>
            <a:custGeom>
              <a:avLst/>
              <a:gdLst/>
              <a:ahLst/>
              <a:cxnLst/>
              <a:rect l="l" t="t" r="r" b="b"/>
              <a:pathLst>
                <a:path w="1102" h="516" extrusionOk="0">
                  <a:moveTo>
                    <a:pt x="633" y="1"/>
                  </a:moveTo>
                  <a:cubicBezTo>
                    <a:pt x="590" y="1"/>
                    <a:pt x="545" y="4"/>
                    <a:pt x="501" y="15"/>
                  </a:cubicBezTo>
                  <a:cubicBezTo>
                    <a:pt x="401" y="15"/>
                    <a:pt x="267" y="82"/>
                    <a:pt x="167" y="182"/>
                  </a:cubicBezTo>
                  <a:cubicBezTo>
                    <a:pt x="67" y="249"/>
                    <a:pt x="0" y="349"/>
                    <a:pt x="0" y="349"/>
                  </a:cubicBezTo>
                  <a:lnTo>
                    <a:pt x="167" y="516"/>
                  </a:lnTo>
                  <a:cubicBezTo>
                    <a:pt x="167" y="482"/>
                    <a:pt x="434" y="482"/>
                    <a:pt x="601" y="416"/>
                  </a:cubicBezTo>
                  <a:cubicBezTo>
                    <a:pt x="767" y="382"/>
                    <a:pt x="1068" y="249"/>
                    <a:pt x="1068" y="249"/>
                  </a:cubicBezTo>
                  <a:cubicBezTo>
                    <a:pt x="1068" y="249"/>
                    <a:pt x="1068" y="49"/>
                    <a:pt x="1101" y="49"/>
                  </a:cubicBezTo>
                  <a:cubicBezTo>
                    <a:pt x="1101" y="49"/>
                    <a:pt x="1001" y="15"/>
                    <a:pt x="868" y="15"/>
                  </a:cubicBezTo>
                  <a:cubicBezTo>
                    <a:pt x="801" y="15"/>
                    <a:pt x="719" y="1"/>
                    <a:pt x="6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64" name="Google Shape;1764;p14"/>
            <p:cNvSpPr/>
            <p:nvPr/>
          </p:nvSpPr>
          <p:spPr>
            <a:xfrm flipH="1">
              <a:off x="-1198720" y="1683899"/>
              <a:ext cx="22575" cy="11288"/>
            </a:xfrm>
            <a:custGeom>
              <a:avLst/>
              <a:gdLst/>
              <a:ahLst/>
              <a:cxnLst/>
              <a:rect l="l" t="t" r="r" b="b"/>
              <a:pathLst>
                <a:path w="1002" h="501" extrusionOk="0">
                  <a:moveTo>
                    <a:pt x="467" y="1"/>
                  </a:moveTo>
                  <a:cubicBezTo>
                    <a:pt x="301" y="1"/>
                    <a:pt x="0" y="101"/>
                    <a:pt x="0" y="101"/>
                  </a:cubicBezTo>
                  <a:lnTo>
                    <a:pt x="0" y="367"/>
                  </a:lnTo>
                  <a:cubicBezTo>
                    <a:pt x="0" y="367"/>
                    <a:pt x="301" y="501"/>
                    <a:pt x="501" y="501"/>
                  </a:cubicBezTo>
                  <a:cubicBezTo>
                    <a:pt x="734" y="501"/>
                    <a:pt x="1001" y="334"/>
                    <a:pt x="1001" y="334"/>
                  </a:cubicBezTo>
                  <a:cubicBezTo>
                    <a:pt x="1001" y="267"/>
                    <a:pt x="968" y="67"/>
                    <a:pt x="934" y="34"/>
                  </a:cubicBezTo>
                  <a:cubicBezTo>
                    <a:pt x="934" y="34"/>
                    <a:pt x="634" y="1"/>
                    <a:pt x="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65" name="Google Shape;1765;p14"/>
            <p:cNvSpPr/>
            <p:nvPr/>
          </p:nvSpPr>
          <p:spPr>
            <a:xfrm flipH="1">
              <a:off x="-1373057" y="1700436"/>
              <a:ext cx="18790" cy="11288"/>
            </a:xfrm>
            <a:custGeom>
              <a:avLst/>
              <a:gdLst/>
              <a:ahLst/>
              <a:cxnLst/>
              <a:rect l="l" t="t" r="r" b="b"/>
              <a:pathLst>
                <a:path w="834" h="501" extrusionOk="0">
                  <a:moveTo>
                    <a:pt x="434" y="0"/>
                  </a:moveTo>
                  <a:cubicBezTo>
                    <a:pt x="234" y="0"/>
                    <a:pt x="0" y="100"/>
                    <a:pt x="0" y="100"/>
                  </a:cubicBezTo>
                  <a:lnTo>
                    <a:pt x="0" y="334"/>
                  </a:lnTo>
                  <a:cubicBezTo>
                    <a:pt x="0" y="334"/>
                    <a:pt x="234" y="501"/>
                    <a:pt x="367" y="501"/>
                  </a:cubicBezTo>
                  <a:cubicBezTo>
                    <a:pt x="567" y="501"/>
                    <a:pt x="834" y="434"/>
                    <a:pt x="834" y="434"/>
                  </a:cubicBezTo>
                  <a:lnTo>
                    <a:pt x="834" y="167"/>
                  </a:lnTo>
                  <a:cubicBezTo>
                    <a:pt x="834" y="167"/>
                    <a:pt x="567" y="0"/>
                    <a:pt x="4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66" name="Google Shape;1766;p14"/>
            <p:cNvSpPr/>
            <p:nvPr/>
          </p:nvSpPr>
          <p:spPr>
            <a:xfrm flipH="1">
              <a:off x="-1375333" y="1731257"/>
              <a:ext cx="24828" cy="11806"/>
            </a:xfrm>
            <a:custGeom>
              <a:avLst/>
              <a:gdLst/>
              <a:ahLst/>
              <a:cxnLst/>
              <a:rect l="l" t="t" r="r" b="b"/>
              <a:pathLst>
                <a:path w="1102" h="524" extrusionOk="0">
                  <a:moveTo>
                    <a:pt x="501" y="0"/>
                  </a:moveTo>
                  <a:cubicBezTo>
                    <a:pt x="334" y="67"/>
                    <a:pt x="34" y="234"/>
                    <a:pt x="34" y="234"/>
                  </a:cubicBezTo>
                  <a:cubicBezTo>
                    <a:pt x="0" y="234"/>
                    <a:pt x="67" y="467"/>
                    <a:pt x="67" y="467"/>
                  </a:cubicBezTo>
                  <a:cubicBezTo>
                    <a:pt x="67" y="467"/>
                    <a:pt x="236" y="523"/>
                    <a:pt x="405" y="523"/>
                  </a:cubicBezTo>
                  <a:cubicBezTo>
                    <a:pt x="461" y="523"/>
                    <a:pt x="517" y="517"/>
                    <a:pt x="567" y="500"/>
                  </a:cubicBezTo>
                  <a:cubicBezTo>
                    <a:pt x="701" y="500"/>
                    <a:pt x="834" y="467"/>
                    <a:pt x="901" y="400"/>
                  </a:cubicBezTo>
                  <a:cubicBezTo>
                    <a:pt x="1001" y="300"/>
                    <a:pt x="1068" y="267"/>
                    <a:pt x="1068" y="267"/>
                  </a:cubicBezTo>
                  <a:cubicBezTo>
                    <a:pt x="1101" y="267"/>
                    <a:pt x="1001" y="100"/>
                    <a:pt x="9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67" name="Google Shape;1767;p14"/>
            <p:cNvSpPr/>
            <p:nvPr/>
          </p:nvSpPr>
          <p:spPr>
            <a:xfrm flipH="1">
              <a:off x="-1377586" y="1758699"/>
              <a:ext cx="25572" cy="12617"/>
            </a:xfrm>
            <a:custGeom>
              <a:avLst/>
              <a:gdLst/>
              <a:ahLst/>
              <a:cxnLst/>
              <a:rect l="l" t="t" r="r" b="b"/>
              <a:pathLst>
                <a:path w="1135" h="560" extrusionOk="0">
                  <a:moveTo>
                    <a:pt x="990" y="1"/>
                  </a:moveTo>
                  <a:cubicBezTo>
                    <a:pt x="981" y="1"/>
                    <a:pt x="973" y="5"/>
                    <a:pt x="967" y="16"/>
                  </a:cubicBezTo>
                  <a:cubicBezTo>
                    <a:pt x="967" y="16"/>
                    <a:pt x="867" y="50"/>
                    <a:pt x="801" y="50"/>
                  </a:cubicBezTo>
                  <a:cubicBezTo>
                    <a:pt x="701" y="50"/>
                    <a:pt x="600" y="50"/>
                    <a:pt x="500" y="83"/>
                  </a:cubicBezTo>
                  <a:cubicBezTo>
                    <a:pt x="300" y="116"/>
                    <a:pt x="0" y="250"/>
                    <a:pt x="0" y="250"/>
                  </a:cubicBezTo>
                  <a:lnTo>
                    <a:pt x="0" y="517"/>
                  </a:lnTo>
                  <a:cubicBezTo>
                    <a:pt x="0" y="517"/>
                    <a:pt x="213" y="559"/>
                    <a:pt x="436" y="559"/>
                  </a:cubicBezTo>
                  <a:cubicBezTo>
                    <a:pt x="491" y="559"/>
                    <a:pt x="547" y="557"/>
                    <a:pt x="600" y="550"/>
                  </a:cubicBezTo>
                  <a:cubicBezTo>
                    <a:pt x="701" y="517"/>
                    <a:pt x="867" y="417"/>
                    <a:pt x="967" y="350"/>
                  </a:cubicBezTo>
                  <a:cubicBezTo>
                    <a:pt x="1101" y="250"/>
                    <a:pt x="1134" y="183"/>
                    <a:pt x="1134" y="183"/>
                  </a:cubicBezTo>
                  <a:cubicBezTo>
                    <a:pt x="1134" y="127"/>
                    <a:pt x="1040" y="1"/>
                    <a:pt x="9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68" name="Google Shape;1768;p14"/>
            <p:cNvSpPr/>
            <p:nvPr/>
          </p:nvSpPr>
          <p:spPr>
            <a:xfrm flipH="1">
              <a:off x="-1388107" y="1786118"/>
              <a:ext cx="24828" cy="11625"/>
            </a:xfrm>
            <a:custGeom>
              <a:avLst/>
              <a:gdLst/>
              <a:ahLst/>
              <a:cxnLst/>
              <a:rect l="l" t="t" r="r" b="b"/>
              <a:pathLst>
                <a:path w="1102" h="516" extrusionOk="0">
                  <a:moveTo>
                    <a:pt x="1001" y="0"/>
                  </a:moveTo>
                  <a:cubicBezTo>
                    <a:pt x="1001" y="0"/>
                    <a:pt x="668" y="0"/>
                    <a:pt x="501" y="33"/>
                  </a:cubicBezTo>
                  <a:cubicBezTo>
                    <a:pt x="301" y="67"/>
                    <a:pt x="0" y="234"/>
                    <a:pt x="0" y="234"/>
                  </a:cubicBezTo>
                  <a:lnTo>
                    <a:pt x="34" y="500"/>
                  </a:lnTo>
                  <a:cubicBezTo>
                    <a:pt x="34" y="500"/>
                    <a:pt x="182" y="515"/>
                    <a:pt x="350" y="515"/>
                  </a:cubicBezTo>
                  <a:cubicBezTo>
                    <a:pt x="434" y="515"/>
                    <a:pt x="523" y="512"/>
                    <a:pt x="601" y="500"/>
                  </a:cubicBezTo>
                  <a:cubicBezTo>
                    <a:pt x="801" y="400"/>
                    <a:pt x="1101" y="200"/>
                    <a:pt x="1101" y="200"/>
                  </a:cubicBez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69" name="Google Shape;1769;p14"/>
            <p:cNvSpPr/>
            <p:nvPr/>
          </p:nvSpPr>
          <p:spPr>
            <a:xfrm flipH="1">
              <a:off x="-1403878" y="1798892"/>
              <a:ext cx="14307" cy="15050"/>
            </a:xfrm>
            <a:custGeom>
              <a:avLst/>
              <a:gdLst/>
              <a:ahLst/>
              <a:cxnLst/>
              <a:rect l="l" t="t" r="r" b="b"/>
              <a:pathLst>
                <a:path w="635" h="668" extrusionOk="0">
                  <a:moveTo>
                    <a:pt x="334" y="0"/>
                  </a:moveTo>
                  <a:lnTo>
                    <a:pt x="268" y="100"/>
                  </a:lnTo>
                  <a:cubicBezTo>
                    <a:pt x="201" y="134"/>
                    <a:pt x="134" y="167"/>
                    <a:pt x="134" y="234"/>
                  </a:cubicBezTo>
                  <a:cubicBezTo>
                    <a:pt x="101" y="267"/>
                    <a:pt x="1" y="467"/>
                    <a:pt x="1" y="467"/>
                  </a:cubicBezTo>
                  <a:cubicBezTo>
                    <a:pt x="1" y="467"/>
                    <a:pt x="134" y="634"/>
                    <a:pt x="201" y="667"/>
                  </a:cubicBezTo>
                  <a:cubicBezTo>
                    <a:pt x="201" y="667"/>
                    <a:pt x="268" y="667"/>
                    <a:pt x="334" y="634"/>
                  </a:cubicBezTo>
                  <a:cubicBezTo>
                    <a:pt x="435" y="601"/>
                    <a:pt x="501" y="567"/>
                    <a:pt x="535" y="467"/>
                  </a:cubicBezTo>
                  <a:cubicBezTo>
                    <a:pt x="635" y="400"/>
                    <a:pt x="635" y="267"/>
                    <a:pt x="635" y="167"/>
                  </a:cubicBezTo>
                  <a:cubicBezTo>
                    <a:pt x="635" y="67"/>
                    <a:pt x="601"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70" name="Google Shape;1770;p14"/>
            <p:cNvSpPr/>
            <p:nvPr/>
          </p:nvSpPr>
          <p:spPr>
            <a:xfrm flipH="1">
              <a:off x="-1424178" y="1819935"/>
              <a:ext cx="12054" cy="18813"/>
            </a:xfrm>
            <a:custGeom>
              <a:avLst/>
              <a:gdLst/>
              <a:ahLst/>
              <a:cxnLst/>
              <a:rect l="l" t="t" r="r" b="b"/>
              <a:pathLst>
                <a:path w="535" h="835" extrusionOk="0">
                  <a:moveTo>
                    <a:pt x="201" y="0"/>
                  </a:moveTo>
                  <a:cubicBezTo>
                    <a:pt x="201" y="0"/>
                    <a:pt x="167" y="34"/>
                    <a:pt x="134" y="134"/>
                  </a:cubicBezTo>
                  <a:cubicBezTo>
                    <a:pt x="134" y="200"/>
                    <a:pt x="34" y="234"/>
                    <a:pt x="34" y="334"/>
                  </a:cubicBezTo>
                  <a:cubicBezTo>
                    <a:pt x="1" y="400"/>
                    <a:pt x="1" y="667"/>
                    <a:pt x="1" y="667"/>
                  </a:cubicBezTo>
                  <a:cubicBezTo>
                    <a:pt x="1" y="701"/>
                    <a:pt x="201" y="801"/>
                    <a:pt x="201" y="834"/>
                  </a:cubicBezTo>
                  <a:lnTo>
                    <a:pt x="334" y="701"/>
                  </a:lnTo>
                  <a:cubicBezTo>
                    <a:pt x="434" y="667"/>
                    <a:pt x="468" y="534"/>
                    <a:pt x="501" y="467"/>
                  </a:cubicBezTo>
                  <a:cubicBezTo>
                    <a:pt x="534" y="367"/>
                    <a:pt x="534" y="234"/>
                    <a:pt x="501" y="167"/>
                  </a:cubicBezTo>
                  <a:cubicBezTo>
                    <a:pt x="501" y="67"/>
                    <a:pt x="468" y="0"/>
                    <a:pt x="4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771" name="Google Shape;1771;p14"/>
          <p:cNvGrpSpPr/>
          <p:nvPr/>
        </p:nvGrpSpPr>
        <p:grpSpPr>
          <a:xfrm rot="5618440" flipH="1">
            <a:off x="7346512" y="3265802"/>
            <a:ext cx="1634649" cy="3160115"/>
            <a:chOff x="-1937479" y="625169"/>
            <a:chExt cx="1634619" cy="3160058"/>
          </a:xfrm>
        </p:grpSpPr>
        <p:sp>
          <p:nvSpPr>
            <p:cNvPr id="1772" name="Google Shape;1772;p14"/>
            <p:cNvSpPr/>
            <p:nvPr/>
          </p:nvSpPr>
          <p:spPr>
            <a:xfrm flipH="1">
              <a:off x="-1937479" y="643779"/>
              <a:ext cx="1491824" cy="3141448"/>
            </a:xfrm>
            <a:custGeom>
              <a:avLst/>
              <a:gdLst/>
              <a:ahLst/>
              <a:cxnLst/>
              <a:rect l="l" t="t" r="r" b="b"/>
              <a:pathLst>
                <a:path w="66215" h="139434" extrusionOk="0">
                  <a:moveTo>
                    <a:pt x="15812" y="0"/>
                  </a:moveTo>
                  <a:cubicBezTo>
                    <a:pt x="15745" y="0"/>
                    <a:pt x="15711" y="134"/>
                    <a:pt x="15711" y="367"/>
                  </a:cubicBezTo>
                  <a:cubicBezTo>
                    <a:pt x="15711" y="634"/>
                    <a:pt x="15745" y="1001"/>
                    <a:pt x="15812" y="1501"/>
                  </a:cubicBezTo>
                  <a:cubicBezTo>
                    <a:pt x="15812" y="1501"/>
                    <a:pt x="15845" y="1535"/>
                    <a:pt x="15845" y="1668"/>
                  </a:cubicBezTo>
                  <a:cubicBezTo>
                    <a:pt x="15845" y="1801"/>
                    <a:pt x="15878" y="1968"/>
                    <a:pt x="15878" y="2168"/>
                  </a:cubicBezTo>
                  <a:cubicBezTo>
                    <a:pt x="15878" y="2368"/>
                    <a:pt x="15912" y="2635"/>
                    <a:pt x="15912" y="2969"/>
                  </a:cubicBezTo>
                  <a:lnTo>
                    <a:pt x="15912" y="3469"/>
                  </a:lnTo>
                  <a:cubicBezTo>
                    <a:pt x="15912" y="3636"/>
                    <a:pt x="15878" y="3836"/>
                    <a:pt x="15878" y="4036"/>
                  </a:cubicBezTo>
                  <a:cubicBezTo>
                    <a:pt x="15812" y="4870"/>
                    <a:pt x="15645" y="5871"/>
                    <a:pt x="15044" y="6872"/>
                  </a:cubicBezTo>
                  <a:cubicBezTo>
                    <a:pt x="14511" y="7906"/>
                    <a:pt x="13543" y="8873"/>
                    <a:pt x="12309" y="9707"/>
                  </a:cubicBezTo>
                  <a:cubicBezTo>
                    <a:pt x="11041" y="10541"/>
                    <a:pt x="9540" y="11308"/>
                    <a:pt x="8006" y="12309"/>
                  </a:cubicBezTo>
                  <a:cubicBezTo>
                    <a:pt x="7239" y="12843"/>
                    <a:pt x="6472" y="13410"/>
                    <a:pt x="5838" y="14210"/>
                  </a:cubicBezTo>
                  <a:cubicBezTo>
                    <a:pt x="5538" y="14577"/>
                    <a:pt x="5204" y="15011"/>
                    <a:pt x="5004" y="15511"/>
                  </a:cubicBezTo>
                  <a:cubicBezTo>
                    <a:pt x="4737" y="15978"/>
                    <a:pt x="4637" y="16512"/>
                    <a:pt x="4503" y="17012"/>
                  </a:cubicBezTo>
                  <a:cubicBezTo>
                    <a:pt x="4303" y="18046"/>
                    <a:pt x="4203" y="19080"/>
                    <a:pt x="4003" y="20148"/>
                  </a:cubicBezTo>
                  <a:cubicBezTo>
                    <a:pt x="4003" y="20248"/>
                    <a:pt x="3970" y="20381"/>
                    <a:pt x="3903" y="20515"/>
                  </a:cubicBezTo>
                  <a:cubicBezTo>
                    <a:pt x="3903" y="20582"/>
                    <a:pt x="3903" y="20582"/>
                    <a:pt x="3870" y="20648"/>
                  </a:cubicBezTo>
                  <a:lnTo>
                    <a:pt x="3803" y="20815"/>
                  </a:lnTo>
                  <a:cubicBezTo>
                    <a:pt x="3670" y="21049"/>
                    <a:pt x="3569" y="21315"/>
                    <a:pt x="3403" y="21516"/>
                  </a:cubicBezTo>
                  <a:cubicBezTo>
                    <a:pt x="3136" y="21983"/>
                    <a:pt x="2836" y="22416"/>
                    <a:pt x="2502" y="22883"/>
                  </a:cubicBezTo>
                  <a:cubicBezTo>
                    <a:pt x="1868" y="23851"/>
                    <a:pt x="1168" y="24851"/>
                    <a:pt x="968" y="26152"/>
                  </a:cubicBezTo>
                  <a:cubicBezTo>
                    <a:pt x="801" y="27386"/>
                    <a:pt x="1168" y="28687"/>
                    <a:pt x="1535" y="29821"/>
                  </a:cubicBezTo>
                  <a:cubicBezTo>
                    <a:pt x="1735" y="30389"/>
                    <a:pt x="1902" y="30922"/>
                    <a:pt x="2035" y="31523"/>
                  </a:cubicBezTo>
                  <a:cubicBezTo>
                    <a:pt x="2068" y="31656"/>
                    <a:pt x="2068" y="31823"/>
                    <a:pt x="2068" y="31923"/>
                  </a:cubicBezTo>
                  <a:lnTo>
                    <a:pt x="2068" y="32156"/>
                  </a:lnTo>
                  <a:lnTo>
                    <a:pt x="2068" y="32323"/>
                  </a:lnTo>
                  <a:cubicBezTo>
                    <a:pt x="2035" y="32557"/>
                    <a:pt x="1968" y="32857"/>
                    <a:pt x="1868" y="33157"/>
                  </a:cubicBezTo>
                  <a:cubicBezTo>
                    <a:pt x="1501" y="34258"/>
                    <a:pt x="734" y="35325"/>
                    <a:pt x="300" y="36593"/>
                  </a:cubicBezTo>
                  <a:cubicBezTo>
                    <a:pt x="167" y="36927"/>
                    <a:pt x="67" y="37260"/>
                    <a:pt x="34" y="37660"/>
                  </a:cubicBezTo>
                  <a:cubicBezTo>
                    <a:pt x="0" y="37827"/>
                    <a:pt x="34" y="38027"/>
                    <a:pt x="34" y="38194"/>
                  </a:cubicBezTo>
                  <a:cubicBezTo>
                    <a:pt x="34" y="38394"/>
                    <a:pt x="67" y="38561"/>
                    <a:pt x="134" y="38728"/>
                  </a:cubicBezTo>
                  <a:cubicBezTo>
                    <a:pt x="234" y="39395"/>
                    <a:pt x="501" y="40029"/>
                    <a:pt x="801" y="40663"/>
                  </a:cubicBezTo>
                  <a:cubicBezTo>
                    <a:pt x="1368" y="41863"/>
                    <a:pt x="2035" y="43031"/>
                    <a:pt x="2736" y="44165"/>
                  </a:cubicBezTo>
                  <a:cubicBezTo>
                    <a:pt x="3069" y="44732"/>
                    <a:pt x="3469" y="45266"/>
                    <a:pt x="3803" y="45866"/>
                  </a:cubicBezTo>
                  <a:cubicBezTo>
                    <a:pt x="3970" y="46100"/>
                    <a:pt x="4137" y="46400"/>
                    <a:pt x="4303" y="46700"/>
                  </a:cubicBezTo>
                  <a:lnTo>
                    <a:pt x="4337" y="46834"/>
                  </a:lnTo>
                  <a:lnTo>
                    <a:pt x="4370" y="46867"/>
                  </a:lnTo>
                  <a:cubicBezTo>
                    <a:pt x="4370" y="46900"/>
                    <a:pt x="4403" y="46934"/>
                    <a:pt x="4403" y="46934"/>
                  </a:cubicBezTo>
                  <a:lnTo>
                    <a:pt x="4570" y="47167"/>
                  </a:lnTo>
                  <a:lnTo>
                    <a:pt x="4904" y="47568"/>
                  </a:lnTo>
                  <a:cubicBezTo>
                    <a:pt x="5838" y="48602"/>
                    <a:pt x="6972" y="49502"/>
                    <a:pt x="8239" y="50069"/>
                  </a:cubicBezTo>
                  <a:cubicBezTo>
                    <a:pt x="9507" y="50670"/>
                    <a:pt x="10875" y="51037"/>
                    <a:pt x="12209" y="51270"/>
                  </a:cubicBezTo>
                  <a:cubicBezTo>
                    <a:pt x="13543" y="51537"/>
                    <a:pt x="14911" y="51670"/>
                    <a:pt x="16245" y="51837"/>
                  </a:cubicBezTo>
                  <a:cubicBezTo>
                    <a:pt x="17579" y="52004"/>
                    <a:pt x="18914" y="52171"/>
                    <a:pt x="20215" y="52404"/>
                  </a:cubicBezTo>
                  <a:cubicBezTo>
                    <a:pt x="21482" y="52671"/>
                    <a:pt x="22750" y="53071"/>
                    <a:pt x="23851" y="53705"/>
                  </a:cubicBezTo>
                  <a:cubicBezTo>
                    <a:pt x="24418" y="54005"/>
                    <a:pt x="24918" y="54406"/>
                    <a:pt x="25385" y="54839"/>
                  </a:cubicBezTo>
                  <a:cubicBezTo>
                    <a:pt x="25652" y="55040"/>
                    <a:pt x="25852" y="55273"/>
                    <a:pt x="26052" y="55507"/>
                  </a:cubicBezTo>
                  <a:cubicBezTo>
                    <a:pt x="26252" y="55740"/>
                    <a:pt x="26419" y="56007"/>
                    <a:pt x="26653" y="56240"/>
                  </a:cubicBezTo>
                  <a:cubicBezTo>
                    <a:pt x="27386" y="57341"/>
                    <a:pt x="28054" y="58509"/>
                    <a:pt x="28921" y="59543"/>
                  </a:cubicBezTo>
                  <a:lnTo>
                    <a:pt x="29254" y="59910"/>
                  </a:lnTo>
                  <a:lnTo>
                    <a:pt x="29488" y="60110"/>
                  </a:lnTo>
                  <a:lnTo>
                    <a:pt x="29755" y="60277"/>
                  </a:lnTo>
                  <a:cubicBezTo>
                    <a:pt x="30088" y="60510"/>
                    <a:pt x="30389" y="60610"/>
                    <a:pt x="30722" y="60744"/>
                  </a:cubicBezTo>
                  <a:cubicBezTo>
                    <a:pt x="31389" y="60944"/>
                    <a:pt x="32023" y="61111"/>
                    <a:pt x="32657" y="61277"/>
                  </a:cubicBezTo>
                  <a:cubicBezTo>
                    <a:pt x="33257" y="61444"/>
                    <a:pt x="33891" y="61611"/>
                    <a:pt x="34492" y="61778"/>
                  </a:cubicBezTo>
                  <a:cubicBezTo>
                    <a:pt x="35059" y="62011"/>
                    <a:pt x="35592" y="62211"/>
                    <a:pt x="35993" y="62545"/>
                  </a:cubicBezTo>
                  <a:cubicBezTo>
                    <a:pt x="36360" y="62912"/>
                    <a:pt x="36693" y="63379"/>
                    <a:pt x="36860" y="63879"/>
                  </a:cubicBezTo>
                  <a:cubicBezTo>
                    <a:pt x="37027" y="64380"/>
                    <a:pt x="37093" y="64913"/>
                    <a:pt x="37060" y="65514"/>
                  </a:cubicBezTo>
                  <a:cubicBezTo>
                    <a:pt x="37027" y="66681"/>
                    <a:pt x="36726" y="67849"/>
                    <a:pt x="36560" y="69050"/>
                  </a:cubicBezTo>
                  <a:cubicBezTo>
                    <a:pt x="36426" y="70050"/>
                    <a:pt x="36426" y="71118"/>
                    <a:pt x="36726" y="72052"/>
                  </a:cubicBezTo>
                  <a:cubicBezTo>
                    <a:pt x="37060" y="72952"/>
                    <a:pt x="37560" y="73620"/>
                    <a:pt x="37927" y="74053"/>
                  </a:cubicBezTo>
                  <a:lnTo>
                    <a:pt x="37894" y="74020"/>
                  </a:lnTo>
                  <a:lnTo>
                    <a:pt x="37894" y="74020"/>
                  </a:lnTo>
                  <a:cubicBezTo>
                    <a:pt x="38695" y="75021"/>
                    <a:pt x="39662" y="75854"/>
                    <a:pt x="40529" y="76688"/>
                  </a:cubicBezTo>
                  <a:cubicBezTo>
                    <a:pt x="41397" y="77522"/>
                    <a:pt x="42264" y="78390"/>
                    <a:pt x="42764" y="79424"/>
                  </a:cubicBezTo>
                  <a:cubicBezTo>
                    <a:pt x="43031" y="79924"/>
                    <a:pt x="43198" y="80524"/>
                    <a:pt x="43198" y="81058"/>
                  </a:cubicBezTo>
                  <a:cubicBezTo>
                    <a:pt x="43198" y="81625"/>
                    <a:pt x="43064" y="82192"/>
                    <a:pt x="42831" y="82726"/>
                  </a:cubicBezTo>
                  <a:cubicBezTo>
                    <a:pt x="42564" y="83260"/>
                    <a:pt x="42264" y="83793"/>
                    <a:pt x="41864" y="84194"/>
                  </a:cubicBezTo>
                  <a:cubicBezTo>
                    <a:pt x="41430" y="84594"/>
                    <a:pt x="40930" y="84894"/>
                    <a:pt x="40396" y="85128"/>
                  </a:cubicBezTo>
                  <a:cubicBezTo>
                    <a:pt x="39328" y="85595"/>
                    <a:pt x="38061" y="85862"/>
                    <a:pt x="36760" y="86062"/>
                  </a:cubicBezTo>
                  <a:cubicBezTo>
                    <a:pt x="35526" y="86262"/>
                    <a:pt x="34191" y="86462"/>
                    <a:pt x="32890" y="86962"/>
                  </a:cubicBezTo>
                  <a:cubicBezTo>
                    <a:pt x="32223" y="87229"/>
                    <a:pt x="31589" y="87563"/>
                    <a:pt x="31056" y="88030"/>
                  </a:cubicBezTo>
                  <a:cubicBezTo>
                    <a:pt x="30489" y="88463"/>
                    <a:pt x="30055" y="89064"/>
                    <a:pt x="29755" y="89731"/>
                  </a:cubicBezTo>
                  <a:cubicBezTo>
                    <a:pt x="29688" y="89898"/>
                    <a:pt x="29588" y="90065"/>
                    <a:pt x="29555" y="90231"/>
                  </a:cubicBezTo>
                  <a:lnTo>
                    <a:pt x="29388" y="90732"/>
                  </a:lnTo>
                  <a:cubicBezTo>
                    <a:pt x="29355" y="90899"/>
                    <a:pt x="29355" y="91099"/>
                    <a:pt x="29321" y="91265"/>
                  </a:cubicBezTo>
                  <a:cubicBezTo>
                    <a:pt x="29254" y="91466"/>
                    <a:pt x="29254" y="91632"/>
                    <a:pt x="29254" y="91799"/>
                  </a:cubicBezTo>
                  <a:cubicBezTo>
                    <a:pt x="29254" y="92533"/>
                    <a:pt x="29355" y="93200"/>
                    <a:pt x="29488" y="93867"/>
                  </a:cubicBezTo>
                  <a:cubicBezTo>
                    <a:pt x="30055" y="96469"/>
                    <a:pt x="31089" y="98904"/>
                    <a:pt x="32023" y="101273"/>
                  </a:cubicBezTo>
                  <a:cubicBezTo>
                    <a:pt x="33024" y="103574"/>
                    <a:pt x="32890" y="106143"/>
                    <a:pt x="33091" y="108645"/>
                  </a:cubicBezTo>
                  <a:cubicBezTo>
                    <a:pt x="33224" y="109946"/>
                    <a:pt x="33391" y="111213"/>
                    <a:pt x="33891" y="112414"/>
                  </a:cubicBezTo>
                  <a:cubicBezTo>
                    <a:pt x="34358" y="113615"/>
                    <a:pt x="35059" y="114716"/>
                    <a:pt x="35926" y="115583"/>
                  </a:cubicBezTo>
                  <a:cubicBezTo>
                    <a:pt x="36827" y="116450"/>
                    <a:pt x="37761" y="117217"/>
                    <a:pt x="38728" y="117885"/>
                  </a:cubicBezTo>
                  <a:cubicBezTo>
                    <a:pt x="39729" y="118552"/>
                    <a:pt x="40696" y="119119"/>
                    <a:pt x="41663" y="119753"/>
                  </a:cubicBezTo>
                  <a:cubicBezTo>
                    <a:pt x="42564" y="120386"/>
                    <a:pt x="43531" y="120953"/>
                    <a:pt x="44365" y="121621"/>
                  </a:cubicBezTo>
                  <a:lnTo>
                    <a:pt x="44999" y="122121"/>
                  </a:lnTo>
                  <a:cubicBezTo>
                    <a:pt x="45166" y="122288"/>
                    <a:pt x="45366" y="122454"/>
                    <a:pt x="45566" y="122655"/>
                  </a:cubicBezTo>
                  <a:cubicBezTo>
                    <a:pt x="46000" y="123055"/>
                    <a:pt x="46400" y="123388"/>
                    <a:pt x="46834" y="123722"/>
                  </a:cubicBezTo>
                  <a:cubicBezTo>
                    <a:pt x="48568" y="124990"/>
                    <a:pt x="50503" y="125757"/>
                    <a:pt x="52238" y="126424"/>
                  </a:cubicBezTo>
                  <a:cubicBezTo>
                    <a:pt x="54006" y="127091"/>
                    <a:pt x="55673" y="127758"/>
                    <a:pt x="57074" y="128559"/>
                  </a:cubicBezTo>
                  <a:cubicBezTo>
                    <a:pt x="57775" y="128926"/>
                    <a:pt x="58442" y="129393"/>
                    <a:pt x="59076" y="129793"/>
                  </a:cubicBezTo>
                  <a:cubicBezTo>
                    <a:pt x="59710" y="130227"/>
                    <a:pt x="60343" y="130627"/>
                    <a:pt x="60877" y="131061"/>
                  </a:cubicBezTo>
                  <a:cubicBezTo>
                    <a:pt x="61945" y="131895"/>
                    <a:pt x="62879" y="132728"/>
                    <a:pt x="63579" y="133496"/>
                  </a:cubicBezTo>
                  <a:cubicBezTo>
                    <a:pt x="64246" y="134296"/>
                    <a:pt x="64747" y="135097"/>
                    <a:pt x="65047" y="135764"/>
                  </a:cubicBezTo>
                  <a:cubicBezTo>
                    <a:pt x="65113" y="135931"/>
                    <a:pt x="65214" y="136098"/>
                    <a:pt x="65247" y="136264"/>
                  </a:cubicBezTo>
                  <a:cubicBezTo>
                    <a:pt x="65347" y="136398"/>
                    <a:pt x="65380" y="136565"/>
                    <a:pt x="65414" y="136665"/>
                  </a:cubicBezTo>
                  <a:cubicBezTo>
                    <a:pt x="65514" y="136965"/>
                    <a:pt x="65547" y="137232"/>
                    <a:pt x="65580" y="137398"/>
                  </a:cubicBezTo>
                  <a:cubicBezTo>
                    <a:pt x="65614" y="137565"/>
                    <a:pt x="65681" y="137732"/>
                    <a:pt x="65681" y="137799"/>
                  </a:cubicBezTo>
                  <a:lnTo>
                    <a:pt x="65681" y="137966"/>
                  </a:lnTo>
                  <a:cubicBezTo>
                    <a:pt x="65714" y="138232"/>
                    <a:pt x="65747" y="138433"/>
                    <a:pt x="65747" y="138599"/>
                  </a:cubicBezTo>
                  <a:cubicBezTo>
                    <a:pt x="65747" y="138766"/>
                    <a:pt x="65747" y="138933"/>
                    <a:pt x="65781" y="139066"/>
                  </a:cubicBezTo>
                  <a:cubicBezTo>
                    <a:pt x="65847" y="139300"/>
                    <a:pt x="65914" y="139433"/>
                    <a:pt x="65947" y="139433"/>
                  </a:cubicBezTo>
                  <a:cubicBezTo>
                    <a:pt x="66014" y="139433"/>
                    <a:pt x="66081" y="139300"/>
                    <a:pt x="66114" y="139066"/>
                  </a:cubicBezTo>
                  <a:cubicBezTo>
                    <a:pt x="66181" y="138799"/>
                    <a:pt x="66214" y="138433"/>
                    <a:pt x="66114" y="137899"/>
                  </a:cubicBezTo>
                  <a:lnTo>
                    <a:pt x="66114" y="137732"/>
                  </a:lnTo>
                  <a:cubicBezTo>
                    <a:pt x="66114" y="137599"/>
                    <a:pt x="66081" y="137465"/>
                    <a:pt x="66047" y="137265"/>
                  </a:cubicBezTo>
                  <a:cubicBezTo>
                    <a:pt x="66014" y="137065"/>
                    <a:pt x="65947" y="136798"/>
                    <a:pt x="65881" y="136498"/>
                  </a:cubicBezTo>
                  <a:cubicBezTo>
                    <a:pt x="65847" y="136398"/>
                    <a:pt x="65747" y="136231"/>
                    <a:pt x="65714" y="136064"/>
                  </a:cubicBezTo>
                  <a:cubicBezTo>
                    <a:pt x="65681" y="135897"/>
                    <a:pt x="65580" y="135731"/>
                    <a:pt x="65514" y="135564"/>
                  </a:cubicBezTo>
                  <a:cubicBezTo>
                    <a:pt x="65214" y="134797"/>
                    <a:pt x="64680" y="133963"/>
                    <a:pt x="63946" y="133129"/>
                  </a:cubicBezTo>
                  <a:cubicBezTo>
                    <a:pt x="63245" y="132295"/>
                    <a:pt x="62278" y="131428"/>
                    <a:pt x="61177" y="130594"/>
                  </a:cubicBezTo>
                  <a:cubicBezTo>
                    <a:pt x="60610" y="130127"/>
                    <a:pt x="60010" y="129726"/>
                    <a:pt x="59376" y="129293"/>
                  </a:cubicBezTo>
                  <a:cubicBezTo>
                    <a:pt x="58709" y="128892"/>
                    <a:pt x="58075" y="128425"/>
                    <a:pt x="57341" y="127992"/>
                  </a:cubicBezTo>
                  <a:cubicBezTo>
                    <a:pt x="55874" y="127225"/>
                    <a:pt x="54172" y="126491"/>
                    <a:pt x="52404" y="125824"/>
                  </a:cubicBezTo>
                  <a:cubicBezTo>
                    <a:pt x="50670" y="125123"/>
                    <a:pt x="48768" y="124389"/>
                    <a:pt x="47167" y="123155"/>
                  </a:cubicBezTo>
                  <a:cubicBezTo>
                    <a:pt x="46767" y="122888"/>
                    <a:pt x="46367" y="122555"/>
                    <a:pt x="46000" y="122154"/>
                  </a:cubicBezTo>
                  <a:cubicBezTo>
                    <a:pt x="45600" y="121787"/>
                    <a:pt x="45166" y="121420"/>
                    <a:pt x="44732" y="121087"/>
                  </a:cubicBezTo>
                  <a:cubicBezTo>
                    <a:pt x="43865" y="120386"/>
                    <a:pt x="42931" y="119786"/>
                    <a:pt x="41997" y="119152"/>
                  </a:cubicBezTo>
                  <a:cubicBezTo>
                    <a:pt x="40062" y="117951"/>
                    <a:pt x="38061" y="116750"/>
                    <a:pt x="36426" y="115083"/>
                  </a:cubicBezTo>
                  <a:cubicBezTo>
                    <a:pt x="35659" y="114249"/>
                    <a:pt x="35025" y="113248"/>
                    <a:pt x="34558" y="112147"/>
                  </a:cubicBezTo>
                  <a:cubicBezTo>
                    <a:pt x="34091" y="111080"/>
                    <a:pt x="33924" y="109879"/>
                    <a:pt x="33858" y="108645"/>
                  </a:cubicBezTo>
                  <a:cubicBezTo>
                    <a:pt x="33758" y="107410"/>
                    <a:pt x="33758" y="106143"/>
                    <a:pt x="33658" y="104875"/>
                  </a:cubicBezTo>
                  <a:cubicBezTo>
                    <a:pt x="33558" y="104241"/>
                    <a:pt x="33491" y="103574"/>
                    <a:pt x="33357" y="102940"/>
                  </a:cubicBezTo>
                  <a:cubicBezTo>
                    <a:pt x="33324" y="102640"/>
                    <a:pt x="33191" y="102307"/>
                    <a:pt x="33091" y="101973"/>
                  </a:cubicBezTo>
                  <a:lnTo>
                    <a:pt x="32757" y="101072"/>
                  </a:lnTo>
                  <a:cubicBezTo>
                    <a:pt x="31856" y="98637"/>
                    <a:pt x="30822" y="96269"/>
                    <a:pt x="30322" y="93767"/>
                  </a:cubicBezTo>
                  <a:cubicBezTo>
                    <a:pt x="30188" y="93133"/>
                    <a:pt x="30155" y="92533"/>
                    <a:pt x="30155" y="91933"/>
                  </a:cubicBezTo>
                  <a:cubicBezTo>
                    <a:pt x="30188" y="91766"/>
                    <a:pt x="30155" y="91599"/>
                    <a:pt x="30188" y="91466"/>
                  </a:cubicBezTo>
                  <a:cubicBezTo>
                    <a:pt x="30222" y="91366"/>
                    <a:pt x="30222" y="91199"/>
                    <a:pt x="30255" y="91065"/>
                  </a:cubicBezTo>
                  <a:lnTo>
                    <a:pt x="30389" y="90632"/>
                  </a:lnTo>
                  <a:cubicBezTo>
                    <a:pt x="30422" y="90532"/>
                    <a:pt x="30522" y="90365"/>
                    <a:pt x="30555" y="90231"/>
                  </a:cubicBezTo>
                  <a:cubicBezTo>
                    <a:pt x="30822" y="89698"/>
                    <a:pt x="31156" y="89197"/>
                    <a:pt x="31589" y="88797"/>
                  </a:cubicBezTo>
                  <a:cubicBezTo>
                    <a:pt x="32056" y="88430"/>
                    <a:pt x="32590" y="88130"/>
                    <a:pt x="33191" y="87930"/>
                  </a:cubicBezTo>
                  <a:cubicBezTo>
                    <a:pt x="34358" y="87463"/>
                    <a:pt x="35592" y="87263"/>
                    <a:pt x="36893" y="87062"/>
                  </a:cubicBezTo>
                  <a:cubicBezTo>
                    <a:pt x="38194" y="86796"/>
                    <a:pt x="39529" y="86595"/>
                    <a:pt x="40763" y="86062"/>
                  </a:cubicBezTo>
                  <a:cubicBezTo>
                    <a:pt x="41397" y="85762"/>
                    <a:pt x="42030" y="85395"/>
                    <a:pt x="42531" y="84894"/>
                  </a:cubicBezTo>
                  <a:cubicBezTo>
                    <a:pt x="43031" y="84394"/>
                    <a:pt x="43398" y="83793"/>
                    <a:pt x="43698" y="83193"/>
                  </a:cubicBezTo>
                  <a:cubicBezTo>
                    <a:pt x="43998" y="82559"/>
                    <a:pt x="44165" y="81859"/>
                    <a:pt x="44165" y="81125"/>
                  </a:cubicBezTo>
                  <a:cubicBezTo>
                    <a:pt x="44165" y="80424"/>
                    <a:pt x="43932" y="79724"/>
                    <a:pt x="43665" y="79090"/>
                  </a:cubicBezTo>
                  <a:cubicBezTo>
                    <a:pt x="43064" y="77856"/>
                    <a:pt x="42097" y="76922"/>
                    <a:pt x="41230" y="76055"/>
                  </a:cubicBezTo>
                  <a:cubicBezTo>
                    <a:pt x="40329" y="75187"/>
                    <a:pt x="39395" y="74353"/>
                    <a:pt x="38695" y="73453"/>
                  </a:cubicBezTo>
                  <a:cubicBezTo>
                    <a:pt x="38394" y="73086"/>
                    <a:pt x="37994" y="72552"/>
                    <a:pt x="37727" y="71785"/>
                  </a:cubicBezTo>
                  <a:cubicBezTo>
                    <a:pt x="37527" y="71051"/>
                    <a:pt x="37494" y="70084"/>
                    <a:pt x="37594" y="69150"/>
                  </a:cubicBezTo>
                  <a:cubicBezTo>
                    <a:pt x="37727" y="68015"/>
                    <a:pt x="38027" y="66815"/>
                    <a:pt x="38094" y="65547"/>
                  </a:cubicBezTo>
                  <a:cubicBezTo>
                    <a:pt x="38161" y="64880"/>
                    <a:pt x="38061" y="64213"/>
                    <a:pt x="37861" y="63546"/>
                  </a:cubicBezTo>
                  <a:cubicBezTo>
                    <a:pt x="37594" y="62878"/>
                    <a:pt x="37193" y="62278"/>
                    <a:pt x="36693" y="61778"/>
                  </a:cubicBezTo>
                  <a:cubicBezTo>
                    <a:pt x="36560" y="61644"/>
                    <a:pt x="36393" y="61578"/>
                    <a:pt x="36226" y="61444"/>
                  </a:cubicBezTo>
                  <a:cubicBezTo>
                    <a:pt x="36059" y="61377"/>
                    <a:pt x="35926" y="61277"/>
                    <a:pt x="35759" y="61211"/>
                  </a:cubicBezTo>
                  <a:cubicBezTo>
                    <a:pt x="35426" y="61044"/>
                    <a:pt x="35159" y="60910"/>
                    <a:pt x="34825" y="60810"/>
                  </a:cubicBezTo>
                  <a:cubicBezTo>
                    <a:pt x="34191" y="60610"/>
                    <a:pt x="33558" y="60510"/>
                    <a:pt x="32924" y="60310"/>
                  </a:cubicBezTo>
                  <a:cubicBezTo>
                    <a:pt x="32323" y="60210"/>
                    <a:pt x="31723" y="60043"/>
                    <a:pt x="31156" y="59843"/>
                  </a:cubicBezTo>
                  <a:cubicBezTo>
                    <a:pt x="30889" y="59710"/>
                    <a:pt x="30589" y="59609"/>
                    <a:pt x="30355" y="59443"/>
                  </a:cubicBezTo>
                  <a:lnTo>
                    <a:pt x="30222" y="59376"/>
                  </a:lnTo>
                  <a:lnTo>
                    <a:pt x="30088" y="59243"/>
                  </a:lnTo>
                  <a:lnTo>
                    <a:pt x="29822" y="58909"/>
                  </a:lnTo>
                  <a:cubicBezTo>
                    <a:pt x="28988" y="57942"/>
                    <a:pt x="28354" y="56841"/>
                    <a:pt x="27553" y="55707"/>
                  </a:cubicBezTo>
                  <a:cubicBezTo>
                    <a:pt x="27353" y="55406"/>
                    <a:pt x="27153" y="55106"/>
                    <a:pt x="26919" y="54873"/>
                  </a:cubicBezTo>
                  <a:cubicBezTo>
                    <a:pt x="26719" y="54606"/>
                    <a:pt x="26486" y="54372"/>
                    <a:pt x="26219" y="54106"/>
                  </a:cubicBezTo>
                  <a:cubicBezTo>
                    <a:pt x="25685" y="53672"/>
                    <a:pt x="25152" y="53205"/>
                    <a:pt x="24518" y="52871"/>
                  </a:cubicBezTo>
                  <a:cubicBezTo>
                    <a:pt x="23317" y="52171"/>
                    <a:pt x="21916" y="51737"/>
                    <a:pt x="20582" y="51437"/>
                  </a:cubicBezTo>
                  <a:cubicBezTo>
                    <a:pt x="19214" y="51203"/>
                    <a:pt x="17846" y="51037"/>
                    <a:pt x="16512" y="50903"/>
                  </a:cubicBezTo>
                  <a:cubicBezTo>
                    <a:pt x="13843" y="50603"/>
                    <a:pt x="11142" y="50370"/>
                    <a:pt x="8740" y="49269"/>
                  </a:cubicBezTo>
                  <a:cubicBezTo>
                    <a:pt x="7539" y="48735"/>
                    <a:pt x="6505" y="47934"/>
                    <a:pt x="5671" y="46967"/>
                  </a:cubicBezTo>
                  <a:lnTo>
                    <a:pt x="5371" y="46600"/>
                  </a:lnTo>
                  <a:lnTo>
                    <a:pt x="5204" y="46433"/>
                  </a:lnTo>
                  <a:lnTo>
                    <a:pt x="5171" y="46400"/>
                  </a:lnTo>
                  <a:lnTo>
                    <a:pt x="5071" y="46267"/>
                  </a:lnTo>
                  <a:cubicBezTo>
                    <a:pt x="4904" y="46000"/>
                    <a:pt x="4704" y="45700"/>
                    <a:pt x="4537" y="45399"/>
                  </a:cubicBezTo>
                  <a:cubicBezTo>
                    <a:pt x="4170" y="44866"/>
                    <a:pt x="3836" y="44265"/>
                    <a:pt x="3469" y="43731"/>
                  </a:cubicBezTo>
                  <a:cubicBezTo>
                    <a:pt x="2736" y="42664"/>
                    <a:pt x="2068" y="41530"/>
                    <a:pt x="1535" y="40362"/>
                  </a:cubicBezTo>
                  <a:cubicBezTo>
                    <a:pt x="1301" y="39762"/>
                    <a:pt x="1034" y="39195"/>
                    <a:pt x="901" y="38594"/>
                  </a:cubicBezTo>
                  <a:cubicBezTo>
                    <a:pt x="801" y="38027"/>
                    <a:pt x="834" y="37494"/>
                    <a:pt x="1034" y="36893"/>
                  </a:cubicBezTo>
                  <a:cubicBezTo>
                    <a:pt x="1468" y="35759"/>
                    <a:pt x="2202" y="34692"/>
                    <a:pt x="2635" y="33424"/>
                  </a:cubicBezTo>
                  <a:cubicBezTo>
                    <a:pt x="2736" y="33090"/>
                    <a:pt x="2836" y="32824"/>
                    <a:pt x="2869" y="32423"/>
                  </a:cubicBezTo>
                  <a:lnTo>
                    <a:pt x="2869" y="32257"/>
                  </a:lnTo>
                  <a:lnTo>
                    <a:pt x="2869" y="32123"/>
                  </a:lnTo>
                  <a:lnTo>
                    <a:pt x="2836" y="31890"/>
                  </a:lnTo>
                  <a:cubicBezTo>
                    <a:pt x="2836" y="31723"/>
                    <a:pt x="2836" y="31556"/>
                    <a:pt x="2802" y="31389"/>
                  </a:cubicBezTo>
                  <a:cubicBezTo>
                    <a:pt x="2669" y="30722"/>
                    <a:pt x="2502" y="30155"/>
                    <a:pt x="2302" y="29555"/>
                  </a:cubicBezTo>
                  <a:cubicBezTo>
                    <a:pt x="1902" y="28420"/>
                    <a:pt x="1568" y="27320"/>
                    <a:pt x="1735" y="26219"/>
                  </a:cubicBezTo>
                  <a:cubicBezTo>
                    <a:pt x="1902" y="25151"/>
                    <a:pt x="2535" y="24184"/>
                    <a:pt x="3169" y="23250"/>
                  </a:cubicBezTo>
                  <a:cubicBezTo>
                    <a:pt x="3469" y="22816"/>
                    <a:pt x="3803" y="22349"/>
                    <a:pt x="4070" y="21849"/>
                  </a:cubicBezTo>
                  <a:cubicBezTo>
                    <a:pt x="4237" y="21582"/>
                    <a:pt x="4370" y="21349"/>
                    <a:pt x="4503" y="21082"/>
                  </a:cubicBezTo>
                  <a:lnTo>
                    <a:pt x="4570" y="20882"/>
                  </a:lnTo>
                  <a:cubicBezTo>
                    <a:pt x="4637" y="20815"/>
                    <a:pt x="4670" y="20682"/>
                    <a:pt x="4670" y="20648"/>
                  </a:cubicBezTo>
                  <a:cubicBezTo>
                    <a:pt x="4670" y="20515"/>
                    <a:pt x="4704" y="20348"/>
                    <a:pt x="4737" y="20215"/>
                  </a:cubicBezTo>
                  <a:cubicBezTo>
                    <a:pt x="5004" y="19147"/>
                    <a:pt x="5037" y="18046"/>
                    <a:pt x="5237" y="17079"/>
                  </a:cubicBezTo>
                  <a:cubicBezTo>
                    <a:pt x="5337" y="16579"/>
                    <a:pt x="5471" y="16145"/>
                    <a:pt x="5671" y="15711"/>
                  </a:cubicBezTo>
                  <a:cubicBezTo>
                    <a:pt x="5838" y="15311"/>
                    <a:pt x="6138" y="14911"/>
                    <a:pt x="6405" y="14544"/>
                  </a:cubicBezTo>
                  <a:cubicBezTo>
                    <a:pt x="7005" y="13810"/>
                    <a:pt x="7706" y="13243"/>
                    <a:pt x="8473" y="12743"/>
                  </a:cubicBezTo>
                  <a:cubicBezTo>
                    <a:pt x="9974" y="11742"/>
                    <a:pt x="11475" y="11008"/>
                    <a:pt x="12743" y="10141"/>
                  </a:cubicBezTo>
                  <a:cubicBezTo>
                    <a:pt x="14010" y="9240"/>
                    <a:pt x="15044" y="8206"/>
                    <a:pt x="15645" y="7072"/>
                  </a:cubicBezTo>
                  <a:cubicBezTo>
                    <a:pt x="16212" y="5971"/>
                    <a:pt x="16412" y="4904"/>
                    <a:pt x="16512" y="4036"/>
                  </a:cubicBezTo>
                  <a:cubicBezTo>
                    <a:pt x="16512" y="3803"/>
                    <a:pt x="16545" y="3636"/>
                    <a:pt x="16545" y="3403"/>
                  </a:cubicBezTo>
                  <a:lnTo>
                    <a:pt x="16545" y="2869"/>
                  </a:lnTo>
                  <a:cubicBezTo>
                    <a:pt x="16545" y="2535"/>
                    <a:pt x="16512" y="2235"/>
                    <a:pt x="16512" y="2035"/>
                  </a:cubicBezTo>
                  <a:cubicBezTo>
                    <a:pt x="16512" y="1835"/>
                    <a:pt x="16479" y="1668"/>
                    <a:pt x="16479" y="1535"/>
                  </a:cubicBezTo>
                  <a:cubicBezTo>
                    <a:pt x="16412" y="1401"/>
                    <a:pt x="16412" y="1368"/>
                    <a:pt x="16412" y="1368"/>
                  </a:cubicBezTo>
                  <a:cubicBezTo>
                    <a:pt x="16345" y="867"/>
                    <a:pt x="16245" y="534"/>
                    <a:pt x="16012" y="334"/>
                  </a:cubicBezTo>
                  <a:cubicBezTo>
                    <a:pt x="15912" y="67"/>
                    <a:pt x="15845" y="0"/>
                    <a:pt x="158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73" name="Google Shape;1773;p14"/>
            <p:cNvSpPr/>
            <p:nvPr/>
          </p:nvSpPr>
          <p:spPr>
            <a:xfrm flipH="1">
              <a:off x="-1852158" y="728357"/>
              <a:ext cx="819551" cy="1132155"/>
            </a:xfrm>
            <a:custGeom>
              <a:avLst/>
              <a:gdLst/>
              <a:ahLst/>
              <a:cxnLst/>
              <a:rect l="l" t="t" r="r" b="b"/>
              <a:pathLst>
                <a:path w="36376" h="50251" extrusionOk="0">
                  <a:moveTo>
                    <a:pt x="1369" y="1"/>
                  </a:moveTo>
                  <a:cubicBezTo>
                    <a:pt x="1207" y="1"/>
                    <a:pt x="1140" y="246"/>
                    <a:pt x="1334" y="616"/>
                  </a:cubicBezTo>
                  <a:cubicBezTo>
                    <a:pt x="1334" y="616"/>
                    <a:pt x="1368" y="649"/>
                    <a:pt x="1435" y="816"/>
                  </a:cubicBezTo>
                  <a:cubicBezTo>
                    <a:pt x="1435" y="916"/>
                    <a:pt x="1468" y="983"/>
                    <a:pt x="1501" y="1116"/>
                  </a:cubicBezTo>
                  <a:cubicBezTo>
                    <a:pt x="1501" y="1216"/>
                    <a:pt x="1501" y="1383"/>
                    <a:pt x="1535" y="1483"/>
                  </a:cubicBezTo>
                  <a:cubicBezTo>
                    <a:pt x="1635" y="2117"/>
                    <a:pt x="1435" y="2951"/>
                    <a:pt x="867" y="3985"/>
                  </a:cubicBezTo>
                  <a:cubicBezTo>
                    <a:pt x="634" y="4485"/>
                    <a:pt x="300" y="5119"/>
                    <a:pt x="134" y="5820"/>
                  </a:cubicBezTo>
                  <a:cubicBezTo>
                    <a:pt x="100" y="6053"/>
                    <a:pt x="34" y="6220"/>
                    <a:pt x="34" y="6420"/>
                  </a:cubicBezTo>
                  <a:cubicBezTo>
                    <a:pt x="34" y="6587"/>
                    <a:pt x="0" y="6787"/>
                    <a:pt x="34" y="6987"/>
                  </a:cubicBezTo>
                  <a:cubicBezTo>
                    <a:pt x="34" y="7221"/>
                    <a:pt x="100" y="7387"/>
                    <a:pt x="134" y="7588"/>
                  </a:cubicBezTo>
                  <a:cubicBezTo>
                    <a:pt x="167" y="7754"/>
                    <a:pt x="167" y="7955"/>
                    <a:pt x="267" y="8155"/>
                  </a:cubicBezTo>
                  <a:cubicBezTo>
                    <a:pt x="334" y="8321"/>
                    <a:pt x="367" y="8555"/>
                    <a:pt x="501" y="8755"/>
                  </a:cubicBezTo>
                  <a:lnTo>
                    <a:pt x="667" y="9055"/>
                  </a:lnTo>
                  <a:cubicBezTo>
                    <a:pt x="701" y="9155"/>
                    <a:pt x="801" y="9255"/>
                    <a:pt x="867" y="9322"/>
                  </a:cubicBezTo>
                  <a:cubicBezTo>
                    <a:pt x="1001" y="9556"/>
                    <a:pt x="1201" y="9656"/>
                    <a:pt x="1368" y="9823"/>
                  </a:cubicBezTo>
                  <a:cubicBezTo>
                    <a:pt x="1601" y="9956"/>
                    <a:pt x="1801" y="10089"/>
                    <a:pt x="2002" y="10156"/>
                  </a:cubicBezTo>
                  <a:cubicBezTo>
                    <a:pt x="2869" y="10556"/>
                    <a:pt x="3803" y="10623"/>
                    <a:pt x="4637" y="10923"/>
                  </a:cubicBezTo>
                  <a:cubicBezTo>
                    <a:pt x="5037" y="11057"/>
                    <a:pt x="5471" y="11257"/>
                    <a:pt x="5804" y="11490"/>
                  </a:cubicBezTo>
                  <a:lnTo>
                    <a:pt x="5938" y="11590"/>
                  </a:lnTo>
                  <a:lnTo>
                    <a:pt x="5971" y="11624"/>
                  </a:lnTo>
                  <a:cubicBezTo>
                    <a:pt x="5971" y="11657"/>
                    <a:pt x="6004" y="11724"/>
                    <a:pt x="6038" y="11724"/>
                  </a:cubicBezTo>
                  <a:lnTo>
                    <a:pt x="6138" y="11757"/>
                  </a:lnTo>
                  <a:cubicBezTo>
                    <a:pt x="6171" y="11791"/>
                    <a:pt x="6271" y="11891"/>
                    <a:pt x="6338" y="11924"/>
                  </a:cubicBezTo>
                  <a:cubicBezTo>
                    <a:pt x="6505" y="12091"/>
                    <a:pt x="6638" y="12224"/>
                    <a:pt x="6772" y="12424"/>
                  </a:cubicBezTo>
                  <a:cubicBezTo>
                    <a:pt x="7039" y="12791"/>
                    <a:pt x="7272" y="13225"/>
                    <a:pt x="7506" y="13659"/>
                  </a:cubicBezTo>
                  <a:cubicBezTo>
                    <a:pt x="7639" y="13892"/>
                    <a:pt x="7806" y="14126"/>
                    <a:pt x="7973" y="14326"/>
                  </a:cubicBezTo>
                  <a:cubicBezTo>
                    <a:pt x="8106" y="14459"/>
                    <a:pt x="8173" y="14593"/>
                    <a:pt x="8306" y="14659"/>
                  </a:cubicBezTo>
                  <a:cubicBezTo>
                    <a:pt x="8339" y="14693"/>
                    <a:pt x="8373" y="14759"/>
                    <a:pt x="8473" y="14793"/>
                  </a:cubicBezTo>
                  <a:lnTo>
                    <a:pt x="8540" y="14826"/>
                  </a:lnTo>
                  <a:lnTo>
                    <a:pt x="8606" y="14893"/>
                  </a:lnTo>
                  <a:lnTo>
                    <a:pt x="8640" y="14926"/>
                  </a:lnTo>
                  <a:lnTo>
                    <a:pt x="8706" y="14993"/>
                  </a:lnTo>
                  <a:cubicBezTo>
                    <a:pt x="8773" y="15060"/>
                    <a:pt x="8840" y="15093"/>
                    <a:pt x="8873" y="15126"/>
                  </a:cubicBezTo>
                  <a:lnTo>
                    <a:pt x="9273" y="15393"/>
                  </a:lnTo>
                  <a:cubicBezTo>
                    <a:pt x="9540" y="15493"/>
                    <a:pt x="9807" y="15627"/>
                    <a:pt x="10107" y="15660"/>
                  </a:cubicBezTo>
                  <a:cubicBezTo>
                    <a:pt x="10641" y="15793"/>
                    <a:pt x="11175" y="15827"/>
                    <a:pt x="11675" y="15894"/>
                  </a:cubicBezTo>
                  <a:cubicBezTo>
                    <a:pt x="12176" y="15927"/>
                    <a:pt x="12643" y="15994"/>
                    <a:pt x="13110" y="16160"/>
                  </a:cubicBezTo>
                  <a:lnTo>
                    <a:pt x="13810" y="16427"/>
                  </a:lnTo>
                  <a:lnTo>
                    <a:pt x="14477" y="16761"/>
                  </a:lnTo>
                  <a:cubicBezTo>
                    <a:pt x="15345" y="17228"/>
                    <a:pt x="16145" y="17828"/>
                    <a:pt x="17012" y="18429"/>
                  </a:cubicBezTo>
                  <a:cubicBezTo>
                    <a:pt x="17846" y="18996"/>
                    <a:pt x="18780" y="19563"/>
                    <a:pt x="19648" y="20063"/>
                  </a:cubicBezTo>
                  <a:cubicBezTo>
                    <a:pt x="19848" y="20163"/>
                    <a:pt x="20115" y="20263"/>
                    <a:pt x="20348" y="20397"/>
                  </a:cubicBezTo>
                  <a:cubicBezTo>
                    <a:pt x="20615" y="20497"/>
                    <a:pt x="20882" y="20564"/>
                    <a:pt x="21149" y="20630"/>
                  </a:cubicBezTo>
                  <a:cubicBezTo>
                    <a:pt x="21449" y="20664"/>
                    <a:pt x="21716" y="20730"/>
                    <a:pt x="21983" y="20730"/>
                  </a:cubicBezTo>
                  <a:cubicBezTo>
                    <a:pt x="22216" y="20730"/>
                    <a:pt x="22516" y="20730"/>
                    <a:pt x="22716" y="20664"/>
                  </a:cubicBezTo>
                  <a:cubicBezTo>
                    <a:pt x="23183" y="20630"/>
                    <a:pt x="23650" y="20597"/>
                    <a:pt x="24117" y="20597"/>
                  </a:cubicBezTo>
                  <a:cubicBezTo>
                    <a:pt x="24551" y="20597"/>
                    <a:pt x="25018" y="20597"/>
                    <a:pt x="25452" y="20630"/>
                  </a:cubicBezTo>
                  <a:cubicBezTo>
                    <a:pt x="26286" y="20764"/>
                    <a:pt x="27186" y="21064"/>
                    <a:pt x="28020" y="21431"/>
                  </a:cubicBezTo>
                  <a:cubicBezTo>
                    <a:pt x="28854" y="21798"/>
                    <a:pt x="29688" y="22331"/>
                    <a:pt x="30322" y="22965"/>
                  </a:cubicBezTo>
                  <a:lnTo>
                    <a:pt x="30522" y="23232"/>
                  </a:lnTo>
                  <a:lnTo>
                    <a:pt x="30622" y="23299"/>
                  </a:lnTo>
                  <a:lnTo>
                    <a:pt x="30689" y="23432"/>
                  </a:lnTo>
                  <a:lnTo>
                    <a:pt x="31022" y="23999"/>
                  </a:lnTo>
                  <a:cubicBezTo>
                    <a:pt x="31156" y="24233"/>
                    <a:pt x="31223" y="24433"/>
                    <a:pt x="31323" y="24633"/>
                  </a:cubicBezTo>
                  <a:cubicBezTo>
                    <a:pt x="31389" y="24833"/>
                    <a:pt x="31456" y="25067"/>
                    <a:pt x="31523" y="25267"/>
                  </a:cubicBezTo>
                  <a:cubicBezTo>
                    <a:pt x="31790" y="26101"/>
                    <a:pt x="31823" y="27001"/>
                    <a:pt x="31723" y="27835"/>
                  </a:cubicBezTo>
                  <a:cubicBezTo>
                    <a:pt x="31690" y="28669"/>
                    <a:pt x="31489" y="29503"/>
                    <a:pt x="31323" y="30270"/>
                  </a:cubicBezTo>
                  <a:cubicBezTo>
                    <a:pt x="31156" y="31004"/>
                    <a:pt x="30989" y="31738"/>
                    <a:pt x="30856" y="32405"/>
                  </a:cubicBezTo>
                  <a:cubicBezTo>
                    <a:pt x="30555" y="33673"/>
                    <a:pt x="30622" y="34740"/>
                    <a:pt x="30655" y="35241"/>
                  </a:cubicBezTo>
                  <a:lnTo>
                    <a:pt x="30655" y="35174"/>
                  </a:lnTo>
                  <a:cubicBezTo>
                    <a:pt x="30689" y="36141"/>
                    <a:pt x="31122" y="36942"/>
                    <a:pt x="31389" y="37642"/>
                  </a:cubicBezTo>
                  <a:cubicBezTo>
                    <a:pt x="31690" y="38343"/>
                    <a:pt x="31856" y="39010"/>
                    <a:pt x="31856" y="39644"/>
                  </a:cubicBezTo>
                  <a:cubicBezTo>
                    <a:pt x="31856" y="39811"/>
                    <a:pt x="31823" y="39944"/>
                    <a:pt x="31823" y="40111"/>
                  </a:cubicBezTo>
                  <a:cubicBezTo>
                    <a:pt x="31790" y="40278"/>
                    <a:pt x="31723" y="40444"/>
                    <a:pt x="31690" y="40578"/>
                  </a:cubicBezTo>
                  <a:cubicBezTo>
                    <a:pt x="31623" y="40845"/>
                    <a:pt x="31489" y="41145"/>
                    <a:pt x="31389" y="41412"/>
                  </a:cubicBezTo>
                  <a:cubicBezTo>
                    <a:pt x="31156" y="41946"/>
                    <a:pt x="30956" y="42413"/>
                    <a:pt x="30789" y="42846"/>
                  </a:cubicBezTo>
                  <a:cubicBezTo>
                    <a:pt x="30722" y="42980"/>
                    <a:pt x="30689" y="43113"/>
                    <a:pt x="30655" y="43180"/>
                  </a:cubicBezTo>
                  <a:cubicBezTo>
                    <a:pt x="30622" y="43280"/>
                    <a:pt x="30622" y="43413"/>
                    <a:pt x="30555" y="43480"/>
                  </a:cubicBezTo>
                  <a:cubicBezTo>
                    <a:pt x="30489" y="43680"/>
                    <a:pt x="30455" y="43847"/>
                    <a:pt x="30455" y="44014"/>
                  </a:cubicBezTo>
                  <a:cubicBezTo>
                    <a:pt x="30455" y="44247"/>
                    <a:pt x="30389" y="44347"/>
                    <a:pt x="30389" y="44481"/>
                  </a:cubicBezTo>
                  <a:lnTo>
                    <a:pt x="30389" y="44781"/>
                  </a:lnTo>
                  <a:cubicBezTo>
                    <a:pt x="30389" y="44899"/>
                    <a:pt x="30389" y="44955"/>
                    <a:pt x="30393" y="44955"/>
                  </a:cubicBezTo>
                  <a:cubicBezTo>
                    <a:pt x="30399" y="44955"/>
                    <a:pt x="30415" y="44823"/>
                    <a:pt x="30455" y="44581"/>
                  </a:cubicBezTo>
                  <a:lnTo>
                    <a:pt x="30455" y="44581"/>
                  </a:lnTo>
                  <a:cubicBezTo>
                    <a:pt x="30355" y="45481"/>
                    <a:pt x="30389" y="46315"/>
                    <a:pt x="30655" y="47083"/>
                  </a:cubicBezTo>
                  <a:cubicBezTo>
                    <a:pt x="30889" y="47783"/>
                    <a:pt x="31356" y="48350"/>
                    <a:pt x="31856" y="48684"/>
                  </a:cubicBezTo>
                  <a:cubicBezTo>
                    <a:pt x="32323" y="49084"/>
                    <a:pt x="32824" y="49251"/>
                    <a:pt x="33191" y="49418"/>
                  </a:cubicBezTo>
                  <a:cubicBezTo>
                    <a:pt x="33558" y="49584"/>
                    <a:pt x="33891" y="49684"/>
                    <a:pt x="34191" y="49784"/>
                  </a:cubicBezTo>
                  <a:cubicBezTo>
                    <a:pt x="35325" y="50118"/>
                    <a:pt x="35626" y="50185"/>
                    <a:pt x="35626" y="50185"/>
                  </a:cubicBezTo>
                  <a:cubicBezTo>
                    <a:pt x="35763" y="50231"/>
                    <a:pt x="35880" y="50251"/>
                    <a:pt x="35975" y="50251"/>
                  </a:cubicBezTo>
                  <a:cubicBezTo>
                    <a:pt x="36362" y="50251"/>
                    <a:pt x="36375" y="49913"/>
                    <a:pt x="35893" y="49618"/>
                  </a:cubicBezTo>
                  <a:cubicBezTo>
                    <a:pt x="35893" y="49618"/>
                    <a:pt x="35659" y="49518"/>
                    <a:pt x="34525" y="49184"/>
                  </a:cubicBezTo>
                  <a:cubicBezTo>
                    <a:pt x="34225" y="49117"/>
                    <a:pt x="33891" y="49017"/>
                    <a:pt x="33524" y="48850"/>
                  </a:cubicBezTo>
                  <a:cubicBezTo>
                    <a:pt x="33157" y="48684"/>
                    <a:pt x="32724" y="48517"/>
                    <a:pt x="32323" y="48183"/>
                  </a:cubicBezTo>
                  <a:cubicBezTo>
                    <a:pt x="31890" y="47916"/>
                    <a:pt x="31523" y="47449"/>
                    <a:pt x="31323" y="46816"/>
                  </a:cubicBezTo>
                  <a:cubicBezTo>
                    <a:pt x="31152" y="46277"/>
                    <a:pt x="31127" y="45641"/>
                    <a:pt x="31144" y="44909"/>
                  </a:cubicBezTo>
                  <a:lnTo>
                    <a:pt x="31144" y="44909"/>
                  </a:lnTo>
                  <a:cubicBezTo>
                    <a:pt x="31144" y="44913"/>
                    <a:pt x="31145" y="44915"/>
                    <a:pt x="31146" y="44915"/>
                  </a:cubicBezTo>
                  <a:cubicBezTo>
                    <a:pt x="31150" y="44915"/>
                    <a:pt x="31156" y="44856"/>
                    <a:pt x="31156" y="44748"/>
                  </a:cubicBezTo>
                  <a:lnTo>
                    <a:pt x="31156" y="44447"/>
                  </a:lnTo>
                  <a:cubicBezTo>
                    <a:pt x="31156" y="44314"/>
                    <a:pt x="31189" y="44180"/>
                    <a:pt x="31189" y="44080"/>
                  </a:cubicBezTo>
                  <a:cubicBezTo>
                    <a:pt x="31189" y="43947"/>
                    <a:pt x="31223" y="43780"/>
                    <a:pt x="31289" y="43613"/>
                  </a:cubicBezTo>
                  <a:cubicBezTo>
                    <a:pt x="31323" y="43513"/>
                    <a:pt x="31323" y="43447"/>
                    <a:pt x="31356" y="43347"/>
                  </a:cubicBezTo>
                  <a:cubicBezTo>
                    <a:pt x="31389" y="43280"/>
                    <a:pt x="31456" y="43146"/>
                    <a:pt x="31489" y="43080"/>
                  </a:cubicBezTo>
                  <a:cubicBezTo>
                    <a:pt x="31656" y="42646"/>
                    <a:pt x="31856" y="42179"/>
                    <a:pt x="32123" y="41645"/>
                  </a:cubicBezTo>
                  <a:cubicBezTo>
                    <a:pt x="32223" y="41412"/>
                    <a:pt x="32357" y="41112"/>
                    <a:pt x="32457" y="40778"/>
                  </a:cubicBezTo>
                  <a:lnTo>
                    <a:pt x="32557" y="40278"/>
                  </a:lnTo>
                  <a:cubicBezTo>
                    <a:pt x="32557" y="40111"/>
                    <a:pt x="32624" y="39944"/>
                    <a:pt x="32624" y="39744"/>
                  </a:cubicBezTo>
                  <a:cubicBezTo>
                    <a:pt x="32657" y="38977"/>
                    <a:pt x="32457" y="38176"/>
                    <a:pt x="32157" y="37442"/>
                  </a:cubicBezTo>
                  <a:cubicBezTo>
                    <a:pt x="31856" y="36675"/>
                    <a:pt x="31489" y="35975"/>
                    <a:pt x="31489" y="35241"/>
                  </a:cubicBezTo>
                  <a:lnTo>
                    <a:pt x="31489" y="35174"/>
                  </a:lnTo>
                  <a:cubicBezTo>
                    <a:pt x="31456" y="34740"/>
                    <a:pt x="31456" y="33806"/>
                    <a:pt x="31723" y="32572"/>
                  </a:cubicBezTo>
                  <a:cubicBezTo>
                    <a:pt x="31856" y="31938"/>
                    <a:pt x="32023" y="31238"/>
                    <a:pt x="32223" y="30471"/>
                  </a:cubicBezTo>
                  <a:cubicBezTo>
                    <a:pt x="32457" y="29670"/>
                    <a:pt x="32657" y="28836"/>
                    <a:pt x="32724" y="27935"/>
                  </a:cubicBezTo>
                  <a:cubicBezTo>
                    <a:pt x="32957" y="26101"/>
                    <a:pt x="32624" y="23899"/>
                    <a:pt x="31122" y="22265"/>
                  </a:cubicBezTo>
                  <a:cubicBezTo>
                    <a:pt x="30355" y="21498"/>
                    <a:pt x="29488" y="20964"/>
                    <a:pt x="28554" y="20497"/>
                  </a:cubicBezTo>
                  <a:cubicBezTo>
                    <a:pt x="27653" y="20063"/>
                    <a:pt x="26686" y="19763"/>
                    <a:pt x="25685" y="19596"/>
                  </a:cubicBezTo>
                  <a:cubicBezTo>
                    <a:pt x="25185" y="19596"/>
                    <a:pt x="24718" y="19563"/>
                    <a:pt x="24218" y="19563"/>
                  </a:cubicBezTo>
                  <a:cubicBezTo>
                    <a:pt x="23717" y="19596"/>
                    <a:pt x="23217" y="19596"/>
                    <a:pt x="22783" y="19630"/>
                  </a:cubicBezTo>
                  <a:cubicBezTo>
                    <a:pt x="22516" y="19663"/>
                    <a:pt x="22316" y="19663"/>
                    <a:pt x="22049" y="19663"/>
                  </a:cubicBezTo>
                  <a:cubicBezTo>
                    <a:pt x="21849" y="19663"/>
                    <a:pt x="21649" y="19663"/>
                    <a:pt x="21449" y="19630"/>
                  </a:cubicBezTo>
                  <a:cubicBezTo>
                    <a:pt x="21215" y="19596"/>
                    <a:pt x="21015" y="19563"/>
                    <a:pt x="20815" y="19463"/>
                  </a:cubicBezTo>
                  <a:cubicBezTo>
                    <a:pt x="20615" y="19396"/>
                    <a:pt x="20381" y="19263"/>
                    <a:pt x="20181" y="19163"/>
                  </a:cubicBezTo>
                  <a:cubicBezTo>
                    <a:pt x="19347" y="18729"/>
                    <a:pt x="18480" y="18229"/>
                    <a:pt x="17646" y="17628"/>
                  </a:cubicBezTo>
                  <a:cubicBezTo>
                    <a:pt x="16812" y="17061"/>
                    <a:pt x="15945" y="16427"/>
                    <a:pt x="14978" y="15927"/>
                  </a:cubicBezTo>
                  <a:lnTo>
                    <a:pt x="14210" y="15593"/>
                  </a:lnTo>
                  <a:lnTo>
                    <a:pt x="13443" y="15326"/>
                  </a:lnTo>
                  <a:cubicBezTo>
                    <a:pt x="12876" y="15160"/>
                    <a:pt x="12342" y="15093"/>
                    <a:pt x="11809" y="15060"/>
                  </a:cubicBezTo>
                  <a:cubicBezTo>
                    <a:pt x="11275" y="14993"/>
                    <a:pt x="10775" y="14960"/>
                    <a:pt x="10308" y="14893"/>
                  </a:cubicBezTo>
                  <a:cubicBezTo>
                    <a:pt x="10041" y="14826"/>
                    <a:pt x="9874" y="14759"/>
                    <a:pt x="9674" y="14659"/>
                  </a:cubicBezTo>
                  <a:cubicBezTo>
                    <a:pt x="9607" y="14626"/>
                    <a:pt x="9507" y="14593"/>
                    <a:pt x="9440" y="14493"/>
                  </a:cubicBezTo>
                  <a:cubicBezTo>
                    <a:pt x="9374" y="14493"/>
                    <a:pt x="9340" y="14459"/>
                    <a:pt x="9307" y="14426"/>
                  </a:cubicBezTo>
                  <a:lnTo>
                    <a:pt x="9273" y="14392"/>
                  </a:lnTo>
                  <a:lnTo>
                    <a:pt x="9207" y="14326"/>
                  </a:lnTo>
                  <a:cubicBezTo>
                    <a:pt x="9173" y="14292"/>
                    <a:pt x="9173" y="14259"/>
                    <a:pt x="9140" y="14259"/>
                  </a:cubicBezTo>
                  <a:lnTo>
                    <a:pt x="8973" y="14159"/>
                  </a:lnTo>
                  <a:cubicBezTo>
                    <a:pt x="8940" y="14159"/>
                    <a:pt x="8873" y="14126"/>
                    <a:pt x="8840" y="14092"/>
                  </a:cubicBezTo>
                  <a:cubicBezTo>
                    <a:pt x="8773" y="14059"/>
                    <a:pt x="8706" y="13959"/>
                    <a:pt x="8640" y="13892"/>
                  </a:cubicBezTo>
                  <a:cubicBezTo>
                    <a:pt x="8473" y="13725"/>
                    <a:pt x="8339" y="13559"/>
                    <a:pt x="8206" y="13325"/>
                  </a:cubicBezTo>
                  <a:cubicBezTo>
                    <a:pt x="7973" y="12925"/>
                    <a:pt x="7772" y="12458"/>
                    <a:pt x="7472" y="12057"/>
                  </a:cubicBezTo>
                  <a:cubicBezTo>
                    <a:pt x="7305" y="11824"/>
                    <a:pt x="7139" y="11624"/>
                    <a:pt x="6938" y="11424"/>
                  </a:cubicBezTo>
                  <a:lnTo>
                    <a:pt x="6538" y="11157"/>
                  </a:lnTo>
                  <a:lnTo>
                    <a:pt x="6471" y="11123"/>
                  </a:lnTo>
                  <a:lnTo>
                    <a:pt x="6505" y="11123"/>
                  </a:lnTo>
                  <a:lnTo>
                    <a:pt x="6471" y="11090"/>
                  </a:lnTo>
                  <a:lnTo>
                    <a:pt x="6305" y="10957"/>
                  </a:lnTo>
                  <a:cubicBezTo>
                    <a:pt x="6105" y="10790"/>
                    <a:pt x="5838" y="10656"/>
                    <a:pt x="5638" y="10556"/>
                  </a:cubicBezTo>
                  <a:cubicBezTo>
                    <a:pt x="5371" y="10456"/>
                    <a:pt x="5171" y="10390"/>
                    <a:pt x="4937" y="10290"/>
                  </a:cubicBezTo>
                  <a:cubicBezTo>
                    <a:pt x="3970" y="9956"/>
                    <a:pt x="3036" y="9923"/>
                    <a:pt x="2335" y="9589"/>
                  </a:cubicBezTo>
                  <a:cubicBezTo>
                    <a:pt x="1601" y="9289"/>
                    <a:pt x="1134" y="8722"/>
                    <a:pt x="934" y="7988"/>
                  </a:cubicBezTo>
                  <a:cubicBezTo>
                    <a:pt x="867" y="7821"/>
                    <a:pt x="834" y="7621"/>
                    <a:pt x="801" y="7454"/>
                  </a:cubicBezTo>
                  <a:cubicBezTo>
                    <a:pt x="767" y="7287"/>
                    <a:pt x="767" y="7121"/>
                    <a:pt x="701" y="6954"/>
                  </a:cubicBezTo>
                  <a:cubicBezTo>
                    <a:pt x="667" y="6620"/>
                    <a:pt x="701" y="6320"/>
                    <a:pt x="767" y="5986"/>
                  </a:cubicBezTo>
                  <a:cubicBezTo>
                    <a:pt x="934" y="5319"/>
                    <a:pt x="1168" y="4786"/>
                    <a:pt x="1435" y="4252"/>
                  </a:cubicBezTo>
                  <a:cubicBezTo>
                    <a:pt x="1935" y="3151"/>
                    <a:pt x="2202" y="2150"/>
                    <a:pt x="2102" y="1450"/>
                  </a:cubicBezTo>
                  <a:cubicBezTo>
                    <a:pt x="2035" y="1283"/>
                    <a:pt x="2035" y="1116"/>
                    <a:pt x="2002" y="983"/>
                  </a:cubicBezTo>
                  <a:cubicBezTo>
                    <a:pt x="1968" y="883"/>
                    <a:pt x="1935" y="749"/>
                    <a:pt x="1868" y="649"/>
                  </a:cubicBezTo>
                  <a:cubicBezTo>
                    <a:pt x="1835" y="483"/>
                    <a:pt x="1801" y="416"/>
                    <a:pt x="1801" y="416"/>
                  </a:cubicBezTo>
                  <a:cubicBezTo>
                    <a:pt x="1649" y="125"/>
                    <a:pt x="1485" y="1"/>
                    <a:pt x="13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74" name="Google Shape;1774;p14"/>
            <p:cNvSpPr/>
            <p:nvPr/>
          </p:nvSpPr>
          <p:spPr>
            <a:xfrm flipH="1">
              <a:off x="-1849972" y="679061"/>
              <a:ext cx="732766" cy="593688"/>
            </a:xfrm>
            <a:custGeom>
              <a:avLst/>
              <a:gdLst/>
              <a:ahLst/>
              <a:cxnLst/>
              <a:rect l="l" t="t" r="r" b="b"/>
              <a:pathLst>
                <a:path w="32524" h="26351" extrusionOk="0">
                  <a:moveTo>
                    <a:pt x="80" y="0"/>
                  </a:moveTo>
                  <a:lnTo>
                    <a:pt x="80" y="0"/>
                  </a:lnTo>
                  <a:cubicBezTo>
                    <a:pt x="6" y="0"/>
                    <a:pt x="1" y="141"/>
                    <a:pt x="115" y="369"/>
                  </a:cubicBezTo>
                  <a:cubicBezTo>
                    <a:pt x="115" y="369"/>
                    <a:pt x="181" y="436"/>
                    <a:pt x="215" y="602"/>
                  </a:cubicBezTo>
                  <a:cubicBezTo>
                    <a:pt x="248" y="669"/>
                    <a:pt x="281" y="802"/>
                    <a:pt x="348" y="936"/>
                  </a:cubicBezTo>
                  <a:cubicBezTo>
                    <a:pt x="381" y="1103"/>
                    <a:pt x="415" y="1269"/>
                    <a:pt x="448" y="1470"/>
                  </a:cubicBezTo>
                  <a:cubicBezTo>
                    <a:pt x="548" y="1870"/>
                    <a:pt x="548" y="2504"/>
                    <a:pt x="415" y="3304"/>
                  </a:cubicBezTo>
                  <a:cubicBezTo>
                    <a:pt x="348" y="3671"/>
                    <a:pt x="248" y="4138"/>
                    <a:pt x="181" y="4672"/>
                  </a:cubicBezTo>
                  <a:cubicBezTo>
                    <a:pt x="81" y="5172"/>
                    <a:pt x="48" y="5806"/>
                    <a:pt x="215" y="6473"/>
                  </a:cubicBezTo>
                  <a:cubicBezTo>
                    <a:pt x="248" y="6607"/>
                    <a:pt x="281" y="6840"/>
                    <a:pt x="381" y="7207"/>
                  </a:cubicBezTo>
                  <a:cubicBezTo>
                    <a:pt x="415" y="7374"/>
                    <a:pt x="515" y="7607"/>
                    <a:pt x="582" y="7841"/>
                  </a:cubicBezTo>
                  <a:cubicBezTo>
                    <a:pt x="682" y="8108"/>
                    <a:pt x="782" y="8341"/>
                    <a:pt x="1049" y="8608"/>
                  </a:cubicBezTo>
                  <a:cubicBezTo>
                    <a:pt x="1282" y="8842"/>
                    <a:pt x="1616" y="8975"/>
                    <a:pt x="1949" y="9042"/>
                  </a:cubicBezTo>
                  <a:cubicBezTo>
                    <a:pt x="2283" y="9142"/>
                    <a:pt x="2683" y="9209"/>
                    <a:pt x="3017" y="9309"/>
                  </a:cubicBezTo>
                  <a:cubicBezTo>
                    <a:pt x="3684" y="9542"/>
                    <a:pt x="4418" y="9842"/>
                    <a:pt x="5051" y="10443"/>
                  </a:cubicBezTo>
                  <a:cubicBezTo>
                    <a:pt x="5385" y="10676"/>
                    <a:pt x="5685" y="11010"/>
                    <a:pt x="6019" y="11310"/>
                  </a:cubicBezTo>
                  <a:cubicBezTo>
                    <a:pt x="6352" y="11610"/>
                    <a:pt x="6619" y="11977"/>
                    <a:pt x="6953" y="12311"/>
                  </a:cubicBezTo>
                  <a:cubicBezTo>
                    <a:pt x="7120" y="12478"/>
                    <a:pt x="7286" y="12644"/>
                    <a:pt x="7520" y="12811"/>
                  </a:cubicBezTo>
                  <a:lnTo>
                    <a:pt x="7787" y="13045"/>
                  </a:lnTo>
                  <a:cubicBezTo>
                    <a:pt x="7887" y="13145"/>
                    <a:pt x="8020" y="13178"/>
                    <a:pt x="8087" y="13278"/>
                  </a:cubicBezTo>
                  <a:cubicBezTo>
                    <a:pt x="8287" y="13378"/>
                    <a:pt x="8521" y="13545"/>
                    <a:pt x="8721" y="13645"/>
                  </a:cubicBezTo>
                  <a:lnTo>
                    <a:pt x="9054" y="13812"/>
                  </a:lnTo>
                  <a:lnTo>
                    <a:pt x="9221" y="13879"/>
                  </a:lnTo>
                  <a:lnTo>
                    <a:pt x="9288" y="13945"/>
                  </a:lnTo>
                  <a:cubicBezTo>
                    <a:pt x="9355" y="13945"/>
                    <a:pt x="9388" y="13979"/>
                    <a:pt x="9421" y="13979"/>
                  </a:cubicBezTo>
                  <a:cubicBezTo>
                    <a:pt x="9922" y="14145"/>
                    <a:pt x="10455" y="14145"/>
                    <a:pt x="10922" y="14145"/>
                  </a:cubicBezTo>
                  <a:cubicBezTo>
                    <a:pt x="11389" y="14145"/>
                    <a:pt x="11856" y="14145"/>
                    <a:pt x="12290" y="14212"/>
                  </a:cubicBezTo>
                  <a:lnTo>
                    <a:pt x="12457" y="14279"/>
                  </a:lnTo>
                  <a:lnTo>
                    <a:pt x="12557" y="14279"/>
                  </a:lnTo>
                  <a:lnTo>
                    <a:pt x="12790" y="14446"/>
                  </a:lnTo>
                  <a:cubicBezTo>
                    <a:pt x="12957" y="14546"/>
                    <a:pt x="13091" y="14712"/>
                    <a:pt x="13257" y="14879"/>
                  </a:cubicBezTo>
                  <a:cubicBezTo>
                    <a:pt x="13591" y="15213"/>
                    <a:pt x="13858" y="15613"/>
                    <a:pt x="14225" y="15880"/>
                  </a:cubicBezTo>
                  <a:lnTo>
                    <a:pt x="14592" y="16147"/>
                  </a:lnTo>
                  <a:cubicBezTo>
                    <a:pt x="14725" y="16214"/>
                    <a:pt x="14859" y="16280"/>
                    <a:pt x="14925" y="16314"/>
                  </a:cubicBezTo>
                  <a:lnTo>
                    <a:pt x="14892" y="16314"/>
                  </a:lnTo>
                  <a:cubicBezTo>
                    <a:pt x="15959" y="16881"/>
                    <a:pt x="17260" y="17214"/>
                    <a:pt x="18595" y="17214"/>
                  </a:cubicBezTo>
                  <a:cubicBezTo>
                    <a:pt x="18722" y="17221"/>
                    <a:pt x="18849" y="17224"/>
                    <a:pt x="18977" y="17224"/>
                  </a:cubicBezTo>
                  <a:cubicBezTo>
                    <a:pt x="20156" y="17224"/>
                    <a:pt x="21357" y="16968"/>
                    <a:pt x="22531" y="16847"/>
                  </a:cubicBezTo>
                  <a:cubicBezTo>
                    <a:pt x="22962" y="16791"/>
                    <a:pt x="23402" y="16761"/>
                    <a:pt x="23840" y="16761"/>
                  </a:cubicBezTo>
                  <a:cubicBezTo>
                    <a:pt x="24688" y="16761"/>
                    <a:pt x="25530" y="16872"/>
                    <a:pt x="26300" y="17114"/>
                  </a:cubicBezTo>
                  <a:cubicBezTo>
                    <a:pt x="27468" y="17481"/>
                    <a:pt x="28535" y="18148"/>
                    <a:pt x="29402" y="18849"/>
                  </a:cubicBezTo>
                  <a:cubicBezTo>
                    <a:pt x="30270" y="19616"/>
                    <a:pt x="30903" y="20483"/>
                    <a:pt x="31370" y="21317"/>
                  </a:cubicBezTo>
                  <a:cubicBezTo>
                    <a:pt x="31804" y="22184"/>
                    <a:pt x="32071" y="22985"/>
                    <a:pt x="32204" y="23686"/>
                  </a:cubicBezTo>
                  <a:cubicBezTo>
                    <a:pt x="32238" y="24086"/>
                    <a:pt x="32304" y="24353"/>
                    <a:pt x="32304" y="24653"/>
                  </a:cubicBezTo>
                  <a:cubicBezTo>
                    <a:pt x="32371" y="24953"/>
                    <a:pt x="32371" y="25153"/>
                    <a:pt x="32371" y="25353"/>
                  </a:cubicBezTo>
                  <a:lnTo>
                    <a:pt x="32371" y="25820"/>
                  </a:lnTo>
                  <a:lnTo>
                    <a:pt x="32371" y="25987"/>
                  </a:lnTo>
                  <a:cubicBezTo>
                    <a:pt x="32371" y="26226"/>
                    <a:pt x="32417" y="26351"/>
                    <a:pt x="32453" y="26351"/>
                  </a:cubicBezTo>
                  <a:cubicBezTo>
                    <a:pt x="32494" y="26351"/>
                    <a:pt x="32523" y="26201"/>
                    <a:pt x="32471" y="25887"/>
                  </a:cubicBezTo>
                  <a:lnTo>
                    <a:pt x="32471" y="25720"/>
                  </a:lnTo>
                  <a:lnTo>
                    <a:pt x="32471" y="25287"/>
                  </a:lnTo>
                  <a:cubicBezTo>
                    <a:pt x="32471" y="25053"/>
                    <a:pt x="32471" y="24820"/>
                    <a:pt x="32438" y="24519"/>
                  </a:cubicBezTo>
                  <a:cubicBezTo>
                    <a:pt x="32438" y="24219"/>
                    <a:pt x="32371" y="23952"/>
                    <a:pt x="32304" y="23552"/>
                  </a:cubicBezTo>
                  <a:cubicBezTo>
                    <a:pt x="32204" y="22852"/>
                    <a:pt x="31937" y="21984"/>
                    <a:pt x="31470" y="21117"/>
                  </a:cubicBezTo>
                  <a:cubicBezTo>
                    <a:pt x="31037" y="20183"/>
                    <a:pt x="30403" y="19316"/>
                    <a:pt x="29469" y="18515"/>
                  </a:cubicBezTo>
                  <a:cubicBezTo>
                    <a:pt x="28602" y="17715"/>
                    <a:pt x="27534" y="17047"/>
                    <a:pt x="26267" y="16647"/>
                  </a:cubicBezTo>
                  <a:cubicBezTo>
                    <a:pt x="25434" y="16355"/>
                    <a:pt x="24526" y="16244"/>
                    <a:pt x="23614" y="16244"/>
                  </a:cubicBezTo>
                  <a:cubicBezTo>
                    <a:pt x="23173" y="16244"/>
                    <a:pt x="22732" y="16270"/>
                    <a:pt x="22297" y="16314"/>
                  </a:cubicBezTo>
                  <a:cubicBezTo>
                    <a:pt x="21050" y="16438"/>
                    <a:pt x="19861" y="16650"/>
                    <a:pt x="18677" y="16650"/>
                  </a:cubicBezTo>
                  <a:cubicBezTo>
                    <a:pt x="18594" y="16650"/>
                    <a:pt x="18511" y="16649"/>
                    <a:pt x="18428" y="16647"/>
                  </a:cubicBezTo>
                  <a:cubicBezTo>
                    <a:pt x="17127" y="16647"/>
                    <a:pt x="15926" y="16314"/>
                    <a:pt x="14925" y="15780"/>
                  </a:cubicBezTo>
                  <a:lnTo>
                    <a:pt x="14892" y="15780"/>
                  </a:lnTo>
                  <a:lnTo>
                    <a:pt x="14625" y="15646"/>
                  </a:lnTo>
                  <a:cubicBezTo>
                    <a:pt x="14558" y="15613"/>
                    <a:pt x="14425" y="15513"/>
                    <a:pt x="14358" y="15446"/>
                  </a:cubicBezTo>
                  <a:cubicBezTo>
                    <a:pt x="14025" y="15146"/>
                    <a:pt x="13758" y="14813"/>
                    <a:pt x="13424" y="14479"/>
                  </a:cubicBezTo>
                  <a:cubicBezTo>
                    <a:pt x="13291" y="14312"/>
                    <a:pt x="13091" y="14145"/>
                    <a:pt x="12924" y="13979"/>
                  </a:cubicBezTo>
                  <a:lnTo>
                    <a:pt x="12590" y="13712"/>
                  </a:lnTo>
                  <a:cubicBezTo>
                    <a:pt x="12590" y="13678"/>
                    <a:pt x="12524" y="13678"/>
                    <a:pt x="12457" y="13678"/>
                  </a:cubicBezTo>
                  <a:lnTo>
                    <a:pt x="12390" y="13678"/>
                  </a:lnTo>
                  <a:lnTo>
                    <a:pt x="12223" y="13645"/>
                  </a:lnTo>
                  <a:cubicBezTo>
                    <a:pt x="11723" y="13545"/>
                    <a:pt x="11223" y="13545"/>
                    <a:pt x="10756" y="13545"/>
                  </a:cubicBezTo>
                  <a:cubicBezTo>
                    <a:pt x="10255" y="13545"/>
                    <a:pt x="9788" y="13545"/>
                    <a:pt x="9388" y="13445"/>
                  </a:cubicBezTo>
                  <a:lnTo>
                    <a:pt x="9355" y="13445"/>
                  </a:lnTo>
                  <a:lnTo>
                    <a:pt x="9254" y="13378"/>
                  </a:lnTo>
                  <a:lnTo>
                    <a:pt x="9088" y="13311"/>
                  </a:lnTo>
                  <a:lnTo>
                    <a:pt x="8754" y="13145"/>
                  </a:lnTo>
                  <a:cubicBezTo>
                    <a:pt x="8554" y="13045"/>
                    <a:pt x="8387" y="12945"/>
                    <a:pt x="8187" y="12811"/>
                  </a:cubicBezTo>
                  <a:cubicBezTo>
                    <a:pt x="8087" y="12778"/>
                    <a:pt x="7954" y="12711"/>
                    <a:pt x="7887" y="12644"/>
                  </a:cubicBezTo>
                  <a:lnTo>
                    <a:pt x="7620" y="12444"/>
                  </a:lnTo>
                  <a:cubicBezTo>
                    <a:pt x="7453" y="12311"/>
                    <a:pt x="7286" y="12144"/>
                    <a:pt x="7120" y="11977"/>
                  </a:cubicBezTo>
                  <a:cubicBezTo>
                    <a:pt x="6786" y="11644"/>
                    <a:pt x="6519" y="11310"/>
                    <a:pt x="6186" y="10976"/>
                  </a:cubicBezTo>
                  <a:cubicBezTo>
                    <a:pt x="5852" y="10643"/>
                    <a:pt x="5518" y="10309"/>
                    <a:pt x="5185" y="10042"/>
                  </a:cubicBezTo>
                  <a:cubicBezTo>
                    <a:pt x="5018" y="9876"/>
                    <a:pt x="4851" y="9776"/>
                    <a:pt x="4685" y="9642"/>
                  </a:cubicBezTo>
                  <a:cubicBezTo>
                    <a:pt x="4518" y="9509"/>
                    <a:pt x="4351" y="9375"/>
                    <a:pt x="4117" y="9309"/>
                  </a:cubicBezTo>
                  <a:cubicBezTo>
                    <a:pt x="3751" y="9142"/>
                    <a:pt x="3384" y="9008"/>
                    <a:pt x="3017" y="8875"/>
                  </a:cubicBezTo>
                  <a:cubicBezTo>
                    <a:pt x="2283" y="8708"/>
                    <a:pt x="1582" y="8675"/>
                    <a:pt x="1215" y="8308"/>
                  </a:cubicBezTo>
                  <a:cubicBezTo>
                    <a:pt x="1015" y="8108"/>
                    <a:pt x="882" y="7874"/>
                    <a:pt x="782" y="7674"/>
                  </a:cubicBezTo>
                  <a:cubicBezTo>
                    <a:pt x="715" y="7474"/>
                    <a:pt x="615" y="7274"/>
                    <a:pt x="582" y="7107"/>
                  </a:cubicBezTo>
                  <a:cubicBezTo>
                    <a:pt x="515" y="6707"/>
                    <a:pt x="448" y="6473"/>
                    <a:pt x="415" y="6340"/>
                  </a:cubicBezTo>
                  <a:cubicBezTo>
                    <a:pt x="248" y="5706"/>
                    <a:pt x="281" y="5139"/>
                    <a:pt x="381" y="4639"/>
                  </a:cubicBezTo>
                  <a:cubicBezTo>
                    <a:pt x="448" y="4138"/>
                    <a:pt x="548" y="3671"/>
                    <a:pt x="615" y="3271"/>
                  </a:cubicBezTo>
                  <a:cubicBezTo>
                    <a:pt x="748" y="2437"/>
                    <a:pt x="748" y="1803"/>
                    <a:pt x="682" y="1336"/>
                  </a:cubicBezTo>
                  <a:cubicBezTo>
                    <a:pt x="615" y="1136"/>
                    <a:pt x="582" y="969"/>
                    <a:pt x="548" y="802"/>
                  </a:cubicBezTo>
                  <a:cubicBezTo>
                    <a:pt x="515" y="669"/>
                    <a:pt x="448" y="536"/>
                    <a:pt x="415" y="469"/>
                  </a:cubicBezTo>
                  <a:cubicBezTo>
                    <a:pt x="381" y="302"/>
                    <a:pt x="348" y="269"/>
                    <a:pt x="348" y="269"/>
                  </a:cubicBezTo>
                  <a:cubicBezTo>
                    <a:pt x="233" y="82"/>
                    <a:pt x="136" y="0"/>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75" name="Google Shape;1775;p14"/>
            <p:cNvSpPr/>
            <p:nvPr/>
          </p:nvSpPr>
          <p:spPr>
            <a:xfrm flipH="1">
              <a:off x="-1877188" y="625169"/>
              <a:ext cx="1574329" cy="3117792"/>
            </a:xfrm>
            <a:custGeom>
              <a:avLst/>
              <a:gdLst/>
              <a:ahLst/>
              <a:cxnLst/>
              <a:rect l="l" t="t" r="r" b="b"/>
              <a:pathLst>
                <a:path w="69877" h="138384" extrusionOk="0">
                  <a:moveTo>
                    <a:pt x="14034" y="0"/>
                  </a:moveTo>
                  <a:cubicBezTo>
                    <a:pt x="13967" y="0"/>
                    <a:pt x="13860" y="484"/>
                    <a:pt x="13777" y="1460"/>
                  </a:cubicBezTo>
                  <a:cubicBezTo>
                    <a:pt x="13777" y="1460"/>
                    <a:pt x="13744" y="1560"/>
                    <a:pt x="13710" y="1860"/>
                  </a:cubicBezTo>
                  <a:cubicBezTo>
                    <a:pt x="13677" y="2027"/>
                    <a:pt x="13610" y="2194"/>
                    <a:pt x="13577" y="2461"/>
                  </a:cubicBezTo>
                  <a:cubicBezTo>
                    <a:pt x="13510" y="2661"/>
                    <a:pt x="13410" y="2961"/>
                    <a:pt x="13343" y="3228"/>
                  </a:cubicBezTo>
                  <a:cubicBezTo>
                    <a:pt x="13110" y="3862"/>
                    <a:pt x="12776" y="4629"/>
                    <a:pt x="12176" y="5396"/>
                  </a:cubicBezTo>
                  <a:cubicBezTo>
                    <a:pt x="11542" y="6197"/>
                    <a:pt x="10575" y="6997"/>
                    <a:pt x="9374" y="7831"/>
                  </a:cubicBezTo>
                  <a:cubicBezTo>
                    <a:pt x="8206" y="8665"/>
                    <a:pt x="6772" y="9699"/>
                    <a:pt x="5671" y="11334"/>
                  </a:cubicBezTo>
                  <a:cubicBezTo>
                    <a:pt x="5404" y="11734"/>
                    <a:pt x="5071" y="12134"/>
                    <a:pt x="4904" y="12668"/>
                  </a:cubicBezTo>
                  <a:cubicBezTo>
                    <a:pt x="4737" y="13168"/>
                    <a:pt x="4737" y="13735"/>
                    <a:pt x="4770" y="14302"/>
                  </a:cubicBezTo>
                  <a:cubicBezTo>
                    <a:pt x="4904" y="15403"/>
                    <a:pt x="5237" y="16537"/>
                    <a:pt x="5438" y="17705"/>
                  </a:cubicBezTo>
                  <a:cubicBezTo>
                    <a:pt x="5571" y="18339"/>
                    <a:pt x="5604" y="18906"/>
                    <a:pt x="5504" y="19540"/>
                  </a:cubicBezTo>
                  <a:cubicBezTo>
                    <a:pt x="5404" y="20173"/>
                    <a:pt x="5037" y="20674"/>
                    <a:pt x="4537" y="21141"/>
                  </a:cubicBezTo>
                  <a:cubicBezTo>
                    <a:pt x="3570" y="22008"/>
                    <a:pt x="2235" y="22575"/>
                    <a:pt x="1068" y="23576"/>
                  </a:cubicBezTo>
                  <a:cubicBezTo>
                    <a:pt x="768" y="23843"/>
                    <a:pt x="534" y="24176"/>
                    <a:pt x="334" y="24510"/>
                  </a:cubicBezTo>
                  <a:lnTo>
                    <a:pt x="201" y="24810"/>
                  </a:lnTo>
                  <a:cubicBezTo>
                    <a:pt x="167" y="24877"/>
                    <a:pt x="167" y="25010"/>
                    <a:pt x="100" y="25077"/>
                  </a:cubicBezTo>
                  <a:cubicBezTo>
                    <a:pt x="34" y="25310"/>
                    <a:pt x="34" y="25510"/>
                    <a:pt x="34" y="25711"/>
                  </a:cubicBezTo>
                  <a:cubicBezTo>
                    <a:pt x="0" y="26545"/>
                    <a:pt x="334" y="27345"/>
                    <a:pt x="668" y="28079"/>
                  </a:cubicBezTo>
                  <a:cubicBezTo>
                    <a:pt x="1001" y="28846"/>
                    <a:pt x="1435" y="29547"/>
                    <a:pt x="1835" y="30314"/>
                  </a:cubicBezTo>
                  <a:cubicBezTo>
                    <a:pt x="2235" y="31048"/>
                    <a:pt x="2569" y="31882"/>
                    <a:pt x="2569" y="32716"/>
                  </a:cubicBezTo>
                  <a:cubicBezTo>
                    <a:pt x="2602" y="33316"/>
                    <a:pt x="2502" y="34250"/>
                    <a:pt x="1902" y="35484"/>
                  </a:cubicBezTo>
                  <a:cubicBezTo>
                    <a:pt x="1668" y="36051"/>
                    <a:pt x="1268" y="36718"/>
                    <a:pt x="934" y="37486"/>
                  </a:cubicBezTo>
                  <a:cubicBezTo>
                    <a:pt x="601" y="38220"/>
                    <a:pt x="201" y="39087"/>
                    <a:pt x="234" y="40154"/>
                  </a:cubicBezTo>
                  <a:cubicBezTo>
                    <a:pt x="334" y="40688"/>
                    <a:pt x="534" y="41155"/>
                    <a:pt x="668" y="41655"/>
                  </a:cubicBezTo>
                  <a:cubicBezTo>
                    <a:pt x="768" y="42156"/>
                    <a:pt x="934" y="42656"/>
                    <a:pt x="1168" y="43156"/>
                  </a:cubicBezTo>
                  <a:cubicBezTo>
                    <a:pt x="1368" y="43657"/>
                    <a:pt x="1535" y="44191"/>
                    <a:pt x="1768" y="44691"/>
                  </a:cubicBezTo>
                  <a:cubicBezTo>
                    <a:pt x="2035" y="45191"/>
                    <a:pt x="2269" y="45725"/>
                    <a:pt x="2569" y="46259"/>
                  </a:cubicBezTo>
                  <a:cubicBezTo>
                    <a:pt x="3703" y="48394"/>
                    <a:pt x="5371" y="50495"/>
                    <a:pt x="7539" y="52196"/>
                  </a:cubicBezTo>
                  <a:cubicBezTo>
                    <a:pt x="8673" y="53030"/>
                    <a:pt x="9841" y="53764"/>
                    <a:pt x="11175" y="54364"/>
                  </a:cubicBezTo>
                  <a:cubicBezTo>
                    <a:pt x="12509" y="54932"/>
                    <a:pt x="13877" y="55432"/>
                    <a:pt x="15345" y="55732"/>
                  </a:cubicBezTo>
                  <a:cubicBezTo>
                    <a:pt x="15678" y="55832"/>
                    <a:pt x="16045" y="55866"/>
                    <a:pt x="16412" y="55932"/>
                  </a:cubicBezTo>
                  <a:cubicBezTo>
                    <a:pt x="16746" y="55999"/>
                    <a:pt x="17113" y="56066"/>
                    <a:pt x="17513" y="56099"/>
                  </a:cubicBezTo>
                  <a:cubicBezTo>
                    <a:pt x="17880" y="56199"/>
                    <a:pt x="18247" y="56232"/>
                    <a:pt x="18614" y="56266"/>
                  </a:cubicBezTo>
                  <a:cubicBezTo>
                    <a:pt x="19014" y="56333"/>
                    <a:pt x="19381" y="56366"/>
                    <a:pt x="19748" y="56366"/>
                  </a:cubicBezTo>
                  <a:cubicBezTo>
                    <a:pt x="21249" y="56433"/>
                    <a:pt x="22750" y="56533"/>
                    <a:pt x="24218" y="56833"/>
                  </a:cubicBezTo>
                  <a:cubicBezTo>
                    <a:pt x="24918" y="56933"/>
                    <a:pt x="25619" y="57200"/>
                    <a:pt x="26353" y="57433"/>
                  </a:cubicBezTo>
                  <a:cubicBezTo>
                    <a:pt x="27020" y="57734"/>
                    <a:pt x="27720" y="58067"/>
                    <a:pt x="28287" y="58501"/>
                  </a:cubicBezTo>
                  <a:cubicBezTo>
                    <a:pt x="28921" y="58868"/>
                    <a:pt x="29455" y="59368"/>
                    <a:pt x="30022" y="59868"/>
                  </a:cubicBezTo>
                  <a:lnTo>
                    <a:pt x="30856" y="60669"/>
                  </a:lnTo>
                  <a:cubicBezTo>
                    <a:pt x="31123" y="60902"/>
                    <a:pt x="31423" y="61169"/>
                    <a:pt x="31723" y="61369"/>
                  </a:cubicBezTo>
                  <a:cubicBezTo>
                    <a:pt x="32924" y="62270"/>
                    <a:pt x="34225" y="63037"/>
                    <a:pt x="35392" y="63871"/>
                  </a:cubicBezTo>
                  <a:cubicBezTo>
                    <a:pt x="36560" y="64672"/>
                    <a:pt x="37594" y="65673"/>
                    <a:pt x="38194" y="66873"/>
                  </a:cubicBezTo>
                  <a:cubicBezTo>
                    <a:pt x="38561" y="67574"/>
                    <a:pt x="38728" y="68374"/>
                    <a:pt x="38861" y="69175"/>
                  </a:cubicBezTo>
                  <a:cubicBezTo>
                    <a:pt x="38928" y="69942"/>
                    <a:pt x="38928" y="70709"/>
                    <a:pt x="38928" y="71443"/>
                  </a:cubicBezTo>
                  <a:cubicBezTo>
                    <a:pt x="38895" y="72211"/>
                    <a:pt x="38928" y="72911"/>
                    <a:pt x="39028" y="73545"/>
                  </a:cubicBezTo>
                  <a:cubicBezTo>
                    <a:pt x="39095" y="73878"/>
                    <a:pt x="39128" y="74179"/>
                    <a:pt x="39228" y="74412"/>
                  </a:cubicBezTo>
                  <a:cubicBezTo>
                    <a:pt x="39328" y="74712"/>
                    <a:pt x="39395" y="74913"/>
                    <a:pt x="39462" y="75113"/>
                  </a:cubicBezTo>
                  <a:cubicBezTo>
                    <a:pt x="39896" y="76314"/>
                    <a:pt x="40729" y="77281"/>
                    <a:pt x="41263" y="78315"/>
                  </a:cubicBezTo>
                  <a:cubicBezTo>
                    <a:pt x="41563" y="78882"/>
                    <a:pt x="41764" y="79416"/>
                    <a:pt x="41830" y="79983"/>
                  </a:cubicBezTo>
                  <a:cubicBezTo>
                    <a:pt x="41864" y="80550"/>
                    <a:pt x="41730" y="81150"/>
                    <a:pt x="41563" y="81717"/>
                  </a:cubicBezTo>
                  <a:cubicBezTo>
                    <a:pt x="41397" y="82251"/>
                    <a:pt x="41063" y="82751"/>
                    <a:pt x="40629" y="83152"/>
                  </a:cubicBezTo>
                  <a:cubicBezTo>
                    <a:pt x="40229" y="83585"/>
                    <a:pt x="39695" y="83886"/>
                    <a:pt x="39128" y="84119"/>
                  </a:cubicBezTo>
                  <a:cubicBezTo>
                    <a:pt x="38061" y="84586"/>
                    <a:pt x="36827" y="84886"/>
                    <a:pt x="35626" y="85387"/>
                  </a:cubicBezTo>
                  <a:cubicBezTo>
                    <a:pt x="35059" y="85620"/>
                    <a:pt x="34458" y="85954"/>
                    <a:pt x="33958" y="86387"/>
                  </a:cubicBezTo>
                  <a:cubicBezTo>
                    <a:pt x="33724" y="86588"/>
                    <a:pt x="33524" y="86854"/>
                    <a:pt x="33291" y="87088"/>
                  </a:cubicBezTo>
                  <a:cubicBezTo>
                    <a:pt x="33091" y="87321"/>
                    <a:pt x="32891" y="87622"/>
                    <a:pt x="32724" y="87888"/>
                  </a:cubicBezTo>
                  <a:cubicBezTo>
                    <a:pt x="32390" y="88422"/>
                    <a:pt x="32090" y="88989"/>
                    <a:pt x="31923" y="89623"/>
                  </a:cubicBezTo>
                  <a:cubicBezTo>
                    <a:pt x="31723" y="90257"/>
                    <a:pt x="31656" y="90924"/>
                    <a:pt x="31590" y="91558"/>
                  </a:cubicBezTo>
                  <a:cubicBezTo>
                    <a:pt x="31523" y="92825"/>
                    <a:pt x="31623" y="94093"/>
                    <a:pt x="31890" y="95327"/>
                  </a:cubicBezTo>
                  <a:cubicBezTo>
                    <a:pt x="32157" y="96595"/>
                    <a:pt x="32490" y="97796"/>
                    <a:pt x="32857" y="98963"/>
                  </a:cubicBezTo>
                  <a:cubicBezTo>
                    <a:pt x="33591" y="101331"/>
                    <a:pt x="34525" y="103633"/>
                    <a:pt x="35059" y="105968"/>
                  </a:cubicBezTo>
                  <a:cubicBezTo>
                    <a:pt x="35226" y="106568"/>
                    <a:pt x="35326" y="107169"/>
                    <a:pt x="35392" y="107769"/>
                  </a:cubicBezTo>
                  <a:cubicBezTo>
                    <a:pt x="35526" y="108403"/>
                    <a:pt x="35592" y="108970"/>
                    <a:pt x="35726" y="109571"/>
                  </a:cubicBezTo>
                  <a:cubicBezTo>
                    <a:pt x="35926" y="110772"/>
                    <a:pt x="36193" y="111939"/>
                    <a:pt x="36493" y="113073"/>
                  </a:cubicBezTo>
                  <a:cubicBezTo>
                    <a:pt x="37060" y="115375"/>
                    <a:pt x="37861" y="117576"/>
                    <a:pt x="38995" y="119544"/>
                  </a:cubicBezTo>
                  <a:cubicBezTo>
                    <a:pt x="40062" y="121546"/>
                    <a:pt x="41530" y="123247"/>
                    <a:pt x="43098" y="124615"/>
                  </a:cubicBezTo>
                  <a:cubicBezTo>
                    <a:pt x="44699" y="126049"/>
                    <a:pt x="46467" y="127083"/>
                    <a:pt x="48202" y="127984"/>
                  </a:cubicBezTo>
                  <a:cubicBezTo>
                    <a:pt x="49869" y="128951"/>
                    <a:pt x="51604" y="129652"/>
                    <a:pt x="53238" y="130285"/>
                  </a:cubicBezTo>
                  <a:cubicBezTo>
                    <a:pt x="54873" y="130853"/>
                    <a:pt x="56407" y="131420"/>
                    <a:pt x="57875" y="131920"/>
                  </a:cubicBezTo>
                  <a:cubicBezTo>
                    <a:pt x="59276" y="132420"/>
                    <a:pt x="60610" y="132887"/>
                    <a:pt x="61778" y="133354"/>
                  </a:cubicBezTo>
                  <a:cubicBezTo>
                    <a:pt x="64113" y="134322"/>
                    <a:pt x="65881" y="135322"/>
                    <a:pt x="67015" y="136156"/>
                  </a:cubicBezTo>
                  <a:cubicBezTo>
                    <a:pt x="67582" y="136557"/>
                    <a:pt x="67949" y="136924"/>
                    <a:pt x="68249" y="137124"/>
                  </a:cubicBezTo>
                  <a:cubicBezTo>
                    <a:pt x="68416" y="137257"/>
                    <a:pt x="68516" y="137324"/>
                    <a:pt x="68583" y="137391"/>
                  </a:cubicBezTo>
                  <a:lnTo>
                    <a:pt x="68683" y="137457"/>
                  </a:lnTo>
                  <a:cubicBezTo>
                    <a:pt x="69307" y="138066"/>
                    <a:pt x="69681" y="138383"/>
                    <a:pt x="69770" y="138383"/>
                  </a:cubicBezTo>
                  <a:cubicBezTo>
                    <a:pt x="69876" y="138383"/>
                    <a:pt x="69578" y="137933"/>
                    <a:pt x="68816" y="136990"/>
                  </a:cubicBezTo>
                  <a:cubicBezTo>
                    <a:pt x="68816" y="136990"/>
                    <a:pt x="68816" y="136957"/>
                    <a:pt x="68750" y="136924"/>
                  </a:cubicBezTo>
                  <a:cubicBezTo>
                    <a:pt x="68649" y="136890"/>
                    <a:pt x="68549" y="136790"/>
                    <a:pt x="68416" y="136657"/>
                  </a:cubicBezTo>
                  <a:cubicBezTo>
                    <a:pt x="68116" y="136423"/>
                    <a:pt x="67749" y="136056"/>
                    <a:pt x="67148" y="135656"/>
                  </a:cubicBezTo>
                  <a:cubicBezTo>
                    <a:pt x="66048" y="134822"/>
                    <a:pt x="64280" y="133788"/>
                    <a:pt x="61911" y="132821"/>
                  </a:cubicBezTo>
                  <a:cubicBezTo>
                    <a:pt x="60710" y="132320"/>
                    <a:pt x="59376" y="131820"/>
                    <a:pt x="57942" y="131320"/>
                  </a:cubicBezTo>
                  <a:cubicBezTo>
                    <a:pt x="56474" y="130819"/>
                    <a:pt x="54940" y="130319"/>
                    <a:pt x="53305" y="129718"/>
                  </a:cubicBezTo>
                  <a:cubicBezTo>
                    <a:pt x="51704" y="129085"/>
                    <a:pt x="49969" y="128384"/>
                    <a:pt x="48302" y="127417"/>
                  </a:cubicBezTo>
                  <a:cubicBezTo>
                    <a:pt x="46600" y="126483"/>
                    <a:pt x="44899" y="125449"/>
                    <a:pt x="43298" y="124081"/>
                  </a:cubicBezTo>
                  <a:cubicBezTo>
                    <a:pt x="41730" y="122713"/>
                    <a:pt x="40363" y="121046"/>
                    <a:pt x="39262" y="119077"/>
                  </a:cubicBezTo>
                  <a:cubicBezTo>
                    <a:pt x="38194" y="117109"/>
                    <a:pt x="37394" y="114941"/>
                    <a:pt x="36793" y="112706"/>
                  </a:cubicBezTo>
                  <a:cubicBezTo>
                    <a:pt x="36526" y="111572"/>
                    <a:pt x="36260" y="110405"/>
                    <a:pt x="36059" y="109237"/>
                  </a:cubicBezTo>
                  <a:cubicBezTo>
                    <a:pt x="35959" y="108637"/>
                    <a:pt x="35859" y="108070"/>
                    <a:pt x="35759" y="107469"/>
                  </a:cubicBezTo>
                  <a:cubicBezTo>
                    <a:pt x="35626" y="106902"/>
                    <a:pt x="35559" y="106302"/>
                    <a:pt x="35426" y="105701"/>
                  </a:cubicBezTo>
                  <a:cubicBezTo>
                    <a:pt x="34859" y="103299"/>
                    <a:pt x="33925" y="101031"/>
                    <a:pt x="33224" y="98629"/>
                  </a:cubicBezTo>
                  <a:cubicBezTo>
                    <a:pt x="32891" y="97462"/>
                    <a:pt x="32557" y="96261"/>
                    <a:pt x="32290" y="95060"/>
                  </a:cubicBezTo>
                  <a:cubicBezTo>
                    <a:pt x="32090" y="93859"/>
                    <a:pt x="31923" y="92592"/>
                    <a:pt x="32023" y="91391"/>
                  </a:cubicBezTo>
                  <a:cubicBezTo>
                    <a:pt x="32057" y="90791"/>
                    <a:pt x="32123" y="90190"/>
                    <a:pt x="32290" y="89590"/>
                  </a:cubicBezTo>
                  <a:cubicBezTo>
                    <a:pt x="32457" y="89023"/>
                    <a:pt x="32724" y="88422"/>
                    <a:pt x="33057" y="87922"/>
                  </a:cubicBezTo>
                  <a:cubicBezTo>
                    <a:pt x="33224" y="87688"/>
                    <a:pt x="33391" y="87421"/>
                    <a:pt x="33591" y="87221"/>
                  </a:cubicBezTo>
                  <a:cubicBezTo>
                    <a:pt x="33758" y="87021"/>
                    <a:pt x="34025" y="86788"/>
                    <a:pt x="34225" y="86588"/>
                  </a:cubicBezTo>
                  <a:cubicBezTo>
                    <a:pt x="34692" y="86221"/>
                    <a:pt x="35226" y="85920"/>
                    <a:pt x="35759" y="85687"/>
                  </a:cubicBezTo>
                  <a:cubicBezTo>
                    <a:pt x="36893" y="85220"/>
                    <a:pt x="38128" y="84920"/>
                    <a:pt x="39295" y="84419"/>
                  </a:cubicBezTo>
                  <a:cubicBezTo>
                    <a:pt x="39896" y="84186"/>
                    <a:pt x="40429" y="83852"/>
                    <a:pt x="40930" y="83385"/>
                  </a:cubicBezTo>
                  <a:cubicBezTo>
                    <a:pt x="41397" y="82952"/>
                    <a:pt x="41764" y="82385"/>
                    <a:pt x="41964" y="81751"/>
                  </a:cubicBezTo>
                  <a:cubicBezTo>
                    <a:pt x="42064" y="81417"/>
                    <a:pt x="42130" y="81117"/>
                    <a:pt x="42197" y="80783"/>
                  </a:cubicBezTo>
                  <a:cubicBezTo>
                    <a:pt x="42231" y="80517"/>
                    <a:pt x="42264" y="80183"/>
                    <a:pt x="42231" y="79849"/>
                  </a:cubicBezTo>
                  <a:cubicBezTo>
                    <a:pt x="42197" y="79182"/>
                    <a:pt x="41930" y="78548"/>
                    <a:pt x="41630" y="78015"/>
                  </a:cubicBezTo>
                  <a:cubicBezTo>
                    <a:pt x="41063" y="76914"/>
                    <a:pt x="40262" y="75947"/>
                    <a:pt x="39896" y="74879"/>
                  </a:cubicBezTo>
                  <a:cubicBezTo>
                    <a:pt x="39862" y="74712"/>
                    <a:pt x="39762" y="74512"/>
                    <a:pt x="39695" y="74245"/>
                  </a:cubicBezTo>
                  <a:cubicBezTo>
                    <a:pt x="39629" y="74012"/>
                    <a:pt x="39595" y="73745"/>
                    <a:pt x="39529" y="73445"/>
                  </a:cubicBezTo>
                  <a:cubicBezTo>
                    <a:pt x="39429" y="72878"/>
                    <a:pt x="39395" y="72211"/>
                    <a:pt x="39429" y="71443"/>
                  </a:cubicBezTo>
                  <a:cubicBezTo>
                    <a:pt x="39462" y="69942"/>
                    <a:pt x="39395" y="68174"/>
                    <a:pt x="38628" y="66607"/>
                  </a:cubicBezTo>
                  <a:cubicBezTo>
                    <a:pt x="38028" y="65272"/>
                    <a:pt x="36893" y="64238"/>
                    <a:pt x="35693" y="63404"/>
                  </a:cubicBezTo>
                  <a:cubicBezTo>
                    <a:pt x="34525" y="62570"/>
                    <a:pt x="33224" y="61836"/>
                    <a:pt x="32057" y="60936"/>
                  </a:cubicBezTo>
                  <a:cubicBezTo>
                    <a:pt x="31723" y="60702"/>
                    <a:pt x="31456" y="60502"/>
                    <a:pt x="31189" y="60235"/>
                  </a:cubicBezTo>
                  <a:lnTo>
                    <a:pt x="30355" y="59501"/>
                  </a:lnTo>
                  <a:cubicBezTo>
                    <a:pt x="29788" y="58934"/>
                    <a:pt x="29221" y="58434"/>
                    <a:pt x="28554" y="58034"/>
                  </a:cubicBezTo>
                  <a:cubicBezTo>
                    <a:pt x="27920" y="57567"/>
                    <a:pt x="27220" y="57233"/>
                    <a:pt x="26519" y="56933"/>
                  </a:cubicBezTo>
                  <a:cubicBezTo>
                    <a:pt x="25785" y="56666"/>
                    <a:pt x="25052" y="56433"/>
                    <a:pt x="24284" y="56266"/>
                  </a:cubicBezTo>
                  <a:cubicBezTo>
                    <a:pt x="22783" y="55932"/>
                    <a:pt x="21282" y="55899"/>
                    <a:pt x="19781" y="55832"/>
                  </a:cubicBezTo>
                  <a:cubicBezTo>
                    <a:pt x="19414" y="55832"/>
                    <a:pt x="19047" y="55765"/>
                    <a:pt x="18680" y="55732"/>
                  </a:cubicBezTo>
                  <a:cubicBezTo>
                    <a:pt x="18347" y="55699"/>
                    <a:pt x="17947" y="55665"/>
                    <a:pt x="17580" y="55599"/>
                  </a:cubicBezTo>
                  <a:cubicBezTo>
                    <a:pt x="17213" y="55565"/>
                    <a:pt x="16879" y="55532"/>
                    <a:pt x="16512" y="55432"/>
                  </a:cubicBezTo>
                  <a:cubicBezTo>
                    <a:pt x="16112" y="55365"/>
                    <a:pt x="15745" y="55332"/>
                    <a:pt x="15411" y="55232"/>
                  </a:cubicBezTo>
                  <a:cubicBezTo>
                    <a:pt x="14010" y="54932"/>
                    <a:pt x="12609" y="54431"/>
                    <a:pt x="11342" y="53897"/>
                  </a:cubicBezTo>
                  <a:cubicBezTo>
                    <a:pt x="10041" y="53364"/>
                    <a:pt x="8873" y="52597"/>
                    <a:pt x="7773" y="51829"/>
                  </a:cubicBezTo>
                  <a:cubicBezTo>
                    <a:pt x="5671" y="50161"/>
                    <a:pt x="4037" y="48093"/>
                    <a:pt x="2902" y="46025"/>
                  </a:cubicBezTo>
                  <a:cubicBezTo>
                    <a:pt x="2602" y="45525"/>
                    <a:pt x="2369" y="44991"/>
                    <a:pt x="2102" y="44491"/>
                  </a:cubicBezTo>
                  <a:cubicBezTo>
                    <a:pt x="1868" y="43990"/>
                    <a:pt x="1702" y="43423"/>
                    <a:pt x="1501" y="42923"/>
                  </a:cubicBezTo>
                  <a:cubicBezTo>
                    <a:pt x="1268" y="42423"/>
                    <a:pt x="1168" y="41922"/>
                    <a:pt x="1001" y="41422"/>
                  </a:cubicBezTo>
                  <a:cubicBezTo>
                    <a:pt x="868" y="40988"/>
                    <a:pt x="668" y="40488"/>
                    <a:pt x="601" y="40054"/>
                  </a:cubicBezTo>
                  <a:cubicBezTo>
                    <a:pt x="567" y="39187"/>
                    <a:pt x="934" y="38353"/>
                    <a:pt x="1268" y="37586"/>
                  </a:cubicBezTo>
                  <a:cubicBezTo>
                    <a:pt x="1602" y="36852"/>
                    <a:pt x="1935" y="36185"/>
                    <a:pt x="2235" y="35551"/>
                  </a:cubicBezTo>
                  <a:cubicBezTo>
                    <a:pt x="2836" y="34350"/>
                    <a:pt x="3003" y="33316"/>
                    <a:pt x="2902" y="32649"/>
                  </a:cubicBezTo>
                  <a:cubicBezTo>
                    <a:pt x="2869" y="31715"/>
                    <a:pt x="2502" y="30848"/>
                    <a:pt x="2102" y="30080"/>
                  </a:cubicBezTo>
                  <a:cubicBezTo>
                    <a:pt x="1735" y="29347"/>
                    <a:pt x="1268" y="28579"/>
                    <a:pt x="934" y="27879"/>
                  </a:cubicBezTo>
                  <a:cubicBezTo>
                    <a:pt x="601" y="27178"/>
                    <a:pt x="334" y="26411"/>
                    <a:pt x="367" y="25677"/>
                  </a:cubicBezTo>
                  <a:cubicBezTo>
                    <a:pt x="401" y="25510"/>
                    <a:pt x="401" y="25310"/>
                    <a:pt x="434" y="25144"/>
                  </a:cubicBezTo>
                  <a:cubicBezTo>
                    <a:pt x="501" y="25043"/>
                    <a:pt x="501" y="24977"/>
                    <a:pt x="534" y="24877"/>
                  </a:cubicBezTo>
                  <a:lnTo>
                    <a:pt x="668" y="24643"/>
                  </a:lnTo>
                  <a:cubicBezTo>
                    <a:pt x="834" y="24310"/>
                    <a:pt x="1068" y="24043"/>
                    <a:pt x="1335" y="23809"/>
                  </a:cubicBezTo>
                  <a:cubicBezTo>
                    <a:pt x="2402" y="22842"/>
                    <a:pt x="3736" y="22241"/>
                    <a:pt x="4770" y="21341"/>
                  </a:cubicBezTo>
                  <a:cubicBezTo>
                    <a:pt x="5037" y="21074"/>
                    <a:pt x="5237" y="20840"/>
                    <a:pt x="5471" y="20540"/>
                  </a:cubicBezTo>
                  <a:cubicBezTo>
                    <a:pt x="5538" y="20407"/>
                    <a:pt x="5638" y="20240"/>
                    <a:pt x="5704" y="20073"/>
                  </a:cubicBezTo>
                  <a:lnTo>
                    <a:pt x="5838" y="19573"/>
                  </a:lnTo>
                  <a:cubicBezTo>
                    <a:pt x="5971" y="18906"/>
                    <a:pt x="5871" y="18305"/>
                    <a:pt x="5805" y="17672"/>
                  </a:cubicBezTo>
                  <a:cubicBezTo>
                    <a:pt x="5571" y="16471"/>
                    <a:pt x="5237" y="15370"/>
                    <a:pt x="5137" y="14302"/>
                  </a:cubicBezTo>
                  <a:cubicBezTo>
                    <a:pt x="5037" y="13802"/>
                    <a:pt x="5037" y="13235"/>
                    <a:pt x="5204" y="12801"/>
                  </a:cubicBezTo>
                  <a:cubicBezTo>
                    <a:pt x="5338" y="12334"/>
                    <a:pt x="5671" y="11967"/>
                    <a:pt x="5905" y="11534"/>
                  </a:cubicBezTo>
                  <a:cubicBezTo>
                    <a:pt x="7005" y="9966"/>
                    <a:pt x="8373" y="8965"/>
                    <a:pt x="9541" y="8065"/>
                  </a:cubicBezTo>
                  <a:cubicBezTo>
                    <a:pt x="10741" y="7231"/>
                    <a:pt x="11742" y="6464"/>
                    <a:pt x="12376" y="5630"/>
                  </a:cubicBezTo>
                  <a:cubicBezTo>
                    <a:pt x="13043" y="4796"/>
                    <a:pt x="13377" y="3995"/>
                    <a:pt x="13577" y="3361"/>
                  </a:cubicBezTo>
                  <a:cubicBezTo>
                    <a:pt x="13677" y="3028"/>
                    <a:pt x="13777" y="2794"/>
                    <a:pt x="13844" y="2527"/>
                  </a:cubicBezTo>
                  <a:cubicBezTo>
                    <a:pt x="13910" y="2294"/>
                    <a:pt x="13910" y="2127"/>
                    <a:pt x="13944" y="1960"/>
                  </a:cubicBezTo>
                  <a:cubicBezTo>
                    <a:pt x="14010" y="1627"/>
                    <a:pt x="14044" y="1493"/>
                    <a:pt x="14044" y="1493"/>
                  </a:cubicBezTo>
                  <a:cubicBezTo>
                    <a:pt x="14128" y="501"/>
                    <a:pt x="14102" y="0"/>
                    <a:pt x="140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76" name="Google Shape;1776;p14"/>
            <p:cNvSpPr/>
            <p:nvPr/>
          </p:nvSpPr>
          <p:spPr>
            <a:xfrm flipH="1">
              <a:off x="-975538" y="1444901"/>
              <a:ext cx="457742" cy="310937"/>
            </a:xfrm>
            <a:custGeom>
              <a:avLst/>
              <a:gdLst/>
              <a:ahLst/>
              <a:cxnLst/>
              <a:rect l="l" t="t" r="r" b="b"/>
              <a:pathLst>
                <a:path w="20317" h="13801" extrusionOk="0">
                  <a:moveTo>
                    <a:pt x="167" y="0"/>
                  </a:moveTo>
                  <a:cubicBezTo>
                    <a:pt x="81" y="0"/>
                    <a:pt x="1" y="60"/>
                    <a:pt x="1" y="201"/>
                  </a:cubicBezTo>
                  <a:lnTo>
                    <a:pt x="1" y="568"/>
                  </a:lnTo>
                  <a:cubicBezTo>
                    <a:pt x="34" y="835"/>
                    <a:pt x="1" y="1168"/>
                    <a:pt x="34" y="1569"/>
                  </a:cubicBezTo>
                  <a:cubicBezTo>
                    <a:pt x="34" y="2469"/>
                    <a:pt x="201" y="3637"/>
                    <a:pt x="701" y="4904"/>
                  </a:cubicBezTo>
                  <a:cubicBezTo>
                    <a:pt x="1168" y="6205"/>
                    <a:pt x="2135" y="7506"/>
                    <a:pt x="3370" y="8407"/>
                  </a:cubicBezTo>
                  <a:cubicBezTo>
                    <a:pt x="4637" y="9341"/>
                    <a:pt x="6038" y="9908"/>
                    <a:pt x="7306" y="10308"/>
                  </a:cubicBezTo>
                  <a:cubicBezTo>
                    <a:pt x="9808" y="11109"/>
                    <a:pt x="13110" y="11509"/>
                    <a:pt x="15645" y="12143"/>
                  </a:cubicBezTo>
                  <a:cubicBezTo>
                    <a:pt x="16946" y="12477"/>
                    <a:pt x="18013" y="12843"/>
                    <a:pt x="18781" y="13177"/>
                  </a:cubicBezTo>
                  <a:cubicBezTo>
                    <a:pt x="19148" y="13344"/>
                    <a:pt x="19448" y="13477"/>
                    <a:pt x="19648" y="13611"/>
                  </a:cubicBezTo>
                  <a:cubicBezTo>
                    <a:pt x="19815" y="13711"/>
                    <a:pt x="19948" y="13777"/>
                    <a:pt x="19948" y="13777"/>
                  </a:cubicBezTo>
                  <a:cubicBezTo>
                    <a:pt x="19986" y="13793"/>
                    <a:pt x="20021" y="13801"/>
                    <a:pt x="20054" y="13801"/>
                  </a:cubicBezTo>
                  <a:cubicBezTo>
                    <a:pt x="20226" y="13801"/>
                    <a:pt x="20316" y="13596"/>
                    <a:pt x="20148" y="13344"/>
                  </a:cubicBezTo>
                  <a:cubicBezTo>
                    <a:pt x="20148" y="13344"/>
                    <a:pt x="20048" y="13244"/>
                    <a:pt x="19848" y="13144"/>
                  </a:cubicBezTo>
                  <a:cubicBezTo>
                    <a:pt x="19648" y="12977"/>
                    <a:pt x="19348" y="12843"/>
                    <a:pt x="18981" y="12643"/>
                  </a:cubicBezTo>
                  <a:cubicBezTo>
                    <a:pt x="18180" y="12243"/>
                    <a:pt x="17113" y="11809"/>
                    <a:pt x="15812" y="11476"/>
                  </a:cubicBezTo>
                  <a:cubicBezTo>
                    <a:pt x="13210" y="10742"/>
                    <a:pt x="9941" y="10242"/>
                    <a:pt x="7506" y="9508"/>
                  </a:cubicBezTo>
                  <a:cubicBezTo>
                    <a:pt x="6305" y="9141"/>
                    <a:pt x="4937" y="8640"/>
                    <a:pt x="3770" y="7807"/>
                  </a:cubicBezTo>
                  <a:cubicBezTo>
                    <a:pt x="2602" y="6973"/>
                    <a:pt x="1668" y="5805"/>
                    <a:pt x="1168" y="4638"/>
                  </a:cubicBezTo>
                  <a:cubicBezTo>
                    <a:pt x="668" y="3470"/>
                    <a:pt x="468" y="2336"/>
                    <a:pt x="434" y="1502"/>
                  </a:cubicBezTo>
                  <a:cubicBezTo>
                    <a:pt x="367" y="1068"/>
                    <a:pt x="367" y="735"/>
                    <a:pt x="367" y="535"/>
                  </a:cubicBezTo>
                  <a:lnTo>
                    <a:pt x="367" y="201"/>
                  </a:lnTo>
                  <a:cubicBezTo>
                    <a:pt x="367" y="77"/>
                    <a:pt x="264"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77" name="Google Shape;1777;p14"/>
            <p:cNvSpPr/>
            <p:nvPr/>
          </p:nvSpPr>
          <p:spPr>
            <a:xfrm flipH="1">
              <a:off x="-1673675" y="1218700"/>
              <a:ext cx="131530" cy="284847"/>
            </a:xfrm>
            <a:custGeom>
              <a:avLst/>
              <a:gdLst/>
              <a:ahLst/>
              <a:cxnLst/>
              <a:rect l="l" t="t" r="r" b="b"/>
              <a:pathLst>
                <a:path w="5838" h="12643" extrusionOk="0">
                  <a:moveTo>
                    <a:pt x="234" y="0"/>
                  </a:moveTo>
                  <a:cubicBezTo>
                    <a:pt x="67" y="0"/>
                    <a:pt x="0" y="334"/>
                    <a:pt x="167" y="367"/>
                  </a:cubicBezTo>
                  <a:cubicBezTo>
                    <a:pt x="167" y="367"/>
                    <a:pt x="234" y="367"/>
                    <a:pt x="367" y="401"/>
                  </a:cubicBezTo>
                  <a:cubicBezTo>
                    <a:pt x="434" y="467"/>
                    <a:pt x="668" y="501"/>
                    <a:pt x="868" y="567"/>
                  </a:cubicBezTo>
                  <a:cubicBezTo>
                    <a:pt x="1268" y="734"/>
                    <a:pt x="1902" y="934"/>
                    <a:pt x="2502" y="1368"/>
                  </a:cubicBezTo>
                  <a:cubicBezTo>
                    <a:pt x="3069" y="1768"/>
                    <a:pt x="3670" y="2335"/>
                    <a:pt x="4037" y="3036"/>
                  </a:cubicBezTo>
                  <a:cubicBezTo>
                    <a:pt x="4404" y="3703"/>
                    <a:pt x="4670" y="4437"/>
                    <a:pt x="4770" y="5171"/>
                  </a:cubicBezTo>
                  <a:cubicBezTo>
                    <a:pt x="5071" y="6538"/>
                    <a:pt x="5104" y="8406"/>
                    <a:pt x="5204" y="9907"/>
                  </a:cubicBezTo>
                  <a:cubicBezTo>
                    <a:pt x="5237" y="10675"/>
                    <a:pt x="5271" y="11342"/>
                    <a:pt x="5338" y="11809"/>
                  </a:cubicBezTo>
                  <a:cubicBezTo>
                    <a:pt x="5371" y="12243"/>
                    <a:pt x="5404" y="12543"/>
                    <a:pt x="5404" y="12543"/>
                  </a:cubicBezTo>
                  <a:cubicBezTo>
                    <a:pt x="5421" y="12609"/>
                    <a:pt x="5504" y="12643"/>
                    <a:pt x="5596" y="12643"/>
                  </a:cubicBezTo>
                  <a:cubicBezTo>
                    <a:pt x="5688" y="12643"/>
                    <a:pt x="5788" y="12609"/>
                    <a:pt x="5838" y="12543"/>
                  </a:cubicBezTo>
                  <a:cubicBezTo>
                    <a:pt x="5838" y="12543"/>
                    <a:pt x="5771" y="12243"/>
                    <a:pt x="5771" y="11775"/>
                  </a:cubicBezTo>
                  <a:lnTo>
                    <a:pt x="5771" y="9907"/>
                  </a:lnTo>
                  <a:cubicBezTo>
                    <a:pt x="5771" y="8406"/>
                    <a:pt x="5838" y="6538"/>
                    <a:pt x="5538" y="5037"/>
                  </a:cubicBezTo>
                  <a:cubicBezTo>
                    <a:pt x="5371" y="4270"/>
                    <a:pt x="5104" y="3436"/>
                    <a:pt x="4604" y="2702"/>
                  </a:cubicBezTo>
                  <a:cubicBezTo>
                    <a:pt x="4170" y="1902"/>
                    <a:pt x="3436" y="1335"/>
                    <a:pt x="2769" y="901"/>
                  </a:cubicBezTo>
                  <a:cubicBezTo>
                    <a:pt x="2102" y="501"/>
                    <a:pt x="1435" y="267"/>
                    <a:pt x="1001" y="167"/>
                  </a:cubicBezTo>
                  <a:cubicBezTo>
                    <a:pt x="768" y="67"/>
                    <a:pt x="567" y="67"/>
                    <a:pt x="434" y="34"/>
                  </a:cubicBezTo>
                  <a:cubicBezTo>
                    <a:pt x="334" y="0"/>
                    <a:pt x="234"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78" name="Google Shape;1778;p14"/>
            <p:cNvSpPr/>
            <p:nvPr/>
          </p:nvSpPr>
          <p:spPr>
            <a:xfrm flipH="1">
              <a:off x="-1714432" y="3061766"/>
              <a:ext cx="469998" cy="385488"/>
            </a:xfrm>
            <a:custGeom>
              <a:avLst/>
              <a:gdLst/>
              <a:ahLst/>
              <a:cxnLst/>
              <a:rect l="l" t="t" r="r" b="b"/>
              <a:pathLst>
                <a:path w="20861" h="17110" extrusionOk="0">
                  <a:moveTo>
                    <a:pt x="193" y="1"/>
                  </a:moveTo>
                  <a:cubicBezTo>
                    <a:pt x="90" y="1"/>
                    <a:pt x="1" y="85"/>
                    <a:pt x="38" y="254"/>
                  </a:cubicBezTo>
                  <a:cubicBezTo>
                    <a:pt x="38" y="254"/>
                    <a:pt x="72" y="388"/>
                    <a:pt x="105" y="621"/>
                  </a:cubicBezTo>
                  <a:cubicBezTo>
                    <a:pt x="138" y="755"/>
                    <a:pt x="172" y="855"/>
                    <a:pt x="238" y="1021"/>
                  </a:cubicBezTo>
                  <a:cubicBezTo>
                    <a:pt x="305" y="1222"/>
                    <a:pt x="372" y="1388"/>
                    <a:pt x="439" y="1588"/>
                  </a:cubicBezTo>
                  <a:cubicBezTo>
                    <a:pt x="772" y="2422"/>
                    <a:pt x="1339" y="3490"/>
                    <a:pt x="2173" y="4591"/>
                  </a:cubicBezTo>
                  <a:cubicBezTo>
                    <a:pt x="3841" y="6792"/>
                    <a:pt x="6410" y="9027"/>
                    <a:pt x="8578" y="10628"/>
                  </a:cubicBezTo>
                  <a:cubicBezTo>
                    <a:pt x="10746" y="12229"/>
                    <a:pt x="13615" y="13997"/>
                    <a:pt x="16083" y="15198"/>
                  </a:cubicBezTo>
                  <a:cubicBezTo>
                    <a:pt x="17284" y="15832"/>
                    <a:pt x="18418" y="16299"/>
                    <a:pt x="19219" y="16633"/>
                  </a:cubicBezTo>
                  <a:cubicBezTo>
                    <a:pt x="19986" y="16933"/>
                    <a:pt x="20486" y="17100"/>
                    <a:pt x="20486" y="17100"/>
                  </a:cubicBezTo>
                  <a:cubicBezTo>
                    <a:pt x="20515" y="17106"/>
                    <a:pt x="20543" y="17109"/>
                    <a:pt x="20568" y="17109"/>
                  </a:cubicBezTo>
                  <a:cubicBezTo>
                    <a:pt x="20802" y="17109"/>
                    <a:pt x="20861" y="16847"/>
                    <a:pt x="20620" y="16666"/>
                  </a:cubicBezTo>
                  <a:cubicBezTo>
                    <a:pt x="20620" y="16666"/>
                    <a:pt x="20153" y="16499"/>
                    <a:pt x="19385" y="16166"/>
                  </a:cubicBezTo>
                  <a:cubicBezTo>
                    <a:pt x="18585" y="15832"/>
                    <a:pt x="17484" y="15298"/>
                    <a:pt x="16317" y="14664"/>
                  </a:cubicBezTo>
                  <a:cubicBezTo>
                    <a:pt x="13915" y="13397"/>
                    <a:pt x="11113" y="11596"/>
                    <a:pt x="8978" y="9994"/>
                  </a:cubicBezTo>
                  <a:cubicBezTo>
                    <a:pt x="6910" y="8460"/>
                    <a:pt x="4275" y="6292"/>
                    <a:pt x="2607" y="4224"/>
                  </a:cubicBezTo>
                  <a:cubicBezTo>
                    <a:pt x="1739" y="3190"/>
                    <a:pt x="1139" y="2156"/>
                    <a:pt x="805" y="1422"/>
                  </a:cubicBezTo>
                  <a:cubicBezTo>
                    <a:pt x="739" y="1255"/>
                    <a:pt x="639" y="1088"/>
                    <a:pt x="605" y="921"/>
                  </a:cubicBezTo>
                  <a:cubicBezTo>
                    <a:pt x="572" y="755"/>
                    <a:pt x="505" y="621"/>
                    <a:pt x="472" y="488"/>
                  </a:cubicBezTo>
                  <a:cubicBezTo>
                    <a:pt x="439" y="288"/>
                    <a:pt x="405" y="154"/>
                    <a:pt x="405" y="154"/>
                  </a:cubicBezTo>
                  <a:cubicBezTo>
                    <a:pt x="361" y="52"/>
                    <a:pt x="273" y="1"/>
                    <a:pt x="1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79" name="Google Shape;1779;p14"/>
            <p:cNvSpPr/>
            <p:nvPr/>
          </p:nvSpPr>
          <p:spPr>
            <a:xfrm flipH="1">
              <a:off x="-878546" y="2165636"/>
              <a:ext cx="413358" cy="757233"/>
            </a:xfrm>
            <a:custGeom>
              <a:avLst/>
              <a:gdLst/>
              <a:ahLst/>
              <a:cxnLst/>
              <a:rect l="l" t="t" r="r" b="b"/>
              <a:pathLst>
                <a:path w="18347" h="33610" extrusionOk="0">
                  <a:moveTo>
                    <a:pt x="12676" y="534"/>
                  </a:moveTo>
                  <a:cubicBezTo>
                    <a:pt x="12943" y="534"/>
                    <a:pt x="13177" y="568"/>
                    <a:pt x="13477" y="568"/>
                  </a:cubicBezTo>
                  <a:cubicBezTo>
                    <a:pt x="13777" y="634"/>
                    <a:pt x="14044" y="668"/>
                    <a:pt x="14344" y="734"/>
                  </a:cubicBezTo>
                  <a:cubicBezTo>
                    <a:pt x="14945" y="901"/>
                    <a:pt x="15512" y="1235"/>
                    <a:pt x="16012" y="1735"/>
                  </a:cubicBezTo>
                  <a:cubicBezTo>
                    <a:pt x="16479" y="2235"/>
                    <a:pt x="16813" y="3003"/>
                    <a:pt x="17013" y="3803"/>
                  </a:cubicBezTo>
                  <a:cubicBezTo>
                    <a:pt x="17380" y="5404"/>
                    <a:pt x="17179" y="7372"/>
                    <a:pt x="16612" y="9307"/>
                  </a:cubicBezTo>
                  <a:cubicBezTo>
                    <a:pt x="16312" y="10308"/>
                    <a:pt x="15945" y="11242"/>
                    <a:pt x="15478" y="12209"/>
                  </a:cubicBezTo>
                  <a:cubicBezTo>
                    <a:pt x="15211" y="12676"/>
                    <a:pt x="15011" y="13177"/>
                    <a:pt x="14778" y="13677"/>
                  </a:cubicBezTo>
                  <a:cubicBezTo>
                    <a:pt x="14511" y="14144"/>
                    <a:pt x="14277" y="14644"/>
                    <a:pt x="13977" y="15145"/>
                  </a:cubicBezTo>
                  <a:cubicBezTo>
                    <a:pt x="13443" y="16145"/>
                    <a:pt x="12876" y="17146"/>
                    <a:pt x="12509" y="18314"/>
                  </a:cubicBezTo>
                  <a:cubicBezTo>
                    <a:pt x="12476" y="18580"/>
                    <a:pt x="12343" y="18881"/>
                    <a:pt x="12309" y="19181"/>
                  </a:cubicBezTo>
                  <a:lnTo>
                    <a:pt x="12209" y="19648"/>
                  </a:lnTo>
                  <a:lnTo>
                    <a:pt x="12176" y="19848"/>
                  </a:lnTo>
                  <a:lnTo>
                    <a:pt x="12176" y="20015"/>
                  </a:lnTo>
                  <a:lnTo>
                    <a:pt x="12176" y="20148"/>
                  </a:lnTo>
                  <a:cubicBezTo>
                    <a:pt x="12176" y="20749"/>
                    <a:pt x="12276" y="21349"/>
                    <a:pt x="12376" y="21916"/>
                  </a:cubicBezTo>
                  <a:cubicBezTo>
                    <a:pt x="12643" y="23084"/>
                    <a:pt x="12976" y="24184"/>
                    <a:pt x="13210" y="25252"/>
                  </a:cubicBezTo>
                  <a:cubicBezTo>
                    <a:pt x="13310" y="25752"/>
                    <a:pt x="13377" y="26319"/>
                    <a:pt x="13443" y="26853"/>
                  </a:cubicBezTo>
                  <a:cubicBezTo>
                    <a:pt x="13477" y="27387"/>
                    <a:pt x="13443" y="27887"/>
                    <a:pt x="13310" y="28387"/>
                  </a:cubicBezTo>
                  <a:cubicBezTo>
                    <a:pt x="13177" y="28854"/>
                    <a:pt x="13010" y="29355"/>
                    <a:pt x="12776" y="29822"/>
                  </a:cubicBezTo>
                  <a:cubicBezTo>
                    <a:pt x="12509" y="30255"/>
                    <a:pt x="12276" y="30689"/>
                    <a:pt x="11942" y="31056"/>
                  </a:cubicBezTo>
                  <a:cubicBezTo>
                    <a:pt x="11309" y="31757"/>
                    <a:pt x="10475" y="32324"/>
                    <a:pt x="9607" y="32524"/>
                  </a:cubicBezTo>
                  <a:cubicBezTo>
                    <a:pt x="9325" y="32592"/>
                    <a:pt x="9029" y="32626"/>
                    <a:pt x="8729" y="32626"/>
                  </a:cubicBezTo>
                  <a:cubicBezTo>
                    <a:pt x="8001" y="32626"/>
                    <a:pt x="7253" y="32425"/>
                    <a:pt x="6639" y="32023"/>
                  </a:cubicBezTo>
                  <a:cubicBezTo>
                    <a:pt x="5771" y="31423"/>
                    <a:pt x="5138" y="30422"/>
                    <a:pt x="4871" y="29355"/>
                  </a:cubicBezTo>
                  <a:cubicBezTo>
                    <a:pt x="4771" y="28821"/>
                    <a:pt x="4671" y="28254"/>
                    <a:pt x="4671" y="27687"/>
                  </a:cubicBezTo>
                  <a:lnTo>
                    <a:pt x="4671" y="27554"/>
                  </a:lnTo>
                  <a:lnTo>
                    <a:pt x="4671" y="27487"/>
                  </a:lnTo>
                  <a:lnTo>
                    <a:pt x="4671" y="27387"/>
                  </a:lnTo>
                  <a:lnTo>
                    <a:pt x="4671" y="27187"/>
                  </a:lnTo>
                  <a:lnTo>
                    <a:pt x="4671" y="26753"/>
                  </a:lnTo>
                  <a:cubicBezTo>
                    <a:pt x="4671" y="26486"/>
                    <a:pt x="4704" y="26219"/>
                    <a:pt x="4771" y="25919"/>
                  </a:cubicBezTo>
                  <a:cubicBezTo>
                    <a:pt x="4937" y="24852"/>
                    <a:pt x="5304" y="23717"/>
                    <a:pt x="5371" y="22550"/>
                  </a:cubicBezTo>
                  <a:cubicBezTo>
                    <a:pt x="5471" y="21983"/>
                    <a:pt x="5438" y="21382"/>
                    <a:pt x="5304" y="20849"/>
                  </a:cubicBezTo>
                  <a:lnTo>
                    <a:pt x="5304" y="20749"/>
                  </a:lnTo>
                  <a:cubicBezTo>
                    <a:pt x="5304" y="20715"/>
                    <a:pt x="5271" y="20649"/>
                    <a:pt x="5271" y="20582"/>
                  </a:cubicBezTo>
                  <a:lnTo>
                    <a:pt x="5138" y="20382"/>
                  </a:lnTo>
                  <a:cubicBezTo>
                    <a:pt x="5037" y="20248"/>
                    <a:pt x="5004" y="20148"/>
                    <a:pt x="4937" y="20015"/>
                  </a:cubicBezTo>
                  <a:cubicBezTo>
                    <a:pt x="4804" y="19815"/>
                    <a:pt x="4671" y="19581"/>
                    <a:pt x="4504" y="19381"/>
                  </a:cubicBezTo>
                  <a:cubicBezTo>
                    <a:pt x="3937" y="18580"/>
                    <a:pt x="3270" y="18013"/>
                    <a:pt x="2769" y="17413"/>
                  </a:cubicBezTo>
                  <a:cubicBezTo>
                    <a:pt x="2269" y="16879"/>
                    <a:pt x="1835" y="16379"/>
                    <a:pt x="1602" y="15912"/>
                  </a:cubicBezTo>
                  <a:cubicBezTo>
                    <a:pt x="1335" y="15512"/>
                    <a:pt x="1201" y="15145"/>
                    <a:pt x="1135" y="14878"/>
                  </a:cubicBezTo>
                  <a:lnTo>
                    <a:pt x="1135" y="14844"/>
                  </a:lnTo>
                  <a:cubicBezTo>
                    <a:pt x="634" y="13343"/>
                    <a:pt x="634" y="11842"/>
                    <a:pt x="901" y="10508"/>
                  </a:cubicBezTo>
                  <a:cubicBezTo>
                    <a:pt x="1201" y="9207"/>
                    <a:pt x="1702" y="8040"/>
                    <a:pt x="2302" y="7072"/>
                  </a:cubicBezTo>
                  <a:cubicBezTo>
                    <a:pt x="2869" y="6138"/>
                    <a:pt x="3503" y="5338"/>
                    <a:pt x="4137" y="4671"/>
                  </a:cubicBezTo>
                  <a:cubicBezTo>
                    <a:pt x="4737" y="4003"/>
                    <a:pt x="5371" y="3470"/>
                    <a:pt x="5905" y="3036"/>
                  </a:cubicBezTo>
                  <a:cubicBezTo>
                    <a:pt x="7039" y="2169"/>
                    <a:pt x="7940" y="1702"/>
                    <a:pt x="8507" y="1468"/>
                  </a:cubicBezTo>
                  <a:cubicBezTo>
                    <a:pt x="9107" y="1201"/>
                    <a:pt x="9374" y="1135"/>
                    <a:pt x="9374" y="1135"/>
                  </a:cubicBezTo>
                  <a:cubicBezTo>
                    <a:pt x="9681" y="1028"/>
                    <a:pt x="9860" y="889"/>
                    <a:pt x="9906" y="777"/>
                  </a:cubicBezTo>
                  <a:lnTo>
                    <a:pt x="9906" y="777"/>
                  </a:lnTo>
                  <a:cubicBezTo>
                    <a:pt x="9926" y="823"/>
                    <a:pt x="9988" y="853"/>
                    <a:pt x="10083" y="853"/>
                  </a:cubicBezTo>
                  <a:cubicBezTo>
                    <a:pt x="10152" y="853"/>
                    <a:pt x="10239" y="837"/>
                    <a:pt x="10341" y="801"/>
                  </a:cubicBezTo>
                  <a:cubicBezTo>
                    <a:pt x="10341" y="801"/>
                    <a:pt x="10475" y="801"/>
                    <a:pt x="10641" y="734"/>
                  </a:cubicBezTo>
                  <a:cubicBezTo>
                    <a:pt x="10808" y="701"/>
                    <a:pt x="11108" y="668"/>
                    <a:pt x="11442" y="634"/>
                  </a:cubicBezTo>
                  <a:cubicBezTo>
                    <a:pt x="11776" y="568"/>
                    <a:pt x="12176" y="534"/>
                    <a:pt x="12676" y="534"/>
                  </a:cubicBezTo>
                  <a:close/>
                  <a:moveTo>
                    <a:pt x="12976" y="0"/>
                  </a:moveTo>
                  <a:cubicBezTo>
                    <a:pt x="12443" y="34"/>
                    <a:pt x="12009" y="67"/>
                    <a:pt x="11642" y="134"/>
                  </a:cubicBezTo>
                  <a:cubicBezTo>
                    <a:pt x="11275" y="201"/>
                    <a:pt x="10975" y="234"/>
                    <a:pt x="10808" y="301"/>
                  </a:cubicBezTo>
                  <a:cubicBezTo>
                    <a:pt x="10608" y="334"/>
                    <a:pt x="10508" y="367"/>
                    <a:pt x="10508" y="367"/>
                  </a:cubicBezTo>
                  <a:cubicBezTo>
                    <a:pt x="10147" y="454"/>
                    <a:pt x="9961" y="584"/>
                    <a:pt x="9912" y="688"/>
                  </a:cubicBezTo>
                  <a:lnTo>
                    <a:pt x="9912" y="688"/>
                  </a:lnTo>
                  <a:cubicBezTo>
                    <a:pt x="9890" y="628"/>
                    <a:pt x="9807" y="588"/>
                    <a:pt x="9660" y="588"/>
                  </a:cubicBezTo>
                  <a:cubicBezTo>
                    <a:pt x="9547" y="588"/>
                    <a:pt x="9396" y="612"/>
                    <a:pt x="9207" y="668"/>
                  </a:cubicBezTo>
                  <a:cubicBezTo>
                    <a:pt x="9207" y="668"/>
                    <a:pt x="9174" y="701"/>
                    <a:pt x="9007" y="734"/>
                  </a:cubicBezTo>
                  <a:cubicBezTo>
                    <a:pt x="8840" y="801"/>
                    <a:pt x="8607" y="868"/>
                    <a:pt x="8306" y="1001"/>
                  </a:cubicBezTo>
                  <a:cubicBezTo>
                    <a:pt x="7673" y="1301"/>
                    <a:pt x="6772" y="1735"/>
                    <a:pt x="5605" y="2636"/>
                  </a:cubicBezTo>
                  <a:cubicBezTo>
                    <a:pt x="5004" y="3069"/>
                    <a:pt x="4370" y="3636"/>
                    <a:pt x="3703" y="4304"/>
                  </a:cubicBezTo>
                  <a:cubicBezTo>
                    <a:pt x="3103" y="5004"/>
                    <a:pt x="2436" y="5838"/>
                    <a:pt x="1802" y="6839"/>
                  </a:cubicBezTo>
                  <a:cubicBezTo>
                    <a:pt x="1201" y="7839"/>
                    <a:pt x="634" y="9040"/>
                    <a:pt x="334" y="10475"/>
                  </a:cubicBezTo>
                  <a:cubicBezTo>
                    <a:pt x="34" y="11842"/>
                    <a:pt x="1" y="13510"/>
                    <a:pt x="534" y="15145"/>
                  </a:cubicBezTo>
                  <a:lnTo>
                    <a:pt x="534" y="15078"/>
                  </a:lnTo>
                  <a:cubicBezTo>
                    <a:pt x="634" y="15378"/>
                    <a:pt x="768" y="15845"/>
                    <a:pt x="1035" y="16346"/>
                  </a:cubicBezTo>
                  <a:cubicBezTo>
                    <a:pt x="1335" y="16846"/>
                    <a:pt x="1735" y="17413"/>
                    <a:pt x="2302" y="18013"/>
                  </a:cubicBezTo>
                  <a:cubicBezTo>
                    <a:pt x="2836" y="18647"/>
                    <a:pt x="3470" y="19248"/>
                    <a:pt x="4003" y="19981"/>
                  </a:cubicBezTo>
                  <a:cubicBezTo>
                    <a:pt x="4137" y="20182"/>
                    <a:pt x="4237" y="20348"/>
                    <a:pt x="4370" y="20549"/>
                  </a:cubicBezTo>
                  <a:cubicBezTo>
                    <a:pt x="4470" y="20649"/>
                    <a:pt x="4504" y="20749"/>
                    <a:pt x="4537" y="20849"/>
                  </a:cubicBezTo>
                  <a:lnTo>
                    <a:pt x="4604" y="20982"/>
                  </a:lnTo>
                  <a:lnTo>
                    <a:pt x="4637" y="21082"/>
                  </a:lnTo>
                  <a:cubicBezTo>
                    <a:pt x="4771" y="21549"/>
                    <a:pt x="4771" y="22050"/>
                    <a:pt x="4704" y="22550"/>
                  </a:cubicBezTo>
                  <a:cubicBezTo>
                    <a:pt x="4637" y="23551"/>
                    <a:pt x="4237" y="24651"/>
                    <a:pt x="4037" y="25852"/>
                  </a:cubicBezTo>
                  <a:cubicBezTo>
                    <a:pt x="4003" y="26186"/>
                    <a:pt x="3970" y="26486"/>
                    <a:pt x="3970" y="26820"/>
                  </a:cubicBezTo>
                  <a:lnTo>
                    <a:pt x="3970" y="27320"/>
                  </a:lnTo>
                  <a:lnTo>
                    <a:pt x="3970" y="27554"/>
                  </a:lnTo>
                  <a:lnTo>
                    <a:pt x="3970" y="27587"/>
                  </a:lnTo>
                  <a:lnTo>
                    <a:pt x="3970" y="27720"/>
                  </a:lnTo>
                  <a:cubicBezTo>
                    <a:pt x="3970" y="28354"/>
                    <a:pt x="4037" y="28988"/>
                    <a:pt x="4204" y="29588"/>
                  </a:cubicBezTo>
                  <a:cubicBezTo>
                    <a:pt x="4504" y="30856"/>
                    <a:pt x="5204" y="32057"/>
                    <a:pt x="6338" y="32824"/>
                  </a:cubicBezTo>
                  <a:cubicBezTo>
                    <a:pt x="7118" y="33368"/>
                    <a:pt x="8049" y="33610"/>
                    <a:pt x="8953" y="33610"/>
                  </a:cubicBezTo>
                  <a:cubicBezTo>
                    <a:pt x="9324" y="33610"/>
                    <a:pt x="9691" y="33569"/>
                    <a:pt x="10041" y="33491"/>
                  </a:cubicBezTo>
                  <a:cubicBezTo>
                    <a:pt x="11142" y="33224"/>
                    <a:pt x="12143" y="32557"/>
                    <a:pt x="12876" y="31690"/>
                  </a:cubicBezTo>
                  <a:cubicBezTo>
                    <a:pt x="13277" y="31223"/>
                    <a:pt x="13610" y="30722"/>
                    <a:pt x="13844" y="30222"/>
                  </a:cubicBezTo>
                  <a:cubicBezTo>
                    <a:pt x="14111" y="29722"/>
                    <a:pt x="14311" y="29188"/>
                    <a:pt x="14478" y="28588"/>
                  </a:cubicBezTo>
                  <a:cubicBezTo>
                    <a:pt x="14711" y="27387"/>
                    <a:pt x="14611" y="26186"/>
                    <a:pt x="14344" y="25052"/>
                  </a:cubicBezTo>
                  <a:cubicBezTo>
                    <a:pt x="14111" y="23884"/>
                    <a:pt x="13710" y="22817"/>
                    <a:pt x="13510" y="21716"/>
                  </a:cubicBezTo>
                  <a:cubicBezTo>
                    <a:pt x="13377" y="21182"/>
                    <a:pt x="13310" y="20649"/>
                    <a:pt x="13310" y="20082"/>
                  </a:cubicBezTo>
                  <a:lnTo>
                    <a:pt x="13310" y="20015"/>
                  </a:lnTo>
                  <a:lnTo>
                    <a:pt x="13310" y="19981"/>
                  </a:lnTo>
                  <a:lnTo>
                    <a:pt x="13343" y="19748"/>
                  </a:lnTo>
                  <a:lnTo>
                    <a:pt x="13443" y="19348"/>
                  </a:lnTo>
                  <a:cubicBezTo>
                    <a:pt x="13477" y="19081"/>
                    <a:pt x="13544" y="18814"/>
                    <a:pt x="13644" y="18547"/>
                  </a:cubicBezTo>
                  <a:cubicBezTo>
                    <a:pt x="13944" y="17513"/>
                    <a:pt x="14478" y="16512"/>
                    <a:pt x="14978" y="15512"/>
                  </a:cubicBezTo>
                  <a:lnTo>
                    <a:pt x="15712" y="14011"/>
                  </a:lnTo>
                  <a:cubicBezTo>
                    <a:pt x="15979" y="13510"/>
                    <a:pt x="16179" y="13010"/>
                    <a:pt x="16446" y="12509"/>
                  </a:cubicBezTo>
                  <a:cubicBezTo>
                    <a:pt x="16879" y="11509"/>
                    <a:pt x="17280" y="10475"/>
                    <a:pt x="17546" y="9474"/>
                  </a:cubicBezTo>
                  <a:cubicBezTo>
                    <a:pt x="18147" y="7439"/>
                    <a:pt x="18347" y="5404"/>
                    <a:pt x="17947" y="3603"/>
                  </a:cubicBezTo>
                  <a:cubicBezTo>
                    <a:pt x="17713" y="2736"/>
                    <a:pt x="17313" y="1902"/>
                    <a:pt x="16712" y="1335"/>
                  </a:cubicBezTo>
                  <a:cubicBezTo>
                    <a:pt x="16145" y="734"/>
                    <a:pt x="15445" y="367"/>
                    <a:pt x="14778" y="201"/>
                  </a:cubicBezTo>
                  <a:cubicBezTo>
                    <a:pt x="14444" y="101"/>
                    <a:pt x="14111" y="67"/>
                    <a:pt x="13810" y="34"/>
                  </a:cubicBezTo>
                  <a:cubicBezTo>
                    <a:pt x="13510" y="34"/>
                    <a:pt x="13210" y="0"/>
                    <a:pt x="12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80" name="Google Shape;1780;p14"/>
            <p:cNvSpPr/>
            <p:nvPr/>
          </p:nvSpPr>
          <p:spPr>
            <a:xfrm flipH="1">
              <a:off x="-952197" y="2100907"/>
              <a:ext cx="555387" cy="887299"/>
            </a:xfrm>
            <a:custGeom>
              <a:avLst/>
              <a:gdLst/>
              <a:ahLst/>
              <a:cxnLst/>
              <a:rect l="l" t="t" r="r" b="b"/>
              <a:pathLst>
                <a:path w="24651" h="39383" extrusionOk="0">
                  <a:moveTo>
                    <a:pt x="16897" y="0"/>
                  </a:moveTo>
                  <a:cubicBezTo>
                    <a:pt x="16399" y="0"/>
                    <a:pt x="15956" y="25"/>
                    <a:pt x="15578" y="38"/>
                  </a:cubicBezTo>
                  <a:cubicBezTo>
                    <a:pt x="15144" y="71"/>
                    <a:pt x="14811" y="105"/>
                    <a:pt x="14544" y="172"/>
                  </a:cubicBezTo>
                  <a:cubicBezTo>
                    <a:pt x="14310" y="205"/>
                    <a:pt x="14177" y="205"/>
                    <a:pt x="14177" y="205"/>
                  </a:cubicBezTo>
                  <a:cubicBezTo>
                    <a:pt x="13563" y="324"/>
                    <a:pt x="13325" y="443"/>
                    <a:pt x="13450" y="443"/>
                  </a:cubicBezTo>
                  <a:cubicBezTo>
                    <a:pt x="13536" y="443"/>
                    <a:pt x="13790" y="387"/>
                    <a:pt x="14210" y="238"/>
                  </a:cubicBezTo>
                  <a:cubicBezTo>
                    <a:pt x="14210" y="238"/>
                    <a:pt x="14277" y="238"/>
                    <a:pt x="14544" y="205"/>
                  </a:cubicBezTo>
                  <a:cubicBezTo>
                    <a:pt x="14744" y="205"/>
                    <a:pt x="15077" y="138"/>
                    <a:pt x="15544" y="105"/>
                  </a:cubicBezTo>
                  <a:cubicBezTo>
                    <a:pt x="15867" y="92"/>
                    <a:pt x="16254" y="71"/>
                    <a:pt x="16691" y="71"/>
                  </a:cubicBezTo>
                  <a:cubicBezTo>
                    <a:pt x="17431" y="71"/>
                    <a:pt x="18316" y="133"/>
                    <a:pt x="19280" y="405"/>
                  </a:cubicBezTo>
                  <a:cubicBezTo>
                    <a:pt x="20081" y="605"/>
                    <a:pt x="20882" y="972"/>
                    <a:pt x="21615" y="1573"/>
                  </a:cubicBezTo>
                  <a:cubicBezTo>
                    <a:pt x="22383" y="2140"/>
                    <a:pt x="22950" y="2974"/>
                    <a:pt x="23383" y="3974"/>
                  </a:cubicBezTo>
                  <a:cubicBezTo>
                    <a:pt x="24217" y="6009"/>
                    <a:pt x="24184" y="8511"/>
                    <a:pt x="23617" y="11013"/>
                  </a:cubicBezTo>
                  <a:cubicBezTo>
                    <a:pt x="23383" y="12247"/>
                    <a:pt x="22950" y="13548"/>
                    <a:pt x="22383" y="14749"/>
                  </a:cubicBezTo>
                  <a:cubicBezTo>
                    <a:pt x="21782" y="15950"/>
                    <a:pt x="21015" y="17084"/>
                    <a:pt x="20181" y="18251"/>
                  </a:cubicBezTo>
                  <a:cubicBezTo>
                    <a:pt x="19347" y="19385"/>
                    <a:pt x="18447" y="20586"/>
                    <a:pt x="18013" y="22021"/>
                  </a:cubicBezTo>
                  <a:cubicBezTo>
                    <a:pt x="17879" y="22387"/>
                    <a:pt x="17746" y="22721"/>
                    <a:pt x="17713" y="23088"/>
                  </a:cubicBezTo>
                  <a:lnTo>
                    <a:pt x="17679" y="23221"/>
                  </a:lnTo>
                  <a:lnTo>
                    <a:pt x="17679" y="23388"/>
                  </a:lnTo>
                  <a:lnTo>
                    <a:pt x="17679" y="23688"/>
                  </a:lnTo>
                  <a:cubicBezTo>
                    <a:pt x="17679" y="23855"/>
                    <a:pt x="17679" y="24055"/>
                    <a:pt x="17713" y="24222"/>
                  </a:cubicBezTo>
                  <a:cubicBezTo>
                    <a:pt x="17779" y="24956"/>
                    <a:pt x="18013" y="25690"/>
                    <a:pt x="18213" y="26390"/>
                  </a:cubicBezTo>
                  <a:cubicBezTo>
                    <a:pt x="18680" y="27758"/>
                    <a:pt x="19247" y="29092"/>
                    <a:pt x="19514" y="30460"/>
                  </a:cubicBezTo>
                  <a:cubicBezTo>
                    <a:pt x="19681" y="31127"/>
                    <a:pt x="19714" y="31861"/>
                    <a:pt x="19614" y="32528"/>
                  </a:cubicBezTo>
                  <a:cubicBezTo>
                    <a:pt x="19614" y="32695"/>
                    <a:pt x="19581" y="32862"/>
                    <a:pt x="19547" y="33028"/>
                  </a:cubicBezTo>
                  <a:lnTo>
                    <a:pt x="19514" y="33262"/>
                  </a:lnTo>
                  <a:cubicBezTo>
                    <a:pt x="19514" y="33295"/>
                    <a:pt x="19447" y="33395"/>
                    <a:pt x="19414" y="33462"/>
                  </a:cubicBezTo>
                  <a:lnTo>
                    <a:pt x="19214" y="33929"/>
                  </a:lnTo>
                  <a:lnTo>
                    <a:pt x="19014" y="34396"/>
                  </a:lnTo>
                  <a:cubicBezTo>
                    <a:pt x="18713" y="35030"/>
                    <a:pt x="18346" y="35564"/>
                    <a:pt x="17879" y="36064"/>
                  </a:cubicBezTo>
                  <a:cubicBezTo>
                    <a:pt x="17679" y="36297"/>
                    <a:pt x="17412" y="36564"/>
                    <a:pt x="17179" y="36764"/>
                  </a:cubicBezTo>
                  <a:cubicBezTo>
                    <a:pt x="16912" y="36965"/>
                    <a:pt x="16679" y="37198"/>
                    <a:pt x="16378" y="37365"/>
                  </a:cubicBezTo>
                  <a:cubicBezTo>
                    <a:pt x="15845" y="37732"/>
                    <a:pt x="15244" y="38032"/>
                    <a:pt x="14677" y="38232"/>
                  </a:cubicBezTo>
                  <a:cubicBezTo>
                    <a:pt x="14043" y="38466"/>
                    <a:pt x="13443" y="38599"/>
                    <a:pt x="12843" y="38666"/>
                  </a:cubicBezTo>
                  <a:cubicBezTo>
                    <a:pt x="12476" y="38705"/>
                    <a:pt x="12101" y="38727"/>
                    <a:pt x="11724" y="38727"/>
                  </a:cubicBezTo>
                  <a:cubicBezTo>
                    <a:pt x="10828" y="38727"/>
                    <a:pt x="9918" y="38604"/>
                    <a:pt x="9073" y="38299"/>
                  </a:cubicBezTo>
                  <a:cubicBezTo>
                    <a:pt x="7872" y="37932"/>
                    <a:pt x="6705" y="37098"/>
                    <a:pt x="5938" y="35997"/>
                  </a:cubicBezTo>
                  <a:cubicBezTo>
                    <a:pt x="5571" y="35463"/>
                    <a:pt x="5270" y="34830"/>
                    <a:pt x="5104" y="34163"/>
                  </a:cubicBezTo>
                  <a:lnTo>
                    <a:pt x="5004" y="33662"/>
                  </a:lnTo>
                  <a:lnTo>
                    <a:pt x="4904" y="33195"/>
                  </a:lnTo>
                  <a:cubicBezTo>
                    <a:pt x="4870" y="33028"/>
                    <a:pt x="4870" y="32862"/>
                    <a:pt x="4870" y="32695"/>
                  </a:cubicBezTo>
                  <a:lnTo>
                    <a:pt x="4870" y="32428"/>
                  </a:lnTo>
                  <a:lnTo>
                    <a:pt x="4870" y="32361"/>
                  </a:lnTo>
                  <a:lnTo>
                    <a:pt x="4870" y="32261"/>
                  </a:lnTo>
                  <a:lnTo>
                    <a:pt x="4870" y="32128"/>
                  </a:lnTo>
                  <a:cubicBezTo>
                    <a:pt x="4770" y="31461"/>
                    <a:pt x="4870" y="30760"/>
                    <a:pt x="5037" y="30093"/>
                  </a:cubicBezTo>
                  <a:cubicBezTo>
                    <a:pt x="5204" y="29392"/>
                    <a:pt x="5437" y="28725"/>
                    <a:pt x="5671" y="28025"/>
                  </a:cubicBezTo>
                  <a:cubicBezTo>
                    <a:pt x="5871" y="27291"/>
                    <a:pt x="6004" y="26557"/>
                    <a:pt x="6004" y="25790"/>
                  </a:cubicBezTo>
                  <a:cubicBezTo>
                    <a:pt x="6004" y="25623"/>
                    <a:pt x="6004" y="25423"/>
                    <a:pt x="5938" y="25256"/>
                  </a:cubicBezTo>
                  <a:cubicBezTo>
                    <a:pt x="5938" y="25089"/>
                    <a:pt x="5904" y="24889"/>
                    <a:pt x="5871" y="24722"/>
                  </a:cubicBezTo>
                  <a:lnTo>
                    <a:pt x="5771" y="24422"/>
                  </a:lnTo>
                  <a:lnTo>
                    <a:pt x="5771" y="24356"/>
                  </a:lnTo>
                  <a:cubicBezTo>
                    <a:pt x="5771" y="24356"/>
                    <a:pt x="5771" y="24289"/>
                    <a:pt x="5737" y="24255"/>
                  </a:cubicBezTo>
                  <a:lnTo>
                    <a:pt x="5671" y="24122"/>
                  </a:lnTo>
                  <a:cubicBezTo>
                    <a:pt x="5571" y="23955"/>
                    <a:pt x="5504" y="23855"/>
                    <a:pt x="5371" y="23688"/>
                  </a:cubicBezTo>
                  <a:cubicBezTo>
                    <a:pt x="4537" y="22454"/>
                    <a:pt x="3603" y="21387"/>
                    <a:pt x="2769" y="20253"/>
                  </a:cubicBezTo>
                  <a:cubicBezTo>
                    <a:pt x="1935" y="19118"/>
                    <a:pt x="1168" y="18018"/>
                    <a:pt x="667" y="16750"/>
                  </a:cubicBezTo>
                  <a:cubicBezTo>
                    <a:pt x="567" y="16417"/>
                    <a:pt x="434" y="16116"/>
                    <a:pt x="400" y="15783"/>
                  </a:cubicBezTo>
                  <a:cubicBezTo>
                    <a:pt x="334" y="15516"/>
                    <a:pt x="367" y="15182"/>
                    <a:pt x="334" y="14849"/>
                  </a:cubicBezTo>
                  <a:cubicBezTo>
                    <a:pt x="267" y="14682"/>
                    <a:pt x="334" y="14515"/>
                    <a:pt x="334" y="14348"/>
                  </a:cubicBezTo>
                  <a:lnTo>
                    <a:pt x="367" y="13848"/>
                  </a:lnTo>
                  <a:cubicBezTo>
                    <a:pt x="367" y="13514"/>
                    <a:pt x="434" y="13214"/>
                    <a:pt x="500" y="12881"/>
                  </a:cubicBezTo>
                  <a:cubicBezTo>
                    <a:pt x="701" y="11613"/>
                    <a:pt x="1168" y="10412"/>
                    <a:pt x="1701" y="9378"/>
                  </a:cubicBezTo>
                  <a:cubicBezTo>
                    <a:pt x="1935" y="8844"/>
                    <a:pt x="2268" y="8377"/>
                    <a:pt x="2569" y="7877"/>
                  </a:cubicBezTo>
                  <a:cubicBezTo>
                    <a:pt x="2902" y="7410"/>
                    <a:pt x="3236" y="6943"/>
                    <a:pt x="3569" y="6543"/>
                  </a:cubicBezTo>
                  <a:cubicBezTo>
                    <a:pt x="4937" y="4875"/>
                    <a:pt x="6438" y="3607"/>
                    <a:pt x="7839" y="2740"/>
                  </a:cubicBezTo>
                  <a:cubicBezTo>
                    <a:pt x="8206" y="2540"/>
                    <a:pt x="8506" y="2340"/>
                    <a:pt x="8840" y="2173"/>
                  </a:cubicBezTo>
                  <a:cubicBezTo>
                    <a:pt x="9107" y="1939"/>
                    <a:pt x="9440" y="1839"/>
                    <a:pt x="9740" y="1706"/>
                  </a:cubicBezTo>
                  <a:cubicBezTo>
                    <a:pt x="10274" y="1406"/>
                    <a:pt x="10841" y="1239"/>
                    <a:pt x="11241" y="1072"/>
                  </a:cubicBezTo>
                  <a:cubicBezTo>
                    <a:pt x="11442" y="1005"/>
                    <a:pt x="11608" y="905"/>
                    <a:pt x="11775" y="872"/>
                  </a:cubicBezTo>
                  <a:cubicBezTo>
                    <a:pt x="11942" y="839"/>
                    <a:pt x="12075" y="772"/>
                    <a:pt x="12209" y="739"/>
                  </a:cubicBezTo>
                  <a:cubicBezTo>
                    <a:pt x="12409" y="705"/>
                    <a:pt x="12542" y="672"/>
                    <a:pt x="12542" y="672"/>
                  </a:cubicBezTo>
                  <a:cubicBezTo>
                    <a:pt x="13278" y="482"/>
                    <a:pt x="13490" y="309"/>
                    <a:pt x="13167" y="309"/>
                  </a:cubicBezTo>
                  <a:cubicBezTo>
                    <a:pt x="13036" y="309"/>
                    <a:pt x="12817" y="338"/>
                    <a:pt x="12509" y="405"/>
                  </a:cubicBezTo>
                  <a:cubicBezTo>
                    <a:pt x="12509" y="405"/>
                    <a:pt x="12409" y="438"/>
                    <a:pt x="12175" y="505"/>
                  </a:cubicBezTo>
                  <a:cubicBezTo>
                    <a:pt x="12042" y="538"/>
                    <a:pt x="11909" y="572"/>
                    <a:pt x="11742" y="605"/>
                  </a:cubicBezTo>
                  <a:cubicBezTo>
                    <a:pt x="11575" y="705"/>
                    <a:pt x="11375" y="739"/>
                    <a:pt x="11175" y="839"/>
                  </a:cubicBezTo>
                  <a:cubicBezTo>
                    <a:pt x="10741" y="1005"/>
                    <a:pt x="10207" y="1172"/>
                    <a:pt x="9607" y="1439"/>
                  </a:cubicBezTo>
                  <a:cubicBezTo>
                    <a:pt x="9340" y="1606"/>
                    <a:pt x="9040" y="1706"/>
                    <a:pt x="8706" y="1906"/>
                  </a:cubicBezTo>
                  <a:cubicBezTo>
                    <a:pt x="8406" y="2073"/>
                    <a:pt x="8072" y="2273"/>
                    <a:pt x="7706" y="2507"/>
                  </a:cubicBezTo>
                  <a:cubicBezTo>
                    <a:pt x="6338" y="3374"/>
                    <a:pt x="4770" y="4608"/>
                    <a:pt x="3369" y="6343"/>
                  </a:cubicBezTo>
                  <a:cubicBezTo>
                    <a:pt x="3036" y="6743"/>
                    <a:pt x="2702" y="7243"/>
                    <a:pt x="2368" y="7710"/>
                  </a:cubicBezTo>
                  <a:cubicBezTo>
                    <a:pt x="2035" y="8211"/>
                    <a:pt x="1701" y="8711"/>
                    <a:pt x="1434" y="9245"/>
                  </a:cubicBezTo>
                  <a:cubicBezTo>
                    <a:pt x="867" y="10346"/>
                    <a:pt x="400" y="11546"/>
                    <a:pt x="167" y="12847"/>
                  </a:cubicBezTo>
                  <a:cubicBezTo>
                    <a:pt x="100" y="13181"/>
                    <a:pt x="33" y="13514"/>
                    <a:pt x="33" y="13848"/>
                  </a:cubicBezTo>
                  <a:lnTo>
                    <a:pt x="0" y="14348"/>
                  </a:lnTo>
                  <a:lnTo>
                    <a:pt x="0" y="14849"/>
                  </a:lnTo>
                  <a:cubicBezTo>
                    <a:pt x="33" y="15182"/>
                    <a:pt x="33" y="15549"/>
                    <a:pt x="67" y="15883"/>
                  </a:cubicBezTo>
                  <a:cubicBezTo>
                    <a:pt x="100" y="16216"/>
                    <a:pt x="200" y="16550"/>
                    <a:pt x="334" y="16884"/>
                  </a:cubicBezTo>
                  <a:cubicBezTo>
                    <a:pt x="834" y="18218"/>
                    <a:pt x="1668" y="19385"/>
                    <a:pt x="2502" y="20519"/>
                  </a:cubicBezTo>
                  <a:cubicBezTo>
                    <a:pt x="3336" y="21620"/>
                    <a:pt x="4236" y="22754"/>
                    <a:pt x="5037" y="23922"/>
                  </a:cubicBezTo>
                  <a:cubicBezTo>
                    <a:pt x="5170" y="24089"/>
                    <a:pt x="5237" y="24222"/>
                    <a:pt x="5337" y="24389"/>
                  </a:cubicBezTo>
                  <a:lnTo>
                    <a:pt x="5404" y="24489"/>
                  </a:lnTo>
                  <a:lnTo>
                    <a:pt x="5404" y="24556"/>
                  </a:lnTo>
                  <a:lnTo>
                    <a:pt x="5404" y="24622"/>
                  </a:lnTo>
                  <a:lnTo>
                    <a:pt x="5437" y="24889"/>
                  </a:lnTo>
                  <a:cubicBezTo>
                    <a:pt x="5504" y="25056"/>
                    <a:pt x="5537" y="25223"/>
                    <a:pt x="5537" y="25390"/>
                  </a:cubicBezTo>
                  <a:cubicBezTo>
                    <a:pt x="5571" y="25556"/>
                    <a:pt x="5571" y="25723"/>
                    <a:pt x="5571" y="25890"/>
                  </a:cubicBezTo>
                  <a:cubicBezTo>
                    <a:pt x="5571" y="26590"/>
                    <a:pt x="5437" y="27291"/>
                    <a:pt x="5237" y="27958"/>
                  </a:cubicBezTo>
                  <a:cubicBezTo>
                    <a:pt x="5037" y="28659"/>
                    <a:pt x="4770" y="29326"/>
                    <a:pt x="4603" y="30060"/>
                  </a:cubicBezTo>
                  <a:cubicBezTo>
                    <a:pt x="4403" y="30760"/>
                    <a:pt x="4336" y="31494"/>
                    <a:pt x="4403" y="32261"/>
                  </a:cubicBezTo>
                  <a:lnTo>
                    <a:pt x="4403" y="32395"/>
                  </a:lnTo>
                  <a:lnTo>
                    <a:pt x="4403" y="32461"/>
                  </a:lnTo>
                  <a:lnTo>
                    <a:pt x="4403" y="32495"/>
                  </a:lnTo>
                  <a:lnTo>
                    <a:pt x="4403" y="32795"/>
                  </a:lnTo>
                  <a:cubicBezTo>
                    <a:pt x="4403" y="32962"/>
                    <a:pt x="4403" y="33162"/>
                    <a:pt x="4437" y="33329"/>
                  </a:cubicBezTo>
                  <a:lnTo>
                    <a:pt x="4537" y="33896"/>
                  </a:lnTo>
                  <a:cubicBezTo>
                    <a:pt x="4570" y="34096"/>
                    <a:pt x="4603" y="34263"/>
                    <a:pt x="4670" y="34429"/>
                  </a:cubicBezTo>
                  <a:cubicBezTo>
                    <a:pt x="4870" y="35130"/>
                    <a:pt x="5170" y="35830"/>
                    <a:pt x="5571" y="36431"/>
                  </a:cubicBezTo>
                  <a:cubicBezTo>
                    <a:pt x="6405" y="37632"/>
                    <a:pt x="7672" y="38466"/>
                    <a:pt x="8940" y="38933"/>
                  </a:cubicBezTo>
                  <a:cubicBezTo>
                    <a:pt x="9824" y="39250"/>
                    <a:pt x="10739" y="39382"/>
                    <a:pt x="11642" y="39382"/>
                  </a:cubicBezTo>
                  <a:cubicBezTo>
                    <a:pt x="12069" y="39382"/>
                    <a:pt x="12492" y="39353"/>
                    <a:pt x="12909" y="39300"/>
                  </a:cubicBezTo>
                  <a:cubicBezTo>
                    <a:pt x="13543" y="39233"/>
                    <a:pt x="14210" y="39099"/>
                    <a:pt x="14844" y="38866"/>
                  </a:cubicBezTo>
                  <a:cubicBezTo>
                    <a:pt x="15511" y="38632"/>
                    <a:pt x="16078" y="38299"/>
                    <a:pt x="16679" y="37932"/>
                  </a:cubicBezTo>
                  <a:cubicBezTo>
                    <a:pt x="16945" y="37765"/>
                    <a:pt x="17212" y="37532"/>
                    <a:pt x="17513" y="37298"/>
                  </a:cubicBezTo>
                  <a:cubicBezTo>
                    <a:pt x="17746" y="37065"/>
                    <a:pt x="18046" y="36831"/>
                    <a:pt x="18246" y="36564"/>
                  </a:cubicBezTo>
                  <a:cubicBezTo>
                    <a:pt x="18713" y="36064"/>
                    <a:pt x="19114" y="35430"/>
                    <a:pt x="19447" y="34796"/>
                  </a:cubicBezTo>
                  <a:lnTo>
                    <a:pt x="19714" y="34296"/>
                  </a:lnTo>
                  <a:lnTo>
                    <a:pt x="19914" y="33796"/>
                  </a:lnTo>
                  <a:cubicBezTo>
                    <a:pt x="19914" y="33729"/>
                    <a:pt x="19948" y="33696"/>
                    <a:pt x="20014" y="33562"/>
                  </a:cubicBezTo>
                  <a:lnTo>
                    <a:pt x="20048" y="33295"/>
                  </a:lnTo>
                  <a:cubicBezTo>
                    <a:pt x="20081" y="33128"/>
                    <a:pt x="20114" y="32928"/>
                    <a:pt x="20114" y="32762"/>
                  </a:cubicBezTo>
                  <a:cubicBezTo>
                    <a:pt x="20214" y="32028"/>
                    <a:pt x="20114" y="31260"/>
                    <a:pt x="20014" y="30560"/>
                  </a:cubicBezTo>
                  <a:cubicBezTo>
                    <a:pt x="19714" y="29126"/>
                    <a:pt x="19114" y="27791"/>
                    <a:pt x="18713" y="26424"/>
                  </a:cubicBezTo>
                  <a:cubicBezTo>
                    <a:pt x="18447" y="25723"/>
                    <a:pt x="18280" y="25056"/>
                    <a:pt x="18213" y="24356"/>
                  </a:cubicBezTo>
                  <a:cubicBezTo>
                    <a:pt x="18180" y="24122"/>
                    <a:pt x="18180" y="23955"/>
                    <a:pt x="18180" y="23788"/>
                  </a:cubicBezTo>
                  <a:lnTo>
                    <a:pt x="18180" y="23555"/>
                  </a:lnTo>
                  <a:lnTo>
                    <a:pt x="18180" y="23455"/>
                  </a:lnTo>
                  <a:lnTo>
                    <a:pt x="18213" y="23355"/>
                  </a:lnTo>
                  <a:cubicBezTo>
                    <a:pt x="18246" y="23021"/>
                    <a:pt x="18346" y="22688"/>
                    <a:pt x="18447" y="22354"/>
                  </a:cubicBezTo>
                  <a:cubicBezTo>
                    <a:pt x="18914" y="20986"/>
                    <a:pt x="19747" y="19852"/>
                    <a:pt x="20548" y="18651"/>
                  </a:cubicBezTo>
                  <a:cubicBezTo>
                    <a:pt x="21349" y="17517"/>
                    <a:pt x="22183" y="16350"/>
                    <a:pt x="22750" y="15082"/>
                  </a:cubicBezTo>
                  <a:cubicBezTo>
                    <a:pt x="23383" y="13848"/>
                    <a:pt x="23750" y="12547"/>
                    <a:pt x="24051" y="11246"/>
                  </a:cubicBezTo>
                  <a:cubicBezTo>
                    <a:pt x="24584" y="8711"/>
                    <a:pt x="24651" y="6109"/>
                    <a:pt x="23750" y="4041"/>
                  </a:cubicBezTo>
                  <a:cubicBezTo>
                    <a:pt x="23350" y="2974"/>
                    <a:pt x="22683" y="2073"/>
                    <a:pt x="21882" y="1472"/>
                  </a:cubicBezTo>
                  <a:cubicBezTo>
                    <a:pt x="21082" y="872"/>
                    <a:pt x="20214" y="472"/>
                    <a:pt x="19414" y="272"/>
                  </a:cubicBezTo>
                  <a:cubicBezTo>
                    <a:pt x="18480" y="53"/>
                    <a:pt x="17630" y="0"/>
                    <a:pt x="16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81" name="Google Shape;1781;p14"/>
            <p:cNvSpPr/>
            <p:nvPr/>
          </p:nvSpPr>
          <p:spPr>
            <a:xfrm flipH="1">
              <a:off x="-813164" y="2209749"/>
              <a:ext cx="192789" cy="221132"/>
            </a:xfrm>
            <a:custGeom>
              <a:avLst/>
              <a:gdLst/>
              <a:ahLst/>
              <a:cxnLst/>
              <a:rect l="l" t="t" r="r" b="b"/>
              <a:pathLst>
                <a:path w="8557" h="9815" extrusionOk="0">
                  <a:moveTo>
                    <a:pt x="4415" y="0"/>
                  </a:moveTo>
                  <a:cubicBezTo>
                    <a:pt x="4213" y="0"/>
                    <a:pt x="4014" y="16"/>
                    <a:pt x="3820" y="44"/>
                  </a:cubicBezTo>
                  <a:cubicBezTo>
                    <a:pt x="3387" y="111"/>
                    <a:pt x="2920" y="244"/>
                    <a:pt x="2553" y="411"/>
                  </a:cubicBezTo>
                  <a:cubicBezTo>
                    <a:pt x="1752" y="744"/>
                    <a:pt x="1152" y="1145"/>
                    <a:pt x="751" y="1478"/>
                  </a:cubicBezTo>
                  <a:cubicBezTo>
                    <a:pt x="551" y="1645"/>
                    <a:pt x="418" y="1812"/>
                    <a:pt x="284" y="1912"/>
                  </a:cubicBezTo>
                  <a:lnTo>
                    <a:pt x="118" y="2079"/>
                  </a:lnTo>
                  <a:cubicBezTo>
                    <a:pt x="0" y="2196"/>
                    <a:pt x="192" y="2391"/>
                    <a:pt x="331" y="2391"/>
                  </a:cubicBezTo>
                  <a:cubicBezTo>
                    <a:pt x="350" y="2391"/>
                    <a:pt x="368" y="2387"/>
                    <a:pt x="384" y="2379"/>
                  </a:cubicBezTo>
                  <a:cubicBezTo>
                    <a:pt x="384" y="2379"/>
                    <a:pt x="418" y="2312"/>
                    <a:pt x="551" y="2246"/>
                  </a:cubicBezTo>
                  <a:cubicBezTo>
                    <a:pt x="618" y="2145"/>
                    <a:pt x="785" y="1979"/>
                    <a:pt x="985" y="1879"/>
                  </a:cubicBezTo>
                  <a:cubicBezTo>
                    <a:pt x="1385" y="1578"/>
                    <a:pt x="1986" y="1211"/>
                    <a:pt x="2719" y="945"/>
                  </a:cubicBezTo>
                  <a:cubicBezTo>
                    <a:pt x="3086" y="811"/>
                    <a:pt x="3453" y="744"/>
                    <a:pt x="3887" y="711"/>
                  </a:cubicBezTo>
                  <a:cubicBezTo>
                    <a:pt x="3999" y="692"/>
                    <a:pt x="4113" y="684"/>
                    <a:pt x="4228" y="684"/>
                  </a:cubicBezTo>
                  <a:cubicBezTo>
                    <a:pt x="4524" y="684"/>
                    <a:pt x="4823" y="739"/>
                    <a:pt x="5088" y="811"/>
                  </a:cubicBezTo>
                  <a:cubicBezTo>
                    <a:pt x="5822" y="1078"/>
                    <a:pt x="6489" y="1612"/>
                    <a:pt x="6889" y="2246"/>
                  </a:cubicBezTo>
                  <a:cubicBezTo>
                    <a:pt x="7289" y="2813"/>
                    <a:pt x="7590" y="3647"/>
                    <a:pt x="7723" y="4480"/>
                  </a:cubicBezTo>
                  <a:cubicBezTo>
                    <a:pt x="7823" y="5314"/>
                    <a:pt x="7790" y="6248"/>
                    <a:pt x="7623" y="6982"/>
                  </a:cubicBezTo>
                  <a:cubicBezTo>
                    <a:pt x="7456" y="7783"/>
                    <a:pt x="7223" y="8417"/>
                    <a:pt x="6989" y="8884"/>
                  </a:cubicBezTo>
                  <a:cubicBezTo>
                    <a:pt x="6922" y="9117"/>
                    <a:pt x="6822" y="9284"/>
                    <a:pt x="6756" y="9417"/>
                  </a:cubicBezTo>
                  <a:lnTo>
                    <a:pt x="6656" y="9584"/>
                  </a:lnTo>
                  <a:cubicBezTo>
                    <a:pt x="6631" y="9681"/>
                    <a:pt x="6767" y="9814"/>
                    <a:pt x="6881" y="9814"/>
                  </a:cubicBezTo>
                  <a:cubicBezTo>
                    <a:pt x="6923" y="9814"/>
                    <a:pt x="6962" y="9796"/>
                    <a:pt x="6989" y="9751"/>
                  </a:cubicBezTo>
                  <a:cubicBezTo>
                    <a:pt x="6989" y="9751"/>
                    <a:pt x="7056" y="9718"/>
                    <a:pt x="7123" y="9584"/>
                  </a:cubicBezTo>
                  <a:cubicBezTo>
                    <a:pt x="7223" y="9451"/>
                    <a:pt x="7323" y="9284"/>
                    <a:pt x="7456" y="9050"/>
                  </a:cubicBezTo>
                  <a:cubicBezTo>
                    <a:pt x="7723" y="8583"/>
                    <a:pt x="7990" y="7916"/>
                    <a:pt x="8223" y="7082"/>
                  </a:cubicBezTo>
                  <a:cubicBezTo>
                    <a:pt x="8423" y="6282"/>
                    <a:pt x="8557" y="5314"/>
                    <a:pt x="8423" y="4380"/>
                  </a:cubicBezTo>
                  <a:cubicBezTo>
                    <a:pt x="8290" y="3413"/>
                    <a:pt x="7990" y="2479"/>
                    <a:pt x="7489" y="1778"/>
                  </a:cubicBezTo>
                  <a:cubicBezTo>
                    <a:pt x="7089" y="1078"/>
                    <a:pt x="6255" y="377"/>
                    <a:pt x="5288" y="111"/>
                  </a:cubicBezTo>
                  <a:cubicBezTo>
                    <a:pt x="4995" y="32"/>
                    <a:pt x="4702" y="0"/>
                    <a:pt x="4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82" name="Google Shape;1782;p14"/>
            <p:cNvSpPr/>
            <p:nvPr/>
          </p:nvSpPr>
          <p:spPr>
            <a:xfrm flipH="1">
              <a:off x="-706349" y="2744995"/>
              <a:ext cx="109631" cy="111726"/>
            </a:xfrm>
            <a:custGeom>
              <a:avLst/>
              <a:gdLst/>
              <a:ahLst/>
              <a:cxnLst/>
              <a:rect l="l" t="t" r="r" b="b"/>
              <a:pathLst>
                <a:path w="4866" h="4959" extrusionOk="0">
                  <a:moveTo>
                    <a:pt x="253" y="1"/>
                  </a:moveTo>
                  <a:cubicBezTo>
                    <a:pt x="187" y="1"/>
                    <a:pt x="133" y="12"/>
                    <a:pt x="133" y="37"/>
                  </a:cubicBezTo>
                  <a:cubicBezTo>
                    <a:pt x="133" y="37"/>
                    <a:pt x="100" y="204"/>
                    <a:pt x="33" y="471"/>
                  </a:cubicBezTo>
                  <a:cubicBezTo>
                    <a:pt x="33" y="571"/>
                    <a:pt x="0" y="738"/>
                    <a:pt x="0" y="905"/>
                  </a:cubicBezTo>
                  <a:lnTo>
                    <a:pt x="0" y="1505"/>
                  </a:lnTo>
                  <a:lnTo>
                    <a:pt x="0" y="1839"/>
                  </a:lnTo>
                  <a:cubicBezTo>
                    <a:pt x="0" y="1939"/>
                    <a:pt x="33" y="2039"/>
                    <a:pt x="33" y="2172"/>
                  </a:cubicBezTo>
                  <a:cubicBezTo>
                    <a:pt x="100" y="2439"/>
                    <a:pt x="167" y="2639"/>
                    <a:pt x="200" y="2873"/>
                  </a:cubicBezTo>
                  <a:cubicBezTo>
                    <a:pt x="334" y="3340"/>
                    <a:pt x="600" y="3807"/>
                    <a:pt x="867" y="4140"/>
                  </a:cubicBezTo>
                  <a:cubicBezTo>
                    <a:pt x="1001" y="4340"/>
                    <a:pt x="1201" y="4474"/>
                    <a:pt x="1434" y="4641"/>
                  </a:cubicBezTo>
                  <a:cubicBezTo>
                    <a:pt x="1534" y="4674"/>
                    <a:pt x="1668" y="4774"/>
                    <a:pt x="1801" y="4807"/>
                  </a:cubicBezTo>
                  <a:cubicBezTo>
                    <a:pt x="1868" y="4874"/>
                    <a:pt x="2035" y="4874"/>
                    <a:pt x="2168" y="4941"/>
                  </a:cubicBezTo>
                  <a:cubicBezTo>
                    <a:pt x="2257" y="4953"/>
                    <a:pt x="2349" y="4958"/>
                    <a:pt x="2442" y="4958"/>
                  </a:cubicBezTo>
                  <a:cubicBezTo>
                    <a:pt x="2874" y="4958"/>
                    <a:pt x="3334" y="4839"/>
                    <a:pt x="3636" y="4674"/>
                  </a:cubicBezTo>
                  <a:cubicBezTo>
                    <a:pt x="3869" y="4607"/>
                    <a:pt x="4003" y="4474"/>
                    <a:pt x="4170" y="4340"/>
                  </a:cubicBezTo>
                  <a:cubicBezTo>
                    <a:pt x="4270" y="4240"/>
                    <a:pt x="4303" y="4207"/>
                    <a:pt x="4370" y="4174"/>
                  </a:cubicBezTo>
                  <a:lnTo>
                    <a:pt x="4537" y="4007"/>
                  </a:lnTo>
                  <a:lnTo>
                    <a:pt x="4837" y="3707"/>
                  </a:lnTo>
                  <a:cubicBezTo>
                    <a:pt x="4866" y="3649"/>
                    <a:pt x="4721" y="3493"/>
                    <a:pt x="4659" y="3493"/>
                  </a:cubicBezTo>
                  <a:cubicBezTo>
                    <a:pt x="4649" y="3493"/>
                    <a:pt x="4641" y="3497"/>
                    <a:pt x="4637" y="3506"/>
                  </a:cubicBezTo>
                  <a:cubicBezTo>
                    <a:pt x="4637" y="3506"/>
                    <a:pt x="4503" y="3573"/>
                    <a:pt x="4303" y="3740"/>
                  </a:cubicBezTo>
                  <a:cubicBezTo>
                    <a:pt x="4270" y="3807"/>
                    <a:pt x="4170" y="3840"/>
                    <a:pt x="4136" y="3873"/>
                  </a:cubicBezTo>
                  <a:cubicBezTo>
                    <a:pt x="4036" y="3940"/>
                    <a:pt x="4003" y="3973"/>
                    <a:pt x="3936" y="4007"/>
                  </a:cubicBezTo>
                  <a:cubicBezTo>
                    <a:pt x="3803" y="4040"/>
                    <a:pt x="3636" y="4174"/>
                    <a:pt x="3469" y="4207"/>
                  </a:cubicBezTo>
                  <a:cubicBezTo>
                    <a:pt x="3244" y="4309"/>
                    <a:pt x="3007" y="4349"/>
                    <a:pt x="2773" y="4349"/>
                  </a:cubicBezTo>
                  <a:cubicBezTo>
                    <a:pt x="2624" y="4349"/>
                    <a:pt x="2477" y="4333"/>
                    <a:pt x="2335" y="4307"/>
                  </a:cubicBezTo>
                  <a:cubicBezTo>
                    <a:pt x="2268" y="4240"/>
                    <a:pt x="2168" y="4240"/>
                    <a:pt x="2102" y="4207"/>
                  </a:cubicBezTo>
                  <a:lnTo>
                    <a:pt x="1835" y="4073"/>
                  </a:lnTo>
                  <a:cubicBezTo>
                    <a:pt x="1701" y="3973"/>
                    <a:pt x="1534" y="3873"/>
                    <a:pt x="1468" y="3707"/>
                  </a:cubicBezTo>
                  <a:cubicBezTo>
                    <a:pt x="1268" y="3473"/>
                    <a:pt x="1034" y="3073"/>
                    <a:pt x="867" y="2706"/>
                  </a:cubicBezTo>
                  <a:cubicBezTo>
                    <a:pt x="801" y="2506"/>
                    <a:pt x="701" y="2306"/>
                    <a:pt x="667" y="2072"/>
                  </a:cubicBezTo>
                  <a:cubicBezTo>
                    <a:pt x="634" y="2005"/>
                    <a:pt x="634" y="1872"/>
                    <a:pt x="600" y="1805"/>
                  </a:cubicBezTo>
                  <a:cubicBezTo>
                    <a:pt x="600" y="1705"/>
                    <a:pt x="534" y="1572"/>
                    <a:pt x="534" y="1505"/>
                  </a:cubicBezTo>
                  <a:cubicBezTo>
                    <a:pt x="500" y="1305"/>
                    <a:pt x="500" y="1138"/>
                    <a:pt x="500" y="971"/>
                  </a:cubicBezTo>
                  <a:lnTo>
                    <a:pt x="500" y="504"/>
                  </a:lnTo>
                  <a:lnTo>
                    <a:pt x="500" y="71"/>
                  </a:lnTo>
                  <a:cubicBezTo>
                    <a:pt x="500" y="29"/>
                    <a:pt x="360" y="1"/>
                    <a:pt x="2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783" name="Google Shape;1783;p14"/>
          <p:cNvSpPr/>
          <p:nvPr/>
        </p:nvSpPr>
        <p:spPr>
          <a:xfrm flipH="1">
            <a:off x="-428884" y="4106166"/>
            <a:ext cx="2822612" cy="1583481"/>
          </a:xfrm>
          <a:custGeom>
            <a:avLst/>
            <a:gdLst/>
            <a:ahLst/>
            <a:cxnLst/>
            <a:rect l="l" t="t" r="r" b="b"/>
            <a:pathLst>
              <a:path w="127159" h="71336" extrusionOk="0">
                <a:moveTo>
                  <a:pt x="98163" y="1"/>
                </a:moveTo>
                <a:cubicBezTo>
                  <a:pt x="97767" y="1"/>
                  <a:pt x="97368" y="20"/>
                  <a:pt x="96970" y="59"/>
                </a:cubicBezTo>
                <a:cubicBezTo>
                  <a:pt x="96303" y="126"/>
                  <a:pt x="95636" y="260"/>
                  <a:pt x="94969" y="393"/>
                </a:cubicBezTo>
                <a:cubicBezTo>
                  <a:pt x="94302" y="560"/>
                  <a:pt x="93634" y="760"/>
                  <a:pt x="93034" y="1060"/>
                </a:cubicBezTo>
                <a:cubicBezTo>
                  <a:pt x="91733" y="1594"/>
                  <a:pt x="90532" y="2394"/>
                  <a:pt x="89365" y="3195"/>
                </a:cubicBezTo>
                <a:cubicBezTo>
                  <a:pt x="88197" y="3962"/>
                  <a:pt x="87063" y="4796"/>
                  <a:pt x="85795" y="5463"/>
                </a:cubicBezTo>
                <a:cubicBezTo>
                  <a:pt x="85195" y="5797"/>
                  <a:pt x="84528" y="6064"/>
                  <a:pt x="83861" y="6264"/>
                </a:cubicBezTo>
                <a:cubicBezTo>
                  <a:pt x="83527" y="6397"/>
                  <a:pt x="83127" y="6431"/>
                  <a:pt x="82793" y="6531"/>
                </a:cubicBezTo>
                <a:cubicBezTo>
                  <a:pt x="82426" y="6564"/>
                  <a:pt x="82093" y="6597"/>
                  <a:pt x="81726" y="6631"/>
                </a:cubicBezTo>
                <a:cubicBezTo>
                  <a:pt x="80925" y="6731"/>
                  <a:pt x="80191" y="6864"/>
                  <a:pt x="79424" y="7064"/>
                </a:cubicBezTo>
                <a:cubicBezTo>
                  <a:pt x="78690" y="7298"/>
                  <a:pt x="77957" y="7698"/>
                  <a:pt x="77289" y="8098"/>
                </a:cubicBezTo>
                <a:cubicBezTo>
                  <a:pt x="76689" y="8565"/>
                  <a:pt x="76055" y="9066"/>
                  <a:pt x="75521" y="9600"/>
                </a:cubicBezTo>
                <a:cubicBezTo>
                  <a:pt x="74954" y="10100"/>
                  <a:pt x="74421" y="10700"/>
                  <a:pt x="73887" y="11234"/>
                </a:cubicBezTo>
                <a:cubicBezTo>
                  <a:pt x="73387" y="11801"/>
                  <a:pt x="72853" y="12368"/>
                  <a:pt x="72286" y="12902"/>
                </a:cubicBezTo>
                <a:lnTo>
                  <a:pt x="71452" y="13702"/>
                </a:lnTo>
                <a:cubicBezTo>
                  <a:pt x="71285" y="13803"/>
                  <a:pt x="71185" y="13936"/>
                  <a:pt x="71052" y="14069"/>
                </a:cubicBezTo>
                <a:cubicBezTo>
                  <a:pt x="70885" y="14203"/>
                  <a:pt x="70751" y="14270"/>
                  <a:pt x="70585" y="14403"/>
                </a:cubicBezTo>
                <a:cubicBezTo>
                  <a:pt x="69384" y="15204"/>
                  <a:pt x="67883" y="15704"/>
                  <a:pt x="66415" y="16138"/>
                </a:cubicBezTo>
                <a:cubicBezTo>
                  <a:pt x="64914" y="16605"/>
                  <a:pt x="63413" y="17038"/>
                  <a:pt x="61912" y="17572"/>
                </a:cubicBezTo>
                <a:cubicBezTo>
                  <a:pt x="60411" y="18106"/>
                  <a:pt x="58910" y="18773"/>
                  <a:pt x="57575" y="19640"/>
                </a:cubicBezTo>
                <a:cubicBezTo>
                  <a:pt x="51538" y="22942"/>
                  <a:pt x="51404" y="31282"/>
                  <a:pt x="45667" y="33317"/>
                </a:cubicBezTo>
                <a:cubicBezTo>
                  <a:pt x="45050" y="33579"/>
                  <a:pt x="44411" y="33698"/>
                  <a:pt x="43775" y="33698"/>
                </a:cubicBezTo>
                <a:cubicBezTo>
                  <a:pt x="43035" y="33698"/>
                  <a:pt x="42297" y="33537"/>
                  <a:pt x="41597" y="33250"/>
                </a:cubicBezTo>
                <a:cubicBezTo>
                  <a:pt x="40330" y="32716"/>
                  <a:pt x="39062" y="31882"/>
                  <a:pt x="37661" y="31315"/>
                </a:cubicBezTo>
                <a:cubicBezTo>
                  <a:pt x="37328" y="31148"/>
                  <a:pt x="36927" y="31082"/>
                  <a:pt x="36560" y="30948"/>
                </a:cubicBezTo>
                <a:cubicBezTo>
                  <a:pt x="36193" y="30881"/>
                  <a:pt x="35826" y="30781"/>
                  <a:pt x="35426" y="30748"/>
                </a:cubicBezTo>
                <a:lnTo>
                  <a:pt x="34892" y="30648"/>
                </a:lnTo>
                <a:lnTo>
                  <a:pt x="34359" y="30615"/>
                </a:lnTo>
                <a:cubicBezTo>
                  <a:pt x="34236" y="30603"/>
                  <a:pt x="34110" y="30600"/>
                  <a:pt x="33983" y="30600"/>
                </a:cubicBezTo>
                <a:cubicBezTo>
                  <a:pt x="33729" y="30600"/>
                  <a:pt x="33469" y="30615"/>
                  <a:pt x="33225" y="30615"/>
                </a:cubicBezTo>
                <a:cubicBezTo>
                  <a:pt x="32491" y="30648"/>
                  <a:pt x="31724" y="30781"/>
                  <a:pt x="31023" y="31082"/>
                </a:cubicBezTo>
                <a:cubicBezTo>
                  <a:pt x="30323" y="31315"/>
                  <a:pt x="29689" y="31782"/>
                  <a:pt x="29155" y="32282"/>
                </a:cubicBezTo>
                <a:cubicBezTo>
                  <a:pt x="28054" y="33317"/>
                  <a:pt x="27387" y="34651"/>
                  <a:pt x="26820" y="35952"/>
                </a:cubicBezTo>
                <a:cubicBezTo>
                  <a:pt x="26220" y="37253"/>
                  <a:pt x="25686" y="38587"/>
                  <a:pt x="24985" y="39788"/>
                </a:cubicBezTo>
                <a:cubicBezTo>
                  <a:pt x="24252" y="40989"/>
                  <a:pt x="23251" y="41989"/>
                  <a:pt x="21983" y="42456"/>
                </a:cubicBezTo>
                <a:cubicBezTo>
                  <a:pt x="21349" y="42723"/>
                  <a:pt x="20649" y="42823"/>
                  <a:pt x="19982" y="42823"/>
                </a:cubicBezTo>
                <a:cubicBezTo>
                  <a:pt x="19348" y="42823"/>
                  <a:pt x="18681" y="42590"/>
                  <a:pt x="18080" y="42223"/>
                </a:cubicBezTo>
                <a:cubicBezTo>
                  <a:pt x="17513" y="41823"/>
                  <a:pt x="16913" y="41389"/>
                  <a:pt x="16346" y="40889"/>
                </a:cubicBezTo>
                <a:cubicBezTo>
                  <a:pt x="15745" y="40422"/>
                  <a:pt x="15145" y="39888"/>
                  <a:pt x="14344" y="39554"/>
                </a:cubicBezTo>
                <a:cubicBezTo>
                  <a:pt x="13853" y="39298"/>
                  <a:pt x="13292" y="39178"/>
                  <a:pt x="12734" y="39178"/>
                </a:cubicBezTo>
                <a:cubicBezTo>
                  <a:pt x="12421" y="39178"/>
                  <a:pt x="12109" y="39216"/>
                  <a:pt x="11809" y="39287"/>
                </a:cubicBezTo>
                <a:cubicBezTo>
                  <a:pt x="11676" y="39321"/>
                  <a:pt x="11576" y="39321"/>
                  <a:pt x="11476" y="39388"/>
                </a:cubicBezTo>
                <a:lnTo>
                  <a:pt x="11142" y="39488"/>
                </a:lnTo>
                <a:cubicBezTo>
                  <a:pt x="10909" y="39621"/>
                  <a:pt x="10709" y="39754"/>
                  <a:pt x="10542" y="39921"/>
                </a:cubicBezTo>
                <a:cubicBezTo>
                  <a:pt x="10208" y="40221"/>
                  <a:pt x="9975" y="40588"/>
                  <a:pt x="9741" y="40922"/>
                </a:cubicBezTo>
                <a:cubicBezTo>
                  <a:pt x="9341" y="41622"/>
                  <a:pt x="9007" y="42323"/>
                  <a:pt x="8640" y="42957"/>
                </a:cubicBezTo>
                <a:cubicBezTo>
                  <a:pt x="8407" y="43257"/>
                  <a:pt x="8207" y="43557"/>
                  <a:pt x="7973" y="43724"/>
                </a:cubicBezTo>
                <a:cubicBezTo>
                  <a:pt x="7873" y="43791"/>
                  <a:pt x="7673" y="43891"/>
                  <a:pt x="7540" y="43957"/>
                </a:cubicBezTo>
                <a:lnTo>
                  <a:pt x="7306" y="44058"/>
                </a:lnTo>
                <a:cubicBezTo>
                  <a:pt x="7206" y="44091"/>
                  <a:pt x="7139" y="44091"/>
                  <a:pt x="7039" y="44124"/>
                </a:cubicBezTo>
                <a:cubicBezTo>
                  <a:pt x="6644" y="44223"/>
                  <a:pt x="6226" y="44252"/>
                  <a:pt x="5785" y="44252"/>
                </a:cubicBezTo>
                <a:cubicBezTo>
                  <a:pt x="5480" y="44252"/>
                  <a:pt x="5165" y="44238"/>
                  <a:pt x="4838" y="44224"/>
                </a:cubicBezTo>
                <a:cubicBezTo>
                  <a:pt x="4665" y="44210"/>
                  <a:pt x="4488" y="44202"/>
                  <a:pt x="4308" y="44202"/>
                </a:cubicBezTo>
                <a:cubicBezTo>
                  <a:pt x="3652" y="44202"/>
                  <a:pt x="2957" y="44310"/>
                  <a:pt x="2303" y="44625"/>
                </a:cubicBezTo>
                <a:cubicBezTo>
                  <a:pt x="1902" y="44825"/>
                  <a:pt x="1569" y="45092"/>
                  <a:pt x="1235" y="45325"/>
                </a:cubicBezTo>
                <a:cubicBezTo>
                  <a:pt x="902" y="45625"/>
                  <a:pt x="635" y="45926"/>
                  <a:pt x="368" y="46326"/>
                </a:cubicBezTo>
                <a:cubicBezTo>
                  <a:pt x="134" y="46759"/>
                  <a:pt x="1" y="47293"/>
                  <a:pt x="134" y="47794"/>
                </a:cubicBezTo>
                <a:cubicBezTo>
                  <a:pt x="234" y="48294"/>
                  <a:pt x="501" y="48661"/>
                  <a:pt x="801" y="48994"/>
                </a:cubicBezTo>
                <a:cubicBezTo>
                  <a:pt x="1402" y="49662"/>
                  <a:pt x="2069" y="50095"/>
                  <a:pt x="2803" y="50495"/>
                </a:cubicBezTo>
                <a:cubicBezTo>
                  <a:pt x="3503" y="50862"/>
                  <a:pt x="4237" y="51196"/>
                  <a:pt x="4971" y="51563"/>
                </a:cubicBezTo>
                <a:cubicBezTo>
                  <a:pt x="7840" y="52797"/>
                  <a:pt x="10875" y="53631"/>
                  <a:pt x="13744" y="54598"/>
                </a:cubicBezTo>
                <a:cubicBezTo>
                  <a:pt x="14078" y="54698"/>
                  <a:pt x="14478" y="54832"/>
                  <a:pt x="14811" y="54965"/>
                </a:cubicBezTo>
                <a:cubicBezTo>
                  <a:pt x="15012" y="54999"/>
                  <a:pt x="15178" y="55099"/>
                  <a:pt x="15312" y="55165"/>
                </a:cubicBezTo>
                <a:lnTo>
                  <a:pt x="15745" y="55466"/>
                </a:lnTo>
                <a:cubicBezTo>
                  <a:pt x="16079" y="55666"/>
                  <a:pt x="16413" y="55866"/>
                  <a:pt x="16813" y="55999"/>
                </a:cubicBezTo>
                <a:cubicBezTo>
                  <a:pt x="17180" y="56166"/>
                  <a:pt x="17513" y="56333"/>
                  <a:pt x="17880" y="56466"/>
                </a:cubicBezTo>
                <a:cubicBezTo>
                  <a:pt x="18214" y="56600"/>
                  <a:pt x="18581" y="56767"/>
                  <a:pt x="18981" y="56833"/>
                </a:cubicBezTo>
                <a:cubicBezTo>
                  <a:pt x="19348" y="56933"/>
                  <a:pt x="19715" y="57033"/>
                  <a:pt x="20082" y="57134"/>
                </a:cubicBezTo>
                <a:cubicBezTo>
                  <a:pt x="20849" y="57267"/>
                  <a:pt x="21583" y="57434"/>
                  <a:pt x="22350" y="57467"/>
                </a:cubicBezTo>
                <a:cubicBezTo>
                  <a:pt x="22717" y="57534"/>
                  <a:pt x="23092" y="57551"/>
                  <a:pt x="23468" y="57551"/>
                </a:cubicBezTo>
                <a:cubicBezTo>
                  <a:pt x="23843" y="57551"/>
                  <a:pt x="24218" y="57534"/>
                  <a:pt x="24585" y="57534"/>
                </a:cubicBezTo>
                <a:cubicBezTo>
                  <a:pt x="25352" y="57467"/>
                  <a:pt x="26086" y="57434"/>
                  <a:pt x="26787" y="57334"/>
                </a:cubicBezTo>
                <a:cubicBezTo>
                  <a:pt x="28254" y="57134"/>
                  <a:pt x="29622" y="56800"/>
                  <a:pt x="31023" y="56500"/>
                </a:cubicBezTo>
                <a:cubicBezTo>
                  <a:pt x="32303" y="56219"/>
                  <a:pt x="33583" y="55996"/>
                  <a:pt x="34809" y="55996"/>
                </a:cubicBezTo>
                <a:cubicBezTo>
                  <a:pt x="34892" y="55996"/>
                  <a:pt x="34976" y="55997"/>
                  <a:pt x="35059" y="55999"/>
                </a:cubicBezTo>
                <a:cubicBezTo>
                  <a:pt x="35726" y="55999"/>
                  <a:pt x="36360" y="56133"/>
                  <a:pt x="36927" y="56333"/>
                </a:cubicBezTo>
                <a:cubicBezTo>
                  <a:pt x="37061" y="56366"/>
                  <a:pt x="37227" y="56433"/>
                  <a:pt x="37361" y="56500"/>
                </a:cubicBezTo>
                <a:lnTo>
                  <a:pt x="37761" y="56767"/>
                </a:lnTo>
                <a:cubicBezTo>
                  <a:pt x="38061" y="56933"/>
                  <a:pt x="38328" y="57100"/>
                  <a:pt x="38595" y="57267"/>
                </a:cubicBezTo>
                <a:cubicBezTo>
                  <a:pt x="39696" y="57934"/>
                  <a:pt x="40697" y="58701"/>
                  <a:pt x="41731" y="59469"/>
                </a:cubicBezTo>
                <a:cubicBezTo>
                  <a:pt x="42231" y="59835"/>
                  <a:pt x="42765" y="60169"/>
                  <a:pt x="43365" y="60469"/>
                </a:cubicBezTo>
                <a:cubicBezTo>
                  <a:pt x="43932" y="60769"/>
                  <a:pt x="44533" y="61003"/>
                  <a:pt x="45100" y="61136"/>
                </a:cubicBezTo>
                <a:cubicBezTo>
                  <a:pt x="46301" y="61437"/>
                  <a:pt x="47535" y="61470"/>
                  <a:pt x="48636" y="61470"/>
                </a:cubicBezTo>
                <a:cubicBezTo>
                  <a:pt x="49770" y="61470"/>
                  <a:pt x="50871" y="61403"/>
                  <a:pt x="51905" y="61403"/>
                </a:cubicBezTo>
                <a:cubicBezTo>
                  <a:pt x="52171" y="61395"/>
                  <a:pt x="52435" y="61390"/>
                  <a:pt x="52697" y="61390"/>
                </a:cubicBezTo>
                <a:cubicBezTo>
                  <a:pt x="54471" y="61390"/>
                  <a:pt x="56134" y="61606"/>
                  <a:pt x="57442" y="62304"/>
                </a:cubicBezTo>
                <a:cubicBezTo>
                  <a:pt x="58209" y="62671"/>
                  <a:pt x="58843" y="63171"/>
                  <a:pt x="59343" y="63772"/>
                </a:cubicBezTo>
                <a:cubicBezTo>
                  <a:pt x="59877" y="64339"/>
                  <a:pt x="60244" y="64972"/>
                  <a:pt x="60611" y="65573"/>
                </a:cubicBezTo>
                <a:cubicBezTo>
                  <a:pt x="61345" y="66740"/>
                  <a:pt x="61912" y="67808"/>
                  <a:pt x="62512" y="68608"/>
                </a:cubicBezTo>
                <a:cubicBezTo>
                  <a:pt x="63079" y="69409"/>
                  <a:pt x="63580" y="69976"/>
                  <a:pt x="64013" y="70310"/>
                </a:cubicBezTo>
                <a:cubicBezTo>
                  <a:pt x="64180" y="70476"/>
                  <a:pt x="64347" y="70610"/>
                  <a:pt x="64447" y="70677"/>
                </a:cubicBezTo>
                <a:cubicBezTo>
                  <a:pt x="64580" y="70777"/>
                  <a:pt x="64614" y="70810"/>
                  <a:pt x="64614" y="70810"/>
                </a:cubicBezTo>
                <a:cubicBezTo>
                  <a:pt x="65114" y="71110"/>
                  <a:pt x="65581" y="71310"/>
                  <a:pt x="66115" y="71310"/>
                </a:cubicBezTo>
                <a:cubicBezTo>
                  <a:pt x="66265" y="71327"/>
                  <a:pt x="66382" y="71335"/>
                  <a:pt x="66461" y="71335"/>
                </a:cubicBezTo>
                <a:cubicBezTo>
                  <a:pt x="66540" y="71335"/>
                  <a:pt x="66582" y="71327"/>
                  <a:pt x="66582" y="71310"/>
                </a:cubicBezTo>
                <a:cubicBezTo>
                  <a:pt x="66615" y="71277"/>
                  <a:pt x="66515" y="71144"/>
                  <a:pt x="66248" y="71010"/>
                </a:cubicBezTo>
                <a:cubicBezTo>
                  <a:pt x="66015" y="70877"/>
                  <a:pt x="65614" y="70677"/>
                  <a:pt x="65181" y="70343"/>
                </a:cubicBezTo>
                <a:cubicBezTo>
                  <a:pt x="65181" y="70343"/>
                  <a:pt x="65081" y="70310"/>
                  <a:pt x="65014" y="70210"/>
                </a:cubicBezTo>
                <a:cubicBezTo>
                  <a:pt x="64914" y="70176"/>
                  <a:pt x="64747" y="70043"/>
                  <a:pt x="64580" y="69876"/>
                </a:cubicBezTo>
                <a:cubicBezTo>
                  <a:pt x="64213" y="69609"/>
                  <a:pt x="63713" y="69042"/>
                  <a:pt x="63179" y="68275"/>
                </a:cubicBezTo>
                <a:cubicBezTo>
                  <a:pt x="62579" y="67508"/>
                  <a:pt x="62012" y="66474"/>
                  <a:pt x="61278" y="65273"/>
                </a:cubicBezTo>
                <a:cubicBezTo>
                  <a:pt x="60911" y="64639"/>
                  <a:pt x="60511" y="64005"/>
                  <a:pt x="59944" y="63371"/>
                </a:cubicBezTo>
                <a:cubicBezTo>
                  <a:pt x="59410" y="62771"/>
                  <a:pt x="58743" y="62170"/>
                  <a:pt x="57909" y="61770"/>
                </a:cubicBezTo>
                <a:cubicBezTo>
                  <a:pt x="56241" y="60870"/>
                  <a:pt x="54206" y="60736"/>
                  <a:pt x="52105" y="60736"/>
                </a:cubicBezTo>
                <a:cubicBezTo>
                  <a:pt x="51896" y="60730"/>
                  <a:pt x="51685" y="60727"/>
                  <a:pt x="51473" y="60727"/>
                </a:cubicBezTo>
                <a:cubicBezTo>
                  <a:pt x="50585" y="60727"/>
                  <a:pt x="49671" y="60774"/>
                  <a:pt x="48746" y="60774"/>
                </a:cubicBezTo>
                <a:cubicBezTo>
                  <a:pt x="47671" y="60774"/>
                  <a:pt x="46582" y="60710"/>
                  <a:pt x="45500" y="60436"/>
                </a:cubicBezTo>
                <a:cubicBezTo>
                  <a:pt x="44933" y="60269"/>
                  <a:pt x="44399" y="60069"/>
                  <a:pt x="43866" y="59802"/>
                </a:cubicBezTo>
                <a:cubicBezTo>
                  <a:pt x="43332" y="59502"/>
                  <a:pt x="42831" y="59168"/>
                  <a:pt x="42331" y="58835"/>
                </a:cubicBezTo>
                <a:cubicBezTo>
                  <a:pt x="41330" y="58134"/>
                  <a:pt x="40330" y="57300"/>
                  <a:pt x="39196" y="56600"/>
                </a:cubicBezTo>
                <a:cubicBezTo>
                  <a:pt x="38895" y="56400"/>
                  <a:pt x="38595" y="56200"/>
                  <a:pt x="38328" y="56066"/>
                </a:cubicBezTo>
                <a:lnTo>
                  <a:pt x="37861" y="55799"/>
                </a:lnTo>
                <a:cubicBezTo>
                  <a:pt x="37694" y="55733"/>
                  <a:pt x="37528" y="55666"/>
                  <a:pt x="37361" y="55599"/>
                </a:cubicBezTo>
                <a:cubicBezTo>
                  <a:pt x="36694" y="55332"/>
                  <a:pt x="35993" y="55232"/>
                  <a:pt x="35259" y="55232"/>
                </a:cubicBezTo>
                <a:cubicBezTo>
                  <a:pt x="35112" y="55225"/>
                  <a:pt x="34965" y="55222"/>
                  <a:pt x="34817" y="55222"/>
                </a:cubicBezTo>
                <a:cubicBezTo>
                  <a:pt x="33558" y="55222"/>
                  <a:pt x="32281" y="55464"/>
                  <a:pt x="31056" y="55733"/>
                </a:cubicBezTo>
                <a:cubicBezTo>
                  <a:pt x="29689" y="55999"/>
                  <a:pt x="28321" y="56333"/>
                  <a:pt x="26887" y="56500"/>
                </a:cubicBezTo>
                <a:cubicBezTo>
                  <a:pt x="26186" y="56600"/>
                  <a:pt x="25486" y="56633"/>
                  <a:pt x="24752" y="56700"/>
                </a:cubicBezTo>
                <a:cubicBezTo>
                  <a:pt x="24051" y="56667"/>
                  <a:pt x="23318" y="56700"/>
                  <a:pt x="22584" y="56633"/>
                </a:cubicBezTo>
                <a:cubicBezTo>
                  <a:pt x="21850" y="56600"/>
                  <a:pt x="21149" y="56433"/>
                  <a:pt x="20415" y="56300"/>
                </a:cubicBezTo>
                <a:cubicBezTo>
                  <a:pt x="20049" y="56166"/>
                  <a:pt x="19715" y="56099"/>
                  <a:pt x="19348" y="55999"/>
                </a:cubicBezTo>
                <a:cubicBezTo>
                  <a:pt x="18981" y="55933"/>
                  <a:pt x="18648" y="55799"/>
                  <a:pt x="18314" y="55666"/>
                </a:cubicBezTo>
                <a:cubicBezTo>
                  <a:pt x="17980" y="55599"/>
                  <a:pt x="17647" y="55432"/>
                  <a:pt x="17313" y="55266"/>
                </a:cubicBezTo>
                <a:cubicBezTo>
                  <a:pt x="16980" y="55132"/>
                  <a:pt x="16679" y="54932"/>
                  <a:pt x="16346" y="54765"/>
                </a:cubicBezTo>
                <a:lnTo>
                  <a:pt x="15846" y="54465"/>
                </a:lnTo>
                <a:cubicBezTo>
                  <a:pt x="15679" y="54365"/>
                  <a:pt x="15479" y="54298"/>
                  <a:pt x="15312" y="54198"/>
                </a:cubicBezTo>
                <a:cubicBezTo>
                  <a:pt x="14978" y="54065"/>
                  <a:pt x="14578" y="53931"/>
                  <a:pt x="14211" y="53798"/>
                </a:cubicBezTo>
                <a:cubicBezTo>
                  <a:pt x="11309" y="52797"/>
                  <a:pt x="8307" y="51930"/>
                  <a:pt x="5471" y="50729"/>
                </a:cubicBezTo>
                <a:cubicBezTo>
                  <a:pt x="4804" y="50429"/>
                  <a:pt x="4070" y="50095"/>
                  <a:pt x="3403" y="49728"/>
                </a:cubicBezTo>
                <a:cubicBezTo>
                  <a:pt x="2803" y="49328"/>
                  <a:pt x="2136" y="48894"/>
                  <a:pt x="1669" y="48394"/>
                </a:cubicBezTo>
                <a:cubicBezTo>
                  <a:pt x="1469" y="48094"/>
                  <a:pt x="1235" y="47827"/>
                  <a:pt x="1202" y="47560"/>
                </a:cubicBezTo>
                <a:cubicBezTo>
                  <a:pt x="1168" y="47260"/>
                  <a:pt x="1202" y="46960"/>
                  <a:pt x="1369" y="46726"/>
                </a:cubicBezTo>
                <a:cubicBezTo>
                  <a:pt x="1669" y="46126"/>
                  <a:pt x="2336" y="45725"/>
                  <a:pt x="2970" y="45325"/>
                </a:cubicBezTo>
                <a:cubicBezTo>
                  <a:pt x="3403" y="45121"/>
                  <a:pt x="3953" y="45034"/>
                  <a:pt x="4516" y="45034"/>
                </a:cubicBezTo>
                <a:cubicBezTo>
                  <a:pt x="4689" y="45034"/>
                  <a:pt x="4865" y="45042"/>
                  <a:pt x="5038" y="45058"/>
                </a:cubicBezTo>
                <a:cubicBezTo>
                  <a:pt x="5328" y="45071"/>
                  <a:pt x="5627" y="45083"/>
                  <a:pt x="5935" y="45083"/>
                </a:cubicBezTo>
                <a:cubicBezTo>
                  <a:pt x="6440" y="45083"/>
                  <a:pt x="6967" y="45049"/>
                  <a:pt x="7506" y="44925"/>
                </a:cubicBezTo>
                <a:cubicBezTo>
                  <a:pt x="7640" y="44925"/>
                  <a:pt x="7706" y="44891"/>
                  <a:pt x="7840" y="44825"/>
                </a:cubicBezTo>
                <a:lnTo>
                  <a:pt x="8140" y="44725"/>
                </a:lnTo>
                <a:cubicBezTo>
                  <a:pt x="8340" y="44625"/>
                  <a:pt x="8507" y="44491"/>
                  <a:pt x="8707" y="44391"/>
                </a:cubicBezTo>
                <a:cubicBezTo>
                  <a:pt x="9074" y="44091"/>
                  <a:pt x="9374" y="43724"/>
                  <a:pt x="9574" y="43390"/>
                </a:cubicBezTo>
                <a:cubicBezTo>
                  <a:pt x="10041" y="42657"/>
                  <a:pt x="10342" y="41956"/>
                  <a:pt x="10709" y="41322"/>
                </a:cubicBezTo>
                <a:cubicBezTo>
                  <a:pt x="10875" y="41055"/>
                  <a:pt x="11075" y="40755"/>
                  <a:pt x="11342" y="40555"/>
                </a:cubicBezTo>
                <a:lnTo>
                  <a:pt x="11709" y="40288"/>
                </a:lnTo>
                <a:lnTo>
                  <a:pt x="11909" y="40221"/>
                </a:lnTo>
                <a:cubicBezTo>
                  <a:pt x="12009" y="40221"/>
                  <a:pt x="12076" y="40155"/>
                  <a:pt x="12176" y="40155"/>
                </a:cubicBezTo>
                <a:cubicBezTo>
                  <a:pt x="12394" y="40100"/>
                  <a:pt x="12611" y="40074"/>
                  <a:pt x="12827" y="40074"/>
                </a:cubicBezTo>
                <a:cubicBezTo>
                  <a:pt x="13275" y="40074"/>
                  <a:pt x="13717" y="40186"/>
                  <a:pt x="14144" y="40388"/>
                </a:cubicBezTo>
                <a:cubicBezTo>
                  <a:pt x="15379" y="40955"/>
                  <a:pt x="16379" y="42223"/>
                  <a:pt x="17747" y="43057"/>
                </a:cubicBezTo>
                <a:cubicBezTo>
                  <a:pt x="18414" y="43457"/>
                  <a:pt x="19215" y="43791"/>
                  <a:pt x="20082" y="43824"/>
                </a:cubicBezTo>
                <a:cubicBezTo>
                  <a:pt x="20916" y="43791"/>
                  <a:pt x="21683" y="43657"/>
                  <a:pt x="22484" y="43424"/>
                </a:cubicBezTo>
                <a:cubicBezTo>
                  <a:pt x="23217" y="43157"/>
                  <a:pt x="23918" y="42723"/>
                  <a:pt x="24518" y="42156"/>
                </a:cubicBezTo>
                <a:cubicBezTo>
                  <a:pt x="25085" y="41656"/>
                  <a:pt x="25586" y="40989"/>
                  <a:pt x="25986" y="40355"/>
                </a:cubicBezTo>
                <a:cubicBezTo>
                  <a:pt x="26753" y="39087"/>
                  <a:pt x="27254" y="37720"/>
                  <a:pt x="27854" y="36452"/>
                </a:cubicBezTo>
                <a:cubicBezTo>
                  <a:pt x="28421" y="35151"/>
                  <a:pt x="29055" y="33950"/>
                  <a:pt x="29989" y="33083"/>
                </a:cubicBezTo>
                <a:cubicBezTo>
                  <a:pt x="30423" y="32616"/>
                  <a:pt x="30990" y="32282"/>
                  <a:pt x="31557" y="32016"/>
                </a:cubicBezTo>
                <a:cubicBezTo>
                  <a:pt x="32157" y="31782"/>
                  <a:pt x="32758" y="31649"/>
                  <a:pt x="33425" y="31615"/>
                </a:cubicBezTo>
                <a:cubicBezTo>
                  <a:pt x="33647" y="31615"/>
                  <a:pt x="33870" y="31600"/>
                  <a:pt x="34092" y="31600"/>
                </a:cubicBezTo>
                <a:cubicBezTo>
                  <a:pt x="34203" y="31600"/>
                  <a:pt x="34314" y="31604"/>
                  <a:pt x="34425" y="31615"/>
                </a:cubicBezTo>
                <a:lnTo>
                  <a:pt x="34926" y="31649"/>
                </a:lnTo>
                <a:lnTo>
                  <a:pt x="35426" y="31749"/>
                </a:lnTo>
                <a:cubicBezTo>
                  <a:pt x="35760" y="31782"/>
                  <a:pt x="36093" y="31882"/>
                  <a:pt x="36427" y="31949"/>
                </a:cubicBezTo>
                <a:cubicBezTo>
                  <a:pt x="36727" y="32016"/>
                  <a:pt x="37061" y="32149"/>
                  <a:pt x="37394" y="32282"/>
                </a:cubicBezTo>
                <a:cubicBezTo>
                  <a:pt x="38729" y="32816"/>
                  <a:pt x="39929" y="33617"/>
                  <a:pt x="41397" y="34217"/>
                </a:cubicBezTo>
                <a:cubicBezTo>
                  <a:pt x="42098" y="34484"/>
                  <a:pt x="42898" y="34651"/>
                  <a:pt x="43732" y="34718"/>
                </a:cubicBezTo>
                <a:cubicBezTo>
                  <a:pt x="43783" y="34722"/>
                  <a:pt x="43836" y="34724"/>
                  <a:pt x="43889" y="34724"/>
                </a:cubicBezTo>
                <a:cubicBezTo>
                  <a:pt x="44219" y="34724"/>
                  <a:pt x="44589" y="34646"/>
                  <a:pt x="44933" y="34617"/>
                </a:cubicBezTo>
                <a:cubicBezTo>
                  <a:pt x="45367" y="34551"/>
                  <a:pt x="45734" y="34417"/>
                  <a:pt x="46100" y="34284"/>
                </a:cubicBezTo>
                <a:cubicBezTo>
                  <a:pt x="46534" y="34150"/>
                  <a:pt x="46868" y="33950"/>
                  <a:pt x="47235" y="33784"/>
                </a:cubicBezTo>
                <a:cubicBezTo>
                  <a:pt x="47568" y="33583"/>
                  <a:pt x="47902" y="33383"/>
                  <a:pt x="48235" y="33116"/>
                </a:cubicBezTo>
                <a:cubicBezTo>
                  <a:pt x="48869" y="32616"/>
                  <a:pt x="49436" y="32082"/>
                  <a:pt x="49937" y="31449"/>
                </a:cubicBezTo>
                <a:cubicBezTo>
                  <a:pt x="50937" y="30214"/>
                  <a:pt x="51738" y="28813"/>
                  <a:pt x="52438" y="27446"/>
                </a:cubicBezTo>
                <a:cubicBezTo>
                  <a:pt x="52839" y="26778"/>
                  <a:pt x="53172" y="26078"/>
                  <a:pt x="53539" y="25411"/>
                </a:cubicBezTo>
                <a:cubicBezTo>
                  <a:pt x="53906" y="24777"/>
                  <a:pt x="54273" y="24110"/>
                  <a:pt x="54773" y="23543"/>
                </a:cubicBezTo>
                <a:cubicBezTo>
                  <a:pt x="55240" y="22942"/>
                  <a:pt x="55741" y="22375"/>
                  <a:pt x="56341" y="21875"/>
                </a:cubicBezTo>
                <a:cubicBezTo>
                  <a:pt x="56875" y="21375"/>
                  <a:pt x="57509" y="20908"/>
                  <a:pt x="58109" y="20474"/>
                </a:cubicBezTo>
                <a:cubicBezTo>
                  <a:pt x="59377" y="19640"/>
                  <a:pt x="60778" y="19040"/>
                  <a:pt x="62245" y="18473"/>
                </a:cubicBezTo>
                <a:cubicBezTo>
                  <a:pt x="63713" y="17939"/>
                  <a:pt x="65214" y="17539"/>
                  <a:pt x="66715" y="17072"/>
                </a:cubicBezTo>
                <a:cubicBezTo>
                  <a:pt x="68216" y="16605"/>
                  <a:pt x="69717" y="16104"/>
                  <a:pt x="71085" y="15204"/>
                </a:cubicBezTo>
                <a:lnTo>
                  <a:pt x="71585" y="14803"/>
                </a:lnTo>
                <a:cubicBezTo>
                  <a:pt x="71752" y="14703"/>
                  <a:pt x="71919" y="14536"/>
                  <a:pt x="72052" y="14403"/>
                </a:cubicBezTo>
                <a:lnTo>
                  <a:pt x="72886" y="13569"/>
                </a:lnTo>
                <a:cubicBezTo>
                  <a:pt x="73420" y="13035"/>
                  <a:pt x="73920" y="12435"/>
                  <a:pt x="74454" y="11901"/>
                </a:cubicBezTo>
                <a:cubicBezTo>
                  <a:pt x="74954" y="11367"/>
                  <a:pt x="75521" y="10767"/>
                  <a:pt x="76055" y="10267"/>
                </a:cubicBezTo>
                <a:cubicBezTo>
                  <a:pt x="76589" y="9733"/>
                  <a:pt x="77189" y="9266"/>
                  <a:pt x="77756" y="8866"/>
                </a:cubicBezTo>
                <a:cubicBezTo>
                  <a:pt x="78357" y="8465"/>
                  <a:pt x="79024" y="8132"/>
                  <a:pt x="79691" y="7932"/>
                </a:cubicBezTo>
                <a:cubicBezTo>
                  <a:pt x="80358" y="7732"/>
                  <a:pt x="81059" y="7598"/>
                  <a:pt x="81759" y="7565"/>
                </a:cubicBezTo>
                <a:lnTo>
                  <a:pt x="82893" y="7431"/>
                </a:lnTo>
                <a:lnTo>
                  <a:pt x="84028" y="7198"/>
                </a:lnTo>
                <a:cubicBezTo>
                  <a:pt x="84728" y="6931"/>
                  <a:pt x="85429" y="6697"/>
                  <a:pt x="86096" y="6297"/>
                </a:cubicBezTo>
                <a:cubicBezTo>
                  <a:pt x="87430" y="5597"/>
                  <a:pt x="88564" y="4729"/>
                  <a:pt x="89732" y="3929"/>
                </a:cubicBezTo>
                <a:cubicBezTo>
                  <a:pt x="90866" y="3095"/>
                  <a:pt x="92033" y="2394"/>
                  <a:pt x="93234" y="1861"/>
                </a:cubicBezTo>
                <a:cubicBezTo>
                  <a:pt x="94435" y="1294"/>
                  <a:pt x="95703" y="1060"/>
                  <a:pt x="96970" y="893"/>
                </a:cubicBezTo>
                <a:cubicBezTo>
                  <a:pt x="97435" y="834"/>
                  <a:pt x="97895" y="804"/>
                  <a:pt x="98348" y="804"/>
                </a:cubicBezTo>
                <a:cubicBezTo>
                  <a:pt x="99164" y="804"/>
                  <a:pt x="99956" y="900"/>
                  <a:pt x="100706" y="1093"/>
                </a:cubicBezTo>
                <a:cubicBezTo>
                  <a:pt x="101874" y="1394"/>
                  <a:pt x="102974" y="1861"/>
                  <a:pt x="104075" y="2361"/>
                </a:cubicBezTo>
                <a:cubicBezTo>
                  <a:pt x="105143" y="2861"/>
                  <a:pt x="106210" y="3362"/>
                  <a:pt x="107278" y="3762"/>
                </a:cubicBezTo>
                <a:cubicBezTo>
                  <a:pt x="107811" y="3962"/>
                  <a:pt x="108312" y="4196"/>
                  <a:pt x="108879" y="4296"/>
                </a:cubicBezTo>
                <a:cubicBezTo>
                  <a:pt x="109112" y="4396"/>
                  <a:pt x="109412" y="4429"/>
                  <a:pt x="109646" y="4529"/>
                </a:cubicBezTo>
                <a:cubicBezTo>
                  <a:pt x="109913" y="4563"/>
                  <a:pt x="110213" y="4596"/>
                  <a:pt x="110446" y="4629"/>
                </a:cubicBezTo>
                <a:cubicBezTo>
                  <a:pt x="111215" y="4748"/>
                  <a:pt x="111959" y="4790"/>
                  <a:pt x="112676" y="4790"/>
                </a:cubicBezTo>
                <a:cubicBezTo>
                  <a:pt x="113981" y="4790"/>
                  <a:pt x="115198" y="4649"/>
                  <a:pt x="116317" y="4563"/>
                </a:cubicBezTo>
                <a:cubicBezTo>
                  <a:pt x="116784" y="4529"/>
                  <a:pt x="117218" y="4463"/>
                  <a:pt x="117618" y="4429"/>
                </a:cubicBezTo>
                <a:cubicBezTo>
                  <a:pt x="118052" y="4396"/>
                  <a:pt x="118452" y="4362"/>
                  <a:pt x="118819" y="4296"/>
                </a:cubicBezTo>
                <a:cubicBezTo>
                  <a:pt x="119100" y="4284"/>
                  <a:pt x="119376" y="4276"/>
                  <a:pt x="119646" y="4276"/>
                </a:cubicBezTo>
                <a:cubicBezTo>
                  <a:pt x="120115" y="4276"/>
                  <a:pt x="120564" y="4299"/>
                  <a:pt x="120987" y="4362"/>
                </a:cubicBezTo>
                <a:cubicBezTo>
                  <a:pt x="122388" y="4529"/>
                  <a:pt x="123456" y="4963"/>
                  <a:pt x="124223" y="5530"/>
                </a:cubicBezTo>
                <a:cubicBezTo>
                  <a:pt x="124957" y="6064"/>
                  <a:pt x="125424" y="6631"/>
                  <a:pt x="125724" y="7031"/>
                </a:cubicBezTo>
                <a:cubicBezTo>
                  <a:pt x="125991" y="7431"/>
                  <a:pt x="126124" y="7631"/>
                  <a:pt x="126124" y="7631"/>
                </a:cubicBezTo>
                <a:cubicBezTo>
                  <a:pt x="126258" y="7898"/>
                  <a:pt x="126391" y="8098"/>
                  <a:pt x="126491" y="8265"/>
                </a:cubicBezTo>
                <a:cubicBezTo>
                  <a:pt x="126591" y="8432"/>
                  <a:pt x="126658" y="8599"/>
                  <a:pt x="126758" y="8732"/>
                </a:cubicBezTo>
                <a:cubicBezTo>
                  <a:pt x="126925" y="8966"/>
                  <a:pt x="127058" y="9066"/>
                  <a:pt x="127092" y="9066"/>
                </a:cubicBezTo>
                <a:cubicBezTo>
                  <a:pt x="127158" y="9032"/>
                  <a:pt x="127158" y="8899"/>
                  <a:pt x="127092" y="8599"/>
                </a:cubicBezTo>
                <a:cubicBezTo>
                  <a:pt x="127058" y="8432"/>
                  <a:pt x="126992" y="8265"/>
                  <a:pt x="126925" y="8065"/>
                </a:cubicBezTo>
                <a:cubicBezTo>
                  <a:pt x="126825" y="7865"/>
                  <a:pt x="126725" y="7598"/>
                  <a:pt x="126591" y="7365"/>
                </a:cubicBezTo>
                <a:cubicBezTo>
                  <a:pt x="126591" y="7365"/>
                  <a:pt x="126458" y="7131"/>
                  <a:pt x="126158" y="6697"/>
                </a:cubicBezTo>
                <a:cubicBezTo>
                  <a:pt x="125824" y="6264"/>
                  <a:pt x="125390" y="5597"/>
                  <a:pt x="124557" y="5030"/>
                </a:cubicBezTo>
                <a:cubicBezTo>
                  <a:pt x="123723" y="4429"/>
                  <a:pt x="122555" y="3895"/>
                  <a:pt x="121121" y="3729"/>
                </a:cubicBezTo>
                <a:cubicBezTo>
                  <a:pt x="120654" y="3640"/>
                  <a:pt x="120142" y="3610"/>
                  <a:pt x="119616" y="3610"/>
                </a:cubicBezTo>
                <a:cubicBezTo>
                  <a:pt x="119353" y="3610"/>
                  <a:pt x="119086" y="3617"/>
                  <a:pt x="118819" y="3629"/>
                </a:cubicBezTo>
                <a:lnTo>
                  <a:pt x="117585" y="3762"/>
                </a:lnTo>
                <a:cubicBezTo>
                  <a:pt x="117151" y="3795"/>
                  <a:pt x="116751" y="3862"/>
                  <a:pt x="116284" y="3895"/>
                </a:cubicBezTo>
                <a:cubicBezTo>
                  <a:pt x="115206" y="3978"/>
                  <a:pt x="114050" y="4100"/>
                  <a:pt x="112841" y="4100"/>
                </a:cubicBezTo>
                <a:cubicBezTo>
                  <a:pt x="112105" y="4100"/>
                  <a:pt x="111350" y="4055"/>
                  <a:pt x="110580" y="3929"/>
                </a:cubicBezTo>
                <a:cubicBezTo>
                  <a:pt x="108545" y="3629"/>
                  <a:pt x="106544" y="2628"/>
                  <a:pt x="104375" y="1627"/>
                </a:cubicBezTo>
                <a:cubicBezTo>
                  <a:pt x="103275" y="1127"/>
                  <a:pt x="102141" y="593"/>
                  <a:pt x="100906" y="293"/>
                </a:cubicBezTo>
                <a:cubicBezTo>
                  <a:pt x="100017" y="106"/>
                  <a:pt x="99095" y="1"/>
                  <a:pt x="981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84" name="Google Shape;1784;p14"/>
          <p:cNvSpPr/>
          <p:nvPr/>
        </p:nvSpPr>
        <p:spPr>
          <a:xfrm flipH="1">
            <a:off x="-325288" y="3957442"/>
            <a:ext cx="2857462" cy="1776821"/>
          </a:xfrm>
          <a:custGeom>
            <a:avLst/>
            <a:gdLst/>
            <a:ahLst/>
            <a:cxnLst/>
            <a:rect l="l" t="t" r="r" b="b"/>
            <a:pathLst>
              <a:path w="128729" h="80046" extrusionOk="0">
                <a:moveTo>
                  <a:pt x="105098" y="0"/>
                </a:moveTo>
                <a:cubicBezTo>
                  <a:pt x="104528" y="0"/>
                  <a:pt x="103947" y="42"/>
                  <a:pt x="103374" y="121"/>
                </a:cubicBezTo>
                <a:cubicBezTo>
                  <a:pt x="102173" y="288"/>
                  <a:pt x="100972" y="622"/>
                  <a:pt x="99738" y="1089"/>
                </a:cubicBezTo>
                <a:cubicBezTo>
                  <a:pt x="98537" y="1522"/>
                  <a:pt x="97370" y="2156"/>
                  <a:pt x="96202" y="2823"/>
                </a:cubicBezTo>
                <a:cubicBezTo>
                  <a:pt x="93867" y="4191"/>
                  <a:pt x="91832" y="6126"/>
                  <a:pt x="89230" y="7293"/>
                </a:cubicBezTo>
                <a:cubicBezTo>
                  <a:pt x="87963" y="7827"/>
                  <a:pt x="86562" y="8194"/>
                  <a:pt x="85128" y="8361"/>
                </a:cubicBezTo>
                <a:cubicBezTo>
                  <a:pt x="84360" y="8461"/>
                  <a:pt x="83660" y="8527"/>
                  <a:pt x="82893" y="8594"/>
                </a:cubicBezTo>
                <a:cubicBezTo>
                  <a:pt x="82526" y="8627"/>
                  <a:pt x="82159" y="8661"/>
                  <a:pt x="81792" y="8661"/>
                </a:cubicBezTo>
                <a:cubicBezTo>
                  <a:pt x="81392" y="8661"/>
                  <a:pt x="81025" y="8694"/>
                  <a:pt x="80658" y="8761"/>
                </a:cubicBezTo>
                <a:cubicBezTo>
                  <a:pt x="79890" y="8828"/>
                  <a:pt x="79157" y="9028"/>
                  <a:pt x="78389" y="9261"/>
                </a:cubicBezTo>
                <a:cubicBezTo>
                  <a:pt x="77689" y="9495"/>
                  <a:pt x="76955" y="9795"/>
                  <a:pt x="76288" y="10162"/>
                </a:cubicBezTo>
                <a:cubicBezTo>
                  <a:pt x="74887" y="10862"/>
                  <a:pt x="73653" y="11830"/>
                  <a:pt x="72452" y="12830"/>
                </a:cubicBezTo>
                <a:cubicBezTo>
                  <a:pt x="71218" y="13831"/>
                  <a:pt x="70117" y="14965"/>
                  <a:pt x="68849" y="15866"/>
                </a:cubicBezTo>
                <a:cubicBezTo>
                  <a:pt x="67615" y="16833"/>
                  <a:pt x="66214" y="17600"/>
                  <a:pt x="64813" y="18301"/>
                </a:cubicBezTo>
                <a:cubicBezTo>
                  <a:pt x="63379" y="19001"/>
                  <a:pt x="61944" y="19635"/>
                  <a:pt x="60510" y="20436"/>
                </a:cubicBezTo>
                <a:cubicBezTo>
                  <a:pt x="59109" y="21203"/>
                  <a:pt x="57808" y="22170"/>
                  <a:pt x="56707" y="23438"/>
                </a:cubicBezTo>
                <a:cubicBezTo>
                  <a:pt x="54539" y="25940"/>
                  <a:pt x="53705" y="29142"/>
                  <a:pt x="52137" y="31811"/>
                </a:cubicBezTo>
                <a:cubicBezTo>
                  <a:pt x="51770" y="32478"/>
                  <a:pt x="51303" y="33112"/>
                  <a:pt x="50703" y="33612"/>
                </a:cubicBezTo>
                <a:cubicBezTo>
                  <a:pt x="50169" y="34112"/>
                  <a:pt x="49469" y="34446"/>
                  <a:pt x="48768" y="34613"/>
                </a:cubicBezTo>
                <a:cubicBezTo>
                  <a:pt x="48363" y="34701"/>
                  <a:pt x="47968" y="34742"/>
                  <a:pt x="47571" y="34742"/>
                </a:cubicBezTo>
                <a:cubicBezTo>
                  <a:pt x="47217" y="34742"/>
                  <a:pt x="46862" y="34709"/>
                  <a:pt x="46500" y="34646"/>
                </a:cubicBezTo>
                <a:cubicBezTo>
                  <a:pt x="45766" y="34513"/>
                  <a:pt x="45032" y="34279"/>
                  <a:pt x="44298" y="34046"/>
                </a:cubicBezTo>
                <a:cubicBezTo>
                  <a:pt x="42831" y="33612"/>
                  <a:pt x="41430" y="33011"/>
                  <a:pt x="39962" y="32544"/>
                </a:cubicBezTo>
                <a:cubicBezTo>
                  <a:pt x="39195" y="32311"/>
                  <a:pt x="38461" y="32144"/>
                  <a:pt x="37694" y="32011"/>
                </a:cubicBezTo>
                <a:lnTo>
                  <a:pt x="37127" y="31977"/>
                </a:lnTo>
                <a:lnTo>
                  <a:pt x="36826" y="31944"/>
                </a:lnTo>
                <a:lnTo>
                  <a:pt x="36526" y="31944"/>
                </a:lnTo>
                <a:lnTo>
                  <a:pt x="35959" y="31977"/>
                </a:lnTo>
                <a:cubicBezTo>
                  <a:pt x="35759" y="31977"/>
                  <a:pt x="35592" y="32011"/>
                  <a:pt x="35359" y="32044"/>
                </a:cubicBezTo>
                <a:cubicBezTo>
                  <a:pt x="34992" y="32111"/>
                  <a:pt x="34658" y="32278"/>
                  <a:pt x="34291" y="32378"/>
                </a:cubicBezTo>
                <a:cubicBezTo>
                  <a:pt x="34124" y="32444"/>
                  <a:pt x="33958" y="32544"/>
                  <a:pt x="33791" y="32645"/>
                </a:cubicBezTo>
                <a:lnTo>
                  <a:pt x="33291" y="32945"/>
                </a:lnTo>
                <a:cubicBezTo>
                  <a:pt x="32957" y="33145"/>
                  <a:pt x="32657" y="33378"/>
                  <a:pt x="32357" y="33612"/>
                </a:cubicBezTo>
                <a:cubicBezTo>
                  <a:pt x="32090" y="33845"/>
                  <a:pt x="31823" y="34146"/>
                  <a:pt x="31589" y="34379"/>
                </a:cubicBezTo>
                <a:cubicBezTo>
                  <a:pt x="31289" y="34646"/>
                  <a:pt x="31122" y="34946"/>
                  <a:pt x="30855" y="35213"/>
                </a:cubicBezTo>
                <a:lnTo>
                  <a:pt x="30522" y="35647"/>
                </a:lnTo>
                <a:lnTo>
                  <a:pt x="30255" y="36147"/>
                </a:lnTo>
                <a:cubicBezTo>
                  <a:pt x="29955" y="36814"/>
                  <a:pt x="29688" y="37515"/>
                  <a:pt x="29521" y="38182"/>
                </a:cubicBezTo>
                <a:cubicBezTo>
                  <a:pt x="29154" y="39516"/>
                  <a:pt x="28987" y="40951"/>
                  <a:pt x="28354" y="42185"/>
                </a:cubicBezTo>
                <a:cubicBezTo>
                  <a:pt x="28287" y="42352"/>
                  <a:pt x="28187" y="42518"/>
                  <a:pt x="28120" y="42652"/>
                </a:cubicBezTo>
                <a:cubicBezTo>
                  <a:pt x="28020" y="42819"/>
                  <a:pt x="27953" y="42952"/>
                  <a:pt x="27820" y="43052"/>
                </a:cubicBezTo>
                <a:cubicBezTo>
                  <a:pt x="27753" y="43185"/>
                  <a:pt x="27586" y="43286"/>
                  <a:pt x="27453" y="43386"/>
                </a:cubicBezTo>
                <a:cubicBezTo>
                  <a:pt x="27320" y="43519"/>
                  <a:pt x="27186" y="43652"/>
                  <a:pt x="27019" y="43719"/>
                </a:cubicBezTo>
                <a:cubicBezTo>
                  <a:pt x="26546" y="44104"/>
                  <a:pt x="25968" y="44331"/>
                  <a:pt x="25378" y="44331"/>
                </a:cubicBezTo>
                <a:cubicBezTo>
                  <a:pt x="25303" y="44331"/>
                  <a:pt x="25227" y="44327"/>
                  <a:pt x="25151" y="44320"/>
                </a:cubicBezTo>
                <a:cubicBezTo>
                  <a:pt x="24484" y="44220"/>
                  <a:pt x="23850" y="43786"/>
                  <a:pt x="23283" y="43352"/>
                </a:cubicBezTo>
                <a:cubicBezTo>
                  <a:pt x="22650" y="42952"/>
                  <a:pt x="22083" y="42452"/>
                  <a:pt x="21315" y="42151"/>
                </a:cubicBezTo>
                <a:cubicBezTo>
                  <a:pt x="20581" y="41851"/>
                  <a:pt x="19814" y="41651"/>
                  <a:pt x="19014" y="41618"/>
                </a:cubicBezTo>
                <a:cubicBezTo>
                  <a:pt x="18902" y="41608"/>
                  <a:pt x="18789" y="41603"/>
                  <a:pt x="18676" y="41603"/>
                </a:cubicBezTo>
                <a:cubicBezTo>
                  <a:pt x="18014" y="41603"/>
                  <a:pt x="17334" y="41766"/>
                  <a:pt x="16679" y="42051"/>
                </a:cubicBezTo>
                <a:cubicBezTo>
                  <a:pt x="15945" y="42452"/>
                  <a:pt x="15311" y="42952"/>
                  <a:pt x="14777" y="43519"/>
                </a:cubicBezTo>
                <a:cubicBezTo>
                  <a:pt x="14244" y="44119"/>
                  <a:pt x="13777" y="44720"/>
                  <a:pt x="13276" y="45320"/>
                </a:cubicBezTo>
                <a:cubicBezTo>
                  <a:pt x="12776" y="45954"/>
                  <a:pt x="12276" y="46521"/>
                  <a:pt x="11675" y="46988"/>
                </a:cubicBezTo>
                <a:cubicBezTo>
                  <a:pt x="11108" y="47455"/>
                  <a:pt x="10441" y="47789"/>
                  <a:pt x="9674" y="47855"/>
                </a:cubicBezTo>
                <a:cubicBezTo>
                  <a:pt x="9507" y="47889"/>
                  <a:pt x="9340" y="47889"/>
                  <a:pt x="9140" y="47889"/>
                </a:cubicBezTo>
                <a:cubicBezTo>
                  <a:pt x="8940" y="47889"/>
                  <a:pt x="8773" y="47889"/>
                  <a:pt x="8573" y="47855"/>
                </a:cubicBezTo>
                <a:cubicBezTo>
                  <a:pt x="8173" y="47822"/>
                  <a:pt x="7772" y="47722"/>
                  <a:pt x="7339" y="47722"/>
                </a:cubicBezTo>
                <a:cubicBezTo>
                  <a:pt x="7243" y="47718"/>
                  <a:pt x="7146" y="47716"/>
                  <a:pt x="7048" y="47716"/>
                </a:cubicBezTo>
                <a:cubicBezTo>
                  <a:pt x="6364" y="47716"/>
                  <a:pt x="5637" y="47818"/>
                  <a:pt x="4937" y="48022"/>
                </a:cubicBezTo>
                <a:cubicBezTo>
                  <a:pt x="3336" y="48489"/>
                  <a:pt x="1968" y="49557"/>
                  <a:pt x="1134" y="50991"/>
                </a:cubicBezTo>
                <a:cubicBezTo>
                  <a:pt x="300" y="52392"/>
                  <a:pt x="0" y="54127"/>
                  <a:pt x="334" y="55728"/>
                </a:cubicBezTo>
                <a:cubicBezTo>
                  <a:pt x="667" y="57362"/>
                  <a:pt x="1635" y="58830"/>
                  <a:pt x="2936" y="59831"/>
                </a:cubicBezTo>
                <a:cubicBezTo>
                  <a:pt x="4236" y="60831"/>
                  <a:pt x="5671" y="61532"/>
                  <a:pt x="7139" y="62132"/>
                </a:cubicBezTo>
                <a:cubicBezTo>
                  <a:pt x="8606" y="62699"/>
                  <a:pt x="10141" y="63133"/>
                  <a:pt x="11642" y="63533"/>
                </a:cubicBezTo>
                <a:cubicBezTo>
                  <a:pt x="14644" y="64367"/>
                  <a:pt x="17646" y="65134"/>
                  <a:pt x="20315" y="66469"/>
                </a:cubicBezTo>
                <a:cubicBezTo>
                  <a:pt x="20682" y="66569"/>
                  <a:pt x="21015" y="66736"/>
                  <a:pt x="21349" y="66902"/>
                </a:cubicBezTo>
                <a:lnTo>
                  <a:pt x="21849" y="67169"/>
                </a:lnTo>
                <a:lnTo>
                  <a:pt x="22416" y="67369"/>
                </a:lnTo>
                <a:cubicBezTo>
                  <a:pt x="23117" y="67636"/>
                  <a:pt x="23817" y="67903"/>
                  <a:pt x="24518" y="68070"/>
                </a:cubicBezTo>
                <a:cubicBezTo>
                  <a:pt x="24918" y="68203"/>
                  <a:pt x="25251" y="68303"/>
                  <a:pt x="25618" y="68370"/>
                </a:cubicBezTo>
                <a:cubicBezTo>
                  <a:pt x="25985" y="68403"/>
                  <a:pt x="26319" y="68504"/>
                  <a:pt x="26686" y="68537"/>
                </a:cubicBezTo>
                <a:cubicBezTo>
                  <a:pt x="27420" y="68670"/>
                  <a:pt x="28154" y="68670"/>
                  <a:pt x="28854" y="68737"/>
                </a:cubicBezTo>
                <a:cubicBezTo>
                  <a:pt x="29099" y="68759"/>
                  <a:pt x="29340" y="68767"/>
                  <a:pt x="29578" y="68767"/>
                </a:cubicBezTo>
                <a:cubicBezTo>
                  <a:pt x="30055" y="68767"/>
                  <a:pt x="30522" y="68737"/>
                  <a:pt x="30989" y="68737"/>
                </a:cubicBezTo>
                <a:cubicBezTo>
                  <a:pt x="31689" y="68704"/>
                  <a:pt x="32390" y="68670"/>
                  <a:pt x="33090" y="68570"/>
                </a:cubicBezTo>
                <a:cubicBezTo>
                  <a:pt x="34458" y="68370"/>
                  <a:pt x="35792" y="68170"/>
                  <a:pt x="37127" y="68137"/>
                </a:cubicBezTo>
                <a:cubicBezTo>
                  <a:pt x="37422" y="68114"/>
                  <a:pt x="37715" y="68104"/>
                  <a:pt x="38007" y="68104"/>
                </a:cubicBezTo>
                <a:cubicBezTo>
                  <a:pt x="39032" y="68104"/>
                  <a:pt x="40028" y="68236"/>
                  <a:pt x="40963" y="68470"/>
                </a:cubicBezTo>
                <a:cubicBezTo>
                  <a:pt x="42197" y="68737"/>
                  <a:pt x="43331" y="69204"/>
                  <a:pt x="44465" y="69671"/>
                </a:cubicBezTo>
                <a:cubicBezTo>
                  <a:pt x="45599" y="70171"/>
                  <a:pt x="46667" y="70638"/>
                  <a:pt x="47768" y="71005"/>
                </a:cubicBezTo>
                <a:cubicBezTo>
                  <a:pt x="48301" y="71172"/>
                  <a:pt x="48802" y="71372"/>
                  <a:pt x="49335" y="71539"/>
                </a:cubicBezTo>
                <a:cubicBezTo>
                  <a:pt x="49836" y="71706"/>
                  <a:pt x="50369" y="71839"/>
                  <a:pt x="50936" y="71906"/>
                </a:cubicBezTo>
                <a:cubicBezTo>
                  <a:pt x="53038" y="72306"/>
                  <a:pt x="55039" y="72206"/>
                  <a:pt x="56841" y="72240"/>
                </a:cubicBezTo>
                <a:cubicBezTo>
                  <a:pt x="58642" y="72306"/>
                  <a:pt x="60276" y="72373"/>
                  <a:pt x="61544" y="72973"/>
                </a:cubicBezTo>
                <a:cubicBezTo>
                  <a:pt x="62812" y="73507"/>
                  <a:pt x="63612" y="74508"/>
                  <a:pt x="63979" y="75375"/>
                </a:cubicBezTo>
                <a:cubicBezTo>
                  <a:pt x="64379" y="76242"/>
                  <a:pt x="64513" y="77010"/>
                  <a:pt x="64613" y="77510"/>
                </a:cubicBezTo>
                <a:cubicBezTo>
                  <a:pt x="64646" y="77744"/>
                  <a:pt x="64680" y="77977"/>
                  <a:pt x="64680" y="78077"/>
                </a:cubicBezTo>
                <a:lnTo>
                  <a:pt x="64680" y="78311"/>
                </a:lnTo>
                <a:cubicBezTo>
                  <a:pt x="64713" y="78577"/>
                  <a:pt x="64780" y="78844"/>
                  <a:pt x="64780" y="79044"/>
                </a:cubicBezTo>
                <a:cubicBezTo>
                  <a:pt x="64780" y="79245"/>
                  <a:pt x="64813" y="79411"/>
                  <a:pt x="64813" y="79578"/>
                </a:cubicBezTo>
                <a:cubicBezTo>
                  <a:pt x="64813" y="79878"/>
                  <a:pt x="64846" y="80045"/>
                  <a:pt x="64880" y="80045"/>
                </a:cubicBezTo>
                <a:cubicBezTo>
                  <a:pt x="64946" y="80045"/>
                  <a:pt x="64980" y="79912"/>
                  <a:pt x="64980" y="79645"/>
                </a:cubicBezTo>
                <a:lnTo>
                  <a:pt x="64980" y="79078"/>
                </a:lnTo>
                <a:cubicBezTo>
                  <a:pt x="64980" y="78878"/>
                  <a:pt x="64980" y="78577"/>
                  <a:pt x="64946" y="78311"/>
                </a:cubicBezTo>
                <a:lnTo>
                  <a:pt x="64946" y="78077"/>
                </a:lnTo>
                <a:cubicBezTo>
                  <a:pt x="64946" y="77977"/>
                  <a:pt x="64880" y="77777"/>
                  <a:pt x="64846" y="77510"/>
                </a:cubicBezTo>
                <a:cubicBezTo>
                  <a:pt x="64780" y="77010"/>
                  <a:pt x="64646" y="76209"/>
                  <a:pt x="64213" y="75308"/>
                </a:cubicBezTo>
                <a:cubicBezTo>
                  <a:pt x="63812" y="74374"/>
                  <a:pt x="62978" y="73307"/>
                  <a:pt x="61644" y="72707"/>
                </a:cubicBezTo>
                <a:cubicBezTo>
                  <a:pt x="60310" y="72139"/>
                  <a:pt x="58642" y="72006"/>
                  <a:pt x="56841" y="71973"/>
                </a:cubicBezTo>
                <a:cubicBezTo>
                  <a:pt x="55039" y="71906"/>
                  <a:pt x="53038" y="72006"/>
                  <a:pt x="50970" y="71639"/>
                </a:cubicBezTo>
                <a:cubicBezTo>
                  <a:pt x="50469" y="71539"/>
                  <a:pt x="49936" y="71406"/>
                  <a:pt x="49435" y="71239"/>
                </a:cubicBezTo>
                <a:cubicBezTo>
                  <a:pt x="48868" y="71072"/>
                  <a:pt x="48368" y="70905"/>
                  <a:pt x="47834" y="70705"/>
                </a:cubicBezTo>
                <a:cubicBezTo>
                  <a:pt x="46800" y="70305"/>
                  <a:pt x="45699" y="69838"/>
                  <a:pt x="44599" y="69371"/>
                </a:cubicBezTo>
                <a:cubicBezTo>
                  <a:pt x="43464" y="68904"/>
                  <a:pt x="42297" y="68403"/>
                  <a:pt x="41029" y="68137"/>
                </a:cubicBezTo>
                <a:cubicBezTo>
                  <a:pt x="40033" y="67867"/>
                  <a:pt x="38971" y="67750"/>
                  <a:pt x="37897" y="67750"/>
                </a:cubicBezTo>
                <a:cubicBezTo>
                  <a:pt x="37641" y="67750"/>
                  <a:pt x="37384" y="67757"/>
                  <a:pt x="37127" y="67770"/>
                </a:cubicBezTo>
                <a:cubicBezTo>
                  <a:pt x="35759" y="67803"/>
                  <a:pt x="34425" y="68003"/>
                  <a:pt x="33024" y="68170"/>
                </a:cubicBezTo>
                <a:cubicBezTo>
                  <a:pt x="32323" y="68270"/>
                  <a:pt x="31656" y="68303"/>
                  <a:pt x="30956" y="68337"/>
                </a:cubicBezTo>
                <a:cubicBezTo>
                  <a:pt x="30489" y="68337"/>
                  <a:pt x="30007" y="68352"/>
                  <a:pt x="29530" y="68352"/>
                </a:cubicBezTo>
                <a:cubicBezTo>
                  <a:pt x="29291" y="68352"/>
                  <a:pt x="29054" y="68348"/>
                  <a:pt x="28821" y="68337"/>
                </a:cubicBezTo>
                <a:cubicBezTo>
                  <a:pt x="25985" y="68203"/>
                  <a:pt x="23117" y="67436"/>
                  <a:pt x="20448" y="66102"/>
                </a:cubicBezTo>
                <a:cubicBezTo>
                  <a:pt x="17746" y="64701"/>
                  <a:pt x="14677" y="63967"/>
                  <a:pt x="11675" y="63133"/>
                </a:cubicBezTo>
                <a:cubicBezTo>
                  <a:pt x="10174" y="62699"/>
                  <a:pt x="8673" y="62299"/>
                  <a:pt x="7239" y="61699"/>
                </a:cubicBezTo>
                <a:cubicBezTo>
                  <a:pt x="5771" y="61132"/>
                  <a:pt x="4337" y="60464"/>
                  <a:pt x="3136" y="59464"/>
                </a:cubicBezTo>
                <a:cubicBezTo>
                  <a:pt x="1935" y="58496"/>
                  <a:pt x="1001" y="57129"/>
                  <a:pt x="734" y="55628"/>
                </a:cubicBezTo>
                <a:cubicBezTo>
                  <a:pt x="400" y="54127"/>
                  <a:pt x="667" y="52492"/>
                  <a:pt x="1468" y="51158"/>
                </a:cubicBezTo>
                <a:cubicBezTo>
                  <a:pt x="2235" y="49824"/>
                  <a:pt x="3569" y="48823"/>
                  <a:pt x="5004" y="48423"/>
                </a:cubicBezTo>
                <a:cubicBezTo>
                  <a:pt x="5649" y="48226"/>
                  <a:pt x="6319" y="48148"/>
                  <a:pt x="6952" y="48148"/>
                </a:cubicBezTo>
                <a:cubicBezTo>
                  <a:pt x="7071" y="48148"/>
                  <a:pt x="7189" y="48150"/>
                  <a:pt x="7305" y="48156"/>
                </a:cubicBezTo>
                <a:cubicBezTo>
                  <a:pt x="7739" y="48156"/>
                  <a:pt x="8073" y="48256"/>
                  <a:pt x="8473" y="48289"/>
                </a:cubicBezTo>
                <a:cubicBezTo>
                  <a:pt x="8673" y="48322"/>
                  <a:pt x="8906" y="48322"/>
                  <a:pt x="9107" y="48322"/>
                </a:cubicBezTo>
                <a:cubicBezTo>
                  <a:pt x="9307" y="48322"/>
                  <a:pt x="9507" y="48322"/>
                  <a:pt x="9740" y="48289"/>
                </a:cubicBezTo>
                <a:cubicBezTo>
                  <a:pt x="10574" y="48156"/>
                  <a:pt x="11342" y="47789"/>
                  <a:pt x="11975" y="47288"/>
                </a:cubicBezTo>
                <a:cubicBezTo>
                  <a:pt x="12609" y="46788"/>
                  <a:pt x="13143" y="46188"/>
                  <a:pt x="13643" y="45587"/>
                </a:cubicBezTo>
                <a:cubicBezTo>
                  <a:pt x="14611" y="44353"/>
                  <a:pt x="15578" y="43085"/>
                  <a:pt x="16912" y="42452"/>
                </a:cubicBezTo>
                <a:cubicBezTo>
                  <a:pt x="17467" y="42202"/>
                  <a:pt x="18044" y="42068"/>
                  <a:pt x="18644" y="42068"/>
                </a:cubicBezTo>
                <a:cubicBezTo>
                  <a:pt x="18767" y="42068"/>
                  <a:pt x="18890" y="42073"/>
                  <a:pt x="19014" y="42085"/>
                </a:cubicBezTo>
                <a:cubicBezTo>
                  <a:pt x="19748" y="42118"/>
                  <a:pt x="20481" y="42318"/>
                  <a:pt x="21149" y="42585"/>
                </a:cubicBezTo>
                <a:cubicBezTo>
                  <a:pt x="21816" y="42852"/>
                  <a:pt x="22416" y="43286"/>
                  <a:pt x="23017" y="43753"/>
                </a:cubicBezTo>
                <a:cubicBezTo>
                  <a:pt x="23650" y="44186"/>
                  <a:pt x="24284" y="44653"/>
                  <a:pt x="25118" y="44787"/>
                </a:cubicBezTo>
                <a:cubicBezTo>
                  <a:pt x="25225" y="44804"/>
                  <a:pt x="25335" y="44813"/>
                  <a:pt x="25445" y="44813"/>
                </a:cubicBezTo>
                <a:cubicBezTo>
                  <a:pt x="25746" y="44813"/>
                  <a:pt x="26050" y="44751"/>
                  <a:pt x="26319" y="44653"/>
                </a:cubicBezTo>
                <a:cubicBezTo>
                  <a:pt x="26519" y="44553"/>
                  <a:pt x="26686" y="44486"/>
                  <a:pt x="26853" y="44420"/>
                </a:cubicBezTo>
                <a:cubicBezTo>
                  <a:pt x="27019" y="44320"/>
                  <a:pt x="27186" y="44186"/>
                  <a:pt x="27353" y="44119"/>
                </a:cubicBezTo>
                <a:cubicBezTo>
                  <a:pt x="27520" y="44019"/>
                  <a:pt x="27653" y="43919"/>
                  <a:pt x="27820" y="43786"/>
                </a:cubicBezTo>
                <a:cubicBezTo>
                  <a:pt x="27953" y="43686"/>
                  <a:pt x="28120" y="43586"/>
                  <a:pt x="28254" y="43419"/>
                </a:cubicBezTo>
                <a:cubicBezTo>
                  <a:pt x="28354" y="43286"/>
                  <a:pt x="28487" y="43119"/>
                  <a:pt x="28587" y="42952"/>
                </a:cubicBezTo>
                <a:cubicBezTo>
                  <a:pt x="28687" y="42785"/>
                  <a:pt x="28787" y="42618"/>
                  <a:pt x="28854" y="42452"/>
                </a:cubicBezTo>
                <a:cubicBezTo>
                  <a:pt x="29521" y="41084"/>
                  <a:pt x="29688" y="39650"/>
                  <a:pt x="30088" y="38315"/>
                </a:cubicBezTo>
                <a:cubicBezTo>
                  <a:pt x="30288" y="37648"/>
                  <a:pt x="30489" y="37014"/>
                  <a:pt x="30789" y="36414"/>
                </a:cubicBezTo>
                <a:lnTo>
                  <a:pt x="31022" y="35947"/>
                </a:lnTo>
                <a:lnTo>
                  <a:pt x="31356" y="35513"/>
                </a:lnTo>
                <a:cubicBezTo>
                  <a:pt x="31589" y="35280"/>
                  <a:pt x="31789" y="34980"/>
                  <a:pt x="32023" y="34746"/>
                </a:cubicBezTo>
                <a:cubicBezTo>
                  <a:pt x="32957" y="33679"/>
                  <a:pt x="34158" y="32811"/>
                  <a:pt x="35592" y="32578"/>
                </a:cubicBezTo>
                <a:cubicBezTo>
                  <a:pt x="35792" y="32578"/>
                  <a:pt x="35959" y="32511"/>
                  <a:pt x="36126" y="32478"/>
                </a:cubicBezTo>
                <a:lnTo>
                  <a:pt x="36660" y="32444"/>
                </a:lnTo>
                <a:lnTo>
                  <a:pt x="36926" y="32444"/>
                </a:lnTo>
                <a:lnTo>
                  <a:pt x="37160" y="32478"/>
                </a:lnTo>
                <a:lnTo>
                  <a:pt x="37727" y="32511"/>
                </a:lnTo>
                <a:cubicBezTo>
                  <a:pt x="38461" y="32611"/>
                  <a:pt x="39161" y="32778"/>
                  <a:pt x="39895" y="33011"/>
                </a:cubicBezTo>
                <a:cubicBezTo>
                  <a:pt x="41330" y="33478"/>
                  <a:pt x="42764" y="34079"/>
                  <a:pt x="44198" y="34513"/>
                </a:cubicBezTo>
                <a:cubicBezTo>
                  <a:pt x="44966" y="34746"/>
                  <a:pt x="45733" y="34980"/>
                  <a:pt x="46500" y="35113"/>
                </a:cubicBezTo>
                <a:cubicBezTo>
                  <a:pt x="46878" y="35176"/>
                  <a:pt x="47263" y="35209"/>
                  <a:pt x="47649" y="35209"/>
                </a:cubicBezTo>
                <a:cubicBezTo>
                  <a:pt x="48081" y="35209"/>
                  <a:pt x="48512" y="35168"/>
                  <a:pt x="48935" y="35080"/>
                </a:cubicBezTo>
                <a:cubicBezTo>
                  <a:pt x="49702" y="34913"/>
                  <a:pt x="50469" y="34479"/>
                  <a:pt x="51103" y="33945"/>
                </a:cubicBezTo>
                <a:cubicBezTo>
                  <a:pt x="51670" y="33412"/>
                  <a:pt x="52171" y="32778"/>
                  <a:pt x="52604" y="32077"/>
                </a:cubicBezTo>
                <a:cubicBezTo>
                  <a:pt x="53438" y="30676"/>
                  <a:pt x="54005" y="29175"/>
                  <a:pt x="54672" y="27774"/>
                </a:cubicBezTo>
                <a:cubicBezTo>
                  <a:pt x="55006" y="27007"/>
                  <a:pt x="55406" y="26340"/>
                  <a:pt x="55773" y="25640"/>
                </a:cubicBezTo>
                <a:cubicBezTo>
                  <a:pt x="56174" y="24972"/>
                  <a:pt x="56641" y="24305"/>
                  <a:pt x="57141" y="23705"/>
                </a:cubicBezTo>
                <a:cubicBezTo>
                  <a:pt x="58142" y="22571"/>
                  <a:pt x="59443" y="21603"/>
                  <a:pt x="60810" y="20836"/>
                </a:cubicBezTo>
                <a:cubicBezTo>
                  <a:pt x="62245" y="20036"/>
                  <a:pt x="63679" y="19435"/>
                  <a:pt x="65113" y="18701"/>
                </a:cubicBezTo>
                <a:cubicBezTo>
                  <a:pt x="66581" y="18001"/>
                  <a:pt x="67949" y="17234"/>
                  <a:pt x="69250" y="16266"/>
                </a:cubicBezTo>
                <a:cubicBezTo>
                  <a:pt x="70517" y="15299"/>
                  <a:pt x="71618" y="14198"/>
                  <a:pt x="72819" y="13231"/>
                </a:cubicBezTo>
                <a:cubicBezTo>
                  <a:pt x="73986" y="12197"/>
                  <a:pt x="75254" y="11296"/>
                  <a:pt x="76588" y="10595"/>
                </a:cubicBezTo>
                <a:cubicBezTo>
                  <a:pt x="77255" y="10229"/>
                  <a:pt x="77956" y="9928"/>
                  <a:pt x="78656" y="9661"/>
                </a:cubicBezTo>
                <a:cubicBezTo>
                  <a:pt x="79357" y="9461"/>
                  <a:pt x="80091" y="9295"/>
                  <a:pt x="80824" y="9194"/>
                </a:cubicBezTo>
                <a:cubicBezTo>
                  <a:pt x="81191" y="9161"/>
                  <a:pt x="81592" y="9128"/>
                  <a:pt x="81959" y="9128"/>
                </a:cubicBezTo>
                <a:cubicBezTo>
                  <a:pt x="82326" y="9094"/>
                  <a:pt x="82692" y="9094"/>
                  <a:pt x="83093" y="9061"/>
                </a:cubicBezTo>
                <a:cubicBezTo>
                  <a:pt x="83827" y="8994"/>
                  <a:pt x="84527" y="8928"/>
                  <a:pt x="85294" y="8828"/>
                </a:cubicBezTo>
                <a:cubicBezTo>
                  <a:pt x="86762" y="8627"/>
                  <a:pt x="88196" y="8294"/>
                  <a:pt x="89531" y="7727"/>
                </a:cubicBezTo>
                <a:cubicBezTo>
                  <a:pt x="92199" y="6459"/>
                  <a:pt x="94267" y="4524"/>
                  <a:pt x="96536" y="3190"/>
                </a:cubicBezTo>
                <a:cubicBezTo>
                  <a:pt x="97670" y="2490"/>
                  <a:pt x="98837" y="1923"/>
                  <a:pt x="100005" y="1456"/>
                </a:cubicBezTo>
                <a:cubicBezTo>
                  <a:pt x="101172" y="989"/>
                  <a:pt x="102340" y="655"/>
                  <a:pt x="103541" y="555"/>
                </a:cubicBezTo>
                <a:cubicBezTo>
                  <a:pt x="104092" y="492"/>
                  <a:pt x="104643" y="459"/>
                  <a:pt x="105191" y="459"/>
                </a:cubicBezTo>
                <a:cubicBezTo>
                  <a:pt x="105803" y="459"/>
                  <a:pt x="106411" y="500"/>
                  <a:pt x="107010" y="588"/>
                </a:cubicBezTo>
                <a:cubicBezTo>
                  <a:pt x="107544" y="622"/>
                  <a:pt x="108111" y="788"/>
                  <a:pt x="108644" y="922"/>
                </a:cubicBezTo>
                <a:cubicBezTo>
                  <a:pt x="109178" y="1089"/>
                  <a:pt x="109678" y="1255"/>
                  <a:pt x="110179" y="1422"/>
                </a:cubicBezTo>
                <a:cubicBezTo>
                  <a:pt x="112180" y="2156"/>
                  <a:pt x="113848" y="3157"/>
                  <a:pt x="115383" y="4124"/>
                </a:cubicBezTo>
                <a:cubicBezTo>
                  <a:pt x="118518" y="5925"/>
                  <a:pt x="121487" y="6493"/>
                  <a:pt x="123455" y="6626"/>
                </a:cubicBezTo>
                <a:cubicBezTo>
                  <a:pt x="123855" y="6679"/>
                  <a:pt x="124213" y="6695"/>
                  <a:pt x="124532" y="6695"/>
                </a:cubicBezTo>
                <a:cubicBezTo>
                  <a:pt x="125011" y="6695"/>
                  <a:pt x="125403" y="6659"/>
                  <a:pt x="125723" y="6659"/>
                </a:cubicBezTo>
                <a:lnTo>
                  <a:pt x="126324" y="6659"/>
                </a:lnTo>
                <a:cubicBezTo>
                  <a:pt x="126457" y="6626"/>
                  <a:pt x="126524" y="6626"/>
                  <a:pt x="126524" y="6626"/>
                </a:cubicBezTo>
                <a:cubicBezTo>
                  <a:pt x="128354" y="6391"/>
                  <a:pt x="128729" y="6217"/>
                  <a:pt x="127618" y="6217"/>
                </a:cubicBezTo>
                <a:cubicBezTo>
                  <a:pt x="127311" y="6217"/>
                  <a:pt x="126891" y="6230"/>
                  <a:pt x="126357" y="6259"/>
                </a:cubicBezTo>
                <a:cubicBezTo>
                  <a:pt x="126357" y="6259"/>
                  <a:pt x="126257" y="6292"/>
                  <a:pt x="126157" y="6292"/>
                </a:cubicBezTo>
                <a:lnTo>
                  <a:pt x="125556" y="6292"/>
                </a:lnTo>
                <a:cubicBezTo>
                  <a:pt x="125271" y="6292"/>
                  <a:pt x="124908" y="6314"/>
                  <a:pt x="124464" y="6314"/>
                </a:cubicBezTo>
                <a:cubicBezTo>
                  <a:pt x="124130" y="6314"/>
                  <a:pt x="123750" y="6302"/>
                  <a:pt x="123322" y="6259"/>
                </a:cubicBezTo>
                <a:cubicBezTo>
                  <a:pt x="121387" y="6126"/>
                  <a:pt x="118518" y="5525"/>
                  <a:pt x="115383" y="3757"/>
                </a:cubicBezTo>
                <a:cubicBezTo>
                  <a:pt x="113848" y="2823"/>
                  <a:pt x="112147" y="1756"/>
                  <a:pt x="110145" y="989"/>
                </a:cubicBezTo>
                <a:cubicBezTo>
                  <a:pt x="109645" y="822"/>
                  <a:pt x="109145" y="655"/>
                  <a:pt x="108578" y="488"/>
                </a:cubicBezTo>
                <a:cubicBezTo>
                  <a:pt x="108044" y="355"/>
                  <a:pt x="107510" y="188"/>
                  <a:pt x="106910" y="155"/>
                </a:cubicBezTo>
                <a:cubicBezTo>
                  <a:pt x="106334" y="50"/>
                  <a:pt x="105722" y="0"/>
                  <a:pt x="105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85" name="Google Shape;1785;p14"/>
          <p:cNvSpPr/>
          <p:nvPr/>
        </p:nvSpPr>
        <p:spPr>
          <a:xfrm flipH="1">
            <a:off x="843210" y="4940858"/>
            <a:ext cx="395404" cy="219733"/>
          </a:xfrm>
          <a:custGeom>
            <a:avLst/>
            <a:gdLst/>
            <a:ahLst/>
            <a:cxnLst/>
            <a:rect l="l" t="t" r="r" b="b"/>
            <a:pathLst>
              <a:path w="17813" h="9899" extrusionOk="0">
                <a:moveTo>
                  <a:pt x="3546" y="0"/>
                </a:moveTo>
                <a:cubicBezTo>
                  <a:pt x="2909" y="0"/>
                  <a:pt x="2293" y="245"/>
                  <a:pt x="1868" y="617"/>
                </a:cubicBezTo>
                <a:cubicBezTo>
                  <a:pt x="1268" y="1051"/>
                  <a:pt x="967" y="1651"/>
                  <a:pt x="701" y="2151"/>
                </a:cubicBezTo>
                <a:cubicBezTo>
                  <a:pt x="467" y="2685"/>
                  <a:pt x="267" y="3152"/>
                  <a:pt x="200" y="3552"/>
                </a:cubicBezTo>
                <a:cubicBezTo>
                  <a:pt x="133" y="3986"/>
                  <a:pt x="67" y="4320"/>
                  <a:pt x="33" y="4520"/>
                </a:cubicBezTo>
                <a:cubicBezTo>
                  <a:pt x="0" y="4720"/>
                  <a:pt x="0" y="4853"/>
                  <a:pt x="0" y="4853"/>
                </a:cubicBezTo>
                <a:cubicBezTo>
                  <a:pt x="0" y="4995"/>
                  <a:pt x="94" y="5071"/>
                  <a:pt x="187" y="5071"/>
                </a:cubicBezTo>
                <a:cubicBezTo>
                  <a:pt x="270" y="5071"/>
                  <a:pt x="351" y="5012"/>
                  <a:pt x="367" y="4887"/>
                </a:cubicBezTo>
                <a:cubicBezTo>
                  <a:pt x="367" y="4887"/>
                  <a:pt x="367" y="4787"/>
                  <a:pt x="400" y="4553"/>
                </a:cubicBezTo>
                <a:cubicBezTo>
                  <a:pt x="467" y="4353"/>
                  <a:pt x="500" y="4019"/>
                  <a:pt x="634" y="3653"/>
                </a:cubicBezTo>
                <a:cubicBezTo>
                  <a:pt x="701" y="3286"/>
                  <a:pt x="867" y="2819"/>
                  <a:pt x="1101" y="2352"/>
                </a:cubicBezTo>
                <a:cubicBezTo>
                  <a:pt x="1368" y="1885"/>
                  <a:pt x="1701" y="1384"/>
                  <a:pt x="2168" y="1051"/>
                </a:cubicBezTo>
                <a:cubicBezTo>
                  <a:pt x="2526" y="795"/>
                  <a:pt x="2962" y="638"/>
                  <a:pt x="3431" y="638"/>
                </a:cubicBezTo>
                <a:cubicBezTo>
                  <a:pt x="3574" y="638"/>
                  <a:pt x="3721" y="652"/>
                  <a:pt x="3869" y="684"/>
                </a:cubicBezTo>
                <a:cubicBezTo>
                  <a:pt x="4036" y="717"/>
                  <a:pt x="4170" y="784"/>
                  <a:pt x="4336" y="817"/>
                </a:cubicBezTo>
                <a:cubicBezTo>
                  <a:pt x="4470" y="817"/>
                  <a:pt x="4470" y="851"/>
                  <a:pt x="4537" y="884"/>
                </a:cubicBezTo>
                <a:cubicBezTo>
                  <a:pt x="4570" y="951"/>
                  <a:pt x="4670" y="984"/>
                  <a:pt x="4703" y="1017"/>
                </a:cubicBezTo>
                <a:cubicBezTo>
                  <a:pt x="4904" y="1217"/>
                  <a:pt x="5137" y="1518"/>
                  <a:pt x="5270" y="1818"/>
                </a:cubicBezTo>
                <a:cubicBezTo>
                  <a:pt x="5504" y="2118"/>
                  <a:pt x="5671" y="2452"/>
                  <a:pt x="5904" y="2785"/>
                </a:cubicBezTo>
                <a:cubicBezTo>
                  <a:pt x="6038" y="2885"/>
                  <a:pt x="6171" y="3052"/>
                  <a:pt x="6371" y="3186"/>
                </a:cubicBezTo>
                <a:cubicBezTo>
                  <a:pt x="6471" y="3286"/>
                  <a:pt x="6538" y="3286"/>
                  <a:pt x="6671" y="3352"/>
                </a:cubicBezTo>
                <a:cubicBezTo>
                  <a:pt x="6838" y="3386"/>
                  <a:pt x="6872" y="3386"/>
                  <a:pt x="7005" y="3452"/>
                </a:cubicBezTo>
                <a:lnTo>
                  <a:pt x="7305" y="3486"/>
                </a:lnTo>
                <a:lnTo>
                  <a:pt x="7572" y="3486"/>
                </a:lnTo>
                <a:cubicBezTo>
                  <a:pt x="7772" y="3486"/>
                  <a:pt x="7939" y="3452"/>
                  <a:pt x="8173" y="3386"/>
                </a:cubicBezTo>
                <a:cubicBezTo>
                  <a:pt x="8339" y="3352"/>
                  <a:pt x="8506" y="3286"/>
                  <a:pt x="8673" y="3186"/>
                </a:cubicBezTo>
                <a:cubicBezTo>
                  <a:pt x="8840" y="3152"/>
                  <a:pt x="9006" y="3052"/>
                  <a:pt x="9107" y="2985"/>
                </a:cubicBezTo>
                <a:cubicBezTo>
                  <a:pt x="9407" y="2852"/>
                  <a:pt x="9674" y="2719"/>
                  <a:pt x="9940" y="2652"/>
                </a:cubicBezTo>
                <a:lnTo>
                  <a:pt x="10174" y="2618"/>
                </a:lnTo>
                <a:cubicBezTo>
                  <a:pt x="10241" y="2552"/>
                  <a:pt x="10341" y="2552"/>
                  <a:pt x="10407" y="2552"/>
                </a:cubicBezTo>
                <a:lnTo>
                  <a:pt x="10874" y="2552"/>
                </a:lnTo>
                <a:cubicBezTo>
                  <a:pt x="11041" y="2552"/>
                  <a:pt x="11175" y="2618"/>
                  <a:pt x="11341" y="2618"/>
                </a:cubicBezTo>
                <a:cubicBezTo>
                  <a:pt x="11475" y="2652"/>
                  <a:pt x="11642" y="2685"/>
                  <a:pt x="11742" y="2785"/>
                </a:cubicBezTo>
                <a:cubicBezTo>
                  <a:pt x="12042" y="2885"/>
                  <a:pt x="12309" y="3119"/>
                  <a:pt x="12509" y="3352"/>
                </a:cubicBezTo>
                <a:cubicBezTo>
                  <a:pt x="12909" y="3853"/>
                  <a:pt x="13209" y="4520"/>
                  <a:pt x="13476" y="5154"/>
                </a:cubicBezTo>
                <a:cubicBezTo>
                  <a:pt x="13710" y="5787"/>
                  <a:pt x="13910" y="6455"/>
                  <a:pt x="14143" y="7055"/>
                </a:cubicBezTo>
                <a:cubicBezTo>
                  <a:pt x="14344" y="7689"/>
                  <a:pt x="14544" y="8289"/>
                  <a:pt x="14877" y="8790"/>
                </a:cubicBezTo>
                <a:cubicBezTo>
                  <a:pt x="15211" y="9223"/>
                  <a:pt x="15645" y="9657"/>
                  <a:pt x="16078" y="9790"/>
                </a:cubicBezTo>
                <a:cubicBezTo>
                  <a:pt x="16312" y="9874"/>
                  <a:pt x="16512" y="9899"/>
                  <a:pt x="16687" y="9899"/>
                </a:cubicBezTo>
                <a:cubicBezTo>
                  <a:pt x="16862" y="9899"/>
                  <a:pt x="17012" y="9874"/>
                  <a:pt x="17146" y="9857"/>
                </a:cubicBezTo>
                <a:cubicBezTo>
                  <a:pt x="17379" y="9824"/>
                  <a:pt x="17513" y="9790"/>
                  <a:pt x="17513" y="9790"/>
                </a:cubicBezTo>
                <a:cubicBezTo>
                  <a:pt x="17813" y="9657"/>
                  <a:pt x="17679" y="9357"/>
                  <a:pt x="17446" y="9290"/>
                </a:cubicBezTo>
                <a:cubicBezTo>
                  <a:pt x="17446" y="9273"/>
                  <a:pt x="17440" y="9267"/>
                  <a:pt x="17427" y="9267"/>
                </a:cubicBezTo>
                <a:cubicBezTo>
                  <a:pt x="17387" y="9267"/>
                  <a:pt x="17287" y="9323"/>
                  <a:pt x="17112" y="9323"/>
                </a:cubicBezTo>
                <a:cubicBezTo>
                  <a:pt x="17046" y="9334"/>
                  <a:pt x="16968" y="9342"/>
                  <a:pt x="16881" y="9342"/>
                </a:cubicBezTo>
                <a:cubicBezTo>
                  <a:pt x="16708" y="9342"/>
                  <a:pt x="16501" y="9312"/>
                  <a:pt x="16278" y="9223"/>
                </a:cubicBezTo>
                <a:cubicBezTo>
                  <a:pt x="15945" y="9123"/>
                  <a:pt x="15645" y="8823"/>
                  <a:pt x="15378" y="8356"/>
                </a:cubicBezTo>
                <a:cubicBezTo>
                  <a:pt x="15077" y="7889"/>
                  <a:pt x="14911" y="7355"/>
                  <a:pt x="14711" y="6721"/>
                </a:cubicBezTo>
                <a:cubicBezTo>
                  <a:pt x="14544" y="6154"/>
                  <a:pt x="14377" y="5454"/>
                  <a:pt x="14110" y="4787"/>
                </a:cubicBezTo>
                <a:cubicBezTo>
                  <a:pt x="13877" y="4120"/>
                  <a:pt x="13576" y="3386"/>
                  <a:pt x="13076" y="2785"/>
                </a:cubicBezTo>
                <a:cubicBezTo>
                  <a:pt x="12576" y="2151"/>
                  <a:pt x="11742" y="1718"/>
                  <a:pt x="10941" y="1718"/>
                </a:cubicBezTo>
                <a:cubicBezTo>
                  <a:pt x="10841" y="1701"/>
                  <a:pt x="10741" y="1693"/>
                  <a:pt x="10645" y="1693"/>
                </a:cubicBezTo>
                <a:cubicBezTo>
                  <a:pt x="10549" y="1693"/>
                  <a:pt x="10458" y="1701"/>
                  <a:pt x="10374" y="1718"/>
                </a:cubicBezTo>
                <a:cubicBezTo>
                  <a:pt x="10241" y="1785"/>
                  <a:pt x="10174" y="1785"/>
                  <a:pt x="10074" y="1785"/>
                </a:cubicBezTo>
                <a:lnTo>
                  <a:pt x="9807" y="1851"/>
                </a:lnTo>
                <a:cubicBezTo>
                  <a:pt x="9440" y="1985"/>
                  <a:pt x="9107" y="2151"/>
                  <a:pt x="8840" y="2285"/>
                </a:cubicBezTo>
                <a:cubicBezTo>
                  <a:pt x="8394" y="2547"/>
                  <a:pt x="7969" y="2727"/>
                  <a:pt x="7531" y="2727"/>
                </a:cubicBezTo>
                <a:cubicBezTo>
                  <a:pt x="7413" y="2727"/>
                  <a:pt x="7293" y="2714"/>
                  <a:pt x="7172" y="2685"/>
                </a:cubicBezTo>
                <a:cubicBezTo>
                  <a:pt x="6671" y="2685"/>
                  <a:pt x="6271" y="2051"/>
                  <a:pt x="5904" y="1451"/>
                </a:cubicBezTo>
                <a:cubicBezTo>
                  <a:pt x="5704" y="1151"/>
                  <a:pt x="5504" y="817"/>
                  <a:pt x="5170" y="517"/>
                </a:cubicBezTo>
                <a:cubicBezTo>
                  <a:pt x="5104" y="450"/>
                  <a:pt x="5004" y="350"/>
                  <a:pt x="4904" y="317"/>
                </a:cubicBezTo>
                <a:cubicBezTo>
                  <a:pt x="4837" y="283"/>
                  <a:pt x="4703" y="183"/>
                  <a:pt x="4603" y="183"/>
                </a:cubicBezTo>
                <a:cubicBezTo>
                  <a:pt x="4403" y="150"/>
                  <a:pt x="4236" y="117"/>
                  <a:pt x="4036" y="50"/>
                </a:cubicBezTo>
                <a:cubicBezTo>
                  <a:pt x="3873" y="16"/>
                  <a:pt x="3709" y="0"/>
                  <a:pt x="35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86" name="Google Shape;1786;p14"/>
          <p:cNvSpPr/>
          <p:nvPr/>
        </p:nvSpPr>
        <p:spPr>
          <a:xfrm flipH="1">
            <a:off x="250870" y="4532025"/>
            <a:ext cx="350698" cy="171587"/>
          </a:xfrm>
          <a:custGeom>
            <a:avLst/>
            <a:gdLst/>
            <a:ahLst/>
            <a:cxnLst/>
            <a:rect l="l" t="t" r="r" b="b"/>
            <a:pathLst>
              <a:path w="15799" h="7730" extrusionOk="0">
                <a:moveTo>
                  <a:pt x="2764" y="0"/>
                </a:moveTo>
                <a:cubicBezTo>
                  <a:pt x="2541" y="0"/>
                  <a:pt x="2325" y="26"/>
                  <a:pt x="2123" y="88"/>
                </a:cubicBezTo>
                <a:cubicBezTo>
                  <a:pt x="1656" y="222"/>
                  <a:pt x="1222" y="455"/>
                  <a:pt x="989" y="755"/>
                </a:cubicBezTo>
                <a:cubicBezTo>
                  <a:pt x="722" y="1055"/>
                  <a:pt x="555" y="1389"/>
                  <a:pt x="455" y="1623"/>
                </a:cubicBezTo>
                <a:cubicBezTo>
                  <a:pt x="322" y="1923"/>
                  <a:pt x="222" y="2123"/>
                  <a:pt x="188" y="2323"/>
                </a:cubicBezTo>
                <a:cubicBezTo>
                  <a:pt x="55" y="2757"/>
                  <a:pt x="22" y="2957"/>
                  <a:pt x="22" y="2957"/>
                </a:cubicBezTo>
                <a:cubicBezTo>
                  <a:pt x="1" y="3081"/>
                  <a:pt x="133" y="3166"/>
                  <a:pt x="245" y="3166"/>
                </a:cubicBezTo>
                <a:cubicBezTo>
                  <a:pt x="314" y="3166"/>
                  <a:pt x="376" y="3133"/>
                  <a:pt x="388" y="3057"/>
                </a:cubicBezTo>
                <a:cubicBezTo>
                  <a:pt x="388" y="3057"/>
                  <a:pt x="455" y="2823"/>
                  <a:pt x="555" y="2456"/>
                </a:cubicBezTo>
                <a:cubicBezTo>
                  <a:pt x="722" y="2090"/>
                  <a:pt x="889" y="1556"/>
                  <a:pt x="1356" y="1089"/>
                </a:cubicBezTo>
                <a:cubicBezTo>
                  <a:pt x="1556" y="822"/>
                  <a:pt x="1856" y="655"/>
                  <a:pt x="2223" y="588"/>
                </a:cubicBezTo>
                <a:cubicBezTo>
                  <a:pt x="2409" y="542"/>
                  <a:pt x="2595" y="517"/>
                  <a:pt x="2784" y="517"/>
                </a:cubicBezTo>
                <a:cubicBezTo>
                  <a:pt x="3002" y="517"/>
                  <a:pt x="3225" y="550"/>
                  <a:pt x="3457" y="622"/>
                </a:cubicBezTo>
                <a:lnTo>
                  <a:pt x="3624" y="689"/>
                </a:lnTo>
                <a:cubicBezTo>
                  <a:pt x="3624" y="689"/>
                  <a:pt x="3657" y="689"/>
                  <a:pt x="3691" y="722"/>
                </a:cubicBezTo>
                <a:cubicBezTo>
                  <a:pt x="3791" y="789"/>
                  <a:pt x="3858" y="855"/>
                  <a:pt x="3958" y="922"/>
                </a:cubicBezTo>
                <a:cubicBezTo>
                  <a:pt x="4124" y="1055"/>
                  <a:pt x="4291" y="1256"/>
                  <a:pt x="4458" y="1422"/>
                </a:cubicBezTo>
                <a:cubicBezTo>
                  <a:pt x="4792" y="1789"/>
                  <a:pt x="5225" y="2256"/>
                  <a:pt x="5892" y="2390"/>
                </a:cubicBezTo>
                <a:lnTo>
                  <a:pt x="5859" y="2390"/>
                </a:lnTo>
                <a:cubicBezTo>
                  <a:pt x="5992" y="2423"/>
                  <a:pt x="6193" y="2523"/>
                  <a:pt x="6459" y="2523"/>
                </a:cubicBezTo>
                <a:cubicBezTo>
                  <a:pt x="6693" y="2523"/>
                  <a:pt x="6993" y="2456"/>
                  <a:pt x="7293" y="2356"/>
                </a:cubicBezTo>
                <a:cubicBezTo>
                  <a:pt x="7860" y="2123"/>
                  <a:pt x="8361" y="1756"/>
                  <a:pt x="8828" y="1623"/>
                </a:cubicBezTo>
                <a:cubicBezTo>
                  <a:pt x="8895" y="1623"/>
                  <a:pt x="8961" y="1589"/>
                  <a:pt x="8995" y="1589"/>
                </a:cubicBezTo>
                <a:lnTo>
                  <a:pt x="9128" y="1589"/>
                </a:lnTo>
                <a:cubicBezTo>
                  <a:pt x="9228" y="1623"/>
                  <a:pt x="9362" y="1623"/>
                  <a:pt x="9495" y="1689"/>
                </a:cubicBezTo>
                <a:cubicBezTo>
                  <a:pt x="9728" y="1756"/>
                  <a:pt x="9995" y="1789"/>
                  <a:pt x="10129" y="1956"/>
                </a:cubicBezTo>
                <a:cubicBezTo>
                  <a:pt x="10462" y="2223"/>
                  <a:pt x="10396" y="2790"/>
                  <a:pt x="10362" y="3424"/>
                </a:cubicBezTo>
                <a:cubicBezTo>
                  <a:pt x="10362" y="3724"/>
                  <a:pt x="10362" y="4058"/>
                  <a:pt x="10396" y="4391"/>
                </a:cubicBezTo>
                <a:cubicBezTo>
                  <a:pt x="10462" y="4725"/>
                  <a:pt x="10529" y="5058"/>
                  <a:pt x="10696" y="5359"/>
                </a:cubicBezTo>
                <a:cubicBezTo>
                  <a:pt x="11029" y="5926"/>
                  <a:pt x="11463" y="6359"/>
                  <a:pt x="11897" y="6726"/>
                </a:cubicBezTo>
                <a:cubicBezTo>
                  <a:pt x="12667" y="7325"/>
                  <a:pt x="13511" y="7729"/>
                  <a:pt x="14219" y="7729"/>
                </a:cubicBezTo>
                <a:cubicBezTo>
                  <a:pt x="14338" y="7729"/>
                  <a:pt x="14454" y="7718"/>
                  <a:pt x="14565" y="7694"/>
                </a:cubicBezTo>
                <a:cubicBezTo>
                  <a:pt x="14799" y="7694"/>
                  <a:pt x="14932" y="7593"/>
                  <a:pt x="15066" y="7560"/>
                </a:cubicBezTo>
                <a:cubicBezTo>
                  <a:pt x="15199" y="7460"/>
                  <a:pt x="15332" y="7393"/>
                  <a:pt x="15399" y="7360"/>
                </a:cubicBezTo>
                <a:cubicBezTo>
                  <a:pt x="15566" y="7227"/>
                  <a:pt x="15666" y="7126"/>
                  <a:pt x="15666" y="7126"/>
                </a:cubicBezTo>
                <a:cubicBezTo>
                  <a:pt x="15798" y="6968"/>
                  <a:pt x="15658" y="6830"/>
                  <a:pt x="15477" y="6830"/>
                </a:cubicBezTo>
                <a:cubicBezTo>
                  <a:pt x="15430" y="6830"/>
                  <a:pt x="15381" y="6839"/>
                  <a:pt x="15332" y="6860"/>
                </a:cubicBezTo>
                <a:cubicBezTo>
                  <a:pt x="15332" y="6860"/>
                  <a:pt x="15066" y="7193"/>
                  <a:pt x="14465" y="7260"/>
                </a:cubicBezTo>
                <a:cubicBezTo>
                  <a:pt x="14400" y="7270"/>
                  <a:pt x="14333" y="7275"/>
                  <a:pt x="14263" y="7275"/>
                </a:cubicBezTo>
                <a:cubicBezTo>
                  <a:pt x="13654" y="7275"/>
                  <a:pt x="12882" y="6891"/>
                  <a:pt x="12164" y="6293"/>
                </a:cubicBezTo>
                <a:cubicBezTo>
                  <a:pt x="11797" y="5926"/>
                  <a:pt x="11396" y="5525"/>
                  <a:pt x="11163" y="5058"/>
                </a:cubicBezTo>
                <a:cubicBezTo>
                  <a:pt x="10896" y="4625"/>
                  <a:pt x="10896" y="4058"/>
                  <a:pt x="10963" y="3457"/>
                </a:cubicBezTo>
                <a:cubicBezTo>
                  <a:pt x="10996" y="3190"/>
                  <a:pt x="11029" y="2823"/>
                  <a:pt x="10996" y="2490"/>
                </a:cubicBezTo>
                <a:cubicBezTo>
                  <a:pt x="10996" y="2156"/>
                  <a:pt x="10863" y="1756"/>
                  <a:pt x="10562" y="1456"/>
                </a:cubicBezTo>
                <a:cubicBezTo>
                  <a:pt x="10296" y="1156"/>
                  <a:pt x="9962" y="1089"/>
                  <a:pt x="9662" y="955"/>
                </a:cubicBezTo>
                <a:cubicBezTo>
                  <a:pt x="9495" y="955"/>
                  <a:pt x="9362" y="922"/>
                  <a:pt x="9195" y="889"/>
                </a:cubicBezTo>
                <a:lnTo>
                  <a:pt x="8895" y="889"/>
                </a:lnTo>
                <a:cubicBezTo>
                  <a:pt x="8828" y="889"/>
                  <a:pt x="8728" y="922"/>
                  <a:pt x="8661" y="922"/>
                </a:cubicBezTo>
                <a:cubicBezTo>
                  <a:pt x="7994" y="1122"/>
                  <a:pt x="7527" y="1522"/>
                  <a:pt x="7060" y="1689"/>
                </a:cubicBezTo>
                <a:cubicBezTo>
                  <a:pt x="6873" y="1783"/>
                  <a:pt x="6694" y="1811"/>
                  <a:pt x="6539" y="1811"/>
                </a:cubicBezTo>
                <a:cubicBezTo>
                  <a:pt x="6361" y="1811"/>
                  <a:pt x="6215" y="1774"/>
                  <a:pt x="6126" y="1756"/>
                </a:cubicBezTo>
                <a:lnTo>
                  <a:pt x="6059" y="1756"/>
                </a:lnTo>
                <a:cubicBezTo>
                  <a:pt x="5626" y="1689"/>
                  <a:pt x="5292" y="1389"/>
                  <a:pt x="4892" y="1022"/>
                </a:cubicBezTo>
                <a:cubicBezTo>
                  <a:pt x="4725" y="822"/>
                  <a:pt x="4525" y="622"/>
                  <a:pt x="4325" y="455"/>
                </a:cubicBezTo>
                <a:cubicBezTo>
                  <a:pt x="4225" y="322"/>
                  <a:pt x="4124" y="288"/>
                  <a:pt x="3991" y="222"/>
                </a:cubicBezTo>
                <a:lnTo>
                  <a:pt x="3891" y="155"/>
                </a:lnTo>
                <a:cubicBezTo>
                  <a:pt x="3858" y="155"/>
                  <a:pt x="3824" y="121"/>
                  <a:pt x="3791" y="121"/>
                </a:cubicBezTo>
                <a:lnTo>
                  <a:pt x="3557" y="88"/>
                </a:lnTo>
                <a:cubicBezTo>
                  <a:pt x="3290" y="35"/>
                  <a:pt x="3022" y="0"/>
                  <a:pt x="27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87" name="Google Shape;1787;p14"/>
          <p:cNvSpPr/>
          <p:nvPr/>
        </p:nvSpPr>
        <p:spPr>
          <a:xfrm flipH="1">
            <a:off x="576641" y="4349606"/>
            <a:ext cx="648211" cy="428589"/>
          </a:xfrm>
          <a:custGeom>
            <a:avLst/>
            <a:gdLst/>
            <a:ahLst/>
            <a:cxnLst/>
            <a:rect l="l" t="t" r="r" b="b"/>
            <a:pathLst>
              <a:path w="29202" h="19308" extrusionOk="0">
                <a:moveTo>
                  <a:pt x="28734" y="0"/>
                </a:moveTo>
                <a:cubicBezTo>
                  <a:pt x="28734" y="0"/>
                  <a:pt x="28568" y="34"/>
                  <a:pt x="28234" y="100"/>
                </a:cubicBezTo>
                <a:cubicBezTo>
                  <a:pt x="28067" y="100"/>
                  <a:pt x="27834" y="167"/>
                  <a:pt x="27634" y="200"/>
                </a:cubicBezTo>
                <a:cubicBezTo>
                  <a:pt x="27400" y="267"/>
                  <a:pt x="27167" y="367"/>
                  <a:pt x="26900" y="467"/>
                </a:cubicBezTo>
                <a:cubicBezTo>
                  <a:pt x="26399" y="701"/>
                  <a:pt x="25766" y="1034"/>
                  <a:pt x="25165" y="1601"/>
                </a:cubicBezTo>
                <a:cubicBezTo>
                  <a:pt x="24598" y="2102"/>
                  <a:pt x="24064" y="2769"/>
                  <a:pt x="23464" y="3436"/>
                </a:cubicBezTo>
                <a:cubicBezTo>
                  <a:pt x="22897" y="4103"/>
                  <a:pt x="22230" y="4770"/>
                  <a:pt x="21429" y="5271"/>
                </a:cubicBezTo>
                <a:lnTo>
                  <a:pt x="20795" y="5638"/>
                </a:lnTo>
                <a:lnTo>
                  <a:pt x="20495" y="5838"/>
                </a:lnTo>
                <a:lnTo>
                  <a:pt x="20162" y="6004"/>
                </a:lnTo>
                <a:lnTo>
                  <a:pt x="19561" y="6338"/>
                </a:lnTo>
                <a:lnTo>
                  <a:pt x="18894" y="6605"/>
                </a:lnTo>
                <a:cubicBezTo>
                  <a:pt x="17993" y="6938"/>
                  <a:pt x="17059" y="7105"/>
                  <a:pt x="16092" y="7272"/>
                </a:cubicBezTo>
                <a:cubicBezTo>
                  <a:pt x="15592" y="7339"/>
                  <a:pt x="15125" y="7439"/>
                  <a:pt x="14658" y="7506"/>
                </a:cubicBezTo>
                <a:cubicBezTo>
                  <a:pt x="14224" y="7639"/>
                  <a:pt x="13757" y="7706"/>
                  <a:pt x="13323" y="7806"/>
                </a:cubicBezTo>
                <a:cubicBezTo>
                  <a:pt x="11622" y="8206"/>
                  <a:pt x="9721" y="8873"/>
                  <a:pt x="7919" y="9841"/>
                </a:cubicBezTo>
                <a:cubicBezTo>
                  <a:pt x="6118" y="10808"/>
                  <a:pt x="4450" y="12109"/>
                  <a:pt x="3283" y="13476"/>
                </a:cubicBezTo>
                <a:cubicBezTo>
                  <a:pt x="2082" y="14844"/>
                  <a:pt x="1281" y="16278"/>
                  <a:pt x="781" y="17279"/>
                </a:cubicBezTo>
                <a:cubicBezTo>
                  <a:pt x="648" y="17546"/>
                  <a:pt x="548" y="17780"/>
                  <a:pt x="447" y="17980"/>
                </a:cubicBezTo>
                <a:cubicBezTo>
                  <a:pt x="381" y="18180"/>
                  <a:pt x="281" y="18380"/>
                  <a:pt x="247" y="18513"/>
                </a:cubicBezTo>
                <a:cubicBezTo>
                  <a:pt x="147" y="18814"/>
                  <a:pt x="81" y="18980"/>
                  <a:pt x="81" y="18980"/>
                </a:cubicBezTo>
                <a:cubicBezTo>
                  <a:pt x="1" y="19179"/>
                  <a:pt x="76" y="19307"/>
                  <a:pt x="184" y="19307"/>
                </a:cubicBezTo>
                <a:cubicBezTo>
                  <a:pt x="258" y="19307"/>
                  <a:pt x="347" y="19249"/>
                  <a:pt x="414" y="19114"/>
                </a:cubicBezTo>
                <a:cubicBezTo>
                  <a:pt x="414" y="19114"/>
                  <a:pt x="481" y="18980"/>
                  <a:pt x="614" y="18680"/>
                </a:cubicBezTo>
                <a:cubicBezTo>
                  <a:pt x="714" y="18547"/>
                  <a:pt x="781" y="18380"/>
                  <a:pt x="881" y="18180"/>
                </a:cubicBezTo>
                <a:cubicBezTo>
                  <a:pt x="948" y="17980"/>
                  <a:pt x="1081" y="17780"/>
                  <a:pt x="1215" y="17513"/>
                </a:cubicBezTo>
                <a:cubicBezTo>
                  <a:pt x="1748" y="16512"/>
                  <a:pt x="2549" y="15178"/>
                  <a:pt x="3750" y="13877"/>
                </a:cubicBezTo>
                <a:cubicBezTo>
                  <a:pt x="4951" y="12542"/>
                  <a:pt x="6552" y="11375"/>
                  <a:pt x="8286" y="10474"/>
                </a:cubicBezTo>
                <a:cubicBezTo>
                  <a:pt x="10054" y="9540"/>
                  <a:pt x="11922" y="8940"/>
                  <a:pt x="13590" y="8506"/>
                </a:cubicBezTo>
                <a:cubicBezTo>
                  <a:pt x="13990" y="8440"/>
                  <a:pt x="14424" y="8306"/>
                  <a:pt x="14891" y="8206"/>
                </a:cubicBezTo>
                <a:cubicBezTo>
                  <a:pt x="15291" y="8139"/>
                  <a:pt x="15792" y="8039"/>
                  <a:pt x="16259" y="7973"/>
                </a:cubicBezTo>
                <a:cubicBezTo>
                  <a:pt x="17226" y="7806"/>
                  <a:pt x="18227" y="7606"/>
                  <a:pt x="19161" y="7205"/>
                </a:cubicBezTo>
                <a:lnTo>
                  <a:pt x="19895" y="6938"/>
                </a:lnTo>
                <a:lnTo>
                  <a:pt x="20562" y="6538"/>
                </a:lnTo>
                <a:lnTo>
                  <a:pt x="20895" y="6405"/>
                </a:lnTo>
                <a:lnTo>
                  <a:pt x="21229" y="6171"/>
                </a:lnTo>
                <a:cubicBezTo>
                  <a:pt x="21429" y="6038"/>
                  <a:pt x="21629" y="5904"/>
                  <a:pt x="21829" y="5771"/>
                </a:cubicBezTo>
                <a:cubicBezTo>
                  <a:pt x="22663" y="5204"/>
                  <a:pt x="23397" y="4503"/>
                  <a:pt x="23964" y="3803"/>
                </a:cubicBezTo>
                <a:cubicBezTo>
                  <a:pt x="24565" y="3136"/>
                  <a:pt x="25065" y="2469"/>
                  <a:pt x="25599" y="1968"/>
                </a:cubicBezTo>
                <a:cubicBezTo>
                  <a:pt x="26132" y="1468"/>
                  <a:pt x="26700" y="1134"/>
                  <a:pt x="27167" y="901"/>
                </a:cubicBezTo>
                <a:cubicBezTo>
                  <a:pt x="27433" y="801"/>
                  <a:pt x="27634" y="667"/>
                  <a:pt x="27867" y="634"/>
                </a:cubicBezTo>
                <a:cubicBezTo>
                  <a:pt x="28067" y="567"/>
                  <a:pt x="28267" y="501"/>
                  <a:pt x="28401" y="467"/>
                </a:cubicBezTo>
                <a:cubicBezTo>
                  <a:pt x="28701" y="434"/>
                  <a:pt x="28868" y="400"/>
                  <a:pt x="28868" y="400"/>
                </a:cubicBezTo>
                <a:cubicBezTo>
                  <a:pt x="29201" y="300"/>
                  <a:pt x="29135" y="0"/>
                  <a:pt x="287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788" name="Google Shape;1788;p14"/>
          <p:cNvGrpSpPr/>
          <p:nvPr/>
        </p:nvGrpSpPr>
        <p:grpSpPr>
          <a:xfrm flipH="1">
            <a:off x="3778420" y="4664564"/>
            <a:ext cx="686413" cy="448944"/>
            <a:chOff x="6585162" y="4163427"/>
            <a:chExt cx="686413" cy="448944"/>
          </a:xfrm>
        </p:grpSpPr>
        <p:sp>
          <p:nvSpPr>
            <p:cNvPr id="1789" name="Google Shape;1789;p14"/>
            <p:cNvSpPr/>
            <p:nvPr/>
          </p:nvSpPr>
          <p:spPr>
            <a:xfrm>
              <a:off x="6670311" y="4239365"/>
              <a:ext cx="520576" cy="320554"/>
            </a:xfrm>
            <a:custGeom>
              <a:avLst/>
              <a:gdLst/>
              <a:ahLst/>
              <a:cxnLst/>
              <a:rect l="l" t="t" r="r" b="b"/>
              <a:pathLst>
                <a:path w="23452" h="14441" extrusionOk="0">
                  <a:moveTo>
                    <a:pt x="7068" y="0"/>
                  </a:moveTo>
                  <a:cubicBezTo>
                    <a:pt x="6719" y="0"/>
                    <a:pt x="6339" y="70"/>
                    <a:pt x="6005" y="209"/>
                  </a:cubicBezTo>
                  <a:cubicBezTo>
                    <a:pt x="5572" y="376"/>
                    <a:pt x="5238" y="643"/>
                    <a:pt x="4938" y="876"/>
                  </a:cubicBezTo>
                  <a:cubicBezTo>
                    <a:pt x="4337" y="1376"/>
                    <a:pt x="3870" y="1910"/>
                    <a:pt x="3403" y="2511"/>
                  </a:cubicBezTo>
                  <a:cubicBezTo>
                    <a:pt x="2536" y="3645"/>
                    <a:pt x="1869" y="4812"/>
                    <a:pt x="1335" y="5880"/>
                  </a:cubicBezTo>
                  <a:cubicBezTo>
                    <a:pt x="768" y="6980"/>
                    <a:pt x="401" y="8014"/>
                    <a:pt x="201" y="8882"/>
                  </a:cubicBezTo>
                  <a:cubicBezTo>
                    <a:pt x="34" y="9749"/>
                    <a:pt x="1" y="10550"/>
                    <a:pt x="335" y="11083"/>
                  </a:cubicBezTo>
                  <a:cubicBezTo>
                    <a:pt x="368" y="11250"/>
                    <a:pt x="501" y="11350"/>
                    <a:pt x="568" y="11417"/>
                  </a:cubicBezTo>
                  <a:cubicBezTo>
                    <a:pt x="668" y="11517"/>
                    <a:pt x="735" y="11550"/>
                    <a:pt x="835" y="11584"/>
                  </a:cubicBezTo>
                  <a:cubicBezTo>
                    <a:pt x="935" y="11684"/>
                    <a:pt x="1035" y="11684"/>
                    <a:pt x="1035" y="11684"/>
                  </a:cubicBezTo>
                  <a:cubicBezTo>
                    <a:pt x="1106" y="11712"/>
                    <a:pt x="1170" y="11722"/>
                    <a:pt x="1226" y="11722"/>
                  </a:cubicBezTo>
                  <a:cubicBezTo>
                    <a:pt x="1303" y="11722"/>
                    <a:pt x="1363" y="11703"/>
                    <a:pt x="1402" y="11684"/>
                  </a:cubicBezTo>
                  <a:cubicBezTo>
                    <a:pt x="1502" y="11650"/>
                    <a:pt x="1535" y="11550"/>
                    <a:pt x="1535" y="11517"/>
                  </a:cubicBezTo>
                  <a:cubicBezTo>
                    <a:pt x="1569" y="11384"/>
                    <a:pt x="1402" y="11317"/>
                    <a:pt x="1202" y="11217"/>
                  </a:cubicBezTo>
                  <a:cubicBezTo>
                    <a:pt x="1235" y="11217"/>
                    <a:pt x="935" y="11217"/>
                    <a:pt x="768" y="10883"/>
                  </a:cubicBezTo>
                  <a:cubicBezTo>
                    <a:pt x="568" y="10550"/>
                    <a:pt x="568" y="9882"/>
                    <a:pt x="768" y="9049"/>
                  </a:cubicBezTo>
                  <a:cubicBezTo>
                    <a:pt x="1235" y="7414"/>
                    <a:pt x="2336" y="5179"/>
                    <a:pt x="4037" y="3011"/>
                  </a:cubicBezTo>
                  <a:cubicBezTo>
                    <a:pt x="4504" y="2477"/>
                    <a:pt x="4938" y="1977"/>
                    <a:pt x="5505" y="1510"/>
                  </a:cubicBezTo>
                  <a:cubicBezTo>
                    <a:pt x="5738" y="1310"/>
                    <a:pt x="6039" y="1076"/>
                    <a:pt x="6339" y="976"/>
                  </a:cubicBezTo>
                  <a:cubicBezTo>
                    <a:pt x="6543" y="874"/>
                    <a:pt x="6785" y="831"/>
                    <a:pt x="7037" y="831"/>
                  </a:cubicBezTo>
                  <a:cubicBezTo>
                    <a:pt x="7115" y="831"/>
                    <a:pt x="7194" y="835"/>
                    <a:pt x="7273" y="843"/>
                  </a:cubicBezTo>
                  <a:cubicBezTo>
                    <a:pt x="8007" y="876"/>
                    <a:pt x="8707" y="1043"/>
                    <a:pt x="9441" y="1243"/>
                  </a:cubicBezTo>
                  <a:cubicBezTo>
                    <a:pt x="10208" y="1476"/>
                    <a:pt x="10942" y="1743"/>
                    <a:pt x="11676" y="2010"/>
                  </a:cubicBezTo>
                  <a:cubicBezTo>
                    <a:pt x="14578" y="3078"/>
                    <a:pt x="17380" y="4412"/>
                    <a:pt x="19848" y="5646"/>
                  </a:cubicBezTo>
                  <a:cubicBezTo>
                    <a:pt x="20416" y="5913"/>
                    <a:pt x="21016" y="6213"/>
                    <a:pt x="21516" y="6580"/>
                  </a:cubicBezTo>
                  <a:cubicBezTo>
                    <a:pt x="21750" y="6814"/>
                    <a:pt x="22017" y="7014"/>
                    <a:pt x="22183" y="7214"/>
                  </a:cubicBezTo>
                  <a:cubicBezTo>
                    <a:pt x="22384" y="7481"/>
                    <a:pt x="22450" y="7681"/>
                    <a:pt x="22517" y="7914"/>
                  </a:cubicBezTo>
                  <a:cubicBezTo>
                    <a:pt x="22550" y="8181"/>
                    <a:pt x="22450" y="8415"/>
                    <a:pt x="22384" y="8682"/>
                  </a:cubicBezTo>
                  <a:cubicBezTo>
                    <a:pt x="22284" y="8815"/>
                    <a:pt x="22250" y="8915"/>
                    <a:pt x="22183" y="9049"/>
                  </a:cubicBezTo>
                  <a:cubicBezTo>
                    <a:pt x="22083" y="9149"/>
                    <a:pt x="22050" y="9249"/>
                    <a:pt x="21917" y="9349"/>
                  </a:cubicBezTo>
                  <a:cubicBezTo>
                    <a:pt x="21550" y="9682"/>
                    <a:pt x="21016" y="9882"/>
                    <a:pt x="20416" y="9983"/>
                  </a:cubicBezTo>
                  <a:cubicBezTo>
                    <a:pt x="19248" y="10183"/>
                    <a:pt x="18114" y="10149"/>
                    <a:pt x="17213" y="10216"/>
                  </a:cubicBezTo>
                  <a:cubicBezTo>
                    <a:pt x="16746" y="10249"/>
                    <a:pt x="16313" y="10316"/>
                    <a:pt x="15946" y="10383"/>
                  </a:cubicBezTo>
                  <a:cubicBezTo>
                    <a:pt x="15746" y="10416"/>
                    <a:pt x="15579" y="10483"/>
                    <a:pt x="15479" y="10516"/>
                  </a:cubicBezTo>
                  <a:cubicBezTo>
                    <a:pt x="15312" y="10583"/>
                    <a:pt x="15178" y="10616"/>
                    <a:pt x="15078" y="10683"/>
                  </a:cubicBezTo>
                  <a:lnTo>
                    <a:pt x="15112" y="10683"/>
                  </a:lnTo>
                  <a:cubicBezTo>
                    <a:pt x="13911" y="11183"/>
                    <a:pt x="12977" y="11951"/>
                    <a:pt x="12143" y="12618"/>
                  </a:cubicBezTo>
                  <a:cubicBezTo>
                    <a:pt x="11309" y="13352"/>
                    <a:pt x="10475" y="13752"/>
                    <a:pt x="9574" y="13885"/>
                  </a:cubicBezTo>
                  <a:cubicBezTo>
                    <a:pt x="9403" y="13928"/>
                    <a:pt x="9219" y="13940"/>
                    <a:pt x="9036" y="13940"/>
                  </a:cubicBezTo>
                  <a:cubicBezTo>
                    <a:pt x="8792" y="13940"/>
                    <a:pt x="8550" y="13919"/>
                    <a:pt x="8340" y="13919"/>
                  </a:cubicBezTo>
                  <a:cubicBezTo>
                    <a:pt x="7973" y="13885"/>
                    <a:pt x="7573" y="13752"/>
                    <a:pt x="7239" y="13652"/>
                  </a:cubicBezTo>
                  <a:cubicBezTo>
                    <a:pt x="6572" y="13352"/>
                    <a:pt x="6005" y="13018"/>
                    <a:pt x="5472" y="12718"/>
                  </a:cubicBezTo>
                  <a:cubicBezTo>
                    <a:pt x="4404" y="12084"/>
                    <a:pt x="3537" y="11717"/>
                    <a:pt x="2970" y="11550"/>
                  </a:cubicBezTo>
                  <a:cubicBezTo>
                    <a:pt x="2670" y="11484"/>
                    <a:pt x="2469" y="11384"/>
                    <a:pt x="2303" y="11384"/>
                  </a:cubicBezTo>
                  <a:cubicBezTo>
                    <a:pt x="2136" y="11350"/>
                    <a:pt x="2036" y="11350"/>
                    <a:pt x="2036" y="11350"/>
                  </a:cubicBezTo>
                  <a:cubicBezTo>
                    <a:pt x="1427" y="11350"/>
                    <a:pt x="1464" y="11719"/>
                    <a:pt x="1823" y="11719"/>
                  </a:cubicBezTo>
                  <a:cubicBezTo>
                    <a:pt x="1837" y="11719"/>
                    <a:pt x="1853" y="11718"/>
                    <a:pt x="1869" y="11717"/>
                  </a:cubicBezTo>
                  <a:cubicBezTo>
                    <a:pt x="1869" y="11717"/>
                    <a:pt x="1936" y="11717"/>
                    <a:pt x="2069" y="11750"/>
                  </a:cubicBezTo>
                  <a:cubicBezTo>
                    <a:pt x="2236" y="11817"/>
                    <a:pt x="2403" y="11851"/>
                    <a:pt x="2703" y="11917"/>
                  </a:cubicBezTo>
                  <a:cubicBezTo>
                    <a:pt x="3237" y="12084"/>
                    <a:pt x="4037" y="12484"/>
                    <a:pt x="5071" y="13085"/>
                  </a:cubicBezTo>
                  <a:cubicBezTo>
                    <a:pt x="5605" y="13385"/>
                    <a:pt x="6205" y="13719"/>
                    <a:pt x="6939" y="14052"/>
                  </a:cubicBezTo>
                  <a:cubicBezTo>
                    <a:pt x="7340" y="14219"/>
                    <a:pt x="7740" y="14352"/>
                    <a:pt x="8207" y="14419"/>
                  </a:cubicBezTo>
                  <a:cubicBezTo>
                    <a:pt x="8474" y="14419"/>
                    <a:pt x="8730" y="14441"/>
                    <a:pt x="8993" y="14441"/>
                  </a:cubicBezTo>
                  <a:cubicBezTo>
                    <a:pt x="9191" y="14441"/>
                    <a:pt x="9393" y="14429"/>
                    <a:pt x="9608" y="14386"/>
                  </a:cubicBezTo>
                  <a:cubicBezTo>
                    <a:pt x="10075" y="14286"/>
                    <a:pt x="10575" y="14152"/>
                    <a:pt x="11076" y="13919"/>
                  </a:cubicBezTo>
                  <a:cubicBezTo>
                    <a:pt x="11576" y="13719"/>
                    <a:pt x="12043" y="13385"/>
                    <a:pt x="12443" y="13051"/>
                  </a:cubicBezTo>
                  <a:cubicBezTo>
                    <a:pt x="13344" y="12351"/>
                    <a:pt x="14211" y="11650"/>
                    <a:pt x="15345" y="11217"/>
                  </a:cubicBezTo>
                  <a:lnTo>
                    <a:pt x="15379" y="11217"/>
                  </a:lnTo>
                  <a:cubicBezTo>
                    <a:pt x="15445" y="11217"/>
                    <a:pt x="15545" y="11183"/>
                    <a:pt x="15679" y="11150"/>
                  </a:cubicBezTo>
                  <a:cubicBezTo>
                    <a:pt x="15746" y="11083"/>
                    <a:pt x="15912" y="11083"/>
                    <a:pt x="16046" y="11050"/>
                  </a:cubicBezTo>
                  <a:cubicBezTo>
                    <a:pt x="16346" y="11017"/>
                    <a:pt x="16713" y="10983"/>
                    <a:pt x="17180" y="10983"/>
                  </a:cubicBezTo>
                  <a:cubicBezTo>
                    <a:pt x="18081" y="10917"/>
                    <a:pt x="19215" y="11017"/>
                    <a:pt x="20516" y="10816"/>
                  </a:cubicBezTo>
                  <a:cubicBezTo>
                    <a:pt x="21183" y="10683"/>
                    <a:pt x="21883" y="10516"/>
                    <a:pt x="22517" y="9916"/>
                  </a:cubicBezTo>
                  <a:cubicBezTo>
                    <a:pt x="22684" y="9816"/>
                    <a:pt x="22751" y="9649"/>
                    <a:pt x="22884" y="9482"/>
                  </a:cubicBezTo>
                  <a:cubicBezTo>
                    <a:pt x="23017" y="9315"/>
                    <a:pt x="23084" y="9149"/>
                    <a:pt x="23184" y="8982"/>
                  </a:cubicBezTo>
                  <a:cubicBezTo>
                    <a:pt x="23351" y="8582"/>
                    <a:pt x="23451" y="8181"/>
                    <a:pt x="23384" y="7714"/>
                  </a:cubicBezTo>
                  <a:cubicBezTo>
                    <a:pt x="23351" y="7247"/>
                    <a:pt x="23117" y="6847"/>
                    <a:pt x="22884" y="6547"/>
                  </a:cubicBezTo>
                  <a:cubicBezTo>
                    <a:pt x="22617" y="6213"/>
                    <a:pt x="22350" y="5980"/>
                    <a:pt x="22050" y="5746"/>
                  </a:cubicBezTo>
                  <a:cubicBezTo>
                    <a:pt x="21450" y="5346"/>
                    <a:pt x="20849" y="5012"/>
                    <a:pt x="20249" y="4712"/>
                  </a:cubicBezTo>
                  <a:cubicBezTo>
                    <a:pt x="17780" y="3511"/>
                    <a:pt x="14945" y="2210"/>
                    <a:pt x="11943" y="1143"/>
                  </a:cubicBezTo>
                  <a:cubicBezTo>
                    <a:pt x="11209" y="876"/>
                    <a:pt x="10408" y="643"/>
                    <a:pt x="9675" y="409"/>
                  </a:cubicBezTo>
                  <a:cubicBezTo>
                    <a:pt x="8907" y="209"/>
                    <a:pt x="8107" y="42"/>
                    <a:pt x="7273" y="9"/>
                  </a:cubicBezTo>
                  <a:cubicBezTo>
                    <a:pt x="7206" y="3"/>
                    <a:pt x="7138" y="0"/>
                    <a:pt x="70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90" name="Google Shape;1790;p14"/>
            <p:cNvSpPr/>
            <p:nvPr/>
          </p:nvSpPr>
          <p:spPr>
            <a:xfrm>
              <a:off x="6585162" y="4163427"/>
              <a:ext cx="686413" cy="448944"/>
            </a:xfrm>
            <a:custGeom>
              <a:avLst/>
              <a:gdLst/>
              <a:ahLst/>
              <a:cxnLst/>
              <a:rect l="l" t="t" r="r" b="b"/>
              <a:pathLst>
                <a:path w="30923" h="20225" extrusionOk="0">
                  <a:moveTo>
                    <a:pt x="10426" y="514"/>
                  </a:moveTo>
                  <a:cubicBezTo>
                    <a:pt x="12092" y="514"/>
                    <a:pt x="13782" y="891"/>
                    <a:pt x="15345" y="1395"/>
                  </a:cubicBezTo>
                  <a:cubicBezTo>
                    <a:pt x="17313" y="1995"/>
                    <a:pt x="19148" y="2829"/>
                    <a:pt x="20849" y="3663"/>
                  </a:cubicBezTo>
                  <a:cubicBezTo>
                    <a:pt x="21683" y="4097"/>
                    <a:pt x="22550" y="4531"/>
                    <a:pt x="23418" y="4998"/>
                  </a:cubicBezTo>
                  <a:cubicBezTo>
                    <a:pt x="23885" y="5264"/>
                    <a:pt x="24318" y="5498"/>
                    <a:pt x="24752" y="5765"/>
                  </a:cubicBezTo>
                  <a:cubicBezTo>
                    <a:pt x="24985" y="5865"/>
                    <a:pt x="25219" y="5998"/>
                    <a:pt x="25419" y="6132"/>
                  </a:cubicBezTo>
                  <a:lnTo>
                    <a:pt x="25753" y="6332"/>
                  </a:lnTo>
                  <a:lnTo>
                    <a:pt x="25919" y="6432"/>
                  </a:lnTo>
                  <a:lnTo>
                    <a:pt x="26019" y="6465"/>
                  </a:lnTo>
                  <a:cubicBezTo>
                    <a:pt x="26086" y="6499"/>
                    <a:pt x="26086" y="6499"/>
                    <a:pt x="26153" y="6499"/>
                  </a:cubicBezTo>
                  <a:cubicBezTo>
                    <a:pt x="27087" y="6832"/>
                    <a:pt x="28021" y="7333"/>
                    <a:pt x="28821" y="8000"/>
                  </a:cubicBezTo>
                  <a:cubicBezTo>
                    <a:pt x="29555" y="8667"/>
                    <a:pt x="30156" y="9601"/>
                    <a:pt x="30256" y="10635"/>
                  </a:cubicBezTo>
                  <a:cubicBezTo>
                    <a:pt x="30389" y="11636"/>
                    <a:pt x="30056" y="12670"/>
                    <a:pt x="29489" y="13570"/>
                  </a:cubicBezTo>
                  <a:cubicBezTo>
                    <a:pt x="28888" y="14404"/>
                    <a:pt x="28054" y="15105"/>
                    <a:pt x="27187" y="15605"/>
                  </a:cubicBezTo>
                  <a:cubicBezTo>
                    <a:pt x="26320" y="16105"/>
                    <a:pt x="25319" y="16406"/>
                    <a:pt x="24318" y="16506"/>
                  </a:cubicBezTo>
                  <a:cubicBezTo>
                    <a:pt x="23818" y="16606"/>
                    <a:pt x="23318" y="16639"/>
                    <a:pt x="22817" y="16673"/>
                  </a:cubicBezTo>
                  <a:lnTo>
                    <a:pt x="22050" y="16806"/>
                  </a:lnTo>
                  <a:lnTo>
                    <a:pt x="21283" y="16939"/>
                  </a:lnTo>
                  <a:cubicBezTo>
                    <a:pt x="21049" y="16973"/>
                    <a:pt x="20849" y="17006"/>
                    <a:pt x="20582" y="17106"/>
                  </a:cubicBezTo>
                  <a:cubicBezTo>
                    <a:pt x="20349" y="17173"/>
                    <a:pt x="20082" y="17240"/>
                    <a:pt x="19882" y="17306"/>
                  </a:cubicBezTo>
                  <a:cubicBezTo>
                    <a:pt x="19415" y="17473"/>
                    <a:pt x="19014" y="17640"/>
                    <a:pt x="18581" y="17840"/>
                  </a:cubicBezTo>
                  <a:cubicBezTo>
                    <a:pt x="17747" y="18274"/>
                    <a:pt x="17013" y="18674"/>
                    <a:pt x="16246" y="19008"/>
                  </a:cubicBezTo>
                  <a:cubicBezTo>
                    <a:pt x="14958" y="19606"/>
                    <a:pt x="13671" y="19990"/>
                    <a:pt x="12552" y="19990"/>
                  </a:cubicBezTo>
                  <a:cubicBezTo>
                    <a:pt x="12425" y="19990"/>
                    <a:pt x="12299" y="19985"/>
                    <a:pt x="12176" y="19975"/>
                  </a:cubicBezTo>
                  <a:cubicBezTo>
                    <a:pt x="10975" y="19908"/>
                    <a:pt x="10041" y="19508"/>
                    <a:pt x="9474" y="19241"/>
                  </a:cubicBezTo>
                  <a:cubicBezTo>
                    <a:pt x="9174" y="19074"/>
                    <a:pt x="8974" y="18941"/>
                    <a:pt x="8807" y="18841"/>
                  </a:cubicBezTo>
                  <a:cubicBezTo>
                    <a:pt x="8674" y="18774"/>
                    <a:pt x="8574" y="18741"/>
                    <a:pt x="8574" y="18741"/>
                  </a:cubicBezTo>
                  <a:cubicBezTo>
                    <a:pt x="8333" y="18567"/>
                    <a:pt x="8162" y="18489"/>
                    <a:pt x="8090" y="18489"/>
                  </a:cubicBezTo>
                  <a:cubicBezTo>
                    <a:pt x="8046" y="18489"/>
                    <a:pt x="8041" y="18520"/>
                    <a:pt x="8082" y="18575"/>
                  </a:cubicBezTo>
                  <a:lnTo>
                    <a:pt x="8082" y="18575"/>
                  </a:lnTo>
                  <a:cubicBezTo>
                    <a:pt x="8004" y="18509"/>
                    <a:pt x="7891" y="18430"/>
                    <a:pt x="7740" y="18340"/>
                  </a:cubicBezTo>
                  <a:lnTo>
                    <a:pt x="7506" y="18240"/>
                  </a:lnTo>
                  <a:cubicBezTo>
                    <a:pt x="7339" y="18140"/>
                    <a:pt x="7073" y="18007"/>
                    <a:pt x="6806" y="17907"/>
                  </a:cubicBezTo>
                  <a:cubicBezTo>
                    <a:pt x="6172" y="17607"/>
                    <a:pt x="5238" y="17273"/>
                    <a:pt x="4137" y="16806"/>
                  </a:cubicBezTo>
                  <a:cubicBezTo>
                    <a:pt x="3570" y="16572"/>
                    <a:pt x="2970" y="16272"/>
                    <a:pt x="2369" y="15905"/>
                  </a:cubicBezTo>
                  <a:cubicBezTo>
                    <a:pt x="1802" y="15505"/>
                    <a:pt x="1202" y="15005"/>
                    <a:pt x="835" y="14304"/>
                  </a:cubicBezTo>
                  <a:cubicBezTo>
                    <a:pt x="468" y="13604"/>
                    <a:pt x="334" y="12770"/>
                    <a:pt x="468" y="11902"/>
                  </a:cubicBezTo>
                  <a:cubicBezTo>
                    <a:pt x="535" y="11002"/>
                    <a:pt x="835" y="10101"/>
                    <a:pt x="1168" y="9234"/>
                  </a:cubicBezTo>
                  <a:cubicBezTo>
                    <a:pt x="1869" y="7433"/>
                    <a:pt x="2836" y="5598"/>
                    <a:pt x="4037" y="3897"/>
                  </a:cubicBezTo>
                  <a:cubicBezTo>
                    <a:pt x="4638" y="3063"/>
                    <a:pt x="5338" y="2262"/>
                    <a:pt x="6205" y="1662"/>
                  </a:cubicBezTo>
                  <a:cubicBezTo>
                    <a:pt x="7073" y="1095"/>
                    <a:pt x="8073" y="728"/>
                    <a:pt x="9141" y="594"/>
                  </a:cubicBezTo>
                  <a:cubicBezTo>
                    <a:pt x="9566" y="540"/>
                    <a:pt x="9995" y="514"/>
                    <a:pt x="10426" y="514"/>
                  </a:cubicBezTo>
                  <a:close/>
                  <a:moveTo>
                    <a:pt x="10557" y="0"/>
                  </a:moveTo>
                  <a:cubicBezTo>
                    <a:pt x="10086" y="0"/>
                    <a:pt x="9613" y="30"/>
                    <a:pt x="9141" y="94"/>
                  </a:cubicBezTo>
                  <a:cubicBezTo>
                    <a:pt x="8007" y="261"/>
                    <a:pt x="6906" y="628"/>
                    <a:pt x="6005" y="1262"/>
                  </a:cubicBezTo>
                  <a:cubicBezTo>
                    <a:pt x="5038" y="1829"/>
                    <a:pt x="4337" y="2696"/>
                    <a:pt x="3704" y="3597"/>
                  </a:cubicBezTo>
                  <a:cubicBezTo>
                    <a:pt x="2503" y="5331"/>
                    <a:pt x="1535" y="7166"/>
                    <a:pt x="835" y="9000"/>
                  </a:cubicBezTo>
                  <a:cubicBezTo>
                    <a:pt x="501" y="9934"/>
                    <a:pt x="234" y="10835"/>
                    <a:pt x="101" y="11769"/>
                  </a:cubicBezTo>
                  <a:cubicBezTo>
                    <a:pt x="1" y="12670"/>
                    <a:pt x="101" y="13637"/>
                    <a:pt x="535" y="14404"/>
                  </a:cubicBezTo>
                  <a:cubicBezTo>
                    <a:pt x="968" y="15171"/>
                    <a:pt x="1569" y="15739"/>
                    <a:pt x="2202" y="16105"/>
                  </a:cubicBezTo>
                  <a:cubicBezTo>
                    <a:pt x="2836" y="16506"/>
                    <a:pt x="3403" y="16773"/>
                    <a:pt x="4004" y="17006"/>
                  </a:cubicBezTo>
                  <a:cubicBezTo>
                    <a:pt x="5138" y="17473"/>
                    <a:pt x="6039" y="17807"/>
                    <a:pt x="6672" y="18107"/>
                  </a:cubicBezTo>
                  <a:cubicBezTo>
                    <a:pt x="7006" y="18240"/>
                    <a:pt x="7206" y="18340"/>
                    <a:pt x="7373" y="18441"/>
                  </a:cubicBezTo>
                  <a:lnTo>
                    <a:pt x="7640" y="18574"/>
                  </a:lnTo>
                  <a:cubicBezTo>
                    <a:pt x="7891" y="18725"/>
                    <a:pt x="8071" y="18790"/>
                    <a:pt x="8159" y="18790"/>
                  </a:cubicBezTo>
                  <a:cubicBezTo>
                    <a:pt x="8225" y="18790"/>
                    <a:pt x="8239" y="18754"/>
                    <a:pt x="8193" y="18689"/>
                  </a:cubicBezTo>
                  <a:lnTo>
                    <a:pt x="8193" y="18689"/>
                  </a:lnTo>
                  <a:cubicBezTo>
                    <a:pt x="8272" y="18758"/>
                    <a:pt x="8386" y="18843"/>
                    <a:pt x="8540" y="18941"/>
                  </a:cubicBezTo>
                  <a:lnTo>
                    <a:pt x="8807" y="19041"/>
                  </a:lnTo>
                  <a:cubicBezTo>
                    <a:pt x="8907" y="19141"/>
                    <a:pt x="9174" y="19274"/>
                    <a:pt x="9474" y="19441"/>
                  </a:cubicBezTo>
                  <a:cubicBezTo>
                    <a:pt x="10041" y="19708"/>
                    <a:pt x="11009" y="20142"/>
                    <a:pt x="12243" y="20208"/>
                  </a:cubicBezTo>
                  <a:cubicBezTo>
                    <a:pt x="12381" y="20219"/>
                    <a:pt x="12523" y="20225"/>
                    <a:pt x="12667" y="20225"/>
                  </a:cubicBezTo>
                  <a:cubicBezTo>
                    <a:pt x="13839" y="20225"/>
                    <a:pt x="15176" y="19869"/>
                    <a:pt x="16513" y="19274"/>
                  </a:cubicBezTo>
                  <a:cubicBezTo>
                    <a:pt x="17247" y="18941"/>
                    <a:pt x="18014" y="18507"/>
                    <a:pt x="18848" y="18140"/>
                  </a:cubicBezTo>
                  <a:cubicBezTo>
                    <a:pt x="19615" y="17773"/>
                    <a:pt x="20516" y="17440"/>
                    <a:pt x="21450" y="17273"/>
                  </a:cubicBezTo>
                  <a:cubicBezTo>
                    <a:pt x="21950" y="17173"/>
                    <a:pt x="22417" y="17140"/>
                    <a:pt x="22917" y="17039"/>
                  </a:cubicBezTo>
                  <a:cubicBezTo>
                    <a:pt x="23418" y="16973"/>
                    <a:pt x="23918" y="16973"/>
                    <a:pt x="24418" y="16873"/>
                  </a:cubicBezTo>
                  <a:cubicBezTo>
                    <a:pt x="25452" y="16773"/>
                    <a:pt x="26520" y="16439"/>
                    <a:pt x="27487" y="15939"/>
                  </a:cubicBezTo>
                  <a:cubicBezTo>
                    <a:pt x="28421" y="15438"/>
                    <a:pt x="29322" y="14671"/>
                    <a:pt x="29922" y="13770"/>
                  </a:cubicBezTo>
                  <a:cubicBezTo>
                    <a:pt x="30556" y="12836"/>
                    <a:pt x="30923" y="11702"/>
                    <a:pt x="30823" y="10535"/>
                  </a:cubicBezTo>
                  <a:cubicBezTo>
                    <a:pt x="30623" y="9367"/>
                    <a:pt x="30022" y="8367"/>
                    <a:pt x="29188" y="7633"/>
                  </a:cubicBezTo>
                  <a:cubicBezTo>
                    <a:pt x="28354" y="6932"/>
                    <a:pt x="27354" y="6432"/>
                    <a:pt x="26353" y="6032"/>
                  </a:cubicBezTo>
                  <a:cubicBezTo>
                    <a:pt x="26286" y="6032"/>
                    <a:pt x="26186" y="5932"/>
                    <a:pt x="26053" y="5865"/>
                  </a:cubicBezTo>
                  <a:lnTo>
                    <a:pt x="25719" y="5665"/>
                  </a:lnTo>
                  <a:cubicBezTo>
                    <a:pt x="25519" y="5565"/>
                    <a:pt x="25252" y="5431"/>
                    <a:pt x="25052" y="5298"/>
                  </a:cubicBezTo>
                  <a:cubicBezTo>
                    <a:pt x="24585" y="5031"/>
                    <a:pt x="24185" y="4797"/>
                    <a:pt x="23718" y="4531"/>
                  </a:cubicBezTo>
                  <a:cubicBezTo>
                    <a:pt x="22851" y="4030"/>
                    <a:pt x="21983" y="3597"/>
                    <a:pt x="21149" y="3163"/>
                  </a:cubicBezTo>
                  <a:cubicBezTo>
                    <a:pt x="19415" y="2329"/>
                    <a:pt x="17547" y="1495"/>
                    <a:pt x="15545" y="861"/>
                  </a:cubicBezTo>
                  <a:cubicBezTo>
                    <a:pt x="13974" y="390"/>
                    <a:pt x="12278" y="0"/>
                    <a:pt x="105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91" name="Google Shape;1791;p14"/>
            <p:cNvSpPr/>
            <p:nvPr/>
          </p:nvSpPr>
          <p:spPr>
            <a:xfrm>
              <a:off x="6739923" y="4295236"/>
              <a:ext cx="172475" cy="149234"/>
            </a:xfrm>
            <a:custGeom>
              <a:avLst/>
              <a:gdLst/>
              <a:ahLst/>
              <a:cxnLst/>
              <a:rect l="l" t="t" r="r" b="b"/>
              <a:pathLst>
                <a:path w="7770" h="6723" extrusionOk="0">
                  <a:moveTo>
                    <a:pt x="4966" y="1"/>
                  </a:moveTo>
                  <a:cubicBezTo>
                    <a:pt x="4591" y="1"/>
                    <a:pt x="4204" y="50"/>
                    <a:pt x="3837" y="160"/>
                  </a:cubicBezTo>
                  <a:cubicBezTo>
                    <a:pt x="3103" y="360"/>
                    <a:pt x="2569" y="827"/>
                    <a:pt x="2169" y="1228"/>
                  </a:cubicBezTo>
                  <a:cubicBezTo>
                    <a:pt x="1335" y="2128"/>
                    <a:pt x="734" y="3496"/>
                    <a:pt x="434" y="4630"/>
                  </a:cubicBezTo>
                  <a:cubicBezTo>
                    <a:pt x="267" y="5197"/>
                    <a:pt x="201" y="5664"/>
                    <a:pt x="101" y="6031"/>
                  </a:cubicBezTo>
                  <a:cubicBezTo>
                    <a:pt x="34" y="6398"/>
                    <a:pt x="1" y="6632"/>
                    <a:pt x="1" y="6632"/>
                  </a:cubicBezTo>
                  <a:cubicBezTo>
                    <a:pt x="1" y="6671"/>
                    <a:pt x="95" y="6723"/>
                    <a:pt x="207" y="6723"/>
                  </a:cubicBezTo>
                  <a:cubicBezTo>
                    <a:pt x="283" y="6723"/>
                    <a:pt x="367" y="6699"/>
                    <a:pt x="434" y="6632"/>
                  </a:cubicBezTo>
                  <a:cubicBezTo>
                    <a:pt x="434" y="6632"/>
                    <a:pt x="668" y="5798"/>
                    <a:pt x="1035" y="4730"/>
                  </a:cubicBezTo>
                  <a:cubicBezTo>
                    <a:pt x="1402" y="3696"/>
                    <a:pt x="2035" y="2462"/>
                    <a:pt x="2736" y="1695"/>
                  </a:cubicBezTo>
                  <a:cubicBezTo>
                    <a:pt x="3069" y="1328"/>
                    <a:pt x="3536" y="961"/>
                    <a:pt x="4070" y="727"/>
                  </a:cubicBezTo>
                  <a:cubicBezTo>
                    <a:pt x="4383" y="610"/>
                    <a:pt x="4718" y="562"/>
                    <a:pt x="5050" y="562"/>
                  </a:cubicBezTo>
                  <a:cubicBezTo>
                    <a:pt x="5284" y="562"/>
                    <a:pt x="5517" y="586"/>
                    <a:pt x="5738" y="627"/>
                  </a:cubicBezTo>
                  <a:cubicBezTo>
                    <a:pt x="6238" y="727"/>
                    <a:pt x="6705" y="894"/>
                    <a:pt x="7039" y="1028"/>
                  </a:cubicBezTo>
                  <a:cubicBezTo>
                    <a:pt x="7206" y="1061"/>
                    <a:pt x="7339" y="1161"/>
                    <a:pt x="7406" y="1194"/>
                  </a:cubicBezTo>
                  <a:cubicBezTo>
                    <a:pt x="7506" y="1228"/>
                    <a:pt x="7539" y="1294"/>
                    <a:pt x="7539" y="1294"/>
                  </a:cubicBezTo>
                  <a:cubicBezTo>
                    <a:pt x="7543" y="1296"/>
                    <a:pt x="7546" y="1297"/>
                    <a:pt x="7550" y="1297"/>
                  </a:cubicBezTo>
                  <a:cubicBezTo>
                    <a:pt x="7623" y="1297"/>
                    <a:pt x="7769" y="1022"/>
                    <a:pt x="7706" y="928"/>
                  </a:cubicBezTo>
                  <a:cubicBezTo>
                    <a:pt x="7706" y="928"/>
                    <a:pt x="7673" y="894"/>
                    <a:pt x="7573" y="861"/>
                  </a:cubicBezTo>
                  <a:cubicBezTo>
                    <a:pt x="7506" y="827"/>
                    <a:pt x="7372" y="727"/>
                    <a:pt x="7206" y="661"/>
                  </a:cubicBezTo>
                  <a:cubicBezTo>
                    <a:pt x="6905" y="494"/>
                    <a:pt x="6405" y="260"/>
                    <a:pt x="5838" y="94"/>
                  </a:cubicBezTo>
                  <a:cubicBezTo>
                    <a:pt x="5568" y="34"/>
                    <a:pt x="5271" y="1"/>
                    <a:pt x="49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792" name="Google Shape;1792;p14"/>
          <p:cNvGrpSpPr/>
          <p:nvPr/>
        </p:nvGrpSpPr>
        <p:grpSpPr>
          <a:xfrm flipH="1">
            <a:off x="6145132" y="4295167"/>
            <a:ext cx="1295666" cy="914234"/>
            <a:chOff x="2320822" y="4053305"/>
            <a:chExt cx="1295666" cy="914234"/>
          </a:xfrm>
        </p:grpSpPr>
        <p:grpSp>
          <p:nvGrpSpPr>
            <p:cNvPr id="1793" name="Google Shape;1793;p14"/>
            <p:cNvGrpSpPr/>
            <p:nvPr/>
          </p:nvGrpSpPr>
          <p:grpSpPr>
            <a:xfrm rot="-3703538">
              <a:off x="2795037" y="3868208"/>
              <a:ext cx="347237" cy="1284428"/>
              <a:chOff x="-347221" y="897782"/>
              <a:chExt cx="347232" cy="1284413"/>
            </a:xfrm>
          </p:grpSpPr>
          <p:sp>
            <p:nvSpPr>
              <p:cNvPr id="1794" name="Google Shape;1794;p14"/>
              <p:cNvSpPr/>
              <p:nvPr/>
            </p:nvSpPr>
            <p:spPr>
              <a:xfrm flipH="1">
                <a:off x="-341206" y="897782"/>
                <a:ext cx="139799" cy="33840"/>
              </a:xfrm>
              <a:custGeom>
                <a:avLst/>
                <a:gdLst/>
                <a:ahLst/>
                <a:cxnLst/>
                <a:rect l="l" t="t" r="r" b="b"/>
                <a:pathLst>
                  <a:path w="6205" h="1502" extrusionOk="0">
                    <a:moveTo>
                      <a:pt x="4537" y="1"/>
                    </a:moveTo>
                    <a:cubicBezTo>
                      <a:pt x="4370" y="1"/>
                      <a:pt x="4203" y="68"/>
                      <a:pt x="4036" y="68"/>
                    </a:cubicBezTo>
                    <a:cubicBezTo>
                      <a:pt x="3703" y="101"/>
                      <a:pt x="3336" y="134"/>
                      <a:pt x="3036" y="201"/>
                    </a:cubicBezTo>
                    <a:cubicBezTo>
                      <a:pt x="2469" y="301"/>
                      <a:pt x="1701" y="535"/>
                      <a:pt x="1134" y="735"/>
                    </a:cubicBezTo>
                    <a:cubicBezTo>
                      <a:pt x="534" y="935"/>
                      <a:pt x="67" y="1102"/>
                      <a:pt x="67" y="1102"/>
                    </a:cubicBezTo>
                    <a:cubicBezTo>
                      <a:pt x="0" y="1135"/>
                      <a:pt x="67" y="1435"/>
                      <a:pt x="167" y="1502"/>
                    </a:cubicBezTo>
                    <a:cubicBezTo>
                      <a:pt x="167" y="1502"/>
                      <a:pt x="601" y="1435"/>
                      <a:pt x="1234" y="1302"/>
                    </a:cubicBezTo>
                    <a:cubicBezTo>
                      <a:pt x="1835" y="1202"/>
                      <a:pt x="2569" y="1068"/>
                      <a:pt x="3169" y="935"/>
                    </a:cubicBezTo>
                    <a:cubicBezTo>
                      <a:pt x="3436" y="902"/>
                      <a:pt x="3803" y="868"/>
                      <a:pt x="4136" y="768"/>
                    </a:cubicBezTo>
                    <a:lnTo>
                      <a:pt x="4637" y="635"/>
                    </a:lnTo>
                    <a:cubicBezTo>
                      <a:pt x="4804" y="635"/>
                      <a:pt x="4904" y="601"/>
                      <a:pt x="5070" y="601"/>
                    </a:cubicBezTo>
                    <a:cubicBezTo>
                      <a:pt x="5671" y="501"/>
                      <a:pt x="6138" y="435"/>
                      <a:pt x="6138" y="435"/>
                    </a:cubicBezTo>
                    <a:cubicBezTo>
                      <a:pt x="6171" y="435"/>
                      <a:pt x="6205" y="68"/>
                      <a:pt x="6138" y="68"/>
                    </a:cubicBezTo>
                    <a:cubicBezTo>
                      <a:pt x="6138" y="68"/>
                      <a:pt x="5671" y="1"/>
                      <a:pt x="50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95" name="Google Shape;1795;p14"/>
              <p:cNvSpPr/>
              <p:nvPr/>
            </p:nvSpPr>
            <p:spPr>
              <a:xfrm flipH="1">
                <a:off x="-160830" y="955662"/>
                <a:ext cx="42852" cy="52945"/>
              </a:xfrm>
              <a:custGeom>
                <a:avLst/>
                <a:gdLst/>
                <a:ahLst/>
                <a:cxnLst/>
                <a:rect l="l" t="t" r="r" b="b"/>
                <a:pathLst>
                  <a:path w="1902" h="2350" extrusionOk="0">
                    <a:moveTo>
                      <a:pt x="1702" y="0"/>
                    </a:moveTo>
                    <a:cubicBezTo>
                      <a:pt x="1702" y="0"/>
                      <a:pt x="1668" y="0"/>
                      <a:pt x="1568" y="34"/>
                    </a:cubicBezTo>
                    <a:cubicBezTo>
                      <a:pt x="1502" y="67"/>
                      <a:pt x="1368" y="134"/>
                      <a:pt x="1235" y="201"/>
                    </a:cubicBezTo>
                    <a:cubicBezTo>
                      <a:pt x="1001" y="334"/>
                      <a:pt x="701" y="567"/>
                      <a:pt x="501" y="834"/>
                    </a:cubicBezTo>
                    <a:cubicBezTo>
                      <a:pt x="267" y="1068"/>
                      <a:pt x="101" y="1468"/>
                      <a:pt x="67" y="1735"/>
                    </a:cubicBezTo>
                    <a:cubicBezTo>
                      <a:pt x="1" y="1902"/>
                      <a:pt x="1" y="2035"/>
                      <a:pt x="1" y="2135"/>
                    </a:cubicBezTo>
                    <a:lnTo>
                      <a:pt x="1" y="2302"/>
                    </a:lnTo>
                    <a:cubicBezTo>
                      <a:pt x="1" y="2326"/>
                      <a:pt x="134" y="2349"/>
                      <a:pt x="236" y="2349"/>
                    </a:cubicBezTo>
                    <a:cubicBezTo>
                      <a:pt x="278" y="2349"/>
                      <a:pt x="315" y="2345"/>
                      <a:pt x="334" y="2335"/>
                    </a:cubicBezTo>
                    <a:cubicBezTo>
                      <a:pt x="334" y="2335"/>
                      <a:pt x="367" y="2302"/>
                      <a:pt x="401" y="2202"/>
                    </a:cubicBezTo>
                    <a:cubicBezTo>
                      <a:pt x="434" y="2135"/>
                      <a:pt x="501" y="2035"/>
                      <a:pt x="568" y="1902"/>
                    </a:cubicBezTo>
                    <a:cubicBezTo>
                      <a:pt x="701" y="1668"/>
                      <a:pt x="868" y="1468"/>
                      <a:pt x="1035" y="1235"/>
                    </a:cubicBezTo>
                    <a:cubicBezTo>
                      <a:pt x="1201" y="1068"/>
                      <a:pt x="1368" y="834"/>
                      <a:pt x="1568" y="634"/>
                    </a:cubicBezTo>
                    <a:cubicBezTo>
                      <a:pt x="1668" y="534"/>
                      <a:pt x="1768" y="467"/>
                      <a:pt x="1835" y="367"/>
                    </a:cubicBezTo>
                    <a:lnTo>
                      <a:pt x="1902" y="301"/>
                    </a:lnTo>
                    <a:cubicBezTo>
                      <a:pt x="1902" y="301"/>
                      <a:pt x="1735" y="0"/>
                      <a:pt x="17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96" name="Google Shape;1796;p14"/>
              <p:cNvSpPr/>
              <p:nvPr/>
            </p:nvSpPr>
            <p:spPr>
              <a:xfrm flipH="1">
                <a:off x="-93849" y="1056844"/>
                <a:ext cx="32240" cy="71690"/>
              </a:xfrm>
              <a:custGeom>
                <a:avLst/>
                <a:gdLst/>
                <a:ahLst/>
                <a:cxnLst/>
                <a:rect l="l" t="t" r="r" b="b"/>
                <a:pathLst>
                  <a:path w="1431" h="3182" extrusionOk="0">
                    <a:moveTo>
                      <a:pt x="1135" y="1"/>
                    </a:moveTo>
                    <a:cubicBezTo>
                      <a:pt x="1121" y="1"/>
                      <a:pt x="1110" y="4"/>
                      <a:pt x="1102" y="13"/>
                    </a:cubicBezTo>
                    <a:cubicBezTo>
                      <a:pt x="1102" y="13"/>
                      <a:pt x="935" y="179"/>
                      <a:pt x="735" y="446"/>
                    </a:cubicBezTo>
                    <a:cubicBezTo>
                      <a:pt x="601" y="580"/>
                      <a:pt x="534" y="746"/>
                      <a:pt x="434" y="913"/>
                    </a:cubicBezTo>
                    <a:cubicBezTo>
                      <a:pt x="368" y="1080"/>
                      <a:pt x="268" y="1247"/>
                      <a:pt x="234" y="1414"/>
                    </a:cubicBezTo>
                    <a:cubicBezTo>
                      <a:pt x="67" y="2047"/>
                      <a:pt x="1" y="3048"/>
                      <a:pt x="1" y="3048"/>
                    </a:cubicBezTo>
                    <a:cubicBezTo>
                      <a:pt x="1" y="3081"/>
                      <a:pt x="268" y="3182"/>
                      <a:pt x="368" y="3182"/>
                    </a:cubicBezTo>
                    <a:cubicBezTo>
                      <a:pt x="368" y="3182"/>
                      <a:pt x="735" y="2248"/>
                      <a:pt x="935" y="1680"/>
                    </a:cubicBezTo>
                    <a:cubicBezTo>
                      <a:pt x="1035" y="1547"/>
                      <a:pt x="1068" y="1380"/>
                      <a:pt x="1102" y="1213"/>
                    </a:cubicBezTo>
                    <a:cubicBezTo>
                      <a:pt x="1168" y="1047"/>
                      <a:pt x="1202" y="847"/>
                      <a:pt x="1235" y="713"/>
                    </a:cubicBezTo>
                    <a:lnTo>
                      <a:pt x="1402" y="213"/>
                    </a:lnTo>
                    <a:cubicBezTo>
                      <a:pt x="1431" y="184"/>
                      <a:pt x="1230" y="1"/>
                      <a:pt x="1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97" name="Google Shape;1797;p14"/>
              <p:cNvSpPr/>
              <p:nvPr/>
            </p:nvSpPr>
            <p:spPr>
              <a:xfrm flipH="1">
                <a:off x="-66903" y="1203920"/>
                <a:ext cx="36859" cy="132792"/>
              </a:xfrm>
              <a:custGeom>
                <a:avLst/>
                <a:gdLst/>
                <a:ahLst/>
                <a:cxnLst/>
                <a:rect l="l" t="t" r="r" b="b"/>
                <a:pathLst>
                  <a:path w="1636" h="5894" extrusionOk="0">
                    <a:moveTo>
                      <a:pt x="1104" y="1"/>
                    </a:moveTo>
                    <a:cubicBezTo>
                      <a:pt x="998" y="1"/>
                      <a:pt x="801" y="71"/>
                      <a:pt x="801" y="123"/>
                    </a:cubicBezTo>
                    <a:cubicBezTo>
                      <a:pt x="801" y="123"/>
                      <a:pt x="801" y="223"/>
                      <a:pt x="835" y="390"/>
                    </a:cubicBezTo>
                    <a:cubicBezTo>
                      <a:pt x="868" y="556"/>
                      <a:pt x="935" y="823"/>
                      <a:pt x="935" y="1123"/>
                    </a:cubicBezTo>
                    <a:cubicBezTo>
                      <a:pt x="968" y="1690"/>
                      <a:pt x="901" y="2391"/>
                      <a:pt x="835" y="2958"/>
                    </a:cubicBezTo>
                    <a:cubicBezTo>
                      <a:pt x="768" y="3492"/>
                      <a:pt x="635" y="4192"/>
                      <a:pt x="434" y="4726"/>
                    </a:cubicBezTo>
                    <a:cubicBezTo>
                      <a:pt x="334" y="5026"/>
                      <a:pt x="234" y="5226"/>
                      <a:pt x="134" y="5393"/>
                    </a:cubicBezTo>
                    <a:lnTo>
                      <a:pt x="1" y="5660"/>
                    </a:lnTo>
                    <a:cubicBezTo>
                      <a:pt x="1" y="5693"/>
                      <a:pt x="268" y="5860"/>
                      <a:pt x="334" y="5893"/>
                    </a:cubicBezTo>
                    <a:cubicBezTo>
                      <a:pt x="334" y="5893"/>
                      <a:pt x="368" y="5827"/>
                      <a:pt x="501" y="5660"/>
                    </a:cubicBezTo>
                    <a:cubicBezTo>
                      <a:pt x="635" y="5493"/>
                      <a:pt x="801" y="5293"/>
                      <a:pt x="935" y="4993"/>
                    </a:cubicBezTo>
                    <a:cubicBezTo>
                      <a:pt x="1202" y="4459"/>
                      <a:pt x="1468" y="3692"/>
                      <a:pt x="1535" y="3058"/>
                    </a:cubicBezTo>
                    <a:cubicBezTo>
                      <a:pt x="1635" y="2491"/>
                      <a:pt x="1635" y="1690"/>
                      <a:pt x="1468" y="1057"/>
                    </a:cubicBezTo>
                    <a:cubicBezTo>
                      <a:pt x="1435" y="790"/>
                      <a:pt x="1302" y="490"/>
                      <a:pt x="1268" y="323"/>
                    </a:cubicBezTo>
                    <a:cubicBezTo>
                      <a:pt x="1235" y="156"/>
                      <a:pt x="1168" y="23"/>
                      <a:pt x="1168" y="23"/>
                    </a:cubicBezTo>
                    <a:cubicBezTo>
                      <a:pt x="1161" y="7"/>
                      <a:pt x="1137" y="1"/>
                      <a:pt x="11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98" name="Google Shape;1798;p14"/>
              <p:cNvSpPr/>
              <p:nvPr/>
            </p:nvSpPr>
            <p:spPr>
              <a:xfrm flipH="1">
                <a:off x="-68390" y="1633432"/>
                <a:ext cx="68401" cy="73786"/>
              </a:xfrm>
              <a:custGeom>
                <a:avLst/>
                <a:gdLst/>
                <a:ahLst/>
                <a:cxnLst/>
                <a:rect l="l" t="t" r="r" b="b"/>
                <a:pathLst>
                  <a:path w="3036" h="3275" extrusionOk="0">
                    <a:moveTo>
                      <a:pt x="323" y="0"/>
                    </a:moveTo>
                    <a:cubicBezTo>
                      <a:pt x="265" y="0"/>
                      <a:pt x="0" y="109"/>
                      <a:pt x="0" y="139"/>
                    </a:cubicBezTo>
                    <a:cubicBezTo>
                      <a:pt x="0" y="139"/>
                      <a:pt x="0" y="239"/>
                      <a:pt x="67" y="339"/>
                    </a:cubicBezTo>
                    <a:cubicBezTo>
                      <a:pt x="101" y="473"/>
                      <a:pt x="134" y="639"/>
                      <a:pt x="234" y="840"/>
                    </a:cubicBezTo>
                    <a:cubicBezTo>
                      <a:pt x="334" y="1273"/>
                      <a:pt x="634" y="1774"/>
                      <a:pt x="934" y="2107"/>
                    </a:cubicBezTo>
                    <a:cubicBezTo>
                      <a:pt x="1235" y="2441"/>
                      <a:pt x="1668" y="2808"/>
                      <a:pt x="2102" y="2974"/>
                    </a:cubicBezTo>
                    <a:cubicBezTo>
                      <a:pt x="2269" y="3108"/>
                      <a:pt x="2469" y="3141"/>
                      <a:pt x="2602" y="3175"/>
                    </a:cubicBezTo>
                    <a:cubicBezTo>
                      <a:pt x="2736" y="3241"/>
                      <a:pt x="2802" y="3275"/>
                      <a:pt x="2802" y="3275"/>
                    </a:cubicBezTo>
                    <a:cubicBezTo>
                      <a:pt x="2836" y="3275"/>
                      <a:pt x="2969" y="2974"/>
                      <a:pt x="3036" y="2908"/>
                    </a:cubicBezTo>
                    <a:cubicBezTo>
                      <a:pt x="3036" y="2908"/>
                      <a:pt x="3003" y="2841"/>
                      <a:pt x="2903" y="2774"/>
                    </a:cubicBezTo>
                    <a:cubicBezTo>
                      <a:pt x="2769" y="2674"/>
                      <a:pt x="2636" y="2607"/>
                      <a:pt x="2469" y="2474"/>
                    </a:cubicBezTo>
                    <a:cubicBezTo>
                      <a:pt x="2135" y="2274"/>
                      <a:pt x="1802" y="1907"/>
                      <a:pt x="1568" y="1607"/>
                    </a:cubicBezTo>
                    <a:cubicBezTo>
                      <a:pt x="1301" y="1307"/>
                      <a:pt x="968" y="940"/>
                      <a:pt x="768" y="606"/>
                    </a:cubicBezTo>
                    <a:cubicBezTo>
                      <a:pt x="634" y="439"/>
                      <a:pt x="568" y="306"/>
                      <a:pt x="467" y="172"/>
                    </a:cubicBezTo>
                    <a:cubicBezTo>
                      <a:pt x="401" y="106"/>
                      <a:pt x="334" y="6"/>
                      <a:pt x="334" y="6"/>
                    </a:cubicBezTo>
                    <a:cubicBezTo>
                      <a:pt x="334" y="2"/>
                      <a:pt x="330" y="0"/>
                      <a:pt x="3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99" name="Google Shape;1799;p14"/>
              <p:cNvSpPr/>
              <p:nvPr/>
            </p:nvSpPr>
            <p:spPr>
              <a:xfrm flipH="1">
                <a:off x="-178877" y="1723732"/>
                <a:ext cx="77436" cy="27825"/>
              </a:xfrm>
              <a:custGeom>
                <a:avLst/>
                <a:gdLst/>
                <a:ahLst/>
                <a:cxnLst/>
                <a:rect l="l" t="t" r="r" b="b"/>
                <a:pathLst>
                  <a:path w="3437" h="1235" extrusionOk="0">
                    <a:moveTo>
                      <a:pt x="134" y="0"/>
                    </a:moveTo>
                    <a:cubicBezTo>
                      <a:pt x="101" y="0"/>
                      <a:pt x="1" y="401"/>
                      <a:pt x="67" y="401"/>
                    </a:cubicBezTo>
                    <a:cubicBezTo>
                      <a:pt x="67" y="401"/>
                      <a:pt x="1001" y="801"/>
                      <a:pt x="1635" y="968"/>
                    </a:cubicBezTo>
                    <a:cubicBezTo>
                      <a:pt x="2269" y="1135"/>
                      <a:pt x="3303" y="1235"/>
                      <a:pt x="3303" y="1235"/>
                    </a:cubicBezTo>
                    <a:cubicBezTo>
                      <a:pt x="3336" y="1235"/>
                      <a:pt x="3436" y="934"/>
                      <a:pt x="3403" y="834"/>
                    </a:cubicBezTo>
                    <a:cubicBezTo>
                      <a:pt x="3403" y="834"/>
                      <a:pt x="2436" y="434"/>
                      <a:pt x="1802" y="267"/>
                    </a:cubicBezTo>
                    <a:cubicBezTo>
                      <a:pt x="1168" y="101"/>
                      <a:pt x="134" y="0"/>
                      <a:pt x="1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00" name="Google Shape;1800;p14"/>
              <p:cNvSpPr/>
              <p:nvPr/>
            </p:nvSpPr>
            <p:spPr>
              <a:xfrm flipH="1">
                <a:off x="-332937" y="1755297"/>
                <a:ext cx="92463" cy="75273"/>
              </a:xfrm>
              <a:custGeom>
                <a:avLst/>
                <a:gdLst/>
                <a:ahLst/>
                <a:cxnLst/>
                <a:rect l="l" t="t" r="r" b="b"/>
                <a:pathLst>
                  <a:path w="4104" h="3341" extrusionOk="0">
                    <a:moveTo>
                      <a:pt x="134" y="0"/>
                    </a:moveTo>
                    <a:cubicBezTo>
                      <a:pt x="34" y="0"/>
                      <a:pt x="1" y="367"/>
                      <a:pt x="34" y="367"/>
                    </a:cubicBezTo>
                    <a:lnTo>
                      <a:pt x="301" y="434"/>
                    </a:lnTo>
                    <a:cubicBezTo>
                      <a:pt x="434" y="534"/>
                      <a:pt x="635" y="568"/>
                      <a:pt x="835" y="701"/>
                    </a:cubicBezTo>
                    <a:cubicBezTo>
                      <a:pt x="1302" y="901"/>
                      <a:pt x="1769" y="1235"/>
                      <a:pt x="2136" y="1535"/>
                    </a:cubicBezTo>
                    <a:cubicBezTo>
                      <a:pt x="2469" y="1802"/>
                      <a:pt x="2936" y="2235"/>
                      <a:pt x="3236" y="2602"/>
                    </a:cubicBezTo>
                    <a:cubicBezTo>
                      <a:pt x="3403" y="2836"/>
                      <a:pt x="3503" y="3003"/>
                      <a:pt x="3603" y="3103"/>
                    </a:cubicBezTo>
                    <a:cubicBezTo>
                      <a:pt x="3670" y="3236"/>
                      <a:pt x="3737" y="3336"/>
                      <a:pt x="3737" y="3336"/>
                    </a:cubicBezTo>
                    <a:cubicBezTo>
                      <a:pt x="3740" y="3339"/>
                      <a:pt x="3744" y="3341"/>
                      <a:pt x="3750" y="3341"/>
                    </a:cubicBezTo>
                    <a:cubicBezTo>
                      <a:pt x="3810" y="3341"/>
                      <a:pt x="4012" y="3194"/>
                      <a:pt x="4104" y="3103"/>
                    </a:cubicBezTo>
                    <a:lnTo>
                      <a:pt x="3970" y="2869"/>
                    </a:lnTo>
                    <a:cubicBezTo>
                      <a:pt x="3904" y="2736"/>
                      <a:pt x="3803" y="2502"/>
                      <a:pt x="3670" y="2269"/>
                    </a:cubicBezTo>
                    <a:cubicBezTo>
                      <a:pt x="3437" y="1802"/>
                      <a:pt x="3003" y="1268"/>
                      <a:pt x="2603" y="934"/>
                    </a:cubicBezTo>
                    <a:cubicBezTo>
                      <a:pt x="2169" y="601"/>
                      <a:pt x="1602" y="267"/>
                      <a:pt x="1068" y="134"/>
                    </a:cubicBezTo>
                    <a:cubicBezTo>
                      <a:pt x="801" y="67"/>
                      <a:pt x="534" y="34"/>
                      <a:pt x="401" y="34"/>
                    </a:cubicBezTo>
                    <a:cubicBezTo>
                      <a:pt x="201" y="0"/>
                      <a:pt x="134" y="0"/>
                      <a:pt x="1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01" name="Google Shape;1801;p14"/>
              <p:cNvSpPr/>
              <p:nvPr/>
            </p:nvSpPr>
            <p:spPr>
              <a:xfrm flipH="1">
                <a:off x="-347221" y="1871980"/>
                <a:ext cx="22575" cy="57361"/>
              </a:xfrm>
              <a:custGeom>
                <a:avLst/>
                <a:gdLst/>
                <a:ahLst/>
                <a:cxnLst/>
                <a:rect l="l" t="t" r="r" b="b"/>
                <a:pathLst>
                  <a:path w="1002" h="2546" extrusionOk="0">
                    <a:moveTo>
                      <a:pt x="718" y="0"/>
                    </a:moveTo>
                    <a:cubicBezTo>
                      <a:pt x="626" y="0"/>
                      <a:pt x="534" y="8"/>
                      <a:pt x="534" y="25"/>
                    </a:cubicBezTo>
                    <a:cubicBezTo>
                      <a:pt x="534" y="25"/>
                      <a:pt x="434" y="192"/>
                      <a:pt x="401" y="425"/>
                    </a:cubicBezTo>
                    <a:cubicBezTo>
                      <a:pt x="368" y="692"/>
                      <a:pt x="234" y="993"/>
                      <a:pt x="201" y="1193"/>
                    </a:cubicBezTo>
                    <a:cubicBezTo>
                      <a:pt x="67" y="1626"/>
                      <a:pt x="1" y="2427"/>
                      <a:pt x="1" y="2427"/>
                    </a:cubicBezTo>
                    <a:cubicBezTo>
                      <a:pt x="1" y="2454"/>
                      <a:pt x="174" y="2545"/>
                      <a:pt x="276" y="2545"/>
                    </a:cubicBezTo>
                    <a:cubicBezTo>
                      <a:pt x="301" y="2545"/>
                      <a:pt x="321" y="2540"/>
                      <a:pt x="334" y="2527"/>
                    </a:cubicBezTo>
                    <a:cubicBezTo>
                      <a:pt x="334" y="2527"/>
                      <a:pt x="735" y="1860"/>
                      <a:pt x="868" y="1359"/>
                    </a:cubicBezTo>
                    <a:cubicBezTo>
                      <a:pt x="935" y="1093"/>
                      <a:pt x="1001" y="759"/>
                      <a:pt x="935" y="492"/>
                    </a:cubicBezTo>
                    <a:cubicBezTo>
                      <a:pt x="935" y="225"/>
                      <a:pt x="901" y="25"/>
                      <a:pt x="901" y="25"/>
                    </a:cubicBezTo>
                    <a:cubicBezTo>
                      <a:pt x="901" y="8"/>
                      <a:pt x="810"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02" name="Google Shape;1802;p14"/>
              <p:cNvSpPr/>
              <p:nvPr/>
            </p:nvSpPr>
            <p:spPr>
              <a:xfrm flipH="1">
                <a:off x="-304324" y="1960387"/>
                <a:ext cx="37535" cy="78066"/>
              </a:xfrm>
              <a:custGeom>
                <a:avLst/>
                <a:gdLst/>
                <a:ahLst/>
                <a:cxnLst/>
                <a:rect l="l" t="t" r="r" b="b"/>
                <a:pathLst>
                  <a:path w="1666" h="3465" extrusionOk="0">
                    <a:moveTo>
                      <a:pt x="1410" y="1"/>
                    </a:moveTo>
                    <a:cubicBezTo>
                      <a:pt x="1407" y="1"/>
                      <a:pt x="1403" y="2"/>
                      <a:pt x="1401" y="4"/>
                    </a:cubicBezTo>
                    <a:cubicBezTo>
                      <a:pt x="1401" y="4"/>
                      <a:pt x="1301" y="71"/>
                      <a:pt x="1234" y="137"/>
                    </a:cubicBezTo>
                    <a:cubicBezTo>
                      <a:pt x="1134" y="237"/>
                      <a:pt x="1001" y="304"/>
                      <a:pt x="901" y="471"/>
                    </a:cubicBezTo>
                    <a:cubicBezTo>
                      <a:pt x="601" y="771"/>
                      <a:pt x="334" y="1238"/>
                      <a:pt x="234" y="1572"/>
                    </a:cubicBezTo>
                    <a:cubicBezTo>
                      <a:pt x="100" y="1905"/>
                      <a:pt x="0" y="2406"/>
                      <a:pt x="0" y="2773"/>
                    </a:cubicBezTo>
                    <a:cubicBezTo>
                      <a:pt x="0" y="2939"/>
                      <a:pt x="67" y="3106"/>
                      <a:pt x="67" y="3240"/>
                    </a:cubicBezTo>
                    <a:lnTo>
                      <a:pt x="67" y="3440"/>
                    </a:lnTo>
                    <a:cubicBezTo>
                      <a:pt x="67" y="3456"/>
                      <a:pt x="150" y="3465"/>
                      <a:pt x="242" y="3465"/>
                    </a:cubicBezTo>
                    <a:cubicBezTo>
                      <a:pt x="334" y="3465"/>
                      <a:pt x="434" y="3456"/>
                      <a:pt x="467" y="3440"/>
                    </a:cubicBezTo>
                    <a:cubicBezTo>
                      <a:pt x="467" y="3440"/>
                      <a:pt x="467" y="3406"/>
                      <a:pt x="501" y="3273"/>
                    </a:cubicBezTo>
                    <a:cubicBezTo>
                      <a:pt x="501" y="3173"/>
                      <a:pt x="567" y="3006"/>
                      <a:pt x="601" y="2839"/>
                    </a:cubicBezTo>
                    <a:cubicBezTo>
                      <a:pt x="667" y="2506"/>
                      <a:pt x="834" y="2105"/>
                      <a:pt x="934" y="1805"/>
                    </a:cubicBezTo>
                    <a:cubicBezTo>
                      <a:pt x="1068" y="1505"/>
                      <a:pt x="1168" y="1105"/>
                      <a:pt x="1335" y="805"/>
                    </a:cubicBezTo>
                    <a:cubicBezTo>
                      <a:pt x="1435" y="638"/>
                      <a:pt x="1501" y="504"/>
                      <a:pt x="1568" y="438"/>
                    </a:cubicBezTo>
                    <a:cubicBezTo>
                      <a:pt x="1601" y="304"/>
                      <a:pt x="1635" y="271"/>
                      <a:pt x="1635" y="271"/>
                    </a:cubicBezTo>
                    <a:cubicBezTo>
                      <a:pt x="1666" y="209"/>
                      <a:pt x="1464" y="1"/>
                      <a:pt x="14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03" name="Google Shape;1803;p14"/>
              <p:cNvSpPr/>
              <p:nvPr/>
            </p:nvSpPr>
            <p:spPr>
              <a:xfrm flipH="1">
                <a:off x="-285602" y="2105368"/>
                <a:ext cx="35350" cy="76827"/>
              </a:xfrm>
              <a:custGeom>
                <a:avLst/>
                <a:gdLst/>
                <a:ahLst/>
                <a:cxnLst/>
                <a:rect l="l" t="t" r="r" b="b"/>
                <a:pathLst>
                  <a:path w="1569" h="3410" extrusionOk="0">
                    <a:moveTo>
                      <a:pt x="384" y="0"/>
                    </a:moveTo>
                    <a:cubicBezTo>
                      <a:pt x="374" y="0"/>
                      <a:pt x="367" y="2"/>
                      <a:pt x="367" y="7"/>
                    </a:cubicBezTo>
                    <a:cubicBezTo>
                      <a:pt x="367" y="7"/>
                      <a:pt x="334" y="40"/>
                      <a:pt x="301" y="174"/>
                    </a:cubicBezTo>
                    <a:cubicBezTo>
                      <a:pt x="234" y="274"/>
                      <a:pt x="167" y="407"/>
                      <a:pt x="134" y="641"/>
                    </a:cubicBezTo>
                    <a:cubicBezTo>
                      <a:pt x="0" y="1008"/>
                      <a:pt x="34" y="1508"/>
                      <a:pt x="134" y="1875"/>
                    </a:cubicBezTo>
                    <a:cubicBezTo>
                      <a:pt x="234" y="2208"/>
                      <a:pt x="501" y="2675"/>
                      <a:pt x="734" y="2942"/>
                    </a:cubicBezTo>
                    <a:lnTo>
                      <a:pt x="1068" y="3309"/>
                    </a:lnTo>
                    <a:lnTo>
                      <a:pt x="1201" y="3409"/>
                    </a:lnTo>
                    <a:cubicBezTo>
                      <a:pt x="1235" y="3409"/>
                      <a:pt x="1501" y="3209"/>
                      <a:pt x="1568" y="3209"/>
                    </a:cubicBezTo>
                    <a:lnTo>
                      <a:pt x="1501" y="3042"/>
                    </a:lnTo>
                    <a:cubicBezTo>
                      <a:pt x="1435" y="2976"/>
                      <a:pt x="1368" y="2842"/>
                      <a:pt x="1268" y="2675"/>
                    </a:cubicBezTo>
                    <a:cubicBezTo>
                      <a:pt x="1101" y="2375"/>
                      <a:pt x="1001" y="2008"/>
                      <a:pt x="901" y="1708"/>
                    </a:cubicBezTo>
                    <a:cubicBezTo>
                      <a:pt x="834" y="1408"/>
                      <a:pt x="734" y="1041"/>
                      <a:pt x="734" y="707"/>
                    </a:cubicBezTo>
                    <a:cubicBezTo>
                      <a:pt x="701" y="541"/>
                      <a:pt x="734" y="407"/>
                      <a:pt x="734" y="307"/>
                    </a:cubicBezTo>
                    <a:lnTo>
                      <a:pt x="734" y="140"/>
                    </a:lnTo>
                    <a:cubicBezTo>
                      <a:pt x="705" y="83"/>
                      <a:pt x="453" y="0"/>
                      <a:pt x="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804" name="Google Shape;1804;p14"/>
            <p:cNvSpPr/>
            <p:nvPr/>
          </p:nvSpPr>
          <p:spPr>
            <a:xfrm rot="2508735">
              <a:off x="2840863" y="4181335"/>
              <a:ext cx="255590" cy="255590"/>
            </a:xfrm>
            <a:prstGeom prst="mathPlus">
              <a:avLst>
                <a:gd name="adj1" fmla="val 18896"/>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805" name="Google Shape;1805;p14"/>
          <p:cNvSpPr/>
          <p:nvPr/>
        </p:nvSpPr>
        <p:spPr>
          <a:xfrm flipH="1">
            <a:off x="5677874" y="4625586"/>
            <a:ext cx="389153" cy="110430"/>
          </a:xfrm>
          <a:custGeom>
            <a:avLst/>
            <a:gdLst/>
            <a:ahLst/>
            <a:cxnLst/>
            <a:rect l="l" t="t" r="r" b="b"/>
            <a:pathLst>
              <a:path w="16094" h="4567" extrusionOk="0">
                <a:moveTo>
                  <a:pt x="4528" y="0"/>
                </a:moveTo>
                <a:cubicBezTo>
                  <a:pt x="4523" y="0"/>
                  <a:pt x="4519" y="7"/>
                  <a:pt x="4519" y="30"/>
                </a:cubicBezTo>
                <a:lnTo>
                  <a:pt x="4319" y="297"/>
                </a:lnTo>
                <a:cubicBezTo>
                  <a:pt x="4185" y="463"/>
                  <a:pt x="4085" y="630"/>
                  <a:pt x="3985" y="797"/>
                </a:cubicBezTo>
                <a:cubicBezTo>
                  <a:pt x="3685" y="1231"/>
                  <a:pt x="3352" y="1631"/>
                  <a:pt x="3051" y="1998"/>
                </a:cubicBezTo>
                <a:cubicBezTo>
                  <a:pt x="2484" y="2732"/>
                  <a:pt x="1750" y="3165"/>
                  <a:pt x="1217" y="3265"/>
                </a:cubicBezTo>
                <a:lnTo>
                  <a:pt x="850" y="3265"/>
                </a:lnTo>
                <a:cubicBezTo>
                  <a:pt x="716" y="3265"/>
                  <a:pt x="650" y="3232"/>
                  <a:pt x="550" y="3232"/>
                </a:cubicBezTo>
                <a:cubicBezTo>
                  <a:pt x="416" y="3165"/>
                  <a:pt x="349" y="3132"/>
                  <a:pt x="349" y="3132"/>
                </a:cubicBezTo>
                <a:cubicBezTo>
                  <a:pt x="334" y="3126"/>
                  <a:pt x="319" y="3123"/>
                  <a:pt x="304" y="3123"/>
                </a:cubicBezTo>
                <a:cubicBezTo>
                  <a:pt x="150" y="3123"/>
                  <a:pt x="0" y="3405"/>
                  <a:pt x="183" y="3465"/>
                </a:cubicBezTo>
                <a:lnTo>
                  <a:pt x="416" y="3599"/>
                </a:lnTo>
                <a:cubicBezTo>
                  <a:pt x="516" y="3632"/>
                  <a:pt x="650" y="3632"/>
                  <a:pt x="750" y="3666"/>
                </a:cubicBezTo>
                <a:lnTo>
                  <a:pt x="1217" y="3666"/>
                </a:lnTo>
                <a:cubicBezTo>
                  <a:pt x="1550" y="3632"/>
                  <a:pt x="1984" y="3499"/>
                  <a:pt x="2351" y="3265"/>
                </a:cubicBezTo>
                <a:cubicBezTo>
                  <a:pt x="2718" y="3065"/>
                  <a:pt x="3085" y="2732"/>
                  <a:pt x="3418" y="2331"/>
                </a:cubicBezTo>
                <a:cubicBezTo>
                  <a:pt x="3752" y="1964"/>
                  <a:pt x="4085" y="1564"/>
                  <a:pt x="4419" y="1130"/>
                </a:cubicBezTo>
                <a:lnTo>
                  <a:pt x="4552" y="964"/>
                </a:lnTo>
                <a:lnTo>
                  <a:pt x="4552" y="1030"/>
                </a:lnTo>
                <a:lnTo>
                  <a:pt x="4686" y="1130"/>
                </a:lnTo>
                <a:lnTo>
                  <a:pt x="4986" y="1431"/>
                </a:lnTo>
                <a:cubicBezTo>
                  <a:pt x="5386" y="1864"/>
                  <a:pt x="5853" y="2231"/>
                  <a:pt x="6354" y="2465"/>
                </a:cubicBezTo>
                <a:cubicBezTo>
                  <a:pt x="6854" y="2732"/>
                  <a:pt x="7421" y="2898"/>
                  <a:pt x="7988" y="2898"/>
                </a:cubicBezTo>
                <a:cubicBezTo>
                  <a:pt x="8522" y="2898"/>
                  <a:pt x="9089" y="2765"/>
                  <a:pt x="9589" y="2565"/>
                </a:cubicBezTo>
                <a:cubicBezTo>
                  <a:pt x="10090" y="2365"/>
                  <a:pt x="10657" y="2098"/>
                  <a:pt x="11090" y="1798"/>
                </a:cubicBezTo>
                <a:cubicBezTo>
                  <a:pt x="11224" y="1731"/>
                  <a:pt x="11357" y="1698"/>
                  <a:pt x="11491" y="1597"/>
                </a:cubicBezTo>
                <a:lnTo>
                  <a:pt x="11557" y="1564"/>
                </a:lnTo>
                <a:lnTo>
                  <a:pt x="11591" y="1564"/>
                </a:lnTo>
                <a:cubicBezTo>
                  <a:pt x="11610" y="1564"/>
                  <a:pt x="11618" y="1559"/>
                  <a:pt x="11624" y="1559"/>
                </a:cubicBezTo>
                <a:cubicBezTo>
                  <a:pt x="11638" y="1559"/>
                  <a:pt x="11638" y="1593"/>
                  <a:pt x="11758" y="1831"/>
                </a:cubicBezTo>
                <a:cubicBezTo>
                  <a:pt x="12024" y="2331"/>
                  <a:pt x="12325" y="2798"/>
                  <a:pt x="12591" y="3232"/>
                </a:cubicBezTo>
                <a:cubicBezTo>
                  <a:pt x="12925" y="3632"/>
                  <a:pt x="13259" y="3966"/>
                  <a:pt x="13692" y="4233"/>
                </a:cubicBezTo>
                <a:cubicBezTo>
                  <a:pt x="14093" y="4466"/>
                  <a:pt x="14526" y="4566"/>
                  <a:pt x="14860" y="4566"/>
                </a:cubicBezTo>
                <a:cubicBezTo>
                  <a:pt x="15227" y="4566"/>
                  <a:pt x="15494" y="4533"/>
                  <a:pt x="15660" y="4466"/>
                </a:cubicBezTo>
                <a:cubicBezTo>
                  <a:pt x="15827" y="4433"/>
                  <a:pt x="15894" y="4399"/>
                  <a:pt x="15894" y="4399"/>
                </a:cubicBezTo>
                <a:cubicBezTo>
                  <a:pt x="16094" y="4299"/>
                  <a:pt x="15994" y="4033"/>
                  <a:pt x="15727" y="3966"/>
                </a:cubicBezTo>
                <a:cubicBezTo>
                  <a:pt x="15727" y="3966"/>
                  <a:pt x="15660" y="4033"/>
                  <a:pt x="15494" y="4066"/>
                </a:cubicBezTo>
                <a:cubicBezTo>
                  <a:pt x="15327" y="4066"/>
                  <a:pt x="15093" y="4099"/>
                  <a:pt x="14826" y="4099"/>
                </a:cubicBezTo>
                <a:cubicBezTo>
                  <a:pt x="14526" y="4066"/>
                  <a:pt x="14226" y="3966"/>
                  <a:pt x="13892" y="3766"/>
                </a:cubicBezTo>
                <a:cubicBezTo>
                  <a:pt x="13559" y="3566"/>
                  <a:pt x="13259" y="3232"/>
                  <a:pt x="13025" y="2865"/>
                </a:cubicBezTo>
                <a:cubicBezTo>
                  <a:pt x="12758" y="2431"/>
                  <a:pt x="12525" y="1964"/>
                  <a:pt x="12325" y="1531"/>
                </a:cubicBezTo>
                <a:cubicBezTo>
                  <a:pt x="12225" y="1397"/>
                  <a:pt x="12191" y="1231"/>
                  <a:pt x="12091" y="1064"/>
                </a:cubicBezTo>
                <a:lnTo>
                  <a:pt x="11924" y="730"/>
                </a:lnTo>
                <a:lnTo>
                  <a:pt x="11891" y="630"/>
                </a:lnTo>
                <a:lnTo>
                  <a:pt x="11891" y="597"/>
                </a:lnTo>
                <a:cubicBezTo>
                  <a:pt x="11891" y="586"/>
                  <a:pt x="11887" y="582"/>
                  <a:pt x="11882" y="582"/>
                </a:cubicBezTo>
                <a:cubicBezTo>
                  <a:pt x="11872" y="582"/>
                  <a:pt x="11858" y="597"/>
                  <a:pt x="11858" y="597"/>
                </a:cubicBezTo>
                <a:lnTo>
                  <a:pt x="11691" y="697"/>
                </a:lnTo>
                <a:lnTo>
                  <a:pt x="11090" y="1030"/>
                </a:lnTo>
                <a:cubicBezTo>
                  <a:pt x="11024" y="1097"/>
                  <a:pt x="10890" y="1130"/>
                  <a:pt x="10757" y="1231"/>
                </a:cubicBezTo>
                <a:cubicBezTo>
                  <a:pt x="9856" y="1731"/>
                  <a:pt x="8855" y="2131"/>
                  <a:pt x="8022" y="2131"/>
                </a:cubicBezTo>
                <a:cubicBezTo>
                  <a:pt x="7188" y="2131"/>
                  <a:pt x="6220" y="1698"/>
                  <a:pt x="5486" y="930"/>
                </a:cubicBezTo>
                <a:cubicBezTo>
                  <a:pt x="5386" y="864"/>
                  <a:pt x="5253" y="764"/>
                  <a:pt x="5186" y="697"/>
                </a:cubicBezTo>
                <a:lnTo>
                  <a:pt x="4753" y="230"/>
                </a:lnTo>
                <a:lnTo>
                  <a:pt x="4652" y="96"/>
                </a:lnTo>
                <a:lnTo>
                  <a:pt x="4552" y="30"/>
                </a:lnTo>
                <a:cubicBezTo>
                  <a:pt x="4552" y="30"/>
                  <a:pt x="4538" y="0"/>
                  <a:pt x="45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only 2">
  <p:cSld name="CUSTOM_10_1">
    <p:spTree>
      <p:nvGrpSpPr>
        <p:cNvPr id="1806" name="Shape 1806"/>
        <p:cNvGrpSpPr/>
        <p:nvPr/>
      </p:nvGrpSpPr>
      <p:grpSpPr>
        <a:xfrm>
          <a:off x="0" y="0"/>
          <a:ext cx="0" cy="0"/>
          <a:chOff x="0" y="0"/>
          <a:chExt cx="0" cy="0"/>
        </a:xfrm>
      </p:grpSpPr>
      <p:pic>
        <p:nvPicPr>
          <p:cNvPr id="1807" name="Google Shape;1807;p15"/>
          <p:cNvPicPr preferRelativeResize="0"/>
          <p:nvPr/>
        </p:nvPicPr>
        <p:blipFill rotWithShape="1">
          <a:blip r:embed="rId2"/>
          <a:srcRect b="15598"/>
          <a:stretch>
            <a:fillRect/>
          </a:stretch>
        </p:blipFill>
        <p:spPr>
          <a:xfrm>
            <a:off x="0" y="0"/>
            <a:ext cx="9144003" cy="5143501"/>
          </a:xfrm>
          <a:prstGeom prst="rect">
            <a:avLst/>
          </a:prstGeom>
          <a:noFill/>
          <a:ln>
            <a:noFill/>
          </a:ln>
        </p:spPr>
      </p:pic>
      <p:sp>
        <p:nvSpPr>
          <p:cNvPr id="1808" name="Google Shape;1808;p15"/>
          <p:cNvSpPr txBox="1"/>
          <p:nvPr>
            <p:ph type="title"/>
          </p:nvPr>
        </p:nvSpPr>
        <p:spPr>
          <a:xfrm>
            <a:off x="713225" y="445025"/>
            <a:ext cx="77175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1809" name="Google Shape;1809;p15"/>
          <p:cNvGrpSpPr/>
          <p:nvPr/>
        </p:nvGrpSpPr>
        <p:grpSpPr>
          <a:xfrm rot="-3911427">
            <a:off x="-19104" y="3373593"/>
            <a:ext cx="1634606" cy="3160032"/>
            <a:chOff x="-1937479" y="625169"/>
            <a:chExt cx="1634619" cy="3160058"/>
          </a:xfrm>
        </p:grpSpPr>
        <p:sp>
          <p:nvSpPr>
            <p:cNvPr id="1810" name="Google Shape;1810;p15"/>
            <p:cNvSpPr/>
            <p:nvPr/>
          </p:nvSpPr>
          <p:spPr>
            <a:xfrm flipH="1">
              <a:off x="-1937479" y="643779"/>
              <a:ext cx="1491824" cy="3141448"/>
            </a:xfrm>
            <a:custGeom>
              <a:avLst/>
              <a:gdLst/>
              <a:ahLst/>
              <a:cxnLst/>
              <a:rect l="l" t="t" r="r" b="b"/>
              <a:pathLst>
                <a:path w="66215" h="139434" extrusionOk="0">
                  <a:moveTo>
                    <a:pt x="15812" y="0"/>
                  </a:moveTo>
                  <a:cubicBezTo>
                    <a:pt x="15745" y="0"/>
                    <a:pt x="15711" y="134"/>
                    <a:pt x="15711" y="367"/>
                  </a:cubicBezTo>
                  <a:cubicBezTo>
                    <a:pt x="15711" y="634"/>
                    <a:pt x="15745" y="1001"/>
                    <a:pt x="15812" y="1501"/>
                  </a:cubicBezTo>
                  <a:cubicBezTo>
                    <a:pt x="15812" y="1501"/>
                    <a:pt x="15845" y="1535"/>
                    <a:pt x="15845" y="1668"/>
                  </a:cubicBezTo>
                  <a:cubicBezTo>
                    <a:pt x="15845" y="1801"/>
                    <a:pt x="15878" y="1968"/>
                    <a:pt x="15878" y="2168"/>
                  </a:cubicBezTo>
                  <a:cubicBezTo>
                    <a:pt x="15878" y="2368"/>
                    <a:pt x="15912" y="2635"/>
                    <a:pt x="15912" y="2969"/>
                  </a:cubicBezTo>
                  <a:lnTo>
                    <a:pt x="15912" y="3469"/>
                  </a:lnTo>
                  <a:cubicBezTo>
                    <a:pt x="15912" y="3636"/>
                    <a:pt x="15878" y="3836"/>
                    <a:pt x="15878" y="4036"/>
                  </a:cubicBezTo>
                  <a:cubicBezTo>
                    <a:pt x="15812" y="4870"/>
                    <a:pt x="15645" y="5871"/>
                    <a:pt x="15044" y="6872"/>
                  </a:cubicBezTo>
                  <a:cubicBezTo>
                    <a:pt x="14511" y="7906"/>
                    <a:pt x="13543" y="8873"/>
                    <a:pt x="12309" y="9707"/>
                  </a:cubicBezTo>
                  <a:cubicBezTo>
                    <a:pt x="11041" y="10541"/>
                    <a:pt x="9540" y="11308"/>
                    <a:pt x="8006" y="12309"/>
                  </a:cubicBezTo>
                  <a:cubicBezTo>
                    <a:pt x="7239" y="12843"/>
                    <a:pt x="6472" y="13410"/>
                    <a:pt x="5838" y="14210"/>
                  </a:cubicBezTo>
                  <a:cubicBezTo>
                    <a:pt x="5538" y="14577"/>
                    <a:pt x="5204" y="15011"/>
                    <a:pt x="5004" y="15511"/>
                  </a:cubicBezTo>
                  <a:cubicBezTo>
                    <a:pt x="4737" y="15978"/>
                    <a:pt x="4637" y="16512"/>
                    <a:pt x="4503" y="17012"/>
                  </a:cubicBezTo>
                  <a:cubicBezTo>
                    <a:pt x="4303" y="18046"/>
                    <a:pt x="4203" y="19080"/>
                    <a:pt x="4003" y="20148"/>
                  </a:cubicBezTo>
                  <a:cubicBezTo>
                    <a:pt x="4003" y="20248"/>
                    <a:pt x="3970" y="20381"/>
                    <a:pt x="3903" y="20515"/>
                  </a:cubicBezTo>
                  <a:cubicBezTo>
                    <a:pt x="3903" y="20582"/>
                    <a:pt x="3903" y="20582"/>
                    <a:pt x="3870" y="20648"/>
                  </a:cubicBezTo>
                  <a:lnTo>
                    <a:pt x="3803" y="20815"/>
                  </a:lnTo>
                  <a:cubicBezTo>
                    <a:pt x="3670" y="21049"/>
                    <a:pt x="3569" y="21315"/>
                    <a:pt x="3403" y="21516"/>
                  </a:cubicBezTo>
                  <a:cubicBezTo>
                    <a:pt x="3136" y="21983"/>
                    <a:pt x="2836" y="22416"/>
                    <a:pt x="2502" y="22883"/>
                  </a:cubicBezTo>
                  <a:cubicBezTo>
                    <a:pt x="1868" y="23851"/>
                    <a:pt x="1168" y="24851"/>
                    <a:pt x="968" y="26152"/>
                  </a:cubicBezTo>
                  <a:cubicBezTo>
                    <a:pt x="801" y="27386"/>
                    <a:pt x="1168" y="28687"/>
                    <a:pt x="1535" y="29821"/>
                  </a:cubicBezTo>
                  <a:cubicBezTo>
                    <a:pt x="1735" y="30389"/>
                    <a:pt x="1902" y="30922"/>
                    <a:pt x="2035" y="31523"/>
                  </a:cubicBezTo>
                  <a:cubicBezTo>
                    <a:pt x="2068" y="31656"/>
                    <a:pt x="2068" y="31823"/>
                    <a:pt x="2068" y="31923"/>
                  </a:cubicBezTo>
                  <a:lnTo>
                    <a:pt x="2068" y="32156"/>
                  </a:lnTo>
                  <a:lnTo>
                    <a:pt x="2068" y="32323"/>
                  </a:lnTo>
                  <a:cubicBezTo>
                    <a:pt x="2035" y="32557"/>
                    <a:pt x="1968" y="32857"/>
                    <a:pt x="1868" y="33157"/>
                  </a:cubicBezTo>
                  <a:cubicBezTo>
                    <a:pt x="1501" y="34258"/>
                    <a:pt x="734" y="35325"/>
                    <a:pt x="300" y="36593"/>
                  </a:cubicBezTo>
                  <a:cubicBezTo>
                    <a:pt x="167" y="36927"/>
                    <a:pt x="67" y="37260"/>
                    <a:pt x="34" y="37660"/>
                  </a:cubicBezTo>
                  <a:cubicBezTo>
                    <a:pt x="0" y="37827"/>
                    <a:pt x="34" y="38027"/>
                    <a:pt x="34" y="38194"/>
                  </a:cubicBezTo>
                  <a:cubicBezTo>
                    <a:pt x="34" y="38394"/>
                    <a:pt x="67" y="38561"/>
                    <a:pt x="134" y="38728"/>
                  </a:cubicBezTo>
                  <a:cubicBezTo>
                    <a:pt x="234" y="39395"/>
                    <a:pt x="501" y="40029"/>
                    <a:pt x="801" y="40663"/>
                  </a:cubicBezTo>
                  <a:cubicBezTo>
                    <a:pt x="1368" y="41863"/>
                    <a:pt x="2035" y="43031"/>
                    <a:pt x="2736" y="44165"/>
                  </a:cubicBezTo>
                  <a:cubicBezTo>
                    <a:pt x="3069" y="44732"/>
                    <a:pt x="3469" y="45266"/>
                    <a:pt x="3803" y="45866"/>
                  </a:cubicBezTo>
                  <a:cubicBezTo>
                    <a:pt x="3970" y="46100"/>
                    <a:pt x="4137" y="46400"/>
                    <a:pt x="4303" y="46700"/>
                  </a:cubicBezTo>
                  <a:lnTo>
                    <a:pt x="4337" y="46834"/>
                  </a:lnTo>
                  <a:lnTo>
                    <a:pt x="4370" y="46867"/>
                  </a:lnTo>
                  <a:cubicBezTo>
                    <a:pt x="4370" y="46900"/>
                    <a:pt x="4403" y="46934"/>
                    <a:pt x="4403" y="46934"/>
                  </a:cubicBezTo>
                  <a:lnTo>
                    <a:pt x="4570" y="47167"/>
                  </a:lnTo>
                  <a:lnTo>
                    <a:pt x="4904" y="47568"/>
                  </a:lnTo>
                  <a:cubicBezTo>
                    <a:pt x="5838" y="48602"/>
                    <a:pt x="6972" y="49502"/>
                    <a:pt x="8239" y="50069"/>
                  </a:cubicBezTo>
                  <a:cubicBezTo>
                    <a:pt x="9507" y="50670"/>
                    <a:pt x="10875" y="51037"/>
                    <a:pt x="12209" y="51270"/>
                  </a:cubicBezTo>
                  <a:cubicBezTo>
                    <a:pt x="13543" y="51537"/>
                    <a:pt x="14911" y="51670"/>
                    <a:pt x="16245" y="51837"/>
                  </a:cubicBezTo>
                  <a:cubicBezTo>
                    <a:pt x="17579" y="52004"/>
                    <a:pt x="18914" y="52171"/>
                    <a:pt x="20215" y="52404"/>
                  </a:cubicBezTo>
                  <a:cubicBezTo>
                    <a:pt x="21482" y="52671"/>
                    <a:pt x="22750" y="53071"/>
                    <a:pt x="23851" y="53705"/>
                  </a:cubicBezTo>
                  <a:cubicBezTo>
                    <a:pt x="24418" y="54005"/>
                    <a:pt x="24918" y="54406"/>
                    <a:pt x="25385" y="54839"/>
                  </a:cubicBezTo>
                  <a:cubicBezTo>
                    <a:pt x="25652" y="55040"/>
                    <a:pt x="25852" y="55273"/>
                    <a:pt x="26052" y="55507"/>
                  </a:cubicBezTo>
                  <a:cubicBezTo>
                    <a:pt x="26252" y="55740"/>
                    <a:pt x="26419" y="56007"/>
                    <a:pt x="26653" y="56240"/>
                  </a:cubicBezTo>
                  <a:cubicBezTo>
                    <a:pt x="27386" y="57341"/>
                    <a:pt x="28054" y="58509"/>
                    <a:pt x="28921" y="59543"/>
                  </a:cubicBezTo>
                  <a:lnTo>
                    <a:pt x="29254" y="59910"/>
                  </a:lnTo>
                  <a:lnTo>
                    <a:pt x="29488" y="60110"/>
                  </a:lnTo>
                  <a:lnTo>
                    <a:pt x="29755" y="60277"/>
                  </a:lnTo>
                  <a:cubicBezTo>
                    <a:pt x="30088" y="60510"/>
                    <a:pt x="30389" y="60610"/>
                    <a:pt x="30722" y="60744"/>
                  </a:cubicBezTo>
                  <a:cubicBezTo>
                    <a:pt x="31389" y="60944"/>
                    <a:pt x="32023" y="61111"/>
                    <a:pt x="32657" y="61277"/>
                  </a:cubicBezTo>
                  <a:cubicBezTo>
                    <a:pt x="33257" y="61444"/>
                    <a:pt x="33891" y="61611"/>
                    <a:pt x="34492" y="61778"/>
                  </a:cubicBezTo>
                  <a:cubicBezTo>
                    <a:pt x="35059" y="62011"/>
                    <a:pt x="35592" y="62211"/>
                    <a:pt x="35993" y="62545"/>
                  </a:cubicBezTo>
                  <a:cubicBezTo>
                    <a:pt x="36360" y="62912"/>
                    <a:pt x="36693" y="63379"/>
                    <a:pt x="36860" y="63879"/>
                  </a:cubicBezTo>
                  <a:cubicBezTo>
                    <a:pt x="37027" y="64380"/>
                    <a:pt x="37093" y="64913"/>
                    <a:pt x="37060" y="65514"/>
                  </a:cubicBezTo>
                  <a:cubicBezTo>
                    <a:pt x="37027" y="66681"/>
                    <a:pt x="36726" y="67849"/>
                    <a:pt x="36560" y="69050"/>
                  </a:cubicBezTo>
                  <a:cubicBezTo>
                    <a:pt x="36426" y="70050"/>
                    <a:pt x="36426" y="71118"/>
                    <a:pt x="36726" y="72052"/>
                  </a:cubicBezTo>
                  <a:cubicBezTo>
                    <a:pt x="37060" y="72952"/>
                    <a:pt x="37560" y="73620"/>
                    <a:pt x="37927" y="74053"/>
                  </a:cubicBezTo>
                  <a:lnTo>
                    <a:pt x="37894" y="74020"/>
                  </a:lnTo>
                  <a:lnTo>
                    <a:pt x="37894" y="74020"/>
                  </a:lnTo>
                  <a:cubicBezTo>
                    <a:pt x="38695" y="75021"/>
                    <a:pt x="39662" y="75854"/>
                    <a:pt x="40529" y="76688"/>
                  </a:cubicBezTo>
                  <a:cubicBezTo>
                    <a:pt x="41397" y="77522"/>
                    <a:pt x="42264" y="78390"/>
                    <a:pt x="42764" y="79424"/>
                  </a:cubicBezTo>
                  <a:cubicBezTo>
                    <a:pt x="43031" y="79924"/>
                    <a:pt x="43198" y="80524"/>
                    <a:pt x="43198" y="81058"/>
                  </a:cubicBezTo>
                  <a:cubicBezTo>
                    <a:pt x="43198" y="81625"/>
                    <a:pt x="43064" y="82192"/>
                    <a:pt x="42831" y="82726"/>
                  </a:cubicBezTo>
                  <a:cubicBezTo>
                    <a:pt x="42564" y="83260"/>
                    <a:pt x="42264" y="83793"/>
                    <a:pt x="41864" y="84194"/>
                  </a:cubicBezTo>
                  <a:cubicBezTo>
                    <a:pt x="41430" y="84594"/>
                    <a:pt x="40930" y="84894"/>
                    <a:pt x="40396" y="85128"/>
                  </a:cubicBezTo>
                  <a:cubicBezTo>
                    <a:pt x="39328" y="85595"/>
                    <a:pt x="38061" y="85862"/>
                    <a:pt x="36760" y="86062"/>
                  </a:cubicBezTo>
                  <a:cubicBezTo>
                    <a:pt x="35526" y="86262"/>
                    <a:pt x="34191" y="86462"/>
                    <a:pt x="32890" y="86962"/>
                  </a:cubicBezTo>
                  <a:cubicBezTo>
                    <a:pt x="32223" y="87229"/>
                    <a:pt x="31589" y="87563"/>
                    <a:pt x="31056" y="88030"/>
                  </a:cubicBezTo>
                  <a:cubicBezTo>
                    <a:pt x="30489" y="88463"/>
                    <a:pt x="30055" y="89064"/>
                    <a:pt x="29755" y="89731"/>
                  </a:cubicBezTo>
                  <a:cubicBezTo>
                    <a:pt x="29688" y="89898"/>
                    <a:pt x="29588" y="90065"/>
                    <a:pt x="29555" y="90231"/>
                  </a:cubicBezTo>
                  <a:lnTo>
                    <a:pt x="29388" y="90732"/>
                  </a:lnTo>
                  <a:cubicBezTo>
                    <a:pt x="29355" y="90899"/>
                    <a:pt x="29355" y="91099"/>
                    <a:pt x="29321" y="91265"/>
                  </a:cubicBezTo>
                  <a:cubicBezTo>
                    <a:pt x="29254" y="91466"/>
                    <a:pt x="29254" y="91632"/>
                    <a:pt x="29254" y="91799"/>
                  </a:cubicBezTo>
                  <a:cubicBezTo>
                    <a:pt x="29254" y="92533"/>
                    <a:pt x="29355" y="93200"/>
                    <a:pt x="29488" y="93867"/>
                  </a:cubicBezTo>
                  <a:cubicBezTo>
                    <a:pt x="30055" y="96469"/>
                    <a:pt x="31089" y="98904"/>
                    <a:pt x="32023" y="101273"/>
                  </a:cubicBezTo>
                  <a:cubicBezTo>
                    <a:pt x="33024" y="103574"/>
                    <a:pt x="32890" y="106143"/>
                    <a:pt x="33091" y="108645"/>
                  </a:cubicBezTo>
                  <a:cubicBezTo>
                    <a:pt x="33224" y="109946"/>
                    <a:pt x="33391" y="111213"/>
                    <a:pt x="33891" y="112414"/>
                  </a:cubicBezTo>
                  <a:cubicBezTo>
                    <a:pt x="34358" y="113615"/>
                    <a:pt x="35059" y="114716"/>
                    <a:pt x="35926" y="115583"/>
                  </a:cubicBezTo>
                  <a:cubicBezTo>
                    <a:pt x="36827" y="116450"/>
                    <a:pt x="37761" y="117217"/>
                    <a:pt x="38728" y="117885"/>
                  </a:cubicBezTo>
                  <a:cubicBezTo>
                    <a:pt x="39729" y="118552"/>
                    <a:pt x="40696" y="119119"/>
                    <a:pt x="41663" y="119753"/>
                  </a:cubicBezTo>
                  <a:cubicBezTo>
                    <a:pt x="42564" y="120386"/>
                    <a:pt x="43531" y="120953"/>
                    <a:pt x="44365" y="121621"/>
                  </a:cubicBezTo>
                  <a:lnTo>
                    <a:pt x="44999" y="122121"/>
                  </a:lnTo>
                  <a:cubicBezTo>
                    <a:pt x="45166" y="122288"/>
                    <a:pt x="45366" y="122454"/>
                    <a:pt x="45566" y="122655"/>
                  </a:cubicBezTo>
                  <a:cubicBezTo>
                    <a:pt x="46000" y="123055"/>
                    <a:pt x="46400" y="123388"/>
                    <a:pt x="46834" y="123722"/>
                  </a:cubicBezTo>
                  <a:cubicBezTo>
                    <a:pt x="48568" y="124990"/>
                    <a:pt x="50503" y="125757"/>
                    <a:pt x="52238" y="126424"/>
                  </a:cubicBezTo>
                  <a:cubicBezTo>
                    <a:pt x="54006" y="127091"/>
                    <a:pt x="55673" y="127758"/>
                    <a:pt x="57074" y="128559"/>
                  </a:cubicBezTo>
                  <a:cubicBezTo>
                    <a:pt x="57775" y="128926"/>
                    <a:pt x="58442" y="129393"/>
                    <a:pt x="59076" y="129793"/>
                  </a:cubicBezTo>
                  <a:cubicBezTo>
                    <a:pt x="59710" y="130227"/>
                    <a:pt x="60343" y="130627"/>
                    <a:pt x="60877" y="131061"/>
                  </a:cubicBezTo>
                  <a:cubicBezTo>
                    <a:pt x="61945" y="131895"/>
                    <a:pt x="62879" y="132728"/>
                    <a:pt x="63579" y="133496"/>
                  </a:cubicBezTo>
                  <a:cubicBezTo>
                    <a:pt x="64246" y="134296"/>
                    <a:pt x="64747" y="135097"/>
                    <a:pt x="65047" y="135764"/>
                  </a:cubicBezTo>
                  <a:cubicBezTo>
                    <a:pt x="65113" y="135931"/>
                    <a:pt x="65214" y="136098"/>
                    <a:pt x="65247" y="136264"/>
                  </a:cubicBezTo>
                  <a:cubicBezTo>
                    <a:pt x="65347" y="136398"/>
                    <a:pt x="65380" y="136565"/>
                    <a:pt x="65414" y="136665"/>
                  </a:cubicBezTo>
                  <a:cubicBezTo>
                    <a:pt x="65514" y="136965"/>
                    <a:pt x="65547" y="137232"/>
                    <a:pt x="65580" y="137398"/>
                  </a:cubicBezTo>
                  <a:cubicBezTo>
                    <a:pt x="65614" y="137565"/>
                    <a:pt x="65681" y="137732"/>
                    <a:pt x="65681" y="137799"/>
                  </a:cubicBezTo>
                  <a:lnTo>
                    <a:pt x="65681" y="137966"/>
                  </a:lnTo>
                  <a:cubicBezTo>
                    <a:pt x="65714" y="138232"/>
                    <a:pt x="65747" y="138433"/>
                    <a:pt x="65747" y="138599"/>
                  </a:cubicBezTo>
                  <a:cubicBezTo>
                    <a:pt x="65747" y="138766"/>
                    <a:pt x="65747" y="138933"/>
                    <a:pt x="65781" y="139066"/>
                  </a:cubicBezTo>
                  <a:cubicBezTo>
                    <a:pt x="65847" y="139300"/>
                    <a:pt x="65914" y="139433"/>
                    <a:pt x="65947" y="139433"/>
                  </a:cubicBezTo>
                  <a:cubicBezTo>
                    <a:pt x="66014" y="139433"/>
                    <a:pt x="66081" y="139300"/>
                    <a:pt x="66114" y="139066"/>
                  </a:cubicBezTo>
                  <a:cubicBezTo>
                    <a:pt x="66181" y="138799"/>
                    <a:pt x="66214" y="138433"/>
                    <a:pt x="66114" y="137899"/>
                  </a:cubicBezTo>
                  <a:lnTo>
                    <a:pt x="66114" y="137732"/>
                  </a:lnTo>
                  <a:cubicBezTo>
                    <a:pt x="66114" y="137599"/>
                    <a:pt x="66081" y="137465"/>
                    <a:pt x="66047" y="137265"/>
                  </a:cubicBezTo>
                  <a:cubicBezTo>
                    <a:pt x="66014" y="137065"/>
                    <a:pt x="65947" y="136798"/>
                    <a:pt x="65881" y="136498"/>
                  </a:cubicBezTo>
                  <a:cubicBezTo>
                    <a:pt x="65847" y="136398"/>
                    <a:pt x="65747" y="136231"/>
                    <a:pt x="65714" y="136064"/>
                  </a:cubicBezTo>
                  <a:cubicBezTo>
                    <a:pt x="65681" y="135897"/>
                    <a:pt x="65580" y="135731"/>
                    <a:pt x="65514" y="135564"/>
                  </a:cubicBezTo>
                  <a:cubicBezTo>
                    <a:pt x="65214" y="134797"/>
                    <a:pt x="64680" y="133963"/>
                    <a:pt x="63946" y="133129"/>
                  </a:cubicBezTo>
                  <a:cubicBezTo>
                    <a:pt x="63245" y="132295"/>
                    <a:pt x="62278" y="131428"/>
                    <a:pt x="61177" y="130594"/>
                  </a:cubicBezTo>
                  <a:cubicBezTo>
                    <a:pt x="60610" y="130127"/>
                    <a:pt x="60010" y="129726"/>
                    <a:pt x="59376" y="129293"/>
                  </a:cubicBezTo>
                  <a:cubicBezTo>
                    <a:pt x="58709" y="128892"/>
                    <a:pt x="58075" y="128425"/>
                    <a:pt x="57341" y="127992"/>
                  </a:cubicBezTo>
                  <a:cubicBezTo>
                    <a:pt x="55874" y="127225"/>
                    <a:pt x="54172" y="126491"/>
                    <a:pt x="52404" y="125824"/>
                  </a:cubicBezTo>
                  <a:cubicBezTo>
                    <a:pt x="50670" y="125123"/>
                    <a:pt x="48768" y="124389"/>
                    <a:pt x="47167" y="123155"/>
                  </a:cubicBezTo>
                  <a:cubicBezTo>
                    <a:pt x="46767" y="122888"/>
                    <a:pt x="46367" y="122555"/>
                    <a:pt x="46000" y="122154"/>
                  </a:cubicBezTo>
                  <a:cubicBezTo>
                    <a:pt x="45600" y="121787"/>
                    <a:pt x="45166" y="121420"/>
                    <a:pt x="44732" y="121087"/>
                  </a:cubicBezTo>
                  <a:cubicBezTo>
                    <a:pt x="43865" y="120386"/>
                    <a:pt x="42931" y="119786"/>
                    <a:pt x="41997" y="119152"/>
                  </a:cubicBezTo>
                  <a:cubicBezTo>
                    <a:pt x="40062" y="117951"/>
                    <a:pt x="38061" y="116750"/>
                    <a:pt x="36426" y="115083"/>
                  </a:cubicBezTo>
                  <a:cubicBezTo>
                    <a:pt x="35659" y="114249"/>
                    <a:pt x="35025" y="113248"/>
                    <a:pt x="34558" y="112147"/>
                  </a:cubicBezTo>
                  <a:cubicBezTo>
                    <a:pt x="34091" y="111080"/>
                    <a:pt x="33924" y="109879"/>
                    <a:pt x="33858" y="108645"/>
                  </a:cubicBezTo>
                  <a:cubicBezTo>
                    <a:pt x="33758" y="107410"/>
                    <a:pt x="33758" y="106143"/>
                    <a:pt x="33658" y="104875"/>
                  </a:cubicBezTo>
                  <a:cubicBezTo>
                    <a:pt x="33558" y="104241"/>
                    <a:pt x="33491" y="103574"/>
                    <a:pt x="33357" y="102940"/>
                  </a:cubicBezTo>
                  <a:cubicBezTo>
                    <a:pt x="33324" y="102640"/>
                    <a:pt x="33191" y="102307"/>
                    <a:pt x="33091" y="101973"/>
                  </a:cubicBezTo>
                  <a:lnTo>
                    <a:pt x="32757" y="101072"/>
                  </a:lnTo>
                  <a:cubicBezTo>
                    <a:pt x="31856" y="98637"/>
                    <a:pt x="30822" y="96269"/>
                    <a:pt x="30322" y="93767"/>
                  </a:cubicBezTo>
                  <a:cubicBezTo>
                    <a:pt x="30188" y="93133"/>
                    <a:pt x="30155" y="92533"/>
                    <a:pt x="30155" y="91933"/>
                  </a:cubicBezTo>
                  <a:cubicBezTo>
                    <a:pt x="30188" y="91766"/>
                    <a:pt x="30155" y="91599"/>
                    <a:pt x="30188" y="91466"/>
                  </a:cubicBezTo>
                  <a:cubicBezTo>
                    <a:pt x="30222" y="91366"/>
                    <a:pt x="30222" y="91199"/>
                    <a:pt x="30255" y="91065"/>
                  </a:cubicBezTo>
                  <a:lnTo>
                    <a:pt x="30389" y="90632"/>
                  </a:lnTo>
                  <a:cubicBezTo>
                    <a:pt x="30422" y="90532"/>
                    <a:pt x="30522" y="90365"/>
                    <a:pt x="30555" y="90231"/>
                  </a:cubicBezTo>
                  <a:cubicBezTo>
                    <a:pt x="30822" y="89698"/>
                    <a:pt x="31156" y="89197"/>
                    <a:pt x="31589" y="88797"/>
                  </a:cubicBezTo>
                  <a:cubicBezTo>
                    <a:pt x="32056" y="88430"/>
                    <a:pt x="32590" y="88130"/>
                    <a:pt x="33191" y="87930"/>
                  </a:cubicBezTo>
                  <a:cubicBezTo>
                    <a:pt x="34358" y="87463"/>
                    <a:pt x="35592" y="87263"/>
                    <a:pt x="36893" y="87062"/>
                  </a:cubicBezTo>
                  <a:cubicBezTo>
                    <a:pt x="38194" y="86796"/>
                    <a:pt x="39529" y="86595"/>
                    <a:pt x="40763" y="86062"/>
                  </a:cubicBezTo>
                  <a:cubicBezTo>
                    <a:pt x="41397" y="85762"/>
                    <a:pt x="42030" y="85395"/>
                    <a:pt x="42531" y="84894"/>
                  </a:cubicBezTo>
                  <a:cubicBezTo>
                    <a:pt x="43031" y="84394"/>
                    <a:pt x="43398" y="83793"/>
                    <a:pt x="43698" y="83193"/>
                  </a:cubicBezTo>
                  <a:cubicBezTo>
                    <a:pt x="43998" y="82559"/>
                    <a:pt x="44165" y="81859"/>
                    <a:pt x="44165" y="81125"/>
                  </a:cubicBezTo>
                  <a:cubicBezTo>
                    <a:pt x="44165" y="80424"/>
                    <a:pt x="43932" y="79724"/>
                    <a:pt x="43665" y="79090"/>
                  </a:cubicBezTo>
                  <a:cubicBezTo>
                    <a:pt x="43064" y="77856"/>
                    <a:pt x="42097" y="76922"/>
                    <a:pt x="41230" y="76055"/>
                  </a:cubicBezTo>
                  <a:cubicBezTo>
                    <a:pt x="40329" y="75187"/>
                    <a:pt x="39395" y="74353"/>
                    <a:pt x="38695" y="73453"/>
                  </a:cubicBezTo>
                  <a:cubicBezTo>
                    <a:pt x="38394" y="73086"/>
                    <a:pt x="37994" y="72552"/>
                    <a:pt x="37727" y="71785"/>
                  </a:cubicBezTo>
                  <a:cubicBezTo>
                    <a:pt x="37527" y="71051"/>
                    <a:pt x="37494" y="70084"/>
                    <a:pt x="37594" y="69150"/>
                  </a:cubicBezTo>
                  <a:cubicBezTo>
                    <a:pt x="37727" y="68015"/>
                    <a:pt x="38027" y="66815"/>
                    <a:pt x="38094" y="65547"/>
                  </a:cubicBezTo>
                  <a:cubicBezTo>
                    <a:pt x="38161" y="64880"/>
                    <a:pt x="38061" y="64213"/>
                    <a:pt x="37861" y="63546"/>
                  </a:cubicBezTo>
                  <a:cubicBezTo>
                    <a:pt x="37594" y="62878"/>
                    <a:pt x="37193" y="62278"/>
                    <a:pt x="36693" y="61778"/>
                  </a:cubicBezTo>
                  <a:cubicBezTo>
                    <a:pt x="36560" y="61644"/>
                    <a:pt x="36393" y="61578"/>
                    <a:pt x="36226" y="61444"/>
                  </a:cubicBezTo>
                  <a:cubicBezTo>
                    <a:pt x="36059" y="61377"/>
                    <a:pt x="35926" y="61277"/>
                    <a:pt x="35759" y="61211"/>
                  </a:cubicBezTo>
                  <a:cubicBezTo>
                    <a:pt x="35426" y="61044"/>
                    <a:pt x="35159" y="60910"/>
                    <a:pt x="34825" y="60810"/>
                  </a:cubicBezTo>
                  <a:cubicBezTo>
                    <a:pt x="34191" y="60610"/>
                    <a:pt x="33558" y="60510"/>
                    <a:pt x="32924" y="60310"/>
                  </a:cubicBezTo>
                  <a:cubicBezTo>
                    <a:pt x="32323" y="60210"/>
                    <a:pt x="31723" y="60043"/>
                    <a:pt x="31156" y="59843"/>
                  </a:cubicBezTo>
                  <a:cubicBezTo>
                    <a:pt x="30889" y="59710"/>
                    <a:pt x="30589" y="59609"/>
                    <a:pt x="30355" y="59443"/>
                  </a:cubicBezTo>
                  <a:lnTo>
                    <a:pt x="30222" y="59376"/>
                  </a:lnTo>
                  <a:lnTo>
                    <a:pt x="30088" y="59243"/>
                  </a:lnTo>
                  <a:lnTo>
                    <a:pt x="29822" y="58909"/>
                  </a:lnTo>
                  <a:cubicBezTo>
                    <a:pt x="28988" y="57942"/>
                    <a:pt x="28354" y="56841"/>
                    <a:pt x="27553" y="55707"/>
                  </a:cubicBezTo>
                  <a:cubicBezTo>
                    <a:pt x="27353" y="55406"/>
                    <a:pt x="27153" y="55106"/>
                    <a:pt x="26919" y="54873"/>
                  </a:cubicBezTo>
                  <a:cubicBezTo>
                    <a:pt x="26719" y="54606"/>
                    <a:pt x="26486" y="54372"/>
                    <a:pt x="26219" y="54106"/>
                  </a:cubicBezTo>
                  <a:cubicBezTo>
                    <a:pt x="25685" y="53672"/>
                    <a:pt x="25152" y="53205"/>
                    <a:pt x="24518" y="52871"/>
                  </a:cubicBezTo>
                  <a:cubicBezTo>
                    <a:pt x="23317" y="52171"/>
                    <a:pt x="21916" y="51737"/>
                    <a:pt x="20582" y="51437"/>
                  </a:cubicBezTo>
                  <a:cubicBezTo>
                    <a:pt x="19214" y="51203"/>
                    <a:pt x="17846" y="51037"/>
                    <a:pt x="16512" y="50903"/>
                  </a:cubicBezTo>
                  <a:cubicBezTo>
                    <a:pt x="13843" y="50603"/>
                    <a:pt x="11142" y="50370"/>
                    <a:pt x="8740" y="49269"/>
                  </a:cubicBezTo>
                  <a:cubicBezTo>
                    <a:pt x="7539" y="48735"/>
                    <a:pt x="6505" y="47934"/>
                    <a:pt x="5671" y="46967"/>
                  </a:cubicBezTo>
                  <a:lnTo>
                    <a:pt x="5371" y="46600"/>
                  </a:lnTo>
                  <a:lnTo>
                    <a:pt x="5204" y="46433"/>
                  </a:lnTo>
                  <a:lnTo>
                    <a:pt x="5171" y="46400"/>
                  </a:lnTo>
                  <a:lnTo>
                    <a:pt x="5071" y="46267"/>
                  </a:lnTo>
                  <a:cubicBezTo>
                    <a:pt x="4904" y="46000"/>
                    <a:pt x="4704" y="45700"/>
                    <a:pt x="4537" y="45399"/>
                  </a:cubicBezTo>
                  <a:cubicBezTo>
                    <a:pt x="4170" y="44866"/>
                    <a:pt x="3836" y="44265"/>
                    <a:pt x="3469" y="43731"/>
                  </a:cubicBezTo>
                  <a:cubicBezTo>
                    <a:pt x="2736" y="42664"/>
                    <a:pt x="2068" y="41530"/>
                    <a:pt x="1535" y="40362"/>
                  </a:cubicBezTo>
                  <a:cubicBezTo>
                    <a:pt x="1301" y="39762"/>
                    <a:pt x="1034" y="39195"/>
                    <a:pt x="901" y="38594"/>
                  </a:cubicBezTo>
                  <a:cubicBezTo>
                    <a:pt x="801" y="38027"/>
                    <a:pt x="834" y="37494"/>
                    <a:pt x="1034" y="36893"/>
                  </a:cubicBezTo>
                  <a:cubicBezTo>
                    <a:pt x="1468" y="35759"/>
                    <a:pt x="2202" y="34692"/>
                    <a:pt x="2635" y="33424"/>
                  </a:cubicBezTo>
                  <a:cubicBezTo>
                    <a:pt x="2736" y="33090"/>
                    <a:pt x="2836" y="32824"/>
                    <a:pt x="2869" y="32423"/>
                  </a:cubicBezTo>
                  <a:lnTo>
                    <a:pt x="2869" y="32257"/>
                  </a:lnTo>
                  <a:lnTo>
                    <a:pt x="2869" y="32123"/>
                  </a:lnTo>
                  <a:lnTo>
                    <a:pt x="2836" y="31890"/>
                  </a:lnTo>
                  <a:cubicBezTo>
                    <a:pt x="2836" y="31723"/>
                    <a:pt x="2836" y="31556"/>
                    <a:pt x="2802" y="31389"/>
                  </a:cubicBezTo>
                  <a:cubicBezTo>
                    <a:pt x="2669" y="30722"/>
                    <a:pt x="2502" y="30155"/>
                    <a:pt x="2302" y="29555"/>
                  </a:cubicBezTo>
                  <a:cubicBezTo>
                    <a:pt x="1902" y="28420"/>
                    <a:pt x="1568" y="27320"/>
                    <a:pt x="1735" y="26219"/>
                  </a:cubicBezTo>
                  <a:cubicBezTo>
                    <a:pt x="1902" y="25151"/>
                    <a:pt x="2535" y="24184"/>
                    <a:pt x="3169" y="23250"/>
                  </a:cubicBezTo>
                  <a:cubicBezTo>
                    <a:pt x="3469" y="22816"/>
                    <a:pt x="3803" y="22349"/>
                    <a:pt x="4070" y="21849"/>
                  </a:cubicBezTo>
                  <a:cubicBezTo>
                    <a:pt x="4237" y="21582"/>
                    <a:pt x="4370" y="21349"/>
                    <a:pt x="4503" y="21082"/>
                  </a:cubicBezTo>
                  <a:lnTo>
                    <a:pt x="4570" y="20882"/>
                  </a:lnTo>
                  <a:cubicBezTo>
                    <a:pt x="4637" y="20815"/>
                    <a:pt x="4670" y="20682"/>
                    <a:pt x="4670" y="20648"/>
                  </a:cubicBezTo>
                  <a:cubicBezTo>
                    <a:pt x="4670" y="20515"/>
                    <a:pt x="4704" y="20348"/>
                    <a:pt x="4737" y="20215"/>
                  </a:cubicBezTo>
                  <a:cubicBezTo>
                    <a:pt x="5004" y="19147"/>
                    <a:pt x="5037" y="18046"/>
                    <a:pt x="5237" y="17079"/>
                  </a:cubicBezTo>
                  <a:cubicBezTo>
                    <a:pt x="5337" y="16579"/>
                    <a:pt x="5471" y="16145"/>
                    <a:pt x="5671" y="15711"/>
                  </a:cubicBezTo>
                  <a:cubicBezTo>
                    <a:pt x="5838" y="15311"/>
                    <a:pt x="6138" y="14911"/>
                    <a:pt x="6405" y="14544"/>
                  </a:cubicBezTo>
                  <a:cubicBezTo>
                    <a:pt x="7005" y="13810"/>
                    <a:pt x="7706" y="13243"/>
                    <a:pt x="8473" y="12743"/>
                  </a:cubicBezTo>
                  <a:cubicBezTo>
                    <a:pt x="9974" y="11742"/>
                    <a:pt x="11475" y="11008"/>
                    <a:pt x="12743" y="10141"/>
                  </a:cubicBezTo>
                  <a:cubicBezTo>
                    <a:pt x="14010" y="9240"/>
                    <a:pt x="15044" y="8206"/>
                    <a:pt x="15645" y="7072"/>
                  </a:cubicBezTo>
                  <a:cubicBezTo>
                    <a:pt x="16212" y="5971"/>
                    <a:pt x="16412" y="4904"/>
                    <a:pt x="16512" y="4036"/>
                  </a:cubicBezTo>
                  <a:cubicBezTo>
                    <a:pt x="16512" y="3803"/>
                    <a:pt x="16545" y="3636"/>
                    <a:pt x="16545" y="3403"/>
                  </a:cubicBezTo>
                  <a:lnTo>
                    <a:pt x="16545" y="2869"/>
                  </a:lnTo>
                  <a:cubicBezTo>
                    <a:pt x="16545" y="2535"/>
                    <a:pt x="16512" y="2235"/>
                    <a:pt x="16512" y="2035"/>
                  </a:cubicBezTo>
                  <a:cubicBezTo>
                    <a:pt x="16512" y="1835"/>
                    <a:pt x="16479" y="1668"/>
                    <a:pt x="16479" y="1535"/>
                  </a:cubicBezTo>
                  <a:cubicBezTo>
                    <a:pt x="16412" y="1401"/>
                    <a:pt x="16412" y="1368"/>
                    <a:pt x="16412" y="1368"/>
                  </a:cubicBezTo>
                  <a:cubicBezTo>
                    <a:pt x="16345" y="867"/>
                    <a:pt x="16245" y="534"/>
                    <a:pt x="16012" y="334"/>
                  </a:cubicBezTo>
                  <a:cubicBezTo>
                    <a:pt x="15912" y="67"/>
                    <a:pt x="15845" y="0"/>
                    <a:pt x="158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11" name="Google Shape;1811;p15"/>
            <p:cNvSpPr/>
            <p:nvPr/>
          </p:nvSpPr>
          <p:spPr>
            <a:xfrm flipH="1">
              <a:off x="-1852158" y="728357"/>
              <a:ext cx="819551" cy="1132155"/>
            </a:xfrm>
            <a:custGeom>
              <a:avLst/>
              <a:gdLst/>
              <a:ahLst/>
              <a:cxnLst/>
              <a:rect l="l" t="t" r="r" b="b"/>
              <a:pathLst>
                <a:path w="36376" h="50251" extrusionOk="0">
                  <a:moveTo>
                    <a:pt x="1369" y="1"/>
                  </a:moveTo>
                  <a:cubicBezTo>
                    <a:pt x="1207" y="1"/>
                    <a:pt x="1140" y="246"/>
                    <a:pt x="1334" y="616"/>
                  </a:cubicBezTo>
                  <a:cubicBezTo>
                    <a:pt x="1334" y="616"/>
                    <a:pt x="1368" y="649"/>
                    <a:pt x="1435" y="816"/>
                  </a:cubicBezTo>
                  <a:cubicBezTo>
                    <a:pt x="1435" y="916"/>
                    <a:pt x="1468" y="983"/>
                    <a:pt x="1501" y="1116"/>
                  </a:cubicBezTo>
                  <a:cubicBezTo>
                    <a:pt x="1501" y="1216"/>
                    <a:pt x="1501" y="1383"/>
                    <a:pt x="1535" y="1483"/>
                  </a:cubicBezTo>
                  <a:cubicBezTo>
                    <a:pt x="1635" y="2117"/>
                    <a:pt x="1435" y="2951"/>
                    <a:pt x="867" y="3985"/>
                  </a:cubicBezTo>
                  <a:cubicBezTo>
                    <a:pt x="634" y="4485"/>
                    <a:pt x="300" y="5119"/>
                    <a:pt x="134" y="5820"/>
                  </a:cubicBezTo>
                  <a:cubicBezTo>
                    <a:pt x="100" y="6053"/>
                    <a:pt x="34" y="6220"/>
                    <a:pt x="34" y="6420"/>
                  </a:cubicBezTo>
                  <a:cubicBezTo>
                    <a:pt x="34" y="6587"/>
                    <a:pt x="0" y="6787"/>
                    <a:pt x="34" y="6987"/>
                  </a:cubicBezTo>
                  <a:cubicBezTo>
                    <a:pt x="34" y="7221"/>
                    <a:pt x="100" y="7387"/>
                    <a:pt x="134" y="7588"/>
                  </a:cubicBezTo>
                  <a:cubicBezTo>
                    <a:pt x="167" y="7754"/>
                    <a:pt x="167" y="7955"/>
                    <a:pt x="267" y="8155"/>
                  </a:cubicBezTo>
                  <a:cubicBezTo>
                    <a:pt x="334" y="8321"/>
                    <a:pt x="367" y="8555"/>
                    <a:pt x="501" y="8755"/>
                  </a:cubicBezTo>
                  <a:lnTo>
                    <a:pt x="667" y="9055"/>
                  </a:lnTo>
                  <a:cubicBezTo>
                    <a:pt x="701" y="9155"/>
                    <a:pt x="801" y="9255"/>
                    <a:pt x="867" y="9322"/>
                  </a:cubicBezTo>
                  <a:cubicBezTo>
                    <a:pt x="1001" y="9556"/>
                    <a:pt x="1201" y="9656"/>
                    <a:pt x="1368" y="9823"/>
                  </a:cubicBezTo>
                  <a:cubicBezTo>
                    <a:pt x="1601" y="9956"/>
                    <a:pt x="1801" y="10089"/>
                    <a:pt x="2002" y="10156"/>
                  </a:cubicBezTo>
                  <a:cubicBezTo>
                    <a:pt x="2869" y="10556"/>
                    <a:pt x="3803" y="10623"/>
                    <a:pt x="4637" y="10923"/>
                  </a:cubicBezTo>
                  <a:cubicBezTo>
                    <a:pt x="5037" y="11057"/>
                    <a:pt x="5471" y="11257"/>
                    <a:pt x="5804" y="11490"/>
                  </a:cubicBezTo>
                  <a:lnTo>
                    <a:pt x="5938" y="11590"/>
                  </a:lnTo>
                  <a:lnTo>
                    <a:pt x="5971" y="11624"/>
                  </a:lnTo>
                  <a:cubicBezTo>
                    <a:pt x="5971" y="11657"/>
                    <a:pt x="6004" y="11724"/>
                    <a:pt x="6038" y="11724"/>
                  </a:cubicBezTo>
                  <a:lnTo>
                    <a:pt x="6138" y="11757"/>
                  </a:lnTo>
                  <a:cubicBezTo>
                    <a:pt x="6171" y="11791"/>
                    <a:pt x="6271" y="11891"/>
                    <a:pt x="6338" y="11924"/>
                  </a:cubicBezTo>
                  <a:cubicBezTo>
                    <a:pt x="6505" y="12091"/>
                    <a:pt x="6638" y="12224"/>
                    <a:pt x="6772" y="12424"/>
                  </a:cubicBezTo>
                  <a:cubicBezTo>
                    <a:pt x="7039" y="12791"/>
                    <a:pt x="7272" y="13225"/>
                    <a:pt x="7506" y="13659"/>
                  </a:cubicBezTo>
                  <a:cubicBezTo>
                    <a:pt x="7639" y="13892"/>
                    <a:pt x="7806" y="14126"/>
                    <a:pt x="7973" y="14326"/>
                  </a:cubicBezTo>
                  <a:cubicBezTo>
                    <a:pt x="8106" y="14459"/>
                    <a:pt x="8173" y="14593"/>
                    <a:pt x="8306" y="14659"/>
                  </a:cubicBezTo>
                  <a:cubicBezTo>
                    <a:pt x="8339" y="14693"/>
                    <a:pt x="8373" y="14759"/>
                    <a:pt x="8473" y="14793"/>
                  </a:cubicBezTo>
                  <a:lnTo>
                    <a:pt x="8540" y="14826"/>
                  </a:lnTo>
                  <a:lnTo>
                    <a:pt x="8606" y="14893"/>
                  </a:lnTo>
                  <a:lnTo>
                    <a:pt x="8640" y="14926"/>
                  </a:lnTo>
                  <a:lnTo>
                    <a:pt x="8706" y="14993"/>
                  </a:lnTo>
                  <a:cubicBezTo>
                    <a:pt x="8773" y="15060"/>
                    <a:pt x="8840" y="15093"/>
                    <a:pt x="8873" y="15126"/>
                  </a:cubicBezTo>
                  <a:lnTo>
                    <a:pt x="9273" y="15393"/>
                  </a:lnTo>
                  <a:cubicBezTo>
                    <a:pt x="9540" y="15493"/>
                    <a:pt x="9807" y="15627"/>
                    <a:pt x="10107" y="15660"/>
                  </a:cubicBezTo>
                  <a:cubicBezTo>
                    <a:pt x="10641" y="15793"/>
                    <a:pt x="11175" y="15827"/>
                    <a:pt x="11675" y="15894"/>
                  </a:cubicBezTo>
                  <a:cubicBezTo>
                    <a:pt x="12176" y="15927"/>
                    <a:pt x="12643" y="15994"/>
                    <a:pt x="13110" y="16160"/>
                  </a:cubicBezTo>
                  <a:lnTo>
                    <a:pt x="13810" y="16427"/>
                  </a:lnTo>
                  <a:lnTo>
                    <a:pt x="14477" y="16761"/>
                  </a:lnTo>
                  <a:cubicBezTo>
                    <a:pt x="15345" y="17228"/>
                    <a:pt x="16145" y="17828"/>
                    <a:pt x="17012" y="18429"/>
                  </a:cubicBezTo>
                  <a:cubicBezTo>
                    <a:pt x="17846" y="18996"/>
                    <a:pt x="18780" y="19563"/>
                    <a:pt x="19648" y="20063"/>
                  </a:cubicBezTo>
                  <a:cubicBezTo>
                    <a:pt x="19848" y="20163"/>
                    <a:pt x="20115" y="20263"/>
                    <a:pt x="20348" y="20397"/>
                  </a:cubicBezTo>
                  <a:cubicBezTo>
                    <a:pt x="20615" y="20497"/>
                    <a:pt x="20882" y="20564"/>
                    <a:pt x="21149" y="20630"/>
                  </a:cubicBezTo>
                  <a:cubicBezTo>
                    <a:pt x="21449" y="20664"/>
                    <a:pt x="21716" y="20730"/>
                    <a:pt x="21983" y="20730"/>
                  </a:cubicBezTo>
                  <a:cubicBezTo>
                    <a:pt x="22216" y="20730"/>
                    <a:pt x="22516" y="20730"/>
                    <a:pt x="22716" y="20664"/>
                  </a:cubicBezTo>
                  <a:cubicBezTo>
                    <a:pt x="23183" y="20630"/>
                    <a:pt x="23650" y="20597"/>
                    <a:pt x="24117" y="20597"/>
                  </a:cubicBezTo>
                  <a:cubicBezTo>
                    <a:pt x="24551" y="20597"/>
                    <a:pt x="25018" y="20597"/>
                    <a:pt x="25452" y="20630"/>
                  </a:cubicBezTo>
                  <a:cubicBezTo>
                    <a:pt x="26286" y="20764"/>
                    <a:pt x="27186" y="21064"/>
                    <a:pt x="28020" y="21431"/>
                  </a:cubicBezTo>
                  <a:cubicBezTo>
                    <a:pt x="28854" y="21798"/>
                    <a:pt x="29688" y="22331"/>
                    <a:pt x="30322" y="22965"/>
                  </a:cubicBezTo>
                  <a:lnTo>
                    <a:pt x="30522" y="23232"/>
                  </a:lnTo>
                  <a:lnTo>
                    <a:pt x="30622" y="23299"/>
                  </a:lnTo>
                  <a:lnTo>
                    <a:pt x="30689" y="23432"/>
                  </a:lnTo>
                  <a:lnTo>
                    <a:pt x="31022" y="23999"/>
                  </a:lnTo>
                  <a:cubicBezTo>
                    <a:pt x="31156" y="24233"/>
                    <a:pt x="31223" y="24433"/>
                    <a:pt x="31323" y="24633"/>
                  </a:cubicBezTo>
                  <a:cubicBezTo>
                    <a:pt x="31389" y="24833"/>
                    <a:pt x="31456" y="25067"/>
                    <a:pt x="31523" y="25267"/>
                  </a:cubicBezTo>
                  <a:cubicBezTo>
                    <a:pt x="31790" y="26101"/>
                    <a:pt x="31823" y="27001"/>
                    <a:pt x="31723" y="27835"/>
                  </a:cubicBezTo>
                  <a:cubicBezTo>
                    <a:pt x="31690" y="28669"/>
                    <a:pt x="31489" y="29503"/>
                    <a:pt x="31323" y="30270"/>
                  </a:cubicBezTo>
                  <a:cubicBezTo>
                    <a:pt x="31156" y="31004"/>
                    <a:pt x="30989" y="31738"/>
                    <a:pt x="30856" y="32405"/>
                  </a:cubicBezTo>
                  <a:cubicBezTo>
                    <a:pt x="30555" y="33673"/>
                    <a:pt x="30622" y="34740"/>
                    <a:pt x="30655" y="35241"/>
                  </a:cubicBezTo>
                  <a:lnTo>
                    <a:pt x="30655" y="35174"/>
                  </a:lnTo>
                  <a:cubicBezTo>
                    <a:pt x="30689" y="36141"/>
                    <a:pt x="31122" y="36942"/>
                    <a:pt x="31389" y="37642"/>
                  </a:cubicBezTo>
                  <a:cubicBezTo>
                    <a:pt x="31690" y="38343"/>
                    <a:pt x="31856" y="39010"/>
                    <a:pt x="31856" y="39644"/>
                  </a:cubicBezTo>
                  <a:cubicBezTo>
                    <a:pt x="31856" y="39811"/>
                    <a:pt x="31823" y="39944"/>
                    <a:pt x="31823" y="40111"/>
                  </a:cubicBezTo>
                  <a:cubicBezTo>
                    <a:pt x="31790" y="40278"/>
                    <a:pt x="31723" y="40444"/>
                    <a:pt x="31690" y="40578"/>
                  </a:cubicBezTo>
                  <a:cubicBezTo>
                    <a:pt x="31623" y="40845"/>
                    <a:pt x="31489" y="41145"/>
                    <a:pt x="31389" y="41412"/>
                  </a:cubicBezTo>
                  <a:cubicBezTo>
                    <a:pt x="31156" y="41946"/>
                    <a:pt x="30956" y="42413"/>
                    <a:pt x="30789" y="42846"/>
                  </a:cubicBezTo>
                  <a:cubicBezTo>
                    <a:pt x="30722" y="42980"/>
                    <a:pt x="30689" y="43113"/>
                    <a:pt x="30655" y="43180"/>
                  </a:cubicBezTo>
                  <a:cubicBezTo>
                    <a:pt x="30622" y="43280"/>
                    <a:pt x="30622" y="43413"/>
                    <a:pt x="30555" y="43480"/>
                  </a:cubicBezTo>
                  <a:cubicBezTo>
                    <a:pt x="30489" y="43680"/>
                    <a:pt x="30455" y="43847"/>
                    <a:pt x="30455" y="44014"/>
                  </a:cubicBezTo>
                  <a:cubicBezTo>
                    <a:pt x="30455" y="44247"/>
                    <a:pt x="30389" y="44347"/>
                    <a:pt x="30389" y="44481"/>
                  </a:cubicBezTo>
                  <a:lnTo>
                    <a:pt x="30389" y="44781"/>
                  </a:lnTo>
                  <a:cubicBezTo>
                    <a:pt x="30389" y="44899"/>
                    <a:pt x="30389" y="44955"/>
                    <a:pt x="30393" y="44955"/>
                  </a:cubicBezTo>
                  <a:cubicBezTo>
                    <a:pt x="30399" y="44955"/>
                    <a:pt x="30415" y="44823"/>
                    <a:pt x="30455" y="44581"/>
                  </a:cubicBezTo>
                  <a:lnTo>
                    <a:pt x="30455" y="44581"/>
                  </a:lnTo>
                  <a:cubicBezTo>
                    <a:pt x="30355" y="45481"/>
                    <a:pt x="30389" y="46315"/>
                    <a:pt x="30655" y="47083"/>
                  </a:cubicBezTo>
                  <a:cubicBezTo>
                    <a:pt x="30889" y="47783"/>
                    <a:pt x="31356" y="48350"/>
                    <a:pt x="31856" y="48684"/>
                  </a:cubicBezTo>
                  <a:cubicBezTo>
                    <a:pt x="32323" y="49084"/>
                    <a:pt x="32824" y="49251"/>
                    <a:pt x="33191" y="49418"/>
                  </a:cubicBezTo>
                  <a:cubicBezTo>
                    <a:pt x="33558" y="49584"/>
                    <a:pt x="33891" y="49684"/>
                    <a:pt x="34191" y="49784"/>
                  </a:cubicBezTo>
                  <a:cubicBezTo>
                    <a:pt x="35325" y="50118"/>
                    <a:pt x="35626" y="50185"/>
                    <a:pt x="35626" y="50185"/>
                  </a:cubicBezTo>
                  <a:cubicBezTo>
                    <a:pt x="35763" y="50231"/>
                    <a:pt x="35880" y="50251"/>
                    <a:pt x="35975" y="50251"/>
                  </a:cubicBezTo>
                  <a:cubicBezTo>
                    <a:pt x="36362" y="50251"/>
                    <a:pt x="36375" y="49913"/>
                    <a:pt x="35893" y="49618"/>
                  </a:cubicBezTo>
                  <a:cubicBezTo>
                    <a:pt x="35893" y="49618"/>
                    <a:pt x="35659" y="49518"/>
                    <a:pt x="34525" y="49184"/>
                  </a:cubicBezTo>
                  <a:cubicBezTo>
                    <a:pt x="34225" y="49117"/>
                    <a:pt x="33891" y="49017"/>
                    <a:pt x="33524" y="48850"/>
                  </a:cubicBezTo>
                  <a:cubicBezTo>
                    <a:pt x="33157" y="48684"/>
                    <a:pt x="32724" y="48517"/>
                    <a:pt x="32323" y="48183"/>
                  </a:cubicBezTo>
                  <a:cubicBezTo>
                    <a:pt x="31890" y="47916"/>
                    <a:pt x="31523" y="47449"/>
                    <a:pt x="31323" y="46816"/>
                  </a:cubicBezTo>
                  <a:cubicBezTo>
                    <a:pt x="31152" y="46277"/>
                    <a:pt x="31127" y="45641"/>
                    <a:pt x="31144" y="44909"/>
                  </a:cubicBezTo>
                  <a:lnTo>
                    <a:pt x="31144" y="44909"/>
                  </a:lnTo>
                  <a:cubicBezTo>
                    <a:pt x="31144" y="44913"/>
                    <a:pt x="31145" y="44915"/>
                    <a:pt x="31146" y="44915"/>
                  </a:cubicBezTo>
                  <a:cubicBezTo>
                    <a:pt x="31150" y="44915"/>
                    <a:pt x="31156" y="44856"/>
                    <a:pt x="31156" y="44748"/>
                  </a:cubicBezTo>
                  <a:lnTo>
                    <a:pt x="31156" y="44447"/>
                  </a:lnTo>
                  <a:cubicBezTo>
                    <a:pt x="31156" y="44314"/>
                    <a:pt x="31189" y="44180"/>
                    <a:pt x="31189" y="44080"/>
                  </a:cubicBezTo>
                  <a:cubicBezTo>
                    <a:pt x="31189" y="43947"/>
                    <a:pt x="31223" y="43780"/>
                    <a:pt x="31289" y="43613"/>
                  </a:cubicBezTo>
                  <a:cubicBezTo>
                    <a:pt x="31323" y="43513"/>
                    <a:pt x="31323" y="43447"/>
                    <a:pt x="31356" y="43347"/>
                  </a:cubicBezTo>
                  <a:cubicBezTo>
                    <a:pt x="31389" y="43280"/>
                    <a:pt x="31456" y="43146"/>
                    <a:pt x="31489" y="43080"/>
                  </a:cubicBezTo>
                  <a:cubicBezTo>
                    <a:pt x="31656" y="42646"/>
                    <a:pt x="31856" y="42179"/>
                    <a:pt x="32123" y="41645"/>
                  </a:cubicBezTo>
                  <a:cubicBezTo>
                    <a:pt x="32223" y="41412"/>
                    <a:pt x="32357" y="41112"/>
                    <a:pt x="32457" y="40778"/>
                  </a:cubicBezTo>
                  <a:lnTo>
                    <a:pt x="32557" y="40278"/>
                  </a:lnTo>
                  <a:cubicBezTo>
                    <a:pt x="32557" y="40111"/>
                    <a:pt x="32624" y="39944"/>
                    <a:pt x="32624" y="39744"/>
                  </a:cubicBezTo>
                  <a:cubicBezTo>
                    <a:pt x="32657" y="38977"/>
                    <a:pt x="32457" y="38176"/>
                    <a:pt x="32157" y="37442"/>
                  </a:cubicBezTo>
                  <a:cubicBezTo>
                    <a:pt x="31856" y="36675"/>
                    <a:pt x="31489" y="35975"/>
                    <a:pt x="31489" y="35241"/>
                  </a:cubicBezTo>
                  <a:lnTo>
                    <a:pt x="31489" y="35174"/>
                  </a:lnTo>
                  <a:cubicBezTo>
                    <a:pt x="31456" y="34740"/>
                    <a:pt x="31456" y="33806"/>
                    <a:pt x="31723" y="32572"/>
                  </a:cubicBezTo>
                  <a:cubicBezTo>
                    <a:pt x="31856" y="31938"/>
                    <a:pt x="32023" y="31238"/>
                    <a:pt x="32223" y="30471"/>
                  </a:cubicBezTo>
                  <a:cubicBezTo>
                    <a:pt x="32457" y="29670"/>
                    <a:pt x="32657" y="28836"/>
                    <a:pt x="32724" y="27935"/>
                  </a:cubicBezTo>
                  <a:cubicBezTo>
                    <a:pt x="32957" y="26101"/>
                    <a:pt x="32624" y="23899"/>
                    <a:pt x="31122" y="22265"/>
                  </a:cubicBezTo>
                  <a:cubicBezTo>
                    <a:pt x="30355" y="21498"/>
                    <a:pt x="29488" y="20964"/>
                    <a:pt x="28554" y="20497"/>
                  </a:cubicBezTo>
                  <a:cubicBezTo>
                    <a:pt x="27653" y="20063"/>
                    <a:pt x="26686" y="19763"/>
                    <a:pt x="25685" y="19596"/>
                  </a:cubicBezTo>
                  <a:cubicBezTo>
                    <a:pt x="25185" y="19596"/>
                    <a:pt x="24718" y="19563"/>
                    <a:pt x="24218" y="19563"/>
                  </a:cubicBezTo>
                  <a:cubicBezTo>
                    <a:pt x="23717" y="19596"/>
                    <a:pt x="23217" y="19596"/>
                    <a:pt x="22783" y="19630"/>
                  </a:cubicBezTo>
                  <a:cubicBezTo>
                    <a:pt x="22516" y="19663"/>
                    <a:pt x="22316" y="19663"/>
                    <a:pt x="22049" y="19663"/>
                  </a:cubicBezTo>
                  <a:cubicBezTo>
                    <a:pt x="21849" y="19663"/>
                    <a:pt x="21649" y="19663"/>
                    <a:pt x="21449" y="19630"/>
                  </a:cubicBezTo>
                  <a:cubicBezTo>
                    <a:pt x="21215" y="19596"/>
                    <a:pt x="21015" y="19563"/>
                    <a:pt x="20815" y="19463"/>
                  </a:cubicBezTo>
                  <a:cubicBezTo>
                    <a:pt x="20615" y="19396"/>
                    <a:pt x="20381" y="19263"/>
                    <a:pt x="20181" y="19163"/>
                  </a:cubicBezTo>
                  <a:cubicBezTo>
                    <a:pt x="19347" y="18729"/>
                    <a:pt x="18480" y="18229"/>
                    <a:pt x="17646" y="17628"/>
                  </a:cubicBezTo>
                  <a:cubicBezTo>
                    <a:pt x="16812" y="17061"/>
                    <a:pt x="15945" y="16427"/>
                    <a:pt x="14978" y="15927"/>
                  </a:cubicBezTo>
                  <a:lnTo>
                    <a:pt x="14210" y="15593"/>
                  </a:lnTo>
                  <a:lnTo>
                    <a:pt x="13443" y="15326"/>
                  </a:lnTo>
                  <a:cubicBezTo>
                    <a:pt x="12876" y="15160"/>
                    <a:pt x="12342" y="15093"/>
                    <a:pt x="11809" y="15060"/>
                  </a:cubicBezTo>
                  <a:cubicBezTo>
                    <a:pt x="11275" y="14993"/>
                    <a:pt x="10775" y="14960"/>
                    <a:pt x="10308" y="14893"/>
                  </a:cubicBezTo>
                  <a:cubicBezTo>
                    <a:pt x="10041" y="14826"/>
                    <a:pt x="9874" y="14759"/>
                    <a:pt x="9674" y="14659"/>
                  </a:cubicBezTo>
                  <a:cubicBezTo>
                    <a:pt x="9607" y="14626"/>
                    <a:pt x="9507" y="14593"/>
                    <a:pt x="9440" y="14493"/>
                  </a:cubicBezTo>
                  <a:cubicBezTo>
                    <a:pt x="9374" y="14493"/>
                    <a:pt x="9340" y="14459"/>
                    <a:pt x="9307" y="14426"/>
                  </a:cubicBezTo>
                  <a:lnTo>
                    <a:pt x="9273" y="14392"/>
                  </a:lnTo>
                  <a:lnTo>
                    <a:pt x="9207" y="14326"/>
                  </a:lnTo>
                  <a:cubicBezTo>
                    <a:pt x="9173" y="14292"/>
                    <a:pt x="9173" y="14259"/>
                    <a:pt x="9140" y="14259"/>
                  </a:cubicBezTo>
                  <a:lnTo>
                    <a:pt x="8973" y="14159"/>
                  </a:lnTo>
                  <a:cubicBezTo>
                    <a:pt x="8940" y="14159"/>
                    <a:pt x="8873" y="14126"/>
                    <a:pt x="8840" y="14092"/>
                  </a:cubicBezTo>
                  <a:cubicBezTo>
                    <a:pt x="8773" y="14059"/>
                    <a:pt x="8706" y="13959"/>
                    <a:pt x="8640" y="13892"/>
                  </a:cubicBezTo>
                  <a:cubicBezTo>
                    <a:pt x="8473" y="13725"/>
                    <a:pt x="8339" y="13559"/>
                    <a:pt x="8206" y="13325"/>
                  </a:cubicBezTo>
                  <a:cubicBezTo>
                    <a:pt x="7973" y="12925"/>
                    <a:pt x="7772" y="12458"/>
                    <a:pt x="7472" y="12057"/>
                  </a:cubicBezTo>
                  <a:cubicBezTo>
                    <a:pt x="7305" y="11824"/>
                    <a:pt x="7139" y="11624"/>
                    <a:pt x="6938" y="11424"/>
                  </a:cubicBezTo>
                  <a:lnTo>
                    <a:pt x="6538" y="11157"/>
                  </a:lnTo>
                  <a:lnTo>
                    <a:pt x="6471" y="11123"/>
                  </a:lnTo>
                  <a:lnTo>
                    <a:pt x="6505" y="11123"/>
                  </a:lnTo>
                  <a:lnTo>
                    <a:pt x="6471" y="11090"/>
                  </a:lnTo>
                  <a:lnTo>
                    <a:pt x="6305" y="10957"/>
                  </a:lnTo>
                  <a:cubicBezTo>
                    <a:pt x="6105" y="10790"/>
                    <a:pt x="5838" y="10656"/>
                    <a:pt x="5638" y="10556"/>
                  </a:cubicBezTo>
                  <a:cubicBezTo>
                    <a:pt x="5371" y="10456"/>
                    <a:pt x="5171" y="10390"/>
                    <a:pt x="4937" y="10290"/>
                  </a:cubicBezTo>
                  <a:cubicBezTo>
                    <a:pt x="3970" y="9956"/>
                    <a:pt x="3036" y="9923"/>
                    <a:pt x="2335" y="9589"/>
                  </a:cubicBezTo>
                  <a:cubicBezTo>
                    <a:pt x="1601" y="9289"/>
                    <a:pt x="1134" y="8722"/>
                    <a:pt x="934" y="7988"/>
                  </a:cubicBezTo>
                  <a:cubicBezTo>
                    <a:pt x="867" y="7821"/>
                    <a:pt x="834" y="7621"/>
                    <a:pt x="801" y="7454"/>
                  </a:cubicBezTo>
                  <a:cubicBezTo>
                    <a:pt x="767" y="7287"/>
                    <a:pt x="767" y="7121"/>
                    <a:pt x="701" y="6954"/>
                  </a:cubicBezTo>
                  <a:cubicBezTo>
                    <a:pt x="667" y="6620"/>
                    <a:pt x="701" y="6320"/>
                    <a:pt x="767" y="5986"/>
                  </a:cubicBezTo>
                  <a:cubicBezTo>
                    <a:pt x="934" y="5319"/>
                    <a:pt x="1168" y="4786"/>
                    <a:pt x="1435" y="4252"/>
                  </a:cubicBezTo>
                  <a:cubicBezTo>
                    <a:pt x="1935" y="3151"/>
                    <a:pt x="2202" y="2150"/>
                    <a:pt x="2102" y="1450"/>
                  </a:cubicBezTo>
                  <a:cubicBezTo>
                    <a:pt x="2035" y="1283"/>
                    <a:pt x="2035" y="1116"/>
                    <a:pt x="2002" y="983"/>
                  </a:cubicBezTo>
                  <a:cubicBezTo>
                    <a:pt x="1968" y="883"/>
                    <a:pt x="1935" y="749"/>
                    <a:pt x="1868" y="649"/>
                  </a:cubicBezTo>
                  <a:cubicBezTo>
                    <a:pt x="1835" y="483"/>
                    <a:pt x="1801" y="416"/>
                    <a:pt x="1801" y="416"/>
                  </a:cubicBezTo>
                  <a:cubicBezTo>
                    <a:pt x="1649" y="125"/>
                    <a:pt x="1485" y="1"/>
                    <a:pt x="13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12" name="Google Shape;1812;p15"/>
            <p:cNvSpPr/>
            <p:nvPr/>
          </p:nvSpPr>
          <p:spPr>
            <a:xfrm flipH="1">
              <a:off x="-1849972" y="679061"/>
              <a:ext cx="732766" cy="593688"/>
            </a:xfrm>
            <a:custGeom>
              <a:avLst/>
              <a:gdLst/>
              <a:ahLst/>
              <a:cxnLst/>
              <a:rect l="l" t="t" r="r" b="b"/>
              <a:pathLst>
                <a:path w="32524" h="26351" extrusionOk="0">
                  <a:moveTo>
                    <a:pt x="80" y="0"/>
                  </a:moveTo>
                  <a:lnTo>
                    <a:pt x="80" y="0"/>
                  </a:lnTo>
                  <a:cubicBezTo>
                    <a:pt x="6" y="0"/>
                    <a:pt x="1" y="141"/>
                    <a:pt x="115" y="369"/>
                  </a:cubicBezTo>
                  <a:cubicBezTo>
                    <a:pt x="115" y="369"/>
                    <a:pt x="181" y="436"/>
                    <a:pt x="215" y="602"/>
                  </a:cubicBezTo>
                  <a:cubicBezTo>
                    <a:pt x="248" y="669"/>
                    <a:pt x="281" y="802"/>
                    <a:pt x="348" y="936"/>
                  </a:cubicBezTo>
                  <a:cubicBezTo>
                    <a:pt x="381" y="1103"/>
                    <a:pt x="415" y="1269"/>
                    <a:pt x="448" y="1470"/>
                  </a:cubicBezTo>
                  <a:cubicBezTo>
                    <a:pt x="548" y="1870"/>
                    <a:pt x="548" y="2504"/>
                    <a:pt x="415" y="3304"/>
                  </a:cubicBezTo>
                  <a:cubicBezTo>
                    <a:pt x="348" y="3671"/>
                    <a:pt x="248" y="4138"/>
                    <a:pt x="181" y="4672"/>
                  </a:cubicBezTo>
                  <a:cubicBezTo>
                    <a:pt x="81" y="5172"/>
                    <a:pt x="48" y="5806"/>
                    <a:pt x="215" y="6473"/>
                  </a:cubicBezTo>
                  <a:cubicBezTo>
                    <a:pt x="248" y="6607"/>
                    <a:pt x="281" y="6840"/>
                    <a:pt x="381" y="7207"/>
                  </a:cubicBezTo>
                  <a:cubicBezTo>
                    <a:pt x="415" y="7374"/>
                    <a:pt x="515" y="7607"/>
                    <a:pt x="582" y="7841"/>
                  </a:cubicBezTo>
                  <a:cubicBezTo>
                    <a:pt x="682" y="8108"/>
                    <a:pt x="782" y="8341"/>
                    <a:pt x="1049" y="8608"/>
                  </a:cubicBezTo>
                  <a:cubicBezTo>
                    <a:pt x="1282" y="8842"/>
                    <a:pt x="1616" y="8975"/>
                    <a:pt x="1949" y="9042"/>
                  </a:cubicBezTo>
                  <a:cubicBezTo>
                    <a:pt x="2283" y="9142"/>
                    <a:pt x="2683" y="9209"/>
                    <a:pt x="3017" y="9309"/>
                  </a:cubicBezTo>
                  <a:cubicBezTo>
                    <a:pt x="3684" y="9542"/>
                    <a:pt x="4418" y="9842"/>
                    <a:pt x="5051" y="10443"/>
                  </a:cubicBezTo>
                  <a:cubicBezTo>
                    <a:pt x="5385" y="10676"/>
                    <a:pt x="5685" y="11010"/>
                    <a:pt x="6019" y="11310"/>
                  </a:cubicBezTo>
                  <a:cubicBezTo>
                    <a:pt x="6352" y="11610"/>
                    <a:pt x="6619" y="11977"/>
                    <a:pt x="6953" y="12311"/>
                  </a:cubicBezTo>
                  <a:cubicBezTo>
                    <a:pt x="7120" y="12478"/>
                    <a:pt x="7286" y="12644"/>
                    <a:pt x="7520" y="12811"/>
                  </a:cubicBezTo>
                  <a:lnTo>
                    <a:pt x="7787" y="13045"/>
                  </a:lnTo>
                  <a:cubicBezTo>
                    <a:pt x="7887" y="13145"/>
                    <a:pt x="8020" y="13178"/>
                    <a:pt x="8087" y="13278"/>
                  </a:cubicBezTo>
                  <a:cubicBezTo>
                    <a:pt x="8287" y="13378"/>
                    <a:pt x="8521" y="13545"/>
                    <a:pt x="8721" y="13645"/>
                  </a:cubicBezTo>
                  <a:lnTo>
                    <a:pt x="9054" y="13812"/>
                  </a:lnTo>
                  <a:lnTo>
                    <a:pt x="9221" y="13879"/>
                  </a:lnTo>
                  <a:lnTo>
                    <a:pt x="9288" y="13945"/>
                  </a:lnTo>
                  <a:cubicBezTo>
                    <a:pt x="9355" y="13945"/>
                    <a:pt x="9388" y="13979"/>
                    <a:pt x="9421" y="13979"/>
                  </a:cubicBezTo>
                  <a:cubicBezTo>
                    <a:pt x="9922" y="14145"/>
                    <a:pt x="10455" y="14145"/>
                    <a:pt x="10922" y="14145"/>
                  </a:cubicBezTo>
                  <a:cubicBezTo>
                    <a:pt x="11389" y="14145"/>
                    <a:pt x="11856" y="14145"/>
                    <a:pt x="12290" y="14212"/>
                  </a:cubicBezTo>
                  <a:lnTo>
                    <a:pt x="12457" y="14279"/>
                  </a:lnTo>
                  <a:lnTo>
                    <a:pt x="12557" y="14279"/>
                  </a:lnTo>
                  <a:lnTo>
                    <a:pt x="12790" y="14446"/>
                  </a:lnTo>
                  <a:cubicBezTo>
                    <a:pt x="12957" y="14546"/>
                    <a:pt x="13091" y="14712"/>
                    <a:pt x="13257" y="14879"/>
                  </a:cubicBezTo>
                  <a:cubicBezTo>
                    <a:pt x="13591" y="15213"/>
                    <a:pt x="13858" y="15613"/>
                    <a:pt x="14225" y="15880"/>
                  </a:cubicBezTo>
                  <a:lnTo>
                    <a:pt x="14592" y="16147"/>
                  </a:lnTo>
                  <a:cubicBezTo>
                    <a:pt x="14725" y="16214"/>
                    <a:pt x="14859" y="16280"/>
                    <a:pt x="14925" y="16314"/>
                  </a:cubicBezTo>
                  <a:lnTo>
                    <a:pt x="14892" y="16314"/>
                  </a:lnTo>
                  <a:cubicBezTo>
                    <a:pt x="15959" y="16881"/>
                    <a:pt x="17260" y="17214"/>
                    <a:pt x="18595" y="17214"/>
                  </a:cubicBezTo>
                  <a:cubicBezTo>
                    <a:pt x="18722" y="17221"/>
                    <a:pt x="18849" y="17224"/>
                    <a:pt x="18977" y="17224"/>
                  </a:cubicBezTo>
                  <a:cubicBezTo>
                    <a:pt x="20156" y="17224"/>
                    <a:pt x="21357" y="16968"/>
                    <a:pt x="22531" y="16847"/>
                  </a:cubicBezTo>
                  <a:cubicBezTo>
                    <a:pt x="22962" y="16791"/>
                    <a:pt x="23402" y="16761"/>
                    <a:pt x="23840" y="16761"/>
                  </a:cubicBezTo>
                  <a:cubicBezTo>
                    <a:pt x="24688" y="16761"/>
                    <a:pt x="25530" y="16872"/>
                    <a:pt x="26300" y="17114"/>
                  </a:cubicBezTo>
                  <a:cubicBezTo>
                    <a:pt x="27468" y="17481"/>
                    <a:pt x="28535" y="18148"/>
                    <a:pt x="29402" y="18849"/>
                  </a:cubicBezTo>
                  <a:cubicBezTo>
                    <a:pt x="30270" y="19616"/>
                    <a:pt x="30903" y="20483"/>
                    <a:pt x="31370" y="21317"/>
                  </a:cubicBezTo>
                  <a:cubicBezTo>
                    <a:pt x="31804" y="22184"/>
                    <a:pt x="32071" y="22985"/>
                    <a:pt x="32204" y="23686"/>
                  </a:cubicBezTo>
                  <a:cubicBezTo>
                    <a:pt x="32238" y="24086"/>
                    <a:pt x="32304" y="24353"/>
                    <a:pt x="32304" y="24653"/>
                  </a:cubicBezTo>
                  <a:cubicBezTo>
                    <a:pt x="32371" y="24953"/>
                    <a:pt x="32371" y="25153"/>
                    <a:pt x="32371" y="25353"/>
                  </a:cubicBezTo>
                  <a:lnTo>
                    <a:pt x="32371" y="25820"/>
                  </a:lnTo>
                  <a:lnTo>
                    <a:pt x="32371" y="25987"/>
                  </a:lnTo>
                  <a:cubicBezTo>
                    <a:pt x="32371" y="26226"/>
                    <a:pt x="32417" y="26351"/>
                    <a:pt x="32453" y="26351"/>
                  </a:cubicBezTo>
                  <a:cubicBezTo>
                    <a:pt x="32494" y="26351"/>
                    <a:pt x="32523" y="26201"/>
                    <a:pt x="32471" y="25887"/>
                  </a:cubicBezTo>
                  <a:lnTo>
                    <a:pt x="32471" y="25720"/>
                  </a:lnTo>
                  <a:lnTo>
                    <a:pt x="32471" y="25287"/>
                  </a:lnTo>
                  <a:cubicBezTo>
                    <a:pt x="32471" y="25053"/>
                    <a:pt x="32471" y="24820"/>
                    <a:pt x="32438" y="24519"/>
                  </a:cubicBezTo>
                  <a:cubicBezTo>
                    <a:pt x="32438" y="24219"/>
                    <a:pt x="32371" y="23952"/>
                    <a:pt x="32304" y="23552"/>
                  </a:cubicBezTo>
                  <a:cubicBezTo>
                    <a:pt x="32204" y="22852"/>
                    <a:pt x="31937" y="21984"/>
                    <a:pt x="31470" y="21117"/>
                  </a:cubicBezTo>
                  <a:cubicBezTo>
                    <a:pt x="31037" y="20183"/>
                    <a:pt x="30403" y="19316"/>
                    <a:pt x="29469" y="18515"/>
                  </a:cubicBezTo>
                  <a:cubicBezTo>
                    <a:pt x="28602" y="17715"/>
                    <a:pt x="27534" y="17047"/>
                    <a:pt x="26267" y="16647"/>
                  </a:cubicBezTo>
                  <a:cubicBezTo>
                    <a:pt x="25434" y="16355"/>
                    <a:pt x="24526" y="16244"/>
                    <a:pt x="23614" y="16244"/>
                  </a:cubicBezTo>
                  <a:cubicBezTo>
                    <a:pt x="23173" y="16244"/>
                    <a:pt x="22732" y="16270"/>
                    <a:pt x="22297" y="16314"/>
                  </a:cubicBezTo>
                  <a:cubicBezTo>
                    <a:pt x="21050" y="16438"/>
                    <a:pt x="19861" y="16650"/>
                    <a:pt x="18677" y="16650"/>
                  </a:cubicBezTo>
                  <a:cubicBezTo>
                    <a:pt x="18594" y="16650"/>
                    <a:pt x="18511" y="16649"/>
                    <a:pt x="18428" y="16647"/>
                  </a:cubicBezTo>
                  <a:cubicBezTo>
                    <a:pt x="17127" y="16647"/>
                    <a:pt x="15926" y="16314"/>
                    <a:pt x="14925" y="15780"/>
                  </a:cubicBezTo>
                  <a:lnTo>
                    <a:pt x="14892" y="15780"/>
                  </a:lnTo>
                  <a:lnTo>
                    <a:pt x="14625" y="15646"/>
                  </a:lnTo>
                  <a:cubicBezTo>
                    <a:pt x="14558" y="15613"/>
                    <a:pt x="14425" y="15513"/>
                    <a:pt x="14358" y="15446"/>
                  </a:cubicBezTo>
                  <a:cubicBezTo>
                    <a:pt x="14025" y="15146"/>
                    <a:pt x="13758" y="14813"/>
                    <a:pt x="13424" y="14479"/>
                  </a:cubicBezTo>
                  <a:cubicBezTo>
                    <a:pt x="13291" y="14312"/>
                    <a:pt x="13091" y="14145"/>
                    <a:pt x="12924" y="13979"/>
                  </a:cubicBezTo>
                  <a:lnTo>
                    <a:pt x="12590" y="13712"/>
                  </a:lnTo>
                  <a:cubicBezTo>
                    <a:pt x="12590" y="13678"/>
                    <a:pt x="12524" y="13678"/>
                    <a:pt x="12457" y="13678"/>
                  </a:cubicBezTo>
                  <a:lnTo>
                    <a:pt x="12390" y="13678"/>
                  </a:lnTo>
                  <a:lnTo>
                    <a:pt x="12223" y="13645"/>
                  </a:lnTo>
                  <a:cubicBezTo>
                    <a:pt x="11723" y="13545"/>
                    <a:pt x="11223" y="13545"/>
                    <a:pt x="10756" y="13545"/>
                  </a:cubicBezTo>
                  <a:cubicBezTo>
                    <a:pt x="10255" y="13545"/>
                    <a:pt x="9788" y="13545"/>
                    <a:pt x="9388" y="13445"/>
                  </a:cubicBezTo>
                  <a:lnTo>
                    <a:pt x="9355" y="13445"/>
                  </a:lnTo>
                  <a:lnTo>
                    <a:pt x="9254" y="13378"/>
                  </a:lnTo>
                  <a:lnTo>
                    <a:pt x="9088" y="13311"/>
                  </a:lnTo>
                  <a:lnTo>
                    <a:pt x="8754" y="13145"/>
                  </a:lnTo>
                  <a:cubicBezTo>
                    <a:pt x="8554" y="13045"/>
                    <a:pt x="8387" y="12945"/>
                    <a:pt x="8187" y="12811"/>
                  </a:cubicBezTo>
                  <a:cubicBezTo>
                    <a:pt x="8087" y="12778"/>
                    <a:pt x="7954" y="12711"/>
                    <a:pt x="7887" y="12644"/>
                  </a:cubicBezTo>
                  <a:lnTo>
                    <a:pt x="7620" y="12444"/>
                  </a:lnTo>
                  <a:cubicBezTo>
                    <a:pt x="7453" y="12311"/>
                    <a:pt x="7286" y="12144"/>
                    <a:pt x="7120" y="11977"/>
                  </a:cubicBezTo>
                  <a:cubicBezTo>
                    <a:pt x="6786" y="11644"/>
                    <a:pt x="6519" y="11310"/>
                    <a:pt x="6186" y="10976"/>
                  </a:cubicBezTo>
                  <a:cubicBezTo>
                    <a:pt x="5852" y="10643"/>
                    <a:pt x="5518" y="10309"/>
                    <a:pt x="5185" y="10042"/>
                  </a:cubicBezTo>
                  <a:cubicBezTo>
                    <a:pt x="5018" y="9876"/>
                    <a:pt x="4851" y="9776"/>
                    <a:pt x="4685" y="9642"/>
                  </a:cubicBezTo>
                  <a:cubicBezTo>
                    <a:pt x="4518" y="9509"/>
                    <a:pt x="4351" y="9375"/>
                    <a:pt x="4117" y="9309"/>
                  </a:cubicBezTo>
                  <a:cubicBezTo>
                    <a:pt x="3751" y="9142"/>
                    <a:pt x="3384" y="9008"/>
                    <a:pt x="3017" y="8875"/>
                  </a:cubicBezTo>
                  <a:cubicBezTo>
                    <a:pt x="2283" y="8708"/>
                    <a:pt x="1582" y="8675"/>
                    <a:pt x="1215" y="8308"/>
                  </a:cubicBezTo>
                  <a:cubicBezTo>
                    <a:pt x="1015" y="8108"/>
                    <a:pt x="882" y="7874"/>
                    <a:pt x="782" y="7674"/>
                  </a:cubicBezTo>
                  <a:cubicBezTo>
                    <a:pt x="715" y="7474"/>
                    <a:pt x="615" y="7274"/>
                    <a:pt x="582" y="7107"/>
                  </a:cubicBezTo>
                  <a:cubicBezTo>
                    <a:pt x="515" y="6707"/>
                    <a:pt x="448" y="6473"/>
                    <a:pt x="415" y="6340"/>
                  </a:cubicBezTo>
                  <a:cubicBezTo>
                    <a:pt x="248" y="5706"/>
                    <a:pt x="281" y="5139"/>
                    <a:pt x="381" y="4639"/>
                  </a:cubicBezTo>
                  <a:cubicBezTo>
                    <a:pt x="448" y="4138"/>
                    <a:pt x="548" y="3671"/>
                    <a:pt x="615" y="3271"/>
                  </a:cubicBezTo>
                  <a:cubicBezTo>
                    <a:pt x="748" y="2437"/>
                    <a:pt x="748" y="1803"/>
                    <a:pt x="682" y="1336"/>
                  </a:cubicBezTo>
                  <a:cubicBezTo>
                    <a:pt x="615" y="1136"/>
                    <a:pt x="582" y="969"/>
                    <a:pt x="548" y="802"/>
                  </a:cubicBezTo>
                  <a:cubicBezTo>
                    <a:pt x="515" y="669"/>
                    <a:pt x="448" y="536"/>
                    <a:pt x="415" y="469"/>
                  </a:cubicBezTo>
                  <a:cubicBezTo>
                    <a:pt x="381" y="302"/>
                    <a:pt x="348" y="269"/>
                    <a:pt x="348" y="269"/>
                  </a:cubicBezTo>
                  <a:cubicBezTo>
                    <a:pt x="233" y="82"/>
                    <a:pt x="136" y="0"/>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13" name="Google Shape;1813;p15"/>
            <p:cNvSpPr/>
            <p:nvPr/>
          </p:nvSpPr>
          <p:spPr>
            <a:xfrm flipH="1">
              <a:off x="-1877188" y="625169"/>
              <a:ext cx="1574329" cy="3117792"/>
            </a:xfrm>
            <a:custGeom>
              <a:avLst/>
              <a:gdLst/>
              <a:ahLst/>
              <a:cxnLst/>
              <a:rect l="l" t="t" r="r" b="b"/>
              <a:pathLst>
                <a:path w="69877" h="138384" extrusionOk="0">
                  <a:moveTo>
                    <a:pt x="14034" y="0"/>
                  </a:moveTo>
                  <a:cubicBezTo>
                    <a:pt x="13967" y="0"/>
                    <a:pt x="13860" y="484"/>
                    <a:pt x="13777" y="1460"/>
                  </a:cubicBezTo>
                  <a:cubicBezTo>
                    <a:pt x="13777" y="1460"/>
                    <a:pt x="13744" y="1560"/>
                    <a:pt x="13710" y="1860"/>
                  </a:cubicBezTo>
                  <a:cubicBezTo>
                    <a:pt x="13677" y="2027"/>
                    <a:pt x="13610" y="2194"/>
                    <a:pt x="13577" y="2461"/>
                  </a:cubicBezTo>
                  <a:cubicBezTo>
                    <a:pt x="13510" y="2661"/>
                    <a:pt x="13410" y="2961"/>
                    <a:pt x="13343" y="3228"/>
                  </a:cubicBezTo>
                  <a:cubicBezTo>
                    <a:pt x="13110" y="3862"/>
                    <a:pt x="12776" y="4629"/>
                    <a:pt x="12176" y="5396"/>
                  </a:cubicBezTo>
                  <a:cubicBezTo>
                    <a:pt x="11542" y="6197"/>
                    <a:pt x="10575" y="6997"/>
                    <a:pt x="9374" y="7831"/>
                  </a:cubicBezTo>
                  <a:cubicBezTo>
                    <a:pt x="8206" y="8665"/>
                    <a:pt x="6772" y="9699"/>
                    <a:pt x="5671" y="11334"/>
                  </a:cubicBezTo>
                  <a:cubicBezTo>
                    <a:pt x="5404" y="11734"/>
                    <a:pt x="5071" y="12134"/>
                    <a:pt x="4904" y="12668"/>
                  </a:cubicBezTo>
                  <a:cubicBezTo>
                    <a:pt x="4737" y="13168"/>
                    <a:pt x="4737" y="13735"/>
                    <a:pt x="4770" y="14302"/>
                  </a:cubicBezTo>
                  <a:cubicBezTo>
                    <a:pt x="4904" y="15403"/>
                    <a:pt x="5237" y="16537"/>
                    <a:pt x="5438" y="17705"/>
                  </a:cubicBezTo>
                  <a:cubicBezTo>
                    <a:pt x="5571" y="18339"/>
                    <a:pt x="5604" y="18906"/>
                    <a:pt x="5504" y="19540"/>
                  </a:cubicBezTo>
                  <a:cubicBezTo>
                    <a:pt x="5404" y="20173"/>
                    <a:pt x="5037" y="20674"/>
                    <a:pt x="4537" y="21141"/>
                  </a:cubicBezTo>
                  <a:cubicBezTo>
                    <a:pt x="3570" y="22008"/>
                    <a:pt x="2235" y="22575"/>
                    <a:pt x="1068" y="23576"/>
                  </a:cubicBezTo>
                  <a:cubicBezTo>
                    <a:pt x="768" y="23843"/>
                    <a:pt x="534" y="24176"/>
                    <a:pt x="334" y="24510"/>
                  </a:cubicBezTo>
                  <a:lnTo>
                    <a:pt x="201" y="24810"/>
                  </a:lnTo>
                  <a:cubicBezTo>
                    <a:pt x="167" y="24877"/>
                    <a:pt x="167" y="25010"/>
                    <a:pt x="100" y="25077"/>
                  </a:cubicBezTo>
                  <a:cubicBezTo>
                    <a:pt x="34" y="25310"/>
                    <a:pt x="34" y="25510"/>
                    <a:pt x="34" y="25711"/>
                  </a:cubicBezTo>
                  <a:cubicBezTo>
                    <a:pt x="0" y="26545"/>
                    <a:pt x="334" y="27345"/>
                    <a:pt x="668" y="28079"/>
                  </a:cubicBezTo>
                  <a:cubicBezTo>
                    <a:pt x="1001" y="28846"/>
                    <a:pt x="1435" y="29547"/>
                    <a:pt x="1835" y="30314"/>
                  </a:cubicBezTo>
                  <a:cubicBezTo>
                    <a:pt x="2235" y="31048"/>
                    <a:pt x="2569" y="31882"/>
                    <a:pt x="2569" y="32716"/>
                  </a:cubicBezTo>
                  <a:cubicBezTo>
                    <a:pt x="2602" y="33316"/>
                    <a:pt x="2502" y="34250"/>
                    <a:pt x="1902" y="35484"/>
                  </a:cubicBezTo>
                  <a:cubicBezTo>
                    <a:pt x="1668" y="36051"/>
                    <a:pt x="1268" y="36718"/>
                    <a:pt x="934" y="37486"/>
                  </a:cubicBezTo>
                  <a:cubicBezTo>
                    <a:pt x="601" y="38220"/>
                    <a:pt x="201" y="39087"/>
                    <a:pt x="234" y="40154"/>
                  </a:cubicBezTo>
                  <a:cubicBezTo>
                    <a:pt x="334" y="40688"/>
                    <a:pt x="534" y="41155"/>
                    <a:pt x="668" y="41655"/>
                  </a:cubicBezTo>
                  <a:cubicBezTo>
                    <a:pt x="768" y="42156"/>
                    <a:pt x="934" y="42656"/>
                    <a:pt x="1168" y="43156"/>
                  </a:cubicBezTo>
                  <a:cubicBezTo>
                    <a:pt x="1368" y="43657"/>
                    <a:pt x="1535" y="44191"/>
                    <a:pt x="1768" y="44691"/>
                  </a:cubicBezTo>
                  <a:cubicBezTo>
                    <a:pt x="2035" y="45191"/>
                    <a:pt x="2269" y="45725"/>
                    <a:pt x="2569" y="46259"/>
                  </a:cubicBezTo>
                  <a:cubicBezTo>
                    <a:pt x="3703" y="48394"/>
                    <a:pt x="5371" y="50495"/>
                    <a:pt x="7539" y="52196"/>
                  </a:cubicBezTo>
                  <a:cubicBezTo>
                    <a:pt x="8673" y="53030"/>
                    <a:pt x="9841" y="53764"/>
                    <a:pt x="11175" y="54364"/>
                  </a:cubicBezTo>
                  <a:cubicBezTo>
                    <a:pt x="12509" y="54932"/>
                    <a:pt x="13877" y="55432"/>
                    <a:pt x="15345" y="55732"/>
                  </a:cubicBezTo>
                  <a:cubicBezTo>
                    <a:pt x="15678" y="55832"/>
                    <a:pt x="16045" y="55866"/>
                    <a:pt x="16412" y="55932"/>
                  </a:cubicBezTo>
                  <a:cubicBezTo>
                    <a:pt x="16746" y="55999"/>
                    <a:pt x="17113" y="56066"/>
                    <a:pt x="17513" y="56099"/>
                  </a:cubicBezTo>
                  <a:cubicBezTo>
                    <a:pt x="17880" y="56199"/>
                    <a:pt x="18247" y="56232"/>
                    <a:pt x="18614" y="56266"/>
                  </a:cubicBezTo>
                  <a:cubicBezTo>
                    <a:pt x="19014" y="56333"/>
                    <a:pt x="19381" y="56366"/>
                    <a:pt x="19748" y="56366"/>
                  </a:cubicBezTo>
                  <a:cubicBezTo>
                    <a:pt x="21249" y="56433"/>
                    <a:pt x="22750" y="56533"/>
                    <a:pt x="24218" y="56833"/>
                  </a:cubicBezTo>
                  <a:cubicBezTo>
                    <a:pt x="24918" y="56933"/>
                    <a:pt x="25619" y="57200"/>
                    <a:pt x="26353" y="57433"/>
                  </a:cubicBezTo>
                  <a:cubicBezTo>
                    <a:pt x="27020" y="57734"/>
                    <a:pt x="27720" y="58067"/>
                    <a:pt x="28287" y="58501"/>
                  </a:cubicBezTo>
                  <a:cubicBezTo>
                    <a:pt x="28921" y="58868"/>
                    <a:pt x="29455" y="59368"/>
                    <a:pt x="30022" y="59868"/>
                  </a:cubicBezTo>
                  <a:lnTo>
                    <a:pt x="30856" y="60669"/>
                  </a:lnTo>
                  <a:cubicBezTo>
                    <a:pt x="31123" y="60902"/>
                    <a:pt x="31423" y="61169"/>
                    <a:pt x="31723" y="61369"/>
                  </a:cubicBezTo>
                  <a:cubicBezTo>
                    <a:pt x="32924" y="62270"/>
                    <a:pt x="34225" y="63037"/>
                    <a:pt x="35392" y="63871"/>
                  </a:cubicBezTo>
                  <a:cubicBezTo>
                    <a:pt x="36560" y="64672"/>
                    <a:pt x="37594" y="65673"/>
                    <a:pt x="38194" y="66873"/>
                  </a:cubicBezTo>
                  <a:cubicBezTo>
                    <a:pt x="38561" y="67574"/>
                    <a:pt x="38728" y="68374"/>
                    <a:pt x="38861" y="69175"/>
                  </a:cubicBezTo>
                  <a:cubicBezTo>
                    <a:pt x="38928" y="69942"/>
                    <a:pt x="38928" y="70709"/>
                    <a:pt x="38928" y="71443"/>
                  </a:cubicBezTo>
                  <a:cubicBezTo>
                    <a:pt x="38895" y="72211"/>
                    <a:pt x="38928" y="72911"/>
                    <a:pt x="39028" y="73545"/>
                  </a:cubicBezTo>
                  <a:cubicBezTo>
                    <a:pt x="39095" y="73878"/>
                    <a:pt x="39128" y="74179"/>
                    <a:pt x="39228" y="74412"/>
                  </a:cubicBezTo>
                  <a:cubicBezTo>
                    <a:pt x="39328" y="74712"/>
                    <a:pt x="39395" y="74913"/>
                    <a:pt x="39462" y="75113"/>
                  </a:cubicBezTo>
                  <a:cubicBezTo>
                    <a:pt x="39896" y="76314"/>
                    <a:pt x="40729" y="77281"/>
                    <a:pt x="41263" y="78315"/>
                  </a:cubicBezTo>
                  <a:cubicBezTo>
                    <a:pt x="41563" y="78882"/>
                    <a:pt x="41764" y="79416"/>
                    <a:pt x="41830" y="79983"/>
                  </a:cubicBezTo>
                  <a:cubicBezTo>
                    <a:pt x="41864" y="80550"/>
                    <a:pt x="41730" y="81150"/>
                    <a:pt x="41563" y="81717"/>
                  </a:cubicBezTo>
                  <a:cubicBezTo>
                    <a:pt x="41397" y="82251"/>
                    <a:pt x="41063" y="82751"/>
                    <a:pt x="40629" y="83152"/>
                  </a:cubicBezTo>
                  <a:cubicBezTo>
                    <a:pt x="40229" y="83585"/>
                    <a:pt x="39695" y="83886"/>
                    <a:pt x="39128" y="84119"/>
                  </a:cubicBezTo>
                  <a:cubicBezTo>
                    <a:pt x="38061" y="84586"/>
                    <a:pt x="36827" y="84886"/>
                    <a:pt x="35626" y="85387"/>
                  </a:cubicBezTo>
                  <a:cubicBezTo>
                    <a:pt x="35059" y="85620"/>
                    <a:pt x="34458" y="85954"/>
                    <a:pt x="33958" y="86387"/>
                  </a:cubicBezTo>
                  <a:cubicBezTo>
                    <a:pt x="33724" y="86588"/>
                    <a:pt x="33524" y="86854"/>
                    <a:pt x="33291" y="87088"/>
                  </a:cubicBezTo>
                  <a:cubicBezTo>
                    <a:pt x="33091" y="87321"/>
                    <a:pt x="32891" y="87622"/>
                    <a:pt x="32724" y="87888"/>
                  </a:cubicBezTo>
                  <a:cubicBezTo>
                    <a:pt x="32390" y="88422"/>
                    <a:pt x="32090" y="88989"/>
                    <a:pt x="31923" y="89623"/>
                  </a:cubicBezTo>
                  <a:cubicBezTo>
                    <a:pt x="31723" y="90257"/>
                    <a:pt x="31656" y="90924"/>
                    <a:pt x="31590" y="91558"/>
                  </a:cubicBezTo>
                  <a:cubicBezTo>
                    <a:pt x="31523" y="92825"/>
                    <a:pt x="31623" y="94093"/>
                    <a:pt x="31890" y="95327"/>
                  </a:cubicBezTo>
                  <a:cubicBezTo>
                    <a:pt x="32157" y="96595"/>
                    <a:pt x="32490" y="97796"/>
                    <a:pt x="32857" y="98963"/>
                  </a:cubicBezTo>
                  <a:cubicBezTo>
                    <a:pt x="33591" y="101331"/>
                    <a:pt x="34525" y="103633"/>
                    <a:pt x="35059" y="105968"/>
                  </a:cubicBezTo>
                  <a:cubicBezTo>
                    <a:pt x="35226" y="106568"/>
                    <a:pt x="35326" y="107169"/>
                    <a:pt x="35392" y="107769"/>
                  </a:cubicBezTo>
                  <a:cubicBezTo>
                    <a:pt x="35526" y="108403"/>
                    <a:pt x="35592" y="108970"/>
                    <a:pt x="35726" y="109571"/>
                  </a:cubicBezTo>
                  <a:cubicBezTo>
                    <a:pt x="35926" y="110772"/>
                    <a:pt x="36193" y="111939"/>
                    <a:pt x="36493" y="113073"/>
                  </a:cubicBezTo>
                  <a:cubicBezTo>
                    <a:pt x="37060" y="115375"/>
                    <a:pt x="37861" y="117576"/>
                    <a:pt x="38995" y="119544"/>
                  </a:cubicBezTo>
                  <a:cubicBezTo>
                    <a:pt x="40062" y="121546"/>
                    <a:pt x="41530" y="123247"/>
                    <a:pt x="43098" y="124615"/>
                  </a:cubicBezTo>
                  <a:cubicBezTo>
                    <a:pt x="44699" y="126049"/>
                    <a:pt x="46467" y="127083"/>
                    <a:pt x="48202" y="127984"/>
                  </a:cubicBezTo>
                  <a:cubicBezTo>
                    <a:pt x="49869" y="128951"/>
                    <a:pt x="51604" y="129652"/>
                    <a:pt x="53238" y="130285"/>
                  </a:cubicBezTo>
                  <a:cubicBezTo>
                    <a:pt x="54873" y="130853"/>
                    <a:pt x="56407" y="131420"/>
                    <a:pt x="57875" y="131920"/>
                  </a:cubicBezTo>
                  <a:cubicBezTo>
                    <a:pt x="59276" y="132420"/>
                    <a:pt x="60610" y="132887"/>
                    <a:pt x="61778" y="133354"/>
                  </a:cubicBezTo>
                  <a:cubicBezTo>
                    <a:pt x="64113" y="134322"/>
                    <a:pt x="65881" y="135322"/>
                    <a:pt x="67015" y="136156"/>
                  </a:cubicBezTo>
                  <a:cubicBezTo>
                    <a:pt x="67582" y="136557"/>
                    <a:pt x="67949" y="136924"/>
                    <a:pt x="68249" y="137124"/>
                  </a:cubicBezTo>
                  <a:cubicBezTo>
                    <a:pt x="68416" y="137257"/>
                    <a:pt x="68516" y="137324"/>
                    <a:pt x="68583" y="137391"/>
                  </a:cubicBezTo>
                  <a:lnTo>
                    <a:pt x="68683" y="137457"/>
                  </a:lnTo>
                  <a:cubicBezTo>
                    <a:pt x="69307" y="138066"/>
                    <a:pt x="69681" y="138383"/>
                    <a:pt x="69770" y="138383"/>
                  </a:cubicBezTo>
                  <a:cubicBezTo>
                    <a:pt x="69876" y="138383"/>
                    <a:pt x="69578" y="137933"/>
                    <a:pt x="68816" y="136990"/>
                  </a:cubicBezTo>
                  <a:cubicBezTo>
                    <a:pt x="68816" y="136990"/>
                    <a:pt x="68816" y="136957"/>
                    <a:pt x="68750" y="136924"/>
                  </a:cubicBezTo>
                  <a:cubicBezTo>
                    <a:pt x="68649" y="136890"/>
                    <a:pt x="68549" y="136790"/>
                    <a:pt x="68416" y="136657"/>
                  </a:cubicBezTo>
                  <a:cubicBezTo>
                    <a:pt x="68116" y="136423"/>
                    <a:pt x="67749" y="136056"/>
                    <a:pt x="67148" y="135656"/>
                  </a:cubicBezTo>
                  <a:cubicBezTo>
                    <a:pt x="66048" y="134822"/>
                    <a:pt x="64280" y="133788"/>
                    <a:pt x="61911" y="132821"/>
                  </a:cubicBezTo>
                  <a:cubicBezTo>
                    <a:pt x="60710" y="132320"/>
                    <a:pt x="59376" y="131820"/>
                    <a:pt x="57942" y="131320"/>
                  </a:cubicBezTo>
                  <a:cubicBezTo>
                    <a:pt x="56474" y="130819"/>
                    <a:pt x="54940" y="130319"/>
                    <a:pt x="53305" y="129718"/>
                  </a:cubicBezTo>
                  <a:cubicBezTo>
                    <a:pt x="51704" y="129085"/>
                    <a:pt x="49969" y="128384"/>
                    <a:pt x="48302" y="127417"/>
                  </a:cubicBezTo>
                  <a:cubicBezTo>
                    <a:pt x="46600" y="126483"/>
                    <a:pt x="44899" y="125449"/>
                    <a:pt x="43298" y="124081"/>
                  </a:cubicBezTo>
                  <a:cubicBezTo>
                    <a:pt x="41730" y="122713"/>
                    <a:pt x="40363" y="121046"/>
                    <a:pt x="39262" y="119077"/>
                  </a:cubicBezTo>
                  <a:cubicBezTo>
                    <a:pt x="38194" y="117109"/>
                    <a:pt x="37394" y="114941"/>
                    <a:pt x="36793" y="112706"/>
                  </a:cubicBezTo>
                  <a:cubicBezTo>
                    <a:pt x="36526" y="111572"/>
                    <a:pt x="36260" y="110405"/>
                    <a:pt x="36059" y="109237"/>
                  </a:cubicBezTo>
                  <a:cubicBezTo>
                    <a:pt x="35959" y="108637"/>
                    <a:pt x="35859" y="108070"/>
                    <a:pt x="35759" y="107469"/>
                  </a:cubicBezTo>
                  <a:cubicBezTo>
                    <a:pt x="35626" y="106902"/>
                    <a:pt x="35559" y="106302"/>
                    <a:pt x="35426" y="105701"/>
                  </a:cubicBezTo>
                  <a:cubicBezTo>
                    <a:pt x="34859" y="103299"/>
                    <a:pt x="33925" y="101031"/>
                    <a:pt x="33224" y="98629"/>
                  </a:cubicBezTo>
                  <a:cubicBezTo>
                    <a:pt x="32891" y="97462"/>
                    <a:pt x="32557" y="96261"/>
                    <a:pt x="32290" y="95060"/>
                  </a:cubicBezTo>
                  <a:cubicBezTo>
                    <a:pt x="32090" y="93859"/>
                    <a:pt x="31923" y="92592"/>
                    <a:pt x="32023" y="91391"/>
                  </a:cubicBezTo>
                  <a:cubicBezTo>
                    <a:pt x="32057" y="90791"/>
                    <a:pt x="32123" y="90190"/>
                    <a:pt x="32290" y="89590"/>
                  </a:cubicBezTo>
                  <a:cubicBezTo>
                    <a:pt x="32457" y="89023"/>
                    <a:pt x="32724" y="88422"/>
                    <a:pt x="33057" y="87922"/>
                  </a:cubicBezTo>
                  <a:cubicBezTo>
                    <a:pt x="33224" y="87688"/>
                    <a:pt x="33391" y="87421"/>
                    <a:pt x="33591" y="87221"/>
                  </a:cubicBezTo>
                  <a:cubicBezTo>
                    <a:pt x="33758" y="87021"/>
                    <a:pt x="34025" y="86788"/>
                    <a:pt x="34225" y="86588"/>
                  </a:cubicBezTo>
                  <a:cubicBezTo>
                    <a:pt x="34692" y="86221"/>
                    <a:pt x="35226" y="85920"/>
                    <a:pt x="35759" y="85687"/>
                  </a:cubicBezTo>
                  <a:cubicBezTo>
                    <a:pt x="36893" y="85220"/>
                    <a:pt x="38128" y="84920"/>
                    <a:pt x="39295" y="84419"/>
                  </a:cubicBezTo>
                  <a:cubicBezTo>
                    <a:pt x="39896" y="84186"/>
                    <a:pt x="40429" y="83852"/>
                    <a:pt x="40930" y="83385"/>
                  </a:cubicBezTo>
                  <a:cubicBezTo>
                    <a:pt x="41397" y="82952"/>
                    <a:pt x="41764" y="82385"/>
                    <a:pt x="41964" y="81751"/>
                  </a:cubicBezTo>
                  <a:cubicBezTo>
                    <a:pt x="42064" y="81417"/>
                    <a:pt x="42130" y="81117"/>
                    <a:pt x="42197" y="80783"/>
                  </a:cubicBezTo>
                  <a:cubicBezTo>
                    <a:pt x="42231" y="80517"/>
                    <a:pt x="42264" y="80183"/>
                    <a:pt x="42231" y="79849"/>
                  </a:cubicBezTo>
                  <a:cubicBezTo>
                    <a:pt x="42197" y="79182"/>
                    <a:pt x="41930" y="78548"/>
                    <a:pt x="41630" y="78015"/>
                  </a:cubicBezTo>
                  <a:cubicBezTo>
                    <a:pt x="41063" y="76914"/>
                    <a:pt x="40262" y="75947"/>
                    <a:pt x="39896" y="74879"/>
                  </a:cubicBezTo>
                  <a:cubicBezTo>
                    <a:pt x="39862" y="74712"/>
                    <a:pt x="39762" y="74512"/>
                    <a:pt x="39695" y="74245"/>
                  </a:cubicBezTo>
                  <a:cubicBezTo>
                    <a:pt x="39629" y="74012"/>
                    <a:pt x="39595" y="73745"/>
                    <a:pt x="39529" y="73445"/>
                  </a:cubicBezTo>
                  <a:cubicBezTo>
                    <a:pt x="39429" y="72878"/>
                    <a:pt x="39395" y="72211"/>
                    <a:pt x="39429" y="71443"/>
                  </a:cubicBezTo>
                  <a:cubicBezTo>
                    <a:pt x="39462" y="69942"/>
                    <a:pt x="39395" y="68174"/>
                    <a:pt x="38628" y="66607"/>
                  </a:cubicBezTo>
                  <a:cubicBezTo>
                    <a:pt x="38028" y="65272"/>
                    <a:pt x="36893" y="64238"/>
                    <a:pt x="35693" y="63404"/>
                  </a:cubicBezTo>
                  <a:cubicBezTo>
                    <a:pt x="34525" y="62570"/>
                    <a:pt x="33224" y="61836"/>
                    <a:pt x="32057" y="60936"/>
                  </a:cubicBezTo>
                  <a:cubicBezTo>
                    <a:pt x="31723" y="60702"/>
                    <a:pt x="31456" y="60502"/>
                    <a:pt x="31189" y="60235"/>
                  </a:cubicBezTo>
                  <a:lnTo>
                    <a:pt x="30355" y="59501"/>
                  </a:lnTo>
                  <a:cubicBezTo>
                    <a:pt x="29788" y="58934"/>
                    <a:pt x="29221" y="58434"/>
                    <a:pt x="28554" y="58034"/>
                  </a:cubicBezTo>
                  <a:cubicBezTo>
                    <a:pt x="27920" y="57567"/>
                    <a:pt x="27220" y="57233"/>
                    <a:pt x="26519" y="56933"/>
                  </a:cubicBezTo>
                  <a:cubicBezTo>
                    <a:pt x="25785" y="56666"/>
                    <a:pt x="25052" y="56433"/>
                    <a:pt x="24284" y="56266"/>
                  </a:cubicBezTo>
                  <a:cubicBezTo>
                    <a:pt x="22783" y="55932"/>
                    <a:pt x="21282" y="55899"/>
                    <a:pt x="19781" y="55832"/>
                  </a:cubicBezTo>
                  <a:cubicBezTo>
                    <a:pt x="19414" y="55832"/>
                    <a:pt x="19047" y="55765"/>
                    <a:pt x="18680" y="55732"/>
                  </a:cubicBezTo>
                  <a:cubicBezTo>
                    <a:pt x="18347" y="55699"/>
                    <a:pt x="17947" y="55665"/>
                    <a:pt x="17580" y="55599"/>
                  </a:cubicBezTo>
                  <a:cubicBezTo>
                    <a:pt x="17213" y="55565"/>
                    <a:pt x="16879" y="55532"/>
                    <a:pt x="16512" y="55432"/>
                  </a:cubicBezTo>
                  <a:cubicBezTo>
                    <a:pt x="16112" y="55365"/>
                    <a:pt x="15745" y="55332"/>
                    <a:pt x="15411" y="55232"/>
                  </a:cubicBezTo>
                  <a:cubicBezTo>
                    <a:pt x="14010" y="54932"/>
                    <a:pt x="12609" y="54431"/>
                    <a:pt x="11342" y="53897"/>
                  </a:cubicBezTo>
                  <a:cubicBezTo>
                    <a:pt x="10041" y="53364"/>
                    <a:pt x="8873" y="52597"/>
                    <a:pt x="7773" y="51829"/>
                  </a:cubicBezTo>
                  <a:cubicBezTo>
                    <a:pt x="5671" y="50161"/>
                    <a:pt x="4037" y="48093"/>
                    <a:pt x="2902" y="46025"/>
                  </a:cubicBezTo>
                  <a:cubicBezTo>
                    <a:pt x="2602" y="45525"/>
                    <a:pt x="2369" y="44991"/>
                    <a:pt x="2102" y="44491"/>
                  </a:cubicBezTo>
                  <a:cubicBezTo>
                    <a:pt x="1868" y="43990"/>
                    <a:pt x="1702" y="43423"/>
                    <a:pt x="1501" y="42923"/>
                  </a:cubicBezTo>
                  <a:cubicBezTo>
                    <a:pt x="1268" y="42423"/>
                    <a:pt x="1168" y="41922"/>
                    <a:pt x="1001" y="41422"/>
                  </a:cubicBezTo>
                  <a:cubicBezTo>
                    <a:pt x="868" y="40988"/>
                    <a:pt x="668" y="40488"/>
                    <a:pt x="601" y="40054"/>
                  </a:cubicBezTo>
                  <a:cubicBezTo>
                    <a:pt x="567" y="39187"/>
                    <a:pt x="934" y="38353"/>
                    <a:pt x="1268" y="37586"/>
                  </a:cubicBezTo>
                  <a:cubicBezTo>
                    <a:pt x="1602" y="36852"/>
                    <a:pt x="1935" y="36185"/>
                    <a:pt x="2235" y="35551"/>
                  </a:cubicBezTo>
                  <a:cubicBezTo>
                    <a:pt x="2836" y="34350"/>
                    <a:pt x="3003" y="33316"/>
                    <a:pt x="2902" y="32649"/>
                  </a:cubicBezTo>
                  <a:cubicBezTo>
                    <a:pt x="2869" y="31715"/>
                    <a:pt x="2502" y="30848"/>
                    <a:pt x="2102" y="30080"/>
                  </a:cubicBezTo>
                  <a:cubicBezTo>
                    <a:pt x="1735" y="29347"/>
                    <a:pt x="1268" y="28579"/>
                    <a:pt x="934" y="27879"/>
                  </a:cubicBezTo>
                  <a:cubicBezTo>
                    <a:pt x="601" y="27178"/>
                    <a:pt x="334" y="26411"/>
                    <a:pt x="367" y="25677"/>
                  </a:cubicBezTo>
                  <a:cubicBezTo>
                    <a:pt x="401" y="25510"/>
                    <a:pt x="401" y="25310"/>
                    <a:pt x="434" y="25144"/>
                  </a:cubicBezTo>
                  <a:cubicBezTo>
                    <a:pt x="501" y="25043"/>
                    <a:pt x="501" y="24977"/>
                    <a:pt x="534" y="24877"/>
                  </a:cubicBezTo>
                  <a:lnTo>
                    <a:pt x="668" y="24643"/>
                  </a:lnTo>
                  <a:cubicBezTo>
                    <a:pt x="834" y="24310"/>
                    <a:pt x="1068" y="24043"/>
                    <a:pt x="1335" y="23809"/>
                  </a:cubicBezTo>
                  <a:cubicBezTo>
                    <a:pt x="2402" y="22842"/>
                    <a:pt x="3736" y="22241"/>
                    <a:pt x="4770" y="21341"/>
                  </a:cubicBezTo>
                  <a:cubicBezTo>
                    <a:pt x="5037" y="21074"/>
                    <a:pt x="5237" y="20840"/>
                    <a:pt x="5471" y="20540"/>
                  </a:cubicBezTo>
                  <a:cubicBezTo>
                    <a:pt x="5538" y="20407"/>
                    <a:pt x="5638" y="20240"/>
                    <a:pt x="5704" y="20073"/>
                  </a:cubicBezTo>
                  <a:lnTo>
                    <a:pt x="5838" y="19573"/>
                  </a:lnTo>
                  <a:cubicBezTo>
                    <a:pt x="5971" y="18906"/>
                    <a:pt x="5871" y="18305"/>
                    <a:pt x="5805" y="17672"/>
                  </a:cubicBezTo>
                  <a:cubicBezTo>
                    <a:pt x="5571" y="16471"/>
                    <a:pt x="5237" y="15370"/>
                    <a:pt x="5137" y="14302"/>
                  </a:cubicBezTo>
                  <a:cubicBezTo>
                    <a:pt x="5037" y="13802"/>
                    <a:pt x="5037" y="13235"/>
                    <a:pt x="5204" y="12801"/>
                  </a:cubicBezTo>
                  <a:cubicBezTo>
                    <a:pt x="5338" y="12334"/>
                    <a:pt x="5671" y="11967"/>
                    <a:pt x="5905" y="11534"/>
                  </a:cubicBezTo>
                  <a:cubicBezTo>
                    <a:pt x="7005" y="9966"/>
                    <a:pt x="8373" y="8965"/>
                    <a:pt x="9541" y="8065"/>
                  </a:cubicBezTo>
                  <a:cubicBezTo>
                    <a:pt x="10741" y="7231"/>
                    <a:pt x="11742" y="6464"/>
                    <a:pt x="12376" y="5630"/>
                  </a:cubicBezTo>
                  <a:cubicBezTo>
                    <a:pt x="13043" y="4796"/>
                    <a:pt x="13377" y="3995"/>
                    <a:pt x="13577" y="3361"/>
                  </a:cubicBezTo>
                  <a:cubicBezTo>
                    <a:pt x="13677" y="3028"/>
                    <a:pt x="13777" y="2794"/>
                    <a:pt x="13844" y="2527"/>
                  </a:cubicBezTo>
                  <a:cubicBezTo>
                    <a:pt x="13910" y="2294"/>
                    <a:pt x="13910" y="2127"/>
                    <a:pt x="13944" y="1960"/>
                  </a:cubicBezTo>
                  <a:cubicBezTo>
                    <a:pt x="14010" y="1627"/>
                    <a:pt x="14044" y="1493"/>
                    <a:pt x="14044" y="1493"/>
                  </a:cubicBezTo>
                  <a:cubicBezTo>
                    <a:pt x="14128" y="501"/>
                    <a:pt x="14102" y="0"/>
                    <a:pt x="140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14" name="Google Shape;1814;p15"/>
            <p:cNvSpPr/>
            <p:nvPr/>
          </p:nvSpPr>
          <p:spPr>
            <a:xfrm flipH="1">
              <a:off x="-975538" y="1444901"/>
              <a:ext cx="457742" cy="310937"/>
            </a:xfrm>
            <a:custGeom>
              <a:avLst/>
              <a:gdLst/>
              <a:ahLst/>
              <a:cxnLst/>
              <a:rect l="l" t="t" r="r" b="b"/>
              <a:pathLst>
                <a:path w="20317" h="13801" extrusionOk="0">
                  <a:moveTo>
                    <a:pt x="167" y="0"/>
                  </a:moveTo>
                  <a:cubicBezTo>
                    <a:pt x="81" y="0"/>
                    <a:pt x="1" y="60"/>
                    <a:pt x="1" y="201"/>
                  </a:cubicBezTo>
                  <a:lnTo>
                    <a:pt x="1" y="568"/>
                  </a:lnTo>
                  <a:cubicBezTo>
                    <a:pt x="34" y="835"/>
                    <a:pt x="1" y="1168"/>
                    <a:pt x="34" y="1569"/>
                  </a:cubicBezTo>
                  <a:cubicBezTo>
                    <a:pt x="34" y="2469"/>
                    <a:pt x="201" y="3637"/>
                    <a:pt x="701" y="4904"/>
                  </a:cubicBezTo>
                  <a:cubicBezTo>
                    <a:pt x="1168" y="6205"/>
                    <a:pt x="2135" y="7506"/>
                    <a:pt x="3370" y="8407"/>
                  </a:cubicBezTo>
                  <a:cubicBezTo>
                    <a:pt x="4637" y="9341"/>
                    <a:pt x="6038" y="9908"/>
                    <a:pt x="7306" y="10308"/>
                  </a:cubicBezTo>
                  <a:cubicBezTo>
                    <a:pt x="9808" y="11109"/>
                    <a:pt x="13110" y="11509"/>
                    <a:pt x="15645" y="12143"/>
                  </a:cubicBezTo>
                  <a:cubicBezTo>
                    <a:pt x="16946" y="12477"/>
                    <a:pt x="18013" y="12843"/>
                    <a:pt x="18781" y="13177"/>
                  </a:cubicBezTo>
                  <a:cubicBezTo>
                    <a:pt x="19148" y="13344"/>
                    <a:pt x="19448" y="13477"/>
                    <a:pt x="19648" y="13611"/>
                  </a:cubicBezTo>
                  <a:cubicBezTo>
                    <a:pt x="19815" y="13711"/>
                    <a:pt x="19948" y="13777"/>
                    <a:pt x="19948" y="13777"/>
                  </a:cubicBezTo>
                  <a:cubicBezTo>
                    <a:pt x="19986" y="13793"/>
                    <a:pt x="20021" y="13801"/>
                    <a:pt x="20054" y="13801"/>
                  </a:cubicBezTo>
                  <a:cubicBezTo>
                    <a:pt x="20226" y="13801"/>
                    <a:pt x="20316" y="13596"/>
                    <a:pt x="20148" y="13344"/>
                  </a:cubicBezTo>
                  <a:cubicBezTo>
                    <a:pt x="20148" y="13344"/>
                    <a:pt x="20048" y="13244"/>
                    <a:pt x="19848" y="13144"/>
                  </a:cubicBezTo>
                  <a:cubicBezTo>
                    <a:pt x="19648" y="12977"/>
                    <a:pt x="19348" y="12843"/>
                    <a:pt x="18981" y="12643"/>
                  </a:cubicBezTo>
                  <a:cubicBezTo>
                    <a:pt x="18180" y="12243"/>
                    <a:pt x="17113" y="11809"/>
                    <a:pt x="15812" y="11476"/>
                  </a:cubicBezTo>
                  <a:cubicBezTo>
                    <a:pt x="13210" y="10742"/>
                    <a:pt x="9941" y="10242"/>
                    <a:pt x="7506" y="9508"/>
                  </a:cubicBezTo>
                  <a:cubicBezTo>
                    <a:pt x="6305" y="9141"/>
                    <a:pt x="4937" y="8640"/>
                    <a:pt x="3770" y="7807"/>
                  </a:cubicBezTo>
                  <a:cubicBezTo>
                    <a:pt x="2602" y="6973"/>
                    <a:pt x="1668" y="5805"/>
                    <a:pt x="1168" y="4638"/>
                  </a:cubicBezTo>
                  <a:cubicBezTo>
                    <a:pt x="668" y="3470"/>
                    <a:pt x="468" y="2336"/>
                    <a:pt x="434" y="1502"/>
                  </a:cubicBezTo>
                  <a:cubicBezTo>
                    <a:pt x="367" y="1068"/>
                    <a:pt x="367" y="735"/>
                    <a:pt x="367" y="535"/>
                  </a:cubicBezTo>
                  <a:lnTo>
                    <a:pt x="367" y="201"/>
                  </a:lnTo>
                  <a:cubicBezTo>
                    <a:pt x="367" y="77"/>
                    <a:pt x="264"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15" name="Google Shape;1815;p15"/>
            <p:cNvSpPr/>
            <p:nvPr/>
          </p:nvSpPr>
          <p:spPr>
            <a:xfrm flipH="1">
              <a:off x="-1673675" y="1218700"/>
              <a:ext cx="131530" cy="284847"/>
            </a:xfrm>
            <a:custGeom>
              <a:avLst/>
              <a:gdLst/>
              <a:ahLst/>
              <a:cxnLst/>
              <a:rect l="l" t="t" r="r" b="b"/>
              <a:pathLst>
                <a:path w="5838" h="12643" extrusionOk="0">
                  <a:moveTo>
                    <a:pt x="234" y="0"/>
                  </a:moveTo>
                  <a:cubicBezTo>
                    <a:pt x="67" y="0"/>
                    <a:pt x="0" y="334"/>
                    <a:pt x="167" y="367"/>
                  </a:cubicBezTo>
                  <a:cubicBezTo>
                    <a:pt x="167" y="367"/>
                    <a:pt x="234" y="367"/>
                    <a:pt x="367" y="401"/>
                  </a:cubicBezTo>
                  <a:cubicBezTo>
                    <a:pt x="434" y="467"/>
                    <a:pt x="668" y="501"/>
                    <a:pt x="868" y="567"/>
                  </a:cubicBezTo>
                  <a:cubicBezTo>
                    <a:pt x="1268" y="734"/>
                    <a:pt x="1902" y="934"/>
                    <a:pt x="2502" y="1368"/>
                  </a:cubicBezTo>
                  <a:cubicBezTo>
                    <a:pt x="3069" y="1768"/>
                    <a:pt x="3670" y="2335"/>
                    <a:pt x="4037" y="3036"/>
                  </a:cubicBezTo>
                  <a:cubicBezTo>
                    <a:pt x="4404" y="3703"/>
                    <a:pt x="4670" y="4437"/>
                    <a:pt x="4770" y="5171"/>
                  </a:cubicBezTo>
                  <a:cubicBezTo>
                    <a:pt x="5071" y="6538"/>
                    <a:pt x="5104" y="8406"/>
                    <a:pt x="5204" y="9907"/>
                  </a:cubicBezTo>
                  <a:cubicBezTo>
                    <a:pt x="5237" y="10675"/>
                    <a:pt x="5271" y="11342"/>
                    <a:pt x="5338" y="11809"/>
                  </a:cubicBezTo>
                  <a:cubicBezTo>
                    <a:pt x="5371" y="12243"/>
                    <a:pt x="5404" y="12543"/>
                    <a:pt x="5404" y="12543"/>
                  </a:cubicBezTo>
                  <a:cubicBezTo>
                    <a:pt x="5421" y="12609"/>
                    <a:pt x="5504" y="12643"/>
                    <a:pt x="5596" y="12643"/>
                  </a:cubicBezTo>
                  <a:cubicBezTo>
                    <a:pt x="5688" y="12643"/>
                    <a:pt x="5788" y="12609"/>
                    <a:pt x="5838" y="12543"/>
                  </a:cubicBezTo>
                  <a:cubicBezTo>
                    <a:pt x="5838" y="12543"/>
                    <a:pt x="5771" y="12243"/>
                    <a:pt x="5771" y="11775"/>
                  </a:cubicBezTo>
                  <a:lnTo>
                    <a:pt x="5771" y="9907"/>
                  </a:lnTo>
                  <a:cubicBezTo>
                    <a:pt x="5771" y="8406"/>
                    <a:pt x="5838" y="6538"/>
                    <a:pt x="5538" y="5037"/>
                  </a:cubicBezTo>
                  <a:cubicBezTo>
                    <a:pt x="5371" y="4270"/>
                    <a:pt x="5104" y="3436"/>
                    <a:pt x="4604" y="2702"/>
                  </a:cubicBezTo>
                  <a:cubicBezTo>
                    <a:pt x="4170" y="1902"/>
                    <a:pt x="3436" y="1335"/>
                    <a:pt x="2769" y="901"/>
                  </a:cubicBezTo>
                  <a:cubicBezTo>
                    <a:pt x="2102" y="501"/>
                    <a:pt x="1435" y="267"/>
                    <a:pt x="1001" y="167"/>
                  </a:cubicBezTo>
                  <a:cubicBezTo>
                    <a:pt x="768" y="67"/>
                    <a:pt x="567" y="67"/>
                    <a:pt x="434" y="34"/>
                  </a:cubicBezTo>
                  <a:cubicBezTo>
                    <a:pt x="334" y="0"/>
                    <a:pt x="234"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16" name="Google Shape;1816;p15"/>
            <p:cNvSpPr/>
            <p:nvPr/>
          </p:nvSpPr>
          <p:spPr>
            <a:xfrm flipH="1">
              <a:off x="-1714432" y="3061766"/>
              <a:ext cx="469998" cy="385488"/>
            </a:xfrm>
            <a:custGeom>
              <a:avLst/>
              <a:gdLst/>
              <a:ahLst/>
              <a:cxnLst/>
              <a:rect l="l" t="t" r="r" b="b"/>
              <a:pathLst>
                <a:path w="20861" h="17110" extrusionOk="0">
                  <a:moveTo>
                    <a:pt x="193" y="1"/>
                  </a:moveTo>
                  <a:cubicBezTo>
                    <a:pt x="90" y="1"/>
                    <a:pt x="1" y="85"/>
                    <a:pt x="38" y="254"/>
                  </a:cubicBezTo>
                  <a:cubicBezTo>
                    <a:pt x="38" y="254"/>
                    <a:pt x="72" y="388"/>
                    <a:pt x="105" y="621"/>
                  </a:cubicBezTo>
                  <a:cubicBezTo>
                    <a:pt x="138" y="755"/>
                    <a:pt x="172" y="855"/>
                    <a:pt x="238" y="1021"/>
                  </a:cubicBezTo>
                  <a:cubicBezTo>
                    <a:pt x="305" y="1222"/>
                    <a:pt x="372" y="1388"/>
                    <a:pt x="439" y="1588"/>
                  </a:cubicBezTo>
                  <a:cubicBezTo>
                    <a:pt x="772" y="2422"/>
                    <a:pt x="1339" y="3490"/>
                    <a:pt x="2173" y="4591"/>
                  </a:cubicBezTo>
                  <a:cubicBezTo>
                    <a:pt x="3841" y="6792"/>
                    <a:pt x="6410" y="9027"/>
                    <a:pt x="8578" y="10628"/>
                  </a:cubicBezTo>
                  <a:cubicBezTo>
                    <a:pt x="10746" y="12229"/>
                    <a:pt x="13615" y="13997"/>
                    <a:pt x="16083" y="15198"/>
                  </a:cubicBezTo>
                  <a:cubicBezTo>
                    <a:pt x="17284" y="15832"/>
                    <a:pt x="18418" y="16299"/>
                    <a:pt x="19219" y="16633"/>
                  </a:cubicBezTo>
                  <a:cubicBezTo>
                    <a:pt x="19986" y="16933"/>
                    <a:pt x="20486" y="17100"/>
                    <a:pt x="20486" y="17100"/>
                  </a:cubicBezTo>
                  <a:cubicBezTo>
                    <a:pt x="20515" y="17106"/>
                    <a:pt x="20543" y="17109"/>
                    <a:pt x="20568" y="17109"/>
                  </a:cubicBezTo>
                  <a:cubicBezTo>
                    <a:pt x="20802" y="17109"/>
                    <a:pt x="20861" y="16847"/>
                    <a:pt x="20620" y="16666"/>
                  </a:cubicBezTo>
                  <a:cubicBezTo>
                    <a:pt x="20620" y="16666"/>
                    <a:pt x="20153" y="16499"/>
                    <a:pt x="19385" y="16166"/>
                  </a:cubicBezTo>
                  <a:cubicBezTo>
                    <a:pt x="18585" y="15832"/>
                    <a:pt x="17484" y="15298"/>
                    <a:pt x="16317" y="14664"/>
                  </a:cubicBezTo>
                  <a:cubicBezTo>
                    <a:pt x="13915" y="13397"/>
                    <a:pt x="11113" y="11596"/>
                    <a:pt x="8978" y="9994"/>
                  </a:cubicBezTo>
                  <a:cubicBezTo>
                    <a:pt x="6910" y="8460"/>
                    <a:pt x="4275" y="6292"/>
                    <a:pt x="2607" y="4224"/>
                  </a:cubicBezTo>
                  <a:cubicBezTo>
                    <a:pt x="1739" y="3190"/>
                    <a:pt x="1139" y="2156"/>
                    <a:pt x="805" y="1422"/>
                  </a:cubicBezTo>
                  <a:cubicBezTo>
                    <a:pt x="739" y="1255"/>
                    <a:pt x="639" y="1088"/>
                    <a:pt x="605" y="921"/>
                  </a:cubicBezTo>
                  <a:cubicBezTo>
                    <a:pt x="572" y="755"/>
                    <a:pt x="505" y="621"/>
                    <a:pt x="472" y="488"/>
                  </a:cubicBezTo>
                  <a:cubicBezTo>
                    <a:pt x="439" y="288"/>
                    <a:pt x="405" y="154"/>
                    <a:pt x="405" y="154"/>
                  </a:cubicBezTo>
                  <a:cubicBezTo>
                    <a:pt x="361" y="52"/>
                    <a:pt x="273" y="1"/>
                    <a:pt x="1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817" name="Google Shape;1817;p15"/>
          <p:cNvSpPr/>
          <p:nvPr/>
        </p:nvSpPr>
        <p:spPr>
          <a:xfrm flipH="1">
            <a:off x="923026" y="4551303"/>
            <a:ext cx="446656" cy="67265"/>
          </a:xfrm>
          <a:custGeom>
            <a:avLst/>
            <a:gdLst/>
            <a:ahLst/>
            <a:cxnLst/>
            <a:rect l="l" t="t" r="r" b="b"/>
            <a:pathLst>
              <a:path w="21116" h="3180" extrusionOk="0">
                <a:moveTo>
                  <a:pt x="10841" y="1"/>
                </a:moveTo>
                <a:cubicBezTo>
                  <a:pt x="10675" y="201"/>
                  <a:pt x="10474" y="468"/>
                  <a:pt x="10241" y="701"/>
                </a:cubicBezTo>
                <a:cubicBezTo>
                  <a:pt x="10141" y="835"/>
                  <a:pt x="10041" y="968"/>
                  <a:pt x="9907" y="1068"/>
                </a:cubicBezTo>
                <a:lnTo>
                  <a:pt x="9874" y="1135"/>
                </a:lnTo>
                <a:lnTo>
                  <a:pt x="9841" y="1168"/>
                </a:lnTo>
                <a:lnTo>
                  <a:pt x="9741" y="1268"/>
                </a:lnTo>
                <a:cubicBezTo>
                  <a:pt x="9540" y="1468"/>
                  <a:pt x="9307" y="1635"/>
                  <a:pt x="9040" y="1769"/>
                </a:cubicBezTo>
                <a:cubicBezTo>
                  <a:pt x="8572" y="2003"/>
                  <a:pt x="8053" y="2108"/>
                  <a:pt x="7527" y="2108"/>
                </a:cubicBezTo>
                <a:cubicBezTo>
                  <a:pt x="7453" y="2108"/>
                  <a:pt x="7379" y="2106"/>
                  <a:pt x="7306" y="2102"/>
                </a:cubicBezTo>
                <a:cubicBezTo>
                  <a:pt x="6672" y="2036"/>
                  <a:pt x="6071" y="1802"/>
                  <a:pt x="5571" y="1468"/>
                </a:cubicBezTo>
                <a:cubicBezTo>
                  <a:pt x="5471" y="1335"/>
                  <a:pt x="5337" y="1268"/>
                  <a:pt x="5204" y="1168"/>
                </a:cubicBezTo>
                <a:lnTo>
                  <a:pt x="5037" y="1035"/>
                </a:lnTo>
                <a:lnTo>
                  <a:pt x="4904" y="935"/>
                </a:lnTo>
                <a:lnTo>
                  <a:pt x="4804" y="801"/>
                </a:lnTo>
                <a:lnTo>
                  <a:pt x="4537" y="534"/>
                </a:lnTo>
                <a:lnTo>
                  <a:pt x="4504" y="501"/>
                </a:lnTo>
                <a:lnTo>
                  <a:pt x="4403" y="568"/>
                </a:lnTo>
                <a:lnTo>
                  <a:pt x="4237" y="701"/>
                </a:lnTo>
                <a:cubicBezTo>
                  <a:pt x="4137" y="868"/>
                  <a:pt x="3970" y="1001"/>
                  <a:pt x="3836" y="1135"/>
                </a:cubicBezTo>
                <a:cubicBezTo>
                  <a:pt x="3002" y="1902"/>
                  <a:pt x="2068" y="2369"/>
                  <a:pt x="1368" y="2503"/>
                </a:cubicBezTo>
                <a:cubicBezTo>
                  <a:pt x="1034" y="2569"/>
                  <a:pt x="734" y="2636"/>
                  <a:pt x="534" y="2636"/>
                </a:cubicBezTo>
                <a:lnTo>
                  <a:pt x="234" y="2636"/>
                </a:lnTo>
                <a:cubicBezTo>
                  <a:pt x="0" y="2669"/>
                  <a:pt x="0" y="3003"/>
                  <a:pt x="234" y="3003"/>
                </a:cubicBezTo>
                <a:lnTo>
                  <a:pt x="567" y="3003"/>
                </a:lnTo>
                <a:cubicBezTo>
                  <a:pt x="801" y="3003"/>
                  <a:pt x="1134" y="2970"/>
                  <a:pt x="1501" y="2903"/>
                </a:cubicBezTo>
                <a:cubicBezTo>
                  <a:pt x="1702" y="2836"/>
                  <a:pt x="1902" y="2836"/>
                  <a:pt x="2135" y="2736"/>
                </a:cubicBezTo>
                <a:cubicBezTo>
                  <a:pt x="2369" y="2669"/>
                  <a:pt x="2569" y="2603"/>
                  <a:pt x="2836" y="2469"/>
                </a:cubicBezTo>
                <a:cubicBezTo>
                  <a:pt x="3303" y="2236"/>
                  <a:pt x="3803" y="1869"/>
                  <a:pt x="4237" y="1502"/>
                </a:cubicBezTo>
                <a:lnTo>
                  <a:pt x="4403" y="1335"/>
                </a:lnTo>
                <a:lnTo>
                  <a:pt x="4470" y="1302"/>
                </a:lnTo>
                <a:cubicBezTo>
                  <a:pt x="4470" y="1302"/>
                  <a:pt x="4470" y="1272"/>
                  <a:pt x="4480" y="1272"/>
                </a:cubicBezTo>
                <a:cubicBezTo>
                  <a:pt x="4485" y="1272"/>
                  <a:pt x="4492" y="1279"/>
                  <a:pt x="4504" y="1302"/>
                </a:cubicBezTo>
                <a:lnTo>
                  <a:pt x="4570" y="1368"/>
                </a:lnTo>
                <a:lnTo>
                  <a:pt x="4637" y="1402"/>
                </a:lnTo>
                <a:lnTo>
                  <a:pt x="4670" y="1468"/>
                </a:lnTo>
                <a:lnTo>
                  <a:pt x="4870" y="1635"/>
                </a:lnTo>
                <a:cubicBezTo>
                  <a:pt x="5004" y="1769"/>
                  <a:pt x="5171" y="1869"/>
                  <a:pt x="5304" y="1969"/>
                </a:cubicBezTo>
                <a:cubicBezTo>
                  <a:pt x="5871" y="2369"/>
                  <a:pt x="6538" y="2669"/>
                  <a:pt x="7306" y="2736"/>
                </a:cubicBezTo>
                <a:cubicBezTo>
                  <a:pt x="7486" y="2771"/>
                  <a:pt x="7674" y="2787"/>
                  <a:pt x="7863" y="2787"/>
                </a:cubicBezTo>
                <a:cubicBezTo>
                  <a:pt x="8406" y="2787"/>
                  <a:pt x="8962" y="2650"/>
                  <a:pt x="9407" y="2402"/>
                </a:cubicBezTo>
                <a:cubicBezTo>
                  <a:pt x="9741" y="2236"/>
                  <a:pt x="10041" y="2036"/>
                  <a:pt x="10308" y="1835"/>
                </a:cubicBezTo>
                <a:lnTo>
                  <a:pt x="10474" y="1669"/>
                </a:lnTo>
                <a:cubicBezTo>
                  <a:pt x="10508" y="1802"/>
                  <a:pt x="10575" y="1969"/>
                  <a:pt x="10675" y="2136"/>
                </a:cubicBezTo>
                <a:cubicBezTo>
                  <a:pt x="10841" y="2436"/>
                  <a:pt x="11175" y="2703"/>
                  <a:pt x="11509" y="2869"/>
                </a:cubicBezTo>
                <a:cubicBezTo>
                  <a:pt x="11922" y="3106"/>
                  <a:pt x="12359" y="3179"/>
                  <a:pt x="12792" y="3179"/>
                </a:cubicBezTo>
                <a:cubicBezTo>
                  <a:pt x="13092" y="3179"/>
                  <a:pt x="13390" y="3144"/>
                  <a:pt x="13677" y="3103"/>
                </a:cubicBezTo>
                <a:cubicBezTo>
                  <a:pt x="14377" y="2970"/>
                  <a:pt x="15044" y="2703"/>
                  <a:pt x="15678" y="2436"/>
                </a:cubicBezTo>
                <a:cubicBezTo>
                  <a:pt x="15978" y="2302"/>
                  <a:pt x="16245" y="2136"/>
                  <a:pt x="16545" y="1935"/>
                </a:cubicBezTo>
                <a:cubicBezTo>
                  <a:pt x="16646" y="1835"/>
                  <a:pt x="16679" y="1802"/>
                  <a:pt x="16746" y="1769"/>
                </a:cubicBezTo>
                <a:lnTo>
                  <a:pt x="16846" y="1669"/>
                </a:lnTo>
                <a:lnTo>
                  <a:pt x="16879" y="1635"/>
                </a:lnTo>
                <a:cubicBezTo>
                  <a:pt x="16925" y="1612"/>
                  <a:pt x="16955" y="1573"/>
                  <a:pt x="16969" y="1573"/>
                </a:cubicBezTo>
                <a:cubicBezTo>
                  <a:pt x="16976" y="1573"/>
                  <a:pt x="16979" y="1581"/>
                  <a:pt x="16979" y="1602"/>
                </a:cubicBezTo>
                <a:cubicBezTo>
                  <a:pt x="17012" y="1602"/>
                  <a:pt x="17012" y="1635"/>
                  <a:pt x="17012" y="1635"/>
                </a:cubicBezTo>
                <a:lnTo>
                  <a:pt x="17046" y="1702"/>
                </a:lnTo>
                <a:cubicBezTo>
                  <a:pt x="17113" y="1702"/>
                  <a:pt x="17113" y="1769"/>
                  <a:pt x="17146" y="1802"/>
                </a:cubicBezTo>
                <a:cubicBezTo>
                  <a:pt x="17279" y="1935"/>
                  <a:pt x="17346" y="2036"/>
                  <a:pt x="17479" y="2136"/>
                </a:cubicBezTo>
                <a:cubicBezTo>
                  <a:pt x="17680" y="2336"/>
                  <a:pt x="17946" y="2503"/>
                  <a:pt x="18180" y="2636"/>
                </a:cubicBezTo>
                <a:cubicBezTo>
                  <a:pt x="18647" y="2869"/>
                  <a:pt x="19114" y="3003"/>
                  <a:pt x="19514" y="3103"/>
                </a:cubicBezTo>
                <a:cubicBezTo>
                  <a:pt x="19731" y="3120"/>
                  <a:pt x="19923" y="3128"/>
                  <a:pt x="20085" y="3128"/>
                </a:cubicBezTo>
                <a:cubicBezTo>
                  <a:pt x="20248" y="3128"/>
                  <a:pt x="20382" y="3120"/>
                  <a:pt x="20482" y="3103"/>
                </a:cubicBezTo>
                <a:cubicBezTo>
                  <a:pt x="20682" y="3036"/>
                  <a:pt x="20815" y="3003"/>
                  <a:pt x="20815" y="3003"/>
                </a:cubicBezTo>
                <a:cubicBezTo>
                  <a:pt x="21115" y="2869"/>
                  <a:pt x="20882" y="2603"/>
                  <a:pt x="20582" y="2569"/>
                </a:cubicBezTo>
                <a:cubicBezTo>
                  <a:pt x="20582" y="2569"/>
                  <a:pt x="20548" y="2636"/>
                  <a:pt x="20515" y="2636"/>
                </a:cubicBezTo>
                <a:cubicBezTo>
                  <a:pt x="20482" y="2636"/>
                  <a:pt x="20382" y="2669"/>
                  <a:pt x="20315" y="2669"/>
                </a:cubicBezTo>
                <a:cubicBezTo>
                  <a:pt x="20218" y="2683"/>
                  <a:pt x="20116" y="2691"/>
                  <a:pt x="20005" y="2691"/>
                </a:cubicBezTo>
                <a:cubicBezTo>
                  <a:pt x="19849" y="2691"/>
                  <a:pt x="19676" y="2675"/>
                  <a:pt x="19481" y="2636"/>
                </a:cubicBezTo>
                <a:cubicBezTo>
                  <a:pt x="19147" y="2569"/>
                  <a:pt x="18714" y="2402"/>
                  <a:pt x="18313" y="2169"/>
                </a:cubicBezTo>
                <a:cubicBezTo>
                  <a:pt x="18080" y="2036"/>
                  <a:pt x="17880" y="1869"/>
                  <a:pt x="17713" y="1702"/>
                </a:cubicBezTo>
                <a:cubicBezTo>
                  <a:pt x="17646" y="1635"/>
                  <a:pt x="17546" y="1502"/>
                  <a:pt x="17479" y="1402"/>
                </a:cubicBezTo>
                <a:cubicBezTo>
                  <a:pt x="17479" y="1368"/>
                  <a:pt x="17413" y="1368"/>
                  <a:pt x="17413" y="1335"/>
                </a:cubicBezTo>
                <a:lnTo>
                  <a:pt x="17379" y="1302"/>
                </a:lnTo>
                <a:lnTo>
                  <a:pt x="17346" y="1202"/>
                </a:lnTo>
                <a:cubicBezTo>
                  <a:pt x="17313" y="1068"/>
                  <a:pt x="17213" y="968"/>
                  <a:pt x="17179" y="835"/>
                </a:cubicBezTo>
                <a:lnTo>
                  <a:pt x="17079" y="668"/>
                </a:lnTo>
                <a:cubicBezTo>
                  <a:pt x="17046" y="668"/>
                  <a:pt x="17046" y="635"/>
                  <a:pt x="17046" y="635"/>
                </a:cubicBezTo>
                <a:lnTo>
                  <a:pt x="17012" y="668"/>
                </a:lnTo>
                <a:lnTo>
                  <a:pt x="16912" y="735"/>
                </a:lnTo>
                <a:cubicBezTo>
                  <a:pt x="16812" y="868"/>
                  <a:pt x="16712" y="968"/>
                  <a:pt x="16579" y="1035"/>
                </a:cubicBezTo>
                <a:cubicBezTo>
                  <a:pt x="16545" y="1068"/>
                  <a:pt x="16479" y="1135"/>
                  <a:pt x="16412" y="1168"/>
                </a:cubicBezTo>
                <a:lnTo>
                  <a:pt x="16345" y="1235"/>
                </a:lnTo>
                <a:cubicBezTo>
                  <a:pt x="16312" y="1302"/>
                  <a:pt x="16212" y="1335"/>
                  <a:pt x="16179" y="1368"/>
                </a:cubicBezTo>
                <a:cubicBezTo>
                  <a:pt x="15912" y="1535"/>
                  <a:pt x="15645" y="1702"/>
                  <a:pt x="15345" y="1835"/>
                </a:cubicBezTo>
                <a:cubicBezTo>
                  <a:pt x="14744" y="2136"/>
                  <a:pt x="14144" y="2336"/>
                  <a:pt x="13510" y="2402"/>
                </a:cubicBezTo>
                <a:cubicBezTo>
                  <a:pt x="13269" y="2441"/>
                  <a:pt x="13029" y="2464"/>
                  <a:pt x="12795" y="2464"/>
                </a:cubicBezTo>
                <a:cubicBezTo>
                  <a:pt x="12414" y="2464"/>
                  <a:pt x="12052" y="2401"/>
                  <a:pt x="11742" y="2236"/>
                </a:cubicBezTo>
                <a:cubicBezTo>
                  <a:pt x="11542" y="2136"/>
                  <a:pt x="11342" y="1969"/>
                  <a:pt x="11208" y="1735"/>
                </a:cubicBezTo>
                <a:cubicBezTo>
                  <a:pt x="11142" y="1635"/>
                  <a:pt x="11075" y="1535"/>
                  <a:pt x="11042" y="1368"/>
                </a:cubicBezTo>
                <a:cubicBezTo>
                  <a:pt x="10975" y="1035"/>
                  <a:pt x="10908" y="668"/>
                  <a:pt x="10875" y="368"/>
                </a:cubicBezTo>
                <a:cubicBezTo>
                  <a:pt x="10875" y="201"/>
                  <a:pt x="10841" y="101"/>
                  <a:pt x="10841"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18" name="Google Shape;1818;p15"/>
          <p:cNvSpPr/>
          <p:nvPr/>
        </p:nvSpPr>
        <p:spPr>
          <a:xfrm flipH="1">
            <a:off x="40959" y="3304989"/>
            <a:ext cx="218759" cy="84673"/>
          </a:xfrm>
          <a:custGeom>
            <a:avLst/>
            <a:gdLst/>
            <a:ahLst/>
            <a:cxnLst/>
            <a:rect l="l" t="t" r="r" b="b"/>
            <a:pathLst>
              <a:path w="10342" h="4003" extrusionOk="0">
                <a:moveTo>
                  <a:pt x="5338" y="0"/>
                </a:moveTo>
                <a:lnTo>
                  <a:pt x="5304" y="33"/>
                </a:lnTo>
                <a:lnTo>
                  <a:pt x="5171" y="234"/>
                </a:lnTo>
                <a:cubicBezTo>
                  <a:pt x="5004" y="500"/>
                  <a:pt x="4904" y="734"/>
                  <a:pt x="4737" y="1034"/>
                </a:cubicBezTo>
                <a:cubicBezTo>
                  <a:pt x="4670" y="1134"/>
                  <a:pt x="4637" y="1168"/>
                  <a:pt x="4604" y="1234"/>
                </a:cubicBezTo>
                <a:lnTo>
                  <a:pt x="4470" y="1468"/>
                </a:lnTo>
                <a:cubicBezTo>
                  <a:pt x="4404" y="1635"/>
                  <a:pt x="4270" y="1735"/>
                  <a:pt x="4170" y="1868"/>
                </a:cubicBezTo>
                <a:cubicBezTo>
                  <a:pt x="4103" y="2002"/>
                  <a:pt x="3970" y="2135"/>
                  <a:pt x="3837" y="2235"/>
                </a:cubicBezTo>
                <a:cubicBezTo>
                  <a:pt x="3636" y="2502"/>
                  <a:pt x="3336" y="2669"/>
                  <a:pt x="3103" y="2869"/>
                </a:cubicBezTo>
                <a:cubicBezTo>
                  <a:pt x="2969" y="2969"/>
                  <a:pt x="2802" y="3002"/>
                  <a:pt x="2669" y="3069"/>
                </a:cubicBezTo>
                <a:cubicBezTo>
                  <a:pt x="2569" y="3136"/>
                  <a:pt x="2436" y="3202"/>
                  <a:pt x="2269" y="3236"/>
                </a:cubicBezTo>
                <a:cubicBezTo>
                  <a:pt x="1969" y="3336"/>
                  <a:pt x="1735" y="3469"/>
                  <a:pt x="1468" y="3469"/>
                </a:cubicBezTo>
                <a:cubicBezTo>
                  <a:pt x="1235" y="3503"/>
                  <a:pt x="1001" y="3536"/>
                  <a:pt x="801" y="3536"/>
                </a:cubicBezTo>
                <a:lnTo>
                  <a:pt x="167" y="3536"/>
                </a:lnTo>
                <a:cubicBezTo>
                  <a:pt x="67" y="3536"/>
                  <a:pt x="0" y="3903"/>
                  <a:pt x="134" y="3903"/>
                </a:cubicBezTo>
                <a:cubicBezTo>
                  <a:pt x="134" y="3903"/>
                  <a:pt x="401" y="3903"/>
                  <a:pt x="801" y="3970"/>
                </a:cubicBezTo>
                <a:cubicBezTo>
                  <a:pt x="1001" y="3970"/>
                  <a:pt x="1268" y="3903"/>
                  <a:pt x="1568" y="3903"/>
                </a:cubicBezTo>
                <a:cubicBezTo>
                  <a:pt x="1835" y="3903"/>
                  <a:pt x="2135" y="3836"/>
                  <a:pt x="2469" y="3736"/>
                </a:cubicBezTo>
                <a:cubicBezTo>
                  <a:pt x="2636" y="3736"/>
                  <a:pt x="2802" y="3669"/>
                  <a:pt x="2969" y="3569"/>
                </a:cubicBezTo>
                <a:lnTo>
                  <a:pt x="3470" y="3336"/>
                </a:lnTo>
                <a:cubicBezTo>
                  <a:pt x="3770" y="3136"/>
                  <a:pt x="4103" y="2969"/>
                  <a:pt x="4337" y="2669"/>
                </a:cubicBezTo>
                <a:cubicBezTo>
                  <a:pt x="4470" y="2502"/>
                  <a:pt x="4604" y="2368"/>
                  <a:pt x="4737" y="2235"/>
                </a:cubicBezTo>
                <a:cubicBezTo>
                  <a:pt x="4837" y="2135"/>
                  <a:pt x="4937" y="1968"/>
                  <a:pt x="5071" y="1835"/>
                </a:cubicBezTo>
                <a:lnTo>
                  <a:pt x="5238" y="1635"/>
                </a:lnTo>
                <a:cubicBezTo>
                  <a:pt x="5271" y="1568"/>
                  <a:pt x="5304" y="1501"/>
                  <a:pt x="5338" y="1401"/>
                </a:cubicBezTo>
                <a:lnTo>
                  <a:pt x="5338" y="1368"/>
                </a:lnTo>
                <a:lnTo>
                  <a:pt x="5471" y="1568"/>
                </a:lnTo>
                <a:cubicBezTo>
                  <a:pt x="5671" y="1868"/>
                  <a:pt x="5938" y="2168"/>
                  <a:pt x="6172" y="2402"/>
                </a:cubicBezTo>
                <a:cubicBezTo>
                  <a:pt x="6672" y="2969"/>
                  <a:pt x="7306" y="3403"/>
                  <a:pt x="7939" y="3669"/>
                </a:cubicBezTo>
                <a:cubicBezTo>
                  <a:pt x="8573" y="3903"/>
                  <a:pt x="9140" y="4003"/>
                  <a:pt x="9574" y="4003"/>
                </a:cubicBezTo>
                <a:cubicBezTo>
                  <a:pt x="9774" y="4003"/>
                  <a:pt x="9941" y="3970"/>
                  <a:pt x="10074" y="3970"/>
                </a:cubicBezTo>
                <a:cubicBezTo>
                  <a:pt x="10174" y="3903"/>
                  <a:pt x="10241" y="3903"/>
                  <a:pt x="10241" y="3903"/>
                </a:cubicBezTo>
                <a:cubicBezTo>
                  <a:pt x="10341" y="3870"/>
                  <a:pt x="10308" y="3569"/>
                  <a:pt x="10241" y="3569"/>
                </a:cubicBezTo>
                <a:lnTo>
                  <a:pt x="10074" y="3569"/>
                </a:lnTo>
                <a:cubicBezTo>
                  <a:pt x="10030" y="3592"/>
                  <a:pt x="9985" y="3599"/>
                  <a:pt x="9938" y="3599"/>
                </a:cubicBezTo>
                <a:cubicBezTo>
                  <a:pt x="9845" y="3599"/>
                  <a:pt x="9741" y="3569"/>
                  <a:pt x="9607" y="3569"/>
                </a:cubicBezTo>
                <a:cubicBezTo>
                  <a:pt x="9240" y="3536"/>
                  <a:pt x="8740" y="3403"/>
                  <a:pt x="8173" y="3169"/>
                </a:cubicBezTo>
                <a:cubicBezTo>
                  <a:pt x="7639" y="2869"/>
                  <a:pt x="7139" y="2469"/>
                  <a:pt x="6672" y="1968"/>
                </a:cubicBezTo>
                <a:cubicBezTo>
                  <a:pt x="6438" y="1701"/>
                  <a:pt x="6272" y="1401"/>
                  <a:pt x="6071" y="1168"/>
                </a:cubicBezTo>
                <a:cubicBezTo>
                  <a:pt x="5971" y="1068"/>
                  <a:pt x="5938" y="1001"/>
                  <a:pt x="5905" y="901"/>
                </a:cubicBezTo>
                <a:cubicBezTo>
                  <a:pt x="5805" y="801"/>
                  <a:pt x="5738" y="634"/>
                  <a:pt x="5638" y="500"/>
                </a:cubicBezTo>
                <a:cubicBezTo>
                  <a:pt x="5571" y="367"/>
                  <a:pt x="5471" y="200"/>
                  <a:pt x="5404" y="67"/>
                </a:cubicBezTo>
                <a:lnTo>
                  <a:pt x="5338" y="0"/>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819" name="Google Shape;1819;p15"/>
          <p:cNvGrpSpPr/>
          <p:nvPr/>
        </p:nvGrpSpPr>
        <p:grpSpPr>
          <a:xfrm>
            <a:off x="-70916" y="4243834"/>
            <a:ext cx="442512" cy="256076"/>
            <a:chOff x="-1501591" y="1582672"/>
            <a:chExt cx="442512" cy="256076"/>
          </a:xfrm>
        </p:grpSpPr>
        <p:sp>
          <p:nvSpPr>
            <p:cNvPr id="1820" name="Google Shape;1820;p15"/>
            <p:cNvSpPr/>
            <p:nvPr/>
          </p:nvSpPr>
          <p:spPr>
            <a:xfrm flipH="1">
              <a:off x="-1501591" y="1582672"/>
              <a:ext cx="442512" cy="241792"/>
            </a:xfrm>
            <a:custGeom>
              <a:avLst/>
              <a:gdLst/>
              <a:ahLst/>
              <a:cxnLst/>
              <a:rect l="l" t="t" r="r" b="b"/>
              <a:pathLst>
                <a:path w="19641" h="10732" extrusionOk="0">
                  <a:moveTo>
                    <a:pt x="3739" y="0"/>
                  </a:moveTo>
                  <a:cubicBezTo>
                    <a:pt x="3498" y="0"/>
                    <a:pt x="3258" y="30"/>
                    <a:pt x="3028" y="90"/>
                  </a:cubicBezTo>
                  <a:cubicBezTo>
                    <a:pt x="2828" y="190"/>
                    <a:pt x="2661" y="224"/>
                    <a:pt x="2494" y="324"/>
                  </a:cubicBezTo>
                  <a:cubicBezTo>
                    <a:pt x="2328" y="391"/>
                    <a:pt x="2161" y="491"/>
                    <a:pt x="2027" y="591"/>
                  </a:cubicBezTo>
                  <a:cubicBezTo>
                    <a:pt x="1761" y="824"/>
                    <a:pt x="1527" y="1091"/>
                    <a:pt x="1427" y="1391"/>
                  </a:cubicBezTo>
                  <a:cubicBezTo>
                    <a:pt x="1127" y="1992"/>
                    <a:pt x="993" y="2492"/>
                    <a:pt x="827" y="2859"/>
                  </a:cubicBezTo>
                  <a:cubicBezTo>
                    <a:pt x="660" y="3259"/>
                    <a:pt x="493" y="3560"/>
                    <a:pt x="360" y="3726"/>
                  </a:cubicBezTo>
                  <a:cubicBezTo>
                    <a:pt x="293" y="3826"/>
                    <a:pt x="260" y="3893"/>
                    <a:pt x="193" y="3926"/>
                  </a:cubicBezTo>
                  <a:cubicBezTo>
                    <a:pt x="159" y="3993"/>
                    <a:pt x="126" y="3993"/>
                    <a:pt x="126" y="3993"/>
                  </a:cubicBezTo>
                  <a:cubicBezTo>
                    <a:pt x="0" y="4119"/>
                    <a:pt x="65" y="4340"/>
                    <a:pt x="204" y="4340"/>
                  </a:cubicBezTo>
                  <a:cubicBezTo>
                    <a:pt x="249" y="4340"/>
                    <a:pt x="303" y="4317"/>
                    <a:pt x="360" y="4260"/>
                  </a:cubicBezTo>
                  <a:lnTo>
                    <a:pt x="460" y="4193"/>
                  </a:lnTo>
                  <a:lnTo>
                    <a:pt x="660" y="3993"/>
                  </a:lnTo>
                  <a:cubicBezTo>
                    <a:pt x="827" y="3760"/>
                    <a:pt x="1027" y="3493"/>
                    <a:pt x="1194" y="3059"/>
                  </a:cubicBezTo>
                  <a:cubicBezTo>
                    <a:pt x="1427" y="2692"/>
                    <a:pt x="1594" y="2192"/>
                    <a:pt x="1827" y="1692"/>
                  </a:cubicBezTo>
                  <a:cubicBezTo>
                    <a:pt x="1961" y="1491"/>
                    <a:pt x="2128" y="1225"/>
                    <a:pt x="2328" y="1058"/>
                  </a:cubicBezTo>
                  <a:cubicBezTo>
                    <a:pt x="2528" y="891"/>
                    <a:pt x="2828" y="758"/>
                    <a:pt x="3128" y="691"/>
                  </a:cubicBezTo>
                  <a:cubicBezTo>
                    <a:pt x="3289" y="657"/>
                    <a:pt x="3452" y="640"/>
                    <a:pt x="3616" y="640"/>
                  </a:cubicBezTo>
                  <a:cubicBezTo>
                    <a:pt x="4095" y="640"/>
                    <a:pt x="4573" y="784"/>
                    <a:pt x="4996" y="1058"/>
                  </a:cubicBezTo>
                  <a:cubicBezTo>
                    <a:pt x="5263" y="1225"/>
                    <a:pt x="5497" y="1491"/>
                    <a:pt x="5697" y="1758"/>
                  </a:cubicBezTo>
                  <a:cubicBezTo>
                    <a:pt x="5830" y="1925"/>
                    <a:pt x="5864" y="2058"/>
                    <a:pt x="5964" y="2225"/>
                  </a:cubicBezTo>
                  <a:cubicBezTo>
                    <a:pt x="5997" y="2392"/>
                    <a:pt x="6097" y="2592"/>
                    <a:pt x="6164" y="2759"/>
                  </a:cubicBezTo>
                  <a:cubicBezTo>
                    <a:pt x="6331" y="3159"/>
                    <a:pt x="6497" y="3526"/>
                    <a:pt x="6831" y="3860"/>
                  </a:cubicBezTo>
                  <a:cubicBezTo>
                    <a:pt x="6998" y="4027"/>
                    <a:pt x="7198" y="4193"/>
                    <a:pt x="7431" y="4260"/>
                  </a:cubicBezTo>
                  <a:cubicBezTo>
                    <a:pt x="7531" y="4327"/>
                    <a:pt x="7631" y="4360"/>
                    <a:pt x="7765" y="4393"/>
                  </a:cubicBezTo>
                  <a:cubicBezTo>
                    <a:pt x="7865" y="4427"/>
                    <a:pt x="7998" y="4427"/>
                    <a:pt x="8132" y="4427"/>
                  </a:cubicBezTo>
                  <a:cubicBezTo>
                    <a:pt x="8632" y="4427"/>
                    <a:pt x="8999" y="4260"/>
                    <a:pt x="9333" y="4093"/>
                  </a:cubicBezTo>
                  <a:cubicBezTo>
                    <a:pt x="9633" y="3993"/>
                    <a:pt x="9966" y="3826"/>
                    <a:pt x="10267" y="3660"/>
                  </a:cubicBezTo>
                  <a:cubicBezTo>
                    <a:pt x="10700" y="3393"/>
                    <a:pt x="11201" y="3193"/>
                    <a:pt x="11668" y="3193"/>
                  </a:cubicBezTo>
                  <a:cubicBezTo>
                    <a:pt x="12135" y="3193"/>
                    <a:pt x="12635" y="3393"/>
                    <a:pt x="13102" y="3726"/>
                  </a:cubicBezTo>
                  <a:cubicBezTo>
                    <a:pt x="13336" y="3893"/>
                    <a:pt x="13536" y="4060"/>
                    <a:pt x="13803" y="4227"/>
                  </a:cubicBezTo>
                  <a:cubicBezTo>
                    <a:pt x="13969" y="4393"/>
                    <a:pt x="14203" y="4560"/>
                    <a:pt x="14336" y="4760"/>
                  </a:cubicBezTo>
                  <a:cubicBezTo>
                    <a:pt x="14637" y="5161"/>
                    <a:pt x="14837" y="5661"/>
                    <a:pt x="14937" y="6161"/>
                  </a:cubicBezTo>
                  <a:cubicBezTo>
                    <a:pt x="15037" y="6662"/>
                    <a:pt x="15104" y="7162"/>
                    <a:pt x="15170" y="7596"/>
                  </a:cubicBezTo>
                  <a:cubicBezTo>
                    <a:pt x="15204" y="8063"/>
                    <a:pt x="15337" y="8530"/>
                    <a:pt x="15504" y="8863"/>
                  </a:cubicBezTo>
                  <a:cubicBezTo>
                    <a:pt x="15671" y="9230"/>
                    <a:pt x="15871" y="9497"/>
                    <a:pt x="16038" y="9664"/>
                  </a:cubicBezTo>
                  <a:cubicBezTo>
                    <a:pt x="16204" y="9831"/>
                    <a:pt x="16371" y="9897"/>
                    <a:pt x="16438" y="9931"/>
                  </a:cubicBezTo>
                  <a:lnTo>
                    <a:pt x="16371" y="9931"/>
                  </a:lnTo>
                  <a:cubicBezTo>
                    <a:pt x="16972" y="10364"/>
                    <a:pt x="17505" y="10498"/>
                    <a:pt x="17872" y="10565"/>
                  </a:cubicBezTo>
                  <a:cubicBezTo>
                    <a:pt x="18306" y="10665"/>
                    <a:pt x="18606" y="10698"/>
                    <a:pt x="18806" y="10698"/>
                  </a:cubicBezTo>
                  <a:cubicBezTo>
                    <a:pt x="19206" y="10731"/>
                    <a:pt x="19307" y="10731"/>
                    <a:pt x="19307" y="10731"/>
                  </a:cubicBezTo>
                  <a:cubicBezTo>
                    <a:pt x="19607" y="10731"/>
                    <a:pt x="19640" y="10431"/>
                    <a:pt x="19440" y="10331"/>
                  </a:cubicBezTo>
                  <a:cubicBezTo>
                    <a:pt x="19440" y="10331"/>
                    <a:pt x="19340" y="10331"/>
                    <a:pt x="18940" y="10264"/>
                  </a:cubicBezTo>
                  <a:cubicBezTo>
                    <a:pt x="18706" y="10231"/>
                    <a:pt x="18439" y="10231"/>
                    <a:pt x="18039" y="10164"/>
                  </a:cubicBezTo>
                  <a:cubicBezTo>
                    <a:pt x="17672" y="10064"/>
                    <a:pt x="17205" y="9931"/>
                    <a:pt x="16771" y="9564"/>
                  </a:cubicBezTo>
                  <a:lnTo>
                    <a:pt x="16705" y="9564"/>
                  </a:lnTo>
                  <a:cubicBezTo>
                    <a:pt x="16638" y="9497"/>
                    <a:pt x="16271" y="9230"/>
                    <a:pt x="16004" y="8663"/>
                  </a:cubicBezTo>
                  <a:cubicBezTo>
                    <a:pt x="15871" y="8363"/>
                    <a:pt x="15804" y="7996"/>
                    <a:pt x="15771" y="7529"/>
                  </a:cubicBezTo>
                  <a:cubicBezTo>
                    <a:pt x="15671" y="7062"/>
                    <a:pt x="15637" y="6562"/>
                    <a:pt x="15537" y="6028"/>
                  </a:cubicBezTo>
                  <a:cubicBezTo>
                    <a:pt x="15470" y="5494"/>
                    <a:pt x="15270" y="4860"/>
                    <a:pt x="14870" y="4360"/>
                  </a:cubicBezTo>
                  <a:cubicBezTo>
                    <a:pt x="14703" y="4060"/>
                    <a:pt x="14470" y="3893"/>
                    <a:pt x="14203" y="3660"/>
                  </a:cubicBezTo>
                  <a:cubicBezTo>
                    <a:pt x="13969" y="3426"/>
                    <a:pt x="13769" y="3259"/>
                    <a:pt x="13502" y="3093"/>
                  </a:cubicBezTo>
                  <a:cubicBezTo>
                    <a:pt x="13002" y="2759"/>
                    <a:pt x="12435" y="2392"/>
                    <a:pt x="11701" y="2392"/>
                  </a:cubicBezTo>
                  <a:cubicBezTo>
                    <a:pt x="11001" y="2425"/>
                    <a:pt x="10467" y="2692"/>
                    <a:pt x="9966" y="2926"/>
                  </a:cubicBezTo>
                  <a:cubicBezTo>
                    <a:pt x="9666" y="3059"/>
                    <a:pt x="9366" y="3226"/>
                    <a:pt x="9032" y="3393"/>
                  </a:cubicBezTo>
                  <a:cubicBezTo>
                    <a:pt x="8766" y="3560"/>
                    <a:pt x="8465" y="3693"/>
                    <a:pt x="8165" y="3693"/>
                  </a:cubicBezTo>
                  <a:cubicBezTo>
                    <a:pt x="8098" y="3660"/>
                    <a:pt x="8032" y="3660"/>
                    <a:pt x="7965" y="3660"/>
                  </a:cubicBezTo>
                  <a:cubicBezTo>
                    <a:pt x="7865" y="3593"/>
                    <a:pt x="7832" y="3593"/>
                    <a:pt x="7765" y="3560"/>
                  </a:cubicBezTo>
                  <a:cubicBezTo>
                    <a:pt x="7598" y="3526"/>
                    <a:pt x="7498" y="3393"/>
                    <a:pt x="7365" y="3326"/>
                  </a:cubicBezTo>
                  <a:cubicBezTo>
                    <a:pt x="7164" y="3093"/>
                    <a:pt x="6998" y="2759"/>
                    <a:pt x="6831" y="2425"/>
                  </a:cubicBezTo>
                  <a:cubicBezTo>
                    <a:pt x="6798" y="2259"/>
                    <a:pt x="6697" y="2092"/>
                    <a:pt x="6631" y="1892"/>
                  </a:cubicBezTo>
                  <a:cubicBezTo>
                    <a:pt x="6531" y="1725"/>
                    <a:pt x="6431" y="1525"/>
                    <a:pt x="6297" y="1358"/>
                  </a:cubicBezTo>
                  <a:cubicBezTo>
                    <a:pt x="6030" y="991"/>
                    <a:pt x="5697" y="691"/>
                    <a:pt x="5363" y="491"/>
                  </a:cubicBezTo>
                  <a:cubicBezTo>
                    <a:pt x="4873" y="164"/>
                    <a:pt x="4301" y="0"/>
                    <a:pt x="3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21" name="Google Shape;1821;p15"/>
            <p:cNvSpPr/>
            <p:nvPr/>
          </p:nvSpPr>
          <p:spPr>
            <a:xfrm flipH="1">
              <a:off x="-1177677" y="1615746"/>
              <a:ext cx="23319" cy="10319"/>
            </a:xfrm>
            <a:custGeom>
              <a:avLst/>
              <a:gdLst/>
              <a:ahLst/>
              <a:cxnLst/>
              <a:rect l="l" t="t" r="r" b="b"/>
              <a:pathLst>
                <a:path w="1035" h="458" extrusionOk="0">
                  <a:moveTo>
                    <a:pt x="610" y="0"/>
                  </a:moveTo>
                  <a:cubicBezTo>
                    <a:pt x="559" y="0"/>
                    <a:pt x="509" y="7"/>
                    <a:pt x="467" y="23"/>
                  </a:cubicBezTo>
                  <a:cubicBezTo>
                    <a:pt x="400" y="23"/>
                    <a:pt x="267" y="57"/>
                    <a:pt x="167" y="123"/>
                  </a:cubicBezTo>
                  <a:cubicBezTo>
                    <a:pt x="67" y="224"/>
                    <a:pt x="0" y="257"/>
                    <a:pt x="0" y="257"/>
                  </a:cubicBezTo>
                  <a:lnTo>
                    <a:pt x="133" y="457"/>
                  </a:lnTo>
                  <a:lnTo>
                    <a:pt x="567" y="457"/>
                  </a:lnTo>
                  <a:cubicBezTo>
                    <a:pt x="734" y="424"/>
                    <a:pt x="1034" y="257"/>
                    <a:pt x="1034" y="257"/>
                  </a:cubicBezTo>
                  <a:cubicBezTo>
                    <a:pt x="1034" y="257"/>
                    <a:pt x="967" y="57"/>
                    <a:pt x="934" y="57"/>
                  </a:cubicBezTo>
                  <a:cubicBezTo>
                    <a:pt x="934" y="57"/>
                    <a:pt x="765" y="0"/>
                    <a:pt x="6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22" name="Google Shape;1822;p15"/>
            <p:cNvSpPr/>
            <p:nvPr/>
          </p:nvSpPr>
          <p:spPr>
            <a:xfrm flipH="1">
              <a:off x="-1182926" y="1638817"/>
              <a:ext cx="26315" cy="11288"/>
            </a:xfrm>
            <a:custGeom>
              <a:avLst/>
              <a:gdLst/>
              <a:ahLst/>
              <a:cxnLst/>
              <a:rect l="l" t="t" r="r" b="b"/>
              <a:pathLst>
                <a:path w="1168" h="501" extrusionOk="0">
                  <a:moveTo>
                    <a:pt x="601" y="0"/>
                  </a:moveTo>
                  <a:cubicBezTo>
                    <a:pt x="334" y="0"/>
                    <a:pt x="0" y="100"/>
                    <a:pt x="0" y="100"/>
                  </a:cubicBezTo>
                  <a:lnTo>
                    <a:pt x="0" y="367"/>
                  </a:lnTo>
                  <a:cubicBezTo>
                    <a:pt x="0" y="367"/>
                    <a:pt x="367" y="500"/>
                    <a:pt x="601" y="500"/>
                  </a:cubicBezTo>
                  <a:cubicBezTo>
                    <a:pt x="834" y="500"/>
                    <a:pt x="1168" y="367"/>
                    <a:pt x="1168" y="367"/>
                  </a:cubicBezTo>
                  <a:lnTo>
                    <a:pt x="1168" y="100"/>
                  </a:lnTo>
                  <a:cubicBezTo>
                    <a:pt x="1168" y="100"/>
                    <a:pt x="801"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23" name="Google Shape;1823;p15"/>
            <p:cNvSpPr/>
            <p:nvPr/>
          </p:nvSpPr>
          <p:spPr>
            <a:xfrm flipH="1">
              <a:off x="-1185945" y="1658012"/>
              <a:ext cx="24828" cy="11625"/>
            </a:xfrm>
            <a:custGeom>
              <a:avLst/>
              <a:gdLst/>
              <a:ahLst/>
              <a:cxnLst/>
              <a:rect l="l" t="t" r="r" b="b"/>
              <a:pathLst>
                <a:path w="1102" h="516" extrusionOk="0">
                  <a:moveTo>
                    <a:pt x="633" y="1"/>
                  </a:moveTo>
                  <a:cubicBezTo>
                    <a:pt x="590" y="1"/>
                    <a:pt x="545" y="4"/>
                    <a:pt x="501" y="15"/>
                  </a:cubicBezTo>
                  <a:cubicBezTo>
                    <a:pt x="401" y="15"/>
                    <a:pt x="267" y="82"/>
                    <a:pt x="167" y="182"/>
                  </a:cubicBezTo>
                  <a:cubicBezTo>
                    <a:pt x="67" y="249"/>
                    <a:pt x="0" y="349"/>
                    <a:pt x="0" y="349"/>
                  </a:cubicBezTo>
                  <a:lnTo>
                    <a:pt x="167" y="516"/>
                  </a:lnTo>
                  <a:cubicBezTo>
                    <a:pt x="167" y="482"/>
                    <a:pt x="434" y="482"/>
                    <a:pt x="601" y="416"/>
                  </a:cubicBezTo>
                  <a:cubicBezTo>
                    <a:pt x="767" y="382"/>
                    <a:pt x="1068" y="249"/>
                    <a:pt x="1068" y="249"/>
                  </a:cubicBezTo>
                  <a:cubicBezTo>
                    <a:pt x="1068" y="249"/>
                    <a:pt x="1068" y="49"/>
                    <a:pt x="1101" y="49"/>
                  </a:cubicBezTo>
                  <a:cubicBezTo>
                    <a:pt x="1101" y="49"/>
                    <a:pt x="1001" y="15"/>
                    <a:pt x="868" y="15"/>
                  </a:cubicBezTo>
                  <a:cubicBezTo>
                    <a:pt x="801" y="15"/>
                    <a:pt x="719" y="1"/>
                    <a:pt x="6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24" name="Google Shape;1824;p15"/>
            <p:cNvSpPr/>
            <p:nvPr/>
          </p:nvSpPr>
          <p:spPr>
            <a:xfrm flipH="1">
              <a:off x="-1198720" y="1683899"/>
              <a:ext cx="22575" cy="11288"/>
            </a:xfrm>
            <a:custGeom>
              <a:avLst/>
              <a:gdLst/>
              <a:ahLst/>
              <a:cxnLst/>
              <a:rect l="l" t="t" r="r" b="b"/>
              <a:pathLst>
                <a:path w="1002" h="501" extrusionOk="0">
                  <a:moveTo>
                    <a:pt x="467" y="1"/>
                  </a:moveTo>
                  <a:cubicBezTo>
                    <a:pt x="301" y="1"/>
                    <a:pt x="0" y="101"/>
                    <a:pt x="0" y="101"/>
                  </a:cubicBezTo>
                  <a:lnTo>
                    <a:pt x="0" y="367"/>
                  </a:lnTo>
                  <a:cubicBezTo>
                    <a:pt x="0" y="367"/>
                    <a:pt x="301" y="501"/>
                    <a:pt x="501" y="501"/>
                  </a:cubicBezTo>
                  <a:cubicBezTo>
                    <a:pt x="734" y="501"/>
                    <a:pt x="1001" y="334"/>
                    <a:pt x="1001" y="334"/>
                  </a:cubicBezTo>
                  <a:cubicBezTo>
                    <a:pt x="1001" y="267"/>
                    <a:pt x="968" y="67"/>
                    <a:pt x="934" y="34"/>
                  </a:cubicBezTo>
                  <a:cubicBezTo>
                    <a:pt x="934" y="34"/>
                    <a:pt x="634" y="1"/>
                    <a:pt x="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25" name="Google Shape;1825;p15"/>
            <p:cNvSpPr/>
            <p:nvPr/>
          </p:nvSpPr>
          <p:spPr>
            <a:xfrm flipH="1">
              <a:off x="-1373057" y="1700436"/>
              <a:ext cx="18790" cy="11288"/>
            </a:xfrm>
            <a:custGeom>
              <a:avLst/>
              <a:gdLst/>
              <a:ahLst/>
              <a:cxnLst/>
              <a:rect l="l" t="t" r="r" b="b"/>
              <a:pathLst>
                <a:path w="834" h="501" extrusionOk="0">
                  <a:moveTo>
                    <a:pt x="434" y="0"/>
                  </a:moveTo>
                  <a:cubicBezTo>
                    <a:pt x="234" y="0"/>
                    <a:pt x="0" y="100"/>
                    <a:pt x="0" y="100"/>
                  </a:cubicBezTo>
                  <a:lnTo>
                    <a:pt x="0" y="334"/>
                  </a:lnTo>
                  <a:cubicBezTo>
                    <a:pt x="0" y="334"/>
                    <a:pt x="234" y="501"/>
                    <a:pt x="367" y="501"/>
                  </a:cubicBezTo>
                  <a:cubicBezTo>
                    <a:pt x="567" y="501"/>
                    <a:pt x="834" y="434"/>
                    <a:pt x="834" y="434"/>
                  </a:cubicBezTo>
                  <a:lnTo>
                    <a:pt x="834" y="167"/>
                  </a:lnTo>
                  <a:cubicBezTo>
                    <a:pt x="834" y="167"/>
                    <a:pt x="567" y="0"/>
                    <a:pt x="4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26" name="Google Shape;1826;p15"/>
            <p:cNvSpPr/>
            <p:nvPr/>
          </p:nvSpPr>
          <p:spPr>
            <a:xfrm flipH="1">
              <a:off x="-1375333" y="1731257"/>
              <a:ext cx="24828" cy="11806"/>
            </a:xfrm>
            <a:custGeom>
              <a:avLst/>
              <a:gdLst/>
              <a:ahLst/>
              <a:cxnLst/>
              <a:rect l="l" t="t" r="r" b="b"/>
              <a:pathLst>
                <a:path w="1102" h="524" extrusionOk="0">
                  <a:moveTo>
                    <a:pt x="501" y="0"/>
                  </a:moveTo>
                  <a:cubicBezTo>
                    <a:pt x="334" y="67"/>
                    <a:pt x="34" y="234"/>
                    <a:pt x="34" y="234"/>
                  </a:cubicBezTo>
                  <a:cubicBezTo>
                    <a:pt x="0" y="234"/>
                    <a:pt x="67" y="467"/>
                    <a:pt x="67" y="467"/>
                  </a:cubicBezTo>
                  <a:cubicBezTo>
                    <a:pt x="67" y="467"/>
                    <a:pt x="236" y="523"/>
                    <a:pt x="405" y="523"/>
                  </a:cubicBezTo>
                  <a:cubicBezTo>
                    <a:pt x="461" y="523"/>
                    <a:pt x="517" y="517"/>
                    <a:pt x="567" y="500"/>
                  </a:cubicBezTo>
                  <a:cubicBezTo>
                    <a:pt x="701" y="500"/>
                    <a:pt x="834" y="467"/>
                    <a:pt x="901" y="400"/>
                  </a:cubicBezTo>
                  <a:cubicBezTo>
                    <a:pt x="1001" y="300"/>
                    <a:pt x="1068" y="267"/>
                    <a:pt x="1068" y="267"/>
                  </a:cubicBezTo>
                  <a:cubicBezTo>
                    <a:pt x="1101" y="267"/>
                    <a:pt x="1001" y="100"/>
                    <a:pt x="9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27" name="Google Shape;1827;p15"/>
            <p:cNvSpPr/>
            <p:nvPr/>
          </p:nvSpPr>
          <p:spPr>
            <a:xfrm flipH="1">
              <a:off x="-1377586" y="1758699"/>
              <a:ext cx="25572" cy="12617"/>
            </a:xfrm>
            <a:custGeom>
              <a:avLst/>
              <a:gdLst/>
              <a:ahLst/>
              <a:cxnLst/>
              <a:rect l="l" t="t" r="r" b="b"/>
              <a:pathLst>
                <a:path w="1135" h="560" extrusionOk="0">
                  <a:moveTo>
                    <a:pt x="990" y="1"/>
                  </a:moveTo>
                  <a:cubicBezTo>
                    <a:pt x="981" y="1"/>
                    <a:pt x="973" y="5"/>
                    <a:pt x="967" y="16"/>
                  </a:cubicBezTo>
                  <a:cubicBezTo>
                    <a:pt x="967" y="16"/>
                    <a:pt x="867" y="50"/>
                    <a:pt x="801" y="50"/>
                  </a:cubicBezTo>
                  <a:cubicBezTo>
                    <a:pt x="701" y="50"/>
                    <a:pt x="600" y="50"/>
                    <a:pt x="500" y="83"/>
                  </a:cubicBezTo>
                  <a:cubicBezTo>
                    <a:pt x="300" y="116"/>
                    <a:pt x="0" y="250"/>
                    <a:pt x="0" y="250"/>
                  </a:cubicBezTo>
                  <a:lnTo>
                    <a:pt x="0" y="517"/>
                  </a:lnTo>
                  <a:cubicBezTo>
                    <a:pt x="0" y="517"/>
                    <a:pt x="213" y="559"/>
                    <a:pt x="436" y="559"/>
                  </a:cubicBezTo>
                  <a:cubicBezTo>
                    <a:pt x="491" y="559"/>
                    <a:pt x="547" y="557"/>
                    <a:pt x="600" y="550"/>
                  </a:cubicBezTo>
                  <a:cubicBezTo>
                    <a:pt x="701" y="517"/>
                    <a:pt x="867" y="417"/>
                    <a:pt x="967" y="350"/>
                  </a:cubicBezTo>
                  <a:cubicBezTo>
                    <a:pt x="1101" y="250"/>
                    <a:pt x="1134" y="183"/>
                    <a:pt x="1134" y="183"/>
                  </a:cubicBezTo>
                  <a:cubicBezTo>
                    <a:pt x="1134" y="127"/>
                    <a:pt x="1040" y="1"/>
                    <a:pt x="9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28" name="Google Shape;1828;p15"/>
            <p:cNvSpPr/>
            <p:nvPr/>
          </p:nvSpPr>
          <p:spPr>
            <a:xfrm flipH="1">
              <a:off x="-1388107" y="1786118"/>
              <a:ext cx="24828" cy="11625"/>
            </a:xfrm>
            <a:custGeom>
              <a:avLst/>
              <a:gdLst/>
              <a:ahLst/>
              <a:cxnLst/>
              <a:rect l="l" t="t" r="r" b="b"/>
              <a:pathLst>
                <a:path w="1102" h="516" extrusionOk="0">
                  <a:moveTo>
                    <a:pt x="1001" y="0"/>
                  </a:moveTo>
                  <a:cubicBezTo>
                    <a:pt x="1001" y="0"/>
                    <a:pt x="668" y="0"/>
                    <a:pt x="501" y="33"/>
                  </a:cubicBezTo>
                  <a:cubicBezTo>
                    <a:pt x="301" y="67"/>
                    <a:pt x="0" y="234"/>
                    <a:pt x="0" y="234"/>
                  </a:cubicBezTo>
                  <a:lnTo>
                    <a:pt x="34" y="500"/>
                  </a:lnTo>
                  <a:cubicBezTo>
                    <a:pt x="34" y="500"/>
                    <a:pt x="182" y="515"/>
                    <a:pt x="350" y="515"/>
                  </a:cubicBezTo>
                  <a:cubicBezTo>
                    <a:pt x="434" y="515"/>
                    <a:pt x="523" y="512"/>
                    <a:pt x="601" y="500"/>
                  </a:cubicBezTo>
                  <a:cubicBezTo>
                    <a:pt x="801" y="400"/>
                    <a:pt x="1101" y="200"/>
                    <a:pt x="1101" y="200"/>
                  </a:cubicBez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29" name="Google Shape;1829;p15"/>
            <p:cNvSpPr/>
            <p:nvPr/>
          </p:nvSpPr>
          <p:spPr>
            <a:xfrm flipH="1">
              <a:off x="-1403878" y="1798892"/>
              <a:ext cx="14307" cy="15050"/>
            </a:xfrm>
            <a:custGeom>
              <a:avLst/>
              <a:gdLst/>
              <a:ahLst/>
              <a:cxnLst/>
              <a:rect l="l" t="t" r="r" b="b"/>
              <a:pathLst>
                <a:path w="635" h="668" extrusionOk="0">
                  <a:moveTo>
                    <a:pt x="334" y="0"/>
                  </a:moveTo>
                  <a:lnTo>
                    <a:pt x="268" y="100"/>
                  </a:lnTo>
                  <a:cubicBezTo>
                    <a:pt x="201" y="134"/>
                    <a:pt x="134" y="167"/>
                    <a:pt x="134" y="234"/>
                  </a:cubicBezTo>
                  <a:cubicBezTo>
                    <a:pt x="101" y="267"/>
                    <a:pt x="1" y="467"/>
                    <a:pt x="1" y="467"/>
                  </a:cubicBezTo>
                  <a:cubicBezTo>
                    <a:pt x="1" y="467"/>
                    <a:pt x="134" y="634"/>
                    <a:pt x="201" y="667"/>
                  </a:cubicBezTo>
                  <a:cubicBezTo>
                    <a:pt x="201" y="667"/>
                    <a:pt x="268" y="667"/>
                    <a:pt x="334" y="634"/>
                  </a:cubicBezTo>
                  <a:cubicBezTo>
                    <a:pt x="435" y="601"/>
                    <a:pt x="501" y="567"/>
                    <a:pt x="535" y="467"/>
                  </a:cubicBezTo>
                  <a:cubicBezTo>
                    <a:pt x="635" y="400"/>
                    <a:pt x="635" y="267"/>
                    <a:pt x="635" y="167"/>
                  </a:cubicBezTo>
                  <a:cubicBezTo>
                    <a:pt x="635" y="67"/>
                    <a:pt x="601"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30" name="Google Shape;1830;p15"/>
            <p:cNvSpPr/>
            <p:nvPr/>
          </p:nvSpPr>
          <p:spPr>
            <a:xfrm flipH="1">
              <a:off x="-1424178" y="1819935"/>
              <a:ext cx="12054" cy="18813"/>
            </a:xfrm>
            <a:custGeom>
              <a:avLst/>
              <a:gdLst/>
              <a:ahLst/>
              <a:cxnLst/>
              <a:rect l="l" t="t" r="r" b="b"/>
              <a:pathLst>
                <a:path w="535" h="835" extrusionOk="0">
                  <a:moveTo>
                    <a:pt x="201" y="0"/>
                  </a:moveTo>
                  <a:cubicBezTo>
                    <a:pt x="201" y="0"/>
                    <a:pt x="167" y="34"/>
                    <a:pt x="134" y="134"/>
                  </a:cubicBezTo>
                  <a:cubicBezTo>
                    <a:pt x="134" y="200"/>
                    <a:pt x="34" y="234"/>
                    <a:pt x="34" y="334"/>
                  </a:cubicBezTo>
                  <a:cubicBezTo>
                    <a:pt x="1" y="400"/>
                    <a:pt x="1" y="667"/>
                    <a:pt x="1" y="667"/>
                  </a:cubicBezTo>
                  <a:cubicBezTo>
                    <a:pt x="1" y="701"/>
                    <a:pt x="201" y="801"/>
                    <a:pt x="201" y="834"/>
                  </a:cubicBezTo>
                  <a:lnTo>
                    <a:pt x="334" y="701"/>
                  </a:lnTo>
                  <a:cubicBezTo>
                    <a:pt x="434" y="667"/>
                    <a:pt x="468" y="534"/>
                    <a:pt x="501" y="467"/>
                  </a:cubicBezTo>
                  <a:cubicBezTo>
                    <a:pt x="534" y="367"/>
                    <a:pt x="534" y="234"/>
                    <a:pt x="501" y="167"/>
                  </a:cubicBezTo>
                  <a:cubicBezTo>
                    <a:pt x="501" y="67"/>
                    <a:pt x="468" y="0"/>
                    <a:pt x="4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831" name="Google Shape;1831;p15"/>
          <p:cNvGrpSpPr/>
          <p:nvPr/>
        </p:nvGrpSpPr>
        <p:grpSpPr>
          <a:xfrm>
            <a:off x="-46539" y="4708110"/>
            <a:ext cx="393757" cy="237624"/>
            <a:chOff x="-1778327" y="2071573"/>
            <a:chExt cx="393757" cy="237624"/>
          </a:xfrm>
        </p:grpSpPr>
        <p:sp>
          <p:nvSpPr>
            <p:cNvPr id="1832" name="Google Shape;1832;p15"/>
            <p:cNvSpPr/>
            <p:nvPr/>
          </p:nvSpPr>
          <p:spPr>
            <a:xfrm flipH="1">
              <a:off x="-1778327" y="2071573"/>
              <a:ext cx="393757" cy="235619"/>
            </a:xfrm>
            <a:custGeom>
              <a:avLst/>
              <a:gdLst/>
              <a:ahLst/>
              <a:cxnLst/>
              <a:rect l="l" t="t" r="r" b="b"/>
              <a:pathLst>
                <a:path w="17477" h="10458" extrusionOk="0">
                  <a:moveTo>
                    <a:pt x="5787" y="1"/>
                  </a:moveTo>
                  <a:cubicBezTo>
                    <a:pt x="5647" y="1"/>
                    <a:pt x="5509" y="20"/>
                    <a:pt x="5393" y="39"/>
                  </a:cubicBezTo>
                  <a:cubicBezTo>
                    <a:pt x="5126" y="73"/>
                    <a:pt x="4960" y="173"/>
                    <a:pt x="4793" y="306"/>
                  </a:cubicBezTo>
                  <a:cubicBezTo>
                    <a:pt x="4526" y="506"/>
                    <a:pt x="4226" y="740"/>
                    <a:pt x="3959" y="1007"/>
                  </a:cubicBezTo>
                  <a:lnTo>
                    <a:pt x="3592" y="1373"/>
                  </a:lnTo>
                  <a:cubicBezTo>
                    <a:pt x="3459" y="1507"/>
                    <a:pt x="3392" y="1674"/>
                    <a:pt x="3292" y="1840"/>
                  </a:cubicBezTo>
                  <a:cubicBezTo>
                    <a:pt x="3192" y="2141"/>
                    <a:pt x="3058" y="2474"/>
                    <a:pt x="2925" y="2741"/>
                  </a:cubicBezTo>
                  <a:cubicBezTo>
                    <a:pt x="2725" y="3342"/>
                    <a:pt x="2525" y="3909"/>
                    <a:pt x="2258" y="4342"/>
                  </a:cubicBezTo>
                  <a:cubicBezTo>
                    <a:pt x="2124" y="4576"/>
                    <a:pt x="2024" y="4743"/>
                    <a:pt x="1857" y="4876"/>
                  </a:cubicBezTo>
                  <a:cubicBezTo>
                    <a:pt x="1691" y="5009"/>
                    <a:pt x="1557" y="5076"/>
                    <a:pt x="1390" y="5076"/>
                  </a:cubicBezTo>
                  <a:cubicBezTo>
                    <a:pt x="1090" y="5076"/>
                    <a:pt x="790" y="4909"/>
                    <a:pt x="623" y="4843"/>
                  </a:cubicBezTo>
                  <a:cubicBezTo>
                    <a:pt x="456" y="4743"/>
                    <a:pt x="390" y="4676"/>
                    <a:pt x="390" y="4676"/>
                  </a:cubicBezTo>
                  <a:cubicBezTo>
                    <a:pt x="358" y="4651"/>
                    <a:pt x="323" y="4640"/>
                    <a:pt x="288" y="4640"/>
                  </a:cubicBezTo>
                  <a:cubicBezTo>
                    <a:pt x="140" y="4640"/>
                    <a:pt x="0" y="4841"/>
                    <a:pt x="190" y="4976"/>
                  </a:cubicBezTo>
                  <a:cubicBezTo>
                    <a:pt x="190" y="4976"/>
                    <a:pt x="256" y="5043"/>
                    <a:pt x="456" y="5176"/>
                  </a:cubicBezTo>
                  <a:cubicBezTo>
                    <a:pt x="690" y="5310"/>
                    <a:pt x="957" y="5510"/>
                    <a:pt x="1457" y="5510"/>
                  </a:cubicBezTo>
                  <a:cubicBezTo>
                    <a:pt x="1691" y="5510"/>
                    <a:pt x="1957" y="5410"/>
                    <a:pt x="2191" y="5243"/>
                  </a:cubicBezTo>
                  <a:cubicBezTo>
                    <a:pt x="2391" y="5076"/>
                    <a:pt x="2558" y="4876"/>
                    <a:pt x="2725" y="4642"/>
                  </a:cubicBezTo>
                  <a:cubicBezTo>
                    <a:pt x="3025" y="4142"/>
                    <a:pt x="3225" y="3575"/>
                    <a:pt x="3459" y="3008"/>
                  </a:cubicBezTo>
                  <a:cubicBezTo>
                    <a:pt x="3592" y="2708"/>
                    <a:pt x="3725" y="2408"/>
                    <a:pt x="3892" y="2174"/>
                  </a:cubicBezTo>
                  <a:cubicBezTo>
                    <a:pt x="3959" y="2041"/>
                    <a:pt x="4059" y="1874"/>
                    <a:pt x="4126" y="1807"/>
                  </a:cubicBezTo>
                  <a:cubicBezTo>
                    <a:pt x="4259" y="1707"/>
                    <a:pt x="4359" y="1574"/>
                    <a:pt x="4459" y="1474"/>
                  </a:cubicBezTo>
                  <a:cubicBezTo>
                    <a:pt x="4726" y="1240"/>
                    <a:pt x="4960" y="1040"/>
                    <a:pt x="5226" y="873"/>
                  </a:cubicBezTo>
                  <a:cubicBezTo>
                    <a:pt x="5449" y="749"/>
                    <a:pt x="5635" y="681"/>
                    <a:pt x="5798" y="681"/>
                  </a:cubicBezTo>
                  <a:cubicBezTo>
                    <a:pt x="5855" y="681"/>
                    <a:pt x="5909" y="689"/>
                    <a:pt x="5960" y="706"/>
                  </a:cubicBezTo>
                  <a:cubicBezTo>
                    <a:pt x="6194" y="740"/>
                    <a:pt x="6394" y="1007"/>
                    <a:pt x="6561" y="1240"/>
                  </a:cubicBezTo>
                  <a:cubicBezTo>
                    <a:pt x="6728" y="1507"/>
                    <a:pt x="6861" y="1840"/>
                    <a:pt x="6961" y="2141"/>
                  </a:cubicBezTo>
                  <a:cubicBezTo>
                    <a:pt x="7261" y="2741"/>
                    <a:pt x="7461" y="3375"/>
                    <a:pt x="7795" y="3975"/>
                  </a:cubicBezTo>
                  <a:cubicBezTo>
                    <a:pt x="7962" y="4242"/>
                    <a:pt x="8229" y="4542"/>
                    <a:pt x="8462" y="4809"/>
                  </a:cubicBezTo>
                  <a:cubicBezTo>
                    <a:pt x="8729" y="5043"/>
                    <a:pt x="9096" y="5243"/>
                    <a:pt x="9530" y="5343"/>
                  </a:cubicBezTo>
                  <a:cubicBezTo>
                    <a:pt x="9643" y="5364"/>
                    <a:pt x="9760" y="5372"/>
                    <a:pt x="9877" y="5372"/>
                  </a:cubicBezTo>
                  <a:cubicBezTo>
                    <a:pt x="10138" y="5372"/>
                    <a:pt x="10400" y="5333"/>
                    <a:pt x="10630" y="5310"/>
                  </a:cubicBezTo>
                  <a:cubicBezTo>
                    <a:pt x="10813" y="5273"/>
                    <a:pt x="10986" y="5246"/>
                    <a:pt x="11149" y="5246"/>
                  </a:cubicBezTo>
                  <a:cubicBezTo>
                    <a:pt x="11283" y="5246"/>
                    <a:pt x="11410" y="5264"/>
                    <a:pt x="11531" y="5310"/>
                  </a:cubicBezTo>
                  <a:cubicBezTo>
                    <a:pt x="12065" y="5476"/>
                    <a:pt x="12465" y="6010"/>
                    <a:pt x="12765" y="6577"/>
                  </a:cubicBezTo>
                  <a:lnTo>
                    <a:pt x="12799" y="6711"/>
                  </a:lnTo>
                  <a:lnTo>
                    <a:pt x="12799" y="6744"/>
                  </a:lnTo>
                  <a:lnTo>
                    <a:pt x="12865" y="6811"/>
                  </a:lnTo>
                  <a:lnTo>
                    <a:pt x="12899" y="6844"/>
                  </a:lnTo>
                  <a:cubicBezTo>
                    <a:pt x="12932" y="6911"/>
                    <a:pt x="12965" y="6977"/>
                    <a:pt x="13032" y="7044"/>
                  </a:cubicBezTo>
                  <a:cubicBezTo>
                    <a:pt x="13099" y="7178"/>
                    <a:pt x="13199" y="7344"/>
                    <a:pt x="13266" y="7478"/>
                  </a:cubicBezTo>
                  <a:cubicBezTo>
                    <a:pt x="13432" y="7745"/>
                    <a:pt x="13566" y="8045"/>
                    <a:pt x="13733" y="8345"/>
                  </a:cubicBezTo>
                  <a:cubicBezTo>
                    <a:pt x="14066" y="8879"/>
                    <a:pt x="14366" y="9413"/>
                    <a:pt x="14767" y="9846"/>
                  </a:cubicBezTo>
                  <a:cubicBezTo>
                    <a:pt x="14933" y="10046"/>
                    <a:pt x="15200" y="10213"/>
                    <a:pt x="15434" y="10347"/>
                  </a:cubicBezTo>
                  <a:cubicBezTo>
                    <a:pt x="15590" y="10425"/>
                    <a:pt x="15735" y="10457"/>
                    <a:pt x="15882" y="10457"/>
                  </a:cubicBezTo>
                  <a:cubicBezTo>
                    <a:pt x="15986" y="10457"/>
                    <a:pt x="16090" y="10441"/>
                    <a:pt x="16201" y="10413"/>
                  </a:cubicBezTo>
                  <a:cubicBezTo>
                    <a:pt x="16668" y="10313"/>
                    <a:pt x="16901" y="10046"/>
                    <a:pt x="17068" y="9880"/>
                  </a:cubicBezTo>
                  <a:lnTo>
                    <a:pt x="17335" y="9646"/>
                  </a:lnTo>
                  <a:cubicBezTo>
                    <a:pt x="17477" y="9448"/>
                    <a:pt x="17306" y="9298"/>
                    <a:pt x="17067" y="9298"/>
                  </a:cubicBezTo>
                  <a:cubicBezTo>
                    <a:pt x="17025" y="9298"/>
                    <a:pt x="16980" y="9302"/>
                    <a:pt x="16935" y="9313"/>
                  </a:cubicBezTo>
                  <a:cubicBezTo>
                    <a:pt x="16935" y="9313"/>
                    <a:pt x="16901" y="9413"/>
                    <a:pt x="16735" y="9546"/>
                  </a:cubicBezTo>
                  <a:cubicBezTo>
                    <a:pt x="16568" y="9679"/>
                    <a:pt x="16368" y="9880"/>
                    <a:pt x="16034" y="9980"/>
                  </a:cubicBezTo>
                  <a:cubicBezTo>
                    <a:pt x="15991" y="9989"/>
                    <a:pt x="15946" y="9994"/>
                    <a:pt x="15900" y="9994"/>
                  </a:cubicBezTo>
                  <a:cubicBezTo>
                    <a:pt x="15629" y="9994"/>
                    <a:pt x="15319" y="9827"/>
                    <a:pt x="15033" y="9513"/>
                  </a:cubicBezTo>
                  <a:cubicBezTo>
                    <a:pt x="14733" y="9146"/>
                    <a:pt x="14433" y="8645"/>
                    <a:pt x="14133" y="8078"/>
                  </a:cubicBezTo>
                  <a:cubicBezTo>
                    <a:pt x="14033" y="7811"/>
                    <a:pt x="13866" y="7511"/>
                    <a:pt x="13733" y="7211"/>
                  </a:cubicBezTo>
                  <a:cubicBezTo>
                    <a:pt x="13632" y="7044"/>
                    <a:pt x="13566" y="6911"/>
                    <a:pt x="13466" y="6744"/>
                  </a:cubicBezTo>
                  <a:lnTo>
                    <a:pt x="13366" y="6510"/>
                  </a:lnTo>
                  <a:lnTo>
                    <a:pt x="13299" y="6477"/>
                  </a:lnTo>
                  <a:lnTo>
                    <a:pt x="13299" y="6410"/>
                  </a:lnTo>
                  <a:lnTo>
                    <a:pt x="13232" y="6310"/>
                  </a:lnTo>
                  <a:cubicBezTo>
                    <a:pt x="13132" y="6177"/>
                    <a:pt x="13065" y="6010"/>
                    <a:pt x="12965" y="5843"/>
                  </a:cubicBezTo>
                  <a:cubicBezTo>
                    <a:pt x="12865" y="5677"/>
                    <a:pt x="12765" y="5543"/>
                    <a:pt x="12632" y="5376"/>
                  </a:cubicBezTo>
                  <a:cubicBezTo>
                    <a:pt x="12432" y="5076"/>
                    <a:pt x="12098" y="4809"/>
                    <a:pt x="11698" y="4676"/>
                  </a:cubicBezTo>
                  <a:cubicBezTo>
                    <a:pt x="11481" y="4609"/>
                    <a:pt x="11272" y="4584"/>
                    <a:pt x="11076" y="4584"/>
                  </a:cubicBezTo>
                  <a:cubicBezTo>
                    <a:pt x="10880" y="4584"/>
                    <a:pt x="10697" y="4609"/>
                    <a:pt x="10530" y="4642"/>
                  </a:cubicBezTo>
                  <a:cubicBezTo>
                    <a:pt x="10330" y="4659"/>
                    <a:pt x="10163" y="4668"/>
                    <a:pt x="10013" y="4668"/>
                  </a:cubicBezTo>
                  <a:cubicBezTo>
                    <a:pt x="9863" y="4668"/>
                    <a:pt x="9730" y="4659"/>
                    <a:pt x="9596" y="4642"/>
                  </a:cubicBezTo>
                  <a:cubicBezTo>
                    <a:pt x="9296" y="4542"/>
                    <a:pt x="9096" y="4409"/>
                    <a:pt x="8896" y="4209"/>
                  </a:cubicBezTo>
                  <a:cubicBezTo>
                    <a:pt x="8629" y="4009"/>
                    <a:pt x="8462" y="3809"/>
                    <a:pt x="8362" y="3542"/>
                  </a:cubicBezTo>
                  <a:cubicBezTo>
                    <a:pt x="8062" y="3075"/>
                    <a:pt x="7862" y="2474"/>
                    <a:pt x="7561" y="1840"/>
                  </a:cubicBezTo>
                  <a:cubicBezTo>
                    <a:pt x="7395" y="1540"/>
                    <a:pt x="7261" y="1207"/>
                    <a:pt x="7061" y="873"/>
                  </a:cubicBezTo>
                  <a:cubicBezTo>
                    <a:pt x="6861" y="540"/>
                    <a:pt x="6561" y="206"/>
                    <a:pt x="6094" y="39"/>
                  </a:cubicBezTo>
                  <a:cubicBezTo>
                    <a:pt x="5995" y="11"/>
                    <a:pt x="5890" y="1"/>
                    <a:pt x="57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33" name="Google Shape;1833;p15"/>
            <p:cNvSpPr/>
            <p:nvPr/>
          </p:nvSpPr>
          <p:spPr>
            <a:xfrm flipH="1">
              <a:off x="-1527883" y="2103250"/>
              <a:ext cx="21809" cy="11310"/>
            </a:xfrm>
            <a:custGeom>
              <a:avLst/>
              <a:gdLst/>
              <a:ahLst/>
              <a:cxnLst/>
              <a:rect l="l" t="t" r="r" b="b"/>
              <a:pathLst>
                <a:path w="968" h="502" extrusionOk="0">
                  <a:moveTo>
                    <a:pt x="467" y="1"/>
                  </a:moveTo>
                  <a:cubicBezTo>
                    <a:pt x="300" y="1"/>
                    <a:pt x="0" y="134"/>
                    <a:pt x="0" y="134"/>
                  </a:cubicBezTo>
                  <a:lnTo>
                    <a:pt x="0" y="401"/>
                  </a:lnTo>
                  <a:cubicBezTo>
                    <a:pt x="0" y="401"/>
                    <a:pt x="267" y="501"/>
                    <a:pt x="467" y="501"/>
                  </a:cubicBezTo>
                  <a:cubicBezTo>
                    <a:pt x="634" y="501"/>
                    <a:pt x="934" y="401"/>
                    <a:pt x="934" y="401"/>
                  </a:cubicBezTo>
                  <a:cubicBezTo>
                    <a:pt x="968" y="401"/>
                    <a:pt x="968" y="168"/>
                    <a:pt x="934" y="134"/>
                  </a:cubicBezTo>
                  <a:cubicBezTo>
                    <a:pt x="934" y="134"/>
                    <a:pt x="634" y="1"/>
                    <a:pt x="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34" name="Google Shape;1834;p15"/>
            <p:cNvSpPr/>
            <p:nvPr/>
          </p:nvSpPr>
          <p:spPr>
            <a:xfrm flipH="1">
              <a:off x="-1527140" y="2121094"/>
              <a:ext cx="24828" cy="11490"/>
            </a:xfrm>
            <a:custGeom>
              <a:avLst/>
              <a:gdLst/>
              <a:ahLst/>
              <a:cxnLst/>
              <a:rect l="l" t="t" r="r" b="b"/>
              <a:pathLst>
                <a:path w="1102" h="510" extrusionOk="0">
                  <a:moveTo>
                    <a:pt x="633" y="0"/>
                  </a:moveTo>
                  <a:cubicBezTo>
                    <a:pt x="586" y="0"/>
                    <a:pt x="541" y="3"/>
                    <a:pt x="501" y="9"/>
                  </a:cubicBezTo>
                  <a:cubicBezTo>
                    <a:pt x="301" y="43"/>
                    <a:pt x="0" y="176"/>
                    <a:pt x="0" y="176"/>
                  </a:cubicBezTo>
                  <a:lnTo>
                    <a:pt x="0" y="443"/>
                  </a:lnTo>
                  <a:cubicBezTo>
                    <a:pt x="0" y="443"/>
                    <a:pt x="334" y="510"/>
                    <a:pt x="534" y="510"/>
                  </a:cubicBezTo>
                  <a:cubicBezTo>
                    <a:pt x="768" y="476"/>
                    <a:pt x="1035" y="310"/>
                    <a:pt x="1035" y="310"/>
                  </a:cubicBezTo>
                  <a:cubicBezTo>
                    <a:pt x="1101" y="276"/>
                    <a:pt x="1035" y="43"/>
                    <a:pt x="1035" y="43"/>
                  </a:cubicBezTo>
                  <a:cubicBezTo>
                    <a:pt x="1035" y="43"/>
                    <a:pt x="821" y="0"/>
                    <a:pt x="6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35" name="Google Shape;1835;p15"/>
            <p:cNvSpPr/>
            <p:nvPr/>
          </p:nvSpPr>
          <p:spPr>
            <a:xfrm flipH="1">
              <a:off x="-1535408" y="2146102"/>
              <a:ext cx="23319" cy="9778"/>
            </a:xfrm>
            <a:custGeom>
              <a:avLst/>
              <a:gdLst/>
              <a:ahLst/>
              <a:cxnLst/>
              <a:rect l="l" t="t" r="r" b="b"/>
              <a:pathLst>
                <a:path w="1035" h="434" extrusionOk="0">
                  <a:moveTo>
                    <a:pt x="434" y="0"/>
                  </a:moveTo>
                  <a:cubicBezTo>
                    <a:pt x="267" y="0"/>
                    <a:pt x="0" y="100"/>
                    <a:pt x="0" y="100"/>
                  </a:cubicBezTo>
                  <a:lnTo>
                    <a:pt x="0" y="367"/>
                  </a:lnTo>
                  <a:cubicBezTo>
                    <a:pt x="0" y="367"/>
                    <a:pt x="267" y="434"/>
                    <a:pt x="500" y="434"/>
                  </a:cubicBezTo>
                  <a:cubicBezTo>
                    <a:pt x="567" y="434"/>
                    <a:pt x="734" y="400"/>
                    <a:pt x="834" y="334"/>
                  </a:cubicBezTo>
                  <a:cubicBezTo>
                    <a:pt x="901" y="234"/>
                    <a:pt x="1001" y="200"/>
                    <a:pt x="1001" y="200"/>
                  </a:cubicBezTo>
                  <a:cubicBezTo>
                    <a:pt x="1034" y="200"/>
                    <a:pt x="901" y="34"/>
                    <a:pt x="9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36" name="Google Shape;1836;p15"/>
            <p:cNvSpPr/>
            <p:nvPr/>
          </p:nvSpPr>
          <p:spPr>
            <a:xfrm flipH="1">
              <a:off x="-1542167" y="2168632"/>
              <a:ext cx="20322" cy="11648"/>
            </a:xfrm>
            <a:custGeom>
              <a:avLst/>
              <a:gdLst/>
              <a:ahLst/>
              <a:cxnLst/>
              <a:rect l="l" t="t" r="r" b="b"/>
              <a:pathLst>
                <a:path w="902" h="517" extrusionOk="0">
                  <a:moveTo>
                    <a:pt x="635" y="1"/>
                  </a:moveTo>
                  <a:cubicBezTo>
                    <a:pt x="534" y="1"/>
                    <a:pt x="468" y="1"/>
                    <a:pt x="368" y="34"/>
                  </a:cubicBezTo>
                  <a:cubicBezTo>
                    <a:pt x="268" y="68"/>
                    <a:pt x="34" y="234"/>
                    <a:pt x="34" y="234"/>
                  </a:cubicBezTo>
                  <a:cubicBezTo>
                    <a:pt x="1" y="234"/>
                    <a:pt x="101" y="501"/>
                    <a:pt x="101" y="501"/>
                  </a:cubicBezTo>
                  <a:cubicBezTo>
                    <a:pt x="101" y="501"/>
                    <a:pt x="205" y="516"/>
                    <a:pt x="323" y="516"/>
                  </a:cubicBezTo>
                  <a:cubicBezTo>
                    <a:pt x="382" y="516"/>
                    <a:pt x="445" y="512"/>
                    <a:pt x="501" y="501"/>
                  </a:cubicBezTo>
                  <a:cubicBezTo>
                    <a:pt x="601" y="435"/>
                    <a:pt x="668" y="401"/>
                    <a:pt x="768" y="334"/>
                  </a:cubicBezTo>
                  <a:lnTo>
                    <a:pt x="901" y="201"/>
                  </a:lnTo>
                  <a:cubicBezTo>
                    <a:pt x="901" y="134"/>
                    <a:pt x="768" y="1"/>
                    <a:pt x="7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37" name="Google Shape;1837;p15"/>
            <p:cNvSpPr/>
            <p:nvPr/>
          </p:nvSpPr>
          <p:spPr>
            <a:xfrm flipH="1">
              <a:off x="-1648892" y="2209456"/>
              <a:ext cx="17326" cy="11963"/>
            </a:xfrm>
            <a:custGeom>
              <a:avLst/>
              <a:gdLst/>
              <a:ahLst/>
              <a:cxnLst/>
              <a:rect l="l" t="t" r="r" b="b"/>
              <a:pathLst>
                <a:path w="769" h="531" extrusionOk="0">
                  <a:moveTo>
                    <a:pt x="326" y="1"/>
                  </a:moveTo>
                  <a:cubicBezTo>
                    <a:pt x="214" y="1"/>
                    <a:pt x="101" y="57"/>
                    <a:pt x="101" y="57"/>
                  </a:cubicBezTo>
                  <a:lnTo>
                    <a:pt x="1" y="290"/>
                  </a:lnTo>
                  <a:cubicBezTo>
                    <a:pt x="1" y="290"/>
                    <a:pt x="201" y="457"/>
                    <a:pt x="368" y="524"/>
                  </a:cubicBezTo>
                  <a:cubicBezTo>
                    <a:pt x="382" y="529"/>
                    <a:pt x="399" y="531"/>
                    <a:pt x="418" y="531"/>
                  </a:cubicBezTo>
                  <a:cubicBezTo>
                    <a:pt x="530" y="531"/>
                    <a:pt x="701" y="457"/>
                    <a:pt x="701" y="457"/>
                  </a:cubicBezTo>
                  <a:cubicBezTo>
                    <a:pt x="701" y="424"/>
                    <a:pt x="768" y="257"/>
                    <a:pt x="768" y="224"/>
                  </a:cubicBezTo>
                  <a:cubicBezTo>
                    <a:pt x="768" y="224"/>
                    <a:pt x="601" y="57"/>
                    <a:pt x="435" y="24"/>
                  </a:cubicBezTo>
                  <a:cubicBezTo>
                    <a:pt x="401" y="7"/>
                    <a:pt x="364" y="1"/>
                    <a:pt x="3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38" name="Google Shape;1838;p15"/>
            <p:cNvSpPr/>
            <p:nvPr/>
          </p:nvSpPr>
          <p:spPr>
            <a:xfrm flipH="1">
              <a:off x="-1660157" y="2233271"/>
              <a:ext cx="18069" cy="11288"/>
            </a:xfrm>
            <a:custGeom>
              <a:avLst/>
              <a:gdLst/>
              <a:ahLst/>
              <a:cxnLst/>
              <a:rect l="l" t="t" r="r" b="b"/>
              <a:pathLst>
                <a:path w="802" h="501" extrusionOk="0">
                  <a:moveTo>
                    <a:pt x="368" y="1"/>
                  </a:moveTo>
                  <a:cubicBezTo>
                    <a:pt x="234" y="1"/>
                    <a:pt x="1" y="101"/>
                    <a:pt x="1" y="101"/>
                  </a:cubicBezTo>
                  <a:lnTo>
                    <a:pt x="1" y="368"/>
                  </a:lnTo>
                  <a:cubicBezTo>
                    <a:pt x="1" y="368"/>
                    <a:pt x="234" y="501"/>
                    <a:pt x="368" y="501"/>
                  </a:cubicBezTo>
                  <a:cubicBezTo>
                    <a:pt x="468" y="501"/>
                    <a:pt x="568" y="434"/>
                    <a:pt x="635" y="401"/>
                  </a:cubicBezTo>
                  <a:cubicBezTo>
                    <a:pt x="735" y="368"/>
                    <a:pt x="768" y="334"/>
                    <a:pt x="768" y="334"/>
                  </a:cubicBezTo>
                  <a:cubicBezTo>
                    <a:pt x="801" y="301"/>
                    <a:pt x="735" y="67"/>
                    <a:pt x="735" y="67"/>
                  </a:cubicBezTo>
                  <a:cubicBezTo>
                    <a:pt x="735" y="67"/>
                    <a:pt x="668" y="34"/>
                    <a:pt x="601" y="34"/>
                  </a:cubicBezTo>
                  <a:cubicBezTo>
                    <a:pt x="501" y="1"/>
                    <a:pt x="468" y="1"/>
                    <a:pt x="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39" name="Google Shape;1839;p15"/>
            <p:cNvSpPr/>
            <p:nvPr/>
          </p:nvSpPr>
          <p:spPr>
            <a:xfrm flipH="1">
              <a:off x="-1674441" y="2252804"/>
              <a:ext cx="19579" cy="11310"/>
            </a:xfrm>
            <a:custGeom>
              <a:avLst/>
              <a:gdLst/>
              <a:ahLst/>
              <a:cxnLst/>
              <a:rect l="l" t="t" r="r" b="b"/>
              <a:pathLst>
                <a:path w="869" h="502" extrusionOk="0">
                  <a:moveTo>
                    <a:pt x="568" y="1"/>
                  </a:moveTo>
                  <a:cubicBezTo>
                    <a:pt x="535" y="18"/>
                    <a:pt x="493" y="18"/>
                    <a:pt x="451" y="18"/>
                  </a:cubicBezTo>
                  <a:cubicBezTo>
                    <a:pt x="410" y="18"/>
                    <a:pt x="368" y="18"/>
                    <a:pt x="335" y="34"/>
                  </a:cubicBezTo>
                  <a:cubicBezTo>
                    <a:pt x="268" y="34"/>
                    <a:pt x="201" y="101"/>
                    <a:pt x="101" y="134"/>
                  </a:cubicBezTo>
                  <a:cubicBezTo>
                    <a:pt x="34" y="168"/>
                    <a:pt x="1" y="201"/>
                    <a:pt x="1" y="201"/>
                  </a:cubicBezTo>
                  <a:lnTo>
                    <a:pt x="1" y="468"/>
                  </a:lnTo>
                  <a:cubicBezTo>
                    <a:pt x="1" y="468"/>
                    <a:pt x="68" y="468"/>
                    <a:pt x="168" y="501"/>
                  </a:cubicBezTo>
                  <a:lnTo>
                    <a:pt x="501" y="501"/>
                  </a:lnTo>
                  <a:cubicBezTo>
                    <a:pt x="568" y="468"/>
                    <a:pt x="668" y="435"/>
                    <a:pt x="735" y="335"/>
                  </a:cubicBezTo>
                  <a:lnTo>
                    <a:pt x="868" y="201"/>
                  </a:lnTo>
                  <a:cubicBezTo>
                    <a:pt x="868" y="168"/>
                    <a:pt x="768" y="1"/>
                    <a:pt x="7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40" name="Google Shape;1840;p15"/>
            <p:cNvSpPr/>
            <p:nvPr/>
          </p:nvSpPr>
          <p:spPr>
            <a:xfrm flipH="1">
              <a:off x="-1690978" y="2272360"/>
              <a:ext cx="27847" cy="12797"/>
            </a:xfrm>
            <a:custGeom>
              <a:avLst/>
              <a:gdLst/>
              <a:ahLst/>
              <a:cxnLst/>
              <a:rect l="l" t="t" r="r" b="b"/>
              <a:pathLst>
                <a:path w="1236" h="568" extrusionOk="0">
                  <a:moveTo>
                    <a:pt x="1168" y="0"/>
                  </a:moveTo>
                  <a:cubicBezTo>
                    <a:pt x="1168" y="0"/>
                    <a:pt x="801" y="0"/>
                    <a:pt x="535" y="67"/>
                  </a:cubicBezTo>
                  <a:cubicBezTo>
                    <a:pt x="334" y="100"/>
                    <a:pt x="1" y="300"/>
                    <a:pt x="1" y="300"/>
                  </a:cubicBezTo>
                  <a:lnTo>
                    <a:pt x="34" y="567"/>
                  </a:lnTo>
                  <a:cubicBezTo>
                    <a:pt x="34" y="567"/>
                    <a:pt x="401" y="567"/>
                    <a:pt x="668" y="501"/>
                  </a:cubicBezTo>
                  <a:cubicBezTo>
                    <a:pt x="868" y="467"/>
                    <a:pt x="1202" y="267"/>
                    <a:pt x="1202" y="267"/>
                  </a:cubicBezTo>
                  <a:cubicBezTo>
                    <a:pt x="1235" y="234"/>
                    <a:pt x="1202" y="0"/>
                    <a:pt x="11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41" name="Google Shape;1841;p15"/>
            <p:cNvSpPr/>
            <p:nvPr/>
          </p:nvSpPr>
          <p:spPr>
            <a:xfrm flipH="1">
              <a:off x="-1704496" y="2297909"/>
              <a:ext cx="15050" cy="11288"/>
            </a:xfrm>
            <a:custGeom>
              <a:avLst/>
              <a:gdLst/>
              <a:ahLst/>
              <a:cxnLst/>
              <a:rect l="l" t="t" r="r" b="b"/>
              <a:pathLst>
                <a:path w="668" h="501" extrusionOk="0">
                  <a:moveTo>
                    <a:pt x="334" y="0"/>
                  </a:moveTo>
                  <a:cubicBezTo>
                    <a:pt x="201" y="0"/>
                    <a:pt x="0" y="134"/>
                    <a:pt x="0" y="134"/>
                  </a:cubicBezTo>
                  <a:lnTo>
                    <a:pt x="0" y="367"/>
                  </a:lnTo>
                  <a:cubicBezTo>
                    <a:pt x="0" y="367"/>
                    <a:pt x="201" y="501"/>
                    <a:pt x="334" y="501"/>
                  </a:cubicBezTo>
                  <a:cubicBezTo>
                    <a:pt x="467" y="501"/>
                    <a:pt x="668" y="367"/>
                    <a:pt x="668" y="367"/>
                  </a:cubicBezTo>
                  <a:lnTo>
                    <a:pt x="668" y="134"/>
                  </a:lnTo>
                  <a:cubicBezTo>
                    <a:pt x="668" y="134"/>
                    <a:pt x="467" y="0"/>
                    <a:pt x="3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only 3">
  <p:cSld name="CUSTOM_10_1_1">
    <p:spTree>
      <p:nvGrpSpPr>
        <p:cNvPr id="1842" name="Shape 1842"/>
        <p:cNvGrpSpPr/>
        <p:nvPr/>
      </p:nvGrpSpPr>
      <p:grpSpPr>
        <a:xfrm>
          <a:off x="0" y="0"/>
          <a:ext cx="0" cy="0"/>
          <a:chOff x="0" y="0"/>
          <a:chExt cx="0" cy="0"/>
        </a:xfrm>
      </p:grpSpPr>
      <p:pic>
        <p:nvPicPr>
          <p:cNvPr id="1843" name="Google Shape;1843;p16"/>
          <p:cNvPicPr preferRelativeResize="0"/>
          <p:nvPr/>
        </p:nvPicPr>
        <p:blipFill rotWithShape="1">
          <a:blip r:embed="rId2"/>
          <a:srcRect b="15598"/>
          <a:stretch>
            <a:fillRect/>
          </a:stretch>
        </p:blipFill>
        <p:spPr>
          <a:xfrm>
            <a:off x="0" y="0"/>
            <a:ext cx="9144003" cy="5143501"/>
          </a:xfrm>
          <a:prstGeom prst="rect">
            <a:avLst/>
          </a:prstGeom>
          <a:noFill/>
          <a:ln>
            <a:noFill/>
          </a:ln>
        </p:spPr>
      </p:pic>
      <p:sp>
        <p:nvSpPr>
          <p:cNvPr id="1844" name="Google Shape;1844;p16"/>
          <p:cNvSpPr txBox="1"/>
          <p:nvPr>
            <p:ph type="title"/>
          </p:nvPr>
        </p:nvSpPr>
        <p:spPr>
          <a:xfrm>
            <a:off x="713225" y="1128825"/>
            <a:ext cx="2614500" cy="14919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Quote">
  <p:cSld name="BLANK_1_1">
    <p:spTree>
      <p:nvGrpSpPr>
        <p:cNvPr id="1845" name="Shape 1845"/>
        <p:cNvGrpSpPr/>
        <p:nvPr/>
      </p:nvGrpSpPr>
      <p:grpSpPr>
        <a:xfrm>
          <a:off x="0" y="0"/>
          <a:ext cx="0" cy="0"/>
          <a:chOff x="0" y="0"/>
          <a:chExt cx="0" cy="0"/>
        </a:xfrm>
      </p:grpSpPr>
      <p:pic>
        <p:nvPicPr>
          <p:cNvPr id="1846" name="Google Shape;1846;p17"/>
          <p:cNvPicPr preferRelativeResize="0"/>
          <p:nvPr/>
        </p:nvPicPr>
        <p:blipFill rotWithShape="1">
          <a:blip r:embed="rId2"/>
          <a:srcRect b="15598"/>
          <a:stretch>
            <a:fillRect/>
          </a:stretch>
        </p:blipFill>
        <p:spPr>
          <a:xfrm flipH="1">
            <a:off x="0" y="0"/>
            <a:ext cx="9144003" cy="5143501"/>
          </a:xfrm>
          <a:prstGeom prst="rect">
            <a:avLst/>
          </a:prstGeom>
          <a:noFill/>
          <a:ln>
            <a:noFill/>
          </a:ln>
        </p:spPr>
      </p:pic>
      <p:sp>
        <p:nvSpPr>
          <p:cNvPr id="1847" name="Google Shape;1847;p17"/>
          <p:cNvSpPr txBox="1"/>
          <p:nvPr>
            <p:ph type="title"/>
          </p:nvPr>
        </p:nvSpPr>
        <p:spPr>
          <a:xfrm>
            <a:off x="2399875" y="3109600"/>
            <a:ext cx="6030900" cy="661800"/>
          </a:xfrm>
          <a:prstGeom prst="rect">
            <a:avLst/>
          </a:prstGeom>
        </p:spPr>
        <p:txBody>
          <a:bodyPr spcFirstLastPara="1" wrap="square" lIns="91425" tIns="91425" rIns="91425" bIns="91425" anchor="t" anchorCtr="0">
            <a:noAutofit/>
          </a:bodyPr>
          <a:lstStyle>
            <a:lvl1pPr lvl="0" algn="r" rtl="0">
              <a:spcBef>
                <a:spcPts val="0"/>
              </a:spcBef>
              <a:spcAft>
                <a:spcPts val="0"/>
              </a:spcAft>
              <a:buSzPts val="3000"/>
              <a:buNone/>
              <a:defRPr/>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p:txBody>
      </p:sp>
      <p:sp>
        <p:nvSpPr>
          <p:cNvPr id="1848" name="Google Shape;1848;p17"/>
          <p:cNvSpPr txBox="1"/>
          <p:nvPr>
            <p:ph type="subTitle" idx="1"/>
          </p:nvPr>
        </p:nvSpPr>
        <p:spPr>
          <a:xfrm>
            <a:off x="2399825" y="1126425"/>
            <a:ext cx="6030900" cy="1863300"/>
          </a:xfrm>
          <a:prstGeom prst="rect">
            <a:avLst/>
          </a:prstGeom>
        </p:spPr>
        <p:txBody>
          <a:bodyPr spcFirstLastPara="1" wrap="square" lIns="91425" tIns="91425" rIns="91425" bIns="91425" anchor="b" anchorCtr="0">
            <a:noAutofit/>
          </a:bodyPr>
          <a:lstStyle>
            <a:lvl1pPr lvl="0" algn="r" rtl="0">
              <a:spcBef>
                <a:spcPts val="0"/>
              </a:spcBef>
              <a:spcAft>
                <a:spcPts val="0"/>
              </a:spcAft>
              <a:buSzPts val="3000"/>
              <a:buNone/>
              <a:defRPr sz="2800"/>
            </a:lvl1pPr>
            <a:lvl2pPr lvl="1" algn="ctr" rtl="0">
              <a:lnSpc>
                <a:spcPct val="100000"/>
              </a:lnSpc>
              <a:spcBef>
                <a:spcPts val="0"/>
              </a:spcBef>
              <a:spcAft>
                <a:spcPts val="0"/>
              </a:spcAft>
              <a:buSzPts val="3000"/>
              <a:buNone/>
              <a:defRPr sz="3000"/>
            </a:lvl2pPr>
            <a:lvl3pPr lvl="2" algn="ctr" rtl="0">
              <a:lnSpc>
                <a:spcPct val="100000"/>
              </a:lnSpc>
              <a:spcBef>
                <a:spcPts val="0"/>
              </a:spcBef>
              <a:spcAft>
                <a:spcPts val="0"/>
              </a:spcAft>
              <a:buSzPts val="3000"/>
              <a:buNone/>
              <a:defRPr sz="3000"/>
            </a:lvl3pPr>
            <a:lvl4pPr lvl="3" algn="ctr" rtl="0">
              <a:lnSpc>
                <a:spcPct val="100000"/>
              </a:lnSpc>
              <a:spcBef>
                <a:spcPts val="0"/>
              </a:spcBef>
              <a:spcAft>
                <a:spcPts val="0"/>
              </a:spcAft>
              <a:buSzPts val="3000"/>
              <a:buNone/>
              <a:defRPr sz="3000"/>
            </a:lvl4pPr>
            <a:lvl5pPr lvl="4" algn="ctr" rtl="0">
              <a:lnSpc>
                <a:spcPct val="100000"/>
              </a:lnSpc>
              <a:spcBef>
                <a:spcPts val="0"/>
              </a:spcBef>
              <a:spcAft>
                <a:spcPts val="0"/>
              </a:spcAft>
              <a:buSzPts val="3000"/>
              <a:buNone/>
              <a:defRPr sz="3000"/>
            </a:lvl5pPr>
            <a:lvl6pPr lvl="5" algn="ctr" rtl="0">
              <a:lnSpc>
                <a:spcPct val="100000"/>
              </a:lnSpc>
              <a:spcBef>
                <a:spcPts val="0"/>
              </a:spcBef>
              <a:spcAft>
                <a:spcPts val="0"/>
              </a:spcAft>
              <a:buSzPts val="3000"/>
              <a:buNone/>
              <a:defRPr sz="3000"/>
            </a:lvl6pPr>
            <a:lvl7pPr lvl="6" algn="ctr" rtl="0">
              <a:lnSpc>
                <a:spcPct val="100000"/>
              </a:lnSpc>
              <a:spcBef>
                <a:spcPts val="0"/>
              </a:spcBef>
              <a:spcAft>
                <a:spcPts val="0"/>
              </a:spcAft>
              <a:buSzPts val="3000"/>
              <a:buNone/>
              <a:defRPr sz="3000"/>
            </a:lvl7pPr>
            <a:lvl8pPr lvl="7" algn="ctr" rtl="0">
              <a:lnSpc>
                <a:spcPct val="100000"/>
              </a:lnSpc>
              <a:spcBef>
                <a:spcPts val="0"/>
              </a:spcBef>
              <a:spcAft>
                <a:spcPts val="0"/>
              </a:spcAft>
              <a:buSzPts val="3000"/>
              <a:buNone/>
              <a:defRPr sz="3000"/>
            </a:lvl8pPr>
            <a:lvl9pPr lvl="8" algn="ctr" rtl="0">
              <a:lnSpc>
                <a:spcPct val="100000"/>
              </a:lnSpc>
              <a:spcBef>
                <a:spcPts val="0"/>
              </a:spcBef>
              <a:spcAft>
                <a:spcPts val="0"/>
              </a:spcAft>
              <a:buSzPts val="3000"/>
              <a:buNone/>
              <a:defRPr sz="3000"/>
            </a:lvl9pPr>
          </a:lstStyle>
          <a:p/>
        </p:txBody>
      </p:sp>
      <p:grpSp>
        <p:nvGrpSpPr>
          <p:cNvPr id="1849" name="Google Shape;1849;p17"/>
          <p:cNvGrpSpPr/>
          <p:nvPr/>
        </p:nvGrpSpPr>
        <p:grpSpPr>
          <a:xfrm flipH="1">
            <a:off x="-7" y="3366667"/>
            <a:ext cx="3504111" cy="1776821"/>
            <a:chOff x="2635885" y="3562475"/>
            <a:chExt cx="3946515" cy="2001150"/>
          </a:xfrm>
        </p:grpSpPr>
        <p:sp>
          <p:nvSpPr>
            <p:cNvPr id="1850" name="Google Shape;1850;p17"/>
            <p:cNvSpPr/>
            <p:nvPr/>
          </p:nvSpPr>
          <p:spPr>
            <a:xfrm>
              <a:off x="4471325" y="3738200"/>
              <a:ext cx="401525" cy="114200"/>
            </a:xfrm>
            <a:custGeom>
              <a:avLst/>
              <a:gdLst/>
              <a:ahLst/>
              <a:cxnLst/>
              <a:rect l="l" t="t" r="r" b="b"/>
              <a:pathLst>
                <a:path w="16061" h="4568" extrusionOk="0">
                  <a:moveTo>
                    <a:pt x="4527" y="1"/>
                  </a:moveTo>
                  <a:cubicBezTo>
                    <a:pt x="4522" y="1"/>
                    <a:pt x="4519" y="8"/>
                    <a:pt x="4519" y="31"/>
                  </a:cubicBezTo>
                  <a:lnTo>
                    <a:pt x="4318" y="297"/>
                  </a:lnTo>
                  <a:cubicBezTo>
                    <a:pt x="4185" y="464"/>
                    <a:pt x="4085" y="631"/>
                    <a:pt x="3985" y="798"/>
                  </a:cubicBezTo>
                  <a:cubicBezTo>
                    <a:pt x="3685" y="1231"/>
                    <a:pt x="3351" y="1632"/>
                    <a:pt x="3051" y="2032"/>
                  </a:cubicBezTo>
                  <a:cubicBezTo>
                    <a:pt x="2484" y="2733"/>
                    <a:pt x="1750" y="3200"/>
                    <a:pt x="1216" y="3266"/>
                  </a:cubicBezTo>
                  <a:lnTo>
                    <a:pt x="849" y="3266"/>
                  </a:lnTo>
                  <a:cubicBezTo>
                    <a:pt x="716" y="3266"/>
                    <a:pt x="649" y="3233"/>
                    <a:pt x="549" y="3233"/>
                  </a:cubicBezTo>
                  <a:cubicBezTo>
                    <a:pt x="416" y="3200"/>
                    <a:pt x="349" y="3133"/>
                    <a:pt x="349" y="3133"/>
                  </a:cubicBezTo>
                  <a:cubicBezTo>
                    <a:pt x="334" y="3127"/>
                    <a:pt x="319" y="3124"/>
                    <a:pt x="303" y="3124"/>
                  </a:cubicBezTo>
                  <a:cubicBezTo>
                    <a:pt x="149" y="3124"/>
                    <a:pt x="0" y="3406"/>
                    <a:pt x="182" y="3466"/>
                  </a:cubicBezTo>
                  <a:lnTo>
                    <a:pt x="416" y="3600"/>
                  </a:lnTo>
                  <a:cubicBezTo>
                    <a:pt x="516" y="3633"/>
                    <a:pt x="649" y="3633"/>
                    <a:pt x="749" y="3700"/>
                  </a:cubicBezTo>
                  <a:lnTo>
                    <a:pt x="1216" y="3700"/>
                  </a:lnTo>
                  <a:cubicBezTo>
                    <a:pt x="1550" y="3633"/>
                    <a:pt x="1983" y="3533"/>
                    <a:pt x="2350" y="3266"/>
                  </a:cubicBezTo>
                  <a:cubicBezTo>
                    <a:pt x="2717" y="3066"/>
                    <a:pt x="3118" y="2733"/>
                    <a:pt x="3451" y="2366"/>
                  </a:cubicBezTo>
                  <a:cubicBezTo>
                    <a:pt x="3751" y="1965"/>
                    <a:pt x="4085" y="1565"/>
                    <a:pt x="4419" y="1131"/>
                  </a:cubicBezTo>
                  <a:lnTo>
                    <a:pt x="4552" y="965"/>
                  </a:lnTo>
                  <a:lnTo>
                    <a:pt x="4552" y="1031"/>
                  </a:lnTo>
                  <a:lnTo>
                    <a:pt x="4685" y="1131"/>
                  </a:lnTo>
                  <a:lnTo>
                    <a:pt x="4986" y="1432"/>
                  </a:lnTo>
                  <a:cubicBezTo>
                    <a:pt x="5386" y="1865"/>
                    <a:pt x="5853" y="2232"/>
                    <a:pt x="6353" y="2466"/>
                  </a:cubicBezTo>
                  <a:cubicBezTo>
                    <a:pt x="6854" y="2733"/>
                    <a:pt x="7454" y="2899"/>
                    <a:pt x="7988" y="2899"/>
                  </a:cubicBezTo>
                  <a:cubicBezTo>
                    <a:pt x="8521" y="2899"/>
                    <a:pt x="9122" y="2766"/>
                    <a:pt x="9589" y="2566"/>
                  </a:cubicBezTo>
                  <a:cubicBezTo>
                    <a:pt x="10156" y="2366"/>
                    <a:pt x="10656" y="2099"/>
                    <a:pt x="11123" y="1799"/>
                  </a:cubicBezTo>
                  <a:cubicBezTo>
                    <a:pt x="11223" y="1732"/>
                    <a:pt x="11357" y="1698"/>
                    <a:pt x="11490" y="1598"/>
                  </a:cubicBezTo>
                  <a:lnTo>
                    <a:pt x="11557" y="1565"/>
                  </a:lnTo>
                  <a:lnTo>
                    <a:pt x="11624" y="1565"/>
                  </a:lnTo>
                  <a:cubicBezTo>
                    <a:pt x="11629" y="1565"/>
                    <a:pt x="11633" y="1564"/>
                    <a:pt x="11636" y="1564"/>
                  </a:cubicBezTo>
                  <a:cubicBezTo>
                    <a:pt x="11651" y="1564"/>
                    <a:pt x="11646" y="1587"/>
                    <a:pt x="11757" y="1865"/>
                  </a:cubicBezTo>
                  <a:cubicBezTo>
                    <a:pt x="12024" y="2366"/>
                    <a:pt x="12324" y="2799"/>
                    <a:pt x="12591" y="3233"/>
                  </a:cubicBezTo>
                  <a:cubicBezTo>
                    <a:pt x="12925" y="3633"/>
                    <a:pt x="13292" y="3967"/>
                    <a:pt x="13692" y="4234"/>
                  </a:cubicBezTo>
                  <a:cubicBezTo>
                    <a:pt x="14125" y="4467"/>
                    <a:pt x="14526" y="4567"/>
                    <a:pt x="14859" y="4567"/>
                  </a:cubicBezTo>
                  <a:cubicBezTo>
                    <a:pt x="15226" y="4567"/>
                    <a:pt x="15493" y="4534"/>
                    <a:pt x="15660" y="4467"/>
                  </a:cubicBezTo>
                  <a:cubicBezTo>
                    <a:pt x="15827" y="4434"/>
                    <a:pt x="15893" y="4400"/>
                    <a:pt x="15893" y="4400"/>
                  </a:cubicBezTo>
                  <a:cubicBezTo>
                    <a:pt x="16060" y="4300"/>
                    <a:pt x="15960" y="4033"/>
                    <a:pt x="15727" y="3967"/>
                  </a:cubicBezTo>
                  <a:cubicBezTo>
                    <a:pt x="15727" y="3967"/>
                    <a:pt x="15660" y="4033"/>
                    <a:pt x="15493" y="4067"/>
                  </a:cubicBezTo>
                  <a:cubicBezTo>
                    <a:pt x="15326" y="4067"/>
                    <a:pt x="15093" y="4100"/>
                    <a:pt x="14826" y="4100"/>
                  </a:cubicBezTo>
                  <a:cubicBezTo>
                    <a:pt x="14526" y="4067"/>
                    <a:pt x="14226" y="3967"/>
                    <a:pt x="13892" y="3767"/>
                  </a:cubicBezTo>
                  <a:cubicBezTo>
                    <a:pt x="13558" y="3566"/>
                    <a:pt x="13258" y="3233"/>
                    <a:pt x="13025" y="2866"/>
                  </a:cubicBezTo>
                  <a:cubicBezTo>
                    <a:pt x="12758" y="2432"/>
                    <a:pt x="12524" y="1965"/>
                    <a:pt x="12324" y="1532"/>
                  </a:cubicBezTo>
                  <a:cubicBezTo>
                    <a:pt x="12224" y="1398"/>
                    <a:pt x="12191" y="1231"/>
                    <a:pt x="12091" y="1065"/>
                  </a:cubicBezTo>
                  <a:lnTo>
                    <a:pt x="11924" y="731"/>
                  </a:lnTo>
                  <a:lnTo>
                    <a:pt x="11891" y="631"/>
                  </a:lnTo>
                  <a:lnTo>
                    <a:pt x="11891" y="598"/>
                  </a:lnTo>
                  <a:cubicBezTo>
                    <a:pt x="11891" y="587"/>
                    <a:pt x="11887" y="583"/>
                    <a:pt x="11882" y="583"/>
                  </a:cubicBezTo>
                  <a:cubicBezTo>
                    <a:pt x="11872" y="583"/>
                    <a:pt x="11857" y="598"/>
                    <a:pt x="11857" y="598"/>
                  </a:cubicBezTo>
                  <a:lnTo>
                    <a:pt x="11690" y="698"/>
                  </a:lnTo>
                  <a:lnTo>
                    <a:pt x="11090" y="1031"/>
                  </a:lnTo>
                  <a:cubicBezTo>
                    <a:pt x="11023" y="1098"/>
                    <a:pt x="10890" y="1131"/>
                    <a:pt x="10756" y="1231"/>
                  </a:cubicBezTo>
                  <a:cubicBezTo>
                    <a:pt x="9856" y="1732"/>
                    <a:pt x="8855" y="2132"/>
                    <a:pt x="8021" y="2132"/>
                  </a:cubicBezTo>
                  <a:cubicBezTo>
                    <a:pt x="7187" y="2132"/>
                    <a:pt x="6220" y="1698"/>
                    <a:pt x="5486" y="931"/>
                  </a:cubicBezTo>
                  <a:cubicBezTo>
                    <a:pt x="5386" y="865"/>
                    <a:pt x="5252" y="764"/>
                    <a:pt x="5186" y="698"/>
                  </a:cubicBezTo>
                  <a:lnTo>
                    <a:pt x="4752" y="231"/>
                  </a:lnTo>
                  <a:lnTo>
                    <a:pt x="4652" y="97"/>
                  </a:lnTo>
                  <a:lnTo>
                    <a:pt x="4552" y="31"/>
                  </a:lnTo>
                  <a:cubicBezTo>
                    <a:pt x="4552" y="31"/>
                    <a:pt x="4537" y="1"/>
                    <a:pt x="4527"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51" name="Google Shape;1851;p17"/>
            <p:cNvSpPr/>
            <p:nvPr/>
          </p:nvSpPr>
          <p:spPr>
            <a:xfrm>
              <a:off x="2635885" y="5238605"/>
              <a:ext cx="532400" cy="107675"/>
            </a:xfrm>
            <a:custGeom>
              <a:avLst/>
              <a:gdLst/>
              <a:ahLst/>
              <a:cxnLst/>
              <a:rect l="l" t="t" r="r" b="b"/>
              <a:pathLst>
                <a:path w="21296" h="4307" extrusionOk="0">
                  <a:moveTo>
                    <a:pt x="13664" y="1"/>
                  </a:moveTo>
                  <a:cubicBezTo>
                    <a:pt x="13660" y="1"/>
                    <a:pt x="13656" y="9"/>
                    <a:pt x="13656" y="29"/>
                  </a:cubicBezTo>
                  <a:lnTo>
                    <a:pt x="13623" y="63"/>
                  </a:lnTo>
                  <a:lnTo>
                    <a:pt x="13523" y="129"/>
                  </a:lnTo>
                  <a:lnTo>
                    <a:pt x="13356" y="296"/>
                  </a:lnTo>
                  <a:lnTo>
                    <a:pt x="13089" y="596"/>
                  </a:lnTo>
                  <a:cubicBezTo>
                    <a:pt x="12956" y="730"/>
                    <a:pt x="12822" y="796"/>
                    <a:pt x="12689" y="897"/>
                  </a:cubicBezTo>
                  <a:cubicBezTo>
                    <a:pt x="12589" y="1030"/>
                    <a:pt x="12456" y="1097"/>
                    <a:pt x="12322" y="1197"/>
                  </a:cubicBezTo>
                  <a:lnTo>
                    <a:pt x="11955" y="1430"/>
                  </a:lnTo>
                  <a:cubicBezTo>
                    <a:pt x="11455" y="1764"/>
                    <a:pt x="10854" y="1931"/>
                    <a:pt x="10321" y="2064"/>
                  </a:cubicBezTo>
                  <a:cubicBezTo>
                    <a:pt x="9912" y="2153"/>
                    <a:pt x="9465" y="2204"/>
                    <a:pt x="9003" y="2204"/>
                  </a:cubicBezTo>
                  <a:cubicBezTo>
                    <a:pt x="8257" y="2204"/>
                    <a:pt x="7472" y="2073"/>
                    <a:pt x="6751" y="1764"/>
                  </a:cubicBezTo>
                  <a:cubicBezTo>
                    <a:pt x="6451" y="1697"/>
                    <a:pt x="6184" y="1530"/>
                    <a:pt x="5918" y="1364"/>
                  </a:cubicBezTo>
                  <a:lnTo>
                    <a:pt x="5517" y="1097"/>
                  </a:lnTo>
                  <a:lnTo>
                    <a:pt x="5350" y="930"/>
                  </a:lnTo>
                  <a:lnTo>
                    <a:pt x="5017" y="630"/>
                  </a:lnTo>
                  <a:cubicBezTo>
                    <a:pt x="4917" y="563"/>
                    <a:pt x="4817" y="430"/>
                    <a:pt x="4683" y="363"/>
                  </a:cubicBezTo>
                  <a:lnTo>
                    <a:pt x="4483" y="763"/>
                  </a:lnTo>
                  <a:cubicBezTo>
                    <a:pt x="4416" y="963"/>
                    <a:pt x="4283" y="1130"/>
                    <a:pt x="4183" y="1364"/>
                  </a:cubicBezTo>
                  <a:lnTo>
                    <a:pt x="3949" y="1730"/>
                  </a:lnTo>
                  <a:cubicBezTo>
                    <a:pt x="3849" y="1797"/>
                    <a:pt x="3783" y="1964"/>
                    <a:pt x="3683" y="2064"/>
                  </a:cubicBezTo>
                  <a:cubicBezTo>
                    <a:pt x="2982" y="2931"/>
                    <a:pt x="2015" y="3398"/>
                    <a:pt x="1348" y="3632"/>
                  </a:cubicBezTo>
                  <a:cubicBezTo>
                    <a:pt x="1181" y="3732"/>
                    <a:pt x="1014" y="3765"/>
                    <a:pt x="914" y="3799"/>
                  </a:cubicBezTo>
                  <a:cubicBezTo>
                    <a:pt x="747" y="3865"/>
                    <a:pt x="614" y="3865"/>
                    <a:pt x="514" y="3899"/>
                  </a:cubicBezTo>
                  <a:cubicBezTo>
                    <a:pt x="347" y="3899"/>
                    <a:pt x="247" y="3932"/>
                    <a:pt x="247" y="3932"/>
                  </a:cubicBezTo>
                  <a:cubicBezTo>
                    <a:pt x="0" y="3963"/>
                    <a:pt x="10" y="4306"/>
                    <a:pt x="223" y="4306"/>
                  </a:cubicBezTo>
                  <a:cubicBezTo>
                    <a:pt x="241" y="4306"/>
                    <a:pt x="260" y="4304"/>
                    <a:pt x="280" y="4299"/>
                  </a:cubicBezTo>
                  <a:cubicBezTo>
                    <a:pt x="280" y="4299"/>
                    <a:pt x="414" y="4299"/>
                    <a:pt x="614" y="4266"/>
                  </a:cubicBezTo>
                  <a:cubicBezTo>
                    <a:pt x="680" y="4232"/>
                    <a:pt x="814" y="4232"/>
                    <a:pt x="981" y="4199"/>
                  </a:cubicBezTo>
                  <a:cubicBezTo>
                    <a:pt x="1114" y="4132"/>
                    <a:pt x="1281" y="4099"/>
                    <a:pt x="1481" y="4065"/>
                  </a:cubicBezTo>
                  <a:cubicBezTo>
                    <a:pt x="2182" y="3799"/>
                    <a:pt x="3282" y="3365"/>
                    <a:pt x="4116" y="2398"/>
                  </a:cubicBezTo>
                  <a:cubicBezTo>
                    <a:pt x="4250" y="2264"/>
                    <a:pt x="4316" y="2131"/>
                    <a:pt x="4416" y="2031"/>
                  </a:cubicBezTo>
                  <a:cubicBezTo>
                    <a:pt x="4483" y="1897"/>
                    <a:pt x="4617" y="1730"/>
                    <a:pt x="4683" y="1597"/>
                  </a:cubicBezTo>
                  <a:lnTo>
                    <a:pt x="4817" y="1397"/>
                  </a:lnTo>
                  <a:lnTo>
                    <a:pt x="4850" y="1364"/>
                  </a:lnTo>
                  <a:lnTo>
                    <a:pt x="4917" y="1297"/>
                  </a:lnTo>
                  <a:lnTo>
                    <a:pt x="4950" y="1364"/>
                  </a:lnTo>
                  <a:lnTo>
                    <a:pt x="4984" y="1397"/>
                  </a:lnTo>
                  <a:cubicBezTo>
                    <a:pt x="5084" y="1430"/>
                    <a:pt x="5117" y="1530"/>
                    <a:pt x="5184" y="1564"/>
                  </a:cubicBezTo>
                  <a:lnTo>
                    <a:pt x="5617" y="1864"/>
                  </a:lnTo>
                  <a:cubicBezTo>
                    <a:pt x="5918" y="2031"/>
                    <a:pt x="6184" y="2231"/>
                    <a:pt x="6518" y="2364"/>
                  </a:cubicBezTo>
                  <a:cubicBezTo>
                    <a:pt x="7371" y="2748"/>
                    <a:pt x="8278" y="2914"/>
                    <a:pt x="9135" y="2914"/>
                  </a:cubicBezTo>
                  <a:cubicBezTo>
                    <a:pt x="9619" y="2914"/>
                    <a:pt x="10087" y="2861"/>
                    <a:pt x="10521" y="2765"/>
                  </a:cubicBezTo>
                  <a:cubicBezTo>
                    <a:pt x="11121" y="2598"/>
                    <a:pt x="11788" y="2398"/>
                    <a:pt x="12355" y="2064"/>
                  </a:cubicBezTo>
                  <a:cubicBezTo>
                    <a:pt x="12522" y="1964"/>
                    <a:pt x="12656" y="1864"/>
                    <a:pt x="12822" y="1764"/>
                  </a:cubicBezTo>
                  <a:cubicBezTo>
                    <a:pt x="12956" y="1630"/>
                    <a:pt x="13123" y="1564"/>
                    <a:pt x="13256" y="1430"/>
                  </a:cubicBezTo>
                  <a:cubicBezTo>
                    <a:pt x="13423" y="1364"/>
                    <a:pt x="13523" y="1230"/>
                    <a:pt x="13656" y="1097"/>
                  </a:cubicBezTo>
                  <a:lnTo>
                    <a:pt x="13690" y="1063"/>
                  </a:lnTo>
                  <a:lnTo>
                    <a:pt x="13790" y="1197"/>
                  </a:lnTo>
                  <a:lnTo>
                    <a:pt x="14123" y="1564"/>
                  </a:lnTo>
                  <a:lnTo>
                    <a:pt x="14490" y="1931"/>
                  </a:lnTo>
                  <a:cubicBezTo>
                    <a:pt x="14624" y="2064"/>
                    <a:pt x="14791" y="2131"/>
                    <a:pt x="14924" y="2264"/>
                  </a:cubicBezTo>
                  <a:cubicBezTo>
                    <a:pt x="15491" y="2631"/>
                    <a:pt x="16125" y="2898"/>
                    <a:pt x="16759" y="3065"/>
                  </a:cubicBezTo>
                  <a:cubicBezTo>
                    <a:pt x="17387" y="3222"/>
                    <a:pt x="17997" y="3269"/>
                    <a:pt x="18541" y="3269"/>
                  </a:cubicBezTo>
                  <a:cubicBezTo>
                    <a:pt x="19037" y="3269"/>
                    <a:pt x="19478" y="3230"/>
                    <a:pt x="19827" y="3198"/>
                  </a:cubicBezTo>
                  <a:cubicBezTo>
                    <a:pt x="20595" y="3098"/>
                    <a:pt x="21028" y="3031"/>
                    <a:pt x="21028" y="3031"/>
                  </a:cubicBezTo>
                  <a:cubicBezTo>
                    <a:pt x="21295" y="2965"/>
                    <a:pt x="21195" y="2698"/>
                    <a:pt x="20995" y="2598"/>
                  </a:cubicBezTo>
                  <a:cubicBezTo>
                    <a:pt x="20995" y="2598"/>
                    <a:pt x="20528" y="2698"/>
                    <a:pt x="19794" y="2731"/>
                  </a:cubicBezTo>
                  <a:cubicBezTo>
                    <a:pt x="19602" y="2740"/>
                    <a:pt x="19394" y="2746"/>
                    <a:pt x="19171" y="2746"/>
                  </a:cubicBezTo>
                  <a:cubicBezTo>
                    <a:pt x="18504" y="2746"/>
                    <a:pt x="17709" y="2689"/>
                    <a:pt x="16859" y="2464"/>
                  </a:cubicBezTo>
                  <a:cubicBezTo>
                    <a:pt x="16292" y="2364"/>
                    <a:pt x="15758" y="2097"/>
                    <a:pt x="15258" y="1730"/>
                  </a:cubicBezTo>
                  <a:cubicBezTo>
                    <a:pt x="15124" y="1630"/>
                    <a:pt x="14991" y="1530"/>
                    <a:pt x="14857" y="1430"/>
                  </a:cubicBezTo>
                  <a:lnTo>
                    <a:pt x="14524" y="1097"/>
                  </a:lnTo>
                  <a:cubicBezTo>
                    <a:pt x="14424" y="963"/>
                    <a:pt x="14324" y="897"/>
                    <a:pt x="14190" y="730"/>
                  </a:cubicBezTo>
                  <a:lnTo>
                    <a:pt x="13690" y="63"/>
                  </a:lnTo>
                  <a:cubicBezTo>
                    <a:pt x="13690" y="40"/>
                    <a:pt x="13674" y="1"/>
                    <a:pt x="13664"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52" name="Google Shape;1852;p17"/>
            <p:cNvSpPr/>
            <p:nvPr/>
          </p:nvSpPr>
          <p:spPr>
            <a:xfrm>
              <a:off x="3430204" y="4314791"/>
              <a:ext cx="338600" cy="91750"/>
            </a:xfrm>
            <a:custGeom>
              <a:avLst/>
              <a:gdLst/>
              <a:ahLst/>
              <a:cxnLst/>
              <a:rect l="l" t="t" r="r" b="b"/>
              <a:pathLst>
                <a:path w="13544" h="3670" extrusionOk="0">
                  <a:moveTo>
                    <a:pt x="8173" y="0"/>
                  </a:moveTo>
                  <a:cubicBezTo>
                    <a:pt x="7773" y="267"/>
                    <a:pt x="7339" y="501"/>
                    <a:pt x="6972" y="701"/>
                  </a:cubicBezTo>
                  <a:cubicBezTo>
                    <a:pt x="6672" y="868"/>
                    <a:pt x="6338" y="1034"/>
                    <a:pt x="6005" y="1201"/>
                  </a:cubicBezTo>
                  <a:cubicBezTo>
                    <a:pt x="5638" y="1335"/>
                    <a:pt x="5304" y="1501"/>
                    <a:pt x="4937" y="1635"/>
                  </a:cubicBezTo>
                  <a:cubicBezTo>
                    <a:pt x="4570" y="1768"/>
                    <a:pt x="4170" y="1935"/>
                    <a:pt x="3803" y="1968"/>
                  </a:cubicBezTo>
                  <a:cubicBezTo>
                    <a:pt x="3636" y="2002"/>
                    <a:pt x="3436" y="2035"/>
                    <a:pt x="3270" y="2102"/>
                  </a:cubicBezTo>
                  <a:cubicBezTo>
                    <a:pt x="3103" y="2135"/>
                    <a:pt x="2903" y="2135"/>
                    <a:pt x="2736" y="2135"/>
                  </a:cubicBezTo>
                  <a:cubicBezTo>
                    <a:pt x="2569" y="2135"/>
                    <a:pt x="2402" y="2169"/>
                    <a:pt x="2235" y="2169"/>
                  </a:cubicBezTo>
                  <a:cubicBezTo>
                    <a:pt x="2180" y="2191"/>
                    <a:pt x="2128" y="2198"/>
                    <a:pt x="2077" y="2198"/>
                  </a:cubicBezTo>
                  <a:cubicBezTo>
                    <a:pt x="1976" y="2198"/>
                    <a:pt x="1880" y="2169"/>
                    <a:pt x="1768" y="2169"/>
                  </a:cubicBezTo>
                  <a:cubicBezTo>
                    <a:pt x="1468" y="2135"/>
                    <a:pt x="1168" y="2135"/>
                    <a:pt x="968" y="2102"/>
                  </a:cubicBezTo>
                  <a:cubicBezTo>
                    <a:pt x="501" y="2002"/>
                    <a:pt x="267" y="1968"/>
                    <a:pt x="267" y="1968"/>
                  </a:cubicBezTo>
                  <a:cubicBezTo>
                    <a:pt x="134" y="1968"/>
                    <a:pt x="1" y="2302"/>
                    <a:pt x="201" y="2335"/>
                  </a:cubicBezTo>
                  <a:cubicBezTo>
                    <a:pt x="201" y="2335"/>
                    <a:pt x="434" y="2435"/>
                    <a:pt x="901" y="2535"/>
                  </a:cubicBezTo>
                  <a:cubicBezTo>
                    <a:pt x="1135" y="2636"/>
                    <a:pt x="1402" y="2636"/>
                    <a:pt x="1735" y="2669"/>
                  </a:cubicBezTo>
                  <a:cubicBezTo>
                    <a:pt x="1902" y="2669"/>
                    <a:pt x="2069" y="2736"/>
                    <a:pt x="2235" y="2736"/>
                  </a:cubicBezTo>
                  <a:lnTo>
                    <a:pt x="2769" y="2736"/>
                  </a:lnTo>
                  <a:cubicBezTo>
                    <a:pt x="2869" y="2702"/>
                    <a:pt x="2961" y="2702"/>
                    <a:pt x="3053" y="2702"/>
                  </a:cubicBezTo>
                  <a:cubicBezTo>
                    <a:pt x="3144" y="2702"/>
                    <a:pt x="3236" y="2702"/>
                    <a:pt x="3336" y="2669"/>
                  </a:cubicBezTo>
                  <a:cubicBezTo>
                    <a:pt x="3536" y="2636"/>
                    <a:pt x="3737" y="2636"/>
                    <a:pt x="3937" y="2602"/>
                  </a:cubicBezTo>
                  <a:cubicBezTo>
                    <a:pt x="4370" y="2569"/>
                    <a:pt x="4737" y="2402"/>
                    <a:pt x="5138" y="2302"/>
                  </a:cubicBezTo>
                  <a:cubicBezTo>
                    <a:pt x="5571" y="2235"/>
                    <a:pt x="5938" y="2002"/>
                    <a:pt x="6305" y="1902"/>
                  </a:cubicBezTo>
                  <a:cubicBezTo>
                    <a:pt x="6672" y="1735"/>
                    <a:pt x="7039" y="1568"/>
                    <a:pt x="7372" y="1401"/>
                  </a:cubicBezTo>
                  <a:cubicBezTo>
                    <a:pt x="7506" y="1301"/>
                    <a:pt x="7706" y="1168"/>
                    <a:pt x="7873" y="1101"/>
                  </a:cubicBezTo>
                  <a:cubicBezTo>
                    <a:pt x="7940" y="1068"/>
                    <a:pt x="8040" y="968"/>
                    <a:pt x="8106" y="934"/>
                  </a:cubicBezTo>
                  <a:lnTo>
                    <a:pt x="8306" y="1134"/>
                  </a:lnTo>
                  <a:cubicBezTo>
                    <a:pt x="8440" y="1268"/>
                    <a:pt x="8607" y="1435"/>
                    <a:pt x="8773" y="1568"/>
                  </a:cubicBezTo>
                  <a:cubicBezTo>
                    <a:pt x="9107" y="1835"/>
                    <a:pt x="9441" y="2102"/>
                    <a:pt x="9774" y="2335"/>
                  </a:cubicBezTo>
                  <a:cubicBezTo>
                    <a:pt x="10141" y="2569"/>
                    <a:pt x="10475" y="2769"/>
                    <a:pt x="10808" y="2936"/>
                  </a:cubicBezTo>
                  <a:cubicBezTo>
                    <a:pt x="11475" y="3269"/>
                    <a:pt x="12109" y="3436"/>
                    <a:pt x="12576" y="3570"/>
                  </a:cubicBezTo>
                  <a:cubicBezTo>
                    <a:pt x="12776" y="3603"/>
                    <a:pt x="12976" y="3603"/>
                    <a:pt x="13110" y="3636"/>
                  </a:cubicBezTo>
                  <a:cubicBezTo>
                    <a:pt x="13243" y="3670"/>
                    <a:pt x="13310" y="3670"/>
                    <a:pt x="13310" y="3670"/>
                  </a:cubicBezTo>
                  <a:cubicBezTo>
                    <a:pt x="13477" y="3670"/>
                    <a:pt x="13544" y="3403"/>
                    <a:pt x="13310" y="3269"/>
                  </a:cubicBezTo>
                  <a:cubicBezTo>
                    <a:pt x="13310" y="3269"/>
                    <a:pt x="13277" y="3269"/>
                    <a:pt x="13143" y="3203"/>
                  </a:cubicBezTo>
                  <a:cubicBezTo>
                    <a:pt x="13010" y="3169"/>
                    <a:pt x="12843" y="3169"/>
                    <a:pt x="12643" y="3103"/>
                  </a:cubicBezTo>
                  <a:cubicBezTo>
                    <a:pt x="12243" y="2969"/>
                    <a:pt x="11642" y="2769"/>
                    <a:pt x="11008" y="2369"/>
                  </a:cubicBezTo>
                  <a:cubicBezTo>
                    <a:pt x="10742" y="2269"/>
                    <a:pt x="10441" y="2002"/>
                    <a:pt x="10108" y="1802"/>
                  </a:cubicBezTo>
                  <a:cubicBezTo>
                    <a:pt x="9808" y="1535"/>
                    <a:pt x="9507" y="1335"/>
                    <a:pt x="9240" y="1034"/>
                  </a:cubicBezTo>
                  <a:cubicBezTo>
                    <a:pt x="9074" y="934"/>
                    <a:pt x="8940" y="801"/>
                    <a:pt x="8807" y="634"/>
                  </a:cubicBezTo>
                  <a:lnTo>
                    <a:pt x="8607" y="434"/>
                  </a:lnTo>
                  <a:cubicBezTo>
                    <a:pt x="8440" y="301"/>
                    <a:pt x="8306" y="100"/>
                    <a:pt x="8173"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53" name="Google Shape;1853;p17"/>
            <p:cNvSpPr/>
            <p:nvPr/>
          </p:nvSpPr>
          <p:spPr>
            <a:xfrm>
              <a:off x="3403425" y="3729975"/>
              <a:ext cx="3178975" cy="1783400"/>
            </a:xfrm>
            <a:custGeom>
              <a:avLst/>
              <a:gdLst/>
              <a:ahLst/>
              <a:cxnLst/>
              <a:rect l="l" t="t" r="r" b="b"/>
              <a:pathLst>
                <a:path w="127159" h="71336" extrusionOk="0">
                  <a:moveTo>
                    <a:pt x="98163" y="1"/>
                  </a:moveTo>
                  <a:cubicBezTo>
                    <a:pt x="97767" y="1"/>
                    <a:pt x="97368" y="20"/>
                    <a:pt x="96970" y="59"/>
                  </a:cubicBezTo>
                  <a:cubicBezTo>
                    <a:pt x="96303" y="126"/>
                    <a:pt x="95636" y="260"/>
                    <a:pt x="94969" y="393"/>
                  </a:cubicBezTo>
                  <a:cubicBezTo>
                    <a:pt x="94302" y="560"/>
                    <a:pt x="93634" y="760"/>
                    <a:pt x="93034" y="1060"/>
                  </a:cubicBezTo>
                  <a:cubicBezTo>
                    <a:pt x="91733" y="1594"/>
                    <a:pt x="90532" y="2394"/>
                    <a:pt x="89365" y="3195"/>
                  </a:cubicBezTo>
                  <a:cubicBezTo>
                    <a:pt x="88197" y="3962"/>
                    <a:pt x="87063" y="4796"/>
                    <a:pt x="85795" y="5463"/>
                  </a:cubicBezTo>
                  <a:cubicBezTo>
                    <a:pt x="85195" y="5797"/>
                    <a:pt x="84528" y="6064"/>
                    <a:pt x="83861" y="6264"/>
                  </a:cubicBezTo>
                  <a:cubicBezTo>
                    <a:pt x="83527" y="6397"/>
                    <a:pt x="83127" y="6431"/>
                    <a:pt x="82793" y="6531"/>
                  </a:cubicBezTo>
                  <a:cubicBezTo>
                    <a:pt x="82426" y="6564"/>
                    <a:pt x="82093" y="6597"/>
                    <a:pt x="81726" y="6631"/>
                  </a:cubicBezTo>
                  <a:cubicBezTo>
                    <a:pt x="80925" y="6731"/>
                    <a:pt x="80191" y="6864"/>
                    <a:pt x="79424" y="7064"/>
                  </a:cubicBezTo>
                  <a:cubicBezTo>
                    <a:pt x="78690" y="7298"/>
                    <a:pt x="77957" y="7698"/>
                    <a:pt x="77289" y="8098"/>
                  </a:cubicBezTo>
                  <a:cubicBezTo>
                    <a:pt x="76689" y="8565"/>
                    <a:pt x="76055" y="9066"/>
                    <a:pt x="75521" y="9600"/>
                  </a:cubicBezTo>
                  <a:cubicBezTo>
                    <a:pt x="74954" y="10100"/>
                    <a:pt x="74421" y="10700"/>
                    <a:pt x="73887" y="11234"/>
                  </a:cubicBezTo>
                  <a:cubicBezTo>
                    <a:pt x="73387" y="11801"/>
                    <a:pt x="72853" y="12368"/>
                    <a:pt x="72286" y="12902"/>
                  </a:cubicBezTo>
                  <a:lnTo>
                    <a:pt x="71452" y="13702"/>
                  </a:lnTo>
                  <a:cubicBezTo>
                    <a:pt x="71285" y="13803"/>
                    <a:pt x="71185" y="13936"/>
                    <a:pt x="71052" y="14069"/>
                  </a:cubicBezTo>
                  <a:cubicBezTo>
                    <a:pt x="70885" y="14203"/>
                    <a:pt x="70751" y="14270"/>
                    <a:pt x="70585" y="14403"/>
                  </a:cubicBezTo>
                  <a:cubicBezTo>
                    <a:pt x="69384" y="15204"/>
                    <a:pt x="67883" y="15704"/>
                    <a:pt x="66415" y="16138"/>
                  </a:cubicBezTo>
                  <a:cubicBezTo>
                    <a:pt x="64914" y="16605"/>
                    <a:pt x="63413" y="17038"/>
                    <a:pt x="61912" y="17572"/>
                  </a:cubicBezTo>
                  <a:cubicBezTo>
                    <a:pt x="60411" y="18106"/>
                    <a:pt x="58910" y="18773"/>
                    <a:pt x="57575" y="19640"/>
                  </a:cubicBezTo>
                  <a:cubicBezTo>
                    <a:pt x="51538" y="22942"/>
                    <a:pt x="51404" y="31282"/>
                    <a:pt x="45667" y="33317"/>
                  </a:cubicBezTo>
                  <a:cubicBezTo>
                    <a:pt x="45050" y="33579"/>
                    <a:pt x="44411" y="33698"/>
                    <a:pt x="43775" y="33698"/>
                  </a:cubicBezTo>
                  <a:cubicBezTo>
                    <a:pt x="43035" y="33698"/>
                    <a:pt x="42297" y="33537"/>
                    <a:pt x="41597" y="33250"/>
                  </a:cubicBezTo>
                  <a:cubicBezTo>
                    <a:pt x="40330" y="32716"/>
                    <a:pt x="39062" y="31882"/>
                    <a:pt x="37661" y="31315"/>
                  </a:cubicBezTo>
                  <a:cubicBezTo>
                    <a:pt x="37328" y="31148"/>
                    <a:pt x="36927" y="31082"/>
                    <a:pt x="36560" y="30948"/>
                  </a:cubicBezTo>
                  <a:cubicBezTo>
                    <a:pt x="36193" y="30881"/>
                    <a:pt x="35826" y="30781"/>
                    <a:pt x="35426" y="30748"/>
                  </a:cubicBezTo>
                  <a:lnTo>
                    <a:pt x="34892" y="30648"/>
                  </a:lnTo>
                  <a:lnTo>
                    <a:pt x="34359" y="30615"/>
                  </a:lnTo>
                  <a:cubicBezTo>
                    <a:pt x="34236" y="30603"/>
                    <a:pt x="34110" y="30600"/>
                    <a:pt x="33983" y="30600"/>
                  </a:cubicBezTo>
                  <a:cubicBezTo>
                    <a:pt x="33729" y="30600"/>
                    <a:pt x="33469" y="30615"/>
                    <a:pt x="33225" y="30615"/>
                  </a:cubicBezTo>
                  <a:cubicBezTo>
                    <a:pt x="32491" y="30648"/>
                    <a:pt x="31724" y="30781"/>
                    <a:pt x="31023" y="31082"/>
                  </a:cubicBezTo>
                  <a:cubicBezTo>
                    <a:pt x="30323" y="31315"/>
                    <a:pt x="29689" y="31782"/>
                    <a:pt x="29155" y="32282"/>
                  </a:cubicBezTo>
                  <a:cubicBezTo>
                    <a:pt x="28054" y="33317"/>
                    <a:pt x="27387" y="34651"/>
                    <a:pt x="26820" y="35952"/>
                  </a:cubicBezTo>
                  <a:cubicBezTo>
                    <a:pt x="26220" y="37253"/>
                    <a:pt x="25686" y="38587"/>
                    <a:pt x="24985" y="39788"/>
                  </a:cubicBezTo>
                  <a:cubicBezTo>
                    <a:pt x="24252" y="40989"/>
                    <a:pt x="23251" y="41989"/>
                    <a:pt x="21983" y="42456"/>
                  </a:cubicBezTo>
                  <a:cubicBezTo>
                    <a:pt x="21349" y="42723"/>
                    <a:pt x="20649" y="42823"/>
                    <a:pt x="19982" y="42823"/>
                  </a:cubicBezTo>
                  <a:cubicBezTo>
                    <a:pt x="19348" y="42823"/>
                    <a:pt x="18681" y="42590"/>
                    <a:pt x="18080" y="42223"/>
                  </a:cubicBezTo>
                  <a:cubicBezTo>
                    <a:pt x="17513" y="41823"/>
                    <a:pt x="16913" y="41389"/>
                    <a:pt x="16346" y="40889"/>
                  </a:cubicBezTo>
                  <a:cubicBezTo>
                    <a:pt x="15745" y="40422"/>
                    <a:pt x="15145" y="39888"/>
                    <a:pt x="14344" y="39554"/>
                  </a:cubicBezTo>
                  <a:cubicBezTo>
                    <a:pt x="13853" y="39298"/>
                    <a:pt x="13292" y="39178"/>
                    <a:pt x="12734" y="39178"/>
                  </a:cubicBezTo>
                  <a:cubicBezTo>
                    <a:pt x="12421" y="39178"/>
                    <a:pt x="12109" y="39216"/>
                    <a:pt x="11809" y="39287"/>
                  </a:cubicBezTo>
                  <a:cubicBezTo>
                    <a:pt x="11676" y="39321"/>
                    <a:pt x="11576" y="39321"/>
                    <a:pt x="11476" y="39388"/>
                  </a:cubicBezTo>
                  <a:lnTo>
                    <a:pt x="11142" y="39488"/>
                  </a:lnTo>
                  <a:cubicBezTo>
                    <a:pt x="10909" y="39621"/>
                    <a:pt x="10709" y="39754"/>
                    <a:pt x="10542" y="39921"/>
                  </a:cubicBezTo>
                  <a:cubicBezTo>
                    <a:pt x="10208" y="40221"/>
                    <a:pt x="9975" y="40588"/>
                    <a:pt x="9741" y="40922"/>
                  </a:cubicBezTo>
                  <a:cubicBezTo>
                    <a:pt x="9341" y="41622"/>
                    <a:pt x="9007" y="42323"/>
                    <a:pt x="8640" y="42957"/>
                  </a:cubicBezTo>
                  <a:cubicBezTo>
                    <a:pt x="8407" y="43257"/>
                    <a:pt x="8207" y="43557"/>
                    <a:pt x="7973" y="43724"/>
                  </a:cubicBezTo>
                  <a:cubicBezTo>
                    <a:pt x="7873" y="43791"/>
                    <a:pt x="7673" y="43891"/>
                    <a:pt x="7540" y="43957"/>
                  </a:cubicBezTo>
                  <a:lnTo>
                    <a:pt x="7306" y="44058"/>
                  </a:lnTo>
                  <a:cubicBezTo>
                    <a:pt x="7206" y="44091"/>
                    <a:pt x="7139" y="44091"/>
                    <a:pt x="7039" y="44124"/>
                  </a:cubicBezTo>
                  <a:cubicBezTo>
                    <a:pt x="6644" y="44223"/>
                    <a:pt x="6226" y="44252"/>
                    <a:pt x="5785" y="44252"/>
                  </a:cubicBezTo>
                  <a:cubicBezTo>
                    <a:pt x="5480" y="44252"/>
                    <a:pt x="5165" y="44238"/>
                    <a:pt x="4838" y="44224"/>
                  </a:cubicBezTo>
                  <a:cubicBezTo>
                    <a:pt x="4665" y="44210"/>
                    <a:pt x="4488" y="44202"/>
                    <a:pt x="4308" y="44202"/>
                  </a:cubicBezTo>
                  <a:cubicBezTo>
                    <a:pt x="3652" y="44202"/>
                    <a:pt x="2957" y="44310"/>
                    <a:pt x="2303" y="44625"/>
                  </a:cubicBezTo>
                  <a:cubicBezTo>
                    <a:pt x="1902" y="44825"/>
                    <a:pt x="1569" y="45092"/>
                    <a:pt x="1235" y="45325"/>
                  </a:cubicBezTo>
                  <a:cubicBezTo>
                    <a:pt x="902" y="45625"/>
                    <a:pt x="635" y="45926"/>
                    <a:pt x="368" y="46326"/>
                  </a:cubicBezTo>
                  <a:cubicBezTo>
                    <a:pt x="134" y="46759"/>
                    <a:pt x="1" y="47293"/>
                    <a:pt x="134" y="47794"/>
                  </a:cubicBezTo>
                  <a:cubicBezTo>
                    <a:pt x="234" y="48294"/>
                    <a:pt x="501" y="48661"/>
                    <a:pt x="801" y="48994"/>
                  </a:cubicBezTo>
                  <a:cubicBezTo>
                    <a:pt x="1402" y="49662"/>
                    <a:pt x="2069" y="50095"/>
                    <a:pt x="2803" y="50495"/>
                  </a:cubicBezTo>
                  <a:cubicBezTo>
                    <a:pt x="3503" y="50862"/>
                    <a:pt x="4237" y="51196"/>
                    <a:pt x="4971" y="51563"/>
                  </a:cubicBezTo>
                  <a:cubicBezTo>
                    <a:pt x="7840" y="52797"/>
                    <a:pt x="10875" y="53631"/>
                    <a:pt x="13744" y="54598"/>
                  </a:cubicBezTo>
                  <a:cubicBezTo>
                    <a:pt x="14078" y="54698"/>
                    <a:pt x="14478" y="54832"/>
                    <a:pt x="14811" y="54965"/>
                  </a:cubicBezTo>
                  <a:cubicBezTo>
                    <a:pt x="15012" y="54999"/>
                    <a:pt x="15178" y="55099"/>
                    <a:pt x="15312" y="55165"/>
                  </a:cubicBezTo>
                  <a:lnTo>
                    <a:pt x="15745" y="55466"/>
                  </a:lnTo>
                  <a:cubicBezTo>
                    <a:pt x="16079" y="55666"/>
                    <a:pt x="16413" y="55866"/>
                    <a:pt x="16813" y="55999"/>
                  </a:cubicBezTo>
                  <a:cubicBezTo>
                    <a:pt x="17180" y="56166"/>
                    <a:pt x="17513" y="56333"/>
                    <a:pt x="17880" y="56466"/>
                  </a:cubicBezTo>
                  <a:cubicBezTo>
                    <a:pt x="18214" y="56600"/>
                    <a:pt x="18581" y="56767"/>
                    <a:pt x="18981" y="56833"/>
                  </a:cubicBezTo>
                  <a:cubicBezTo>
                    <a:pt x="19348" y="56933"/>
                    <a:pt x="19715" y="57033"/>
                    <a:pt x="20082" y="57134"/>
                  </a:cubicBezTo>
                  <a:cubicBezTo>
                    <a:pt x="20849" y="57267"/>
                    <a:pt x="21583" y="57434"/>
                    <a:pt x="22350" y="57467"/>
                  </a:cubicBezTo>
                  <a:cubicBezTo>
                    <a:pt x="22717" y="57534"/>
                    <a:pt x="23092" y="57551"/>
                    <a:pt x="23468" y="57551"/>
                  </a:cubicBezTo>
                  <a:cubicBezTo>
                    <a:pt x="23843" y="57551"/>
                    <a:pt x="24218" y="57534"/>
                    <a:pt x="24585" y="57534"/>
                  </a:cubicBezTo>
                  <a:cubicBezTo>
                    <a:pt x="25352" y="57467"/>
                    <a:pt x="26086" y="57434"/>
                    <a:pt x="26787" y="57334"/>
                  </a:cubicBezTo>
                  <a:cubicBezTo>
                    <a:pt x="28254" y="57134"/>
                    <a:pt x="29622" y="56800"/>
                    <a:pt x="31023" y="56500"/>
                  </a:cubicBezTo>
                  <a:cubicBezTo>
                    <a:pt x="32303" y="56219"/>
                    <a:pt x="33583" y="55996"/>
                    <a:pt x="34809" y="55996"/>
                  </a:cubicBezTo>
                  <a:cubicBezTo>
                    <a:pt x="34892" y="55996"/>
                    <a:pt x="34976" y="55997"/>
                    <a:pt x="35059" y="55999"/>
                  </a:cubicBezTo>
                  <a:cubicBezTo>
                    <a:pt x="35726" y="55999"/>
                    <a:pt x="36360" y="56133"/>
                    <a:pt x="36927" y="56333"/>
                  </a:cubicBezTo>
                  <a:cubicBezTo>
                    <a:pt x="37061" y="56366"/>
                    <a:pt x="37227" y="56433"/>
                    <a:pt x="37361" y="56500"/>
                  </a:cubicBezTo>
                  <a:lnTo>
                    <a:pt x="37761" y="56767"/>
                  </a:lnTo>
                  <a:cubicBezTo>
                    <a:pt x="38061" y="56933"/>
                    <a:pt x="38328" y="57100"/>
                    <a:pt x="38595" y="57267"/>
                  </a:cubicBezTo>
                  <a:cubicBezTo>
                    <a:pt x="39696" y="57934"/>
                    <a:pt x="40697" y="58701"/>
                    <a:pt x="41731" y="59469"/>
                  </a:cubicBezTo>
                  <a:cubicBezTo>
                    <a:pt x="42231" y="59835"/>
                    <a:pt x="42765" y="60169"/>
                    <a:pt x="43365" y="60469"/>
                  </a:cubicBezTo>
                  <a:cubicBezTo>
                    <a:pt x="43932" y="60769"/>
                    <a:pt x="44533" y="61003"/>
                    <a:pt x="45100" y="61136"/>
                  </a:cubicBezTo>
                  <a:cubicBezTo>
                    <a:pt x="46301" y="61437"/>
                    <a:pt x="47535" y="61470"/>
                    <a:pt x="48636" y="61470"/>
                  </a:cubicBezTo>
                  <a:cubicBezTo>
                    <a:pt x="49770" y="61470"/>
                    <a:pt x="50871" y="61403"/>
                    <a:pt x="51905" y="61403"/>
                  </a:cubicBezTo>
                  <a:cubicBezTo>
                    <a:pt x="52171" y="61395"/>
                    <a:pt x="52435" y="61390"/>
                    <a:pt x="52697" y="61390"/>
                  </a:cubicBezTo>
                  <a:cubicBezTo>
                    <a:pt x="54471" y="61390"/>
                    <a:pt x="56134" y="61606"/>
                    <a:pt x="57442" y="62304"/>
                  </a:cubicBezTo>
                  <a:cubicBezTo>
                    <a:pt x="58209" y="62671"/>
                    <a:pt x="58843" y="63171"/>
                    <a:pt x="59343" y="63772"/>
                  </a:cubicBezTo>
                  <a:cubicBezTo>
                    <a:pt x="59877" y="64339"/>
                    <a:pt x="60244" y="64972"/>
                    <a:pt x="60611" y="65573"/>
                  </a:cubicBezTo>
                  <a:cubicBezTo>
                    <a:pt x="61345" y="66740"/>
                    <a:pt x="61912" y="67808"/>
                    <a:pt x="62512" y="68608"/>
                  </a:cubicBezTo>
                  <a:cubicBezTo>
                    <a:pt x="63079" y="69409"/>
                    <a:pt x="63580" y="69976"/>
                    <a:pt x="64013" y="70310"/>
                  </a:cubicBezTo>
                  <a:cubicBezTo>
                    <a:pt x="64180" y="70476"/>
                    <a:pt x="64347" y="70610"/>
                    <a:pt x="64447" y="70677"/>
                  </a:cubicBezTo>
                  <a:cubicBezTo>
                    <a:pt x="64580" y="70777"/>
                    <a:pt x="64614" y="70810"/>
                    <a:pt x="64614" y="70810"/>
                  </a:cubicBezTo>
                  <a:cubicBezTo>
                    <a:pt x="65114" y="71110"/>
                    <a:pt x="65581" y="71310"/>
                    <a:pt x="66115" y="71310"/>
                  </a:cubicBezTo>
                  <a:cubicBezTo>
                    <a:pt x="66265" y="71327"/>
                    <a:pt x="66382" y="71335"/>
                    <a:pt x="66461" y="71335"/>
                  </a:cubicBezTo>
                  <a:cubicBezTo>
                    <a:pt x="66540" y="71335"/>
                    <a:pt x="66582" y="71327"/>
                    <a:pt x="66582" y="71310"/>
                  </a:cubicBezTo>
                  <a:cubicBezTo>
                    <a:pt x="66615" y="71277"/>
                    <a:pt x="66515" y="71144"/>
                    <a:pt x="66248" y="71010"/>
                  </a:cubicBezTo>
                  <a:cubicBezTo>
                    <a:pt x="66015" y="70877"/>
                    <a:pt x="65614" y="70677"/>
                    <a:pt x="65181" y="70343"/>
                  </a:cubicBezTo>
                  <a:cubicBezTo>
                    <a:pt x="65181" y="70343"/>
                    <a:pt x="65081" y="70310"/>
                    <a:pt x="65014" y="70210"/>
                  </a:cubicBezTo>
                  <a:cubicBezTo>
                    <a:pt x="64914" y="70176"/>
                    <a:pt x="64747" y="70043"/>
                    <a:pt x="64580" y="69876"/>
                  </a:cubicBezTo>
                  <a:cubicBezTo>
                    <a:pt x="64213" y="69609"/>
                    <a:pt x="63713" y="69042"/>
                    <a:pt x="63179" y="68275"/>
                  </a:cubicBezTo>
                  <a:cubicBezTo>
                    <a:pt x="62579" y="67508"/>
                    <a:pt x="62012" y="66474"/>
                    <a:pt x="61278" y="65273"/>
                  </a:cubicBezTo>
                  <a:cubicBezTo>
                    <a:pt x="60911" y="64639"/>
                    <a:pt x="60511" y="64005"/>
                    <a:pt x="59944" y="63371"/>
                  </a:cubicBezTo>
                  <a:cubicBezTo>
                    <a:pt x="59410" y="62771"/>
                    <a:pt x="58743" y="62170"/>
                    <a:pt x="57909" y="61770"/>
                  </a:cubicBezTo>
                  <a:cubicBezTo>
                    <a:pt x="56241" y="60870"/>
                    <a:pt x="54206" y="60736"/>
                    <a:pt x="52105" y="60736"/>
                  </a:cubicBezTo>
                  <a:cubicBezTo>
                    <a:pt x="51896" y="60730"/>
                    <a:pt x="51685" y="60727"/>
                    <a:pt x="51473" y="60727"/>
                  </a:cubicBezTo>
                  <a:cubicBezTo>
                    <a:pt x="50585" y="60727"/>
                    <a:pt x="49671" y="60774"/>
                    <a:pt x="48746" y="60774"/>
                  </a:cubicBezTo>
                  <a:cubicBezTo>
                    <a:pt x="47671" y="60774"/>
                    <a:pt x="46582" y="60710"/>
                    <a:pt x="45500" y="60436"/>
                  </a:cubicBezTo>
                  <a:cubicBezTo>
                    <a:pt x="44933" y="60269"/>
                    <a:pt x="44399" y="60069"/>
                    <a:pt x="43866" y="59802"/>
                  </a:cubicBezTo>
                  <a:cubicBezTo>
                    <a:pt x="43332" y="59502"/>
                    <a:pt x="42831" y="59168"/>
                    <a:pt x="42331" y="58835"/>
                  </a:cubicBezTo>
                  <a:cubicBezTo>
                    <a:pt x="41330" y="58134"/>
                    <a:pt x="40330" y="57300"/>
                    <a:pt x="39196" y="56600"/>
                  </a:cubicBezTo>
                  <a:cubicBezTo>
                    <a:pt x="38895" y="56400"/>
                    <a:pt x="38595" y="56200"/>
                    <a:pt x="38328" y="56066"/>
                  </a:cubicBezTo>
                  <a:lnTo>
                    <a:pt x="37861" y="55799"/>
                  </a:lnTo>
                  <a:cubicBezTo>
                    <a:pt x="37694" y="55733"/>
                    <a:pt x="37528" y="55666"/>
                    <a:pt x="37361" y="55599"/>
                  </a:cubicBezTo>
                  <a:cubicBezTo>
                    <a:pt x="36694" y="55332"/>
                    <a:pt x="35993" y="55232"/>
                    <a:pt x="35259" y="55232"/>
                  </a:cubicBezTo>
                  <a:cubicBezTo>
                    <a:pt x="35112" y="55225"/>
                    <a:pt x="34965" y="55222"/>
                    <a:pt x="34817" y="55222"/>
                  </a:cubicBezTo>
                  <a:cubicBezTo>
                    <a:pt x="33558" y="55222"/>
                    <a:pt x="32281" y="55464"/>
                    <a:pt x="31056" y="55733"/>
                  </a:cubicBezTo>
                  <a:cubicBezTo>
                    <a:pt x="29689" y="55999"/>
                    <a:pt x="28321" y="56333"/>
                    <a:pt x="26887" y="56500"/>
                  </a:cubicBezTo>
                  <a:cubicBezTo>
                    <a:pt x="26186" y="56600"/>
                    <a:pt x="25486" y="56633"/>
                    <a:pt x="24752" y="56700"/>
                  </a:cubicBezTo>
                  <a:cubicBezTo>
                    <a:pt x="24051" y="56667"/>
                    <a:pt x="23318" y="56700"/>
                    <a:pt x="22584" y="56633"/>
                  </a:cubicBezTo>
                  <a:cubicBezTo>
                    <a:pt x="21850" y="56600"/>
                    <a:pt x="21149" y="56433"/>
                    <a:pt x="20415" y="56300"/>
                  </a:cubicBezTo>
                  <a:cubicBezTo>
                    <a:pt x="20049" y="56166"/>
                    <a:pt x="19715" y="56099"/>
                    <a:pt x="19348" y="55999"/>
                  </a:cubicBezTo>
                  <a:cubicBezTo>
                    <a:pt x="18981" y="55933"/>
                    <a:pt x="18648" y="55799"/>
                    <a:pt x="18314" y="55666"/>
                  </a:cubicBezTo>
                  <a:cubicBezTo>
                    <a:pt x="17980" y="55599"/>
                    <a:pt x="17647" y="55432"/>
                    <a:pt x="17313" y="55266"/>
                  </a:cubicBezTo>
                  <a:cubicBezTo>
                    <a:pt x="16980" y="55132"/>
                    <a:pt x="16679" y="54932"/>
                    <a:pt x="16346" y="54765"/>
                  </a:cubicBezTo>
                  <a:lnTo>
                    <a:pt x="15846" y="54465"/>
                  </a:lnTo>
                  <a:cubicBezTo>
                    <a:pt x="15679" y="54365"/>
                    <a:pt x="15479" y="54298"/>
                    <a:pt x="15312" y="54198"/>
                  </a:cubicBezTo>
                  <a:cubicBezTo>
                    <a:pt x="14978" y="54065"/>
                    <a:pt x="14578" y="53931"/>
                    <a:pt x="14211" y="53798"/>
                  </a:cubicBezTo>
                  <a:cubicBezTo>
                    <a:pt x="11309" y="52797"/>
                    <a:pt x="8307" y="51930"/>
                    <a:pt x="5471" y="50729"/>
                  </a:cubicBezTo>
                  <a:cubicBezTo>
                    <a:pt x="4804" y="50429"/>
                    <a:pt x="4070" y="50095"/>
                    <a:pt x="3403" y="49728"/>
                  </a:cubicBezTo>
                  <a:cubicBezTo>
                    <a:pt x="2803" y="49328"/>
                    <a:pt x="2136" y="48894"/>
                    <a:pt x="1669" y="48394"/>
                  </a:cubicBezTo>
                  <a:cubicBezTo>
                    <a:pt x="1469" y="48094"/>
                    <a:pt x="1235" y="47827"/>
                    <a:pt x="1202" y="47560"/>
                  </a:cubicBezTo>
                  <a:cubicBezTo>
                    <a:pt x="1168" y="47260"/>
                    <a:pt x="1202" y="46960"/>
                    <a:pt x="1369" y="46726"/>
                  </a:cubicBezTo>
                  <a:cubicBezTo>
                    <a:pt x="1669" y="46126"/>
                    <a:pt x="2336" y="45725"/>
                    <a:pt x="2970" y="45325"/>
                  </a:cubicBezTo>
                  <a:cubicBezTo>
                    <a:pt x="3403" y="45121"/>
                    <a:pt x="3953" y="45034"/>
                    <a:pt x="4516" y="45034"/>
                  </a:cubicBezTo>
                  <a:cubicBezTo>
                    <a:pt x="4689" y="45034"/>
                    <a:pt x="4865" y="45042"/>
                    <a:pt x="5038" y="45058"/>
                  </a:cubicBezTo>
                  <a:cubicBezTo>
                    <a:pt x="5328" y="45071"/>
                    <a:pt x="5627" y="45083"/>
                    <a:pt x="5935" y="45083"/>
                  </a:cubicBezTo>
                  <a:cubicBezTo>
                    <a:pt x="6440" y="45083"/>
                    <a:pt x="6967" y="45049"/>
                    <a:pt x="7506" y="44925"/>
                  </a:cubicBezTo>
                  <a:cubicBezTo>
                    <a:pt x="7640" y="44925"/>
                    <a:pt x="7706" y="44891"/>
                    <a:pt x="7840" y="44825"/>
                  </a:cubicBezTo>
                  <a:lnTo>
                    <a:pt x="8140" y="44725"/>
                  </a:lnTo>
                  <a:cubicBezTo>
                    <a:pt x="8340" y="44625"/>
                    <a:pt x="8507" y="44491"/>
                    <a:pt x="8707" y="44391"/>
                  </a:cubicBezTo>
                  <a:cubicBezTo>
                    <a:pt x="9074" y="44091"/>
                    <a:pt x="9374" y="43724"/>
                    <a:pt x="9574" y="43390"/>
                  </a:cubicBezTo>
                  <a:cubicBezTo>
                    <a:pt x="10041" y="42657"/>
                    <a:pt x="10342" y="41956"/>
                    <a:pt x="10709" y="41322"/>
                  </a:cubicBezTo>
                  <a:cubicBezTo>
                    <a:pt x="10875" y="41055"/>
                    <a:pt x="11075" y="40755"/>
                    <a:pt x="11342" y="40555"/>
                  </a:cubicBezTo>
                  <a:lnTo>
                    <a:pt x="11709" y="40288"/>
                  </a:lnTo>
                  <a:lnTo>
                    <a:pt x="11909" y="40221"/>
                  </a:lnTo>
                  <a:cubicBezTo>
                    <a:pt x="12009" y="40221"/>
                    <a:pt x="12076" y="40155"/>
                    <a:pt x="12176" y="40155"/>
                  </a:cubicBezTo>
                  <a:cubicBezTo>
                    <a:pt x="12394" y="40100"/>
                    <a:pt x="12611" y="40074"/>
                    <a:pt x="12827" y="40074"/>
                  </a:cubicBezTo>
                  <a:cubicBezTo>
                    <a:pt x="13275" y="40074"/>
                    <a:pt x="13717" y="40186"/>
                    <a:pt x="14144" y="40388"/>
                  </a:cubicBezTo>
                  <a:cubicBezTo>
                    <a:pt x="15379" y="40955"/>
                    <a:pt x="16379" y="42223"/>
                    <a:pt x="17747" y="43057"/>
                  </a:cubicBezTo>
                  <a:cubicBezTo>
                    <a:pt x="18414" y="43457"/>
                    <a:pt x="19215" y="43791"/>
                    <a:pt x="20082" y="43824"/>
                  </a:cubicBezTo>
                  <a:cubicBezTo>
                    <a:pt x="20916" y="43791"/>
                    <a:pt x="21683" y="43657"/>
                    <a:pt x="22484" y="43424"/>
                  </a:cubicBezTo>
                  <a:cubicBezTo>
                    <a:pt x="23217" y="43157"/>
                    <a:pt x="23918" y="42723"/>
                    <a:pt x="24518" y="42156"/>
                  </a:cubicBezTo>
                  <a:cubicBezTo>
                    <a:pt x="25085" y="41656"/>
                    <a:pt x="25586" y="40989"/>
                    <a:pt x="25986" y="40355"/>
                  </a:cubicBezTo>
                  <a:cubicBezTo>
                    <a:pt x="26753" y="39087"/>
                    <a:pt x="27254" y="37720"/>
                    <a:pt x="27854" y="36452"/>
                  </a:cubicBezTo>
                  <a:cubicBezTo>
                    <a:pt x="28421" y="35151"/>
                    <a:pt x="29055" y="33950"/>
                    <a:pt x="29989" y="33083"/>
                  </a:cubicBezTo>
                  <a:cubicBezTo>
                    <a:pt x="30423" y="32616"/>
                    <a:pt x="30990" y="32282"/>
                    <a:pt x="31557" y="32016"/>
                  </a:cubicBezTo>
                  <a:cubicBezTo>
                    <a:pt x="32157" y="31782"/>
                    <a:pt x="32758" y="31649"/>
                    <a:pt x="33425" y="31615"/>
                  </a:cubicBezTo>
                  <a:cubicBezTo>
                    <a:pt x="33647" y="31615"/>
                    <a:pt x="33870" y="31600"/>
                    <a:pt x="34092" y="31600"/>
                  </a:cubicBezTo>
                  <a:cubicBezTo>
                    <a:pt x="34203" y="31600"/>
                    <a:pt x="34314" y="31604"/>
                    <a:pt x="34425" y="31615"/>
                  </a:cubicBezTo>
                  <a:lnTo>
                    <a:pt x="34926" y="31649"/>
                  </a:lnTo>
                  <a:lnTo>
                    <a:pt x="35426" y="31749"/>
                  </a:lnTo>
                  <a:cubicBezTo>
                    <a:pt x="35760" y="31782"/>
                    <a:pt x="36093" y="31882"/>
                    <a:pt x="36427" y="31949"/>
                  </a:cubicBezTo>
                  <a:cubicBezTo>
                    <a:pt x="36727" y="32016"/>
                    <a:pt x="37061" y="32149"/>
                    <a:pt x="37394" y="32282"/>
                  </a:cubicBezTo>
                  <a:cubicBezTo>
                    <a:pt x="38729" y="32816"/>
                    <a:pt x="39929" y="33617"/>
                    <a:pt x="41397" y="34217"/>
                  </a:cubicBezTo>
                  <a:cubicBezTo>
                    <a:pt x="42098" y="34484"/>
                    <a:pt x="42898" y="34651"/>
                    <a:pt x="43732" y="34718"/>
                  </a:cubicBezTo>
                  <a:cubicBezTo>
                    <a:pt x="43783" y="34722"/>
                    <a:pt x="43836" y="34724"/>
                    <a:pt x="43889" y="34724"/>
                  </a:cubicBezTo>
                  <a:cubicBezTo>
                    <a:pt x="44219" y="34724"/>
                    <a:pt x="44589" y="34646"/>
                    <a:pt x="44933" y="34617"/>
                  </a:cubicBezTo>
                  <a:cubicBezTo>
                    <a:pt x="45367" y="34551"/>
                    <a:pt x="45734" y="34417"/>
                    <a:pt x="46100" y="34284"/>
                  </a:cubicBezTo>
                  <a:cubicBezTo>
                    <a:pt x="46534" y="34150"/>
                    <a:pt x="46868" y="33950"/>
                    <a:pt x="47235" y="33784"/>
                  </a:cubicBezTo>
                  <a:cubicBezTo>
                    <a:pt x="47568" y="33583"/>
                    <a:pt x="47902" y="33383"/>
                    <a:pt x="48235" y="33116"/>
                  </a:cubicBezTo>
                  <a:cubicBezTo>
                    <a:pt x="48869" y="32616"/>
                    <a:pt x="49436" y="32082"/>
                    <a:pt x="49937" y="31449"/>
                  </a:cubicBezTo>
                  <a:cubicBezTo>
                    <a:pt x="50937" y="30214"/>
                    <a:pt x="51738" y="28813"/>
                    <a:pt x="52438" y="27446"/>
                  </a:cubicBezTo>
                  <a:cubicBezTo>
                    <a:pt x="52839" y="26778"/>
                    <a:pt x="53172" y="26078"/>
                    <a:pt x="53539" y="25411"/>
                  </a:cubicBezTo>
                  <a:cubicBezTo>
                    <a:pt x="53906" y="24777"/>
                    <a:pt x="54273" y="24110"/>
                    <a:pt x="54773" y="23543"/>
                  </a:cubicBezTo>
                  <a:cubicBezTo>
                    <a:pt x="55240" y="22942"/>
                    <a:pt x="55741" y="22375"/>
                    <a:pt x="56341" y="21875"/>
                  </a:cubicBezTo>
                  <a:cubicBezTo>
                    <a:pt x="56875" y="21375"/>
                    <a:pt x="57509" y="20908"/>
                    <a:pt x="58109" y="20474"/>
                  </a:cubicBezTo>
                  <a:cubicBezTo>
                    <a:pt x="59377" y="19640"/>
                    <a:pt x="60778" y="19040"/>
                    <a:pt x="62245" y="18473"/>
                  </a:cubicBezTo>
                  <a:cubicBezTo>
                    <a:pt x="63713" y="17939"/>
                    <a:pt x="65214" y="17539"/>
                    <a:pt x="66715" y="17072"/>
                  </a:cubicBezTo>
                  <a:cubicBezTo>
                    <a:pt x="68216" y="16605"/>
                    <a:pt x="69717" y="16104"/>
                    <a:pt x="71085" y="15204"/>
                  </a:cubicBezTo>
                  <a:lnTo>
                    <a:pt x="71585" y="14803"/>
                  </a:lnTo>
                  <a:cubicBezTo>
                    <a:pt x="71752" y="14703"/>
                    <a:pt x="71919" y="14536"/>
                    <a:pt x="72052" y="14403"/>
                  </a:cubicBezTo>
                  <a:lnTo>
                    <a:pt x="72886" y="13569"/>
                  </a:lnTo>
                  <a:cubicBezTo>
                    <a:pt x="73420" y="13035"/>
                    <a:pt x="73920" y="12435"/>
                    <a:pt x="74454" y="11901"/>
                  </a:cubicBezTo>
                  <a:cubicBezTo>
                    <a:pt x="74954" y="11367"/>
                    <a:pt x="75521" y="10767"/>
                    <a:pt x="76055" y="10267"/>
                  </a:cubicBezTo>
                  <a:cubicBezTo>
                    <a:pt x="76589" y="9733"/>
                    <a:pt x="77189" y="9266"/>
                    <a:pt x="77756" y="8866"/>
                  </a:cubicBezTo>
                  <a:cubicBezTo>
                    <a:pt x="78357" y="8465"/>
                    <a:pt x="79024" y="8132"/>
                    <a:pt x="79691" y="7932"/>
                  </a:cubicBezTo>
                  <a:cubicBezTo>
                    <a:pt x="80358" y="7732"/>
                    <a:pt x="81059" y="7598"/>
                    <a:pt x="81759" y="7565"/>
                  </a:cubicBezTo>
                  <a:lnTo>
                    <a:pt x="82893" y="7431"/>
                  </a:lnTo>
                  <a:lnTo>
                    <a:pt x="84028" y="7198"/>
                  </a:lnTo>
                  <a:cubicBezTo>
                    <a:pt x="84728" y="6931"/>
                    <a:pt x="85429" y="6697"/>
                    <a:pt x="86096" y="6297"/>
                  </a:cubicBezTo>
                  <a:cubicBezTo>
                    <a:pt x="87430" y="5597"/>
                    <a:pt x="88564" y="4729"/>
                    <a:pt x="89732" y="3929"/>
                  </a:cubicBezTo>
                  <a:cubicBezTo>
                    <a:pt x="90866" y="3095"/>
                    <a:pt x="92033" y="2394"/>
                    <a:pt x="93234" y="1861"/>
                  </a:cubicBezTo>
                  <a:cubicBezTo>
                    <a:pt x="94435" y="1294"/>
                    <a:pt x="95703" y="1060"/>
                    <a:pt x="96970" y="893"/>
                  </a:cubicBezTo>
                  <a:cubicBezTo>
                    <a:pt x="97435" y="834"/>
                    <a:pt x="97895" y="804"/>
                    <a:pt x="98348" y="804"/>
                  </a:cubicBezTo>
                  <a:cubicBezTo>
                    <a:pt x="99164" y="804"/>
                    <a:pt x="99956" y="900"/>
                    <a:pt x="100706" y="1093"/>
                  </a:cubicBezTo>
                  <a:cubicBezTo>
                    <a:pt x="101874" y="1394"/>
                    <a:pt x="102974" y="1861"/>
                    <a:pt x="104075" y="2361"/>
                  </a:cubicBezTo>
                  <a:cubicBezTo>
                    <a:pt x="105143" y="2861"/>
                    <a:pt x="106210" y="3362"/>
                    <a:pt x="107278" y="3762"/>
                  </a:cubicBezTo>
                  <a:cubicBezTo>
                    <a:pt x="107811" y="3962"/>
                    <a:pt x="108312" y="4196"/>
                    <a:pt x="108879" y="4296"/>
                  </a:cubicBezTo>
                  <a:cubicBezTo>
                    <a:pt x="109112" y="4396"/>
                    <a:pt x="109412" y="4429"/>
                    <a:pt x="109646" y="4529"/>
                  </a:cubicBezTo>
                  <a:cubicBezTo>
                    <a:pt x="109913" y="4563"/>
                    <a:pt x="110213" y="4596"/>
                    <a:pt x="110446" y="4629"/>
                  </a:cubicBezTo>
                  <a:cubicBezTo>
                    <a:pt x="111215" y="4748"/>
                    <a:pt x="111959" y="4790"/>
                    <a:pt x="112676" y="4790"/>
                  </a:cubicBezTo>
                  <a:cubicBezTo>
                    <a:pt x="113981" y="4790"/>
                    <a:pt x="115198" y="4649"/>
                    <a:pt x="116317" y="4563"/>
                  </a:cubicBezTo>
                  <a:cubicBezTo>
                    <a:pt x="116784" y="4529"/>
                    <a:pt x="117218" y="4463"/>
                    <a:pt x="117618" y="4429"/>
                  </a:cubicBezTo>
                  <a:cubicBezTo>
                    <a:pt x="118052" y="4396"/>
                    <a:pt x="118452" y="4362"/>
                    <a:pt x="118819" y="4296"/>
                  </a:cubicBezTo>
                  <a:cubicBezTo>
                    <a:pt x="119100" y="4284"/>
                    <a:pt x="119376" y="4276"/>
                    <a:pt x="119646" y="4276"/>
                  </a:cubicBezTo>
                  <a:cubicBezTo>
                    <a:pt x="120115" y="4276"/>
                    <a:pt x="120564" y="4299"/>
                    <a:pt x="120987" y="4362"/>
                  </a:cubicBezTo>
                  <a:cubicBezTo>
                    <a:pt x="122388" y="4529"/>
                    <a:pt x="123456" y="4963"/>
                    <a:pt x="124223" y="5530"/>
                  </a:cubicBezTo>
                  <a:cubicBezTo>
                    <a:pt x="124957" y="6064"/>
                    <a:pt x="125424" y="6631"/>
                    <a:pt x="125724" y="7031"/>
                  </a:cubicBezTo>
                  <a:cubicBezTo>
                    <a:pt x="125991" y="7431"/>
                    <a:pt x="126124" y="7631"/>
                    <a:pt x="126124" y="7631"/>
                  </a:cubicBezTo>
                  <a:cubicBezTo>
                    <a:pt x="126258" y="7898"/>
                    <a:pt x="126391" y="8098"/>
                    <a:pt x="126491" y="8265"/>
                  </a:cubicBezTo>
                  <a:cubicBezTo>
                    <a:pt x="126591" y="8432"/>
                    <a:pt x="126658" y="8599"/>
                    <a:pt x="126758" y="8732"/>
                  </a:cubicBezTo>
                  <a:cubicBezTo>
                    <a:pt x="126925" y="8966"/>
                    <a:pt x="127058" y="9066"/>
                    <a:pt x="127092" y="9066"/>
                  </a:cubicBezTo>
                  <a:cubicBezTo>
                    <a:pt x="127158" y="9032"/>
                    <a:pt x="127158" y="8899"/>
                    <a:pt x="127092" y="8599"/>
                  </a:cubicBezTo>
                  <a:cubicBezTo>
                    <a:pt x="127058" y="8432"/>
                    <a:pt x="126992" y="8265"/>
                    <a:pt x="126925" y="8065"/>
                  </a:cubicBezTo>
                  <a:cubicBezTo>
                    <a:pt x="126825" y="7865"/>
                    <a:pt x="126725" y="7598"/>
                    <a:pt x="126591" y="7365"/>
                  </a:cubicBezTo>
                  <a:cubicBezTo>
                    <a:pt x="126591" y="7365"/>
                    <a:pt x="126458" y="7131"/>
                    <a:pt x="126158" y="6697"/>
                  </a:cubicBezTo>
                  <a:cubicBezTo>
                    <a:pt x="125824" y="6264"/>
                    <a:pt x="125390" y="5597"/>
                    <a:pt x="124557" y="5030"/>
                  </a:cubicBezTo>
                  <a:cubicBezTo>
                    <a:pt x="123723" y="4429"/>
                    <a:pt x="122555" y="3895"/>
                    <a:pt x="121121" y="3729"/>
                  </a:cubicBezTo>
                  <a:cubicBezTo>
                    <a:pt x="120654" y="3640"/>
                    <a:pt x="120142" y="3610"/>
                    <a:pt x="119616" y="3610"/>
                  </a:cubicBezTo>
                  <a:cubicBezTo>
                    <a:pt x="119353" y="3610"/>
                    <a:pt x="119086" y="3617"/>
                    <a:pt x="118819" y="3629"/>
                  </a:cubicBezTo>
                  <a:lnTo>
                    <a:pt x="117585" y="3762"/>
                  </a:lnTo>
                  <a:cubicBezTo>
                    <a:pt x="117151" y="3795"/>
                    <a:pt x="116751" y="3862"/>
                    <a:pt x="116284" y="3895"/>
                  </a:cubicBezTo>
                  <a:cubicBezTo>
                    <a:pt x="115206" y="3978"/>
                    <a:pt x="114050" y="4100"/>
                    <a:pt x="112841" y="4100"/>
                  </a:cubicBezTo>
                  <a:cubicBezTo>
                    <a:pt x="112105" y="4100"/>
                    <a:pt x="111350" y="4055"/>
                    <a:pt x="110580" y="3929"/>
                  </a:cubicBezTo>
                  <a:cubicBezTo>
                    <a:pt x="108545" y="3629"/>
                    <a:pt x="106544" y="2628"/>
                    <a:pt x="104375" y="1627"/>
                  </a:cubicBezTo>
                  <a:cubicBezTo>
                    <a:pt x="103275" y="1127"/>
                    <a:pt x="102141" y="593"/>
                    <a:pt x="100906" y="293"/>
                  </a:cubicBezTo>
                  <a:cubicBezTo>
                    <a:pt x="100017" y="106"/>
                    <a:pt x="99095" y="1"/>
                    <a:pt x="98163"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54" name="Google Shape;1854;p17"/>
            <p:cNvSpPr/>
            <p:nvPr/>
          </p:nvSpPr>
          <p:spPr>
            <a:xfrm>
              <a:off x="3247500" y="3562475"/>
              <a:ext cx="3218225" cy="2001150"/>
            </a:xfrm>
            <a:custGeom>
              <a:avLst/>
              <a:gdLst/>
              <a:ahLst/>
              <a:cxnLst/>
              <a:rect l="l" t="t" r="r" b="b"/>
              <a:pathLst>
                <a:path w="128729" h="80046" extrusionOk="0">
                  <a:moveTo>
                    <a:pt x="105098" y="0"/>
                  </a:moveTo>
                  <a:cubicBezTo>
                    <a:pt x="104528" y="0"/>
                    <a:pt x="103947" y="42"/>
                    <a:pt x="103374" y="121"/>
                  </a:cubicBezTo>
                  <a:cubicBezTo>
                    <a:pt x="102173" y="288"/>
                    <a:pt x="100972" y="622"/>
                    <a:pt x="99738" y="1089"/>
                  </a:cubicBezTo>
                  <a:cubicBezTo>
                    <a:pt x="98537" y="1522"/>
                    <a:pt x="97370" y="2156"/>
                    <a:pt x="96202" y="2823"/>
                  </a:cubicBezTo>
                  <a:cubicBezTo>
                    <a:pt x="93867" y="4191"/>
                    <a:pt x="91832" y="6126"/>
                    <a:pt x="89230" y="7293"/>
                  </a:cubicBezTo>
                  <a:cubicBezTo>
                    <a:pt x="87963" y="7827"/>
                    <a:pt x="86562" y="8194"/>
                    <a:pt x="85128" y="8361"/>
                  </a:cubicBezTo>
                  <a:cubicBezTo>
                    <a:pt x="84360" y="8461"/>
                    <a:pt x="83660" y="8527"/>
                    <a:pt x="82893" y="8594"/>
                  </a:cubicBezTo>
                  <a:cubicBezTo>
                    <a:pt x="82526" y="8627"/>
                    <a:pt x="82159" y="8661"/>
                    <a:pt x="81792" y="8661"/>
                  </a:cubicBezTo>
                  <a:cubicBezTo>
                    <a:pt x="81392" y="8661"/>
                    <a:pt x="81025" y="8694"/>
                    <a:pt x="80658" y="8761"/>
                  </a:cubicBezTo>
                  <a:cubicBezTo>
                    <a:pt x="79890" y="8828"/>
                    <a:pt x="79157" y="9028"/>
                    <a:pt x="78389" y="9261"/>
                  </a:cubicBezTo>
                  <a:cubicBezTo>
                    <a:pt x="77689" y="9495"/>
                    <a:pt x="76955" y="9795"/>
                    <a:pt x="76288" y="10162"/>
                  </a:cubicBezTo>
                  <a:cubicBezTo>
                    <a:pt x="74887" y="10862"/>
                    <a:pt x="73653" y="11830"/>
                    <a:pt x="72452" y="12830"/>
                  </a:cubicBezTo>
                  <a:cubicBezTo>
                    <a:pt x="71218" y="13831"/>
                    <a:pt x="70117" y="14965"/>
                    <a:pt x="68849" y="15866"/>
                  </a:cubicBezTo>
                  <a:cubicBezTo>
                    <a:pt x="67615" y="16833"/>
                    <a:pt x="66214" y="17600"/>
                    <a:pt x="64813" y="18301"/>
                  </a:cubicBezTo>
                  <a:cubicBezTo>
                    <a:pt x="63379" y="19001"/>
                    <a:pt x="61944" y="19635"/>
                    <a:pt x="60510" y="20436"/>
                  </a:cubicBezTo>
                  <a:cubicBezTo>
                    <a:pt x="59109" y="21203"/>
                    <a:pt x="57808" y="22170"/>
                    <a:pt x="56707" y="23438"/>
                  </a:cubicBezTo>
                  <a:cubicBezTo>
                    <a:pt x="54539" y="25940"/>
                    <a:pt x="53705" y="29142"/>
                    <a:pt x="52137" y="31811"/>
                  </a:cubicBezTo>
                  <a:cubicBezTo>
                    <a:pt x="51770" y="32478"/>
                    <a:pt x="51303" y="33112"/>
                    <a:pt x="50703" y="33612"/>
                  </a:cubicBezTo>
                  <a:cubicBezTo>
                    <a:pt x="50169" y="34112"/>
                    <a:pt x="49469" y="34446"/>
                    <a:pt x="48768" y="34613"/>
                  </a:cubicBezTo>
                  <a:cubicBezTo>
                    <a:pt x="48363" y="34701"/>
                    <a:pt x="47968" y="34742"/>
                    <a:pt x="47571" y="34742"/>
                  </a:cubicBezTo>
                  <a:cubicBezTo>
                    <a:pt x="47217" y="34742"/>
                    <a:pt x="46862" y="34709"/>
                    <a:pt x="46500" y="34646"/>
                  </a:cubicBezTo>
                  <a:cubicBezTo>
                    <a:pt x="45766" y="34513"/>
                    <a:pt x="45032" y="34279"/>
                    <a:pt x="44298" y="34046"/>
                  </a:cubicBezTo>
                  <a:cubicBezTo>
                    <a:pt x="42831" y="33612"/>
                    <a:pt x="41430" y="33011"/>
                    <a:pt x="39962" y="32544"/>
                  </a:cubicBezTo>
                  <a:cubicBezTo>
                    <a:pt x="39195" y="32311"/>
                    <a:pt x="38461" y="32144"/>
                    <a:pt x="37694" y="32011"/>
                  </a:cubicBezTo>
                  <a:lnTo>
                    <a:pt x="37127" y="31977"/>
                  </a:lnTo>
                  <a:lnTo>
                    <a:pt x="36826" y="31944"/>
                  </a:lnTo>
                  <a:lnTo>
                    <a:pt x="36526" y="31944"/>
                  </a:lnTo>
                  <a:lnTo>
                    <a:pt x="35959" y="31977"/>
                  </a:lnTo>
                  <a:cubicBezTo>
                    <a:pt x="35759" y="31977"/>
                    <a:pt x="35592" y="32011"/>
                    <a:pt x="35359" y="32044"/>
                  </a:cubicBezTo>
                  <a:cubicBezTo>
                    <a:pt x="34992" y="32111"/>
                    <a:pt x="34658" y="32278"/>
                    <a:pt x="34291" y="32378"/>
                  </a:cubicBezTo>
                  <a:cubicBezTo>
                    <a:pt x="34124" y="32444"/>
                    <a:pt x="33958" y="32544"/>
                    <a:pt x="33791" y="32645"/>
                  </a:cubicBezTo>
                  <a:lnTo>
                    <a:pt x="33291" y="32945"/>
                  </a:lnTo>
                  <a:cubicBezTo>
                    <a:pt x="32957" y="33145"/>
                    <a:pt x="32657" y="33378"/>
                    <a:pt x="32357" y="33612"/>
                  </a:cubicBezTo>
                  <a:cubicBezTo>
                    <a:pt x="32090" y="33845"/>
                    <a:pt x="31823" y="34146"/>
                    <a:pt x="31589" y="34379"/>
                  </a:cubicBezTo>
                  <a:cubicBezTo>
                    <a:pt x="31289" y="34646"/>
                    <a:pt x="31122" y="34946"/>
                    <a:pt x="30855" y="35213"/>
                  </a:cubicBezTo>
                  <a:lnTo>
                    <a:pt x="30522" y="35647"/>
                  </a:lnTo>
                  <a:lnTo>
                    <a:pt x="30255" y="36147"/>
                  </a:lnTo>
                  <a:cubicBezTo>
                    <a:pt x="29955" y="36814"/>
                    <a:pt x="29688" y="37515"/>
                    <a:pt x="29521" y="38182"/>
                  </a:cubicBezTo>
                  <a:cubicBezTo>
                    <a:pt x="29154" y="39516"/>
                    <a:pt x="28987" y="40951"/>
                    <a:pt x="28354" y="42185"/>
                  </a:cubicBezTo>
                  <a:cubicBezTo>
                    <a:pt x="28287" y="42352"/>
                    <a:pt x="28187" y="42518"/>
                    <a:pt x="28120" y="42652"/>
                  </a:cubicBezTo>
                  <a:cubicBezTo>
                    <a:pt x="28020" y="42819"/>
                    <a:pt x="27953" y="42952"/>
                    <a:pt x="27820" y="43052"/>
                  </a:cubicBezTo>
                  <a:cubicBezTo>
                    <a:pt x="27753" y="43185"/>
                    <a:pt x="27586" y="43286"/>
                    <a:pt x="27453" y="43386"/>
                  </a:cubicBezTo>
                  <a:cubicBezTo>
                    <a:pt x="27320" y="43519"/>
                    <a:pt x="27186" y="43652"/>
                    <a:pt x="27019" y="43719"/>
                  </a:cubicBezTo>
                  <a:cubicBezTo>
                    <a:pt x="26546" y="44104"/>
                    <a:pt x="25968" y="44331"/>
                    <a:pt x="25378" y="44331"/>
                  </a:cubicBezTo>
                  <a:cubicBezTo>
                    <a:pt x="25303" y="44331"/>
                    <a:pt x="25227" y="44327"/>
                    <a:pt x="25151" y="44320"/>
                  </a:cubicBezTo>
                  <a:cubicBezTo>
                    <a:pt x="24484" y="44220"/>
                    <a:pt x="23850" y="43786"/>
                    <a:pt x="23283" y="43352"/>
                  </a:cubicBezTo>
                  <a:cubicBezTo>
                    <a:pt x="22650" y="42952"/>
                    <a:pt x="22083" y="42452"/>
                    <a:pt x="21315" y="42151"/>
                  </a:cubicBezTo>
                  <a:cubicBezTo>
                    <a:pt x="20581" y="41851"/>
                    <a:pt x="19814" y="41651"/>
                    <a:pt x="19014" y="41618"/>
                  </a:cubicBezTo>
                  <a:cubicBezTo>
                    <a:pt x="18902" y="41608"/>
                    <a:pt x="18789" y="41603"/>
                    <a:pt x="18676" y="41603"/>
                  </a:cubicBezTo>
                  <a:cubicBezTo>
                    <a:pt x="18014" y="41603"/>
                    <a:pt x="17334" y="41766"/>
                    <a:pt x="16679" y="42051"/>
                  </a:cubicBezTo>
                  <a:cubicBezTo>
                    <a:pt x="15945" y="42452"/>
                    <a:pt x="15311" y="42952"/>
                    <a:pt x="14777" y="43519"/>
                  </a:cubicBezTo>
                  <a:cubicBezTo>
                    <a:pt x="14244" y="44119"/>
                    <a:pt x="13777" y="44720"/>
                    <a:pt x="13276" y="45320"/>
                  </a:cubicBezTo>
                  <a:cubicBezTo>
                    <a:pt x="12776" y="45954"/>
                    <a:pt x="12276" y="46521"/>
                    <a:pt x="11675" y="46988"/>
                  </a:cubicBezTo>
                  <a:cubicBezTo>
                    <a:pt x="11108" y="47455"/>
                    <a:pt x="10441" y="47789"/>
                    <a:pt x="9674" y="47855"/>
                  </a:cubicBezTo>
                  <a:cubicBezTo>
                    <a:pt x="9507" y="47889"/>
                    <a:pt x="9340" y="47889"/>
                    <a:pt x="9140" y="47889"/>
                  </a:cubicBezTo>
                  <a:cubicBezTo>
                    <a:pt x="8940" y="47889"/>
                    <a:pt x="8773" y="47889"/>
                    <a:pt x="8573" y="47855"/>
                  </a:cubicBezTo>
                  <a:cubicBezTo>
                    <a:pt x="8173" y="47822"/>
                    <a:pt x="7772" y="47722"/>
                    <a:pt x="7339" y="47722"/>
                  </a:cubicBezTo>
                  <a:cubicBezTo>
                    <a:pt x="7243" y="47718"/>
                    <a:pt x="7146" y="47716"/>
                    <a:pt x="7048" y="47716"/>
                  </a:cubicBezTo>
                  <a:cubicBezTo>
                    <a:pt x="6364" y="47716"/>
                    <a:pt x="5637" y="47818"/>
                    <a:pt x="4937" y="48022"/>
                  </a:cubicBezTo>
                  <a:cubicBezTo>
                    <a:pt x="3336" y="48489"/>
                    <a:pt x="1968" y="49557"/>
                    <a:pt x="1134" y="50991"/>
                  </a:cubicBezTo>
                  <a:cubicBezTo>
                    <a:pt x="300" y="52392"/>
                    <a:pt x="0" y="54127"/>
                    <a:pt x="334" y="55728"/>
                  </a:cubicBezTo>
                  <a:cubicBezTo>
                    <a:pt x="667" y="57362"/>
                    <a:pt x="1635" y="58830"/>
                    <a:pt x="2936" y="59831"/>
                  </a:cubicBezTo>
                  <a:cubicBezTo>
                    <a:pt x="4236" y="60831"/>
                    <a:pt x="5671" y="61532"/>
                    <a:pt x="7139" y="62132"/>
                  </a:cubicBezTo>
                  <a:cubicBezTo>
                    <a:pt x="8606" y="62699"/>
                    <a:pt x="10141" y="63133"/>
                    <a:pt x="11642" y="63533"/>
                  </a:cubicBezTo>
                  <a:cubicBezTo>
                    <a:pt x="14644" y="64367"/>
                    <a:pt x="17646" y="65134"/>
                    <a:pt x="20315" y="66469"/>
                  </a:cubicBezTo>
                  <a:cubicBezTo>
                    <a:pt x="20682" y="66569"/>
                    <a:pt x="21015" y="66736"/>
                    <a:pt x="21349" y="66902"/>
                  </a:cubicBezTo>
                  <a:lnTo>
                    <a:pt x="21849" y="67169"/>
                  </a:lnTo>
                  <a:lnTo>
                    <a:pt x="22416" y="67369"/>
                  </a:lnTo>
                  <a:cubicBezTo>
                    <a:pt x="23117" y="67636"/>
                    <a:pt x="23817" y="67903"/>
                    <a:pt x="24518" y="68070"/>
                  </a:cubicBezTo>
                  <a:cubicBezTo>
                    <a:pt x="24918" y="68203"/>
                    <a:pt x="25251" y="68303"/>
                    <a:pt x="25618" y="68370"/>
                  </a:cubicBezTo>
                  <a:cubicBezTo>
                    <a:pt x="25985" y="68403"/>
                    <a:pt x="26319" y="68504"/>
                    <a:pt x="26686" y="68537"/>
                  </a:cubicBezTo>
                  <a:cubicBezTo>
                    <a:pt x="27420" y="68670"/>
                    <a:pt x="28154" y="68670"/>
                    <a:pt x="28854" y="68737"/>
                  </a:cubicBezTo>
                  <a:cubicBezTo>
                    <a:pt x="29099" y="68759"/>
                    <a:pt x="29340" y="68767"/>
                    <a:pt x="29578" y="68767"/>
                  </a:cubicBezTo>
                  <a:cubicBezTo>
                    <a:pt x="30055" y="68767"/>
                    <a:pt x="30522" y="68737"/>
                    <a:pt x="30989" y="68737"/>
                  </a:cubicBezTo>
                  <a:cubicBezTo>
                    <a:pt x="31689" y="68704"/>
                    <a:pt x="32390" y="68670"/>
                    <a:pt x="33090" y="68570"/>
                  </a:cubicBezTo>
                  <a:cubicBezTo>
                    <a:pt x="34458" y="68370"/>
                    <a:pt x="35792" y="68170"/>
                    <a:pt x="37127" y="68137"/>
                  </a:cubicBezTo>
                  <a:cubicBezTo>
                    <a:pt x="37422" y="68114"/>
                    <a:pt x="37715" y="68104"/>
                    <a:pt x="38007" y="68104"/>
                  </a:cubicBezTo>
                  <a:cubicBezTo>
                    <a:pt x="39032" y="68104"/>
                    <a:pt x="40028" y="68236"/>
                    <a:pt x="40963" y="68470"/>
                  </a:cubicBezTo>
                  <a:cubicBezTo>
                    <a:pt x="42197" y="68737"/>
                    <a:pt x="43331" y="69204"/>
                    <a:pt x="44465" y="69671"/>
                  </a:cubicBezTo>
                  <a:cubicBezTo>
                    <a:pt x="45599" y="70171"/>
                    <a:pt x="46667" y="70638"/>
                    <a:pt x="47768" y="71005"/>
                  </a:cubicBezTo>
                  <a:cubicBezTo>
                    <a:pt x="48301" y="71172"/>
                    <a:pt x="48802" y="71372"/>
                    <a:pt x="49335" y="71539"/>
                  </a:cubicBezTo>
                  <a:cubicBezTo>
                    <a:pt x="49836" y="71706"/>
                    <a:pt x="50369" y="71839"/>
                    <a:pt x="50936" y="71906"/>
                  </a:cubicBezTo>
                  <a:cubicBezTo>
                    <a:pt x="53038" y="72306"/>
                    <a:pt x="55039" y="72206"/>
                    <a:pt x="56841" y="72240"/>
                  </a:cubicBezTo>
                  <a:cubicBezTo>
                    <a:pt x="58642" y="72306"/>
                    <a:pt x="60276" y="72373"/>
                    <a:pt x="61544" y="72973"/>
                  </a:cubicBezTo>
                  <a:cubicBezTo>
                    <a:pt x="62812" y="73507"/>
                    <a:pt x="63612" y="74508"/>
                    <a:pt x="63979" y="75375"/>
                  </a:cubicBezTo>
                  <a:cubicBezTo>
                    <a:pt x="64379" y="76242"/>
                    <a:pt x="64513" y="77010"/>
                    <a:pt x="64613" y="77510"/>
                  </a:cubicBezTo>
                  <a:cubicBezTo>
                    <a:pt x="64646" y="77744"/>
                    <a:pt x="64680" y="77977"/>
                    <a:pt x="64680" y="78077"/>
                  </a:cubicBezTo>
                  <a:lnTo>
                    <a:pt x="64680" y="78311"/>
                  </a:lnTo>
                  <a:cubicBezTo>
                    <a:pt x="64713" y="78577"/>
                    <a:pt x="64780" y="78844"/>
                    <a:pt x="64780" y="79044"/>
                  </a:cubicBezTo>
                  <a:cubicBezTo>
                    <a:pt x="64780" y="79245"/>
                    <a:pt x="64813" y="79411"/>
                    <a:pt x="64813" y="79578"/>
                  </a:cubicBezTo>
                  <a:cubicBezTo>
                    <a:pt x="64813" y="79878"/>
                    <a:pt x="64846" y="80045"/>
                    <a:pt x="64880" y="80045"/>
                  </a:cubicBezTo>
                  <a:cubicBezTo>
                    <a:pt x="64946" y="80045"/>
                    <a:pt x="64980" y="79912"/>
                    <a:pt x="64980" y="79645"/>
                  </a:cubicBezTo>
                  <a:lnTo>
                    <a:pt x="64980" y="79078"/>
                  </a:lnTo>
                  <a:cubicBezTo>
                    <a:pt x="64980" y="78878"/>
                    <a:pt x="64980" y="78577"/>
                    <a:pt x="64946" y="78311"/>
                  </a:cubicBezTo>
                  <a:lnTo>
                    <a:pt x="64946" y="78077"/>
                  </a:lnTo>
                  <a:cubicBezTo>
                    <a:pt x="64946" y="77977"/>
                    <a:pt x="64880" y="77777"/>
                    <a:pt x="64846" y="77510"/>
                  </a:cubicBezTo>
                  <a:cubicBezTo>
                    <a:pt x="64780" y="77010"/>
                    <a:pt x="64646" y="76209"/>
                    <a:pt x="64213" y="75308"/>
                  </a:cubicBezTo>
                  <a:cubicBezTo>
                    <a:pt x="63812" y="74374"/>
                    <a:pt x="62978" y="73307"/>
                    <a:pt x="61644" y="72707"/>
                  </a:cubicBezTo>
                  <a:cubicBezTo>
                    <a:pt x="60310" y="72139"/>
                    <a:pt x="58642" y="72006"/>
                    <a:pt x="56841" y="71973"/>
                  </a:cubicBezTo>
                  <a:cubicBezTo>
                    <a:pt x="55039" y="71906"/>
                    <a:pt x="53038" y="72006"/>
                    <a:pt x="50970" y="71639"/>
                  </a:cubicBezTo>
                  <a:cubicBezTo>
                    <a:pt x="50469" y="71539"/>
                    <a:pt x="49936" y="71406"/>
                    <a:pt x="49435" y="71239"/>
                  </a:cubicBezTo>
                  <a:cubicBezTo>
                    <a:pt x="48868" y="71072"/>
                    <a:pt x="48368" y="70905"/>
                    <a:pt x="47834" y="70705"/>
                  </a:cubicBezTo>
                  <a:cubicBezTo>
                    <a:pt x="46800" y="70305"/>
                    <a:pt x="45699" y="69838"/>
                    <a:pt x="44599" y="69371"/>
                  </a:cubicBezTo>
                  <a:cubicBezTo>
                    <a:pt x="43464" y="68904"/>
                    <a:pt x="42297" y="68403"/>
                    <a:pt x="41029" y="68137"/>
                  </a:cubicBezTo>
                  <a:cubicBezTo>
                    <a:pt x="40033" y="67867"/>
                    <a:pt x="38971" y="67750"/>
                    <a:pt x="37897" y="67750"/>
                  </a:cubicBezTo>
                  <a:cubicBezTo>
                    <a:pt x="37641" y="67750"/>
                    <a:pt x="37384" y="67757"/>
                    <a:pt x="37127" y="67770"/>
                  </a:cubicBezTo>
                  <a:cubicBezTo>
                    <a:pt x="35759" y="67803"/>
                    <a:pt x="34425" y="68003"/>
                    <a:pt x="33024" y="68170"/>
                  </a:cubicBezTo>
                  <a:cubicBezTo>
                    <a:pt x="32323" y="68270"/>
                    <a:pt x="31656" y="68303"/>
                    <a:pt x="30956" y="68337"/>
                  </a:cubicBezTo>
                  <a:cubicBezTo>
                    <a:pt x="30489" y="68337"/>
                    <a:pt x="30007" y="68352"/>
                    <a:pt x="29530" y="68352"/>
                  </a:cubicBezTo>
                  <a:cubicBezTo>
                    <a:pt x="29291" y="68352"/>
                    <a:pt x="29054" y="68348"/>
                    <a:pt x="28821" y="68337"/>
                  </a:cubicBezTo>
                  <a:cubicBezTo>
                    <a:pt x="25985" y="68203"/>
                    <a:pt x="23117" y="67436"/>
                    <a:pt x="20448" y="66102"/>
                  </a:cubicBezTo>
                  <a:cubicBezTo>
                    <a:pt x="17746" y="64701"/>
                    <a:pt x="14677" y="63967"/>
                    <a:pt x="11675" y="63133"/>
                  </a:cubicBezTo>
                  <a:cubicBezTo>
                    <a:pt x="10174" y="62699"/>
                    <a:pt x="8673" y="62299"/>
                    <a:pt x="7239" y="61699"/>
                  </a:cubicBezTo>
                  <a:cubicBezTo>
                    <a:pt x="5771" y="61132"/>
                    <a:pt x="4337" y="60464"/>
                    <a:pt x="3136" y="59464"/>
                  </a:cubicBezTo>
                  <a:cubicBezTo>
                    <a:pt x="1935" y="58496"/>
                    <a:pt x="1001" y="57129"/>
                    <a:pt x="734" y="55628"/>
                  </a:cubicBezTo>
                  <a:cubicBezTo>
                    <a:pt x="400" y="54127"/>
                    <a:pt x="667" y="52492"/>
                    <a:pt x="1468" y="51158"/>
                  </a:cubicBezTo>
                  <a:cubicBezTo>
                    <a:pt x="2235" y="49824"/>
                    <a:pt x="3569" y="48823"/>
                    <a:pt x="5004" y="48423"/>
                  </a:cubicBezTo>
                  <a:cubicBezTo>
                    <a:pt x="5649" y="48226"/>
                    <a:pt x="6319" y="48148"/>
                    <a:pt x="6952" y="48148"/>
                  </a:cubicBezTo>
                  <a:cubicBezTo>
                    <a:pt x="7071" y="48148"/>
                    <a:pt x="7189" y="48150"/>
                    <a:pt x="7305" y="48156"/>
                  </a:cubicBezTo>
                  <a:cubicBezTo>
                    <a:pt x="7739" y="48156"/>
                    <a:pt x="8073" y="48256"/>
                    <a:pt x="8473" y="48289"/>
                  </a:cubicBezTo>
                  <a:cubicBezTo>
                    <a:pt x="8673" y="48322"/>
                    <a:pt x="8906" y="48322"/>
                    <a:pt x="9107" y="48322"/>
                  </a:cubicBezTo>
                  <a:cubicBezTo>
                    <a:pt x="9307" y="48322"/>
                    <a:pt x="9507" y="48322"/>
                    <a:pt x="9740" y="48289"/>
                  </a:cubicBezTo>
                  <a:cubicBezTo>
                    <a:pt x="10574" y="48156"/>
                    <a:pt x="11342" y="47789"/>
                    <a:pt x="11975" y="47288"/>
                  </a:cubicBezTo>
                  <a:cubicBezTo>
                    <a:pt x="12609" y="46788"/>
                    <a:pt x="13143" y="46188"/>
                    <a:pt x="13643" y="45587"/>
                  </a:cubicBezTo>
                  <a:cubicBezTo>
                    <a:pt x="14611" y="44353"/>
                    <a:pt x="15578" y="43085"/>
                    <a:pt x="16912" y="42452"/>
                  </a:cubicBezTo>
                  <a:cubicBezTo>
                    <a:pt x="17467" y="42202"/>
                    <a:pt x="18044" y="42068"/>
                    <a:pt x="18644" y="42068"/>
                  </a:cubicBezTo>
                  <a:cubicBezTo>
                    <a:pt x="18767" y="42068"/>
                    <a:pt x="18890" y="42073"/>
                    <a:pt x="19014" y="42085"/>
                  </a:cubicBezTo>
                  <a:cubicBezTo>
                    <a:pt x="19748" y="42118"/>
                    <a:pt x="20481" y="42318"/>
                    <a:pt x="21149" y="42585"/>
                  </a:cubicBezTo>
                  <a:cubicBezTo>
                    <a:pt x="21816" y="42852"/>
                    <a:pt x="22416" y="43286"/>
                    <a:pt x="23017" y="43753"/>
                  </a:cubicBezTo>
                  <a:cubicBezTo>
                    <a:pt x="23650" y="44186"/>
                    <a:pt x="24284" y="44653"/>
                    <a:pt x="25118" y="44787"/>
                  </a:cubicBezTo>
                  <a:cubicBezTo>
                    <a:pt x="25225" y="44804"/>
                    <a:pt x="25335" y="44813"/>
                    <a:pt x="25445" y="44813"/>
                  </a:cubicBezTo>
                  <a:cubicBezTo>
                    <a:pt x="25746" y="44813"/>
                    <a:pt x="26050" y="44751"/>
                    <a:pt x="26319" y="44653"/>
                  </a:cubicBezTo>
                  <a:cubicBezTo>
                    <a:pt x="26519" y="44553"/>
                    <a:pt x="26686" y="44486"/>
                    <a:pt x="26853" y="44420"/>
                  </a:cubicBezTo>
                  <a:cubicBezTo>
                    <a:pt x="27019" y="44320"/>
                    <a:pt x="27186" y="44186"/>
                    <a:pt x="27353" y="44119"/>
                  </a:cubicBezTo>
                  <a:cubicBezTo>
                    <a:pt x="27520" y="44019"/>
                    <a:pt x="27653" y="43919"/>
                    <a:pt x="27820" y="43786"/>
                  </a:cubicBezTo>
                  <a:cubicBezTo>
                    <a:pt x="27953" y="43686"/>
                    <a:pt x="28120" y="43586"/>
                    <a:pt x="28254" y="43419"/>
                  </a:cubicBezTo>
                  <a:cubicBezTo>
                    <a:pt x="28354" y="43286"/>
                    <a:pt x="28487" y="43119"/>
                    <a:pt x="28587" y="42952"/>
                  </a:cubicBezTo>
                  <a:cubicBezTo>
                    <a:pt x="28687" y="42785"/>
                    <a:pt x="28787" y="42618"/>
                    <a:pt x="28854" y="42452"/>
                  </a:cubicBezTo>
                  <a:cubicBezTo>
                    <a:pt x="29521" y="41084"/>
                    <a:pt x="29688" y="39650"/>
                    <a:pt x="30088" y="38315"/>
                  </a:cubicBezTo>
                  <a:cubicBezTo>
                    <a:pt x="30288" y="37648"/>
                    <a:pt x="30489" y="37014"/>
                    <a:pt x="30789" y="36414"/>
                  </a:cubicBezTo>
                  <a:lnTo>
                    <a:pt x="31022" y="35947"/>
                  </a:lnTo>
                  <a:lnTo>
                    <a:pt x="31356" y="35513"/>
                  </a:lnTo>
                  <a:cubicBezTo>
                    <a:pt x="31589" y="35280"/>
                    <a:pt x="31789" y="34980"/>
                    <a:pt x="32023" y="34746"/>
                  </a:cubicBezTo>
                  <a:cubicBezTo>
                    <a:pt x="32957" y="33679"/>
                    <a:pt x="34158" y="32811"/>
                    <a:pt x="35592" y="32578"/>
                  </a:cubicBezTo>
                  <a:cubicBezTo>
                    <a:pt x="35792" y="32578"/>
                    <a:pt x="35959" y="32511"/>
                    <a:pt x="36126" y="32478"/>
                  </a:cubicBezTo>
                  <a:lnTo>
                    <a:pt x="36660" y="32444"/>
                  </a:lnTo>
                  <a:lnTo>
                    <a:pt x="36926" y="32444"/>
                  </a:lnTo>
                  <a:lnTo>
                    <a:pt x="37160" y="32478"/>
                  </a:lnTo>
                  <a:lnTo>
                    <a:pt x="37727" y="32511"/>
                  </a:lnTo>
                  <a:cubicBezTo>
                    <a:pt x="38461" y="32611"/>
                    <a:pt x="39161" y="32778"/>
                    <a:pt x="39895" y="33011"/>
                  </a:cubicBezTo>
                  <a:cubicBezTo>
                    <a:pt x="41330" y="33478"/>
                    <a:pt x="42764" y="34079"/>
                    <a:pt x="44198" y="34513"/>
                  </a:cubicBezTo>
                  <a:cubicBezTo>
                    <a:pt x="44966" y="34746"/>
                    <a:pt x="45733" y="34980"/>
                    <a:pt x="46500" y="35113"/>
                  </a:cubicBezTo>
                  <a:cubicBezTo>
                    <a:pt x="46878" y="35176"/>
                    <a:pt x="47263" y="35209"/>
                    <a:pt x="47649" y="35209"/>
                  </a:cubicBezTo>
                  <a:cubicBezTo>
                    <a:pt x="48081" y="35209"/>
                    <a:pt x="48512" y="35168"/>
                    <a:pt x="48935" y="35080"/>
                  </a:cubicBezTo>
                  <a:cubicBezTo>
                    <a:pt x="49702" y="34913"/>
                    <a:pt x="50469" y="34479"/>
                    <a:pt x="51103" y="33945"/>
                  </a:cubicBezTo>
                  <a:cubicBezTo>
                    <a:pt x="51670" y="33412"/>
                    <a:pt x="52171" y="32778"/>
                    <a:pt x="52604" y="32077"/>
                  </a:cubicBezTo>
                  <a:cubicBezTo>
                    <a:pt x="53438" y="30676"/>
                    <a:pt x="54005" y="29175"/>
                    <a:pt x="54672" y="27774"/>
                  </a:cubicBezTo>
                  <a:cubicBezTo>
                    <a:pt x="55006" y="27007"/>
                    <a:pt x="55406" y="26340"/>
                    <a:pt x="55773" y="25640"/>
                  </a:cubicBezTo>
                  <a:cubicBezTo>
                    <a:pt x="56174" y="24972"/>
                    <a:pt x="56641" y="24305"/>
                    <a:pt x="57141" y="23705"/>
                  </a:cubicBezTo>
                  <a:cubicBezTo>
                    <a:pt x="58142" y="22571"/>
                    <a:pt x="59443" y="21603"/>
                    <a:pt x="60810" y="20836"/>
                  </a:cubicBezTo>
                  <a:cubicBezTo>
                    <a:pt x="62245" y="20036"/>
                    <a:pt x="63679" y="19435"/>
                    <a:pt x="65113" y="18701"/>
                  </a:cubicBezTo>
                  <a:cubicBezTo>
                    <a:pt x="66581" y="18001"/>
                    <a:pt x="67949" y="17234"/>
                    <a:pt x="69250" y="16266"/>
                  </a:cubicBezTo>
                  <a:cubicBezTo>
                    <a:pt x="70517" y="15299"/>
                    <a:pt x="71618" y="14198"/>
                    <a:pt x="72819" y="13231"/>
                  </a:cubicBezTo>
                  <a:cubicBezTo>
                    <a:pt x="73986" y="12197"/>
                    <a:pt x="75254" y="11296"/>
                    <a:pt x="76588" y="10595"/>
                  </a:cubicBezTo>
                  <a:cubicBezTo>
                    <a:pt x="77255" y="10229"/>
                    <a:pt x="77956" y="9928"/>
                    <a:pt x="78656" y="9661"/>
                  </a:cubicBezTo>
                  <a:cubicBezTo>
                    <a:pt x="79357" y="9461"/>
                    <a:pt x="80091" y="9295"/>
                    <a:pt x="80824" y="9194"/>
                  </a:cubicBezTo>
                  <a:cubicBezTo>
                    <a:pt x="81191" y="9161"/>
                    <a:pt x="81592" y="9128"/>
                    <a:pt x="81959" y="9128"/>
                  </a:cubicBezTo>
                  <a:cubicBezTo>
                    <a:pt x="82326" y="9094"/>
                    <a:pt x="82692" y="9094"/>
                    <a:pt x="83093" y="9061"/>
                  </a:cubicBezTo>
                  <a:cubicBezTo>
                    <a:pt x="83827" y="8994"/>
                    <a:pt x="84527" y="8928"/>
                    <a:pt x="85294" y="8828"/>
                  </a:cubicBezTo>
                  <a:cubicBezTo>
                    <a:pt x="86762" y="8627"/>
                    <a:pt x="88196" y="8294"/>
                    <a:pt x="89531" y="7727"/>
                  </a:cubicBezTo>
                  <a:cubicBezTo>
                    <a:pt x="92199" y="6459"/>
                    <a:pt x="94267" y="4524"/>
                    <a:pt x="96536" y="3190"/>
                  </a:cubicBezTo>
                  <a:cubicBezTo>
                    <a:pt x="97670" y="2490"/>
                    <a:pt x="98837" y="1923"/>
                    <a:pt x="100005" y="1456"/>
                  </a:cubicBezTo>
                  <a:cubicBezTo>
                    <a:pt x="101172" y="989"/>
                    <a:pt x="102340" y="655"/>
                    <a:pt x="103541" y="555"/>
                  </a:cubicBezTo>
                  <a:cubicBezTo>
                    <a:pt x="104092" y="492"/>
                    <a:pt x="104643" y="459"/>
                    <a:pt x="105191" y="459"/>
                  </a:cubicBezTo>
                  <a:cubicBezTo>
                    <a:pt x="105803" y="459"/>
                    <a:pt x="106411" y="500"/>
                    <a:pt x="107010" y="588"/>
                  </a:cubicBezTo>
                  <a:cubicBezTo>
                    <a:pt x="107544" y="622"/>
                    <a:pt x="108111" y="788"/>
                    <a:pt x="108644" y="922"/>
                  </a:cubicBezTo>
                  <a:cubicBezTo>
                    <a:pt x="109178" y="1089"/>
                    <a:pt x="109678" y="1255"/>
                    <a:pt x="110179" y="1422"/>
                  </a:cubicBezTo>
                  <a:cubicBezTo>
                    <a:pt x="112180" y="2156"/>
                    <a:pt x="113848" y="3157"/>
                    <a:pt x="115383" y="4124"/>
                  </a:cubicBezTo>
                  <a:cubicBezTo>
                    <a:pt x="118518" y="5925"/>
                    <a:pt x="121487" y="6493"/>
                    <a:pt x="123455" y="6626"/>
                  </a:cubicBezTo>
                  <a:cubicBezTo>
                    <a:pt x="123855" y="6679"/>
                    <a:pt x="124213" y="6695"/>
                    <a:pt x="124532" y="6695"/>
                  </a:cubicBezTo>
                  <a:cubicBezTo>
                    <a:pt x="125011" y="6695"/>
                    <a:pt x="125403" y="6659"/>
                    <a:pt x="125723" y="6659"/>
                  </a:cubicBezTo>
                  <a:lnTo>
                    <a:pt x="126324" y="6659"/>
                  </a:lnTo>
                  <a:cubicBezTo>
                    <a:pt x="126457" y="6626"/>
                    <a:pt x="126524" y="6626"/>
                    <a:pt x="126524" y="6626"/>
                  </a:cubicBezTo>
                  <a:cubicBezTo>
                    <a:pt x="128354" y="6391"/>
                    <a:pt x="128729" y="6217"/>
                    <a:pt x="127618" y="6217"/>
                  </a:cubicBezTo>
                  <a:cubicBezTo>
                    <a:pt x="127311" y="6217"/>
                    <a:pt x="126891" y="6230"/>
                    <a:pt x="126357" y="6259"/>
                  </a:cubicBezTo>
                  <a:cubicBezTo>
                    <a:pt x="126357" y="6259"/>
                    <a:pt x="126257" y="6292"/>
                    <a:pt x="126157" y="6292"/>
                  </a:cubicBezTo>
                  <a:lnTo>
                    <a:pt x="125556" y="6292"/>
                  </a:lnTo>
                  <a:cubicBezTo>
                    <a:pt x="125271" y="6292"/>
                    <a:pt x="124908" y="6314"/>
                    <a:pt x="124464" y="6314"/>
                  </a:cubicBezTo>
                  <a:cubicBezTo>
                    <a:pt x="124130" y="6314"/>
                    <a:pt x="123750" y="6302"/>
                    <a:pt x="123322" y="6259"/>
                  </a:cubicBezTo>
                  <a:cubicBezTo>
                    <a:pt x="121387" y="6126"/>
                    <a:pt x="118518" y="5525"/>
                    <a:pt x="115383" y="3757"/>
                  </a:cubicBezTo>
                  <a:cubicBezTo>
                    <a:pt x="113848" y="2823"/>
                    <a:pt x="112147" y="1756"/>
                    <a:pt x="110145" y="989"/>
                  </a:cubicBezTo>
                  <a:cubicBezTo>
                    <a:pt x="109645" y="822"/>
                    <a:pt x="109145" y="655"/>
                    <a:pt x="108578" y="488"/>
                  </a:cubicBezTo>
                  <a:cubicBezTo>
                    <a:pt x="108044" y="355"/>
                    <a:pt x="107510" y="188"/>
                    <a:pt x="106910" y="155"/>
                  </a:cubicBezTo>
                  <a:cubicBezTo>
                    <a:pt x="106334" y="50"/>
                    <a:pt x="105722" y="0"/>
                    <a:pt x="105098"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55" name="Google Shape;1855;p17"/>
            <p:cNvSpPr/>
            <p:nvPr/>
          </p:nvSpPr>
          <p:spPr>
            <a:xfrm>
              <a:off x="4704375" y="4670050"/>
              <a:ext cx="445325" cy="247475"/>
            </a:xfrm>
            <a:custGeom>
              <a:avLst/>
              <a:gdLst/>
              <a:ahLst/>
              <a:cxnLst/>
              <a:rect l="l" t="t" r="r" b="b"/>
              <a:pathLst>
                <a:path w="17813" h="9899" extrusionOk="0">
                  <a:moveTo>
                    <a:pt x="3546" y="0"/>
                  </a:moveTo>
                  <a:cubicBezTo>
                    <a:pt x="2909" y="0"/>
                    <a:pt x="2293" y="245"/>
                    <a:pt x="1868" y="617"/>
                  </a:cubicBezTo>
                  <a:cubicBezTo>
                    <a:pt x="1268" y="1051"/>
                    <a:pt x="967" y="1651"/>
                    <a:pt x="701" y="2151"/>
                  </a:cubicBezTo>
                  <a:cubicBezTo>
                    <a:pt x="467" y="2685"/>
                    <a:pt x="267" y="3152"/>
                    <a:pt x="200" y="3552"/>
                  </a:cubicBezTo>
                  <a:cubicBezTo>
                    <a:pt x="133" y="3986"/>
                    <a:pt x="67" y="4320"/>
                    <a:pt x="33" y="4520"/>
                  </a:cubicBezTo>
                  <a:cubicBezTo>
                    <a:pt x="0" y="4720"/>
                    <a:pt x="0" y="4853"/>
                    <a:pt x="0" y="4853"/>
                  </a:cubicBezTo>
                  <a:cubicBezTo>
                    <a:pt x="0" y="4995"/>
                    <a:pt x="94" y="5071"/>
                    <a:pt x="187" y="5071"/>
                  </a:cubicBezTo>
                  <a:cubicBezTo>
                    <a:pt x="270" y="5071"/>
                    <a:pt x="351" y="5012"/>
                    <a:pt x="367" y="4887"/>
                  </a:cubicBezTo>
                  <a:cubicBezTo>
                    <a:pt x="367" y="4887"/>
                    <a:pt x="367" y="4787"/>
                    <a:pt x="400" y="4553"/>
                  </a:cubicBezTo>
                  <a:cubicBezTo>
                    <a:pt x="467" y="4353"/>
                    <a:pt x="500" y="4019"/>
                    <a:pt x="634" y="3653"/>
                  </a:cubicBezTo>
                  <a:cubicBezTo>
                    <a:pt x="701" y="3286"/>
                    <a:pt x="867" y="2819"/>
                    <a:pt x="1101" y="2352"/>
                  </a:cubicBezTo>
                  <a:cubicBezTo>
                    <a:pt x="1368" y="1885"/>
                    <a:pt x="1701" y="1384"/>
                    <a:pt x="2168" y="1051"/>
                  </a:cubicBezTo>
                  <a:cubicBezTo>
                    <a:pt x="2526" y="795"/>
                    <a:pt x="2962" y="638"/>
                    <a:pt x="3431" y="638"/>
                  </a:cubicBezTo>
                  <a:cubicBezTo>
                    <a:pt x="3574" y="638"/>
                    <a:pt x="3721" y="652"/>
                    <a:pt x="3869" y="684"/>
                  </a:cubicBezTo>
                  <a:cubicBezTo>
                    <a:pt x="4036" y="717"/>
                    <a:pt x="4170" y="784"/>
                    <a:pt x="4336" y="817"/>
                  </a:cubicBezTo>
                  <a:cubicBezTo>
                    <a:pt x="4470" y="817"/>
                    <a:pt x="4470" y="851"/>
                    <a:pt x="4537" y="884"/>
                  </a:cubicBezTo>
                  <a:cubicBezTo>
                    <a:pt x="4570" y="951"/>
                    <a:pt x="4670" y="984"/>
                    <a:pt x="4703" y="1017"/>
                  </a:cubicBezTo>
                  <a:cubicBezTo>
                    <a:pt x="4904" y="1217"/>
                    <a:pt x="5137" y="1518"/>
                    <a:pt x="5270" y="1818"/>
                  </a:cubicBezTo>
                  <a:cubicBezTo>
                    <a:pt x="5504" y="2118"/>
                    <a:pt x="5671" y="2452"/>
                    <a:pt x="5904" y="2785"/>
                  </a:cubicBezTo>
                  <a:cubicBezTo>
                    <a:pt x="6038" y="2885"/>
                    <a:pt x="6171" y="3052"/>
                    <a:pt x="6371" y="3186"/>
                  </a:cubicBezTo>
                  <a:cubicBezTo>
                    <a:pt x="6471" y="3286"/>
                    <a:pt x="6538" y="3286"/>
                    <a:pt x="6671" y="3352"/>
                  </a:cubicBezTo>
                  <a:cubicBezTo>
                    <a:pt x="6838" y="3386"/>
                    <a:pt x="6872" y="3386"/>
                    <a:pt x="7005" y="3452"/>
                  </a:cubicBezTo>
                  <a:lnTo>
                    <a:pt x="7305" y="3486"/>
                  </a:lnTo>
                  <a:lnTo>
                    <a:pt x="7572" y="3486"/>
                  </a:lnTo>
                  <a:cubicBezTo>
                    <a:pt x="7772" y="3486"/>
                    <a:pt x="7939" y="3452"/>
                    <a:pt x="8173" y="3386"/>
                  </a:cubicBezTo>
                  <a:cubicBezTo>
                    <a:pt x="8339" y="3352"/>
                    <a:pt x="8506" y="3286"/>
                    <a:pt x="8673" y="3186"/>
                  </a:cubicBezTo>
                  <a:cubicBezTo>
                    <a:pt x="8840" y="3152"/>
                    <a:pt x="9006" y="3052"/>
                    <a:pt x="9107" y="2985"/>
                  </a:cubicBezTo>
                  <a:cubicBezTo>
                    <a:pt x="9407" y="2852"/>
                    <a:pt x="9674" y="2719"/>
                    <a:pt x="9940" y="2652"/>
                  </a:cubicBezTo>
                  <a:lnTo>
                    <a:pt x="10174" y="2618"/>
                  </a:lnTo>
                  <a:cubicBezTo>
                    <a:pt x="10241" y="2552"/>
                    <a:pt x="10341" y="2552"/>
                    <a:pt x="10407" y="2552"/>
                  </a:cubicBezTo>
                  <a:lnTo>
                    <a:pt x="10874" y="2552"/>
                  </a:lnTo>
                  <a:cubicBezTo>
                    <a:pt x="11041" y="2552"/>
                    <a:pt x="11175" y="2618"/>
                    <a:pt x="11341" y="2618"/>
                  </a:cubicBezTo>
                  <a:cubicBezTo>
                    <a:pt x="11475" y="2652"/>
                    <a:pt x="11642" y="2685"/>
                    <a:pt x="11742" y="2785"/>
                  </a:cubicBezTo>
                  <a:cubicBezTo>
                    <a:pt x="12042" y="2885"/>
                    <a:pt x="12309" y="3119"/>
                    <a:pt x="12509" y="3352"/>
                  </a:cubicBezTo>
                  <a:cubicBezTo>
                    <a:pt x="12909" y="3853"/>
                    <a:pt x="13209" y="4520"/>
                    <a:pt x="13476" y="5154"/>
                  </a:cubicBezTo>
                  <a:cubicBezTo>
                    <a:pt x="13710" y="5787"/>
                    <a:pt x="13910" y="6455"/>
                    <a:pt x="14143" y="7055"/>
                  </a:cubicBezTo>
                  <a:cubicBezTo>
                    <a:pt x="14344" y="7689"/>
                    <a:pt x="14544" y="8289"/>
                    <a:pt x="14877" y="8790"/>
                  </a:cubicBezTo>
                  <a:cubicBezTo>
                    <a:pt x="15211" y="9223"/>
                    <a:pt x="15645" y="9657"/>
                    <a:pt x="16078" y="9790"/>
                  </a:cubicBezTo>
                  <a:cubicBezTo>
                    <a:pt x="16312" y="9874"/>
                    <a:pt x="16512" y="9899"/>
                    <a:pt x="16687" y="9899"/>
                  </a:cubicBezTo>
                  <a:cubicBezTo>
                    <a:pt x="16862" y="9899"/>
                    <a:pt x="17012" y="9874"/>
                    <a:pt x="17146" y="9857"/>
                  </a:cubicBezTo>
                  <a:cubicBezTo>
                    <a:pt x="17379" y="9824"/>
                    <a:pt x="17513" y="9790"/>
                    <a:pt x="17513" y="9790"/>
                  </a:cubicBezTo>
                  <a:cubicBezTo>
                    <a:pt x="17813" y="9657"/>
                    <a:pt x="17679" y="9357"/>
                    <a:pt x="17446" y="9290"/>
                  </a:cubicBezTo>
                  <a:cubicBezTo>
                    <a:pt x="17446" y="9273"/>
                    <a:pt x="17440" y="9267"/>
                    <a:pt x="17427" y="9267"/>
                  </a:cubicBezTo>
                  <a:cubicBezTo>
                    <a:pt x="17387" y="9267"/>
                    <a:pt x="17287" y="9323"/>
                    <a:pt x="17112" y="9323"/>
                  </a:cubicBezTo>
                  <a:cubicBezTo>
                    <a:pt x="17046" y="9334"/>
                    <a:pt x="16968" y="9342"/>
                    <a:pt x="16881" y="9342"/>
                  </a:cubicBezTo>
                  <a:cubicBezTo>
                    <a:pt x="16708" y="9342"/>
                    <a:pt x="16501" y="9312"/>
                    <a:pt x="16278" y="9223"/>
                  </a:cubicBezTo>
                  <a:cubicBezTo>
                    <a:pt x="15945" y="9123"/>
                    <a:pt x="15645" y="8823"/>
                    <a:pt x="15378" y="8356"/>
                  </a:cubicBezTo>
                  <a:cubicBezTo>
                    <a:pt x="15077" y="7889"/>
                    <a:pt x="14911" y="7355"/>
                    <a:pt x="14711" y="6721"/>
                  </a:cubicBezTo>
                  <a:cubicBezTo>
                    <a:pt x="14544" y="6154"/>
                    <a:pt x="14377" y="5454"/>
                    <a:pt x="14110" y="4787"/>
                  </a:cubicBezTo>
                  <a:cubicBezTo>
                    <a:pt x="13877" y="4120"/>
                    <a:pt x="13576" y="3386"/>
                    <a:pt x="13076" y="2785"/>
                  </a:cubicBezTo>
                  <a:cubicBezTo>
                    <a:pt x="12576" y="2151"/>
                    <a:pt x="11742" y="1718"/>
                    <a:pt x="10941" y="1718"/>
                  </a:cubicBezTo>
                  <a:cubicBezTo>
                    <a:pt x="10841" y="1701"/>
                    <a:pt x="10741" y="1693"/>
                    <a:pt x="10645" y="1693"/>
                  </a:cubicBezTo>
                  <a:cubicBezTo>
                    <a:pt x="10549" y="1693"/>
                    <a:pt x="10458" y="1701"/>
                    <a:pt x="10374" y="1718"/>
                  </a:cubicBezTo>
                  <a:cubicBezTo>
                    <a:pt x="10241" y="1785"/>
                    <a:pt x="10174" y="1785"/>
                    <a:pt x="10074" y="1785"/>
                  </a:cubicBezTo>
                  <a:lnTo>
                    <a:pt x="9807" y="1851"/>
                  </a:lnTo>
                  <a:cubicBezTo>
                    <a:pt x="9440" y="1985"/>
                    <a:pt x="9107" y="2151"/>
                    <a:pt x="8840" y="2285"/>
                  </a:cubicBezTo>
                  <a:cubicBezTo>
                    <a:pt x="8394" y="2547"/>
                    <a:pt x="7969" y="2727"/>
                    <a:pt x="7531" y="2727"/>
                  </a:cubicBezTo>
                  <a:cubicBezTo>
                    <a:pt x="7413" y="2727"/>
                    <a:pt x="7293" y="2714"/>
                    <a:pt x="7172" y="2685"/>
                  </a:cubicBezTo>
                  <a:cubicBezTo>
                    <a:pt x="6671" y="2685"/>
                    <a:pt x="6271" y="2051"/>
                    <a:pt x="5904" y="1451"/>
                  </a:cubicBezTo>
                  <a:cubicBezTo>
                    <a:pt x="5704" y="1151"/>
                    <a:pt x="5504" y="817"/>
                    <a:pt x="5170" y="517"/>
                  </a:cubicBezTo>
                  <a:cubicBezTo>
                    <a:pt x="5104" y="450"/>
                    <a:pt x="5004" y="350"/>
                    <a:pt x="4904" y="317"/>
                  </a:cubicBezTo>
                  <a:cubicBezTo>
                    <a:pt x="4837" y="283"/>
                    <a:pt x="4703" y="183"/>
                    <a:pt x="4603" y="183"/>
                  </a:cubicBezTo>
                  <a:cubicBezTo>
                    <a:pt x="4403" y="150"/>
                    <a:pt x="4236" y="117"/>
                    <a:pt x="4036" y="50"/>
                  </a:cubicBezTo>
                  <a:cubicBezTo>
                    <a:pt x="3873" y="16"/>
                    <a:pt x="3709" y="0"/>
                    <a:pt x="3546"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56" name="Google Shape;1856;p17"/>
            <p:cNvSpPr/>
            <p:nvPr/>
          </p:nvSpPr>
          <p:spPr>
            <a:xfrm>
              <a:off x="5421850" y="4209600"/>
              <a:ext cx="394975" cy="193250"/>
            </a:xfrm>
            <a:custGeom>
              <a:avLst/>
              <a:gdLst/>
              <a:ahLst/>
              <a:cxnLst/>
              <a:rect l="l" t="t" r="r" b="b"/>
              <a:pathLst>
                <a:path w="15799" h="7730" extrusionOk="0">
                  <a:moveTo>
                    <a:pt x="2764" y="0"/>
                  </a:moveTo>
                  <a:cubicBezTo>
                    <a:pt x="2541" y="0"/>
                    <a:pt x="2325" y="26"/>
                    <a:pt x="2123" y="88"/>
                  </a:cubicBezTo>
                  <a:cubicBezTo>
                    <a:pt x="1656" y="222"/>
                    <a:pt x="1222" y="455"/>
                    <a:pt x="989" y="755"/>
                  </a:cubicBezTo>
                  <a:cubicBezTo>
                    <a:pt x="722" y="1055"/>
                    <a:pt x="555" y="1389"/>
                    <a:pt x="455" y="1623"/>
                  </a:cubicBezTo>
                  <a:cubicBezTo>
                    <a:pt x="322" y="1923"/>
                    <a:pt x="222" y="2123"/>
                    <a:pt x="188" y="2323"/>
                  </a:cubicBezTo>
                  <a:cubicBezTo>
                    <a:pt x="55" y="2757"/>
                    <a:pt x="22" y="2957"/>
                    <a:pt x="22" y="2957"/>
                  </a:cubicBezTo>
                  <a:cubicBezTo>
                    <a:pt x="1" y="3081"/>
                    <a:pt x="133" y="3166"/>
                    <a:pt x="245" y="3166"/>
                  </a:cubicBezTo>
                  <a:cubicBezTo>
                    <a:pt x="314" y="3166"/>
                    <a:pt x="376" y="3133"/>
                    <a:pt x="388" y="3057"/>
                  </a:cubicBezTo>
                  <a:cubicBezTo>
                    <a:pt x="388" y="3057"/>
                    <a:pt x="455" y="2823"/>
                    <a:pt x="555" y="2456"/>
                  </a:cubicBezTo>
                  <a:cubicBezTo>
                    <a:pt x="722" y="2090"/>
                    <a:pt x="889" y="1556"/>
                    <a:pt x="1356" y="1089"/>
                  </a:cubicBezTo>
                  <a:cubicBezTo>
                    <a:pt x="1556" y="822"/>
                    <a:pt x="1856" y="655"/>
                    <a:pt x="2223" y="588"/>
                  </a:cubicBezTo>
                  <a:cubicBezTo>
                    <a:pt x="2409" y="542"/>
                    <a:pt x="2595" y="517"/>
                    <a:pt x="2784" y="517"/>
                  </a:cubicBezTo>
                  <a:cubicBezTo>
                    <a:pt x="3002" y="517"/>
                    <a:pt x="3225" y="550"/>
                    <a:pt x="3457" y="622"/>
                  </a:cubicBezTo>
                  <a:lnTo>
                    <a:pt x="3624" y="689"/>
                  </a:lnTo>
                  <a:cubicBezTo>
                    <a:pt x="3624" y="689"/>
                    <a:pt x="3657" y="689"/>
                    <a:pt x="3691" y="722"/>
                  </a:cubicBezTo>
                  <a:cubicBezTo>
                    <a:pt x="3791" y="789"/>
                    <a:pt x="3858" y="855"/>
                    <a:pt x="3958" y="922"/>
                  </a:cubicBezTo>
                  <a:cubicBezTo>
                    <a:pt x="4124" y="1055"/>
                    <a:pt x="4291" y="1256"/>
                    <a:pt x="4458" y="1422"/>
                  </a:cubicBezTo>
                  <a:cubicBezTo>
                    <a:pt x="4792" y="1789"/>
                    <a:pt x="5225" y="2256"/>
                    <a:pt x="5892" y="2390"/>
                  </a:cubicBezTo>
                  <a:lnTo>
                    <a:pt x="5859" y="2390"/>
                  </a:lnTo>
                  <a:cubicBezTo>
                    <a:pt x="5992" y="2423"/>
                    <a:pt x="6193" y="2523"/>
                    <a:pt x="6459" y="2523"/>
                  </a:cubicBezTo>
                  <a:cubicBezTo>
                    <a:pt x="6693" y="2523"/>
                    <a:pt x="6993" y="2456"/>
                    <a:pt x="7293" y="2356"/>
                  </a:cubicBezTo>
                  <a:cubicBezTo>
                    <a:pt x="7860" y="2123"/>
                    <a:pt x="8361" y="1756"/>
                    <a:pt x="8828" y="1623"/>
                  </a:cubicBezTo>
                  <a:cubicBezTo>
                    <a:pt x="8895" y="1623"/>
                    <a:pt x="8961" y="1589"/>
                    <a:pt x="8995" y="1589"/>
                  </a:cubicBezTo>
                  <a:lnTo>
                    <a:pt x="9128" y="1589"/>
                  </a:lnTo>
                  <a:cubicBezTo>
                    <a:pt x="9228" y="1623"/>
                    <a:pt x="9362" y="1623"/>
                    <a:pt x="9495" y="1689"/>
                  </a:cubicBezTo>
                  <a:cubicBezTo>
                    <a:pt x="9728" y="1756"/>
                    <a:pt x="9995" y="1789"/>
                    <a:pt x="10129" y="1956"/>
                  </a:cubicBezTo>
                  <a:cubicBezTo>
                    <a:pt x="10462" y="2223"/>
                    <a:pt x="10396" y="2790"/>
                    <a:pt x="10362" y="3424"/>
                  </a:cubicBezTo>
                  <a:cubicBezTo>
                    <a:pt x="10362" y="3724"/>
                    <a:pt x="10362" y="4058"/>
                    <a:pt x="10396" y="4391"/>
                  </a:cubicBezTo>
                  <a:cubicBezTo>
                    <a:pt x="10462" y="4725"/>
                    <a:pt x="10529" y="5058"/>
                    <a:pt x="10696" y="5359"/>
                  </a:cubicBezTo>
                  <a:cubicBezTo>
                    <a:pt x="11029" y="5926"/>
                    <a:pt x="11463" y="6359"/>
                    <a:pt x="11897" y="6726"/>
                  </a:cubicBezTo>
                  <a:cubicBezTo>
                    <a:pt x="12667" y="7325"/>
                    <a:pt x="13511" y="7729"/>
                    <a:pt x="14219" y="7729"/>
                  </a:cubicBezTo>
                  <a:cubicBezTo>
                    <a:pt x="14338" y="7729"/>
                    <a:pt x="14454" y="7718"/>
                    <a:pt x="14565" y="7694"/>
                  </a:cubicBezTo>
                  <a:cubicBezTo>
                    <a:pt x="14799" y="7694"/>
                    <a:pt x="14932" y="7593"/>
                    <a:pt x="15066" y="7560"/>
                  </a:cubicBezTo>
                  <a:cubicBezTo>
                    <a:pt x="15199" y="7460"/>
                    <a:pt x="15332" y="7393"/>
                    <a:pt x="15399" y="7360"/>
                  </a:cubicBezTo>
                  <a:cubicBezTo>
                    <a:pt x="15566" y="7227"/>
                    <a:pt x="15666" y="7126"/>
                    <a:pt x="15666" y="7126"/>
                  </a:cubicBezTo>
                  <a:cubicBezTo>
                    <a:pt x="15798" y="6968"/>
                    <a:pt x="15658" y="6830"/>
                    <a:pt x="15477" y="6830"/>
                  </a:cubicBezTo>
                  <a:cubicBezTo>
                    <a:pt x="15430" y="6830"/>
                    <a:pt x="15381" y="6839"/>
                    <a:pt x="15332" y="6860"/>
                  </a:cubicBezTo>
                  <a:cubicBezTo>
                    <a:pt x="15332" y="6860"/>
                    <a:pt x="15066" y="7193"/>
                    <a:pt x="14465" y="7260"/>
                  </a:cubicBezTo>
                  <a:cubicBezTo>
                    <a:pt x="14400" y="7270"/>
                    <a:pt x="14333" y="7275"/>
                    <a:pt x="14263" y="7275"/>
                  </a:cubicBezTo>
                  <a:cubicBezTo>
                    <a:pt x="13654" y="7275"/>
                    <a:pt x="12882" y="6891"/>
                    <a:pt x="12164" y="6293"/>
                  </a:cubicBezTo>
                  <a:cubicBezTo>
                    <a:pt x="11797" y="5926"/>
                    <a:pt x="11396" y="5525"/>
                    <a:pt x="11163" y="5058"/>
                  </a:cubicBezTo>
                  <a:cubicBezTo>
                    <a:pt x="10896" y="4625"/>
                    <a:pt x="10896" y="4058"/>
                    <a:pt x="10963" y="3457"/>
                  </a:cubicBezTo>
                  <a:cubicBezTo>
                    <a:pt x="10996" y="3190"/>
                    <a:pt x="11029" y="2823"/>
                    <a:pt x="10996" y="2490"/>
                  </a:cubicBezTo>
                  <a:cubicBezTo>
                    <a:pt x="10996" y="2156"/>
                    <a:pt x="10863" y="1756"/>
                    <a:pt x="10562" y="1456"/>
                  </a:cubicBezTo>
                  <a:cubicBezTo>
                    <a:pt x="10296" y="1156"/>
                    <a:pt x="9962" y="1089"/>
                    <a:pt x="9662" y="955"/>
                  </a:cubicBezTo>
                  <a:cubicBezTo>
                    <a:pt x="9495" y="955"/>
                    <a:pt x="9362" y="922"/>
                    <a:pt x="9195" y="889"/>
                  </a:cubicBezTo>
                  <a:lnTo>
                    <a:pt x="8895" y="889"/>
                  </a:lnTo>
                  <a:cubicBezTo>
                    <a:pt x="8828" y="889"/>
                    <a:pt x="8728" y="922"/>
                    <a:pt x="8661" y="922"/>
                  </a:cubicBezTo>
                  <a:cubicBezTo>
                    <a:pt x="7994" y="1122"/>
                    <a:pt x="7527" y="1522"/>
                    <a:pt x="7060" y="1689"/>
                  </a:cubicBezTo>
                  <a:cubicBezTo>
                    <a:pt x="6873" y="1783"/>
                    <a:pt x="6694" y="1811"/>
                    <a:pt x="6539" y="1811"/>
                  </a:cubicBezTo>
                  <a:cubicBezTo>
                    <a:pt x="6361" y="1811"/>
                    <a:pt x="6215" y="1774"/>
                    <a:pt x="6126" y="1756"/>
                  </a:cubicBezTo>
                  <a:lnTo>
                    <a:pt x="6059" y="1756"/>
                  </a:lnTo>
                  <a:cubicBezTo>
                    <a:pt x="5626" y="1689"/>
                    <a:pt x="5292" y="1389"/>
                    <a:pt x="4892" y="1022"/>
                  </a:cubicBezTo>
                  <a:cubicBezTo>
                    <a:pt x="4725" y="822"/>
                    <a:pt x="4525" y="622"/>
                    <a:pt x="4325" y="455"/>
                  </a:cubicBezTo>
                  <a:cubicBezTo>
                    <a:pt x="4225" y="322"/>
                    <a:pt x="4124" y="288"/>
                    <a:pt x="3991" y="222"/>
                  </a:cubicBezTo>
                  <a:lnTo>
                    <a:pt x="3891" y="155"/>
                  </a:lnTo>
                  <a:cubicBezTo>
                    <a:pt x="3858" y="155"/>
                    <a:pt x="3824" y="121"/>
                    <a:pt x="3791" y="121"/>
                  </a:cubicBezTo>
                  <a:lnTo>
                    <a:pt x="3557" y="88"/>
                  </a:lnTo>
                  <a:cubicBezTo>
                    <a:pt x="3290" y="35"/>
                    <a:pt x="3022" y="0"/>
                    <a:pt x="2764"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57" name="Google Shape;1857;p17"/>
            <p:cNvSpPr/>
            <p:nvPr/>
          </p:nvSpPr>
          <p:spPr>
            <a:xfrm>
              <a:off x="5409875" y="4757550"/>
              <a:ext cx="420950" cy="194200"/>
            </a:xfrm>
            <a:custGeom>
              <a:avLst/>
              <a:gdLst/>
              <a:ahLst/>
              <a:cxnLst/>
              <a:rect l="l" t="t" r="r" b="b"/>
              <a:pathLst>
                <a:path w="16838" h="7768" extrusionOk="0">
                  <a:moveTo>
                    <a:pt x="2026" y="1"/>
                  </a:moveTo>
                  <a:cubicBezTo>
                    <a:pt x="1861" y="1"/>
                    <a:pt x="1690" y="30"/>
                    <a:pt x="1535" y="119"/>
                  </a:cubicBezTo>
                  <a:cubicBezTo>
                    <a:pt x="1101" y="319"/>
                    <a:pt x="867" y="686"/>
                    <a:pt x="701" y="1020"/>
                  </a:cubicBezTo>
                  <a:cubicBezTo>
                    <a:pt x="534" y="1353"/>
                    <a:pt x="434" y="1687"/>
                    <a:pt x="300" y="2021"/>
                  </a:cubicBezTo>
                  <a:cubicBezTo>
                    <a:pt x="267" y="2121"/>
                    <a:pt x="267" y="2187"/>
                    <a:pt x="200" y="2287"/>
                  </a:cubicBezTo>
                  <a:lnTo>
                    <a:pt x="167" y="2521"/>
                  </a:lnTo>
                  <a:cubicBezTo>
                    <a:pt x="134" y="2688"/>
                    <a:pt x="100" y="2854"/>
                    <a:pt x="100" y="3021"/>
                  </a:cubicBezTo>
                  <a:cubicBezTo>
                    <a:pt x="0" y="4356"/>
                    <a:pt x="200" y="5523"/>
                    <a:pt x="367" y="6324"/>
                  </a:cubicBezTo>
                  <a:cubicBezTo>
                    <a:pt x="534" y="7158"/>
                    <a:pt x="701" y="7625"/>
                    <a:pt x="701" y="7625"/>
                  </a:cubicBezTo>
                  <a:cubicBezTo>
                    <a:pt x="743" y="7722"/>
                    <a:pt x="825" y="7767"/>
                    <a:pt x="905" y="7767"/>
                  </a:cubicBezTo>
                  <a:cubicBezTo>
                    <a:pt x="1016" y="7767"/>
                    <a:pt x="1120" y="7680"/>
                    <a:pt x="1101" y="7524"/>
                  </a:cubicBezTo>
                  <a:cubicBezTo>
                    <a:pt x="1101" y="7524"/>
                    <a:pt x="968" y="7057"/>
                    <a:pt x="834" y="6290"/>
                  </a:cubicBezTo>
                  <a:cubicBezTo>
                    <a:pt x="701" y="5490"/>
                    <a:pt x="534" y="4356"/>
                    <a:pt x="667" y="3121"/>
                  </a:cubicBezTo>
                  <a:cubicBezTo>
                    <a:pt x="667" y="2955"/>
                    <a:pt x="701" y="2821"/>
                    <a:pt x="767" y="2654"/>
                  </a:cubicBezTo>
                  <a:lnTo>
                    <a:pt x="801" y="2454"/>
                  </a:lnTo>
                  <a:cubicBezTo>
                    <a:pt x="834" y="2387"/>
                    <a:pt x="834" y="2321"/>
                    <a:pt x="867" y="2221"/>
                  </a:cubicBezTo>
                  <a:cubicBezTo>
                    <a:pt x="1001" y="1887"/>
                    <a:pt x="1134" y="1620"/>
                    <a:pt x="1301" y="1320"/>
                  </a:cubicBezTo>
                  <a:cubicBezTo>
                    <a:pt x="1468" y="1053"/>
                    <a:pt x="1668" y="786"/>
                    <a:pt x="1868" y="686"/>
                  </a:cubicBezTo>
                  <a:cubicBezTo>
                    <a:pt x="1944" y="643"/>
                    <a:pt x="2016" y="624"/>
                    <a:pt x="2089" y="624"/>
                  </a:cubicBezTo>
                  <a:cubicBezTo>
                    <a:pt x="2241" y="624"/>
                    <a:pt x="2399" y="707"/>
                    <a:pt x="2602" y="820"/>
                  </a:cubicBezTo>
                  <a:cubicBezTo>
                    <a:pt x="3136" y="1153"/>
                    <a:pt x="3636" y="1687"/>
                    <a:pt x="4203" y="2121"/>
                  </a:cubicBezTo>
                  <a:cubicBezTo>
                    <a:pt x="4503" y="2321"/>
                    <a:pt x="4804" y="2521"/>
                    <a:pt x="5137" y="2688"/>
                  </a:cubicBezTo>
                  <a:cubicBezTo>
                    <a:pt x="5304" y="2788"/>
                    <a:pt x="5504" y="2854"/>
                    <a:pt x="5671" y="2888"/>
                  </a:cubicBezTo>
                  <a:cubicBezTo>
                    <a:pt x="5871" y="2955"/>
                    <a:pt x="6038" y="2955"/>
                    <a:pt x="6205" y="2988"/>
                  </a:cubicBezTo>
                  <a:cubicBezTo>
                    <a:pt x="6293" y="2997"/>
                    <a:pt x="6383" y="3001"/>
                    <a:pt x="6475" y="3001"/>
                  </a:cubicBezTo>
                  <a:cubicBezTo>
                    <a:pt x="7074" y="3001"/>
                    <a:pt x="7728" y="2823"/>
                    <a:pt x="8306" y="2621"/>
                  </a:cubicBezTo>
                  <a:cubicBezTo>
                    <a:pt x="8831" y="2385"/>
                    <a:pt x="9315" y="2169"/>
                    <a:pt x="9773" y="2169"/>
                  </a:cubicBezTo>
                  <a:cubicBezTo>
                    <a:pt x="9897" y="2169"/>
                    <a:pt x="10020" y="2185"/>
                    <a:pt x="10141" y="2221"/>
                  </a:cubicBezTo>
                  <a:cubicBezTo>
                    <a:pt x="10674" y="2387"/>
                    <a:pt x="11175" y="2955"/>
                    <a:pt x="11608" y="3455"/>
                  </a:cubicBezTo>
                  <a:cubicBezTo>
                    <a:pt x="12009" y="3955"/>
                    <a:pt x="12342" y="4556"/>
                    <a:pt x="12676" y="5123"/>
                  </a:cubicBezTo>
                  <a:cubicBezTo>
                    <a:pt x="13009" y="5656"/>
                    <a:pt x="13376" y="6190"/>
                    <a:pt x="13877" y="6557"/>
                  </a:cubicBezTo>
                  <a:cubicBezTo>
                    <a:pt x="14260" y="6886"/>
                    <a:pt x="14757" y="6967"/>
                    <a:pt x="15144" y="6967"/>
                  </a:cubicBezTo>
                  <a:cubicBezTo>
                    <a:pt x="15228" y="6967"/>
                    <a:pt x="15306" y="6963"/>
                    <a:pt x="15378" y="6957"/>
                  </a:cubicBezTo>
                  <a:cubicBezTo>
                    <a:pt x="15811" y="6857"/>
                    <a:pt x="16145" y="6724"/>
                    <a:pt x="16345" y="6657"/>
                  </a:cubicBezTo>
                  <a:cubicBezTo>
                    <a:pt x="16545" y="6524"/>
                    <a:pt x="16679" y="6490"/>
                    <a:pt x="16679" y="6490"/>
                  </a:cubicBezTo>
                  <a:cubicBezTo>
                    <a:pt x="16837" y="6385"/>
                    <a:pt x="16807" y="6174"/>
                    <a:pt x="16639" y="6174"/>
                  </a:cubicBezTo>
                  <a:cubicBezTo>
                    <a:pt x="16595" y="6174"/>
                    <a:pt x="16541" y="6189"/>
                    <a:pt x="16479" y="6224"/>
                  </a:cubicBezTo>
                  <a:cubicBezTo>
                    <a:pt x="16479" y="6224"/>
                    <a:pt x="16379" y="6290"/>
                    <a:pt x="16178" y="6357"/>
                  </a:cubicBezTo>
                  <a:cubicBezTo>
                    <a:pt x="15978" y="6390"/>
                    <a:pt x="15678" y="6524"/>
                    <a:pt x="15311" y="6557"/>
                  </a:cubicBezTo>
                  <a:cubicBezTo>
                    <a:pt x="15246" y="6570"/>
                    <a:pt x="15175" y="6577"/>
                    <a:pt x="15101" y="6577"/>
                  </a:cubicBezTo>
                  <a:cubicBezTo>
                    <a:pt x="14798" y="6577"/>
                    <a:pt x="14439" y="6465"/>
                    <a:pt x="14144" y="6224"/>
                  </a:cubicBezTo>
                  <a:cubicBezTo>
                    <a:pt x="13777" y="5957"/>
                    <a:pt x="13443" y="5456"/>
                    <a:pt x="13143" y="4889"/>
                  </a:cubicBezTo>
                  <a:cubicBezTo>
                    <a:pt x="12843" y="4322"/>
                    <a:pt x="12509" y="3688"/>
                    <a:pt x="12109" y="3121"/>
                  </a:cubicBezTo>
                  <a:cubicBezTo>
                    <a:pt x="12009" y="2988"/>
                    <a:pt x="11875" y="2821"/>
                    <a:pt x="11775" y="2688"/>
                  </a:cubicBezTo>
                  <a:cubicBezTo>
                    <a:pt x="11642" y="2521"/>
                    <a:pt x="11475" y="2387"/>
                    <a:pt x="11342" y="2287"/>
                  </a:cubicBezTo>
                  <a:cubicBezTo>
                    <a:pt x="11041" y="2021"/>
                    <a:pt x="10708" y="1787"/>
                    <a:pt x="10308" y="1654"/>
                  </a:cubicBezTo>
                  <a:cubicBezTo>
                    <a:pt x="10106" y="1592"/>
                    <a:pt x="9904" y="1566"/>
                    <a:pt x="9706" y="1566"/>
                  </a:cubicBezTo>
                  <a:cubicBezTo>
                    <a:pt x="9478" y="1566"/>
                    <a:pt x="9254" y="1600"/>
                    <a:pt x="9040" y="1654"/>
                  </a:cubicBezTo>
                  <a:cubicBezTo>
                    <a:pt x="8673" y="1720"/>
                    <a:pt x="8339" y="1854"/>
                    <a:pt x="8006" y="1987"/>
                  </a:cubicBezTo>
                  <a:cubicBezTo>
                    <a:pt x="7437" y="2197"/>
                    <a:pt x="6895" y="2326"/>
                    <a:pt x="6379" y="2326"/>
                  </a:cubicBezTo>
                  <a:cubicBezTo>
                    <a:pt x="6321" y="2326"/>
                    <a:pt x="6263" y="2324"/>
                    <a:pt x="6205" y="2321"/>
                  </a:cubicBezTo>
                  <a:cubicBezTo>
                    <a:pt x="6105" y="2287"/>
                    <a:pt x="5938" y="2287"/>
                    <a:pt x="5804" y="2221"/>
                  </a:cubicBezTo>
                  <a:cubicBezTo>
                    <a:pt x="5638" y="2221"/>
                    <a:pt x="5504" y="2154"/>
                    <a:pt x="5371" y="2121"/>
                  </a:cubicBezTo>
                  <a:cubicBezTo>
                    <a:pt x="5137" y="1987"/>
                    <a:pt x="4837" y="1820"/>
                    <a:pt x="4603" y="1620"/>
                  </a:cubicBezTo>
                  <a:cubicBezTo>
                    <a:pt x="4036" y="1187"/>
                    <a:pt x="3536" y="686"/>
                    <a:pt x="2869" y="286"/>
                  </a:cubicBezTo>
                  <a:cubicBezTo>
                    <a:pt x="2669" y="153"/>
                    <a:pt x="2502" y="52"/>
                    <a:pt x="2268" y="19"/>
                  </a:cubicBezTo>
                  <a:cubicBezTo>
                    <a:pt x="2191" y="8"/>
                    <a:pt x="2109" y="1"/>
                    <a:pt x="2026"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58" name="Google Shape;1858;p17"/>
            <p:cNvSpPr/>
            <p:nvPr/>
          </p:nvSpPr>
          <p:spPr>
            <a:xfrm>
              <a:off x="4053900" y="4830250"/>
              <a:ext cx="454175" cy="196100"/>
            </a:xfrm>
            <a:custGeom>
              <a:avLst/>
              <a:gdLst/>
              <a:ahLst/>
              <a:cxnLst/>
              <a:rect l="l" t="t" r="r" b="b"/>
              <a:pathLst>
                <a:path w="18167" h="7844" extrusionOk="0">
                  <a:moveTo>
                    <a:pt x="9442" y="1"/>
                  </a:moveTo>
                  <a:cubicBezTo>
                    <a:pt x="9145" y="1"/>
                    <a:pt x="8857" y="38"/>
                    <a:pt x="8607" y="113"/>
                  </a:cubicBezTo>
                  <a:cubicBezTo>
                    <a:pt x="8507" y="147"/>
                    <a:pt x="8373" y="180"/>
                    <a:pt x="8273" y="180"/>
                  </a:cubicBezTo>
                  <a:lnTo>
                    <a:pt x="8340" y="180"/>
                  </a:lnTo>
                  <a:cubicBezTo>
                    <a:pt x="7906" y="280"/>
                    <a:pt x="7573" y="580"/>
                    <a:pt x="7339" y="847"/>
                  </a:cubicBezTo>
                  <a:cubicBezTo>
                    <a:pt x="7072" y="1147"/>
                    <a:pt x="6872" y="1448"/>
                    <a:pt x="6672" y="1648"/>
                  </a:cubicBezTo>
                  <a:cubicBezTo>
                    <a:pt x="6405" y="1848"/>
                    <a:pt x="6205" y="2015"/>
                    <a:pt x="5905" y="2081"/>
                  </a:cubicBezTo>
                  <a:cubicBezTo>
                    <a:pt x="5812" y="2092"/>
                    <a:pt x="5722" y="2099"/>
                    <a:pt x="5636" y="2099"/>
                  </a:cubicBezTo>
                  <a:cubicBezTo>
                    <a:pt x="5443" y="2099"/>
                    <a:pt x="5265" y="2063"/>
                    <a:pt x="5104" y="1948"/>
                  </a:cubicBezTo>
                  <a:cubicBezTo>
                    <a:pt x="4670" y="1648"/>
                    <a:pt x="4437" y="780"/>
                    <a:pt x="3670" y="347"/>
                  </a:cubicBezTo>
                  <a:lnTo>
                    <a:pt x="3536" y="280"/>
                  </a:lnTo>
                  <a:cubicBezTo>
                    <a:pt x="3436" y="247"/>
                    <a:pt x="3403" y="247"/>
                    <a:pt x="3370" y="247"/>
                  </a:cubicBezTo>
                  <a:lnTo>
                    <a:pt x="3103" y="180"/>
                  </a:lnTo>
                  <a:cubicBezTo>
                    <a:pt x="2936" y="113"/>
                    <a:pt x="2736" y="113"/>
                    <a:pt x="2569" y="113"/>
                  </a:cubicBezTo>
                  <a:cubicBezTo>
                    <a:pt x="2402" y="113"/>
                    <a:pt x="2202" y="147"/>
                    <a:pt x="2035" y="147"/>
                  </a:cubicBezTo>
                  <a:cubicBezTo>
                    <a:pt x="1835" y="180"/>
                    <a:pt x="1668" y="247"/>
                    <a:pt x="1502" y="313"/>
                  </a:cubicBezTo>
                  <a:cubicBezTo>
                    <a:pt x="1168" y="480"/>
                    <a:pt x="901" y="747"/>
                    <a:pt x="701" y="981"/>
                  </a:cubicBezTo>
                  <a:cubicBezTo>
                    <a:pt x="601" y="1114"/>
                    <a:pt x="534" y="1281"/>
                    <a:pt x="434" y="1414"/>
                  </a:cubicBezTo>
                  <a:cubicBezTo>
                    <a:pt x="401" y="1514"/>
                    <a:pt x="334" y="1681"/>
                    <a:pt x="267" y="1814"/>
                  </a:cubicBezTo>
                  <a:cubicBezTo>
                    <a:pt x="67" y="2348"/>
                    <a:pt x="34" y="2849"/>
                    <a:pt x="34" y="3282"/>
                  </a:cubicBezTo>
                  <a:cubicBezTo>
                    <a:pt x="0" y="3682"/>
                    <a:pt x="34" y="4016"/>
                    <a:pt x="34" y="4250"/>
                  </a:cubicBezTo>
                  <a:cubicBezTo>
                    <a:pt x="67" y="4450"/>
                    <a:pt x="67" y="4583"/>
                    <a:pt x="67" y="4583"/>
                  </a:cubicBezTo>
                  <a:cubicBezTo>
                    <a:pt x="82" y="4688"/>
                    <a:pt x="158" y="4739"/>
                    <a:pt x="237" y="4739"/>
                  </a:cubicBezTo>
                  <a:cubicBezTo>
                    <a:pt x="333" y="4739"/>
                    <a:pt x="434" y="4663"/>
                    <a:pt x="434" y="4516"/>
                  </a:cubicBezTo>
                  <a:lnTo>
                    <a:pt x="434" y="4183"/>
                  </a:lnTo>
                  <a:cubicBezTo>
                    <a:pt x="434" y="3983"/>
                    <a:pt x="434" y="3649"/>
                    <a:pt x="501" y="3282"/>
                  </a:cubicBezTo>
                  <a:cubicBezTo>
                    <a:pt x="501" y="2849"/>
                    <a:pt x="568" y="2415"/>
                    <a:pt x="734" y="1948"/>
                  </a:cubicBezTo>
                  <a:cubicBezTo>
                    <a:pt x="868" y="1481"/>
                    <a:pt x="1201" y="1014"/>
                    <a:pt x="1702" y="814"/>
                  </a:cubicBezTo>
                  <a:cubicBezTo>
                    <a:pt x="1835" y="747"/>
                    <a:pt x="2002" y="747"/>
                    <a:pt x="2102" y="680"/>
                  </a:cubicBezTo>
                  <a:cubicBezTo>
                    <a:pt x="2235" y="680"/>
                    <a:pt x="2324" y="665"/>
                    <a:pt x="2418" y="665"/>
                  </a:cubicBezTo>
                  <a:cubicBezTo>
                    <a:pt x="2465" y="665"/>
                    <a:pt x="2513" y="669"/>
                    <a:pt x="2569" y="680"/>
                  </a:cubicBezTo>
                  <a:cubicBezTo>
                    <a:pt x="2736" y="747"/>
                    <a:pt x="2869" y="747"/>
                    <a:pt x="3036" y="780"/>
                  </a:cubicBezTo>
                  <a:lnTo>
                    <a:pt x="3303" y="814"/>
                  </a:lnTo>
                  <a:cubicBezTo>
                    <a:pt x="3336" y="847"/>
                    <a:pt x="3370" y="847"/>
                    <a:pt x="3370" y="847"/>
                  </a:cubicBezTo>
                  <a:lnTo>
                    <a:pt x="3470" y="914"/>
                  </a:lnTo>
                  <a:cubicBezTo>
                    <a:pt x="3703" y="1014"/>
                    <a:pt x="3870" y="1281"/>
                    <a:pt x="4070" y="1581"/>
                  </a:cubicBezTo>
                  <a:cubicBezTo>
                    <a:pt x="4304" y="1848"/>
                    <a:pt x="4470" y="2181"/>
                    <a:pt x="4837" y="2482"/>
                  </a:cubicBezTo>
                  <a:cubicBezTo>
                    <a:pt x="5134" y="2704"/>
                    <a:pt x="5462" y="2798"/>
                    <a:pt x="5786" y="2798"/>
                  </a:cubicBezTo>
                  <a:cubicBezTo>
                    <a:pt x="6335" y="2798"/>
                    <a:pt x="6870" y="2526"/>
                    <a:pt x="7206" y="2148"/>
                  </a:cubicBezTo>
                  <a:cubicBezTo>
                    <a:pt x="7506" y="1915"/>
                    <a:pt x="7706" y="1614"/>
                    <a:pt x="7906" y="1347"/>
                  </a:cubicBezTo>
                  <a:cubicBezTo>
                    <a:pt x="8140" y="1147"/>
                    <a:pt x="8340" y="981"/>
                    <a:pt x="8540" y="947"/>
                  </a:cubicBezTo>
                  <a:lnTo>
                    <a:pt x="8573" y="947"/>
                  </a:lnTo>
                  <a:cubicBezTo>
                    <a:pt x="8673" y="914"/>
                    <a:pt x="8740" y="914"/>
                    <a:pt x="8873" y="880"/>
                  </a:cubicBezTo>
                  <a:cubicBezTo>
                    <a:pt x="9074" y="805"/>
                    <a:pt x="9274" y="768"/>
                    <a:pt x="9488" y="768"/>
                  </a:cubicBezTo>
                  <a:cubicBezTo>
                    <a:pt x="9559" y="768"/>
                    <a:pt x="9632" y="772"/>
                    <a:pt x="9707" y="780"/>
                  </a:cubicBezTo>
                  <a:cubicBezTo>
                    <a:pt x="10008" y="814"/>
                    <a:pt x="10241" y="947"/>
                    <a:pt x="10508" y="1114"/>
                  </a:cubicBezTo>
                  <a:cubicBezTo>
                    <a:pt x="10975" y="1481"/>
                    <a:pt x="11309" y="2115"/>
                    <a:pt x="11575" y="2782"/>
                  </a:cubicBezTo>
                  <a:cubicBezTo>
                    <a:pt x="12176" y="4083"/>
                    <a:pt x="12576" y="5550"/>
                    <a:pt x="13477" y="6651"/>
                  </a:cubicBezTo>
                  <a:cubicBezTo>
                    <a:pt x="13877" y="7252"/>
                    <a:pt x="14511" y="7619"/>
                    <a:pt x="15078" y="7752"/>
                  </a:cubicBezTo>
                  <a:cubicBezTo>
                    <a:pt x="15321" y="7820"/>
                    <a:pt x="15553" y="7843"/>
                    <a:pt x="15769" y="7843"/>
                  </a:cubicBezTo>
                  <a:cubicBezTo>
                    <a:pt x="16088" y="7843"/>
                    <a:pt x="16374" y="7792"/>
                    <a:pt x="16612" y="7752"/>
                  </a:cubicBezTo>
                  <a:cubicBezTo>
                    <a:pt x="16846" y="7719"/>
                    <a:pt x="17013" y="7619"/>
                    <a:pt x="17179" y="7585"/>
                  </a:cubicBezTo>
                  <a:cubicBezTo>
                    <a:pt x="17346" y="7552"/>
                    <a:pt x="17446" y="7485"/>
                    <a:pt x="17580" y="7452"/>
                  </a:cubicBezTo>
                  <a:cubicBezTo>
                    <a:pt x="17780" y="7385"/>
                    <a:pt x="17913" y="7318"/>
                    <a:pt x="17913" y="7318"/>
                  </a:cubicBezTo>
                  <a:cubicBezTo>
                    <a:pt x="18166" y="7224"/>
                    <a:pt x="18060" y="6949"/>
                    <a:pt x="17764" y="6949"/>
                  </a:cubicBezTo>
                  <a:cubicBezTo>
                    <a:pt x="17747" y="6949"/>
                    <a:pt x="17731" y="6950"/>
                    <a:pt x="17713" y="6951"/>
                  </a:cubicBezTo>
                  <a:cubicBezTo>
                    <a:pt x="17713" y="6951"/>
                    <a:pt x="17580" y="6985"/>
                    <a:pt x="17380" y="7085"/>
                  </a:cubicBezTo>
                  <a:cubicBezTo>
                    <a:pt x="17279" y="7118"/>
                    <a:pt x="17179" y="7152"/>
                    <a:pt x="17013" y="7185"/>
                  </a:cubicBezTo>
                  <a:cubicBezTo>
                    <a:pt x="16879" y="7252"/>
                    <a:pt x="16712" y="7285"/>
                    <a:pt x="16512" y="7318"/>
                  </a:cubicBezTo>
                  <a:cubicBezTo>
                    <a:pt x="16326" y="7365"/>
                    <a:pt x="16134" y="7390"/>
                    <a:pt x="15930" y="7390"/>
                  </a:cubicBezTo>
                  <a:cubicBezTo>
                    <a:pt x="15695" y="7390"/>
                    <a:pt x="15446" y="7357"/>
                    <a:pt x="15178" y="7285"/>
                  </a:cubicBezTo>
                  <a:cubicBezTo>
                    <a:pt x="14678" y="7152"/>
                    <a:pt x="14211" y="6818"/>
                    <a:pt x="13844" y="6318"/>
                  </a:cubicBezTo>
                  <a:cubicBezTo>
                    <a:pt x="13076" y="5317"/>
                    <a:pt x="12743" y="3849"/>
                    <a:pt x="12176" y="2482"/>
                  </a:cubicBezTo>
                  <a:cubicBezTo>
                    <a:pt x="11876" y="1781"/>
                    <a:pt x="11509" y="1081"/>
                    <a:pt x="10875" y="514"/>
                  </a:cubicBezTo>
                  <a:cubicBezTo>
                    <a:pt x="10541" y="280"/>
                    <a:pt x="10174" y="80"/>
                    <a:pt x="9741" y="13"/>
                  </a:cubicBezTo>
                  <a:cubicBezTo>
                    <a:pt x="9641" y="5"/>
                    <a:pt x="9541" y="1"/>
                    <a:pt x="9442"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59" name="Google Shape;1859;p17"/>
            <p:cNvSpPr/>
            <p:nvPr/>
          </p:nvSpPr>
          <p:spPr>
            <a:xfrm>
              <a:off x="5743975" y="3920375"/>
              <a:ext cx="416275" cy="161350"/>
            </a:xfrm>
            <a:custGeom>
              <a:avLst/>
              <a:gdLst/>
              <a:ahLst/>
              <a:cxnLst/>
              <a:rect l="l" t="t" r="r" b="b"/>
              <a:pathLst>
                <a:path w="16651" h="6454" extrusionOk="0">
                  <a:moveTo>
                    <a:pt x="3860" y="1"/>
                  </a:moveTo>
                  <a:cubicBezTo>
                    <a:pt x="3763" y="1"/>
                    <a:pt x="3682" y="15"/>
                    <a:pt x="3615" y="15"/>
                  </a:cubicBezTo>
                  <a:cubicBezTo>
                    <a:pt x="3515" y="82"/>
                    <a:pt x="3448" y="82"/>
                    <a:pt x="3381" y="82"/>
                  </a:cubicBezTo>
                  <a:cubicBezTo>
                    <a:pt x="3348" y="82"/>
                    <a:pt x="3281" y="116"/>
                    <a:pt x="3215" y="116"/>
                  </a:cubicBezTo>
                  <a:cubicBezTo>
                    <a:pt x="3148" y="116"/>
                    <a:pt x="3015" y="149"/>
                    <a:pt x="2948" y="182"/>
                  </a:cubicBezTo>
                  <a:cubicBezTo>
                    <a:pt x="2848" y="249"/>
                    <a:pt x="2814" y="282"/>
                    <a:pt x="2714" y="316"/>
                  </a:cubicBezTo>
                  <a:cubicBezTo>
                    <a:pt x="2614" y="416"/>
                    <a:pt x="2514" y="449"/>
                    <a:pt x="2447" y="482"/>
                  </a:cubicBezTo>
                  <a:lnTo>
                    <a:pt x="2481" y="482"/>
                  </a:lnTo>
                  <a:cubicBezTo>
                    <a:pt x="2014" y="683"/>
                    <a:pt x="1647" y="1116"/>
                    <a:pt x="1480" y="1483"/>
                  </a:cubicBezTo>
                  <a:cubicBezTo>
                    <a:pt x="1280" y="1883"/>
                    <a:pt x="1180" y="2250"/>
                    <a:pt x="1147" y="2584"/>
                  </a:cubicBezTo>
                  <a:cubicBezTo>
                    <a:pt x="1013" y="3184"/>
                    <a:pt x="980" y="3651"/>
                    <a:pt x="813" y="3985"/>
                  </a:cubicBezTo>
                  <a:cubicBezTo>
                    <a:pt x="646" y="4319"/>
                    <a:pt x="479" y="4485"/>
                    <a:pt x="346" y="4552"/>
                  </a:cubicBezTo>
                  <a:cubicBezTo>
                    <a:pt x="213" y="4685"/>
                    <a:pt x="146" y="4685"/>
                    <a:pt x="146" y="4685"/>
                  </a:cubicBezTo>
                  <a:cubicBezTo>
                    <a:pt x="0" y="4773"/>
                    <a:pt x="33" y="5038"/>
                    <a:pt x="220" y="5038"/>
                  </a:cubicBezTo>
                  <a:cubicBezTo>
                    <a:pt x="248" y="5038"/>
                    <a:pt x="278" y="5032"/>
                    <a:pt x="313" y="5019"/>
                  </a:cubicBezTo>
                  <a:cubicBezTo>
                    <a:pt x="313" y="5019"/>
                    <a:pt x="379" y="5019"/>
                    <a:pt x="546" y="4886"/>
                  </a:cubicBezTo>
                  <a:cubicBezTo>
                    <a:pt x="713" y="4786"/>
                    <a:pt x="980" y="4552"/>
                    <a:pt x="1180" y="4185"/>
                  </a:cubicBezTo>
                  <a:cubicBezTo>
                    <a:pt x="1380" y="3785"/>
                    <a:pt x="1480" y="3284"/>
                    <a:pt x="1614" y="2651"/>
                  </a:cubicBezTo>
                  <a:cubicBezTo>
                    <a:pt x="1714" y="2084"/>
                    <a:pt x="1947" y="1316"/>
                    <a:pt x="2681" y="983"/>
                  </a:cubicBezTo>
                  <a:lnTo>
                    <a:pt x="2714" y="983"/>
                  </a:lnTo>
                  <a:cubicBezTo>
                    <a:pt x="2781" y="949"/>
                    <a:pt x="2848" y="916"/>
                    <a:pt x="2981" y="849"/>
                  </a:cubicBezTo>
                  <a:cubicBezTo>
                    <a:pt x="3048" y="849"/>
                    <a:pt x="3115" y="816"/>
                    <a:pt x="3181" y="783"/>
                  </a:cubicBezTo>
                  <a:cubicBezTo>
                    <a:pt x="3281" y="783"/>
                    <a:pt x="3348" y="783"/>
                    <a:pt x="3448" y="716"/>
                  </a:cubicBezTo>
                  <a:cubicBezTo>
                    <a:pt x="3556" y="684"/>
                    <a:pt x="3671" y="665"/>
                    <a:pt x="3789" y="665"/>
                  </a:cubicBezTo>
                  <a:cubicBezTo>
                    <a:pt x="4037" y="665"/>
                    <a:pt x="4301" y="746"/>
                    <a:pt x="4549" y="949"/>
                  </a:cubicBezTo>
                  <a:cubicBezTo>
                    <a:pt x="4949" y="1250"/>
                    <a:pt x="5316" y="1750"/>
                    <a:pt x="5750" y="2250"/>
                  </a:cubicBezTo>
                  <a:cubicBezTo>
                    <a:pt x="5950" y="2484"/>
                    <a:pt x="6184" y="2717"/>
                    <a:pt x="6517" y="2951"/>
                  </a:cubicBezTo>
                  <a:cubicBezTo>
                    <a:pt x="6851" y="3151"/>
                    <a:pt x="7284" y="3184"/>
                    <a:pt x="7651" y="3184"/>
                  </a:cubicBezTo>
                  <a:lnTo>
                    <a:pt x="7851" y="3184"/>
                  </a:lnTo>
                  <a:cubicBezTo>
                    <a:pt x="7951" y="3151"/>
                    <a:pt x="8052" y="3151"/>
                    <a:pt x="8152" y="3118"/>
                  </a:cubicBezTo>
                  <a:cubicBezTo>
                    <a:pt x="8819" y="2817"/>
                    <a:pt x="9186" y="2284"/>
                    <a:pt x="9653" y="2084"/>
                  </a:cubicBezTo>
                  <a:cubicBezTo>
                    <a:pt x="9853" y="1950"/>
                    <a:pt x="10120" y="1917"/>
                    <a:pt x="10353" y="1917"/>
                  </a:cubicBezTo>
                  <a:cubicBezTo>
                    <a:pt x="10620" y="1917"/>
                    <a:pt x="10887" y="1984"/>
                    <a:pt x="11120" y="2117"/>
                  </a:cubicBezTo>
                  <a:cubicBezTo>
                    <a:pt x="11487" y="2317"/>
                    <a:pt x="11621" y="2984"/>
                    <a:pt x="11854" y="3585"/>
                  </a:cubicBezTo>
                  <a:cubicBezTo>
                    <a:pt x="11954" y="3751"/>
                    <a:pt x="11988" y="3852"/>
                    <a:pt x="12054" y="4018"/>
                  </a:cubicBezTo>
                  <a:cubicBezTo>
                    <a:pt x="12121" y="4118"/>
                    <a:pt x="12121" y="4152"/>
                    <a:pt x="12188" y="4285"/>
                  </a:cubicBezTo>
                  <a:lnTo>
                    <a:pt x="12321" y="4485"/>
                  </a:lnTo>
                  <a:cubicBezTo>
                    <a:pt x="12488" y="4752"/>
                    <a:pt x="12655" y="4986"/>
                    <a:pt x="12855" y="5186"/>
                  </a:cubicBezTo>
                  <a:cubicBezTo>
                    <a:pt x="13255" y="5653"/>
                    <a:pt x="13656" y="6086"/>
                    <a:pt x="14156" y="6287"/>
                  </a:cubicBezTo>
                  <a:cubicBezTo>
                    <a:pt x="14406" y="6403"/>
                    <a:pt x="14665" y="6453"/>
                    <a:pt x="14911" y="6453"/>
                  </a:cubicBezTo>
                  <a:cubicBezTo>
                    <a:pt x="15157" y="6453"/>
                    <a:pt x="15390" y="6403"/>
                    <a:pt x="15590" y="6320"/>
                  </a:cubicBezTo>
                  <a:cubicBezTo>
                    <a:pt x="15757" y="6253"/>
                    <a:pt x="15924" y="6153"/>
                    <a:pt x="16024" y="6086"/>
                  </a:cubicBezTo>
                  <a:cubicBezTo>
                    <a:pt x="16157" y="5986"/>
                    <a:pt x="16257" y="5920"/>
                    <a:pt x="16324" y="5820"/>
                  </a:cubicBezTo>
                  <a:cubicBezTo>
                    <a:pt x="16458" y="5653"/>
                    <a:pt x="16524" y="5586"/>
                    <a:pt x="16524" y="5586"/>
                  </a:cubicBezTo>
                  <a:cubicBezTo>
                    <a:pt x="16651" y="5460"/>
                    <a:pt x="16547" y="5295"/>
                    <a:pt x="16417" y="5295"/>
                  </a:cubicBezTo>
                  <a:cubicBezTo>
                    <a:pt x="16376" y="5295"/>
                    <a:pt x="16331" y="5312"/>
                    <a:pt x="16291" y="5353"/>
                  </a:cubicBezTo>
                  <a:lnTo>
                    <a:pt x="16057" y="5553"/>
                  </a:lnTo>
                  <a:cubicBezTo>
                    <a:pt x="15991" y="5653"/>
                    <a:pt x="15890" y="5686"/>
                    <a:pt x="15790" y="5786"/>
                  </a:cubicBezTo>
                  <a:cubicBezTo>
                    <a:pt x="15690" y="5853"/>
                    <a:pt x="15557" y="5953"/>
                    <a:pt x="15390" y="5986"/>
                  </a:cubicBezTo>
                  <a:cubicBezTo>
                    <a:pt x="15275" y="6044"/>
                    <a:pt x="15136" y="6077"/>
                    <a:pt x="14985" y="6077"/>
                  </a:cubicBezTo>
                  <a:cubicBezTo>
                    <a:pt x="14785" y="6077"/>
                    <a:pt x="14565" y="6019"/>
                    <a:pt x="14356" y="5886"/>
                  </a:cubicBezTo>
                  <a:cubicBezTo>
                    <a:pt x="13989" y="5686"/>
                    <a:pt x="13622" y="5319"/>
                    <a:pt x="13289" y="4886"/>
                  </a:cubicBezTo>
                  <a:cubicBezTo>
                    <a:pt x="13122" y="4685"/>
                    <a:pt x="12955" y="4452"/>
                    <a:pt x="12788" y="4185"/>
                  </a:cubicBezTo>
                  <a:lnTo>
                    <a:pt x="12655" y="3985"/>
                  </a:lnTo>
                  <a:cubicBezTo>
                    <a:pt x="12621" y="3985"/>
                    <a:pt x="12621" y="3852"/>
                    <a:pt x="12555" y="3818"/>
                  </a:cubicBezTo>
                  <a:cubicBezTo>
                    <a:pt x="12488" y="3685"/>
                    <a:pt x="12455" y="3518"/>
                    <a:pt x="12388" y="3385"/>
                  </a:cubicBezTo>
                  <a:cubicBezTo>
                    <a:pt x="12321" y="3118"/>
                    <a:pt x="12221" y="2817"/>
                    <a:pt x="12121" y="2484"/>
                  </a:cubicBezTo>
                  <a:cubicBezTo>
                    <a:pt x="11988" y="2150"/>
                    <a:pt x="11788" y="1783"/>
                    <a:pt x="11454" y="1550"/>
                  </a:cubicBezTo>
                  <a:cubicBezTo>
                    <a:pt x="11054" y="1350"/>
                    <a:pt x="10720" y="1283"/>
                    <a:pt x="10353" y="1216"/>
                  </a:cubicBezTo>
                  <a:cubicBezTo>
                    <a:pt x="10306" y="1212"/>
                    <a:pt x="10258" y="1210"/>
                    <a:pt x="10211" y="1210"/>
                  </a:cubicBezTo>
                  <a:cubicBezTo>
                    <a:pt x="9892" y="1210"/>
                    <a:pt x="9576" y="1305"/>
                    <a:pt x="9286" y="1450"/>
                  </a:cubicBezTo>
                  <a:cubicBezTo>
                    <a:pt x="8652" y="1783"/>
                    <a:pt x="8218" y="2284"/>
                    <a:pt x="7851" y="2384"/>
                  </a:cubicBezTo>
                  <a:cubicBezTo>
                    <a:pt x="7718" y="2451"/>
                    <a:pt x="7618" y="2451"/>
                    <a:pt x="7551" y="2451"/>
                  </a:cubicBezTo>
                  <a:lnTo>
                    <a:pt x="7518" y="2451"/>
                  </a:lnTo>
                  <a:cubicBezTo>
                    <a:pt x="7494" y="2452"/>
                    <a:pt x="7470" y="2453"/>
                    <a:pt x="7447" y="2453"/>
                  </a:cubicBezTo>
                  <a:cubicBezTo>
                    <a:pt x="7007" y="2453"/>
                    <a:pt x="6595" y="2162"/>
                    <a:pt x="6184" y="1750"/>
                  </a:cubicBezTo>
                  <a:cubicBezTo>
                    <a:pt x="5817" y="1283"/>
                    <a:pt x="5450" y="716"/>
                    <a:pt x="4883" y="349"/>
                  </a:cubicBezTo>
                  <a:cubicBezTo>
                    <a:pt x="4816" y="316"/>
                    <a:pt x="4783" y="282"/>
                    <a:pt x="4682" y="216"/>
                  </a:cubicBezTo>
                  <a:cubicBezTo>
                    <a:pt x="4649" y="182"/>
                    <a:pt x="4549" y="182"/>
                    <a:pt x="4482" y="149"/>
                  </a:cubicBezTo>
                  <a:cubicBezTo>
                    <a:pt x="4315" y="82"/>
                    <a:pt x="4182" y="82"/>
                    <a:pt x="4015" y="15"/>
                  </a:cubicBezTo>
                  <a:cubicBezTo>
                    <a:pt x="3960" y="4"/>
                    <a:pt x="3908" y="1"/>
                    <a:pt x="3860"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60" name="Google Shape;1860;p17"/>
            <p:cNvSpPr/>
            <p:nvPr/>
          </p:nvSpPr>
          <p:spPr>
            <a:xfrm>
              <a:off x="5752600" y="5140500"/>
              <a:ext cx="458700" cy="205450"/>
            </a:xfrm>
            <a:custGeom>
              <a:avLst/>
              <a:gdLst/>
              <a:ahLst/>
              <a:cxnLst/>
              <a:rect l="l" t="t" r="r" b="b"/>
              <a:pathLst>
                <a:path w="18348" h="8218" extrusionOk="0">
                  <a:moveTo>
                    <a:pt x="12508" y="0"/>
                  </a:moveTo>
                  <a:cubicBezTo>
                    <a:pt x="12453" y="0"/>
                    <a:pt x="12398" y="4"/>
                    <a:pt x="12343" y="12"/>
                  </a:cubicBezTo>
                  <a:cubicBezTo>
                    <a:pt x="12210" y="12"/>
                    <a:pt x="12143" y="45"/>
                    <a:pt x="12010" y="45"/>
                  </a:cubicBezTo>
                  <a:cubicBezTo>
                    <a:pt x="11943" y="45"/>
                    <a:pt x="11809" y="145"/>
                    <a:pt x="11676" y="179"/>
                  </a:cubicBezTo>
                  <a:cubicBezTo>
                    <a:pt x="11543" y="246"/>
                    <a:pt x="11476" y="312"/>
                    <a:pt x="11376" y="379"/>
                  </a:cubicBezTo>
                  <a:lnTo>
                    <a:pt x="11176" y="579"/>
                  </a:lnTo>
                  <a:cubicBezTo>
                    <a:pt x="10642" y="1180"/>
                    <a:pt x="10308" y="1813"/>
                    <a:pt x="9975" y="2347"/>
                  </a:cubicBezTo>
                  <a:cubicBezTo>
                    <a:pt x="9641" y="2881"/>
                    <a:pt x="9308" y="3515"/>
                    <a:pt x="8941" y="4082"/>
                  </a:cubicBezTo>
                  <a:cubicBezTo>
                    <a:pt x="8774" y="4382"/>
                    <a:pt x="8540" y="4682"/>
                    <a:pt x="8340" y="4882"/>
                  </a:cubicBezTo>
                  <a:lnTo>
                    <a:pt x="8274" y="4949"/>
                  </a:lnTo>
                  <a:lnTo>
                    <a:pt x="8174" y="5016"/>
                  </a:lnTo>
                  <a:cubicBezTo>
                    <a:pt x="8174" y="5049"/>
                    <a:pt x="8107" y="5082"/>
                    <a:pt x="8007" y="5082"/>
                  </a:cubicBezTo>
                  <a:cubicBezTo>
                    <a:pt x="7840" y="5149"/>
                    <a:pt x="7707" y="5149"/>
                    <a:pt x="7540" y="5149"/>
                  </a:cubicBezTo>
                  <a:cubicBezTo>
                    <a:pt x="6939" y="5149"/>
                    <a:pt x="6339" y="4682"/>
                    <a:pt x="5605" y="4382"/>
                  </a:cubicBezTo>
                  <a:cubicBezTo>
                    <a:pt x="5505" y="4348"/>
                    <a:pt x="5405" y="4315"/>
                    <a:pt x="5305" y="4315"/>
                  </a:cubicBezTo>
                  <a:cubicBezTo>
                    <a:pt x="5271" y="4315"/>
                    <a:pt x="5238" y="4248"/>
                    <a:pt x="5138" y="4248"/>
                  </a:cubicBezTo>
                  <a:lnTo>
                    <a:pt x="4971" y="4248"/>
                  </a:lnTo>
                  <a:cubicBezTo>
                    <a:pt x="4771" y="4248"/>
                    <a:pt x="4604" y="4248"/>
                    <a:pt x="4404" y="4315"/>
                  </a:cubicBezTo>
                  <a:cubicBezTo>
                    <a:pt x="4004" y="4348"/>
                    <a:pt x="3637" y="4449"/>
                    <a:pt x="3337" y="4682"/>
                  </a:cubicBezTo>
                  <a:cubicBezTo>
                    <a:pt x="2736" y="5049"/>
                    <a:pt x="2336" y="5616"/>
                    <a:pt x="2069" y="6116"/>
                  </a:cubicBezTo>
                  <a:cubicBezTo>
                    <a:pt x="1769" y="6583"/>
                    <a:pt x="1569" y="7050"/>
                    <a:pt x="1302" y="7351"/>
                  </a:cubicBezTo>
                  <a:cubicBezTo>
                    <a:pt x="1269" y="7417"/>
                    <a:pt x="1168" y="7517"/>
                    <a:pt x="1135" y="7551"/>
                  </a:cubicBezTo>
                  <a:cubicBezTo>
                    <a:pt x="1102" y="7584"/>
                    <a:pt x="1068" y="7617"/>
                    <a:pt x="968" y="7684"/>
                  </a:cubicBezTo>
                  <a:cubicBezTo>
                    <a:pt x="935" y="7684"/>
                    <a:pt x="835" y="7718"/>
                    <a:pt x="802" y="7751"/>
                  </a:cubicBezTo>
                  <a:cubicBezTo>
                    <a:pt x="735" y="7751"/>
                    <a:pt x="668" y="7784"/>
                    <a:pt x="635" y="7784"/>
                  </a:cubicBezTo>
                  <a:cubicBezTo>
                    <a:pt x="601" y="7784"/>
                    <a:pt x="568" y="7851"/>
                    <a:pt x="501" y="7851"/>
                  </a:cubicBezTo>
                  <a:lnTo>
                    <a:pt x="335" y="7851"/>
                  </a:lnTo>
                  <a:cubicBezTo>
                    <a:pt x="101" y="7851"/>
                    <a:pt x="1" y="8218"/>
                    <a:pt x="335" y="8218"/>
                  </a:cubicBezTo>
                  <a:lnTo>
                    <a:pt x="568" y="8218"/>
                  </a:lnTo>
                  <a:cubicBezTo>
                    <a:pt x="601" y="8218"/>
                    <a:pt x="635" y="8185"/>
                    <a:pt x="735" y="8185"/>
                  </a:cubicBezTo>
                  <a:cubicBezTo>
                    <a:pt x="968" y="8118"/>
                    <a:pt x="1335" y="7918"/>
                    <a:pt x="1635" y="7584"/>
                  </a:cubicBezTo>
                  <a:cubicBezTo>
                    <a:pt x="1936" y="7251"/>
                    <a:pt x="2169" y="6817"/>
                    <a:pt x="2469" y="6350"/>
                  </a:cubicBezTo>
                  <a:cubicBezTo>
                    <a:pt x="2770" y="5883"/>
                    <a:pt x="3137" y="5383"/>
                    <a:pt x="3637" y="5082"/>
                  </a:cubicBezTo>
                  <a:cubicBezTo>
                    <a:pt x="3904" y="4916"/>
                    <a:pt x="4237" y="4849"/>
                    <a:pt x="4504" y="4782"/>
                  </a:cubicBezTo>
                  <a:lnTo>
                    <a:pt x="5138" y="4782"/>
                  </a:lnTo>
                  <a:cubicBezTo>
                    <a:pt x="5138" y="4782"/>
                    <a:pt x="5171" y="4849"/>
                    <a:pt x="5238" y="4849"/>
                  </a:cubicBezTo>
                  <a:cubicBezTo>
                    <a:pt x="5271" y="4882"/>
                    <a:pt x="5338" y="4882"/>
                    <a:pt x="5438" y="4916"/>
                  </a:cubicBezTo>
                  <a:cubicBezTo>
                    <a:pt x="5738" y="5049"/>
                    <a:pt x="6072" y="5249"/>
                    <a:pt x="6406" y="5416"/>
                  </a:cubicBezTo>
                  <a:cubicBezTo>
                    <a:pt x="6739" y="5583"/>
                    <a:pt x="7106" y="5749"/>
                    <a:pt x="7573" y="5783"/>
                  </a:cubicBezTo>
                  <a:cubicBezTo>
                    <a:pt x="7645" y="5804"/>
                    <a:pt x="7715" y="5811"/>
                    <a:pt x="7783" y="5811"/>
                  </a:cubicBezTo>
                  <a:cubicBezTo>
                    <a:pt x="7934" y="5811"/>
                    <a:pt x="8079" y="5773"/>
                    <a:pt x="8240" y="5749"/>
                  </a:cubicBezTo>
                  <a:cubicBezTo>
                    <a:pt x="8340" y="5716"/>
                    <a:pt x="8440" y="5716"/>
                    <a:pt x="8574" y="5616"/>
                  </a:cubicBezTo>
                  <a:cubicBezTo>
                    <a:pt x="8607" y="5583"/>
                    <a:pt x="8674" y="5549"/>
                    <a:pt x="8741" y="5516"/>
                  </a:cubicBezTo>
                  <a:lnTo>
                    <a:pt x="8841" y="5383"/>
                  </a:lnTo>
                  <a:cubicBezTo>
                    <a:pt x="9141" y="5082"/>
                    <a:pt x="9341" y="4749"/>
                    <a:pt x="9575" y="4449"/>
                  </a:cubicBezTo>
                  <a:cubicBezTo>
                    <a:pt x="9975" y="3848"/>
                    <a:pt x="10308" y="3214"/>
                    <a:pt x="10642" y="2681"/>
                  </a:cubicBezTo>
                  <a:cubicBezTo>
                    <a:pt x="10976" y="2114"/>
                    <a:pt x="11342" y="1513"/>
                    <a:pt x="11776" y="1046"/>
                  </a:cubicBezTo>
                  <a:cubicBezTo>
                    <a:pt x="11809" y="946"/>
                    <a:pt x="11910" y="913"/>
                    <a:pt x="11943" y="879"/>
                  </a:cubicBezTo>
                  <a:cubicBezTo>
                    <a:pt x="11976" y="846"/>
                    <a:pt x="12076" y="746"/>
                    <a:pt x="12110" y="746"/>
                  </a:cubicBezTo>
                  <a:cubicBezTo>
                    <a:pt x="12143" y="713"/>
                    <a:pt x="12343" y="679"/>
                    <a:pt x="12477" y="679"/>
                  </a:cubicBezTo>
                  <a:cubicBezTo>
                    <a:pt x="12539" y="665"/>
                    <a:pt x="12599" y="659"/>
                    <a:pt x="12657" y="659"/>
                  </a:cubicBezTo>
                  <a:cubicBezTo>
                    <a:pt x="12876" y="659"/>
                    <a:pt x="13066" y="754"/>
                    <a:pt x="13277" y="913"/>
                  </a:cubicBezTo>
                  <a:cubicBezTo>
                    <a:pt x="13778" y="1346"/>
                    <a:pt x="14111" y="2013"/>
                    <a:pt x="14411" y="2647"/>
                  </a:cubicBezTo>
                  <a:cubicBezTo>
                    <a:pt x="14678" y="3248"/>
                    <a:pt x="14945" y="3915"/>
                    <a:pt x="15179" y="4549"/>
                  </a:cubicBezTo>
                  <a:cubicBezTo>
                    <a:pt x="15679" y="5749"/>
                    <a:pt x="16179" y="6884"/>
                    <a:pt x="16813" y="7517"/>
                  </a:cubicBezTo>
                  <a:cubicBezTo>
                    <a:pt x="17113" y="7851"/>
                    <a:pt x="17447" y="8018"/>
                    <a:pt x="17680" y="8084"/>
                  </a:cubicBezTo>
                  <a:cubicBezTo>
                    <a:pt x="17814" y="8118"/>
                    <a:pt x="17914" y="8185"/>
                    <a:pt x="17981" y="8185"/>
                  </a:cubicBezTo>
                  <a:lnTo>
                    <a:pt x="18081" y="8185"/>
                  </a:lnTo>
                  <a:cubicBezTo>
                    <a:pt x="18347" y="8185"/>
                    <a:pt x="18314" y="7884"/>
                    <a:pt x="18047" y="7851"/>
                  </a:cubicBezTo>
                  <a:lnTo>
                    <a:pt x="17981" y="7851"/>
                  </a:lnTo>
                  <a:cubicBezTo>
                    <a:pt x="17947" y="7784"/>
                    <a:pt x="17847" y="7784"/>
                    <a:pt x="17780" y="7751"/>
                  </a:cubicBezTo>
                  <a:cubicBezTo>
                    <a:pt x="17547" y="7684"/>
                    <a:pt x="17313" y="7517"/>
                    <a:pt x="17047" y="7217"/>
                  </a:cubicBezTo>
                  <a:cubicBezTo>
                    <a:pt x="16546" y="6617"/>
                    <a:pt x="16113" y="5583"/>
                    <a:pt x="15646" y="4348"/>
                  </a:cubicBezTo>
                  <a:cubicBezTo>
                    <a:pt x="15445" y="3715"/>
                    <a:pt x="15179" y="3048"/>
                    <a:pt x="14878" y="2380"/>
                  </a:cubicBezTo>
                  <a:cubicBezTo>
                    <a:pt x="14545" y="1713"/>
                    <a:pt x="14278" y="1013"/>
                    <a:pt x="13611" y="412"/>
                  </a:cubicBezTo>
                  <a:cubicBezTo>
                    <a:pt x="13317" y="206"/>
                    <a:pt x="12919" y="0"/>
                    <a:pt x="12508"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61" name="Google Shape;1861;p17"/>
            <p:cNvSpPr/>
            <p:nvPr/>
          </p:nvSpPr>
          <p:spPr>
            <a:xfrm>
              <a:off x="4787750" y="4697975"/>
              <a:ext cx="24225" cy="10875"/>
            </a:xfrm>
            <a:custGeom>
              <a:avLst/>
              <a:gdLst/>
              <a:ahLst/>
              <a:cxnLst/>
              <a:rect l="l" t="t" r="r" b="b"/>
              <a:pathLst>
                <a:path w="969" h="435" extrusionOk="0">
                  <a:moveTo>
                    <a:pt x="501" y="0"/>
                  </a:moveTo>
                  <a:cubicBezTo>
                    <a:pt x="301" y="0"/>
                    <a:pt x="34" y="167"/>
                    <a:pt x="34" y="167"/>
                  </a:cubicBezTo>
                  <a:cubicBezTo>
                    <a:pt x="1" y="167"/>
                    <a:pt x="67" y="401"/>
                    <a:pt x="67" y="401"/>
                  </a:cubicBezTo>
                  <a:cubicBezTo>
                    <a:pt x="67" y="401"/>
                    <a:pt x="334" y="434"/>
                    <a:pt x="501" y="434"/>
                  </a:cubicBezTo>
                  <a:cubicBezTo>
                    <a:pt x="668" y="434"/>
                    <a:pt x="901" y="334"/>
                    <a:pt x="901" y="334"/>
                  </a:cubicBezTo>
                  <a:cubicBezTo>
                    <a:pt x="901" y="334"/>
                    <a:pt x="901" y="100"/>
                    <a:pt x="968" y="100"/>
                  </a:cubicBezTo>
                  <a:cubicBezTo>
                    <a:pt x="968" y="100"/>
                    <a:pt x="668" y="0"/>
                    <a:pt x="501"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62" name="Google Shape;1862;p17"/>
            <p:cNvSpPr/>
            <p:nvPr/>
          </p:nvSpPr>
          <p:spPr>
            <a:xfrm>
              <a:off x="4793600" y="4717150"/>
              <a:ext cx="27550" cy="12525"/>
            </a:xfrm>
            <a:custGeom>
              <a:avLst/>
              <a:gdLst/>
              <a:ahLst/>
              <a:cxnLst/>
              <a:rect l="l" t="t" r="r" b="b"/>
              <a:pathLst>
                <a:path w="1102" h="501" extrusionOk="0">
                  <a:moveTo>
                    <a:pt x="567" y="1"/>
                  </a:moveTo>
                  <a:cubicBezTo>
                    <a:pt x="334" y="1"/>
                    <a:pt x="0" y="134"/>
                    <a:pt x="0" y="134"/>
                  </a:cubicBezTo>
                  <a:lnTo>
                    <a:pt x="0" y="401"/>
                  </a:lnTo>
                  <a:cubicBezTo>
                    <a:pt x="0" y="401"/>
                    <a:pt x="334" y="501"/>
                    <a:pt x="567" y="501"/>
                  </a:cubicBezTo>
                  <a:cubicBezTo>
                    <a:pt x="767" y="501"/>
                    <a:pt x="1101" y="401"/>
                    <a:pt x="1101" y="401"/>
                  </a:cubicBezTo>
                  <a:lnTo>
                    <a:pt x="1101" y="134"/>
                  </a:lnTo>
                  <a:cubicBezTo>
                    <a:pt x="1101" y="134"/>
                    <a:pt x="767" y="1"/>
                    <a:pt x="567"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63" name="Google Shape;1863;p17"/>
            <p:cNvSpPr/>
            <p:nvPr/>
          </p:nvSpPr>
          <p:spPr>
            <a:xfrm>
              <a:off x="4811950" y="4743850"/>
              <a:ext cx="14200" cy="12525"/>
            </a:xfrm>
            <a:custGeom>
              <a:avLst/>
              <a:gdLst/>
              <a:ahLst/>
              <a:cxnLst/>
              <a:rect l="l" t="t" r="r" b="b"/>
              <a:pathLst>
                <a:path w="568" h="501" extrusionOk="0">
                  <a:moveTo>
                    <a:pt x="267" y="0"/>
                  </a:moveTo>
                  <a:cubicBezTo>
                    <a:pt x="167" y="0"/>
                    <a:pt x="0" y="100"/>
                    <a:pt x="0" y="100"/>
                  </a:cubicBezTo>
                  <a:lnTo>
                    <a:pt x="0" y="367"/>
                  </a:lnTo>
                  <a:cubicBezTo>
                    <a:pt x="0" y="367"/>
                    <a:pt x="167" y="500"/>
                    <a:pt x="267" y="500"/>
                  </a:cubicBezTo>
                  <a:cubicBezTo>
                    <a:pt x="400" y="500"/>
                    <a:pt x="567" y="367"/>
                    <a:pt x="567" y="367"/>
                  </a:cubicBezTo>
                  <a:lnTo>
                    <a:pt x="567" y="100"/>
                  </a:lnTo>
                  <a:cubicBezTo>
                    <a:pt x="567" y="100"/>
                    <a:pt x="400" y="0"/>
                    <a:pt x="267"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64" name="Google Shape;1864;p17"/>
            <p:cNvSpPr/>
            <p:nvPr/>
          </p:nvSpPr>
          <p:spPr>
            <a:xfrm>
              <a:off x="4830275" y="4766350"/>
              <a:ext cx="27550" cy="14300"/>
            </a:xfrm>
            <a:custGeom>
              <a:avLst/>
              <a:gdLst/>
              <a:ahLst/>
              <a:cxnLst/>
              <a:rect l="l" t="t" r="r" b="b"/>
              <a:pathLst>
                <a:path w="1102" h="572" extrusionOk="0">
                  <a:moveTo>
                    <a:pt x="835" y="1"/>
                  </a:moveTo>
                  <a:cubicBezTo>
                    <a:pt x="835" y="1"/>
                    <a:pt x="635" y="34"/>
                    <a:pt x="468" y="101"/>
                  </a:cubicBezTo>
                  <a:cubicBezTo>
                    <a:pt x="301" y="134"/>
                    <a:pt x="1" y="234"/>
                    <a:pt x="1" y="234"/>
                  </a:cubicBezTo>
                  <a:lnTo>
                    <a:pt x="1" y="501"/>
                  </a:lnTo>
                  <a:cubicBezTo>
                    <a:pt x="1" y="501"/>
                    <a:pt x="177" y="572"/>
                    <a:pt x="376" y="572"/>
                  </a:cubicBezTo>
                  <a:cubicBezTo>
                    <a:pt x="451" y="572"/>
                    <a:pt x="529" y="562"/>
                    <a:pt x="601" y="534"/>
                  </a:cubicBezTo>
                  <a:cubicBezTo>
                    <a:pt x="701" y="534"/>
                    <a:pt x="868" y="468"/>
                    <a:pt x="968" y="334"/>
                  </a:cubicBezTo>
                  <a:cubicBezTo>
                    <a:pt x="1035" y="268"/>
                    <a:pt x="1102" y="134"/>
                    <a:pt x="1102" y="134"/>
                  </a:cubicBezTo>
                  <a:cubicBezTo>
                    <a:pt x="1035" y="101"/>
                    <a:pt x="868" y="1"/>
                    <a:pt x="835"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65" name="Google Shape;1865;p17"/>
            <p:cNvSpPr/>
            <p:nvPr/>
          </p:nvSpPr>
          <p:spPr>
            <a:xfrm>
              <a:off x="4972050" y="4750175"/>
              <a:ext cx="27550" cy="12400"/>
            </a:xfrm>
            <a:custGeom>
              <a:avLst/>
              <a:gdLst/>
              <a:ahLst/>
              <a:cxnLst/>
              <a:rect l="l" t="t" r="r" b="b"/>
              <a:pathLst>
                <a:path w="1102" h="496" extrusionOk="0">
                  <a:moveTo>
                    <a:pt x="494" y="1"/>
                  </a:moveTo>
                  <a:cubicBezTo>
                    <a:pt x="396" y="1"/>
                    <a:pt x="299" y="32"/>
                    <a:pt x="201" y="81"/>
                  </a:cubicBezTo>
                  <a:cubicBezTo>
                    <a:pt x="101" y="114"/>
                    <a:pt x="1" y="181"/>
                    <a:pt x="1" y="181"/>
                  </a:cubicBezTo>
                  <a:lnTo>
                    <a:pt x="134" y="414"/>
                  </a:lnTo>
                  <a:cubicBezTo>
                    <a:pt x="134" y="414"/>
                    <a:pt x="334" y="448"/>
                    <a:pt x="501" y="481"/>
                  </a:cubicBezTo>
                  <a:cubicBezTo>
                    <a:pt x="557" y="492"/>
                    <a:pt x="631" y="496"/>
                    <a:pt x="705" y="496"/>
                  </a:cubicBezTo>
                  <a:cubicBezTo>
                    <a:pt x="853" y="496"/>
                    <a:pt x="1001" y="481"/>
                    <a:pt x="1001" y="481"/>
                  </a:cubicBezTo>
                  <a:cubicBezTo>
                    <a:pt x="1035" y="448"/>
                    <a:pt x="1101" y="247"/>
                    <a:pt x="1035" y="247"/>
                  </a:cubicBezTo>
                  <a:cubicBezTo>
                    <a:pt x="1035" y="247"/>
                    <a:pt x="801" y="81"/>
                    <a:pt x="601" y="14"/>
                  </a:cubicBezTo>
                  <a:cubicBezTo>
                    <a:pt x="565" y="5"/>
                    <a:pt x="530" y="1"/>
                    <a:pt x="494"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66" name="Google Shape;1866;p17"/>
            <p:cNvSpPr/>
            <p:nvPr/>
          </p:nvSpPr>
          <p:spPr>
            <a:xfrm>
              <a:off x="4985400" y="4788025"/>
              <a:ext cx="31700" cy="11700"/>
            </a:xfrm>
            <a:custGeom>
              <a:avLst/>
              <a:gdLst/>
              <a:ahLst/>
              <a:cxnLst/>
              <a:rect l="l" t="t" r="r" b="b"/>
              <a:pathLst>
                <a:path w="1268" h="468" extrusionOk="0">
                  <a:moveTo>
                    <a:pt x="634" y="1"/>
                  </a:moveTo>
                  <a:cubicBezTo>
                    <a:pt x="501" y="1"/>
                    <a:pt x="334" y="68"/>
                    <a:pt x="234" y="134"/>
                  </a:cubicBezTo>
                  <a:cubicBezTo>
                    <a:pt x="100" y="168"/>
                    <a:pt x="0" y="268"/>
                    <a:pt x="0" y="268"/>
                  </a:cubicBezTo>
                  <a:lnTo>
                    <a:pt x="134" y="468"/>
                  </a:lnTo>
                  <a:lnTo>
                    <a:pt x="634" y="468"/>
                  </a:lnTo>
                  <a:cubicBezTo>
                    <a:pt x="768" y="468"/>
                    <a:pt x="934" y="435"/>
                    <a:pt x="1068" y="401"/>
                  </a:cubicBezTo>
                  <a:cubicBezTo>
                    <a:pt x="1168" y="335"/>
                    <a:pt x="1268" y="268"/>
                    <a:pt x="1268" y="268"/>
                  </a:cubicBezTo>
                  <a:lnTo>
                    <a:pt x="1168" y="68"/>
                  </a:lnTo>
                  <a:lnTo>
                    <a:pt x="1001" y="68"/>
                  </a:lnTo>
                  <a:cubicBezTo>
                    <a:pt x="901" y="68"/>
                    <a:pt x="768" y="1"/>
                    <a:pt x="634"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67" name="Google Shape;1867;p17"/>
            <p:cNvSpPr/>
            <p:nvPr/>
          </p:nvSpPr>
          <p:spPr>
            <a:xfrm>
              <a:off x="4986225" y="4769700"/>
              <a:ext cx="23375" cy="12525"/>
            </a:xfrm>
            <a:custGeom>
              <a:avLst/>
              <a:gdLst/>
              <a:ahLst/>
              <a:cxnLst/>
              <a:rect l="l" t="t" r="r" b="b"/>
              <a:pathLst>
                <a:path w="935" h="501" extrusionOk="0">
                  <a:moveTo>
                    <a:pt x="434" y="0"/>
                  </a:moveTo>
                  <a:cubicBezTo>
                    <a:pt x="268" y="0"/>
                    <a:pt x="1" y="100"/>
                    <a:pt x="1" y="100"/>
                  </a:cubicBezTo>
                  <a:lnTo>
                    <a:pt x="1" y="367"/>
                  </a:lnTo>
                  <a:cubicBezTo>
                    <a:pt x="1" y="367"/>
                    <a:pt x="301" y="500"/>
                    <a:pt x="468" y="500"/>
                  </a:cubicBezTo>
                  <a:cubicBezTo>
                    <a:pt x="668" y="500"/>
                    <a:pt x="935" y="334"/>
                    <a:pt x="935" y="334"/>
                  </a:cubicBezTo>
                  <a:cubicBezTo>
                    <a:pt x="935" y="300"/>
                    <a:pt x="901" y="67"/>
                    <a:pt x="835" y="33"/>
                  </a:cubicBezTo>
                  <a:cubicBezTo>
                    <a:pt x="835" y="33"/>
                    <a:pt x="601" y="0"/>
                    <a:pt x="434"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68" name="Google Shape;1868;p17"/>
            <p:cNvSpPr/>
            <p:nvPr/>
          </p:nvSpPr>
          <p:spPr>
            <a:xfrm>
              <a:off x="4993725" y="4816150"/>
              <a:ext cx="31725" cy="13600"/>
            </a:xfrm>
            <a:custGeom>
              <a:avLst/>
              <a:gdLst/>
              <a:ahLst/>
              <a:cxnLst/>
              <a:rect l="l" t="t" r="r" b="b"/>
              <a:pathLst>
                <a:path w="1269" h="544" extrusionOk="0">
                  <a:moveTo>
                    <a:pt x="803" y="1"/>
                  </a:moveTo>
                  <a:cubicBezTo>
                    <a:pt x="746" y="1"/>
                    <a:pt x="688" y="3"/>
                    <a:pt x="635" y="10"/>
                  </a:cubicBezTo>
                  <a:cubicBezTo>
                    <a:pt x="501" y="43"/>
                    <a:pt x="335" y="110"/>
                    <a:pt x="234" y="177"/>
                  </a:cubicBezTo>
                  <a:cubicBezTo>
                    <a:pt x="101" y="277"/>
                    <a:pt x="1" y="344"/>
                    <a:pt x="1" y="344"/>
                  </a:cubicBezTo>
                  <a:lnTo>
                    <a:pt x="134" y="544"/>
                  </a:lnTo>
                  <a:cubicBezTo>
                    <a:pt x="134" y="544"/>
                    <a:pt x="234" y="510"/>
                    <a:pt x="335" y="510"/>
                  </a:cubicBezTo>
                  <a:cubicBezTo>
                    <a:pt x="385" y="494"/>
                    <a:pt x="451" y="494"/>
                    <a:pt x="514" y="494"/>
                  </a:cubicBezTo>
                  <a:cubicBezTo>
                    <a:pt x="576" y="494"/>
                    <a:pt x="635" y="494"/>
                    <a:pt x="668" y="477"/>
                  </a:cubicBezTo>
                  <a:cubicBezTo>
                    <a:pt x="902" y="444"/>
                    <a:pt x="1269" y="277"/>
                    <a:pt x="1269" y="277"/>
                  </a:cubicBezTo>
                  <a:cubicBezTo>
                    <a:pt x="1269" y="277"/>
                    <a:pt x="1235" y="43"/>
                    <a:pt x="1269" y="43"/>
                  </a:cubicBezTo>
                  <a:cubicBezTo>
                    <a:pt x="1269" y="43"/>
                    <a:pt x="1034" y="1"/>
                    <a:pt x="803"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69" name="Google Shape;1869;p17"/>
            <p:cNvSpPr/>
            <p:nvPr/>
          </p:nvSpPr>
          <p:spPr>
            <a:xfrm>
              <a:off x="5013750" y="4835575"/>
              <a:ext cx="31725" cy="16700"/>
            </a:xfrm>
            <a:custGeom>
              <a:avLst/>
              <a:gdLst/>
              <a:ahLst/>
              <a:cxnLst/>
              <a:rect l="l" t="t" r="r" b="b"/>
              <a:pathLst>
                <a:path w="1269" h="668" extrusionOk="0">
                  <a:moveTo>
                    <a:pt x="1068" y="0"/>
                  </a:moveTo>
                  <a:cubicBezTo>
                    <a:pt x="1068" y="0"/>
                    <a:pt x="701" y="0"/>
                    <a:pt x="501" y="67"/>
                  </a:cubicBezTo>
                  <a:cubicBezTo>
                    <a:pt x="401" y="100"/>
                    <a:pt x="234" y="200"/>
                    <a:pt x="167" y="267"/>
                  </a:cubicBezTo>
                  <a:lnTo>
                    <a:pt x="1" y="434"/>
                  </a:lnTo>
                  <a:lnTo>
                    <a:pt x="134" y="667"/>
                  </a:lnTo>
                  <a:cubicBezTo>
                    <a:pt x="134" y="667"/>
                    <a:pt x="201" y="601"/>
                    <a:pt x="334" y="601"/>
                  </a:cubicBezTo>
                  <a:cubicBezTo>
                    <a:pt x="401" y="567"/>
                    <a:pt x="601" y="567"/>
                    <a:pt x="668" y="534"/>
                  </a:cubicBezTo>
                  <a:cubicBezTo>
                    <a:pt x="868" y="434"/>
                    <a:pt x="1201" y="234"/>
                    <a:pt x="1201" y="234"/>
                  </a:cubicBezTo>
                  <a:cubicBezTo>
                    <a:pt x="1268" y="234"/>
                    <a:pt x="1168" y="34"/>
                    <a:pt x="1068"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70" name="Google Shape;1870;p17"/>
            <p:cNvSpPr/>
            <p:nvPr/>
          </p:nvSpPr>
          <p:spPr>
            <a:xfrm>
              <a:off x="5030425" y="4861425"/>
              <a:ext cx="20875" cy="13375"/>
            </a:xfrm>
            <a:custGeom>
              <a:avLst/>
              <a:gdLst/>
              <a:ahLst/>
              <a:cxnLst/>
              <a:rect l="l" t="t" r="r" b="b"/>
              <a:pathLst>
                <a:path w="835" h="535" extrusionOk="0">
                  <a:moveTo>
                    <a:pt x="801" y="0"/>
                  </a:moveTo>
                  <a:cubicBezTo>
                    <a:pt x="801" y="0"/>
                    <a:pt x="534" y="0"/>
                    <a:pt x="368" y="34"/>
                  </a:cubicBezTo>
                  <a:cubicBezTo>
                    <a:pt x="234" y="134"/>
                    <a:pt x="34" y="301"/>
                    <a:pt x="34" y="301"/>
                  </a:cubicBezTo>
                  <a:cubicBezTo>
                    <a:pt x="1" y="301"/>
                    <a:pt x="101" y="534"/>
                    <a:pt x="101" y="534"/>
                  </a:cubicBezTo>
                  <a:cubicBezTo>
                    <a:pt x="101" y="534"/>
                    <a:pt x="334" y="534"/>
                    <a:pt x="501" y="501"/>
                  </a:cubicBezTo>
                  <a:cubicBezTo>
                    <a:pt x="668" y="467"/>
                    <a:pt x="835" y="234"/>
                    <a:pt x="835" y="234"/>
                  </a:cubicBezTo>
                  <a:cubicBezTo>
                    <a:pt x="835" y="234"/>
                    <a:pt x="801" y="34"/>
                    <a:pt x="801"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71" name="Google Shape;1871;p17"/>
            <p:cNvSpPr/>
            <p:nvPr/>
          </p:nvSpPr>
          <p:spPr>
            <a:xfrm>
              <a:off x="5066300" y="4913125"/>
              <a:ext cx="25875" cy="12525"/>
            </a:xfrm>
            <a:custGeom>
              <a:avLst/>
              <a:gdLst/>
              <a:ahLst/>
              <a:cxnLst/>
              <a:rect l="l" t="t" r="r" b="b"/>
              <a:pathLst>
                <a:path w="1035" h="501" extrusionOk="0">
                  <a:moveTo>
                    <a:pt x="500" y="1"/>
                  </a:moveTo>
                  <a:cubicBezTo>
                    <a:pt x="267" y="67"/>
                    <a:pt x="0" y="167"/>
                    <a:pt x="0" y="167"/>
                  </a:cubicBezTo>
                  <a:lnTo>
                    <a:pt x="0" y="434"/>
                  </a:lnTo>
                  <a:cubicBezTo>
                    <a:pt x="0" y="434"/>
                    <a:pt x="334" y="501"/>
                    <a:pt x="534" y="501"/>
                  </a:cubicBezTo>
                  <a:cubicBezTo>
                    <a:pt x="734" y="468"/>
                    <a:pt x="1034" y="334"/>
                    <a:pt x="1034" y="334"/>
                  </a:cubicBezTo>
                  <a:lnTo>
                    <a:pt x="1034" y="101"/>
                  </a:lnTo>
                  <a:cubicBezTo>
                    <a:pt x="1034" y="101"/>
                    <a:pt x="701" y="1"/>
                    <a:pt x="500"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72" name="Google Shape;1872;p17"/>
            <p:cNvSpPr/>
            <p:nvPr/>
          </p:nvSpPr>
          <p:spPr>
            <a:xfrm>
              <a:off x="5042100" y="4889775"/>
              <a:ext cx="25875" cy="17025"/>
            </a:xfrm>
            <a:custGeom>
              <a:avLst/>
              <a:gdLst/>
              <a:ahLst/>
              <a:cxnLst/>
              <a:rect l="l" t="t" r="r" b="b"/>
              <a:pathLst>
                <a:path w="1035" h="681" extrusionOk="0">
                  <a:moveTo>
                    <a:pt x="868" y="1"/>
                  </a:moveTo>
                  <a:cubicBezTo>
                    <a:pt x="868" y="1"/>
                    <a:pt x="534" y="67"/>
                    <a:pt x="401" y="167"/>
                  </a:cubicBezTo>
                  <a:cubicBezTo>
                    <a:pt x="334" y="167"/>
                    <a:pt x="234" y="234"/>
                    <a:pt x="167" y="267"/>
                  </a:cubicBezTo>
                  <a:lnTo>
                    <a:pt x="1" y="367"/>
                  </a:lnTo>
                  <a:lnTo>
                    <a:pt x="1" y="601"/>
                  </a:lnTo>
                  <a:cubicBezTo>
                    <a:pt x="1" y="601"/>
                    <a:pt x="67" y="668"/>
                    <a:pt x="201" y="668"/>
                  </a:cubicBezTo>
                  <a:cubicBezTo>
                    <a:pt x="237" y="677"/>
                    <a:pt x="275" y="681"/>
                    <a:pt x="314" y="681"/>
                  </a:cubicBezTo>
                  <a:cubicBezTo>
                    <a:pt x="421" y="681"/>
                    <a:pt x="537" y="650"/>
                    <a:pt x="634" y="601"/>
                  </a:cubicBezTo>
                  <a:cubicBezTo>
                    <a:pt x="868" y="501"/>
                    <a:pt x="1035" y="201"/>
                    <a:pt x="1035" y="201"/>
                  </a:cubicBezTo>
                  <a:cubicBezTo>
                    <a:pt x="1035" y="201"/>
                    <a:pt x="901" y="34"/>
                    <a:pt x="868"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73" name="Google Shape;1873;p17"/>
            <p:cNvSpPr/>
            <p:nvPr/>
          </p:nvSpPr>
          <p:spPr>
            <a:xfrm>
              <a:off x="4116450" y="4858075"/>
              <a:ext cx="18375" cy="12550"/>
            </a:xfrm>
            <a:custGeom>
              <a:avLst/>
              <a:gdLst/>
              <a:ahLst/>
              <a:cxnLst/>
              <a:rect l="l" t="t" r="r" b="b"/>
              <a:pathLst>
                <a:path w="735" h="502" extrusionOk="0">
                  <a:moveTo>
                    <a:pt x="334" y="1"/>
                  </a:moveTo>
                  <a:cubicBezTo>
                    <a:pt x="234" y="34"/>
                    <a:pt x="134" y="101"/>
                    <a:pt x="67" y="168"/>
                  </a:cubicBezTo>
                  <a:cubicBezTo>
                    <a:pt x="34" y="234"/>
                    <a:pt x="0" y="301"/>
                    <a:pt x="0" y="301"/>
                  </a:cubicBezTo>
                  <a:lnTo>
                    <a:pt x="134" y="501"/>
                  </a:lnTo>
                  <a:lnTo>
                    <a:pt x="467" y="501"/>
                  </a:lnTo>
                  <a:cubicBezTo>
                    <a:pt x="501" y="501"/>
                    <a:pt x="534" y="468"/>
                    <a:pt x="634" y="435"/>
                  </a:cubicBezTo>
                  <a:cubicBezTo>
                    <a:pt x="701" y="368"/>
                    <a:pt x="734" y="335"/>
                    <a:pt x="734" y="335"/>
                  </a:cubicBezTo>
                  <a:lnTo>
                    <a:pt x="734" y="34"/>
                  </a:lnTo>
                  <a:cubicBezTo>
                    <a:pt x="734" y="34"/>
                    <a:pt x="701" y="34"/>
                    <a:pt x="634"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74" name="Google Shape;1874;p17"/>
            <p:cNvSpPr/>
            <p:nvPr/>
          </p:nvSpPr>
          <p:spPr>
            <a:xfrm>
              <a:off x="4125625" y="4868925"/>
              <a:ext cx="16700" cy="16700"/>
            </a:xfrm>
            <a:custGeom>
              <a:avLst/>
              <a:gdLst/>
              <a:ahLst/>
              <a:cxnLst/>
              <a:rect l="l" t="t" r="r" b="b"/>
              <a:pathLst>
                <a:path w="668" h="668" extrusionOk="0">
                  <a:moveTo>
                    <a:pt x="534" y="1"/>
                  </a:moveTo>
                  <a:cubicBezTo>
                    <a:pt x="534" y="1"/>
                    <a:pt x="300" y="67"/>
                    <a:pt x="167" y="167"/>
                  </a:cubicBezTo>
                  <a:cubicBezTo>
                    <a:pt x="34" y="267"/>
                    <a:pt x="0" y="534"/>
                    <a:pt x="0" y="534"/>
                  </a:cubicBezTo>
                  <a:cubicBezTo>
                    <a:pt x="0" y="534"/>
                    <a:pt x="167" y="668"/>
                    <a:pt x="200" y="668"/>
                  </a:cubicBezTo>
                  <a:cubicBezTo>
                    <a:pt x="200" y="668"/>
                    <a:pt x="434" y="568"/>
                    <a:pt x="501" y="501"/>
                  </a:cubicBezTo>
                  <a:cubicBezTo>
                    <a:pt x="601" y="401"/>
                    <a:pt x="667" y="201"/>
                    <a:pt x="667" y="201"/>
                  </a:cubicBezTo>
                  <a:lnTo>
                    <a:pt x="534" y="1"/>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75" name="Google Shape;1875;p17"/>
            <p:cNvSpPr/>
            <p:nvPr/>
          </p:nvSpPr>
          <p:spPr>
            <a:xfrm>
              <a:off x="4141450" y="4883100"/>
              <a:ext cx="13375" cy="17550"/>
            </a:xfrm>
            <a:custGeom>
              <a:avLst/>
              <a:gdLst/>
              <a:ahLst/>
              <a:cxnLst/>
              <a:rect l="l" t="t" r="r" b="b"/>
              <a:pathLst>
                <a:path w="535" h="702" extrusionOk="0">
                  <a:moveTo>
                    <a:pt x="301" y="1"/>
                  </a:moveTo>
                  <a:cubicBezTo>
                    <a:pt x="301" y="1"/>
                    <a:pt x="68" y="134"/>
                    <a:pt x="34" y="268"/>
                  </a:cubicBezTo>
                  <a:cubicBezTo>
                    <a:pt x="1" y="368"/>
                    <a:pt x="1" y="634"/>
                    <a:pt x="1" y="634"/>
                  </a:cubicBezTo>
                  <a:cubicBezTo>
                    <a:pt x="1" y="634"/>
                    <a:pt x="201" y="668"/>
                    <a:pt x="234" y="701"/>
                  </a:cubicBezTo>
                  <a:cubicBezTo>
                    <a:pt x="234" y="701"/>
                    <a:pt x="468" y="601"/>
                    <a:pt x="501" y="468"/>
                  </a:cubicBezTo>
                  <a:cubicBezTo>
                    <a:pt x="535" y="334"/>
                    <a:pt x="535" y="101"/>
                    <a:pt x="535" y="101"/>
                  </a:cubicBezTo>
                  <a:lnTo>
                    <a:pt x="301" y="1"/>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76" name="Google Shape;1876;p17"/>
            <p:cNvSpPr/>
            <p:nvPr/>
          </p:nvSpPr>
          <p:spPr>
            <a:xfrm>
              <a:off x="4289075" y="4866425"/>
              <a:ext cx="15850" cy="20875"/>
            </a:xfrm>
            <a:custGeom>
              <a:avLst/>
              <a:gdLst/>
              <a:ahLst/>
              <a:cxnLst/>
              <a:rect l="l" t="t" r="r" b="b"/>
              <a:pathLst>
                <a:path w="634" h="835" extrusionOk="0">
                  <a:moveTo>
                    <a:pt x="501" y="1"/>
                  </a:moveTo>
                  <a:lnTo>
                    <a:pt x="334" y="101"/>
                  </a:lnTo>
                  <a:cubicBezTo>
                    <a:pt x="267" y="134"/>
                    <a:pt x="167" y="201"/>
                    <a:pt x="134" y="301"/>
                  </a:cubicBezTo>
                  <a:cubicBezTo>
                    <a:pt x="67" y="468"/>
                    <a:pt x="0" y="668"/>
                    <a:pt x="0" y="668"/>
                  </a:cubicBezTo>
                  <a:cubicBezTo>
                    <a:pt x="0" y="701"/>
                    <a:pt x="167" y="834"/>
                    <a:pt x="167" y="834"/>
                  </a:cubicBezTo>
                  <a:cubicBezTo>
                    <a:pt x="167" y="834"/>
                    <a:pt x="234" y="801"/>
                    <a:pt x="300" y="768"/>
                  </a:cubicBezTo>
                  <a:cubicBezTo>
                    <a:pt x="400" y="668"/>
                    <a:pt x="467" y="634"/>
                    <a:pt x="501" y="534"/>
                  </a:cubicBezTo>
                  <a:cubicBezTo>
                    <a:pt x="601" y="434"/>
                    <a:pt x="634" y="201"/>
                    <a:pt x="634" y="201"/>
                  </a:cubicBezTo>
                  <a:lnTo>
                    <a:pt x="501" y="1"/>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77" name="Google Shape;1877;p17"/>
            <p:cNvSpPr/>
            <p:nvPr/>
          </p:nvSpPr>
          <p:spPr>
            <a:xfrm>
              <a:off x="4308250" y="4888100"/>
              <a:ext cx="17525" cy="27550"/>
            </a:xfrm>
            <a:custGeom>
              <a:avLst/>
              <a:gdLst/>
              <a:ahLst/>
              <a:cxnLst/>
              <a:rect l="l" t="t" r="r" b="b"/>
              <a:pathLst>
                <a:path w="701" h="1102" extrusionOk="0">
                  <a:moveTo>
                    <a:pt x="401" y="1"/>
                  </a:moveTo>
                  <a:cubicBezTo>
                    <a:pt x="401" y="1"/>
                    <a:pt x="301" y="268"/>
                    <a:pt x="167" y="434"/>
                  </a:cubicBezTo>
                  <a:cubicBezTo>
                    <a:pt x="134" y="501"/>
                    <a:pt x="67" y="635"/>
                    <a:pt x="34" y="768"/>
                  </a:cubicBezTo>
                  <a:cubicBezTo>
                    <a:pt x="0" y="901"/>
                    <a:pt x="0" y="968"/>
                    <a:pt x="0" y="968"/>
                  </a:cubicBezTo>
                  <a:cubicBezTo>
                    <a:pt x="0" y="968"/>
                    <a:pt x="201" y="1068"/>
                    <a:pt x="301" y="1102"/>
                  </a:cubicBezTo>
                  <a:lnTo>
                    <a:pt x="401" y="968"/>
                  </a:lnTo>
                  <a:cubicBezTo>
                    <a:pt x="467" y="901"/>
                    <a:pt x="567" y="768"/>
                    <a:pt x="634" y="668"/>
                  </a:cubicBezTo>
                  <a:cubicBezTo>
                    <a:pt x="668" y="568"/>
                    <a:pt x="701" y="401"/>
                    <a:pt x="701" y="268"/>
                  </a:cubicBezTo>
                  <a:cubicBezTo>
                    <a:pt x="701" y="134"/>
                    <a:pt x="668" y="1"/>
                    <a:pt x="668"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78" name="Google Shape;1878;p17"/>
            <p:cNvSpPr/>
            <p:nvPr/>
          </p:nvSpPr>
          <p:spPr>
            <a:xfrm>
              <a:off x="4326600" y="4920625"/>
              <a:ext cx="14200" cy="20875"/>
            </a:xfrm>
            <a:custGeom>
              <a:avLst/>
              <a:gdLst/>
              <a:ahLst/>
              <a:cxnLst/>
              <a:rect l="l" t="t" r="r" b="b"/>
              <a:pathLst>
                <a:path w="568" h="835" extrusionOk="0">
                  <a:moveTo>
                    <a:pt x="267" y="1"/>
                  </a:moveTo>
                  <a:cubicBezTo>
                    <a:pt x="267" y="1"/>
                    <a:pt x="234" y="34"/>
                    <a:pt x="167" y="134"/>
                  </a:cubicBezTo>
                  <a:cubicBezTo>
                    <a:pt x="134" y="168"/>
                    <a:pt x="67" y="268"/>
                    <a:pt x="67" y="334"/>
                  </a:cubicBezTo>
                  <a:cubicBezTo>
                    <a:pt x="0" y="501"/>
                    <a:pt x="67" y="801"/>
                    <a:pt x="67" y="801"/>
                  </a:cubicBezTo>
                  <a:cubicBezTo>
                    <a:pt x="100" y="801"/>
                    <a:pt x="300" y="835"/>
                    <a:pt x="300" y="835"/>
                  </a:cubicBezTo>
                  <a:cubicBezTo>
                    <a:pt x="300" y="835"/>
                    <a:pt x="501" y="635"/>
                    <a:pt x="567" y="468"/>
                  </a:cubicBezTo>
                  <a:lnTo>
                    <a:pt x="567" y="168"/>
                  </a:lnTo>
                  <a:cubicBezTo>
                    <a:pt x="567" y="101"/>
                    <a:pt x="501" y="1"/>
                    <a:pt x="501"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79" name="Google Shape;1879;p17"/>
            <p:cNvSpPr/>
            <p:nvPr/>
          </p:nvSpPr>
          <p:spPr>
            <a:xfrm>
              <a:off x="4344100" y="4954825"/>
              <a:ext cx="13375" cy="20025"/>
            </a:xfrm>
            <a:custGeom>
              <a:avLst/>
              <a:gdLst/>
              <a:ahLst/>
              <a:cxnLst/>
              <a:rect l="l" t="t" r="r" b="b"/>
              <a:pathLst>
                <a:path w="535" h="801" extrusionOk="0">
                  <a:moveTo>
                    <a:pt x="168" y="0"/>
                  </a:moveTo>
                  <a:cubicBezTo>
                    <a:pt x="168" y="0"/>
                    <a:pt x="134" y="67"/>
                    <a:pt x="101" y="134"/>
                  </a:cubicBezTo>
                  <a:cubicBezTo>
                    <a:pt x="67" y="234"/>
                    <a:pt x="1" y="267"/>
                    <a:pt x="1" y="334"/>
                  </a:cubicBezTo>
                  <a:cubicBezTo>
                    <a:pt x="1" y="467"/>
                    <a:pt x="67" y="734"/>
                    <a:pt x="67" y="734"/>
                  </a:cubicBezTo>
                  <a:cubicBezTo>
                    <a:pt x="67" y="768"/>
                    <a:pt x="268" y="801"/>
                    <a:pt x="301" y="801"/>
                  </a:cubicBezTo>
                  <a:cubicBezTo>
                    <a:pt x="301" y="801"/>
                    <a:pt x="468" y="634"/>
                    <a:pt x="534" y="467"/>
                  </a:cubicBezTo>
                  <a:cubicBezTo>
                    <a:pt x="534" y="401"/>
                    <a:pt x="468" y="267"/>
                    <a:pt x="468" y="167"/>
                  </a:cubicBezTo>
                  <a:cubicBezTo>
                    <a:pt x="468" y="67"/>
                    <a:pt x="434" y="0"/>
                    <a:pt x="434"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80" name="Google Shape;1880;p17"/>
            <p:cNvSpPr/>
            <p:nvPr/>
          </p:nvSpPr>
          <p:spPr>
            <a:xfrm>
              <a:off x="4366625" y="4992350"/>
              <a:ext cx="13375" cy="18375"/>
            </a:xfrm>
            <a:custGeom>
              <a:avLst/>
              <a:gdLst/>
              <a:ahLst/>
              <a:cxnLst/>
              <a:rect l="l" t="t" r="r" b="b"/>
              <a:pathLst>
                <a:path w="535" h="735" extrusionOk="0">
                  <a:moveTo>
                    <a:pt x="201" y="0"/>
                  </a:moveTo>
                  <a:cubicBezTo>
                    <a:pt x="201" y="0"/>
                    <a:pt x="67" y="167"/>
                    <a:pt x="34" y="267"/>
                  </a:cubicBezTo>
                  <a:cubicBezTo>
                    <a:pt x="0" y="401"/>
                    <a:pt x="0" y="634"/>
                    <a:pt x="0" y="634"/>
                  </a:cubicBezTo>
                  <a:cubicBezTo>
                    <a:pt x="34" y="634"/>
                    <a:pt x="201" y="668"/>
                    <a:pt x="234" y="734"/>
                  </a:cubicBezTo>
                  <a:cubicBezTo>
                    <a:pt x="234" y="734"/>
                    <a:pt x="467" y="601"/>
                    <a:pt x="501" y="434"/>
                  </a:cubicBezTo>
                  <a:cubicBezTo>
                    <a:pt x="534" y="301"/>
                    <a:pt x="467" y="0"/>
                    <a:pt x="467"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81" name="Google Shape;1881;p17"/>
            <p:cNvSpPr/>
            <p:nvPr/>
          </p:nvSpPr>
          <p:spPr>
            <a:xfrm>
              <a:off x="5492425" y="4233475"/>
              <a:ext cx="16700" cy="18550"/>
            </a:xfrm>
            <a:custGeom>
              <a:avLst/>
              <a:gdLst/>
              <a:ahLst/>
              <a:cxnLst/>
              <a:rect l="l" t="t" r="r" b="b"/>
              <a:pathLst>
                <a:path w="668" h="742" extrusionOk="0">
                  <a:moveTo>
                    <a:pt x="501" y="0"/>
                  </a:moveTo>
                  <a:cubicBezTo>
                    <a:pt x="501" y="0"/>
                    <a:pt x="234" y="100"/>
                    <a:pt x="134" y="234"/>
                  </a:cubicBezTo>
                  <a:cubicBezTo>
                    <a:pt x="67" y="301"/>
                    <a:pt x="34" y="434"/>
                    <a:pt x="1" y="501"/>
                  </a:cubicBezTo>
                  <a:lnTo>
                    <a:pt x="1" y="668"/>
                  </a:lnTo>
                  <a:cubicBezTo>
                    <a:pt x="29" y="668"/>
                    <a:pt x="156" y="741"/>
                    <a:pt x="191" y="741"/>
                  </a:cubicBezTo>
                  <a:cubicBezTo>
                    <a:pt x="197" y="741"/>
                    <a:pt x="201" y="739"/>
                    <a:pt x="201" y="734"/>
                  </a:cubicBezTo>
                  <a:cubicBezTo>
                    <a:pt x="201" y="734"/>
                    <a:pt x="401" y="601"/>
                    <a:pt x="501" y="501"/>
                  </a:cubicBezTo>
                  <a:cubicBezTo>
                    <a:pt x="568" y="434"/>
                    <a:pt x="668" y="167"/>
                    <a:pt x="668" y="167"/>
                  </a:cubicBezTo>
                  <a:lnTo>
                    <a:pt x="501" y="0"/>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82" name="Google Shape;1882;p17"/>
            <p:cNvSpPr/>
            <p:nvPr/>
          </p:nvSpPr>
          <p:spPr>
            <a:xfrm>
              <a:off x="5509100" y="4245150"/>
              <a:ext cx="12550" cy="20025"/>
            </a:xfrm>
            <a:custGeom>
              <a:avLst/>
              <a:gdLst/>
              <a:ahLst/>
              <a:cxnLst/>
              <a:rect l="l" t="t" r="r" b="b"/>
              <a:pathLst>
                <a:path w="502" h="801" extrusionOk="0">
                  <a:moveTo>
                    <a:pt x="334" y="0"/>
                  </a:moveTo>
                  <a:cubicBezTo>
                    <a:pt x="268" y="0"/>
                    <a:pt x="67" y="100"/>
                    <a:pt x="67" y="100"/>
                  </a:cubicBezTo>
                  <a:cubicBezTo>
                    <a:pt x="67" y="100"/>
                    <a:pt x="1" y="301"/>
                    <a:pt x="1" y="367"/>
                  </a:cubicBezTo>
                  <a:cubicBezTo>
                    <a:pt x="1" y="467"/>
                    <a:pt x="34" y="668"/>
                    <a:pt x="34" y="668"/>
                  </a:cubicBezTo>
                  <a:lnTo>
                    <a:pt x="234" y="801"/>
                  </a:lnTo>
                  <a:cubicBezTo>
                    <a:pt x="234" y="801"/>
                    <a:pt x="501" y="634"/>
                    <a:pt x="501" y="434"/>
                  </a:cubicBezTo>
                  <a:cubicBezTo>
                    <a:pt x="501" y="334"/>
                    <a:pt x="468" y="201"/>
                    <a:pt x="401" y="134"/>
                  </a:cubicBezTo>
                  <a:cubicBezTo>
                    <a:pt x="368" y="34"/>
                    <a:pt x="334" y="0"/>
                    <a:pt x="334"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83" name="Google Shape;1883;p17"/>
            <p:cNvSpPr/>
            <p:nvPr/>
          </p:nvSpPr>
          <p:spPr>
            <a:xfrm>
              <a:off x="5529125" y="4257650"/>
              <a:ext cx="13350" cy="23700"/>
            </a:xfrm>
            <a:custGeom>
              <a:avLst/>
              <a:gdLst/>
              <a:ahLst/>
              <a:cxnLst/>
              <a:rect l="l" t="t" r="r" b="b"/>
              <a:pathLst>
                <a:path w="534" h="948" extrusionOk="0">
                  <a:moveTo>
                    <a:pt x="334" y="1"/>
                  </a:moveTo>
                  <a:cubicBezTo>
                    <a:pt x="334" y="1"/>
                    <a:pt x="100" y="201"/>
                    <a:pt x="34" y="368"/>
                  </a:cubicBezTo>
                  <a:cubicBezTo>
                    <a:pt x="0" y="601"/>
                    <a:pt x="0" y="868"/>
                    <a:pt x="0" y="868"/>
                  </a:cubicBezTo>
                  <a:cubicBezTo>
                    <a:pt x="0" y="917"/>
                    <a:pt x="108" y="948"/>
                    <a:pt x="165" y="948"/>
                  </a:cubicBezTo>
                  <a:cubicBezTo>
                    <a:pt x="186" y="948"/>
                    <a:pt x="200" y="944"/>
                    <a:pt x="200" y="935"/>
                  </a:cubicBezTo>
                  <a:cubicBezTo>
                    <a:pt x="200" y="935"/>
                    <a:pt x="401" y="701"/>
                    <a:pt x="434" y="601"/>
                  </a:cubicBezTo>
                  <a:cubicBezTo>
                    <a:pt x="534" y="434"/>
                    <a:pt x="534" y="134"/>
                    <a:pt x="534" y="134"/>
                  </a:cubicBezTo>
                  <a:cubicBezTo>
                    <a:pt x="534" y="101"/>
                    <a:pt x="334" y="1"/>
                    <a:pt x="334"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84" name="Google Shape;1884;p17"/>
            <p:cNvSpPr/>
            <p:nvPr/>
          </p:nvSpPr>
          <p:spPr>
            <a:xfrm>
              <a:off x="5651700" y="4281475"/>
              <a:ext cx="16700" cy="12900"/>
            </a:xfrm>
            <a:custGeom>
              <a:avLst/>
              <a:gdLst/>
              <a:ahLst/>
              <a:cxnLst/>
              <a:rect l="l" t="t" r="r" b="b"/>
              <a:pathLst>
                <a:path w="668" h="516" extrusionOk="0">
                  <a:moveTo>
                    <a:pt x="399" y="0"/>
                  </a:moveTo>
                  <a:cubicBezTo>
                    <a:pt x="349" y="0"/>
                    <a:pt x="301" y="4"/>
                    <a:pt x="268" y="15"/>
                  </a:cubicBezTo>
                  <a:cubicBezTo>
                    <a:pt x="134" y="48"/>
                    <a:pt x="1" y="315"/>
                    <a:pt x="1" y="315"/>
                  </a:cubicBezTo>
                  <a:cubicBezTo>
                    <a:pt x="1" y="349"/>
                    <a:pt x="134" y="482"/>
                    <a:pt x="168" y="515"/>
                  </a:cubicBezTo>
                  <a:cubicBezTo>
                    <a:pt x="168" y="515"/>
                    <a:pt x="334" y="515"/>
                    <a:pt x="434" y="482"/>
                  </a:cubicBezTo>
                  <a:cubicBezTo>
                    <a:pt x="534" y="415"/>
                    <a:pt x="668" y="249"/>
                    <a:pt x="668" y="249"/>
                  </a:cubicBezTo>
                  <a:cubicBezTo>
                    <a:pt x="668" y="215"/>
                    <a:pt x="601" y="15"/>
                    <a:pt x="601" y="15"/>
                  </a:cubicBezTo>
                  <a:cubicBezTo>
                    <a:pt x="601" y="15"/>
                    <a:pt x="497" y="0"/>
                    <a:pt x="399"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85" name="Google Shape;1885;p17"/>
            <p:cNvSpPr/>
            <p:nvPr/>
          </p:nvSpPr>
          <p:spPr>
            <a:xfrm>
              <a:off x="5655050" y="4311850"/>
              <a:ext cx="17525" cy="20050"/>
            </a:xfrm>
            <a:custGeom>
              <a:avLst/>
              <a:gdLst/>
              <a:ahLst/>
              <a:cxnLst/>
              <a:rect l="l" t="t" r="r" b="b"/>
              <a:pathLst>
                <a:path w="701" h="802" extrusionOk="0">
                  <a:moveTo>
                    <a:pt x="567" y="1"/>
                  </a:moveTo>
                  <a:cubicBezTo>
                    <a:pt x="567" y="1"/>
                    <a:pt x="501" y="1"/>
                    <a:pt x="400" y="34"/>
                  </a:cubicBezTo>
                  <a:cubicBezTo>
                    <a:pt x="334" y="101"/>
                    <a:pt x="234" y="134"/>
                    <a:pt x="167" y="201"/>
                  </a:cubicBezTo>
                  <a:cubicBezTo>
                    <a:pt x="34" y="335"/>
                    <a:pt x="0" y="635"/>
                    <a:pt x="0" y="635"/>
                  </a:cubicBezTo>
                  <a:cubicBezTo>
                    <a:pt x="0" y="668"/>
                    <a:pt x="167" y="768"/>
                    <a:pt x="200" y="802"/>
                  </a:cubicBezTo>
                  <a:cubicBezTo>
                    <a:pt x="200" y="802"/>
                    <a:pt x="467" y="668"/>
                    <a:pt x="534" y="535"/>
                  </a:cubicBezTo>
                  <a:cubicBezTo>
                    <a:pt x="567" y="501"/>
                    <a:pt x="601" y="435"/>
                    <a:pt x="667" y="335"/>
                  </a:cubicBezTo>
                  <a:cubicBezTo>
                    <a:pt x="667" y="268"/>
                    <a:pt x="701" y="201"/>
                    <a:pt x="701" y="201"/>
                  </a:cubicBezTo>
                  <a:lnTo>
                    <a:pt x="567" y="1"/>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86" name="Google Shape;1886;p17"/>
            <p:cNvSpPr/>
            <p:nvPr/>
          </p:nvSpPr>
          <p:spPr>
            <a:xfrm>
              <a:off x="5666725" y="4348550"/>
              <a:ext cx="15025" cy="24225"/>
            </a:xfrm>
            <a:custGeom>
              <a:avLst/>
              <a:gdLst/>
              <a:ahLst/>
              <a:cxnLst/>
              <a:rect l="l" t="t" r="r" b="b"/>
              <a:pathLst>
                <a:path w="601" h="969" extrusionOk="0">
                  <a:moveTo>
                    <a:pt x="367" y="1"/>
                  </a:moveTo>
                  <a:cubicBezTo>
                    <a:pt x="367" y="1"/>
                    <a:pt x="334" y="34"/>
                    <a:pt x="267" y="134"/>
                  </a:cubicBezTo>
                  <a:cubicBezTo>
                    <a:pt x="234" y="201"/>
                    <a:pt x="167" y="301"/>
                    <a:pt x="100" y="368"/>
                  </a:cubicBezTo>
                  <a:cubicBezTo>
                    <a:pt x="34" y="534"/>
                    <a:pt x="0" y="868"/>
                    <a:pt x="0" y="868"/>
                  </a:cubicBezTo>
                  <a:lnTo>
                    <a:pt x="200" y="968"/>
                  </a:lnTo>
                  <a:cubicBezTo>
                    <a:pt x="200" y="968"/>
                    <a:pt x="434" y="735"/>
                    <a:pt x="534" y="568"/>
                  </a:cubicBezTo>
                  <a:cubicBezTo>
                    <a:pt x="567" y="501"/>
                    <a:pt x="601" y="368"/>
                    <a:pt x="601" y="234"/>
                  </a:cubicBezTo>
                  <a:lnTo>
                    <a:pt x="601" y="34"/>
                  </a:lnTo>
                  <a:lnTo>
                    <a:pt x="367" y="1"/>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87" name="Google Shape;1887;p17"/>
            <p:cNvSpPr/>
            <p:nvPr/>
          </p:nvSpPr>
          <p:spPr>
            <a:xfrm>
              <a:off x="5689225" y="4377750"/>
              <a:ext cx="12550" cy="14200"/>
            </a:xfrm>
            <a:custGeom>
              <a:avLst/>
              <a:gdLst/>
              <a:ahLst/>
              <a:cxnLst/>
              <a:rect l="l" t="t" r="r" b="b"/>
              <a:pathLst>
                <a:path w="502" h="568" extrusionOk="0">
                  <a:moveTo>
                    <a:pt x="134" y="0"/>
                  </a:moveTo>
                  <a:cubicBezTo>
                    <a:pt x="134" y="0"/>
                    <a:pt x="1" y="167"/>
                    <a:pt x="1" y="300"/>
                  </a:cubicBezTo>
                  <a:cubicBezTo>
                    <a:pt x="1" y="400"/>
                    <a:pt x="134" y="567"/>
                    <a:pt x="134" y="567"/>
                  </a:cubicBezTo>
                  <a:lnTo>
                    <a:pt x="368" y="567"/>
                  </a:lnTo>
                  <a:cubicBezTo>
                    <a:pt x="368" y="567"/>
                    <a:pt x="501" y="400"/>
                    <a:pt x="501" y="300"/>
                  </a:cubicBezTo>
                  <a:cubicBezTo>
                    <a:pt x="501" y="167"/>
                    <a:pt x="368" y="0"/>
                    <a:pt x="368"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88" name="Google Shape;1888;p17"/>
            <p:cNvSpPr/>
            <p:nvPr/>
          </p:nvSpPr>
          <p:spPr>
            <a:xfrm>
              <a:off x="5727600" y="4400250"/>
              <a:ext cx="12525" cy="15875"/>
            </a:xfrm>
            <a:custGeom>
              <a:avLst/>
              <a:gdLst/>
              <a:ahLst/>
              <a:cxnLst/>
              <a:rect l="l" t="t" r="r" b="b"/>
              <a:pathLst>
                <a:path w="501" h="635" extrusionOk="0">
                  <a:moveTo>
                    <a:pt x="134" y="1"/>
                  </a:moveTo>
                  <a:cubicBezTo>
                    <a:pt x="134" y="1"/>
                    <a:pt x="0" y="234"/>
                    <a:pt x="0" y="334"/>
                  </a:cubicBezTo>
                  <a:cubicBezTo>
                    <a:pt x="0" y="401"/>
                    <a:pt x="67" y="468"/>
                    <a:pt x="100" y="568"/>
                  </a:cubicBezTo>
                  <a:lnTo>
                    <a:pt x="167" y="635"/>
                  </a:lnTo>
                  <a:cubicBezTo>
                    <a:pt x="220" y="635"/>
                    <a:pt x="338" y="592"/>
                    <a:pt x="400" y="592"/>
                  </a:cubicBezTo>
                  <a:cubicBezTo>
                    <a:pt x="415" y="592"/>
                    <a:pt x="427" y="595"/>
                    <a:pt x="434" y="601"/>
                  </a:cubicBezTo>
                  <a:cubicBezTo>
                    <a:pt x="434" y="601"/>
                    <a:pt x="467" y="501"/>
                    <a:pt x="467" y="468"/>
                  </a:cubicBezTo>
                  <a:cubicBezTo>
                    <a:pt x="501" y="434"/>
                    <a:pt x="501" y="334"/>
                    <a:pt x="501" y="301"/>
                  </a:cubicBezTo>
                  <a:cubicBezTo>
                    <a:pt x="501" y="168"/>
                    <a:pt x="401" y="1"/>
                    <a:pt x="401"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89" name="Google Shape;1889;p17"/>
            <p:cNvSpPr/>
            <p:nvPr/>
          </p:nvSpPr>
          <p:spPr>
            <a:xfrm>
              <a:off x="5830175" y="3945775"/>
              <a:ext cx="16700" cy="19425"/>
            </a:xfrm>
            <a:custGeom>
              <a:avLst/>
              <a:gdLst/>
              <a:ahLst/>
              <a:cxnLst/>
              <a:rect l="l" t="t" r="r" b="b"/>
              <a:pathLst>
                <a:path w="668" h="777" extrusionOk="0">
                  <a:moveTo>
                    <a:pt x="501" y="0"/>
                  </a:moveTo>
                  <a:cubicBezTo>
                    <a:pt x="501" y="0"/>
                    <a:pt x="234" y="134"/>
                    <a:pt x="134" y="267"/>
                  </a:cubicBezTo>
                  <a:cubicBezTo>
                    <a:pt x="34" y="434"/>
                    <a:pt x="0" y="667"/>
                    <a:pt x="0" y="667"/>
                  </a:cubicBezTo>
                  <a:cubicBezTo>
                    <a:pt x="0" y="722"/>
                    <a:pt x="111" y="776"/>
                    <a:pt x="152" y="776"/>
                  </a:cubicBezTo>
                  <a:cubicBezTo>
                    <a:pt x="161" y="776"/>
                    <a:pt x="167" y="774"/>
                    <a:pt x="167" y="767"/>
                  </a:cubicBezTo>
                  <a:cubicBezTo>
                    <a:pt x="167" y="767"/>
                    <a:pt x="400" y="634"/>
                    <a:pt x="501" y="501"/>
                  </a:cubicBezTo>
                  <a:cubicBezTo>
                    <a:pt x="634" y="434"/>
                    <a:pt x="667" y="167"/>
                    <a:pt x="667" y="167"/>
                  </a:cubicBezTo>
                  <a:lnTo>
                    <a:pt x="501" y="0"/>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90" name="Google Shape;1890;p17"/>
            <p:cNvSpPr/>
            <p:nvPr/>
          </p:nvSpPr>
          <p:spPr>
            <a:xfrm>
              <a:off x="5851025" y="3962450"/>
              <a:ext cx="13350" cy="20025"/>
            </a:xfrm>
            <a:custGeom>
              <a:avLst/>
              <a:gdLst/>
              <a:ahLst/>
              <a:cxnLst/>
              <a:rect l="l" t="t" r="r" b="b"/>
              <a:pathLst>
                <a:path w="534" h="801" extrusionOk="0">
                  <a:moveTo>
                    <a:pt x="234" y="0"/>
                  </a:moveTo>
                  <a:cubicBezTo>
                    <a:pt x="234" y="0"/>
                    <a:pt x="67" y="167"/>
                    <a:pt x="33" y="334"/>
                  </a:cubicBezTo>
                  <a:cubicBezTo>
                    <a:pt x="0" y="501"/>
                    <a:pt x="33" y="768"/>
                    <a:pt x="33" y="768"/>
                  </a:cubicBezTo>
                  <a:cubicBezTo>
                    <a:pt x="33" y="768"/>
                    <a:pt x="234" y="801"/>
                    <a:pt x="300" y="801"/>
                  </a:cubicBezTo>
                  <a:cubicBezTo>
                    <a:pt x="300" y="801"/>
                    <a:pt x="467" y="634"/>
                    <a:pt x="501" y="467"/>
                  </a:cubicBezTo>
                  <a:cubicBezTo>
                    <a:pt x="534" y="301"/>
                    <a:pt x="501" y="67"/>
                    <a:pt x="501" y="67"/>
                  </a:cubicBezTo>
                  <a:lnTo>
                    <a:pt x="234" y="0"/>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91" name="Google Shape;1891;p17"/>
            <p:cNvSpPr/>
            <p:nvPr/>
          </p:nvSpPr>
          <p:spPr>
            <a:xfrm>
              <a:off x="5875200" y="3987475"/>
              <a:ext cx="13375" cy="24425"/>
            </a:xfrm>
            <a:custGeom>
              <a:avLst/>
              <a:gdLst/>
              <a:ahLst/>
              <a:cxnLst/>
              <a:rect l="l" t="t" r="r" b="b"/>
              <a:pathLst>
                <a:path w="535" h="977" extrusionOk="0">
                  <a:moveTo>
                    <a:pt x="334" y="0"/>
                  </a:moveTo>
                  <a:cubicBezTo>
                    <a:pt x="334" y="0"/>
                    <a:pt x="101" y="267"/>
                    <a:pt x="34" y="434"/>
                  </a:cubicBezTo>
                  <a:cubicBezTo>
                    <a:pt x="1" y="600"/>
                    <a:pt x="1" y="934"/>
                    <a:pt x="1" y="934"/>
                  </a:cubicBezTo>
                  <a:cubicBezTo>
                    <a:pt x="1" y="934"/>
                    <a:pt x="129" y="977"/>
                    <a:pt x="180" y="977"/>
                  </a:cubicBezTo>
                  <a:cubicBezTo>
                    <a:pt x="193" y="977"/>
                    <a:pt x="201" y="974"/>
                    <a:pt x="201" y="967"/>
                  </a:cubicBezTo>
                  <a:cubicBezTo>
                    <a:pt x="201" y="967"/>
                    <a:pt x="401" y="767"/>
                    <a:pt x="434" y="600"/>
                  </a:cubicBezTo>
                  <a:cubicBezTo>
                    <a:pt x="534" y="434"/>
                    <a:pt x="534" y="133"/>
                    <a:pt x="534" y="133"/>
                  </a:cubicBezTo>
                  <a:cubicBezTo>
                    <a:pt x="534" y="100"/>
                    <a:pt x="334" y="0"/>
                    <a:pt x="334"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92" name="Google Shape;1892;p17"/>
            <p:cNvSpPr/>
            <p:nvPr/>
          </p:nvSpPr>
          <p:spPr>
            <a:xfrm>
              <a:off x="6001950" y="3978300"/>
              <a:ext cx="13375" cy="15025"/>
            </a:xfrm>
            <a:custGeom>
              <a:avLst/>
              <a:gdLst/>
              <a:ahLst/>
              <a:cxnLst/>
              <a:rect l="l" t="t" r="r" b="b"/>
              <a:pathLst>
                <a:path w="535" h="601" extrusionOk="0">
                  <a:moveTo>
                    <a:pt x="368" y="0"/>
                  </a:moveTo>
                  <a:cubicBezTo>
                    <a:pt x="368" y="0"/>
                    <a:pt x="168" y="100"/>
                    <a:pt x="101" y="167"/>
                  </a:cubicBezTo>
                  <a:cubicBezTo>
                    <a:pt x="1" y="200"/>
                    <a:pt x="1" y="434"/>
                    <a:pt x="1" y="434"/>
                  </a:cubicBezTo>
                  <a:lnTo>
                    <a:pt x="168" y="601"/>
                  </a:lnTo>
                  <a:cubicBezTo>
                    <a:pt x="168" y="601"/>
                    <a:pt x="368" y="500"/>
                    <a:pt x="468" y="434"/>
                  </a:cubicBezTo>
                  <a:cubicBezTo>
                    <a:pt x="535" y="367"/>
                    <a:pt x="535" y="167"/>
                    <a:pt x="535" y="167"/>
                  </a:cubicBezTo>
                  <a:lnTo>
                    <a:pt x="368" y="0"/>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93" name="Google Shape;1893;p17"/>
            <p:cNvSpPr/>
            <p:nvPr/>
          </p:nvSpPr>
          <p:spPr>
            <a:xfrm>
              <a:off x="6006950" y="3997475"/>
              <a:ext cx="16725" cy="25875"/>
            </a:xfrm>
            <a:custGeom>
              <a:avLst/>
              <a:gdLst/>
              <a:ahLst/>
              <a:cxnLst/>
              <a:rect l="l" t="t" r="r" b="b"/>
              <a:pathLst>
                <a:path w="669" h="1035" extrusionOk="0">
                  <a:moveTo>
                    <a:pt x="435" y="0"/>
                  </a:moveTo>
                  <a:cubicBezTo>
                    <a:pt x="435" y="0"/>
                    <a:pt x="168" y="234"/>
                    <a:pt x="101" y="401"/>
                  </a:cubicBezTo>
                  <a:cubicBezTo>
                    <a:pt x="1" y="601"/>
                    <a:pt x="1" y="934"/>
                    <a:pt x="1" y="934"/>
                  </a:cubicBezTo>
                  <a:cubicBezTo>
                    <a:pt x="1" y="934"/>
                    <a:pt x="234" y="1034"/>
                    <a:pt x="268" y="1034"/>
                  </a:cubicBezTo>
                  <a:cubicBezTo>
                    <a:pt x="268" y="1034"/>
                    <a:pt x="501" y="768"/>
                    <a:pt x="601" y="601"/>
                  </a:cubicBezTo>
                  <a:cubicBezTo>
                    <a:pt x="668" y="401"/>
                    <a:pt x="668" y="67"/>
                    <a:pt x="668" y="67"/>
                  </a:cubicBezTo>
                  <a:cubicBezTo>
                    <a:pt x="635" y="67"/>
                    <a:pt x="435" y="0"/>
                    <a:pt x="435"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94" name="Google Shape;1894;p17"/>
            <p:cNvSpPr/>
            <p:nvPr/>
          </p:nvSpPr>
          <p:spPr>
            <a:xfrm>
              <a:off x="6027800" y="4031650"/>
              <a:ext cx="15875" cy="21950"/>
            </a:xfrm>
            <a:custGeom>
              <a:avLst/>
              <a:gdLst/>
              <a:ahLst/>
              <a:cxnLst/>
              <a:rect l="l" t="t" r="r" b="b"/>
              <a:pathLst>
                <a:path w="635" h="878" extrusionOk="0">
                  <a:moveTo>
                    <a:pt x="334" y="1"/>
                  </a:moveTo>
                  <a:cubicBezTo>
                    <a:pt x="334" y="1"/>
                    <a:pt x="134" y="201"/>
                    <a:pt x="101" y="368"/>
                  </a:cubicBezTo>
                  <a:cubicBezTo>
                    <a:pt x="1" y="535"/>
                    <a:pt x="68" y="835"/>
                    <a:pt x="68" y="835"/>
                  </a:cubicBezTo>
                  <a:cubicBezTo>
                    <a:pt x="68" y="835"/>
                    <a:pt x="196" y="878"/>
                    <a:pt x="264" y="878"/>
                  </a:cubicBezTo>
                  <a:cubicBezTo>
                    <a:pt x="281" y="878"/>
                    <a:pt x="294" y="875"/>
                    <a:pt x="301" y="868"/>
                  </a:cubicBezTo>
                  <a:cubicBezTo>
                    <a:pt x="301" y="868"/>
                    <a:pt x="501" y="668"/>
                    <a:pt x="568" y="501"/>
                  </a:cubicBezTo>
                  <a:cubicBezTo>
                    <a:pt x="635" y="335"/>
                    <a:pt x="601" y="34"/>
                    <a:pt x="601" y="34"/>
                  </a:cubicBezTo>
                  <a:lnTo>
                    <a:pt x="334" y="1"/>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95" name="Google Shape;1895;p17"/>
            <p:cNvSpPr/>
            <p:nvPr/>
          </p:nvSpPr>
          <p:spPr>
            <a:xfrm>
              <a:off x="6051150" y="4057525"/>
              <a:ext cx="12550" cy="27450"/>
            </a:xfrm>
            <a:custGeom>
              <a:avLst/>
              <a:gdLst/>
              <a:ahLst/>
              <a:cxnLst/>
              <a:rect l="l" t="t" r="r" b="b"/>
              <a:pathLst>
                <a:path w="502" h="1098" extrusionOk="0">
                  <a:moveTo>
                    <a:pt x="168" y="0"/>
                  </a:moveTo>
                  <a:cubicBezTo>
                    <a:pt x="168" y="0"/>
                    <a:pt x="1" y="334"/>
                    <a:pt x="1" y="500"/>
                  </a:cubicBezTo>
                  <a:cubicBezTo>
                    <a:pt x="1" y="701"/>
                    <a:pt x="34" y="1034"/>
                    <a:pt x="34" y="1034"/>
                  </a:cubicBezTo>
                  <a:cubicBezTo>
                    <a:pt x="34" y="1071"/>
                    <a:pt x="94" y="1097"/>
                    <a:pt x="154" y="1097"/>
                  </a:cubicBezTo>
                  <a:cubicBezTo>
                    <a:pt x="204" y="1097"/>
                    <a:pt x="253" y="1079"/>
                    <a:pt x="268" y="1034"/>
                  </a:cubicBezTo>
                  <a:cubicBezTo>
                    <a:pt x="268" y="1034"/>
                    <a:pt x="435" y="767"/>
                    <a:pt x="501" y="534"/>
                  </a:cubicBezTo>
                  <a:cubicBezTo>
                    <a:pt x="501" y="334"/>
                    <a:pt x="401" y="0"/>
                    <a:pt x="401"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96" name="Google Shape;1896;p17"/>
            <p:cNvSpPr/>
            <p:nvPr/>
          </p:nvSpPr>
          <p:spPr>
            <a:xfrm>
              <a:off x="5872225" y="4481975"/>
              <a:ext cx="338800" cy="231750"/>
            </a:xfrm>
            <a:custGeom>
              <a:avLst/>
              <a:gdLst/>
              <a:ahLst/>
              <a:cxnLst/>
              <a:rect l="l" t="t" r="r" b="b"/>
              <a:pathLst>
                <a:path w="13552" h="9270" extrusionOk="0">
                  <a:moveTo>
                    <a:pt x="4122" y="1"/>
                  </a:moveTo>
                  <a:cubicBezTo>
                    <a:pt x="3389" y="34"/>
                    <a:pt x="2721" y="368"/>
                    <a:pt x="2321" y="835"/>
                  </a:cubicBezTo>
                  <a:cubicBezTo>
                    <a:pt x="2054" y="1035"/>
                    <a:pt x="1887" y="1335"/>
                    <a:pt x="1821" y="1569"/>
                  </a:cubicBezTo>
                  <a:cubicBezTo>
                    <a:pt x="1721" y="1869"/>
                    <a:pt x="1654" y="2136"/>
                    <a:pt x="1554" y="2336"/>
                  </a:cubicBezTo>
                  <a:cubicBezTo>
                    <a:pt x="1454" y="2803"/>
                    <a:pt x="1287" y="3203"/>
                    <a:pt x="1120" y="3470"/>
                  </a:cubicBezTo>
                  <a:cubicBezTo>
                    <a:pt x="953" y="3737"/>
                    <a:pt x="720" y="3837"/>
                    <a:pt x="620" y="3870"/>
                  </a:cubicBezTo>
                  <a:lnTo>
                    <a:pt x="353" y="3870"/>
                  </a:lnTo>
                  <a:cubicBezTo>
                    <a:pt x="345" y="3869"/>
                    <a:pt x="337" y="3868"/>
                    <a:pt x="329" y="3868"/>
                  </a:cubicBezTo>
                  <a:cubicBezTo>
                    <a:pt x="168" y="3868"/>
                    <a:pt x="0" y="4174"/>
                    <a:pt x="286" y="4237"/>
                  </a:cubicBezTo>
                  <a:cubicBezTo>
                    <a:pt x="286" y="4237"/>
                    <a:pt x="320" y="4304"/>
                    <a:pt x="353" y="4304"/>
                  </a:cubicBezTo>
                  <a:lnTo>
                    <a:pt x="653" y="4304"/>
                  </a:lnTo>
                  <a:cubicBezTo>
                    <a:pt x="887" y="4304"/>
                    <a:pt x="1287" y="4070"/>
                    <a:pt x="1487" y="3737"/>
                  </a:cubicBezTo>
                  <a:cubicBezTo>
                    <a:pt x="1721" y="3403"/>
                    <a:pt x="1887" y="3003"/>
                    <a:pt x="2054" y="2536"/>
                  </a:cubicBezTo>
                  <a:cubicBezTo>
                    <a:pt x="2288" y="2069"/>
                    <a:pt x="2388" y="1569"/>
                    <a:pt x="2788" y="1235"/>
                  </a:cubicBezTo>
                  <a:cubicBezTo>
                    <a:pt x="3155" y="901"/>
                    <a:pt x="3655" y="668"/>
                    <a:pt x="4189" y="668"/>
                  </a:cubicBezTo>
                  <a:cubicBezTo>
                    <a:pt x="4689" y="668"/>
                    <a:pt x="5290" y="901"/>
                    <a:pt x="5557" y="1335"/>
                  </a:cubicBezTo>
                  <a:cubicBezTo>
                    <a:pt x="5890" y="1735"/>
                    <a:pt x="5990" y="2369"/>
                    <a:pt x="6157" y="3003"/>
                  </a:cubicBezTo>
                  <a:cubicBezTo>
                    <a:pt x="6357" y="3637"/>
                    <a:pt x="6724" y="4337"/>
                    <a:pt x="7491" y="4537"/>
                  </a:cubicBezTo>
                  <a:cubicBezTo>
                    <a:pt x="7607" y="4579"/>
                    <a:pt x="7732" y="4598"/>
                    <a:pt x="7858" y="4598"/>
                  </a:cubicBezTo>
                  <a:cubicBezTo>
                    <a:pt x="8135" y="4598"/>
                    <a:pt x="8420" y="4508"/>
                    <a:pt x="8626" y="4371"/>
                  </a:cubicBezTo>
                  <a:cubicBezTo>
                    <a:pt x="8792" y="4237"/>
                    <a:pt x="8892" y="4171"/>
                    <a:pt x="9026" y="4037"/>
                  </a:cubicBezTo>
                  <a:lnTo>
                    <a:pt x="9126" y="3970"/>
                  </a:lnTo>
                  <a:lnTo>
                    <a:pt x="9159" y="3904"/>
                  </a:lnTo>
                  <a:lnTo>
                    <a:pt x="9326" y="3804"/>
                  </a:lnTo>
                  <a:cubicBezTo>
                    <a:pt x="9793" y="3403"/>
                    <a:pt x="10227" y="3070"/>
                    <a:pt x="10794" y="3070"/>
                  </a:cubicBezTo>
                  <a:cubicBezTo>
                    <a:pt x="10827" y="3059"/>
                    <a:pt x="10868" y="3055"/>
                    <a:pt x="10912" y="3055"/>
                  </a:cubicBezTo>
                  <a:cubicBezTo>
                    <a:pt x="11001" y="3055"/>
                    <a:pt x="11105" y="3070"/>
                    <a:pt x="11194" y="3070"/>
                  </a:cubicBezTo>
                  <a:cubicBezTo>
                    <a:pt x="11328" y="3070"/>
                    <a:pt x="11461" y="3136"/>
                    <a:pt x="11561" y="3170"/>
                  </a:cubicBezTo>
                  <a:cubicBezTo>
                    <a:pt x="11828" y="3303"/>
                    <a:pt x="12028" y="3403"/>
                    <a:pt x="12161" y="3637"/>
                  </a:cubicBezTo>
                  <a:cubicBezTo>
                    <a:pt x="12428" y="4037"/>
                    <a:pt x="12428" y="4571"/>
                    <a:pt x="12495" y="5171"/>
                  </a:cubicBezTo>
                  <a:cubicBezTo>
                    <a:pt x="12528" y="6305"/>
                    <a:pt x="12628" y="7339"/>
                    <a:pt x="12829" y="8040"/>
                  </a:cubicBezTo>
                  <a:cubicBezTo>
                    <a:pt x="12895" y="8407"/>
                    <a:pt x="12995" y="8707"/>
                    <a:pt x="13062" y="8874"/>
                  </a:cubicBezTo>
                  <a:cubicBezTo>
                    <a:pt x="13162" y="9074"/>
                    <a:pt x="13196" y="9174"/>
                    <a:pt x="13196" y="9174"/>
                  </a:cubicBezTo>
                  <a:cubicBezTo>
                    <a:pt x="13228" y="9239"/>
                    <a:pt x="13279" y="9269"/>
                    <a:pt x="13331" y="9269"/>
                  </a:cubicBezTo>
                  <a:cubicBezTo>
                    <a:pt x="13438" y="9269"/>
                    <a:pt x="13552" y="9143"/>
                    <a:pt x="13529" y="8941"/>
                  </a:cubicBezTo>
                  <a:cubicBezTo>
                    <a:pt x="13529" y="8941"/>
                    <a:pt x="13529" y="8841"/>
                    <a:pt x="13462" y="8674"/>
                  </a:cubicBezTo>
                  <a:cubicBezTo>
                    <a:pt x="13362" y="8507"/>
                    <a:pt x="13329" y="8207"/>
                    <a:pt x="13229" y="7873"/>
                  </a:cubicBezTo>
                  <a:cubicBezTo>
                    <a:pt x="13062" y="7206"/>
                    <a:pt x="13029" y="6205"/>
                    <a:pt x="13029" y="5071"/>
                  </a:cubicBezTo>
                  <a:cubicBezTo>
                    <a:pt x="12995" y="4537"/>
                    <a:pt x="13029" y="3837"/>
                    <a:pt x="12628" y="3203"/>
                  </a:cubicBezTo>
                  <a:cubicBezTo>
                    <a:pt x="12395" y="2870"/>
                    <a:pt x="12061" y="2636"/>
                    <a:pt x="11728" y="2503"/>
                  </a:cubicBezTo>
                  <a:cubicBezTo>
                    <a:pt x="11561" y="2436"/>
                    <a:pt x="11361" y="2403"/>
                    <a:pt x="11194" y="2369"/>
                  </a:cubicBezTo>
                  <a:cubicBezTo>
                    <a:pt x="11027" y="2369"/>
                    <a:pt x="10827" y="2336"/>
                    <a:pt x="10660" y="2336"/>
                  </a:cubicBezTo>
                  <a:cubicBezTo>
                    <a:pt x="10293" y="2336"/>
                    <a:pt x="9960" y="2436"/>
                    <a:pt x="9626" y="2603"/>
                  </a:cubicBezTo>
                  <a:cubicBezTo>
                    <a:pt x="9293" y="2770"/>
                    <a:pt x="9026" y="2936"/>
                    <a:pt x="8792" y="3170"/>
                  </a:cubicBezTo>
                  <a:lnTo>
                    <a:pt x="8626" y="3270"/>
                  </a:lnTo>
                  <a:lnTo>
                    <a:pt x="8559" y="3337"/>
                  </a:lnTo>
                  <a:cubicBezTo>
                    <a:pt x="8526" y="3337"/>
                    <a:pt x="8526" y="3337"/>
                    <a:pt x="8492" y="3370"/>
                  </a:cubicBezTo>
                  <a:lnTo>
                    <a:pt x="8392" y="3470"/>
                  </a:lnTo>
                  <a:cubicBezTo>
                    <a:pt x="8325" y="3570"/>
                    <a:pt x="8192" y="3670"/>
                    <a:pt x="8125" y="3704"/>
                  </a:cubicBezTo>
                  <a:cubicBezTo>
                    <a:pt x="7970" y="3792"/>
                    <a:pt x="7844" y="3822"/>
                    <a:pt x="7727" y="3822"/>
                  </a:cubicBezTo>
                  <a:cubicBezTo>
                    <a:pt x="7669" y="3822"/>
                    <a:pt x="7614" y="3815"/>
                    <a:pt x="7558" y="3804"/>
                  </a:cubicBezTo>
                  <a:cubicBezTo>
                    <a:pt x="7391" y="3737"/>
                    <a:pt x="7225" y="3637"/>
                    <a:pt x="7058" y="3403"/>
                  </a:cubicBezTo>
                  <a:cubicBezTo>
                    <a:pt x="6958" y="3203"/>
                    <a:pt x="6824" y="2970"/>
                    <a:pt x="6724" y="2703"/>
                  </a:cubicBezTo>
                  <a:cubicBezTo>
                    <a:pt x="6557" y="2202"/>
                    <a:pt x="6491" y="1502"/>
                    <a:pt x="6024" y="868"/>
                  </a:cubicBezTo>
                  <a:cubicBezTo>
                    <a:pt x="5557" y="234"/>
                    <a:pt x="4823" y="1"/>
                    <a:pt x="4122"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97" name="Google Shape;1897;p17"/>
            <p:cNvSpPr/>
            <p:nvPr/>
          </p:nvSpPr>
          <p:spPr>
            <a:xfrm>
              <a:off x="5973600" y="4518675"/>
              <a:ext cx="22550" cy="12525"/>
            </a:xfrm>
            <a:custGeom>
              <a:avLst/>
              <a:gdLst/>
              <a:ahLst/>
              <a:cxnLst/>
              <a:rect l="l" t="t" r="r" b="b"/>
              <a:pathLst>
                <a:path w="902" h="501" extrusionOk="0">
                  <a:moveTo>
                    <a:pt x="601" y="1"/>
                  </a:moveTo>
                  <a:cubicBezTo>
                    <a:pt x="551" y="17"/>
                    <a:pt x="509" y="17"/>
                    <a:pt x="468" y="17"/>
                  </a:cubicBezTo>
                  <a:cubicBezTo>
                    <a:pt x="426" y="17"/>
                    <a:pt x="384" y="17"/>
                    <a:pt x="334" y="34"/>
                  </a:cubicBezTo>
                  <a:cubicBezTo>
                    <a:pt x="301" y="34"/>
                    <a:pt x="234" y="67"/>
                    <a:pt x="134" y="101"/>
                  </a:cubicBezTo>
                  <a:cubicBezTo>
                    <a:pt x="67" y="134"/>
                    <a:pt x="1" y="201"/>
                    <a:pt x="1" y="201"/>
                  </a:cubicBezTo>
                  <a:lnTo>
                    <a:pt x="1" y="434"/>
                  </a:lnTo>
                  <a:cubicBezTo>
                    <a:pt x="1" y="434"/>
                    <a:pt x="101" y="434"/>
                    <a:pt x="167" y="501"/>
                  </a:cubicBezTo>
                  <a:lnTo>
                    <a:pt x="501" y="501"/>
                  </a:lnTo>
                  <a:cubicBezTo>
                    <a:pt x="668" y="401"/>
                    <a:pt x="901" y="201"/>
                    <a:pt x="901" y="201"/>
                  </a:cubicBezTo>
                  <a:lnTo>
                    <a:pt x="768" y="1"/>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98" name="Google Shape;1898;p17"/>
            <p:cNvSpPr/>
            <p:nvPr/>
          </p:nvSpPr>
          <p:spPr>
            <a:xfrm>
              <a:off x="5977775" y="4536200"/>
              <a:ext cx="28375" cy="16700"/>
            </a:xfrm>
            <a:custGeom>
              <a:avLst/>
              <a:gdLst/>
              <a:ahLst/>
              <a:cxnLst/>
              <a:rect l="l" t="t" r="r" b="b"/>
              <a:pathLst>
                <a:path w="1135" h="668" extrusionOk="0">
                  <a:moveTo>
                    <a:pt x="1068" y="0"/>
                  </a:moveTo>
                  <a:lnTo>
                    <a:pt x="1068" y="0"/>
                  </a:lnTo>
                  <a:cubicBezTo>
                    <a:pt x="1068" y="0"/>
                    <a:pt x="968" y="33"/>
                    <a:pt x="834" y="33"/>
                  </a:cubicBezTo>
                  <a:cubicBezTo>
                    <a:pt x="768" y="67"/>
                    <a:pt x="601" y="67"/>
                    <a:pt x="501" y="134"/>
                  </a:cubicBezTo>
                  <a:cubicBezTo>
                    <a:pt x="301" y="200"/>
                    <a:pt x="0" y="400"/>
                    <a:pt x="0" y="400"/>
                  </a:cubicBezTo>
                  <a:cubicBezTo>
                    <a:pt x="0" y="467"/>
                    <a:pt x="101" y="667"/>
                    <a:pt x="101" y="667"/>
                  </a:cubicBezTo>
                  <a:cubicBezTo>
                    <a:pt x="101" y="667"/>
                    <a:pt x="434" y="667"/>
                    <a:pt x="634" y="567"/>
                  </a:cubicBezTo>
                  <a:cubicBezTo>
                    <a:pt x="768" y="534"/>
                    <a:pt x="901" y="467"/>
                    <a:pt x="968" y="367"/>
                  </a:cubicBezTo>
                  <a:cubicBezTo>
                    <a:pt x="1068" y="334"/>
                    <a:pt x="1135" y="234"/>
                    <a:pt x="1135" y="234"/>
                  </a:cubicBezTo>
                  <a:cubicBezTo>
                    <a:pt x="1135" y="234"/>
                    <a:pt x="1001" y="67"/>
                    <a:pt x="1068"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99" name="Google Shape;1899;p17"/>
            <p:cNvSpPr/>
            <p:nvPr/>
          </p:nvSpPr>
          <p:spPr>
            <a:xfrm>
              <a:off x="5984450" y="4558700"/>
              <a:ext cx="25025" cy="20875"/>
            </a:xfrm>
            <a:custGeom>
              <a:avLst/>
              <a:gdLst/>
              <a:ahLst/>
              <a:cxnLst/>
              <a:rect l="l" t="t" r="r" b="b"/>
              <a:pathLst>
                <a:path w="1001" h="835" extrusionOk="0">
                  <a:moveTo>
                    <a:pt x="834" y="1"/>
                  </a:moveTo>
                  <a:cubicBezTo>
                    <a:pt x="834" y="1"/>
                    <a:pt x="701" y="34"/>
                    <a:pt x="634" y="101"/>
                  </a:cubicBezTo>
                  <a:cubicBezTo>
                    <a:pt x="534" y="134"/>
                    <a:pt x="401" y="168"/>
                    <a:pt x="334" y="268"/>
                  </a:cubicBezTo>
                  <a:cubicBezTo>
                    <a:pt x="234" y="301"/>
                    <a:pt x="200" y="434"/>
                    <a:pt x="134" y="468"/>
                  </a:cubicBezTo>
                  <a:lnTo>
                    <a:pt x="0" y="601"/>
                  </a:lnTo>
                  <a:lnTo>
                    <a:pt x="34" y="835"/>
                  </a:lnTo>
                  <a:cubicBezTo>
                    <a:pt x="34" y="818"/>
                    <a:pt x="67" y="818"/>
                    <a:pt x="117" y="818"/>
                  </a:cubicBezTo>
                  <a:cubicBezTo>
                    <a:pt x="167" y="818"/>
                    <a:pt x="234" y="818"/>
                    <a:pt x="301" y="801"/>
                  </a:cubicBezTo>
                  <a:cubicBezTo>
                    <a:pt x="401" y="768"/>
                    <a:pt x="567" y="701"/>
                    <a:pt x="667" y="635"/>
                  </a:cubicBezTo>
                  <a:cubicBezTo>
                    <a:pt x="801" y="534"/>
                    <a:pt x="868" y="434"/>
                    <a:pt x="901" y="334"/>
                  </a:cubicBezTo>
                  <a:lnTo>
                    <a:pt x="1001" y="168"/>
                  </a:lnTo>
                  <a:cubicBezTo>
                    <a:pt x="1001" y="168"/>
                    <a:pt x="868" y="1"/>
                    <a:pt x="834"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00" name="Google Shape;1900;p17"/>
            <p:cNvSpPr/>
            <p:nvPr/>
          </p:nvSpPr>
          <p:spPr>
            <a:xfrm>
              <a:off x="5997800" y="4592075"/>
              <a:ext cx="17525" cy="15850"/>
            </a:xfrm>
            <a:custGeom>
              <a:avLst/>
              <a:gdLst/>
              <a:ahLst/>
              <a:cxnLst/>
              <a:rect l="l" t="t" r="r" b="b"/>
              <a:pathLst>
                <a:path w="701" h="634" extrusionOk="0">
                  <a:moveTo>
                    <a:pt x="534" y="0"/>
                  </a:moveTo>
                  <a:cubicBezTo>
                    <a:pt x="534" y="0"/>
                    <a:pt x="500" y="33"/>
                    <a:pt x="434" y="33"/>
                  </a:cubicBezTo>
                  <a:cubicBezTo>
                    <a:pt x="334" y="100"/>
                    <a:pt x="267" y="100"/>
                    <a:pt x="200" y="133"/>
                  </a:cubicBezTo>
                  <a:lnTo>
                    <a:pt x="0" y="334"/>
                  </a:lnTo>
                  <a:lnTo>
                    <a:pt x="0" y="600"/>
                  </a:lnTo>
                  <a:cubicBezTo>
                    <a:pt x="0" y="600"/>
                    <a:pt x="33" y="634"/>
                    <a:pt x="167" y="634"/>
                  </a:cubicBezTo>
                  <a:cubicBezTo>
                    <a:pt x="300" y="634"/>
                    <a:pt x="367" y="600"/>
                    <a:pt x="467" y="567"/>
                  </a:cubicBezTo>
                  <a:cubicBezTo>
                    <a:pt x="500" y="500"/>
                    <a:pt x="600" y="434"/>
                    <a:pt x="634" y="334"/>
                  </a:cubicBezTo>
                  <a:cubicBezTo>
                    <a:pt x="667" y="267"/>
                    <a:pt x="701" y="234"/>
                    <a:pt x="701" y="234"/>
                  </a:cubicBezTo>
                  <a:cubicBezTo>
                    <a:pt x="701" y="234"/>
                    <a:pt x="534" y="67"/>
                    <a:pt x="534"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01" name="Google Shape;1901;p17"/>
            <p:cNvSpPr/>
            <p:nvPr/>
          </p:nvSpPr>
          <p:spPr>
            <a:xfrm>
              <a:off x="6139550" y="4575225"/>
              <a:ext cx="16700" cy="12700"/>
            </a:xfrm>
            <a:custGeom>
              <a:avLst/>
              <a:gdLst/>
              <a:ahLst/>
              <a:cxnLst/>
              <a:rect l="l" t="t" r="r" b="b"/>
              <a:pathLst>
                <a:path w="668" h="508" extrusionOk="0">
                  <a:moveTo>
                    <a:pt x="295" y="0"/>
                  </a:moveTo>
                  <a:cubicBezTo>
                    <a:pt x="274" y="0"/>
                    <a:pt x="253" y="2"/>
                    <a:pt x="234" y="7"/>
                  </a:cubicBezTo>
                  <a:cubicBezTo>
                    <a:pt x="201" y="7"/>
                    <a:pt x="134" y="40"/>
                    <a:pt x="67" y="107"/>
                  </a:cubicBezTo>
                  <a:lnTo>
                    <a:pt x="1" y="174"/>
                  </a:lnTo>
                  <a:lnTo>
                    <a:pt x="1" y="441"/>
                  </a:lnTo>
                  <a:cubicBezTo>
                    <a:pt x="1" y="441"/>
                    <a:pt x="34" y="474"/>
                    <a:pt x="134" y="474"/>
                  </a:cubicBezTo>
                  <a:cubicBezTo>
                    <a:pt x="201" y="507"/>
                    <a:pt x="301" y="507"/>
                    <a:pt x="368" y="507"/>
                  </a:cubicBezTo>
                  <a:cubicBezTo>
                    <a:pt x="501" y="474"/>
                    <a:pt x="668" y="307"/>
                    <a:pt x="668" y="307"/>
                  </a:cubicBezTo>
                  <a:cubicBezTo>
                    <a:pt x="668" y="274"/>
                    <a:pt x="635" y="107"/>
                    <a:pt x="568" y="74"/>
                  </a:cubicBezTo>
                  <a:cubicBezTo>
                    <a:pt x="568" y="74"/>
                    <a:pt x="421" y="0"/>
                    <a:pt x="295"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02" name="Google Shape;1902;p17"/>
            <p:cNvSpPr/>
            <p:nvPr/>
          </p:nvSpPr>
          <p:spPr>
            <a:xfrm>
              <a:off x="6140400" y="4603750"/>
              <a:ext cx="30875" cy="15850"/>
            </a:xfrm>
            <a:custGeom>
              <a:avLst/>
              <a:gdLst/>
              <a:ahLst/>
              <a:cxnLst/>
              <a:rect l="l" t="t" r="r" b="b"/>
              <a:pathLst>
                <a:path w="1235" h="634" extrusionOk="0">
                  <a:moveTo>
                    <a:pt x="1134" y="0"/>
                  </a:moveTo>
                  <a:cubicBezTo>
                    <a:pt x="1134" y="0"/>
                    <a:pt x="1134" y="0"/>
                    <a:pt x="1134" y="0"/>
                  </a:cubicBezTo>
                  <a:lnTo>
                    <a:pt x="1134" y="0"/>
                  </a:lnTo>
                  <a:cubicBezTo>
                    <a:pt x="1134" y="0"/>
                    <a:pt x="1134" y="0"/>
                    <a:pt x="1134" y="0"/>
                  </a:cubicBezTo>
                  <a:close/>
                  <a:moveTo>
                    <a:pt x="1134" y="0"/>
                  </a:moveTo>
                  <a:cubicBezTo>
                    <a:pt x="1132" y="0"/>
                    <a:pt x="1065" y="1"/>
                    <a:pt x="934" y="33"/>
                  </a:cubicBezTo>
                  <a:cubicBezTo>
                    <a:pt x="801" y="67"/>
                    <a:pt x="634" y="67"/>
                    <a:pt x="567" y="133"/>
                  </a:cubicBezTo>
                  <a:cubicBezTo>
                    <a:pt x="467" y="133"/>
                    <a:pt x="334" y="200"/>
                    <a:pt x="234" y="267"/>
                  </a:cubicBezTo>
                  <a:cubicBezTo>
                    <a:pt x="100" y="300"/>
                    <a:pt x="0" y="334"/>
                    <a:pt x="0" y="334"/>
                  </a:cubicBezTo>
                  <a:lnTo>
                    <a:pt x="0" y="600"/>
                  </a:lnTo>
                  <a:cubicBezTo>
                    <a:pt x="0" y="600"/>
                    <a:pt x="134" y="634"/>
                    <a:pt x="267" y="634"/>
                  </a:cubicBezTo>
                  <a:cubicBezTo>
                    <a:pt x="400" y="634"/>
                    <a:pt x="567" y="634"/>
                    <a:pt x="667" y="600"/>
                  </a:cubicBezTo>
                  <a:cubicBezTo>
                    <a:pt x="801" y="534"/>
                    <a:pt x="934" y="467"/>
                    <a:pt x="1068" y="367"/>
                  </a:cubicBezTo>
                  <a:lnTo>
                    <a:pt x="1234" y="200"/>
                  </a:lnTo>
                  <a:cubicBezTo>
                    <a:pt x="1234" y="167"/>
                    <a:pt x="1101" y="0"/>
                    <a:pt x="1134"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03" name="Google Shape;1903;p17"/>
            <p:cNvSpPr/>
            <p:nvPr/>
          </p:nvSpPr>
          <p:spPr>
            <a:xfrm>
              <a:off x="6142900" y="4627925"/>
              <a:ext cx="22525" cy="15875"/>
            </a:xfrm>
            <a:custGeom>
              <a:avLst/>
              <a:gdLst/>
              <a:ahLst/>
              <a:cxnLst/>
              <a:rect l="l" t="t" r="r" b="b"/>
              <a:pathLst>
                <a:path w="901" h="635" extrusionOk="0">
                  <a:moveTo>
                    <a:pt x="834" y="0"/>
                  </a:moveTo>
                  <a:cubicBezTo>
                    <a:pt x="833" y="0"/>
                    <a:pt x="833" y="0"/>
                    <a:pt x="832" y="1"/>
                  </a:cubicBezTo>
                  <a:lnTo>
                    <a:pt x="832" y="1"/>
                  </a:lnTo>
                  <a:cubicBezTo>
                    <a:pt x="833" y="0"/>
                    <a:pt x="834" y="0"/>
                    <a:pt x="834" y="0"/>
                  </a:cubicBezTo>
                  <a:close/>
                  <a:moveTo>
                    <a:pt x="832" y="1"/>
                  </a:moveTo>
                  <a:cubicBezTo>
                    <a:pt x="806" y="4"/>
                    <a:pt x="526" y="38"/>
                    <a:pt x="367" y="134"/>
                  </a:cubicBezTo>
                  <a:cubicBezTo>
                    <a:pt x="334" y="167"/>
                    <a:pt x="234" y="234"/>
                    <a:pt x="167" y="301"/>
                  </a:cubicBezTo>
                  <a:cubicBezTo>
                    <a:pt x="67" y="334"/>
                    <a:pt x="34" y="367"/>
                    <a:pt x="34" y="367"/>
                  </a:cubicBezTo>
                  <a:cubicBezTo>
                    <a:pt x="0" y="367"/>
                    <a:pt x="67" y="634"/>
                    <a:pt x="67" y="634"/>
                  </a:cubicBezTo>
                  <a:lnTo>
                    <a:pt x="234" y="634"/>
                  </a:lnTo>
                  <a:cubicBezTo>
                    <a:pt x="367" y="634"/>
                    <a:pt x="501" y="567"/>
                    <a:pt x="567" y="534"/>
                  </a:cubicBezTo>
                  <a:cubicBezTo>
                    <a:pt x="734" y="467"/>
                    <a:pt x="901" y="201"/>
                    <a:pt x="901" y="201"/>
                  </a:cubicBezTo>
                  <a:cubicBezTo>
                    <a:pt x="901" y="168"/>
                    <a:pt x="805" y="7"/>
                    <a:pt x="832"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04" name="Google Shape;1904;p17"/>
            <p:cNvSpPr/>
            <p:nvPr/>
          </p:nvSpPr>
          <p:spPr>
            <a:xfrm>
              <a:off x="6152900" y="4650450"/>
              <a:ext cx="25050" cy="14825"/>
            </a:xfrm>
            <a:custGeom>
              <a:avLst/>
              <a:gdLst/>
              <a:ahLst/>
              <a:cxnLst/>
              <a:rect l="l" t="t" r="r" b="b"/>
              <a:pathLst>
                <a:path w="1002" h="593" extrusionOk="0">
                  <a:moveTo>
                    <a:pt x="734" y="0"/>
                  </a:moveTo>
                  <a:cubicBezTo>
                    <a:pt x="634" y="0"/>
                    <a:pt x="501" y="0"/>
                    <a:pt x="434" y="33"/>
                  </a:cubicBezTo>
                  <a:lnTo>
                    <a:pt x="167" y="167"/>
                  </a:lnTo>
                  <a:lnTo>
                    <a:pt x="0" y="267"/>
                  </a:lnTo>
                  <a:lnTo>
                    <a:pt x="0" y="500"/>
                  </a:lnTo>
                  <a:cubicBezTo>
                    <a:pt x="0" y="500"/>
                    <a:pt x="101" y="567"/>
                    <a:pt x="234" y="567"/>
                  </a:cubicBezTo>
                  <a:cubicBezTo>
                    <a:pt x="284" y="584"/>
                    <a:pt x="342" y="592"/>
                    <a:pt x="405" y="592"/>
                  </a:cubicBezTo>
                  <a:cubicBezTo>
                    <a:pt x="467" y="592"/>
                    <a:pt x="534" y="584"/>
                    <a:pt x="601" y="567"/>
                  </a:cubicBezTo>
                  <a:cubicBezTo>
                    <a:pt x="668" y="500"/>
                    <a:pt x="801" y="467"/>
                    <a:pt x="901" y="400"/>
                  </a:cubicBezTo>
                  <a:lnTo>
                    <a:pt x="1001" y="267"/>
                  </a:lnTo>
                  <a:cubicBezTo>
                    <a:pt x="1001" y="267"/>
                    <a:pt x="901" y="100"/>
                    <a:pt x="901"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05" name="Google Shape;1905;p17"/>
            <p:cNvSpPr/>
            <p:nvPr/>
          </p:nvSpPr>
          <p:spPr>
            <a:xfrm>
              <a:off x="6152075" y="4687125"/>
              <a:ext cx="23375" cy="12550"/>
            </a:xfrm>
            <a:custGeom>
              <a:avLst/>
              <a:gdLst/>
              <a:ahLst/>
              <a:cxnLst/>
              <a:rect l="l" t="t" r="r" b="b"/>
              <a:pathLst>
                <a:path w="935" h="502" extrusionOk="0">
                  <a:moveTo>
                    <a:pt x="434" y="1"/>
                  </a:moveTo>
                  <a:cubicBezTo>
                    <a:pt x="300" y="34"/>
                    <a:pt x="134" y="101"/>
                    <a:pt x="134" y="101"/>
                  </a:cubicBezTo>
                  <a:lnTo>
                    <a:pt x="0" y="301"/>
                  </a:lnTo>
                  <a:cubicBezTo>
                    <a:pt x="0" y="301"/>
                    <a:pt x="100" y="368"/>
                    <a:pt x="167" y="434"/>
                  </a:cubicBezTo>
                  <a:cubicBezTo>
                    <a:pt x="267" y="501"/>
                    <a:pt x="434" y="501"/>
                    <a:pt x="500" y="501"/>
                  </a:cubicBezTo>
                  <a:cubicBezTo>
                    <a:pt x="601" y="501"/>
                    <a:pt x="701" y="468"/>
                    <a:pt x="801" y="368"/>
                  </a:cubicBezTo>
                  <a:cubicBezTo>
                    <a:pt x="867" y="334"/>
                    <a:pt x="934" y="268"/>
                    <a:pt x="934" y="268"/>
                  </a:cubicBezTo>
                  <a:cubicBezTo>
                    <a:pt x="934" y="268"/>
                    <a:pt x="801" y="101"/>
                    <a:pt x="767"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06" name="Google Shape;1906;p17"/>
            <p:cNvSpPr/>
            <p:nvPr/>
          </p:nvSpPr>
          <p:spPr>
            <a:xfrm>
              <a:off x="5454900" y="4794700"/>
              <a:ext cx="22550" cy="12550"/>
            </a:xfrm>
            <a:custGeom>
              <a:avLst/>
              <a:gdLst/>
              <a:ahLst/>
              <a:cxnLst/>
              <a:rect l="l" t="t" r="r" b="b"/>
              <a:pathLst>
                <a:path w="902" h="502" extrusionOk="0">
                  <a:moveTo>
                    <a:pt x="467" y="1"/>
                  </a:moveTo>
                  <a:cubicBezTo>
                    <a:pt x="267" y="1"/>
                    <a:pt x="0" y="134"/>
                    <a:pt x="0" y="134"/>
                  </a:cubicBezTo>
                  <a:lnTo>
                    <a:pt x="0" y="368"/>
                  </a:lnTo>
                  <a:cubicBezTo>
                    <a:pt x="0" y="368"/>
                    <a:pt x="234" y="501"/>
                    <a:pt x="467" y="501"/>
                  </a:cubicBezTo>
                  <a:cubicBezTo>
                    <a:pt x="634" y="501"/>
                    <a:pt x="901" y="368"/>
                    <a:pt x="901" y="368"/>
                  </a:cubicBezTo>
                  <a:lnTo>
                    <a:pt x="901" y="134"/>
                  </a:lnTo>
                  <a:cubicBezTo>
                    <a:pt x="901" y="134"/>
                    <a:pt x="634" y="1"/>
                    <a:pt x="467"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07" name="Google Shape;1907;p17"/>
            <p:cNvSpPr/>
            <p:nvPr/>
          </p:nvSpPr>
          <p:spPr>
            <a:xfrm>
              <a:off x="5475750" y="4818325"/>
              <a:ext cx="29200" cy="11425"/>
            </a:xfrm>
            <a:custGeom>
              <a:avLst/>
              <a:gdLst/>
              <a:ahLst/>
              <a:cxnLst/>
              <a:rect l="l" t="t" r="r" b="b"/>
              <a:pathLst>
                <a:path w="1168" h="457" extrusionOk="0">
                  <a:moveTo>
                    <a:pt x="735" y="0"/>
                  </a:moveTo>
                  <a:cubicBezTo>
                    <a:pt x="676" y="0"/>
                    <a:pt x="618" y="6"/>
                    <a:pt x="567" y="23"/>
                  </a:cubicBezTo>
                  <a:cubicBezTo>
                    <a:pt x="467" y="23"/>
                    <a:pt x="334" y="57"/>
                    <a:pt x="201" y="123"/>
                  </a:cubicBezTo>
                  <a:cubicBezTo>
                    <a:pt x="67" y="223"/>
                    <a:pt x="0" y="257"/>
                    <a:pt x="0" y="257"/>
                  </a:cubicBezTo>
                  <a:lnTo>
                    <a:pt x="134" y="457"/>
                  </a:lnTo>
                  <a:lnTo>
                    <a:pt x="634" y="457"/>
                  </a:lnTo>
                  <a:cubicBezTo>
                    <a:pt x="834" y="423"/>
                    <a:pt x="1168" y="257"/>
                    <a:pt x="1168" y="257"/>
                  </a:cubicBezTo>
                  <a:cubicBezTo>
                    <a:pt x="1168" y="226"/>
                    <a:pt x="1139" y="53"/>
                    <a:pt x="1109" y="53"/>
                  </a:cubicBezTo>
                  <a:cubicBezTo>
                    <a:pt x="1106" y="53"/>
                    <a:pt x="1104" y="54"/>
                    <a:pt x="1101" y="57"/>
                  </a:cubicBezTo>
                  <a:cubicBezTo>
                    <a:pt x="1101" y="57"/>
                    <a:pt x="914" y="0"/>
                    <a:pt x="735"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08" name="Google Shape;1908;p17"/>
            <p:cNvSpPr/>
            <p:nvPr/>
          </p:nvSpPr>
          <p:spPr>
            <a:xfrm>
              <a:off x="5509100" y="4832725"/>
              <a:ext cx="13375" cy="13700"/>
            </a:xfrm>
            <a:custGeom>
              <a:avLst/>
              <a:gdLst/>
              <a:ahLst/>
              <a:cxnLst/>
              <a:rect l="l" t="t" r="r" b="b"/>
              <a:pathLst>
                <a:path w="535" h="548" extrusionOk="0">
                  <a:moveTo>
                    <a:pt x="335" y="0"/>
                  </a:moveTo>
                  <a:cubicBezTo>
                    <a:pt x="279" y="0"/>
                    <a:pt x="215" y="24"/>
                    <a:pt x="167" y="48"/>
                  </a:cubicBezTo>
                  <a:cubicBezTo>
                    <a:pt x="34" y="148"/>
                    <a:pt x="1" y="348"/>
                    <a:pt x="1" y="348"/>
                  </a:cubicBezTo>
                  <a:cubicBezTo>
                    <a:pt x="1" y="381"/>
                    <a:pt x="167" y="515"/>
                    <a:pt x="167" y="548"/>
                  </a:cubicBezTo>
                  <a:cubicBezTo>
                    <a:pt x="167" y="548"/>
                    <a:pt x="368" y="515"/>
                    <a:pt x="401" y="481"/>
                  </a:cubicBezTo>
                  <a:cubicBezTo>
                    <a:pt x="468" y="448"/>
                    <a:pt x="534" y="314"/>
                    <a:pt x="534" y="314"/>
                  </a:cubicBezTo>
                  <a:lnTo>
                    <a:pt x="534" y="48"/>
                  </a:lnTo>
                  <a:cubicBezTo>
                    <a:pt x="534" y="48"/>
                    <a:pt x="501" y="14"/>
                    <a:pt x="401" y="14"/>
                  </a:cubicBezTo>
                  <a:cubicBezTo>
                    <a:pt x="381" y="4"/>
                    <a:pt x="359" y="0"/>
                    <a:pt x="335"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09" name="Google Shape;1909;p17"/>
            <p:cNvSpPr/>
            <p:nvPr/>
          </p:nvSpPr>
          <p:spPr>
            <a:xfrm>
              <a:off x="5531625" y="4843900"/>
              <a:ext cx="12525" cy="13375"/>
            </a:xfrm>
            <a:custGeom>
              <a:avLst/>
              <a:gdLst/>
              <a:ahLst/>
              <a:cxnLst/>
              <a:rect l="l" t="t" r="r" b="b"/>
              <a:pathLst>
                <a:path w="501" h="535" extrusionOk="0">
                  <a:moveTo>
                    <a:pt x="334" y="1"/>
                  </a:moveTo>
                  <a:cubicBezTo>
                    <a:pt x="334" y="1"/>
                    <a:pt x="267" y="1"/>
                    <a:pt x="234" y="34"/>
                  </a:cubicBezTo>
                  <a:cubicBezTo>
                    <a:pt x="134" y="68"/>
                    <a:pt x="100" y="68"/>
                    <a:pt x="67" y="101"/>
                  </a:cubicBezTo>
                  <a:cubicBezTo>
                    <a:pt x="0" y="201"/>
                    <a:pt x="0" y="334"/>
                    <a:pt x="0" y="334"/>
                  </a:cubicBezTo>
                  <a:cubicBezTo>
                    <a:pt x="65" y="334"/>
                    <a:pt x="130" y="524"/>
                    <a:pt x="164" y="534"/>
                  </a:cubicBezTo>
                  <a:lnTo>
                    <a:pt x="164" y="534"/>
                  </a:lnTo>
                  <a:cubicBezTo>
                    <a:pt x="158" y="528"/>
                    <a:pt x="404" y="465"/>
                    <a:pt x="467" y="401"/>
                  </a:cubicBezTo>
                  <a:cubicBezTo>
                    <a:pt x="467" y="368"/>
                    <a:pt x="501" y="268"/>
                    <a:pt x="501" y="234"/>
                  </a:cubicBezTo>
                  <a:lnTo>
                    <a:pt x="501" y="168"/>
                  </a:lnTo>
                  <a:lnTo>
                    <a:pt x="334" y="1"/>
                  </a:lnTo>
                  <a:close/>
                  <a:moveTo>
                    <a:pt x="164" y="534"/>
                  </a:moveTo>
                  <a:lnTo>
                    <a:pt x="164" y="534"/>
                  </a:lnTo>
                  <a:cubicBezTo>
                    <a:pt x="165" y="534"/>
                    <a:pt x="166" y="535"/>
                    <a:pt x="167" y="535"/>
                  </a:cubicBezTo>
                  <a:cubicBezTo>
                    <a:pt x="166" y="535"/>
                    <a:pt x="165" y="534"/>
                    <a:pt x="164" y="534"/>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10" name="Google Shape;1910;p17"/>
            <p:cNvSpPr/>
            <p:nvPr/>
          </p:nvSpPr>
          <p:spPr>
            <a:xfrm>
              <a:off x="5647525" y="4824725"/>
              <a:ext cx="23375" cy="25200"/>
            </a:xfrm>
            <a:custGeom>
              <a:avLst/>
              <a:gdLst/>
              <a:ahLst/>
              <a:cxnLst/>
              <a:rect l="l" t="t" r="r" b="b"/>
              <a:pathLst>
                <a:path w="935" h="1008" extrusionOk="0">
                  <a:moveTo>
                    <a:pt x="802" y="1"/>
                  </a:moveTo>
                  <a:cubicBezTo>
                    <a:pt x="802" y="1"/>
                    <a:pt x="701" y="34"/>
                    <a:pt x="601" y="101"/>
                  </a:cubicBezTo>
                  <a:cubicBezTo>
                    <a:pt x="468" y="134"/>
                    <a:pt x="335" y="268"/>
                    <a:pt x="268" y="334"/>
                  </a:cubicBezTo>
                  <a:cubicBezTo>
                    <a:pt x="101" y="534"/>
                    <a:pt x="1" y="868"/>
                    <a:pt x="1" y="868"/>
                  </a:cubicBezTo>
                  <a:cubicBezTo>
                    <a:pt x="1" y="926"/>
                    <a:pt x="125" y="1008"/>
                    <a:pt x="159" y="1008"/>
                  </a:cubicBezTo>
                  <a:cubicBezTo>
                    <a:pt x="165" y="1008"/>
                    <a:pt x="168" y="1006"/>
                    <a:pt x="168" y="1001"/>
                  </a:cubicBezTo>
                  <a:cubicBezTo>
                    <a:pt x="168" y="1001"/>
                    <a:pt x="468" y="801"/>
                    <a:pt x="601" y="634"/>
                  </a:cubicBezTo>
                  <a:cubicBezTo>
                    <a:pt x="668" y="601"/>
                    <a:pt x="701" y="468"/>
                    <a:pt x="802" y="368"/>
                  </a:cubicBezTo>
                  <a:cubicBezTo>
                    <a:pt x="868" y="301"/>
                    <a:pt x="935" y="201"/>
                    <a:pt x="935" y="201"/>
                  </a:cubicBezTo>
                  <a:lnTo>
                    <a:pt x="802" y="1"/>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11" name="Google Shape;1911;p17"/>
            <p:cNvSpPr/>
            <p:nvPr/>
          </p:nvSpPr>
          <p:spPr>
            <a:xfrm>
              <a:off x="5663375" y="4852250"/>
              <a:ext cx="25050" cy="25050"/>
            </a:xfrm>
            <a:custGeom>
              <a:avLst/>
              <a:gdLst/>
              <a:ahLst/>
              <a:cxnLst/>
              <a:rect l="l" t="t" r="r" b="b"/>
              <a:pathLst>
                <a:path w="1002" h="1002" extrusionOk="0">
                  <a:moveTo>
                    <a:pt x="835" y="0"/>
                  </a:moveTo>
                  <a:cubicBezTo>
                    <a:pt x="835" y="0"/>
                    <a:pt x="501" y="167"/>
                    <a:pt x="334" y="334"/>
                  </a:cubicBezTo>
                  <a:cubicBezTo>
                    <a:pt x="168" y="501"/>
                    <a:pt x="1" y="834"/>
                    <a:pt x="1" y="834"/>
                  </a:cubicBezTo>
                  <a:cubicBezTo>
                    <a:pt x="1" y="868"/>
                    <a:pt x="168" y="1001"/>
                    <a:pt x="168" y="1001"/>
                  </a:cubicBezTo>
                  <a:cubicBezTo>
                    <a:pt x="168" y="1001"/>
                    <a:pt x="501" y="834"/>
                    <a:pt x="668" y="668"/>
                  </a:cubicBezTo>
                  <a:cubicBezTo>
                    <a:pt x="835" y="501"/>
                    <a:pt x="1001" y="167"/>
                    <a:pt x="1001" y="167"/>
                  </a:cubicBezTo>
                  <a:lnTo>
                    <a:pt x="835" y="0"/>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12" name="Google Shape;1912;p17"/>
            <p:cNvSpPr/>
            <p:nvPr/>
          </p:nvSpPr>
          <p:spPr>
            <a:xfrm>
              <a:off x="5685075" y="4871425"/>
              <a:ext cx="17525" cy="27550"/>
            </a:xfrm>
            <a:custGeom>
              <a:avLst/>
              <a:gdLst/>
              <a:ahLst/>
              <a:cxnLst/>
              <a:rect l="l" t="t" r="r" b="b"/>
              <a:pathLst>
                <a:path w="701" h="1102" extrusionOk="0">
                  <a:moveTo>
                    <a:pt x="434" y="1"/>
                  </a:moveTo>
                  <a:cubicBezTo>
                    <a:pt x="434" y="67"/>
                    <a:pt x="367" y="101"/>
                    <a:pt x="334" y="167"/>
                  </a:cubicBezTo>
                  <a:cubicBezTo>
                    <a:pt x="300" y="234"/>
                    <a:pt x="200" y="334"/>
                    <a:pt x="167" y="434"/>
                  </a:cubicBezTo>
                  <a:cubicBezTo>
                    <a:pt x="133" y="501"/>
                    <a:pt x="100" y="634"/>
                    <a:pt x="33" y="768"/>
                  </a:cubicBezTo>
                  <a:cubicBezTo>
                    <a:pt x="0" y="901"/>
                    <a:pt x="0" y="968"/>
                    <a:pt x="0" y="968"/>
                  </a:cubicBezTo>
                  <a:cubicBezTo>
                    <a:pt x="29" y="997"/>
                    <a:pt x="162" y="1079"/>
                    <a:pt x="171" y="1097"/>
                  </a:cubicBezTo>
                  <a:lnTo>
                    <a:pt x="171" y="1097"/>
                  </a:lnTo>
                  <a:lnTo>
                    <a:pt x="300" y="968"/>
                  </a:lnTo>
                  <a:cubicBezTo>
                    <a:pt x="367" y="901"/>
                    <a:pt x="500" y="768"/>
                    <a:pt x="534" y="668"/>
                  </a:cubicBezTo>
                  <a:cubicBezTo>
                    <a:pt x="634" y="568"/>
                    <a:pt x="667" y="401"/>
                    <a:pt x="667" y="268"/>
                  </a:cubicBezTo>
                  <a:cubicBezTo>
                    <a:pt x="701" y="134"/>
                    <a:pt x="667" y="1"/>
                    <a:pt x="667" y="1"/>
                  </a:cubicBezTo>
                  <a:close/>
                  <a:moveTo>
                    <a:pt x="171" y="1097"/>
                  </a:moveTo>
                  <a:lnTo>
                    <a:pt x="167" y="1101"/>
                  </a:lnTo>
                  <a:cubicBezTo>
                    <a:pt x="171" y="1101"/>
                    <a:pt x="172" y="1100"/>
                    <a:pt x="171" y="1097"/>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13" name="Google Shape;1913;p17"/>
            <p:cNvSpPr/>
            <p:nvPr/>
          </p:nvSpPr>
          <p:spPr>
            <a:xfrm>
              <a:off x="5697575" y="4900625"/>
              <a:ext cx="16700" cy="31700"/>
            </a:xfrm>
            <a:custGeom>
              <a:avLst/>
              <a:gdLst/>
              <a:ahLst/>
              <a:cxnLst/>
              <a:rect l="l" t="t" r="r" b="b"/>
              <a:pathLst>
                <a:path w="668" h="1268" extrusionOk="0">
                  <a:moveTo>
                    <a:pt x="467" y="0"/>
                  </a:moveTo>
                  <a:cubicBezTo>
                    <a:pt x="467" y="0"/>
                    <a:pt x="201" y="300"/>
                    <a:pt x="100" y="567"/>
                  </a:cubicBezTo>
                  <a:cubicBezTo>
                    <a:pt x="0" y="767"/>
                    <a:pt x="0" y="1168"/>
                    <a:pt x="0" y="1168"/>
                  </a:cubicBezTo>
                  <a:cubicBezTo>
                    <a:pt x="0" y="1168"/>
                    <a:pt x="157" y="1246"/>
                    <a:pt x="170" y="1264"/>
                  </a:cubicBezTo>
                  <a:lnTo>
                    <a:pt x="170" y="1264"/>
                  </a:lnTo>
                  <a:cubicBezTo>
                    <a:pt x="199" y="1227"/>
                    <a:pt x="438" y="922"/>
                    <a:pt x="501" y="734"/>
                  </a:cubicBezTo>
                  <a:cubicBezTo>
                    <a:pt x="634" y="501"/>
                    <a:pt x="668" y="134"/>
                    <a:pt x="668" y="134"/>
                  </a:cubicBezTo>
                  <a:lnTo>
                    <a:pt x="467" y="0"/>
                  </a:lnTo>
                  <a:close/>
                  <a:moveTo>
                    <a:pt x="170" y="1264"/>
                  </a:moveTo>
                  <a:cubicBezTo>
                    <a:pt x="168" y="1266"/>
                    <a:pt x="167" y="1268"/>
                    <a:pt x="167" y="1268"/>
                  </a:cubicBezTo>
                  <a:cubicBezTo>
                    <a:pt x="171" y="1268"/>
                    <a:pt x="172" y="1266"/>
                    <a:pt x="170" y="1264"/>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14" name="Google Shape;1914;p17"/>
            <p:cNvSpPr/>
            <p:nvPr/>
          </p:nvSpPr>
          <p:spPr>
            <a:xfrm>
              <a:off x="5731775" y="4923975"/>
              <a:ext cx="12525" cy="25025"/>
            </a:xfrm>
            <a:custGeom>
              <a:avLst/>
              <a:gdLst/>
              <a:ahLst/>
              <a:cxnLst/>
              <a:rect l="l" t="t" r="r" b="b"/>
              <a:pathLst>
                <a:path w="501" h="1001" extrusionOk="0">
                  <a:moveTo>
                    <a:pt x="300" y="0"/>
                  </a:moveTo>
                  <a:cubicBezTo>
                    <a:pt x="300" y="0"/>
                    <a:pt x="267" y="67"/>
                    <a:pt x="167" y="167"/>
                  </a:cubicBezTo>
                  <a:cubicBezTo>
                    <a:pt x="133" y="234"/>
                    <a:pt x="100" y="367"/>
                    <a:pt x="33" y="467"/>
                  </a:cubicBezTo>
                  <a:cubicBezTo>
                    <a:pt x="0" y="634"/>
                    <a:pt x="100" y="901"/>
                    <a:pt x="100" y="901"/>
                  </a:cubicBezTo>
                  <a:cubicBezTo>
                    <a:pt x="100" y="968"/>
                    <a:pt x="300" y="1001"/>
                    <a:pt x="300" y="1001"/>
                  </a:cubicBezTo>
                  <a:cubicBezTo>
                    <a:pt x="300" y="1001"/>
                    <a:pt x="467" y="701"/>
                    <a:pt x="500" y="534"/>
                  </a:cubicBezTo>
                  <a:lnTo>
                    <a:pt x="500" y="300"/>
                  </a:lnTo>
                  <a:lnTo>
                    <a:pt x="500" y="134"/>
                  </a:lnTo>
                  <a:cubicBezTo>
                    <a:pt x="500" y="67"/>
                    <a:pt x="300" y="0"/>
                    <a:pt x="300"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15" name="Google Shape;1915;p17"/>
            <p:cNvSpPr/>
            <p:nvPr/>
          </p:nvSpPr>
          <p:spPr>
            <a:xfrm>
              <a:off x="5846000" y="5270050"/>
              <a:ext cx="17550" cy="21100"/>
            </a:xfrm>
            <a:custGeom>
              <a:avLst/>
              <a:gdLst/>
              <a:ahLst/>
              <a:cxnLst/>
              <a:rect l="l" t="t" r="r" b="b"/>
              <a:pathLst>
                <a:path w="702" h="844" extrusionOk="0">
                  <a:moveTo>
                    <a:pt x="568" y="0"/>
                  </a:moveTo>
                  <a:lnTo>
                    <a:pt x="401" y="67"/>
                  </a:lnTo>
                  <a:cubicBezTo>
                    <a:pt x="335" y="134"/>
                    <a:pt x="234" y="201"/>
                    <a:pt x="168" y="301"/>
                  </a:cubicBezTo>
                  <a:cubicBezTo>
                    <a:pt x="34" y="467"/>
                    <a:pt x="1" y="734"/>
                    <a:pt x="1" y="734"/>
                  </a:cubicBezTo>
                  <a:cubicBezTo>
                    <a:pt x="1" y="789"/>
                    <a:pt x="112" y="843"/>
                    <a:pt x="153" y="843"/>
                  </a:cubicBezTo>
                  <a:cubicBezTo>
                    <a:pt x="162" y="843"/>
                    <a:pt x="168" y="840"/>
                    <a:pt x="168" y="834"/>
                  </a:cubicBezTo>
                  <a:cubicBezTo>
                    <a:pt x="168" y="834"/>
                    <a:pt x="401" y="668"/>
                    <a:pt x="501" y="534"/>
                  </a:cubicBezTo>
                  <a:cubicBezTo>
                    <a:pt x="535" y="501"/>
                    <a:pt x="568" y="401"/>
                    <a:pt x="601" y="334"/>
                  </a:cubicBezTo>
                  <a:cubicBezTo>
                    <a:pt x="668" y="234"/>
                    <a:pt x="702" y="201"/>
                    <a:pt x="702" y="201"/>
                  </a:cubicBezTo>
                  <a:lnTo>
                    <a:pt x="568" y="0"/>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16" name="Google Shape;1916;p17"/>
            <p:cNvSpPr/>
            <p:nvPr/>
          </p:nvSpPr>
          <p:spPr>
            <a:xfrm>
              <a:off x="5879375" y="5275875"/>
              <a:ext cx="16700" cy="20875"/>
            </a:xfrm>
            <a:custGeom>
              <a:avLst/>
              <a:gdLst/>
              <a:ahLst/>
              <a:cxnLst/>
              <a:rect l="l" t="t" r="r" b="b"/>
              <a:pathLst>
                <a:path w="668" h="835" extrusionOk="0">
                  <a:moveTo>
                    <a:pt x="501" y="1"/>
                  </a:moveTo>
                  <a:cubicBezTo>
                    <a:pt x="501" y="1"/>
                    <a:pt x="434" y="68"/>
                    <a:pt x="367" y="101"/>
                  </a:cubicBezTo>
                  <a:cubicBezTo>
                    <a:pt x="267" y="134"/>
                    <a:pt x="167" y="234"/>
                    <a:pt x="100" y="301"/>
                  </a:cubicBezTo>
                  <a:cubicBezTo>
                    <a:pt x="34" y="435"/>
                    <a:pt x="0" y="735"/>
                    <a:pt x="0" y="735"/>
                  </a:cubicBezTo>
                  <a:cubicBezTo>
                    <a:pt x="0" y="735"/>
                    <a:pt x="167" y="835"/>
                    <a:pt x="200" y="835"/>
                  </a:cubicBezTo>
                  <a:cubicBezTo>
                    <a:pt x="200" y="835"/>
                    <a:pt x="434" y="668"/>
                    <a:pt x="534" y="568"/>
                  </a:cubicBezTo>
                  <a:cubicBezTo>
                    <a:pt x="567" y="501"/>
                    <a:pt x="567" y="435"/>
                    <a:pt x="601" y="334"/>
                  </a:cubicBezTo>
                  <a:cubicBezTo>
                    <a:pt x="667" y="268"/>
                    <a:pt x="667" y="168"/>
                    <a:pt x="667" y="168"/>
                  </a:cubicBezTo>
                  <a:lnTo>
                    <a:pt x="501" y="1"/>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17" name="Google Shape;1917;p17"/>
            <p:cNvSpPr/>
            <p:nvPr/>
          </p:nvSpPr>
          <p:spPr>
            <a:xfrm>
              <a:off x="5902725" y="5285900"/>
              <a:ext cx="20025" cy="30050"/>
            </a:xfrm>
            <a:custGeom>
              <a:avLst/>
              <a:gdLst/>
              <a:ahLst/>
              <a:cxnLst/>
              <a:rect l="l" t="t" r="r" b="b"/>
              <a:pathLst>
                <a:path w="801" h="1202" extrusionOk="0">
                  <a:moveTo>
                    <a:pt x="601" y="0"/>
                  </a:moveTo>
                  <a:cubicBezTo>
                    <a:pt x="601" y="0"/>
                    <a:pt x="301" y="267"/>
                    <a:pt x="167" y="501"/>
                  </a:cubicBezTo>
                  <a:cubicBezTo>
                    <a:pt x="67" y="701"/>
                    <a:pt x="0" y="1101"/>
                    <a:pt x="0" y="1101"/>
                  </a:cubicBezTo>
                  <a:cubicBezTo>
                    <a:pt x="0" y="1101"/>
                    <a:pt x="234" y="1201"/>
                    <a:pt x="267" y="1201"/>
                  </a:cubicBezTo>
                  <a:cubicBezTo>
                    <a:pt x="267" y="1201"/>
                    <a:pt x="501" y="901"/>
                    <a:pt x="601" y="701"/>
                  </a:cubicBezTo>
                  <a:cubicBezTo>
                    <a:pt x="734" y="501"/>
                    <a:pt x="801" y="100"/>
                    <a:pt x="801" y="100"/>
                  </a:cubicBezTo>
                  <a:lnTo>
                    <a:pt x="601" y="0"/>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18" name="Google Shape;1918;p17"/>
            <p:cNvSpPr/>
            <p:nvPr/>
          </p:nvSpPr>
          <p:spPr>
            <a:xfrm>
              <a:off x="6064500" y="5179975"/>
              <a:ext cx="25875" cy="23375"/>
            </a:xfrm>
            <a:custGeom>
              <a:avLst/>
              <a:gdLst/>
              <a:ahLst/>
              <a:cxnLst/>
              <a:rect l="l" t="t" r="r" b="b"/>
              <a:pathLst>
                <a:path w="1035" h="935" extrusionOk="0">
                  <a:moveTo>
                    <a:pt x="935" y="1"/>
                  </a:moveTo>
                  <a:cubicBezTo>
                    <a:pt x="935" y="1"/>
                    <a:pt x="534" y="101"/>
                    <a:pt x="334" y="268"/>
                  </a:cubicBezTo>
                  <a:cubicBezTo>
                    <a:pt x="167" y="434"/>
                    <a:pt x="1" y="801"/>
                    <a:pt x="1" y="801"/>
                  </a:cubicBezTo>
                  <a:cubicBezTo>
                    <a:pt x="1" y="801"/>
                    <a:pt x="167" y="935"/>
                    <a:pt x="201" y="935"/>
                  </a:cubicBezTo>
                  <a:cubicBezTo>
                    <a:pt x="201" y="935"/>
                    <a:pt x="501" y="768"/>
                    <a:pt x="668" y="635"/>
                  </a:cubicBezTo>
                  <a:cubicBezTo>
                    <a:pt x="801" y="501"/>
                    <a:pt x="1035" y="234"/>
                    <a:pt x="1035" y="234"/>
                  </a:cubicBezTo>
                  <a:lnTo>
                    <a:pt x="935" y="1"/>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19" name="Google Shape;1919;p17"/>
            <p:cNvSpPr/>
            <p:nvPr/>
          </p:nvSpPr>
          <p:spPr>
            <a:xfrm>
              <a:off x="6080350" y="5203325"/>
              <a:ext cx="24200" cy="25050"/>
            </a:xfrm>
            <a:custGeom>
              <a:avLst/>
              <a:gdLst/>
              <a:ahLst/>
              <a:cxnLst/>
              <a:rect l="l" t="t" r="r" b="b"/>
              <a:pathLst>
                <a:path w="968" h="1002" extrusionOk="0">
                  <a:moveTo>
                    <a:pt x="734" y="1"/>
                  </a:moveTo>
                  <a:cubicBezTo>
                    <a:pt x="734" y="1"/>
                    <a:pt x="401" y="168"/>
                    <a:pt x="301" y="334"/>
                  </a:cubicBezTo>
                  <a:cubicBezTo>
                    <a:pt x="167" y="501"/>
                    <a:pt x="0" y="835"/>
                    <a:pt x="0" y="835"/>
                  </a:cubicBezTo>
                  <a:cubicBezTo>
                    <a:pt x="0" y="835"/>
                    <a:pt x="167" y="968"/>
                    <a:pt x="201" y="1002"/>
                  </a:cubicBezTo>
                  <a:cubicBezTo>
                    <a:pt x="201" y="1002"/>
                    <a:pt x="534" y="835"/>
                    <a:pt x="668" y="668"/>
                  </a:cubicBezTo>
                  <a:cubicBezTo>
                    <a:pt x="801" y="501"/>
                    <a:pt x="968" y="168"/>
                    <a:pt x="968" y="168"/>
                  </a:cubicBezTo>
                  <a:cubicBezTo>
                    <a:pt x="968" y="134"/>
                    <a:pt x="734" y="1"/>
                    <a:pt x="734"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20" name="Google Shape;1920;p17"/>
            <p:cNvSpPr/>
            <p:nvPr/>
          </p:nvSpPr>
          <p:spPr>
            <a:xfrm>
              <a:off x="6100350" y="5230025"/>
              <a:ext cx="18375" cy="19200"/>
            </a:xfrm>
            <a:custGeom>
              <a:avLst/>
              <a:gdLst/>
              <a:ahLst/>
              <a:cxnLst/>
              <a:rect l="l" t="t" r="r" b="b"/>
              <a:pathLst>
                <a:path w="735" h="768" extrusionOk="0">
                  <a:moveTo>
                    <a:pt x="535" y="0"/>
                  </a:moveTo>
                  <a:cubicBezTo>
                    <a:pt x="535" y="0"/>
                    <a:pt x="268" y="100"/>
                    <a:pt x="201" y="234"/>
                  </a:cubicBezTo>
                  <a:cubicBezTo>
                    <a:pt x="68" y="334"/>
                    <a:pt x="1" y="601"/>
                    <a:pt x="1" y="601"/>
                  </a:cubicBezTo>
                  <a:cubicBezTo>
                    <a:pt x="1" y="601"/>
                    <a:pt x="101" y="767"/>
                    <a:pt x="201" y="767"/>
                  </a:cubicBezTo>
                  <a:cubicBezTo>
                    <a:pt x="201" y="767"/>
                    <a:pt x="435" y="667"/>
                    <a:pt x="568" y="567"/>
                  </a:cubicBezTo>
                  <a:cubicBezTo>
                    <a:pt x="668" y="434"/>
                    <a:pt x="735" y="134"/>
                    <a:pt x="735" y="134"/>
                  </a:cubicBezTo>
                  <a:lnTo>
                    <a:pt x="535" y="0"/>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21" name="Google Shape;1921;p17"/>
            <p:cNvSpPr/>
            <p:nvPr/>
          </p:nvSpPr>
          <p:spPr>
            <a:xfrm>
              <a:off x="6111200" y="5261700"/>
              <a:ext cx="12525" cy="16700"/>
            </a:xfrm>
            <a:custGeom>
              <a:avLst/>
              <a:gdLst/>
              <a:ahLst/>
              <a:cxnLst/>
              <a:rect l="l" t="t" r="r" b="b"/>
              <a:pathLst>
                <a:path w="501" h="668" extrusionOk="0">
                  <a:moveTo>
                    <a:pt x="334" y="1"/>
                  </a:moveTo>
                  <a:cubicBezTo>
                    <a:pt x="334" y="1"/>
                    <a:pt x="267" y="1"/>
                    <a:pt x="234" y="34"/>
                  </a:cubicBezTo>
                  <a:lnTo>
                    <a:pt x="67" y="201"/>
                  </a:lnTo>
                  <a:cubicBezTo>
                    <a:pt x="1" y="234"/>
                    <a:pt x="1" y="334"/>
                    <a:pt x="1" y="368"/>
                  </a:cubicBezTo>
                  <a:lnTo>
                    <a:pt x="1" y="501"/>
                  </a:lnTo>
                  <a:cubicBezTo>
                    <a:pt x="1" y="535"/>
                    <a:pt x="167" y="668"/>
                    <a:pt x="167" y="668"/>
                  </a:cubicBezTo>
                  <a:cubicBezTo>
                    <a:pt x="167" y="668"/>
                    <a:pt x="267" y="668"/>
                    <a:pt x="301" y="635"/>
                  </a:cubicBezTo>
                  <a:lnTo>
                    <a:pt x="468" y="468"/>
                  </a:lnTo>
                  <a:cubicBezTo>
                    <a:pt x="501" y="401"/>
                    <a:pt x="501" y="334"/>
                    <a:pt x="501" y="301"/>
                  </a:cubicBezTo>
                  <a:lnTo>
                    <a:pt x="501" y="168"/>
                  </a:lnTo>
                  <a:lnTo>
                    <a:pt x="334" y="1"/>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22" name="Google Shape;1922;p17"/>
            <p:cNvSpPr/>
            <p:nvPr/>
          </p:nvSpPr>
          <p:spPr>
            <a:xfrm>
              <a:off x="6130375" y="5282550"/>
              <a:ext cx="15875" cy="19775"/>
            </a:xfrm>
            <a:custGeom>
              <a:avLst/>
              <a:gdLst/>
              <a:ahLst/>
              <a:cxnLst/>
              <a:rect l="l" t="t" r="r" b="b"/>
              <a:pathLst>
                <a:path w="635" h="791" extrusionOk="0">
                  <a:moveTo>
                    <a:pt x="368" y="1"/>
                  </a:moveTo>
                  <a:cubicBezTo>
                    <a:pt x="368" y="1"/>
                    <a:pt x="201" y="168"/>
                    <a:pt x="134" y="301"/>
                  </a:cubicBezTo>
                  <a:cubicBezTo>
                    <a:pt x="34" y="468"/>
                    <a:pt x="1" y="735"/>
                    <a:pt x="1" y="735"/>
                  </a:cubicBezTo>
                  <a:cubicBezTo>
                    <a:pt x="1" y="735"/>
                    <a:pt x="113" y="791"/>
                    <a:pt x="170" y="791"/>
                  </a:cubicBezTo>
                  <a:cubicBezTo>
                    <a:pt x="188" y="791"/>
                    <a:pt x="201" y="785"/>
                    <a:pt x="201" y="768"/>
                  </a:cubicBezTo>
                  <a:cubicBezTo>
                    <a:pt x="201" y="768"/>
                    <a:pt x="468" y="635"/>
                    <a:pt x="535" y="501"/>
                  </a:cubicBezTo>
                  <a:cubicBezTo>
                    <a:pt x="568" y="401"/>
                    <a:pt x="635" y="334"/>
                    <a:pt x="635" y="201"/>
                  </a:cubicBezTo>
                  <a:lnTo>
                    <a:pt x="635" y="34"/>
                  </a:lnTo>
                  <a:lnTo>
                    <a:pt x="368" y="1"/>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23" name="Google Shape;1923;p17"/>
            <p:cNvSpPr/>
            <p:nvPr/>
          </p:nvSpPr>
          <p:spPr>
            <a:xfrm>
              <a:off x="6139550" y="5311750"/>
              <a:ext cx="13375" cy="16700"/>
            </a:xfrm>
            <a:custGeom>
              <a:avLst/>
              <a:gdLst/>
              <a:ahLst/>
              <a:cxnLst/>
              <a:rect l="l" t="t" r="r" b="b"/>
              <a:pathLst>
                <a:path w="535" h="668" extrusionOk="0">
                  <a:moveTo>
                    <a:pt x="334" y="0"/>
                  </a:moveTo>
                  <a:cubicBezTo>
                    <a:pt x="334" y="0"/>
                    <a:pt x="168" y="67"/>
                    <a:pt x="101" y="200"/>
                  </a:cubicBezTo>
                  <a:cubicBezTo>
                    <a:pt x="1" y="300"/>
                    <a:pt x="1" y="534"/>
                    <a:pt x="1" y="534"/>
                  </a:cubicBezTo>
                  <a:cubicBezTo>
                    <a:pt x="1" y="534"/>
                    <a:pt x="168" y="667"/>
                    <a:pt x="201" y="667"/>
                  </a:cubicBezTo>
                  <a:cubicBezTo>
                    <a:pt x="201" y="667"/>
                    <a:pt x="368" y="567"/>
                    <a:pt x="468" y="467"/>
                  </a:cubicBezTo>
                  <a:cubicBezTo>
                    <a:pt x="534" y="367"/>
                    <a:pt x="534" y="134"/>
                    <a:pt x="534" y="134"/>
                  </a:cubicBezTo>
                  <a:lnTo>
                    <a:pt x="334" y="0"/>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24" name="Google Shape;1924;p17"/>
            <p:cNvSpPr/>
            <p:nvPr/>
          </p:nvSpPr>
          <p:spPr>
            <a:xfrm>
              <a:off x="6164575" y="5332600"/>
              <a:ext cx="15025" cy="25650"/>
            </a:xfrm>
            <a:custGeom>
              <a:avLst/>
              <a:gdLst/>
              <a:ahLst/>
              <a:cxnLst/>
              <a:rect l="l" t="t" r="r" b="b"/>
              <a:pathLst>
                <a:path w="601" h="1026" extrusionOk="0">
                  <a:moveTo>
                    <a:pt x="234" y="0"/>
                  </a:moveTo>
                  <a:lnTo>
                    <a:pt x="167" y="167"/>
                  </a:lnTo>
                  <a:cubicBezTo>
                    <a:pt x="134" y="234"/>
                    <a:pt x="34" y="367"/>
                    <a:pt x="34" y="467"/>
                  </a:cubicBezTo>
                  <a:cubicBezTo>
                    <a:pt x="34" y="534"/>
                    <a:pt x="0" y="667"/>
                    <a:pt x="34" y="801"/>
                  </a:cubicBezTo>
                  <a:cubicBezTo>
                    <a:pt x="34" y="901"/>
                    <a:pt x="101" y="1001"/>
                    <a:pt x="101" y="1001"/>
                  </a:cubicBezTo>
                  <a:cubicBezTo>
                    <a:pt x="101" y="1018"/>
                    <a:pt x="151" y="1026"/>
                    <a:pt x="205" y="1026"/>
                  </a:cubicBezTo>
                  <a:cubicBezTo>
                    <a:pt x="259" y="1026"/>
                    <a:pt x="317" y="1018"/>
                    <a:pt x="334" y="1001"/>
                  </a:cubicBezTo>
                  <a:lnTo>
                    <a:pt x="434" y="834"/>
                  </a:lnTo>
                  <a:cubicBezTo>
                    <a:pt x="467" y="734"/>
                    <a:pt x="534" y="634"/>
                    <a:pt x="534" y="534"/>
                  </a:cubicBezTo>
                  <a:cubicBezTo>
                    <a:pt x="534" y="467"/>
                    <a:pt x="601" y="334"/>
                    <a:pt x="534" y="200"/>
                  </a:cubicBezTo>
                  <a:cubicBezTo>
                    <a:pt x="534" y="67"/>
                    <a:pt x="501" y="0"/>
                    <a:pt x="501"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25" name="Google Shape;1925;p17"/>
            <p:cNvSpPr/>
            <p:nvPr/>
          </p:nvSpPr>
          <p:spPr>
            <a:xfrm>
              <a:off x="3478625" y="4820250"/>
              <a:ext cx="241725" cy="108800"/>
            </a:xfrm>
            <a:custGeom>
              <a:avLst/>
              <a:gdLst/>
              <a:ahLst/>
              <a:cxnLst/>
              <a:rect l="l" t="t" r="r" b="b"/>
              <a:pathLst>
                <a:path w="9669" h="4352" extrusionOk="0">
                  <a:moveTo>
                    <a:pt x="9381" y="1"/>
                  </a:moveTo>
                  <a:cubicBezTo>
                    <a:pt x="9346" y="1"/>
                    <a:pt x="9317" y="5"/>
                    <a:pt x="9302" y="13"/>
                  </a:cubicBezTo>
                  <a:cubicBezTo>
                    <a:pt x="9302" y="13"/>
                    <a:pt x="9302" y="80"/>
                    <a:pt x="9235" y="180"/>
                  </a:cubicBezTo>
                  <a:cubicBezTo>
                    <a:pt x="9235" y="313"/>
                    <a:pt x="9202" y="447"/>
                    <a:pt x="9168" y="580"/>
                  </a:cubicBezTo>
                  <a:cubicBezTo>
                    <a:pt x="9068" y="914"/>
                    <a:pt x="8901" y="1414"/>
                    <a:pt x="8668" y="1881"/>
                  </a:cubicBezTo>
                  <a:cubicBezTo>
                    <a:pt x="8368" y="2348"/>
                    <a:pt x="7967" y="2815"/>
                    <a:pt x="7467" y="3048"/>
                  </a:cubicBezTo>
                  <a:cubicBezTo>
                    <a:pt x="6967" y="3315"/>
                    <a:pt x="6366" y="3415"/>
                    <a:pt x="5833" y="3482"/>
                  </a:cubicBezTo>
                  <a:cubicBezTo>
                    <a:pt x="4798" y="3615"/>
                    <a:pt x="3331" y="3515"/>
                    <a:pt x="2163" y="3615"/>
                  </a:cubicBezTo>
                  <a:cubicBezTo>
                    <a:pt x="1563" y="3649"/>
                    <a:pt x="1062" y="3716"/>
                    <a:pt x="696" y="3816"/>
                  </a:cubicBezTo>
                  <a:cubicBezTo>
                    <a:pt x="329" y="3882"/>
                    <a:pt x="128" y="3982"/>
                    <a:pt x="128" y="3982"/>
                  </a:cubicBezTo>
                  <a:cubicBezTo>
                    <a:pt x="1" y="4014"/>
                    <a:pt x="56" y="4351"/>
                    <a:pt x="178" y="4351"/>
                  </a:cubicBezTo>
                  <a:cubicBezTo>
                    <a:pt x="184" y="4351"/>
                    <a:pt x="189" y="4351"/>
                    <a:pt x="195" y="4349"/>
                  </a:cubicBezTo>
                  <a:cubicBezTo>
                    <a:pt x="195" y="4349"/>
                    <a:pt x="395" y="4316"/>
                    <a:pt x="729" y="4249"/>
                  </a:cubicBezTo>
                  <a:cubicBezTo>
                    <a:pt x="1129" y="4216"/>
                    <a:pt x="1563" y="4183"/>
                    <a:pt x="2163" y="4183"/>
                  </a:cubicBezTo>
                  <a:cubicBezTo>
                    <a:pt x="2982" y="4207"/>
                    <a:pt x="3957" y="4300"/>
                    <a:pt x="4876" y="4300"/>
                  </a:cubicBezTo>
                  <a:cubicBezTo>
                    <a:pt x="5229" y="4300"/>
                    <a:pt x="5575" y="4286"/>
                    <a:pt x="5899" y="4249"/>
                  </a:cubicBezTo>
                  <a:cubicBezTo>
                    <a:pt x="6500" y="4183"/>
                    <a:pt x="7167" y="4049"/>
                    <a:pt x="7801" y="3682"/>
                  </a:cubicBezTo>
                  <a:cubicBezTo>
                    <a:pt x="8368" y="3315"/>
                    <a:pt x="8868" y="2715"/>
                    <a:pt x="9135" y="2181"/>
                  </a:cubicBezTo>
                  <a:cubicBezTo>
                    <a:pt x="9402" y="1614"/>
                    <a:pt x="9502" y="1080"/>
                    <a:pt x="9569" y="713"/>
                  </a:cubicBezTo>
                  <a:cubicBezTo>
                    <a:pt x="9635" y="547"/>
                    <a:pt x="9669" y="380"/>
                    <a:pt x="9669" y="313"/>
                  </a:cubicBezTo>
                  <a:lnTo>
                    <a:pt x="9669" y="146"/>
                  </a:lnTo>
                  <a:cubicBezTo>
                    <a:pt x="9669" y="44"/>
                    <a:pt x="9493" y="1"/>
                    <a:pt x="9381"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26" name="Google Shape;1926;p17"/>
            <p:cNvSpPr/>
            <p:nvPr/>
          </p:nvSpPr>
          <p:spPr>
            <a:xfrm>
              <a:off x="4719875" y="4004150"/>
              <a:ext cx="730050" cy="482700"/>
            </a:xfrm>
            <a:custGeom>
              <a:avLst/>
              <a:gdLst/>
              <a:ahLst/>
              <a:cxnLst/>
              <a:rect l="l" t="t" r="r" b="b"/>
              <a:pathLst>
                <a:path w="29202" h="19308" extrusionOk="0">
                  <a:moveTo>
                    <a:pt x="28734" y="0"/>
                  </a:moveTo>
                  <a:cubicBezTo>
                    <a:pt x="28734" y="0"/>
                    <a:pt x="28568" y="34"/>
                    <a:pt x="28234" y="100"/>
                  </a:cubicBezTo>
                  <a:cubicBezTo>
                    <a:pt x="28067" y="100"/>
                    <a:pt x="27834" y="167"/>
                    <a:pt x="27634" y="200"/>
                  </a:cubicBezTo>
                  <a:cubicBezTo>
                    <a:pt x="27400" y="267"/>
                    <a:pt x="27167" y="367"/>
                    <a:pt x="26900" y="467"/>
                  </a:cubicBezTo>
                  <a:cubicBezTo>
                    <a:pt x="26399" y="701"/>
                    <a:pt x="25766" y="1034"/>
                    <a:pt x="25165" y="1601"/>
                  </a:cubicBezTo>
                  <a:cubicBezTo>
                    <a:pt x="24598" y="2102"/>
                    <a:pt x="24064" y="2769"/>
                    <a:pt x="23464" y="3436"/>
                  </a:cubicBezTo>
                  <a:cubicBezTo>
                    <a:pt x="22897" y="4103"/>
                    <a:pt x="22230" y="4770"/>
                    <a:pt x="21429" y="5271"/>
                  </a:cubicBezTo>
                  <a:lnTo>
                    <a:pt x="20795" y="5638"/>
                  </a:lnTo>
                  <a:lnTo>
                    <a:pt x="20495" y="5838"/>
                  </a:lnTo>
                  <a:lnTo>
                    <a:pt x="20162" y="6004"/>
                  </a:lnTo>
                  <a:lnTo>
                    <a:pt x="19561" y="6338"/>
                  </a:lnTo>
                  <a:lnTo>
                    <a:pt x="18894" y="6605"/>
                  </a:lnTo>
                  <a:cubicBezTo>
                    <a:pt x="17993" y="6938"/>
                    <a:pt x="17059" y="7105"/>
                    <a:pt x="16092" y="7272"/>
                  </a:cubicBezTo>
                  <a:cubicBezTo>
                    <a:pt x="15592" y="7339"/>
                    <a:pt x="15125" y="7439"/>
                    <a:pt x="14658" y="7506"/>
                  </a:cubicBezTo>
                  <a:cubicBezTo>
                    <a:pt x="14224" y="7639"/>
                    <a:pt x="13757" y="7706"/>
                    <a:pt x="13323" y="7806"/>
                  </a:cubicBezTo>
                  <a:cubicBezTo>
                    <a:pt x="11622" y="8206"/>
                    <a:pt x="9721" y="8873"/>
                    <a:pt x="7919" y="9841"/>
                  </a:cubicBezTo>
                  <a:cubicBezTo>
                    <a:pt x="6118" y="10808"/>
                    <a:pt x="4450" y="12109"/>
                    <a:pt x="3283" y="13476"/>
                  </a:cubicBezTo>
                  <a:cubicBezTo>
                    <a:pt x="2082" y="14844"/>
                    <a:pt x="1281" y="16278"/>
                    <a:pt x="781" y="17279"/>
                  </a:cubicBezTo>
                  <a:cubicBezTo>
                    <a:pt x="648" y="17546"/>
                    <a:pt x="548" y="17780"/>
                    <a:pt x="447" y="17980"/>
                  </a:cubicBezTo>
                  <a:cubicBezTo>
                    <a:pt x="381" y="18180"/>
                    <a:pt x="281" y="18380"/>
                    <a:pt x="247" y="18513"/>
                  </a:cubicBezTo>
                  <a:cubicBezTo>
                    <a:pt x="147" y="18814"/>
                    <a:pt x="81" y="18980"/>
                    <a:pt x="81" y="18980"/>
                  </a:cubicBezTo>
                  <a:cubicBezTo>
                    <a:pt x="1" y="19179"/>
                    <a:pt x="76" y="19307"/>
                    <a:pt x="184" y="19307"/>
                  </a:cubicBezTo>
                  <a:cubicBezTo>
                    <a:pt x="258" y="19307"/>
                    <a:pt x="347" y="19249"/>
                    <a:pt x="414" y="19114"/>
                  </a:cubicBezTo>
                  <a:cubicBezTo>
                    <a:pt x="414" y="19114"/>
                    <a:pt x="481" y="18980"/>
                    <a:pt x="614" y="18680"/>
                  </a:cubicBezTo>
                  <a:cubicBezTo>
                    <a:pt x="714" y="18547"/>
                    <a:pt x="781" y="18380"/>
                    <a:pt x="881" y="18180"/>
                  </a:cubicBezTo>
                  <a:cubicBezTo>
                    <a:pt x="948" y="17980"/>
                    <a:pt x="1081" y="17780"/>
                    <a:pt x="1215" y="17513"/>
                  </a:cubicBezTo>
                  <a:cubicBezTo>
                    <a:pt x="1748" y="16512"/>
                    <a:pt x="2549" y="15178"/>
                    <a:pt x="3750" y="13877"/>
                  </a:cubicBezTo>
                  <a:cubicBezTo>
                    <a:pt x="4951" y="12542"/>
                    <a:pt x="6552" y="11375"/>
                    <a:pt x="8286" y="10474"/>
                  </a:cubicBezTo>
                  <a:cubicBezTo>
                    <a:pt x="10054" y="9540"/>
                    <a:pt x="11922" y="8940"/>
                    <a:pt x="13590" y="8506"/>
                  </a:cubicBezTo>
                  <a:cubicBezTo>
                    <a:pt x="13990" y="8440"/>
                    <a:pt x="14424" y="8306"/>
                    <a:pt x="14891" y="8206"/>
                  </a:cubicBezTo>
                  <a:cubicBezTo>
                    <a:pt x="15291" y="8139"/>
                    <a:pt x="15792" y="8039"/>
                    <a:pt x="16259" y="7973"/>
                  </a:cubicBezTo>
                  <a:cubicBezTo>
                    <a:pt x="17226" y="7806"/>
                    <a:pt x="18227" y="7606"/>
                    <a:pt x="19161" y="7205"/>
                  </a:cubicBezTo>
                  <a:lnTo>
                    <a:pt x="19895" y="6938"/>
                  </a:lnTo>
                  <a:lnTo>
                    <a:pt x="20562" y="6538"/>
                  </a:lnTo>
                  <a:lnTo>
                    <a:pt x="20895" y="6405"/>
                  </a:lnTo>
                  <a:lnTo>
                    <a:pt x="21229" y="6171"/>
                  </a:lnTo>
                  <a:cubicBezTo>
                    <a:pt x="21429" y="6038"/>
                    <a:pt x="21629" y="5904"/>
                    <a:pt x="21829" y="5771"/>
                  </a:cubicBezTo>
                  <a:cubicBezTo>
                    <a:pt x="22663" y="5204"/>
                    <a:pt x="23397" y="4503"/>
                    <a:pt x="23964" y="3803"/>
                  </a:cubicBezTo>
                  <a:cubicBezTo>
                    <a:pt x="24565" y="3136"/>
                    <a:pt x="25065" y="2469"/>
                    <a:pt x="25599" y="1968"/>
                  </a:cubicBezTo>
                  <a:cubicBezTo>
                    <a:pt x="26132" y="1468"/>
                    <a:pt x="26700" y="1134"/>
                    <a:pt x="27167" y="901"/>
                  </a:cubicBezTo>
                  <a:cubicBezTo>
                    <a:pt x="27433" y="801"/>
                    <a:pt x="27634" y="667"/>
                    <a:pt x="27867" y="634"/>
                  </a:cubicBezTo>
                  <a:cubicBezTo>
                    <a:pt x="28067" y="567"/>
                    <a:pt x="28267" y="501"/>
                    <a:pt x="28401" y="467"/>
                  </a:cubicBezTo>
                  <a:cubicBezTo>
                    <a:pt x="28701" y="434"/>
                    <a:pt x="28868" y="400"/>
                    <a:pt x="28868" y="400"/>
                  </a:cubicBezTo>
                  <a:cubicBezTo>
                    <a:pt x="29201" y="300"/>
                    <a:pt x="29135" y="0"/>
                    <a:pt x="28734"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27" name="Google Shape;1927;p17"/>
            <p:cNvSpPr/>
            <p:nvPr/>
          </p:nvSpPr>
          <p:spPr>
            <a:xfrm>
              <a:off x="4549575" y="5150750"/>
              <a:ext cx="621825" cy="295275"/>
            </a:xfrm>
            <a:custGeom>
              <a:avLst/>
              <a:gdLst/>
              <a:ahLst/>
              <a:cxnLst/>
              <a:rect l="l" t="t" r="r" b="b"/>
              <a:pathLst>
                <a:path w="24873" h="11811" extrusionOk="0">
                  <a:moveTo>
                    <a:pt x="314" y="0"/>
                  </a:moveTo>
                  <a:cubicBezTo>
                    <a:pt x="49" y="0"/>
                    <a:pt x="0" y="307"/>
                    <a:pt x="254" y="403"/>
                  </a:cubicBezTo>
                  <a:cubicBezTo>
                    <a:pt x="254" y="403"/>
                    <a:pt x="388" y="436"/>
                    <a:pt x="621" y="469"/>
                  </a:cubicBezTo>
                  <a:cubicBezTo>
                    <a:pt x="888" y="503"/>
                    <a:pt x="1255" y="569"/>
                    <a:pt x="1722" y="636"/>
                  </a:cubicBezTo>
                  <a:cubicBezTo>
                    <a:pt x="2656" y="770"/>
                    <a:pt x="3924" y="803"/>
                    <a:pt x="5391" y="803"/>
                  </a:cubicBezTo>
                  <a:cubicBezTo>
                    <a:pt x="6859" y="836"/>
                    <a:pt x="8494" y="836"/>
                    <a:pt x="10061" y="1036"/>
                  </a:cubicBezTo>
                  <a:cubicBezTo>
                    <a:pt x="11663" y="1270"/>
                    <a:pt x="13130" y="1837"/>
                    <a:pt x="14231" y="2638"/>
                  </a:cubicBezTo>
                  <a:cubicBezTo>
                    <a:pt x="15365" y="3438"/>
                    <a:pt x="16333" y="4672"/>
                    <a:pt x="17100" y="6107"/>
                  </a:cubicBezTo>
                  <a:cubicBezTo>
                    <a:pt x="17934" y="7474"/>
                    <a:pt x="18701" y="8975"/>
                    <a:pt x="19735" y="10110"/>
                  </a:cubicBezTo>
                  <a:cubicBezTo>
                    <a:pt x="20235" y="10643"/>
                    <a:pt x="20869" y="11110"/>
                    <a:pt x="21436" y="11344"/>
                  </a:cubicBezTo>
                  <a:cubicBezTo>
                    <a:pt x="22037" y="11611"/>
                    <a:pt x="22604" y="11744"/>
                    <a:pt x="23071" y="11777"/>
                  </a:cubicBezTo>
                  <a:cubicBezTo>
                    <a:pt x="23271" y="11811"/>
                    <a:pt x="23538" y="11811"/>
                    <a:pt x="23705" y="11811"/>
                  </a:cubicBezTo>
                  <a:lnTo>
                    <a:pt x="24172" y="11811"/>
                  </a:lnTo>
                  <a:cubicBezTo>
                    <a:pt x="24438" y="11777"/>
                    <a:pt x="24572" y="11777"/>
                    <a:pt x="24572" y="11777"/>
                  </a:cubicBezTo>
                  <a:cubicBezTo>
                    <a:pt x="24872" y="11744"/>
                    <a:pt x="24839" y="11411"/>
                    <a:pt x="24572" y="11411"/>
                  </a:cubicBezTo>
                  <a:cubicBezTo>
                    <a:pt x="24572" y="11411"/>
                    <a:pt x="24438" y="11444"/>
                    <a:pt x="24205" y="11444"/>
                  </a:cubicBezTo>
                  <a:lnTo>
                    <a:pt x="23738" y="11444"/>
                  </a:lnTo>
                  <a:cubicBezTo>
                    <a:pt x="23571" y="11444"/>
                    <a:pt x="23371" y="11444"/>
                    <a:pt x="23137" y="11411"/>
                  </a:cubicBezTo>
                  <a:cubicBezTo>
                    <a:pt x="22704" y="11310"/>
                    <a:pt x="22203" y="11177"/>
                    <a:pt x="21636" y="10944"/>
                  </a:cubicBezTo>
                  <a:cubicBezTo>
                    <a:pt x="21136" y="10643"/>
                    <a:pt x="20602" y="10276"/>
                    <a:pt x="20135" y="9743"/>
                  </a:cubicBezTo>
                  <a:cubicBezTo>
                    <a:pt x="19201" y="8675"/>
                    <a:pt x="18467" y="7174"/>
                    <a:pt x="17700" y="5773"/>
                  </a:cubicBezTo>
                  <a:cubicBezTo>
                    <a:pt x="16933" y="4339"/>
                    <a:pt x="15932" y="2938"/>
                    <a:pt x="14698" y="2070"/>
                  </a:cubicBezTo>
                  <a:cubicBezTo>
                    <a:pt x="13464" y="1170"/>
                    <a:pt x="11863" y="603"/>
                    <a:pt x="10195" y="403"/>
                  </a:cubicBezTo>
                  <a:cubicBezTo>
                    <a:pt x="9247" y="270"/>
                    <a:pt x="8299" y="234"/>
                    <a:pt x="7388" y="234"/>
                  </a:cubicBezTo>
                  <a:cubicBezTo>
                    <a:pt x="6696" y="234"/>
                    <a:pt x="6025" y="255"/>
                    <a:pt x="5391" y="269"/>
                  </a:cubicBezTo>
                  <a:cubicBezTo>
                    <a:pt x="4784" y="283"/>
                    <a:pt x="4216" y="291"/>
                    <a:pt x="3693" y="291"/>
                  </a:cubicBezTo>
                  <a:cubicBezTo>
                    <a:pt x="2953" y="291"/>
                    <a:pt x="2303" y="275"/>
                    <a:pt x="1756" y="236"/>
                  </a:cubicBezTo>
                  <a:cubicBezTo>
                    <a:pt x="1355" y="169"/>
                    <a:pt x="955" y="136"/>
                    <a:pt x="721" y="102"/>
                  </a:cubicBezTo>
                  <a:cubicBezTo>
                    <a:pt x="455" y="69"/>
                    <a:pt x="355" y="2"/>
                    <a:pt x="355" y="2"/>
                  </a:cubicBezTo>
                  <a:cubicBezTo>
                    <a:pt x="340" y="1"/>
                    <a:pt x="327" y="0"/>
                    <a:pt x="314"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28" name="Google Shape;1928;p17"/>
            <p:cNvSpPr/>
            <p:nvPr/>
          </p:nvSpPr>
          <p:spPr>
            <a:xfrm>
              <a:off x="6048075" y="3873150"/>
              <a:ext cx="430975" cy="143800"/>
            </a:xfrm>
            <a:custGeom>
              <a:avLst/>
              <a:gdLst/>
              <a:ahLst/>
              <a:cxnLst/>
              <a:rect l="l" t="t" r="r" b="b"/>
              <a:pathLst>
                <a:path w="17239" h="5752" extrusionOk="0">
                  <a:moveTo>
                    <a:pt x="262" y="0"/>
                  </a:moveTo>
                  <a:cubicBezTo>
                    <a:pt x="109" y="0"/>
                    <a:pt x="0" y="242"/>
                    <a:pt x="157" y="337"/>
                  </a:cubicBezTo>
                  <a:cubicBezTo>
                    <a:pt x="157" y="337"/>
                    <a:pt x="491" y="403"/>
                    <a:pt x="1025" y="637"/>
                  </a:cubicBezTo>
                  <a:cubicBezTo>
                    <a:pt x="1558" y="804"/>
                    <a:pt x="2359" y="1004"/>
                    <a:pt x="3293" y="1171"/>
                  </a:cubicBezTo>
                  <a:cubicBezTo>
                    <a:pt x="5127" y="1471"/>
                    <a:pt x="7362" y="1571"/>
                    <a:pt x="9130" y="1804"/>
                  </a:cubicBezTo>
                  <a:cubicBezTo>
                    <a:pt x="9597" y="1871"/>
                    <a:pt x="10031" y="1871"/>
                    <a:pt x="10498" y="2005"/>
                  </a:cubicBezTo>
                  <a:cubicBezTo>
                    <a:pt x="10731" y="2071"/>
                    <a:pt x="10965" y="2105"/>
                    <a:pt x="11198" y="2171"/>
                  </a:cubicBezTo>
                  <a:cubicBezTo>
                    <a:pt x="11465" y="2238"/>
                    <a:pt x="11665" y="2305"/>
                    <a:pt x="11932" y="2371"/>
                  </a:cubicBezTo>
                  <a:cubicBezTo>
                    <a:pt x="12166" y="2405"/>
                    <a:pt x="12366" y="2538"/>
                    <a:pt x="12633" y="2638"/>
                  </a:cubicBezTo>
                  <a:cubicBezTo>
                    <a:pt x="12833" y="2738"/>
                    <a:pt x="13100" y="2805"/>
                    <a:pt x="13300" y="2905"/>
                  </a:cubicBezTo>
                  <a:cubicBezTo>
                    <a:pt x="13700" y="3172"/>
                    <a:pt x="14167" y="3372"/>
                    <a:pt x="14501" y="3639"/>
                  </a:cubicBezTo>
                  <a:cubicBezTo>
                    <a:pt x="14701" y="3739"/>
                    <a:pt x="14868" y="3873"/>
                    <a:pt x="15035" y="4006"/>
                  </a:cubicBezTo>
                  <a:cubicBezTo>
                    <a:pt x="15201" y="4106"/>
                    <a:pt x="15368" y="4239"/>
                    <a:pt x="15502" y="4373"/>
                  </a:cubicBezTo>
                  <a:cubicBezTo>
                    <a:pt x="15735" y="4606"/>
                    <a:pt x="16035" y="4840"/>
                    <a:pt x="16202" y="5040"/>
                  </a:cubicBezTo>
                  <a:cubicBezTo>
                    <a:pt x="16636" y="5440"/>
                    <a:pt x="16836" y="5707"/>
                    <a:pt x="16836" y="5707"/>
                  </a:cubicBezTo>
                  <a:cubicBezTo>
                    <a:pt x="16875" y="5738"/>
                    <a:pt x="16919" y="5751"/>
                    <a:pt x="16962" y="5751"/>
                  </a:cubicBezTo>
                  <a:cubicBezTo>
                    <a:pt x="17105" y="5751"/>
                    <a:pt x="17238" y="5609"/>
                    <a:pt x="17136" y="5507"/>
                  </a:cubicBezTo>
                  <a:cubicBezTo>
                    <a:pt x="17136" y="5507"/>
                    <a:pt x="16936" y="5240"/>
                    <a:pt x="16536" y="4807"/>
                  </a:cubicBezTo>
                  <a:cubicBezTo>
                    <a:pt x="16369" y="4540"/>
                    <a:pt x="16135" y="4340"/>
                    <a:pt x="15835" y="4039"/>
                  </a:cubicBezTo>
                  <a:cubicBezTo>
                    <a:pt x="15668" y="3906"/>
                    <a:pt x="15535" y="3739"/>
                    <a:pt x="15368" y="3639"/>
                  </a:cubicBezTo>
                  <a:cubicBezTo>
                    <a:pt x="15201" y="3506"/>
                    <a:pt x="15001" y="3339"/>
                    <a:pt x="14834" y="3205"/>
                  </a:cubicBezTo>
                  <a:cubicBezTo>
                    <a:pt x="14467" y="2905"/>
                    <a:pt x="14034" y="2672"/>
                    <a:pt x="13600" y="2405"/>
                  </a:cubicBezTo>
                  <a:cubicBezTo>
                    <a:pt x="13367" y="2305"/>
                    <a:pt x="13133" y="2205"/>
                    <a:pt x="12866" y="2071"/>
                  </a:cubicBezTo>
                  <a:cubicBezTo>
                    <a:pt x="12633" y="1971"/>
                    <a:pt x="12366" y="1871"/>
                    <a:pt x="12132" y="1804"/>
                  </a:cubicBezTo>
                  <a:lnTo>
                    <a:pt x="11365" y="1538"/>
                  </a:lnTo>
                  <a:cubicBezTo>
                    <a:pt x="11132" y="1471"/>
                    <a:pt x="10865" y="1404"/>
                    <a:pt x="10631" y="1371"/>
                  </a:cubicBezTo>
                  <a:cubicBezTo>
                    <a:pt x="10131" y="1237"/>
                    <a:pt x="9664" y="1204"/>
                    <a:pt x="9197" y="1137"/>
                  </a:cubicBezTo>
                  <a:cubicBezTo>
                    <a:pt x="7429" y="904"/>
                    <a:pt x="5161" y="904"/>
                    <a:pt x="3360" y="670"/>
                  </a:cubicBezTo>
                  <a:cubicBezTo>
                    <a:pt x="2492" y="537"/>
                    <a:pt x="1692" y="370"/>
                    <a:pt x="1158" y="237"/>
                  </a:cubicBezTo>
                  <a:cubicBezTo>
                    <a:pt x="624" y="70"/>
                    <a:pt x="291" y="3"/>
                    <a:pt x="291" y="3"/>
                  </a:cubicBezTo>
                  <a:cubicBezTo>
                    <a:pt x="281" y="1"/>
                    <a:pt x="271" y="0"/>
                    <a:pt x="262"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929" name="Google Shape;1929;p17"/>
          <p:cNvGrpSpPr/>
          <p:nvPr/>
        </p:nvGrpSpPr>
        <p:grpSpPr>
          <a:xfrm>
            <a:off x="198343" y="1589955"/>
            <a:ext cx="1533124" cy="1776730"/>
            <a:chOff x="165906" y="3112758"/>
            <a:chExt cx="1752542" cy="2031013"/>
          </a:xfrm>
        </p:grpSpPr>
        <p:sp>
          <p:nvSpPr>
            <p:cNvPr id="1930" name="Google Shape;1930;p17"/>
            <p:cNvSpPr/>
            <p:nvPr/>
          </p:nvSpPr>
          <p:spPr>
            <a:xfrm>
              <a:off x="615001" y="3378873"/>
              <a:ext cx="27662" cy="156324"/>
            </a:xfrm>
            <a:custGeom>
              <a:avLst/>
              <a:gdLst/>
              <a:ahLst/>
              <a:cxnLst/>
              <a:rect l="l" t="t" r="r" b="b"/>
              <a:pathLst>
                <a:path w="1144" h="6465" extrusionOk="0">
                  <a:moveTo>
                    <a:pt x="578" y="0"/>
                  </a:moveTo>
                  <a:cubicBezTo>
                    <a:pt x="539" y="0"/>
                    <a:pt x="509" y="11"/>
                    <a:pt x="500" y="37"/>
                  </a:cubicBezTo>
                  <a:cubicBezTo>
                    <a:pt x="500" y="37"/>
                    <a:pt x="434" y="171"/>
                    <a:pt x="400" y="371"/>
                  </a:cubicBezTo>
                  <a:cubicBezTo>
                    <a:pt x="334" y="571"/>
                    <a:pt x="234" y="838"/>
                    <a:pt x="200" y="1171"/>
                  </a:cubicBezTo>
                  <a:cubicBezTo>
                    <a:pt x="33" y="1838"/>
                    <a:pt x="0" y="2672"/>
                    <a:pt x="33" y="3273"/>
                  </a:cubicBezTo>
                  <a:cubicBezTo>
                    <a:pt x="67" y="3940"/>
                    <a:pt x="200" y="4740"/>
                    <a:pt x="400" y="5374"/>
                  </a:cubicBezTo>
                  <a:cubicBezTo>
                    <a:pt x="500" y="5708"/>
                    <a:pt x="567" y="5941"/>
                    <a:pt x="667" y="6175"/>
                  </a:cubicBezTo>
                  <a:cubicBezTo>
                    <a:pt x="734" y="6342"/>
                    <a:pt x="767" y="6442"/>
                    <a:pt x="767" y="6442"/>
                  </a:cubicBezTo>
                  <a:cubicBezTo>
                    <a:pt x="783" y="6458"/>
                    <a:pt x="815" y="6464"/>
                    <a:pt x="852" y="6464"/>
                  </a:cubicBezTo>
                  <a:cubicBezTo>
                    <a:pt x="969" y="6464"/>
                    <a:pt x="1143" y="6400"/>
                    <a:pt x="1067" y="6375"/>
                  </a:cubicBezTo>
                  <a:cubicBezTo>
                    <a:pt x="1067" y="6375"/>
                    <a:pt x="1067" y="6242"/>
                    <a:pt x="1034" y="6041"/>
                  </a:cubicBezTo>
                  <a:cubicBezTo>
                    <a:pt x="1001" y="5841"/>
                    <a:pt x="934" y="5574"/>
                    <a:pt x="901" y="5241"/>
                  </a:cubicBezTo>
                  <a:cubicBezTo>
                    <a:pt x="834" y="4607"/>
                    <a:pt x="767" y="3840"/>
                    <a:pt x="734" y="3239"/>
                  </a:cubicBezTo>
                  <a:cubicBezTo>
                    <a:pt x="734" y="2672"/>
                    <a:pt x="701" y="1872"/>
                    <a:pt x="734" y="1238"/>
                  </a:cubicBezTo>
                  <a:cubicBezTo>
                    <a:pt x="734" y="904"/>
                    <a:pt x="767" y="671"/>
                    <a:pt x="834" y="437"/>
                  </a:cubicBezTo>
                  <a:cubicBezTo>
                    <a:pt x="867" y="237"/>
                    <a:pt x="867" y="104"/>
                    <a:pt x="867" y="104"/>
                  </a:cubicBezTo>
                  <a:cubicBezTo>
                    <a:pt x="867" y="79"/>
                    <a:pt x="687" y="0"/>
                    <a:pt x="578"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31" name="Google Shape;1931;p17"/>
            <p:cNvSpPr/>
            <p:nvPr/>
          </p:nvSpPr>
          <p:spPr>
            <a:xfrm>
              <a:off x="683551" y="3621181"/>
              <a:ext cx="66156" cy="105425"/>
            </a:xfrm>
            <a:custGeom>
              <a:avLst/>
              <a:gdLst/>
              <a:ahLst/>
              <a:cxnLst/>
              <a:rect l="l" t="t" r="r" b="b"/>
              <a:pathLst>
                <a:path w="2736" h="4360" extrusionOk="0">
                  <a:moveTo>
                    <a:pt x="300" y="1"/>
                  </a:moveTo>
                  <a:cubicBezTo>
                    <a:pt x="193" y="1"/>
                    <a:pt x="0" y="65"/>
                    <a:pt x="0" y="90"/>
                  </a:cubicBezTo>
                  <a:cubicBezTo>
                    <a:pt x="0" y="90"/>
                    <a:pt x="34" y="190"/>
                    <a:pt x="34" y="357"/>
                  </a:cubicBezTo>
                  <a:cubicBezTo>
                    <a:pt x="34" y="524"/>
                    <a:pt x="67" y="724"/>
                    <a:pt x="100" y="991"/>
                  </a:cubicBezTo>
                  <a:cubicBezTo>
                    <a:pt x="201" y="1524"/>
                    <a:pt x="401" y="2091"/>
                    <a:pt x="668" y="2558"/>
                  </a:cubicBezTo>
                  <a:cubicBezTo>
                    <a:pt x="901" y="3025"/>
                    <a:pt x="1335" y="3526"/>
                    <a:pt x="1735" y="3859"/>
                  </a:cubicBezTo>
                  <a:cubicBezTo>
                    <a:pt x="1868" y="3926"/>
                    <a:pt x="1935" y="4026"/>
                    <a:pt x="2035" y="4059"/>
                  </a:cubicBezTo>
                  <a:cubicBezTo>
                    <a:pt x="2102" y="4160"/>
                    <a:pt x="2202" y="4193"/>
                    <a:pt x="2269" y="4226"/>
                  </a:cubicBezTo>
                  <a:cubicBezTo>
                    <a:pt x="2402" y="4326"/>
                    <a:pt x="2502" y="4360"/>
                    <a:pt x="2502" y="4360"/>
                  </a:cubicBezTo>
                  <a:cubicBezTo>
                    <a:pt x="2536" y="4360"/>
                    <a:pt x="2702" y="4059"/>
                    <a:pt x="2736" y="4059"/>
                  </a:cubicBezTo>
                  <a:cubicBezTo>
                    <a:pt x="2736" y="4059"/>
                    <a:pt x="2702" y="3959"/>
                    <a:pt x="2569" y="3893"/>
                  </a:cubicBezTo>
                  <a:cubicBezTo>
                    <a:pt x="2502" y="3859"/>
                    <a:pt x="2435" y="3826"/>
                    <a:pt x="2369" y="3726"/>
                  </a:cubicBezTo>
                  <a:cubicBezTo>
                    <a:pt x="2335" y="3626"/>
                    <a:pt x="2235" y="3559"/>
                    <a:pt x="2169" y="3492"/>
                  </a:cubicBezTo>
                  <a:cubicBezTo>
                    <a:pt x="1835" y="3125"/>
                    <a:pt x="1568" y="2592"/>
                    <a:pt x="1335" y="2225"/>
                  </a:cubicBezTo>
                  <a:cubicBezTo>
                    <a:pt x="1101" y="1825"/>
                    <a:pt x="834" y="1324"/>
                    <a:pt x="668" y="857"/>
                  </a:cubicBezTo>
                  <a:cubicBezTo>
                    <a:pt x="567" y="590"/>
                    <a:pt x="501" y="390"/>
                    <a:pt x="434" y="257"/>
                  </a:cubicBezTo>
                  <a:cubicBezTo>
                    <a:pt x="401" y="90"/>
                    <a:pt x="367" y="23"/>
                    <a:pt x="367" y="23"/>
                  </a:cubicBezTo>
                  <a:cubicBezTo>
                    <a:pt x="359" y="7"/>
                    <a:pt x="334" y="1"/>
                    <a:pt x="300"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32" name="Google Shape;1932;p17"/>
            <p:cNvSpPr/>
            <p:nvPr/>
          </p:nvSpPr>
          <p:spPr>
            <a:xfrm>
              <a:off x="805419" y="3779753"/>
              <a:ext cx="165294" cy="100178"/>
            </a:xfrm>
            <a:custGeom>
              <a:avLst/>
              <a:gdLst/>
              <a:ahLst/>
              <a:cxnLst/>
              <a:rect l="l" t="t" r="r" b="b"/>
              <a:pathLst>
                <a:path w="6836" h="4143" extrusionOk="0">
                  <a:moveTo>
                    <a:pt x="188" y="1"/>
                  </a:moveTo>
                  <a:cubicBezTo>
                    <a:pt x="119" y="1"/>
                    <a:pt x="0" y="305"/>
                    <a:pt x="64" y="337"/>
                  </a:cubicBezTo>
                  <a:cubicBezTo>
                    <a:pt x="64" y="337"/>
                    <a:pt x="631" y="570"/>
                    <a:pt x="1298" y="904"/>
                  </a:cubicBezTo>
                  <a:cubicBezTo>
                    <a:pt x="1465" y="1004"/>
                    <a:pt x="1665" y="1104"/>
                    <a:pt x="1832" y="1171"/>
                  </a:cubicBezTo>
                  <a:cubicBezTo>
                    <a:pt x="1999" y="1304"/>
                    <a:pt x="2199" y="1371"/>
                    <a:pt x="2366" y="1504"/>
                  </a:cubicBezTo>
                  <a:cubicBezTo>
                    <a:pt x="2699" y="1704"/>
                    <a:pt x="3066" y="1938"/>
                    <a:pt x="3400" y="2071"/>
                  </a:cubicBezTo>
                  <a:cubicBezTo>
                    <a:pt x="3733" y="2238"/>
                    <a:pt x="4067" y="2505"/>
                    <a:pt x="4467" y="2705"/>
                  </a:cubicBezTo>
                  <a:cubicBezTo>
                    <a:pt x="4634" y="2839"/>
                    <a:pt x="4834" y="2905"/>
                    <a:pt x="5001" y="3039"/>
                  </a:cubicBezTo>
                  <a:cubicBezTo>
                    <a:pt x="5168" y="3139"/>
                    <a:pt x="5334" y="3239"/>
                    <a:pt x="5501" y="3372"/>
                  </a:cubicBezTo>
                  <a:cubicBezTo>
                    <a:pt x="6135" y="3806"/>
                    <a:pt x="6569" y="4140"/>
                    <a:pt x="6569" y="4140"/>
                  </a:cubicBezTo>
                  <a:cubicBezTo>
                    <a:pt x="6573" y="4142"/>
                    <a:pt x="6578" y="4143"/>
                    <a:pt x="6584" y="4143"/>
                  </a:cubicBezTo>
                  <a:cubicBezTo>
                    <a:pt x="6661" y="4143"/>
                    <a:pt x="6836" y="3935"/>
                    <a:pt x="6836" y="3873"/>
                  </a:cubicBezTo>
                  <a:cubicBezTo>
                    <a:pt x="6836" y="3873"/>
                    <a:pt x="6402" y="3472"/>
                    <a:pt x="5835" y="2972"/>
                  </a:cubicBezTo>
                  <a:cubicBezTo>
                    <a:pt x="5701" y="2839"/>
                    <a:pt x="5535" y="2672"/>
                    <a:pt x="5368" y="2538"/>
                  </a:cubicBezTo>
                  <a:cubicBezTo>
                    <a:pt x="5168" y="2405"/>
                    <a:pt x="5001" y="2305"/>
                    <a:pt x="4834" y="2171"/>
                  </a:cubicBezTo>
                  <a:cubicBezTo>
                    <a:pt x="4467" y="1938"/>
                    <a:pt x="4134" y="1671"/>
                    <a:pt x="3800" y="1471"/>
                  </a:cubicBezTo>
                  <a:cubicBezTo>
                    <a:pt x="3466" y="1304"/>
                    <a:pt x="3033" y="1137"/>
                    <a:pt x="2666" y="904"/>
                  </a:cubicBezTo>
                  <a:cubicBezTo>
                    <a:pt x="2466" y="804"/>
                    <a:pt x="2299" y="704"/>
                    <a:pt x="2065" y="637"/>
                  </a:cubicBezTo>
                  <a:cubicBezTo>
                    <a:pt x="1865" y="537"/>
                    <a:pt x="1665" y="504"/>
                    <a:pt x="1498" y="404"/>
                  </a:cubicBezTo>
                  <a:cubicBezTo>
                    <a:pt x="731" y="170"/>
                    <a:pt x="197" y="3"/>
                    <a:pt x="197" y="3"/>
                  </a:cubicBezTo>
                  <a:cubicBezTo>
                    <a:pt x="194" y="2"/>
                    <a:pt x="191" y="1"/>
                    <a:pt x="188"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33" name="Google Shape;1933;p17"/>
            <p:cNvSpPr/>
            <p:nvPr/>
          </p:nvSpPr>
          <p:spPr>
            <a:xfrm>
              <a:off x="1046542" y="3961248"/>
              <a:ext cx="87096" cy="131394"/>
            </a:xfrm>
            <a:custGeom>
              <a:avLst/>
              <a:gdLst/>
              <a:ahLst/>
              <a:cxnLst/>
              <a:rect l="l" t="t" r="r" b="b"/>
              <a:pathLst>
                <a:path w="3602" h="5434" extrusionOk="0">
                  <a:moveTo>
                    <a:pt x="226" y="0"/>
                  </a:moveTo>
                  <a:cubicBezTo>
                    <a:pt x="179" y="0"/>
                    <a:pt x="1" y="271"/>
                    <a:pt x="32" y="303"/>
                  </a:cubicBezTo>
                  <a:cubicBezTo>
                    <a:pt x="32" y="303"/>
                    <a:pt x="166" y="370"/>
                    <a:pt x="266" y="503"/>
                  </a:cubicBezTo>
                  <a:cubicBezTo>
                    <a:pt x="433" y="636"/>
                    <a:pt x="666" y="803"/>
                    <a:pt x="866" y="1037"/>
                  </a:cubicBezTo>
                  <a:cubicBezTo>
                    <a:pt x="1267" y="1504"/>
                    <a:pt x="1734" y="2104"/>
                    <a:pt x="2067" y="2604"/>
                  </a:cubicBezTo>
                  <a:cubicBezTo>
                    <a:pt x="2367" y="3105"/>
                    <a:pt x="2768" y="3772"/>
                    <a:pt x="2935" y="4339"/>
                  </a:cubicBezTo>
                  <a:cubicBezTo>
                    <a:pt x="3035" y="4639"/>
                    <a:pt x="3101" y="4873"/>
                    <a:pt x="3168" y="5106"/>
                  </a:cubicBezTo>
                  <a:cubicBezTo>
                    <a:pt x="3201" y="5273"/>
                    <a:pt x="3235" y="5373"/>
                    <a:pt x="3235" y="5373"/>
                  </a:cubicBezTo>
                  <a:cubicBezTo>
                    <a:pt x="3249" y="5415"/>
                    <a:pt x="3309" y="5434"/>
                    <a:pt x="3378" y="5434"/>
                  </a:cubicBezTo>
                  <a:cubicBezTo>
                    <a:pt x="3473" y="5434"/>
                    <a:pt x="3582" y="5398"/>
                    <a:pt x="3602" y="5340"/>
                  </a:cubicBezTo>
                  <a:cubicBezTo>
                    <a:pt x="3602" y="5340"/>
                    <a:pt x="3568" y="5206"/>
                    <a:pt x="3568" y="5006"/>
                  </a:cubicBezTo>
                  <a:cubicBezTo>
                    <a:pt x="3568" y="4806"/>
                    <a:pt x="3535" y="4506"/>
                    <a:pt x="3435" y="4172"/>
                  </a:cubicBezTo>
                  <a:cubicBezTo>
                    <a:pt x="3368" y="3505"/>
                    <a:pt x="3001" y="2705"/>
                    <a:pt x="2668" y="2171"/>
                  </a:cubicBezTo>
                  <a:cubicBezTo>
                    <a:pt x="2267" y="1637"/>
                    <a:pt x="1734" y="1003"/>
                    <a:pt x="1200" y="636"/>
                  </a:cubicBezTo>
                  <a:cubicBezTo>
                    <a:pt x="933" y="436"/>
                    <a:pt x="700" y="303"/>
                    <a:pt x="533" y="169"/>
                  </a:cubicBezTo>
                  <a:cubicBezTo>
                    <a:pt x="333" y="103"/>
                    <a:pt x="233" y="3"/>
                    <a:pt x="233" y="3"/>
                  </a:cubicBezTo>
                  <a:cubicBezTo>
                    <a:pt x="231" y="1"/>
                    <a:pt x="229" y="0"/>
                    <a:pt x="226"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34" name="Google Shape;1934;p17"/>
            <p:cNvSpPr/>
            <p:nvPr/>
          </p:nvSpPr>
          <p:spPr>
            <a:xfrm>
              <a:off x="1100560" y="4368004"/>
              <a:ext cx="68574" cy="104699"/>
            </a:xfrm>
            <a:custGeom>
              <a:avLst/>
              <a:gdLst/>
              <a:ahLst/>
              <a:cxnLst/>
              <a:rect l="l" t="t" r="r" b="b"/>
              <a:pathLst>
                <a:path w="2836" h="4330" extrusionOk="0">
                  <a:moveTo>
                    <a:pt x="2619" y="1"/>
                  </a:moveTo>
                  <a:cubicBezTo>
                    <a:pt x="2527" y="1"/>
                    <a:pt x="2435" y="9"/>
                    <a:pt x="2435" y="26"/>
                  </a:cubicBezTo>
                  <a:cubicBezTo>
                    <a:pt x="2435" y="26"/>
                    <a:pt x="2435" y="126"/>
                    <a:pt x="2368" y="293"/>
                  </a:cubicBezTo>
                  <a:cubicBezTo>
                    <a:pt x="2335" y="393"/>
                    <a:pt x="2335" y="626"/>
                    <a:pt x="2268" y="860"/>
                  </a:cubicBezTo>
                  <a:cubicBezTo>
                    <a:pt x="2135" y="1360"/>
                    <a:pt x="1868" y="1894"/>
                    <a:pt x="1668" y="2294"/>
                  </a:cubicBezTo>
                  <a:cubicBezTo>
                    <a:pt x="1434" y="2661"/>
                    <a:pt x="1101" y="3162"/>
                    <a:pt x="701" y="3462"/>
                  </a:cubicBezTo>
                  <a:cubicBezTo>
                    <a:pt x="534" y="3629"/>
                    <a:pt x="367" y="3729"/>
                    <a:pt x="267" y="3829"/>
                  </a:cubicBezTo>
                  <a:cubicBezTo>
                    <a:pt x="133" y="3929"/>
                    <a:pt x="33" y="3996"/>
                    <a:pt x="33" y="3996"/>
                  </a:cubicBezTo>
                  <a:cubicBezTo>
                    <a:pt x="0" y="4029"/>
                    <a:pt x="133" y="4329"/>
                    <a:pt x="200" y="4329"/>
                  </a:cubicBezTo>
                  <a:lnTo>
                    <a:pt x="467" y="4196"/>
                  </a:lnTo>
                  <a:cubicBezTo>
                    <a:pt x="600" y="4129"/>
                    <a:pt x="834" y="4029"/>
                    <a:pt x="1034" y="3862"/>
                  </a:cubicBezTo>
                  <a:cubicBezTo>
                    <a:pt x="1534" y="3562"/>
                    <a:pt x="2001" y="3062"/>
                    <a:pt x="2302" y="2628"/>
                  </a:cubicBezTo>
                  <a:cubicBezTo>
                    <a:pt x="2602" y="2161"/>
                    <a:pt x="2802" y="1494"/>
                    <a:pt x="2802" y="960"/>
                  </a:cubicBezTo>
                  <a:cubicBezTo>
                    <a:pt x="2835" y="693"/>
                    <a:pt x="2802" y="460"/>
                    <a:pt x="2802" y="293"/>
                  </a:cubicBezTo>
                  <a:lnTo>
                    <a:pt x="2802" y="26"/>
                  </a:lnTo>
                  <a:cubicBezTo>
                    <a:pt x="2802" y="9"/>
                    <a:pt x="2710" y="1"/>
                    <a:pt x="2619"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35" name="Google Shape;1935;p17"/>
            <p:cNvSpPr/>
            <p:nvPr/>
          </p:nvSpPr>
          <p:spPr>
            <a:xfrm>
              <a:off x="946533" y="4492749"/>
              <a:ext cx="100758" cy="65504"/>
            </a:xfrm>
            <a:custGeom>
              <a:avLst/>
              <a:gdLst/>
              <a:ahLst/>
              <a:cxnLst/>
              <a:rect l="l" t="t" r="r" b="b"/>
              <a:pathLst>
                <a:path w="4167" h="2709" extrusionOk="0">
                  <a:moveTo>
                    <a:pt x="3878" y="1"/>
                  </a:moveTo>
                  <a:cubicBezTo>
                    <a:pt x="3874" y="1"/>
                    <a:pt x="3870" y="2"/>
                    <a:pt x="3868" y="4"/>
                  </a:cubicBezTo>
                  <a:cubicBezTo>
                    <a:pt x="3868" y="4"/>
                    <a:pt x="3568" y="204"/>
                    <a:pt x="3201" y="471"/>
                  </a:cubicBezTo>
                  <a:cubicBezTo>
                    <a:pt x="3134" y="538"/>
                    <a:pt x="3001" y="571"/>
                    <a:pt x="2901" y="671"/>
                  </a:cubicBezTo>
                  <a:cubicBezTo>
                    <a:pt x="2801" y="738"/>
                    <a:pt x="2701" y="805"/>
                    <a:pt x="2567" y="871"/>
                  </a:cubicBezTo>
                  <a:cubicBezTo>
                    <a:pt x="2367" y="1005"/>
                    <a:pt x="2167" y="1138"/>
                    <a:pt x="2000" y="1238"/>
                  </a:cubicBezTo>
                  <a:lnTo>
                    <a:pt x="1366" y="1639"/>
                  </a:lnTo>
                  <a:lnTo>
                    <a:pt x="733" y="2005"/>
                  </a:lnTo>
                  <a:cubicBezTo>
                    <a:pt x="332" y="2239"/>
                    <a:pt x="32" y="2406"/>
                    <a:pt x="32" y="2406"/>
                  </a:cubicBezTo>
                  <a:cubicBezTo>
                    <a:pt x="1" y="2469"/>
                    <a:pt x="117" y="2709"/>
                    <a:pt x="214" y="2709"/>
                  </a:cubicBezTo>
                  <a:cubicBezTo>
                    <a:pt x="221" y="2709"/>
                    <a:pt x="226" y="2708"/>
                    <a:pt x="232" y="2706"/>
                  </a:cubicBezTo>
                  <a:cubicBezTo>
                    <a:pt x="232" y="2706"/>
                    <a:pt x="566" y="2639"/>
                    <a:pt x="1033" y="2472"/>
                  </a:cubicBezTo>
                  <a:cubicBezTo>
                    <a:pt x="1300" y="2372"/>
                    <a:pt x="1500" y="2306"/>
                    <a:pt x="1733" y="2172"/>
                  </a:cubicBezTo>
                  <a:cubicBezTo>
                    <a:pt x="2000" y="2072"/>
                    <a:pt x="2200" y="1972"/>
                    <a:pt x="2401" y="1839"/>
                  </a:cubicBezTo>
                  <a:cubicBezTo>
                    <a:pt x="2634" y="1705"/>
                    <a:pt x="2834" y="1538"/>
                    <a:pt x="3034" y="1372"/>
                  </a:cubicBezTo>
                  <a:cubicBezTo>
                    <a:pt x="3134" y="1305"/>
                    <a:pt x="3234" y="1205"/>
                    <a:pt x="3335" y="1138"/>
                  </a:cubicBezTo>
                  <a:lnTo>
                    <a:pt x="3568" y="871"/>
                  </a:lnTo>
                  <a:cubicBezTo>
                    <a:pt x="3868" y="504"/>
                    <a:pt x="4135" y="238"/>
                    <a:pt x="4135" y="238"/>
                  </a:cubicBezTo>
                  <a:cubicBezTo>
                    <a:pt x="4166" y="206"/>
                    <a:pt x="3936" y="1"/>
                    <a:pt x="3878"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36" name="Google Shape;1936;p17"/>
            <p:cNvSpPr/>
            <p:nvPr/>
          </p:nvSpPr>
          <p:spPr>
            <a:xfrm>
              <a:off x="764216" y="4591234"/>
              <a:ext cx="109705" cy="47683"/>
            </a:xfrm>
            <a:custGeom>
              <a:avLst/>
              <a:gdLst/>
              <a:ahLst/>
              <a:cxnLst/>
              <a:rect l="l" t="t" r="r" b="b"/>
              <a:pathLst>
                <a:path w="4537" h="1972" extrusionOk="0">
                  <a:moveTo>
                    <a:pt x="3603" y="1"/>
                  </a:moveTo>
                  <a:cubicBezTo>
                    <a:pt x="3102" y="1"/>
                    <a:pt x="2502" y="134"/>
                    <a:pt x="2035" y="301"/>
                  </a:cubicBezTo>
                  <a:cubicBezTo>
                    <a:pt x="1568" y="501"/>
                    <a:pt x="1001" y="801"/>
                    <a:pt x="601" y="1135"/>
                  </a:cubicBezTo>
                  <a:cubicBezTo>
                    <a:pt x="400" y="1268"/>
                    <a:pt x="267" y="1435"/>
                    <a:pt x="167" y="1568"/>
                  </a:cubicBezTo>
                  <a:lnTo>
                    <a:pt x="0" y="1735"/>
                  </a:lnTo>
                  <a:cubicBezTo>
                    <a:pt x="0" y="1766"/>
                    <a:pt x="175" y="1972"/>
                    <a:pt x="198" y="1972"/>
                  </a:cubicBezTo>
                  <a:cubicBezTo>
                    <a:pt x="199" y="1972"/>
                    <a:pt x="200" y="1971"/>
                    <a:pt x="200" y="1969"/>
                  </a:cubicBezTo>
                  <a:cubicBezTo>
                    <a:pt x="200" y="1969"/>
                    <a:pt x="267" y="1935"/>
                    <a:pt x="400" y="1835"/>
                  </a:cubicBezTo>
                  <a:cubicBezTo>
                    <a:pt x="534" y="1769"/>
                    <a:pt x="701" y="1668"/>
                    <a:pt x="901" y="1568"/>
                  </a:cubicBezTo>
                  <a:cubicBezTo>
                    <a:pt x="1268" y="1302"/>
                    <a:pt x="1835" y="1135"/>
                    <a:pt x="2235" y="968"/>
                  </a:cubicBezTo>
                  <a:cubicBezTo>
                    <a:pt x="2669" y="835"/>
                    <a:pt x="3202" y="634"/>
                    <a:pt x="3669" y="568"/>
                  </a:cubicBezTo>
                  <a:cubicBezTo>
                    <a:pt x="3903" y="468"/>
                    <a:pt x="4070" y="468"/>
                    <a:pt x="4236" y="434"/>
                  </a:cubicBezTo>
                  <a:cubicBezTo>
                    <a:pt x="4403" y="401"/>
                    <a:pt x="4503" y="401"/>
                    <a:pt x="4503" y="401"/>
                  </a:cubicBezTo>
                  <a:cubicBezTo>
                    <a:pt x="4537" y="401"/>
                    <a:pt x="4537" y="1"/>
                    <a:pt x="4503"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37" name="Google Shape;1937;p17"/>
            <p:cNvSpPr/>
            <p:nvPr/>
          </p:nvSpPr>
          <p:spPr>
            <a:xfrm>
              <a:off x="660967" y="4647646"/>
              <a:ext cx="66979" cy="110889"/>
            </a:xfrm>
            <a:custGeom>
              <a:avLst/>
              <a:gdLst/>
              <a:ahLst/>
              <a:cxnLst/>
              <a:rect l="l" t="t" r="r" b="b"/>
              <a:pathLst>
                <a:path w="2770" h="4586" extrusionOk="0">
                  <a:moveTo>
                    <a:pt x="2509" y="0"/>
                  </a:moveTo>
                  <a:cubicBezTo>
                    <a:pt x="2506" y="0"/>
                    <a:pt x="2504" y="1"/>
                    <a:pt x="2502" y="3"/>
                  </a:cubicBezTo>
                  <a:cubicBezTo>
                    <a:pt x="2502" y="3"/>
                    <a:pt x="2435" y="103"/>
                    <a:pt x="2302" y="169"/>
                  </a:cubicBezTo>
                  <a:cubicBezTo>
                    <a:pt x="2169" y="269"/>
                    <a:pt x="2002" y="403"/>
                    <a:pt x="1802" y="603"/>
                  </a:cubicBezTo>
                  <a:cubicBezTo>
                    <a:pt x="1368" y="937"/>
                    <a:pt x="968" y="1470"/>
                    <a:pt x="701" y="1937"/>
                  </a:cubicBezTo>
                  <a:cubicBezTo>
                    <a:pt x="467" y="2371"/>
                    <a:pt x="201" y="3005"/>
                    <a:pt x="134" y="3572"/>
                  </a:cubicBezTo>
                  <a:cubicBezTo>
                    <a:pt x="100" y="3805"/>
                    <a:pt x="34" y="4072"/>
                    <a:pt x="34" y="4239"/>
                  </a:cubicBezTo>
                  <a:cubicBezTo>
                    <a:pt x="0" y="4406"/>
                    <a:pt x="0" y="4472"/>
                    <a:pt x="0" y="4472"/>
                  </a:cubicBezTo>
                  <a:cubicBezTo>
                    <a:pt x="25" y="4548"/>
                    <a:pt x="201" y="4585"/>
                    <a:pt x="301" y="4585"/>
                  </a:cubicBezTo>
                  <a:cubicBezTo>
                    <a:pt x="334" y="4585"/>
                    <a:pt x="359" y="4581"/>
                    <a:pt x="367" y="4573"/>
                  </a:cubicBezTo>
                  <a:cubicBezTo>
                    <a:pt x="367" y="4573"/>
                    <a:pt x="434" y="4472"/>
                    <a:pt x="467" y="4306"/>
                  </a:cubicBezTo>
                  <a:cubicBezTo>
                    <a:pt x="501" y="4172"/>
                    <a:pt x="601" y="3972"/>
                    <a:pt x="668" y="3739"/>
                  </a:cubicBezTo>
                  <a:cubicBezTo>
                    <a:pt x="834" y="3272"/>
                    <a:pt x="1135" y="2738"/>
                    <a:pt x="1335" y="2304"/>
                  </a:cubicBezTo>
                  <a:cubicBezTo>
                    <a:pt x="1535" y="1904"/>
                    <a:pt x="1835" y="1337"/>
                    <a:pt x="2169" y="970"/>
                  </a:cubicBezTo>
                  <a:cubicBezTo>
                    <a:pt x="2335" y="803"/>
                    <a:pt x="2469" y="636"/>
                    <a:pt x="2602" y="503"/>
                  </a:cubicBezTo>
                  <a:cubicBezTo>
                    <a:pt x="2669" y="403"/>
                    <a:pt x="2769" y="303"/>
                    <a:pt x="2769" y="303"/>
                  </a:cubicBezTo>
                  <a:cubicBezTo>
                    <a:pt x="2769" y="271"/>
                    <a:pt x="2559" y="0"/>
                    <a:pt x="2509"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38" name="Google Shape;1938;p17"/>
            <p:cNvSpPr/>
            <p:nvPr/>
          </p:nvSpPr>
          <p:spPr>
            <a:xfrm>
              <a:off x="660169" y="4824547"/>
              <a:ext cx="36318" cy="90965"/>
            </a:xfrm>
            <a:custGeom>
              <a:avLst/>
              <a:gdLst/>
              <a:ahLst/>
              <a:cxnLst/>
              <a:rect l="l" t="t" r="r" b="b"/>
              <a:pathLst>
                <a:path w="1502" h="3762" extrusionOk="0">
                  <a:moveTo>
                    <a:pt x="267" y="0"/>
                  </a:moveTo>
                  <a:cubicBezTo>
                    <a:pt x="167" y="0"/>
                    <a:pt x="67" y="9"/>
                    <a:pt x="67" y="25"/>
                  </a:cubicBezTo>
                  <a:cubicBezTo>
                    <a:pt x="67" y="25"/>
                    <a:pt x="33" y="125"/>
                    <a:pt x="33" y="259"/>
                  </a:cubicBezTo>
                  <a:cubicBezTo>
                    <a:pt x="33" y="359"/>
                    <a:pt x="0" y="526"/>
                    <a:pt x="0" y="759"/>
                  </a:cubicBezTo>
                  <a:cubicBezTo>
                    <a:pt x="0" y="1159"/>
                    <a:pt x="33" y="1660"/>
                    <a:pt x="133" y="2027"/>
                  </a:cubicBezTo>
                  <a:cubicBezTo>
                    <a:pt x="167" y="2260"/>
                    <a:pt x="234" y="2460"/>
                    <a:pt x="334" y="2660"/>
                  </a:cubicBezTo>
                  <a:cubicBezTo>
                    <a:pt x="467" y="2861"/>
                    <a:pt x="567" y="3094"/>
                    <a:pt x="701" y="3261"/>
                  </a:cubicBezTo>
                  <a:cubicBezTo>
                    <a:pt x="734" y="3328"/>
                    <a:pt x="834" y="3361"/>
                    <a:pt x="867" y="3461"/>
                  </a:cubicBezTo>
                  <a:cubicBezTo>
                    <a:pt x="901" y="3528"/>
                    <a:pt x="1001" y="3594"/>
                    <a:pt x="1034" y="3628"/>
                  </a:cubicBezTo>
                  <a:cubicBezTo>
                    <a:pt x="1168" y="3694"/>
                    <a:pt x="1201" y="3761"/>
                    <a:pt x="1201" y="3761"/>
                  </a:cubicBezTo>
                  <a:cubicBezTo>
                    <a:pt x="1234" y="3761"/>
                    <a:pt x="1468" y="3528"/>
                    <a:pt x="1501" y="3494"/>
                  </a:cubicBezTo>
                  <a:lnTo>
                    <a:pt x="1401" y="3328"/>
                  </a:lnTo>
                  <a:cubicBezTo>
                    <a:pt x="1368" y="3294"/>
                    <a:pt x="1334" y="3261"/>
                    <a:pt x="1301" y="3161"/>
                  </a:cubicBezTo>
                  <a:cubicBezTo>
                    <a:pt x="1301" y="3127"/>
                    <a:pt x="1234" y="3027"/>
                    <a:pt x="1201" y="2961"/>
                  </a:cubicBezTo>
                  <a:cubicBezTo>
                    <a:pt x="1134" y="2794"/>
                    <a:pt x="1067" y="2594"/>
                    <a:pt x="1001" y="2427"/>
                  </a:cubicBezTo>
                  <a:cubicBezTo>
                    <a:pt x="901" y="2260"/>
                    <a:pt x="867" y="2027"/>
                    <a:pt x="834" y="1860"/>
                  </a:cubicBezTo>
                  <a:cubicBezTo>
                    <a:pt x="734" y="1493"/>
                    <a:pt x="667" y="1093"/>
                    <a:pt x="567" y="692"/>
                  </a:cubicBezTo>
                  <a:cubicBezTo>
                    <a:pt x="534" y="526"/>
                    <a:pt x="500" y="359"/>
                    <a:pt x="500" y="259"/>
                  </a:cubicBezTo>
                  <a:cubicBezTo>
                    <a:pt x="467" y="125"/>
                    <a:pt x="467" y="25"/>
                    <a:pt x="467" y="25"/>
                  </a:cubicBezTo>
                  <a:cubicBezTo>
                    <a:pt x="467" y="9"/>
                    <a:pt x="367" y="0"/>
                    <a:pt x="267"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39" name="Google Shape;1939;p17"/>
            <p:cNvSpPr/>
            <p:nvPr/>
          </p:nvSpPr>
          <p:spPr>
            <a:xfrm>
              <a:off x="735272" y="4956545"/>
              <a:ext cx="126558" cy="61393"/>
            </a:xfrm>
            <a:custGeom>
              <a:avLst/>
              <a:gdLst/>
              <a:ahLst/>
              <a:cxnLst/>
              <a:rect l="l" t="t" r="r" b="b"/>
              <a:pathLst>
                <a:path w="5234" h="2539" extrusionOk="0">
                  <a:moveTo>
                    <a:pt x="283" y="1"/>
                  </a:moveTo>
                  <a:cubicBezTo>
                    <a:pt x="203" y="1"/>
                    <a:pt x="0" y="241"/>
                    <a:pt x="63" y="304"/>
                  </a:cubicBezTo>
                  <a:lnTo>
                    <a:pt x="263" y="504"/>
                  </a:lnTo>
                  <a:cubicBezTo>
                    <a:pt x="397" y="637"/>
                    <a:pt x="597" y="804"/>
                    <a:pt x="797" y="971"/>
                  </a:cubicBezTo>
                  <a:cubicBezTo>
                    <a:pt x="1230" y="1338"/>
                    <a:pt x="1831" y="1671"/>
                    <a:pt x="2331" y="1905"/>
                  </a:cubicBezTo>
                  <a:cubicBezTo>
                    <a:pt x="2832" y="2138"/>
                    <a:pt x="3565" y="2338"/>
                    <a:pt x="4099" y="2405"/>
                  </a:cubicBezTo>
                  <a:cubicBezTo>
                    <a:pt x="4399" y="2472"/>
                    <a:pt x="4633" y="2505"/>
                    <a:pt x="4800" y="2505"/>
                  </a:cubicBezTo>
                  <a:cubicBezTo>
                    <a:pt x="4966" y="2539"/>
                    <a:pt x="5100" y="2539"/>
                    <a:pt x="5100" y="2539"/>
                  </a:cubicBezTo>
                  <a:cubicBezTo>
                    <a:pt x="5200" y="2505"/>
                    <a:pt x="5233" y="2205"/>
                    <a:pt x="5133" y="2138"/>
                  </a:cubicBezTo>
                  <a:cubicBezTo>
                    <a:pt x="5133" y="2138"/>
                    <a:pt x="5067" y="2072"/>
                    <a:pt x="4900" y="2038"/>
                  </a:cubicBezTo>
                  <a:lnTo>
                    <a:pt x="4266" y="1838"/>
                  </a:lnTo>
                  <a:cubicBezTo>
                    <a:pt x="3766" y="1705"/>
                    <a:pt x="3132" y="1404"/>
                    <a:pt x="2665" y="1204"/>
                  </a:cubicBezTo>
                  <a:cubicBezTo>
                    <a:pt x="2231" y="1004"/>
                    <a:pt x="1597" y="737"/>
                    <a:pt x="1130" y="470"/>
                  </a:cubicBezTo>
                  <a:cubicBezTo>
                    <a:pt x="897" y="337"/>
                    <a:pt x="663" y="204"/>
                    <a:pt x="563" y="137"/>
                  </a:cubicBezTo>
                  <a:lnTo>
                    <a:pt x="296" y="3"/>
                  </a:lnTo>
                  <a:cubicBezTo>
                    <a:pt x="293" y="1"/>
                    <a:pt x="288" y="1"/>
                    <a:pt x="283"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40" name="Google Shape;1940;p17"/>
            <p:cNvSpPr/>
            <p:nvPr/>
          </p:nvSpPr>
          <p:spPr>
            <a:xfrm>
              <a:off x="894860" y="5013078"/>
              <a:ext cx="83058" cy="36391"/>
            </a:xfrm>
            <a:custGeom>
              <a:avLst/>
              <a:gdLst/>
              <a:ahLst/>
              <a:cxnLst/>
              <a:rect l="l" t="t" r="r" b="b"/>
              <a:pathLst>
                <a:path w="3435" h="1505" extrusionOk="0">
                  <a:moveTo>
                    <a:pt x="668" y="0"/>
                  </a:moveTo>
                  <a:cubicBezTo>
                    <a:pt x="501" y="0"/>
                    <a:pt x="335" y="34"/>
                    <a:pt x="201" y="34"/>
                  </a:cubicBezTo>
                  <a:cubicBezTo>
                    <a:pt x="134" y="67"/>
                    <a:pt x="34" y="67"/>
                    <a:pt x="34" y="67"/>
                  </a:cubicBezTo>
                  <a:cubicBezTo>
                    <a:pt x="1" y="67"/>
                    <a:pt x="1" y="467"/>
                    <a:pt x="34" y="467"/>
                  </a:cubicBezTo>
                  <a:cubicBezTo>
                    <a:pt x="34" y="467"/>
                    <a:pt x="68" y="501"/>
                    <a:pt x="201" y="501"/>
                  </a:cubicBezTo>
                  <a:cubicBezTo>
                    <a:pt x="301" y="501"/>
                    <a:pt x="468" y="534"/>
                    <a:pt x="635" y="567"/>
                  </a:cubicBezTo>
                  <a:cubicBezTo>
                    <a:pt x="968" y="668"/>
                    <a:pt x="1369" y="801"/>
                    <a:pt x="1669" y="868"/>
                  </a:cubicBezTo>
                  <a:cubicBezTo>
                    <a:pt x="1969" y="968"/>
                    <a:pt x="2369" y="1034"/>
                    <a:pt x="2670" y="1201"/>
                  </a:cubicBezTo>
                  <a:cubicBezTo>
                    <a:pt x="2836" y="1301"/>
                    <a:pt x="2970" y="1368"/>
                    <a:pt x="3036" y="1401"/>
                  </a:cubicBezTo>
                  <a:cubicBezTo>
                    <a:pt x="3137" y="1435"/>
                    <a:pt x="3170" y="1501"/>
                    <a:pt x="3170" y="1501"/>
                  </a:cubicBezTo>
                  <a:cubicBezTo>
                    <a:pt x="3172" y="1504"/>
                    <a:pt x="3175" y="1505"/>
                    <a:pt x="3179" y="1505"/>
                  </a:cubicBezTo>
                  <a:cubicBezTo>
                    <a:pt x="3233" y="1505"/>
                    <a:pt x="3435" y="1293"/>
                    <a:pt x="3403" y="1168"/>
                  </a:cubicBezTo>
                  <a:lnTo>
                    <a:pt x="3303" y="1034"/>
                  </a:lnTo>
                  <a:cubicBezTo>
                    <a:pt x="3237" y="968"/>
                    <a:pt x="3137" y="834"/>
                    <a:pt x="2970" y="701"/>
                  </a:cubicBezTo>
                  <a:cubicBezTo>
                    <a:pt x="2670" y="467"/>
                    <a:pt x="2203" y="234"/>
                    <a:pt x="1869" y="134"/>
                  </a:cubicBezTo>
                  <a:cubicBezTo>
                    <a:pt x="1502" y="34"/>
                    <a:pt x="1035" y="0"/>
                    <a:pt x="668"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41" name="Google Shape;1941;p17"/>
            <p:cNvSpPr/>
            <p:nvPr/>
          </p:nvSpPr>
          <p:spPr>
            <a:xfrm>
              <a:off x="1026351" y="5084603"/>
              <a:ext cx="65359" cy="59168"/>
            </a:xfrm>
            <a:custGeom>
              <a:avLst/>
              <a:gdLst/>
              <a:ahLst/>
              <a:cxnLst/>
              <a:rect l="l" t="t" r="r" b="b"/>
              <a:pathLst>
                <a:path w="2703" h="2447" extrusionOk="0">
                  <a:moveTo>
                    <a:pt x="226" y="1"/>
                  </a:moveTo>
                  <a:cubicBezTo>
                    <a:pt x="185" y="1"/>
                    <a:pt x="0" y="215"/>
                    <a:pt x="0" y="245"/>
                  </a:cubicBezTo>
                  <a:cubicBezTo>
                    <a:pt x="0" y="245"/>
                    <a:pt x="567" y="1079"/>
                    <a:pt x="1068" y="1546"/>
                  </a:cubicBezTo>
                  <a:cubicBezTo>
                    <a:pt x="1334" y="1746"/>
                    <a:pt x="1668" y="2013"/>
                    <a:pt x="1935" y="2179"/>
                  </a:cubicBezTo>
                  <a:cubicBezTo>
                    <a:pt x="2235" y="2346"/>
                    <a:pt x="2502" y="2446"/>
                    <a:pt x="2502" y="2446"/>
                  </a:cubicBezTo>
                  <a:cubicBezTo>
                    <a:pt x="2535" y="2446"/>
                    <a:pt x="2702" y="2213"/>
                    <a:pt x="2702" y="2179"/>
                  </a:cubicBezTo>
                  <a:cubicBezTo>
                    <a:pt x="2702" y="2179"/>
                    <a:pt x="2502" y="2013"/>
                    <a:pt x="2268" y="1746"/>
                  </a:cubicBezTo>
                  <a:cubicBezTo>
                    <a:pt x="2035" y="1479"/>
                    <a:pt x="1768" y="1212"/>
                    <a:pt x="1535" y="979"/>
                  </a:cubicBezTo>
                  <a:cubicBezTo>
                    <a:pt x="1068" y="578"/>
                    <a:pt x="234" y="11"/>
                    <a:pt x="234" y="11"/>
                  </a:cubicBezTo>
                  <a:cubicBezTo>
                    <a:pt x="234" y="4"/>
                    <a:pt x="231" y="1"/>
                    <a:pt x="226"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42" name="Google Shape;1942;p17"/>
            <p:cNvSpPr/>
            <p:nvPr/>
          </p:nvSpPr>
          <p:spPr>
            <a:xfrm>
              <a:off x="172991" y="4146805"/>
              <a:ext cx="510585" cy="76892"/>
            </a:xfrm>
            <a:custGeom>
              <a:avLst/>
              <a:gdLst/>
              <a:ahLst/>
              <a:cxnLst/>
              <a:rect l="l" t="t" r="r" b="b"/>
              <a:pathLst>
                <a:path w="21116" h="3180" extrusionOk="0">
                  <a:moveTo>
                    <a:pt x="10841" y="1"/>
                  </a:moveTo>
                  <a:cubicBezTo>
                    <a:pt x="10675" y="201"/>
                    <a:pt x="10474" y="468"/>
                    <a:pt x="10241" y="701"/>
                  </a:cubicBezTo>
                  <a:cubicBezTo>
                    <a:pt x="10141" y="835"/>
                    <a:pt x="10041" y="968"/>
                    <a:pt x="9907" y="1068"/>
                  </a:cubicBezTo>
                  <a:lnTo>
                    <a:pt x="9874" y="1135"/>
                  </a:lnTo>
                  <a:lnTo>
                    <a:pt x="9841" y="1168"/>
                  </a:lnTo>
                  <a:lnTo>
                    <a:pt x="9741" y="1268"/>
                  </a:lnTo>
                  <a:cubicBezTo>
                    <a:pt x="9540" y="1468"/>
                    <a:pt x="9307" y="1635"/>
                    <a:pt x="9040" y="1769"/>
                  </a:cubicBezTo>
                  <a:cubicBezTo>
                    <a:pt x="8572" y="2003"/>
                    <a:pt x="8053" y="2108"/>
                    <a:pt x="7527" y="2108"/>
                  </a:cubicBezTo>
                  <a:cubicBezTo>
                    <a:pt x="7453" y="2108"/>
                    <a:pt x="7379" y="2106"/>
                    <a:pt x="7306" y="2102"/>
                  </a:cubicBezTo>
                  <a:cubicBezTo>
                    <a:pt x="6672" y="2036"/>
                    <a:pt x="6071" y="1802"/>
                    <a:pt x="5571" y="1468"/>
                  </a:cubicBezTo>
                  <a:cubicBezTo>
                    <a:pt x="5471" y="1335"/>
                    <a:pt x="5337" y="1268"/>
                    <a:pt x="5204" y="1168"/>
                  </a:cubicBezTo>
                  <a:lnTo>
                    <a:pt x="5037" y="1035"/>
                  </a:lnTo>
                  <a:lnTo>
                    <a:pt x="4904" y="935"/>
                  </a:lnTo>
                  <a:lnTo>
                    <a:pt x="4804" y="801"/>
                  </a:lnTo>
                  <a:lnTo>
                    <a:pt x="4537" y="534"/>
                  </a:lnTo>
                  <a:lnTo>
                    <a:pt x="4504" y="501"/>
                  </a:lnTo>
                  <a:lnTo>
                    <a:pt x="4403" y="568"/>
                  </a:lnTo>
                  <a:lnTo>
                    <a:pt x="4237" y="701"/>
                  </a:lnTo>
                  <a:cubicBezTo>
                    <a:pt x="4137" y="868"/>
                    <a:pt x="3970" y="1001"/>
                    <a:pt x="3836" y="1135"/>
                  </a:cubicBezTo>
                  <a:cubicBezTo>
                    <a:pt x="3002" y="1902"/>
                    <a:pt x="2068" y="2369"/>
                    <a:pt x="1368" y="2503"/>
                  </a:cubicBezTo>
                  <a:cubicBezTo>
                    <a:pt x="1034" y="2569"/>
                    <a:pt x="734" y="2636"/>
                    <a:pt x="534" y="2636"/>
                  </a:cubicBezTo>
                  <a:lnTo>
                    <a:pt x="234" y="2636"/>
                  </a:lnTo>
                  <a:cubicBezTo>
                    <a:pt x="0" y="2669"/>
                    <a:pt x="0" y="3003"/>
                    <a:pt x="234" y="3003"/>
                  </a:cubicBezTo>
                  <a:lnTo>
                    <a:pt x="567" y="3003"/>
                  </a:lnTo>
                  <a:cubicBezTo>
                    <a:pt x="801" y="3003"/>
                    <a:pt x="1134" y="2970"/>
                    <a:pt x="1501" y="2903"/>
                  </a:cubicBezTo>
                  <a:cubicBezTo>
                    <a:pt x="1702" y="2836"/>
                    <a:pt x="1902" y="2836"/>
                    <a:pt x="2135" y="2736"/>
                  </a:cubicBezTo>
                  <a:cubicBezTo>
                    <a:pt x="2369" y="2669"/>
                    <a:pt x="2569" y="2603"/>
                    <a:pt x="2836" y="2469"/>
                  </a:cubicBezTo>
                  <a:cubicBezTo>
                    <a:pt x="3303" y="2236"/>
                    <a:pt x="3803" y="1869"/>
                    <a:pt x="4237" y="1502"/>
                  </a:cubicBezTo>
                  <a:lnTo>
                    <a:pt x="4403" y="1335"/>
                  </a:lnTo>
                  <a:lnTo>
                    <a:pt x="4470" y="1302"/>
                  </a:lnTo>
                  <a:cubicBezTo>
                    <a:pt x="4470" y="1302"/>
                    <a:pt x="4470" y="1272"/>
                    <a:pt x="4480" y="1272"/>
                  </a:cubicBezTo>
                  <a:cubicBezTo>
                    <a:pt x="4485" y="1272"/>
                    <a:pt x="4492" y="1279"/>
                    <a:pt x="4504" y="1302"/>
                  </a:cubicBezTo>
                  <a:lnTo>
                    <a:pt x="4570" y="1368"/>
                  </a:lnTo>
                  <a:lnTo>
                    <a:pt x="4637" y="1402"/>
                  </a:lnTo>
                  <a:lnTo>
                    <a:pt x="4670" y="1468"/>
                  </a:lnTo>
                  <a:lnTo>
                    <a:pt x="4870" y="1635"/>
                  </a:lnTo>
                  <a:cubicBezTo>
                    <a:pt x="5004" y="1769"/>
                    <a:pt x="5171" y="1869"/>
                    <a:pt x="5304" y="1969"/>
                  </a:cubicBezTo>
                  <a:cubicBezTo>
                    <a:pt x="5871" y="2369"/>
                    <a:pt x="6538" y="2669"/>
                    <a:pt x="7306" y="2736"/>
                  </a:cubicBezTo>
                  <a:cubicBezTo>
                    <a:pt x="7486" y="2771"/>
                    <a:pt x="7674" y="2787"/>
                    <a:pt x="7863" y="2787"/>
                  </a:cubicBezTo>
                  <a:cubicBezTo>
                    <a:pt x="8406" y="2787"/>
                    <a:pt x="8962" y="2650"/>
                    <a:pt x="9407" y="2402"/>
                  </a:cubicBezTo>
                  <a:cubicBezTo>
                    <a:pt x="9741" y="2236"/>
                    <a:pt x="10041" y="2036"/>
                    <a:pt x="10308" y="1835"/>
                  </a:cubicBezTo>
                  <a:lnTo>
                    <a:pt x="10474" y="1669"/>
                  </a:lnTo>
                  <a:cubicBezTo>
                    <a:pt x="10508" y="1802"/>
                    <a:pt x="10575" y="1969"/>
                    <a:pt x="10675" y="2136"/>
                  </a:cubicBezTo>
                  <a:cubicBezTo>
                    <a:pt x="10841" y="2436"/>
                    <a:pt x="11175" y="2703"/>
                    <a:pt x="11509" y="2869"/>
                  </a:cubicBezTo>
                  <a:cubicBezTo>
                    <a:pt x="11922" y="3106"/>
                    <a:pt x="12359" y="3179"/>
                    <a:pt x="12792" y="3179"/>
                  </a:cubicBezTo>
                  <a:cubicBezTo>
                    <a:pt x="13092" y="3179"/>
                    <a:pt x="13390" y="3144"/>
                    <a:pt x="13677" y="3103"/>
                  </a:cubicBezTo>
                  <a:cubicBezTo>
                    <a:pt x="14377" y="2970"/>
                    <a:pt x="15044" y="2703"/>
                    <a:pt x="15678" y="2436"/>
                  </a:cubicBezTo>
                  <a:cubicBezTo>
                    <a:pt x="15978" y="2302"/>
                    <a:pt x="16245" y="2136"/>
                    <a:pt x="16545" y="1935"/>
                  </a:cubicBezTo>
                  <a:cubicBezTo>
                    <a:pt x="16646" y="1835"/>
                    <a:pt x="16679" y="1802"/>
                    <a:pt x="16746" y="1769"/>
                  </a:cubicBezTo>
                  <a:lnTo>
                    <a:pt x="16846" y="1669"/>
                  </a:lnTo>
                  <a:lnTo>
                    <a:pt x="16879" y="1635"/>
                  </a:lnTo>
                  <a:cubicBezTo>
                    <a:pt x="16925" y="1612"/>
                    <a:pt x="16955" y="1573"/>
                    <a:pt x="16969" y="1573"/>
                  </a:cubicBezTo>
                  <a:cubicBezTo>
                    <a:pt x="16976" y="1573"/>
                    <a:pt x="16979" y="1581"/>
                    <a:pt x="16979" y="1602"/>
                  </a:cubicBezTo>
                  <a:cubicBezTo>
                    <a:pt x="17012" y="1602"/>
                    <a:pt x="17012" y="1635"/>
                    <a:pt x="17012" y="1635"/>
                  </a:cubicBezTo>
                  <a:lnTo>
                    <a:pt x="17046" y="1702"/>
                  </a:lnTo>
                  <a:cubicBezTo>
                    <a:pt x="17113" y="1702"/>
                    <a:pt x="17113" y="1769"/>
                    <a:pt x="17146" y="1802"/>
                  </a:cubicBezTo>
                  <a:cubicBezTo>
                    <a:pt x="17279" y="1935"/>
                    <a:pt x="17346" y="2036"/>
                    <a:pt x="17479" y="2136"/>
                  </a:cubicBezTo>
                  <a:cubicBezTo>
                    <a:pt x="17680" y="2336"/>
                    <a:pt x="17946" y="2503"/>
                    <a:pt x="18180" y="2636"/>
                  </a:cubicBezTo>
                  <a:cubicBezTo>
                    <a:pt x="18647" y="2869"/>
                    <a:pt x="19114" y="3003"/>
                    <a:pt x="19514" y="3103"/>
                  </a:cubicBezTo>
                  <a:cubicBezTo>
                    <a:pt x="19731" y="3120"/>
                    <a:pt x="19923" y="3128"/>
                    <a:pt x="20085" y="3128"/>
                  </a:cubicBezTo>
                  <a:cubicBezTo>
                    <a:pt x="20248" y="3128"/>
                    <a:pt x="20382" y="3120"/>
                    <a:pt x="20482" y="3103"/>
                  </a:cubicBezTo>
                  <a:cubicBezTo>
                    <a:pt x="20682" y="3036"/>
                    <a:pt x="20815" y="3003"/>
                    <a:pt x="20815" y="3003"/>
                  </a:cubicBezTo>
                  <a:cubicBezTo>
                    <a:pt x="21115" y="2869"/>
                    <a:pt x="20882" y="2603"/>
                    <a:pt x="20582" y="2569"/>
                  </a:cubicBezTo>
                  <a:cubicBezTo>
                    <a:pt x="20582" y="2569"/>
                    <a:pt x="20548" y="2636"/>
                    <a:pt x="20515" y="2636"/>
                  </a:cubicBezTo>
                  <a:cubicBezTo>
                    <a:pt x="20482" y="2636"/>
                    <a:pt x="20382" y="2669"/>
                    <a:pt x="20315" y="2669"/>
                  </a:cubicBezTo>
                  <a:cubicBezTo>
                    <a:pt x="20218" y="2683"/>
                    <a:pt x="20116" y="2691"/>
                    <a:pt x="20005" y="2691"/>
                  </a:cubicBezTo>
                  <a:cubicBezTo>
                    <a:pt x="19849" y="2691"/>
                    <a:pt x="19676" y="2675"/>
                    <a:pt x="19481" y="2636"/>
                  </a:cubicBezTo>
                  <a:cubicBezTo>
                    <a:pt x="19147" y="2569"/>
                    <a:pt x="18714" y="2402"/>
                    <a:pt x="18313" y="2169"/>
                  </a:cubicBezTo>
                  <a:cubicBezTo>
                    <a:pt x="18080" y="2036"/>
                    <a:pt x="17880" y="1869"/>
                    <a:pt x="17713" y="1702"/>
                  </a:cubicBezTo>
                  <a:cubicBezTo>
                    <a:pt x="17646" y="1635"/>
                    <a:pt x="17546" y="1502"/>
                    <a:pt x="17479" y="1402"/>
                  </a:cubicBezTo>
                  <a:cubicBezTo>
                    <a:pt x="17479" y="1368"/>
                    <a:pt x="17413" y="1368"/>
                    <a:pt x="17413" y="1335"/>
                  </a:cubicBezTo>
                  <a:lnTo>
                    <a:pt x="17379" y="1302"/>
                  </a:lnTo>
                  <a:lnTo>
                    <a:pt x="17346" y="1202"/>
                  </a:lnTo>
                  <a:cubicBezTo>
                    <a:pt x="17313" y="1068"/>
                    <a:pt x="17213" y="968"/>
                    <a:pt x="17179" y="835"/>
                  </a:cubicBezTo>
                  <a:lnTo>
                    <a:pt x="17079" y="668"/>
                  </a:lnTo>
                  <a:cubicBezTo>
                    <a:pt x="17046" y="668"/>
                    <a:pt x="17046" y="635"/>
                    <a:pt x="17046" y="635"/>
                  </a:cubicBezTo>
                  <a:lnTo>
                    <a:pt x="17012" y="668"/>
                  </a:lnTo>
                  <a:lnTo>
                    <a:pt x="16912" y="735"/>
                  </a:lnTo>
                  <a:cubicBezTo>
                    <a:pt x="16812" y="868"/>
                    <a:pt x="16712" y="968"/>
                    <a:pt x="16579" y="1035"/>
                  </a:cubicBezTo>
                  <a:cubicBezTo>
                    <a:pt x="16545" y="1068"/>
                    <a:pt x="16479" y="1135"/>
                    <a:pt x="16412" y="1168"/>
                  </a:cubicBezTo>
                  <a:lnTo>
                    <a:pt x="16345" y="1235"/>
                  </a:lnTo>
                  <a:cubicBezTo>
                    <a:pt x="16312" y="1302"/>
                    <a:pt x="16212" y="1335"/>
                    <a:pt x="16179" y="1368"/>
                  </a:cubicBezTo>
                  <a:cubicBezTo>
                    <a:pt x="15912" y="1535"/>
                    <a:pt x="15645" y="1702"/>
                    <a:pt x="15345" y="1835"/>
                  </a:cubicBezTo>
                  <a:cubicBezTo>
                    <a:pt x="14744" y="2136"/>
                    <a:pt x="14144" y="2336"/>
                    <a:pt x="13510" y="2402"/>
                  </a:cubicBezTo>
                  <a:cubicBezTo>
                    <a:pt x="13269" y="2441"/>
                    <a:pt x="13029" y="2464"/>
                    <a:pt x="12795" y="2464"/>
                  </a:cubicBezTo>
                  <a:cubicBezTo>
                    <a:pt x="12414" y="2464"/>
                    <a:pt x="12052" y="2401"/>
                    <a:pt x="11742" y="2236"/>
                  </a:cubicBezTo>
                  <a:cubicBezTo>
                    <a:pt x="11542" y="2136"/>
                    <a:pt x="11342" y="1969"/>
                    <a:pt x="11208" y="1735"/>
                  </a:cubicBezTo>
                  <a:cubicBezTo>
                    <a:pt x="11142" y="1635"/>
                    <a:pt x="11075" y="1535"/>
                    <a:pt x="11042" y="1368"/>
                  </a:cubicBezTo>
                  <a:cubicBezTo>
                    <a:pt x="10975" y="1035"/>
                    <a:pt x="10908" y="668"/>
                    <a:pt x="10875" y="368"/>
                  </a:cubicBezTo>
                  <a:cubicBezTo>
                    <a:pt x="10875" y="201"/>
                    <a:pt x="10841" y="101"/>
                    <a:pt x="10841"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43" name="Google Shape;1943;p17"/>
            <p:cNvSpPr/>
            <p:nvPr/>
          </p:nvSpPr>
          <p:spPr>
            <a:xfrm>
              <a:off x="1059043" y="3265324"/>
              <a:ext cx="389153" cy="110430"/>
            </a:xfrm>
            <a:custGeom>
              <a:avLst/>
              <a:gdLst/>
              <a:ahLst/>
              <a:cxnLst/>
              <a:rect l="l" t="t" r="r" b="b"/>
              <a:pathLst>
                <a:path w="16094" h="4567" extrusionOk="0">
                  <a:moveTo>
                    <a:pt x="4528" y="0"/>
                  </a:moveTo>
                  <a:cubicBezTo>
                    <a:pt x="4523" y="0"/>
                    <a:pt x="4519" y="7"/>
                    <a:pt x="4519" y="30"/>
                  </a:cubicBezTo>
                  <a:lnTo>
                    <a:pt x="4319" y="297"/>
                  </a:lnTo>
                  <a:cubicBezTo>
                    <a:pt x="4185" y="463"/>
                    <a:pt x="4085" y="630"/>
                    <a:pt x="3985" y="797"/>
                  </a:cubicBezTo>
                  <a:cubicBezTo>
                    <a:pt x="3685" y="1231"/>
                    <a:pt x="3352" y="1631"/>
                    <a:pt x="3051" y="1998"/>
                  </a:cubicBezTo>
                  <a:cubicBezTo>
                    <a:pt x="2484" y="2732"/>
                    <a:pt x="1750" y="3165"/>
                    <a:pt x="1217" y="3265"/>
                  </a:cubicBezTo>
                  <a:lnTo>
                    <a:pt x="850" y="3265"/>
                  </a:lnTo>
                  <a:cubicBezTo>
                    <a:pt x="716" y="3265"/>
                    <a:pt x="650" y="3232"/>
                    <a:pt x="550" y="3232"/>
                  </a:cubicBezTo>
                  <a:cubicBezTo>
                    <a:pt x="416" y="3165"/>
                    <a:pt x="349" y="3132"/>
                    <a:pt x="349" y="3132"/>
                  </a:cubicBezTo>
                  <a:cubicBezTo>
                    <a:pt x="334" y="3126"/>
                    <a:pt x="319" y="3123"/>
                    <a:pt x="304" y="3123"/>
                  </a:cubicBezTo>
                  <a:cubicBezTo>
                    <a:pt x="150" y="3123"/>
                    <a:pt x="0" y="3405"/>
                    <a:pt x="183" y="3465"/>
                  </a:cubicBezTo>
                  <a:lnTo>
                    <a:pt x="416" y="3599"/>
                  </a:lnTo>
                  <a:cubicBezTo>
                    <a:pt x="516" y="3632"/>
                    <a:pt x="650" y="3632"/>
                    <a:pt x="750" y="3666"/>
                  </a:cubicBezTo>
                  <a:lnTo>
                    <a:pt x="1217" y="3666"/>
                  </a:lnTo>
                  <a:cubicBezTo>
                    <a:pt x="1550" y="3632"/>
                    <a:pt x="1984" y="3499"/>
                    <a:pt x="2351" y="3265"/>
                  </a:cubicBezTo>
                  <a:cubicBezTo>
                    <a:pt x="2718" y="3065"/>
                    <a:pt x="3085" y="2732"/>
                    <a:pt x="3418" y="2331"/>
                  </a:cubicBezTo>
                  <a:cubicBezTo>
                    <a:pt x="3752" y="1964"/>
                    <a:pt x="4085" y="1564"/>
                    <a:pt x="4419" y="1130"/>
                  </a:cubicBezTo>
                  <a:lnTo>
                    <a:pt x="4552" y="964"/>
                  </a:lnTo>
                  <a:lnTo>
                    <a:pt x="4552" y="1030"/>
                  </a:lnTo>
                  <a:lnTo>
                    <a:pt x="4686" y="1130"/>
                  </a:lnTo>
                  <a:lnTo>
                    <a:pt x="4986" y="1431"/>
                  </a:lnTo>
                  <a:cubicBezTo>
                    <a:pt x="5386" y="1864"/>
                    <a:pt x="5853" y="2231"/>
                    <a:pt x="6354" y="2465"/>
                  </a:cubicBezTo>
                  <a:cubicBezTo>
                    <a:pt x="6854" y="2732"/>
                    <a:pt x="7421" y="2898"/>
                    <a:pt x="7988" y="2898"/>
                  </a:cubicBezTo>
                  <a:cubicBezTo>
                    <a:pt x="8522" y="2898"/>
                    <a:pt x="9089" y="2765"/>
                    <a:pt x="9589" y="2565"/>
                  </a:cubicBezTo>
                  <a:cubicBezTo>
                    <a:pt x="10090" y="2365"/>
                    <a:pt x="10657" y="2098"/>
                    <a:pt x="11090" y="1798"/>
                  </a:cubicBezTo>
                  <a:cubicBezTo>
                    <a:pt x="11224" y="1731"/>
                    <a:pt x="11357" y="1698"/>
                    <a:pt x="11491" y="1597"/>
                  </a:cubicBezTo>
                  <a:lnTo>
                    <a:pt x="11557" y="1564"/>
                  </a:lnTo>
                  <a:lnTo>
                    <a:pt x="11591" y="1564"/>
                  </a:lnTo>
                  <a:cubicBezTo>
                    <a:pt x="11610" y="1564"/>
                    <a:pt x="11618" y="1559"/>
                    <a:pt x="11624" y="1559"/>
                  </a:cubicBezTo>
                  <a:cubicBezTo>
                    <a:pt x="11638" y="1559"/>
                    <a:pt x="11638" y="1593"/>
                    <a:pt x="11758" y="1831"/>
                  </a:cubicBezTo>
                  <a:cubicBezTo>
                    <a:pt x="12024" y="2331"/>
                    <a:pt x="12325" y="2798"/>
                    <a:pt x="12591" y="3232"/>
                  </a:cubicBezTo>
                  <a:cubicBezTo>
                    <a:pt x="12925" y="3632"/>
                    <a:pt x="13259" y="3966"/>
                    <a:pt x="13692" y="4233"/>
                  </a:cubicBezTo>
                  <a:cubicBezTo>
                    <a:pt x="14093" y="4466"/>
                    <a:pt x="14526" y="4566"/>
                    <a:pt x="14860" y="4566"/>
                  </a:cubicBezTo>
                  <a:cubicBezTo>
                    <a:pt x="15227" y="4566"/>
                    <a:pt x="15494" y="4533"/>
                    <a:pt x="15660" y="4466"/>
                  </a:cubicBezTo>
                  <a:cubicBezTo>
                    <a:pt x="15827" y="4433"/>
                    <a:pt x="15894" y="4399"/>
                    <a:pt x="15894" y="4399"/>
                  </a:cubicBezTo>
                  <a:cubicBezTo>
                    <a:pt x="16094" y="4299"/>
                    <a:pt x="15994" y="4033"/>
                    <a:pt x="15727" y="3966"/>
                  </a:cubicBezTo>
                  <a:cubicBezTo>
                    <a:pt x="15727" y="3966"/>
                    <a:pt x="15660" y="4033"/>
                    <a:pt x="15494" y="4066"/>
                  </a:cubicBezTo>
                  <a:cubicBezTo>
                    <a:pt x="15327" y="4066"/>
                    <a:pt x="15093" y="4099"/>
                    <a:pt x="14826" y="4099"/>
                  </a:cubicBezTo>
                  <a:cubicBezTo>
                    <a:pt x="14526" y="4066"/>
                    <a:pt x="14226" y="3966"/>
                    <a:pt x="13892" y="3766"/>
                  </a:cubicBezTo>
                  <a:cubicBezTo>
                    <a:pt x="13559" y="3566"/>
                    <a:pt x="13259" y="3232"/>
                    <a:pt x="13025" y="2865"/>
                  </a:cubicBezTo>
                  <a:cubicBezTo>
                    <a:pt x="12758" y="2431"/>
                    <a:pt x="12525" y="1964"/>
                    <a:pt x="12325" y="1531"/>
                  </a:cubicBezTo>
                  <a:cubicBezTo>
                    <a:pt x="12225" y="1397"/>
                    <a:pt x="12191" y="1231"/>
                    <a:pt x="12091" y="1064"/>
                  </a:cubicBezTo>
                  <a:lnTo>
                    <a:pt x="11924" y="730"/>
                  </a:lnTo>
                  <a:lnTo>
                    <a:pt x="11891" y="630"/>
                  </a:lnTo>
                  <a:lnTo>
                    <a:pt x="11891" y="597"/>
                  </a:lnTo>
                  <a:cubicBezTo>
                    <a:pt x="11891" y="586"/>
                    <a:pt x="11887" y="582"/>
                    <a:pt x="11882" y="582"/>
                  </a:cubicBezTo>
                  <a:cubicBezTo>
                    <a:pt x="11872" y="582"/>
                    <a:pt x="11858" y="597"/>
                    <a:pt x="11858" y="597"/>
                  </a:cubicBezTo>
                  <a:lnTo>
                    <a:pt x="11691" y="697"/>
                  </a:lnTo>
                  <a:lnTo>
                    <a:pt x="11090" y="1030"/>
                  </a:lnTo>
                  <a:cubicBezTo>
                    <a:pt x="11024" y="1097"/>
                    <a:pt x="10890" y="1130"/>
                    <a:pt x="10757" y="1231"/>
                  </a:cubicBezTo>
                  <a:cubicBezTo>
                    <a:pt x="9856" y="1731"/>
                    <a:pt x="8855" y="2131"/>
                    <a:pt x="8022" y="2131"/>
                  </a:cubicBezTo>
                  <a:cubicBezTo>
                    <a:pt x="7188" y="2131"/>
                    <a:pt x="6220" y="1698"/>
                    <a:pt x="5486" y="930"/>
                  </a:cubicBezTo>
                  <a:cubicBezTo>
                    <a:pt x="5386" y="864"/>
                    <a:pt x="5253" y="764"/>
                    <a:pt x="5186" y="697"/>
                  </a:cubicBezTo>
                  <a:lnTo>
                    <a:pt x="4753" y="230"/>
                  </a:lnTo>
                  <a:lnTo>
                    <a:pt x="4652" y="96"/>
                  </a:lnTo>
                  <a:lnTo>
                    <a:pt x="4552" y="30"/>
                  </a:lnTo>
                  <a:cubicBezTo>
                    <a:pt x="4552" y="30"/>
                    <a:pt x="4538" y="0"/>
                    <a:pt x="4528"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44" name="Google Shape;1944;p17"/>
            <p:cNvSpPr/>
            <p:nvPr/>
          </p:nvSpPr>
          <p:spPr>
            <a:xfrm>
              <a:off x="1403511" y="4612319"/>
              <a:ext cx="514937" cy="104143"/>
            </a:xfrm>
            <a:custGeom>
              <a:avLst/>
              <a:gdLst/>
              <a:ahLst/>
              <a:cxnLst/>
              <a:rect l="l" t="t" r="r" b="b"/>
              <a:pathLst>
                <a:path w="21296" h="4307" extrusionOk="0">
                  <a:moveTo>
                    <a:pt x="13664" y="1"/>
                  </a:moveTo>
                  <a:cubicBezTo>
                    <a:pt x="13660" y="1"/>
                    <a:pt x="13656" y="9"/>
                    <a:pt x="13656" y="29"/>
                  </a:cubicBezTo>
                  <a:lnTo>
                    <a:pt x="13623" y="63"/>
                  </a:lnTo>
                  <a:lnTo>
                    <a:pt x="13523" y="129"/>
                  </a:lnTo>
                  <a:lnTo>
                    <a:pt x="13356" y="296"/>
                  </a:lnTo>
                  <a:lnTo>
                    <a:pt x="13089" y="596"/>
                  </a:lnTo>
                  <a:cubicBezTo>
                    <a:pt x="12956" y="730"/>
                    <a:pt x="12822" y="796"/>
                    <a:pt x="12689" y="897"/>
                  </a:cubicBezTo>
                  <a:cubicBezTo>
                    <a:pt x="12589" y="1030"/>
                    <a:pt x="12456" y="1097"/>
                    <a:pt x="12322" y="1197"/>
                  </a:cubicBezTo>
                  <a:lnTo>
                    <a:pt x="11955" y="1430"/>
                  </a:lnTo>
                  <a:cubicBezTo>
                    <a:pt x="11455" y="1764"/>
                    <a:pt x="10854" y="1931"/>
                    <a:pt x="10321" y="2064"/>
                  </a:cubicBezTo>
                  <a:cubicBezTo>
                    <a:pt x="9912" y="2153"/>
                    <a:pt x="9465" y="2204"/>
                    <a:pt x="9003" y="2204"/>
                  </a:cubicBezTo>
                  <a:cubicBezTo>
                    <a:pt x="8257" y="2204"/>
                    <a:pt x="7472" y="2073"/>
                    <a:pt x="6751" y="1764"/>
                  </a:cubicBezTo>
                  <a:cubicBezTo>
                    <a:pt x="6451" y="1697"/>
                    <a:pt x="6184" y="1530"/>
                    <a:pt x="5918" y="1364"/>
                  </a:cubicBezTo>
                  <a:lnTo>
                    <a:pt x="5517" y="1097"/>
                  </a:lnTo>
                  <a:lnTo>
                    <a:pt x="5350" y="930"/>
                  </a:lnTo>
                  <a:lnTo>
                    <a:pt x="5017" y="630"/>
                  </a:lnTo>
                  <a:cubicBezTo>
                    <a:pt x="4917" y="563"/>
                    <a:pt x="4817" y="430"/>
                    <a:pt x="4683" y="363"/>
                  </a:cubicBezTo>
                  <a:lnTo>
                    <a:pt x="4483" y="763"/>
                  </a:lnTo>
                  <a:cubicBezTo>
                    <a:pt x="4416" y="963"/>
                    <a:pt x="4283" y="1130"/>
                    <a:pt x="4183" y="1364"/>
                  </a:cubicBezTo>
                  <a:lnTo>
                    <a:pt x="3949" y="1730"/>
                  </a:lnTo>
                  <a:cubicBezTo>
                    <a:pt x="3849" y="1797"/>
                    <a:pt x="3783" y="1964"/>
                    <a:pt x="3683" y="2064"/>
                  </a:cubicBezTo>
                  <a:cubicBezTo>
                    <a:pt x="2982" y="2931"/>
                    <a:pt x="2015" y="3398"/>
                    <a:pt x="1348" y="3632"/>
                  </a:cubicBezTo>
                  <a:cubicBezTo>
                    <a:pt x="1181" y="3732"/>
                    <a:pt x="1014" y="3765"/>
                    <a:pt x="914" y="3799"/>
                  </a:cubicBezTo>
                  <a:cubicBezTo>
                    <a:pt x="747" y="3865"/>
                    <a:pt x="614" y="3865"/>
                    <a:pt x="514" y="3899"/>
                  </a:cubicBezTo>
                  <a:cubicBezTo>
                    <a:pt x="347" y="3899"/>
                    <a:pt x="247" y="3932"/>
                    <a:pt x="247" y="3932"/>
                  </a:cubicBezTo>
                  <a:cubicBezTo>
                    <a:pt x="0" y="3963"/>
                    <a:pt x="10" y="4306"/>
                    <a:pt x="223" y="4306"/>
                  </a:cubicBezTo>
                  <a:cubicBezTo>
                    <a:pt x="241" y="4306"/>
                    <a:pt x="260" y="4304"/>
                    <a:pt x="280" y="4299"/>
                  </a:cubicBezTo>
                  <a:cubicBezTo>
                    <a:pt x="280" y="4299"/>
                    <a:pt x="414" y="4299"/>
                    <a:pt x="614" y="4266"/>
                  </a:cubicBezTo>
                  <a:cubicBezTo>
                    <a:pt x="680" y="4232"/>
                    <a:pt x="814" y="4232"/>
                    <a:pt x="981" y="4199"/>
                  </a:cubicBezTo>
                  <a:cubicBezTo>
                    <a:pt x="1114" y="4132"/>
                    <a:pt x="1281" y="4099"/>
                    <a:pt x="1481" y="4065"/>
                  </a:cubicBezTo>
                  <a:cubicBezTo>
                    <a:pt x="2182" y="3799"/>
                    <a:pt x="3282" y="3365"/>
                    <a:pt x="4116" y="2398"/>
                  </a:cubicBezTo>
                  <a:cubicBezTo>
                    <a:pt x="4250" y="2264"/>
                    <a:pt x="4316" y="2131"/>
                    <a:pt x="4416" y="2031"/>
                  </a:cubicBezTo>
                  <a:cubicBezTo>
                    <a:pt x="4483" y="1897"/>
                    <a:pt x="4617" y="1730"/>
                    <a:pt x="4683" y="1597"/>
                  </a:cubicBezTo>
                  <a:lnTo>
                    <a:pt x="4817" y="1397"/>
                  </a:lnTo>
                  <a:lnTo>
                    <a:pt x="4850" y="1364"/>
                  </a:lnTo>
                  <a:lnTo>
                    <a:pt x="4917" y="1297"/>
                  </a:lnTo>
                  <a:lnTo>
                    <a:pt x="4950" y="1364"/>
                  </a:lnTo>
                  <a:lnTo>
                    <a:pt x="4984" y="1397"/>
                  </a:lnTo>
                  <a:cubicBezTo>
                    <a:pt x="5084" y="1430"/>
                    <a:pt x="5117" y="1530"/>
                    <a:pt x="5184" y="1564"/>
                  </a:cubicBezTo>
                  <a:lnTo>
                    <a:pt x="5617" y="1864"/>
                  </a:lnTo>
                  <a:cubicBezTo>
                    <a:pt x="5918" y="2031"/>
                    <a:pt x="6184" y="2231"/>
                    <a:pt x="6518" y="2364"/>
                  </a:cubicBezTo>
                  <a:cubicBezTo>
                    <a:pt x="7371" y="2748"/>
                    <a:pt x="8278" y="2914"/>
                    <a:pt x="9135" y="2914"/>
                  </a:cubicBezTo>
                  <a:cubicBezTo>
                    <a:pt x="9619" y="2914"/>
                    <a:pt x="10087" y="2861"/>
                    <a:pt x="10521" y="2765"/>
                  </a:cubicBezTo>
                  <a:cubicBezTo>
                    <a:pt x="11121" y="2598"/>
                    <a:pt x="11788" y="2398"/>
                    <a:pt x="12355" y="2064"/>
                  </a:cubicBezTo>
                  <a:cubicBezTo>
                    <a:pt x="12522" y="1964"/>
                    <a:pt x="12656" y="1864"/>
                    <a:pt x="12822" y="1764"/>
                  </a:cubicBezTo>
                  <a:cubicBezTo>
                    <a:pt x="12956" y="1630"/>
                    <a:pt x="13123" y="1564"/>
                    <a:pt x="13256" y="1430"/>
                  </a:cubicBezTo>
                  <a:cubicBezTo>
                    <a:pt x="13423" y="1364"/>
                    <a:pt x="13523" y="1230"/>
                    <a:pt x="13656" y="1097"/>
                  </a:cubicBezTo>
                  <a:lnTo>
                    <a:pt x="13690" y="1063"/>
                  </a:lnTo>
                  <a:lnTo>
                    <a:pt x="13790" y="1197"/>
                  </a:lnTo>
                  <a:lnTo>
                    <a:pt x="14123" y="1564"/>
                  </a:lnTo>
                  <a:lnTo>
                    <a:pt x="14490" y="1931"/>
                  </a:lnTo>
                  <a:cubicBezTo>
                    <a:pt x="14624" y="2064"/>
                    <a:pt x="14791" y="2131"/>
                    <a:pt x="14924" y="2264"/>
                  </a:cubicBezTo>
                  <a:cubicBezTo>
                    <a:pt x="15491" y="2631"/>
                    <a:pt x="16125" y="2898"/>
                    <a:pt x="16759" y="3065"/>
                  </a:cubicBezTo>
                  <a:cubicBezTo>
                    <a:pt x="17387" y="3222"/>
                    <a:pt x="17997" y="3269"/>
                    <a:pt x="18541" y="3269"/>
                  </a:cubicBezTo>
                  <a:cubicBezTo>
                    <a:pt x="19037" y="3269"/>
                    <a:pt x="19478" y="3230"/>
                    <a:pt x="19827" y="3198"/>
                  </a:cubicBezTo>
                  <a:cubicBezTo>
                    <a:pt x="20595" y="3098"/>
                    <a:pt x="21028" y="3031"/>
                    <a:pt x="21028" y="3031"/>
                  </a:cubicBezTo>
                  <a:cubicBezTo>
                    <a:pt x="21295" y="2965"/>
                    <a:pt x="21195" y="2698"/>
                    <a:pt x="20995" y="2598"/>
                  </a:cubicBezTo>
                  <a:cubicBezTo>
                    <a:pt x="20995" y="2598"/>
                    <a:pt x="20528" y="2698"/>
                    <a:pt x="19794" y="2731"/>
                  </a:cubicBezTo>
                  <a:cubicBezTo>
                    <a:pt x="19602" y="2740"/>
                    <a:pt x="19394" y="2746"/>
                    <a:pt x="19171" y="2746"/>
                  </a:cubicBezTo>
                  <a:cubicBezTo>
                    <a:pt x="18504" y="2746"/>
                    <a:pt x="17709" y="2689"/>
                    <a:pt x="16859" y="2464"/>
                  </a:cubicBezTo>
                  <a:cubicBezTo>
                    <a:pt x="16292" y="2364"/>
                    <a:pt x="15758" y="2097"/>
                    <a:pt x="15258" y="1730"/>
                  </a:cubicBezTo>
                  <a:cubicBezTo>
                    <a:pt x="15124" y="1630"/>
                    <a:pt x="14991" y="1530"/>
                    <a:pt x="14857" y="1430"/>
                  </a:cubicBezTo>
                  <a:lnTo>
                    <a:pt x="14524" y="1097"/>
                  </a:lnTo>
                  <a:cubicBezTo>
                    <a:pt x="14424" y="963"/>
                    <a:pt x="14324" y="897"/>
                    <a:pt x="14190" y="730"/>
                  </a:cubicBezTo>
                  <a:lnTo>
                    <a:pt x="13690" y="63"/>
                  </a:lnTo>
                  <a:cubicBezTo>
                    <a:pt x="13690" y="40"/>
                    <a:pt x="13674" y="1"/>
                    <a:pt x="13664"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45" name="Google Shape;1945;p17"/>
            <p:cNvSpPr/>
            <p:nvPr/>
          </p:nvSpPr>
          <p:spPr>
            <a:xfrm>
              <a:off x="290747" y="3605609"/>
              <a:ext cx="250070" cy="96793"/>
            </a:xfrm>
            <a:custGeom>
              <a:avLst/>
              <a:gdLst/>
              <a:ahLst/>
              <a:cxnLst/>
              <a:rect l="l" t="t" r="r" b="b"/>
              <a:pathLst>
                <a:path w="10342" h="4003" extrusionOk="0">
                  <a:moveTo>
                    <a:pt x="5338" y="0"/>
                  </a:moveTo>
                  <a:lnTo>
                    <a:pt x="5304" y="33"/>
                  </a:lnTo>
                  <a:lnTo>
                    <a:pt x="5171" y="234"/>
                  </a:lnTo>
                  <a:cubicBezTo>
                    <a:pt x="5004" y="500"/>
                    <a:pt x="4904" y="734"/>
                    <a:pt x="4737" y="1034"/>
                  </a:cubicBezTo>
                  <a:cubicBezTo>
                    <a:pt x="4670" y="1134"/>
                    <a:pt x="4637" y="1168"/>
                    <a:pt x="4604" y="1234"/>
                  </a:cubicBezTo>
                  <a:lnTo>
                    <a:pt x="4470" y="1468"/>
                  </a:lnTo>
                  <a:cubicBezTo>
                    <a:pt x="4404" y="1635"/>
                    <a:pt x="4270" y="1735"/>
                    <a:pt x="4170" y="1868"/>
                  </a:cubicBezTo>
                  <a:cubicBezTo>
                    <a:pt x="4103" y="2002"/>
                    <a:pt x="3970" y="2135"/>
                    <a:pt x="3837" y="2235"/>
                  </a:cubicBezTo>
                  <a:cubicBezTo>
                    <a:pt x="3636" y="2502"/>
                    <a:pt x="3336" y="2669"/>
                    <a:pt x="3103" y="2869"/>
                  </a:cubicBezTo>
                  <a:cubicBezTo>
                    <a:pt x="2969" y="2969"/>
                    <a:pt x="2802" y="3002"/>
                    <a:pt x="2669" y="3069"/>
                  </a:cubicBezTo>
                  <a:cubicBezTo>
                    <a:pt x="2569" y="3136"/>
                    <a:pt x="2436" y="3202"/>
                    <a:pt x="2269" y="3236"/>
                  </a:cubicBezTo>
                  <a:cubicBezTo>
                    <a:pt x="1969" y="3336"/>
                    <a:pt x="1735" y="3469"/>
                    <a:pt x="1468" y="3469"/>
                  </a:cubicBezTo>
                  <a:cubicBezTo>
                    <a:pt x="1235" y="3503"/>
                    <a:pt x="1001" y="3536"/>
                    <a:pt x="801" y="3536"/>
                  </a:cubicBezTo>
                  <a:lnTo>
                    <a:pt x="167" y="3536"/>
                  </a:lnTo>
                  <a:cubicBezTo>
                    <a:pt x="67" y="3536"/>
                    <a:pt x="0" y="3903"/>
                    <a:pt x="134" y="3903"/>
                  </a:cubicBezTo>
                  <a:cubicBezTo>
                    <a:pt x="134" y="3903"/>
                    <a:pt x="401" y="3903"/>
                    <a:pt x="801" y="3970"/>
                  </a:cubicBezTo>
                  <a:cubicBezTo>
                    <a:pt x="1001" y="3970"/>
                    <a:pt x="1268" y="3903"/>
                    <a:pt x="1568" y="3903"/>
                  </a:cubicBezTo>
                  <a:cubicBezTo>
                    <a:pt x="1835" y="3903"/>
                    <a:pt x="2135" y="3836"/>
                    <a:pt x="2469" y="3736"/>
                  </a:cubicBezTo>
                  <a:cubicBezTo>
                    <a:pt x="2636" y="3736"/>
                    <a:pt x="2802" y="3669"/>
                    <a:pt x="2969" y="3569"/>
                  </a:cubicBezTo>
                  <a:lnTo>
                    <a:pt x="3470" y="3336"/>
                  </a:lnTo>
                  <a:cubicBezTo>
                    <a:pt x="3770" y="3136"/>
                    <a:pt x="4103" y="2969"/>
                    <a:pt x="4337" y="2669"/>
                  </a:cubicBezTo>
                  <a:cubicBezTo>
                    <a:pt x="4470" y="2502"/>
                    <a:pt x="4604" y="2368"/>
                    <a:pt x="4737" y="2235"/>
                  </a:cubicBezTo>
                  <a:cubicBezTo>
                    <a:pt x="4837" y="2135"/>
                    <a:pt x="4937" y="1968"/>
                    <a:pt x="5071" y="1835"/>
                  </a:cubicBezTo>
                  <a:lnTo>
                    <a:pt x="5238" y="1635"/>
                  </a:lnTo>
                  <a:cubicBezTo>
                    <a:pt x="5271" y="1568"/>
                    <a:pt x="5304" y="1501"/>
                    <a:pt x="5338" y="1401"/>
                  </a:cubicBezTo>
                  <a:lnTo>
                    <a:pt x="5338" y="1368"/>
                  </a:lnTo>
                  <a:lnTo>
                    <a:pt x="5471" y="1568"/>
                  </a:lnTo>
                  <a:cubicBezTo>
                    <a:pt x="5671" y="1868"/>
                    <a:pt x="5938" y="2168"/>
                    <a:pt x="6172" y="2402"/>
                  </a:cubicBezTo>
                  <a:cubicBezTo>
                    <a:pt x="6672" y="2969"/>
                    <a:pt x="7306" y="3403"/>
                    <a:pt x="7939" y="3669"/>
                  </a:cubicBezTo>
                  <a:cubicBezTo>
                    <a:pt x="8573" y="3903"/>
                    <a:pt x="9140" y="4003"/>
                    <a:pt x="9574" y="4003"/>
                  </a:cubicBezTo>
                  <a:cubicBezTo>
                    <a:pt x="9774" y="4003"/>
                    <a:pt x="9941" y="3970"/>
                    <a:pt x="10074" y="3970"/>
                  </a:cubicBezTo>
                  <a:cubicBezTo>
                    <a:pt x="10174" y="3903"/>
                    <a:pt x="10241" y="3903"/>
                    <a:pt x="10241" y="3903"/>
                  </a:cubicBezTo>
                  <a:cubicBezTo>
                    <a:pt x="10341" y="3870"/>
                    <a:pt x="10308" y="3569"/>
                    <a:pt x="10241" y="3569"/>
                  </a:cubicBezTo>
                  <a:lnTo>
                    <a:pt x="10074" y="3569"/>
                  </a:lnTo>
                  <a:cubicBezTo>
                    <a:pt x="10030" y="3592"/>
                    <a:pt x="9985" y="3599"/>
                    <a:pt x="9938" y="3599"/>
                  </a:cubicBezTo>
                  <a:cubicBezTo>
                    <a:pt x="9845" y="3599"/>
                    <a:pt x="9741" y="3569"/>
                    <a:pt x="9607" y="3569"/>
                  </a:cubicBezTo>
                  <a:cubicBezTo>
                    <a:pt x="9240" y="3536"/>
                    <a:pt x="8740" y="3403"/>
                    <a:pt x="8173" y="3169"/>
                  </a:cubicBezTo>
                  <a:cubicBezTo>
                    <a:pt x="7639" y="2869"/>
                    <a:pt x="7139" y="2469"/>
                    <a:pt x="6672" y="1968"/>
                  </a:cubicBezTo>
                  <a:cubicBezTo>
                    <a:pt x="6438" y="1701"/>
                    <a:pt x="6272" y="1401"/>
                    <a:pt x="6071" y="1168"/>
                  </a:cubicBezTo>
                  <a:cubicBezTo>
                    <a:pt x="5971" y="1068"/>
                    <a:pt x="5938" y="1001"/>
                    <a:pt x="5905" y="901"/>
                  </a:cubicBezTo>
                  <a:cubicBezTo>
                    <a:pt x="5805" y="801"/>
                    <a:pt x="5738" y="634"/>
                    <a:pt x="5638" y="500"/>
                  </a:cubicBezTo>
                  <a:cubicBezTo>
                    <a:pt x="5571" y="367"/>
                    <a:pt x="5471" y="200"/>
                    <a:pt x="5404" y="67"/>
                  </a:cubicBezTo>
                  <a:lnTo>
                    <a:pt x="5338" y="0"/>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46" name="Google Shape;1946;p17"/>
            <p:cNvSpPr/>
            <p:nvPr/>
          </p:nvSpPr>
          <p:spPr>
            <a:xfrm>
              <a:off x="1361075" y="3729821"/>
              <a:ext cx="252488" cy="70992"/>
            </a:xfrm>
            <a:custGeom>
              <a:avLst/>
              <a:gdLst/>
              <a:ahLst/>
              <a:cxnLst/>
              <a:rect l="l" t="t" r="r" b="b"/>
              <a:pathLst>
                <a:path w="10442" h="2936" extrusionOk="0">
                  <a:moveTo>
                    <a:pt x="5338" y="0"/>
                  </a:moveTo>
                  <a:lnTo>
                    <a:pt x="5204" y="167"/>
                  </a:lnTo>
                  <a:cubicBezTo>
                    <a:pt x="5071" y="334"/>
                    <a:pt x="4904" y="500"/>
                    <a:pt x="4737" y="667"/>
                  </a:cubicBezTo>
                  <a:lnTo>
                    <a:pt x="4604" y="834"/>
                  </a:lnTo>
                  <a:lnTo>
                    <a:pt x="4437" y="934"/>
                  </a:lnTo>
                  <a:cubicBezTo>
                    <a:pt x="4337" y="1034"/>
                    <a:pt x="4237" y="1168"/>
                    <a:pt x="4103" y="1234"/>
                  </a:cubicBezTo>
                  <a:lnTo>
                    <a:pt x="3736" y="1501"/>
                  </a:lnTo>
                  <a:lnTo>
                    <a:pt x="3536" y="1601"/>
                  </a:lnTo>
                  <a:lnTo>
                    <a:pt x="3336" y="1701"/>
                  </a:lnTo>
                  <a:cubicBezTo>
                    <a:pt x="3169" y="1768"/>
                    <a:pt x="3036" y="1868"/>
                    <a:pt x="2902" y="1901"/>
                  </a:cubicBezTo>
                  <a:cubicBezTo>
                    <a:pt x="2602" y="2002"/>
                    <a:pt x="2369" y="2102"/>
                    <a:pt x="2069" y="2168"/>
                  </a:cubicBezTo>
                  <a:cubicBezTo>
                    <a:pt x="1535" y="2268"/>
                    <a:pt x="1034" y="2368"/>
                    <a:pt x="701" y="2435"/>
                  </a:cubicBezTo>
                  <a:cubicBezTo>
                    <a:pt x="334" y="2502"/>
                    <a:pt x="100" y="2535"/>
                    <a:pt x="100" y="2535"/>
                  </a:cubicBezTo>
                  <a:cubicBezTo>
                    <a:pt x="0" y="2569"/>
                    <a:pt x="34" y="2902"/>
                    <a:pt x="167" y="2902"/>
                  </a:cubicBezTo>
                  <a:cubicBezTo>
                    <a:pt x="167" y="2902"/>
                    <a:pt x="367" y="2902"/>
                    <a:pt x="734" y="2869"/>
                  </a:cubicBezTo>
                  <a:cubicBezTo>
                    <a:pt x="1101" y="2802"/>
                    <a:pt x="1602" y="2769"/>
                    <a:pt x="2202" y="2669"/>
                  </a:cubicBezTo>
                  <a:cubicBezTo>
                    <a:pt x="2502" y="2602"/>
                    <a:pt x="2769" y="2535"/>
                    <a:pt x="3103" y="2435"/>
                  </a:cubicBezTo>
                  <a:cubicBezTo>
                    <a:pt x="3269" y="2402"/>
                    <a:pt x="3403" y="2335"/>
                    <a:pt x="3570" y="2268"/>
                  </a:cubicBezTo>
                  <a:lnTo>
                    <a:pt x="3836" y="2202"/>
                  </a:lnTo>
                  <a:lnTo>
                    <a:pt x="4037" y="2068"/>
                  </a:lnTo>
                  <a:cubicBezTo>
                    <a:pt x="4203" y="1968"/>
                    <a:pt x="4370" y="1901"/>
                    <a:pt x="4504" y="1835"/>
                  </a:cubicBezTo>
                  <a:cubicBezTo>
                    <a:pt x="4670" y="1735"/>
                    <a:pt x="4770" y="1601"/>
                    <a:pt x="4904" y="1535"/>
                  </a:cubicBezTo>
                  <a:lnTo>
                    <a:pt x="5104" y="1368"/>
                  </a:lnTo>
                  <a:lnTo>
                    <a:pt x="5271" y="1201"/>
                  </a:lnTo>
                  <a:lnTo>
                    <a:pt x="5371" y="1101"/>
                  </a:lnTo>
                  <a:lnTo>
                    <a:pt x="5404" y="1068"/>
                  </a:lnTo>
                  <a:lnTo>
                    <a:pt x="5704" y="1368"/>
                  </a:lnTo>
                  <a:cubicBezTo>
                    <a:pt x="5838" y="1501"/>
                    <a:pt x="5938" y="1568"/>
                    <a:pt x="6071" y="1701"/>
                  </a:cubicBezTo>
                  <a:cubicBezTo>
                    <a:pt x="6205" y="1768"/>
                    <a:pt x="6305" y="1901"/>
                    <a:pt x="6472" y="2002"/>
                  </a:cubicBezTo>
                  <a:cubicBezTo>
                    <a:pt x="7072" y="2402"/>
                    <a:pt x="7706" y="2602"/>
                    <a:pt x="8273" y="2769"/>
                  </a:cubicBezTo>
                  <a:cubicBezTo>
                    <a:pt x="8573" y="2835"/>
                    <a:pt x="8873" y="2869"/>
                    <a:pt x="9107" y="2902"/>
                  </a:cubicBezTo>
                  <a:cubicBezTo>
                    <a:pt x="9374" y="2902"/>
                    <a:pt x="9607" y="2936"/>
                    <a:pt x="9774" y="2936"/>
                  </a:cubicBezTo>
                  <a:lnTo>
                    <a:pt x="10374" y="2936"/>
                  </a:lnTo>
                  <a:cubicBezTo>
                    <a:pt x="10441" y="2936"/>
                    <a:pt x="10441" y="2602"/>
                    <a:pt x="10241" y="2535"/>
                  </a:cubicBezTo>
                  <a:cubicBezTo>
                    <a:pt x="10241" y="2535"/>
                    <a:pt x="10041" y="2535"/>
                    <a:pt x="9707" y="2502"/>
                  </a:cubicBezTo>
                  <a:cubicBezTo>
                    <a:pt x="9507" y="2502"/>
                    <a:pt x="9340" y="2435"/>
                    <a:pt x="9074" y="2402"/>
                  </a:cubicBezTo>
                  <a:cubicBezTo>
                    <a:pt x="8840" y="2368"/>
                    <a:pt x="8573" y="2268"/>
                    <a:pt x="8340" y="2202"/>
                  </a:cubicBezTo>
                  <a:cubicBezTo>
                    <a:pt x="7839" y="2035"/>
                    <a:pt x="7239" y="1768"/>
                    <a:pt x="6772" y="1401"/>
                  </a:cubicBezTo>
                  <a:cubicBezTo>
                    <a:pt x="6672" y="1334"/>
                    <a:pt x="6572" y="1201"/>
                    <a:pt x="6438" y="1101"/>
                  </a:cubicBezTo>
                  <a:cubicBezTo>
                    <a:pt x="6338" y="1034"/>
                    <a:pt x="6238" y="901"/>
                    <a:pt x="6105" y="834"/>
                  </a:cubicBezTo>
                  <a:cubicBezTo>
                    <a:pt x="6005" y="701"/>
                    <a:pt x="5905" y="567"/>
                    <a:pt x="5771" y="434"/>
                  </a:cubicBezTo>
                  <a:cubicBezTo>
                    <a:pt x="5704" y="334"/>
                    <a:pt x="5571" y="234"/>
                    <a:pt x="5504" y="100"/>
                  </a:cubicBezTo>
                  <a:cubicBezTo>
                    <a:pt x="5404" y="67"/>
                    <a:pt x="5371" y="33"/>
                    <a:pt x="5338"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47" name="Google Shape;1947;p17"/>
            <p:cNvSpPr/>
            <p:nvPr/>
          </p:nvSpPr>
          <p:spPr>
            <a:xfrm>
              <a:off x="165906" y="4659784"/>
              <a:ext cx="272291" cy="115387"/>
            </a:xfrm>
            <a:custGeom>
              <a:avLst/>
              <a:gdLst/>
              <a:ahLst/>
              <a:cxnLst/>
              <a:rect l="l" t="t" r="r" b="b"/>
              <a:pathLst>
                <a:path w="11261" h="4772" extrusionOk="0">
                  <a:moveTo>
                    <a:pt x="6931" y="1"/>
                  </a:moveTo>
                  <a:lnTo>
                    <a:pt x="6898" y="34"/>
                  </a:lnTo>
                  <a:lnTo>
                    <a:pt x="6798" y="168"/>
                  </a:lnTo>
                  <a:cubicBezTo>
                    <a:pt x="6731" y="335"/>
                    <a:pt x="6598" y="468"/>
                    <a:pt x="6498" y="635"/>
                  </a:cubicBezTo>
                  <a:cubicBezTo>
                    <a:pt x="6331" y="868"/>
                    <a:pt x="6064" y="1335"/>
                    <a:pt x="5997" y="1369"/>
                  </a:cubicBezTo>
                  <a:cubicBezTo>
                    <a:pt x="5630" y="1936"/>
                    <a:pt x="5130" y="2536"/>
                    <a:pt x="4563" y="3003"/>
                  </a:cubicBezTo>
                  <a:cubicBezTo>
                    <a:pt x="3963" y="3470"/>
                    <a:pt x="3295" y="3837"/>
                    <a:pt x="2628" y="3970"/>
                  </a:cubicBezTo>
                  <a:cubicBezTo>
                    <a:pt x="2370" y="4035"/>
                    <a:pt x="2126" y="4060"/>
                    <a:pt x="1900" y="4060"/>
                  </a:cubicBezTo>
                  <a:cubicBezTo>
                    <a:pt x="1542" y="4060"/>
                    <a:pt x="1226" y="3998"/>
                    <a:pt x="960" y="3937"/>
                  </a:cubicBezTo>
                  <a:cubicBezTo>
                    <a:pt x="760" y="3870"/>
                    <a:pt x="594" y="3804"/>
                    <a:pt x="460" y="3770"/>
                  </a:cubicBezTo>
                  <a:cubicBezTo>
                    <a:pt x="327" y="3704"/>
                    <a:pt x="293" y="3670"/>
                    <a:pt x="293" y="3670"/>
                  </a:cubicBezTo>
                  <a:cubicBezTo>
                    <a:pt x="286" y="3669"/>
                    <a:pt x="279" y="3668"/>
                    <a:pt x="272" y="3668"/>
                  </a:cubicBezTo>
                  <a:cubicBezTo>
                    <a:pt x="143" y="3668"/>
                    <a:pt x="0" y="3941"/>
                    <a:pt x="127" y="4004"/>
                  </a:cubicBezTo>
                  <a:cubicBezTo>
                    <a:pt x="127" y="4004"/>
                    <a:pt x="160" y="4037"/>
                    <a:pt x="293" y="4104"/>
                  </a:cubicBezTo>
                  <a:cubicBezTo>
                    <a:pt x="393" y="4137"/>
                    <a:pt x="594" y="4204"/>
                    <a:pt x="794" y="4304"/>
                  </a:cubicBezTo>
                  <a:cubicBezTo>
                    <a:pt x="1103" y="4423"/>
                    <a:pt x="1549" y="4525"/>
                    <a:pt x="2046" y="4525"/>
                  </a:cubicBezTo>
                  <a:cubicBezTo>
                    <a:pt x="2245" y="4525"/>
                    <a:pt x="2452" y="4509"/>
                    <a:pt x="2662" y="4471"/>
                  </a:cubicBezTo>
                  <a:cubicBezTo>
                    <a:pt x="3462" y="4337"/>
                    <a:pt x="4263" y="3970"/>
                    <a:pt x="4930" y="3470"/>
                  </a:cubicBezTo>
                  <a:cubicBezTo>
                    <a:pt x="5597" y="2970"/>
                    <a:pt x="6131" y="2303"/>
                    <a:pt x="6564" y="1702"/>
                  </a:cubicBezTo>
                  <a:cubicBezTo>
                    <a:pt x="6613" y="1590"/>
                    <a:pt x="6630" y="1562"/>
                    <a:pt x="6635" y="1557"/>
                  </a:cubicBezTo>
                  <a:lnTo>
                    <a:pt x="6635" y="1557"/>
                  </a:lnTo>
                  <a:cubicBezTo>
                    <a:pt x="6635" y="1557"/>
                    <a:pt x="6635" y="1557"/>
                    <a:pt x="6635" y="1557"/>
                  </a:cubicBezTo>
                  <a:cubicBezTo>
                    <a:pt x="6636" y="1557"/>
                    <a:pt x="6637" y="1556"/>
                    <a:pt x="6636" y="1556"/>
                  </a:cubicBezTo>
                  <a:cubicBezTo>
                    <a:pt x="6636" y="1556"/>
                    <a:pt x="6636" y="1556"/>
                    <a:pt x="6635" y="1557"/>
                  </a:cubicBezTo>
                  <a:lnTo>
                    <a:pt x="6635" y="1557"/>
                  </a:lnTo>
                  <a:cubicBezTo>
                    <a:pt x="6633" y="1556"/>
                    <a:pt x="6631" y="1552"/>
                    <a:pt x="6631" y="1535"/>
                  </a:cubicBezTo>
                  <a:lnTo>
                    <a:pt x="6631" y="1535"/>
                  </a:lnTo>
                  <a:lnTo>
                    <a:pt x="6665" y="1602"/>
                  </a:lnTo>
                  <a:lnTo>
                    <a:pt x="6931" y="2102"/>
                  </a:lnTo>
                  <a:cubicBezTo>
                    <a:pt x="7332" y="2836"/>
                    <a:pt x="7932" y="3503"/>
                    <a:pt x="8599" y="3904"/>
                  </a:cubicBezTo>
                  <a:cubicBezTo>
                    <a:pt x="8666" y="3970"/>
                    <a:pt x="8766" y="4004"/>
                    <a:pt x="8833" y="4037"/>
                  </a:cubicBezTo>
                  <a:lnTo>
                    <a:pt x="9100" y="4171"/>
                  </a:lnTo>
                  <a:cubicBezTo>
                    <a:pt x="9266" y="4271"/>
                    <a:pt x="9433" y="4304"/>
                    <a:pt x="9567" y="4371"/>
                  </a:cubicBezTo>
                  <a:cubicBezTo>
                    <a:pt x="9833" y="4471"/>
                    <a:pt x="10134" y="4571"/>
                    <a:pt x="10334" y="4638"/>
                  </a:cubicBezTo>
                  <a:cubicBezTo>
                    <a:pt x="10801" y="4738"/>
                    <a:pt x="11101" y="4771"/>
                    <a:pt x="11101" y="4771"/>
                  </a:cubicBezTo>
                  <a:cubicBezTo>
                    <a:pt x="11221" y="4771"/>
                    <a:pt x="11260" y="4528"/>
                    <a:pt x="11194" y="4528"/>
                  </a:cubicBezTo>
                  <a:cubicBezTo>
                    <a:pt x="11186" y="4528"/>
                    <a:pt x="11178" y="4531"/>
                    <a:pt x="11168" y="4538"/>
                  </a:cubicBezTo>
                  <a:cubicBezTo>
                    <a:pt x="11168" y="4538"/>
                    <a:pt x="10934" y="4471"/>
                    <a:pt x="10501" y="4371"/>
                  </a:cubicBezTo>
                  <a:cubicBezTo>
                    <a:pt x="10300" y="4304"/>
                    <a:pt x="10100" y="4204"/>
                    <a:pt x="9800" y="4104"/>
                  </a:cubicBezTo>
                  <a:cubicBezTo>
                    <a:pt x="9633" y="4037"/>
                    <a:pt x="9500" y="3970"/>
                    <a:pt x="9400" y="3870"/>
                  </a:cubicBezTo>
                  <a:cubicBezTo>
                    <a:pt x="9300" y="3837"/>
                    <a:pt x="9266" y="3804"/>
                    <a:pt x="9166" y="3770"/>
                  </a:cubicBezTo>
                  <a:cubicBezTo>
                    <a:pt x="9100" y="3704"/>
                    <a:pt x="9066" y="3637"/>
                    <a:pt x="8966" y="3604"/>
                  </a:cubicBezTo>
                  <a:cubicBezTo>
                    <a:pt x="8432" y="3203"/>
                    <a:pt x="7932" y="2603"/>
                    <a:pt x="7599" y="1936"/>
                  </a:cubicBezTo>
                  <a:lnTo>
                    <a:pt x="7465" y="1669"/>
                  </a:lnTo>
                  <a:lnTo>
                    <a:pt x="7432" y="1535"/>
                  </a:lnTo>
                  <a:lnTo>
                    <a:pt x="7398" y="1469"/>
                  </a:lnTo>
                  <a:lnTo>
                    <a:pt x="7332" y="1335"/>
                  </a:lnTo>
                  <a:cubicBezTo>
                    <a:pt x="7232" y="1002"/>
                    <a:pt x="7132" y="635"/>
                    <a:pt x="6998" y="301"/>
                  </a:cubicBezTo>
                  <a:lnTo>
                    <a:pt x="6931" y="34"/>
                  </a:lnTo>
                  <a:lnTo>
                    <a:pt x="6931" y="1"/>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48" name="Google Shape;1948;p17"/>
            <p:cNvSpPr/>
            <p:nvPr/>
          </p:nvSpPr>
          <p:spPr>
            <a:xfrm rot="2507687">
              <a:off x="492095" y="3172939"/>
              <a:ext cx="292139" cy="292139"/>
            </a:xfrm>
            <a:prstGeom prst="mathPlus">
              <a:avLst>
                <a:gd name="adj1" fmla="val 18896"/>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949" name="Google Shape;1949;p17"/>
          <p:cNvGrpSpPr/>
          <p:nvPr/>
        </p:nvGrpSpPr>
        <p:grpSpPr>
          <a:xfrm flipH="1">
            <a:off x="-31435" y="-1182231"/>
            <a:ext cx="1489301" cy="2879129"/>
            <a:chOff x="9389648" y="991722"/>
            <a:chExt cx="1634619" cy="3160058"/>
          </a:xfrm>
        </p:grpSpPr>
        <p:sp>
          <p:nvSpPr>
            <p:cNvPr id="1950" name="Google Shape;1950;p17"/>
            <p:cNvSpPr/>
            <p:nvPr/>
          </p:nvSpPr>
          <p:spPr>
            <a:xfrm>
              <a:off x="9713224" y="3611398"/>
              <a:ext cx="353969" cy="101250"/>
            </a:xfrm>
            <a:custGeom>
              <a:avLst/>
              <a:gdLst/>
              <a:ahLst/>
              <a:cxnLst/>
              <a:rect l="l" t="t" r="r" b="b"/>
              <a:pathLst>
                <a:path w="15711" h="4494" extrusionOk="0">
                  <a:moveTo>
                    <a:pt x="12157" y="0"/>
                  </a:moveTo>
                  <a:lnTo>
                    <a:pt x="12124" y="67"/>
                  </a:lnTo>
                  <a:cubicBezTo>
                    <a:pt x="11957" y="301"/>
                    <a:pt x="11824" y="467"/>
                    <a:pt x="11657" y="668"/>
                  </a:cubicBezTo>
                  <a:cubicBezTo>
                    <a:pt x="11557" y="734"/>
                    <a:pt x="11490" y="868"/>
                    <a:pt x="11390" y="968"/>
                  </a:cubicBezTo>
                  <a:lnTo>
                    <a:pt x="11290" y="1068"/>
                  </a:lnTo>
                  <a:lnTo>
                    <a:pt x="11023" y="1335"/>
                  </a:lnTo>
                  <a:cubicBezTo>
                    <a:pt x="10289" y="2002"/>
                    <a:pt x="9355" y="2402"/>
                    <a:pt x="8521" y="2569"/>
                  </a:cubicBezTo>
                  <a:cubicBezTo>
                    <a:pt x="8388" y="2636"/>
                    <a:pt x="8321" y="2636"/>
                    <a:pt x="8188" y="2669"/>
                  </a:cubicBezTo>
                  <a:cubicBezTo>
                    <a:pt x="8054" y="2702"/>
                    <a:pt x="7988" y="2702"/>
                    <a:pt x="7854" y="2702"/>
                  </a:cubicBezTo>
                  <a:cubicBezTo>
                    <a:pt x="7776" y="2714"/>
                    <a:pt x="7699" y="2717"/>
                    <a:pt x="7621" y="2717"/>
                  </a:cubicBezTo>
                  <a:cubicBezTo>
                    <a:pt x="7465" y="2717"/>
                    <a:pt x="7309" y="2702"/>
                    <a:pt x="7154" y="2702"/>
                  </a:cubicBezTo>
                  <a:cubicBezTo>
                    <a:pt x="6687" y="2669"/>
                    <a:pt x="6186" y="2536"/>
                    <a:pt x="5786" y="2335"/>
                  </a:cubicBezTo>
                  <a:cubicBezTo>
                    <a:pt x="5553" y="2235"/>
                    <a:pt x="5352" y="2069"/>
                    <a:pt x="5152" y="1969"/>
                  </a:cubicBezTo>
                  <a:cubicBezTo>
                    <a:pt x="4986" y="1835"/>
                    <a:pt x="4785" y="1668"/>
                    <a:pt x="4619" y="1502"/>
                  </a:cubicBezTo>
                  <a:cubicBezTo>
                    <a:pt x="4485" y="1368"/>
                    <a:pt x="4385" y="1235"/>
                    <a:pt x="4285" y="1135"/>
                  </a:cubicBezTo>
                  <a:lnTo>
                    <a:pt x="4052" y="868"/>
                  </a:lnTo>
                  <a:lnTo>
                    <a:pt x="4018" y="801"/>
                  </a:lnTo>
                  <a:cubicBezTo>
                    <a:pt x="4018" y="794"/>
                    <a:pt x="4017" y="792"/>
                    <a:pt x="4015" y="792"/>
                  </a:cubicBezTo>
                  <a:cubicBezTo>
                    <a:pt x="4006" y="792"/>
                    <a:pt x="3985" y="834"/>
                    <a:pt x="3985" y="834"/>
                  </a:cubicBezTo>
                  <a:lnTo>
                    <a:pt x="3851" y="968"/>
                  </a:lnTo>
                  <a:lnTo>
                    <a:pt x="3651" y="1201"/>
                  </a:lnTo>
                  <a:lnTo>
                    <a:pt x="3484" y="1368"/>
                  </a:lnTo>
                  <a:cubicBezTo>
                    <a:pt x="3384" y="1468"/>
                    <a:pt x="3318" y="1502"/>
                    <a:pt x="3218" y="1602"/>
                  </a:cubicBezTo>
                  <a:cubicBezTo>
                    <a:pt x="2517" y="2069"/>
                    <a:pt x="1650" y="2069"/>
                    <a:pt x="1049" y="2302"/>
                  </a:cubicBezTo>
                  <a:cubicBezTo>
                    <a:pt x="482" y="2469"/>
                    <a:pt x="149" y="2669"/>
                    <a:pt x="149" y="2669"/>
                  </a:cubicBezTo>
                  <a:cubicBezTo>
                    <a:pt x="0" y="2788"/>
                    <a:pt x="117" y="3013"/>
                    <a:pt x="262" y="3013"/>
                  </a:cubicBezTo>
                  <a:cubicBezTo>
                    <a:pt x="279" y="3013"/>
                    <a:pt x="298" y="3010"/>
                    <a:pt x="316" y="3003"/>
                  </a:cubicBezTo>
                  <a:cubicBezTo>
                    <a:pt x="316" y="3003"/>
                    <a:pt x="582" y="2836"/>
                    <a:pt x="1149" y="2702"/>
                  </a:cubicBezTo>
                  <a:cubicBezTo>
                    <a:pt x="1416" y="2669"/>
                    <a:pt x="1750" y="2636"/>
                    <a:pt x="2184" y="2536"/>
                  </a:cubicBezTo>
                  <a:cubicBezTo>
                    <a:pt x="2584" y="2502"/>
                    <a:pt x="3051" y="2369"/>
                    <a:pt x="3518" y="2069"/>
                  </a:cubicBezTo>
                  <a:cubicBezTo>
                    <a:pt x="3706" y="1974"/>
                    <a:pt x="3984" y="1732"/>
                    <a:pt x="3987" y="1732"/>
                  </a:cubicBezTo>
                  <a:lnTo>
                    <a:pt x="3987" y="1732"/>
                  </a:lnTo>
                  <a:cubicBezTo>
                    <a:pt x="3988" y="1732"/>
                    <a:pt x="3987" y="1733"/>
                    <a:pt x="3985" y="1735"/>
                  </a:cubicBezTo>
                  <a:lnTo>
                    <a:pt x="4018" y="1802"/>
                  </a:lnTo>
                  <a:cubicBezTo>
                    <a:pt x="4052" y="1802"/>
                    <a:pt x="4018" y="1802"/>
                    <a:pt x="4052" y="1835"/>
                  </a:cubicBezTo>
                  <a:lnTo>
                    <a:pt x="4185" y="2002"/>
                  </a:lnTo>
                  <a:cubicBezTo>
                    <a:pt x="4385" y="2202"/>
                    <a:pt x="4619" y="2436"/>
                    <a:pt x="4819" y="2569"/>
                  </a:cubicBezTo>
                  <a:cubicBezTo>
                    <a:pt x="5019" y="2769"/>
                    <a:pt x="5286" y="2903"/>
                    <a:pt x="5519" y="3036"/>
                  </a:cubicBezTo>
                  <a:cubicBezTo>
                    <a:pt x="5986" y="3303"/>
                    <a:pt x="6553" y="3436"/>
                    <a:pt x="7120" y="3503"/>
                  </a:cubicBezTo>
                  <a:cubicBezTo>
                    <a:pt x="7276" y="3503"/>
                    <a:pt x="7461" y="3518"/>
                    <a:pt x="7637" y="3518"/>
                  </a:cubicBezTo>
                  <a:cubicBezTo>
                    <a:pt x="7725" y="3518"/>
                    <a:pt x="7810" y="3514"/>
                    <a:pt x="7888" y="3503"/>
                  </a:cubicBezTo>
                  <a:cubicBezTo>
                    <a:pt x="8021" y="3470"/>
                    <a:pt x="8154" y="3470"/>
                    <a:pt x="8288" y="3470"/>
                  </a:cubicBezTo>
                  <a:cubicBezTo>
                    <a:pt x="8388" y="3436"/>
                    <a:pt x="8521" y="3436"/>
                    <a:pt x="8655" y="3370"/>
                  </a:cubicBezTo>
                  <a:cubicBezTo>
                    <a:pt x="9589" y="3203"/>
                    <a:pt x="10590" y="2669"/>
                    <a:pt x="11423" y="1935"/>
                  </a:cubicBezTo>
                  <a:cubicBezTo>
                    <a:pt x="11557" y="1835"/>
                    <a:pt x="11657" y="1702"/>
                    <a:pt x="11724" y="1635"/>
                  </a:cubicBezTo>
                  <a:lnTo>
                    <a:pt x="11857" y="1468"/>
                  </a:lnTo>
                  <a:lnTo>
                    <a:pt x="11890" y="1435"/>
                  </a:lnTo>
                  <a:cubicBezTo>
                    <a:pt x="11957" y="1435"/>
                    <a:pt x="11957" y="1468"/>
                    <a:pt x="11957" y="1468"/>
                  </a:cubicBezTo>
                  <a:lnTo>
                    <a:pt x="11957" y="1502"/>
                  </a:lnTo>
                  <a:cubicBezTo>
                    <a:pt x="11957" y="1535"/>
                    <a:pt x="11957" y="1502"/>
                    <a:pt x="11991" y="1602"/>
                  </a:cubicBezTo>
                  <a:cubicBezTo>
                    <a:pt x="12024" y="1702"/>
                    <a:pt x="12091" y="1835"/>
                    <a:pt x="12157" y="1969"/>
                  </a:cubicBezTo>
                  <a:cubicBezTo>
                    <a:pt x="12291" y="2169"/>
                    <a:pt x="12458" y="2369"/>
                    <a:pt x="12624" y="2602"/>
                  </a:cubicBezTo>
                  <a:cubicBezTo>
                    <a:pt x="13325" y="3303"/>
                    <a:pt x="14125" y="3670"/>
                    <a:pt x="14626" y="3970"/>
                  </a:cubicBezTo>
                  <a:cubicBezTo>
                    <a:pt x="15126" y="4270"/>
                    <a:pt x="15393" y="4470"/>
                    <a:pt x="15393" y="4470"/>
                  </a:cubicBezTo>
                  <a:cubicBezTo>
                    <a:pt x="15420" y="4486"/>
                    <a:pt x="15446" y="4494"/>
                    <a:pt x="15472" y="4494"/>
                  </a:cubicBezTo>
                  <a:cubicBezTo>
                    <a:pt x="15606" y="4494"/>
                    <a:pt x="15711" y="4289"/>
                    <a:pt x="15626" y="4037"/>
                  </a:cubicBezTo>
                  <a:cubicBezTo>
                    <a:pt x="15626" y="4037"/>
                    <a:pt x="15326" y="3803"/>
                    <a:pt x="14826" y="3470"/>
                  </a:cubicBezTo>
                  <a:cubicBezTo>
                    <a:pt x="14359" y="3136"/>
                    <a:pt x="13625" y="2769"/>
                    <a:pt x="13025" y="2069"/>
                  </a:cubicBezTo>
                  <a:cubicBezTo>
                    <a:pt x="12891" y="1902"/>
                    <a:pt x="12791" y="1735"/>
                    <a:pt x="12658" y="1535"/>
                  </a:cubicBezTo>
                  <a:cubicBezTo>
                    <a:pt x="12624" y="1401"/>
                    <a:pt x="12558" y="1335"/>
                    <a:pt x="12524" y="1201"/>
                  </a:cubicBezTo>
                  <a:lnTo>
                    <a:pt x="12458" y="901"/>
                  </a:lnTo>
                  <a:cubicBezTo>
                    <a:pt x="12391" y="801"/>
                    <a:pt x="12357" y="701"/>
                    <a:pt x="12324" y="568"/>
                  </a:cubicBezTo>
                  <a:lnTo>
                    <a:pt x="12191" y="234"/>
                  </a:lnTo>
                  <a:lnTo>
                    <a:pt x="12157" y="67"/>
                  </a:lnTo>
                  <a:lnTo>
                    <a:pt x="12157" y="34"/>
                  </a:lnTo>
                  <a:lnTo>
                    <a:pt x="1215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51" name="Google Shape;1951;p17"/>
            <p:cNvSpPr/>
            <p:nvPr/>
          </p:nvSpPr>
          <p:spPr>
            <a:xfrm>
              <a:off x="9532444" y="1010332"/>
              <a:ext cx="1491824" cy="3141448"/>
            </a:xfrm>
            <a:custGeom>
              <a:avLst/>
              <a:gdLst/>
              <a:ahLst/>
              <a:cxnLst/>
              <a:rect l="l" t="t" r="r" b="b"/>
              <a:pathLst>
                <a:path w="66215" h="139434" extrusionOk="0">
                  <a:moveTo>
                    <a:pt x="15812" y="0"/>
                  </a:moveTo>
                  <a:cubicBezTo>
                    <a:pt x="15745" y="0"/>
                    <a:pt x="15711" y="134"/>
                    <a:pt x="15711" y="367"/>
                  </a:cubicBezTo>
                  <a:cubicBezTo>
                    <a:pt x="15711" y="634"/>
                    <a:pt x="15745" y="1001"/>
                    <a:pt x="15812" y="1501"/>
                  </a:cubicBezTo>
                  <a:cubicBezTo>
                    <a:pt x="15812" y="1501"/>
                    <a:pt x="15845" y="1535"/>
                    <a:pt x="15845" y="1668"/>
                  </a:cubicBezTo>
                  <a:cubicBezTo>
                    <a:pt x="15845" y="1801"/>
                    <a:pt x="15878" y="1968"/>
                    <a:pt x="15878" y="2168"/>
                  </a:cubicBezTo>
                  <a:cubicBezTo>
                    <a:pt x="15878" y="2368"/>
                    <a:pt x="15912" y="2635"/>
                    <a:pt x="15912" y="2969"/>
                  </a:cubicBezTo>
                  <a:lnTo>
                    <a:pt x="15912" y="3469"/>
                  </a:lnTo>
                  <a:cubicBezTo>
                    <a:pt x="15912" y="3636"/>
                    <a:pt x="15878" y="3836"/>
                    <a:pt x="15878" y="4036"/>
                  </a:cubicBezTo>
                  <a:cubicBezTo>
                    <a:pt x="15812" y="4870"/>
                    <a:pt x="15645" y="5871"/>
                    <a:pt x="15044" y="6872"/>
                  </a:cubicBezTo>
                  <a:cubicBezTo>
                    <a:pt x="14511" y="7906"/>
                    <a:pt x="13543" y="8873"/>
                    <a:pt x="12309" y="9707"/>
                  </a:cubicBezTo>
                  <a:cubicBezTo>
                    <a:pt x="11041" y="10541"/>
                    <a:pt x="9540" y="11308"/>
                    <a:pt x="8006" y="12309"/>
                  </a:cubicBezTo>
                  <a:cubicBezTo>
                    <a:pt x="7239" y="12843"/>
                    <a:pt x="6472" y="13410"/>
                    <a:pt x="5838" y="14210"/>
                  </a:cubicBezTo>
                  <a:cubicBezTo>
                    <a:pt x="5538" y="14577"/>
                    <a:pt x="5204" y="15011"/>
                    <a:pt x="5004" y="15511"/>
                  </a:cubicBezTo>
                  <a:cubicBezTo>
                    <a:pt x="4737" y="15978"/>
                    <a:pt x="4637" y="16512"/>
                    <a:pt x="4503" y="17012"/>
                  </a:cubicBezTo>
                  <a:cubicBezTo>
                    <a:pt x="4303" y="18046"/>
                    <a:pt x="4203" y="19080"/>
                    <a:pt x="4003" y="20148"/>
                  </a:cubicBezTo>
                  <a:cubicBezTo>
                    <a:pt x="4003" y="20248"/>
                    <a:pt x="3970" y="20381"/>
                    <a:pt x="3903" y="20515"/>
                  </a:cubicBezTo>
                  <a:cubicBezTo>
                    <a:pt x="3903" y="20582"/>
                    <a:pt x="3903" y="20582"/>
                    <a:pt x="3870" y="20648"/>
                  </a:cubicBezTo>
                  <a:lnTo>
                    <a:pt x="3803" y="20815"/>
                  </a:lnTo>
                  <a:cubicBezTo>
                    <a:pt x="3670" y="21049"/>
                    <a:pt x="3569" y="21315"/>
                    <a:pt x="3403" y="21516"/>
                  </a:cubicBezTo>
                  <a:cubicBezTo>
                    <a:pt x="3136" y="21983"/>
                    <a:pt x="2836" y="22416"/>
                    <a:pt x="2502" y="22883"/>
                  </a:cubicBezTo>
                  <a:cubicBezTo>
                    <a:pt x="1868" y="23851"/>
                    <a:pt x="1168" y="24851"/>
                    <a:pt x="968" y="26152"/>
                  </a:cubicBezTo>
                  <a:cubicBezTo>
                    <a:pt x="801" y="27386"/>
                    <a:pt x="1168" y="28687"/>
                    <a:pt x="1535" y="29821"/>
                  </a:cubicBezTo>
                  <a:cubicBezTo>
                    <a:pt x="1735" y="30389"/>
                    <a:pt x="1902" y="30922"/>
                    <a:pt x="2035" y="31523"/>
                  </a:cubicBezTo>
                  <a:cubicBezTo>
                    <a:pt x="2068" y="31656"/>
                    <a:pt x="2068" y="31823"/>
                    <a:pt x="2068" y="31923"/>
                  </a:cubicBezTo>
                  <a:lnTo>
                    <a:pt x="2068" y="32156"/>
                  </a:lnTo>
                  <a:lnTo>
                    <a:pt x="2068" y="32323"/>
                  </a:lnTo>
                  <a:cubicBezTo>
                    <a:pt x="2035" y="32557"/>
                    <a:pt x="1968" y="32857"/>
                    <a:pt x="1868" y="33157"/>
                  </a:cubicBezTo>
                  <a:cubicBezTo>
                    <a:pt x="1501" y="34258"/>
                    <a:pt x="734" y="35325"/>
                    <a:pt x="300" y="36593"/>
                  </a:cubicBezTo>
                  <a:cubicBezTo>
                    <a:pt x="167" y="36927"/>
                    <a:pt x="67" y="37260"/>
                    <a:pt x="34" y="37660"/>
                  </a:cubicBezTo>
                  <a:cubicBezTo>
                    <a:pt x="0" y="37827"/>
                    <a:pt x="34" y="38027"/>
                    <a:pt x="34" y="38194"/>
                  </a:cubicBezTo>
                  <a:cubicBezTo>
                    <a:pt x="34" y="38394"/>
                    <a:pt x="67" y="38561"/>
                    <a:pt x="134" y="38728"/>
                  </a:cubicBezTo>
                  <a:cubicBezTo>
                    <a:pt x="234" y="39395"/>
                    <a:pt x="501" y="40029"/>
                    <a:pt x="801" y="40663"/>
                  </a:cubicBezTo>
                  <a:cubicBezTo>
                    <a:pt x="1368" y="41863"/>
                    <a:pt x="2035" y="43031"/>
                    <a:pt x="2736" y="44165"/>
                  </a:cubicBezTo>
                  <a:cubicBezTo>
                    <a:pt x="3069" y="44732"/>
                    <a:pt x="3469" y="45266"/>
                    <a:pt x="3803" y="45866"/>
                  </a:cubicBezTo>
                  <a:cubicBezTo>
                    <a:pt x="3970" y="46100"/>
                    <a:pt x="4137" y="46400"/>
                    <a:pt x="4303" y="46700"/>
                  </a:cubicBezTo>
                  <a:lnTo>
                    <a:pt x="4337" y="46834"/>
                  </a:lnTo>
                  <a:lnTo>
                    <a:pt x="4370" y="46867"/>
                  </a:lnTo>
                  <a:cubicBezTo>
                    <a:pt x="4370" y="46900"/>
                    <a:pt x="4403" y="46934"/>
                    <a:pt x="4403" y="46934"/>
                  </a:cubicBezTo>
                  <a:lnTo>
                    <a:pt x="4570" y="47167"/>
                  </a:lnTo>
                  <a:lnTo>
                    <a:pt x="4904" y="47568"/>
                  </a:lnTo>
                  <a:cubicBezTo>
                    <a:pt x="5838" y="48602"/>
                    <a:pt x="6972" y="49502"/>
                    <a:pt x="8239" y="50069"/>
                  </a:cubicBezTo>
                  <a:cubicBezTo>
                    <a:pt x="9507" y="50670"/>
                    <a:pt x="10875" y="51037"/>
                    <a:pt x="12209" y="51270"/>
                  </a:cubicBezTo>
                  <a:cubicBezTo>
                    <a:pt x="13543" y="51537"/>
                    <a:pt x="14911" y="51670"/>
                    <a:pt x="16245" y="51837"/>
                  </a:cubicBezTo>
                  <a:cubicBezTo>
                    <a:pt x="17579" y="52004"/>
                    <a:pt x="18914" y="52171"/>
                    <a:pt x="20215" y="52404"/>
                  </a:cubicBezTo>
                  <a:cubicBezTo>
                    <a:pt x="21482" y="52671"/>
                    <a:pt x="22750" y="53071"/>
                    <a:pt x="23851" y="53705"/>
                  </a:cubicBezTo>
                  <a:cubicBezTo>
                    <a:pt x="24418" y="54005"/>
                    <a:pt x="24918" y="54406"/>
                    <a:pt x="25385" y="54839"/>
                  </a:cubicBezTo>
                  <a:cubicBezTo>
                    <a:pt x="25652" y="55040"/>
                    <a:pt x="25852" y="55273"/>
                    <a:pt x="26052" y="55507"/>
                  </a:cubicBezTo>
                  <a:cubicBezTo>
                    <a:pt x="26252" y="55740"/>
                    <a:pt x="26419" y="56007"/>
                    <a:pt x="26653" y="56240"/>
                  </a:cubicBezTo>
                  <a:cubicBezTo>
                    <a:pt x="27386" y="57341"/>
                    <a:pt x="28054" y="58509"/>
                    <a:pt x="28921" y="59543"/>
                  </a:cubicBezTo>
                  <a:lnTo>
                    <a:pt x="29254" y="59910"/>
                  </a:lnTo>
                  <a:lnTo>
                    <a:pt x="29488" y="60110"/>
                  </a:lnTo>
                  <a:lnTo>
                    <a:pt x="29755" y="60277"/>
                  </a:lnTo>
                  <a:cubicBezTo>
                    <a:pt x="30088" y="60510"/>
                    <a:pt x="30389" y="60610"/>
                    <a:pt x="30722" y="60744"/>
                  </a:cubicBezTo>
                  <a:cubicBezTo>
                    <a:pt x="31389" y="60944"/>
                    <a:pt x="32023" y="61111"/>
                    <a:pt x="32657" y="61277"/>
                  </a:cubicBezTo>
                  <a:cubicBezTo>
                    <a:pt x="33257" y="61444"/>
                    <a:pt x="33891" y="61611"/>
                    <a:pt x="34492" y="61778"/>
                  </a:cubicBezTo>
                  <a:cubicBezTo>
                    <a:pt x="35059" y="62011"/>
                    <a:pt x="35592" y="62211"/>
                    <a:pt x="35993" y="62545"/>
                  </a:cubicBezTo>
                  <a:cubicBezTo>
                    <a:pt x="36360" y="62912"/>
                    <a:pt x="36693" y="63379"/>
                    <a:pt x="36860" y="63879"/>
                  </a:cubicBezTo>
                  <a:cubicBezTo>
                    <a:pt x="37027" y="64380"/>
                    <a:pt x="37093" y="64913"/>
                    <a:pt x="37060" y="65514"/>
                  </a:cubicBezTo>
                  <a:cubicBezTo>
                    <a:pt x="37027" y="66681"/>
                    <a:pt x="36726" y="67849"/>
                    <a:pt x="36560" y="69050"/>
                  </a:cubicBezTo>
                  <a:cubicBezTo>
                    <a:pt x="36426" y="70050"/>
                    <a:pt x="36426" y="71118"/>
                    <a:pt x="36726" y="72052"/>
                  </a:cubicBezTo>
                  <a:cubicBezTo>
                    <a:pt x="37060" y="72952"/>
                    <a:pt x="37560" y="73620"/>
                    <a:pt x="37927" y="74053"/>
                  </a:cubicBezTo>
                  <a:lnTo>
                    <a:pt x="37894" y="74020"/>
                  </a:lnTo>
                  <a:lnTo>
                    <a:pt x="37894" y="74020"/>
                  </a:lnTo>
                  <a:cubicBezTo>
                    <a:pt x="38695" y="75021"/>
                    <a:pt x="39662" y="75854"/>
                    <a:pt x="40529" y="76688"/>
                  </a:cubicBezTo>
                  <a:cubicBezTo>
                    <a:pt x="41397" y="77522"/>
                    <a:pt x="42264" y="78390"/>
                    <a:pt x="42764" y="79424"/>
                  </a:cubicBezTo>
                  <a:cubicBezTo>
                    <a:pt x="43031" y="79924"/>
                    <a:pt x="43198" y="80524"/>
                    <a:pt x="43198" y="81058"/>
                  </a:cubicBezTo>
                  <a:cubicBezTo>
                    <a:pt x="43198" y="81625"/>
                    <a:pt x="43064" y="82192"/>
                    <a:pt x="42831" y="82726"/>
                  </a:cubicBezTo>
                  <a:cubicBezTo>
                    <a:pt x="42564" y="83260"/>
                    <a:pt x="42264" y="83793"/>
                    <a:pt x="41864" y="84194"/>
                  </a:cubicBezTo>
                  <a:cubicBezTo>
                    <a:pt x="41430" y="84594"/>
                    <a:pt x="40930" y="84894"/>
                    <a:pt x="40396" y="85128"/>
                  </a:cubicBezTo>
                  <a:cubicBezTo>
                    <a:pt x="39328" y="85595"/>
                    <a:pt x="38061" y="85862"/>
                    <a:pt x="36760" y="86062"/>
                  </a:cubicBezTo>
                  <a:cubicBezTo>
                    <a:pt x="35526" y="86262"/>
                    <a:pt x="34191" y="86462"/>
                    <a:pt x="32890" y="86962"/>
                  </a:cubicBezTo>
                  <a:cubicBezTo>
                    <a:pt x="32223" y="87229"/>
                    <a:pt x="31589" y="87563"/>
                    <a:pt x="31056" y="88030"/>
                  </a:cubicBezTo>
                  <a:cubicBezTo>
                    <a:pt x="30489" y="88463"/>
                    <a:pt x="30055" y="89064"/>
                    <a:pt x="29755" y="89731"/>
                  </a:cubicBezTo>
                  <a:cubicBezTo>
                    <a:pt x="29688" y="89898"/>
                    <a:pt x="29588" y="90065"/>
                    <a:pt x="29555" y="90231"/>
                  </a:cubicBezTo>
                  <a:lnTo>
                    <a:pt x="29388" y="90732"/>
                  </a:lnTo>
                  <a:cubicBezTo>
                    <a:pt x="29355" y="90899"/>
                    <a:pt x="29355" y="91099"/>
                    <a:pt x="29321" y="91265"/>
                  </a:cubicBezTo>
                  <a:cubicBezTo>
                    <a:pt x="29254" y="91466"/>
                    <a:pt x="29254" y="91632"/>
                    <a:pt x="29254" y="91799"/>
                  </a:cubicBezTo>
                  <a:cubicBezTo>
                    <a:pt x="29254" y="92533"/>
                    <a:pt x="29355" y="93200"/>
                    <a:pt x="29488" y="93867"/>
                  </a:cubicBezTo>
                  <a:cubicBezTo>
                    <a:pt x="30055" y="96469"/>
                    <a:pt x="31089" y="98904"/>
                    <a:pt x="32023" y="101273"/>
                  </a:cubicBezTo>
                  <a:cubicBezTo>
                    <a:pt x="33024" y="103574"/>
                    <a:pt x="32890" y="106143"/>
                    <a:pt x="33091" y="108645"/>
                  </a:cubicBezTo>
                  <a:cubicBezTo>
                    <a:pt x="33224" y="109946"/>
                    <a:pt x="33391" y="111213"/>
                    <a:pt x="33891" y="112414"/>
                  </a:cubicBezTo>
                  <a:cubicBezTo>
                    <a:pt x="34358" y="113615"/>
                    <a:pt x="35059" y="114716"/>
                    <a:pt x="35926" y="115583"/>
                  </a:cubicBezTo>
                  <a:cubicBezTo>
                    <a:pt x="36827" y="116450"/>
                    <a:pt x="37761" y="117217"/>
                    <a:pt x="38728" y="117885"/>
                  </a:cubicBezTo>
                  <a:cubicBezTo>
                    <a:pt x="39729" y="118552"/>
                    <a:pt x="40696" y="119119"/>
                    <a:pt x="41663" y="119753"/>
                  </a:cubicBezTo>
                  <a:cubicBezTo>
                    <a:pt x="42564" y="120386"/>
                    <a:pt x="43531" y="120953"/>
                    <a:pt x="44365" y="121621"/>
                  </a:cubicBezTo>
                  <a:lnTo>
                    <a:pt x="44999" y="122121"/>
                  </a:lnTo>
                  <a:cubicBezTo>
                    <a:pt x="45166" y="122288"/>
                    <a:pt x="45366" y="122454"/>
                    <a:pt x="45566" y="122655"/>
                  </a:cubicBezTo>
                  <a:cubicBezTo>
                    <a:pt x="46000" y="123055"/>
                    <a:pt x="46400" y="123388"/>
                    <a:pt x="46834" y="123722"/>
                  </a:cubicBezTo>
                  <a:cubicBezTo>
                    <a:pt x="48568" y="124990"/>
                    <a:pt x="50503" y="125757"/>
                    <a:pt x="52238" y="126424"/>
                  </a:cubicBezTo>
                  <a:cubicBezTo>
                    <a:pt x="54006" y="127091"/>
                    <a:pt x="55673" y="127758"/>
                    <a:pt x="57074" y="128559"/>
                  </a:cubicBezTo>
                  <a:cubicBezTo>
                    <a:pt x="57775" y="128926"/>
                    <a:pt x="58442" y="129393"/>
                    <a:pt x="59076" y="129793"/>
                  </a:cubicBezTo>
                  <a:cubicBezTo>
                    <a:pt x="59710" y="130227"/>
                    <a:pt x="60343" y="130627"/>
                    <a:pt x="60877" y="131061"/>
                  </a:cubicBezTo>
                  <a:cubicBezTo>
                    <a:pt x="61945" y="131895"/>
                    <a:pt x="62879" y="132728"/>
                    <a:pt x="63579" y="133496"/>
                  </a:cubicBezTo>
                  <a:cubicBezTo>
                    <a:pt x="64246" y="134296"/>
                    <a:pt x="64747" y="135097"/>
                    <a:pt x="65047" y="135764"/>
                  </a:cubicBezTo>
                  <a:cubicBezTo>
                    <a:pt x="65113" y="135931"/>
                    <a:pt x="65214" y="136098"/>
                    <a:pt x="65247" y="136264"/>
                  </a:cubicBezTo>
                  <a:cubicBezTo>
                    <a:pt x="65347" y="136398"/>
                    <a:pt x="65380" y="136565"/>
                    <a:pt x="65414" y="136665"/>
                  </a:cubicBezTo>
                  <a:cubicBezTo>
                    <a:pt x="65514" y="136965"/>
                    <a:pt x="65547" y="137232"/>
                    <a:pt x="65580" y="137398"/>
                  </a:cubicBezTo>
                  <a:cubicBezTo>
                    <a:pt x="65614" y="137565"/>
                    <a:pt x="65681" y="137732"/>
                    <a:pt x="65681" y="137799"/>
                  </a:cubicBezTo>
                  <a:lnTo>
                    <a:pt x="65681" y="137966"/>
                  </a:lnTo>
                  <a:cubicBezTo>
                    <a:pt x="65714" y="138232"/>
                    <a:pt x="65747" y="138433"/>
                    <a:pt x="65747" y="138599"/>
                  </a:cubicBezTo>
                  <a:cubicBezTo>
                    <a:pt x="65747" y="138766"/>
                    <a:pt x="65747" y="138933"/>
                    <a:pt x="65781" y="139066"/>
                  </a:cubicBezTo>
                  <a:cubicBezTo>
                    <a:pt x="65847" y="139300"/>
                    <a:pt x="65914" y="139433"/>
                    <a:pt x="65947" y="139433"/>
                  </a:cubicBezTo>
                  <a:cubicBezTo>
                    <a:pt x="66014" y="139433"/>
                    <a:pt x="66081" y="139300"/>
                    <a:pt x="66114" y="139066"/>
                  </a:cubicBezTo>
                  <a:cubicBezTo>
                    <a:pt x="66181" y="138799"/>
                    <a:pt x="66214" y="138433"/>
                    <a:pt x="66114" y="137899"/>
                  </a:cubicBezTo>
                  <a:lnTo>
                    <a:pt x="66114" y="137732"/>
                  </a:lnTo>
                  <a:cubicBezTo>
                    <a:pt x="66114" y="137599"/>
                    <a:pt x="66081" y="137465"/>
                    <a:pt x="66047" y="137265"/>
                  </a:cubicBezTo>
                  <a:cubicBezTo>
                    <a:pt x="66014" y="137065"/>
                    <a:pt x="65947" y="136798"/>
                    <a:pt x="65881" y="136498"/>
                  </a:cubicBezTo>
                  <a:cubicBezTo>
                    <a:pt x="65847" y="136398"/>
                    <a:pt x="65747" y="136231"/>
                    <a:pt x="65714" y="136064"/>
                  </a:cubicBezTo>
                  <a:cubicBezTo>
                    <a:pt x="65681" y="135897"/>
                    <a:pt x="65580" y="135731"/>
                    <a:pt x="65514" y="135564"/>
                  </a:cubicBezTo>
                  <a:cubicBezTo>
                    <a:pt x="65214" y="134797"/>
                    <a:pt x="64680" y="133963"/>
                    <a:pt x="63946" y="133129"/>
                  </a:cubicBezTo>
                  <a:cubicBezTo>
                    <a:pt x="63245" y="132295"/>
                    <a:pt x="62278" y="131428"/>
                    <a:pt x="61177" y="130594"/>
                  </a:cubicBezTo>
                  <a:cubicBezTo>
                    <a:pt x="60610" y="130127"/>
                    <a:pt x="60010" y="129726"/>
                    <a:pt x="59376" y="129293"/>
                  </a:cubicBezTo>
                  <a:cubicBezTo>
                    <a:pt x="58709" y="128892"/>
                    <a:pt x="58075" y="128425"/>
                    <a:pt x="57341" y="127992"/>
                  </a:cubicBezTo>
                  <a:cubicBezTo>
                    <a:pt x="55874" y="127225"/>
                    <a:pt x="54172" y="126491"/>
                    <a:pt x="52404" y="125824"/>
                  </a:cubicBezTo>
                  <a:cubicBezTo>
                    <a:pt x="50670" y="125123"/>
                    <a:pt x="48768" y="124389"/>
                    <a:pt x="47167" y="123155"/>
                  </a:cubicBezTo>
                  <a:cubicBezTo>
                    <a:pt x="46767" y="122888"/>
                    <a:pt x="46367" y="122555"/>
                    <a:pt x="46000" y="122154"/>
                  </a:cubicBezTo>
                  <a:cubicBezTo>
                    <a:pt x="45600" y="121787"/>
                    <a:pt x="45166" y="121420"/>
                    <a:pt x="44732" y="121087"/>
                  </a:cubicBezTo>
                  <a:cubicBezTo>
                    <a:pt x="43865" y="120386"/>
                    <a:pt x="42931" y="119786"/>
                    <a:pt x="41997" y="119152"/>
                  </a:cubicBezTo>
                  <a:cubicBezTo>
                    <a:pt x="40062" y="117951"/>
                    <a:pt x="38061" y="116750"/>
                    <a:pt x="36426" y="115083"/>
                  </a:cubicBezTo>
                  <a:cubicBezTo>
                    <a:pt x="35659" y="114249"/>
                    <a:pt x="35025" y="113248"/>
                    <a:pt x="34558" y="112147"/>
                  </a:cubicBezTo>
                  <a:cubicBezTo>
                    <a:pt x="34091" y="111080"/>
                    <a:pt x="33924" y="109879"/>
                    <a:pt x="33858" y="108645"/>
                  </a:cubicBezTo>
                  <a:cubicBezTo>
                    <a:pt x="33758" y="107410"/>
                    <a:pt x="33758" y="106143"/>
                    <a:pt x="33658" y="104875"/>
                  </a:cubicBezTo>
                  <a:cubicBezTo>
                    <a:pt x="33558" y="104241"/>
                    <a:pt x="33491" y="103574"/>
                    <a:pt x="33357" y="102940"/>
                  </a:cubicBezTo>
                  <a:cubicBezTo>
                    <a:pt x="33324" y="102640"/>
                    <a:pt x="33191" y="102307"/>
                    <a:pt x="33091" y="101973"/>
                  </a:cubicBezTo>
                  <a:lnTo>
                    <a:pt x="32757" y="101072"/>
                  </a:lnTo>
                  <a:cubicBezTo>
                    <a:pt x="31856" y="98637"/>
                    <a:pt x="30822" y="96269"/>
                    <a:pt x="30322" y="93767"/>
                  </a:cubicBezTo>
                  <a:cubicBezTo>
                    <a:pt x="30188" y="93133"/>
                    <a:pt x="30155" y="92533"/>
                    <a:pt x="30155" y="91933"/>
                  </a:cubicBezTo>
                  <a:cubicBezTo>
                    <a:pt x="30188" y="91766"/>
                    <a:pt x="30155" y="91599"/>
                    <a:pt x="30188" y="91466"/>
                  </a:cubicBezTo>
                  <a:cubicBezTo>
                    <a:pt x="30222" y="91366"/>
                    <a:pt x="30222" y="91199"/>
                    <a:pt x="30255" y="91065"/>
                  </a:cubicBezTo>
                  <a:lnTo>
                    <a:pt x="30389" y="90632"/>
                  </a:lnTo>
                  <a:cubicBezTo>
                    <a:pt x="30422" y="90532"/>
                    <a:pt x="30522" y="90365"/>
                    <a:pt x="30555" y="90231"/>
                  </a:cubicBezTo>
                  <a:cubicBezTo>
                    <a:pt x="30822" y="89698"/>
                    <a:pt x="31156" y="89197"/>
                    <a:pt x="31589" y="88797"/>
                  </a:cubicBezTo>
                  <a:cubicBezTo>
                    <a:pt x="32056" y="88430"/>
                    <a:pt x="32590" y="88130"/>
                    <a:pt x="33191" y="87930"/>
                  </a:cubicBezTo>
                  <a:cubicBezTo>
                    <a:pt x="34358" y="87463"/>
                    <a:pt x="35592" y="87263"/>
                    <a:pt x="36893" y="87062"/>
                  </a:cubicBezTo>
                  <a:cubicBezTo>
                    <a:pt x="38194" y="86796"/>
                    <a:pt x="39529" y="86595"/>
                    <a:pt x="40763" y="86062"/>
                  </a:cubicBezTo>
                  <a:cubicBezTo>
                    <a:pt x="41397" y="85762"/>
                    <a:pt x="42030" y="85395"/>
                    <a:pt x="42531" y="84894"/>
                  </a:cubicBezTo>
                  <a:cubicBezTo>
                    <a:pt x="43031" y="84394"/>
                    <a:pt x="43398" y="83793"/>
                    <a:pt x="43698" y="83193"/>
                  </a:cubicBezTo>
                  <a:cubicBezTo>
                    <a:pt x="43998" y="82559"/>
                    <a:pt x="44165" y="81859"/>
                    <a:pt x="44165" y="81125"/>
                  </a:cubicBezTo>
                  <a:cubicBezTo>
                    <a:pt x="44165" y="80424"/>
                    <a:pt x="43932" y="79724"/>
                    <a:pt x="43665" y="79090"/>
                  </a:cubicBezTo>
                  <a:cubicBezTo>
                    <a:pt x="43064" y="77856"/>
                    <a:pt x="42097" y="76922"/>
                    <a:pt x="41230" y="76055"/>
                  </a:cubicBezTo>
                  <a:cubicBezTo>
                    <a:pt x="40329" y="75187"/>
                    <a:pt x="39395" y="74353"/>
                    <a:pt x="38695" y="73453"/>
                  </a:cubicBezTo>
                  <a:cubicBezTo>
                    <a:pt x="38394" y="73086"/>
                    <a:pt x="37994" y="72552"/>
                    <a:pt x="37727" y="71785"/>
                  </a:cubicBezTo>
                  <a:cubicBezTo>
                    <a:pt x="37527" y="71051"/>
                    <a:pt x="37494" y="70084"/>
                    <a:pt x="37594" y="69150"/>
                  </a:cubicBezTo>
                  <a:cubicBezTo>
                    <a:pt x="37727" y="68015"/>
                    <a:pt x="38027" y="66815"/>
                    <a:pt x="38094" y="65547"/>
                  </a:cubicBezTo>
                  <a:cubicBezTo>
                    <a:pt x="38161" y="64880"/>
                    <a:pt x="38061" y="64213"/>
                    <a:pt x="37861" y="63546"/>
                  </a:cubicBezTo>
                  <a:cubicBezTo>
                    <a:pt x="37594" y="62878"/>
                    <a:pt x="37193" y="62278"/>
                    <a:pt x="36693" y="61778"/>
                  </a:cubicBezTo>
                  <a:cubicBezTo>
                    <a:pt x="36560" y="61644"/>
                    <a:pt x="36393" y="61578"/>
                    <a:pt x="36226" y="61444"/>
                  </a:cubicBezTo>
                  <a:cubicBezTo>
                    <a:pt x="36059" y="61377"/>
                    <a:pt x="35926" y="61277"/>
                    <a:pt x="35759" y="61211"/>
                  </a:cubicBezTo>
                  <a:cubicBezTo>
                    <a:pt x="35426" y="61044"/>
                    <a:pt x="35159" y="60910"/>
                    <a:pt x="34825" y="60810"/>
                  </a:cubicBezTo>
                  <a:cubicBezTo>
                    <a:pt x="34191" y="60610"/>
                    <a:pt x="33558" y="60510"/>
                    <a:pt x="32924" y="60310"/>
                  </a:cubicBezTo>
                  <a:cubicBezTo>
                    <a:pt x="32323" y="60210"/>
                    <a:pt x="31723" y="60043"/>
                    <a:pt x="31156" y="59843"/>
                  </a:cubicBezTo>
                  <a:cubicBezTo>
                    <a:pt x="30889" y="59710"/>
                    <a:pt x="30589" y="59609"/>
                    <a:pt x="30355" y="59443"/>
                  </a:cubicBezTo>
                  <a:lnTo>
                    <a:pt x="30222" y="59376"/>
                  </a:lnTo>
                  <a:lnTo>
                    <a:pt x="30088" y="59243"/>
                  </a:lnTo>
                  <a:lnTo>
                    <a:pt x="29822" y="58909"/>
                  </a:lnTo>
                  <a:cubicBezTo>
                    <a:pt x="28988" y="57942"/>
                    <a:pt x="28354" y="56841"/>
                    <a:pt x="27553" y="55707"/>
                  </a:cubicBezTo>
                  <a:cubicBezTo>
                    <a:pt x="27353" y="55406"/>
                    <a:pt x="27153" y="55106"/>
                    <a:pt x="26919" y="54873"/>
                  </a:cubicBezTo>
                  <a:cubicBezTo>
                    <a:pt x="26719" y="54606"/>
                    <a:pt x="26486" y="54372"/>
                    <a:pt x="26219" y="54106"/>
                  </a:cubicBezTo>
                  <a:cubicBezTo>
                    <a:pt x="25685" y="53672"/>
                    <a:pt x="25152" y="53205"/>
                    <a:pt x="24518" y="52871"/>
                  </a:cubicBezTo>
                  <a:cubicBezTo>
                    <a:pt x="23317" y="52171"/>
                    <a:pt x="21916" y="51737"/>
                    <a:pt x="20582" y="51437"/>
                  </a:cubicBezTo>
                  <a:cubicBezTo>
                    <a:pt x="19214" y="51203"/>
                    <a:pt x="17846" y="51037"/>
                    <a:pt x="16512" y="50903"/>
                  </a:cubicBezTo>
                  <a:cubicBezTo>
                    <a:pt x="13843" y="50603"/>
                    <a:pt x="11142" y="50370"/>
                    <a:pt x="8740" y="49269"/>
                  </a:cubicBezTo>
                  <a:cubicBezTo>
                    <a:pt x="7539" y="48735"/>
                    <a:pt x="6505" y="47934"/>
                    <a:pt x="5671" y="46967"/>
                  </a:cubicBezTo>
                  <a:lnTo>
                    <a:pt x="5371" y="46600"/>
                  </a:lnTo>
                  <a:lnTo>
                    <a:pt x="5204" y="46433"/>
                  </a:lnTo>
                  <a:lnTo>
                    <a:pt x="5171" y="46400"/>
                  </a:lnTo>
                  <a:lnTo>
                    <a:pt x="5071" y="46267"/>
                  </a:lnTo>
                  <a:cubicBezTo>
                    <a:pt x="4904" y="46000"/>
                    <a:pt x="4704" y="45700"/>
                    <a:pt x="4537" y="45399"/>
                  </a:cubicBezTo>
                  <a:cubicBezTo>
                    <a:pt x="4170" y="44866"/>
                    <a:pt x="3836" y="44265"/>
                    <a:pt x="3469" y="43731"/>
                  </a:cubicBezTo>
                  <a:cubicBezTo>
                    <a:pt x="2736" y="42664"/>
                    <a:pt x="2068" y="41530"/>
                    <a:pt x="1535" y="40362"/>
                  </a:cubicBezTo>
                  <a:cubicBezTo>
                    <a:pt x="1301" y="39762"/>
                    <a:pt x="1034" y="39195"/>
                    <a:pt x="901" y="38594"/>
                  </a:cubicBezTo>
                  <a:cubicBezTo>
                    <a:pt x="801" y="38027"/>
                    <a:pt x="834" y="37494"/>
                    <a:pt x="1034" y="36893"/>
                  </a:cubicBezTo>
                  <a:cubicBezTo>
                    <a:pt x="1468" y="35759"/>
                    <a:pt x="2202" y="34692"/>
                    <a:pt x="2635" y="33424"/>
                  </a:cubicBezTo>
                  <a:cubicBezTo>
                    <a:pt x="2736" y="33090"/>
                    <a:pt x="2836" y="32824"/>
                    <a:pt x="2869" y="32423"/>
                  </a:cubicBezTo>
                  <a:lnTo>
                    <a:pt x="2869" y="32257"/>
                  </a:lnTo>
                  <a:lnTo>
                    <a:pt x="2869" y="32123"/>
                  </a:lnTo>
                  <a:lnTo>
                    <a:pt x="2836" y="31890"/>
                  </a:lnTo>
                  <a:cubicBezTo>
                    <a:pt x="2836" y="31723"/>
                    <a:pt x="2836" y="31556"/>
                    <a:pt x="2802" y="31389"/>
                  </a:cubicBezTo>
                  <a:cubicBezTo>
                    <a:pt x="2669" y="30722"/>
                    <a:pt x="2502" y="30155"/>
                    <a:pt x="2302" y="29555"/>
                  </a:cubicBezTo>
                  <a:cubicBezTo>
                    <a:pt x="1902" y="28420"/>
                    <a:pt x="1568" y="27320"/>
                    <a:pt x="1735" y="26219"/>
                  </a:cubicBezTo>
                  <a:cubicBezTo>
                    <a:pt x="1902" y="25151"/>
                    <a:pt x="2535" y="24184"/>
                    <a:pt x="3169" y="23250"/>
                  </a:cubicBezTo>
                  <a:cubicBezTo>
                    <a:pt x="3469" y="22816"/>
                    <a:pt x="3803" y="22349"/>
                    <a:pt x="4070" y="21849"/>
                  </a:cubicBezTo>
                  <a:cubicBezTo>
                    <a:pt x="4237" y="21582"/>
                    <a:pt x="4370" y="21349"/>
                    <a:pt x="4503" y="21082"/>
                  </a:cubicBezTo>
                  <a:lnTo>
                    <a:pt x="4570" y="20882"/>
                  </a:lnTo>
                  <a:cubicBezTo>
                    <a:pt x="4637" y="20815"/>
                    <a:pt x="4670" y="20682"/>
                    <a:pt x="4670" y="20648"/>
                  </a:cubicBezTo>
                  <a:cubicBezTo>
                    <a:pt x="4670" y="20515"/>
                    <a:pt x="4704" y="20348"/>
                    <a:pt x="4737" y="20215"/>
                  </a:cubicBezTo>
                  <a:cubicBezTo>
                    <a:pt x="5004" y="19147"/>
                    <a:pt x="5037" y="18046"/>
                    <a:pt x="5237" y="17079"/>
                  </a:cubicBezTo>
                  <a:cubicBezTo>
                    <a:pt x="5337" y="16579"/>
                    <a:pt x="5471" y="16145"/>
                    <a:pt x="5671" y="15711"/>
                  </a:cubicBezTo>
                  <a:cubicBezTo>
                    <a:pt x="5838" y="15311"/>
                    <a:pt x="6138" y="14911"/>
                    <a:pt x="6405" y="14544"/>
                  </a:cubicBezTo>
                  <a:cubicBezTo>
                    <a:pt x="7005" y="13810"/>
                    <a:pt x="7706" y="13243"/>
                    <a:pt x="8473" y="12743"/>
                  </a:cubicBezTo>
                  <a:cubicBezTo>
                    <a:pt x="9974" y="11742"/>
                    <a:pt x="11475" y="11008"/>
                    <a:pt x="12743" y="10141"/>
                  </a:cubicBezTo>
                  <a:cubicBezTo>
                    <a:pt x="14010" y="9240"/>
                    <a:pt x="15044" y="8206"/>
                    <a:pt x="15645" y="7072"/>
                  </a:cubicBezTo>
                  <a:cubicBezTo>
                    <a:pt x="16212" y="5971"/>
                    <a:pt x="16412" y="4904"/>
                    <a:pt x="16512" y="4036"/>
                  </a:cubicBezTo>
                  <a:cubicBezTo>
                    <a:pt x="16512" y="3803"/>
                    <a:pt x="16545" y="3636"/>
                    <a:pt x="16545" y="3403"/>
                  </a:cubicBezTo>
                  <a:lnTo>
                    <a:pt x="16545" y="2869"/>
                  </a:lnTo>
                  <a:cubicBezTo>
                    <a:pt x="16545" y="2535"/>
                    <a:pt x="16512" y="2235"/>
                    <a:pt x="16512" y="2035"/>
                  </a:cubicBezTo>
                  <a:cubicBezTo>
                    <a:pt x="16512" y="1835"/>
                    <a:pt x="16479" y="1668"/>
                    <a:pt x="16479" y="1535"/>
                  </a:cubicBezTo>
                  <a:cubicBezTo>
                    <a:pt x="16412" y="1401"/>
                    <a:pt x="16412" y="1368"/>
                    <a:pt x="16412" y="1368"/>
                  </a:cubicBezTo>
                  <a:cubicBezTo>
                    <a:pt x="16345" y="867"/>
                    <a:pt x="16245" y="534"/>
                    <a:pt x="16012" y="334"/>
                  </a:cubicBezTo>
                  <a:cubicBezTo>
                    <a:pt x="15912" y="67"/>
                    <a:pt x="15845" y="0"/>
                    <a:pt x="158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52" name="Google Shape;1952;p17"/>
            <p:cNvSpPr/>
            <p:nvPr/>
          </p:nvSpPr>
          <p:spPr>
            <a:xfrm>
              <a:off x="10119395" y="1094910"/>
              <a:ext cx="819551" cy="1132155"/>
            </a:xfrm>
            <a:custGeom>
              <a:avLst/>
              <a:gdLst/>
              <a:ahLst/>
              <a:cxnLst/>
              <a:rect l="l" t="t" r="r" b="b"/>
              <a:pathLst>
                <a:path w="36376" h="50251" extrusionOk="0">
                  <a:moveTo>
                    <a:pt x="1369" y="1"/>
                  </a:moveTo>
                  <a:cubicBezTo>
                    <a:pt x="1207" y="1"/>
                    <a:pt x="1140" y="246"/>
                    <a:pt x="1334" y="616"/>
                  </a:cubicBezTo>
                  <a:cubicBezTo>
                    <a:pt x="1334" y="616"/>
                    <a:pt x="1368" y="649"/>
                    <a:pt x="1435" y="816"/>
                  </a:cubicBezTo>
                  <a:cubicBezTo>
                    <a:pt x="1435" y="916"/>
                    <a:pt x="1468" y="983"/>
                    <a:pt x="1501" y="1116"/>
                  </a:cubicBezTo>
                  <a:cubicBezTo>
                    <a:pt x="1501" y="1216"/>
                    <a:pt x="1501" y="1383"/>
                    <a:pt x="1535" y="1483"/>
                  </a:cubicBezTo>
                  <a:cubicBezTo>
                    <a:pt x="1635" y="2117"/>
                    <a:pt x="1435" y="2951"/>
                    <a:pt x="867" y="3985"/>
                  </a:cubicBezTo>
                  <a:cubicBezTo>
                    <a:pt x="634" y="4485"/>
                    <a:pt x="300" y="5119"/>
                    <a:pt x="134" y="5820"/>
                  </a:cubicBezTo>
                  <a:cubicBezTo>
                    <a:pt x="100" y="6053"/>
                    <a:pt x="34" y="6220"/>
                    <a:pt x="34" y="6420"/>
                  </a:cubicBezTo>
                  <a:cubicBezTo>
                    <a:pt x="34" y="6587"/>
                    <a:pt x="0" y="6787"/>
                    <a:pt x="34" y="6987"/>
                  </a:cubicBezTo>
                  <a:cubicBezTo>
                    <a:pt x="34" y="7221"/>
                    <a:pt x="100" y="7387"/>
                    <a:pt x="134" y="7588"/>
                  </a:cubicBezTo>
                  <a:cubicBezTo>
                    <a:pt x="167" y="7754"/>
                    <a:pt x="167" y="7955"/>
                    <a:pt x="267" y="8155"/>
                  </a:cubicBezTo>
                  <a:cubicBezTo>
                    <a:pt x="334" y="8321"/>
                    <a:pt x="367" y="8555"/>
                    <a:pt x="501" y="8755"/>
                  </a:cubicBezTo>
                  <a:lnTo>
                    <a:pt x="667" y="9055"/>
                  </a:lnTo>
                  <a:cubicBezTo>
                    <a:pt x="701" y="9155"/>
                    <a:pt x="801" y="9255"/>
                    <a:pt x="867" y="9322"/>
                  </a:cubicBezTo>
                  <a:cubicBezTo>
                    <a:pt x="1001" y="9556"/>
                    <a:pt x="1201" y="9656"/>
                    <a:pt x="1368" y="9823"/>
                  </a:cubicBezTo>
                  <a:cubicBezTo>
                    <a:pt x="1601" y="9956"/>
                    <a:pt x="1801" y="10089"/>
                    <a:pt x="2002" y="10156"/>
                  </a:cubicBezTo>
                  <a:cubicBezTo>
                    <a:pt x="2869" y="10556"/>
                    <a:pt x="3803" y="10623"/>
                    <a:pt x="4637" y="10923"/>
                  </a:cubicBezTo>
                  <a:cubicBezTo>
                    <a:pt x="5037" y="11057"/>
                    <a:pt x="5471" y="11257"/>
                    <a:pt x="5804" y="11490"/>
                  </a:cubicBezTo>
                  <a:lnTo>
                    <a:pt x="5938" y="11590"/>
                  </a:lnTo>
                  <a:lnTo>
                    <a:pt x="5971" y="11624"/>
                  </a:lnTo>
                  <a:cubicBezTo>
                    <a:pt x="5971" y="11657"/>
                    <a:pt x="6004" y="11724"/>
                    <a:pt x="6038" y="11724"/>
                  </a:cubicBezTo>
                  <a:lnTo>
                    <a:pt x="6138" y="11757"/>
                  </a:lnTo>
                  <a:cubicBezTo>
                    <a:pt x="6171" y="11791"/>
                    <a:pt x="6271" y="11891"/>
                    <a:pt x="6338" y="11924"/>
                  </a:cubicBezTo>
                  <a:cubicBezTo>
                    <a:pt x="6505" y="12091"/>
                    <a:pt x="6638" y="12224"/>
                    <a:pt x="6772" y="12424"/>
                  </a:cubicBezTo>
                  <a:cubicBezTo>
                    <a:pt x="7039" y="12791"/>
                    <a:pt x="7272" y="13225"/>
                    <a:pt x="7506" y="13659"/>
                  </a:cubicBezTo>
                  <a:cubicBezTo>
                    <a:pt x="7639" y="13892"/>
                    <a:pt x="7806" y="14126"/>
                    <a:pt x="7973" y="14326"/>
                  </a:cubicBezTo>
                  <a:cubicBezTo>
                    <a:pt x="8106" y="14459"/>
                    <a:pt x="8173" y="14593"/>
                    <a:pt x="8306" y="14659"/>
                  </a:cubicBezTo>
                  <a:cubicBezTo>
                    <a:pt x="8339" y="14693"/>
                    <a:pt x="8373" y="14759"/>
                    <a:pt x="8473" y="14793"/>
                  </a:cubicBezTo>
                  <a:lnTo>
                    <a:pt x="8540" y="14826"/>
                  </a:lnTo>
                  <a:lnTo>
                    <a:pt x="8606" y="14893"/>
                  </a:lnTo>
                  <a:lnTo>
                    <a:pt x="8640" y="14926"/>
                  </a:lnTo>
                  <a:lnTo>
                    <a:pt x="8706" y="14993"/>
                  </a:lnTo>
                  <a:cubicBezTo>
                    <a:pt x="8773" y="15060"/>
                    <a:pt x="8840" y="15093"/>
                    <a:pt x="8873" y="15126"/>
                  </a:cubicBezTo>
                  <a:lnTo>
                    <a:pt x="9273" y="15393"/>
                  </a:lnTo>
                  <a:cubicBezTo>
                    <a:pt x="9540" y="15493"/>
                    <a:pt x="9807" y="15627"/>
                    <a:pt x="10107" y="15660"/>
                  </a:cubicBezTo>
                  <a:cubicBezTo>
                    <a:pt x="10641" y="15793"/>
                    <a:pt x="11175" y="15827"/>
                    <a:pt x="11675" y="15894"/>
                  </a:cubicBezTo>
                  <a:cubicBezTo>
                    <a:pt x="12176" y="15927"/>
                    <a:pt x="12643" y="15994"/>
                    <a:pt x="13110" y="16160"/>
                  </a:cubicBezTo>
                  <a:lnTo>
                    <a:pt x="13810" y="16427"/>
                  </a:lnTo>
                  <a:lnTo>
                    <a:pt x="14477" y="16761"/>
                  </a:lnTo>
                  <a:cubicBezTo>
                    <a:pt x="15345" y="17228"/>
                    <a:pt x="16145" y="17828"/>
                    <a:pt x="17012" y="18429"/>
                  </a:cubicBezTo>
                  <a:cubicBezTo>
                    <a:pt x="17846" y="18996"/>
                    <a:pt x="18780" y="19563"/>
                    <a:pt x="19648" y="20063"/>
                  </a:cubicBezTo>
                  <a:cubicBezTo>
                    <a:pt x="19848" y="20163"/>
                    <a:pt x="20115" y="20263"/>
                    <a:pt x="20348" y="20397"/>
                  </a:cubicBezTo>
                  <a:cubicBezTo>
                    <a:pt x="20615" y="20497"/>
                    <a:pt x="20882" y="20564"/>
                    <a:pt x="21149" y="20630"/>
                  </a:cubicBezTo>
                  <a:cubicBezTo>
                    <a:pt x="21449" y="20664"/>
                    <a:pt x="21716" y="20730"/>
                    <a:pt x="21983" y="20730"/>
                  </a:cubicBezTo>
                  <a:cubicBezTo>
                    <a:pt x="22216" y="20730"/>
                    <a:pt x="22516" y="20730"/>
                    <a:pt x="22716" y="20664"/>
                  </a:cubicBezTo>
                  <a:cubicBezTo>
                    <a:pt x="23183" y="20630"/>
                    <a:pt x="23650" y="20597"/>
                    <a:pt x="24117" y="20597"/>
                  </a:cubicBezTo>
                  <a:cubicBezTo>
                    <a:pt x="24551" y="20597"/>
                    <a:pt x="25018" y="20597"/>
                    <a:pt x="25452" y="20630"/>
                  </a:cubicBezTo>
                  <a:cubicBezTo>
                    <a:pt x="26286" y="20764"/>
                    <a:pt x="27186" y="21064"/>
                    <a:pt x="28020" y="21431"/>
                  </a:cubicBezTo>
                  <a:cubicBezTo>
                    <a:pt x="28854" y="21798"/>
                    <a:pt x="29688" y="22331"/>
                    <a:pt x="30322" y="22965"/>
                  </a:cubicBezTo>
                  <a:lnTo>
                    <a:pt x="30522" y="23232"/>
                  </a:lnTo>
                  <a:lnTo>
                    <a:pt x="30622" y="23299"/>
                  </a:lnTo>
                  <a:lnTo>
                    <a:pt x="30689" y="23432"/>
                  </a:lnTo>
                  <a:lnTo>
                    <a:pt x="31022" y="23999"/>
                  </a:lnTo>
                  <a:cubicBezTo>
                    <a:pt x="31156" y="24233"/>
                    <a:pt x="31223" y="24433"/>
                    <a:pt x="31323" y="24633"/>
                  </a:cubicBezTo>
                  <a:cubicBezTo>
                    <a:pt x="31389" y="24833"/>
                    <a:pt x="31456" y="25067"/>
                    <a:pt x="31523" y="25267"/>
                  </a:cubicBezTo>
                  <a:cubicBezTo>
                    <a:pt x="31790" y="26101"/>
                    <a:pt x="31823" y="27001"/>
                    <a:pt x="31723" y="27835"/>
                  </a:cubicBezTo>
                  <a:cubicBezTo>
                    <a:pt x="31690" y="28669"/>
                    <a:pt x="31489" y="29503"/>
                    <a:pt x="31323" y="30270"/>
                  </a:cubicBezTo>
                  <a:cubicBezTo>
                    <a:pt x="31156" y="31004"/>
                    <a:pt x="30989" y="31738"/>
                    <a:pt x="30856" y="32405"/>
                  </a:cubicBezTo>
                  <a:cubicBezTo>
                    <a:pt x="30555" y="33673"/>
                    <a:pt x="30622" y="34740"/>
                    <a:pt x="30655" y="35241"/>
                  </a:cubicBezTo>
                  <a:lnTo>
                    <a:pt x="30655" y="35174"/>
                  </a:lnTo>
                  <a:cubicBezTo>
                    <a:pt x="30689" y="36141"/>
                    <a:pt x="31122" y="36942"/>
                    <a:pt x="31389" y="37642"/>
                  </a:cubicBezTo>
                  <a:cubicBezTo>
                    <a:pt x="31690" y="38343"/>
                    <a:pt x="31856" y="39010"/>
                    <a:pt x="31856" y="39644"/>
                  </a:cubicBezTo>
                  <a:cubicBezTo>
                    <a:pt x="31856" y="39811"/>
                    <a:pt x="31823" y="39944"/>
                    <a:pt x="31823" y="40111"/>
                  </a:cubicBezTo>
                  <a:cubicBezTo>
                    <a:pt x="31790" y="40278"/>
                    <a:pt x="31723" y="40444"/>
                    <a:pt x="31690" y="40578"/>
                  </a:cubicBezTo>
                  <a:cubicBezTo>
                    <a:pt x="31623" y="40845"/>
                    <a:pt x="31489" y="41145"/>
                    <a:pt x="31389" y="41412"/>
                  </a:cubicBezTo>
                  <a:cubicBezTo>
                    <a:pt x="31156" y="41946"/>
                    <a:pt x="30956" y="42413"/>
                    <a:pt x="30789" y="42846"/>
                  </a:cubicBezTo>
                  <a:cubicBezTo>
                    <a:pt x="30722" y="42980"/>
                    <a:pt x="30689" y="43113"/>
                    <a:pt x="30655" y="43180"/>
                  </a:cubicBezTo>
                  <a:cubicBezTo>
                    <a:pt x="30622" y="43280"/>
                    <a:pt x="30622" y="43413"/>
                    <a:pt x="30555" y="43480"/>
                  </a:cubicBezTo>
                  <a:cubicBezTo>
                    <a:pt x="30489" y="43680"/>
                    <a:pt x="30455" y="43847"/>
                    <a:pt x="30455" y="44014"/>
                  </a:cubicBezTo>
                  <a:cubicBezTo>
                    <a:pt x="30455" y="44247"/>
                    <a:pt x="30389" y="44347"/>
                    <a:pt x="30389" y="44481"/>
                  </a:cubicBezTo>
                  <a:lnTo>
                    <a:pt x="30389" y="44781"/>
                  </a:lnTo>
                  <a:cubicBezTo>
                    <a:pt x="30389" y="44899"/>
                    <a:pt x="30389" y="44955"/>
                    <a:pt x="30393" y="44955"/>
                  </a:cubicBezTo>
                  <a:cubicBezTo>
                    <a:pt x="30399" y="44955"/>
                    <a:pt x="30415" y="44823"/>
                    <a:pt x="30455" y="44581"/>
                  </a:cubicBezTo>
                  <a:lnTo>
                    <a:pt x="30455" y="44581"/>
                  </a:lnTo>
                  <a:cubicBezTo>
                    <a:pt x="30355" y="45481"/>
                    <a:pt x="30389" y="46315"/>
                    <a:pt x="30655" y="47083"/>
                  </a:cubicBezTo>
                  <a:cubicBezTo>
                    <a:pt x="30889" y="47783"/>
                    <a:pt x="31356" y="48350"/>
                    <a:pt x="31856" y="48684"/>
                  </a:cubicBezTo>
                  <a:cubicBezTo>
                    <a:pt x="32323" y="49084"/>
                    <a:pt x="32824" y="49251"/>
                    <a:pt x="33191" y="49418"/>
                  </a:cubicBezTo>
                  <a:cubicBezTo>
                    <a:pt x="33558" y="49584"/>
                    <a:pt x="33891" y="49684"/>
                    <a:pt x="34191" y="49784"/>
                  </a:cubicBezTo>
                  <a:cubicBezTo>
                    <a:pt x="35325" y="50118"/>
                    <a:pt x="35626" y="50185"/>
                    <a:pt x="35626" y="50185"/>
                  </a:cubicBezTo>
                  <a:cubicBezTo>
                    <a:pt x="35763" y="50231"/>
                    <a:pt x="35880" y="50251"/>
                    <a:pt x="35975" y="50251"/>
                  </a:cubicBezTo>
                  <a:cubicBezTo>
                    <a:pt x="36362" y="50251"/>
                    <a:pt x="36375" y="49913"/>
                    <a:pt x="35893" y="49618"/>
                  </a:cubicBezTo>
                  <a:cubicBezTo>
                    <a:pt x="35893" y="49618"/>
                    <a:pt x="35659" y="49518"/>
                    <a:pt x="34525" y="49184"/>
                  </a:cubicBezTo>
                  <a:cubicBezTo>
                    <a:pt x="34225" y="49117"/>
                    <a:pt x="33891" y="49017"/>
                    <a:pt x="33524" y="48850"/>
                  </a:cubicBezTo>
                  <a:cubicBezTo>
                    <a:pt x="33157" y="48684"/>
                    <a:pt x="32724" y="48517"/>
                    <a:pt x="32323" y="48183"/>
                  </a:cubicBezTo>
                  <a:cubicBezTo>
                    <a:pt x="31890" y="47916"/>
                    <a:pt x="31523" y="47449"/>
                    <a:pt x="31323" y="46816"/>
                  </a:cubicBezTo>
                  <a:cubicBezTo>
                    <a:pt x="31152" y="46277"/>
                    <a:pt x="31127" y="45641"/>
                    <a:pt x="31144" y="44909"/>
                  </a:cubicBezTo>
                  <a:lnTo>
                    <a:pt x="31144" y="44909"/>
                  </a:lnTo>
                  <a:cubicBezTo>
                    <a:pt x="31144" y="44913"/>
                    <a:pt x="31145" y="44915"/>
                    <a:pt x="31146" y="44915"/>
                  </a:cubicBezTo>
                  <a:cubicBezTo>
                    <a:pt x="31150" y="44915"/>
                    <a:pt x="31156" y="44856"/>
                    <a:pt x="31156" y="44748"/>
                  </a:cubicBezTo>
                  <a:lnTo>
                    <a:pt x="31156" y="44447"/>
                  </a:lnTo>
                  <a:cubicBezTo>
                    <a:pt x="31156" y="44314"/>
                    <a:pt x="31189" y="44180"/>
                    <a:pt x="31189" y="44080"/>
                  </a:cubicBezTo>
                  <a:cubicBezTo>
                    <a:pt x="31189" y="43947"/>
                    <a:pt x="31223" y="43780"/>
                    <a:pt x="31289" y="43613"/>
                  </a:cubicBezTo>
                  <a:cubicBezTo>
                    <a:pt x="31323" y="43513"/>
                    <a:pt x="31323" y="43447"/>
                    <a:pt x="31356" y="43347"/>
                  </a:cubicBezTo>
                  <a:cubicBezTo>
                    <a:pt x="31389" y="43280"/>
                    <a:pt x="31456" y="43146"/>
                    <a:pt x="31489" y="43080"/>
                  </a:cubicBezTo>
                  <a:cubicBezTo>
                    <a:pt x="31656" y="42646"/>
                    <a:pt x="31856" y="42179"/>
                    <a:pt x="32123" y="41645"/>
                  </a:cubicBezTo>
                  <a:cubicBezTo>
                    <a:pt x="32223" y="41412"/>
                    <a:pt x="32357" y="41112"/>
                    <a:pt x="32457" y="40778"/>
                  </a:cubicBezTo>
                  <a:lnTo>
                    <a:pt x="32557" y="40278"/>
                  </a:lnTo>
                  <a:cubicBezTo>
                    <a:pt x="32557" y="40111"/>
                    <a:pt x="32624" y="39944"/>
                    <a:pt x="32624" y="39744"/>
                  </a:cubicBezTo>
                  <a:cubicBezTo>
                    <a:pt x="32657" y="38977"/>
                    <a:pt x="32457" y="38176"/>
                    <a:pt x="32157" y="37442"/>
                  </a:cubicBezTo>
                  <a:cubicBezTo>
                    <a:pt x="31856" y="36675"/>
                    <a:pt x="31489" y="35975"/>
                    <a:pt x="31489" y="35241"/>
                  </a:cubicBezTo>
                  <a:lnTo>
                    <a:pt x="31489" y="35174"/>
                  </a:lnTo>
                  <a:cubicBezTo>
                    <a:pt x="31456" y="34740"/>
                    <a:pt x="31456" y="33806"/>
                    <a:pt x="31723" y="32572"/>
                  </a:cubicBezTo>
                  <a:cubicBezTo>
                    <a:pt x="31856" y="31938"/>
                    <a:pt x="32023" y="31238"/>
                    <a:pt x="32223" y="30471"/>
                  </a:cubicBezTo>
                  <a:cubicBezTo>
                    <a:pt x="32457" y="29670"/>
                    <a:pt x="32657" y="28836"/>
                    <a:pt x="32724" y="27935"/>
                  </a:cubicBezTo>
                  <a:cubicBezTo>
                    <a:pt x="32957" y="26101"/>
                    <a:pt x="32624" y="23899"/>
                    <a:pt x="31122" y="22265"/>
                  </a:cubicBezTo>
                  <a:cubicBezTo>
                    <a:pt x="30355" y="21498"/>
                    <a:pt x="29488" y="20964"/>
                    <a:pt x="28554" y="20497"/>
                  </a:cubicBezTo>
                  <a:cubicBezTo>
                    <a:pt x="27653" y="20063"/>
                    <a:pt x="26686" y="19763"/>
                    <a:pt x="25685" y="19596"/>
                  </a:cubicBezTo>
                  <a:cubicBezTo>
                    <a:pt x="25185" y="19596"/>
                    <a:pt x="24718" y="19563"/>
                    <a:pt x="24218" y="19563"/>
                  </a:cubicBezTo>
                  <a:cubicBezTo>
                    <a:pt x="23717" y="19596"/>
                    <a:pt x="23217" y="19596"/>
                    <a:pt x="22783" y="19630"/>
                  </a:cubicBezTo>
                  <a:cubicBezTo>
                    <a:pt x="22516" y="19663"/>
                    <a:pt x="22316" y="19663"/>
                    <a:pt x="22049" y="19663"/>
                  </a:cubicBezTo>
                  <a:cubicBezTo>
                    <a:pt x="21849" y="19663"/>
                    <a:pt x="21649" y="19663"/>
                    <a:pt x="21449" y="19630"/>
                  </a:cubicBezTo>
                  <a:cubicBezTo>
                    <a:pt x="21215" y="19596"/>
                    <a:pt x="21015" y="19563"/>
                    <a:pt x="20815" y="19463"/>
                  </a:cubicBezTo>
                  <a:cubicBezTo>
                    <a:pt x="20615" y="19396"/>
                    <a:pt x="20381" y="19263"/>
                    <a:pt x="20181" y="19163"/>
                  </a:cubicBezTo>
                  <a:cubicBezTo>
                    <a:pt x="19347" y="18729"/>
                    <a:pt x="18480" y="18229"/>
                    <a:pt x="17646" y="17628"/>
                  </a:cubicBezTo>
                  <a:cubicBezTo>
                    <a:pt x="16812" y="17061"/>
                    <a:pt x="15945" y="16427"/>
                    <a:pt x="14978" y="15927"/>
                  </a:cubicBezTo>
                  <a:lnTo>
                    <a:pt x="14210" y="15593"/>
                  </a:lnTo>
                  <a:lnTo>
                    <a:pt x="13443" y="15326"/>
                  </a:lnTo>
                  <a:cubicBezTo>
                    <a:pt x="12876" y="15160"/>
                    <a:pt x="12342" y="15093"/>
                    <a:pt x="11809" y="15060"/>
                  </a:cubicBezTo>
                  <a:cubicBezTo>
                    <a:pt x="11275" y="14993"/>
                    <a:pt x="10775" y="14960"/>
                    <a:pt x="10308" y="14893"/>
                  </a:cubicBezTo>
                  <a:cubicBezTo>
                    <a:pt x="10041" y="14826"/>
                    <a:pt x="9874" y="14759"/>
                    <a:pt x="9674" y="14659"/>
                  </a:cubicBezTo>
                  <a:cubicBezTo>
                    <a:pt x="9607" y="14626"/>
                    <a:pt x="9507" y="14593"/>
                    <a:pt x="9440" y="14493"/>
                  </a:cubicBezTo>
                  <a:cubicBezTo>
                    <a:pt x="9374" y="14493"/>
                    <a:pt x="9340" y="14459"/>
                    <a:pt x="9307" y="14426"/>
                  </a:cubicBezTo>
                  <a:lnTo>
                    <a:pt x="9273" y="14392"/>
                  </a:lnTo>
                  <a:lnTo>
                    <a:pt x="9207" y="14326"/>
                  </a:lnTo>
                  <a:cubicBezTo>
                    <a:pt x="9173" y="14292"/>
                    <a:pt x="9173" y="14259"/>
                    <a:pt x="9140" y="14259"/>
                  </a:cubicBezTo>
                  <a:lnTo>
                    <a:pt x="8973" y="14159"/>
                  </a:lnTo>
                  <a:cubicBezTo>
                    <a:pt x="8940" y="14159"/>
                    <a:pt x="8873" y="14126"/>
                    <a:pt x="8840" y="14092"/>
                  </a:cubicBezTo>
                  <a:cubicBezTo>
                    <a:pt x="8773" y="14059"/>
                    <a:pt x="8706" y="13959"/>
                    <a:pt x="8640" y="13892"/>
                  </a:cubicBezTo>
                  <a:cubicBezTo>
                    <a:pt x="8473" y="13725"/>
                    <a:pt x="8339" y="13559"/>
                    <a:pt x="8206" y="13325"/>
                  </a:cubicBezTo>
                  <a:cubicBezTo>
                    <a:pt x="7973" y="12925"/>
                    <a:pt x="7772" y="12458"/>
                    <a:pt x="7472" y="12057"/>
                  </a:cubicBezTo>
                  <a:cubicBezTo>
                    <a:pt x="7305" y="11824"/>
                    <a:pt x="7139" y="11624"/>
                    <a:pt x="6938" y="11424"/>
                  </a:cubicBezTo>
                  <a:lnTo>
                    <a:pt x="6538" y="11157"/>
                  </a:lnTo>
                  <a:lnTo>
                    <a:pt x="6471" y="11123"/>
                  </a:lnTo>
                  <a:lnTo>
                    <a:pt x="6505" y="11123"/>
                  </a:lnTo>
                  <a:lnTo>
                    <a:pt x="6471" y="11090"/>
                  </a:lnTo>
                  <a:lnTo>
                    <a:pt x="6305" y="10957"/>
                  </a:lnTo>
                  <a:cubicBezTo>
                    <a:pt x="6105" y="10790"/>
                    <a:pt x="5838" y="10656"/>
                    <a:pt x="5638" y="10556"/>
                  </a:cubicBezTo>
                  <a:cubicBezTo>
                    <a:pt x="5371" y="10456"/>
                    <a:pt x="5171" y="10390"/>
                    <a:pt x="4937" y="10290"/>
                  </a:cubicBezTo>
                  <a:cubicBezTo>
                    <a:pt x="3970" y="9956"/>
                    <a:pt x="3036" y="9923"/>
                    <a:pt x="2335" y="9589"/>
                  </a:cubicBezTo>
                  <a:cubicBezTo>
                    <a:pt x="1601" y="9289"/>
                    <a:pt x="1134" y="8722"/>
                    <a:pt x="934" y="7988"/>
                  </a:cubicBezTo>
                  <a:cubicBezTo>
                    <a:pt x="867" y="7821"/>
                    <a:pt x="834" y="7621"/>
                    <a:pt x="801" y="7454"/>
                  </a:cubicBezTo>
                  <a:cubicBezTo>
                    <a:pt x="767" y="7287"/>
                    <a:pt x="767" y="7121"/>
                    <a:pt x="701" y="6954"/>
                  </a:cubicBezTo>
                  <a:cubicBezTo>
                    <a:pt x="667" y="6620"/>
                    <a:pt x="701" y="6320"/>
                    <a:pt x="767" y="5986"/>
                  </a:cubicBezTo>
                  <a:cubicBezTo>
                    <a:pt x="934" y="5319"/>
                    <a:pt x="1168" y="4786"/>
                    <a:pt x="1435" y="4252"/>
                  </a:cubicBezTo>
                  <a:cubicBezTo>
                    <a:pt x="1935" y="3151"/>
                    <a:pt x="2202" y="2150"/>
                    <a:pt x="2102" y="1450"/>
                  </a:cubicBezTo>
                  <a:cubicBezTo>
                    <a:pt x="2035" y="1283"/>
                    <a:pt x="2035" y="1116"/>
                    <a:pt x="2002" y="983"/>
                  </a:cubicBezTo>
                  <a:cubicBezTo>
                    <a:pt x="1968" y="883"/>
                    <a:pt x="1935" y="749"/>
                    <a:pt x="1868" y="649"/>
                  </a:cubicBezTo>
                  <a:cubicBezTo>
                    <a:pt x="1835" y="483"/>
                    <a:pt x="1801" y="416"/>
                    <a:pt x="1801" y="416"/>
                  </a:cubicBezTo>
                  <a:cubicBezTo>
                    <a:pt x="1649" y="125"/>
                    <a:pt x="1485" y="1"/>
                    <a:pt x="13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53" name="Google Shape;1953;p17"/>
            <p:cNvSpPr/>
            <p:nvPr/>
          </p:nvSpPr>
          <p:spPr>
            <a:xfrm>
              <a:off x="10203995" y="1045614"/>
              <a:ext cx="732766" cy="593688"/>
            </a:xfrm>
            <a:custGeom>
              <a:avLst/>
              <a:gdLst/>
              <a:ahLst/>
              <a:cxnLst/>
              <a:rect l="l" t="t" r="r" b="b"/>
              <a:pathLst>
                <a:path w="32524" h="26351" extrusionOk="0">
                  <a:moveTo>
                    <a:pt x="80" y="0"/>
                  </a:moveTo>
                  <a:lnTo>
                    <a:pt x="80" y="0"/>
                  </a:lnTo>
                  <a:cubicBezTo>
                    <a:pt x="6" y="0"/>
                    <a:pt x="1" y="141"/>
                    <a:pt x="115" y="369"/>
                  </a:cubicBezTo>
                  <a:cubicBezTo>
                    <a:pt x="115" y="369"/>
                    <a:pt x="181" y="436"/>
                    <a:pt x="215" y="602"/>
                  </a:cubicBezTo>
                  <a:cubicBezTo>
                    <a:pt x="248" y="669"/>
                    <a:pt x="281" y="802"/>
                    <a:pt x="348" y="936"/>
                  </a:cubicBezTo>
                  <a:cubicBezTo>
                    <a:pt x="381" y="1103"/>
                    <a:pt x="415" y="1269"/>
                    <a:pt x="448" y="1470"/>
                  </a:cubicBezTo>
                  <a:cubicBezTo>
                    <a:pt x="548" y="1870"/>
                    <a:pt x="548" y="2504"/>
                    <a:pt x="415" y="3304"/>
                  </a:cubicBezTo>
                  <a:cubicBezTo>
                    <a:pt x="348" y="3671"/>
                    <a:pt x="248" y="4138"/>
                    <a:pt x="181" y="4672"/>
                  </a:cubicBezTo>
                  <a:cubicBezTo>
                    <a:pt x="81" y="5172"/>
                    <a:pt x="48" y="5806"/>
                    <a:pt x="215" y="6473"/>
                  </a:cubicBezTo>
                  <a:cubicBezTo>
                    <a:pt x="248" y="6607"/>
                    <a:pt x="281" y="6840"/>
                    <a:pt x="381" y="7207"/>
                  </a:cubicBezTo>
                  <a:cubicBezTo>
                    <a:pt x="415" y="7374"/>
                    <a:pt x="515" y="7607"/>
                    <a:pt x="582" y="7841"/>
                  </a:cubicBezTo>
                  <a:cubicBezTo>
                    <a:pt x="682" y="8108"/>
                    <a:pt x="782" y="8341"/>
                    <a:pt x="1049" y="8608"/>
                  </a:cubicBezTo>
                  <a:cubicBezTo>
                    <a:pt x="1282" y="8842"/>
                    <a:pt x="1616" y="8975"/>
                    <a:pt x="1949" y="9042"/>
                  </a:cubicBezTo>
                  <a:cubicBezTo>
                    <a:pt x="2283" y="9142"/>
                    <a:pt x="2683" y="9209"/>
                    <a:pt x="3017" y="9309"/>
                  </a:cubicBezTo>
                  <a:cubicBezTo>
                    <a:pt x="3684" y="9542"/>
                    <a:pt x="4418" y="9842"/>
                    <a:pt x="5051" y="10443"/>
                  </a:cubicBezTo>
                  <a:cubicBezTo>
                    <a:pt x="5385" y="10676"/>
                    <a:pt x="5685" y="11010"/>
                    <a:pt x="6019" y="11310"/>
                  </a:cubicBezTo>
                  <a:cubicBezTo>
                    <a:pt x="6352" y="11610"/>
                    <a:pt x="6619" y="11977"/>
                    <a:pt x="6953" y="12311"/>
                  </a:cubicBezTo>
                  <a:cubicBezTo>
                    <a:pt x="7120" y="12478"/>
                    <a:pt x="7286" y="12644"/>
                    <a:pt x="7520" y="12811"/>
                  </a:cubicBezTo>
                  <a:lnTo>
                    <a:pt x="7787" y="13045"/>
                  </a:lnTo>
                  <a:cubicBezTo>
                    <a:pt x="7887" y="13145"/>
                    <a:pt x="8020" y="13178"/>
                    <a:pt x="8087" y="13278"/>
                  </a:cubicBezTo>
                  <a:cubicBezTo>
                    <a:pt x="8287" y="13378"/>
                    <a:pt x="8521" y="13545"/>
                    <a:pt x="8721" y="13645"/>
                  </a:cubicBezTo>
                  <a:lnTo>
                    <a:pt x="9054" y="13812"/>
                  </a:lnTo>
                  <a:lnTo>
                    <a:pt x="9221" y="13879"/>
                  </a:lnTo>
                  <a:lnTo>
                    <a:pt x="9288" y="13945"/>
                  </a:lnTo>
                  <a:cubicBezTo>
                    <a:pt x="9355" y="13945"/>
                    <a:pt x="9388" y="13979"/>
                    <a:pt x="9421" y="13979"/>
                  </a:cubicBezTo>
                  <a:cubicBezTo>
                    <a:pt x="9922" y="14145"/>
                    <a:pt x="10455" y="14145"/>
                    <a:pt x="10922" y="14145"/>
                  </a:cubicBezTo>
                  <a:cubicBezTo>
                    <a:pt x="11389" y="14145"/>
                    <a:pt x="11856" y="14145"/>
                    <a:pt x="12290" y="14212"/>
                  </a:cubicBezTo>
                  <a:lnTo>
                    <a:pt x="12457" y="14279"/>
                  </a:lnTo>
                  <a:lnTo>
                    <a:pt x="12557" y="14279"/>
                  </a:lnTo>
                  <a:lnTo>
                    <a:pt x="12790" y="14446"/>
                  </a:lnTo>
                  <a:cubicBezTo>
                    <a:pt x="12957" y="14546"/>
                    <a:pt x="13091" y="14712"/>
                    <a:pt x="13257" y="14879"/>
                  </a:cubicBezTo>
                  <a:cubicBezTo>
                    <a:pt x="13591" y="15213"/>
                    <a:pt x="13858" y="15613"/>
                    <a:pt x="14225" y="15880"/>
                  </a:cubicBezTo>
                  <a:lnTo>
                    <a:pt x="14592" y="16147"/>
                  </a:lnTo>
                  <a:cubicBezTo>
                    <a:pt x="14725" y="16214"/>
                    <a:pt x="14859" y="16280"/>
                    <a:pt x="14925" y="16314"/>
                  </a:cubicBezTo>
                  <a:lnTo>
                    <a:pt x="14892" y="16314"/>
                  </a:lnTo>
                  <a:cubicBezTo>
                    <a:pt x="15959" y="16881"/>
                    <a:pt x="17260" y="17214"/>
                    <a:pt x="18595" y="17214"/>
                  </a:cubicBezTo>
                  <a:cubicBezTo>
                    <a:pt x="18722" y="17221"/>
                    <a:pt x="18849" y="17224"/>
                    <a:pt x="18977" y="17224"/>
                  </a:cubicBezTo>
                  <a:cubicBezTo>
                    <a:pt x="20156" y="17224"/>
                    <a:pt x="21357" y="16968"/>
                    <a:pt x="22531" y="16847"/>
                  </a:cubicBezTo>
                  <a:cubicBezTo>
                    <a:pt x="22962" y="16791"/>
                    <a:pt x="23402" y="16761"/>
                    <a:pt x="23840" y="16761"/>
                  </a:cubicBezTo>
                  <a:cubicBezTo>
                    <a:pt x="24688" y="16761"/>
                    <a:pt x="25530" y="16872"/>
                    <a:pt x="26300" y="17114"/>
                  </a:cubicBezTo>
                  <a:cubicBezTo>
                    <a:pt x="27468" y="17481"/>
                    <a:pt x="28535" y="18148"/>
                    <a:pt x="29402" y="18849"/>
                  </a:cubicBezTo>
                  <a:cubicBezTo>
                    <a:pt x="30270" y="19616"/>
                    <a:pt x="30903" y="20483"/>
                    <a:pt x="31370" y="21317"/>
                  </a:cubicBezTo>
                  <a:cubicBezTo>
                    <a:pt x="31804" y="22184"/>
                    <a:pt x="32071" y="22985"/>
                    <a:pt x="32204" y="23686"/>
                  </a:cubicBezTo>
                  <a:cubicBezTo>
                    <a:pt x="32238" y="24086"/>
                    <a:pt x="32304" y="24353"/>
                    <a:pt x="32304" y="24653"/>
                  </a:cubicBezTo>
                  <a:cubicBezTo>
                    <a:pt x="32371" y="24953"/>
                    <a:pt x="32371" y="25153"/>
                    <a:pt x="32371" y="25353"/>
                  </a:cubicBezTo>
                  <a:lnTo>
                    <a:pt x="32371" y="25820"/>
                  </a:lnTo>
                  <a:lnTo>
                    <a:pt x="32371" y="25987"/>
                  </a:lnTo>
                  <a:cubicBezTo>
                    <a:pt x="32371" y="26226"/>
                    <a:pt x="32417" y="26351"/>
                    <a:pt x="32453" y="26351"/>
                  </a:cubicBezTo>
                  <a:cubicBezTo>
                    <a:pt x="32494" y="26351"/>
                    <a:pt x="32523" y="26201"/>
                    <a:pt x="32471" y="25887"/>
                  </a:cubicBezTo>
                  <a:lnTo>
                    <a:pt x="32471" y="25720"/>
                  </a:lnTo>
                  <a:lnTo>
                    <a:pt x="32471" y="25287"/>
                  </a:lnTo>
                  <a:cubicBezTo>
                    <a:pt x="32471" y="25053"/>
                    <a:pt x="32471" y="24820"/>
                    <a:pt x="32438" y="24519"/>
                  </a:cubicBezTo>
                  <a:cubicBezTo>
                    <a:pt x="32438" y="24219"/>
                    <a:pt x="32371" y="23952"/>
                    <a:pt x="32304" y="23552"/>
                  </a:cubicBezTo>
                  <a:cubicBezTo>
                    <a:pt x="32204" y="22852"/>
                    <a:pt x="31937" y="21984"/>
                    <a:pt x="31470" y="21117"/>
                  </a:cubicBezTo>
                  <a:cubicBezTo>
                    <a:pt x="31037" y="20183"/>
                    <a:pt x="30403" y="19316"/>
                    <a:pt x="29469" y="18515"/>
                  </a:cubicBezTo>
                  <a:cubicBezTo>
                    <a:pt x="28602" y="17715"/>
                    <a:pt x="27534" y="17047"/>
                    <a:pt x="26267" y="16647"/>
                  </a:cubicBezTo>
                  <a:cubicBezTo>
                    <a:pt x="25434" y="16355"/>
                    <a:pt x="24526" y="16244"/>
                    <a:pt x="23614" y="16244"/>
                  </a:cubicBezTo>
                  <a:cubicBezTo>
                    <a:pt x="23173" y="16244"/>
                    <a:pt x="22732" y="16270"/>
                    <a:pt x="22297" y="16314"/>
                  </a:cubicBezTo>
                  <a:cubicBezTo>
                    <a:pt x="21050" y="16438"/>
                    <a:pt x="19861" y="16650"/>
                    <a:pt x="18677" y="16650"/>
                  </a:cubicBezTo>
                  <a:cubicBezTo>
                    <a:pt x="18594" y="16650"/>
                    <a:pt x="18511" y="16649"/>
                    <a:pt x="18428" y="16647"/>
                  </a:cubicBezTo>
                  <a:cubicBezTo>
                    <a:pt x="17127" y="16647"/>
                    <a:pt x="15926" y="16314"/>
                    <a:pt x="14925" y="15780"/>
                  </a:cubicBezTo>
                  <a:lnTo>
                    <a:pt x="14892" y="15780"/>
                  </a:lnTo>
                  <a:lnTo>
                    <a:pt x="14625" y="15646"/>
                  </a:lnTo>
                  <a:cubicBezTo>
                    <a:pt x="14558" y="15613"/>
                    <a:pt x="14425" y="15513"/>
                    <a:pt x="14358" y="15446"/>
                  </a:cubicBezTo>
                  <a:cubicBezTo>
                    <a:pt x="14025" y="15146"/>
                    <a:pt x="13758" y="14813"/>
                    <a:pt x="13424" y="14479"/>
                  </a:cubicBezTo>
                  <a:cubicBezTo>
                    <a:pt x="13291" y="14312"/>
                    <a:pt x="13091" y="14145"/>
                    <a:pt x="12924" y="13979"/>
                  </a:cubicBezTo>
                  <a:lnTo>
                    <a:pt x="12590" y="13712"/>
                  </a:lnTo>
                  <a:cubicBezTo>
                    <a:pt x="12590" y="13678"/>
                    <a:pt x="12524" y="13678"/>
                    <a:pt x="12457" y="13678"/>
                  </a:cubicBezTo>
                  <a:lnTo>
                    <a:pt x="12390" y="13678"/>
                  </a:lnTo>
                  <a:lnTo>
                    <a:pt x="12223" y="13645"/>
                  </a:lnTo>
                  <a:cubicBezTo>
                    <a:pt x="11723" y="13545"/>
                    <a:pt x="11223" y="13545"/>
                    <a:pt x="10756" y="13545"/>
                  </a:cubicBezTo>
                  <a:cubicBezTo>
                    <a:pt x="10255" y="13545"/>
                    <a:pt x="9788" y="13545"/>
                    <a:pt x="9388" y="13445"/>
                  </a:cubicBezTo>
                  <a:lnTo>
                    <a:pt x="9355" y="13445"/>
                  </a:lnTo>
                  <a:lnTo>
                    <a:pt x="9254" y="13378"/>
                  </a:lnTo>
                  <a:lnTo>
                    <a:pt x="9088" y="13311"/>
                  </a:lnTo>
                  <a:lnTo>
                    <a:pt x="8754" y="13145"/>
                  </a:lnTo>
                  <a:cubicBezTo>
                    <a:pt x="8554" y="13045"/>
                    <a:pt x="8387" y="12945"/>
                    <a:pt x="8187" y="12811"/>
                  </a:cubicBezTo>
                  <a:cubicBezTo>
                    <a:pt x="8087" y="12778"/>
                    <a:pt x="7954" y="12711"/>
                    <a:pt x="7887" y="12644"/>
                  </a:cubicBezTo>
                  <a:lnTo>
                    <a:pt x="7620" y="12444"/>
                  </a:lnTo>
                  <a:cubicBezTo>
                    <a:pt x="7453" y="12311"/>
                    <a:pt x="7286" y="12144"/>
                    <a:pt x="7120" y="11977"/>
                  </a:cubicBezTo>
                  <a:cubicBezTo>
                    <a:pt x="6786" y="11644"/>
                    <a:pt x="6519" y="11310"/>
                    <a:pt x="6186" y="10976"/>
                  </a:cubicBezTo>
                  <a:cubicBezTo>
                    <a:pt x="5852" y="10643"/>
                    <a:pt x="5518" y="10309"/>
                    <a:pt x="5185" y="10042"/>
                  </a:cubicBezTo>
                  <a:cubicBezTo>
                    <a:pt x="5018" y="9876"/>
                    <a:pt x="4851" y="9776"/>
                    <a:pt x="4685" y="9642"/>
                  </a:cubicBezTo>
                  <a:cubicBezTo>
                    <a:pt x="4518" y="9509"/>
                    <a:pt x="4351" y="9375"/>
                    <a:pt x="4117" y="9309"/>
                  </a:cubicBezTo>
                  <a:cubicBezTo>
                    <a:pt x="3751" y="9142"/>
                    <a:pt x="3384" y="9008"/>
                    <a:pt x="3017" y="8875"/>
                  </a:cubicBezTo>
                  <a:cubicBezTo>
                    <a:pt x="2283" y="8708"/>
                    <a:pt x="1582" y="8675"/>
                    <a:pt x="1215" y="8308"/>
                  </a:cubicBezTo>
                  <a:cubicBezTo>
                    <a:pt x="1015" y="8108"/>
                    <a:pt x="882" y="7874"/>
                    <a:pt x="782" y="7674"/>
                  </a:cubicBezTo>
                  <a:cubicBezTo>
                    <a:pt x="715" y="7474"/>
                    <a:pt x="615" y="7274"/>
                    <a:pt x="582" y="7107"/>
                  </a:cubicBezTo>
                  <a:cubicBezTo>
                    <a:pt x="515" y="6707"/>
                    <a:pt x="448" y="6473"/>
                    <a:pt x="415" y="6340"/>
                  </a:cubicBezTo>
                  <a:cubicBezTo>
                    <a:pt x="248" y="5706"/>
                    <a:pt x="281" y="5139"/>
                    <a:pt x="381" y="4639"/>
                  </a:cubicBezTo>
                  <a:cubicBezTo>
                    <a:pt x="448" y="4138"/>
                    <a:pt x="548" y="3671"/>
                    <a:pt x="615" y="3271"/>
                  </a:cubicBezTo>
                  <a:cubicBezTo>
                    <a:pt x="748" y="2437"/>
                    <a:pt x="748" y="1803"/>
                    <a:pt x="682" y="1336"/>
                  </a:cubicBezTo>
                  <a:cubicBezTo>
                    <a:pt x="615" y="1136"/>
                    <a:pt x="582" y="969"/>
                    <a:pt x="548" y="802"/>
                  </a:cubicBezTo>
                  <a:cubicBezTo>
                    <a:pt x="515" y="669"/>
                    <a:pt x="448" y="536"/>
                    <a:pt x="415" y="469"/>
                  </a:cubicBezTo>
                  <a:cubicBezTo>
                    <a:pt x="381" y="302"/>
                    <a:pt x="348" y="269"/>
                    <a:pt x="348" y="269"/>
                  </a:cubicBezTo>
                  <a:cubicBezTo>
                    <a:pt x="233" y="82"/>
                    <a:pt x="136" y="0"/>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54" name="Google Shape;1954;p17"/>
            <p:cNvSpPr/>
            <p:nvPr/>
          </p:nvSpPr>
          <p:spPr>
            <a:xfrm>
              <a:off x="9389648" y="991722"/>
              <a:ext cx="1574329" cy="3117792"/>
            </a:xfrm>
            <a:custGeom>
              <a:avLst/>
              <a:gdLst/>
              <a:ahLst/>
              <a:cxnLst/>
              <a:rect l="l" t="t" r="r" b="b"/>
              <a:pathLst>
                <a:path w="69877" h="138384" extrusionOk="0">
                  <a:moveTo>
                    <a:pt x="14034" y="0"/>
                  </a:moveTo>
                  <a:cubicBezTo>
                    <a:pt x="13967" y="0"/>
                    <a:pt x="13860" y="484"/>
                    <a:pt x="13777" y="1460"/>
                  </a:cubicBezTo>
                  <a:cubicBezTo>
                    <a:pt x="13777" y="1460"/>
                    <a:pt x="13744" y="1560"/>
                    <a:pt x="13710" y="1860"/>
                  </a:cubicBezTo>
                  <a:cubicBezTo>
                    <a:pt x="13677" y="2027"/>
                    <a:pt x="13610" y="2194"/>
                    <a:pt x="13577" y="2461"/>
                  </a:cubicBezTo>
                  <a:cubicBezTo>
                    <a:pt x="13510" y="2661"/>
                    <a:pt x="13410" y="2961"/>
                    <a:pt x="13343" y="3228"/>
                  </a:cubicBezTo>
                  <a:cubicBezTo>
                    <a:pt x="13110" y="3862"/>
                    <a:pt x="12776" y="4629"/>
                    <a:pt x="12176" y="5396"/>
                  </a:cubicBezTo>
                  <a:cubicBezTo>
                    <a:pt x="11542" y="6197"/>
                    <a:pt x="10575" y="6997"/>
                    <a:pt x="9374" y="7831"/>
                  </a:cubicBezTo>
                  <a:cubicBezTo>
                    <a:pt x="8206" y="8665"/>
                    <a:pt x="6772" y="9699"/>
                    <a:pt x="5671" y="11334"/>
                  </a:cubicBezTo>
                  <a:cubicBezTo>
                    <a:pt x="5404" y="11734"/>
                    <a:pt x="5071" y="12134"/>
                    <a:pt x="4904" y="12668"/>
                  </a:cubicBezTo>
                  <a:cubicBezTo>
                    <a:pt x="4737" y="13168"/>
                    <a:pt x="4737" y="13735"/>
                    <a:pt x="4770" y="14302"/>
                  </a:cubicBezTo>
                  <a:cubicBezTo>
                    <a:pt x="4904" y="15403"/>
                    <a:pt x="5237" y="16537"/>
                    <a:pt x="5438" y="17705"/>
                  </a:cubicBezTo>
                  <a:cubicBezTo>
                    <a:pt x="5571" y="18339"/>
                    <a:pt x="5604" y="18906"/>
                    <a:pt x="5504" y="19540"/>
                  </a:cubicBezTo>
                  <a:cubicBezTo>
                    <a:pt x="5404" y="20173"/>
                    <a:pt x="5037" y="20674"/>
                    <a:pt x="4537" y="21141"/>
                  </a:cubicBezTo>
                  <a:cubicBezTo>
                    <a:pt x="3570" y="22008"/>
                    <a:pt x="2235" y="22575"/>
                    <a:pt x="1068" y="23576"/>
                  </a:cubicBezTo>
                  <a:cubicBezTo>
                    <a:pt x="768" y="23843"/>
                    <a:pt x="534" y="24176"/>
                    <a:pt x="334" y="24510"/>
                  </a:cubicBezTo>
                  <a:lnTo>
                    <a:pt x="201" y="24810"/>
                  </a:lnTo>
                  <a:cubicBezTo>
                    <a:pt x="167" y="24877"/>
                    <a:pt x="167" y="25010"/>
                    <a:pt x="100" y="25077"/>
                  </a:cubicBezTo>
                  <a:cubicBezTo>
                    <a:pt x="34" y="25310"/>
                    <a:pt x="34" y="25510"/>
                    <a:pt x="34" y="25711"/>
                  </a:cubicBezTo>
                  <a:cubicBezTo>
                    <a:pt x="0" y="26545"/>
                    <a:pt x="334" y="27345"/>
                    <a:pt x="668" y="28079"/>
                  </a:cubicBezTo>
                  <a:cubicBezTo>
                    <a:pt x="1001" y="28846"/>
                    <a:pt x="1435" y="29547"/>
                    <a:pt x="1835" y="30314"/>
                  </a:cubicBezTo>
                  <a:cubicBezTo>
                    <a:pt x="2235" y="31048"/>
                    <a:pt x="2569" y="31882"/>
                    <a:pt x="2569" y="32716"/>
                  </a:cubicBezTo>
                  <a:cubicBezTo>
                    <a:pt x="2602" y="33316"/>
                    <a:pt x="2502" y="34250"/>
                    <a:pt x="1902" y="35484"/>
                  </a:cubicBezTo>
                  <a:cubicBezTo>
                    <a:pt x="1668" y="36051"/>
                    <a:pt x="1268" y="36718"/>
                    <a:pt x="934" y="37486"/>
                  </a:cubicBezTo>
                  <a:cubicBezTo>
                    <a:pt x="601" y="38220"/>
                    <a:pt x="201" y="39087"/>
                    <a:pt x="234" y="40154"/>
                  </a:cubicBezTo>
                  <a:cubicBezTo>
                    <a:pt x="334" y="40688"/>
                    <a:pt x="534" y="41155"/>
                    <a:pt x="668" y="41655"/>
                  </a:cubicBezTo>
                  <a:cubicBezTo>
                    <a:pt x="768" y="42156"/>
                    <a:pt x="934" y="42656"/>
                    <a:pt x="1168" y="43156"/>
                  </a:cubicBezTo>
                  <a:cubicBezTo>
                    <a:pt x="1368" y="43657"/>
                    <a:pt x="1535" y="44191"/>
                    <a:pt x="1768" y="44691"/>
                  </a:cubicBezTo>
                  <a:cubicBezTo>
                    <a:pt x="2035" y="45191"/>
                    <a:pt x="2269" y="45725"/>
                    <a:pt x="2569" y="46259"/>
                  </a:cubicBezTo>
                  <a:cubicBezTo>
                    <a:pt x="3703" y="48394"/>
                    <a:pt x="5371" y="50495"/>
                    <a:pt x="7539" y="52196"/>
                  </a:cubicBezTo>
                  <a:cubicBezTo>
                    <a:pt x="8673" y="53030"/>
                    <a:pt x="9841" y="53764"/>
                    <a:pt x="11175" y="54364"/>
                  </a:cubicBezTo>
                  <a:cubicBezTo>
                    <a:pt x="12509" y="54932"/>
                    <a:pt x="13877" y="55432"/>
                    <a:pt x="15345" y="55732"/>
                  </a:cubicBezTo>
                  <a:cubicBezTo>
                    <a:pt x="15678" y="55832"/>
                    <a:pt x="16045" y="55866"/>
                    <a:pt x="16412" y="55932"/>
                  </a:cubicBezTo>
                  <a:cubicBezTo>
                    <a:pt x="16746" y="55999"/>
                    <a:pt x="17113" y="56066"/>
                    <a:pt x="17513" y="56099"/>
                  </a:cubicBezTo>
                  <a:cubicBezTo>
                    <a:pt x="17880" y="56199"/>
                    <a:pt x="18247" y="56232"/>
                    <a:pt x="18614" y="56266"/>
                  </a:cubicBezTo>
                  <a:cubicBezTo>
                    <a:pt x="19014" y="56333"/>
                    <a:pt x="19381" y="56366"/>
                    <a:pt x="19748" y="56366"/>
                  </a:cubicBezTo>
                  <a:cubicBezTo>
                    <a:pt x="21249" y="56433"/>
                    <a:pt x="22750" y="56533"/>
                    <a:pt x="24218" y="56833"/>
                  </a:cubicBezTo>
                  <a:cubicBezTo>
                    <a:pt x="24918" y="56933"/>
                    <a:pt x="25619" y="57200"/>
                    <a:pt x="26353" y="57433"/>
                  </a:cubicBezTo>
                  <a:cubicBezTo>
                    <a:pt x="27020" y="57734"/>
                    <a:pt x="27720" y="58067"/>
                    <a:pt x="28287" y="58501"/>
                  </a:cubicBezTo>
                  <a:cubicBezTo>
                    <a:pt x="28921" y="58868"/>
                    <a:pt x="29455" y="59368"/>
                    <a:pt x="30022" y="59868"/>
                  </a:cubicBezTo>
                  <a:lnTo>
                    <a:pt x="30856" y="60669"/>
                  </a:lnTo>
                  <a:cubicBezTo>
                    <a:pt x="31123" y="60902"/>
                    <a:pt x="31423" y="61169"/>
                    <a:pt x="31723" y="61369"/>
                  </a:cubicBezTo>
                  <a:cubicBezTo>
                    <a:pt x="32924" y="62270"/>
                    <a:pt x="34225" y="63037"/>
                    <a:pt x="35392" y="63871"/>
                  </a:cubicBezTo>
                  <a:cubicBezTo>
                    <a:pt x="36560" y="64672"/>
                    <a:pt x="37594" y="65673"/>
                    <a:pt x="38194" y="66873"/>
                  </a:cubicBezTo>
                  <a:cubicBezTo>
                    <a:pt x="38561" y="67574"/>
                    <a:pt x="38728" y="68374"/>
                    <a:pt x="38861" y="69175"/>
                  </a:cubicBezTo>
                  <a:cubicBezTo>
                    <a:pt x="38928" y="69942"/>
                    <a:pt x="38928" y="70709"/>
                    <a:pt x="38928" y="71443"/>
                  </a:cubicBezTo>
                  <a:cubicBezTo>
                    <a:pt x="38895" y="72211"/>
                    <a:pt x="38928" y="72911"/>
                    <a:pt x="39028" y="73545"/>
                  </a:cubicBezTo>
                  <a:cubicBezTo>
                    <a:pt x="39095" y="73878"/>
                    <a:pt x="39128" y="74179"/>
                    <a:pt x="39228" y="74412"/>
                  </a:cubicBezTo>
                  <a:cubicBezTo>
                    <a:pt x="39328" y="74712"/>
                    <a:pt x="39395" y="74913"/>
                    <a:pt x="39462" y="75113"/>
                  </a:cubicBezTo>
                  <a:cubicBezTo>
                    <a:pt x="39896" y="76314"/>
                    <a:pt x="40729" y="77281"/>
                    <a:pt x="41263" y="78315"/>
                  </a:cubicBezTo>
                  <a:cubicBezTo>
                    <a:pt x="41563" y="78882"/>
                    <a:pt x="41764" y="79416"/>
                    <a:pt x="41830" y="79983"/>
                  </a:cubicBezTo>
                  <a:cubicBezTo>
                    <a:pt x="41864" y="80550"/>
                    <a:pt x="41730" y="81150"/>
                    <a:pt x="41563" y="81717"/>
                  </a:cubicBezTo>
                  <a:cubicBezTo>
                    <a:pt x="41397" y="82251"/>
                    <a:pt x="41063" y="82751"/>
                    <a:pt x="40629" y="83152"/>
                  </a:cubicBezTo>
                  <a:cubicBezTo>
                    <a:pt x="40229" y="83585"/>
                    <a:pt x="39695" y="83886"/>
                    <a:pt x="39128" y="84119"/>
                  </a:cubicBezTo>
                  <a:cubicBezTo>
                    <a:pt x="38061" y="84586"/>
                    <a:pt x="36827" y="84886"/>
                    <a:pt x="35626" y="85387"/>
                  </a:cubicBezTo>
                  <a:cubicBezTo>
                    <a:pt x="35059" y="85620"/>
                    <a:pt x="34458" y="85954"/>
                    <a:pt x="33958" y="86387"/>
                  </a:cubicBezTo>
                  <a:cubicBezTo>
                    <a:pt x="33724" y="86588"/>
                    <a:pt x="33524" y="86854"/>
                    <a:pt x="33291" y="87088"/>
                  </a:cubicBezTo>
                  <a:cubicBezTo>
                    <a:pt x="33091" y="87321"/>
                    <a:pt x="32891" y="87622"/>
                    <a:pt x="32724" y="87888"/>
                  </a:cubicBezTo>
                  <a:cubicBezTo>
                    <a:pt x="32390" y="88422"/>
                    <a:pt x="32090" y="88989"/>
                    <a:pt x="31923" y="89623"/>
                  </a:cubicBezTo>
                  <a:cubicBezTo>
                    <a:pt x="31723" y="90257"/>
                    <a:pt x="31656" y="90924"/>
                    <a:pt x="31590" y="91558"/>
                  </a:cubicBezTo>
                  <a:cubicBezTo>
                    <a:pt x="31523" y="92825"/>
                    <a:pt x="31623" y="94093"/>
                    <a:pt x="31890" y="95327"/>
                  </a:cubicBezTo>
                  <a:cubicBezTo>
                    <a:pt x="32157" y="96595"/>
                    <a:pt x="32490" y="97796"/>
                    <a:pt x="32857" y="98963"/>
                  </a:cubicBezTo>
                  <a:cubicBezTo>
                    <a:pt x="33591" y="101331"/>
                    <a:pt x="34525" y="103633"/>
                    <a:pt x="35059" y="105968"/>
                  </a:cubicBezTo>
                  <a:cubicBezTo>
                    <a:pt x="35226" y="106568"/>
                    <a:pt x="35326" y="107169"/>
                    <a:pt x="35392" y="107769"/>
                  </a:cubicBezTo>
                  <a:cubicBezTo>
                    <a:pt x="35526" y="108403"/>
                    <a:pt x="35592" y="108970"/>
                    <a:pt x="35726" y="109571"/>
                  </a:cubicBezTo>
                  <a:cubicBezTo>
                    <a:pt x="35926" y="110772"/>
                    <a:pt x="36193" y="111939"/>
                    <a:pt x="36493" y="113073"/>
                  </a:cubicBezTo>
                  <a:cubicBezTo>
                    <a:pt x="37060" y="115375"/>
                    <a:pt x="37861" y="117576"/>
                    <a:pt x="38995" y="119544"/>
                  </a:cubicBezTo>
                  <a:cubicBezTo>
                    <a:pt x="40062" y="121546"/>
                    <a:pt x="41530" y="123247"/>
                    <a:pt x="43098" y="124615"/>
                  </a:cubicBezTo>
                  <a:cubicBezTo>
                    <a:pt x="44699" y="126049"/>
                    <a:pt x="46467" y="127083"/>
                    <a:pt x="48202" y="127984"/>
                  </a:cubicBezTo>
                  <a:cubicBezTo>
                    <a:pt x="49869" y="128951"/>
                    <a:pt x="51604" y="129652"/>
                    <a:pt x="53238" y="130285"/>
                  </a:cubicBezTo>
                  <a:cubicBezTo>
                    <a:pt x="54873" y="130853"/>
                    <a:pt x="56407" y="131420"/>
                    <a:pt x="57875" y="131920"/>
                  </a:cubicBezTo>
                  <a:cubicBezTo>
                    <a:pt x="59276" y="132420"/>
                    <a:pt x="60610" y="132887"/>
                    <a:pt x="61778" y="133354"/>
                  </a:cubicBezTo>
                  <a:cubicBezTo>
                    <a:pt x="64113" y="134322"/>
                    <a:pt x="65881" y="135322"/>
                    <a:pt x="67015" y="136156"/>
                  </a:cubicBezTo>
                  <a:cubicBezTo>
                    <a:pt x="67582" y="136557"/>
                    <a:pt x="67949" y="136924"/>
                    <a:pt x="68249" y="137124"/>
                  </a:cubicBezTo>
                  <a:cubicBezTo>
                    <a:pt x="68416" y="137257"/>
                    <a:pt x="68516" y="137324"/>
                    <a:pt x="68583" y="137391"/>
                  </a:cubicBezTo>
                  <a:lnTo>
                    <a:pt x="68683" y="137457"/>
                  </a:lnTo>
                  <a:cubicBezTo>
                    <a:pt x="69307" y="138066"/>
                    <a:pt x="69681" y="138383"/>
                    <a:pt x="69770" y="138383"/>
                  </a:cubicBezTo>
                  <a:cubicBezTo>
                    <a:pt x="69876" y="138383"/>
                    <a:pt x="69578" y="137933"/>
                    <a:pt x="68816" y="136990"/>
                  </a:cubicBezTo>
                  <a:cubicBezTo>
                    <a:pt x="68816" y="136990"/>
                    <a:pt x="68816" y="136957"/>
                    <a:pt x="68750" y="136924"/>
                  </a:cubicBezTo>
                  <a:cubicBezTo>
                    <a:pt x="68649" y="136890"/>
                    <a:pt x="68549" y="136790"/>
                    <a:pt x="68416" y="136657"/>
                  </a:cubicBezTo>
                  <a:cubicBezTo>
                    <a:pt x="68116" y="136423"/>
                    <a:pt x="67749" y="136056"/>
                    <a:pt x="67148" y="135656"/>
                  </a:cubicBezTo>
                  <a:cubicBezTo>
                    <a:pt x="66048" y="134822"/>
                    <a:pt x="64280" y="133788"/>
                    <a:pt x="61911" y="132821"/>
                  </a:cubicBezTo>
                  <a:cubicBezTo>
                    <a:pt x="60710" y="132320"/>
                    <a:pt x="59376" y="131820"/>
                    <a:pt x="57942" y="131320"/>
                  </a:cubicBezTo>
                  <a:cubicBezTo>
                    <a:pt x="56474" y="130819"/>
                    <a:pt x="54940" y="130319"/>
                    <a:pt x="53305" y="129718"/>
                  </a:cubicBezTo>
                  <a:cubicBezTo>
                    <a:pt x="51704" y="129085"/>
                    <a:pt x="49969" y="128384"/>
                    <a:pt x="48302" y="127417"/>
                  </a:cubicBezTo>
                  <a:cubicBezTo>
                    <a:pt x="46600" y="126483"/>
                    <a:pt x="44899" y="125449"/>
                    <a:pt x="43298" y="124081"/>
                  </a:cubicBezTo>
                  <a:cubicBezTo>
                    <a:pt x="41730" y="122713"/>
                    <a:pt x="40363" y="121046"/>
                    <a:pt x="39262" y="119077"/>
                  </a:cubicBezTo>
                  <a:cubicBezTo>
                    <a:pt x="38194" y="117109"/>
                    <a:pt x="37394" y="114941"/>
                    <a:pt x="36793" y="112706"/>
                  </a:cubicBezTo>
                  <a:cubicBezTo>
                    <a:pt x="36526" y="111572"/>
                    <a:pt x="36260" y="110405"/>
                    <a:pt x="36059" y="109237"/>
                  </a:cubicBezTo>
                  <a:cubicBezTo>
                    <a:pt x="35959" y="108637"/>
                    <a:pt x="35859" y="108070"/>
                    <a:pt x="35759" y="107469"/>
                  </a:cubicBezTo>
                  <a:cubicBezTo>
                    <a:pt x="35626" y="106902"/>
                    <a:pt x="35559" y="106302"/>
                    <a:pt x="35426" y="105701"/>
                  </a:cubicBezTo>
                  <a:cubicBezTo>
                    <a:pt x="34859" y="103299"/>
                    <a:pt x="33925" y="101031"/>
                    <a:pt x="33224" y="98629"/>
                  </a:cubicBezTo>
                  <a:cubicBezTo>
                    <a:pt x="32891" y="97462"/>
                    <a:pt x="32557" y="96261"/>
                    <a:pt x="32290" y="95060"/>
                  </a:cubicBezTo>
                  <a:cubicBezTo>
                    <a:pt x="32090" y="93859"/>
                    <a:pt x="31923" y="92592"/>
                    <a:pt x="32023" y="91391"/>
                  </a:cubicBezTo>
                  <a:cubicBezTo>
                    <a:pt x="32057" y="90791"/>
                    <a:pt x="32123" y="90190"/>
                    <a:pt x="32290" y="89590"/>
                  </a:cubicBezTo>
                  <a:cubicBezTo>
                    <a:pt x="32457" y="89023"/>
                    <a:pt x="32724" y="88422"/>
                    <a:pt x="33057" y="87922"/>
                  </a:cubicBezTo>
                  <a:cubicBezTo>
                    <a:pt x="33224" y="87688"/>
                    <a:pt x="33391" y="87421"/>
                    <a:pt x="33591" y="87221"/>
                  </a:cubicBezTo>
                  <a:cubicBezTo>
                    <a:pt x="33758" y="87021"/>
                    <a:pt x="34025" y="86788"/>
                    <a:pt x="34225" y="86588"/>
                  </a:cubicBezTo>
                  <a:cubicBezTo>
                    <a:pt x="34692" y="86221"/>
                    <a:pt x="35226" y="85920"/>
                    <a:pt x="35759" y="85687"/>
                  </a:cubicBezTo>
                  <a:cubicBezTo>
                    <a:pt x="36893" y="85220"/>
                    <a:pt x="38128" y="84920"/>
                    <a:pt x="39295" y="84419"/>
                  </a:cubicBezTo>
                  <a:cubicBezTo>
                    <a:pt x="39896" y="84186"/>
                    <a:pt x="40429" y="83852"/>
                    <a:pt x="40930" y="83385"/>
                  </a:cubicBezTo>
                  <a:cubicBezTo>
                    <a:pt x="41397" y="82952"/>
                    <a:pt x="41764" y="82385"/>
                    <a:pt x="41964" y="81751"/>
                  </a:cubicBezTo>
                  <a:cubicBezTo>
                    <a:pt x="42064" y="81417"/>
                    <a:pt x="42130" y="81117"/>
                    <a:pt x="42197" y="80783"/>
                  </a:cubicBezTo>
                  <a:cubicBezTo>
                    <a:pt x="42231" y="80517"/>
                    <a:pt x="42264" y="80183"/>
                    <a:pt x="42231" y="79849"/>
                  </a:cubicBezTo>
                  <a:cubicBezTo>
                    <a:pt x="42197" y="79182"/>
                    <a:pt x="41930" y="78548"/>
                    <a:pt x="41630" y="78015"/>
                  </a:cubicBezTo>
                  <a:cubicBezTo>
                    <a:pt x="41063" y="76914"/>
                    <a:pt x="40262" y="75947"/>
                    <a:pt x="39896" y="74879"/>
                  </a:cubicBezTo>
                  <a:cubicBezTo>
                    <a:pt x="39862" y="74712"/>
                    <a:pt x="39762" y="74512"/>
                    <a:pt x="39695" y="74245"/>
                  </a:cubicBezTo>
                  <a:cubicBezTo>
                    <a:pt x="39629" y="74012"/>
                    <a:pt x="39595" y="73745"/>
                    <a:pt x="39529" y="73445"/>
                  </a:cubicBezTo>
                  <a:cubicBezTo>
                    <a:pt x="39429" y="72878"/>
                    <a:pt x="39395" y="72211"/>
                    <a:pt x="39429" y="71443"/>
                  </a:cubicBezTo>
                  <a:cubicBezTo>
                    <a:pt x="39462" y="69942"/>
                    <a:pt x="39395" y="68174"/>
                    <a:pt x="38628" y="66607"/>
                  </a:cubicBezTo>
                  <a:cubicBezTo>
                    <a:pt x="38028" y="65272"/>
                    <a:pt x="36893" y="64238"/>
                    <a:pt x="35693" y="63404"/>
                  </a:cubicBezTo>
                  <a:cubicBezTo>
                    <a:pt x="34525" y="62570"/>
                    <a:pt x="33224" y="61836"/>
                    <a:pt x="32057" y="60936"/>
                  </a:cubicBezTo>
                  <a:cubicBezTo>
                    <a:pt x="31723" y="60702"/>
                    <a:pt x="31456" y="60502"/>
                    <a:pt x="31189" y="60235"/>
                  </a:cubicBezTo>
                  <a:lnTo>
                    <a:pt x="30355" y="59501"/>
                  </a:lnTo>
                  <a:cubicBezTo>
                    <a:pt x="29788" y="58934"/>
                    <a:pt x="29221" y="58434"/>
                    <a:pt x="28554" y="58034"/>
                  </a:cubicBezTo>
                  <a:cubicBezTo>
                    <a:pt x="27920" y="57567"/>
                    <a:pt x="27220" y="57233"/>
                    <a:pt x="26519" y="56933"/>
                  </a:cubicBezTo>
                  <a:cubicBezTo>
                    <a:pt x="25785" y="56666"/>
                    <a:pt x="25052" y="56433"/>
                    <a:pt x="24284" y="56266"/>
                  </a:cubicBezTo>
                  <a:cubicBezTo>
                    <a:pt x="22783" y="55932"/>
                    <a:pt x="21282" y="55899"/>
                    <a:pt x="19781" y="55832"/>
                  </a:cubicBezTo>
                  <a:cubicBezTo>
                    <a:pt x="19414" y="55832"/>
                    <a:pt x="19047" y="55765"/>
                    <a:pt x="18680" y="55732"/>
                  </a:cubicBezTo>
                  <a:cubicBezTo>
                    <a:pt x="18347" y="55699"/>
                    <a:pt x="17947" y="55665"/>
                    <a:pt x="17580" y="55599"/>
                  </a:cubicBezTo>
                  <a:cubicBezTo>
                    <a:pt x="17213" y="55565"/>
                    <a:pt x="16879" y="55532"/>
                    <a:pt x="16512" y="55432"/>
                  </a:cubicBezTo>
                  <a:cubicBezTo>
                    <a:pt x="16112" y="55365"/>
                    <a:pt x="15745" y="55332"/>
                    <a:pt x="15411" y="55232"/>
                  </a:cubicBezTo>
                  <a:cubicBezTo>
                    <a:pt x="14010" y="54932"/>
                    <a:pt x="12609" y="54431"/>
                    <a:pt x="11342" y="53897"/>
                  </a:cubicBezTo>
                  <a:cubicBezTo>
                    <a:pt x="10041" y="53364"/>
                    <a:pt x="8873" y="52597"/>
                    <a:pt x="7773" y="51829"/>
                  </a:cubicBezTo>
                  <a:cubicBezTo>
                    <a:pt x="5671" y="50161"/>
                    <a:pt x="4037" y="48093"/>
                    <a:pt x="2902" y="46025"/>
                  </a:cubicBezTo>
                  <a:cubicBezTo>
                    <a:pt x="2602" y="45525"/>
                    <a:pt x="2369" y="44991"/>
                    <a:pt x="2102" y="44491"/>
                  </a:cubicBezTo>
                  <a:cubicBezTo>
                    <a:pt x="1868" y="43990"/>
                    <a:pt x="1702" y="43423"/>
                    <a:pt x="1501" y="42923"/>
                  </a:cubicBezTo>
                  <a:cubicBezTo>
                    <a:pt x="1268" y="42423"/>
                    <a:pt x="1168" y="41922"/>
                    <a:pt x="1001" y="41422"/>
                  </a:cubicBezTo>
                  <a:cubicBezTo>
                    <a:pt x="868" y="40988"/>
                    <a:pt x="668" y="40488"/>
                    <a:pt x="601" y="40054"/>
                  </a:cubicBezTo>
                  <a:cubicBezTo>
                    <a:pt x="567" y="39187"/>
                    <a:pt x="934" y="38353"/>
                    <a:pt x="1268" y="37586"/>
                  </a:cubicBezTo>
                  <a:cubicBezTo>
                    <a:pt x="1602" y="36852"/>
                    <a:pt x="1935" y="36185"/>
                    <a:pt x="2235" y="35551"/>
                  </a:cubicBezTo>
                  <a:cubicBezTo>
                    <a:pt x="2836" y="34350"/>
                    <a:pt x="3003" y="33316"/>
                    <a:pt x="2902" y="32649"/>
                  </a:cubicBezTo>
                  <a:cubicBezTo>
                    <a:pt x="2869" y="31715"/>
                    <a:pt x="2502" y="30848"/>
                    <a:pt x="2102" y="30080"/>
                  </a:cubicBezTo>
                  <a:cubicBezTo>
                    <a:pt x="1735" y="29347"/>
                    <a:pt x="1268" y="28579"/>
                    <a:pt x="934" y="27879"/>
                  </a:cubicBezTo>
                  <a:cubicBezTo>
                    <a:pt x="601" y="27178"/>
                    <a:pt x="334" y="26411"/>
                    <a:pt x="367" y="25677"/>
                  </a:cubicBezTo>
                  <a:cubicBezTo>
                    <a:pt x="401" y="25510"/>
                    <a:pt x="401" y="25310"/>
                    <a:pt x="434" y="25144"/>
                  </a:cubicBezTo>
                  <a:cubicBezTo>
                    <a:pt x="501" y="25043"/>
                    <a:pt x="501" y="24977"/>
                    <a:pt x="534" y="24877"/>
                  </a:cubicBezTo>
                  <a:lnTo>
                    <a:pt x="668" y="24643"/>
                  </a:lnTo>
                  <a:cubicBezTo>
                    <a:pt x="834" y="24310"/>
                    <a:pt x="1068" y="24043"/>
                    <a:pt x="1335" y="23809"/>
                  </a:cubicBezTo>
                  <a:cubicBezTo>
                    <a:pt x="2402" y="22842"/>
                    <a:pt x="3736" y="22241"/>
                    <a:pt x="4770" y="21341"/>
                  </a:cubicBezTo>
                  <a:cubicBezTo>
                    <a:pt x="5037" y="21074"/>
                    <a:pt x="5237" y="20840"/>
                    <a:pt x="5471" y="20540"/>
                  </a:cubicBezTo>
                  <a:cubicBezTo>
                    <a:pt x="5538" y="20407"/>
                    <a:pt x="5638" y="20240"/>
                    <a:pt x="5704" y="20073"/>
                  </a:cubicBezTo>
                  <a:lnTo>
                    <a:pt x="5838" y="19573"/>
                  </a:lnTo>
                  <a:cubicBezTo>
                    <a:pt x="5971" y="18906"/>
                    <a:pt x="5871" y="18305"/>
                    <a:pt x="5805" y="17672"/>
                  </a:cubicBezTo>
                  <a:cubicBezTo>
                    <a:pt x="5571" y="16471"/>
                    <a:pt x="5237" y="15370"/>
                    <a:pt x="5137" y="14302"/>
                  </a:cubicBezTo>
                  <a:cubicBezTo>
                    <a:pt x="5037" y="13802"/>
                    <a:pt x="5037" y="13235"/>
                    <a:pt x="5204" y="12801"/>
                  </a:cubicBezTo>
                  <a:cubicBezTo>
                    <a:pt x="5338" y="12334"/>
                    <a:pt x="5671" y="11967"/>
                    <a:pt x="5905" y="11534"/>
                  </a:cubicBezTo>
                  <a:cubicBezTo>
                    <a:pt x="7005" y="9966"/>
                    <a:pt x="8373" y="8965"/>
                    <a:pt x="9541" y="8065"/>
                  </a:cubicBezTo>
                  <a:cubicBezTo>
                    <a:pt x="10741" y="7231"/>
                    <a:pt x="11742" y="6464"/>
                    <a:pt x="12376" y="5630"/>
                  </a:cubicBezTo>
                  <a:cubicBezTo>
                    <a:pt x="13043" y="4796"/>
                    <a:pt x="13377" y="3995"/>
                    <a:pt x="13577" y="3361"/>
                  </a:cubicBezTo>
                  <a:cubicBezTo>
                    <a:pt x="13677" y="3028"/>
                    <a:pt x="13777" y="2794"/>
                    <a:pt x="13844" y="2527"/>
                  </a:cubicBezTo>
                  <a:cubicBezTo>
                    <a:pt x="13910" y="2294"/>
                    <a:pt x="13910" y="2127"/>
                    <a:pt x="13944" y="1960"/>
                  </a:cubicBezTo>
                  <a:cubicBezTo>
                    <a:pt x="14010" y="1627"/>
                    <a:pt x="14044" y="1493"/>
                    <a:pt x="14044" y="1493"/>
                  </a:cubicBezTo>
                  <a:cubicBezTo>
                    <a:pt x="14128" y="501"/>
                    <a:pt x="14102" y="0"/>
                    <a:pt x="140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55" name="Google Shape;1955;p17"/>
            <p:cNvSpPr/>
            <p:nvPr/>
          </p:nvSpPr>
          <p:spPr>
            <a:xfrm>
              <a:off x="9719578" y="1544473"/>
              <a:ext cx="415679" cy="246140"/>
            </a:xfrm>
            <a:custGeom>
              <a:avLst/>
              <a:gdLst/>
              <a:ahLst/>
              <a:cxnLst/>
              <a:rect l="l" t="t" r="r" b="b"/>
              <a:pathLst>
                <a:path w="18450" h="10925" extrusionOk="0">
                  <a:moveTo>
                    <a:pt x="6115" y="0"/>
                  </a:moveTo>
                  <a:cubicBezTo>
                    <a:pt x="6078" y="0"/>
                    <a:pt x="6041" y="3"/>
                    <a:pt x="6004" y="9"/>
                  </a:cubicBezTo>
                  <a:lnTo>
                    <a:pt x="5671" y="9"/>
                  </a:lnTo>
                  <a:lnTo>
                    <a:pt x="5371" y="42"/>
                  </a:lnTo>
                  <a:cubicBezTo>
                    <a:pt x="5171" y="109"/>
                    <a:pt x="4937" y="143"/>
                    <a:pt x="4770" y="209"/>
                  </a:cubicBezTo>
                  <a:cubicBezTo>
                    <a:pt x="4603" y="276"/>
                    <a:pt x="4403" y="343"/>
                    <a:pt x="4237" y="443"/>
                  </a:cubicBezTo>
                  <a:cubicBezTo>
                    <a:pt x="4070" y="476"/>
                    <a:pt x="3903" y="610"/>
                    <a:pt x="3736" y="710"/>
                  </a:cubicBezTo>
                  <a:cubicBezTo>
                    <a:pt x="3569" y="810"/>
                    <a:pt x="3436" y="976"/>
                    <a:pt x="3336" y="1110"/>
                  </a:cubicBezTo>
                  <a:cubicBezTo>
                    <a:pt x="3202" y="1210"/>
                    <a:pt x="3069" y="1343"/>
                    <a:pt x="3002" y="1510"/>
                  </a:cubicBezTo>
                  <a:cubicBezTo>
                    <a:pt x="2602" y="2111"/>
                    <a:pt x="2335" y="2678"/>
                    <a:pt x="2068" y="3178"/>
                  </a:cubicBezTo>
                  <a:cubicBezTo>
                    <a:pt x="1835" y="3678"/>
                    <a:pt x="1568" y="4045"/>
                    <a:pt x="1268" y="4346"/>
                  </a:cubicBezTo>
                  <a:cubicBezTo>
                    <a:pt x="1201" y="4379"/>
                    <a:pt x="1168" y="4479"/>
                    <a:pt x="1068" y="4512"/>
                  </a:cubicBezTo>
                  <a:cubicBezTo>
                    <a:pt x="1001" y="4546"/>
                    <a:pt x="934" y="4612"/>
                    <a:pt x="867" y="4646"/>
                  </a:cubicBezTo>
                  <a:cubicBezTo>
                    <a:pt x="734" y="4712"/>
                    <a:pt x="601" y="4779"/>
                    <a:pt x="534" y="4813"/>
                  </a:cubicBezTo>
                  <a:cubicBezTo>
                    <a:pt x="334" y="4879"/>
                    <a:pt x="200" y="4879"/>
                    <a:pt x="200" y="4879"/>
                  </a:cubicBezTo>
                  <a:cubicBezTo>
                    <a:pt x="9" y="4943"/>
                    <a:pt x="1" y="5282"/>
                    <a:pt x="234" y="5282"/>
                  </a:cubicBezTo>
                  <a:cubicBezTo>
                    <a:pt x="244" y="5282"/>
                    <a:pt x="256" y="5281"/>
                    <a:pt x="267" y="5280"/>
                  </a:cubicBezTo>
                  <a:cubicBezTo>
                    <a:pt x="267" y="5280"/>
                    <a:pt x="400" y="5280"/>
                    <a:pt x="667" y="5179"/>
                  </a:cubicBezTo>
                  <a:cubicBezTo>
                    <a:pt x="767" y="5146"/>
                    <a:pt x="901" y="5146"/>
                    <a:pt x="1068" y="5013"/>
                  </a:cubicBezTo>
                  <a:cubicBezTo>
                    <a:pt x="1168" y="4979"/>
                    <a:pt x="1234" y="4879"/>
                    <a:pt x="1334" y="4846"/>
                  </a:cubicBezTo>
                  <a:cubicBezTo>
                    <a:pt x="1401" y="4779"/>
                    <a:pt x="1501" y="4712"/>
                    <a:pt x="1568" y="4646"/>
                  </a:cubicBezTo>
                  <a:cubicBezTo>
                    <a:pt x="1902" y="4346"/>
                    <a:pt x="2202" y="3879"/>
                    <a:pt x="2502" y="3378"/>
                  </a:cubicBezTo>
                  <a:cubicBezTo>
                    <a:pt x="2769" y="2878"/>
                    <a:pt x="3069" y="2311"/>
                    <a:pt x="3436" y="1810"/>
                  </a:cubicBezTo>
                  <a:cubicBezTo>
                    <a:pt x="3536" y="1677"/>
                    <a:pt x="3669" y="1544"/>
                    <a:pt x="3736" y="1443"/>
                  </a:cubicBezTo>
                  <a:cubicBezTo>
                    <a:pt x="3870" y="1343"/>
                    <a:pt x="4003" y="1210"/>
                    <a:pt x="4103" y="1143"/>
                  </a:cubicBezTo>
                  <a:cubicBezTo>
                    <a:pt x="4237" y="1043"/>
                    <a:pt x="4370" y="943"/>
                    <a:pt x="4537" y="876"/>
                  </a:cubicBezTo>
                  <a:cubicBezTo>
                    <a:pt x="4670" y="843"/>
                    <a:pt x="4837" y="776"/>
                    <a:pt x="5004" y="710"/>
                  </a:cubicBezTo>
                  <a:cubicBezTo>
                    <a:pt x="5319" y="615"/>
                    <a:pt x="5641" y="550"/>
                    <a:pt x="5942" y="550"/>
                  </a:cubicBezTo>
                  <a:cubicBezTo>
                    <a:pt x="6280" y="550"/>
                    <a:pt x="6592" y="632"/>
                    <a:pt x="6838" y="843"/>
                  </a:cubicBezTo>
                  <a:cubicBezTo>
                    <a:pt x="7072" y="1043"/>
                    <a:pt x="7239" y="1343"/>
                    <a:pt x="7405" y="1644"/>
                  </a:cubicBezTo>
                  <a:cubicBezTo>
                    <a:pt x="7572" y="1944"/>
                    <a:pt x="7706" y="2277"/>
                    <a:pt x="7872" y="2611"/>
                  </a:cubicBezTo>
                  <a:cubicBezTo>
                    <a:pt x="8206" y="3211"/>
                    <a:pt x="8573" y="3945"/>
                    <a:pt x="9173" y="4379"/>
                  </a:cubicBezTo>
                  <a:cubicBezTo>
                    <a:pt x="9407" y="4646"/>
                    <a:pt x="9774" y="4813"/>
                    <a:pt x="10174" y="4946"/>
                  </a:cubicBezTo>
                  <a:cubicBezTo>
                    <a:pt x="10443" y="4995"/>
                    <a:pt x="10729" y="5026"/>
                    <a:pt x="11034" y="5026"/>
                  </a:cubicBezTo>
                  <a:cubicBezTo>
                    <a:pt x="11145" y="5026"/>
                    <a:pt x="11259" y="5022"/>
                    <a:pt x="11375" y="5013"/>
                  </a:cubicBezTo>
                  <a:cubicBezTo>
                    <a:pt x="12176" y="4946"/>
                    <a:pt x="12909" y="4612"/>
                    <a:pt x="13543" y="4546"/>
                  </a:cubicBezTo>
                  <a:cubicBezTo>
                    <a:pt x="13877" y="4546"/>
                    <a:pt x="14110" y="4646"/>
                    <a:pt x="14344" y="4846"/>
                  </a:cubicBezTo>
                  <a:cubicBezTo>
                    <a:pt x="14577" y="5046"/>
                    <a:pt x="14744" y="5346"/>
                    <a:pt x="14877" y="5680"/>
                  </a:cubicBezTo>
                  <a:cubicBezTo>
                    <a:pt x="15011" y="6013"/>
                    <a:pt x="15111" y="6347"/>
                    <a:pt x="15211" y="6681"/>
                  </a:cubicBezTo>
                  <a:cubicBezTo>
                    <a:pt x="15278" y="6981"/>
                    <a:pt x="15344" y="7314"/>
                    <a:pt x="15378" y="7648"/>
                  </a:cubicBezTo>
                  <a:cubicBezTo>
                    <a:pt x="15445" y="8315"/>
                    <a:pt x="15545" y="8949"/>
                    <a:pt x="15745" y="9516"/>
                  </a:cubicBezTo>
                  <a:cubicBezTo>
                    <a:pt x="15912" y="10083"/>
                    <a:pt x="16245" y="10617"/>
                    <a:pt x="16745" y="10817"/>
                  </a:cubicBezTo>
                  <a:cubicBezTo>
                    <a:pt x="16950" y="10899"/>
                    <a:pt x="17132" y="10925"/>
                    <a:pt x="17294" y="10925"/>
                  </a:cubicBezTo>
                  <a:cubicBezTo>
                    <a:pt x="17529" y="10925"/>
                    <a:pt x="17722" y="10870"/>
                    <a:pt x="17880" y="10850"/>
                  </a:cubicBezTo>
                  <a:lnTo>
                    <a:pt x="18247" y="10717"/>
                  </a:lnTo>
                  <a:cubicBezTo>
                    <a:pt x="18449" y="10641"/>
                    <a:pt x="18421" y="10449"/>
                    <a:pt x="18279" y="10449"/>
                  </a:cubicBezTo>
                  <a:cubicBezTo>
                    <a:pt x="18234" y="10449"/>
                    <a:pt x="18177" y="10469"/>
                    <a:pt x="18113" y="10517"/>
                  </a:cubicBezTo>
                  <a:cubicBezTo>
                    <a:pt x="18113" y="10517"/>
                    <a:pt x="18013" y="10550"/>
                    <a:pt x="17780" y="10617"/>
                  </a:cubicBezTo>
                  <a:cubicBezTo>
                    <a:pt x="17690" y="10632"/>
                    <a:pt x="17581" y="10647"/>
                    <a:pt x="17457" y="10647"/>
                  </a:cubicBezTo>
                  <a:cubicBezTo>
                    <a:pt x="17304" y="10647"/>
                    <a:pt x="17130" y="10624"/>
                    <a:pt x="16946" y="10550"/>
                  </a:cubicBezTo>
                  <a:cubicBezTo>
                    <a:pt x="16612" y="10450"/>
                    <a:pt x="16379" y="10016"/>
                    <a:pt x="16212" y="9516"/>
                  </a:cubicBezTo>
                  <a:cubicBezTo>
                    <a:pt x="16045" y="9016"/>
                    <a:pt x="16012" y="8382"/>
                    <a:pt x="15912" y="7715"/>
                  </a:cubicBezTo>
                  <a:cubicBezTo>
                    <a:pt x="15878" y="7381"/>
                    <a:pt x="15845" y="7014"/>
                    <a:pt x="15745" y="6647"/>
                  </a:cubicBezTo>
                  <a:cubicBezTo>
                    <a:pt x="15678" y="6280"/>
                    <a:pt x="15578" y="5947"/>
                    <a:pt x="15411" y="5546"/>
                  </a:cubicBezTo>
                  <a:cubicBezTo>
                    <a:pt x="15278" y="5213"/>
                    <a:pt x="15078" y="4846"/>
                    <a:pt x="14777" y="4512"/>
                  </a:cubicBezTo>
                  <a:cubicBezTo>
                    <a:pt x="14611" y="4379"/>
                    <a:pt x="14410" y="4212"/>
                    <a:pt x="14210" y="4145"/>
                  </a:cubicBezTo>
                  <a:cubicBezTo>
                    <a:pt x="14010" y="4045"/>
                    <a:pt x="13743" y="4012"/>
                    <a:pt x="13543" y="4012"/>
                  </a:cubicBezTo>
                  <a:cubicBezTo>
                    <a:pt x="13110" y="4012"/>
                    <a:pt x="12743" y="4145"/>
                    <a:pt x="12376" y="4212"/>
                  </a:cubicBezTo>
                  <a:cubicBezTo>
                    <a:pt x="12009" y="4312"/>
                    <a:pt x="11675" y="4379"/>
                    <a:pt x="11342" y="4446"/>
                  </a:cubicBezTo>
                  <a:cubicBezTo>
                    <a:pt x="11260" y="4454"/>
                    <a:pt x="11179" y="4458"/>
                    <a:pt x="11099" y="4458"/>
                  </a:cubicBezTo>
                  <a:cubicBezTo>
                    <a:pt x="10549" y="4458"/>
                    <a:pt x="10023" y="4265"/>
                    <a:pt x="9674" y="3945"/>
                  </a:cubicBezTo>
                  <a:cubicBezTo>
                    <a:pt x="9207" y="3545"/>
                    <a:pt x="8873" y="2978"/>
                    <a:pt x="8540" y="2344"/>
                  </a:cubicBezTo>
                  <a:cubicBezTo>
                    <a:pt x="8373" y="2011"/>
                    <a:pt x="8239" y="1677"/>
                    <a:pt x="8039" y="1343"/>
                  </a:cubicBezTo>
                  <a:cubicBezTo>
                    <a:pt x="7839" y="1010"/>
                    <a:pt x="7606" y="676"/>
                    <a:pt x="7239" y="376"/>
                  </a:cubicBezTo>
                  <a:cubicBezTo>
                    <a:pt x="7172" y="343"/>
                    <a:pt x="7072" y="276"/>
                    <a:pt x="6938" y="209"/>
                  </a:cubicBezTo>
                  <a:cubicBezTo>
                    <a:pt x="6872" y="176"/>
                    <a:pt x="6772" y="143"/>
                    <a:pt x="6672" y="109"/>
                  </a:cubicBezTo>
                  <a:cubicBezTo>
                    <a:pt x="6454" y="55"/>
                    <a:pt x="6280" y="0"/>
                    <a:pt x="61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56" name="Google Shape;1956;p17"/>
            <p:cNvSpPr/>
            <p:nvPr/>
          </p:nvSpPr>
          <p:spPr>
            <a:xfrm>
              <a:off x="10093846" y="1486504"/>
              <a:ext cx="370483" cy="268670"/>
            </a:xfrm>
            <a:custGeom>
              <a:avLst/>
              <a:gdLst/>
              <a:ahLst/>
              <a:cxnLst/>
              <a:rect l="l" t="t" r="r" b="b"/>
              <a:pathLst>
                <a:path w="16444" h="11925" extrusionOk="0">
                  <a:moveTo>
                    <a:pt x="5749" y="1"/>
                  </a:moveTo>
                  <a:cubicBezTo>
                    <a:pt x="5525" y="1"/>
                    <a:pt x="5304" y="29"/>
                    <a:pt x="5104" y="47"/>
                  </a:cubicBezTo>
                  <a:cubicBezTo>
                    <a:pt x="4904" y="80"/>
                    <a:pt x="4670" y="114"/>
                    <a:pt x="4503" y="147"/>
                  </a:cubicBezTo>
                  <a:cubicBezTo>
                    <a:pt x="4336" y="214"/>
                    <a:pt x="4136" y="314"/>
                    <a:pt x="3970" y="414"/>
                  </a:cubicBezTo>
                  <a:cubicBezTo>
                    <a:pt x="3269" y="848"/>
                    <a:pt x="2902" y="1548"/>
                    <a:pt x="2635" y="2115"/>
                  </a:cubicBezTo>
                  <a:cubicBezTo>
                    <a:pt x="2402" y="2716"/>
                    <a:pt x="2235" y="3283"/>
                    <a:pt x="2001" y="3783"/>
                  </a:cubicBezTo>
                  <a:cubicBezTo>
                    <a:pt x="1801" y="4283"/>
                    <a:pt x="1601" y="4717"/>
                    <a:pt x="1334" y="4950"/>
                  </a:cubicBezTo>
                  <a:cubicBezTo>
                    <a:pt x="1101" y="5217"/>
                    <a:pt x="834" y="5284"/>
                    <a:pt x="634" y="5317"/>
                  </a:cubicBezTo>
                  <a:lnTo>
                    <a:pt x="334" y="5317"/>
                  </a:lnTo>
                  <a:cubicBezTo>
                    <a:pt x="100" y="5317"/>
                    <a:pt x="0" y="5651"/>
                    <a:pt x="300" y="5718"/>
                  </a:cubicBezTo>
                  <a:lnTo>
                    <a:pt x="667" y="5718"/>
                  </a:lnTo>
                  <a:cubicBezTo>
                    <a:pt x="934" y="5718"/>
                    <a:pt x="1301" y="5618"/>
                    <a:pt x="1635" y="5284"/>
                  </a:cubicBezTo>
                  <a:cubicBezTo>
                    <a:pt x="2302" y="4650"/>
                    <a:pt x="2602" y="3483"/>
                    <a:pt x="3102" y="2382"/>
                  </a:cubicBezTo>
                  <a:cubicBezTo>
                    <a:pt x="3336" y="1782"/>
                    <a:pt x="3669" y="1248"/>
                    <a:pt x="4236" y="948"/>
                  </a:cubicBezTo>
                  <a:cubicBezTo>
                    <a:pt x="4336" y="881"/>
                    <a:pt x="4470" y="848"/>
                    <a:pt x="4637" y="781"/>
                  </a:cubicBezTo>
                  <a:cubicBezTo>
                    <a:pt x="4770" y="747"/>
                    <a:pt x="4937" y="747"/>
                    <a:pt x="5104" y="714"/>
                  </a:cubicBezTo>
                  <a:cubicBezTo>
                    <a:pt x="5437" y="714"/>
                    <a:pt x="5737" y="714"/>
                    <a:pt x="6004" y="781"/>
                  </a:cubicBezTo>
                  <a:cubicBezTo>
                    <a:pt x="6571" y="948"/>
                    <a:pt x="6972" y="1448"/>
                    <a:pt x="7272" y="2048"/>
                  </a:cubicBezTo>
                  <a:cubicBezTo>
                    <a:pt x="7572" y="2615"/>
                    <a:pt x="7806" y="3249"/>
                    <a:pt x="8106" y="3816"/>
                  </a:cubicBezTo>
                  <a:cubicBezTo>
                    <a:pt x="8239" y="4083"/>
                    <a:pt x="8439" y="4383"/>
                    <a:pt x="8506" y="4483"/>
                  </a:cubicBezTo>
                  <a:lnTo>
                    <a:pt x="8506" y="4450"/>
                  </a:lnTo>
                  <a:cubicBezTo>
                    <a:pt x="8640" y="4584"/>
                    <a:pt x="8740" y="4750"/>
                    <a:pt x="8840" y="4884"/>
                  </a:cubicBezTo>
                  <a:cubicBezTo>
                    <a:pt x="8973" y="4984"/>
                    <a:pt x="9107" y="5117"/>
                    <a:pt x="9273" y="5251"/>
                  </a:cubicBezTo>
                  <a:cubicBezTo>
                    <a:pt x="9574" y="5451"/>
                    <a:pt x="9940" y="5618"/>
                    <a:pt x="10307" y="5718"/>
                  </a:cubicBezTo>
                  <a:cubicBezTo>
                    <a:pt x="11075" y="5884"/>
                    <a:pt x="11775" y="5784"/>
                    <a:pt x="12342" y="5918"/>
                  </a:cubicBezTo>
                  <a:cubicBezTo>
                    <a:pt x="12642" y="5985"/>
                    <a:pt x="12909" y="6118"/>
                    <a:pt x="13109" y="6285"/>
                  </a:cubicBezTo>
                  <a:cubicBezTo>
                    <a:pt x="13310" y="6485"/>
                    <a:pt x="13510" y="6752"/>
                    <a:pt x="13643" y="6985"/>
                  </a:cubicBezTo>
                  <a:cubicBezTo>
                    <a:pt x="13943" y="7519"/>
                    <a:pt x="14010" y="8086"/>
                    <a:pt x="14010" y="8653"/>
                  </a:cubicBezTo>
                  <a:cubicBezTo>
                    <a:pt x="14010" y="9254"/>
                    <a:pt x="13943" y="9854"/>
                    <a:pt x="14110" y="10388"/>
                  </a:cubicBezTo>
                  <a:cubicBezTo>
                    <a:pt x="14143" y="10521"/>
                    <a:pt x="14244" y="10621"/>
                    <a:pt x="14277" y="10755"/>
                  </a:cubicBezTo>
                  <a:cubicBezTo>
                    <a:pt x="14310" y="10888"/>
                    <a:pt x="14410" y="10988"/>
                    <a:pt x="14477" y="11088"/>
                  </a:cubicBezTo>
                  <a:cubicBezTo>
                    <a:pt x="14644" y="11255"/>
                    <a:pt x="14811" y="11422"/>
                    <a:pt x="14977" y="11522"/>
                  </a:cubicBezTo>
                  <a:cubicBezTo>
                    <a:pt x="15144" y="11589"/>
                    <a:pt x="15311" y="11689"/>
                    <a:pt x="15444" y="11722"/>
                  </a:cubicBezTo>
                  <a:cubicBezTo>
                    <a:pt x="15611" y="11755"/>
                    <a:pt x="15745" y="11822"/>
                    <a:pt x="15811" y="11822"/>
                  </a:cubicBezTo>
                  <a:cubicBezTo>
                    <a:pt x="15978" y="11889"/>
                    <a:pt x="16112" y="11922"/>
                    <a:pt x="16112" y="11922"/>
                  </a:cubicBezTo>
                  <a:cubicBezTo>
                    <a:pt x="16129" y="11924"/>
                    <a:pt x="16145" y="11925"/>
                    <a:pt x="16161" y="11925"/>
                  </a:cubicBezTo>
                  <a:cubicBezTo>
                    <a:pt x="16415" y="11925"/>
                    <a:pt x="16443" y="11679"/>
                    <a:pt x="16412" y="11522"/>
                  </a:cubicBezTo>
                  <a:cubicBezTo>
                    <a:pt x="16412" y="11522"/>
                    <a:pt x="16278" y="11455"/>
                    <a:pt x="16112" y="11422"/>
                  </a:cubicBezTo>
                  <a:cubicBezTo>
                    <a:pt x="15978" y="11388"/>
                    <a:pt x="15911" y="11322"/>
                    <a:pt x="15778" y="11288"/>
                  </a:cubicBezTo>
                  <a:cubicBezTo>
                    <a:pt x="15645" y="11255"/>
                    <a:pt x="15478" y="11188"/>
                    <a:pt x="15344" y="11088"/>
                  </a:cubicBezTo>
                  <a:cubicBezTo>
                    <a:pt x="15078" y="10921"/>
                    <a:pt x="14777" y="10621"/>
                    <a:pt x="14677" y="10221"/>
                  </a:cubicBezTo>
                  <a:cubicBezTo>
                    <a:pt x="14611" y="9787"/>
                    <a:pt x="14644" y="9254"/>
                    <a:pt x="14677" y="8686"/>
                  </a:cubicBezTo>
                  <a:cubicBezTo>
                    <a:pt x="14677" y="8053"/>
                    <a:pt x="14644" y="7352"/>
                    <a:pt x="14310" y="6718"/>
                  </a:cubicBezTo>
                  <a:cubicBezTo>
                    <a:pt x="14177" y="6418"/>
                    <a:pt x="13977" y="6118"/>
                    <a:pt x="13676" y="5851"/>
                  </a:cubicBezTo>
                  <a:cubicBezTo>
                    <a:pt x="13410" y="5584"/>
                    <a:pt x="13009" y="5384"/>
                    <a:pt x="12642" y="5284"/>
                  </a:cubicBezTo>
                  <a:cubicBezTo>
                    <a:pt x="11909" y="5117"/>
                    <a:pt x="11175" y="5151"/>
                    <a:pt x="10608" y="5051"/>
                  </a:cubicBezTo>
                  <a:cubicBezTo>
                    <a:pt x="10007" y="4884"/>
                    <a:pt x="9574" y="4550"/>
                    <a:pt x="9273" y="4050"/>
                  </a:cubicBezTo>
                  <a:lnTo>
                    <a:pt x="9273" y="4016"/>
                  </a:lnTo>
                  <a:cubicBezTo>
                    <a:pt x="9173" y="3883"/>
                    <a:pt x="9006" y="3683"/>
                    <a:pt x="8906" y="3416"/>
                  </a:cubicBezTo>
                  <a:cubicBezTo>
                    <a:pt x="8606" y="2882"/>
                    <a:pt x="8339" y="2249"/>
                    <a:pt x="8006" y="1615"/>
                  </a:cubicBezTo>
                  <a:cubicBezTo>
                    <a:pt x="7839" y="1348"/>
                    <a:pt x="7639" y="1014"/>
                    <a:pt x="7339" y="714"/>
                  </a:cubicBezTo>
                  <a:cubicBezTo>
                    <a:pt x="7239" y="581"/>
                    <a:pt x="7072" y="447"/>
                    <a:pt x="6905" y="347"/>
                  </a:cubicBezTo>
                  <a:cubicBezTo>
                    <a:pt x="6671" y="214"/>
                    <a:pt x="6505" y="114"/>
                    <a:pt x="6305" y="80"/>
                  </a:cubicBezTo>
                  <a:cubicBezTo>
                    <a:pt x="6123" y="20"/>
                    <a:pt x="5935" y="1"/>
                    <a:pt x="57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57" name="Google Shape;1957;p17"/>
            <p:cNvSpPr/>
            <p:nvPr/>
          </p:nvSpPr>
          <p:spPr>
            <a:xfrm>
              <a:off x="10471359" y="2438126"/>
              <a:ext cx="393757" cy="235619"/>
            </a:xfrm>
            <a:custGeom>
              <a:avLst/>
              <a:gdLst/>
              <a:ahLst/>
              <a:cxnLst/>
              <a:rect l="l" t="t" r="r" b="b"/>
              <a:pathLst>
                <a:path w="17477" h="10458" extrusionOk="0">
                  <a:moveTo>
                    <a:pt x="5787" y="1"/>
                  </a:moveTo>
                  <a:cubicBezTo>
                    <a:pt x="5647" y="1"/>
                    <a:pt x="5509" y="20"/>
                    <a:pt x="5393" y="39"/>
                  </a:cubicBezTo>
                  <a:cubicBezTo>
                    <a:pt x="5126" y="73"/>
                    <a:pt x="4960" y="173"/>
                    <a:pt x="4793" y="306"/>
                  </a:cubicBezTo>
                  <a:cubicBezTo>
                    <a:pt x="4526" y="506"/>
                    <a:pt x="4226" y="740"/>
                    <a:pt x="3959" y="1007"/>
                  </a:cubicBezTo>
                  <a:lnTo>
                    <a:pt x="3592" y="1373"/>
                  </a:lnTo>
                  <a:cubicBezTo>
                    <a:pt x="3459" y="1507"/>
                    <a:pt x="3392" y="1674"/>
                    <a:pt x="3292" y="1840"/>
                  </a:cubicBezTo>
                  <a:cubicBezTo>
                    <a:pt x="3192" y="2141"/>
                    <a:pt x="3058" y="2474"/>
                    <a:pt x="2925" y="2741"/>
                  </a:cubicBezTo>
                  <a:cubicBezTo>
                    <a:pt x="2725" y="3342"/>
                    <a:pt x="2525" y="3909"/>
                    <a:pt x="2258" y="4342"/>
                  </a:cubicBezTo>
                  <a:cubicBezTo>
                    <a:pt x="2124" y="4576"/>
                    <a:pt x="2024" y="4743"/>
                    <a:pt x="1857" y="4876"/>
                  </a:cubicBezTo>
                  <a:cubicBezTo>
                    <a:pt x="1691" y="5009"/>
                    <a:pt x="1557" y="5076"/>
                    <a:pt x="1390" y="5076"/>
                  </a:cubicBezTo>
                  <a:cubicBezTo>
                    <a:pt x="1090" y="5076"/>
                    <a:pt x="790" y="4909"/>
                    <a:pt x="623" y="4843"/>
                  </a:cubicBezTo>
                  <a:cubicBezTo>
                    <a:pt x="456" y="4743"/>
                    <a:pt x="390" y="4676"/>
                    <a:pt x="390" y="4676"/>
                  </a:cubicBezTo>
                  <a:cubicBezTo>
                    <a:pt x="358" y="4651"/>
                    <a:pt x="323" y="4640"/>
                    <a:pt x="288" y="4640"/>
                  </a:cubicBezTo>
                  <a:cubicBezTo>
                    <a:pt x="140" y="4640"/>
                    <a:pt x="0" y="4841"/>
                    <a:pt x="190" y="4976"/>
                  </a:cubicBezTo>
                  <a:cubicBezTo>
                    <a:pt x="190" y="4976"/>
                    <a:pt x="256" y="5043"/>
                    <a:pt x="456" y="5176"/>
                  </a:cubicBezTo>
                  <a:cubicBezTo>
                    <a:pt x="690" y="5310"/>
                    <a:pt x="957" y="5510"/>
                    <a:pt x="1457" y="5510"/>
                  </a:cubicBezTo>
                  <a:cubicBezTo>
                    <a:pt x="1691" y="5510"/>
                    <a:pt x="1957" y="5410"/>
                    <a:pt x="2191" y="5243"/>
                  </a:cubicBezTo>
                  <a:cubicBezTo>
                    <a:pt x="2391" y="5076"/>
                    <a:pt x="2558" y="4876"/>
                    <a:pt x="2725" y="4642"/>
                  </a:cubicBezTo>
                  <a:cubicBezTo>
                    <a:pt x="3025" y="4142"/>
                    <a:pt x="3225" y="3575"/>
                    <a:pt x="3459" y="3008"/>
                  </a:cubicBezTo>
                  <a:cubicBezTo>
                    <a:pt x="3592" y="2708"/>
                    <a:pt x="3725" y="2408"/>
                    <a:pt x="3892" y="2174"/>
                  </a:cubicBezTo>
                  <a:cubicBezTo>
                    <a:pt x="3959" y="2041"/>
                    <a:pt x="4059" y="1874"/>
                    <a:pt x="4126" y="1807"/>
                  </a:cubicBezTo>
                  <a:cubicBezTo>
                    <a:pt x="4259" y="1707"/>
                    <a:pt x="4359" y="1574"/>
                    <a:pt x="4459" y="1474"/>
                  </a:cubicBezTo>
                  <a:cubicBezTo>
                    <a:pt x="4726" y="1240"/>
                    <a:pt x="4960" y="1040"/>
                    <a:pt x="5226" y="873"/>
                  </a:cubicBezTo>
                  <a:cubicBezTo>
                    <a:pt x="5449" y="749"/>
                    <a:pt x="5635" y="681"/>
                    <a:pt x="5798" y="681"/>
                  </a:cubicBezTo>
                  <a:cubicBezTo>
                    <a:pt x="5855" y="681"/>
                    <a:pt x="5909" y="689"/>
                    <a:pt x="5960" y="706"/>
                  </a:cubicBezTo>
                  <a:cubicBezTo>
                    <a:pt x="6194" y="740"/>
                    <a:pt x="6394" y="1007"/>
                    <a:pt x="6561" y="1240"/>
                  </a:cubicBezTo>
                  <a:cubicBezTo>
                    <a:pt x="6728" y="1507"/>
                    <a:pt x="6861" y="1840"/>
                    <a:pt x="6961" y="2141"/>
                  </a:cubicBezTo>
                  <a:cubicBezTo>
                    <a:pt x="7261" y="2741"/>
                    <a:pt x="7461" y="3375"/>
                    <a:pt x="7795" y="3975"/>
                  </a:cubicBezTo>
                  <a:cubicBezTo>
                    <a:pt x="7962" y="4242"/>
                    <a:pt x="8229" y="4542"/>
                    <a:pt x="8462" y="4809"/>
                  </a:cubicBezTo>
                  <a:cubicBezTo>
                    <a:pt x="8729" y="5043"/>
                    <a:pt x="9096" y="5243"/>
                    <a:pt x="9530" y="5343"/>
                  </a:cubicBezTo>
                  <a:cubicBezTo>
                    <a:pt x="9643" y="5364"/>
                    <a:pt x="9760" y="5372"/>
                    <a:pt x="9877" y="5372"/>
                  </a:cubicBezTo>
                  <a:cubicBezTo>
                    <a:pt x="10138" y="5372"/>
                    <a:pt x="10400" y="5333"/>
                    <a:pt x="10630" y="5310"/>
                  </a:cubicBezTo>
                  <a:cubicBezTo>
                    <a:pt x="10813" y="5273"/>
                    <a:pt x="10986" y="5246"/>
                    <a:pt x="11149" y="5246"/>
                  </a:cubicBezTo>
                  <a:cubicBezTo>
                    <a:pt x="11283" y="5246"/>
                    <a:pt x="11410" y="5264"/>
                    <a:pt x="11531" y="5310"/>
                  </a:cubicBezTo>
                  <a:cubicBezTo>
                    <a:pt x="12065" y="5476"/>
                    <a:pt x="12465" y="6010"/>
                    <a:pt x="12765" y="6577"/>
                  </a:cubicBezTo>
                  <a:lnTo>
                    <a:pt x="12799" y="6711"/>
                  </a:lnTo>
                  <a:lnTo>
                    <a:pt x="12799" y="6744"/>
                  </a:lnTo>
                  <a:lnTo>
                    <a:pt x="12865" y="6811"/>
                  </a:lnTo>
                  <a:lnTo>
                    <a:pt x="12899" y="6844"/>
                  </a:lnTo>
                  <a:cubicBezTo>
                    <a:pt x="12932" y="6911"/>
                    <a:pt x="12965" y="6977"/>
                    <a:pt x="13032" y="7044"/>
                  </a:cubicBezTo>
                  <a:cubicBezTo>
                    <a:pt x="13099" y="7178"/>
                    <a:pt x="13199" y="7344"/>
                    <a:pt x="13266" y="7478"/>
                  </a:cubicBezTo>
                  <a:cubicBezTo>
                    <a:pt x="13432" y="7745"/>
                    <a:pt x="13566" y="8045"/>
                    <a:pt x="13733" y="8345"/>
                  </a:cubicBezTo>
                  <a:cubicBezTo>
                    <a:pt x="14066" y="8879"/>
                    <a:pt x="14366" y="9413"/>
                    <a:pt x="14767" y="9846"/>
                  </a:cubicBezTo>
                  <a:cubicBezTo>
                    <a:pt x="14933" y="10046"/>
                    <a:pt x="15200" y="10213"/>
                    <a:pt x="15434" y="10347"/>
                  </a:cubicBezTo>
                  <a:cubicBezTo>
                    <a:pt x="15590" y="10425"/>
                    <a:pt x="15735" y="10457"/>
                    <a:pt x="15882" y="10457"/>
                  </a:cubicBezTo>
                  <a:cubicBezTo>
                    <a:pt x="15986" y="10457"/>
                    <a:pt x="16090" y="10441"/>
                    <a:pt x="16201" y="10413"/>
                  </a:cubicBezTo>
                  <a:cubicBezTo>
                    <a:pt x="16668" y="10313"/>
                    <a:pt x="16901" y="10046"/>
                    <a:pt x="17068" y="9880"/>
                  </a:cubicBezTo>
                  <a:lnTo>
                    <a:pt x="17335" y="9646"/>
                  </a:lnTo>
                  <a:cubicBezTo>
                    <a:pt x="17477" y="9448"/>
                    <a:pt x="17306" y="9298"/>
                    <a:pt x="17067" y="9298"/>
                  </a:cubicBezTo>
                  <a:cubicBezTo>
                    <a:pt x="17025" y="9298"/>
                    <a:pt x="16980" y="9302"/>
                    <a:pt x="16935" y="9313"/>
                  </a:cubicBezTo>
                  <a:cubicBezTo>
                    <a:pt x="16935" y="9313"/>
                    <a:pt x="16901" y="9413"/>
                    <a:pt x="16735" y="9546"/>
                  </a:cubicBezTo>
                  <a:cubicBezTo>
                    <a:pt x="16568" y="9679"/>
                    <a:pt x="16368" y="9880"/>
                    <a:pt x="16034" y="9980"/>
                  </a:cubicBezTo>
                  <a:cubicBezTo>
                    <a:pt x="15991" y="9989"/>
                    <a:pt x="15946" y="9994"/>
                    <a:pt x="15900" y="9994"/>
                  </a:cubicBezTo>
                  <a:cubicBezTo>
                    <a:pt x="15629" y="9994"/>
                    <a:pt x="15319" y="9827"/>
                    <a:pt x="15033" y="9513"/>
                  </a:cubicBezTo>
                  <a:cubicBezTo>
                    <a:pt x="14733" y="9146"/>
                    <a:pt x="14433" y="8645"/>
                    <a:pt x="14133" y="8078"/>
                  </a:cubicBezTo>
                  <a:cubicBezTo>
                    <a:pt x="14033" y="7811"/>
                    <a:pt x="13866" y="7511"/>
                    <a:pt x="13733" y="7211"/>
                  </a:cubicBezTo>
                  <a:cubicBezTo>
                    <a:pt x="13632" y="7044"/>
                    <a:pt x="13566" y="6911"/>
                    <a:pt x="13466" y="6744"/>
                  </a:cubicBezTo>
                  <a:lnTo>
                    <a:pt x="13366" y="6510"/>
                  </a:lnTo>
                  <a:lnTo>
                    <a:pt x="13299" y="6477"/>
                  </a:lnTo>
                  <a:lnTo>
                    <a:pt x="13299" y="6410"/>
                  </a:lnTo>
                  <a:lnTo>
                    <a:pt x="13232" y="6310"/>
                  </a:lnTo>
                  <a:cubicBezTo>
                    <a:pt x="13132" y="6177"/>
                    <a:pt x="13065" y="6010"/>
                    <a:pt x="12965" y="5843"/>
                  </a:cubicBezTo>
                  <a:cubicBezTo>
                    <a:pt x="12865" y="5677"/>
                    <a:pt x="12765" y="5543"/>
                    <a:pt x="12632" y="5376"/>
                  </a:cubicBezTo>
                  <a:cubicBezTo>
                    <a:pt x="12432" y="5076"/>
                    <a:pt x="12098" y="4809"/>
                    <a:pt x="11698" y="4676"/>
                  </a:cubicBezTo>
                  <a:cubicBezTo>
                    <a:pt x="11481" y="4609"/>
                    <a:pt x="11272" y="4584"/>
                    <a:pt x="11076" y="4584"/>
                  </a:cubicBezTo>
                  <a:cubicBezTo>
                    <a:pt x="10880" y="4584"/>
                    <a:pt x="10697" y="4609"/>
                    <a:pt x="10530" y="4642"/>
                  </a:cubicBezTo>
                  <a:cubicBezTo>
                    <a:pt x="10330" y="4659"/>
                    <a:pt x="10163" y="4668"/>
                    <a:pt x="10013" y="4668"/>
                  </a:cubicBezTo>
                  <a:cubicBezTo>
                    <a:pt x="9863" y="4668"/>
                    <a:pt x="9730" y="4659"/>
                    <a:pt x="9596" y="4642"/>
                  </a:cubicBezTo>
                  <a:cubicBezTo>
                    <a:pt x="9296" y="4542"/>
                    <a:pt x="9096" y="4409"/>
                    <a:pt x="8896" y="4209"/>
                  </a:cubicBezTo>
                  <a:cubicBezTo>
                    <a:pt x="8629" y="4009"/>
                    <a:pt x="8462" y="3809"/>
                    <a:pt x="8362" y="3542"/>
                  </a:cubicBezTo>
                  <a:cubicBezTo>
                    <a:pt x="8062" y="3075"/>
                    <a:pt x="7862" y="2474"/>
                    <a:pt x="7561" y="1840"/>
                  </a:cubicBezTo>
                  <a:cubicBezTo>
                    <a:pt x="7395" y="1540"/>
                    <a:pt x="7261" y="1207"/>
                    <a:pt x="7061" y="873"/>
                  </a:cubicBezTo>
                  <a:cubicBezTo>
                    <a:pt x="6861" y="540"/>
                    <a:pt x="6561" y="206"/>
                    <a:pt x="6094" y="39"/>
                  </a:cubicBezTo>
                  <a:cubicBezTo>
                    <a:pt x="5995" y="11"/>
                    <a:pt x="5890" y="1"/>
                    <a:pt x="57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58" name="Google Shape;1958;p17"/>
            <p:cNvSpPr/>
            <p:nvPr/>
          </p:nvSpPr>
          <p:spPr>
            <a:xfrm>
              <a:off x="10444075" y="3010163"/>
              <a:ext cx="411848" cy="198422"/>
            </a:xfrm>
            <a:custGeom>
              <a:avLst/>
              <a:gdLst/>
              <a:ahLst/>
              <a:cxnLst/>
              <a:rect l="l" t="t" r="r" b="b"/>
              <a:pathLst>
                <a:path w="18280" h="8807" extrusionOk="0">
                  <a:moveTo>
                    <a:pt x="5403" y="1"/>
                  </a:moveTo>
                  <a:cubicBezTo>
                    <a:pt x="4970" y="1"/>
                    <a:pt x="4603" y="34"/>
                    <a:pt x="4269" y="167"/>
                  </a:cubicBezTo>
                  <a:cubicBezTo>
                    <a:pt x="4102" y="201"/>
                    <a:pt x="3936" y="301"/>
                    <a:pt x="3769" y="368"/>
                  </a:cubicBezTo>
                  <a:cubicBezTo>
                    <a:pt x="3635" y="501"/>
                    <a:pt x="3469" y="634"/>
                    <a:pt x="3369" y="735"/>
                  </a:cubicBezTo>
                  <a:cubicBezTo>
                    <a:pt x="3102" y="1035"/>
                    <a:pt x="2935" y="1335"/>
                    <a:pt x="2802" y="1635"/>
                  </a:cubicBezTo>
                  <a:cubicBezTo>
                    <a:pt x="2568" y="2236"/>
                    <a:pt x="2435" y="2803"/>
                    <a:pt x="2234" y="3203"/>
                  </a:cubicBezTo>
                  <a:cubicBezTo>
                    <a:pt x="2034" y="3670"/>
                    <a:pt x="1734" y="3903"/>
                    <a:pt x="1434" y="3970"/>
                  </a:cubicBezTo>
                  <a:cubicBezTo>
                    <a:pt x="1344" y="3979"/>
                    <a:pt x="1262" y="3983"/>
                    <a:pt x="1185" y="3983"/>
                  </a:cubicBezTo>
                  <a:cubicBezTo>
                    <a:pt x="975" y="3983"/>
                    <a:pt x="804" y="3952"/>
                    <a:pt x="633" y="3903"/>
                  </a:cubicBezTo>
                  <a:cubicBezTo>
                    <a:pt x="433" y="3870"/>
                    <a:pt x="366" y="3837"/>
                    <a:pt x="366" y="3837"/>
                  </a:cubicBezTo>
                  <a:cubicBezTo>
                    <a:pt x="337" y="3824"/>
                    <a:pt x="308" y="3818"/>
                    <a:pt x="281" y="3818"/>
                  </a:cubicBezTo>
                  <a:cubicBezTo>
                    <a:pt x="97" y="3818"/>
                    <a:pt x="0" y="4083"/>
                    <a:pt x="233" y="4170"/>
                  </a:cubicBezTo>
                  <a:cubicBezTo>
                    <a:pt x="233" y="4170"/>
                    <a:pt x="366" y="4237"/>
                    <a:pt x="567" y="4304"/>
                  </a:cubicBezTo>
                  <a:cubicBezTo>
                    <a:pt x="728" y="4331"/>
                    <a:pt x="956" y="4380"/>
                    <a:pt x="1284" y="4380"/>
                  </a:cubicBezTo>
                  <a:cubicBezTo>
                    <a:pt x="1362" y="4380"/>
                    <a:pt x="1445" y="4377"/>
                    <a:pt x="1534" y="4370"/>
                  </a:cubicBezTo>
                  <a:cubicBezTo>
                    <a:pt x="1734" y="4370"/>
                    <a:pt x="1968" y="4237"/>
                    <a:pt x="2201" y="4070"/>
                  </a:cubicBezTo>
                  <a:cubicBezTo>
                    <a:pt x="2401" y="3903"/>
                    <a:pt x="2568" y="3703"/>
                    <a:pt x="2701" y="3470"/>
                  </a:cubicBezTo>
                  <a:cubicBezTo>
                    <a:pt x="2935" y="3003"/>
                    <a:pt x="3068" y="2402"/>
                    <a:pt x="3302" y="1902"/>
                  </a:cubicBezTo>
                  <a:cubicBezTo>
                    <a:pt x="3435" y="1635"/>
                    <a:pt x="3569" y="1402"/>
                    <a:pt x="3769" y="1202"/>
                  </a:cubicBezTo>
                  <a:cubicBezTo>
                    <a:pt x="3936" y="1001"/>
                    <a:pt x="4203" y="868"/>
                    <a:pt x="4469" y="801"/>
                  </a:cubicBezTo>
                  <a:cubicBezTo>
                    <a:pt x="4695" y="726"/>
                    <a:pt x="4920" y="689"/>
                    <a:pt x="5117" y="689"/>
                  </a:cubicBezTo>
                  <a:cubicBezTo>
                    <a:pt x="5182" y="689"/>
                    <a:pt x="5245" y="693"/>
                    <a:pt x="5303" y="701"/>
                  </a:cubicBezTo>
                  <a:cubicBezTo>
                    <a:pt x="5604" y="801"/>
                    <a:pt x="5870" y="868"/>
                    <a:pt x="6071" y="1068"/>
                  </a:cubicBezTo>
                  <a:cubicBezTo>
                    <a:pt x="6538" y="1468"/>
                    <a:pt x="6904" y="2002"/>
                    <a:pt x="7271" y="2536"/>
                  </a:cubicBezTo>
                  <a:cubicBezTo>
                    <a:pt x="7638" y="3103"/>
                    <a:pt x="8072" y="3637"/>
                    <a:pt x="8706" y="3970"/>
                  </a:cubicBezTo>
                  <a:cubicBezTo>
                    <a:pt x="8806" y="4004"/>
                    <a:pt x="8906" y="4037"/>
                    <a:pt x="8973" y="4104"/>
                  </a:cubicBezTo>
                  <a:lnTo>
                    <a:pt x="8939" y="4104"/>
                  </a:lnTo>
                  <a:cubicBezTo>
                    <a:pt x="9067" y="4155"/>
                    <a:pt x="9215" y="4226"/>
                    <a:pt x="9397" y="4226"/>
                  </a:cubicBezTo>
                  <a:cubicBezTo>
                    <a:pt x="9453" y="4226"/>
                    <a:pt x="9511" y="4219"/>
                    <a:pt x="9573" y="4204"/>
                  </a:cubicBezTo>
                  <a:cubicBezTo>
                    <a:pt x="9773" y="4170"/>
                    <a:pt x="9940" y="4104"/>
                    <a:pt x="10107" y="4004"/>
                  </a:cubicBezTo>
                  <a:cubicBezTo>
                    <a:pt x="10407" y="3837"/>
                    <a:pt x="10607" y="3670"/>
                    <a:pt x="10874" y="3637"/>
                  </a:cubicBezTo>
                  <a:cubicBezTo>
                    <a:pt x="10966" y="3597"/>
                    <a:pt x="11063" y="3578"/>
                    <a:pt x="11162" y="3578"/>
                  </a:cubicBezTo>
                  <a:cubicBezTo>
                    <a:pt x="11313" y="3578"/>
                    <a:pt x="11466" y="3623"/>
                    <a:pt x="11608" y="3703"/>
                  </a:cubicBezTo>
                  <a:cubicBezTo>
                    <a:pt x="11875" y="3837"/>
                    <a:pt x="12041" y="4004"/>
                    <a:pt x="12142" y="4270"/>
                  </a:cubicBezTo>
                  <a:cubicBezTo>
                    <a:pt x="12442" y="4771"/>
                    <a:pt x="12442" y="5438"/>
                    <a:pt x="12742" y="6105"/>
                  </a:cubicBezTo>
                  <a:cubicBezTo>
                    <a:pt x="12775" y="6138"/>
                    <a:pt x="12775" y="6205"/>
                    <a:pt x="12809" y="6272"/>
                  </a:cubicBezTo>
                  <a:lnTo>
                    <a:pt x="12909" y="6372"/>
                  </a:lnTo>
                  <a:lnTo>
                    <a:pt x="13076" y="6605"/>
                  </a:lnTo>
                  <a:cubicBezTo>
                    <a:pt x="13209" y="6705"/>
                    <a:pt x="13276" y="6839"/>
                    <a:pt x="13409" y="6972"/>
                  </a:cubicBezTo>
                  <a:cubicBezTo>
                    <a:pt x="13609" y="7206"/>
                    <a:pt x="13876" y="7439"/>
                    <a:pt x="14076" y="7639"/>
                  </a:cubicBezTo>
                  <a:cubicBezTo>
                    <a:pt x="14543" y="8006"/>
                    <a:pt x="14977" y="8340"/>
                    <a:pt x="15477" y="8540"/>
                  </a:cubicBezTo>
                  <a:cubicBezTo>
                    <a:pt x="15944" y="8774"/>
                    <a:pt x="16445" y="8807"/>
                    <a:pt x="16812" y="8807"/>
                  </a:cubicBezTo>
                  <a:cubicBezTo>
                    <a:pt x="17245" y="8807"/>
                    <a:pt x="17545" y="8674"/>
                    <a:pt x="17746" y="8607"/>
                  </a:cubicBezTo>
                  <a:cubicBezTo>
                    <a:pt x="17812" y="8540"/>
                    <a:pt x="17912" y="8507"/>
                    <a:pt x="17946" y="8473"/>
                  </a:cubicBezTo>
                  <a:cubicBezTo>
                    <a:pt x="17979" y="8440"/>
                    <a:pt x="18046" y="8440"/>
                    <a:pt x="18046" y="8440"/>
                  </a:cubicBezTo>
                  <a:cubicBezTo>
                    <a:pt x="18279" y="8273"/>
                    <a:pt x="18079" y="8006"/>
                    <a:pt x="17645" y="7873"/>
                  </a:cubicBezTo>
                  <a:cubicBezTo>
                    <a:pt x="17645" y="7873"/>
                    <a:pt x="17579" y="7973"/>
                    <a:pt x="17412" y="8006"/>
                  </a:cubicBezTo>
                  <a:cubicBezTo>
                    <a:pt x="17245" y="8040"/>
                    <a:pt x="16978" y="8140"/>
                    <a:pt x="16645" y="8140"/>
                  </a:cubicBezTo>
                  <a:cubicBezTo>
                    <a:pt x="16378" y="8140"/>
                    <a:pt x="15944" y="8040"/>
                    <a:pt x="15544" y="7840"/>
                  </a:cubicBezTo>
                  <a:cubicBezTo>
                    <a:pt x="15110" y="7673"/>
                    <a:pt x="14710" y="7339"/>
                    <a:pt x="14276" y="6972"/>
                  </a:cubicBezTo>
                  <a:cubicBezTo>
                    <a:pt x="14076" y="6739"/>
                    <a:pt x="13909" y="6539"/>
                    <a:pt x="13709" y="6339"/>
                  </a:cubicBezTo>
                  <a:cubicBezTo>
                    <a:pt x="13576" y="6238"/>
                    <a:pt x="13476" y="6138"/>
                    <a:pt x="13409" y="6005"/>
                  </a:cubicBezTo>
                  <a:lnTo>
                    <a:pt x="13276" y="5838"/>
                  </a:lnTo>
                  <a:lnTo>
                    <a:pt x="13242" y="5738"/>
                  </a:lnTo>
                  <a:cubicBezTo>
                    <a:pt x="13209" y="5738"/>
                    <a:pt x="13209" y="5738"/>
                    <a:pt x="13209" y="5705"/>
                  </a:cubicBezTo>
                  <a:cubicBezTo>
                    <a:pt x="12975" y="5171"/>
                    <a:pt x="12975" y="4504"/>
                    <a:pt x="12642" y="3803"/>
                  </a:cubicBezTo>
                  <a:cubicBezTo>
                    <a:pt x="12475" y="3470"/>
                    <a:pt x="12208" y="3136"/>
                    <a:pt x="11808" y="2969"/>
                  </a:cubicBezTo>
                  <a:cubicBezTo>
                    <a:pt x="11542" y="2849"/>
                    <a:pt x="11276" y="2763"/>
                    <a:pt x="10985" y="2763"/>
                  </a:cubicBezTo>
                  <a:cubicBezTo>
                    <a:pt x="10874" y="2763"/>
                    <a:pt x="10760" y="2775"/>
                    <a:pt x="10640" y="2803"/>
                  </a:cubicBezTo>
                  <a:cubicBezTo>
                    <a:pt x="10240" y="2869"/>
                    <a:pt x="9940" y="3070"/>
                    <a:pt x="9706" y="3203"/>
                  </a:cubicBezTo>
                  <a:cubicBezTo>
                    <a:pt x="9573" y="3303"/>
                    <a:pt x="9473" y="3336"/>
                    <a:pt x="9406" y="3336"/>
                  </a:cubicBezTo>
                  <a:cubicBezTo>
                    <a:pt x="9373" y="3336"/>
                    <a:pt x="9273" y="3336"/>
                    <a:pt x="9206" y="3303"/>
                  </a:cubicBezTo>
                  <a:lnTo>
                    <a:pt x="9139" y="3303"/>
                  </a:lnTo>
                  <a:cubicBezTo>
                    <a:pt x="9106" y="3303"/>
                    <a:pt x="9039" y="3236"/>
                    <a:pt x="8939" y="3203"/>
                  </a:cubicBezTo>
                  <a:cubicBezTo>
                    <a:pt x="8539" y="3003"/>
                    <a:pt x="8139" y="2536"/>
                    <a:pt x="7772" y="2035"/>
                  </a:cubicBezTo>
                  <a:cubicBezTo>
                    <a:pt x="7405" y="1535"/>
                    <a:pt x="7038" y="901"/>
                    <a:pt x="6437" y="468"/>
                  </a:cubicBezTo>
                  <a:cubicBezTo>
                    <a:pt x="6204" y="234"/>
                    <a:pt x="5770" y="67"/>
                    <a:pt x="5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59" name="Google Shape;1959;p17"/>
            <p:cNvSpPr/>
            <p:nvPr/>
          </p:nvSpPr>
          <p:spPr>
            <a:xfrm>
              <a:off x="10371145" y="3133064"/>
              <a:ext cx="299717" cy="263421"/>
            </a:xfrm>
            <a:custGeom>
              <a:avLst/>
              <a:gdLst/>
              <a:ahLst/>
              <a:cxnLst/>
              <a:rect l="l" t="t" r="r" b="b"/>
              <a:pathLst>
                <a:path w="13303" h="11692" extrusionOk="0">
                  <a:moveTo>
                    <a:pt x="2713" y="0"/>
                  </a:moveTo>
                  <a:cubicBezTo>
                    <a:pt x="2265" y="0"/>
                    <a:pt x="1833" y="141"/>
                    <a:pt x="1502" y="383"/>
                  </a:cubicBezTo>
                  <a:cubicBezTo>
                    <a:pt x="1002" y="717"/>
                    <a:pt x="635" y="1184"/>
                    <a:pt x="401" y="1617"/>
                  </a:cubicBezTo>
                  <a:cubicBezTo>
                    <a:pt x="201" y="2084"/>
                    <a:pt x="68" y="2518"/>
                    <a:pt x="34" y="2885"/>
                  </a:cubicBezTo>
                  <a:cubicBezTo>
                    <a:pt x="1" y="3052"/>
                    <a:pt x="1" y="3252"/>
                    <a:pt x="1" y="3385"/>
                  </a:cubicBezTo>
                  <a:cubicBezTo>
                    <a:pt x="34" y="3552"/>
                    <a:pt x="34" y="3686"/>
                    <a:pt x="34" y="3752"/>
                  </a:cubicBezTo>
                  <a:cubicBezTo>
                    <a:pt x="34" y="3886"/>
                    <a:pt x="68" y="3952"/>
                    <a:pt x="68" y="4019"/>
                  </a:cubicBezTo>
                  <a:lnTo>
                    <a:pt x="68" y="4086"/>
                  </a:lnTo>
                  <a:cubicBezTo>
                    <a:pt x="108" y="4193"/>
                    <a:pt x="185" y="4235"/>
                    <a:pt x="261" y="4235"/>
                  </a:cubicBezTo>
                  <a:cubicBezTo>
                    <a:pt x="376" y="4235"/>
                    <a:pt x="488" y="4139"/>
                    <a:pt x="468" y="4019"/>
                  </a:cubicBezTo>
                  <a:lnTo>
                    <a:pt x="468" y="3919"/>
                  </a:lnTo>
                  <a:cubicBezTo>
                    <a:pt x="468" y="3886"/>
                    <a:pt x="401" y="3786"/>
                    <a:pt x="401" y="3719"/>
                  </a:cubicBezTo>
                  <a:lnTo>
                    <a:pt x="401" y="3385"/>
                  </a:lnTo>
                  <a:cubicBezTo>
                    <a:pt x="401" y="3219"/>
                    <a:pt x="401" y="3085"/>
                    <a:pt x="468" y="2918"/>
                  </a:cubicBezTo>
                  <a:cubicBezTo>
                    <a:pt x="501" y="2585"/>
                    <a:pt x="635" y="2218"/>
                    <a:pt x="835" y="1851"/>
                  </a:cubicBezTo>
                  <a:cubicBezTo>
                    <a:pt x="1035" y="1451"/>
                    <a:pt x="1368" y="1050"/>
                    <a:pt x="1802" y="783"/>
                  </a:cubicBezTo>
                  <a:cubicBezTo>
                    <a:pt x="2057" y="613"/>
                    <a:pt x="2367" y="511"/>
                    <a:pt x="2678" y="511"/>
                  </a:cubicBezTo>
                  <a:cubicBezTo>
                    <a:pt x="2856" y="511"/>
                    <a:pt x="3034" y="544"/>
                    <a:pt x="3203" y="617"/>
                  </a:cubicBezTo>
                  <a:cubicBezTo>
                    <a:pt x="3337" y="617"/>
                    <a:pt x="3403" y="717"/>
                    <a:pt x="3537" y="783"/>
                  </a:cubicBezTo>
                  <a:cubicBezTo>
                    <a:pt x="3670" y="884"/>
                    <a:pt x="3704" y="950"/>
                    <a:pt x="3804" y="1050"/>
                  </a:cubicBezTo>
                  <a:cubicBezTo>
                    <a:pt x="3970" y="1217"/>
                    <a:pt x="4037" y="1451"/>
                    <a:pt x="4137" y="1751"/>
                  </a:cubicBezTo>
                  <a:cubicBezTo>
                    <a:pt x="4304" y="2285"/>
                    <a:pt x="4337" y="2952"/>
                    <a:pt x="4704" y="3585"/>
                  </a:cubicBezTo>
                  <a:lnTo>
                    <a:pt x="4804" y="3719"/>
                  </a:lnTo>
                  <a:cubicBezTo>
                    <a:pt x="4838" y="3786"/>
                    <a:pt x="4871" y="3786"/>
                    <a:pt x="4904" y="3852"/>
                  </a:cubicBezTo>
                  <a:lnTo>
                    <a:pt x="5071" y="4019"/>
                  </a:lnTo>
                  <a:cubicBezTo>
                    <a:pt x="5205" y="4119"/>
                    <a:pt x="5338" y="4219"/>
                    <a:pt x="5505" y="4286"/>
                  </a:cubicBezTo>
                  <a:cubicBezTo>
                    <a:pt x="5638" y="4419"/>
                    <a:pt x="5805" y="4453"/>
                    <a:pt x="5972" y="4519"/>
                  </a:cubicBezTo>
                  <a:cubicBezTo>
                    <a:pt x="6139" y="4553"/>
                    <a:pt x="6305" y="4586"/>
                    <a:pt x="6405" y="4586"/>
                  </a:cubicBezTo>
                  <a:cubicBezTo>
                    <a:pt x="6706" y="4586"/>
                    <a:pt x="6906" y="4620"/>
                    <a:pt x="7173" y="4720"/>
                  </a:cubicBezTo>
                  <a:cubicBezTo>
                    <a:pt x="7406" y="4786"/>
                    <a:pt x="7673" y="4886"/>
                    <a:pt x="7840" y="5053"/>
                  </a:cubicBezTo>
                  <a:cubicBezTo>
                    <a:pt x="8207" y="5387"/>
                    <a:pt x="8507" y="5887"/>
                    <a:pt x="8707" y="6421"/>
                  </a:cubicBezTo>
                  <a:cubicBezTo>
                    <a:pt x="9141" y="7522"/>
                    <a:pt x="9241" y="8823"/>
                    <a:pt x="9674" y="9890"/>
                  </a:cubicBezTo>
                  <a:cubicBezTo>
                    <a:pt x="9875" y="10424"/>
                    <a:pt x="10208" y="10924"/>
                    <a:pt x="10642" y="11258"/>
                  </a:cubicBezTo>
                  <a:cubicBezTo>
                    <a:pt x="11042" y="11591"/>
                    <a:pt x="11542" y="11691"/>
                    <a:pt x="11943" y="11691"/>
                  </a:cubicBezTo>
                  <a:cubicBezTo>
                    <a:pt x="12310" y="11691"/>
                    <a:pt x="12610" y="11591"/>
                    <a:pt x="12810" y="11558"/>
                  </a:cubicBezTo>
                  <a:cubicBezTo>
                    <a:pt x="12977" y="11524"/>
                    <a:pt x="13110" y="11491"/>
                    <a:pt x="13110" y="11491"/>
                  </a:cubicBezTo>
                  <a:cubicBezTo>
                    <a:pt x="13302" y="11409"/>
                    <a:pt x="13246" y="11191"/>
                    <a:pt x="13090" y="11191"/>
                  </a:cubicBezTo>
                  <a:cubicBezTo>
                    <a:pt x="13056" y="11191"/>
                    <a:pt x="13018" y="11201"/>
                    <a:pt x="12977" y="11224"/>
                  </a:cubicBezTo>
                  <a:cubicBezTo>
                    <a:pt x="12977" y="11224"/>
                    <a:pt x="12843" y="11258"/>
                    <a:pt x="12677" y="11324"/>
                  </a:cubicBezTo>
                  <a:cubicBezTo>
                    <a:pt x="12610" y="11324"/>
                    <a:pt x="12476" y="11358"/>
                    <a:pt x="12343" y="11358"/>
                  </a:cubicBezTo>
                  <a:lnTo>
                    <a:pt x="11876" y="11358"/>
                  </a:lnTo>
                  <a:cubicBezTo>
                    <a:pt x="11609" y="11324"/>
                    <a:pt x="11209" y="11224"/>
                    <a:pt x="10875" y="10991"/>
                  </a:cubicBezTo>
                  <a:cubicBezTo>
                    <a:pt x="10608" y="10724"/>
                    <a:pt x="10342" y="10290"/>
                    <a:pt x="10175" y="9790"/>
                  </a:cubicBezTo>
                  <a:cubicBezTo>
                    <a:pt x="9841" y="8789"/>
                    <a:pt x="9775" y="7555"/>
                    <a:pt x="9341" y="6287"/>
                  </a:cubicBezTo>
                  <a:cubicBezTo>
                    <a:pt x="9141" y="5687"/>
                    <a:pt x="8807" y="5053"/>
                    <a:pt x="8273" y="4586"/>
                  </a:cubicBezTo>
                  <a:cubicBezTo>
                    <a:pt x="8007" y="4353"/>
                    <a:pt x="7673" y="4253"/>
                    <a:pt x="7373" y="4119"/>
                  </a:cubicBezTo>
                  <a:cubicBezTo>
                    <a:pt x="7073" y="4052"/>
                    <a:pt x="6739" y="4019"/>
                    <a:pt x="6506" y="3952"/>
                  </a:cubicBezTo>
                  <a:cubicBezTo>
                    <a:pt x="6339" y="3952"/>
                    <a:pt x="6239" y="3919"/>
                    <a:pt x="6139" y="3919"/>
                  </a:cubicBezTo>
                  <a:cubicBezTo>
                    <a:pt x="6039" y="3886"/>
                    <a:pt x="5905" y="3886"/>
                    <a:pt x="5838" y="3786"/>
                  </a:cubicBezTo>
                  <a:cubicBezTo>
                    <a:pt x="5772" y="3752"/>
                    <a:pt x="5638" y="3686"/>
                    <a:pt x="5538" y="3585"/>
                  </a:cubicBezTo>
                  <a:lnTo>
                    <a:pt x="5371" y="3452"/>
                  </a:lnTo>
                  <a:lnTo>
                    <a:pt x="5338" y="3419"/>
                  </a:lnTo>
                  <a:lnTo>
                    <a:pt x="5305" y="3352"/>
                  </a:lnTo>
                  <a:cubicBezTo>
                    <a:pt x="5004" y="2918"/>
                    <a:pt x="4904" y="2285"/>
                    <a:pt x="4738" y="1684"/>
                  </a:cubicBezTo>
                  <a:cubicBezTo>
                    <a:pt x="4671" y="1351"/>
                    <a:pt x="4537" y="1017"/>
                    <a:pt x="4304" y="717"/>
                  </a:cubicBezTo>
                  <a:cubicBezTo>
                    <a:pt x="4204" y="550"/>
                    <a:pt x="4037" y="417"/>
                    <a:pt x="3870" y="350"/>
                  </a:cubicBezTo>
                  <a:cubicBezTo>
                    <a:pt x="3737" y="250"/>
                    <a:pt x="3570" y="183"/>
                    <a:pt x="3403" y="116"/>
                  </a:cubicBezTo>
                  <a:cubicBezTo>
                    <a:pt x="3177" y="37"/>
                    <a:pt x="2943" y="0"/>
                    <a:pt x="27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60" name="Google Shape;1960;p17"/>
            <p:cNvSpPr/>
            <p:nvPr/>
          </p:nvSpPr>
          <p:spPr>
            <a:xfrm>
              <a:off x="9841330" y="1567972"/>
              <a:ext cx="27059" cy="11288"/>
            </a:xfrm>
            <a:custGeom>
              <a:avLst/>
              <a:gdLst/>
              <a:ahLst/>
              <a:cxnLst/>
              <a:rect l="l" t="t" r="r" b="b"/>
              <a:pathLst>
                <a:path w="1201" h="501" extrusionOk="0">
                  <a:moveTo>
                    <a:pt x="634" y="0"/>
                  </a:moveTo>
                  <a:cubicBezTo>
                    <a:pt x="500" y="0"/>
                    <a:pt x="334" y="0"/>
                    <a:pt x="200" y="34"/>
                  </a:cubicBezTo>
                  <a:cubicBezTo>
                    <a:pt x="100" y="100"/>
                    <a:pt x="0" y="134"/>
                    <a:pt x="0" y="134"/>
                  </a:cubicBezTo>
                  <a:lnTo>
                    <a:pt x="33" y="400"/>
                  </a:lnTo>
                  <a:cubicBezTo>
                    <a:pt x="33" y="400"/>
                    <a:pt x="133" y="400"/>
                    <a:pt x="267" y="434"/>
                  </a:cubicBezTo>
                  <a:cubicBezTo>
                    <a:pt x="367" y="467"/>
                    <a:pt x="500" y="501"/>
                    <a:pt x="600" y="501"/>
                  </a:cubicBezTo>
                  <a:lnTo>
                    <a:pt x="1101" y="501"/>
                  </a:lnTo>
                  <a:cubicBezTo>
                    <a:pt x="1134" y="501"/>
                    <a:pt x="1201" y="300"/>
                    <a:pt x="1168" y="267"/>
                  </a:cubicBezTo>
                  <a:cubicBezTo>
                    <a:pt x="1168" y="267"/>
                    <a:pt x="1134" y="200"/>
                    <a:pt x="1001" y="134"/>
                  </a:cubicBezTo>
                  <a:cubicBezTo>
                    <a:pt x="934" y="100"/>
                    <a:pt x="767" y="0"/>
                    <a:pt x="6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61" name="Google Shape;1961;p17"/>
            <p:cNvSpPr/>
            <p:nvPr/>
          </p:nvSpPr>
          <p:spPr>
            <a:xfrm>
              <a:off x="9847323" y="1587506"/>
              <a:ext cx="27847" cy="12189"/>
            </a:xfrm>
            <a:custGeom>
              <a:avLst/>
              <a:gdLst/>
              <a:ahLst/>
              <a:cxnLst/>
              <a:rect l="l" t="t" r="r" b="b"/>
              <a:pathLst>
                <a:path w="1236" h="541" extrusionOk="0">
                  <a:moveTo>
                    <a:pt x="568" y="0"/>
                  </a:moveTo>
                  <a:cubicBezTo>
                    <a:pt x="368" y="67"/>
                    <a:pt x="1" y="234"/>
                    <a:pt x="1" y="234"/>
                  </a:cubicBezTo>
                  <a:lnTo>
                    <a:pt x="34" y="467"/>
                  </a:lnTo>
                  <a:cubicBezTo>
                    <a:pt x="34" y="467"/>
                    <a:pt x="304" y="541"/>
                    <a:pt x="549" y="541"/>
                  </a:cubicBezTo>
                  <a:cubicBezTo>
                    <a:pt x="590" y="541"/>
                    <a:pt x="630" y="539"/>
                    <a:pt x="668" y="534"/>
                  </a:cubicBezTo>
                  <a:cubicBezTo>
                    <a:pt x="868" y="467"/>
                    <a:pt x="1235" y="367"/>
                    <a:pt x="1235" y="367"/>
                  </a:cubicBezTo>
                  <a:lnTo>
                    <a:pt x="1235" y="101"/>
                  </a:lnTo>
                  <a:cubicBezTo>
                    <a:pt x="1235" y="101"/>
                    <a:pt x="835" y="0"/>
                    <a:pt x="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62" name="Google Shape;1962;p17"/>
            <p:cNvSpPr/>
            <p:nvPr/>
          </p:nvSpPr>
          <p:spPr>
            <a:xfrm>
              <a:off x="9856357" y="1612311"/>
              <a:ext cx="28568" cy="14599"/>
            </a:xfrm>
            <a:custGeom>
              <a:avLst/>
              <a:gdLst/>
              <a:ahLst/>
              <a:cxnLst/>
              <a:rect l="l" t="t" r="r" b="b"/>
              <a:pathLst>
                <a:path w="1268" h="648" extrusionOk="0">
                  <a:moveTo>
                    <a:pt x="1134" y="0"/>
                  </a:moveTo>
                  <a:cubicBezTo>
                    <a:pt x="1134" y="0"/>
                    <a:pt x="1034" y="0"/>
                    <a:pt x="934" y="34"/>
                  </a:cubicBezTo>
                  <a:cubicBezTo>
                    <a:pt x="801" y="100"/>
                    <a:pt x="634" y="100"/>
                    <a:pt x="534" y="134"/>
                  </a:cubicBezTo>
                  <a:cubicBezTo>
                    <a:pt x="467" y="167"/>
                    <a:pt x="334" y="267"/>
                    <a:pt x="200" y="300"/>
                  </a:cubicBezTo>
                  <a:cubicBezTo>
                    <a:pt x="100" y="334"/>
                    <a:pt x="0" y="367"/>
                    <a:pt x="0" y="367"/>
                  </a:cubicBezTo>
                  <a:lnTo>
                    <a:pt x="34" y="634"/>
                  </a:lnTo>
                  <a:lnTo>
                    <a:pt x="300" y="634"/>
                  </a:lnTo>
                  <a:cubicBezTo>
                    <a:pt x="340" y="644"/>
                    <a:pt x="381" y="648"/>
                    <a:pt x="424" y="648"/>
                  </a:cubicBezTo>
                  <a:cubicBezTo>
                    <a:pt x="526" y="648"/>
                    <a:pt x="630" y="624"/>
                    <a:pt x="701" y="601"/>
                  </a:cubicBezTo>
                  <a:cubicBezTo>
                    <a:pt x="834" y="534"/>
                    <a:pt x="1001" y="467"/>
                    <a:pt x="1101" y="367"/>
                  </a:cubicBezTo>
                  <a:lnTo>
                    <a:pt x="1268" y="200"/>
                  </a:lnTo>
                  <a:lnTo>
                    <a:pt x="11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63" name="Google Shape;1963;p17"/>
            <p:cNvSpPr/>
            <p:nvPr/>
          </p:nvSpPr>
          <p:spPr>
            <a:xfrm>
              <a:off x="9868366" y="1628082"/>
              <a:ext cx="33840" cy="21066"/>
            </a:xfrm>
            <a:custGeom>
              <a:avLst/>
              <a:gdLst/>
              <a:ahLst/>
              <a:cxnLst/>
              <a:rect l="l" t="t" r="r" b="b"/>
              <a:pathLst>
                <a:path w="1502" h="935" extrusionOk="0">
                  <a:moveTo>
                    <a:pt x="1435" y="1"/>
                  </a:moveTo>
                  <a:cubicBezTo>
                    <a:pt x="1435" y="1"/>
                    <a:pt x="968" y="134"/>
                    <a:pt x="668" y="268"/>
                  </a:cubicBezTo>
                  <a:cubicBezTo>
                    <a:pt x="435" y="434"/>
                    <a:pt x="68" y="735"/>
                    <a:pt x="68" y="735"/>
                  </a:cubicBezTo>
                  <a:cubicBezTo>
                    <a:pt x="1" y="735"/>
                    <a:pt x="134" y="935"/>
                    <a:pt x="134" y="935"/>
                  </a:cubicBezTo>
                  <a:cubicBezTo>
                    <a:pt x="134" y="935"/>
                    <a:pt x="601" y="801"/>
                    <a:pt x="902" y="668"/>
                  </a:cubicBezTo>
                  <a:cubicBezTo>
                    <a:pt x="1135" y="501"/>
                    <a:pt x="1502" y="234"/>
                    <a:pt x="1502" y="234"/>
                  </a:cubicBezTo>
                  <a:cubicBezTo>
                    <a:pt x="1502" y="168"/>
                    <a:pt x="1435" y="1"/>
                    <a:pt x="14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64" name="Google Shape;1964;p17"/>
            <p:cNvSpPr/>
            <p:nvPr/>
          </p:nvSpPr>
          <p:spPr>
            <a:xfrm>
              <a:off x="9887156" y="1656650"/>
              <a:ext cx="16560" cy="12054"/>
            </a:xfrm>
            <a:custGeom>
              <a:avLst/>
              <a:gdLst/>
              <a:ahLst/>
              <a:cxnLst/>
              <a:rect l="l" t="t" r="r" b="b"/>
              <a:pathLst>
                <a:path w="735" h="535" extrusionOk="0">
                  <a:moveTo>
                    <a:pt x="601" y="0"/>
                  </a:moveTo>
                  <a:cubicBezTo>
                    <a:pt x="601" y="0"/>
                    <a:pt x="368" y="0"/>
                    <a:pt x="268" y="67"/>
                  </a:cubicBezTo>
                  <a:cubicBezTo>
                    <a:pt x="168" y="67"/>
                    <a:pt x="134" y="167"/>
                    <a:pt x="101" y="200"/>
                  </a:cubicBezTo>
                  <a:lnTo>
                    <a:pt x="1" y="301"/>
                  </a:lnTo>
                  <a:cubicBezTo>
                    <a:pt x="1" y="334"/>
                    <a:pt x="101" y="534"/>
                    <a:pt x="101" y="534"/>
                  </a:cubicBezTo>
                  <a:lnTo>
                    <a:pt x="201" y="534"/>
                  </a:lnTo>
                  <a:cubicBezTo>
                    <a:pt x="301" y="534"/>
                    <a:pt x="401" y="534"/>
                    <a:pt x="468" y="501"/>
                  </a:cubicBezTo>
                  <a:cubicBezTo>
                    <a:pt x="601" y="401"/>
                    <a:pt x="735" y="200"/>
                    <a:pt x="735" y="200"/>
                  </a:cubicBezTo>
                  <a:cubicBezTo>
                    <a:pt x="735" y="167"/>
                    <a:pt x="601"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65" name="Google Shape;1965;p17"/>
            <p:cNvSpPr/>
            <p:nvPr/>
          </p:nvSpPr>
          <p:spPr>
            <a:xfrm>
              <a:off x="10013414" y="1660075"/>
              <a:ext cx="30100" cy="13135"/>
            </a:xfrm>
            <a:custGeom>
              <a:avLst/>
              <a:gdLst/>
              <a:ahLst/>
              <a:cxnLst/>
              <a:rect l="l" t="t" r="r" b="b"/>
              <a:pathLst>
                <a:path w="1336" h="583" extrusionOk="0">
                  <a:moveTo>
                    <a:pt x="934" y="0"/>
                  </a:moveTo>
                  <a:cubicBezTo>
                    <a:pt x="827" y="0"/>
                    <a:pt x="701" y="15"/>
                    <a:pt x="635" y="15"/>
                  </a:cubicBezTo>
                  <a:cubicBezTo>
                    <a:pt x="501" y="48"/>
                    <a:pt x="334" y="149"/>
                    <a:pt x="201" y="215"/>
                  </a:cubicBezTo>
                  <a:cubicBezTo>
                    <a:pt x="68" y="315"/>
                    <a:pt x="1" y="382"/>
                    <a:pt x="1" y="382"/>
                  </a:cubicBezTo>
                  <a:lnTo>
                    <a:pt x="134" y="582"/>
                  </a:lnTo>
                  <a:cubicBezTo>
                    <a:pt x="134" y="582"/>
                    <a:pt x="201" y="582"/>
                    <a:pt x="334" y="549"/>
                  </a:cubicBezTo>
                  <a:cubicBezTo>
                    <a:pt x="468" y="515"/>
                    <a:pt x="568" y="515"/>
                    <a:pt x="701" y="482"/>
                  </a:cubicBezTo>
                  <a:cubicBezTo>
                    <a:pt x="835" y="482"/>
                    <a:pt x="968" y="382"/>
                    <a:pt x="1068" y="382"/>
                  </a:cubicBezTo>
                  <a:cubicBezTo>
                    <a:pt x="1202" y="382"/>
                    <a:pt x="1302" y="349"/>
                    <a:pt x="1302" y="349"/>
                  </a:cubicBezTo>
                  <a:cubicBezTo>
                    <a:pt x="1302" y="315"/>
                    <a:pt x="1335" y="82"/>
                    <a:pt x="1335" y="82"/>
                  </a:cubicBezTo>
                  <a:lnTo>
                    <a:pt x="1068" y="15"/>
                  </a:lnTo>
                  <a:cubicBezTo>
                    <a:pt x="1035" y="4"/>
                    <a:pt x="987" y="0"/>
                    <a:pt x="9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66" name="Google Shape;1966;p17"/>
            <p:cNvSpPr/>
            <p:nvPr/>
          </p:nvSpPr>
          <p:spPr>
            <a:xfrm>
              <a:off x="10009674" y="1688215"/>
              <a:ext cx="33840" cy="13541"/>
            </a:xfrm>
            <a:custGeom>
              <a:avLst/>
              <a:gdLst/>
              <a:ahLst/>
              <a:cxnLst/>
              <a:rect l="l" t="t" r="r" b="b"/>
              <a:pathLst>
                <a:path w="1502" h="601" extrusionOk="0">
                  <a:moveTo>
                    <a:pt x="1401" y="0"/>
                  </a:moveTo>
                  <a:cubicBezTo>
                    <a:pt x="1401" y="0"/>
                    <a:pt x="967" y="0"/>
                    <a:pt x="667" y="100"/>
                  </a:cubicBezTo>
                  <a:cubicBezTo>
                    <a:pt x="400" y="134"/>
                    <a:pt x="0" y="334"/>
                    <a:pt x="0" y="334"/>
                  </a:cubicBezTo>
                  <a:lnTo>
                    <a:pt x="33" y="601"/>
                  </a:lnTo>
                  <a:cubicBezTo>
                    <a:pt x="33" y="601"/>
                    <a:pt x="500" y="601"/>
                    <a:pt x="801" y="567"/>
                  </a:cubicBezTo>
                  <a:cubicBezTo>
                    <a:pt x="1067" y="501"/>
                    <a:pt x="1501" y="267"/>
                    <a:pt x="1501" y="267"/>
                  </a:cubicBezTo>
                  <a:cubicBezTo>
                    <a:pt x="1501" y="234"/>
                    <a:pt x="1468" y="67"/>
                    <a:pt x="14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67" name="Google Shape;1967;p17"/>
            <p:cNvSpPr/>
            <p:nvPr/>
          </p:nvSpPr>
          <p:spPr>
            <a:xfrm>
              <a:off x="10018686" y="1716445"/>
              <a:ext cx="24828" cy="11197"/>
            </a:xfrm>
            <a:custGeom>
              <a:avLst/>
              <a:gdLst/>
              <a:ahLst/>
              <a:cxnLst/>
              <a:rect l="l" t="t" r="r" b="b"/>
              <a:pathLst>
                <a:path w="1102" h="497" extrusionOk="0">
                  <a:moveTo>
                    <a:pt x="728" y="0"/>
                  </a:moveTo>
                  <a:cubicBezTo>
                    <a:pt x="649" y="0"/>
                    <a:pt x="567" y="4"/>
                    <a:pt x="501" y="15"/>
                  </a:cubicBezTo>
                  <a:cubicBezTo>
                    <a:pt x="301" y="48"/>
                    <a:pt x="0" y="215"/>
                    <a:pt x="0" y="215"/>
                  </a:cubicBezTo>
                  <a:lnTo>
                    <a:pt x="67" y="482"/>
                  </a:lnTo>
                  <a:cubicBezTo>
                    <a:pt x="67" y="482"/>
                    <a:pt x="215" y="497"/>
                    <a:pt x="373" y="497"/>
                  </a:cubicBezTo>
                  <a:cubicBezTo>
                    <a:pt x="453" y="497"/>
                    <a:pt x="534" y="493"/>
                    <a:pt x="601" y="482"/>
                  </a:cubicBezTo>
                  <a:cubicBezTo>
                    <a:pt x="801" y="415"/>
                    <a:pt x="1101" y="248"/>
                    <a:pt x="1101" y="248"/>
                  </a:cubicBezTo>
                  <a:cubicBezTo>
                    <a:pt x="1101" y="248"/>
                    <a:pt x="1068" y="48"/>
                    <a:pt x="1034" y="15"/>
                  </a:cubicBezTo>
                  <a:cubicBezTo>
                    <a:pt x="1034" y="15"/>
                    <a:pt x="886"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68" name="Google Shape;1968;p17"/>
            <p:cNvSpPr/>
            <p:nvPr/>
          </p:nvSpPr>
          <p:spPr>
            <a:xfrm>
              <a:off x="10025445" y="1738569"/>
              <a:ext cx="19556" cy="12797"/>
            </a:xfrm>
            <a:custGeom>
              <a:avLst/>
              <a:gdLst/>
              <a:ahLst/>
              <a:cxnLst/>
              <a:rect l="l" t="t" r="r" b="b"/>
              <a:pathLst>
                <a:path w="868" h="568" extrusionOk="0">
                  <a:moveTo>
                    <a:pt x="768" y="0"/>
                  </a:moveTo>
                  <a:cubicBezTo>
                    <a:pt x="768" y="0"/>
                    <a:pt x="468" y="34"/>
                    <a:pt x="334" y="67"/>
                  </a:cubicBezTo>
                  <a:cubicBezTo>
                    <a:pt x="201" y="167"/>
                    <a:pt x="1" y="267"/>
                    <a:pt x="1" y="267"/>
                  </a:cubicBezTo>
                  <a:lnTo>
                    <a:pt x="1" y="534"/>
                  </a:lnTo>
                  <a:cubicBezTo>
                    <a:pt x="1" y="534"/>
                    <a:pt x="34" y="567"/>
                    <a:pt x="167" y="567"/>
                  </a:cubicBezTo>
                  <a:cubicBezTo>
                    <a:pt x="301" y="567"/>
                    <a:pt x="434" y="567"/>
                    <a:pt x="501" y="534"/>
                  </a:cubicBezTo>
                  <a:cubicBezTo>
                    <a:pt x="668" y="434"/>
                    <a:pt x="868" y="234"/>
                    <a:pt x="868" y="234"/>
                  </a:cubicBezTo>
                  <a:cubicBezTo>
                    <a:pt x="868" y="234"/>
                    <a:pt x="801" y="34"/>
                    <a:pt x="7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69" name="Google Shape;1969;p17"/>
            <p:cNvSpPr/>
            <p:nvPr/>
          </p:nvSpPr>
          <p:spPr>
            <a:xfrm>
              <a:off x="10029951" y="1759612"/>
              <a:ext cx="24085" cy="22553"/>
            </a:xfrm>
            <a:custGeom>
              <a:avLst/>
              <a:gdLst/>
              <a:ahLst/>
              <a:cxnLst/>
              <a:rect l="l" t="t" r="r" b="b"/>
              <a:pathLst>
                <a:path w="1069" h="1001" extrusionOk="0">
                  <a:moveTo>
                    <a:pt x="935" y="0"/>
                  </a:moveTo>
                  <a:cubicBezTo>
                    <a:pt x="935" y="0"/>
                    <a:pt x="835" y="67"/>
                    <a:pt x="735" y="100"/>
                  </a:cubicBezTo>
                  <a:cubicBezTo>
                    <a:pt x="601" y="134"/>
                    <a:pt x="434" y="234"/>
                    <a:pt x="334" y="300"/>
                  </a:cubicBezTo>
                  <a:cubicBezTo>
                    <a:pt x="268" y="434"/>
                    <a:pt x="134" y="567"/>
                    <a:pt x="101" y="667"/>
                  </a:cubicBezTo>
                  <a:cubicBezTo>
                    <a:pt x="67" y="801"/>
                    <a:pt x="1" y="901"/>
                    <a:pt x="1" y="901"/>
                  </a:cubicBezTo>
                  <a:lnTo>
                    <a:pt x="234" y="1001"/>
                  </a:lnTo>
                  <a:cubicBezTo>
                    <a:pt x="234" y="1001"/>
                    <a:pt x="301" y="968"/>
                    <a:pt x="401" y="901"/>
                  </a:cubicBezTo>
                  <a:cubicBezTo>
                    <a:pt x="468" y="801"/>
                    <a:pt x="601" y="767"/>
                    <a:pt x="668" y="667"/>
                  </a:cubicBezTo>
                  <a:cubicBezTo>
                    <a:pt x="768" y="634"/>
                    <a:pt x="835" y="501"/>
                    <a:pt x="935" y="434"/>
                  </a:cubicBezTo>
                  <a:cubicBezTo>
                    <a:pt x="968" y="334"/>
                    <a:pt x="1068" y="267"/>
                    <a:pt x="1068" y="267"/>
                  </a:cubicBezTo>
                  <a:cubicBezTo>
                    <a:pt x="1068" y="267"/>
                    <a:pt x="935" y="10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70" name="Google Shape;1970;p17"/>
            <p:cNvSpPr/>
            <p:nvPr/>
          </p:nvSpPr>
          <p:spPr>
            <a:xfrm>
              <a:off x="10050251" y="1791920"/>
              <a:ext cx="12797" cy="11625"/>
            </a:xfrm>
            <a:custGeom>
              <a:avLst/>
              <a:gdLst/>
              <a:ahLst/>
              <a:cxnLst/>
              <a:rect l="l" t="t" r="r" b="b"/>
              <a:pathLst>
                <a:path w="568" h="516" extrusionOk="0">
                  <a:moveTo>
                    <a:pt x="367" y="1"/>
                  </a:moveTo>
                  <a:cubicBezTo>
                    <a:pt x="367" y="34"/>
                    <a:pt x="200" y="34"/>
                    <a:pt x="134" y="34"/>
                  </a:cubicBezTo>
                  <a:lnTo>
                    <a:pt x="0" y="201"/>
                  </a:lnTo>
                  <a:lnTo>
                    <a:pt x="0" y="468"/>
                  </a:lnTo>
                  <a:cubicBezTo>
                    <a:pt x="0" y="468"/>
                    <a:pt x="34" y="468"/>
                    <a:pt x="100" y="501"/>
                  </a:cubicBezTo>
                  <a:cubicBezTo>
                    <a:pt x="134" y="512"/>
                    <a:pt x="163" y="516"/>
                    <a:pt x="192" y="516"/>
                  </a:cubicBezTo>
                  <a:cubicBezTo>
                    <a:pt x="249" y="516"/>
                    <a:pt x="301" y="501"/>
                    <a:pt x="367" y="501"/>
                  </a:cubicBezTo>
                  <a:cubicBezTo>
                    <a:pt x="434" y="468"/>
                    <a:pt x="467" y="401"/>
                    <a:pt x="534" y="334"/>
                  </a:cubicBezTo>
                  <a:cubicBezTo>
                    <a:pt x="567" y="234"/>
                    <a:pt x="567" y="201"/>
                    <a:pt x="567" y="201"/>
                  </a:cubicBezTo>
                  <a:cubicBezTo>
                    <a:pt x="567" y="201"/>
                    <a:pt x="434" y="34"/>
                    <a:pt x="3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71" name="Google Shape;1971;p17"/>
            <p:cNvSpPr/>
            <p:nvPr/>
          </p:nvSpPr>
          <p:spPr>
            <a:xfrm>
              <a:off x="10217829" y="1522124"/>
              <a:ext cx="18813" cy="11288"/>
            </a:xfrm>
            <a:custGeom>
              <a:avLst/>
              <a:gdLst/>
              <a:ahLst/>
              <a:cxnLst/>
              <a:rect l="l" t="t" r="r" b="b"/>
              <a:pathLst>
                <a:path w="835" h="501" extrusionOk="0">
                  <a:moveTo>
                    <a:pt x="468" y="0"/>
                  </a:moveTo>
                  <a:cubicBezTo>
                    <a:pt x="301" y="0"/>
                    <a:pt x="68" y="34"/>
                    <a:pt x="68" y="34"/>
                  </a:cubicBezTo>
                  <a:lnTo>
                    <a:pt x="1" y="301"/>
                  </a:lnTo>
                  <a:cubicBezTo>
                    <a:pt x="1" y="301"/>
                    <a:pt x="234" y="467"/>
                    <a:pt x="401" y="501"/>
                  </a:cubicBezTo>
                  <a:cubicBezTo>
                    <a:pt x="568" y="501"/>
                    <a:pt x="835" y="434"/>
                    <a:pt x="835" y="434"/>
                  </a:cubicBezTo>
                  <a:lnTo>
                    <a:pt x="835" y="167"/>
                  </a:lnTo>
                  <a:cubicBezTo>
                    <a:pt x="835" y="167"/>
                    <a:pt x="601" y="0"/>
                    <a:pt x="4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72" name="Google Shape;1972;p17"/>
            <p:cNvSpPr/>
            <p:nvPr/>
          </p:nvSpPr>
          <p:spPr>
            <a:xfrm>
              <a:off x="10219338" y="1543167"/>
              <a:ext cx="22575" cy="11288"/>
            </a:xfrm>
            <a:custGeom>
              <a:avLst/>
              <a:gdLst/>
              <a:ahLst/>
              <a:cxnLst/>
              <a:rect l="l" t="t" r="r" b="b"/>
              <a:pathLst>
                <a:path w="1002" h="501" extrusionOk="0">
                  <a:moveTo>
                    <a:pt x="501" y="0"/>
                  </a:moveTo>
                  <a:cubicBezTo>
                    <a:pt x="268" y="0"/>
                    <a:pt x="1" y="100"/>
                    <a:pt x="1" y="100"/>
                  </a:cubicBezTo>
                  <a:lnTo>
                    <a:pt x="1" y="367"/>
                  </a:lnTo>
                  <a:cubicBezTo>
                    <a:pt x="1" y="367"/>
                    <a:pt x="268" y="501"/>
                    <a:pt x="501" y="501"/>
                  </a:cubicBezTo>
                  <a:cubicBezTo>
                    <a:pt x="701" y="501"/>
                    <a:pt x="1001" y="367"/>
                    <a:pt x="1001" y="367"/>
                  </a:cubicBezTo>
                  <a:lnTo>
                    <a:pt x="1001" y="100"/>
                  </a:lnTo>
                  <a:cubicBezTo>
                    <a:pt x="1001" y="100"/>
                    <a:pt x="701" y="0"/>
                    <a:pt x="5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73" name="Google Shape;1973;p17"/>
            <p:cNvSpPr/>
            <p:nvPr/>
          </p:nvSpPr>
          <p:spPr>
            <a:xfrm>
              <a:off x="10220848" y="1563466"/>
              <a:ext cx="30844" cy="12031"/>
            </a:xfrm>
            <a:custGeom>
              <a:avLst/>
              <a:gdLst/>
              <a:ahLst/>
              <a:cxnLst/>
              <a:rect l="l" t="t" r="r" b="b"/>
              <a:pathLst>
                <a:path w="1369" h="534" extrusionOk="0">
                  <a:moveTo>
                    <a:pt x="1335" y="0"/>
                  </a:moveTo>
                  <a:cubicBezTo>
                    <a:pt x="1334" y="0"/>
                    <a:pt x="934" y="0"/>
                    <a:pt x="668" y="33"/>
                  </a:cubicBezTo>
                  <a:cubicBezTo>
                    <a:pt x="434" y="100"/>
                    <a:pt x="0" y="200"/>
                    <a:pt x="0" y="200"/>
                  </a:cubicBezTo>
                  <a:lnTo>
                    <a:pt x="0" y="467"/>
                  </a:lnTo>
                  <a:cubicBezTo>
                    <a:pt x="0" y="467"/>
                    <a:pt x="434" y="534"/>
                    <a:pt x="701" y="534"/>
                  </a:cubicBezTo>
                  <a:cubicBezTo>
                    <a:pt x="1001" y="467"/>
                    <a:pt x="1368" y="267"/>
                    <a:pt x="1368" y="267"/>
                  </a:cubicBezTo>
                  <a:cubicBezTo>
                    <a:pt x="1368" y="200"/>
                    <a:pt x="1301" y="0"/>
                    <a:pt x="13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74" name="Google Shape;1974;p17"/>
            <p:cNvSpPr/>
            <p:nvPr/>
          </p:nvSpPr>
          <p:spPr>
            <a:xfrm>
              <a:off x="10231369" y="1587506"/>
              <a:ext cx="27081" cy="12910"/>
            </a:xfrm>
            <a:custGeom>
              <a:avLst/>
              <a:gdLst/>
              <a:ahLst/>
              <a:cxnLst/>
              <a:rect l="l" t="t" r="r" b="b"/>
              <a:pathLst>
                <a:path w="1202" h="573" extrusionOk="0">
                  <a:moveTo>
                    <a:pt x="901" y="0"/>
                  </a:moveTo>
                  <a:cubicBezTo>
                    <a:pt x="851" y="34"/>
                    <a:pt x="784" y="34"/>
                    <a:pt x="718" y="34"/>
                  </a:cubicBezTo>
                  <a:cubicBezTo>
                    <a:pt x="651" y="34"/>
                    <a:pt x="584" y="34"/>
                    <a:pt x="534" y="67"/>
                  </a:cubicBezTo>
                  <a:cubicBezTo>
                    <a:pt x="334" y="101"/>
                    <a:pt x="0" y="234"/>
                    <a:pt x="0" y="234"/>
                  </a:cubicBezTo>
                  <a:lnTo>
                    <a:pt x="0" y="467"/>
                  </a:lnTo>
                  <a:cubicBezTo>
                    <a:pt x="0" y="467"/>
                    <a:pt x="290" y="573"/>
                    <a:pt x="542" y="573"/>
                  </a:cubicBezTo>
                  <a:cubicBezTo>
                    <a:pt x="574" y="573"/>
                    <a:pt x="605" y="571"/>
                    <a:pt x="634" y="568"/>
                  </a:cubicBezTo>
                  <a:cubicBezTo>
                    <a:pt x="734" y="534"/>
                    <a:pt x="868" y="467"/>
                    <a:pt x="1001" y="401"/>
                  </a:cubicBezTo>
                  <a:cubicBezTo>
                    <a:pt x="1135" y="301"/>
                    <a:pt x="1201" y="267"/>
                    <a:pt x="1201" y="267"/>
                  </a:cubicBezTo>
                  <a:cubicBezTo>
                    <a:pt x="1201" y="267"/>
                    <a:pt x="1135" y="67"/>
                    <a:pt x="11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75" name="Google Shape;1975;p17"/>
            <p:cNvSpPr/>
            <p:nvPr/>
          </p:nvSpPr>
          <p:spPr>
            <a:xfrm>
              <a:off x="10253156" y="1605394"/>
              <a:ext cx="20322" cy="11445"/>
            </a:xfrm>
            <a:custGeom>
              <a:avLst/>
              <a:gdLst/>
              <a:ahLst/>
              <a:cxnLst/>
              <a:rect l="l" t="t" r="r" b="b"/>
              <a:pathLst>
                <a:path w="902" h="508" extrusionOk="0">
                  <a:moveTo>
                    <a:pt x="479" y="0"/>
                  </a:moveTo>
                  <a:cubicBezTo>
                    <a:pt x="451" y="0"/>
                    <a:pt x="425" y="2"/>
                    <a:pt x="401" y="7"/>
                  </a:cubicBezTo>
                  <a:cubicBezTo>
                    <a:pt x="234" y="74"/>
                    <a:pt x="1" y="174"/>
                    <a:pt x="1" y="174"/>
                  </a:cubicBezTo>
                  <a:lnTo>
                    <a:pt x="1" y="441"/>
                  </a:lnTo>
                  <a:cubicBezTo>
                    <a:pt x="1" y="441"/>
                    <a:pt x="268" y="507"/>
                    <a:pt x="501" y="507"/>
                  </a:cubicBezTo>
                  <a:cubicBezTo>
                    <a:pt x="635" y="474"/>
                    <a:pt x="901" y="307"/>
                    <a:pt x="901" y="307"/>
                  </a:cubicBezTo>
                  <a:cubicBezTo>
                    <a:pt x="901" y="307"/>
                    <a:pt x="868" y="107"/>
                    <a:pt x="868" y="74"/>
                  </a:cubicBezTo>
                  <a:cubicBezTo>
                    <a:pt x="868" y="74"/>
                    <a:pt x="648" y="0"/>
                    <a:pt x="4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76" name="Google Shape;1976;p17"/>
            <p:cNvSpPr/>
            <p:nvPr/>
          </p:nvSpPr>
          <p:spPr>
            <a:xfrm>
              <a:off x="10362877" y="1634661"/>
              <a:ext cx="20322" cy="12729"/>
            </a:xfrm>
            <a:custGeom>
              <a:avLst/>
              <a:gdLst/>
              <a:ahLst/>
              <a:cxnLst/>
              <a:rect l="l" t="t" r="r" b="b"/>
              <a:pathLst>
                <a:path w="902" h="565" extrusionOk="0">
                  <a:moveTo>
                    <a:pt x="205" y="1"/>
                  </a:moveTo>
                  <a:cubicBezTo>
                    <a:pt x="109" y="1"/>
                    <a:pt x="34" y="9"/>
                    <a:pt x="34" y="9"/>
                  </a:cubicBezTo>
                  <a:lnTo>
                    <a:pt x="1" y="242"/>
                  </a:lnTo>
                  <a:cubicBezTo>
                    <a:pt x="1" y="242"/>
                    <a:pt x="201" y="476"/>
                    <a:pt x="368" y="509"/>
                  </a:cubicBezTo>
                  <a:cubicBezTo>
                    <a:pt x="439" y="552"/>
                    <a:pt x="535" y="564"/>
                    <a:pt x="622" y="564"/>
                  </a:cubicBezTo>
                  <a:cubicBezTo>
                    <a:pt x="737" y="564"/>
                    <a:pt x="835" y="543"/>
                    <a:pt x="835" y="543"/>
                  </a:cubicBezTo>
                  <a:cubicBezTo>
                    <a:pt x="835" y="543"/>
                    <a:pt x="902" y="343"/>
                    <a:pt x="868" y="309"/>
                  </a:cubicBezTo>
                  <a:cubicBezTo>
                    <a:pt x="868" y="309"/>
                    <a:pt x="668" y="109"/>
                    <a:pt x="501" y="42"/>
                  </a:cubicBezTo>
                  <a:cubicBezTo>
                    <a:pt x="418" y="9"/>
                    <a:pt x="301" y="1"/>
                    <a:pt x="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77" name="Google Shape;1977;p17"/>
            <p:cNvSpPr/>
            <p:nvPr/>
          </p:nvSpPr>
          <p:spPr>
            <a:xfrm>
              <a:off x="10359880" y="1661900"/>
              <a:ext cx="26315" cy="11310"/>
            </a:xfrm>
            <a:custGeom>
              <a:avLst/>
              <a:gdLst/>
              <a:ahLst/>
              <a:cxnLst/>
              <a:rect l="l" t="t" r="r" b="b"/>
              <a:pathLst>
                <a:path w="1168" h="502" extrusionOk="0">
                  <a:moveTo>
                    <a:pt x="101" y="1"/>
                  </a:moveTo>
                  <a:cubicBezTo>
                    <a:pt x="101" y="68"/>
                    <a:pt x="0" y="268"/>
                    <a:pt x="0" y="268"/>
                  </a:cubicBezTo>
                  <a:cubicBezTo>
                    <a:pt x="0" y="268"/>
                    <a:pt x="34" y="301"/>
                    <a:pt x="167" y="401"/>
                  </a:cubicBezTo>
                  <a:lnTo>
                    <a:pt x="534" y="501"/>
                  </a:lnTo>
                  <a:cubicBezTo>
                    <a:pt x="668" y="501"/>
                    <a:pt x="834" y="501"/>
                    <a:pt x="968" y="468"/>
                  </a:cubicBezTo>
                  <a:cubicBezTo>
                    <a:pt x="1101" y="434"/>
                    <a:pt x="1168" y="401"/>
                    <a:pt x="1168" y="401"/>
                  </a:cubicBezTo>
                  <a:cubicBezTo>
                    <a:pt x="1168" y="401"/>
                    <a:pt x="1135" y="168"/>
                    <a:pt x="1135" y="134"/>
                  </a:cubicBezTo>
                  <a:cubicBezTo>
                    <a:pt x="1135" y="134"/>
                    <a:pt x="1035" y="134"/>
                    <a:pt x="968" y="101"/>
                  </a:cubicBezTo>
                  <a:cubicBezTo>
                    <a:pt x="834" y="68"/>
                    <a:pt x="701" y="1"/>
                    <a:pt x="6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78" name="Google Shape;1978;p17"/>
            <p:cNvSpPr/>
            <p:nvPr/>
          </p:nvSpPr>
          <p:spPr>
            <a:xfrm>
              <a:off x="10364386" y="1689724"/>
              <a:ext cx="24828" cy="11288"/>
            </a:xfrm>
            <a:custGeom>
              <a:avLst/>
              <a:gdLst/>
              <a:ahLst/>
              <a:cxnLst/>
              <a:rect l="l" t="t" r="r" b="b"/>
              <a:pathLst>
                <a:path w="1102" h="501" extrusionOk="0">
                  <a:moveTo>
                    <a:pt x="501" y="0"/>
                  </a:moveTo>
                  <a:cubicBezTo>
                    <a:pt x="301" y="0"/>
                    <a:pt x="1" y="100"/>
                    <a:pt x="1" y="100"/>
                  </a:cubicBezTo>
                  <a:lnTo>
                    <a:pt x="1" y="367"/>
                  </a:lnTo>
                  <a:cubicBezTo>
                    <a:pt x="1" y="367"/>
                    <a:pt x="334" y="500"/>
                    <a:pt x="568" y="500"/>
                  </a:cubicBezTo>
                  <a:cubicBezTo>
                    <a:pt x="801" y="500"/>
                    <a:pt x="1101" y="300"/>
                    <a:pt x="1101" y="300"/>
                  </a:cubicBezTo>
                  <a:cubicBezTo>
                    <a:pt x="1101" y="300"/>
                    <a:pt x="1068" y="100"/>
                    <a:pt x="1001" y="33"/>
                  </a:cubicBezTo>
                  <a:cubicBezTo>
                    <a:pt x="1001" y="33"/>
                    <a:pt x="668" y="0"/>
                    <a:pt x="5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79" name="Google Shape;1979;p17"/>
            <p:cNvSpPr/>
            <p:nvPr/>
          </p:nvSpPr>
          <p:spPr>
            <a:xfrm>
              <a:off x="10377161" y="1720523"/>
              <a:ext cx="24085" cy="11310"/>
            </a:xfrm>
            <a:custGeom>
              <a:avLst/>
              <a:gdLst/>
              <a:ahLst/>
              <a:cxnLst/>
              <a:rect l="l" t="t" r="r" b="b"/>
              <a:pathLst>
                <a:path w="1069" h="502" extrusionOk="0">
                  <a:moveTo>
                    <a:pt x="534" y="1"/>
                  </a:moveTo>
                  <a:cubicBezTo>
                    <a:pt x="334" y="1"/>
                    <a:pt x="1" y="134"/>
                    <a:pt x="1" y="134"/>
                  </a:cubicBezTo>
                  <a:lnTo>
                    <a:pt x="1" y="368"/>
                  </a:lnTo>
                  <a:cubicBezTo>
                    <a:pt x="1" y="368"/>
                    <a:pt x="334" y="501"/>
                    <a:pt x="534" y="501"/>
                  </a:cubicBezTo>
                  <a:cubicBezTo>
                    <a:pt x="735" y="501"/>
                    <a:pt x="1068" y="368"/>
                    <a:pt x="1068" y="368"/>
                  </a:cubicBezTo>
                  <a:lnTo>
                    <a:pt x="1068" y="134"/>
                  </a:lnTo>
                  <a:cubicBezTo>
                    <a:pt x="1068" y="134"/>
                    <a:pt x="735" y="1"/>
                    <a:pt x="5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80" name="Google Shape;1980;p17"/>
            <p:cNvSpPr/>
            <p:nvPr/>
          </p:nvSpPr>
          <p:spPr>
            <a:xfrm>
              <a:off x="10145868" y="1949225"/>
              <a:ext cx="442512" cy="241792"/>
            </a:xfrm>
            <a:custGeom>
              <a:avLst/>
              <a:gdLst/>
              <a:ahLst/>
              <a:cxnLst/>
              <a:rect l="l" t="t" r="r" b="b"/>
              <a:pathLst>
                <a:path w="19641" h="10732" extrusionOk="0">
                  <a:moveTo>
                    <a:pt x="3739" y="0"/>
                  </a:moveTo>
                  <a:cubicBezTo>
                    <a:pt x="3498" y="0"/>
                    <a:pt x="3258" y="30"/>
                    <a:pt x="3028" y="90"/>
                  </a:cubicBezTo>
                  <a:cubicBezTo>
                    <a:pt x="2828" y="190"/>
                    <a:pt x="2661" y="224"/>
                    <a:pt x="2494" y="324"/>
                  </a:cubicBezTo>
                  <a:cubicBezTo>
                    <a:pt x="2328" y="391"/>
                    <a:pt x="2161" y="491"/>
                    <a:pt x="2027" y="591"/>
                  </a:cubicBezTo>
                  <a:cubicBezTo>
                    <a:pt x="1761" y="824"/>
                    <a:pt x="1527" y="1091"/>
                    <a:pt x="1427" y="1391"/>
                  </a:cubicBezTo>
                  <a:cubicBezTo>
                    <a:pt x="1127" y="1992"/>
                    <a:pt x="993" y="2492"/>
                    <a:pt x="827" y="2859"/>
                  </a:cubicBezTo>
                  <a:cubicBezTo>
                    <a:pt x="660" y="3259"/>
                    <a:pt x="493" y="3560"/>
                    <a:pt x="360" y="3726"/>
                  </a:cubicBezTo>
                  <a:cubicBezTo>
                    <a:pt x="293" y="3826"/>
                    <a:pt x="260" y="3893"/>
                    <a:pt x="193" y="3926"/>
                  </a:cubicBezTo>
                  <a:cubicBezTo>
                    <a:pt x="159" y="3993"/>
                    <a:pt x="126" y="3993"/>
                    <a:pt x="126" y="3993"/>
                  </a:cubicBezTo>
                  <a:cubicBezTo>
                    <a:pt x="0" y="4119"/>
                    <a:pt x="65" y="4340"/>
                    <a:pt x="204" y="4340"/>
                  </a:cubicBezTo>
                  <a:cubicBezTo>
                    <a:pt x="249" y="4340"/>
                    <a:pt x="303" y="4317"/>
                    <a:pt x="360" y="4260"/>
                  </a:cubicBezTo>
                  <a:lnTo>
                    <a:pt x="460" y="4193"/>
                  </a:lnTo>
                  <a:lnTo>
                    <a:pt x="660" y="3993"/>
                  </a:lnTo>
                  <a:cubicBezTo>
                    <a:pt x="827" y="3760"/>
                    <a:pt x="1027" y="3493"/>
                    <a:pt x="1194" y="3059"/>
                  </a:cubicBezTo>
                  <a:cubicBezTo>
                    <a:pt x="1427" y="2692"/>
                    <a:pt x="1594" y="2192"/>
                    <a:pt x="1827" y="1692"/>
                  </a:cubicBezTo>
                  <a:cubicBezTo>
                    <a:pt x="1961" y="1491"/>
                    <a:pt x="2128" y="1225"/>
                    <a:pt x="2328" y="1058"/>
                  </a:cubicBezTo>
                  <a:cubicBezTo>
                    <a:pt x="2528" y="891"/>
                    <a:pt x="2828" y="758"/>
                    <a:pt x="3128" y="691"/>
                  </a:cubicBezTo>
                  <a:cubicBezTo>
                    <a:pt x="3289" y="657"/>
                    <a:pt x="3452" y="640"/>
                    <a:pt x="3616" y="640"/>
                  </a:cubicBezTo>
                  <a:cubicBezTo>
                    <a:pt x="4095" y="640"/>
                    <a:pt x="4573" y="784"/>
                    <a:pt x="4996" y="1058"/>
                  </a:cubicBezTo>
                  <a:cubicBezTo>
                    <a:pt x="5263" y="1225"/>
                    <a:pt x="5497" y="1491"/>
                    <a:pt x="5697" y="1758"/>
                  </a:cubicBezTo>
                  <a:cubicBezTo>
                    <a:pt x="5830" y="1925"/>
                    <a:pt x="5864" y="2058"/>
                    <a:pt x="5964" y="2225"/>
                  </a:cubicBezTo>
                  <a:cubicBezTo>
                    <a:pt x="5997" y="2392"/>
                    <a:pt x="6097" y="2592"/>
                    <a:pt x="6164" y="2759"/>
                  </a:cubicBezTo>
                  <a:cubicBezTo>
                    <a:pt x="6331" y="3159"/>
                    <a:pt x="6497" y="3526"/>
                    <a:pt x="6831" y="3860"/>
                  </a:cubicBezTo>
                  <a:cubicBezTo>
                    <a:pt x="6998" y="4027"/>
                    <a:pt x="7198" y="4193"/>
                    <a:pt x="7431" y="4260"/>
                  </a:cubicBezTo>
                  <a:cubicBezTo>
                    <a:pt x="7531" y="4327"/>
                    <a:pt x="7631" y="4360"/>
                    <a:pt x="7765" y="4393"/>
                  </a:cubicBezTo>
                  <a:cubicBezTo>
                    <a:pt x="7865" y="4427"/>
                    <a:pt x="7998" y="4427"/>
                    <a:pt x="8132" y="4427"/>
                  </a:cubicBezTo>
                  <a:cubicBezTo>
                    <a:pt x="8632" y="4427"/>
                    <a:pt x="8999" y="4260"/>
                    <a:pt x="9333" y="4093"/>
                  </a:cubicBezTo>
                  <a:cubicBezTo>
                    <a:pt x="9633" y="3993"/>
                    <a:pt x="9966" y="3826"/>
                    <a:pt x="10267" y="3660"/>
                  </a:cubicBezTo>
                  <a:cubicBezTo>
                    <a:pt x="10700" y="3393"/>
                    <a:pt x="11201" y="3193"/>
                    <a:pt x="11668" y="3193"/>
                  </a:cubicBezTo>
                  <a:cubicBezTo>
                    <a:pt x="12135" y="3193"/>
                    <a:pt x="12635" y="3393"/>
                    <a:pt x="13102" y="3726"/>
                  </a:cubicBezTo>
                  <a:cubicBezTo>
                    <a:pt x="13336" y="3893"/>
                    <a:pt x="13536" y="4060"/>
                    <a:pt x="13803" y="4227"/>
                  </a:cubicBezTo>
                  <a:cubicBezTo>
                    <a:pt x="13969" y="4393"/>
                    <a:pt x="14203" y="4560"/>
                    <a:pt x="14336" y="4760"/>
                  </a:cubicBezTo>
                  <a:cubicBezTo>
                    <a:pt x="14637" y="5161"/>
                    <a:pt x="14837" y="5661"/>
                    <a:pt x="14937" y="6161"/>
                  </a:cubicBezTo>
                  <a:cubicBezTo>
                    <a:pt x="15037" y="6662"/>
                    <a:pt x="15104" y="7162"/>
                    <a:pt x="15170" y="7596"/>
                  </a:cubicBezTo>
                  <a:cubicBezTo>
                    <a:pt x="15204" y="8063"/>
                    <a:pt x="15337" y="8530"/>
                    <a:pt x="15504" y="8863"/>
                  </a:cubicBezTo>
                  <a:cubicBezTo>
                    <a:pt x="15671" y="9230"/>
                    <a:pt x="15871" y="9497"/>
                    <a:pt x="16038" y="9664"/>
                  </a:cubicBezTo>
                  <a:cubicBezTo>
                    <a:pt x="16204" y="9831"/>
                    <a:pt x="16371" y="9897"/>
                    <a:pt x="16438" y="9931"/>
                  </a:cubicBezTo>
                  <a:lnTo>
                    <a:pt x="16371" y="9931"/>
                  </a:lnTo>
                  <a:cubicBezTo>
                    <a:pt x="16972" y="10364"/>
                    <a:pt x="17505" y="10498"/>
                    <a:pt x="17872" y="10565"/>
                  </a:cubicBezTo>
                  <a:cubicBezTo>
                    <a:pt x="18306" y="10665"/>
                    <a:pt x="18606" y="10698"/>
                    <a:pt x="18806" y="10698"/>
                  </a:cubicBezTo>
                  <a:cubicBezTo>
                    <a:pt x="19206" y="10731"/>
                    <a:pt x="19307" y="10731"/>
                    <a:pt x="19307" y="10731"/>
                  </a:cubicBezTo>
                  <a:cubicBezTo>
                    <a:pt x="19607" y="10731"/>
                    <a:pt x="19640" y="10431"/>
                    <a:pt x="19440" y="10331"/>
                  </a:cubicBezTo>
                  <a:cubicBezTo>
                    <a:pt x="19440" y="10331"/>
                    <a:pt x="19340" y="10331"/>
                    <a:pt x="18940" y="10264"/>
                  </a:cubicBezTo>
                  <a:cubicBezTo>
                    <a:pt x="18706" y="10231"/>
                    <a:pt x="18439" y="10231"/>
                    <a:pt x="18039" y="10164"/>
                  </a:cubicBezTo>
                  <a:cubicBezTo>
                    <a:pt x="17672" y="10064"/>
                    <a:pt x="17205" y="9931"/>
                    <a:pt x="16771" y="9564"/>
                  </a:cubicBezTo>
                  <a:lnTo>
                    <a:pt x="16705" y="9564"/>
                  </a:lnTo>
                  <a:cubicBezTo>
                    <a:pt x="16638" y="9497"/>
                    <a:pt x="16271" y="9230"/>
                    <a:pt x="16004" y="8663"/>
                  </a:cubicBezTo>
                  <a:cubicBezTo>
                    <a:pt x="15871" y="8363"/>
                    <a:pt x="15804" y="7996"/>
                    <a:pt x="15771" y="7529"/>
                  </a:cubicBezTo>
                  <a:cubicBezTo>
                    <a:pt x="15671" y="7062"/>
                    <a:pt x="15637" y="6562"/>
                    <a:pt x="15537" y="6028"/>
                  </a:cubicBezTo>
                  <a:cubicBezTo>
                    <a:pt x="15470" y="5494"/>
                    <a:pt x="15270" y="4860"/>
                    <a:pt x="14870" y="4360"/>
                  </a:cubicBezTo>
                  <a:cubicBezTo>
                    <a:pt x="14703" y="4060"/>
                    <a:pt x="14470" y="3893"/>
                    <a:pt x="14203" y="3660"/>
                  </a:cubicBezTo>
                  <a:cubicBezTo>
                    <a:pt x="13969" y="3426"/>
                    <a:pt x="13769" y="3259"/>
                    <a:pt x="13502" y="3093"/>
                  </a:cubicBezTo>
                  <a:cubicBezTo>
                    <a:pt x="13002" y="2759"/>
                    <a:pt x="12435" y="2392"/>
                    <a:pt x="11701" y="2392"/>
                  </a:cubicBezTo>
                  <a:cubicBezTo>
                    <a:pt x="11001" y="2425"/>
                    <a:pt x="10467" y="2692"/>
                    <a:pt x="9966" y="2926"/>
                  </a:cubicBezTo>
                  <a:cubicBezTo>
                    <a:pt x="9666" y="3059"/>
                    <a:pt x="9366" y="3226"/>
                    <a:pt x="9032" y="3393"/>
                  </a:cubicBezTo>
                  <a:cubicBezTo>
                    <a:pt x="8766" y="3560"/>
                    <a:pt x="8465" y="3693"/>
                    <a:pt x="8165" y="3693"/>
                  </a:cubicBezTo>
                  <a:cubicBezTo>
                    <a:pt x="8098" y="3660"/>
                    <a:pt x="8032" y="3660"/>
                    <a:pt x="7965" y="3660"/>
                  </a:cubicBezTo>
                  <a:cubicBezTo>
                    <a:pt x="7865" y="3593"/>
                    <a:pt x="7832" y="3593"/>
                    <a:pt x="7765" y="3560"/>
                  </a:cubicBezTo>
                  <a:cubicBezTo>
                    <a:pt x="7598" y="3526"/>
                    <a:pt x="7498" y="3393"/>
                    <a:pt x="7365" y="3326"/>
                  </a:cubicBezTo>
                  <a:cubicBezTo>
                    <a:pt x="7164" y="3093"/>
                    <a:pt x="6998" y="2759"/>
                    <a:pt x="6831" y="2425"/>
                  </a:cubicBezTo>
                  <a:cubicBezTo>
                    <a:pt x="6798" y="2259"/>
                    <a:pt x="6697" y="2092"/>
                    <a:pt x="6631" y="1892"/>
                  </a:cubicBezTo>
                  <a:cubicBezTo>
                    <a:pt x="6531" y="1725"/>
                    <a:pt x="6431" y="1525"/>
                    <a:pt x="6297" y="1358"/>
                  </a:cubicBezTo>
                  <a:cubicBezTo>
                    <a:pt x="6030" y="991"/>
                    <a:pt x="5697" y="691"/>
                    <a:pt x="5363" y="491"/>
                  </a:cubicBezTo>
                  <a:cubicBezTo>
                    <a:pt x="4873" y="164"/>
                    <a:pt x="4301" y="0"/>
                    <a:pt x="3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81" name="Google Shape;1981;p17"/>
            <p:cNvSpPr/>
            <p:nvPr/>
          </p:nvSpPr>
          <p:spPr>
            <a:xfrm>
              <a:off x="10241147" y="1982299"/>
              <a:ext cx="23319" cy="10319"/>
            </a:xfrm>
            <a:custGeom>
              <a:avLst/>
              <a:gdLst/>
              <a:ahLst/>
              <a:cxnLst/>
              <a:rect l="l" t="t" r="r" b="b"/>
              <a:pathLst>
                <a:path w="1035" h="458" extrusionOk="0">
                  <a:moveTo>
                    <a:pt x="610" y="0"/>
                  </a:moveTo>
                  <a:cubicBezTo>
                    <a:pt x="559" y="0"/>
                    <a:pt x="509" y="7"/>
                    <a:pt x="467" y="23"/>
                  </a:cubicBezTo>
                  <a:cubicBezTo>
                    <a:pt x="400" y="23"/>
                    <a:pt x="267" y="57"/>
                    <a:pt x="167" y="123"/>
                  </a:cubicBezTo>
                  <a:cubicBezTo>
                    <a:pt x="67" y="224"/>
                    <a:pt x="0" y="257"/>
                    <a:pt x="0" y="257"/>
                  </a:cubicBezTo>
                  <a:lnTo>
                    <a:pt x="133" y="457"/>
                  </a:lnTo>
                  <a:lnTo>
                    <a:pt x="567" y="457"/>
                  </a:lnTo>
                  <a:cubicBezTo>
                    <a:pt x="734" y="424"/>
                    <a:pt x="1034" y="257"/>
                    <a:pt x="1034" y="257"/>
                  </a:cubicBezTo>
                  <a:cubicBezTo>
                    <a:pt x="1034" y="257"/>
                    <a:pt x="967" y="57"/>
                    <a:pt x="934" y="57"/>
                  </a:cubicBezTo>
                  <a:cubicBezTo>
                    <a:pt x="934" y="57"/>
                    <a:pt x="765" y="0"/>
                    <a:pt x="6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82" name="Google Shape;1982;p17"/>
            <p:cNvSpPr/>
            <p:nvPr/>
          </p:nvSpPr>
          <p:spPr>
            <a:xfrm>
              <a:off x="10243400" y="2005370"/>
              <a:ext cx="26315" cy="11288"/>
            </a:xfrm>
            <a:custGeom>
              <a:avLst/>
              <a:gdLst/>
              <a:ahLst/>
              <a:cxnLst/>
              <a:rect l="l" t="t" r="r" b="b"/>
              <a:pathLst>
                <a:path w="1168" h="501" extrusionOk="0">
                  <a:moveTo>
                    <a:pt x="601" y="0"/>
                  </a:moveTo>
                  <a:cubicBezTo>
                    <a:pt x="334" y="0"/>
                    <a:pt x="0" y="100"/>
                    <a:pt x="0" y="100"/>
                  </a:cubicBezTo>
                  <a:lnTo>
                    <a:pt x="0" y="367"/>
                  </a:lnTo>
                  <a:cubicBezTo>
                    <a:pt x="0" y="367"/>
                    <a:pt x="367" y="500"/>
                    <a:pt x="601" y="500"/>
                  </a:cubicBezTo>
                  <a:cubicBezTo>
                    <a:pt x="834" y="500"/>
                    <a:pt x="1168" y="367"/>
                    <a:pt x="1168" y="367"/>
                  </a:cubicBezTo>
                  <a:lnTo>
                    <a:pt x="1168" y="100"/>
                  </a:lnTo>
                  <a:cubicBezTo>
                    <a:pt x="1168" y="100"/>
                    <a:pt x="801"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83" name="Google Shape;1983;p17"/>
            <p:cNvSpPr/>
            <p:nvPr/>
          </p:nvSpPr>
          <p:spPr>
            <a:xfrm>
              <a:off x="10247906" y="2024565"/>
              <a:ext cx="24828" cy="11625"/>
            </a:xfrm>
            <a:custGeom>
              <a:avLst/>
              <a:gdLst/>
              <a:ahLst/>
              <a:cxnLst/>
              <a:rect l="l" t="t" r="r" b="b"/>
              <a:pathLst>
                <a:path w="1102" h="516" extrusionOk="0">
                  <a:moveTo>
                    <a:pt x="633" y="1"/>
                  </a:moveTo>
                  <a:cubicBezTo>
                    <a:pt x="590" y="1"/>
                    <a:pt x="545" y="4"/>
                    <a:pt x="501" y="15"/>
                  </a:cubicBezTo>
                  <a:cubicBezTo>
                    <a:pt x="401" y="15"/>
                    <a:pt x="267" y="82"/>
                    <a:pt x="167" y="182"/>
                  </a:cubicBezTo>
                  <a:cubicBezTo>
                    <a:pt x="67" y="249"/>
                    <a:pt x="0" y="349"/>
                    <a:pt x="0" y="349"/>
                  </a:cubicBezTo>
                  <a:lnTo>
                    <a:pt x="167" y="516"/>
                  </a:lnTo>
                  <a:cubicBezTo>
                    <a:pt x="167" y="482"/>
                    <a:pt x="434" y="482"/>
                    <a:pt x="601" y="416"/>
                  </a:cubicBezTo>
                  <a:cubicBezTo>
                    <a:pt x="767" y="382"/>
                    <a:pt x="1068" y="249"/>
                    <a:pt x="1068" y="249"/>
                  </a:cubicBezTo>
                  <a:cubicBezTo>
                    <a:pt x="1068" y="249"/>
                    <a:pt x="1068" y="49"/>
                    <a:pt x="1101" y="49"/>
                  </a:cubicBezTo>
                  <a:cubicBezTo>
                    <a:pt x="1101" y="49"/>
                    <a:pt x="1001" y="15"/>
                    <a:pt x="868" y="15"/>
                  </a:cubicBezTo>
                  <a:cubicBezTo>
                    <a:pt x="801" y="15"/>
                    <a:pt x="719" y="1"/>
                    <a:pt x="6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84" name="Google Shape;1984;p17"/>
            <p:cNvSpPr/>
            <p:nvPr/>
          </p:nvSpPr>
          <p:spPr>
            <a:xfrm>
              <a:off x="10262934" y="2050452"/>
              <a:ext cx="22575" cy="11288"/>
            </a:xfrm>
            <a:custGeom>
              <a:avLst/>
              <a:gdLst/>
              <a:ahLst/>
              <a:cxnLst/>
              <a:rect l="l" t="t" r="r" b="b"/>
              <a:pathLst>
                <a:path w="1002" h="501" extrusionOk="0">
                  <a:moveTo>
                    <a:pt x="467" y="1"/>
                  </a:moveTo>
                  <a:cubicBezTo>
                    <a:pt x="301" y="1"/>
                    <a:pt x="0" y="101"/>
                    <a:pt x="0" y="101"/>
                  </a:cubicBezTo>
                  <a:lnTo>
                    <a:pt x="0" y="367"/>
                  </a:lnTo>
                  <a:cubicBezTo>
                    <a:pt x="0" y="367"/>
                    <a:pt x="301" y="501"/>
                    <a:pt x="501" y="501"/>
                  </a:cubicBezTo>
                  <a:cubicBezTo>
                    <a:pt x="734" y="501"/>
                    <a:pt x="1001" y="334"/>
                    <a:pt x="1001" y="334"/>
                  </a:cubicBezTo>
                  <a:cubicBezTo>
                    <a:pt x="1001" y="267"/>
                    <a:pt x="968" y="67"/>
                    <a:pt x="934" y="34"/>
                  </a:cubicBezTo>
                  <a:cubicBezTo>
                    <a:pt x="934" y="34"/>
                    <a:pt x="634" y="1"/>
                    <a:pt x="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85" name="Google Shape;1985;p17"/>
            <p:cNvSpPr/>
            <p:nvPr/>
          </p:nvSpPr>
          <p:spPr>
            <a:xfrm>
              <a:off x="10441056" y="2066989"/>
              <a:ext cx="18790" cy="11288"/>
            </a:xfrm>
            <a:custGeom>
              <a:avLst/>
              <a:gdLst/>
              <a:ahLst/>
              <a:cxnLst/>
              <a:rect l="l" t="t" r="r" b="b"/>
              <a:pathLst>
                <a:path w="834" h="501" extrusionOk="0">
                  <a:moveTo>
                    <a:pt x="434" y="0"/>
                  </a:moveTo>
                  <a:cubicBezTo>
                    <a:pt x="234" y="0"/>
                    <a:pt x="0" y="100"/>
                    <a:pt x="0" y="100"/>
                  </a:cubicBezTo>
                  <a:lnTo>
                    <a:pt x="0" y="334"/>
                  </a:lnTo>
                  <a:cubicBezTo>
                    <a:pt x="0" y="334"/>
                    <a:pt x="234" y="501"/>
                    <a:pt x="367" y="501"/>
                  </a:cubicBezTo>
                  <a:cubicBezTo>
                    <a:pt x="567" y="501"/>
                    <a:pt x="834" y="434"/>
                    <a:pt x="834" y="434"/>
                  </a:cubicBezTo>
                  <a:lnTo>
                    <a:pt x="834" y="167"/>
                  </a:lnTo>
                  <a:cubicBezTo>
                    <a:pt x="834" y="167"/>
                    <a:pt x="567" y="0"/>
                    <a:pt x="4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86" name="Google Shape;1986;p17"/>
            <p:cNvSpPr/>
            <p:nvPr/>
          </p:nvSpPr>
          <p:spPr>
            <a:xfrm>
              <a:off x="10437293" y="2097810"/>
              <a:ext cx="24828" cy="11806"/>
            </a:xfrm>
            <a:custGeom>
              <a:avLst/>
              <a:gdLst/>
              <a:ahLst/>
              <a:cxnLst/>
              <a:rect l="l" t="t" r="r" b="b"/>
              <a:pathLst>
                <a:path w="1102" h="524" extrusionOk="0">
                  <a:moveTo>
                    <a:pt x="501" y="0"/>
                  </a:moveTo>
                  <a:cubicBezTo>
                    <a:pt x="334" y="67"/>
                    <a:pt x="34" y="234"/>
                    <a:pt x="34" y="234"/>
                  </a:cubicBezTo>
                  <a:cubicBezTo>
                    <a:pt x="0" y="234"/>
                    <a:pt x="67" y="467"/>
                    <a:pt x="67" y="467"/>
                  </a:cubicBezTo>
                  <a:cubicBezTo>
                    <a:pt x="67" y="467"/>
                    <a:pt x="236" y="523"/>
                    <a:pt x="405" y="523"/>
                  </a:cubicBezTo>
                  <a:cubicBezTo>
                    <a:pt x="461" y="523"/>
                    <a:pt x="517" y="517"/>
                    <a:pt x="567" y="500"/>
                  </a:cubicBezTo>
                  <a:cubicBezTo>
                    <a:pt x="701" y="500"/>
                    <a:pt x="834" y="467"/>
                    <a:pt x="901" y="400"/>
                  </a:cubicBezTo>
                  <a:cubicBezTo>
                    <a:pt x="1001" y="300"/>
                    <a:pt x="1068" y="267"/>
                    <a:pt x="1068" y="267"/>
                  </a:cubicBezTo>
                  <a:cubicBezTo>
                    <a:pt x="1101" y="267"/>
                    <a:pt x="1001" y="100"/>
                    <a:pt x="9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87" name="Google Shape;1987;p17"/>
            <p:cNvSpPr/>
            <p:nvPr/>
          </p:nvSpPr>
          <p:spPr>
            <a:xfrm>
              <a:off x="10438803" y="2125252"/>
              <a:ext cx="25572" cy="12617"/>
            </a:xfrm>
            <a:custGeom>
              <a:avLst/>
              <a:gdLst/>
              <a:ahLst/>
              <a:cxnLst/>
              <a:rect l="l" t="t" r="r" b="b"/>
              <a:pathLst>
                <a:path w="1135" h="560" extrusionOk="0">
                  <a:moveTo>
                    <a:pt x="990" y="1"/>
                  </a:moveTo>
                  <a:cubicBezTo>
                    <a:pt x="981" y="1"/>
                    <a:pt x="973" y="5"/>
                    <a:pt x="967" y="16"/>
                  </a:cubicBezTo>
                  <a:cubicBezTo>
                    <a:pt x="967" y="16"/>
                    <a:pt x="867" y="50"/>
                    <a:pt x="801" y="50"/>
                  </a:cubicBezTo>
                  <a:cubicBezTo>
                    <a:pt x="701" y="50"/>
                    <a:pt x="600" y="50"/>
                    <a:pt x="500" y="83"/>
                  </a:cubicBezTo>
                  <a:cubicBezTo>
                    <a:pt x="300" y="116"/>
                    <a:pt x="0" y="250"/>
                    <a:pt x="0" y="250"/>
                  </a:cubicBezTo>
                  <a:lnTo>
                    <a:pt x="0" y="517"/>
                  </a:lnTo>
                  <a:cubicBezTo>
                    <a:pt x="0" y="517"/>
                    <a:pt x="213" y="559"/>
                    <a:pt x="436" y="559"/>
                  </a:cubicBezTo>
                  <a:cubicBezTo>
                    <a:pt x="491" y="559"/>
                    <a:pt x="547" y="557"/>
                    <a:pt x="600" y="550"/>
                  </a:cubicBezTo>
                  <a:cubicBezTo>
                    <a:pt x="701" y="517"/>
                    <a:pt x="867" y="417"/>
                    <a:pt x="967" y="350"/>
                  </a:cubicBezTo>
                  <a:cubicBezTo>
                    <a:pt x="1101" y="250"/>
                    <a:pt x="1134" y="183"/>
                    <a:pt x="1134" y="183"/>
                  </a:cubicBezTo>
                  <a:cubicBezTo>
                    <a:pt x="1134" y="127"/>
                    <a:pt x="1040" y="1"/>
                    <a:pt x="9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88" name="Google Shape;1988;p17"/>
            <p:cNvSpPr/>
            <p:nvPr/>
          </p:nvSpPr>
          <p:spPr>
            <a:xfrm>
              <a:off x="10450068" y="2152671"/>
              <a:ext cx="24828" cy="11625"/>
            </a:xfrm>
            <a:custGeom>
              <a:avLst/>
              <a:gdLst/>
              <a:ahLst/>
              <a:cxnLst/>
              <a:rect l="l" t="t" r="r" b="b"/>
              <a:pathLst>
                <a:path w="1102" h="516" extrusionOk="0">
                  <a:moveTo>
                    <a:pt x="1001" y="0"/>
                  </a:moveTo>
                  <a:cubicBezTo>
                    <a:pt x="1001" y="0"/>
                    <a:pt x="668" y="0"/>
                    <a:pt x="501" y="33"/>
                  </a:cubicBezTo>
                  <a:cubicBezTo>
                    <a:pt x="301" y="67"/>
                    <a:pt x="0" y="234"/>
                    <a:pt x="0" y="234"/>
                  </a:cubicBezTo>
                  <a:lnTo>
                    <a:pt x="34" y="500"/>
                  </a:lnTo>
                  <a:cubicBezTo>
                    <a:pt x="34" y="500"/>
                    <a:pt x="182" y="515"/>
                    <a:pt x="350" y="515"/>
                  </a:cubicBezTo>
                  <a:cubicBezTo>
                    <a:pt x="434" y="515"/>
                    <a:pt x="523" y="512"/>
                    <a:pt x="601" y="500"/>
                  </a:cubicBezTo>
                  <a:cubicBezTo>
                    <a:pt x="801" y="400"/>
                    <a:pt x="1101" y="200"/>
                    <a:pt x="1101" y="200"/>
                  </a:cubicBez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89" name="Google Shape;1989;p17"/>
            <p:cNvSpPr/>
            <p:nvPr/>
          </p:nvSpPr>
          <p:spPr>
            <a:xfrm>
              <a:off x="10476360" y="2165445"/>
              <a:ext cx="14307" cy="15050"/>
            </a:xfrm>
            <a:custGeom>
              <a:avLst/>
              <a:gdLst/>
              <a:ahLst/>
              <a:cxnLst/>
              <a:rect l="l" t="t" r="r" b="b"/>
              <a:pathLst>
                <a:path w="635" h="668" extrusionOk="0">
                  <a:moveTo>
                    <a:pt x="334" y="0"/>
                  </a:moveTo>
                  <a:lnTo>
                    <a:pt x="268" y="100"/>
                  </a:lnTo>
                  <a:cubicBezTo>
                    <a:pt x="201" y="134"/>
                    <a:pt x="134" y="167"/>
                    <a:pt x="134" y="234"/>
                  </a:cubicBezTo>
                  <a:cubicBezTo>
                    <a:pt x="101" y="267"/>
                    <a:pt x="1" y="467"/>
                    <a:pt x="1" y="467"/>
                  </a:cubicBezTo>
                  <a:cubicBezTo>
                    <a:pt x="1" y="467"/>
                    <a:pt x="134" y="634"/>
                    <a:pt x="201" y="667"/>
                  </a:cubicBezTo>
                  <a:cubicBezTo>
                    <a:pt x="201" y="667"/>
                    <a:pt x="268" y="667"/>
                    <a:pt x="334" y="634"/>
                  </a:cubicBezTo>
                  <a:cubicBezTo>
                    <a:pt x="435" y="601"/>
                    <a:pt x="501" y="567"/>
                    <a:pt x="535" y="467"/>
                  </a:cubicBezTo>
                  <a:cubicBezTo>
                    <a:pt x="635" y="400"/>
                    <a:pt x="635" y="267"/>
                    <a:pt x="635" y="167"/>
                  </a:cubicBezTo>
                  <a:cubicBezTo>
                    <a:pt x="635" y="67"/>
                    <a:pt x="601"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90" name="Google Shape;1990;p17"/>
            <p:cNvSpPr/>
            <p:nvPr/>
          </p:nvSpPr>
          <p:spPr>
            <a:xfrm>
              <a:off x="10498913" y="2186488"/>
              <a:ext cx="12054" cy="18813"/>
            </a:xfrm>
            <a:custGeom>
              <a:avLst/>
              <a:gdLst/>
              <a:ahLst/>
              <a:cxnLst/>
              <a:rect l="l" t="t" r="r" b="b"/>
              <a:pathLst>
                <a:path w="535" h="835" extrusionOk="0">
                  <a:moveTo>
                    <a:pt x="201" y="0"/>
                  </a:moveTo>
                  <a:cubicBezTo>
                    <a:pt x="201" y="0"/>
                    <a:pt x="167" y="34"/>
                    <a:pt x="134" y="134"/>
                  </a:cubicBezTo>
                  <a:cubicBezTo>
                    <a:pt x="134" y="200"/>
                    <a:pt x="34" y="234"/>
                    <a:pt x="34" y="334"/>
                  </a:cubicBezTo>
                  <a:cubicBezTo>
                    <a:pt x="1" y="400"/>
                    <a:pt x="1" y="667"/>
                    <a:pt x="1" y="667"/>
                  </a:cubicBezTo>
                  <a:cubicBezTo>
                    <a:pt x="1" y="701"/>
                    <a:pt x="201" y="801"/>
                    <a:pt x="201" y="834"/>
                  </a:cubicBezTo>
                  <a:lnTo>
                    <a:pt x="334" y="701"/>
                  </a:lnTo>
                  <a:cubicBezTo>
                    <a:pt x="434" y="667"/>
                    <a:pt x="468" y="534"/>
                    <a:pt x="501" y="467"/>
                  </a:cubicBezTo>
                  <a:cubicBezTo>
                    <a:pt x="534" y="367"/>
                    <a:pt x="534" y="234"/>
                    <a:pt x="501" y="167"/>
                  </a:cubicBezTo>
                  <a:cubicBezTo>
                    <a:pt x="501" y="67"/>
                    <a:pt x="468" y="0"/>
                    <a:pt x="4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91" name="Google Shape;1991;p17"/>
            <p:cNvSpPr/>
            <p:nvPr/>
          </p:nvSpPr>
          <p:spPr>
            <a:xfrm>
              <a:off x="10592863" y="2469803"/>
              <a:ext cx="21809" cy="11310"/>
            </a:xfrm>
            <a:custGeom>
              <a:avLst/>
              <a:gdLst/>
              <a:ahLst/>
              <a:cxnLst/>
              <a:rect l="l" t="t" r="r" b="b"/>
              <a:pathLst>
                <a:path w="968" h="502" extrusionOk="0">
                  <a:moveTo>
                    <a:pt x="467" y="1"/>
                  </a:moveTo>
                  <a:cubicBezTo>
                    <a:pt x="300" y="1"/>
                    <a:pt x="0" y="134"/>
                    <a:pt x="0" y="134"/>
                  </a:cubicBezTo>
                  <a:lnTo>
                    <a:pt x="0" y="401"/>
                  </a:lnTo>
                  <a:cubicBezTo>
                    <a:pt x="0" y="401"/>
                    <a:pt x="267" y="501"/>
                    <a:pt x="467" y="501"/>
                  </a:cubicBezTo>
                  <a:cubicBezTo>
                    <a:pt x="634" y="501"/>
                    <a:pt x="934" y="401"/>
                    <a:pt x="934" y="401"/>
                  </a:cubicBezTo>
                  <a:cubicBezTo>
                    <a:pt x="968" y="401"/>
                    <a:pt x="968" y="168"/>
                    <a:pt x="934" y="134"/>
                  </a:cubicBezTo>
                  <a:cubicBezTo>
                    <a:pt x="934" y="134"/>
                    <a:pt x="634" y="1"/>
                    <a:pt x="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92" name="Google Shape;1992;p17"/>
            <p:cNvSpPr/>
            <p:nvPr/>
          </p:nvSpPr>
          <p:spPr>
            <a:xfrm>
              <a:off x="10589101" y="2487647"/>
              <a:ext cx="24828" cy="11490"/>
            </a:xfrm>
            <a:custGeom>
              <a:avLst/>
              <a:gdLst/>
              <a:ahLst/>
              <a:cxnLst/>
              <a:rect l="l" t="t" r="r" b="b"/>
              <a:pathLst>
                <a:path w="1102" h="510" extrusionOk="0">
                  <a:moveTo>
                    <a:pt x="633" y="0"/>
                  </a:moveTo>
                  <a:cubicBezTo>
                    <a:pt x="586" y="0"/>
                    <a:pt x="541" y="3"/>
                    <a:pt x="501" y="9"/>
                  </a:cubicBezTo>
                  <a:cubicBezTo>
                    <a:pt x="301" y="43"/>
                    <a:pt x="0" y="176"/>
                    <a:pt x="0" y="176"/>
                  </a:cubicBezTo>
                  <a:lnTo>
                    <a:pt x="0" y="443"/>
                  </a:lnTo>
                  <a:cubicBezTo>
                    <a:pt x="0" y="443"/>
                    <a:pt x="334" y="510"/>
                    <a:pt x="534" y="510"/>
                  </a:cubicBezTo>
                  <a:cubicBezTo>
                    <a:pt x="768" y="476"/>
                    <a:pt x="1035" y="310"/>
                    <a:pt x="1035" y="310"/>
                  </a:cubicBezTo>
                  <a:cubicBezTo>
                    <a:pt x="1101" y="276"/>
                    <a:pt x="1035" y="43"/>
                    <a:pt x="1035" y="43"/>
                  </a:cubicBezTo>
                  <a:cubicBezTo>
                    <a:pt x="1035" y="43"/>
                    <a:pt x="821" y="0"/>
                    <a:pt x="6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93" name="Google Shape;1993;p17"/>
            <p:cNvSpPr/>
            <p:nvPr/>
          </p:nvSpPr>
          <p:spPr>
            <a:xfrm>
              <a:off x="10598879" y="2512655"/>
              <a:ext cx="23319" cy="9778"/>
            </a:xfrm>
            <a:custGeom>
              <a:avLst/>
              <a:gdLst/>
              <a:ahLst/>
              <a:cxnLst/>
              <a:rect l="l" t="t" r="r" b="b"/>
              <a:pathLst>
                <a:path w="1035" h="434" extrusionOk="0">
                  <a:moveTo>
                    <a:pt x="434" y="0"/>
                  </a:moveTo>
                  <a:cubicBezTo>
                    <a:pt x="267" y="0"/>
                    <a:pt x="0" y="100"/>
                    <a:pt x="0" y="100"/>
                  </a:cubicBezTo>
                  <a:lnTo>
                    <a:pt x="0" y="367"/>
                  </a:lnTo>
                  <a:cubicBezTo>
                    <a:pt x="0" y="367"/>
                    <a:pt x="267" y="434"/>
                    <a:pt x="500" y="434"/>
                  </a:cubicBezTo>
                  <a:cubicBezTo>
                    <a:pt x="567" y="434"/>
                    <a:pt x="734" y="400"/>
                    <a:pt x="834" y="334"/>
                  </a:cubicBezTo>
                  <a:cubicBezTo>
                    <a:pt x="901" y="234"/>
                    <a:pt x="1001" y="200"/>
                    <a:pt x="1001" y="200"/>
                  </a:cubicBezTo>
                  <a:cubicBezTo>
                    <a:pt x="1034" y="200"/>
                    <a:pt x="901" y="34"/>
                    <a:pt x="9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94" name="Google Shape;1994;p17"/>
            <p:cNvSpPr/>
            <p:nvPr/>
          </p:nvSpPr>
          <p:spPr>
            <a:xfrm>
              <a:off x="10608634" y="2535185"/>
              <a:ext cx="20322" cy="11648"/>
            </a:xfrm>
            <a:custGeom>
              <a:avLst/>
              <a:gdLst/>
              <a:ahLst/>
              <a:cxnLst/>
              <a:rect l="l" t="t" r="r" b="b"/>
              <a:pathLst>
                <a:path w="902" h="517" extrusionOk="0">
                  <a:moveTo>
                    <a:pt x="635" y="1"/>
                  </a:moveTo>
                  <a:cubicBezTo>
                    <a:pt x="534" y="1"/>
                    <a:pt x="468" y="1"/>
                    <a:pt x="368" y="34"/>
                  </a:cubicBezTo>
                  <a:cubicBezTo>
                    <a:pt x="268" y="68"/>
                    <a:pt x="34" y="234"/>
                    <a:pt x="34" y="234"/>
                  </a:cubicBezTo>
                  <a:cubicBezTo>
                    <a:pt x="1" y="234"/>
                    <a:pt x="101" y="501"/>
                    <a:pt x="101" y="501"/>
                  </a:cubicBezTo>
                  <a:cubicBezTo>
                    <a:pt x="101" y="501"/>
                    <a:pt x="205" y="516"/>
                    <a:pt x="323" y="516"/>
                  </a:cubicBezTo>
                  <a:cubicBezTo>
                    <a:pt x="382" y="516"/>
                    <a:pt x="445" y="512"/>
                    <a:pt x="501" y="501"/>
                  </a:cubicBezTo>
                  <a:cubicBezTo>
                    <a:pt x="601" y="435"/>
                    <a:pt x="668" y="401"/>
                    <a:pt x="768" y="334"/>
                  </a:cubicBezTo>
                  <a:lnTo>
                    <a:pt x="901" y="201"/>
                  </a:lnTo>
                  <a:cubicBezTo>
                    <a:pt x="901" y="134"/>
                    <a:pt x="768" y="1"/>
                    <a:pt x="7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95" name="Google Shape;1995;p17"/>
            <p:cNvSpPr/>
            <p:nvPr/>
          </p:nvSpPr>
          <p:spPr>
            <a:xfrm>
              <a:off x="10426006" y="3160483"/>
              <a:ext cx="21832" cy="11490"/>
            </a:xfrm>
            <a:custGeom>
              <a:avLst/>
              <a:gdLst/>
              <a:ahLst/>
              <a:cxnLst/>
              <a:rect l="l" t="t" r="r" b="b"/>
              <a:pathLst>
                <a:path w="969" h="510" extrusionOk="0">
                  <a:moveTo>
                    <a:pt x="468" y="0"/>
                  </a:moveTo>
                  <a:cubicBezTo>
                    <a:pt x="268" y="0"/>
                    <a:pt x="1" y="134"/>
                    <a:pt x="1" y="134"/>
                  </a:cubicBezTo>
                  <a:lnTo>
                    <a:pt x="1" y="367"/>
                  </a:lnTo>
                  <a:cubicBezTo>
                    <a:pt x="1" y="367"/>
                    <a:pt x="268" y="500"/>
                    <a:pt x="435" y="500"/>
                  </a:cubicBezTo>
                  <a:cubicBezTo>
                    <a:pt x="468" y="507"/>
                    <a:pt x="507" y="510"/>
                    <a:pt x="547" y="510"/>
                  </a:cubicBezTo>
                  <a:cubicBezTo>
                    <a:pt x="709" y="510"/>
                    <a:pt x="902" y="467"/>
                    <a:pt x="902" y="467"/>
                  </a:cubicBezTo>
                  <a:cubicBezTo>
                    <a:pt x="902" y="434"/>
                    <a:pt x="935" y="200"/>
                    <a:pt x="968" y="167"/>
                  </a:cubicBezTo>
                  <a:cubicBezTo>
                    <a:pt x="968" y="167"/>
                    <a:pt x="701" y="33"/>
                    <a:pt x="4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96" name="Google Shape;1996;p17"/>
            <p:cNvSpPr/>
            <p:nvPr/>
          </p:nvSpPr>
          <p:spPr>
            <a:xfrm>
              <a:off x="10426772" y="3178507"/>
              <a:ext cx="19556" cy="10544"/>
            </a:xfrm>
            <a:custGeom>
              <a:avLst/>
              <a:gdLst/>
              <a:ahLst/>
              <a:cxnLst/>
              <a:rect l="l" t="t" r="r" b="b"/>
              <a:pathLst>
                <a:path w="868" h="468" extrusionOk="0">
                  <a:moveTo>
                    <a:pt x="467" y="1"/>
                  </a:moveTo>
                  <a:cubicBezTo>
                    <a:pt x="334" y="1"/>
                    <a:pt x="134" y="34"/>
                    <a:pt x="134" y="34"/>
                  </a:cubicBezTo>
                  <a:cubicBezTo>
                    <a:pt x="67" y="34"/>
                    <a:pt x="0" y="234"/>
                    <a:pt x="0" y="234"/>
                  </a:cubicBezTo>
                  <a:cubicBezTo>
                    <a:pt x="0" y="234"/>
                    <a:pt x="234" y="468"/>
                    <a:pt x="467" y="468"/>
                  </a:cubicBezTo>
                  <a:cubicBezTo>
                    <a:pt x="634" y="468"/>
                    <a:pt x="868" y="334"/>
                    <a:pt x="868" y="334"/>
                  </a:cubicBezTo>
                  <a:lnTo>
                    <a:pt x="868" y="67"/>
                  </a:lnTo>
                  <a:cubicBezTo>
                    <a:pt x="868" y="67"/>
                    <a:pt x="567" y="1"/>
                    <a:pt x="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97" name="Google Shape;1997;p17"/>
            <p:cNvSpPr/>
            <p:nvPr/>
          </p:nvSpPr>
          <p:spPr>
            <a:xfrm>
              <a:off x="10429768" y="3200316"/>
              <a:ext cx="16560" cy="11288"/>
            </a:xfrm>
            <a:custGeom>
              <a:avLst/>
              <a:gdLst/>
              <a:ahLst/>
              <a:cxnLst/>
              <a:rect l="l" t="t" r="r" b="b"/>
              <a:pathLst>
                <a:path w="735" h="501" extrusionOk="0">
                  <a:moveTo>
                    <a:pt x="368" y="0"/>
                  </a:moveTo>
                  <a:cubicBezTo>
                    <a:pt x="268" y="0"/>
                    <a:pt x="201" y="33"/>
                    <a:pt x="101" y="67"/>
                  </a:cubicBezTo>
                  <a:cubicBezTo>
                    <a:pt x="34" y="100"/>
                    <a:pt x="1" y="167"/>
                    <a:pt x="1" y="167"/>
                  </a:cubicBezTo>
                  <a:cubicBezTo>
                    <a:pt x="1" y="200"/>
                    <a:pt x="67" y="400"/>
                    <a:pt x="67" y="400"/>
                  </a:cubicBezTo>
                  <a:cubicBezTo>
                    <a:pt x="67" y="400"/>
                    <a:pt x="101" y="434"/>
                    <a:pt x="201" y="434"/>
                  </a:cubicBezTo>
                  <a:cubicBezTo>
                    <a:pt x="268" y="500"/>
                    <a:pt x="368" y="500"/>
                    <a:pt x="401" y="500"/>
                  </a:cubicBezTo>
                  <a:cubicBezTo>
                    <a:pt x="534" y="500"/>
                    <a:pt x="735" y="367"/>
                    <a:pt x="735" y="367"/>
                  </a:cubicBezTo>
                  <a:lnTo>
                    <a:pt x="735" y="100"/>
                  </a:lnTo>
                  <a:cubicBezTo>
                    <a:pt x="735" y="100"/>
                    <a:pt x="501" y="0"/>
                    <a:pt x="3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98" name="Google Shape;1998;p17"/>
            <p:cNvSpPr/>
            <p:nvPr/>
          </p:nvSpPr>
          <p:spPr>
            <a:xfrm>
              <a:off x="10528968" y="3273966"/>
              <a:ext cx="24828" cy="11288"/>
            </a:xfrm>
            <a:custGeom>
              <a:avLst/>
              <a:gdLst/>
              <a:ahLst/>
              <a:cxnLst/>
              <a:rect l="l" t="t" r="r" b="b"/>
              <a:pathLst>
                <a:path w="1102" h="501" extrusionOk="0">
                  <a:moveTo>
                    <a:pt x="601" y="0"/>
                  </a:moveTo>
                  <a:cubicBezTo>
                    <a:pt x="368" y="0"/>
                    <a:pt x="34" y="67"/>
                    <a:pt x="34" y="67"/>
                  </a:cubicBezTo>
                  <a:lnTo>
                    <a:pt x="1" y="300"/>
                  </a:lnTo>
                  <a:cubicBezTo>
                    <a:pt x="1" y="300"/>
                    <a:pt x="301" y="467"/>
                    <a:pt x="501" y="500"/>
                  </a:cubicBezTo>
                  <a:cubicBezTo>
                    <a:pt x="701" y="500"/>
                    <a:pt x="1035" y="434"/>
                    <a:pt x="1035" y="434"/>
                  </a:cubicBezTo>
                  <a:cubicBezTo>
                    <a:pt x="1102" y="400"/>
                    <a:pt x="1102" y="167"/>
                    <a:pt x="1102" y="167"/>
                  </a:cubicBezTo>
                  <a:cubicBezTo>
                    <a:pt x="1102" y="167"/>
                    <a:pt x="768"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99" name="Google Shape;1999;p17"/>
            <p:cNvSpPr/>
            <p:nvPr/>
          </p:nvSpPr>
          <p:spPr>
            <a:xfrm>
              <a:off x="10523719" y="3254410"/>
              <a:ext cx="24828" cy="11625"/>
            </a:xfrm>
            <a:custGeom>
              <a:avLst/>
              <a:gdLst/>
              <a:ahLst/>
              <a:cxnLst/>
              <a:rect l="l" t="t" r="r" b="b"/>
              <a:pathLst>
                <a:path w="1102" h="516" extrusionOk="0">
                  <a:moveTo>
                    <a:pt x="201" y="1"/>
                  </a:moveTo>
                  <a:cubicBezTo>
                    <a:pt x="67" y="1"/>
                    <a:pt x="0" y="34"/>
                    <a:pt x="0" y="34"/>
                  </a:cubicBezTo>
                  <a:lnTo>
                    <a:pt x="0" y="301"/>
                  </a:lnTo>
                  <a:lnTo>
                    <a:pt x="167" y="368"/>
                  </a:lnTo>
                  <a:cubicBezTo>
                    <a:pt x="267" y="434"/>
                    <a:pt x="401" y="468"/>
                    <a:pt x="501" y="501"/>
                  </a:cubicBezTo>
                  <a:cubicBezTo>
                    <a:pt x="567" y="512"/>
                    <a:pt x="653" y="516"/>
                    <a:pt x="737" y="516"/>
                  </a:cubicBezTo>
                  <a:cubicBezTo>
                    <a:pt x="905" y="516"/>
                    <a:pt x="1068" y="501"/>
                    <a:pt x="1068" y="501"/>
                  </a:cubicBezTo>
                  <a:cubicBezTo>
                    <a:pt x="1068" y="501"/>
                    <a:pt x="1101" y="301"/>
                    <a:pt x="1068" y="268"/>
                  </a:cubicBezTo>
                  <a:cubicBezTo>
                    <a:pt x="1068" y="268"/>
                    <a:pt x="768" y="34"/>
                    <a:pt x="5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00" name="Google Shape;2000;p17"/>
            <p:cNvSpPr/>
            <p:nvPr/>
          </p:nvSpPr>
          <p:spPr>
            <a:xfrm>
              <a:off x="10536493" y="3306274"/>
              <a:ext cx="24828" cy="11625"/>
            </a:xfrm>
            <a:custGeom>
              <a:avLst/>
              <a:gdLst/>
              <a:ahLst/>
              <a:cxnLst/>
              <a:rect l="l" t="t" r="r" b="b"/>
              <a:pathLst>
                <a:path w="1102" h="516" extrusionOk="0">
                  <a:moveTo>
                    <a:pt x="768" y="0"/>
                  </a:moveTo>
                  <a:cubicBezTo>
                    <a:pt x="668" y="0"/>
                    <a:pt x="534" y="0"/>
                    <a:pt x="467" y="34"/>
                  </a:cubicBezTo>
                  <a:cubicBezTo>
                    <a:pt x="267" y="67"/>
                    <a:pt x="0" y="234"/>
                    <a:pt x="0" y="234"/>
                  </a:cubicBezTo>
                  <a:lnTo>
                    <a:pt x="34" y="501"/>
                  </a:lnTo>
                  <a:cubicBezTo>
                    <a:pt x="34" y="501"/>
                    <a:pt x="182" y="516"/>
                    <a:pt x="350" y="516"/>
                  </a:cubicBezTo>
                  <a:cubicBezTo>
                    <a:pt x="434" y="516"/>
                    <a:pt x="523" y="512"/>
                    <a:pt x="601" y="501"/>
                  </a:cubicBezTo>
                  <a:cubicBezTo>
                    <a:pt x="668" y="467"/>
                    <a:pt x="801" y="367"/>
                    <a:pt x="868" y="334"/>
                  </a:cubicBezTo>
                  <a:cubicBezTo>
                    <a:pt x="1001" y="234"/>
                    <a:pt x="1035" y="201"/>
                    <a:pt x="1035" y="201"/>
                  </a:cubicBezTo>
                  <a:cubicBezTo>
                    <a:pt x="1101" y="201"/>
                    <a:pt x="968" y="34"/>
                    <a:pt x="9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01" name="Google Shape;2001;p17"/>
            <p:cNvSpPr/>
            <p:nvPr/>
          </p:nvSpPr>
          <p:spPr>
            <a:xfrm>
              <a:off x="10544018" y="3333333"/>
              <a:ext cx="21043" cy="12707"/>
            </a:xfrm>
            <a:custGeom>
              <a:avLst/>
              <a:gdLst/>
              <a:ahLst/>
              <a:cxnLst/>
              <a:rect l="l" t="t" r="r" b="b"/>
              <a:pathLst>
                <a:path w="934" h="564" extrusionOk="0">
                  <a:moveTo>
                    <a:pt x="834" y="0"/>
                  </a:moveTo>
                  <a:cubicBezTo>
                    <a:pt x="834" y="0"/>
                    <a:pt x="534" y="0"/>
                    <a:pt x="367" y="34"/>
                  </a:cubicBezTo>
                  <a:lnTo>
                    <a:pt x="133" y="167"/>
                  </a:lnTo>
                  <a:cubicBezTo>
                    <a:pt x="100" y="200"/>
                    <a:pt x="0" y="267"/>
                    <a:pt x="0" y="267"/>
                  </a:cubicBezTo>
                  <a:lnTo>
                    <a:pt x="0" y="501"/>
                  </a:lnTo>
                  <a:cubicBezTo>
                    <a:pt x="0" y="501"/>
                    <a:pt x="33" y="534"/>
                    <a:pt x="167" y="534"/>
                  </a:cubicBezTo>
                  <a:cubicBezTo>
                    <a:pt x="211" y="556"/>
                    <a:pt x="256" y="564"/>
                    <a:pt x="298" y="564"/>
                  </a:cubicBezTo>
                  <a:cubicBezTo>
                    <a:pt x="382" y="564"/>
                    <a:pt x="456" y="534"/>
                    <a:pt x="500" y="534"/>
                  </a:cubicBezTo>
                  <a:cubicBezTo>
                    <a:pt x="701" y="467"/>
                    <a:pt x="934" y="300"/>
                    <a:pt x="934" y="300"/>
                  </a:cubicBezTo>
                  <a:cubicBezTo>
                    <a:pt x="934" y="267"/>
                    <a:pt x="867" y="34"/>
                    <a:pt x="8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02" name="Google Shape;2002;p17"/>
            <p:cNvSpPr/>
            <p:nvPr/>
          </p:nvSpPr>
          <p:spPr>
            <a:xfrm>
              <a:off x="10552264" y="3353700"/>
              <a:ext cx="18813" cy="11963"/>
            </a:xfrm>
            <a:custGeom>
              <a:avLst/>
              <a:gdLst/>
              <a:ahLst/>
              <a:cxnLst/>
              <a:rect l="l" t="t" r="r" b="b"/>
              <a:pathLst>
                <a:path w="835" h="531" extrusionOk="0">
                  <a:moveTo>
                    <a:pt x="521" y="1"/>
                  </a:moveTo>
                  <a:cubicBezTo>
                    <a:pt x="457" y="1"/>
                    <a:pt x="390" y="8"/>
                    <a:pt x="335" y="30"/>
                  </a:cubicBezTo>
                  <a:cubicBezTo>
                    <a:pt x="168" y="97"/>
                    <a:pt x="1" y="297"/>
                    <a:pt x="1" y="297"/>
                  </a:cubicBezTo>
                  <a:lnTo>
                    <a:pt x="134" y="531"/>
                  </a:lnTo>
                  <a:cubicBezTo>
                    <a:pt x="134" y="531"/>
                    <a:pt x="401" y="531"/>
                    <a:pt x="501" y="464"/>
                  </a:cubicBezTo>
                  <a:cubicBezTo>
                    <a:pt x="635" y="431"/>
                    <a:pt x="835" y="264"/>
                    <a:pt x="835" y="264"/>
                  </a:cubicBezTo>
                  <a:cubicBezTo>
                    <a:pt x="835" y="264"/>
                    <a:pt x="768" y="64"/>
                    <a:pt x="768" y="30"/>
                  </a:cubicBezTo>
                  <a:cubicBezTo>
                    <a:pt x="768" y="30"/>
                    <a:pt x="650" y="1"/>
                    <a:pt x="5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03" name="Google Shape;2003;p17"/>
            <p:cNvSpPr/>
            <p:nvPr/>
          </p:nvSpPr>
          <p:spPr>
            <a:xfrm>
              <a:off x="10570311" y="3385940"/>
              <a:ext cx="19556" cy="11288"/>
            </a:xfrm>
            <a:custGeom>
              <a:avLst/>
              <a:gdLst/>
              <a:ahLst/>
              <a:cxnLst/>
              <a:rect l="l" t="t" r="r" b="b"/>
              <a:pathLst>
                <a:path w="868" h="501" extrusionOk="0">
                  <a:moveTo>
                    <a:pt x="601" y="0"/>
                  </a:moveTo>
                  <a:cubicBezTo>
                    <a:pt x="551" y="17"/>
                    <a:pt x="509" y="17"/>
                    <a:pt x="468" y="17"/>
                  </a:cubicBezTo>
                  <a:cubicBezTo>
                    <a:pt x="426" y="17"/>
                    <a:pt x="384" y="17"/>
                    <a:pt x="334" y="34"/>
                  </a:cubicBezTo>
                  <a:cubicBezTo>
                    <a:pt x="301" y="34"/>
                    <a:pt x="201" y="100"/>
                    <a:pt x="134" y="134"/>
                  </a:cubicBezTo>
                  <a:cubicBezTo>
                    <a:pt x="34" y="167"/>
                    <a:pt x="1" y="200"/>
                    <a:pt x="1" y="200"/>
                  </a:cubicBezTo>
                  <a:lnTo>
                    <a:pt x="1" y="467"/>
                  </a:lnTo>
                  <a:cubicBezTo>
                    <a:pt x="1" y="467"/>
                    <a:pt x="101" y="467"/>
                    <a:pt x="167" y="501"/>
                  </a:cubicBezTo>
                  <a:lnTo>
                    <a:pt x="501" y="501"/>
                  </a:lnTo>
                  <a:cubicBezTo>
                    <a:pt x="668" y="434"/>
                    <a:pt x="868" y="200"/>
                    <a:pt x="868" y="200"/>
                  </a:cubicBezTo>
                  <a:cubicBezTo>
                    <a:pt x="868" y="200"/>
                    <a:pt x="801" y="34"/>
                    <a:pt x="7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04" name="Google Shape;2004;p17"/>
            <p:cNvSpPr/>
            <p:nvPr/>
          </p:nvSpPr>
          <p:spPr>
            <a:xfrm>
              <a:off x="10559046" y="3043237"/>
              <a:ext cx="13541" cy="11288"/>
            </a:xfrm>
            <a:custGeom>
              <a:avLst/>
              <a:gdLst/>
              <a:ahLst/>
              <a:cxnLst/>
              <a:rect l="l" t="t" r="r" b="b"/>
              <a:pathLst>
                <a:path w="601" h="501" extrusionOk="0">
                  <a:moveTo>
                    <a:pt x="300" y="0"/>
                  </a:moveTo>
                  <a:cubicBezTo>
                    <a:pt x="167" y="0"/>
                    <a:pt x="0" y="134"/>
                    <a:pt x="0" y="134"/>
                  </a:cubicBezTo>
                  <a:lnTo>
                    <a:pt x="0" y="367"/>
                  </a:lnTo>
                  <a:cubicBezTo>
                    <a:pt x="0" y="367"/>
                    <a:pt x="167" y="501"/>
                    <a:pt x="300" y="501"/>
                  </a:cubicBezTo>
                  <a:cubicBezTo>
                    <a:pt x="434" y="501"/>
                    <a:pt x="601" y="367"/>
                    <a:pt x="601" y="367"/>
                  </a:cubicBezTo>
                  <a:lnTo>
                    <a:pt x="601" y="134"/>
                  </a:lnTo>
                  <a:cubicBezTo>
                    <a:pt x="601" y="134"/>
                    <a:pt x="434" y="0"/>
                    <a:pt x="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05" name="Google Shape;2005;p17"/>
            <p:cNvSpPr/>
            <p:nvPr/>
          </p:nvSpPr>
          <p:spPr>
            <a:xfrm>
              <a:off x="10565061" y="3059008"/>
              <a:ext cx="23319" cy="10544"/>
            </a:xfrm>
            <a:custGeom>
              <a:avLst/>
              <a:gdLst/>
              <a:ahLst/>
              <a:cxnLst/>
              <a:rect l="l" t="t" r="r" b="b"/>
              <a:pathLst>
                <a:path w="1035" h="468" extrusionOk="0">
                  <a:moveTo>
                    <a:pt x="500" y="1"/>
                  </a:moveTo>
                  <a:cubicBezTo>
                    <a:pt x="334" y="1"/>
                    <a:pt x="0" y="134"/>
                    <a:pt x="0" y="134"/>
                  </a:cubicBezTo>
                  <a:lnTo>
                    <a:pt x="0" y="368"/>
                  </a:lnTo>
                  <a:cubicBezTo>
                    <a:pt x="0" y="368"/>
                    <a:pt x="334" y="468"/>
                    <a:pt x="534" y="468"/>
                  </a:cubicBezTo>
                  <a:cubicBezTo>
                    <a:pt x="600" y="468"/>
                    <a:pt x="767" y="435"/>
                    <a:pt x="867" y="334"/>
                  </a:cubicBezTo>
                  <a:cubicBezTo>
                    <a:pt x="934" y="268"/>
                    <a:pt x="1034" y="201"/>
                    <a:pt x="1034" y="201"/>
                  </a:cubicBezTo>
                  <a:cubicBezTo>
                    <a:pt x="1034" y="201"/>
                    <a:pt x="1001" y="1"/>
                    <a:pt x="9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06" name="Google Shape;2006;p17"/>
            <p:cNvSpPr/>
            <p:nvPr/>
          </p:nvSpPr>
          <p:spPr>
            <a:xfrm>
              <a:off x="10573307" y="3073720"/>
              <a:ext cx="26338" cy="11625"/>
            </a:xfrm>
            <a:custGeom>
              <a:avLst/>
              <a:gdLst/>
              <a:ahLst/>
              <a:cxnLst/>
              <a:rect l="l" t="t" r="r" b="b"/>
              <a:pathLst>
                <a:path w="1169" h="516" extrusionOk="0">
                  <a:moveTo>
                    <a:pt x="636" y="0"/>
                  </a:moveTo>
                  <a:cubicBezTo>
                    <a:pt x="601" y="0"/>
                    <a:pt x="568" y="4"/>
                    <a:pt x="535" y="15"/>
                  </a:cubicBezTo>
                  <a:cubicBezTo>
                    <a:pt x="468" y="15"/>
                    <a:pt x="335" y="48"/>
                    <a:pt x="234" y="48"/>
                  </a:cubicBezTo>
                  <a:lnTo>
                    <a:pt x="68" y="48"/>
                  </a:lnTo>
                  <a:cubicBezTo>
                    <a:pt x="68" y="115"/>
                    <a:pt x="1" y="315"/>
                    <a:pt x="1" y="315"/>
                  </a:cubicBezTo>
                  <a:cubicBezTo>
                    <a:pt x="1" y="315"/>
                    <a:pt x="68" y="382"/>
                    <a:pt x="201" y="449"/>
                  </a:cubicBezTo>
                  <a:cubicBezTo>
                    <a:pt x="335" y="515"/>
                    <a:pt x="501" y="515"/>
                    <a:pt x="635" y="515"/>
                  </a:cubicBezTo>
                  <a:cubicBezTo>
                    <a:pt x="735" y="515"/>
                    <a:pt x="868" y="482"/>
                    <a:pt x="1002" y="382"/>
                  </a:cubicBezTo>
                  <a:cubicBezTo>
                    <a:pt x="1068" y="315"/>
                    <a:pt x="1168" y="282"/>
                    <a:pt x="1168" y="282"/>
                  </a:cubicBezTo>
                  <a:cubicBezTo>
                    <a:pt x="1168" y="215"/>
                    <a:pt x="1068" y="48"/>
                    <a:pt x="1068" y="15"/>
                  </a:cubicBezTo>
                  <a:lnTo>
                    <a:pt x="868" y="15"/>
                  </a:lnTo>
                  <a:cubicBezTo>
                    <a:pt x="779" y="15"/>
                    <a:pt x="705" y="0"/>
                    <a:pt x="6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07" name="Google Shape;2007;p17"/>
            <p:cNvSpPr/>
            <p:nvPr/>
          </p:nvSpPr>
          <p:spPr>
            <a:xfrm>
              <a:off x="10581576" y="3092825"/>
              <a:ext cx="27081" cy="11310"/>
            </a:xfrm>
            <a:custGeom>
              <a:avLst/>
              <a:gdLst/>
              <a:ahLst/>
              <a:cxnLst/>
              <a:rect l="l" t="t" r="r" b="b"/>
              <a:pathLst>
                <a:path w="1202" h="502" extrusionOk="0">
                  <a:moveTo>
                    <a:pt x="601" y="1"/>
                  </a:moveTo>
                  <a:cubicBezTo>
                    <a:pt x="334" y="1"/>
                    <a:pt x="1" y="134"/>
                    <a:pt x="1" y="134"/>
                  </a:cubicBezTo>
                  <a:lnTo>
                    <a:pt x="1" y="368"/>
                  </a:lnTo>
                  <a:cubicBezTo>
                    <a:pt x="1" y="368"/>
                    <a:pt x="334" y="501"/>
                    <a:pt x="601" y="501"/>
                  </a:cubicBezTo>
                  <a:cubicBezTo>
                    <a:pt x="835" y="501"/>
                    <a:pt x="1168" y="335"/>
                    <a:pt x="1168" y="335"/>
                  </a:cubicBezTo>
                  <a:cubicBezTo>
                    <a:pt x="1202" y="301"/>
                    <a:pt x="1168" y="101"/>
                    <a:pt x="1168" y="34"/>
                  </a:cubicBezTo>
                  <a:cubicBezTo>
                    <a:pt x="1168" y="34"/>
                    <a:pt x="801" y="1"/>
                    <a:pt x="6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08" name="Google Shape;2008;p17"/>
            <p:cNvSpPr/>
            <p:nvPr/>
          </p:nvSpPr>
          <p:spPr>
            <a:xfrm>
              <a:off x="10687557" y="3104856"/>
              <a:ext cx="21066" cy="10544"/>
            </a:xfrm>
            <a:custGeom>
              <a:avLst/>
              <a:gdLst/>
              <a:ahLst/>
              <a:cxnLst/>
              <a:rect l="l" t="t" r="r" b="b"/>
              <a:pathLst>
                <a:path w="935" h="468" extrusionOk="0">
                  <a:moveTo>
                    <a:pt x="467" y="1"/>
                  </a:moveTo>
                  <a:cubicBezTo>
                    <a:pt x="401" y="1"/>
                    <a:pt x="300" y="67"/>
                    <a:pt x="267" y="67"/>
                  </a:cubicBezTo>
                  <a:lnTo>
                    <a:pt x="134" y="67"/>
                  </a:lnTo>
                  <a:cubicBezTo>
                    <a:pt x="100" y="67"/>
                    <a:pt x="0" y="268"/>
                    <a:pt x="0" y="268"/>
                  </a:cubicBezTo>
                  <a:cubicBezTo>
                    <a:pt x="0" y="268"/>
                    <a:pt x="100" y="334"/>
                    <a:pt x="167" y="401"/>
                  </a:cubicBezTo>
                  <a:cubicBezTo>
                    <a:pt x="300" y="468"/>
                    <a:pt x="434" y="468"/>
                    <a:pt x="501" y="468"/>
                  </a:cubicBezTo>
                  <a:cubicBezTo>
                    <a:pt x="667" y="434"/>
                    <a:pt x="901" y="334"/>
                    <a:pt x="901" y="334"/>
                  </a:cubicBezTo>
                  <a:lnTo>
                    <a:pt x="934" y="134"/>
                  </a:lnTo>
                  <a:lnTo>
                    <a:pt x="767" y="67"/>
                  </a:lnTo>
                  <a:cubicBezTo>
                    <a:pt x="667" y="1"/>
                    <a:pt x="567" y="1"/>
                    <a:pt x="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09" name="Google Shape;2009;p17"/>
            <p:cNvSpPr/>
            <p:nvPr/>
          </p:nvSpPr>
          <p:spPr>
            <a:xfrm>
              <a:off x="10691319" y="3133424"/>
              <a:ext cx="15050" cy="11490"/>
            </a:xfrm>
            <a:custGeom>
              <a:avLst/>
              <a:gdLst/>
              <a:ahLst/>
              <a:cxnLst/>
              <a:rect l="l" t="t" r="r" b="b"/>
              <a:pathLst>
                <a:path w="668" h="510" extrusionOk="0">
                  <a:moveTo>
                    <a:pt x="300" y="0"/>
                  </a:moveTo>
                  <a:cubicBezTo>
                    <a:pt x="167" y="34"/>
                    <a:pt x="0" y="200"/>
                    <a:pt x="0" y="200"/>
                  </a:cubicBezTo>
                  <a:cubicBezTo>
                    <a:pt x="0" y="234"/>
                    <a:pt x="100" y="467"/>
                    <a:pt x="100" y="467"/>
                  </a:cubicBezTo>
                  <a:cubicBezTo>
                    <a:pt x="100" y="467"/>
                    <a:pt x="228" y="510"/>
                    <a:pt x="348" y="510"/>
                  </a:cubicBezTo>
                  <a:cubicBezTo>
                    <a:pt x="378" y="510"/>
                    <a:pt x="407" y="507"/>
                    <a:pt x="434" y="501"/>
                  </a:cubicBezTo>
                  <a:cubicBezTo>
                    <a:pt x="467" y="501"/>
                    <a:pt x="567" y="467"/>
                    <a:pt x="600" y="401"/>
                  </a:cubicBezTo>
                  <a:lnTo>
                    <a:pt x="667" y="334"/>
                  </a:lnTo>
                  <a:lnTo>
                    <a:pt x="667" y="67"/>
                  </a:lnTo>
                  <a:cubicBezTo>
                    <a:pt x="667" y="67"/>
                    <a:pt x="634" y="34"/>
                    <a:pt x="567" y="34"/>
                  </a:cubicBezTo>
                  <a:cubicBezTo>
                    <a:pt x="467" y="0"/>
                    <a:pt x="400" y="0"/>
                    <a:pt x="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10" name="Google Shape;2010;p17"/>
            <p:cNvSpPr/>
            <p:nvPr/>
          </p:nvSpPr>
          <p:spPr>
            <a:xfrm>
              <a:off x="10708600" y="3158973"/>
              <a:ext cx="20300" cy="12369"/>
            </a:xfrm>
            <a:custGeom>
              <a:avLst/>
              <a:gdLst/>
              <a:ahLst/>
              <a:cxnLst/>
              <a:rect l="l" t="t" r="r" b="b"/>
              <a:pathLst>
                <a:path w="901" h="549" extrusionOk="0">
                  <a:moveTo>
                    <a:pt x="701" y="0"/>
                  </a:moveTo>
                  <a:cubicBezTo>
                    <a:pt x="701" y="0"/>
                    <a:pt x="667" y="34"/>
                    <a:pt x="567" y="34"/>
                  </a:cubicBezTo>
                  <a:cubicBezTo>
                    <a:pt x="551" y="50"/>
                    <a:pt x="509" y="50"/>
                    <a:pt x="467" y="50"/>
                  </a:cubicBezTo>
                  <a:cubicBezTo>
                    <a:pt x="426" y="50"/>
                    <a:pt x="384" y="50"/>
                    <a:pt x="367" y="67"/>
                  </a:cubicBezTo>
                  <a:cubicBezTo>
                    <a:pt x="300" y="67"/>
                    <a:pt x="200" y="100"/>
                    <a:pt x="134" y="167"/>
                  </a:cubicBezTo>
                  <a:cubicBezTo>
                    <a:pt x="67" y="201"/>
                    <a:pt x="0" y="234"/>
                    <a:pt x="0" y="234"/>
                  </a:cubicBezTo>
                  <a:lnTo>
                    <a:pt x="0" y="501"/>
                  </a:lnTo>
                  <a:cubicBezTo>
                    <a:pt x="0" y="501"/>
                    <a:pt x="67" y="501"/>
                    <a:pt x="167" y="534"/>
                  </a:cubicBezTo>
                  <a:cubicBezTo>
                    <a:pt x="189" y="545"/>
                    <a:pt x="223" y="549"/>
                    <a:pt x="261" y="549"/>
                  </a:cubicBezTo>
                  <a:cubicBezTo>
                    <a:pt x="337" y="549"/>
                    <a:pt x="434" y="534"/>
                    <a:pt x="501" y="534"/>
                  </a:cubicBezTo>
                  <a:cubicBezTo>
                    <a:pt x="567" y="501"/>
                    <a:pt x="701" y="401"/>
                    <a:pt x="801" y="334"/>
                  </a:cubicBezTo>
                  <a:cubicBezTo>
                    <a:pt x="868" y="234"/>
                    <a:pt x="901" y="167"/>
                    <a:pt x="901" y="167"/>
                  </a:cubicBezTo>
                  <a:cubicBezTo>
                    <a:pt x="901" y="100"/>
                    <a:pt x="734" y="0"/>
                    <a:pt x="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11" name="Google Shape;2011;p17"/>
            <p:cNvSpPr/>
            <p:nvPr/>
          </p:nvSpPr>
          <p:spPr>
            <a:xfrm>
              <a:off x="9604585" y="1811454"/>
              <a:ext cx="457742" cy="310937"/>
            </a:xfrm>
            <a:custGeom>
              <a:avLst/>
              <a:gdLst/>
              <a:ahLst/>
              <a:cxnLst/>
              <a:rect l="l" t="t" r="r" b="b"/>
              <a:pathLst>
                <a:path w="20317" h="13801" extrusionOk="0">
                  <a:moveTo>
                    <a:pt x="167" y="0"/>
                  </a:moveTo>
                  <a:cubicBezTo>
                    <a:pt x="81" y="0"/>
                    <a:pt x="1" y="60"/>
                    <a:pt x="1" y="201"/>
                  </a:cubicBezTo>
                  <a:lnTo>
                    <a:pt x="1" y="568"/>
                  </a:lnTo>
                  <a:cubicBezTo>
                    <a:pt x="34" y="835"/>
                    <a:pt x="1" y="1168"/>
                    <a:pt x="34" y="1569"/>
                  </a:cubicBezTo>
                  <a:cubicBezTo>
                    <a:pt x="34" y="2469"/>
                    <a:pt x="201" y="3637"/>
                    <a:pt x="701" y="4904"/>
                  </a:cubicBezTo>
                  <a:cubicBezTo>
                    <a:pt x="1168" y="6205"/>
                    <a:pt x="2135" y="7506"/>
                    <a:pt x="3370" y="8407"/>
                  </a:cubicBezTo>
                  <a:cubicBezTo>
                    <a:pt x="4637" y="9341"/>
                    <a:pt x="6038" y="9908"/>
                    <a:pt x="7306" y="10308"/>
                  </a:cubicBezTo>
                  <a:cubicBezTo>
                    <a:pt x="9808" y="11109"/>
                    <a:pt x="13110" y="11509"/>
                    <a:pt x="15645" y="12143"/>
                  </a:cubicBezTo>
                  <a:cubicBezTo>
                    <a:pt x="16946" y="12477"/>
                    <a:pt x="18013" y="12843"/>
                    <a:pt x="18781" y="13177"/>
                  </a:cubicBezTo>
                  <a:cubicBezTo>
                    <a:pt x="19148" y="13344"/>
                    <a:pt x="19448" y="13477"/>
                    <a:pt x="19648" y="13611"/>
                  </a:cubicBezTo>
                  <a:cubicBezTo>
                    <a:pt x="19815" y="13711"/>
                    <a:pt x="19948" y="13777"/>
                    <a:pt x="19948" y="13777"/>
                  </a:cubicBezTo>
                  <a:cubicBezTo>
                    <a:pt x="19986" y="13793"/>
                    <a:pt x="20021" y="13801"/>
                    <a:pt x="20054" y="13801"/>
                  </a:cubicBezTo>
                  <a:cubicBezTo>
                    <a:pt x="20226" y="13801"/>
                    <a:pt x="20316" y="13596"/>
                    <a:pt x="20148" y="13344"/>
                  </a:cubicBezTo>
                  <a:cubicBezTo>
                    <a:pt x="20148" y="13344"/>
                    <a:pt x="20048" y="13244"/>
                    <a:pt x="19848" y="13144"/>
                  </a:cubicBezTo>
                  <a:cubicBezTo>
                    <a:pt x="19648" y="12977"/>
                    <a:pt x="19348" y="12843"/>
                    <a:pt x="18981" y="12643"/>
                  </a:cubicBezTo>
                  <a:cubicBezTo>
                    <a:pt x="18180" y="12243"/>
                    <a:pt x="17113" y="11809"/>
                    <a:pt x="15812" y="11476"/>
                  </a:cubicBezTo>
                  <a:cubicBezTo>
                    <a:pt x="13210" y="10742"/>
                    <a:pt x="9941" y="10242"/>
                    <a:pt x="7506" y="9508"/>
                  </a:cubicBezTo>
                  <a:cubicBezTo>
                    <a:pt x="6305" y="9141"/>
                    <a:pt x="4937" y="8640"/>
                    <a:pt x="3770" y="7807"/>
                  </a:cubicBezTo>
                  <a:cubicBezTo>
                    <a:pt x="2602" y="6973"/>
                    <a:pt x="1668" y="5805"/>
                    <a:pt x="1168" y="4638"/>
                  </a:cubicBezTo>
                  <a:cubicBezTo>
                    <a:pt x="668" y="3470"/>
                    <a:pt x="468" y="2336"/>
                    <a:pt x="434" y="1502"/>
                  </a:cubicBezTo>
                  <a:cubicBezTo>
                    <a:pt x="367" y="1068"/>
                    <a:pt x="367" y="735"/>
                    <a:pt x="367" y="535"/>
                  </a:cubicBezTo>
                  <a:lnTo>
                    <a:pt x="367" y="201"/>
                  </a:lnTo>
                  <a:cubicBezTo>
                    <a:pt x="367" y="77"/>
                    <a:pt x="264"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12" name="Google Shape;2012;p17"/>
            <p:cNvSpPr/>
            <p:nvPr/>
          </p:nvSpPr>
          <p:spPr>
            <a:xfrm>
              <a:off x="10628934" y="1585253"/>
              <a:ext cx="131530" cy="284847"/>
            </a:xfrm>
            <a:custGeom>
              <a:avLst/>
              <a:gdLst/>
              <a:ahLst/>
              <a:cxnLst/>
              <a:rect l="l" t="t" r="r" b="b"/>
              <a:pathLst>
                <a:path w="5838" h="12643" extrusionOk="0">
                  <a:moveTo>
                    <a:pt x="234" y="0"/>
                  </a:moveTo>
                  <a:cubicBezTo>
                    <a:pt x="67" y="0"/>
                    <a:pt x="0" y="334"/>
                    <a:pt x="167" y="367"/>
                  </a:cubicBezTo>
                  <a:cubicBezTo>
                    <a:pt x="167" y="367"/>
                    <a:pt x="234" y="367"/>
                    <a:pt x="367" y="401"/>
                  </a:cubicBezTo>
                  <a:cubicBezTo>
                    <a:pt x="434" y="467"/>
                    <a:pt x="668" y="501"/>
                    <a:pt x="868" y="567"/>
                  </a:cubicBezTo>
                  <a:cubicBezTo>
                    <a:pt x="1268" y="734"/>
                    <a:pt x="1902" y="934"/>
                    <a:pt x="2502" y="1368"/>
                  </a:cubicBezTo>
                  <a:cubicBezTo>
                    <a:pt x="3069" y="1768"/>
                    <a:pt x="3670" y="2335"/>
                    <a:pt x="4037" y="3036"/>
                  </a:cubicBezTo>
                  <a:cubicBezTo>
                    <a:pt x="4404" y="3703"/>
                    <a:pt x="4670" y="4437"/>
                    <a:pt x="4770" y="5171"/>
                  </a:cubicBezTo>
                  <a:cubicBezTo>
                    <a:pt x="5071" y="6538"/>
                    <a:pt x="5104" y="8406"/>
                    <a:pt x="5204" y="9907"/>
                  </a:cubicBezTo>
                  <a:cubicBezTo>
                    <a:pt x="5237" y="10675"/>
                    <a:pt x="5271" y="11342"/>
                    <a:pt x="5338" y="11809"/>
                  </a:cubicBezTo>
                  <a:cubicBezTo>
                    <a:pt x="5371" y="12243"/>
                    <a:pt x="5404" y="12543"/>
                    <a:pt x="5404" y="12543"/>
                  </a:cubicBezTo>
                  <a:cubicBezTo>
                    <a:pt x="5421" y="12609"/>
                    <a:pt x="5504" y="12643"/>
                    <a:pt x="5596" y="12643"/>
                  </a:cubicBezTo>
                  <a:cubicBezTo>
                    <a:pt x="5688" y="12643"/>
                    <a:pt x="5788" y="12609"/>
                    <a:pt x="5838" y="12543"/>
                  </a:cubicBezTo>
                  <a:cubicBezTo>
                    <a:pt x="5838" y="12543"/>
                    <a:pt x="5771" y="12243"/>
                    <a:pt x="5771" y="11775"/>
                  </a:cubicBezTo>
                  <a:lnTo>
                    <a:pt x="5771" y="9907"/>
                  </a:lnTo>
                  <a:cubicBezTo>
                    <a:pt x="5771" y="8406"/>
                    <a:pt x="5838" y="6538"/>
                    <a:pt x="5538" y="5037"/>
                  </a:cubicBezTo>
                  <a:cubicBezTo>
                    <a:pt x="5371" y="4270"/>
                    <a:pt x="5104" y="3436"/>
                    <a:pt x="4604" y="2702"/>
                  </a:cubicBezTo>
                  <a:cubicBezTo>
                    <a:pt x="4170" y="1902"/>
                    <a:pt x="3436" y="1335"/>
                    <a:pt x="2769" y="901"/>
                  </a:cubicBezTo>
                  <a:cubicBezTo>
                    <a:pt x="2102" y="501"/>
                    <a:pt x="1435" y="267"/>
                    <a:pt x="1001" y="167"/>
                  </a:cubicBezTo>
                  <a:cubicBezTo>
                    <a:pt x="768" y="67"/>
                    <a:pt x="567" y="67"/>
                    <a:pt x="434" y="34"/>
                  </a:cubicBezTo>
                  <a:cubicBezTo>
                    <a:pt x="334" y="0"/>
                    <a:pt x="234"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13" name="Google Shape;2013;p17"/>
            <p:cNvSpPr/>
            <p:nvPr/>
          </p:nvSpPr>
          <p:spPr>
            <a:xfrm>
              <a:off x="10331222" y="3428319"/>
              <a:ext cx="469998" cy="385488"/>
            </a:xfrm>
            <a:custGeom>
              <a:avLst/>
              <a:gdLst/>
              <a:ahLst/>
              <a:cxnLst/>
              <a:rect l="l" t="t" r="r" b="b"/>
              <a:pathLst>
                <a:path w="20861" h="17110" extrusionOk="0">
                  <a:moveTo>
                    <a:pt x="193" y="1"/>
                  </a:moveTo>
                  <a:cubicBezTo>
                    <a:pt x="90" y="1"/>
                    <a:pt x="1" y="85"/>
                    <a:pt x="38" y="254"/>
                  </a:cubicBezTo>
                  <a:cubicBezTo>
                    <a:pt x="38" y="254"/>
                    <a:pt x="72" y="388"/>
                    <a:pt x="105" y="621"/>
                  </a:cubicBezTo>
                  <a:cubicBezTo>
                    <a:pt x="138" y="755"/>
                    <a:pt x="172" y="855"/>
                    <a:pt x="238" y="1021"/>
                  </a:cubicBezTo>
                  <a:cubicBezTo>
                    <a:pt x="305" y="1222"/>
                    <a:pt x="372" y="1388"/>
                    <a:pt x="439" y="1588"/>
                  </a:cubicBezTo>
                  <a:cubicBezTo>
                    <a:pt x="772" y="2422"/>
                    <a:pt x="1339" y="3490"/>
                    <a:pt x="2173" y="4591"/>
                  </a:cubicBezTo>
                  <a:cubicBezTo>
                    <a:pt x="3841" y="6792"/>
                    <a:pt x="6410" y="9027"/>
                    <a:pt x="8578" y="10628"/>
                  </a:cubicBezTo>
                  <a:cubicBezTo>
                    <a:pt x="10746" y="12229"/>
                    <a:pt x="13615" y="13997"/>
                    <a:pt x="16083" y="15198"/>
                  </a:cubicBezTo>
                  <a:cubicBezTo>
                    <a:pt x="17284" y="15832"/>
                    <a:pt x="18418" y="16299"/>
                    <a:pt x="19219" y="16633"/>
                  </a:cubicBezTo>
                  <a:cubicBezTo>
                    <a:pt x="19986" y="16933"/>
                    <a:pt x="20486" y="17100"/>
                    <a:pt x="20486" y="17100"/>
                  </a:cubicBezTo>
                  <a:cubicBezTo>
                    <a:pt x="20515" y="17106"/>
                    <a:pt x="20543" y="17109"/>
                    <a:pt x="20568" y="17109"/>
                  </a:cubicBezTo>
                  <a:cubicBezTo>
                    <a:pt x="20802" y="17109"/>
                    <a:pt x="20861" y="16847"/>
                    <a:pt x="20620" y="16666"/>
                  </a:cubicBezTo>
                  <a:cubicBezTo>
                    <a:pt x="20620" y="16666"/>
                    <a:pt x="20153" y="16499"/>
                    <a:pt x="19385" y="16166"/>
                  </a:cubicBezTo>
                  <a:cubicBezTo>
                    <a:pt x="18585" y="15832"/>
                    <a:pt x="17484" y="15298"/>
                    <a:pt x="16317" y="14664"/>
                  </a:cubicBezTo>
                  <a:cubicBezTo>
                    <a:pt x="13915" y="13397"/>
                    <a:pt x="11113" y="11596"/>
                    <a:pt x="8978" y="9994"/>
                  </a:cubicBezTo>
                  <a:cubicBezTo>
                    <a:pt x="6910" y="8460"/>
                    <a:pt x="4275" y="6292"/>
                    <a:pt x="2607" y="4224"/>
                  </a:cubicBezTo>
                  <a:cubicBezTo>
                    <a:pt x="1739" y="3190"/>
                    <a:pt x="1139" y="2156"/>
                    <a:pt x="805" y="1422"/>
                  </a:cubicBezTo>
                  <a:cubicBezTo>
                    <a:pt x="739" y="1255"/>
                    <a:pt x="639" y="1088"/>
                    <a:pt x="605" y="921"/>
                  </a:cubicBezTo>
                  <a:cubicBezTo>
                    <a:pt x="572" y="755"/>
                    <a:pt x="505" y="621"/>
                    <a:pt x="472" y="488"/>
                  </a:cubicBezTo>
                  <a:cubicBezTo>
                    <a:pt x="439" y="288"/>
                    <a:pt x="405" y="154"/>
                    <a:pt x="405" y="154"/>
                  </a:cubicBezTo>
                  <a:cubicBezTo>
                    <a:pt x="361" y="52"/>
                    <a:pt x="273" y="1"/>
                    <a:pt x="1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2014" name="Google Shape;2014;p17"/>
          <p:cNvGrpSpPr/>
          <p:nvPr/>
        </p:nvGrpSpPr>
        <p:grpSpPr>
          <a:xfrm>
            <a:off x="1079075" y="4145388"/>
            <a:ext cx="214500" cy="219400"/>
            <a:chOff x="5881675" y="584200"/>
            <a:chExt cx="214500" cy="219400"/>
          </a:xfrm>
        </p:grpSpPr>
        <p:sp>
          <p:nvSpPr>
            <p:cNvPr id="2015" name="Google Shape;2015;p17"/>
            <p:cNvSpPr/>
            <p:nvPr/>
          </p:nvSpPr>
          <p:spPr>
            <a:xfrm>
              <a:off x="5882200" y="783700"/>
              <a:ext cx="14150" cy="4200"/>
            </a:xfrm>
            <a:custGeom>
              <a:avLst/>
              <a:gdLst/>
              <a:ahLst/>
              <a:cxnLst/>
              <a:rect l="l" t="t" r="r" b="b"/>
              <a:pathLst>
                <a:path w="566" h="168" extrusionOk="0">
                  <a:moveTo>
                    <a:pt x="524" y="0"/>
                  </a:moveTo>
                  <a:cubicBezTo>
                    <a:pt x="336" y="0"/>
                    <a:pt x="189" y="42"/>
                    <a:pt x="22" y="126"/>
                  </a:cubicBezTo>
                  <a:cubicBezTo>
                    <a:pt x="1" y="147"/>
                    <a:pt x="22" y="168"/>
                    <a:pt x="43" y="168"/>
                  </a:cubicBezTo>
                  <a:cubicBezTo>
                    <a:pt x="210" y="126"/>
                    <a:pt x="357" y="63"/>
                    <a:pt x="524" y="63"/>
                  </a:cubicBezTo>
                  <a:cubicBezTo>
                    <a:pt x="566" y="63"/>
                    <a:pt x="566" y="21"/>
                    <a:pt x="52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16" name="Google Shape;2016;p17"/>
            <p:cNvSpPr/>
            <p:nvPr/>
          </p:nvSpPr>
          <p:spPr>
            <a:xfrm>
              <a:off x="5886175" y="588375"/>
              <a:ext cx="210000" cy="215225"/>
            </a:xfrm>
            <a:custGeom>
              <a:avLst/>
              <a:gdLst/>
              <a:ahLst/>
              <a:cxnLst/>
              <a:rect l="l" t="t" r="r" b="b"/>
              <a:pathLst>
                <a:path w="8400" h="8609" extrusionOk="0">
                  <a:moveTo>
                    <a:pt x="8086" y="134"/>
                  </a:moveTo>
                  <a:lnTo>
                    <a:pt x="8002" y="218"/>
                  </a:lnTo>
                  <a:lnTo>
                    <a:pt x="7814" y="218"/>
                  </a:lnTo>
                  <a:cubicBezTo>
                    <a:pt x="7897" y="197"/>
                    <a:pt x="8002" y="176"/>
                    <a:pt x="8086" y="134"/>
                  </a:cubicBezTo>
                  <a:close/>
                  <a:moveTo>
                    <a:pt x="8211" y="197"/>
                  </a:moveTo>
                  <a:lnTo>
                    <a:pt x="8211" y="197"/>
                  </a:lnTo>
                  <a:cubicBezTo>
                    <a:pt x="8149" y="239"/>
                    <a:pt x="8128" y="302"/>
                    <a:pt x="8107" y="344"/>
                  </a:cubicBezTo>
                  <a:lnTo>
                    <a:pt x="8086" y="344"/>
                  </a:lnTo>
                  <a:cubicBezTo>
                    <a:pt x="8086" y="344"/>
                    <a:pt x="8086" y="323"/>
                    <a:pt x="8044" y="323"/>
                  </a:cubicBezTo>
                  <a:lnTo>
                    <a:pt x="8107" y="260"/>
                  </a:lnTo>
                  <a:lnTo>
                    <a:pt x="8128" y="260"/>
                  </a:lnTo>
                  <a:lnTo>
                    <a:pt x="8149" y="239"/>
                  </a:lnTo>
                  <a:lnTo>
                    <a:pt x="8211" y="197"/>
                  </a:lnTo>
                  <a:close/>
                  <a:moveTo>
                    <a:pt x="7605" y="323"/>
                  </a:moveTo>
                  <a:cubicBezTo>
                    <a:pt x="7563" y="344"/>
                    <a:pt x="7521" y="344"/>
                    <a:pt x="7479" y="365"/>
                  </a:cubicBezTo>
                  <a:cubicBezTo>
                    <a:pt x="7423" y="402"/>
                    <a:pt x="7384" y="406"/>
                    <a:pt x="7331" y="421"/>
                  </a:cubicBezTo>
                  <a:lnTo>
                    <a:pt x="7331" y="421"/>
                  </a:lnTo>
                  <a:cubicBezTo>
                    <a:pt x="7344" y="412"/>
                    <a:pt x="7346" y="393"/>
                    <a:pt x="7339" y="380"/>
                  </a:cubicBezTo>
                  <a:lnTo>
                    <a:pt x="7339" y="380"/>
                  </a:lnTo>
                  <a:cubicBezTo>
                    <a:pt x="7433" y="354"/>
                    <a:pt x="7525" y="339"/>
                    <a:pt x="7605" y="323"/>
                  </a:cubicBezTo>
                  <a:close/>
                  <a:moveTo>
                    <a:pt x="8044" y="406"/>
                  </a:moveTo>
                  <a:lnTo>
                    <a:pt x="8044" y="406"/>
                  </a:lnTo>
                  <a:cubicBezTo>
                    <a:pt x="8023" y="448"/>
                    <a:pt x="8002" y="532"/>
                    <a:pt x="7981" y="595"/>
                  </a:cubicBezTo>
                  <a:lnTo>
                    <a:pt x="7939" y="553"/>
                  </a:lnTo>
                  <a:lnTo>
                    <a:pt x="7939" y="532"/>
                  </a:lnTo>
                  <a:cubicBezTo>
                    <a:pt x="7939" y="511"/>
                    <a:pt x="7981" y="511"/>
                    <a:pt x="7981" y="490"/>
                  </a:cubicBezTo>
                  <a:lnTo>
                    <a:pt x="8044" y="406"/>
                  </a:lnTo>
                  <a:close/>
                  <a:moveTo>
                    <a:pt x="7395" y="637"/>
                  </a:moveTo>
                  <a:lnTo>
                    <a:pt x="7374" y="657"/>
                  </a:lnTo>
                  <a:lnTo>
                    <a:pt x="7312" y="657"/>
                  </a:lnTo>
                  <a:cubicBezTo>
                    <a:pt x="7353" y="637"/>
                    <a:pt x="7374" y="637"/>
                    <a:pt x="7395" y="637"/>
                  </a:cubicBezTo>
                  <a:close/>
                  <a:moveTo>
                    <a:pt x="7374" y="804"/>
                  </a:moveTo>
                  <a:lnTo>
                    <a:pt x="7374" y="825"/>
                  </a:lnTo>
                  <a:lnTo>
                    <a:pt x="7353" y="846"/>
                  </a:lnTo>
                  <a:cubicBezTo>
                    <a:pt x="7312" y="846"/>
                    <a:pt x="7291" y="846"/>
                    <a:pt x="7270" y="825"/>
                  </a:cubicBezTo>
                  <a:lnTo>
                    <a:pt x="7291" y="825"/>
                  </a:lnTo>
                  <a:cubicBezTo>
                    <a:pt x="7291" y="825"/>
                    <a:pt x="7300" y="834"/>
                    <a:pt x="7306" y="834"/>
                  </a:cubicBezTo>
                  <a:cubicBezTo>
                    <a:pt x="7309" y="834"/>
                    <a:pt x="7312" y="832"/>
                    <a:pt x="7312" y="825"/>
                  </a:cubicBezTo>
                  <a:cubicBezTo>
                    <a:pt x="7353" y="825"/>
                    <a:pt x="7353" y="825"/>
                    <a:pt x="7374" y="804"/>
                  </a:cubicBezTo>
                  <a:close/>
                  <a:moveTo>
                    <a:pt x="7081" y="595"/>
                  </a:moveTo>
                  <a:cubicBezTo>
                    <a:pt x="7081" y="657"/>
                    <a:pt x="7102" y="741"/>
                    <a:pt x="7102" y="846"/>
                  </a:cubicBezTo>
                  <a:cubicBezTo>
                    <a:pt x="7102" y="929"/>
                    <a:pt x="7144" y="971"/>
                    <a:pt x="7186" y="1013"/>
                  </a:cubicBezTo>
                  <a:lnTo>
                    <a:pt x="7102" y="1076"/>
                  </a:lnTo>
                  <a:cubicBezTo>
                    <a:pt x="7081" y="1013"/>
                    <a:pt x="7061" y="950"/>
                    <a:pt x="7040" y="867"/>
                  </a:cubicBezTo>
                  <a:lnTo>
                    <a:pt x="7040" y="720"/>
                  </a:lnTo>
                  <a:cubicBezTo>
                    <a:pt x="7061" y="657"/>
                    <a:pt x="7061" y="616"/>
                    <a:pt x="7081" y="595"/>
                  </a:cubicBezTo>
                  <a:close/>
                  <a:moveTo>
                    <a:pt x="7370" y="1059"/>
                  </a:moveTo>
                  <a:cubicBezTo>
                    <a:pt x="7385" y="1065"/>
                    <a:pt x="7401" y="1076"/>
                    <a:pt x="7416" y="1076"/>
                  </a:cubicBezTo>
                  <a:cubicBezTo>
                    <a:pt x="7416" y="1076"/>
                    <a:pt x="7416" y="1118"/>
                    <a:pt x="7395" y="1118"/>
                  </a:cubicBezTo>
                  <a:lnTo>
                    <a:pt x="7395" y="1139"/>
                  </a:lnTo>
                  <a:lnTo>
                    <a:pt x="7374" y="1139"/>
                  </a:lnTo>
                  <a:cubicBezTo>
                    <a:pt x="7407" y="1090"/>
                    <a:pt x="7389" y="1067"/>
                    <a:pt x="7370" y="1059"/>
                  </a:cubicBezTo>
                  <a:close/>
                  <a:moveTo>
                    <a:pt x="7312" y="1118"/>
                  </a:moveTo>
                  <a:cubicBezTo>
                    <a:pt x="7312" y="1118"/>
                    <a:pt x="7291" y="1139"/>
                    <a:pt x="7312" y="1139"/>
                  </a:cubicBezTo>
                  <a:lnTo>
                    <a:pt x="7312" y="1160"/>
                  </a:lnTo>
                  <a:lnTo>
                    <a:pt x="7270" y="1160"/>
                  </a:lnTo>
                  <a:cubicBezTo>
                    <a:pt x="7270" y="1139"/>
                    <a:pt x="7291" y="1118"/>
                    <a:pt x="7312" y="1118"/>
                  </a:cubicBezTo>
                  <a:close/>
                  <a:moveTo>
                    <a:pt x="7688" y="1181"/>
                  </a:moveTo>
                  <a:cubicBezTo>
                    <a:pt x="7619" y="1236"/>
                    <a:pt x="7549" y="1264"/>
                    <a:pt x="7473" y="1264"/>
                  </a:cubicBezTo>
                  <a:cubicBezTo>
                    <a:pt x="7435" y="1264"/>
                    <a:pt x="7395" y="1257"/>
                    <a:pt x="7353" y="1243"/>
                  </a:cubicBezTo>
                  <a:lnTo>
                    <a:pt x="7395" y="1243"/>
                  </a:lnTo>
                  <a:cubicBezTo>
                    <a:pt x="7479" y="1243"/>
                    <a:pt x="7563" y="1222"/>
                    <a:pt x="7605" y="1181"/>
                  </a:cubicBezTo>
                  <a:close/>
                  <a:moveTo>
                    <a:pt x="3399" y="4968"/>
                  </a:moveTo>
                  <a:cubicBezTo>
                    <a:pt x="3420" y="5030"/>
                    <a:pt x="3441" y="5051"/>
                    <a:pt x="3483" y="5093"/>
                  </a:cubicBezTo>
                  <a:cubicBezTo>
                    <a:pt x="3399" y="5156"/>
                    <a:pt x="3315" y="5219"/>
                    <a:pt x="3273" y="5302"/>
                  </a:cubicBezTo>
                  <a:lnTo>
                    <a:pt x="3232" y="5302"/>
                  </a:lnTo>
                  <a:lnTo>
                    <a:pt x="3294" y="5240"/>
                  </a:lnTo>
                  <a:cubicBezTo>
                    <a:pt x="3315" y="5219"/>
                    <a:pt x="3315" y="5177"/>
                    <a:pt x="3294" y="5177"/>
                  </a:cubicBezTo>
                  <a:cubicBezTo>
                    <a:pt x="3315" y="5156"/>
                    <a:pt x="3315" y="5135"/>
                    <a:pt x="3294" y="5072"/>
                  </a:cubicBezTo>
                  <a:cubicBezTo>
                    <a:pt x="3315" y="5051"/>
                    <a:pt x="3378" y="5030"/>
                    <a:pt x="3399" y="4968"/>
                  </a:cubicBezTo>
                  <a:close/>
                  <a:moveTo>
                    <a:pt x="2980" y="5219"/>
                  </a:moveTo>
                  <a:lnTo>
                    <a:pt x="2562" y="5637"/>
                  </a:lnTo>
                  <a:cubicBezTo>
                    <a:pt x="2541" y="5679"/>
                    <a:pt x="2478" y="5679"/>
                    <a:pt x="2457" y="5721"/>
                  </a:cubicBezTo>
                  <a:cubicBezTo>
                    <a:pt x="2478" y="5679"/>
                    <a:pt x="2499" y="5658"/>
                    <a:pt x="2541" y="5616"/>
                  </a:cubicBezTo>
                  <a:cubicBezTo>
                    <a:pt x="2687" y="5470"/>
                    <a:pt x="2855" y="5344"/>
                    <a:pt x="2980" y="5219"/>
                  </a:cubicBezTo>
                  <a:close/>
                  <a:moveTo>
                    <a:pt x="2269" y="5784"/>
                  </a:moveTo>
                  <a:cubicBezTo>
                    <a:pt x="2269" y="5826"/>
                    <a:pt x="2290" y="5847"/>
                    <a:pt x="2332" y="5847"/>
                  </a:cubicBezTo>
                  <a:cubicBezTo>
                    <a:pt x="2353" y="5847"/>
                    <a:pt x="2374" y="5826"/>
                    <a:pt x="2395" y="5826"/>
                  </a:cubicBezTo>
                  <a:lnTo>
                    <a:pt x="2395" y="5826"/>
                  </a:lnTo>
                  <a:lnTo>
                    <a:pt x="2185" y="6035"/>
                  </a:lnTo>
                  <a:lnTo>
                    <a:pt x="2123" y="5951"/>
                  </a:lnTo>
                  <a:lnTo>
                    <a:pt x="2269" y="5784"/>
                  </a:lnTo>
                  <a:close/>
                  <a:moveTo>
                    <a:pt x="1181" y="6935"/>
                  </a:moveTo>
                  <a:lnTo>
                    <a:pt x="1181" y="6935"/>
                  </a:lnTo>
                  <a:cubicBezTo>
                    <a:pt x="1185" y="6942"/>
                    <a:pt x="1188" y="6949"/>
                    <a:pt x="1190" y="6955"/>
                  </a:cubicBezTo>
                  <a:lnTo>
                    <a:pt x="1190" y="6955"/>
                  </a:lnTo>
                  <a:cubicBezTo>
                    <a:pt x="1195" y="6955"/>
                    <a:pt x="1200" y="6955"/>
                    <a:pt x="1205" y="6956"/>
                  </a:cubicBezTo>
                  <a:lnTo>
                    <a:pt x="1205" y="6956"/>
                  </a:lnTo>
                  <a:cubicBezTo>
                    <a:pt x="1192" y="6945"/>
                    <a:pt x="1181" y="6935"/>
                    <a:pt x="1181" y="6935"/>
                  </a:cubicBezTo>
                  <a:close/>
                  <a:moveTo>
                    <a:pt x="1293" y="7071"/>
                  </a:moveTo>
                  <a:cubicBezTo>
                    <a:pt x="1296" y="7071"/>
                    <a:pt x="1296" y="7081"/>
                    <a:pt x="1286" y="7102"/>
                  </a:cubicBezTo>
                  <a:cubicBezTo>
                    <a:pt x="1286" y="7081"/>
                    <a:pt x="1291" y="7071"/>
                    <a:pt x="1293" y="7071"/>
                  </a:cubicBezTo>
                  <a:close/>
                  <a:moveTo>
                    <a:pt x="1300" y="7083"/>
                  </a:moveTo>
                  <a:cubicBezTo>
                    <a:pt x="1304" y="7083"/>
                    <a:pt x="1300" y="7102"/>
                    <a:pt x="1286" y="7102"/>
                  </a:cubicBezTo>
                  <a:cubicBezTo>
                    <a:pt x="1293" y="7088"/>
                    <a:pt x="1297" y="7083"/>
                    <a:pt x="1300" y="7083"/>
                  </a:cubicBezTo>
                  <a:close/>
                  <a:moveTo>
                    <a:pt x="679" y="7060"/>
                  </a:moveTo>
                  <a:cubicBezTo>
                    <a:pt x="670" y="7078"/>
                    <a:pt x="657" y="7093"/>
                    <a:pt x="643" y="7103"/>
                  </a:cubicBezTo>
                  <a:lnTo>
                    <a:pt x="643" y="7103"/>
                  </a:lnTo>
                  <a:cubicBezTo>
                    <a:pt x="648" y="7102"/>
                    <a:pt x="653" y="7102"/>
                    <a:pt x="658" y="7102"/>
                  </a:cubicBezTo>
                  <a:lnTo>
                    <a:pt x="679" y="7060"/>
                  </a:lnTo>
                  <a:close/>
                  <a:moveTo>
                    <a:pt x="643" y="7103"/>
                  </a:moveTo>
                  <a:cubicBezTo>
                    <a:pt x="611" y="7107"/>
                    <a:pt x="595" y="7123"/>
                    <a:pt x="595" y="7123"/>
                  </a:cubicBezTo>
                  <a:cubicBezTo>
                    <a:pt x="607" y="7123"/>
                    <a:pt x="625" y="7116"/>
                    <a:pt x="643" y="7103"/>
                  </a:cubicBezTo>
                  <a:close/>
                  <a:moveTo>
                    <a:pt x="870" y="7162"/>
                  </a:moveTo>
                  <a:cubicBezTo>
                    <a:pt x="868" y="7168"/>
                    <a:pt x="867" y="7176"/>
                    <a:pt x="867" y="7186"/>
                  </a:cubicBezTo>
                  <a:cubicBezTo>
                    <a:pt x="804" y="7207"/>
                    <a:pt x="763" y="7207"/>
                    <a:pt x="700" y="7227"/>
                  </a:cubicBezTo>
                  <a:cubicBezTo>
                    <a:pt x="753" y="7210"/>
                    <a:pt x="805" y="7192"/>
                    <a:pt x="870" y="7162"/>
                  </a:cubicBezTo>
                  <a:close/>
                  <a:moveTo>
                    <a:pt x="1181" y="7207"/>
                  </a:moveTo>
                  <a:cubicBezTo>
                    <a:pt x="1139" y="7227"/>
                    <a:pt x="1139" y="7248"/>
                    <a:pt x="1118" y="7269"/>
                  </a:cubicBezTo>
                  <a:lnTo>
                    <a:pt x="1118" y="7248"/>
                  </a:lnTo>
                  <a:cubicBezTo>
                    <a:pt x="1118" y="7227"/>
                    <a:pt x="1118" y="7227"/>
                    <a:pt x="1097" y="7227"/>
                  </a:cubicBezTo>
                  <a:cubicBezTo>
                    <a:pt x="1139" y="7227"/>
                    <a:pt x="1139" y="7207"/>
                    <a:pt x="1139" y="7207"/>
                  </a:cubicBezTo>
                  <a:close/>
                  <a:moveTo>
                    <a:pt x="622" y="7302"/>
                  </a:moveTo>
                  <a:cubicBezTo>
                    <a:pt x="642" y="7302"/>
                    <a:pt x="665" y="7311"/>
                    <a:pt x="679" y="7311"/>
                  </a:cubicBezTo>
                  <a:lnTo>
                    <a:pt x="637" y="7332"/>
                  </a:lnTo>
                  <a:cubicBezTo>
                    <a:pt x="616" y="7311"/>
                    <a:pt x="616" y="7311"/>
                    <a:pt x="595" y="7311"/>
                  </a:cubicBezTo>
                  <a:cubicBezTo>
                    <a:pt x="602" y="7304"/>
                    <a:pt x="611" y="7302"/>
                    <a:pt x="622" y="7302"/>
                  </a:cubicBezTo>
                  <a:close/>
                  <a:moveTo>
                    <a:pt x="1014" y="7207"/>
                  </a:moveTo>
                  <a:lnTo>
                    <a:pt x="867" y="7353"/>
                  </a:lnTo>
                  <a:lnTo>
                    <a:pt x="783" y="7290"/>
                  </a:lnTo>
                  <a:cubicBezTo>
                    <a:pt x="825" y="7248"/>
                    <a:pt x="867" y="7248"/>
                    <a:pt x="888" y="7227"/>
                  </a:cubicBezTo>
                  <a:cubicBezTo>
                    <a:pt x="930" y="7227"/>
                    <a:pt x="972" y="7207"/>
                    <a:pt x="1014" y="7207"/>
                  </a:cubicBezTo>
                  <a:close/>
                  <a:moveTo>
                    <a:pt x="595" y="7395"/>
                  </a:moveTo>
                  <a:lnTo>
                    <a:pt x="595" y="7416"/>
                  </a:lnTo>
                  <a:cubicBezTo>
                    <a:pt x="553" y="7416"/>
                    <a:pt x="553" y="7416"/>
                    <a:pt x="511" y="7395"/>
                  </a:cubicBezTo>
                  <a:close/>
                  <a:moveTo>
                    <a:pt x="1076" y="7290"/>
                  </a:moveTo>
                  <a:cubicBezTo>
                    <a:pt x="1076" y="7311"/>
                    <a:pt x="1076" y="7353"/>
                    <a:pt x="1035" y="7395"/>
                  </a:cubicBezTo>
                  <a:cubicBezTo>
                    <a:pt x="1028" y="7382"/>
                    <a:pt x="1022" y="7377"/>
                    <a:pt x="1016" y="7377"/>
                  </a:cubicBezTo>
                  <a:cubicBezTo>
                    <a:pt x="1003" y="7377"/>
                    <a:pt x="993" y="7401"/>
                    <a:pt x="993" y="7416"/>
                  </a:cubicBezTo>
                  <a:cubicBezTo>
                    <a:pt x="993" y="7416"/>
                    <a:pt x="993" y="7437"/>
                    <a:pt x="1014" y="7437"/>
                  </a:cubicBezTo>
                  <a:lnTo>
                    <a:pt x="993" y="7458"/>
                  </a:lnTo>
                  <a:lnTo>
                    <a:pt x="930" y="7416"/>
                  </a:lnTo>
                  <a:cubicBezTo>
                    <a:pt x="993" y="7353"/>
                    <a:pt x="1035" y="7332"/>
                    <a:pt x="1076" y="7290"/>
                  </a:cubicBezTo>
                  <a:close/>
                  <a:moveTo>
                    <a:pt x="511" y="7471"/>
                  </a:moveTo>
                  <a:lnTo>
                    <a:pt x="511" y="7471"/>
                  </a:lnTo>
                  <a:cubicBezTo>
                    <a:pt x="463" y="7475"/>
                    <a:pt x="414" y="7491"/>
                    <a:pt x="365" y="7520"/>
                  </a:cubicBezTo>
                  <a:cubicBezTo>
                    <a:pt x="369" y="7520"/>
                    <a:pt x="374" y="7520"/>
                    <a:pt x="378" y="7521"/>
                  </a:cubicBezTo>
                  <a:lnTo>
                    <a:pt x="378" y="7521"/>
                  </a:lnTo>
                  <a:cubicBezTo>
                    <a:pt x="417" y="7494"/>
                    <a:pt x="459" y="7479"/>
                    <a:pt x="511" y="7479"/>
                  </a:cubicBezTo>
                  <a:lnTo>
                    <a:pt x="511" y="7471"/>
                  </a:lnTo>
                  <a:close/>
                  <a:moveTo>
                    <a:pt x="909" y="7437"/>
                  </a:moveTo>
                  <a:lnTo>
                    <a:pt x="972" y="7499"/>
                  </a:lnTo>
                  <a:cubicBezTo>
                    <a:pt x="972" y="7499"/>
                    <a:pt x="930" y="7499"/>
                    <a:pt x="930" y="7520"/>
                  </a:cubicBezTo>
                  <a:cubicBezTo>
                    <a:pt x="930" y="7541"/>
                    <a:pt x="909" y="7604"/>
                    <a:pt x="909" y="7625"/>
                  </a:cubicBezTo>
                  <a:cubicBezTo>
                    <a:pt x="867" y="7604"/>
                    <a:pt x="867" y="7541"/>
                    <a:pt x="825" y="7520"/>
                  </a:cubicBezTo>
                  <a:lnTo>
                    <a:pt x="909" y="7437"/>
                  </a:lnTo>
                  <a:close/>
                  <a:moveTo>
                    <a:pt x="574" y="7646"/>
                  </a:moveTo>
                  <a:cubicBezTo>
                    <a:pt x="553" y="7646"/>
                    <a:pt x="553" y="7646"/>
                    <a:pt x="553" y="7667"/>
                  </a:cubicBezTo>
                  <a:lnTo>
                    <a:pt x="553" y="7688"/>
                  </a:lnTo>
                  <a:lnTo>
                    <a:pt x="366" y="7703"/>
                  </a:lnTo>
                  <a:lnTo>
                    <a:pt x="366" y="7703"/>
                  </a:lnTo>
                  <a:cubicBezTo>
                    <a:pt x="399" y="7687"/>
                    <a:pt x="433" y="7674"/>
                    <a:pt x="470" y="7667"/>
                  </a:cubicBezTo>
                  <a:cubicBezTo>
                    <a:pt x="449" y="7663"/>
                    <a:pt x="427" y="7662"/>
                    <a:pt x="406" y="7662"/>
                  </a:cubicBezTo>
                  <a:cubicBezTo>
                    <a:pt x="402" y="7662"/>
                    <a:pt x="399" y="7662"/>
                    <a:pt x="396" y="7662"/>
                  </a:cubicBezTo>
                  <a:lnTo>
                    <a:pt x="396" y="7662"/>
                  </a:lnTo>
                  <a:cubicBezTo>
                    <a:pt x="450" y="7646"/>
                    <a:pt x="508" y="7646"/>
                    <a:pt x="574" y="7646"/>
                  </a:cubicBezTo>
                  <a:close/>
                  <a:moveTo>
                    <a:pt x="972" y="7562"/>
                  </a:moveTo>
                  <a:lnTo>
                    <a:pt x="972" y="7604"/>
                  </a:lnTo>
                  <a:cubicBezTo>
                    <a:pt x="972" y="7646"/>
                    <a:pt x="930" y="7709"/>
                    <a:pt x="888" y="7730"/>
                  </a:cubicBezTo>
                  <a:cubicBezTo>
                    <a:pt x="909" y="7667"/>
                    <a:pt x="909" y="7625"/>
                    <a:pt x="930" y="7562"/>
                  </a:cubicBezTo>
                  <a:close/>
                  <a:moveTo>
                    <a:pt x="972" y="7730"/>
                  </a:moveTo>
                  <a:lnTo>
                    <a:pt x="972" y="7751"/>
                  </a:lnTo>
                  <a:lnTo>
                    <a:pt x="888" y="7834"/>
                  </a:lnTo>
                  <a:cubicBezTo>
                    <a:pt x="905" y="7817"/>
                    <a:pt x="908" y="7786"/>
                    <a:pt x="898" y="7753"/>
                  </a:cubicBezTo>
                  <a:lnTo>
                    <a:pt x="898" y="7753"/>
                  </a:lnTo>
                  <a:cubicBezTo>
                    <a:pt x="902" y="7757"/>
                    <a:pt x="907" y="7759"/>
                    <a:pt x="912" y="7759"/>
                  </a:cubicBezTo>
                  <a:cubicBezTo>
                    <a:pt x="918" y="7759"/>
                    <a:pt x="924" y="7757"/>
                    <a:pt x="930" y="7751"/>
                  </a:cubicBezTo>
                  <a:cubicBezTo>
                    <a:pt x="930" y="7751"/>
                    <a:pt x="930" y="7730"/>
                    <a:pt x="972" y="7730"/>
                  </a:cubicBezTo>
                  <a:close/>
                  <a:moveTo>
                    <a:pt x="783" y="7562"/>
                  </a:moveTo>
                  <a:cubicBezTo>
                    <a:pt x="783" y="7604"/>
                    <a:pt x="783" y="7604"/>
                    <a:pt x="804" y="7625"/>
                  </a:cubicBezTo>
                  <a:lnTo>
                    <a:pt x="804" y="7646"/>
                  </a:lnTo>
                  <a:cubicBezTo>
                    <a:pt x="825" y="7709"/>
                    <a:pt x="825" y="7751"/>
                    <a:pt x="825" y="7813"/>
                  </a:cubicBezTo>
                  <a:cubicBezTo>
                    <a:pt x="825" y="7834"/>
                    <a:pt x="825" y="7834"/>
                    <a:pt x="804" y="7855"/>
                  </a:cubicBezTo>
                  <a:cubicBezTo>
                    <a:pt x="783" y="7771"/>
                    <a:pt x="783" y="7709"/>
                    <a:pt x="721" y="7625"/>
                  </a:cubicBezTo>
                  <a:cubicBezTo>
                    <a:pt x="763" y="7625"/>
                    <a:pt x="763" y="7604"/>
                    <a:pt x="783" y="7562"/>
                  </a:cubicBezTo>
                  <a:close/>
                  <a:moveTo>
                    <a:pt x="721" y="7771"/>
                  </a:moveTo>
                  <a:lnTo>
                    <a:pt x="721" y="7771"/>
                  </a:lnTo>
                  <a:cubicBezTo>
                    <a:pt x="780" y="7949"/>
                    <a:pt x="765" y="8127"/>
                    <a:pt x="639" y="8270"/>
                  </a:cubicBezTo>
                  <a:lnTo>
                    <a:pt x="639" y="8270"/>
                  </a:lnTo>
                  <a:cubicBezTo>
                    <a:pt x="667" y="8201"/>
                    <a:pt x="672" y="8133"/>
                    <a:pt x="658" y="8064"/>
                  </a:cubicBezTo>
                  <a:cubicBezTo>
                    <a:pt x="658" y="7981"/>
                    <a:pt x="658" y="7897"/>
                    <a:pt x="616" y="7855"/>
                  </a:cubicBezTo>
                  <a:cubicBezTo>
                    <a:pt x="658" y="7834"/>
                    <a:pt x="679" y="7792"/>
                    <a:pt x="721" y="7771"/>
                  </a:cubicBezTo>
                  <a:close/>
                  <a:moveTo>
                    <a:pt x="8317" y="0"/>
                  </a:moveTo>
                  <a:cubicBezTo>
                    <a:pt x="8309" y="0"/>
                    <a:pt x="8301" y="3"/>
                    <a:pt x="8295" y="9"/>
                  </a:cubicBezTo>
                  <a:lnTo>
                    <a:pt x="8232" y="51"/>
                  </a:lnTo>
                  <a:cubicBezTo>
                    <a:pt x="7897" y="134"/>
                    <a:pt x="7563" y="239"/>
                    <a:pt x="7249" y="344"/>
                  </a:cubicBezTo>
                  <a:cubicBezTo>
                    <a:pt x="7209" y="344"/>
                    <a:pt x="7207" y="400"/>
                    <a:pt x="7242" y="406"/>
                  </a:cubicBezTo>
                  <a:lnTo>
                    <a:pt x="7242" y="406"/>
                  </a:lnTo>
                  <a:cubicBezTo>
                    <a:pt x="7231" y="414"/>
                    <a:pt x="7219" y="421"/>
                    <a:pt x="7207" y="427"/>
                  </a:cubicBezTo>
                  <a:cubicBezTo>
                    <a:pt x="7249" y="427"/>
                    <a:pt x="7270" y="427"/>
                    <a:pt x="7291" y="406"/>
                  </a:cubicBezTo>
                  <a:lnTo>
                    <a:pt x="7291" y="406"/>
                  </a:lnTo>
                  <a:cubicBezTo>
                    <a:pt x="7270" y="427"/>
                    <a:pt x="7270" y="448"/>
                    <a:pt x="7291" y="490"/>
                  </a:cubicBezTo>
                  <a:lnTo>
                    <a:pt x="7207" y="553"/>
                  </a:lnTo>
                  <a:lnTo>
                    <a:pt x="7186" y="595"/>
                  </a:lnTo>
                  <a:cubicBezTo>
                    <a:pt x="7186" y="532"/>
                    <a:pt x="7207" y="490"/>
                    <a:pt x="7207" y="427"/>
                  </a:cubicBezTo>
                  <a:lnTo>
                    <a:pt x="7186" y="427"/>
                  </a:lnTo>
                  <a:lnTo>
                    <a:pt x="7186" y="448"/>
                  </a:lnTo>
                  <a:cubicBezTo>
                    <a:pt x="7144" y="490"/>
                    <a:pt x="7102" y="532"/>
                    <a:pt x="7081" y="553"/>
                  </a:cubicBezTo>
                  <a:cubicBezTo>
                    <a:pt x="7102" y="490"/>
                    <a:pt x="7165" y="406"/>
                    <a:pt x="7207" y="344"/>
                  </a:cubicBezTo>
                  <a:cubicBezTo>
                    <a:pt x="7237" y="329"/>
                    <a:pt x="7224" y="314"/>
                    <a:pt x="7207" y="314"/>
                  </a:cubicBezTo>
                  <a:cubicBezTo>
                    <a:pt x="7200" y="314"/>
                    <a:pt x="7192" y="317"/>
                    <a:pt x="7186" y="323"/>
                  </a:cubicBezTo>
                  <a:cubicBezTo>
                    <a:pt x="7061" y="448"/>
                    <a:pt x="6956" y="657"/>
                    <a:pt x="6977" y="867"/>
                  </a:cubicBezTo>
                  <a:cubicBezTo>
                    <a:pt x="6977" y="971"/>
                    <a:pt x="6998" y="1076"/>
                    <a:pt x="7081" y="1139"/>
                  </a:cubicBezTo>
                  <a:lnTo>
                    <a:pt x="7102" y="1160"/>
                  </a:lnTo>
                  <a:cubicBezTo>
                    <a:pt x="6203" y="2080"/>
                    <a:pt x="5282" y="3022"/>
                    <a:pt x="4361" y="3922"/>
                  </a:cubicBezTo>
                  <a:lnTo>
                    <a:pt x="3399" y="4905"/>
                  </a:lnTo>
                  <a:cubicBezTo>
                    <a:pt x="3378" y="4884"/>
                    <a:pt x="3336" y="4842"/>
                    <a:pt x="3315" y="4842"/>
                  </a:cubicBezTo>
                  <a:cubicBezTo>
                    <a:pt x="3309" y="4836"/>
                    <a:pt x="3303" y="4834"/>
                    <a:pt x="3298" y="4834"/>
                  </a:cubicBezTo>
                  <a:cubicBezTo>
                    <a:pt x="3286" y="4834"/>
                    <a:pt x="3280" y="4848"/>
                    <a:pt x="3294" y="4863"/>
                  </a:cubicBezTo>
                  <a:cubicBezTo>
                    <a:pt x="3315" y="4905"/>
                    <a:pt x="3336" y="4926"/>
                    <a:pt x="3336" y="4947"/>
                  </a:cubicBezTo>
                  <a:lnTo>
                    <a:pt x="3232" y="5051"/>
                  </a:lnTo>
                  <a:cubicBezTo>
                    <a:pt x="3232" y="5030"/>
                    <a:pt x="3211" y="5030"/>
                    <a:pt x="3190" y="5030"/>
                  </a:cubicBezTo>
                  <a:lnTo>
                    <a:pt x="3169" y="5030"/>
                  </a:lnTo>
                  <a:cubicBezTo>
                    <a:pt x="3106" y="5051"/>
                    <a:pt x="3085" y="5114"/>
                    <a:pt x="3022" y="5135"/>
                  </a:cubicBezTo>
                  <a:cubicBezTo>
                    <a:pt x="3001" y="5156"/>
                    <a:pt x="2960" y="5198"/>
                    <a:pt x="2918" y="5219"/>
                  </a:cubicBezTo>
                  <a:cubicBezTo>
                    <a:pt x="3064" y="5051"/>
                    <a:pt x="3211" y="4926"/>
                    <a:pt x="3336" y="4779"/>
                  </a:cubicBezTo>
                  <a:cubicBezTo>
                    <a:pt x="3378" y="4738"/>
                    <a:pt x="3336" y="4738"/>
                    <a:pt x="3315" y="4738"/>
                  </a:cubicBezTo>
                  <a:cubicBezTo>
                    <a:pt x="2855" y="5156"/>
                    <a:pt x="2395" y="5616"/>
                    <a:pt x="1976" y="6077"/>
                  </a:cubicBezTo>
                  <a:cubicBezTo>
                    <a:pt x="1958" y="6095"/>
                    <a:pt x="2002" y="6144"/>
                    <a:pt x="2028" y="6144"/>
                  </a:cubicBezTo>
                  <a:cubicBezTo>
                    <a:pt x="2032" y="6144"/>
                    <a:pt x="2036" y="6142"/>
                    <a:pt x="2039" y="6139"/>
                  </a:cubicBezTo>
                  <a:cubicBezTo>
                    <a:pt x="2060" y="6098"/>
                    <a:pt x="2081" y="6077"/>
                    <a:pt x="2144" y="6056"/>
                  </a:cubicBezTo>
                  <a:lnTo>
                    <a:pt x="2227" y="6139"/>
                  </a:lnTo>
                  <a:cubicBezTo>
                    <a:pt x="1934" y="6411"/>
                    <a:pt x="1641" y="6704"/>
                    <a:pt x="1348" y="7018"/>
                  </a:cubicBezTo>
                  <a:cubicBezTo>
                    <a:pt x="1348" y="6997"/>
                    <a:pt x="1348" y="6997"/>
                    <a:pt x="1327" y="6976"/>
                  </a:cubicBezTo>
                  <a:cubicBezTo>
                    <a:pt x="1286" y="6964"/>
                    <a:pt x="1245" y="6957"/>
                    <a:pt x="1205" y="6956"/>
                  </a:cubicBezTo>
                  <a:lnTo>
                    <a:pt x="1205" y="6956"/>
                  </a:lnTo>
                  <a:cubicBezTo>
                    <a:pt x="1218" y="6966"/>
                    <a:pt x="1233" y="6976"/>
                    <a:pt x="1244" y="6976"/>
                  </a:cubicBezTo>
                  <a:cubicBezTo>
                    <a:pt x="1202" y="7018"/>
                    <a:pt x="1139" y="7081"/>
                    <a:pt x="1097" y="7144"/>
                  </a:cubicBezTo>
                  <a:cubicBezTo>
                    <a:pt x="1097" y="7123"/>
                    <a:pt x="1097" y="7123"/>
                    <a:pt x="1076" y="7123"/>
                  </a:cubicBezTo>
                  <a:lnTo>
                    <a:pt x="1035" y="7123"/>
                  </a:lnTo>
                  <a:cubicBezTo>
                    <a:pt x="1003" y="7112"/>
                    <a:pt x="972" y="7107"/>
                    <a:pt x="938" y="7107"/>
                  </a:cubicBezTo>
                  <a:cubicBezTo>
                    <a:pt x="919" y="7107"/>
                    <a:pt x="899" y="7109"/>
                    <a:pt x="878" y="7112"/>
                  </a:cubicBezTo>
                  <a:lnTo>
                    <a:pt x="878" y="7112"/>
                  </a:lnTo>
                  <a:cubicBezTo>
                    <a:pt x="881" y="7109"/>
                    <a:pt x="884" y="7106"/>
                    <a:pt x="888" y="7102"/>
                  </a:cubicBezTo>
                  <a:cubicBezTo>
                    <a:pt x="909" y="7102"/>
                    <a:pt x="930" y="7081"/>
                    <a:pt x="993" y="7081"/>
                  </a:cubicBezTo>
                  <a:cubicBezTo>
                    <a:pt x="1014" y="7081"/>
                    <a:pt x="1014" y="7081"/>
                    <a:pt x="1014" y="7039"/>
                  </a:cubicBezTo>
                  <a:cubicBezTo>
                    <a:pt x="1076" y="7018"/>
                    <a:pt x="1118" y="7018"/>
                    <a:pt x="1181" y="6997"/>
                  </a:cubicBezTo>
                  <a:cubicBezTo>
                    <a:pt x="1198" y="6997"/>
                    <a:pt x="1201" y="6983"/>
                    <a:pt x="1190" y="6955"/>
                  </a:cubicBezTo>
                  <a:lnTo>
                    <a:pt x="1190" y="6955"/>
                  </a:lnTo>
                  <a:cubicBezTo>
                    <a:pt x="1187" y="6955"/>
                    <a:pt x="1184" y="6955"/>
                    <a:pt x="1182" y="6955"/>
                  </a:cubicBezTo>
                  <a:cubicBezTo>
                    <a:pt x="1024" y="6955"/>
                    <a:pt x="875" y="7027"/>
                    <a:pt x="763" y="7123"/>
                  </a:cubicBezTo>
                  <a:cubicBezTo>
                    <a:pt x="679" y="7144"/>
                    <a:pt x="595" y="7207"/>
                    <a:pt x="553" y="7248"/>
                  </a:cubicBezTo>
                  <a:lnTo>
                    <a:pt x="511" y="7269"/>
                  </a:lnTo>
                  <a:cubicBezTo>
                    <a:pt x="488" y="7285"/>
                    <a:pt x="461" y="7298"/>
                    <a:pt x="434" y="7311"/>
                  </a:cubicBezTo>
                  <a:lnTo>
                    <a:pt x="470" y="7311"/>
                  </a:lnTo>
                  <a:lnTo>
                    <a:pt x="470" y="7332"/>
                  </a:lnTo>
                  <a:cubicBezTo>
                    <a:pt x="463" y="7325"/>
                    <a:pt x="453" y="7323"/>
                    <a:pt x="442" y="7323"/>
                  </a:cubicBezTo>
                  <a:cubicBezTo>
                    <a:pt x="429" y="7323"/>
                    <a:pt x="414" y="7326"/>
                    <a:pt x="398" y="7329"/>
                  </a:cubicBezTo>
                  <a:lnTo>
                    <a:pt x="398" y="7329"/>
                  </a:lnTo>
                  <a:cubicBezTo>
                    <a:pt x="410" y="7323"/>
                    <a:pt x="422" y="7317"/>
                    <a:pt x="434" y="7311"/>
                  </a:cubicBezTo>
                  <a:lnTo>
                    <a:pt x="386" y="7311"/>
                  </a:lnTo>
                  <a:lnTo>
                    <a:pt x="365" y="7332"/>
                  </a:lnTo>
                  <a:cubicBezTo>
                    <a:pt x="376" y="7332"/>
                    <a:pt x="387" y="7331"/>
                    <a:pt x="398" y="7329"/>
                  </a:cubicBezTo>
                  <a:lnTo>
                    <a:pt x="398" y="7329"/>
                  </a:lnTo>
                  <a:cubicBezTo>
                    <a:pt x="364" y="7346"/>
                    <a:pt x="331" y="7366"/>
                    <a:pt x="302" y="7395"/>
                  </a:cubicBezTo>
                  <a:cubicBezTo>
                    <a:pt x="281" y="7416"/>
                    <a:pt x="302" y="7437"/>
                    <a:pt x="344" y="7437"/>
                  </a:cubicBezTo>
                  <a:cubicBezTo>
                    <a:pt x="302" y="7458"/>
                    <a:pt x="260" y="7499"/>
                    <a:pt x="239" y="7520"/>
                  </a:cubicBezTo>
                  <a:cubicBezTo>
                    <a:pt x="208" y="7536"/>
                    <a:pt x="236" y="7576"/>
                    <a:pt x="261" y="7576"/>
                  </a:cubicBezTo>
                  <a:cubicBezTo>
                    <a:pt x="269" y="7576"/>
                    <a:pt x="276" y="7572"/>
                    <a:pt x="281" y="7562"/>
                  </a:cubicBezTo>
                  <a:cubicBezTo>
                    <a:pt x="365" y="7520"/>
                    <a:pt x="449" y="7458"/>
                    <a:pt x="511" y="7458"/>
                  </a:cubicBezTo>
                  <a:lnTo>
                    <a:pt x="511" y="7471"/>
                  </a:lnTo>
                  <a:lnTo>
                    <a:pt x="511" y="7471"/>
                  </a:lnTo>
                  <a:cubicBezTo>
                    <a:pt x="520" y="7471"/>
                    <a:pt x="529" y="7470"/>
                    <a:pt x="538" y="7470"/>
                  </a:cubicBezTo>
                  <a:cubicBezTo>
                    <a:pt x="585" y="7470"/>
                    <a:pt x="632" y="7481"/>
                    <a:pt x="679" y="7499"/>
                  </a:cubicBezTo>
                  <a:cubicBezTo>
                    <a:pt x="700" y="7499"/>
                    <a:pt x="721" y="7458"/>
                    <a:pt x="700" y="7437"/>
                  </a:cubicBezTo>
                  <a:cubicBezTo>
                    <a:pt x="679" y="7437"/>
                    <a:pt x="658" y="7416"/>
                    <a:pt x="658" y="7416"/>
                  </a:cubicBezTo>
                  <a:lnTo>
                    <a:pt x="679" y="7395"/>
                  </a:lnTo>
                  <a:cubicBezTo>
                    <a:pt x="721" y="7395"/>
                    <a:pt x="783" y="7416"/>
                    <a:pt x="804" y="7437"/>
                  </a:cubicBezTo>
                  <a:lnTo>
                    <a:pt x="783" y="7458"/>
                  </a:lnTo>
                  <a:cubicBezTo>
                    <a:pt x="781" y="7455"/>
                    <a:pt x="777" y="7453"/>
                    <a:pt x="773" y="7453"/>
                  </a:cubicBezTo>
                  <a:cubicBezTo>
                    <a:pt x="747" y="7453"/>
                    <a:pt x="703" y="7502"/>
                    <a:pt x="721" y="7520"/>
                  </a:cubicBezTo>
                  <a:lnTo>
                    <a:pt x="721" y="7541"/>
                  </a:lnTo>
                  <a:lnTo>
                    <a:pt x="658" y="7625"/>
                  </a:lnTo>
                  <a:cubicBezTo>
                    <a:pt x="616" y="7625"/>
                    <a:pt x="595" y="7604"/>
                    <a:pt x="574" y="7604"/>
                  </a:cubicBezTo>
                  <a:cubicBezTo>
                    <a:pt x="515" y="7545"/>
                    <a:pt x="455" y="7523"/>
                    <a:pt x="378" y="7521"/>
                  </a:cubicBezTo>
                  <a:lnTo>
                    <a:pt x="378" y="7521"/>
                  </a:lnTo>
                  <a:cubicBezTo>
                    <a:pt x="339" y="7547"/>
                    <a:pt x="302" y="7583"/>
                    <a:pt x="260" y="7625"/>
                  </a:cubicBezTo>
                  <a:cubicBezTo>
                    <a:pt x="177" y="7646"/>
                    <a:pt x="93" y="7688"/>
                    <a:pt x="72" y="7771"/>
                  </a:cubicBezTo>
                  <a:cubicBezTo>
                    <a:pt x="58" y="7786"/>
                    <a:pt x="73" y="7810"/>
                    <a:pt x="98" y="7810"/>
                  </a:cubicBezTo>
                  <a:cubicBezTo>
                    <a:pt x="109" y="7810"/>
                    <a:pt x="122" y="7805"/>
                    <a:pt x="135" y="7792"/>
                  </a:cubicBezTo>
                  <a:cubicBezTo>
                    <a:pt x="186" y="7708"/>
                    <a:pt x="291" y="7664"/>
                    <a:pt x="396" y="7662"/>
                  </a:cubicBezTo>
                  <a:lnTo>
                    <a:pt x="396" y="7662"/>
                  </a:lnTo>
                  <a:cubicBezTo>
                    <a:pt x="364" y="7671"/>
                    <a:pt x="333" y="7686"/>
                    <a:pt x="302" y="7709"/>
                  </a:cubicBezTo>
                  <a:lnTo>
                    <a:pt x="366" y="7703"/>
                  </a:lnTo>
                  <a:lnTo>
                    <a:pt x="366" y="7703"/>
                  </a:lnTo>
                  <a:cubicBezTo>
                    <a:pt x="306" y="7734"/>
                    <a:pt x="252" y="7780"/>
                    <a:pt x="198" y="7834"/>
                  </a:cubicBezTo>
                  <a:cubicBezTo>
                    <a:pt x="156" y="7855"/>
                    <a:pt x="72" y="7876"/>
                    <a:pt x="30" y="7939"/>
                  </a:cubicBezTo>
                  <a:cubicBezTo>
                    <a:pt x="1" y="7954"/>
                    <a:pt x="13" y="7968"/>
                    <a:pt x="30" y="7968"/>
                  </a:cubicBezTo>
                  <a:cubicBezTo>
                    <a:pt x="37" y="7968"/>
                    <a:pt x="45" y="7966"/>
                    <a:pt x="51" y="7960"/>
                  </a:cubicBezTo>
                  <a:cubicBezTo>
                    <a:pt x="72" y="7939"/>
                    <a:pt x="135" y="7897"/>
                    <a:pt x="177" y="7876"/>
                  </a:cubicBezTo>
                  <a:cubicBezTo>
                    <a:pt x="177" y="7876"/>
                    <a:pt x="186" y="7885"/>
                    <a:pt x="192" y="7885"/>
                  </a:cubicBezTo>
                  <a:cubicBezTo>
                    <a:pt x="195" y="7885"/>
                    <a:pt x="198" y="7883"/>
                    <a:pt x="198" y="7876"/>
                  </a:cubicBezTo>
                  <a:lnTo>
                    <a:pt x="239" y="7855"/>
                  </a:lnTo>
                  <a:cubicBezTo>
                    <a:pt x="344" y="7834"/>
                    <a:pt x="449" y="7834"/>
                    <a:pt x="511" y="7834"/>
                  </a:cubicBezTo>
                  <a:lnTo>
                    <a:pt x="449" y="7897"/>
                  </a:lnTo>
                  <a:cubicBezTo>
                    <a:pt x="407" y="7939"/>
                    <a:pt x="470" y="7960"/>
                    <a:pt x="491" y="7960"/>
                  </a:cubicBezTo>
                  <a:lnTo>
                    <a:pt x="574" y="7876"/>
                  </a:lnTo>
                  <a:cubicBezTo>
                    <a:pt x="595" y="7939"/>
                    <a:pt x="595" y="7981"/>
                    <a:pt x="616" y="8043"/>
                  </a:cubicBezTo>
                  <a:cubicBezTo>
                    <a:pt x="616" y="8106"/>
                    <a:pt x="595" y="8211"/>
                    <a:pt x="574" y="8295"/>
                  </a:cubicBezTo>
                  <a:lnTo>
                    <a:pt x="574" y="8274"/>
                  </a:lnTo>
                  <a:cubicBezTo>
                    <a:pt x="574" y="8263"/>
                    <a:pt x="569" y="8258"/>
                    <a:pt x="559" y="8258"/>
                  </a:cubicBezTo>
                  <a:cubicBezTo>
                    <a:pt x="548" y="8258"/>
                    <a:pt x="532" y="8263"/>
                    <a:pt x="511" y="8274"/>
                  </a:cubicBezTo>
                  <a:cubicBezTo>
                    <a:pt x="491" y="8378"/>
                    <a:pt x="470" y="8504"/>
                    <a:pt x="386" y="8588"/>
                  </a:cubicBezTo>
                  <a:cubicBezTo>
                    <a:pt x="386" y="8608"/>
                    <a:pt x="407" y="8608"/>
                    <a:pt x="407" y="8608"/>
                  </a:cubicBezTo>
                  <a:cubicBezTo>
                    <a:pt x="470" y="8525"/>
                    <a:pt x="491" y="8483"/>
                    <a:pt x="511" y="8399"/>
                  </a:cubicBezTo>
                  <a:lnTo>
                    <a:pt x="553" y="8399"/>
                  </a:lnTo>
                  <a:cubicBezTo>
                    <a:pt x="553" y="8399"/>
                    <a:pt x="553" y="8378"/>
                    <a:pt x="574" y="8378"/>
                  </a:cubicBezTo>
                  <a:cubicBezTo>
                    <a:pt x="588" y="8361"/>
                    <a:pt x="601" y="8343"/>
                    <a:pt x="611" y="8325"/>
                  </a:cubicBezTo>
                  <a:lnTo>
                    <a:pt x="611" y="8325"/>
                  </a:lnTo>
                  <a:cubicBezTo>
                    <a:pt x="595" y="8361"/>
                    <a:pt x="593" y="8380"/>
                    <a:pt x="574" y="8399"/>
                  </a:cubicBezTo>
                  <a:cubicBezTo>
                    <a:pt x="560" y="8414"/>
                    <a:pt x="575" y="8438"/>
                    <a:pt x="586" y="8438"/>
                  </a:cubicBezTo>
                  <a:cubicBezTo>
                    <a:pt x="591" y="8438"/>
                    <a:pt x="595" y="8433"/>
                    <a:pt x="595" y="8420"/>
                  </a:cubicBezTo>
                  <a:cubicBezTo>
                    <a:pt x="616" y="8378"/>
                    <a:pt x="679" y="8315"/>
                    <a:pt x="700" y="8274"/>
                  </a:cubicBezTo>
                  <a:cubicBezTo>
                    <a:pt x="700" y="8288"/>
                    <a:pt x="710" y="8303"/>
                    <a:pt x="731" y="8303"/>
                  </a:cubicBezTo>
                  <a:cubicBezTo>
                    <a:pt x="740" y="8303"/>
                    <a:pt x="750" y="8301"/>
                    <a:pt x="763" y="8295"/>
                  </a:cubicBezTo>
                  <a:cubicBezTo>
                    <a:pt x="804" y="8253"/>
                    <a:pt x="825" y="8169"/>
                    <a:pt x="867" y="8085"/>
                  </a:cubicBezTo>
                  <a:cubicBezTo>
                    <a:pt x="867" y="8085"/>
                    <a:pt x="867" y="8064"/>
                    <a:pt x="888" y="8064"/>
                  </a:cubicBezTo>
                  <a:lnTo>
                    <a:pt x="972" y="7981"/>
                  </a:lnTo>
                  <a:lnTo>
                    <a:pt x="972" y="7981"/>
                  </a:lnTo>
                  <a:cubicBezTo>
                    <a:pt x="930" y="8043"/>
                    <a:pt x="909" y="8064"/>
                    <a:pt x="867" y="8106"/>
                  </a:cubicBezTo>
                  <a:cubicBezTo>
                    <a:pt x="825" y="8148"/>
                    <a:pt x="867" y="8169"/>
                    <a:pt x="888" y="8169"/>
                  </a:cubicBezTo>
                  <a:cubicBezTo>
                    <a:pt x="972" y="8106"/>
                    <a:pt x="1014" y="8064"/>
                    <a:pt x="1035" y="7981"/>
                  </a:cubicBezTo>
                  <a:cubicBezTo>
                    <a:pt x="1076" y="7855"/>
                    <a:pt x="1097" y="7855"/>
                    <a:pt x="1097" y="7834"/>
                  </a:cubicBezTo>
                  <a:cubicBezTo>
                    <a:pt x="1118" y="7771"/>
                    <a:pt x="1139" y="7730"/>
                    <a:pt x="1139" y="7667"/>
                  </a:cubicBezTo>
                  <a:lnTo>
                    <a:pt x="1202" y="7625"/>
                  </a:lnTo>
                  <a:lnTo>
                    <a:pt x="1244" y="7562"/>
                  </a:lnTo>
                  <a:lnTo>
                    <a:pt x="1286" y="7562"/>
                  </a:lnTo>
                  <a:cubicBezTo>
                    <a:pt x="1348" y="7416"/>
                    <a:pt x="1411" y="7248"/>
                    <a:pt x="1453" y="7060"/>
                  </a:cubicBezTo>
                  <a:cubicBezTo>
                    <a:pt x="1453" y="7045"/>
                    <a:pt x="1443" y="7030"/>
                    <a:pt x="1436" y="7030"/>
                  </a:cubicBezTo>
                  <a:cubicBezTo>
                    <a:pt x="1434" y="7030"/>
                    <a:pt x="1432" y="7033"/>
                    <a:pt x="1432" y="7039"/>
                  </a:cubicBezTo>
                  <a:cubicBezTo>
                    <a:pt x="1432" y="7039"/>
                    <a:pt x="1432" y="7018"/>
                    <a:pt x="1411" y="7018"/>
                  </a:cubicBezTo>
                  <a:cubicBezTo>
                    <a:pt x="1704" y="6725"/>
                    <a:pt x="1976" y="6453"/>
                    <a:pt x="2269" y="6181"/>
                  </a:cubicBezTo>
                  <a:lnTo>
                    <a:pt x="2290" y="6202"/>
                  </a:lnTo>
                  <a:cubicBezTo>
                    <a:pt x="2302" y="6208"/>
                    <a:pt x="2313" y="6211"/>
                    <a:pt x="2321" y="6211"/>
                  </a:cubicBezTo>
                  <a:cubicBezTo>
                    <a:pt x="2340" y="6211"/>
                    <a:pt x="2347" y="6196"/>
                    <a:pt x="2332" y="6181"/>
                  </a:cubicBezTo>
                  <a:lnTo>
                    <a:pt x="2290" y="6160"/>
                  </a:lnTo>
                  <a:cubicBezTo>
                    <a:pt x="2353" y="6098"/>
                    <a:pt x="2395" y="6056"/>
                    <a:pt x="2457" y="6035"/>
                  </a:cubicBezTo>
                  <a:cubicBezTo>
                    <a:pt x="2457" y="6050"/>
                    <a:pt x="2478" y="6064"/>
                    <a:pt x="2505" y="6064"/>
                  </a:cubicBezTo>
                  <a:cubicBezTo>
                    <a:pt x="2517" y="6064"/>
                    <a:pt x="2529" y="6062"/>
                    <a:pt x="2541" y="6056"/>
                  </a:cubicBezTo>
                  <a:cubicBezTo>
                    <a:pt x="2562" y="6035"/>
                    <a:pt x="2583" y="5993"/>
                    <a:pt x="2646" y="5972"/>
                  </a:cubicBezTo>
                  <a:lnTo>
                    <a:pt x="2667" y="5972"/>
                  </a:lnTo>
                  <a:cubicBezTo>
                    <a:pt x="2562" y="6077"/>
                    <a:pt x="2457" y="6202"/>
                    <a:pt x="2353" y="6307"/>
                  </a:cubicBezTo>
                  <a:cubicBezTo>
                    <a:pt x="2337" y="6337"/>
                    <a:pt x="2345" y="6357"/>
                    <a:pt x="2358" y="6357"/>
                  </a:cubicBezTo>
                  <a:cubicBezTo>
                    <a:pt x="2362" y="6357"/>
                    <a:pt x="2368" y="6354"/>
                    <a:pt x="2374" y="6349"/>
                  </a:cubicBezTo>
                  <a:cubicBezTo>
                    <a:pt x="2604" y="6139"/>
                    <a:pt x="2813" y="5930"/>
                    <a:pt x="3064" y="5700"/>
                  </a:cubicBezTo>
                  <a:cubicBezTo>
                    <a:pt x="3169" y="5637"/>
                    <a:pt x="3232" y="5533"/>
                    <a:pt x="3336" y="5449"/>
                  </a:cubicBezTo>
                  <a:cubicBezTo>
                    <a:pt x="3336" y="5428"/>
                    <a:pt x="3378" y="5428"/>
                    <a:pt x="3378" y="5386"/>
                  </a:cubicBezTo>
                  <a:cubicBezTo>
                    <a:pt x="3441" y="5323"/>
                    <a:pt x="3504" y="5240"/>
                    <a:pt x="3587" y="5156"/>
                  </a:cubicBezTo>
                  <a:cubicBezTo>
                    <a:pt x="3587" y="5156"/>
                    <a:pt x="3608" y="5156"/>
                    <a:pt x="3608" y="5135"/>
                  </a:cubicBezTo>
                  <a:cubicBezTo>
                    <a:pt x="3629" y="5114"/>
                    <a:pt x="3650" y="5072"/>
                    <a:pt x="3650" y="5051"/>
                  </a:cubicBezTo>
                  <a:cubicBezTo>
                    <a:pt x="3680" y="5037"/>
                    <a:pt x="3667" y="5022"/>
                    <a:pt x="3650" y="5022"/>
                  </a:cubicBezTo>
                  <a:cubicBezTo>
                    <a:pt x="3643" y="5022"/>
                    <a:pt x="3635" y="5024"/>
                    <a:pt x="3629" y="5030"/>
                  </a:cubicBezTo>
                  <a:lnTo>
                    <a:pt x="3587" y="5093"/>
                  </a:lnTo>
                  <a:cubicBezTo>
                    <a:pt x="3545" y="5051"/>
                    <a:pt x="3524" y="5010"/>
                    <a:pt x="3504" y="4968"/>
                  </a:cubicBezTo>
                  <a:lnTo>
                    <a:pt x="4466" y="4005"/>
                  </a:lnTo>
                  <a:cubicBezTo>
                    <a:pt x="5387" y="3085"/>
                    <a:pt x="6328" y="2185"/>
                    <a:pt x="7249" y="1264"/>
                  </a:cubicBezTo>
                  <a:lnTo>
                    <a:pt x="7291" y="1264"/>
                  </a:lnTo>
                  <a:cubicBezTo>
                    <a:pt x="7378" y="1355"/>
                    <a:pt x="7464" y="1393"/>
                    <a:pt x="7549" y="1393"/>
                  </a:cubicBezTo>
                  <a:cubicBezTo>
                    <a:pt x="7953" y="1393"/>
                    <a:pt x="8302" y="512"/>
                    <a:pt x="8337" y="218"/>
                  </a:cubicBezTo>
                  <a:lnTo>
                    <a:pt x="8337" y="197"/>
                  </a:lnTo>
                  <a:lnTo>
                    <a:pt x="8337" y="155"/>
                  </a:lnTo>
                  <a:cubicBezTo>
                    <a:pt x="8337" y="134"/>
                    <a:pt x="8337" y="134"/>
                    <a:pt x="8316" y="113"/>
                  </a:cubicBezTo>
                  <a:cubicBezTo>
                    <a:pt x="8337" y="113"/>
                    <a:pt x="8337" y="113"/>
                    <a:pt x="8358" y="93"/>
                  </a:cubicBezTo>
                  <a:cubicBezTo>
                    <a:pt x="8400" y="93"/>
                    <a:pt x="8400" y="30"/>
                    <a:pt x="8358" y="30"/>
                  </a:cubicBezTo>
                  <a:cubicBezTo>
                    <a:pt x="8358" y="15"/>
                    <a:pt x="8337" y="0"/>
                    <a:pt x="8317"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17" name="Google Shape;2017;p17"/>
            <p:cNvSpPr/>
            <p:nvPr/>
          </p:nvSpPr>
          <p:spPr>
            <a:xfrm>
              <a:off x="6081500" y="783700"/>
              <a:ext cx="13625" cy="4200"/>
            </a:xfrm>
            <a:custGeom>
              <a:avLst/>
              <a:gdLst/>
              <a:ahLst/>
              <a:cxnLst/>
              <a:rect l="l" t="t" r="r" b="b"/>
              <a:pathLst>
                <a:path w="545" h="168" extrusionOk="0">
                  <a:moveTo>
                    <a:pt x="22" y="0"/>
                  </a:moveTo>
                  <a:cubicBezTo>
                    <a:pt x="1" y="21"/>
                    <a:pt x="1" y="63"/>
                    <a:pt x="22" y="63"/>
                  </a:cubicBezTo>
                  <a:cubicBezTo>
                    <a:pt x="189" y="63"/>
                    <a:pt x="336" y="126"/>
                    <a:pt x="503" y="168"/>
                  </a:cubicBezTo>
                  <a:cubicBezTo>
                    <a:pt x="524" y="168"/>
                    <a:pt x="545" y="147"/>
                    <a:pt x="524" y="126"/>
                  </a:cubicBezTo>
                  <a:cubicBezTo>
                    <a:pt x="377" y="42"/>
                    <a:pt x="210" y="0"/>
                    <a:pt x="22"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18" name="Google Shape;2018;p17"/>
            <p:cNvSpPr/>
            <p:nvPr/>
          </p:nvSpPr>
          <p:spPr>
            <a:xfrm>
              <a:off x="5881675" y="584200"/>
              <a:ext cx="209725" cy="215950"/>
            </a:xfrm>
            <a:custGeom>
              <a:avLst/>
              <a:gdLst/>
              <a:ahLst/>
              <a:cxnLst/>
              <a:rect l="l" t="t" r="r" b="b"/>
              <a:pathLst>
                <a:path w="8389" h="8638" extrusionOk="0">
                  <a:moveTo>
                    <a:pt x="315" y="301"/>
                  </a:moveTo>
                  <a:cubicBezTo>
                    <a:pt x="419" y="343"/>
                    <a:pt x="482" y="364"/>
                    <a:pt x="566" y="385"/>
                  </a:cubicBezTo>
                  <a:lnTo>
                    <a:pt x="378" y="385"/>
                  </a:lnTo>
                  <a:lnTo>
                    <a:pt x="315" y="301"/>
                  </a:lnTo>
                  <a:close/>
                  <a:moveTo>
                    <a:pt x="852" y="356"/>
                  </a:moveTo>
                  <a:cubicBezTo>
                    <a:pt x="921" y="367"/>
                    <a:pt x="992" y="378"/>
                    <a:pt x="1057" y="389"/>
                  </a:cubicBezTo>
                  <a:lnTo>
                    <a:pt x="1057" y="389"/>
                  </a:lnTo>
                  <a:cubicBezTo>
                    <a:pt x="1048" y="396"/>
                    <a:pt x="1052" y="416"/>
                    <a:pt x="1068" y="448"/>
                  </a:cubicBezTo>
                  <a:cubicBezTo>
                    <a:pt x="1005" y="406"/>
                    <a:pt x="963" y="406"/>
                    <a:pt x="901" y="385"/>
                  </a:cubicBezTo>
                  <a:cubicBezTo>
                    <a:pt x="890" y="374"/>
                    <a:pt x="874" y="364"/>
                    <a:pt x="852" y="356"/>
                  </a:cubicBezTo>
                  <a:close/>
                  <a:moveTo>
                    <a:pt x="210" y="364"/>
                  </a:moveTo>
                  <a:lnTo>
                    <a:pt x="252" y="406"/>
                  </a:lnTo>
                  <a:cubicBezTo>
                    <a:pt x="252" y="406"/>
                    <a:pt x="252" y="448"/>
                    <a:pt x="273" y="448"/>
                  </a:cubicBezTo>
                  <a:lnTo>
                    <a:pt x="315" y="448"/>
                  </a:lnTo>
                  <a:lnTo>
                    <a:pt x="357" y="490"/>
                  </a:lnTo>
                  <a:cubicBezTo>
                    <a:pt x="357" y="490"/>
                    <a:pt x="336" y="490"/>
                    <a:pt x="336" y="511"/>
                  </a:cubicBezTo>
                  <a:lnTo>
                    <a:pt x="315" y="511"/>
                  </a:lnTo>
                  <a:cubicBezTo>
                    <a:pt x="273" y="469"/>
                    <a:pt x="231" y="406"/>
                    <a:pt x="210" y="364"/>
                  </a:cubicBezTo>
                  <a:close/>
                  <a:moveTo>
                    <a:pt x="357" y="594"/>
                  </a:moveTo>
                  <a:lnTo>
                    <a:pt x="357" y="594"/>
                  </a:lnTo>
                  <a:cubicBezTo>
                    <a:pt x="357" y="594"/>
                    <a:pt x="419" y="615"/>
                    <a:pt x="440" y="678"/>
                  </a:cubicBezTo>
                  <a:cubicBezTo>
                    <a:pt x="440" y="699"/>
                    <a:pt x="461" y="699"/>
                    <a:pt x="461" y="720"/>
                  </a:cubicBezTo>
                  <a:lnTo>
                    <a:pt x="461" y="762"/>
                  </a:lnTo>
                  <a:cubicBezTo>
                    <a:pt x="461" y="762"/>
                    <a:pt x="440" y="762"/>
                    <a:pt x="440" y="783"/>
                  </a:cubicBezTo>
                  <a:cubicBezTo>
                    <a:pt x="419" y="720"/>
                    <a:pt x="378" y="657"/>
                    <a:pt x="357" y="594"/>
                  </a:cubicBezTo>
                  <a:close/>
                  <a:moveTo>
                    <a:pt x="1089" y="594"/>
                  </a:moveTo>
                  <a:cubicBezTo>
                    <a:pt x="1110" y="594"/>
                    <a:pt x="1152" y="594"/>
                    <a:pt x="1173" y="615"/>
                  </a:cubicBezTo>
                  <a:cubicBezTo>
                    <a:pt x="1173" y="678"/>
                    <a:pt x="1194" y="720"/>
                    <a:pt x="1194" y="783"/>
                  </a:cubicBezTo>
                  <a:lnTo>
                    <a:pt x="1173" y="762"/>
                  </a:lnTo>
                  <a:lnTo>
                    <a:pt x="1089" y="678"/>
                  </a:lnTo>
                  <a:cubicBezTo>
                    <a:pt x="1110" y="657"/>
                    <a:pt x="1110" y="615"/>
                    <a:pt x="1089" y="594"/>
                  </a:cubicBezTo>
                  <a:close/>
                  <a:moveTo>
                    <a:pt x="1068" y="804"/>
                  </a:moveTo>
                  <a:cubicBezTo>
                    <a:pt x="1068" y="804"/>
                    <a:pt x="1068" y="824"/>
                    <a:pt x="1089" y="866"/>
                  </a:cubicBezTo>
                  <a:cubicBezTo>
                    <a:pt x="1068" y="866"/>
                    <a:pt x="1068" y="866"/>
                    <a:pt x="1047" y="824"/>
                  </a:cubicBezTo>
                  <a:lnTo>
                    <a:pt x="1005" y="804"/>
                  </a:lnTo>
                  <a:close/>
                  <a:moveTo>
                    <a:pt x="524" y="908"/>
                  </a:moveTo>
                  <a:cubicBezTo>
                    <a:pt x="535" y="919"/>
                    <a:pt x="535" y="924"/>
                    <a:pt x="532" y="924"/>
                  </a:cubicBezTo>
                  <a:cubicBezTo>
                    <a:pt x="529" y="924"/>
                    <a:pt x="524" y="919"/>
                    <a:pt x="524" y="908"/>
                  </a:cubicBezTo>
                  <a:close/>
                  <a:moveTo>
                    <a:pt x="1005" y="929"/>
                  </a:moveTo>
                  <a:cubicBezTo>
                    <a:pt x="1047" y="929"/>
                    <a:pt x="1047" y="929"/>
                    <a:pt x="1068" y="971"/>
                  </a:cubicBezTo>
                  <a:lnTo>
                    <a:pt x="1089" y="971"/>
                  </a:lnTo>
                  <a:lnTo>
                    <a:pt x="1110" y="992"/>
                  </a:lnTo>
                  <a:cubicBezTo>
                    <a:pt x="1099" y="1002"/>
                    <a:pt x="1089" y="1008"/>
                    <a:pt x="1079" y="1008"/>
                  </a:cubicBezTo>
                  <a:cubicBezTo>
                    <a:pt x="1068" y="1008"/>
                    <a:pt x="1058" y="1002"/>
                    <a:pt x="1047" y="992"/>
                  </a:cubicBezTo>
                  <a:lnTo>
                    <a:pt x="1005" y="971"/>
                  </a:lnTo>
                  <a:lnTo>
                    <a:pt x="1005" y="929"/>
                  </a:lnTo>
                  <a:close/>
                  <a:moveTo>
                    <a:pt x="1277" y="720"/>
                  </a:moveTo>
                  <a:lnTo>
                    <a:pt x="1277" y="720"/>
                  </a:lnTo>
                  <a:cubicBezTo>
                    <a:pt x="1298" y="783"/>
                    <a:pt x="1319" y="804"/>
                    <a:pt x="1319" y="866"/>
                  </a:cubicBezTo>
                  <a:cubicBezTo>
                    <a:pt x="1361" y="908"/>
                    <a:pt x="1361" y="971"/>
                    <a:pt x="1319" y="1013"/>
                  </a:cubicBezTo>
                  <a:cubicBezTo>
                    <a:pt x="1298" y="1096"/>
                    <a:pt x="1277" y="1138"/>
                    <a:pt x="1256" y="1222"/>
                  </a:cubicBezTo>
                  <a:lnTo>
                    <a:pt x="1173" y="1138"/>
                  </a:lnTo>
                  <a:cubicBezTo>
                    <a:pt x="1215" y="1117"/>
                    <a:pt x="1256" y="1034"/>
                    <a:pt x="1256" y="992"/>
                  </a:cubicBezTo>
                  <a:cubicBezTo>
                    <a:pt x="1298" y="908"/>
                    <a:pt x="1298" y="824"/>
                    <a:pt x="1277" y="720"/>
                  </a:cubicBezTo>
                  <a:close/>
                  <a:moveTo>
                    <a:pt x="1018" y="1234"/>
                  </a:moveTo>
                  <a:cubicBezTo>
                    <a:pt x="1028" y="1234"/>
                    <a:pt x="1040" y="1235"/>
                    <a:pt x="1055" y="1239"/>
                  </a:cubicBezTo>
                  <a:lnTo>
                    <a:pt x="1055" y="1239"/>
                  </a:lnTo>
                  <a:cubicBezTo>
                    <a:pt x="1028" y="1242"/>
                    <a:pt x="988" y="1288"/>
                    <a:pt x="1005" y="1306"/>
                  </a:cubicBezTo>
                  <a:lnTo>
                    <a:pt x="984" y="1306"/>
                  </a:lnTo>
                  <a:lnTo>
                    <a:pt x="984" y="1285"/>
                  </a:lnTo>
                  <a:cubicBezTo>
                    <a:pt x="984" y="1285"/>
                    <a:pt x="984" y="1243"/>
                    <a:pt x="963" y="1243"/>
                  </a:cubicBezTo>
                  <a:cubicBezTo>
                    <a:pt x="977" y="1243"/>
                    <a:pt x="991" y="1234"/>
                    <a:pt x="1018" y="1234"/>
                  </a:cubicBezTo>
                  <a:close/>
                  <a:moveTo>
                    <a:pt x="984" y="1389"/>
                  </a:moveTo>
                  <a:cubicBezTo>
                    <a:pt x="979" y="1392"/>
                    <a:pt x="972" y="1394"/>
                    <a:pt x="965" y="1394"/>
                  </a:cubicBezTo>
                  <a:cubicBezTo>
                    <a:pt x="958" y="1394"/>
                    <a:pt x="950" y="1392"/>
                    <a:pt x="942" y="1391"/>
                  </a:cubicBezTo>
                  <a:lnTo>
                    <a:pt x="942" y="1391"/>
                  </a:lnTo>
                  <a:cubicBezTo>
                    <a:pt x="906" y="1405"/>
                    <a:pt x="871" y="1412"/>
                    <a:pt x="835" y="1412"/>
                  </a:cubicBezTo>
                  <a:cubicBezTo>
                    <a:pt x="834" y="1412"/>
                    <a:pt x="833" y="1412"/>
                    <a:pt x="832" y="1412"/>
                  </a:cubicBezTo>
                  <a:lnTo>
                    <a:pt x="832" y="1412"/>
                  </a:lnTo>
                  <a:cubicBezTo>
                    <a:pt x="860" y="1421"/>
                    <a:pt x="889" y="1425"/>
                    <a:pt x="916" y="1425"/>
                  </a:cubicBezTo>
                  <a:cubicBezTo>
                    <a:pt x="963" y="1425"/>
                    <a:pt x="1008" y="1413"/>
                    <a:pt x="1047" y="1389"/>
                  </a:cubicBezTo>
                  <a:close/>
                  <a:moveTo>
                    <a:pt x="5023" y="5177"/>
                  </a:moveTo>
                  <a:cubicBezTo>
                    <a:pt x="5044" y="5197"/>
                    <a:pt x="5085" y="5218"/>
                    <a:pt x="5127" y="5281"/>
                  </a:cubicBezTo>
                  <a:lnTo>
                    <a:pt x="5127" y="5386"/>
                  </a:lnTo>
                  <a:cubicBezTo>
                    <a:pt x="5085" y="5407"/>
                    <a:pt x="5085" y="5428"/>
                    <a:pt x="5127" y="5428"/>
                  </a:cubicBezTo>
                  <a:cubicBezTo>
                    <a:pt x="5127" y="5469"/>
                    <a:pt x="5148" y="5469"/>
                    <a:pt x="5169" y="5490"/>
                  </a:cubicBezTo>
                  <a:lnTo>
                    <a:pt x="5148" y="5490"/>
                  </a:lnTo>
                  <a:cubicBezTo>
                    <a:pt x="5064" y="5407"/>
                    <a:pt x="4981" y="5365"/>
                    <a:pt x="4939" y="5281"/>
                  </a:cubicBezTo>
                  <a:cubicBezTo>
                    <a:pt x="4960" y="5218"/>
                    <a:pt x="4981" y="5197"/>
                    <a:pt x="5023" y="5177"/>
                  </a:cubicBezTo>
                  <a:close/>
                  <a:moveTo>
                    <a:pt x="5441" y="5407"/>
                  </a:moveTo>
                  <a:lnTo>
                    <a:pt x="5441" y="5407"/>
                  </a:lnTo>
                  <a:cubicBezTo>
                    <a:pt x="5588" y="5532"/>
                    <a:pt x="5755" y="5679"/>
                    <a:pt x="5881" y="5804"/>
                  </a:cubicBezTo>
                  <a:cubicBezTo>
                    <a:pt x="5901" y="5825"/>
                    <a:pt x="5922" y="5846"/>
                    <a:pt x="5964" y="5909"/>
                  </a:cubicBezTo>
                  <a:cubicBezTo>
                    <a:pt x="5901" y="5846"/>
                    <a:pt x="5881" y="5846"/>
                    <a:pt x="5860" y="5825"/>
                  </a:cubicBezTo>
                  <a:lnTo>
                    <a:pt x="5441" y="5407"/>
                  </a:lnTo>
                  <a:close/>
                  <a:moveTo>
                    <a:pt x="6227" y="6067"/>
                  </a:moveTo>
                  <a:lnTo>
                    <a:pt x="6173" y="6139"/>
                  </a:lnTo>
                  <a:cubicBezTo>
                    <a:pt x="6184" y="6150"/>
                    <a:pt x="6194" y="6162"/>
                    <a:pt x="6205" y="6173"/>
                  </a:cubicBezTo>
                  <a:lnTo>
                    <a:pt x="6205" y="6173"/>
                  </a:lnTo>
                  <a:lnTo>
                    <a:pt x="6278" y="6118"/>
                  </a:lnTo>
                  <a:lnTo>
                    <a:pt x="6227" y="6067"/>
                  </a:lnTo>
                  <a:close/>
                  <a:moveTo>
                    <a:pt x="7722" y="7269"/>
                  </a:moveTo>
                  <a:cubicBezTo>
                    <a:pt x="7764" y="7269"/>
                    <a:pt x="7785" y="7290"/>
                    <a:pt x="7805" y="7311"/>
                  </a:cubicBezTo>
                  <a:cubicBezTo>
                    <a:pt x="7785" y="7311"/>
                    <a:pt x="7764" y="7290"/>
                    <a:pt x="7764" y="7290"/>
                  </a:cubicBezTo>
                  <a:lnTo>
                    <a:pt x="7722" y="7269"/>
                  </a:lnTo>
                  <a:close/>
                  <a:moveTo>
                    <a:pt x="7224" y="7125"/>
                  </a:moveTo>
                  <a:cubicBezTo>
                    <a:pt x="7236" y="7125"/>
                    <a:pt x="7249" y="7130"/>
                    <a:pt x="7261" y="7143"/>
                  </a:cubicBezTo>
                  <a:cubicBezTo>
                    <a:pt x="7241" y="7143"/>
                    <a:pt x="7241" y="7164"/>
                    <a:pt x="7261" y="7185"/>
                  </a:cubicBezTo>
                  <a:cubicBezTo>
                    <a:pt x="7324" y="7206"/>
                    <a:pt x="7366" y="7206"/>
                    <a:pt x="7429" y="7248"/>
                  </a:cubicBezTo>
                  <a:cubicBezTo>
                    <a:pt x="7429" y="7248"/>
                    <a:pt x="7429" y="7269"/>
                    <a:pt x="7450" y="7269"/>
                  </a:cubicBezTo>
                  <a:cubicBezTo>
                    <a:pt x="7471" y="7269"/>
                    <a:pt x="7492" y="7290"/>
                    <a:pt x="7554" y="7290"/>
                  </a:cubicBezTo>
                  <a:cubicBezTo>
                    <a:pt x="7575" y="7290"/>
                    <a:pt x="7575" y="7290"/>
                    <a:pt x="7596" y="7311"/>
                  </a:cubicBezTo>
                  <a:lnTo>
                    <a:pt x="7366" y="7311"/>
                  </a:lnTo>
                  <a:cubicBezTo>
                    <a:pt x="7345" y="7311"/>
                    <a:pt x="7345" y="7332"/>
                    <a:pt x="7345" y="7332"/>
                  </a:cubicBezTo>
                  <a:cubicBezTo>
                    <a:pt x="7282" y="7290"/>
                    <a:pt x="7241" y="7206"/>
                    <a:pt x="7157" y="7164"/>
                  </a:cubicBezTo>
                  <a:lnTo>
                    <a:pt x="7178" y="7164"/>
                  </a:lnTo>
                  <a:cubicBezTo>
                    <a:pt x="7178" y="7150"/>
                    <a:pt x="7198" y="7125"/>
                    <a:pt x="7224" y="7125"/>
                  </a:cubicBezTo>
                  <a:close/>
                  <a:moveTo>
                    <a:pt x="7524" y="7313"/>
                  </a:moveTo>
                  <a:lnTo>
                    <a:pt x="7524" y="7313"/>
                  </a:lnTo>
                  <a:cubicBezTo>
                    <a:pt x="7592" y="7322"/>
                    <a:pt x="7647" y="7358"/>
                    <a:pt x="7701" y="7394"/>
                  </a:cubicBezTo>
                  <a:cubicBezTo>
                    <a:pt x="7659" y="7374"/>
                    <a:pt x="7596" y="7353"/>
                    <a:pt x="7554" y="7353"/>
                  </a:cubicBezTo>
                  <a:cubicBezTo>
                    <a:pt x="7541" y="7326"/>
                    <a:pt x="7536" y="7317"/>
                    <a:pt x="7524" y="7313"/>
                  </a:cubicBezTo>
                  <a:close/>
                  <a:moveTo>
                    <a:pt x="7220" y="7374"/>
                  </a:moveTo>
                  <a:cubicBezTo>
                    <a:pt x="7261" y="7374"/>
                    <a:pt x="7261" y="7394"/>
                    <a:pt x="7261" y="7394"/>
                  </a:cubicBezTo>
                  <a:lnTo>
                    <a:pt x="7241" y="7415"/>
                  </a:lnTo>
                  <a:lnTo>
                    <a:pt x="7241" y="7436"/>
                  </a:lnTo>
                  <a:cubicBezTo>
                    <a:pt x="7220" y="7415"/>
                    <a:pt x="7220" y="7394"/>
                    <a:pt x="7178" y="7374"/>
                  </a:cubicBezTo>
                  <a:close/>
                  <a:moveTo>
                    <a:pt x="7785" y="7457"/>
                  </a:moveTo>
                  <a:lnTo>
                    <a:pt x="7805" y="7478"/>
                  </a:lnTo>
                  <a:lnTo>
                    <a:pt x="7764" y="7478"/>
                  </a:lnTo>
                  <a:cubicBezTo>
                    <a:pt x="7764" y="7457"/>
                    <a:pt x="7785" y="7457"/>
                    <a:pt x="7785" y="7457"/>
                  </a:cubicBezTo>
                  <a:close/>
                  <a:moveTo>
                    <a:pt x="8015" y="7478"/>
                  </a:moveTo>
                  <a:cubicBezTo>
                    <a:pt x="8015" y="7478"/>
                    <a:pt x="8057" y="7478"/>
                    <a:pt x="8057" y="7499"/>
                  </a:cubicBezTo>
                  <a:cubicBezTo>
                    <a:pt x="7994" y="7499"/>
                    <a:pt x="7973" y="7478"/>
                    <a:pt x="7952" y="7478"/>
                  </a:cubicBezTo>
                  <a:close/>
                  <a:moveTo>
                    <a:pt x="7366" y="7374"/>
                  </a:moveTo>
                  <a:cubicBezTo>
                    <a:pt x="7429" y="7374"/>
                    <a:pt x="7471" y="7374"/>
                    <a:pt x="7492" y="7394"/>
                  </a:cubicBezTo>
                  <a:cubicBezTo>
                    <a:pt x="7533" y="7415"/>
                    <a:pt x="7575" y="7415"/>
                    <a:pt x="7596" y="7457"/>
                  </a:cubicBezTo>
                  <a:lnTo>
                    <a:pt x="7533" y="7520"/>
                  </a:lnTo>
                  <a:lnTo>
                    <a:pt x="7366" y="7374"/>
                  </a:lnTo>
                  <a:close/>
                  <a:moveTo>
                    <a:pt x="7680" y="7499"/>
                  </a:moveTo>
                  <a:cubicBezTo>
                    <a:pt x="7659" y="7499"/>
                    <a:pt x="7596" y="7520"/>
                    <a:pt x="7575" y="7562"/>
                  </a:cubicBezTo>
                  <a:cubicBezTo>
                    <a:pt x="7596" y="7520"/>
                    <a:pt x="7638" y="7499"/>
                    <a:pt x="7680" y="7499"/>
                  </a:cubicBezTo>
                  <a:close/>
                  <a:moveTo>
                    <a:pt x="7847" y="7562"/>
                  </a:moveTo>
                  <a:cubicBezTo>
                    <a:pt x="7847" y="7562"/>
                    <a:pt x="7868" y="7562"/>
                    <a:pt x="7889" y="7583"/>
                  </a:cubicBezTo>
                  <a:lnTo>
                    <a:pt x="7847" y="7583"/>
                  </a:lnTo>
                  <a:lnTo>
                    <a:pt x="7847" y="7562"/>
                  </a:lnTo>
                  <a:close/>
                  <a:moveTo>
                    <a:pt x="7324" y="7478"/>
                  </a:moveTo>
                  <a:lnTo>
                    <a:pt x="7324" y="7478"/>
                  </a:lnTo>
                  <a:cubicBezTo>
                    <a:pt x="7366" y="7520"/>
                    <a:pt x="7429" y="7562"/>
                    <a:pt x="7450" y="7604"/>
                  </a:cubicBezTo>
                  <a:lnTo>
                    <a:pt x="7387" y="7666"/>
                  </a:lnTo>
                  <a:lnTo>
                    <a:pt x="7366" y="7625"/>
                  </a:lnTo>
                  <a:cubicBezTo>
                    <a:pt x="7366" y="7625"/>
                    <a:pt x="7366" y="7604"/>
                    <a:pt x="7387" y="7604"/>
                  </a:cubicBezTo>
                  <a:cubicBezTo>
                    <a:pt x="7417" y="7589"/>
                    <a:pt x="7394" y="7574"/>
                    <a:pt x="7371" y="7574"/>
                  </a:cubicBezTo>
                  <a:cubicBezTo>
                    <a:pt x="7361" y="7574"/>
                    <a:pt x="7351" y="7577"/>
                    <a:pt x="7345" y="7583"/>
                  </a:cubicBezTo>
                  <a:cubicBezTo>
                    <a:pt x="7345" y="7562"/>
                    <a:pt x="7324" y="7499"/>
                    <a:pt x="7324" y="7478"/>
                  </a:cubicBezTo>
                  <a:close/>
                  <a:moveTo>
                    <a:pt x="7972" y="7682"/>
                  </a:moveTo>
                  <a:cubicBezTo>
                    <a:pt x="7952" y="7683"/>
                    <a:pt x="7931" y="7684"/>
                    <a:pt x="7910" y="7687"/>
                  </a:cubicBezTo>
                  <a:cubicBezTo>
                    <a:pt x="7920" y="7689"/>
                    <a:pt x="7929" y="7692"/>
                    <a:pt x="7939" y="7694"/>
                  </a:cubicBezTo>
                  <a:lnTo>
                    <a:pt x="7939" y="7694"/>
                  </a:lnTo>
                  <a:cubicBezTo>
                    <a:pt x="7949" y="7691"/>
                    <a:pt x="7960" y="7687"/>
                    <a:pt x="7972" y="7682"/>
                  </a:cubicBezTo>
                  <a:close/>
                  <a:moveTo>
                    <a:pt x="7533" y="7604"/>
                  </a:moveTo>
                  <a:lnTo>
                    <a:pt x="7596" y="7687"/>
                  </a:lnTo>
                  <a:cubicBezTo>
                    <a:pt x="7554" y="7708"/>
                    <a:pt x="7554" y="7771"/>
                    <a:pt x="7533" y="7792"/>
                  </a:cubicBezTo>
                  <a:cubicBezTo>
                    <a:pt x="7533" y="7771"/>
                    <a:pt x="7492" y="7708"/>
                    <a:pt x="7492" y="7687"/>
                  </a:cubicBezTo>
                  <a:cubicBezTo>
                    <a:pt x="7492" y="7666"/>
                    <a:pt x="7471" y="7666"/>
                    <a:pt x="7471" y="7666"/>
                  </a:cubicBezTo>
                  <a:cubicBezTo>
                    <a:pt x="7471" y="7625"/>
                    <a:pt x="7492" y="7625"/>
                    <a:pt x="7533" y="7604"/>
                  </a:cubicBezTo>
                  <a:close/>
                  <a:moveTo>
                    <a:pt x="7952" y="7826"/>
                  </a:moveTo>
                  <a:cubicBezTo>
                    <a:pt x="7924" y="7826"/>
                    <a:pt x="7896" y="7828"/>
                    <a:pt x="7868" y="7834"/>
                  </a:cubicBezTo>
                  <a:lnTo>
                    <a:pt x="7910" y="7875"/>
                  </a:lnTo>
                  <a:lnTo>
                    <a:pt x="7910" y="7875"/>
                  </a:lnTo>
                  <a:cubicBezTo>
                    <a:pt x="7968" y="7875"/>
                    <a:pt x="8018" y="7870"/>
                    <a:pt x="8078" y="7843"/>
                  </a:cubicBezTo>
                  <a:lnTo>
                    <a:pt x="8078" y="7843"/>
                  </a:lnTo>
                  <a:cubicBezTo>
                    <a:pt x="8038" y="7832"/>
                    <a:pt x="7995" y="7826"/>
                    <a:pt x="7952" y="7826"/>
                  </a:cubicBezTo>
                  <a:close/>
                  <a:moveTo>
                    <a:pt x="7429" y="7729"/>
                  </a:moveTo>
                  <a:cubicBezTo>
                    <a:pt x="7450" y="7792"/>
                    <a:pt x="7450" y="7834"/>
                    <a:pt x="7471" y="7897"/>
                  </a:cubicBezTo>
                  <a:cubicBezTo>
                    <a:pt x="7450" y="7876"/>
                    <a:pt x="7429" y="7813"/>
                    <a:pt x="7387" y="7771"/>
                  </a:cubicBezTo>
                  <a:lnTo>
                    <a:pt x="7387" y="7729"/>
                  </a:lnTo>
                  <a:close/>
                  <a:moveTo>
                    <a:pt x="7429" y="7897"/>
                  </a:moveTo>
                  <a:cubicBezTo>
                    <a:pt x="7429" y="7897"/>
                    <a:pt x="7429" y="7918"/>
                    <a:pt x="7450" y="7918"/>
                  </a:cubicBezTo>
                  <a:cubicBezTo>
                    <a:pt x="7456" y="7924"/>
                    <a:pt x="7462" y="7926"/>
                    <a:pt x="7467" y="7926"/>
                  </a:cubicBezTo>
                  <a:cubicBezTo>
                    <a:pt x="7473" y="7926"/>
                    <a:pt x="7478" y="7922"/>
                    <a:pt x="7479" y="7916"/>
                  </a:cubicBezTo>
                  <a:lnTo>
                    <a:pt x="7479" y="7916"/>
                  </a:lnTo>
                  <a:cubicBezTo>
                    <a:pt x="7492" y="7951"/>
                    <a:pt x="7492" y="7984"/>
                    <a:pt x="7492" y="8001"/>
                  </a:cubicBezTo>
                  <a:lnTo>
                    <a:pt x="7429" y="7918"/>
                  </a:lnTo>
                  <a:lnTo>
                    <a:pt x="7429" y="7897"/>
                  </a:lnTo>
                  <a:close/>
                  <a:moveTo>
                    <a:pt x="7638" y="7729"/>
                  </a:moveTo>
                  <a:cubicBezTo>
                    <a:pt x="7659" y="7729"/>
                    <a:pt x="7659" y="7771"/>
                    <a:pt x="7680" y="7792"/>
                  </a:cubicBezTo>
                  <a:cubicBezTo>
                    <a:pt x="7678" y="7797"/>
                    <a:pt x="7675" y="7801"/>
                    <a:pt x="7673" y="7806"/>
                  </a:cubicBezTo>
                  <a:lnTo>
                    <a:pt x="7673" y="7806"/>
                  </a:lnTo>
                  <a:cubicBezTo>
                    <a:pt x="7668" y="7801"/>
                    <a:pt x="7664" y="7797"/>
                    <a:pt x="7659" y="7792"/>
                  </a:cubicBezTo>
                  <a:lnTo>
                    <a:pt x="7659" y="7792"/>
                  </a:lnTo>
                  <a:cubicBezTo>
                    <a:pt x="7657" y="7809"/>
                    <a:pt x="7656" y="7825"/>
                    <a:pt x="7654" y="7841"/>
                  </a:cubicBezTo>
                  <a:lnTo>
                    <a:pt x="7654" y="7841"/>
                  </a:lnTo>
                  <a:cubicBezTo>
                    <a:pt x="7661" y="7830"/>
                    <a:pt x="7667" y="7818"/>
                    <a:pt x="7673" y="7806"/>
                  </a:cubicBezTo>
                  <a:lnTo>
                    <a:pt x="7673" y="7806"/>
                  </a:lnTo>
                  <a:cubicBezTo>
                    <a:pt x="7691" y="7823"/>
                    <a:pt x="7714" y="7843"/>
                    <a:pt x="7764" y="7876"/>
                  </a:cubicBezTo>
                  <a:cubicBezTo>
                    <a:pt x="7743" y="7938"/>
                    <a:pt x="7743" y="8022"/>
                    <a:pt x="7743" y="8085"/>
                  </a:cubicBezTo>
                  <a:cubicBezTo>
                    <a:pt x="7718" y="8148"/>
                    <a:pt x="7723" y="8218"/>
                    <a:pt x="7744" y="8282"/>
                  </a:cubicBezTo>
                  <a:lnTo>
                    <a:pt x="7744" y="8282"/>
                  </a:lnTo>
                  <a:cubicBezTo>
                    <a:pt x="7665" y="8141"/>
                    <a:pt x="7643" y="7998"/>
                    <a:pt x="7654" y="7841"/>
                  </a:cubicBezTo>
                  <a:lnTo>
                    <a:pt x="7654" y="7841"/>
                  </a:lnTo>
                  <a:cubicBezTo>
                    <a:pt x="7623" y="7902"/>
                    <a:pt x="7596" y="7956"/>
                    <a:pt x="7596" y="8022"/>
                  </a:cubicBezTo>
                  <a:cubicBezTo>
                    <a:pt x="7596" y="8001"/>
                    <a:pt x="7596" y="8001"/>
                    <a:pt x="7575" y="7980"/>
                  </a:cubicBezTo>
                  <a:cubicBezTo>
                    <a:pt x="7575" y="7918"/>
                    <a:pt x="7575" y="7855"/>
                    <a:pt x="7596" y="7813"/>
                  </a:cubicBezTo>
                  <a:lnTo>
                    <a:pt x="7596" y="7792"/>
                  </a:lnTo>
                  <a:cubicBezTo>
                    <a:pt x="7596" y="7771"/>
                    <a:pt x="7596" y="7771"/>
                    <a:pt x="7638" y="7729"/>
                  </a:cubicBezTo>
                  <a:close/>
                  <a:moveTo>
                    <a:pt x="73" y="0"/>
                  </a:moveTo>
                  <a:cubicBezTo>
                    <a:pt x="44" y="0"/>
                    <a:pt x="22" y="20"/>
                    <a:pt x="22" y="50"/>
                  </a:cubicBezTo>
                  <a:cubicBezTo>
                    <a:pt x="1" y="50"/>
                    <a:pt x="1" y="92"/>
                    <a:pt x="22" y="92"/>
                  </a:cubicBezTo>
                  <a:cubicBezTo>
                    <a:pt x="43" y="92"/>
                    <a:pt x="43" y="92"/>
                    <a:pt x="64" y="134"/>
                  </a:cubicBezTo>
                  <a:cubicBezTo>
                    <a:pt x="43" y="134"/>
                    <a:pt x="43" y="155"/>
                    <a:pt x="43" y="176"/>
                  </a:cubicBezTo>
                  <a:lnTo>
                    <a:pt x="43" y="197"/>
                  </a:lnTo>
                  <a:lnTo>
                    <a:pt x="43" y="239"/>
                  </a:lnTo>
                  <a:cubicBezTo>
                    <a:pt x="95" y="515"/>
                    <a:pt x="433" y="1408"/>
                    <a:pt x="832" y="1412"/>
                  </a:cubicBezTo>
                  <a:lnTo>
                    <a:pt x="832" y="1412"/>
                  </a:lnTo>
                  <a:cubicBezTo>
                    <a:pt x="782" y="1397"/>
                    <a:pt x="734" y="1369"/>
                    <a:pt x="691" y="1327"/>
                  </a:cubicBezTo>
                  <a:lnTo>
                    <a:pt x="775" y="1327"/>
                  </a:lnTo>
                  <a:cubicBezTo>
                    <a:pt x="836" y="1342"/>
                    <a:pt x="897" y="1379"/>
                    <a:pt x="942" y="1391"/>
                  </a:cubicBezTo>
                  <a:lnTo>
                    <a:pt x="942" y="1391"/>
                  </a:lnTo>
                  <a:cubicBezTo>
                    <a:pt x="991" y="1371"/>
                    <a:pt x="1040" y="1336"/>
                    <a:pt x="1089" y="1285"/>
                  </a:cubicBezTo>
                  <a:lnTo>
                    <a:pt x="1089" y="1306"/>
                  </a:lnTo>
                  <a:lnTo>
                    <a:pt x="1089" y="1327"/>
                  </a:lnTo>
                  <a:lnTo>
                    <a:pt x="1152" y="1327"/>
                  </a:lnTo>
                  <a:cubicBezTo>
                    <a:pt x="1110" y="1306"/>
                    <a:pt x="1110" y="1285"/>
                    <a:pt x="1089" y="1285"/>
                  </a:cubicBezTo>
                  <a:lnTo>
                    <a:pt x="1152" y="1285"/>
                  </a:lnTo>
                  <a:cubicBezTo>
                    <a:pt x="2051" y="2226"/>
                    <a:pt x="2993" y="3105"/>
                    <a:pt x="3914" y="4026"/>
                  </a:cubicBezTo>
                  <a:lnTo>
                    <a:pt x="4876" y="4988"/>
                  </a:lnTo>
                  <a:cubicBezTo>
                    <a:pt x="4855" y="5009"/>
                    <a:pt x="4834" y="5051"/>
                    <a:pt x="4813" y="5093"/>
                  </a:cubicBezTo>
                  <a:lnTo>
                    <a:pt x="4751" y="5051"/>
                  </a:lnTo>
                  <a:cubicBezTo>
                    <a:pt x="4744" y="5038"/>
                    <a:pt x="4738" y="5033"/>
                    <a:pt x="4732" y="5033"/>
                  </a:cubicBezTo>
                  <a:cubicBezTo>
                    <a:pt x="4721" y="5033"/>
                    <a:pt x="4715" y="5058"/>
                    <a:pt x="4730" y="5072"/>
                  </a:cubicBezTo>
                  <a:cubicBezTo>
                    <a:pt x="4751" y="5093"/>
                    <a:pt x="4772" y="5114"/>
                    <a:pt x="4772" y="5156"/>
                  </a:cubicBezTo>
                  <a:cubicBezTo>
                    <a:pt x="4772" y="5156"/>
                    <a:pt x="4772" y="5177"/>
                    <a:pt x="4813" y="5177"/>
                  </a:cubicBezTo>
                  <a:cubicBezTo>
                    <a:pt x="4876" y="5260"/>
                    <a:pt x="4939" y="5323"/>
                    <a:pt x="5023" y="5407"/>
                  </a:cubicBezTo>
                  <a:cubicBezTo>
                    <a:pt x="5023" y="5407"/>
                    <a:pt x="5023" y="5428"/>
                    <a:pt x="5044" y="5469"/>
                  </a:cubicBezTo>
                  <a:cubicBezTo>
                    <a:pt x="5127" y="5574"/>
                    <a:pt x="5232" y="5637"/>
                    <a:pt x="5337" y="5721"/>
                  </a:cubicBezTo>
                  <a:cubicBezTo>
                    <a:pt x="5546" y="5930"/>
                    <a:pt x="5776" y="6160"/>
                    <a:pt x="6006" y="6348"/>
                  </a:cubicBezTo>
                  <a:cubicBezTo>
                    <a:pt x="6012" y="6354"/>
                    <a:pt x="6020" y="6357"/>
                    <a:pt x="6027" y="6357"/>
                  </a:cubicBezTo>
                  <a:cubicBezTo>
                    <a:pt x="6044" y="6357"/>
                    <a:pt x="6057" y="6342"/>
                    <a:pt x="6027" y="6327"/>
                  </a:cubicBezTo>
                  <a:cubicBezTo>
                    <a:pt x="5922" y="6223"/>
                    <a:pt x="5818" y="6097"/>
                    <a:pt x="5713" y="5993"/>
                  </a:cubicBezTo>
                  <a:lnTo>
                    <a:pt x="5755" y="5993"/>
                  </a:lnTo>
                  <a:cubicBezTo>
                    <a:pt x="5776" y="6014"/>
                    <a:pt x="5797" y="6034"/>
                    <a:pt x="5860" y="6055"/>
                  </a:cubicBezTo>
                  <a:cubicBezTo>
                    <a:pt x="5866" y="6068"/>
                    <a:pt x="5875" y="6073"/>
                    <a:pt x="5883" y="6073"/>
                  </a:cubicBezTo>
                  <a:cubicBezTo>
                    <a:pt x="5902" y="6073"/>
                    <a:pt x="5922" y="6049"/>
                    <a:pt x="5922" y="6034"/>
                  </a:cubicBezTo>
                  <a:cubicBezTo>
                    <a:pt x="5985" y="6097"/>
                    <a:pt x="6027" y="6139"/>
                    <a:pt x="6090" y="6160"/>
                  </a:cubicBezTo>
                  <a:lnTo>
                    <a:pt x="6069" y="6202"/>
                  </a:lnTo>
                  <a:cubicBezTo>
                    <a:pt x="6039" y="6217"/>
                    <a:pt x="6051" y="6231"/>
                    <a:pt x="6069" y="6231"/>
                  </a:cubicBezTo>
                  <a:cubicBezTo>
                    <a:pt x="6076" y="6231"/>
                    <a:pt x="6084" y="6229"/>
                    <a:pt x="6090" y="6223"/>
                  </a:cubicBezTo>
                  <a:lnTo>
                    <a:pt x="6111" y="6202"/>
                  </a:lnTo>
                  <a:cubicBezTo>
                    <a:pt x="6404" y="6474"/>
                    <a:pt x="6697" y="6767"/>
                    <a:pt x="6969" y="7039"/>
                  </a:cubicBezTo>
                  <a:cubicBezTo>
                    <a:pt x="6969" y="7039"/>
                    <a:pt x="6948" y="7039"/>
                    <a:pt x="6948" y="7060"/>
                  </a:cubicBezTo>
                  <a:cubicBezTo>
                    <a:pt x="6927" y="7060"/>
                    <a:pt x="6906" y="7060"/>
                    <a:pt x="6927" y="7081"/>
                  </a:cubicBezTo>
                  <a:cubicBezTo>
                    <a:pt x="6969" y="7248"/>
                    <a:pt x="7031" y="7415"/>
                    <a:pt x="7115" y="7583"/>
                  </a:cubicBezTo>
                  <a:cubicBezTo>
                    <a:pt x="7115" y="7583"/>
                    <a:pt x="7124" y="7592"/>
                    <a:pt x="7131" y="7592"/>
                  </a:cubicBezTo>
                  <a:cubicBezTo>
                    <a:pt x="7134" y="7592"/>
                    <a:pt x="7136" y="7590"/>
                    <a:pt x="7136" y="7583"/>
                  </a:cubicBezTo>
                  <a:lnTo>
                    <a:pt x="7178" y="7625"/>
                  </a:lnTo>
                  <a:cubicBezTo>
                    <a:pt x="7220" y="7666"/>
                    <a:pt x="7220" y="7687"/>
                    <a:pt x="7241" y="7687"/>
                  </a:cubicBezTo>
                  <a:cubicBezTo>
                    <a:pt x="7241" y="7729"/>
                    <a:pt x="7261" y="7792"/>
                    <a:pt x="7282" y="7834"/>
                  </a:cubicBezTo>
                  <a:cubicBezTo>
                    <a:pt x="7314" y="7975"/>
                    <a:pt x="7333" y="8010"/>
                    <a:pt x="7341" y="8010"/>
                  </a:cubicBezTo>
                  <a:cubicBezTo>
                    <a:pt x="7344" y="8010"/>
                    <a:pt x="7345" y="8006"/>
                    <a:pt x="7345" y="8001"/>
                  </a:cubicBezTo>
                  <a:cubicBezTo>
                    <a:pt x="7366" y="8085"/>
                    <a:pt x="7429" y="8148"/>
                    <a:pt x="7492" y="8190"/>
                  </a:cubicBezTo>
                  <a:cubicBezTo>
                    <a:pt x="7497" y="8192"/>
                    <a:pt x="7503" y="8194"/>
                    <a:pt x="7508" y="8194"/>
                  </a:cubicBezTo>
                  <a:cubicBezTo>
                    <a:pt x="7539" y="8194"/>
                    <a:pt x="7551" y="8145"/>
                    <a:pt x="7533" y="8127"/>
                  </a:cubicBezTo>
                  <a:cubicBezTo>
                    <a:pt x="7471" y="8106"/>
                    <a:pt x="7450" y="8043"/>
                    <a:pt x="7429" y="8001"/>
                  </a:cubicBezTo>
                  <a:lnTo>
                    <a:pt x="7429" y="8001"/>
                  </a:lnTo>
                  <a:lnTo>
                    <a:pt x="7492" y="8085"/>
                  </a:lnTo>
                  <a:cubicBezTo>
                    <a:pt x="7492" y="8106"/>
                    <a:pt x="7492" y="8106"/>
                    <a:pt x="7533" y="8106"/>
                  </a:cubicBezTo>
                  <a:cubicBezTo>
                    <a:pt x="7554" y="8169"/>
                    <a:pt x="7575" y="8231"/>
                    <a:pt x="7638" y="8315"/>
                  </a:cubicBezTo>
                  <a:cubicBezTo>
                    <a:pt x="7644" y="8321"/>
                    <a:pt x="7650" y="8324"/>
                    <a:pt x="7656" y="8324"/>
                  </a:cubicBezTo>
                  <a:cubicBezTo>
                    <a:pt x="7669" y="8324"/>
                    <a:pt x="7680" y="8309"/>
                    <a:pt x="7680" y="8294"/>
                  </a:cubicBezTo>
                  <a:cubicBezTo>
                    <a:pt x="7701" y="8336"/>
                    <a:pt x="7764" y="8399"/>
                    <a:pt x="7785" y="8441"/>
                  </a:cubicBezTo>
                  <a:cubicBezTo>
                    <a:pt x="7791" y="8447"/>
                    <a:pt x="7799" y="8449"/>
                    <a:pt x="7806" y="8449"/>
                  </a:cubicBezTo>
                  <a:cubicBezTo>
                    <a:pt x="7823" y="8449"/>
                    <a:pt x="7835" y="8435"/>
                    <a:pt x="7805" y="8420"/>
                  </a:cubicBezTo>
                  <a:cubicBezTo>
                    <a:pt x="7785" y="8399"/>
                    <a:pt x="7785" y="8357"/>
                    <a:pt x="7764" y="8336"/>
                  </a:cubicBezTo>
                  <a:cubicBezTo>
                    <a:pt x="7764" y="8336"/>
                    <a:pt x="7764" y="8335"/>
                    <a:pt x="7766" y="8334"/>
                  </a:cubicBezTo>
                  <a:lnTo>
                    <a:pt x="7766" y="8334"/>
                  </a:lnTo>
                  <a:cubicBezTo>
                    <a:pt x="7777" y="8357"/>
                    <a:pt x="7791" y="8379"/>
                    <a:pt x="7805" y="8399"/>
                  </a:cubicBezTo>
                  <a:cubicBezTo>
                    <a:pt x="7805" y="8399"/>
                    <a:pt x="7805" y="8420"/>
                    <a:pt x="7847" y="8420"/>
                  </a:cubicBezTo>
                  <a:cubicBezTo>
                    <a:pt x="7847" y="8430"/>
                    <a:pt x="7853" y="8435"/>
                    <a:pt x="7858" y="8435"/>
                  </a:cubicBezTo>
                  <a:cubicBezTo>
                    <a:pt x="7863" y="8435"/>
                    <a:pt x="7868" y="8430"/>
                    <a:pt x="7868" y="8420"/>
                  </a:cubicBezTo>
                  <a:cubicBezTo>
                    <a:pt x="7889" y="8503"/>
                    <a:pt x="7910" y="8566"/>
                    <a:pt x="7973" y="8629"/>
                  </a:cubicBezTo>
                  <a:cubicBezTo>
                    <a:pt x="7979" y="8635"/>
                    <a:pt x="7985" y="8638"/>
                    <a:pt x="7990" y="8638"/>
                  </a:cubicBezTo>
                  <a:cubicBezTo>
                    <a:pt x="8002" y="8638"/>
                    <a:pt x="8009" y="8623"/>
                    <a:pt x="7994" y="8608"/>
                  </a:cubicBezTo>
                  <a:cubicBezTo>
                    <a:pt x="7952" y="8503"/>
                    <a:pt x="7889" y="8399"/>
                    <a:pt x="7868" y="8294"/>
                  </a:cubicBezTo>
                  <a:cubicBezTo>
                    <a:pt x="7868" y="8273"/>
                    <a:pt x="7853" y="8263"/>
                    <a:pt x="7837" y="8263"/>
                  </a:cubicBezTo>
                  <a:cubicBezTo>
                    <a:pt x="7821" y="8263"/>
                    <a:pt x="7805" y="8273"/>
                    <a:pt x="7805" y="8294"/>
                  </a:cubicBezTo>
                  <a:lnTo>
                    <a:pt x="7805" y="8315"/>
                  </a:lnTo>
                  <a:cubicBezTo>
                    <a:pt x="7785" y="8231"/>
                    <a:pt x="7764" y="8127"/>
                    <a:pt x="7764" y="8043"/>
                  </a:cubicBezTo>
                  <a:cubicBezTo>
                    <a:pt x="7764" y="8001"/>
                    <a:pt x="7785" y="7938"/>
                    <a:pt x="7805" y="7897"/>
                  </a:cubicBezTo>
                  <a:lnTo>
                    <a:pt x="7889" y="7980"/>
                  </a:lnTo>
                  <a:cubicBezTo>
                    <a:pt x="7892" y="7983"/>
                    <a:pt x="7895" y="7985"/>
                    <a:pt x="7899" y="7985"/>
                  </a:cubicBezTo>
                  <a:cubicBezTo>
                    <a:pt x="7921" y="7985"/>
                    <a:pt x="7952" y="7936"/>
                    <a:pt x="7952" y="7918"/>
                  </a:cubicBezTo>
                  <a:lnTo>
                    <a:pt x="7910" y="7875"/>
                  </a:lnTo>
                  <a:lnTo>
                    <a:pt x="7910" y="7875"/>
                  </a:lnTo>
                  <a:cubicBezTo>
                    <a:pt x="7896" y="7876"/>
                    <a:pt x="7883" y="7876"/>
                    <a:pt x="7868" y="7876"/>
                  </a:cubicBezTo>
                  <a:lnTo>
                    <a:pt x="7868" y="7813"/>
                  </a:lnTo>
                  <a:cubicBezTo>
                    <a:pt x="7868" y="7796"/>
                    <a:pt x="7868" y="7793"/>
                    <a:pt x="7858" y="7792"/>
                  </a:cubicBezTo>
                  <a:lnTo>
                    <a:pt x="7858" y="7792"/>
                  </a:lnTo>
                  <a:cubicBezTo>
                    <a:pt x="7921" y="7794"/>
                    <a:pt x="8019" y="7814"/>
                    <a:pt x="8098" y="7834"/>
                  </a:cubicBezTo>
                  <a:cubicBezTo>
                    <a:pt x="8091" y="7837"/>
                    <a:pt x="8085" y="7841"/>
                    <a:pt x="8078" y="7843"/>
                  </a:cubicBezTo>
                  <a:lnTo>
                    <a:pt x="8078" y="7843"/>
                  </a:lnTo>
                  <a:cubicBezTo>
                    <a:pt x="8107" y="7852"/>
                    <a:pt x="8135" y="7863"/>
                    <a:pt x="8161" y="7876"/>
                  </a:cubicBezTo>
                  <a:lnTo>
                    <a:pt x="8182" y="7897"/>
                  </a:lnTo>
                  <a:lnTo>
                    <a:pt x="8203" y="7897"/>
                  </a:lnTo>
                  <a:cubicBezTo>
                    <a:pt x="8266" y="7918"/>
                    <a:pt x="8287" y="7938"/>
                    <a:pt x="8329" y="7980"/>
                  </a:cubicBezTo>
                  <a:cubicBezTo>
                    <a:pt x="8335" y="7983"/>
                    <a:pt x="8340" y="7985"/>
                    <a:pt x="8345" y="7985"/>
                  </a:cubicBezTo>
                  <a:cubicBezTo>
                    <a:pt x="8376" y="7985"/>
                    <a:pt x="8388" y="7938"/>
                    <a:pt x="8370" y="7938"/>
                  </a:cubicBezTo>
                  <a:cubicBezTo>
                    <a:pt x="8308" y="7897"/>
                    <a:pt x="8266" y="7876"/>
                    <a:pt x="8182" y="7834"/>
                  </a:cubicBezTo>
                  <a:cubicBezTo>
                    <a:pt x="8106" y="7777"/>
                    <a:pt x="8030" y="7720"/>
                    <a:pt x="7939" y="7694"/>
                  </a:cubicBezTo>
                  <a:lnTo>
                    <a:pt x="7939" y="7694"/>
                  </a:lnTo>
                  <a:cubicBezTo>
                    <a:pt x="7901" y="7708"/>
                    <a:pt x="7869" y="7719"/>
                    <a:pt x="7847" y="7729"/>
                  </a:cubicBezTo>
                  <a:cubicBezTo>
                    <a:pt x="7805" y="7729"/>
                    <a:pt x="7785" y="7729"/>
                    <a:pt x="7764" y="7771"/>
                  </a:cubicBezTo>
                  <a:lnTo>
                    <a:pt x="7680" y="7687"/>
                  </a:lnTo>
                  <a:lnTo>
                    <a:pt x="7680" y="7666"/>
                  </a:lnTo>
                  <a:cubicBezTo>
                    <a:pt x="7697" y="7632"/>
                    <a:pt x="7672" y="7598"/>
                    <a:pt x="7651" y="7598"/>
                  </a:cubicBezTo>
                  <a:cubicBezTo>
                    <a:pt x="7646" y="7598"/>
                    <a:pt x="7642" y="7600"/>
                    <a:pt x="7638" y="7604"/>
                  </a:cubicBezTo>
                  <a:lnTo>
                    <a:pt x="7596" y="7583"/>
                  </a:lnTo>
                  <a:cubicBezTo>
                    <a:pt x="7659" y="7562"/>
                    <a:pt x="7701" y="7520"/>
                    <a:pt x="7743" y="7520"/>
                  </a:cubicBezTo>
                  <a:lnTo>
                    <a:pt x="7764" y="7562"/>
                  </a:lnTo>
                  <a:cubicBezTo>
                    <a:pt x="7743" y="7562"/>
                    <a:pt x="7701" y="7562"/>
                    <a:pt x="7701" y="7583"/>
                  </a:cubicBezTo>
                  <a:cubicBezTo>
                    <a:pt x="7680" y="7583"/>
                    <a:pt x="7701" y="7625"/>
                    <a:pt x="7743" y="7625"/>
                  </a:cubicBezTo>
                  <a:cubicBezTo>
                    <a:pt x="7786" y="7616"/>
                    <a:pt x="7829" y="7611"/>
                    <a:pt x="7873" y="7611"/>
                  </a:cubicBezTo>
                  <a:cubicBezTo>
                    <a:pt x="7934" y="7611"/>
                    <a:pt x="7995" y="7621"/>
                    <a:pt x="8057" y="7646"/>
                  </a:cubicBezTo>
                  <a:cubicBezTo>
                    <a:pt x="8028" y="7660"/>
                    <a:pt x="7999" y="7672"/>
                    <a:pt x="7972" y="7682"/>
                  </a:cubicBezTo>
                  <a:lnTo>
                    <a:pt x="7972" y="7682"/>
                  </a:lnTo>
                  <a:cubicBezTo>
                    <a:pt x="7975" y="7682"/>
                    <a:pt x="7978" y="7682"/>
                    <a:pt x="7982" y="7682"/>
                  </a:cubicBezTo>
                  <a:cubicBezTo>
                    <a:pt x="8097" y="7682"/>
                    <a:pt x="8196" y="7726"/>
                    <a:pt x="8266" y="7813"/>
                  </a:cubicBezTo>
                  <a:cubicBezTo>
                    <a:pt x="8272" y="7819"/>
                    <a:pt x="8278" y="7822"/>
                    <a:pt x="8284" y="7822"/>
                  </a:cubicBezTo>
                  <a:cubicBezTo>
                    <a:pt x="8297" y="7822"/>
                    <a:pt x="8308" y="7807"/>
                    <a:pt x="8308" y="7792"/>
                  </a:cubicBezTo>
                  <a:cubicBezTo>
                    <a:pt x="8266" y="7708"/>
                    <a:pt x="8203" y="7666"/>
                    <a:pt x="8119" y="7625"/>
                  </a:cubicBezTo>
                  <a:cubicBezTo>
                    <a:pt x="8057" y="7562"/>
                    <a:pt x="7973" y="7520"/>
                    <a:pt x="7868" y="7499"/>
                  </a:cubicBezTo>
                  <a:lnTo>
                    <a:pt x="7868" y="7478"/>
                  </a:lnTo>
                  <a:cubicBezTo>
                    <a:pt x="7952" y="7499"/>
                    <a:pt x="8015" y="7520"/>
                    <a:pt x="8098" y="7583"/>
                  </a:cubicBezTo>
                  <a:cubicBezTo>
                    <a:pt x="8102" y="7587"/>
                    <a:pt x="8108" y="7588"/>
                    <a:pt x="8113" y="7588"/>
                  </a:cubicBezTo>
                  <a:cubicBezTo>
                    <a:pt x="8140" y="7588"/>
                    <a:pt x="8178" y="7554"/>
                    <a:pt x="8161" y="7520"/>
                  </a:cubicBezTo>
                  <a:cubicBezTo>
                    <a:pt x="8119" y="7499"/>
                    <a:pt x="8098" y="7478"/>
                    <a:pt x="8057" y="7457"/>
                  </a:cubicBezTo>
                  <a:cubicBezTo>
                    <a:pt x="8077" y="7457"/>
                    <a:pt x="8077" y="7415"/>
                    <a:pt x="8077" y="7394"/>
                  </a:cubicBezTo>
                  <a:cubicBezTo>
                    <a:pt x="8015" y="7353"/>
                    <a:pt x="7952" y="7290"/>
                    <a:pt x="7868" y="7290"/>
                  </a:cubicBezTo>
                  <a:lnTo>
                    <a:pt x="7847" y="7269"/>
                  </a:lnTo>
                  <a:cubicBezTo>
                    <a:pt x="7785" y="7185"/>
                    <a:pt x="7743" y="7143"/>
                    <a:pt x="7638" y="7143"/>
                  </a:cubicBezTo>
                  <a:cubicBezTo>
                    <a:pt x="7497" y="7020"/>
                    <a:pt x="7327" y="6971"/>
                    <a:pt x="7151" y="6971"/>
                  </a:cubicBezTo>
                  <a:cubicBezTo>
                    <a:pt x="7118" y="6971"/>
                    <a:pt x="7085" y="6973"/>
                    <a:pt x="7052" y="6976"/>
                  </a:cubicBezTo>
                  <a:cubicBezTo>
                    <a:pt x="7031" y="6976"/>
                    <a:pt x="7031" y="6997"/>
                    <a:pt x="7031" y="7039"/>
                  </a:cubicBezTo>
                  <a:cubicBezTo>
                    <a:pt x="6750" y="6757"/>
                    <a:pt x="6468" y="6456"/>
                    <a:pt x="6205" y="6173"/>
                  </a:cubicBezTo>
                  <a:lnTo>
                    <a:pt x="6205" y="6173"/>
                  </a:lnTo>
                  <a:lnTo>
                    <a:pt x="6194" y="6181"/>
                  </a:lnTo>
                  <a:lnTo>
                    <a:pt x="5985" y="5993"/>
                  </a:lnTo>
                  <a:lnTo>
                    <a:pt x="5985" y="5993"/>
                  </a:lnTo>
                  <a:cubicBezTo>
                    <a:pt x="6006" y="5993"/>
                    <a:pt x="6027" y="6014"/>
                    <a:pt x="6069" y="6014"/>
                  </a:cubicBezTo>
                  <a:cubicBezTo>
                    <a:pt x="6090" y="6014"/>
                    <a:pt x="6111" y="5993"/>
                    <a:pt x="6111" y="5951"/>
                  </a:cubicBezTo>
                  <a:lnTo>
                    <a:pt x="6227" y="6067"/>
                  </a:lnTo>
                  <a:lnTo>
                    <a:pt x="6236" y="6055"/>
                  </a:lnTo>
                  <a:cubicBezTo>
                    <a:pt x="6278" y="6097"/>
                    <a:pt x="6299" y="6118"/>
                    <a:pt x="6341" y="6139"/>
                  </a:cubicBezTo>
                  <a:cubicBezTo>
                    <a:pt x="6349" y="6143"/>
                    <a:pt x="6357" y="6145"/>
                    <a:pt x="6364" y="6145"/>
                  </a:cubicBezTo>
                  <a:cubicBezTo>
                    <a:pt x="6396" y="6145"/>
                    <a:pt x="6421" y="6114"/>
                    <a:pt x="6404" y="6097"/>
                  </a:cubicBezTo>
                  <a:cubicBezTo>
                    <a:pt x="5985" y="5616"/>
                    <a:pt x="5504" y="5177"/>
                    <a:pt x="5064" y="4758"/>
                  </a:cubicBezTo>
                  <a:cubicBezTo>
                    <a:pt x="5058" y="4752"/>
                    <a:pt x="5054" y="4749"/>
                    <a:pt x="5051" y="4749"/>
                  </a:cubicBezTo>
                  <a:cubicBezTo>
                    <a:pt x="5044" y="4749"/>
                    <a:pt x="5044" y="4764"/>
                    <a:pt x="5044" y="4779"/>
                  </a:cubicBezTo>
                  <a:cubicBezTo>
                    <a:pt x="5165" y="4941"/>
                    <a:pt x="5287" y="5084"/>
                    <a:pt x="5447" y="5207"/>
                  </a:cubicBezTo>
                  <a:lnTo>
                    <a:pt x="5447" y="5207"/>
                  </a:lnTo>
                  <a:cubicBezTo>
                    <a:pt x="5420" y="5190"/>
                    <a:pt x="5375" y="5173"/>
                    <a:pt x="5357" y="5156"/>
                  </a:cubicBezTo>
                  <a:cubicBezTo>
                    <a:pt x="5295" y="5114"/>
                    <a:pt x="5274" y="5072"/>
                    <a:pt x="5232" y="5051"/>
                  </a:cubicBezTo>
                  <a:lnTo>
                    <a:pt x="5190" y="5051"/>
                  </a:lnTo>
                  <a:cubicBezTo>
                    <a:pt x="5169" y="5051"/>
                    <a:pt x="5148" y="5051"/>
                    <a:pt x="5148" y="5072"/>
                  </a:cubicBezTo>
                  <a:lnTo>
                    <a:pt x="5044" y="4967"/>
                  </a:lnTo>
                  <a:cubicBezTo>
                    <a:pt x="5064" y="4946"/>
                    <a:pt x="5085" y="4905"/>
                    <a:pt x="5085" y="4884"/>
                  </a:cubicBezTo>
                  <a:cubicBezTo>
                    <a:pt x="5115" y="4869"/>
                    <a:pt x="5103" y="4854"/>
                    <a:pt x="5086" y="4854"/>
                  </a:cubicBezTo>
                  <a:cubicBezTo>
                    <a:pt x="5079" y="4854"/>
                    <a:pt x="5071" y="4857"/>
                    <a:pt x="5064" y="4863"/>
                  </a:cubicBezTo>
                  <a:cubicBezTo>
                    <a:pt x="5044" y="4884"/>
                    <a:pt x="5023" y="4905"/>
                    <a:pt x="4981" y="4905"/>
                  </a:cubicBezTo>
                  <a:lnTo>
                    <a:pt x="4018" y="3942"/>
                  </a:lnTo>
                  <a:cubicBezTo>
                    <a:pt x="3098" y="3021"/>
                    <a:pt x="2219" y="2080"/>
                    <a:pt x="1277" y="1180"/>
                  </a:cubicBezTo>
                  <a:lnTo>
                    <a:pt x="1298" y="1138"/>
                  </a:lnTo>
                  <a:cubicBezTo>
                    <a:pt x="1382" y="1076"/>
                    <a:pt x="1403" y="971"/>
                    <a:pt x="1403" y="887"/>
                  </a:cubicBezTo>
                  <a:cubicBezTo>
                    <a:pt x="1424" y="678"/>
                    <a:pt x="1319" y="469"/>
                    <a:pt x="1194" y="343"/>
                  </a:cubicBezTo>
                  <a:cubicBezTo>
                    <a:pt x="1187" y="330"/>
                    <a:pt x="1181" y="325"/>
                    <a:pt x="1175" y="325"/>
                  </a:cubicBezTo>
                  <a:cubicBezTo>
                    <a:pt x="1164" y="325"/>
                    <a:pt x="1158" y="350"/>
                    <a:pt x="1173" y="364"/>
                  </a:cubicBezTo>
                  <a:cubicBezTo>
                    <a:pt x="1215" y="406"/>
                    <a:pt x="1277" y="490"/>
                    <a:pt x="1298" y="573"/>
                  </a:cubicBezTo>
                  <a:cubicBezTo>
                    <a:pt x="1277" y="511"/>
                    <a:pt x="1215" y="490"/>
                    <a:pt x="1194" y="469"/>
                  </a:cubicBezTo>
                  <a:lnTo>
                    <a:pt x="1194" y="448"/>
                  </a:lnTo>
                  <a:lnTo>
                    <a:pt x="1173" y="448"/>
                  </a:lnTo>
                  <a:cubicBezTo>
                    <a:pt x="1155" y="411"/>
                    <a:pt x="1105" y="407"/>
                    <a:pt x="1078" y="392"/>
                  </a:cubicBezTo>
                  <a:lnTo>
                    <a:pt x="1078" y="392"/>
                  </a:lnTo>
                  <a:cubicBezTo>
                    <a:pt x="1104" y="397"/>
                    <a:pt x="1129" y="401"/>
                    <a:pt x="1152" y="406"/>
                  </a:cubicBezTo>
                  <a:cubicBezTo>
                    <a:pt x="1173" y="406"/>
                    <a:pt x="1194" y="385"/>
                    <a:pt x="1152" y="364"/>
                  </a:cubicBezTo>
                  <a:cubicBezTo>
                    <a:pt x="838" y="260"/>
                    <a:pt x="482" y="155"/>
                    <a:pt x="147" y="71"/>
                  </a:cubicBezTo>
                  <a:lnTo>
                    <a:pt x="106" y="8"/>
                  </a:lnTo>
                  <a:cubicBezTo>
                    <a:pt x="94" y="3"/>
                    <a:pt x="83" y="0"/>
                    <a:pt x="73"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and text">
  <p:cSld name="CUSTOM">
    <p:spTree>
      <p:nvGrpSpPr>
        <p:cNvPr id="2019" name="Shape 2019"/>
        <p:cNvGrpSpPr/>
        <p:nvPr/>
      </p:nvGrpSpPr>
      <p:grpSpPr>
        <a:xfrm>
          <a:off x="0" y="0"/>
          <a:ext cx="0" cy="0"/>
          <a:chOff x="0" y="0"/>
          <a:chExt cx="0" cy="0"/>
        </a:xfrm>
      </p:grpSpPr>
      <p:pic>
        <p:nvPicPr>
          <p:cNvPr id="2020" name="Google Shape;2020;p18"/>
          <p:cNvPicPr preferRelativeResize="0"/>
          <p:nvPr/>
        </p:nvPicPr>
        <p:blipFill rotWithShape="1">
          <a:blip r:embed="rId2"/>
          <a:srcRect b="15598"/>
          <a:stretch>
            <a:fillRect/>
          </a:stretch>
        </p:blipFill>
        <p:spPr>
          <a:xfrm rot="10800000" flipH="1">
            <a:off x="0" y="0"/>
            <a:ext cx="9144003" cy="5143501"/>
          </a:xfrm>
          <a:prstGeom prst="rect">
            <a:avLst/>
          </a:prstGeom>
          <a:noFill/>
          <a:ln>
            <a:noFill/>
          </a:ln>
        </p:spPr>
      </p:pic>
      <p:sp>
        <p:nvSpPr>
          <p:cNvPr id="2021" name="Google Shape;2021;p18"/>
          <p:cNvSpPr txBox="1"/>
          <p:nvPr>
            <p:ph type="title"/>
          </p:nvPr>
        </p:nvSpPr>
        <p:spPr>
          <a:xfrm>
            <a:off x="1242875" y="852550"/>
            <a:ext cx="3519600" cy="2296200"/>
          </a:xfrm>
          <a:prstGeom prst="rect">
            <a:avLst/>
          </a:prstGeom>
        </p:spPr>
        <p:txBody>
          <a:bodyPr spcFirstLastPara="1" wrap="square" lIns="91425" tIns="91425" rIns="91425" bIns="91425" anchor="b"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022" name="Google Shape;2022;p18"/>
          <p:cNvSpPr txBox="1"/>
          <p:nvPr>
            <p:ph type="subTitle" idx="1"/>
          </p:nvPr>
        </p:nvSpPr>
        <p:spPr>
          <a:xfrm>
            <a:off x="1242875" y="3148600"/>
            <a:ext cx="3519600" cy="11163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p:txBody>
      </p:sp>
      <p:sp>
        <p:nvSpPr>
          <p:cNvPr id="2023" name="Google Shape;2023;p18"/>
          <p:cNvSpPr/>
          <p:nvPr>
            <p:ph type="pic" idx="2"/>
          </p:nvPr>
        </p:nvSpPr>
        <p:spPr>
          <a:xfrm>
            <a:off x="5343075" y="725563"/>
            <a:ext cx="2618100" cy="3666300"/>
          </a:xfrm>
          <a:prstGeom prst="rect">
            <a:avLst/>
          </a:prstGeom>
          <a:noFill/>
          <a:ln w="19050" cap="flat" cmpd="sng">
            <a:solidFill>
              <a:schemeClr val="dk1"/>
            </a:solidFill>
            <a:prstDash val="solid"/>
            <a:round/>
            <a:headEnd type="none" w="sm" len="sm"/>
            <a:tailEnd type="none" w="sm" len="sm"/>
          </a:ln>
        </p:spPr>
      </p:sp>
      <p:grpSp>
        <p:nvGrpSpPr>
          <p:cNvPr id="2024" name="Google Shape;2024;p18"/>
          <p:cNvGrpSpPr/>
          <p:nvPr/>
        </p:nvGrpSpPr>
        <p:grpSpPr>
          <a:xfrm rot="440793" flipH="1">
            <a:off x="-347336" y="-298306"/>
            <a:ext cx="1489267" cy="2879063"/>
            <a:chOff x="9389648" y="991722"/>
            <a:chExt cx="1634619" cy="3160058"/>
          </a:xfrm>
        </p:grpSpPr>
        <p:sp>
          <p:nvSpPr>
            <p:cNvPr id="2025" name="Google Shape;2025;p18"/>
            <p:cNvSpPr/>
            <p:nvPr/>
          </p:nvSpPr>
          <p:spPr>
            <a:xfrm>
              <a:off x="9713754" y="2713945"/>
              <a:ext cx="353969" cy="101250"/>
            </a:xfrm>
            <a:custGeom>
              <a:avLst/>
              <a:gdLst/>
              <a:ahLst/>
              <a:cxnLst/>
              <a:rect l="l" t="t" r="r" b="b"/>
              <a:pathLst>
                <a:path w="15711" h="4494" extrusionOk="0">
                  <a:moveTo>
                    <a:pt x="12157" y="0"/>
                  </a:moveTo>
                  <a:lnTo>
                    <a:pt x="12124" y="67"/>
                  </a:lnTo>
                  <a:cubicBezTo>
                    <a:pt x="11957" y="301"/>
                    <a:pt x="11824" y="467"/>
                    <a:pt x="11657" y="668"/>
                  </a:cubicBezTo>
                  <a:cubicBezTo>
                    <a:pt x="11557" y="734"/>
                    <a:pt x="11490" y="868"/>
                    <a:pt x="11390" y="968"/>
                  </a:cubicBezTo>
                  <a:lnTo>
                    <a:pt x="11290" y="1068"/>
                  </a:lnTo>
                  <a:lnTo>
                    <a:pt x="11023" y="1335"/>
                  </a:lnTo>
                  <a:cubicBezTo>
                    <a:pt x="10289" y="2002"/>
                    <a:pt x="9355" y="2402"/>
                    <a:pt x="8521" y="2569"/>
                  </a:cubicBezTo>
                  <a:cubicBezTo>
                    <a:pt x="8388" y="2636"/>
                    <a:pt x="8321" y="2636"/>
                    <a:pt x="8188" y="2669"/>
                  </a:cubicBezTo>
                  <a:cubicBezTo>
                    <a:pt x="8054" y="2702"/>
                    <a:pt x="7988" y="2702"/>
                    <a:pt x="7854" y="2702"/>
                  </a:cubicBezTo>
                  <a:cubicBezTo>
                    <a:pt x="7776" y="2714"/>
                    <a:pt x="7699" y="2717"/>
                    <a:pt x="7621" y="2717"/>
                  </a:cubicBezTo>
                  <a:cubicBezTo>
                    <a:pt x="7465" y="2717"/>
                    <a:pt x="7309" y="2702"/>
                    <a:pt x="7154" y="2702"/>
                  </a:cubicBezTo>
                  <a:cubicBezTo>
                    <a:pt x="6687" y="2669"/>
                    <a:pt x="6186" y="2536"/>
                    <a:pt x="5786" y="2335"/>
                  </a:cubicBezTo>
                  <a:cubicBezTo>
                    <a:pt x="5553" y="2235"/>
                    <a:pt x="5352" y="2069"/>
                    <a:pt x="5152" y="1969"/>
                  </a:cubicBezTo>
                  <a:cubicBezTo>
                    <a:pt x="4986" y="1835"/>
                    <a:pt x="4785" y="1668"/>
                    <a:pt x="4619" y="1502"/>
                  </a:cubicBezTo>
                  <a:cubicBezTo>
                    <a:pt x="4485" y="1368"/>
                    <a:pt x="4385" y="1235"/>
                    <a:pt x="4285" y="1135"/>
                  </a:cubicBezTo>
                  <a:lnTo>
                    <a:pt x="4052" y="868"/>
                  </a:lnTo>
                  <a:lnTo>
                    <a:pt x="4018" y="801"/>
                  </a:lnTo>
                  <a:cubicBezTo>
                    <a:pt x="4018" y="794"/>
                    <a:pt x="4017" y="792"/>
                    <a:pt x="4015" y="792"/>
                  </a:cubicBezTo>
                  <a:cubicBezTo>
                    <a:pt x="4006" y="792"/>
                    <a:pt x="3985" y="834"/>
                    <a:pt x="3985" y="834"/>
                  </a:cubicBezTo>
                  <a:lnTo>
                    <a:pt x="3851" y="968"/>
                  </a:lnTo>
                  <a:lnTo>
                    <a:pt x="3651" y="1201"/>
                  </a:lnTo>
                  <a:lnTo>
                    <a:pt x="3484" y="1368"/>
                  </a:lnTo>
                  <a:cubicBezTo>
                    <a:pt x="3384" y="1468"/>
                    <a:pt x="3318" y="1502"/>
                    <a:pt x="3218" y="1602"/>
                  </a:cubicBezTo>
                  <a:cubicBezTo>
                    <a:pt x="2517" y="2069"/>
                    <a:pt x="1650" y="2069"/>
                    <a:pt x="1049" y="2302"/>
                  </a:cubicBezTo>
                  <a:cubicBezTo>
                    <a:pt x="482" y="2469"/>
                    <a:pt x="149" y="2669"/>
                    <a:pt x="149" y="2669"/>
                  </a:cubicBezTo>
                  <a:cubicBezTo>
                    <a:pt x="0" y="2788"/>
                    <a:pt x="117" y="3013"/>
                    <a:pt x="262" y="3013"/>
                  </a:cubicBezTo>
                  <a:cubicBezTo>
                    <a:pt x="279" y="3013"/>
                    <a:pt x="298" y="3010"/>
                    <a:pt x="316" y="3003"/>
                  </a:cubicBezTo>
                  <a:cubicBezTo>
                    <a:pt x="316" y="3003"/>
                    <a:pt x="582" y="2836"/>
                    <a:pt x="1149" y="2702"/>
                  </a:cubicBezTo>
                  <a:cubicBezTo>
                    <a:pt x="1416" y="2669"/>
                    <a:pt x="1750" y="2636"/>
                    <a:pt x="2184" y="2536"/>
                  </a:cubicBezTo>
                  <a:cubicBezTo>
                    <a:pt x="2584" y="2502"/>
                    <a:pt x="3051" y="2369"/>
                    <a:pt x="3518" y="2069"/>
                  </a:cubicBezTo>
                  <a:cubicBezTo>
                    <a:pt x="3706" y="1974"/>
                    <a:pt x="3984" y="1732"/>
                    <a:pt x="3987" y="1732"/>
                  </a:cubicBezTo>
                  <a:lnTo>
                    <a:pt x="3987" y="1732"/>
                  </a:lnTo>
                  <a:cubicBezTo>
                    <a:pt x="3988" y="1732"/>
                    <a:pt x="3987" y="1733"/>
                    <a:pt x="3985" y="1735"/>
                  </a:cubicBezTo>
                  <a:lnTo>
                    <a:pt x="4018" y="1802"/>
                  </a:lnTo>
                  <a:cubicBezTo>
                    <a:pt x="4052" y="1802"/>
                    <a:pt x="4018" y="1802"/>
                    <a:pt x="4052" y="1835"/>
                  </a:cubicBezTo>
                  <a:lnTo>
                    <a:pt x="4185" y="2002"/>
                  </a:lnTo>
                  <a:cubicBezTo>
                    <a:pt x="4385" y="2202"/>
                    <a:pt x="4619" y="2436"/>
                    <a:pt x="4819" y="2569"/>
                  </a:cubicBezTo>
                  <a:cubicBezTo>
                    <a:pt x="5019" y="2769"/>
                    <a:pt x="5286" y="2903"/>
                    <a:pt x="5519" y="3036"/>
                  </a:cubicBezTo>
                  <a:cubicBezTo>
                    <a:pt x="5986" y="3303"/>
                    <a:pt x="6553" y="3436"/>
                    <a:pt x="7120" y="3503"/>
                  </a:cubicBezTo>
                  <a:cubicBezTo>
                    <a:pt x="7276" y="3503"/>
                    <a:pt x="7461" y="3518"/>
                    <a:pt x="7637" y="3518"/>
                  </a:cubicBezTo>
                  <a:cubicBezTo>
                    <a:pt x="7725" y="3518"/>
                    <a:pt x="7810" y="3514"/>
                    <a:pt x="7888" y="3503"/>
                  </a:cubicBezTo>
                  <a:cubicBezTo>
                    <a:pt x="8021" y="3470"/>
                    <a:pt x="8154" y="3470"/>
                    <a:pt x="8288" y="3470"/>
                  </a:cubicBezTo>
                  <a:cubicBezTo>
                    <a:pt x="8388" y="3436"/>
                    <a:pt x="8521" y="3436"/>
                    <a:pt x="8655" y="3370"/>
                  </a:cubicBezTo>
                  <a:cubicBezTo>
                    <a:pt x="9589" y="3203"/>
                    <a:pt x="10590" y="2669"/>
                    <a:pt x="11423" y="1935"/>
                  </a:cubicBezTo>
                  <a:cubicBezTo>
                    <a:pt x="11557" y="1835"/>
                    <a:pt x="11657" y="1702"/>
                    <a:pt x="11724" y="1635"/>
                  </a:cubicBezTo>
                  <a:lnTo>
                    <a:pt x="11857" y="1468"/>
                  </a:lnTo>
                  <a:lnTo>
                    <a:pt x="11890" y="1435"/>
                  </a:lnTo>
                  <a:cubicBezTo>
                    <a:pt x="11957" y="1435"/>
                    <a:pt x="11957" y="1468"/>
                    <a:pt x="11957" y="1468"/>
                  </a:cubicBezTo>
                  <a:lnTo>
                    <a:pt x="11957" y="1502"/>
                  </a:lnTo>
                  <a:cubicBezTo>
                    <a:pt x="11957" y="1535"/>
                    <a:pt x="11957" y="1502"/>
                    <a:pt x="11991" y="1602"/>
                  </a:cubicBezTo>
                  <a:cubicBezTo>
                    <a:pt x="12024" y="1702"/>
                    <a:pt x="12091" y="1835"/>
                    <a:pt x="12157" y="1969"/>
                  </a:cubicBezTo>
                  <a:cubicBezTo>
                    <a:pt x="12291" y="2169"/>
                    <a:pt x="12458" y="2369"/>
                    <a:pt x="12624" y="2602"/>
                  </a:cubicBezTo>
                  <a:cubicBezTo>
                    <a:pt x="13325" y="3303"/>
                    <a:pt x="14125" y="3670"/>
                    <a:pt x="14626" y="3970"/>
                  </a:cubicBezTo>
                  <a:cubicBezTo>
                    <a:pt x="15126" y="4270"/>
                    <a:pt x="15393" y="4470"/>
                    <a:pt x="15393" y="4470"/>
                  </a:cubicBezTo>
                  <a:cubicBezTo>
                    <a:pt x="15420" y="4486"/>
                    <a:pt x="15446" y="4494"/>
                    <a:pt x="15472" y="4494"/>
                  </a:cubicBezTo>
                  <a:cubicBezTo>
                    <a:pt x="15606" y="4494"/>
                    <a:pt x="15711" y="4289"/>
                    <a:pt x="15626" y="4037"/>
                  </a:cubicBezTo>
                  <a:cubicBezTo>
                    <a:pt x="15626" y="4037"/>
                    <a:pt x="15326" y="3803"/>
                    <a:pt x="14826" y="3470"/>
                  </a:cubicBezTo>
                  <a:cubicBezTo>
                    <a:pt x="14359" y="3136"/>
                    <a:pt x="13625" y="2769"/>
                    <a:pt x="13025" y="2069"/>
                  </a:cubicBezTo>
                  <a:cubicBezTo>
                    <a:pt x="12891" y="1902"/>
                    <a:pt x="12791" y="1735"/>
                    <a:pt x="12658" y="1535"/>
                  </a:cubicBezTo>
                  <a:cubicBezTo>
                    <a:pt x="12624" y="1401"/>
                    <a:pt x="12558" y="1335"/>
                    <a:pt x="12524" y="1201"/>
                  </a:cubicBezTo>
                  <a:lnTo>
                    <a:pt x="12458" y="901"/>
                  </a:lnTo>
                  <a:cubicBezTo>
                    <a:pt x="12391" y="801"/>
                    <a:pt x="12357" y="701"/>
                    <a:pt x="12324" y="568"/>
                  </a:cubicBezTo>
                  <a:lnTo>
                    <a:pt x="12191" y="234"/>
                  </a:lnTo>
                  <a:lnTo>
                    <a:pt x="12157" y="67"/>
                  </a:lnTo>
                  <a:lnTo>
                    <a:pt x="12157" y="34"/>
                  </a:lnTo>
                  <a:lnTo>
                    <a:pt x="1215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26" name="Google Shape;2026;p18"/>
            <p:cNvSpPr/>
            <p:nvPr/>
          </p:nvSpPr>
          <p:spPr>
            <a:xfrm>
              <a:off x="9532444" y="1010332"/>
              <a:ext cx="1491824" cy="3141448"/>
            </a:xfrm>
            <a:custGeom>
              <a:avLst/>
              <a:gdLst/>
              <a:ahLst/>
              <a:cxnLst/>
              <a:rect l="l" t="t" r="r" b="b"/>
              <a:pathLst>
                <a:path w="66215" h="139434" extrusionOk="0">
                  <a:moveTo>
                    <a:pt x="15812" y="0"/>
                  </a:moveTo>
                  <a:cubicBezTo>
                    <a:pt x="15745" y="0"/>
                    <a:pt x="15711" y="134"/>
                    <a:pt x="15711" y="367"/>
                  </a:cubicBezTo>
                  <a:cubicBezTo>
                    <a:pt x="15711" y="634"/>
                    <a:pt x="15745" y="1001"/>
                    <a:pt x="15812" y="1501"/>
                  </a:cubicBezTo>
                  <a:cubicBezTo>
                    <a:pt x="15812" y="1501"/>
                    <a:pt x="15845" y="1535"/>
                    <a:pt x="15845" y="1668"/>
                  </a:cubicBezTo>
                  <a:cubicBezTo>
                    <a:pt x="15845" y="1801"/>
                    <a:pt x="15878" y="1968"/>
                    <a:pt x="15878" y="2168"/>
                  </a:cubicBezTo>
                  <a:cubicBezTo>
                    <a:pt x="15878" y="2368"/>
                    <a:pt x="15912" y="2635"/>
                    <a:pt x="15912" y="2969"/>
                  </a:cubicBezTo>
                  <a:lnTo>
                    <a:pt x="15912" y="3469"/>
                  </a:lnTo>
                  <a:cubicBezTo>
                    <a:pt x="15912" y="3636"/>
                    <a:pt x="15878" y="3836"/>
                    <a:pt x="15878" y="4036"/>
                  </a:cubicBezTo>
                  <a:cubicBezTo>
                    <a:pt x="15812" y="4870"/>
                    <a:pt x="15645" y="5871"/>
                    <a:pt x="15044" y="6872"/>
                  </a:cubicBezTo>
                  <a:cubicBezTo>
                    <a:pt x="14511" y="7906"/>
                    <a:pt x="13543" y="8873"/>
                    <a:pt x="12309" y="9707"/>
                  </a:cubicBezTo>
                  <a:cubicBezTo>
                    <a:pt x="11041" y="10541"/>
                    <a:pt x="9540" y="11308"/>
                    <a:pt x="8006" y="12309"/>
                  </a:cubicBezTo>
                  <a:cubicBezTo>
                    <a:pt x="7239" y="12843"/>
                    <a:pt x="6472" y="13410"/>
                    <a:pt x="5838" y="14210"/>
                  </a:cubicBezTo>
                  <a:cubicBezTo>
                    <a:pt x="5538" y="14577"/>
                    <a:pt x="5204" y="15011"/>
                    <a:pt x="5004" y="15511"/>
                  </a:cubicBezTo>
                  <a:cubicBezTo>
                    <a:pt x="4737" y="15978"/>
                    <a:pt x="4637" y="16512"/>
                    <a:pt x="4503" y="17012"/>
                  </a:cubicBezTo>
                  <a:cubicBezTo>
                    <a:pt x="4303" y="18046"/>
                    <a:pt x="4203" y="19080"/>
                    <a:pt x="4003" y="20148"/>
                  </a:cubicBezTo>
                  <a:cubicBezTo>
                    <a:pt x="4003" y="20248"/>
                    <a:pt x="3970" y="20381"/>
                    <a:pt x="3903" y="20515"/>
                  </a:cubicBezTo>
                  <a:cubicBezTo>
                    <a:pt x="3903" y="20582"/>
                    <a:pt x="3903" y="20582"/>
                    <a:pt x="3870" y="20648"/>
                  </a:cubicBezTo>
                  <a:lnTo>
                    <a:pt x="3803" y="20815"/>
                  </a:lnTo>
                  <a:cubicBezTo>
                    <a:pt x="3670" y="21049"/>
                    <a:pt x="3569" y="21315"/>
                    <a:pt x="3403" y="21516"/>
                  </a:cubicBezTo>
                  <a:cubicBezTo>
                    <a:pt x="3136" y="21983"/>
                    <a:pt x="2836" y="22416"/>
                    <a:pt x="2502" y="22883"/>
                  </a:cubicBezTo>
                  <a:cubicBezTo>
                    <a:pt x="1868" y="23851"/>
                    <a:pt x="1168" y="24851"/>
                    <a:pt x="968" y="26152"/>
                  </a:cubicBezTo>
                  <a:cubicBezTo>
                    <a:pt x="801" y="27386"/>
                    <a:pt x="1168" y="28687"/>
                    <a:pt x="1535" y="29821"/>
                  </a:cubicBezTo>
                  <a:cubicBezTo>
                    <a:pt x="1735" y="30389"/>
                    <a:pt x="1902" y="30922"/>
                    <a:pt x="2035" y="31523"/>
                  </a:cubicBezTo>
                  <a:cubicBezTo>
                    <a:pt x="2068" y="31656"/>
                    <a:pt x="2068" y="31823"/>
                    <a:pt x="2068" y="31923"/>
                  </a:cubicBezTo>
                  <a:lnTo>
                    <a:pt x="2068" y="32156"/>
                  </a:lnTo>
                  <a:lnTo>
                    <a:pt x="2068" y="32323"/>
                  </a:lnTo>
                  <a:cubicBezTo>
                    <a:pt x="2035" y="32557"/>
                    <a:pt x="1968" y="32857"/>
                    <a:pt x="1868" y="33157"/>
                  </a:cubicBezTo>
                  <a:cubicBezTo>
                    <a:pt x="1501" y="34258"/>
                    <a:pt x="734" y="35325"/>
                    <a:pt x="300" y="36593"/>
                  </a:cubicBezTo>
                  <a:cubicBezTo>
                    <a:pt x="167" y="36927"/>
                    <a:pt x="67" y="37260"/>
                    <a:pt x="34" y="37660"/>
                  </a:cubicBezTo>
                  <a:cubicBezTo>
                    <a:pt x="0" y="37827"/>
                    <a:pt x="34" y="38027"/>
                    <a:pt x="34" y="38194"/>
                  </a:cubicBezTo>
                  <a:cubicBezTo>
                    <a:pt x="34" y="38394"/>
                    <a:pt x="67" y="38561"/>
                    <a:pt x="134" y="38728"/>
                  </a:cubicBezTo>
                  <a:cubicBezTo>
                    <a:pt x="234" y="39395"/>
                    <a:pt x="501" y="40029"/>
                    <a:pt x="801" y="40663"/>
                  </a:cubicBezTo>
                  <a:cubicBezTo>
                    <a:pt x="1368" y="41863"/>
                    <a:pt x="2035" y="43031"/>
                    <a:pt x="2736" y="44165"/>
                  </a:cubicBezTo>
                  <a:cubicBezTo>
                    <a:pt x="3069" y="44732"/>
                    <a:pt x="3469" y="45266"/>
                    <a:pt x="3803" y="45866"/>
                  </a:cubicBezTo>
                  <a:cubicBezTo>
                    <a:pt x="3970" y="46100"/>
                    <a:pt x="4137" y="46400"/>
                    <a:pt x="4303" y="46700"/>
                  </a:cubicBezTo>
                  <a:lnTo>
                    <a:pt x="4337" y="46834"/>
                  </a:lnTo>
                  <a:lnTo>
                    <a:pt x="4370" y="46867"/>
                  </a:lnTo>
                  <a:cubicBezTo>
                    <a:pt x="4370" y="46900"/>
                    <a:pt x="4403" y="46934"/>
                    <a:pt x="4403" y="46934"/>
                  </a:cubicBezTo>
                  <a:lnTo>
                    <a:pt x="4570" y="47167"/>
                  </a:lnTo>
                  <a:lnTo>
                    <a:pt x="4904" y="47568"/>
                  </a:lnTo>
                  <a:cubicBezTo>
                    <a:pt x="5838" y="48602"/>
                    <a:pt x="6972" y="49502"/>
                    <a:pt x="8239" y="50069"/>
                  </a:cubicBezTo>
                  <a:cubicBezTo>
                    <a:pt x="9507" y="50670"/>
                    <a:pt x="10875" y="51037"/>
                    <a:pt x="12209" y="51270"/>
                  </a:cubicBezTo>
                  <a:cubicBezTo>
                    <a:pt x="13543" y="51537"/>
                    <a:pt x="14911" y="51670"/>
                    <a:pt x="16245" y="51837"/>
                  </a:cubicBezTo>
                  <a:cubicBezTo>
                    <a:pt x="17579" y="52004"/>
                    <a:pt x="18914" y="52171"/>
                    <a:pt x="20215" y="52404"/>
                  </a:cubicBezTo>
                  <a:cubicBezTo>
                    <a:pt x="21482" y="52671"/>
                    <a:pt x="22750" y="53071"/>
                    <a:pt x="23851" y="53705"/>
                  </a:cubicBezTo>
                  <a:cubicBezTo>
                    <a:pt x="24418" y="54005"/>
                    <a:pt x="24918" y="54406"/>
                    <a:pt x="25385" y="54839"/>
                  </a:cubicBezTo>
                  <a:cubicBezTo>
                    <a:pt x="25652" y="55040"/>
                    <a:pt x="25852" y="55273"/>
                    <a:pt x="26052" y="55507"/>
                  </a:cubicBezTo>
                  <a:cubicBezTo>
                    <a:pt x="26252" y="55740"/>
                    <a:pt x="26419" y="56007"/>
                    <a:pt x="26653" y="56240"/>
                  </a:cubicBezTo>
                  <a:cubicBezTo>
                    <a:pt x="27386" y="57341"/>
                    <a:pt x="28054" y="58509"/>
                    <a:pt x="28921" y="59543"/>
                  </a:cubicBezTo>
                  <a:lnTo>
                    <a:pt x="29254" y="59910"/>
                  </a:lnTo>
                  <a:lnTo>
                    <a:pt x="29488" y="60110"/>
                  </a:lnTo>
                  <a:lnTo>
                    <a:pt x="29755" y="60277"/>
                  </a:lnTo>
                  <a:cubicBezTo>
                    <a:pt x="30088" y="60510"/>
                    <a:pt x="30389" y="60610"/>
                    <a:pt x="30722" y="60744"/>
                  </a:cubicBezTo>
                  <a:cubicBezTo>
                    <a:pt x="31389" y="60944"/>
                    <a:pt x="32023" y="61111"/>
                    <a:pt x="32657" y="61277"/>
                  </a:cubicBezTo>
                  <a:cubicBezTo>
                    <a:pt x="33257" y="61444"/>
                    <a:pt x="33891" y="61611"/>
                    <a:pt x="34492" y="61778"/>
                  </a:cubicBezTo>
                  <a:cubicBezTo>
                    <a:pt x="35059" y="62011"/>
                    <a:pt x="35592" y="62211"/>
                    <a:pt x="35993" y="62545"/>
                  </a:cubicBezTo>
                  <a:cubicBezTo>
                    <a:pt x="36360" y="62912"/>
                    <a:pt x="36693" y="63379"/>
                    <a:pt x="36860" y="63879"/>
                  </a:cubicBezTo>
                  <a:cubicBezTo>
                    <a:pt x="37027" y="64380"/>
                    <a:pt x="37093" y="64913"/>
                    <a:pt x="37060" y="65514"/>
                  </a:cubicBezTo>
                  <a:cubicBezTo>
                    <a:pt x="37027" y="66681"/>
                    <a:pt x="36726" y="67849"/>
                    <a:pt x="36560" y="69050"/>
                  </a:cubicBezTo>
                  <a:cubicBezTo>
                    <a:pt x="36426" y="70050"/>
                    <a:pt x="36426" y="71118"/>
                    <a:pt x="36726" y="72052"/>
                  </a:cubicBezTo>
                  <a:cubicBezTo>
                    <a:pt x="37060" y="72952"/>
                    <a:pt x="37560" y="73620"/>
                    <a:pt x="37927" y="74053"/>
                  </a:cubicBezTo>
                  <a:lnTo>
                    <a:pt x="37894" y="74020"/>
                  </a:lnTo>
                  <a:lnTo>
                    <a:pt x="37894" y="74020"/>
                  </a:lnTo>
                  <a:cubicBezTo>
                    <a:pt x="38695" y="75021"/>
                    <a:pt x="39662" y="75854"/>
                    <a:pt x="40529" y="76688"/>
                  </a:cubicBezTo>
                  <a:cubicBezTo>
                    <a:pt x="41397" y="77522"/>
                    <a:pt x="42264" y="78390"/>
                    <a:pt x="42764" y="79424"/>
                  </a:cubicBezTo>
                  <a:cubicBezTo>
                    <a:pt x="43031" y="79924"/>
                    <a:pt x="43198" y="80524"/>
                    <a:pt x="43198" y="81058"/>
                  </a:cubicBezTo>
                  <a:cubicBezTo>
                    <a:pt x="43198" y="81625"/>
                    <a:pt x="43064" y="82192"/>
                    <a:pt x="42831" y="82726"/>
                  </a:cubicBezTo>
                  <a:cubicBezTo>
                    <a:pt x="42564" y="83260"/>
                    <a:pt x="42264" y="83793"/>
                    <a:pt x="41864" y="84194"/>
                  </a:cubicBezTo>
                  <a:cubicBezTo>
                    <a:pt x="41430" y="84594"/>
                    <a:pt x="40930" y="84894"/>
                    <a:pt x="40396" y="85128"/>
                  </a:cubicBezTo>
                  <a:cubicBezTo>
                    <a:pt x="39328" y="85595"/>
                    <a:pt x="38061" y="85862"/>
                    <a:pt x="36760" y="86062"/>
                  </a:cubicBezTo>
                  <a:cubicBezTo>
                    <a:pt x="35526" y="86262"/>
                    <a:pt x="34191" y="86462"/>
                    <a:pt x="32890" y="86962"/>
                  </a:cubicBezTo>
                  <a:cubicBezTo>
                    <a:pt x="32223" y="87229"/>
                    <a:pt x="31589" y="87563"/>
                    <a:pt x="31056" y="88030"/>
                  </a:cubicBezTo>
                  <a:cubicBezTo>
                    <a:pt x="30489" y="88463"/>
                    <a:pt x="30055" y="89064"/>
                    <a:pt x="29755" y="89731"/>
                  </a:cubicBezTo>
                  <a:cubicBezTo>
                    <a:pt x="29688" y="89898"/>
                    <a:pt x="29588" y="90065"/>
                    <a:pt x="29555" y="90231"/>
                  </a:cubicBezTo>
                  <a:lnTo>
                    <a:pt x="29388" y="90732"/>
                  </a:lnTo>
                  <a:cubicBezTo>
                    <a:pt x="29355" y="90899"/>
                    <a:pt x="29355" y="91099"/>
                    <a:pt x="29321" y="91265"/>
                  </a:cubicBezTo>
                  <a:cubicBezTo>
                    <a:pt x="29254" y="91466"/>
                    <a:pt x="29254" y="91632"/>
                    <a:pt x="29254" y="91799"/>
                  </a:cubicBezTo>
                  <a:cubicBezTo>
                    <a:pt x="29254" y="92533"/>
                    <a:pt x="29355" y="93200"/>
                    <a:pt x="29488" y="93867"/>
                  </a:cubicBezTo>
                  <a:cubicBezTo>
                    <a:pt x="30055" y="96469"/>
                    <a:pt x="31089" y="98904"/>
                    <a:pt x="32023" y="101273"/>
                  </a:cubicBezTo>
                  <a:cubicBezTo>
                    <a:pt x="33024" y="103574"/>
                    <a:pt x="32890" y="106143"/>
                    <a:pt x="33091" y="108645"/>
                  </a:cubicBezTo>
                  <a:cubicBezTo>
                    <a:pt x="33224" y="109946"/>
                    <a:pt x="33391" y="111213"/>
                    <a:pt x="33891" y="112414"/>
                  </a:cubicBezTo>
                  <a:cubicBezTo>
                    <a:pt x="34358" y="113615"/>
                    <a:pt x="35059" y="114716"/>
                    <a:pt x="35926" y="115583"/>
                  </a:cubicBezTo>
                  <a:cubicBezTo>
                    <a:pt x="36827" y="116450"/>
                    <a:pt x="37761" y="117217"/>
                    <a:pt x="38728" y="117885"/>
                  </a:cubicBezTo>
                  <a:cubicBezTo>
                    <a:pt x="39729" y="118552"/>
                    <a:pt x="40696" y="119119"/>
                    <a:pt x="41663" y="119753"/>
                  </a:cubicBezTo>
                  <a:cubicBezTo>
                    <a:pt x="42564" y="120386"/>
                    <a:pt x="43531" y="120953"/>
                    <a:pt x="44365" y="121621"/>
                  </a:cubicBezTo>
                  <a:lnTo>
                    <a:pt x="44999" y="122121"/>
                  </a:lnTo>
                  <a:cubicBezTo>
                    <a:pt x="45166" y="122288"/>
                    <a:pt x="45366" y="122454"/>
                    <a:pt x="45566" y="122655"/>
                  </a:cubicBezTo>
                  <a:cubicBezTo>
                    <a:pt x="46000" y="123055"/>
                    <a:pt x="46400" y="123388"/>
                    <a:pt x="46834" y="123722"/>
                  </a:cubicBezTo>
                  <a:cubicBezTo>
                    <a:pt x="48568" y="124990"/>
                    <a:pt x="50503" y="125757"/>
                    <a:pt x="52238" y="126424"/>
                  </a:cubicBezTo>
                  <a:cubicBezTo>
                    <a:pt x="54006" y="127091"/>
                    <a:pt x="55673" y="127758"/>
                    <a:pt x="57074" y="128559"/>
                  </a:cubicBezTo>
                  <a:cubicBezTo>
                    <a:pt x="57775" y="128926"/>
                    <a:pt x="58442" y="129393"/>
                    <a:pt x="59076" y="129793"/>
                  </a:cubicBezTo>
                  <a:cubicBezTo>
                    <a:pt x="59710" y="130227"/>
                    <a:pt x="60343" y="130627"/>
                    <a:pt x="60877" y="131061"/>
                  </a:cubicBezTo>
                  <a:cubicBezTo>
                    <a:pt x="61945" y="131895"/>
                    <a:pt x="62879" y="132728"/>
                    <a:pt x="63579" y="133496"/>
                  </a:cubicBezTo>
                  <a:cubicBezTo>
                    <a:pt x="64246" y="134296"/>
                    <a:pt x="64747" y="135097"/>
                    <a:pt x="65047" y="135764"/>
                  </a:cubicBezTo>
                  <a:cubicBezTo>
                    <a:pt x="65113" y="135931"/>
                    <a:pt x="65214" y="136098"/>
                    <a:pt x="65247" y="136264"/>
                  </a:cubicBezTo>
                  <a:cubicBezTo>
                    <a:pt x="65347" y="136398"/>
                    <a:pt x="65380" y="136565"/>
                    <a:pt x="65414" y="136665"/>
                  </a:cubicBezTo>
                  <a:cubicBezTo>
                    <a:pt x="65514" y="136965"/>
                    <a:pt x="65547" y="137232"/>
                    <a:pt x="65580" y="137398"/>
                  </a:cubicBezTo>
                  <a:cubicBezTo>
                    <a:pt x="65614" y="137565"/>
                    <a:pt x="65681" y="137732"/>
                    <a:pt x="65681" y="137799"/>
                  </a:cubicBezTo>
                  <a:lnTo>
                    <a:pt x="65681" y="137966"/>
                  </a:lnTo>
                  <a:cubicBezTo>
                    <a:pt x="65714" y="138232"/>
                    <a:pt x="65747" y="138433"/>
                    <a:pt x="65747" y="138599"/>
                  </a:cubicBezTo>
                  <a:cubicBezTo>
                    <a:pt x="65747" y="138766"/>
                    <a:pt x="65747" y="138933"/>
                    <a:pt x="65781" y="139066"/>
                  </a:cubicBezTo>
                  <a:cubicBezTo>
                    <a:pt x="65847" y="139300"/>
                    <a:pt x="65914" y="139433"/>
                    <a:pt x="65947" y="139433"/>
                  </a:cubicBezTo>
                  <a:cubicBezTo>
                    <a:pt x="66014" y="139433"/>
                    <a:pt x="66081" y="139300"/>
                    <a:pt x="66114" y="139066"/>
                  </a:cubicBezTo>
                  <a:cubicBezTo>
                    <a:pt x="66181" y="138799"/>
                    <a:pt x="66214" y="138433"/>
                    <a:pt x="66114" y="137899"/>
                  </a:cubicBezTo>
                  <a:lnTo>
                    <a:pt x="66114" y="137732"/>
                  </a:lnTo>
                  <a:cubicBezTo>
                    <a:pt x="66114" y="137599"/>
                    <a:pt x="66081" y="137465"/>
                    <a:pt x="66047" y="137265"/>
                  </a:cubicBezTo>
                  <a:cubicBezTo>
                    <a:pt x="66014" y="137065"/>
                    <a:pt x="65947" y="136798"/>
                    <a:pt x="65881" y="136498"/>
                  </a:cubicBezTo>
                  <a:cubicBezTo>
                    <a:pt x="65847" y="136398"/>
                    <a:pt x="65747" y="136231"/>
                    <a:pt x="65714" y="136064"/>
                  </a:cubicBezTo>
                  <a:cubicBezTo>
                    <a:pt x="65681" y="135897"/>
                    <a:pt x="65580" y="135731"/>
                    <a:pt x="65514" y="135564"/>
                  </a:cubicBezTo>
                  <a:cubicBezTo>
                    <a:pt x="65214" y="134797"/>
                    <a:pt x="64680" y="133963"/>
                    <a:pt x="63946" y="133129"/>
                  </a:cubicBezTo>
                  <a:cubicBezTo>
                    <a:pt x="63245" y="132295"/>
                    <a:pt x="62278" y="131428"/>
                    <a:pt x="61177" y="130594"/>
                  </a:cubicBezTo>
                  <a:cubicBezTo>
                    <a:pt x="60610" y="130127"/>
                    <a:pt x="60010" y="129726"/>
                    <a:pt x="59376" y="129293"/>
                  </a:cubicBezTo>
                  <a:cubicBezTo>
                    <a:pt x="58709" y="128892"/>
                    <a:pt x="58075" y="128425"/>
                    <a:pt x="57341" y="127992"/>
                  </a:cubicBezTo>
                  <a:cubicBezTo>
                    <a:pt x="55874" y="127225"/>
                    <a:pt x="54172" y="126491"/>
                    <a:pt x="52404" y="125824"/>
                  </a:cubicBezTo>
                  <a:cubicBezTo>
                    <a:pt x="50670" y="125123"/>
                    <a:pt x="48768" y="124389"/>
                    <a:pt x="47167" y="123155"/>
                  </a:cubicBezTo>
                  <a:cubicBezTo>
                    <a:pt x="46767" y="122888"/>
                    <a:pt x="46367" y="122555"/>
                    <a:pt x="46000" y="122154"/>
                  </a:cubicBezTo>
                  <a:cubicBezTo>
                    <a:pt x="45600" y="121787"/>
                    <a:pt x="45166" y="121420"/>
                    <a:pt x="44732" y="121087"/>
                  </a:cubicBezTo>
                  <a:cubicBezTo>
                    <a:pt x="43865" y="120386"/>
                    <a:pt x="42931" y="119786"/>
                    <a:pt x="41997" y="119152"/>
                  </a:cubicBezTo>
                  <a:cubicBezTo>
                    <a:pt x="40062" y="117951"/>
                    <a:pt x="38061" y="116750"/>
                    <a:pt x="36426" y="115083"/>
                  </a:cubicBezTo>
                  <a:cubicBezTo>
                    <a:pt x="35659" y="114249"/>
                    <a:pt x="35025" y="113248"/>
                    <a:pt x="34558" y="112147"/>
                  </a:cubicBezTo>
                  <a:cubicBezTo>
                    <a:pt x="34091" y="111080"/>
                    <a:pt x="33924" y="109879"/>
                    <a:pt x="33858" y="108645"/>
                  </a:cubicBezTo>
                  <a:cubicBezTo>
                    <a:pt x="33758" y="107410"/>
                    <a:pt x="33758" y="106143"/>
                    <a:pt x="33658" y="104875"/>
                  </a:cubicBezTo>
                  <a:cubicBezTo>
                    <a:pt x="33558" y="104241"/>
                    <a:pt x="33491" y="103574"/>
                    <a:pt x="33357" y="102940"/>
                  </a:cubicBezTo>
                  <a:cubicBezTo>
                    <a:pt x="33324" y="102640"/>
                    <a:pt x="33191" y="102307"/>
                    <a:pt x="33091" y="101973"/>
                  </a:cubicBezTo>
                  <a:lnTo>
                    <a:pt x="32757" y="101072"/>
                  </a:lnTo>
                  <a:cubicBezTo>
                    <a:pt x="31856" y="98637"/>
                    <a:pt x="30822" y="96269"/>
                    <a:pt x="30322" y="93767"/>
                  </a:cubicBezTo>
                  <a:cubicBezTo>
                    <a:pt x="30188" y="93133"/>
                    <a:pt x="30155" y="92533"/>
                    <a:pt x="30155" y="91933"/>
                  </a:cubicBezTo>
                  <a:cubicBezTo>
                    <a:pt x="30188" y="91766"/>
                    <a:pt x="30155" y="91599"/>
                    <a:pt x="30188" y="91466"/>
                  </a:cubicBezTo>
                  <a:cubicBezTo>
                    <a:pt x="30222" y="91366"/>
                    <a:pt x="30222" y="91199"/>
                    <a:pt x="30255" y="91065"/>
                  </a:cubicBezTo>
                  <a:lnTo>
                    <a:pt x="30389" y="90632"/>
                  </a:lnTo>
                  <a:cubicBezTo>
                    <a:pt x="30422" y="90532"/>
                    <a:pt x="30522" y="90365"/>
                    <a:pt x="30555" y="90231"/>
                  </a:cubicBezTo>
                  <a:cubicBezTo>
                    <a:pt x="30822" y="89698"/>
                    <a:pt x="31156" y="89197"/>
                    <a:pt x="31589" y="88797"/>
                  </a:cubicBezTo>
                  <a:cubicBezTo>
                    <a:pt x="32056" y="88430"/>
                    <a:pt x="32590" y="88130"/>
                    <a:pt x="33191" y="87930"/>
                  </a:cubicBezTo>
                  <a:cubicBezTo>
                    <a:pt x="34358" y="87463"/>
                    <a:pt x="35592" y="87263"/>
                    <a:pt x="36893" y="87062"/>
                  </a:cubicBezTo>
                  <a:cubicBezTo>
                    <a:pt x="38194" y="86796"/>
                    <a:pt x="39529" y="86595"/>
                    <a:pt x="40763" y="86062"/>
                  </a:cubicBezTo>
                  <a:cubicBezTo>
                    <a:pt x="41397" y="85762"/>
                    <a:pt x="42030" y="85395"/>
                    <a:pt x="42531" y="84894"/>
                  </a:cubicBezTo>
                  <a:cubicBezTo>
                    <a:pt x="43031" y="84394"/>
                    <a:pt x="43398" y="83793"/>
                    <a:pt x="43698" y="83193"/>
                  </a:cubicBezTo>
                  <a:cubicBezTo>
                    <a:pt x="43998" y="82559"/>
                    <a:pt x="44165" y="81859"/>
                    <a:pt x="44165" y="81125"/>
                  </a:cubicBezTo>
                  <a:cubicBezTo>
                    <a:pt x="44165" y="80424"/>
                    <a:pt x="43932" y="79724"/>
                    <a:pt x="43665" y="79090"/>
                  </a:cubicBezTo>
                  <a:cubicBezTo>
                    <a:pt x="43064" y="77856"/>
                    <a:pt x="42097" y="76922"/>
                    <a:pt x="41230" y="76055"/>
                  </a:cubicBezTo>
                  <a:cubicBezTo>
                    <a:pt x="40329" y="75187"/>
                    <a:pt x="39395" y="74353"/>
                    <a:pt x="38695" y="73453"/>
                  </a:cubicBezTo>
                  <a:cubicBezTo>
                    <a:pt x="38394" y="73086"/>
                    <a:pt x="37994" y="72552"/>
                    <a:pt x="37727" y="71785"/>
                  </a:cubicBezTo>
                  <a:cubicBezTo>
                    <a:pt x="37527" y="71051"/>
                    <a:pt x="37494" y="70084"/>
                    <a:pt x="37594" y="69150"/>
                  </a:cubicBezTo>
                  <a:cubicBezTo>
                    <a:pt x="37727" y="68015"/>
                    <a:pt x="38027" y="66815"/>
                    <a:pt x="38094" y="65547"/>
                  </a:cubicBezTo>
                  <a:cubicBezTo>
                    <a:pt x="38161" y="64880"/>
                    <a:pt x="38061" y="64213"/>
                    <a:pt x="37861" y="63546"/>
                  </a:cubicBezTo>
                  <a:cubicBezTo>
                    <a:pt x="37594" y="62878"/>
                    <a:pt x="37193" y="62278"/>
                    <a:pt x="36693" y="61778"/>
                  </a:cubicBezTo>
                  <a:cubicBezTo>
                    <a:pt x="36560" y="61644"/>
                    <a:pt x="36393" y="61578"/>
                    <a:pt x="36226" y="61444"/>
                  </a:cubicBezTo>
                  <a:cubicBezTo>
                    <a:pt x="36059" y="61377"/>
                    <a:pt x="35926" y="61277"/>
                    <a:pt x="35759" y="61211"/>
                  </a:cubicBezTo>
                  <a:cubicBezTo>
                    <a:pt x="35426" y="61044"/>
                    <a:pt x="35159" y="60910"/>
                    <a:pt x="34825" y="60810"/>
                  </a:cubicBezTo>
                  <a:cubicBezTo>
                    <a:pt x="34191" y="60610"/>
                    <a:pt x="33558" y="60510"/>
                    <a:pt x="32924" y="60310"/>
                  </a:cubicBezTo>
                  <a:cubicBezTo>
                    <a:pt x="32323" y="60210"/>
                    <a:pt x="31723" y="60043"/>
                    <a:pt x="31156" y="59843"/>
                  </a:cubicBezTo>
                  <a:cubicBezTo>
                    <a:pt x="30889" y="59710"/>
                    <a:pt x="30589" y="59609"/>
                    <a:pt x="30355" y="59443"/>
                  </a:cubicBezTo>
                  <a:lnTo>
                    <a:pt x="30222" y="59376"/>
                  </a:lnTo>
                  <a:lnTo>
                    <a:pt x="30088" y="59243"/>
                  </a:lnTo>
                  <a:lnTo>
                    <a:pt x="29822" y="58909"/>
                  </a:lnTo>
                  <a:cubicBezTo>
                    <a:pt x="28988" y="57942"/>
                    <a:pt x="28354" y="56841"/>
                    <a:pt x="27553" y="55707"/>
                  </a:cubicBezTo>
                  <a:cubicBezTo>
                    <a:pt x="27353" y="55406"/>
                    <a:pt x="27153" y="55106"/>
                    <a:pt x="26919" y="54873"/>
                  </a:cubicBezTo>
                  <a:cubicBezTo>
                    <a:pt x="26719" y="54606"/>
                    <a:pt x="26486" y="54372"/>
                    <a:pt x="26219" y="54106"/>
                  </a:cubicBezTo>
                  <a:cubicBezTo>
                    <a:pt x="25685" y="53672"/>
                    <a:pt x="25152" y="53205"/>
                    <a:pt x="24518" y="52871"/>
                  </a:cubicBezTo>
                  <a:cubicBezTo>
                    <a:pt x="23317" y="52171"/>
                    <a:pt x="21916" y="51737"/>
                    <a:pt x="20582" y="51437"/>
                  </a:cubicBezTo>
                  <a:cubicBezTo>
                    <a:pt x="19214" y="51203"/>
                    <a:pt x="17846" y="51037"/>
                    <a:pt x="16512" y="50903"/>
                  </a:cubicBezTo>
                  <a:cubicBezTo>
                    <a:pt x="13843" y="50603"/>
                    <a:pt x="11142" y="50370"/>
                    <a:pt x="8740" y="49269"/>
                  </a:cubicBezTo>
                  <a:cubicBezTo>
                    <a:pt x="7539" y="48735"/>
                    <a:pt x="6505" y="47934"/>
                    <a:pt x="5671" y="46967"/>
                  </a:cubicBezTo>
                  <a:lnTo>
                    <a:pt x="5371" y="46600"/>
                  </a:lnTo>
                  <a:lnTo>
                    <a:pt x="5204" y="46433"/>
                  </a:lnTo>
                  <a:lnTo>
                    <a:pt x="5171" y="46400"/>
                  </a:lnTo>
                  <a:lnTo>
                    <a:pt x="5071" y="46267"/>
                  </a:lnTo>
                  <a:cubicBezTo>
                    <a:pt x="4904" y="46000"/>
                    <a:pt x="4704" y="45700"/>
                    <a:pt x="4537" y="45399"/>
                  </a:cubicBezTo>
                  <a:cubicBezTo>
                    <a:pt x="4170" y="44866"/>
                    <a:pt x="3836" y="44265"/>
                    <a:pt x="3469" y="43731"/>
                  </a:cubicBezTo>
                  <a:cubicBezTo>
                    <a:pt x="2736" y="42664"/>
                    <a:pt x="2068" y="41530"/>
                    <a:pt x="1535" y="40362"/>
                  </a:cubicBezTo>
                  <a:cubicBezTo>
                    <a:pt x="1301" y="39762"/>
                    <a:pt x="1034" y="39195"/>
                    <a:pt x="901" y="38594"/>
                  </a:cubicBezTo>
                  <a:cubicBezTo>
                    <a:pt x="801" y="38027"/>
                    <a:pt x="834" y="37494"/>
                    <a:pt x="1034" y="36893"/>
                  </a:cubicBezTo>
                  <a:cubicBezTo>
                    <a:pt x="1468" y="35759"/>
                    <a:pt x="2202" y="34692"/>
                    <a:pt x="2635" y="33424"/>
                  </a:cubicBezTo>
                  <a:cubicBezTo>
                    <a:pt x="2736" y="33090"/>
                    <a:pt x="2836" y="32824"/>
                    <a:pt x="2869" y="32423"/>
                  </a:cubicBezTo>
                  <a:lnTo>
                    <a:pt x="2869" y="32257"/>
                  </a:lnTo>
                  <a:lnTo>
                    <a:pt x="2869" y="32123"/>
                  </a:lnTo>
                  <a:lnTo>
                    <a:pt x="2836" y="31890"/>
                  </a:lnTo>
                  <a:cubicBezTo>
                    <a:pt x="2836" y="31723"/>
                    <a:pt x="2836" y="31556"/>
                    <a:pt x="2802" y="31389"/>
                  </a:cubicBezTo>
                  <a:cubicBezTo>
                    <a:pt x="2669" y="30722"/>
                    <a:pt x="2502" y="30155"/>
                    <a:pt x="2302" y="29555"/>
                  </a:cubicBezTo>
                  <a:cubicBezTo>
                    <a:pt x="1902" y="28420"/>
                    <a:pt x="1568" y="27320"/>
                    <a:pt x="1735" y="26219"/>
                  </a:cubicBezTo>
                  <a:cubicBezTo>
                    <a:pt x="1902" y="25151"/>
                    <a:pt x="2535" y="24184"/>
                    <a:pt x="3169" y="23250"/>
                  </a:cubicBezTo>
                  <a:cubicBezTo>
                    <a:pt x="3469" y="22816"/>
                    <a:pt x="3803" y="22349"/>
                    <a:pt x="4070" y="21849"/>
                  </a:cubicBezTo>
                  <a:cubicBezTo>
                    <a:pt x="4237" y="21582"/>
                    <a:pt x="4370" y="21349"/>
                    <a:pt x="4503" y="21082"/>
                  </a:cubicBezTo>
                  <a:lnTo>
                    <a:pt x="4570" y="20882"/>
                  </a:lnTo>
                  <a:cubicBezTo>
                    <a:pt x="4637" y="20815"/>
                    <a:pt x="4670" y="20682"/>
                    <a:pt x="4670" y="20648"/>
                  </a:cubicBezTo>
                  <a:cubicBezTo>
                    <a:pt x="4670" y="20515"/>
                    <a:pt x="4704" y="20348"/>
                    <a:pt x="4737" y="20215"/>
                  </a:cubicBezTo>
                  <a:cubicBezTo>
                    <a:pt x="5004" y="19147"/>
                    <a:pt x="5037" y="18046"/>
                    <a:pt x="5237" y="17079"/>
                  </a:cubicBezTo>
                  <a:cubicBezTo>
                    <a:pt x="5337" y="16579"/>
                    <a:pt x="5471" y="16145"/>
                    <a:pt x="5671" y="15711"/>
                  </a:cubicBezTo>
                  <a:cubicBezTo>
                    <a:pt x="5838" y="15311"/>
                    <a:pt x="6138" y="14911"/>
                    <a:pt x="6405" y="14544"/>
                  </a:cubicBezTo>
                  <a:cubicBezTo>
                    <a:pt x="7005" y="13810"/>
                    <a:pt x="7706" y="13243"/>
                    <a:pt x="8473" y="12743"/>
                  </a:cubicBezTo>
                  <a:cubicBezTo>
                    <a:pt x="9974" y="11742"/>
                    <a:pt x="11475" y="11008"/>
                    <a:pt x="12743" y="10141"/>
                  </a:cubicBezTo>
                  <a:cubicBezTo>
                    <a:pt x="14010" y="9240"/>
                    <a:pt x="15044" y="8206"/>
                    <a:pt x="15645" y="7072"/>
                  </a:cubicBezTo>
                  <a:cubicBezTo>
                    <a:pt x="16212" y="5971"/>
                    <a:pt x="16412" y="4904"/>
                    <a:pt x="16512" y="4036"/>
                  </a:cubicBezTo>
                  <a:cubicBezTo>
                    <a:pt x="16512" y="3803"/>
                    <a:pt x="16545" y="3636"/>
                    <a:pt x="16545" y="3403"/>
                  </a:cubicBezTo>
                  <a:lnTo>
                    <a:pt x="16545" y="2869"/>
                  </a:lnTo>
                  <a:cubicBezTo>
                    <a:pt x="16545" y="2535"/>
                    <a:pt x="16512" y="2235"/>
                    <a:pt x="16512" y="2035"/>
                  </a:cubicBezTo>
                  <a:cubicBezTo>
                    <a:pt x="16512" y="1835"/>
                    <a:pt x="16479" y="1668"/>
                    <a:pt x="16479" y="1535"/>
                  </a:cubicBezTo>
                  <a:cubicBezTo>
                    <a:pt x="16412" y="1401"/>
                    <a:pt x="16412" y="1368"/>
                    <a:pt x="16412" y="1368"/>
                  </a:cubicBezTo>
                  <a:cubicBezTo>
                    <a:pt x="16345" y="867"/>
                    <a:pt x="16245" y="534"/>
                    <a:pt x="16012" y="334"/>
                  </a:cubicBezTo>
                  <a:cubicBezTo>
                    <a:pt x="15912" y="67"/>
                    <a:pt x="15845" y="0"/>
                    <a:pt x="158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27" name="Google Shape;2027;p18"/>
            <p:cNvSpPr/>
            <p:nvPr/>
          </p:nvSpPr>
          <p:spPr>
            <a:xfrm>
              <a:off x="10119395" y="1094910"/>
              <a:ext cx="819551" cy="1132155"/>
            </a:xfrm>
            <a:custGeom>
              <a:avLst/>
              <a:gdLst/>
              <a:ahLst/>
              <a:cxnLst/>
              <a:rect l="l" t="t" r="r" b="b"/>
              <a:pathLst>
                <a:path w="36376" h="50251" extrusionOk="0">
                  <a:moveTo>
                    <a:pt x="1369" y="1"/>
                  </a:moveTo>
                  <a:cubicBezTo>
                    <a:pt x="1207" y="1"/>
                    <a:pt x="1140" y="246"/>
                    <a:pt x="1334" y="616"/>
                  </a:cubicBezTo>
                  <a:cubicBezTo>
                    <a:pt x="1334" y="616"/>
                    <a:pt x="1368" y="649"/>
                    <a:pt x="1435" y="816"/>
                  </a:cubicBezTo>
                  <a:cubicBezTo>
                    <a:pt x="1435" y="916"/>
                    <a:pt x="1468" y="983"/>
                    <a:pt x="1501" y="1116"/>
                  </a:cubicBezTo>
                  <a:cubicBezTo>
                    <a:pt x="1501" y="1216"/>
                    <a:pt x="1501" y="1383"/>
                    <a:pt x="1535" y="1483"/>
                  </a:cubicBezTo>
                  <a:cubicBezTo>
                    <a:pt x="1635" y="2117"/>
                    <a:pt x="1435" y="2951"/>
                    <a:pt x="867" y="3985"/>
                  </a:cubicBezTo>
                  <a:cubicBezTo>
                    <a:pt x="634" y="4485"/>
                    <a:pt x="300" y="5119"/>
                    <a:pt x="134" y="5820"/>
                  </a:cubicBezTo>
                  <a:cubicBezTo>
                    <a:pt x="100" y="6053"/>
                    <a:pt x="34" y="6220"/>
                    <a:pt x="34" y="6420"/>
                  </a:cubicBezTo>
                  <a:cubicBezTo>
                    <a:pt x="34" y="6587"/>
                    <a:pt x="0" y="6787"/>
                    <a:pt x="34" y="6987"/>
                  </a:cubicBezTo>
                  <a:cubicBezTo>
                    <a:pt x="34" y="7221"/>
                    <a:pt x="100" y="7387"/>
                    <a:pt x="134" y="7588"/>
                  </a:cubicBezTo>
                  <a:cubicBezTo>
                    <a:pt x="167" y="7754"/>
                    <a:pt x="167" y="7955"/>
                    <a:pt x="267" y="8155"/>
                  </a:cubicBezTo>
                  <a:cubicBezTo>
                    <a:pt x="334" y="8321"/>
                    <a:pt x="367" y="8555"/>
                    <a:pt x="501" y="8755"/>
                  </a:cubicBezTo>
                  <a:lnTo>
                    <a:pt x="667" y="9055"/>
                  </a:lnTo>
                  <a:cubicBezTo>
                    <a:pt x="701" y="9155"/>
                    <a:pt x="801" y="9255"/>
                    <a:pt x="867" y="9322"/>
                  </a:cubicBezTo>
                  <a:cubicBezTo>
                    <a:pt x="1001" y="9556"/>
                    <a:pt x="1201" y="9656"/>
                    <a:pt x="1368" y="9823"/>
                  </a:cubicBezTo>
                  <a:cubicBezTo>
                    <a:pt x="1601" y="9956"/>
                    <a:pt x="1801" y="10089"/>
                    <a:pt x="2002" y="10156"/>
                  </a:cubicBezTo>
                  <a:cubicBezTo>
                    <a:pt x="2869" y="10556"/>
                    <a:pt x="3803" y="10623"/>
                    <a:pt x="4637" y="10923"/>
                  </a:cubicBezTo>
                  <a:cubicBezTo>
                    <a:pt x="5037" y="11057"/>
                    <a:pt x="5471" y="11257"/>
                    <a:pt x="5804" y="11490"/>
                  </a:cubicBezTo>
                  <a:lnTo>
                    <a:pt x="5938" y="11590"/>
                  </a:lnTo>
                  <a:lnTo>
                    <a:pt x="5971" y="11624"/>
                  </a:lnTo>
                  <a:cubicBezTo>
                    <a:pt x="5971" y="11657"/>
                    <a:pt x="6004" y="11724"/>
                    <a:pt x="6038" y="11724"/>
                  </a:cubicBezTo>
                  <a:lnTo>
                    <a:pt x="6138" y="11757"/>
                  </a:lnTo>
                  <a:cubicBezTo>
                    <a:pt x="6171" y="11791"/>
                    <a:pt x="6271" y="11891"/>
                    <a:pt x="6338" y="11924"/>
                  </a:cubicBezTo>
                  <a:cubicBezTo>
                    <a:pt x="6505" y="12091"/>
                    <a:pt x="6638" y="12224"/>
                    <a:pt x="6772" y="12424"/>
                  </a:cubicBezTo>
                  <a:cubicBezTo>
                    <a:pt x="7039" y="12791"/>
                    <a:pt x="7272" y="13225"/>
                    <a:pt x="7506" y="13659"/>
                  </a:cubicBezTo>
                  <a:cubicBezTo>
                    <a:pt x="7639" y="13892"/>
                    <a:pt x="7806" y="14126"/>
                    <a:pt x="7973" y="14326"/>
                  </a:cubicBezTo>
                  <a:cubicBezTo>
                    <a:pt x="8106" y="14459"/>
                    <a:pt x="8173" y="14593"/>
                    <a:pt x="8306" y="14659"/>
                  </a:cubicBezTo>
                  <a:cubicBezTo>
                    <a:pt x="8339" y="14693"/>
                    <a:pt x="8373" y="14759"/>
                    <a:pt x="8473" y="14793"/>
                  </a:cubicBezTo>
                  <a:lnTo>
                    <a:pt x="8540" y="14826"/>
                  </a:lnTo>
                  <a:lnTo>
                    <a:pt x="8606" y="14893"/>
                  </a:lnTo>
                  <a:lnTo>
                    <a:pt x="8640" y="14926"/>
                  </a:lnTo>
                  <a:lnTo>
                    <a:pt x="8706" y="14993"/>
                  </a:lnTo>
                  <a:cubicBezTo>
                    <a:pt x="8773" y="15060"/>
                    <a:pt x="8840" y="15093"/>
                    <a:pt x="8873" y="15126"/>
                  </a:cubicBezTo>
                  <a:lnTo>
                    <a:pt x="9273" y="15393"/>
                  </a:lnTo>
                  <a:cubicBezTo>
                    <a:pt x="9540" y="15493"/>
                    <a:pt x="9807" y="15627"/>
                    <a:pt x="10107" y="15660"/>
                  </a:cubicBezTo>
                  <a:cubicBezTo>
                    <a:pt x="10641" y="15793"/>
                    <a:pt x="11175" y="15827"/>
                    <a:pt x="11675" y="15894"/>
                  </a:cubicBezTo>
                  <a:cubicBezTo>
                    <a:pt x="12176" y="15927"/>
                    <a:pt x="12643" y="15994"/>
                    <a:pt x="13110" y="16160"/>
                  </a:cubicBezTo>
                  <a:lnTo>
                    <a:pt x="13810" y="16427"/>
                  </a:lnTo>
                  <a:lnTo>
                    <a:pt x="14477" y="16761"/>
                  </a:lnTo>
                  <a:cubicBezTo>
                    <a:pt x="15345" y="17228"/>
                    <a:pt x="16145" y="17828"/>
                    <a:pt x="17012" y="18429"/>
                  </a:cubicBezTo>
                  <a:cubicBezTo>
                    <a:pt x="17846" y="18996"/>
                    <a:pt x="18780" y="19563"/>
                    <a:pt x="19648" y="20063"/>
                  </a:cubicBezTo>
                  <a:cubicBezTo>
                    <a:pt x="19848" y="20163"/>
                    <a:pt x="20115" y="20263"/>
                    <a:pt x="20348" y="20397"/>
                  </a:cubicBezTo>
                  <a:cubicBezTo>
                    <a:pt x="20615" y="20497"/>
                    <a:pt x="20882" y="20564"/>
                    <a:pt x="21149" y="20630"/>
                  </a:cubicBezTo>
                  <a:cubicBezTo>
                    <a:pt x="21449" y="20664"/>
                    <a:pt x="21716" y="20730"/>
                    <a:pt x="21983" y="20730"/>
                  </a:cubicBezTo>
                  <a:cubicBezTo>
                    <a:pt x="22216" y="20730"/>
                    <a:pt x="22516" y="20730"/>
                    <a:pt x="22716" y="20664"/>
                  </a:cubicBezTo>
                  <a:cubicBezTo>
                    <a:pt x="23183" y="20630"/>
                    <a:pt x="23650" y="20597"/>
                    <a:pt x="24117" y="20597"/>
                  </a:cubicBezTo>
                  <a:cubicBezTo>
                    <a:pt x="24551" y="20597"/>
                    <a:pt x="25018" y="20597"/>
                    <a:pt x="25452" y="20630"/>
                  </a:cubicBezTo>
                  <a:cubicBezTo>
                    <a:pt x="26286" y="20764"/>
                    <a:pt x="27186" y="21064"/>
                    <a:pt x="28020" y="21431"/>
                  </a:cubicBezTo>
                  <a:cubicBezTo>
                    <a:pt x="28854" y="21798"/>
                    <a:pt x="29688" y="22331"/>
                    <a:pt x="30322" y="22965"/>
                  </a:cubicBezTo>
                  <a:lnTo>
                    <a:pt x="30522" y="23232"/>
                  </a:lnTo>
                  <a:lnTo>
                    <a:pt x="30622" y="23299"/>
                  </a:lnTo>
                  <a:lnTo>
                    <a:pt x="30689" y="23432"/>
                  </a:lnTo>
                  <a:lnTo>
                    <a:pt x="31022" y="23999"/>
                  </a:lnTo>
                  <a:cubicBezTo>
                    <a:pt x="31156" y="24233"/>
                    <a:pt x="31223" y="24433"/>
                    <a:pt x="31323" y="24633"/>
                  </a:cubicBezTo>
                  <a:cubicBezTo>
                    <a:pt x="31389" y="24833"/>
                    <a:pt x="31456" y="25067"/>
                    <a:pt x="31523" y="25267"/>
                  </a:cubicBezTo>
                  <a:cubicBezTo>
                    <a:pt x="31790" y="26101"/>
                    <a:pt x="31823" y="27001"/>
                    <a:pt x="31723" y="27835"/>
                  </a:cubicBezTo>
                  <a:cubicBezTo>
                    <a:pt x="31690" y="28669"/>
                    <a:pt x="31489" y="29503"/>
                    <a:pt x="31323" y="30270"/>
                  </a:cubicBezTo>
                  <a:cubicBezTo>
                    <a:pt x="31156" y="31004"/>
                    <a:pt x="30989" y="31738"/>
                    <a:pt x="30856" y="32405"/>
                  </a:cubicBezTo>
                  <a:cubicBezTo>
                    <a:pt x="30555" y="33673"/>
                    <a:pt x="30622" y="34740"/>
                    <a:pt x="30655" y="35241"/>
                  </a:cubicBezTo>
                  <a:lnTo>
                    <a:pt x="30655" y="35174"/>
                  </a:lnTo>
                  <a:cubicBezTo>
                    <a:pt x="30689" y="36141"/>
                    <a:pt x="31122" y="36942"/>
                    <a:pt x="31389" y="37642"/>
                  </a:cubicBezTo>
                  <a:cubicBezTo>
                    <a:pt x="31690" y="38343"/>
                    <a:pt x="31856" y="39010"/>
                    <a:pt x="31856" y="39644"/>
                  </a:cubicBezTo>
                  <a:cubicBezTo>
                    <a:pt x="31856" y="39811"/>
                    <a:pt x="31823" y="39944"/>
                    <a:pt x="31823" y="40111"/>
                  </a:cubicBezTo>
                  <a:cubicBezTo>
                    <a:pt x="31790" y="40278"/>
                    <a:pt x="31723" y="40444"/>
                    <a:pt x="31690" y="40578"/>
                  </a:cubicBezTo>
                  <a:cubicBezTo>
                    <a:pt x="31623" y="40845"/>
                    <a:pt x="31489" y="41145"/>
                    <a:pt x="31389" y="41412"/>
                  </a:cubicBezTo>
                  <a:cubicBezTo>
                    <a:pt x="31156" y="41946"/>
                    <a:pt x="30956" y="42413"/>
                    <a:pt x="30789" y="42846"/>
                  </a:cubicBezTo>
                  <a:cubicBezTo>
                    <a:pt x="30722" y="42980"/>
                    <a:pt x="30689" y="43113"/>
                    <a:pt x="30655" y="43180"/>
                  </a:cubicBezTo>
                  <a:cubicBezTo>
                    <a:pt x="30622" y="43280"/>
                    <a:pt x="30622" y="43413"/>
                    <a:pt x="30555" y="43480"/>
                  </a:cubicBezTo>
                  <a:cubicBezTo>
                    <a:pt x="30489" y="43680"/>
                    <a:pt x="30455" y="43847"/>
                    <a:pt x="30455" y="44014"/>
                  </a:cubicBezTo>
                  <a:cubicBezTo>
                    <a:pt x="30455" y="44247"/>
                    <a:pt x="30389" y="44347"/>
                    <a:pt x="30389" y="44481"/>
                  </a:cubicBezTo>
                  <a:lnTo>
                    <a:pt x="30389" y="44781"/>
                  </a:lnTo>
                  <a:cubicBezTo>
                    <a:pt x="30389" y="44899"/>
                    <a:pt x="30389" y="44955"/>
                    <a:pt x="30393" y="44955"/>
                  </a:cubicBezTo>
                  <a:cubicBezTo>
                    <a:pt x="30399" y="44955"/>
                    <a:pt x="30415" y="44823"/>
                    <a:pt x="30455" y="44581"/>
                  </a:cubicBezTo>
                  <a:lnTo>
                    <a:pt x="30455" y="44581"/>
                  </a:lnTo>
                  <a:cubicBezTo>
                    <a:pt x="30355" y="45481"/>
                    <a:pt x="30389" y="46315"/>
                    <a:pt x="30655" y="47083"/>
                  </a:cubicBezTo>
                  <a:cubicBezTo>
                    <a:pt x="30889" y="47783"/>
                    <a:pt x="31356" y="48350"/>
                    <a:pt x="31856" y="48684"/>
                  </a:cubicBezTo>
                  <a:cubicBezTo>
                    <a:pt x="32323" y="49084"/>
                    <a:pt x="32824" y="49251"/>
                    <a:pt x="33191" y="49418"/>
                  </a:cubicBezTo>
                  <a:cubicBezTo>
                    <a:pt x="33558" y="49584"/>
                    <a:pt x="33891" y="49684"/>
                    <a:pt x="34191" y="49784"/>
                  </a:cubicBezTo>
                  <a:cubicBezTo>
                    <a:pt x="35325" y="50118"/>
                    <a:pt x="35626" y="50185"/>
                    <a:pt x="35626" y="50185"/>
                  </a:cubicBezTo>
                  <a:cubicBezTo>
                    <a:pt x="35763" y="50231"/>
                    <a:pt x="35880" y="50251"/>
                    <a:pt x="35975" y="50251"/>
                  </a:cubicBezTo>
                  <a:cubicBezTo>
                    <a:pt x="36362" y="50251"/>
                    <a:pt x="36375" y="49913"/>
                    <a:pt x="35893" y="49618"/>
                  </a:cubicBezTo>
                  <a:cubicBezTo>
                    <a:pt x="35893" y="49618"/>
                    <a:pt x="35659" y="49518"/>
                    <a:pt x="34525" y="49184"/>
                  </a:cubicBezTo>
                  <a:cubicBezTo>
                    <a:pt x="34225" y="49117"/>
                    <a:pt x="33891" y="49017"/>
                    <a:pt x="33524" y="48850"/>
                  </a:cubicBezTo>
                  <a:cubicBezTo>
                    <a:pt x="33157" y="48684"/>
                    <a:pt x="32724" y="48517"/>
                    <a:pt x="32323" y="48183"/>
                  </a:cubicBezTo>
                  <a:cubicBezTo>
                    <a:pt x="31890" y="47916"/>
                    <a:pt x="31523" y="47449"/>
                    <a:pt x="31323" y="46816"/>
                  </a:cubicBezTo>
                  <a:cubicBezTo>
                    <a:pt x="31152" y="46277"/>
                    <a:pt x="31127" y="45641"/>
                    <a:pt x="31144" y="44909"/>
                  </a:cubicBezTo>
                  <a:lnTo>
                    <a:pt x="31144" y="44909"/>
                  </a:lnTo>
                  <a:cubicBezTo>
                    <a:pt x="31144" y="44913"/>
                    <a:pt x="31145" y="44915"/>
                    <a:pt x="31146" y="44915"/>
                  </a:cubicBezTo>
                  <a:cubicBezTo>
                    <a:pt x="31150" y="44915"/>
                    <a:pt x="31156" y="44856"/>
                    <a:pt x="31156" y="44748"/>
                  </a:cubicBezTo>
                  <a:lnTo>
                    <a:pt x="31156" y="44447"/>
                  </a:lnTo>
                  <a:cubicBezTo>
                    <a:pt x="31156" y="44314"/>
                    <a:pt x="31189" y="44180"/>
                    <a:pt x="31189" y="44080"/>
                  </a:cubicBezTo>
                  <a:cubicBezTo>
                    <a:pt x="31189" y="43947"/>
                    <a:pt x="31223" y="43780"/>
                    <a:pt x="31289" y="43613"/>
                  </a:cubicBezTo>
                  <a:cubicBezTo>
                    <a:pt x="31323" y="43513"/>
                    <a:pt x="31323" y="43447"/>
                    <a:pt x="31356" y="43347"/>
                  </a:cubicBezTo>
                  <a:cubicBezTo>
                    <a:pt x="31389" y="43280"/>
                    <a:pt x="31456" y="43146"/>
                    <a:pt x="31489" y="43080"/>
                  </a:cubicBezTo>
                  <a:cubicBezTo>
                    <a:pt x="31656" y="42646"/>
                    <a:pt x="31856" y="42179"/>
                    <a:pt x="32123" y="41645"/>
                  </a:cubicBezTo>
                  <a:cubicBezTo>
                    <a:pt x="32223" y="41412"/>
                    <a:pt x="32357" y="41112"/>
                    <a:pt x="32457" y="40778"/>
                  </a:cubicBezTo>
                  <a:lnTo>
                    <a:pt x="32557" y="40278"/>
                  </a:lnTo>
                  <a:cubicBezTo>
                    <a:pt x="32557" y="40111"/>
                    <a:pt x="32624" y="39944"/>
                    <a:pt x="32624" y="39744"/>
                  </a:cubicBezTo>
                  <a:cubicBezTo>
                    <a:pt x="32657" y="38977"/>
                    <a:pt x="32457" y="38176"/>
                    <a:pt x="32157" y="37442"/>
                  </a:cubicBezTo>
                  <a:cubicBezTo>
                    <a:pt x="31856" y="36675"/>
                    <a:pt x="31489" y="35975"/>
                    <a:pt x="31489" y="35241"/>
                  </a:cubicBezTo>
                  <a:lnTo>
                    <a:pt x="31489" y="35174"/>
                  </a:lnTo>
                  <a:cubicBezTo>
                    <a:pt x="31456" y="34740"/>
                    <a:pt x="31456" y="33806"/>
                    <a:pt x="31723" y="32572"/>
                  </a:cubicBezTo>
                  <a:cubicBezTo>
                    <a:pt x="31856" y="31938"/>
                    <a:pt x="32023" y="31238"/>
                    <a:pt x="32223" y="30471"/>
                  </a:cubicBezTo>
                  <a:cubicBezTo>
                    <a:pt x="32457" y="29670"/>
                    <a:pt x="32657" y="28836"/>
                    <a:pt x="32724" y="27935"/>
                  </a:cubicBezTo>
                  <a:cubicBezTo>
                    <a:pt x="32957" y="26101"/>
                    <a:pt x="32624" y="23899"/>
                    <a:pt x="31122" y="22265"/>
                  </a:cubicBezTo>
                  <a:cubicBezTo>
                    <a:pt x="30355" y="21498"/>
                    <a:pt x="29488" y="20964"/>
                    <a:pt x="28554" y="20497"/>
                  </a:cubicBezTo>
                  <a:cubicBezTo>
                    <a:pt x="27653" y="20063"/>
                    <a:pt x="26686" y="19763"/>
                    <a:pt x="25685" y="19596"/>
                  </a:cubicBezTo>
                  <a:cubicBezTo>
                    <a:pt x="25185" y="19596"/>
                    <a:pt x="24718" y="19563"/>
                    <a:pt x="24218" y="19563"/>
                  </a:cubicBezTo>
                  <a:cubicBezTo>
                    <a:pt x="23717" y="19596"/>
                    <a:pt x="23217" y="19596"/>
                    <a:pt x="22783" y="19630"/>
                  </a:cubicBezTo>
                  <a:cubicBezTo>
                    <a:pt x="22516" y="19663"/>
                    <a:pt x="22316" y="19663"/>
                    <a:pt x="22049" y="19663"/>
                  </a:cubicBezTo>
                  <a:cubicBezTo>
                    <a:pt x="21849" y="19663"/>
                    <a:pt x="21649" y="19663"/>
                    <a:pt x="21449" y="19630"/>
                  </a:cubicBezTo>
                  <a:cubicBezTo>
                    <a:pt x="21215" y="19596"/>
                    <a:pt x="21015" y="19563"/>
                    <a:pt x="20815" y="19463"/>
                  </a:cubicBezTo>
                  <a:cubicBezTo>
                    <a:pt x="20615" y="19396"/>
                    <a:pt x="20381" y="19263"/>
                    <a:pt x="20181" y="19163"/>
                  </a:cubicBezTo>
                  <a:cubicBezTo>
                    <a:pt x="19347" y="18729"/>
                    <a:pt x="18480" y="18229"/>
                    <a:pt x="17646" y="17628"/>
                  </a:cubicBezTo>
                  <a:cubicBezTo>
                    <a:pt x="16812" y="17061"/>
                    <a:pt x="15945" y="16427"/>
                    <a:pt x="14978" y="15927"/>
                  </a:cubicBezTo>
                  <a:lnTo>
                    <a:pt x="14210" y="15593"/>
                  </a:lnTo>
                  <a:lnTo>
                    <a:pt x="13443" y="15326"/>
                  </a:lnTo>
                  <a:cubicBezTo>
                    <a:pt x="12876" y="15160"/>
                    <a:pt x="12342" y="15093"/>
                    <a:pt x="11809" y="15060"/>
                  </a:cubicBezTo>
                  <a:cubicBezTo>
                    <a:pt x="11275" y="14993"/>
                    <a:pt x="10775" y="14960"/>
                    <a:pt x="10308" y="14893"/>
                  </a:cubicBezTo>
                  <a:cubicBezTo>
                    <a:pt x="10041" y="14826"/>
                    <a:pt x="9874" y="14759"/>
                    <a:pt x="9674" y="14659"/>
                  </a:cubicBezTo>
                  <a:cubicBezTo>
                    <a:pt x="9607" y="14626"/>
                    <a:pt x="9507" y="14593"/>
                    <a:pt x="9440" y="14493"/>
                  </a:cubicBezTo>
                  <a:cubicBezTo>
                    <a:pt x="9374" y="14493"/>
                    <a:pt x="9340" y="14459"/>
                    <a:pt x="9307" y="14426"/>
                  </a:cubicBezTo>
                  <a:lnTo>
                    <a:pt x="9273" y="14392"/>
                  </a:lnTo>
                  <a:lnTo>
                    <a:pt x="9207" y="14326"/>
                  </a:lnTo>
                  <a:cubicBezTo>
                    <a:pt x="9173" y="14292"/>
                    <a:pt x="9173" y="14259"/>
                    <a:pt x="9140" y="14259"/>
                  </a:cubicBezTo>
                  <a:lnTo>
                    <a:pt x="8973" y="14159"/>
                  </a:lnTo>
                  <a:cubicBezTo>
                    <a:pt x="8940" y="14159"/>
                    <a:pt x="8873" y="14126"/>
                    <a:pt x="8840" y="14092"/>
                  </a:cubicBezTo>
                  <a:cubicBezTo>
                    <a:pt x="8773" y="14059"/>
                    <a:pt x="8706" y="13959"/>
                    <a:pt x="8640" y="13892"/>
                  </a:cubicBezTo>
                  <a:cubicBezTo>
                    <a:pt x="8473" y="13725"/>
                    <a:pt x="8339" y="13559"/>
                    <a:pt x="8206" y="13325"/>
                  </a:cubicBezTo>
                  <a:cubicBezTo>
                    <a:pt x="7973" y="12925"/>
                    <a:pt x="7772" y="12458"/>
                    <a:pt x="7472" y="12057"/>
                  </a:cubicBezTo>
                  <a:cubicBezTo>
                    <a:pt x="7305" y="11824"/>
                    <a:pt x="7139" y="11624"/>
                    <a:pt x="6938" y="11424"/>
                  </a:cubicBezTo>
                  <a:lnTo>
                    <a:pt x="6538" y="11157"/>
                  </a:lnTo>
                  <a:lnTo>
                    <a:pt x="6471" y="11123"/>
                  </a:lnTo>
                  <a:lnTo>
                    <a:pt x="6505" y="11123"/>
                  </a:lnTo>
                  <a:lnTo>
                    <a:pt x="6471" y="11090"/>
                  </a:lnTo>
                  <a:lnTo>
                    <a:pt x="6305" y="10957"/>
                  </a:lnTo>
                  <a:cubicBezTo>
                    <a:pt x="6105" y="10790"/>
                    <a:pt x="5838" y="10656"/>
                    <a:pt x="5638" y="10556"/>
                  </a:cubicBezTo>
                  <a:cubicBezTo>
                    <a:pt x="5371" y="10456"/>
                    <a:pt x="5171" y="10390"/>
                    <a:pt x="4937" y="10290"/>
                  </a:cubicBezTo>
                  <a:cubicBezTo>
                    <a:pt x="3970" y="9956"/>
                    <a:pt x="3036" y="9923"/>
                    <a:pt x="2335" y="9589"/>
                  </a:cubicBezTo>
                  <a:cubicBezTo>
                    <a:pt x="1601" y="9289"/>
                    <a:pt x="1134" y="8722"/>
                    <a:pt x="934" y="7988"/>
                  </a:cubicBezTo>
                  <a:cubicBezTo>
                    <a:pt x="867" y="7821"/>
                    <a:pt x="834" y="7621"/>
                    <a:pt x="801" y="7454"/>
                  </a:cubicBezTo>
                  <a:cubicBezTo>
                    <a:pt x="767" y="7287"/>
                    <a:pt x="767" y="7121"/>
                    <a:pt x="701" y="6954"/>
                  </a:cubicBezTo>
                  <a:cubicBezTo>
                    <a:pt x="667" y="6620"/>
                    <a:pt x="701" y="6320"/>
                    <a:pt x="767" y="5986"/>
                  </a:cubicBezTo>
                  <a:cubicBezTo>
                    <a:pt x="934" y="5319"/>
                    <a:pt x="1168" y="4786"/>
                    <a:pt x="1435" y="4252"/>
                  </a:cubicBezTo>
                  <a:cubicBezTo>
                    <a:pt x="1935" y="3151"/>
                    <a:pt x="2202" y="2150"/>
                    <a:pt x="2102" y="1450"/>
                  </a:cubicBezTo>
                  <a:cubicBezTo>
                    <a:pt x="2035" y="1283"/>
                    <a:pt x="2035" y="1116"/>
                    <a:pt x="2002" y="983"/>
                  </a:cubicBezTo>
                  <a:cubicBezTo>
                    <a:pt x="1968" y="883"/>
                    <a:pt x="1935" y="749"/>
                    <a:pt x="1868" y="649"/>
                  </a:cubicBezTo>
                  <a:cubicBezTo>
                    <a:pt x="1835" y="483"/>
                    <a:pt x="1801" y="416"/>
                    <a:pt x="1801" y="416"/>
                  </a:cubicBezTo>
                  <a:cubicBezTo>
                    <a:pt x="1649" y="125"/>
                    <a:pt x="1485" y="1"/>
                    <a:pt x="13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28" name="Google Shape;2028;p18"/>
            <p:cNvSpPr/>
            <p:nvPr/>
          </p:nvSpPr>
          <p:spPr>
            <a:xfrm>
              <a:off x="10203995" y="1045614"/>
              <a:ext cx="732766" cy="593688"/>
            </a:xfrm>
            <a:custGeom>
              <a:avLst/>
              <a:gdLst/>
              <a:ahLst/>
              <a:cxnLst/>
              <a:rect l="l" t="t" r="r" b="b"/>
              <a:pathLst>
                <a:path w="32524" h="26351" extrusionOk="0">
                  <a:moveTo>
                    <a:pt x="80" y="0"/>
                  </a:moveTo>
                  <a:lnTo>
                    <a:pt x="80" y="0"/>
                  </a:lnTo>
                  <a:cubicBezTo>
                    <a:pt x="6" y="0"/>
                    <a:pt x="1" y="141"/>
                    <a:pt x="115" y="369"/>
                  </a:cubicBezTo>
                  <a:cubicBezTo>
                    <a:pt x="115" y="369"/>
                    <a:pt x="181" y="436"/>
                    <a:pt x="215" y="602"/>
                  </a:cubicBezTo>
                  <a:cubicBezTo>
                    <a:pt x="248" y="669"/>
                    <a:pt x="281" y="802"/>
                    <a:pt x="348" y="936"/>
                  </a:cubicBezTo>
                  <a:cubicBezTo>
                    <a:pt x="381" y="1103"/>
                    <a:pt x="415" y="1269"/>
                    <a:pt x="448" y="1470"/>
                  </a:cubicBezTo>
                  <a:cubicBezTo>
                    <a:pt x="548" y="1870"/>
                    <a:pt x="548" y="2504"/>
                    <a:pt x="415" y="3304"/>
                  </a:cubicBezTo>
                  <a:cubicBezTo>
                    <a:pt x="348" y="3671"/>
                    <a:pt x="248" y="4138"/>
                    <a:pt x="181" y="4672"/>
                  </a:cubicBezTo>
                  <a:cubicBezTo>
                    <a:pt x="81" y="5172"/>
                    <a:pt x="48" y="5806"/>
                    <a:pt x="215" y="6473"/>
                  </a:cubicBezTo>
                  <a:cubicBezTo>
                    <a:pt x="248" y="6607"/>
                    <a:pt x="281" y="6840"/>
                    <a:pt x="381" y="7207"/>
                  </a:cubicBezTo>
                  <a:cubicBezTo>
                    <a:pt x="415" y="7374"/>
                    <a:pt x="515" y="7607"/>
                    <a:pt x="582" y="7841"/>
                  </a:cubicBezTo>
                  <a:cubicBezTo>
                    <a:pt x="682" y="8108"/>
                    <a:pt x="782" y="8341"/>
                    <a:pt x="1049" y="8608"/>
                  </a:cubicBezTo>
                  <a:cubicBezTo>
                    <a:pt x="1282" y="8842"/>
                    <a:pt x="1616" y="8975"/>
                    <a:pt x="1949" y="9042"/>
                  </a:cubicBezTo>
                  <a:cubicBezTo>
                    <a:pt x="2283" y="9142"/>
                    <a:pt x="2683" y="9209"/>
                    <a:pt x="3017" y="9309"/>
                  </a:cubicBezTo>
                  <a:cubicBezTo>
                    <a:pt x="3684" y="9542"/>
                    <a:pt x="4418" y="9842"/>
                    <a:pt x="5051" y="10443"/>
                  </a:cubicBezTo>
                  <a:cubicBezTo>
                    <a:pt x="5385" y="10676"/>
                    <a:pt x="5685" y="11010"/>
                    <a:pt x="6019" y="11310"/>
                  </a:cubicBezTo>
                  <a:cubicBezTo>
                    <a:pt x="6352" y="11610"/>
                    <a:pt x="6619" y="11977"/>
                    <a:pt x="6953" y="12311"/>
                  </a:cubicBezTo>
                  <a:cubicBezTo>
                    <a:pt x="7120" y="12478"/>
                    <a:pt x="7286" y="12644"/>
                    <a:pt x="7520" y="12811"/>
                  </a:cubicBezTo>
                  <a:lnTo>
                    <a:pt x="7787" y="13045"/>
                  </a:lnTo>
                  <a:cubicBezTo>
                    <a:pt x="7887" y="13145"/>
                    <a:pt x="8020" y="13178"/>
                    <a:pt x="8087" y="13278"/>
                  </a:cubicBezTo>
                  <a:cubicBezTo>
                    <a:pt x="8287" y="13378"/>
                    <a:pt x="8521" y="13545"/>
                    <a:pt x="8721" y="13645"/>
                  </a:cubicBezTo>
                  <a:lnTo>
                    <a:pt x="9054" y="13812"/>
                  </a:lnTo>
                  <a:lnTo>
                    <a:pt x="9221" y="13879"/>
                  </a:lnTo>
                  <a:lnTo>
                    <a:pt x="9288" y="13945"/>
                  </a:lnTo>
                  <a:cubicBezTo>
                    <a:pt x="9355" y="13945"/>
                    <a:pt x="9388" y="13979"/>
                    <a:pt x="9421" y="13979"/>
                  </a:cubicBezTo>
                  <a:cubicBezTo>
                    <a:pt x="9922" y="14145"/>
                    <a:pt x="10455" y="14145"/>
                    <a:pt x="10922" y="14145"/>
                  </a:cubicBezTo>
                  <a:cubicBezTo>
                    <a:pt x="11389" y="14145"/>
                    <a:pt x="11856" y="14145"/>
                    <a:pt x="12290" y="14212"/>
                  </a:cubicBezTo>
                  <a:lnTo>
                    <a:pt x="12457" y="14279"/>
                  </a:lnTo>
                  <a:lnTo>
                    <a:pt x="12557" y="14279"/>
                  </a:lnTo>
                  <a:lnTo>
                    <a:pt x="12790" y="14446"/>
                  </a:lnTo>
                  <a:cubicBezTo>
                    <a:pt x="12957" y="14546"/>
                    <a:pt x="13091" y="14712"/>
                    <a:pt x="13257" y="14879"/>
                  </a:cubicBezTo>
                  <a:cubicBezTo>
                    <a:pt x="13591" y="15213"/>
                    <a:pt x="13858" y="15613"/>
                    <a:pt x="14225" y="15880"/>
                  </a:cubicBezTo>
                  <a:lnTo>
                    <a:pt x="14592" y="16147"/>
                  </a:lnTo>
                  <a:cubicBezTo>
                    <a:pt x="14725" y="16214"/>
                    <a:pt x="14859" y="16280"/>
                    <a:pt x="14925" y="16314"/>
                  </a:cubicBezTo>
                  <a:lnTo>
                    <a:pt x="14892" y="16314"/>
                  </a:lnTo>
                  <a:cubicBezTo>
                    <a:pt x="15959" y="16881"/>
                    <a:pt x="17260" y="17214"/>
                    <a:pt x="18595" y="17214"/>
                  </a:cubicBezTo>
                  <a:cubicBezTo>
                    <a:pt x="18722" y="17221"/>
                    <a:pt x="18849" y="17224"/>
                    <a:pt x="18977" y="17224"/>
                  </a:cubicBezTo>
                  <a:cubicBezTo>
                    <a:pt x="20156" y="17224"/>
                    <a:pt x="21357" y="16968"/>
                    <a:pt x="22531" y="16847"/>
                  </a:cubicBezTo>
                  <a:cubicBezTo>
                    <a:pt x="22962" y="16791"/>
                    <a:pt x="23402" y="16761"/>
                    <a:pt x="23840" y="16761"/>
                  </a:cubicBezTo>
                  <a:cubicBezTo>
                    <a:pt x="24688" y="16761"/>
                    <a:pt x="25530" y="16872"/>
                    <a:pt x="26300" y="17114"/>
                  </a:cubicBezTo>
                  <a:cubicBezTo>
                    <a:pt x="27468" y="17481"/>
                    <a:pt x="28535" y="18148"/>
                    <a:pt x="29402" y="18849"/>
                  </a:cubicBezTo>
                  <a:cubicBezTo>
                    <a:pt x="30270" y="19616"/>
                    <a:pt x="30903" y="20483"/>
                    <a:pt x="31370" y="21317"/>
                  </a:cubicBezTo>
                  <a:cubicBezTo>
                    <a:pt x="31804" y="22184"/>
                    <a:pt x="32071" y="22985"/>
                    <a:pt x="32204" y="23686"/>
                  </a:cubicBezTo>
                  <a:cubicBezTo>
                    <a:pt x="32238" y="24086"/>
                    <a:pt x="32304" y="24353"/>
                    <a:pt x="32304" y="24653"/>
                  </a:cubicBezTo>
                  <a:cubicBezTo>
                    <a:pt x="32371" y="24953"/>
                    <a:pt x="32371" y="25153"/>
                    <a:pt x="32371" y="25353"/>
                  </a:cubicBezTo>
                  <a:lnTo>
                    <a:pt x="32371" y="25820"/>
                  </a:lnTo>
                  <a:lnTo>
                    <a:pt x="32371" y="25987"/>
                  </a:lnTo>
                  <a:cubicBezTo>
                    <a:pt x="32371" y="26226"/>
                    <a:pt x="32417" y="26351"/>
                    <a:pt x="32453" y="26351"/>
                  </a:cubicBezTo>
                  <a:cubicBezTo>
                    <a:pt x="32494" y="26351"/>
                    <a:pt x="32523" y="26201"/>
                    <a:pt x="32471" y="25887"/>
                  </a:cubicBezTo>
                  <a:lnTo>
                    <a:pt x="32471" y="25720"/>
                  </a:lnTo>
                  <a:lnTo>
                    <a:pt x="32471" y="25287"/>
                  </a:lnTo>
                  <a:cubicBezTo>
                    <a:pt x="32471" y="25053"/>
                    <a:pt x="32471" y="24820"/>
                    <a:pt x="32438" y="24519"/>
                  </a:cubicBezTo>
                  <a:cubicBezTo>
                    <a:pt x="32438" y="24219"/>
                    <a:pt x="32371" y="23952"/>
                    <a:pt x="32304" y="23552"/>
                  </a:cubicBezTo>
                  <a:cubicBezTo>
                    <a:pt x="32204" y="22852"/>
                    <a:pt x="31937" y="21984"/>
                    <a:pt x="31470" y="21117"/>
                  </a:cubicBezTo>
                  <a:cubicBezTo>
                    <a:pt x="31037" y="20183"/>
                    <a:pt x="30403" y="19316"/>
                    <a:pt x="29469" y="18515"/>
                  </a:cubicBezTo>
                  <a:cubicBezTo>
                    <a:pt x="28602" y="17715"/>
                    <a:pt x="27534" y="17047"/>
                    <a:pt x="26267" y="16647"/>
                  </a:cubicBezTo>
                  <a:cubicBezTo>
                    <a:pt x="25434" y="16355"/>
                    <a:pt x="24526" y="16244"/>
                    <a:pt x="23614" y="16244"/>
                  </a:cubicBezTo>
                  <a:cubicBezTo>
                    <a:pt x="23173" y="16244"/>
                    <a:pt x="22732" y="16270"/>
                    <a:pt x="22297" y="16314"/>
                  </a:cubicBezTo>
                  <a:cubicBezTo>
                    <a:pt x="21050" y="16438"/>
                    <a:pt x="19861" y="16650"/>
                    <a:pt x="18677" y="16650"/>
                  </a:cubicBezTo>
                  <a:cubicBezTo>
                    <a:pt x="18594" y="16650"/>
                    <a:pt x="18511" y="16649"/>
                    <a:pt x="18428" y="16647"/>
                  </a:cubicBezTo>
                  <a:cubicBezTo>
                    <a:pt x="17127" y="16647"/>
                    <a:pt x="15926" y="16314"/>
                    <a:pt x="14925" y="15780"/>
                  </a:cubicBezTo>
                  <a:lnTo>
                    <a:pt x="14892" y="15780"/>
                  </a:lnTo>
                  <a:lnTo>
                    <a:pt x="14625" y="15646"/>
                  </a:lnTo>
                  <a:cubicBezTo>
                    <a:pt x="14558" y="15613"/>
                    <a:pt x="14425" y="15513"/>
                    <a:pt x="14358" y="15446"/>
                  </a:cubicBezTo>
                  <a:cubicBezTo>
                    <a:pt x="14025" y="15146"/>
                    <a:pt x="13758" y="14813"/>
                    <a:pt x="13424" y="14479"/>
                  </a:cubicBezTo>
                  <a:cubicBezTo>
                    <a:pt x="13291" y="14312"/>
                    <a:pt x="13091" y="14145"/>
                    <a:pt x="12924" y="13979"/>
                  </a:cubicBezTo>
                  <a:lnTo>
                    <a:pt x="12590" y="13712"/>
                  </a:lnTo>
                  <a:cubicBezTo>
                    <a:pt x="12590" y="13678"/>
                    <a:pt x="12524" y="13678"/>
                    <a:pt x="12457" y="13678"/>
                  </a:cubicBezTo>
                  <a:lnTo>
                    <a:pt x="12390" y="13678"/>
                  </a:lnTo>
                  <a:lnTo>
                    <a:pt x="12223" y="13645"/>
                  </a:lnTo>
                  <a:cubicBezTo>
                    <a:pt x="11723" y="13545"/>
                    <a:pt x="11223" y="13545"/>
                    <a:pt x="10756" y="13545"/>
                  </a:cubicBezTo>
                  <a:cubicBezTo>
                    <a:pt x="10255" y="13545"/>
                    <a:pt x="9788" y="13545"/>
                    <a:pt x="9388" y="13445"/>
                  </a:cubicBezTo>
                  <a:lnTo>
                    <a:pt x="9355" y="13445"/>
                  </a:lnTo>
                  <a:lnTo>
                    <a:pt x="9254" y="13378"/>
                  </a:lnTo>
                  <a:lnTo>
                    <a:pt x="9088" y="13311"/>
                  </a:lnTo>
                  <a:lnTo>
                    <a:pt x="8754" y="13145"/>
                  </a:lnTo>
                  <a:cubicBezTo>
                    <a:pt x="8554" y="13045"/>
                    <a:pt x="8387" y="12945"/>
                    <a:pt x="8187" y="12811"/>
                  </a:cubicBezTo>
                  <a:cubicBezTo>
                    <a:pt x="8087" y="12778"/>
                    <a:pt x="7954" y="12711"/>
                    <a:pt x="7887" y="12644"/>
                  </a:cubicBezTo>
                  <a:lnTo>
                    <a:pt x="7620" y="12444"/>
                  </a:lnTo>
                  <a:cubicBezTo>
                    <a:pt x="7453" y="12311"/>
                    <a:pt x="7286" y="12144"/>
                    <a:pt x="7120" y="11977"/>
                  </a:cubicBezTo>
                  <a:cubicBezTo>
                    <a:pt x="6786" y="11644"/>
                    <a:pt x="6519" y="11310"/>
                    <a:pt x="6186" y="10976"/>
                  </a:cubicBezTo>
                  <a:cubicBezTo>
                    <a:pt x="5852" y="10643"/>
                    <a:pt x="5518" y="10309"/>
                    <a:pt x="5185" y="10042"/>
                  </a:cubicBezTo>
                  <a:cubicBezTo>
                    <a:pt x="5018" y="9876"/>
                    <a:pt x="4851" y="9776"/>
                    <a:pt x="4685" y="9642"/>
                  </a:cubicBezTo>
                  <a:cubicBezTo>
                    <a:pt x="4518" y="9509"/>
                    <a:pt x="4351" y="9375"/>
                    <a:pt x="4117" y="9309"/>
                  </a:cubicBezTo>
                  <a:cubicBezTo>
                    <a:pt x="3751" y="9142"/>
                    <a:pt x="3384" y="9008"/>
                    <a:pt x="3017" y="8875"/>
                  </a:cubicBezTo>
                  <a:cubicBezTo>
                    <a:pt x="2283" y="8708"/>
                    <a:pt x="1582" y="8675"/>
                    <a:pt x="1215" y="8308"/>
                  </a:cubicBezTo>
                  <a:cubicBezTo>
                    <a:pt x="1015" y="8108"/>
                    <a:pt x="882" y="7874"/>
                    <a:pt x="782" y="7674"/>
                  </a:cubicBezTo>
                  <a:cubicBezTo>
                    <a:pt x="715" y="7474"/>
                    <a:pt x="615" y="7274"/>
                    <a:pt x="582" y="7107"/>
                  </a:cubicBezTo>
                  <a:cubicBezTo>
                    <a:pt x="515" y="6707"/>
                    <a:pt x="448" y="6473"/>
                    <a:pt x="415" y="6340"/>
                  </a:cubicBezTo>
                  <a:cubicBezTo>
                    <a:pt x="248" y="5706"/>
                    <a:pt x="281" y="5139"/>
                    <a:pt x="381" y="4639"/>
                  </a:cubicBezTo>
                  <a:cubicBezTo>
                    <a:pt x="448" y="4138"/>
                    <a:pt x="548" y="3671"/>
                    <a:pt x="615" y="3271"/>
                  </a:cubicBezTo>
                  <a:cubicBezTo>
                    <a:pt x="748" y="2437"/>
                    <a:pt x="748" y="1803"/>
                    <a:pt x="682" y="1336"/>
                  </a:cubicBezTo>
                  <a:cubicBezTo>
                    <a:pt x="615" y="1136"/>
                    <a:pt x="582" y="969"/>
                    <a:pt x="548" y="802"/>
                  </a:cubicBezTo>
                  <a:cubicBezTo>
                    <a:pt x="515" y="669"/>
                    <a:pt x="448" y="536"/>
                    <a:pt x="415" y="469"/>
                  </a:cubicBezTo>
                  <a:cubicBezTo>
                    <a:pt x="381" y="302"/>
                    <a:pt x="348" y="269"/>
                    <a:pt x="348" y="269"/>
                  </a:cubicBezTo>
                  <a:cubicBezTo>
                    <a:pt x="233" y="82"/>
                    <a:pt x="136" y="0"/>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29" name="Google Shape;2029;p18"/>
            <p:cNvSpPr/>
            <p:nvPr/>
          </p:nvSpPr>
          <p:spPr>
            <a:xfrm>
              <a:off x="9389648" y="991722"/>
              <a:ext cx="1574329" cy="3117792"/>
            </a:xfrm>
            <a:custGeom>
              <a:avLst/>
              <a:gdLst/>
              <a:ahLst/>
              <a:cxnLst/>
              <a:rect l="l" t="t" r="r" b="b"/>
              <a:pathLst>
                <a:path w="69877" h="138384" extrusionOk="0">
                  <a:moveTo>
                    <a:pt x="14034" y="0"/>
                  </a:moveTo>
                  <a:cubicBezTo>
                    <a:pt x="13967" y="0"/>
                    <a:pt x="13860" y="484"/>
                    <a:pt x="13777" y="1460"/>
                  </a:cubicBezTo>
                  <a:cubicBezTo>
                    <a:pt x="13777" y="1460"/>
                    <a:pt x="13744" y="1560"/>
                    <a:pt x="13710" y="1860"/>
                  </a:cubicBezTo>
                  <a:cubicBezTo>
                    <a:pt x="13677" y="2027"/>
                    <a:pt x="13610" y="2194"/>
                    <a:pt x="13577" y="2461"/>
                  </a:cubicBezTo>
                  <a:cubicBezTo>
                    <a:pt x="13510" y="2661"/>
                    <a:pt x="13410" y="2961"/>
                    <a:pt x="13343" y="3228"/>
                  </a:cubicBezTo>
                  <a:cubicBezTo>
                    <a:pt x="13110" y="3862"/>
                    <a:pt x="12776" y="4629"/>
                    <a:pt x="12176" y="5396"/>
                  </a:cubicBezTo>
                  <a:cubicBezTo>
                    <a:pt x="11542" y="6197"/>
                    <a:pt x="10575" y="6997"/>
                    <a:pt x="9374" y="7831"/>
                  </a:cubicBezTo>
                  <a:cubicBezTo>
                    <a:pt x="8206" y="8665"/>
                    <a:pt x="6772" y="9699"/>
                    <a:pt x="5671" y="11334"/>
                  </a:cubicBezTo>
                  <a:cubicBezTo>
                    <a:pt x="5404" y="11734"/>
                    <a:pt x="5071" y="12134"/>
                    <a:pt x="4904" y="12668"/>
                  </a:cubicBezTo>
                  <a:cubicBezTo>
                    <a:pt x="4737" y="13168"/>
                    <a:pt x="4737" y="13735"/>
                    <a:pt x="4770" y="14302"/>
                  </a:cubicBezTo>
                  <a:cubicBezTo>
                    <a:pt x="4904" y="15403"/>
                    <a:pt x="5237" y="16537"/>
                    <a:pt x="5438" y="17705"/>
                  </a:cubicBezTo>
                  <a:cubicBezTo>
                    <a:pt x="5571" y="18339"/>
                    <a:pt x="5604" y="18906"/>
                    <a:pt x="5504" y="19540"/>
                  </a:cubicBezTo>
                  <a:cubicBezTo>
                    <a:pt x="5404" y="20173"/>
                    <a:pt x="5037" y="20674"/>
                    <a:pt x="4537" y="21141"/>
                  </a:cubicBezTo>
                  <a:cubicBezTo>
                    <a:pt x="3570" y="22008"/>
                    <a:pt x="2235" y="22575"/>
                    <a:pt x="1068" y="23576"/>
                  </a:cubicBezTo>
                  <a:cubicBezTo>
                    <a:pt x="768" y="23843"/>
                    <a:pt x="534" y="24176"/>
                    <a:pt x="334" y="24510"/>
                  </a:cubicBezTo>
                  <a:lnTo>
                    <a:pt x="201" y="24810"/>
                  </a:lnTo>
                  <a:cubicBezTo>
                    <a:pt x="167" y="24877"/>
                    <a:pt x="167" y="25010"/>
                    <a:pt x="100" y="25077"/>
                  </a:cubicBezTo>
                  <a:cubicBezTo>
                    <a:pt x="34" y="25310"/>
                    <a:pt x="34" y="25510"/>
                    <a:pt x="34" y="25711"/>
                  </a:cubicBezTo>
                  <a:cubicBezTo>
                    <a:pt x="0" y="26545"/>
                    <a:pt x="334" y="27345"/>
                    <a:pt x="668" y="28079"/>
                  </a:cubicBezTo>
                  <a:cubicBezTo>
                    <a:pt x="1001" y="28846"/>
                    <a:pt x="1435" y="29547"/>
                    <a:pt x="1835" y="30314"/>
                  </a:cubicBezTo>
                  <a:cubicBezTo>
                    <a:pt x="2235" y="31048"/>
                    <a:pt x="2569" y="31882"/>
                    <a:pt x="2569" y="32716"/>
                  </a:cubicBezTo>
                  <a:cubicBezTo>
                    <a:pt x="2602" y="33316"/>
                    <a:pt x="2502" y="34250"/>
                    <a:pt x="1902" y="35484"/>
                  </a:cubicBezTo>
                  <a:cubicBezTo>
                    <a:pt x="1668" y="36051"/>
                    <a:pt x="1268" y="36718"/>
                    <a:pt x="934" y="37486"/>
                  </a:cubicBezTo>
                  <a:cubicBezTo>
                    <a:pt x="601" y="38220"/>
                    <a:pt x="201" y="39087"/>
                    <a:pt x="234" y="40154"/>
                  </a:cubicBezTo>
                  <a:cubicBezTo>
                    <a:pt x="334" y="40688"/>
                    <a:pt x="534" y="41155"/>
                    <a:pt x="668" y="41655"/>
                  </a:cubicBezTo>
                  <a:cubicBezTo>
                    <a:pt x="768" y="42156"/>
                    <a:pt x="934" y="42656"/>
                    <a:pt x="1168" y="43156"/>
                  </a:cubicBezTo>
                  <a:cubicBezTo>
                    <a:pt x="1368" y="43657"/>
                    <a:pt x="1535" y="44191"/>
                    <a:pt x="1768" y="44691"/>
                  </a:cubicBezTo>
                  <a:cubicBezTo>
                    <a:pt x="2035" y="45191"/>
                    <a:pt x="2269" y="45725"/>
                    <a:pt x="2569" y="46259"/>
                  </a:cubicBezTo>
                  <a:cubicBezTo>
                    <a:pt x="3703" y="48394"/>
                    <a:pt x="5371" y="50495"/>
                    <a:pt x="7539" y="52196"/>
                  </a:cubicBezTo>
                  <a:cubicBezTo>
                    <a:pt x="8673" y="53030"/>
                    <a:pt x="9841" y="53764"/>
                    <a:pt x="11175" y="54364"/>
                  </a:cubicBezTo>
                  <a:cubicBezTo>
                    <a:pt x="12509" y="54932"/>
                    <a:pt x="13877" y="55432"/>
                    <a:pt x="15345" y="55732"/>
                  </a:cubicBezTo>
                  <a:cubicBezTo>
                    <a:pt x="15678" y="55832"/>
                    <a:pt x="16045" y="55866"/>
                    <a:pt x="16412" y="55932"/>
                  </a:cubicBezTo>
                  <a:cubicBezTo>
                    <a:pt x="16746" y="55999"/>
                    <a:pt x="17113" y="56066"/>
                    <a:pt x="17513" y="56099"/>
                  </a:cubicBezTo>
                  <a:cubicBezTo>
                    <a:pt x="17880" y="56199"/>
                    <a:pt x="18247" y="56232"/>
                    <a:pt x="18614" y="56266"/>
                  </a:cubicBezTo>
                  <a:cubicBezTo>
                    <a:pt x="19014" y="56333"/>
                    <a:pt x="19381" y="56366"/>
                    <a:pt x="19748" y="56366"/>
                  </a:cubicBezTo>
                  <a:cubicBezTo>
                    <a:pt x="21249" y="56433"/>
                    <a:pt x="22750" y="56533"/>
                    <a:pt x="24218" y="56833"/>
                  </a:cubicBezTo>
                  <a:cubicBezTo>
                    <a:pt x="24918" y="56933"/>
                    <a:pt x="25619" y="57200"/>
                    <a:pt x="26353" y="57433"/>
                  </a:cubicBezTo>
                  <a:cubicBezTo>
                    <a:pt x="27020" y="57734"/>
                    <a:pt x="27720" y="58067"/>
                    <a:pt x="28287" y="58501"/>
                  </a:cubicBezTo>
                  <a:cubicBezTo>
                    <a:pt x="28921" y="58868"/>
                    <a:pt x="29455" y="59368"/>
                    <a:pt x="30022" y="59868"/>
                  </a:cubicBezTo>
                  <a:lnTo>
                    <a:pt x="30856" y="60669"/>
                  </a:lnTo>
                  <a:cubicBezTo>
                    <a:pt x="31123" y="60902"/>
                    <a:pt x="31423" y="61169"/>
                    <a:pt x="31723" y="61369"/>
                  </a:cubicBezTo>
                  <a:cubicBezTo>
                    <a:pt x="32924" y="62270"/>
                    <a:pt x="34225" y="63037"/>
                    <a:pt x="35392" y="63871"/>
                  </a:cubicBezTo>
                  <a:cubicBezTo>
                    <a:pt x="36560" y="64672"/>
                    <a:pt x="37594" y="65673"/>
                    <a:pt x="38194" y="66873"/>
                  </a:cubicBezTo>
                  <a:cubicBezTo>
                    <a:pt x="38561" y="67574"/>
                    <a:pt x="38728" y="68374"/>
                    <a:pt x="38861" y="69175"/>
                  </a:cubicBezTo>
                  <a:cubicBezTo>
                    <a:pt x="38928" y="69942"/>
                    <a:pt x="38928" y="70709"/>
                    <a:pt x="38928" y="71443"/>
                  </a:cubicBezTo>
                  <a:cubicBezTo>
                    <a:pt x="38895" y="72211"/>
                    <a:pt x="38928" y="72911"/>
                    <a:pt x="39028" y="73545"/>
                  </a:cubicBezTo>
                  <a:cubicBezTo>
                    <a:pt x="39095" y="73878"/>
                    <a:pt x="39128" y="74179"/>
                    <a:pt x="39228" y="74412"/>
                  </a:cubicBezTo>
                  <a:cubicBezTo>
                    <a:pt x="39328" y="74712"/>
                    <a:pt x="39395" y="74913"/>
                    <a:pt x="39462" y="75113"/>
                  </a:cubicBezTo>
                  <a:cubicBezTo>
                    <a:pt x="39896" y="76314"/>
                    <a:pt x="40729" y="77281"/>
                    <a:pt x="41263" y="78315"/>
                  </a:cubicBezTo>
                  <a:cubicBezTo>
                    <a:pt x="41563" y="78882"/>
                    <a:pt x="41764" y="79416"/>
                    <a:pt x="41830" y="79983"/>
                  </a:cubicBezTo>
                  <a:cubicBezTo>
                    <a:pt x="41864" y="80550"/>
                    <a:pt x="41730" y="81150"/>
                    <a:pt x="41563" y="81717"/>
                  </a:cubicBezTo>
                  <a:cubicBezTo>
                    <a:pt x="41397" y="82251"/>
                    <a:pt x="41063" y="82751"/>
                    <a:pt x="40629" y="83152"/>
                  </a:cubicBezTo>
                  <a:cubicBezTo>
                    <a:pt x="40229" y="83585"/>
                    <a:pt x="39695" y="83886"/>
                    <a:pt x="39128" y="84119"/>
                  </a:cubicBezTo>
                  <a:cubicBezTo>
                    <a:pt x="38061" y="84586"/>
                    <a:pt x="36827" y="84886"/>
                    <a:pt x="35626" y="85387"/>
                  </a:cubicBezTo>
                  <a:cubicBezTo>
                    <a:pt x="35059" y="85620"/>
                    <a:pt x="34458" y="85954"/>
                    <a:pt x="33958" y="86387"/>
                  </a:cubicBezTo>
                  <a:cubicBezTo>
                    <a:pt x="33724" y="86588"/>
                    <a:pt x="33524" y="86854"/>
                    <a:pt x="33291" y="87088"/>
                  </a:cubicBezTo>
                  <a:cubicBezTo>
                    <a:pt x="33091" y="87321"/>
                    <a:pt x="32891" y="87622"/>
                    <a:pt x="32724" y="87888"/>
                  </a:cubicBezTo>
                  <a:cubicBezTo>
                    <a:pt x="32390" y="88422"/>
                    <a:pt x="32090" y="88989"/>
                    <a:pt x="31923" y="89623"/>
                  </a:cubicBezTo>
                  <a:cubicBezTo>
                    <a:pt x="31723" y="90257"/>
                    <a:pt x="31656" y="90924"/>
                    <a:pt x="31590" y="91558"/>
                  </a:cubicBezTo>
                  <a:cubicBezTo>
                    <a:pt x="31523" y="92825"/>
                    <a:pt x="31623" y="94093"/>
                    <a:pt x="31890" y="95327"/>
                  </a:cubicBezTo>
                  <a:cubicBezTo>
                    <a:pt x="32157" y="96595"/>
                    <a:pt x="32490" y="97796"/>
                    <a:pt x="32857" y="98963"/>
                  </a:cubicBezTo>
                  <a:cubicBezTo>
                    <a:pt x="33591" y="101331"/>
                    <a:pt x="34525" y="103633"/>
                    <a:pt x="35059" y="105968"/>
                  </a:cubicBezTo>
                  <a:cubicBezTo>
                    <a:pt x="35226" y="106568"/>
                    <a:pt x="35326" y="107169"/>
                    <a:pt x="35392" y="107769"/>
                  </a:cubicBezTo>
                  <a:cubicBezTo>
                    <a:pt x="35526" y="108403"/>
                    <a:pt x="35592" y="108970"/>
                    <a:pt x="35726" y="109571"/>
                  </a:cubicBezTo>
                  <a:cubicBezTo>
                    <a:pt x="35926" y="110772"/>
                    <a:pt x="36193" y="111939"/>
                    <a:pt x="36493" y="113073"/>
                  </a:cubicBezTo>
                  <a:cubicBezTo>
                    <a:pt x="37060" y="115375"/>
                    <a:pt x="37861" y="117576"/>
                    <a:pt x="38995" y="119544"/>
                  </a:cubicBezTo>
                  <a:cubicBezTo>
                    <a:pt x="40062" y="121546"/>
                    <a:pt x="41530" y="123247"/>
                    <a:pt x="43098" y="124615"/>
                  </a:cubicBezTo>
                  <a:cubicBezTo>
                    <a:pt x="44699" y="126049"/>
                    <a:pt x="46467" y="127083"/>
                    <a:pt x="48202" y="127984"/>
                  </a:cubicBezTo>
                  <a:cubicBezTo>
                    <a:pt x="49869" y="128951"/>
                    <a:pt x="51604" y="129652"/>
                    <a:pt x="53238" y="130285"/>
                  </a:cubicBezTo>
                  <a:cubicBezTo>
                    <a:pt x="54873" y="130853"/>
                    <a:pt x="56407" y="131420"/>
                    <a:pt x="57875" y="131920"/>
                  </a:cubicBezTo>
                  <a:cubicBezTo>
                    <a:pt x="59276" y="132420"/>
                    <a:pt x="60610" y="132887"/>
                    <a:pt x="61778" y="133354"/>
                  </a:cubicBezTo>
                  <a:cubicBezTo>
                    <a:pt x="64113" y="134322"/>
                    <a:pt x="65881" y="135322"/>
                    <a:pt x="67015" y="136156"/>
                  </a:cubicBezTo>
                  <a:cubicBezTo>
                    <a:pt x="67582" y="136557"/>
                    <a:pt x="67949" y="136924"/>
                    <a:pt x="68249" y="137124"/>
                  </a:cubicBezTo>
                  <a:cubicBezTo>
                    <a:pt x="68416" y="137257"/>
                    <a:pt x="68516" y="137324"/>
                    <a:pt x="68583" y="137391"/>
                  </a:cubicBezTo>
                  <a:lnTo>
                    <a:pt x="68683" y="137457"/>
                  </a:lnTo>
                  <a:cubicBezTo>
                    <a:pt x="69307" y="138066"/>
                    <a:pt x="69681" y="138383"/>
                    <a:pt x="69770" y="138383"/>
                  </a:cubicBezTo>
                  <a:cubicBezTo>
                    <a:pt x="69876" y="138383"/>
                    <a:pt x="69578" y="137933"/>
                    <a:pt x="68816" y="136990"/>
                  </a:cubicBezTo>
                  <a:cubicBezTo>
                    <a:pt x="68816" y="136990"/>
                    <a:pt x="68816" y="136957"/>
                    <a:pt x="68750" y="136924"/>
                  </a:cubicBezTo>
                  <a:cubicBezTo>
                    <a:pt x="68649" y="136890"/>
                    <a:pt x="68549" y="136790"/>
                    <a:pt x="68416" y="136657"/>
                  </a:cubicBezTo>
                  <a:cubicBezTo>
                    <a:pt x="68116" y="136423"/>
                    <a:pt x="67749" y="136056"/>
                    <a:pt x="67148" y="135656"/>
                  </a:cubicBezTo>
                  <a:cubicBezTo>
                    <a:pt x="66048" y="134822"/>
                    <a:pt x="64280" y="133788"/>
                    <a:pt x="61911" y="132821"/>
                  </a:cubicBezTo>
                  <a:cubicBezTo>
                    <a:pt x="60710" y="132320"/>
                    <a:pt x="59376" y="131820"/>
                    <a:pt x="57942" y="131320"/>
                  </a:cubicBezTo>
                  <a:cubicBezTo>
                    <a:pt x="56474" y="130819"/>
                    <a:pt x="54940" y="130319"/>
                    <a:pt x="53305" y="129718"/>
                  </a:cubicBezTo>
                  <a:cubicBezTo>
                    <a:pt x="51704" y="129085"/>
                    <a:pt x="49969" y="128384"/>
                    <a:pt x="48302" y="127417"/>
                  </a:cubicBezTo>
                  <a:cubicBezTo>
                    <a:pt x="46600" y="126483"/>
                    <a:pt x="44899" y="125449"/>
                    <a:pt x="43298" y="124081"/>
                  </a:cubicBezTo>
                  <a:cubicBezTo>
                    <a:pt x="41730" y="122713"/>
                    <a:pt x="40363" y="121046"/>
                    <a:pt x="39262" y="119077"/>
                  </a:cubicBezTo>
                  <a:cubicBezTo>
                    <a:pt x="38194" y="117109"/>
                    <a:pt x="37394" y="114941"/>
                    <a:pt x="36793" y="112706"/>
                  </a:cubicBezTo>
                  <a:cubicBezTo>
                    <a:pt x="36526" y="111572"/>
                    <a:pt x="36260" y="110405"/>
                    <a:pt x="36059" y="109237"/>
                  </a:cubicBezTo>
                  <a:cubicBezTo>
                    <a:pt x="35959" y="108637"/>
                    <a:pt x="35859" y="108070"/>
                    <a:pt x="35759" y="107469"/>
                  </a:cubicBezTo>
                  <a:cubicBezTo>
                    <a:pt x="35626" y="106902"/>
                    <a:pt x="35559" y="106302"/>
                    <a:pt x="35426" y="105701"/>
                  </a:cubicBezTo>
                  <a:cubicBezTo>
                    <a:pt x="34859" y="103299"/>
                    <a:pt x="33925" y="101031"/>
                    <a:pt x="33224" y="98629"/>
                  </a:cubicBezTo>
                  <a:cubicBezTo>
                    <a:pt x="32891" y="97462"/>
                    <a:pt x="32557" y="96261"/>
                    <a:pt x="32290" y="95060"/>
                  </a:cubicBezTo>
                  <a:cubicBezTo>
                    <a:pt x="32090" y="93859"/>
                    <a:pt x="31923" y="92592"/>
                    <a:pt x="32023" y="91391"/>
                  </a:cubicBezTo>
                  <a:cubicBezTo>
                    <a:pt x="32057" y="90791"/>
                    <a:pt x="32123" y="90190"/>
                    <a:pt x="32290" y="89590"/>
                  </a:cubicBezTo>
                  <a:cubicBezTo>
                    <a:pt x="32457" y="89023"/>
                    <a:pt x="32724" y="88422"/>
                    <a:pt x="33057" y="87922"/>
                  </a:cubicBezTo>
                  <a:cubicBezTo>
                    <a:pt x="33224" y="87688"/>
                    <a:pt x="33391" y="87421"/>
                    <a:pt x="33591" y="87221"/>
                  </a:cubicBezTo>
                  <a:cubicBezTo>
                    <a:pt x="33758" y="87021"/>
                    <a:pt x="34025" y="86788"/>
                    <a:pt x="34225" y="86588"/>
                  </a:cubicBezTo>
                  <a:cubicBezTo>
                    <a:pt x="34692" y="86221"/>
                    <a:pt x="35226" y="85920"/>
                    <a:pt x="35759" y="85687"/>
                  </a:cubicBezTo>
                  <a:cubicBezTo>
                    <a:pt x="36893" y="85220"/>
                    <a:pt x="38128" y="84920"/>
                    <a:pt x="39295" y="84419"/>
                  </a:cubicBezTo>
                  <a:cubicBezTo>
                    <a:pt x="39896" y="84186"/>
                    <a:pt x="40429" y="83852"/>
                    <a:pt x="40930" y="83385"/>
                  </a:cubicBezTo>
                  <a:cubicBezTo>
                    <a:pt x="41397" y="82952"/>
                    <a:pt x="41764" y="82385"/>
                    <a:pt x="41964" y="81751"/>
                  </a:cubicBezTo>
                  <a:cubicBezTo>
                    <a:pt x="42064" y="81417"/>
                    <a:pt x="42130" y="81117"/>
                    <a:pt x="42197" y="80783"/>
                  </a:cubicBezTo>
                  <a:cubicBezTo>
                    <a:pt x="42231" y="80517"/>
                    <a:pt x="42264" y="80183"/>
                    <a:pt x="42231" y="79849"/>
                  </a:cubicBezTo>
                  <a:cubicBezTo>
                    <a:pt x="42197" y="79182"/>
                    <a:pt x="41930" y="78548"/>
                    <a:pt x="41630" y="78015"/>
                  </a:cubicBezTo>
                  <a:cubicBezTo>
                    <a:pt x="41063" y="76914"/>
                    <a:pt x="40262" y="75947"/>
                    <a:pt x="39896" y="74879"/>
                  </a:cubicBezTo>
                  <a:cubicBezTo>
                    <a:pt x="39862" y="74712"/>
                    <a:pt x="39762" y="74512"/>
                    <a:pt x="39695" y="74245"/>
                  </a:cubicBezTo>
                  <a:cubicBezTo>
                    <a:pt x="39629" y="74012"/>
                    <a:pt x="39595" y="73745"/>
                    <a:pt x="39529" y="73445"/>
                  </a:cubicBezTo>
                  <a:cubicBezTo>
                    <a:pt x="39429" y="72878"/>
                    <a:pt x="39395" y="72211"/>
                    <a:pt x="39429" y="71443"/>
                  </a:cubicBezTo>
                  <a:cubicBezTo>
                    <a:pt x="39462" y="69942"/>
                    <a:pt x="39395" y="68174"/>
                    <a:pt x="38628" y="66607"/>
                  </a:cubicBezTo>
                  <a:cubicBezTo>
                    <a:pt x="38028" y="65272"/>
                    <a:pt x="36893" y="64238"/>
                    <a:pt x="35693" y="63404"/>
                  </a:cubicBezTo>
                  <a:cubicBezTo>
                    <a:pt x="34525" y="62570"/>
                    <a:pt x="33224" y="61836"/>
                    <a:pt x="32057" y="60936"/>
                  </a:cubicBezTo>
                  <a:cubicBezTo>
                    <a:pt x="31723" y="60702"/>
                    <a:pt x="31456" y="60502"/>
                    <a:pt x="31189" y="60235"/>
                  </a:cubicBezTo>
                  <a:lnTo>
                    <a:pt x="30355" y="59501"/>
                  </a:lnTo>
                  <a:cubicBezTo>
                    <a:pt x="29788" y="58934"/>
                    <a:pt x="29221" y="58434"/>
                    <a:pt x="28554" y="58034"/>
                  </a:cubicBezTo>
                  <a:cubicBezTo>
                    <a:pt x="27920" y="57567"/>
                    <a:pt x="27220" y="57233"/>
                    <a:pt x="26519" y="56933"/>
                  </a:cubicBezTo>
                  <a:cubicBezTo>
                    <a:pt x="25785" y="56666"/>
                    <a:pt x="25052" y="56433"/>
                    <a:pt x="24284" y="56266"/>
                  </a:cubicBezTo>
                  <a:cubicBezTo>
                    <a:pt x="22783" y="55932"/>
                    <a:pt x="21282" y="55899"/>
                    <a:pt x="19781" y="55832"/>
                  </a:cubicBezTo>
                  <a:cubicBezTo>
                    <a:pt x="19414" y="55832"/>
                    <a:pt x="19047" y="55765"/>
                    <a:pt x="18680" y="55732"/>
                  </a:cubicBezTo>
                  <a:cubicBezTo>
                    <a:pt x="18347" y="55699"/>
                    <a:pt x="17947" y="55665"/>
                    <a:pt x="17580" y="55599"/>
                  </a:cubicBezTo>
                  <a:cubicBezTo>
                    <a:pt x="17213" y="55565"/>
                    <a:pt x="16879" y="55532"/>
                    <a:pt x="16512" y="55432"/>
                  </a:cubicBezTo>
                  <a:cubicBezTo>
                    <a:pt x="16112" y="55365"/>
                    <a:pt x="15745" y="55332"/>
                    <a:pt x="15411" y="55232"/>
                  </a:cubicBezTo>
                  <a:cubicBezTo>
                    <a:pt x="14010" y="54932"/>
                    <a:pt x="12609" y="54431"/>
                    <a:pt x="11342" y="53897"/>
                  </a:cubicBezTo>
                  <a:cubicBezTo>
                    <a:pt x="10041" y="53364"/>
                    <a:pt x="8873" y="52597"/>
                    <a:pt x="7773" y="51829"/>
                  </a:cubicBezTo>
                  <a:cubicBezTo>
                    <a:pt x="5671" y="50161"/>
                    <a:pt x="4037" y="48093"/>
                    <a:pt x="2902" y="46025"/>
                  </a:cubicBezTo>
                  <a:cubicBezTo>
                    <a:pt x="2602" y="45525"/>
                    <a:pt x="2369" y="44991"/>
                    <a:pt x="2102" y="44491"/>
                  </a:cubicBezTo>
                  <a:cubicBezTo>
                    <a:pt x="1868" y="43990"/>
                    <a:pt x="1702" y="43423"/>
                    <a:pt x="1501" y="42923"/>
                  </a:cubicBezTo>
                  <a:cubicBezTo>
                    <a:pt x="1268" y="42423"/>
                    <a:pt x="1168" y="41922"/>
                    <a:pt x="1001" y="41422"/>
                  </a:cubicBezTo>
                  <a:cubicBezTo>
                    <a:pt x="868" y="40988"/>
                    <a:pt x="668" y="40488"/>
                    <a:pt x="601" y="40054"/>
                  </a:cubicBezTo>
                  <a:cubicBezTo>
                    <a:pt x="567" y="39187"/>
                    <a:pt x="934" y="38353"/>
                    <a:pt x="1268" y="37586"/>
                  </a:cubicBezTo>
                  <a:cubicBezTo>
                    <a:pt x="1602" y="36852"/>
                    <a:pt x="1935" y="36185"/>
                    <a:pt x="2235" y="35551"/>
                  </a:cubicBezTo>
                  <a:cubicBezTo>
                    <a:pt x="2836" y="34350"/>
                    <a:pt x="3003" y="33316"/>
                    <a:pt x="2902" y="32649"/>
                  </a:cubicBezTo>
                  <a:cubicBezTo>
                    <a:pt x="2869" y="31715"/>
                    <a:pt x="2502" y="30848"/>
                    <a:pt x="2102" y="30080"/>
                  </a:cubicBezTo>
                  <a:cubicBezTo>
                    <a:pt x="1735" y="29347"/>
                    <a:pt x="1268" y="28579"/>
                    <a:pt x="934" y="27879"/>
                  </a:cubicBezTo>
                  <a:cubicBezTo>
                    <a:pt x="601" y="27178"/>
                    <a:pt x="334" y="26411"/>
                    <a:pt x="367" y="25677"/>
                  </a:cubicBezTo>
                  <a:cubicBezTo>
                    <a:pt x="401" y="25510"/>
                    <a:pt x="401" y="25310"/>
                    <a:pt x="434" y="25144"/>
                  </a:cubicBezTo>
                  <a:cubicBezTo>
                    <a:pt x="501" y="25043"/>
                    <a:pt x="501" y="24977"/>
                    <a:pt x="534" y="24877"/>
                  </a:cubicBezTo>
                  <a:lnTo>
                    <a:pt x="668" y="24643"/>
                  </a:lnTo>
                  <a:cubicBezTo>
                    <a:pt x="834" y="24310"/>
                    <a:pt x="1068" y="24043"/>
                    <a:pt x="1335" y="23809"/>
                  </a:cubicBezTo>
                  <a:cubicBezTo>
                    <a:pt x="2402" y="22842"/>
                    <a:pt x="3736" y="22241"/>
                    <a:pt x="4770" y="21341"/>
                  </a:cubicBezTo>
                  <a:cubicBezTo>
                    <a:pt x="5037" y="21074"/>
                    <a:pt x="5237" y="20840"/>
                    <a:pt x="5471" y="20540"/>
                  </a:cubicBezTo>
                  <a:cubicBezTo>
                    <a:pt x="5538" y="20407"/>
                    <a:pt x="5638" y="20240"/>
                    <a:pt x="5704" y="20073"/>
                  </a:cubicBezTo>
                  <a:lnTo>
                    <a:pt x="5838" y="19573"/>
                  </a:lnTo>
                  <a:cubicBezTo>
                    <a:pt x="5971" y="18906"/>
                    <a:pt x="5871" y="18305"/>
                    <a:pt x="5805" y="17672"/>
                  </a:cubicBezTo>
                  <a:cubicBezTo>
                    <a:pt x="5571" y="16471"/>
                    <a:pt x="5237" y="15370"/>
                    <a:pt x="5137" y="14302"/>
                  </a:cubicBezTo>
                  <a:cubicBezTo>
                    <a:pt x="5037" y="13802"/>
                    <a:pt x="5037" y="13235"/>
                    <a:pt x="5204" y="12801"/>
                  </a:cubicBezTo>
                  <a:cubicBezTo>
                    <a:pt x="5338" y="12334"/>
                    <a:pt x="5671" y="11967"/>
                    <a:pt x="5905" y="11534"/>
                  </a:cubicBezTo>
                  <a:cubicBezTo>
                    <a:pt x="7005" y="9966"/>
                    <a:pt x="8373" y="8965"/>
                    <a:pt x="9541" y="8065"/>
                  </a:cubicBezTo>
                  <a:cubicBezTo>
                    <a:pt x="10741" y="7231"/>
                    <a:pt x="11742" y="6464"/>
                    <a:pt x="12376" y="5630"/>
                  </a:cubicBezTo>
                  <a:cubicBezTo>
                    <a:pt x="13043" y="4796"/>
                    <a:pt x="13377" y="3995"/>
                    <a:pt x="13577" y="3361"/>
                  </a:cubicBezTo>
                  <a:cubicBezTo>
                    <a:pt x="13677" y="3028"/>
                    <a:pt x="13777" y="2794"/>
                    <a:pt x="13844" y="2527"/>
                  </a:cubicBezTo>
                  <a:cubicBezTo>
                    <a:pt x="13910" y="2294"/>
                    <a:pt x="13910" y="2127"/>
                    <a:pt x="13944" y="1960"/>
                  </a:cubicBezTo>
                  <a:cubicBezTo>
                    <a:pt x="14010" y="1627"/>
                    <a:pt x="14044" y="1493"/>
                    <a:pt x="14044" y="1493"/>
                  </a:cubicBezTo>
                  <a:cubicBezTo>
                    <a:pt x="14128" y="501"/>
                    <a:pt x="14102" y="0"/>
                    <a:pt x="140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30" name="Google Shape;2030;p18"/>
            <p:cNvSpPr/>
            <p:nvPr/>
          </p:nvSpPr>
          <p:spPr>
            <a:xfrm>
              <a:off x="9719578" y="1544473"/>
              <a:ext cx="415679" cy="246140"/>
            </a:xfrm>
            <a:custGeom>
              <a:avLst/>
              <a:gdLst/>
              <a:ahLst/>
              <a:cxnLst/>
              <a:rect l="l" t="t" r="r" b="b"/>
              <a:pathLst>
                <a:path w="18450" h="10925" extrusionOk="0">
                  <a:moveTo>
                    <a:pt x="6115" y="0"/>
                  </a:moveTo>
                  <a:cubicBezTo>
                    <a:pt x="6078" y="0"/>
                    <a:pt x="6041" y="3"/>
                    <a:pt x="6004" y="9"/>
                  </a:cubicBezTo>
                  <a:lnTo>
                    <a:pt x="5671" y="9"/>
                  </a:lnTo>
                  <a:lnTo>
                    <a:pt x="5371" y="42"/>
                  </a:lnTo>
                  <a:cubicBezTo>
                    <a:pt x="5171" y="109"/>
                    <a:pt x="4937" y="143"/>
                    <a:pt x="4770" y="209"/>
                  </a:cubicBezTo>
                  <a:cubicBezTo>
                    <a:pt x="4603" y="276"/>
                    <a:pt x="4403" y="343"/>
                    <a:pt x="4237" y="443"/>
                  </a:cubicBezTo>
                  <a:cubicBezTo>
                    <a:pt x="4070" y="476"/>
                    <a:pt x="3903" y="610"/>
                    <a:pt x="3736" y="710"/>
                  </a:cubicBezTo>
                  <a:cubicBezTo>
                    <a:pt x="3569" y="810"/>
                    <a:pt x="3436" y="976"/>
                    <a:pt x="3336" y="1110"/>
                  </a:cubicBezTo>
                  <a:cubicBezTo>
                    <a:pt x="3202" y="1210"/>
                    <a:pt x="3069" y="1343"/>
                    <a:pt x="3002" y="1510"/>
                  </a:cubicBezTo>
                  <a:cubicBezTo>
                    <a:pt x="2602" y="2111"/>
                    <a:pt x="2335" y="2678"/>
                    <a:pt x="2068" y="3178"/>
                  </a:cubicBezTo>
                  <a:cubicBezTo>
                    <a:pt x="1835" y="3678"/>
                    <a:pt x="1568" y="4045"/>
                    <a:pt x="1268" y="4346"/>
                  </a:cubicBezTo>
                  <a:cubicBezTo>
                    <a:pt x="1201" y="4379"/>
                    <a:pt x="1168" y="4479"/>
                    <a:pt x="1068" y="4512"/>
                  </a:cubicBezTo>
                  <a:cubicBezTo>
                    <a:pt x="1001" y="4546"/>
                    <a:pt x="934" y="4612"/>
                    <a:pt x="867" y="4646"/>
                  </a:cubicBezTo>
                  <a:cubicBezTo>
                    <a:pt x="734" y="4712"/>
                    <a:pt x="601" y="4779"/>
                    <a:pt x="534" y="4813"/>
                  </a:cubicBezTo>
                  <a:cubicBezTo>
                    <a:pt x="334" y="4879"/>
                    <a:pt x="200" y="4879"/>
                    <a:pt x="200" y="4879"/>
                  </a:cubicBezTo>
                  <a:cubicBezTo>
                    <a:pt x="9" y="4943"/>
                    <a:pt x="1" y="5282"/>
                    <a:pt x="234" y="5282"/>
                  </a:cubicBezTo>
                  <a:cubicBezTo>
                    <a:pt x="244" y="5282"/>
                    <a:pt x="256" y="5281"/>
                    <a:pt x="267" y="5280"/>
                  </a:cubicBezTo>
                  <a:cubicBezTo>
                    <a:pt x="267" y="5280"/>
                    <a:pt x="400" y="5280"/>
                    <a:pt x="667" y="5179"/>
                  </a:cubicBezTo>
                  <a:cubicBezTo>
                    <a:pt x="767" y="5146"/>
                    <a:pt x="901" y="5146"/>
                    <a:pt x="1068" y="5013"/>
                  </a:cubicBezTo>
                  <a:cubicBezTo>
                    <a:pt x="1168" y="4979"/>
                    <a:pt x="1234" y="4879"/>
                    <a:pt x="1334" y="4846"/>
                  </a:cubicBezTo>
                  <a:cubicBezTo>
                    <a:pt x="1401" y="4779"/>
                    <a:pt x="1501" y="4712"/>
                    <a:pt x="1568" y="4646"/>
                  </a:cubicBezTo>
                  <a:cubicBezTo>
                    <a:pt x="1902" y="4346"/>
                    <a:pt x="2202" y="3879"/>
                    <a:pt x="2502" y="3378"/>
                  </a:cubicBezTo>
                  <a:cubicBezTo>
                    <a:pt x="2769" y="2878"/>
                    <a:pt x="3069" y="2311"/>
                    <a:pt x="3436" y="1810"/>
                  </a:cubicBezTo>
                  <a:cubicBezTo>
                    <a:pt x="3536" y="1677"/>
                    <a:pt x="3669" y="1544"/>
                    <a:pt x="3736" y="1443"/>
                  </a:cubicBezTo>
                  <a:cubicBezTo>
                    <a:pt x="3870" y="1343"/>
                    <a:pt x="4003" y="1210"/>
                    <a:pt x="4103" y="1143"/>
                  </a:cubicBezTo>
                  <a:cubicBezTo>
                    <a:pt x="4237" y="1043"/>
                    <a:pt x="4370" y="943"/>
                    <a:pt x="4537" y="876"/>
                  </a:cubicBezTo>
                  <a:cubicBezTo>
                    <a:pt x="4670" y="843"/>
                    <a:pt x="4837" y="776"/>
                    <a:pt x="5004" y="710"/>
                  </a:cubicBezTo>
                  <a:cubicBezTo>
                    <a:pt x="5319" y="615"/>
                    <a:pt x="5641" y="550"/>
                    <a:pt x="5942" y="550"/>
                  </a:cubicBezTo>
                  <a:cubicBezTo>
                    <a:pt x="6280" y="550"/>
                    <a:pt x="6592" y="632"/>
                    <a:pt x="6838" y="843"/>
                  </a:cubicBezTo>
                  <a:cubicBezTo>
                    <a:pt x="7072" y="1043"/>
                    <a:pt x="7239" y="1343"/>
                    <a:pt x="7405" y="1644"/>
                  </a:cubicBezTo>
                  <a:cubicBezTo>
                    <a:pt x="7572" y="1944"/>
                    <a:pt x="7706" y="2277"/>
                    <a:pt x="7872" y="2611"/>
                  </a:cubicBezTo>
                  <a:cubicBezTo>
                    <a:pt x="8206" y="3211"/>
                    <a:pt x="8573" y="3945"/>
                    <a:pt x="9173" y="4379"/>
                  </a:cubicBezTo>
                  <a:cubicBezTo>
                    <a:pt x="9407" y="4646"/>
                    <a:pt x="9774" y="4813"/>
                    <a:pt x="10174" y="4946"/>
                  </a:cubicBezTo>
                  <a:cubicBezTo>
                    <a:pt x="10443" y="4995"/>
                    <a:pt x="10729" y="5026"/>
                    <a:pt x="11034" y="5026"/>
                  </a:cubicBezTo>
                  <a:cubicBezTo>
                    <a:pt x="11145" y="5026"/>
                    <a:pt x="11259" y="5022"/>
                    <a:pt x="11375" y="5013"/>
                  </a:cubicBezTo>
                  <a:cubicBezTo>
                    <a:pt x="12176" y="4946"/>
                    <a:pt x="12909" y="4612"/>
                    <a:pt x="13543" y="4546"/>
                  </a:cubicBezTo>
                  <a:cubicBezTo>
                    <a:pt x="13877" y="4546"/>
                    <a:pt x="14110" y="4646"/>
                    <a:pt x="14344" y="4846"/>
                  </a:cubicBezTo>
                  <a:cubicBezTo>
                    <a:pt x="14577" y="5046"/>
                    <a:pt x="14744" y="5346"/>
                    <a:pt x="14877" y="5680"/>
                  </a:cubicBezTo>
                  <a:cubicBezTo>
                    <a:pt x="15011" y="6013"/>
                    <a:pt x="15111" y="6347"/>
                    <a:pt x="15211" y="6681"/>
                  </a:cubicBezTo>
                  <a:cubicBezTo>
                    <a:pt x="15278" y="6981"/>
                    <a:pt x="15344" y="7314"/>
                    <a:pt x="15378" y="7648"/>
                  </a:cubicBezTo>
                  <a:cubicBezTo>
                    <a:pt x="15445" y="8315"/>
                    <a:pt x="15545" y="8949"/>
                    <a:pt x="15745" y="9516"/>
                  </a:cubicBezTo>
                  <a:cubicBezTo>
                    <a:pt x="15912" y="10083"/>
                    <a:pt x="16245" y="10617"/>
                    <a:pt x="16745" y="10817"/>
                  </a:cubicBezTo>
                  <a:cubicBezTo>
                    <a:pt x="16950" y="10899"/>
                    <a:pt x="17132" y="10925"/>
                    <a:pt x="17294" y="10925"/>
                  </a:cubicBezTo>
                  <a:cubicBezTo>
                    <a:pt x="17529" y="10925"/>
                    <a:pt x="17722" y="10870"/>
                    <a:pt x="17880" y="10850"/>
                  </a:cubicBezTo>
                  <a:lnTo>
                    <a:pt x="18247" y="10717"/>
                  </a:lnTo>
                  <a:cubicBezTo>
                    <a:pt x="18449" y="10641"/>
                    <a:pt x="18421" y="10449"/>
                    <a:pt x="18279" y="10449"/>
                  </a:cubicBezTo>
                  <a:cubicBezTo>
                    <a:pt x="18234" y="10449"/>
                    <a:pt x="18177" y="10469"/>
                    <a:pt x="18113" y="10517"/>
                  </a:cubicBezTo>
                  <a:cubicBezTo>
                    <a:pt x="18113" y="10517"/>
                    <a:pt x="18013" y="10550"/>
                    <a:pt x="17780" y="10617"/>
                  </a:cubicBezTo>
                  <a:cubicBezTo>
                    <a:pt x="17690" y="10632"/>
                    <a:pt x="17581" y="10647"/>
                    <a:pt x="17457" y="10647"/>
                  </a:cubicBezTo>
                  <a:cubicBezTo>
                    <a:pt x="17304" y="10647"/>
                    <a:pt x="17130" y="10624"/>
                    <a:pt x="16946" y="10550"/>
                  </a:cubicBezTo>
                  <a:cubicBezTo>
                    <a:pt x="16612" y="10450"/>
                    <a:pt x="16379" y="10016"/>
                    <a:pt x="16212" y="9516"/>
                  </a:cubicBezTo>
                  <a:cubicBezTo>
                    <a:pt x="16045" y="9016"/>
                    <a:pt x="16012" y="8382"/>
                    <a:pt x="15912" y="7715"/>
                  </a:cubicBezTo>
                  <a:cubicBezTo>
                    <a:pt x="15878" y="7381"/>
                    <a:pt x="15845" y="7014"/>
                    <a:pt x="15745" y="6647"/>
                  </a:cubicBezTo>
                  <a:cubicBezTo>
                    <a:pt x="15678" y="6280"/>
                    <a:pt x="15578" y="5947"/>
                    <a:pt x="15411" y="5546"/>
                  </a:cubicBezTo>
                  <a:cubicBezTo>
                    <a:pt x="15278" y="5213"/>
                    <a:pt x="15078" y="4846"/>
                    <a:pt x="14777" y="4512"/>
                  </a:cubicBezTo>
                  <a:cubicBezTo>
                    <a:pt x="14611" y="4379"/>
                    <a:pt x="14410" y="4212"/>
                    <a:pt x="14210" y="4145"/>
                  </a:cubicBezTo>
                  <a:cubicBezTo>
                    <a:pt x="14010" y="4045"/>
                    <a:pt x="13743" y="4012"/>
                    <a:pt x="13543" y="4012"/>
                  </a:cubicBezTo>
                  <a:cubicBezTo>
                    <a:pt x="13110" y="4012"/>
                    <a:pt x="12743" y="4145"/>
                    <a:pt x="12376" y="4212"/>
                  </a:cubicBezTo>
                  <a:cubicBezTo>
                    <a:pt x="12009" y="4312"/>
                    <a:pt x="11675" y="4379"/>
                    <a:pt x="11342" y="4446"/>
                  </a:cubicBezTo>
                  <a:cubicBezTo>
                    <a:pt x="11260" y="4454"/>
                    <a:pt x="11179" y="4458"/>
                    <a:pt x="11099" y="4458"/>
                  </a:cubicBezTo>
                  <a:cubicBezTo>
                    <a:pt x="10549" y="4458"/>
                    <a:pt x="10023" y="4265"/>
                    <a:pt x="9674" y="3945"/>
                  </a:cubicBezTo>
                  <a:cubicBezTo>
                    <a:pt x="9207" y="3545"/>
                    <a:pt x="8873" y="2978"/>
                    <a:pt x="8540" y="2344"/>
                  </a:cubicBezTo>
                  <a:cubicBezTo>
                    <a:pt x="8373" y="2011"/>
                    <a:pt x="8239" y="1677"/>
                    <a:pt x="8039" y="1343"/>
                  </a:cubicBezTo>
                  <a:cubicBezTo>
                    <a:pt x="7839" y="1010"/>
                    <a:pt x="7606" y="676"/>
                    <a:pt x="7239" y="376"/>
                  </a:cubicBezTo>
                  <a:cubicBezTo>
                    <a:pt x="7172" y="343"/>
                    <a:pt x="7072" y="276"/>
                    <a:pt x="6938" y="209"/>
                  </a:cubicBezTo>
                  <a:cubicBezTo>
                    <a:pt x="6872" y="176"/>
                    <a:pt x="6772" y="143"/>
                    <a:pt x="6672" y="109"/>
                  </a:cubicBezTo>
                  <a:cubicBezTo>
                    <a:pt x="6454" y="55"/>
                    <a:pt x="6280" y="0"/>
                    <a:pt x="61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31" name="Google Shape;2031;p18"/>
            <p:cNvSpPr/>
            <p:nvPr/>
          </p:nvSpPr>
          <p:spPr>
            <a:xfrm>
              <a:off x="10093846" y="1486504"/>
              <a:ext cx="370483" cy="268670"/>
            </a:xfrm>
            <a:custGeom>
              <a:avLst/>
              <a:gdLst/>
              <a:ahLst/>
              <a:cxnLst/>
              <a:rect l="l" t="t" r="r" b="b"/>
              <a:pathLst>
                <a:path w="16444" h="11925" extrusionOk="0">
                  <a:moveTo>
                    <a:pt x="5749" y="1"/>
                  </a:moveTo>
                  <a:cubicBezTo>
                    <a:pt x="5525" y="1"/>
                    <a:pt x="5304" y="29"/>
                    <a:pt x="5104" y="47"/>
                  </a:cubicBezTo>
                  <a:cubicBezTo>
                    <a:pt x="4904" y="80"/>
                    <a:pt x="4670" y="114"/>
                    <a:pt x="4503" y="147"/>
                  </a:cubicBezTo>
                  <a:cubicBezTo>
                    <a:pt x="4336" y="214"/>
                    <a:pt x="4136" y="314"/>
                    <a:pt x="3970" y="414"/>
                  </a:cubicBezTo>
                  <a:cubicBezTo>
                    <a:pt x="3269" y="848"/>
                    <a:pt x="2902" y="1548"/>
                    <a:pt x="2635" y="2115"/>
                  </a:cubicBezTo>
                  <a:cubicBezTo>
                    <a:pt x="2402" y="2716"/>
                    <a:pt x="2235" y="3283"/>
                    <a:pt x="2001" y="3783"/>
                  </a:cubicBezTo>
                  <a:cubicBezTo>
                    <a:pt x="1801" y="4283"/>
                    <a:pt x="1601" y="4717"/>
                    <a:pt x="1334" y="4950"/>
                  </a:cubicBezTo>
                  <a:cubicBezTo>
                    <a:pt x="1101" y="5217"/>
                    <a:pt x="834" y="5284"/>
                    <a:pt x="634" y="5317"/>
                  </a:cubicBezTo>
                  <a:lnTo>
                    <a:pt x="334" y="5317"/>
                  </a:lnTo>
                  <a:cubicBezTo>
                    <a:pt x="100" y="5317"/>
                    <a:pt x="0" y="5651"/>
                    <a:pt x="300" y="5718"/>
                  </a:cubicBezTo>
                  <a:lnTo>
                    <a:pt x="667" y="5718"/>
                  </a:lnTo>
                  <a:cubicBezTo>
                    <a:pt x="934" y="5718"/>
                    <a:pt x="1301" y="5618"/>
                    <a:pt x="1635" y="5284"/>
                  </a:cubicBezTo>
                  <a:cubicBezTo>
                    <a:pt x="2302" y="4650"/>
                    <a:pt x="2602" y="3483"/>
                    <a:pt x="3102" y="2382"/>
                  </a:cubicBezTo>
                  <a:cubicBezTo>
                    <a:pt x="3336" y="1782"/>
                    <a:pt x="3669" y="1248"/>
                    <a:pt x="4236" y="948"/>
                  </a:cubicBezTo>
                  <a:cubicBezTo>
                    <a:pt x="4336" y="881"/>
                    <a:pt x="4470" y="848"/>
                    <a:pt x="4637" y="781"/>
                  </a:cubicBezTo>
                  <a:cubicBezTo>
                    <a:pt x="4770" y="747"/>
                    <a:pt x="4937" y="747"/>
                    <a:pt x="5104" y="714"/>
                  </a:cubicBezTo>
                  <a:cubicBezTo>
                    <a:pt x="5437" y="714"/>
                    <a:pt x="5737" y="714"/>
                    <a:pt x="6004" y="781"/>
                  </a:cubicBezTo>
                  <a:cubicBezTo>
                    <a:pt x="6571" y="948"/>
                    <a:pt x="6972" y="1448"/>
                    <a:pt x="7272" y="2048"/>
                  </a:cubicBezTo>
                  <a:cubicBezTo>
                    <a:pt x="7572" y="2615"/>
                    <a:pt x="7806" y="3249"/>
                    <a:pt x="8106" y="3816"/>
                  </a:cubicBezTo>
                  <a:cubicBezTo>
                    <a:pt x="8239" y="4083"/>
                    <a:pt x="8439" y="4383"/>
                    <a:pt x="8506" y="4483"/>
                  </a:cubicBezTo>
                  <a:lnTo>
                    <a:pt x="8506" y="4450"/>
                  </a:lnTo>
                  <a:cubicBezTo>
                    <a:pt x="8640" y="4584"/>
                    <a:pt x="8740" y="4750"/>
                    <a:pt x="8840" y="4884"/>
                  </a:cubicBezTo>
                  <a:cubicBezTo>
                    <a:pt x="8973" y="4984"/>
                    <a:pt x="9107" y="5117"/>
                    <a:pt x="9273" y="5251"/>
                  </a:cubicBezTo>
                  <a:cubicBezTo>
                    <a:pt x="9574" y="5451"/>
                    <a:pt x="9940" y="5618"/>
                    <a:pt x="10307" y="5718"/>
                  </a:cubicBezTo>
                  <a:cubicBezTo>
                    <a:pt x="11075" y="5884"/>
                    <a:pt x="11775" y="5784"/>
                    <a:pt x="12342" y="5918"/>
                  </a:cubicBezTo>
                  <a:cubicBezTo>
                    <a:pt x="12642" y="5985"/>
                    <a:pt x="12909" y="6118"/>
                    <a:pt x="13109" y="6285"/>
                  </a:cubicBezTo>
                  <a:cubicBezTo>
                    <a:pt x="13310" y="6485"/>
                    <a:pt x="13510" y="6752"/>
                    <a:pt x="13643" y="6985"/>
                  </a:cubicBezTo>
                  <a:cubicBezTo>
                    <a:pt x="13943" y="7519"/>
                    <a:pt x="14010" y="8086"/>
                    <a:pt x="14010" y="8653"/>
                  </a:cubicBezTo>
                  <a:cubicBezTo>
                    <a:pt x="14010" y="9254"/>
                    <a:pt x="13943" y="9854"/>
                    <a:pt x="14110" y="10388"/>
                  </a:cubicBezTo>
                  <a:cubicBezTo>
                    <a:pt x="14143" y="10521"/>
                    <a:pt x="14244" y="10621"/>
                    <a:pt x="14277" y="10755"/>
                  </a:cubicBezTo>
                  <a:cubicBezTo>
                    <a:pt x="14310" y="10888"/>
                    <a:pt x="14410" y="10988"/>
                    <a:pt x="14477" y="11088"/>
                  </a:cubicBezTo>
                  <a:cubicBezTo>
                    <a:pt x="14644" y="11255"/>
                    <a:pt x="14811" y="11422"/>
                    <a:pt x="14977" y="11522"/>
                  </a:cubicBezTo>
                  <a:cubicBezTo>
                    <a:pt x="15144" y="11589"/>
                    <a:pt x="15311" y="11689"/>
                    <a:pt x="15444" y="11722"/>
                  </a:cubicBezTo>
                  <a:cubicBezTo>
                    <a:pt x="15611" y="11755"/>
                    <a:pt x="15745" y="11822"/>
                    <a:pt x="15811" y="11822"/>
                  </a:cubicBezTo>
                  <a:cubicBezTo>
                    <a:pt x="15978" y="11889"/>
                    <a:pt x="16112" y="11922"/>
                    <a:pt x="16112" y="11922"/>
                  </a:cubicBezTo>
                  <a:cubicBezTo>
                    <a:pt x="16129" y="11924"/>
                    <a:pt x="16145" y="11925"/>
                    <a:pt x="16161" y="11925"/>
                  </a:cubicBezTo>
                  <a:cubicBezTo>
                    <a:pt x="16415" y="11925"/>
                    <a:pt x="16443" y="11679"/>
                    <a:pt x="16412" y="11522"/>
                  </a:cubicBezTo>
                  <a:cubicBezTo>
                    <a:pt x="16412" y="11522"/>
                    <a:pt x="16278" y="11455"/>
                    <a:pt x="16112" y="11422"/>
                  </a:cubicBezTo>
                  <a:cubicBezTo>
                    <a:pt x="15978" y="11388"/>
                    <a:pt x="15911" y="11322"/>
                    <a:pt x="15778" y="11288"/>
                  </a:cubicBezTo>
                  <a:cubicBezTo>
                    <a:pt x="15645" y="11255"/>
                    <a:pt x="15478" y="11188"/>
                    <a:pt x="15344" y="11088"/>
                  </a:cubicBezTo>
                  <a:cubicBezTo>
                    <a:pt x="15078" y="10921"/>
                    <a:pt x="14777" y="10621"/>
                    <a:pt x="14677" y="10221"/>
                  </a:cubicBezTo>
                  <a:cubicBezTo>
                    <a:pt x="14611" y="9787"/>
                    <a:pt x="14644" y="9254"/>
                    <a:pt x="14677" y="8686"/>
                  </a:cubicBezTo>
                  <a:cubicBezTo>
                    <a:pt x="14677" y="8053"/>
                    <a:pt x="14644" y="7352"/>
                    <a:pt x="14310" y="6718"/>
                  </a:cubicBezTo>
                  <a:cubicBezTo>
                    <a:pt x="14177" y="6418"/>
                    <a:pt x="13977" y="6118"/>
                    <a:pt x="13676" y="5851"/>
                  </a:cubicBezTo>
                  <a:cubicBezTo>
                    <a:pt x="13410" y="5584"/>
                    <a:pt x="13009" y="5384"/>
                    <a:pt x="12642" y="5284"/>
                  </a:cubicBezTo>
                  <a:cubicBezTo>
                    <a:pt x="11909" y="5117"/>
                    <a:pt x="11175" y="5151"/>
                    <a:pt x="10608" y="5051"/>
                  </a:cubicBezTo>
                  <a:cubicBezTo>
                    <a:pt x="10007" y="4884"/>
                    <a:pt x="9574" y="4550"/>
                    <a:pt x="9273" y="4050"/>
                  </a:cubicBezTo>
                  <a:lnTo>
                    <a:pt x="9273" y="4016"/>
                  </a:lnTo>
                  <a:cubicBezTo>
                    <a:pt x="9173" y="3883"/>
                    <a:pt x="9006" y="3683"/>
                    <a:pt x="8906" y="3416"/>
                  </a:cubicBezTo>
                  <a:cubicBezTo>
                    <a:pt x="8606" y="2882"/>
                    <a:pt x="8339" y="2249"/>
                    <a:pt x="8006" y="1615"/>
                  </a:cubicBezTo>
                  <a:cubicBezTo>
                    <a:pt x="7839" y="1348"/>
                    <a:pt x="7639" y="1014"/>
                    <a:pt x="7339" y="714"/>
                  </a:cubicBezTo>
                  <a:cubicBezTo>
                    <a:pt x="7239" y="581"/>
                    <a:pt x="7072" y="447"/>
                    <a:pt x="6905" y="347"/>
                  </a:cubicBezTo>
                  <a:cubicBezTo>
                    <a:pt x="6671" y="214"/>
                    <a:pt x="6505" y="114"/>
                    <a:pt x="6305" y="80"/>
                  </a:cubicBezTo>
                  <a:cubicBezTo>
                    <a:pt x="6123" y="20"/>
                    <a:pt x="5935" y="1"/>
                    <a:pt x="57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32" name="Google Shape;2032;p18"/>
            <p:cNvSpPr/>
            <p:nvPr/>
          </p:nvSpPr>
          <p:spPr>
            <a:xfrm>
              <a:off x="10471359" y="2438126"/>
              <a:ext cx="393757" cy="235619"/>
            </a:xfrm>
            <a:custGeom>
              <a:avLst/>
              <a:gdLst/>
              <a:ahLst/>
              <a:cxnLst/>
              <a:rect l="l" t="t" r="r" b="b"/>
              <a:pathLst>
                <a:path w="17477" h="10458" extrusionOk="0">
                  <a:moveTo>
                    <a:pt x="5787" y="1"/>
                  </a:moveTo>
                  <a:cubicBezTo>
                    <a:pt x="5647" y="1"/>
                    <a:pt x="5509" y="20"/>
                    <a:pt x="5393" y="39"/>
                  </a:cubicBezTo>
                  <a:cubicBezTo>
                    <a:pt x="5126" y="73"/>
                    <a:pt x="4960" y="173"/>
                    <a:pt x="4793" y="306"/>
                  </a:cubicBezTo>
                  <a:cubicBezTo>
                    <a:pt x="4526" y="506"/>
                    <a:pt x="4226" y="740"/>
                    <a:pt x="3959" y="1007"/>
                  </a:cubicBezTo>
                  <a:lnTo>
                    <a:pt x="3592" y="1373"/>
                  </a:lnTo>
                  <a:cubicBezTo>
                    <a:pt x="3459" y="1507"/>
                    <a:pt x="3392" y="1674"/>
                    <a:pt x="3292" y="1840"/>
                  </a:cubicBezTo>
                  <a:cubicBezTo>
                    <a:pt x="3192" y="2141"/>
                    <a:pt x="3058" y="2474"/>
                    <a:pt x="2925" y="2741"/>
                  </a:cubicBezTo>
                  <a:cubicBezTo>
                    <a:pt x="2725" y="3342"/>
                    <a:pt x="2525" y="3909"/>
                    <a:pt x="2258" y="4342"/>
                  </a:cubicBezTo>
                  <a:cubicBezTo>
                    <a:pt x="2124" y="4576"/>
                    <a:pt x="2024" y="4743"/>
                    <a:pt x="1857" y="4876"/>
                  </a:cubicBezTo>
                  <a:cubicBezTo>
                    <a:pt x="1691" y="5009"/>
                    <a:pt x="1557" y="5076"/>
                    <a:pt x="1390" y="5076"/>
                  </a:cubicBezTo>
                  <a:cubicBezTo>
                    <a:pt x="1090" y="5076"/>
                    <a:pt x="790" y="4909"/>
                    <a:pt x="623" y="4843"/>
                  </a:cubicBezTo>
                  <a:cubicBezTo>
                    <a:pt x="456" y="4743"/>
                    <a:pt x="390" y="4676"/>
                    <a:pt x="390" y="4676"/>
                  </a:cubicBezTo>
                  <a:cubicBezTo>
                    <a:pt x="358" y="4651"/>
                    <a:pt x="323" y="4640"/>
                    <a:pt x="288" y="4640"/>
                  </a:cubicBezTo>
                  <a:cubicBezTo>
                    <a:pt x="140" y="4640"/>
                    <a:pt x="0" y="4841"/>
                    <a:pt x="190" y="4976"/>
                  </a:cubicBezTo>
                  <a:cubicBezTo>
                    <a:pt x="190" y="4976"/>
                    <a:pt x="256" y="5043"/>
                    <a:pt x="456" y="5176"/>
                  </a:cubicBezTo>
                  <a:cubicBezTo>
                    <a:pt x="690" y="5310"/>
                    <a:pt x="957" y="5510"/>
                    <a:pt x="1457" y="5510"/>
                  </a:cubicBezTo>
                  <a:cubicBezTo>
                    <a:pt x="1691" y="5510"/>
                    <a:pt x="1957" y="5410"/>
                    <a:pt x="2191" y="5243"/>
                  </a:cubicBezTo>
                  <a:cubicBezTo>
                    <a:pt x="2391" y="5076"/>
                    <a:pt x="2558" y="4876"/>
                    <a:pt x="2725" y="4642"/>
                  </a:cubicBezTo>
                  <a:cubicBezTo>
                    <a:pt x="3025" y="4142"/>
                    <a:pt x="3225" y="3575"/>
                    <a:pt x="3459" y="3008"/>
                  </a:cubicBezTo>
                  <a:cubicBezTo>
                    <a:pt x="3592" y="2708"/>
                    <a:pt x="3725" y="2408"/>
                    <a:pt x="3892" y="2174"/>
                  </a:cubicBezTo>
                  <a:cubicBezTo>
                    <a:pt x="3959" y="2041"/>
                    <a:pt x="4059" y="1874"/>
                    <a:pt x="4126" y="1807"/>
                  </a:cubicBezTo>
                  <a:cubicBezTo>
                    <a:pt x="4259" y="1707"/>
                    <a:pt x="4359" y="1574"/>
                    <a:pt x="4459" y="1474"/>
                  </a:cubicBezTo>
                  <a:cubicBezTo>
                    <a:pt x="4726" y="1240"/>
                    <a:pt x="4960" y="1040"/>
                    <a:pt x="5226" y="873"/>
                  </a:cubicBezTo>
                  <a:cubicBezTo>
                    <a:pt x="5449" y="749"/>
                    <a:pt x="5635" y="681"/>
                    <a:pt x="5798" y="681"/>
                  </a:cubicBezTo>
                  <a:cubicBezTo>
                    <a:pt x="5855" y="681"/>
                    <a:pt x="5909" y="689"/>
                    <a:pt x="5960" y="706"/>
                  </a:cubicBezTo>
                  <a:cubicBezTo>
                    <a:pt x="6194" y="740"/>
                    <a:pt x="6394" y="1007"/>
                    <a:pt x="6561" y="1240"/>
                  </a:cubicBezTo>
                  <a:cubicBezTo>
                    <a:pt x="6728" y="1507"/>
                    <a:pt x="6861" y="1840"/>
                    <a:pt x="6961" y="2141"/>
                  </a:cubicBezTo>
                  <a:cubicBezTo>
                    <a:pt x="7261" y="2741"/>
                    <a:pt x="7461" y="3375"/>
                    <a:pt x="7795" y="3975"/>
                  </a:cubicBezTo>
                  <a:cubicBezTo>
                    <a:pt x="7962" y="4242"/>
                    <a:pt x="8229" y="4542"/>
                    <a:pt x="8462" y="4809"/>
                  </a:cubicBezTo>
                  <a:cubicBezTo>
                    <a:pt x="8729" y="5043"/>
                    <a:pt x="9096" y="5243"/>
                    <a:pt x="9530" y="5343"/>
                  </a:cubicBezTo>
                  <a:cubicBezTo>
                    <a:pt x="9643" y="5364"/>
                    <a:pt x="9760" y="5372"/>
                    <a:pt x="9877" y="5372"/>
                  </a:cubicBezTo>
                  <a:cubicBezTo>
                    <a:pt x="10138" y="5372"/>
                    <a:pt x="10400" y="5333"/>
                    <a:pt x="10630" y="5310"/>
                  </a:cubicBezTo>
                  <a:cubicBezTo>
                    <a:pt x="10813" y="5273"/>
                    <a:pt x="10986" y="5246"/>
                    <a:pt x="11149" y="5246"/>
                  </a:cubicBezTo>
                  <a:cubicBezTo>
                    <a:pt x="11283" y="5246"/>
                    <a:pt x="11410" y="5264"/>
                    <a:pt x="11531" y="5310"/>
                  </a:cubicBezTo>
                  <a:cubicBezTo>
                    <a:pt x="12065" y="5476"/>
                    <a:pt x="12465" y="6010"/>
                    <a:pt x="12765" y="6577"/>
                  </a:cubicBezTo>
                  <a:lnTo>
                    <a:pt x="12799" y="6711"/>
                  </a:lnTo>
                  <a:lnTo>
                    <a:pt x="12799" y="6744"/>
                  </a:lnTo>
                  <a:lnTo>
                    <a:pt x="12865" y="6811"/>
                  </a:lnTo>
                  <a:lnTo>
                    <a:pt x="12899" y="6844"/>
                  </a:lnTo>
                  <a:cubicBezTo>
                    <a:pt x="12932" y="6911"/>
                    <a:pt x="12965" y="6977"/>
                    <a:pt x="13032" y="7044"/>
                  </a:cubicBezTo>
                  <a:cubicBezTo>
                    <a:pt x="13099" y="7178"/>
                    <a:pt x="13199" y="7344"/>
                    <a:pt x="13266" y="7478"/>
                  </a:cubicBezTo>
                  <a:cubicBezTo>
                    <a:pt x="13432" y="7745"/>
                    <a:pt x="13566" y="8045"/>
                    <a:pt x="13733" y="8345"/>
                  </a:cubicBezTo>
                  <a:cubicBezTo>
                    <a:pt x="14066" y="8879"/>
                    <a:pt x="14366" y="9413"/>
                    <a:pt x="14767" y="9846"/>
                  </a:cubicBezTo>
                  <a:cubicBezTo>
                    <a:pt x="14933" y="10046"/>
                    <a:pt x="15200" y="10213"/>
                    <a:pt x="15434" y="10347"/>
                  </a:cubicBezTo>
                  <a:cubicBezTo>
                    <a:pt x="15590" y="10425"/>
                    <a:pt x="15735" y="10457"/>
                    <a:pt x="15882" y="10457"/>
                  </a:cubicBezTo>
                  <a:cubicBezTo>
                    <a:pt x="15986" y="10457"/>
                    <a:pt x="16090" y="10441"/>
                    <a:pt x="16201" y="10413"/>
                  </a:cubicBezTo>
                  <a:cubicBezTo>
                    <a:pt x="16668" y="10313"/>
                    <a:pt x="16901" y="10046"/>
                    <a:pt x="17068" y="9880"/>
                  </a:cubicBezTo>
                  <a:lnTo>
                    <a:pt x="17335" y="9646"/>
                  </a:lnTo>
                  <a:cubicBezTo>
                    <a:pt x="17477" y="9448"/>
                    <a:pt x="17306" y="9298"/>
                    <a:pt x="17067" y="9298"/>
                  </a:cubicBezTo>
                  <a:cubicBezTo>
                    <a:pt x="17025" y="9298"/>
                    <a:pt x="16980" y="9302"/>
                    <a:pt x="16935" y="9313"/>
                  </a:cubicBezTo>
                  <a:cubicBezTo>
                    <a:pt x="16935" y="9313"/>
                    <a:pt x="16901" y="9413"/>
                    <a:pt x="16735" y="9546"/>
                  </a:cubicBezTo>
                  <a:cubicBezTo>
                    <a:pt x="16568" y="9679"/>
                    <a:pt x="16368" y="9880"/>
                    <a:pt x="16034" y="9980"/>
                  </a:cubicBezTo>
                  <a:cubicBezTo>
                    <a:pt x="15991" y="9989"/>
                    <a:pt x="15946" y="9994"/>
                    <a:pt x="15900" y="9994"/>
                  </a:cubicBezTo>
                  <a:cubicBezTo>
                    <a:pt x="15629" y="9994"/>
                    <a:pt x="15319" y="9827"/>
                    <a:pt x="15033" y="9513"/>
                  </a:cubicBezTo>
                  <a:cubicBezTo>
                    <a:pt x="14733" y="9146"/>
                    <a:pt x="14433" y="8645"/>
                    <a:pt x="14133" y="8078"/>
                  </a:cubicBezTo>
                  <a:cubicBezTo>
                    <a:pt x="14033" y="7811"/>
                    <a:pt x="13866" y="7511"/>
                    <a:pt x="13733" y="7211"/>
                  </a:cubicBezTo>
                  <a:cubicBezTo>
                    <a:pt x="13632" y="7044"/>
                    <a:pt x="13566" y="6911"/>
                    <a:pt x="13466" y="6744"/>
                  </a:cubicBezTo>
                  <a:lnTo>
                    <a:pt x="13366" y="6510"/>
                  </a:lnTo>
                  <a:lnTo>
                    <a:pt x="13299" y="6477"/>
                  </a:lnTo>
                  <a:lnTo>
                    <a:pt x="13299" y="6410"/>
                  </a:lnTo>
                  <a:lnTo>
                    <a:pt x="13232" y="6310"/>
                  </a:lnTo>
                  <a:cubicBezTo>
                    <a:pt x="13132" y="6177"/>
                    <a:pt x="13065" y="6010"/>
                    <a:pt x="12965" y="5843"/>
                  </a:cubicBezTo>
                  <a:cubicBezTo>
                    <a:pt x="12865" y="5677"/>
                    <a:pt x="12765" y="5543"/>
                    <a:pt x="12632" y="5376"/>
                  </a:cubicBezTo>
                  <a:cubicBezTo>
                    <a:pt x="12432" y="5076"/>
                    <a:pt x="12098" y="4809"/>
                    <a:pt x="11698" y="4676"/>
                  </a:cubicBezTo>
                  <a:cubicBezTo>
                    <a:pt x="11481" y="4609"/>
                    <a:pt x="11272" y="4584"/>
                    <a:pt x="11076" y="4584"/>
                  </a:cubicBezTo>
                  <a:cubicBezTo>
                    <a:pt x="10880" y="4584"/>
                    <a:pt x="10697" y="4609"/>
                    <a:pt x="10530" y="4642"/>
                  </a:cubicBezTo>
                  <a:cubicBezTo>
                    <a:pt x="10330" y="4659"/>
                    <a:pt x="10163" y="4668"/>
                    <a:pt x="10013" y="4668"/>
                  </a:cubicBezTo>
                  <a:cubicBezTo>
                    <a:pt x="9863" y="4668"/>
                    <a:pt x="9730" y="4659"/>
                    <a:pt x="9596" y="4642"/>
                  </a:cubicBezTo>
                  <a:cubicBezTo>
                    <a:pt x="9296" y="4542"/>
                    <a:pt x="9096" y="4409"/>
                    <a:pt x="8896" y="4209"/>
                  </a:cubicBezTo>
                  <a:cubicBezTo>
                    <a:pt x="8629" y="4009"/>
                    <a:pt x="8462" y="3809"/>
                    <a:pt x="8362" y="3542"/>
                  </a:cubicBezTo>
                  <a:cubicBezTo>
                    <a:pt x="8062" y="3075"/>
                    <a:pt x="7862" y="2474"/>
                    <a:pt x="7561" y="1840"/>
                  </a:cubicBezTo>
                  <a:cubicBezTo>
                    <a:pt x="7395" y="1540"/>
                    <a:pt x="7261" y="1207"/>
                    <a:pt x="7061" y="873"/>
                  </a:cubicBezTo>
                  <a:cubicBezTo>
                    <a:pt x="6861" y="540"/>
                    <a:pt x="6561" y="206"/>
                    <a:pt x="6094" y="39"/>
                  </a:cubicBezTo>
                  <a:cubicBezTo>
                    <a:pt x="5995" y="11"/>
                    <a:pt x="5890" y="1"/>
                    <a:pt x="57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33" name="Google Shape;2033;p18"/>
            <p:cNvSpPr/>
            <p:nvPr/>
          </p:nvSpPr>
          <p:spPr>
            <a:xfrm>
              <a:off x="10444075" y="3010163"/>
              <a:ext cx="411848" cy="198422"/>
            </a:xfrm>
            <a:custGeom>
              <a:avLst/>
              <a:gdLst/>
              <a:ahLst/>
              <a:cxnLst/>
              <a:rect l="l" t="t" r="r" b="b"/>
              <a:pathLst>
                <a:path w="18280" h="8807" extrusionOk="0">
                  <a:moveTo>
                    <a:pt x="5403" y="1"/>
                  </a:moveTo>
                  <a:cubicBezTo>
                    <a:pt x="4970" y="1"/>
                    <a:pt x="4603" y="34"/>
                    <a:pt x="4269" y="167"/>
                  </a:cubicBezTo>
                  <a:cubicBezTo>
                    <a:pt x="4102" y="201"/>
                    <a:pt x="3936" y="301"/>
                    <a:pt x="3769" y="368"/>
                  </a:cubicBezTo>
                  <a:cubicBezTo>
                    <a:pt x="3635" y="501"/>
                    <a:pt x="3469" y="634"/>
                    <a:pt x="3369" y="735"/>
                  </a:cubicBezTo>
                  <a:cubicBezTo>
                    <a:pt x="3102" y="1035"/>
                    <a:pt x="2935" y="1335"/>
                    <a:pt x="2802" y="1635"/>
                  </a:cubicBezTo>
                  <a:cubicBezTo>
                    <a:pt x="2568" y="2236"/>
                    <a:pt x="2435" y="2803"/>
                    <a:pt x="2234" y="3203"/>
                  </a:cubicBezTo>
                  <a:cubicBezTo>
                    <a:pt x="2034" y="3670"/>
                    <a:pt x="1734" y="3903"/>
                    <a:pt x="1434" y="3970"/>
                  </a:cubicBezTo>
                  <a:cubicBezTo>
                    <a:pt x="1344" y="3979"/>
                    <a:pt x="1262" y="3983"/>
                    <a:pt x="1185" y="3983"/>
                  </a:cubicBezTo>
                  <a:cubicBezTo>
                    <a:pt x="975" y="3983"/>
                    <a:pt x="804" y="3952"/>
                    <a:pt x="633" y="3903"/>
                  </a:cubicBezTo>
                  <a:cubicBezTo>
                    <a:pt x="433" y="3870"/>
                    <a:pt x="366" y="3837"/>
                    <a:pt x="366" y="3837"/>
                  </a:cubicBezTo>
                  <a:cubicBezTo>
                    <a:pt x="337" y="3824"/>
                    <a:pt x="308" y="3818"/>
                    <a:pt x="281" y="3818"/>
                  </a:cubicBezTo>
                  <a:cubicBezTo>
                    <a:pt x="97" y="3818"/>
                    <a:pt x="0" y="4083"/>
                    <a:pt x="233" y="4170"/>
                  </a:cubicBezTo>
                  <a:cubicBezTo>
                    <a:pt x="233" y="4170"/>
                    <a:pt x="366" y="4237"/>
                    <a:pt x="567" y="4304"/>
                  </a:cubicBezTo>
                  <a:cubicBezTo>
                    <a:pt x="728" y="4331"/>
                    <a:pt x="956" y="4380"/>
                    <a:pt x="1284" y="4380"/>
                  </a:cubicBezTo>
                  <a:cubicBezTo>
                    <a:pt x="1362" y="4380"/>
                    <a:pt x="1445" y="4377"/>
                    <a:pt x="1534" y="4370"/>
                  </a:cubicBezTo>
                  <a:cubicBezTo>
                    <a:pt x="1734" y="4370"/>
                    <a:pt x="1968" y="4237"/>
                    <a:pt x="2201" y="4070"/>
                  </a:cubicBezTo>
                  <a:cubicBezTo>
                    <a:pt x="2401" y="3903"/>
                    <a:pt x="2568" y="3703"/>
                    <a:pt x="2701" y="3470"/>
                  </a:cubicBezTo>
                  <a:cubicBezTo>
                    <a:pt x="2935" y="3003"/>
                    <a:pt x="3068" y="2402"/>
                    <a:pt x="3302" y="1902"/>
                  </a:cubicBezTo>
                  <a:cubicBezTo>
                    <a:pt x="3435" y="1635"/>
                    <a:pt x="3569" y="1402"/>
                    <a:pt x="3769" y="1202"/>
                  </a:cubicBezTo>
                  <a:cubicBezTo>
                    <a:pt x="3936" y="1001"/>
                    <a:pt x="4203" y="868"/>
                    <a:pt x="4469" y="801"/>
                  </a:cubicBezTo>
                  <a:cubicBezTo>
                    <a:pt x="4695" y="726"/>
                    <a:pt x="4920" y="689"/>
                    <a:pt x="5117" y="689"/>
                  </a:cubicBezTo>
                  <a:cubicBezTo>
                    <a:pt x="5182" y="689"/>
                    <a:pt x="5245" y="693"/>
                    <a:pt x="5303" y="701"/>
                  </a:cubicBezTo>
                  <a:cubicBezTo>
                    <a:pt x="5604" y="801"/>
                    <a:pt x="5870" y="868"/>
                    <a:pt x="6071" y="1068"/>
                  </a:cubicBezTo>
                  <a:cubicBezTo>
                    <a:pt x="6538" y="1468"/>
                    <a:pt x="6904" y="2002"/>
                    <a:pt x="7271" y="2536"/>
                  </a:cubicBezTo>
                  <a:cubicBezTo>
                    <a:pt x="7638" y="3103"/>
                    <a:pt x="8072" y="3637"/>
                    <a:pt x="8706" y="3970"/>
                  </a:cubicBezTo>
                  <a:cubicBezTo>
                    <a:pt x="8806" y="4004"/>
                    <a:pt x="8906" y="4037"/>
                    <a:pt x="8973" y="4104"/>
                  </a:cubicBezTo>
                  <a:lnTo>
                    <a:pt x="8939" y="4104"/>
                  </a:lnTo>
                  <a:cubicBezTo>
                    <a:pt x="9067" y="4155"/>
                    <a:pt x="9215" y="4226"/>
                    <a:pt x="9397" y="4226"/>
                  </a:cubicBezTo>
                  <a:cubicBezTo>
                    <a:pt x="9453" y="4226"/>
                    <a:pt x="9511" y="4219"/>
                    <a:pt x="9573" y="4204"/>
                  </a:cubicBezTo>
                  <a:cubicBezTo>
                    <a:pt x="9773" y="4170"/>
                    <a:pt x="9940" y="4104"/>
                    <a:pt x="10107" y="4004"/>
                  </a:cubicBezTo>
                  <a:cubicBezTo>
                    <a:pt x="10407" y="3837"/>
                    <a:pt x="10607" y="3670"/>
                    <a:pt x="10874" y="3637"/>
                  </a:cubicBezTo>
                  <a:cubicBezTo>
                    <a:pt x="10966" y="3597"/>
                    <a:pt x="11063" y="3578"/>
                    <a:pt x="11162" y="3578"/>
                  </a:cubicBezTo>
                  <a:cubicBezTo>
                    <a:pt x="11313" y="3578"/>
                    <a:pt x="11466" y="3623"/>
                    <a:pt x="11608" y="3703"/>
                  </a:cubicBezTo>
                  <a:cubicBezTo>
                    <a:pt x="11875" y="3837"/>
                    <a:pt x="12041" y="4004"/>
                    <a:pt x="12142" y="4270"/>
                  </a:cubicBezTo>
                  <a:cubicBezTo>
                    <a:pt x="12442" y="4771"/>
                    <a:pt x="12442" y="5438"/>
                    <a:pt x="12742" y="6105"/>
                  </a:cubicBezTo>
                  <a:cubicBezTo>
                    <a:pt x="12775" y="6138"/>
                    <a:pt x="12775" y="6205"/>
                    <a:pt x="12809" y="6272"/>
                  </a:cubicBezTo>
                  <a:lnTo>
                    <a:pt x="12909" y="6372"/>
                  </a:lnTo>
                  <a:lnTo>
                    <a:pt x="13076" y="6605"/>
                  </a:lnTo>
                  <a:cubicBezTo>
                    <a:pt x="13209" y="6705"/>
                    <a:pt x="13276" y="6839"/>
                    <a:pt x="13409" y="6972"/>
                  </a:cubicBezTo>
                  <a:cubicBezTo>
                    <a:pt x="13609" y="7206"/>
                    <a:pt x="13876" y="7439"/>
                    <a:pt x="14076" y="7639"/>
                  </a:cubicBezTo>
                  <a:cubicBezTo>
                    <a:pt x="14543" y="8006"/>
                    <a:pt x="14977" y="8340"/>
                    <a:pt x="15477" y="8540"/>
                  </a:cubicBezTo>
                  <a:cubicBezTo>
                    <a:pt x="15944" y="8774"/>
                    <a:pt x="16445" y="8807"/>
                    <a:pt x="16812" y="8807"/>
                  </a:cubicBezTo>
                  <a:cubicBezTo>
                    <a:pt x="17245" y="8807"/>
                    <a:pt x="17545" y="8674"/>
                    <a:pt x="17746" y="8607"/>
                  </a:cubicBezTo>
                  <a:cubicBezTo>
                    <a:pt x="17812" y="8540"/>
                    <a:pt x="17912" y="8507"/>
                    <a:pt x="17946" y="8473"/>
                  </a:cubicBezTo>
                  <a:cubicBezTo>
                    <a:pt x="17979" y="8440"/>
                    <a:pt x="18046" y="8440"/>
                    <a:pt x="18046" y="8440"/>
                  </a:cubicBezTo>
                  <a:cubicBezTo>
                    <a:pt x="18279" y="8273"/>
                    <a:pt x="18079" y="8006"/>
                    <a:pt x="17645" y="7873"/>
                  </a:cubicBezTo>
                  <a:cubicBezTo>
                    <a:pt x="17645" y="7873"/>
                    <a:pt x="17579" y="7973"/>
                    <a:pt x="17412" y="8006"/>
                  </a:cubicBezTo>
                  <a:cubicBezTo>
                    <a:pt x="17245" y="8040"/>
                    <a:pt x="16978" y="8140"/>
                    <a:pt x="16645" y="8140"/>
                  </a:cubicBezTo>
                  <a:cubicBezTo>
                    <a:pt x="16378" y="8140"/>
                    <a:pt x="15944" y="8040"/>
                    <a:pt x="15544" y="7840"/>
                  </a:cubicBezTo>
                  <a:cubicBezTo>
                    <a:pt x="15110" y="7673"/>
                    <a:pt x="14710" y="7339"/>
                    <a:pt x="14276" y="6972"/>
                  </a:cubicBezTo>
                  <a:cubicBezTo>
                    <a:pt x="14076" y="6739"/>
                    <a:pt x="13909" y="6539"/>
                    <a:pt x="13709" y="6339"/>
                  </a:cubicBezTo>
                  <a:cubicBezTo>
                    <a:pt x="13576" y="6238"/>
                    <a:pt x="13476" y="6138"/>
                    <a:pt x="13409" y="6005"/>
                  </a:cubicBezTo>
                  <a:lnTo>
                    <a:pt x="13276" y="5838"/>
                  </a:lnTo>
                  <a:lnTo>
                    <a:pt x="13242" y="5738"/>
                  </a:lnTo>
                  <a:cubicBezTo>
                    <a:pt x="13209" y="5738"/>
                    <a:pt x="13209" y="5738"/>
                    <a:pt x="13209" y="5705"/>
                  </a:cubicBezTo>
                  <a:cubicBezTo>
                    <a:pt x="12975" y="5171"/>
                    <a:pt x="12975" y="4504"/>
                    <a:pt x="12642" y="3803"/>
                  </a:cubicBezTo>
                  <a:cubicBezTo>
                    <a:pt x="12475" y="3470"/>
                    <a:pt x="12208" y="3136"/>
                    <a:pt x="11808" y="2969"/>
                  </a:cubicBezTo>
                  <a:cubicBezTo>
                    <a:pt x="11542" y="2849"/>
                    <a:pt x="11276" y="2763"/>
                    <a:pt x="10985" y="2763"/>
                  </a:cubicBezTo>
                  <a:cubicBezTo>
                    <a:pt x="10874" y="2763"/>
                    <a:pt x="10760" y="2775"/>
                    <a:pt x="10640" y="2803"/>
                  </a:cubicBezTo>
                  <a:cubicBezTo>
                    <a:pt x="10240" y="2869"/>
                    <a:pt x="9940" y="3070"/>
                    <a:pt x="9706" y="3203"/>
                  </a:cubicBezTo>
                  <a:cubicBezTo>
                    <a:pt x="9573" y="3303"/>
                    <a:pt x="9473" y="3336"/>
                    <a:pt x="9406" y="3336"/>
                  </a:cubicBezTo>
                  <a:cubicBezTo>
                    <a:pt x="9373" y="3336"/>
                    <a:pt x="9273" y="3336"/>
                    <a:pt x="9206" y="3303"/>
                  </a:cubicBezTo>
                  <a:lnTo>
                    <a:pt x="9139" y="3303"/>
                  </a:lnTo>
                  <a:cubicBezTo>
                    <a:pt x="9106" y="3303"/>
                    <a:pt x="9039" y="3236"/>
                    <a:pt x="8939" y="3203"/>
                  </a:cubicBezTo>
                  <a:cubicBezTo>
                    <a:pt x="8539" y="3003"/>
                    <a:pt x="8139" y="2536"/>
                    <a:pt x="7772" y="2035"/>
                  </a:cubicBezTo>
                  <a:cubicBezTo>
                    <a:pt x="7405" y="1535"/>
                    <a:pt x="7038" y="901"/>
                    <a:pt x="6437" y="468"/>
                  </a:cubicBezTo>
                  <a:cubicBezTo>
                    <a:pt x="6204" y="234"/>
                    <a:pt x="5770" y="67"/>
                    <a:pt x="5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34" name="Google Shape;2034;p18"/>
            <p:cNvSpPr/>
            <p:nvPr/>
          </p:nvSpPr>
          <p:spPr>
            <a:xfrm>
              <a:off x="10371145" y="3133064"/>
              <a:ext cx="299717" cy="263421"/>
            </a:xfrm>
            <a:custGeom>
              <a:avLst/>
              <a:gdLst/>
              <a:ahLst/>
              <a:cxnLst/>
              <a:rect l="l" t="t" r="r" b="b"/>
              <a:pathLst>
                <a:path w="13303" h="11692" extrusionOk="0">
                  <a:moveTo>
                    <a:pt x="2713" y="0"/>
                  </a:moveTo>
                  <a:cubicBezTo>
                    <a:pt x="2265" y="0"/>
                    <a:pt x="1833" y="141"/>
                    <a:pt x="1502" y="383"/>
                  </a:cubicBezTo>
                  <a:cubicBezTo>
                    <a:pt x="1002" y="717"/>
                    <a:pt x="635" y="1184"/>
                    <a:pt x="401" y="1617"/>
                  </a:cubicBezTo>
                  <a:cubicBezTo>
                    <a:pt x="201" y="2084"/>
                    <a:pt x="68" y="2518"/>
                    <a:pt x="34" y="2885"/>
                  </a:cubicBezTo>
                  <a:cubicBezTo>
                    <a:pt x="1" y="3052"/>
                    <a:pt x="1" y="3252"/>
                    <a:pt x="1" y="3385"/>
                  </a:cubicBezTo>
                  <a:cubicBezTo>
                    <a:pt x="34" y="3552"/>
                    <a:pt x="34" y="3686"/>
                    <a:pt x="34" y="3752"/>
                  </a:cubicBezTo>
                  <a:cubicBezTo>
                    <a:pt x="34" y="3886"/>
                    <a:pt x="68" y="3952"/>
                    <a:pt x="68" y="4019"/>
                  </a:cubicBezTo>
                  <a:lnTo>
                    <a:pt x="68" y="4086"/>
                  </a:lnTo>
                  <a:cubicBezTo>
                    <a:pt x="108" y="4193"/>
                    <a:pt x="185" y="4235"/>
                    <a:pt x="261" y="4235"/>
                  </a:cubicBezTo>
                  <a:cubicBezTo>
                    <a:pt x="376" y="4235"/>
                    <a:pt x="488" y="4139"/>
                    <a:pt x="468" y="4019"/>
                  </a:cubicBezTo>
                  <a:lnTo>
                    <a:pt x="468" y="3919"/>
                  </a:lnTo>
                  <a:cubicBezTo>
                    <a:pt x="468" y="3886"/>
                    <a:pt x="401" y="3786"/>
                    <a:pt x="401" y="3719"/>
                  </a:cubicBezTo>
                  <a:lnTo>
                    <a:pt x="401" y="3385"/>
                  </a:lnTo>
                  <a:cubicBezTo>
                    <a:pt x="401" y="3219"/>
                    <a:pt x="401" y="3085"/>
                    <a:pt x="468" y="2918"/>
                  </a:cubicBezTo>
                  <a:cubicBezTo>
                    <a:pt x="501" y="2585"/>
                    <a:pt x="635" y="2218"/>
                    <a:pt x="835" y="1851"/>
                  </a:cubicBezTo>
                  <a:cubicBezTo>
                    <a:pt x="1035" y="1451"/>
                    <a:pt x="1368" y="1050"/>
                    <a:pt x="1802" y="783"/>
                  </a:cubicBezTo>
                  <a:cubicBezTo>
                    <a:pt x="2057" y="613"/>
                    <a:pt x="2367" y="511"/>
                    <a:pt x="2678" y="511"/>
                  </a:cubicBezTo>
                  <a:cubicBezTo>
                    <a:pt x="2856" y="511"/>
                    <a:pt x="3034" y="544"/>
                    <a:pt x="3203" y="617"/>
                  </a:cubicBezTo>
                  <a:cubicBezTo>
                    <a:pt x="3337" y="617"/>
                    <a:pt x="3403" y="717"/>
                    <a:pt x="3537" y="783"/>
                  </a:cubicBezTo>
                  <a:cubicBezTo>
                    <a:pt x="3670" y="884"/>
                    <a:pt x="3704" y="950"/>
                    <a:pt x="3804" y="1050"/>
                  </a:cubicBezTo>
                  <a:cubicBezTo>
                    <a:pt x="3970" y="1217"/>
                    <a:pt x="4037" y="1451"/>
                    <a:pt x="4137" y="1751"/>
                  </a:cubicBezTo>
                  <a:cubicBezTo>
                    <a:pt x="4304" y="2285"/>
                    <a:pt x="4337" y="2952"/>
                    <a:pt x="4704" y="3585"/>
                  </a:cubicBezTo>
                  <a:lnTo>
                    <a:pt x="4804" y="3719"/>
                  </a:lnTo>
                  <a:cubicBezTo>
                    <a:pt x="4838" y="3786"/>
                    <a:pt x="4871" y="3786"/>
                    <a:pt x="4904" y="3852"/>
                  </a:cubicBezTo>
                  <a:lnTo>
                    <a:pt x="5071" y="4019"/>
                  </a:lnTo>
                  <a:cubicBezTo>
                    <a:pt x="5205" y="4119"/>
                    <a:pt x="5338" y="4219"/>
                    <a:pt x="5505" y="4286"/>
                  </a:cubicBezTo>
                  <a:cubicBezTo>
                    <a:pt x="5638" y="4419"/>
                    <a:pt x="5805" y="4453"/>
                    <a:pt x="5972" y="4519"/>
                  </a:cubicBezTo>
                  <a:cubicBezTo>
                    <a:pt x="6139" y="4553"/>
                    <a:pt x="6305" y="4586"/>
                    <a:pt x="6405" y="4586"/>
                  </a:cubicBezTo>
                  <a:cubicBezTo>
                    <a:pt x="6706" y="4586"/>
                    <a:pt x="6906" y="4620"/>
                    <a:pt x="7173" y="4720"/>
                  </a:cubicBezTo>
                  <a:cubicBezTo>
                    <a:pt x="7406" y="4786"/>
                    <a:pt x="7673" y="4886"/>
                    <a:pt x="7840" y="5053"/>
                  </a:cubicBezTo>
                  <a:cubicBezTo>
                    <a:pt x="8207" y="5387"/>
                    <a:pt x="8507" y="5887"/>
                    <a:pt x="8707" y="6421"/>
                  </a:cubicBezTo>
                  <a:cubicBezTo>
                    <a:pt x="9141" y="7522"/>
                    <a:pt x="9241" y="8823"/>
                    <a:pt x="9674" y="9890"/>
                  </a:cubicBezTo>
                  <a:cubicBezTo>
                    <a:pt x="9875" y="10424"/>
                    <a:pt x="10208" y="10924"/>
                    <a:pt x="10642" y="11258"/>
                  </a:cubicBezTo>
                  <a:cubicBezTo>
                    <a:pt x="11042" y="11591"/>
                    <a:pt x="11542" y="11691"/>
                    <a:pt x="11943" y="11691"/>
                  </a:cubicBezTo>
                  <a:cubicBezTo>
                    <a:pt x="12310" y="11691"/>
                    <a:pt x="12610" y="11591"/>
                    <a:pt x="12810" y="11558"/>
                  </a:cubicBezTo>
                  <a:cubicBezTo>
                    <a:pt x="12977" y="11524"/>
                    <a:pt x="13110" y="11491"/>
                    <a:pt x="13110" y="11491"/>
                  </a:cubicBezTo>
                  <a:cubicBezTo>
                    <a:pt x="13302" y="11409"/>
                    <a:pt x="13246" y="11191"/>
                    <a:pt x="13090" y="11191"/>
                  </a:cubicBezTo>
                  <a:cubicBezTo>
                    <a:pt x="13056" y="11191"/>
                    <a:pt x="13018" y="11201"/>
                    <a:pt x="12977" y="11224"/>
                  </a:cubicBezTo>
                  <a:cubicBezTo>
                    <a:pt x="12977" y="11224"/>
                    <a:pt x="12843" y="11258"/>
                    <a:pt x="12677" y="11324"/>
                  </a:cubicBezTo>
                  <a:cubicBezTo>
                    <a:pt x="12610" y="11324"/>
                    <a:pt x="12476" y="11358"/>
                    <a:pt x="12343" y="11358"/>
                  </a:cubicBezTo>
                  <a:lnTo>
                    <a:pt x="11876" y="11358"/>
                  </a:lnTo>
                  <a:cubicBezTo>
                    <a:pt x="11609" y="11324"/>
                    <a:pt x="11209" y="11224"/>
                    <a:pt x="10875" y="10991"/>
                  </a:cubicBezTo>
                  <a:cubicBezTo>
                    <a:pt x="10608" y="10724"/>
                    <a:pt x="10342" y="10290"/>
                    <a:pt x="10175" y="9790"/>
                  </a:cubicBezTo>
                  <a:cubicBezTo>
                    <a:pt x="9841" y="8789"/>
                    <a:pt x="9775" y="7555"/>
                    <a:pt x="9341" y="6287"/>
                  </a:cubicBezTo>
                  <a:cubicBezTo>
                    <a:pt x="9141" y="5687"/>
                    <a:pt x="8807" y="5053"/>
                    <a:pt x="8273" y="4586"/>
                  </a:cubicBezTo>
                  <a:cubicBezTo>
                    <a:pt x="8007" y="4353"/>
                    <a:pt x="7673" y="4253"/>
                    <a:pt x="7373" y="4119"/>
                  </a:cubicBezTo>
                  <a:cubicBezTo>
                    <a:pt x="7073" y="4052"/>
                    <a:pt x="6739" y="4019"/>
                    <a:pt x="6506" y="3952"/>
                  </a:cubicBezTo>
                  <a:cubicBezTo>
                    <a:pt x="6339" y="3952"/>
                    <a:pt x="6239" y="3919"/>
                    <a:pt x="6139" y="3919"/>
                  </a:cubicBezTo>
                  <a:cubicBezTo>
                    <a:pt x="6039" y="3886"/>
                    <a:pt x="5905" y="3886"/>
                    <a:pt x="5838" y="3786"/>
                  </a:cubicBezTo>
                  <a:cubicBezTo>
                    <a:pt x="5772" y="3752"/>
                    <a:pt x="5638" y="3686"/>
                    <a:pt x="5538" y="3585"/>
                  </a:cubicBezTo>
                  <a:lnTo>
                    <a:pt x="5371" y="3452"/>
                  </a:lnTo>
                  <a:lnTo>
                    <a:pt x="5338" y="3419"/>
                  </a:lnTo>
                  <a:lnTo>
                    <a:pt x="5305" y="3352"/>
                  </a:lnTo>
                  <a:cubicBezTo>
                    <a:pt x="5004" y="2918"/>
                    <a:pt x="4904" y="2285"/>
                    <a:pt x="4738" y="1684"/>
                  </a:cubicBezTo>
                  <a:cubicBezTo>
                    <a:pt x="4671" y="1351"/>
                    <a:pt x="4537" y="1017"/>
                    <a:pt x="4304" y="717"/>
                  </a:cubicBezTo>
                  <a:cubicBezTo>
                    <a:pt x="4204" y="550"/>
                    <a:pt x="4037" y="417"/>
                    <a:pt x="3870" y="350"/>
                  </a:cubicBezTo>
                  <a:cubicBezTo>
                    <a:pt x="3737" y="250"/>
                    <a:pt x="3570" y="183"/>
                    <a:pt x="3403" y="116"/>
                  </a:cubicBezTo>
                  <a:cubicBezTo>
                    <a:pt x="3177" y="37"/>
                    <a:pt x="2943" y="0"/>
                    <a:pt x="27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35" name="Google Shape;2035;p18"/>
            <p:cNvSpPr/>
            <p:nvPr/>
          </p:nvSpPr>
          <p:spPr>
            <a:xfrm>
              <a:off x="9841330" y="1567972"/>
              <a:ext cx="27059" cy="11288"/>
            </a:xfrm>
            <a:custGeom>
              <a:avLst/>
              <a:gdLst/>
              <a:ahLst/>
              <a:cxnLst/>
              <a:rect l="l" t="t" r="r" b="b"/>
              <a:pathLst>
                <a:path w="1201" h="501" extrusionOk="0">
                  <a:moveTo>
                    <a:pt x="634" y="0"/>
                  </a:moveTo>
                  <a:cubicBezTo>
                    <a:pt x="500" y="0"/>
                    <a:pt x="334" y="0"/>
                    <a:pt x="200" y="34"/>
                  </a:cubicBezTo>
                  <a:cubicBezTo>
                    <a:pt x="100" y="100"/>
                    <a:pt x="0" y="134"/>
                    <a:pt x="0" y="134"/>
                  </a:cubicBezTo>
                  <a:lnTo>
                    <a:pt x="33" y="400"/>
                  </a:lnTo>
                  <a:cubicBezTo>
                    <a:pt x="33" y="400"/>
                    <a:pt x="133" y="400"/>
                    <a:pt x="267" y="434"/>
                  </a:cubicBezTo>
                  <a:cubicBezTo>
                    <a:pt x="367" y="467"/>
                    <a:pt x="500" y="501"/>
                    <a:pt x="600" y="501"/>
                  </a:cubicBezTo>
                  <a:lnTo>
                    <a:pt x="1101" y="501"/>
                  </a:lnTo>
                  <a:cubicBezTo>
                    <a:pt x="1134" y="501"/>
                    <a:pt x="1201" y="300"/>
                    <a:pt x="1168" y="267"/>
                  </a:cubicBezTo>
                  <a:cubicBezTo>
                    <a:pt x="1168" y="267"/>
                    <a:pt x="1134" y="200"/>
                    <a:pt x="1001" y="134"/>
                  </a:cubicBezTo>
                  <a:cubicBezTo>
                    <a:pt x="934" y="100"/>
                    <a:pt x="767" y="0"/>
                    <a:pt x="6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36" name="Google Shape;2036;p18"/>
            <p:cNvSpPr/>
            <p:nvPr/>
          </p:nvSpPr>
          <p:spPr>
            <a:xfrm>
              <a:off x="9847323" y="1587506"/>
              <a:ext cx="27847" cy="12189"/>
            </a:xfrm>
            <a:custGeom>
              <a:avLst/>
              <a:gdLst/>
              <a:ahLst/>
              <a:cxnLst/>
              <a:rect l="l" t="t" r="r" b="b"/>
              <a:pathLst>
                <a:path w="1236" h="541" extrusionOk="0">
                  <a:moveTo>
                    <a:pt x="568" y="0"/>
                  </a:moveTo>
                  <a:cubicBezTo>
                    <a:pt x="368" y="67"/>
                    <a:pt x="1" y="234"/>
                    <a:pt x="1" y="234"/>
                  </a:cubicBezTo>
                  <a:lnTo>
                    <a:pt x="34" y="467"/>
                  </a:lnTo>
                  <a:cubicBezTo>
                    <a:pt x="34" y="467"/>
                    <a:pt x="304" y="541"/>
                    <a:pt x="549" y="541"/>
                  </a:cubicBezTo>
                  <a:cubicBezTo>
                    <a:pt x="590" y="541"/>
                    <a:pt x="630" y="539"/>
                    <a:pt x="668" y="534"/>
                  </a:cubicBezTo>
                  <a:cubicBezTo>
                    <a:pt x="868" y="467"/>
                    <a:pt x="1235" y="367"/>
                    <a:pt x="1235" y="367"/>
                  </a:cubicBezTo>
                  <a:lnTo>
                    <a:pt x="1235" y="101"/>
                  </a:lnTo>
                  <a:cubicBezTo>
                    <a:pt x="1235" y="101"/>
                    <a:pt x="835" y="0"/>
                    <a:pt x="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37" name="Google Shape;2037;p18"/>
            <p:cNvSpPr/>
            <p:nvPr/>
          </p:nvSpPr>
          <p:spPr>
            <a:xfrm>
              <a:off x="9856357" y="1612311"/>
              <a:ext cx="28568" cy="14599"/>
            </a:xfrm>
            <a:custGeom>
              <a:avLst/>
              <a:gdLst/>
              <a:ahLst/>
              <a:cxnLst/>
              <a:rect l="l" t="t" r="r" b="b"/>
              <a:pathLst>
                <a:path w="1268" h="648" extrusionOk="0">
                  <a:moveTo>
                    <a:pt x="1134" y="0"/>
                  </a:moveTo>
                  <a:cubicBezTo>
                    <a:pt x="1134" y="0"/>
                    <a:pt x="1034" y="0"/>
                    <a:pt x="934" y="34"/>
                  </a:cubicBezTo>
                  <a:cubicBezTo>
                    <a:pt x="801" y="100"/>
                    <a:pt x="634" y="100"/>
                    <a:pt x="534" y="134"/>
                  </a:cubicBezTo>
                  <a:cubicBezTo>
                    <a:pt x="467" y="167"/>
                    <a:pt x="334" y="267"/>
                    <a:pt x="200" y="300"/>
                  </a:cubicBezTo>
                  <a:cubicBezTo>
                    <a:pt x="100" y="334"/>
                    <a:pt x="0" y="367"/>
                    <a:pt x="0" y="367"/>
                  </a:cubicBezTo>
                  <a:lnTo>
                    <a:pt x="34" y="634"/>
                  </a:lnTo>
                  <a:lnTo>
                    <a:pt x="300" y="634"/>
                  </a:lnTo>
                  <a:cubicBezTo>
                    <a:pt x="340" y="644"/>
                    <a:pt x="381" y="648"/>
                    <a:pt x="424" y="648"/>
                  </a:cubicBezTo>
                  <a:cubicBezTo>
                    <a:pt x="526" y="648"/>
                    <a:pt x="630" y="624"/>
                    <a:pt x="701" y="601"/>
                  </a:cubicBezTo>
                  <a:cubicBezTo>
                    <a:pt x="834" y="534"/>
                    <a:pt x="1001" y="467"/>
                    <a:pt x="1101" y="367"/>
                  </a:cubicBezTo>
                  <a:lnTo>
                    <a:pt x="1268" y="200"/>
                  </a:lnTo>
                  <a:lnTo>
                    <a:pt x="11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38" name="Google Shape;2038;p18"/>
            <p:cNvSpPr/>
            <p:nvPr/>
          </p:nvSpPr>
          <p:spPr>
            <a:xfrm>
              <a:off x="9868366" y="1628082"/>
              <a:ext cx="33840" cy="21066"/>
            </a:xfrm>
            <a:custGeom>
              <a:avLst/>
              <a:gdLst/>
              <a:ahLst/>
              <a:cxnLst/>
              <a:rect l="l" t="t" r="r" b="b"/>
              <a:pathLst>
                <a:path w="1502" h="935" extrusionOk="0">
                  <a:moveTo>
                    <a:pt x="1435" y="1"/>
                  </a:moveTo>
                  <a:cubicBezTo>
                    <a:pt x="1435" y="1"/>
                    <a:pt x="968" y="134"/>
                    <a:pt x="668" y="268"/>
                  </a:cubicBezTo>
                  <a:cubicBezTo>
                    <a:pt x="435" y="434"/>
                    <a:pt x="68" y="735"/>
                    <a:pt x="68" y="735"/>
                  </a:cubicBezTo>
                  <a:cubicBezTo>
                    <a:pt x="1" y="735"/>
                    <a:pt x="134" y="935"/>
                    <a:pt x="134" y="935"/>
                  </a:cubicBezTo>
                  <a:cubicBezTo>
                    <a:pt x="134" y="935"/>
                    <a:pt x="601" y="801"/>
                    <a:pt x="902" y="668"/>
                  </a:cubicBezTo>
                  <a:cubicBezTo>
                    <a:pt x="1135" y="501"/>
                    <a:pt x="1502" y="234"/>
                    <a:pt x="1502" y="234"/>
                  </a:cubicBezTo>
                  <a:cubicBezTo>
                    <a:pt x="1502" y="168"/>
                    <a:pt x="1435" y="1"/>
                    <a:pt x="14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39" name="Google Shape;2039;p18"/>
            <p:cNvSpPr/>
            <p:nvPr/>
          </p:nvSpPr>
          <p:spPr>
            <a:xfrm>
              <a:off x="9887156" y="1656650"/>
              <a:ext cx="16560" cy="12054"/>
            </a:xfrm>
            <a:custGeom>
              <a:avLst/>
              <a:gdLst/>
              <a:ahLst/>
              <a:cxnLst/>
              <a:rect l="l" t="t" r="r" b="b"/>
              <a:pathLst>
                <a:path w="735" h="535" extrusionOk="0">
                  <a:moveTo>
                    <a:pt x="601" y="0"/>
                  </a:moveTo>
                  <a:cubicBezTo>
                    <a:pt x="601" y="0"/>
                    <a:pt x="368" y="0"/>
                    <a:pt x="268" y="67"/>
                  </a:cubicBezTo>
                  <a:cubicBezTo>
                    <a:pt x="168" y="67"/>
                    <a:pt x="134" y="167"/>
                    <a:pt x="101" y="200"/>
                  </a:cubicBezTo>
                  <a:lnTo>
                    <a:pt x="1" y="301"/>
                  </a:lnTo>
                  <a:cubicBezTo>
                    <a:pt x="1" y="334"/>
                    <a:pt x="101" y="534"/>
                    <a:pt x="101" y="534"/>
                  </a:cubicBezTo>
                  <a:lnTo>
                    <a:pt x="201" y="534"/>
                  </a:lnTo>
                  <a:cubicBezTo>
                    <a:pt x="301" y="534"/>
                    <a:pt x="401" y="534"/>
                    <a:pt x="468" y="501"/>
                  </a:cubicBezTo>
                  <a:cubicBezTo>
                    <a:pt x="601" y="401"/>
                    <a:pt x="735" y="200"/>
                    <a:pt x="735" y="200"/>
                  </a:cubicBezTo>
                  <a:cubicBezTo>
                    <a:pt x="735" y="167"/>
                    <a:pt x="601"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40" name="Google Shape;2040;p18"/>
            <p:cNvSpPr/>
            <p:nvPr/>
          </p:nvSpPr>
          <p:spPr>
            <a:xfrm>
              <a:off x="10013414" y="1660075"/>
              <a:ext cx="30100" cy="13135"/>
            </a:xfrm>
            <a:custGeom>
              <a:avLst/>
              <a:gdLst/>
              <a:ahLst/>
              <a:cxnLst/>
              <a:rect l="l" t="t" r="r" b="b"/>
              <a:pathLst>
                <a:path w="1336" h="583" extrusionOk="0">
                  <a:moveTo>
                    <a:pt x="934" y="0"/>
                  </a:moveTo>
                  <a:cubicBezTo>
                    <a:pt x="827" y="0"/>
                    <a:pt x="701" y="15"/>
                    <a:pt x="635" y="15"/>
                  </a:cubicBezTo>
                  <a:cubicBezTo>
                    <a:pt x="501" y="48"/>
                    <a:pt x="334" y="149"/>
                    <a:pt x="201" y="215"/>
                  </a:cubicBezTo>
                  <a:cubicBezTo>
                    <a:pt x="68" y="315"/>
                    <a:pt x="1" y="382"/>
                    <a:pt x="1" y="382"/>
                  </a:cubicBezTo>
                  <a:lnTo>
                    <a:pt x="134" y="582"/>
                  </a:lnTo>
                  <a:cubicBezTo>
                    <a:pt x="134" y="582"/>
                    <a:pt x="201" y="582"/>
                    <a:pt x="334" y="549"/>
                  </a:cubicBezTo>
                  <a:cubicBezTo>
                    <a:pt x="468" y="515"/>
                    <a:pt x="568" y="515"/>
                    <a:pt x="701" y="482"/>
                  </a:cubicBezTo>
                  <a:cubicBezTo>
                    <a:pt x="835" y="482"/>
                    <a:pt x="968" y="382"/>
                    <a:pt x="1068" y="382"/>
                  </a:cubicBezTo>
                  <a:cubicBezTo>
                    <a:pt x="1202" y="382"/>
                    <a:pt x="1302" y="349"/>
                    <a:pt x="1302" y="349"/>
                  </a:cubicBezTo>
                  <a:cubicBezTo>
                    <a:pt x="1302" y="315"/>
                    <a:pt x="1335" y="82"/>
                    <a:pt x="1335" y="82"/>
                  </a:cubicBezTo>
                  <a:lnTo>
                    <a:pt x="1068" y="15"/>
                  </a:lnTo>
                  <a:cubicBezTo>
                    <a:pt x="1035" y="4"/>
                    <a:pt x="987" y="0"/>
                    <a:pt x="9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41" name="Google Shape;2041;p18"/>
            <p:cNvSpPr/>
            <p:nvPr/>
          </p:nvSpPr>
          <p:spPr>
            <a:xfrm>
              <a:off x="10009674" y="1688215"/>
              <a:ext cx="33840" cy="13541"/>
            </a:xfrm>
            <a:custGeom>
              <a:avLst/>
              <a:gdLst/>
              <a:ahLst/>
              <a:cxnLst/>
              <a:rect l="l" t="t" r="r" b="b"/>
              <a:pathLst>
                <a:path w="1502" h="601" extrusionOk="0">
                  <a:moveTo>
                    <a:pt x="1401" y="0"/>
                  </a:moveTo>
                  <a:cubicBezTo>
                    <a:pt x="1401" y="0"/>
                    <a:pt x="967" y="0"/>
                    <a:pt x="667" y="100"/>
                  </a:cubicBezTo>
                  <a:cubicBezTo>
                    <a:pt x="400" y="134"/>
                    <a:pt x="0" y="334"/>
                    <a:pt x="0" y="334"/>
                  </a:cubicBezTo>
                  <a:lnTo>
                    <a:pt x="33" y="601"/>
                  </a:lnTo>
                  <a:cubicBezTo>
                    <a:pt x="33" y="601"/>
                    <a:pt x="500" y="601"/>
                    <a:pt x="801" y="567"/>
                  </a:cubicBezTo>
                  <a:cubicBezTo>
                    <a:pt x="1067" y="501"/>
                    <a:pt x="1501" y="267"/>
                    <a:pt x="1501" y="267"/>
                  </a:cubicBezTo>
                  <a:cubicBezTo>
                    <a:pt x="1501" y="234"/>
                    <a:pt x="1468" y="67"/>
                    <a:pt x="14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42" name="Google Shape;2042;p18"/>
            <p:cNvSpPr/>
            <p:nvPr/>
          </p:nvSpPr>
          <p:spPr>
            <a:xfrm>
              <a:off x="10018686" y="1716445"/>
              <a:ext cx="24828" cy="11197"/>
            </a:xfrm>
            <a:custGeom>
              <a:avLst/>
              <a:gdLst/>
              <a:ahLst/>
              <a:cxnLst/>
              <a:rect l="l" t="t" r="r" b="b"/>
              <a:pathLst>
                <a:path w="1102" h="497" extrusionOk="0">
                  <a:moveTo>
                    <a:pt x="728" y="0"/>
                  </a:moveTo>
                  <a:cubicBezTo>
                    <a:pt x="649" y="0"/>
                    <a:pt x="567" y="4"/>
                    <a:pt x="501" y="15"/>
                  </a:cubicBezTo>
                  <a:cubicBezTo>
                    <a:pt x="301" y="48"/>
                    <a:pt x="0" y="215"/>
                    <a:pt x="0" y="215"/>
                  </a:cubicBezTo>
                  <a:lnTo>
                    <a:pt x="67" y="482"/>
                  </a:lnTo>
                  <a:cubicBezTo>
                    <a:pt x="67" y="482"/>
                    <a:pt x="215" y="497"/>
                    <a:pt x="373" y="497"/>
                  </a:cubicBezTo>
                  <a:cubicBezTo>
                    <a:pt x="453" y="497"/>
                    <a:pt x="534" y="493"/>
                    <a:pt x="601" y="482"/>
                  </a:cubicBezTo>
                  <a:cubicBezTo>
                    <a:pt x="801" y="415"/>
                    <a:pt x="1101" y="248"/>
                    <a:pt x="1101" y="248"/>
                  </a:cubicBezTo>
                  <a:cubicBezTo>
                    <a:pt x="1101" y="248"/>
                    <a:pt x="1068" y="48"/>
                    <a:pt x="1034" y="15"/>
                  </a:cubicBezTo>
                  <a:cubicBezTo>
                    <a:pt x="1034" y="15"/>
                    <a:pt x="886"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43" name="Google Shape;2043;p18"/>
            <p:cNvSpPr/>
            <p:nvPr/>
          </p:nvSpPr>
          <p:spPr>
            <a:xfrm>
              <a:off x="10025445" y="1738569"/>
              <a:ext cx="19556" cy="12797"/>
            </a:xfrm>
            <a:custGeom>
              <a:avLst/>
              <a:gdLst/>
              <a:ahLst/>
              <a:cxnLst/>
              <a:rect l="l" t="t" r="r" b="b"/>
              <a:pathLst>
                <a:path w="868" h="568" extrusionOk="0">
                  <a:moveTo>
                    <a:pt x="768" y="0"/>
                  </a:moveTo>
                  <a:cubicBezTo>
                    <a:pt x="768" y="0"/>
                    <a:pt x="468" y="34"/>
                    <a:pt x="334" y="67"/>
                  </a:cubicBezTo>
                  <a:cubicBezTo>
                    <a:pt x="201" y="167"/>
                    <a:pt x="1" y="267"/>
                    <a:pt x="1" y="267"/>
                  </a:cubicBezTo>
                  <a:lnTo>
                    <a:pt x="1" y="534"/>
                  </a:lnTo>
                  <a:cubicBezTo>
                    <a:pt x="1" y="534"/>
                    <a:pt x="34" y="567"/>
                    <a:pt x="167" y="567"/>
                  </a:cubicBezTo>
                  <a:cubicBezTo>
                    <a:pt x="301" y="567"/>
                    <a:pt x="434" y="567"/>
                    <a:pt x="501" y="534"/>
                  </a:cubicBezTo>
                  <a:cubicBezTo>
                    <a:pt x="668" y="434"/>
                    <a:pt x="868" y="234"/>
                    <a:pt x="868" y="234"/>
                  </a:cubicBezTo>
                  <a:cubicBezTo>
                    <a:pt x="868" y="234"/>
                    <a:pt x="801" y="34"/>
                    <a:pt x="7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44" name="Google Shape;2044;p18"/>
            <p:cNvSpPr/>
            <p:nvPr/>
          </p:nvSpPr>
          <p:spPr>
            <a:xfrm>
              <a:off x="10029951" y="1759612"/>
              <a:ext cx="24085" cy="22553"/>
            </a:xfrm>
            <a:custGeom>
              <a:avLst/>
              <a:gdLst/>
              <a:ahLst/>
              <a:cxnLst/>
              <a:rect l="l" t="t" r="r" b="b"/>
              <a:pathLst>
                <a:path w="1069" h="1001" extrusionOk="0">
                  <a:moveTo>
                    <a:pt x="935" y="0"/>
                  </a:moveTo>
                  <a:cubicBezTo>
                    <a:pt x="935" y="0"/>
                    <a:pt x="835" y="67"/>
                    <a:pt x="735" y="100"/>
                  </a:cubicBezTo>
                  <a:cubicBezTo>
                    <a:pt x="601" y="134"/>
                    <a:pt x="434" y="234"/>
                    <a:pt x="334" y="300"/>
                  </a:cubicBezTo>
                  <a:cubicBezTo>
                    <a:pt x="268" y="434"/>
                    <a:pt x="134" y="567"/>
                    <a:pt x="101" y="667"/>
                  </a:cubicBezTo>
                  <a:cubicBezTo>
                    <a:pt x="67" y="801"/>
                    <a:pt x="1" y="901"/>
                    <a:pt x="1" y="901"/>
                  </a:cubicBezTo>
                  <a:lnTo>
                    <a:pt x="234" y="1001"/>
                  </a:lnTo>
                  <a:cubicBezTo>
                    <a:pt x="234" y="1001"/>
                    <a:pt x="301" y="968"/>
                    <a:pt x="401" y="901"/>
                  </a:cubicBezTo>
                  <a:cubicBezTo>
                    <a:pt x="468" y="801"/>
                    <a:pt x="601" y="767"/>
                    <a:pt x="668" y="667"/>
                  </a:cubicBezTo>
                  <a:cubicBezTo>
                    <a:pt x="768" y="634"/>
                    <a:pt x="835" y="501"/>
                    <a:pt x="935" y="434"/>
                  </a:cubicBezTo>
                  <a:cubicBezTo>
                    <a:pt x="968" y="334"/>
                    <a:pt x="1068" y="267"/>
                    <a:pt x="1068" y="267"/>
                  </a:cubicBezTo>
                  <a:cubicBezTo>
                    <a:pt x="1068" y="267"/>
                    <a:pt x="935" y="10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45" name="Google Shape;2045;p18"/>
            <p:cNvSpPr/>
            <p:nvPr/>
          </p:nvSpPr>
          <p:spPr>
            <a:xfrm>
              <a:off x="10050251" y="1791920"/>
              <a:ext cx="12797" cy="11625"/>
            </a:xfrm>
            <a:custGeom>
              <a:avLst/>
              <a:gdLst/>
              <a:ahLst/>
              <a:cxnLst/>
              <a:rect l="l" t="t" r="r" b="b"/>
              <a:pathLst>
                <a:path w="568" h="516" extrusionOk="0">
                  <a:moveTo>
                    <a:pt x="367" y="1"/>
                  </a:moveTo>
                  <a:cubicBezTo>
                    <a:pt x="367" y="34"/>
                    <a:pt x="200" y="34"/>
                    <a:pt x="134" y="34"/>
                  </a:cubicBezTo>
                  <a:lnTo>
                    <a:pt x="0" y="201"/>
                  </a:lnTo>
                  <a:lnTo>
                    <a:pt x="0" y="468"/>
                  </a:lnTo>
                  <a:cubicBezTo>
                    <a:pt x="0" y="468"/>
                    <a:pt x="34" y="468"/>
                    <a:pt x="100" y="501"/>
                  </a:cubicBezTo>
                  <a:cubicBezTo>
                    <a:pt x="134" y="512"/>
                    <a:pt x="163" y="516"/>
                    <a:pt x="192" y="516"/>
                  </a:cubicBezTo>
                  <a:cubicBezTo>
                    <a:pt x="249" y="516"/>
                    <a:pt x="301" y="501"/>
                    <a:pt x="367" y="501"/>
                  </a:cubicBezTo>
                  <a:cubicBezTo>
                    <a:pt x="434" y="468"/>
                    <a:pt x="467" y="401"/>
                    <a:pt x="534" y="334"/>
                  </a:cubicBezTo>
                  <a:cubicBezTo>
                    <a:pt x="567" y="234"/>
                    <a:pt x="567" y="201"/>
                    <a:pt x="567" y="201"/>
                  </a:cubicBezTo>
                  <a:cubicBezTo>
                    <a:pt x="567" y="201"/>
                    <a:pt x="434" y="34"/>
                    <a:pt x="3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46" name="Google Shape;2046;p18"/>
            <p:cNvSpPr/>
            <p:nvPr/>
          </p:nvSpPr>
          <p:spPr>
            <a:xfrm>
              <a:off x="10217829" y="1522124"/>
              <a:ext cx="18813" cy="11288"/>
            </a:xfrm>
            <a:custGeom>
              <a:avLst/>
              <a:gdLst/>
              <a:ahLst/>
              <a:cxnLst/>
              <a:rect l="l" t="t" r="r" b="b"/>
              <a:pathLst>
                <a:path w="835" h="501" extrusionOk="0">
                  <a:moveTo>
                    <a:pt x="468" y="0"/>
                  </a:moveTo>
                  <a:cubicBezTo>
                    <a:pt x="301" y="0"/>
                    <a:pt x="68" y="34"/>
                    <a:pt x="68" y="34"/>
                  </a:cubicBezTo>
                  <a:lnTo>
                    <a:pt x="1" y="301"/>
                  </a:lnTo>
                  <a:cubicBezTo>
                    <a:pt x="1" y="301"/>
                    <a:pt x="234" y="467"/>
                    <a:pt x="401" y="501"/>
                  </a:cubicBezTo>
                  <a:cubicBezTo>
                    <a:pt x="568" y="501"/>
                    <a:pt x="835" y="434"/>
                    <a:pt x="835" y="434"/>
                  </a:cubicBezTo>
                  <a:lnTo>
                    <a:pt x="835" y="167"/>
                  </a:lnTo>
                  <a:cubicBezTo>
                    <a:pt x="835" y="167"/>
                    <a:pt x="601" y="0"/>
                    <a:pt x="4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47" name="Google Shape;2047;p18"/>
            <p:cNvSpPr/>
            <p:nvPr/>
          </p:nvSpPr>
          <p:spPr>
            <a:xfrm>
              <a:off x="10219338" y="1543167"/>
              <a:ext cx="22575" cy="11288"/>
            </a:xfrm>
            <a:custGeom>
              <a:avLst/>
              <a:gdLst/>
              <a:ahLst/>
              <a:cxnLst/>
              <a:rect l="l" t="t" r="r" b="b"/>
              <a:pathLst>
                <a:path w="1002" h="501" extrusionOk="0">
                  <a:moveTo>
                    <a:pt x="501" y="0"/>
                  </a:moveTo>
                  <a:cubicBezTo>
                    <a:pt x="268" y="0"/>
                    <a:pt x="1" y="100"/>
                    <a:pt x="1" y="100"/>
                  </a:cubicBezTo>
                  <a:lnTo>
                    <a:pt x="1" y="367"/>
                  </a:lnTo>
                  <a:cubicBezTo>
                    <a:pt x="1" y="367"/>
                    <a:pt x="268" y="501"/>
                    <a:pt x="501" y="501"/>
                  </a:cubicBezTo>
                  <a:cubicBezTo>
                    <a:pt x="701" y="501"/>
                    <a:pt x="1001" y="367"/>
                    <a:pt x="1001" y="367"/>
                  </a:cubicBezTo>
                  <a:lnTo>
                    <a:pt x="1001" y="100"/>
                  </a:lnTo>
                  <a:cubicBezTo>
                    <a:pt x="1001" y="100"/>
                    <a:pt x="701" y="0"/>
                    <a:pt x="5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48" name="Google Shape;2048;p18"/>
            <p:cNvSpPr/>
            <p:nvPr/>
          </p:nvSpPr>
          <p:spPr>
            <a:xfrm>
              <a:off x="10220848" y="1563466"/>
              <a:ext cx="30844" cy="12031"/>
            </a:xfrm>
            <a:custGeom>
              <a:avLst/>
              <a:gdLst/>
              <a:ahLst/>
              <a:cxnLst/>
              <a:rect l="l" t="t" r="r" b="b"/>
              <a:pathLst>
                <a:path w="1369" h="534" extrusionOk="0">
                  <a:moveTo>
                    <a:pt x="1335" y="0"/>
                  </a:moveTo>
                  <a:cubicBezTo>
                    <a:pt x="1334" y="0"/>
                    <a:pt x="934" y="0"/>
                    <a:pt x="668" y="33"/>
                  </a:cubicBezTo>
                  <a:cubicBezTo>
                    <a:pt x="434" y="100"/>
                    <a:pt x="0" y="200"/>
                    <a:pt x="0" y="200"/>
                  </a:cubicBezTo>
                  <a:lnTo>
                    <a:pt x="0" y="467"/>
                  </a:lnTo>
                  <a:cubicBezTo>
                    <a:pt x="0" y="467"/>
                    <a:pt x="434" y="534"/>
                    <a:pt x="701" y="534"/>
                  </a:cubicBezTo>
                  <a:cubicBezTo>
                    <a:pt x="1001" y="467"/>
                    <a:pt x="1368" y="267"/>
                    <a:pt x="1368" y="267"/>
                  </a:cubicBezTo>
                  <a:cubicBezTo>
                    <a:pt x="1368" y="200"/>
                    <a:pt x="1301" y="0"/>
                    <a:pt x="13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49" name="Google Shape;2049;p18"/>
            <p:cNvSpPr/>
            <p:nvPr/>
          </p:nvSpPr>
          <p:spPr>
            <a:xfrm>
              <a:off x="10231369" y="1587506"/>
              <a:ext cx="27081" cy="12910"/>
            </a:xfrm>
            <a:custGeom>
              <a:avLst/>
              <a:gdLst/>
              <a:ahLst/>
              <a:cxnLst/>
              <a:rect l="l" t="t" r="r" b="b"/>
              <a:pathLst>
                <a:path w="1202" h="573" extrusionOk="0">
                  <a:moveTo>
                    <a:pt x="901" y="0"/>
                  </a:moveTo>
                  <a:cubicBezTo>
                    <a:pt x="851" y="34"/>
                    <a:pt x="784" y="34"/>
                    <a:pt x="718" y="34"/>
                  </a:cubicBezTo>
                  <a:cubicBezTo>
                    <a:pt x="651" y="34"/>
                    <a:pt x="584" y="34"/>
                    <a:pt x="534" y="67"/>
                  </a:cubicBezTo>
                  <a:cubicBezTo>
                    <a:pt x="334" y="101"/>
                    <a:pt x="0" y="234"/>
                    <a:pt x="0" y="234"/>
                  </a:cubicBezTo>
                  <a:lnTo>
                    <a:pt x="0" y="467"/>
                  </a:lnTo>
                  <a:cubicBezTo>
                    <a:pt x="0" y="467"/>
                    <a:pt x="290" y="573"/>
                    <a:pt x="542" y="573"/>
                  </a:cubicBezTo>
                  <a:cubicBezTo>
                    <a:pt x="574" y="573"/>
                    <a:pt x="605" y="571"/>
                    <a:pt x="634" y="568"/>
                  </a:cubicBezTo>
                  <a:cubicBezTo>
                    <a:pt x="734" y="534"/>
                    <a:pt x="868" y="467"/>
                    <a:pt x="1001" y="401"/>
                  </a:cubicBezTo>
                  <a:cubicBezTo>
                    <a:pt x="1135" y="301"/>
                    <a:pt x="1201" y="267"/>
                    <a:pt x="1201" y="267"/>
                  </a:cubicBezTo>
                  <a:cubicBezTo>
                    <a:pt x="1201" y="267"/>
                    <a:pt x="1135" y="67"/>
                    <a:pt x="11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50" name="Google Shape;2050;p18"/>
            <p:cNvSpPr/>
            <p:nvPr/>
          </p:nvSpPr>
          <p:spPr>
            <a:xfrm>
              <a:off x="10253156" y="1605394"/>
              <a:ext cx="20322" cy="11445"/>
            </a:xfrm>
            <a:custGeom>
              <a:avLst/>
              <a:gdLst/>
              <a:ahLst/>
              <a:cxnLst/>
              <a:rect l="l" t="t" r="r" b="b"/>
              <a:pathLst>
                <a:path w="902" h="508" extrusionOk="0">
                  <a:moveTo>
                    <a:pt x="479" y="0"/>
                  </a:moveTo>
                  <a:cubicBezTo>
                    <a:pt x="451" y="0"/>
                    <a:pt x="425" y="2"/>
                    <a:pt x="401" y="7"/>
                  </a:cubicBezTo>
                  <a:cubicBezTo>
                    <a:pt x="234" y="74"/>
                    <a:pt x="1" y="174"/>
                    <a:pt x="1" y="174"/>
                  </a:cubicBezTo>
                  <a:lnTo>
                    <a:pt x="1" y="441"/>
                  </a:lnTo>
                  <a:cubicBezTo>
                    <a:pt x="1" y="441"/>
                    <a:pt x="268" y="507"/>
                    <a:pt x="501" y="507"/>
                  </a:cubicBezTo>
                  <a:cubicBezTo>
                    <a:pt x="635" y="474"/>
                    <a:pt x="901" y="307"/>
                    <a:pt x="901" y="307"/>
                  </a:cubicBezTo>
                  <a:cubicBezTo>
                    <a:pt x="901" y="307"/>
                    <a:pt x="868" y="107"/>
                    <a:pt x="868" y="74"/>
                  </a:cubicBezTo>
                  <a:cubicBezTo>
                    <a:pt x="868" y="74"/>
                    <a:pt x="648" y="0"/>
                    <a:pt x="4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51" name="Google Shape;2051;p18"/>
            <p:cNvSpPr/>
            <p:nvPr/>
          </p:nvSpPr>
          <p:spPr>
            <a:xfrm>
              <a:off x="10362877" y="1634661"/>
              <a:ext cx="20322" cy="12729"/>
            </a:xfrm>
            <a:custGeom>
              <a:avLst/>
              <a:gdLst/>
              <a:ahLst/>
              <a:cxnLst/>
              <a:rect l="l" t="t" r="r" b="b"/>
              <a:pathLst>
                <a:path w="902" h="565" extrusionOk="0">
                  <a:moveTo>
                    <a:pt x="205" y="1"/>
                  </a:moveTo>
                  <a:cubicBezTo>
                    <a:pt x="109" y="1"/>
                    <a:pt x="34" y="9"/>
                    <a:pt x="34" y="9"/>
                  </a:cubicBezTo>
                  <a:lnTo>
                    <a:pt x="1" y="242"/>
                  </a:lnTo>
                  <a:cubicBezTo>
                    <a:pt x="1" y="242"/>
                    <a:pt x="201" y="476"/>
                    <a:pt x="368" y="509"/>
                  </a:cubicBezTo>
                  <a:cubicBezTo>
                    <a:pt x="439" y="552"/>
                    <a:pt x="535" y="564"/>
                    <a:pt x="622" y="564"/>
                  </a:cubicBezTo>
                  <a:cubicBezTo>
                    <a:pt x="737" y="564"/>
                    <a:pt x="835" y="543"/>
                    <a:pt x="835" y="543"/>
                  </a:cubicBezTo>
                  <a:cubicBezTo>
                    <a:pt x="835" y="543"/>
                    <a:pt x="902" y="343"/>
                    <a:pt x="868" y="309"/>
                  </a:cubicBezTo>
                  <a:cubicBezTo>
                    <a:pt x="868" y="309"/>
                    <a:pt x="668" y="109"/>
                    <a:pt x="501" y="42"/>
                  </a:cubicBezTo>
                  <a:cubicBezTo>
                    <a:pt x="418" y="9"/>
                    <a:pt x="301" y="1"/>
                    <a:pt x="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52" name="Google Shape;2052;p18"/>
            <p:cNvSpPr/>
            <p:nvPr/>
          </p:nvSpPr>
          <p:spPr>
            <a:xfrm>
              <a:off x="10359880" y="1661900"/>
              <a:ext cx="26315" cy="11310"/>
            </a:xfrm>
            <a:custGeom>
              <a:avLst/>
              <a:gdLst/>
              <a:ahLst/>
              <a:cxnLst/>
              <a:rect l="l" t="t" r="r" b="b"/>
              <a:pathLst>
                <a:path w="1168" h="502" extrusionOk="0">
                  <a:moveTo>
                    <a:pt x="101" y="1"/>
                  </a:moveTo>
                  <a:cubicBezTo>
                    <a:pt x="101" y="68"/>
                    <a:pt x="0" y="268"/>
                    <a:pt x="0" y="268"/>
                  </a:cubicBezTo>
                  <a:cubicBezTo>
                    <a:pt x="0" y="268"/>
                    <a:pt x="34" y="301"/>
                    <a:pt x="167" y="401"/>
                  </a:cubicBezTo>
                  <a:lnTo>
                    <a:pt x="534" y="501"/>
                  </a:lnTo>
                  <a:cubicBezTo>
                    <a:pt x="668" y="501"/>
                    <a:pt x="834" y="501"/>
                    <a:pt x="968" y="468"/>
                  </a:cubicBezTo>
                  <a:cubicBezTo>
                    <a:pt x="1101" y="434"/>
                    <a:pt x="1168" y="401"/>
                    <a:pt x="1168" y="401"/>
                  </a:cubicBezTo>
                  <a:cubicBezTo>
                    <a:pt x="1168" y="401"/>
                    <a:pt x="1135" y="168"/>
                    <a:pt x="1135" y="134"/>
                  </a:cubicBezTo>
                  <a:cubicBezTo>
                    <a:pt x="1135" y="134"/>
                    <a:pt x="1035" y="134"/>
                    <a:pt x="968" y="101"/>
                  </a:cubicBezTo>
                  <a:cubicBezTo>
                    <a:pt x="834" y="68"/>
                    <a:pt x="701" y="1"/>
                    <a:pt x="6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53" name="Google Shape;2053;p18"/>
            <p:cNvSpPr/>
            <p:nvPr/>
          </p:nvSpPr>
          <p:spPr>
            <a:xfrm>
              <a:off x="10364386" y="1689724"/>
              <a:ext cx="24828" cy="11288"/>
            </a:xfrm>
            <a:custGeom>
              <a:avLst/>
              <a:gdLst/>
              <a:ahLst/>
              <a:cxnLst/>
              <a:rect l="l" t="t" r="r" b="b"/>
              <a:pathLst>
                <a:path w="1102" h="501" extrusionOk="0">
                  <a:moveTo>
                    <a:pt x="501" y="0"/>
                  </a:moveTo>
                  <a:cubicBezTo>
                    <a:pt x="301" y="0"/>
                    <a:pt x="1" y="100"/>
                    <a:pt x="1" y="100"/>
                  </a:cubicBezTo>
                  <a:lnTo>
                    <a:pt x="1" y="367"/>
                  </a:lnTo>
                  <a:cubicBezTo>
                    <a:pt x="1" y="367"/>
                    <a:pt x="334" y="500"/>
                    <a:pt x="568" y="500"/>
                  </a:cubicBezTo>
                  <a:cubicBezTo>
                    <a:pt x="801" y="500"/>
                    <a:pt x="1101" y="300"/>
                    <a:pt x="1101" y="300"/>
                  </a:cubicBezTo>
                  <a:cubicBezTo>
                    <a:pt x="1101" y="300"/>
                    <a:pt x="1068" y="100"/>
                    <a:pt x="1001" y="33"/>
                  </a:cubicBezTo>
                  <a:cubicBezTo>
                    <a:pt x="1001" y="33"/>
                    <a:pt x="668" y="0"/>
                    <a:pt x="5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54" name="Google Shape;2054;p18"/>
            <p:cNvSpPr/>
            <p:nvPr/>
          </p:nvSpPr>
          <p:spPr>
            <a:xfrm>
              <a:off x="10377161" y="1720523"/>
              <a:ext cx="24085" cy="11310"/>
            </a:xfrm>
            <a:custGeom>
              <a:avLst/>
              <a:gdLst/>
              <a:ahLst/>
              <a:cxnLst/>
              <a:rect l="l" t="t" r="r" b="b"/>
              <a:pathLst>
                <a:path w="1069" h="502" extrusionOk="0">
                  <a:moveTo>
                    <a:pt x="534" y="1"/>
                  </a:moveTo>
                  <a:cubicBezTo>
                    <a:pt x="334" y="1"/>
                    <a:pt x="1" y="134"/>
                    <a:pt x="1" y="134"/>
                  </a:cubicBezTo>
                  <a:lnTo>
                    <a:pt x="1" y="368"/>
                  </a:lnTo>
                  <a:cubicBezTo>
                    <a:pt x="1" y="368"/>
                    <a:pt x="334" y="501"/>
                    <a:pt x="534" y="501"/>
                  </a:cubicBezTo>
                  <a:cubicBezTo>
                    <a:pt x="735" y="501"/>
                    <a:pt x="1068" y="368"/>
                    <a:pt x="1068" y="368"/>
                  </a:cubicBezTo>
                  <a:lnTo>
                    <a:pt x="1068" y="134"/>
                  </a:lnTo>
                  <a:cubicBezTo>
                    <a:pt x="1068" y="134"/>
                    <a:pt x="735" y="1"/>
                    <a:pt x="5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55" name="Google Shape;2055;p18"/>
            <p:cNvSpPr/>
            <p:nvPr/>
          </p:nvSpPr>
          <p:spPr>
            <a:xfrm>
              <a:off x="10145868" y="1949225"/>
              <a:ext cx="442512" cy="241792"/>
            </a:xfrm>
            <a:custGeom>
              <a:avLst/>
              <a:gdLst/>
              <a:ahLst/>
              <a:cxnLst/>
              <a:rect l="l" t="t" r="r" b="b"/>
              <a:pathLst>
                <a:path w="19641" h="10732" extrusionOk="0">
                  <a:moveTo>
                    <a:pt x="3739" y="0"/>
                  </a:moveTo>
                  <a:cubicBezTo>
                    <a:pt x="3498" y="0"/>
                    <a:pt x="3258" y="30"/>
                    <a:pt x="3028" y="90"/>
                  </a:cubicBezTo>
                  <a:cubicBezTo>
                    <a:pt x="2828" y="190"/>
                    <a:pt x="2661" y="224"/>
                    <a:pt x="2494" y="324"/>
                  </a:cubicBezTo>
                  <a:cubicBezTo>
                    <a:pt x="2328" y="391"/>
                    <a:pt x="2161" y="491"/>
                    <a:pt x="2027" y="591"/>
                  </a:cubicBezTo>
                  <a:cubicBezTo>
                    <a:pt x="1761" y="824"/>
                    <a:pt x="1527" y="1091"/>
                    <a:pt x="1427" y="1391"/>
                  </a:cubicBezTo>
                  <a:cubicBezTo>
                    <a:pt x="1127" y="1992"/>
                    <a:pt x="993" y="2492"/>
                    <a:pt x="827" y="2859"/>
                  </a:cubicBezTo>
                  <a:cubicBezTo>
                    <a:pt x="660" y="3259"/>
                    <a:pt x="493" y="3560"/>
                    <a:pt x="360" y="3726"/>
                  </a:cubicBezTo>
                  <a:cubicBezTo>
                    <a:pt x="293" y="3826"/>
                    <a:pt x="260" y="3893"/>
                    <a:pt x="193" y="3926"/>
                  </a:cubicBezTo>
                  <a:cubicBezTo>
                    <a:pt x="159" y="3993"/>
                    <a:pt x="126" y="3993"/>
                    <a:pt x="126" y="3993"/>
                  </a:cubicBezTo>
                  <a:cubicBezTo>
                    <a:pt x="0" y="4119"/>
                    <a:pt x="65" y="4340"/>
                    <a:pt x="204" y="4340"/>
                  </a:cubicBezTo>
                  <a:cubicBezTo>
                    <a:pt x="249" y="4340"/>
                    <a:pt x="303" y="4317"/>
                    <a:pt x="360" y="4260"/>
                  </a:cubicBezTo>
                  <a:lnTo>
                    <a:pt x="460" y="4193"/>
                  </a:lnTo>
                  <a:lnTo>
                    <a:pt x="660" y="3993"/>
                  </a:lnTo>
                  <a:cubicBezTo>
                    <a:pt x="827" y="3760"/>
                    <a:pt x="1027" y="3493"/>
                    <a:pt x="1194" y="3059"/>
                  </a:cubicBezTo>
                  <a:cubicBezTo>
                    <a:pt x="1427" y="2692"/>
                    <a:pt x="1594" y="2192"/>
                    <a:pt x="1827" y="1692"/>
                  </a:cubicBezTo>
                  <a:cubicBezTo>
                    <a:pt x="1961" y="1491"/>
                    <a:pt x="2128" y="1225"/>
                    <a:pt x="2328" y="1058"/>
                  </a:cubicBezTo>
                  <a:cubicBezTo>
                    <a:pt x="2528" y="891"/>
                    <a:pt x="2828" y="758"/>
                    <a:pt x="3128" y="691"/>
                  </a:cubicBezTo>
                  <a:cubicBezTo>
                    <a:pt x="3289" y="657"/>
                    <a:pt x="3452" y="640"/>
                    <a:pt x="3616" y="640"/>
                  </a:cubicBezTo>
                  <a:cubicBezTo>
                    <a:pt x="4095" y="640"/>
                    <a:pt x="4573" y="784"/>
                    <a:pt x="4996" y="1058"/>
                  </a:cubicBezTo>
                  <a:cubicBezTo>
                    <a:pt x="5263" y="1225"/>
                    <a:pt x="5497" y="1491"/>
                    <a:pt x="5697" y="1758"/>
                  </a:cubicBezTo>
                  <a:cubicBezTo>
                    <a:pt x="5830" y="1925"/>
                    <a:pt x="5864" y="2058"/>
                    <a:pt x="5964" y="2225"/>
                  </a:cubicBezTo>
                  <a:cubicBezTo>
                    <a:pt x="5997" y="2392"/>
                    <a:pt x="6097" y="2592"/>
                    <a:pt x="6164" y="2759"/>
                  </a:cubicBezTo>
                  <a:cubicBezTo>
                    <a:pt x="6331" y="3159"/>
                    <a:pt x="6497" y="3526"/>
                    <a:pt x="6831" y="3860"/>
                  </a:cubicBezTo>
                  <a:cubicBezTo>
                    <a:pt x="6998" y="4027"/>
                    <a:pt x="7198" y="4193"/>
                    <a:pt x="7431" y="4260"/>
                  </a:cubicBezTo>
                  <a:cubicBezTo>
                    <a:pt x="7531" y="4327"/>
                    <a:pt x="7631" y="4360"/>
                    <a:pt x="7765" y="4393"/>
                  </a:cubicBezTo>
                  <a:cubicBezTo>
                    <a:pt x="7865" y="4427"/>
                    <a:pt x="7998" y="4427"/>
                    <a:pt x="8132" y="4427"/>
                  </a:cubicBezTo>
                  <a:cubicBezTo>
                    <a:pt x="8632" y="4427"/>
                    <a:pt x="8999" y="4260"/>
                    <a:pt x="9333" y="4093"/>
                  </a:cubicBezTo>
                  <a:cubicBezTo>
                    <a:pt x="9633" y="3993"/>
                    <a:pt x="9966" y="3826"/>
                    <a:pt x="10267" y="3660"/>
                  </a:cubicBezTo>
                  <a:cubicBezTo>
                    <a:pt x="10700" y="3393"/>
                    <a:pt x="11201" y="3193"/>
                    <a:pt x="11668" y="3193"/>
                  </a:cubicBezTo>
                  <a:cubicBezTo>
                    <a:pt x="12135" y="3193"/>
                    <a:pt x="12635" y="3393"/>
                    <a:pt x="13102" y="3726"/>
                  </a:cubicBezTo>
                  <a:cubicBezTo>
                    <a:pt x="13336" y="3893"/>
                    <a:pt x="13536" y="4060"/>
                    <a:pt x="13803" y="4227"/>
                  </a:cubicBezTo>
                  <a:cubicBezTo>
                    <a:pt x="13969" y="4393"/>
                    <a:pt x="14203" y="4560"/>
                    <a:pt x="14336" y="4760"/>
                  </a:cubicBezTo>
                  <a:cubicBezTo>
                    <a:pt x="14637" y="5161"/>
                    <a:pt x="14837" y="5661"/>
                    <a:pt x="14937" y="6161"/>
                  </a:cubicBezTo>
                  <a:cubicBezTo>
                    <a:pt x="15037" y="6662"/>
                    <a:pt x="15104" y="7162"/>
                    <a:pt x="15170" y="7596"/>
                  </a:cubicBezTo>
                  <a:cubicBezTo>
                    <a:pt x="15204" y="8063"/>
                    <a:pt x="15337" y="8530"/>
                    <a:pt x="15504" y="8863"/>
                  </a:cubicBezTo>
                  <a:cubicBezTo>
                    <a:pt x="15671" y="9230"/>
                    <a:pt x="15871" y="9497"/>
                    <a:pt x="16038" y="9664"/>
                  </a:cubicBezTo>
                  <a:cubicBezTo>
                    <a:pt x="16204" y="9831"/>
                    <a:pt x="16371" y="9897"/>
                    <a:pt x="16438" y="9931"/>
                  </a:cubicBezTo>
                  <a:lnTo>
                    <a:pt x="16371" y="9931"/>
                  </a:lnTo>
                  <a:cubicBezTo>
                    <a:pt x="16972" y="10364"/>
                    <a:pt x="17505" y="10498"/>
                    <a:pt x="17872" y="10565"/>
                  </a:cubicBezTo>
                  <a:cubicBezTo>
                    <a:pt x="18306" y="10665"/>
                    <a:pt x="18606" y="10698"/>
                    <a:pt x="18806" y="10698"/>
                  </a:cubicBezTo>
                  <a:cubicBezTo>
                    <a:pt x="19206" y="10731"/>
                    <a:pt x="19307" y="10731"/>
                    <a:pt x="19307" y="10731"/>
                  </a:cubicBezTo>
                  <a:cubicBezTo>
                    <a:pt x="19607" y="10731"/>
                    <a:pt x="19640" y="10431"/>
                    <a:pt x="19440" y="10331"/>
                  </a:cubicBezTo>
                  <a:cubicBezTo>
                    <a:pt x="19440" y="10331"/>
                    <a:pt x="19340" y="10331"/>
                    <a:pt x="18940" y="10264"/>
                  </a:cubicBezTo>
                  <a:cubicBezTo>
                    <a:pt x="18706" y="10231"/>
                    <a:pt x="18439" y="10231"/>
                    <a:pt x="18039" y="10164"/>
                  </a:cubicBezTo>
                  <a:cubicBezTo>
                    <a:pt x="17672" y="10064"/>
                    <a:pt x="17205" y="9931"/>
                    <a:pt x="16771" y="9564"/>
                  </a:cubicBezTo>
                  <a:lnTo>
                    <a:pt x="16705" y="9564"/>
                  </a:lnTo>
                  <a:cubicBezTo>
                    <a:pt x="16638" y="9497"/>
                    <a:pt x="16271" y="9230"/>
                    <a:pt x="16004" y="8663"/>
                  </a:cubicBezTo>
                  <a:cubicBezTo>
                    <a:pt x="15871" y="8363"/>
                    <a:pt x="15804" y="7996"/>
                    <a:pt x="15771" y="7529"/>
                  </a:cubicBezTo>
                  <a:cubicBezTo>
                    <a:pt x="15671" y="7062"/>
                    <a:pt x="15637" y="6562"/>
                    <a:pt x="15537" y="6028"/>
                  </a:cubicBezTo>
                  <a:cubicBezTo>
                    <a:pt x="15470" y="5494"/>
                    <a:pt x="15270" y="4860"/>
                    <a:pt x="14870" y="4360"/>
                  </a:cubicBezTo>
                  <a:cubicBezTo>
                    <a:pt x="14703" y="4060"/>
                    <a:pt x="14470" y="3893"/>
                    <a:pt x="14203" y="3660"/>
                  </a:cubicBezTo>
                  <a:cubicBezTo>
                    <a:pt x="13969" y="3426"/>
                    <a:pt x="13769" y="3259"/>
                    <a:pt x="13502" y="3093"/>
                  </a:cubicBezTo>
                  <a:cubicBezTo>
                    <a:pt x="13002" y="2759"/>
                    <a:pt x="12435" y="2392"/>
                    <a:pt x="11701" y="2392"/>
                  </a:cubicBezTo>
                  <a:cubicBezTo>
                    <a:pt x="11001" y="2425"/>
                    <a:pt x="10467" y="2692"/>
                    <a:pt x="9966" y="2926"/>
                  </a:cubicBezTo>
                  <a:cubicBezTo>
                    <a:pt x="9666" y="3059"/>
                    <a:pt x="9366" y="3226"/>
                    <a:pt x="9032" y="3393"/>
                  </a:cubicBezTo>
                  <a:cubicBezTo>
                    <a:pt x="8766" y="3560"/>
                    <a:pt x="8465" y="3693"/>
                    <a:pt x="8165" y="3693"/>
                  </a:cubicBezTo>
                  <a:cubicBezTo>
                    <a:pt x="8098" y="3660"/>
                    <a:pt x="8032" y="3660"/>
                    <a:pt x="7965" y="3660"/>
                  </a:cubicBezTo>
                  <a:cubicBezTo>
                    <a:pt x="7865" y="3593"/>
                    <a:pt x="7832" y="3593"/>
                    <a:pt x="7765" y="3560"/>
                  </a:cubicBezTo>
                  <a:cubicBezTo>
                    <a:pt x="7598" y="3526"/>
                    <a:pt x="7498" y="3393"/>
                    <a:pt x="7365" y="3326"/>
                  </a:cubicBezTo>
                  <a:cubicBezTo>
                    <a:pt x="7164" y="3093"/>
                    <a:pt x="6998" y="2759"/>
                    <a:pt x="6831" y="2425"/>
                  </a:cubicBezTo>
                  <a:cubicBezTo>
                    <a:pt x="6798" y="2259"/>
                    <a:pt x="6697" y="2092"/>
                    <a:pt x="6631" y="1892"/>
                  </a:cubicBezTo>
                  <a:cubicBezTo>
                    <a:pt x="6531" y="1725"/>
                    <a:pt x="6431" y="1525"/>
                    <a:pt x="6297" y="1358"/>
                  </a:cubicBezTo>
                  <a:cubicBezTo>
                    <a:pt x="6030" y="991"/>
                    <a:pt x="5697" y="691"/>
                    <a:pt x="5363" y="491"/>
                  </a:cubicBezTo>
                  <a:cubicBezTo>
                    <a:pt x="4873" y="164"/>
                    <a:pt x="4301" y="0"/>
                    <a:pt x="3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56" name="Google Shape;2056;p18"/>
            <p:cNvSpPr/>
            <p:nvPr/>
          </p:nvSpPr>
          <p:spPr>
            <a:xfrm>
              <a:off x="10241147" y="1982299"/>
              <a:ext cx="23319" cy="10319"/>
            </a:xfrm>
            <a:custGeom>
              <a:avLst/>
              <a:gdLst/>
              <a:ahLst/>
              <a:cxnLst/>
              <a:rect l="l" t="t" r="r" b="b"/>
              <a:pathLst>
                <a:path w="1035" h="458" extrusionOk="0">
                  <a:moveTo>
                    <a:pt x="610" y="0"/>
                  </a:moveTo>
                  <a:cubicBezTo>
                    <a:pt x="559" y="0"/>
                    <a:pt x="509" y="7"/>
                    <a:pt x="467" y="23"/>
                  </a:cubicBezTo>
                  <a:cubicBezTo>
                    <a:pt x="400" y="23"/>
                    <a:pt x="267" y="57"/>
                    <a:pt x="167" y="123"/>
                  </a:cubicBezTo>
                  <a:cubicBezTo>
                    <a:pt x="67" y="224"/>
                    <a:pt x="0" y="257"/>
                    <a:pt x="0" y="257"/>
                  </a:cubicBezTo>
                  <a:lnTo>
                    <a:pt x="133" y="457"/>
                  </a:lnTo>
                  <a:lnTo>
                    <a:pt x="567" y="457"/>
                  </a:lnTo>
                  <a:cubicBezTo>
                    <a:pt x="734" y="424"/>
                    <a:pt x="1034" y="257"/>
                    <a:pt x="1034" y="257"/>
                  </a:cubicBezTo>
                  <a:cubicBezTo>
                    <a:pt x="1034" y="257"/>
                    <a:pt x="967" y="57"/>
                    <a:pt x="934" y="57"/>
                  </a:cubicBezTo>
                  <a:cubicBezTo>
                    <a:pt x="934" y="57"/>
                    <a:pt x="765" y="0"/>
                    <a:pt x="6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57" name="Google Shape;2057;p18"/>
            <p:cNvSpPr/>
            <p:nvPr/>
          </p:nvSpPr>
          <p:spPr>
            <a:xfrm>
              <a:off x="10243400" y="2005370"/>
              <a:ext cx="26315" cy="11288"/>
            </a:xfrm>
            <a:custGeom>
              <a:avLst/>
              <a:gdLst/>
              <a:ahLst/>
              <a:cxnLst/>
              <a:rect l="l" t="t" r="r" b="b"/>
              <a:pathLst>
                <a:path w="1168" h="501" extrusionOk="0">
                  <a:moveTo>
                    <a:pt x="601" y="0"/>
                  </a:moveTo>
                  <a:cubicBezTo>
                    <a:pt x="334" y="0"/>
                    <a:pt x="0" y="100"/>
                    <a:pt x="0" y="100"/>
                  </a:cubicBezTo>
                  <a:lnTo>
                    <a:pt x="0" y="367"/>
                  </a:lnTo>
                  <a:cubicBezTo>
                    <a:pt x="0" y="367"/>
                    <a:pt x="367" y="500"/>
                    <a:pt x="601" y="500"/>
                  </a:cubicBezTo>
                  <a:cubicBezTo>
                    <a:pt x="834" y="500"/>
                    <a:pt x="1168" y="367"/>
                    <a:pt x="1168" y="367"/>
                  </a:cubicBezTo>
                  <a:lnTo>
                    <a:pt x="1168" y="100"/>
                  </a:lnTo>
                  <a:cubicBezTo>
                    <a:pt x="1168" y="100"/>
                    <a:pt x="801"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58" name="Google Shape;2058;p18"/>
            <p:cNvSpPr/>
            <p:nvPr/>
          </p:nvSpPr>
          <p:spPr>
            <a:xfrm>
              <a:off x="10247906" y="2024565"/>
              <a:ext cx="24828" cy="11625"/>
            </a:xfrm>
            <a:custGeom>
              <a:avLst/>
              <a:gdLst/>
              <a:ahLst/>
              <a:cxnLst/>
              <a:rect l="l" t="t" r="r" b="b"/>
              <a:pathLst>
                <a:path w="1102" h="516" extrusionOk="0">
                  <a:moveTo>
                    <a:pt x="633" y="1"/>
                  </a:moveTo>
                  <a:cubicBezTo>
                    <a:pt x="590" y="1"/>
                    <a:pt x="545" y="4"/>
                    <a:pt x="501" y="15"/>
                  </a:cubicBezTo>
                  <a:cubicBezTo>
                    <a:pt x="401" y="15"/>
                    <a:pt x="267" y="82"/>
                    <a:pt x="167" y="182"/>
                  </a:cubicBezTo>
                  <a:cubicBezTo>
                    <a:pt x="67" y="249"/>
                    <a:pt x="0" y="349"/>
                    <a:pt x="0" y="349"/>
                  </a:cubicBezTo>
                  <a:lnTo>
                    <a:pt x="167" y="516"/>
                  </a:lnTo>
                  <a:cubicBezTo>
                    <a:pt x="167" y="482"/>
                    <a:pt x="434" y="482"/>
                    <a:pt x="601" y="416"/>
                  </a:cubicBezTo>
                  <a:cubicBezTo>
                    <a:pt x="767" y="382"/>
                    <a:pt x="1068" y="249"/>
                    <a:pt x="1068" y="249"/>
                  </a:cubicBezTo>
                  <a:cubicBezTo>
                    <a:pt x="1068" y="249"/>
                    <a:pt x="1068" y="49"/>
                    <a:pt x="1101" y="49"/>
                  </a:cubicBezTo>
                  <a:cubicBezTo>
                    <a:pt x="1101" y="49"/>
                    <a:pt x="1001" y="15"/>
                    <a:pt x="868" y="15"/>
                  </a:cubicBezTo>
                  <a:cubicBezTo>
                    <a:pt x="801" y="15"/>
                    <a:pt x="719" y="1"/>
                    <a:pt x="6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59" name="Google Shape;2059;p18"/>
            <p:cNvSpPr/>
            <p:nvPr/>
          </p:nvSpPr>
          <p:spPr>
            <a:xfrm>
              <a:off x="10262934" y="2050452"/>
              <a:ext cx="22575" cy="11288"/>
            </a:xfrm>
            <a:custGeom>
              <a:avLst/>
              <a:gdLst/>
              <a:ahLst/>
              <a:cxnLst/>
              <a:rect l="l" t="t" r="r" b="b"/>
              <a:pathLst>
                <a:path w="1002" h="501" extrusionOk="0">
                  <a:moveTo>
                    <a:pt x="467" y="1"/>
                  </a:moveTo>
                  <a:cubicBezTo>
                    <a:pt x="301" y="1"/>
                    <a:pt x="0" y="101"/>
                    <a:pt x="0" y="101"/>
                  </a:cubicBezTo>
                  <a:lnTo>
                    <a:pt x="0" y="367"/>
                  </a:lnTo>
                  <a:cubicBezTo>
                    <a:pt x="0" y="367"/>
                    <a:pt x="301" y="501"/>
                    <a:pt x="501" y="501"/>
                  </a:cubicBezTo>
                  <a:cubicBezTo>
                    <a:pt x="734" y="501"/>
                    <a:pt x="1001" y="334"/>
                    <a:pt x="1001" y="334"/>
                  </a:cubicBezTo>
                  <a:cubicBezTo>
                    <a:pt x="1001" y="267"/>
                    <a:pt x="968" y="67"/>
                    <a:pt x="934" y="34"/>
                  </a:cubicBezTo>
                  <a:cubicBezTo>
                    <a:pt x="934" y="34"/>
                    <a:pt x="634" y="1"/>
                    <a:pt x="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60" name="Google Shape;2060;p18"/>
            <p:cNvSpPr/>
            <p:nvPr/>
          </p:nvSpPr>
          <p:spPr>
            <a:xfrm>
              <a:off x="10441056" y="2066989"/>
              <a:ext cx="18790" cy="11288"/>
            </a:xfrm>
            <a:custGeom>
              <a:avLst/>
              <a:gdLst/>
              <a:ahLst/>
              <a:cxnLst/>
              <a:rect l="l" t="t" r="r" b="b"/>
              <a:pathLst>
                <a:path w="834" h="501" extrusionOk="0">
                  <a:moveTo>
                    <a:pt x="434" y="0"/>
                  </a:moveTo>
                  <a:cubicBezTo>
                    <a:pt x="234" y="0"/>
                    <a:pt x="0" y="100"/>
                    <a:pt x="0" y="100"/>
                  </a:cubicBezTo>
                  <a:lnTo>
                    <a:pt x="0" y="334"/>
                  </a:lnTo>
                  <a:cubicBezTo>
                    <a:pt x="0" y="334"/>
                    <a:pt x="234" y="501"/>
                    <a:pt x="367" y="501"/>
                  </a:cubicBezTo>
                  <a:cubicBezTo>
                    <a:pt x="567" y="501"/>
                    <a:pt x="834" y="434"/>
                    <a:pt x="834" y="434"/>
                  </a:cubicBezTo>
                  <a:lnTo>
                    <a:pt x="834" y="167"/>
                  </a:lnTo>
                  <a:cubicBezTo>
                    <a:pt x="834" y="167"/>
                    <a:pt x="567" y="0"/>
                    <a:pt x="4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61" name="Google Shape;2061;p18"/>
            <p:cNvSpPr/>
            <p:nvPr/>
          </p:nvSpPr>
          <p:spPr>
            <a:xfrm>
              <a:off x="10437293" y="2097810"/>
              <a:ext cx="24828" cy="11806"/>
            </a:xfrm>
            <a:custGeom>
              <a:avLst/>
              <a:gdLst/>
              <a:ahLst/>
              <a:cxnLst/>
              <a:rect l="l" t="t" r="r" b="b"/>
              <a:pathLst>
                <a:path w="1102" h="524" extrusionOk="0">
                  <a:moveTo>
                    <a:pt x="501" y="0"/>
                  </a:moveTo>
                  <a:cubicBezTo>
                    <a:pt x="334" y="67"/>
                    <a:pt x="34" y="234"/>
                    <a:pt x="34" y="234"/>
                  </a:cubicBezTo>
                  <a:cubicBezTo>
                    <a:pt x="0" y="234"/>
                    <a:pt x="67" y="467"/>
                    <a:pt x="67" y="467"/>
                  </a:cubicBezTo>
                  <a:cubicBezTo>
                    <a:pt x="67" y="467"/>
                    <a:pt x="236" y="523"/>
                    <a:pt x="405" y="523"/>
                  </a:cubicBezTo>
                  <a:cubicBezTo>
                    <a:pt x="461" y="523"/>
                    <a:pt x="517" y="517"/>
                    <a:pt x="567" y="500"/>
                  </a:cubicBezTo>
                  <a:cubicBezTo>
                    <a:pt x="701" y="500"/>
                    <a:pt x="834" y="467"/>
                    <a:pt x="901" y="400"/>
                  </a:cubicBezTo>
                  <a:cubicBezTo>
                    <a:pt x="1001" y="300"/>
                    <a:pt x="1068" y="267"/>
                    <a:pt x="1068" y="267"/>
                  </a:cubicBezTo>
                  <a:cubicBezTo>
                    <a:pt x="1101" y="267"/>
                    <a:pt x="1001" y="100"/>
                    <a:pt x="9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62" name="Google Shape;2062;p18"/>
            <p:cNvSpPr/>
            <p:nvPr/>
          </p:nvSpPr>
          <p:spPr>
            <a:xfrm>
              <a:off x="10438803" y="2125252"/>
              <a:ext cx="25572" cy="12617"/>
            </a:xfrm>
            <a:custGeom>
              <a:avLst/>
              <a:gdLst/>
              <a:ahLst/>
              <a:cxnLst/>
              <a:rect l="l" t="t" r="r" b="b"/>
              <a:pathLst>
                <a:path w="1135" h="560" extrusionOk="0">
                  <a:moveTo>
                    <a:pt x="990" y="1"/>
                  </a:moveTo>
                  <a:cubicBezTo>
                    <a:pt x="981" y="1"/>
                    <a:pt x="973" y="5"/>
                    <a:pt x="967" y="16"/>
                  </a:cubicBezTo>
                  <a:cubicBezTo>
                    <a:pt x="967" y="16"/>
                    <a:pt x="867" y="50"/>
                    <a:pt x="801" y="50"/>
                  </a:cubicBezTo>
                  <a:cubicBezTo>
                    <a:pt x="701" y="50"/>
                    <a:pt x="600" y="50"/>
                    <a:pt x="500" y="83"/>
                  </a:cubicBezTo>
                  <a:cubicBezTo>
                    <a:pt x="300" y="116"/>
                    <a:pt x="0" y="250"/>
                    <a:pt x="0" y="250"/>
                  </a:cubicBezTo>
                  <a:lnTo>
                    <a:pt x="0" y="517"/>
                  </a:lnTo>
                  <a:cubicBezTo>
                    <a:pt x="0" y="517"/>
                    <a:pt x="213" y="559"/>
                    <a:pt x="436" y="559"/>
                  </a:cubicBezTo>
                  <a:cubicBezTo>
                    <a:pt x="491" y="559"/>
                    <a:pt x="547" y="557"/>
                    <a:pt x="600" y="550"/>
                  </a:cubicBezTo>
                  <a:cubicBezTo>
                    <a:pt x="701" y="517"/>
                    <a:pt x="867" y="417"/>
                    <a:pt x="967" y="350"/>
                  </a:cubicBezTo>
                  <a:cubicBezTo>
                    <a:pt x="1101" y="250"/>
                    <a:pt x="1134" y="183"/>
                    <a:pt x="1134" y="183"/>
                  </a:cubicBezTo>
                  <a:cubicBezTo>
                    <a:pt x="1134" y="127"/>
                    <a:pt x="1040" y="1"/>
                    <a:pt x="9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63" name="Google Shape;2063;p18"/>
            <p:cNvSpPr/>
            <p:nvPr/>
          </p:nvSpPr>
          <p:spPr>
            <a:xfrm>
              <a:off x="10450068" y="2152671"/>
              <a:ext cx="24828" cy="11625"/>
            </a:xfrm>
            <a:custGeom>
              <a:avLst/>
              <a:gdLst/>
              <a:ahLst/>
              <a:cxnLst/>
              <a:rect l="l" t="t" r="r" b="b"/>
              <a:pathLst>
                <a:path w="1102" h="516" extrusionOk="0">
                  <a:moveTo>
                    <a:pt x="1001" y="0"/>
                  </a:moveTo>
                  <a:cubicBezTo>
                    <a:pt x="1001" y="0"/>
                    <a:pt x="668" y="0"/>
                    <a:pt x="501" y="33"/>
                  </a:cubicBezTo>
                  <a:cubicBezTo>
                    <a:pt x="301" y="67"/>
                    <a:pt x="0" y="234"/>
                    <a:pt x="0" y="234"/>
                  </a:cubicBezTo>
                  <a:lnTo>
                    <a:pt x="34" y="500"/>
                  </a:lnTo>
                  <a:cubicBezTo>
                    <a:pt x="34" y="500"/>
                    <a:pt x="182" y="515"/>
                    <a:pt x="350" y="515"/>
                  </a:cubicBezTo>
                  <a:cubicBezTo>
                    <a:pt x="434" y="515"/>
                    <a:pt x="523" y="512"/>
                    <a:pt x="601" y="500"/>
                  </a:cubicBezTo>
                  <a:cubicBezTo>
                    <a:pt x="801" y="400"/>
                    <a:pt x="1101" y="200"/>
                    <a:pt x="1101" y="200"/>
                  </a:cubicBez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64" name="Google Shape;2064;p18"/>
            <p:cNvSpPr/>
            <p:nvPr/>
          </p:nvSpPr>
          <p:spPr>
            <a:xfrm>
              <a:off x="10476360" y="2165445"/>
              <a:ext cx="14307" cy="15050"/>
            </a:xfrm>
            <a:custGeom>
              <a:avLst/>
              <a:gdLst/>
              <a:ahLst/>
              <a:cxnLst/>
              <a:rect l="l" t="t" r="r" b="b"/>
              <a:pathLst>
                <a:path w="635" h="668" extrusionOk="0">
                  <a:moveTo>
                    <a:pt x="334" y="0"/>
                  </a:moveTo>
                  <a:lnTo>
                    <a:pt x="268" y="100"/>
                  </a:lnTo>
                  <a:cubicBezTo>
                    <a:pt x="201" y="134"/>
                    <a:pt x="134" y="167"/>
                    <a:pt x="134" y="234"/>
                  </a:cubicBezTo>
                  <a:cubicBezTo>
                    <a:pt x="101" y="267"/>
                    <a:pt x="1" y="467"/>
                    <a:pt x="1" y="467"/>
                  </a:cubicBezTo>
                  <a:cubicBezTo>
                    <a:pt x="1" y="467"/>
                    <a:pt x="134" y="634"/>
                    <a:pt x="201" y="667"/>
                  </a:cubicBezTo>
                  <a:cubicBezTo>
                    <a:pt x="201" y="667"/>
                    <a:pt x="268" y="667"/>
                    <a:pt x="334" y="634"/>
                  </a:cubicBezTo>
                  <a:cubicBezTo>
                    <a:pt x="435" y="601"/>
                    <a:pt x="501" y="567"/>
                    <a:pt x="535" y="467"/>
                  </a:cubicBezTo>
                  <a:cubicBezTo>
                    <a:pt x="635" y="400"/>
                    <a:pt x="635" y="267"/>
                    <a:pt x="635" y="167"/>
                  </a:cubicBezTo>
                  <a:cubicBezTo>
                    <a:pt x="635" y="67"/>
                    <a:pt x="601"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65" name="Google Shape;2065;p18"/>
            <p:cNvSpPr/>
            <p:nvPr/>
          </p:nvSpPr>
          <p:spPr>
            <a:xfrm>
              <a:off x="10498913" y="2186488"/>
              <a:ext cx="12054" cy="18813"/>
            </a:xfrm>
            <a:custGeom>
              <a:avLst/>
              <a:gdLst/>
              <a:ahLst/>
              <a:cxnLst/>
              <a:rect l="l" t="t" r="r" b="b"/>
              <a:pathLst>
                <a:path w="535" h="835" extrusionOk="0">
                  <a:moveTo>
                    <a:pt x="201" y="0"/>
                  </a:moveTo>
                  <a:cubicBezTo>
                    <a:pt x="201" y="0"/>
                    <a:pt x="167" y="34"/>
                    <a:pt x="134" y="134"/>
                  </a:cubicBezTo>
                  <a:cubicBezTo>
                    <a:pt x="134" y="200"/>
                    <a:pt x="34" y="234"/>
                    <a:pt x="34" y="334"/>
                  </a:cubicBezTo>
                  <a:cubicBezTo>
                    <a:pt x="1" y="400"/>
                    <a:pt x="1" y="667"/>
                    <a:pt x="1" y="667"/>
                  </a:cubicBezTo>
                  <a:cubicBezTo>
                    <a:pt x="1" y="701"/>
                    <a:pt x="201" y="801"/>
                    <a:pt x="201" y="834"/>
                  </a:cubicBezTo>
                  <a:lnTo>
                    <a:pt x="334" y="701"/>
                  </a:lnTo>
                  <a:cubicBezTo>
                    <a:pt x="434" y="667"/>
                    <a:pt x="468" y="534"/>
                    <a:pt x="501" y="467"/>
                  </a:cubicBezTo>
                  <a:cubicBezTo>
                    <a:pt x="534" y="367"/>
                    <a:pt x="534" y="234"/>
                    <a:pt x="501" y="167"/>
                  </a:cubicBezTo>
                  <a:cubicBezTo>
                    <a:pt x="501" y="67"/>
                    <a:pt x="468" y="0"/>
                    <a:pt x="4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66" name="Google Shape;2066;p18"/>
            <p:cNvSpPr/>
            <p:nvPr/>
          </p:nvSpPr>
          <p:spPr>
            <a:xfrm>
              <a:off x="10592863" y="2469803"/>
              <a:ext cx="21809" cy="11310"/>
            </a:xfrm>
            <a:custGeom>
              <a:avLst/>
              <a:gdLst/>
              <a:ahLst/>
              <a:cxnLst/>
              <a:rect l="l" t="t" r="r" b="b"/>
              <a:pathLst>
                <a:path w="968" h="502" extrusionOk="0">
                  <a:moveTo>
                    <a:pt x="467" y="1"/>
                  </a:moveTo>
                  <a:cubicBezTo>
                    <a:pt x="300" y="1"/>
                    <a:pt x="0" y="134"/>
                    <a:pt x="0" y="134"/>
                  </a:cubicBezTo>
                  <a:lnTo>
                    <a:pt x="0" y="401"/>
                  </a:lnTo>
                  <a:cubicBezTo>
                    <a:pt x="0" y="401"/>
                    <a:pt x="267" y="501"/>
                    <a:pt x="467" y="501"/>
                  </a:cubicBezTo>
                  <a:cubicBezTo>
                    <a:pt x="634" y="501"/>
                    <a:pt x="934" y="401"/>
                    <a:pt x="934" y="401"/>
                  </a:cubicBezTo>
                  <a:cubicBezTo>
                    <a:pt x="968" y="401"/>
                    <a:pt x="968" y="168"/>
                    <a:pt x="934" y="134"/>
                  </a:cubicBezTo>
                  <a:cubicBezTo>
                    <a:pt x="934" y="134"/>
                    <a:pt x="634" y="1"/>
                    <a:pt x="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67" name="Google Shape;2067;p18"/>
            <p:cNvSpPr/>
            <p:nvPr/>
          </p:nvSpPr>
          <p:spPr>
            <a:xfrm>
              <a:off x="10589101" y="2487647"/>
              <a:ext cx="24828" cy="11490"/>
            </a:xfrm>
            <a:custGeom>
              <a:avLst/>
              <a:gdLst/>
              <a:ahLst/>
              <a:cxnLst/>
              <a:rect l="l" t="t" r="r" b="b"/>
              <a:pathLst>
                <a:path w="1102" h="510" extrusionOk="0">
                  <a:moveTo>
                    <a:pt x="633" y="0"/>
                  </a:moveTo>
                  <a:cubicBezTo>
                    <a:pt x="586" y="0"/>
                    <a:pt x="541" y="3"/>
                    <a:pt x="501" y="9"/>
                  </a:cubicBezTo>
                  <a:cubicBezTo>
                    <a:pt x="301" y="43"/>
                    <a:pt x="0" y="176"/>
                    <a:pt x="0" y="176"/>
                  </a:cubicBezTo>
                  <a:lnTo>
                    <a:pt x="0" y="443"/>
                  </a:lnTo>
                  <a:cubicBezTo>
                    <a:pt x="0" y="443"/>
                    <a:pt x="334" y="510"/>
                    <a:pt x="534" y="510"/>
                  </a:cubicBezTo>
                  <a:cubicBezTo>
                    <a:pt x="768" y="476"/>
                    <a:pt x="1035" y="310"/>
                    <a:pt x="1035" y="310"/>
                  </a:cubicBezTo>
                  <a:cubicBezTo>
                    <a:pt x="1101" y="276"/>
                    <a:pt x="1035" y="43"/>
                    <a:pt x="1035" y="43"/>
                  </a:cubicBezTo>
                  <a:cubicBezTo>
                    <a:pt x="1035" y="43"/>
                    <a:pt x="821" y="0"/>
                    <a:pt x="6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68" name="Google Shape;2068;p18"/>
            <p:cNvSpPr/>
            <p:nvPr/>
          </p:nvSpPr>
          <p:spPr>
            <a:xfrm>
              <a:off x="10598879" y="2512655"/>
              <a:ext cx="23319" cy="9778"/>
            </a:xfrm>
            <a:custGeom>
              <a:avLst/>
              <a:gdLst/>
              <a:ahLst/>
              <a:cxnLst/>
              <a:rect l="l" t="t" r="r" b="b"/>
              <a:pathLst>
                <a:path w="1035" h="434" extrusionOk="0">
                  <a:moveTo>
                    <a:pt x="434" y="0"/>
                  </a:moveTo>
                  <a:cubicBezTo>
                    <a:pt x="267" y="0"/>
                    <a:pt x="0" y="100"/>
                    <a:pt x="0" y="100"/>
                  </a:cubicBezTo>
                  <a:lnTo>
                    <a:pt x="0" y="367"/>
                  </a:lnTo>
                  <a:cubicBezTo>
                    <a:pt x="0" y="367"/>
                    <a:pt x="267" y="434"/>
                    <a:pt x="500" y="434"/>
                  </a:cubicBezTo>
                  <a:cubicBezTo>
                    <a:pt x="567" y="434"/>
                    <a:pt x="734" y="400"/>
                    <a:pt x="834" y="334"/>
                  </a:cubicBezTo>
                  <a:cubicBezTo>
                    <a:pt x="901" y="234"/>
                    <a:pt x="1001" y="200"/>
                    <a:pt x="1001" y="200"/>
                  </a:cubicBezTo>
                  <a:cubicBezTo>
                    <a:pt x="1034" y="200"/>
                    <a:pt x="901" y="34"/>
                    <a:pt x="9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69" name="Google Shape;2069;p18"/>
            <p:cNvSpPr/>
            <p:nvPr/>
          </p:nvSpPr>
          <p:spPr>
            <a:xfrm>
              <a:off x="10608634" y="2535185"/>
              <a:ext cx="20322" cy="11648"/>
            </a:xfrm>
            <a:custGeom>
              <a:avLst/>
              <a:gdLst/>
              <a:ahLst/>
              <a:cxnLst/>
              <a:rect l="l" t="t" r="r" b="b"/>
              <a:pathLst>
                <a:path w="902" h="517" extrusionOk="0">
                  <a:moveTo>
                    <a:pt x="635" y="1"/>
                  </a:moveTo>
                  <a:cubicBezTo>
                    <a:pt x="534" y="1"/>
                    <a:pt x="468" y="1"/>
                    <a:pt x="368" y="34"/>
                  </a:cubicBezTo>
                  <a:cubicBezTo>
                    <a:pt x="268" y="68"/>
                    <a:pt x="34" y="234"/>
                    <a:pt x="34" y="234"/>
                  </a:cubicBezTo>
                  <a:cubicBezTo>
                    <a:pt x="1" y="234"/>
                    <a:pt x="101" y="501"/>
                    <a:pt x="101" y="501"/>
                  </a:cubicBezTo>
                  <a:cubicBezTo>
                    <a:pt x="101" y="501"/>
                    <a:pt x="205" y="516"/>
                    <a:pt x="323" y="516"/>
                  </a:cubicBezTo>
                  <a:cubicBezTo>
                    <a:pt x="382" y="516"/>
                    <a:pt x="445" y="512"/>
                    <a:pt x="501" y="501"/>
                  </a:cubicBezTo>
                  <a:cubicBezTo>
                    <a:pt x="601" y="435"/>
                    <a:pt x="668" y="401"/>
                    <a:pt x="768" y="334"/>
                  </a:cubicBezTo>
                  <a:lnTo>
                    <a:pt x="901" y="201"/>
                  </a:lnTo>
                  <a:cubicBezTo>
                    <a:pt x="901" y="134"/>
                    <a:pt x="768" y="1"/>
                    <a:pt x="7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70" name="Google Shape;2070;p18"/>
            <p:cNvSpPr/>
            <p:nvPr/>
          </p:nvSpPr>
          <p:spPr>
            <a:xfrm>
              <a:off x="10426006" y="3160483"/>
              <a:ext cx="21832" cy="11490"/>
            </a:xfrm>
            <a:custGeom>
              <a:avLst/>
              <a:gdLst/>
              <a:ahLst/>
              <a:cxnLst/>
              <a:rect l="l" t="t" r="r" b="b"/>
              <a:pathLst>
                <a:path w="969" h="510" extrusionOk="0">
                  <a:moveTo>
                    <a:pt x="468" y="0"/>
                  </a:moveTo>
                  <a:cubicBezTo>
                    <a:pt x="268" y="0"/>
                    <a:pt x="1" y="134"/>
                    <a:pt x="1" y="134"/>
                  </a:cubicBezTo>
                  <a:lnTo>
                    <a:pt x="1" y="367"/>
                  </a:lnTo>
                  <a:cubicBezTo>
                    <a:pt x="1" y="367"/>
                    <a:pt x="268" y="500"/>
                    <a:pt x="435" y="500"/>
                  </a:cubicBezTo>
                  <a:cubicBezTo>
                    <a:pt x="468" y="507"/>
                    <a:pt x="507" y="510"/>
                    <a:pt x="547" y="510"/>
                  </a:cubicBezTo>
                  <a:cubicBezTo>
                    <a:pt x="709" y="510"/>
                    <a:pt x="902" y="467"/>
                    <a:pt x="902" y="467"/>
                  </a:cubicBezTo>
                  <a:cubicBezTo>
                    <a:pt x="902" y="434"/>
                    <a:pt x="935" y="200"/>
                    <a:pt x="968" y="167"/>
                  </a:cubicBezTo>
                  <a:cubicBezTo>
                    <a:pt x="968" y="167"/>
                    <a:pt x="701" y="33"/>
                    <a:pt x="4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71" name="Google Shape;2071;p18"/>
            <p:cNvSpPr/>
            <p:nvPr/>
          </p:nvSpPr>
          <p:spPr>
            <a:xfrm>
              <a:off x="10426772" y="3178507"/>
              <a:ext cx="19556" cy="10544"/>
            </a:xfrm>
            <a:custGeom>
              <a:avLst/>
              <a:gdLst/>
              <a:ahLst/>
              <a:cxnLst/>
              <a:rect l="l" t="t" r="r" b="b"/>
              <a:pathLst>
                <a:path w="868" h="468" extrusionOk="0">
                  <a:moveTo>
                    <a:pt x="467" y="1"/>
                  </a:moveTo>
                  <a:cubicBezTo>
                    <a:pt x="334" y="1"/>
                    <a:pt x="134" y="34"/>
                    <a:pt x="134" y="34"/>
                  </a:cubicBezTo>
                  <a:cubicBezTo>
                    <a:pt x="67" y="34"/>
                    <a:pt x="0" y="234"/>
                    <a:pt x="0" y="234"/>
                  </a:cubicBezTo>
                  <a:cubicBezTo>
                    <a:pt x="0" y="234"/>
                    <a:pt x="234" y="468"/>
                    <a:pt x="467" y="468"/>
                  </a:cubicBezTo>
                  <a:cubicBezTo>
                    <a:pt x="634" y="468"/>
                    <a:pt x="868" y="334"/>
                    <a:pt x="868" y="334"/>
                  </a:cubicBezTo>
                  <a:lnTo>
                    <a:pt x="868" y="67"/>
                  </a:lnTo>
                  <a:cubicBezTo>
                    <a:pt x="868" y="67"/>
                    <a:pt x="567" y="1"/>
                    <a:pt x="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72" name="Google Shape;2072;p18"/>
            <p:cNvSpPr/>
            <p:nvPr/>
          </p:nvSpPr>
          <p:spPr>
            <a:xfrm>
              <a:off x="10429768" y="3200316"/>
              <a:ext cx="16560" cy="11288"/>
            </a:xfrm>
            <a:custGeom>
              <a:avLst/>
              <a:gdLst/>
              <a:ahLst/>
              <a:cxnLst/>
              <a:rect l="l" t="t" r="r" b="b"/>
              <a:pathLst>
                <a:path w="735" h="501" extrusionOk="0">
                  <a:moveTo>
                    <a:pt x="368" y="0"/>
                  </a:moveTo>
                  <a:cubicBezTo>
                    <a:pt x="268" y="0"/>
                    <a:pt x="201" y="33"/>
                    <a:pt x="101" y="67"/>
                  </a:cubicBezTo>
                  <a:cubicBezTo>
                    <a:pt x="34" y="100"/>
                    <a:pt x="1" y="167"/>
                    <a:pt x="1" y="167"/>
                  </a:cubicBezTo>
                  <a:cubicBezTo>
                    <a:pt x="1" y="200"/>
                    <a:pt x="67" y="400"/>
                    <a:pt x="67" y="400"/>
                  </a:cubicBezTo>
                  <a:cubicBezTo>
                    <a:pt x="67" y="400"/>
                    <a:pt x="101" y="434"/>
                    <a:pt x="201" y="434"/>
                  </a:cubicBezTo>
                  <a:cubicBezTo>
                    <a:pt x="268" y="500"/>
                    <a:pt x="368" y="500"/>
                    <a:pt x="401" y="500"/>
                  </a:cubicBezTo>
                  <a:cubicBezTo>
                    <a:pt x="534" y="500"/>
                    <a:pt x="735" y="367"/>
                    <a:pt x="735" y="367"/>
                  </a:cubicBezTo>
                  <a:lnTo>
                    <a:pt x="735" y="100"/>
                  </a:lnTo>
                  <a:cubicBezTo>
                    <a:pt x="735" y="100"/>
                    <a:pt x="501" y="0"/>
                    <a:pt x="3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73" name="Google Shape;2073;p18"/>
            <p:cNvSpPr/>
            <p:nvPr/>
          </p:nvSpPr>
          <p:spPr>
            <a:xfrm>
              <a:off x="10528968" y="3273966"/>
              <a:ext cx="24828" cy="11288"/>
            </a:xfrm>
            <a:custGeom>
              <a:avLst/>
              <a:gdLst/>
              <a:ahLst/>
              <a:cxnLst/>
              <a:rect l="l" t="t" r="r" b="b"/>
              <a:pathLst>
                <a:path w="1102" h="501" extrusionOk="0">
                  <a:moveTo>
                    <a:pt x="601" y="0"/>
                  </a:moveTo>
                  <a:cubicBezTo>
                    <a:pt x="368" y="0"/>
                    <a:pt x="34" y="67"/>
                    <a:pt x="34" y="67"/>
                  </a:cubicBezTo>
                  <a:lnTo>
                    <a:pt x="1" y="300"/>
                  </a:lnTo>
                  <a:cubicBezTo>
                    <a:pt x="1" y="300"/>
                    <a:pt x="301" y="467"/>
                    <a:pt x="501" y="500"/>
                  </a:cubicBezTo>
                  <a:cubicBezTo>
                    <a:pt x="701" y="500"/>
                    <a:pt x="1035" y="434"/>
                    <a:pt x="1035" y="434"/>
                  </a:cubicBezTo>
                  <a:cubicBezTo>
                    <a:pt x="1102" y="400"/>
                    <a:pt x="1102" y="167"/>
                    <a:pt x="1102" y="167"/>
                  </a:cubicBezTo>
                  <a:cubicBezTo>
                    <a:pt x="1102" y="167"/>
                    <a:pt x="768"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74" name="Google Shape;2074;p18"/>
            <p:cNvSpPr/>
            <p:nvPr/>
          </p:nvSpPr>
          <p:spPr>
            <a:xfrm>
              <a:off x="10523719" y="3254410"/>
              <a:ext cx="24828" cy="11625"/>
            </a:xfrm>
            <a:custGeom>
              <a:avLst/>
              <a:gdLst/>
              <a:ahLst/>
              <a:cxnLst/>
              <a:rect l="l" t="t" r="r" b="b"/>
              <a:pathLst>
                <a:path w="1102" h="516" extrusionOk="0">
                  <a:moveTo>
                    <a:pt x="201" y="1"/>
                  </a:moveTo>
                  <a:cubicBezTo>
                    <a:pt x="67" y="1"/>
                    <a:pt x="0" y="34"/>
                    <a:pt x="0" y="34"/>
                  </a:cubicBezTo>
                  <a:lnTo>
                    <a:pt x="0" y="301"/>
                  </a:lnTo>
                  <a:lnTo>
                    <a:pt x="167" y="368"/>
                  </a:lnTo>
                  <a:cubicBezTo>
                    <a:pt x="267" y="434"/>
                    <a:pt x="401" y="468"/>
                    <a:pt x="501" y="501"/>
                  </a:cubicBezTo>
                  <a:cubicBezTo>
                    <a:pt x="567" y="512"/>
                    <a:pt x="653" y="516"/>
                    <a:pt x="737" y="516"/>
                  </a:cubicBezTo>
                  <a:cubicBezTo>
                    <a:pt x="905" y="516"/>
                    <a:pt x="1068" y="501"/>
                    <a:pt x="1068" y="501"/>
                  </a:cubicBezTo>
                  <a:cubicBezTo>
                    <a:pt x="1068" y="501"/>
                    <a:pt x="1101" y="301"/>
                    <a:pt x="1068" y="268"/>
                  </a:cubicBezTo>
                  <a:cubicBezTo>
                    <a:pt x="1068" y="268"/>
                    <a:pt x="768" y="34"/>
                    <a:pt x="5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75" name="Google Shape;2075;p18"/>
            <p:cNvSpPr/>
            <p:nvPr/>
          </p:nvSpPr>
          <p:spPr>
            <a:xfrm>
              <a:off x="10536493" y="3306274"/>
              <a:ext cx="24828" cy="11625"/>
            </a:xfrm>
            <a:custGeom>
              <a:avLst/>
              <a:gdLst/>
              <a:ahLst/>
              <a:cxnLst/>
              <a:rect l="l" t="t" r="r" b="b"/>
              <a:pathLst>
                <a:path w="1102" h="516" extrusionOk="0">
                  <a:moveTo>
                    <a:pt x="768" y="0"/>
                  </a:moveTo>
                  <a:cubicBezTo>
                    <a:pt x="668" y="0"/>
                    <a:pt x="534" y="0"/>
                    <a:pt x="467" y="34"/>
                  </a:cubicBezTo>
                  <a:cubicBezTo>
                    <a:pt x="267" y="67"/>
                    <a:pt x="0" y="234"/>
                    <a:pt x="0" y="234"/>
                  </a:cubicBezTo>
                  <a:lnTo>
                    <a:pt x="34" y="501"/>
                  </a:lnTo>
                  <a:cubicBezTo>
                    <a:pt x="34" y="501"/>
                    <a:pt x="182" y="516"/>
                    <a:pt x="350" y="516"/>
                  </a:cubicBezTo>
                  <a:cubicBezTo>
                    <a:pt x="434" y="516"/>
                    <a:pt x="523" y="512"/>
                    <a:pt x="601" y="501"/>
                  </a:cubicBezTo>
                  <a:cubicBezTo>
                    <a:pt x="668" y="467"/>
                    <a:pt x="801" y="367"/>
                    <a:pt x="868" y="334"/>
                  </a:cubicBezTo>
                  <a:cubicBezTo>
                    <a:pt x="1001" y="234"/>
                    <a:pt x="1035" y="201"/>
                    <a:pt x="1035" y="201"/>
                  </a:cubicBezTo>
                  <a:cubicBezTo>
                    <a:pt x="1101" y="201"/>
                    <a:pt x="968" y="34"/>
                    <a:pt x="9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76" name="Google Shape;2076;p18"/>
            <p:cNvSpPr/>
            <p:nvPr/>
          </p:nvSpPr>
          <p:spPr>
            <a:xfrm>
              <a:off x="10544018" y="3333333"/>
              <a:ext cx="21043" cy="12707"/>
            </a:xfrm>
            <a:custGeom>
              <a:avLst/>
              <a:gdLst/>
              <a:ahLst/>
              <a:cxnLst/>
              <a:rect l="l" t="t" r="r" b="b"/>
              <a:pathLst>
                <a:path w="934" h="564" extrusionOk="0">
                  <a:moveTo>
                    <a:pt x="834" y="0"/>
                  </a:moveTo>
                  <a:cubicBezTo>
                    <a:pt x="834" y="0"/>
                    <a:pt x="534" y="0"/>
                    <a:pt x="367" y="34"/>
                  </a:cubicBezTo>
                  <a:lnTo>
                    <a:pt x="133" y="167"/>
                  </a:lnTo>
                  <a:cubicBezTo>
                    <a:pt x="100" y="200"/>
                    <a:pt x="0" y="267"/>
                    <a:pt x="0" y="267"/>
                  </a:cubicBezTo>
                  <a:lnTo>
                    <a:pt x="0" y="501"/>
                  </a:lnTo>
                  <a:cubicBezTo>
                    <a:pt x="0" y="501"/>
                    <a:pt x="33" y="534"/>
                    <a:pt x="167" y="534"/>
                  </a:cubicBezTo>
                  <a:cubicBezTo>
                    <a:pt x="211" y="556"/>
                    <a:pt x="256" y="564"/>
                    <a:pt x="298" y="564"/>
                  </a:cubicBezTo>
                  <a:cubicBezTo>
                    <a:pt x="382" y="564"/>
                    <a:pt x="456" y="534"/>
                    <a:pt x="500" y="534"/>
                  </a:cubicBezTo>
                  <a:cubicBezTo>
                    <a:pt x="701" y="467"/>
                    <a:pt x="934" y="300"/>
                    <a:pt x="934" y="300"/>
                  </a:cubicBezTo>
                  <a:cubicBezTo>
                    <a:pt x="934" y="267"/>
                    <a:pt x="867" y="34"/>
                    <a:pt x="8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77" name="Google Shape;2077;p18"/>
            <p:cNvSpPr/>
            <p:nvPr/>
          </p:nvSpPr>
          <p:spPr>
            <a:xfrm>
              <a:off x="10552264" y="3353700"/>
              <a:ext cx="18813" cy="11963"/>
            </a:xfrm>
            <a:custGeom>
              <a:avLst/>
              <a:gdLst/>
              <a:ahLst/>
              <a:cxnLst/>
              <a:rect l="l" t="t" r="r" b="b"/>
              <a:pathLst>
                <a:path w="835" h="531" extrusionOk="0">
                  <a:moveTo>
                    <a:pt x="521" y="1"/>
                  </a:moveTo>
                  <a:cubicBezTo>
                    <a:pt x="457" y="1"/>
                    <a:pt x="390" y="8"/>
                    <a:pt x="335" y="30"/>
                  </a:cubicBezTo>
                  <a:cubicBezTo>
                    <a:pt x="168" y="97"/>
                    <a:pt x="1" y="297"/>
                    <a:pt x="1" y="297"/>
                  </a:cubicBezTo>
                  <a:lnTo>
                    <a:pt x="134" y="531"/>
                  </a:lnTo>
                  <a:cubicBezTo>
                    <a:pt x="134" y="531"/>
                    <a:pt x="401" y="531"/>
                    <a:pt x="501" y="464"/>
                  </a:cubicBezTo>
                  <a:cubicBezTo>
                    <a:pt x="635" y="431"/>
                    <a:pt x="835" y="264"/>
                    <a:pt x="835" y="264"/>
                  </a:cubicBezTo>
                  <a:cubicBezTo>
                    <a:pt x="835" y="264"/>
                    <a:pt x="768" y="64"/>
                    <a:pt x="768" y="30"/>
                  </a:cubicBezTo>
                  <a:cubicBezTo>
                    <a:pt x="768" y="30"/>
                    <a:pt x="650" y="1"/>
                    <a:pt x="5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78" name="Google Shape;2078;p18"/>
            <p:cNvSpPr/>
            <p:nvPr/>
          </p:nvSpPr>
          <p:spPr>
            <a:xfrm>
              <a:off x="10570311" y="3385940"/>
              <a:ext cx="19556" cy="11288"/>
            </a:xfrm>
            <a:custGeom>
              <a:avLst/>
              <a:gdLst/>
              <a:ahLst/>
              <a:cxnLst/>
              <a:rect l="l" t="t" r="r" b="b"/>
              <a:pathLst>
                <a:path w="868" h="501" extrusionOk="0">
                  <a:moveTo>
                    <a:pt x="601" y="0"/>
                  </a:moveTo>
                  <a:cubicBezTo>
                    <a:pt x="551" y="17"/>
                    <a:pt x="509" y="17"/>
                    <a:pt x="468" y="17"/>
                  </a:cubicBezTo>
                  <a:cubicBezTo>
                    <a:pt x="426" y="17"/>
                    <a:pt x="384" y="17"/>
                    <a:pt x="334" y="34"/>
                  </a:cubicBezTo>
                  <a:cubicBezTo>
                    <a:pt x="301" y="34"/>
                    <a:pt x="201" y="100"/>
                    <a:pt x="134" y="134"/>
                  </a:cubicBezTo>
                  <a:cubicBezTo>
                    <a:pt x="34" y="167"/>
                    <a:pt x="1" y="200"/>
                    <a:pt x="1" y="200"/>
                  </a:cubicBezTo>
                  <a:lnTo>
                    <a:pt x="1" y="467"/>
                  </a:lnTo>
                  <a:cubicBezTo>
                    <a:pt x="1" y="467"/>
                    <a:pt x="101" y="467"/>
                    <a:pt x="167" y="501"/>
                  </a:cubicBezTo>
                  <a:lnTo>
                    <a:pt x="501" y="501"/>
                  </a:lnTo>
                  <a:cubicBezTo>
                    <a:pt x="668" y="434"/>
                    <a:pt x="868" y="200"/>
                    <a:pt x="868" y="200"/>
                  </a:cubicBezTo>
                  <a:cubicBezTo>
                    <a:pt x="868" y="200"/>
                    <a:pt x="801" y="34"/>
                    <a:pt x="7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79" name="Google Shape;2079;p18"/>
            <p:cNvSpPr/>
            <p:nvPr/>
          </p:nvSpPr>
          <p:spPr>
            <a:xfrm>
              <a:off x="10559046" y="3043237"/>
              <a:ext cx="13541" cy="11288"/>
            </a:xfrm>
            <a:custGeom>
              <a:avLst/>
              <a:gdLst/>
              <a:ahLst/>
              <a:cxnLst/>
              <a:rect l="l" t="t" r="r" b="b"/>
              <a:pathLst>
                <a:path w="601" h="501" extrusionOk="0">
                  <a:moveTo>
                    <a:pt x="300" y="0"/>
                  </a:moveTo>
                  <a:cubicBezTo>
                    <a:pt x="167" y="0"/>
                    <a:pt x="0" y="134"/>
                    <a:pt x="0" y="134"/>
                  </a:cubicBezTo>
                  <a:lnTo>
                    <a:pt x="0" y="367"/>
                  </a:lnTo>
                  <a:cubicBezTo>
                    <a:pt x="0" y="367"/>
                    <a:pt x="167" y="501"/>
                    <a:pt x="300" y="501"/>
                  </a:cubicBezTo>
                  <a:cubicBezTo>
                    <a:pt x="434" y="501"/>
                    <a:pt x="601" y="367"/>
                    <a:pt x="601" y="367"/>
                  </a:cubicBezTo>
                  <a:lnTo>
                    <a:pt x="601" y="134"/>
                  </a:lnTo>
                  <a:cubicBezTo>
                    <a:pt x="601" y="134"/>
                    <a:pt x="434" y="0"/>
                    <a:pt x="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80" name="Google Shape;2080;p18"/>
            <p:cNvSpPr/>
            <p:nvPr/>
          </p:nvSpPr>
          <p:spPr>
            <a:xfrm>
              <a:off x="10565061" y="3059008"/>
              <a:ext cx="23319" cy="10544"/>
            </a:xfrm>
            <a:custGeom>
              <a:avLst/>
              <a:gdLst/>
              <a:ahLst/>
              <a:cxnLst/>
              <a:rect l="l" t="t" r="r" b="b"/>
              <a:pathLst>
                <a:path w="1035" h="468" extrusionOk="0">
                  <a:moveTo>
                    <a:pt x="500" y="1"/>
                  </a:moveTo>
                  <a:cubicBezTo>
                    <a:pt x="334" y="1"/>
                    <a:pt x="0" y="134"/>
                    <a:pt x="0" y="134"/>
                  </a:cubicBezTo>
                  <a:lnTo>
                    <a:pt x="0" y="368"/>
                  </a:lnTo>
                  <a:cubicBezTo>
                    <a:pt x="0" y="368"/>
                    <a:pt x="334" y="468"/>
                    <a:pt x="534" y="468"/>
                  </a:cubicBezTo>
                  <a:cubicBezTo>
                    <a:pt x="600" y="468"/>
                    <a:pt x="767" y="435"/>
                    <a:pt x="867" y="334"/>
                  </a:cubicBezTo>
                  <a:cubicBezTo>
                    <a:pt x="934" y="268"/>
                    <a:pt x="1034" y="201"/>
                    <a:pt x="1034" y="201"/>
                  </a:cubicBezTo>
                  <a:cubicBezTo>
                    <a:pt x="1034" y="201"/>
                    <a:pt x="1001" y="1"/>
                    <a:pt x="9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81" name="Google Shape;2081;p18"/>
            <p:cNvSpPr/>
            <p:nvPr/>
          </p:nvSpPr>
          <p:spPr>
            <a:xfrm>
              <a:off x="10573307" y="3073720"/>
              <a:ext cx="26338" cy="11625"/>
            </a:xfrm>
            <a:custGeom>
              <a:avLst/>
              <a:gdLst/>
              <a:ahLst/>
              <a:cxnLst/>
              <a:rect l="l" t="t" r="r" b="b"/>
              <a:pathLst>
                <a:path w="1169" h="516" extrusionOk="0">
                  <a:moveTo>
                    <a:pt x="636" y="0"/>
                  </a:moveTo>
                  <a:cubicBezTo>
                    <a:pt x="601" y="0"/>
                    <a:pt x="568" y="4"/>
                    <a:pt x="535" y="15"/>
                  </a:cubicBezTo>
                  <a:cubicBezTo>
                    <a:pt x="468" y="15"/>
                    <a:pt x="335" y="48"/>
                    <a:pt x="234" y="48"/>
                  </a:cubicBezTo>
                  <a:lnTo>
                    <a:pt x="68" y="48"/>
                  </a:lnTo>
                  <a:cubicBezTo>
                    <a:pt x="68" y="115"/>
                    <a:pt x="1" y="315"/>
                    <a:pt x="1" y="315"/>
                  </a:cubicBezTo>
                  <a:cubicBezTo>
                    <a:pt x="1" y="315"/>
                    <a:pt x="68" y="382"/>
                    <a:pt x="201" y="449"/>
                  </a:cubicBezTo>
                  <a:cubicBezTo>
                    <a:pt x="335" y="515"/>
                    <a:pt x="501" y="515"/>
                    <a:pt x="635" y="515"/>
                  </a:cubicBezTo>
                  <a:cubicBezTo>
                    <a:pt x="735" y="515"/>
                    <a:pt x="868" y="482"/>
                    <a:pt x="1002" y="382"/>
                  </a:cubicBezTo>
                  <a:cubicBezTo>
                    <a:pt x="1068" y="315"/>
                    <a:pt x="1168" y="282"/>
                    <a:pt x="1168" y="282"/>
                  </a:cubicBezTo>
                  <a:cubicBezTo>
                    <a:pt x="1168" y="215"/>
                    <a:pt x="1068" y="48"/>
                    <a:pt x="1068" y="15"/>
                  </a:cubicBezTo>
                  <a:lnTo>
                    <a:pt x="868" y="15"/>
                  </a:lnTo>
                  <a:cubicBezTo>
                    <a:pt x="779" y="15"/>
                    <a:pt x="705" y="0"/>
                    <a:pt x="6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82" name="Google Shape;2082;p18"/>
            <p:cNvSpPr/>
            <p:nvPr/>
          </p:nvSpPr>
          <p:spPr>
            <a:xfrm>
              <a:off x="10581576" y="3092825"/>
              <a:ext cx="27081" cy="11310"/>
            </a:xfrm>
            <a:custGeom>
              <a:avLst/>
              <a:gdLst/>
              <a:ahLst/>
              <a:cxnLst/>
              <a:rect l="l" t="t" r="r" b="b"/>
              <a:pathLst>
                <a:path w="1202" h="502" extrusionOk="0">
                  <a:moveTo>
                    <a:pt x="601" y="1"/>
                  </a:moveTo>
                  <a:cubicBezTo>
                    <a:pt x="334" y="1"/>
                    <a:pt x="1" y="134"/>
                    <a:pt x="1" y="134"/>
                  </a:cubicBezTo>
                  <a:lnTo>
                    <a:pt x="1" y="368"/>
                  </a:lnTo>
                  <a:cubicBezTo>
                    <a:pt x="1" y="368"/>
                    <a:pt x="334" y="501"/>
                    <a:pt x="601" y="501"/>
                  </a:cubicBezTo>
                  <a:cubicBezTo>
                    <a:pt x="835" y="501"/>
                    <a:pt x="1168" y="335"/>
                    <a:pt x="1168" y="335"/>
                  </a:cubicBezTo>
                  <a:cubicBezTo>
                    <a:pt x="1202" y="301"/>
                    <a:pt x="1168" y="101"/>
                    <a:pt x="1168" y="34"/>
                  </a:cubicBezTo>
                  <a:cubicBezTo>
                    <a:pt x="1168" y="34"/>
                    <a:pt x="801" y="1"/>
                    <a:pt x="6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83" name="Google Shape;2083;p18"/>
            <p:cNvSpPr/>
            <p:nvPr/>
          </p:nvSpPr>
          <p:spPr>
            <a:xfrm>
              <a:off x="10687557" y="3104856"/>
              <a:ext cx="21066" cy="10544"/>
            </a:xfrm>
            <a:custGeom>
              <a:avLst/>
              <a:gdLst/>
              <a:ahLst/>
              <a:cxnLst/>
              <a:rect l="l" t="t" r="r" b="b"/>
              <a:pathLst>
                <a:path w="935" h="468" extrusionOk="0">
                  <a:moveTo>
                    <a:pt x="467" y="1"/>
                  </a:moveTo>
                  <a:cubicBezTo>
                    <a:pt x="401" y="1"/>
                    <a:pt x="300" y="67"/>
                    <a:pt x="267" y="67"/>
                  </a:cubicBezTo>
                  <a:lnTo>
                    <a:pt x="134" y="67"/>
                  </a:lnTo>
                  <a:cubicBezTo>
                    <a:pt x="100" y="67"/>
                    <a:pt x="0" y="268"/>
                    <a:pt x="0" y="268"/>
                  </a:cubicBezTo>
                  <a:cubicBezTo>
                    <a:pt x="0" y="268"/>
                    <a:pt x="100" y="334"/>
                    <a:pt x="167" y="401"/>
                  </a:cubicBezTo>
                  <a:cubicBezTo>
                    <a:pt x="300" y="468"/>
                    <a:pt x="434" y="468"/>
                    <a:pt x="501" y="468"/>
                  </a:cubicBezTo>
                  <a:cubicBezTo>
                    <a:pt x="667" y="434"/>
                    <a:pt x="901" y="334"/>
                    <a:pt x="901" y="334"/>
                  </a:cubicBezTo>
                  <a:lnTo>
                    <a:pt x="934" y="134"/>
                  </a:lnTo>
                  <a:lnTo>
                    <a:pt x="767" y="67"/>
                  </a:lnTo>
                  <a:cubicBezTo>
                    <a:pt x="667" y="1"/>
                    <a:pt x="567" y="1"/>
                    <a:pt x="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84" name="Google Shape;2084;p18"/>
            <p:cNvSpPr/>
            <p:nvPr/>
          </p:nvSpPr>
          <p:spPr>
            <a:xfrm>
              <a:off x="10691319" y="3133424"/>
              <a:ext cx="15050" cy="11490"/>
            </a:xfrm>
            <a:custGeom>
              <a:avLst/>
              <a:gdLst/>
              <a:ahLst/>
              <a:cxnLst/>
              <a:rect l="l" t="t" r="r" b="b"/>
              <a:pathLst>
                <a:path w="668" h="510" extrusionOk="0">
                  <a:moveTo>
                    <a:pt x="300" y="0"/>
                  </a:moveTo>
                  <a:cubicBezTo>
                    <a:pt x="167" y="34"/>
                    <a:pt x="0" y="200"/>
                    <a:pt x="0" y="200"/>
                  </a:cubicBezTo>
                  <a:cubicBezTo>
                    <a:pt x="0" y="234"/>
                    <a:pt x="100" y="467"/>
                    <a:pt x="100" y="467"/>
                  </a:cubicBezTo>
                  <a:cubicBezTo>
                    <a:pt x="100" y="467"/>
                    <a:pt x="228" y="510"/>
                    <a:pt x="348" y="510"/>
                  </a:cubicBezTo>
                  <a:cubicBezTo>
                    <a:pt x="378" y="510"/>
                    <a:pt x="407" y="507"/>
                    <a:pt x="434" y="501"/>
                  </a:cubicBezTo>
                  <a:cubicBezTo>
                    <a:pt x="467" y="501"/>
                    <a:pt x="567" y="467"/>
                    <a:pt x="600" y="401"/>
                  </a:cubicBezTo>
                  <a:lnTo>
                    <a:pt x="667" y="334"/>
                  </a:lnTo>
                  <a:lnTo>
                    <a:pt x="667" y="67"/>
                  </a:lnTo>
                  <a:cubicBezTo>
                    <a:pt x="667" y="67"/>
                    <a:pt x="634" y="34"/>
                    <a:pt x="567" y="34"/>
                  </a:cubicBezTo>
                  <a:cubicBezTo>
                    <a:pt x="467" y="0"/>
                    <a:pt x="400" y="0"/>
                    <a:pt x="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85" name="Google Shape;2085;p18"/>
            <p:cNvSpPr/>
            <p:nvPr/>
          </p:nvSpPr>
          <p:spPr>
            <a:xfrm>
              <a:off x="10708600" y="3158973"/>
              <a:ext cx="20300" cy="12369"/>
            </a:xfrm>
            <a:custGeom>
              <a:avLst/>
              <a:gdLst/>
              <a:ahLst/>
              <a:cxnLst/>
              <a:rect l="l" t="t" r="r" b="b"/>
              <a:pathLst>
                <a:path w="901" h="549" extrusionOk="0">
                  <a:moveTo>
                    <a:pt x="701" y="0"/>
                  </a:moveTo>
                  <a:cubicBezTo>
                    <a:pt x="701" y="0"/>
                    <a:pt x="667" y="34"/>
                    <a:pt x="567" y="34"/>
                  </a:cubicBezTo>
                  <a:cubicBezTo>
                    <a:pt x="551" y="50"/>
                    <a:pt x="509" y="50"/>
                    <a:pt x="467" y="50"/>
                  </a:cubicBezTo>
                  <a:cubicBezTo>
                    <a:pt x="426" y="50"/>
                    <a:pt x="384" y="50"/>
                    <a:pt x="367" y="67"/>
                  </a:cubicBezTo>
                  <a:cubicBezTo>
                    <a:pt x="300" y="67"/>
                    <a:pt x="200" y="100"/>
                    <a:pt x="134" y="167"/>
                  </a:cubicBezTo>
                  <a:cubicBezTo>
                    <a:pt x="67" y="201"/>
                    <a:pt x="0" y="234"/>
                    <a:pt x="0" y="234"/>
                  </a:cubicBezTo>
                  <a:lnTo>
                    <a:pt x="0" y="501"/>
                  </a:lnTo>
                  <a:cubicBezTo>
                    <a:pt x="0" y="501"/>
                    <a:pt x="67" y="501"/>
                    <a:pt x="167" y="534"/>
                  </a:cubicBezTo>
                  <a:cubicBezTo>
                    <a:pt x="189" y="545"/>
                    <a:pt x="223" y="549"/>
                    <a:pt x="261" y="549"/>
                  </a:cubicBezTo>
                  <a:cubicBezTo>
                    <a:pt x="337" y="549"/>
                    <a:pt x="434" y="534"/>
                    <a:pt x="501" y="534"/>
                  </a:cubicBezTo>
                  <a:cubicBezTo>
                    <a:pt x="567" y="501"/>
                    <a:pt x="701" y="401"/>
                    <a:pt x="801" y="334"/>
                  </a:cubicBezTo>
                  <a:cubicBezTo>
                    <a:pt x="868" y="234"/>
                    <a:pt x="901" y="167"/>
                    <a:pt x="901" y="167"/>
                  </a:cubicBezTo>
                  <a:cubicBezTo>
                    <a:pt x="901" y="100"/>
                    <a:pt x="734" y="0"/>
                    <a:pt x="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86" name="Google Shape;2086;p18"/>
            <p:cNvSpPr/>
            <p:nvPr/>
          </p:nvSpPr>
          <p:spPr>
            <a:xfrm>
              <a:off x="9604585" y="1811454"/>
              <a:ext cx="457742" cy="310937"/>
            </a:xfrm>
            <a:custGeom>
              <a:avLst/>
              <a:gdLst/>
              <a:ahLst/>
              <a:cxnLst/>
              <a:rect l="l" t="t" r="r" b="b"/>
              <a:pathLst>
                <a:path w="20317" h="13801" extrusionOk="0">
                  <a:moveTo>
                    <a:pt x="167" y="0"/>
                  </a:moveTo>
                  <a:cubicBezTo>
                    <a:pt x="81" y="0"/>
                    <a:pt x="1" y="60"/>
                    <a:pt x="1" y="201"/>
                  </a:cubicBezTo>
                  <a:lnTo>
                    <a:pt x="1" y="568"/>
                  </a:lnTo>
                  <a:cubicBezTo>
                    <a:pt x="34" y="835"/>
                    <a:pt x="1" y="1168"/>
                    <a:pt x="34" y="1569"/>
                  </a:cubicBezTo>
                  <a:cubicBezTo>
                    <a:pt x="34" y="2469"/>
                    <a:pt x="201" y="3637"/>
                    <a:pt x="701" y="4904"/>
                  </a:cubicBezTo>
                  <a:cubicBezTo>
                    <a:pt x="1168" y="6205"/>
                    <a:pt x="2135" y="7506"/>
                    <a:pt x="3370" y="8407"/>
                  </a:cubicBezTo>
                  <a:cubicBezTo>
                    <a:pt x="4637" y="9341"/>
                    <a:pt x="6038" y="9908"/>
                    <a:pt x="7306" y="10308"/>
                  </a:cubicBezTo>
                  <a:cubicBezTo>
                    <a:pt x="9808" y="11109"/>
                    <a:pt x="13110" y="11509"/>
                    <a:pt x="15645" y="12143"/>
                  </a:cubicBezTo>
                  <a:cubicBezTo>
                    <a:pt x="16946" y="12477"/>
                    <a:pt x="18013" y="12843"/>
                    <a:pt x="18781" y="13177"/>
                  </a:cubicBezTo>
                  <a:cubicBezTo>
                    <a:pt x="19148" y="13344"/>
                    <a:pt x="19448" y="13477"/>
                    <a:pt x="19648" y="13611"/>
                  </a:cubicBezTo>
                  <a:cubicBezTo>
                    <a:pt x="19815" y="13711"/>
                    <a:pt x="19948" y="13777"/>
                    <a:pt x="19948" y="13777"/>
                  </a:cubicBezTo>
                  <a:cubicBezTo>
                    <a:pt x="19986" y="13793"/>
                    <a:pt x="20021" y="13801"/>
                    <a:pt x="20054" y="13801"/>
                  </a:cubicBezTo>
                  <a:cubicBezTo>
                    <a:pt x="20226" y="13801"/>
                    <a:pt x="20316" y="13596"/>
                    <a:pt x="20148" y="13344"/>
                  </a:cubicBezTo>
                  <a:cubicBezTo>
                    <a:pt x="20148" y="13344"/>
                    <a:pt x="20048" y="13244"/>
                    <a:pt x="19848" y="13144"/>
                  </a:cubicBezTo>
                  <a:cubicBezTo>
                    <a:pt x="19648" y="12977"/>
                    <a:pt x="19348" y="12843"/>
                    <a:pt x="18981" y="12643"/>
                  </a:cubicBezTo>
                  <a:cubicBezTo>
                    <a:pt x="18180" y="12243"/>
                    <a:pt x="17113" y="11809"/>
                    <a:pt x="15812" y="11476"/>
                  </a:cubicBezTo>
                  <a:cubicBezTo>
                    <a:pt x="13210" y="10742"/>
                    <a:pt x="9941" y="10242"/>
                    <a:pt x="7506" y="9508"/>
                  </a:cubicBezTo>
                  <a:cubicBezTo>
                    <a:pt x="6305" y="9141"/>
                    <a:pt x="4937" y="8640"/>
                    <a:pt x="3770" y="7807"/>
                  </a:cubicBezTo>
                  <a:cubicBezTo>
                    <a:pt x="2602" y="6973"/>
                    <a:pt x="1668" y="5805"/>
                    <a:pt x="1168" y="4638"/>
                  </a:cubicBezTo>
                  <a:cubicBezTo>
                    <a:pt x="668" y="3470"/>
                    <a:pt x="468" y="2336"/>
                    <a:pt x="434" y="1502"/>
                  </a:cubicBezTo>
                  <a:cubicBezTo>
                    <a:pt x="367" y="1068"/>
                    <a:pt x="367" y="735"/>
                    <a:pt x="367" y="535"/>
                  </a:cubicBezTo>
                  <a:lnTo>
                    <a:pt x="367" y="201"/>
                  </a:lnTo>
                  <a:cubicBezTo>
                    <a:pt x="367" y="77"/>
                    <a:pt x="264"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87" name="Google Shape;2087;p18"/>
            <p:cNvSpPr/>
            <p:nvPr/>
          </p:nvSpPr>
          <p:spPr>
            <a:xfrm>
              <a:off x="10628934" y="1585253"/>
              <a:ext cx="131530" cy="284847"/>
            </a:xfrm>
            <a:custGeom>
              <a:avLst/>
              <a:gdLst/>
              <a:ahLst/>
              <a:cxnLst/>
              <a:rect l="l" t="t" r="r" b="b"/>
              <a:pathLst>
                <a:path w="5838" h="12643" extrusionOk="0">
                  <a:moveTo>
                    <a:pt x="234" y="0"/>
                  </a:moveTo>
                  <a:cubicBezTo>
                    <a:pt x="67" y="0"/>
                    <a:pt x="0" y="334"/>
                    <a:pt x="167" y="367"/>
                  </a:cubicBezTo>
                  <a:cubicBezTo>
                    <a:pt x="167" y="367"/>
                    <a:pt x="234" y="367"/>
                    <a:pt x="367" y="401"/>
                  </a:cubicBezTo>
                  <a:cubicBezTo>
                    <a:pt x="434" y="467"/>
                    <a:pt x="668" y="501"/>
                    <a:pt x="868" y="567"/>
                  </a:cubicBezTo>
                  <a:cubicBezTo>
                    <a:pt x="1268" y="734"/>
                    <a:pt x="1902" y="934"/>
                    <a:pt x="2502" y="1368"/>
                  </a:cubicBezTo>
                  <a:cubicBezTo>
                    <a:pt x="3069" y="1768"/>
                    <a:pt x="3670" y="2335"/>
                    <a:pt x="4037" y="3036"/>
                  </a:cubicBezTo>
                  <a:cubicBezTo>
                    <a:pt x="4404" y="3703"/>
                    <a:pt x="4670" y="4437"/>
                    <a:pt x="4770" y="5171"/>
                  </a:cubicBezTo>
                  <a:cubicBezTo>
                    <a:pt x="5071" y="6538"/>
                    <a:pt x="5104" y="8406"/>
                    <a:pt x="5204" y="9907"/>
                  </a:cubicBezTo>
                  <a:cubicBezTo>
                    <a:pt x="5237" y="10675"/>
                    <a:pt x="5271" y="11342"/>
                    <a:pt x="5338" y="11809"/>
                  </a:cubicBezTo>
                  <a:cubicBezTo>
                    <a:pt x="5371" y="12243"/>
                    <a:pt x="5404" y="12543"/>
                    <a:pt x="5404" y="12543"/>
                  </a:cubicBezTo>
                  <a:cubicBezTo>
                    <a:pt x="5421" y="12609"/>
                    <a:pt x="5504" y="12643"/>
                    <a:pt x="5596" y="12643"/>
                  </a:cubicBezTo>
                  <a:cubicBezTo>
                    <a:pt x="5688" y="12643"/>
                    <a:pt x="5788" y="12609"/>
                    <a:pt x="5838" y="12543"/>
                  </a:cubicBezTo>
                  <a:cubicBezTo>
                    <a:pt x="5838" y="12543"/>
                    <a:pt x="5771" y="12243"/>
                    <a:pt x="5771" y="11775"/>
                  </a:cubicBezTo>
                  <a:lnTo>
                    <a:pt x="5771" y="9907"/>
                  </a:lnTo>
                  <a:cubicBezTo>
                    <a:pt x="5771" y="8406"/>
                    <a:pt x="5838" y="6538"/>
                    <a:pt x="5538" y="5037"/>
                  </a:cubicBezTo>
                  <a:cubicBezTo>
                    <a:pt x="5371" y="4270"/>
                    <a:pt x="5104" y="3436"/>
                    <a:pt x="4604" y="2702"/>
                  </a:cubicBezTo>
                  <a:cubicBezTo>
                    <a:pt x="4170" y="1902"/>
                    <a:pt x="3436" y="1335"/>
                    <a:pt x="2769" y="901"/>
                  </a:cubicBezTo>
                  <a:cubicBezTo>
                    <a:pt x="2102" y="501"/>
                    <a:pt x="1435" y="267"/>
                    <a:pt x="1001" y="167"/>
                  </a:cubicBezTo>
                  <a:cubicBezTo>
                    <a:pt x="768" y="67"/>
                    <a:pt x="567" y="67"/>
                    <a:pt x="434" y="34"/>
                  </a:cubicBezTo>
                  <a:cubicBezTo>
                    <a:pt x="334" y="0"/>
                    <a:pt x="234"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88" name="Google Shape;2088;p18"/>
            <p:cNvSpPr/>
            <p:nvPr/>
          </p:nvSpPr>
          <p:spPr>
            <a:xfrm>
              <a:off x="10331222" y="3428319"/>
              <a:ext cx="469998" cy="385488"/>
            </a:xfrm>
            <a:custGeom>
              <a:avLst/>
              <a:gdLst/>
              <a:ahLst/>
              <a:cxnLst/>
              <a:rect l="l" t="t" r="r" b="b"/>
              <a:pathLst>
                <a:path w="20861" h="17110" extrusionOk="0">
                  <a:moveTo>
                    <a:pt x="193" y="1"/>
                  </a:moveTo>
                  <a:cubicBezTo>
                    <a:pt x="90" y="1"/>
                    <a:pt x="1" y="85"/>
                    <a:pt x="38" y="254"/>
                  </a:cubicBezTo>
                  <a:cubicBezTo>
                    <a:pt x="38" y="254"/>
                    <a:pt x="72" y="388"/>
                    <a:pt x="105" y="621"/>
                  </a:cubicBezTo>
                  <a:cubicBezTo>
                    <a:pt x="138" y="755"/>
                    <a:pt x="172" y="855"/>
                    <a:pt x="238" y="1021"/>
                  </a:cubicBezTo>
                  <a:cubicBezTo>
                    <a:pt x="305" y="1222"/>
                    <a:pt x="372" y="1388"/>
                    <a:pt x="439" y="1588"/>
                  </a:cubicBezTo>
                  <a:cubicBezTo>
                    <a:pt x="772" y="2422"/>
                    <a:pt x="1339" y="3490"/>
                    <a:pt x="2173" y="4591"/>
                  </a:cubicBezTo>
                  <a:cubicBezTo>
                    <a:pt x="3841" y="6792"/>
                    <a:pt x="6410" y="9027"/>
                    <a:pt x="8578" y="10628"/>
                  </a:cubicBezTo>
                  <a:cubicBezTo>
                    <a:pt x="10746" y="12229"/>
                    <a:pt x="13615" y="13997"/>
                    <a:pt x="16083" y="15198"/>
                  </a:cubicBezTo>
                  <a:cubicBezTo>
                    <a:pt x="17284" y="15832"/>
                    <a:pt x="18418" y="16299"/>
                    <a:pt x="19219" y="16633"/>
                  </a:cubicBezTo>
                  <a:cubicBezTo>
                    <a:pt x="19986" y="16933"/>
                    <a:pt x="20486" y="17100"/>
                    <a:pt x="20486" y="17100"/>
                  </a:cubicBezTo>
                  <a:cubicBezTo>
                    <a:pt x="20515" y="17106"/>
                    <a:pt x="20543" y="17109"/>
                    <a:pt x="20568" y="17109"/>
                  </a:cubicBezTo>
                  <a:cubicBezTo>
                    <a:pt x="20802" y="17109"/>
                    <a:pt x="20861" y="16847"/>
                    <a:pt x="20620" y="16666"/>
                  </a:cubicBezTo>
                  <a:cubicBezTo>
                    <a:pt x="20620" y="16666"/>
                    <a:pt x="20153" y="16499"/>
                    <a:pt x="19385" y="16166"/>
                  </a:cubicBezTo>
                  <a:cubicBezTo>
                    <a:pt x="18585" y="15832"/>
                    <a:pt x="17484" y="15298"/>
                    <a:pt x="16317" y="14664"/>
                  </a:cubicBezTo>
                  <a:cubicBezTo>
                    <a:pt x="13915" y="13397"/>
                    <a:pt x="11113" y="11596"/>
                    <a:pt x="8978" y="9994"/>
                  </a:cubicBezTo>
                  <a:cubicBezTo>
                    <a:pt x="6910" y="8460"/>
                    <a:pt x="4275" y="6292"/>
                    <a:pt x="2607" y="4224"/>
                  </a:cubicBezTo>
                  <a:cubicBezTo>
                    <a:pt x="1739" y="3190"/>
                    <a:pt x="1139" y="2156"/>
                    <a:pt x="805" y="1422"/>
                  </a:cubicBezTo>
                  <a:cubicBezTo>
                    <a:pt x="739" y="1255"/>
                    <a:pt x="639" y="1088"/>
                    <a:pt x="605" y="921"/>
                  </a:cubicBezTo>
                  <a:cubicBezTo>
                    <a:pt x="572" y="755"/>
                    <a:pt x="505" y="621"/>
                    <a:pt x="472" y="488"/>
                  </a:cubicBezTo>
                  <a:cubicBezTo>
                    <a:pt x="439" y="288"/>
                    <a:pt x="405" y="154"/>
                    <a:pt x="405" y="154"/>
                  </a:cubicBezTo>
                  <a:cubicBezTo>
                    <a:pt x="361" y="52"/>
                    <a:pt x="273" y="1"/>
                    <a:pt x="1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2089" name="Google Shape;2089;p18"/>
          <p:cNvGrpSpPr/>
          <p:nvPr/>
        </p:nvGrpSpPr>
        <p:grpSpPr>
          <a:xfrm flipH="1">
            <a:off x="-54782" y="4099755"/>
            <a:ext cx="3576661" cy="1776821"/>
            <a:chOff x="2554175" y="3562475"/>
            <a:chExt cx="4028225" cy="2001150"/>
          </a:xfrm>
        </p:grpSpPr>
        <p:sp>
          <p:nvSpPr>
            <p:cNvPr id="2090" name="Google Shape;2090;p18"/>
            <p:cNvSpPr/>
            <p:nvPr/>
          </p:nvSpPr>
          <p:spPr>
            <a:xfrm>
              <a:off x="4471325" y="3738200"/>
              <a:ext cx="401525" cy="114200"/>
            </a:xfrm>
            <a:custGeom>
              <a:avLst/>
              <a:gdLst/>
              <a:ahLst/>
              <a:cxnLst/>
              <a:rect l="l" t="t" r="r" b="b"/>
              <a:pathLst>
                <a:path w="16061" h="4568" extrusionOk="0">
                  <a:moveTo>
                    <a:pt x="4527" y="1"/>
                  </a:moveTo>
                  <a:cubicBezTo>
                    <a:pt x="4522" y="1"/>
                    <a:pt x="4519" y="8"/>
                    <a:pt x="4519" y="31"/>
                  </a:cubicBezTo>
                  <a:lnTo>
                    <a:pt x="4318" y="297"/>
                  </a:lnTo>
                  <a:cubicBezTo>
                    <a:pt x="4185" y="464"/>
                    <a:pt x="4085" y="631"/>
                    <a:pt x="3985" y="798"/>
                  </a:cubicBezTo>
                  <a:cubicBezTo>
                    <a:pt x="3685" y="1231"/>
                    <a:pt x="3351" y="1632"/>
                    <a:pt x="3051" y="2032"/>
                  </a:cubicBezTo>
                  <a:cubicBezTo>
                    <a:pt x="2484" y="2733"/>
                    <a:pt x="1750" y="3200"/>
                    <a:pt x="1216" y="3266"/>
                  </a:cubicBezTo>
                  <a:lnTo>
                    <a:pt x="849" y="3266"/>
                  </a:lnTo>
                  <a:cubicBezTo>
                    <a:pt x="716" y="3266"/>
                    <a:pt x="649" y="3233"/>
                    <a:pt x="549" y="3233"/>
                  </a:cubicBezTo>
                  <a:cubicBezTo>
                    <a:pt x="416" y="3200"/>
                    <a:pt x="349" y="3133"/>
                    <a:pt x="349" y="3133"/>
                  </a:cubicBezTo>
                  <a:cubicBezTo>
                    <a:pt x="334" y="3127"/>
                    <a:pt x="319" y="3124"/>
                    <a:pt x="303" y="3124"/>
                  </a:cubicBezTo>
                  <a:cubicBezTo>
                    <a:pt x="149" y="3124"/>
                    <a:pt x="0" y="3406"/>
                    <a:pt x="182" y="3466"/>
                  </a:cubicBezTo>
                  <a:lnTo>
                    <a:pt x="416" y="3600"/>
                  </a:lnTo>
                  <a:cubicBezTo>
                    <a:pt x="516" y="3633"/>
                    <a:pt x="649" y="3633"/>
                    <a:pt x="749" y="3700"/>
                  </a:cubicBezTo>
                  <a:lnTo>
                    <a:pt x="1216" y="3700"/>
                  </a:lnTo>
                  <a:cubicBezTo>
                    <a:pt x="1550" y="3633"/>
                    <a:pt x="1983" y="3533"/>
                    <a:pt x="2350" y="3266"/>
                  </a:cubicBezTo>
                  <a:cubicBezTo>
                    <a:pt x="2717" y="3066"/>
                    <a:pt x="3118" y="2733"/>
                    <a:pt x="3451" y="2366"/>
                  </a:cubicBezTo>
                  <a:cubicBezTo>
                    <a:pt x="3751" y="1965"/>
                    <a:pt x="4085" y="1565"/>
                    <a:pt x="4419" y="1131"/>
                  </a:cubicBezTo>
                  <a:lnTo>
                    <a:pt x="4552" y="965"/>
                  </a:lnTo>
                  <a:lnTo>
                    <a:pt x="4552" y="1031"/>
                  </a:lnTo>
                  <a:lnTo>
                    <a:pt x="4685" y="1131"/>
                  </a:lnTo>
                  <a:lnTo>
                    <a:pt x="4986" y="1432"/>
                  </a:lnTo>
                  <a:cubicBezTo>
                    <a:pt x="5386" y="1865"/>
                    <a:pt x="5853" y="2232"/>
                    <a:pt x="6353" y="2466"/>
                  </a:cubicBezTo>
                  <a:cubicBezTo>
                    <a:pt x="6854" y="2733"/>
                    <a:pt x="7454" y="2899"/>
                    <a:pt x="7988" y="2899"/>
                  </a:cubicBezTo>
                  <a:cubicBezTo>
                    <a:pt x="8521" y="2899"/>
                    <a:pt x="9122" y="2766"/>
                    <a:pt x="9589" y="2566"/>
                  </a:cubicBezTo>
                  <a:cubicBezTo>
                    <a:pt x="10156" y="2366"/>
                    <a:pt x="10656" y="2099"/>
                    <a:pt x="11123" y="1799"/>
                  </a:cubicBezTo>
                  <a:cubicBezTo>
                    <a:pt x="11223" y="1732"/>
                    <a:pt x="11357" y="1698"/>
                    <a:pt x="11490" y="1598"/>
                  </a:cubicBezTo>
                  <a:lnTo>
                    <a:pt x="11557" y="1565"/>
                  </a:lnTo>
                  <a:lnTo>
                    <a:pt x="11624" y="1565"/>
                  </a:lnTo>
                  <a:cubicBezTo>
                    <a:pt x="11629" y="1565"/>
                    <a:pt x="11633" y="1564"/>
                    <a:pt x="11636" y="1564"/>
                  </a:cubicBezTo>
                  <a:cubicBezTo>
                    <a:pt x="11651" y="1564"/>
                    <a:pt x="11646" y="1587"/>
                    <a:pt x="11757" y="1865"/>
                  </a:cubicBezTo>
                  <a:cubicBezTo>
                    <a:pt x="12024" y="2366"/>
                    <a:pt x="12324" y="2799"/>
                    <a:pt x="12591" y="3233"/>
                  </a:cubicBezTo>
                  <a:cubicBezTo>
                    <a:pt x="12925" y="3633"/>
                    <a:pt x="13292" y="3967"/>
                    <a:pt x="13692" y="4234"/>
                  </a:cubicBezTo>
                  <a:cubicBezTo>
                    <a:pt x="14125" y="4467"/>
                    <a:pt x="14526" y="4567"/>
                    <a:pt x="14859" y="4567"/>
                  </a:cubicBezTo>
                  <a:cubicBezTo>
                    <a:pt x="15226" y="4567"/>
                    <a:pt x="15493" y="4534"/>
                    <a:pt x="15660" y="4467"/>
                  </a:cubicBezTo>
                  <a:cubicBezTo>
                    <a:pt x="15827" y="4434"/>
                    <a:pt x="15893" y="4400"/>
                    <a:pt x="15893" y="4400"/>
                  </a:cubicBezTo>
                  <a:cubicBezTo>
                    <a:pt x="16060" y="4300"/>
                    <a:pt x="15960" y="4033"/>
                    <a:pt x="15727" y="3967"/>
                  </a:cubicBezTo>
                  <a:cubicBezTo>
                    <a:pt x="15727" y="3967"/>
                    <a:pt x="15660" y="4033"/>
                    <a:pt x="15493" y="4067"/>
                  </a:cubicBezTo>
                  <a:cubicBezTo>
                    <a:pt x="15326" y="4067"/>
                    <a:pt x="15093" y="4100"/>
                    <a:pt x="14826" y="4100"/>
                  </a:cubicBezTo>
                  <a:cubicBezTo>
                    <a:pt x="14526" y="4067"/>
                    <a:pt x="14226" y="3967"/>
                    <a:pt x="13892" y="3767"/>
                  </a:cubicBezTo>
                  <a:cubicBezTo>
                    <a:pt x="13558" y="3566"/>
                    <a:pt x="13258" y="3233"/>
                    <a:pt x="13025" y="2866"/>
                  </a:cubicBezTo>
                  <a:cubicBezTo>
                    <a:pt x="12758" y="2432"/>
                    <a:pt x="12524" y="1965"/>
                    <a:pt x="12324" y="1532"/>
                  </a:cubicBezTo>
                  <a:cubicBezTo>
                    <a:pt x="12224" y="1398"/>
                    <a:pt x="12191" y="1231"/>
                    <a:pt x="12091" y="1065"/>
                  </a:cubicBezTo>
                  <a:lnTo>
                    <a:pt x="11924" y="731"/>
                  </a:lnTo>
                  <a:lnTo>
                    <a:pt x="11891" y="631"/>
                  </a:lnTo>
                  <a:lnTo>
                    <a:pt x="11891" y="598"/>
                  </a:lnTo>
                  <a:cubicBezTo>
                    <a:pt x="11891" y="587"/>
                    <a:pt x="11887" y="583"/>
                    <a:pt x="11882" y="583"/>
                  </a:cubicBezTo>
                  <a:cubicBezTo>
                    <a:pt x="11872" y="583"/>
                    <a:pt x="11857" y="598"/>
                    <a:pt x="11857" y="598"/>
                  </a:cubicBezTo>
                  <a:lnTo>
                    <a:pt x="11690" y="698"/>
                  </a:lnTo>
                  <a:lnTo>
                    <a:pt x="11090" y="1031"/>
                  </a:lnTo>
                  <a:cubicBezTo>
                    <a:pt x="11023" y="1098"/>
                    <a:pt x="10890" y="1131"/>
                    <a:pt x="10756" y="1231"/>
                  </a:cubicBezTo>
                  <a:cubicBezTo>
                    <a:pt x="9856" y="1732"/>
                    <a:pt x="8855" y="2132"/>
                    <a:pt x="8021" y="2132"/>
                  </a:cubicBezTo>
                  <a:cubicBezTo>
                    <a:pt x="7187" y="2132"/>
                    <a:pt x="6220" y="1698"/>
                    <a:pt x="5486" y="931"/>
                  </a:cubicBezTo>
                  <a:cubicBezTo>
                    <a:pt x="5386" y="865"/>
                    <a:pt x="5252" y="764"/>
                    <a:pt x="5186" y="698"/>
                  </a:cubicBezTo>
                  <a:lnTo>
                    <a:pt x="4752" y="231"/>
                  </a:lnTo>
                  <a:lnTo>
                    <a:pt x="4652" y="97"/>
                  </a:lnTo>
                  <a:lnTo>
                    <a:pt x="4552" y="31"/>
                  </a:lnTo>
                  <a:cubicBezTo>
                    <a:pt x="4552" y="31"/>
                    <a:pt x="4537" y="1"/>
                    <a:pt x="45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91" name="Google Shape;2091;p18"/>
            <p:cNvSpPr/>
            <p:nvPr/>
          </p:nvSpPr>
          <p:spPr>
            <a:xfrm>
              <a:off x="2554175" y="4914075"/>
              <a:ext cx="532400" cy="107675"/>
            </a:xfrm>
            <a:custGeom>
              <a:avLst/>
              <a:gdLst/>
              <a:ahLst/>
              <a:cxnLst/>
              <a:rect l="l" t="t" r="r" b="b"/>
              <a:pathLst>
                <a:path w="21296" h="4307" extrusionOk="0">
                  <a:moveTo>
                    <a:pt x="13664" y="1"/>
                  </a:moveTo>
                  <a:cubicBezTo>
                    <a:pt x="13660" y="1"/>
                    <a:pt x="13656" y="9"/>
                    <a:pt x="13656" y="29"/>
                  </a:cubicBezTo>
                  <a:lnTo>
                    <a:pt x="13623" y="63"/>
                  </a:lnTo>
                  <a:lnTo>
                    <a:pt x="13523" y="129"/>
                  </a:lnTo>
                  <a:lnTo>
                    <a:pt x="13356" y="296"/>
                  </a:lnTo>
                  <a:lnTo>
                    <a:pt x="13089" y="596"/>
                  </a:lnTo>
                  <a:cubicBezTo>
                    <a:pt x="12956" y="730"/>
                    <a:pt x="12822" y="796"/>
                    <a:pt x="12689" y="897"/>
                  </a:cubicBezTo>
                  <a:cubicBezTo>
                    <a:pt x="12589" y="1030"/>
                    <a:pt x="12456" y="1097"/>
                    <a:pt x="12322" y="1197"/>
                  </a:cubicBezTo>
                  <a:lnTo>
                    <a:pt x="11955" y="1430"/>
                  </a:lnTo>
                  <a:cubicBezTo>
                    <a:pt x="11455" y="1764"/>
                    <a:pt x="10854" y="1931"/>
                    <a:pt x="10321" y="2064"/>
                  </a:cubicBezTo>
                  <a:cubicBezTo>
                    <a:pt x="9912" y="2153"/>
                    <a:pt x="9465" y="2204"/>
                    <a:pt x="9003" y="2204"/>
                  </a:cubicBezTo>
                  <a:cubicBezTo>
                    <a:pt x="8257" y="2204"/>
                    <a:pt x="7472" y="2073"/>
                    <a:pt x="6751" y="1764"/>
                  </a:cubicBezTo>
                  <a:cubicBezTo>
                    <a:pt x="6451" y="1697"/>
                    <a:pt x="6184" y="1530"/>
                    <a:pt x="5918" y="1364"/>
                  </a:cubicBezTo>
                  <a:lnTo>
                    <a:pt x="5517" y="1097"/>
                  </a:lnTo>
                  <a:lnTo>
                    <a:pt x="5350" y="930"/>
                  </a:lnTo>
                  <a:lnTo>
                    <a:pt x="5017" y="630"/>
                  </a:lnTo>
                  <a:cubicBezTo>
                    <a:pt x="4917" y="563"/>
                    <a:pt x="4817" y="430"/>
                    <a:pt x="4683" y="363"/>
                  </a:cubicBezTo>
                  <a:lnTo>
                    <a:pt x="4483" y="763"/>
                  </a:lnTo>
                  <a:cubicBezTo>
                    <a:pt x="4416" y="963"/>
                    <a:pt x="4283" y="1130"/>
                    <a:pt x="4183" y="1364"/>
                  </a:cubicBezTo>
                  <a:lnTo>
                    <a:pt x="3949" y="1730"/>
                  </a:lnTo>
                  <a:cubicBezTo>
                    <a:pt x="3849" y="1797"/>
                    <a:pt x="3783" y="1964"/>
                    <a:pt x="3683" y="2064"/>
                  </a:cubicBezTo>
                  <a:cubicBezTo>
                    <a:pt x="2982" y="2931"/>
                    <a:pt x="2015" y="3398"/>
                    <a:pt x="1348" y="3632"/>
                  </a:cubicBezTo>
                  <a:cubicBezTo>
                    <a:pt x="1181" y="3732"/>
                    <a:pt x="1014" y="3765"/>
                    <a:pt x="914" y="3799"/>
                  </a:cubicBezTo>
                  <a:cubicBezTo>
                    <a:pt x="747" y="3865"/>
                    <a:pt x="614" y="3865"/>
                    <a:pt x="514" y="3899"/>
                  </a:cubicBezTo>
                  <a:cubicBezTo>
                    <a:pt x="347" y="3899"/>
                    <a:pt x="247" y="3932"/>
                    <a:pt x="247" y="3932"/>
                  </a:cubicBezTo>
                  <a:cubicBezTo>
                    <a:pt x="0" y="3963"/>
                    <a:pt x="10" y="4306"/>
                    <a:pt x="223" y="4306"/>
                  </a:cubicBezTo>
                  <a:cubicBezTo>
                    <a:pt x="241" y="4306"/>
                    <a:pt x="260" y="4304"/>
                    <a:pt x="280" y="4299"/>
                  </a:cubicBezTo>
                  <a:cubicBezTo>
                    <a:pt x="280" y="4299"/>
                    <a:pt x="414" y="4299"/>
                    <a:pt x="614" y="4266"/>
                  </a:cubicBezTo>
                  <a:cubicBezTo>
                    <a:pt x="680" y="4232"/>
                    <a:pt x="814" y="4232"/>
                    <a:pt x="981" y="4199"/>
                  </a:cubicBezTo>
                  <a:cubicBezTo>
                    <a:pt x="1114" y="4132"/>
                    <a:pt x="1281" y="4099"/>
                    <a:pt x="1481" y="4065"/>
                  </a:cubicBezTo>
                  <a:cubicBezTo>
                    <a:pt x="2182" y="3799"/>
                    <a:pt x="3282" y="3365"/>
                    <a:pt x="4116" y="2398"/>
                  </a:cubicBezTo>
                  <a:cubicBezTo>
                    <a:pt x="4250" y="2264"/>
                    <a:pt x="4316" y="2131"/>
                    <a:pt x="4416" y="2031"/>
                  </a:cubicBezTo>
                  <a:cubicBezTo>
                    <a:pt x="4483" y="1897"/>
                    <a:pt x="4617" y="1730"/>
                    <a:pt x="4683" y="1597"/>
                  </a:cubicBezTo>
                  <a:lnTo>
                    <a:pt x="4817" y="1397"/>
                  </a:lnTo>
                  <a:lnTo>
                    <a:pt x="4850" y="1364"/>
                  </a:lnTo>
                  <a:lnTo>
                    <a:pt x="4917" y="1297"/>
                  </a:lnTo>
                  <a:lnTo>
                    <a:pt x="4950" y="1364"/>
                  </a:lnTo>
                  <a:lnTo>
                    <a:pt x="4984" y="1397"/>
                  </a:lnTo>
                  <a:cubicBezTo>
                    <a:pt x="5084" y="1430"/>
                    <a:pt x="5117" y="1530"/>
                    <a:pt x="5184" y="1564"/>
                  </a:cubicBezTo>
                  <a:lnTo>
                    <a:pt x="5617" y="1864"/>
                  </a:lnTo>
                  <a:cubicBezTo>
                    <a:pt x="5918" y="2031"/>
                    <a:pt x="6184" y="2231"/>
                    <a:pt x="6518" y="2364"/>
                  </a:cubicBezTo>
                  <a:cubicBezTo>
                    <a:pt x="7371" y="2748"/>
                    <a:pt x="8278" y="2914"/>
                    <a:pt x="9135" y="2914"/>
                  </a:cubicBezTo>
                  <a:cubicBezTo>
                    <a:pt x="9619" y="2914"/>
                    <a:pt x="10087" y="2861"/>
                    <a:pt x="10521" y="2765"/>
                  </a:cubicBezTo>
                  <a:cubicBezTo>
                    <a:pt x="11121" y="2598"/>
                    <a:pt x="11788" y="2398"/>
                    <a:pt x="12355" y="2064"/>
                  </a:cubicBezTo>
                  <a:cubicBezTo>
                    <a:pt x="12522" y="1964"/>
                    <a:pt x="12656" y="1864"/>
                    <a:pt x="12822" y="1764"/>
                  </a:cubicBezTo>
                  <a:cubicBezTo>
                    <a:pt x="12956" y="1630"/>
                    <a:pt x="13123" y="1564"/>
                    <a:pt x="13256" y="1430"/>
                  </a:cubicBezTo>
                  <a:cubicBezTo>
                    <a:pt x="13423" y="1364"/>
                    <a:pt x="13523" y="1230"/>
                    <a:pt x="13656" y="1097"/>
                  </a:cubicBezTo>
                  <a:lnTo>
                    <a:pt x="13690" y="1063"/>
                  </a:lnTo>
                  <a:lnTo>
                    <a:pt x="13790" y="1197"/>
                  </a:lnTo>
                  <a:lnTo>
                    <a:pt x="14123" y="1564"/>
                  </a:lnTo>
                  <a:lnTo>
                    <a:pt x="14490" y="1931"/>
                  </a:lnTo>
                  <a:cubicBezTo>
                    <a:pt x="14624" y="2064"/>
                    <a:pt x="14791" y="2131"/>
                    <a:pt x="14924" y="2264"/>
                  </a:cubicBezTo>
                  <a:cubicBezTo>
                    <a:pt x="15491" y="2631"/>
                    <a:pt x="16125" y="2898"/>
                    <a:pt x="16759" y="3065"/>
                  </a:cubicBezTo>
                  <a:cubicBezTo>
                    <a:pt x="17387" y="3222"/>
                    <a:pt x="17997" y="3269"/>
                    <a:pt x="18541" y="3269"/>
                  </a:cubicBezTo>
                  <a:cubicBezTo>
                    <a:pt x="19037" y="3269"/>
                    <a:pt x="19478" y="3230"/>
                    <a:pt x="19827" y="3198"/>
                  </a:cubicBezTo>
                  <a:cubicBezTo>
                    <a:pt x="20595" y="3098"/>
                    <a:pt x="21028" y="3031"/>
                    <a:pt x="21028" y="3031"/>
                  </a:cubicBezTo>
                  <a:cubicBezTo>
                    <a:pt x="21295" y="2965"/>
                    <a:pt x="21195" y="2698"/>
                    <a:pt x="20995" y="2598"/>
                  </a:cubicBezTo>
                  <a:cubicBezTo>
                    <a:pt x="20995" y="2598"/>
                    <a:pt x="20528" y="2698"/>
                    <a:pt x="19794" y="2731"/>
                  </a:cubicBezTo>
                  <a:cubicBezTo>
                    <a:pt x="19602" y="2740"/>
                    <a:pt x="19394" y="2746"/>
                    <a:pt x="19171" y="2746"/>
                  </a:cubicBezTo>
                  <a:cubicBezTo>
                    <a:pt x="18504" y="2746"/>
                    <a:pt x="17709" y="2689"/>
                    <a:pt x="16859" y="2464"/>
                  </a:cubicBezTo>
                  <a:cubicBezTo>
                    <a:pt x="16292" y="2364"/>
                    <a:pt x="15758" y="2097"/>
                    <a:pt x="15258" y="1730"/>
                  </a:cubicBezTo>
                  <a:cubicBezTo>
                    <a:pt x="15124" y="1630"/>
                    <a:pt x="14991" y="1530"/>
                    <a:pt x="14857" y="1430"/>
                  </a:cubicBezTo>
                  <a:lnTo>
                    <a:pt x="14524" y="1097"/>
                  </a:lnTo>
                  <a:cubicBezTo>
                    <a:pt x="14424" y="963"/>
                    <a:pt x="14324" y="897"/>
                    <a:pt x="14190" y="730"/>
                  </a:cubicBezTo>
                  <a:lnTo>
                    <a:pt x="13690" y="63"/>
                  </a:lnTo>
                  <a:cubicBezTo>
                    <a:pt x="13690" y="40"/>
                    <a:pt x="13674" y="1"/>
                    <a:pt x="136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92" name="Google Shape;2092;p18"/>
            <p:cNvSpPr/>
            <p:nvPr/>
          </p:nvSpPr>
          <p:spPr>
            <a:xfrm>
              <a:off x="3706150" y="4020825"/>
              <a:ext cx="338600" cy="91750"/>
            </a:xfrm>
            <a:custGeom>
              <a:avLst/>
              <a:gdLst/>
              <a:ahLst/>
              <a:cxnLst/>
              <a:rect l="l" t="t" r="r" b="b"/>
              <a:pathLst>
                <a:path w="13544" h="3670" extrusionOk="0">
                  <a:moveTo>
                    <a:pt x="8173" y="0"/>
                  </a:moveTo>
                  <a:cubicBezTo>
                    <a:pt x="7773" y="267"/>
                    <a:pt x="7339" y="501"/>
                    <a:pt x="6972" y="701"/>
                  </a:cubicBezTo>
                  <a:cubicBezTo>
                    <a:pt x="6672" y="868"/>
                    <a:pt x="6338" y="1034"/>
                    <a:pt x="6005" y="1201"/>
                  </a:cubicBezTo>
                  <a:cubicBezTo>
                    <a:pt x="5638" y="1335"/>
                    <a:pt x="5304" y="1501"/>
                    <a:pt x="4937" y="1635"/>
                  </a:cubicBezTo>
                  <a:cubicBezTo>
                    <a:pt x="4570" y="1768"/>
                    <a:pt x="4170" y="1935"/>
                    <a:pt x="3803" y="1968"/>
                  </a:cubicBezTo>
                  <a:cubicBezTo>
                    <a:pt x="3636" y="2002"/>
                    <a:pt x="3436" y="2035"/>
                    <a:pt x="3270" y="2102"/>
                  </a:cubicBezTo>
                  <a:cubicBezTo>
                    <a:pt x="3103" y="2135"/>
                    <a:pt x="2903" y="2135"/>
                    <a:pt x="2736" y="2135"/>
                  </a:cubicBezTo>
                  <a:cubicBezTo>
                    <a:pt x="2569" y="2135"/>
                    <a:pt x="2402" y="2169"/>
                    <a:pt x="2235" y="2169"/>
                  </a:cubicBezTo>
                  <a:cubicBezTo>
                    <a:pt x="2180" y="2191"/>
                    <a:pt x="2128" y="2198"/>
                    <a:pt x="2077" y="2198"/>
                  </a:cubicBezTo>
                  <a:cubicBezTo>
                    <a:pt x="1976" y="2198"/>
                    <a:pt x="1880" y="2169"/>
                    <a:pt x="1768" y="2169"/>
                  </a:cubicBezTo>
                  <a:cubicBezTo>
                    <a:pt x="1468" y="2135"/>
                    <a:pt x="1168" y="2135"/>
                    <a:pt x="968" y="2102"/>
                  </a:cubicBezTo>
                  <a:cubicBezTo>
                    <a:pt x="501" y="2002"/>
                    <a:pt x="267" y="1968"/>
                    <a:pt x="267" y="1968"/>
                  </a:cubicBezTo>
                  <a:cubicBezTo>
                    <a:pt x="134" y="1968"/>
                    <a:pt x="1" y="2302"/>
                    <a:pt x="201" y="2335"/>
                  </a:cubicBezTo>
                  <a:cubicBezTo>
                    <a:pt x="201" y="2335"/>
                    <a:pt x="434" y="2435"/>
                    <a:pt x="901" y="2535"/>
                  </a:cubicBezTo>
                  <a:cubicBezTo>
                    <a:pt x="1135" y="2636"/>
                    <a:pt x="1402" y="2636"/>
                    <a:pt x="1735" y="2669"/>
                  </a:cubicBezTo>
                  <a:cubicBezTo>
                    <a:pt x="1902" y="2669"/>
                    <a:pt x="2069" y="2736"/>
                    <a:pt x="2235" y="2736"/>
                  </a:cubicBezTo>
                  <a:lnTo>
                    <a:pt x="2769" y="2736"/>
                  </a:lnTo>
                  <a:cubicBezTo>
                    <a:pt x="2869" y="2702"/>
                    <a:pt x="2961" y="2702"/>
                    <a:pt x="3053" y="2702"/>
                  </a:cubicBezTo>
                  <a:cubicBezTo>
                    <a:pt x="3144" y="2702"/>
                    <a:pt x="3236" y="2702"/>
                    <a:pt x="3336" y="2669"/>
                  </a:cubicBezTo>
                  <a:cubicBezTo>
                    <a:pt x="3536" y="2636"/>
                    <a:pt x="3737" y="2636"/>
                    <a:pt x="3937" y="2602"/>
                  </a:cubicBezTo>
                  <a:cubicBezTo>
                    <a:pt x="4370" y="2569"/>
                    <a:pt x="4737" y="2402"/>
                    <a:pt x="5138" y="2302"/>
                  </a:cubicBezTo>
                  <a:cubicBezTo>
                    <a:pt x="5571" y="2235"/>
                    <a:pt x="5938" y="2002"/>
                    <a:pt x="6305" y="1902"/>
                  </a:cubicBezTo>
                  <a:cubicBezTo>
                    <a:pt x="6672" y="1735"/>
                    <a:pt x="7039" y="1568"/>
                    <a:pt x="7372" y="1401"/>
                  </a:cubicBezTo>
                  <a:cubicBezTo>
                    <a:pt x="7506" y="1301"/>
                    <a:pt x="7706" y="1168"/>
                    <a:pt x="7873" y="1101"/>
                  </a:cubicBezTo>
                  <a:cubicBezTo>
                    <a:pt x="7940" y="1068"/>
                    <a:pt x="8040" y="968"/>
                    <a:pt x="8106" y="934"/>
                  </a:cubicBezTo>
                  <a:lnTo>
                    <a:pt x="8306" y="1134"/>
                  </a:lnTo>
                  <a:cubicBezTo>
                    <a:pt x="8440" y="1268"/>
                    <a:pt x="8607" y="1435"/>
                    <a:pt x="8773" y="1568"/>
                  </a:cubicBezTo>
                  <a:cubicBezTo>
                    <a:pt x="9107" y="1835"/>
                    <a:pt x="9441" y="2102"/>
                    <a:pt x="9774" y="2335"/>
                  </a:cubicBezTo>
                  <a:cubicBezTo>
                    <a:pt x="10141" y="2569"/>
                    <a:pt x="10475" y="2769"/>
                    <a:pt x="10808" y="2936"/>
                  </a:cubicBezTo>
                  <a:cubicBezTo>
                    <a:pt x="11475" y="3269"/>
                    <a:pt x="12109" y="3436"/>
                    <a:pt x="12576" y="3570"/>
                  </a:cubicBezTo>
                  <a:cubicBezTo>
                    <a:pt x="12776" y="3603"/>
                    <a:pt x="12976" y="3603"/>
                    <a:pt x="13110" y="3636"/>
                  </a:cubicBezTo>
                  <a:cubicBezTo>
                    <a:pt x="13243" y="3670"/>
                    <a:pt x="13310" y="3670"/>
                    <a:pt x="13310" y="3670"/>
                  </a:cubicBezTo>
                  <a:cubicBezTo>
                    <a:pt x="13477" y="3670"/>
                    <a:pt x="13544" y="3403"/>
                    <a:pt x="13310" y="3269"/>
                  </a:cubicBezTo>
                  <a:cubicBezTo>
                    <a:pt x="13310" y="3269"/>
                    <a:pt x="13277" y="3269"/>
                    <a:pt x="13143" y="3203"/>
                  </a:cubicBezTo>
                  <a:cubicBezTo>
                    <a:pt x="13010" y="3169"/>
                    <a:pt x="12843" y="3169"/>
                    <a:pt x="12643" y="3103"/>
                  </a:cubicBezTo>
                  <a:cubicBezTo>
                    <a:pt x="12243" y="2969"/>
                    <a:pt x="11642" y="2769"/>
                    <a:pt x="11008" y="2369"/>
                  </a:cubicBezTo>
                  <a:cubicBezTo>
                    <a:pt x="10742" y="2269"/>
                    <a:pt x="10441" y="2002"/>
                    <a:pt x="10108" y="1802"/>
                  </a:cubicBezTo>
                  <a:cubicBezTo>
                    <a:pt x="9808" y="1535"/>
                    <a:pt x="9507" y="1335"/>
                    <a:pt x="9240" y="1034"/>
                  </a:cubicBezTo>
                  <a:cubicBezTo>
                    <a:pt x="9074" y="934"/>
                    <a:pt x="8940" y="801"/>
                    <a:pt x="8807" y="634"/>
                  </a:cubicBezTo>
                  <a:lnTo>
                    <a:pt x="8607" y="434"/>
                  </a:lnTo>
                  <a:cubicBezTo>
                    <a:pt x="8440" y="301"/>
                    <a:pt x="8306" y="100"/>
                    <a:pt x="81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93" name="Google Shape;2093;p18"/>
            <p:cNvSpPr/>
            <p:nvPr/>
          </p:nvSpPr>
          <p:spPr>
            <a:xfrm>
              <a:off x="3403425" y="3729975"/>
              <a:ext cx="3178975" cy="1783400"/>
            </a:xfrm>
            <a:custGeom>
              <a:avLst/>
              <a:gdLst/>
              <a:ahLst/>
              <a:cxnLst/>
              <a:rect l="l" t="t" r="r" b="b"/>
              <a:pathLst>
                <a:path w="127159" h="71336" extrusionOk="0">
                  <a:moveTo>
                    <a:pt x="98163" y="1"/>
                  </a:moveTo>
                  <a:cubicBezTo>
                    <a:pt x="97767" y="1"/>
                    <a:pt x="97368" y="20"/>
                    <a:pt x="96970" y="59"/>
                  </a:cubicBezTo>
                  <a:cubicBezTo>
                    <a:pt x="96303" y="126"/>
                    <a:pt x="95636" y="260"/>
                    <a:pt x="94969" y="393"/>
                  </a:cubicBezTo>
                  <a:cubicBezTo>
                    <a:pt x="94302" y="560"/>
                    <a:pt x="93634" y="760"/>
                    <a:pt x="93034" y="1060"/>
                  </a:cubicBezTo>
                  <a:cubicBezTo>
                    <a:pt x="91733" y="1594"/>
                    <a:pt x="90532" y="2394"/>
                    <a:pt x="89365" y="3195"/>
                  </a:cubicBezTo>
                  <a:cubicBezTo>
                    <a:pt x="88197" y="3962"/>
                    <a:pt x="87063" y="4796"/>
                    <a:pt x="85795" y="5463"/>
                  </a:cubicBezTo>
                  <a:cubicBezTo>
                    <a:pt x="85195" y="5797"/>
                    <a:pt x="84528" y="6064"/>
                    <a:pt x="83861" y="6264"/>
                  </a:cubicBezTo>
                  <a:cubicBezTo>
                    <a:pt x="83527" y="6397"/>
                    <a:pt x="83127" y="6431"/>
                    <a:pt x="82793" y="6531"/>
                  </a:cubicBezTo>
                  <a:cubicBezTo>
                    <a:pt x="82426" y="6564"/>
                    <a:pt x="82093" y="6597"/>
                    <a:pt x="81726" y="6631"/>
                  </a:cubicBezTo>
                  <a:cubicBezTo>
                    <a:pt x="80925" y="6731"/>
                    <a:pt x="80191" y="6864"/>
                    <a:pt x="79424" y="7064"/>
                  </a:cubicBezTo>
                  <a:cubicBezTo>
                    <a:pt x="78690" y="7298"/>
                    <a:pt x="77957" y="7698"/>
                    <a:pt x="77289" y="8098"/>
                  </a:cubicBezTo>
                  <a:cubicBezTo>
                    <a:pt x="76689" y="8565"/>
                    <a:pt x="76055" y="9066"/>
                    <a:pt x="75521" y="9600"/>
                  </a:cubicBezTo>
                  <a:cubicBezTo>
                    <a:pt x="74954" y="10100"/>
                    <a:pt x="74421" y="10700"/>
                    <a:pt x="73887" y="11234"/>
                  </a:cubicBezTo>
                  <a:cubicBezTo>
                    <a:pt x="73387" y="11801"/>
                    <a:pt x="72853" y="12368"/>
                    <a:pt x="72286" y="12902"/>
                  </a:cubicBezTo>
                  <a:lnTo>
                    <a:pt x="71452" y="13702"/>
                  </a:lnTo>
                  <a:cubicBezTo>
                    <a:pt x="71285" y="13803"/>
                    <a:pt x="71185" y="13936"/>
                    <a:pt x="71052" y="14069"/>
                  </a:cubicBezTo>
                  <a:cubicBezTo>
                    <a:pt x="70885" y="14203"/>
                    <a:pt x="70751" y="14270"/>
                    <a:pt x="70585" y="14403"/>
                  </a:cubicBezTo>
                  <a:cubicBezTo>
                    <a:pt x="69384" y="15204"/>
                    <a:pt x="67883" y="15704"/>
                    <a:pt x="66415" y="16138"/>
                  </a:cubicBezTo>
                  <a:cubicBezTo>
                    <a:pt x="64914" y="16605"/>
                    <a:pt x="63413" y="17038"/>
                    <a:pt x="61912" y="17572"/>
                  </a:cubicBezTo>
                  <a:cubicBezTo>
                    <a:pt x="60411" y="18106"/>
                    <a:pt x="58910" y="18773"/>
                    <a:pt x="57575" y="19640"/>
                  </a:cubicBezTo>
                  <a:cubicBezTo>
                    <a:pt x="51538" y="22942"/>
                    <a:pt x="51404" y="31282"/>
                    <a:pt x="45667" y="33317"/>
                  </a:cubicBezTo>
                  <a:cubicBezTo>
                    <a:pt x="45050" y="33579"/>
                    <a:pt x="44411" y="33698"/>
                    <a:pt x="43775" y="33698"/>
                  </a:cubicBezTo>
                  <a:cubicBezTo>
                    <a:pt x="43035" y="33698"/>
                    <a:pt x="42297" y="33537"/>
                    <a:pt x="41597" y="33250"/>
                  </a:cubicBezTo>
                  <a:cubicBezTo>
                    <a:pt x="40330" y="32716"/>
                    <a:pt x="39062" y="31882"/>
                    <a:pt x="37661" y="31315"/>
                  </a:cubicBezTo>
                  <a:cubicBezTo>
                    <a:pt x="37328" y="31148"/>
                    <a:pt x="36927" y="31082"/>
                    <a:pt x="36560" y="30948"/>
                  </a:cubicBezTo>
                  <a:cubicBezTo>
                    <a:pt x="36193" y="30881"/>
                    <a:pt x="35826" y="30781"/>
                    <a:pt x="35426" y="30748"/>
                  </a:cubicBezTo>
                  <a:lnTo>
                    <a:pt x="34892" y="30648"/>
                  </a:lnTo>
                  <a:lnTo>
                    <a:pt x="34359" y="30615"/>
                  </a:lnTo>
                  <a:cubicBezTo>
                    <a:pt x="34236" y="30603"/>
                    <a:pt x="34110" y="30600"/>
                    <a:pt x="33983" y="30600"/>
                  </a:cubicBezTo>
                  <a:cubicBezTo>
                    <a:pt x="33729" y="30600"/>
                    <a:pt x="33469" y="30615"/>
                    <a:pt x="33225" y="30615"/>
                  </a:cubicBezTo>
                  <a:cubicBezTo>
                    <a:pt x="32491" y="30648"/>
                    <a:pt x="31724" y="30781"/>
                    <a:pt x="31023" y="31082"/>
                  </a:cubicBezTo>
                  <a:cubicBezTo>
                    <a:pt x="30323" y="31315"/>
                    <a:pt x="29689" y="31782"/>
                    <a:pt x="29155" y="32282"/>
                  </a:cubicBezTo>
                  <a:cubicBezTo>
                    <a:pt x="28054" y="33317"/>
                    <a:pt x="27387" y="34651"/>
                    <a:pt x="26820" y="35952"/>
                  </a:cubicBezTo>
                  <a:cubicBezTo>
                    <a:pt x="26220" y="37253"/>
                    <a:pt x="25686" y="38587"/>
                    <a:pt x="24985" y="39788"/>
                  </a:cubicBezTo>
                  <a:cubicBezTo>
                    <a:pt x="24252" y="40989"/>
                    <a:pt x="23251" y="41989"/>
                    <a:pt x="21983" y="42456"/>
                  </a:cubicBezTo>
                  <a:cubicBezTo>
                    <a:pt x="21349" y="42723"/>
                    <a:pt x="20649" y="42823"/>
                    <a:pt x="19982" y="42823"/>
                  </a:cubicBezTo>
                  <a:cubicBezTo>
                    <a:pt x="19348" y="42823"/>
                    <a:pt x="18681" y="42590"/>
                    <a:pt x="18080" y="42223"/>
                  </a:cubicBezTo>
                  <a:cubicBezTo>
                    <a:pt x="17513" y="41823"/>
                    <a:pt x="16913" y="41389"/>
                    <a:pt x="16346" y="40889"/>
                  </a:cubicBezTo>
                  <a:cubicBezTo>
                    <a:pt x="15745" y="40422"/>
                    <a:pt x="15145" y="39888"/>
                    <a:pt x="14344" y="39554"/>
                  </a:cubicBezTo>
                  <a:cubicBezTo>
                    <a:pt x="13853" y="39298"/>
                    <a:pt x="13292" y="39178"/>
                    <a:pt x="12734" y="39178"/>
                  </a:cubicBezTo>
                  <a:cubicBezTo>
                    <a:pt x="12421" y="39178"/>
                    <a:pt x="12109" y="39216"/>
                    <a:pt x="11809" y="39287"/>
                  </a:cubicBezTo>
                  <a:cubicBezTo>
                    <a:pt x="11676" y="39321"/>
                    <a:pt x="11576" y="39321"/>
                    <a:pt x="11476" y="39388"/>
                  </a:cubicBezTo>
                  <a:lnTo>
                    <a:pt x="11142" y="39488"/>
                  </a:lnTo>
                  <a:cubicBezTo>
                    <a:pt x="10909" y="39621"/>
                    <a:pt x="10709" y="39754"/>
                    <a:pt x="10542" y="39921"/>
                  </a:cubicBezTo>
                  <a:cubicBezTo>
                    <a:pt x="10208" y="40221"/>
                    <a:pt x="9975" y="40588"/>
                    <a:pt x="9741" y="40922"/>
                  </a:cubicBezTo>
                  <a:cubicBezTo>
                    <a:pt x="9341" y="41622"/>
                    <a:pt x="9007" y="42323"/>
                    <a:pt x="8640" y="42957"/>
                  </a:cubicBezTo>
                  <a:cubicBezTo>
                    <a:pt x="8407" y="43257"/>
                    <a:pt x="8207" y="43557"/>
                    <a:pt x="7973" y="43724"/>
                  </a:cubicBezTo>
                  <a:cubicBezTo>
                    <a:pt x="7873" y="43791"/>
                    <a:pt x="7673" y="43891"/>
                    <a:pt x="7540" y="43957"/>
                  </a:cubicBezTo>
                  <a:lnTo>
                    <a:pt x="7306" y="44058"/>
                  </a:lnTo>
                  <a:cubicBezTo>
                    <a:pt x="7206" y="44091"/>
                    <a:pt x="7139" y="44091"/>
                    <a:pt x="7039" y="44124"/>
                  </a:cubicBezTo>
                  <a:cubicBezTo>
                    <a:pt x="6644" y="44223"/>
                    <a:pt x="6226" y="44252"/>
                    <a:pt x="5785" y="44252"/>
                  </a:cubicBezTo>
                  <a:cubicBezTo>
                    <a:pt x="5480" y="44252"/>
                    <a:pt x="5165" y="44238"/>
                    <a:pt x="4838" y="44224"/>
                  </a:cubicBezTo>
                  <a:cubicBezTo>
                    <a:pt x="4665" y="44210"/>
                    <a:pt x="4488" y="44202"/>
                    <a:pt x="4308" y="44202"/>
                  </a:cubicBezTo>
                  <a:cubicBezTo>
                    <a:pt x="3652" y="44202"/>
                    <a:pt x="2957" y="44310"/>
                    <a:pt x="2303" y="44625"/>
                  </a:cubicBezTo>
                  <a:cubicBezTo>
                    <a:pt x="1902" y="44825"/>
                    <a:pt x="1569" y="45092"/>
                    <a:pt x="1235" y="45325"/>
                  </a:cubicBezTo>
                  <a:cubicBezTo>
                    <a:pt x="902" y="45625"/>
                    <a:pt x="635" y="45926"/>
                    <a:pt x="368" y="46326"/>
                  </a:cubicBezTo>
                  <a:cubicBezTo>
                    <a:pt x="134" y="46759"/>
                    <a:pt x="1" y="47293"/>
                    <a:pt x="134" y="47794"/>
                  </a:cubicBezTo>
                  <a:cubicBezTo>
                    <a:pt x="234" y="48294"/>
                    <a:pt x="501" y="48661"/>
                    <a:pt x="801" y="48994"/>
                  </a:cubicBezTo>
                  <a:cubicBezTo>
                    <a:pt x="1402" y="49662"/>
                    <a:pt x="2069" y="50095"/>
                    <a:pt x="2803" y="50495"/>
                  </a:cubicBezTo>
                  <a:cubicBezTo>
                    <a:pt x="3503" y="50862"/>
                    <a:pt x="4237" y="51196"/>
                    <a:pt x="4971" y="51563"/>
                  </a:cubicBezTo>
                  <a:cubicBezTo>
                    <a:pt x="7840" y="52797"/>
                    <a:pt x="10875" y="53631"/>
                    <a:pt x="13744" y="54598"/>
                  </a:cubicBezTo>
                  <a:cubicBezTo>
                    <a:pt x="14078" y="54698"/>
                    <a:pt x="14478" y="54832"/>
                    <a:pt x="14811" y="54965"/>
                  </a:cubicBezTo>
                  <a:cubicBezTo>
                    <a:pt x="15012" y="54999"/>
                    <a:pt x="15178" y="55099"/>
                    <a:pt x="15312" y="55165"/>
                  </a:cubicBezTo>
                  <a:lnTo>
                    <a:pt x="15745" y="55466"/>
                  </a:lnTo>
                  <a:cubicBezTo>
                    <a:pt x="16079" y="55666"/>
                    <a:pt x="16413" y="55866"/>
                    <a:pt x="16813" y="55999"/>
                  </a:cubicBezTo>
                  <a:cubicBezTo>
                    <a:pt x="17180" y="56166"/>
                    <a:pt x="17513" y="56333"/>
                    <a:pt x="17880" y="56466"/>
                  </a:cubicBezTo>
                  <a:cubicBezTo>
                    <a:pt x="18214" y="56600"/>
                    <a:pt x="18581" y="56767"/>
                    <a:pt x="18981" y="56833"/>
                  </a:cubicBezTo>
                  <a:cubicBezTo>
                    <a:pt x="19348" y="56933"/>
                    <a:pt x="19715" y="57033"/>
                    <a:pt x="20082" y="57134"/>
                  </a:cubicBezTo>
                  <a:cubicBezTo>
                    <a:pt x="20849" y="57267"/>
                    <a:pt x="21583" y="57434"/>
                    <a:pt x="22350" y="57467"/>
                  </a:cubicBezTo>
                  <a:cubicBezTo>
                    <a:pt x="22717" y="57534"/>
                    <a:pt x="23092" y="57551"/>
                    <a:pt x="23468" y="57551"/>
                  </a:cubicBezTo>
                  <a:cubicBezTo>
                    <a:pt x="23843" y="57551"/>
                    <a:pt x="24218" y="57534"/>
                    <a:pt x="24585" y="57534"/>
                  </a:cubicBezTo>
                  <a:cubicBezTo>
                    <a:pt x="25352" y="57467"/>
                    <a:pt x="26086" y="57434"/>
                    <a:pt x="26787" y="57334"/>
                  </a:cubicBezTo>
                  <a:cubicBezTo>
                    <a:pt x="28254" y="57134"/>
                    <a:pt x="29622" y="56800"/>
                    <a:pt x="31023" y="56500"/>
                  </a:cubicBezTo>
                  <a:cubicBezTo>
                    <a:pt x="32303" y="56219"/>
                    <a:pt x="33583" y="55996"/>
                    <a:pt x="34809" y="55996"/>
                  </a:cubicBezTo>
                  <a:cubicBezTo>
                    <a:pt x="34892" y="55996"/>
                    <a:pt x="34976" y="55997"/>
                    <a:pt x="35059" y="55999"/>
                  </a:cubicBezTo>
                  <a:cubicBezTo>
                    <a:pt x="35726" y="55999"/>
                    <a:pt x="36360" y="56133"/>
                    <a:pt x="36927" y="56333"/>
                  </a:cubicBezTo>
                  <a:cubicBezTo>
                    <a:pt x="37061" y="56366"/>
                    <a:pt x="37227" y="56433"/>
                    <a:pt x="37361" y="56500"/>
                  </a:cubicBezTo>
                  <a:lnTo>
                    <a:pt x="37761" y="56767"/>
                  </a:lnTo>
                  <a:cubicBezTo>
                    <a:pt x="38061" y="56933"/>
                    <a:pt x="38328" y="57100"/>
                    <a:pt x="38595" y="57267"/>
                  </a:cubicBezTo>
                  <a:cubicBezTo>
                    <a:pt x="39696" y="57934"/>
                    <a:pt x="40697" y="58701"/>
                    <a:pt x="41731" y="59469"/>
                  </a:cubicBezTo>
                  <a:cubicBezTo>
                    <a:pt x="42231" y="59835"/>
                    <a:pt x="42765" y="60169"/>
                    <a:pt x="43365" y="60469"/>
                  </a:cubicBezTo>
                  <a:cubicBezTo>
                    <a:pt x="43932" y="60769"/>
                    <a:pt x="44533" y="61003"/>
                    <a:pt x="45100" y="61136"/>
                  </a:cubicBezTo>
                  <a:cubicBezTo>
                    <a:pt x="46301" y="61437"/>
                    <a:pt x="47535" y="61470"/>
                    <a:pt x="48636" y="61470"/>
                  </a:cubicBezTo>
                  <a:cubicBezTo>
                    <a:pt x="49770" y="61470"/>
                    <a:pt x="50871" y="61403"/>
                    <a:pt x="51905" y="61403"/>
                  </a:cubicBezTo>
                  <a:cubicBezTo>
                    <a:pt x="52171" y="61395"/>
                    <a:pt x="52435" y="61390"/>
                    <a:pt x="52697" y="61390"/>
                  </a:cubicBezTo>
                  <a:cubicBezTo>
                    <a:pt x="54471" y="61390"/>
                    <a:pt x="56134" y="61606"/>
                    <a:pt x="57442" y="62304"/>
                  </a:cubicBezTo>
                  <a:cubicBezTo>
                    <a:pt x="58209" y="62671"/>
                    <a:pt x="58843" y="63171"/>
                    <a:pt x="59343" y="63772"/>
                  </a:cubicBezTo>
                  <a:cubicBezTo>
                    <a:pt x="59877" y="64339"/>
                    <a:pt x="60244" y="64972"/>
                    <a:pt x="60611" y="65573"/>
                  </a:cubicBezTo>
                  <a:cubicBezTo>
                    <a:pt x="61345" y="66740"/>
                    <a:pt x="61912" y="67808"/>
                    <a:pt x="62512" y="68608"/>
                  </a:cubicBezTo>
                  <a:cubicBezTo>
                    <a:pt x="63079" y="69409"/>
                    <a:pt x="63580" y="69976"/>
                    <a:pt x="64013" y="70310"/>
                  </a:cubicBezTo>
                  <a:cubicBezTo>
                    <a:pt x="64180" y="70476"/>
                    <a:pt x="64347" y="70610"/>
                    <a:pt x="64447" y="70677"/>
                  </a:cubicBezTo>
                  <a:cubicBezTo>
                    <a:pt x="64580" y="70777"/>
                    <a:pt x="64614" y="70810"/>
                    <a:pt x="64614" y="70810"/>
                  </a:cubicBezTo>
                  <a:cubicBezTo>
                    <a:pt x="65114" y="71110"/>
                    <a:pt x="65581" y="71310"/>
                    <a:pt x="66115" y="71310"/>
                  </a:cubicBezTo>
                  <a:cubicBezTo>
                    <a:pt x="66265" y="71327"/>
                    <a:pt x="66382" y="71335"/>
                    <a:pt x="66461" y="71335"/>
                  </a:cubicBezTo>
                  <a:cubicBezTo>
                    <a:pt x="66540" y="71335"/>
                    <a:pt x="66582" y="71327"/>
                    <a:pt x="66582" y="71310"/>
                  </a:cubicBezTo>
                  <a:cubicBezTo>
                    <a:pt x="66615" y="71277"/>
                    <a:pt x="66515" y="71144"/>
                    <a:pt x="66248" y="71010"/>
                  </a:cubicBezTo>
                  <a:cubicBezTo>
                    <a:pt x="66015" y="70877"/>
                    <a:pt x="65614" y="70677"/>
                    <a:pt x="65181" y="70343"/>
                  </a:cubicBezTo>
                  <a:cubicBezTo>
                    <a:pt x="65181" y="70343"/>
                    <a:pt x="65081" y="70310"/>
                    <a:pt x="65014" y="70210"/>
                  </a:cubicBezTo>
                  <a:cubicBezTo>
                    <a:pt x="64914" y="70176"/>
                    <a:pt x="64747" y="70043"/>
                    <a:pt x="64580" y="69876"/>
                  </a:cubicBezTo>
                  <a:cubicBezTo>
                    <a:pt x="64213" y="69609"/>
                    <a:pt x="63713" y="69042"/>
                    <a:pt x="63179" y="68275"/>
                  </a:cubicBezTo>
                  <a:cubicBezTo>
                    <a:pt x="62579" y="67508"/>
                    <a:pt x="62012" y="66474"/>
                    <a:pt x="61278" y="65273"/>
                  </a:cubicBezTo>
                  <a:cubicBezTo>
                    <a:pt x="60911" y="64639"/>
                    <a:pt x="60511" y="64005"/>
                    <a:pt x="59944" y="63371"/>
                  </a:cubicBezTo>
                  <a:cubicBezTo>
                    <a:pt x="59410" y="62771"/>
                    <a:pt x="58743" y="62170"/>
                    <a:pt x="57909" y="61770"/>
                  </a:cubicBezTo>
                  <a:cubicBezTo>
                    <a:pt x="56241" y="60870"/>
                    <a:pt x="54206" y="60736"/>
                    <a:pt x="52105" y="60736"/>
                  </a:cubicBezTo>
                  <a:cubicBezTo>
                    <a:pt x="51896" y="60730"/>
                    <a:pt x="51685" y="60727"/>
                    <a:pt x="51473" y="60727"/>
                  </a:cubicBezTo>
                  <a:cubicBezTo>
                    <a:pt x="50585" y="60727"/>
                    <a:pt x="49671" y="60774"/>
                    <a:pt x="48746" y="60774"/>
                  </a:cubicBezTo>
                  <a:cubicBezTo>
                    <a:pt x="47671" y="60774"/>
                    <a:pt x="46582" y="60710"/>
                    <a:pt x="45500" y="60436"/>
                  </a:cubicBezTo>
                  <a:cubicBezTo>
                    <a:pt x="44933" y="60269"/>
                    <a:pt x="44399" y="60069"/>
                    <a:pt x="43866" y="59802"/>
                  </a:cubicBezTo>
                  <a:cubicBezTo>
                    <a:pt x="43332" y="59502"/>
                    <a:pt x="42831" y="59168"/>
                    <a:pt x="42331" y="58835"/>
                  </a:cubicBezTo>
                  <a:cubicBezTo>
                    <a:pt x="41330" y="58134"/>
                    <a:pt x="40330" y="57300"/>
                    <a:pt x="39196" y="56600"/>
                  </a:cubicBezTo>
                  <a:cubicBezTo>
                    <a:pt x="38895" y="56400"/>
                    <a:pt x="38595" y="56200"/>
                    <a:pt x="38328" y="56066"/>
                  </a:cubicBezTo>
                  <a:lnTo>
                    <a:pt x="37861" y="55799"/>
                  </a:lnTo>
                  <a:cubicBezTo>
                    <a:pt x="37694" y="55733"/>
                    <a:pt x="37528" y="55666"/>
                    <a:pt x="37361" y="55599"/>
                  </a:cubicBezTo>
                  <a:cubicBezTo>
                    <a:pt x="36694" y="55332"/>
                    <a:pt x="35993" y="55232"/>
                    <a:pt x="35259" y="55232"/>
                  </a:cubicBezTo>
                  <a:cubicBezTo>
                    <a:pt x="35112" y="55225"/>
                    <a:pt x="34965" y="55222"/>
                    <a:pt x="34817" y="55222"/>
                  </a:cubicBezTo>
                  <a:cubicBezTo>
                    <a:pt x="33558" y="55222"/>
                    <a:pt x="32281" y="55464"/>
                    <a:pt x="31056" y="55733"/>
                  </a:cubicBezTo>
                  <a:cubicBezTo>
                    <a:pt x="29689" y="55999"/>
                    <a:pt x="28321" y="56333"/>
                    <a:pt x="26887" y="56500"/>
                  </a:cubicBezTo>
                  <a:cubicBezTo>
                    <a:pt x="26186" y="56600"/>
                    <a:pt x="25486" y="56633"/>
                    <a:pt x="24752" y="56700"/>
                  </a:cubicBezTo>
                  <a:cubicBezTo>
                    <a:pt x="24051" y="56667"/>
                    <a:pt x="23318" y="56700"/>
                    <a:pt x="22584" y="56633"/>
                  </a:cubicBezTo>
                  <a:cubicBezTo>
                    <a:pt x="21850" y="56600"/>
                    <a:pt x="21149" y="56433"/>
                    <a:pt x="20415" y="56300"/>
                  </a:cubicBezTo>
                  <a:cubicBezTo>
                    <a:pt x="20049" y="56166"/>
                    <a:pt x="19715" y="56099"/>
                    <a:pt x="19348" y="55999"/>
                  </a:cubicBezTo>
                  <a:cubicBezTo>
                    <a:pt x="18981" y="55933"/>
                    <a:pt x="18648" y="55799"/>
                    <a:pt x="18314" y="55666"/>
                  </a:cubicBezTo>
                  <a:cubicBezTo>
                    <a:pt x="17980" y="55599"/>
                    <a:pt x="17647" y="55432"/>
                    <a:pt x="17313" y="55266"/>
                  </a:cubicBezTo>
                  <a:cubicBezTo>
                    <a:pt x="16980" y="55132"/>
                    <a:pt x="16679" y="54932"/>
                    <a:pt x="16346" y="54765"/>
                  </a:cubicBezTo>
                  <a:lnTo>
                    <a:pt x="15846" y="54465"/>
                  </a:lnTo>
                  <a:cubicBezTo>
                    <a:pt x="15679" y="54365"/>
                    <a:pt x="15479" y="54298"/>
                    <a:pt x="15312" y="54198"/>
                  </a:cubicBezTo>
                  <a:cubicBezTo>
                    <a:pt x="14978" y="54065"/>
                    <a:pt x="14578" y="53931"/>
                    <a:pt x="14211" y="53798"/>
                  </a:cubicBezTo>
                  <a:cubicBezTo>
                    <a:pt x="11309" y="52797"/>
                    <a:pt x="8307" y="51930"/>
                    <a:pt x="5471" y="50729"/>
                  </a:cubicBezTo>
                  <a:cubicBezTo>
                    <a:pt x="4804" y="50429"/>
                    <a:pt x="4070" y="50095"/>
                    <a:pt x="3403" y="49728"/>
                  </a:cubicBezTo>
                  <a:cubicBezTo>
                    <a:pt x="2803" y="49328"/>
                    <a:pt x="2136" y="48894"/>
                    <a:pt x="1669" y="48394"/>
                  </a:cubicBezTo>
                  <a:cubicBezTo>
                    <a:pt x="1469" y="48094"/>
                    <a:pt x="1235" y="47827"/>
                    <a:pt x="1202" y="47560"/>
                  </a:cubicBezTo>
                  <a:cubicBezTo>
                    <a:pt x="1168" y="47260"/>
                    <a:pt x="1202" y="46960"/>
                    <a:pt x="1369" y="46726"/>
                  </a:cubicBezTo>
                  <a:cubicBezTo>
                    <a:pt x="1669" y="46126"/>
                    <a:pt x="2336" y="45725"/>
                    <a:pt x="2970" y="45325"/>
                  </a:cubicBezTo>
                  <a:cubicBezTo>
                    <a:pt x="3403" y="45121"/>
                    <a:pt x="3953" y="45034"/>
                    <a:pt x="4516" y="45034"/>
                  </a:cubicBezTo>
                  <a:cubicBezTo>
                    <a:pt x="4689" y="45034"/>
                    <a:pt x="4865" y="45042"/>
                    <a:pt x="5038" y="45058"/>
                  </a:cubicBezTo>
                  <a:cubicBezTo>
                    <a:pt x="5328" y="45071"/>
                    <a:pt x="5627" y="45083"/>
                    <a:pt x="5935" y="45083"/>
                  </a:cubicBezTo>
                  <a:cubicBezTo>
                    <a:pt x="6440" y="45083"/>
                    <a:pt x="6967" y="45049"/>
                    <a:pt x="7506" y="44925"/>
                  </a:cubicBezTo>
                  <a:cubicBezTo>
                    <a:pt x="7640" y="44925"/>
                    <a:pt x="7706" y="44891"/>
                    <a:pt x="7840" y="44825"/>
                  </a:cubicBezTo>
                  <a:lnTo>
                    <a:pt x="8140" y="44725"/>
                  </a:lnTo>
                  <a:cubicBezTo>
                    <a:pt x="8340" y="44625"/>
                    <a:pt x="8507" y="44491"/>
                    <a:pt x="8707" y="44391"/>
                  </a:cubicBezTo>
                  <a:cubicBezTo>
                    <a:pt x="9074" y="44091"/>
                    <a:pt x="9374" y="43724"/>
                    <a:pt x="9574" y="43390"/>
                  </a:cubicBezTo>
                  <a:cubicBezTo>
                    <a:pt x="10041" y="42657"/>
                    <a:pt x="10342" y="41956"/>
                    <a:pt x="10709" y="41322"/>
                  </a:cubicBezTo>
                  <a:cubicBezTo>
                    <a:pt x="10875" y="41055"/>
                    <a:pt x="11075" y="40755"/>
                    <a:pt x="11342" y="40555"/>
                  </a:cubicBezTo>
                  <a:lnTo>
                    <a:pt x="11709" y="40288"/>
                  </a:lnTo>
                  <a:lnTo>
                    <a:pt x="11909" y="40221"/>
                  </a:lnTo>
                  <a:cubicBezTo>
                    <a:pt x="12009" y="40221"/>
                    <a:pt x="12076" y="40155"/>
                    <a:pt x="12176" y="40155"/>
                  </a:cubicBezTo>
                  <a:cubicBezTo>
                    <a:pt x="12394" y="40100"/>
                    <a:pt x="12611" y="40074"/>
                    <a:pt x="12827" y="40074"/>
                  </a:cubicBezTo>
                  <a:cubicBezTo>
                    <a:pt x="13275" y="40074"/>
                    <a:pt x="13717" y="40186"/>
                    <a:pt x="14144" y="40388"/>
                  </a:cubicBezTo>
                  <a:cubicBezTo>
                    <a:pt x="15379" y="40955"/>
                    <a:pt x="16379" y="42223"/>
                    <a:pt x="17747" y="43057"/>
                  </a:cubicBezTo>
                  <a:cubicBezTo>
                    <a:pt x="18414" y="43457"/>
                    <a:pt x="19215" y="43791"/>
                    <a:pt x="20082" y="43824"/>
                  </a:cubicBezTo>
                  <a:cubicBezTo>
                    <a:pt x="20916" y="43791"/>
                    <a:pt x="21683" y="43657"/>
                    <a:pt x="22484" y="43424"/>
                  </a:cubicBezTo>
                  <a:cubicBezTo>
                    <a:pt x="23217" y="43157"/>
                    <a:pt x="23918" y="42723"/>
                    <a:pt x="24518" y="42156"/>
                  </a:cubicBezTo>
                  <a:cubicBezTo>
                    <a:pt x="25085" y="41656"/>
                    <a:pt x="25586" y="40989"/>
                    <a:pt x="25986" y="40355"/>
                  </a:cubicBezTo>
                  <a:cubicBezTo>
                    <a:pt x="26753" y="39087"/>
                    <a:pt x="27254" y="37720"/>
                    <a:pt x="27854" y="36452"/>
                  </a:cubicBezTo>
                  <a:cubicBezTo>
                    <a:pt x="28421" y="35151"/>
                    <a:pt x="29055" y="33950"/>
                    <a:pt x="29989" y="33083"/>
                  </a:cubicBezTo>
                  <a:cubicBezTo>
                    <a:pt x="30423" y="32616"/>
                    <a:pt x="30990" y="32282"/>
                    <a:pt x="31557" y="32016"/>
                  </a:cubicBezTo>
                  <a:cubicBezTo>
                    <a:pt x="32157" y="31782"/>
                    <a:pt x="32758" y="31649"/>
                    <a:pt x="33425" y="31615"/>
                  </a:cubicBezTo>
                  <a:cubicBezTo>
                    <a:pt x="33647" y="31615"/>
                    <a:pt x="33870" y="31600"/>
                    <a:pt x="34092" y="31600"/>
                  </a:cubicBezTo>
                  <a:cubicBezTo>
                    <a:pt x="34203" y="31600"/>
                    <a:pt x="34314" y="31604"/>
                    <a:pt x="34425" y="31615"/>
                  </a:cubicBezTo>
                  <a:lnTo>
                    <a:pt x="34926" y="31649"/>
                  </a:lnTo>
                  <a:lnTo>
                    <a:pt x="35426" y="31749"/>
                  </a:lnTo>
                  <a:cubicBezTo>
                    <a:pt x="35760" y="31782"/>
                    <a:pt x="36093" y="31882"/>
                    <a:pt x="36427" y="31949"/>
                  </a:cubicBezTo>
                  <a:cubicBezTo>
                    <a:pt x="36727" y="32016"/>
                    <a:pt x="37061" y="32149"/>
                    <a:pt x="37394" y="32282"/>
                  </a:cubicBezTo>
                  <a:cubicBezTo>
                    <a:pt x="38729" y="32816"/>
                    <a:pt x="39929" y="33617"/>
                    <a:pt x="41397" y="34217"/>
                  </a:cubicBezTo>
                  <a:cubicBezTo>
                    <a:pt x="42098" y="34484"/>
                    <a:pt x="42898" y="34651"/>
                    <a:pt x="43732" y="34718"/>
                  </a:cubicBezTo>
                  <a:cubicBezTo>
                    <a:pt x="43783" y="34722"/>
                    <a:pt x="43836" y="34724"/>
                    <a:pt x="43889" y="34724"/>
                  </a:cubicBezTo>
                  <a:cubicBezTo>
                    <a:pt x="44219" y="34724"/>
                    <a:pt x="44589" y="34646"/>
                    <a:pt x="44933" y="34617"/>
                  </a:cubicBezTo>
                  <a:cubicBezTo>
                    <a:pt x="45367" y="34551"/>
                    <a:pt x="45734" y="34417"/>
                    <a:pt x="46100" y="34284"/>
                  </a:cubicBezTo>
                  <a:cubicBezTo>
                    <a:pt x="46534" y="34150"/>
                    <a:pt x="46868" y="33950"/>
                    <a:pt x="47235" y="33784"/>
                  </a:cubicBezTo>
                  <a:cubicBezTo>
                    <a:pt x="47568" y="33583"/>
                    <a:pt x="47902" y="33383"/>
                    <a:pt x="48235" y="33116"/>
                  </a:cubicBezTo>
                  <a:cubicBezTo>
                    <a:pt x="48869" y="32616"/>
                    <a:pt x="49436" y="32082"/>
                    <a:pt x="49937" y="31449"/>
                  </a:cubicBezTo>
                  <a:cubicBezTo>
                    <a:pt x="50937" y="30214"/>
                    <a:pt x="51738" y="28813"/>
                    <a:pt x="52438" y="27446"/>
                  </a:cubicBezTo>
                  <a:cubicBezTo>
                    <a:pt x="52839" y="26778"/>
                    <a:pt x="53172" y="26078"/>
                    <a:pt x="53539" y="25411"/>
                  </a:cubicBezTo>
                  <a:cubicBezTo>
                    <a:pt x="53906" y="24777"/>
                    <a:pt x="54273" y="24110"/>
                    <a:pt x="54773" y="23543"/>
                  </a:cubicBezTo>
                  <a:cubicBezTo>
                    <a:pt x="55240" y="22942"/>
                    <a:pt x="55741" y="22375"/>
                    <a:pt x="56341" y="21875"/>
                  </a:cubicBezTo>
                  <a:cubicBezTo>
                    <a:pt x="56875" y="21375"/>
                    <a:pt x="57509" y="20908"/>
                    <a:pt x="58109" y="20474"/>
                  </a:cubicBezTo>
                  <a:cubicBezTo>
                    <a:pt x="59377" y="19640"/>
                    <a:pt x="60778" y="19040"/>
                    <a:pt x="62245" y="18473"/>
                  </a:cubicBezTo>
                  <a:cubicBezTo>
                    <a:pt x="63713" y="17939"/>
                    <a:pt x="65214" y="17539"/>
                    <a:pt x="66715" y="17072"/>
                  </a:cubicBezTo>
                  <a:cubicBezTo>
                    <a:pt x="68216" y="16605"/>
                    <a:pt x="69717" y="16104"/>
                    <a:pt x="71085" y="15204"/>
                  </a:cubicBezTo>
                  <a:lnTo>
                    <a:pt x="71585" y="14803"/>
                  </a:lnTo>
                  <a:cubicBezTo>
                    <a:pt x="71752" y="14703"/>
                    <a:pt x="71919" y="14536"/>
                    <a:pt x="72052" y="14403"/>
                  </a:cubicBezTo>
                  <a:lnTo>
                    <a:pt x="72886" y="13569"/>
                  </a:lnTo>
                  <a:cubicBezTo>
                    <a:pt x="73420" y="13035"/>
                    <a:pt x="73920" y="12435"/>
                    <a:pt x="74454" y="11901"/>
                  </a:cubicBezTo>
                  <a:cubicBezTo>
                    <a:pt x="74954" y="11367"/>
                    <a:pt x="75521" y="10767"/>
                    <a:pt x="76055" y="10267"/>
                  </a:cubicBezTo>
                  <a:cubicBezTo>
                    <a:pt x="76589" y="9733"/>
                    <a:pt x="77189" y="9266"/>
                    <a:pt x="77756" y="8866"/>
                  </a:cubicBezTo>
                  <a:cubicBezTo>
                    <a:pt x="78357" y="8465"/>
                    <a:pt x="79024" y="8132"/>
                    <a:pt x="79691" y="7932"/>
                  </a:cubicBezTo>
                  <a:cubicBezTo>
                    <a:pt x="80358" y="7732"/>
                    <a:pt x="81059" y="7598"/>
                    <a:pt x="81759" y="7565"/>
                  </a:cubicBezTo>
                  <a:lnTo>
                    <a:pt x="82893" y="7431"/>
                  </a:lnTo>
                  <a:lnTo>
                    <a:pt x="84028" y="7198"/>
                  </a:lnTo>
                  <a:cubicBezTo>
                    <a:pt x="84728" y="6931"/>
                    <a:pt x="85429" y="6697"/>
                    <a:pt x="86096" y="6297"/>
                  </a:cubicBezTo>
                  <a:cubicBezTo>
                    <a:pt x="87430" y="5597"/>
                    <a:pt x="88564" y="4729"/>
                    <a:pt x="89732" y="3929"/>
                  </a:cubicBezTo>
                  <a:cubicBezTo>
                    <a:pt x="90866" y="3095"/>
                    <a:pt x="92033" y="2394"/>
                    <a:pt x="93234" y="1861"/>
                  </a:cubicBezTo>
                  <a:cubicBezTo>
                    <a:pt x="94435" y="1294"/>
                    <a:pt x="95703" y="1060"/>
                    <a:pt x="96970" y="893"/>
                  </a:cubicBezTo>
                  <a:cubicBezTo>
                    <a:pt x="97435" y="834"/>
                    <a:pt x="97895" y="804"/>
                    <a:pt x="98348" y="804"/>
                  </a:cubicBezTo>
                  <a:cubicBezTo>
                    <a:pt x="99164" y="804"/>
                    <a:pt x="99956" y="900"/>
                    <a:pt x="100706" y="1093"/>
                  </a:cubicBezTo>
                  <a:cubicBezTo>
                    <a:pt x="101874" y="1394"/>
                    <a:pt x="102974" y="1861"/>
                    <a:pt x="104075" y="2361"/>
                  </a:cubicBezTo>
                  <a:cubicBezTo>
                    <a:pt x="105143" y="2861"/>
                    <a:pt x="106210" y="3362"/>
                    <a:pt x="107278" y="3762"/>
                  </a:cubicBezTo>
                  <a:cubicBezTo>
                    <a:pt x="107811" y="3962"/>
                    <a:pt x="108312" y="4196"/>
                    <a:pt x="108879" y="4296"/>
                  </a:cubicBezTo>
                  <a:cubicBezTo>
                    <a:pt x="109112" y="4396"/>
                    <a:pt x="109412" y="4429"/>
                    <a:pt x="109646" y="4529"/>
                  </a:cubicBezTo>
                  <a:cubicBezTo>
                    <a:pt x="109913" y="4563"/>
                    <a:pt x="110213" y="4596"/>
                    <a:pt x="110446" y="4629"/>
                  </a:cubicBezTo>
                  <a:cubicBezTo>
                    <a:pt x="111215" y="4748"/>
                    <a:pt x="111959" y="4790"/>
                    <a:pt x="112676" y="4790"/>
                  </a:cubicBezTo>
                  <a:cubicBezTo>
                    <a:pt x="113981" y="4790"/>
                    <a:pt x="115198" y="4649"/>
                    <a:pt x="116317" y="4563"/>
                  </a:cubicBezTo>
                  <a:cubicBezTo>
                    <a:pt x="116784" y="4529"/>
                    <a:pt x="117218" y="4463"/>
                    <a:pt x="117618" y="4429"/>
                  </a:cubicBezTo>
                  <a:cubicBezTo>
                    <a:pt x="118052" y="4396"/>
                    <a:pt x="118452" y="4362"/>
                    <a:pt x="118819" y="4296"/>
                  </a:cubicBezTo>
                  <a:cubicBezTo>
                    <a:pt x="119100" y="4284"/>
                    <a:pt x="119376" y="4276"/>
                    <a:pt x="119646" y="4276"/>
                  </a:cubicBezTo>
                  <a:cubicBezTo>
                    <a:pt x="120115" y="4276"/>
                    <a:pt x="120564" y="4299"/>
                    <a:pt x="120987" y="4362"/>
                  </a:cubicBezTo>
                  <a:cubicBezTo>
                    <a:pt x="122388" y="4529"/>
                    <a:pt x="123456" y="4963"/>
                    <a:pt x="124223" y="5530"/>
                  </a:cubicBezTo>
                  <a:cubicBezTo>
                    <a:pt x="124957" y="6064"/>
                    <a:pt x="125424" y="6631"/>
                    <a:pt x="125724" y="7031"/>
                  </a:cubicBezTo>
                  <a:cubicBezTo>
                    <a:pt x="125991" y="7431"/>
                    <a:pt x="126124" y="7631"/>
                    <a:pt x="126124" y="7631"/>
                  </a:cubicBezTo>
                  <a:cubicBezTo>
                    <a:pt x="126258" y="7898"/>
                    <a:pt x="126391" y="8098"/>
                    <a:pt x="126491" y="8265"/>
                  </a:cubicBezTo>
                  <a:cubicBezTo>
                    <a:pt x="126591" y="8432"/>
                    <a:pt x="126658" y="8599"/>
                    <a:pt x="126758" y="8732"/>
                  </a:cubicBezTo>
                  <a:cubicBezTo>
                    <a:pt x="126925" y="8966"/>
                    <a:pt x="127058" y="9066"/>
                    <a:pt x="127092" y="9066"/>
                  </a:cubicBezTo>
                  <a:cubicBezTo>
                    <a:pt x="127158" y="9032"/>
                    <a:pt x="127158" y="8899"/>
                    <a:pt x="127092" y="8599"/>
                  </a:cubicBezTo>
                  <a:cubicBezTo>
                    <a:pt x="127058" y="8432"/>
                    <a:pt x="126992" y="8265"/>
                    <a:pt x="126925" y="8065"/>
                  </a:cubicBezTo>
                  <a:cubicBezTo>
                    <a:pt x="126825" y="7865"/>
                    <a:pt x="126725" y="7598"/>
                    <a:pt x="126591" y="7365"/>
                  </a:cubicBezTo>
                  <a:cubicBezTo>
                    <a:pt x="126591" y="7365"/>
                    <a:pt x="126458" y="7131"/>
                    <a:pt x="126158" y="6697"/>
                  </a:cubicBezTo>
                  <a:cubicBezTo>
                    <a:pt x="125824" y="6264"/>
                    <a:pt x="125390" y="5597"/>
                    <a:pt x="124557" y="5030"/>
                  </a:cubicBezTo>
                  <a:cubicBezTo>
                    <a:pt x="123723" y="4429"/>
                    <a:pt x="122555" y="3895"/>
                    <a:pt x="121121" y="3729"/>
                  </a:cubicBezTo>
                  <a:cubicBezTo>
                    <a:pt x="120654" y="3640"/>
                    <a:pt x="120142" y="3610"/>
                    <a:pt x="119616" y="3610"/>
                  </a:cubicBezTo>
                  <a:cubicBezTo>
                    <a:pt x="119353" y="3610"/>
                    <a:pt x="119086" y="3617"/>
                    <a:pt x="118819" y="3629"/>
                  </a:cubicBezTo>
                  <a:lnTo>
                    <a:pt x="117585" y="3762"/>
                  </a:lnTo>
                  <a:cubicBezTo>
                    <a:pt x="117151" y="3795"/>
                    <a:pt x="116751" y="3862"/>
                    <a:pt x="116284" y="3895"/>
                  </a:cubicBezTo>
                  <a:cubicBezTo>
                    <a:pt x="115206" y="3978"/>
                    <a:pt x="114050" y="4100"/>
                    <a:pt x="112841" y="4100"/>
                  </a:cubicBezTo>
                  <a:cubicBezTo>
                    <a:pt x="112105" y="4100"/>
                    <a:pt x="111350" y="4055"/>
                    <a:pt x="110580" y="3929"/>
                  </a:cubicBezTo>
                  <a:cubicBezTo>
                    <a:pt x="108545" y="3629"/>
                    <a:pt x="106544" y="2628"/>
                    <a:pt x="104375" y="1627"/>
                  </a:cubicBezTo>
                  <a:cubicBezTo>
                    <a:pt x="103275" y="1127"/>
                    <a:pt x="102141" y="593"/>
                    <a:pt x="100906" y="293"/>
                  </a:cubicBezTo>
                  <a:cubicBezTo>
                    <a:pt x="100017" y="106"/>
                    <a:pt x="99095" y="1"/>
                    <a:pt x="981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94" name="Google Shape;2094;p18"/>
            <p:cNvSpPr/>
            <p:nvPr/>
          </p:nvSpPr>
          <p:spPr>
            <a:xfrm>
              <a:off x="3247500" y="3562475"/>
              <a:ext cx="3218225" cy="2001150"/>
            </a:xfrm>
            <a:custGeom>
              <a:avLst/>
              <a:gdLst/>
              <a:ahLst/>
              <a:cxnLst/>
              <a:rect l="l" t="t" r="r" b="b"/>
              <a:pathLst>
                <a:path w="128729" h="80046" extrusionOk="0">
                  <a:moveTo>
                    <a:pt x="105098" y="0"/>
                  </a:moveTo>
                  <a:cubicBezTo>
                    <a:pt x="104528" y="0"/>
                    <a:pt x="103947" y="42"/>
                    <a:pt x="103374" y="121"/>
                  </a:cubicBezTo>
                  <a:cubicBezTo>
                    <a:pt x="102173" y="288"/>
                    <a:pt x="100972" y="622"/>
                    <a:pt x="99738" y="1089"/>
                  </a:cubicBezTo>
                  <a:cubicBezTo>
                    <a:pt x="98537" y="1522"/>
                    <a:pt x="97370" y="2156"/>
                    <a:pt x="96202" y="2823"/>
                  </a:cubicBezTo>
                  <a:cubicBezTo>
                    <a:pt x="93867" y="4191"/>
                    <a:pt x="91832" y="6126"/>
                    <a:pt x="89230" y="7293"/>
                  </a:cubicBezTo>
                  <a:cubicBezTo>
                    <a:pt x="87963" y="7827"/>
                    <a:pt x="86562" y="8194"/>
                    <a:pt x="85128" y="8361"/>
                  </a:cubicBezTo>
                  <a:cubicBezTo>
                    <a:pt x="84360" y="8461"/>
                    <a:pt x="83660" y="8527"/>
                    <a:pt x="82893" y="8594"/>
                  </a:cubicBezTo>
                  <a:cubicBezTo>
                    <a:pt x="82526" y="8627"/>
                    <a:pt x="82159" y="8661"/>
                    <a:pt x="81792" y="8661"/>
                  </a:cubicBezTo>
                  <a:cubicBezTo>
                    <a:pt x="81392" y="8661"/>
                    <a:pt x="81025" y="8694"/>
                    <a:pt x="80658" y="8761"/>
                  </a:cubicBezTo>
                  <a:cubicBezTo>
                    <a:pt x="79890" y="8828"/>
                    <a:pt x="79157" y="9028"/>
                    <a:pt x="78389" y="9261"/>
                  </a:cubicBezTo>
                  <a:cubicBezTo>
                    <a:pt x="77689" y="9495"/>
                    <a:pt x="76955" y="9795"/>
                    <a:pt x="76288" y="10162"/>
                  </a:cubicBezTo>
                  <a:cubicBezTo>
                    <a:pt x="74887" y="10862"/>
                    <a:pt x="73653" y="11830"/>
                    <a:pt x="72452" y="12830"/>
                  </a:cubicBezTo>
                  <a:cubicBezTo>
                    <a:pt x="71218" y="13831"/>
                    <a:pt x="70117" y="14965"/>
                    <a:pt x="68849" y="15866"/>
                  </a:cubicBezTo>
                  <a:cubicBezTo>
                    <a:pt x="67615" y="16833"/>
                    <a:pt x="66214" y="17600"/>
                    <a:pt x="64813" y="18301"/>
                  </a:cubicBezTo>
                  <a:cubicBezTo>
                    <a:pt x="63379" y="19001"/>
                    <a:pt x="61944" y="19635"/>
                    <a:pt x="60510" y="20436"/>
                  </a:cubicBezTo>
                  <a:cubicBezTo>
                    <a:pt x="59109" y="21203"/>
                    <a:pt x="57808" y="22170"/>
                    <a:pt x="56707" y="23438"/>
                  </a:cubicBezTo>
                  <a:cubicBezTo>
                    <a:pt x="54539" y="25940"/>
                    <a:pt x="53705" y="29142"/>
                    <a:pt x="52137" y="31811"/>
                  </a:cubicBezTo>
                  <a:cubicBezTo>
                    <a:pt x="51770" y="32478"/>
                    <a:pt x="51303" y="33112"/>
                    <a:pt x="50703" y="33612"/>
                  </a:cubicBezTo>
                  <a:cubicBezTo>
                    <a:pt x="50169" y="34112"/>
                    <a:pt x="49469" y="34446"/>
                    <a:pt x="48768" y="34613"/>
                  </a:cubicBezTo>
                  <a:cubicBezTo>
                    <a:pt x="48363" y="34701"/>
                    <a:pt x="47968" y="34742"/>
                    <a:pt x="47571" y="34742"/>
                  </a:cubicBezTo>
                  <a:cubicBezTo>
                    <a:pt x="47217" y="34742"/>
                    <a:pt x="46862" y="34709"/>
                    <a:pt x="46500" y="34646"/>
                  </a:cubicBezTo>
                  <a:cubicBezTo>
                    <a:pt x="45766" y="34513"/>
                    <a:pt x="45032" y="34279"/>
                    <a:pt x="44298" y="34046"/>
                  </a:cubicBezTo>
                  <a:cubicBezTo>
                    <a:pt x="42831" y="33612"/>
                    <a:pt x="41430" y="33011"/>
                    <a:pt x="39962" y="32544"/>
                  </a:cubicBezTo>
                  <a:cubicBezTo>
                    <a:pt x="39195" y="32311"/>
                    <a:pt x="38461" y="32144"/>
                    <a:pt x="37694" y="32011"/>
                  </a:cubicBezTo>
                  <a:lnTo>
                    <a:pt x="37127" y="31977"/>
                  </a:lnTo>
                  <a:lnTo>
                    <a:pt x="36826" y="31944"/>
                  </a:lnTo>
                  <a:lnTo>
                    <a:pt x="36526" y="31944"/>
                  </a:lnTo>
                  <a:lnTo>
                    <a:pt x="35959" y="31977"/>
                  </a:lnTo>
                  <a:cubicBezTo>
                    <a:pt x="35759" y="31977"/>
                    <a:pt x="35592" y="32011"/>
                    <a:pt x="35359" y="32044"/>
                  </a:cubicBezTo>
                  <a:cubicBezTo>
                    <a:pt x="34992" y="32111"/>
                    <a:pt x="34658" y="32278"/>
                    <a:pt x="34291" y="32378"/>
                  </a:cubicBezTo>
                  <a:cubicBezTo>
                    <a:pt x="34124" y="32444"/>
                    <a:pt x="33958" y="32544"/>
                    <a:pt x="33791" y="32645"/>
                  </a:cubicBezTo>
                  <a:lnTo>
                    <a:pt x="33291" y="32945"/>
                  </a:lnTo>
                  <a:cubicBezTo>
                    <a:pt x="32957" y="33145"/>
                    <a:pt x="32657" y="33378"/>
                    <a:pt x="32357" y="33612"/>
                  </a:cubicBezTo>
                  <a:cubicBezTo>
                    <a:pt x="32090" y="33845"/>
                    <a:pt x="31823" y="34146"/>
                    <a:pt x="31589" y="34379"/>
                  </a:cubicBezTo>
                  <a:cubicBezTo>
                    <a:pt x="31289" y="34646"/>
                    <a:pt x="31122" y="34946"/>
                    <a:pt x="30855" y="35213"/>
                  </a:cubicBezTo>
                  <a:lnTo>
                    <a:pt x="30522" y="35647"/>
                  </a:lnTo>
                  <a:lnTo>
                    <a:pt x="30255" y="36147"/>
                  </a:lnTo>
                  <a:cubicBezTo>
                    <a:pt x="29955" y="36814"/>
                    <a:pt x="29688" y="37515"/>
                    <a:pt x="29521" y="38182"/>
                  </a:cubicBezTo>
                  <a:cubicBezTo>
                    <a:pt x="29154" y="39516"/>
                    <a:pt x="28987" y="40951"/>
                    <a:pt x="28354" y="42185"/>
                  </a:cubicBezTo>
                  <a:cubicBezTo>
                    <a:pt x="28287" y="42352"/>
                    <a:pt x="28187" y="42518"/>
                    <a:pt x="28120" y="42652"/>
                  </a:cubicBezTo>
                  <a:cubicBezTo>
                    <a:pt x="28020" y="42819"/>
                    <a:pt x="27953" y="42952"/>
                    <a:pt x="27820" y="43052"/>
                  </a:cubicBezTo>
                  <a:cubicBezTo>
                    <a:pt x="27753" y="43185"/>
                    <a:pt x="27586" y="43286"/>
                    <a:pt x="27453" y="43386"/>
                  </a:cubicBezTo>
                  <a:cubicBezTo>
                    <a:pt x="27320" y="43519"/>
                    <a:pt x="27186" y="43652"/>
                    <a:pt x="27019" y="43719"/>
                  </a:cubicBezTo>
                  <a:cubicBezTo>
                    <a:pt x="26546" y="44104"/>
                    <a:pt x="25968" y="44331"/>
                    <a:pt x="25378" y="44331"/>
                  </a:cubicBezTo>
                  <a:cubicBezTo>
                    <a:pt x="25303" y="44331"/>
                    <a:pt x="25227" y="44327"/>
                    <a:pt x="25151" y="44320"/>
                  </a:cubicBezTo>
                  <a:cubicBezTo>
                    <a:pt x="24484" y="44220"/>
                    <a:pt x="23850" y="43786"/>
                    <a:pt x="23283" y="43352"/>
                  </a:cubicBezTo>
                  <a:cubicBezTo>
                    <a:pt x="22650" y="42952"/>
                    <a:pt x="22083" y="42452"/>
                    <a:pt x="21315" y="42151"/>
                  </a:cubicBezTo>
                  <a:cubicBezTo>
                    <a:pt x="20581" y="41851"/>
                    <a:pt x="19814" y="41651"/>
                    <a:pt x="19014" y="41618"/>
                  </a:cubicBezTo>
                  <a:cubicBezTo>
                    <a:pt x="18902" y="41608"/>
                    <a:pt x="18789" y="41603"/>
                    <a:pt x="18676" y="41603"/>
                  </a:cubicBezTo>
                  <a:cubicBezTo>
                    <a:pt x="18014" y="41603"/>
                    <a:pt x="17334" y="41766"/>
                    <a:pt x="16679" y="42051"/>
                  </a:cubicBezTo>
                  <a:cubicBezTo>
                    <a:pt x="15945" y="42452"/>
                    <a:pt x="15311" y="42952"/>
                    <a:pt x="14777" y="43519"/>
                  </a:cubicBezTo>
                  <a:cubicBezTo>
                    <a:pt x="14244" y="44119"/>
                    <a:pt x="13777" y="44720"/>
                    <a:pt x="13276" y="45320"/>
                  </a:cubicBezTo>
                  <a:cubicBezTo>
                    <a:pt x="12776" y="45954"/>
                    <a:pt x="12276" y="46521"/>
                    <a:pt x="11675" y="46988"/>
                  </a:cubicBezTo>
                  <a:cubicBezTo>
                    <a:pt x="11108" y="47455"/>
                    <a:pt x="10441" y="47789"/>
                    <a:pt x="9674" y="47855"/>
                  </a:cubicBezTo>
                  <a:cubicBezTo>
                    <a:pt x="9507" y="47889"/>
                    <a:pt x="9340" y="47889"/>
                    <a:pt x="9140" y="47889"/>
                  </a:cubicBezTo>
                  <a:cubicBezTo>
                    <a:pt x="8940" y="47889"/>
                    <a:pt x="8773" y="47889"/>
                    <a:pt x="8573" y="47855"/>
                  </a:cubicBezTo>
                  <a:cubicBezTo>
                    <a:pt x="8173" y="47822"/>
                    <a:pt x="7772" y="47722"/>
                    <a:pt x="7339" y="47722"/>
                  </a:cubicBezTo>
                  <a:cubicBezTo>
                    <a:pt x="7243" y="47718"/>
                    <a:pt x="7146" y="47716"/>
                    <a:pt x="7048" y="47716"/>
                  </a:cubicBezTo>
                  <a:cubicBezTo>
                    <a:pt x="6364" y="47716"/>
                    <a:pt x="5637" y="47818"/>
                    <a:pt x="4937" y="48022"/>
                  </a:cubicBezTo>
                  <a:cubicBezTo>
                    <a:pt x="3336" y="48489"/>
                    <a:pt x="1968" y="49557"/>
                    <a:pt x="1134" y="50991"/>
                  </a:cubicBezTo>
                  <a:cubicBezTo>
                    <a:pt x="300" y="52392"/>
                    <a:pt x="0" y="54127"/>
                    <a:pt x="334" y="55728"/>
                  </a:cubicBezTo>
                  <a:cubicBezTo>
                    <a:pt x="667" y="57362"/>
                    <a:pt x="1635" y="58830"/>
                    <a:pt x="2936" y="59831"/>
                  </a:cubicBezTo>
                  <a:cubicBezTo>
                    <a:pt x="4236" y="60831"/>
                    <a:pt x="5671" y="61532"/>
                    <a:pt x="7139" y="62132"/>
                  </a:cubicBezTo>
                  <a:cubicBezTo>
                    <a:pt x="8606" y="62699"/>
                    <a:pt x="10141" y="63133"/>
                    <a:pt x="11642" y="63533"/>
                  </a:cubicBezTo>
                  <a:cubicBezTo>
                    <a:pt x="14644" y="64367"/>
                    <a:pt x="17646" y="65134"/>
                    <a:pt x="20315" y="66469"/>
                  </a:cubicBezTo>
                  <a:cubicBezTo>
                    <a:pt x="20682" y="66569"/>
                    <a:pt x="21015" y="66736"/>
                    <a:pt x="21349" y="66902"/>
                  </a:cubicBezTo>
                  <a:lnTo>
                    <a:pt x="21849" y="67169"/>
                  </a:lnTo>
                  <a:lnTo>
                    <a:pt x="22416" y="67369"/>
                  </a:lnTo>
                  <a:cubicBezTo>
                    <a:pt x="23117" y="67636"/>
                    <a:pt x="23817" y="67903"/>
                    <a:pt x="24518" y="68070"/>
                  </a:cubicBezTo>
                  <a:cubicBezTo>
                    <a:pt x="24918" y="68203"/>
                    <a:pt x="25251" y="68303"/>
                    <a:pt x="25618" y="68370"/>
                  </a:cubicBezTo>
                  <a:cubicBezTo>
                    <a:pt x="25985" y="68403"/>
                    <a:pt x="26319" y="68504"/>
                    <a:pt x="26686" y="68537"/>
                  </a:cubicBezTo>
                  <a:cubicBezTo>
                    <a:pt x="27420" y="68670"/>
                    <a:pt x="28154" y="68670"/>
                    <a:pt x="28854" y="68737"/>
                  </a:cubicBezTo>
                  <a:cubicBezTo>
                    <a:pt x="29099" y="68759"/>
                    <a:pt x="29340" y="68767"/>
                    <a:pt x="29578" y="68767"/>
                  </a:cubicBezTo>
                  <a:cubicBezTo>
                    <a:pt x="30055" y="68767"/>
                    <a:pt x="30522" y="68737"/>
                    <a:pt x="30989" y="68737"/>
                  </a:cubicBezTo>
                  <a:cubicBezTo>
                    <a:pt x="31689" y="68704"/>
                    <a:pt x="32390" y="68670"/>
                    <a:pt x="33090" y="68570"/>
                  </a:cubicBezTo>
                  <a:cubicBezTo>
                    <a:pt x="34458" y="68370"/>
                    <a:pt x="35792" y="68170"/>
                    <a:pt x="37127" y="68137"/>
                  </a:cubicBezTo>
                  <a:cubicBezTo>
                    <a:pt x="37422" y="68114"/>
                    <a:pt x="37715" y="68104"/>
                    <a:pt x="38007" y="68104"/>
                  </a:cubicBezTo>
                  <a:cubicBezTo>
                    <a:pt x="39032" y="68104"/>
                    <a:pt x="40028" y="68236"/>
                    <a:pt x="40963" y="68470"/>
                  </a:cubicBezTo>
                  <a:cubicBezTo>
                    <a:pt x="42197" y="68737"/>
                    <a:pt x="43331" y="69204"/>
                    <a:pt x="44465" y="69671"/>
                  </a:cubicBezTo>
                  <a:cubicBezTo>
                    <a:pt x="45599" y="70171"/>
                    <a:pt x="46667" y="70638"/>
                    <a:pt x="47768" y="71005"/>
                  </a:cubicBezTo>
                  <a:cubicBezTo>
                    <a:pt x="48301" y="71172"/>
                    <a:pt x="48802" y="71372"/>
                    <a:pt x="49335" y="71539"/>
                  </a:cubicBezTo>
                  <a:cubicBezTo>
                    <a:pt x="49836" y="71706"/>
                    <a:pt x="50369" y="71839"/>
                    <a:pt x="50936" y="71906"/>
                  </a:cubicBezTo>
                  <a:cubicBezTo>
                    <a:pt x="53038" y="72306"/>
                    <a:pt x="55039" y="72206"/>
                    <a:pt x="56841" y="72240"/>
                  </a:cubicBezTo>
                  <a:cubicBezTo>
                    <a:pt x="58642" y="72306"/>
                    <a:pt x="60276" y="72373"/>
                    <a:pt x="61544" y="72973"/>
                  </a:cubicBezTo>
                  <a:cubicBezTo>
                    <a:pt x="62812" y="73507"/>
                    <a:pt x="63612" y="74508"/>
                    <a:pt x="63979" y="75375"/>
                  </a:cubicBezTo>
                  <a:cubicBezTo>
                    <a:pt x="64379" y="76242"/>
                    <a:pt x="64513" y="77010"/>
                    <a:pt x="64613" y="77510"/>
                  </a:cubicBezTo>
                  <a:cubicBezTo>
                    <a:pt x="64646" y="77744"/>
                    <a:pt x="64680" y="77977"/>
                    <a:pt x="64680" y="78077"/>
                  </a:cubicBezTo>
                  <a:lnTo>
                    <a:pt x="64680" y="78311"/>
                  </a:lnTo>
                  <a:cubicBezTo>
                    <a:pt x="64713" y="78577"/>
                    <a:pt x="64780" y="78844"/>
                    <a:pt x="64780" y="79044"/>
                  </a:cubicBezTo>
                  <a:cubicBezTo>
                    <a:pt x="64780" y="79245"/>
                    <a:pt x="64813" y="79411"/>
                    <a:pt x="64813" y="79578"/>
                  </a:cubicBezTo>
                  <a:cubicBezTo>
                    <a:pt x="64813" y="79878"/>
                    <a:pt x="64846" y="80045"/>
                    <a:pt x="64880" y="80045"/>
                  </a:cubicBezTo>
                  <a:cubicBezTo>
                    <a:pt x="64946" y="80045"/>
                    <a:pt x="64980" y="79912"/>
                    <a:pt x="64980" y="79645"/>
                  </a:cubicBezTo>
                  <a:lnTo>
                    <a:pt x="64980" y="79078"/>
                  </a:lnTo>
                  <a:cubicBezTo>
                    <a:pt x="64980" y="78878"/>
                    <a:pt x="64980" y="78577"/>
                    <a:pt x="64946" y="78311"/>
                  </a:cubicBezTo>
                  <a:lnTo>
                    <a:pt x="64946" y="78077"/>
                  </a:lnTo>
                  <a:cubicBezTo>
                    <a:pt x="64946" y="77977"/>
                    <a:pt x="64880" y="77777"/>
                    <a:pt x="64846" y="77510"/>
                  </a:cubicBezTo>
                  <a:cubicBezTo>
                    <a:pt x="64780" y="77010"/>
                    <a:pt x="64646" y="76209"/>
                    <a:pt x="64213" y="75308"/>
                  </a:cubicBezTo>
                  <a:cubicBezTo>
                    <a:pt x="63812" y="74374"/>
                    <a:pt x="62978" y="73307"/>
                    <a:pt x="61644" y="72707"/>
                  </a:cubicBezTo>
                  <a:cubicBezTo>
                    <a:pt x="60310" y="72139"/>
                    <a:pt x="58642" y="72006"/>
                    <a:pt x="56841" y="71973"/>
                  </a:cubicBezTo>
                  <a:cubicBezTo>
                    <a:pt x="55039" y="71906"/>
                    <a:pt x="53038" y="72006"/>
                    <a:pt x="50970" y="71639"/>
                  </a:cubicBezTo>
                  <a:cubicBezTo>
                    <a:pt x="50469" y="71539"/>
                    <a:pt x="49936" y="71406"/>
                    <a:pt x="49435" y="71239"/>
                  </a:cubicBezTo>
                  <a:cubicBezTo>
                    <a:pt x="48868" y="71072"/>
                    <a:pt x="48368" y="70905"/>
                    <a:pt x="47834" y="70705"/>
                  </a:cubicBezTo>
                  <a:cubicBezTo>
                    <a:pt x="46800" y="70305"/>
                    <a:pt x="45699" y="69838"/>
                    <a:pt x="44599" y="69371"/>
                  </a:cubicBezTo>
                  <a:cubicBezTo>
                    <a:pt x="43464" y="68904"/>
                    <a:pt x="42297" y="68403"/>
                    <a:pt x="41029" y="68137"/>
                  </a:cubicBezTo>
                  <a:cubicBezTo>
                    <a:pt x="40033" y="67867"/>
                    <a:pt x="38971" y="67750"/>
                    <a:pt x="37897" y="67750"/>
                  </a:cubicBezTo>
                  <a:cubicBezTo>
                    <a:pt x="37641" y="67750"/>
                    <a:pt x="37384" y="67757"/>
                    <a:pt x="37127" y="67770"/>
                  </a:cubicBezTo>
                  <a:cubicBezTo>
                    <a:pt x="35759" y="67803"/>
                    <a:pt x="34425" y="68003"/>
                    <a:pt x="33024" y="68170"/>
                  </a:cubicBezTo>
                  <a:cubicBezTo>
                    <a:pt x="32323" y="68270"/>
                    <a:pt x="31656" y="68303"/>
                    <a:pt x="30956" y="68337"/>
                  </a:cubicBezTo>
                  <a:cubicBezTo>
                    <a:pt x="30489" y="68337"/>
                    <a:pt x="30007" y="68352"/>
                    <a:pt x="29530" y="68352"/>
                  </a:cubicBezTo>
                  <a:cubicBezTo>
                    <a:pt x="29291" y="68352"/>
                    <a:pt x="29054" y="68348"/>
                    <a:pt x="28821" y="68337"/>
                  </a:cubicBezTo>
                  <a:cubicBezTo>
                    <a:pt x="25985" y="68203"/>
                    <a:pt x="23117" y="67436"/>
                    <a:pt x="20448" y="66102"/>
                  </a:cubicBezTo>
                  <a:cubicBezTo>
                    <a:pt x="17746" y="64701"/>
                    <a:pt x="14677" y="63967"/>
                    <a:pt x="11675" y="63133"/>
                  </a:cubicBezTo>
                  <a:cubicBezTo>
                    <a:pt x="10174" y="62699"/>
                    <a:pt x="8673" y="62299"/>
                    <a:pt x="7239" y="61699"/>
                  </a:cubicBezTo>
                  <a:cubicBezTo>
                    <a:pt x="5771" y="61132"/>
                    <a:pt x="4337" y="60464"/>
                    <a:pt x="3136" y="59464"/>
                  </a:cubicBezTo>
                  <a:cubicBezTo>
                    <a:pt x="1935" y="58496"/>
                    <a:pt x="1001" y="57129"/>
                    <a:pt x="734" y="55628"/>
                  </a:cubicBezTo>
                  <a:cubicBezTo>
                    <a:pt x="400" y="54127"/>
                    <a:pt x="667" y="52492"/>
                    <a:pt x="1468" y="51158"/>
                  </a:cubicBezTo>
                  <a:cubicBezTo>
                    <a:pt x="2235" y="49824"/>
                    <a:pt x="3569" y="48823"/>
                    <a:pt x="5004" y="48423"/>
                  </a:cubicBezTo>
                  <a:cubicBezTo>
                    <a:pt x="5649" y="48226"/>
                    <a:pt x="6319" y="48148"/>
                    <a:pt x="6952" y="48148"/>
                  </a:cubicBezTo>
                  <a:cubicBezTo>
                    <a:pt x="7071" y="48148"/>
                    <a:pt x="7189" y="48150"/>
                    <a:pt x="7305" y="48156"/>
                  </a:cubicBezTo>
                  <a:cubicBezTo>
                    <a:pt x="7739" y="48156"/>
                    <a:pt x="8073" y="48256"/>
                    <a:pt x="8473" y="48289"/>
                  </a:cubicBezTo>
                  <a:cubicBezTo>
                    <a:pt x="8673" y="48322"/>
                    <a:pt x="8906" y="48322"/>
                    <a:pt x="9107" y="48322"/>
                  </a:cubicBezTo>
                  <a:cubicBezTo>
                    <a:pt x="9307" y="48322"/>
                    <a:pt x="9507" y="48322"/>
                    <a:pt x="9740" y="48289"/>
                  </a:cubicBezTo>
                  <a:cubicBezTo>
                    <a:pt x="10574" y="48156"/>
                    <a:pt x="11342" y="47789"/>
                    <a:pt x="11975" y="47288"/>
                  </a:cubicBezTo>
                  <a:cubicBezTo>
                    <a:pt x="12609" y="46788"/>
                    <a:pt x="13143" y="46188"/>
                    <a:pt x="13643" y="45587"/>
                  </a:cubicBezTo>
                  <a:cubicBezTo>
                    <a:pt x="14611" y="44353"/>
                    <a:pt x="15578" y="43085"/>
                    <a:pt x="16912" y="42452"/>
                  </a:cubicBezTo>
                  <a:cubicBezTo>
                    <a:pt x="17467" y="42202"/>
                    <a:pt x="18044" y="42068"/>
                    <a:pt x="18644" y="42068"/>
                  </a:cubicBezTo>
                  <a:cubicBezTo>
                    <a:pt x="18767" y="42068"/>
                    <a:pt x="18890" y="42073"/>
                    <a:pt x="19014" y="42085"/>
                  </a:cubicBezTo>
                  <a:cubicBezTo>
                    <a:pt x="19748" y="42118"/>
                    <a:pt x="20481" y="42318"/>
                    <a:pt x="21149" y="42585"/>
                  </a:cubicBezTo>
                  <a:cubicBezTo>
                    <a:pt x="21816" y="42852"/>
                    <a:pt x="22416" y="43286"/>
                    <a:pt x="23017" y="43753"/>
                  </a:cubicBezTo>
                  <a:cubicBezTo>
                    <a:pt x="23650" y="44186"/>
                    <a:pt x="24284" y="44653"/>
                    <a:pt x="25118" y="44787"/>
                  </a:cubicBezTo>
                  <a:cubicBezTo>
                    <a:pt x="25225" y="44804"/>
                    <a:pt x="25335" y="44813"/>
                    <a:pt x="25445" y="44813"/>
                  </a:cubicBezTo>
                  <a:cubicBezTo>
                    <a:pt x="25746" y="44813"/>
                    <a:pt x="26050" y="44751"/>
                    <a:pt x="26319" y="44653"/>
                  </a:cubicBezTo>
                  <a:cubicBezTo>
                    <a:pt x="26519" y="44553"/>
                    <a:pt x="26686" y="44486"/>
                    <a:pt x="26853" y="44420"/>
                  </a:cubicBezTo>
                  <a:cubicBezTo>
                    <a:pt x="27019" y="44320"/>
                    <a:pt x="27186" y="44186"/>
                    <a:pt x="27353" y="44119"/>
                  </a:cubicBezTo>
                  <a:cubicBezTo>
                    <a:pt x="27520" y="44019"/>
                    <a:pt x="27653" y="43919"/>
                    <a:pt x="27820" y="43786"/>
                  </a:cubicBezTo>
                  <a:cubicBezTo>
                    <a:pt x="27953" y="43686"/>
                    <a:pt x="28120" y="43586"/>
                    <a:pt x="28254" y="43419"/>
                  </a:cubicBezTo>
                  <a:cubicBezTo>
                    <a:pt x="28354" y="43286"/>
                    <a:pt x="28487" y="43119"/>
                    <a:pt x="28587" y="42952"/>
                  </a:cubicBezTo>
                  <a:cubicBezTo>
                    <a:pt x="28687" y="42785"/>
                    <a:pt x="28787" y="42618"/>
                    <a:pt x="28854" y="42452"/>
                  </a:cubicBezTo>
                  <a:cubicBezTo>
                    <a:pt x="29521" y="41084"/>
                    <a:pt x="29688" y="39650"/>
                    <a:pt x="30088" y="38315"/>
                  </a:cubicBezTo>
                  <a:cubicBezTo>
                    <a:pt x="30288" y="37648"/>
                    <a:pt x="30489" y="37014"/>
                    <a:pt x="30789" y="36414"/>
                  </a:cubicBezTo>
                  <a:lnTo>
                    <a:pt x="31022" y="35947"/>
                  </a:lnTo>
                  <a:lnTo>
                    <a:pt x="31356" y="35513"/>
                  </a:lnTo>
                  <a:cubicBezTo>
                    <a:pt x="31589" y="35280"/>
                    <a:pt x="31789" y="34980"/>
                    <a:pt x="32023" y="34746"/>
                  </a:cubicBezTo>
                  <a:cubicBezTo>
                    <a:pt x="32957" y="33679"/>
                    <a:pt x="34158" y="32811"/>
                    <a:pt x="35592" y="32578"/>
                  </a:cubicBezTo>
                  <a:cubicBezTo>
                    <a:pt x="35792" y="32578"/>
                    <a:pt x="35959" y="32511"/>
                    <a:pt x="36126" y="32478"/>
                  </a:cubicBezTo>
                  <a:lnTo>
                    <a:pt x="36660" y="32444"/>
                  </a:lnTo>
                  <a:lnTo>
                    <a:pt x="36926" y="32444"/>
                  </a:lnTo>
                  <a:lnTo>
                    <a:pt x="37160" y="32478"/>
                  </a:lnTo>
                  <a:lnTo>
                    <a:pt x="37727" y="32511"/>
                  </a:lnTo>
                  <a:cubicBezTo>
                    <a:pt x="38461" y="32611"/>
                    <a:pt x="39161" y="32778"/>
                    <a:pt x="39895" y="33011"/>
                  </a:cubicBezTo>
                  <a:cubicBezTo>
                    <a:pt x="41330" y="33478"/>
                    <a:pt x="42764" y="34079"/>
                    <a:pt x="44198" y="34513"/>
                  </a:cubicBezTo>
                  <a:cubicBezTo>
                    <a:pt x="44966" y="34746"/>
                    <a:pt x="45733" y="34980"/>
                    <a:pt x="46500" y="35113"/>
                  </a:cubicBezTo>
                  <a:cubicBezTo>
                    <a:pt x="46878" y="35176"/>
                    <a:pt x="47263" y="35209"/>
                    <a:pt x="47649" y="35209"/>
                  </a:cubicBezTo>
                  <a:cubicBezTo>
                    <a:pt x="48081" y="35209"/>
                    <a:pt x="48512" y="35168"/>
                    <a:pt x="48935" y="35080"/>
                  </a:cubicBezTo>
                  <a:cubicBezTo>
                    <a:pt x="49702" y="34913"/>
                    <a:pt x="50469" y="34479"/>
                    <a:pt x="51103" y="33945"/>
                  </a:cubicBezTo>
                  <a:cubicBezTo>
                    <a:pt x="51670" y="33412"/>
                    <a:pt x="52171" y="32778"/>
                    <a:pt x="52604" y="32077"/>
                  </a:cubicBezTo>
                  <a:cubicBezTo>
                    <a:pt x="53438" y="30676"/>
                    <a:pt x="54005" y="29175"/>
                    <a:pt x="54672" y="27774"/>
                  </a:cubicBezTo>
                  <a:cubicBezTo>
                    <a:pt x="55006" y="27007"/>
                    <a:pt x="55406" y="26340"/>
                    <a:pt x="55773" y="25640"/>
                  </a:cubicBezTo>
                  <a:cubicBezTo>
                    <a:pt x="56174" y="24972"/>
                    <a:pt x="56641" y="24305"/>
                    <a:pt x="57141" y="23705"/>
                  </a:cubicBezTo>
                  <a:cubicBezTo>
                    <a:pt x="58142" y="22571"/>
                    <a:pt x="59443" y="21603"/>
                    <a:pt x="60810" y="20836"/>
                  </a:cubicBezTo>
                  <a:cubicBezTo>
                    <a:pt x="62245" y="20036"/>
                    <a:pt x="63679" y="19435"/>
                    <a:pt x="65113" y="18701"/>
                  </a:cubicBezTo>
                  <a:cubicBezTo>
                    <a:pt x="66581" y="18001"/>
                    <a:pt x="67949" y="17234"/>
                    <a:pt x="69250" y="16266"/>
                  </a:cubicBezTo>
                  <a:cubicBezTo>
                    <a:pt x="70517" y="15299"/>
                    <a:pt x="71618" y="14198"/>
                    <a:pt x="72819" y="13231"/>
                  </a:cubicBezTo>
                  <a:cubicBezTo>
                    <a:pt x="73986" y="12197"/>
                    <a:pt x="75254" y="11296"/>
                    <a:pt x="76588" y="10595"/>
                  </a:cubicBezTo>
                  <a:cubicBezTo>
                    <a:pt x="77255" y="10229"/>
                    <a:pt x="77956" y="9928"/>
                    <a:pt x="78656" y="9661"/>
                  </a:cubicBezTo>
                  <a:cubicBezTo>
                    <a:pt x="79357" y="9461"/>
                    <a:pt x="80091" y="9295"/>
                    <a:pt x="80824" y="9194"/>
                  </a:cubicBezTo>
                  <a:cubicBezTo>
                    <a:pt x="81191" y="9161"/>
                    <a:pt x="81592" y="9128"/>
                    <a:pt x="81959" y="9128"/>
                  </a:cubicBezTo>
                  <a:cubicBezTo>
                    <a:pt x="82326" y="9094"/>
                    <a:pt x="82692" y="9094"/>
                    <a:pt x="83093" y="9061"/>
                  </a:cubicBezTo>
                  <a:cubicBezTo>
                    <a:pt x="83827" y="8994"/>
                    <a:pt x="84527" y="8928"/>
                    <a:pt x="85294" y="8828"/>
                  </a:cubicBezTo>
                  <a:cubicBezTo>
                    <a:pt x="86762" y="8627"/>
                    <a:pt x="88196" y="8294"/>
                    <a:pt x="89531" y="7727"/>
                  </a:cubicBezTo>
                  <a:cubicBezTo>
                    <a:pt x="92199" y="6459"/>
                    <a:pt x="94267" y="4524"/>
                    <a:pt x="96536" y="3190"/>
                  </a:cubicBezTo>
                  <a:cubicBezTo>
                    <a:pt x="97670" y="2490"/>
                    <a:pt x="98837" y="1923"/>
                    <a:pt x="100005" y="1456"/>
                  </a:cubicBezTo>
                  <a:cubicBezTo>
                    <a:pt x="101172" y="989"/>
                    <a:pt x="102340" y="655"/>
                    <a:pt x="103541" y="555"/>
                  </a:cubicBezTo>
                  <a:cubicBezTo>
                    <a:pt x="104092" y="492"/>
                    <a:pt x="104643" y="459"/>
                    <a:pt x="105191" y="459"/>
                  </a:cubicBezTo>
                  <a:cubicBezTo>
                    <a:pt x="105803" y="459"/>
                    <a:pt x="106411" y="500"/>
                    <a:pt x="107010" y="588"/>
                  </a:cubicBezTo>
                  <a:cubicBezTo>
                    <a:pt x="107544" y="622"/>
                    <a:pt x="108111" y="788"/>
                    <a:pt x="108644" y="922"/>
                  </a:cubicBezTo>
                  <a:cubicBezTo>
                    <a:pt x="109178" y="1089"/>
                    <a:pt x="109678" y="1255"/>
                    <a:pt x="110179" y="1422"/>
                  </a:cubicBezTo>
                  <a:cubicBezTo>
                    <a:pt x="112180" y="2156"/>
                    <a:pt x="113848" y="3157"/>
                    <a:pt x="115383" y="4124"/>
                  </a:cubicBezTo>
                  <a:cubicBezTo>
                    <a:pt x="118518" y="5925"/>
                    <a:pt x="121487" y="6493"/>
                    <a:pt x="123455" y="6626"/>
                  </a:cubicBezTo>
                  <a:cubicBezTo>
                    <a:pt x="123855" y="6679"/>
                    <a:pt x="124213" y="6695"/>
                    <a:pt x="124532" y="6695"/>
                  </a:cubicBezTo>
                  <a:cubicBezTo>
                    <a:pt x="125011" y="6695"/>
                    <a:pt x="125403" y="6659"/>
                    <a:pt x="125723" y="6659"/>
                  </a:cubicBezTo>
                  <a:lnTo>
                    <a:pt x="126324" y="6659"/>
                  </a:lnTo>
                  <a:cubicBezTo>
                    <a:pt x="126457" y="6626"/>
                    <a:pt x="126524" y="6626"/>
                    <a:pt x="126524" y="6626"/>
                  </a:cubicBezTo>
                  <a:cubicBezTo>
                    <a:pt x="128354" y="6391"/>
                    <a:pt x="128729" y="6217"/>
                    <a:pt x="127618" y="6217"/>
                  </a:cubicBezTo>
                  <a:cubicBezTo>
                    <a:pt x="127311" y="6217"/>
                    <a:pt x="126891" y="6230"/>
                    <a:pt x="126357" y="6259"/>
                  </a:cubicBezTo>
                  <a:cubicBezTo>
                    <a:pt x="126357" y="6259"/>
                    <a:pt x="126257" y="6292"/>
                    <a:pt x="126157" y="6292"/>
                  </a:cubicBezTo>
                  <a:lnTo>
                    <a:pt x="125556" y="6292"/>
                  </a:lnTo>
                  <a:cubicBezTo>
                    <a:pt x="125271" y="6292"/>
                    <a:pt x="124908" y="6314"/>
                    <a:pt x="124464" y="6314"/>
                  </a:cubicBezTo>
                  <a:cubicBezTo>
                    <a:pt x="124130" y="6314"/>
                    <a:pt x="123750" y="6302"/>
                    <a:pt x="123322" y="6259"/>
                  </a:cubicBezTo>
                  <a:cubicBezTo>
                    <a:pt x="121387" y="6126"/>
                    <a:pt x="118518" y="5525"/>
                    <a:pt x="115383" y="3757"/>
                  </a:cubicBezTo>
                  <a:cubicBezTo>
                    <a:pt x="113848" y="2823"/>
                    <a:pt x="112147" y="1756"/>
                    <a:pt x="110145" y="989"/>
                  </a:cubicBezTo>
                  <a:cubicBezTo>
                    <a:pt x="109645" y="822"/>
                    <a:pt x="109145" y="655"/>
                    <a:pt x="108578" y="488"/>
                  </a:cubicBezTo>
                  <a:cubicBezTo>
                    <a:pt x="108044" y="355"/>
                    <a:pt x="107510" y="188"/>
                    <a:pt x="106910" y="155"/>
                  </a:cubicBezTo>
                  <a:cubicBezTo>
                    <a:pt x="106334" y="50"/>
                    <a:pt x="105722" y="0"/>
                    <a:pt x="105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95" name="Google Shape;2095;p18"/>
            <p:cNvSpPr/>
            <p:nvPr/>
          </p:nvSpPr>
          <p:spPr>
            <a:xfrm>
              <a:off x="4704375" y="4670050"/>
              <a:ext cx="445325" cy="247475"/>
            </a:xfrm>
            <a:custGeom>
              <a:avLst/>
              <a:gdLst/>
              <a:ahLst/>
              <a:cxnLst/>
              <a:rect l="l" t="t" r="r" b="b"/>
              <a:pathLst>
                <a:path w="17813" h="9899" extrusionOk="0">
                  <a:moveTo>
                    <a:pt x="3546" y="0"/>
                  </a:moveTo>
                  <a:cubicBezTo>
                    <a:pt x="2909" y="0"/>
                    <a:pt x="2293" y="245"/>
                    <a:pt x="1868" y="617"/>
                  </a:cubicBezTo>
                  <a:cubicBezTo>
                    <a:pt x="1268" y="1051"/>
                    <a:pt x="967" y="1651"/>
                    <a:pt x="701" y="2151"/>
                  </a:cubicBezTo>
                  <a:cubicBezTo>
                    <a:pt x="467" y="2685"/>
                    <a:pt x="267" y="3152"/>
                    <a:pt x="200" y="3552"/>
                  </a:cubicBezTo>
                  <a:cubicBezTo>
                    <a:pt x="133" y="3986"/>
                    <a:pt x="67" y="4320"/>
                    <a:pt x="33" y="4520"/>
                  </a:cubicBezTo>
                  <a:cubicBezTo>
                    <a:pt x="0" y="4720"/>
                    <a:pt x="0" y="4853"/>
                    <a:pt x="0" y="4853"/>
                  </a:cubicBezTo>
                  <a:cubicBezTo>
                    <a:pt x="0" y="4995"/>
                    <a:pt x="94" y="5071"/>
                    <a:pt x="187" y="5071"/>
                  </a:cubicBezTo>
                  <a:cubicBezTo>
                    <a:pt x="270" y="5071"/>
                    <a:pt x="351" y="5012"/>
                    <a:pt x="367" y="4887"/>
                  </a:cubicBezTo>
                  <a:cubicBezTo>
                    <a:pt x="367" y="4887"/>
                    <a:pt x="367" y="4787"/>
                    <a:pt x="400" y="4553"/>
                  </a:cubicBezTo>
                  <a:cubicBezTo>
                    <a:pt x="467" y="4353"/>
                    <a:pt x="500" y="4019"/>
                    <a:pt x="634" y="3653"/>
                  </a:cubicBezTo>
                  <a:cubicBezTo>
                    <a:pt x="701" y="3286"/>
                    <a:pt x="867" y="2819"/>
                    <a:pt x="1101" y="2352"/>
                  </a:cubicBezTo>
                  <a:cubicBezTo>
                    <a:pt x="1368" y="1885"/>
                    <a:pt x="1701" y="1384"/>
                    <a:pt x="2168" y="1051"/>
                  </a:cubicBezTo>
                  <a:cubicBezTo>
                    <a:pt x="2526" y="795"/>
                    <a:pt x="2962" y="638"/>
                    <a:pt x="3431" y="638"/>
                  </a:cubicBezTo>
                  <a:cubicBezTo>
                    <a:pt x="3574" y="638"/>
                    <a:pt x="3721" y="652"/>
                    <a:pt x="3869" y="684"/>
                  </a:cubicBezTo>
                  <a:cubicBezTo>
                    <a:pt x="4036" y="717"/>
                    <a:pt x="4170" y="784"/>
                    <a:pt x="4336" y="817"/>
                  </a:cubicBezTo>
                  <a:cubicBezTo>
                    <a:pt x="4470" y="817"/>
                    <a:pt x="4470" y="851"/>
                    <a:pt x="4537" y="884"/>
                  </a:cubicBezTo>
                  <a:cubicBezTo>
                    <a:pt x="4570" y="951"/>
                    <a:pt x="4670" y="984"/>
                    <a:pt x="4703" y="1017"/>
                  </a:cubicBezTo>
                  <a:cubicBezTo>
                    <a:pt x="4904" y="1217"/>
                    <a:pt x="5137" y="1518"/>
                    <a:pt x="5270" y="1818"/>
                  </a:cubicBezTo>
                  <a:cubicBezTo>
                    <a:pt x="5504" y="2118"/>
                    <a:pt x="5671" y="2452"/>
                    <a:pt x="5904" y="2785"/>
                  </a:cubicBezTo>
                  <a:cubicBezTo>
                    <a:pt x="6038" y="2885"/>
                    <a:pt x="6171" y="3052"/>
                    <a:pt x="6371" y="3186"/>
                  </a:cubicBezTo>
                  <a:cubicBezTo>
                    <a:pt x="6471" y="3286"/>
                    <a:pt x="6538" y="3286"/>
                    <a:pt x="6671" y="3352"/>
                  </a:cubicBezTo>
                  <a:cubicBezTo>
                    <a:pt x="6838" y="3386"/>
                    <a:pt x="6872" y="3386"/>
                    <a:pt x="7005" y="3452"/>
                  </a:cubicBezTo>
                  <a:lnTo>
                    <a:pt x="7305" y="3486"/>
                  </a:lnTo>
                  <a:lnTo>
                    <a:pt x="7572" y="3486"/>
                  </a:lnTo>
                  <a:cubicBezTo>
                    <a:pt x="7772" y="3486"/>
                    <a:pt x="7939" y="3452"/>
                    <a:pt x="8173" y="3386"/>
                  </a:cubicBezTo>
                  <a:cubicBezTo>
                    <a:pt x="8339" y="3352"/>
                    <a:pt x="8506" y="3286"/>
                    <a:pt x="8673" y="3186"/>
                  </a:cubicBezTo>
                  <a:cubicBezTo>
                    <a:pt x="8840" y="3152"/>
                    <a:pt x="9006" y="3052"/>
                    <a:pt x="9107" y="2985"/>
                  </a:cubicBezTo>
                  <a:cubicBezTo>
                    <a:pt x="9407" y="2852"/>
                    <a:pt x="9674" y="2719"/>
                    <a:pt x="9940" y="2652"/>
                  </a:cubicBezTo>
                  <a:lnTo>
                    <a:pt x="10174" y="2618"/>
                  </a:lnTo>
                  <a:cubicBezTo>
                    <a:pt x="10241" y="2552"/>
                    <a:pt x="10341" y="2552"/>
                    <a:pt x="10407" y="2552"/>
                  </a:cubicBezTo>
                  <a:lnTo>
                    <a:pt x="10874" y="2552"/>
                  </a:lnTo>
                  <a:cubicBezTo>
                    <a:pt x="11041" y="2552"/>
                    <a:pt x="11175" y="2618"/>
                    <a:pt x="11341" y="2618"/>
                  </a:cubicBezTo>
                  <a:cubicBezTo>
                    <a:pt x="11475" y="2652"/>
                    <a:pt x="11642" y="2685"/>
                    <a:pt x="11742" y="2785"/>
                  </a:cubicBezTo>
                  <a:cubicBezTo>
                    <a:pt x="12042" y="2885"/>
                    <a:pt x="12309" y="3119"/>
                    <a:pt x="12509" y="3352"/>
                  </a:cubicBezTo>
                  <a:cubicBezTo>
                    <a:pt x="12909" y="3853"/>
                    <a:pt x="13209" y="4520"/>
                    <a:pt x="13476" y="5154"/>
                  </a:cubicBezTo>
                  <a:cubicBezTo>
                    <a:pt x="13710" y="5787"/>
                    <a:pt x="13910" y="6455"/>
                    <a:pt x="14143" y="7055"/>
                  </a:cubicBezTo>
                  <a:cubicBezTo>
                    <a:pt x="14344" y="7689"/>
                    <a:pt x="14544" y="8289"/>
                    <a:pt x="14877" y="8790"/>
                  </a:cubicBezTo>
                  <a:cubicBezTo>
                    <a:pt x="15211" y="9223"/>
                    <a:pt x="15645" y="9657"/>
                    <a:pt x="16078" y="9790"/>
                  </a:cubicBezTo>
                  <a:cubicBezTo>
                    <a:pt x="16312" y="9874"/>
                    <a:pt x="16512" y="9899"/>
                    <a:pt x="16687" y="9899"/>
                  </a:cubicBezTo>
                  <a:cubicBezTo>
                    <a:pt x="16862" y="9899"/>
                    <a:pt x="17012" y="9874"/>
                    <a:pt x="17146" y="9857"/>
                  </a:cubicBezTo>
                  <a:cubicBezTo>
                    <a:pt x="17379" y="9824"/>
                    <a:pt x="17513" y="9790"/>
                    <a:pt x="17513" y="9790"/>
                  </a:cubicBezTo>
                  <a:cubicBezTo>
                    <a:pt x="17813" y="9657"/>
                    <a:pt x="17679" y="9357"/>
                    <a:pt x="17446" y="9290"/>
                  </a:cubicBezTo>
                  <a:cubicBezTo>
                    <a:pt x="17446" y="9273"/>
                    <a:pt x="17440" y="9267"/>
                    <a:pt x="17427" y="9267"/>
                  </a:cubicBezTo>
                  <a:cubicBezTo>
                    <a:pt x="17387" y="9267"/>
                    <a:pt x="17287" y="9323"/>
                    <a:pt x="17112" y="9323"/>
                  </a:cubicBezTo>
                  <a:cubicBezTo>
                    <a:pt x="17046" y="9334"/>
                    <a:pt x="16968" y="9342"/>
                    <a:pt x="16881" y="9342"/>
                  </a:cubicBezTo>
                  <a:cubicBezTo>
                    <a:pt x="16708" y="9342"/>
                    <a:pt x="16501" y="9312"/>
                    <a:pt x="16278" y="9223"/>
                  </a:cubicBezTo>
                  <a:cubicBezTo>
                    <a:pt x="15945" y="9123"/>
                    <a:pt x="15645" y="8823"/>
                    <a:pt x="15378" y="8356"/>
                  </a:cubicBezTo>
                  <a:cubicBezTo>
                    <a:pt x="15077" y="7889"/>
                    <a:pt x="14911" y="7355"/>
                    <a:pt x="14711" y="6721"/>
                  </a:cubicBezTo>
                  <a:cubicBezTo>
                    <a:pt x="14544" y="6154"/>
                    <a:pt x="14377" y="5454"/>
                    <a:pt x="14110" y="4787"/>
                  </a:cubicBezTo>
                  <a:cubicBezTo>
                    <a:pt x="13877" y="4120"/>
                    <a:pt x="13576" y="3386"/>
                    <a:pt x="13076" y="2785"/>
                  </a:cubicBezTo>
                  <a:cubicBezTo>
                    <a:pt x="12576" y="2151"/>
                    <a:pt x="11742" y="1718"/>
                    <a:pt x="10941" y="1718"/>
                  </a:cubicBezTo>
                  <a:cubicBezTo>
                    <a:pt x="10841" y="1701"/>
                    <a:pt x="10741" y="1693"/>
                    <a:pt x="10645" y="1693"/>
                  </a:cubicBezTo>
                  <a:cubicBezTo>
                    <a:pt x="10549" y="1693"/>
                    <a:pt x="10458" y="1701"/>
                    <a:pt x="10374" y="1718"/>
                  </a:cubicBezTo>
                  <a:cubicBezTo>
                    <a:pt x="10241" y="1785"/>
                    <a:pt x="10174" y="1785"/>
                    <a:pt x="10074" y="1785"/>
                  </a:cubicBezTo>
                  <a:lnTo>
                    <a:pt x="9807" y="1851"/>
                  </a:lnTo>
                  <a:cubicBezTo>
                    <a:pt x="9440" y="1985"/>
                    <a:pt x="9107" y="2151"/>
                    <a:pt x="8840" y="2285"/>
                  </a:cubicBezTo>
                  <a:cubicBezTo>
                    <a:pt x="8394" y="2547"/>
                    <a:pt x="7969" y="2727"/>
                    <a:pt x="7531" y="2727"/>
                  </a:cubicBezTo>
                  <a:cubicBezTo>
                    <a:pt x="7413" y="2727"/>
                    <a:pt x="7293" y="2714"/>
                    <a:pt x="7172" y="2685"/>
                  </a:cubicBezTo>
                  <a:cubicBezTo>
                    <a:pt x="6671" y="2685"/>
                    <a:pt x="6271" y="2051"/>
                    <a:pt x="5904" y="1451"/>
                  </a:cubicBezTo>
                  <a:cubicBezTo>
                    <a:pt x="5704" y="1151"/>
                    <a:pt x="5504" y="817"/>
                    <a:pt x="5170" y="517"/>
                  </a:cubicBezTo>
                  <a:cubicBezTo>
                    <a:pt x="5104" y="450"/>
                    <a:pt x="5004" y="350"/>
                    <a:pt x="4904" y="317"/>
                  </a:cubicBezTo>
                  <a:cubicBezTo>
                    <a:pt x="4837" y="283"/>
                    <a:pt x="4703" y="183"/>
                    <a:pt x="4603" y="183"/>
                  </a:cubicBezTo>
                  <a:cubicBezTo>
                    <a:pt x="4403" y="150"/>
                    <a:pt x="4236" y="117"/>
                    <a:pt x="4036" y="50"/>
                  </a:cubicBezTo>
                  <a:cubicBezTo>
                    <a:pt x="3873" y="16"/>
                    <a:pt x="3709" y="0"/>
                    <a:pt x="35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96" name="Google Shape;2096;p18"/>
            <p:cNvSpPr/>
            <p:nvPr/>
          </p:nvSpPr>
          <p:spPr>
            <a:xfrm>
              <a:off x="5421850" y="4209600"/>
              <a:ext cx="394975" cy="193250"/>
            </a:xfrm>
            <a:custGeom>
              <a:avLst/>
              <a:gdLst/>
              <a:ahLst/>
              <a:cxnLst/>
              <a:rect l="l" t="t" r="r" b="b"/>
              <a:pathLst>
                <a:path w="15799" h="7730" extrusionOk="0">
                  <a:moveTo>
                    <a:pt x="2764" y="0"/>
                  </a:moveTo>
                  <a:cubicBezTo>
                    <a:pt x="2541" y="0"/>
                    <a:pt x="2325" y="26"/>
                    <a:pt x="2123" y="88"/>
                  </a:cubicBezTo>
                  <a:cubicBezTo>
                    <a:pt x="1656" y="222"/>
                    <a:pt x="1222" y="455"/>
                    <a:pt x="989" y="755"/>
                  </a:cubicBezTo>
                  <a:cubicBezTo>
                    <a:pt x="722" y="1055"/>
                    <a:pt x="555" y="1389"/>
                    <a:pt x="455" y="1623"/>
                  </a:cubicBezTo>
                  <a:cubicBezTo>
                    <a:pt x="322" y="1923"/>
                    <a:pt x="222" y="2123"/>
                    <a:pt x="188" y="2323"/>
                  </a:cubicBezTo>
                  <a:cubicBezTo>
                    <a:pt x="55" y="2757"/>
                    <a:pt x="22" y="2957"/>
                    <a:pt x="22" y="2957"/>
                  </a:cubicBezTo>
                  <a:cubicBezTo>
                    <a:pt x="1" y="3081"/>
                    <a:pt x="133" y="3166"/>
                    <a:pt x="245" y="3166"/>
                  </a:cubicBezTo>
                  <a:cubicBezTo>
                    <a:pt x="314" y="3166"/>
                    <a:pt x="376" y="3133"/>
                    <a:pt x="388" y="3057"/>
                  </a:cubicBezTo>
                  <a:cubicBezTo>
                    <a:pt x="388" y="3057"/>
                    <a:pt x="455" y="2823"/>
                    <a:pt x="555" y="2456"/>
                  </a:cubicBezTo>
                  <a:cubicBezTo>
                    <a:pt x="722" y="2090"/>
                    <a:pt x="889" y="1556"/>
                    <a:pt x="1356" y="1089"/>
                  </a:cubicBezTo>
                  <a:cubicBezTo>
                    <a:pt x="1556" y="822"/>
                    <a:pt x="1856" y="655"/>
                    <a:pt x="2223" y="588"/>
                  </a:cubicBezTo>
                  <a:cubicBezTo>
                    <a:pt x="2409" y="542"/>
                    <a:pt x="2595" y="517"/>
                    <a:pt x="2784" y="517"/>
                  </a:cubicBezTo>
                  <a:cubicBezTo>
                    <a:pt x="3002" y="517"/>
                    <a:pt x="3225" y="550"/>
                    <a:pt x="3457" y="622"/>
                  </a:cubicBezTo>
                  <a:lnTo>
                    <a:pt x="3624" y="689"/>
                  </a:lnTo>
                  <a:cubicBezTo>
                    <a:pt x="3624" y="689"/>
                    <a:pt x="3657" y="689"/>
                    <a:pt x="3691" y="722"/>
                  </a:cubicBezTo>
                  <a:cubicBezTo>
                    <a:pt x="3791" y="789"/>
                    <a:pt x="3858" y="855"/>
                    <a:pt x="3958" y="922"/>
                  </a:cubicBezTo>
                  <a:cubicBezTo>
                    <a:pt x="4124" y="1055"/>
                    <a:pt x="4291" y="1256"/>
                    <a:pt x="4458" y="1422"/>
                  </a:cubicBezTo>
                  <a:cubicBezTo>
                    <a:pt x="4792" y="1789"/>
                    <a:pt x="5225" y="2256"/>
                    <a:pt x="5892" y="2390"/>
                  </a:cubicBezTo>
                  <a:lnTo>
                    <a:pt x="5859" y="2390"/>
                  </a:lnTo>
                  <a:cubicBezTo>
                    <a:pt x="5992" y="2423"/>
                    <a:pt x="6193" y="2523"/>
                    <a:pt x="6459" y="2523"/>
                  </a:cubicBezTo>
                  <a:cubicBezTo>
                    <a:pt x="6693" y="2523"/>
                    <a:pt x="6993" y="2456"/>
                    <a:pt x="7293" y="2356"/>
                  </a:cubicBezTo>
                  <a:cubicBezTo>
                    <a:pt x="7860" y="2123"/>
                    <a:pt x="8361" y="1756"/>
                    <a:pt x="8828" y="1623"/>
                  </a:cubicBezTo>
                  <a:cubicBezTo>
                    <a:pt x="8895" y="1623"/>
                    <a:pt x="8961" y="1589"/>
                    <a:pt x="8995" y="1589"/>
                  </a:cubicBezTo>
                  <a:lnTo>
                    <a:pt x="9128" y="1589"/>
                  </a:lnTo>
                  <a:cubicBezTo>
                    <a:pt x="9228" y="1623"/>
                    <a:pt x="9362" y="1623"/>
                    <a:pt x="9495" y="1689"/>
                  </a:cubicBezTo>
                  <a:cubicBezTo>
                    <a:pt x="9728" y="1756"/>
                    <a:pt x="9995" y="1789"/>
                    <a:pt x="10129" y="1956"/>
                  </a:cubicBezTo>
                  <a:cubicBezTo>
                    <a:pt x="10462" y="2223"/>
                    <a:pt x="10396" y="2790"/>
                    <a:pt x="10362" y="3424"/>
                  </a:cubicBezTo>
                  <a:cubicBezTo>
                    <a:pt x="10362" y="3724"/>
                    <a:pt x="10362" y="4058"/>
                    <a:pt x="10396" y="4391"/>
                  </a:cubicBezTo>
                  <a:cubicBezTo>
                    <a:pt x="10462" y="4725"/>
                    <a:pt x="10529" y="5058"/>
                    <a:pt x="10696" y="5359"/>
                  </a:cubicBezTo>
                  <a:cubicBezTo>
                    <a:pt x="11029" y="5926"/>
                    <a:pt x="11463" y="6359"/>
                    <a:pt x="11897" y="6726"/>
                  </a:cubicBezTo>
                  <a:cubicBezTo>
                    <a:pt x="12667" y="7325"/>
                    <a:pt x="13511" y="7729"/>
                    <a:pt x="14219" y="7729"/>
                  </a:cubicBezTo>
                  <a:cubicBezTo>
                    <a:pt x="14338" y="7729"/>
                    <a:pt x="14454" y="7718"/>
                    <a:pt x="14565" y="7694"/>
                  </a:cubicBezTo>
                  <a:cubicBezTo>
                    <a:pt x="14799" y="7694"/>
                    <a:pt x="14932" y="7593"/>
                    <a:pt x="15066" y="7560"/>
                  </a:cubicBezTo>
                  <a:cubicBezTo>
                    <a:pt x="15199" y="7460"/>
                    <a:pt x="15332" y="7393"/>
                    <a:pt x="15399" y="7360"/>
                  </a:cubicBezTo>
                  <a:cubicBezTo>
                    <a:pt x="15566" y="7227"/>
                    <a:pt x="15666" y="7126"/>
                    <a:pt x="15666" y="7126"/>
                  </a:cubicBezTo>
                  <a:cubicBezTo>
                    <a:pt x="15798" y="6968"/>
                    <a:pt x="15658" y="6830"/>
                    <a:pt x="15477" y="6830"/>
                  </a:cubicBezTo>
                  <a:cubicBezTo>
                    <a:pt x="15430" y="6830"/>
                    <a:pt x="15381" y="6839"/>
                    <a:pt x="15332" y="6860"/>
                  </a:cubicBezTo>
                  <a:cubicBezTo>
                    <a:pt x="15332" y="6860"/>
                    <a:pt x="15066" y="7193"/>
                    <a:pt x="14465" y="7260"/>
                  </a:cubicBezTo>
                  <a:cubicBezTo>
                    <a:pt x="14400" y="7270"/>
                    <a:pt x="14333" y="7275"/>
                    <a:pt x="14263" y="7275"/>
                  </a:cubicBezTo>
                  <a:cubicBezTo>
                    <a:pt x="13654" y="7275"/>
                    <a:pt x="12882" y="6891"/>
                    <a:pt x="12164" y="6293"/>
                  </a:cubicBezTo>
                  <a:cubicBezTo>
                    <a:pt x="11797" y="5926"/>
                    <a:pt x="11396" y="5525"/>
                    <a:pt x="11163" y="5058"/>
                  </a:cubicBezTo>
                  <a:cubicBezTo>
                    <a:pt x="10896" y="4625"/>
                    <a:pt x="10896" y="4058"/>
                    <a:pt x="10963" y="3457"/>
                  </a:cubicBezTo>
                  <a:cubicBezTo>
                    <a:pt x="10996" y="3190"/>
                    <a:pt x="11029" y="2823"/>
                    <a:pt x="10996" y="2490"/>
                  </a:cubicBezTo>
                  <a:cubicBezTo>
                    <a:pt x="10996" y="2156"/>
                    <a:pt x="10863" y="1756"/>
                    <a:pt x="10562" y="1456"/>
                  </a:cubicBezTo>
                  <a:cubicBezTo>
                    <a:pt x="10296" y="1156"/>
                    <a:pt x="9962" y="1089"/>
                    <a:pt x="9662" y="955"/>
                  </a:cubicBezTo>
                  <a:cubicBezTo>
                    <a:pt x="9495" y="955"/>
                    <a:pt x="9362" y="922"/>
                    <a:pt x="9195" y="889"/>
                  </a:cubicBezTo>
                  <a:lnTo>
                    <a:pt x="8895" y="889"/>
                  </a:lnTo>
                  <a:cubicBezTo>
                    <a:pt x="8828" y="889"/>
                    <a:pt x="8728" y="922"/>
                    <a:pt x="8661" y="922"/>
                  </a:cubicBezTo>
                  <a:cubicBezTo>
                    <a:pt x="7994" y="1122"/>
                    <a:pt x="7527" y="1522"/>
                    <a:pt x="7060" y="1689"/>
                  </a:cubicBezTo>
                  <a:cubicBezTo>
                    <a:pt x="6873" y="1783"/>
                    <a:pt x="6694" y="1811"/>
                    <a:pt x="6539" y="1811"/>
                  </a:cubicBezTo>
                  <a:cubicBezTo>
                    <a:pt x="6361" y="1811"/>
                    <a:pt x="6215" y="1774"/>
                    <a:pt x="6126" y="1756"/>
                  </a:cubicBezTo>
                  <a:lnTo>
                    <a:pt x="6059" y="1756"/>
                  </a:lnTo>
                  <a:cubicBezTo>
                    <a:pt x="5626" y="1689"/>
                    <a:pt x="5292" y="1389"/>
                    <a:pt x="4892" y="1022"/>
                  </a:cubicBezTo>
                  <a:cubicBezTo>
                    <a:pt x="4725" y="822"/>
                    <a:pt x="4525" y="622"/>
                    <a:pt x="4325" y="455"/>
                  </a:cubicBezTo>
                  <a:cubicBezTo>
                    <a:pt x="4225" y="322"/>
                    <a:pt x="4124" y="288"/>
                    <a:pt x="3991" y="222"/>
                  </a:cubicBezTo>
                  <a:lnTo>
                    <a:pt x="3891" y="155"/>
                  </a:lnTo>
                  <a:cubicBezTo>
                    <a:pt x="3858" y="155"/>
                    <a:pt x="3824" y="121"/>
                    <a:pt x="3791" y="121"/>
                  </a:cubicBezTo>
                  <a:lnTo>
                    <a:pt x="3557" y="88"/>
                  </a:lnTo>
                  <a:cubicBezTo>
                    <a:pt x="3290" y="35"/>
                    <a:pt x="3022" y="0"/>
                    <a:pt x="27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97" name="Google Shape;2097;p18"/>
            <p:cNvSpPr/>
            <p:nvPr/>
          </p:nvSpPr>
          <p:spPr>
            <a:xfrm>
              <a:off x="5409875" y="4757550"/>
              <a:ext cx="420950" cy="194200"/>
            </a:xfrm>
            <a:custGeom>
              <a:avLst/>
              <a:gdLst/>
              <a:ahLst/>
              <a:cxnLst/>
              <a:rect l="l" t="t" r="r" b="b"/>
              <a:pathLst>
                <a:path w="16838" h="7768" extrusionOk="0">
                  <a:moveTo>
                    <a:pt x="2026" y="1"/>
                  </a:moveTo>
                  <a:cubicBezTo>
                    <a:pt x="1861" y="1"/>
                    <a:pt x="1690" y="30"/>
                    <a:pt x="1535" y="119"/>
                  </a:cubicBezTo>
                  <a:cubicBezTo>
                    <a:pt x="1101" y="319"/>
                    <a:pt x="867" y="686"/>
                    <a:pt x="701" y="1020"/>
                  </a:cubicBezTo>
                  <a:cubicBezTo>
                    <a:pt x="534" y="1353"/>
                    <a:pt x="434" y="1687"/>
                    <a:pt x="300" y="2021"/>
                  </a:cubicBezTo>
                  <a:cubicBezTo>
                    <a:pt x="267" y="2121"/>
                    <a:pt x="267" y="2187"/>
                    <a:pt x="200" y="2287"/>
                  </a:cubicBezTo>
                  <a:lnTo>
                    <a:pt x="167" y="2521"/>
                  </a:lnTo>
                  <a:cubicBezTo>
                    <a:pt x="134" y="2688"/>
                    <a:pt x="100" y="2854"/>
                    <a:pt x="100" y="3021"/>
                  </a:cubicBezTo>
                  <a:cubicBezTo>
                    <a:pt x="0" y="4356"/>
                    <a:pt x="200" y="5523"/>
                    <a:pt x="367" y="6324"/>
                  </a:cubicBezTo>
                  <a:cubicBezTo>
                    <a:pt x="534" y="7158"/>
                    <a:pt x="701" y="7625"/>
                    <a:pt x="701" y="7625"/>
                  </a:cubicBezTo>
                  <a:cubicBezTo>
                    <a:pt x="743" y="7722"/>
                    <a:pt x="825" y="7767"/>
                    <a:pt x="905" y="7767"/>
                  </a:cubicBezTo>
                  <a:cubicBezTo>
                    <a:pt x="1016" y="7767"/>
                    <a:pt x="1120" y="7680"/>
                    <a:pt x="1101" y="7524"/>
                  </a:cubicBezTo>
                  <a:cubicBezTo>
                    <a:pt x="1101" y="7524"/>
                    <a:pt x="968" y="7057"/>
                    <a:pt x="834" y="6290"/>
                  </a:cubicBezTo>
                  <a:cubicBezTo>
                    <a:pt x="701" y="5490"/>
                    <a:pt x="534" y="4356"/>
                    <a:pt x="667" y="3121"/>
                  </a:cubicBezTo>
                  <a:cubicBezTo>
                    <a:pt x="667" y="2955"/>
                    <a:pt x="701" y="2821"/>
                    <a:pt x="767" y="2654"/>
                  </a:cubicBezTo>
                  <a:lnTo>
                    <a:pt x="801" y="2454"/>
                  </a:lnTo>
                  <a:cubicBezTo>
                    <a:pt x="834" y="2387"/>
                    <a:pt x="834" y="2321"/>
                    <a:pt x="867" y="2221"/>
                  </a:cubicBezTo>
                  <a:cubicBezTo>
                    <a:pt x="1001" y="1887"/>
                    <a:pt x="1134" y="1620"/>
                    <a:pt x="1301" y="1320"/>
                  </a:cubicBezTo>
                  <a:cubicBezTo>
                    <a:pt x="1468" y="1053"/>
                    <a:pt x="1668" y="786"/>
                    <a:pt x="1868" y="686"/>
                  </a:cubicBezTo>
                  <a:cubicBezTo>
                    <a:pt x="1944" y="643"/>
                    <a:pt x="2016" y="624"/>
                    <a:pt x="2089" y="624"/>
                  </a:cubicBezTo>
                  <a:cubicBezTo>
                    <a:pt x="2241" y="624"/>
                    <a:pt x="2399" y="707"/>
                    <a:pt x="2602" y="820"/>
                  </a:cubicBezTo>
                  <a:cubicBezTo>
                    <a:pt x="3136" y="1153"/>
                    <a:pt x="3636" y="1687"/>
                    <a:pt x="4203" y="2121"/>
                  </a:cubicBezTo>
                  <a:cubicBezTo>
                    <a:pt x="4503" y="2321"/>
                    <a:pt x="4804" y="2521"/>
                    <a:pt x="5137" y="2688"/>
                  </a:cubicBezTo>
                  <a:cubicBezTo>
                    <a:pt x="5304" y="2788"/>
                    <a:pt x="5504" y="2854"/>
                    <a:pt x="5671" y="2888"/>
                  </a:cubicBezTo>
                  <a:cubicBezTo>
                    <a:pt x="5871" y="2955"/>
                    <a:pt x="6038" y="2955"/>
                    <a:pt x="6205" y="2988"/>
                  </a:cubicBezTo>
                  <a:cubicBezTo>
                    <a:pt x="6293" y="2997"/>
                    <a:pt x="6383" y="3001"/>
                    <a:pt x="6475" y="3001"/>
                  </a:cubicBezTo>
                  <a:cubicBezTo>
                    <a:pt x="7074" y="3001"/>
                    <a:pt x="7728" y="2823"/>
                    <a:pt x="8306" y="2621"/>
                  </a:cubicBezTo>
                  <a:cubicBezTo>
                    <a:pt x="8831" y="2385"/>
                    <a:pt x="9315" y="2169"/>
                    <a:pt x="9773" y="2169"/>
                  </a:cubicBezTo>
                  <a:cubicBezTo>
                    <a:pt x="9897" y="2169"/>
                    <a:pt x="10020" y="2185"/>
                    <a:pt x="10141" y="2221"/>
                  </a:cubicBezTo>
                  <a:cubicBezTo>
                    <a:pt x="10674" y="2387"/>
                    <a:pt x="11175" y="2955"/>
                    <a:pt x="11608" y="3455"/>
                  </a:cubicBezTo>
                  <a:cubicBezTo>
                    <a:pt x="12009" y="3955"/>
                    <a:pt x="12342" y="4556"/>
                    <a:pt x="12676" y="5123"/>
                  </a:cubicBezTo>
                  <a:cubicBezTo>
                    <a:pt x="13009" y="5656"/>
                    <a:pt x="13376" y="6190"/>
                    <a:pt x="13877" y="6557"/>
                  </a:cubicBezTo>
                  <a:cubicBezTo>
                    <a:pt x="14260" y="6886"/>
                    <a:pt x="14757" y="6967"/>
                    <a:pt x="15144" y="6967"/>
                  </a:cubicBezTo>
                  <a:cubicBezTo>
                    <a:pt x="15228" y="6967"/>
                    <a:pt x="15306" y="6963"/>
                    <a:pt x="15378" y="6957"/>
                  </a:cubicBezTo>
                  <a:cubicBezTo>
                    <a:pt x="15811" y="6857"/>
                    <a:pt x="16145" y="6724"/>
                    <a:pt x="16345" y="6657"/>
                  </a:cubicBezTo>
                  <a:cubicBezTo>
                    <a:pt x="16545" y="6524"/>
                    <a:pt x="16679" y="6490"/>
                    <a:pt x="16679" y="6490"/>
                  </a:cubicBezTo>
                  <a:cubicBezTo>
                    <a:pt x="16837" y="6385"/>
                    <a:pt x="16807" y="6174"/>
                    <a:pt x="16639" y="6174"/>
                  </a:cubicBezTo>
                  <a:cubicBezTo>
                    <a:pt x="16595" y="6174"/>
                    <a:pt x="16541" y="6189"/>
                    <a:pt x="16479" y="6224"/>
                  </a:cubicBezTo>
                  <a:cubicBezTo>
                    <a:pt x="16479" y="6224"/>
                    <a:pt x="16379" y="6290"/>
                    <a:pt x="16178" y="6357"/>
                  </a:cubicBezTo>
                  <a:cubicBezTo>
                    <a:pt x="15978" y="6390"/>
                    <a:pt x="15678" y="6524"/>
                    <a:pt x="15311" y="6557"/>
                  </a:cubicBezTo>
                  <a:cubicBezTo>
                    <a:pt x="15246" y="6570"/>
                    <a:pt x="15175" y="6577"/>
                    <a:pt x="15101" y="6577"/>
                  </a:cubicBezTo>
                  <a:cubicBezTo>
                    <a:pt x="14798" y="6577"/>
                    <a:pt x="14439" y="6465"/>
                    <a:pt x="14144" y="6224"/>
                  </a:cubicBezTo>
                  <a:cubicBezTo>
                    <a:pt x="13777" y="5957"/>
                    <a:pt x="13443" y="5456"/>
                    <a:pt x="13143" y="4889"/>
                  </a:cubicBezTo>
                  <a:cubicBezTo>
                    <a:pt x="12843" y="4322"/>
                    <a:pt x="12509" y="3688"/>
                    <a:pt x="12109" y="3121"/>
                  </a:cubicBezTo>
                  <a:cubicBezTo>
                    <a:pt x="12009" y="2988"/>
                    <a:pt x="11875" y="2821"/>
                    <a:pt x="11775" y="2688"/>
                  </a:cubicBezTo>
                  <a:cubicBezTo>
                    <a:pt x="11642" y="2521"/>
                    <a:pt x="11475" y="2387"/>
                    <a:pt x="11342" y="2287"/>
                  </a:cubicBezTo>
                  <a:cubicBezTo>
                    <a:pt x="11041" y="2021"/>
                    <a:pt x="10708" y="1787"/>
                    <a:pt x="10308" y="1654"/>
                  </a:cubicBezTo>
                  <a:cubicBezTo>
                    <a:pt x="10106" y="1592"/>
                    <a:pt x="9904" y="1566"/>
                    <a:pt x="9706" y="1566"/>
                  </a:cubicBezTo>
                  <a:cubicBezTo>
                    <a:pt x="9478" y="1566"/>
                    <a:pt x="9254" y="1600"/>
                    <a:pt x="9040" y="1654"/>
                  </a:cubicBezTo>
                  <a:cubicBezTo>
                    <a:pt x="8673" y="1720"/>
                    <a:pt x="8339" y="1854"/>
                    <a:pt x="8006" y="1987"/>
                  </a:cubicBezTo>
                  <a:cubicBezTo>
                    <a:pt x="7437" y="2197"/>
                    <a:pt x="6895" y="2326"/>
                    <a:pt x="6379" y="2326"/>
                  </a:cubicBezTo>
                  <a:cubicBezTo>
                    <a:pt x="6321" y="2326"/>
                    <a:pt x="6263" y="2324"/>
                    <a:pt x="6205" y="2321"/>
                  </a:cubicBezTo>
                  <a:cubicBezTo>
                    <a:pt x="6105" y="2287"/>
                    <a:pt x="5938" y="2287"/>
                    <a:pt x="5804" y="2221"/>
                  </a:cubicBezTo>
                  <a:cubicBezTo>
                    <a:pt x="5638" y="2221"/>
                    <a:pt x="5504" y="2154"/>
                    <a:pt x="5371" y="2121"/>
                  </a:cubicBezTo>
                  <a:cubicBezTo>
                    <a:pt x="5137" y="1987"/>
                    <a:pt x="4837" y="1820"/>
                    <a:pt x="4603" y="1620"/>
                  </a:cubicBezTo>
                  <a:cubicBezTo>
                    <a:pt x="4036" y="1187"/>
                    <a:pt x="3536" y="686"/>
                    <a:pt x="2869" y="286"/>
                  </a:cubicBezTo>
                  <a:cubicBezTo>
                    <a:pt x="2669" y="153"/>
                    <a:pt x="2502" y="52"/>
                    <a:pt x="2268" y="19"/>
                  </a:cubicBezTo>
                  <a:cubicBezTo>
                    <a:pt x="2191" y="8"/>
                    <a:pt x="2109" y="1"/>
                    <a:pt x="20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98" name="Google Shape;2098;p18"/>
            <p:cNvSpPr/>
            <p:nvPr/>
          </p:nvSpPr>
          <p:spPr>
            <a:xfrm>
              <a:off x="4053900" y="4830250"/>
              <a:ext cx="454175" cy="196100"/>
            </a:xfrm>
            <a:custGeom>
              <a:avLst/>
              <a:gdLst/>
              <a:ahLst/>
              <a:cxnLst/>
              <a:rect l="l" t="t" r="r" b="b"/>
              <a:pathLst>
                <a:path w="18167" h="7844" extrusionOk="0">
                  <a:moveTo>
                    <a:pt x="9442" y="1"/>
                  </a:moveTo>
                  <a:cubicBezTo>
                    <a:pt x="9145" y="1"/>
                    <a:pt x="8857" y="38"/>
                    <a:pt x="8607" y="113"/>
                  </a:cubicBezTo>
                  <a:cubicBezTo>
                    <a:pt x="8507" y="147"/>
                    <a:pt x="8373" y="180"/>
                    <a:pt x="8273" y="180"/>
                  </a:cubicBezTo>
                  <a:lnTo>
                    <a:pt x="8340" y="180"/>
                  </a:lnTo>
                  <a:cubicBezTo>
                    <a:pt x="7906" y="280"/>
                    <a:pt x="7573" y="580"/>
                    <a:pt x="7339" y="847"/>
                  </a:cubicBezTo>
                  <a:cubicBezTo>
                    <a:pt x="7072" y="1147"/>
                    <a:pt x="6872" y="1448"/>
                    <a:pt x="6672" y="1648"/>
                  </a:cubicBezTo>
                  <a:cubicBezTo>
                    <a:pt x="6405" y="1848"/>
                    <a:pt x="6205" y="2015"/>
                    <a:pt x="5905" y="2081"/>
                  </a:cubicBezTo>
                  <a:cubicBezTo>
                    <a:pt x="5812" y="2092"/>
                    <a:pt x="5722" y="2099"/>
                    <a:pt x="5636" y="2099"/>
                  </a:cubicBezTo>
                  <a:cubicBezTo>
                    <a:pt x="5443" y="2099"/>
                    <a:pt x="5265" y="2063"/>
                    <a:pt x="5104" y="1948"/>
                  </a:cubicBezTo>
                  <a:cubicBezTo>
                    <a:pt x="4670" y="1648"/>
                    <a:pt x="4437" y="780"/>
                    <a:pt x="3670" y="347"/>
                  </a:cubicBezTo>
                  <a:lnTo>
                    <a:pt x="3536" y="280"/>
                  </a:lnTo>
                  <a:cubicBezTo>
                    <a:pt x="3436" y="247"/>
                    <a:pt x="3403" y="247"/>
                    <a:pt x="3370" y="247"/>
                  </a:cubicBezTo>
                  <a:lnTo>
                    <a:pt x="3103" y="180"/>
                  </a:lnTo>
                  <a:cubicBezTo>
                    <a:pt x="2936" y="113"/>
                    <a:pt x="2736" y="113"/>
                    <a:pt x="2569" y="113"/>
                  </a:cubicBezTo>
                  <a:cubicBezTo>
                    <a:pt x="2402" y="113"/>
                    <a:pt x="2202" y="147"/>
                    <a:pt x="2035" y="147"/>
                  </a:cubicBezTo>
                  <a:cubicBezTo>
                    <a:pt x="1835" y="180"/>
                    <a:pt x="1668" y="247"/>
                    <a:pt x="1502" y="313"/>
                  </a:cubicBezTo>
                  <a:cubicBezTo>
                    <a:pt x="1168" y="480"/>
                    <a:pt x="901" y="747"/>
                    <a:pt x="701" y="981"/>
                  </a:cubicBezTo>
                  <a:cubicBezTo>
                    <a:pt x="601" y="1114"/>
                    <a:pt x="534" y="1281"/>
                    <a:pt x="434" y="1414"/>
                  </a:cubicBezTo>
                  <a:cubicBezTo>
                    <a:pt x="401" y="1514"/>
                    <a:pt x="334" y="1681"/>
                    <a:pt x="267" y="1814"/>
                  </a:cubicBezTo>
                  <a:cubicBezTo>
                    <a:pt x="67" y="2348"/>
                    <a:pt x="34" y="2849"/>
                    <a:pt x="34" y="3282"/>
                  </a:cubicBezTo>
                  <a:cubicBezTo>
                    <a:pt x="0" y="3682"/>
                    <a:pt x="34" y="4016"/>
                    <a:pt x="34" y="4250"/>
                  </a:cubicBezTo>
                  <a:cubicBezTo>
                    <a:pt x="67" y="4450"/>
                    <a:pt x="67" y="4583"/>
                    <a:pt x="67" y="4583"/>
                  </a:cubicBezTo>
                  <a:cubicBezTo>
                    <a:pt x="82" y="4688"/>
                    <a:pt x="158" y="4739"/>
                    <a:pt x="237" y="4739"/>
                  </a:cubicBezTo>
                  <a:cubicBezTo>
                    <a:pt x="333" y="4739"/>
                    <a:pt x="434" y="4663"/>
                    <a:pt x="434" y="4516"/>
                  </a:cubicBezTo>
                  <a:lnTo>
                    <a:pt x="434" y="4183"/>
                  </a:lnTo>
                  <a:cubicBezTo>
                    <a:pt x="434" y="3983"/>
                    <a:pt x="434" y="3649"/>
                    <a:pt x="501" y="3282"/>
                  </a:cubicBezTo>
                  <a:cubicBezTo>
                    <a:pt x="501" y="2849"/>
                    <a:pt x="568" y="2415"/>
                    <a:pt x="734" y="1948"/>
                  </a:cubicBezTo>
                  <a:cubicBezTo>
                    <a:pt x="868" y="1481"/>
                    <a:pt x="1201" y="1014"/>
                    <a:pt x="1702" y="814"/>
                  </a:cubicBezTo>
                  <a:cubicBezTo>
                    <a:pt x="1835" y="747"/>
                    <a:pt x="2002" y="747"/>
                    <a:pt x="2102" y="680"/>
                  </a:cubicBezTo>
                  <a:cubicBezTo>
                    <a:pt x="2235" y="680"/>
                    <a:pt x="2324" y="665"/>
                    <a:pt x="2418" y="665"/>
                  </a:cubicBezTo>
                  <a:cubicBezTo>
                    <a:pt x="2465" y="665"/>
                    <a:pt x="2513" y="669"/>
                    <a:pt x="2569" y="680"/>
                  </a:cubicBezTo>
                  <a:cubicBezTo>
                    <a:pt x="2736" y="747"/>
                    <a:pt x="2869" y="747"/>
                    <a:pt x="3036" y="780"/>
                  </a:cubicBezTo>
                  <a:lnTo>
                    <a:pt x="3303" y="814"/>
                  </a:lnTo>
                  <a:cubicBezTo>
                    <a:pt x="3336" y="847"/>
                    <a:pt x="3370" y="847"/>
                    <a:pt x="3370" y="847"/>
                  </a:cubicBezTo>
                  <a:lnTo>
                    <a:pt x="3470" y="914"/>
                  </a:lnTo>
                  <a:cubicBezTo>
                    <a:pt x="3703" y="1014"/>
                    <a:pt x="3870" y="1281"/>
                    <a:pt x="4070" y="1581"/>
                  </a:cubicBezTo>
                  <a:cubicBezTo>
                    <a:pt x="4304" y="1848"/>
                    <a:pt x="4470" y="2181"/>
                    <a:pt x="4837" y="2482"/>
                  </a:cubicBezTo>
                  <a:cubicBezTo>
                    <a:pt x="5134" y="2704"/>
                    <a:pt x="5462" y="2798"/>
                    <a:pt x="5786" y="2798"/>
                  </a:cubicBezTo>
                  <a:cubicBezTo>
                    <a:pt x="6335" y="2798"/>
                    <a:pt x="6870" y="2526"/>
                    <a:pt x="7206" y="2148"/>
                  </a:cubicBezTo>
                  <a:cubicBezTo>
                    <a:pt x="7506" y="1915"/>
                    <a:pt x="7706" y="1614"/>
                    <a:pt x="7906" y="1347"/>
                  </a:cubicBezTo>
                  <a:cubicBezTo>
                    <a:pt x="8140" y="1147"/>
                    <a:pt x="8340" y="981"/>
                    <a:pt x="8540" y="947"/>
                  </a:cubicBezTo>
                  <a:lnTo>
                    <a:pt x="8573" y="947"/>
                  </a:lnTo>
                  <a:cubicBezTo>
                    <a:pt x="8673" y="914"/>
                    <a:pt x="8740" y="914"/>
                    <a:pt x="8873" y="880"/>
                  </a:cubicBezTo>
                  <a:cubicBezTo>
                    <a:pt x="9074" y="805"/>
                    <a:pt x="9274" y="768"/>
                    <a:pt x="9488" y="768"/>
                  </a:cubicBezTo>
                  <a:cubicBezTo>
                    <a:pt x="9559" y="768"/>
                    <a:pt x="9632" y="772"/>
                    <a:pt x="9707" y="780"/>
                  </a:cubicBezTo>
                  <a:cubicBezTo>
                    <a:pt x="10008" y="814"/>
                    <a:pt x="10241" y="947"/>
                    <a:pt x="10508" y="1114"/>
                  </a:cubicBezTo>
                  <a:cubicBezTo>
                    <a:pt x="10975" y="1481"/>
                    <a:pt x="11309" y="2115"/>
                    <a:pt x="11575" y="2782"/>
                  </a:cubicBezTo>
                  <a:cubicBezTo>
                    <a:pt x="12176" y="4083"/>
                    <a:pt x="12576" y="5550"/>
                    <a:pt x="13477" y="6651"/>
                  </a:cubicBezTo>
                  <a:cubicBezTo>
                    <a:pt x="13877" y="7252"/>
                    <a:pt x="14511" y="7619"/>
                    <a:pt x="15078" y="7752"/>
                  </a:cubicBezTo>
                  <a:cubicBezTo>
                    <a:pt x="15321" y="7820"/>
                    <a:pt x="15553" y="7843"/>
                    <a:pt x="15769" y="7843"/>
                  </a:cubicBezTo>
                  <a:cubicBezTo>
                    <a:pt x="16088" y="7843"/>
                    <a:pt x="16374" y="7792"/>
                    <a:pt x="16612" y="7752"/>
                  </a:cubicBezTo>
                  <a:cubicBezTo>
                    <a:pt x="16846" y="7719"/>
                    <a:pt x="17013" y="7619"/>
                    <a:pt x="17179" y="7585"/>
                  </a:cubicBezTo>
                  <a:cubicBezTo>
                    <a:pt x="17346" y="7552"/>
                    <a:pt x="17446" y="7485"/>
                    <a:pt x="17580" y="7452"/>
                  </a:cubicBezTo>
                  <a:cubicBezTo>
                    <a:pt x="17780" y="7385"/>
                    <a:pt x="17913" y="7318"/>
                    <a:pt x="17913" y="7318"/>
                  </a:cubicBezTo>
                  <a:cubicBezTo>
                    <a:pt x="18166" y="7224"/>
                    <a:pt x="18060" y="6949"/>
                    <a:pt x="17764" y="6949"/>
                  </a:cubicBezTo>
                  <a:cubicBezTo>
                    <a:pt x="17747" y="6949"/>
                    <a:pt x="17731" y="6950"/>
                    <a:pt x="17713" y="6951"/>
                  </a:cubicBezTo>
                  <a:cubicBezTo>
                    <a:pt x="17713" y="6951"/>
                    <a:pt x="17580" y="6985"/>
                    <a:pt x="17380" y="7085"/>
                  </a:cubicBezTo>
                  <a:cubicBezTo>
                    <a:pt x="17279" y="7118"/>
                    <a:pt x="17179" y="7152"/>
                    <a:pt x="17013" y="7185"/>
                  </a:cubicBezTo>
                  <a:cubicBezTo>
                    <a:pt x="16879" y="7252"/>
                    <a:pt x="16712" y="7285"/>
                    <a:pt x="16512" y="7318"/>
                  </a:cubicBezTo>
                  <a:cubicBezTo>
                    <a:pt x="16326" y="7365"/>
                    <a:pt x="16134" y="7390"/>
                    <a:pt x="15930" y="7390"/>
                  </a:cubicBezTo>
                  <a:cubicBezTo>
                    <a:pt x="15695" y="7390"/>
                    <a:pt x="15446" y="7357"/>
                    <a:pt x="15178" y="7285"/>
                  </a:cubicBezTo>
                  <a:cubicBezTo>
                    <a:pt x="14678" y="7152"/>
                    <a:pt x="14211" y="6818"/>
                    <a:pt x="13844" y="6318"/>
                  </a:cubicBezTo>
                  <a:cubicBezTo>
                    <a:pt x="13076" y="5317"/>
                    <a:pt x="12743" y="3849"/>
                    <a:pt x="12176" y="2482"/>
                  </a:cubicBezTo>
                  <a:cubicBezTo>
                    <a:pt x="11876" y="1781"/>
                    <a:pt x="11509" y="1081"/>
                    <a:pt x="10875" y="514"/>
                  </a:cubicBezTo>
                  <a:cubicBezTo>
                    <a:pt x="10541" y="280"/>
                    <a:pt x="10174" y="80"/>
                    <a:pt x="9741" y="13"/>
                  </a:cubicBezTo>
                  <a:cubicBezTo>
                    <a:pt x="9641" y="5"/>
                    <a:pt x="9541" y="1"/>
                    <a:pt x="94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99" name="Google Shape;2099;p18"/>
            <p:cNvSpPr/>
            <p:nvPr/>
          </p:nvSpPr>
          <p:spPr>
            <a:xfrm>
              <a:off x="5743975" y="3920375"/>
              <a:ext cx="416275" cy="161350"/>
            </a:xfrm>
            <a:custGeom>
              <a:avLst/>
              <a:gdLst/>
              <a:ahLst/>
              <a:cxnLst/>
              <a:rect l="l" t="t" r="r" b="b"/>
              <a:pathLst>
                <a:path w="16651" h="6454" extrusionOk="0">
                  <a:moveTo>
                    <a:pt x="3860" y="1"/>
                  </a:moveTo>
                  <a:cubicBezTo>
                    <a:pt x="3763" y="1"/>
                    <a:pt x="3682" y="15"/>
                    <a:pt x="3615" y="15"/>
                  </a:cubicBezTo>
                  <a:cubicBezTo>
                    <a:pt x="3515" y="82"/>
                    <a:pt x="3448" y="82"/>
                    <a:pt x="3381" y="82"/>
                  </a:cubicBezTo>
                  <a:cubicBezTo>
                    <a:pt x="3348" y="82"/>
                    <a:pt x="3281" y="116"/>
                    <a:pt x="3215" y="116"/>
                  </a:cubicBezTo>
                  <a:cubicBezTo>
                    <a:pt x="3148" y="116"/>
                    <a:pt x="3015" y="149"/>
                    <a:pt x="2948" y="182"/>
                  </a:cubicBezTo>
                  <a:cubicBezTo>
                    <a:pt x="2848" y="249"/>
                    <a:pt x="2814" y="282"/>
                    <a:pt x="2714" y="316"/>
                  </a:cubicBezTo>
                  <a:cubicBezTo>
                    <a:pt x="2614" y="416"/>
                    <a:pt x="2514" y="449"/>
                    <a:pt x="2447" y="482"/>
                  </a:cubicBezTo>
                  <a:lnTo>
                    <a:pt x="2481" y="482"/>
                  </a:lnTo>
                  <a:cubicBezTo>
                    <a:pt x="2014" y="683"/>
                    <a:pt x="1647" y="1116"/>
                    <a:pt x="1480" y="1483"/>
                  </a:cubicBezTo>
                  <a:cubicBezTo>
                    <a:pt x="1280" y="1883"/>
                    <a:pt x="1180" y="2250"/>
                    <a:pt x="1147" y="2584"/>
                  </a:cubicBezTo>
                  <a:cubicBezTo>
                    <a:pt x="1013" y="3184"/>
                    <a:pt x="980" y="3651"/>
                    <a:pt x="813" y="3985"/>
                  </a:cubicBezTo>
                  <a:cubicBezTo>
                    <a:pt x="646" y="4319"/>
                    <a:pt x="479" y="4485"/>
                    <a:pt x="346" y="4552"/>
                  </a:cubicBezTo>
                  <a:cubicBezTo>
                    <a:pt x="213" y="4685"/>
                    <a:pt x="146" y="4685"/>
                    <a:pt x="146" y="4685"/>
                  </a:cubicBezTo>
                  <a:cubicBezTo>
                    <a:pt x="0" y="4773"/>
                    <a:pt x="33" y="5038"/>
                    <a:pt x="220" y="5038"/>
                  </a:cubicBezTo>
                  <a:cubicBezTo>
                    <a:pt x="248" y="5038"/>
                    <a:pt x="278" y="5032"/>
                    <a:pt x="313" y="5019"/>
                  </a:cubicBezTo>
                  <a:cubicBezTo>
                    <a:pt x="313" y="5019"/>
                    <a:pt x="379" y="5019"/>
                    <a:pt x="546" y="4886"/>
                  </a:cubicBezTo>
                  <a:cubicBezTo>
                    <a:pt x="713" y="4786"/>
                    <a:pt x="980" y="4552"/>
                    <a:pt x="1180" y="4185"/>
                  </a:cubicBezTo>
                  <a:cubicBezTo>
                    <a:pt x="1380" y="3785"/>
                    <a:pt x="1480" y="3284"/>
                    <a:pt x="1614" y="2651"/>
                  </a:cubicBezTo>
                  <a:cubicBezTo>
                    <a:pt x="1714" y="2084"/>
                    <a:pt x="1947" y="1316"/>
                    <a:pt x="2681" y="983"/>
                  </a:cubicBezTo>
                  <a:lnTo>
                    <a:pt x="2714" y="983"/>
                  </a:lnTo>
                  <a:cubicBezTo>
                    <a:pt x="2781" y="949"/>
                    <a:pt x="2848" y="916"/>
                    <a:pt x="2981" y="849"/>
                  </a:cubicBezTo>
                  <a:cubicBezTo>
                    <a:pt x="3048" y="849"/>
                    <a:pt x="3115" y="816"/>
                    <a:pt x="3181" y="783"/>
                  </a:cubicBezTo>
                  <a:cubicBezTo>
                    <a:pt x="3281" y="783"/>
                    <a:pt x="3348" y="783"/>
                    <a:pt x="3448" y="716"/>
                  </a:cubicBezTo>
                  <a:cubicBezTo>
                    <a:pt x="3556" y="684"/>
                    <a:pt x="3671" y="665"/>
                    <a:pt x="3789" y="665"/>
                  </a:cubicBezTo>
                  <a:cubicBezTo>
                    <a:pt x="4037" y="665"/>
                    <a:pt x="4301" y="746"/>
                    <a:pt x="4549" y="949"/>
                  </a:cubicBezTo>
                  <a:cubicBezTo>
                    <a:pt x="4949" y="1250"/>
                    <a:pt x="5316" y="1750"/>
                    <a:pt x="5750" y="2250"/>
                  </a:cubicBezTo>
                  <a:cubicBezTo>
                    <a:pt x="5950" y="2484"/>
                    <a:pt x="6184" y="2717"/>
                    <a:pt x="6517" y="2951"/>
                  </a:cubicBezTo>
                  <a:cubicBezTo>
                    <a:pt x="6851" y="3151"/>
                    <a:pt x="7284" y="3184"/>
                    <a:pt x="7651" y="3184"/>
                  </a:cubicBezTo>
                  <a:lnTo>
                    <a:pt x="7851" y="3184"/>
                  </a:lnTo>
                  <a:cubicBezTo>
                    <a:pt x="7951" y="3151"/>
                    <a:pt x="8052" y="3151"/>
                    <a:pt x="8152" y="3118"/>
                  </a:cubicBezTo>
                  <a:cubicBezTo>
                    <a:pt x="8819" y="2817"/>
                    <a:pt x="9186" y="2284"/>
                    <a:pt x="9653" y="2084"/>
                  </a:cubicBezTo>
                  <a:cubicBezTo>
                    <a:pt x="9853" y="1950"/>
                    <a:pt x="10120" y="1917"/>
                    <a:pt x="10353" y="1917"/>
                  </a:cubicBezTo>
                  <a:cubicBezTo>
                    <a:pt x="10620" y="1917"/>
                    <a:pt x="10887" y="1984"/>
                    <a:pt x="11120" y="2117"/>
                  </a:cubicBezTo>
                  <a:cubicBezTo>
                    <a:pt x="11487" y="2317"/>
                    <a:pt x="11621" y="2984"/>
                    <a:pt x="11854" y="3585"/>
                  </a:cubicBezTo>
                  <a:cubicBezTo>
                    <a:pt x="11954" y="3751"/>
                    <a:pt x="11988" y="3852"/>
                    <a:pt x="12054" y="4018"/>
                  </a:cubicBezTo>
                  <a:cubicBezTo>
                    <a:pt x="12121" y="4118"/>
                    <a:pt x="12121" y="4152"/>
                    <a:pt x="12188" y="4285"/>
                  </a:cubicBezTo>
                  <a:lnTo>
                    <a:pt x="12321" y="4485"/>
                  </a:lnTo>
                  <a:cubicBezTo>
                    <a:pt x="12488" y="4752"/>
                    <a:pt x="12655" y="4986"/>
                    <a:pt x="12855" y="5186"/>
                  </a:cubicBezTo>
                  <a:cubicBezTo>
                    <a:pt x="13255" y="5653"/>
                    <a:pt x="13656" y="6086"/>
                    <a:pt x="14156" y="6287"/>
                  </a:cubicBezTo>
                  <a:cubicBezTo>
                    <a:pt x="14406" y="6403"/>
                    <a:pt x="14665" y="6453"/>
                    <a:pt x="14911" y="6453"/>
                  </a:cubicBezTo>
                  <a:cubicBezTo>
                    <a:pt x="15157" y="6453"/>
                    <a:pt x="15390" y="6403"/>
                    <a:pt x="15590" y="6320"/>
                  </a:cubicBezTo>
                  <a:cubicBezTo>
                    <a:pt x="15757" y="6253"/>
                    <a:pt x="15924" y="6153"/>
                    <a:pt x="16024" y="6086"/>
                  </a:cubicBezTo>
                  <a:cubicBezTo>
                    <a:pt x="16157" y="5986"/>
                    <a:pt x="16257" y="5920"/>
                    <a:pt x="16324" y="5820"/>
                  </a:cubicBezTo>
                  <a:cubicBezTo>
                    <a:pt x="16458" y="5653"/>
                    <a:pt x="16524" y="5586"/>
                    <a:pt x="16524" y="5586"/>
                  </a:cubicBezTo>
                  <a:cubicBezTo>
                    <a:pt x="16651" y="5460"/>
                    <a:pt x="16547" y="5295"/>
                    <a:pt x="16417" y="5295"/>
                  </a:cubicBezTo>
                  <a:cubicBezTo>
                    <a:pt x="16376" y="5295"/>
                    <a:pt x="16331" y="5312"/>
                    <a:pt x="16291" y="5353"/>
                  </a:cubicBezTo>
                  <a:lnTo>
                    <a:pt x="16057" y="5553"/>
                  </a:lnTo>
                  <a:cubicBezTo>
                    <a:pt x="15991" y="5653"/>
                    <a:pt x="15890" y="5686"/>
                    <a:pt x="15790" y="5786"/>
                  </a:cubicBezTo>
                  <a:cubicBezTo>
                    <a:pt x="15690" y="5853"/>
                    <a:pt x="15557" y="5953"/>
                    <a:pt x="15390" y="5986"/>
                  </a:cubicBezTo>
                  <a:cubicBezTo>
                    <a:pt x="15275" y="6044"/>
                    <a:pt x="15136" y="6077"/>
                    <a:pt x="14985" y="6077"/>
                  </a:cubicBezTo>
                  <a:cubicBezTo>
                    <a:pt x="14785" y="6077"/>
                    <a:pt x="14565" y="6019"/>
                    <a:pt x="14356" y="5886"/>
                  </a:cubicBezTo>
                  <a:cubicBezTo>
                    <a:pt x="13989" y="5686"/>
                    <a:pt x="13622" y="5319"/>
                    <a:pt x="13289" y="4886"/>
                  </a:cubicBezTo>
                  <a:cubicBezTo>
                    <a:pt x="13122" y="4685"/>
                    <a:pt x="12955" y="4452"/>
                    <a:pt x="12788" y="4185"/>
                  </a:cubicBezTo>
                  <a:lnTo>
                    <a:pt x="12655" y="3985"/>
                  </a:lnTo>
                  <a:cubicBezTo>
                    <a:pt x="12621" y="3985"/>
                    <a:pt x="12621" y="3852"/>
                    <a:pt x="12555" y="3818"/>
                  </a:cubicBezTo>
                  <a:cubicBezTo>
                    <a:pt x="12488" y="3685"/>
                    <a:pt x="12455" y="3518"/>
                    <a:pt x="12388" y="3385"/>
                  </a:cubicBezTo>
                  <a:cubicBezTo>
                    <a:pt x="12321" y="3118"/>
                    <a:pt x="12221" y="2817"/>
                    <a:pt x="12121" y="2484"/>
                  </a:cubicBezTo>
                  <a:cubicBezTo>
                    <a:pt x="11988" y="2150"/>
                    <a:pt x="11788" y="1783"/>
                    <a:pt x="11454" y="1550"/>
                  </a:cubicBezTo>
                  <a:cubicBezTo>
                    <a:pt x="11054" y="1350"/>
                    <a:pt x="10720" y="1283"/>
                    <a:pt x="10353" y="1216"/>
                  </a:cubicBezTo>
                  <a:cubicBezTo>
                    <a:pt x="10306" y="1212"/>
                    <a:pt x="10258" y="1210"/>
                    <a:pt x="10211" y="1210"/>
                  </a:cubicBezTo>
                  <a:cubicBezTo>
                    <a:pt x="9892" y="1210"/>
                    <a:pt x="9576" y="1305"/>
                    <a:pt x="9286" y="1450"/>
                  </a:cubicBezTo>
                  <a:cubicBezTo>
                    <a:pt x="8652" y="1783"/>
                    <a:pt x="8218" y="2284"/>
                    <a:pt x="7851" y="2384"/>
                  </a:cubicBezTo>
                  <a:cubicBezTo>
                    <a:pt x="7718" y="2451"/>
                    <a:pt x="7618" y="2451"/>
                    <a:pt x="7551" y="2451"/>
                  </a:cubicBezTo>
                  <a:lnTo>
                    <a:pt x="7518" y="2451"/>
                  </a:lnTo>
                  <a:cubicBezTo>
                    <a:pt x="7494" y="2452"/>
                    <a:pt x="7470" y="2453"/>
                    <a:pt x="7447" y="2453"/>
                  </a:cubicBezTo>
                  <a:cubicBezTo>
                    <a:pt x="7007" y="2453"/>
                    <a:pt x="6595" y="2162"/>
                    <a:pt x="6184" y="1750"/>
                  </a:cubicBezTo>
                  <a:cubicBezTo>
                    <a:pt x="5817" y="1283"/>
                    <a:pt x="5450" y="716"/>
                    <a:pt x="4883" y="349"/>
                  </a:cubicBezTo>
                  <a:cubicBezTo>
                    <a:pt x="4816" y="316"/>
                    <a:pt x="4783" y="282"/>
                    <a:pt x="4682" y="216"/>
                  </a:cubicBezTo>
                  <a:cubicBezTo>
                    <a:pt x="4649" y="182"/>
                    <a:pt x="4549" y="182"/>
                    <a:pt x="4482" y="149"/>
                  </a:cubicBezTo>
                  <a:cubicBezTo>
                    <a:pt x="4315" y="82"/>
                    <a:pt x="4182" y="82"/>
                    <a:pt x="4015" y="15"/>
                  </a:cubicBezTo>
                  <a:cubicBezTo>
                    <a:pt x="3960" y="4"/>
                    <a:pt x="3908" y="1"/>
                    <a:pt x="38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00" name="Google Shape;2100;p18"/>
            <p:cNvSpPr/>
            <p:nvPr/>
          </p:nvSpPr>
          <p:spPr>
            <a:xfrm>
              <a:off x="5752600" y="5140500"/>
              <a:ext cx="458700" cy="205450"/>
            </a:xfrm>
            <a:custGeom>
              <a:avLst/>
              <a:gdLst/>
              <a:ahLst/>
              <a:cxnLst/>
              <a:rect l="l" t="t" r="r" b="b"/>
              <a:pathLst>
                <a:path w="18348" h="8218" extrusionOk="0">
                  <a:moveTo>
                    <a:pt x="12508" y="0"/>
                  </a:moveTo>
                  <a:cubicBezTo>
                    <a:pt x="12453" y="0"/>
                    <a:pt x="12398" y="4"/>
                    <a:pt x="12343" y="12"/>
                  </a:cubicBezTo>
                  <a:cubicBezTo>
                    <a:pt x="12210" y="12"/>
                    <a:pt x="12143" y="45"/>
                    <a:pt x="12010" y="45"/>
                  </a:cubicBezTo>
                  <a:cubicBezTo>
                    <a:pt x="11943" y="45"/>
                    <a:pt x="11809" y="145"/>
                    <a:pt x="11676" y="179"/>
                  </a:cubicBezTo>
                  <a:cubicBezTo>
                    <a:pt x="11543" y="246"/>
                    <a:pt x="11476" y="312"/>
                    <a:pt x="11376" y="379"/>
                  </a:cubicBezTo>
                  <a:lnTo>
                    <a:pt x="11176" y="579"/>
                  </a:lnTo>
                  <a:cubicBezTo>
                    <a:pt x="10642" y="1180"/>
                    <a:pt x="10308" y="1813"/>
                    <a:pt x="9975" y="2347"/>
                  </a:cubicBezTo>
                  <a:cubicBezTo>
                    <a:pt x="9641" y="2881"/>
                    <a:pt x="9308" y="3515"/>
                    <a:pt x="8941" y="4082"/>
                  </a:cubicBezTo>
                  <a:cubicBezTo>
                    <a:pt x="8774" y="4382"/>
                    <a:pt x="8540" y="4682"/>
                    <a:pt x="8340" y="4882"/>
                  </a:cubicBezTo>
                  <a:lnTo>
                    <a:pt x="8274" y="4949"/>
                  </a:lnTo>
                  <a:lnTo>
                    <a:pt x="8174" y="5016"/>
                  </a:lnTo>
                  <a:cubicBezTo>
                    <a:pt x="8174" y="5049"/>
                    <a:pt x="8107" y="5082"/>
                    <a:pt x="8007" y="5082"/>
                  </a:cubicBezTo>
                  <a:cubicBezTo>
                    <a:pt x="7840" y="5149"/>
                    <a:pt x="7707" y="5149"/>
                    <a:pt x="7540" y="5149"/>
                  </a:cubicBezTo>
                  <a:cubicBezTo>
                    <a:pt x="6939" y="5149"/>
                    <a:pt x="6339" y="4682"/>
                    <a:pt x="5605" y="4382"/>
                  </a:cubicBezTo>
                  <a:cubicBezTo>
                    <a:pt x="5505" y="4348"/>
                    <a:pt x="5405" y="4315"/>
                    <a:pt x="5305" y="4315"/>
                  </a:cubicBezTo>
                  <a:cubicBezTo>
                    <a:pt x="5271" y="4315"/>
                    <a:pt x="5238" y="4248"/>
                    <a:pt x="5138" y="4248"/>
                  </a:cubicBezTo>
                  <a:lnTo>
                    <a:pt x="4971" y="4248"/>
                  </a:lnTo>
                  <a:cubicBezTo>
                    <a:pt x="4771" y="4248"/>
                    <a:pt x="4604" y="4248"/>
                    <a:pt x="4404" y="4315"/>
                  </a:cubicBezTo>
                  <a:cubicBezTo>
                    <a:pt x="4004" y="4348"/>
                    <a:pt x="3637" y="4449"/>
                    <a:pt x="3337" y="4682"/>
                  </a:cubicBezTo>
                  <a:cubicBezTo>
                    <a:pt x="2736" y="5049"/>
                    <a:pt x="2336" y="5616"/>
                    <a:pt x="2069" y="6116"/>
                  </a:cubicBezTo>
                  <a:cubicBezTo>
                    <a:pt x="1769" y="6583"/>
                    <a:pt x="1569" y="7050"/>
                    <a:pt x="1302" y="7351"/>
                  </a:cubicBezTo>
                  <a:cubicBezTo>
                    <a:pt x="1269" y="7417"/>
                    <a:pt x="1168" y="7517"/>
                    <a:pt x="1135" y="7551"/>
                  </a:cubicBezTo>
                  <a:cubicBezTo>
                    <a:pt x="1102" y="7584"/>
                    <a:pt x="1068" y="7617"/>
                    <a:pt x="968" y="7684"/>
                  </a:cubicBezTo>
                  <a:cubicBezTo>
                    <a:pt x="935" y="7684"/>
                    <a:pt x="835" y="7718"/>
                    <a:pt x="802" y="7751"/>
                  </a:cubicBezTo>
                  <a:cubicBezTo>
                    <a:pt x="735" y="7751"/>
                    <a:pt x="668" y="7784"/>
                    <a:pt x="635" y="7784"/>
                  </a:cubicBezTo>
                  <a:cubicBezTo>
                    <a:pt x="601" y="7784"/>
                    <a:pt x="568" y="7851"/>
                    <a:pt x="501" y="7851"/>
                  </a:cubicBezTo>
                  <a:lnTo>
                    <a:pt x="335" y="7851"/>
                  </a:lnTo>
                  <a:cubicBezTo>
                    <a:pt x="101" y="7851"/>
                    <a:pt x="1" y="8218"/>
                    <a:pt x="335" y="8218"/>
                  </a:cubicBezTo>
                  <a:lnTo>
                    <a:pt x="568" y="8218"/>
                  </a:lnTo>
                  <a:cubicBezTo>
                    <a:pt x="601" y="8218"/>
                    <a:pt x="635" y="8185"/>
                    <a:pt x="735" y="8185"/>
                  </a:cubicBezTo>
                  <a:cubicBezTo>
                    <a:pt x="968" y="8118"/>
                    <a:pt x="1335" y="7918"/>
                    <a:pt x="1635" y="7584"/>
                  </a:cubicBezTo>
                  <a:cubicBezTo>
                    <a:pt x="1936" y="7251"/>
                    <a:pt x="2169" y="6817"/>
                    <a:pt x="2469" y="6350"/>
                  </a:cubicBezTo>
                  <a:cubicBezTo>
                    <a:pt x="2770" y="5883"/>
                    <a:pt x="3137" y="5383"/>
                    <a:pt x="3637" y="5082"/>
                  </a:cubicBezTo>
                  <a:cubicBezTo>
                    <a:pt x="3904" y="4916"/>
                    <a:pt x="4237" y="4849"/>
                    <a:pt x="4504" y="4782"/>
                  </a:cubicBezTo>
                  <a:lnTo>
                    <a:pt x="5138" y="4782"/>
                  </a:lnTo>
                  <a:cubicBezTo>
                    <a:pt x="5138" y="4782"/>
                    <a:pt x="5171" y="4849"/>
                    <a:pt x="5238" y="4849"/>
                  </a:cubicBezTo>
                  <a:cubicBezTo>
                    <a:pt x="5271" y="4882"/>
                    <a:pt x="5338" y="4882"/>
                    <a:pt x="5438" y="4916"/>
                  </a:cubicBezTo>
                  <a:cubicBezTo>
                    <a:pt x="5738" y="5049"/>
                    <a:pt x="6072" y="5249"/>
                    <a:pt x="6406" y="5416"/>
                  </a:cubicBezTo>
                  <a:cubicBezTo>
                    <a:pt x="6739" y="5583"/>
                    <a:pt x="7106" y="5749"/>
                    <a:pt x="7573" y="5783"/>
                  </a:cubicBezTo>
                  <a:cubicBezTo>
                    <a:pt x="7645" y="5804"/>
                    <a:pt x="7715" y="5811"/>
                    <a:pt x="7783" y="5811"/>
                  </a:cubicBezTo>
                  <a:cubicBezTo>
                    <a:pt x="7934" y="5811"/>
                    <a:pt x="8079" y="5773"/>
                    <a:pt x="8240" y="5749"/>
                  </a:cubicBezTo>
                  <a:cubicBezTo>
                    <a:pt x="8340" y="5716"/>
                    <a:pt x="8440" y="5716"/>
                    <a:pt x="8574" y="5616"/>
                  </a:cubicBezTo>
                  <a:cubicBezTo>
                    <a:pt x="8607" y="5583"/>
                    <a:pt x="8674" y="5549"/>
                    <a:pt x="8741" y="5516"/>
                  </a:cubicBezTo>
                  <a:lnTo>
                    <a:pt x="8841" y="5383"/>
                  </a:lnTo>
                  <a:cubicBezTo>
                    <a:pt x="9141" y="5082"/>
                    <a:pt x="9341" y="4749"/>
                    <a:pt x="9575" y="4449"/>
                  </a:cubicBezTo>
                  <a:cubicBezTo>
                    <a:pt x="9975" y="3848"/>
                    <a:pt x="10308" y="3214"/>
                    <a:pt x="10642" y="2681"/>
                  </a:cubicBezTo>
                  <a:cubicBezTo>
                    <a:pt x="10976" y="2114"/>
                    <a:pt x="11342" y="1513"/>
                    <a:pt x="11776" y="1046"/>
                  </a:cubicBezTo>
                  <a:cubicBezTo>
                    <a:pt x="11809" y="946"/>
                    <a:pt x="11910" y="913"/>
                    <a:pt x="11943" y="879"/>
                  </a:cubicBezTo>
                  <a:cubicBezTo>
                    <a:pt x="11976" y="846"/>
                    <a:pt x="12076" y="746"/>
                    <a:pt x="12110" y="746"/>
                  </a:cubicBezTo>
                  <a:cubicBezTo>
                    <a:pt x="12143" y="713"/>
                    <a:pt x="12343" y="679"/>
                    <a:pt x="12477" y="679"/>
                  </a:cubicBezTo>
                  <a:cubicBezTo>
                    <a:pt x="12539" y="665"/>
                    <a:pt x="12599" y="659"/>
                    <a:pt x="12657" y="659"/>
                  </a:cubicBezTo>
                  <a:cubicBezTo>
                    <a:pt x="12876" y="659"/>
                    <a:pt x="13066" y="754"/>
                    <a:pt x="13277" y="913"/>
                  </a:cubicBezTo>
                  <a:cubicBezTo>
                    <a:pt x="13778" y="1346"/>
                    <a:pt x="14111" y="2013"/>
                    <a:pt x="14411" y="2647"/>
                  </a:cubicBezTo>
                  <a:cubicBezTo>
                    <a:pt x="14678" y="3248"/>
                    <a:pt x="14945" y="3915"/>
                    <a:pt x="15179" y="4549"/>
                  </a:cubicBezTo>
                  <a:cubicBezTo>
                    <a:pt x="15679" y="5749"/>
                    <a:pt x="16179" y="6884"/>
                    <a:pt x="16813" y="7517"/>
                  </a:cubicBezTo>
                  <a:cubicBezTo>
                    <a:pt x="17113" y="7851"/>
                    <a:pt x="17447" y="8018"/>
                    <a:pt x="17680" y="8084"/>
                  </a:cubicBezTo>
                  <a:cubicBezTo>
                    <a:pt x="17814" y="8118"/>
                    <a:pt x="17914" y="8185"/>
                    <a:pt x="17981" y="8185"/>
                  </a:cubicBezTo>
                  <a:lnTo>
                    <a:pt x="18081" y="8185"/>
                  </a:lnTo>
                  <a:cubicBezTo>
                    <a:pt x="18347" y="8185"/>
                    <a:pt x="18314" y="7884"/>
                    <a:pt x="18047" y="7851"/>
                  </a:cubicBezTo>
                  <a:lnTo>
                    <a:pt x="17981" y="7851"/>
                  </a:lnTo>
                  <a:cubicBezTo>
                    <a:pt x="17947" y="7784"/>
                    <a:pt x="17847" y="7784"/>
                    <a:pt x="17780" y="7751"/>
                  </a:cubicBezTo>
                  <a:cubicBezTo>
                    <a:pt x="17547" y="7684"/>
                    <a:pt x="17313" y="7517"/>
                    <a:pt x="17047" y="7217"/>
                  </a:cubicBezTo>
                  <a:cubicBezTo>
                    <a:pt x="16546" y="6617"/>
                    <a:pt x="16113" y="5583"/>
                    <a:pt x="15646" y="4348"/>
                  </a:cubicBezTo>
                  <a:cubicBezTo>
                    <a:pt x="15445" y="3715"/>
                    <a:pt x="15179" y="3048"/>
                    <a:pt x="14878" y="2380"/>
                  </a:cubicBezTo>
                  <a:cubicBezTo>
                    <a:pt x="14545" y="1713"/>
                    <a:pt x="14278" y="1013"/>
                    <a:pt x="13611" y="412"/>
                  </a:cubicBezTo>
                  <a:cubicBezTo>
                    <a:pt x="13317" y="206"/>
                    <a:pt x="12919" y="0"/>
                    <a:pt x="125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01" name="Google Shape;2101;p18"/>
            <p:cNvSpPr/>
            <p:nvPr/>
          </p:nvSpPr>
          <p:spPr>
            <a:xfrm>
              <a:off x="4787750" y="4697975"/>
              <a:ext cx="24225" cy="10875"/>
            </a:xfrm>
            <a:custGeom>
              <a:avLst/>
              <a:gdLst/>
              <a:ahLst/>
              <a:cxnLst/>
              <a:rect l="l" t="t" r="r" b="b"/>
              <a:pathLst>
                <a:path w="969" h="435" extrusionOk="0">
                  <a:moveTo>
                    <a:pt x="501" y="0"/>
                  </a:moveTo>
                  <a:cubicBezTo>
                    <a:pt x="301" y="0"/>
                    <a:pt x="34" y="167"/>
                    <a:pt x="34" y="167"/>
                  </a:cubicBezTo>
                  <a:cubicBezTo>
                    <a:pt x="1" y="167"/>
                    <a:pt x="67" y="401"/>
                    <a:pt x="67" y="401"/>
                  </a:cubicBezTo>
                  <a:cubicBezTo>
                    <a:pt x="67" y="401"/>
                    <a:pt x="334" y="434"/>
                    <a:pt x="501" y="434"/>
                  </a:cubicBezTo>
                  <a:cubicBezTo>
                    <a:pt x="668" y="434"/>
                    <a:pt x="901" y="334"/>
                    <a:pt x="901" y="334"/>
                  </a:cubicBezTo>
                  <a:cubicBezTo>
                    <a:pt x="901" y="334"/>
                    <a:pt x="901" y="100"/>
                    <a:pt x="968" y="100"/>
                  </a:cubicBezTo>
                  <a:cubicBezTo>
                    <a:pt x="968" y="100"/>
                    <a:pt x="668" y="0"/>
                    <a:pt x="5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02" name="Google Shape;2102;p18"/>
            <p:cNvSpPr/>
            <p:nvPr/>
          </p:nvSpPr>
          <p:spPr>
            <a:xfrm>
              <a:off x="4793600" y="4717150"/>
              <a:ext cx="27550" cy="12525"/>
            </a:xfrm>
            <a:custGeom>
              <a:avLst/>
              <a:gdLst/>
              <a:ahLst/>
              <a:cxnLst/>
              <a:rect l="l" t="t" r="r" b="b"/>
              <a:pathLst>
                <a:path w="1102" h="501" extrusionOk="0">
                  <a:moveTo>
                    <a:pt x="567" y="1"/>
                  </a:moveTo>
                  <a:cubicBezTo>
                    <a:pt x="334" y="1"/>
                    <a:pt x="0" y="134"/>
                    <a:pt x="0" y="134"/>
                  </a:cubicBezTo>
                  <a:lnTo>
                    <a:pt x="0" y="401"/>
                  </a:lnTo>
                  <a:cubicBezTo>
                    <a:pt x="0" y="401"/>
                    <a:pt x="334" y="501"/>
                    <a:pt x="567" y="501"/>
                  </a:cubicBezTo>
                  <a:cubicBezTo>
                    <a:pt x="767" y="501"/>
                    <a:pt x="1101" y="401"/>
                    <a:pt x="1101" y="401"/>
                  </a:cubicBezTo>
                  <a:lnTo>
                    <a:pt x="1101" y="134"/>
                  </a:lnTo>
                  <a:cubicBezTo>
                    <a:pt x="1101" y="134"/>
                    <a:pt x="767" y="1"/>
                    <a:pt x="5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03" name="Google Shape;2103;p18"/>
            <p:cNvSpPr/>
            <p:nvPr/>
          </p:nvSpPr>
          <p:spPr>
            <a:xfrm>
              <a:off x="4811950" y="4743850"/>
              <a:ext cx="14200" cy="12525"/>
            </a:xfrm>
            <a:custGeom>
              <a:avLst/>
              <a:gdLst/>
              <a:ahLst/>
              <a:cxnLst/>
              <a:rect l="l" t="t" r="r" b="b"/>
              <a:pathLst>
                <a:path w="568" h="501" extrusionOk="0">
                  <a:moveTo>
                    <a:pt x="267" y="0"/>
                  </a:moveTo>
                  <a:cubicBezTo>
                    <a:pt x="167" y="0"/>
                    <a:pt x="0" y="100"/>
                    <a:pt x="0" y="100"/>
                  </a:cubicBezTo>
                  <a:lnTo>
                    <a:pt x="0" y="367"/>
                  </a:lnTo>
                  <a:cubicBezTo>
                    <a:pt x="0" y="367"/>
                    <a:pt x="167" y="500"/>
                    <a:pt x="267" y="500"/>
                  </a:cubicBezTo>
                  <a:cubicBezTo>
                    <a:pt x="400" y="500"/>
                    <a:pt x="567" y="367"/>
                    <a:pt x="567" y="367"/>
                  </a:cubicBezTo>
                  <a:lnTo>
                    <a:pt x="567" y="100"/>
                  </a:lnTo>
                  <a:cubicBezTo>
                    <a:pt x="567" y="100"/>
                    <a:pt x="400"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04" name="Google Shape;2104;p18"/>
            <p:cNvSpPr/>
            <p:nvPr/>
          </p:nvSpPr>
          <p:spPr>
            <a:xfrm>
              <a:off x="4830275" y="4766350"/>
              <a:ext cx="27550" cy="14300"/>
            </a:xfrm>
            <a:custGeom>
              <a:avLst/>
              <a:gdLst/>
              <a:ahLst/>
              <a:cxnLst/>
              <a:rect l="l" t="t" r="r" b="b"/>
              <a:pathLst>
                <a:path w="1102" h="572" extrusionOk="0">
                  <a:moveTo>
                    <a:pt x="835" y="1"/>
                  </a:moveTo>
                  <a:cubicBezTo>
                    <a:pt x="835" y="1"/>
                    <a:pt x="635" y="34"/>
                    <a:pt x="468" y="101"/>
                  </a:cubicBezTo>
                  <a:cubicBezTo>
                    <a:pt x="301" y="134"/>
                    <a:pt x="1" y="234"/>
                    <a:pt x="1" y="234"/>
                  </a:cubicBezTo>
                  <a:lnTo>
                    <a:pt x="1" y="501"/>
                  </a:lnTo>
                  <a:cubicBezTo>
                    <a:pt x="1" y="501"/>
                    <a:pt x="177" y="572"/>
                    <a:pt x="376" y="572"/>
                  </a:cubicBezTo>
                  <a:cubicBezTo>
                    <a:pt x="451" y="572"/>
                    <a:pt x="529" y="562"/>
                    <a:pt x="601" y="534"/>
                  </a:cubicBezTo>
                  <a:cubicBezTo>
                    <a:pt x="701" y="534"/>
                    <a:pt x="868" y="468"/>
                    <a:pt x="968" y="334"/>
                  </a:cubicBezTo>
                  <a:cubicBezTo>
                    <a:pt x="1035" y="268"/>
                    <a:pt x="1102" y="134"/>
                    <a:pt x="1102" y="134"/>
                  </a:cubicBezTo>
                  <a:cubicBezTo>
                    <a:pt x="1035" y="101"/>
                    <a:pt x="868" y="1"/>
                    <a:pt x="8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05" name="Google Shape;2105;p18"/>
            <p:cNvSpPr/>
            <p:nvPr/>
          </p:nvSpPr>
          <p:spPr>
            <a:xfrm>
              <a:off x="4972050" y="4750175"/>
              <a:ext cx="27550" cy="12400"/>
            </a:xfrm>
            <a:custGeom>
              <a:avLst/>
              <a:gdLst/>
              <a:ahLst/>
              <a:cxnLst/>
              <a:rect l="l" t="t" r="r" b="b"/>
              <a:pathLst>
                <a:path w="1102" h="496" extrusionOk="0">
                  <a:moveTo>
                    <a:pt x="494" y="1"/>
                  </a:moveTo>
                  <a:cubicBezTo>
                    <a:pt x="396" y="1"/>
                    <a:pt x="299" y="32"/>
                    <a:pt x="201" y="81"/>
                  </a:cubicBezTo>
                  <a:cubicBezTo>
                    <a:pt x="101" y="114"/>
                    <a:pt x="1" y="181"/>
                    <a:pt x="1" y="181"/>
                  </a:cubicBezTo>
                  <a:lnTo>
                    <a:pt x="134" y="414"/>
                  </a:lnTo>
                  <a:cubicBezTo>
                    <a:pt x="134" y="414"/>
                    <a:pt x="334" y="448"/>
                    <a:pt x="501" y="481"/>
                  </a:cubicBezTo>
                  <a:cubicBezTo>
                    <a:pt x="557" y="492"/>
                    <a:pt x="631" y="496"/>
                    <a:pt x="705" y="496"/>
                  </a:cubicBezTo>
                  <a:cubicBezTo>
                    <a:pt x="853" y="496"/>
                    <a:pt x="1001" y="481"/>
                    <a:pt x="1001" y="481"/>
                  </a:cubicBezTo>
                  <a:cubicBezTo>
                    <a:pt x="1035" y="448"/>
                    <a:pt x="1101" y="247"/>
                    <a:pt x="1035" y="247"/>
                  </a:cubicBezTo>
                  <a:cubicBezTo>
                    <a:pt x="1035" y="247"/>
                    <a:pt x="801" y="81"/>
                    <a:pt x="601" y="14"/>
                  </a:cubicBezTo>
                  <a:cubicBezTo>
                    <a:pt x="565" y="5"/>
                    <a:pt x="530" y="1"/>
                    <a:pt x="4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06" name="Google Shape;2106;p18"/>
            <p:cNvSpPr/>
            <p:nvPr/>
          </p:nvSpPr>
          <p:spPr>
            <a:xfrm>
              <a:off x="4985400" y="4788025"/>
              <a:ext cx="31700" cy="11700"/>
            </a:xfrm>
            <a:custGeom>
              <a:avLst/>
              <a:gdLst/>
              <a:ahLst/>
              <a:cxnLst/>
              <a:rect l="l" t="t" r="r" b="b"/>
              <a:pathLst>
                <a:path w="1268" h="468" extrusionOk="0">
                  <a:moveTo>
                    <a:pt x="634" y="1"/>
                  </a:moveTo>
                  <a:cubicBezTo>
                    <a:pt x="501" y="1"/>
                    <a:pt x="334" y="68"/>
                    <a:pt x="234" y="134"/>
                  </a:cubicBezTo>
                  <a:cubicBezTo>
                    <a:pt x="100" y="168"/>
                    <a:pt x="0" y="268"/>
                    <a:pt x="0" y="268"/>
                  </a:cubicBezTo>
                  <a:lnTo>
                    <a:pt x="134" y="468"/>
                  </a:lnTo>
                  <a:lnTo>
                    <a:pt x="634" y="468"/>
                  </a:lnTo>
                  <a:cubicBezTo>
                    <a:pt x="768" y="468"/>
                    <a:pt x="934" y="435"/>
                    <a:pt x="1068" y="401"/>
                  </a:cubicBezTo>
                  <a:cubicBezTo>
                    <a:pt x="1168" y="335"/>
                    <a:pt x="1268" y="268"/>
                    <a:pt x="1268" y="268"/>
                  </a:cubicBezTo>
                  <a:lnTo>
                    <a:pt x="1168" y="68"/>
                  </a:lnTo>
                  <a:lnTo>
                    <a:pt x="1001" y="68"/>
                  </a:lnTo>
                  <a:cubicBezTo>
                    <a:pt x="901" y="68"/>
                    <a:pt x="768" y="1"/>
                    <a:pt x="6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07" name="Google Shape;2107;p18"/>
            <p:cNvSpPr/>
            <p:nvPr/>
          </p:nvSpPr>
          <p:spPr>
            <a:xfrm>
              <a:off x="4986225" y="4769700"/>
              <a:ext cx="23375" cy="12525"/>
            </a:xfrm>
            <a:custGeom>
              <a:avLst/>
              <a:gdLst/>
              <a:ahLst/>
              <a:cxnLst/>
              <a:rect l="l" t="t" r="r" b="b"/>
              <a:pathLst>
                <a:path w="935" h="501" extrusionOk="0">
                  <a:moveTo>
                    <a:pt x="434" y="0"/>
                  </a:moveTo>
                  <a:cubicBezTo>
                    <a:pt x="268" y="0"/>
                    <a:pt x="1" y="100"/>
                    <a:pt x="1" y="100"/>
                  </a:cubicBezTo>
                  <a:lnTo>
                    <a:pt x="1" y="367"/>
                  </a:lnTo>
                  <a:cubicBezTo>
                    <a:pt x="1" y="367"/>
                    <a:pt x="301" y="500"/>
                    <a:pt x="468" y="500"/>
                  </a:cubicBezTo>
                  <a:cubicBezTo>
                    <a:pt x="668" y="500"/>
                    <a:pt x="935" y="334"/>
                    <a:pt x="935" y="334"/>
                  </a:cubicBezTo>
                  <a:cubicBezTo>
                    <a:pt x="935" y="300"/>
                    <a:pt x="901" y="67"/>
                    <a:pt x="835" y="33"/>
                  </a:cubicBezTo>
                  <a:cubicBezTo>
                    <a:pt x="835" y="33"/>
                    <a:pt x="601" y="0"/>
                    <a:pt x="4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08" name="Google Shape;2108;p18"/>
            <p:cNvSpPr/>
            <p:nvPr/>
          </p:nvSpPr>
          <p:spPr>
            <a:xfrm>
              <a:off x="4993725" y="4816150"/>
              <a:ext cx="31725" cy="13600"/>
            </a:xfrm>
            <a:custGeom>
              <a:avLst/>
              <a:gdLst/>
              <a:ahLst/>
              <a:cxnLst/>
              <a:rect l="l" t="t" r="r" b="b"/>
              <a:pathLst>
                <a:path w="1269" h="544" extrusionOk="0">
                  <a:moveTo>
                    <a:pt x="803" y="1"/>
                  </a:moveTo>
                  <a:cubicBezTo>
                    <a:pt x="746" y="1"/>
                    <a:pt x="688" y="3"/>
                    <a:pt x="635" y="10"/>
                  </a:cubicBezTo>
                  <a:cubicBezTo>
                    <a:pt x="501" y="43"/>
                    <a:pt x="335" y="110"/>
                    <a:pt x="234" y="177"/>
                  </a:cubicBezTo>
                  <a:cubicBezTo>
                    <a:pt x="101" y="277"/>
                    <a:pt x="1" y="344"/>
                    <a:pt x="1" y="344"/>
                  </a:cubicBezTo>
                  <a:lnTo>
                    <a:pt x="134" y="544"/>
                  </a:lnTo>
                  <a:cubicBezTo>
                    <a:pt x="134" y="544"/>
                    <a:pt x="234" y="510"/>
                    <a:pt x="335" y="510"/>
                  </a:cubicBezTo>
                  <a:cubicBezTo>
                    <a:pt x="385" y="494"/>
                    <a:pt x="451" y="494"/>
                    <a:pt x="514" y="494"/>
                  </a:cubicBezTo>
                  <a:cubicBezTo>
                    <a:pt x="576" y="494"/>
                    <a:pt x="635" y="494"/>
                    <a:pt x="668" y="477"/>
                  </a:cubicBezTo>
                  <a:cubicBezTo>
                    <a:pt x="902" y="444"/>
                    <a:pt x="1269" y="277"/>
                    <a:pt x="1269" y="277"/>
                  </a:cubicBezTo>
                  <a:cubicBezTo>
                    <a:pt x="1269" y="277"/>
                    <a:pt x="1235" y="43"/>
                    <a:pt x="1269" y="43"/>
                  </a:cubicBezTo>
                  <a:cubicBezTo>
                    <a:pt x="1269" y="43"/>
                    <a:pt x="1034" y="1"/>
                    <a:pt x="8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09" name="Google Shape;2109;p18"/>
            <p:cNvSpPr/>
            <p:nvPr/>
          </p:nvSpPr>
          <p:spPr>
            <a:xfrm>
              <a:off x="5013750" y="4835575"/>
              <a:ext cx="31725" cy="16700"/>
            </a:xfrm>
            <a:custGeom>
              <a:avLst/>
              <a:gdLst/>
              <a:ahLst/>
              <a:cxnLst/>
              <a:rect l="l" t="t" r="r" b="b"/>
              <a:pathLst>
                <a:path w="1269" h="668" extrusionOk="0">
                  <a:moveTo>
                    <a:pt x="1068" y="0"/>
                  </a:moveTo>
                  <a:cubicBezTo>
                    <a:pt x="1068" y="0"/>
                    <a:pt x="701" y="0"/>
                    <a:pt x="501" y="67"/>
                  </a:cubicBezTo>
                  <a:cubicBezTo>
                    <a:pt x="401" y="100"/>
                    <a:pt x="234" y="200"/>
                    <a:pt x="167" y="267"/>
                  </a:cubicBezTo>
                  <a:lnTo>
                    <a:pt x="1" y="434"/>
                  </a:lnTo>
                  <a:lnTo>
                    <a:pt x="134" y="667"/>
                  </a:lnTo>
                  <a:cubicBezTo>
                    <a:pt x="134" y="667"/>
                    <a:pt x="201" y="601"/>
                    <a:pt x="334" y="601"/>
                  </a:cubicBezTo>
                  <a:cubicBezTo>
                    <a:pt x="401" y="567"/>
                    <a:pt x="601" y="567"/>
                    <a:pt x="668" y="534"/>
                  </a:cubicBezTo>
                  <a:cubicBezTo>
                    <a:pt x="868" y="434"/>
                    <a:pt x="1201" y="234"/>
                    <a:pt x="1201" y="234"/>
                  </a:cubicBezTo>
                  <a:cubicBezTo>
                    <a:pt x="1268" y="234"/>
                    <a:pt x="1168" y="34"/>
                    <a:pt x="10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10" name="Google Shape;2110;p18"/>
            <p:cNvSpPr/>
            <p:nvPr/>
          </p:nvSpPr>
          <p:spPr>
            <a:xfrm>
              <a:off x="5030425" y="4861425"/>
              <a:ext cx="20875" cy="13375"/>
            </a:xfrm>
            <a:custGeom>
              <a:avLst/>
              <a:gdLst/>
              <a:ahLst/>
              <a:cxnLst/>
              <a:rect l="l" t="t" r="r" b="b"/>
              <a:pathLst>
                <a:path w="835" h="535" extrusionOk="0">
                  <a:moveTo>
                    <a:pt x="801" y="0"/>
                  </a:moveTo>
                  <a:cubicBezTo>
                    <a:pt x="801" y="0"/>
                    <a:pt x="534" y="0"/>
                    <a:pt x="368" y="34"/>
                  </a:cubicBezTo>
                  <a:cubicBezTo>
                    <a:pt x="234" y="134"/>
                    <a:pt x="34" y="301"/>
                    <a:pt x="34" y="301"/>
                  </a:cubicBezTo>
                  <a:cubicBezTo>
                    <a:pt x="1" y="301"/>
                    <a:pt x="101" y="534"/>
                    <a:pt x="101" y="534"/>
                  </a:cubicBezTo>
                  <a:cubicBezTo>
                    <a:pt x="101" y="534"/>
                    <a:pt x="334" y="534"/>
                    <a:pt x="501" y="501"/>
                  </a:cubicBezTo>
                  <a:cubicBezTo>
                    <a:pt x="668" y="467"/>
                    <a:pt x="835" y="234"/>
                    <a:pt x="835" y="234"/>
                  </a:cubicBezTo>
                  <a:cubicBezTo>
                    <a:pt x="835" y="234"/>
                    <a:pt x="801" y="34"/>
                    <a:pt x="8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11" name="Google Shape;2111;p18"/>
            <p:cNvSpPr/>
            <p:nvPr/>
          </p:nvSpPr>
          <p:spPr>
            <a:xfrm>
              <a:off x="5066300" y="4913125"/>
              <a:ext cx="25875" cy="12525"/>
            </a:xfrm>
            <a:custGeom>
              <a:avLst/>
              <a:gdLst/>
              <a:ahLst/>
              <a:cxnLst/>
              <a:rect l="l" t="t" r="r" b="b"/>
              <a:pathLst>
                <a:path w="1035" h="501" extrusionOk="0">
                  <a:moveTo>
                    <a:pt x="500" y="1"/>
                  </a:moveTo>
                  <a:cubicBezTo>
                    <a:pt x="267" y="67"/>
                    <a:pt x="0" y="167"/>
                    <a:pt x="0" y="167"/>
                  </a:cubicBezTo>
                  <a:lnTo>
                    <a:pt x="0" y="434"/>
                  </a:lnTo>
                  <a:cubicBezTo>
                    <a:pt x="0" y="434"/>
                    <a:pt x="334" y="501"/>
                    <a:pt x="534" y="501"/>
                  </a:cubicBezTo>
                  <a:cubicBezTo>
                    <a:pt x="734" y="468"/>
                    <a:pt x="1034" y="334"/>
                    <a:pt x="1034" y="334"/>
                  </a:cubicBezTo>
                  <a:lnTo>
                    <a:pt x="1034" y="101"/>
                  </a:lnTo>
                  <a:cubicBezTo>
                    <a:pt x="1034" y="101"/>
                    <a:pt x="701" y="1"/>
                    <a:pt x="5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12" name="Google Shape;2112;p18"/>
            <p:cNvSpPr/>
            <p:nvPr/>
          </p:nvSpPr>
          <p:spPr>
            <a:xfrm>
              <a:off x="5042100" y="4889775"/>
              <a:ext cx="25875" cy="17025"/>
            </a:xfrm>
            <a:custGeom>
              <a:avLst/>
              <a:gdLst/>
              <a:ahLst/>
              <a:cxnLst/>
              <a:rect l="l" t="t" r="r" b="b"/>
              <a:pathLst>
                <a:path w="1035" h="681" extrusionOk="0">
                  <a:moveTo>
                    <a:pt x="868" y="1"/>
                  </a:moveTo>
                  <a:cubicBezTo>
                    <a:pt x="868" y="1"/>
                    <a:pt x="534" y="67"/>
                    <a:pt x="401" y="167"/>
                  </a:cubicBezTo>
                  <a:cubicBezTo>
                    <a:pt x="334" y="167"/>
                    <a:pt x="234" y="234"/>
                    <a:pt x="167" y="267"/>
                  </a:cubicBezTo>
                  <a:lnTo>
                    <a:pt x="1" y="367"/>
                  </a:lnTo>
                  <a:lnTo>
                    <a:pt x="1" y="601"/>
                  </a:lnTo>
                  <a:cubicBezTo>
                    <a:pt x="1" y="601"/>
                    <a:pt x="67" y="668"/>
                    <a:pt x="201" y="668"/>
                  </a:cubicBezTo>
                  <a:cubicBezTo>
                    <a:pt x="237" y="677"/>
                    <a:pt x="275" y="681"/>
                    <a:pt x="314" y="681"/>
                  </a:cubicBezTo>
                  <a:cubicBezTo>
                    <a:pt x="421" y="681"/>
                    <a:pt x="537" y="650"/>
                    <a:pt x="634" y="601"/>
                  </a:cubicBezTo>
                  <a:cubicBezTo>
                    <a:pt x="868" y="501"/>
                    <a:pt x="1035" y="201"/>
                    <a:pt x="1035" y="201"/>
                  </a:cubicBezTo>
                  <a:cubicBezTo>
                    <a:pt x="1035" y="201"/>
                    <a:pt x="901" y="34"/>
                    <a:pt x="8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13" name="Google Shape;2113;p18"/>
            <p:cNvSpPr/>
            <p:nvPr/>
          </p:nvSpPr>
          <p:spPr>
            <a:xfrm>
              <a:off x="4116450" y="4858075"/>
              <a:ext cx="18375" cy="12550"/>
            </a:xfrm>
            <a:custGeom>
              <a:avLst/>
              <a:gdLst/>
              <a:ahLst/>
              <a:cxnLst/>
              <a:rect l="l" t="t" r="r" b="b"/>
              <a:pathLst>
                <a:path w="735" h="502" extrusionOk="0">
                  <a:moveTo>
                    <a:pt x="334" y="1"/>
                  </a:moveTo>
                  <a:cubicBezTo>
                    <a:pt x="234" y="34"/>
                    <a:pt x="134" y="101"/>
                    <a:pt x="67" y="168"/>
                  </a:cubicBezTo>
                  <a:cubicBezTo>
                    <a:pt x="34" y="234"/>
                    <a:pt x="0" y="301"/>
                    <a:pt x="0" y="301"/>
                  </a:cubicBezTo>
                  <a:lnTo>
                    <a:pt x="134" y="501"/>
                  </a:lnTo>
                  <a:lnTo>
                    <a:pt x="467" y="501"/>
                  </a:lnTo>
                  <a:cubicBezTo>
                    <a:pt x="501" y="501"/>
                    <a:pt x="534" y="468"/>
                    <a:pt x="634" y="435"/>
                  </a:cubicBezTo>
                  <a:cubicBezTo>
                    <a:pt x="701" y="368"/>
                    <a:pt x="734" y="335"/>
                    <a:pt x="734" y="335"/>
                  </a:cubicBezTo>
                  <a:lnTo>
                    <a:pt x="734" y="34"/>
                  </a:lnTo>
                  <a:cubicBezTo>
                    <a:pt x="734" y="34"/>
                    <a:pt x="701" y="34"/>
                    <a:pt x="6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14" name="Google Shape;2114;p18"/>
            <p:cNvSpPr/>
            <p:nvPr/>
          </p:nvSpPr>
          <p:spPr>
            <a:xfrm>
              <a:off x="4125625" y="4868925"/>
              <a:ext cx="16700" cy="16700"/>
            </a:xfrm>
            <a:custGeom>
              <a:avLst/>
              <a:gdLst/>
              <a:ahLst/>
              <a:cxnLst/>
              <a:rect l="l" t="t" r="r" b="b"/>
              <a:pathLst>
                <a:path w="668" h="668" extrusionOk="0">
                  <a:moveTo>
                    <a:pt x="534" y="1"/>
                  </a:moveTo>
                  <a:cubicBezTo>
                    <a:pt x="534" y="1"/>
                    <a:pt x="300" y="67"/>
                    <a:pt x="167" y="167"/>
                  </a:cubicBezTo>
                  <a:cubicBezTo>
                    <a:pt x="34" y="267"/>
                    <a:pt x="0" y="534"/>
                    <a:pt x="0" y="534"/>
                  </a:cubicBezTo>
                  <a:cubicBezTo>
                    <a:pt x="0" y="534"/>
                    <a:pt x="167" y="668"/>
                    <a:pt x="200" y="668"/>
                  </a:cubicBezTo>
                  <a:cubicBezTo>
                    <a:pt x="200" y="668"/>
                    <a:pt x="434" y="568"/>
                    <a:pt x="501" y="501"/>
                  </a:cubicBezTo>
                  <a:cubicBezTo>
                    <a:pt x="601" y="401"/>
                    <a:pt x="667" y="201"/>
                    <a:pt x="667" y="201"/>
                  </a:cubicBezTo>
                  <a:lnTo>
                    <a:pt x="53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15" name="Google Shape;2115;p18"/>
            <p:cNvSpPr/>
            <p:nvPr/>
          </p:nvSpPr>
          <p:spPr>
            <a:xfrm>
              <a:off x="4141450" y="4883100"/>
              <a:ext cx="13375" cy="17550"/>
            </a:xfrm>
            <a:custGeom>
              <a:avLst/>
              <a:gdLst/>
              <a:ahLst/>
              <a:cxnLst/>
              <a:rect l="l" t="t" r="r" b="b"/>
              <a:pathLst>
                <a:path w="535" h="702" extrusionOk="0">
                  <a:moveTo>
                    <a:pt x="301" y="1"/>
                  </a:moveTo>
                  <a:cubicBezTo>
                    <a:pt x="301" y="1"/>
                    <a:pt x="68" y="134"/>
                    <a:pt x="34" y="268"/>
                  </a:cubicBezTo>
                  <a:cubicBezTo>
                    <a:pt x="1" y="368"/>
                    <a:pt x="1" y="634"/>
                    <a:pt x="1" y="634"/>
                  </a:cubicBezTo>
                  <a:cubicBezTo>
                    <a:pt x="1" y="634"/>
                    <a:pt x="201" y="668"/>
                    <a:pt x="234" y="701"/>
                  </a:cubicBezTo>
                  <a:cubicBezTo>
                    <a:pt x="234" y="701"/>
                    <a:pt x="468" y="601"/>
                    <a:pt x="501" y="468"/>
                  </a:cubicBezTo>
                  <a:cubicBezTo>
                    <a:pt x="535" y="334"/>
                    <a:pt x="535" y="101"/>
                    <a:pt x="535" y="101"/>
                  </a:cubicBezTo>
                  <a:lnTo>
                    <a:pt x="3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16" name="Google Shape;2116;p18"/>
            <p:cNvSpPr/>
            <p:nvPr/>
          </p:nvSpPr>
          <p:spPr>
            <a:xfrm>
              <a:off x="4289075" y="4866425"/>
              <a:ext cx="15850" cy="20875"/>
            </a:xfrm>
            <a:custGeom>
              <a:avLst/>
              <a:gdLst/>
              <a:ahLst/>
              <a:cxnLst/>
              <a:rect l="l" t="t" r="r" b="b"/>
              <a:pathLst>
                <a:path w="634" h="835" extrusionOk="0">
                  <a:moveTo>
                    <a:pt x="501" y="1"/>
                  </a:moveTo>
                  <a:lnTo>
                    <a:pt x="334" y="101"/>
                  </a:lnTo>
                  <a:cubicBezTo>
                    <a:pt x="267" y="134"/>
                    <a:pt x="167" y="201"/>
                    <a:pt x="134" y="301"/>
                  </a:cubicBezTo>
                  <a:cubicBezTo>
                    <a:pt x="67" y="468"/>
                    <a:pt x="0" y="668"/>
                    <a:pt x="0" y="668"/>
                  </a:cubicBezTo>
                  <a:cubicBezTo>
                    <a:pt x="0" y="701"/>
                    <a:pt x="167" y="834"/>
                    <a:pt x="167" y="834"/>
                  </a:cubicBezTo>
                  <a:cubicBezTo>
                    <a:pt x="167" y="834"/>
                    <a:pt x="234" y="801"/>
                    <a:pt x="300" y="768"/>
                  </a:cubicBezTo>
                  <a:cubicBezTo>
                    <a:pt x="400" y="668"/>
                    <a:pt x="467" y="634"/>
                    <a:pt x="501" y="534"/>
                  </a:cubicBezTo>
                  <a:cubicBezTo>
                    <a:pt x="601" y="434"/>
                    <a:pt x="634" y="201"/>
                    <a:pt x="634" y="201"/>
                  </a:cubicBezTo>
                  <a:lnTo>
                    <a:pt x="5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17" name="Google Shape;2117;p18"/>
            <p:cNvSpPr/>
            <p:nvPr/>
          </p:nvSpPr>
          <p:spPr>
            <a:xfrm>
              <a:off x="4308250" y="4888100"/>
              <a:ext cx="17525" cy="27550"/>
            </a:xfrm>
            <a:custGeom>
              <a:avLst/>
              <a:gdLst/>
              <a:ahLst/>
              <a:cxnLst/>
              <a:rect l="l" t="t" r="r" b="b"/>
              <a:pathLst>
                <a:path w="701" h="1102" extrusionOk="0">
                  <a:moveTo>
                    <a:pt x="401" y="1"/>
                  </a:moveTo>
                  <a:cubicBezTo>
                    <a:pt x="401" y="1"/>
                    <a:pt x="301" y="268"/>
                    <a:pt x="167" y="434"/>
                  </a:cubicBezTo>
                  <a:cubicBezTo>
                    <a:pt x="134" y="501"/>
                    <a:pt x="67" y="635"/>
                    <a:pt x="34" y="768"/>
                  </a:cubicBezTo>
                  <a:cubicBezTo>
                    <a:pt x="0" y="901"/>
                    <a:pt x="0" y="968"/>
                    <a:pt x="0" y="968"/>
                  </a:cubicBezTo>
                  <a:cubicBezTo>
                    <a:pt x="0" y="968"/>
                    <a:pt x="201" y="1068"/>
                    <a:pt x="301" y="1102"/>
                  </a:cubicBezTo>
                  <a:lnTo>
                    <a:pt x="401" y="968"/>
                  </a:lnTo>
                  <a:cubicBezTo>
                    <a:pt x="467" y="901"/>
                    <a:pt x="567" y="768"/>
                    <a:pt x="634" y="668"/>
                  </a:cubicBezTo>
                  <a:cubicBezTo>
                    <a:pt x="668" y="568"/>
                    <a:pt x="701" y="401"/>
                    <a:pt x="701" y="268"/>
                  </a:cubicBezTo>
                  <a:cubicBezTo>
                    <a:pt x="701" y="134"/>
                    <a:pt x="668" y="1"/>
                    <a:pt x="6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18" name="Google Shape;2118;p18"/>
            <p:cNvSpPr/>
            <p:nvPr/>
          </p:nvSpPr>
          <p:spPr>
            <a:xfrm>
              <a:off x="4326600" y="4920625"/>
              <a:ext cx="14200" cy="20875"/>
            </a:xfrm>
            <a:custGeom>
              <a:avLst/>
              <a:gdLst/>
              <a:ahLst/>
              <a:cxnLst/>
              <a:rect l="l" t="t" r="r" b="b"/>
              <a:pathLst>
                <a:path w="568" h="835" extrusionOk="0">
                  <a:moveTo>
                    <a:pt x="267" y="1"/>
                  </a:moveTo>
                  <a:cubicBezTo>
                    <a:pt x="267" y="1"/>
                    <a:pt x="234" y="34"/>
                    <a:pt x="167" y="134"/>
                  </a:cubicBezTo>
                  <a:cubicBezTo>
                    <a:pt x="134" y="168"/>
                    <a:pt x="67" y="268"/>
                    <a:pt x="67" y="334"/>
                  </a:cubicBezTo>
                  <a:cubicBezTo>
                    <a:pt x="0" y="501"/>
                    <a:pt x="67" y="801"/>
                    <a:pt x="67" y="801"/>
                  </a:cubicBezTo>
                  <a:cubicBezTo>
                    <a:pt x="100" y="801"/>
                    <a:pt x="300" y="835"/>
                    <a:pt x="300" y="835"/>
                  </a:cubicBezTo>
                  <a:cubicBezTo>
                    <a:pt x="300" y="835"/>
                    <a:pt x="501" y="635"/>
                    <a:pt x="567" y="468"/>
                  </a:cubicBezTo>
                  <a:lnTo>
                    <a:pt x="567" y="168"/>
                  </a:lnTo>
                  <a:cubicBezTo>
                    <a:pt x="567" y="101"/>
                    <a:pt x="501" y="1"/>
                    <a:pt x="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19" name="Google Shape;2119;p18"/>
            <p:cNvSpPr/>
            <p:nvPr/>
          </p:nvSpPr>
          <p:spPr>
            <a:xfrm>
              <a:off x="4344100" y="4954825"/>
              <a:ext cx="13375" cy="20025"/>
            </a:xfrm>
            <a:custGeom>
              <a:avLst/>
              <a:gdLst/>
              <a:ahLst/>
              <a:cxnLst/>
              <a:rect l="l" t="t" r="r" b="b"/>
              <a:pathLst>
                <a:path w="535" h="801" extrusionOk="0">
                  <a:moveTo>
                    <a:pt x="168" y="0"/>
                  </a:moveTo>
                  <a:cubicBezTo>
                    <a:pt x="168" y="0"/>
                    <a:pt x="134" y="67"/>
                    <a:pt x="101" y="134"/>
                  </a:cubicBezTo>
                  <a:cubicBezTo>
                    <a:pt x="67" y="234"/>
                    <a:pt x="1" y="267"/>
                    <a:pt x="1" y="334"/>
                  </a:cubicBezTo>
                  <a:cubicBezTo>
                    <a:pt x="1" y="467"/>
                    <a:pt x="67" y="734"/>
                    <a:pt x="67" y="734"/>
                  </a:cubicBezTo>
                  <a:cubicBezTo>
                    <a:pt x="67" y="768"/>
                    <a:pt x="268" y="801"/>
                    <a:pt x="301" y="801"/>
                  </a:cubicBezTo>
                  <a:cubicBezTo>
                    <a:pt x="301" y="801"/>
                    <a:pt x="468" y="634"/>
                    <a:pt x="534" y="467"/>
                  </a:cubicBezTo>
                  <a:cubicBezTo>
                    <a:pt x="534" y="401"/>
                    <a:pt x="468" y="267"/>
                    <a:pt x="468" y="167"/>
                  </a:cubicBezTo>
                  <a:cubicBezTo>
                    <a:pt x="468" y="67"/>
                    <a:pt x="434" y="0"/>
                    <a:pt x="4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20" name="Google Shape;2120;p18"/>
            <p:cNvSpPr/>
            <p:nvPr/>
          </p:nvSpPr>
          <p:spPr>
            <a:xfrm>
              <a:off x="4366625" y="4992350"/>
              <a:ext cx="13375" cy="18375"/>
            </a:xfrm>
            <a:custGeom>
              <a:avLst/>
              <a:gdLst/>
              <a:ahLst/>
              <a:cxnLst/>
              <a:rect l="l" t="t" r="r" b="b"/>
              <a:pathLst>
                <a:path w="535" h="735" extrusionOk="0">
                  <a:moveTo>
                    <a:pt x="201" y="0"/>
                  </a:moveTo>
                  <a:cubicBezTo>
                    <a:pt x="201" y="0"/>
                    <a:pt x="67" y="167"/>
                    <a:pt x="34" y="267"/>
                  </a:cubicBezTo>
                  <a:cubicBezTo>
                    <a:pt x="0" y="401"/>
                    <a:pt x="0" y="634"/>
                    <a:pt x="0" y="634"/>
                  </a:cubicBezTo>
                  <a:cubicBezTo>
                    <a:pt x="34" y="634"/>
                    <a:pt x="201" y="668"/>
                    <a:pt x="234" y="734"/>
                  </a:cubicBezTo>
                  <a:cubicBezTo>
                    <a:pt x="234" y="734"/>
                    <a:pt x="467" y="601"/>
                    <a:pt x="501" y="434"/>
                  </a:cubicBezTo>
                  <a:cubicBezTo>
                    <a:pt x="534" y="301"/>
                    <a:pt x="467" y="0"/>
                    <a:pt x="4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21" name="Google Shape;2121;p18"/>
            <p:cNvSpPr/>
            <p:nvPr/>
          </p:nvSpPr>
          <p:spPr>
            <a:xfrm>
              <a:off x="5492425" y="4233475"/>
              <a:ext cx="16700" cy="18550"/>
            </a:xfrm>
            <a:custGeom>
              <a:avLst/>
              <a:gdLst/>
              <a:ahLst/>
              <a:cxnLst/>
              <a:rect l="l" t="t" r="r" b="b"/>
              <a:pathLst>
                <a:path w="668" h="742" extrusionOk="0">
                  <a:moveTo>
                    <a:pt x="501" y="0"/>
                  </a:moveTo>
                  <a:cubicBezTo>
                    <a:pt x="501" y="0"/>
                    <a:pt x="234" y="100"/>
                    <a:pt x="134" y="234"/>
                  </a:cubicBezTo>
                  <a:cubicBezTo>
                    <a:pt x="67" y="301"/>
                    <a:pt x="34" y="434"/>
                    <a:pt x="1" y="501"/>
                  </a:cubicBezTo>
                  <a:lnTo>
                    <a:pt x="1" y="668"/>
                  </a:lnTo>
                  <a:cubicBezTo>
                    <a:pt x="29" y="668"/>
                    <a:pt x="156" y="741"/>
                    <a:pt x="191" y="741"/>
                  </a:cubicBezTo>
                  <a:cubicBezTo>
                    <a:pt x="197" y="741"/>
                    <a:pt x="201" y="739"/>
                    <a:pt x="201" y="734"/>
                  </a:cubicBezTo>
                  <a:cubicBezTo>
                    <a:pt x="201" y="734"/>
                    <a:pt x="401" y="601"/>
                    <a:pt x="501" y="501"/>
                  </a:cubicBezTo>
                  <a:cubicBezTo>
                    <a:pt x="568" y="434"/>
                    <a:pt x="668" y="167"/>
                    <a:pt x="668" y="167"/>
                  </a:cubicBezTo>
                  <a:lnTo>
                    <a:pt x="5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22" name="Google Shape;2122;p18"/>
            <p:cNvSpPr/>
            <p:nvPr/>
          </p:nvSpPr>
          <p:spPr>
            <a:xfrm>
              <a:off x="5509100" y="4245150"/>
              <a:ext cx="12550" cy="20025"/>
            </a:xfrm>
            <a:custGeom>
              <a:avLst/>
              <a:gdLst/>
              <a:ahLst/>
              <a:cxnLst/>
              <a:rect l="l" t="t" r="r" b="b"/>
              <a:pathLst>
                <a:path w="502" h="801" extrusionOk="0">
                  <a:moveTo>
                    <a:pt x="334" y="0"/>
                  </a:moveTo>
                  <a:cubicBezTo>
                    <a:pt x="268" y="0"/>
                    <a:pt x="67" y="100"/>
                    <a:pt x="67" y="100"/>
                  </a:cubicBezTo>
                  <a:cubicBezTo>
                    <a:pt x="67" y="100"/>
                    <a:pt x="1" y="301"/>
                    <a:pt x="1" y="367"/>
                  </a:cubicBezTo>
                  <a:cubicBezTo>
                    <a:pt x="1" y="467"/>
                    <a:pt x="34" y="668"/>
                    <a:pt x="34" y="668"/>
                  </a:cubicBezTo>
                  <a:lnTo>
                    <a:pt x="234" y="801"/>
                  </a:lnTo>
                  <a:cubicBezTo>
                    <a:pt x="234" y="801"/>
                    <a:pt x="501" y="634"/>
                    <a:pt x="501" y="434"/>
                  </a:cubicBezTo>
                  <a:cubicBezTo>
                    <a:pt x="501" y="334"/>
                    <a:pt x="468" y="201"/>
                    <a:pt x="401" y="134"/>
                  </a:cubicBezTo>
                  <a:cubicBezTo>
                    <a:pt x="368" y="34"/>
                    <a:pt x="334" y="0"/>
                    <a:pt x="3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23" name="Google Shape;2123;p18"/>
            <p:cNvSpPr/>
            <p:nvPr/>
          </p:nvSpPr>
          <p:spPr>
            <a:xfrm>
              <a:off x="5529125" y="4257650"/>
              <a:ext cx="13350" cy="23700"/>
            </a:xfrm>
            <a:custGeom>
              <a:avLst/>
              <a:gdLst/>
              <a:ahLst/>
              <a:cxnLst/>
              <a:rect l="l" t="t" r="r" b="b"/>
              <a:pathLst>
                <a:path w="534" h="948" extrusionOk="0">
                  <a:moveTo>
                    <a:pt x="334" y="1"/>
                  </a:moveTo>
                  <a:cubicBezTo>
                    <a:pt x="334" y="1"/>
                    <a:pt x="100" y="201"/>
                    <a:pt x="34" y="368"/>
                  </a:cubicBezTo>
                  <a:cubicBezTo>
                    <a:pt x="0" y="601"/>
                    <a:pt x="0" y="868"/>
                    <a:pt x="0" y="868"/>
                  </a:cubicBezTo>
                  <a:cubicBezTo>
                    <a:pt x="0" y="917"/>
                    <a:pt x="108" y="948"/>
                    <a:pt x="165" y="948"/>
                  </a:cubicBezTo>
                  <a:cubicBezTo>
                    <a:pt x="186" y="948"/>
                    <a:pt x="200" y="944"/>
                    <a:pt x="200" y="935"/>
                  </a:cubicBezTo>
                  <a:cubicBezTo>
                    <a:pt x="200" y="935"/>
                    <a:pt x="401" y="701"/>
                    <a:pt x="434" y="601"/>
                  </a:cubicBezTo>
                  <a:cubicBezTo>
                    <a:pt x="534" y="434"/>
                    <a:pt x="534" y="134"/>
                    <a:pt x="534" y="134"/>
                  </a:cubicBezTo>
                  <a:cubicBezTo>
                    <a:pt x="534" y="101"/>
                    <a:pt x="334" y="1"/>
                    <a:pt x="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24" name="Google Shape;2124;p18"/>
            <p:cNvSpPr/>
            <p:nvPr/>
          </p:nvSpPr>
          <p:spPr>
            <a:xfrm>
              <a:off x="5651700" y="4281475"/>
              <a:ext cx="16700" cy="12900"/>
            </a:xfrm>
            <a:custGeom>
              <a:avLst/>
              <a:gdLst/>
              <a:ahLst/>
              <a:cxnLst/>
              <a:rect l="l" t="t" r="r" b="b"/>
              <a:pathLst>
                <a:path w="668" h="516" extrusionOk="0">
                  <a:moveTo>
                    <a:pt x="399" y="0"/>
                  </a:moveTo>
                  <a:cubicBezTo>
                    <a:pt x="349" y="0"/>
                    <a:pt x="301" y="4"/>
                    <a:pt x="268" y="15"/>
                  </a:cubicBezTo>
                  <a:cubicBezTo>
                    <a:pt x="134" y="48"/>
                    <a:pt x="1" y="315"/>
                    <a:pt x="1" y="315"/>
                  </a:cubicBezTo>
                  <a:cubicBezTo>
                    <a:pt x="1" y="349"/>
                    <a:pt x="134" y="482"/>
                    <a:pt x="168" y="515"/>
                  </a:cubicBezTo>
                  <a:cubicBezTo>
                    <a:pt x="168" y="515"/>
                    <a:pt x="334" y="515"/>
                    <a:pt x="434" y="482"/>
                  </a:cubicBezTo>
                  <a:cubicBezTo>
                    <a:pt x="534" y="415"/>
                    <a:pt x="668" y="249"/>
                    <a:pt x="668" y="249"/>
                  </a:cubicBezTo>
                  <a:cubicBezTo>
                    <a:pt x="668" y="215"/>
                    <a:pt x="601" y="15"/>
                    <a:pt x="601" y="15"/>
                  </a:cubicBezTo>
                  <a:cubicBezTo>
                    <a:pt x="601" y="15"/>
                    <a:pt x="497" y="0"/>
                    <a:pt x="3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25" name="Google Shape;2125;p18"/>
            <p:cNvSpPr/>
            <p:nvPr/>
          </p:nvSpPr>
          <p:spPr>
            <a:xfrm>
              <a:off x="5655050" y="4311850"/>
              <a:ext cx="17525" cy="20050"/>
            </a:xfrm>
            <a:custGeom>
              <a:avLst/>
              <a:gdLst/>
              <a:ahLst/>
              <a:cxnLst/>
              <a:rect l="l" t="t" r="r" b="b"/>
              <a:pathLst>
                <a:path w="701" h="802" extrusionOk="0">
                  <a:moveTo>
                    <a:pt x="567" y="1"/>
                  </a:moveTo>
                  <a:cubicBezTo>
                    <a:pt x="567" y="1"/>
                    <a:pt x="501" y="1"/>
                    <a:pt x="400" y="34"/>
                  </a:cubicBezTo>
                  <a:cubicBezTo>
                    <a:pt x="334" y="101"/>
                    <a:pt x="234" y="134"/>
                    <a:pt x="167" y="201"/>
                  </a:cubicBezTo>
                  <a:cubicBezTo>
                    <a:pt x="34" y="335"/>
                    <a:pt x="0" y="635"/>
                    <a:pt x="0" y="635"/>
                  </a:cubicBezTo>
                  <a:cubicBezTo>
                    <a:pt x="0" y="668"/>
                    <a:pt x="167" y="768"/>
                    <a:pt x="200" y="802"/>
                  </a:cubicBezTo>
                  <a:cubicBezTo>
                    <a:pt x="200" y="802"/>
                    <a:pt x="467" y="668"/>
                    <a:pt x="534" y="535"/>
                  </a:cubicBezTo>
                  <a:cubicBezTo>
                    <a:pt x="567" y="501"/>
                    <a:pt x="601" y="435"/>
                    <a:pt x="667" y="335"/>
                  </a:cubicBezTo>
                  <a:cubicBezTo>
                    <a:pt x="667" y="268"/>
                    <a:pt x="701" y="201"/>
                    <a:pt x="701" y="201"/>
                  </a:cubicBezTo>
                  <a:lnTo>
                    <a:pt x="56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26" name="Google Shape;2126;p18"/>
            <p:cNvSpPr/>
            <p:nvPr/>
          </p:nvSpPr>
          <p:spPr>
            <a:xfrm>
              <a:off x="5666725" y="4348550"/>
              <a:ext cx="15025" cy="24225"/>
            </a:xfrm>
            <a:custGeom>
              <a:avLst/>
              <a:gdLst/>
              <a:ahLst/>
              <a:cxnLst/>
              <a:rect l="l" t="t" r="r" b="b"/>
              <a:pathLst>
                <a:path w="601" h="969" extrusionOk="0">
                  <a:moveTo>
                    <a:pt x="367" y="1"/>
                  </a:moveTo>
                  <a:cubicBezTo>
                    <a:pt x="367" y="1"/>
                    <a:pt x="334" y="34"/>
                    <a:pt x="267" y="134"/>
                  </a:cubicBezTo>
                  <a:cubicBezTo>
                    <a:pt x="234" y="201"/>
                    <a:pt x="167" y="301"/>
                    <a:pt x="100" y="368"/>
                  </a:cubicBezTo>
                  <a:cubicBezTo>
                    <a:pt x="34" y="534"/>
                    <a:pt x="0" y="868"/>
                    <a:pt x="0" y="868"/>
                  </a:cubicBezTo>
                  <a:lnTo>
                    <a:pt x="200" y="968"/>
                  </a:lnTo>
                  <a:cubicBezTo>
                    <a:pt x="200" y="968"/>
                    <a:pt x="434" y="735"/>
                    <a:pt x="534" y="568"/>
                  </a:cubicBezTo>
                  <a:cubicBezTo>
                    <a:pt x="567" y="501"/>
                    <a:pt x="601" y="368"/>
                    <a:pt x="601" y="234"/>
                  </a:cubicBezTo>
                  <a:lnTo>
                    <a:pt x="601" y="34"/>
                  </a:lnTo>
                  <a:lnTo>
                    <a:pt x="36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27" name="Google Shape;2127;p18"/>
            <p:cNvSpPr/>
            <p:nvPr/>
          </p:nvSpPr>
          <p:spPr>
            <a:xfrm>
              <a:off x="5689225" y="4377750"/>
              <a:ext cx="12550" cy="14200"/>
            </a:xfrm>
            <a:custGeom>
              <a:avLst/>
              <a:gdLst/>
              <a:ahLst/>
              <a:cxnLst/>
              <a:rect l="l" t="t" r="r" b="b"/>
              <a:pathLst>
                <a:path w="502" h="568" extrusionOk="0">
                  <a:moveTo>
                    <a:pt x="134" y="0"/>
                  </a:moveTo>
                  <a:cubicBezTo>
                    <a:pt x="134" y="0"/>
                    <a:pt x="1" y="167"/>
                    <a:pt x="1" y="300"/>
                  </a:cubicBezTo>
                  <a:cubicBezTo>
                    <a:pt x="1" y="400"/>
                    <a:pt x="134" y="567"/>
                    <a:pt x="134" y="567"/>
                  </a:cubicBezTo>
                  <a:lnTo>
                    <a:pt x="368" y="567"/>
                  </a:lnTo>
                  <a:cubicBezTo>
                    <a:pt x="368" y="567"/>
                    <a:pt x="501" y="400"/>
                    <a:pt x="501" y="300"/>
                  </a:cubicBezTo>
                  <a:cubicBezTo>
                    <a:pt x="501" y="167"/>
                    <a:pt x="368" y="0"/>
                    <a:pt x="3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28" name="Google Shape;2128;p18"/>
            <p:cNvSpPr/>
            <p:nvPr/>
          </p:nvSpPr>
          <p:spPr>
            <a:xfrm>
              <a:off x="5727600" y="4400250"/>
              <a:ext cx="12525" cy="15875"/>
            </a:xfrm>
            <a:custGeom>
              <a:avLst/>
              <a:gdLst/>
              <a:ahLst/>
              <a:cxnLst/>
              <a:rect l="l" t="t" r="r" b="b"/>
              <a:pathLst>
                <a:path w="501" h="635" extrusionOk="0">
                  <a:moveTo>
                    <a:pt x="134" y="1"/>
                  </a:moveTo>
                  <a:cubicBezTo>
                    <a:pt x="134" y="1"/>
                    <a:pt x="0" y="234"/>
                    <a:pt x="0" y="334"/>
                  </a:cubicBezTo>
                  <a:cubicBezTo>
                    <a:pt x="0" y="401"/>
                    <a:pt x="67" y="468"/>
                    <a:pt x="100" y="568"/>
                  </a:cubicBezTo>
                  <a:lnTo>
                    <a:pt x="167" y="635"/>
                  </a:lnTo>
                  <a:cubicBezTo>
                    <a:pt x="220" y="635"/>
                    <a:pt x="338" y="592"/>
                    <a:pt x="400" y="592"/>
                  </a:cubicBezTo>
                  <a:cubicBezTo>
                    <a:pt x="415" y="592"/>
                    <a:pt x="427" y="595"/>
                    <a:pt x="434" y="601"/>
                  </a:cubicBezTo>
                  <a:cubicBezTo>
                    <a:pt x="434" y="601"/>
                    <a:pt x="467" y="501"/>
                    <a:pt x="467" y="468"/>
                  </a:cubicBezTo>
                  <a:cubicBezTo>
                    <a:pt x="501" y="434"/>
                    <a:pt x="501" y="334"/>
                    <a:pt x="501" y="301"/>
                  </a:cubicBezTo>
                  <a:cubicBezTo>
                    <a:pt x="501" y="168"/>
                    <a:pt x="401" y="1"/>
                    <a:pt x="4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29" name="Google Shape;2129;p18"/>
            <p:cNvSpPr/>
            <p:nvPr/>
          </p:nvSpPr>
          <p:spPr>
            <a:xfrm>
              <a:off x="5830175" y="3945775"/>
              <a:ext cx="16700" cy="19425"/>
            </a:xfrm>
            <a:custGeom>
              <a:avLst/>
              <a:gdLst/>
              <a:ahLst/>
              <a:cxnLst/>
              <a:rect l="l" t="t" r="r" b="b"/>
              <a:pathLst>
                <a:path w="668" h="777" extrusionOk="0">
                  <a:moveTo>
                    <a:pt x="501" y="0"/>
                  </a:moveTo>
                  <a:cubicBezTo>
                    <a:pt x="501" y="0"/>
                    <a:pt x="234" y="134"/>
                    <a:pt x="134" y="267"/>
                  </a:cubicBezTo>
                  <a:cubicBezTo>
                    <a:pt x="34" y="434"/>
                    <a:pt x="0" y="667"/>
                    <a:pt x="0" y="667"/>
                  </a:cubicBezTo>
                  <a:cubicBezTo>
                    <a:pt x="0" y="722"/>
                    <a:pt x="111" y="776"/>
                    <a:pt x="152" y="776"/>
                  </a:cubicBezTo>
                  <a:cubicBezTo>
                    <a:pt x="161" y="776"/>
                    <a:pt x="167" y="774"/>
                    <a:pt x="167" y="767"/>
                  </a:cubicBezTo>
                  <a:cubicBezTo>
                    <a:pt x="167" y="767"/>
                    <a:pt x="400" y="634"/>
                    <a:pt x="501" y="501"/>
                  </a:cubicBezTo>
                  <a:cubicBezTo>
                    <a:pt x="634" y="434"/>
                    <a:pt x="667" y="167"/>
                    <a:pt x="667" y="167"/>
                  </a:cubicBezTo>
                  <a:lnTo>
                    <a:pt x="5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30" name="Google Shape;2130;p18"/>
            <p:cNvSpPr/>
            <p:nvPr/>
          </p:nvSpPr>
          <p:spPr>
            <a:xfrm>
              <a:off x="5851025" y="3962450"/>
              <a:ext cx="13350" cy="20025"/>
            </a:xfrm>
            <a:custGeom>
              <a:avLst/>
              <a:gdLst/>
              <a:ahLst/>
              <a:cxnLst/>
              <a:rect l="l" t="t" r="r" b="b"/>
              <a:pathLst>
                <a:path w="534" h="801" extrusionOk="0">
                  <a:moveTo>
                    <a:pt x="234" y="0"/>
                  </a:moveTo>
                  <a:cubicBezTo>
                    <a:pt x="234" y="0"/>
                    <a:pt x="67" y="167"/>
                    <a:pt x="33" y="334"/>
                  </a:cubicBezTo>
                  <a:cubicBezTo>
                    <a:pt x="0" y="501"/>
                    <a:pt x="33" y="768"/>
                    <a:pt x="33" y="768"/>
                  </a:cubicBezTo>
                  <a:cubicBezTo>
                    <a:pt x="33" y="768"/>
                    <a:pt x="234" y="801"/>
                    <a:pt x="300" y="801"/>
                  </a:cubicBezTo>
                  <a:cubicBezTo>
                    <a:pt x="300" y="801"/>
                    <a:pt x="467" y="634"/>
                    <a:pt x="501" y="467"/>
                  </a:cubicBezTo>
                  <a:cubicBezTo>
                    <a:pt x="534" y="301"/>
                    <a:pt x="501" y="67"/>
                    <a:pt x="501" y="67"/>
                  </a:cubicBezTo>
                  <a:lnTo>
                    <a:pt x="2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31" name="Google Shape;2131;p18"/>
            <p:cNvSpPr/>
            <p:nvPr/>
          </p:nvSpPr>
          <p:spPr>
            <a:xfrm>
              <a:off x="5875200" y="3987475"/>
              <a:ext cx="13375" cy="24425"/>
            </a:xfrm>
            <a:custGeom>
              <a:avLst/>
              <a:gdLst/>
              <a:ahLst/>
              <a:cxnLst/>
              <a:rect l="l" t="t" r="r" b="b"/>
              <a:pathLst>
                <a:path w="535" h="977" extrusionOk="0">
                  <a:moveTo>
                    <a:pt x="334" y="0"/>
                  </a:moveTo>
                  <a:cubicBezTo>
                    <a:pt x="334" y="0"/>
                    <a:pt x="101" y="267"/>
                    <a:pt x="34" y="434"/>
                  </a:cubicBezTo>
                  <a:cubicBezTo>
                    <a:pt x="1" y="600"/>
                    <a:pt x="1" y="934"/>
                    <a:pt x="1" y="934"/>
                  </a:cubicBezTo>
                  <a:cubicBezTo>
                    <a:pt x="1" y="934"/>
                    <a:pt x="129" y="977"/>
                    <a:pt x="180" y="977"/>
                  </a:cubicBezTo>
                  <a:cubicBezTo>
                    <a:pt x="193" y="977"/>
                    <a:pt x="201" y="974"/>
                    <a:pt x="201" y="967"/>
                  </a:cubicBezTo>
                  <a:cubicBezTo>
                    <a:pt x="201" y="967"/>
                    <a:pt x="401" y="767"/>
                    <a:pt x="434" y="600"/>
                  </a:cubicBezTo>
                  <a:cubicBezTo>
                    <a:pt x="534" y="434"/>
                    <a:pt x="534" y="133"/>
                    <a:pt x="534" y="133"/>
                  </a:cubicBezTo>
                  <a:cubicBezTo>
                    <a:pt x="534" y="100"/>
                    <a:pt x="334" y="0"/>
                    <a:pt x="3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32" name="Google Shape;2132;p18"/>
            <p:cNvSpPr/>
            <p:nvPr/>
          </p:nvSpPr>
          <p:spPr>
            <a:xfrm>
              <a:off x="6001950" y="3978300"/>
              <a:ext cx="13375" cy="15025"/>
            </a:xfrm>
            <a:custGeom>
              <a:avLst/>
              <a:gdLst/>
              <a:ahLst/>
              <a:cxnLst/>
              <a:rect l="l" t="t" r="r" b="b"/>
              <a:pathLst>
                <a:path w="535" h="601" extrusionOk="0">
                  <a:moveTo>
                    <a:pt x="368" y="0"/>
                  </a:moveTo>
                  <a:cubicBezTo>
                    <a:pt x="368" y="0"/>
                    <a:pt x="168" y="100"/>
                    <a:pt x="101" y="167"/>
                  </a:cubicBezTo>
                  <a:cubicBezTo>
                    <a:pt x="1" y="200"/>
                    <a:pt x="1" y="434"/>
                    <a:pt x="1" y="434"/>
                  </a:cubicBezTo>
                  <a:lnTo>
                    <a:pt x="168" y="601"/>
                  </a:lnTo>
                  <a:cubicBezTo>
                    <a:pt x="168" y="601"/>
                    <a:pt x="368" y="500"/>
                    <a:pt x="468" y="434"/>
                  </a:cubicBezTo>
                  <a:cubicBezTo>
                    <a:pt x="535" y="367"/>
                    <a:pt x="535" y="167"/>
                    <a:pt x="535" y="167"/>
                  </a:cubicBezTo>
                  <a:lnTo>
                    <a:pt x="36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33" name="Google Shape;2133;p18"/>
            <p:cNvSpPr/>
            <p:nvPr/>
          </p:nvSpPr>
          <p:spPr>
            <a:xfrm>
              <a:off x="6006950" y="3997475"/>
              <a:ext cx="16725" cy="25875"/>
            </a:xfrm>
            <a:custGeom>
              <a:avLst/>
              <a:gdLst/>
              <a:ahLst/>
              <a:cxnLst/>
              <a:rect l="l" t="t" r="r" b="b"/>
              <a:pathLst>
                <a:path w="669" h="1035" extrusionOk="0">
                  <a:moveTo>
                    <a:pt x="435" y="0"/>
                  </a:moveTo>
                  <a:cubicBezTo>
                    <a:pt x="435" y="0"/>
                    <a:pt x="168" y="234"/>
                    <a:pt x="101" y="401"/>
                  </a:cubicBezTo>
                  <a:cubicBezTo>
                    <a:pt x="1" y="601"/>
                    <a:pt x="1" y="934"/>
                    <a:pt x="1" y="934"/>
                  </a:cubicBezTo>
                  <a:cubicBezTo>
                    <a:pt x="1" y="934"/>
                    <a:pt x="234" y="1034"/>
                    <a:pt x="268" y="1034"/>
                  </a:cubicBezTo>
                  <a:cubicBezTo>
                    <a:pt x="268" y="1034"/>
                    <a:pt x="501" y="768"/>
                    <a:pt x="601" y="601"/>
                  </a:cubicBezTo>
                  <a:cubicBezTo>
                    <a:pt x="668" y="401"/>
                    <a:pt x="668" y="67"/>
                    <a:pt x="668" y="67"/>
                  </a:cubicBezTo>
                  <a:cubicBezTo>
                    <a:pt x="635" y="67"/>
                    <a:pt x="435" y="0"/>
                    <a:pt x="4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34" name="Google Shape;2134;p18"/>
            <p:cNvSpPr/>
            <p:nvPr/>
          </p:nvSpPr>
          <p:spPr>
            <a:xfrm>
              <a:off x="6027800" y="4031650"/>
              <a:ext cx="15875" cy="21950"/>
            </a:xfrm>
            <a:custGeom>
              <a:avLst/>
              <a:gdLst/>
              <a:ahLst/>
              <a:cxnLst/>
              <a:rect l="l" t="t" r="r" b="b"/>
              <a:pathLst>
                <a:path w="635" h="878" extrusionOk="0">
                  <a:moveTo>
                    <a:pt x="334" y="1"/>
                  </a:moveTo>
                  <a:cubicBezTo>
                    <a:pt x="334" y="1"/>
                    <a:pt x="134" y="201"/>
                    <a:pt x="101" y="368"/>
                  </a:cubicBezTo>
                  <a:cubicBezTo>
                    <a:pt x="1" y="535"/>
                    <a:pt x="68" y="835"/>
                    <a:pt x="68" y="835"/>
                  </a:cubicBezTo>
                  <a:cubicBezTo>
                    <a:pt x="68" y="835"/>
                    <a:pt x="196" y="878"/>
                    <a:pt x="264" y="878"/>
                  </a:cubicBezTo>
                  <a:cubicBezTo>
                    <a:pt x="281" y="878"/>
                    <a:pt x="294" y="875"/>
                    <a:pt x="301" y="868"/>
                  </a:cubicBezTo>
                  <a:cubicBezTo>
                    <a:pt x="301" y="868"/>
                    <a:pt x="501" y="668"/>
                    <a:pt x="568" y="501"/>
                  </a:cubicBezTo>
                  <a:cubicBezTo>
                    <a:pt x="635" y="335"/>
                    <a:pt x="601" y="34"/>
                    <a:pt x="601" y="34"/>
                  </a:cubicBezTo>
                  <a:lnTo>
                    <a:pt x="33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35" name="Google Shape;2135;p18"/>
            <p:cNvSpPr/>
            <p:nvPr/>
          </p:nvSpPr>
          <p:spPr>
            <a:xfrm>
              <a:off x="6051150" y="4057525"/>
              <a:ext cx="12550" cy="27450"/>
            </a:xfrm>
            <a:custGeom>
              <a:avLst/>
              <a:gdLst/>
              <a:ahLst/>
              <a:cxnLst/>
              <a:rect l="l" t="t" r="r" b="b"/>
              <a:pathLst>
                <a:path w="502" h="1098" extrusionOk="0">
                  <a:moveTo>
                    <a:pt x="168" y="0"/>
                  </a:moveTo>
                  <a:cubicBezTo>
                    <a:pt x="168" y="0"/>
                    <a:pt x="1" y="334"/>
                    <a:pt x="1" y="500"/>
                  </a:cubicBezTo>
                  <a:cubicBezTo>
                    <a:pt x="1" y="701"/>
                    <a:pt x="34" y="1034"/>
                    <a:pt x="34" y="1034"/>
                  </a:cubicBezTo>
                  <a:cubicBezTo>
                    <a:pt x="34" y="1071"/>
                    <a:pt x="94" y="1097"/>
                    <a:pt x="154" y="1097"/>
                  </a:cubicBezTo>
                  <a:cubicBezTo>
                    <a:pt x="204" y="1097"/>
                    <a:pt x="253" y="1079"/>
                    <a:pt x="268" y="1034"/>
                  </a:cubicBezTo>
                  <a:cubicBezTo>
                    <a:pt x="268" y="1034"/>
                    <a:pt x="435" y="767"/>
                    <a:pt x="501" y="534"/>
                  </a:cubicBezTo>
                  <a:cubicBezTo>
                    <a:pt x="501" y="334"/>
                    <a:pt x="401" y="0"/>
                    <a:pt x="4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36" name="Google Shape;2136;p18"/>
            <p:cNvSpPr/>
            <p:nvPr/>
          </p:nvSpPr>
          <p:spPr>
            <a:xfrm>
              <a:off x="5872225" y="4481975"/>
              <a:ext cx="338800" cy="231750"/>
            </a:xfrm>
            <a:custGeom>
              <a:avLst/>
              <a:gdLst/>
              <a:ahLst/>
              <a:cxnLst/>
              <a:rect l="l" t="t" r="r" b="b"/>
              <a:pathLst>
                <a:path w="13552" h="9270" extrusionOk="0">
                  <a:moveTo>
                    <a:pt x="4122" y="1"/>
                  </a:moveTo>
                  <a:cubicBezTo>
                    <a:pt x="3389" y="34"/>
                    <a:pt x="2721" y="368"/>
                    <a:pt x="2321" y="835"/>
                  </a:cubicBezTo>
                  <a:cubicBezTo>
                    <a:pt x="2054" y="1035"/>
                    <a:pt x="1887" y="1335"/>
                    <a:pt x="1821" y="1569"/>
                  </a:cubicBezTo>
                  <a:cubicBezTo>
                    <a:pt x="1721" y="1869"/>
                    <a:pt x="1654" y="2136"/>
                    <a:pt x="1554" y="2336"/>
                  </a:cubicBezTo>
                  <a:cubicBezTo>
                    <a:pt x="1454" y="2803"/>
                    <a:pt x="1287" y="3203"/>
                    <a:pt x="1120" y="3470"/>
                  </a:cubicBezTo>
                  <a:cubicBezTo>
                    <a:pt x="953" y="3737"/>
                    <a:pt x="720" y="3837"/>
                    <a:pt x="620" y="3870"/>
                  </a:cubicBezTo>
                  <a:lnTo>
                    <a:pt x="353" y="3870"/>
                  </a:lnTo>
                  <a:cubicBezTo>
                    <a:pt x="345" y="3869"/>
                    <a:pt x="337" y="3868"/>
                    <a:pt x="329" y="3868"/>
                  </a:cubicBezTo>
                  <a:cubicBezTo>
                    <a:pt x="168" y="3868"/>
                    <a:pt x="0" y="4174"/>
                    <a:pt x="286" y="4237"/>
                  </a:cubicBezTo>
                  <a:cubicBezTo>
                    <a:pt x="286" y="4237"/>
                    <a:pt x="320" y="4304"/>
                    <a:pt x="353" y="4304"/>
                  </a:cubicBezTo>
                  <a:lnTo>
                    <a:pt x="653" y="4304"/>
                  </a:lnTo>
                  <a:cubicBezTo>
                    <a:pt x="887" y="4304"/>
                    <a:pt x="1287" y="4070"/>
                    <a:pt x="1487" y="3737"/>
                  </a:cubicBezTo>
                  <a:cubicBezTo>
                    <a:pt x="1721" y="3403"/>
                    <a:pt x="1887" y="3003"/>
                    <a:pt x="2054" y="2536"/>
                  </a:cubicBezTo>
                  <a:cubicBezTo>
                    <a:pt x="2288" y="2069"/>
                    <a:pt x="2388" y="1569"/>
                    <a:pt x="2788" y="1235"/>
                  </a:cubicBezTo>
                  <a:cubicBezTo>
                    <a:pt x="3155" y="901"/>
                    <a:pt x="3655" y="668"/>
                    <a:pt x="4189" y="668"/>
                  </a:cubicBezTo>
                  <a:cubicBezTo>
                    <a:pt x="4689" y="668"/>
                    <a:pt x="5290" y="901"/>
                    <a:pt x="5557" y="1335"/>
                  </a:cubicBezTo>
                  <a:cubicBezTo>
                    <a:pt x="5890" y="1735"/>
                    <a:pt x="5990" y="2369"/>
                    <a:pt x="6157" y="3003"/>
                  </a:cubicBezTo>
                  <a:cubicBezTo>
                    <a:pt x="6357" y="3637"/>
                    <a:pt x="6724" y="4337"/>
                    <a:pt x="7491" y="4537"/>
                  </a:cubicBezTo>
                  <a:cubicBezTo>
                    <a:pt x="7607" y="4579"/>
                    <a:pt x="7732" y="4598"/>
                    <a:pt x="7858" y="4598"/>
                  </a:cubicBezTo>
                  <a:cubicBezTo>
                    <a:pt x="8135" y="4598"/>
                    <a:pt x="8420" y="4508"/>
                    <a:pt x="8626" y="4371"/>
                  </a:cubicBezTo>
                  <a:cubicBezTo>
                    <a:pt x="8792" y="4237"/>
                    <a:pt x="8892" y="4171"/>
                    <a:pt x="9026" y="4037"/>
                  </a:cubicBezTo>
                  <a:lnTo>
                    <a:pt x="9126" y="3970"/>
                  </a:lnTo>
                  <a:lnTo>
                    <a:pt x="9159" y="3904"/>
                  </a:lnTo>
                  <a:lnTo>
                    <a:pt x="9326" y="3804"/>
                  </a:lnTo>
                  <a:cubicBezTo>
                    <a:pt x="9793" y="3403"/>
                    <a:pt x="10227" y="3070"/>
                    <a:pt x="10794" y="3070"/>
                  </a:cubicBezTo>
                  <a:cubicBezTo>
                    <a:pt x="10827" y="3059"/>
                    <a:pt x="10868" y="3055"/>
                    <a:pt x="10912" y="3055"/>
                  </a:cubicBezTo>
                  <a:cubicBezTo>
                    <a:pt x="11001" y="3055"/>
                    <a:pt x="11105" y="3070"/>
                    <a:pt x="11194" y="3070"/>
                  </a:cubicBezTo>
                  <a:cubicBezTo>
                    <a:pt x="11328" y="3070"/>
                    <a:pt x="11461" y="3136"/>
                    <a:pt x="11561" y="3170"/>
                  </a:cubicBezTo>
                  <a:cubicBezTo>
                    <a:pt x="11828" y="3303"/>
                    <a:pt x="12028" y="3403"/>
                    <a:pt x="12161" y="3637"/>
                  </a:cubicBezTo>
                  <a:cubicBezTo>
                    <a:pt x="12428" y="4037"/>
                    <a:pt x="12428" y="4571"/>
                    <a:pt x="12495" y="5171"/>
                  </a:cubicBezTo>
                  <a:cubicBezTo>
                    <a:pt x="12528" y="6305"/>
                    <a:pt x="12628" y="7339"/>
                    <a:pt x="12829" y="8040"/>
                  </a:cubicBezTo>
                  <a:cubicBezTo>
                    <a:pt x="12895" y="8407"/>
                    <a:pt x="12995" y="8707"/>
                    <a:pt x="13062" y="8874"/>
                  </a:cubicBezTo>
                  <a:cubicBezTo>
                    <a:pt x="13162" y="9074"/>
                    <a:pt x="13196" y="9174"/>
                    <a:pt x="13196" y="9174"/>
                  </a:cubicBezTo>
                  <a:cubicBezTo>
                    <a:pt x="13228" y="9239"/>
                    <a:pt x="13279" y="9269"/>
                    <a:pt x="13331" y="9269"/>
                  </a:cubicBezTo>
                  <a:cubicBezTo>
                    <a:pt x="13438" y="9269"/>
                    <a:pt x="13552" y="9143"/>
                    <a:pt x="13529" y="8941"/>
                  </a:cubicBezTo>
                  <a:cubicBezTo>
                    <a:pt x="13529" y="8941"/>
                    <a:pt x="13529" y="8841"/>
                    <a:pt x="13462" y="8674"/>
                  </a:cubicBezTo>
                  <a:cubicBezTo>
                    <a:pt x="13362" y="8507"/>
                    <a:pt x="13329" y="8207"/>
                    <a:pt x="13229" y="7873"/>
                  </a:cubicBezTo>
                  <a:cubicBezTo>
                    <a:pt x="13062" y="7206"/>
                    <a:pt x="13029" y="6205"/>
                    <a:pt x="13029" y="5071"/>
                  </a:cubicBezTo>
                  <a:cubicBezTo>
                    <a:pt x="12995" y="4537"/>
                    <a:pt x="13029" y="3837"/>
                    <a:pt x="12628" y="3203"/>
                  </a:cubicBezTo>
                  <a:cubicBezTo>
                    <a:pt x="12395" y="2870"/>
                    <a:pt x="12061" y="2636"/>
                    <a:pt x="11728" y="2503"/>
                  </a:cubicBezTo>
                  <a:cubicBezTo>
                    <a:pt x="11561" y="2436"/>
                    <a:pt x="11361" y="2403"/>
                    <a:pt x="11194" y="2369"/>
                  </a:cubicBezTo>
                  <a:cubicBezTo>
                    <a:pt x="11027" y="2369"/>
                    <a:pt x="10827" y="2336"/>
                    <a:pt x="10660" y="2336"/>
                  </a:cubicBezTo>
                  <a:cubicBezTo>
                    <a:pt x="10293" y="2336"/>
                    <a:pt x="9960" y="2436"/>
                    <a:pt x="9626" y="2603"/>
                  </a:cubicBezTo>
                  <a:cubicBezTo>
                    <a:pt x="9293" y="2770"/>
                    <a:pt x="9026" y="2936"/>
                    <a:pt x="8792" y="3170"/>
                  </a:cubicBezTo>
                  <a:lnTo>
                    <a:pt x="8626" y="3270"/>
                  </a:lnTo>
                  <a:lnTo>
                    <a:pt x="8559" y="3337"/>
                  </a:lnTo>
                  <a:cubicBezTo>
                    <a:pt x="8526" y="3337"/>
                    <a:pt x="8526" y="3337"/>
                    <a:pt x="8492" y="3370"/>
                  </a:cubicBezTo>
                  <a:lnTo>
                    <a:pt x="8392" y="3470"/>
                  </a:lnTo>
                  <a:cubicBezTo>
                    <a:pt x="8325" y="3570"/>
                    <a:pt x="8192" y="3670"/>
                    <a:pt x="8125" y="3704"/>
                  </a:cubicBezTo>
                  <a:cubicBezTo>
                    <a:pt x="7970" y="3792"/>
                    <a:pt x="7844" y="3822"/>
                    <a:pt x="7727" y="3822"/>
                  </a:cubicBezTo>
                  <a:cubicBezTo>
                    <a:pt x="7669" y="3822"/>
                    <a:pt x="7614" y="3815"/>
                    <a:pt x="7558" y="3804"/>
                  </a:cubicBezTo>
                  <a:cubicBezTo>
                    <a:pt x="7391" y="3737"/>
                    <a:pt x="7225" y="3637"/>
                    <a:pt x="7058" y="3403"/>
                  </a:cubicBezTo>
                  <a:cubicBezTo>
                    <a:pt x="6958" y="3203"/>
                    <a:pt x="6824" y="2970"/>
                    <a:pt x="6724" y="2703"/>
                  </a:cubicBezTo>
                  <a:cubicBezTo>
                    <a:pt x="6557" y="2202"/>
                    <a:pt x="6491" y="1502"/>
                    <a:pt x="6024" y="868"/>
                  </a:cubicBezTo>
                  <a:cubicBezTo>
                    <a:pt x="5557" y="234"/>
                    <a:pt x="4823" y="1"/>
                    <a:pt x="41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37" name="Google Shape;2137;p18"/>
            <p:cNvSpPr/>
            <p:nvPr/>
          </p:nvSpPr>
          <p:spPr>
            <a:xfrm>
              <a:off x="5973600" y="4518675"/>
              <a:ext cx="22550" cy="12525"/>
            </a:xfrm>
            <a:custGeom>
              <a:avLst/>
              <a:gdLst/>
              <a:ahLst/>
              <a:cxnLst/>
              <a:rect l="l" t="t" r="r" b="b"/>
              <a:pathLst>
                <a:path w="902" h="501" extrusionOk="0">
                  <a:moveTo>
                    <a:pt x="601" y="1"/>
                  </a:moveTo>
                  <a:cubicBezTo>
                    <a:pt x="551" y="17"/>
                    <a:pt x="509" y="17"/>
                    <a:pt x="468" y="17"/>
                  </a:cubicBezTo>
                  <a:cubicBezTo>
                    <a:pt x="426" y="17"/>
                    <a:pt x="384" y="17"/>
                    <a:pt x="334" y="34"/>
                  </a:cubicBezTo>
                  <a:cubicBezTo>
                    <a:pt x="301" y="34"/>
                    <a:pt x="234" y="67"/>
                    <a:pt x="134" y="101"/>
                  </a:cubicBezTo>
                  <a:cubicBezTo>
                    <a:pt x="67" y="134"/>
                    <a:pt x="1" y="201"/>
                    <a:pt x="1" y="201"/>
                  </a:cubicBezTo>
                  <a:lnTo>
                    <a:pt x="1" y="434"/>
                  </a:lnTo>
                  <a:cubicBezTo>
                    <a:pt x="1" y="434"/>
                    <a:pt x="101" y="434"/>
                    <a:pt x="167" y="501"/>
                  </a:cubicBezTo>
                  <a:lnTo>
                    <a:pt x="501" y="501"/>
                  </a:lnTo>
                  <a:cubicBezTo>
                    <a:pt x="668" y="401"/>
                    <a:pt x="901" y="201"/>
                    <a:pt x="901" y="201"/>
                  </a:cubicBezTo>
                  <a:lnTo>
                    <a:pt x="76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38" name="Google Shape;2138;p18"/>
            <p:cNvSpPr/>
            <p:nvPr/>
          </p:nvSpPr>
          <p:spPr>
            <a:xfrm>
              <a:off x="5977775" y="4536200"/>
              <a:ext cx="28375" cy="16700"/>
            </a:xfrm>
            <a:custGeom>
              <a:avLst/>
              <a:gdLst/>
              <a:ahLst/>
              <a:cxnLst/>
              <a:rect l="l" t="t" r="r" b="b"/>
              <a:pathLst>
                <a:path w="1135" h="668" extrusionOk="0">
                  <a:moveTo>
                    <a:pt x="1068" y="0"/>
                  </a:moveTo>
                  <a:lnTo>
                    <a:pt x="1068" y="0"/>
                  </a:lnTo>
                  <a:cubicBezTo>
                    <a:pt x="1068" y="0"/>
                    <a:pt x="968" y="33"/>
                    <a:pt x="834" y="33"/>
                  </a:cubicBezTo>
                  <a:cubicBezTo>
                    <a:pt x="768" y="67"/>
                    <a:pt x="601" y="67"/>
                    <a:pt x="501" y="134"/>
                  </a:cubicBezTo>
                  <a:cubicBezTo>
                    <a:pt x="301" y="200"/>
                    <a:pt x="0" y="400"/>
                    <a:pt x="0" y="400"/>
                  </a:cubicBezTo>
                  <a:cubicBezTo>
                    <a:pt x="0" y="467"/>
                    <a:pt x="101" y="667"/>
                    <a:pt x="101" y="667"/>
                  </a:cubicBezTo>
                  <a:cubicBezTo>
                    <a:pt x="101" y="667"/>
                    <a:pt x="434" y="667"/>
                    <a:pt x="634" y="567"/>
                  </a:cubicBezTo>
                  <a:cubicBezTo>
                    <a:pt x="768" y="534"/>
                    <a:pt x="901" y="467"/>
                    <a:pt x="968" y="367"/>
                  </a:cubicBezTo>
                  <a:cubicBezTo>
                    <a:pt x="1068" y="334"/>
                    <a:pt x="1135" y="234"/>
                    <a:pt x="1135" y="234"/>
                  </a:cubicBezTo>
                  <a:cubicBezTo>
                    <a:pt x="1135" y="234"/>
                    <a:pt x="1001" y="67"/>
                    <a:pt x="10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39" name="Google Shape;2139;p18"/>
            <p:cNvSpPr/>
            <p:nvPr/>
          </p:nvSpPr>
          <p:spPr>
            <a:xfrm>
              <a:off x="5984450" y="4558700"/>
              <a:ext cx="25025" cy="20875"/>
            </a:xfrm>
            <a:custGeom>
              <a:avLst/>
              <a:gdLst/>
              <a:ahLst/>
              <a:cxnLst/>
              <a:rect l="l" t="t" r="r" b="b"/>
              <a:pathLst>
                <a:path w="1001" h="835" extrusionOk="0">
                  <a:moveTo>
                    <a:pt x="834" y="1"/>
                  </a:moveTo>
                  <a:cubicBezTo>
                    <a:pt x="834" y="1"/>
                    <a:pt x="701" y="34"/>
                    <a:pt x="634" y="101"/>
                  </a:cubicBezTo>
                  <a:cubicBezTo>
                    <a:pt x="534" y="134"/>
                    <a:pt x="401" y="168"/>
                    <a:pt x="334" y="268"/>
                  </a:cubicBezTo>
                  <a:cubicBezTo>
                    <a:pt x="234" y="301"/>
                    <a:pt x="200" y="434"/>
                    <a:pt x="134" y="468"/>
                  </a:cubicBezTo>
                  <a:lnTo>
                    <a:pt x="0" y="601"/>
                  </a:lnTo>
                  <a:lnTo>
                    <a:pt x="34" y="835"/>
                  </a:lnTo>
                  <a:cubicBezTo>
                    <a:pt x="34" y="818"/>
                    <a:pt x="67" y="818"/>
                    <a:pt x="117" y="818"/>
                  </a:cubicBezTo>
                  <a:cubicBezTo>
                    <a:pt x="167" y="818"/>
                    <a:pt x="234" y="818"/>
                    <a:pt x="301" y="801"/>
                  </a:cubicBezTo>
                  <a:cubicBezTo>
                    <a:pt x="401" y="768"/>
                    <a:pt x="567" y="701"/>
                    <a:pt x="667" y="635"/>
                  </a:cubicBezTo>
                  <a:cubicBezTo>
                    <a:pt x="801" y="534"/>
                    <a:pt x="868" y="434"/>
                    <a:pt x="901" y="334"/>
                  </a:cubicBezTo>
                  <a:lnTo>
                    <a:pt x="1001" y="168"/>
                  </a:lnTo>
                  <a:cubicBezTo>
                    <a:pt x="1001" y="168"/>
                    <a:pt x="868" y="1"/>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40" name="Google Shape;2140;p18"/>
            <p:cNvSpPr/>
            <p:nvPr/>
          </p:nvSpPr>
          <p:spPr>
            <a:xfrm>
              <a:off x="5997800" y="4592075"/>
              <a:ext cx="17525" cy="15850"/>
            </a:xfrm>
            <a:custGeom>
              <a:avLst/>
              <a:gdLst/>
              <a:ahLst/>
              <a:cxnLst/>
              <a:rect l="l" t="t" r="r" b="b"/>
              <a:pathLst>
                <a:path w="701" h="634" extrusionOk="0">
                  <a:moveTo>
                    <a:pt x="534" y="0"/>
                  </a:moveTo>
                  <a:cubicBezTo>
                    <a:pt x="534" y="0"/>
                    <a:pt x="500" y="33"/>
                    <a:pt x="434" y="33"/>
                  </a:cubicBezTo>
                  <a:cubicBezTo>
                    <a:pt x="334" y="100"/>
                    <a:pt x="267" y="100"/>
                    <a:pt x="200" y="133"/>
                  </a:cubicBezTo>
                  <a:lnTo>
                    <a:pt x="0" y="334"/>
                  </a:lnTo>
                  <a:lnTo>
                    <a:pt x="0" y="600"/>
                  </a:lnTo>
                  <a:cubicBezTo>
                    <a:pt x="0" y="600"/>
                    <a:pt x="33" y="634"/>
                    <a:pt x="167" y="634"/>
                  </a:cubicBezTo>
                  <a:cubicBezTo>
                    <a:pt x="300" y="634"/>
                    <a:pt x="367" y="600"/>
                    <a:pt x="467" y="567"/>
                  </a:cubicBezTo>
                  <a:cubicBezTo>
                    <a:pt x="500" y="500"/>
                    <a:pt x="600" y="434"/>
                    <a:pt x="634" y="334"/>
                  </a:cubicBezTo>
                  <a:cubicBezTo>
                    <a:pt x="667" y="267"/>
                    <a:pt x="701" y="234"/>
                    <a:pt x="701" y="234"/>
                  </a:cubicBezTo>
                  <a:cubicBezTo>
                    <a:pt x="701" y="234"/>
                    <a:pt x="534" y="67"/>
                    <a:pt x="5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41" name="Google Shape;2141;p18"/>
            <p:cNvSpPr/>
            <p:nvPr/>
          </p:nvSpPr>
          <p:spPr>
            <a:xfrm>
              <a:off x="6139550" y="4575225"/>
              <a:ext cx="16700" cy="12700"/>
            </a:xfrm>
            <a:custGeom>
              <a:avLst/>
              <a:gdLst/>
              <a:ahLst/>
              <a:cxnLst/>
              <a:rect l="l" t="t" r="r" b="b"/>
              <a:pathLst>
                <a:path w="668" h="508" extrusionOk="0">
                  <a:moveTo>
                    <a:pt x="295" y="0"/>
                  </a:moveTo>
                  <a:cubicBezTo>
                    <a:pt x="274" y="0"/>
                    <a:pt x="253" y="2"/>
                    <a:pt x="234" y="7"/>
                  </a:cubicBezTo>
                  <a:cubicBezTo>
                    <a:pt x="201" y="7"/>
                    <a:pt x="134" y="40"/>
                    <a:pt x="67" y="107"/>
                  </a:cubicBezTo>
                  <a:lnTo>
                    <a:pt x="1" y="174"/>
                  </a:lnTo>
                  <a:lnTo>
                    <a:pt x="1" y="441"/>
                  </a:lnTo>
                  <a:cubicBezTo>
                    <a:pt x="1" y="441"/>
                    <a:pt x="34" y="474"/>
                    <a:pt x="134" y="474"/>
                  </a:cubicBezTo>
                  <a:cubicBezTo>
                    <a:pt x="201" y="507"/>
                    <a:pt x="301" y="507"/>
                    <a:pt x="368" y="507"/>
                  </a:cubicBezTo>
                  <a:cubicBezTo>
                    <a:pt x="501" y="474"/>
                    <a:pt x="668" y="307"/>
                    <a:pt x="668" y="307"/>
                  </a:cubicBezTo>
                  <a:cubicBezTo>
                    <a:pt x="668" y="274"/>
                    <a:pt x="635" y="107"/>
                    <a:pt x="568" y="74"/>
                  </a:cubicBezTo>
                  <a:cubicBezTo>
                    <a:pt x="568" y="74"/>
                    <a:pt x="421" y="0"/>
                    <a:pt x="2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42" name="Google Shape;2142;p18"/>
            <p:cNvSpPr/>
            <p:nvPr/>
          </p:nvSpPr>
          <p:spPr>
            <a:xfrm>
              <a:off x="6140400" y="4603750"/>
              <a:ext cx="30875" cy="15850"/>
            </a:xfrm>
            <a:custGeom>
              <a:avLst/>
              <a:gdLst/>
              <a:ahLst/>
              <a:cxnLst/>
              <a:rect l="l" t="t" r="r" b="b"/>
              <a:pathLst>
                <a:path w="1235" h="634" extrusionOk="0">
                  <a:moveTo>
                    <a:pt x="1134" y="0"/>
                  </a:moveTo>
                  <a:cubicBezTo>
                    <a:pt x="1134" y="0"/>
                    <a:pt x="1134" y="0"/>
                    <a:pt x="1134" y="0"/>
                  </a:cubicBezTo>
                  <a:lnTo>
                    <a:pt x="1134" y="0"/>
                  </a:lnTo>
                  <a:cubicBezTo>
                    <a:pt x="1134" y="0"/>
                    <a:pt x="1134" y="0"/>
                    <a:pt x="1134" y="0"/>
                  </a:cubicBezTo>
                  <a:close/>
                  <a:moveTo>
                    <a:pt x="1134" y="0"/>
                  </a:moveTo>
                  <a:cubicBezTo>
                    <a:pt x="1132" y="0"/>
                    <a:pt x="1065" y="1"/>
                    <a:pt x="934" y="33"/>
                  </a:cubicBezTo>
                  <a:cubicBezTo>
                    <a:pt x="801" y="67"/>
                    <a:pt x="634" y="67"/>
                    <a:pt x="567" y="133"/>
                  </a:cubicBezTo>
                  <a:cubicBezTo>
                    <a:pt x="467" y="133"/>
                    <a:pt x="334" y="200"/>
                    <a:pt x="234" y="267"/>
                  </a:cubicBezTo>
                  <a:cubicBezTo>
                    <a:pt x="100" y="300"/>
                    <a:pt x="0" y="334"/>
                    <a:pt x="0" y="334"/>
                  </a:cubicBezTo>
                  <a:lnTo>
                    <a:pt x="0" y="600"/>
                  </a:lnTo>
                  <a:cubicBezTo>
                    <a:pt x="0" y="600"/>
                    <a:pt x="134" y="634"/>
                    <a:pt x="267" y="634"/>
                  </a:cubicBezTo>
                  <a:cubicBezTo>
                    <a:pt x="400" y="634"/>
                    <a:pt x="567" y="634"/>
                    <a:pt x="667" y="600"/>
                  </a:cubicBezTo>
                  <a:cubicBezTo>
                    <a:pt x="801" y="534"/>
                    <a:pt x="934" y="467"/>
                    <a:pt x="1068" y="367"/>
                  </a:cubicBezTo>
                  <a:lnTo>
                    <a:pt x="1234" y="200"/>
                  </a:lnTo>
                  <a:cubicBezTo>
                    <a:pt x="1234" y="167"/>
                    <a:pt x="1101" y="0"/>
                    <a:pt x="11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43" name="Google Shape;2143;p18"/>
            <p:cNvSpPr/>
            <p:nvPr/>
          </p:nvSpPr>
          <p:spPr>
            <a:xfrm>
              <a:off x="6142900" y="4627925"/>
              <a:ext cx="22525" cy="15875"/>
            </a:xfrm>
            <a:custGeom>
              <a:avLst/>
              <a:gdLst/>
              <a:ahLst/>
              <a:cxnLst/>
              <a:rect l="l" t="t" r="r" b="b"/>
              <a:pathLst>
                <a:path w="901" h="635" extrusionOk="0">
                  <a:moveTo>
                    <a:pt x="834" y="0"/>
                  </a:moveTo>
                  <a:cubicBezTo>
                    <a:pt x="833" y="0"/>
                    <a:pt x="833" y="0"/>
                    <a:pt x="832" y="1"/>
                  </a:cubicBezTo>
                  <a:lnTo>
                    <a:pt x="832" y="1"/>
                  </a:lnTo>
                  <a:cubicBezTo>
                    <a:pt x="833" y="0"/>
                    <a:pt x="834" y="0"/>
                    <a:pt x="834" y="0"/>
                  </a:cubicBezTo>
                  <a:close/>
                  <a:moveTo>
                    <a:pt x="832" y="1"/>
                  </a:moveTo>
                  <a:cubicBezTo>
                    <a:pt x="806" y="4"/>
                    <a:pt x="526" y="38"/>
                    <a:pt x="367" y="134"/>
                  </a:cubicBezTo>
                  <a:cubicBezTo>
                    <a:pt x="334" y="167"/>
                    <a:pt x="234" y="234"/>
                    <a:pt x="167" y="301"/>
                  </a:cubicBezTo>
                  <a:cubicBezTo>
                    <a:pt x="67" y="334"/>
                    <a:pt x="34" y="367"/>
                    <a:pt x="34" y="367"/>
                  </a:cubicBezTo>
                  <a:cubicBezTo>
                    <a:pt x="0" y="367"/>
                    <a:pt x="67" y="634"/>
                    <a:pt x="67" y="634"/>
                  </a:cubicBezTo>
                  <a:lnTo>
                    <a:pt x="234" y="634"/>
                  </a:lnTo>
                  <a:cubicBezTo>
                    <a:pt x="367" y="634"/>
                    <a:pt x="501" y="567"/>
                    <a:pt x="567" y="534"/>
                  </a:cubicBezTo>
                  <a:cubicBezTo>
                    <a:pt x="734" y="467"/>
                    <a:pt x="901" y="201"/>
                    <a:pt x="901" y="201"/>
                  </a:cubicBezTo>
                  <a:cubicBezTo>
                    <a:pt x="901" y="168"/>
                    <a:pt x="805" y="7"/>
                    <a:pt x="8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44" name="Google Shape;2144;p18"/>
            <p:cNvSpPr/>
            <p:nvPr/>
          </p:nvSpPr>
          <p:spPr>
            <a:xfrm>
              <a:off x="6152900" y="4650450"/>
              <a:ext cx="25050" cy="14825"/>
            </a:xfrm>
            <a:custGeom>
              <a:avLst/>
              <a:gdLst/>
              <a:ahLst/>
              <a:cxnLst/>
              <a:rect l="l" t="t" r="r" b="b"/>
              <a:pathLst>
                <a:path w="1002" h="593" extrusionOk="0">
                  <a:moveTo>
                    <a:pt x="734" y="0"/>
                  </a:moveTo>
                  <a:cubicBezTo>
                    <a:pt x="634" y="0"/>
                    <a:pt x="501" y="0"/>
                    <a:pt x="434" y="33"/>
                  </a:cubicBezTo>
                  <a:lnTo>
                    <a:pt x="167" y="167"/>
                  </a:lnTo>
                  <a:lnTo>
                    <a:pt x="0" y="267"/>
                  </a:lnTo>
                  <a:lnTo>
                    <a:pt x="0" y="500"/>
                  </a:lnTo>
                  <a:cubicBezTo>
                    <a:pt x="0" y="500"/>
                    <a:pt x="101" y="567"/>
                    <a:pt x="234" y="567"/>
                  </a:cubicBezTo>
                  <a:cubicBezTo>
                    <a:pt x="284" y="584"/>
                    <a:pt x="342" y="592"/>
                    <a:pt x="405" y="592"/>
                  </a:cubicBezTo>
                  <a:cubicBezTo>
                    <a:pt x="467" y="592"/>
                    <a:pt x="534" y="584"/>
                    <a:pt x="601" y="567"/>
                  </a:cubicBezTo>
                  <a:cubicBezTo>
                    <a:pt x="668" y="500"/>
                    <a:pt x="801" y="467"/>
                    <a:pt x="901" y="400"/>
                  </a:cubicBezTo>
                  <a:lnTo>
                    <a:pt x="1001" y="267"/>
                  </a:lnTo>
                  <a:cubicBezTo>
                    <a:pt x="1001" y="267"/>
                    <a:pt x="901" y="100"/>
                    <a:pt x="9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45" name="Google Shape;2145;p18"/>
            <p:cNvSpPr/>
            <p:nvPr/>
          </p:nvSpPr>
          <p:spPr>
            <a:xfrm>
              <a:off x="6152075" y="4687125"/>
              <a:ext cx="23375" cy="12550"/>
            </a:xfrm>
            <a:custGeom>
              <a:avLst/>
              <a:gdLst/>
              <a:ahLst/>
              <a:cxnLst/>
              <a:rect l="l" t="t" r="r" b="b"/>
              <a:pathLst>
                <a:path w="935" h="502" extrusionOk="0">
                  <a:moveTo>
                    <a:pt x="434" y="1"/>
                  </a:moveTo>
                  <a:cubicBezTo>
                    <a:pt x="300" y="34"/>
                    <a:pt x="134" y="101"/>
                    <a:pt x="134" y="101"/>
                  </a:cubicBezTo>
                  <a:lnTo>
                    <a:pt x="0" y="301"/>
                  </a:lnTo>
                  <a:cubicBezTo>
                    <a:pt x="0" y="301"/>
                    <a:pt x="100" y="368"/>
                    <a:pt x="167" y="434"/>
                  </a:cubicBezTo>
                  <a:cubicBezTo>
                    <a:pt x="267" y="501"/>
                    <a:pt x="434" y="501"/>
                    <a:pt x="500" y="501"/>
                  </a:cubicBezTo>
                  <a:cubicBezTo>
                    <a:pt x="601" y="501"/>
                    <a:pt x="701" y="468"/>
                    <a:pt x="801" y="368"/>
                  </a:cubicBezTo>
                  <a:cubicBezTo>
                    <a:pt x="867" y="334"/>
                    <a:pt x="934" y="268"/>
                    <a:pt x="934" y="268"/>
                  </a:cubicBezTo>
                  <a:cubicBezTo>
                    <a:pt x="934" y="268"/>
                    <a:pt x="801" y="101"/>
                    <a:pt x="7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46" name="Google Shape;2146;p18"/>
            <p:cNvSpPr/>
            <p:nvPr/>
          </p:nvSpPr>
          <p:spPr>
            <a:xfrm>
              <a:off x="5454900" y="4794700"/>
              <a:ext cx="22550" cy="12550"/>
            </a:xfrm>
            <a:custGeom>
              <a:avLst/>
              <a:gdLst/>
              <a:ahLst/>
              <a:cxnLst/>
              <a:rect l="l" t="t" r="r" b="b"/>
              <a:pathLst>
                <a:path w="902" h="502" extrusionOk="0">
                  <a:moveTo>
                    <a:pt x="467" y="1"/>
                  </a:moveTo>
                  <a:cubicBezTo>
                    <a:pt x="267" y="1"/>
                    <a:pt x="0" y="134"/>
                    <a:pt x="0" y="134"/>
                  </a:cubicBezTo>
                  <a:lnTo>
                    <a:pt x="0" y="368"/>
                  </a:lnTo>
                  <a:cubicBezTo>
                    <a:pt x="0" y="368"/>
                    <a:pt x="234" y="501"/>
                    <a:pt x="467" y="501"/>
                  </a:cubicBezTo>
                  <a:cubicBezTo>
                    <a:pt x="634" y="501"/>
                    <a:pt x="901" y="368"/>
                    <a:pt x="901" y="368"/>
                  </a:cubicBezTo>
                  <a:lnTo>
                    <a:pt x="901" y="134"/>
                  </a:lnTo>
                  <a:cubicBezTo>
                    <a:pt x="901" y="134"/>
                    <a:pt x="634" y="1"/>
                    <a:pt x="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47" name="Google Shape;2147;p18"/>
            <p:cNvSpPr/>
            <p:nvPr/>
          </p:nvSpPr>
          <p:spPr>
            <a:xfrm>
              <a:off x="5475750" y="4818325"/>
              <a:ext cx="29200" cy="11425"/>
            </a:xfrm>
            <a:custGeom>
              <a:avLst/>
              <a:gdLst/>
              <a:ahLst/>
              <a:cxnLst/>
              <a:rect l="l" t="t" r="r" b="b"/>
              <a:pathLst>
                <a:path w="1168" h="457" extrusionOk="0">
                  <a:moveTo>
                    <a:pt x="735" y="0"/>
                  </a:moveTo>
                  <a:cubicBezTo>
                    <a:pt x="676" y="0"/>
                    <a:pt x="618" y="6"/>
                    <a:pt x="567" y="23"/>
                  </a:cubicBezTo>
                  <a:cubicBezTo>
                    <a:pt x="467" y="23"/>
                    <a:pt x="334" y="57"/>
                    <a:pt x="201" y="123"/>
                  </a:cubicBezTo>
                  <a:cubicBezTo>
                    <a:pt x="67" y="223"/>
                    <a:pt x="0" y="257"/>
                    <a:pt x="0" y="257"/>
                  </a:cubicBezTo>
                  <a:lnTo>
                    <a:pt x="134" y="457"/>
                  </a:lnTo>
                  <a:lnTo>
                    <a:pt x="634" y="457"/>
                  </a:lnTo>
                  <a:cubicBezTo>
                    <a:pt x="834" y="423"/>
                    <a:pt x="1168" y="257"/>
                    <a:pt x="1168" y="257"/>
                  </a:cubicBezTo>
                  <a:cubicBezTo>
                    <a:pt x="1168" y="226"/>
                    <a:pt x="1139" y="53"/>
                    <a:pt x="1109" y="53"/>
                  </a:cubicBezTo>
                  <a:cubicBezTo>
                    <a:pt x="1106" y="53"/>
                    <a:pt x="1104" y="54"/>
                    <a:pt x="1101" y="57"/>
                  </a:cubicBezTo>
                  <a:cubicBezTo>
                    <a:pt x="1101" y="57"/>
                    <a:pt x="914" y="0"/>
                    <a:pt x="7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48" name="Google Shape;2148;p18"/>
            <p:cNvSpPr/>
            <p:nvPr/>
          </p:nvSpPr>
          <p:spPr>
            <a:xfrm>
              <a:off x="5509100" y="4832725"/>
              <a:ext cx="13375" cy="13700"/>
            </a:xfrm>
            <a:custGeom>
              <a:avLst/>
              <a:gdLst/>
              <a:ahLst/>
              <a:cxnLst/>
              <a:rect l="l" t="t" r="r" b="b"/>
              <a:pathLst>
                <a:path w="535" h="548" extrusionOk="0">
                  <a:moveTo>
                    <a:pt x="335" y="0"/>
                  </a:moveTo>
                  <a:cubicBezTo>
                    <a:pt x="279" y="0"/>
                    <a:pt x="215" y="24"/>
                    <a:pt x="167" y="48"/>
                  </a:cubicBezTo>
                  <a:cubicBezTo>
                    <a:pt x="34" y="148"/>
                    <a:pt x="1" y="348"/>
                    <a:pt x="1" y="348"/>
                  </a:cubicBezTo>
                  <a:cubicBezTo>
                    <a:pt x="1" y="381"/>
                    <a:pt x="167" y="515"/>
                    <a:pt x="167" y="548"/>
                  </a:cubicBezTo>
                  <a:cubicBezTo>
                    <a:pt x="167" y="548"/>
                    <a:pt x="368" y="515"/>
                    <a:pt x="401" y="481"/>
                  </a:cubicBezTo>
                  <a:cubicBezTo>
                    <a:pt x="468" y="448"/>
                    <a:pt x="534" y="314"/>
                    <a:pt x="534" y="314"/>
                  </a:cubicBezTo>
                  <a:lnTo>
                    <a:pt x="534" y="48"/>
                  </a:lnTo>
                  <a:cubicBezTo>
                    <a:pt x="534" y="48"/>
                    <a:pt x="501" y="14"/>
                    <a:pt x="401" y="14"/>
                  </a:cubicBezTo>
                  <a:cubicBezTo>
                    <a:pt x="381" y="4"/>
                    <a:pt x="359" y="0"/>
                    <a:pt x="3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49" name="Google Shape;2149;p18"/>
            <p:cNvSpPr/>
            <p:nvPr/>
          </p:nvSpPr>
          <p:spPr>
            <a:xfrm>
              <a:off x="5531625" y="4843900"/>
              <a:ext cx="12525" cy="13375"/>
            </a:xfrm>
            <a:custGeom>
              <a:avLst/>
              <a:gdLst/>
              <a:ahLst/>
              <a:cxnLst/>
              <a:rect l="l" t="t" r="r" b="b"/>
              <a:pathLst>
                <a:path w="501" h="535" extrusionOk="0">
                  <a:moveTo>
                    <a:pt x="334" y="1"/>
                  </a:moveTo>
                  <a:cubicBezTo>
                    <a:pt x="334" y="1"/>
                    <a:pt x="267" y="1"/>
                    <a:pt x="234" y="34"/>
                  </a:cubicBezTo>
                  <a:cubicBezTo>
                    <a:pt x="134" y="68"/>
                    <a:pt x="100" y="68"/>
                    <a:pt x="67" y="101"/>
                  </a:cubicBezTo>
                  <a:cubicBezTo>
                    <a:pt x="0" y="201"/>
                    <a:pt x="0" y="334"/>
                    <a:pt x="0" y="334"/>
                  </a:cubicBezTo>
                  <a:cubicBezTo>
                    <a:pt x="65" y="334"/>
                    <a:pt x="130" y="524"/>
                    <a:pt x="164" y="534"/>
                  </a:cubicBezTo>
                  <a:lnTo>
                    <a:pt x="164" y="534"/>
                  </a:lnTo>
                  <a:cubicBezTo>
                    <a:pt x="158" y="528"/>
                    <a:pt x="404" y="465"/>
                    <a:pt x="467" y="401"/>
                  </a:cubicBezTo>
                  <a:cubicBezTo>
                    <a:pt x="467" y="368"/>
                    <a:pt x="501" y="268"/>
                    <a:pt x="501" y="234"/>
                  </a:cubicBezTo>
                  <a:lnTo>
                    <a:pt x="501" y="168"/>
                  </a:lnTo>
                  <a:lnTo>
                    <a:pt x="334" y="1"/>
                  </a:lnTo>
                  <a:close/>
                  <a:moveTo>
                    <a:pt x="164" y="534"/>
                  </a:moveTo>
                  <a:lnTo>
                    <a:pt x="164" y="534"/>
                  </a:lnTo>
                  <a:cubicBezTo>
                    <a:pt x="165" y="534"/>
                    <a:pt x="166" y="535"/>
                    <a:pt x="167" y="535"/>
                  </a:cubicBezTo>
                  <a:cubicBezTo>
                    <a:pt x="166" y="535"/>
                    <a:pt x="165" y="534"/>
                    <a:pt x="164" y="5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50" name="Google Shape;2150;p18"/>
            <p:cNvSpPr/>
            <p:nvPr/>
          </p:nvSpPr>
          <p:spPr>
            <a:xfrm>
              <a:off x="5647525" y="4824725"/>
              <a:ext cx="23375" cy="25200"/>
            </a:xfrm>
            <a:custGeom>
              <a:avLst/>
              <a:gdLst/>
              <a:ahLst/>
              <a:cxnLst/>
              <a:rect l="l" t="t" r="r" b="b"/>
              <a:pathLst>
                <a:path w="935" h="1008" extrusionOk="0">
                  <a:moveTo>
                    <a:pt x="802" y="1"/>
                  </a:moveTo>
                  <a:cubicBezTo>
                    <a:pt x="802" y="1"/>
                    <a:pt x="701" y="34"/>
                    <a:pt x="601" y="101"/>
                  </a:cubicBezTo>
                  <a:cubicBezTo>
                    <a:pt x="468" y="134"/>
                    <a:pt x="335" y="268"/>
                    <a:pt x="268" y="334"/>
                  </a:cubicBezTo>
                  <a:cubicBezTo>
                    <a:pt x="101" y="534"/>
                    <a:pt x="1" y="868"/>
                    <a:pt x="1" y="868"/>
                  </a:cubicBezTo>
                  <a:cubicBezTo>
                    <a:pt x="1" y="926"/>
                    <a:pt x="125" y="1008"/>
                    <a:pt x="159" y="1008"/>
                  </a:cubicBezTo>
                  <a:cubicBezTo>
                    <a:pt x="165" y="1008"/>
                    <a:pt x="168" y="1006"/>
                    <a:pt x="168" y="1001"/>
                  </a:cubicBezTo>
                  <a:cubicBezTo>
                    <a:pt x="168" y="1001"/>
                    <a:pt x="468" y="801"/>
                    <a:pt x="601" y="634"/>
                  </a:cubicBezTo>
                  <a:cubicBezTo>
                    <a:pt x="668" y="601"/>
                    <a:pt x="701" y="468"/>
                    <a:pt x="802" y="368"/>
                  </a:cubicBezTo>
                  <a:cubicBezTo>
                    <a:pt x="868" y="301"/>
                    <a:pt x="935" y="201"/>
                    <a:pt x="935" y="201"/>
                  </a:cubicBezTo>
                  <a:lnTo>
                    <a:pt x="80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51" name="Google Shape;2151;p18"/>
            <p:cNvSpPr/>
            <p:nvPr/>
          </p:nvSpPr>
          <p:spPr>
            <a:xfrm>
              <a:off x="5663375" y="4852250"/>
              <a:ext cx="25050" cy="25050"/>
            </a:xfrm>
            <a:custGeom>
              <a:avLst/>
              <a:gdLst/>
              <a:ahLst/>
              <a:cxnLst/>
              <a:rect l="l" t="t" r="r" b="b"/>
              <a:pathLst>
                <a:path w="1002" h="1002" extrusionOk="0">
                  <a:moveTo>
                    <a:pt x="835" y="0"/>
                  </a:moveTo>
                  <a:cubicBezTo>
                    <a:pt x="835" y="0"/>
                    <a:pt x="501" y="167"/>
                    <a:pt x="334" y="334"/>
                  </a:cubicBezTo>
                  <a:cubicBezTo>
                    <a:pt x="168" y="501"/>
                    <a:pt x="1" y="834"/>
                    <a:pt x="1" y="834"/>
                  </a:cubicBezTo>
                  <a:cubicBezTo>
                    <a:pt x="1" y="868"/>
                    <a:pt x="168" y="1001"/>
                    <a:pt x="168" y="1001"/>
                  </a:cubicBezTo>
                  <a:cubicBezTo>
                    <a:pt x="168" y="1001"/>
                    <a:pt x="501" y="834"/>
                    <a:pt x="668" y="668"/>
                  </a:cubicBezTo>
                  <a:cubicBezTo>
                    <a:pt x="835" y="501"/>
                    <a:pt x="1001" y="167"/>
                    <a:pt x="1001" y="167"/>
                  </a:cubicBezTo>
                  <a:lnTo>
                    <a:pt x="83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52" name="Google Shape;2152;p18"/>
            <p:cNvSpPr/>
            <p:nvPr/>
          </p:nvSpPr>
          <p:spPr>
            <a:xfrm>
              <a:off x="5685075" y="4871425"/>
              <a:ext cx="17525" cy="27550"/>
            </a:xfrm>
            <a:custGeom>
              <a:avLst/>
              <a:gdLst/>
              <a:ahLst/>
              <a:cxnLst/>
              <a:rect l="l" t="t" r="r" b="b"/>
              <a:pathLst>
                <a:path w="701" h="1102" extrusionOk="0">
                  <a:moveTo>
                    <a:pt x="434" y="1"/>
                  </a:moveTo>
                  <a:cubicBezTo>
                    <a:pt x="434" y="67"/>
                    <a:pt x="367" y="101"/>
                    <a:pt x="334" y="167"/>
                  </a:cubicBezTo>
                  <a:cubicBezTo>
                    <a:pt x="300" y="234"/>
                    <a:pt x="200" y="334"/>
                    <a:pt x="167" y="434"/>
                  </a:cubicBezTo>
                  <a:cubicBezTo>
                    <a:pt x="133" y="501"/>
                    <a:pt x="100" y="634"/>
                    <a:pt x="33" y="768"/>
                  </a:cubicBezTo>
                  <a:cubicBezTo>
                    <a:pt x="0" y="901"/>
                    <a:pt x="0" y="968"/>
                    <a:pt x="0" y="968"/>
                  </a:cubicBezTo>
                  <a:cubicBezTo>
                    <a:pt x="29" y="997"/>
                    <a:pt x="162" y="1079"/>
                    <a:pt x="171" y="1097"/>
                  </a:cubicBezTo>
                  <a:lnTo>
                    <a:pt x="171" y="1097"/>
                  </a:lnTo>
                  <a:lnTo>
                    <a:pt x="300" y="968"/>
                  </a:lnTo>
                  <a:cubicBezTo>
                    <a:pt x="367" y="901"/>
                    <a:pt x="500" y="768"/>
                    <a:pt x="534" y="668"/>
                  </a:cubicBezTo>
                  <a:cubicBezTo>
                    <a:pt x="634" y="568"/>
                    <a:pt x="667" y="401"/>
                    <a:pt x="667" y="268"/>
                  </a:cubicBezTo>
                  <a:cubicBezTo>
                    <a:pt x="701" y="134"/>
                    <a:pt x="667" y="1"/>
                    <a:pt x="667" y="1"/>
                  </a:cubicBezTo>
                  <a:close/>
                  <a:moveTo>
                    <a:pt x="171" y="1097"/>
                  </a:moveTo>
                  <a:lnTo>
                    <a:pt x="167" y="1101"/>
                  </a:lnTo>
                  <a:cubicBezTo>
                    <a:pt x="171" y="1101"/>
                    <a:pt x="172" y="1100"/>
                    <a:pt x="171" y="109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53" name="Google Shape;2153;p18"/>
            <p:cNvSpPr/>
            <p:nvPr/>
          </p:nvSpPr>
          <p:spPr>
            <a:xfrm>
              <a:off x="5697575" y="4900625"/>
              <a:ext cx="16700" cy="31700"/>
            </a:xfrm>
            <a:custGeom>
              <a:avLst/>
              <a:gdLst/>
              <a:ahLst/>
              <a:cxnLst/>
              <a:rect l="l" t="t" r="r" b="b"/>
              <a:pathLst>
                <a:path w="668" h="1268" extrusionOk="0">
                  <a:moveTo>
                    <a:pt x="467" y="0"/>
                  </a:moveTo>
                  <a:cubicBezTo>
                    <a:pt x="467" y="0"/>
                    <a:pt x="201" y="300"/>
                    <a:pt x="100" y="567"/>
                  </a:cubicBezTo>
                  <a:cubicBezTo>
                    <a:pt x="0" y="767"/>
                    <a:pt x="0" y="1168"/>
                    <a:pt x="0" y="1168"/>
                  </a:cubicBezTo>
                  <a:cubicBezTo>
                    <a:pt x="0" y="1168"/>
                    <a:pt x="157" y="1246"/>
                    <a:pt x="170" y="1264"/>
                  </a:cubicBezTo>
                  <a:lnTo>
                    <a:pt x="170" y="1264"/>
                  </a:lnTo>
                  <a:cubicBezTo>
                    <a:pt x="199" y="1227"/>
                    <a:pt x="438" y="922"/>
                    <a:pt x="501" y="734"/>
                  </a:cubicBezTo>
                  <a:cubicBezTo>
                    <a:pt x="634" y="501"/>
                    <a:pt x="668" y="134"/>
                    <a:pt x="668" y="134"/>
                  </a:cubicBezTo>
                  <a:lnTo>
                    <a:pt x="467" y="0"/>
                  </a:lnTo>
                  <a:close/>
                  <a:moveTo>
                    <a:pt x="170" y="1264"/>
                  </a:moveTo>
                  <a:cubicBezTo>
                    <a:pt x="168" y="1266"/>
                    <a:pt x="167" y="1268"/>
                    <a:pt x="167" y="1268"/>
                  </a:cubicBezTo>
                  <a:cubicBezTo>
                    <a:pt x="171" y="1268"/>
                    <a:pt x="172" y="1266"/>
                    <a:pt x="170" y="126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54" name="Google Shape;2154;p18"/>
            <p:cNvSpPr/>
            <p:nvPr/>
          </p:nvSpPr>
          <p:spPr>
            <a:xfrm>
              <a:off x="5731775" y="4923975"/>
              <a:ext cx="12525" cy="25025"/>
            </a:xfrm>
            <a:custGeom>
              <a:avLst/>
              <a:gdLst/>
              <a:ahLst/>
              <a:cxnLst/>
              <a:rect l="l" t="t" r="r" b="b"/>
              <a:pathLst>
                <a:path w="501" h="1001" extrusionOk="0">
                  <a:moveTo>
                    <a:pt x="300" y="0"/>
                  </a:moveTo>
                  <a:cubicBezTo>
                    <a:pt x="300" y="0"/>
                    <a:pt x="267" y="67"/>
                    <a:pt x="167" y="167"/>
                  </a:cubicBezTo>
                  <a:cubicBezTo>
                    <a:pt x="133" y="234"/>
                    <a:pt x="100" y="367"/>
                    <a:pt x="33" y="467"/>
                  </a:cubicBezTo>
                  <a:cubicBezTo>
                    <a:pt x="0" y="634"/>
                    <a:pt x="100" y="901"/>
                    <a:pt x="100" y="901"/>
                  </a:cubicBezTo>
                  <a:cubicBezTo>
                    <a:pt x="100" y="968"/>
                    <a:pt x="300" y="1001"/>
                    <a:pt x="300" y="1001"/>
                  </a:cubicBezTo>
                  <a:cubicBezTo>
                    <a:pt x="300" y="1001"/>
                    <a:pt x="467" y="701"/>
                    <a:pt x="500" y="534"/>
                  </a:cubicBezTo>
                  <a:lnTo>
                    <a:pt x="500" y="300"/>
                  </a:lnTo>
                  <a:lnTo>
                    <a:pt x="500" y="134"/>
                  </a:lnTo>
                  <a:cubicBezTo>
                    <a:pt x="500" y="67"/>
                    <a:pt x="300" y="0"/>
                    <a:pt x="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55" name="Google Shape;2155;p18"/>
            <p:cNvSpPr/>
            <p:nvPr/>
          </p:nvSpPr>
          <p:spPr>
            <a:xfrm>
              <a:off x="5846000" y="5270050"/>
              <a:ext cx="17550" cy="21100"/>
            </a:xfrm>
            <a:custGeom>
              <a:avLst/>
              <a:gdLst/>
              <a:ahLst/>
              <a:cxnLst/>
              <a:rect l="l" t="t" r="r" b="b"/>
              <a:pathLst>
                <a:path w="702" h="844" extrusionOk="0">
                  <a:moveTo>
                    <a:pt x="568" y="0"/>
                  </a:moveTo>
                  <a:lnTo>
                    <a:pt x="401" y="67"/>
                  </a:lnTo>
                  <a:cubicBezTo>
                    <a:pt x="335" y="134"/>
                    <a:pt x="234" y="201"/>
                    <a:pt x="168" y="301"/>
                  </a:cubicBezTo>
                  <a:cubicBezTo>
                    <a:pt x="34" y="467"/>
                    <a:pt x="1" y="734"/>
                    <a:pt x="1" y="734"/>
                  </a:cubicBezTo>
                  <a:cubicBezTo>
                    <a:pt x="1" y="789"/>
                    <a:pt x="112" y="843"/>
                    <a:pt x="153" y="843"/>
                  </a:cubicBezTo>
                  <a:cubicBezTo>
                    <a:pt x="162" y="843"/>
                    <a:pt x="168" y="840"/>
                    <a:pt x="168" y="834"/>
                  </a:cubicBezTo>
                  <a:cubicBezTo>
                    <a:pt x="168" y="834"/>
                    <a:pt x="401" y="668"/>
                    <a:pt x="501" y="534"/>
                  </a:cubicBezTo>
                  <a:cubicBezTo>
                    <a:pt x="535" y="501"/>
                    <a:pt x="568" y="401"/>
                    <a:pt x="601" y="334"/>
                  </a:cubicBezTo>
                  <a:cubicBezTo>
                    <a:pt x="668" y="234"/>
                    <a:pt x="702" y="201"/>
                    <a:pt x="702" y="201"/>
                  </a:cubicBezTo>
                  <a:lnTo>
                    <a:pt x="56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56" name="Google Shape;2156;p18"/>
            <p:cNvSpPr/>
            <p:nvPr/>
          </p:nvSpPr>
          <p:spPr>
            <a:xfrm>
              <a:off x="5879375" y="5275875"/>
              <a:ext cx="16700" cy="20875"/>
            </a:xfrm>
            <a:custGeom>
              <a:avLst/>
              <a:gdLst/>
              <a:ahLst/>
              <a:cxnLst/>
              <a:rect l="l" t="t" r="r" b="b"/>
              <a:pathLst>
                <a:path w="668" h="835" extrusionOk="0">
                  <a:moveTo>
                    <a:pt x="501" y="1"/>
                  </a:moveTo>
                  <a:cubicBezTo>
                    <a:pt x="501" y="1"/>
                    <a:pt x="434" y="68"/>
                    <a:pt x="367" y="101"/>
                  </a:cubicBezTo>
                  <a:cubicBezTo>
                    <a:pt x="267" y="134"/>
                    <a:pt x="167" y="234"/>
                    <a:pt x="100" y="301"/>
                  </a:cubicBezTo>
                  <a:cubicBezTo>
                    <a:pt x="34" y="435"/>
                    <a:pt x="0" y="735"/>
                    <a:pt x="0" y="735"/>
                  </a:cubicBezTo>
                  <a:cubicBezTo>
                    <a:pt x="0" y="735"/>
                    <a:pt x="167" y="835"/>
                    <a:pt x="200" y="835"/>
                  </a:cubicBezTo>
                  <a:cubicBezTo>
                    <a:pt x="200" y="835"/>
                    <a:pt x="434" y="668"/>
                    <a:pt x="534" y="568"/>
                  </a:cubicBezTo>
                  <a:cubicBezTo>
                    <a:pt x="567" y="501"/>
                    <a:pt x="567" y="435"/>
                    <a:pt x="601" y="334"/>
                  </a:cubicBezTo>
                  <a:cubicBezTo>
                    <a:pt x="667" y="268"/>
                    <a:pt x="667" y="168"/>
                    <a:pt x="667" y="168"/>
                  </a:cubicBezTo>
                  <a:lnTo>
                    <a:pt x="5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57" name="Google Shape;2157;p18"/>
            <p:cNvSpPr/>
            <p:nvPr/>
          </p:nvSpPr>
          <p:spPr>
            <a:xfrm>
              <a:off x="5902725" y="5285900"/>
              <a:ext cx="20025" cy="30050"/>
            </a:xfrm>
            <a:custGeom>
              <a:avLst/>
              <a:gdLst/>
              <a:ahLst/>
              <a:cxnLst/>
              <a:rect l="l" t="t" r="r" b="b"/>
              <a:pathLst>
                <a:path w="801" h="1202" extrusionOk="0">
                  <a:moveTo>
                    <a:pt x="601" y="0"/>
                  </a:moveTo>
                  <a:cubicBezTo>
                    <a:pt x="601" y="0"/>
                    <a:pt x="301" y="267"/>
                    <a:pt x="167" y="501"/>
                  </a:cubicBezTo>
                  <a:cubicBezTo>
                    <a:pt x="67" y="701"/>
                    <a:pt x="0" y="1101"/>
                    <a:pt x="0" y="1101"/>
                  </a:cubicBezTo>
                  <a:cubicBezTo>
                    <a:pt x="0" y="1101"/>
                    <a:pt x="234" y="1201"/>
                    <a:pt x="267" y="1201"/>
                  </a:cubicBezTo>
                  <a:cubicBezTo>
                    <a:pt x="267" y="1201"/>
                    <a:pt x="501" y="901"/>
                    <a:pt x="601" y="701"/>
                  </a:cubicBezTo>
                  <a:cubicBezTo>
                    <a:pt x="734" y="501"/>
                    <a:pt x="801" y="100"/>
                    <a:pt x="801" y="100"/>
                  </a:cubicBezTo>
                  <a:lnTo>
                    <a:pt x="6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58" name="Google Shape;2158;p18"/>
            <p:cNvSpPr/>
            <p:nvPr/>
          </p:nvSpPr>
          <p:spPr>
            <a:xfrm>
              <a:off x="6064500" y="5179975"/>
              <a:ext cx="25875" cy="23375"/>
            </a:xfrm>
            <a:custGeom>
              <a:avLst/>
              <a:gdLst/>
              <a:ahLst/>
              <a:cxnLst/>
              <a:rect l="l" t="t" r="r" b="b"/>
              <a:pathLst>
                <a:path w="1035" h="935" extrusionOk="0">
                  <a:moveTo>
                    <a:pt x="935" y="1"/>
                  </a:moveTo>
                  <a:cubicBezTo>
                    <a:pt x="935" y="1"/>
                    <a:pt x="534" y="101"/>
                    <a:pt x="334" y="268"/>
                  </a:cubicBezTo>
                  <a:cubicBezTo>
                    <a:pt x="167" y="434"/>
                    <a:pt x="1" y="801"/>
                    <a:pt x="1" y="801"/>
                  </a:cubicBezTo>
                  <a:cubicBezTo>
                    <a:pt x="1" y="801"/>
                    <a:pt x="167" y="935"/>
                    <a:pt x="201" y="935"/>
                  </a:cubicBezTo>
                  <a:cubicBezTo>
                    <a:pt x="201" y="935"/>
                    <a:pt x="501" y="768"/>
                    <a:pt x="668" y="635"/>
                  </a:cubicBezTo>
                  <a:cubicBezTo>
                    <a:pt x="801" y="501"/>
                    <a:pt x="1035" y="234"/>
                    <a:pt x="1035" y="234"/>
                  </a:cubicBezTo>
                  <a:lnTo>
                    <a:pt x="93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59" name="Google Shape;2159;p18"/>
            <p:cNvSpPr/>
            <p:nvPr/>
          </p:nvSpPr>
          <p:spPr>
            <a:xfrm>
              <a:off x="6080350" y="5203325"/>
              <a:ext cx="24200" cy="25050"/>
            </a:xfrm>
            <a:custGeom>
              <a:avLst/>
              <a:gdLst/>
              <a:ahLst/>
              <a:cxnLst/>
              <a:rect l="l" t="t" r="r" b="b"/>
              <a:pathLst>
                <a:path w="968" h="1002" extrusionOk="0">
                  <a:moveTo>
                    <a:pt x="734" y="1"/>
                  </a:moveTo>
                  <a:cubicBezTo>
                    <a:pt x="734" y="1"/>
                    <a:pt x="401" y="168"/>
                    <a:pt x="301" y="334"/>
                  </a:cubicBezTo>
                  <a:cubicBezTo>
                    <a:pt x="167" y="501"/>
                    <a:pt x="0" y="835"/>
                    <a:pt x="0" y="835"/>
                  </a:cubicBezTo>
                  <a:cubicBezTo>
                    <a:pt x="0" y="835"/>
                    <a:pt x="167" y="968"/>
                    <a:pt x="201" y="1002"/>
                  </a:cubicBezTo>
                  <a:cubicBezTo>
                    <a:pt x="201" y="1002"/>
                    <a:pt x="534" y="835"/>
                    <a:pt x="668" y="668"/>
                  </a:cubicBezTo>
                  <a:cubicBezTo>
                    <a:pt x="801" y="501"/>
                    <a:pt x="968" y="168"/>
                    <a:pt x="968" y="168"/>
                  </a:cubicBezTo>
                  <a:cubicBezTo>
                    <a:pt x="968" y="134"/>
                    <a:pt x="734" y="1"/>
                    <a:pt x="7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60" name="Google Shape;2160;p18"/>
            <p:cNvSpPr/>
            <p:nvPr/>
          </p:nvSpPr>
          <p:spPr>
            <a:xfrm>
              <a:off x="6100350" y="5230025"/>
              <a:ext cx="18375" cy="19200"/>
            </a:xfrm>
            <a:custGeom>
              <a:avLst/>
              <a:gdLst/>
              <a:ahLst/>
              <a:cxnLst/>
              <a:rect l="l" t="t" r="r" b="b"/>
              <a:pathLst>
                <a:path w="735" h="768" extrusionOk="0">
                  <a:moveTo>
                    <a:pt x="535" y="0"/>
                  </a:moveTo>
                  <a:cubicBezTo>
                    <a:pt x="535" y="0"/>
                    <a:pt x="268" y="100"/>
                    <a:pt x="201" y="234"/>
                  </a:cubicBezTo>
                  <a:cubicBezTo>
                    <a:pt x="68" y="334"/>
                    <a:pt x="1" y="601"/>
                    <a:pt x="1" y="601"/>
                  </a:cubicBezTo>
                  <a:cubicBezTo>
                    <a:pt x="1" y="601"/>
                    <a:pt x="101" y="767"/>
                    <a:pt x="201" y="767"/>
                  </a:cubicBezTo>
                  <a:cubicBezTo>
                    <a:pt x="201" y="767"/>
                    <a:pt x="435" y="667"/>
                    <a:pt x="568" y="567"/>
                  </a:cubicBezTo>
                  <a:cubicBezTo>
                    <a:pt x="668" y="434"/>
                    <a:pt x="735" y="134"/>
                    <a:pt x="735" y="134"/>
                  </a:cubicBezTo>
                  <a:lnTo>
                    <a:pt x="53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61" name="Google Shape;2161;p18"/>
            <p:cNvSpPr/>
            <p:nvPr/>
          </p:nvSpPr>
          <p:spPr>
            <a:xfrm>
              <a:off x="6111200" y="5261700"/>
              <a:ext cx="12525" cy="16700"/>
            </a:xfrm>
            <a:custGeom>
              <a:avLst/>
              <a:gdLst/>
              <a:ahLst/>
              <a:cxnLst/>
              <a:rect l="l" t="t" r="r" b="b"/>
              <a:pathLst>
                <a:path w="501" h="668" extrusionOk="0">
                  <a:moveTo>
                    <a:pt x="334" y="1"/>
                  </a:moveTo>
                  <a:cubicBezTo>
                    <a:pt x="334" y="1"/>
                    <a:pt x="267" y="1"/>
                    <a:pt x="234" y="34"/>
                  </a:cubicBezTo>
                  <a:lnTo>
                    <a:pt x="67" y="201"/>
                  </a:lnTo>
                  <a:cubicBezTo>
                    <a:pt x="1" y="234"/>
                    <a:pt x="1" y="334"/>
                    <a:pt x="1" y="368"/>
                  </a:cubicBezTo>
                  <a:lnTo>
                    <a:pt x="1" y="501"/>
                  </a:lnTo>
                  <a:cubicBezTo>
                    <a:pt x="1" y="535"/>
                    <a:pt x="167" y="668"/>
                    <a:pt x="167" y="668"/>
                  </a:cubicBezTo>
                  <a:cubicBezTo>
                    <a:pt x="167" y="668"/>
                    <a:pt x="267" y="668"/>
                    <a:pt x="301" y="635"/>
                  </a:cubicBezTo>
                  <a:lnTo>
                    <a:pt x="468" y="468"/>
                  </a:lnTo>
                  <a:cubicBezTo>
                    <a:pt x="501" y="401"/>
                    <a:pt x="501" y="334"/>
                    <a:pt x="501" y="301"/>
                  </a:cubicBezTo>
                  <a:lnTo>
                    <a:pt x="501" y="168"/>
                  </a:lnTo>
                  <a:lnTo>
                    <a:pt x="33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62" name="Google Shape;2162;p18"/>
            <p:cNvSpPr/>
            <p:nvPr/>
          </p:nvSpPr>
          <p:spPr>
            <a:xfrm>
              <a:off x="6130375" y="5282550"/>
              <a:ext cx="15875" cy="19775"/>
            </a:xfrm>
            <a:custGeom>
              <a:avLst/>
              <a:gdLst/>
              <a:ahLst/>
              <a:cxnLst/>
              <a:rect l="l" t="t" r="r" b="b"/>
              <a:pathLst>
                <a:path w="635" h="791" extrusionOk="0">
                  <a:moveTo>
                    <a:pt x="368" y="1"/>
                  </a:moveTo>
                  <a:cubicBezTo>
                    <a:pt x="368" y="1"/>
                    <a:pt x="201" y="168"/>
                    <a:pt x="134" y="301"/>
                  </a:cubicBezTo>
                  <a:cubicBezTo>
                    <a:pt x="34" y="468"/>
                    <a:pt x="1" y="735"/>
                    <a:pt x="1" y="735"/>
                  </a:cubicBezTo>
                  <a:cubicBezTo>
                    <a:pt x="1" y="735"/>
                    <a:pt x="113" y="791"/>
                    <a:pt x="170" y="791"/>
                  </a:cubicBezTo>
                  <a:cubicBezTo>
                    <a:pt x="188" y="791"/>
                    <a:pt x="201" y="785"/>
                    <a:pt x="201" y="768"/>
                  </a:cubicBezTo>
                  <a:cubicBezTo>
                    <a:pt x="201" y="768"/>
                    <a:pt x="468" y="635"/>
                    <a:pt x="535" y="501"/>
                  </a:cubicBezTo>
                  <a:cubicBezTo>
                    <a:pt x="568" y="401"/>
                    <a:pt x="635" y="334"/>
                    <a:pt x="635" y="201"/>
                  </a:cubicBezTo>
                  <a:lnTo>
                    <a:pt x="635" y="34"/>
                  </a:lnTo>
                  <a:lnTo>
                    <a:pt x="36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63" name="Google Shape;2163;p18"/>
            <p:cNvSpPr/>
            <p:nvPr/>
          </p:nvSpPr>
          <p:spPr>
            <a:xfrm>
              <a:off x="6139550" y="5311750"/>
              <a:ext cx="13375" cy="16700"/>
            </a:xfrm>
            <a:custGeom>
              <a:avLst/>
              <a:gdLst/>
              <a:ahLst/>
              <a:cxnLst/>
              <a:rect l="l" t="t" r="r" b="b"/>
              <a:pathLst>
                <a:path w="535" h="668" extrusionOk="0">
                  <a:moveTo>
                    <a:pt x="334" y="0"/>
                  </a:moveTo>
                  <a:cubicBezTo>
                    <a:pt x="334" y="0"/>
                    <a:pt x="168" y="67"/>
                    <a:pt x="101" y="200"/>
                  </a:cubicBezTo>
                  <a:cubicBezTo>
                    <a:pt x="1" y="300"/>
                    <a:pt x="1" y="534"/>
                    <a:pt x="1" y="534"/>
                  </a:cubicBezTo>
                  <a:cubicBezTo>
                    <a:pt x="1" y="534"/>
                    <a:pt x="168" y="667"/>
                    <a:pt x="201" y="667"/>
                  </a:cubicBezTo>
                  <a:cubicBezTo>
                    <a:pt x="201" y="667"/>
                    <a:pt x="368" y="567"/>
                    <a:pt x="468" y="467"/>
                  </a:cubicBezTo>
                  <a:cubicBezTo>
                    <a:pt x="534" y="367"/>
                    <a:pt x="534" y="134"/>
                    <a:pt x="534" y="134"/>
                  </a:cubicBezTo>
                  <a:lnTo>
                    <a:pt x="3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64" name="Google Shape;2164;p18"/>
            <p:cNvSpPr/>
            <p:nvPr/>
          </p:nvSpPr>
          <p:spPr>
            <a:xfrm>
              <a:off x="6164575" y="5332600"/>
              <a:ext cx="15025" cy="25650"/>
            </a:xfrm>
            <a:custGeom>
              <a:avLst/>
              <a:gdLst/>
              <a:ahLst/>
              <a:cxnLst/>
              <a:rect l="l" t="t" r="r" b="b"/>
              <a:pathLst>
                <a:path w="601" h="1026" extrusionOk="0">
                  <a:moveTo>
                    <a:pt x="234" y="0"/>
                  </a:moveTo>
                  <a:lnTo>
                    <a:pt x="167" y="167"/>
                  </a:lnTo>
                  <a:cubicBezTo>
                    <a:pt x="134" y="234"/>
                    <a:pt x="34" y="367"/>
                    <a:pt x="34" y="467"/>
                  </a:cubicBezTo>
                  <a:cubicBezTo>
                    <a:pt x="34" y="534"/>
                    <a:pt x="0" y="667"/>
                    <a:pt x="34" y="801"/>
                  </a:cubicBezTo>
                  <a:cubicBezTo>
                    <a:pt x="34" y="901"/>
                    <a:pt x="101" y="1001"/>
                    <a:pt x="101" y="1001"/>
                  </a:cubicBezTo>
                  <a:cubicBezTo>
                    <a:pt x="101" y="1018"/>
                    <a:pt x="151" y="1026"/>
                    <a:pt x="205" y="1026"/>
                  </a:cubicBezTo>
                  <a:cubicBezTo>
                    <a:pt x="259" y="1026"/>
                    <a:pt x="317" y="1018"/>
                    <a:pt x="334" y="1001"/>
                  </a:cubicBezTo>
                  <a:lnTo>
                    <a:pt x="434" y="834"/>
                  </a:lnTo>
                  <a:cubicBezTo>
                    <a:pt x="467" y="734"/>
                    <a:pt x="534" y="634"/>
                    <a:pt x="534" y="534"/>
                  </a:cubicBezTo>
                  <a:cubicBezTo>
                    <a:pt x="534" y="467"/>
                    <a:pt x="601" y="334"/>
                    <a:pt x="534" y="200"/>
                  </a:cubicBezTo>
                  <a:cubicBezTo>
                    <a:pt x="534" y="67"/>
                    <a:pt x="501" y="0"/>
                    <a:pt x="5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65" name="Google Shape;2165;p18"/>
            <p:cNvSpPr/>
            <p:nvPr/>
          </p:nvSpPr>
          <p:spPr>
            <a:xfrm>
              <a:off x="3478625" y="4820250"/>
              <a:ext cx="241725" cy="108800"/>
            </a:xfrm>
            <a:custGeom>
              <a:avLst/>
              <a:gdLst/>
              <a:ahLst/>
              <a:cxnLst/>
              <a:rect l="l" t="t" r="r" b="b"/>
              <a:pathLst>
                <a:path w="9669" h="4352" extrusionOk="0">
                  <a:moveTo>
                    <a:pt x="9381" y="1"/>
                  </a:moveTo>
                  <a:cubicBezTo>
                    <a:pt x="9346" y="1"/>
                    <a:pt x="9317" y="5"/>
                    <a:pt x="9302" y="13"/>
                  </a:cubicBezTo>
                  <a:cubicBezTo>
                    <a:pt x="9302" y="13"/>
                    <a:pt x="9302" y="80"/>
                    <a:pt x="9235" y="180"/>
                  </a:cubicBezTo>
                  <a:cubicBezTo>
                    <a:pt x="9235" y="313"/>
                    <a:pt x="9202" y="447"/>
                    <a:pt x="9168" y="580"/>
                  </a:cubicBezTo>
                  <a:cubicBezTo>
                    <a:pt x="9068" y="914"/>
                    <a:pt x="8901" y="1414"/>
                    <a:pt x="8668" y="1881"/>
                  </a:cubicBezTo>
                  <a:cubicBezTo>
                    <a:pt x="8368" y="2348"/>
                    <a:pt x="7967" y="2815"/>
                    <a:pt x="7467" y="3048"/>
                  </a:cubicBezTo>
                  <a:cubicBezTo>
                    <a:pt x="6967" y="3315"/>
                    <a:pt x="6366" y="3415"/>
                    <a:pt x="5833" y="3482"/>
                  </a:cubicBezTo>
                  <a:cubicBezTo>
                    <a:pt x="4798" y="3615"/>
                    <a:pt x="3331" y="3515"/>
                    <a:pt x="2163" y="3615"/>
                  </a:cubicBezTo>
                  <a:cubicBezTo>
                    <a:pt x="1563" y="3649"/>
                    <a:pt x="1062" y="3716"/>
                    <a:pt x="696" y="3816"/>
                  </a:cubicBezTo>
                  <a:cubicBezTo>
                    <a:pt x="329" y="3882"/>
                    <a:pt x="128" y="3982"/>
                    <a:pt x="128" y="3982"/>
                  </a:cubicBezTo>
                  <a:cubicBezTo>
                    <a:pt x="1" y="4014"/>
                    <a:pt x="56" y="4351"/>
                    <a:pt x="178" y="4351"/>
                  </a:cubicBezTo>
                  <a:cubicBezTo>
                    <a:pt x="184" y="4351"/>
                    <a:pt x="189" y="4351"/>
                    <a:pt x="195" y="4349"/>
                  </a:cubicBezTo>
                  <a:cubicBezTo>
                    <a:pt x="195" y="4349"/>
                    <a:pt x="395" y="4316"/>
                    <a:pt x="729" y="4249"/>
                  </a:cubicBezTo>
                  <a:cubicBezTo>
                    <a:pt x="1129" y="4216"/>
                    <a:pt x="1563" y="4183"/>
                    <a:pt x="2163" y="4183"/>
                  </a:cubicBezTo>
                  <a:cubicBezTo>
                    <a:pt x="2982" y="4207"/>
                    <a:pt x="3957" y="4300"/>
                    <a:pt x="4876" y="4300"/>
                  </a:cubicBezTo>
                  <a:cubicBezTo>
                    <a:pt x="5229" y="4300"/>
                    <a:pt x="5575" y="4286"/>
                    <a:pt x="5899" y="4249"/>
                  </a:cubicBezTo>
                  <a:cubicBezTo>
                    <a:pt x="6500" y="4183"/>
                    <a:pt x="7167" y="4049"/>
                    <a:pt x="7801" y="3682"/>
                  </a:cubicBezTo>
                  <a:cubicBezTo>
                    <a:pt x="8368" y="3315"/>
                    <a:pt x="8868" y="2715"/>
                    <a:pt x="9135" y="2181"/>
                  </a:cubicBezTo>
                  <a:cubicBezTo>
                    <a:pt x="9402" y="1614"/>
                    <a:pt x="9502" y="1080"/>
                    <a:pt x="9569" y="713"/>
                  </a:cubicBezTo>
                  <a:cubicBezTo>
                    <a:pt x="9635" y="547"/>
                    <a:pt x="9669" y="380"/>
                    <a:pt x="9669" y="313"/>
                  </a:cubicBezTo>
                  <a:lnTo>
                    <a:pt x="9669" y="146"/>
                  </a:lnTo>
                  <a:cubicBezTo>
                    <a:pt x="9669" y="44"/>
                    <a:pt x="9493" y="1"/>
                    <a:pt x="93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66" name="Google Shape;2166;p18"/>
            <p:cNvSpPr/>
            <p:nvPr/>
          </p:nvSpPr>
          <p:spPr>
            <a:xfrm>
              <a:off x="4719875" y="4004150"/>
              <a:ext cx="730050" cy="482700"/>
            </a:xfrm>
            <a:custGeom>
              <a:avLst/>
              <a:gdLst/>
              <a:ahLst/>
              <a:cxnLst/>
              <a:rect l="l" t="t" r="r" b="b"/>
              <a:pathLst>
                <a:path w="29202" h="19308" extrusionOk="0">
                  <a:moveTo>
                    <a:pt x="28734" y="0"/>
                  </a:moveTo>
                  <a:cubicBezTo>
                    <a:pt x="28734" y="0"/>
                    <a:pt x="28568" y="34"/>
                    <a:pt x="28234" y="100"/>
                  </a:cubicBezTo>
                  <a:cubicBezTo>
                    <a:pt x="28067" y="100"/>
                    <a:pt x="27834" y="167"/>
                    <a:pt x="27634" y="200"/>
                  </a:cubicBezTo>
                  <a:cubicBezTo>
                    <a:pt x="27400" y="267"/>
                    <a:pt x="27167" y="367"/>
                    <a:pt x="26900" y="467"/>
                  </a:cubicBezTo>
                  <a:cubicBezTo>
                    <a:pt x="26399" y="701"/>
                    <a:pt x="25766" y="1034"/>
                    <a:pt x="25165" y="1601"/>
                  </a:cubicBezTo>
                  <a:cubicBezTo>
                    <a:pt x="24598" y="2102"/>
                    <a:pt x="24064" y="2769"/>
                    <a:pt x="23464" y="3436"/>
                  </a:cubicBezTo>
                  <a:cubicBezTo>
                    <a:pt x="22897" y="4103"/>
                    <a:pt x="22230" y="4770"/>
                    <a:pt x="21429" y="5271"/>
                  </a:cubicBezTo>
                  <a:lnTo>
                    <a:pt x="20795" y="5638"/>
                  </a:lnTo>
                  <a:lnTo>
                    <a:pt x="20495" y="5838"/>
                  </a:lnTo>
                  <a:lnTo>
                    <a:pt x="20162" y="6004"/>
                  </a:lnTo>
                  <a:lnTo>
                    <a:pt x="19561" y="6338"/>
                  </a:lnTo>
                  <a:lnTo>
                    <a:pt x="18894" y="6605"/>
                  </a:lnTo>
                  <a:cubicBezTo>
                    <a:pt x="17993" y="6938"/>
                    <a:pt x="17059" y="7105"/>
                    <a:pt x="16092" y="7272"/>
                  </a:cubicBezTo>
                  <a:cubicBezTo>
                    <a:pt x="15592" y="7339"/>
                    <a:pt x="15125" y="7439"/>
                    <a:pt x="14658" y="7506"/>
                  </a:cubicBezTo>
                  <a:cubicBezTo>
                    <a:pt x="14224" y="7639"/>
                    <a:pt x="13757" y="7706"/>
                    <a:pt x="13323" y="7806"/>
                  </a:cubicBezTo>
                  <a:cubicBezTo>
                    <a:pt x="11622" y="8206"/>
                    <a:pt x="9721" y="8873"/>
                    <a:pt x="7919" y="9841"/>
                  </a:cubicBezTo>
                  <a:cubicBezTo>
                    <a:pt x="6118" y="10808"/>
                    <a:pt x="4450" y="12109"/>
                    <a:pt x="3283" y="13476"/>
                  </a:cubicBezTo>
                  <a:cubicBezTo>
                    <a:pt x="2082" y="14844"/>
                    <a:pt x="1281" y="16278"/>
                    <a:pt x="781" y="17279"/>
                  </a:cubicBezTo>
                  <a:cubicBezTo>
                    <a:pt x="648" y="17546"/>
                    <a:pt x="548" y="17780"/>
                    <a:pt x="447" y="17980"/>
                  </a:cubicBezTo>
                  <a:cubicBezTo>
                    <a:pt x="381" y="18180"/>
                    <a:pt x="281" y="18380"/>
                    <a:pt x="247" y="18513"/>
                  </a:cubicBezTo>
                  <a:cubicBezTo>
                    <a:pt x="147" y="18814"/>
                    <a:pt x="81" y="18980"/>
                    <a:pt x="81" y="18980"/>
                  </a:cubicBezTo>
                  <a:cubicBezTo>
                    <a:pt x="1" y="19179"/>
                    <a:pt x="76" y="19307"/>
                    <a:pt x="184" y="19307"/>
                  </a:cubicBezTo>
                  <a:cubicBezTo>
                    <a:pt x="258" y="19307"/>
                    <a:pt x="347" y="19249"/>
                    <a:pt x="414" y="19114"/>
                  </a:cubicBezTo>
                  <a:cubicBezTo>
                    <a:pt x="414" y="19114"/>
                    <a:pt x="481" y="18980"/>
                    <a:pt x="614" y="18680"/>
                  </a:cubicBezTo>
                  <a:cubicBezTo>
                    <a:pt x="714" y="18547"/>
                    <a:pt x="781" y="18380"/>
                    <a:pt x="881" y="18180"/>
                  </a:cubicBezTo>
                  <a:cubicBezTo>
                    <a:pt x="948" y="17980"/>
                    <a:pt x="1081" y="17780"/>
                    <a:pt x="1215" y="17513"/>
                  </a:cubicBezTo>
                  <a:cubicBezTo>
                    <a:pt x="1748" y="16512"/>
                    <a:pt x="2549" y="15178"/>
                    <a:pt x="3750" y="13877"/>
                  </a:cubicBezTo>
                  <a:cubicBezTo>
                    <a:pt x="4951" y="12542"/>
                    <a:pt x="6552" y="11375"/>
                    <a:pt x="8286" y="10474"/>
                  </a:cubicBezTo>
                  <a:cubicBezTo>
                    <a:pt x="10054" y="9540"/>
                    <a:pt x="11922" y="8940"/>
                    <a:pt x="13590" y="8506"/>
                  </a:cubicBezTo>
                  <a:cubicBezTo>
                    <a:pt x="13990" y="8440"/>
                    <a:pt x="14424" y="8306"/>
                    <a:pt x="14891" y="8206"/>
                  </a:cubicBezTo>
                  <a:cubicBezTo>
                    <a:pt x="15291" y="8139"/>
                    <a:pt x="15792" y="8039"/>
                    <a:pt x="16259" y="7973"/>
                  </a:cubicBezTo>
                  <a:cubicBezTo>
                    <a:pt x="17226" y="7806"/>
                    <a:pt x="18227" y="7606"/>
                    <a:pt x="19161" y="7205"/>
                  </a:cubicBezTo>
                  <a:lnTo>
                    <a:pt x="19895" y="6938"/>
                  </a:lnTo>
                  <a:lnTo>
                    <a:pt x="20562" y="6538"/>
                  </a:lnTo>
                  <a:lnTo>
                    <a:pt x="20895" y="6405"/>
                  </a:lnTo>
                  <a:lnTo>
                    <a:pt x="21229" y="6171"/>
                  </a:lnTo>
                  <a:cubicBezTo>
                    <a:pt x="21429" y="6038"/>
                    <a:pt x="21629" y="5904"/>
                    <a:pt x="21829" y="5771"/>
                  </a:cubicBezTo>
                  <a:cubicBezTo>
                    <a:pt x="22663" y="5204"/>
                    <a:pt x="23397" y="4503"/>
                    <a:pt x="23964" y="3803"/>
                  </a:cubicBezTo>
                  <a:cubicBezTo>
                    <a:pt x="24565" y="3136"/>
                    <a:pt x="25065" y="2469"/>
                    <a:pt x="25599" y="1968"/>
                  </a:cubicBezTo>
                  <a:cubicBezTo>
                    <a:pt x="26132" y="1468"/>
                    <a:pt x="26700" y="1134"/>
                    <a:pt x="27167" y="901"/>
                  </a:cubicBezTo>
                  <a:cubicBezTo>
                    <a:pt x="27433" y="801"/>
                    <a:pt x="27634" y="667"/>
                    <a:pt x="27867" y="634"/>
                  </a:cubicBezTo>
                  <a:cubicBezTo>
                    <a:pt x="28067" y="567"/>
                    <a:pt x="28267" y="501"/>
                    <a:pt x="28401" y="467"/>
                  </a:cubicBezTo>
                  <a:cubicBezTo>
                    <a:pt x="28701" y="434"/>
                    <a:pt x="28868" y="400"/>
                    <a:pt x="28868" y="400"/>
                  </a:cubicBezTo>
                  <a:cubicBezTo>
                    <a:pt x="29201" y="300"/>
                    <a:pt x="29135" y="0"/>
                    <a:pt x="287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67" name="Google Shape;2167;p18"/>
            <p:cNvSpPr/>
            <p:nvPr/>
          </p:nvSpPr>
          <p:spPr>
            <a:xfrm>
              <a:off x="4549575" y="5150750"/>
              <a:ext cx="621825" cy="295275"/>
            </a:xfrm>
            <a:custGeom>
              <a:avLst/>
              <a:gdLst/>
              <a:ahLst/>
              <a:cxnLst/>
              <a:rect l="l" t="t" r="r" b="b"/>
              <a:pathLst>
                <a:path w="24873" h="11811" extrusionOk="0">
                  <a:moveTo>
                    <a:pt x="314" y="0"/>
                  </a:moveTo>
                  <a:cubicBezTo>
                    <a:pt x="49" y="0"/>
                    <a:pt x="0" y="307"/>
                    <a:pt x="254" y="403"/>
                  </a:cubicBezTo>
                  <a:cubicBezTo>
                    <a:pt x="254" y="403"/>
                    <a:pt x="388" y="436"/>
                    <a:pt x="621" y="469"/>
                  </a:cubicBezTo>
                  <a:cubicBezTo>
                    <a:pt x="888" y="503"/>
                    <a:pt x="1255" y="569"/>
                    <a:pt x="1722" y="636"/>
                  </a:cubicBezTo>
                  <a:cubicBezTo>
                    <a:pt x="2656" y="770"/>
                    <a:pt x="3924" y="803"/>
                    <a:pt x="5391" y="803"/>
                  </a:cubicBezTo>
                  <a:cubicBezTo>
                    <a:pt x="6859" y="836"/>
                    <a:pt x="8494" y="836"/>
                    <a:pt x="10061" y="1036"/>
                  </a:cubicBezTo>
                  <a:cubicBezTo>
                    <a:pt x="11663" y="1270"/>
                    <a:pt x="13130" y="1837"/>
                    <a:pt x="14231" y="2638"/>
                  </a:cubicBezTo>
                  <a:cubicBezTo>
                    <a:pt x="15365" y="3438"/>
                    <a:pt x="16333" y="4672"/>
                    <a:pt x="17100" y="6107"/>
                  </a:cubicBezTo>
                  <a:cubicBezTo>
                    <a:pt x="17934" y="7474"/>
                    <a:pt x="18701" y="8975"/>
                    <a:pt x="19735" y="10110"/>
                  </a:cubicBezTo>
                  <a:cubicBezTo>
                    <a:pt x="20235" y="10643"/>
                    <a:pt x="20869" y="11110"/>
                    <a:pt x="21436" y="11344"/>
                  </a:cubicBezTo>
                  <a:cubicBezTo>
                    <a:pt x="22037" y="11611"/>
                    <a:pt x="22604" y="11744"/>
                    <a:pt x="23071" y="11777"/>
                  </a:cubicBezTo>
                  <a:cubicBezTo>
                    <a:pt x="23271" y="11811"/>
                    <a:pt x="23538" y="11811"/>
                    <a:pt x="23705" y="11811"/>
                  </a:cubicBezTo>
                  <a:lnTo>
                    <a:pt x="24172" y="11811"/>
                  </a:lnTo>
                  <a:cubicBezTo>
                    <a:pt x="24438" y="11777"/>
                    <a:pt x="24572" y="11777"/>
                    <a:pt x="24572" y="11777"/>
                  </a:cubicBezTo>
                  <a:cubicBezTo>
                    <a:pt x="24872" y="11744"/>
                    <a:pt x="24839" y="11411"/>
                    <a:pt x="24572" y="11411"/>
                  </a:cubicBezTo>
                  <a:cubicBezTo>
                    <a:pt x="24572" y="11411"/>
                    <a:pt x="24438" y="11444"/>
                    <a:pt x="24205" y="11444"/>
                  </a:cubicBezTo>
                  <a:lnTo>
                    <a:pt x="23738" y="11444"/>
                  </a:lnTo>
                  <a:cubicBezTo>
                    <a:pt x="23571" y="11444"/>
                    <a:pt x="23371" y="11444"/>
                    <a:pt x="23137" y="11411"/>
                  </a:cubicBezTo>
                  <a:cubicBezTo>
                    <a:pt x="22704" y="11310"/>
                    <a:pt x="22203" y="11177"/>
                    <a:pt x="21636" y="10944"/>
                  </a:cubicBezTo>
                  <a:cubicBezTo>
                    <a:pt x="21136" y="10643"/>
                    <a:pt x="20602" y="10276"/>
                    <a:pt x="20135" y="9743"/>
                  </a:cubicBezTo>
                  <a:cubicBezTo>
                    <a:pt x="19201" y="8675"/>
                    <a:pt x="18467" y="7174"/>
                    <a:pt x="17700" y="5773"/>
                  </a:cubicBezTo>
                  <a:cubicBezTo>
                    <a:pt x="16933" y="4339"/>
                    <a:pt x="15932" y="2938"/>
                    <a:pt x="14698" y="2070"/>
                  </a:cubicBezTo>
                  <a:cubicBezTo>
                    <a:pt x="13464" y="1170"/>
                    <a:pt x="11863" y="603"/>
                    <a:pt x="10195" y="403"/>
                  </a:cubicBezTo>
                  <a:cubicBezTo>
                    <a:pt x="9247" y="270"/>
                    <a:pt x="8299" y="234"/>
                    <a:pt x="7388" y="234"/>
                  </a:cubicBezTo>
                  <a:cubicBezTo>
                    <a:pt x="6696" y="234"/>
                    <a:pt x="6025" y="255"/>
                    <a:pt x="5391" y="269"/>
                  </a:cubicBezTo>
                  <a:cubicBezTo>
                    <a:pt x="4784" y="283"/>
                    <a:pt x="4216" y="291"/>
                    <a:pt x="3693" y="291"/>
                  </a:cubicBezTo>
                  <a:cubicBezTo>
                    <a:pt x="2953" y="291"/>
                    <a:pt x="2303" y="275"/>
                    <a:pt x="1756" y="236"/>
                  </a:cubicBezTo>
                  <a:cubicBezTo>
                    <a:pt x="1355" y="169"/>
                    <a:pt x="955" y="136"/>
                    <a:pt x="721" y="102"/>
                  </a:cubicBezTo>
                  <a:cubicBezTo>
                    <a:pt x="455" y="69"/>
                    <a:pt x="355" y="2"/>
                    <a:pt x="355" y="2"/>
                  </a:cubicBezTo>
                  <a:cubicBezTo>
                    <a:pt x="340" y="1"/>
                    <a:pt x="327" y="0"/>
                    <a:pt x="3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68" name="Google Shape;2168;p18"/>
            <p:cNvSpPr/>
            <p:nvPr/>
          </p:nvSpPr>
          <p:spPr>
            <a:xfrm>
              <a:off x="6048075" y="3873150"/>
              <a:ext cx="430975" cy="143800"/>
            </a:xfrm>
            <a:custGeom>
              <a:avLst/>
              <a:gdLst/>
              <a:ahLst/>
              <a:cxnLst/>
              <a:rect l="l" t="t" r="r" b="b"/>
              <a:pathLst>
                <a:path w="17239" h="5752" extrusionOk="0">
                  <a:moveTo>
                    <a:pt x="262" y="0"/>
                  </a:moveTo>
                  <a:cubicBezTo>
                    <a:pt x="109" y="0"/>
                    <a:pt x="0" y="242"/>
                    <a:pt x="157" y="337"/>
                  </a:cubicBezTo>
                  <a:cubicBezTo>
                    <a:pt x="157" y="337"/>
                    <a:pt x="491" y="403"/>
                    <a:pt x="1025" y="637"/>
                  </a:cubicBezTo>
                  <a:cubicBezTo>
                    <a:pt x="1558" y="804"/>
                    <a:pt x="2359" y="1004"/>
                    <a:pt x="3293" y="1171"/>
                  </a:cubicBezTo>
                  <a:cubicBezTo>
                    <a:pt x="5127" y="1471"/>
                    <a:pt x="7362" y="1571"/>
                    <a:pt x="9130" y="1804"/>
                  </a:cubicBezTo>
                  <a:cubicBezTo>
                    <a:pt x="9597" y="1871"/>
                    <a:pt x="10031" y="1871"/>
                    <a:pt x="10498" y="2005"/>
                  </a:cubicBezTo>
                  <a:cubicBezTo>
                    <a:pt x="10731" y="2071"/>
                    <a:pt x="10965" y="2105"/>
                    <a:pt x="11198" y="2171"/>
                  </a:cubicBezTo>
                  <a:cubicBezTo>
                    <a:pt x="11465" y="2238"/>
                    <a:pt x="11665" y="2305"/>
                    <a:pt x="11932" y="2371"/>
                  </a:cubicBezTo>
                  <a:cubicBezTo>
                    <a:pt x="12166" y="2405"/>
                    <a:pt x="12366" y="2538"/>
                    <a:pt x="12633" y="2638"/>
                  </a:cubicBezTo>
                  <a:cubicBezTo>
                    <a:pt x="12833" y="2738"/>
                    <a:pt x="13100" y="2805"/>
                    <a:pt x="13300" y="2905"/>
                  </a:cubicBezTo>
                  <a:cubicBezTo>
                    <a:pt x="13700" y="3172"/>
                    <a:pt x="14167" y="3372"/>
                    <a:pt x="14501" y="3639"/>
                  </a:cubicBezTo>
                  <a:cubicBezTo>
                    <a:pt x="14701" y="3739"/>
                    <a:pt x="14868" y="3873"/>
                    <a:pt x="15035" y="4006"/>
                  </a:cubicBezTo>
                  <a:cubicBezTo>
                    <a:pt x="15201" y="4106"/>
                    <a:pt x="15368" y="4239"/>
                    <a:pt x="15502" y="4373"/>
                  </a:cubicBezTo>
                  <a:cubicBezTo>
                    <a:pt x="15735" y="4606"/>
                    <a:pt x="16035" y="4840"/>
                    <a:pt x="16202" y="5040"/>
                  </a:cubicBezTo>
                  <a:cubicBezTo>
                    <a:pt x="16636" y="5440"/>
                    <a:pt x="16836" y="5707"/>
                    <a:pt x="16836" y="5707"/>
                  </a:cubicBezTo>
                  <a:cubicBezTo>
                    <a:pt x="16875" y="5738"/>
                    <a:pt x="16919" y="5751"/>
                    <a:pt x="16962" y="5751"/>
                  </a:cubicBezTo>
                  <a:cubicBezTo>
                    <a:pt x="17105" y="5751"/>
                    <a:pt x="17238" y="5609"/>
                    <a:pt x="17136" y="5507"/>
                  </a:cubicBezTo>
                  <a:cubicBezTo>
                    <a:pt x="17136" y="5507"/>
                    <a:pt x="16936" y="5240"/>
                    <a:pt x="16536" y="4807"/>
                  </a:cubicBezTo>
                  <a:cubicBezTo>
                    <a:pt x="16369" y="4540"/>
                    <a:pt x="16135" y="4340"/>
                    <a:pt x="15835" y="4039"/>
                  </a:cubicBezTo>
                  <a:cubicBezTo>
                    <a:pt x="15668" y="3906"/>
                    <a:pt x="15535" y="3739"/>
                    <a:pt x="15368" y="3639"/>
                  </a:cubicBezTo>
                  <a:cubicBezTo>
                    <a:pt x="15201" y="3506"/>
                    <a:pt x="15001" y="3339"/>
                    <a:pt x="14834" y="3205"/>
                  </a:cubicBezTo>
                  <a:cubicBezTo>
                    <a:pt x="14467" y="2905"/>
                    <a:pt x="14034" y="2672"/>
                    <a:pt x="13600" y="2405"/>
                  </a:cubicBezTo>
                  <a:cubicBezTo>
                    <a:pt x="13367" y="2305"/>
                    <a:pt x="13133" y="2205"/>
                    <a:pt x="12866" y="2071"/>
                  </a:cubicBezTo>
                  <a:cubicBezTo>
                    <a:pt x="12633" y="1971"/>
                    <a:pt x="12366" y="1871"/>
                    <a:pt x="12132" y="1804"/>
                  </a:cubicBezTo>
                  <a:lnTo>
                    <a:pt x="11365" y="1538"/>
                  </a:lnTo>
                  <a:cubicBezTo>
                    <a:pt x="11132" y="1471"/>
                    <a:pt x="10865" y="1404"/>
                    <a:pt x="10631" y="1371"/>
                  </a:cubicBezTo>
                  <a:cubicBezTo>
                    <a:pt x="10131" y="1237"/>
                    <a:pt x="9664" y="1204"/>
                    <a:pt x="9197" y="1137"/>
                  </a:cubicBezTo>
                  <a:cubicBezTo>
                    <a:pt x="7429" y="904"/>
                    <a:pt x="5161" y="904"/>
                    <a:pt x="3360" y="670"/>
                  </a:cubicBezTo>
                  <a:cubicBezTo>
                    <a:pt x="2492" y="537"/>
                    <a:pt x="1692" y="370"/>
                    <a:pt x="1158" y="237"/>
                  </a:cubicBezTo>
                  <a:cubicBezTo>
                    <a:pt x="624" y="70"/>
                    <a:pt x="291" y="3"/>
                    <a:pt x="291" y="3"/>
                  </a:cubicBezTo>
                  <a:cubicBezTo>
                    <a:pt x="281" y="1"/>
                    <a:pt x="271" y="0"/>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69" name="Google Shape;2169;p18"/>
            <p:cNvSpPr/>
            <p:nvPr/>
          </p:nvSpPr>
          <p:spPr>
            <a:xfrm>
              <a:off x="2973950" y="4152375"/>
              <a:ext cx="586300" cy="361025"/>
            </a:xfrm>
            <a:custGeom>
              <a:avLst/>
              <a:gdLst/>
              <a:ahLst/>
              <a:cxnLst/>
              <a:rect l="l" t="t" r="r" b="b"/>
              <a:pathLst>
                <a:path w="23452" h="14441" extrusionOk="0">
                  <a:moveTo>
                    <a:pt x="7068" y="0"/>
                  </a:moveTo>
                  <a:cubicBezTo>
                    <a:pt x="6719" y="0"/>
                    <a:pt x="6339" y="70"/>
                    <a:pt x="6005" y="209"/>
                  </a:cubicBezTo>
                  <a:cubicBezTo>
                    <a:pt x="5572" y="376"/>
                    <a:pt x="5238" y="643"/>
                    <a:pt x="4938" y="876"/>
                  </a:cubicBezTo>
                  <a:cubicBezTo>
                    <a:pt x="4337" y="1376"/>
                    <a:pt x="3870" y="1910"/>
                    <a:pt x="3403" y="2511"/>
                  </a:cubicBezTo>
                  <a:cubicBezTo>
                    <a:pt x="2536" y="3645"/>
                    <a:pt x="1869" y="4812"/>
                    <a:pt x="1335" y="5880"/>
                  </a:cubicBezTo>
                  <a:cubicBezTo>
                    <a:pt x="768" y="6980"/>
                    <a:pt x="401" y="8014"/>
                    <a:pt x="201" y="8882"/>
                  </a:cubicBezTo>
                  <a:cubicBezTo>
                    <a:pt x="34" y="9749"/>
                    <a:pt x="1" y="10550"/>
                    <a:pt x="335" y="11083"/>
                  </a:cubicBezTo>
                  <a:cubicBezTo>
                    <a:pt x="368" y="11250"/>
                    <a:pt x="501" y="11350"/>
                    <a:pt x="568" y="11417"/>
                  </a:cubicBezTo>
                  <a:cubicBezTo>
                    <a:pt x="668" y="11517"/>
                    <a:pt x="735" y="11550"/>
                    <a:pt x="835" y="11584"/>
                  </a:cubicBezTo>
                  <a:cubicBezTo>
                    <a:pt x="935" y="11684"/>
                    <a:pt x="1035" y="11684"/>
                    <a:pt x="1035" y="11684"/>
                  </a:cubicBezTo>
                  <a:cubicBezTo>
                    <a:pt x="1106" y="11712"/>
                    <a:pt x="1170" y="11722"/>
                    <a:pt x="1226" y="11722"/>
                  </a:cubicBezTo>
                  <a:cubicBezTo>
                    <a:pt x="1303" y="11722"/>
                    <a:pt x="1363" y="11703"/>
                    <a:pt x="1402" y="11684"/>
                  </a:cubicBezTo>
                  <a:cubicBezTo>
                    <a:pt x="1502" y="11650"/>
                    <a:pt x="1535" y="11550"/>
                    <a:pt x="1535" y="11517"/>
                  </a:cubicBezTo>
                  <a:cubicBezTo>
                    <a:pt x="1569" y="11384"/>
                    <a:pt x="1402" y="11317"/>
                    <a:pt x="1202" y="11217"/>
                  </a:cubicBezTo>
                  <a:cubicBezTo>
                    <a:pt x="1235" y="11217"/>
                    <a:pt x="935" y="11217"/>
                    <a:pt x="768" y="10883"/>
                  </a:cubicBezTo>
                  <a:cubicBezTo>
                    <a:pt x="568" y="10550"/>
                    <a:pt x="568" y="9882"/>
                    <a:pt x="768" y="9049"/>
                  </a:cubicBezTo>
                  <a:cubicBezTo>
                    <a:pt x="1235" y="7414"/>
                    <a:pt x="2336" y="5179"/>
                    <a:pt x="4037" y="3011"/>
                  </a:cubicBezTo>
                  <a:cubicBezTo>
                    <a:pt x="4504" y="2477"/>
                    <a:pt x="4938" y="1977"/>
                    <a:pt x="5505" y="1510"/>
                  </a:cubicBezTo>
                  <a:cubicBezTo>
                    <a:pt x="5738" y="1310"/>
                    <a:pt x="6039" y="1076"/>
                    <a:pt x="6339" y="976"/>
                  </a:cubicBezTo>
                  <a:cubicBezTo>
                    <a:pt x="6543" y="874"/>
                    <a:pt x="6785" y="831"/>
                    <a:pt x="7037" y="831"/>
                  </a:cubicBezTo>
                  <a:cubicBezTo>
                    <a:pt x="7115" y="831"/>
                    <a:pt x="7194" y="835"/>
                    <a:pt x="7273" y="843"/>
                  </a:cubicBezTo>
                  <a:cubicBezTo>
                    <a:pt x="8007" y="876"/>
                    <a:pt x="8707" y="1043"/>
                    <a:pt x="9441" y="1243"/>
                  </a:cubicBezTo>
                  <a:cubicBezTo>
                    <a:pt x="10208" y="1476"/>
                    <a:pt x="10942" y="1743"/>
                    <a:pt x="11676" y="2010"/>
                  </a:cubicBezTo>
                  <a:cubicBezTo>
                    <a:pt x="14578" y="3078"/>
                    <a:pt x="17380" y="4412"/>
                    <a:pt x="19848" y="5646"/>
                  </a:cubicBezTo>
                  <a:cubicBezTo>
                    <a:pt x="20416" y="5913"/>
                    <a:pt x="21016" y="6213"/>
                    <a:pt x="21516" y="6580"/>
                  </a:cubicBezTo>
                  <a:cubicBezTo>
                    <a:pt x="21750" y="6814"/>
                    <a:pt x="22017" y="7014"/>
                    <a:pt x="22183" y="7214"/>
                  </a:cubicBezTo>
                  <a:cubicBezTo>
                    <a:pt x="22384" y="7481"/>
                    <a:pt x="22450" y="7681"/>
                    <a:pt x="22517" y="7914"/>
                  </a:cubicBezTo>
                  <a:cubicBezTo>
                    <a:pt x="22550" y="8181"/>
                    <a:pt x="22450" y="8415"/>
                    <a:pt x="22384" y="8682"/>
                  </a:cubicBezTo>
                  <a:cubicBezTo>
                    <a:pt x="22284" y="8815"/>
                    <a:pt x="22250" y="8915"/>
                    <a:pt x="22183" y="9049"/>
                  </a:cubicBezTo>
                  <a:cubicBezTo>
                    <a:pt x="22083" y="9149"/>
                    <a:pt x="22050" y="9249"/>
                    <a:pt x="21917" y="9349"/>
                  </a:cubicBezTo>
                  <a:cubicBezTo>
                    <a:pt x="21550" y="9682"/>
                    <a:pt x="21016" y="9882"/>
                    <a:pt x="20416" y="9983"/>
                  </a:cubicBezTo>
                  <a:cubicBezTo>
                    <a:pt x="19248" y="10183"/>
                    <a:pt x="18114" y="10149"/>
                    <a:pt x="17213" y="10216"/>
                  </a:cubicBezTo>
                  <a:cubicBezTo>
                    <a:pt x="16746" y="10249"/>
                    <a:pt x="16313" y="10316"/>
                    <a:pt x="15946" y="10383"/>
                  </a:cubicBezTo>
                  <a:cubicBezTo>
                    <a:pt x="15746" y="10416"/>
                    <a:pt x="15579" y="10483"/>
                    <a:pt x="15479" y="10516"/>
                  </a:cubicBezTo>
                  <a:cubicBezTo>
                    <a:pt x="15312" y="10583"/>
                    <a:pt x="15178" y="10616"/>
                    <a:pt x="15078" y="10683"/>
                  </a:cubicBezTo>
                  <a:lnTo>
                    <a:pt x="15112" y="10683"/>
                  </a:lnTo>
                  <a:cubicBezTo>
                    <a:pt x="13911" y="11183"/>
                    <a:pt x="12977" y="11951"/>
                    <a:pt x="12143" y="12618"/>
                  </a:cubicBezTo>
                  <a:cubicBezTo>
                    <a:pt x="11309" y="13352"/>
                    <a:pt x="10475" y="13752"/>
                    <a:pt x="9574" y="13885"/>
                  </a:cubicBezTo>
                  <a:cubicBezTo>
                    <a:pt x="9403" y="13928"/>
                    <a:pt x="9219" y="13940"/>
                    <a:pt x="9036" y="13940"/>
                  </a:cubicBezTo>
                  <a:cubicBezTo>
                    <a:pt x="8792" y="13940"/>
                    <a:pt x="8550" y="13919"/>
                    <a:pt x="8340" y="13919"/>
                  </a:cubicBezTo>
                  <a:cubicBezTo>
                    <a:pt x="7973" y="13885"/>
                    <a:pt x="7573" y="13752"/>
                    <a:pt x="7239" y="13652"/>
                  </a:cubicBezTo>
                  <a:cubicBezTo>
                    <a:pt x="6572" y="13352"/>
                    <a:pt x="6005" y="13018"/>
                    <a:pt x="5472" y="12718"/>
                  </a:cubicBezTo>
                  <a:cubicBezTo>
                    <a:pt x="4404" y="12084"/>
                    <a:pt x="3537" y="11717"/>
                    <a:pt x="2970" y="11550"/>
                  </a:cubicBezTo>
                  <a:cubicBezTo>
                    <a:pt x="2670" y="11484"/>
                    <a:pt x="2469" y="11384"/>
                    <a:pt x="2303" y="11384"/>
                  </a:cubicBezTo>
                  <a:cubicBezTo>
                    <a:pt x="2136" y="11350"/>
                    <a:pt x="2036" y="11350"/>
                    <a:pt x="2036" y="11350"/>
                  </a:cubicBezTo>
                  <a:cubicBezTo>
                    <a:pt x="1427" y="11350"/>
                    <a:pt x="1464" y="11719"/>
                    <a:pt x="1823" y="11719"/>
                  </a:cubicBezTo>
                  <a:cubicBezTo>
                    <a:pt x="1837" y="11719"/>
                    <a:pt x="1853" y="11718"/>
                    <a:pt x="1869" y="11717"/>
                  </a:cubicBezTo>
                  <a:cubicBezTo>
                    <a:pt x="1869" y="11717"/>
                    <a:pt x="1936" y="11717"/>
                    <a:pt x="2069" y="11750"/>
                  </a:cubicBezTo>
                  <a:cubicBezTo>
                    <a:pt x="2236" y="11817"/>
                    <a:pt x="2403" y="11851"/>
                    <a:pt x="2703" y="11917"/>
                  </a:cubicBezTo>
                  <a:cubicBezTo>
                    <a:pt x="3237" y="12084"/>
                    <a:pt x="4037" y="12484"/>
                    <a:pt x="5071" y="13085"/>
                  </a:cubicBezTo>
                  <a:cubicBezTo>
                    <a:pt x="5605" y="13385"/>
                    <a:pt x="6205" y="13719"/>
                    <a:pt x="6939" y="14052"/>
                  </a:cubicBezTo>
                  <a:cubicBezTo>
                    <a:pt x="7340" y="14219"/>
                    <a:pt x="7740" y="14352"/>
                    <a:pt x="8207" y="14419"/>
                  </a:cubicBezTo>
                  <a:cubicBezTo>
                    <a:pt x="8474" y="14419"/>
                    <a:pt x="8730" y="14441"/>
                    <a:pt x="8993" y="14441"/>
                  </a:cubicBezTo>
                  <a:cubicBezTo>
                    <a:pt x="9191" y="14441"/>
                    <a:pt x="9393" y="14429"/>
                    <a:pt x="9608" y="14386"/>
                  </a:cubicBezTo>
                  <a:cubicBezTo>
                    <a:pt x="10075" y="14286"/>
                    <a:pt x="10575" y="14152"/>
                    <a:pt x="11076" y="13919"/>
                  </a:cubicBezTo>
                  <a:cubicBezTo>
                    <a:pt x="11576" y="13719"/>
                    <a:pt x="12043" y="13385"/>
                    <a:pt x="12443" y="13051"/>
                  </a:cubicBezTo>
                  <a:cubicBezTo>
                    <a:pt x="13344" y="12351"/>
                    <a:pt x="14211" y="11650"/>
                    <a:pt x="15345" y="11217"/>
                  </a:cubicBezTo>
                  <a:lnTo>
                    <a:pt x="15379" y="11217"/>
                  </a:lnTo>
                  <a:cubicBezTo>
                    <a:pt x="15445" y="11217"/>
                    <a:pt x="15545" y="11183"/>
                    <a:pt x="15679" y="11150"/>
                  </a:cubicBezTo>
                  <a:cubicBezTo>
                    <a:pt x="15746" y="11083"/>
                    <a:pt x="15912" y="11083"/>
                    <a:pt x="16046" y="11050"/>
                  </a:cubicBezTo>
                  <a:cubicBezTo>
                    <a:pt x="16346" y="11017"/>
                    <a:pt x="16713" y="10983"/>
                    <a:pt x="17180" y="10983"/>
                  </a:cubicBezTo>
                  <a:cubicBezTo>
                    <a:pt x="18081" y="10917"/>
                    <a:pt x="19215" y="11017"/>
                    <a:pt x="20516" y="10816"/>
                  </a:cubicBezTo>
                  <a:cubicBezTo>
                    <a:pt x="21183" y="10683"/>
                    <a:pt x="21883" y="10516"/>
                    <a:pt x="22517" y="9916"/>
                  </a:cubicBezTo>
                  <a:cubicBezTo>
                    <a:pt x="22684" y="9816"/>
                    <a:pt x="22751" y="9649"/>
                    <a:pt x="22884" y="9482"/>
                  </a:cubicBezTo>
                  <a:cubicBezTo>
                    <a:pt x="23017" y="9315"/>
                    <a:pt x="23084" y="9149"/>
                    <a:pt x="23184" y="8982"/>
                  </a:cubicBezTo>
                  <a:cubicBezTo>
                    <a:pt x="23351" y="8582"/>
                    <a:pt x="23451" y="8181"/>
                    <a:pt x="23384" y="7714"/>
                  </a:cubicBezTo>
                  <a:cubicBezTo>
                    <a:pt x="23351" y="7247"/>
                    <a:pt x="23117" y="6847"/>
                    <a:pt x="22884" y="6547"/>
                  </a:cubicBezTo>
                  <a:cubicBezTo>
                    <a:pt x="22617" y="6213"/>
                    <a:pt x="22350" y="5980"/>
                    <a:pt x="22050" y="5746"/>
                  </a:cubicBezTo>
                  <a:cubicBezTo>
                    <a:pt x="21450" y="5346"/>
                    <a:pt x="20849" y="5012"/>
                    <a:pt x="20249" y="4712"/>
                  </a:cubicBezTo>
                  <a:cubicBezTo>
                    <a:pt x="17780" y="3511"/>
                    <a:pt x="14945" y="2210"/>
                    <a:pt x="11943" y="1143"/>
                  </a:cubicBezTo>
                  <a:cubicBezTo>
                    <a:pt x="11209" y="876"/>
                    <a:pt x="10408" y="643"/>
                    <a:pt x="9675" y="409"/>
                  </a:cubicBezTo>
                  <a:cubicBezTo>
                    <a:pt x="8907" y="209"/>
                    <a:pt x="8107" y="42"/>
                    <a:pt x="7273" y="9"/>
                  </a:cubicBezTo>
                  <a:cubicBezTo>
                    <a:pt x="7206" y="3"/>
                    <a:pt x="7138" y="0"/>
                    <a:pt x="70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70" name="Google Shape;2170;p18"/>
            <p:cNvSpPr/>
            <p:nvPr/>
          </p:nvSpPr>
          <p:spPr>
            <a:xfrm>
              <a:off x="2878050" y="4066850"/>
              <a:ext cx="773075" cy="505625"/>
            </a:xfrm>
            <a:custGeom>
              <a:avLst/>
              <a:gdLst/>
              <a:ahLst/>
              <a:cxnLst/>
              <a:rect l="l" t="t" r="r" b="b"/>
              <a:pathLst>
                <a:path w="30923" h="20225" extrusionOk="0">
                  <a:moveTo>
                    <a:pt x="10426" y="514"/>
                  </a:moveTo>
                  <a:cubicBezTo>
                    <a:pt x="12092" y="514"/>
                    <a:pt x="13782" y="891"/>
                    <a:pt x="15345" y="1395"/>
                  </a:cubicBezTo>
                  <a:cubicBezTo>
                    <a:pt x="17313" y="1995"/>
                    <a:pt x="19148" y="2829"/>
                    <a:pt x="20849" y="3663"/>
                  </a:cubicBezTo>
                  <a:cubicBezTo>
                    <a:pt x="21683" y="4097"/>
                    <a:pt x="22550" y="4531"/>
                    <a:pt x="23418" y="4998"/>
                  </a:cubicBezTo>
                  <a:cubicBezTo>
                    <a:pt x="23885" y="5264"/>
                    <a:pt x="24318" y="5498"/>
                    <a:pt x="24752" y="5765"/>
                  </a:cubicBezTo>
                  <a:cubicBezTo>
                    <a:pt x="24985" y="5865"/>
                    <a:pt x="25219" y="5998"/>
                    <a:pt x="25419" y="6132"/>
                  </a:cubicBezTo>
                  <a:lnTo>
                    <a:pt x="25753" y="6332"/>
                  </a:lnTo>
                  <a:lnTo>
                    <a:pt x="25919" y="6432"/>
                  </a:lnTo>
                  <a:lnTo>
                    <a:pt x="26019" y="6465"/>
                  </a:lnTo>
                  <a:cubicBezTo>
                    <a:pt x="26086" y="6499"/>
                    <a:pt x="26086" y="6499"/>
                    <a:pt x="26153" y="6499"/>
                  </a:cubicBezTo>
                  <a:cubicBezTo>
                    <a:pt x="27087" y="6832"/>
                    <a:pt x="28021" y="7333"/>
                    <a:pt x="28821" y="8000"/>
                  </a:cubicBezTo>
                  <a:cubicBezTo>
                    <a:pt x="29555" y="8667"/>
                    <a:pt x="30156" y="9601"/>
                    <a:pt x="30256" y="10635"/>
                  </a:cubicBezTo>
                  <a:cubicBezTo>
                    <a:pt x="30389" y="11636"/>
                    <a:pt x="30056" y="12670"/>
                    <a:pt x="29489" y="13570"/>
                  </a:cubicBezTo>
                  <a:cubicBezTo>
                    <a:pt x="28888" y="14404"/>
                    <a:pt x="28054" y="15105"/>
                    <a:pt x="27187" y="15605"/>
                  </a:cubicBezTo>
                  <a:cubicBezTo>
                    <a:pt x="26320" y="16105"/>
                    <a:pt x="25319" y="16406"/>
                    <a:pt x="24318" y="16506"/>
                  </a:cubicBezTo>
                  <a:cubicBezTo>
                    <a:pt x="23818" y="16606"/>
                    <a:pt x="23318" y="16639"/>
                    <a:pt x="22817" y="16673"/>
                  </a:cubicBezTo>
                  <a:lnTo>
                    <a:pt x="22050" y="16806"/>
                  </a:lnTo>
                  <a:lnTo>
                    <a:pt x="21283" y="16939"/>
                  </a:lnTo>
                  <a:cubicBezTo>
                    <a:pt x="21049" y="16973"/>
                    <a:pt x="20849" y="17006"/>
                    <a:pt x="20582" y="17106"/>
                  </a:cubicBezTo>
                  <a:cubicBezTo>
                    <a:pt x="20349" y="17173"/>
                    <a:pt x="20082" y="17240"/>
                    <a:pt x="19882" y="17306"/>
                  </a:cubicBezTo>
                  <a:cubicBezTo>
                    <a:pt x="19415" y="17473"/>
                    <a:pt x="19014" y="17640"/>
                    <a:pt x="18581" y="17840"/>
                  </a:cubicBezTo>
                  <a:cubicBezTo>
                    <a:pt x="17747" y="18274"/>
                    <a:pt x="17013" y="18674"/>
                    <a:pt x="16246" y="19008"/>
                  </a:cubicBezTo>
                  <a:cubicBezTo>
                    <a:pt x="14958" y="19606"/>
                    <a:pt x="13671" y="19990"/>
                    <a:pt x="12552" y="19990"/>
                  </a:cubicBezTo>
                  <a:cubicBezTo>
                    <a:pt x="12425" y="19990"/>
                    <a:pt x="12299" y="19985"/>
                    <a:pt x="12176" y="19975"/>
                  </a:cubicBezTo>
                  <a:cubicBezTo>
                    <a:pt x="10975" y="19908"/>
                    <a:pt x="10041" y="19508"/>
                    <a:pt x="9474" y="19241"/>
                  </a:cubicBezTo>
                  <a:cubicBezTo>
                    <a:pt x="9174" y="19074"/>
                    <a:pt x="8974" y="18941"/>
                    <a:pt x="8807" y="18841"/>
                  </a:cubicBezTo>
                  <a:cubicBezTo>
                    <a:pt x="8674" y="18774"/>
                    <a:pt x="8574" y="18741"/>
                    <a:pt x="8574" y="18741"/>
                  </a:cubicBezTo>
                  <a:cubicBezTo>
                    <a:pt x="8333" y="18567"/>
                    <a:pt x="8162" y="18489"/>
                    <a:pt x="8090" y="18489"/>
                  </a:cubicBezTo>
                  <a:cubicBezTo>
                    <a:pt x="8046" y="18489"/>
                    <a:pt x="8041" y="18520"/>
                    <a:pt x="8082" y="18575"/>
                  </a:cubicBezTo>
                  <a:lnTo>
                    <a:pt x="8082" y="18575"/>
                  </a:lnTo>
                  <a:cubicBezTo>
                    <a:pt x="8004" y="18509"/>
                    <a:pt x="7891" y="18430"/>
                    <a:pt x="7740" y="18340"/>
                  </a:cubicBezTo>
                  <a:lnTo>
                    <a:pt x="7506" y="18240"/>
                  </a:lnTo>
                  <a:cubicBezTo>
                    <a:pt x="7339" y="18140"/>
                    <a:pt x="7073" y="18007"/>
                    <a:pt x="6806" y="17907"/>
                  </a:cubicBezTo>
                  <a:cubicBezTo>
                    <a:pt x="6172" y="17607"/>
                    <a:pt x="5238" y="17273"/>
                    <a:pt x="4137" y="16806"/>
                  </a:cubicBezTo>
                  <a:cubicBezTo>
                    <a:pt x="3570" y="16572"/>
                    <a:pt x="2970" y="16272"/>
                    <a:pt x="2369" y="15905"/>
                  </a:cubicBezTo>
                  <a:cubicBezTo>
                    <a:pt x="1802" y="15505"/>
                    <a:pt x="1202" y="15005"/>
                    <a:pt x="835" y="14304"/>
                  </a:cubicBezTo>
                  <a:cubicBezTo>
                    <a:pt x="468" y="13604"/>
                    <a:pt x="334" y="12770"/>
                    <a:pt x="468" y="11902"/>
                  </a:cubicBezTo>
                  <a:cubicBezTo>
                    <a:pt x="535" y="11002"/>
                    <a:pt x="835" y="10101"/>
                    <a:pt x="1168" y="9234"/>
                  </a:cubicBezTo>
                  <a:cubicBezTo>
                    <a:pt x="1869" y="7433"/>
                    <a:pt x="2836" y="5598"/>
                    <a:pt x="4037" y="3897"/>
                  </a:cubicBezTo>
                  <a:cubicBezTo>
                    <a:pt x="4638" y="3063"/>
                    <a:pt x="5338" y="2262"/>
                    <a:pt x="6205" y="1662"/>
                  </a:cubicBezTo>
                  <a:cubicBezTo>
                    <a:pt x="7073" y="1095"/>
                    <a:pt x="8073" y="728"/>
                    <a:pt x="9141" y="594"/>
                  </a:cubicBezTo>
                  <a:cubicBezTo>
                    <a:pt x="9566" y="540"/>
                    <a:pt x="9995" y="514"/>
                    <a:pt x="10426" y="514"/>
                  </a:cubicBezTo>
                  <a:close/>
                  <a:moveTo>
                    <a:pt x="10557" y="0"/>
                  </a:moveTo>
                  <a:cubicBezTo>
                    <a:pt x="10086" y="0"/>
                    <a:pt x="9613" y="30"/>
                    <a:pt x="9141" y="94"/>
                  </a:cubicBezTo>
                  <a:cubicBezTo>
                    <a:pt x="8007" y="261"/>
                    <a:pt x="6906" y="628"/>
                    <a:pt x="6005" y="1262"/>
                  </a:cubicBezTo>
                  <a:cubicBezTo>
                    <a:pt x="5038" y="1829"/>
                    <a:pt x="4337" y="2696"/>
                    <a:pt x="3704" y="3597"/>
                  </a:cubicBezTo>
                  <a:cubicBezTo>
                    <a:pt x="2503" y="5331"/>
                    <a:pt x="1535" y="7166"/>
                    <a:pt x="835" y="9000"/>
                  </a:cubicBezTo>
                  <a:cubicBezTo>
                    <a:pt x="501" y="9934"/>
                    <a:pt x="234" y="10835"/>
                    <a:pt x="101" y="11769"/>
                  </a:cubicBezTo>
                  <a:cubicBezTo>
                    <a:pt x="1" y="12670"/>
                    <a:pt x="101" y="13637"/>
                    <a:pt x="535" y="14404"/>
                  </a:cubicBezTo>
                  <a:cubicBezTo>
                    <a:pt x="968" y="15171"/>
                    <a:pt x="1569" y="15739"/>
                    <a:pt x="2202" y="16105"/>
                  </a:cubicBezTo>
                  <a:cubicBezTo>
                    <a:pt x="2836" y="16506"/>
                    <a:pt x="3403" y="16773"/>
                    <a:pt x="4004" y="17006"/>
                  </a:cubicBezTo>
                  <a:cubicBezTo>
                    <a:pt x="5138" y="17473"/>
                    <a:pt x="6039" y="17807"/>
                    <a:pt x="6672" y="18107"/>
                  </a:cubicBezTo>
                  <a:cubicBezTo>
                    <a:pt x="7006" y="18240"/>
                    <a:pt x="7206" y="18340"/>
                    <a:pt x="7373" y="18441"/>
                  </a:cubicBezTo>
                  <a:lnTo>
                    <a:pt x="7640" y="18574"/>
                  </a:lnTo>
                  <a:cubicBezTo>
                    <a:pt x="7891" y="18725"/>
                    <a:pt x="8071" y="18790"/>
                    <a:pt x="8159" y="18790"/>
                  </a:cubicBezTo>
                  <a:cubicBezTo>
                    <a:pt x="8225" y="18790"/>
                    <a:pt x="8239" y="18754"/>
                    <a:pt x="8193" y="18689"/>
                  </a:cubicBezTo>
                  <a:lnTo>
                    <a:pt x="8193" y="18689"/>
                  </a:lnTo>
                  <a:cubicBezTo>
                    <a:pt x="8272" y="18758"/>
                    <a:pt x="8386" y="18843"/>
                    <a:pt x="8540" y="18941"/>
                  </a:cubicBezTo>
                  <a:lnTo>
                    <a:pt x="8807" y="19041"/>
                  </a:lnTo>
                  <a:cubicBezTo>
                    <a:pt x="8907" y="19141"/>
                    <a:pt x="9174" y="19274"/>
                    <a:pt x="9474" y="19441"/>
                  </a:cubicBezTo>
                  <a:cubicBezTo>
                    <a:pt x="10041" y="19708"/>
                    <a:pt x="11009" y="20142"/>
                    <a:pt x="12243" y="20208"/>
                  </a:cubicBezTo>
                  <a:cubicBezTo>
                    <a:pt x="12381" y="20219"/>
                    <a:pt x="12523" y="20225"/>
                    <a:pt x="12667" y="20225"/>
                  </a:cubicBezTo>
                  <a:cubicBezTo>
                    <a:pt x="13839" y="20225"/>
                    <a:pt x="15176" y="19869"/>
                    <a:pt x="16513" y="19274"/>
                  </a:cubicBezTo>
                  <a:cubicBezTo>
                    <a:pt x="17247" y="18941"/>
                    <a:pt x="18014" y="18507"/>
                    <a:pt x="18848" y="18140"/>
                  </a:cubicBezTo>
                  <a:cubicBezTo>
                    <a:pt x="19615" y="17773"/>
                    <a:pt x="20516" y="17440"/>
                    <a:pt x="21450" y="17273"/>
                  </a:cubicBezTo>
                  <a:cubicBezTo>
                    <a:pt x="21950" y="17173"/>
                    <a:pt x="22417" y="17140"/>
                    <a:pt x="22917" y="17039"/>
                  </a:cubicBezTo>
                  <a:cubicBezTo>
                    <a:pt x="23418" y="16973"/>
                    <a:pt x="23918" y="16973"/>
                    <a:pt x="24418" y="16873"/>
                  </a:cubicBezTo>
                  <a:cubicBezTo>
                    <a:pt x="25452" y="16773"/>
                    <a:pt x="26520" y="16439"/>
                    <a:pt x="27487" y="15939"/>
                  </a:cubicBezTo>
                  <a:cubicBezTo>
                    <a:pt x="28421" y="15438"/>
                    <a:pt x="29322" y="14671"/>
                    <a:pt x="29922" y="13770"/>
                  </a:cubicBezTo>
                  <a:cubicBezTo>
                    <a:pt x="30556" y="12836"/>
                    <a:pt x="30923" y="11702"/>
                    <a:pt x="30823" y="10535"/>
                  </a:cubicBezTo>
                  <a:cubicBezTo>
                    <a:pt x="30623" y="9367"/>
                    <a:pt x="30022" y="8367"/>
                    <a:pt x="29188" y="7633"/>
                  </a:cubicBezTo>
                  <a:cubicBezTo>
                    <a:pt x="28354" y="6932"/>
                    <a:pt x="27354" y="6432"/>
                    <a:pt x="26353" y="6032"/>
                  </a:cubicBezTo>
                  <a:cubicBezTo>
                    <a:pt x="26286" y="6032"/>
                    <a:pt x="26186" y="5932"/>
                    <a:pt x="26053" y="5865"/>
                  </a:cubicBezTo>
                  <a:lnTo>
                    <a:pt x="25719" y="5665"/>
                  </a:lnTo>
                  <a:cubicBezTo>
                    <a:pt x="25519" y="5565"/>
                    <a:pt x="25252" y="5431"/>
                    <a:pt x="25052" y="5298"/>
                  </a:cubicBezTo>
                  <a:cubicBezTo>
                    <a:pt x="24585" y="5031"/>
                    <a:pt x="24185" y="4797"/>
                    <a:pt x="23718" y="4531"/>
                  </a:cubicBezTo>
                  <a:cubicBezTo>
                    <a:pt x="22851" y="4030"/>
                    <a:pt x="21983" y="3597"/>
                    <a:pt x="21149" y="3163"/>
                  </a:cubicBezTo>
                  <a:cubicBezTo>
                    <a:pt x="19415" y="2329"/>
                    <a:pt x="17547" y="1495"/>
                    <a:pt x="15545" y="861"/>
                  </a:cubicBezTo>
                  <a:cubicBezTo>
                    <a:pt x="13974" y="390"/>
                    <a:pt x="12278" y="0"/>
                    <a:pt x="105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71" name="Google Shape;2171;p18"/>
            <p:cNvSpPr/>
            <p:nvPr/>
          </p:nvSpPr>
          <p:spPr>
            <a:xfrm>
              <a:off x="3052350" y="4215300"/>
              <a:ext cx="194250" cy="168075"/>
            </a:xfrm>
            <a:custGeom>
              <a:avLst/>
              <a:gdLst/>
              <a:ahLst/>
              <a:cxnLst/>
              <a:rect l="l" t="t" r="r" b="b"/>
              <a:pathLst>
                <a:path w="7770" h="6723" extrusionOk="0">
                  <a:moveTo>
                    <a:pt x="4966" y="1"/>
                  </a:moveTo>
                  <a:cubicBezTo>
                    <a:pt x="4591" y="1"/>
                    <a:pt x="4204" y="50"/>
                    <a:pt x="3837" y="160"/>
                  </a:cubicBezTo>
                  <a:cubicBezTo>
                    <a:pt x="3103" y="360"/>
                    <a:pt x="2569" y="827"/>
                    <a:pt x="2169" y="1228"/>
                  </a:cubicBezTo>
                  <a:cubicBezTo>
                    <a:pt x="1335" y="2128"/>
                    <a:pt x="734" y="3496"/>
                    <a:pt x="434" y="4630"/>
                  </a:cubicBezTo>
                  <a:cubicBezTo>
                    <a:pt x="267" y="5197"/>
                    <a:pt x="201" y="5664"/>
                    <a:pt x="101" y="6031"/>
                  </a:cubicBezTo>
                  <a:cubicBezTo>
                    <a:pt x="34" y="6398"/>
                    <a:pt x="1" y="6632"/>
                    <a:pt x="1" y="6632"/>
                  </a:cubicBezTo>
                  <a:cubicBezTo>
                    <a:pt x="1" y="6671"/>
                    <a:pt x="95" y="6723"/>
                    <a:pt x="207" y="6723"/>
                  </a:cubicBezTo>
                  <a:cubicBezTo>
                    <a:pt x="283" y="6723"/>
                    <a:pt x="367" y="6699"/>
                    <a:pt x="434" y="6632"/>
                  </a:cubicBezTo>
                  <a:cubicBezTo>
                    <a:pt x="434" y="6632"/>
                    <a:pt x="668" y="5798"/>
                    <a:pt x="1035" y="4730"/>
                  </a:cubicBezTo>
                  <a:cubicBezTo>
                    <a:pt x="1402" y="3696"/>
                    <a:pt x="2035" y="2462"/>
                    <a:pt x="2736" y="1695"/>
                  </a:cubicBezTo>
                  <a:cubicBezTo>
                    <a:pt x="3069" y="1328"/>
                    <a:pt x="3536" y="961"/>
                    <a:pt x="4070" y="727"/>
                  </a:cubicBezTo>
                  <a:cubicBezTo>
                    <a:pt x="4383" y="610"/>
                    <a:pt x="4718" y="562"/>
                    <a:pt x="5050" y="562"/>
                  </a:cubicBezTo>
                  <a:cubicBezTo>
                    <a:pt x="5284" y="562"/>
                    <a:pt x="5517" y="586"/>
                    <a:pt x="5738" y="627"/>
                  </a:cubicBezTo>
                  <a:cubicBezTo>
                    <a:pt x="6238" y="727"/>
                    <a:pt x="6705" y="894"/>
                    <a:pt x="7039" y="1028"/>
                  </a:cubicBezTo>
                  <a:cubicBezTo>
                    <a:pt x="7206" y="1061"/>
                    <a:pt x="7339" y="1161"/>
                    <a:pt x="7406" y="1194"/>
                  </a:cubicBezTo>
                  <a:cubicBezTo>
                    <a:pt x="7506" y="1228"/>
                    <a:pt x="7539" y="1294"/>
                    <a:pt x="7539" y="1294"/>
                  </a:cubicBezTo>
                  <a:cubicBezTo>
                    <a:pt x="7543" y="1296"/>
                    <a:pt x="7546" y="1297"/>
                    <a:pt x="7550" y="1297"/>
                  </a:cubicBezTo>
                  <a:cubicBezTo>
                    <a:pt x="7623" y="1297"/>
                    <a:pt x="7769" y="1022"/>
                    <a:pt x="7706" y="928"/>
                  </a:cubicBezTo>
                  <a:cubicBezTo>
                    <a:pt x="7706" y="928"/>
                    <a:pt x="7673" y="894"/>
                    <a:pt x="7573" y="861"/>
                  </a:cubicBezTo>
                  <a:cubicBezTo>
                    <a:pt x="7506" y="827"/>
                    <a:pt x="7372" y="727"/>
                    <a:pt x="7206" y="661"/>
                  </a:cubicBezTo>
                  <a:cubicBezTo>
                    <a:pt x="6905" y="494"/>
                    <a:pt x="6405" y="260"/>
                    <a:pt x="5838" y="94"/>
                  </a:cubicBezTo>
                  <a:cubicBezTo>
                    <a:pt x="5568" y="34"/>
                    <a:pt x="5271" y="1"/>
                    <a:pt x="49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and text 1">
  <p:cSld name="CUSTOM_4">
    <p:spTree>
      <p:nvGrpSpPr>
        <p:cNvPr id="2172" name="Shape 2172"/>
        <p:cNvGrpSpPr/>
        <p:nvPr/>
      </p:nvGrpSpPr>
      <p:grpSpPr>
        <a:xfrm>
          <a:off x="0" y="0"/>
          <a:ext cx="0" cy="0"/>
          <a:chOff x="0" y="0"/>
          <a:chExt cx="0" cy="0"/>
        </a:xfrm>
      </p:grpSpPr>
      <p:pic>
        <p:nvPicPr>
          <p:cNvPr id="2173" name="Google Shape;2173;p19"/>
          <p:cNvPicPr preferRelativeResize="0"/>
          <p:nvPr/>
        </p:nvPicPr>
        <p:blipFill rotWithShape="1">
          <a:blip r:embed="rId2"/>
          <a:srcRect b="15598"/>
          <a:stretch>
            <a:fillRect/>
          </a:stretch>
        </p:blipFill>
        <p:spPr>
          <a:xfrm>
            <a:off x="0" y="0"/>
            <a:ext cx="9144003" cy="5143501"/>
          </a:xfrm>
          <a:prstGeom prst="rect">
            <a:avLst/>
          </a:prstGeom>
          <a:noFill/>
          <a:ln>
            <a:noFill/>
          </a:ln>
        </p:spPr>
      </p:pic>
      <p:sp>
        <p:nvSpPr>
          <p:cNvPr id="2174" name="Google Shape;2174;p19"/>
          <p:cNvSpPr txBox="1"/>
          <p:nvPr>
            <p:ph type="title"/>
          </p:nvPr>
        </p:nvSpPr>
        <p:spPr>
          <a:xfrm>
            <a:off x="1239700" y="1409313"/>
            <a:ext cx="3142200" cy="1063200"/>
          </a:xfrm>
          <a:prstGeom prst="rect">
            <a:avLst/>
          </a:prstGeom>
        </p:spPr>
        <p:txBody>
          <a:bodyPr spcFirstLastPara="1" wrap="square" lIns="91425" tIns="91425" rIns="91425" bIns="91425" anchor="b"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175" name="Google Shape;2175;p19"/>
          <p:cNvSpPr txBox="1"/>
          <p:nvPr>
            <p:ph type="subTitle" idx="1"/>
          </p:nvPr>
        </p:nvSpPr>
        <p:spPr>
          <a:xfrm>
            <a:off x="1239700" y="2472513"/>
            <a:ext cx="3142200" cy="8052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p:txBody>
      </p:sp>
      <p:grpSp>
        <p:nvGrpSpPr>
          <p:cNvPr id="2176" name="Google Shape;2176;p19"/>
          <p:cNvGrpSpPr/>
          <p:nvPr/>
        </p:nvGrpSpPr>
        <p:grpSpPr>
          <a:xfrm flipH="1">
            <a:off x="-565568" y="2005467"/>
            <a:ext cx="2069687" cy="3308791"/>
            <a:chOff x="7257082" y="1834842"/>
            <a:chExt cx="2069687" cy="3308791"/>
          </a:xfrm>
        </p:grpSpPr>
        <p:sp>
          <p:nvSpPr>
            <p:cNvPr id="2177" name="Google Shape;2177;p19"/>
            <p:cNvSpPr/>
            <p:nvPr/>
          </p:nvSpPr>
          <p:spPr>
            <a:xfrm rot="10800000">
              <a:off x="8959765" y="4167294"/>
              <a:ext cx="365819" cy="950395"/>
            </a:xfrm>
            <a:custGeom>
              <a:avLst/>
              <a:gdLst/>
              <a:ahLst/>
              <a:cxnLst/>
              <a:rect l="l" t="t" r="r" b="b"/>
              <a:pathLst>
                <a:path w="15129" h="39305" extrusionOk="0">
                  <a:moveTo>
                    <a:pt x="9530" y="1"/>
                  </a:moveTo>
                  <a:cubicBezTo>
                    <a:pt x="9054" y="1"/>
                    <a:pt x="9018" y="375"/>
                    <a:pt x="9658" y="503"/>
                  </a:cubicBezTo>
                  <a:cubicBezTo>
                    <a:pt x="9658" y="503"/>
                    <a:pt x="9925" y="570"/>
                    <a:pt x="10325" y="637"/>
                  </a:cubicBezTo>
                  <a:cubicBezTo>
                    <a:pt x="10759" y="737"/>
                    <a:pt x="11359" y="837"/>
                    <a:pt x="12127" y="1137"/>
                  </a:cubicBezTo>
                  <a:cubicBezTo>
                    <a:pt x="12827" y="1437"/>
                    <a:pt x="13694" y="1904"/>
                    <a:pt x="14195" y="2771"/>
                  </a:cubicBezTo>
                  <a:cubicBezTo>
                    <a:pt x="14462" y="3172"/>
                    <a:pt x="14595" y="3739"/>
                    <a:pt x="14495" y="4239"/>
                  </a:cubicBezTo>
                  <a:cubicBezTo>
                    <a:pt x="14462" y="4773"/>
                    <a:pt x="14128" y="5240"/>
                    <a:pt x="13761" y="5740"/>
                  </a:cubicBezTo>
                  <a:cubicBezTo>
                    <a:pt x="13328" y="6241"/>
                    <a:pt x="12827" y="6674"/>
                    <a:pt x="12427" y="7275"/>
                  </a:cubicBezTo>
                  <a:cubicBezTo>
                    <a:pt x="11960" y="7842"/>
                    <a:pt x="11593" y="8576"/>
                    <a:pt x="11493" y="9343"/>
                  </a:cubicBezTo>
                  <a:cubicBezTo>
                    <a:pt x="11359" y="10143"/>
                    <a:pt x="11526" y="10977"/>
                    <a:pt x="11927" y="11678"/>
                  </a:cubicBezTo>
                  <a:cubicBezTo>
                    <a:pt x="12260" y="12412"/>
                    <a:pt x="12760" y="12979"/>
                    <a:pt x="13127" y="13579"/>
                  </a:cubicBezTo>
                  <a:cubicBezTo>
                    <a:pt x="13494" y="14146"/>
                    <a:pt x="13761" y="14747"/>
                    <a:pt x="13795" y="15347"/>
                  </a:cubicBezTo>
                  <a:cubicBezTo>
                    <a:pt x="13828" y="15981"/>
                    <a:pt x="13661" y="16648"/>
                    <a:pt x="13361" y="17182"/>
                  </a:cubicBezTo>
                  <a:cubicBezTo>
                    <a:pt x="13094" y="17782"/>
                    <a:pt x="12660" y="18182"/>
                    <a:pt x="12160" y="18683"/>
                  </a:cubicBezTo>
                  <a:cubicBezTo>
                    <a:pt x="11660" y="19150"/>
                    <a:pt x="11159" y="19784"/>
                    <a:pt x="10959" y="20484"/>
                  </a:cubicBezTo>
                  <a:cubicBezTo>
                    <a:pt x="10926" y="20651"/>
                    <a:pt x="10892" y="20851"/>
                    <a:pt x="10826" y="21018"/>
                  </a:cubicBezTo>
                  <a:cubicBezTo>
                    <a:pt x="10759" y="21185"/>
                    <a:pt x="10759" y="21418"/>
                    <a:pt x="10759" y="21585"/>
                  </a:cubicBezTo>
                  <a:lnTo>
                    <a:pt x="10759" y="22119"/>
                  </a:lnTo>
                  <a:lnTo>
                    <a:pt x="10759" y="22352"/>
                  </a:lnTo>
                  <a:lnTo>
                    <a:pt x="10759" y="22519"/>
                  </a:lnTo>
                  <a:lnTo>
                    <a:pt x="10792" y="22652"/>
                  </a:lnTo>
                  <a:cubicBezTo>
                    <a:pt x="10926" y="23353"/>
                    <a:pt x="11226" y="24087"/>
                    <a:pt x="11593" y="24687"/>
                  </a:cubicBezTo>
                  <a:cubicBezTo>
                    <a:pt x="11927" y="25321"/>
                    <a:pt x="12394" y="25921"/>
                    <a:pt x="12460" y="26455"/>
                  </a:cubicBezTo>
                  <a:cubicBezTo>
                    <a:pt x="12560" y="26989"/>
                    <a:pt x="12293" y="27589"/>
                    <a:pt x="11927" y="28156"/>
                  </a:cubicBezTo>
                  <a:cubicBezTo>
                    <a:pt x="11493" y="28757"/>
                    <a:pt x="11093" y="29290"/>
                    <a:pt x="10526" y="29691"/>
                  </a:cubicBezTo>
                  <a:cubicBezTo>
                    <a:pt x="10059" y="30158"/>
                    <a:pt x="9425" y="30525"/>
                    <a:pt x="8824" y="30992"/>
                  </a:cubicBezTo>
                  <a:cubicBezTo>
                    <a:pt x="8557" y="31192"/>
                    <a:pt x="8257" y="31525"/>
                    <a:pt x="7990" y="31792"/>
                  </a:cubicBezTo>
                  <a:cubicBezTo>
                    <a:pt x="7890" y="31959"/>
                    <a:pt x="7790" y="32092"/>
                    <a:pt x="7657" y="32259"/>
                  </a:cubicBezTo>
                  <a:cubicBezTo>
                    <a:pt x="7623" y="32293"/>
                    <a:pt x="7523" y="32359"/>
                    <a:pt x="7490" y="32459"/>
                  </a:cubicBezTo>
                  <a:lnTo>
                    <a:pt x="7357" y="32693"/>
                  </a:lnTo>
                  <a:cubicBezTo>
                    <a:pt x="7190" y="33026"/>
                    <a:pt x="7056" y="33360"/>
                    <a:pt x="6923" y="33660"/>
                  </a:cubicBezTo>
                  <a:cubicBezTo>
                    <a:pt x="6790" y="33960"/>
                    <a:pt x="6656" y="34294"/>
                    <a:pt x="6556" y="34594"/>
                  </a:cubicBezTo>
                  <a:cubicBezTo>
                    <a:pt x="6056" y="35795"/>
                    <a:pt x="5622" y="36929"/>
                    <a:pt x="4988" y="37763"/>
                  </a:cubicBezTo>
                  <a:cubicBezTo>
                    <a:pt x="4688" y="38130"/>
                    <a:pt x="4321" y="38464"/>
                    <a:pt x="3954" y="38630"/>
                  </a:cubicBezTo>
                  <a:cubicBezTo>
                    <a:pt x="3679" y="38757"/>
                    <a:pt x="3431" y="38804"/>
                    <a:pt x="3193" y="38804"/>
                  </a:cubicBezTo>
                  <a:cubicBezTo>
                    <a:pt x="3055" y="38804"/>
                    <a:pt x="2921" y="38788"/>
                    <a:pt x="2787" y="38764"/>
                  </a:cubicBezTo>
                  <a:cubicBezTo>
                    <a:pt x="2019" y="38630"/>
                    <a:pt x="1486" y="38264"/>
                    <a:pt x="1119" y="38030"/>
                  </a:cubicBezTo>
                  <a:cubicBezTo>
                    <a:pt x="952" y="37930"/>
                    <a:pt x="785" y="37830"/>
                    <a:pt x="685" y="37730"/>
                  </a:cubicBezTo>
                  <a:lnTo>
                    <a:pt x="585" y="37630"/>
                  </a:lnTo>
                  <a:cubicBezTo>
                    <a:pt x="459" y="37533"/>
                    <a:pt x="348" y="37492"/>
                    <a:pt x="262" y="37492"/>
                  </a:cubicBezTo>
                  <a:cubicBezTo>
                    <a:pt x="53" y="37492"/>
                    <a:pt x="1" y="37736"/>
                    <a:pt x="285" y="37997"/>
                  </a:cubicBezTo>
                  <a:lnTo>
                    <a:pt x="418" y="38130"/>
                  </a:lnTo>
                  <a:cubicBezTo>
                    <a:pt x="485" y="38163"/>
                    <a:pt x="652" y="38297"/>
                    <a:pt x="819" y="38430"/>
                  </a:cubicBezTo>
                  <a:cubicBezTo>
                    <a:pt x="1186" y="38664"/>
                    <a:pt x="1786" y="39031"/>
                    <a:pt x="2653" y="39264"/>
                  </a:cubicBezTo>
                  <a:cubicBezTo>
                    <a:pt x="2824" y="39289"/>
                    <a:pt x="3004" y="39304"/>
                    <a:pt x="3188" y="39304"/>
                  </a:cubicBezTo>
                  <a:cubicBezTo>
                    <a:pt x="3506" y="39304"/>
                    <a:pt x="3837" y="39258"/>
                    <a:pt x="4154" y="39131"/>
                  </a:cubicBezTo>
                  <a:cubicBezTo>
                    <a:pt x="4721" y="38964"/>
                    <a:pt x="5122" y="38530"/>
                    <a:pt x="5489" y="38097"/>
                  </a:cubicBezTo>
                  <a:cubicBezTo>
                    <a:pt x="6222" y="37163"/>
                    <a:pt x="6656" y="35995"/>
                    <a:pt x="7257" y="34794"/>
                  </a:cubicBezTo>
                  <a:cubicBezTo>
                    <a:pt x="7357" y="34494"/>
                    <a:pt x="7523" y="34194"/>
                    <a:pt x="7657" y="33927"/>
                  </a:cubicBezTo>
                  <a:cubicBezTo>
                    <a:pt x="7824" y="33627"/>
                    <a:pt x="7957" y="33327"/>
                    <a:pt x="8124" y="33026"/>
                  </a:cubicBezTo>
                  <a:lnTo>
                    <a:pt x="8257" y="32826"/>
                  </a:lnTo>
                  <a:cubicBezTo>
                    <a:pt x="8291" y="32760"/>
                    <a:pt x="8324" y="32693"/>
                    <a:pt x="8391" y="32626"/>
                  </a:cubicBezTo>
                  <a:lnTo>
                    <a:pt x="8658" y="32259"/>
                  </a:lnTo>
                  <a:cubicBezTo>
                    <a:pt x="8858" y="31992"/>
                    <a:pt x="9091" y="31792"/>
                    <a:pt x="9358" y="31592"/>
                  </a:cubicBezTo>
                  <a:cubicBezTo>
                    <a:pt x="9858" y="31158"/>
                    <a:pt x="10526" y="30825"/>
                    <a:pt x="11126" y="30324"/>
                  </a:cubicBezTo>
                  <a:cubicBezTo>
                    <a:pt x="11693" y="29824"/>
                    <a:pt x="12260" y="29257"/>
                    <a:pt x="12660" y="28623"/>
                  </a:cubicBezTo>
                  <a:cubicBezTo>
                    <a:pt x="12861" y="28323"/>
                    <a:pt x="13094" y="27956"/>
                    <a:pt x="13194" y="27589"/>
                  </a:cubicBezTo>
                  <a:cubicBezTo>
                    <a:pt x="13328" y="27189"/>
                    <a:pt x="13394" y="26689"/>
                    <a:pt x="13328" y="26288"/>
                  </a:cubicBezTo>
                  <a:cubicBezTo>
                    <a:pt x="13294" y="25855"/>
                    <a:pt x="13094" y="25488"/>
                    <a:pt x="12927" y="25154"/>
                  </a:cubicBezTo>
                  <a:cubicBezTo>
                    <a:pt x="12727" y="24854"/>
                    <a:pt x="12527" y="24520"/>
                    <a:pt x="12360" y="24253"/>
                  </a:cubicBezTo>
                  <a:cubicBezTo>
                    <a:pt x="12093" y="23653"/>
                    <a:pt x="11826" y="23086"/>
                    <a:pt x="11693" y="22452"/>
                  </a:cubicBezTo>
                  <a:lnTo>
                    <a:pt x="11660" y="22319"/>
                  </a:lnTo>
                  <a:lnTo>
                    <a:pt x="11660" y="22252"/>
                  </a:lnTo>
                  <a:lnTo>
                    <a:pt x="11660" y="21985"/>
                  </a:lnTo>
                  <a:lnTo>
                    <a:pt x="11660" y="21518"/>
                  </a:lnTo>
                  <a:cubicBezTo>
                    <a:pt x="11660" y="21418"/>
                    <a:pt x="11660" y="21218"/>
                    <a:pt x="11693" y="21118"/>
                  </a:cubicBezTo>
                  <a:cubicBezTo>
                    <a:pt x="11693" y="20951"/>
                    <a:pt x="11760" y="20818"/>
                    <a:pt x="11793" y="20684"/>
                  </a:cubicBezTo>
                  <a:cubicBezTo>
                    <a:pt x="11960" y="20184"/>
                    <a:pt x="12293" y="19750"/>
                    <a:pt x="12760" y="19283"/>
                  </a:cubicBezTo>
                  <a:cubicBezTo>
                    <a:pt x="13194" y="18816"/>
                    <a:pt x="13795" y="18283"/>
                    <a:pt x="14128" y="17549"/>
                  </a:cubicBezTo>
                  <a:cubicBezTo>
                    <a:pt x="14495" y="16848"/>
                    <a:pt x="14662" y="16114"/>
                    <a:pt x="14628" y="15280"/>
                  </a:cubicBezTo>
                  <a:cubicBezTo>
                    <a:pt x="14595" y="14446"/>
                    <a:pt x="14195" y="13679"/>
                    <a:pt x="13795" y="13045"/>
                  </a:cubicBezTo>
                  <a:cubicBezTo>
                    <a:pt x="13361" y="12445"/>
                    <a:pt x="12861" y="11878"/>
                    <a:pt x="12594" y="11311"/>
                  </a:cubicBezTo>
                  <a:cubicBezTo>
                    <a:pt x="12260" y="10710"/>
                    <a:pt x="12127" y="10110"/>
                    <a:pt x="12227" y="9476"/>
                  </a:cubicBezTo>
                  <a:cubicBezTo>
                    <a:pt x="12260" y="8842"/>
                    <a:pt x="12560" y="8309"/>
                    <a:pt x="12927" y="7775"/>
                  </a:cubicBezTo>
                  <a:cubicBezTo>
                    <a:pt x="13294" y="7241"/>
                    <a:pt x="13761" y="6774"/>
                    <a:pt x="14161" y="6241"/>
                  </a:cubicBezTo>
                  <a:cubicBezTo>
                    <a:pt x="14595" y="5674"/>
                    <a:pt x="14962" y="5073"/>
                    <a:pt x="15062" y="4339"/>
                  </a:cubicBezTo>
                  <a:cubicBezTo>
                    <a:pt x="15129" y="3639"/>
                    <a:pt x="14962" y="2972"/>
                    <a:pt x="14628" y="2471"/>
                  </a:cubicBezTo>
                  <a:cubicBezTo>
                    <a:pt x="14328" y="1937"/>
                    <a:pt x="13895" y="1571"/>
                    <a:pt x="13461" y="1270"/>
                  </a:cubicBezTo>
                  <a:cubicBezTo>
                    <a:pt x="13061" y="970"/>
                    <a:pt x="12627" y="803"/>
                    <a:pt x="12227" y="637"/>
                  </a:cubicBezTo>
                  <a:cubicBezTo>
                    <a:pt x="11426" y="336"/>
                    <a:pt x="10759" y="203"/>
                    <a:pt x="10292" y="136"/>
                  </a:cubicBezTo>
                  <a:cubicBezTo>
                    <a:pt x="9825" y="36"/>
                    <a:pt x="9592" y="3"/>
                    <a:pt x="9592" y="3"/>
                  </a:cubicBezTo>
                  <a:cubicBezTo>
                    <a:pt x="9570" y="1"/>
                    <a:pt x="9550" y="1"/>
                    <a:pt x="95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78" name="Google Shape;2178;p19"/>
            <p:cNvSpPr/>
            <p:nvPr/>
          </p:nvSpPr>
          <p:spPr>
            <a:xfrm rot="10800000">
              <a:off x="9130742" y="4346322"/>
              <a:ext cx="167398" cy="781232"/>
            </a:xfrm>
            <a:custGeom>
              <a:avLst/>
              <a:gdLst/>
              <a:ahLst/>
              <a:cxnLst/>
              <a:rect l="l" t="t" r="r" b="b"/>
              <a:pathLst>
                <a:path w="6923" h="32309" extrusionOk="0">
                  <a:moveTo>
                    <a:pt x="4881" y="1"/>
                  </a:moveTo>
                  <a:cubicBezTo>
                    <a:pt x="4761" y="1"/>
                    <a:pt x="4752" y="142"/>
                    <a:pt x="4954" y="344"/>
                  </a:cubicBezTo>
                  <a:cubicBezTo>
                    <a:pt x="4954" y="344"/>
                    <a:pt x="5087" y="411"/>
                    <a:pt x="5288" y="611"/>
                  </a:cubicBezTo>
                  <a:cubicBezTo>
                    <a:pt x="5521" y="844"/>
                    <a:pt x="5821" y="1211"/>
                    <a:pt x="6122" y="1678"/>
                  </a:cubicBezTo>
                  <a:cubicBezTo>
                    <a:pt x="6422" y="2179"/>
                    <a:pt x="6655" y="2846"/>
                    <a:pt x="6488" y="3546"/>
                  </a:cubicBezTo>
                  <a:cubicBezTo>
                    <a:pt x="6322" y="4314"/>
                    <a:pt x="5855" y="5014"/>
                    <a:pt x="5421" y="5848"/>
                  </a:cubicBezTo>
                  <a:cubicBezTo>
                    <a:pt x="4954" y="6649"/>
                    <a:pt x="4487" y="7549"/>
                    <a:pt x="4354" y="8583"/>
                  </a:cubicBezTo>
                  <a:cubicBezTo>
                    <a:pt x="4287" y="9584"/>
                    <a:pt x="4454" y="10685"/>
                    <a:pt x="4787" y="11686"/>
                  </a:cubicBezTo>
                  <a:cubicBezTo>
                    <a:pt x="5154" y="12653"/>
                    <a:pt x="5688" y="13554"/>
                    <a:pt x="5788" y="14488"/>
                  </a:cubicBezTo>
                  <a:cubicBezTo>
                    <a:pt x="5821" y="14721"/>
                    <a:pt x="5788" y="14988"/>
                    <a:pt x="5788" y="15188"/>
                  </a:cubicBezTo>
                  <a:cubicBezTo>
                    <a:pt x="5755" y="15388"/>
                    <a:pt x="5755" y="15655"/>
                    <a:pt x="5655" y="15855"/>
                  </a:cubicBezTo>
                  <a:cubicBezTo>
                    <a:pt x="5521" y="16255"/>
                    <a:pt x="5354" y="16689"/>
                    <a:pt x="5188" y="17089"/>
                  </a:cubicBezTo>
                  <a:cubicBezTo>
                    <a:pt x="5121" y="17223"/>
                    <a:pt x="5087" y="17323"/>
                    <a:pt x="4987" y="17423"/>
                  </a:cubicBezTo>
                  <a:lnTo>
                    <a:pt x="4921" y="17590"/>
                  </a:lnTo>
                  <a:lnTo>
                    <a:pt x="4854" y="17690"/>
                  </a:lnTo>
                  <a:lnTo>
                    <a:pt x="4821" y="17823"/>
                  </a:lnTo>
                  <a:cubicBezTo>
                    <a:pt x="4754" y="18057"/>
                    <a:pt x="4654" y="18257"/>
                    <a:pt x="4520" y="18490"/>
                  </a:cubicBezTo>
                  <a:cubicBezTo>
                    <a:pt x="4420" y="18691"/>
                    <a:pt x="4287" y="18891"/>
                    <a:pt x="4120" y="19057"/>
                  </a:cubicBezTo>
                  <a:cubicBezTo>
                    <a:pt x="3953" y="19224"/>
                    <a:pt x="3787" y="19391"/>
                    <a:pt x="3620" y="19658"/>
                  </a:cubicBezTo>
                  <a:cubicBezTo>
                    <a:pt x="3453" y="19891"/>
                    <a:pt x="3420" y="20192"/>
                    <a:pt x="3353" y="20392"/>
                  </a:cubicBezTo>
                  <a:cubicBezTo>
                    <a:pt x="3320" y="20592"/>
                    <a:pt x="3320" y="20825"/>
                    <a:pt x="3320" y="21026"/>
                  </a:cubicBezTo>
                  <a:cubicBezTo>
                    <a:pt x="3353" y="21392"/>
                    <a:pt x="3420" y="21693"/>
                    <a:pt x="3420" y="21893"/>
                  </a:cubicBezTo>
                  <a:lnTo>
                    <a:pt x="3420" y="21859"/>
                  </a:lnTo>
                  <a:cubicBezTo>
                    <a:pt x="3420" y="22393"/>
                    <a:pt x="3653" y="22894"/>
                    <a:pt x="3953" y="23227"/>
                  </a:cubicBezTo>
                  <a:cubicBezTo>
                    <a:pt x="4187" y="23594"/>
                    <a:pt x="4520" y="23928"/>
                    <a:pt x="4754" y="24261"/>
                  </a:cubicBezTo>
                  <a:cubicBezTo>
                    <a:pt x="4987" y="24595"/>
                    <a:pt x="5121" y="24995"/>
                    <a:pt x="5154" y="25362"/>
                  </a:cubicBezTo>
                  <a:cubicBezTo>
                    <a:pt x="5188" y="25729"/>
                    <a:pt x="5121" y="26096"/>
                    <a:pt x="5087" y="26496"/>
                  </a:cubicBezTo>
                  <a:cubicBezTo>
                    <a:pt x="4954" y="27230"/>
                    <a:pt x="4487" y="27830"/>
                    <a:pt x="3953" y="28197"/>
                  </a:cubicBezTo>
                  <a:cubicBezTo>
                    <a:pt x="3420" y="28598"/>
                    <a:pt x="2819" y="28864"/>
                    <a:pt x="2319" y="29165"/>
                  </a:cubicBezTo>
                  <a:cubicBezTo>
                    <a:pt x="1818" y="29398"/>
                    <a:pt x="1318" y="29698"/>
                    <a:pt x="985" y="30032"/>
                  </a:cubicBezTo>
                  <a:cubicBezTo>
                    <a:pt x="784" y="30165"/>
                    <a:pt x="651" y="30366"/>
                    <a:pt x="518" y="30532"/>
                  </a:cubicBezTo>
                  <a:cubicBezTo>
                    <a:pt x="384" y="30699"/>
                    <a:pt x="317" y="30866"/>
                    <a:pt x="217" y="31033"/>
                  </a:cubicBezTo>
                  <a:cubicBezTo>
                    <a:pt x="184" y="31166"/>
                    <a:pt x="151" y="31333"/>
                    <a:pt x="117" y="31433"/>
                  </a:cubicBezTo>
                  <a:cubicBezTo>
                    <a:pt x="51" y="31566"/>
                    <a:pt x="17" y="31700"/>
                    <a:pt x="17" y="31767"/>
                  </a:cubicBezTo>
                  <a:lnTo>
                    <a:pt x="17" y="32033"/>
                  </a:lnTo>
                  <a:cubicBezTo>
                    <a:pt x="0" y="32217"/>
                    <a:pt x="51" y="32309"/>
                    <a:pt x="113" y="32309"/>
                  </a:cubicBezTo>
                  <a:cubicBezTo>
                    <a:pt x="176" y="32309"/>
                    <a:pt x="251" y="32217"/>
                    <a:pt x="284" y="32033"/>
                  </a:cubicBezTo>
                  <a:cubicBezTo>
                    <a:pt x="284" y="32033"/>
                    <a:pt x="317" y="31933"/>
                    <a:pt x="317" y="31767"/>
                  </a:cubicBezTo>
                  <a:cubicBezTo>
                    <a:pt x="317" y="31700"/>
                    <a:pt x="351" y="31600"/>
                    <a:pt x="384" y="31500"/>
                  </a:cubicBezTo>
                  <a:cubicBezTo>
                    <a:pt x="451" y="31400"/>
                    <a:pt x="451" y="31233"/>
                    <a:pt x="518" y="31099"/>
                  </a:cubicBezTo>
                  <a:cubicBezTo>
                    <a:pt x="718" y="30532"/>
                    <a:pt x="1452" y="29899"/>
                    <a:pt x="2486" y="29398"/>
                  </a:cubicBezTo>
                  <a:cubicBezTo>
                    <a:pt x="3019" y="29165"/>
                    <a:pt x="3620" y="28864"/>
                    <a:pt x="4187" y="28431"/>
                  </a:cubicBezTo>
                  <a:cubicBezTo>
                    <a:pt x="4787" y="28031"/>
                    <a:pt x="5321" y="27363"/>
                    <a:pt x="5488" y="26529"/>
                  </a:cubicBezTo>
                  <a:cubicBezTo>
                    <a:pt x="5554" y="26163"/>
                    <a:pt x="5655" y="25729"/>
                    <a:pt x="5621" y="25262"/>
                  </a:cubicBezTo>
                  <a:cubicBezTo>
                    <a:pt x="5554" y="24862"/>
                    <a:pt x="5388" y="24395"/>
                    <a:pt x="5154" y="24028"/>
                  </a:cubicBezTo>
                  <a:cubicBezTo>
                    <a:pt x="4921" y="23661"/>
                    <a:pt x="4554" y="23327"/>
                    <a:pt x="4320" y="22994"/>
                  </a:cubicBezTo>
                  <a:cubicBezTo>
                    <a:pt x="4053" y="22660"/>
                    <a:pt x="3853" y="22260"/>
                    <a:pt x="3853" y="21859"/>
                  </a:cubicBezTo>
                  <a:cubicBezTo>
                    <a:pt x="3853" y="21693"/>
                    <a:pt x="3820" y="21392"/>
                    <a:pt x="3820" y="21026"/>
                  </a:cubicBezTo>
                  <a:cubicBezTo>
                    <a:pt x="3820" y="20692"/>
                    <a:pt x="3820" y="20258"/>
                    <a:pt x="4020" y="19925"/>
                  </a:cubicBezTo>
                  <a:cubicBezTo>
                    <a:pt x="4153" y="19758"/>
                    <a:pt x="4320" y="19591"/>
                    <a:pt x="4487" y="19391"/>
                  </a:cubicBezTo>
                  <a:cubicBezTo>
                    <a:pt x="4654" y="19191"/>
                    <a:pt x="4821" y="18991"/>
                    <a:pt x="4954" y="18724"/>
                  </a:cubicBezTo>
                  <a:cubicBezTo>
                    <a:pt x="5087" y="18490"/>
                    <a:pt x="5188" y="18224"/>
                    <a:pt x="5321" y="17923"/>
                  </a:cubicBezTo>
                  <a:lnTo>
                    <a:pt x="5321" y="17890"/>
                  </a:lnTo>
                  <a:lnTo>
                    <a:pt x="5354" y="17823"/>
                  </a:lnTo>
                  <a:lnTo>
                    <a:pt x="5454" y="17656"/>
                  </a:lnTo>
                  <a:cubicBezTo>
                    <a:pt x="5488" y="17523"/>
                    <a:pt x="5554" y="17423"/>
                    <a:pt x="5655" y="17356"/>
                  </a:cubicBezTo>
                  <a:cubicBezTo>
                    <a:pt x="5855" y="16923"/>
                    <a:pt x="6021" y="16522"/>
                    <a:pt x="6155" y="16022"/>
                  </a:cubicBezTo>
                  <a:cubicBezTo>
                    <a:pt x="6222" y="15755"/>
                    <a:pt x="6222" y="15522"/>
                    <a:pt x="6288" y="15255"/>
                  </a:cubicBezTo>
                  <a:cubicBezTo>
                    <a:pt x="6288" y="15021"/>
                    <a:pt x="6288" y="14721"/>
                    <a:pt x="6222" y="14488"/>
                  </a:cubicBezTo>
                  <a:cubicBezTo>
                    <a:pt x="6155" y="13920"/>
                    <a:pt x="5988" y="13420"/>
                    <a:pt x="5788" y="12953"/>
                  </a:cubicBezTo>
                  <a:cubicBezTo>
                    <a:pt x="5554" y="12486"/>
                    <a:pt x="5354" y="12019"/>
                    <a:pt x="5188" y="11552"/>
                  </a:cubicBezTo>
                  <a:cubicBezTo>
                    <a:pt x="4854" y="10585"/>
                    <a:pt x="4687" y="9584"/>
                    <a:pt x="4787" y="8617"/>
                  </a:cubicBezTo>
                  <a:cubicBezTo>
                    <a:pt x="4854" y="7683"/>
                    <a:pt x="5288" y="6815"/>
                    <a:pt x="5755" y="6015"/>
                  </a:cubicBezTo>
                  <a:cubicBezTo>
                    <a:pt x="6188" y="5214"/>
                    <a:pt x="6655" y="4480"/>
                    <a:pt x="6822" y="3646"/>
                  </a:cubicBezTo>
                  <a:cubicBezTo>
                    <a:pt x="6922" y="3213"/>
                    <a:pt x="6855" y="2813"/>
                    <a:pt x="6789" y="2446"/>
                  </a:cubicBezTo>
                  <a:cubicBezTo>
                    <a:pt x="6655" y="2079"/>
                    <a:pt x="6522" y="1778"/>
                    <a:pt x="6355" y="1545"/>
                  </a:cubicBezTo>
                  <a:cubicBezTo>
                    <a:pt x="6021" y="1045"/>
                    <a:pt x="5755" y="678"/>
                    <a:pt x="5488" y="444"/>
                  </a:cubicBezTo>
                  <a:cubicBezTo>
                    <a:pt x="5254" y="244"/>
                    <a:pt x="5121" y="111"/>
                    <a:pt x="5121" y="111"/>
                  </a:cubicBezTo>
                  <a:cubicBezTo>
                    <a:pt x="5022" y="34"/>
                    <a:pt x="4939" y="1"/>
                    <a:pt x="48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2179" name="Google Shape;2179;p19"/>
            <p:cNvGrpSpPr/>
            <p:nvPr/>
          </p:nvGrpSpPr>
          <p:grpSpPr>
            <a:xfrm rot="10800000">
              <a:off x="7880209" y="4031075"/>
              <a:ext cx="1371224" cy="893717"/>
              <a:chOff x="7958786" y="3965004"/>
              <a:chExt cx="1371224" cy="893717"/>
            </a:xfrm>
          </p:grpSpPr>
          <p:sp>
            <p:nvSpPr>
              <p:cNvPr id="2180" name="Google Shape;2180;p19"/>
              <p:cNvSpPr/>
              <p:nvPr/>
            </p:nvSpPr>
            <p:spPr>
              <a:xfrm rot="10800000">
                <a:off x="9329985" y="4421522"/>
                <a:ext cx="24" cy="24"/>
              </a:xfrm>
              <a:custGeom>
                <a:avLst/>
                <a:gdLst/>
                <a:ahLst/>
                <a:cxnLst/>
                <a:rect l="l" t="t" r="r" b="b"/>
                <a:pathLst>
                  <a:path w="1" h="1" fill="none" extrusionOk="0">
                    <a:moveTo>
                      <a:pt x="1" y="0"/>
                    </a:moveTo>
                    <a:close/>
                  </a:path>
                </a:pathLst>
              </a:custGeom>
              <a:solidFill>
                <a:schemeClr val="dk1"/>
              </a:solidFill>
              <a:ln w="5000" cap="flat" cmpd="sng">
                <a:solidFill>
                  <a:srgbClr val="02570B"/>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81" name="Google Shape;2181;p19"/>
              <p:cNvSpPr/>
              <p:nvPr/>
            </p:nvSpPr>
            <p:spPr>
              <a:xfrm rot="10800000">
                <a:off x="8457257" y="3985992"/>
                <a:ext cx="516630" cy="263997"/>
              </a:xfrm>
              <a:custGeom>
                <a:avLst/>
                <a:gdLst/>
                <a:ahLst/>
                <a:cxnLst/>
                <a:rect l="l" t="t" r="r" b="b"/>
                <a:pathLst>
                  <a:path w="21366" h="10918" extrusionOk="0">
                    <a:moveTo>
                      <a:pt x="8236" y="1"/>
                    </a:moveTo>
                    <a:cubicBezTo>
                      <a:pt x="7955" y="1"/>
                      <a:pt x="7679" y="52"/>
                      <a:pt x="7422" y="144"/>
                    </a:cubicBezTo>
                    <a:cubicBezTo>
                      <a:pt x="5587" y="911"/>
                      <a:pt x="4720" y="2645"/>
                      <a:pt x="3920" y="3946"/>
                    </a:cubicBezTo>
                    <a:cubicBezTo>
                      <a:pt x="3519" y="4613"/>
                      <a:pt x="3119" y="5214"/>
                      <a:pt x="2719" y="5714"/>
                    </a:cubicBezTo>
                    <a:cubicBezTo>
                      <a:pt x="2519" y="5948"/>
                      <a:pt x="2285" y="6148"/>
                      <a:pt x="2085" y="6381"/>
                    </a:cubicBezTo>
                    <a:cubicBezTo>
                      <a:pt x="1885" y="6582"/>
                      <a:pt x="1685" y="6748"/>
                      <a:pt x="1518" y="6915"/>
                    </a:cubicBezTo>
                    <a:cubicBezTo>
                      <a:pt x="1118" y="7149"/>
                      <a:pt x="851" y="7415"/>
                      <a:pt x="584" y="7549"/>
                    </a:cubicBezTo>
                    <a:cubicBezTo>
                      <a:pt x="350" y="7649"/>
                      <a:pt x="217" y="7749"/>
                      <a:pt x="217" y="7749"/>
                    </a:cubicBezTo>
                    <a:cubicBezTo>
                      <a:pt x="1" y="7884"/>
                      <a:pt x="47" y="8128"/>
                      <a:pt x="232" y="8128"/>
                    </a:cubicBezTo>
                    <a:cubicBezTo>
                      <a:pt x="275" y="8128"/>
                      <a:pt x="326" y="8114"/>
                      <a:pt x="384" y="8083"/>
                    </a:cubicBezTo>
                    <a:cubicBezTo>
                      <a:pt x="384" y="8083"/>
                      <a:pt x="517" y="7983"/>
                      <a:pt x="751" y="7882"/>
                    </a:cubicBezTo>
                    <a:cubicBezTo>
                      <a:pt x="1017" y="7782"/>
                      <a:pt x="1351" y="7549"/>
                      <a:pt x="1751" y="7249"/>
                    </a:cubicBezTo>
                    <a:cubicBezTo>
                      <a:pt x="1918" y="7082"/>
                      <a:pt x="2185" y="6915"/>
                      <a:pt x="2385" y="6715"/>
                    </a:cubicBezTo>
                    <a:cubicBezTo>
                      <a:pt x="2585" y="6481"/>
                      <a:pt x="2852" y="6248"/>
                      <a:pt x="3052" y="5981"/>
                    </a:cubicBezTo>
                    <a:cubicBezTo>
                      <a:pt x="3453" y="5447"/>
                      <a:pt x="3920" y="4880"/>
                      <a:pt x="4353" y="4213"/>
                    </a:cubicBezTo>
                    <a:cubicBezTo>
                      <a:pt x="4553" y="3846"/>
                      <a:pt x="4787" y="3513"/>
                      <a:pt x="5020" y="3212"/>
                    </a:cubicBezTo>
                    <a:cubicBezTo>
                      <a:pt x="5220" y="2812"/>
                      <a:pt x="5454" y="2479"/>
                      <a:pt x="5721" y="2178"/>
                    </a:cubicBezTo>
                    <a:cubicBezTo>
                      <a:pt x="6221" y="1578"/>
                      <a:pt x="6888" y="978"/>
                      <a:pt x="7589" y="744"/>
                    </a:cubicBezTo>
                    <a:cubicBezTo>
                      <a:pt x="7756" y="677"/>
                      <a:pt x="7931" y="644"/>
                      <a:pt x="8106" y="644"/>
                    </a:cubicBezTo>
                    <a:cubicBezTo>
                      <a:pt x="8281" y="644"/>
                      <a:pt x="8456" y="677"/>
                      <a:pt x="8623" y="744"/>
                    </a:cubicBezTo>
                    <a:cubicBezTo>
                      <a:pt x="8956" y="844"/>
                      <a:pt x="9257" y="1111"/>
                      <a:pt x="9524" y="1411"/>
                    </a:cubicBezTo>
                    <a:cubicBezTo>
                      <a:pt x="10024" y="1978"/>
                      <a:pt x="10257" y="2745"/>
                      <a:pt x="10558" y="3446"/>
                    </a:cubicBezTo>
                    <a:cubicBezTo>
                      <a:pt x="10691" y="3813"/>
                      <a:pt x="10858" y="4180"/>
                      <a:pt x="11058" y="4580"/>
                    </a:cubicBezTo>
                    <a:cubicBezTo>
                      <a:pt x="11258" y="4947"/>
                      <a:pt x="11558" y="5381"/>
                      <a:pt x="12059" y="5581"/>
                    </a:cubicBezTo>
                    <a:cubicBezTo>
                      <a:pt x="12305" y="5687"/>
                      <a:pt x="12571" y="5727"/>
                      <a:pt x="12835" y="5727"/>
                    </a:cubicBezTo>
                    <a:cubicBezTo>
                      <a:pt x="13071" y="5727"/>
                      <a:pt x="13306" y="5695"/>
                      <a:pt x="13526" y="5648"/>
                    </a:cubicBezTo>
                    <a:cubicBezTo>
                      <a:pt x="13727" y="5614"/>
                      <a:pt x="13960" y="5547"/>
                      <a:pt x="14194" y="5447"/>
                    </a:cubicBezTo>
                    <a:lnTo>
                      <a:pt x="14794" y="5214"/>
                    </a:lnTo>
                    <a:cubicBezTo>
                      <a:pt x="15228" y="4980"/>
                      <a:pt x="15595" y="4814"/>
                      <a:pt x="15961" y="4714"/>
                    </a:cubicBezTo>
                    <a:cubicBezTo>
                      <a:pt x="16204" y="4633"/>
                      <a:pt x="16434" y="4589"/>
                      <a:pt x="16645" y="4589"/>
                    </a:cubicBezTo>
                    <a:cubicBezTo>
                      <a:pt x="16782" y="4589"/>
                      <a:pt x="16910" y="4607"/>
                      <a:pt x="17029" y="4647"/>
                    </a:cubicBezTo>
                    <a:cubicBezTo>
                      <a:pt x="17296" y="4780"/>
                      <a:pt x="17563" y="5080"/>
                      <a:pt x="17729" y="5414"/>
                    </a:cubicBezTo>
                    <a:cubicBezTo>
                      <a:pt x="17896" y="5781"/>
                      <a:pt x="18063" y="6115"/>
                      <a:pt x="18130" y="6481"/>
                    </a:cubicBezTo>
                    <a:cubicBezTo>
                      <a:pt x="18363" y="7249"/>
                      <a:pt x="18430" y="7949"/>
                      <a:pt x="18630" y="8616"/>
                    </a:cubicBezTo>
                    <a:cubicBezTo>
                      <a:pt x="18797" y="9283"/>
                      <a:pt x="19097" y="9884"/>
                      <a:pt x="19531" y="10251"/>
                    </a:cubicBezTo>
                    <a:cubicBezTo>
                      <a:pt x="19898" y="10618"/>
                      <a:pt x="20298" y="10785"/>
                      <a:pt x="20598" y="10818"/>
                    </a:cubicBezTo>
                    <a:cubicBezTo>
                      <a:pt x="20865" y="10918"/>
                      <a:pt x="21032" y="10918"/>
                      <a:pt x="21032" y="10918"/>
                    </a:cubicBezTo>
                    <a:cubicBezTo>
                      <a:pt x="21365" y="10918"/>
                      <a:pt x="21365" y="10618"/>
                      <a:pt x="21132" y="10484"/>
                    </a:cubicBezTo>
                    <a:cubicBezTo>
                      <a:pt x="21132" y="10484"/>
                      <a:pt x="20998" y="10484"/>
                      <a:pt x="20765" y="10418"/>
                    </a:cubicBezTo>
                    <a:cubicBezTo>
                      <a:pt x="20498" y="10384"/>
                      <a:pt x="20164" y="10217"/>
                      <a:pt x="19831" y="9917"/>
                    </a:cubicBezTo>
                    <a:cubicBezTo>
                      <a:pt x="19564" y="9617"/>
                      <a:pt x="19297" y="9117"/>
                      <a:pt x="19130" y="8483"/>
                    </a:cubicBezTo>
                    <a:cubicBezTo>
                      <a:pt x="18997" y="7882"/>
                      <a:pt x="18897" y="7149"/>
                      <a:pt x="18730" y="6381"/>
                    </a:cubicBezTo>
                    <a:cubicBezTo>
                      <a:pt x="18630" y="5948"/>
                      <a:pt x="18497" y="5581"/>
                      <a:pt x="18296" y="5147"/>
                    </a:cubicBezTo>
                    <a:cubicBezTo>
                      <a:pt x="18096" y="4780"/>
                      <a:pt x="17863" y="4380"/>
                      <a:pt x="17329" y="4113"/>
                    </a:cubicBezTo>
                    <a:cubicBezTo>
                      <a:pt x="17106" y="4002"/>
                      <a:pt x="16853" y="3959"/>
                      <a:pt x="16605" y="3959"/>
                    </a:cubicBezTo>
                    <a:cubicBezTo>
                      <a:pt x="16334" y="3959"/>
                      <a:pt x="16070" y="4010"/>
                      <a:pt x="15861" y="4080"/>
                    </a:cubicBezTo>
                    <a:cubicBezTo>
                      <a:pt x="15394" y="4213"/>
                      <a:pt x="15027" y="4413"/>
                      <a:pt x="14594" y="4580"/>
                    </a:cubicBezTo>
                    <a:cubicBezTo>
                      <a:pt x="14394" y="4714"/>
                      <a:pt x="14227" y="4747"/>
                      <a:pt x="14027" y="4814"/>
                    </a:cubicBezTo>
                    <a:cubicBezTo>
                      <a:pt x="13793" y="4914"/>
                      <a:pt x="13626" y="4947"/>
                      <a:pt x="13426" y="4980"/>
                    </a:cubicBezTo>
                    <a:cubicBezTo>
                      <a:pt x="13256" y="5027"/>
                      <a:pt x="13086" y="5052"/>
                      <a:pt x="12922" y="5052"/>
                    </a:cubicBezTo>
                    <a:cubicBezTo>
                      <a:pt x="12733" y="5052"/>
                      <a:pt x="12553" y="5019"/>
                      <a:pt x="12392" y="4947"/>
                    </a:cubicBezTo>
                    <a:cubicBezTo>
                      <a:pt x="12125" y="4814"/>
                      <a:pt x="11892" y="4580"/>
                      <a:pt x="11725" y="4247"/>
                    </a:cubicBezTo>
                    <a:cubicBezTo>
                      <a:pt x="11558" y="3913"/>
                      <a:pt x="11392" y="3546"/>
                      <a:pt x="11258" y="3212"/>
                    </a:cubicBezTo>
                    <a:cubicBezTo>
                      <a:pt x="10958" y="2479"/>
                      <a:pt x="10691" y="1645"/>
                      <a:pt x="10091" y="944"/>
                    </a:cubicBezTo>
                    <a:cubicBezTo>
                      <a:pt x="9790" y="611"/>
                      <a:pt x="9423" y="277"/>
                      <a:pt x="8923" y="110"/>
                    </a:cubicBezTo>
                    <a:cubicBezTo>
                      <a:pt x="8698" y="35"/>
                      <a:pt x="8466" y="1"/>
                      <a:pt x="82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82" name="Google Shape;2182;p19"/>
              <p:cNvSpPr/>
              <p:nvPr/>
            </p:nvSpPr>
            <p:spPr>
              <a:xfrm rot="10800000">
                <a:off x="8773434" y="4204555"/>
                <a:ext cx="17772" cy="18594"/>
              </a:xfrm>
              <a:custGeom>
                <a:avLst/>
                <a:gdLst/>
                <a:ahLst/>
                <a:cxnLst/>
                <a:rect l="l" t="t" r="r" b="b"/>
                <a:pathLst>
                  <a:path w="735" h="769" extrusionOk="0">
                    <a:moveTo>
                      <a:pt x="568" y="1"/>
                    </a:moveTo>
                    <a:cubicBezTo>
                      <a:pt x="568" y="1"/>
                      <a:pt x="334" y="101"/>
                      <a:pt x="201" y="201"/>
                    </a:cubicBezTo>
                    <a:cubicBezTo>
                      <a:pt x="134" y="335"/>
                      <a:pt x="0" y="601"/>
                      <a:pt x="0" y="601"/>
                    </a:cubicBezTo>
                    <a:cubicBezTo>
                      <a:pt x="0" y="601"/>
                      <a:pt x="134" y="768"/>
                      <a:pt x="167" y="768"/>
                    </a:cubicBezTo>
                    <a:cubicBezTo>
                      <a:pt x="167" y="768"/>
                      <a:pt x="401" y="668"/>
                      <a:pt x="534" y="535"/>
                    </a:cubicBezTo>
                    <a:cubicBezTo>
                      <a:pt x="634" y="435"/>
                      <a:pt x="734" y="168"/>
                      <a:pt x="734" y="168"/>
                    </a:cubicBezTo>
                    <a:lnTo>
                      <a:pt x="56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83" name="Google Shape;2183;p19"/>
              <p:cNvSpPr/>
              <p:nvPr/>
            </p:nvSpPr>
            <p:spPr>
              <a:xfrm rot="10800000">
                <a:off x="8758104" y="4179553"/>
                <a:ext cx="27468" cy="32304"/>
              </a:xfrm>
              <a:custGeom>
                <a:avLst/>
                <a:gdLst/>
                <a:ahLst/>
                <a:cxnLst/>
                <a:rect l="l" t="t" r="r" b="b"/>
                <a:pathLst>
                  <a:path w="1136" h="1336" extrusionOk="0">
                    <a:moveTo>
                      <a:pt x="968" y="1"/>
                    </a:moveTo>
                    <a:cubicBezTo>
                      <a:pt x="968" y="1"/>
                      <a:pt x="835" y="34"/>
                      <a:pt x="735" y="134"/>
                    </a:cubicBezTo>
                    <a:cubicBezTo>
                      <a:pt x="601" y="201"/>
                      <a:pt x="468" y="335"/>
                      <a:pt x="335" y="468"/>
                    </a:cubicBezTo>
                    <a:cubicBezTo>
                      <a:pt x="268" y="568"/>
                      <a:pt x="134" y="735"/>
                      <a:pt x="101" y="902"/>
                    </a:cubicBezTo>
                    <a:lnTo>
                      <a:pt x="1" y="1168"/>
                    </a:lnTo>
                    <a:cubicBezTo>
                      <a:pt x="68" y="1202"/>
                      <a:pt x="234" y="1302"/>
                      <a:pt x="268" y="1335"/>
                    </a:cubicBezTo>
                    <a:cubicBezTo>
                      <a:pt x="268" y="1335"/>
                      <a:pt x="335" y="1235"/>
                      <a:pt x="435" y="1135"/>
                    </a:cubicBezTo>
                    <a:cubicBezTo>
                      <a:pt x="501" y="1002"/>
                      <a:pt x="635" y="902"/>
                      <a:pt x="735" y="802"/>
                    </a:cubicBezTo>
                    <a:lnTo>
                      <a:pt x="968" y="401"/>
                    </a:lnTo>
                    <a:cubicBezTo>
                      <a:pt x="1068" y="301"/>
                      <a:pt x="1135" y="201"/>
                      <a:pt x="1135" y="201"/>
                    </a:cubicBezTo>
                    <a:cubicBezTo>
                      <a:pt x="1135" y="168"/>
                      <a:pt x="968" y="1"/>
                      <a:pt x="9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84" name="Google Shape;2184;p19"/>
              <p:cNvSpPr/>
              <p:nvPr/>
            </p:nvSpPr>
            <p:spPr>
              <a:xfrm rot="10800000">
                <a:off x="8746812" y="4162627"/>
                <a:ext cx="20190" cy="25824"/>
              </a:xfrm>
              <a:custGeom>
                <a:avLst/>
                <a:gdLst/>
                <a:ahLst/>
                <a:cxnLst/>
                <a:rect l="l" t="t" r="r" b="b"/>
                <a:pathLst>
                  <a:path w="835" h="1068" extrusionOk="0">
                    <a:moveTo>
                      <a:pt x="634" y="0"/>
                    </a:moveTo>
                    <a:cubicBezTo>
                      <a:pt x="634" y="0"/>
                      <a:pt x="334" y="234"/>
                      <a:pt x="200" y="401"/>
                    </a:cubicBezTo>
                    <a:cubicBezTo>
                      <a:pt x="67" y="601"/>
                      <a:pt x="0" y="934"/>
                      <a:pt x="0" y="934"/>
                    </a:cubicBezTo>
                    <a:cubicBezTo>
                      <a:pt x="0" y="934"/>
                      <a:pt x="167" y="1068"/>
                      <a:pt x="200" y="1068"/>
                    </a:cubicBezTo>
                    <a:cubicBezTo>
                      <a:pt x="200" y="1068"/>
                      <a:pt x="501" y="834"/>
                      <a:pt x="634" y="667"/>
                    </a:cubicBezTo>
                    <a:cubicBezTo>
                      <a:pt x="734" y="434"/>
                      <a:pt x="834" y="100"/>
                      <a:pt x="834" y="100"/>
                    </a:cubicBezTo>
                    <a:lnTo>
                      <a:pt x="6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85" name="Google Shape;2185;p19"/>
              <p:cNvSpPr/>
              <p:nvPr/>
            </p:nvSpPr>
            <p:spPr>
              <a:xfrm rot="10800000">
                <a:off x="8733102" y="4135835"/>
                <a:ext cx="21012" cy="26816"/>
              </a:xfrm>
              <a:custGeom>
                <a:avLst/>
                <a:gdLst/>
                <a:ahLst/>
                <a:cxnLst/>
                <a:rect l="l" t="t" r="r" b="b"/>
                <a:pathLst>
                  <a:path w="869" h="1109" extrusionOk="0">
                    <a:moveTo>
                      <a:pt x="735" y="1"/>
                    </a:moveTo>
                    <a:cubicBezTo>
                      <a:pt x="735" y="1"/>
                      <a:pt x="668" y="34"/>
                      <a:pt x="535" y="134"/>
                    </a:cubicBezTo>
                    <a:cubicBezTo>
                      <a:pt x="435" y="201"/>
                      <a:pt x="301" y="334"/>
                      <a:pt x="201" y="434"/>
                    </a:cubicBezTo>
                    <a:cubicBezTo>
                      <a:pt x="101" y="635"/>
                      <a:pt x="1" y="1001"/>
                      <a:pt x="1" y="1001"/>
                    </a:cubicBezTo>
                    <a:cubicBezTo>
                      <a:pt x="1" y="1030"/>
                      <a:pt x="124" y="1108"/>
                      <a:pt x="180" y="1108"/>
                    </a:cubicBezTo>
                    <a:cubicBezTo>
                      <a:pt x="189" y="1108"/>
                      <a:pt x="196" y="1106"/>
                      <a:pt x="201" y="1102"/>
                    </a:cubicBezTo>
                    <a:cubicBezTo>
                      <a:pt x="201" y="1102"/>
                      <a:pt x="501" y="835"/>
                      <a:pt x="635" y="668"/>
                    </a:cubicBezTo>
                    <a:cubicBezTo>
                      <a:pt x="668" y="601"/>
                      <a:pt x="735" y="468"/>
                      <a:pt x="801" y="368"/>
                    </a:cubicBezTo>
                    <a:lnTo>
                      <a:pt x="868" y="201"/>
                    </a:lnTo>
                    <a:lnTo>
                      <a:pt x="73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86" name="Google Shape;2186;p19"/>
              <p:cNvSpPr/>
              <p:nvPr/>
            </p:nvSpPr>
            <p:spPr>
              <a:xfrm rot="10800000">
                <a:off x="8716176" y="4101330"/>
                <a:ext cx="12936" cy="21786"/>
              </a:xfrm>
              <a:custGeom>
                <a:avLst/>
                <a:gdLst/>
                <a:ahLst/>
                <a:cxnLst/>
                <a:rect l="l" t="t" r="r" b="b"/>
                <a:pathLst>
                  <a:path w="535" h="901" extrusionOk="0">
                    <a:moveTo>
                      <a:pt x="168" y="0"/>
                    </a:moveTo>
                    <a:lnTo>
                      <a:pt x="68" y="367"/>
                    </a:lnTo>
                    <a:lnTo>
                      <a:pt x="68" y="567"/>
                    </a:lnTo>
                    <a:cubicBezTo>
                      <a:pt x="1" y="667"/>
                      <a:pt x="1" y="701"/>
                      <a:pt x="1" y="701"/>
                    </a:cubicBezTo>
                    <a:cubicBezTo>
                      <a:pt x="1" y="734"/>
                      <a:pt x="168" y="868"/>
                      <a:pt x="168" y="901"/>
                    </a:cubicBezTo>
                    <a:cubicBezTo>
                      <a:pt x="168" y="901"/>
                      <a:pt x="268" y="868"/>
                      <a:pt x="335" y="767"/>
                    </a:cubicBezTo>
                    <a:cubicBezTo>
                      <a:pt x="435" y="701"/>
                      <a:pt x="501" y="534"/>
                      <a:pt x="501" y="467"/>
                    </a:cubicBezTo>
                    <a:cubicBezTo>
                      <a:pt x="535" y="234"/>
                      <a:pt x="435" y="0"/>
                      <a:pt x="4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87" name="Google Shape;2187;p19"/>
              <p:cNvSpPr/>
              <p:nvPr/>
            </p:nvSpPr>
            <p:spPr>
              <a:xfrm rot="10800000">
                <a:off x="8556467" y="4095672"/>
                <a:ext cx="28266" cy="20190"/>
              </a:xfrm>
              <a:custGeom>
                <a:avLst/>
                <a:gdLst/>
                <a:ahLst/>
                <a:cxnLst/>
                <a:rect l="l" t="t" r="r" b="b"/>
                <a:pathLst>
                  <a:path w="1169" h="835" extrusionOk="0">
                    <a:moveTo>
                      <a:pt x="835" y="0"/>
                    </a:moveTo>
                    <a:cubicBezTo>
                      <a:pt x="701" y="0"/>
                      <a:pt x="535" y="67"/>
                      <a:pt x="401" y="101"/>
                    </a:cubicBezTo>
                    <a:cubicBezTo>
                      <a:pt x="334" y="201"/>
                      <a:pt x="201" y="267"/>
                      <a:pt x="134" y="401"/>
                    </a:cubicBezTo>
                    <a:cubicBezTo>
                      <a:pt x="34" y="534"/>
                      <a:pt x="1" y="601"/>
                      <a:pt x="1" y="601"/>
                    </a:cubicBezTo>
                    <a:cubicBezTo>
                      <a:pt x="1" y="668"/>
                      <a:pt x="134" y="768"/>
                      <a:pt x="134" y="834"/>
                    </a:cubicBezTo>
                    <a:cubicBezTo>
                      <a:pt x="134" y="834"/>
                      <a:pt x="201" y="768"/>
                      <a:pt x="334" y="734"/>
                    </a:cubicBezTo>
                    <a:cubicBezTo>
                      <a:pt x="468" y="701"/>
                      <a:pt x="568" y="668"/>
                      <a:pt x="668" y="568"/>
                    </a:cubicBezTo>
                    <a:cubicBezTo>
                      <a:pt x="735" y="534"/>
                      <a:pt x="868" y="401"/>
                      <a:pt x="968" y="367"/>
                    </a:cubicBezTo>
                    <a:cubicBezTo>
                      <a:pt x="1035" y="267"/>
                      <a:pt x="1135" y="234"/>
                      <a:pt x="1135" y="234"/>
                    </a:cubicBezTo>
                    <a:cubicBezTo>
                      <a:pt x="1168" y="234"/>
                      <a:pt x="1068" y="0"/>
                      <a:pt x="10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88" name="Google Shape;2188;p19"/>
              <p:cNvSpPr/>
              <p:nvPr/>
            </p:nvSpPr>
            <p:spPr>
              <a:xfrm rot="10800000">
                <a:off x="8554049" y="4069050"/>
                <a:ext cx="19392" cy="17772"/>
              </a:xfrm>
              <a:custGeom>
                <a:avLst/>
                <a:gdLst/>
                <a:ahLst/>
                <a:cxnLst/>
                <a:rect l="l" t="t" r="r" b="b"/>
                <a:pathLst>
                  <a:path w="802" h="735" extrusionOk="0">
                    <a:moveTo>
                      <a:pt x="635" y="0"/>
                    </a:moveTo>
                    <a:cubicBezTo>
                      <a:pt x="635" y="0"/>
                      <a:pt x="334" y="67"/>
                      <a:pt x="201" y="200"/>
                    </a:cubicBezTo>
                    <a:cubicBezTo>
                      <a:pt x="168" y="234"/>
                      <a:pt x="68" y="367"/>
                      <a:pt x="34" y="467"/>
                    </a:cubicBezTo>
                    <a:cubicBezTo>
                      <a:pt x="1" y="534"/>
                      <a:pt x="1" y="634"/>
                      <a:pt x="1" y="634"/>
                    </a:cubicBezTo>
                    <a:cubicBezTo>
                      <a:pt x="34" y="634"/>
                      <a:pt x="201" y="701"/>
                      <a:pt x="201" y="734"/>
                    </a:cubicBezTo>
                    <a:cubicBezTo>
                      <a:pt x="201" y="734"/>
                      <a:pt x="234" y="701"/>
                      <a:pt x="334" y="667"/>
                    </a:cubicBezTo>
                    <a:cubicBezTo>
                      <a:pt x="368" y="634"/>
                      <a:pt x="501" y="567"/>
                      <a:pt x="535" y="534"/>
                    </a:cubicBezTo>
                    <a:cubicBezTo>
                      <a:pt x="668" y="467"/>
                      <a:pt x="801" y="167"/>
                      <a:pt x="801" y="167"/>
                    </a:cubicBezTo>
                    <a:lnTo>
                      <a:pt x="63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89" name="Google Shape;2189;p19"/>
              <p:cNvSpPr/>
              <p:nvPr/>
            </p:nvSpPr>
            <p:spPr>
              <a:xfrm rot="10800000">
                <a:off x="8543555" y="4040832"/>
                <a:ext cx="29064" cy="25026"/>
              </a:xfrm>
              <a:custGeom>
                <a:avLst/>
                <a:gdLst/>
                <a:ahLst/>
                <a:cxnLst/>
                <a:rect l="l" t="t" r="r" b="b"/>
                <a:pathLst>
                  <a:path w="1202" h="1035" extrusionOk="0">
                    <a:moveTo>
                      <a:pt x="1068" y="1"/>
                    </a:moveTo>
                    <a:lnTo>
                      <a:pt x="834" y="101"/>
                    </a:lnTo>
                    <a:cubicBezTo>
                      <a:pt x="667" y="134"/>
                      <a:pt x="534" y="201"/>
                      <a:pt x="434" y="301"/>
                    </a:cubicBezTo>
                    <a:cubicBezTo>
                      <a:pt x="200" y="468"/>
                      <a:pt x="0" y="835"/>
                      <a:pt x="0" y="835"/>
                    </a:cubicBezTo>
                    <a:cubicBezTo>
                      <a:pt x="0" y="868"/>
                      <a:pt x="167" y="1001"/>
                      <a:pt x="200" y="1035"/>
                    </a:cubicBezTo>
                    <a:cubicBezTo>
                      <a:pt x="200" y="1035"/>
                      <a:pt x="567" y="835"/>
                      <a:pt x="734" y="668"/>
                    </a:cubicBezTo>
                    <a:lnTo>
                      <a:pt x="1034" y="368"/>
                    </a:lnTo>
                    <a:lnTo>
                      <a:pt x="1201" y="201"/>
                    </a:lnTo>
                    <a:lnTo>
                      <a:pt x="106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90" name="Google Shape;2190;p19"/>
              <p:cNvSpPr/>
              <p:nvPr/>
            </p:nvSpPr>
            <p:spPr>
              <a:xfrm rot="10800000">
                <a:off x="8539541" y="4016628"/>
                <a:ext cx="17748" cy="17772"/>
              </a:xfrm>
              <a:custGeom>
                <a:avLst/>
                <a:gdLst/>
                <a:ahLst/>
                <a:cxnLst/>
                <a:rect l="l" t="t" r="r" b="b"/>
                <a:pathLst>
                  <a:path w="734" h="735" extrusionOk="0">
                    <a:moveTo>
                      <a:pt x="567" y="1"/>
                    </a:moveTo>
                    <a:cubicBezTo>
                      <a:pt x="567" y="1"/>
                      <a:pt x="334" y="67"/>
                      <a:pt x="200" y="201"/>
                    </a:cubicBezTo>
                    <a:cubicBezTo>
                      <a:pt x="100" y="334"/>
                      <a:pt x="0" y="568"/>
                      <a:pt x="0" y="568"/>
                    </a:cubicBezTo>
                    <a:cubicBezTo>
                      <a:pt x="0" y="634"/>
                      <a:pt x="167" y="734"/>
                      <a:pt x="167" y="734"/>
                    </a:cubicBezTo>
                    <a:cubicBezTo>
                      <a:pt x="167" y="734"/>
                      <a:pt x="400" y="668"/>
                      <a:pt x="534" y="534"/>
                    </a:cubicBezTo>
                    <a:cubicBezTo>
                      <a:pt x="634" y="401"/>
                      <a:pt x="734" y="167"/>
                      <a:pt x="734" y="167"/>
                    </a:cubicBezTo>
                    <a:lnTo>
                      <a:pt x="56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91" name="Google Shape;2191;p19"/>
              <p:cNvSpPr/>
              <p:nvPr/>
            </p:nvSpPr>
            <p:spPr>
              <a:xfrm rot="10800000">
                <a:off x="8529047" y="3990006"/>
                <a:ext cx="16152" cy="20190"/>
              </a:xfrm>
              <a:custGeom>
                <a:avLst/>
                <a:gdLst/>
                <a:ahLst/>
                <a:cxnLst/>
                <a:rect l="l" t="t" r="r" b="b"/>
                <a:pathLst>
                  <a:path w="668" h="835" extrusionOk="0">
                    <a:moveTo>
                      <a:pt x="367" y="0"/>
                    </a:moveTo>
                    <a:cubicBezTo>
                      <a:pt x="367" y="0"/>
                      <a:pt x="201" y="167"/>
                      <a:pt x="134" y="300"/>
                    </a:cubicBezTo>
                    <a:cubicBezTo>
                      <a:pt x="67" y="334"/>
                      <a:pt x="67" y="401"/>
                      <a:pt x="34" y="501"/>
                    </a:cubicBezTo>
                    <a:cubicBezTo>
                      <a:pt x="0" y="534"/>
                      <a:pt x="0" y="634"/>
                      <a:pt x="0" y="634"/>
                    </a:cubicBezTo>
                    <a:cubicBezTo>
                      <a:pt x="34" y="667"/>
                      <a:pt x="167" y="801"/>
                      <a:pt x="167" y="834"/>
                    </a:cubicBezTo>
                    <a:lnTo>
                      <a:pt x="334" y="734"/>
                    </a:lnTo>
                    <a:cubicBezTo>
                      <a:pt x="401" y="701"/>
                      <a:pt x="501" y="634"/>
                      <a:pt x="534" y="534"/>
                    </a:cubicBezTo>
                    <a:cubicBezTo>
                      <a:pt x="668" y="367"/>
                      <a:pt x="601" y="67"/>
                      <a:pt x="601" y="67"/>
                    </a:cubicBezTo>
                    <a:lnTo>
                      <a:pt x="36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92" name="Google Shape;2192;p19"/>
              <p:cNvSpPr/>
              <p:nvPr/>
            </p:nvSpPr>
            <p:spPr>
              <a:xfrm rot="10800000">
                <a:off x="8512919" y="3973878"/>
                <a:ext cx="16950" cy="20190"/>
              </a:xfrm>
              <a:custGeom>
                <a:avLst/>
                <a:gdLst/>
                <a:ahLst/>
                <a:cxnLst/>
                <a:rect l="l" t="t" r="r" b="b"/>
                <a:pathLst>
                  <a:path w="701" h="835" extrusionOk="0">
                    <a:moveTo>
                      <a:pt x="534" y="0"/>
                    </a:moveTo>
                    <a:cubicBezTo>
                      <a:pt x="534" y="0"/>
                      <a:pt x="234" y="67"/>
                      <a:pt x="100" y="234"/>
                    </a:cubicBezTo>
                    <a:cubicBezTo>
                      <a:pt x="67" y="367"/>
                      <a:pt x="0" y="467"/>
                      <a:pt x="0" y="567"/>
                    </a:cubicBezTo>
                    <a:lnTo>
                      <a:pt x="0" y="734"/>
                    </a:lnTo>
                    <a:lnTo>
                      <a:pt x="200" y="834"/>
                    </a:lnTo>
                    <a:lnTo>
                      <a:pt x="334" y="701"/>
                    </a:lnTo>
                    <a:lnTo>
                      <a:pt x="501" y="534"/>
                    </a:lnTo>
                    <a:cubicBezTo>
                      <a:pt x="567" y="401"/>
                      <a:pt x="701" y="167"/>
                      <a:pt x="701" y="167"/>
                    </a:cubicBezTo>
                    <a:lnTo>
                      <a:pt x="5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93" name="Google Shape;2193;p19"/>
              <p:cNvSpPr/>
              <p:nvPr/>
            </p:nvSpPr>
            <p:spPr>
              <a:xfrm rot="10800000">
                <a:off x="8491955" y="3965004"/>
                <a:ext cx="12912" cy="12138"/>
              </a:xfrm>
              <a:custGeom>
                <a:avLst/>
                <a:gdLst/>
                <a:ahLst/>
                <a:cxnLst/>
                <a:rect l="l" t="t" r="r" b="b"/>
                <a:pathLst>
                  <a:path w="534" h="502" extrusionOk="0">
                    <a:moveTo>
                      <a:pt x="200" y="1"/>
                    </a:moveTo>
                    <a:cubicBezTo>
                      <a:pt x="200" y="1"/>
                      <a:pt x="67" y="101"/>
                      <a:pt x="34" y="168"/>
                    </a:cubicBezTo>
                    <a:cubicBezTo>
                      <a:pt x="0" y="301"/>
                      <a:pt x="67" y="501"/>
                      <a:pt x="67" y="501"/>
                    </a:cubicBezTo>
                    <a:lnTo>
                      <a:pt x="334" y="501"/>
                    </a:lnTo>
                    <a:cubicBezTo>
                      <a:pt x="334" y="501"/>
                      <a:pt x="467" y="435"/>
                      <a:pt x="501" y="334"/>
                    </a:cubicBezTo>
                    <a:cubicBezTo>
                      <a:pt x="534" y="201"/>
                      <a:pt x="467" y="1"/>
                      <a:pt x="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94" name="Google Shape;2194;p19"/>
              <p:cNvSpPr/>
              <p:nvPr/>
            </p:nvSpPr>
            <p:spPr>
              <a:xfrm rot="10800000">
                <a:off x="8333866" y="4192054"/>
                <a:ext cx="423198" cy="183212"/>
              </a:xfrm>
              <a:custGeom>
                <a:avLst/>
                <a:gdLst/>
                <a:ahLst/>
                <a:cxnLst/>
                <a:rect l="l" t="t" r="r" b="b"/>
                <a:pathLst>
                  <a:path w="17502" h="7577" extrusionOk="0">
                    <a:moveTo>
                      <a:pt x="7234" y="1"/>
                    </a:moveTo>
                    <a:cubicBezTo>
                      <a:pt x="6746" y="1"/>
                      <a:pt x="6237" y="162"/>
                      <a:pt x="5827" y="421"/>
                    </a:cubicBezTo>
                    <a:cubicBezTo>
                      <a:pt x="5160" y="788"/>
                      <a:pt x="4726" y="1322"/>
                      <a:pt x="4293" y="1822"/>
                    </a:cubicBezTo>
                    <a:cubicBezTo>
                      <a:pt x="3892" y="2322"/>
                      <a:pt x="3492" y="2856"/>
                      <a:pt x="3158" y="3356"/>
                    </a:cubicBezTo>
                    <a:cubicBezTo>
                      <a:pt x="2491" y="4324"/>
                      <a:pt x="1924" y="5258"/>
                      <a:pt x="1324" y="5525"/>
                    </a:cubicBezTo>
                    <a:cubicBezTo>
                      <a:pt x="1181" y="5614"/>
                      <a:pt x="1047" y="5646"/>
                      <a:pt x="928" y="5646"/>
                    </a:cubicBezTo>
                    <a:cubicBezTo>
                      <a:pt x="825" y="5646"/>
                      <a:pt x="734" y="5622"/>
                      <a:pt x="657" y="5591"/>
                    </a:cubicBezTo>
                    <a:cubicBezTo>
                      <a:pt x="490" y="5525"/>
                      <a:pt x="423" y="5458"/>
                      <a:pt x="423" y="5458"/>
                    </a:cubicBezTo>
                    <a:cubicBezTo>
                      <a:pt x="386" y="5428"/>
                      <a:pt x="342" y="5415"/>
                      <a:pt x="299" y="5415"/>
                    </a:cubicBezTo>
                    <a:cubicBezTo>
                      <a:pt x="148" y="5415"/>
                      <a:pt x="1" y="5577"/>
                      <a:pt x="156" y="5758"/>
                    </a:cubicBezTo>
                    <a:cubicBezTo>
                      <a:pt x="156" y="5758"/>
                      <a:pt x="256" y="5825"/>
                      <a:pt x="456" y="5958"/>
                    </a:cubicBezTo>
                    <a:cubicBezTo>
                      <a:pt x="557" y="5992"/>
                      <a:pt x="590" y="6025"/>
                      <a:pt x="657" y="6025"/>
                    </a:cubicBezTo>
                    <a:cubicBezTo>
                      <a:pt x="757" y="6025"/>
                      <a:pt x="823" y="6092"/>
                      <a:pt x="923" y="6092"/>
                    </a:cubicBezTo>
                    <a:cubicBezTo>
                      <a:pt x="990" y="6092"/>
                      <a:pt x="1124" y="6092"/>
                      <a:pt x="1224" y="6025"/>
                    </a:cubicBezTo>
                    <a:cubicBezTo>
                      <a:pt x="1290" y="6025"/>
                      <a:pt x="1424" y="5992"/>
                      <a:pt x="1491" y="5958"/>
                    </a:cubicBezTo>
                    <a:cubicBezTo>
                      <a:pt x="2258" y="5591"/>
                      <a:pt x="2892" y="4657"/>
                      <a:pt x="3592" y="3690"/>
                    </a:cubicBezTo>
                    <a:cubicBezTo>
                      <a:pt x="3926" y="3256"/>
                      <a:pt x="4293" y="2756"/>
                      <a:pt x="4726" y="2256"/>
                    </a:cubicBezTo>
                    <a:cubicBezTo>
                      <a:pt x="5093" y="1755"/>
                      <a:pt x="5560" y="1288"/>
                      <a:pt x="6094" y="988"/>
                    </a:cubicBezTo>
                    <a:cubicBezTo>
                      <a:pt x="6327" y="855"/>
                      <a:pt x="6594" y="755"/>
                      <a:pt x="6894" y="755"/>
                    </a:cubicBezTo>
                    <a:cubicBezTo>
                      <a:pt x="6928" y="732"/>
                      <a:pt x="6968" y="725"/>
                      <a:pt x="7013" y="725"/>
                    </a:cubicBezTo>
                    <a:cubicBezTo>
                      <a:pt x="7102" y="725"/>
                      <a:pt x="7206" y="755"/>
                      <a:pt x="7295" y="755"/>
                    </a:cubicBezTo>
                    <a:cubicBezTo>
                      <a:pt x="7461" y="755"/>
                      <a:pt x="7595" y="788"/>
                      <a:pt x="7728" y="821"/>
                    </a:cubicBezTo>
                    <a:cubicBezTo>
                      <a:pt x="7828" y="855"/>
                      <a:pt x="7962" y="921"/>
                      <a:pt x="8095" y="988"/>
                    </a:cubicBezTo>
                    <a:cubicBezTo>
                      <a:pt x="8229" y="1021"/>
                      <a:pt x="8329" y="1122"/>
                      <a:pt x="8462" y="1188"/>
                    </a:cubicBezTo>
                    <a:cubicBezTo>
                      <a:pt x="8729" y="1422"/>
                      <a:pt x="8896" y="1522"/>
                      <a:pt x="8996" y="1755"/>
                    </a:cubicBezTo>
                    <a:cubicBezTo>
                      <a:pt x="9296" y="2122"/>
                      <a:pt x="9430" y="2689"/>
                      <a:pt x="9763" y="3256"/>
                    </a:cubicBezTo>
                    <a:cubicBezTo>
                      <a:pt x="9830" y="3423"/>
                      <a:pt x="9963" y="3523"/>
                      <a:pt x="10097" y="3657"/>
                    </a:cubicBezTo>
                    <a:cubicBezTo>
                      <a:pt x="10230" y="3790"/>
                      <a:pt x="10397" y="3924"/>
                      <a:pt x="10497" y="3957"/>
                    </a:cubicBezTo>
                    <a:cubicBezTo>
                      <a:pt x="10764" y="4090"/>
                      <a:pt x="11097" y="4190"/>
                      <a:pt x="11398" y="4257"/>
                    </a:cubicBezTo>
                    <a:cubicBezTo>
                      <a:pt x="11481" y="4265"/>
                      <a:pt x="11560" y="4270"/>
                      <a:pt x="11636" y="4270"/>
                    </a:cubicBezTo>
                    <a:cubicBezTo>
                      <a:pt x="11865" y="4270"/>
                      <a:pt x="12065" y="4232"/>
                      <a:pt x="12265" y="4157"/>
                    </a:cubicBezTo>
                    <a:cubicBezTo>
                      <a:pt x="12498" y="4090"/>
                      <a:pt x="12665" y="3990"/>
                      <a:pt x="12832" y="3924"/>
                    </a:cubicBezTo>
                    <a:cubicBezTo>
                      <a:pt x="13166" y="3757"/>
                      <a:pt x="13399" y="3690"/>
                      <a:pt x="13499" y="3690"/>
                    </a:cubicBezTo>
                    <a:lnTo>
                      <a:pt x="13566" y="3690"/>
                    </a:lnTo>
                    <a:cubicBezTo>
                      <a:pt x="13694" y="3682"/>
                      <a:pt x="13820" y="3678"/>
                      <a:pt x="13943" y="3678"/>
                    </a:cubicBezTo>
                    <a:cubicBezTo>
                      <a:pt x="14810" y="3678"/>
                      <a:pt x="15533" y="3886"/>
                      <a:pt x="16001" y="4324"/>
                    </a:cubicBezTo>
                    <a:cubicBezTo>
                      <a:pt x="16501" y="4824"/>
                      <a:pt x="16768" y="5425"/>
                      <a:pt x="16902" y="5925"/>
                    </a:cubicBezTo>
                    <a:cubicBezTo>
                      <a:pt x="17002" y="6425"/>
                      <a:pt x="17002" y="6792"/>
                      <a:pt x="17068" y="7026"/>
                    </a:cubicBezTo>
                    <a:cubicBezTo>
                      <a:pt x="17102" y="7293"/>
                      <a:pt x="17102" y="7426"/>
                      <a:pt x="17102" y="7426"/>
                    </a:cubicBezTo>
                    <a:cubicBezTo>
                      <a:pt x="17117" y="7520"/>
                      <a:pt x="17199" y="7577"/>
                      <a:pt x="17284" y="7577"/>
                    </a:cubicBezTo>
                    <a:cubicBezTo>
                      <a:pt x="17382" y="7577"/>
                      <a:pt x="17484" y="7503"/>
                      <a:pt x="17502" y="7326"/>
                    </a:cubicBezTo>
                    <a:lnTo>
                      <a:pt x="17502" y="6926"/>
                    </a:lnTo>
                    <a:cubicBezTo>
                      <a:pt x="17469" y="6659"/>
                      <a:pt x="17469" y="6259"/>
                      <a:pt x="17335" y="5691"/>
                    </a:cubicBezTo>
                    <a:cubicBezTo>
                      <a:pt x="17235" y="5191"/>
                      <a:pt x="16968" y="4491"/>
                      <a:pt x="16334" y="3857"/>
                    </a:cubicBezTo>
                    <a:cubicBezTo>
                      <a:pt x="16001" y="3590"/>
                      <a:pt x="15601" y="3323"/>
                      <a:pt x="15100" y="3190"/>
                    </a:cubicBezTo>
                    <a:cubicBezTo>
                      <a:pt x="14740" y="3118"/>
                      <a:pt x="14362" y="3063"/>
                      <a:pt x="13966" y="3063"/>
                    </a:cubicBezTo>
                    <a:cubicBezTo>
                      <a:pt x="13813" y="3063"/>
                      <a:pt x="13657" y="3071"/>
                      <a:pt x="13499" y="3090"/>
                    </a:cubicBezTo>
                    <a:lnTo>
                      <a:pt x="13566" y="3090"/>
                    </a:lnTo>
                    <a:cubicBezTo>
                      <a:pt x="13399" y="3090"/>
                      <a:pt x="12999" y="3123"/>
                      <a:pt x="12632" y="3290"/>
                    </a:cubicBezTo>
                    <a:cubicBezTo>
                      <a:pt x="12334" y="3398"/>
                      <a:pt x="12036" y="3550"/>
                      <a:pt x="11721" y="3550"/>
                    </a:cubicBezTo>
                    <a:cubicBezTo>
                      <a:pt x="11647" y="3550"/>
                      <a:pt x="11573" y="3542"/>
                      <a:pt x="11498" y="3523"/>
                    </a:cubicBezTo>
                    <a:cubicBezTo>
                      <a:pt x="11298" y="3490"/>
                      <a:pt x="11097" y="3423"/>
                      <a:pt x="10897" y="3290"/>
                    </a:cubicBezTo>
                    <a:cubicBezTo>
                      <a:pt x="10764" y="3256"/>
                      <a:pt x="10730" y="3190"/>
                      <a:pt x="10630" y="3123"/>
                    </a:cubicBezTo>
                    <a:cubicBezTo>
                      <a:pt x="10564" y="3090"/>
                      <a:pt x="10464" y="2990"/>
                      <a:pt x="10430" y="2856"/>
                    </a:cubicBezTo>
                    <a:cubicBezTo>
                      <a:pt x="10163" y="2422"/>
                      <a:pt x="9997" y="1822"/>
                      <a:pt x="9663" y="1322"/>
                    </a:cubicBezTo>
                    <a:cubicBezTo>
                      <a:pt x="9496" y="1021"/>
                      <a:pt x="9163" y="788"/>
                      <a:pt x="8929" y="621"/>
                    </a:cubicBezTo>
                    <a:cubicBezTo>
                      <a:pt x="8796" y="521"/>
                      <a:pt x="8662" y="454"/>
                      <a:pt x="8496" y="354"/>
                    </a:cubicBezTo>
                    <a:cubicBezTo>
                      <a:pt x="8329" y="288"/>
                      <a:pt x="8162" y="188"/>
                      <a:pt x="7995" y="154"/>
                    </a:cubicBezTo>
                    <a:cubicBezTo>
                      <a:pt x="7760" y="48"/>
                      <a:pt x="7500" y="1"/>
                      <a:pt x="7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95" name="Google Shape;2195;p19"/>
              <p:cNvSpPr/>
              <p:nvPr/>
            </p:nvSpPr>
            <p:spPr>
              <a:xfrm rot="10800000">
                <a:off x="8391729" y="4528083"/>
                <a:ext cx="472574" cy="304837"/>
              </a:xfrm>
              <a:custGeom>
                <a:avLst/>
                <a:gdLst/>
                <a:ahLst/>
                <a:cxnLst/>
                <a:rect l="l" t="t" r="r" b="b"/>
                <a:pathLst>
                  <a:path w="19544" h="12607" extrusionOk="0">
                    <a:moveTo>
                      <a:pt x="6326" y="1"/>
                    </a:moveTo>
                    <a:cubicBezTo>
                      <a:pt x="6092" y="1"/>
                      <a:pt x="5892" y="34"/>
                      <a:pt x="5692" y="68"/>
                    </a:cubicBezTo>
                    <a:cubicBezTo>
                      <a:pt x="5492" y="168"/>
                      <a:pt x="5325" y="201"/>
                      <a:pt x="5092" y="301"/>
                    </a:cubicBezTo>
                    <a:cubicBezTo>
                      <a:pt x="4891" y="368"/>
                      <a:pt x="4725" y="468"/>
                      <a:pt x="4558" y="535"/>
                    </a:cubicBezTo>
                    <a:cubicBezTo>
                      <a:pt x="4391" y="568"/>
                      <a:pt x="4191" y="735"/>
                      <a:pt x="4058" y="868"/>
                    </a:cubicBezTo>
                    <a:cubicBezTo>
                      <a:pt x="3724" y="1135"/>
                      <a:pt x="3524" y="1469"/>
                      <a:pt x="3357" y="1735"/>
                    </a:cubicBezTo>
                    <a:cubicBezTo>
                      <a:pt x="2990" y="2369"/>
                      <a:pt x="2690" y="2903"/>
                      <a:pt x="2390" y="3403"/>
                    </a:cubicBezTo>
                    <a:cubicBezTo>
                      <a:pt x="2089" y="3870"/>
                      <a:pt x="1756" y="4304"/>
                      <a:pt x="1489" y="4504"/>
                    </a:cubicBezTo>
                    <a:cubicBezTo>
                      <a:pt x="1276" y="4646"/>
                      <a:pt x="1063" y="4687"/>
                      <a:pt x="885" y="4687"/>
                    </a:cubicBezTo>
                    <a:cubicBezTo>
                      <a:pt x="813" y="4687"/>
                      <a:pt x="746" y="4681"/>
                      <a:pt x="688" y="4671"/>
                    </a:cubicBezTo>
                    <a:cubicBezTo>
                      <a:pt x="588" y="4638"/>
                      <a:pt x="522" y="4638"/>
                      <a:pt x="488" y="4571"/>
                    </a:cubicBezTo>
                    <a:cubicBezTo>
                      <a:pt x="422" y="4537"/>
                      <a:pt x="388" y="4537"/>
                      <a:pt x="388" y="4537"/>
                    </a:cubicBezTo>
                    <a:cubicBezTo>
                      <a:pt x="353" y="4514"/>
                      <a:pt x="318" y="4504"/>
                      <a:pt x="284" y="4504"/>
                    </a:cubicBezTo>
                    <a:cubicBezTo>
                      <a:pt x="122" y="4504"/>
                      <a:pt x="1" y="4733"/>
                      <a:pt x="221" y="4871"/>
                    </a:cubicBezTo>
                    <a:cubicBezTo>
                      <a:pt x="221" y="4871"/>
                      <a:pt x="255" y="4871"/>
                      <a:pt x="322" y="4904"/>
                    </a:cubicBezTo>
                    <a:cubicBezTo>
                      <a:pt x="388" y="4938"/>
                      <a:pt x="488" y="5004"/>
                      <a:pt x="588" y="5038"/>
                    </a:cubicBezTo>
                    <a:cubicBezTo>
                      <a:pt x="686" y="5074"/>
                      <a:pt x="811" y="5098"/>
                      <a:pt x="949" y="5098"/>
                    </a:cubicBezTo>
                    <a:cubicBezTo>
                      <a:pt x="1188" y="5098"/>
                      <a:pt x="1469" y="5028"/>
                      <a:pt x="1723" y="4838"/>
                    </a:cubicBezTo>
                    <a:cubicBezTo>
                      <a:pt x="2556" y="4237"/>
                      <a:pt x="3090" y="3136"/>
                      <a:pt x="3824" y="2002"/>
                    </a:cubicBezTo>
                    <a:cubicBezTo>
                      <a:pt x="4024" y="1735"/>
                      <a:pt x="4191" y="1469"/>
                      <a:pt x="4424" y="1235"/>
                    </a:cubicBezTo>
                    <a:cubicBezTo>
                      <a:pt x="4658" y="1035"/>
                      <a:pt x="5025" y="968"/>
                      <a:pt x="5325" y="801"/>
                    </a:cubicBezTo>
                    <a:cubicBezTo>
                      <a:pt x="5492" y="701"/>
                      <a:pt x="5659" y="668"/>
                      <a:pt x="5825" y="635"/>
                    </a:cubicBezTo>
                    <a:cubicBezTo>
                      <a:pt x="5992" y="635"/>
                      <a:pt x="6159" y="635"/>
                      <a:pt x="6326" y="568"/>
                    </a:cubicBezTo>
                    <a:cubicBezTo>
                      <a:pt x="6593" y="635"/>
                      <a:pt x="6926" y="668"/>
                      <a:pt x="7193" y="868"/>
                    </a:cubicBezTo>
                    <a:cubicBezTo>
                      <a:pt x="7360" y="968"/>
                      <a:pt x="7427" y="1135"/>
                      <a:pt x="7560" y="1202"/>
                    </a:cubicBezTo>
                    <a:cubicBezTo>
                      <a:pt x="7660" y="1335"/>
                      <a:pt x="7760" y="1469"/>
                      <a:pt x="7860" y="1635"/>
                    </a:cubicBezTo>
                    <a:cubicBezTo>
                      <a:pt x="8027" y="1969"/>
                      <a:pt x="8194" y="2236"/>
                      <a:pt x="8361" y="2569"/>
                    </a:cubicBezTo>
                    <a:cubicBezTo>
                      <a:pt x="8694" y="3237"/>
                      <a:pt x="8928" y="3904"/>
                      <a:pt x="9361" y="4504"/>
                    </a:cubicBezTo>
                    <a:cubicBezTo>
                      <a:pt x="9595" y="4804"/>
                      <a:pt x="9828" y="5071"/>
                      <a:pt x="10095" y="5338"/>
                    </a:cubicBezTo>
                    <a:cubicBezTo>
                      <a:pt x="10395" y="5572"/>
                      <a:pt x="10729" y="5838"/>
                      <a:pt x="11096" y="6005"/>
                    </a:cubicBezTo>
                    <a:cubicBezTo>
                      <a:pt x="11863" y="6339"/>
                      <a:pt x="12664" y="6405"/>
                      <a:pt x="13264" y="6672"/>
                    </a:cubicBezTo>
                    <a:cubicBezTo>
                      <a:pt x="13898" y="6906"/>
                      <a:pt x="14398" y="7406"/>
                      <a:pt x="14732" y="8040"/>
                    </a:cubicBezTo>
                    <a:cubicBezTo>
                      <a:pt x="15065" y="8674"/>
                      <a:pt x="15366" y="9341"/>
                      <a:pt x="15599" y="9975"/>
                    </a:cubicBezTo>
                    <a:cubicBezTo>
                      <a:pt x="15866" y="10575"/>
                      <a:pt x="16166" y="11176"/>
                      <a:pt x="16533" y="11676"/>
                    </a:cubicBezTo>
                    <a:cubicBezTo>
                      <a:pt x="16900" y="12176"/>
                      <a:pt x="17400" y="12510"/>
                      <a:pt x="17901" y="12577"/>
                    </a:cubicBezTo>
                    <a:cubicBezTo>
                      <a:pt x="17967" y="12599"/>
                      <a:pt x="18042" y="12606"/>
                      <a:pt x="18117" y="12606"/>
                    </a:cubicBezTo>
                    <a:cubicBezTo>
                      <a:pt x="18268" y="12606"/>
                      <a:pt x="18423" y="12577"/>
                      <a:pt x="18535" y="12577"/>
                    </a:cubicBezTo>
                    <a:cubicBezTo>
                      <a:pt x="18701" y="12577"/>
                      <a:pt x="18868" y="12543"/>
                      <a:pt x="19002" y="12510"/>
                    </a:cubicBezTo>
                    <a:cubicBezTo>
                      <a:pt x="19102" y="12510"/>
                      <a:pt x="19202" y="12476"/>
                      <a:pt x="19235" y="12410"/>
                    </a:cubicBezTo>
                    <a:cubicBezTo>
                      <a:pt x="19268" y="12376"/>
                      <a:pt x="19335" y="12376"/>
                      <a:pt x="19335" y="12376"/>
                    </a:cubicBezTo>
                    <a:cubicBezTo>
                      <a:pt x="19543" y="12257"/>
                      <a:pt x="19460" y="12032"/>
                      <a:pt x="19297" y="12032"/>
                    </a:cubicBezTo>
                    <a:cubicBezTo>
                      <a:pt x="19278" y="12032"/>
                      <a:pt x="19257" y="12036"/>
                      <a:pt x="19235" y="12043"/>
                    </a:cubicBezTo>
                    <a:cubicBezTo>
                      <a:pt x="19235" y="12043"/>
                      <a:pt x="19202" y="12076"/>
                      <a:pt x="19168" y="12076"/>
                    </a:cubicBezTo>
                    <a:cubicBezTo>
                      <a:pt x="19102" y="12076"/>
                      <a:pt x="19035" y="12143"/>
                      <a:pt x="18901" y="12176"/>
                    </a:cubicBezTo>
                    <a:cubicBezTo>
                      <a:pt x="18835" y="12210"/>
                      <a:pt x="18701" y="12243"/>
                      <a:pt x="18535" y="12243"/>
                    </a:cubicBezTo>
                    <a:cubicBezTo>
                      <a:pt x="18401" y="12243"/>
                      <a:pt x="18201" y="12243"/>
                      <a:pt x="18034" y="12210"/>
                    </a:cubicBezTo>
                    <a:cubicBezTo>
                      <a:pt x="17667" y="12143"/>
                      <a:pt x="17267" y="11876"/>
                      <a:pt x="16933" y="11409"/>
                    </a:cubicBezTo>
                    <a:cubicBezTo>
                      <a:pt x="16600" y="11009"/>
                      <a:pt x="16366" y="10408"/>
                      <a:pt x="16099" y="9808"/>
                    </a:cubicBezTo>
                    <a:cubicBezTo>
                      <a:pt x="15866" y="9174"/>
                      <a:pt x="15666" y="8507"/>
                      <a:pt x="15266" y="7806"/>
                    </a:cubicBezTo>
                    <a:cubicBezTo>
                      <a:pt x="14899" y="7073"/>
                      <a:pt x="14332" y="6405"/>
                      <a:pt x="13531" y="6072"/>
                    </a:cubicBezTo>
                    <a:cubicBezTo>
                      <a:pt x="12764" y="5738"/>
                      <a:pt x="11997" y="5672"/>
                      <a:pt x="11396" y="5371"/>
                    </a:cubicBezTo>
                    <a:cubicBezTo>
                      <a:pt x="11096" y="5238"/>
                      <a:pt x="10862" y="5038"/>
                      <a:pt x="10596" y="4838"/>
                    </a:cubicBezTo>
                    <a:cubicBezTo>
                      <a:pt x="10362" y="4638"/>
                      <a:pt x="10162" y="4371"/>
                      <a:pt x="9995" y="4137"/>
                    </a:cubicBezTo>
                    <a:cubicBezTo>
                      <a:pt x="9662" y="3637"/>
                      <a:pt x="9361" y="2970"/>
                      <a:pt x="9028" y="2303"/>
                    </a:cubicBezTo>
                    <a:cubicBezTo>
                      <a:pt x="8861" y="1969"/>
                      <a:pt x="8661" y="1635"/>
                      <a:pt x="8427" y="1302"/>
                    </a:cubicBezTo>
                    <a:cubicBezTo>
                      <a:pt x="8361" y="1135"/>
                      <a:pt x="8194" y="968"/>
                      <a:pt x="8060" y="801"/>
                    </a:cubicBezTo>
                    <a:cubicBezTo>
                      <a:pt x="7894" y="668"/>
                      <a:pt x="7760" y="501"/>
                      <a:pt x="7560" y="368"/>
                    </a:cubicBezTo>
                    <a:cubicBezTo>
                      <a:pt x="7226" y="68"/>
                      <a:pt x="6726" y="1"/>
                      <a:pt x="63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96" name="Google Shape;2196;p19"/>
              <p:cNvSpPr/>
              <p:nvPr/>
            </p:nvSpPr>
            <p:spPr>
              <a:xfrm rot="10800000">
                <a:off x="8559707" y="4327970"/>
                <a:ext cx="21786" cy="12356"/>
              </a:xfrm>
              <a:custGeom>
                <a:avLst/>
                <a:gdLst/>
                <a:ahLst/>
                <a:cxnLst/>
                <a:rect l="l" t="t" r="r" b="b"/>
                <a:pathLst>
                  <a:path w="901" h="511" extrusionOk="0">
                    <a:moveTo>
                      <a:pt x="513" y="1"/>
                    </a:moveTo>
                    <a:cubicBezTo>
                      <a:pt x="473" y="1"/>
                      <a:pt x="434" y="3"/>
                      <a:pt x="401" y="10"/>
                    </a:cubicBezTo>
                    <a:cubicBezTo>
                      <a:pt x="234" y="43"/>
                      <a:pt x="0" y="177"/>
                      <a:pt x="0" y="177"/>
                    </a:cubicBezTo>
                    <a:lnTo>
                      <a:pt x="0" y="444"/>
                    </a:lnTo>
                    <a:cubicBezTo>
                      <a:pt x="0" y="444"/>
                      <a:pt x="267" y="510"/>
                      <a:pt x="501" y="510"/>
                    </a:cubicBezTo>
                    <a:cubicBezTo>
                      <a:pt x="667" y="477"/>
                      <a:pt x="901" y="310"/>
                      <a:pt x="901" y="310"/>
                    </a:cubicBezTo>
                    <a:cubicBezTo>
                      <a:pt x="901" y="277"/>
                      <a:pt x="834" y="43"/>
                      <a:pt x="868" y="43"/>
                    </a:cubicBezTo>
                    <a:cubicBezTo>
                      <a:pt x="868" y="43"/>
                      <a:pt x="675"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97" name="Google Shape;2197;p19"/>
              <p:cNvSpPr/>
              <p:nvPr/>
            </p:nvSpPr>
            <p:spPr>
              <a:xfrm rot="10800000">
                <a:off x="8552429" y="4311842"/>
                <a:ext cx="20190" cy="12356"/>
              </a:xfrm>
              <a:custGeom>
                <a:avLst/>
                <a:gdLst/>
                <a:ahLst/>
                <a:cxnLst/>
                <a:rect l="l" t="t" r="r" b="b"/>
                <a:pathLst>
                  <a:path w="835" h="511" extrusionOk="0">
                    <a:moveTo>
                      <a:pt x="423" y="1"/>
                    </a:moveTo>
                    <a:cubicBezTo>
                      <a:pt x="391" y="1"/>
                      <a:pt x="360" y="4"/>
                      <a:pt x="334" y="10"/>
                    </a:cubicBezTo>
                    <a:cubicBezTo>
                      <a:pt x="200" y="44"/>
                      <a:pt x="0" y="177"/>
                      <a:pt x="0" y="177"/>
                    </a:cubicBezTo>
                    <a:lnTo>
                      <a:pt x="0" y="411"/>
                    </a:lnTo>
                    <a:cubicBezTo>
                      <a:pt x="0" y="411"/>
                      <a:pt x="234" y="511"/>
                      <a:pt x="434" y="511"/>
                    </a:cubicBezTo>
                    <a:cubicBezTo>
                      <a:pt x="601" y="477"/>
                      <a:pt x="801" y="310"/>
                      <a:pt x="801" y="310"/>
                    </a:cubicBezTo>
                    <a:cubicBezTo>
                      <a:pt x="834" y="310"/>
                      <a:pt x="734" y="77"/>
                      <a:pt x="701" y="44"/>
                    </a:cubicBezTo>
                    <a:cubicBezTo>
                      <a:pt x="701" y="44"/>
                      <a:pt x="551"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98" name="Google Shape;2198;p19"/>
              <p:cNvSpPr/>
              <p:nvPr/>
            </p:nvSpPr>
            <p:spPr>
              <a:xfrm rot="10800000">
                <a:off x="8545175" y="4287637"/>
                <a:ext cx="20190" cy="12138"/>
              </a:xfrm>
              <a:custGeom>
                <a:avLst/>
                <a:gdLst/>
                <a:ahLst/>
                <a:cxnLst/>
                <a:rect l="l" t="t" r="r" b="b"/>
                <a:pathLst>
                  <a:path w="835" h="502" extrusionOk="0">
                    <a:moveTo>
                      <a:pt x="668" y="1"/>
                    </a:moveTo>
                    <a:cubicBezTo>
                      <a:pt x="668" y="1"/>
                      <a:pt x="434" y="1"/>
                      <a:pt x="334" y="34"/>
                    </a:cubicBezTo>
                    <a:cubicBezTo>
                      <a:pt x="234" y="34"/>
                      <a:pt x="201" y="101"/>
                      <a:pt x="134" y="134"/>
                    </a:cubicBezTo>
                    <a:cubicBezTo>
                      <a:pt x="34" y="168"/>
                      <a:pt x="0" y="201"/>
                      <a:pt x="0" y="201"/>
                    </a:cubicBezTo>
                    <a:lnTo>
                      <a:pt x="0" y="468"/>
                    </a:lnTo>
                    <a:cubicBezTo>
                      <a:pt x="0" y="468"/>
                      <a:pt x="67" y="468"/>
                      <a:pt x="167" y="501"/>
                    </a:cubicBezTo>
                    <a:lnTo>
                      <a:pt x="467" y="501"/>
                    </a:lnTo>
                    <a:cubicBezTo>
                      <a:pt x="534" y="468"/>
                      <a:pt x="634" y="435"/>
                      <a:pt x="701" y="335"/>
                    </a:cubicBezTo>
                    <a:lnTo>
                      <a:pt x="834" y="201"/>
                    </a:lnTo>
                    <a:cubicBezTo>
                      <a:pt x="834" y="168"/>
                      <a:pt x="701" y="1"/>
                      <a:pt x="6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99" name="Google Shape;2199;p19"/>
              <p:cNvSpPr/>
              <p:nvPr/>
            </p:nvSpPr>
            <p:spPr>
              <a:xfrm rot="10800000">
                <a:off x="8375794" y="4255381"/>
                <a:ext cx="33102" cy="12936"/>
              </a:xfrm>
              <a:custGeom>
                <a:avLst/>
                <a:gdLst/>
                <a:ahLst/>
                <a:cxnLst/>
                <a:rect l="l" t="t" r="r" b="b"/>
                <a:pathLst>
                  <a:path w="1369" h="535" extrusionOk="0">
                    <a:moveTo>
                      <a:pt x="1235" y="1"/>
                    </a:moveTo>
                    <a:cubicBezTo>
                      <a:pt x="1235" y="1"/>
                      <a:pt x="868" y="1"/>
                      <a:pt x="601" y="34"/>
                    </a:cubicBezTo>
                    <a:cubicBezTo>
                      <a:pt x="368" y="68"/>
                      <a:pt x="1" y="201"/>
                      <a:pt x="1" y="201"/>
                    </a:cubicBezTo>
                    <a:lnTo>
                      <a:pt x="1" y="468"/>
                    </a:lnTo>
                    <a:cubicBezTo>
                      <a:pt x="1" y="468"/>
                      <a:pt x="401" y="535"/>
                      <a:pt x="701" y="535"/>
                    </a:cubicBezTo>
                    <a:cubicBezTo>
                      <a:pt x="935" y="468"/>
                      <a:pt x="1335" y="234"/>
                      <a:pt x="1335" y="234"/>
                    </a:cubicBezTo>
                    <a:cubicBezTo>
                      <a:pt x="1368" y="201"/>
                      <a:pt x="1268" y="1"/>
                      <a:pt x="12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00" name="Google Shape;2200;p19"/>
              <p:cNvSpPr/>
              <p:nvPr/>
            </p:nvSpPr>
            <p:spPr>
              <a:xfrm rot="10800000">
                <a:off x="8370160" y="4233595"/>
                <a:ext cx="26622" cy="13734"/>
              </a:xfrm>
              <a:custGeom>
                <a:avLst/>
                <a:gdLst/>
                <a:ahLst/>
                <a:cxnLst/>
                <a:rect l="l" t="t" r="r" b="b"/>
                <a:pathLst>
                  <a:path w="1101" h="568" extrusionOk="0">
                    <a:moveTo>
                      <a:pt x="1034" y="0"/>
                    </a:moveTo>
                    <a:cubicBezTo>
                      <a:pt x="1034" y="0"/>
                      <a:pt x="701" y="0"/>
                      <a:pt x="500" y="34"/>
                    </a:cubicBezTo>
                    <a:cubicBezTo>
                      <a:pt x="267" y="134"/>
                      <a:pt x="0" y="334"/>
                      <a:pt x="0" y="334"/>
                    </a:cubicBezTo>
                    <a:cubicBezTo>
                      <a:pt x="0" y="367"/>
                      <a:pt x="67" y="567"/>
                      <a:pt x="67" y="567"/>
                    </a:cubicBezTo>
                    <a:cubicBezTo>
                      <a:pt x="67" y="567"/>
                      <a:pt x="400" y="567"/>
                      <a:pt x="601" y="534"/>
                    </a:cubicBezTo>
                    <a:cubicBezTo>
                      <a:pt x="834" y="467"/>
                      <a:pt x="1101" y="234"/>
                      <a:pt x="1101" y="234"/>
                    </a:cubicBezTo>
                    <a:cubicBezTo>
                      <a:pt x="1101" y="234"/>
                      <a:pt x="1068" y="34"/>
                      <a:pt x="10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01" name="Google Shape;2201;p19"/>
              <p:cNvSpPr/>
              <p:nvPr/>
            </p:nvSpPr>
            <p:spPr>
              <a:xfrm rot="10800000">
                <a:off x="8364502" y="4213695"/>
                <a:ext cx="20190" cy="11050"/>
              </a:xfrm>
              <a:custGeom>
                <a:avLst/>
                <a:gdLst/>
                <a:ahLst/>
                <a:cxnLst/>
                <a:rect l="l" t="t" r="r" b="b"/>
                <a:pathLst>
                  <a:path w="835" h="457" extrusionOk="0">
                    <a:moveTo>
                      <a:pt x="401" y="0"/>
                    </a:moveTo>
                    <a:cubicBezTo>
                      <a:pt x="234" y="0"/>
                      <a:pt x="34" y="167"/>
                      <a:pt x="34" y="167"/>
                    </a:cubicBezTo>
                    <a:cubicBezTo>
                      <a:pt x="0" y="167"/>
                      <a:pt x="67" y="401"/>
                      <a:pt x="67" y="401"/>
                    </a:cubicBezTo>
                    <a:cubicBezTo>
                      <a:pt x="67" y="401"/>
                      <a:pt x="217" y="457"/>
                      <a:pt x="335" y="457"/>
                    </a:cubicBezTo>
                    <a:cubicBezTo>
                      <a:pt x="374" y="457"/>
                      <a:pt x="409" y="451"/>
                      <a:pt x="434" y="434"/>
                    </a:cubicBezTo>
                    <a:lnTo>
                      <a:pt x="701" y="334"/>
                    </a:lnTo>
                    <a:cubicBezTo>
                      <a:pt x="768" y="267"/>
                      <a:pt x="834" y="234"/>
                      <a:pt x="834" y="234"/>
                    </a:cubicBezTo>
                    <a:cubicBezTo>
                      <a:pt x="834" y="200"/>
                      <a:pt x="768" y="34"/>
                      <a:pt x="768" y="34"/>
                    </a:cubicBezTo>
                    <a:cubicBezTo>
                      <a:pt x="768" y="34"/>
                      <a:pt x="734" y="0"/>
                      <a:pt x="6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02" name="Google Shape;2202;p19"/>
              <p:cNvSpPr/>
              <p:nvPr/>
            </p:nvSpPr>
            <p:spPr>
              <a:xfrm rot="10800000">
                <a:off x="8703264" y="4790219"/>
                <a:ext cx="22608" cy="12840"/>
              </a:xfrm>
              <a:custGeom>
                <a:avLst/>
                <a:gdLst/>
                <a:ahLst/>
                <a:cxnLst/>
                <a:rect l="l" t="t" r="r" b="b"/>
                <a:pathLst>
                  <a:path w="935" h="531" extrusionOk="0">
                    <a:moveTo>
                      <a:pt x="834" y="0"/>
                    </a:moveTo>
                    <a:cubicBezTo>
                      <a:pt x="834" y="0"/>
                      <a:pt x="534" y="0"/>
                      <a:pt x="401" y="33"/>
                    </a:cubicBezTo>
                    <a:cubicBezTo>
                      <a:pt x="267" y="100"/>
                      <a:pt x="34" y="267"/>
                      <a:pt x="34" y="267"/>
                    </a:cubicBezTo>
                    <a:cubicBezTo>
                      <a:pt x="0" y="267"/>
                      <a:pt x="100" y="500"/>
                      <a:pt x="100" y="500"/>
                    </a:cubicBezTo>
                    <a:cubicBezTo>
                      <a:pt x="100" y="500"/>
                      <a:pt x="219" y="530"/>
                      <a:pt x="348" y="530"/>
                    </a:cubicBezTo>
                    <a:cubicBezTo>
                      <a:pt x="412" y="530"/>
                      <a:pt x="478" y="523"/>
                      <a:pt x="534" y="500"/>
                    </a:cubicBezTo>
                    <a:cubicBezTo>
                      <a:pt x="701" y="434"/>
                      <a:pt x="934" y="234"/>
                      <a:pt x="934" y="234"/>
                    </a:cubicBezTo>
                    <a:cubicBezTo>
                      <a:pt x="934" y="234"/>
                      <a:pt x="834" y="67"/>
                      <a:pt x="8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03" name="Google Shape;2203;p19"/>
              <p:cNvSpPr/>
              <p:nvPr/>
            </p:nvSpPr>
            <p:spPr>
              <a:xfrm rot="10800000">
                <a:off x="8692770" y="4768360"/>
                <a:ext cx="25848" cy="14532"/>
              </a:xfrm>
              <a:custGeom>
                <a:avLst/>
                <a:gdLst/>
                <a:ahLst/>
                <a:cxnLst/>
                <a:rect l="l" t="t" r="r" b="b"/>
                <a:pathLst>
                  <a:path w="1069" h="601" extrusionOk="0">
                    <a:moveTo>
                      <a:pt x="1001" y="0"/>
                    </a:moveTo>
                    <a:cubicBezTo>
                      <a:pt x="1001" y="0"/>
                      <a:pt x="668" y="0"/>
                      <a:pt x="468" y="100"/>
                    </a:cubicBezTo>
                    <a:cubicBezTo>
                      <a:pt x="301" y="133"/>
                      <a:pt x="1" y="334"/>
                      <a:pt x="1" y="334"/>
                    </a:cubicBezTo>
                    <a:lnTo>
                      <a:pt x="34" y="600"/>
                    </a:lnTo>
                    <a:cubicBezTo>
                      <a:pt x="34" y="600"/>
                      <a:pt x="401" y="600"/>
                      <a:pt x="634" y="567"/>
                    </a:cubicBezTo>
                    <a:cubicBezTo>
                      <a:pt x="835" y="467"/>
                      <a:pt x="1068" y="267"/>
                      <a:pt x="1068" y="267"/>
                    </a:cubicBezTo>
                    <a:cubicBezTo>
                      <a:pt x="1068" y="234"/>
                      <a:pt x="1035" y="0"/>
                      <a:pt x="10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04" name="Google Shape;2204;p19"/>
              <p:cNvSpPr/>
              <p:nvPr/>
            </p:nvSpPr>
            <p:spPr>
              <a:xfrm rot="10800000">
                <a:off x="8669388" y="4743358"/>
                <a:ext cx="39558" cy="12356"/>
              </a:xfrm>
              <a:custGeom>
                <a:avLst/>
                <a:gdLst/>
                <a:ahLst/>
                <a:cxnLst/>
                <a:rect l="l" t="t" r="r" b="b"/>
                <a:pathLst>
                  <a:path w="1636" h="511" extrusionOk="0">
                    <a:moveTo>
                      <a:pt x="1016" y="1"/>
                    </a:moveTo>
                    <a:cubicBezTo>
                      <a:pt x="942" y="1"/>
                      <a:pt x="868" y="3"/>
                      <a:pt x="801" y="10"/>
                    </a:cubicBezTo>
                    <a:cubicBezTo>
                      <a:pt x="501" y="44"/>
                      <a:pt x="1" y="177"/>
                      <a:pt x="1" y="177"/>
                    </a:cubicBezTo>
                    <a:lnTo>
                      <a:pt x="1" y="444"/>
                    </a:lnTo>
                    <a:cubicBezTo>
                      <a:pt x="1" y="444"/>
                      <a:pt x="501" y="511"/>
                      <a:pt x="835" y="511"/>
                    </a:cubicBezTo>
                    <a:cubicBezTo>
                      <a:pt x="1135" y="477"/>
                      <a:pt x="1635" y="310"/>
                      <a:pt x="1635" y="310"/>
                    </a:cubicBezTo>
                    <a:cubicBezTo>
                      <a:pt x="1635" y="310"/>
                      <a:pt x="1602" y="110"/>
                      <a:pt x="1635" y="44"/>
                    </a:cubicBezTo>
                    <a:cubicBezTo>
                      <a:pt x="1635" y="44"/>
                      <a:pt x="1315" y="1"/>
                      <a:pt x="10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05" name="Google Shape;2205;p19"/>
              <p:cNvSpPr/>
              <p:nvPr/>
            </p:nvSpPr>
            <p:spPr>
              <a:xfrm rot="10800000">
                <a:off x="8662134" y="4715116"/>
                <a:ext cx="31482" cy="14556"/>
              </a:xfrm>
              <a:custGeom>
                <a:avLst/>
                <a:gdLst/>
                <a:ahLst/>
                <a:cxnLst/>
                <a:rect l="l" t="t" r="r" b="b"/>
                <a:pathLst>
                  <a:path w="1302" h="602" extrusionOk="0">
                    <a:moveTo>
                      <a:pt x="1268" y="1"/>
                    </a:moveTo>
                    <a:cubicBezTo>
                      <a:pt x="1268" y="1"/>
                      <a:pt x="835" y="1"/>
                      <a:pt x="601" y="67"/>
                    </a:cubicBezTo>
                    <a:cubicBezTo>
                      <a:pt x="334" y="134"/>
                      <a:pt x="1" y="368"/>
                      <a:pt x="1" y="368"/>
                    </a:cubicBezTo>
                    <a:cubicBezTo>
                      <a:pt x="1" y="401"/>
                      <a:pt x="101" y="601"/>
                      <a:pt x="101" y="601"/>
                    </a:cubicBezTo>
                    <a:cubicBezTo>
                      <a:pt x="101" y="601"/>
                      <a:pt x="468" y="601"/>
                      <a:pt x="701" y="534"/>
                    </a:cubicBezTo>
                    <a:cubicBezTo>
                      <a:pt x="968" y="468"/>
                      <a:pt x="1302" y="267"/>
                      <a:pt x="1302" y="267"/>
                    </a:cubicBezTo>
                    <a:cubicBezTo>
                      <a:pt x="1302" y="267"/>
                      <a:pt x="1268" y="67"/>
                      <a:pt x="1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06" name="Google Shape;2206;p19"/>
              <p:cNvSpPr/>
              <p:nvPr/>
            </p:nvSpPr>
            <p:spPr>
              <a:xfrm rot="10800000">
                <a:off x="8545973" y="4650603"/>
                <a:ext cx="26646" cy="14532"/>
              </a:xfrm>
              <a:custGeom>
                <a:avLst/>
                <a:gdLst/>
                <a:ahLst/>
                <a:cxnLst/>
                <a:rect l="l" t="t" r="r" b="b"/>
                <a:pathLst>
                  <a:path w="1102" h="601" extrusionOk="0">
                    <a:moveTo>
                      <a:pt x="1001" y="0"/>
                    </a:moveTo>
                    <a:cubicBezTo>
                      <a:pt x="1001" y="0"/>
                      <a:pt x="667" y="0"/>
                      <a:pt x="467" y="100"/>
                    </a:cubicBezTo>
                    <a:cubicBezTo>
                      <a:pt x="300" y="134"/>
                      <a:pt x="0" y="367"/>
                      <a:pt x="0" y="367"/>
                    </a:cubicBezTo>
                    <a:lnTo>
                      <a:pt x="34" y="601"/>
                    </a:lnTo>
                    <a:cubicBezTo>
                      <a:pt x="34" y="601"/>
                      <a:pt x="434" y="601"/>
                      <a:pt x="634" y="534"/>
                    </a:cubicBezTo>
                    <a:cubicBezTo>
                      <a:pt x="834" y="434"/>
                      <a:pt x="1101" y="234"/>
                      <a:pt x="1101" y="234"/>
                    </a:cubicBezTo>
                    <a:cubicBezTo>
                      <a:pt x="1101" y="234"/>
                      <a:pt x="1034" y="34"/>
                      <a:pt x="10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07" name="Google Shape;2207;p19"/>
              <p:cNvSpPr/>
              <p:nvPr/>
            </p:nvSpPr>
            <p:spPr>
              <a:xfrm rot="10800000">
                <a:off x="8534681" y="4619943"/>
                <a:ext cx="25050" cy="14556"/>
              </a:xfrm>
              <a:custGeom>
                <a:avLst/>
                <a:gdLst/>
                <a:ahLst/>
                <a:cxnLst/>
                <a:rect l="l" t="t" r="r" b="b"/>
                <a:pathLst>
                  <a:path w="1036" h="602" extrusionOk="0">
                    <a:moveTo>
                      <a:pt x="935" y="1"/>
                    </a:moveTo>
                    <a:cubicBezTo>
                      <a:pt x="935" y="1"/>
                      <a:pt x="601" y="1"/>
                      <a:pt x="435" y="101"/>
                    </a:cubicBezTo>
                    <a:cubicBezTo>
                      <a:pt x="268" y="134"/>
                      <a:pt x="1" y="334"/>
                      <a:pt x="1" y="334"/>
                    </a:cubicBezTo>
                    <a:lnTo>
                      <a:pt x="68" y="601"/>
                    </a:lnTo>
                    <a:cubicBezTo>
                      <a:pt x="68" y="601"/>
                      <a:pt x="435" y="601"/>
                      <a:pt x="635" y="501"/>
                    </a:cubicBezTo>
                    <a:cubicBezTo>
                      <a:pt x="802" y="434"/>
                      <a:pt x="1035" y="201"/>
                      <a:pt x="1035" y="201"/>
                    </a:cubicBezTo>
                    <a:cubicBezTo>
                      <a:pt x="1035" y="201"/>
                      <a:pt x="968"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08" name="Google Shape;2208;p19"/>
              <p:cNvSpPr/>
              <p:nvPr/>
            </p:nvSpPr>
            <p:spPr>
              <a:xfrm rot="10800000">
                <a:off x="8516135" y="4586067"/>
                <a:ext cx="29064" cy="14629"/>
              </a:xfrm>
              <a:custGeom>
                <a:avLst/>
                <a:gdLst/>
                <a:ahLst/>
                <a:cxnLst/>
                <a:rect l="l" t="t" r="r" b="b"/>
                <a:pathLst>
                  <a:path w="1202" h="605" extrusionOk="0">
                    <a:moveTo>
                      <a:pt x="1141" y="1"/>
                    </a:moveTo>
                    <a:cubicBezTo>
                      <a:pt x="1139" y="1"/>
                      <a:pt x="1137" y="2"/>
                      <a:pt x="1135" y="4"/>
                    </a:cubicBezTo>
                    <a:cubicBezTo>
                      <a:pt x="1135" y="4"/>
                      <a:pt x="734" y="4"/>
                      <a:pt x="534" y="104"/>
                    </a:cubicBezTo>
                    <a:cubicBezTo>
                      <a:pt x="334" y="137"/>
                      <a:pt x="0" y="371"/>
                      <a:pt x="0" y="371"/>
                    </a:cubicBezTo>
                    <a:lnTo>
                      <a:pt x="34" y="604"/>
                    </a:lnTo>
                    <a:cubicBezTo>
                      <a:pt x="34" y="604"/>
                      <a:pt x="401" y="604"/>
                      <a:pt x="668" y="571"/>
                    </a:cubicBezTo>
                    <a:cubicBezTo>
                      <a:pt x="868" y="471"/>
                      <a:pt x="1201" y="237"/>
                      <a:pt x="1201" y="237"/>
                    </a:cubicBezTo>
                    <a:cubicBezTo>
                      <a:pt x="1201" y="206"/>
                      <a:pt x="1172" y="1"/>
                      <a:pt x="11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09" name="Google Shape;2209;p19"/>
              <p:cNvSpPr/>
              <p:nvPr/>
            </p:nvSpPr>
            <p:spPr>
              <a:xfrm rot="10800000">
                <a:off x="8494373" y="4561887"/>
                <a:ext cx="32280" cy="16950"/>
              </a:xfrm>
              <a:custGeom>
                <a:avLst/>
                <a:gdLst/>
                <a:ahLst/>
                <a:cxnLst/>
                <a:rect l="l" t="t" r="r" b="b"/>
                <a:pathLst>
                  <a:path w="1335" h="701" extrusionOk="0">
                    <a:moveTo>
                      <a:pt x="1268" y="0"/>
                    </a:moveTo>
                    <a:cubicBezTo>
                      <a:pt x="1268" y="0"/>
                      <a:pt x="835" y="34"/>
                      <a:pt x="601" y="134"/>
                    </a:cubicBezTo>
                    <a:cubicBezTo>
                      <a:pt x="334" y="234"/>
                      <a:pt x="1" y="501"/>
                      <a:pt x="1" y="501"/>
                    </a:cubicBezTo>
                    <a:lnTo>
                      <a:pt x="134" y="701"/>
                    </a:lnTo>
                    <a:cubicBezTo>
                      <a:pt x="134" y="701"/>
                      <a:pt x="568" y="634"/>
                      <a:pt x="768" y="534"/>
                    </a:cubicBezTo>
                    <a:cubicBezTo>
                      <a:pt x="1035" y="467"/>
                      <a:pt x="1335" y="201"/>
                      <a:pt x="1335" y="201"/>
                    </a:cubicBezTo>
                    <a:lnTo>
                      <a:pt x="126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10" name="Google Shape;2210;p19"/>
              <p:cNvSpPr/>
              <p:nvPr/>
            </p:nvSpPr>
            <p:spPr>
              <a:xfrm rot="10800000">
                <a:off x="8475803" y="4532847"/>
                <a:ext cx="32304" cy="16467"/>
              </a:xfrm>
              <a:custGeom>
                <a:avLst/>
                <a:gdLst/>
                <a:ahLst/>
                <a:cxnLst/>
                <a:rect l="l" t="t" r="r" b="b"/>
                <a:pathLst>
                  <a:path w="1336" h="681" extrusionOk="0">
                    <a:moveTo>
                      <a:pt x="1261" y="0"/>
                    </a:moveTo>
                    <a:cubicBezTo>
                      <a:pt x="1253" y="0"/>
                      <a:pt x="1244" y="4"/>
                      <a:pt x="1235" y="14"/>
                    </a:cubicBezTo>
                    <a:lnTo>
                      <a:pt x="1002" y="14"/>
                    </a:lnTo>
                    <a:cubicBezTo>
                      <a:pt x="835" y="14"/>
                      <a:pt x="668" y="80"/>
                      <a:pt x="535" y="114"/>
                    </a:cubicBezTo>
                    <a:cubicBezTo>
                      <a:pt x="301" y="180"/>
                      <a:pt x="1" y="481"/>
                      <a:pt x="1" y="481"/>
                    </a:cubicBezTo>
                    <a:lnTo>
                      <a:pt x="134" y="681"/>
                    </a:lnTo>
                    <a:cubicBezTo>
                      <a:pt x="134" y="681"/>
                      <a:pt x="535" y="614"/>
                      <a:pt x="768" y="514"/>
                    </a:cubicBezTo>
                    <a:cubicBezTo>
                      <a:pt x="868" y="481"/>
                      <a:pt x="1002" y="347"/>
                      <a:pt x="1135" y="314"/>
                    </a:cubicBezTo>
                    <a:cubicBezTo>
                      <a:pt x="1268" y="247"/>
                      <a:pt x="1335" y="180"/>
                      <a:pt x="1335" y="180"/>
                    </a:cubicBezTo>
                    <a:cubicBezTo>
                      <a:pt x="1335" y="152"/>
                      <a:pt x="1310" y="0"/>
                      <a:pt x="12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11" name="Google Shape;2211;p19"/>
              <p:cNvSpPr/>
              <p:nvPr/>
            </p:nvSpPr>
            <p:spPr>
              <a:xfrm rot="10800000">
                <a:off x="8456459" y="4511061"/>
                <a:ext cx="26646" cy="15354"/>
              </a:xfrm>
              <a:custGeom>
                <a:avLst/>
                <a:gdLst/>
                <a:ahLst/>
                <a:cxnLst/>
                <a:rect l="l" t="t" r="r" b="b"/>
                <a:pathLst>
                  <a:path w="1102" h="635" extrusionOk="0">
                    <a:moveTo>
                      <a:pt x="1002" y="1"/>
                    </a:moveTo>
                    <a:cubicBezTo>
                      <a:pt x="1001" y="1"/>
                      <a:pt x="1000" y="1"/>
                      <a:pt x="1000" y="1"/>
                    </a:cubicBezTo>
                    <a:lnTo>
                      <a:pt x="1000" y="1"/>
                    </a:lnTo>
                    <a:cubicBezTo>
                      <a:pt x="1001" y="1"/>
                      <a:pt x="1002" y="1"/>
                      <a:pt x="1002" y="1"/>
                    </a:cubicBezTo>
                    <a:close/>
                    <a:moveTo>
                      <a:pt x="1000" y="1"/>
                    </a:moveTo>
                    <a:cubicBezTo>
                      <a:pt x="974" y="3"/>
                      <a:pt x="628" y="37"/>
                      <a:pt x="468" y="101"/>
                    </a:cubicBezTo>
                    <a:cubicBezTo>
                      <a:pt x="301" y="167"/>
                      <a:pt x="1" y="368"/>
                      <a:pt x="1" y="368"/>
                    </a:cubicBezTo>
                    <a:lnTo>
                      <a:pt x="68" y="634"/>
                    </a:lnTo>
                    <a:lnTo>
                      <a:pt x="268" y="634"/>
                    </a:lnTo>
                    <a:cubicBezTo>
                      <a:pt x="401" y="634"/>
                      <a:pt x="501" y="634"/>
                      <a:pt x="635" y="568"/>
                    </a:cubicBezTo>
                    <a:cubicBezTo>
                      <a:pt x="835" y="468"/>
                      <a:pt x="1102" y="201"/>
                      <a:pt x="1102" y="201"/>
                    </a:cubicBezTo>
                    <a:cubicBezTo>
                      <a:pt x="1102" y="168"/>
                      <a:pt x="973" y="6"/>
                      <a:pt x="10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12" name="Google Shape;2212;p19"/>
              <p:cNvSpPr/>
              <p:nvPr/>
            </p:nvSpPr>
            <p:spPr>
              <a:xfrm rot="10800000">
                <a:off x="8012030" y="4845784"/>
                <a:ext cx="19392" cy="12936"/>
              </a:xfrm>
              <a:custGeom>
                <a:avLst/>
                <a:gdLst/>
                <a:ahLst/>
                <a:cxnLst/>
                <a:rect l="l" t="t" r="r" b="b"/>
                <a:pathLst>
                  <a:path w="802" h="535" extrusionOk="0">
                    <a:moveTo>
                      <a:pt x="401" y="0"/>
                    </a:moveTo>
                    <a:cubicBezTo>
                      <a:pt x="168" y="0"/>
                      <a:pt x="1" y="267"/>
                      <a:pt x="1" y="267"/>
                    </a:cubicBezTo>
                    <a:lnTo>
                      <a:pt x="134" y="467"/>
                    </a:lnTo>
                    <a:cubicBezTo>
                      <a:pt x="134" y="467"/>
                      <a:pt x="334" y="534"/>
                      <a:pt x="435" y="534"/>
                    </a:cubicBezTo>
                    <a:cubicBezTo>
                      <a:pt x="501" y="534"/>
                      <a:pt x="735" y="434"/>
                      <a:pt x="735" y="434"/>
                    </a:cubicBezTo>
                    <a:cubicBezTo>
                      <a:pt x="768" y="434"/>
                      <a:pt x="801" y="234"/>
                      <a:pt x="801" y="167"/>
                    </a:cubicBezTo>
                    <a:cubicBezTo>
                      <a:pt x="801" y="167"/>
                      <a:pt x="768" y="134"/>
                      <a:pt x="668" y="101"/>
                    </a:cubicBezTo>
                    <a:cubicBezTo>
                      <a:pt x="601" y="67"/>
                      <a:pt x="468" y="0"/>
                      <a:pt x="4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13" name="Google Shape;2213;p19"/>
              <p:cNvSpPr/>
              <p:nvPr/>
            </p:nvSpPr>
            <p:spPr>
              <a:xfrm rot="10800000">
                <a:off x="8003954" y="4812368"/>
                <a:ext cx="21810" cy="12840"/>
              </a:xfrm>
              <a:custGeom>
                <a:avLst/>
                <a:gdLst/>
                <a:ahLst/>
                <a:cxnLst/>
                <a:rect l="l" t="t" r="r" b="b"/>
                <a:pathLst>
                  <a:path w="902" h="531" extrusionOk="0">
                    <a:moveTo>
                      <a:pt x="554" y="1"/>
                    </a:moveTo>
                    <a:cubicBezTo>
                      <a:pt x="490" y="1"/>
                      <a:pt x="423" y="4"/>
                      <a:pt x="367" y="15"/>
                    </a:cubicBezTo>
                    <a:lnTo>
                      <a:pt x="100" y="149"/>
                    </a:lnTo>
                    <a:cubicBezTo>
                      <a:pt x="34" y="182"/>
                      <a:pt x="0" y="216"/>
                      <a:pt x="0" y="216"/>
                    </a:cubicBezTo>
                    <a:lnTo>
                      <a:pt x="0" y="482"/>
                    </a:lnTo>
                    <a:cubicBezTo>
                      <a:pt x="0" y="482"/>
                      <a:pt x="34" y="516"/>
                      <a:pt x="167" y="516"/>
                    </a:cubicBezTo>
                    <a:cubicBezTo>
                      <a:pt x="201" y="527"/>
                      <a:pt x="238" y="531"/>
                      <a:pt x="276" y="531"/>
                    </a:cubicBezTo>
                    <a:cubicBezTo>
                      <a:pt x="352" y="531"/>
                      <a:pt x="434" y="516"/>
                      <a:pt x="501" y="516"/>
                    </a:cubicBezTo>
                    <a:cubicBezTo>
                      <a:pt x="701" y="416"/>
                      <a:pt x="901" y="249"/>
                      <a:pt x="901" y="249"/>
                    </a:cubicBezTo>
                    <a:cubicBezTo>
                      <a:pt x="901" y="249"/>
                      <a:pt x="868" y="49"/>
                      <a:pt x="801" y="15"/>
                    </a:cubicBezTo>
                    <a:cubicBezTo>
                      <a:pt x="801" y="15"/>
                      <a:pt x="682" y="1"/>
                      <a:pt x="5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14" name="Google Shape;2214;p19"/>
              <p:cNvSpPr/>
              <p:nvPr/>
            </p:nvSpPr>
            <p:spPr>
              <a:xfrm rot="10800000">
                <a:off x="7995104" y="4795417"/>
                <a:ext cx="20166" cy="12042"/>
              </a:xfrm>
              <a:custGeom>
                <a:avLst/>
                <a:gdLst/>
                <a:ahLst/>
                <a:cxnLst/>
                <a:rect l="l" t="t" r="r" b="b"/>
                <a:pathLst>
                  <a:path w="834" h="498" extrusionOk="0">
                    <a:moveTo>
                      <a:pt x="549" y="0"/>
                    </a:moveTo>
                    <a:cubicBezTo>
                      <a:pt x="489" y="0"/>
                      <a:pt x="434" y="4"/>
                      <a:pt x="400" y="15"/>
                    </a:cubicBezTo>
                    <a:cubicBezTo>
                      <a:pt x="267" y="82"/>
                      <a:pt x="67" y="249"/>
                      <a:pt x="67" y="249"/>
                    </a:cubicBezTo>
                    <a:cubicBezTo>
                      <a:pt x="0" y="249"/>
                      <a:pt x="100" y="482"/>
                      <a:pt x="100" y="482"/>
                    </a:cubicBezTo>
                    <a:cubicBezTo>
                      <a:pt x="100" y="482"/>
                      <a:pt x="204" y="497"/>
                      <a:pt x="322" y="497"/>
                    </a:cubicBezTo>
                    <a:cubicBezTo>
                      <a:pt x="382" y="497"/>
                      <a:pt x="445" y="493"/>
                      <a:pt x="500" y="482"/>
                    </a:cubicBezTo>
                    <a:cubicBezTo>
                      <a:pt x="634" y="449"/>
                      <a:pt x="834" y="282"/>
                      <a:pt x="834" y="282"/>
                    </a:cubicBezTo>
                    <a:cubicBezTo>
                      <a:pt x="834" y="282"/>
                      <a:pt x="767" y="82"/>
                      <a:pt x="801" y="15"/>
                    </a:cubicBezTo>
                    <a:cubicBezTo>
                      <a:pt x="801" y="15"/>
                      <a:pt x="667" y="0"/>
                      <a:pt x="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15" name="Google Shape;2215;p19"/>
              <p:cNvSpPr/>
              <p:nvPr/>
            </p:nvSpPr>
            <p:spPr>
              <a:xfrm rot="10800000">
                <a:off x="7981370" y="4773196"/>
                <a:ext cx="20190" cy="13734"/>
              </a:xfrm>
              <a:custGeom>
                <a:avLst/>
                <a:gdLst/>
                <a:ahLst/>
                <a:cxnLst/>
                <a:rect l="l" t="t" r="r" b="b"/>
                <a:pathLst>
                  <a:path w="835" h="568" extrusionOk="0">
                    <a:moveTo>
                      <a:pt x="767" y="0"/>
                    </a:moveTo>
                    <a:cubicBezTo>
                      <a:pt x="767" y="0"/>
                      <a:pt x="534" y="0"/>
                      <a:pt x="367" y="67"/>
                    </a:cubicBezTo>
                    <a:cubicBezTo>
                      <a:pt x="234" y="134"/>
                      <a:pt x="33" y="300"/>
                      <a:pt x="33" y="300"/>
                    </a:cubicBezTo>
                    <a:cubicBezTo>
                      <a:pt x="0" y="300"/>
                      <a:pt x="67" y="567"/>
                      <a:pt x="67" y="567"/>
                    </a:cubicBezTo>
                    <a:cubicBezTo>
                      <a:pt x="67" y="567"/>
                      <a:pt x="334" y="567"/>
                      <a:pt x="500" y="501"/>
                    </a:cubicBezTo>
                    <a:cubicBezTo>
                      <a:pt x="667" y="467"/>
                      <a:pt x="834" y="267"/>
                      <a:pt x="834" y="267"/>
                    </a:cubicBezTo>
                    <a:cubicBezTo>
                      <a:pt x="834" y="267"/>
                      <a:pt x="767" y="67"/>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16" name="Google Shape;2216;p19"/>
              <p:cNvSpPr/>
              <p:nvPr/>
            </p:nvSpPr>
            <p:spPr>
              <a:xfrm rot="10800000">
                <a:off x="7958786" y="4753030"/>
                <a:ext cx="21012" cy="14556"/>
              </a:xfrm>
              <a:custGeom>
                <a:avLst/>
                <a:gdLst/>
                <a:ahLst/>
                <a:cxnLst/>
                <a:rect l="l" t="t" r="r" b="b"/>
                <a:pathLst>
                  <a:path w="869" h="602" extrusionOk="0">
                    <a:moveTo>
                      <a:pt x="768" y="1"/>
                    </a:moveTo>
                    <a:cubicBezTo>
                      <a:pt x="768" y="1"/>
                      <a:pt x="501" y="1"/>
                      <a:pt x="368" y="101"/>
                    </a:cubicBezTo>
                    <a:cubicBezTo>
                      <a:pt x="268" y="134"/>
                      <a:pt x="34" y="334"/>
                      <a:pt x="34" y="334"/>
                    </a:cubicBezTo>
                    <a:cubicBezTo>
                      <a:pt x="1" y="334"/>
                      <a:pt x="101" y="601"/>
                      <a:pt x="101" y="601"/>
                    </a:cubicBezTo>
                    <a:cubicBezTo>
                      <a:pt x="101" y="601"/>
                      <a:pt x="368" y="601"/>
                      <a:pt x="534" y="535"/>
                    </a:cubicBezTo>
                    <a:cubicBezTo>
                      <a:pt x="701" y="468"/>
                      <a:pt x="868" y="201"/>
                      <a:pt x="868" y="201"/>
                    </a:cubicBezTo>
                    <a:cubicBezTo>
                      <a:pt x="835" y="201"/>
                      <a:pt x="768" y="34"/>
                      <a:pt x="7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17" name="Google Shape;2217;p19"/>
              <p:cNvSpPr/>
              <p:nvPr/>
            </p:nvSpPr>
            <p:spPr>
              <a:xfrm rot="10800000">
                <a:off x="8012030" y="4826682"/>
                <a:ext cx="16152" cy="12840"/>
              </a:xfrm>
              <a:custGeom>
                <a:avLst/>
                <a:gdLst/>
                <a:ahLst/>
                <a:cxnLst/>
                <a:rect l="l" t="t" r="r" b="b"/>
                <a:pathLst>
                  <a:path w="668" h="531" extrusionOk="0">
                    <a:moveTo>
                      <a:pt x="338" y="0"/>
                    </a:moveTo>
                    <a:cubicBezTo>
                      <a:pt x="323" y="0"/>
                      <a:pt x="310" y="2"/>
                      <a:pt x="301" y="7"/>
                    </a:cubicBezTo>
                    <a:cubicBezTo>
                      <a:pt x="167" y="74"/>
                      <a:pt x="0" y="207"/>
                      <a:pt x="0" y="207"/>
                    </a:cubicBezTo>
                    <a:cubicBezTo>
                      <a:pt x="0" y="274"/>
                      <a:pt x="100" y="474"/>
                      <a:pt x="100" y="474"/>
                    </a:cubicBezTo>
                    <a:cubicBezTo>
                      <a:pt x="100" y="474"/>
                      <a:pt x="213" y="530"/>
                      <a:pt x="297" y="530"/>
                    </a:cubicBezTo>
                    <a:cubicBezTo>
                      <a:pt x="326" y="530"/>
                      <a:pt x="351" y="524"/>
                      <a:pt x="367" y="507"/>
                    </a:cubicBezTo>
                    <a:cubicBezTo>
                      <a:pt x="501" y="474"/>
                      <a:pt x="667" y="307"/>
                      <a:pt x="667" y="307"/>
                    </a:cubicBezTo>
                    <a:cubicBezTo>
                      <a:pt x="667" y="274"/>
                      <a:pt x="634" y="74"/>
                      <a:pt x="601" y="74"/>
                    </a:cubicBezTo>
                    <a:cubicBezTo>
                      <a:pt x="601" y="74"/>
                      <a:pt x="429" y="0"/>
                      <a:pt x="3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2218" name="Google Shape;2218;p19"/>
            <p:cNvSpPr/>
            <p:nvPr/>
          </p:nvSpPr>
          <p:spPr>
            <a:xfrm rot="10800000">
              <a:off x="8192703" y="3601240"/>
              <a:ext cx="117781" cy="280440"/>
            </a:xfrm>
            <a:custGeom>
              <a:avLst/>
              <a:gdLst/>
              <a:ahLst/>
              <a:cxnLst/>
              <a:rect l="l" t="t" r="r" b="b"/>
              <a:pathLst>
                <a:path w="4871" h="11598" extrusionOk="0">
                  <a:moveTo>
                    <a:pt x="1271" y="0"/>
                  </a:moveTo>
                  <a:cubicBezTo>
                    <a:pt x="1157" y="0"/>
                    <a:pt x="1055" y="200"/>
                    <a:pt x="1168" y="256"/>
                  </a:cubicBezTo>
                  <a:cubicBezTo>
                    <a:pt x="1168" y="256"/>
                    <a:pt x="1435" y="423"/>
                    <a:pt x="1768" y="723"/>
                  </a:cubicBezTo>
                  <a:cubicBezTo>
                    <a:pt x="1968" y="856"/>
                    <a:pt x="2135" y="1056"/>
                    <a:pt x="2335" y="1257"/>
                  </a:cubicBezTo>
                  <a:cubicBezTo>
                    <a:pt x="2535" y="1490"/>
                    <a:pt x="2769" y="1724"/>
                    <a:pt x="2969" y="2024"/>
                  </a:cubicBezTo>
                  <a:cubicBezTo>
                    <a:pt x="3002" y="2091"/>
                    <a:pt x="3103" y="2157"/>
                    <a:pt x="3136" y="2224"/>
                  </a:cubicBezTo>
                  <a:lnTo>
                    <a:pt x="3269" y="2491"/>
                  </a:lnTo>
                  <a:cubicBezTo>
                    <a:pt x="3336" y="2658"/>
                    <a:pt x="3469" y="2824"/>
                    <a:pt x="3536" y="2991"/>
                  </a:cubicBezTo>
                  <a:cubicBezTo>
                    <a:pt x="3636" y="3158"/>
                    <a:pt x="3703" y="3358"/>
                    <a:pt x="3803" y="3525"/>
                  </a:cubicBezTo>
                  <a:cubicBezTo>
                    <a:pt x="3870" y="3692"/>
                    <a:pt x="3970" y="3858"/>
                    <a:pt x="4003" y="4059"/>
                  </a:cubicBezTo>
                  <a:cubicBezTo>
                    <a:pt x="4037" y="4225"/>
                    <a:pt x="4137" y="4426"/>
                    <a:pt x="4170" y="4592"/>
                  </a:cubicBezTo>
                  <a:cubicBezTo>
                    <a:pt x="4203" y="4759"/>
                    <a:pt x="4203" y="4993"/>
                    <a:pt x="4270" y="5159"/>
                  </a:cubicBezTo>
                  <a:cubicBezTo>
                    <a:pt x="4270" y="5259"/>
                    <a:pt x="4303" y="5360"/>
                    <a:pt x="4303" y="5426"/>
                  </a:cubicBezTo>
                  <a:lnTo>
                    <a:pt x="4303" y="5693"/>
                  </a:lnTo>
                  <a:lnTo>
                    <a:pt x="4303" y="6193"/>
                  </a:lnTo>
                  <a:cubicBezTo>
                    <a:pt x="4203" y="6827"/>
                    <a:pt x="4103" y="7594"/>
                    <a:pt x="3703" y="8262"/>
                  </a:cubicBezTo>
                  <a:cubicBezTo>
                    <a:pt x="3336" y="8929"/>
                    <a:pt x="2836" y="9563"/>
                    <a:pt x="2302" y="9963"/>
                  </a:cubicBezTo>
                  <a:cubicBezTo>
                    <a:pt x="2169" y="10096"/>
                    <a:pt x="2035" y="10196"/>
                    <a:pt x="1935" y="10330"/>
                  </a:cubicBezTo>
                  <a:cubicBezTo>
                    <a:pt x="1735" y="10396"/>
                    <a:pt x="1635" y="10497"/>
                    <a:pt x="1501" y="10563"/>
                  </a:cubicBezTo>
                  <a:cubicBezTo>
                    <a:pt x="1201" y="10730"/>
                    <a:pt x="1001" y="10863"/>
                    <a:pt x="801" y="10930"/>
                  </a:cubicBezTo>
                  <a:cubicBezTo>
                    <a:pt x="367" y="11097"/>
                    <a:pt x="134" y="11230"/>
                    <a:pt x="134" y="11230"/>
                  </a:cubicBezTo>
                  <a:cubicBezTo>
                    <a:pt x="0" y="11330"/>
                    <a:pt x="100" y="11564"/>
                    <a:pt x="167" y="11597"/>
                  </a:cubicBezTo>
                  <a:cubicBezTo>
                    <a:pt x="167" y="11597"/>
                    <a:pt x="434" y="11531"/>
                    <a:pt x="868" y="11364"/>
                  </a:cubicBezTo>
                  <a:cubicBezTo>
                    <a:pt x="1101" y="11264"/>
                    <a:pt x="1335" y="11164"/>
                    <a:pt x="1635" y="10997"/>
                  </a:cubicBezTo>
                  <a:cubicBezTo>
                    <a:pt x="1802" y="10897"/>
                    <a:pt x="1935" y="10830"/>
                    <a:pt x="2102" y="10730"/>
                  </a:cubicBezTo>
                  <a:cubicBezTo>
                    <a:pt x="2235" y="10597"/>
                    <a:pt x="2369" y="10530"/>
                    <a:pt x="2535" y="10396"/>
                  </a:cubicBezTo>
                  <a:cubicBezTo>
                    <a:pt x="3169" y="9929"/>
                    <a:pt x="3770" y="9329"/>
                    <a:pt x="4170" y="8562"/>
                  </a:cubicBezTo>
                  <a:cubicBezTo>
                    <a:pt x="4637" y="7828"/>
                    <a:pt x="4804" y="6994"/>
                    <a:pt x="4870" y="6227"/>
                  </a:cubicBezTo>
                  <a:lnTo>
                    <a:pt x="4870" y="5660"/>
                  </a:lnTo>
                  <a:lnTo>
                    <a:pt x="4870" y="5360"/>
                  </a:lnTo>
                  <a:cubicBezTo>
                    <a:pt x="4870" y="5259"/>
                    <a:pt x="4837" y="5159"/>
                    <a:pt x="4837" y="5059"/>
                  </a:cubicBezTo>
                  <a:lnTo>
                    <a:pt x="4704" y="4426"/>
                  </a:lnTo>
                  <a:cubicBezTo>
                    <a:pt x="4637" y="4225"/>
                    <a:pt x="4604" y="4025"/>
                    <a:pt x="4504" y="3825"/>
                  </a:cubicBezTo>
                  <a:cubicBezTo>
                    <a:pt x="4437" y="3592"/>
                    <a:pt x="4337" y="3425"/>
                    <a:pt x="4270" y="3225"/>
                  </a:cubicBezTo>
                  <a:cubicBezTo>
                    <a:pt x="4137" y="3058"/>
                    <a:pt x="4103" y="2858"/>
                    <a:pt x="3970" y="2691"/>
                  </a:cubicBezTo>
                  <a:cubicBezTo>
                    <a:pt x="3836" y="2524"/>
                    <a:pt x="3770" y="2357"/>
                    <a:pt x="3636" y="2191"/>
                  </a:cubicBezTo>
                  <a:cubicBezTo>
                    <a:pt x="3603" y="2091"/>
                    <a:pt x="3503" y="2024"/>
                    <a:pt x="3469" y="1924"/>
                  </a:cubicBezTo>
                  <a:cubicBezTo>
                    <a:pt x="3436" y="1857"/>
                    <a:pt x="3336" y="1824"/>
                    <a:pt x="3303" y="1724"/>
                  </a:cubicBezTo>
                  <a:cubicBezTo>
                    <a:pt x="3036" y="1423"/>
                    <a:pt x="2836" y="1190"/>
                    <a:pt x="2602" y="990"/>
                  </a:cubicBezTo>
                  <a:cubicBezTo>
                    <a:pt x="2335" y="756"/>
                    <a:pt x="2169" y="556"/>
                    <a:pt x="1968" y="423"/>
                  </a:cubicBezTo>
                  <a:lnTo>
                    <a:pt x="1335" y="22"/>
                  </a:lnTo>
                  <a:cubicBezTo>
                    <a:pt x="1314" y="7"/>
                    <a:pt x="1292" y="0"/>
                    <a:pt x="12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19" name="Google Shape;2219;p19"/>
            <p:cNvSpPr/>
            <p:nvPr/>
          </p:nvSpPr>
          <p:spPr>
            <a:xfrm rot="10800000">
              <a:off x="8946853" y="4081164"/>
              <a:ext cx="372662" cy="364465"/>
            </a:xfrm>
            <a:custGeom>
              <a:avLst/>
              <a:gdLst/>
              <a:ahLst/>
              <a:cxnLst/>
              <a:rect l="l" t="t" r="r" b="b"/>
              <a:pathLst>
                <a:path w="15412" h="15073" extrusionOk="0">
                  <a:moveTo>
                    <a:pt x="15180" y="0"/>
                  </a:moveTo>
                  <a:cubicBezTo>
                    <a:pt x="15073" y="0"/>
                    <a:pt x="14949" y="82"/>
                    <a:pt x="14911" y="195"/>
                  </a:cubicBezTo>
                  <a:lnTo>
                    <a:pt x="14911" y="496"/>
                  </a:lnTo>
                  <a:cubicBezTo>
                    <a:pt x="14911" y="562"/>
                    <a:pt x="14978" y="696"/>
                    <a:pt x="14911" y="829"/>
                  </a:cubicBezTo>
                  <a:cubicBezTo>
                    <a:pt x="14911" y="963"/>
                    <a:pt x="14878" y="1129"/>
                    <a:pt x="14878" y="1296"/>
                  </a:cubicBezTo>
                  <a:cubicBezTo>
                    <a:pt x="14744" y="1963"/>
                    <a:pt x="14377" y="2831"/>
                    <a:pt x="13577" y="3565"/>
                  </a:cubicBezTo>
                  <a:cubicBezTo>
                    <a:pt x="12843" y="4332"/>
                    <a:pt x="11742" y="4999"/>
                    <a:pt x="10708" y="5699"/>
                  </a:cubicBezTo>
                  <a:cubicBezTo>
                    <a:pt x="10174" y="6033"/>
                    <a:pt x="9641" y="6400"/>
                    <a:pt x="9174" y="6834"/>
                  </a:cubicBezTo>
                  <a:cubicBezTo>
                    <a:pt x="8907" y="7000"/>
                    <a:pt x="8707" y="7234"/>
                    <a:pt x="8507" y="7467"/>
                  </a:cubicBezTo>
                  <a:cubicBezTo>
                    <a:pt x="8306" y="7667"/>
                    <a:pt x="8140" y="7901"/>
                    <a:pt x="7973" y="8134"/>
                  </a:cubicBezTo>
                  <a:cubicBezTo>
                    <a:pt x="7239" y="9035"/>
                    <a:pt x="6705" y="10169"/>
                    <a:pt x="6138" y="11303"/>
                  </a:cubicBezTo>
                  <a:cubicBezTo>
                    <a:pt x="5571" y="12404"/>
                    <a:pt x="4904" y="13472"/>
                    <a:pt x="4003" y="14005"/>
                  </a:cubicBezTo>
                  <a:cubicBezTo>
                    <a:pt x="3069" y="14539"/>
                    <a:pt x="2069" y="14639"/>
                    <a:pt x="1402" y="14639"/>
                  </a:cubicBezTo>
                  <a:cubicBezTo>
                    <a:pt x="1035" y="14639"/>
                    <a:pt x="768" y="14572"/>
                    <a:pt x="568" y="14572"/>
                  </a:cubicBezTo>
                  <a:lnTo>
                    <a:pt x="267" y="14572"/>
                  </a:lnTo>
                  <a:cubicBezTo>
                    <a:pt x="67" y="14572"/>
                    <a:pt x="1" y="14906"/>
                    <a:pt x="234" y="14973"/>
                  </a:cubicBezTo>
                  <a:cubicBezTo>
                    <a:pt x="234" y="14973"/>
                    <a:pt x="334" y="14973"/>
                    <a:pt x="534" y="15006"/>
                  </a:cubicBezTo>
                  <a:cubicBezTo>
                    <a:pt x="701" y="15039"/>
                    <a:pt x="1001" y="15073"/>
                    <a:pt x="1368" y="15073"/>
                  </a:cubicBezTo>
                  <a:lnTo>
                    <a:pt x="1935" y="15073"/>
                  </a:lnTo>
                  <a:cubicBezTo>
                    <a:pt x="2202" y="15073"/>
                    <a:pt x="2402" y="15039"/>
                    <a:pt x="2669" y="15006"/>
                  </a:cubicBezTo>
                  <a:cubicBezTo>
                    <a:pt x="3169" y="14973"/>
                    <a:pt x="3703" y="14806"/>
                    <a:pt x="4237" y="14506"/>
                  </a:cubicBezTo>
                  <a:cubicBezTo>
                    <a:pt x="4737" y="14172"/>
                    <a:pt x="5271" y="13739"/>
                    <a:pt x="5671" y="13238"/>
                  </a:cubicBezTo>
                  <a:cubicBezTo>
                    <a:pt x="6072" y="12738"/>
                    <a:pt x="6405" y="12171"/>
                    <a:pt x="6705" y="11637"/>
                  </a:cubicBezTo>
                  <a:cubicBezTo>
                    <a:pt x="7339" y="10503"/>
                    <a:pt x="7906" y="9402"/>
                    <a:pt x="8540" y="8568"/>
                  </a:cubicBezTo>
                  <a:lnTo>
                    <a:pt x="9040" y="7968"/>
                  </a:lnTo>
                  <a:cubicBezTo>
                    <a:pt x="9240" y="7734"/>
                    <a:pt x="9441" y="7567"/>
                    <a:pt x="9674" y="7367"/>
                  </a:cubicBezTo>
                  <a:cubicBezTo>
                    <a:pt x="10141" y="6967"/>
                    <a:pt x="10641" y="6633"/>
                    <a:pt x="11108" y="6233"/>
                  </a:cubicBezTo>
                  <a:cubicBezTo>
                    <a:pt x="12143" y="5533"/>
                    <a:pt x="13210" y="4832"/>
                    <a:pt x="14011" y="3965"/>
                  </a:cubicBezTo>
                  <a:cubicBezTo>
                    <a:pt x="14844" y="3131"/>
                    <a:pt x="15245" y="2063"/>
                    <a:pt x="15345" y="1330"/>
                  </a:cubicBezTo>
                  <a:cubicBezTo>
                    <a:pt x="15345" y="1163"/>
                    <a:pt x="15378" y="996"/>
                    <a:pt x="15378" y="829"/>
                  </a:cubicBezTo>
                  <a:cubicBezTo>
                    <a:pt x="15412" y="662"/>
                    <a:pt x="15378" y="529"/>
                    <a:pt x="15378" y="462"/>
                  </a:cubicBezTo>
                  <a:cubicBezTo>
                    <a:pt x="15345" y="296"/>
                    <a:pt x="15345" y="162"/>
                    <a:pt x="15345" y="162"/>
                  </a:cubicBezTo>
                  <a:cubicBezTo>
                    <a:pt x="15330" y="47"/>
                    <a:pt x="15260" y="0"/>
                    <a:pt x="151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20" name="Google Shape;2220;p19"/>
            <p:cNvSpPr/>
            <p:nvPr/>
          </p:nvSpPr>
          <p:spPr>
            <a:xfrm rot="10800000">
              <a:off x="7372421" y="1939493"/>
              <a:ext cx="1939841" cy="3204140"/>
            </a:xfrm>
            <a:custGeom>
              <a:avLst/>
              <a:gdLst/>
              <a:ahLst/>
              <a:cxnLst/>
              <a:rect l="l" t="t" r="r" b="b"/>
              <a:pathLst>
                <a:path w="80225" h="132512" extrusionOk="0">
                  <a:moveTo>
                    <a:pt x="80135" y="0"/>
                  </a:moveTo>
                  <a:cubicBezTo>
                    <a:pt x="80081" y="0"/>
                    <a:pt x="79955" y="83"/>
                    <a:pt x="79758" y="309"/>
                  </a:cubicBezTo>
                  <a:cubicBezTo>
                    <a:pt x="79624" y="409"/>
                    <a:pt x="79491" y="542"/>
                    <a:pt x="79324" y="742"/>
                  </a:cubicBezTo>
                  <a:cubicBezTo>
                    <a:pt x="79157" y="976"/>
                    <a:pt x="78990" y="1209"/>
                    <a:pt x="78824" y="1509"/>
                  </a:cubicBezTo>
                  <a:cubicBezTo>
                    <a:pt x="78824" y="1509"/>
                    <a:pt x="78790" y="1543"/>
                    <a:pt x="78724" y="1676"/>
                  </a:cubicBezTo>
                  <a:cubicBezTo>
                    <a:pt x="78657" y="1743"/>
                    <a:pt x="78590" y="1976"/>
                    <a:pt x="78457" y="2210"/>
                  </a:cubicBezTo>
                  <a:cubicBezTo>
                    <a:pt x="78323" y="2477"/>
                    <a:pt x="78157" y="2810"/>
                    <a:pt x="78090" y="3177"/>
                  </a:cubicBezTo>
                  <a:cubicBezTo>
                    <a:pt x="78056" y="3377"/>
                    <a:pt x="77990" y="3578"/>
                    <a:pt x="77923" y="3811"/>
                  </a:cubicBezTo>
                  <a:cubicBezTo>
                    <a:pt x="77856" y="4011"/>
                    <a:pt x="77823" y="4245"/>
                    <a:pt x="77790" y="4512"/>
                  </a:cubicBezTo>
                  <a:cubicBezTo>
                    <a:pt x="77623" y="5546"/>
                    <a:pt x="77623" y="6847"/>
                    <a:pt x="77856" y="8314"/>
                  </a:cubicBezTo>
                  <a:cubicBezTo>
                    <a:pt x="77990" y="9015"/>
                    <a:pt x="78157" y="9815"/>
                    <a:pt x="78323" y="10583"/>
                  </a:cubicBezTo>
                  <a:cubicBezTo>
                    <a:pt x="78357" y="10816"/>
                    <a:pt x="78423" y="11016"/>
                    <a:pt x="78423" y="11216"/>
                  </a:cubicBezTo>
                  <a:cubicBezTo>
                    <a:pt x="78423" y="11316"/>
                    <a:pt x="78457" y="11417"/>
                    <a:pt x="78457" y="11517"/>
                  </a:cubicBezTo>
                  <a:lnTo>
                    <a:pt x="78457" y="11817"/>
                  </a:lnTo>
                  <a:cubicBezTo>
                    <a:pt x="78490" y="12017"/>
                    <a:pt x="78457" y="12184"/>
                    <a:pt x="78423" y="12384"/>
                  </a:cubicBezTo>
                  <a:cubicBezTo>
                    <a:pt x="78357" y="12584"/>
                    <a:pt x="78323" y="12818"/>
                    <a:pt x="78257" y="13018"/>
                  </a:cubicBezTo>
                  <a:cubicBezTo>
                    <a:pt x="77956" y="13852"/>
                    <a:pt x="77423" y="14585"/>
                    <a:pt x="76756" y="15386"/>
                  </a:cubicBezTo>
                  <a:cubicBezTo>
                    <a:pt x="76122" y="16187"/>
                    <a:pt x="75355" y="16987"/>
                    <a:pt x="74687" y="17888"/>
                  </a:cubicBezTo>
                  <a:cubicBezTo>
                    <a:pt x="74354" y="18355"/>
                    <a:pt x="74087" y="18855"/>
                    <a:pt x="73820" y="19389"/>
                  </a:cubicBezTo>
                  <a:cubicBezTo>
                    <a:pt x="73587" y="19989"/>
                    <a:pt x="73453" y="20556"/>
                    <a:pt x="73353" y="21190"/>
                  </a:cubicBezTo>
                  <a:cubicBezTo>
                    <a:pt x="73286" y="21824"/>
                    <a:pt x="73353" y="22424"/>
                    <a:pt x="73487" y="23058"/>
                  </a:cubicBezTo>
                  <a:cubicBezTo>
                    <a:pt x="73620" y="23659"/>
                    <a:pt x="73787" y="24226"/>
                    <a:pt x="73753" y="24826"/>
                  </a:cubicBezTo>
                  <a:cubicBezTo>
                    <a:pt x="73753" y="25360"/>
                    <a:pt x="73520" y="25927"/>
                    <a:pt x="73253" y="26494"/>
                  </a:cubicBezTo>
                  <a:cubicBezTo>
                    <a:pt x="72953" y="27028"/>
                    <a:pt x="72586" y="27528"/>
                    <a:pt x="72119" y="27928"/>
                  </a:cubicBezTo>
                  <a:cubicBezTo>
                    <a:pt x="71185" y="28829"/>
                    <a:pt x="69951" y="29363"/>
                    <a:pt x="68650" y="29730"/>
                  </a:cubicBezTo>
                  <a:cubicBezTo>
                    <a:pt x="65981" y="30497"/>
                    <a:pt x="63146" y="31064"/>
                    <a:pt x="60177" y="31664"/>
                  </a:cubicBezTo>
                  <a:cubicBezTo>
                    <a:pt x="59443" y="31831"/>
                    <a:pt x="58676" y="31931"/>
                    <a:pt x="57942" y="32098"/>
                  </a:cubicBezTo>
                  <a:lnTo>
                    <a:pt x="56808" y="32365"/>
                  </a:lnTo>
                  <a:cubicBezTo>
                    <a:pt x="56441" y="32498"/>
                    <a:pt x="56074" y="32565"/>
                    <a:pt x="55674" y="32665"/>
                  </a:cubicBezTo>
                  <a:cubicBezTo>
                    <a:pt x="54940" y="32832"/>
                    <a:pt x="54139" y="33032"/>
                    <a:pt x="53406" y="33199"/>
                  </a:cubicBezTo>
                  <a:cubicBezTo>
                    <a:pt x="52605" y="33366"/>
                    <a:pt x="51838" y="33566"/>
                    <a:pt x="51071" y="33866"/>
                  </a:cubicBezTo>
                  <a:cubicBezTo>
                    <a:pt x="50270" y="34166"/>
                    <a:pt x="49503" y="34666"/>
                    <a:pt x="48969" y="35367"/>
                  </a:cubicBezTo>
                  <a:cubicBezTo>
                    <a:pt x="48435" y="36067"/>
                    <a:pt x="48102" y="36868"/>
                    <a:pt x="47802" y="37602"/>
                  </a:cubicBezTo>
                  <a:cubicBezTo>
                    <a:pt x="47735" y="37769"/>
                    <a:pt x="47635" y="37936"/>
                    <a:pt x="47601" y="38236"/>
                  </a:cubicBezTo>
                  <a:cubicBezTo>
                    <a:pt x="47568" y="38369"/>
                    <a:pt x="47568" y="38503"/>
                    <a:pt x="47568" y="38603"/>
                  </a:cubicBezTo>
                  <a:lnTo>
                    <a:pt x="47568" y="38936"/>
                  </a:lnTo>
                  <a:cubicBezTo>
                    <a:pt x="47568" y="39403"/>
                    <a:pt x="47601" y="39770"/>
                    <a:pt x="47601" y="40170"/>
                  </a:cubicBezTo>
                  <a:cubicBezTo>
                    <a:pt x="47601" y="40537"/>
                    <a:pt x="47468" y="40838"/>
                    <a:pt x="47335" y="41171"/>
                  </a:cubicBezTo>
                  <a:cubicBezTo>
                    <a:pt x="47234" y="41405"/>
                    <a:pt x="46934" y="41672"/>
                    <a:pt x="46634" y="41905"/>
                  </a:cubicBezTo>
                  <a:cubicBezTo>
                    <a:pt x="46000" y="42405"/>
                    <a:pt x="45266" y="42772"/>
                    <a:pt x="44566" y="43339"/>
                  </a:cubicBezTo>
                  <a:cubicBezTo>
                    <a:pt x="44399" y="43439"/>
                    <a:pt x="44232" y="43606"/>
                    <a:pt x="44066" y="43773"/>
                  </a:cubicBezTo>
                  <a:lnTo>
                    <a:pt x="43932" y="43906"/>
                  </a:lnTo>
                  <a:cubicBezTo>
                    <a:pt x="43899" y="43940"/>
                    <a:pt x="43799" y="44040"/>
                    <a:pt x="43799" y="44073"/>
                  </a:cubicBezTo>
                  <a:lnTo>
                    <a:pt x="43632" y="44373"/>
                  </a:lnTo>
                  <a:cubicBezTo>
                    <a:pt x="43432" y="44740"/>
                    <a:pt x="43232" y="45174"/>
                    <a:pt x="43098" y="45574"/>
                  </a:cubicBezTo>
                  <a:cubicBezTo>
                    <a:pt x="42965" y="46041"/>
                    <a:pt x="42898" y="46442"/>
                    <a:pt x="42898" y="46942"/>
                  </a:cubicBezTo>
                  <a:cubicBezTo>
                    <a:pt x="42831" y="47442"/>
                    <a:pt x="42998" y="47943"/>
                    <a:pt x="43232" y="48376"/>
                  </a:cubicBezTo>
                  <a:cubicBezTo>
                    <a:pt x="43665" y="49244"/>
                    <a:pt x="44399" y="49844"/>
                    <a:pt x="45066" y="50378"/>
                  </a:cubicBezTo>
                  <a:cubicBezTo>
                    <a:pt x="45733" y="50911"/>
                    <a:pt x="46401" y="51445"/>
                    <a:pt x="47001" y="52012"/>
                  </a:cubicBezTo>
                  <a:cubicBezTo>
                    <a:pt x="47635" y="52579"/>
                    <a:pt x="48235" y="53180"/>
                    <a:pt x="48635" y="53847"/>
                  </a:cubicBezTo>
                  <a:cubicBezTo>
                    <a:pt x="49069" y="54514"/>
                    <a:pt x="49369" y="55248"/>
                    <a:pt x="49403" y="56048"/>
                  </a:cubicBezTo>
                  <a:cubicBezTo>
                    <a:pt x="49469" y="56849"/>
                    <a:pt x="49403" y="57616"/>
                    <a:pt x="49236" y="58450"/>
                  </a:cubicBezTo>
                  <a:lnTo>
                    <a:pt x="49102" y="59084"/>
                  </a:lnTo>
                  <a:lnTo>
                    <a:pt x="49069" y="59251"/>
                  </a:lnTo>
                  <a:lnTo>
                    <a:pt x="49069" y="59284"/>
                  </a:lnTo>
                  <a:lnTo>
                    <a:pt x="48936" y="59584"/>
                  </a:lnTo>
                  <a:lnTo>
                    <a:pt x="48869" y="59718"/>
                  </a:lnTo>
                  <a:cubicBezTo>
                    <a:pt x="48802" y="59751"/>
                    <a:pt x="48769" y="59784"/>
                    <a:pt x="48769" y="59851"/>
                  </a:cubicBezTo>
                  <a:lnTo>
                    <a:pt x="48736" y="60018"/>
                  </a:lnTo>
                  <a:lnTo>
                    <a:pt x="48702" y="60285"/>
                  </a:lnTo>
                  <a:cubicBezTo>
                    <a:pt x="48635" y="60452"/>
                    <a:pt x="48602" y="60685"/>
                    <a:pt x="48535" y="60852"/>
                  </a:cubicBezTo>
                  <a:cubicBezTo>
                    <a:pt x="48269" y="61552"/>
                    <a:pt x="47768" y="62186"/>
                    <a:pt x="47201" y="62720"/>
                  </a:cubicBezTo>
                  <a:cubicBezTo>
                    <a:pt x="45967" y="63754"/>
                    <a:pt x="44399" y="64421"/>
                    <a:pt x="42798" y="65055"/>
                  </a:cubicBezTo>
                  <a:cubicBezTo>
                    <a:pt x="41230" y="65689"/>
                    <a:pt x="39562" y="66289"/>
                    <a:pt x="38095" y="67290"/>
                  </a:cubicBezTo>
                  <a:cubicBezTo>
                    <a:pt x="37728" y="67557"/>
                    <a:pt x="37394" y="67857"/>
                    <a:pt x="37061" y="68190"/>
                  </a:cubicBezTo>
                  <a:lnTo>
                    <a:pt x="36193" y="69091"/>
                  </a:lnTo>
                  <a:cubicBezTo>
                    <a:pt x="35593" y="69692"/>
                    <a:pt x="34959" y="70259"/>
                    <a:pt x="34359" y="70792"/>
                  </a:cubicBezTo>
                  <a:cubicBezTo>
                    <a:pt x="33091" y="71927"/>
                    <a:pt x="31757" y="72961"/>
                    <a:pt x="30723" y="74395"/>
                  </a:cubicBezTo>
                  <a:cubicBezTo>
                    <a:pt x="30156" y="75062"/>
                    <a:pt x="29755" y="75896"/>
                    <a:pt x="29488" y="76730"/>
                  </a:cubicBezTo>
                  <a:cubicBezTo>
                    <a:pt x="29288" y="77597"/>
                    <a:pt x="29155" y="78465"/>
                    <a:pt x="29288" y="79365"/>
                  </a:cubicBezTo>
                  <a:cubicBezTo>
                    <a:pt x="29322" y="79599"/>
                    <a:pt x="29322" y="79799"/>
                    <a:pt x="29388" y="80032"/>
                  </a:cubicBezTo>
                  <a:lnTo>
                    <a:pt x="29488" y="80633"/>
                  </a:lnTo>
                  <a:cubicBezTo>
                    <a:pt x="29589" y="80866"/>
                    <a:pt x="29622" y="81066"/>
                    <a:pt x="29655" y="81267"/>
                  </a:cubicBezTo>
                  <a:lnTo>
                    <a:pt x="29889" y="81867"/>
                  </a:lnTo>
                  <a:cubicBezTo>
                    <a:pt x="30122" y="82634"/>
                    <a:pt x="30456" y="83401"/>
                    <a:pt x="30789" y="84135"/>
                  </a:cubicBezTo>
                  <a:cubicBezTo>
                    <a:pt x="31123" y="84869"/>
                    <a:pt x="31457" y="85570"/>
                    <a:pt x="31657" y="86270"/>
                  </a:cubicBezTo>
                  <a:cubicBezTo>
                    <a:pt x="31890" y="86971"/>
                    <a:pt x="31890" y="87704"/>
                    <a:pt x="31857" y="88438"/>
                  </a:cubicBezTo>
                  <a:lnTo>
                    <a:pt x="31857" y="88472"/>
                  </a:lnTo>
                  <a:cubicBezTo>
                    <a:pt x="31857" y="88905"/>
                    <a:pt x="31723" y="89572"/>
                    <a:pt x="31423" y="90306"/>
                  </a:cubicBezTo>
                  <a:cubicBezTo>
                    <a:pt x="31190" y="91107"/>
                    <a:pt x="30756" y="92041"/>
                    <a:pt x="30756" y="93108"/>
                  </a:cubicBezTo>
                  <a:cubicBezTo>
                    <a:pt x="30789" y="93575"/>
                    <a:pt x="30889" y="94042"/>
                    <a:pt x="31090" y="94443"/>
                  </a:cubicBezTo>
                  <a:cubicBezTo>
                    <a:pt x="31223" y="94643"/>
                    <a:pt x="31356" y="94876"/>
                    <a:pt x="31457" y="95043"/>
                  </a:cubicBezTo>
                  <a:cubicBezTo>
                    <a:pt x="31590" y="95143"/>
                    <a:pt x="31723" y="95310"/>
                    <a:pt x="31890" y="95477"/>
                  </a:cubicBezTo>
                  <a:cubicBezTo>
                    <a:pt x="32190" y="95777"/>
                    <a:pt x="32457" y="96077"/>
                    <a:pt x="32858" y="96311"/>
                  </a:cubicBezTo>
                  <a:cubicBezTo>
                    <a:pt x="33224" y="96577"/>
                    <a:pt x="33691" y="96778"/>
                    <a:pt x="34192" y="96811"/>
                  </a:cubicBezTo>
                  <a:cubicBezTo>
                    <a:pt x="34266" y="96821"/>
                    <a:pt x="34341" y="96826"/>
                    <a:pt x="34415" y="96826"/>
                  </a:cubicBezTo>
                  <a:cubicBezTo>
                    <a:pt x="34839" y="96826"/>
                    <a:pt x="35252" y="96671"/>
                    <a:pt x="35593" y="96444"/>
                  </a:cubicBezTo>
                  <a:cubicBezTo>
                    <a:pt x="36026" y="96211"/>
                    <a:pt x="36360" y="95810"/>
                    <a:pt x="36594" y="95477"/>
                  </a:cubicBezTo>
                  <a:cubicBezTo>
                    <a:pt x="37094" y="94776"/>
                    <a:pt x="37461" y="93976"/>
                    <a:pt x="37761" y="93208"/>
                  </a:cubicBezTo>
                  <a:cubicBezTo>
                    <a:pt x="38061" y="92408"/>
                    <a:pt x="38261" y="91574"/>
                    <a:pt x="38428" y="90740"/>
                  </a:cubicBezTo>
                  <a:cubicBezTo>
                    <a:pt x="38528" y="90306"/>
                    <a:pt x="38562" y="89873"/>
                    <a:pt x="38595" y="89439"/>
                  </a:cubicBezTo>
                  <a:cubicBezTo>
                    <a:pt x="38628" y="89206"/>
                    <a:pt x="38628" y="88972"/>
                    <a:pt x="38628" y="88772"/>
                  </a:cubicBezTo>
                  <a:lnTo>
                    <a:pt x="38695" y="88205"/>
                  </a:lnTo>
                  <a:cubicBezTo>
                    <a:pt x="38795" y="86570"/>
                    <a:pt x="39262" y="84969"/>
                    <a:pt x="39896" y="83435"/>
                  </a:cubicBezTo>
                  <a:cubicBezTo>
                    <a:pt x="40563" y="81934"/>
                    <a:pt x="41397" y="80466"/>
                    <a:pt x="42531" y="79232"/>
                  </a:cubicBezTo>
                  <a:cubicBezTo>
                    <a:pt x="43098" y="78631"/>
                    <a:pt x="43699" y="78064"/>
                    <a:pt x="44399" y="77631"/>
                  </a:cubicBezTo>
                  <a:cubicBezTo>
                    <a:pt x="45100" y="77230"/>
                    <a:pt x="45867" y="76930"/>
                    <a:pt x="46634" y="76897"/>
                  </a:cubicBezTo>
                  <a:cubicBezTo>
                    <a:pt x="46691" y="76894"/>
                    <a:pt x="46749" y="76893"/>
                    <a:pt x="46806" y="76893"/>
                  </a:cubicBezTo>
                  <a:cubicBezTo>
                    <a:pt x="47544" y="76893"/>
                    <a:pt x="48252" y="77092"/>
                    <a:pt x="48902" y="77464"/>
                  </a:cubicBezTo>
                  <a:cubicBezTo>
                    <a:pt x="49603" y="77897"/>
                    <a:pt x="50203" y="78431"/>
                    <a:pt x="50403" y="79132"/>
                  </a:cubicBezTo>
                  <a:cubicBezTo>
                    <a:pt x="50604" y="79866"/>
                    <a:pt x="50470" y="80699"/>
                    <a:pt x="50303" y="81533"/>
                  </a:cubicBezTo>
                  <a:cubicBezTo>
                    <a:pt x="50137" y="82367"/>
                    <a:pt x="49903" y="83235"/>
                    <a:pt x="49703" y="84102"/>
                  </a:cubicBezTo>
                  <a:cubicBezTo>
                    <a:pt x="49636" y="84302"/>
                    <a:pt x="49603" y="84569"/>
                    <a:pt x="49569" y="84769"/>
                  </a:cubicBezTo>
                  <a:cubicBezTo>
                    <a:pt x="49536" y="84969"/>
                    <a:pt x="49536" y="85203"/>
                    <a:pt x="49469" y="85436"/>
                  </a:cubicBezTo>
                  <a:lnTo>
                    <a:pt x="49436" y="85770"/>
                  </a:lnTo>
                  <a:cubicBezTo>
                    <a:pt x="49403" y="85937"/>
                    <a:pt x="49436" y="86037"/>
                    <a:pt x="49436" y="86137"/>
                  </a:cubicBezTo>
                  <a:cubicBezTo>
                    <a:pt x="49436" y="86404"/>
                    <a:pt x="49436" y="86637"/>
                    <a:pt x="49469" y="86871"/>
                  </a:cubicBezTo>
                  <a:cubicBezTo>
                    <a:pt x="49569" y="87805"/>
                    <a:pt x="49803" y="88705"/>
                    <a:pt x="50103" y="89539"/>
                  </a:cubicBezTo>
                  <a:cubicBezTo>
                    <a:pt x="50637" y="91240"/>
                    <a:pt x="51304" y="92875"/>
                    <a:pt x="51437" y="94543"/>
                  </a:cubicBezTo>
                  <a:lnTo>
                    <a:pt x="51437" y="95143"/>
                  </a:lnTo>
                  <a:lnTo>
                    <a:pt x="51437" y="95443"/>
                  </a:lnTo>
                  <a:lnTo>
                    <a:pt x="51437" y="95477"/>
                  </a:lnTo>
                  <a:lnTo>
                    <a:pt x="51437" y="95577"/>
                  </a:lnTo>
                  <a:lnTo>
                    <a:pt x="51404" y="95744"/>
                  </a:lnTo>
                  <a:lnTo>
                    <a:pt x="51304" y="96044"/>
                  </a:lnTo>
                  <a:lnTo>
                    <a:pt x="51237" y="96311"/>
                  </a:lnTo>
                  <a:cubicBezTo>
                    <a:pt x="51204" y="96544"/>
                    <a:pt x="51104" y="96711"/>
                    <a:pt x="51037" y="96911"/>
                  </a:cubicBezTo>
                  <a:cubicBezTo>
                    <a:pt x="50704" y="97712"/>
                    <a:pt x="50237" y="98412"/>
                    <a:pt x="49736" y="99113"/>
                  </a:cubicBezTo>
                  <a:cubicBezTo>
                    <a:pt x="49236" y="99813"/>
                    <a:pt x="48736" y="100580"/>
                    <a:pt x="48302" y="101381"/>
                  </a:cubicBezTo>
                  <a:cubicBezTo>
                    <a:pt x="47902" y="102148"/>
                    <a:pt x="47568" y="103049"/>
                    <a:pt x="47435" y="103949"/>
                  </a:cubicBezTo>
                  <a:cubicBezTo>
                    <a:pt x="47368" y="104883"/>
                    <a:pt x="47368" y="105751"/>
                    <a:pt x="47401" y="106618"/>
                  </a:cubicBezTo>
                  <a:cubicBezTo>
                    <a:pt x="47435" y="107452"/>
                    <a:pt x="47535" y="108319"/>
                    <a:pt x="47435" y="109086"/>
                  </a:cubicBezTo>
                  <a:cubicBezTo>
                    <a:pt x="47368" y="109820"/>
                    <a:pt x="46934" y="110487"/>
                    <a:pt x="46401" y="111088"/>
                  </a:cubicBezTo>
                  <a:cubicBezTo>
                    <a:pt x="46100" y="111321"/>
                    <a:pt x="45800" y="111622"/>
                    <a:pt x="45533" y="111888"/>
                  </a:cubicBezTo>
                  <a:cubicBezTo>
                    <a:pt x="45200" y="112122"/>
                    <a:pt x="44866" y="112322"/>
                    <a:pt x="44533" y="112556"/>
                  </a:cubicBezTo>
                  <a:cubicBezTo>
                    <a:pt x="43132" y="113423"/>
                    <a:pt x="41564" y="113957"/>
                    <a:pt x="40196" y="114957"/>
                  </a:cubicBezTo>
                  <a:cubicBezTo>
                    <a:pt x="39529" y="115458"/>
                    <a:pt x="38895" y="116091"/>
                    <a:pt x="38428" y="116792"/>
                  </a:cubicBezTo>
                  <a:cubicBezTo>
                    <a:pt x="38295" y="116959"/>
                    <a:pt x="38195" y="117126"/>
                    <a:pt x="38095" y="117326"/>
                  </a:cubicBezTo>
                  <a:cubicBezTo>
                    <a:pt x="37961" y="117559"/>
                    <a:pt x="37894" y="117726"/>
                    <a:pt x="37794" y="117926"/>
                  </a:cubicBezTo>
                  <a:lnTo>
                    <a:pt x="37561" y="118493"/>
                  </a:lnTo>
                  <a:cubicBezTo>
                    <a:pt x="37528" y="118727"/>
                    <a:pt x="37427" y="118927"/>
                    <a:pt x="37394" y="119127"/>
                  </a:cubicBezTo>
                  <a:cubicBezTo>
                    <a:pt x="37194" y="119928"/>
                    <a:pt x="37194" y="120761"/>
                    <a:pt x="37194" y="121562"/>
                  </a:cubicBezTo>
                  <a:cubicBezTo>
                    <a:pt x="37194" y="122329"/>
                    <a:pt x="37194" y="123096"/>
                    <a:pt x="37061" y="123797"/>
                  </a:cubicBezTo>
                  <a:cubicBezTo>
                    <a:pt x="36960" y="124497"/>
                    <a:pt x="36694" y="125131"/>
                    <a:pt x="36260" y="125765"/>
                  </a:cubicBezTo>
                  <a:cubicBezTo>
                    <a:pt x="35893" y="126399"/>
                    <a:pt x="35459" y="126966"/>
                    <a:pt x="34926" y="127433"/>
                  </a:cubicBezTo>
                  <a:cubicBezTo>
                    <a:pt x="33892" y="128400"/>
                    <a:pt x="32557" y="128834"/>
                    <a:pt x="31190" y="128934"/>
                  </a:cubicBezTo>
                  <a:cubicBezTo>
                    <a:pt x="30833" y="128968"/>
                    <a:pt x="30480" y="128982"/>
                    <a:pt x="30131" y="128982"/>
                  </a:cubicBezTo>
                  <a:cubicBezTo>
                    <a:pt x="29109" y="128982"/>
                    <a:pt x="28115" y="128858"/>
                    <a:pt x="27120" y="128734"/>
                  </a:cubicBezTo>
                  <a:cubicBezTo>
                    <a:pt x="25786" y="128567"/>
                    <a:pt x="24518" y="128400"/>
                    <a:pt x="23217" y="128334"/>
                  </a:cubicBezTo>
                  <a:cubicBezTo>
                    <a:pt x="23096" y="128330"/>
                    <a:pt x="22975" y="128329"/>
                    <a:pt x="22854" y="128329"/>
                  </a:cubicBezTo>
                  <a:cubicBezTo>
                    <a:pt x="21709" y="128329"/>
                    <a:pt x="20571" y="128478"/>
                    <a:pt x="19515" y="128901"/>
                  </a:cubicBezTo>
                  <a:cubicBezTo>
                    <a:pt x="18914" y="129101"/>
                    <a:pt x="18414" y="129401"/>
                    <a:pt x="17914" y="129668"/>
                  </a:cubicBezTo>
                  <a:cubicBezTo>
                    <a:pt x="17413" y="129968"/>
                    <a:pt x="16946" y="130302"/>
                    <a:pt x="16513" y="130602"/>
                  </a:cubicBezTo>
                  <a:cubicBezTo>
                    <a:pt x="15579" y="131236"/>
                    <a:pt x="14778" y="131903"/>
                    <a:pt x="13877" y="131936"/>
                  </a:cubicBezTo>
                  <a:cubicBezTo>
                    <a:pt x="13795" y="131942"/>
                    <a:pt x="13714" y="131945"/>
                    <a:pt x="13633" y="131945"/>
                  </a:cubicBezTo>
                  <a:cubicBezTo>
                    <a:pt x="12791" y="131945"/>
                    <a:pt x="12003" y="131646"/>
                    <a:pt x="11242" y="131402"/>
                  </a:cubicBezTo>
                  <a:cubicBezTo>
                    <a:pt x="10408" y="131102"/>
                    <a:pt x="9608" y="130802"/>
                    <a:pt x="8907" y="130468"/>
                  </a:cubicBezTo>
                  <a:cubicBezTo>
                    <a:pt x="7439" y="129901"/>
                    <a:pt x="6205" y="129334"/>
                    <a:pt x="5071" y="129134"/>
                  </a:cubicBezTo>
                  <a:cubicBezTo>
                    <a:pt x="4689" y="129063"/>
                    <a:pt x="4325" y="129034"/>
                    <a:pt x="3988" y="129034"/>
                  </a:cubicBezTo>
                  <a:cubicBezTo>
                    <a:pt x="3383" y="129034"/>
                    <a:pt x="2867" y="129127"/>
                    <a:pt x="2503" y="129234"/>
                  </a:cubicBezTo>
                  <a:cubicBezTo>
                    <a:pt x="2369" y="129268"/>
                    <a:pt x="2236" y="129268"/>
                    <a:pt x="2102" y="129301"/>
                  </a:cubicBezTo>
                  <a:cubicBezTo>
                    <a:pt x="2036" y="129334"/>
                    <a:pt x="1935" y="129334"/>
                    <a:pt x="1869" y="129401"/>
                  </a:cubicBezTo>
                  <a:cubicBezTo>
                    <a:pt x="1735" y="129434"/>
                    <a:pt x="1669" y="129468"/>
                    <a:pt x="1669" y="129468"/>
                  </a:cubicBezTo>
                  <a:cubicBezTo>
                    <a:pt x="1035" y="129735"/>
                    <a:pt x="601" y="130001"/>
                    <a:pt x="368" y="130235"/>
                  </a:cubicBezTo>
                  <a:cubicBezTo>
                    <a:pt x="101" y="130435"/>
                    <a:pt x="1" y="130602"/>
                    <a:pt x="34" y="130635"/>
                  </a:cubicBezTo>
                  <a:cubicBezTo>
                    <a:pt x="42" y="130643"/>
                    <a:pt x="57" y="130647"/>
                    <a:pt x="80" y="130647"/>
                  </a:cubicBezTo>
                  <a:cubicBezTo>
                    <a:pt x="154" y="130647"/>
                    <a:pt x="305" y="130604"/>
                    <a:pt x="534" y="130502"/>
                  </a:cubicBezTo>
                  <a:cubicBezTo>
                    <a:pt x="835" y="130402"/>
                    <a:pt x="1235" y="130168"/>
                    <a:pt x="1835" y="129935"/>
                  </a:cubicBezTo>
                  <a:cubicBezTo>
                    <a:pt x="1835" y="129935"/>
                    <a:pt x="1902" y="129901"/>
                    <a:pt x="2036" y="129835"/>
                  </a:cubicBezTo>
                  <a:cubicBezTo>
                    <a:pt x="2102" y="129835"/>
                    <a:pt x="2202" y="129801"/>
                    <a:pt x="2269" y="129768"/>
                  </a:cubicBezTo>
                  <a:cubicBezTo>
                    <a:pt x="2369" y="129768"/>
                    <a:pt x="2503" y="129735"/>
                    <a:pt x="2603" y="129668"/>
                  </a:cubicBezTo>
                  <a:cubicBezTo>
                    <a:pt x="2913" y="129606"/>
                    <a:pt x="3353" y="129531"/>
                    <a:pt x="3897" y="129531"/>
                  </a:cubicBezTo>
                  <a:cubicBezTo>
                    <a:pt x="4229" y="129531"/>
                    <a:pt x="4600" y="129559"/>
                    <a:pt x="5004" y="129634"/>
                  </a:cubicBezTo>
                  <a:cubicBezTo>
                    <a:pt x="6038" y="129801"/>
                    <a:pt x="7273" y="130335"/>
                    <a:pt x="8707" y="130969"/>
                  </a:cubicBezTo>
                  <a:cubicBezTo>
                    <a:pt x="9407" y="131302"/>
                    <a:pt x="10208" y="131603"/>
                    <a:pt x="11042" y="131936"/>
                  </a:cubicBezTo>
                  <a:cubicBezTo>
                    <a:pt x="11803" y="132210"/>
                    <a:pt x="12675" y="132512"/>
                    <a:pt x="13633" y="132512"/>
                  </a:cubicBezTo>
                  <a:cubicBezTo>
                    <a:pt x="13725" y="132512"/>
                    <a:pt x="13817" y="132509"/>
                    <a:pt x="13911" y="132503"/>
                  </a:cubicBezTo>
                  <a:cubicBezTo>
                    <a:pt x="14444" y="132503"/>
                    <a:pt x="15011" y="132303"/>
                    <a:pt x="15445" y="132003"/>
                  </a:cubicBezTo>
                  <a:cubicBezTo>
                    <a:pt x="15912" y="131769"/>
                    <a:pt x="16346" y="131436"/>
                    <a:pt x="16779" y="131136"/>
                  </a:cubicBezTo>
                  <a:cubicBezTo>
                    <a:pt x="17213" y="130835"/>
                    <a:pt x="17647" y="130568"/>
                    <a:pt x="18180" y="130268"/>
                  </a:cubicBezTo>
                  <a:cubicBezTo>
                    <a:pt x="18614" y="130001"/>
                    <a:pt x="19181" y="129735"/>
                    <a:pt x="19681" y="129501"/>
                  </a:cubicBezTo>
                  <a:cubicBezTo>
                    <a:pt x="20645" y="129140"/>
                    <a:pt x="21690" y="128996"/>
                    <a:pt x="22817" y="128996"/>
                  </a:cubicBezTo>
                  <a:cubicBezTo>
                    <a:pt x="22939" y="128996"/>
                    <a:pt x="23061" y="128997"/>
                    <a:pt x="23184" y="129001"/>
                  </a:cubicBezTo>
                  <a:cubicBezTo>
                    <a:pt x="24385" y="129067"/>
                    <a:pt x="25686" y="129268"/>
                    <a:pt x="27020" y="129434"/>
                  </a:cubicBezTo>
                  <a:cubicBezTo>
                    <a:pt x="28049" y="129563"/>
                    <a:pt x="29098" y="129711"/>
                    <a:pt x="30197" y="129711"/>
                  </a:cubicBezTo>
                  <a:cubicBezTo>
                    <a:pt x="30523" y="129711"/>
                    <a:pt x="30854" y="129698"/>
                    <a:pt x="31190" y="129668"/>
                  </a:cubicBezTo>
                  <a:cubicBezTo>
                    <a:pt x="31890" y="129634"/>
                    <a:pt x="32624" y="129468"/>
                    <a:pt x="33358" y="129234"/>
                  </a:cubicBezTo>
                  <a:cubicBezTo>
                    <a:pt x="34058" y="128934"/>
                    <a:pt x="34726" y="128500"/>
                    <a:pt x="35293" y="128000"/>
                  </a:cubicBezTo>
                  <a:cubicBezTo>
                    <a:pt x="35893" y="127500"/>
                    <a:pt x="36393" y="126899"/>
                    <a:pt x="36760" y="126232"/>
                  </a:cubicBezTo>
                  <a:cubicBezTo>
                    <a:pt x="36860" y="126065"/>
                    <a:pt x="36960" y="125898"/>
                    <a:pt x="37061" y="125732"/>
                  </a:cubicBezTo>
                  <a:lnTo>
                    <a:pt x="37194" y="125465"/>
                  </a:lnTo>
                  <a:lnTo>
                    <a:pt x="37294" y="125165"/>
                  </a:lnTo>
                  <a:cubicBezTo>
                    <a:pt x="37461" y="124798"/>
                    <a:pt x="37561" y="124431"/>
                    <a:pt x="37628" y="123997"/>
                  </a:cubicBezTo>
                  <a:cubicBezTo>
                    <a:pt x="37928" y="122396"/>
                    <a:pt x="37594" y="120795"/>
                    <a:pt x="37961" y="119394"/>
                  </a:cubicBezTo>
                  <a:cubicBezTo>
                    <a:pt x="38028" y="119160"/>
                    <a:pt x="38095" y="118994"/>
                    <a:pt x="38128" y="118827"/>
                  </a:cubicBezTo>
                  <a:lnTo>
                    <a:pt x="38361" y="118293"/>
                  </a:lnTo>
                  <a:cubicBezTo>
                    <a:pt x="38395" y="118126"/>
                    <a:pt x="38528" y="117959"/>
                    <a:pt x="38595" y="117793"/>
                  </a:cubicBezTo>
                  <a:cubicBezTo>
                    <a:pt x="38695" y="117626"/>
                    <a:pt x="38762" y="117459"/>
                    <a:pt x="38895" y="117292"/>
                  </a:cubicBezTo>
                  <a:cubicBezTo>
                    <a:pt x="39295" y="116659"/>
                    <a:pt x="39863" y="116125"/>
                    <a:pt x="40463" y="115658"/>
                  </a:cubicBezTo>
                  <a:cubicBezTo>
                    <a:pt x="41731" y="114791"/>
                    <a:pt x="43298" y="114223"/>
                    <a:pt x="44766" y="113323"/>
                  </a:cubicBezTo>
                  <a:cubicBezTo>
                    <a:pt x="45133" y="113123"/>
                    <a:pt x="45467" y="112889"/>
                    <a:pt x="45867" y="112622"/>
                  </a:cubicBezTo>
                  <a:cubicBezTo>
                    <a:pt x="46167" y="112389"/>
                    <a:pt x="46501" y="112089"/>
                    <a:pt x="46801" y="111755"/>
                  </a:cubicBezTo>
                  <a:cubicBezTo>
                    <a:pt x="46968" y="111588"/>
                    <a:pt x="47101" y="111421"/>
                    <a:pt x="47268" y="111255"/>
                  </a:cubicBezTo>
                  <a:cubicBezTo>
                    <a:pt x="47401" y="111055"/>
                    <a:pt x="47535" y="110888"/>
                    <a:pt x="47635" y="110654"/>
                  </a:cubicBezTo>
                  <a:cubicBezTo>
                    <a:pt x="47902" y="110254"/>
                    <a:pt x="48002" y="109787"/>
                    <a:pt x="48102" y="109320"/>
                  </a:cubicBezTo>
                  <a:cubicBezTo>
                    <a:pt x="48235" y="108419"/>
                    <a:pt x="48102" y="107552"/>
                    <a:pt x="48068" y="106718"/>
                  </a:cubicBezTo>
                  <a:cubicBezTo>
                    <a:pt x="48002" y="105884"/>
                    <a:pt x="48002" y="104983"/>
                    <a:pt x="48102" y="104216"/>
                  </a:cubicBezTo>
                  <a:cubicBezTo>
                    <a:pt x="48235" y="103416"/>
                    <a:pt x="48502" y="102648"/>
                    <a:pt x="48902" y="101915"/>
                  </a:cubicBezTo>
                  <a:cubicBezTo>
                    <a:pt x="49269" y="101147"/>
                    <a:pt x="49770" y="100447"/>
                    <a:pt x="50270" y="99746"/>
                  </a:cubicBezTo>
                  <a:cubicBezTo>
                    <a:pt x="50770" y="98979"/>
                    <a:pt x="51271" y="98245"/>
                    <a:pt x="51638" y="97411"/>
                  </a:cubicBezTo>
                  <a:lnTo>
                    <a:pt x="51904" y="96778"/>
                  </a:lnTo>
                  <a:lnTo>
                    <a:pt x="52005" y="96444"/>
                  </a:lnTo>
                  <a:lnTo>
                    <a:pt x="52105" y="96110"/>
                  </a:lnTo>
                  <a:lnTo>
                    <a:pt x="52138" y="95944"/>
                  </a:lnTo>
                  <a:lnTo>
                    <a:pt x="52138" y="95877"/>
                  </a:lnTo>
                  <a:lnTo>
                    <a:pt x="52138" y="95744"/>
                  </a:lnTo>
                  <a:lnTo>
                    <a:pt x="52138" y="95377"/>
                  </a:lnTo>
                  <a:cubicBezTo>
                    <a:pt x="52171" y="95110"/>
                    <a:pt x="52138" y="94910"/>
                    <a:pt x="52138" y="94643"/>
                  </a:cubicBezTo>
                  <a:cubicBezTo>
                    <a:pt x="52005" y="92775"/>
                    <a:pt x="51304" y="91107"/>
                    <a:pt x="50770" y="89439"/>
                  </a:cubicBezTo>
                  <a:cubicBezTo>
                    <a:pt x="50503" y="88605"/>
                    <a:pt x="50270" y="87771"/>
                    <a:pt x="50170" y="86937"/>
                  </a:cubicBezTo>
                  <a:cubicBezTo>
                    <a:pt x="50137" y="86737"/>
                    <a:pt x="50137" y="86537"/>
                    <a:pt x="50137" y="86303"/>
                  </a:cubicBezTo>
                  <a:lnTo>
                    <a:pt x="50137" y="86037"/>
                  </a:lnTo>
                  <a:lnTo>
                    <a:pt x="50170" y="85703"/>
                  </a:lnTo>
                  <a:cubicBezTo>
                    <a:pt x="50170" y="85470"/>
                    <a:pt x="50237" y="85269"/>
                    <a:pt x="50270" y="85069"/>
                  </a:cubicBezTo>
                  <a:lnTo>
                    <a:pt x="50403" y="84435"/>
                  </a:lnTo>
                  <a:cubicBezTo>
                    <a:pt x="50570" y="83568"/>
                    <a:pt x="50804" y="82734"/>
                    <a:pt x="51004" y="81867"/>
                  </a:cubicBezTo>
                  <a:cubicBezTo>
                    <a:pt x="51237" y="80966"/>
                    <a:pt x="51404" y="80032"/>
                    <a:pt x="51104" y="79032"/>
                  </a:cubicBezTo>
                  <a:cubicBezTo>
                    <a:pt x="50937" y="78565"/>
                    <a:pt x="50737" y="78064"/>
                    <a:pt x="50337" y="77731"/>
                  </a:cubicBezTo>
                  <a:lnTo>
                    <a:pt x="50103" y="77464"/>
                  </a:lnTo>
                  <a:cubicBezTo>
                    <a:pt x="50003" y="77397"/>
                    <a:pt x="49903" y="77364"/>
                    <a:pt x="49803" y="77264"/>
                  </a:cubicBezTo>
                  <a:lnTo>
                    <a:pt x="49503" y="77064"/>
                  </a:lnTo>
                  <a:cubicBezTo>
                    <a:pt x="49436" y="77030"/>
                    <a:pt x="49303" y="76930"/>
                    <a:pt x="49236" y="76897"/>
                  </a:cubicBezTo>
                  <a:cubicBezTo>
                    <a:pt x="48532" y="76486"/>
                    <a:pt x="47673" y="76178"/>
                    <a:pt x="46818" y="76178"/>
                  </a:cubicBezTo>
                  <a:cubicBezTo>
                    <a:pt x="46701" y="76178"/>
                    <a:pt x="46584" y="76184"/>
                    <a:pt x="46467" y="76196"/>
                  </a:cubicBezTo>
                  <a:cubicBezTo>
                    <a:pt x="45500" y="76230"/>
                    <a:pt x="44599" y="76597"/>
                    <a:pt x="43799" y="77064"/>
                  </a:cubicBezTo>
                  <a:cubicBezTo>
                    <a:pt x="42998" y="77531"/>
                    <a:pt x="42331" y="78131"/>
                    <a:pt x="41731" y="78798"/>
                  </a:cubicBezTo>
                  <a:cubicBezTo>
                    <a:pt x="40496" y="80132"/>
                    <a:pt x="39596" y="81700"/>
                    <a:pt x="38929" y="83301"/>
                  </a:cubicBezTo>
                  <a:cubicBezTo>
                    <a:pt x="38261" y="84936"/>
                    <a:pt x="37794" y="86637"/>
                    <a:pt x="37628" y="88372"/>
                  </a:cubicBezTo>
                  <a:lnTo>
                    <a:pt x="37594" y="89039"/>
                  </a:lnTo>
                  <a:cubicBezTo>
                    <a:pt x="37594" y="89239"/>
                    <a:pt x="37561" y="89406"/>
                    <a:pt x="37561" y="89606"/>
                  </a:cubicBezTo>
                  <a:cubicBezTo>
                    <a:pt x="37494" y="89973"/>
                    <a:pt x="37461" y="90406"/>
                    <a:pt x="37394" y="90773"/>
                  </a:cubicBezTo>
                  <a:cubicBezTo>
                    <a:pt x="37261" y="91574"/>
                    <a:pt x="37061" y="92308"/>
                    <a:pt x="36760" y="93075"/>
                  </a:cubicBezTo>
                  <a:cubicBezTo>
                    <a:pt x="36493" y="93809"/>
                    <a:pt x="36160" y="94543"/>
                    <a:pt x="35726" y="95110"/>
                  </a:cubicBezTo>
                  <a:cubicBezTo>
                    <a:pt x="35309" y="95687"/>
                    <a:pt x="34769" y="96079"/>
                    <a:pt x="34195" y="96079"/>
                  </a:cubicBezTo>
                  <a:cubicBezTo>
                    <a:pt x="34172" y="96079"/>
                    <a:pt x="34148" y="96078"/>
                    <a:pt x="34125" y="96077"/>
                  </a:cubicBezTo>
                  <a:cubicBezTo>
                    <a:pt x="33558" y="96044"/>
                    <a:pt x="32958" y="95577"/>
                    <a:pt x="32457" y="95043"/>
                  </a:cubicBezTo>
                  <a:cubicBezTo>
                    <a:pt x="32324" y="94910"/>
                    <a:pt x="32257" y="94743"/>
                    <a:pt x="32124" y="94609"/>
                  </a:cubicBezTo>
                  <a:cubicBezTo>
                    <a:pt x="32057" y="94476"/>
                    <a:pt x="31957" y="94309"/>
                    <a:pt x="31890" y="94209"/>
                  </a:cubicBezTo>
                  <a:cubicBezTo>
                    <a:pt x="31757" y="93909"/>
                    <a:pt x="31657" y="93609"/>
                    <a:pt x="31657" y="93275"/>
                  </a:cubicBezTo>
                  <a:cubicBezTo>
                    <a:pt x="31657" y="92475"/>
                    <a:pt x="31990" y="91641"/>
                    <a:pt x="32290" y="90873"/>
                  </a:cubicBezTo>
                  <a:cubicBezTo>
                    <a:pt x="32591" y="90073"/>
                    <a:pt x="32791" y="89272"/>
                    <a:pt x="32791" y="88705"/>
                  </a:cubicBezTo>
                  <a:lnTo>
                    <a:pt x="32791" y="88739"/>
                  </a:lnTo>
                  <a:cubicBezTo>
                    <a:pt x="32891" y="87905"/>
                    <a:pt x="32891" y="87037"/>
                    <a:pt x="32624" y="86203"/>
                  </a:cubicBezTo>
                  <a:cubicBezTo>
                    <a:pt x="32391" y="85369"/>
                    <a:pt x="31990" y="84602"/>
                    <a:pt x="31657" y="83902"/>
                  </a:cubicBezTo>
                  <a:cubicBezTo>
                    <a:pt x="31323" y="83135"/>
                    <a:pt x="31056" y="82434"/>
                    <a:pt x="30789" y="81700"/>
                  </a:cubicBezTo>
                  <a:lnTo>
                    <a:pt x="30589" y="81133"/>
                  </a:lnTo>
                  <a:cubicBezTo>
                    <a:pt x="30556" y="80933"/>
                    <a:pt x="30489" y="80766"/>
                    <a:pt x="30456" y="80566"/>
                  </a:cubicBezTo>
                  <a:lnTo>
                    <a:pt x="30356" y="79966"/>
                  </a:lnTo>
                  <a:cubicBezTo>
                    <a:pt x="30356" y="79765"/>
                    <a:pt x="30356" y="79599"/>
                    <a:pt x="30289" y="79399"/>
                  </a:cubicBezTo>
                  <a:cubicBezTo>
                    <a:pt x="30189" y="78631"/>
                    <a:pt x="30289" y="77897"/>
                    <a:pt x="30456" y="77130"/>
                  </a:cubicBezTo>
                  <a:cubicBezTo>
                    <a:pt x="30689" y="76430"/>
                    <a:pt x="31056" y="75729"/>
                    <a:pt x="31523" y="75095"/>
                  </a:cubicBezTo>
                  <a:cubicBezTo>
                    <a:pt x="32457" y="73861"/>
                    <a:pt x="33758" y="72760"/>
                    <a:pt x="35026" y="71626"/>
                  </a:cubicBezTo>
                  <a:cubicBezTo>
                    <a:pt x="35626" y="71059"/>
                    <a:pt x="36260" y="70525"/>
                    <a:pt x="36894" y="69892"/>
                  </a:cubicBezTo>
                  <a:lnTo>
                    <a:pt x="37761" y="68958"/>
                  </a:lnTo>
                  <a:cubicBezTo>
                    <a:pt x="38061" y="68724"/>
                    <a:pt x="38361" y="68457"/>
                    <a:pt x="38695" y="68224"/>
                  </a:cubicBezTo>
                  <a:cubicBezTo>
                    <a:pt x="40029" y="67290"/>
                    <a:pt x="41597" y="66723"/>
                    <a:pt x="43198" y="66056"/>
                  </a:cubicBezTo>
                  <a:cubicBezTo>
                    <a:pt x="43965" y="65722"/>
                    <a:pt x="44766" y="65388"/>
                    <a:pt x="45567" y="65022"/>
                  </a:cubicBezTo>
                  <a:cubicBezTo>
                    <a:pt x="46367" y="64588"/>
                    <a:pt x="47101" y="64121"/>
                    <a:pt x="47802" y="63554"/>
                  </a:cubicBezTo>
                  <a:cubicBezTo>
                    <a:pt x="48535" y="62920"/>
                    <a:pt x="49102" y="62186"/>
                    <a:pt x="49403" y="61252"/>
                  </a:cubicBezTo>
                  <a:cubicBezTo>
                    <a:pt x="49436" y="61052"/>
                    <a:pt x="49536" y="60785"/>
                    <a:pt x="49569" y="60585"/>
                  </a:cubicBezTo>
                  <a:lnTo>
                    <a:pt x="49603" y="60251"/>
                  </a:lnTo>
                  <a:lnTo>
                    <a:pt x="49703" y="60118"/>
                  </a:lnTo>
                  <a:lnTo>
                    <a:pt x="49803" y="59851"/>
                  </a:lnTo>
                  <a:lnTo>
                    <a:pt x="49870" y="59718"/>
                  </a:lnTo>
                  <a:cubicBezTo>
                    <a:pt x="49903" y="59651"/>
                    <a:pt x="49903" y="59618"/>
                    <a:pt x="49903" y="59584"/>
                  </a:cubicBezTo>
                  <a:lnTo>
                    <a:pt x="49936" y="59418"/>
                  </a:lnTo>
                  <a:lnTo>
                    <a:pt x="50070" y="58784"/>
                  </a:lnTo>
                  <a:cubicBezTo>
                    <a:pt x="50237" y="57916"/>
                    <a:pt x="50303" y="57049"/>
                    <a:pt x="50237" y="56115"/>
                  </a:cubicBezTo>
                  <a:cubicBezTo>
                    <a:pt x="50203" y="55215"/>
                    <a:pt x="49870" y="54281"/>
                    <a:pt x="49369" y="53547"/>
                  </a:cubicBezTo>
                  <a:cubicBezTo>
                    <a:pt x="48369" y="51979"/>
                    <a:pt x="46901" y="50945"/>
                    <a:pt x="45600" y="49911"/>
                  </a:cubicBezTo>
                  <a:cubicBezTo>
                    <a:pt x="44933" y="49410"/>
                    <a:pt x="44299" y="48810"/>
                    <a:pt x="43965" y="48210"/>
                  </a:cubicBezTo>
                  <a:cubicBezTo>
                    <a:pt x="43632" y="47576"/>
                    <a:pt x="43632" y="46842"/>
                    <a:pt x="43899" y="46075"/>
                  </a:cubicBezTo>
                  <a:cubicBezTo>
                    <a:pt x="44032" y="45708"/>
                    <a:pt x="44132" y="45341"/>
                    <a:pt x="44366" y="45007"/>
                  </a:cubicBezTo>
                  <a:lnTo>
                    <a:pt x="44499" y="44707"/>
                  </a:lnTo>
                  <a:cubicBezTo>
                    <a:pt x="44566" y="44674"/>
                    <a:pt x="44499" y="44674"/>
                    <a:pt x="44566" y="44607"/>
                  </a:cubicBezTo>
                  <a:lnTo>
                    <a:pt x="44633" y="44540"/>
                  </a:lnTo>
                  <a:cubicBezTo>
                    <a:pt x="44766" y="44407"/>
                    <a:pt x="44899" y="44273"/>
                    <a:pt x="45066" y="44173"/>
                  </a:cubicBezTo>
                  <a:cubicBezTo>
                    <a:pt x="45633" y="43706"/>
                    <a:pt x="46401" y="43339"/>
                    <a:pt x="47101" y="42772"/>
                  </a:cubicBezTo>
                  <a:cubicBezTo>
                    <a:pt x="47468" y="42505"/>
                    <a:pt x="47802" y="42205"/>
                    <a:pt x="48068" y="41738"/>
                  </a:cubicBezTo>
                  <a:cubicBezTo>
                    <a:pt x="48269" y="41271"/>
                    <a:pt x="48402" y="40838"/>
                    <a:pt x="48402" y="40371"/>
                  </a:cubicBezTo>
                  <a:cubicBezTo>
                    <a:pt x="48435" y="39904"/>
                    <a:pt x="48369" y="39503"/>
                    <a:pt x="48369" y="39103"/>
                  </a:cubicBezTo>
                  <a:cubicBezTo>
                    <a:pt x="48369" y="38703"/>
                    <a:pt x="48402" y="38503"/>
                    <a:pt x="48569" y="38069"/>
                  </a:cubicBezTo>
                  <a:cubicBezTo>
                    <a:pt x="48869" y="37302"/>
                    <a:pt x="49136" y="36601"/>
                    <a:pt x="49603" y="36034"/>
                  </a:cubicBezTo>
                  <a:cubicBezTo>
                    <a:pt x="50036" y="35434"/>
                    <a:pt x="50637" y="35067"/>
                    <a:pt x="51371" y="34767"/>
                  </a:cubicBezTo>
                  <a:cubicBezTo>
                    <a:pt x="52071" y="34500"/>
                    <a:pt x="52805" y="34266"/>
                    <a:pt x="53572" y="34099"/>
                  </a:cubicBezTo>
                  <a:cubicBezTo>
                    <a:pt x="54306" y="33899"/>
                    <a:pt x="55073" y="33699"/>
                    <a:pt x="55807" y="33532"/>
                  </a:cubicBezTo>
                  <a:cubicBezTo>
                    <a:pt x="56174" y="33399"/>
                    <a:pt x="56574" y="33332"/>
                    <a:pt x="56941" y="33232"/>
                  </a:cubicBezTo>
                  <a:lnTo>
                    <a:pt x="58076" y="32999"/>
                  </a:lnTo>
                  <a:cubicBezTo>
                    <a:pt x="58809" y="32832"/>
                    <a:pt x="59510" y="32698"/>
                    <a:pt x="60277" y="32532"/>
                  </a:cubicBezTo>
                  <a:cubicBezTo>
                    <a:pt x="63246" y="31931"/>
                    <a:pt x="66081" y="31331"/>
                    <a:pt x="68783" y="30564"/>
                  </a:cubicBezTo>
                  <a:cubicBezTo>
                    <a:pt x="70117" y="30197"/>
                    <a:pt x="71485" y="29596"/>
                    <a:pt x="72486" y="28595"/>
                  </a:cubicBezTo>
                  <a:cubicBezTo>
                    <a:pt x="72986" y="28095"/>
                    <a:pt x="73420" y="27528"/>
                    <a:pt x="73753" y="26928"/>
                  </a:cubicBezTo>
                  <a:cubicBezTo>
                    <a:pt x="74087" y="26361"/>
                    <a:pt x="74320" y="25693"/>
                    <a:pt x="74320" y="24993"/>
                  </a:cubicBezTo>
                  <a:cubicBezTo>
                    <a:pt x="74387" y="24259"/>
                    <a:pt x="74154" y="23659"/>
                    <a:pt x="74054" y="23058"/>
                  </a:cubicBezTo>
                  <a:cubicBezTo>
                    <a:pt x="73920" y="22491"/>
                    <a:pt x="73820" y="21891"/>
                    <a:pt x="73920" y="21357"/>
                  </a:cubicBezTo>
                  <a:cubicBezTo>
                    <a:pt x="73987" y="20823"/>
                    <a:pt x="74120" y="20256"/>
                    <a:pt x="74320" y="19756"/>
                  </a:cubicBezTo>
                  <a:cubicBezTo>
                    <a:pt x="74554" y="19255"/>
                    <a:pt x="74787" y="18755"/>
                    <a:pt x="75121" y="18355"/>
                  </a:cubicBezTo>
                  <a:cubicBezTo>
                    <a:pt x="76389" y="16587"/>
                    <a:pt x="77990" y="15219"/>
                    <a:pt x="78724" y="13351"/>
                  </a:cubicBezTo>
                  <a:cubicBezTo>
                    <a:pt x="78790" y="13084"/>
                    <a:pt x="78824" y="12884"/>
                    <a:pt x="78924" y="12651"/>
                  </a:cubicBezTo>
                  <a:cubicBezTo>
                    <a:pt x="78924" y="12417"/>
                    <a:pt x="78990" y="12184"/>
                    <a:pt x="78957" y="11917"/>
                  </a:cubicBezTo>
                  <a:lnTo>
                    <a:pt x="78957" y="11583"/>
                  </a:lnTo>
                  <a:cubicBezTo>
                    <a:pt x="78957" y="11483"/>
                    <a:pt x="78924" y="11383"/>
                    <a:pt x="78924" y="11250"/>
                  </a:cubicBezTo>
                  <a:lnTo>
                    <a:pt x="78790" y="10649"/>
                  </a:lnTo>
                  <a:cubicBezTo>
                    <a:pt x="78624" y="9815"/>
                    <a:pt x="78457" y="9048"/>
                    <a:pt x="78323" y="8348"/>
                  </a:cubicBezTo>
                  <a:cubicBezTo>
                    <a:pt x="78090" y="6913"/>
                    <a:pt x="78056" y="5679"/>
                    <a:pt x="78223" y="4712"/>
                  </a:cubicBezTo>
                  <a:cubicBezTo>
                    <a:pt x="78257" y="4478"/>
                    <a:pt x="78290" y="4211"/>
                    <a:pt x="78323" y="4011"/>
                  </a:cubicBezTo>
                  <a:cubicBezTo>
                    <a:pt x="78390" y="3811"/>
                    <a:pt x="78457" y="3578"/>
                    <a:pt x="78490" y="3411"/>
                  </a:cubicBezTo>
                  <a:cubicBezTo>
                    <a:pt x="78590" y="3077"/>
                    <a:pt x="78757" y="2810"/>
                    <a:pt x="78824" y="2543"/>
                  </a:cubicBezTo>
                  <a:cubicBezTo>
                    <a:pt x="78924" y="2310"/>
                    <a:pt x="78990" y="2110"/>
                    <a:pt x="79091" y="2010"/>
                  </a:cubicBezTo>
                  <a:cubicBezTo>
                    <a:pt x="79124" y="1876"/>
                    <a:pt x="79157" y="1843"/>
                    <a:pt x="79157" y="1843"/>
                  </a:cubicBezTo>
                  <a:cubicBezTo>
                    <a:pt x="79324" y="1576"/>
                    <a:pt x="79424" y="1343"/>
                    <a:pt x="79724" y="1009"/>
                  </a:cubicBezTo>
                  <a:cubicBezTo>
                    <a:pt x="79824" y="842"/>
                    <a:pt x="79924" y="642"/>
                    <a:pt x="79991" y="509"/>
                  </a:cubicBezTo>
                  <a:cubicBezTo>
                    <a:pt x="80158" y="208"/>
                    <a:pt x="80225" y="42"/>
                    <a:pt x="80158" y="8"/>
                  </a:cubicBezTo>
                  <a:cubicBezTo>
                    <a:pt x="80153" y="3"/>
                    <a:pt x="80145" y="0"/>
                    <a:pt x="801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21" name="Google Shape;2221;p19"/>
            <p:cNvSpPr/>
            <p:nvPr/>
          </p:nvSpPr>
          <p:spPr>
            <a:xfrm rot="10800000">
              <a:off x="7257082" y="1834842"/>
              <a:ext cx="2069687" cy="3284563"/>
            </a:xfrm>
            <a:custGeom>
              <a:avLst/>
              <a:gdLst/>
              <a:ahLst/>
              <a:cxnLst/>
              <a:rect l="l" t="t" r="r" b="b"/>
              <a:pathLst>
                <a:path w="85595" h="135838" extrusionOk="0">
                  <a:moveTo>
                    <a:pt x="85546" y="1"/>
                  </a:moveTo>
                  <a:cubicBezTo>
                    <a:pt x="85502" y="1"/>
                    <a:pt x="85407" y="103"/>
                    <a:pt x="85261" y="307"/>
                  </a:cubicBezTo>
                  <a:cubicBezTo>
                    <a:pt x="85094" y="541"/>
                    <a:pt x="84894" y="874"/>
                    <a:pt x="84694" y="1408"/>
                  </a:cubicBezTo>
                  <a:cubicBezTo>
                    <a:pt x="84694" y="1408"/>
                    <a:pt x="84627" y="1508"/>
                    <a:pt x="84594" y="1642"/>
                  </a:cubicBezTo>
                  <a:cubicBezTo>
                    <a:pt x="84594" y="1675"/>
                    <a:pt x="84561" y="1742"/>
                    <a:pt x="84527" y="1875"/>
                  </a:cubicBezTo>
                  <a:cubicBezTo>
                    <a:pt x="84461" y="1975"/>
                    <a:pt x="84461" y="2142"/>
                    <a:pt x="84427" y="2242"/>
                  </a:cubicBezTo>
                  <a:cubicBezTo>
                    <a:pt x="84327" y="2842"/>
                    <a:pt x="84227" y="3743"/>
                    <a:pt x="84394" y="4911"/>
                  </a:cubicBezTo>
                  <a:cubicBezTo>
                    <a:pt x="84494" y="5511"/>
                    <a:pt x="84594" y="6178"/>
                    <a:pt x="84727" y="6879"/>
                  </a:cubicBezTo>
                  <a:cubicBezTo>
                    <a:pt x="84894" y="7579"/>
                    <a:pt x="85061" y="8380"/>
                    <a:pt x="85094" y="9247"/>
                  </a:cubicBezTo>
                  <a:cubicBezTo>
                    <a:pt x="85161" y="9481"/>
                    <a:pt x="85161" y="9714"/>
                    <a:pt x="85161" y="9914"/>
                  </a:cubicBezTo>
                  <a:cubicBezTo>
                    <a:pt x="85094" y="10148"/>
                    <a:pt x="85094" y="10348"/>
                    <a:pt x="85061" y="10581"/>
                  </a:cubicBezTo>
                  <a:cubicBezTo>
                    <a:pt x="85061" y="10848"/>
                    <a:pt x="84994" y="11048"/>
                    <a:pt x="84928" y="11315"/>
                  </a:cubicBezTo>
                  <a:cubicBezTo>
                    <a:pt x="84894" y="11549"/>
                    <a:pt x="84794" y="11749"/>
                    <a:pt x="84727" y="12016"/>
                  </a:cubicBezTo>
                  <a:cubicBezTo>
                    <a:pt x="84561" y="12483"/>
                    <a:pt x="84327" y="12916"/>
                    <a:pt x="83960" y="13350"/>
                  </a:cubicBezTo>
                  <a:cubicBezTo>
                    <a:pt x="83693" y="13817"/>
                    <a:pt x="83260" y="14184"/>
                    <a:pt x="82859" y="14584"/>
                  </a:cubicBezTo>
                  <a:cubicBezTo>
                    <a:pt x="81959" y="15385"/>
                    <a:pt x="81025" y="16219"/>
                    <a:pt x="80224" y="17319"/>
                  </a:cubicBezTo>
                  <a:cubicBezTo>
                    <a:pt x="79857" y="17853"/>
                    <a:pt x="79490" y="18487"/>
                    <a:pt x="79324" y="19187"/>
                  </a:cubicBezTo>
                  <a:cubicBezTo>
                    <a:pt x="79090" y="19855"/>
                    <a:pt x="79057" y="20588"/>
                    <a:pt x="79090" y="21356"/>
                  </a:cubicBezTo>
                  <a:cubicBezTo>
                    <a:pt x="79157" y="22823"/>
                    <a:pt x="79424" y="24358"/>
                    <a:pt x="79157" y="25926"/>
                  </a:cubicBezTo>
                  <a:cubicBezTo>
                    <a:pt x="78823" y="27493"/>
                    <a:pt x="78023" y="29028"/>
                    <a:pt x="76755" y="30229"/>
                  </a:cubicBezTo>
                  <a:cubicBezTo>
                    <a:pt x="75521" y="31430"/>
                    <a:pt x="73853" y="32263"/>
                    <a:pt x="72085" y="33064"/>
                  </a:cubicBezTo>
                  <a:cubicBezTo>
                    <a:pt x="70384" y="33898"/>
                    <a:pt x="68483" y="34498"/>
                    <a:pt x="66481" y="34999"/>
                  </a:cubicBezTo>
                  <a:cubicBezTo>
                    <a:pt x="65981" y="35166"/>
                    <a:pt x="65480" y="35266"/>
                    <a:pt x="64980" y="35399"/>
                  </a:cubicBezTo>
                  <a:cubicBezTo>
                    <a:pt x="64713" y="35499"/>
                    <a:pt x="64480" y="35532"/>
                    <a:pt x="64213" y="35599"/>
                  </a:cubicBezTo>
                  <a:lnTo>
                    <a:pt x="64013" y="35666"/>
                  </a:lnTo>
                  <a:lnTo>
                    <a:pt x="63913" y="35666"/>
                  </a:lnTo>
                  <a:lnTo>
                    <a:pt x="63846" y="35699"/>
                  </a:lnTo>
                  <a:lnTo>
                    <a:pt x="63412" y="35766"/>
                  </a:lnTo>
                  <a:cubicBezTo>
                    <a:pt x="62378" y="36033"/>
                    <a:pt x="61311" y="36366"/>
                    <a:pt x="60310" y="36867"/>
                  </a:cubicBezTo>
                  <a:cubicBezTo>
                    <a:pt x="59309" y="37367"/>
                    <a:pt x="58309" y="38068"/>
                    <a:pt x="57708" y="39168"/>
                  </a:cubicBezTo>
                  <a:cubicBezTo>
                    <a:pt x="57408" y="39702"/>
                    <a:pt x="57341" y="40336"/>
                    <a:pt x="57174" y="40870"/>
                  </a:cubicBezTo>
                  <a:cubicBezTo>
                    <a:pt x="57141" y="41170"/>
                    <a:pt x="57008" y="41437"/>
                    <a:pt x="56908" y="41704"/>
                  </a:cubicBezTo>
                  <a:cubicBezTo>
                    <a:pt x="56808" y="42004"/>
                    <a:pt x="56674" y="42237"/>
                    <a:pt x="56541" y="42504"/>
                  </a:cubicBezTo>
                  <a:lnTo>
                    <a:pt x="56307" y="43005"/>
                  </a:lnTo>
                  <a:cubicBezTo>
                    <a:pt x="56174" y="43171"/>
                    <a:pt x="56040" y="43338"/>
                    <a:pt x="55907" y="43538"/>
                  </a:cubicBezTo>
                  <a:cubicBezTo>
                    <a:pt x="55640" y="43905"/>
                    <a:pt x="55240" y="44339"/>
                    <a:pt x="54839" y="44739"/>
                  </a:cubicBezTo>
                  <a:cubicBezTo>
                    <a:pt x="54406" y="45173"/>
                    <a:pt x="53872" y="45573"/>
                    <a:pt x="53372" y="46107"/>
                  </a:cubicBezTo>
                  <a:cubicBezTo>
                    <a:pt x="52871" y="46607"/>
                    <a:pt x="52371" y="47341"/>
                    <a:pt x="52204" y="48208"/>
                  </a:cubicBezTo>
                  <a:cubicBezTo>
                    <a:pt x="51837" y="50010"/>
                    <a:pt x="52571" y="51844"/>
                    <a:pt x="53405" y="53612"/>
                  </a:cubicBezTo>
                  <a:cubicBezTo>
                    <a:pt x="53839" y="54513"/>
                    <a:pt x="54172" y="55447"/>
                    <a:pt x="54339" y="56514"/>
                  </a:cubicBezTo>
                  <a:cubicBezTo>
                    <a:pt x="54406" y="56748"/>
                    <a:pt x="54372" y="57048"/>
                    <a:pt x="54406" y="57281"/>
                  </a:cubicBezTo>
                  <a:cubicBezTo>
                    <a:pt x="54406" y="57548"/>
                    <a:pt x="54473" y="57848"/>
                    <a:pt x="54473" y="58082"/>
                  </a:cubicBezTo>
                  <a:cubicBezTo>
                    <a:pt x="54473" y="58349"/>
                    <a:pt x="54473" y="58616"/>
                    <a:pt x="54406" y="58883"/>
                  </a:cubicBezTo>
                  <a:cubicBezTo>
                    <a:pt x="54372" y="59116"/>
                    <a:pt x="54372" y="59416"/>
                    <a:pt x="54306" y="59683"/>
                  </a:cubicBezTo>
                  <a:cubicBezTo>
                    <a:pt x="54072" y="60751"/>
                    <a:pt x="53639" y="61785"/>
                    <a:pt x="52971" y="62719"/>
                  </a:cubicBezTo>
                  <a:cubicBezTo>
                    <a:pt x="52304" y="63619"/>
                    <a:pt x="51370" y="64420"/>
                    <a:pt x="50403" y="65087"/>
                  </a:cubicBezTo>
                  <a:cubicBezTo>
                    <a:pt x="49402" y="65754"/>
                    <a:pt x="48335" y="66355"/>
                    <a:pt x="47234" y="66888"/>
                  </a:cubicBezTo>
                  <a:cubicBezTo>
                    <a:pt x="46700" y="67188"/>
                    <a:pt x="46167" y="67455"/>
                    <a:pt x="45633" y="67789"/>
                  </a:cubicBezTo>
                  <a:cubicBezTo>
                    <a:pt x="45366" y="67956"/>
                    <a:pt x="45133" y="68189"/>
                    <a:pt x="44866" y="68423"/>
                  </a:cubicBezTo>
                  <a:cubicBezTo>
                    <a:pt x="44732" y="68589"/>
                    <a:pt x="44666" y="68756"/>
                    <a:pt x="44565" y="68923"/>
                  </a:cubicBezTo>
                  <a:cubicBezTo>
                    <a:pt x="44565" y="69023"/>
                    <a:pt x="44532" y="69123"/>
                    <a:pt x="44532" y="69223"/>
                  </a:cubicBezTo>
                  <a:cubicBezTo>
                    <a:pt x="44532" y="69290"/>
                    <a:pt x="44532" y="69423"/>
                    <a:pt x="44565" y="69523"/>
                  </a:cubicBezTo>
                  <a:cubicBezTo>
                    <a:pt x="44666" y="69890"/>
                    <a:pt x="44899" y="70124"/>
                    <a:pt x="45133" y="70391"/>
                  </a:cubicBezTo>
                  <a:cubicBezTo>
                    <a:pt x="45333" y="70591"/>
                    <a:pt x="45533" y="70858"/>
                    <a:pt x="45800" y="71058"/>
                  </a:cubicBezTo>
                  <a:cubicBezTo>
                    <a:pt x="45900" y="71191"/>
                    <a:pt x="46033" y="71291"/>
                    <a:pt x="46167" y="71392"/>
                  </a:cubicBezTo>
                  <a:lnTo>
                    <a:pt x="46567" y="71625"/>
                  </a:lnTo>
                  <a:cubicBezTo>
                    <a:pt x="46700" y="71725"/>
                    <a:pt x="46867" y="71792"/>
                    <a:pt x="47034" y="71859"/>
                  </a:cubicBezTo>
                  <a:cubicBezTo>
                    <a:pt x="47167" y="71925"/>
                    <a:pt x="47334" y="72025"/>
                    <a:pt x="47501" y="72025"/>
                  </a:cubicBezTo>
                  <a:cubicBezTo>
                    <a:pt x="47723" y="72081"/>
                    <a:pt x="47946" y="72103"/>
                    <a:pt x="48167" y="72103"/>
                  </a:cubicBezTo>
                  <a:cubicBezTo>
                    <a:pt x="48609" y="72103"/>
                    <a:pt x="49046" y="72014"/>
                    <a:pt x="49469" y="71925"/>
                  </a:cubicBezTo>
                  <a:cubicBezTo>
                    <a:pt x="50069" y="71792"/>
                    <a:pt x="50670" y="71592"/>
                    <a:pt x="51237" y="71458"/>
                  </a:cubicBezTo>
                  <a:cubicBezTo>
                    <a:pt x="51742" y="71314"/>
                    <a:pt x="52259" y="71245"/>
                    <a:pt x="52769" y="71245"/>
                  </a:cubicBezTo>
                  <a:cubicBezTo>
                    <a:pt x="53440" y="71245"/>
                    <a:pt x="54100" y="71364"/>
                    <a:pt x="54706" y="71592"/>
                  </a:cubicBezTo>
                  <a:cubicBezTo>
                    <a:pt x="55240" y="71758"/>
                    <a:pt x="55673" y="72192"/>
                    <a:pt x="55974" y="72626"/>
                  </a:cubicBezTo>
                  <a:cubicBezTo>
                    <a:pt x="56240" y="73126"/>
                    <a:pt x="56474" y="73693"/>
                    <a:pt x="56574" y="74227"/>
                  </a:cubicBezTo>
                  <a:cubicBezTo>
                    <a:pt x="56874" y="75428"/>
                    <a:pt x="56908" y="76729"/>
                    <a:pt x="56841" y="78030"/>
                  </a:cubicBezTo>
                  <a:cubicBezTo>
                    <a:pt x="56808" y="78697"/>
                    <a:pt x="56707" y="79297"/>
                    <a:pt x="56574" y="79964"/>
                  </a:cubicBezTo>
                  <a:lnTo>
                    <a:pt x="56207" y="81966"/>
                  </a:lnTo>
                  <a:cubicBezTo>
                    <a:pt x="56140" y="82299"/>
                    <a:pt x="56140" y="82700"/>
                    <a:pt x="56074" y="83033"/>
                  </a:cubicBezTo>
                  <a:cubicBezTo>
                    <a:pt x="56040" y="83367"/>
                    <a:pt x="56007" y="83734"/>
                    <a:pt x="56007" y="84067"/>
                  </a:cubicBezTo>
                  <a:cubicBezTo>
                    <a:pt x="56040" y="84734"/>
                    <a:pt x="56007" y="85435"/>
                    <a:pt x="56074" y="86135"/>
                  </a:cubicBezTo>
                  <a:cubicBezTo>
                    <a:pt x="56174" y="87570"/>
                    <a:pt x="56374" y="88937"/>
                    <a:pt x="56474" y="90372"/>
                  </a:cubicBezTo>
                  <a:cubicBezTo>
                    <a:pt x="56474" y="90705"/>
                    <a:pt x="56507" y="91072"/>
                    <a:pt x="56507" y="91406"/>
                  </a:cubicBezTo>
                  <a:lnTo>
                    <a:pt x="56474" y="92440"/>
                  </a:lnTo>
                  <a:lnTo>
                    <a:pt x="56474" y="92974"/>
                  </a:lnTo>
                  <a:lnTo>
                    <a:pt x="56374" y="93474"/>
                  </a:lnTo>
                  <a:lnTo>
                    <a:pt x="56307" y="93974"/>
                  </a:lnTo>
                  <a:cubicBezTo>
                    <a:pt x="56307" y="94141"/>
                    <a:pt x="56240" y="94308"/>
                    <a:pt x="56207" y="94475"/>
                  </a:cubicBezTo>
                  <a:cubicBezTo>
                    <a:pt x="55907" y="95876"/>
                    <a:pt x="55340" y="97143"/>
                    <a:pt x="54806" y="98544"/>
                  </a:cubicBezTo>
                  <a:cubicBezTo>
                    <a:pt x="54673" y="98878"/>
                    <a:pt x="54539" y="99245"/>
                    <a:pt x="54406" y="99578"/>
                  </a:cubicBezTo>
                  <a:cubicBezTo>
                    <a:pt x="54339" y="99912"/>
                    <a:pt x="54172" y="100245"/>
                    <a:pt x="54072" y="100612"/>
                  </a:cubicBezTo>
                  <a:lnTo>
                    <a:pt x="53805" y="101713"/>
                  </a:lnTo>
                  <a:lnTo>
                    <a:pt x="53639" y="102814"/>
                  </a:lnTo>
                  <a:cubicBezTo>
                    <a:pt x="53405" y="104315"/>
                    <a:pt x="53672" y="105783"/>
                    <a:pt x="53839" y="107251"/>
                  </a:cubicBezTo>
                  <a:cubicBezTo>
                    <a:pt x="54006" y="108718"/>
                    <a:pt x="54072" y="110153"/>
                    <a:pt x="53539" y="111487"/>
                  </a:cubicBezTo>
                  <a:cubicBezTo>
                    <a:pt x="53305" y="112154"/>
                    <a:pt x="52905" y="112788"/>
                    <a:pt x="52404" y="113288"/>
                  </a:cubicBezTo>
                  <a:lnTo>
                    <a:pt x="51671" y="114055"/>
                  </a:lnTo>
                  <a:lnTo>
                    <a:pt x="51237" y="114389"/>
                  </a:lnTo>
                  <a:cubicBezTo>
                    <a:pt x="51070" y="114489"/>
                    <a:pt x="50970" y="114589"/>
                    <a:pt x="50803" y="114656"/>
                  </a:cubicBezTo>
                  <a:cubicBezTo>
                    <a:pt x="49536" y="115390"/>
                    <a:pt x="48135" y="115723"/>
                    <a:pt x="46734" y="116224"/>
                  </a:cubicBezTo>
                  <a:cubicBezTo>
                    <a:pt x="46067" y="116457"/>
                    <a:pt x="45366" y="116757"/>
                    <a:pt x="44732" y="117124"/>
                  </a:cubicBezTo>
                  <a:cubicBezTo>
                    <a:pt x="44065" y="117491"/>
                    <a:pt x="43531" y="118058"/>
                    <a:pt x="43131" y="118659"/>
                  </a:cubicBezTo>
                  <a:cubicBezTo>
                    <a:pt x="43031" y="118825"/>
                    <a:pt x="42898" y="118992"/>
                    <a:pt x="42831" y="119159"/>
                  </a:cubicBezTo>
                  <a:lnTo>
                    <a:pt x="42664" y="119726"/>
                  </a:lnTo>
                  <a:cubicBezTo>
                    <a:pt x="42631" y="119893"/>
                    <a:pt x="42564" y="120093"/>
                    <a:pt x="42531" y="120260"/>
                  </a:cubicBezTo>
                  <a:cubicBezTo>
                    <a:pt x="42497" y="120427"/>
                    <a:pt x="42464" y="120627"/>
                    <a:pt x="42464" y="120794"/>
                  </a:cubicBezTo>
                  <a:cubicBezTo>
                    <a:pt x="42331" y="121561"/>
                    <a:pt x="42331" y="122261"/>
                    <a:pt x="42364" y="122962"/>
                  </a:cubicBezTo>
                  <a:cubicBezTo>
                    <a:pt x="42397" y="124429"/>
                    <a:pt x="42564" y="125797"/>
                    <a:pt x="42331" y="127131"/>
                  </a:cubicBezTo>
                  <a:cubicBezTo>
                    <a:pt x="42164" y="127799"/>
                    <a:pt x="41964" y="128432"/>
                    <a:pt x="41630" y="128999"/>
                  </a:cubicBezTo>
                  <a:cubicBezTo>
                    <a:pt x="41230" y="129566"/>
                    <a:pt x="40829" y="130067"/>
                    <a:pt x="40329" y="130500"/>
                  </a:cubicBezTo>
                  <a:cubicBezTo>
                    <a:pt x="39328" y="131434"/>
                    <a:pt x="38128" y="132002"/>
                    <a:pt x="36860" y="132268"/>
                  </a:cubicBezTo>
                  <a:cubicBezTo>
                    <a:pt x="36209" y="132368"/>
                    <a:pt x="35567" y="132410"/>
                    <a:pt x="34929" y="132410"/>
                  </a:cubicBezTo>
                  <a:cubicBezTo>
                    <a:pt x="34291" y="132410"/>
                    <a:pt x="33658" y="132368"/>
                    <a:pt x="33024" y="132302"/>
                  </a:cubicBezTo>
                  <a:cubicBezTo>
                    <a:pt x="31790" y="132135"/>
                    <a:pt x="30522" y="131935"/>
                    <a:pt x="29321" y="131768"/>
                  </a:cubicBezTo>
                  <a:cubicBezTo>
                    <a:pt x="28164" y="131616"/>
                    <a:pt x="27090" y="131464"/>
                    <a:pt x="25999" y="131464"/>
                  </a:cubicBezTo>
                  <a:cubicBezTo>
                    <a:pt x="25894" y="131464"/>
                    <a:pt x="25790" y="131465"/>
                    <a:pt x="25685" y="131468"/>
                  </a:cubicBezTo>
                  <a:cubicBezTo>
                    <a:pt x="24484" y="131468"/>
                    <a:pt x="23317" y="131668"/>
                    <a:pt x="22283" y="132102"/>
                  </a:cubicBezTo>
                  <a:cubicBezTo>
                    <a:pt x="21215" y="132569"/>
                    <a:pt x="20281" y="133069"/>
                    <a:pt x="19347" y="133569"/>
                  </a:cubicBezTo>
                  <a:cubicBezTo>
                    <a:pt x="18447" y="134070"/>
                    <a:pt x="17513" y="134570"/>
                    <a:pt x="16646" y="134937"/>
                  </a:cubicBezTo>
                  <a:cubicBezTo>
                    <a:pt x="15712" y="135304"/>
                    <a:pt x="14811" y="135504"/>
                    <a:pt x="13944" y="135504"/>
                  </a:cubicBezTo>
                  <a:cubicBezTo>
                    <a:pt x="13043" y="135504"/>
                    <a:pt x="12209" y="135304"/>
                    <a:pt x="11442" y="135104"/>
                  </a:cubicBezTo>
                  <a:cubicBezTo>
                    <a:pt x="9874" y="134603"/>
                    <a:pt x="8506" y="134003"/>
                    <a:pt x="7272" y="133603"/>
                  </a:cubicBezTo>
                  <a:cubicBezTo>
                    <a:pt x="6177" y="133188"/>
                    <a:pt x="5134" y="132958"/>
                    <a:pt x="4284" y="132958"/>
                  </a:cubicBezTo>
                  <a:cubicBezTo>
                    <a:pt x="4176" y="132958"/>
                    <a:pt x="4071" y="132961"/>
                    <a:pt x="3970" y="132969"/>
                  </a:cubicBezTo>
                  <a:cubicBezTo>
                    <a:pt x="3703" y="133002"/>
                    <a:pt x="3503" y="133002"/>
                    <a:pt x="3303" y="133069"/>
                  </a:cubicBezTo>
                  <a:cubicBezTo>
                    <a:pt x="3103" y="133102"/>
                    <a:pt x="2869" y="133136"/>
                    <a:pt x="2702" y="133169"/>
                  </a:cubicBezTo>
                  <a:cubicBezTo>
                    <a:pt x="2369" y="133302"/>
                    <a:pt x="2102" y="133336"/>
                    <a:pt x="1868" y="133469"/>
                  </a:cubicBezTo>
                  <a:cubicBezTo>
                    <a:pt x="1668" y="133569"/>
                    <a:pt x="1501" y="133636"/>
                    <a:pt x="1368" y="133669"/>
                  </a:cubicBezTo>
                  <a:cubicBezTo>
                    <a:pt x="1235" y="133736"/>
                    <a:pt x="1201" y="133769"/>
                    <a:pt x="1201" y="133769"/>
                  </a:cubicBezTo>
                  <a:cubicBezTo>
                    <a:pt x="968" y="133903"/>
                    <a:pt x="734" y="134003"/>
                    <a:pt x="701" y="134270"/>
                  </a:cubicBezTo>
                  <a:cubicBezTo>
                    <a:pt x="534" y="134403"/>
                    <a:pt x="401" y="134470"/>
                    <a:pt x="301" y="134570"/>
                  </a:cubicBezTo>
                  <a:cubicBezTo>
                    <a:pt x="67" y="134737"/>
                    <a:pt x="0" y="134804"/>
                    <a:pt x="0" y="134837"/>
                  </a:cubicBezTo>
                  <a:cubicBezTo>
                    <a:pt x="0" y="134856"/>
                    <a:pt x="11" y="134864"/>
                    <a:pt x="31" y="134864"/>
                  </a:cubicBezTo>
                  <a:cubicBezTo>
                    <a:pt x="83" y="134864"/>
                    <a:pt x="199" y="134809"/>
                    <a:pt x="367" y="134737"/>
                  </a:cubicBezTo>
                  <a:cubicBezTo>
                    <a:pt x="501" y="134637"/>
                    <a:pt x="667" y="134570"/>
                    <a:pt x="834" y="134470"/>
                  </a:cubicBezTo>
                  <a:cubicBezTo>
                    <a:pt x="1001" y="134337"/>
                    <a:pt x="1201" y="134270"/>
                    <a:pt x="1468" y="134136"/>
                  </a:cubicBezTo>
                  <a:cubicBezTo>
                    <a:pt x="1468" y="134136"/>
                    <a:pt x="1501" y="134103"/>
                    <a:pt x="1635" y="134070"/>
                  </a:cubicBezTo>
                  <a:cubicBezTo>
                    <a:pt x="1735" y="134003"/>
                    <a:pt x="1902" y="133936"/>
                    <a:pt x="2135" y="133836"/>
                  </a:cubicBezTo>
                  <a:cubicBezTo>
                    <a:pt x="2335" y="133736"/>
                    <a:pt x="2636" y="133669"/>
                    <a:pt x="2969" y="133569"/>
                  </a:cubicBezTo>
                  <a:cubicBezTo>
                    <a:pt x="3136" y="133503"/>
                    <a:pt x="3303" y="133469"/>
                    <a:pt x="3503" y="133436"/>
                  </a:cubicBezTo>
                  <a:cubicBezTo>
                    <a:pt x="3703" y="133403"/>
                    <a:pt x="3903" y="133403"/>
                    <a:pt x="4137" y="133336"/>
                  </a:cubicBezTo>
                  <a:cubicBezTo>
                    <a:pt x="4235" y="133328"/>
                    <a:pt x="4336" y="133325"/>
                    <a:pt x="4441" y="133325"/>
                  </a:cubicBezTo>
                  <a:cubicBezTo>
                    <a:pt x="5262" y="133325"/>
                    <a:pt x="6274" y="133552"/>
                    <a:pt x="7339" y="133936"/>
                  </a:cubicBezTo>
                  <a:cubicBezTo>
                    <a:pt x="8573" y="134337"/>
                    <a:pt x="9974" y="134937"/>
                    <a:pt x="11542" y="135437"/>
                  </a:cubicBezTo>
                  <a:cubicBezTo>
                    <a:pt x="12342" y="135637"/>
                    <a:pt x="13210" y="135838"/>
                    <a:pt x="14144" y="135838"/>
                  </a:cubicBezTo>
                  <a:cubicBezTo>
                    <a:pt x="15044" y="135838"/>
                    <a:pt x="16012" y="135637"/>
                    <a:pt x="16912" y="135271"/>
                  </a:cubicBezTo>
                  <a:cubicBezTo>
                    <a:pt x="17846" y="134904"/>
                    <a:pt x="18714" y="134403"/>
                    <a:pt x="19648" y="133903"/>
                  </a:cubicBezTo>
                  <a:cubicBezTo>
                    <a:pt x="20582" y="133403"/>
                    <a:pt x="21549" y="132902"/>
                    <a:pt x="22550" y="132469"/>
                  </a:cubicBezTo>
                  <a:cubicBezTo>
                    <a:pt x="23550" y="132102"/>
                    <a:pt x="24685" y="131901"/>
                    <a:pt x="25852" y="131901"/>
                  </a:cubicBezTo>
                  <a:cubicBezTo>
                    <a:pt x="26986" y="131901"/>
                    <a:pt x="28187" y="132002"/>
                    <a:pt x="29388" y="132168"/>
                  </a:cubicBezTo>
                  <a:cubicBezTo>
                    <a:pt x="30589" y="132335"/>
                    <a:pt x="31823" y="132602"/>
                    <a:pt x="33091" y="132735"/>
                  </a:cubicBezTo>
                  <a:cubicBezTo>
                    <a:pt x="33753" y="132788"/>
                    <a:pt x="34433" y="132840"/>
                    <a:pt x="35122" y="132840"/>
                  </a:cubicBezTo>
                  <a:cubicBezTo>
                    <a:pt x="35752" y="132840"/>
                    <a:pt x="36389" y="132796"/>
                    <a:pt x="37027" y="132669"/>
                  </a:cubicBezTo>
                  <a:cubicBezTo>
                    <a:pt x="38361" y="132435"/>
                    <a:pt x="39662" y="131801"/>
                    <a:pt x="40663" y="130834"/>
                  </a:cubicBezTo>
                  <a:cubicBezTo>
                    <a:pt x="41163" y="130400"/>
                    <a:pt x="41597" y="129833"/>
                    <a:pt x="41997" y="129266"/>
                  </a:cubicBezTo>
                  <a:cubicBezTo>
                    <a:pt x="42364" y="128632"/>
                    <a:pt x="42597" y="127965"/>
                    <a:pt x="42731" y="127265"/>
                  </a:cubicBezTo>
                  <a:cubicBezTo>
                    <a:pt x="42998" y="125830"/>
                    <a:pt x="42831" y="124429"/>
                    <a:pt x="42764" y="122995"/>
                  </a:cubicBezTo>
                  <a:cubicBezTo>
                    <a:pt x="42731" y="122295"/>
                    <a:pt x="42731" y="121594"/>
                    <a:pt x="42864" y="120927"/>
                  </a:cubicBezTo>
                  <a:cubicBezTo>
                    <a:pt x="42864" y="120760"/>
                    <a:pt x="42898" y="120593"/>
                    <a:pt x="42931" y="120427"/>
                  </a:cubicBezTo>
                  <a:cubicBezTo>
                    <a:pt x="42998" y="120260"/>
                    <a:pt x="42998" y="120093"/>
                    <a:pt x="43064" y="119926"/>
                  </a:cubicBezTo>
                  <a:lnTo>
                    <a:pt x="43231" y="119426"/>
                  </a:lnTo>
                  <a:cubicBezTo>
                    <a:pt x="43331" y="119259"/>
                    <a:pt x="43398" y="119126"/>
                    <a:pt x="43498" y="118959"/>
                  </a:cubicBezTo>
                  <a:cubicBezTo>
                    <a:pt x="43865" y="118392"/>
                    <a:pt x="44399" y="117925"/>
                    <a:pt x="44999" y="117558"/>
                  </a:cubicBezTo>
                  <a:cubicBezTo>
                    <a:pt x="45600" y="117158"/>
                    <a:pt x="46267" y="116924"/>
                    <a:pt x="46934" y="116657"/>
                  </a:cubicBezTo>
                  <a:cubicBezTo>
                    <a:pt x="48335" y="116224"/>
                    <a:pt x="49769" y="115823"/>
                    <a:pt x="51070" y="115089"/>
                  </a:cubicBezTo>
                  <a:cubicBezTo>
                    <a:pt x="51204" y="114989"/>
                    <a:pt x="51370" y="114923"/>
                    <a:pt x="51537" y="114789"/>
                  </a:cubicBezTo>
                  <a:lnTo>
                    <a:pt x="52004" y="114456"/>
                  </a:lnTo>
                  <a:cubicBezTo>
                    <a:pt x="52238" y="114222"/>
                    <a:pt x="52538" y="113955"/>
                    <a:pt x="52771" y="113655"/>
                  </a:cubicBezTo>
                  <a:cubicBezTo>
                    <a:pt x="53272" y="113121"/>
                    <a:pt x="53705" y="112454"/>
                    <a:pt x="54006" y="111754"/>
                  </a:cubicBezTo>
                  <a:cubicBezTo>
                    <a:pt x="54272" y="111053"/>
                    <a:pt x="54439" y="110286"/>
                    <a:pt x="54439" y="109552"/>
                  </a:cubicBezTo>
                  <a:cubicBezTo>
                    <a:pt x="54439" y="108752"/>
                    <a:pt x="54406" y="108051"/>
                    <a:pt x="54339" y="107284"/>
                  </a:cubicBezTo>
                  <a:cubicBezTo>
                    <a:pt x="54172" y="105816"/>
                    <a:pt x="53905" y="104382"/>
                    <a:pt x="54106" y="102947"/>
                  </a:cubicBezTo>
                  <a:lnTo>
                    <a:pt x="54272" y="101913"/>
                  </a:lnTo>
                  <a:lnTo>
                    <a:pt x="54573" y="100879"/>
                  </a:lnTo>
                  <a:cubicBezTo>
                    <a:pt x="54673" y="100479"/>
                    <a:pt x="54773" y="100145"/>
                    <a:pt x="54906" y="99812"/>
                  </a:cubicBezTo>
                  <a:cubicBezTo>
                    <a:pt x="55006" y="99478"/>
                    <a:pt x="55173" y="99145"/>
                    <a:pt x="55273" y="98811"/>
                  </a:cubicBezTo>
                  <a:cubicBezTo>
                    <a:pt x="55840" y="97477"/>
                    <a:pt x="56441" y="96143"/>
                    <a:pt x="56741" y="94708"/>
                  </a:cubicBezTo>
                  <a:cubicBezTo>
                    <a:pt x="56841" y="94541"/>
                    <a:pt x="56841" y="94308"/>
                    <a:pt x="56874" y="94141"/>
                  </a:cubicBezTo>
                  <a:lnTo>
                    <a:pt x="56941" y="93607"/>
                  </a:lnTo>
                  <a:lnTo>
                    <a:pt x="57041" y="93074"/>
                  </a:lnTo>
                  <a:lnTo>
                    <a:pt x="57041" y="92540"/>
                  </a:lnTo>
                  <a:lnTo>
                    <a:pt x="57074" y="91439"/>
                  </a:lnTo>
                  <a:cubicBezTo>
                    <a:pt x="57074" y="91072"/>
                    <a:pt x="57041" y="90739"/>
                    <a:pt x="57041" y="90372"/>
                  </a:cubicBezTo>
                  <a:cubicBezTo>
                    <a:pt x="56874" y="87536"/>
                    <a:pt x="56274" y="84768"/>
                    <a:pt x="56774" y="82099"/>
                  </a:cubicBezTo>
                  <a:cubicBezTo>
                    <a:pt x="57375" y="79464"/>
                    <a:pt x="57775" y="76729"/>
                    <a:pt x="57174" y="74127"/>
                  </a:cubicBezTo>
                  <a:cubicBezTo>
                    <a:pt x="57008" y="73560"/>
                    <a:pt x="56774" y="72959"/>
                    <a:pt x="56441" y="72426"/>
                  </a:cubicBezTo>
                  <a:cubicBezTo>
                    <a:pt x="56174" y="71892"/>
                    <a:pt x="55607" y="71392"/>
                    <a:pt x="55006" y="71191"/>
                  </a:cubicBezTo>
                  <a:cubicBezTo>
                    <a:pt x="54364" y="70916"/>
                    <a:pt x="53650" y="70792"/>
                    <a:pt x="52938" y="70792"/>
                  </a:cubicBezTo>
                  <a:cubicBezTo>
                    <a:pt x="52357" y="70792"/>
                    <a:pt x="51777" y="70875"/>
                    <a:pt x="51237" y="71025"/>
                  </a:cubicBezTo>
                  <a:cubicBezTo>
                    <a:pt x="50603" y="71125"/>
                    <a:pt x="50036" y="71358"/>
                    <a:pt x="49436" y="71458"/>
                  </a:cubicBezTo>
                  <a:cubicBezTo>
                    <a:pt x="49058" y="71547"/>
                    <a:pt x="48650" y="71621"/>
                    <a:pt x="48262" y="71621"/>
                  </a:cubicBezTo>
                  <a:cubicBezTo>
                    <a:pt x="48068" y="71621"/>
                    <a:pt x="47879" y="71603"/>
                    <a:pt x="47701" y="71558"/>
                  </a:cubicBezTo>
                  <a:cubicBezTo>
                    <a:pt x="47534" y="71558"/>
                    <a:pt x="47401" y="71458"/>
                    <a:pt x="47267" y="71425"/>
                  </a:cubicBezTo>
                  <a:cubicBezTo>
                    <a:pt x="47167" y="71392"/>
                    <a:pt x="47034" y="71358"/>
                    <a:pt x="46900" y="71258"/>
                  </a:cubicBezTo>
                  <a:lnTo>
                    <a:pt x="46534" y="71058"/>
                  </a:lnTo>
                  <a:cubicBezTo>
                    <a:pt x="46400" y="70958"/>
                    <a:pt x="46333" y="70858"/>
                    <a:pt x="46200" y="70758"/>
                  </a:cubicBezTo>
                  <a:cubicBezTo>
                    <a:pt x="45933" y="70591"/>
                    <a:pt x="45766" y="70357"/>
                    <a:pt x="45566" y="70124"/>
                  </a:cubicBezTo>
                  <a:cubicBezTo>
                    <a:pt x="45366" y="69924"/>
                    <a:pt x="45166" y="69690"/>
                    <a:pt x="45099" y="69457"/>
                  </a:cubicBezTo>
                  <a:cubicBezTo>
                    <a:pt x="44932" y="69023"/>
                    <a:pt x="45433" y="68589"/>
                    <a:pt x="45933" y="68256"/>
                  </a:cubicBezTo>
                  <a:cubicBezTo>
                    <a:pt x="46433" y="67922"/>
                    <a:pt x="47001" y="67689"/>
                    <a:pt x="47534" y="67389"/>
                  </a:cubicBezTo>
                  <a:cubicBezTo>
                    <a:pt x="48602" y="66788"/>
                    <a:pt x="49736" y="66254"/>
                    <a:pt x="50737" y="65554"/>
                  </a:cubicBezTo>
                  <a:cubicBezTo>
                    <a:pt x="51737" y="64887"/>
                    <a:pt x="52671" y="64053"/>
                    <a:pt x="53372" y="63086"/>
                  </a:cubicBezTo>
                  <a:cubicBezTo>
                    <a:pt x="54072" y="62118"/>
                    <a:pt x="54573" y="61017"/>
                    <a:pt x="54773" y="59883"/>
                  </a:cubicBezTo>
                  <a:cubicBezTo>
                    <a:pt x="54873" y="59616"/>
                    <a:pt x="54873" y="59350"/>
                    <a:pt x="54906" y="59049"/>
                  </a:cubicBezTo>
                  <a:cubicBezTo>
                    <a:pt x="54940" y="58782"/>
                    <a:pt x="54940" y="58516"/>
                    <a:pt x="54940" y="58215"/>
                  </a:cubicBezTo>
                  <a:cubicBezTo>
                    <a:pt x="54940" y="57915"/>
                    <a:pt x="54906" y="57682"/>
                    <a:pt x="54906" y="57381"/>
                  </a:cubicBezTo>
                  <a:cubicBezTo>
                    <a:pt x="54873" y="57081"/>
                    <a:pt x="54873" y="56781"/>
                    <a:pt x="54839" y="56548"/>
                  </a:cubicBezTo>
                  <a:cubicBezTo>
                    <a:pt x="54673" y="55447"/>
                    <a:pt x="54272" y="54446"/>
                    <a:pt x="53872" y="53545"/>
                  </a:cubicBezTo>
                  <a:cubicBezTo>
                    <a:pt x="53438" y="52678"/>
                    <a:pt x="53038" y="51777"/>
                    <a:pt x="52838" y="50910"/>
                  </a:cubicBezTo>
                  <a:cubicBezTo>
                    <a:pt x="52738" y="50677"/>
                    <a:pt x="52738" y="50443"/>
                    <a:pt x="52705" y="50243"/>
                  </a:cubicBezTo>
                  <a:lnTo>
                    <a:pt x="52571" y="49609"/>
                  </a:lnTo>
                  <a:lnTo>
                    <a:pt x="52571" y="49009"/>
                  </a:lnTo>
                  <a:cubicBezTo>
                    <a:pt x="52605" y="48775"/>
                    <a:pt x="52605" y="48609"/>
                    <a:pt x="52671" y="48408"/>
                  </a:cubicBezTo>
                  <a:cubicBezTo>
                    <a:pt x="52838" y="47608"/>
                    <a:pt x="53238" y="47007"/>
                    <a:pt x="53739" y="46507"/>
                  </a:cubicBezTo>
                  <a:cubicBezTo>
                    <a:pt x="54239" y="46007"/>
                    <a:pt x="54739" y="45540"/>
                    <a:pt x="55206" y="45106"/>
                  </a:cubicBezTo>
                  <a:cubicBezTo>
                    <a:pt x="55673" y="44672"/>
                    <a:pt x="56040" y="44239"/>
                    <a:pt x="56341" y="43838"/>
                  </a:cubicBezTo>
                  <a:cubicBezTo>
                    <a:pt x="56474" y="43605"/>
                    <a:pt x="56574" y="43438"/>
                    <a:pt x="56707" y="43238"/>
                  </a:cubicBezTo>
                  <a:cubicBezTo>
                    <a:pt x="56841" y="43038"/>
                    <a:pt x="56908" y="42871"/>
                    <a:pt x="57008" y="42704"/>
                  </a:cubicBezTo>
                  <a:cubicBezTo>
                    <a:pt x="57141" y="42404"/>
                    <a:pt x="57241" y="42171"/>
                    <a:pt x="57375" y="41870"/>
                  </a:cubicBezTo>
                  <a:cubicBezTo>
                    <a:pt x="57441" y="41570"/>
                    <a:pt x="57575" y="41270"/>
                    <a:pt x="57608" y="41003"/>
                  </a:cubicBezTo>
                  <a:cubicBezTo>
                    <a:pt x="57742" y="40403"/>
                    <a:pt x="57842" y="39836"/>
                    <a:pt x="58108" y="39369"/>
                  </a:cubicBezTo>
                  <a:lnTo>
                    <a:pt x="58209" y="39202"/>
                  </a:lnTo>
                  <a:lnTo>
                    <a:pt x="58342" y="39035"/>
                  </a:lnTo>
                  <a:lnTo>
                    <a:pt x="58575" y="38701"/>
                  </a:lnTo>
                  <a:cubicBezTo>
                    <a:pt x="58742" y="38501"/>
                    <a:pt x="58942" y="38335"/>
                    <a:pt x="59176" y="38101"/>
                  </a:cubicBezTo>
                  <a:cubicBezTo>
                    <a:pt x="59376" y="37901"/>
                    <a:pt x="59610" y="37767"/>
                    <a:pt x="59843" y="37601"/>
                  </a:cubicBezTo>
                  <a:cubicBezTo>
                    <a:pt x="60077" y="37434"/>
                    <a:pt x="60277" y="37334"/>
                    <a:pt x="60544" y="37200"/>
                  </a:cubicBezTo>
                  <a:cubicBezTo>
                    <a:pt x="61511" y="36700"/>
                    <a:pt x="62545" y="36366"/>
                    <a:pt x="63579" y="36100"/>
                  </a:cubicBezTo>
                  <a:lnTo>
                    <a:pt x="63946" y="36033"/>
                  </a:lnTo>
                  <a:lnTo>
                    <a:pt x="64046" y="35999"/>
                  </a:lnTo>
                  <a:lnTo>
                    <a:pt x="64179" y="35999"/>
                  </a:lnTo>
                  <a:lnTo>
                    <a:pt x="64380" y="35933"/>
                  </a:lnTo>
                  <a:cubicBezTo>
                    <a:pt x="64613" y="35866"/>
                    <a:pt x="64880" y="35833"/>
                    <a:pt x="65113" y="35733"/>
                  </a:cubicBezTo>
                  <a:cubicBezTo>
                    <a:pt x="65614" y="35566"/>
                    <a:pt x="66114" y="35432"/>
                    <a:pt x="66615" y="35332"/>
                  </a:cubicBezTo>
                  <a:cubicBezTo>
                    <a:pt x="68616" y="34832"/>
                    <a:pt x="70584" y="34232"/>
                    <a:pt x="72285" y="33364"/>
                  </a:cubicBezTo>
                  <a:cubicBezTo>
                    <a:pt x="74053" y="32564"/>
                    <a:pt x="75754" y="31696"/>
                    <a:pt x="77055" y="30429"/>
                  </a:cubicBezTo>
                  <a:cubicBezTo>
                    <a:pt x="78356" y="29161"/>
                    <a:pt x="79190" y="27560"/>
                    <a:pt x="79524" y="25926"/>
                  </a:cubicBezTo>
                  <a:cubicBezTo>
                    <a:pt x="79791" y="24258"/>
                    <a:pt x="79457" y="22723"/>
                    <a:pt x="79424" y="21256"/>
                  </a:cubicBezTo>
                  <a:cubicBezTo>
                    <a:pt x="79390" y="20555"/>
                    <a:pt x="79424" y="19855"/>
                    <a:pt x="79590" y="19187"/>
                  </a:cubicBezTo>
                  <a:cubicBezTo>
                    <a:pt x="79757" y="18520"/>
                    <a:pt x="80091" y="17987"/>
                    <a:pt x="80458" y="17420"/>
                  </a:cubicBezTo>
                  <a:cubicBezTo>
                    <a:pt x="81225" y="16385"/>
                    <a:pt x="82192" y="15552"/>
                    <a:pt x="83060" y="14751"/>
                  </a:cubicBezTo>
                  <a:cubicBezTo>
                    <a:pt x="83460" y="14384"/>
                    <a:pt x="83894" y="13984"/>
                    <a:pt x="84227" y="13517"/>
                  </a:cubicBezTo>
                  <a:cubicBezTo>
                    <a:pt x="84561" y="13050"/>
                    <a:pt x="84794" y="12583"/>
                    <a:pt x="85028" y="12082"/>
                  </a:cubicBezTo>
                  <a:cubicBezTo>
                    <a:pt x="85094" y="11849"/>
                    <a:pt x="85161" y="11582"/>
                    <a:pt x="85228" y="11349"/>
                  </a:cubicBezTo>
                  <a:cubicBezTo>
                    <a:pt x="85261" y="11148"/>
                    <a:pt x="85328" y="10882"/>
                    <a:pt x="85361" y="10648"/>
                  </a:cubicBezTo>
                  <a:cubicBezTo>
                    <a:pt x="85395" y="10381"/>
                    <a:pt x="85395" y="10181"/>
                    <a:pt x="85428" y="9914"/>
                  </a:cubicBezTo>
                  <a:cubicBezTo>
                    <a:pt x="85395" y="9714"/>
                    <a:pt x="85395" y="9481"/>
                    <a:pt x="85395" y="9247"/>
                  </a:cubicBezTo>
                  <a:cubicBezTo>
                    <a:pt x="85295" y="8346"/>
                    <a:pt x="85161" y="7546"/>
                    <a:pt x="85028" y="6845"/>
                  </a:cubicBezTo>
                  <a:cubicBezTo>
                    <a:pt x="84894" y="6145"/>
                    <a:pt x="84761" y="5511"/>
                    <a:pt x="84694" y="4911"/>
                  </a:cubicBezTo>
                  <a:cubicBezTo>
                    <a:pt x="84527" y="3743"/>
                    <a:pt x="84594" y="2876"/>
                    <a:pt x="84727" y="2342"/>
                  </a:cubicBezTo>
                  <a:cubicBezTo>
                    <a:pt x="84761" y="2175"/>
                    <a:pt x="84761" y="2075"/>
                    <a:pt x="84794" y="1975"/>
                  </a:cubicBezTo>
                  <a:cubicBezTo>
                    <a:pt x="84861" y="1875"/>
                    <a:pt x="84861" y="1808"/>
                    <a:pt x="84894" y="1708"/>
                  </a:cubicBezTo>
                  <a:cubicBezTo>
                    <a:pt x="84928" y="1575"/>
                    <a:pt x="84961" y="1508"/>
                    <a:pt x="84961" y="1508"/>
                  </a:cubicBezTo>
                  <a:cubicBezTo>
                    <a:pt x="85128" y="1008"/>
                    <a:pt x="85295" y="674"/>
                    <a:pt x="85428" y="407"/>
                  </a:cubicBezTo>
                  <a:cubicBezTo>
                    <a:pt x="85528" y="174"/>
                    <a:pt x="85595" y="40"/>
                    <a:pt x="85561" y="7"/>
                  </a:cubicBezTo>
                  <a:cubicBezTo>
                    <a:pt x="85557" y="3"/>
                    <a:pt x="85552" y="1"/>
                    <a:pt x="855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2222" name="Google Shape;2222;p19"/>
            <p:cNvGrpSpPr/>
            <p:nvPr/>
          </p:nvGrpSpPr>
          <p:grpSpPr>
            <a:xfrm rot="10800000">
              <a:off x="8633899" y="2410699"/>
              <a:ext cx="520378" cy="1290656"/>
              <a:chOff x="8592761" y="2242977"/>
              <a:chExt cx="520378" cy="1290656"/>
            </a:xfrm>
          </p:grpSpPr>
          <p:sp>
            <p:nvSpPr>
              <p:cNvPr id="2223" name="Google Shape;2223;p19"/>
              <p:cNvSpPr/>
              <p:nvPr/>
            </p:nvSpPr>
            <p:spPr>
              <a:xfrm rot="10800000">
                <a:off x="8914597" y="3489141"/>
                <a:ext cx="17772" cy="13734"/>
              </a:xfrm>
              <a:custGeom>
                <a:avLst/>
                <a:gdLst/>
                <a:ahLst/>
                <a:cxnLst/>
                <a:rect l="l" t="t" r="r" b="b"/>
                <a:pathLst>
                  <a:path w="735" h="568" extrusionOk="0">
                    <a:moveTo>
                      <a:pt x="535" y="1"/>
                    </a:moveTo>
                    <a:cubicBezTo>
                      <a:pt x="401" y="1"/>
                      <a:pt x="335" y="34"/>
                      <a:pt x="234" y="68"/>
                    </a:cubicBezTo>
                    <a:cubicBezTo>
                      <a:pt x="68" y="168"/>
                      <a:pt x="1" y="435"/>
                      <a:pt x="1" y="435"/>
                    </a:cubicBezTo>
                    <a:lnTo>
                      <a:pt x="201" y="568"/>
                    </a:lnTo>
                    <a:cubicBezTo>
                      <a:pt x="201" y="568"/>
                      <a:pt x="401" y="501"/>
                      <a:pt x="501" y="435"/>
                    </a:cubicBezTo>
                    <a:lnTo>
                      <a:pt x="668" y="268"/>
                    </a:lnTo>
                    <a:lnTo>
                      <a:pt x="735" y="201"/>
                    </a:lnTo>
                    <a:cubicBezTo>
                      <a:pt x="735" y="134"/>
                      <a:pt x="701" y="1"/>
                      <a:pt x="7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24" name="Google Shape;2224;p19"/>
              <p:cNvSpPr/>
              <p:nvPr/>
            </p:nvSpPr>
            <p:spPr>
              <a:xfrm rot="10800000">
                <a:off x="8896849" y="3462519"/>
                <a:ext cx="28242" cy="19368"/>
              </a:xfrm>
              <a:custGeom>
                <a:avLst/>
                <a:gdLst/>
                <a:ahLst/>
                <a:cxnLst/>
                <a:rect l="l" t="t" r="r" b="b"/>
                <a:pathLst>
                  <a:path w="1168" h="801" extrusionOk="0">
                    <a:moveTo>
                      <a:pt x="867" y="0"/>
                    </a:moveTo>
                    <a:cubicBezTo>
                      <a:pt x="734" y="34"/>
                      <a:pt x="567" y="67"/>
                      <a:pt x="434" y="134"/>
                    </a:cubicBezTo>
                    <a:cubicBezTo>
                      <a:pt x="334" y="200"/>
                      <a:pt x="200" y="300"/>
                      <a:pt x="100" y="400"/>
                    </a:cubicBezTo>
                    <a:cubicBezTo>
                      <a:pt x="34" y="534"/>
                      <a:pt x="0" y="634"/>
                      <a:pt x="0" y="634"/>
                    </a:cubicBezTo>
                    <a:lnTo>
                      <a:pt x="167" y="801"/>
                    </a:lnTo>
                    <a:lnTo>
                      <a:pt x="334" y="701"/>
                    </a:lnTo>
                    <a:cubicBezTo>
                      <a:pt x="434" y="667"/>
                      <a:pt x="567" y="634"/>
                      <a:pt x="667" y="567"/>
                    </a:cubicBezTo>
                    <a:cubicBezTo>
                      <a:pt x="734" y="567"/>
                      <a:pt x="867" y="467"/>
                      <a:pt x="934" y="400"/>
                    </a:cubicBezTo>
                    <a:cubicBezTo>
                      <a:pt x="1034" y="334"/>
                      <a:pt x="1101" y="300"/>
                      <a:pt x="1101" y="300"/>
                    </a:cubicBezTo>
                    <a:cubicBezTo>
                      <a:pt x="1168" y="300"/>
                      <a:pt x="1101" y="67"/>
                      <a:pt x="11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25" name="Google Shape;2225;p19"/>
              <p:cNvSpPr/>
              <p:nvPr/>
            </p:nvSpPr>
            <p:spPr>
              <a:xfrm rot="10800000">
                <a:off x="8883937" y="3433479"/>
                <a:ext cx="27444" cy="16950"/>
              </a:xfrm>
              <a:custGeom>
                <a:avLst/>
                <a:gdLst/>
                <a:ahLst/>
                <a:cxnLst/>
                <a:rect l="l" t="t" r="r" b="b"/>
                <a:pathLst>
                  <a:path w="1135" h="701" extrusionOk="0">
                    <a:moveTo>
                      <a:pt x="1034" y="0"/>
                    </a:moveTo>
                    <a:cubicBezTo>
                      <a:pt x="1034" y="0"/>
                      <a:pt x="667" y="33"/>
                      <a:pt x="467" y="100"/>
                    </a:cubicBezTo>
                    <a:cubicBezTo>
                      <a:pt x="234" y="200"/>
                      <a:pt x="0" y="434"/>
                      <a:pt x="0" y="434"/>
                    </a:cubicBezTo>
                    <a:cubicBezTo>
                      <a:pt x="0" y="500"/>
                      <a:pt x="100" y="701"/>
                      <a:pt x="100" y="701"/>
                    </a:cubicBezTo>
                    <a:cubicBezTo>
                      <a:pt x="100" y="701"/>
                      <a:pt x="467" y="667"/>
                      <a:pt x="667" y="567"/>
                    </a:cubicBezTo>
                    <a:cubicBezTo>
                      <a:pt x="868" y="467"/>
                      <a:pt x="1134" y="234"/>
                      <a:pt x="1134" y="234"/>
                    </a:cubicBezTo>
                    <a:cubicBezTo>
                      <a:pt x="1134" y="234"/>
                      <a:pt x="1068" y="33"/>
                      <a:pt x="10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26" name="Google Shape;2226;p19"/>
              <p:cNvSpPr/>
              <p:nvPr/>
            </p:nvSpPr>
            <p:spPr>
              <a:xfrm rot="10800000">
                <a:off x="8867011" y="3412708"/>
                <a:ext cx="18570" cy="12719"/>
              </a:xfrm>
              <a:custGeom>
                <a:avLst/>
                <a:gdLst/>
                <a:ahLst/>
                <a:cxnLst/>
                <a:rect l="l" t="t" r="r" b="b"/>
                <a:pathLst>
                  <a:path w="768" h="526" extrusionOk="0">
                    <a:moveTo>
                      <a:pt x="534" y="0"/>
                    </a:moveTo>
                    <a:cubicBezTo>
                      <a:pt x="534" y="0"/>
                      <a:pt x="368" y="0"/>
                      <a:pt x="268" y="34"/>
                    </a:cubicBezTo>
                    <a:cubicBezTo>
                      <a:pt x="167" y="67"/>
                      <a:pt x="1" y="200"/>
                      <a:pt x="1" y="200"/>
                    </a:cubicBezTo>
                    <a:lnTo>
                      <a:pt x="1" y="467"/>
                    </a:lnTo>
                    <a:cubicBezTo>
                      <a:pt x="1" y="467"/>
                      <a:pt x="101" y="467"/>
                      <a:pt x="167" y="501"/>
                    </a:cubicBezTo>
                    <a:cubicBezTo>
                      <a:pt x="217" y="517"/>
                      <a:pt x="276" y="526"/>
                      <a:pt x="330" y="526"/>
                    </a:cubicBezTo>
                    <a:cubicBezTo>
                      <a:pt x="384" y="526"/>
                      <a:pt x="434" y="517"/>
                      <a:pt x="468" y="501"/>
                    </a:cubicBezTo>
                    <a:cubicBezTo>
                      <a:pt x="568" y="467"/>
                      <a:pt x="634" y="367"/>
                      <a:pt x="701" y="300"/>
                    </a:cubicBezTo>
                    <a:cubicBezTo>
                      <a:pt x="768" y="200"/>
                      <a:pt x="768" y="134"/>
                      <a:pt x="768" y="134"/>
                    </a:cubicBezTo>
                    <a:cubicBezTo>
                      <a:pt x="768" y="134"/>
                      <a:pt x="568" y="0"/>
                      <a:pt x="5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27" name="Google Shape;2227;p19"/>
              <p:cNvSpPr/>
              <p:nvPr/>
            </p:nvSpPr>
            <p:spPr>
              <a:xfrm rot="10800000">
                <a:off x="8765382" y="3412152"/>
                <a:ext cx="18570" cy="12477"/>
              </a:xfrm>
              <a:custGeom>
                <a:avLst/>
                <a:gdLst/>
                <a:ahLst/>
                <a:cxnLst/>
                <a:rect l="l" t="t" r="r" b="b"/>
                <a:pathLst>
                  <a:path w="768" h="516" extrusionOk="0">
                    <a:moveTo>
                      <a:pt x="534" y="1"/>
                    </a:moveTo>
                    <a:cubicBezTo>
                      <a:pt x="434" y="1"/>
                      <a:pt x="368" y="1"/>
                      <a:pt x="334" y="34"/>
                    </a:cubicBezTo>
                    <a:cubicBezTo>
                      <a:pt x="201" y="101"/>
                      <a:pt x="34" y="267"/>
                      <a:pt x="34" y="267"/>
                    </a:cubicBezTo>
                    <a:cubicBezTo>
                      <a:pt x="1" y="267"/>
                      <a:pt x="67" y="501"/>
                      <a:pt x="67" y="501"/>
                    </a:cubicBezTo>
                    <a:cubicBezTo>
                      <a:pt x="67" y="501"/>
                      <a:pt x="186" y="516"/>
                      <a:pt x="314" y="516"/>
                    </a:cubicBezTo>
                    <a:cubicBezTo>
                      <a:pt x="379" y="516"/>
                      <a:pt x="445" y="512"/>
                      <a:pt x="501" y="501"/>
                    </a:cubicBezTo>
                    <a:cubicBezTo>
                      <a:pt x="568" y="468"/>
                      <a:pt x="668" y="367"/>
                      <a:pt x="701" y="334"/>
                    </a:cubicBezTo>
                    <a:cubicBezTo>
                      <a:pt x="735" y="234"/>
                      <a:pt x="768" y="201"/>
                      <a:pt x="768" y="201"/>
                    </a:cubicBezTo>
                    <a:cubicBezTo>
                      <a:pt x="735" y="167"/>
                      <a:pt x="668" y="1"/>
                      <a:pt x="6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28" name="Google Shape;2228;p19"/>
              <p:cNvSpPr/>
              <p:nvPr/>
            </p:nvSpPr>
            <p:spPr>
              <a:xfrm rot="10800000">
                <a:off x="8592761" y="2256542"/>
                <a:ext cx="520378" cy="286267"/>
              </a:xfrm>
              <a:custGeom>
                <a:avLst/>
                <a:gdLst/>
                <a:ahLst/>
                <a:cxnLst/>
                <a:rect l="l" t="t" r="r" b="b"/>
                <a:pathLst>
                  <a:path w="21521" h="11839" extrusionOk="0">
                    <a:moveTo>
                      <a:pt x="7674" y="0"/>
                    </a:moveTo>
                    <a:cubicBezTo>
                      <a:pt x="7235" y="0"/>
                      <a:pt x="6877" y="191"/>
                      <a:pt x="6543" y="358"/>
                    </a:cubicBezTo>
                    <a:cubicBezTo>
                      <a:pt x="6176" y="558"/>
                      <a:pt x="5842" y="858"/>
                      <a:pt x="5509" y="1092"/>
                    </a:cubicBezTo>
                    <a:lnTo>
                      <a:pt x="5275" y="1325"/>
                    </a:lnTo>
                    <a:lnTo>
                      <a:pt x="5142" y="1425"/>
                    </a:lnTo>
                    <a:lnTo>
                      <a:pt x="5009" y="1559"/>
                    </a:lnTo>
                    <a:lnTo>
                      <a:pt x="4642" y="2059"/>
                    </a:lnTo>
                    <a:cubicBezTo>
                      <a:pt x="4441" y="2359"/>
                      <a:pt x="4175" y="2693"/>
                      <a:pt x="3974" y="2993"/>
                    </a:cubicBezTo>
                    <a:cubicBezTo>
                      <a:pt x="3541" y="3594"/>
                      <a:pt x="3107" y="4161"/>
                      <a:pt x="2674" y="4561"/>
                    </a:cubicBezTo>
                    <a:cubicBezTo>
                      <a:pt x="2273" y="4995"/>
                      <a:pt x="1806" y="5328"/>
                      <a:pt x="1439" y="5362"/>
                    </a:cubicBezTo>
                    <a:cubicBezTo>
                      <a:pt x="1413" y="5364"/>
                      <a:pt x="1388" y="5365"/>
                      <a:pt x="1363" y="5365"/>
                    </a:cubicBezTo>
                    <a:cubicBezTo>
                      <a:pt x="1009" y="5365"/>
                      <a:pt x="795" y="5151"/>
                      <a:pt x="639" y="4995"/>
                    </a:cubicBezTo>
                    <a:cubicBezTo>
                      <a:pt x="505" y="4828"/>
                      <a:pt x="439" y="4694"/>
                      <a:pt x="439" y="4694"/>
                    </a:cubicBezTo>
                    <a:cubicBezTo>
                      <a:pt x="376" y="4595"/>
                      <a:pt x="290" y="4551"/>
                      <a:pt x="216" y="4551"/>
                    </a:cubicBezTo>
                    <a:cubicBezTo>
                      <a:pt x="92" y="4551"/>
                      <a:pt x="1" y="4673"/>
                      <a:pt x="105" y="4861"/>
                    </a:cubicBezTo>
                    <a:cubicBezTo>
                      <a:pt x="105" y="4861"/>
                      <a:pt x="172" y="5028"/>
                      <a:pt x="339" y="5228"/>
                    </a:cubicBezTo>
                    <a:cubicBezTo>
                      <a:pt x="472" y="5362"/>
                      <a:pt x="539" y="5495"/>
                      <a:pt x="772" y="5595"/>
                    </a:cubicBezTo>
                    <a:cubicBezTo>
                      <a:pt x="876" y="5699"/>
                      <a:pt x="1062" y="5783"/>
                      <a:pt x="1281" y="5783"/>
                    </a:cubicBezTo>
                    <a:cubicBezTo>
                      <a:pt x="1343" y="5783"/>
                      <a:pt x="1407" y="5776"/>
                      <a:pt x="1473" y="5762"/>
                    </a:cubicBezTo>
                    <a:cubicBezTo>
                      <a:pt x="2006" y="5695"/>
                      <a:pt x="2507" y="5295"/>
                      <a:pt x="3007" y="4895"/>
                    </a:cubicBezTo>
                    <a:cubicBezTo>
                      <a:pt x="3507" y="4428"/>
                      <a:pt x="3974" y="3894"/>
                      <a:pt x="4408" y="3293"/>
                    </a:cubicBezTo>
                    <a:cubicBezTo>
                      <a:pt x="4675" y="3027"/>
                      <a:pt x="4875" y="2726"/>
                      <a:pt x="5142" y="2393"/>
                    </a:cubicBezTo>
                    <a:cubicBezTo>
                      <a:pt x="5242" y="2226"/>
                      <a:pt x="5375" y="2059"/>
                      <a:pt x="5509" y="1926"/>
                    </a:cubicBezTo>
                    <a:lnTo>
                      <a:pt x="5576" y="1859"/>
                    </a:lnTo>
                    <a:lnTo>
                      <a:pt x="5709" y="1759"/>
                    </a:lnTo>
                    <a:lnTo>
                      <a:pt x="5909" y="1592"/>
                    </a:lnTo>
                    <a:cubicBezTo>
                      <a:pt x="6209" y="1359"/>
                      <a:pt x="6543" y="1092"/>
                      <a:pt x="6877" y="925"/>
                    </a:cubicBezTo>
                    <a:cubicBezTo>
                      <a:pt x="7167" y="780"/>
                      <a:pt x="7483" y="685"/>
                      <a:pt x="7758" y="685"/>
                    </a:cubicBezTo>
                    <a:cubicBezTo>
                      <a:pt x="7799" y="685"/>
                      <a:pt x="7838" y="687"/>
                      <a:pt x="7877" y="692"/>
                    </a:cubicBezTo>
                    <a:cubicBezTo>
                      <a:pt x="8177" y="725"/>
                      <a:pt x="8478" y="925"/>
                      <a:pt x="8678" y="1225"/>
                    </a:cubicBezTo>
                    <a:cubicBezTo>
                      <a:pt x="8878" y="1525"/>
                      <a:pt x="9078" y="1892"/>
                      <a:pt x="9245" y="2226"/>
                    </a:cubicBezTo>
                    <a:cubicBezTo>
                      <a:pt x="9578" y="2926"/>
                      <a:pt x="9912" y="3660"/>
                      <a:pt x="10412" y="4261"/>
                    </a:cubicBezTo>
                    <a:cubicBezTo>
                      <a:pt x="10879" y="4861"/>
                      <a:pt x="11580" y="5428"/>
                      <a:pt x="12481" y="5695"/>
                    </a:cubicBezTo>
                    <a:cubicBezTo>
                      <a:pt x="12811" y="5788"/>
                      <a:pt x="13152" y="5817"/>
                      <a:pt x="13493" y="5817"/>
                    </a:cubicBezTo>
                    <a:cubicBezTo>
                      <a:pt x="14013" y="5817"/>
                      <a:pt x="14532" y="5749"/>
                      <a:pt x="15016" y="5728"/>
                    </a:cubicBezTo>
                    <a:cubicBezTo>
                      <a:pt x="15383" y="5728"/>
                      <a:pt x="15750" y="5728"/>
                      <a:pt x="16050" y="5895"/>
                    </a:cubicBezTo>
                    <a:cubicBezTo>
                      <a:pt x="16350" y="6062"/>
                      <a:pt x="16550" y="6362"/>
                      <a:pt x="16717" y="6696"/>
                    </a:cubicBezTo>
                    <a:cubicBezTo>
                      <a:pt x="17017" y="7363"/>
                      <a:pt x="17084" y="8130"/>
                      <a:pt x="17317" y="8897"/>
                    </a:cubicBezTo>
                    <a:cubicBezTo>
                      <a:pt x="17517" y="9665"/>
                      <a:pt x="17718" y="10365"/>
                      <a:pt x="18151" y="10899"/>
                    </a:cubicBezTo>
                    <a:cubicBezTo>
                      <a:pt x="18318" y="11199"/>
                      <a:pt x="18585" y="11399"/>
                      <a:pt x="18852" y="11566"/>
                    </a:cubicBezTo>
                    <a:cubicBezTo>
                      <a:pt x="19152" y="11733"/>
                      <a:pt x="19419" y="11833"/>
                      <a:pt x="19686" y="11833"/>
                    </a:cubicBezTo>
                    <a:cubicBezTo>
                      <a:pt x="19743" y="11836"/>
                      <a:pt x="19799" y="11838"/>
                      <a:pt x="19853" y="11838"/>
                    </a:cubicBezTo>
                    <a:cubicBezTo>
                      <a:pt x="20298" y="11838"/>
                      <a:pt x="20615" y="11726"/>
                      <a:pt x="20853" y="11666"/>
                    </a:cubicBezTo>
                    <a:cubicBezTo>
                      <a:pt x="20987" y="11599"/>
                      <a:pt x="21053" y="11566"/>
                      <a:pt x="21153" y="11533"/>
                    </a:cubicBezTo>
                    <a:cubicBezTo>
                      <a:pt x="21187" y="11499"/>
                      <a:pt x="21220" y="11499"/>
                      <a:pt x="21220" y="11499"/>
                    </a:cubicBezTo>
                    <a:cubicBezTo>
                      <a:pt x="21520" y="11366"/>
                      <a:pt x="21387" y="11066"/>
                      <a:pt x="21020" y="11066"/>
                    </a:cubicBezTo>
                    <a:cubicBezTo>
                      <a:pt x="21020" y="11066"/>
                      <a:pt x="20987" y="11066"/>
                      <a:pt x="20953" y="11099"/>
                    </a:cubicBezTo>
                    <a:cubicBezTo>
                      <a:pt x="20853" y="11099"/>
                      <a:pt x="20786" y="11166"/>
                      <a:pt x="20653" y="11199"/>
                    </a:cubicBezTo>
                    <a:cubicBezTo>
                      <a:pt x="20501" y="11224"/>
                      <a:pt x="20234" y="11288"/>
                      <a:pt x="19938" y="11288"/>
                    </a:cubicBezTo>
                    <a:cubicBezTo>
                      <a:pt x="19845" y="11288"/>
                      <a:pt x="19749" y="11282"/>
                      <a:pt x="19652" y="11266"/>
                    </a:cubicBezTo>
                    <a:cubicBezTo>
                      <a:pt x="19452" y="11266"/>
                      <a:pt x="19219" y="11199"/>
                      <a:pt x="19019" y="11066"/>
                    </a:cubicBezTo>
                    <a:cubicBezTo>
                      <a:pt x="18852" y="10932"/>
                      <a:pt x="18652" y="10765"/>
                      <a:pt x="18485" y="10532"/>
                    </a:cubicBezTo>
                    <a:cubicBezTo>
                      <a:pt x="18185" y="10065"/>
                      <a:pt x="17984" y="9398"/>
                      <a:pt x="17818" y="8697"/>
                    </a:cubicBezTo>
                    <a:cubicBezTo>
                      <a:pt x="17651" y="7997"/>
                      <a:pt x="17618" y="7196"/>
                      <a:pt x="17217" y="6362"/>
                    </a:cubicBezTo>
                    <a:cubicBezTo>
                      <a:pt x="17050" y="5929"/>
                      <a:pt x="16817" y="5528"/>
                      <a:pt x="16350" y="5261"/>
                    </a:cubicBezTo>
                    <a:cubicBezTo>
                      <a:pt x="15883" y="5028"/>
                      <a:pt x="15383" y="5028"/>
                      <a:pt x="14982" y="5028"/>
                    </a:cubicBezTo>
                    <a:cubicBezTo>
                      <a:pt x="14469" y="5048"/>
                      <a:pt x="13991" y="5102"/>
                      <a:pt x="13541" y="5102"/>
                    </a:cubicBezTo>
                    <a:cubicBezTo>
                      <a:pt x="13231" y="5102"/>
                      <a:pt x="12933" y="5076"/>
                      <a:pt x="12647" y="4995"/>
                    </a:cubicBezTo>
                    <a:cubicBezTo>
                      <a:pt x="11947" y="4761"/>
                      <a:pt x="11380" y="4327"/>
                      <a:pt x="10979" y="3760"/>
                    </a:cubicBezTo>
                    <a:cubicBezTo>
                      <a:pt x="10546" y="3260"/>
                      <a:pt x="10212" y="2560"/>
                      <a:pt x="9845" y="1859"/>
                    </a:cubicBezTo>
                    <a:cubicBezTo>
                      <a:pt x="9679" y="1525"/>
                      <a:pt x="9478" y="1159"/>
                      <a:pt x="9178" y="758"/>
                    </a:cubicBezTo>
                    <a:cubicBezTo>
                      <a:pt x="8878" y="425"/>
                      <a:pt x="8478" y="58"/>
                      <a:pt x="7944" y="24"/>
                    </a:cubicBezTo>
                    <a:cubicBezTo>
                      <a:pt x="7850" y="8"/>
                      <a:pt x="7760" y="0"/>
                      <a:pt x="76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29" name="Google Shape;2229;p19"/>
              <p:cNvSpPr/>
              <p:nvPr/>
            </p:nvSpPr>
            <p:spPr>
              <a:xfrm rot="10800000">
                <a:off x="8707302" y="3339902"/>
                <a:ext cx="400929" cy="193730"/>
              </a:xfrm>
              <a:custGeom>
                <a:avLst/>
                <a:gdLst/>
                <a:ahLst/>
                <a:cxnLst/>
                <a:rect l="l" t="t" r="r" b="b"/>
                <a:pathLst>
                  <a:path w="16581" h="8012" extrusionOk="0">
                    <a:moveTo>
                      <a:pt x="7143" y="0"/>
                    </a:moveTo>
                    <a:cubicBezTo>
                      <a:pt x="7008" y="0"/>
                      <a:pt x="6874" y="12"/>
                      <a:pt x="6740" y="39"/>
                    </a:cubicBezTo>
                    <a:cubicBezTo>
                      <a:pt x="6073" y="205"/>
                      <a:pt x="5506" y="572"/>
                      <a:pt x="5072" y="1006"/>
                    </a:cubicBezTo>
                    <a:cubicBezTo>
                      <a:pt x="4172" y="1840"/>
                      <a:pt x="3571" y="2807"/>
                      <a:pt x="2938" y="3474"/>
                    </a:cubicBezTo>
                    <a:cubicBezTo>
                      <a:pt x="2604" y="3808"/>
                      <a:pt x="2304" y="4075"/>
                      <a:pt x="1970" y="4208"/>
                    </a:cubicBezTo>
                    <a:cubicBezTo>
                      <a:pt x="1791" y="4280"/>
                      <a:pt x="1622" y="4313"/>
                      <a:pt x="1468" y="4313"/>
                    </a:cubicBezTo>
                    <a:cubicBezTo>
                      <a:pt x="1334" y="4313"/>
                      <a:pt x="1211" y="4288"/>
                      <a:pt x="1103" y="4242"/>
                    </a:cubicBezTo>
                    <a:cubicBezTo>
                      <a:pt x="603" y="4075"/>
                      <a:pt x="402" y="3841"/>
                      <a:pt x="402" y="3841"/>
                    </a:cubicBezTo>
                    <a:cubicBezTo>
                      <a:pt x="371" y="3816"/>
                      <a:pt x="336" y="3805"/>
                      <a:pt x="301" y="3805"/>
                    </a:cubicBezTo>
                    <a:cubicBezTo>
                      <a:pt x="150" y="3805"/>
                      <a:pt x="0" y="4006"/>
                      <a:pt x="136" y="4142"/>
                    </a:cubicBezTo>
                    <a:cubicBezTo>
                      <a:pt x="138" y="4136"/>
                      <a:pt x="142" y="4133"/>
                      <a:pt x="148" y="4133"/>
                    </a:cubicBezTo>
                    <a:cubicBezTo>
                      <a:pt x="202" y="4133"/>
                      <a:pt x="391" y="4432"/>
                      <a:pt x="969" y="4675"/>
                    </a:cubicBezTo>
                    <a:cubicBezTo>
                      <a:pt x="1128" y="4746"/>
                      <a:pt x="1333" y="4788"/>
                      <a:pt x="1550" y="4788"/>
                    </a:cubicBezTo>
                    <a:cubicBezTo>
                      <a:pt x="1744" y="4788"/>
                      <a:pt x="1948" y="4754"/>
                      <a:pt x="2137" y="4675"/>
                    </a:cubicBezTo>
                    <a:cubicBezTo>
                      <a:pt x="2571" y="4509"/>
                      <a:pt x="2971" y="4175"/>
                      <a:pt x="3304" y="3841"/>
                    </a:cubicBezTo>
                    <a:cubicBezTo>
                      <a:pt x="4005" y="3141"/>
                      <a:pt x="4639" y="2207"/>
                      <a:pt x="5473" y="1473"/>
                    </a:cubicBezTo>
                    <a:cubicBezTo>
                      <a:pt x="5906" y="1073"/>
                      <a:pt x="6340" y="806"/>
                      <a:pt x="6840" y="706"/>
                    </a:cubicBezTo>
                    <a:cubicBezTo>
                      <a:pt x="6916" y="696"/>
                      <a:pt x="6991" y="691"/>
                      <a:pt x="7067" y="691"/>
                    </a:cubicBezTo>
                    <a:cubicBezTo>
                      <a:pt x="7491" y="691"/>
                      <a:pt x="7912" y="841"/>
                      <a:pt x="8308" y="1039"/>
                    </a:cubicBezTo>
                    <a:lnTo>
                      <a:pt x="8341" y="1073"/>
                    </a:lnTo>
                    <a:cubicBezTo>
                      <a:pt x="8441" y="1139"/>
                      <a:pt x="8575" y="1173"/>
                      <a:pt x="8642" y="1306"/>
                    </a:cubicBezTo>
                    <a:cubicBezTo>
                      <a:pt x="8742" y="1406"/>
                      <a:pt x="8808" y="1640"/>
                      <a:pt x="8908" y="1840"/>
                    </a:cubicBezTo>
                    <a:cubicBezTo>
                      <a:pt x="9075" y="2307"/>
                      <a:pt x="9109" y="2907"/>
                      <a:pt x="9442" y="3575"/>
                    </a:cubicBezTo>
                    <a:cubicBezTo>
                      <a:pt x="9576" y="3741"/>
                      <a:pt x="9676" y="3875"/>
                      <a:pt x="9809" y="4008"/>
                    </a:cubicBezTo>
                    <a:cubicBezTo>
                      <a:pt x="9842" y="4042"/>
                      <a:pt x="9943" y="4142"/>
                      <a:pt x="10009" y="4175"/>
                    </a:cubicBezTo>
                    <a:cubicBezTo>
                      <a:pt x="10109" y="4275"/>
                      <a:pt x="10176" y="4308"/>
                      <a:pt x="10276" y="4342"/>
                    </a:cubicBezTo>
                    <a:cubicBezTo>
                      <a:pt x="10532" y="4481"/>
                      <a:pt x="10820" y="4540"/>
                      <a:pt x="11096" y="4540"/>
                    </a:cubicBezTo>
                    <a:cubicBezTo>
                      <a:pt x="11215" y="4540"/>
                      <a:pt x="11332" y="4529"/>
                      <a:pt x="11444" y="4509"/>
                    </a:cubicBezTo>
                    <a:cubicBezTo>
                      <a:pt x="12177" y="4342"/>
                      <a:pt x="12745" y="3975"/>
                      <a:pt x="13245" y="3875"/>
                    </a:cubicBezTo>
                    <a:cubicBezTo>
                      <a:pt x="13286" y="3868"/>
                      <a:pt x="13328" y="3865"/>
                      <a:pt x="13372" y="3865"/>
                    </a:cubicBezTo>
                    <a:cubicBezTo>
                      <a:pt x="13784" y="3865"/>
                      <a:pt x="14280" y="4140"/>
                      <a:pt x="14613" y="4442"/>
                    </a:cubicBezTo>
                    <a:cubicBezTo>
                      <a:pt x="15413" y="5142"/>
                      <a:pt x="15747" y="6110"/>
                      <a:pt x="15947" y="6777"/>
                    </a:cubicBezTo>
                    <a:cubicBezTo>
                      <a:pt x="16080" y="7110"/>
                      <a:pt x="16114" y="7344"/>
                      <a:pt x="16147" y="7544"/>
                    </a:cubicBezTo>
                    <a:cubicBezTo>
                      <a:pt x="16180" y="7711"/>
                      <a:pt x="16180" y="7844"/>
                      <a:pt x="16180" y="7844"/>
                    </a:cubicBezTo>
                    <a:cubicBezTo>
                      <a:pt x="16209" y="7958"/>
                      <a:pt x="16286" y="8011"/>
                      <a:pt x="16365" y="8011"/>
                    </a:cubicBezTo>
                    <a:cubicBezTo>
                      <a:pt x="16471" y="8011"/>
                      <a:pt x="16581" y="7916"/>
                      <a:pt x="16581" y="7744"/>
                    </a:cubicBezTo>
                    <a:cubicBezTo>
                      <a:pt x="16581" y="7744"/>
                      <a:pt x="16581" y="7678"/>
                      <a:pt x="16514" y="7477"/>
                    </a:cubicBezTo>
                    <a:cubicBezTo>
                      <a:pt x="16481" y="7311"/>
                      <a:pt x="16447" y="7010"/>
                      <a:pt x="16347" y="6643"/>
                    </a:cubicBezTo>
                    <a:cubicBezTo>
                      <a:pt x="16280" y="6277"/>
                      <a:pt x="16147" y="5843"/>
                      <a:pt x="15947" y="5376"/>
                    </a:cubicBezTo>
                    <a:cubicBezTo>
                      <a:pt x="15747" y="4909"/>
                      <a:pt x="15446" y="4408"/>
                      <a:pt x="14979" y="4008"/>
                    </a:cubicBezTo>
                    <a:cubicBezTo>
                      <a:pt x="14779" y="3808"/>
                      <a:pt x="14479" y="3575"/>
                      <a:pt x="14179" y="3474"/>
                    </a:cubicBezTo>
                    <a:cubicBezTo>
                      <a:pt x="13946" y="3329"/>
                      <a:pt x="13613" y="3235"/>
                      <a:pt x="13288" y="3235"/>
                    </a:cubicBezTo>
                    <a:cubicBezTo>
                      <a:pt x="13240" y="3235"/>
                      <a:pt x="13192" y="3237"/>
                      <a:pt x="13145" y="3241"/>
                    </a:cubicBezTo>
                    <a:cubicBezTo>
                      <a:pt x="12411" y="3341"/>
                      <a:pt x="11844" y="3741"/>
                      <a:pt x="11310" y="3841"/>
                    </a:cubicBezTo>
                    <a:cubicBezTo>
                      <a:pt x="11239" y="3849"/>
                      <a:pt x="11174" y="3853"/>
                      <a:pt x="11113" y="3853"/>
                    </a:cubicBezTo>
                    <a:cubicBezTo>
                      <a:pt x="10915" y="3853"/>
                      <a:pt x="10763" y="3810"/>
                      <a:pt x="10610" y="3708"/>
                    </a:cubicBezTo>
                    <a:cubicBezTo>
                      <a:pt x="10410" y="3575"/>
                      <a:pt x="10143" y="3374"/>
                      <a:pt x="10076" y="3208"/>
                    </a:cubicBezTo>
                    <a:cubicBezTo>
                      <a:pt x="9842" y="2741"/>
                      <a:pt x="9776" y="2174"/>
                      <a:pt x="9609" y="1573"/>
                    </a:cubicBezTo>
                    <a:cubicBezTo>
                      <a:pt x="9509" y="1340"/>
                      <a:pt x="9409" y="1039"/>
                      <a:pt x="9175" y="806"/>
                    </a:cubicBezTo>
                    <a:cubicBezTo>
                      <a:pt x="9009" y="539"/>
                      <a:pt x="8742" y="472"/>
                      <a:pt x="8608" y="372"/>
                    </a:cubicBezTo>
                    <a:lnTo>
                      <a:pt x="8608" y="372"/>
                    </a:lnTo>
                    <a:lnTo>
                      <a:pt x="8642" y="406"/>
                    </a:lnTo>
                    <a:cubicBezTo>
                      <a:pt x="8215" y="192"/>
                      <a:pt x="7681" y="0"/>
                      <a:pt x="7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30" name="Google Shape;2230;p19"/>
              <p:cNvSpPr/>
              <p:nvPr/>
            </p:nvSpPr>
            <p:spPr>
              <a:xfrm rot="10800000">
                <a:off x="8709720" y="2897553"/>
                <a:ext cx="381536" cy="171194"/>
              </a:xfrm>
              <a:custGeom>
                <a:avLst/>
                <a:gdLst/>
                <a:ahLst/>
                <a:cxnLst/>
                <a:rect l="l" t="t" r="r" b="b"/>
                <a:pathLst>
                  <a:path w="15779" h="7080" extrusionOk="0">
                    <a:moveTo>
                      <a:pt x="12544" y="1"/>
                    </a:moveTo>
                    <a:cubicBezTo>
                      <a:pt x="12154" y="1"/>
                      <a:pt x="11762" y="81"/>
                      <a:pt x="11409" y="227"/>
                    </a:cubicBezTo>
                    <a:cubicBezTo>
                      <a:pt x="11275" y="293"/>
                      <a:pt x="11109" y="327"/>
                      <a:pt x="10942" y="427"/>
                    </a:cubicBezTo>
                    <a:cubicBezTo>
                      <a:pt x="10808" y="493"/>
                      <a:pt x="10642" y="594"/>
                      <a:pt x="10508" y="727"/>
                    </a:cubicBezTo>
                    <a:cubicBezTo>
                      <a:pt x="10275" y="960"/>
                      <a:pt x="10008" y="1227"/>
                      <a:pt x="9841" y="1461"/>
                    </a:cubicBezTo>
                    <a:cubicBezTo>
                      <a:pt x="9107" y="2495"/>
                      <a:pt x="8740" y="3729"/>
                      <a:pt x="8106" y="4430"/>
                    </a:cubicBezTo>
                    <a:cubicBezTo>
                      <a:pt x="7940" y="4596"/>
                      <a:pt x="7773" y="4763"/>
                      <a:pt x="7606" y="4797"/>
                    </a:cubicBezTo>
                    <a:cubicBezTo>
                      <a:pt x="7473" y="4830"/>
                      <a:pt x="7406" y="4897"/>
                      <a:pt x="7272" y="4897"/>
                    </a:cubicBezTo>
                    <a:cubicBezTo>
                      <a:pt x="7206" y="4863"/>
                      <a:pt x="7156" y="4863"/>
                      <a:pt x="7106" y="4863"/>
                    </a:cubicBezTo>
                    <a:cubicBezTo>
                      <a:pt x="7056" y="4863"/>
                      <a:pt x="7006" y="4863"/>
                      <a:pt x="6939" y="4830"/>
                    </a:cubicBezTo>
                    <a:cubicBezTo>
                      <a:pt x="6505" y="4763"/>
                      <a:pt x="6072" y="4330"/>
                      <a:pt x="5605" y="3963"/>
                    </a:cubicBezTo>
                    <a:cubicBezTo>
                      <a:pt x="5338" y="3762"/>
                      <a:pt x="5104" y="3562"/>
                      <a:pt x="4804" y="3396"/>
                    </a:cubicBezTo>
                    <a:cubicBezTo>
                      <a:pt x="4671" y="3295"/>
                      <a:pt x="4504" y="3262"/>
                      <a:pt x="4337" y="3162"/>
                    </a:cubicBezTo>
                    <a:cubicBezTo>
                      <a:pt x="4170" y="3129"/>
                      <a:pt x="3970" y="3095"/>
                      <a:pt x="3803" y="3095"/>
                    </a:cubicBezTo>
                    <a:lnTo>
                      <a:pt x="3570" y="3095"/>
                    </a:lnTo>
                    <a:lnTo>
                      <a:pt x="3303" y="3162"/>
                    </a:lnTo>
                    <a:cubicBezTo>
                      <a:pt x="3136" y="3229"/>
                      <a:pt x="3003" y="3295"/>
                      <a:pt x="2836" y="3396"/>
                    </a:cubicBezTo>
                    <a:cubicBezTo>
                      <a:pt x="2669" y="3462"/>
                      <a:pt x="2569" y="3596"/>
                      <a:pt x="2436" y="3662"/>
                    </a:cubicBezTo>
                    <a:cubicBezTo>
                      <a:pt x="2336" y="3796"/>
                      <a:pt x="2236" y="3929"/>
                      <a:pt x="2135" y="4063"/>
                    </a:cubicBezTo>
                    <a:cubicBezTo>
                      <a:pt x="1802" y="4596"/>
                      <a:pt x="1769" y="5130"/>
                      <a:pt x="1635" y="5564"/>
                    </a:cubicBezTo>
                    <a:cubicBezTo>
                      <a:pt x="1568" y="5964"/>
                      <a:pt x="1435" y="6331"/>
                      <a:pt x="1235" y="6498"/>
                    </a:cubicBezTo>
                    <a:cubicBezTo>
                      <a:pt x="1068" y="6665"/>
                      <a:pt x="801" y="6665"/>
                      <a:pt x="634" y="6665"/>
                    </a:cubicBezTo>
                    <a:cubicBezTo>
                      <a:pt x="568" y="6665"/>
                      <a:pt x="468" y="6631"/>
                      <a:pt x="434" y="6631"/>
                    </a:cubicBezTo>
                    <a:lnTo>
                      <a:pt x="334" y="6631"/>
                    </a:lnTo>
                    <a:cubicBezTo>
                      <a:pt x="134" y="6631"/>
                      <a:pt x="1" y="6965"/>
                      <a:pt x="267" y="6998"/>
                    </a:cubicBezTo>
                    <a:lnTo>
                      <a:pt x="334" y="6998"/>
                    </a:lnTo>
                    <a:cubicBezTo>
                      <a:pt x="434" y="6998"/>
                      <a:pt x="468" y="7065"/>
                      <a:pt x="601" y="7065"/>
                    </a:cubicBezTo>
                    <a:cubicBezTo>
                      <a:pt x="645" y="7065"/>
                      <a:pt x="720" y="7080"/>
                      <a:pt x="814" y="7080"/>
                    </a:cubicBezTo>
                    <a:cubicBezTo>
                      <a:pt x="860" y="7080"/>
                      <a:pt x="912" y="7076"/>
                      <a:pt x="968" y="7065"/>
                    </a:cubicBezTo>
                    <a:cubicBezTo>
                      <a:pt x="1068" y="6998"/>
                      <a:pt x="1135" y="6998"/>
                      <a:pt x="1235" y="6965"/>
                    </a:cubicBezTo>
                    <a:cubicBezTo>
                      <a:pt x="1302" y="6931"/>
                      <a:pt x="1402" y="6898"/>
                      <a:pt x="1468" y="6798"/>
                    </a:cubicBezTo>
                    <a:cubicBezTo>
                      <a:pt x="2135" y="6231"/>
                      <a:pt x="2069" y="5097"/>
                      <a:pt x="2569" y="4296"/>
                    </a:cubicBezTo>
                    <a:cubicBezTo>
                      <a:pt x="2602" y="4229"/>
                      <a:pt x="2669" y="4129"/>
                      <a:pt x="2769" y="4063"/>
                    </a:cubicBezTo>
                    <a:cubicBezTo>
                      <a:pt x="2836" y="3996"/>
                      <a:pt x="2936" y="3929"/>
                      <a:pt x="3069" y="3896"/>
                    </a:cubicBezTo>
                    <a:cubicBezTo>
                      <a:pt x="3136" y="3829"/>
                      <a:pt x="3270" y="3762"/>
                      <a:pt x="3403" y="3762"/>
                    </a:cubicBezTo>
                    <a:lnTo>
                      <a:pt x="3570" y="3729"/>
                    </a:lnTo>
                    <a:lnTo>
                      <a:pt x="3737" y="3729"/>
                    </a:lnTo>
                    <a:cubicBezTo>
                      <a:pt x="4237" y="3729"/>
                      <a:pt x="4637" y="4096"/>
                      <a:pt x="5104" y="4463"/>
                    </a:cubicBezTo>
                    <a:cubicBezTo>
                      <a:pt x="5304" y="4630"/>
                      <a:pt x="5571" y="4830"/>
                      <a:pt x="5805" y="5063"/>
                    </a:cubicBezTo>
                    <a:cubicBezTo>
                      <a:pt x="6072" y="5264"/>
                      <a:pt x="6338" y="5430"/>
                      <a:pt x="6739" y="5497"/>
                    </a:cubicBezTo>
                    <a:cubicBezTo>
                      <a:pt x="6906" y="5564"/>
                      <a:pt x="7106" y="5564"/>
                      <a:pt x="7272" y="5564"/>
                    </a:cubicBezTo>
                    <a:lnTo>
                      <a:pt x="7773" y="5430"/>
                    </a:lnTo>
                    <a:cubicBezTo>
                      <a:pt x="8106" y="5297"/>
                      <a:pt x="8340" y="5063"/>
                      <a:pt x="8573" y="4830"/>
                    </a:cubicBezTo>
                    <a:cubicBezTo>
                      <a:pt x="8940" y="4396"/>
                      <a:pt x="9241" y="3896"/>
                      <a:pt x="9474" y="3329"/>
                    </a:cubicBezTo>
                    <a:cubicBezTo>
                      <a:pt x="9741" y="2795"/>
                      <a:pt x="9974" y="2261"/>
                      <a:pt x="10308" y="1794"/>
                    </a:cubicBezTo>
                    <a:cubicBezTo>
                      <a:pt x="10642" y="1294"/>
                      <a:pt x="11008" y="927"/>
                      <a:pt x="11509" y="760"/>
                    </a:cubicBezTo>
                    <a:cubicBezTo>
                      <a:pt x="11877" y="622"/>
                      <a:pt x="12214" y="548"/>
                      <a:pt x="12552" y="548"/>
                    </a:cubicBezTo>
                    <a:cubicBezTo>
                      <a:pt x="12703" y="548"/>
                      <a:pt x="12855" y="563"/>
                      <a:pt x="13010" y="594"/>
                    </a:cubicBezTo>
                    <a:cubicBezTo>
                      <a:pt x="13510" y="660"/>
                      <a:pt x="13944" y="927"/>
                      <a:pt x="14244" y="1227"/>
                    </a:cubicBezTo>
                    <a:cubicBezTo>
                      <a:pt x="14544" y="1461"/>
                      <a:pt x="14744" y="1794"/>
                      <a:pt x="14911" y="2095"/>
                    </a:cubicBezTo>
                    <a:cubicBezTo>
                      <a:pt x="15045" y="2395"/>
                      <a:pt x="15145" y="2628"/>
                      <a:pt x="15211" y="2795"/>
                    </a:cubicBezTo>
                    <a:cubicBezTo>
                      <a:pt x="15245" y="2962"/>
                      <a:pt x="15278" y="3062"/>
                      <a:pt x="15278" y="3062"/>
                    </a:cubicBezTo>
                    <a:cubicBezTo>
                      <a:pt x="15294" y="3158"/>
                      <a:pt x="15378" y="3200"/>
                      <a:pt x="15477" y="3200"/>
                    </a:cubicBezTo>
                    <a:cubicBezTo>
                      <a:pt x="15584" y="3200"/>
                      <a:pt x="15709" y="3149"/>
                      <a:pt x="15779" y="3062"/>
                    </a:cubicBezTo>
                    <a:cubicBezTo>
                      <a:pt x="15779" y="3062"/>
                      <a:pt x="15745" y="2962"/>
                      <a:pt x="15678" y="2762"/>
                    </a:cubicBezTo>
                    <a:cubicBezTo>
                      <a:pt x="15645" y="2562"/>
                      <a:pt x="15578" y="2295"/>
                      <a:pt x="15412" y="1961"/>
                    </a:cubicBezTo>
                    <a:cubicBezTo>
                      <a:pt x="15245" y="1628"/>
                      <a:pt x="14978" y="1261"/>
                      <a:pt x="14644" y="927"/>
                    </a:cubicBezTo>
                    <a:cubicBezTo>
                      <a:pt x="14311" y="560"/>
                      <a:pt x="13810" y="227"/>
                      <a:pt x="13243" y="93"/>
                    </a:cubicBezTo>
                    <a:cubicBezTo>
                      <a:pt x="13017" y="30"/>
                      <a:pt x="12781" y="1"/>
                      <a:pt x="125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31" name="Google Shape;2231;p19"/>
              <p:cNvSpPr/>
              <p:nvPr/>
            </p:nvSpPr>
            <p:spPr>
              <a:xfrm rot="10800000">
                <a:off x="8758926" y="3391986"/>
                <a:ext cx="19368" cy="12017"/>
              </a:xfrm>
              <a:custGeom>
                <a:avLst/>
                <a:gdLst/>
                <a:ahLst/>
                <a:cxnLst/>
                <a:rect l="l" t="t" r="r" b="b"/>
                <a:pathLst>
                  <a:path w="801" h="497" extrusionOk="0">
                    <a:moveTo>
                      <a:pt x="455" y="0"/>
                    </a:moveTo>
                    <a:cubicBezTo>
                      <a:pt x="400" y="0"/>
                      <a:pt x="345" y="4"/>
                      <a:pt x="300" y="15"/>
                    </a:cubicBezTo>
                    <a:cubicBezTo>
                      <a:pt x="167" y="82"/>
                      <a:pt x="0" y="248"/>
                      <a:pt x="0" y="248"/>
                    </a:cubicBezTo>
                    <a:cubicBezTo>
                      <a:pt x="0" y="282"/>
                      <a:pt x="100" y="482"/>
                      <a:pt x="100" y="482"/>
                    </a:cubicBezTo>
                    <a:cubicBezTo>
                      <a:pt x="100" y="482"/>
                      <a:pt x="204" y="497"/>
                      <a:pt x="313" y="497"/>
                    </a:cubicBezTo>
                    <a:cubicBezTo>
                      <a:pt x="367" y="497"/>
                      <a:pt x="423" y="493"/>
                      <a:pt x="467" y="482"/>
                    </a:cubicBezTo>
                    <a:cubicBezTo>
                      <a:pt x="601" y="449"/>
                      <a:pt x="767" y="282"/>
                      <a:pt x="767" y="282"/>
                    </a:cubicBezTo>
                    <a:cubicBezTo>
                      <a:pt x="801" y="248"/>
                      <a:pt x="701" y="82"/>
                      <a:pt x="667" y="15"/>
                    </a:cubicBezTo>
                    <a:cubicBezTo>
                      <a:pt x="667" y="15"/>
                      <a:pt x="564" y="0"/>
                      <a:pt x="4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32" name="Google Shape;2232;p19"/>
              <p:cNvSpPr/>
              <p:nvPr/>
            </p:nvSpPr>
            <p:spPr>
              <a:xfrm rot="10800000">
                <a:off x="8741178" y="3372183"/>
                <a:ext cx="24228" cy="13734"/>
              </a:xfrm>
              <a:custGeom>
                <a:avLst/>
                <a:gdLst/>
                <a:ahLst/>
                <a:cxnLst/>
                <a:rect l="l" t="t" r="r" b="b"/>
                <a:pathLst>
                  <a:path w="1002" h="568" extrusionOk="0">
                    <a:moveTo>
                      <a:pt x="902" y="1"/>
                    </a:moveTo>
                    <a:cubicBezTo>
                      <a:pt x="902" y="1"/>
                      <a:pt x="568" y="1"/>
                      <a:pt x="401" y="67"/>
                    </a:cubicBezTo>
                    <a:cubicBezTo>
                      <a:pt x="234" y="168"/>
                      <a:pt x="1" y="368"/>
                      <a:pt x="1" y="368"/>
                    </a:cubicBezTo>
                    <a:lnTo>
                      <a:pt x="134" y="568"/>
                    </a:lnTo>
                    <a:cubicBezTo>
                      <a:pt x="134" y="568"/>
                      <a:pt x="468" y="568"/>
                      <a:pt x="635" y="501"/>
                    </a:cubicBezTo>
                    <a:cubicBezTo>
                      <a:pt x="801" y="401"/>
                      <a:pt x="1002" y="201"/>
                      <a:pt x="1002" y="201"/>
                    </a:cubicBezTo>
                    <a:cubicBezTo>
                      <a:pt x="1002" y="201"/>
                      <a:pt x="935" y="1"/>
                      <a:pt x="9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33" name="Google Shape;2233;p19"/>
              <p:cNvSpPr/>
              <p:nvPr/>
            </p:nvSpPr>
            <p:spPr>
              <a:xfrm rot="10800000">
                <a:off x="8733102" y="3353274"/>
                <a:ext cx="17772" cy="12017"/>
              </a:xfrm>
              <a:custGeom>
                <a:avLst/>
                <a:gdLst/>
                <a:ahLst/>
                <a:cxnLst/>
                <a:rect l="l" t="t" r="r" b="b"/>
                <a:pathLst>
                  <a:path w="735" h="497" extrusionOk="0">
                    <a:moveTo>
                      <a:pt x="440" y="0"/>
                    </a:moveTo>
                    <a:cubicBezTo>
                      <a:pt x="386" y="0"/>
                      <a:pt x="334" y="4"/>
                      <a:pt x="301" y="15"/>
                    </a:cubicBezTo>
                    <a:cubicBezTo>
                      <a:pt x="167" y="48"/>
                      <a:pt x="0" y="215"/>
                      <a:pt x="0" y="215"/>
                    </a:cubicBezTo>
                    <a:cubicBezTo>
                      <a:pt x="0" y="249"/>
                      <a:pt x="67" y="482"/>
                      <a:pt x="67" y="482"/>
                    </a:cubicBezTo>
                    <a:cubicBezTo>
                      <a:pt x="67" y="482"/>
                      <a:pt x="186" y="497"/>
                      <a:pt x="304" y="497"/>
                    </a:cubicBezTo>
                    <a:cubicBezTo>
                      <a:pt x="364" y="497"/>
                      <a:pt x="423" y="493"/>
                      <a:pt x="467" y="482"/>
                    </a:cubicBezTo>
                    <a:cubicBezTo>
                      <a:pt x="567" y="415"/>
                      <a:pt x="734" y="249"/>
                      <a:pt x="734" y="249"/>
                    </a:cubicBezTo>
                    <a:cubicBezTo>
                      <a:pt x="734" y="249"/>
                      <a:pt x="701" y="48"/>
                      <a:pt x="667" y="15"/>
                    </a:cubicBezTo>
                    <a:cubicBezTo>
                      <a:pt x="667" y="15"/>
                      <a:pt x="549" y="0"/>
                      <a:pt x="4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34" name="Google Shape;2234;p19"/>
              <p:cNvSpPr/>
              <p:nvPr/>
            </p:nvSpPr>
            <p:spPr>
              <a:xfrm rot="10800000">
                <a:off x="8988805" y="2952756"/>
                <a:ext cx="22608" cy="20190"/>
              </a:xfrm>
              <a:custGeom>
                <a:avLst/>
                <a:gdLst/>
                <a:ahLst/>
                <a:cxnLst/>
                <a:rect l="l" t="t" r="r" b="b"/>
                <a:pathLst>
                  <a:path w="935" h="835" extrusionOk="0">
                    <a:moveTo>
                      <a:pt x="835" y="1"/>
                    </a:moveTo>
                    <a:cubicBezTo>
                      <a:pt x="835" y="1"/>
                      <a:pt x="768" y="1"/>
                      <a:pt x="635" y="34"/>
                    </a:cubicBezTo>
                    <a:cubicBezTo>
                      <a:pt x="501" y="101"/>
                      <a:pt x="401" y="167"/>
                      <a:pt x="301" y="201"/>
                    </a:cubicBezTo>
                    <a:cubicBezTo>
                      <a:pt x="234" y="301"/>
                      <a:pt x="134" y="434"/>
                      <a:pt x="101" y="501"/>
                    </a:cubicBezTo>
                    <a:lnTo>
                      <a:pt x="1" y="668"/>
                    </a:lnTo>
                    <a:cubicBezTo>
                      <a:pt x="1" y="668"/>
                      <a:pt x="168" y="801"/>
                      <a:pt x="168" y="835"/>
                    </a:cubicBezTo>
                    <a:lnTo>
                      <a:pt x="335" y="768"/>
                    </a:lnTo>
                    <a:cubicBezTo>
                      <a:pt x="435" y="701"/>
                      <a:pt x="568" y="634"/>
                      <a:pt x="601" y="601"/>
                    </a:cubicBezTo>
                    <a:cubicBezTo>
                      <a:pt x="668" y="534"/>
                      <a:pt x="735" y="434"/>
                      <a:pt x="802" y="368"/>
                    </a:cubicBezTo>
                    <a:lnTo>
                      <a:pt x="935" y="267"/>
                    </a:lnTo>
                    <a:cubicBezTo>
                      <a:pt x="935" y="201"/>
                      <a:pt x="835" y="1"/>
                      <a:pt x="8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35" name="Google Shape;2235;p19"/>
              <p:cNvSpPr/>
              <p:nvPr/>
            </p:nvSpPr>
            <p:spPr>
              <a:xfrm rot="10800000">
                <a:off x="8972653" y="2940666"/>
                <a:ext cx="16974" cy="17748"/>
              </a:xfrm>
              <a:custGeom>
                <a:avLst/>
                <a:gdLst/>
                <a:ahLst/>
                <a:cxnLst/>
                <a:rect l="l" t="t" r="r" b="b"/>
                <a:pathLst>
                  <a:path w="702" h="734" extrusionOk="0">
                    <a:moveTo>
                      <a:pt x="568" y="0"/>
                    </a:moveTo>
                    <a:cubicBezTo>
                      <a:pt x="568" y="0"/>
                      <a:pt x="267" y="33"/>
                      <a:pt x="134" y="167"/>
                    </a:cubicBezTo>
                    <a:cubicBezTo>
                      <a:pt x="67" y="334"/>
                      <a:pt x="1" y="567"/>
                      <a:pt x="1" y="567"/>
                    </a:cubicBezTo>
                    <a:cubicBezTo>
                      <a:pt x="1" y="567"/>
                      <a:pt x="201" y="701"/>
                      <a:pt x="134" y="734"/>
                    </a:cubicBezTo>
                    <a:cubicBezTo>
                      <a:pt x="134" y="734"/>
                      <a:pt x="401" y="600"/>
                      <a:pt x="501" y="534"/>
                    </a:cubicBezTo>
                    <a:cubicBezTo>
                      <a:pt x="601" y="434"/>
                      <a:pt x="701" y="200"/>
                      <a:pt x="701" y="200"/>
                    </a:cubicBezTo>
                    <a:lnTo>
                      <a:pt x="56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36" name="Google Shape;2236;p19"/>
              <p:cNvSpPr/>
              <p:nvPr/>
            </p:nvSpPr>
            <p:spPr>
              <a:xfrm rot="10800000">
                <a:off x="8955727" y="2927754"/>
                <a:ext cx="13734" cy="16152"/>
              </a:xfrm>
              <a:custGeom>
                <a:avLst/>
                <a:gdLst/>
                <a:ahLst/>
                <a:cxnLst/>
                <a:rect l="l" t="t" r="r" b="b"/>
                <a:pathLst>
                  <a:path w="568" h="668" extrusionOk="0">
                    <a:moveTo>
                      <a:pt x="334" y="0"/>
                    </a:moveTo>
                    <a:cubicBezTo>
                      <a:pt x="334" y="0"/>
                      <a:pt x="134" y="101"/>
                      <a:pt x="67" y="167"/>
                    </a:cubicBezTo>
                    <a:cubicBezTo>
                      <a:pt x="34" y="267"/>
                      <a:pt x="1" y="501"/>
                      <a:pt x="1" y="501"/>
                    </a:cubicBezTo>
                    <a:cubicBezTo>
                      <a:pt x="1" y="501"/>
                      <a:pt x="201" y="634"/>
                      <a:pt x="201" y="668"/>
                    </a:cubicBezTo>
                    <a:cubicBezTo>
                      <a:pt x="201" y="668"/>
                      <a:pt x="401" y="601"/>
                      <a:pt x="501" y="467"/>
                    </a:cubicBezTo>
                    <a:cubicBezTo>
                      <a:pt x="534" y="401"/>
                      <a:pt x="568" y="301"/>
                      <a:pt x="568" y="234"/>
                    </a:cubicBezTo>
                    <a:lnTo>
                      <a:pt x="568" y="101"/>
                    </a:lnTo>
                    <a:lnTo>
                      <a:pt x="3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37" name="Google Shape;2237;p19"/>
              <p:cNvSpPr/>
              <p:nvPr/>
            </p:nvSpPr>
            <p:spPr>
              <a:xfrm rot="10800000">
                <a:off x="8767800" y="3034219"/>
                <a:ext cx="14532" cy="14532"/>
              </a:xfrm>
              <a:custGeom>
                <a:avLst/>
                <a:gdLst/>
                <a:ahLst/>
                <a:cxnLst/>
                <a:rect l="l" t="t" r="r" b="b"/>
                <a:pathLst>
                  <a:path w="601" h="601" extrusionOk="0">
                    <a:moveTo>
                      <a:pt x="434" y="0"/>
                    </a:moveTo>
                    <a:cubicBezTo>
                      <a:pt x="434" y="0"/>
                      <a:pt x="201" y="67"/>
                      <a:pt x="134" y="133"/>
                    </a:cubicBezTo>
                    <a:cubicBezTo>
                      <a:pt x="34" y="234"/>
                      <a:pt x="0" y="434"/>
                      <a:pt x="0" y="434"/>
                    </a:cubicBezTo>
                    <a:cubicBezTo>
                      <a:pt x="0" y="467"/>
                      <a:pt x="134" y="600"/>
                      <a:pt x="167" y="600"/>
                    </a:cubicBezTo>
                    <a:cubicBezTo>
                      <a:pt x="167" y="600"/>
                      <a:pt x="367" y="567"/>
                      <a:pt x="467" y="467"/>
                    </a:cubicBezTo>
                    <a:cubicBezTo>
                      <a:pt x="534" y="400"/>
                      <a:pt x="601" y="167"/>
                      <a:pt x="601" y="167"/>
                    </a:cubicBezTo>
                    <a:lnTo>
                      <a:pt x="4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38" name="Google Shape;2238;p19"/>
              <p:cNvSpPr/>
              <p:nvPr/>
            </p:nvSpPr>
            <p:spPr>
              <a:xfrm rot="10800000">
                <a:off x="8754090" y="3012433"/>
                <a:ext cx="21786" cy="21810"/>
              </a:xfrm>
              <a:custGeom>
                <a:avLst/>
                <a:gdLst/>
                <a:ahLst/>
                <a:cxnLst/>
                <a:rect l="l" t="t" r="r" b="b"/>
                <a:pathLst>
                  <a:path w="901" h="902" extrusionOk="0">
                    <a:moveTo>
                      <a:pt x="734" y="0"/>
                    </a:moveTo>
                    <a:cubicBezTo>
                      <a:pt x="734" y="0"/>
                      <a:pt x="434" y="167"/>
                      <a:pt x="267" y="301"/>
                    </a:cubicBezTo>
                    <a:cubicBezTo>
                      <a:pt x="167" y="467"/>
                      <a:pt x="0" y="734"/>
                      <a:pt x="0" y="734"/>
                    </a:cubicBezTo>
                    <a:cubicBezTo>
                      <a:pt x="0" y="801"/>
                      <a:pt x="167" y="901"/>
                      <a:pt x="167" y="901"/>
                    </a:cubicBezTo>
                    <a:cubicBezTo>
                      <a:pt x="167" y="901"/>
                      <a:pt x="434" y="801"/>
                      <a:pt x="601" y="634"/>
                    </a:cubicBezTo>
                    <a:cubicBezTo>
                      <a:pt x="734" y="467"/>
                      <a:pt x="901" y="167"/>
                      <a:pt x="901" y="167"/>
                    </a:cubicBezTo>
                    <a:lnTo>
                      <a:pt x="7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39" name="Google Shape;2239;p19"/>
              <p:cNvSpPr/>
              <p:nvPr/>
            </p:nvSpPr>
            <p:spPr>
              <a:xfrm rot="10800000">
                <a:off x="8741178" y="2997925"/>
                <a:ext cx="18570" cy="23406"/>
              </a:xfrm>
              <a:custGeom>
                <a:avLst/>
                <a:gdLst/>
                <a:ahLst/>
                <a:cxnLst/>
                <a:rect l="l" t="t" r="r" b="b"/>
                <a:pathLst>
                  <a:path w="768" h="968" extrusionOk="0">
                    <a:moveTo>
                      <a:pt x="567" y="0"/>
                    </a:moveTo>
                    <a:cubicBezTo>
                      <a:pt x="567" y="0"/>
                      <a:pt x="534" y="100"/>
                      <a:pt x="434" y="134"/>
                    </a:cubicBezTo>
                    <a:cubicBezTo>
                      <a:pt x="367" y="200"/>
                      <a:pt x="267" y="267"/>
                      <a:pt x="234" y="334"/>
                    </a:cubicBezTo>
                    <a:cubicBezTo>
                      <a:pt x="167" y="434"/>
                      <a:pt x="100" y="501"/>
                      <a:pt x="67" y="601"/>
                    </a:cubicBezTo>
                    <a:lnTo>
                      <a:pt x="0" y="767"/>
                    </a:lnTo>
                    <a:cubicBezTo>
                      <a:pt x="0" y="801"/>
                      <a:pt x="100" y="968"/>
                      <a:pt x="100" y="968"/>
                    </a:cubicBezTo>
                    <a:lnTo>
                      <a:pt x="267" y="867"/>
                    </a:lnTo>
                    <a:cubicBezTo>
                      <a:pt x="401" y="834"/>
                      <a:pt x="501" y="767"/>
                      <a:pt x="567" y="667"/>
                    </a:cubicBezTo>
                    <a:cubicBezTo>
                      <a:pt x="668" y="601"/>
                      <a:pt x="701" y="467"/>
                      <a:pt x="734" y="334"/>
                    </a:cubicBezTo>
                    <a:cubicBezTo>
                      <a:pt x="768" y="200"/>
                      <a:pt x="768" y="134"/>
                      <a:pt x="768" y="134"/>
                    </a:cubicBezTo>
                    <a:cubicBezTo>
                      <a:pt x="768" y="100"/>
                      <a:pt x="567" y="0"/>
                      <a:pt x="5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40" name="Google Shape;2240;p19"/>
              <p:cNvSpPr/>
              <p:nvPr/>
            </p:nvSpPr>
            <p:spPr>
              <a:xfrm rot="10800000">
                <a:off x="8908939" y="2492998"/>
                <a:ext cx="24228" cy="12138"/>
              </a:xfrm>
              <a:custGeom>
                <a:avLst/>
                <a:gdLst/>
                <a:ahLst/>
                <a:cxnLst/>
                <a:rect l="l" t="t" r="r" b="b"/>
                <a:pathLst>
                  <a:path w="1002" h="502" extrusionOk="0">
                    <a:moveTo>
                      <a:pt x="434" y="1"/>
                    </a:moveTo>
                    <a:cubicBezTo>
                      <a:pt x="368" y="1"/>
                      <a:pt x="267" y="34"/>
                      <a:pt x="201" y="34"/>
                    </a:cubicBezTo>
                    <a:cubicBezTo>
                      <a:pt x="101" y="101"/>
                      <a:pt x="34" y="101"/>
                      <a:pt x="34" y="101"/>
                    </a:cubicBezTo>
                    <a:lnTo>
                      <a:pt x="1" y="334"/>
                    </a:lnTo>
                    <a:lnTo>
                      <a:pt x="167" y="434"/>
                    </a:lnTo>
                    <a:cubicBezTo>
                      <a:pt x="267" y="468"/>
                      <a:pt x="401" y="501"/>
                      <a:pt x="501" y="501"/>
                    </a:cubicBezTo>
                    <a:cubicBezTo>
                      <a:pt x="601" y="501"/>
                      <a:pt x="734" y="468"/>
                      <a:pt x="835" y="434"/>
                    </a:cubicBezTo>
                    <a:lnTo>
                      <a:pt x="1001" y="334"/>
                    </a:lnTo>
                    <a:cubicBezTo>
                      <a:pt x="1001" y="334"/>
                      <a:pt x="935" y="134"/>
                      <a:pt x="868" y="101"/>
                    </a:cubicBezTo>
                    <a:cubicBezTo>
                      <a:pt x="868" y="101"/>
                      <a:pt x="768" y="34"/>
                      <a:pt x="701" y="34"/>
                    </a:cubicBezTo>
                    <a:cubicBezTo>
                      <a:pt x="601" y="34"/>
                      <a:pt x="534" y="1"/>
                      <a:pt x="4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41" name="Google Shape;2241;p19"/>
              <p:cNvSpPr/>
              <p:nvPr/>
            </p:nvSpPr>
            <p:spPr>
              <a:xfrm rot="10800000">
                <a:off x="8900137" y="2462217"/>
                <a:ext cx="42702" cy="15572"/>
              </a:xfrm>
              <a:custGeom>
                <a:avLst/>
                <a:gdLst/>
                <a:ahLst/>
                <a:cxnLst/>
                <a:rect l="l" t="t" r="r" b="b"/>
                <a:pathLst>
                  <a:path w="1766" h="644" extrusionOk="0">
                    <a:moveTo>
                      <a:pt x="1644" y="0"/>
                    </a:moveTo>
                    <a:cubicBezTo>
                      <a:pt x="1640" y="0"/>
                      <a:pt x="1637" y="1"/>
                      <a:pt x="1635" y="4"/>
                    </a:cubicBezTo>
                    <a:cubicBezTo>
                      <a:pt x="1635" y="4"/>
                      <a:pt x="1101" y="37"/>
                      <a:pt x="801" y="137"/>
                    </a:cubicBezTo>
                    <a:cubicBezTo>
                      <a:pt x="467" y="171"/>
                      <a:pt x="0" y="371"/>
                      <a:pt x="0" y="371"/>
                    </a:cubicBezTo>
                    <a:lnTo>
                      <a:pt x="67" y="638"/>
                    </a:lnTo>
                    <a:cubicBezTo>
                      <a:pt x="67" y="638"/>
                      <a:pt x="152" y="643"/>
                      <a:pt x="276" y="643"/>
                    </a:cubicBezTo>
                    <a:cubicBezTo>
                      <a:pt x="462" y="643"/>
                      <a:pt x="734" y="631"/>
                      <a:pt x="934" y="571"/>
                    </a:cubicBezTo>
                    <a:cubicBezTo>
                      <a:pt x="1268" y="471"/>
                      <a:pt x="1735" y="204"/>
                      <a:pt x="1735" y="204"/>
                    </a:cubicBezTo>
                    <a:cubicBezTo>
                      <a:pt x="1766" y="173"/>
                      <a:pt x="1683" y="0"/>
                      <a:pt x="16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42" name="Google Shape;2242;p19"/>
              <p:cNvSpPr/>
              <p:nvPr/>
            </p:nvSpPr>
            <p:spPr>
              <a:xfrm rot="10800000">
                <a:off x="8892811" y="2437795"/>
                <a:ext cx="33900" cy="15717"/>
              </a:xfrm>
              <a:custGeom>
                <a:avLst/>
                <a:gdLst/>
                <a:ahLst/>
                <a:cxnLst/>
                <a:rect l="l" t="t" r="r" b="b"/>
                <a:pathLst>
                  <a:path w="1402" h="650" extrusionOk="0">
                    <a:moveTo>
                      <a:pt x="1168" y="1"/>
                    </a:moveTo>
                    <a:cubicBezTo>
                      <a:pt x="1168" y="1"/>
                      <a:pt x="1101" y="34"/>
                      <a:pt x="968" y="34"/>
                    </a:cubicBezTo>
                    <a:cubicBezTo>
                      <a:pt x="834" y="67"/>
                      <a:pt x="701" y="67"/>
                      <a:pt x="601" y="134"/>
                    </a:cubicBezTo>
                    <a:cubicBezTo>
                      <a:pt x="367" y="201"/>
                      <a:pt x="0" y="368"/>
                      <a:pt x="0" y="368"/>
                    </a:cubicBezTo>
                    <a:lnTo>
                      <a:pt x="34" y="634"/>
                    </a:lnTo>
                    <a:cubicBezTo>
                      <a:pt x="34" y="634"/>
                      <a:pt x="227" y="649"/>
                      <a:pt x="434" y="649"/>
                    </a:cubicBezTo>
                    <a:cubicBezTo>
                      <a:pt x="538" y="649"/>
                      <a:pt x="645" y="646"/>
                      <a:pt x="734" y="634"/>
                    </a:cubicBezTo>
                    <a:cubicBezTo>
                      <a:pt x="834" y="568"/>
                      <a:pt x="1001" y="501"/>
                      <a:pt x="1135" y="401"/>
                    </a:cubicBezTo>
                    <a:cubicBezTo>
                      <a:pt x="1268" y="368"/>
                      <a:pt x="1335" y="301"/>
                      <a:pt x="1335" y="301"/>
                    </a:cubicBezTo>
                    <a:cubicBezTo>
                      <a:pt x="1401" y="301"/>
                      <a:pt x="1268" y="67"/>
                      <a:pt x="11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43" name="Google Shape;2243;p19"/>
              <p:cNvSpPr/>
              <p:nvPr/>
            </p:nvSpPr>
            <p:spPr>
              <a:xfrm rot="10800000">
                <a:off x="8882317" y="2421232"/>
                <a:ext cx="24228" cy="12114"/>
              </a:xfrm>
              <a:custGeom>
                <a:avLst/>
                <a:gdLst/>
                <a:ahLst/>
                <a:cxnLst/>
                <a:rect l="l" t="t" r="r" b="b"/>
                <a:pathLst>
                  <a:path w="1002" h="501" extrusionOk="0">
                    <a:moveTo>
                      <a:pt x="768" y="1"/>
                    </a:moveTo>
                    <a:cubicBezTo>
                      <a:pt x="718" y="17"/>
                      <a:pt x="668" y="17"/>
                      <a:pt x="617" y="17"/>
                    </a:cubicBezTo>
                    <a:cubicBezTo>
                      <a:pt x="567" y="17"/>
                      <a:pt x="517" y="17"/>
                      <a:pt x="467" y="34"/>
                    </a:cubicBezTo>
                    <a:cubicBezTo>
                      <a:pt x="401" y="34"/>
                      <a:pt x="267" y="67"/>
                      <a:pt x="167" y="101"/>
                    </a:cubicBezTo>
                    <a:lnTo>
                      <a:pt x="0" y="201"/>
                    </a:lnTo>
                    <a:lnTo>
                      <a:pt x="0" y="434"/>
                    </a:lnTo>
                    <a:cubicBezTo>
                      <a:pt x="0" y="434"/>
                      <a:pt x="67" y="434"/>
                      <a:pt x="167" y="501"/>
                    </a:cubicBezTo>
                    <a:lnTo>
                      <a:pt x="501" y="501"/>
                    </a:lnTo>
                    <a:cubicBezTo>
                      <a:pt x="634" y="468"/>
                      <a:pt x="768" y="401"/>
                      <a:pt x="834" y="334"/>
                    </a:cubicBezTo>
                    <a:cubicBezTo>
                      <a:pt x="968" y="234"/>
                      <a:pt x="1001" y="201"/>
                      <a:pt x="1001" y="201"/>
                    </a:cubicBezTo>
                    <a:cubicBezTo>
                      <a:pt x="1001" y="201"/>
                      <a:pt x="934" y="34"/>
                      <a:pt x="9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44" name="Google Shape;2244;p19"/>
              <p:cNvSpPr/>
              <p:nvPr/>
            </p:nvSpPr>
            <p:spPr>
              <a:xfrm rot="10800000">
                <a:off x="8733102" y="2375241"/>
                <a:ext cx="41976" cy="12138"/>
              </a:xfrm>
              <a:custGeom>
                <a:avLst/>
                <a:gdLst/>
                <a:ahLst/>
                <a:cxnLst/>
                <a:rect l="l" t="t" r="r" b="b"/>
                <a:pathLst>
                  <a:path w="1736" h="502" extrusionOk="0">
                    <a:moveTo>
                      <a:pt x="868" y="1"/>
                    </a:moveTo>
                    <a:cubicBezTo>
                      <a:pt x="701" y="1"/>
                      <a:pt x="501" y="68"/>
                      <a:pt x="334" y="68"/>
                    </a:cubicBezTo>
                    <a:cubicBezTo>
                      <a:pt x="167" y="101"/>
                      <a:pt x="34" y="101"/>
                      <a:pt x="34" y="101"/>
                    </a:cubicBezTo>
                    <a:cubicBezTo>
                      <a:pt x="1" y="101"/>
                      <a:pt x="1" y="335"/>
                      <a:pt x="1" y="335"/>
                    </a:cubicBezTo>
                    <a:cubicBezTo>
                      <a:pt x="1" y="335"/>
                      <a:pt x="134" y="401"/>
                      <a:pt x="301" y="435"/>
                    </a:cubicBezTo>
                    <a:cubicBezTo>
                      <a:pt x="468" y="468"/>
                      <a:pt x="701" y="501"/>
                      <a:pt x="868" y="501"/>
                    </a:cubicBezTo>
                    <a:cubicBezTo>
                      <a:pt x="1035" y="468"/>
                      <a:pt x="1302" y="468"/>
                      <a:pt x="1468" y="401"/>
                    </a:cubicBezTo>
                    <a:cubicBezTo>
                      <a:pt x="1635" y="301"/>
                      <a:pt x="1735" y="268"/>
                      <a:pt x="1735" y="268"/>
                    </a:cubicBezTo>
                    <a:cubicBezTo>
                      <a:pt x="1735" y="268"/>
                      <a:pt x="1702" y="68"/>
                      <a:pt x="17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45" name="Google Shape;2245;p19"/>
              <p:cNvSpPr/>
              <p:nvPr/>
            </p:nvSpPr>
            <p:spPr>
              <a:xfrm rot="10800000">
                <a:off x="8721012" y="2341365"/>
                <a:ext cx="33102" cy="13734"/>
              </a:xfrm>
              <a:custGeom>
                <a:avLst/>
                <a:gdLst/>
                <a:ahLst/>
                <a:cxnLst/>
                <a:rect l="l" t="t" r="r" b="b"/>
                <a:pathLst>
                  <a:path w="1369" h="568" extrusionOk="0">
                    <a:moveTo>
                      <a:pt x="1302" y="0"/>
                    </a:moveTo>
                    <a:cubicBezTo>
                      <a:pt x="1302" y="0"/>
                      <a:pt x="868" y="0"/>
                      <a:pt x="635" y="67"/>
                    </a:cubicBezTo>
                    <a:cubicBezTo>
                      <a:pt x="368" y="100"/>
                      <a:pt x="1" y="300"/>
                      <a:pt x="1" y="300"/>
                    </a:cubicBezTo>
                    <a:lnTo>
                      <a:pt x="34" y="567"/>
                    </a:lnTo>
                    <a:cubicBezTo>
                      <a:pt x="34" y="567"/>
                      <a:pt x="468" y="567"/>
                      <a:pt x="701" y="501"/>
                    </a:cubicBezTo>
                    <a:cubicBezTo>
                      <a:pt x="968" y="467"/>
                      <a:pt x="1335" y="267"/>
                      <a:pt x="1335" y="267"/>
                    </a:cubicBezTo>
                    <a:cubicBezTo>
                      <a:pt x="1369" y="267"/>
                      <a:pt x="1335" y="67"/>
                      <a:pt x="13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46" name="Google Shape;2246;p19"/>
              <p:cNvSpPr/>
              <p:nvPr/>
            </p:nvSpPr>
            <p:spPr>
              <a:xfrm rot="10800000">
                <a:off x="8718594" y="2316363"/>
                <a:ext cx="28242" cy="14556"/>
              </a:xfrm>
              <a:custGeom>
                <a:avLst/>
                <a:gdLst/>
                <a:ahLst/>
                <a:cxnLst/>
                <a:rect l="l" t="t" r="r" b="b"/>
                <a:pathLst>
                  <a:path w="1168" h="602" extrusionOk="0">
                    <a:moveTo>
                      <a:pt x="1068" y="1"/>
                    </a:moveTo>
                    <a:cubicBezTo>
                      <a:pt x="1068" y="1"/>
                      <a:pt x="701" y="1"/>
                      <a:pt x="500" y="101"/>
                    </a:cubicBezTo>
                    <a:cubicBezTo>
                      <a:pt x="300" y="134"/>
                      <a:pt x="0" y="335"/>
                      <a:pt x="0" y="335"/>
                    </a:cubicBezTo>
                    <a:lnTo>
                      <a:pt x="33" y="601"/>
                    </a:lnTo>
                    <a:cubicBezTo>
                      <a:pt x="33" y="601"/>
                      <a:pt x="400" y="601"/>
                      <a:pt x="667" y="568"/>
                    </a:cubicBezTo>
                    <a:cubicBezTo>
                      <a:pt x="867" y="468"/>
                      <a:pt x="1168" y="234"/>
                      <a:pt x="1168" y="234"/>
                    </a:cubicBezTo>
                    <a:lnTo>
                      <a:pt x="106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47" name="Google Shape;2247;p19"/>
              <p:cNvSpPr/>
              <p:nvPr/>
            </p:nvSpPr>
            <p:spPr>
              <a:xfrm rot="10800000">
                <a:off x="8703264" y="2280528"/>
                <a:ext cx="25026" cy="13275"/>
              </a:xfrm>
              <a:custGeom>
                <a:avLst/>
                <a:gdLst/>
                <a:ahLst/>
                <a:cxnLst/>
                <a:rect l="l" t="t" r="r" b="b"/>
                <a:pathLst>
                  <a:path w="1035" h="549" extrusionOk="0">
                    <a:moveTo>
                      <a:pt x="934" y="0"/>
                    </a:moveTo>
                    <a:cubicBezTo>
                      <a:pt x="934" y="0"/>
                      <a:pt x="634" y="0"/>
                      <a:pt x="467" y="67"/>
                    </a:cubicBezTo>
                    <a:cubicBezTo>
                      <a:pt x="301" y="100"/>
                      <a:pt x="67" y="267"/>
                      <a:pt x="67" y="267"/>
                    </a:cubicBezTo>
                    <a:cubicBezTo>
                      <a:pt x="0" y="267"/>
                      <a:pt x="100" y="534"/>
                      <a:pt x="100" y="534"/>
                    </a:cubicBezTo>
                    <a:cubicBezTo>
                      <a:pt x="100" y="534"/>
                      <a:pt x="249" y="549"/>
                      <a:pt x="397" y="549"/>
                    </a:cubicBezTo>
                    <a:cubicBezTo>
                      <a:pt x="471" y="549"/>
                      <a:pt x="545" y="545"/>
                      <a:pt x="601" y="534"/>
                    </a:cubicBezTo>
                    <a:cubicBezTo>
                      <a:pt x="768" y="434"/>
                      <a:pt x="1034" y="234"/>
                      <a:pt x="1034" y="234"/>
                    </a:cubicBezTo>
                    <a:cubicBezTo>
                      <a:pt x="1034" y="201"/>
                      <a:pt x="934" y="34"/>
                      <a:pt x="9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48" name="Google Shape;2248;p19"/>
              <p:cNvSpPr/>
              <p:nvPr/>
            </p:nvSpPr>
            <p:spPr>
              <a:xfrm rot="10800000">
                <a:off x="8676642" y="2242977"/>
                <a:ext cx="18594" cy="12114"/>
              </a:xfrm>
              <a:custGeom>
                <a:avLst/>
                <a:gdLst/>
                <a:ahLst/>
                <a:cxnLst/>
                <a:rect l="l" t="t" r="r" b="b"/>
                <a:pathLst>
                  <a:path w="769" h="501" extrusionOk="0">
                    <a:moveTo>
                      <a:pt x="368" y="1"/>
                    </a:moveTo>
                    <a:cubicBezTo>
                      <a:pt x="268" y="1"/>
                      <a:pt x="201" y="34"/>
                      <a:pt x="101" y="67"/>
                    </a:cubicBezTo>
                    <a:cubicBezTo>
                      <a:pt x="34" y="134"/>
                      <a:pt x="1" y="167"/>
                      <a:pt x="1" y="167"/>
                    </a:cubicBezTo>
                    <a:cubicBezTo>
                      <a:pt x="1" y="201"/>
                      <a:pt x="68" y="401"/>
                      <a:pt x="68" y="401"/>
                    </a:cubicBezTo>
                    <a:cubicBezTo>
                      <a:pt x="68" y="401"/>
                      <a:pt x="101" y="468"/>
                      <a:pt x="201" y="468"/>
                    </a:cubicBezTo>
                    <a:cubicBezTo>
                      <a:pt x="268" y="501"/>
                      <a:pt x="335" y="501"/>
                      <a:pt x="401" y="501"/>
                    </a:cubicBezTo>
                    <a:cubicBezTo>
                      <a:pt x="568" y="501"/>
                      <a:pt x="768" y="367"/>
                      <a:pt x="768" y="367"/>
                    </a:cubicBezTo>
                    <a:cubicBezTo>
                      <a:pt x="768" y="334"/>
                      <a:pt x="768" y="134"/>
                      <a:pt x="735" y="134"/>
                    </a:cubicBezTo>
                    <a:cubicBezTo>
                      <a:pt x="735" y="134"/>
                      <a:pt x="535" y="1"/>
                      <a:pt x="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2249" name="Google Shape;2249;p19"/>
            <p:cNvSpPr/>
            <p:nvPr/>
          </p:nvSpPr>
          <p:spPr>
            <a:xfrm rot="10800000">
              <a:off x="8218818" y="2040880"/>
              <a:ext cx="725207" cy="731880"/>
            </a:xfrm>
            <a:custGeom>
              <a:avLst/>
              <a:gdLst/>
              <a:ahLst/>
              <a:cxnLst/>
              <a:rect l="l" t="t" r="r" b="b"/>
              <a:pathLst>
                <a:path w="29992" h="30268" extrusionOk="0">
                  <a:moveTo>
                    <a:pt x="29808" y="0"/>
                  </a:moveTo>
                  <a:cubicBezTo>
                    <a:pt x="29732" y="0"/>
                    <a:pt x="29628" y="48"/>
                    <a:pt x="29504" y="161"/>
                  </a:cubicBezTo>
                  <a:cubicBezTo>
                    <a:pt x="29504" y="161"/>
                    <a:pt x="29504" y="194"/>
                    <a:pt x="29404" y="261"/>
                  </a:cubicBezTo>
                  <a:cubicBezTo>
                    <a:pt x="29370" y="361"/>
                    <a:pt x="29237" y="495"/>
                    <a:pt x="29170" y="695"/>
                  </a:cubicBezTo>
                  <a:cubicBezTo>
                    <a:pt x="29070" y="861"/>
                    <a:pt x="28937" y="1095"/>
                    <a:pt x="28837" y="1395"/>
                  </a:cubicBezTo>
                  <a:cubicBezTo>
                    <a:pt x="28703" y="1729"/>
                    <a:pt x="28570" y="2062"/>
                    <a:pt x="28503" y="2429"/>
                  </a:cubicBezTo>
                  <a:cubicBezTo>
                    <a:pt x="28269" y="3230"/>
                    <a:pt x="28236" y="4197"/>
                    <a:pt x="28236" y="5231"/>
                  </a:cubicBezTo>
                  <a:cubicBezTo>
                    <a:pt x="28236" y="6332"/>
                    <a:pt x="28336" y="7433"/>
                    <a:pt x="28236" y="8667"/>
                  </a:cubicBezTo>
                  <a:cubicBezTo>
                    <a:pt x="28136" y="11069"/>
                    <a:pt x="26401" y="13437"/>
                    <a:pt x="24066" y="14738"/>
                  </a:cubicBezTo>
                  <a:cubicBezTo>
                    <a:pt x="22899" y="15405"/>
                    <a:pt x="21665" y="16006"/>
                    <a:pt x="20531" y="16773"/>
                  </a:cubicBezTo>
                  <a:cubicBezTo>
                    <a:pt x="19396" y="17540"/>
                    <a:pt x="18496" y="18574"/>
                    <a:pt x="17862" y="19675"/>
                  </a:cubicBezTo>
                  <a:cubicBezTo>
                    <a:pt x="17762" y="19775"/>
                    <a:pt x="17695" y="19942"/>
                    <a:pt x="17595" y="20075"/>
                  </a:cubicBezTo>
                  <a:cubicBezTo>
                    <a:pt x="17562" y="20242"/>
                    <a:pt x="17495" y="20375"/>
                    <a:pt x="17428" y="20542"/>
                  </a:cubicBezTo>
                  <a:cubicBezTo>
                    <a:pt x="17328" y="20842"/>
                    <a:pt x="17228" y="21109"/>
                    <a:pt x="17162" y="21443"/>
                  </a:cubicBezTo>
                  <a:cubicBezTo>
                    <a:pt x="16995" y="22110"/>
                    <a:pt x="16861" y="22777"/>
                    <a:pt x="16828" y="23444"/>
                  </a:cubicBezTo>
                  <a:cubicBezTo>
                    <a:pt x="16761" y="24111"/>
                    <a:pt x="16761" y="24845"/>
                    <a:pt x="16728" y="25446"/>
                  </a:cubicBezTo>
                  <a:cubicBezTo>
                    <a:pt x="16695" y="26080"/>
                    <a:pt x="16494" y="26613"/>
                    <a:pt x="15994" y="26947"/>
                  </a:cubicBezTo>
                  <a:cubicBezTo>
                    <a:pt x="15494" y="27280"/>
                    <a:pt x="14827" y="27514"/>
                    <a:pt x="14193" y="27614"/>
                  </a:cubicBezTo>
                  <a:cubicBezTo>
                    <a:pt x="13559" y="27781"/>
                    <a:pt x="12892" y="27881"/>
                    <a:pt x="12225" y="27948"/>
                  </a:cubicBezTo>
                  <a:cubicBezTo>
                    <a:pt x="11723" y="28038"/>
                    <a:pt x="11226" y="28073"/>
                    <a:pt x="10734" y="28073"/>
                  </a:cubicBezTo>
                  <a:cubicBezTo>
                    <a:pt x="9950" y="28073"/>
                    <a:pt x="9180" y="27983"/>
                    <a:pt x="8422" y="27881"/>
                  </a:cubicBezTo>
                  <a:cubicBezTo>
                    <a:pt x="7311" y="27726"/>
                    <a:pt x="6228" y="27544"/>
                    <a:pt x="5227" y="27544"/>
                  </a:cubicBezTo>
                  <a:cubicBezTo>
                    <a:pt x="5146" y="27544"/>
                    <a:pt x="5066" y="27545"/>
                    <a:pt x="4986" y="27547"/>
                  </a:cubicBezTo>
                  <a:cubicBezTo>
                    <a:pt x="3885" y="27581"/>
                    <a:pt x="2918" y="27881"/>
                    <a:pt x="2218" y="28248"/>
                  </a:cubicBezTo>
                  <a:cubicBezTo>
                    <a:pt x="2017" y="28348"/>
                    <a:pt x="1884" y="28448"/>
                    <a:pt x="1717" y="28548"/>
                  </a:cubicBezTo>
                  <a:cubicBezTo>
                    <a:pt x="1550" y="28615"/>
                    <a:pt x="1417" y="28715"/>
                    <a:pt x="1317" y="28848"/>
                  </a:cubicBezTo>
                  <a:cubicBezTo>
                    <a:pt x="1050" y="29015"/>
                    <a:pt x="850" y="29215"/>
                    <a:pt x="683" y="29349"/>
                  </a:cubicBezTo>
                  <a:cubicBezTo>
                    <a:pt x="383" y="29682"/>
                    <a:pt x="216" y="29849"/>
                    <a:pt x="216" y="29849"/>
                  </a:cubicBezTo>
                  <a:cubicBezTo>
                    <a:pt x="1" y="30086"/>
                    <a:pt x="36" y="30267"/>
                    <a:pt x="186" y="30267"/>
                  </a:cubicBezTo>
                  <a:cubicBezTo>
                    <a:pt x="269" y="30267"/>
                    <a:pt x="386" y="30212"/>
                    <a:pt x="516" y="30082"/>
                  </a:cubicBezTo>
                  <a:lnTo>
                    <a:pt x="983" y="29615"/>
                  </a:lnTo>
                  <a:cubicBezTo>
                    <a:pt x="1150" y="29515"/>
                    <a:pt x="1317" y="29349"/>
                    <a:pt x="1550" y="29182"/>
                  </a:cubicBezTo>
                  <a:cubicBezTo>
                    <a:pt x="1650" y="29082"/>
                    <a:pt x="1817" y="29015"/>
                    <a:pt x="1917" y="28915"/>
                  </a:cubicBezTo>
                  <a:cubicBezTo>
                    <a:pt x="2084" y="28848"/>
                    <a:pt x="2218" y="28715"/>
                    <a:pt x="2384" y="28615"/>
                  </a:cubicBezTo>
                  <a:cubicBezTo>
                    <a:pt x="3051" y="28281"/>
                    <a:pt x="3919" y="28048"/>
                    <a:pt x="4919" y="28048"/>
                  </a:cubicBezTo>
                  <a:cubicBezTo>
                    <a:pt x="4989" y="28045"/>
                    <a:pt x="5059" y="28044"/>
                    <a:pt x="5129" y="28044"/>
                  </a:cubicBezTo>
                  <a:cubicBezTo>
                    <a:pt x="6131" y="28044"/>
                    <a:pt x="7168" y="28259"/>
                    <a:pt x="8322" y="28415"/>
                  </a:cubicBezTo>
                  <a:cubicBezTo>
                    <a:pt x="9142" y="28551"/>
                    <a:pt x="10025" y="28657"/>
                    <a:pt x="10938" y="28657"/>
                  </a:cubicBezTo>
                  <a:cubicBezTo>
                    <a:pt x="11361" y="28657"/>
                    <a:pt x="11791" y="28634"/>
                    <a:pt x="12225" y="28581"/>
                  </a:cubicBezTo>
                  <a:cubicBezTo>
                    <a:pt x="12892" y="28548"/>
                    <a:pt x="13592" y="28415"/>
                    <a:pt x="14259" y="28281"/>
                  </a:cubicBezTo>
                  <a:cubicBezTo>
                    <a:pt x="14993" y="28181"/>
                    <a:pt x="15660" y="27948"/>
                    <a:pt x="16328" y="27547"/>
                  </a:cubicBezTo>
                  <a:cubicBezTo>
                    <a:pt x="16661" y="27280"/>
                    <a:pt x="16928" y="27014"/>
                    <a:pt x="17095" y="26613"/>
                  </a:cubicBezTo>
                  <a:cubicBezTo>
                    <a:pt x="17262" y="26280"/>
                    <a:pt x="17328" y="25879"/>
                    <a:pt x="17362" y="25546"/>
                  </a:cubicBezTo>
                  <a:cubicBezTo>
                    <a:pt x="17395" y="24845"/>
                    <a:pt x="17395" y="24178"/>
                    <a:pt x="17428" y="23544"/>
                  </a:cubicBezTo>
                  <a:cubicBezTo>
                    <a:pt x="17495" y="22911"/>
                    <a:pt x="17595" y="22277"/>
                    <a:pt x="17762" y="21710"/>
                  </a:cubicBezTo>
                  <a:cubicBezTo>
                    <a:pt x="17862" y="21410"/>
                    <a:pt x="17995" y="21109"/>
                    <a:pt x="18062" y="20842"/>
                  </a:cubicBezTo>
                  <a:cubicBezTo>
                    <a:pt x="18096" y="20676"/>
                    <a:pt x="18196" y="20542"/>
                    <a:pt x="18229" y="20409"/>
                  </a:cubicBezTo>
                  <a:cubicBezTo>
                    <a:pt x="18329" y="20275"/>
                    <a:pt x="18362" y="20175"/>
                    <a:pt x="18429" y="20042"/>
                  </a:cubicBezTo>
                  <a:cubicBezTo>
                    <a:pt x="19030" y="19041"/>
                    <a:pt x="19830" y="18074"/>
                    <a:pt x="20898" y="17373"/>
                  </a:cubicBezTo>
                  <a:cubicBezTo>
                    <a:pt x="21932" y="16606"/>
                    <a:pt x="23166" y="16039"/>
                    <a:pt x="24367" y="15339"/>
                  </a:cubicBezTo>
                  <a:cubicBezTo>
                    <a:pt x="25568" y="14605"/>
                    <a:pt x="26702" y="13671"/>
                    <a:pt x="27436" y="12503"/>
                  </a:cubicBezTo>
                  <a:cubicBezTo>
                    <a:pt x="27669" y="12203"/>
                    <a:pt x="27869" y="11936"/>
                    <a:pt x="28003" y="11603"/>
                  </a:cubicBezTo>
                  <a:cubicBezTo>
                    <a:pt x="28036" y="11436"/>
                    <a:pt x="28103" y="11336"/>
                    <a:pt x="28203" y="11169"/>
                  </a:cubicBezTo>
                  <a:cubicBezTo>
                    <a:pt x="28269" y="11002"/>
                    <a:pt x="28336" y="10835"/>
                    <a:pt x="28370" y="10669"/>
                  </a:cubicBezTo>
                  <a:cubicBezTo>
                    <a:pt x="28636" y="10035"/>
                    <a:pt x="28703" y="9368"/>
                    <a:pt x="28736" y="8734"/>
                  </a:cubicBezTo>
                  <a:cubicBezTo>
                    <a:pt x="28837" y="7500"/>
                    <a:pt x="28703" y="6332"/>
                    <a:pt x="28703" y="5265"/>
                  </a:cubicBezTo>
                  <a:cubicBezTo>
                    <a:pt x="28670" y="4231"/>
                    <a:pt x="28703" y="3363"/>
                    <a:pt x="28870" y="2596"/>
                  </a:cubicBezTo>
                  <a:cubicBezTo>
                    <a:pt x="28970" y="2229"/>
                    <a:pt x="29070" y="1929"/>
                    <a:pt x="29170" y="1662"/>
                  </a:cubicBezTo>
                  <a:cubicBezTo>
                    <a:pt x="29304" y="1395"/>
                    <a:pt x="29404" y="1195"/>
                    <a:pt x="29504" y="995"/>
                  </a:cubicBezTo>
                  <a:cubicBezTo>
                    <a:pt x="29570" y="761"/>
                    <a:pt x="29704" y="661"/>
                    <a:pt x="29737" y="561"/>
                  </a:cubicBezTo>
                  <a:cubicBezTo>
                    <a:pt x="29804" y="495"/>
                    <a:pt x="29837" y="428"/>
                    <a:pt x="29837" y="428"/>
                  </a:cubicBezTo>
                  <a:cubicBezTo>
                    <a:pt x="29992" y="185"/>
                    <a:pt x="29956" y="0"/>
                    <a:pt x="298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50" name="Google Shape;2250;p19"/>
            <p:cNvSpPr/>
            <p:nvPr/>
          </p:nvSpPr>
          <p:spPr>
            <a:xfrm rot="10800000">
              <a:off x="8357248" y="2735862"/>
              <a:ext cx="287162" cy="191070"/>
            </a:xfrm>
            <a:custGeom>
              <a:avLst/>
              <a:gdLst/>
              <a:ahLst/>
              <a:cxnLst/>
              <a:rect l="l" t="t" r="r" b="b"/>
              <a:pathLst>
                <a:path w="11876" h="7902" extrusionOk="0">
                  <a:moveTo>
                    <a:pt x="200" y="1"/>
                  </a:moveTo>
                  <a:cubicBezTo>
                    <a:pt x="112" y="1"/>
                    <a:pt x="34" y="44"/>
                    <a:pt x="34" y="132"/>
                  </a:cubicBezTo>
                  <a:lnTo>
                    <a:pt x="34" y="433"/>
                  </a:lnTo>
                  <a:cubicBezTo>
                    <a:pt x="0" y="633"/>
                    <a:pt x="0" y="900"/>
                    <a:pt x="0" y="1233"/>
                  </a:cubicBezTo>
                  <a:cubicBezTo>
                    <a:pt x="0" y="1900"/>
                    <a:pt x="134" y="2801"/>
                    <a:pt x="501" y="3802"/>
                  </a:cubicBezTo>
                  <a:cubicBezTo>
                    <a:pt x="934" y="4802"/>
                    <a:pt x="1635" y="5803"/>
                    <a:pt x="2602" y="6570"/>
                  </a:cubicBezTo>
                  <a:cubicBezTo>
                    <a:pt x="3069" y="6937"/>
                    <a:pt x="3603" y="7204"/>
                    <a:pt x="4137" y="7438"/>
                  </a:cubicBezTo>
                  <a:cubicBezTo>
                    <a:pt x="4670" y="7638"/>
                    <a:pt x="5238" y="7805"/>
                    <a:pt x="5771" y="7871"/>
                  </a:cubicBezTo>
                  <a:cubicBezTo>
                    <a:pt x="5995" y="7886"/>
                    <a:pt x="6232" y="7901"/>
                    <a:pt x="6480" y="7901"/>
                  </a:cubicBezTo>
                  <a:cubicBezTo>
                    <a:pt x="6785" y="7901"/>
                    <a:pt x="7107" y="7878"/>
                    <a:pt x="7439" y="7805"/>
                  </a:cubicBezTo>
                  <a:cubicBezTo>
                    <a:pt x="7706" y="7771"/>
                    <a:pt x="8006" y="7671"/>
                    <a:pt x="8306" y="7604"/>
                  </a:cubicBezTo>
                  <a:cubicBezTo>
                    <a:pt x="8607" y="7471"/>
                    <a:pt x="8907" y="7404"/>
                    <a:pt x="9140" y="7237"/>
                  </a:cubicBezTo>
                  <a:cubicBezTo>
                    <a:pt x="9374" y="7104"/>
                    <a:pt x="9641" y="6904"/>
                    <a:pt x="9908" y="6737"/>
                  </a:cubicBezTo>
                  <a:cubicBezTo>
                    <a:pt x="10108" y="6537"/>
                    <a:pt x="10341" y="6370"/>
                    <a:pt x="10508" y="6103"/>
                  </a:cubicBezTo>
                  <a:cubicBezTo>
                    <a:pt x="10875" y="5636"/>
                    <a:pt x="11175" y="5136"/>
                    <a:pt x="11375" y="4636"/>
                  </a:cubicBezTo>
                  <a:cubicBezTo>
                    <a:pt x="11809" y="3635"/>
                    <a:pt x="11876" y="2734"/>
                    <a:pt x="11876" y="2067"/>
                  </a:cubicBezTo>
                  <a:cubicBezTo>
                    <a:pt x="11876" y="1734"/>
                    <a:pt x="11842" y="1433"/>
                    <a:pt x="11842" y="1267"/>
                  </a:cubicBezTo>
                  <a:lnTo>
                    <a:pt x="11842" y="966"/>
                  </a:lnTo>
                  <a:cubicBezTo>
                    <a:pt x="11842" y="878"/>
                    <a:pt x="11777" y="835"/>
                    <a:pt x="11701" y="835"/>
                  </a:cubicBezTo>
                  <a:cubicBezTo>
                    <a:pt x="11606" y="835"/>
                    <a:pt x="11494" y="903"/>
                    <a:pt x="11475" y="1033"/>
                  </a:cubicBezTo>
                  <a:lnTo>
                    <a:pt x="11475" y="1267"/>
                  </a:lnTo>
                  <a:cubicBezTo>
                    <a:pt x="11475" y="1433"/>
                    <a:pt x="11509" y="1700"/>
                    <a:pt x="11475" y="2034"/>
                  </a:cubicBezTo>
                  <a:cubicBezTo>
                    <a:pt x="11475" y="2634"/>
                    <a:pt x="11309" y="3568"/>
                    <a:pt x="10942" y="4435"/>
                  </a:cubicBezTo>
                  <a:cubicBezTo>
                    <a:pt x="10708" y="4869"/>
                    <a:pt x="10475" y="5303"/>
                    <a:pt x="10108" y="5703"/>
                  </a:cubicBezTo>
                  <a:cubicBezTo>
                    <a:pt x="9941" y="5903"/>
                    <a:pt x="9707" y="6070"/>
                    <a:pt x="9507" y="6237"/>
                  </a:cubicBezTo>
                  <a:cubicBezTo>
                    <a:pt x="9307" y="6370"/>
                    <a:pt x="9107" y="6537"/>
                    <a:pt x="8840" y="6637"/>
                  </a:cubicBezTo>
                  <a:cubicBezTo>
                    <a:pt x="8607" y="6770"/>
                    <a:pt x="8340" y="6871"/>
                    <a:pt x="8106" y="6937"/>
                  </a:cubicBezTo>
                  <a:cubicBezTo>
                    <a:pt x="7839" y="6971"/>
                    <a:pt x="7606" y="7071"/>
                    <a:pt x="7339" y="7104"/>
                  </a:cubicBezTo>
                  <a:cubicBezTo>
                    <a:pt x="7130" y="7143"/>
                    <a:pt x="6925" y="7157"/>
                    <a:pt x="6726" y="7157"/>
                  </a:cubicBezTo>
                  <a:cubicBezTo>
                    <a:pt x="6418" y="7157"/>
                    <a:pt x="6122" y="7124"/>
                    <a:pt x="5838" y="7104"/>
                  </a:cubicBezTo>
                  <a:cubicBezTo>
                    <a:pt x="5338" y="7071"/>
                    <a:pt x="4871" y="6937"/>
                    <a:pt x="4370" y="6770"/>
                  </a:cubicBezTo>
                  <a:cubicBezTo>
                    <a:pt x="3870" y="6604"/>
                    <a:pt x="3370" y="6370"/>
                    <a:pt x="2969" y="6037"/>
                  </a:cubicBezTo>
                  <a:cubicBezTo>
                    <a:pt x="2102" y="5403"/>
                    <a:pt x="1435" y="4536"/>
                    <a:pt x="1001" y="3602"/>
                  </a:cubicBezTo>
                  <a:cubicBezTo>
                    <a:pt x="601" y="2701"/>
                    <a:pt x="467" y="1800"/>
                    <a:pt x="434" y="1200"/>
                  </a:cubicBezTo>
                  <a:lnTo>
                    <a:pt x="434" y="433"/>
                  </a:lnTo>
                  <a:lnTo>
                    <a:pt x="434" y="199"/>
                  </a:lnTo>
                  <a:cubicBezTo>
                    <a:pt x="434" y="69"/>
                    <a:pt x="310" y="1"/>
                    <a:pt x="2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2251" name="Google Shape;2251;p19"/>
          <p:cNvGrpSpPr/>
          <p:nvPr/>
        </p:nvGrpSpPr>
        <p:grpSpPr>
          <a:xfrm>
            <a:off x="100657" y="74570"/>
            <a:ext cx="737220" cy="2031013"/>
            <a:chOff x="8161245" y="-129"/>
            <a:chExt cx="737220" cy="2031013"/>
          </a:xfrm>
        </p:grpSpPr>
        <p:sp>
          <p:nvSpPr>
            <p:cNvPr id="2252" name="Google Shape;2252;p19"/>
            <p:cNvSpPr/>
            <p:nvPr/>
          </p:nvSpPr>
          <p:spPr>
            <a:xfrm rot="10800000">
              <a:off x="8687716" y="1608445"/>
              <a:ext cx="27662" cy="156324"/>
            </a:xfrm>
            <a:custGeom>
              <a:avLst/>
              <a:gdLst/>
              <a:ahLst/>
              <a:cxnLst/>
              <a:rect l="l" t="t" r="r" b="b"/>
              <a:pathLst>
                <a:path w="1144" h="6465" extrusionOk="0">
                  <a:moveTo>
                    <a:pt x="578" y="0"/>
                  </a:moveTo>
                  <a:cubicBezTo>
                    <a:pt x="539" y="0"/>
                    <a:pt x="509" y="11"/>
                    <a:pt x="500" y="37"/>
                  </a:cubicBezTo>
                  <a:cubicBezTo>
                    <a:pt x="500" y="37"/>
                    <a:pt x="434" y="171"/>
                    <a:pt x="400" y="371"/>
                  </a:cubicBezTo>
                  <a:cubicBezTo>
                    <a:pt x="334" y="571"/>
                    <a:pt x="234" y="838"/>
                    <a:pt x="200" y="1171"/>
                  </a:cubicBezTo>
                  <a:cubicBezTo>
                    <a:pt x="33" y="1838"/>
                    <a:pt x="0" y="2672"/>
                    <a:pt x="33" y="3273"/>
                  </a:cubicBezTo>
                  <a:cubicBezTo>
                    <a:pt x="67" y="3940"/>
                    <a:pt x="200" y="4740"/>
                    <a:pt x="400" y="5374"/>
                  </a:cubicBezTo>
                  <a:cubicBezTo>
                    <a:pt x="500" y="5708"/>
                    <a:pt x="567" y="5941"/>
                    <a:pt x="667" y="6175"/>
                  </a:cubicBezTo>
                  <a:cubicBezTo>
                    <a:pt x="734" y="6342"/>
                    <a:pt x="767" y="6442"/>
                    <a:pt x="767" y="6442"/>
                  </a:cubicBezTo>
                  <a:cubicBezTo>
                    <a:pt x="783" y="6458"/>
                    <a:pt x="815" y="6464"/>
                    <a:pt x="852" y="6464"/>
                  </a:cubicBezTo>
                  <a:cubicBezTo>
                    <a:pt x="969" y="6464"/>
                    <a:pt x="1143" y="6400"/>
                    <a:pt x="1067" y="6375"/>
                  </a:cubicBezTo>
                  <a:cubicBezTo>
                    <a:pt x="1067" y="6375"/>
                    <a:pt x="1067" y="6242"/>
                    <a:pt x="1034" y="6041"/>
                  </a:cubicBezTo>
                  <a:cubicBezTo>
                    <a:pt x="1001" y="5841"/>
                    <a:pt x="934" y="5574"/>
                    <a:pt x="901" y="5241"/>
                  </a:cubicBezTo>
                  <a:cubicBezTo>
                    <a:pt x="834" y="4607"/>
                    <a:pt x="767" y="3840"/>
                    <a:pt x="734" y="3239"/>
                  </a:cubicBezTo>
                  <a:cubicBezTo>
                    <a:pt x="734" y="2672"/>
                    <a:pt x="701" y="1872"/>
                    <a:pt x="734" y="1238"/>
                  </a:cubicBezTo>
                  <a:cubicBezTo>
                    <a:pt x="734" y="904"/>
                    <a:pt x="767" y="671"/>
                    <a:pt x="834" y="437"/>
                  </a:cubicBezTo>
                  <a:cubicBezTo>
                    <a:pt x="867" y="237"/>
                    <a:pt x="867" y="104"/>
                    <a:pt x="867" y="104"/>
                  </a:cubicBezTo>
                  <a:cubicBezTo>
                    <a:pt x="867" y="79"/>
                    <a:pt x="687" y="0"/>
                    <a:pt x="5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53" name="Google Shape;2253;p19"/>
            <p:cNvSpPr/>
            <p:nvPr/>
          </p:nvSpPr>
          <p:spPr>
            <a:xfrm rot="10800000">
              <a:off x="8580671" y="1417036"/>
              <a:ext cx="66156" cy="105425"/>
            </a:xfrm>
            <a:custGeom>
              <a:avLst/>
              <a:gdLst/>
              <a:ahLst/>
              <a:cxnLst/>
              <a:rect l="l" t="t" r="r" b="b"/>
              <a:pathLst>
                <a:path w="2736" h="4360" extrusionOk="0">
                  <a:moveTo>
                    <a:pt x="300" y="1"/>
                  </a:moveTo>
                  <a:cubicBezTo>
                    <a:pt x="193" y="1"/>
                    <a:pt x="0" y="65"/>
                    <a:pt x="0" y="90"/>
                  </a:cubicBezTo>
                  <a:cubicBezTo>
                    <a:pt x="0" y="90"/>
                    <a:pt x="34" y="190"/>
                    <a:pt x="34" y="357"/>
                  </a:cubicBezTo>
                  <a:cubicBezTo>
                    <a:pt x="34" y="524"/>
                    <a:pt x="67" y="724"/>
                    <a:pt x="100" y="991"/>
                  </a:cubicBezTo>
                  <a:cubicBezTo>
                    <a:pt x="201" y="1524"/>
                    <a:pt x="401" y="2091"/>
                    <a:pt x="668" y="2558"/>
                  </a:cubicBezTo>
                  <a:cubicBezTo>
                    <a:pt x="901" y="3025"/>
                    <a:pt x="1335" y="3526"/>
                    <a:pt x="1735" y="3859"/>
                  </a:cubicBezTo>
                  <a:cubicBezTo>
                    <a:pt x="1868" y="3926"/>
                    <a:pt x="1935" y="4026"/>
                    <a:pt x="2035" y="4059"/>
                  </a:cubicBezTo>
                  <a:cubicBezTo>
                    <a:pt x="2102" y="4160"/>
                    <a:pt x="2202" y="4193"/>
                    <a:pt x="2269" y="4226"/>
                  </a:cubicBezTo>
                  <a:cubicBezTo>
                    <a:pt x="2402" y="4326"/>
                    <a:pt x="2502" y="4360"/>
                    <a:pt x="2502" y="4360"/>
                  </a:cubicBezTo>
                  <a:cubicBezTo>
                    <a:pt x="2536" y="4360"/>
                    <a:pt x="2702" y="4059"/>
                    <a:pt x="2736" y="4059"/>
                  </a:cubicBezTo>
                  <a:cubicBezTo>
                    <a:pt x="2736" y="4059"/>
                    <a:pt x="2702" y="3959"/>
                    <a:pt x="2569" y="3893"/>
                  </a:cubicBezTo>
                  <a:cubicBezTo>
                    <a:pt x="2502" y="3859"/>
                    <a:pt x="2435" y="3826"/>
                    <a:pt x="2369" y="3726"/>
                  </a:cubicBezTo>
                  <a:cubicBezTo>
                    <a:pt x="2335" y="3626"/>
                    <a:pt x="2235" y="3559"/>
                    <a:pt x="2169" y="3492"/>
                  </a:cubicBezTo>
                  <a:cubicBezTo>
                    <a:pt x="1835" y="3125"/>
                    <a:pt x="1568" y="2592"/>
                    <a:pt x="1335" y="2225"/>
                  </a:cubicBezTo>
                  <a:cubicBezTo>
                    <a:pt x="1101" y="1825"/>
                    <a:pt x="834" y="1324"/>
                    <a:pt x="668" y="857"/>
                  </a:cubicBezTo>
                  <a:cubicBezTo>
                    <a:pt x="567" y="590"/>
                    <a:pt x="501" y="390"/>
                    <a:pt x="434" y="257"/>
                  </a:cubicBezTo>
                  <a:cubicBezTo>
                    <a:pt x="401" y="90"/>
                    <a:pt x="367" y="23"/>
                    <a:pt x="367" y="23"/>
                  </a:cubicBezTo>
                  <a:cubicBezTo>
                    <a:pt x="359" y="7"/>
                    <a:pt x="334" y="1"/>
                    <a:pt x="3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54" name="Google Shape;2254;p19"/>
            <p:cNvSpPr/>
            <p:nvPr/>
          </p:nvSpPr>
          <p:spPr>
            <a:xfrm rot="10800000">
              <a:off x="8359666" y="1263711"/>
              <a:ext cx="165294" cy="100178"/>
            </a:xfrm>
            <a:custGeom>
              <a:avLst/>
              <a:gdLst/>
              <a:ahLst/>
              <a:cxnLst/>
              <a:rect l="l" t="t" r="r" b="b"/>
              <a:pathLst>
                <a:path w="6836" h="4143" extrusionOk="0">
                  <a:moveTo>
                    <a:pt x="188" y="1"/>
                  </a:moveTo>
                  <a:cubicBezTo>
                    <a:pt x="119" y="1"/>
                    <a:pt x="0" y="305"/>
                    <a:pt x="64" y="337"/>
                  </a:cubicBezTo>
                  <a:cubicBezTo>
                    <a:pt x="64" y="337"/>
                    <a:pt x="631" y="570"/>
                    <a:pt x="1298" y="904"/>
                  </a:cubicBezTo>
                  <a:cubicBezTo>
                    <a:pt x="1465" y="1004"/>
                    <a:pt x="1665" y="1104"/>
                    <a:pt x="1832" y="1171"/>
                  </a:cubicBezTo>
                  <a:cubicBezTo>
                    <a:pt x="1999" y="1304"/>
                    <a:pt x="2199" y="1371"/>
                    <a:pt x="2366" y="1504"/>
                  </a:cubicBezTo>
                  <a:cubicBezTo>
                    <a:pt x="2699" y="1704"/>
                    <a:pt x="3066" y="1938"/>
                    <a:pt x="3400" y="2071"/>
                  </a:cubicBezTo>
                  <a:cubicBezTo>
                    <a:pt x="3733" y="2238"/>
                    <a:pt x="4067" y="2505"/>
                    <a:pt x="4467" y="2705"/>
                  </a:cubicBezTo>
                  <a:cubicBezTo>
                    <a:pt x="4634" y="2839"/>
                    <a:pt x="4834" y="2905"/>
                    <a:pt x="5001" y="3039"/>
                  </a:cubicBezTo>
                  <a:cubicBezTo>
                    <a:pt x="5168" y="3139"/>
                    <a:pt x="5334" y="3239"/>
                    <a:pt x="5501" y="3372"/>
                  </a:cubicBezTo>
                  <a:cubicBezTo>
                    <a:pt x="6135" y="3806"/>
                    <a:pt x="6569" y="4140"/>
                    <a:pt x="6569" y="4140"/>
                  </a:cubicBezTo>
                  <a:cubicBezTo>
                    <a:pt x="6573" y="4142"/>
                    <a:pt x="6578" y="4143"/>
                    <a:pt x="6584" y="4143"/>
                  </a:cubicBezTo>
                  <a:cubicBezTo>
                    <a:pt x="6661" y="4143"/>
                    <a:pt x="6836" y="3935"/>
                    <a:pt x="6836" y="3873"/>
                  </a:cubicBezTo>
                  <a:cubicBezTo>
                    <a:pt x="6836" y="3873"/>
                    <a:pt x="6402" y="3472"/>
                    <a:pt x="5835" y="2972"/>
                  </a:cubicBezTo>
                  <a:cubicBezTo>
                    <a:pt x="5701" y="2839"/>
                    <a:pt x="5535" y="2672"/>
                    <a:pt x="5368" y="2538"/>
                  </a:cubicBezTo>
                  <a:cubicBezTo>
                    <a:pt x="5168" y="2405"/>
                    <a:pt x="5001" y="2305"/>
                    <a:pt x="4834" y="2171"/>
                  </a:cubicBezTo>
                  <a:cubicBezTo>
                    <a:pt x="4467" y="1938"/>
                    <a:pt x="4134" y="1671"/>
                    <a:pt x="3800" y="1471"/>
                  </a:cubicBezTo>
                  <a:cubicBezTo>
                    <a:pt x="3466" y="1304"/>
                    <a:pt x="3033" y="1137"/>
                    <a:pt x="2666" y="904"/>
                  </a:cubicBezTo>
                  <a:cubicBezTo>
                    <a:pt x="2466" y="804"/>
                    <a:pt x="2299" y="704"/>
                    <a:pt x="2065" y="637"/>
                  </a:cubicBezTo>
                  <a:cubicBezTo>
                    <a:pt x="1865" y="537"/>
                    <a:pt x="1665" y="504"/>
                    <a:pt x="1498" y="404"/>
                  </a:cubicBezTo>
                  <a:cubicBezTo>
                    <a:pt x="731" y="170"/>
                    <a:pt x="197" y="3"/>
                    <a:pt x="197" y="3"/>
                  </a:cubicBezTo>
                  <a:cubicBezTo>
                    <a:pt x="194" y="2"/>
                    <a:pt x="191" y="1"/>
                    <a:pt x="1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55" name="Google Shape;2255;p19"/>
            <p:cNvSpPr/>
            <p:nvPr/>
          </p:nvSpPr>
          <p:spPr>
            <a:xfrm rot="10800000">
              <a:off x="8196741" y="1050999"/>
              <a:ext cx="87096" cy="131394"/>
            </a:xfrm>
            <a:custGeom>
              <a:avLst/>
              <a:gdLst/>
              <a:ahLst/>
              <a:cxnLst/>
              <a:rect l="l" t="t" r="r" b="b"/>
              <a:pathLst>
                <a:path w="3602" h="5434" extrusionOk="0">
                  <a:moveTo>
                    <a:pt x="226" y="0"/>
                  </a:moveTo>
                  <a:cubicBezTo>
                    <a:pt x="179" y="0"/>
                    <a:pt x="1" y="271"/>
                    <a:pt x="32" y="303"/>
                  </a:cubicBezTo>
                  <a:cubicBezTo>
                    <a:pt x="32" y="303"/>
                    <a:pt x="166" y="370"/>
                    <a:pt x="266" y="503"/>
                  </a:cubicBezTo>
                  <a:cubicBezTo>
                    <a:pt x="433" y="636"/>
                    <a:pt x="666" y="803"/>
                    <a:pt x="866" y="1037"/>
                  </a:cubicBezTo>
                  <a:cubicBezTo>
                    <a:pt x="1267" y="1504"/>
                    <a:pt x="1734" y="2104"/>
                    <a:pt x="2067" y="2604"/>
                  </a:cubicBezTo>
                  <a:cubicBezTo>
                    <a:pt x="2367" y="3105"/>
                    <a:pt x="2768" y="3772"/>
                    <a:pt x="2935" y="4339"/>
                  </a:cubicBezTo>
                  <a:cubicBezTo>
                    <a:pt x="3035" y="4639"/>
                    <a:pt x="3101" y="4873"/>
                    <a:pt x="3168" y="5106"/>
                  </a:cubicBezTo>
                  <a:cubicBezTo>
                    <a:pt x="3201" y="5273"/>
                    <a:pt x="3235" y="5373"/>
                    <a:pt x="3235" y="5373"/>
                  </a:cubicBezTo>
                  <a:cubicBezTo>
                    <a:pt x="3249" y="5415"/>
                    <a:pt x="3309" y="5434"/>
                    <a:pt x="3378" y="5434"/>
                  </a:cubicBezTo>
                  <a:cubicBezTo>
                    <a:pt x="3473" y="5434"/>
                    <a:pt x="3582" y="5398"/>
                    <a:pt x="3602" y="5340"/>
                  </a:cubicBezTo>
                  <a:cubicBezTo>
                    <a:pt x="3602" y="5340"/>
                    <a:pt x="3568" y="5206"/>
                    <a:pt x="3568" y="5006"/>
                  </a:cubicBezTo>
                  <a:cubicBezTo>
                    <a:pt x="3568" y="4806"/>
                    <a:pt x="3535" y="4506"/>
                    <a:pt x="3435" y="4172"/>
                  </a:cubicBezTo>
                  <a:cubicBezTo>
                    <a:pt x="3368" y="3505"/>
                    <a:pt x="3001" y="2705"/>
                    <a:pt x="2668" y="2171"/>
                  </a:cubicBezTo>
                  <a:cubicBezTo>
                    <a:pt x="2267" y="1637"/>
                    <a:pt x="1734" y="1003"/>
                    <a:pt x="1200" y="636"/>
                  </a:cubicBezTo>
                  <a:cubicBezTo>
                    <a:pt x="933" y="436"/>
                    <a:pt x="700" y="303"/>
                    <a:pt x="533" y="169"/>
                  </a:cubicBezTo>
                  <a:cubicBezTo>
                    <a:pt x="333" y="103"/>
                    <a:pt x="233" y="3"/>
                    <a:pt x="233" y="3"/>
                  </a:cubicBezTo>
                  <a:cubicBezTo>
                    <a:pt x="231" y="1"/>
                    <a:pt x="229"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56" name="Google Shape;2256;p19"/>
            <p:cNvSpPr/>
            <p:nvPr/>
          </p:nvSpPr>
          <p:spPr>
            <a:xfrm rot="10800000">
              <a:off x="8161245" y="670938"/>
              <a:ext cx="68574" cy="104699"/>
            </a:xfrm>
            <a:custGeom>
              <a:avLst/>
              <a:gdLst/>
              <a:ahLst/>
              <a:cxnLst/>
              <a:rect l="l" t="t" r="r" b="b"/>
              <a:pathLst>
                <a:path w="2836" h="4330" extrusionOk="0">
                  <a:moveTo>
                    <a:pt x="2619" y="1"/>
                  </a:moveTo>
                  <a:cubicBezTo>
                    <a:pt x="2527" y="1"/>
                    <a:pt x="2435" y="9"/>
                    <a:pt x="2435" y="26"/>
                  </a:cubicBezTo>
                  <a:cubicBezTo>
                    <a:pt x="2435" y="26"/>
                    <a:pt x="2435" y="126"/>
                    <a:pt x="2368" y="293"/>
                  </a:cubicBezTo>
                  <a:cubicBezTo>
                    <a:pt x="2335" y="393"/>
                    <a:pt x="2335" y="626"/>
                    <a:pt x="2268" y="860"/>
                  </a:cubicBezTo>
                  <a:cubicBezTo>
                    <a:pt x="2135" y="1360"/>
                    <a:pt x="1868" y="1894"/>
                    <a:pt x="1668" y="2294"/>
                  </a:cubicBezTo>
                  <a:cubicBezTo>
                    <a:pt x="1434" y="2661"/>
                    <a:pt x="1101" y="3162"/>
                    <a:pt x="701" y="3462"/>
                  </a:cubicBezTo>
                  <a:cubicBezTo>
                    <a:pt x="534" y="3629"/>
                    <a:pt x="367" y="3729"/>
                    <a:pt x="267" y="3829"/>
                  </a:cubicBezTo>
                  <a:cubicBezTo>
                    <a:pt x="133" y="3929"/>
                    <a:pt x="33" y="3996"/>
                    <a:pt x="33" y="3996"/>
                  </a:cubicBezTo>
                  <a:cubicBezTo>
                    <a:pt x="0" y="4029"/>
                    <a:pt x="133" y="4329"/>
                    <a:pt x="200" y="4329"/>
                  </a:cubicBezTo>
                  <a:lnTo>
                    <a:pt x="467" y="4196"/>
                  </a:lnTo>
                  <a:cubicBezTo>
                    <a:pt x="600" y="4129"/>
                    <a:pt x="834" y="4029"/>
                    <a:pt x="1034" y="3862"/>
                  </a:cubicBezTo>
                  <a:cubicBezTo>
                    <a:pt x="1534" y="3562"/>
                    <a:pt x="2001" y="3062"/>
                    <a:pt x="2302" y="2628"/>
                  </a:cubicBezTo>
                  <a:cubicBezTo>
                    <a:pt x="2602" y="2161"/>
                    <a:pt x="2802" y="1494"/>
                    <a:pt x="2802" y="960"/>
                  </a:cubicBezTo>
                  <a:cubicBezTo>
                    <a:pt x="2835" y="693"/>
                    <a:pt x="2802" y="460"/>
                    <a:pt x="2802" y="293"/>
                  </a:cubicBezTo>
                  <a:lnTo>
                    <a:pt x="2802" y="26"/>
                  </a:lnTo>
                  <a:cubicBezTo>
                    <a:pt x="2802" y="9"/>
                    <a:pt x="2710" y="1"/>
                    <a:pt x="26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57" name="Google Shape;2257;p19"/>
            <p:cNvSpPr/>
            <p:nvPr/>
          </p:nvSpPr>
          <p:spPr>
            <a:xfrm rot="10800000">
              <a:off x="8283088" y="585389"/>
              <a:ext cx="100758" cy="65504"/>
            </a:xfrm>
            <a:custGeom>
              <a:avLst/>
              <a:gdLst/>
              <a:ahLst/>
              <a:cxnLst/>
              <a:rect l="l" t="t" r="r" b="b"/>
              <a:pathLst>
                <a:path w="4167" h="2709" extrusionOk="0">
                  <a:moveTo>
                    <a:pt x="3878" y="1"/>
                  </a:moveTo>
                  <a:cubicBezTo>
                    <a:pt x="3874" y="1"/>
                    <a:pt x="3870" y="2"/>
                    <a:pt x="3868" y="4"/>
                  </a:cubicBezTo>
                  <a:cubicBezTo>
                    <a:pt x="3868" y="4"/>
                    <a:pt x="3568" y="204"/>
                    <a:pt x="3201" y="471"/>
                  </a:cubicBezTo>
                  <a:cubicBezTo>
                    <a:pt x="3134" y="538"/>
                    <a:pt x="3001" y="571"/>
                    <a:pt x="2901" y="671"/>
                  </a:cubicBezTo>
                  <a:cubicBezTo>
                    <a:pt x="2801" y="738"/>
                    <a:pt x="2701" y="805"/>
                    <a:pt x="2567" y="871"/>
                  </a:cubicBezTo>
                  <a:cubicBezTo>
                    <a:pt x="2367" y="1005"/>
                    <a:pt x="2167" y="1138"/>
                    <a:pt x="2000" y="1238"/>
                  </a:cubicBezTo>
                  <a:lnTo>
                    <a:pt x="1366" y="1639"/>
                  </a:lnTo>
                  <a:lnTo>
                    <a:pt x="733" y="2005"/>
                  </a:lnTo>
                  <a:cubicBezTo>
                    <a:pt x="332" y="2239"/>
                    <a:pt x="32" y="2406"/>
                    <a:pt x="32" y="2406"/>
                  </a:cubicBezTo>
                  <a:cubicBezTo>
                    <a:pt x="1" y="2469"/>
                    <a:pt x="117" y="2709"/>
                    <a:pt x="214" y="2709"/>
                  </a:cubicBezTo>
                  <a:cubicBezTo>
                    <a:pt x="221" y="2709"/>
                    <a:pt x="226" y="2708"/>
                    <a:pt x="232" y="2706"/>
                  </a:cubicBezTo>
                  <a:cubicBezTo>
                    <a:pt x="232" y="2706"/>
                    <a:pt x="566" y="2639"/>
                    <a:pt x="1033" y="2472"/>
                  </a:cubicBezTo>
                  <a:cubicBezTo>
                    <a:pt x="1300" y="2372"/>
                    <a:pt x="1500" y="2306"/>
                    <a:pt x="1733" y="2172"/>
                  </a:cubicBezTo>
                  <a:cubicBezTo>
                    <a:pt x="2000" y="2072"/>
                    <a:pt x="2200" y="1972"/>
                    <a:pt x="2401" y="1839"/>
                  </a:cubicBezTo>
                  <a:cubicBezTo>
                    <a:pt x="2634" y="1705"/>
                    <a:pt x="2834" y="1538"/>
                    <a:pt x="3034" y="1372"/>
                  </a:cubicBezTo>
                  <a:cubicBezTo>
                    <a:pt x="3134" y="1305"/>
                    <a:pt x="3234" y="1205"/>
                    <a:pt x="3335" y="1138"/>
                  </a:cubicBezTo>
                  <a:lnTo>
                    <a:pt x="3568" y="871"/>
                  </a:lnTo>
                  <a:cubicBezTo>
                    <a:pt x="3868" y="504"/>
                    <a:pt x="4135" y="238"/>
                    <a:pt x="4135" y="238"/>
                  </a:cubicBezTo>
                  <a:cubicBezTo>
                    <a:pt x="4166" y="206"/>
                    <a:pt x="3936" y="1"/>
                    <a:pt x="3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58" name="Google Shape;2258;p19"/>
            <p:cNvSpPr/>
            <p:nvPr/>
          </p:nvSpPr>
          <p:spPr>
            <a:xfrm rot="10800000">
              <a:off x="8456459" y="504725"/>
              <a:ext cx="109705" cy="47683"/>
            </a:xfrm>
            <a:custGeom>
              <a:avLst/>
              <a:gdLst/>
              <a:ahLst/>
              <a:cxnLst/>
              <a:rect l="l" t="t" r="r" b="b"/>
              <a:pathLst>
                <a:path w="4537" h="1972" extrusionOk="0">
                  <a:moveTo>
                    <a:pt x="3603" y="1"/>
                  </a:moveTo>
                  <a:cubicBezTo>
                    <a:pt x="3102" y="1"/>
                    <a:pt x="2502" y="134"/>
                    <a:pt x="2035" y="301"/>
                  </a:cubicBezTo>
                  <a:cubicBezTo>
                    <a:pt x="1568" y="501"/>
                    <a:pt x="1001" y="801"/>
                    <a:pt x="601" y="1135"/>
                  </a:cubicBezTo>
                  <a:cubicBezTo>
                    <a:pt x="400" y="1268"/>
                    <a:pt x="267" y="1435"/>
                    <a:pt x="167" y="1568"/>
                  </a:cubicBezTo>
                  <a:lnTo>
                    <a:pt x="0" y="1735"/>
                  </a:lnTo>
                  <a:cubicBezTo>
                    <a:pt x="0" y="1766"/>
                    <a:pt x="175" y="1972"/>
                    <a:pt x="198" y="1972"/>
                  </a:cubicBezTo>
                  <a:cubicBezTo>
                    <a:pt x="199" y="1972"/>
                    <a:pt x="200" y="1971"/>
                    <a:pt x="200" y="1969"/>
                  </a:cubicBezTo>
                  <a:cubicBezTo>
                    <a:pt x="200" y="1969"/>
                    <a:pt x="267" y="1935"/>
                    <a:pt x="400" y="1835"/>
                  </a:cubicBezTo>
                  <a:cubicBezTo>
                    <a:pt x="534" y="1769"/>
                    <a:pt x="701" y="1668"/>
                    <a:pt x="901" y="1568"/>
                  </a:cubicBezTo>
                  <a:cubicBezTo>
                    <a:pt x="1268" y="1302"/>
                    <a:pt x="1835" y="1135"/>
                    <a:pt x="2235" y="968"/>
                  </a:cubicBezTo>
                  <a:cubicBezTo>
                    <a:pt x="2669" y="835"/>
                    <a:pt x="3202" y="634"/>
                    <a:pt x="3669" y="568"/>
                  </a:cubicBezTo>
                  <a:cubicBezTo>
                    <a:pt x="3903" y="468"/>
                    <a:pt x="4070" y="468"/>
                    <a:pt x="4236" y="434"/>
                  </a:cubicBezTo>
                  <a:cubicBezTo>
                    <a:pt x="4403" y="401"/>
                    <a:pt x="4503" y="401"/>
                    <a:pt x="4503" y="401"/>
                  </a:cubicBezTo>
                  <a:cubicBezTo>
                    <a:pt x="4537" y="401"/>
                    <a:pt x="4537" y="1"/>
                    <a:pt x="45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59" name="Google Shape;2259;p19"/>
            <p:cNvSpPr/>
            <p:nvPr/>
          </p:nvSpPr>
          <p:spPr>
            <a:xfrm rot="10800000">
              <a:off x="8602433" y="385106"/>
              <a:ext cx="66979" cy="110889"/>
            </a:xfrm>
            <a:custGeom>
              <a:avLst/>
              <a:gdLst/>
              <a:ahLst/>
              <a:cxnLst/>
              <a:rect l="l" t="t" r="r" b="b"/>
              <a:pathLst>
                <a:path w="2770" h="4586" extrusionOk="0">
                  <a:moveTo>
                    <a:pt x="2509" y="0"/>
                  </a:moveTo>
                  <a:cubicBezTo>
                    <a:pt x="2506" y="0"/>
                    <a:pt x="2504" y="1"/>
                    <a:pt x="2502" y="3"/>
                  </a:cubicBezTo>
                  <a:cubicBezTo>
                    <a:pt x="2502" y="3"/>
                    <a:pt x="2435" y="103"/>
                    <a:pt x="2302" y="169"/>
                  </a:cubicBezTo>
                  <a:cubicBezTo>
                    <a:pt x="2169" y="269"/>
                    <a:pt x="2002" y="403"/>
                    <a:pt x="1802" y="603"/>
                  </a:cubicBezTo>
                  <a:cubicBezTo>
                    <a:pt x="1368" y="937"/>
                    <a:pt x="968" y="1470"/>
                    <a:pt x="701" y="1937"/>
                  </a:cubicBezTo>
                  <a:cubicBezTo>
                    <a:pt x="467" y="2371"/>
                    <a:pt x="201" y="3005"/>
                    <a:pt x="134" y="3572"/>
                  </a:cubicBezTo>
                  <a:cubicBezTo>
                    <a:pt x="100" y="3805"/>
                    <a:pt x="34" y="4072"/>
                    <a:pt x="34" y="4239"/>
                  </a:cubicBezTo>
                  <a:cubicBezTo>
                    <a:pt x="0" y="4406"/>
                    <a:pt x="0" y="4472"/>
                    <a:pt x="0" y="4472"/>
                  </a:cubicBezTo>
                  <a:cubicBezTo>
                    <a:pt x="25" y="4548"/>
                    <a:pt x="201" y="4585"/>
                    <a:pt x="301" y="4585"/>
                  </a:cubicBezTo>
                  <a:cubicBezTo>
                    <a:pt x="334" y="4585"/>
                    <a:pt x="359" y="4581"/>
                    <a:pt x="367" y="4573"/>
                  </a:cubicBezTo>
                  <a:cubicBezTo>
                    <a:pt x="367" y="4573"/>
                    <a:pt x="434" y="4472"/>
                    <a:pt x="467" y="4306"/>
                  </a:cubicBezTo>
                  <a:cubicBezTo>
                    <a:pt x="501" y="4172"/>
                    <a:pt x="601" y="3972"/>
                    <a:pt x="668" y="3739"/>
                  </a:cubicBezTo>
                  <a:cubicBezTo>
                    <a:pt x="834" y="3272"/>
                    <a:pt x="1135" y="2738"/>
                    <a:pt x="1335" y="2304"/>
                  </a:cubicBezTo>
                  <a:cubicBezTo>
                    <a:pt x="1535" y="1904"/>
                    <a:pt x="1835" y="1337"/>
                    <a:pt x="2169" y="970"/>
                  </a:cubicBezTo>
                  <a:cubicBezTo>
                    <a:pt x="2335" y="803"/>
                    <a:pt x="2469" y="636"/>
                    <a:pt x="2602" y="503"/>
                  </a:cubicBezTo>
                  <a:cubicBezTo>
                    <a:pt x="2669" y="403"/>
                    <a:pt x="2769" y="303"/>
                    <a:pt x="2769" y="303"/>
                  </a:cubicBezTo>
                  <a:cubicBezTo>
                    <a:pt x="2769" y="271"/>
                    <a:pt x="2559" y="0"/>
                    <a:pt x="25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60" name="Google Shape;2260;p19"/>
            <p:cNvSpPr/>
            <p:nvPr/>
          </p:nvSpPr>
          <p:spPr>
            <a:xfrm rot="10800000">
              <a:off x="8633891" y="228130"/>
              <a:ext cx="36318" cy="90965"/>
            </a:xfrm>
            <a:custGeom>
              <a:avLst/>
              <a:gdLst/>
              <a:ahLst/>
              <a:cxnLst/>
              <a:rect l="l" t="t" r="r" b="b"/>
              <a:pathLst>
                <a:path w="1502" h="3762" extrusionOk="0">
                  <a:moveTo>
                    <a:pt x="267" y="0"/>
                  </a:moveTo>
                  <a:cubicBezTo>
                    <a:pt x="167" y="0"/>
                    <a:pt x="67" y="9"/>
                    <a:pt x="67" y="25"/>
                  </a:cubicBezTo>
                  <a:cubicBezTo>
                    <a:pt x="67" y="25"/>
                    <a:pt x="33" y="125"/>
                    <a:pt x="33" y="259"/>
                  </a:cubicBezTo>
                  <a:cubicBezTo>
                    <a:pt x="33" y="359"/>
                    <a:pt x="0" y="526"/>
                    <a:pt x="0" y="759"/>
                  </a:cubicBezTo>
                  <a:cubicBezTo>
                    <a:pt x="0" y="1159"/>
                    <a:pt x="33" y="1660"/>
                    <a:pt x="133" y="2027"/>
                  </a:cubicBezTo>
                  <a:cubicBezTo>
                    <a:pt x="167" y="2260"/>
                    <a:pt x="234" y="2460"/>
                    <a:pt x="334" y="2660"/>
                  </a:cubicBezTo>
                  <a:cubicBezTo>
                    <a:pt x="467" y="2861"/>
                    <a:pt x="567" y="3094"/>
                    <a:pt x="701" y="3261"/>
                  </a:cubicBezTo>
                  <a:cubicBezTo>
                    <a:pt x="734" y="3328"/>
                    <a:pt x="834" y="3361"/>
                    <a:pt x="867" y="3461"/>
                  </a:cubicBezTo>
                  <a:cubicBezTo>
                    <a:pt x="901" y="3528"/>
                    <a:pt x="1001" y="3594"/>
                    <a:pt x="1034" y="3628"/>
                  </a:cubicBezTo>
                  <a:cubicBezTo>
                    <a:pt x="1168" y="3694"/>
                    <a:pt x="1201" y="3761"/>
                    <a:pt x="1201" y="3761"/>
                  </a:cubicBezTo>
                  <a:cubicBezTo>
                    <a:pt x="1234" y="3761"/>
                    <a:pt x="1468" y="3528"/>
                    <a:pt x="1501" y="3494"/>
                  </a:cubicBezTo>
                  <a:lnTo>
                    <a:pt x="1401" y="3328"/>
                  </a:lnTo>
                  <a:cubicBezTo>
                    <a:pt x="1368" y="3294"/>
                    <a:pt x="1334" y="3261"/>
                    <a:pt x="1301" y="3161"/>
                  </a:cubicBezTo>
                  <a:cubicBezTo>
                    <a:pt x="1301" y="3127"/>
                    <a:pt x="1234" y="3027"/>
                    <a:pt x="1201" y="2961"/>
                  </a:cubicBezTo>
                  <a:cubicBezTo>
                    <a:pt x="1134" y="2794"/>
                    <a:pt x="1067" y="2594"/>
                    <a:pt x="1001" y="2427"/>
                  </a:cubicBezTo>
                  <a:cubicBezTo>
                    <a:pt x="901" y="2260"/>
                    <a:pt x="867" y="2027"/>
                    <a:pt x="834" y="1860"/>
                  </a:cubicBezTo>
                  <a:cubicBezTo>
                    <a:pt x="734" y="1493"/>
                    <a:pt x="667" y="1093"/>
                    <a:pt x="567" y="692"/>
                  </a:cubicBezTo>
                  <a:cubicBezTo>
                    <a:pt x="534" y="526"/>
                    <a:pt x="500" y="359"/>
                    <a:pt x="500" y="259"/>
                  </a:cubicBezTo>
                  <a:cubicBezTo>
                    <a:pt x="467" y="125"/>
                    <a:pt x="467" y="25"/>
                    <a:pt x="467" y="25"/>
                  </a:cubicBezTo>
                  <a:cubicBezTo>
                    <a:pt x="467" y="9"/>
                    <a:pt x="367"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61" name="Google Shape;2261;p19"/>
            <p:cNvSpPr/>
            <p:nvPr/>
          </p:nvSpPr>
          <p:spPr>
            <a:xfrm rot="10800000">
              <a:off x="8468549" y="125703"/>
              <a:ext cx="126558" cy="61393"/>
            </a:xfrm>
            <a:custGeom>
              <a:avLst/>
              <a:gdLst/>
              <a:ahLst/>
              <a:cxnLst/>
              <a:rect l="l" t="t" r="r" b="b"/>
              <a:pathLst>
                <a:path w="5234" h="2539" extrusionOk="0">
                  <a:moveTo>
                    <a:pt x="283" y="1"/>
                  </a:moveTo>
                  <a:cubicBezTo>
                    <a:pt x="203" y="1"/>
                    <a:pt x="0" y="241"/>
                    <a:pt x="63" y="304"/>
                  </a:cubicBezTo>
                  <a:lnTo>
                    <a:pt x="263" y="504"/>
                  </a:lnTo>
                  <a:cubicBezTo>
                    <a:pt x="397" y="637"/>
                    <a:pt x="597" y="804"/>
                    <a:pt x="797" y="971"/>
                  </a:cubicBezTo>
                  <a:cubicBezTo>
                    <a:pt x="1230" y="1338"/>
                    <a:pt x="1831" y="1671"/>
                    <a:pt x="2331" y="1905"/>
                  </a:cubicBezTo>
                  <a:cubicBezTo>
                    <a:pt x="2832" y="2138"/>
                    <a:pt x="3565" y="2338"/>
                    <a:pt x="4099" y="2405"/>
                  </a:cubicBezTo>
                  <a:cubicBezTo>
                    <a:pt x="4399" y="2472"/>
                    <a:pt x="4633" y="2505"/>
                    <a:pt x="4800" y="2505"/>
                  </a:cubicBezTo>
                  <a:cubicBezTo>
                    <a:pt x="4966" y="2539"/>
                    <a:pt x="5100" y="2539"/>
                    <a:pt x="5100" y="2539"/>
                  </a:cubicBezTo>
                  <a:cubicBezTo>
                    <a:pt x="5200" y="2505"/>
                    <a:pt x="5233" y="2205"/>
                    <a:pt x="5133" y="2138"/>
                  </a:cubicBezTo>
                  <a:cubicBezTo>
                    <a:pt x="5133" y="2138"/>
                    <a:pt x="5067" y="2072"/>
                    <a:pt x="4900" y="2038"/>
                  </a:cubicBezTo>
                  <a:lnTo>
                    <a:pt x="4266" y="1838"/>
                  </a:lnTo>
                  <a:cubicBezTo>
                    <a:pt x="3766" y="1705"/>
                    <a:pt x="3132" y="1404"/>
                    <a:pt x="2665" y="1204"/>
                  </a:cubicBezTo>
                  <a:cubicBezTo>
                    <a:pt x="2231" y="1004"/>
                    <a:pt x="1597" y="737"/>
                    <a:pt x="1130" y="470"/>
                  </a:cubicBezTo>
                  <a:cubicBezTo>
                    <a:pt x="897" y="337"/>
                    <a:pt x="663" y="204"/>
                    <a:pt x="563" y="137"/>
                  </a:cubicBezTo>
                  <a:lnTo>
                    <a:pt x="296" y="3"/>
                  </a:lnTo>
                  <a:cubicBezTo>
                    <a:pt x="293" y="1"/>
                    <a:pt x="288" y="1"/>
                    <a:pt x="2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62" name="Google Shape;2262;p19"/>
            <p:cNvSpPr/>
            <p:nvPr/>
          </p:nvSpPr>
          <p:spPr>
            <a:xfrm rot="10800000">
              <a:off x="8352460" y="94172"/>
              <a:ext cx="83058" cy="36391"/>
            </a:xfrm>
            <a:custGeom>
              <a:avLst/>
              <a:gdLst/>
              <a:ahLst/>
              <a:cxnLst/>
              <a:rect l="l" t="t" r="r" b="b"/>
              <a:pathLst>
                <a:path w="3435" h="1505" extrusionOk="0">
                  <a:moveTo>
                    <a:pt x="668" y="0"/>
                  </a:moveTo>
                  <a:cubicBezTo>
                    <a:pt x="501" y="0"/>
                    <a:pt x="335" y="34"/>
                    <a:pt x="201" y="34"/>
                  </a:cubicBezTo>
                  <a:cubicBezTo>
                    <a:pt x="134" y="67"/>
                    <a:pt x="34" y="67"/>
                    <a:pt x="34" y="67"/>
                  </a:cubicBezTo>
                  <a:cubicBezTo>
                    <a:pt x="1" y="67"/>
                    <a:pt x="1" y="467"/>
                    <a:pt x="34" y="467"/>
                  </a:cubicBezTo>
                  <a:cubicBezTo>
                    <a:pt x="34" y="467"/>
                    <a:pt x="68" y="501"/>
                    <a:pt x="201" y="501"/>
                  </a:cubicBezTo>
                  <a:cubicBezTo>
                    <a:pt x="301" y="501"/>
                    <a:pt x="468" y="534"/>
                    <a:pt x="635" y="567"/>
                  </a:cubicBezTo>
                  <a:cubicBezTo>
                    <a:pt x="968" y="668"/>
                    <a:pt x="1369" y="801"/>
                    <a:pt x="1669" y="868"/>
                  </a:cubicBezTo>
                  <a:cubicBezTo>
                    <a:pt x="1969" y="968"/>
                    <a:pt x="2369" y="1034"/>
                    <a:pt x="2670" y="1201"/>
                  </a:cubicBezTo>
                  <a:cubicBezTo>
                    <a:pt x="2836" y="1301"/>
                    <a:pt x="2970" y="1368"/>
                    <a:pt x="3036" y="1401"/>
                  </a:cubicBezTo>
                  <a:cubicBezTo>
                    <a:pt x="3137" y="1435"/>
                    <a:pt x="3170" y="1501"/>
                    <a:pt x="3170" y="1501"/>
                  </a:cubicBezTo>
                  <a:cubicBezTo>
                    <a:pt x="3172" y="1504"/>
                    <a:pt x="3175" y="1505"/>
                    <a:pt x="3179" y="1505"/>
                  </a:cubicBezTo>
                  <a:cubicBezTo>
                    <a:pt x="3233" y="1505"/>
                    <a:pt x="3435" y="1293"/>
                    <a:pt x="3403" y="1168"/>
                  </a:cubicBezTo>
                  <a:lnTo>
                    <a:pt x="3303" y="1034"/>
                  </a:lnTo>
                  <a:cubicBezTo>
                    <a:pt x="3237" y="968"/>
                    <a:pt x="3137" y="834"/>
                    <a:pt x="2970" y="701"/>
                  </a:cubicBezTo>
                  <a:cubicBezTo>
                    <a:pt x="2670" y="467"/>
                    <a:pt x="2203" y="234"/>
                    <a:pt x="1869" y="134"/>
                  </a:cubicBezTo>
                  <a:cubicBezTo>
                    <a:pt x="1502" y="34"/>
                    <a:pt x="1035" y="0"/>
                    <a:pt x="6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63" name="Google Shape;2263;p19"/>
            <p:cNvSpPr/>
            <p:nvPr/>
          </p:nvSpPr>
          <p:spPr>
            <a:xfrm rot="10800000">
              <a:off x="8238669" y="-129"/>
              <a:ext cx="65359" cy="59168"/>
            </a:xfrm>
            <a:custGeom>
              <a:avLst/>
              <a:gdLst/>
              <a:ahLst/>
              <a:cxnLst/>
              <a:rect l="l" t="t" r="r" b="b"/>
              <a:pathLst>
                <a:path w="2703" h="2447" extrusionOk="0">
                  <a:moveTo>
                    <a:pt x="226" y="1"/>
                  </a:moveTo>
                  <a:cubicBezTo>
                    <a:pt x="185" y="1"/>
                    <a:pt x="0" y="215"/>
                    <a:pt x="0" y="245"/>
                  </a:cubicBezTo>
                  <a:cubicBezTo>
                    <a:pt x="0" y="245"/>
                    <a:pt x="567" y="1079"/>
                    <a:pt x="1068" y="1546"/>
                  </a:cubicBezTo>
                  <a:cubicBezTo>
                    <a:pt x="1334" y="1746"/>
                    <a:pt x="1668" y="2013"/>
                    <a:pt x="1935" y="2179"/>
                  </a:cubicBezTo>
                  <a:cubicBezTo>
                    <a:pt x="2235" y="2346"/>
                    <a:pt x="2502" y="2446"/>
                    <a:pt x="2502" y="2446"/>
                  </a:cubicBezTo>
                  <a:cubicBezTo>
                    <a:pt x="2535" y="2446"/>
                    <a:pt x="2702" y="2213"/>
                    <a:pt x="2702" y="2179"/>
                  </a:cubicBezTo>
                  <a:cubicBezTo>
                    <a:pt x="2702" y="2179"/>
                    <a:pt x="2502" y="2013"/>
                    <a:pt x="2268" y="1746"/>
                  </a:cubicBezTo>
                  <a:cubicBezTo>
                    <a:pt x="2035" y="1479"/>
                    <a:pt x="1768" y="1212"/>
                    <a:pt x="1535" y="979"/>
                  </a:cubicBezTo>
                  <a:cubicBezTo>
                    <a:pt x="1068" y="578"/>
                    <a:pt x="234" y="11"/>
                    <a:pt x="234" y="11"/>
                  </a:cubicBezTo>
                  <a:cubicBezTo>
                    <a:pt x="234" y="4"/>
                    <a:pt x="231" y="1"/>
                    <a:pt x="2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64" name="Google Shape;2264;p19"/>
            <p:cNvSpPr/>
            <p:nvPr/>
          </p:nvSpPr>
          <p:spPr>
            <a:xfrm rot="-8292313">
              <a:off x="8546146" y="1678564"/>
              <a:ext cx="292139" cy="292139"/>
            </a:xfrm>
            <a:prstGeom prst="mathPlus">
              <a:avLst>
                <a:gd name="adj1" fmla="val 18896"/>
              </a:avLst>
            </a:prstGeom>
            <a:solidFill>
              <a:srgbClr val="CC4125"/>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and text 2">
  <p:cSld name="CUSTOM_4_1">
    <p:spTree>
      <p:nvGrpSpPr>
        <p:cNvPr id="2265" name="Shape 2265"/>
        <p:cNvGrpSpPr/>
        <p:nvPr/>
      </p:nvGrpSpPr>
      <p:grpSpPr>
        <a:xfrm>
          <a:off x="0" y="0"/>
          <a:ext cx="0" cy="0"/>
          <a:chOff x="0" y="0"/>
          <a:chExt cx="0" cy="0"/>
        </a:xfrm>
      </p:grpSpPr>
      <p:pic>
        <p:nvPicPr>
          <p:cNvPr id="2266" name="Google Shape;2266;p20"/>
          <p:cNvPicPr preferRelativeResize="0"/>
          <p:nvPr/>
        </p:nvPicPr>
        <p:blipFill rotWithShape="1">
          <a:blip r:embed="rId2"/>
          <a:srcRect b="15598"/>
          <a:stretch>
            <a:fillRect/>
          </a:stretch>
        </p:blipFill>
        <p:spPr>
          <a:xfrm rot="10800000" flipH="1">
            <a:off x="0" y="0"/>
            <a:ext cx="9144003" cy="5143501"/>
          </a:xfrm>
          <a:prstGeom prst="rect">
            <a:avLst/>
          </a:prstGeom>
          <a:noFill/>
          <a:ln>
            <a:noFill/>
          </a:ln>
        </p:spPr>
      </p:pic>
      <p:sp>
        <p:nvSpPr>
          <p:cNvPr id="2267" name="Google Shape;2267;p20"/>
          <p:cNvSpPr txBox="1"/>
          <p:nvPr>
            <p:ph type="title"/>
          </p:nvPr>
        </p:nvSpPr>
        <p:spPr>
          <a:xfrm>
            <a:off x="4666450" y="1501200"/>
            <a:ext cx="3230100" cy="1060800"/>
          </a:xfrm>
          <a:prstGeom prst="rect">
            <a:avLst/>
          </a:prstGeom>
        </p:spPr>
        <p:txBody>
          <a:bodyPr spcFirstLastPara="1" wrap="square" lIns="91425" tIns="91425" rIns="91425" bIns="91425" anchor="b" anchorCtr="0">
            <a:noAutofit/>
          </a:bodyPr>
          <a:lstStyle>
            <a:lvl1pPr lvl="0" algn="r"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268" name="Google Shape;2268;p20"/>
          <p:cNvSpPr txBox="1"/>
          <p:nvPr>
            <p:ph type="subTitle" idx="1"/>
          </p:nvPr>
        </p:nvSpPr>
        <p:spPr>
          <a:xfrm>
            <a:off x="4666603" y="2562000"/>
            <a:ext cx="3230100" cy="1080300"/>
          </a:xfrm>
          <a:prstGeom prst="rect">
            <a:avLst/>
          </a:prstGeom>
        </p:spPr>
        <p:txBody>
          <a:bodyPr spcFirstLastPara="1" wrap="square" lIns="91425" tIns="91425" rIns="91425" bIns="91425" anchor="t" anchorCtr="0">
            <a:noAutofit/>
          </a:bodyPr>
          <a:lstStyle>
            <a:lvl1pPr lvl="0" algn="r" rtl="0">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p:txBody>
      </p:sp>
      <p:grpSp>
        <p:nvGrpSpPr>
          <p:cNvPr id="2269" name="Google Shape;2269;p20"/>
          <p:cNvGrpSpPr/>
          <p:nvPr/>
        </p:nvGrpSpPr>
        <p:grpSpPr>
          <a:xfrm rot="-440793">
            <a:off x="7686144" y="-63706"/>
            <a:ext cx="1489267" cy="2879063"/>
            <a:chOff x="9389648" y="991722"/>
            <a:chExt cx="1634619" cy="3160058"/>
          </a:xfrm>
        </p:grpSpPr>
        <p:sp>
          <p:nvSpPr>
            <p:cNvPr id="2270" name="Google Shape;2270;p20"/>
            <p:cNvSpPr/>
            <p:nvPr/>
          </p:nvSpPr>
          <p:spPr>
            <a:xfrm>
              <a:off x="9713224" y="3611398"/>
              <a:ext cx="353969" cy="101250"/>
            </a:xfrm>
            <a:custGeom>
              <a:avLst/>
              <a:gdLst/>
              <a:ahLst/>
              <a:cxnLst/>
              <a:rect l="l" t="t" r="r" b="b"/>
              <a:pathLst>
                <a:path w="15711" h="4494" extrusionOk="0">
                  <a:moveTo>
                    <a:pt x="12157" y="0"/>
                  </a:moveTo>
                  <a:lnTo>
                    <a:pt x="12124" y="67"/>
                  </a:lnTo>
                  <a:cubicBezTo>
                    <a:pt x="11957" y="301"/>
                    <a:pt x="11824" y="467"/>
                    <a:pt x="11657" y="668"/>
                  </a:cubicBezTo>
                  <a:cubicBezTo>
                    <a:pt x="11557" y="734"/>
                    <a:pt x="11490" y="868"/>
                    <a:pt x="11390" y="968"/>
                  </a:cubicBezTo>
                  <a:lnTo>
                    <a:pt x="11290" y="1068"/>
                  </a:lnTo>
                  <a:lnTo>
                    <a:pt x="11023" y="1335"/>
                  </a:lnTo>
                  <a:cubicBezTo>
                    <a:pt x="10289" y="2002"/>
                    <a:pt x="9355" y="2402"/>
                    <a:pt x="8521" y="2569"/>
                  </a:cubicBezTo>
                  <a:cubicBezTo>
                    <a:pt x="8388" y="2636"/>
                    <a:pt x="8321" y="2636"/>
                    <a:pt x="8188" y="2669"/>
                  </a:cubicBezTo>
                  <a:cubicBezTo>
                    <a:pt x="8054" y="2702"/>
                    <a:pt x="7988" y="2702"/>
                    <a:pt x="7854" y="2702"/>
                  </a:cubicBezTo>
                  <a:cubicBezTo>
                    <a:pt x="7776" y="2714"/>
                    <a:pt x="7699" y="2717"/>
                    <a:pt x="7621" y="2717"/>
                  </a:cubicBezTo>
                  <a:cubicBezTo>
                    <a:pt x="7465" y="2717"/>
                    <a:pt x="7309" y="2702"/>
                    <a:pt x="7154" y="2702"/>
                  </a:cubicBezTo>
                  <a:cubicBezTo>
                    <a:pt x="6687" y="2669"/>
                    <a:pt x="6186" y="2536"/>
                    <a:pt x="5786" y="2335"/>
                  </a:cubicBezTo>
                  <a:cubicBezTo>
                    <a:pt x="5553" y="2235"/>
                    <a:pt x="5352" y="2069"/>
                    <a:pt x="5152" y="1969"/>
                  </a:cubicBezTo>
                  <a:cubicBezTo>
                    <a:pt x="4986" y="1835"/>
                    <a:pt x="4785" y="1668"/>
                    <a:pt x="4619" y="1502"/>
                  </a:cubicBezTo>
                  <a:cubicBezTo>
                    <a:pt x="4485" y="1368"/>
                    <a:pt x="4385" y="1235"/>
                    <a:pt x="4285" y="1135"/>
                  </a:cubicBezTo>
                  <a:lnTo>
                    <a:pt x="4052" y="868"/>
                  </a:lnTo>
                  <a:lnTo>
                    <a:pt x="4018" y="801"/>
                  </a:lnTo>
                  <a:cubicBezTo>
                    <a:pt x="4018" y="794"/>
                    <a:pt x="4017" y="792"/>
                    <a:pt x="4015" y="792"/>
                  </a:cubicBezTo>
                  <a:cubicBezTo>
                    <a:pt x="4006" y="792"/>
                    <a:pt x="3985" y="834"/>
                    <a:pt x="3985" y="834"/>
                  </a:cubicBezTo>
                  <a:lnTo>
                    <a:pt x="3851" y="968"/>
                  </a:lnTo>
                  <a:lnTo>
                    <a:pt x="3651" y="1201"/>
                  </a:lnTo>
                  <a:lnTo>
                    <a:pt x="3484" y="1368"/>
                  </a:lnTo>
                  <a:cubicBezTo>
                    <a:pt x="3384" y="1468"/>
                    <a:pt x="3318" y="1502"/>
                    <a:pt x="3218" y="1602"/>
                  </a:cubicBezTo>
                  <a:cubicBezTo>
                    <a:pt x="2517" y="2069"/>
                    <a:pt x="1650" y="2069"/>
                    <a:pt x="1049" y="2302"/>
                  </a:cubicBezTo>
                  <a:cubicBezTo>
                    <a:pt x="482" y="2469"/>
                    <a:pt x="149" y="2669"/>
                    <a:pt x="149" y="2669"/>
                  </a:cubicBezTo>
                  <a:cubicBezTo>
                    <a:pt x="0" y="2788"/>
                    <a:pt x="117" y="3013"/>
                    <a:pt x="262" y="3013"/>
                  </a:cubicBezTo>
                  <a:cubicBezTo>
                    <a:pt x="279" y="3013"/>
                    <a:pt x="298" y="3010"/>
                    <a:pt x="316" y="3003"/>
                  </a:cubicBezTo>
                  <a:cubicBezTo>
                    <a:pt x="316" y="3003"/>
                    <a:pt x="582" y="2836"/>
                    <a:pt x="1149" y="2702"/>
                  </a:cubicBezTo>
                  <a:cubicBezTo>
                    <a:pt x="1416" y="2669"/>
                    <a:pt x="1750" y="2636"/>
                    <a:pt x="2184" y="2536"/>
                  </a:cubicBezTo>
                  <a:cubicBezTo>
                    <a:pt x="2584" y="2502"/>
                    <a:pt x="3051" y="2369"/>
                    <a:pt x="3518" y="2069"/>
                  </a:cubicBezTo>
                  <a:cubicBezTo>
                    <a:pt x="3706" y="1974"/>
                    <a:pt x="3984" y="1732"/>
                    <a:pt x="3987" y="1732"/>
                  </a:cubicBezTo>
                  <a:lnTo>
                    <a:pt x="3987" y="1732"/>
                  </a:lnTo>
                  <a:cubicBezTo>
                    <a:pt x="3988" y="1732"/>
                    <a:pt x="3987" y="1733"/>
                    <a:pt x="3985" y="1735"/>
                  </a:cubicBezTo>
                  <a:lnTo>
                    <a:pt x="4018" y="1802"/>
                  </a:lnTo>
                  <a:cubicBezTo>
                    <a:pt x="4052" y="1802"/>
                    <a:pt x="4018" y="1802"/>
                    <a:pt x="4052" y="1835"/>
                  </a:cubicBezTo>
                  <a:lnTo>
                    <a:pt x="4185" y="2002"/>
                  </a:lnTo>
                  <a:cubicBezTo>
                    <a:pt x="4385" y="2202"/>
                    <a:pt x="4619" y="2436"/>
                    <a:pt x="4819" y="2569"/>
                  </a:cubicBezTo>
                  <a:cubicBezTo>
                    <a:pt x="5019" y="2769"/>
                    <a:pt x="5286" y="2903"/>
                    <a:pt x="5519" y="3036"/>
                  </a:cubicBezTo>
                  <a:cubicBezTo>
                    <a:pt x="5986" y="3303"/>
                    <a:pt x="6553" y="3436"/>
                    <a:pt x="7120" y="3503"/>
                  </a:cubicBezTo>
                  <a:cubicBezTo>
                    <a:pt x="7276" y="3503"/>
                    <a:pt x="7461" y="3518"/>
                    <a:pt x="7637" y="3518"/>
                  </a:cubicBezTo>
                  <a:cubicBezTo>
                    <a:pt x="7725" y="3518"/>
                    <a:pt x="7810" y="3514"/>
                    <a:pt x="7888" y="3503"/>
                  </a:cubicBezTo>
                  <a:cubicBezTo>
                    <a:pt x="8021" y="3470"/>
                    <a:pt x="8154" y="3470"/>
                    <a:pt x="8288" y="3470"/>
                  </a:cubicBezTo>
                  <a:cubicBezTo>
                    <a:pt x="8388" y="3436"/>
                    <a:pt x="8521" y="3436"/>
                    <a:pt x="8655" y="3370"/>
                  </a:cubicBezTo>
                  <a:cubicBezTo>
                    <a:pt x="9589" y="3203"/>
                    <a:pt x="10590" y="2669"/>
                    <a:pt x="11423" y="1935"/>
                  </a:cubicBezTo>
                  <a:cubicBezTo>
                    <a:pt x="11557" y="1835"/>
                    <a:pt x="11657" y="1702"/>
                    <a:pt x="11724" y="1635"/>
                  </a:cubicBezTo>
                  <a:lnTo>
                    <a:pt x="11857" y="1468"/>
                  </a:lnTo>
                  <a:lnTo>
                    <a:pt x="11890" y="1435"/>
                  </a:lnTo>
                  <a:cubicBezTo>
                    <a:pt x="11957" y="1435"/>
                    <a:pt x="11957" y="1468"/>
                    <a:pt x="11957" y="1468"/>
                  </a:cubicBezTo>
                  <a:lnTo>
                    <a:pt x="11957" y="1502"/>
                  </a:lnTo>
                  <a:cubicBezTo>
                    <a:pt x="11957" y="1535"/>
                    <a:pt x="11957" y="1502"/>
                    <a:pt x="11991" y="1602"/>
                  </a:cubicBezTo>
                  <a:cubicBezTo>
                    <a:pt x="12024" y="1702"/>
                    <a:pt x="12091" y="1835"/>
                    <a:pt x="12157" y="1969"/>
                  </a:cubicBezTo>
                  <a:cubicBezTo>
                    <a:pt x="12291" y="2169"/>
                    <a:pt x="12458" y="2369"/>
                    <a:pt x="12624" y="2602"/>
                  </a:cubicBezTo>
                  <a:cubicBezTo>
                    <a:pt x="13325" y="3303"/>
                    <a:pt x="14125" y="3670"/>
                    <a:pt x="14626" y="3970"/>
                  </a:cubicBezTo>
                  <a:cubicBezTo>
                    <a:pt x="15126" y="4270"/>
                    <a:pt x="15393" y="4470"/>
                    <a:pt x="15393" y="4470"/>
                  </a:cubicBezTo>
                  <a:cubicBezTo>
                    <a:pt x="15420" y="4486"/>
                    <a:pt x="15446" y="4494"/>
                    <a:pt x="15472" y="4494"/>
                  </a:cubicBezTo>
                  <a:cubicBezTo>
                    <a:pt x="15606" y="4494"/>
                    <a:pt x="15711" y="4289"/>
                    <a:pt x="15626" y="4037"/>
                  </a:cubicBezTo>
                  <a:cubicBezTo>
                    <a:pt x="15626" y="4037"/>
                    <a:pt x="15326" y="3803"/>
                    <a:pt x="14826" y="3470"/>
                  </a:cubicBezTo>
                  <a:cubicBezTo>
                    <a:pt x="14359" y="3136"/>
                    <a:pt x="13625" y="2769"/>
                    <a:pt x="13025" y="2069"/>
                  </a:cubicBezTo>
                  <a:cubicBezTo>
                    <a:pt x="12891" y="1902"/>
                    <a:pt x="12791" y="1735"/>
                    <a:pt x="12658" y="1535"/>
                  </a:cubicBezTo>
                  <a:cubicBezTo>
                    <a:pt x="12624" y="1401"/>
                    <a:pt x="12558" y="1335"/>
                    <a:pt x="12524" y="1201"/>
                  </a:cubicBezTo>
                  <a:lnTo>
                    <a:pt x="12458" y="901"/>
                  </a:lnTo>
                  <a:cubicBezTo>
                    <a:pt x="12391" y="801"/>
                    <a:pt x="12357" y="701"/>
                    <a:pt x="12324" y="568"/>
                  </a:cubicBezTo>
                  <a:lnTo>
                    <a:pt x="12191" y="234"/>
                  </a:lnTo>
                  <a:lnTo>
                    <a:pt x="12157" y="67"/>
                  </a:lnTo>
                  <a:lnTo>
                    <a:pt x="12157" y="34"/>
                  </a:lnTo>
                  <a:lnTo>
                    <a:pt x="1215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71" name="Google Shape;2271;p20"/>
            <p:cNvSpPr/>
            <p:nvPr/>
          </p:nvSpPr>
          <p:spPr>
            <a:xfrm>
              <a:off x="9532444" y="1010332"/>
              <a:ext cx="1491824" cy="3141448"/>
            </a:xfrm>
            <a:custGeom>
              <a:avLst/>
              <a:gdLst/>
              <a:ahLst/>
              <a:cxnLst/>
              <a:rect l="l" t="t" r="r" b="b"/>
              <a:pathLst>
                <a:path w="66215" h="139434" extrusionOk="0">
                  <a:moveTo>
                    <a:pt x="15812" y="0"/>
                  </a:moveTo>
                  <a:cubicBezTo>
                    <a:pt x="15745" y="0"/>
                    <a:pt x="15711" y="134"/>
                    <a:pt x="15711" y="367"/>
                  </a:cubicBezTo>
                  <a:cubicBezTo>
                    <a:pt x="15711" y="634"/>
                    <a:pt x="15745" y="1001"/>
                    <a:pt x="15812" y="1501"/>
                  </a:cubicBezTo>
                  <a:cubicBezTo>
                    <a:pt x="15812" y="1501"/>
                    <a:pt x="15845" y="1535"/>
                    <a:pt x="15845" y="1668"/>
                  </a:cubicBezTo>
                  <a:cubicBezTo>
                    <a:pt x="15845" y="1801"/>
                    <a:pt x="15878" y="1968"/>
                    <a:pt x="15878" y="2168"/>
                  </a:cubicBezTo>
                  <a:cubicBezTo>
                    <a:pt x="15878" y="2368"/>
                    <a:pt x="15912" y="2635"/>
                    <a:pt x="15912" y="2969"/>
                  </a:cubicBezTo>
                  <a:lnTo>
                    <a:pt x="15912" y="3469"/>
                  </a:lnTo>
                  <a:cubicBezTo>
                    <a:pt x="15912" y="3636"/>
                    <a:pt x="15878" y="3836"/>
                    <a:pt x="15878" y="4036"/>
                  </a:cubicBezTo>
                  <a:cubicBezTo>
                    <a:pt x="15812" y="4870"/>
                    <a:pt x="15645" y="5871"/>
                    <a:pt x="15044" y="6872"/>
                  </a:cubicBezTo>
                  <a:cubicBezTo>
                    <a:pt x="14511" y="7906"/>
                    <a:pt x="13543" y="8873"/>
                    <a:pt x="12309" y="9707"/>
                  </a:cubicBezTo>
                  <a:cubicBezTo>
                    <a:pt x="11041" y="10541"/>
                    <a:pt x="9540" y="11308"/>
                    <a:pt x="8006" y="12309"/>
                  </a:cubicBezTo>
                  <a:cubicBezTo>
                    <a:pt x="7239" y="12843"/>
                    <a:pt x="6472" y="13410"/>
                    <a:pt x="5838" y="14210"/>
                  </a:cubicBezTo>
                  <a:cubicBezTo>
                    <a:pt x="5538" y="14577"/>
                    <a:pt x="5204" y="15011"/>
                    <a:pt x="5004" y="15511"/>
                  </a:cubicBezTo>
                  <a:cubicBezTo>
                    <a:pt x="4737" y="15978"/>
                    <a:pt x="4637" y="16512"/>
                    <a:pt x="4503" y="17012"/>
                  </a:cubicBezTo>
                  <a:cubicBezTo>
                    <a:pt x="4303" y="18046"/>
                    <a:pt x="4203" y="19080"/>
                    <a:pt x="4003" y="20148"/>
                  </a:cubicBezTo>
                  <a:cubicBezTo>
                    <a:pt x="4003" y="20248"/>
                    <a:pt x="3970" y="20381"/>
                    <a:pt x="3903" y="20515"/>
                  </a:cubicBezTo>
                  <a:cubicBezTo>
                    <a:pt x="3903" y="20582"/>
                    <a:pt x="3903" y="20582"/>
                    <a:pt x="3870" y="20648"/>
                  </a:cubicBezTo>
                  <a:lnTo>
                    <a:pt x="3803" y="20815"/>
                  </a:lnTo>
                  <a:cubicBezTo>
                    <a:pt x="3670" y="21049"/>
                    <a:pt x="3569" y="21315"/>
                    <a:pt x="3403" y="21516"/>
                  </a:cubicBezTo>
                  <a:cubicBezTo>
                    <a:pt x="3136" y="21983"/>
                    <a:pt x="2836" y="22416"/>
                    <a:pt x="2502" y="22883"/>
                  </a:cubicBezTo>
                  <a:cubicBezTo>
                    <a:pt x="1868" y="23851"/>
                    <a:pt x="1168" y="24851"/>
                    <a:pt x="968" y="26152"/>
                  </a:cubicBezTo>
                  <a:cubicBezTo>
                    <a:pt x="801" y="27386"/>
                    <a:pt x="1168" y="28687"/>
                    <a:pt x="1535" y="29821"/>
                  </a:cubicBezTo>
                  <a:cubicBezTo>
                    <a:pt x="1735" y="30389"/>
                    <a:pt x="1902" y="30922"/>
                    <a:pt x="2035" y="31523"/>
                  </a:cubicBezTo>
                  <a:cubicBezTo>
                    <a:pt x="2068" y="31656"/>
                    <a:pt x="2068" y="31823"/>
                    <a:pt x="2068" y="31923"/>
                  </a:cubicBezTo>
                  <a:lnTo>
                    <a:pt x="2068" y="32156"/>
                  </a:lnTo>
                  <a:lnTo>
                    <a:pt x="2068" y="32323"/>
                  </a:lnTo>
                  <a:cubicBezTo>
                    <a:pt x="2035" y="32557"/>
                    <a:pt x="1968" y="32857"/>
                    <a:pt x="1868" y="33157"/>
                  </a:cubicBezTo>
                  <a:cubicBezTo>
                    <a:pt x="1501" y="34258"/>
                    <a:pt x="734" y="35325"/>
                    <a:pt x="300" y="36593"/>
                  </a:cubicBezTo>
                  <a:cubicBezTo>
                    <a:pt x="167" y="36927"/>
                    <a:pt x="67" y="37260"/>
                    <a:pt x="34" y="37660"/>
                  </a:cubicBezTo>
                  <a:cubicBezTo>
                    <a:pt x="0" y="37827"/>
                    <a:pt x="34" y="38027"/>
                    <a:pt x="34" y="38194"/>
                  </a:cubicBezTo>
                  <a:cubicBezTo>
                    <a:pt x="34" y="38394"/>
                    <a:pt x="67" y="38561"/>
                    <a:pt x="134" y="38728"/>
                  </a:cubicBezTo>
                  <a:cubicBezTo>
                    <a:pt x="234" y="39395"/>
                    <a:pt x="501" y="40029"/>
                    <a:pt x="801" y="40663"/>
                  </a:cubicBezTo>
                  <a:cubicBezTo>
                    <a:pt x="1368" y="41863"/>
                    <a:pt x="2035" y="43031"/>
                    <a:pt x="2736" y="44165"/>
                  </a:cubicBezTo>
                  <a:cubicBezTo>
                    <a:pt x="3069" y="44732"/>
                    <a:pt x="3469" y="45266"/>
                    <a:pt x="3803" y="45866"/>
                  </a:cubicBezTo>
                  <a:cubicBezTo>
                    <a:pt x="3970" y="46100"/>
                    <a:pt x="4137" y="46400"/>
                    <a:pt x="4303" y="46700"/>
                  </a:cubicBezTo>
                  <a:lnTo>
                    <a:pt x="4337" y="46834"/>
                  </a:lnTo>
                  <a:lnTo>
                    <a:pt x="4370" y="46867"/>
                  </a:lnTo>
                  <a:cubicBezTo>
                    <a:pt x="4370" y="46900"/>
                    <a:pt x="4403" y="46934"/>
                    <a:pt x="4403" y="46934"/>
                  </a:cubicBezTo>
                  <a:lnTo>
                    <a:pt x="4570" y="47167"/>
                  </a:lnTo>
                  <a:lnTo>
                    <a:pt x="4904" y="47568"/>
                  </a:lnTo>
                  <a:cubicBezTo>
                    <a:pt x="5838" y="48602"/>
                    <a:pt x="6972" y="49502"/>
                    <a:pt x="8239" y="50069"/>
                  </a:cubicBezTo>
                  <a:cubicBezTo>
                    <a:pt x="9507" y="50670"/>
                    <a:pt x="10875" y="51037"/>
                    <a:pt x="12209" y="51270"/>
                  </a:cubicBezTo>
                  <a:cubicBezTo>
                    <a:pt x="13543" y="51537"/>
                    <a:pt x="14911" y="51670"/>
                    <a:pt x="16245" y="51837"/>
                  </a:cubicBezTo>
                  <a:cubicBezTo>
                    <a:pt x="17579" y="52004"/>
                    <a:pt x="18914" y="52171"/>
                    <a:pt x="20215" y="52404"/>
                  </a:cubicBezTo>
                  <a:cubicBezTo>
                    <a:pt x="21482" y="52671"/>
                    <a:pt x="22750" y="53071"/>
                    <a:pt x="23851" y="53705"/>
                  </a:cubicBezTo>
                  <a:cubicBezTo>
                    <a:pt x="24418" y="54005"/>
                    <a:pt x="24918" y="54406"/>
                    <a:pt x="25385" y="54839"/>
                  </a:cubicBezTo>
                  <a:cubicBezTo>
                    <a:pt x="25652" y="55040"/>
                    <a:pt x="25852" y="55273"/>
                    <a:pt x="26052" y="55507"/>
                  </a:cubicBezTo>
                  <a:cubicBezTo>
                    <a:pt x="26252" y="55740"/>
                    <a:pt x="26419" y="56007"/>
                    <a:pt x="26653" y="56240"/>
                  </a:cubicBezTo>
                  <a:cubicBezTo>
                    <a:pt x="27386" y="57341"/>
                    <a:pt x="28054" y="58509"/>
                    <a:pt x="28921" y="59543"/>
                  </a:cubicBezTo>
                  <a:lnTo>
                    <a:pt x="29254" y="59910"/>
                  </a:lnTo>
                  <a:lnTo>
                    <a:pt x="29488" y="60110"/>
                  </a:lnTo>
                  <a:lnTo>
                    <a:pt x="29755" y="60277"/>
                  </a:lnTo>
                  <a:cubicBezTo>
                    <a:pt x="30088" y="60510"/>
                    <a:pt x="30389" y="60610"/>
                    <a:pt x="30722" y="60744"/>
                  </a:cubicBezTo>
                  <a:cubicBezTo>
                    <a:pt x="31389" y="60944"/>
                    <a:pt x="32023" y="61111"/>
                    <a:pt x="32657" y="61277"/>
                  </a:cubicBezTo>
                  <a:cubicBezTo>
                    <a:pt x="33257" y="61444"/>
                    <a:pt x="33891" y="61611"/>
                    <a:pt x="34492" y="61778"/>
                  </a:cubicBezTo>
                  <a:cubicBezTo>
                    <a:pt x="35059" y="62011"/>
                    <a:pt x="35592" y="62211"/>
                    <a:pt x="35993" y="62545"/>
                  </a:cubicBezTo>
                  <a:cubicBezTo>
                    <a:pt x="36360" y="62912"/>
                    <a:pt x="36693" y="63379"/>
                    <a:pt x="36860" y="63879"/>
                  </a:cubicBezTo>
                  <a:cubicBezTo>
                    <a:pt x="37027" y="64380"/>
                    <a:pt x="37093" y="64913"/>
                    <a:pt x="37060" y="65514"/>
                  </a:cubicBezTo>
                  <a:cubicBezTo>
                    <a:pt x="37027" y="66681"/>
                    <a:pt x="36726" y="67849"/>
                    <a:pt x="36560" y="69050"/>
                  </a:cubicBezTo>
                  <a:cubicBezTo>
                    <a:pt x="36426" y="70050"/>
                    <a:pt x="36426" y="71118"/>
                    <a:pt x="36726" y="72052"/>
                  </a:cubicBezTo>
                  <a:cubicBezTo>
                    <a:pt x="37060" y="72952"/>
                    <a:pt x="37560" y="73620"/>
                    <a:pt x="37927" y="74053"/>
                  </a:cubicBezTo>
                  <a:lnTo>
                    <a:pt x="37894" y="74020"/>
                  </a:lnTo>
                  <a:lnTo>
                    <a:pt x="37894" y="74020"/>
                  </a:lnTo>
                  <a:cubicBezTo>
                    <a:pt x="38695" y="75021"/>
                    <a:pt x="39662" y="75854"/>
                    <a:pt x="40529" y="76688"/>
                  </a:cubicBezTo>
                  <a:cubicBezTo>
                    <a:pt x="41397" y="77522"/>
                    <a:pt x="42264" y="78390"/>
                    <a:pt x="42764" y="79424"/>
                  </a:cubicBezTo>
                  <a:cubicBezTo>
                    <a:pt x="43031" y="79924"/>
                    <a:pt x="43198" y="80524"/>
                    <a:pt x="43198" y="81058"/>
                  </a:cubicBezTo>
                  <a:cubicBezTo>
                    <a:pt x="43198" y="81625"/>
                    <a:pt x="43064" y="82192"/>
                    <a:pt x="42831" y="82726"/>
                  </a:cubicBezTo>
                  <a:cubicBezTo>
                    <a:pt x="42564" y="83260"/>
                    <a:pt x="42264" y="83793"/>
                    <a:pt x="41864" y="84194"/>
                  </a:cubicBezTo>
                  <a:cubicBezTo>
                    <a:pt x="41430" y="84594"/>
                    <a:pt x="40930" y="84894"/>
                    <a:pt x="40396" y="85128"/>
                  </a:cubicBezTo>
                  <a:cubicBezTo>
                    <a:pt x="39328" y="85595"/>
                    <a:pt x="38061" y="85862"/>
                    <a:pt x="36760" y="86062"/>
                  </a:cubicBezTo>
                  <a:cubicBezTo>
                    <a:pt x="35526" y="86262"/>
                    <a:pt x="34191" y="86462"/>
                    <a:pt x="32890" y="86962"/>
                  </a:cubicBezTo>
                  <a:cubicBezTo>
                    <a:pt x="32223" y="87229"/>
                    <a:pt x="31589" y="87563"/>
                    <a:pt x="31056" y="88030"/>
                  </a:cubicBezTo>
                  <a:cubicBezTo>
                    <a:pt x="30489" y="88463"/>
                    <a:pt x="30055" y="89064"/>
                    <a:pt x="29755" y="89731"/>
                  </a:cubicBezTo>
                  <a:cubicBezTo>
                    <a:pt x="29688" y="89898"/>
                    <a:pt x="29588" y="90065"/>
                    <a:pt x="29555" y="90231"/>
                  </a:cubicBezTo>
                  <a:lnTo>
                    <a:pt x="29388" y="90732"/>
                  </a:lnTo>
                  <a:cubicBezTo>
                    <a:pt x="29355" y="90899"/>
                    <a:pt x="29355" y="91099"/>
                    <a:pt x="29321" y="91265"/>
                  </a:cubicBezTo>
                  <a:cubicBezTo>
                    <a:pt x="29254" y="91466"/>
                    <a:pt x="29254" y="91632"/>
                    <a:pt x="29254" y="91799"/>
                  </a:cubicBezTo>
                  <a:cubicBezTo>
                    <a:pt x="29254" y="92533"/>
                    <a:pt x="29355" y="93200"/>
                    <a:pt x="29488" y="93867"/>
                  </a:cubicBezTo>
                  <a:cubicBezTo>
                    <a:pt x="30055" y="96469"/>
                    <a:pt x="31089" y="98904"/>
                    <a:pt x="32023" y="101273"/>
                  </a:cubicBezTo>
                  <a:cubicBezTo>
                    <a:pt x="33024" y="103574"/>
                    <a:pt x="32890" y="106143"/>
                    <a:pt x="33091" y="108645"/>
                  </a:cubicBezTo>
                  <a:cubicBezTo>
                    <a:pt x="33224" y="109946"/>
                    <a:pt x="33391" y="111213"/>
                    <a:pt x="33891" y="112414"/>
                  </a:cubicBezTo>
                  <a:cubicBezTo>
                    <a:pt x="34358" y="113615"/>
                    <a:pt x="35059" y="114716"/>
                    <a:pt x="35926" y="115583"/>
                  </a:cubicBezTo>
                  <a:cubicBezTo>
                    <a:pt x="36827" y="116450"/>
                    <a:pt x="37761" y="117217"/>
                    <a:pt x="38728" y="117885"/>
                  </a:cubicBezTo>
                  <a:cubicBezTo>
                    <a:pt x="39729" y="118552"/>
                    <a:pt x="40696" y="119119"/>
                    <a:pt x="41663" y="119753"/>
                  </a:cubicBezTo>
                  <a:cubicBezTo>
                    <a:pt x="42564" y="120386"/>
                    <a:pt x="43531" y="120953"/>
                    <a:pt x="44365" y="121621"/>
                  </a:cubicBezTo>
                  <a:lnTo>
                    <a:pt x="44999" y="122121"/>
                  </a:lnTo>
                  <a:cubicBezTo>
                    <a:pt x="45166" y="122288"/>
                    <a:pt x="45366" y="122454"/>
                    <a:pt x="45566" y="122655"/>
                  </a:cubicBezTo>
                  <a:cubicBezTo>
                    <a:pt x="46000" y="123055"/>
                    <a:pt x="46400" y="123388"/>
                    <a:pt x="46834" y="123722"/>
                  </a:cubicBezTo>
                  <a:cubicBezTo>
                    <a:pt x="48568" y="124990"/>
                    <a:pt x="50503" y="125757"/>
                    <a:pt x="52238" y="126424"/>
                  </a:cubicBezTo>
                  <a:cubicBezTo>
                    <a:pt x="54006" y="127091"/>
                    <a:pt x="55673" y="127758"/>
                    <a:pt x="57074" y="128559"/>
                  </a:cubicBezTo>
                  <a:cubicBezTo>
                    <a:pt x="57775" y="128926"/>
                    <a:pt x="58442" y="129393"/>
                    <a:pt x="59076" y="129793"/>
                  </a:cubicBezTo>
                  <a:cubicBezTo>
                    <a:pt x="59710" y="130227"/>
                    <a:pt x="60343" y="130627"/>
                    <a:pt x="60877" y="131061"/>
                  </a:cubicBezTo>
                  <a:cubicBezTo>
                    <a:pt x="61945" y="131895"/>
                    <a:pt x="62879" y="132728"/>
                    <a:pt x="63579" y="133496"/>
                  </a:cubicBezTo>
                  <a:cubicBezTo>
                    <a:pt x="64246" y="134296"/>
                    <a:pt x="64747" y="135097"/>
                    <a:pt x="65047" y="135764"/>
                  </a:cubicBezTo>
                  <a:cubicBezTo>
                    <a:pt x="65113" y="135931"/>
                    <a:pt x="65214" y="136098"/>
                    <a:pt x="65247" y="136264"/>
                  </a:cubicBezTo>
                  <a:cubicBezTo>
                    <a:pt x="65347" y="136398"/>
                    <a:pt x="65380" y="136565"/>
                    <a:pt x="65414" y="136665"/>
                  </a:cubicBezTo>
                  <a:cubicBezTo>
                    <a:pt x="65514" y="136965"/>
                    <a:pt x="65547" y="137232"/>
                    <a:pt x="65580" y="137398"/>
                  </a:cubicBezTo>
                  <a:cubicBezTo>
                    <a:pt x="65614" y="137565"/>
                    <a:pt x="65681" y="137732"/>
                    <a:pt x="65681" y="137799"/>
                  </a:cubicBezTo>
                  <a:lnTo>
                    <a:pt x="65681" y="137966"/>
                  </a:lnTo>
                  <a:cubicBezTo>
                    <a:pt x="65714" y="138232"/>
                    <a:pt x="65747" y="138433"/>
                    <a:pt x="65747" y="138599"/>
                  </a:cubicBezTo>
                  <a:cubicBezTo>
                    <a:pt x="65747" y="138766"/>
                    <a:pt x="65747" y="138933"/>
                    <a:pt x="65781" y="139066"/>
                  </a:cubicBezTo>
                  <a:cubicBezTo>
                    <a:pt x="65847" y="139300"/>
                    <a:pt x="65914" y="139433"/>
                    <a:pt x="65947" y="139433"/>
                  </a:cubicBezTo>
                  <a:cubicBezTo>
                    <a:pt x="66014" y="139433"/>
                    <a:pt x="66081" y="139300"/>
                    <a:pt x="66114" y="139066"/>
                  </a:cubicBezTo>
                  <a:cubicBezTo>
                    <a:pt x="66181" y="138799"/>
                    <a:pt x="66214" y="138433"/>
                    <a:pt x="66114" y="137899"/>
                  </a:cubicBezTo>
                  <a:lnTo>
                    <a:pt x="66114" y="137732"/>
                  </a:lnTo>
                  <a:cubicBezTo>
                    <a:pt x="66114" y="137599"/>
                    <a:pt x="66081" y="137465"/>
                    <a:pt x="66047" y="137265"/>
                  </a:cubicBezTo>
                  <a:cubicBezTo>
                    <a:pt x="66014" y="137065"/>
                    <a:pt x="65947" y="136798"/>
                    <a:pt x="65881" y="136498"/>
                  </a:cubicBezTo>
                  <a:cubicBezTo>
                    <a:pt x="65847" y="136398"/>
                    <a:pt x="65747" y="136231"/>
                    <a:pt x="65714" y="136064"/>
                  </a:cubicBezTo>
                  <a:cubicBezTo>
                    <a:pt x="65681" y="135897"/>
                    <a:pt x="65580" y="135731"/>
                    <a:pt x="65514" y="135564"/>
                  </a:cubicBezTo>
                  <a:cubicBezTo>
                    <a:pt x="65214" y="134797"/>
                    <a:pt x="64680" y="133963"/>
                    <a:pt x="63946" y="133129"/>
                  </a:cubicBezTo>
                  <a:cubicBezTo>
                    <a:pt x="63245" y="132295"/>
                    <a:pt x="62278" y="131428"/>
                    <a:pt x="61177" y="130594"/>
                  </a:cubicBezTo>
                  <a:cubicBezTo>
                    <a:pt x="60610" y="130127"/>
                    <a:pt x="60010" y="129726"/>
                    <a:pt x="59376" y="129293"/>
                  </a:cubicBezTo>
                  <a:cubicBezTo>
                    <a:pt x="58709" y="128892"/>
                    <a:pt x="58075" y="128425"/>
                    <a:pt x="57341" y="127992"/>
                  </a:cubicBezTo>
                  <a:cubicBezTo>
                    <a:pt x="55874" y="127225"/>
                    <a:pt x="54172" y="126491"/>
                    <a:pt x="52404" y="125824"/>
                  </a:cubicBezTo>
                  <a:cubicBezTo>
                    <a:pt x="50670" y="125123"/>
                    <a:pt x="48768" y="124389"/>
                    <a:pt x="47167" y="123155"/>
                  </a:cubicBezTo>
                  <a:cubicBezTo>
                    <a:pt x="46767" y="122888"/>
                    <a:pt x="46367" y="122555"/>
                    <a:pt x="46000" y="122154"/>
                  </a:cubicBezTo>
                  <a:cubicBezTo>
                    <a:pt x="45600" y="121787"/>
                    <a:pt x="45166" y="121420"/>
                    <a:pt x="44732" y="121087"/>
                  </a:cubicBezTo>
                  <a:cubicBezTo>
                    <a:pt x="43865" y="120386"/>
                    <a:pt x="42931" y="119786"/>
                    <a:pt x="41997" y="119152"/>
                  </a:cubicBezTo>
                  <a:cubicBezTo>
                    <a:pt x="40062" y="117951"/>
                    <a:pt x="38061" y="116750"/>
                    <a:pt x="36426" y="115083"/>
                  </a:cubicBezTo>
                  <a:cubicBezTo>
                    <a:pt x="35659" y="114249"/>
                    <a:pt x="35025" y="113248"/>
                    <a:pt x="34558" y="112147"/>
                  </a:cubicBezTo>
                  <a:cubicBezTo>
                    <a:pt x="34091" y="111080"/>
                    <a:pt x="33924" y="109879"/>
                    <a:pt x="33858" y="108645"/>
                  </a:cubicBezTo>
                  <a:cubicBezTo>
                    <a:pt x="33758" y="107410"/>
                    <a:pt x="33758" y="106143"/>
                    <a:pt x="33658" y="104875"/>
                  </a:cubicBezTo>
                  <a:cubicBezTo>
                    <a:pt x="33558" y="104241"/>
                    <a:pt x="33491" y="103574"/>
                    <a:pt x="33357" y="102940"/>
                  </a:cubicBezTo>
                  <a:cubicBezTo>
                    <a:pt x="33324" y="102640"/>
                    <a:pt x="33191" y="102307"/>
                    <a:pt x="33091" y="101973"/>
                  </a:cubicBezTo>
                  <a:lnTo>
                    <a:pt x="32757" y="101072"/>
                  </a:lnTo>
                  <a:cubicBezTo>
                    <a:pt x="31856" y="98637"/>
                    <a:pt x="30822" y="96269"/>
                    <a:pt x="30322" y="93767"/>
                  </a:cubicBezTo>
                  <a:cubicBezTo>
                    <a:pt x="30188" y="93133"/>
                    <a:pt x="30155" y="92533"/>
                    <a:pt x="30155" y="91933"/>
                  </a:cubicBezTo>
                  <a:cubicBezTo>
                    <a:pt x="30188" y="91766"/>
                    <a:pt x="30155" y="91599"/>
                    <a:pt x="30188" y="91466"/>
                  </a:cubicBezTo>
                  <a:cubicBezTo>
                    <a:pt x="30222" y="91366"/>
                    <a:pt x="30222" y="91199"/>
                    <a:pt x="30255" y="91065"/>
                  </a:cubicBezTo>
                  <a:lnTo>
                    <a:pt x="30389" y="90632"/>
                  </a:lnTo>
                  <a:cubicBezTo>
                    <a:pt x="30422" y="90532"/>
                    <a:pt x="30522" y="90365"/>
                    <a:pt x="30555" y="90231"/>
                  </a:cubicBezTo>
                  <a:cubicBezTo>
                    <a:pt x="30822" y="89698"/>
                    <a:pt x="31156" y="89197"/>
                    <a:pt x="31589" y="88797"/>
                  </a:cubicBezTo>
                  <a:cubicBezTo>
                    <a:pt x="32056" y="88430"/>
                    <a:pt x="32590" y="88130"/>
                    <a:pt x="33191" y="87930"/>
                  </a:cubicBezTo>
                  <a:cubicBezTo>
                    <a:pt x="34358" y="87463"/>
                    <a:pt x="35592" y="87263"/>
                    <a:pt x="36893" y="87062"/>
                  </a:cubicBezTo>
                  <a:cubicBezTo>
                    <a:pt x="38194" y="86796"/>
                    <a:pt x="39529" y="86595"/>
                    <a:pt x="40763" y="86062"/>
                  </a:cubicBezTo>
                  <a:cubicBezTo>
                    <a:pt x="41397" y="85762"/>
                    <a:pt x="42030" y="85395"/>
                    <a:pt x="42531" y="84894"/>
                  </a:cubicBezTo>
                  <a:cubicBezTo>
                    <a:pt x="43031" y="84394"/>
                    <a:pt x="43398" y="83793"/>
                    <a:pt x="43698" y="83193"/>
                  </a:cubicBezTo>
                  <a:cubicBezTo>
                    <a:pt x="43998" y="82559"/>
                    <a:pt x="44165" y="81859"/>
                    <a:pt x="44165" y="81125"/>
                  </a:cubicBezTo>
                  <a:cubicBezTo>
                    <a:pt x="44165" y="80424"/>
                    <a:pt x="43932" y="79724"/>
                    <a:pt x="43665" y="79090"/>
                  </a:cubicBezTo>
                  <a:cubicBezTo>
                    <a:pt x="43064" y="77856"/>
                    <a:pt x="42097" y="76922"/>
                    <a:pt x="41230" y="76055"/>
                  </a:cubicBezTo>
                  <a:cubicBezTo>
                    <a:pt x="40329" y="75187"/>
                    <a:pt x="39395" y="74353"/>
                    <a:pt x="38695" y="73453"/>
                  </a:cubicBezTo>
                  <a:cubicBezTo>
                    <a:pt x="38394" y="73086"/>
                    <a:pt x="37994" y="72552"/>
                    <a:pt x="37727" y="71785"/>
                  </a:cubicBezTo>
                  <a:cubicBezTo>
                    <a:pt x="37527" y="71051"/>
                    <a:pt x="37494" y="70084"/>
                    <a:pt x="37594" y="69150"/>
                  </a:cubicBezTo>
                  <a:cubicBezTo>
                    <a:pt x="37727" y="68015"/>
                    <a:pt x="38027" y="66815"/>
                    <a:pt x="38094" y="65547"/>
                  </a:cubicBezTo>
                  <a:cubicBezTo>
                    <a:pt x="38161" y="64880"/>
                    <a:pt x="38061" y="64213"/>
                    <a:pt x="37861" y="63546"/>
                  </a:cubicBezTo>
                  <a:cubicBezTo>
                    <a:pt x="37594" y="62878"/>
                    <a:pt x="37193" y="62278"/>
                    <a:pt x="36693" y="61778"/>
                  </a:cubicBezTo>
                  <a:cubicBezTo>
                    <a:pt x="36560" y="61644"/>
                    <a:pt x="36393" y="61578"/>
                    <a:pt x="36226" y="61444"/>
                  </a:cubicBezTo>
                  <a:cubicBezTo>
                    <a:pt x="36059" y="61377"/>
                    <a:pt x="35926" y="61277"/>
                    <a:pt x="35759" y="61211"/>
                  </a:cubicBezTo>
                  <a:cubicBezTo>
                    <a:pt x="35426" y="61044"/>
                    <a:pt x="35159" y="60910"/>
                    <a:pt x="34825" y="60810"/>
                  </a:cubicBezTo>
                  <a:cubicBezTo>
                    <a:pt x="34191" y="60610"/>
                    <a:pt x="33558" y="60510"/>
                    <a:pt x="32924" y="60310"/>
                  </a:cubicBezTo>
                  <a:cubicBezTo>
                    <a:pt x="32323" y="60210"/>
                    <a:pt x="31723" y="60043"/>
                    <a:pt x="31156" y="59843"/>
                  </a:cubicBezTo>
                  <a:cubicBezTo>
                    <a:pt x="30889" y="59710"/>
                    <a:pt x="30589" y="59609"/>
                    <a:pt x="30355" y="59443"/>
                  </a:cubicBezTo>
                  <a:lnTo>
                    <a:pt x="30222" y="59376"/>
                  </a:lnTo>
                  <a:lnTo>
                    <a:pt x="30088" y="59243"/>
                  </a:lnTo>
                  <a:lnTo>
                    <a:pt x="29822" y="58909"/>
                  </a:lnTo>
                  <a:cubicBezTo>
                    <a:pt x="28988" y="57942"/>
                    <a:pt x="28354" y="56841"/>
                    <a:pt x="27553" y="55707"/>
                  </a:cubicBezTo>
                  <a:cubicBezTo>
                    <a:pt x="27353" y="55406"/>
                    <a:pt x="27153" y="55106"/>
                    <a:pt x="26919" y="54873"/>
                  </a:cubicBezTo>
                  <a:cubicBezTo>
                    <a:pt x="26719" y="54606"/>
                    <a:pt x="26486" y="54372"/>
                    <a:pt x="26219" y="54106"/>
                  </a:cubicBezTo>
                  <a:cubicBezTo>
                    <a:pt x="25685" y="53672"/>
                    <a:pt x="25152" y="53205"/>
                    <a:pt x="24518" y="52871"/>
                  </a:cubicBezTo>
                  <a:cubicBezTo>
                    <a:pt x="23317" y="52171"/>
                    <a:pt x="21916" y="51737"/>
                    <a:pt x="20582" y="51437"/>
                  </a:cubicBezTo>
                  <a:cubicBezTo>
                    <a:pt x="19214" y="51203"/>
                    <a:pt x="17846" y="51037"/>
                    <a:pt x="16512" y="50903"/>
                  </a:cubicBezTo>
                  <a:cubicBezTo>
                    <a:pt x="13843" y="50603"/>
                    <a:pt x="11142" y="50370"/>
                    <a:pt x="8740" y="49269"/>
                  </a:cubicBezTo>
                  <a:cubicBezTo>
                    <a:pt x="7539" y="48735"/>
                    <a:pt x="6505" y="47934"/>
                    <a:pt x="5671" y="46967"/>
                  </a:cubicBezTo>
                  <a:lnTo>
                    <a:pt x="5371" y="46600"/>
                  </a:lnTo>
                  <a:lnTo>
                    <a:pt x="5204" y="46433"/>
                  </a:lnTo>
                  <a:lnTo>
                    <a:pt x="5171" y="46400"/>
                  </a:lnTo>
                  <a:lnTo>
                    <a:pt x="5071" y="46267"/>
                  </a:lnTo>
                  <a:cubicBezTo>
                    <a:pt x="4904" y="46000"/>
                    <a:pt x="4704" y="45700"/>
                    <a:pt x="4537" y="45399"/>
                  </a:cubicBezTo>
                  <a:cubicBezTo>
                    <a:pt x="4170" y="44866"/>
                    <a:pt x="3836" y="44265"/>
                    <a:pt x="3469" y="43731"/>
                  </a:cubicBezTo>
                  <a:cubicBezTo>
                    <a:pt x="2736" y="42664"/>
                    <a:pt x="2068" y="41530"/>
                    <a:pt x="1535" y="40362"/>
                  </a:cubicBezTo>
                  <a:cubicBezTo>
                    <a:pt x="1301" y="39762"/>
                    <a:pt x="1034" y="39195"/>
                    <a:pt x="901" y="38594"/>
                  </a:cubicBezTo>
                  <a:cubicBezTo>
                    <a:pt x="801" y="38027"/>
                    <a:pt x="834" y="37494"/>
                    <a:pt x="1034" y="36893"/>
                  </a:cubicBezTo>
                  <a:cubicBezTo>
                    <a:pt x="1468" y="35759"/>
                    <a:pt x="2202" y="34692"/>
                    <a:pt x="2635" y="33424"/>
                  </a:cubicBezTo>
                  <a:cubicBezTo>
                    <a:pt x="2736" y="33090"/>
                    <a:pt x="2836" y="32824"/>
                    <a:pt x="2869" y="32423"/>
                  </a:cubicBezTo>
                  <a:lnTo>
                    <a:pt x="2869" y="32257"/>
                  </a:lnTo>
                  <a:lnTo>
                    <a:pt x="2869" y="32123"/>
                  </a:lnTo>
                  <a:lnTo>
                    <a:pt x="2836" y="31890"/>
                  </a:lnTo>
                  <a:cubicBezTo>
                    <a:pt x="2836" y="31723"/>
                    <a:pt x="2836" y="31556"/>
                    <a:pt x="2802" y="31389"/>
                  </a:cubicBezTo>
                  <a:cubicBezTo>
                    <a:pt x="2669" y="30722"/>
                    <a:pt x="2502" y="30155"/>
                    <a:pt x="2302" y="29555"/>
                  </a:cubicBezTo>
                  <a:cubicBezTo>
                    <a:pt x="1902" y="28420"/>
                    <a:pt x="1568" y="27320"/>
                    <a:pt x="1735" y="26219"/>
                  </a:cubicBezTo>
                  <a:cubicBezTo>
                    <a:pt x="1902" y="25151"/>
                    <a:pt x="2535" y="24184"/>
                    <a:pt x="3169" y="23250"/>
                  </a:cubicBezTo>
                  <a:cubicBezTo>
                    <a:pt x="3469" y="22816"/>
                    <a:pt x="3803" y="22349"/>
                    <a:pt x="4070" y="21849"/>
                  </a:cubicBezTo>
                  <a:cubicBezTo>
                    <a:pt x="4237" y="21582"/>
                    <a:pt x="4370" y="21349"/>
                    <a:pt x="4503" y="21082"/>
                  </a:cubicBezTo>
                  <a:lnTo>
                    <a:pt x="4570" y="20882"/>
                  </a:lnTo>
                  <a:cubicBezTo>
                    <a:pt x="4637" y="20815"/>
                    <a:pt x="4670" y="20682"/>
                    <a:pt x="4670" y="20648"/>
                  </a:cubicBezTo>
                  <a:cubicBezTo>
                    <a:pt x="4670" y="20515"/>
                    <a:pt x="4704" y="20348"/>
                    <a:pt x="4737" y="20215"/>
                  </a:cubicBezTo>
                  <a:cubicBezTo>
                    <a:pt x="5004" y="19147"/>
                    <a:pt x="5037" y="18046"/>
                    <a:pt x="5237" y="17079"/>
                  </a:cubicBezTo>
                  <a:cubicBezTo>
                    <a:pt x="5337" y="16579"/>
                    <a:pt x="5471" y="16145"/>
                    <a:pt x="5671" y="15711"/>
                  </a:cubicBezTo>
                  <a:cubicBezTo>
                    <a:pt x="5838" y="15311"/>
                    <a:pt x="6138" y="14911"/>
                    <a:pt x="6405" y="14544"/>
                  </a:cubicBezTo>
                  <a:cubicBezTo>
                    <a:pt x="7005" y="13810"/>
                    <a:pt x="7706" y="13243"/>
                    <a:pt x="8473" y="12743"/>
                  </a:cubicBezTo>
                  <a:cubicBezTo>
                    <a:pt x="9974" y="11742"/>
                    <a:pt x="11475" y="11008"/>
                    <a:pt x="12743" y="10141"/>
                  </a:cubicBezTo>
                  <a:cubicBezTo>
                    <a:pt x="14010" y="9240"/>
                    <a:pt x="15044" y="8206"/>
                    <a:pt x="15645" y="7072"/>
                  </a:cubicBezTo>
                  <a:cubicBezTo>
                    <a:pt x="16212" y="5971"/>
                    <a:pt x="16412" y="4904"/>
                    <a:pt x="16512" y="4036"/>
                  </a:cubicBezTo>
                  <a:cubicBezTo>
                    <a:pt x="16512" y="3803"/>
                    <a:pt x="16545" y="3636"/>
                    <a:pt x="16545" y="3403"/>
                  </a:cubicBezTo>
                  <a:lnTo>
                    <a:pt x="16545" y="2869"/>
                  </a:lnTo>
                  <a:cubicBezTo>
                    <a:pt x="16545" y="2535"/>
                    <a:pt x="16512" y="2235"/>
                    <a:pt x="16512" y="2035"/>
                  </a:cubicBezTo>
                  <a:cubicBezTo>
                    <a:pt x="16512" y="1835"/>
                    <a:pt x="16479" y="1668"/>
                    <a:pt x="16479" y="1535"/>
                  </a:cubicBezTo>
                  <a:cubicBezTo>
                    <a:pt x="16412" y="1401"/>
                    <a:pt x="16412" y="1368"/>
                    <a:pt x="16412" y="1368"/>
                  </a:cubicBezTo>
                  <a:cubicBezTo>
                    <a:pt x="16345" y="867"/>
                    <a:pt x="16245" y="534"/>
                    <a:pt x="16012" y="334"/>
                  </a:cubicBezTo>
                  <a:cubicBezTo>
                    <a:pt x="15912" y="67"/>
                    <a:pt x="15845" y="0"/>
                    <a:pt x="158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72" name="Google Shape;2272;p20"/>
            <p:cNvSpPr/>
            <p:nvPr/>
          </p:nvSpPr>
          <p:spPr>
            <a:xfrm>
              <a:off x="10119395" y="1094910"/>
              <a:ext cx="819551" cy="1132155"/>
            </a:xfrm>
            <a:custGeom>
              <a:avLst/>
              <a:gdLst/>
              <a:ahLst/>
              <a:cxnLst/>
              <a:rect l="l" t="t" r="r" b="b"/>
              <a:pathLst>
                <a:path w="36376" h="50251" extrusionOk="0">
                  <a:moveTo>
                    <a:pt x="1369" y="1"/>
                  </a:moveTo>
                  <a:cubicBezTo>
                    <a:pt x="1207" y="1"/>
                    <a:pt x="1140" y="246"/>
                    <a:pt x="1334" y="616"/>
                  </a:cubicBezTo>
                  <a:cubicBezTo>
                    <a:pt x="1334" y="616"/>
                    <a:pt x="1368" y="649"/>
                    <a:pt x="1435" y="816"/>
                  </a:cubicBezTo>
                  <a:cubicBezTo>
                    <a:pt x="1435" y="916"/>
                    <a:pt x="1468" y="983"/>
                    <a:pt x="1501" y="1116"/>
                  </a:cubicBezTo>
                  <a:cubicBezTo>
                    <a:pt x="1501" y="1216"/>
                    <a:pt x="1501" y="1383"/>
                    <a:pt x="1535" y="1483"/>
                  </a:cubicBezTo>
                  <a:cubicBezTo>
                    <a:pt x="1635" y="2117"/>
                    <a:pt x="1435" y="2951"/>
                    <a:pt x="867" y="3985"/>
                  </a:cubicBezTo>
                  <a:cubicBezTo>
                    <a:pt x="634" y="4485"/>
                    <a:pt x="300" y="5119"/>
                    <a:pt x="134" y="5820"/>
                  </a:cubicBezTo>
                  <a:cubicBezTo>
                    <a:pt x="100" y="6053"/>
                    <a:pt x="34" y="6220"/>
                    <a:pt x="34" y="6420"/>
                  </a:cubicBezTo>
                  <a:cubicBezTo>
                    <a:pt x="34" y="6587"/>
                    <a:pt x="0" y="6787"/>
                    <a:pt x="34" y="6987"/>
                  </a:cubicBezTo>
                  <a:cubicBezTo>
                    <a:pt x="34" y="7221"/>
                    <a:pt x="100" y="7387"/>
                    <a:pt x="134" y="7588"/>
                  </a:cubicBezTo>
                  <a:cubicBezTo>
                    <a:pt x="167" y="7754"/>
                    <a:pt x="167" y="7955"/>
                    <a:pt x="267" y="8155"/>
                  </a:cubicBezTo>
                  <a:cubicBezTo>
                    <a:pt x="334" y="8321"/>
                    <a:pt x="367" y="8555"/>
                    <a:pt x="501" y="8755"/>
                  </a:cubicBezTo>
                  <a:lnTo>
                    <a:pt x="667" y="9055"/>
                  </a:lnTo>
                  <a:cubicBezTo>
                    <a:pt x="701" y="9155"/>
                    <a:pt x="801" y="9255"/>
                    <a:pt x="867" y="9322"/>
                  </a:cubicBezTo>
                  <a:cubicBezTo>
                    <a:pt x="1001" y="9556"/>
                    <a:pt x="1201" y="9656"/>
                    <a:pt x="1368" y="9823"/>
                  </a:cubicBezTo>
                  <a:cubicBezTo>
                    <a:pt x="1601" y="9956"/>
                    <a:pt x="1801" y="10089"/>
                    <a:pt x="2002" y="10156"/>
                  </a:cubicBezTo>
                  <a:cubicBezTo>
                    <a:pt x="2869" y="10556"/>
                    <a:pt x="3803" y="10623"/>
                    <a:pt x="4637" y="10923"/>
                  </a:cubicBezTo>
                  <a:cubicBezTo>
                    <a:pt x="5037" y="11057"/>
                    <a:pt x="5471" y="11257"/>
                    <a:pt x="5804" y="11490"/>
                  </a:cubicBezTo>
                  <a:lnTo>
                    <a:pt x="5938" y="11590"/>
                  </a:lnTo>
                  <a:lnTo>
                    <a:pt x="5971" y="11624"/>
                  </a:lnTo>
                  <a:cubicBezTo>
                    <a:pt x="5971" y="11657"/>
                    <a:pt x="6004" y="11724"/>
                    <a:pt x="6038" y="11724"/>
                  </a:cubicBezTo>
                  <a:lnTo>
                    <a:pt x="6138" y="11757"/>
                  </a:lnTo>
                  <a:cubicBezTo>
                    <a:pt x="6171" y="11791"/>
                    <a:pt x="6271" y="11891"/>
                    <a:pt x="6338" y="11924"/>
                  </a:cubicBezTo>
                  <a:cubicBezTo>
                    <a:pt x="6505" y="12091"/>
                    <a:pt x="6638" y="12224"/>
                    <a:pt x="6772" y="12424"/>
                  </a:cubicBezTo>
                  <a:cubicBezTo>
                    <a:pt x="7039" y="12791"/>
                    <a:pt x="7272" y="13225"/>
                    <a:pt x="7506" y="13659"/>
                  </a:cubicBezTo>
                  <a:cubicBezTo>
                    <a:pt x="7639" y="13892"/>
                    <a:pt x="7806" y="14126"/>
                    <a:pt x="7973" y="14326"/>
                  </a:cubicBezTo>
                  <a:cubicBezTo>
                    <a:pt x="8106" y="14459"/>
                    <a:pt x="8173" y="14593"/>
                    <a:pt x="8306" y="14659"/>
                  </a:cubicBezTo>
                  <a:cubicBezTo>
                    <a:pt x="8339" y="14693"/>
                    <a:pt x="8373" y="14759"/>
                    <a:pt x="8473" y="14793"/>
                  </a:cubicBezTo>
                  <a:lnTo>
                    <a:pt x="8540" y="14826"/>
                  </a:lnTo>
                  <a:lnTo>
                    <a:pt x="8606" y="14893"/>
                  </a:lnTo>
                  <a:lnTo>
                    <a:pt x="8640" y="14926"/>
                  </a:lnTo>
                  <a:lnTo>
                    <a:pt x="8706" y="14993"/>
                  </a:lnTo>
                  <a:cubicBezTo>
                    <a:pt x="8773" y="15060"/>
                    <a:pt x="8840" y="15093"/>
                    <a:pt x="8873" y="15126"/>
                  </a:cubicBezTo>
                  <a:lnTo>
                    <a:pt x="9273" y="15393"/>
                  </a:lnTo>
                  <a:cubicBezTo>
                    <a:pt x="9540" y="15493"/>
                    <a:pt x="9807" y="15627"/>
                    <a:pt x="10107" y="15660"/>
                  </a:cubicBezTo>
                  <a:cubicBezTo>
                    <a:pt x="10641" y="15793"/>
                    <a:pt x="11175" y="15827"/>
                    <a:pt x="11675" y="15894"/>
                  </a:cubicBezTo>
                  <a:cubicBezTo>
                    <a:pt x="12176" y="15927"/>
                    <a:pt x="12643" y="15994"/>
                    <a:pt x="13110" y="16160"/>
                  </a:cubicBezTo>
                  <a:lnTo>
                    <a:pt x="13810" y="16427"/>
                  </a:lnTo>
                  <a:lnTo>
                    <a:pt x="14477" y="16761"/>
                  </a:lnTo>
                  <a:cubicBezTo>
                    <a:pt x="15345" y="17228"/>
                    <a:pt x="16145" y="17828"/>
                    <a:pt x="17012" y="18429"/>
                  </a:cubicBezTo>
                  <a:cubicBezTo>
                    <a:pt x="17846" y="18996"/>
                    <a:pt x="18780" y="19563"/>
                    <a:pt x="19648" y="20063"/>
                  </a:cubicBezTo>
                  <a:cubicBezTo>
                    <a:pt x="19848" y="20163"/>
                    <a:pt x="20115" y="20263"/>
                    <a:pt x="20348" y="20397"/>
                  </a:cubicBezTo>
                  <a:cubicBezTo>
                    <a:pt x="20615" y="20497"/>
                    <a:pt x="20882" y="20564"/>
                    <a:pt x="21149" y="20630"/>
                  </a:cubicBezTo>
                  <a:cubicBezTo>
                    <a:pt x="21449" y="20664"/>
                    <a:pt x="21716" y="20730"/>
                    <a:pt x="21983" y="20730"/>
                  </a:cubicBezTo>
                  <a:cubicBezTo>
                    <a:pt x="22216" y="20730"/>
                    <a:pt x="22516" y="20730"/>
                    <a:pt x="22716" y="20664"/>
                  </a:cubicBezTo>
                  <a:cubicBezTo>
                    <a:pt x="23183" y="20630"/>
                    <a:pt x="23650" y="20597"/>
                    <a:pt x="24117" y="20597"/>
                  </a:cubicBezTo>
                  <a:cubicBezTo>
                    <a:pt x="24551" y="20597"/>
                    <a:pt x="25018" y="20597"/>
                    <a:pt x="25452" y="20630"/>
                  </a:cubicBezTo>
                  <a:cubicBezTo>
                    <a:pt x="26286" y="20764"/>
                    <a:pt x="27186" y="21064"/>
                    <a:pt x="28020" y="21431"/>
                  </a:cubicBezTo>
                  <a:cubicBezTo>
                    <a:pt x="28854" y="21798"/>
                    <a:pt x="29688" y="22331"/>
                    <a:pt x="30322" y="22965"/>
                  </a:cubicBezTo>
                  <a:lnTo>
                    <a:pt x="30522" y="23232"/>
                  </a:lnTo>
                  <a:lnTo>
                    <a:pt x="30622" y="23299"/>
                  </a:lnTo>
                  <a:lnTo>
                    <a:pt x="30689" y="23432"/>
                  </a:lnTo>
                  <a:lnTo>
                    <a:pt x="31022" y="23999"/>
                  </a:lnTo>
                  <a:cubicBezTo>
                    <a:pt x="31156" y="24233"/>
                    <a:pt x="31223" y="24433"/>
                    <a:pt x="31323" y="24633"/>
                  </a:cubicBezTo>
                  <a:cubicBezTo>
                    <a:pt x="31389" y="24833"/>
                    <a:pt x="31456" y="25067"/>
                    <a:pt x="31523" y="25267"/>
                  </a:cubicBezTo>
                  <a:cubicBezTo>
                    <a:pt x="31790" y="26101"/>
                    <a:pt x="31823" y="27001"/>
                    <a:pt x="31723" y="27835"/>
                  </a:cubicBezTo>
                  <a:cubicBezTo>
                    <a:pt x="31690" y="28669"/>
                    <a:pt x="31489" y="29503"/>
                    <a:pt x="31323" y="30270"/>
                  </a:cubicBezTo>
                  <a:cubicBezTo>
                    <a:pt x="31156" y="31004"/>
                    <a:pt x="30989" y="31738"/>
                    <a:pt x="30856" y="32405"/>
                  </a:cubicBezTo>
                  <a:cubicBezTo>
                    <a:pt x="30555" y="33673"/>
                    <a:pt x="30622" y="34740"/>
                    <a:pt x="30655" y="35241"/>
                  </a:cubicBezTo>
                  <a:lnTo>
                    <a:pt x="30655" y="35174"/>
                  </a:lnTo>
                  <a:cubicBezTo>
                    <a:pt x="30689" y="36141"/>
                    <a:pt x="31122" y="36942"/>
                    <a:pt x="31389" y="37642"/>
                  </a:cubicBezTo>
                  <a:cubicBezTo>
                    <a:pt x="31690" y="38343"/>
                    <a:pt x="31856" y="39010"/>
                    <a:pt x="31856" y="39644"/>
                  </a:cubicBezTo>
                  <a:cubicBezTo>
                    <a:pt x="31856" y="39811"/>
                    <a:pt x="31823" y="39944"/>
                    <a:pt x="31823" y="40111"/>
                  </a:cubicBezTo>
                  <a:cubicBezTo>
                    <a:pt x="31790" y="40278"/>
                    <a:pt x="31723" y="40444"/>
                    <a:pt x="31690" y="40578"/>
                  </a:cubicBezTo>
                  <a:cubicBezTo>
                    <a:pt x="31623" y="40845"/>
                    <a:pt x="31489" y="41145"/>
                    <a:pt x="31389" y="41412"/>
                  </a:cubicBezTo>
                  <a:cubicBezTo>
                    <a:pt x="31156" y="41946"/>
                    <a:pt x="30956" y="42413"/>
                    <a:pt x="30789" y="42846"/>
                  </a:cubicBezTo>
                  <a:cubicBezTo>
                    <a:pt x="30722" y="42980"/>
                    <a:pt x="30689" y="43113"/>
                    <a:pt x="30655" y="43180"/>
                  </a:cubicBezTo>
                  <a:cubicBezTo>
                    <a:pt x="30622" y="43280"/>
                    <a:pt x="30622" y="43413"/>
                    <a:pt x="30555" y="43480"/>
                  </a:cubicBezTo>
                  <a:cubicBezTo>
                    <a:pt x="30489" y="43680"/>
                    <a:pt x="30455" y="43847"/>
                    <a:pt x="30455" y="44014"/>
                  </a:cubicBezTo>
                  <a:cubicBezTo>
                    <a:pt x="30455" y="44247"/>
                    <a:pt x="30389" y="44347"/>
                    <a:pt x="30389" y="44481"/>
                  </a:cubicBezTo>
                  <a:lnTo>
                    <a:pt x="30389" y="44781"/>
                  </a:lnTo>
                  <a:cubicBezTo>
                    <a:pt x="30389" y="44899"/>
                    <a:pt x="30389" y="44955"/>
                    <a:pt x="30393" y="44955"/>
                  </a:cubicBezTo>
                  <a:cubicBezTo>
                    <a:pt x="30399" y="44955"/>
                    <a:pt x="30415" y="44823"/>
                    <a:pt x="30455" y="44581"/>
                  </a:cubicBezTo>
                  <a:lnTo>
                    <a:pt x="30455" y="44581"/>
                  </a:lnTo>
                  <a:cubicBezTo>
                    <a:pt x="30355" y="45481"/>
                    <a:pt x="30389" y="46315"/>
                    <a:pt x="30655" y="47083"/>
                  </a:cubicBezTo>
                  <a:cubicBezTo>
                    <a:pt x="30889" y="47783"/>
                    <a:pt x="31356" y="48350"/>
                    <a:pt x="31856" y="48684"/>
                  </a:cubicBezTo>
                  <a:cubicBezTo>
                    <a:pt x="32323" y="49084"/>
                    <a:pt x="32824" y="49251"/>
                    <a:pt x="33191" y="49418"/>
                  </a:cubicBezTo>
                  <a:cubicBezTo>
                    <a:pt x="33558" y="49584"/>
                    <a:pt x="33891" y="49684"/>
                    <a:pt x="34191" y="49784"/>
                  </a:cubicBezTo>
                  <a:cubicBezTo>
                    <a:pt x="35325" y="50118"/>
                    <a:pt x="35626" y="50185"/>
                    <a:pt x="35626" y="50185"/>
                  </a:cubicBezTo>
                  <a:cubicBezTo>
                    <a:pt x="35763" y="50231"/>
                    <a:pt x="35880" y="50251"/>
                    <a:pt x="35975" y="50251"/>
                  </a:cubicBezTo>
                  <a:cubicBezTo>
                    <a:pt x="36362" y="50251"/>
                    <a:pt x="36375" y="49913"/>
                    <a:pt x="35893" y="49618"/>
                  </a:cubicBezTo>
                  <a:cubicBezTo>
                    <a:pt x="35893" y="49618"/>
                    <a:pt x="35659" y="49518"/>
                    <a:pt x="34525" y="49184"/>
                  </a:cubicBezTo>
                  <a:cubicBezTo>
                    <a:pt x="34225" y="49117"/>
                    <a:pt x="33891" y="49017"/>
                    <a:pt x="33524" y="48850"/>
                  </a:cubicBezTo>
                  <a:cubicBezTo>
                    <a:pt x="33157" y="48684"/>
                    <a:pt x="32724" y="48517"/>
                    <a:pt x="32323" y="48183"/>
                  </a:cubicBezTo>
                  <a:cubicBezTo>
                    <a:pt x="31890" y="47916"/>
                    <a:pt x="31523" y="47449"/>
                    <a:pt x="31323" y="46816"/>
                  </a:cubicBezTo>
                  <a:cubicBezTo>
                    <a:pt x="31152" y="46277"/>
                    <a:pt x="31127" y="45641"/>
                    <a:pt x="31144" y="44909"/>
                  </a:cubicBezTo>
                  <a:lnTo>
                    <a:pt x="31144" y="44909"/>
                  </a:lnTo>
                  <a:cubicBezTo>
                    <a:pt x="31144" y="44913"/>
                    <a:pt x="31145" y="44915"/>
                    <a:pt x="31146" y="44915"/>
                  </a:cubicBezTo>
                  <a:cubicBezTo>
                    <a:pt x="31150" y="44915"/>
                    <a:pt x="31156" y="44856"/>
                    <a:pt x="31156" y="44748"/>
                  </a:cubicBezTo>
                  <a:lnTo>
                    <a:pt x="31156" y="44447"/>
                  </a:lnTo>
                  <a:cubicBezTo>
                    <a:pt x="31156" y="44314"/>
                    <a:pt x="31189" y="44180"/>
                    <a:pt x="31189" y="44080"/>
                  </a:cubicBezTo>
                  <a:cubicBezTo>
                    <a:pt x="31189" y="43947"/>
                    <a:pt x="31223" y="43780"/>
                    <a:pt x="31289" y="43613"/>
                  </a:cubicBezTo>
                  <a:cubicBezTo>
                    <a:pt x="31323" y="43513"/>
                    <a:pt x="31323" y="43447"/>
                    <a:pt x="31356" y="43347"/>
                  </a:cubicBezTo>
                  <a:cubicBezTo>
                    <a:pt x="31389" y="43280"/>
                    <a:pt x="31456" y="43146"/>
                    <a:pt x="31489" y="43080"/>
                  </a:cubicBezTo>
                  <a:cubicBezTo>
                    <a:pt x="31656" y="42646"/>
                    <a:pt x="31856" y="42179"/>
                    <a:pt x="32123" y="41645"/>
                  </a:cubicBezTo>
                  <a:cubicBezTo>
                    <a:pt x="32223" y="41412"/>
                    <a:pt x="32357" y="41112"/>
                    <a:pt x="32457" y="40778"/>
                  </a:cubicBezTo>
                  <a:lnTo>
                    <a:pt x="32557" y="40278"/>
                  </a:lnTo>
                  <a:cubicBezTo>
                    <a:pt x="32557" y="40111"/>
                    <a:pt x="32624" y="39944"/>
                    <a:pt x="32624" y="39744"/>
                  </a:cubicBezTo>
                  <a:cubicBezTo>
                    <a:pt x="32657" y="38977"/>
                    <a:pt x="32457" y="38176"/>
                    <a:pt x="32157" y="37442"/>
                  </a:cubicBezTo>
                  <a:cubicBezTo>
                    <a:pt x="31856" y="36675"/>
                    <a:pt x="31489" y="35975"/>
                    <a:pt x="31489" y="35241"/>
                  </a:cubicBezTo>
                  <a:lnTo>
                    <a:pt x="31489" y="35174"/>
                  </a:lnTo>
                  <a:cubicBezTo>
                    <a:pt x="31456" y="34740"/>
                    <a:pt x="31456" y="33806"/>
                    <a:pt x="31723" y="32572"/>
                  </a:cubicBezTo>
                  <a:cubicBezTo>
                    <a:pt x="31856" y="31938"/>
                    <a:pt x="32023" y="31238"/>
                    <a:pt x="32223" y="30471"/>
                  </a:cubicBezTo>
                  <a:cubicBezTo>
                    <a:pt x="32457" y="29670"/>
                    <a:pt x="32657" y="28836"/>
                    <a:pt x="32724" y="27935"/>
                  </a:cubicBezTo>
                  <a:cubicBezTo>
                    <a:pt x="32957" y="26101"/>
                    <a:pt x="32624" y="23899"/>
                    <a:pt x="31122" y="22265"/>
                  </a:cubicBezTo>
                  <a:cubicBezTo>
                    <a:pt x="30355" y="21498"/>
                    <a:pt x="29488" y="20964"/>
                    <a:pt x="28554" y="20497"/>
                  </a:cubicBezTo>
                  <a:cubicBezTo>
                    <a:pt x="27653" y="20063"/>
                    <a:pt x="26686" y="19763"/>
                    <a:pt x="25685" y="19596"/>
                  </a:cubicBezTo>
                  <a:cubicBezTo>
                    <a:pt x="25185" y="19596"/>
                    <a:pt x="24718" y="19563"/>
                    <a:pt x="24218" y="19563"/>
                  </a:cubicBezTo>
                  <a:cubicBezTo>
                    <a:pt x="23717" y="19596"/>
                    <a:pt x="23217" y="19596"/>
                    <a:pt x="22783" y="19630"/>
                  </a:cubicBezTo>
                  <a:cubicBezTo>
                    <a:pt x="22516" y="19663"/>
                    <a:pt x="22316" y="19663"/>
                    <a:pt x="22049" y="19663"/>
                  </a:cubicBezTo>
                  <a:cubicBezTo>
                    <a:pt x="21849" y="19663"/>
                    <a:pt x="21649" y="19663"/>
                    <a:pt x="21449" y="19630"/>
                  </a:cubicBezTo>
                  <a:cubicBezTo>
                    <a:pt x="21215" y="19596"/>
                    <a:pt x="21015" y="19563"/>
                    <a:pt x="20815" y="19463"/>
                  </a:cubicBezTo>
                  <a:cubicBezTo>
                    <a:pt x="20615" y="19396"/>
                    <a:pt x="20381" y="19263"/>
                    <a:pt x="20181" y="19163"/>
                  </a:cubicBezTo>
                  <a:cubicBezTo>
                    <a:pt x="19347" y="18729"/>
                    <a:pt x="18480" y="18229"/>
                    <a:pt x="17646" y="17628"/>
                  </a:cubicBezTo>
                  <a:cubicBezTo>
                    <a:pt x="16812" y="17061"/>
                    <a:pt x="15945" y="16427"/>
                    <a:pt x="14978" y="15927"/>
                  </a:cubicBezTo>
                  <a:lnTo>
                    <a:pt x="14210" y="15593"/>
                  </a:lnTo>
                  <a:lnTo>
                    <a:pt x="13443" y="15326"/>
                  </a:lnTo>
                  <a:cubicBezTo>
                    <a:pt x="12876" y="15160"/>
                    <a:pt x="12342" y="15093"/>
                    <a:pt x="11809" y="15060"/>
                  </a:cubicBezTo>
                  <a:cubicBezTo>
                    <a:pt x="11275" y="14993"/>
                    <a:pt x="10775" y="14960"/>
                    <a:pt x="10308" y="14893"/>
                  </a:cubicBezTo>
                  <a:cubicBezTo>
                    <a:pt x="10041" y="14826"/>
                    <a:pt x="9874" y="14759"/>
                    <a:pt x="9674" y="14659"/>
                  </a:cubicBezTo>
                  <a:cubicBezTo>
                    <a:pt x="9607" y="14626"/>
                    <a:pt x="9507" y="14593"/>
                    <a:pt x="9440" y="14493"/>
                  </a:cubicBezTo>
                  <a:cubicBezTo>
                    <a:pt x="9374" y="14493"/>
                    <a:pt x="9340" y="14459"/>
                    <a:pt x="9307" y="14426"/>
                  </a:cubicBezTo>
                  <a:lnTo>
                    <a:pt x="9273" y="14392"/>
                  </a:lnTo>
                  <a:lnTo>
                    <a:pt x="9207" y="14326"/>
                  </a:lnTo>
                  <a:cubicBezTo>
                    <a:pt x="9173" y="14292"/>
                    <a:pt x="9173" y="14259"/>
                    <a:pt x="9140" y="14259"/>
                  </a:cubicBezTo>
                  <a:lnTo>
                    <a:pt x="8973" y="14159"/>
                  </a:lnTo>
                  <a:cubicBezTo>
                    <a:pt x="8940" y="14159"/>
                    <a:pt x="8873" y="14126"/>
                    <a:pt x="8840" y="14092"/>
                  </a:cubicBezTo>
                  <a:cubicBezTo>
                    <a:pt x="8773" y="14059"/>
                    <a:pt x="8706" y="13959"/>
                    <a:pt x="8640" y="13892"/>
                  </a:cubicBezTo>
                  <a:cubicBezTo>
                    <a:pt x="8473" y="13725"/>
                    <a:pt x="8339" y="13559"/>
                    <a:pt x="8206" y="13325"/>
                  </a:cubicBezTo>
                  <a:cubicBezTo>
                    <a:pt x="7973" y="12925"/>
                    <a:pt x="7772" y="12458"/>
                    <a:pt x="7472" y="12057"/>
                  </a:cubicBezTo>
                  <a:cubicBezTo>
                    <a:pt x="7305" y="11824"/>
                    <a:pt x="7139" y="11624"/>
                    <a:pt x="6938" y="11424"/>
                  </a:cubicBezTo>
                  <a:lnTo>
                    <a:pt x="6538" y="11157"/>
                  </a:lnTo>
                  <a:lnTo>
                    <a:pt x="6471" y="11123"/>
                  </a:lnTo>
                  <a:lnTo>
                    <a:pt x="6505" y="11123"/>
                  </a:lnTo>
                  <a:lnTo>
                    <a:pt x="6471" y="11090"/>
                  </a:lnTo>
                  <a:lnTo>
                    <a:pt x="6305" y="10957"/>
                  </a:lnTo>
                  <a:cubicBezTo>
                    <a:pt x="6105" y="10790"/>
                    <a:pt x="5838" y="10656"/>
                    <a:pt x="5638" y="10556"/>
                  </a:cubicBezTo>
                  <a:cubicBezTo>
                    <a:pt x="5371" y="10456"/>
                    <a:pt x="5171" y="10390"/>
                    <a:pt x="4937" y="10290"/>
                  </a:cubicBezTo>
                  <a:cubicBezTo>
                    <a:pt x="3970" y="9956"/>
                    <a:pt x="3036" y="9923"/>
                    <a:pt x="2335" y="9589"/>
                  </a:cubicBezTo>
                  <a:cubicBezTo>
                    <a:pt x="1601" y="9289"/>
                    <a:pt x="1134" y="8722"/>
                    <a:pt x="934" y="7988"/>
                  </a:cubicBezTo>
                  <a:cubicBezTo>
                    <a:pt x="867" y="7821"/>
                    <a:pt x="834" y="7621"/>
                    <a:pt x="801" y="7454"/>
                  </a:cubicBezTo>
                  <a:cubicBezTo>
                    <a:pt x="767" y="7287"/>
                    <a:pt x="767" y="7121"/>
                    <a:pt x="701" y="6954"/>
                  </a:cubicBezTo>
                  <a:cubicBezTo>
                    <a:pt x="667" y="6620"/>
                    <a:pt x="701" y="6320"/>
                    <a:pt x="767" y="5986"/>
                  </a:cubicBezTo>
                  <a:cubicBezTo>
                    <a:pt x="934" y="5319"/>
                    <a:pt x="1168" y="4786"/>
                    <a:pt x="1435" y="4252"/>
                  </a:cubicBezTo>
                  <a:cubicBezTo>
                    <a:pt x="1935" y="3151"/>
                    <a:pt x="2202" y="2150"/>
                    <a:pt x="2102" y="1450"/>
                  </a:cubicBezTo>
                  <a:cubicBezTo>
                    <a:pt x="2035" y="1283"/>
                    <a:pt x="2035" y="1116"/>
                    <a:pt x="2002" y="983"/>
                  </a:cubicBezTo>
                  <a:cubicBezTo>
                    <a:pt x="1968" y="883"/>
                    <a:pt x="1935" y="749"/>
                    <a:pt x="1868" y="649"/>
                  </a:cubicBezTo>
                  <a:cubicBezTo>
                    <a:pt x="1835" y="483"/>
                    <a:pt x="1801" y="416"/>
                    <a:pt x="1801" y="416"/>
                  </a:cubicBezTo>
                  <a:cubicBezTo>
                    <a:pt x="1649" y="125"/>
                    <a:pt x="1485" y="1"/>
                    <a:pt x="13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73" name="Google Shape;2273;p20"/>
            <p:cNvSpPr/>
            <p:nvPr/>
          </p:nvSpPr>
          <p:spPr>
            <a:xfrm>
              <a:off x="10203995" y="1045614"/>
              <a:ext cx="732766" cy="593688"/>
            </a:xfrm>
            <a:custGeom>
              <a:avLst/>
              <a:gdLst/>
              <a:ahLst/>
              <a:cxnLst/>
              <a:rect l="l" t="t" r="r" b="b"/>
              <a:pathLst>
                <a:path w="32524" h="26351" extrusionOk="0">
                  <a:moveTo>
                    <a:pt x="80" y="0"/>
                  </a:moveTo>
                  <a:lnTo>
                    <a:pt x="80" y="0"/>
                  </a:lnTo>
                  <a:cubicBezTo>
                    <a:pt x="6" y="0"/>
                    <a:pt x="1" y="141"/>
                    <a:pt x="115" y="369"/>
                  </a:cubicBezTo>
                  <a:cubicBezTo>
                    <a:pt x="115" y="369"/>
                    <a:pt x="181" y="436"/>
                    <a:pt x="215" y="602"/>
                  </a:cubicBezTo>
                  <a:cubicBezTo>
                    <a:pt x="248" y="669"/>
                    <a:pt x="281" y="802"/>
                    <a:pt x="348" y="936"/>
                  </a:cubicBezTo>
                  <a:cubicBezTo>
                    <a:pt x="381" y="1103"/>
                    <a:pt x="415" y="1269"/>
                    <a:pt x="448" y="1470"/>
                  </a:cubicBezTo>
                  <a:cubicBezTo>
                    <a:pt x="548" y="1870"/>
                    <a:pt x="548" y="2504"/>
                    <a:pt x="415" y="3304"/>
                  </a:cubicBezTo>
                  <a:cubicBezTo>
                    <a:pt x="348" y="3671"/>
                    <a:pt x="248" y="4138"/>
                    <a:pt x="181" y="4672"/>
                  </a:cubicBezTo>
                  <a:cubicBezTo>
                    <a:pt x="81" y="5172"/>
                    <a:pt x="48" y="5806"/>
                    <a:pt x="215" y="6473"/>
                  </a:cubicBezTo>
                  <a:cubicBezTo>
                    <a:pt x="248" y="6607"/>
                    <a:pt x="281" y="6840"/>
                    <a:pt x="381" y="7207"/>
                  </a:cubicBezTo>
                  <a:cubicBezTo>
                    <a:pt x="415" y="7374"/>
                    <a:pt x="515" y="7607"/>
                    <a:pt x="582" y="7841"/>
                  </a:cubicBezTo>
                  <a:cubicBezTo>
                    <a:pt x="682" y="8108"/>
                    <a:pt x="782" y="8341"/>
                    <a:pt x="1049" y="8608"/>
                  </a:cubicBezTo>
                  <a:cubicBezTo>
                    <a:pt x="1282" y="8842"/>
                    <a:pt x="1616" y="8975"/>
                    <a:pt x="1949" y="9042"/>
                  </a:cubicBezTo>
                  <a:cubicBezTo>
                    <a:pt x="2283" y="9142"/>
                    <a:pt x="2683" y="9209"/>
                    <a:pt x="3017" y="9309"/>
                  </a:cubicBezTo>
                  <a:cubicBezTo>
                    <a:pt x="3684" y="9542"/>
                    <a:pt x="4418" y="9842"/>
                    <a:pt x="5051" y="10443"/>
                  </a:cubicBezTo>
                  <a:cubicBezTo>
                    <a:pt x="5385" y="10676"/>
                    <a:pt x="5685" y="11010"/>
                    <a:pt x="6019" y="11310"/>
                  </a:cubicBezTo>
                  <a:cubicBezTo>
                    <a:pt x="6352" y="11610"/>
                    <a:pt x="6619" y="11977"/>
                    <a:pt x="6953" y="12311"/>
                  </a:cubicBezTo>
                  <a:cubicBezTo>
                    <a:pt x="7120" y="12478"/>
                    <a:pt x="7286" y="12644"/>
                    <a:pt x="7520" y="12811"/>
                  </a:cubicBezTo>
                  <a:lnTo>
                    <a:pt x="7787" y="13045"/>
                  </a:lnTo>
                  <a:cubicBezTo>
                    <a:pt x="7887" y="13145"/>
                    <a:pt x="8020" y="13178"/>
                    <a:pt x="8087" y="13278"/>
                  </a:cubicBezTo>
                  <a:cubicBezTo>
                    <a:pt x="8287" y="13378"/>
                    <a:pt x="8521" y="13545"/>
                    <a:pt x="8721" y="13645"/>
                  </a:cubicBezTo>
                  <a:lnTo>
                    <a:pt x="9054" y="13812"/>
                  </a:lnTo>
                  <a:lnTo>
                    <a:pt x="9221" y="13879"/>
                  </a:lnTo>
                  <a:lnTo>
                    <a:pt x="9288" y="13945"/>
                  </a:lnTo>
                  <a:cubicBezTo>
                    <a:pt x="9355" y="13945"/>
                    <a:pt x="9388" y="13979"/>
                    <a:pt x="9421" y="13979"/>
                  </a:cubicBezTo>
                  <a:cubicBezTo>
                    <a:pt x="9922" y="14145"/>
                    <a:pt x="10455" y="14145"/>
                    <a:pt x="10922" y="14145"/>
                  </a:cubicBezTo>
                  <a:cubicBezTo>
                    <a:pt x="11389" y="14145"/>
                    <a:pt x="11856" y="14145"/>
                    <a:pt x="12290" y="14212"/>
                  </a:cubicBezTo>
                  <a:lnTo>
                    <a:pt x="12457" y="14279"/>
                  </a:lnTo>
                  <a:lnTo>
                    <a:pt x="12557" y="14279"/>
                  </a:lnTo>
                  <a:lnTo>
                    <a:pt x="12790" y="14446"/>
                  </a:lnTo>
                  <a:cubicBezTo>
                    <a:pt x="12957" y="14546"/>
                    <a:pt x="13091" y="14712"/>
                    <a:pt x="13257" y="14879"/>
                  </a:cubicBezTo>
                  <a:cubicBezTo>
                    <a:pt x="13591" y="15213"/>
                    <a:pt x="13858" y="15613"/>
                    <a:pt x="14225" y="15880"/>
                  </a:cubicBezTo>
                  <a:lnTo>
                    <a:pt x="14592" y="16147"/>
                  </a:lnTo>
                  <a:cubicBezTo>
                    <a:pt x="14725" y="16214"/>
                    <a:pt x="14859" y="16280"/>
                    <a:pt x="14925" y="16314"/>
                  </a:cubicBezTo>
                  <a:lnTo>
                    <a:pt x="14892" y="16314"/>
                  </a:lnTo>
                  <a:cubicBezTo>
                    <a:pt x="15959" y="16881"/>
                    <a:pt x="17260" y="17214"/>
                    <a:pt x="18595" y="17214"/>
                  </a:cubicBezTo>
                  <a:cubicBezTo>
                    <a:pt x="18722" y="17221"/>
                    <a:pt x="18849" y="17224"/>
                    <a:pt x="18977" y="17224"/>
                  </a:cubicBezTo>
                  <a:cubicBezTo>
                    <a:pt x="20156" y="17224"/>
                    <a:pt x="21357" y="16968"/>
                    <a:pt x="22531" y="16847"/>
                  </a:cubicBezTo>
                  <a:cubicBezTo>
                    <a:pt x="22962" y="16791"/>
                    <a:pt x="23402" y="16761"/>
                    <a:pt x="23840" y="16761"/>
                  </a:cubicBezTo>
                  <a:cubicBezTo>
                    <a:pt x="24688" y="16761"/>
                    <a:pt x="25530" y="16872"/>
                    <a:pt x="26300" y="17114"/>
                  </a:cubicBezTo>
                  <a:cubicBezTo>
                    <a:pt x="27468" y="17481"/>
                    <a:pt x="28535" y="18148"/>
                    <a:pt x="29402" y="18849"/>
                  </a:cubicBezTo>
                  <a:cubicBezTo>
                    <a:pt x="30270" y="19616"/>
                    <a:pt x="30903" y="20483"/>
                    <a:pt x="31370" y="21317"/>
                  </a:cubicBezTo>
                  <a:cubicBezTo>
                    <a:pt x="31804" y="22184"/>
                    <a:pt x="32071" y="22985"/>
                    <a:pt x="32204" y="23686"/>
                  </a:cubicBezTo>
                  <a:cubicBezTo>
                    <a:pt x="32238" y="24086"/>
                    <a:pt x="32304" y="24353"/>
                    <a:pt x="32304" y="24653"/>
                  </a:cubicBezTo>
                  <a:cubicBezTo>
                    <a:pt x="32371" y="24953"/>
                    <a:pt x="32371" y="25153"/>
                    <a:pt x="32371" y="25353"/>
                  </a:cubicBezTo>
                  <a:lnTo>
                    <a:pt x="32371" y="25820"/>
                  </a:lnTo>
                  <a:lnTo>
                    <a:pt x="32371" y="25987"/>
                  </a:lnTo>
                  <a:cubicBezTo>
                    <a:pt x="32371" y="26226"/>
                    <a:pt x="32417" y="26351"/>
                    <a:pt x="32453" y="26351"/>
                  </a:cubicBezTo>
                  <a:cubicBezTo>
                    <a:pt x="32494" y="26351"/>
                    <a:pt x="32523" y="26201"/>
                    <a:pt x="32471" y="25887"/>
                  </a:cubicBezTo>
                  <a:lnTo>
                    <a:pt x="32471" y="25720"/>
                  </a:lnTo>
                  <a:lnTo>
                    <a:pt x="32471" y="25287"/>
                  </a:lnTo>
                  <a:cubicBezTo>
                    <a:pt x="32471" y="25053"/>
                    <a:pt x="32471" y="24820"/>
                    <a:pt x="32438" y="24519"/>
                  </a:cubicBezTo>
                  <a:cubicBezTo>
                    <a:pt x="32438" y="24219"/>
                    <a:pt x="32371" y="23952"/>
                    <a:pt x="32304" y="23552"/>
                  </a:cubicBezTo>
                  <a:cubicBezTo>
                    <a:pt x="32204" y="22852"/>
                    <a:pt x="31937" y="21984"/>
                    <a:pt x="31470" y="21117"/>
                  </a:cubicBezTo>
                  <a:cubicBezTo>
                    <a:pt x="31037" y="20183"/>
                    <a:pt x="30403" y="19316"/>
                    <a:pt x="29469" y="18515"/>
                  </a:cubicBezTo>
                  <a:cubicBezTo>
                    <a:pt x="28602" y="17715"/>
                    <a:pt x="27534" y="17047"/>
                    <a:pt x="26267" y="16647"/>
                  </a:cubicBezTo>
                  <a:cubicBezTo>
                    <a:pt x="25434" y="16355"/>
                    <a:pt x="24526" y="16244"/>
                    <a:pt x="23614" y="16244"/>
                  </a:cubicBezTo>
                  <a:cubicBezTo>
                    <a:pt x="23173" y="16244"/>
                    <a:pt x="22732" y="16270"/>
                    <a:pt x="22297" y="16314"/>
                  </a:cubicBezTo>
                  <a:cubicBezTo>
                    <a:pt x="21050" y="16438"/>
                    <a:pt x="19861" y="16650"/>
                    <a:pt x="18677" y="16650"/>
                  </a:cubicBezTo>
                  <a:cubicBezTo>
                    <a:pt x="18594" y="16650"/>
                    <a:pt x="18511" y="16649"/>
                    <a:pt x="18428" y="16647"/>
                  </a:cubicBezTo>
                  <a:cubicBezTo>
                    <a:pt x="17127" y="16647"/>
                    <a:pt x="15926" y="16314"/>
                    <a:pt x="14925" y="15780"/>
                  </a:cubicBezTo>
                  <a:lnTo>
                    <a:pt x="14892" y="15780"/>
                  </a:lnTo>
                  <a:lnTo>
                    <a:pt x="14625" y="15646"/>
                  </a:lnTo>
                  <a:cubicBezTo>
                    <a:pt x="14558" y="15613"/>
                    <a:pt x="14425" y="15513"/>
                    <a:pt x="14358" y="15446"/>
                  </a:cubicBezTo>
                  <a:cubicBezTo>
                    <a:pt x="14025" y="15146"/>
                    <a:pt x="13758" y="14813"/>
                    <a:pt x="13424" y="14479"/>
                  </a:cubicBezTo>
                  <a:cubicBezTo>
                    <a:pt x="13291" y="14312"/>
                    <a:pt x="13091" y="14145"/>
                    <a:pt x="12924" y="13979"/>
                  </a:cubicBezTo>
                  <a:lnTo>
                    <a:pt x="12590" y="13712"/>
                  </a:lnTo>
                  <a:cubicBezTo>
                    <a:pt x="12590" y="13678"/>
                    <a:pt x="12524" y="13678"/>
                    <a:pt x="12457" y="13678"/>
                  </a:cubicBezTo>
                  <a:lnTo>
                    <a:pt x="12390" y="13678"/>
                  </a:lnTo>
                  <a:lnTo>
                    <a:pt x="12223" y="13645"/>
                  </a:lnTo>
                  <a:cubicBezTo>
                    <a:pt x="11723" y="13545"/>
                    <a:pt x="11223" y="13545"/>
                    <a:pt x="10756" y="13545"/>
                  </a:cubicBezTo>
                  <a:cubicBezTo>
                    <a:pt x="10255" y="13545"/>
                    <a:pt x="9788" y="13545"/>
                    <a:pt x="9388" y="13445"/>
                  </a:cubicBezTo>
                  <a:lnTo>
                    <a:pt x="9355" y="13445"/>
                  </a:lnTo>
                  <a:lnTo>
                    <a:pt x="9254" y="13378"/>
                  </a:lnTo>
                  <a:lnTo>
                    <a:pt x="9088" y="13311"/>
                  </a:lnTo>
                  <a:lnTo>
                    <a:pt x="8754" y="13145"/>
                  </a:lnTo>
                  <a:cubicBezTo>
                    <a:pt x="8554" y="13045"/>
                    <a:pt x="8387" y="12945"/>
                    <a:pt x="8187" y="12811"/>
                  </a:cubicBezTo>
                  <a:cubicBezTo>
                    <a:pt x="8087" y="12778"/>
                    <a:pt x="7954" y="12711"/>
                    <a:pt x="7887" y="12644"/>
                  </a:cubicBezTo>
                  <a:lnTo>
                    <a:pt x="7620" y="12444"/>
                  </a:lnTo>
                  <a:cubicBezTo>
                    <a:pt x="7453" y="12311"/>
                    <a:pt x="7286" y="12144"/>
                    <a:pt x="7120" y="11977"/>
                  </a:cubicBezTo>
                  <a:cubicBezTo>
                    <a:pt x="6786" y="11644"/>
                    <a:pt x="6519" y="11310"/>
                    <a:pt x="6186" y="10976"/>
                  </a:cubicBezTo>
                  <a:cubicBezTo>
                    <a:pt x="5852" y="10643"/>
                    <a:pt x="5518" y="10309"/>
                    <a:pt x="5185" y="10042"/>
                  </a:cubicBezTo>
                  <a:cubicBezTo>
                    <a:pt x="5018" y="9876"/>
                    <a:pt x="4851" y="9776"/>
                    <a:pt x="4685" y="9642"/>
                  </a:cubicBezTo>
                  <a:cubicBezTo>
                    <a:pt x="4518" y="9509"/>
                    <a:pt x="4351" y="9375"/>
                    <a:pt x="4117" y="9309"/>
                  </a:cubicBezTo>
                  <a:cubicBezTo>
                    <a:pt x="3751" y="9142"/>
                    <a:pt x="3384" y="9008"/>
                    <a:pt x="3017" y="8875"/>
                  </a:cubicBezTo>
                  <a:cubicBezTo>
                    <a:pt x="2283" y="8708"/>
                    <a:pt x="1582" y="8675"/>
                    <a:pt x="1215" y="8308"/>
                  </a:cubicBezTo>
                  <a:cubicBezTo>
                    <a:pt x="1015" y="8108"/>
                    <a:pt x="882" y="7874"/>
                    <a:pt x="782" y="7674"/>
                  </a:cubicBezTo>
                  <a:cubicBezTo>
                    <a:pt x="715" y="7474"/>
                    <a:pt x="615" y="7274"/>
                    <a:pt x="582" y="7107"/>
                  </a:cubicBezTo>
                  <a:cubicBezTo>
                    <a:pt x="515" y="6707"/>
                    <a:pt x="448" y="6473"/>
                    <a:pt x="415" y="6340"/>
                  </a:cubicBezTo>
                  <a:cubicBezTo>
                    <a:pt x="248" y="5706"/>
                    <a:pt x="281" y="5139"/>
                    <a:pt x="381" y="4639"/>
                  </a:cubicBezTo>
                  <a:cubicBezTo>
                    <a:pt x="448" y="4138"/>
                    <a:pt x="548" y="3671"/>
                    <a:pt x="615" y="3271"/>
                  </a:cubicBezTo>
                  <a:cubicBezTo>
                    <a:pt x="748" y="2437"/>
                    <a:pt x="748" y="1803"/>
                    <a:pt x="682" y="1336"/>
                  </a:cubicBezTo>
                  <a:cubicBezTo>
                    <a:pt x="615" y="1136"/>
                    <a:pt x="582" y="969"/>
                    <a:pt x="548" y="802"/>
                  </a:cubicBezTo>
                  <a:cubicBezTo>
                    <a:pt x="515" y="669"/>
                    <a:pt x="448" y="536"/>
                    <a:pt x="415" y="469"/>
                  </a:cubicBezTo>
                  <a:cubicBezTo>
                    <a:pt x="381" y="302"/>
                    <a:pt x="348" y="269"/>
                    <a:pt x="348" y="269"/>
                  </a:cubicBezTo>
                  <a:cubicBezTo>
                    <a:pt x="233" y="82"/>
                    <a:pt x="136" y="0"/>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74" name="Google Shape;2274;p20"/>
            <p:cNvSpPr/>
            <p:nvPr/>
          </p:nvSpPr>
          <p:spPr>
            <a:xfrm>
              <a:off x="9389648" y="991722"/>
              <a:ext cx="1574329" cy="3117792"/>
            </a:xfrm>
            <a:custGeom>
              <a:avLst/>
              <a:gdLst/>
              <a:ahLst/>
              <a:cxnLst/>
              <a:rect l="l" t="t" r="r" b="b"/>
              <a:pathLst>
                <a:path w="69877" h="138384" extrusionOk="0">
                  <a:moveTo>
                    <a:pt x="14034" y="0"/>
                  </a:moveTo>
                  <a:cubicBezTo>
                    <a:pt x="13967" y="0"/>
                    <a:pt x="13860" y="484"/>
                    <a:pt x="13777" y="1460"/>
                  </a:cubicBezTo>
                  <a:cubicBezTo>
                    <a:pt x="13777" y="1460"/>
                    <a:pt x="13744" y="1560"/>
                    <a:pt x="13710" y="1860"/>
                  </a:cubicBezTo>
                  <a:cubicBezTo>
                    <a:pt x="13677" y="2027"/>
                    <a:pt x="13610" y="2194"/>
                    <a:pt x="13577" y="2461"/>
                  </a:cubicBezTo>
                  <a:cubicBezTo>
                    <a:pt x="13510" y="2661"/>
                    <a:pt x="13410" y="2961"/>
                    <a:pt x="13343" y="3228"/>
                  </a:cubicBezTo>
                  <a:cubicBezTo>
                    <a:pt x="13110" y="3862"/>
                    <a:pt x="12776" y="4629"/>
                    <a:pt x="12176" y="5396"/>
                  </a:cubicBezTo>
                  <a:cubicBezTo>
                    <a:pt x="11542" y="6197"/>
                    <a:pt x="10575" y="6997"/>
                    <a:pt x="9374" y="7831"/>
                  </a:cubicBezTo>
                  <a:cubicBezTo>
                    <a:pt x="8206" y="8665"/>
                    <a:pt x="6772" y="9699"/>
                    <a:pt x="5671" y="11334"/>
                  </a:cubicBezTo>
                  <a:cubicBezTo>
                    <a:pt x="5404" y="11734"/>
                    <a:pt x="5071" y="12134"/>
                    <a:pt x="4904" y="12668"/>
                  </a:cubicBezTo>
                  <a:cubicBezTo>
                    <a:pt x="4737" y="13168"/>
                    <a:pt x="4737" y="13735"/>
                    <a:pt x="4770" y="14302"/>
                  </a:cubicBezTo>
                  <a:cubicBezTo>
                    <a:pt x="4904" y="15403"/>
                    <a:pt x="5237" y="16537"/>
                    <a:pt x="5438" y="17705"/>
                  </a:cubicBezTo>
                  <a:cubicBezTo>
                    <a:pt x="5571" y="18339"/>
                    <a:pt x="5604" y="18906"/>
                    <a:pt x="5504" y="19540"/>
                  </a:cubicBezTo>
                  <a:cubicBezTo>
                    <a:pt x="5404" y="20173"/>
                    <a:pt x="5037" y="20674"/>
                    <a:pt x="4537" y="21141"/>
                  </a:cubicBezTo>
                  <a:cubicBezTo>
                    <a:pt x="3570" y="22008"/>
                    <a:pt x="2235" y="22575"/>
                    <a:pt x="1068" y="23576"/>
                  </a:cubicBezTo>
                  <a:cubicBezTo>
                    <a:pt x="768" y="23843"/>
                    <a:pt x="534" y="24176"/>
                    <a:pt x="334" y="24510"/>
                  </a:cubicBezTo>
                  <a:lnTo>
                    <a:pt x="201" y="24810"/>
                  </a:lnTo>
                  <a:cubicBezTo>
                    <a:pt x="167" y="24877"/>
                    <a:pt x="167" y="25010"/>
                    <a:pt x="100" y="25077"/>
                  </a:cubicBezTo>
                  <a:cubicBezTo>
                    <a:pt x="34" y="25310"/>
                    <a:pt x="34" y="25510"/>
                    <a:pt x="34" y="25711"/>
                  </a:cubicBezTo>
                  <a:cubicBezTo>
                    <a:pt x="0" y="26545"/>
                    <a:pt x="334" y="27345"/>
                    <a:pt x="668" y="28079"/>
                  </a:cubicBezTo>
                  <a:cubicBezTo>
                    <a:pt x="1001" y="28846"/>
                    <a:pt x="1435" y="29547"/>
                    <a:pt x="1835" y="30314"/>
                  </a:cubicBezTo>
                  <a:cubicBezTo>
                    <a:pt x="2235" y="31048"/>
                    <a:pt x="2569" y="31882"/>
                    <a:pt x="2569" y="32716"/>
                  </a:cubicBezTo>
                  <a:cubicBezTo>
                    <a:pt x="2602" y="33316"/>
                    <a:pt x="2502" y="34250"/>
                    <a:pt x="1902" y="35484"/>
                  </a:cubicBezTo>
                  <a:cubicBezTo>
                    <a:pt x="1668" y="36051"/>
                    <a:pt x="1268" y="36718"/>
                    <a:pt x="934" y="37486"/>
                  </a:cubicBezTo>
                  <a:cubicBezTo>
                    <a:pt x="601" y="38220"/>
                    <a:pt x="201" y="39087"/>
                    <a:pt x="234" y="40154"/>
                  </a:cubicBezTo>
                  <a:cubicBezTo>
                    <a:pt x="334" y="40688"/>
                    <a:pt x="534" y="41155"/>
                    <a:pt x="668" y="41655"/>
                  </a:cubicBezTo>
                  <a:cubicBezTo>
                    <a:pt x="768" y="42156"/>
                    <a:pt x="934" y="42656"/>
                    <a:pt x="1168" y="43156"/>
                  </a:cubicBezTo>
                  <a:cubicBezTo>
                    <a:pt x="1368" y="43657"/>
                    <a:pt x="1535" y="44191"/>
                    <a:pt x="1768" y="44691"/>
                  </a:cubicBezTo>
                  <a:cubicBezTo>
                    <a:pt x="2035" y="45191"/>
                    <a:pt x="2269" y="45725"/>
                    <a:pt x="2569" y="46259"/>
                  </a:cubicBezTo>
                  <a:cubicBezTo>
                    <a:pt x="3703" y="48394"/>
                    <a:pt x="5371" y="50495"/>
                    <a:pt x="7539" y="52196"/>
                  </a:cubicBezTo>
                  <a:cubicBezTo>
                    <a:pt x="8673" y="53030"/>
                    <a:pt x="9841" y="53764"/>
                    <a:pt x="11175" y="54364"/>
                  </a:cubicBezTo>
                  <a:cubicBezTo>
                    <a:pt x="12509" y="54932"/>
                    <a:pt x="13877" y="55432"/>
                    <a:pt x="15345" y="55732"/>
                  </a:cubicBezTo>
                  <a:cubicBezTo>
                    <a:pt x="15678" y="55832"/>
                    <a:pt x="16045" y="55866"/>
                    <a:pt x="16412" y="55932"/>
                  </a:cubicBezTo>
                  <a:cubicBezTo>
                    <a:pt x="16746" y="55999"/>
                    <a:pt x="17113" y="56066"/>
                    <a:pt x="17513" y="56099"/>
                  </a:cubicBezTo>
                  <a:cubicBezTo>
                    <a:pt x="17880" y="56199"/>
                    <a:pt x="18247" y="56232"/>
                    <a:pt x="18614" y="56266"/>
                  </a:cubicBezTo>
                  <a:cubicBezTo>
                    <a:pt x="19014" y="56333"/>
                    <a:pt x="19381" y="56366"/>
                    <a:pt x="19748" y="56366"/>
                  </a:cubicBezTo>
                  <a:cubicBezTo>
                    <a:pt x="21249" y="56433"/>
                    <a:pt x="22750" y="56533"/>
                    <a:pt x="24218" y="56833"/>
                  </a:cubicBezTo>
                  <a:cubicBezTo>
                    <a:pt x="24918" y="56933"/>
                    <a:pt x="25619" y="57200"/>
                    <a:pt x="26353" y="57433"/>
                  </a:cubicBezTo>
                  <a:cubicBezTo>
                    <a:pt x="27020" y="57734"/>
                    <a:pt x="27720" y="58067"/>
                    <a:pt x="28287" y="58501"/>
                  </a:cubicBezTo>
                  <a:cubicBezTo>
                    <a:pt x="28921" y="58868"/>
                    <a:pt x="29455" y="59368"/>
                    <a:pt x="30022" y="59868"/>
                  </a:cubicBezTo>
                  <a:lnTo>
                    <a:pt x="30856" y="60669"/>
                  </a:lnTo>
                  <a:cubicBezTo>
                    <a:pt x="31123" y="60902"/>
                    <a:pt x="31423" y="61169"/>
                    <a:pt x="31723" y="61369"/>
                  </a:cubicBezTo>
                  <a:cubicBezTo>
                    <a:pt x="32924" y="62270"/>
                    <a:pt x="34225" y="63037"/>
                    <a:pt x="35392" y="63871"/>
                  </a:cubicBezTo>
                  <a:cubicBezTo>
                    <a:pt x="36560" y="64672"/>
                    <a:pt x="37594" y="65673"/>
                    <a:pt x="38194" y="66873"/>
                  </a:cubicBezTo>
                  <a:cubicBezTo>
                    <a:pt x="38561" y="67574"/>
                    <a:pt x="38728" y="68374"/>
                    <a:pt x="38861" y="69175"/>
                  </a:cubicBezTo>
                  <a:cubicBezTo>
                    <a:pt x="38928" y="69942"/>
                    <a:pt x="38928" y="70709"/>
                    <a:pt x="38928" y="71443"/>
                  </a:cubicBezTo>
                  <a:cubicBezTo>
                    <a:pt x="38895" y="72211"/>
                    <a:pt x="38928" y="72911"/>
                    <a:pt x="39028" y="73545"/>
                  </a:cubicBezTo>
                  <a:cubicBezTo>
                    <a:pt x="39095" y="73878"/>
                    <a:pt x="39128" y="74179"/>
                    <a:pt x="39228" y="74412"/>
                  </a:cubicBezTo>
                  <a:cubicBezTo>
                    <a:pt x="39328" y="74712"/>
                    <a:pt x="39395" y="74913"/>
                    <a:pt x="39462" y="75113"/>
                  </a:cubicBezTo>
                  <a:cubicBezTo>
                    <a:pt x="39896" y="76314"/>
                    <a:pt x="40729" y="77281"/>
                    <a:pt x="41263" y="78315"/>
                  </a:cubicBezTo>
                  <a:cubicBezTo>
                    <a:pt x="41563" y="78882"/>
                    <a:pt x="41764" y="79416"/>
                    <a:pt x="41830" y="79983"/>
                  </a:cubicBezTo>
                  <a:cubicBezTo>
                    <a:pt x="41864" y="80550"/>
                    <a:pt x="41730" y="81150"/>
                    <a:pt x="41563" y="81717"/>
                  </a:cubicBezTo>
                  <a:cubicBezTo>
                    <a:pt x="41397" y="82251"/>
                    <a:pt x="41063" y="82751"/>
                    <a:pt x="40629" y="83152"/>
                  </a:cubicBezTo>
                  <a:cubicBezTo>
                    <a:pt x="40229" y="83585"/>
                    <a:pt x="39695" y="83886"/>
                    <a:pt x="39128" y="84119"/>
                  </a:cubicBezTo>
                  <a:cubicBezTo>
                    <a:pt x="38061" y="84586"/>
                    <a:pt x="36827" y="84886"/>
                    <a:pt x="35626" y="85387"/>
                  </a:cubicBezTo>
                  <a:cubicBezTo>
                    <a:pt x="35059" y="85620"/>
                    <a:pt x="34458" y="85954"/>
                    <a:pt x="33958" y="86387"/>
                  </a:cubicBezTo>
                  <a:cubicBezTo>
                    <a:pt x="33724" y="86588"/>
                    <a:pt x="33524" y="86854"/>
                    <a:pt x="33291" y="87088"/>
                  </a:cubicBezTo>
                  <a:cubicBezTo>
                    <a:pt x="33091" y="87321"/>
                    <a:pt x="32891" y="87622"/>
                    <a:pt x="32724" y="87888"/>
                  </a:cubicBezTo>
                  <a:cubicBezTo>
                    <a:pt x="32390" y="88422"/>
                    <a:pt x="32090" y="88989"/>
                    <a:pt x="31923" y="89623"/>
                  </a:cubicBezTo>
                  <a:cubicBezTo>
                    <a:pt x="31723" y="90257"/>
                    <a:pt x="31656" y="90924"/>
                    <a:pt x="31590" y="91558"/>
                  </a:cubicBezTo>
                  <a:cubicBezTo>
                    <a:pt x="31523" y="92825"/>
                    <a:pt x="31623" y="94093"/>
                    <a:pt x="31890" y="95327"/>
                  </a:cubicBezTo>
                  <a:cubicBezTo>
                    <a:pt x="32157" y="96595"/>
                    <a:pt x="32490" y="97796"/>
                    <a:pt x="32857" y="98963"/>
                  </a:cubicBezTo>
                  <a:cubicBezTo>
                    <a:pt x="33591" y="101331"/>
                    <a:pt x="34525" y="103633"/>
                    <a:pt x="35059" y="105968"/>
                  </a:cubicBezTo>
                  <a:cubicBezTo>
                    <a:pt x="35226" y="106568"/>
                    <a:pt x="35326" y="107169"/>
                    <a:pt x="35392" y="107769"/>
                  </a:cubicBezTo>
                  <a:cubicBezTo>
                    <a:pt x="35526" y="108403"/>
                    <a:pt x="35592" y="108970"/>
                    <a:pt x="35726" y="109571"/>
                  </a:cubicBezTo>
                  <a:cubicBezTo>
                    <a:pt x="35926" y="110772"/>
                    <a:pt x="36193" y="111939"/>
                    <a:pt x="36493" y="113073"/>
                  </a:cubicBezTo>
                  <a:cubicBezTo>
                    <a:pt x="37060" y="115375"/>
                    <a:pt x="37861" y="117576"/>
                    <a:pt x="38995" y="119544"/>
                  </a:cubicBezTo>
                  <a:cubicBezTo>
                    <a:pt x="40062" y="121546"/>
                    <a:pt x="41530" y="123247"/>
                    <a:pt x="43098" y="124615"/>
                  </a:cubicBezTo>
                  <a:cubicBezTo>
                    <a:pt x="44699" y="126049"/>
                    <a:pt x="46467" y="127083"/>
                    <a:pt x="48202" y="127984"/>
                  </a:cubicBezTo>
                  <a:cubicBezTo>
                    <a:pt x="49869" y="128951"/>
                    <a:pt x="51604" y="129652"/>
                    <a:pt x="53238" y="130285"/>
                  </a:cubicBezTo>
                  <a:cubicBezTo>
                    <a:pt x="54873" y="130853"/>
                    <a:pt x="56407" y="131420"/>
                    <a:pt x="57875" y="131920"/>
                  </a:cubicBezTo>
                  <a:cubicBezTo>
                    <a:pt x="59276" y="132420"/>
                    <a:pt x="60610" y="132887"/>
                    <a:pt x="61778" y="133354"/>
                  </a:cubicBezTo>
                  <a:cubicBezTo>
                    <a:pt x="64113" y="134322"/>
                    <a:pt x="65881" y="135322"/>
                    <a:pt x="67015" y="136156"/>
                  </a:cubicBezTo>
                  <a:cubicBezTo>
                    <a:pt x="67582" y="136557"/>
                    <a:pt x="67949" y="136924"/>
                    <a:pt x="68249" y="137124"/>
                  </a:cubicBezTo>
                  <a:cubicBezTo>
                    <a:pt x="68416" y="137257"/>
                    <a:pt x="68516" y="137324"/>
                    <a:pt x="68583" y="137391"/>
                  </a:cubicBezTo>
                  <a:lnTo>
                    <a:pt x="68683" y="137457"/>
                  </a:lnTo>
                  <a:cubicBezTo>
                    <a:pt x="69307" y="138066"/>
                    <a:pt x="69681" y="138383"/>
                    <a:pt x="69770" y="138383"/>
                  </a:cubicBezTo>
                  <a:cubicBezTo>
                    <a:pt x="69876" y="138383"/>
                    <a:pt x="69578" y="137933"/>
                    <a:pt x="68816" y="136990"/>
                  </a:cubicBezTo>
                  <a:cubicBezTo>
                    <a:pt x="68816" y="136990"/>
                    <a:pt x="68816" y="136957"/>
                    <a:pt x="68750" y="136924"/>
                  </a:cubicBezTo>
                  <a:cubicBezTo>
                    <a:pt x="68649" y="136890"/>
                    <a:pt x="68549" y="136790"/>
                    <a:pt x="68416" y="136657"/>
                  </a:cubicBezTo>
                  <a:cubicBezTo>
                    <a:pt x="68116" y="136423"/>
                    <a:pt x="67749" y="136056"/>
                    <a:pt x="67148" y="135656"/>
                  </a:cubicBezTo>
                  <a:cubicBezTo>
                    <a:pt x="66048" y="134822"/>
                    <a:pt x="64280" y="133788"/>
                    <a:pt x="61911" y="132821"/>
                  </a:cubicBezTo>
                  <a:cubicBezTo>
                    <a:pt x="60710" y="132320"/>
                    <a:pt x="59376" y="131820"/>
                    <a:pt x="57942" y="131320"/>
                  </a:cubicBezTo>
                  <a:cubicBezTo>
                    <a:pt x="56474" y="130819"/>
                    <a:pt x="54940" y="130319"/>
                    <a:pt x="53305" y="129718"/>
                  </a:cubicBezTo>
                  <a:cubicBezTo>
                    <a:pt x="51704" y="129085"/>
                    <a:pt x="49969" y="128384"/>
                    <a:pt x="48302" y="127417"/>
                  </a:cubicBezTo>
                  <a:cubicBezTo>
                    <a:pt x="46600" y="126483"/>
                    <a:pt x="44899" y="125449"/>
                    <a:pt x="43298" y="124081"/>
                  </a:cubicBezTo>
                  <a:cubicBezTo>
                    <a:pt x="41730" y="122713"/>
                    <a:pt x="40363" y="121046"/>
                    <a:pt x="39262" y="119077"/>
                  </a:cubicBezTo>
                  <a:cubicBezTo>
                    <a:pt x="38194" y="117109"/>
                    <a:pt x="37394" y="114941"/>
                    <a:pt x="36793" y="112706"/>
                  </a:cubicBezTo>
                  <a:cubicBezTo>
                    <a:pt x="36526" y="111572"/>
                    <a:pt x="36260" y="110405"/>
                    <a:pt x="36059" y="109237"/>
                  </a:cubicBezTo>
                  <a:cubicBezTo>
                    <a:pt x="35959" y="108637"/>
                    <a:pt x="35859" y="108070"/>
                    <a:pt x="35759" y="107469"/>
                  </a:cubicBezTo>
                  <a:cubicBezTo>
                    <a:pt x="35626" y="106902"/>
                    <a:pt x="35559" y="106302"/>
                    <a:pt x="35426" y="105701"/>
                  </a:cubicBezTo>
                  <a:cubicBezTo>
                    <a:pt x="34859" y="103299"/>
                    <a:pt x="33925" y="101031"/>
                    <a:pt x="33224" y="98629"/>
                  </a:cubicBezTo>
                  <a:cubicBezTo>
                    <a:pt x="32891" y="97462"/>
                    <a:pt x="32557" y="96261"/>
                    <a:pt x="32290" y="95060"/>
                  </a:cubicBezTo>
                  <a:cubicBezTo>
                    <a:pt x="32090" y="93859"/>
                    <a:pt x="31923" y="92592"/>
                    <a:pt x="32023" y="91391"/>
                  </a:cubicBezTo>
                  <a:cubicBezTo>
                    <a:pt x="32057" y="90791"/>
                    <a:pt x="32123" y="90190"/>
                    <a:pt x="32290" y="89590"/>
                  </a:cubicBezTo>
                  <a:cubicBezTo>
                    <a:pt x="32457" y="89023"/>
                    <a:pt x="32724" y="88422"/>
                    <a:pt x="33057" y="87922"/>
                  </a:cubicBezTo>
                  <a:cubicBezTo>
                    <a:pt x="33224" y="87688"/>
                    <a:pt x="33391" y="87421"/>
                    <a:pt x="33591" y="87221"/>
                  </a:cubicBezTo>
                  <a:cubicBezTo>
                    <a:pt x="33758" y="87021"/>
                    <a:pt x="34025" y="86788"/>
                    <a:pt x="34225" y="86588"/>
                  </a:cubicBezTo>
                  <a:cubicBezTo>
                    <a:pt x="34692" y="86221"/>
                    <a:pt x="35226" y="85920"/>
                    <a:pt x="35759" y="85687"/>
                  </a:cubicBezTo>
                  <a:cubicBezTo>
                    <a:pt x="36893" y="85220"/>
                    <a:pt x="38128" y="84920"/>
                    <a:pt x="39295" y="84419"/>
                  </a:cubicBezTo>
                  <a:cubicBezTo>
                    <a:pt x="39896" y="84186"/>
                    <a:pt x="40429" y="83852"/>
                    <a:pt x="40930" y="83385"/>
                  </a:cubicBezTo>
                  <a:cubicBezTo>
                    <a:pt x="41397" y="82952"/>
                    <a:pt x="41764" y="82385"/>
                    <a:pt x="41964" y="81751"/>
                  </a:cubicBezTo>
                  <a:cubicBezTo>
                    <a:pt x="42064" y="81417"/>
                    <a:pt x="42130" y="81117"/>
                    <a:pt x="42197" y="80783"/>
                  </a:cubicBezTo>
                  <a:cubicBezTo>
                    <a:pt x="42231" y="80517"/>
                    <a:pt x="42264" y="80183"/>
                    <a:pt x="42231" y="79849"/>
                  </a:cubicBezTo>
                  <a:cubicBezTo>
                    <a:pt x="42197" y="79182"/>
                    <a:pt x="41930" y="78548"/>
                    <a:pt x="41630" y="78015"/>
                  </a:cubicBezTo>
                  <a:cubicBezTo>
                    <a:pt x="41063" y="76914"/>
                    <a:pt x="40262" y="75947"/>
                    <a:pt x="39896" y="74879"/>
                  </a:cubicBezTo>
                  <a:cubicBezTo>
                    <a:pt x="39862" y="74712"/>
                    <a:pt x="39762" y="74512"/>
                    <a:pt x="39695" y="74245"/>
                  </a:cubicBezTo>
                  <a:cubicBezTo>
                    <a:pt x="39629" y="74012"/>
                    <a:pt x="39595" y="73745"/>
                    <a:pt x="39529" y="73445"/>
                  </a:cubicBezTo>
                  <a:cubicBezTo>
                    <a:pt x="39429" y="72878"/>
                    <a:pt x="39395" y="72211"/>
                    <a:pt x="39429" y="71443"/>
                  </a:cubicBezTo>
                  <a:cubicBezTo>
                    <a:pt x="39462" y="69942"/>
                    <a:pt x="39395" y="68174"/>
                    <a:pt x="38628" y="66607"/>
                  </a:cubicBezTo>
                  <a:cubicBezTo>
                    <a:pt x="38028" y="65272"/>
                    <a:pt x="36893" y="64238"/>
                    <a:pt x="35693" y="63404"/>
                  </a:cubicBezTo>
                  <a:cubicBezTo>
                    <a:pt x="34525" y="62570"/>
                    <a:pt x="33224" y="61836"/>
                    <a:pt x="32057" y="60936"/>
                  </a:cubicBezTo>
                  <a:cubicBezTo>
                    <a:pt x="31723" y="60702"/>
                    <a:pt x="31456" y="60502"/>
                    <a:pt x="31189" y="60235"/>
                  </a:cubicBezTo>
                  <a:lnTo>
                    <a:pt x="30355" y="59501"/>
                  </a:lnTo>
                  <a:cubicBezTo>
                    <a:pt x="29788" y="58934"/>
                    <a:pt x="29221" y="58434"/>
                    <a:pt x="28554" y="58034"/>
                  </a:cubicBezTo>
                  <a:cubicBezTo>
                    <a:pt x="27920" y="57567"/>
                    <a:pt x="27220" y="57233"/>
                    <a:pt x="26519" y="56933"/>
                  </a:cubicBezTo>
                  <a:cubicBezTo>
                    <a:pt x="25785" y="56666"/>
                    <a:pt x="25052" y="56433"/>
                    <a:pt x="24284" y="56266"/>
                  </a:cubicBezTo>
                  <a:cubicBezTo>
                    <a:pt x="22783" y="55932"/>
                    <a:pt x="21282" y="55899"/>
                    <a:pt x="19781" y="55832"/>
                  </a:cubicBezTo>
                  <a:cubicBezTo>
                    <a:pt x="19414" y="55832"/>
                    <a:pt x="19047" y="55765"/>
                    <a:pt x="18680" y="55732"/>
                  </a:cubicBezTo>
                  <a:cubicBezTo>
                    <a:pt x="18347" y="55699"/>
                    <a:pt x="17947" y="55665"/>
                    <a:pt x="17580" y="55599"/>
                  </a:cubicBezTo>
                  <a:cubicBezTo>
                    <a:pt x="17213" y="55565"/>
                    <a:pt x="16879" y="55532"/>
                    <a:pt x="16512" y="55432"/>
                  </a:cubicBezTo>
                  <a:cubicBezTo>
                    <a:pt x="16112" y="55365"/>
                    <a:pt x="15745" y="55332"/>
                    <a:pt x="15411" y="55232"/>
                  </a:cubicBezTo>
                  <a:cubicBezTo>
                    <a:pt x="14010" y="54932"/>
                    <a:pt x="12609" y="54431"/>
                    <a:pt x="11342" y="53897"/>
                  </a:cubicBezTo>
                  <a:cubicBezTo>
                    <a:pt x="10041" y="53364"/>
                    <a:pt x="8873" y="52597"/>
                    <a:pt x="7773" y="51829"/>
                  </a:cubicBezTo>
                  <a:cubicBezTo>
                    <a:pt x="5671" y="50161"/>
                    <a:pt x="4037" y="48093"/>
                    <a:pt x="2902" y="46025"/>
                  </a:cubicBezTo>
                  <a:cubicBezTo>
                    <a:pt x="2602" y="45525"/>
                    <a:pt x="2369" y="44991"/>
                    <a:pt x="2102" y="44491"/>
                  </a:cubicBezTo>
                  <a:cubicBezTo>
                    <a:pt x="1868" y="43990"/>
                    <a:pt x="1702" y="43423"/>
                    <a:pt x="1501" y="42923"/>
                  </a:cubicBezTo>
                  <a:cubicBezTo>
                    <a:pt x="1268" y="42423"/>
                    <a:pt x="1168" y="41922"/>
                    <a:pt x="1001" y="41422"/>
                  </a:cubicBezTo>
                  <a:cubicBezTo>
                    <a:pt x="868" y="40988"/>
                    <a:pt x="668" y="40488"/>
                    <a:pt x="601" y="40054"/>
                  </a:cubicBezTo>
                  <a:cubicBezTo>
                    <a:pt x="567" y="39187"/>
                    <a:pt x="934" y="38353"/>
                    <a:pt x="1268" y="37586"/>
                  </a:cubicBezTo>
                  <a:cubicBezTo>
                    <a:pt x="1602" y="36852"/>
                    <a:pt x="1935" y="36185"/>
                    <a:pt x="2235" y="35551"/>
                  </a:cubicBezTo>
                  <a:cubicBezTo>
                    <a:pt x="2836" y="34350"/>
                    <a:pt x="3003" y="33316"/>
                    <a:pt x="2902" y="32649"/>
                  </a:cubicBezTo>
                  <a:cubicBezTo>
                    <a:pt x="2869" y="31715"/>
                    <a:pt x="2502" y="30848"/>
                    <a:pt x="2102" y="30080"/>
                  </a:cubicBezTo>
                  <a:cubicBezTo>
                    <a:pt x="1735" y="29347"/>
                    <a:pt x="1268" y="28579"/>
                    <a:pt x="934" y="27879"/>
                  </a:cubicBezTo>
                  <a:cubicBezTo>
                    <a:pt x="601" y="27178"/>
                    <a:pt x="334" y="26411"/>
                    <a:pt x="367" y="25677"/>
                  </a:cubicBezTo>
                  <a:cubicBezTo>
                    <a:pt x="401" y="25510"/>
                    <a:pt x="401" y="25310"/>
                    <a:pt x="434" y="25144"/>
                  </a:cubicBezTo>
                  <a:cubicBezTo>
                    <a:pt x="501" y="25043"/>
                    <a:pt x="501" y="24977"/>
                    <a:pt x="534" y="24877"/>
                  </a:cubicBezTo>
                  <a:lnTo>
                    <a:pt x="668" y="24643"/>
                  </a:lnTo>
                  <a:cubicBezTo>
                    <a:pt x="834" y="24310"/>
                    <a:pt x="1068" y="24043"/>
                    <a:pt x="1335" y="23809"/>
                  </a:cubicBezTo>
                  <a:cubicBezTo>
                    <a:pt x="2402" y="22842"/>
                    <a:pt x="3736" y="22241"/>
                    <a:pt x="4770" y="21341"/>
                  </a:cubicBezTo>
                  <a:cubicBezTo>
                    <a:pt x="5037" y="21074"/>
                    <a:pt x="5237" y="20840"/>
                    <a:pt x="5471" y="20540"/>
                  </a:cubicBezTo>
                  <a:cubicBezTo>
                    <a:pt x="5538" y="20407"/>
                    <a:pt x="5638" y="20240"/>
                    <a:pt x="5704" y="20073"/>
                  </a:cubicBezTo>
                  <a:lnTo>
                    <a:pt x="5838" y="19573"/>
                  </a:lnTo>
                  <a:cubicBezTo>
                    <a:pt x="5971" y="18906"/>
                    <a:pt x="5871" y="18305"/>
                    <a:pt x="5805" y="17672"/>
                  </a:cubicBezTo>
                  <a:cubicBezTo>
                    <a:pt x="5571" y="16471"/>
                    <a:pt x="5237" y="15370"/>
                    <a:pt x="5137" y="14302"/>
                  </a:cubicBezTo>
                  <a:cubicBezTo>
                    <a:pt x="5037" y="13802"/>
                    <a:pt x="5037" y="13235"/>
                    <a:pt x="5204" y="12801"/>
                  </a:cubicBezTo>
                  <a:cubicBezTo>
                    <a:pt x="5338" y="12334"/>
                    <a:pt x="5671" y="11967"/>
                    <a:pt x="5905" y="11534"/>
                  </a:cubicBezTo>
                  <a:cubicBezTo>
                    <a:pt x="7005" y="9966"/>
                    <a:pt x="8373" y="8965"/>
                    <a:pt x="9541" y="8065"/>
                  </a:cubicBezTo>
                  <a:cubicBezTo>
                    <a:pt x="10741" y="7231"/>
                    <a:pt x="11742" y="6464"/>
                    <a:pt x="12376" y="5630"/>
                  </a:cubicBezTo>
                  <a:cubicBezTo>
                    <a:pt x="13043" y="4796"/>
                    <a:pt x="13377" y="3995"/>
                    <a:pt x="13577" y="3361"/>
                  </a:cubicBezTo>
                  <a:cubicBezTo>
                    <a:pt x="13677" y="3028"/>
                    <a:pt x="13777" y="2794"/>
                    <a:pt x="13844" y="2527"/>
                  </a:cubicBezTo>
                  <a:cubicBezTo>
                    <a:pt x="13910" y="2294"/>
                    <a:pt x="13910" y="2127"/>
                    <a:pt x="13944" y="1960"/>
                  </a:cubicBezTo>
                  <a:cubicBezTo>
                    <a:pt x="14010" y="1627"/>
                    <a:pt x="14044" y="1493"/>
                    <a:pt x="14044" y="1493"/>
                  </a:cubicBezTo>
                  <a:cubicBezTo>
                    <a:pt x="14128" y="501"/>
                    <a:pt x="14102" y="0"/>
                    <a:pt x="140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75" name="Google Shape;2275;p20"/>
            <p:cNvSpPr/>
            <p:nvPr/>
          </p:nvSpPr>
          <p:spPr>
            <a:xfrm>
              <a:off x="9719578" y="1544473"/>
              <a:ext cx="415679" cy="246140"/>
            </a:xfrm>
            <a:custGeom>
              <a:avLst/>
              <a:gdLst/>
              <a:ahLst/>
              <a:cxnLst/>
              <a:rect l="l" t="t" r="r" b="b"/>
              <a:pathLst>
                <a:path w="18450" h="10925" extrusionOk="0">
                  <a:moveTo>
                    <a:pt x="6115" y="0"/>
                  </a:moveTo>
                  <a:cubicBezTo>
                    <a:pt x="6078" y="0"/>
                    <a:pt x="6041" y="3"/>
                    <a:pt x="6004" y="9"/>
                  </a:cubicBezTo>
                  <a:lnTo>
                    <a:pt x="5671" y="9"/>
                  </a:lnTo>
                  <a:lnTo>
                    <a:pt x="5371" y="42"/>
                  </a:lnTo>
                  <a:cubicBezTo>
                    <a:pt x="5171" y="109"/>
                    <a:pt x="4937" y="143"/>
                    <a:pt x="4770" y="209"/>
                  </a:cubicBezTo>
                  <a:cubicBezTo>
                    <a:pt x="4603" y="276"/>
                    <a:pt x="4403" y="343"/>
                    <a:pt x="4237" y="443"/>
                  </a:cubicBezTo>
                  <a:cubicBezTo>
                    <a:pt x="4070" y="476"/>
                    <a:pt x="3903" y="610"/>
                    <a:pt x="3736" y="710"/>
                  </a:cubicBezTo>
                  <a:cubicBezTo>
                    <a:pt x="3569" y="810"/>
                    <a:pt x="3436" y="976"/>
                    <a:pt x="3336" y="1110"/>
                  </a:cubicBezTo>
                  <a:cubicBezTo>
                    <a:pt x="3202" y="1210"/>
                    <a:pt x="3069" y="1343"/>
                    <a:pt x="3002" y="1510"/>
                  </a:cubicBezTo>
                  <a:cubicBezTo>
                    <a:pt x="2602" y="2111"/>
                    <a:pt x="2335" y="2678"/>
                    <a:pt x="2068" y="3178"/>
                  </a:cubicBezTo>
                  <a:cubicBezTo>
                    <a:pt x="1835" y="3678"/>
                    <a:pt x="1568" y="4045"/>
                    <a:pt x="1268" y="4346"/>
                  </a:cubicBezTo>
                  <a:cubicBezTo>
                    <a:pt x="1201" y="4379"/>
                    <a:pt x="1168" y="4479"/>
                    <a:pt x="1068" y="4512"/>
                  </a:cubicBezTo>
                  <a:cubicBezTo>
                    <a:pt x="1001" y="4546"/>
                    <a:pt x="934" y="4612"/>
                    <a:pt x="867" y="4646"/>
                  </a:cubicBezTo>
                  <a:cubicBezTo>
                    <a:pt x="734" y="4712"/>
                    <a:pt x="601" y="4779"/>
                    <a:pt x="534" y="4813"/>
                  </a:cubicBezTo>
                  <a:cubicBezTo>
                    <a:pt x="334" y="4879"/>
                    <a:pt x="200" y="4879"/>
                    <a:pt x="200" y="4879"/>
                  </a:cubicBezTo>
                  <a:cubicBezTo>
                    <a:pt x="9" y="4943"/>
                    <a:pt x="1" y="5282"/>
                    <a:pt x="234" y="5282"/>
                  </a:cubicBezTo>
                  <a:cubicBezTo>
                    <a:pt x="244" y="5282"/>
                    <a:pt x="256" y="5281"/>
                    <a:pt x="267" y="5280"/>
                  </a:cubicBezTo>
                  <a:cubicBezTo>
                    <a:pt x="267" y="5280"/>
                    <a:pt x="400" y="5280"/>
                    <a:pt x="667" y="5179"/>
                  </a:cubicBezTo>
                  <a:cubicBezTo>
                    <a:pt x="767" y="5146"/>
                    <a:pt x="901" y="5146"/>
                    <a:pt x="1068" y="5013"/>
                  </a:cubicBezTo>
                  <a:cubicBezTo>
                    <a:pt x="1168" y="4979"/>
                    <a:pt x="1234" y="4879"/>
                    <a:pt x="1334" y="4846"/>
                  </a:cubicBezTo>
                  <a:cubicBezTo>
                    <a:pt x="1401" y="4779"/>
                    <a:pt x="1501" y="4712"/>
                    <a:pt x="1568" y="4646"/>
                  </a:cubicBezTo>
                  <a:cubicBezTo>
                    <a:pt x="1902" y="4346"/>
                    <a:pt x="2202" y="3879"/>
                    <a:pt x="2502" y="3378"/>
                  </a:cubicBezTo>
                  <a:cubicBezTo>
                    <a:pt x="2769" y="2878"/>
                    <a:pt x="3069" y="2311"/>
                    <a:pt x="3436" y="1810"/>
                  </a:cubicBezTo>
                  <a:cubicBezTo>
                    <a:pt x="3536" y="1677"/>
                    <a:pt x="3669" y="1544"/>
                    <a:pt x="3736" y="1443"/>
                  </a:cubicBezTo>
                  <a:cubicBezTo>
                    <a:pt x="3870" y="1343"/>
                    <a:pt x="4003" y="1210"/>
                    <a:pt x="4103" y="1143"/>
                  </a:cubicBezTo>
                  <a:cubicBezTo>
                    <a:pt x="4237" y="1043"/>
                    <a:pt x="4370" y="943"/>
                    <a:pt x="4537" y="876"/>
                  </a:cubicBezTo>
                  <a:cubicBezTo>
                    <a:pt x="4670" y="843"/>
                    <a:pt x="4837" y="776"/>
                    <a:pt x="5004" y="710"/>
                  </a:cubicBezTo>
                  <a:cubicBezTo>
                    <a:pt x="5319" y="615"/>
                    <a:pt x="5641" y="550"/>
                    <a:pt x="5942" y="550"/>
                  </a:cubicBezTo>
                  <a:cubicBezTo>
                    <a:pt x="6280" y="550"/>
                    <a:pt x="6592" y="632"/>
                    <a:pt x="6838" y="843"/>
                  </a:cubicBezTo>
                  <a:cubicBezTo>
                    <a:pt x="7072" y="1043"/>
                    <a:pt x="7239" y="1343"/>
                    <a:pt x="7405" y="1644"/>
                  </a:cubicBezTo>
                  <a:cubicBezTo>
                    <a:pt x="7572" y="1944"/>
                    <a:pt x="7706" y="2277"/>
                    <a:pt x="7872" y="2611"/>
                  </a:cubicBezTo>
                  <a:cubicBezTo>
                    <a:pt x="8206" y="3211"/>
                    <a:pt x="8573" y="3945"/>
                    <a:pt x="9173" y="4379"/>
                  </a:cubicBezTo>
                  <a:cubicBezTo>
                    <a:pt x="9407" y="4646"/>
                    <a:pt x="9774" y="4813"/>
                    <a:pt x="10174" y="4946"/>
                  </a:cubicBezTo>
                  <a:cubicBezTo>
                    <a:pt x="10443" y="4995"/>
                    <a:pt x="10729" y="5026"/>
                    <a:pt x="11034" y="5026"/>
                  </a:cubicBezTo>
                  <a:cubicBezTo>
                    <a:pt x="11145" y="5026"/>
                    <a:pt x="11259" y="5022"/>
                    <a:pt x="11375" y="5013"/>
                  </a:cubicBezTo>
                  <a:cubicBezTo>
                    <a:pt x="12176" y="4946"/>
                    <a:pt x="12909" y="4612"/>
                    <a:pt x="13543" y="4546"/>
                  </a:cubicBezTo>
                  <a:cubicBezTo>
                    <a:pt x="13877" y="4546"/>
                    <a:pt x="14110" y="4646"/>
                    <a:pt x="14344" y="4846"/>
                  </a:cubicBezTo>
                  <a:cubicBezTo>
                    <a:pt x="14577" y="5046"/>
                    <a:pt x="14744" y="5346"/>
                    <a:pt x="14877" y="5680"/>
                  </a:cubicBezTo>
                  <a:cubicBezTo>
                    <a:pt x="15011" y="6013"/>
                    <a:pt x="15111" y="6347"/>
                    <a:pt x="15211" y="6681"/>
                  </a:cubicBezTo>
                  <a:cubicBezTo>
                    <a:pt x="15278" y="6981"/>
                    <a:pt x="15344" y="7314"/>
                    <a:pt x="15378" y="7648"/>
                  </a:cubicBezTo>
                  <a:cubicBezTo>
                    <a:pt x="15445" y="8315"/>
                    <a:pt x="15545" y="8949"/>
                    <a:pt x="15745" y="9516"/>
                  </a:cubicBezTo>
                  <a:cubicBezTo>
                    <a:pt x="15912" y="10083"/>
                    <a:pt x="16245" y="10617"/>
                    <a:pt x="16745" y="10817"/>
                  </a:cubicBezTo>
                  <a:cubicBezTo>
                    <a:pt x="16950" y="10899"/>
                    <a:pt x="17132" y="10925"/>
                    <a:pt x="17294" y="10925"/>
                  </a:cubicBezTo>
                  <a:cubicBezTo>
                    <a:pt x="17529" y="10925"/>
                    <a:pt x="17722" y="10870"/>
                    <a:pt x="17880" y="10850"/>
                  </a:cubicBezTo>
                  <a:lnTo>
                    <a:pt x="18247" y="10717"/>
                  </a:lnTo>
                  <a:cubicBezTo>
                    <a:pt x="18449" y="10641"/>
                    <a:pt x="18421" y="10449"/>
                    <a:pt x="18279" y="10449"/>
                  </a:cubicBezTo>
                  <a:cubicBezTo>
                    <a:pt x="18234" y="10449"/>
                    <a:pt x="18177" y="10469"/>
                    <a:pt x="18113" y="10517"/>
                  </a:cubicBezTo>
                  <a:cubicBezTo>
                    <a:pt x="18113" y="10517"/>
                    <a:pt x="18013" y="10550"/>
                    <a:pt x="17780" y="10617"/>
                  </a:cubicBezTo>
                  <a:cubicBezTo>
                    <a:pt x="17690" y="10632"/>
                    <a:pt x="17581" y="10647"/>
                    <a:pt x="17457" y="10647"/>
                  </a:cubicBezTo>
                  <a:cubicBezTo>
                    <a:pt x="17304" y="10647"/>
                    <a:pt x="17130" y="10624"/>
                    <a:pt x="16946" y="10550"/>
                  </a:cubicBezTo>
                  <a:cubicBezTo>
                    <a:pt x="16612" y="10450"/>
                    <a:pt x="16379" y="10016"/>
                    <a:pt x="16212" y="9516"/>
                  </a:cubicBezTo>
                  <a:cubicBezTo>
                    <a:pt x="16045" y="9016"/>
                    <a:pt x="16012" y="8382"/>
                    <a:pt x="15912" y="7715"/>
                  </a:cubicBezTo>
                  <a:cubicBezTo>
                    <a:pt x="15878" y="7381"/>
                    <a:pt x="15845" y="7014"/>
                    <a:pt x="15745" y="6647"/>
                  </a:cubicBezTo>
                  <a:cubicBezTo>
                    <a:pt x="15678" y="6280"/>
                    <a:pt x="15578" y="5947"/>
                    <a:pt x="15411" y="5546"/>
                  </a:cubicBezTo>
                  <a:cubicBezTo>
                    <a:pt x="15278" y="5213"/>
                    <a:pt x="15078" y="4846"/>
                    <a:pt x="14777" y="4512"/>
                  </a:cubicBezTo>
                  <a:cubicBezTo>
                    <a:pt x="14611" y="4379"/>
                    <a:pt x="14410" y="4212"/>
                    <a:pt x="14210" y="4145"/>
                  </a:cubicBezTo>
                  <a:cubicBezTo>
                    <a:pt x="14010" y="4045"/>
                    <a:pt x="13743" y="4012"/>
                    <a:pt x="13543" y="4012"/>
                  </a:cubicBezTo>
                  <a:cubicBezTo>
                    <a:pt x="13110" y="4012"/>
                    <a:pt x="12743" y="4145"/>
                    <a:pt x="12376" y="4212"/>
                  </a:cubicBezTo>
                  <a:cubicBezTo>
                    <a:pt x="12009" y="4312"/>
                    <a:pt x="11675" y="4379"/>
                    <a:pt x="11342" y="4446"/>
                  </a:cubicBezTo>
                  <a:cubicBezTo>
                    <a:pt x="11260" y="4454"/>
                    <a:pt x="11179" y="4458"/>
                    <a:pt x="11099" y="4458"/>
                  </a:cubicBezTo>
                  <a:cubicBezTo>
                    <a:pt x="10549" y="4458"/>
                    <a:pt x="10023" y="4265"/>
                    <a:pt x="9674" y="3945"/>
                  </a:cubicBezTo>
                  <a:cubicBezTo>
                    <a:pt x="9207" y="3545"/>
                    <a:pt x="8873" y="2978"/>
                    <a:pt x="8540" y="2344"/>
                  </a:cubicBezTo>
                  <a:cubicBezTo>
                    <a:pt x="8373" y="2011"/>
                    <a:pt x="8239" y="1677"/>
                    <a:pt x="8039" y="1343"/>
                  </a:cubicBezTo>
                  <a:cubicBezTo>
                    <a:pt x="7839" y="1010"/>
                    <a:pt x="7606" y="676"/>
                    <a:pt x="7239" y="376"/>
                  </a:cubicBezTo>
                  <a:cubicBezTo>
                    <a:pt x="7172" y="343"/>
                    <a:pt x="7072" y="276"/>
                    <a:pt x="6938" y="209"/>
                  </a:cubicBezTo>
                  <a:cubicBezTo>
                    <a:pt x="6872" y="176"/>
                    <a:pt x="6772" y="143"/>
                    <a:pt x="6672" y="109"/>
                  </a:cubicBezTo>
                  <a:cubicBezTo>
                    <a:pt x="6454" y="55"/>
                    <a:pt x="6280" y="0"/>
                    <a:pt x="61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76" name="Google Shape;2276;p20"/>
            <p:cNvSpPr/>
            <p:nvPr/>
          </p:nvSpPr>
          <p:spPr>
            <a:xfrm>
              <a:off x="10093846" y="1486504"/>
              <a:ext cx="370483" cy="268670"/>
            </a:xfrm>
            <a:custGeom>
              <a:avLst/>
              <a:gdLst/>
              <a:ahLst/>
              <a:cxnLst/>
              <a:rect l="l" t="t" r="r" b="b"/>
              <a:pathLst>
                <a:path w="16444" h="11925" extrusionOk="0">
                  <a:moveTo>
                    <a:pt x="5749" y="1"/>
                  </a:moveTo>
                  <a:cubicBezTo>
                    <a:pt x="5525" y="1"/>
                    <a:pt x="5304" y="29"/>
                    <a:pt x="5104" y="47"/>
                  </a:cubicBezTo>
                  <a:cubicBezTo>
                    <a:pt x="4904" y="80"/>
                    <a:pt x="4670" y="114"/>
                    <a:pt x="4503" y="147"/>
                  </a:cubicBezTo>
                  <a:cubicBezTo>
                    <a:pt x="4336" y="214"/>
                    <a:pt x="4136" y="314"/>
                    <a:pt x="3970" y="414"/>
                  </a:cubicBezTo>
                  <a:cubicBezTo>
                    <a:pt x="3269" y="848"/>
                    <a:pt x="2902" y="1548"/>
                    <a:pt x="2635" y="2115"/>
                  </a:cubicBezTo>
                  <a:cubicBezTo>
                    <a:pt x="2402" y="2716"/>
                    <a:pt x="2235" y="3283"/>
                    <a:pt x="2001" y="3783"/>
                  </a:cubicBezTo>
                  <a:cubicBezTo>
                    <a:pt x="1801" y="4283"/>
                    <a:pt x="1601" y="4717"/>
                    <a:pt x="1334" y="4950"/>
                  </a:cubicBezTo>
                  <a:cubicBezTo>
                    <a:pt x="1101" y="5217"/>
                    <a:pt x="834" y="5284"/>
                    <a:pt x="634" y="5317"/>
                  </a:cubicBezTo>
                  <a:lnTo>
                    <a:pt x="334" y="5317"/>
                  </a:lnTo>
                  <a:cubicBezTo>
                    <a:pt x="100" y="5317"/>
                    <a:pt x="0" y="5651"/>
                    <a:pt x="300" y="5718"/>
                  </a:cubicBezTo>
                  <a:lnTo>
                    <a:pt x="667" y="5718"/>
                  </a:lnTo>
                  <a:cubicBezTo>
                    <a:pt x="934" y="5718"/>
                    <a:pt x="1301" y="5618"/>
                    <a:pt x="1635" y="5284"/>
                  </a:cubicBezTo>
                  <a:cubicBezTo>
                    <a:pt x="2302" y="4650"/>
                    <a:pt x="2602" y="3483"/>
                    <a:pt x="3102" y="2382"/>
                  </a:cubicBezTo>
                  <a:cubicBezTo>
                    <a:pt x="3336" y="1782"/>
                    <a:pt x="3669" y="1248"/>
                    <a:pt x="4236" y="948"/>
                  </a:cubicBezTo>
                  <a:cubicBezTo>
                    <a:pt x="4336" y="881"/>
                    <a:pt x="4470" y="848"/>
                    <a:pt x="4637" y="781"/>
                  </a:cubicBezTo>
                  <a:cubicBezTo>
                    <a:pt x="4770" y="747"/>
                    <a:pt x="4937" y="747"/>
                    <a:pt x="5104" y="714"/>
                  </a:cubicBezTo>
                  <a:cubicBezTo>
                    <a:pt x="5437" y="714"/>
                    <a:pt x="5737" y="714"/>
                    <a:pt x="6004" y="781"/>
                  </a:cubicBezTo>
                  <a:cubicBezTo>
                    <a:pt x="6571" y="948"/>
                    <a:pt x="6972" y="1448"/>
                    <a:pt x="7272" y="2048"/>
                  </a:cubicBezTo>
                  <a:cubicBezTo>
                    <a:pt x="7572" y="2615"/>
                    <a:pt x="7806" y="3249"/>
                    <a:pt x="8106" y="3816"/>
                  </a:cubicBezTo>
                  <a:cubicBezTo>
                    <a:pt x="8239" y="4083"/>
                    <a:pt x="8439" y="4383"/>
                    <a:pt x="8506" y="4483"/>
                  </a:cubicBezTo>
                  <a:lnTo>
                    <a:pt x="8506" y="4450"/>
                  </a:lnTo>
                  <a:cubicBezTo>
                    <a:pt x="8640" y="4584"/>
                    <a:pt x="8740" y="4750"/>
                    <a:pt x="8840" y="4884"/>
                  </a:cubicBezTo>
                  <a:cubicBezTo>
                    <a:pt x="8973" y="4984"/>
                    <a:pt x="9107" y="5117"/>
                    <a:pt x="9273" y="5251"/>
                  </a:cubicBezTo>
                  <a:cubicBezTo>
                    <a:pt x="9574" y="5451"/>
                    <a:pt x="9940" y="5618"/>
                    <a:pt x="10307" y="5718"/>
                  </a:cubicBezTo>
                  <a:cubicBezTo>
                    <a:pt x="11075" y="5884"/>
                    <a:pt x="11775" y="5784"/>
                    <a:pt x="12342" y="5918"/>
                  </a:cubicBezTo>
                  <a:cubicBezTo>
                    <a:pt x="12642" y="5985"/>
                    <a:pt x="12909" y="6118"/>
                    <a:pt x="13109" y="6285"/>
                  </a:cubicBezTo>
                  <a:cubicBezTo>
                    <a:pt x="13310" y="6485"/>
                    <a:pt x="13510" y="6752"/>
                    <a:pt x="13643" y="6985"/>
                  </a:cubicBezTo>
                  <a:cubicBezTo>
                    <a:pt x="13943" y="7519"/>
                    <a:pt x="14010" y="8086"/>
                    <a:pt x="14010" y="8653"/>
                  </a:cubicBezTo>
                  <a:cubicBezTo>
                    <a:pt x="14010" y="9254"/>
                    <a:pt x="13943" y="9854"/>
                    <a:pt x="14110" y="10388"/>
                  </a:cubicBezTo>
                  <a:cubicBezTo>
                    <a:pt x="14143" y="10521"/>
                    <a:pt x="14244" y="10621"/>
                    <a:pt x="14277" y="10755"/>
                  </a:cubicBezTo>
                  <a:cubicBezTo>
                    <a:pt x="14310" y="10888"/>
                    <a:pt x="14410" y="10988"/>
                    <a:pt x="14477" y="11088"/>
                  </a:cubicBezTo>
                  <a:cubicBezTo>
                    <a:pt x="14644" y="11255"/>
                    <a:pt x="14811" y="11422"/>
                    <a:pt x="14977" y="11522"/>
                  </a:cubicBezTo>
                  <a:cubicBezTo>
                    <a:pt x="15144" y="11589"/>
                    <a:pt x="15311" y="11689"/>
                    <a:pt x="15444" y="11722"/>
                  </a:cubicBezTo>
                  <a:cubicBezTo>
                    <a:pt x="15611" y="11755"/>
                    <a:pt x="15745" y="11822"/>
                    <a:pt x="15811" y="11822"/>
                  </a:cubicBezTo>
                  <a:cubicBezTo>
                    <a:pt x="15978" y="11889"/>
                    <a:pt x="16112" y="11922"/>
                    <a:pt x="16112" y="11922"/>
                  </a:cubicBezTo>
                  <a:cubicBezTo>
                    <a:pt x="16129" y="11924"/>
                    <a:pt x="16145" y="11925"/>
                    <a:pt x="16161" y="11925"/>
                  </a:cubicBezTo>
                  <a:cubicBezTo>
                    <a:pt x="16415" y="11925"/>
                    <a:pt x="16443" y="11679"/>
                    <a:pt x="16412" y="11522"/>
                  </a:cubicBezTo>
                  <a:cubicBezTo>
                    <a:pt x="16412" y="11522"/>
                    <a:pt x="16278" y="11455"/>
                    <a:pt x="16112" y="11422"/>
                  </a:cubicBezTo>
                  <a:cubicBezTo>
                    <a:pt x="15978" y="11388"/>
                    <a:pt x="15911" y="11322"/>
                    <a:pt x="15778" y="11288"/>
                  </a:cubicBezTo>
                  <a:cubicBezTo>
                    <a:pt x="15645" y="11255"/>
                    <a:pt x="15478" y="11188"/>
                    <a:pt x="15344" y="11088"/>
                  </a:cubicBezTo>
                  <a:cubicBezTo>
                    <a:pt x="15078" y="10921"/>
                    <a:pt x="14777" y="10621"/>
                    <a:pt x="14677" y="10221"/>
                  </a:cubicBezTo>
                  <a:cubicBezTo>
                    <a:pt x="14611" y="9787"/>
                    <a:pt x="14644" y="9254"/>
                    <a:pt x="14677" y="8686"/>
                  </a:cubicBezTo>
                  <a:cubicBezTo>
                    <a:pt x="14677" y="8053"/>
                    <a:pt x="14644" y="7352"/>
                    <a:pt x="14310" y="6718"/>
                  </a:cubicBezTo>
                  <a:cubicBezTo>
                    <a:pt x="14177" y="6418"/>
                    <a:pt x="13977" y="6118"/>
                    <a:pt x="13676" y="5851"/>
                  </a:cubicBezTo>
                  <a:cubicBezTo>
                    <a:pt x="13410" y="5584"/>
                    <a:pt x="13009" y="5384"/>
                    <a:pt x="12642" y="5284"/>
                  </a:cubicBezTo>
                  <a:cubicBezTo>
                    <a:pt x="11909" y="5117"/>
                    <a:pt x="11175" y="5151"/>
                    <a:pt x="10608" y="5051"/>
                  </a:cubicBezTo>
                  <a:cubicBezTo>
                    <a:pt x="10007" y="4884"/>
                    <a:pt x="9574" y="4550"/>
                    <a:pt x="9273" y="4050"/>
                  </a:cubicBezTo>
                  <a:lnTo>
                    <a:pt x="9273" y="4016"/>
                  </a:lnTo>
                  <a:cubicBezTo>
                    <a:pt x="9173" y="3883"/>
                    <a:pt x="9006" y="3683"/>
                    <a:pt x="8906" y="3416"/>
                  </a:cubicBezTo>
                  <a:cubicBezTo>
                    <a:pt x="8606" y="2882"/>
                    <a:pt x="8339" y="2249"/>
                    <a:pt x="8006" y="1615"/>
                  </a:cubicBezTo>
                  <a:cubicBezTo>
                    <a:pt x="7839" y="1348"/>
                    <a:pt x="7639" y="1014"/>
                    <a:pt x="7339" y="714"/>
                  </a:cubicBezTo>
                  <a:cubicBezTo>
                    <a:pt x="7239" y="581"/>
                    <a:pt x="7072" y="447"/>
                    <a:pt x="6905" y="347"/>
                  </a:cubicBezTo>
                  <a:cubicBezTo>
                    <a:pt x="6671" y="214"/>
                    <a:pt x="6505" y="114"/>
                    <a:pt x="6305" y="80"/>
                  </a:cubicBezTo>
                  <a:cubicBezTo>
                    <a:pt x="6123" y="20"/>
                    <a:pt x="5935" y="1"/>
                    <a:pt x="57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77" name="Google Shape;2277;p20"/>
            <p:cNvSpPr/>
            <p:nvPr/>
          </p:nvSpPr>
          <p:spPr>
            <a:xfrm>
              <a:off x="10471359" y="2438126"/>
              <a:ext cx="393757" cy="235619"/>
            </a:xfrm>
            <a:custGeom>
              <a:avLst/>
              <a:gdLst/>
              <a:ahLst/>
              <a:cxnLst/>
              <a:rect l="l" t="t" r="r" b="b"/>
              <a:pathLst>
                <a:path w="17477" h="10458" extrusionOk="0">
                  <a:moveTo>
                    <a:pt x="5787" y="1"/>
                  </a:moveTo>
                  <a:cubicBezTo>
                    <a:pt x="5647" y="1"/>
                    <a:pt x="5509" y="20"/>
                    <a:pt x="5393" y="39"/>
                  </a:cubicBezTo>
                  <a:cubicBezTo>
                    <a:pt x="5126" y="73"/>
                    <a:pt x="4960" y="173"/>
                    <a:pt x="4793" y="306"/>
                  </a:cubicBezTo>
                  <a:cubicBezTo>
                    <a:pt x="4526" y="506"/>
                    <a:pt x="4226" y="740"/>
                    <a:pt x="3959" y="1007"/>
                  </a:cubicBezTo>
                  <a:lnTo>
                    <a:pt x="3592" y="1373"/>
                  </a:lnTo>
                  <a:cubicBezTo>
                    <a:pt x="3459" y="1507"/>
                    <a:pt x="3392" y="1674"/>
                    <a:pt x="3292" y="1840"/>
                  </a:cubicBezTo>
                  <a:cubicBezTo>
                    <a:pt x="3192" y="2141"/>
                    <a:pt x="3058" y="2474"/>
                    <a:pt x="2925" y="2741"/>
                  </a:cubicBezTo>
                  <a:cubicBezTo>
                    <a:pt x="2725" y="3342"/>
                    <a:pt x="2525" y="3909"/>
                    <a:pt x="2258" y="4342"/>
                  </a:cubicBezTo>
                  <a:cubicBezTo>
                    <a:pt x="2124" y="4576"/>
                    <a:pt x="2024" y="4743"/>
                    <a:pt x="1857" y="4876"/>
                  </a:cubicBezTo>
                  <a:cubicBezTo>
                    <a:pt x="1691" y="5009"/>
                    <a:pt x="1557" y="5076"/>
                    <a:pt x="1390" y="5076"/>
                  </a:cubicBezTo>
                  <a:cubicBezTo>
                    <a:pt x="1090" y="5076"/>
                    <a:pt x="790" y="4909"/>
                    <a:pt x="623" y="4843"/>
                  </a:cubicBezTo>
                  <a:cubicBezTo>
                    <a:pt x="456" y="4743"/>
                    <a:pt x="390" y="4676"/>
                    <a:pt x="390" y="4676"/>
                  </a:cubicBezTo>
                  <a:cubicBezTo>
                    <a:pt x="358" y="4651"/>
                    <a:pt x="323" y="4640"/>
                    <a:pt x="288" y="4640"/>
                  </a:cubicBezTo>
                  <a:cubicBezTo>
                    <a:pt x="140" y="4640"/>
                    <a:pt x="0" y="4841"/>
                    <a:pt x="190" y="4976"/>
                  </a:cubicBezTo>
                  <a:cubicBezTo>
                    <a:pt x="190" y="4976"/>
                    <a:pt x="256" y="5043"/>
                    <a:pt x="456" y="5176"/>
                  </a:cubicBezTo>
                  <a:cubicBezTo>
                    <a:pt x="690" y="5310"/>
                    <a:pt x="957" y="5510"/>
                    <a:pt x="1457" y="5510"/>
                  </a:cubicBezTo>
                  <a:cubicBezTo>
                    <a:pt x="1691" y="5510"/>
                    <a:pt x="1957" y="5410"/>
                    <a:pt x="2191" y="5243"/>
                  </a:cubicBezTo>
                  <a:cubicBezTo>
                    <a:pt x="2391" y="5076"/>
                    <a:pt x="2558" y="4876"/>
                    <a:pt x="2725" y="4642"/>
                  </a:cubicBezTo>
                  <a:cubicBezTo>
                    <a:pt x="3025" y="4142"/>
                    <a:pt x="3225" y="3575"/>
                    <a:pt x="3459" y="3008"/>
                  </a:cubicBezTo>
                  <a:cubicBezTo>
                    <a:pt x="3592" y="2708"/>
                    <a:pt x="3725" y="2408"/>
                    <a:pt x="3892" y="2174"/>
                  </a:cubicBezTo>
                  <a:cubicBezTo>
                    <a:pt x="3959" y="2041"/>
                    <a:pt x="4059" y="1874"/>
                    <a:pt x="4126" y="1807"/>
                  </a:cubicBezTo>
                  <a:cubicBezTo>
                    <a:pt x="4259" y="1707"/>
                    <a:pt x="4359" y="1574"/>
                    <a:pt x="4459" y="1474"/>
                  </a:cubicBezTo>
                  <a:cubicBezTo>
                    <a:pt x="4726" y="1240"/>
                    <a:pt x="4960" y="1040"/>
                    <a:pt x="5226" y="873"/>
                  </a:cubicBezTo>
                  <a:cubicBezTo>
                    <a:pt x="5449" y="749"/>
                    <a:pt x="5635" y="681"/>
                    <a:pt x="5798" y="681"/>
                  </a:cubicBezTo>
                  <a:cubicBezTo>
                    <a:pt x="5855" y="681"/>
                    <a:pt x="5909" y="689"/>
                    <a:pt x="5960" y="706"/>
                  </a:cubicBezTo>
                  <a:cubicBezTo>
                    <a:pt x="6194" y="740"/>
                    <a:pt x="6394" y="1007"/>
                    <a:pt x="6561" y="1240"/>
                  </a:cubicBezTo>
                  <a:cubicBezTo>
                    <a:pt x="6728" y="1507"/>
                    <a:pt x="6861" y="1840"/>
                    <a:pt x="6961" y="2141"/>
                  </a:cubicBezTo>
                  <a:cubicBezTo>
                    <a:pt x="7261" y="2741"/>
                    <a:pt x="7461" y="3375"/>
                    <a:pt x="7795" y="3975"/>
                  </a:cubicBezTo>
                  <a:cubicBezTo>
                    <a:pt x="7962" y="4242"/>
                    <a:pt x="8229" y="4542"/>
                    <a:pt x="8462" y="4809"/>
                  </a:cubicBezTo>
                  <a:cubicBezTo>
                    <a:pt x="8729" y="5043"/>
                    <a:pt x="9096" y="5243"/>
                    <a:pt x="9530" y="5343"/>
                  </a:cubicBezTo>
                  <a:cubicBezTo>
                    <a:pt x="9643" y="5364"/>
                    <a:pt x="9760" y="5372"/>
                    <a:pt x="9877" y="5372"/>
                  </a:cubicBezTo>
                  <a:cubicBezTo>
                    <a:pt x="10138" y="5372"/>
                    <a:pt x="10400" y="5333"/>
                    <a:pt x="10630" y="5310"/>
                  </a:cubicBezTo>
                  <a:cubicBezTo>
                    <a:pt x="10813" y="5273"/>
                    <a:pt x="10986" y="5246"/>
                    <a:pt x="11149" y="5246"/>
                  </a:cubicBezTo>
                  <a:cubicBezTo>
                    <a:pt x="11283" y="5246"/>
                    <a:pt x="11410" y="5264"/>
                    <a:pt x="11531" y="5310"/>
                  </a:cubicBezTo>
                  <a:cubicBezTo>
                    <a:pt x="12065" y="5476"/>
                    <a:pt x="12465" y="6010"/>
                    <a:pt x="12765" y="6577"/>
                  </a:cubicBezTo>
                  <a:lnTo>
                    <a:pt x="12799" y="6711"/>
                  </a:lnTo>
                  <a:lnTo>
                    <a:pt x="12799" y="6744"/>
                  </a:lnTo>
                  <a:lnTo>
                    <a:pt x="12865" y="6811"/>
                  </a:lnTo>
                  <a:lnTo>
                    <a:pt x="12899" y="6844"/>
                  </a:lnTo>
                  <a:cubicBezTo>
                    <a:pt x="12932" y="6911"/>
                    <a:pt x="12965" y="6977"/>
                    <a:pt x="13032" y="7044"/>
                  </a:cubicBezTo>
                  <a:cubicBezTo>
                    <a:pt x="13099" y="7178"/>
                    <a:pt x="13199" y="7344"/>
                    <a:pt x="13266" y="7478"/>
                  </a:cubicBezTo>
                  <a:cubicBezTo>
                    <a:pt x="13432" y="7745"/>
                    <a:pt x="13566" y="8045"/>
                    <a:pt x="13733" y="8345"/>
                  </a:cubicBezTo>
                  <a:cubicBezTo>
                    <a:pt x="14066" y="8879"/>
                    <a:pt x="14366" y="9413"/>
                    <a:pt x="14767" y="9846"/>
                  </a:cubicBezTo>
                  <a:cubicBezTo>
                    <a:pt x="14933" y="10046"/>
                    <a:pt x="15200" y="10213"/>
                    <a:pt x="15434" y="10347"/>
                  </a:cubicBezTo>
                  <a:cubicBezTo>
                    <a:pt x="15590" y="10425"/>
                    <a:pt x="15735" y="10457"/>
                    <a:pt x="15882" y="10457"/>
                  </a:cubicBezTo>
                  <a:cubicBezTo>
                    <a:pt x="15986" y="10457"/>
                    <a:pt x="16090" y="10441"/>
                    <a:pt x="16201" y="10413"/>
                  </a:cubicBezTo>
                  <a:cubicBezTo>
                    <a:pt x="16668" y="10313"/>
                    <a:pt x="16901" y="10046"/>
                    <a:pt x="17068" y="9880"/>
                  </a:cubicBezTo>
                  <a:lnTo>
                    <a:pt x="17335" y="9646"/>
                  </a:lnTo>
                  <a:cubicBezTo>
                    <a:pt x="17477" y="9448"/>
                    <a:pt x="17306" y="9298"/>
                    <a:pt x="17067" y="9298"/>
                  </a:cubicBezTo>
                  <a:cubicBezTo>
                    <a:pt x="17025" y="9298"/>
                    <a:pt x="16980" y="9302"/>
                    <a:pt x="16935" y="9313"/>
                  </a:cubicBezTo>
                  <a:cubicBezTo>
                    <a:pt x="16935" y="9313"/>
                    <a:pt x="16901" y="9413"/>
                    <a:pt x="16735" y="9546"/>
                  </a:cubicBezTo>
                  <a:cubicBezTo>
                    <a:pt x="16568" y="9679"/>
                    <a:pt x="16368" y="9880"/>
                    <a:pt x="16034" y="9980"/>
                  </a:cubicBezTo>
                  <a:cubicBezTo>
                    <a:pt x="15991" y="9989"/>
                    <a:pt x="15946" y="9994"/>
                    <a:pt x="15900" y="9994"/>
                  </a:cubicBezTo>
                  <a:cubicBezTo>
                    <a:pt x="15629" y="9994"/>
                    <a:pt x="15319" y="9827"/>
                    <a:pt x="15033" y="9513"/>
                  </a:cubicBezTo>
                  <a:cubicBezTo>
                    <a:pt x="14733" y="9146"/>
                    <a:pt x="14433" y="8645"/>
                    <a:pt x="14133" y="8078"/>
                  </a:cubicBezTo>
                  <a:cubicBezTo>
                    <a:pt x="14033" y="7811"/>
                    <a:pt x="13866" y="7511"/>
                    <a:pt x="13733" y="7211"/>
                  </a:cubicBezTo>
                  <a:cubicBezTo>
                    <a:pt x="13632" y="7044"/>
                    <a:pt x="13566" y="6911"/>
                    <a:pt x="13466" y="6744"/>
                  </a:cubicBezTo>
                  <a:lnTo>
                    <a:pt x="13366" y="6510"/>
                  </a:lnTo>
                  <a:lnTo>
                    <a:pt x="13299" y="6477"/>
                  </a:lnTo>
                  <a:lnTo>
                    <a:pt x="13299" y="6410"/>
                  </a:lnTo>
                  <a:lnTo>
                    <a:pt x="13232" y="6310"/>
                  </a:lnTo>
                  <a:cubicBezTo>
                    <a:pt x="13132" y="6177"/>
                    <a:pt x="13065" y="6010"/>
                    <a:pt x="12965" y="5843"/>
                  </a:cubicBezTo>
                  <a:cubicBezTo>
                    <a:pt x="12865" y="5677"/>
                    <a:pt x="12765" y="5543"/>
                    <a:pt x="12632" y="5376"/>
                  </a:cubicBezTo>
                  <a:cubicBezTo>
                    <a:pt x="12432" y="5076"/>
                    <a:pt x="12098" y="4809"/>
                    <a:pt x="11698" y="4676"/>
                  </a:cubicBezTo>
                  <a:cubicBezTo>
                    <a:pt x="11481" y="4609"/>
                    <a:pt x="11272" y="4584"/>
                    <a:pt x="11076" y="4584"/>
                  </a:cubicBezTo>
                  <a:cubicBezTo>
                    <a:pt x="10880" y="4584"/>
                    <a:pt x="10697" y="4609"/>
                    <a:pt x="10530" y="4642"/>
                  </a:cubicBezTo>
                  <a:cubicBezTo>
                    <a:pt x="10330" y="4659"/>
                    <a:pt x="10163" y="4668"/>
                    <a:pt x="10013" y="4668"/>
                  </a:cubicBezTo>
                  <a:cubicBezTo>
                    <a:pt x="9863" y="4668"/>
                    <a:pt x="9730" y="4659"/>
                    <a:pt x="9596" y="4642"/>
                  </a:cubicBezTo>
                  <a:cubicBezTo>
                    <a:pt x="9296" y="4542"/>
                    <a:pt x="9096" y="4409"/>
                    <a:pt x="8896" y="4209"/>
                  </a:cubicBezTo>
                  <a:cubicBezTo>
                    <a:pt x="8629" y="4009"/>
                    <a:pt x="8462" y="3809"/>
                    <a:pt x="8362" y="3542"/>
                  </a:cubicBezTo>
                  <a:cubicBezTo>
                    <a:pt x="8062" y="3075"/>
                    <a:pt x="7862" y="2474"/>
                    <a:pt x="7561" y="1840"/>
                  </a:cubicBezTo>
                  <a:cubicBezTo>
                    <a:pt x="7395" y="1540"/>
                    <a:pt x="7261" y="1207"/>
                    <a:pt x="7061" y="873"/>
                  </a:cubicBezTo>
                  <a:cubicBezTo>
                    <a:pt x="6861" y="540"/>
                    <a:pt x="6561" y="206"/>
                    <a:pt x="6094" y="39"/>
                  </a:cubicBezTo>
                  <a:cubicBezTo>
                    <a:pt x="5995" y="11"/>
                    <a:pt x="5890" y="1"/>
                    <a:pt x="57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78" name="Google Shape;2278;p20"/>
            <p:cNvSpPr/>
            <p:nvPr/>
          </p:nvSpPr>
          <p:spPr>
            <a:xfrm>
              <a:off x="10444075" y="3010163"/>
              <a:ext cx="411848" cy="198422"/>
            </a:xfrm>
            <a:custGeom>
              <a:avLst/>
              <a:gdLst/>
              <a:ahLst/>
              <a:cxnLst/>
              <a:rect l="l" t="t" r="r" b="b"/>
              <a:pathLst>
                <a:path w="18280" h="8807" extrusionOk="0">
                  <a:moveTo>
                    <a:pt x="5403" y="1"/>
                  </a:moveTo>
                  <a:cubicBezTo>
                    <a:pt x="4970" y="1"/>
                    <a:pt x="4603" y="34"/>
                    <a:pt x="4269" y="167"/>
                  </a:cubicBezTo>
                  <a:cubicBezTo>
                    <a:pt x="4102" y="201"/>
                    <a:pt x="3936" y="301"/>
                    <a:pt x="3769" y="368"/>
                  </a:cubicBezTo>
                  <a:cubicBezTo>
                    <a:pt x="3635" y="501"/>
                    <a:pt x="3469" y="634"/>
                    <a:pt x="3369" y="735"/>
                  </a:cubicBezTo>
                  <a:cubicBezTo>
                    <a:pt x="3102" y="1035"/>
                    <a:pt x="2935" y="1335"/>
                    <a:pt x="2802" y="1635"/>
                  </a:cubicBezTo>
                  <a:cubicBezTo>
                    <a:pt x="2568" y="2236"/>
                    <a:pt x="2435" y="2803"/>
                    <a:pt x="2234" y="3203"/>
                  </a:cubicBezTo>
                  <a:cubicBezTo>
                    <a:pt x="2034" y="3670"/>
                    <a:pt x="1734" y="3903"/>
                    <a:pt x="1434" y="3970"/>
                  </a:cubicBezTo>
                  <a:cubicBezTo>
                    <a:pt x="1344" y="3979"/>
                    <a:pt x="1262" y="3983"/>
                    <a:pt x="1185" y="3983"/>
                  </a:cubicBezTo>
                  <a:cubicBezTo>
                    <a:pt x="975" y="3983"/>
                    <a:pt x="804" y="3952"/>
                    <a:pt x="633" y="3903"/>
                  </a:cubicBezTo>
                  <a:cubicBezTo>
                    <a:pt x="433" y="3870"/>
                    <a:pt x="366" y="3837"/>
                    <a:pt x="366" y="3837"/>
                  </a:cubicBezTo>
                  <a:cubicBezTo>
                    <a:pt x="337" y="3824"/>
                    <a:pt x="308" y="3818"/>
                    <a:pt x="281" y="3818"/>
                  </a:cubicBezTo>
                  <a:cubicBezTo>
                    <a:pt x="97" y="3818"/>
                    <a:pt x="0" y="4083"/>
                    <a:pt x="233" y="4170"/>
                  </a:cubicBezTo>
                  <a:cubicBezTo>
                    <a:pt x="233" y="4170"/>
                    <a:pt x="366" y="4237"/>
                    <a:pt x="567" y="4304"/>
                  </a:cubicBezTo>
                  <a:cubicBezTo>
                    <a:pt x="728" y="4331"/>
                    <a:pt x="956" y="4380"/>
                    <a:pt x="1284" y="4380"/>
                  </a:cubicBezTo>
                  <a:cubicBezTo>
                    <a:pt x="1362" y="4380"/>
                    <a:pt x="1445" y="4377"/>
                    <a:pt x="1534" y="4370"/>
                  </a:cubicBezTo>
                  <a:cubicBezTo>
                    <a:pt x="1734" y="4370"/>
                    <a:pt x="1968" y="4237"/>
                    <a:pt x="2201" y="4070"/>
                  </a:cubicBezTo>
                  <a:cubicBezTo>
                    <a:pt x="2401" y="3903"/>
                    <a:pt x="2568" y="3703"/>
                    <a:pt x="2701" y="3470"/>
                  </a:cubicBezTo>
                  <a:cubicBezTo>
                    <a:pt x="2935" y="3003"/>
                    <a:pt x="3068" y="2402"/>
                    <a:pt x="3302" y="1902"/>
                  </a:cubicBezTo>
                  <a:cubicBezTo>
                    <a:pt x="3435" y="1635"/>
                    <a:pt x="3569" y="1402"/>
                    <a:pt x="3769" y="1202"/>
                  </a:cubicBezTo>
                  <a:cubicBezTo>
                    <a:pt x="3936" y="1001"/>
                    <a:pt x="4203" y="868"/>
                    <a:pt x="4469" y="801"/>
                  </a:cubicBezTo>
                  <a:cubicBezTo>
                    <a:pt x="4695" y="726"/>
                    <a:pt x="4920" y="689"/>
                    <a:pt x="5117" y="689"/>
                  </a:cubicBezTo>
                  <a:cubicBezTo>
                    <a:pt x="5182" y="689"/>
                    <a:pt x="5245" y="693"/>
                    <a:pt x="5303" y="701"/>
                  </a:cubicBezTo>
                  <a:cubicBezTo>
                    <a:pt x="5604" y="801"/>
                    <a:pt x="5870" y="868"/>
                    <a:pt x="6071" y="1068"/>
                  </a:cubicBezTo>
                  <a:cubicBezTo>
                    <a:pt x="6538" y="1468"/>
                    <a:pt x="6904" y="2002"/>
                    <a:pt x="7271" y="2536"/>
                  </a:cubicBezTo>
                  <a:cubicBezTo>
                    <a:pt x="7638" y="3103"/>
                    <a:pt x="8072" y="3637"/>
                    <a:pt x="8706" y="3970"/>
                  </a:cubicBezTo>
                  <a:cubicBezTo>
                    <a:pt x="8806" y="4004"/>
                    <a:pt x="8906" y="4037"/>
                    <a:pt x="8973" y="4104"/>
                  </a:cubicBezTo>
                  <a:lnTo>
                    <a:pt x="8939" y="4104"/>
                  </a:lnTo>
                  <a:cubicBezTo>
                    <a:pt x="9067" y="4155"/>
                    <a:pt x="9215" y="4226"/>
                    <a:pt x="9397" y="4226"/>
                  </a:cubicBezTo>
                  <a:cubicBezTo>
                    <a:pt x="9453" y="4226"/>
                    <a:pt x="9511" y="4219"/>
                    <a:pt x="9573" y="4204"/>
                  </a:cubicBezTo>
                  <a:cubicBezTo>
                    <a:pt x="9773" y="4170"/>
                    <a:pt x="9940" y="4104"/>
                    <a:pt x="10107" y="4004"/>
                  </a:cubicBezTo>
                  <a:cubicBezTo>
                    <a:pt x="10407" y="3837"/>
                    <a:pt x="10607" y="3670"/>
                    <a:pt x="10874" y="3637"/>
                  </a:cubicBezTo>
                  <a:cubicBezTo>
                    <a:pt x="10966" y="3597"/>
                    <a:pt x="11063" y="3578"/>
                    <a:pt x="11162" y="3578"/>
                  </a:cubicBezTo>
                  <a:cubicBezTo>
                    <a:pt x="11313" y="3578"/>
                    <a:pt x="11466" y="3623"/>
                    <a:pt x="11608" y="3703"/>
                  </a:cubicBezTo>
                  <a:cubicBezTo>
                    <a:pt x="11875" y="3837"/>
                    <a:pt x="12041" y="4004"/>
                    <a:pt x="12142" y="4270"/>
                  </a:cubicBezTo>
                  <a:cubicBezTo>
                    <a:pt x="12442" y="4771"/>
                    <a:pt x="12442" y="5438"/>
                    <a:pt x="12742" y="6105"/>
                  </a:cubicBezTo>
                  <a:cubicBezTo>
                    <a:pt x="12775" y="6138"/>
                    <a:pt x="12775" y="6205"/>
                    <a:pt x="12809" y="6272"/>
                  </a:cubicBezTo>
                  <a:lnTo>
                    <a:pt x="12909" y="6372"/>
                  </a:lnTo>
                  <a:lnTo>
                    <a:pt x="13076" y="6605"/>
                  </a:lnTo>
                  <a:cubicBezTo>
                    <a:pt x="13209" y="6705"/>
                    <a:pt x="13276" y="6839"/>
                    <a:pt x="13409" y="6972"/>
                  </a:cubicBezTo>
                  <a:cubicBezTo>
                    <a:pt x="13609" y="7206"/>
                    <a:pt x="13876" y="7439"/>
                    <a:pt x="14076" y="7639"/>
                  </a:cubicBezTo>
                  <a:cubicBezTo>
                    <a:pt x="14543" y="8006"/>
                    <a:pt x="14977" y="8340"/>
                    <a:pt x="15477" y="8540"/>
                  </a:cubicBezTo>
                  <a:cubicBezTo>
                    <a:pt x="15944" y="8774"/>
                    <a:pt x="16445" y="8807"/>
                    <a:pt x="16812" y="8807"/>
                  </a:cubicBezTo>
                  <a:cubicBezTo>
                    <a:pt x="17245" y="8807"/>
                    <a:pt x="17545" y="8674"/>
                    <a:pt x="17746" y="8607"/>
                  </a:cubicBezTo>
                  <a:cubicBezTo>
                    <a:pt x="17812" y="8540"/>
                    <a:pt x="17912" y="8507"/>
                    <a:pt x="17946" y="8473"/>
                  </a:cubicBezTo>
                  <a:cubicBezTo>
                    <a:pt x="17979" y="8440"/>
                    <a:pt x="18046" y="8440"/>
                    <a:pt x="18046" y="8440"/>
                  </a:cubicBezTo>
                  <a:cubicBezTo>
                    <a:pt x="18279" y="8273"/>
                    <a:pt x="18079" y="8006"/>
                    <a:pt x="17645" y="7873"/>
                  </a:cubicBezTo>
                  <a:cubicBezTo>
                    <a:pt x="17645" y="7873"/>
                    <a:pt x="17579" y="7973"/>
                    <a:pt x="17412" y="8006"/>
                  </a:cubicBezTo>
                  <a:cubicBezTo>
                    <a:pt x="17245" y="8040"/>
                    <a:pt x="16978" y="8140"/>
                    <a:pt x="16645" y="8140"/>
                  </a:cubicBezTo>
                  <a:cubicBezTo>
                    <a:pt x="16378" y="8140"/>
                    <a:pt x="15944" y="8040"/>
                    <a:pt x="15544" y="7840"/>
                  </a:cubicBezTo>
                  <a:cubicBezTo>
                    <a:pt x="15110" y="7673"/>
                    <a:pt x="14710" y="7339"/>
                    <a:pt x="14276" y="6972"/>
                  </a:cubicBezTo>
                  <a:cubicBezTo>
                    <a:pt x="14076" y="6739"/>
                    <a:pt x="13909" y="6539"/>
                    <a:pt x="13709" y="6339"/>
                  </a:cubicBezTo>
                  <a:cubicBezTo>
                    <a:pt x="13576" y="6238"/>
                    <a:pt x="13476" y="6138"/>
                    <a:pt x="13409" y="6005"/>
                  </a:cubicBezTo>
                  <a:lnTo>
                    <a:pt x="13276" y="5838"/>
                  </a:lnTo>
                  <a:lnTo>
                    <a:pt x="13242" y="5738"/>
                  </a:lnTo>
                  <a:cubicBezTo>
                    <a:pt x="13209" y="5738"/>
                    <a:pt x="13209" y="5738"/>
                    <a:pt x="13209" y="5705"/>
                  </a:cubicBezTo>
                  <a:cubicBezTo>
                    <a:pt x="12975" y="5171"/>
                    <a:pt x="12975" y="4504"/>
                    <a:pt x="12642" y="3803"/>
                  </a:cubicBezTo>
                  <a:cubicBezTo>
                    <a:pt x="12475" y="3470"/>
                    <a:pt x="12208" y="3136"/>
                    <a:pt x="11808" y="2969"/>
                  </a:cubicBezTo>
                  <a:cubicBezTo>
                    <a:pt x="11542" y="2849"/>
                    <a:pt x="11276" y="2763"/>
                    <a:pt x="10985" y="2763"/>
                  </a:cubicBezTo>
                  <a:cubicBezTo>
                    <a:pt x="10874" y="2763"/>
                    <a:pt x="10760" y="2775"/>
                    <a:pt x="10640" y="2803"/>
                  </a:cubicBezTo>
                  <a:cubicBezTo>
                    <a:pt x="10240" y="2869"/>
                    <a:pt x="9940" y="3070"/>
                    <a:pt x="9706" y="3203"/>
                  </a:cubicBezTo>
                  <a:cubicBezTo>
                    <a:pt x="9573" y="3303"/>
                    <a:pt x="9473" y="3336"/>
                    <a:pt x="9406" y="3336"/>
                  </a:cubicBezTo>
                  <a:cubicBezTo>
                    <a:pt x="9373" y="3336"/>
                    <a:pt x="9273" y="3336"/>
                    <a:pt x="9206" y="3303"/>
                  </a:cubicBezTo>
                  <a:lnTo>
                    <a:pt x="9139" y="3303"/>
                  </a:lnTo>
                  <a:cubicBezTo>
                    <a:pt x="9106" y="3303"/>
                    <a:pt x="9039" y="3236"/>
                    <a:pt x="8939" y="3203"/>
                  </a:cubicBezTo>
                  <a:cubicBezTo>
                    <a:pt x="8539" y="3003"/>
                    <a:pt x="8139" y="2536"/>
                    <a:pt x="7772" y="2035"/>
                  </a:cubicBezTo>
                  <a:cubicBezTo>
                    <a:pt x="7405" y="1535"/>
                    <a:pt x="7038" y="901"/>
                    <a:pt x="6437" y="468"/>
                  </a:cubicBezTo>
                  <a:cubicBezTo>
                    <a:pt x="6204" y="234"/>
                    <a:pt x="5770" y="67"/>
                    <a:pt x="5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79" name="Google Shape;2279;p20"/>
            <p:cNvSpPr/>
            <p:nvPr/>
          </p:nvSpPr>
          <p:spPr>
            <a:xfrm>
              <a:off x="10371145" y="3133064"/>
              <a:ext cx="299717" cy="263421"/>
            </a:xfrm>
            <a:custGeom>
              <a:avLst/>
              <a:gdLst/>
              <a:ahLst/>
              <a:cxnLst/>
              <a:rect l="l" t="t" r="r" b="b"/>
              <a:pathLst>
                <a:path w="13303" h="11692" extrusionOk="0">
                  <a:moveTo>
                    <a:pt x="2713" y="0"/>
                  </a:moveTo>
                  <a:cubicBezTo>
                    <a:pt x="2265" y="0"/>
                    <a:pt x="1833" y="141"/>
                    <a:pt x="1502" y="383"/>
                  </a:cubicBezTo>
                  <a:cubicBezTo>
                    <a:pt x="1002" y="717"/>
                    <a:pt x="635" y="1184"/>
                    <a:pt x="401" y="1617"/>
                  </a:cubicBezTo>
                  <a:cubicBezTo>
                    <a:pt x="201" y="2084"/>
                    <a:pt x="68" y="2518"/>
                    <a:pt x="34" y="2885"/>
                  </a:cubicBezTo>
                  <a:cubicBezTo>
                    <a:pt x="1" y="3052"/>
                    <a:pt x="1" y="3252"/>
                    <a:pt x="1" y="3385"/>
                  </a:cubicBezTo>
                  <a:cubicBezTo>
                    <a:pt x="34" y="3552"/>
                    <a:pt x="34" y="3686"/>
                    <a:pt x="34" y="3752"/>
                  </a:cubicBezTo>
                  <a:cubicBezTo>
                    <a:pt x="34" y="3886"/>
                    <a:pt x="68" y="3952"/>
                    <a:pt x="68" y="4019"/>
                  </a:cubicBezTo>
                  <a:lnTo>
                    <a:pt x="68" y="4086"/>
                  </a:lnTo>
                  <a:cubicBezTo>
                    <a:pt x="108" y="4193"/>
                    <a:pt x="185" y="4235"/>
                    <a:pt x="261" y="4235"/>
                  </a:cubicBezTo>
                  <a:cubicBezTo>
                    <a:pt x="376" y="4235"/>
                    <a:pt x="488" y="4139"/>
                    <a:pt x="468" y="4019"/>
                  </a:cubicBezTo>
                  <a:lnTo>
                    <a:pt x="468" y="3919"/>
                  </a:lnTo>
                  <a:cubicBezTo>
                    <a:pt x="468" y="3886"/>
                    <a:pt x="401" y="3786"/>
                    <a:pt x="401" y="3719"/>
                  </a:cubicBezTo>
                  <a:lnTo>
                    <a:pt x="401" y="3385"/>
                  </a:lnTo>
                  <a:cubicBezTo>
                    <a:pt x="401" y="3219"/>
                    <a:pt x="401" y="3085"/>
                    <a:pt x="468" y="2918"/>
                  </a:cubicBezTo>
                  <a:cubicBezTo>
                    <a:pt x="501" y="2585"/>
                    <a:pt x="635" y="2218"/>
                    <a:pt x="835" y="1851"/>
                  </a:cubicBezTo>
                  <a:cubicBezTo>
                    <a:pt x="1035" y="1451"/>
                    <a:pt x="1368" y="1050"/>
                    <a:pt x="1802" y="783"/>
                  </a:cubicBezTo>
                  <a:cubicBezTo>
                    <a:pt x="2057" y="613"/>
                    <a:pt x="2367" y="511"/>
                    <a:pt x="2678" y="511"/>
                  </a:cubicBezTo>
                  <a:cubicBezTo>
                    <a:pt x="2856" y="511"/>
                    <a:pt x="3034" y="544"/>
                    <a:pt x="3203" y="617"/>
                  </a:cubicBezTo>
                  <a:cubicBezTo>
                    <a:pt x="3337" y="617"/>
                    <a:pt x="3403" y="717"/>
                    <a:pt x="3537" y="783"/>
                  </a:cubicBezTo>
                  <a:cubicBezTo>
                    <a:pt x="3670" y="884"/>
                    <a:pt x="3704" y="950"/>
                    <a:pt x="3804" y="1050"/>
                  </a:cubicBezTo>
                  <a:cubicBezTo>
                    <a:pt x="3970" y="1217"/>
                    <a:pt x="4037" y="1451"/>
                    <a:pt x="4137" y="1751"/>
                  </a:cubicBezTo>
                  <a:cubicBezTo>
                    <a:pt x="4304" y="2285"/>
                    <a:pt x="4337" y="2952"/>
                    <a:pt x="4704" y="3585"/>
                  </a:cubicBezTo>
                  <a:lnTo>
                    <a:pt x="4804" y="3719"/>
                  </a:lnTo>
                  <a:cubicBezTo>
                    <a:pt x="4838" y="3786"/>
                    <a:pt x="4871" y="3786"/>
                    <a:pt x="4904" y="3852"/>
                  </a:cubicBezTo>
                  <a:lnTo>
                    <a:pt x="5071" y="4019"/>
                  </a:lnTo>
                  <a:cubicBezTo>
                    <a:pt x="5205" y="4119"/>
                    <a:pt x="5338" y="4219"/>
                    <a:pt x="5505" y="4286"/>
                  </a:cubicBezTo>
                  <a:cubicBezTo>
                    <a:pt x="5638" y="4419"/>
                    <a:pt x="5805" y="4453"/>
                    <a:pt x="5972" y="4519"/>
                  </a:cubicBezTo>
                  <a:cubicBezTo>
                    <a:pt x="6139" y="4553"/>
                    <a:pt x="6305" y="4586"/>
                    <a:pt x="6405" y="4586"/>
                  </a:cubicBezTo>
                  <a:cubicBezTo>
                    <a:pt x="6706" y="4586"/>
                    <a:pt x="6906" y="4620"/>
                    <a:pt x="7173" y="4720"/>
                  </a:cubicBezTo>
                  <a:cubicBezTo>
                    <a:pt x="7406" y="4786"/>
                    <a:pt x="7673" y="4886"/>
                    <a:pt x="7840" y="5053"/>
                  </a:cubicBezTo>
                  <a:cubicBezTo>
                    <a:pt x="8207" y="5387"/>
                    <a:pt x="8507" y="5887"/>
                    <a:pt x="8707" y="6421"/>
                  </a:cubicBezTo>
                  <a:cubicBezTo>
                    <a:pt x="9141" y="7522"/>
                    <a:pt x="9241" y="8823"/>
                    <a:pt x="9674" y="9890"/>
                  </a:cubicBezTo>
                  <a:cubicBezTo>
                    <a:pt x="9875" y="10424"/>
                    <a:pt x="10208" y="10924"/>
                    <a:pt x="10642" y="11258"/>
                  </a:cubicBezTo>
                  <a:cubicBezTo>
                    <a:pt x="11042" y="11591"/>
                    <a:pt x="11542" y="11691"/>
                    <a:pt x="11943" y="11691"/>
                  </a:cubicBezTo>
                  <a:cubicBezTo>
                    <a:pt x="12310" y="11691"/>
                    <a:pt x="12610" y="11591"/>
                    <a:pt x="12810" y="11558"/>
                  </a:cubicBezTo>
                  <a:cubicBezTo>
                    <a:pt x="12977" y="11524"/>
                    <a:pt x="13110" y="11491"/>
                    <a:pt x="13110" y="11491"/>
                  </a:cubicBezTo>
                  <a:cubicBezTo>
                    <a:pt x="13302" y="11409"/>
                    <a:pt x="13246" y="11191"/>
                    <a:pt x="13090" y="11191"/>
                  </a:cubicBezTo>
                  <a:cubicBezTo>
                    <a:pt x="13056" y="11191"/>
                    <a:pt x="13018" y="11201"/>
                    <a:pt x="12977" y="11224"/>
                  </a:cubicBezTo>
                  <a:cubicBezTo>
                    <a:pt x="12977" y="11224"/>
                    <a:pt x="12843" y="11258"/>
                    <a:pt x="12677" y="11324"/>
                  </a:cubicBezTo>
                  <a:cubicBezTo>
                    <a:pt x="12610" y="11324"/>
                    <a:pt x="12476" y="11358"/>
                    <a:pt x="12343" y="11358"/>
                  </a:cubicBezTo>
                  <a:lnTo>
                    <a:pt x="11876" y="11358"/>
                  </a:lnTo>
                  <a:cubicBezTo>
                    <a:pt x="11609" y="11324"/>
                    <a:pt x="11209" y="11224"/>
                    <a:pt x="10875" y="10991"/>
                  </a:cubicBezTo>
                  <a:cubicBezTo>
                    <a:pt x="10608" y="10724"/>
                    <a:pt x="10342" y="10290"/>
                    <a:pt x="10175" y="9790"/>
                  </a:cubicBezTo>
                  <a:cubicBezTo>
                    <a:pt x="9841" y="8789"/>
                    <a:pt x="9775" y="7555"/>
                    <a:pt x="9341" y="6287"/>
                  </a:cubicBezTo>
                  <a:cubicBezTo>
                    <a:pt x="9141" y="5687"/>
                    <a:pt x="8807" y="5053"/>
                    <a:pt x="8273" y="4586"/>
                  </a:cubicBezTo>
                  <a:cubicBezTo>
                    <a:pt x="8007" y="4353"/>
                    <a:pt x="7673" y="4253"/>
                    <a:pt x="7373" y="4119"/>
                  </a:cubicBezTo>
                  <a:cubicBezTo>
                    <a:pt x="7073" y="4052"/>
                    <a:pt x="6739" y="4019"/>
                    <a:pt x="6506" y="3952"/>
                  </a:cubicBezTo>
                  <a:cubicBezTo>
                    <a:pt x="6339" y="3952"/>
                    <a:pt x="6239" y="3919"/>
                    <a:pt x="6139" y="3919"/>
                  </a:cubicBezTo>
                  <a:cubicBezTo>
                    <a:pt x="6039" y="3886"/>
                    <a:pt x="5905" y="3886"/>
                    <a:pt x="5838" y="3786"/>
                  </a:cubicBezTo>
                  <a:cubicBezTo>
                    <a:pt x="5772" y="3752"/>
                    <a:pt x="5638" y="3686"/>
                    <a:pt x="5538" y="3585"/>
                  </a:cubicBezTo>
                  <a:lnTo>
                    <a:pt x="5371" y="3452"/>
                  </a:lnTo>
                  <a:lnTo>
                    <a:pt x="5338" y="3419"/>
                  </a:lnTo>
                  <a:lnTo>
                    <a:pt x="5305" y="3352"/>
                  </a:lnTo>
                  <a:cubicBezTo>
                    <a:pt x="5004" y="2918"/>
                    <a:pt x="4904" y="2285"/>
                    <a:pt x="4738" y="1684"/>
                  </a:cubicBezTo>
                  <a:cubicBezTo>
                    <a:pt x="4671" y="1351"/>
                    <a:pt x="4537" y="1017"/>
                    <a:pt x="4304" y="717"/>
                  </a:cubicBezTo>
                  <a:cubicBezTo>
                    <a:pt x="4204" y="550"/>
                    <a:pt x="4037" y="417"/>
                    <a:pt x="3870" y="350"/>
                  </a:cubicBezTo>
                  <a:cubicBezTo>
                    <a:pt x="3737" y="250"/>
                    <a:pt x="3570" y="183"/>
                    <a:pt x="3403" y="116"/>
                  </a:cubicBezTo>
                  <a:cubicBezTo>
                    <a:pt x="3177" y="37"/>
                    <a:pt x="2943" y="0"/>
                    <a:pt x="27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80" name="Google Shape;2280;p20"/>
            <p:cNvSpPr/>
            <p:nvPr/>
          </p:nvSpPr>
          <p:spPr>
            <a:xfrm>
              <a:off x="9841330" y="1567972"/>
              <a:ext cx="27059" cy="11288"/>
            </a:xfrm>
            <a:custGeom>
              <a:avLst/>
              <a:gdLst/>
              <a:ahLst/>
              <a:cxnLst/>
              <a:rect l="l" t="t" r="r" b="b"/>
              <a:pathLst>
                <a:path w="1201" h="501" extrusionOk="0">
                  <a:moveTo>
                    <a:pt x="634" y="0"/>
                  </a:moveTo>
                  <a:cubicBezTo>
                    <a:pt x="500" y="0"/>
                    <a:pt x="334" y="0"/>
                    <a:pt x="200" y="34"/>
                  </a:cubicBezTo>
                  <a:cubicBezTo>
                    <a:pt x="100" y="100"/>
                    <a:pt x="0" y="134"/>
                    <a:pt x="0" y="134"/>
                  </a:cubicBezTo>
                  <a:lnTo>
                    <a:pt x="33" y="400"/>
                  </a:lnTo>
                  <a:cubicBezTo>
                    <a:pt x="33" y="400"/>
                    <a:pt x="133" y="400"/>
                    <a:pt x="267" y="434"/>
                  </a:cubicBezTo>
                  <a:cubicBezTo>
                    <a:pt x="367" y="467"/>
                    <a:pt x="500" y="501"/>
                    <a:pt x="600" y="501"/>
                  </a:cubicBezTo>
                  <a:lnTo>
                    <a:pt x="1101" y="501"/>
                  </a:lnTo>
                  <a:cubicBezTo>
                    <a:pt x="1134" y="501"/>
                    <a:pt x="1201" y="300"/>
                    <a:pt x="1168" y="267"/>
                  </a:cubicBezTo>
                  <a:cubicBezTo>
                    <a:pt x="1168" y="267"/>
                    <a:pt x="1134" y="200"/>
                    <a:pt x="1001" y="134"/>
                  </a:cubicBezTo>
                  <a:cubicBezTo>
                    <a:pt x="934" y="100"/>
                    <a:pt x="767" y="0"/>
                    <a:pt x="6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81" name="Google Shape;2281;p20"/>
            <p:cNvSpPr/>
            <p:nvPr/>
          </p:nvSpPr>
          <p:spPr>
            <a:xfrm>
              <a:off x="9847323" y="1587506"/>
              <a:ext cx="27847" cy="12189"/>
            </a:xfrm>
            <a:custGeom>
              <a:avLst/>
              <a:gdLst/>
              <a:ahLst/>
              <a:cxnLst/>
              <a:rect l="l" t="t" r="r" b="b"/>
              <a:pathLst>
                <a:path w="1236" h="541" extrusionOk="0">
                  <a:moveTo>
                    <a:pt x="568" y="0"/>
                  </a:moveTo>
                  <a:cubicBezTo>
                    <a:pt x="368" y="67"/>
                    <a:pt x="1" y="234"/>
                    <a:pt x="1" y="234"/>
                  </a:cubicBezTo>
                  <a:lnTo>
                    <a:pt x="34" y="467"/>
                  </a:lnTo>
                  <a:cubicBezTo>
                    <a:pt x="34" y="467"/>
                    <a:pt x="304" y="541"/>
                    <a:pt x="549" y="541"/>
                  </a:cubicBezTo>
                  <a:cubicBezTo>
                    <a:pt x="590" y="541"/>
                    <a:pt x="630" y="539"/>
                    <a:pt x="668" y="534"/>
                  </a:cubicBezTo>
                  <a:cubicBezTo>
                    <a:pt x="868" y="467"/>
                    <a:pt x="1235" y="367"/>
                    <a:pt x="1235" y="367"/>
                  </a:cubicBezTo>
                  <a:lnTo>
                    <a:pt x="1235" y="101"/>
                  </a:lnTo>
                  <a:cubicBezTo>
                    <a:pt x="1235" y="101"/>
                    <a:pt x="835" y="0"/>
                    <a:pt x="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82" name="Google Shape;2282;p20"/>
            <p:cNvSpPr/>
            <p:nvPr/>
          </p:nvSpPr>
          <p:spPr>
            <a:xfrm>
              <a:off x="9856357" y="1612311"/>
              <a:ext cx="28568" cy="14599"/>
            </a:xfrm>
            <a:custGeom>
              <a:avLst/>
              <a:gdLst/>
              <a:ahLst/>
              <a:cxnLst/>
              <a:rect l="l" t="t" r="r" b="b"/>
              <a:pathLst>
                <a:path w="1268" h="648" extrusionOk="0">
                  <a:moveTo>
                    <a:pt x="1134" y="0"/>
                  </a:moveTo>
                  <a:cubicBezTo>
                    <a:pt x="1134" y="0"/>
                    <a:pt x="1034" y="0"/>
                    <a:pt x="934" y="34"/>
                  </a:cubicBezTo>
                  <a:cubicBezTo>
                    <a:pt x="801" y="100"/>
                    <a:pt x="634" y="100"/>
                    <a:pt x="534" y="134"/>
                  </a:cubicBezTo>
                  <a:cubicBezTo>
                    <a:pt x="467" y="167"/>
                    <a:pt x="334" y="267"/>
                    <a:pt x="200" y="300"/>
                  </a:cubicBezTo>
                  <a:cubicBezTo>
                    <a:pt x="100" y="334"/>
                    <a:pt x="0" y="367"/>
                    <a:pt x="0" y="367"/>
                  </a:cubicBezTo>
                  <a:lnTo>
                    <a:pt x="34" y="634"/>
                  </a:lnTo>
                  <a:lnTo>
                    <a:pt x="300" y="634"/>
                  </a:lnTo>
                  <a:cubicBezTo>
                    <a:pt x="340" y="644"/>
                    <a:pt x="381" y="648"/>
                    <a:pt x="424" y="648"/>
                  </a:cubicBezTo>
                  <a:cubicBezTo>
                    <a:pt x="526" y="648"/>
                    <a:pt x="630" y="624"/>
                    <a:pt x="701" y="601"/>
                  </a:cubicBezTo>
                  <a:cubicBezTo>
                    <a:pt x="834" y="534"/>
                    <a:pt x="1001" y="467"/>
                    <a:pt x="1101" y="367"/>
                  </a:cubicBezTo>
                  <a:lnTo>
                    <a:pt x="1268" y="200"/>
                  </a:lnTo>
                  <a:lnTo>
                    <a:pt x="11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83" name="Google Shape;2283;p20"/>
            <p:cNvSpPr/>
            <p:nvPr/>
          </p:nvSpPr>
          <p:spPr>
            <a:xfrm>
              <a:off x="9868366" y="1628082"/>
              <a:ext cx="33840" cy="21066"/>
            </a:xfrm>
            <a:custGeom>
              <a:avLst/>
              <a:gdLst/>
              <a:ahLst/>
              <a:cxnLst/>
              <a:rect l="l" t="t" r="r" b="b"/>
              <a:pathLst>
                <a:path w="1502" h="935" extrusionOk="0">
                  <a:moveTo>
                    <a:pt x="1435" y="1"/>
                  </a:moveTo>
                  <a:cubicBezTo>
                    <a:pt x="1435" y="1"/>
                    <a:pt x="968" y="134"/>
                    <a:pt x="668" y="268"/>
                  </a:cubicBezTo>
                  <a:cubicBezTo>
                    <a:pt x="435" y="434"/>
                    <a:pt x="68" y="735"/>
                    <a:pt x="68" y="735"/>
                  </a:cubicBezTo>
                  <a:cubicBezTo>
                    <a:pt x="1" y="735"/>
                    <a:pt x="134" y="935"/>
                    <a:pt x="134" y="935"/>
                  </a:cubicBezTo>
                  <a:cubicBezTo>
                    <a:pt x="134" y="935"/>
                    <a:pt x="601" y="801"/>
                    <a:pt x="902" y="668"/>
                  </a:cubicBezTo>
                  <a:cubicBezTo>
                    <a:pt x="1135" y="501"/>
                    <a:pt x="1502" y="234"/>
                    <a:pt x="1502" y="234"/>
                  </a:cubicBezTo>
                  <a:cubicBezTo>
                    <a:pt x="1502" y="168"/>
                    <a:pt x="1435" y="1"/>
                    <a:pt x="14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84" name="Google Shape;2284;p20"/>
            <p:cNvSpPr/>
            <p:nvPr/>
          </p:nvSpPr>
          <p:spPr>
            <a:xfrm>
              <a:off x="9887156" y="1656650"/>
              <a:ext cx="16560" cy="12054"/>
            </a:xfrm>
            <a:custGeom>
              <a:avLst/>
              <a:gdLst/>
              <a:ahLst/>
              <a:cxnLst/>
              <a:rect l="l" t="t" r="r" b="b"/>
              <a:pathLst>
                <a:path w="735" h="535" extrusionOk="0">
                  <a:moveTo>
                    <a:pt x="601" y="0"/>
                  </a:moveTo>
                  <a:cubicBezTo>
                    <a:pt x="601" y="0"/>
                    <a:pt x="368" y="0"/>
                    <a:pt x="268" y="67"/>
                  </a:cubicBezTo>
                  <a:cubicBezTo>
                    <a:pt x="168" y="67"/>
                    <a:pt x="134" y="167"/>
                    <a:pt x="101" y="200"/>
                  </a:cubicBezTo>
                  <a:lnTo>
                    <a:pt x="1" y="301"/>
                  </a:lnTo>
                  <a:cubicBezTo>
                    <a:pt x="1" y="334"/>
                    <a:pt x="101" y="534"/>
                    <a:pt x="101" y="534"/>
                  </a:cubicBezTo>
                  <a:lnTo>
                    <a:pt x="201" y="534"/>
                  </a:lnTo>
                  <a:cubicBezTo>
                    <a:pt x="301" y="534"/>
                    <a:pt x="401" y="534"/>
                    <a:pt x="468" y="501"/>
                  </a:cubicBezTo>
                  <a:cubicBezTo>
                    <a:pt x="601" y="401"/>
                    <a:pt x="735" y="200"/>
                    <a:pt x="735" y="200"/>
                  </a:cubicBezTo>
                  <a:cubicBezTo>
                    <a:pt x="735" y="167"/>
                    <a:pt x="601"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85" name="Google Shape;2285;p20"/>
            <p:cNvSpPr/>
            <p:nvPr/>
          </p:nvSpPr>
          <p:spPr>
            <a:xfrm>
              <a:off x="10013414" y="1660075"/>
              <a:ext cx="30100" cy="13135"/>
            </a:xfrm>
            <a:custGeom>
              <a:avLst/>
              <a:gdLst/>
              <a:ahLst/>
              <a:cxnLst/>
              <a:rect l="l" t="t" r="r" b="b"/>
              <a:pathLst>
                <a:path w="1336" h="583" extrusionOk="0">
                  <a:moveTo>
                    <a:pt x="934" y="0"/>
                  </a:moveTo>
                  <a:cubicBezTo>
                    <a:pt x="827" y="0"/>
                    <a:pt x="701" y="15"/>
                    <a:pt x="635" y="15"/>
                  </a:cubicBezTo>
                  <a:cubicBezTo>
                    <a:pt x="501" y="48"/>
                    <a:pt x="334" y="149"/>
                    <a:pt x="201" y="215"/>
                  </a:cubicBezTo>
                  <a:cubicBezTo>
                    <a:pt x="68" y="315"/>
                    <a:pt x="1" y="382"/>
                    <a:pt x="1" y="382"/>
                  </a:cubicBezTo>
                  <a:lnTo>
                    <a:pt x="134" y="582"/>
                  </a:lnTo>
                  <a:cubicBezTo>
                    <a:pt x="134" y="582"/>
                    <a:pt x="201" y="582"/>
                    <a:pt x="334" y="549"/>
                  </a:cubicBezTo>
                  <a:cubicBezTo>
                    <a:pt x="468" y="515"/>
                    <a:pt x="568" y="515"/>
                    <a:pt x="701" y="482"/>
                  </a:cubicBezTo>
                  <a:cubicBezTo>
                    <a:pt x="835" y="482"/>
                    <a:pt x="968" y="382"/>
                    <a:pt x="1068" y="382"/>
                  </a:cubicBezTo>
                  <a:cubicBezTo>
                    <a:pt x="1202" y="382"/>
                    <a:pt x="1302" y="349"/>
                    <a:pt x="1302" y="349"/>
                  </a:cubicBezTo>
                  <a:cubicBezTo>
                    <a:pt x="1302" y="315"/>
                    <a:pt x="1335" y="82"/>
                    <a:pt x="1335" y="82"/>
                  </a:cubicBezTo>
                  <a:lnTo>
                    <a:pt x="1068" y="15"/>
                  </a:lnTo>
                  <a:cubicBezTo>
                    <a:pt x="1035" y="4"/>
                    <a:pt x="987" y="0"/>
                    <a:pt x="9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86" name="Google Shape;2286;p20"/>
            <p:cNvSpPr/>
            <p:nvPr/>
          </p:nvSpPr>
          <p:spPr>
            <a:xfrm>
              <a:off x="10009674" y="1688215"/>
              <a:ext cx="33840" cy="13541"/>
            </a:xfrm>
            <a:custGeom>
              <a:avLst/>
              <a:gdLst/>
              <a:ahLst/>
              <a:cxnLst/>
              <a:rect l="l" t="t" r="r" b="b"/>
              <a:pathLst>
                <a:path w="1502" h="601" extrusionOk="0">
                  <a:moveTo>
                    <a:pt x="1401" y="0"/>
                  </a:moveTo>
                  <a:cubicBezTo>
                    <a:pt x="1401" y="0"/>
                    <a:pt x="967" y="0"/>
                    <a:pt x="667" y="100"/>
                  </a:cubicBezTo>
                  <a:cubicBezTo>
                    <a:pt x="400" y="134"/>
                    <a:pt x="0" y="334"/>
                    <a:pt x="0" y="334"/>
                  </a:cubicBezTo>
                  <a:lnTo>
                    <a:pt x="33" y="601"/>
                  </a:lnTo>
                  <a:cubicBezTo>
                    <a:pt x="33" y="601"/>
                    <a:pt x="500" y="601"/>
                    <a:pt x="801" y="567"/>
                  </a:cubicBezTo>
                  <a:cubicBezTo>
                    <a:pt x="1067" y="501"/>
                    <a:pt x="1501" y="267"/>
                    <a:pt x="1501" y="267"/>
                  </a:cubicBezTo>
                  <a:cubicBezTo>
                    <a:pt x="1501" y="234"/>
                    <a:pt x="1468" y="67"/>
                    <a:pt x="14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87" name="Google Shape;2287;p20"/>
            <p:cNvSpPr/>
            <p:nvPr/>
          </p:nvSpPr>
          <p:spPr>
            <a:xfrm>
              <a:off x="10018686" y="1716445"/>
              <a:ext cx="24828" cy="11197"/>
            </a:xfrm>
            <a:custGeom>
              <a:avLst/>
              <a:gdLst/>
              <a:ahLst/>
              <a:cxnLst/>
              <a:rect l="l" t="t" r="r" b="b"/>
              <a:pathLst>
                <a:path w="1102" h="497" extrusionOk="0">
                  <a:moveTo>
                    <a:pt x="728" y="0"/>
                  </a:moveTo>
                  <a:cubicBezTo>
                    <a:pt x="649" y="0"/>
                    <a:pt x="567" y="4"/>
                    <a:pt x="501" y="15"/>
                  </a:cubicBezTo>
                  <a:cubicBezTo>
                    <a:pt x="301" y="48"/>
                    <a:pt x="0" y="215"/>
                    <a:pt x="0" y="215"/>
                  </a:cubicBezTo>
                  <a:lnTo>
                    <a:pt x="67" y="482"/>
                  </a:lnTo>
                  <a:cubicBezTo>
                    <a:pt x="67" y="482"/>
                    <a:pt x="215" y="497"/>
                    <a:pt x="373" y="497"/>
                  </a:cubicBezTo>
                  <a:cubicBezTo>
                    <a:pt x="453" y="497"/>
                    <a:pt x="534" y="493"/>
                    <a:pt x="601" y="482"/>
                  </a:cubicBezTo>
                  <a:cubicBezTo>
                    <a:pt x="801" y="415"/>
                    <a:pt x="1101" y="248"/>
                    <a:pt x="1101" y="248"/>
                  </a:cubicBezTo>
                  <a:cubicBezTo>
                    <a:pt x="1101" y="248"/>
                    <a:pt x="1068" y="48"/>
                    <a:pt x="1034" y="15"/>
                  </a:cubicBezTo>
                  <a:cubicBezTo>
                    <a:pt x="1034" y="15"/>
                    <a:pt x="886"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88" name="Google Shape;2288;p20"/>
            <p:cNvSpPr/>
            <p:nvPr/>
          </p:nvSpPr>
          <p:spPr>
            <a:xfrm>
              <a:off x="10025445" y="1738569"/>
              <a:ext cx="19556" cy="12797"/>
            </a:xfrm>
            <a:custGeom>
              <a:avLst/>
              <a:gdLst/>
              <a:ahLst/>
              <a:cxnLst/>
              <a:rect l="l" t="t" r="r" b="b"/>
              <a:pathLst>
                <a:path w="868" h="568" extrusionOk="0">
                  <a:moveTo>
                    <a:pt x="768" y="0"/>
                  </a:moveTo>
                  <a:cubicBezTo>
                    <a:pt x="768" y="0"/>
                    <a:pt x="468" y="34"/>
                    <a:pt x="334" y="67"/>
                  </a:cubicBezTo>
                  <a:cubicBezTo>
                    <a:pt x="201" y="167"/>
                    <a:pt x="1" y="267"/>
                    <a:pt x="1" y="267"/>
                  </a:cubicBezTo>
                  <a:lnTo>
                    <a:pt x="1" y="534"/>
                  </a:lnTo>
                  <a:cubicBezTo>
                    <a:pt x="1" y="534"/>
                    <a:pt x="34" y="567"/>
                    <a:pt x="167" y="567"/>
                  </a:cubicBezTo>
                  <a:cubicBezTo>
                    <a:pt x="301" y="567"/>
                    <a:pt x="434" y="567"/>
                    <a:pt x="501" y="534"/>
                  </a:cubicBezTo>
                  <a:cubicBezTo>
                    <a:pt x="668" y="434"/>
                    <a:pt x="868" y="234"/>
                    <a:pt x="868" y="234"/>
                  </a:cubicBezTo>
                  <a:cubicBezTo>
                    <a:pt x="868" y="234"/>
                    <a:pt x="801" y="34"/>
                    <a:pt x="7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89" name="Google Shape;2289;p20"/>
            <p:cNvSpPr/>
            <p:nvPr/>
          </p:nvSpPr>
          <p:spPr>
            <a:xfrm>
              <a:off x="10029951" y="1759612"/>
              <a:ext cx="24085" cy="22553"/>
            </a:xfrm>
            <a:custGeom>
              <a:avLst/>
              <a:gdLst/>
              <a:ahLst/>
              <a:cxnLst/>
              <a:rect l="l" t="t" r="r" b="b"/>
              <a:pathLst>
                <a:path w="1069" h="1001" extrusionOk="0">
                  <a:moveTo>
                    <a:pt x="935" y="0"/>
                  </a:moveTo>
                  <a:cubicBezTo>
                    <a:pt x="935" y="0"/>
                    <a:pt x="835" y="67"/>
                    <a:pt x="735" y="100"/>
                  </a:cubicBezTo>
                  <a:cubicBezTo>
                    <a:pt x="601" y="134"/>
                    <a:pt x="434" y="234"/>
                    <a:pt x="334" y="300"/>
                  </a:cubicBezTo>
                  <a:cubicBezTo>
                    <a:pt x="268" y="434"/>
                    <a:pt x="134" y="567"/>
                    <a:pt x="101" y="667"/>
                  </a:cubicBezTo>
                  <a:cubicBezTo>
                    <a:pt x="67" y="801"/>
                    <a:pt x="1" y="901"/>
                    <a:pt x="1" y="901"/>
                  </a:cubicBezTo>
                  <a:lnTo>
                    <a:pt x="234" y="1001"/>
                  </a:lnTo>
                  <a:cubicBezTo>
                    <a:pt x="234" y="1001"/>
                    <a:pt x="301" y="968"/>
                    <a:pt x="401" y="901"/>
                  </a:cubicBezTo>
                  <a:cubicBezTo>
                    <a:pt x="468" y="801"/>
                    <a:pt x="601" y="767"/>
                    <a:pt x="668" y="667"/>
                  </a:cubicBezTo>
                  <a:cubicBezTo>
                    <a:pt x="768" y="634"/>
                    <a:pt x="835" y="501"/>
                    <a:pt x="935" y="434"/>
                  </a:cubicBezTo>
                  <a:cubicBezTo>
                    <a:pt x="968" y="334"/>
                    <a:pt x="1068" y="267"/>
                    <a:pt x="1068" y="267"/>
                  </a:cubicBezTo>
                  <a:cubicBezTo>
                    <a:pt x="1068" y="267"/>
                    <a:pt x="935" y="10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90" name="Google Shape;2290;p20"/>
            <p:cNvSpPr/>
            <p:nvPr/>
          </p:nvSpPr>
          <p:spPr>
            <a:xfrm>
              <a:off x="10050251" y="1791920"/>
              <a:ext cx="12797" cy="11625"/>
            </a:xfrm>
            <a:custGeom>
              <a:avLst/>
              <a:gdLst/>
              <a:ahLst/>
              <a:cxnLst/>
              <a:rect l="l" t="t" r="r" b="b"/>
              <a:pathLst>
                <a:path w="568" h="516" extrusionOk="0">
                  <a:moveTo>
                    <a:pt x="367" y="1"/>
                  </a:moveTo>
                  <a:cubicBezTo>
                    <a:pt x="367" y="34"/>
                    <a:pt x="200" y="34"/>
                    <a:pt x="134" y="34"/>
                  </a:cubicBezTo>
                  <a:lnTo>
                    <a:pt x="0" y="201"/>
                  </a:lnTo>
                  <a:lnTo>
                    <a:pt x="0" y="468"/>
                  </a:lnTo>
                  <a:cubicBezTo>
                    <a:pt x="0" y="468"/>
                    <a:pt x="34" y="468"/>
                    <a:pt x="100" y="501"/>
                  </a:cubicBezTo>
                  <a:cubicBezTo>
                    <a:pt x="134" y="512"/>
                    <a:pt x="163" y="516"/>
                    <a:pt x="192" y="516"/>
                  </a:cubicBezTo>
                  <a:cubicBezTo>
                    <a:pt x="249" y="516"/>
                    <a:pt x="301" y="501"/>
                    <a:pt x="367" y="501"/>
                  </a:cubicBezTo>
                  <a:cubicBezTo>
                    <a:pt x="434" y="468"/>
                    <a:pt x="467" y="401"/>
                    <a:pt x="534" y="334"/>
                  </a:cubicBezTo>
                  <a:cubicBezTo>
                    <a:pt x="567" y="234"/>
                    <a:pt x="567" y="201"/>
                    <a:pt x="567" y="201"/>
                  </a:cubicBezTo>
                  <a:cubicBezTo>
                    <a:pt x="567" y="201"/>
                    <a:pt x="434" y="34"/>
                    <a:pt x="3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91" name="Google Shape;2291;p20"/>
            <p:cNvSpPr/>
            <p:nvPr/>
          </p:nvSpPr>
          <p:spPr>
            <a:xfrm>
              <a:off x="10217829" y="1522124"/>
              <a:ext cx="18813" cy="11288"/>
            </a:xfrm>
            <a:custGeom>
              <a:avLst/>
              <a:gdLst/>
              <a:ahLst/>
              <a:cxnLst/>
              <a:rect l="l" t="t" r="r" b="b"/>
              <a:pathLst>
                <a:path w="835" h="501" extrusionOk="0">
                  <a:moveTo>
                    <a:pt x="468" y="0"/>
                  </a:moveTo>
                  <a:cubicBezTo>
                    <a:pt x="301" y="0"/>
                    <a:pt x="68" y="34"/>
                    <a:pt x="68" y="34"/>
                  </a:cubicBezTo>
                  <a:lnTo>
                    <a:pt x="1" y="301"/>
                  </a:lnTo>
                  <a:cubicBezTo>
                    <a:pt x="1" y="301"/>
                    <a:pt x="234" y="467"/>
                    <a:pt x="401" y="501"/>
                  </a:cubicBezTo>
                  <a:cubicBezTo>
                    <a:pt x="568" y="501"/>
                    <a:pt x="835" y="434"/>
                    <a:pt x="835" y="434"/>
                  </a:cubicBezTo>
                  <a:lnTo>
                    <a:pt x="835" y="167"/>
                  </a:lnTo>
                  <a:cubicBezTo>
                    <a:pt x="835" y="167"/>
                    <a:pt x="601" y="0"/>
                    <a:pt x="4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92" name="Google Shape;2292;p20"/>
            <p:cNvSpPr/>
            <p:nvPr/>
          </p:nvSpPr>
          <p:spPr>
            <a:xfrm>
              <a:off x="10219338" y="1543167"/>
              <a:ext cx="22575" cy="11288"/>
            </a:xfrm>
            <a:custGeom>
              <a:avLst/>
              <a:gdLst/>
              <a:ahLst/>
              <a:cxnLst/>
              <a:rect l="l" t="t" r="r" b="b"/>
              <a:pathLst>
                <a:path w="1002" h="501" extrusionOk="0">
                  <a:moveTo>
                    <a:pt x="501" y="0"/>
                  </a:moveTo>
                  <a:cubicBezTo>
                    <a:pt x="268" y="0"/>
                    <a:pt x="1" y="100"/>
                    <a:pt x="1" y="100"/>
                  </a:cubicBezTo>
                  <a:lnTo>
                    <a:pt x="1" y="367"/>
                  </a:lnTo>
                  <a:cubicBezTo>
                    <a:pt x="1" y="367"/>
                    <a:pt x="268" y="501"/>
                    <a:pt x="501" y="501"/>
                  </a:cubicBezTo>
                  <a:cubicBezTo>
                    <a:pt x="701" y="501"/>
                    <a:pt x="1001" y="367"/>
                    <a:pt x="1001" y="367"/>
                  </a:cubicBezTo>
                  <a:lnTo>
                    <a:pt x="1001" y="100"/>
                  </a:lnTo>
                  <a:cubicBezTo>
                    <a:pt x="1001" y="100"/>
                    <a:pt x="701" y="0"/>
                    <a:pt x="5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93" name="Google Shape;2293;p20"/>
            <p:cNvSpPr/>
            <p:nvPr/>
          </p:nvSpPr>
          <p:spPr>
            <a:xfrm>
              <a:off x="10220848" y="1563466"/>
              <a:ext cx="30844" cy="12031"/>
            </a:xfrm>
            <a:custGeom>
              <a:avLst/>
              <a:gdLst/>
              <a:ahLst/>
              <a:cxnLst/>
              <a:rect l="l" t="t" r="r" b="b"/>
              <a:pathLst>
                <a:path w="1369" h="534" extrusionOk="0">
                  <a:moveTo>
                    <a:pt x="1335" y="0"/>
                  </a:moveTo>
                  <a:cubicBezTo>
                    <a:pt x="1334" y="0"/>
                    <a:pt x="934" y="0"/>
                    <a:pt x="668" y="33"/>
                  </a:cubicBezTo>
                  <a:cubicBezTo>
                    <a:pt x="434" y="100"/>
                    <a:pt x="0" y="200"/>
                    <a:pt x="0" y="200"/>
                  </a:cubicBezTo>
                  <a:lnTo>
                    <a:pt x="0" y="467"/>
                  </a:lnTo>
                  <a:cubicBezTo>
                    <a:pt x="0" y="467"/>
                    <a:pt x="434" y="534"/>
                    <a:pt x="701" y="534"/>
                  </a:cubicBezTo>
                  <a:cubicBezTo>
                    <a:pt x="1001" y="467"/>
                    <a:pt x="1368" y="267"/>
                    <a:pt x="1368" y="267"/>
                  </a:cubicBezTo>
                  <a:cubicBezTo>
                    <a:pt x="1368" y="200"/>
                    <a:pt x="1301" y="0"/>
                    <a:pt x="13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94" name="Google Shape;2294;p20"/>
            <p:cNvSpPr/>
            <p:nvPr/>
          </p:nvSpPr>
          <p:spPr>
            <a:xfrm>
              <a:off x="10231369" y="1587506"/>
              <a:ext cx="27081" cy="12910"/>
            </a:xfrm>
            <a:custGeom>
              <a:avLst/>
              <a:gdLst/>
              <a:ahLst/>
              <a:cxnLst/>
              <a:rect l="l" t="t" r="r" b="b"/>
              <a:pathLst>
                <a:path w="1202" h="573" extrusionOk="0">
                  <a:moveTo>
                    <a:pt x="901" y="0"/>
                  </a:moveTo>
                  <a:cubicBezTo>
                    <a:pt x="851" y="34"/>
                    <a:pt x="784" y="34"/>
                    <a:pt x="718" y="34"/>
                  </a:cubicBezTo>
                  <a:cubicBezTo>
                    <a:pt x="651" y="34"/>
                    <a:pt x="584" y="34"/>
                    <a:pt x="534" y="67"/>
                  </a:cubicBezTo>
                  <a:cubicBezTo>
                    <a:pt x="334" y="101"/>
                    <a:pt x="0" y="234"/>
                    <a:pt x="0" y="234"/>
                  </a:cubicBezTo>
                  <a:lnTo>
                    <a:pt x="0" y="467"/>
                  </a:lnTo>
                  <a:cubicBezTo>
                    <a:pt x="0" y="467"/>
                    <a:pt x="290" y="573"/>
                    <a:pt x="542" y="573"/>
                  </a:cubicBezTo>
                  <a:cubicBezTo>
                    <a:pt x="574" y="573"/>
                    <a:pt x="605" y="571"/>
                    <a:pt x="634" y="568"/>
                  </a:cubicBezTo>
                  <a:cubicBezTo>
                    <a:pt x="734" y="534"/>
                    <a:pt x="868" y="467"/>
                    <a:pt x="1001" y="401"/>
                  </a:cubicBezTo>
                  <a:cubicBezTo>
                    <a:pt x="1135" y="301"/>
                    <a:pt x="1201" y="267"/>
                    <a:pt x="1201" y="267"/>
                  </a:cubicBezTo>
                  <a:cubicBezTo>
                    <a:pt x="1201" y="267"/>
                    <a:pt x="1135" y="67"/>
                    <a:pt x="11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95" name="Google Shape;2295;p20"/>
            <p:cNvSpPr/>
            <p:nvPr/>
          </p:nvSpPr>
          <p:spPr>
            <a:xfrm>
              <a:off x="10253156" y="1605394"/>
              <a:ext cx="20322" cy="11445"/>
            </a:xfrm>
            <a:custGeom>
              <a:avLst/>
              <a:gdLst/>
              <a:ahLst/>
              <a:cxnLst/>
              <a:rect l="l" t="t" r="r" b="b"/>
              <a:pathLst>
                <a:path w="902" h="508" extrusionOk="0">
                  <a:moveTo>
                    <a:pt x="479" y="0"/>
                  </a:moveTo>
                  <a:cubicBezTo>
                    <a:pt x="451" y="0"/>
                    <a:pt x="425" y="2"/>
                    <a:pt x="401" y="7"/>
                  </a:cubicBezTo>
                  <a:cubicBezTo>
                    <a:pt x="234" y="74"/>
                    <a:pt x="1" y="174"/>
                    <a:pt x="1" y="174"/>
                  </a:cubicBezTo>
                  <a:lnTo>
                    <a:pt x="1" y="441"/>
                  </a:lnTo>
                  <a:cubicBezTo>
                    <a:pt x="1" y="441"/>
                    <a:pt x="268" y="507"/>
                    <a:pt x="501" y="507"/>
                  </a:cubicBezTo>
                  <a:cubicBezTo>
                    <a:pt x="635" y="474"/>
                    <a:pt x="901" y="307"/>
                    <a:pt x="901" y="307"/>
                  </a:cubicBezTo>
                  <a:cubicBezTo>
                    <a:pt x="901" y="307"/>
                    <a:pt x="868" y="107"/>
                    <a:pt x="868" y="74"/>
                  </a:cubicBezTo>
                  <a:cubicBezTo>
                    <a:pt x="868" y="74"/>
                    <a:pt x="648" y="0"/>
                    <a:pt x="4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96" name="Google Shape;2296;p20"/>
            <p:cNvSpPr/>
            <p:nvPr/>
          </p:nvSpPr>
          <p:spPr>
            <a:xfrm>
              <a:off x="10362877" y="1634661"/>
              <a:ext cx="20322" cy="12729"/>
            </a:xfrm>
            <a:custGeom>
              <a:avLst/>
              <a:gdLst/>
              <a:ahLst/>
              <a:cxnLst/>
              <a:rect l="l" t="t" r="r" b="b"/>
              <a:pathLst>
                <a:path w="902" h="565" extrusionOk="0">
                  <a:moveTo>
                    <a:pt x="205" y="1"/>
                  </a:moveTo>
                  <a:cubicBezTo>
                    <a:pt x="109" y="1"/>
                    <a:pt x="34" y="9"/>
                    <a:pt x="34" y="9"/>
                  </a:cubicBezTo>
                  <a:lnTo>
                    <a:pt x="1" y="242"/>
                  </a:lnTo>
                  <a:cubicBezTo>
                    <a:pt x="1" y="242"/>
                    <a:pt x="201" y="476"/>
                    <a:pt x="368" y="509"/>
                  </a:cubicBezTo>
                  <a:cubicBezTo>
                    <a:pt x="439" y="552"/>
                    <a:pt x="535" y="564"/>
                    <a:pt x="622" y="564"/>
                  </a:cubicBezTo>
                  <a:cubicBezTo>
                    <a:pt x="737" y="564"/>
                    <a:pt x="835" y="543"/>
                    <a:pt x="835" y="543"/>
                  </a:cubicBezTo>
                  <a:cubicBezTo>
                    <a:pt x="835" y="543"/>
                    <a:pt x="902" y="343"/>
                    <a:pt x="868" y="309"/>
                  </a:cubicBezTo>
                  <a:cubicBezTo>
                    <a:pt x="868" y="309"/>
                    <a:pt x="668" y="109"/>
                    <a:pt x="501" y="42"/>
                  </a:cubicBezTo>
                  <a:cubicBezTo>
                    <a:pt x="418" y="9"/>
                    <a:pt x="301" y="1"/>
                    <a:pt x="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97" name="Google Shape;2297;p20"/>
            <p:cNvSpPr/>
            <p:nvPr/>
          </p:nvSpPr>
          <p:spPr>
            <a:xfrm>
              <a:off x="10359880" y="1661900"/>
              <a:ext cx="26315" cy="11310"/>
            </a:xfrm>
            <a:custGeom>
              <a:avLst/>
              <a:gdLst/>
              <a:ahLst/>
              <a:cxnLst/>
              <a:rect l="l" t="t" r="r" b="b"/>
              <a:pathLst>
                <a:path w="1168" h="502" extrusionOk="0">
                  <a:moveTo>
                    <a:pt x="101" y="1"/>
                  </a:moveTo>
                  <a:cubicBezTo>
                    <a:pt x="101" y="68"/>
                    <a:pt x="0" y="268"/>
                    <a:pt x="0" y="268"/>
                  </a:cubicBezTo>
                  <a:cubicBezTo>
                    <a:pt x="0" y="268"/>
                    <a:pt x="34" y="301"/>
                    <a:pt x="167" y="401"/>
                  </a:cubicBezTo>
                  <a:lnTo>
                    <a:pt x="534" y="501"/>
                  </a:lnTo>
                  <a:cubicBezTo>
                    <a:pt x="668" y="501"/>
                    <a:pt x="834" y="501"/>
                    <a:pt x="968" y="468"/>
                  </a:cubicBezTo>
                  <a:cubicBezTo>
                    <a:pt x="1101" y="434"/>
                    <a:pt x="1168" y="401"/>
                    <a:pt x="1168" y="401"/>
                  </a:cubicBezTo>
                  <a:cubicBezTo>
                    <a:pt x="1168" y="401"/>
                    <a:pt x="1135" y="168"/>
                    <a:pt x="1135" y="134"/>
                  </a:cubicBezTo>
                  <a:cubicBezTo>
                    <a:pt x="1135" y="134"/>
                    <a:pt x="1035" y="134"/>
                    <a:pt x="968" y="101"/>
                  </a:cubicBezTo>
                  <a:cubicBezTo>
                    <a:pt x="834" y="68"/>
                    <a:pt x="701" y="1"/>
                    <a:pt x="6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98" name="Google Shape;2298;p20"/>
            <p:cNvSpPr/>
            <p:nvPr/>
          </p:nvSpPr>
          <p:spPr>
            <a:xfrm>
              <a:off x="10364386" y="1689724"/>
              <a:ext cx="24828" cy="11288"/>
            </a:xfrm>
            <a:custGeom>
              <a:avLst/>
              <a:gdLst/>
              <a:ahLst/>
              <a:cxnLst/>
              <a:rect l="l" t="t" r="r" b="b"/>
              <a:pathLst>
                <a:path w="1102" h="501" extrusionOk="0">
                  <a:moveTo>
                    <a:pt x="501" y="0"/>
                  </a:moveTo>
                  <a:cubicBezTo>
                    <a:pt x="301" y="0"/>
                    <a:pt x="1" y="100"/>
                    <a:pt x="1" y="100"/>
                  </a:cubicBezTo>
                  <a:lnTo>
                    <a:pt x="1" y="367"/>
                  </a:lnTo>
                  <a:cubicBezTo>
                    <a:pt x="1" y="367"/>
                    <a:pt x="334" y="500"/>
                    <a:pt x="568" y="500"/>
                  </a:cubicBezTo>
                  <a:cubicBezTo>
                    <a:pt x="801" y="500"/>
                    <a:pt x="1101" y="300"/>
                    <a:pt x="1101" y="300"/>
                  </a:cubicBezTo>
                  <a:cubicBezTo>
                    <a:pt x="1101" y="300"/>
                    <a:pt x="1068" y="100"/>
                    <a:pt x="1001" y="33"/>
                  </a:cubicBezTo>
                  <a:cubicBezTo>
                    <a:pt x="1001" y="33"/>
                    <a:pt x="668" y="0"/>
                    <a:pt x="5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99" name="Google Shape;2299;p20"/>
            <p:cNvSpPr/>
            <p:nvPr/>
          </p:nvSpPr>
          <p:spPr>
            <a:xfrm>
              <a:off x="10377161" y="1720523"/>
              <a:ext cx="24085" cy="11310"/>
            </a:xfrm>
            <a:custGeom>
              <a:avLst/>
              <a:gdLst/>
              <a:ahLst/>
              <a:cxnLst/>
              <a:rect l="l" t="t" r="r" b="b"/>
              <a:pathLst>
                <a:path w="1069" h="502" extrusionOk="0">
                  <a:moveTo>
                    <a:pt x="534" y="1"/>
                  </a:moveTo>
                  <a:cubicBezTo>
                    <a:pt x="334" y="1"/>
                    <a:pt x="1" y="134"/>
                    <a:pt x="1" y="134"/>
                  </a:cubicBezTo>
                  <a:lnTo>
                    <a:pt x="1" y="368"/>
                  </a:lnTo>
                  <a:cubicBezTo>
                    <a:pt x="1" y="368"/>
                    <a:pt x="334" y="501"/>
                    <a:pt x="534" y="501"/>
                  </a:cubicBezTo>
                  <a:cubicBezTo>
                    <a:pt x="735" y="501"/>
                    <a:pt x="1068" y="368"/>
                    <a:pt x="1068" y="368"/>
                  </a:cubicBezTo>
                  <a:lnTo>
                    <a:pt x="1068" y="134"/>
                  </a:lnTo>
                  <a:cubicBezTo>
                    <a:pt x="1068" y="134"/>
                    <a:pt x="735" y="1"/>
                    <a:pt x="5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00" name="Google Shape;2300;p20"/>
            <p:cNvSpPr/>
            <p:nvPr/>
          </p:nvSpPr>
          <p:spPr>
            <a:xfrm>
              <a:off x="10145868" y="1949225"/>
              <a:ext cx="442512" cy="241792"/>
            </a:xfrm>
            <a:custGeom>
              <a:avLst/>
              <a:gdLst/>
              <a:ahLst/>
              <a:cxnLst/>
              <a:rect l="l" t="t" r="r" b="b"/>
              <a:pathLst>
                <a:path w="19641" h="10732" extrusionOk="0">
                  <a:moveTo>
                    <a:pt x="3739" y="0"/>
                  </a:moveTo>
                  <a:cubicBezTo>
                    <a:pt x="3498" y="0"/>
                    <a:pt x="3258" y="30"/>
                    <a:pt x="3028" y="90"/>
                  </a:cubicBezTo>
                  <a:cubicBezTo>
                    <a:pt x="2828" y="190"/>
                    <a:pt x="2661" y="224"/>
                    <a:pt x="2494" y="324"/>
                  </a:cubicBezTo>
                  <a:cubicBezTo>
                    <a:pt x="2328" y="391"/>
                    <a:pt x="2161" y="491"/>
                    <a:pt x="2027" y="591"/>
                  </a:cubicBezTo>
                  <a:cubicBezTo>
                    <a:pt x="1761" y="824"/>
                    <a:pt x="1527" y="1091"/>
                    <a:pt x="1427" y="1391"/>
                  </a:cubicBezTo>
                  <a:cubicBezTo>
                    <a:pt x="1127" y="1992"/>
                    <a:pt x="993" y="2492"/>
                    <a:pt x="827" y="2859"/>
                  </a:cubicBezTo>
                  <a:cubicBezTo>
                    <a:pt x="660" y="3259"/>
                    <a:pt x="493" y="3560"/>
                    <a:pt x="360" y="3726"/>
                  </a:cubicBezTo>
                  <a:cubicBezTo>
                    <a:pt x="293" y="3826"/>
                    <a:pt x="260" y="3893"/>
                    <a:pt x="193" y="3926"/>
                  </a:cubicBezTo>
                  <a:cubicBezTo>
                    <a:pt x="159" y="3993"/>
                    <a:pt x="126" y="3993"/>
                    <a:pt x="126" y="3993"/>
                  </a:cubicBezTo>
                  <a:cubicBezTo>
                    <a:pt x="0" y="4119"/>
                    <a:pt x="65" y="4340"/>
                    <a:pt x="204" y="4340"/>
                  </a:cubicBezTo>
                  <a:cubicBezTo>
                    <a:pt x="249" y="4340"/>
                    <a:pt x="303" y="4317"/>
                    <a:pt x="360" y="4260"/>
                  </a:cubicBezTo>
                  <a:lnTo>
                    <a:pt x="460" y="4193"/>
                  </a:lnTo>
                  <a:lnTo>
                    <a:pt x="660" y="3993"/>
                  </a:lnTo>
                  <a:cubicBezTo>
                    <a:pt x="827" y="3760"/>
                    <a:pt x="1027" y="3493"/>
                    <a:pt x="1194" y="3059"/>
                  </a:cubicBezTo>
                  <a:cubicBezTo>
                    <a:pt x="1427" y="2692"/>
                    <a:pt x="1594" y="2192"/>
                    <a:pt x="1827" y="1692"/>
                  </a:cubicBezTo>
                  <a:cubicBezTo>
                    <a:pt x="1961" y="1491"/>
                    <a:pt x="2128" y="1225"/>
                    <a:pt x="2328" y="1058"/>
                  </a:cubicBezTo>
                  <a:cubicBezTo>
                    <a:pt x="2528" y="891"/>
                    <a:pt x="2828" y="758"/>
                    <a:pt x="3128" y="691"/>
                  </a:cubicBezTo>
                  <a:cubicBezTo>
                    <a:pt x="3289" y="657"/>
                    <a:pt x="3452" y="640"/>
                    <a:pt x="3616" y="640"/>
                  </a:cubicBezTo>
                  <a:cubicBezTo>
                    <a:pt x="4095" y="640"/>
                    <a:pt x="4573" y="784"/>
                    <a:pt x="4996" y="1058"/>
                  </a:cubicBezTo>
                  <a:cubicBezTo>
                    <a:pt x="5263" y="1225"/>
                    <a:pt x="5497" y="1491"/>
                    <a:pt x="5697" y="1758"/>
                  </a:cubicBezTo>
                  <a:cubicBezTo>
                    <a:pt x="5830" y="1925"/>
                    <a:pt x="5864" y="2058"/>
                    <a:pt x="5964" y="2225"/>
                  </a:cubicBezTo>
                  <a:cubicBezTo>
                    <a:pt x="5997" y="2392"/>
                    <a:pt x="6097" y="2592"/>
                    <a:pt x="6164" y="2759"/>
                  </a:cubicBezTo>
                  <a:cubicBezTo>
                    <a:pt x="6331" y="3159"/>
                    <a:pt x="6497" y="3526"/>
                    <a:pt x="6831" y="3860"/>
                  </a:cubicBezTo>
                  <a:cubicBezTo>
                    <a:pt x="6998" y="4027"/>
                    <a:pt x="7198" y="4193"/>
                    <a:pt x="7431" y="4260"/>
                  </a:cubicBezTo>
                  <a:cubicBezTo>
                    <a:pt x="7531" y="4327"/>
                    <a:pt x="7631" y="4360"/>
                    <a:pt x="7765" y="4393"/>
                  </a:cubicBezTo>
                  <a:cubicBezTo>
                    <a:pt x="7865" y="4427"/>
                    <a:pt x="7998" y="4427"/>
                    <a:pt x="8132" y="4427"/>
                  </a:cubicBezTo>
                  <a:cubicBezTo>
                    <a:pt x="8632" y="4427"/>
                    <a:pt x="8999" y="4260"/>
                    <a:pt x="9333" y="4093"/>
                  </a:cubicBezTo>
                  <a:cubicBezTo>
                    <a:pt x="9633" y="3993"/>
                    <a:pt x="9966" y="3826"/>
                    <a:pt x="10267" y="3660"/>
                  </a:cubicBezTo>
                  <a:cubicBezTo>
                    <a:pt x="10700" y="3393"/>
                    <a:pt x="11201" y="3193"/>
                    <a:pt x="11668" y="3193"/>
                  </a:cubicBezTo>
                  <a:cubicBezTo>
                    <a:pt x="12135" y="3193"/>
                    <a:pt x="12635" y="3393"/>
                    <a:pt x="13102" y="3726"/>
                  </a:cubicBezTo>
                  <a:cubicBezTo>
                    <a:pt x="13336" y="3893"/>
                    <a:pt x="13536" y="4060"/>
                    <a:pt x="13803" y="4227"/>
                  </a:cubicBezTo>
                  <a:cubicBezTo>
                    <a:pt x="13969" y="4393"/>
                    <a:pt x="14203" y="4560"/>
                    <a:pt x="14336" y="4760"/>
                  </a:cubicBezTo>
                  <a:cubicBezTo>
                    <a:pt x="14637" y="5161"/>
                    <a:pt x="14837" y="5661"/>
                    <a:pt x="14937" y="6161"/>
                  </a:cubicBezTo>
                  <a:cubicBezTo>
                    <a:pt x="15037" y="6662"/>
                    <a:pt x="15104" y="7162"/>
                    <a:pt x="15170" y="7596"/>
                  </a:cubicBezTo>
                  <a:cubicBezTo>
                    <a:pt x="15204" y="8063"/>
                    <a:pt x="15337" y="8530"/>
                    <a:pt x="15504" y="8863"/>
                  </a:cubicBezTo>
                  <a:cubicBezTo>
                    <a:pt x="15671" y="9230"/>
                    <a:pt x="15871" y="9497"/>
                    <a:pt x="16038" y="9664"/>
                  </a:cubicBezTo>
                  <a:cubicBezTo>
                    <a:pt x="16204" y="9831"/>
                    <a:pt x="16371" y="9897"/>
                    <a:pt x="16438" y="9931"/>
                  </a:cubicBezTo>
                  <a:lnTo>
                    <a:pt x="16371" y="9931"/>
                  </a:lnTo>
                  <a:cubicBezTo>
                    <a:pt x="16972" y="10364"/>
                    <a:pt x="17505" y="10498"/>
                    <a:pt x="17872" y="10565"/>
                  </a:cubicBezTo>
                  <a:cubicBezTo>
                    <a:pt x="18306" y="10665"/>
                    <a:pt x="18606" y="10698"/>
                    <a:pt x="18806" y="10698"/>
                  </a:cubicBezTo>
                  <a:cubicBezTo>
                    <a:pt x="19206" y="10731"/>
                    <a:pt x="19307" y="10731"/>
                    <a:pt x="19307" y="10731"/>
                  </a:cubicBezTo>
                  <a:cubicBezTo>
                    <a:pt x="19607" y="10731"/>
                    <a:pt x="19640" y="10431"/>
                    <a:pt x="19440" y="10331"/>
                  </a:cubicBezTo>
                  <a:cubicBezTo>
                    <a:pt x="19440" y="10331"/>
                    <a:pt x="19340" y="10331"/>
                    <a:pt x="18940" y="10264"/>
                  </a:cubicBezTo>
                  <a:cubicBezTo>
                    <a:pt x="18706" y="10231"/>
                    <a:pt x="18439" y="10231"/>
                    <a:pt x="18039" y="10164"/>
                  </a:cubicBezTo>
                  <a:cubicBezTo>
                    <a:pt x="17672" y="10064"/>
                    <a:pt x="17205" y="9931"/>
                    <a:pt x="16771" y="9564"/>
                  </a:cubicBezTo>
                  <a:lnTo>
                    <a:pt x="16705" y="9564"/>
                  </a:lnTo>
                  <a:cubicBezTo>
                    <a:pt x="16638" y="9497"/>
                    <a:pt x="16271" y="9230"/>
                    <a:pt x="16004" y="8663"/>
                  </a:cubicBezTo>
                  <a:cubicBezTo>
                    <a:pt x="15871" y="8363"/>
                    <a:pt x="15804" y="7996"/>
                    <a:pt x="15771" y="7529"/>
                  </a:cubicBezTo>
                  <a:cubicBezTo>
                    <a:pt x="15671" y="7062"/>
                    <a:pt x="15637" y="6562"/>
                    <a:pt x="15537" y="6028"/>
                  </a:cubicBezTo>
                  <a:cubicBezTo>
                    <a:pt x="15470" y="5494"/>
                    <a:pt x="15270" y="4860"/>
                    <a:pt x="14870" y="4360"/>
                  </a:cubicBezTo>
                  <a:cubicBezTo>
                    <a:pt x="14703" y="4060"/>
                    <a:pt x="14470" y="3893"/>
                    <a:pt x="14203" y="3660"/>
                  </a:cubicBezTo>
                  <a:cubicBezTo>
                    <a:pt x="13969" y="3426"/>
                    <a:pt x="13769" y="3259"/>
                    <a:pt x="13502" y="3093"/>
                  </a:cubicBezTo>
                  <a:cubicBezTo>
                    <a:pt x="13002" y="2759"/>
                    <a:pt x="12435" y="2392"/>
                    <a:pt x="11701" y="2392"/>
                  </a:cubicBezTo>
                  <a:cubicBezTo>
                    <a:pt x="11001" y="2425"/>
                    <a:pt x="10467" y="2692"/>
                    <a:pt x="9966" y="2926"/>
                  </a:cubicBezTo>
                  <a:cubicBezTo>
                    <a:pt x="9666" y="3059"/>
                    <a:pt x="9366" y="3226"/>
                    <a:pt x="9032" y="3393"/>
                  </a:cubicBezTo>
                  <a:cubicBezTo>
                    <a:pt x="8766" y="3560"/>
                    <a:pt x="8465" y="3693"/>
                    <a:pt x="8165" y="3693"/>
                  </a:cubicBezTo>
                  <a:cubicBezTo>
                    <a:pt x="8098" y="3660"/>
                    <a:pt x="8032" y="3660"/>
                    <a:pt x="7965" y="3660"/>
                  </a:cubicBezTo>
                  <a:cubicBezTo>
                    <a:pt x="7865" y="3593"/>
                    <a:pt x="7832" y="3593"/>
                    <a:pt x="7765" y="3560"/>
                  </a:cubicBezTo>
                  <a:cubicBezTo>
                    <a:pt x="7598" y="3526"/>
                    <a:pt x="7498" y="3393"/>
                    <a:pt x="7365" y="3326"/>
                  </a:cubicBezTo>
                  <a:cubicBezTo>
                    <a:pt x="7164" y="3093"/>
                    <a:pt x="6998" y="2759"/>
                    <a:pt x="6831" y="2425"/>
                  </a:cubicBezTo>
                  <a:cubicBezTo>
                    <a:pt x="6798" y="2259"/>
                    <a:pt x="6697" y="2092"/>
                    <a:pt x="6631" y="1892"/>
                  </a:cubicBezTo>
                  <a:cubicBezTo>
                    <a:pt x="6531" y="1725"/>
                    <a:pt x="6431" y="1525"/>
                    <a:pt x="6297" y="1358"/>
                  </a:cubicBezTo>
                  <a:cubicBezTo>
                    <a:pt x="6030" y="991"/>
                    <a:pt x="5697" y="691"/>
                    <a:pt x="5363" y="491"/>
                  </a:cubicBezTo>
                  <a:cubicBezTo>
                    <a:pt x="4873" y="164"/>
                    <a:pt x="4301" y="0"/>
                    <a:pt x="3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01" name="Google Shape;2301;p20"/>
            <p:cNvSpPr/>
            <p:nvPr/>
          </p:nvSpPr>
          <p:spPr>
            <a:xfrm>
              <a:off x="10241147" y="1982299"/>
              <a:ext cx="23319" cy="10319"/>
            </a:xfrm>
            <a:custGeom>
              <a:avLst/>
              <a:gdLst/>
              <a:ahLst/>
              <a:cxnLst/>
              <a:rect l="l" t="t" r="r" b="b"/>
              <a:pathLst>
                <a:path w="1035" h="458" extrusionOk="0">
                  <a:moveTo>
                    <a:pt x="610" y="0"/>
                  </a:moveTo>
                  <a:cubicBezTo>
                    <a:pt x="559" y="0"/>
                    <a:pt x="509" y="7"/>
                    <a:pt x="467" y="23"/>
                  </a:cubicBezTo>
                  <a:cubicBezTo>
                    <a:pt x="400" y="23"/>
                    <a:pt x="267" y="57"/>
                    <a:pt x="167" y="123"/>
                  </a:cubicBezTo>
                  <a:cubicBezTo>
                    <a:pt x="67" y="224"/>
                    <a:pt x="0" y="257"/>
                    <a:pt x="0" y="257"/>
                  </a:cubicBezTo>
                  <a:lnTo>
                    <a:pt x="133" y="457"/>
                  </a:lnTo>
                  <a:lnTo>
                    <a:pt x="567" y="457"/>
                  </a:lnTo>
                  <a:cubicBezTo>
                    <a:pt x="734" y="424"/>
                    <a:pt x="1034" y="257"/>
                    <a:pt x="1034" y="257"/>
                  </a:cubicBezTo>
                  <a:cubicBezTo>
                    <a:pt x="1034" y="257"/>
                    <a:pt x="967" y="57"/>
                    <a:pt x="934" y="57"/>
                  </a:cubicBezTo>
                  <a:cubicBezTo>
                    <a:pt x="934" y="57"/>
                    <a:pt x="765" y="0"/>
                    <a:pt x="6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02" name="Google Shape;2302;p20"/>
            <p:cNvSpPr/>
            <p:nvPr/>
          </p:nvSpPr>
          <p:spPr>
            <a:xfrm>
              <a:off x="10243400" y="2005370"/>
              <a:ext cx="26315" cy="11288"/>
            </a:xfrm>
            <a:custGeom>
              <a:avLst/>
              <a:gdLst/>
              <a:ahLst/>
              <a:cxnLst/>
              <a:rect l="l" t="t" r="r" b="b"/>
              <a:pathLst>
                <a:path w="1168" h="501" extrusionOk="0">
                  <a:moveTo>
                    <a:pt x="601" y="0"/>
                  </a:moveTo>
                  <a:cubicBezTo>
                    <a:pt x="334" y="0"/>
                    <a:pt x="0" y="100"/>
                    <a:pt x="0" y="100"/>
                  </a:cubicBezTo>
                  <a:lnTo>
                    <a:pt x="0" y="367"/>
                  </a:lnTo>
                  <a:cubicBezTo>
                    <a:pt x="0" y="367"/>
                    <a:pt x="367" y="500"/>
                    <a:pt x="601" y="500"/>
                  </a:cubicBezTo>
                  <a:cubicBezTo>
                    <a:pt x="834" y="500"/>
                    <a:pt x="1168" y="367"/>
                    <a:pt x="1168" y="367"/>
                  </a:cubicBezTo>
                  <a:lnTo>
                    <a:pt x="1168" y="100"/>
                  </a:lnTo>
                  <a:cubicBezTo>
                    <a:pt x="1168" y="100"/>
                    <a:pt x="801"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03" name="Google Shape;2303;p20"/>
            <p:cNvSpPr/>
            <p:nvPr/>
          </p:nvSpPr>
          <p:spPr>
            <a:xfrm>
              <a:off x="10247906" y="2024565"/>
              <a:ext cx="24828" cy="11625"/>
            </a:xfrm>
            <a:custGeom>
              <a:avLst/>
              <a:gdLst/>
              <a:ahLst/>
              <a:cxnLst/>
              <a:rect l="l" t="t" r="r" b="b"/>
              <a:pathLst>
                <a:path w="1102" h="516" extrusionOk="0">
                  <a:moveTo>
                    <a:pt x="633" y="1"/>
                  </a:moveTo>
                  <a:cubicBezTo>
                    <a:pt x="590" y="1"/>
                    <a:pt x="545" y="4"/>
                    <a:pt x="501" y="15"/>
                  </a:cubicBezTo>
                  <a:cubicBezTo>
                    <a:pt x="401" y="15"/>
                    <a:pt x="267" y="82"/>
                    <a:pt x="167" y="182"/>
                  </a:cubicBezTo>
                  <a:cubicBezTo>
                    <a:pt x="67" y="249"/>
                    <a:pt x="0" y="349"/>
                    <a:pt x="0" y="349"/>
                  </a:cubicBezTo>
                  <a:lnTo>
                    <a:pt x="167" y="516"/>
                  </a:lnTo>
                  <a:cubicBezTo>
                    <a:pt x="167" y="482"/>
                    <a:pt x="434" y="482"/>
                    <a:pt x="601" y="416"/>
                  </a:cubicBezTo>
                  <a:cubicBezTo>
                    <a:pt x="767" y="382"/>
                    <a:pt x="1068" y="249"/>
                    <a:pt x="1068" y="249"/>
                  </a:cubicBezTo>
                  <a:cubicBezTo>
                    <a:pt x="1068" y="249"/>
                    <a:pt x="1068" y="49"/>
                    <a:pt x="1101" y="49"/>
                  </a:cubicBezTo>
                  <a:cubicBezTo>
                    <a:pt x="1101" y="49"/>
                    <a:pt x="1001" y="15"/>
                    <a:pt x="868" y="15"/>
                  </a:cubicBezTo>
                  <a:cubicBezTo>
                    <a:pt x="801" y="15"/>
                    <a:pt x="719" y="1"/>
                    <a:pt x="6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04" name="Google Shape;2304;p20"/>
            <p:cNvSpPr/>
            <p:nvPr/>
          </p:nvSpPr>
          <p:spPr>
            <a:xfrm>
              <a:off x="10262934" y="2050452"/>
              <a:ext cx="22575" cy="11288"/>
            </a:xfrm>
            <a:custGeom>
              <a:avLst/>
              <a:gdLst/>
              <a:ahLst/>
              <a:cxnLst/>
              <a:rect l="l" t="t" r="r" b="b"/>
              <a:pathLst>
                <a:path w="1002" h="501" extrusionOk="0">
                  <a:moveTo>
                    <a:pt x="467" y="1"/>
                  </a:moveTo>
                  <a:cubicBezTo>
                    <a:pt x="301" y="1"/>
                    <a:pt x="0" y="101"/>
                    <a:pt x="0" y="101"/>
                  </a:cubicBezTo>
                  <a:lnTo>
                    <a:pt x="0" y="367"/>
                  </a:lnTo>
                  <a:cubicBezTo>
                    <a:pt x="0" y="367"/>
                    <a:pt x="301" y="501"/>
                    <a:pt x="501" y="501"/>
                  </a:cubicBezTo>
                  <a:cubicBezTo>
                    <a:pt x="734" y="501"/>
                    <a:pt x="1001" y="334"/>
                    <a:pt x="1001" y="334"/>
                  </a:cubicBezTo>
                  <a:cubicBezTo>
                    <a:pt x="1001" y="267"/>
                    <a:pt x="968" y="67"/>
                    <a:pt x="934" y="34"/>
                  </a:cubicBezTo>
                  <a:cubicBezTo>
                    <a:pt x="934" y="34"/>
                    <a:pt x="634" y="1"/>
                    <a:pt x="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05" name="Google Shape;2305;p20"/>
            <p:cNvSpPr/>
            <p:nvPr/>
          </p:nvSpPr>
          <p:spPr>
            <a:xfrm>
              <a:off x="10441056" y="2066989"/>
              <a:ext cx="18790" cy="11288"/>
            </a:xfrm>
            <a:custGeom>
              <a:avLst/>
              <a:gdLst/>
              <a:ahLst/>
              <a:cxnLst/>
              <a:rect l="l" t="t" r="r" b="b"/>
              <a:pathLst>
                <a:path w="834" h="501" extrusionOk="0">
                  <a:moveTo>
                    <a:pt x="434" y="0"/>
                  </a:moveTo>
                  <a:cubicBezTo>
                    <a:pt x="234" y="0"/>
                    <a:pt x="0" y="100"/>
                    <a:pt x="0" y="100"/>
                  </a:cubicBezTo>
                  <a:lnTo>
                    <a:pt x="0" y="334"/>
                  </a:lnTo>
                  <a:cubicBezTo>
                    <a:pt x="0" y="334"/>
                    <a:pt x="234" y="501"/>
                    <a:pt x="367" y="501"/>
                  </a:cubicBezTo>
                  <a:cubicBezTo>
                    <a:pt x="567" y="501"/>
                    <a:pt x="834" y="434"/>
                    <a:pt x="834" y="434"/>
                  </a:cubicBezTo>
                  <a:lnTo>
                    <a:pt x="834" y="167"/>
                  </a:lnTo>
                  <a:cubicBezTo>
                    <a:pt x="834" y="167"/>
                    <a:pt x="567" y="0"/>
                    <a:pt x="4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06" name="Google Shape;2306;p20"/>
            <p:cNvSpPr/>
            <p:nvPr/>
          </p:nvSpPr>
          <p:spPr>
            <a:xfrm>
              <a:off x="10437293" y="2097810"/>
              <a:ext cx="24828" cy="11806"/>
            </a:xfrm>
            <a:custGeom>
              <a:avLst/>
              <a:gdLst/>
              <a:ahLst/>
              <a:cxnLst/>
              <a:rect l="l" t="t" r="r" b="b"/>
              <a:pathLst>
                <a:path w="1102" h="524" extrusionOk="0">
                  <a:moveTo>
                    <a:pt x="501" y="0"/>
                  </a:moveTo>
                  <a:cubicBezTo>
                    <a:pt x="334" y="67"/>
                    <a:pt x="34" y="234"/>
                    <a:pt x="34" y="234"/>
                  </a:cubicBezTo>
                  <a:cubicBezTo>
                    <a:pt x="0" y="234"/>
                    <a:pt x="67" y="467"/>
                    <a:pt x="67" y="467"/>
                  </a:cubicBezTo>
                  <a:cubicBezTo>
                    <a:pt x="67" y="467"/>
                    <a:pt x="236" y="523"/>
                    <a:pt x="405" y="523"/>
                  </a:cubicBezTo>
                  <a:cubicBezTo>
                    <a:pt x="461" y="523"/>
                    <a:pt x="517" y="517"/>
                    <a:pt x="567" y="500"/>
                  </a:cubicBezTo>
                  <a:cubicBezTo>
                    <a:pt x="701" y="500"/>
                    <a:pt x="834" y="467"/>
                    <a:pt x="901" y="400"/>
                  </a:cubicBezTo>
                  <a:cubicBezTo>
                    <a:pt x="1001" y="300"/>
                    <a:pt x="1068" y="267"/>
                    <a:pt x="1068" y="267"/>
                  </a:cubicBezTo>
                  <a:cubicBezTo>
                    <a:pt x="1101" y="267"/>
                    <a:pt x="1001" y="100"/>
                    <a:pt x="9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07" name="Google Shape;2307;p20"/>
            <p:cNvSpPr/>
            <p:nvPr/>
          </p:nvSpPr>
          <p:spPr>
            <a:xfrm>
              <a:off x="10438803" y="2125252"/>
              <a:ext cx="25572" cy="12617"/>
            </a:xfrm>
            <a:custGeom>
              <a:avLst/>
              <a:gdLst/>
              <a:ahLst/>
              <a:cxnLst/>
              <a:rect l="l" t="t" r="r" b="b"/>
              <a:pathLst>
                <a:path w="1135" h="560" extrusionOk="0">
                  <a:moveTo>
                    <a:pt x="990" y="1"/>
                  </a:moveTo>
                  <a:cubicBezTo>
                    <a:pt x="981" y="1"/>
                    <a:pt x="973" y="5"/>
                    <a:pt x="967" y="16"/>
                  </a:cubicBezTo>
                  <a:cubicBezTo>
                    <a:pt x="967" y="16"/>
                    <a:pt x="867" y="50"/>
                    <a:pt x="801" y="50"/>
                  </a:cubicBezTo>
                  <a:cubicBezTo>
                    <a:pt x="701" y="50"/>
                    <a:pt x="600" y="50"/>
                    <a:pt x="500" y="83"/>
                  </a:cubicBezTo>
                  <a:cubicBezTo>
                    <a:pt x="300" y="116"/>
                    <a:pt x="0" y="250"/>
                    <a:pt x="0" y="250"/>
                  </a:cubicBezTo>
                  <a:lnTo>
                    <a:pt x="0" y="517"/>
                  </a:lnTo>
                  <a:cubicBezTo>
                    <a:pt x="0" y="517"/>
                    <a:pt x="213" y="559"/>
                    <a:pt x="436" y="559"/>
                  </a:cubicBezTo>
                  <a:cubicBezTo>
                    <a:pt x="491" y="559"/>
                    <a:pt x="547" y="557"/>
                    <a:pt x="600" y="550"/>
                  </a:cubicBezTo>
                  <a:cubicBezTo>
                    <a:pt x="701" y="517"/>
                    <a:pt x="867" y="417"/>
                    <a:pt x="967" y="350"/>
                  </a:cubicBezTo>
                  <a:cubicBezTo>
                    <a:pt x="1101" y="250"/>
                    <a:pt x="1134" y="183"/>
                    <a:pt x="1134" y="183"/>
                  </a:cubicBezTo>
                  <a:cubicBezTo>
                    <a:pt x="1134" y="127"/>
                    <a:pt x="1040" y="1"/>
                    <a:pt x="9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08" name="Google Shape;2308;p20"/>
            <p:cNvSpPr/>
            <p:nvPr/>
          </p:nvSpPr>
          <p:spPr>
            <a:xfrm>
              <a:off x="10450068" y="2152671"/>
              <a:ext cx="24828" cy="11625"/>
            </a:xfrm>
            <a:custGeom>
              <a:avLst/>
              <a:gdLst/>
              <a:ahLst/>
              <a:cxnLst/>
              <a:rect l="l" t="t" r="r" b="b"/>
              <a:pathLst>
                <a:path w="1102" h="516" extrusionOk="0">
                  <a:moveTo>
                    <a:pt x="1001" y="0"/>
                  </a:moveTo>
                  <a:cubicBezTo>
                    <a:pt x="1001" y="0"/>
                    <a:pt x="668" y="0"/>
                    <a:pt x="501" y="33"/>
                  </a:cubicBezTo>
                  <a:cubicBezTo>
                    <a:pt x="301" y="67"/>
                    <a:pt x="0" y="234"/>
                    <a:pt x="0" y="234"/>
                  </a:cubicBezTo>
                  <a:lnTo>
                    <a:pt x="34" y="500"/>
                  </a:lnTo>
                  <a:cubicBezTo>
                    <a:pt x="34" y="500"/>
                    <a:pt x="182" y="515"/>
                    <a:pt x="350" y="515"/>
                  </a:cubicBezTo>
                  <a:cubicBezTo>
                    <a:pt x="434" y="515"/>
                    <a:pt x="523" y="512"/>
                    <a:pt x="601" y="500"/>
                  </a:cubicBezTo>
                  <a:cubicBezTo>
                    <a:pt x="801" y="400"/>
                    <a:pt x="1101" y="200"/>
                    <a:pt x="1101" y="200"/>
                  </a:cubicBez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09" name="Google Shape;2309;p20"/>
            <p:cNvSpPr/>
            <p:nvPr/>
          </p:nvSpPr>
          <p:spPr>
            <a:xfrm>
              <a:off x="10476360" y="2165445"/>
              <a:ext cx="14307" cy="15050"/>
            </a:xfrm>
            <a:custGeom>
              <a:avLst/>
              <a:gdLst/>
              <a:ahLst/>
              <a:cxnLst/>
              <a:rect l="l" t="t" r="r" b="b"/>
              <a:pathLst>
                <a:path w="635" h="668" extrusionOk="0">
                  <a:moveTo>
                    <a:pt x="334" y="0"/>
                  </a:moveTo>
                  <a:lnTo>
                    <a:pt x="268" y="100"/>
                  </a:lnTo>
                  <a:cubicBezTo>
                    <a:pt x="201" y="134"/>
                    <a:pt x="134" y="167"/>
                    <a:pt x="134" y="234"/>
                  </a:cubicBezTo>
                  <a:cubicBezTo>
                    <a:pt x="101" y="267"/>
                    <a:pt x="1" y="467"/>
                    <a:pt x="1" y="467"/>
                  </a:cubicBezTo>
                  <a:cubicBezTo>
                    <a:pt x="1" y="467"/>
                    <a:pt x="134" y="634"/>
                    <a:pt x="201" y="667"/>
                  </a:cubicBezTo>
                  <a:cubicBezTo>
                    <a:pt x="201" y="667"/>
                    <a:pt x="268" y="667"/>
                    <a:pt x="334" y="634"/>
                  </a:cubicBezTo>
                  <a:cubicBezTo>
                    <a:pt x="435" y="601"/>
                    <a:pt x="501" y="567"/>
                    <a:pt x="535" y="467"/>
                  </a:cubicBezTo>
                  <a:cubicBezTo>
                    <a:pt x="635" y="400"/>
                    <a:pt x="635" y="267"/>
                    <a:pt x="635" y="167"/>
                  </a:cubicBezTo>
                  <a:cubicBezTo>
                    <a:pt x="635" y="67"/>
                    <a:pt x="601"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10" name="Google Shape;2310;p20"/>
            <p:cNvSpPr/>
            <p:nvPr/>
          </p:nvSpPr>
          <p:spPr>
            <a:xfrm>
              <a:off x="10498913" y="2186488"/>
              <a:ext cx="12054" cy="18813"/>
            </a:xfrm>
            <a:custGeom>
              <a:avLst/>
              <a:gdLst/>
              <a:ahLst/>
              <a:cxnLst/>
              <a:rect l="l" t="t" r="r" b="b"/>
              <a:pathLst>
                <a:path w="535" h="835" extrusionOk="0">
                  <a:moveTo>
                    <a:pt x="201" y="0"/>
                  </a:moveTo>
                  <a:cubicBezTo>
                    <a:pt x="201" y="0"/>
                    <a:pt x="167" y="34"/>
                    <a:pt x="134" y="134"/>
                  </a:cubicBezTo>
                  <a:cubicBezTo>
                    <a:pt x="134" y="200"/>
                    <a:pt x="34" y="234"/>
                    <a:pt x="34" y="334"/>
                  </a:cubicBezTo>
                  <a:cubicBezTo>
                    <a:pt x="1" y="400"/>
                    <a:pt x="1" y="667"/>
                    <a:pt x="1" y="667"/>
                  </a:cubicBezTo>
                  <a:cubicBezTo>
                    <a:pt x="1" y="701"/>
                    <a:pt x="201" y="801"/>
                    <a:pt x="201" y="834"/>
                  </a:cubicBezTo>
                  <a:lnTo>
                    <a:pt x="334" y="701"/>
                  </a:lnTo>
                  <a:cubicBezTo>
                    <a:pt x="434" y="667"/>
                    <a:pt x="468" y="534"/>
                    <a:pt x="501" y="467"/>
                  </a:cubicBezTo>
                  <a:cubicBezTo>
                    <a:pt x="534" y="367"/>
                    <a:pt x="534" y="234"/>
                    <a:pt x="501" y="167"/>
                  </a:cubicBezTo>
                  <a:cubicBezTo>
                    <a:pt x="501" y="67"/>
                    <a:pt x="468" y="0"/>
                    <a:pt x="4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11" name="Google Shape;2311;p20"/>
            <p:cNvSpPr/>
            <p:nvPr/>
          </p:nvSpPr>
          <p:spPr>
            <a:xfrm>
              <a:off x="10592863" y="2469803"/>
              <a:ext cx="21809" cy="11310"/>
            </a:xfrm>
            <a:custGeom>
              <a:avLst/>
              <a:gdLst/>
              <a:ahLst/>
              <a:cxnLst/>
              <a:rect l="l" t="t" r="r" b="b"/>
              <a:pathLst>
                <a:path w="968" h="502" extrusionOk="0">
                  <a:moveTo>
                    <a:pt x="467" y="1"/>
                  </a:moveTo>
                  <a:cubicBezTo>
                    <a:pt x="300" y="1"/>
                    <a:pt x="0" y="134"/>
                    <a:pt x="0" y="134"/>
                  </a:cubicBezTo>
                  <a:lnTo>
                    <a:pt x="0" y="401"/>
                  </a:lnTo>
                  <a:cubicBezTo>
                    <a:pt x="0" y="401"/>
                    <a:pt x="267" y="501"/>
                    <a:pt x="467" y="501"/>
                  </a:cubicBezTo>
                  <a:cubicBezTo>
                    <a:pt x="634" y="501"/>
                    <a:pt x="934" y="401"/>
                    <a:pt x="934" y="401"/>
                  </a:cubicBezTo>
                  <a:cubicBezTo>
                    <a:pt x="968" y="401"/>
                    <a:pt x="968" y="168"/>
                    <a:pt x="934" y="134"/>
                  </a:cubicBezTo>
                  <a:cubicBezTo>
                    <a:pt x="934" y="134"/>
                    <a:pt x="634" y="1"/>
                    <a:pt x="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12" name="Google Shape;2312;p20"/>
            <p:cNvSpPr/>
            <p:nvPr/>
          </p:nvSpPr>
          <p:spPr>
            <a:xfrm>
              <a:off x="10589101" y="2487647"/>
              <a:ext cx="24828" cy="11490"/>
            </a:xfrm>
            <a:custGeom>
              <a:avLst/>
              <a:gdLst/>
              <a:ahLst/>
              <a:cxnLst/>
              <a:rect l="l" t="t" r="r" b="b"/>
              <a:pathLst>
                <a:path w="1102" h="510" extrusionOk="0">
                  <a:moveTo>
                    <a:pt x="633" y="0"/>
                  </a:moveTo>
                  <a:cubicBezTo>
                    <a:pt x="586" y="0"/>
                    <a:pt x="541" y="3"/>
                    <a:pt x="501" y="9"/>
                  </a:cubicBezTo>
                  <a:cubicBezTo>
                    <a:pt x="301" y="43"/>
                    <a:pt x="0" y="176"/>
                    <a:pt x="0" y="176"/>
                  </a:cubicBezTo>
                  <a:lnTo>
                    <a:pt x="0" y="443"/>
                  </a:lnTo>
                  <a:cubicBezTo>
                    <a:pt x="0" y="443"/>
                    <a:pt x="334" y="510"/>
                    <a:pt x="534" y="510"/>
                  </a:cubicBezTo>
                  <a:cubicBezTo>
                    <a:pt x="768" y="476"/>
                    <a:pt x="1035" y="310"/>
                    <a:pt x="1035" y="310"/>
                  </a:cubicBezTo>
                  <a:cubicBezTo>
                    <a:pt x="1101" y="276"/>
                    <a:pt x="1035" y="43"/>
                    <a:pt x="1035" y="43"/>
                  </a:cubicBezTo>
                  <a:cubicBezTo>
                    <a:pt x="1035" y="43"/>
                    <a:pt x="821" y="0"/>
                    <a:pt x="6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13" name="Google Shape;2313;p20"/>
            <p:cNvSpPr/>
            <p:nvPr/>
          </p:nvSpPr>
          <p:spPr>
            <a:xfrm>
              <a:off x="10598879" y="2512655"/>
              <a:ext cx="23319" cy="9778"/>
            </a:xfrm>
            <a:custGeom>
              <a:avLst/>
              <a:gdLst/>
              <a:ahLst/>
              <a:cxnLst/>
              <a:rect l="l" t="t" r="r" b="b"/>
              <a:pathLst>
                <a:path w="1035" h="434" extrusionOk="0">
                  <a:moveTo>
                    <a:pt x="434" y="0"/>
                  </a:moveTo>
                  <a:cubicBezTo>
                    <a:pt x="267" y="0"/>
                    <a:pt x="0" y="100"/>
                    <a:pt x="0" y="100"/>
                  </a:cubicBezTo>
                  <a:lnTo>
                    <a:pt x="0" y="367"/>
                  </a:lnTo>
                  <a:cubicBezTo>
                    <a:pt x="0" y="367"/>
                    <a:pt x="267" y="434"/>
                    <a:pt x="500" y="434"/>
                  </a:cubicBezTo>
                  <a:cubicBezTo>
                    <a:pt x="567" y="434"/>
                    <a:pt x="734" y="400"/>
                    <a:pt x="834" y="334"/>
                  </a:cubicBezTo>
                  <a:cubicBezTo>
                    <a:pt x="901" y="234"/>
                    <a:pt x="1001" y="200"/>
                    <a:pt x="1001" y="200"/>
                  </a:cubicBezTo>
                  <a:cubicBezTo>
                    <a:pt x="1034" y="200"/>
                    <a:pt x="901" y="34"/>
                    <a:pt x="9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14" name="Google Shape;2314;p20"/>
            <p:cNvSpPr/>
            <p:nvPr/>
          </p:nvSpPr>
          <p:spPr>
            <a:xfrm>
              <a:off x="10608634" y="2535185"/>
              <a:ext cx="20322" cy="11648"/>
            </a:xfrm>
            <a:custGeom>
              <a:avLst/>
              <a:gdLst/>
              <a:ahLst/>
              <a:cxnLst/>
              <a:rect l="l" t="t" r="r" b="b"/>
              <a:pathLst>
                <a:path w="902" h="517" extrusionOk="0">
                  <a:moveTo>
                    <a:pt x="635" y="1"/>
                  </a:moveTo>
                  <a:cubicBezTo>
                    <a:pt x="534" y="1"/>
                    <a:pt x="468" y="1"/>
                    <a:pt x="368" y="34"/>
                  </a:cubicBezTo>
                  <a:cubicBezTo>
                    <a:pt x="268" y="68"/>
                    <a:pt x="34" y="234"/>
                    <a:pt x="34" y="234"/>
                  </a:cubicBezTo>
                  <a:cubicBezTo>
                    <a:pt x="1" y="234"/>
                    <a:pt x="101" y="501"/>
                    <a:pt x="101" y="501"/>
                  </a:cubicBezTo>
                  <a:cubicBezTo>
                    <a:pt x="101" y="501"/>
                    <a:pt x="205" y="516"/>
                    <a:pt x="323" y="516"/>
                  </a:cubicBezTo>
                  <a:cubicBezTo>
                    <a:pt x="382" y="516"/>
                    <a:pt x="445" y="512"/>
                    <a:pt x="501" y="501"/>
                  </a:cubicBezTo>
                  <a:cubicBezTo>
                    <a:pt x="601" y="435"/>
                    <a:pt x="668" y="401"/>
                    <a:pt x="768" y="334"/>
                  </a:cubicBezTo>
                  <a:lnTo>
                    <a:pt x="901" y="201"/>
                  </a:lnTo>
                  <a:cubicBezTo>
                    <a:pt x="901" y="134"/>
                    <a:pt x="768" y="1"/>
                    <a:pt x="7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15" name="Google Shape;2315;p20"/>
            <p:cNvSpPr/>
            <p:nvPr/>
          </p:nvSpPr>
          <p:spPr>
            <a:xfrm>
              <a:off x="10426006" y="3160483"/>
              <a:ext cx="21832" cy="11490"/>
            </a:xfrm>
            <a:custGeom>
              <a:avLst/>
              <a:gdLst/>
              <a:ahLst/>
              <a:cxnLst/>
              <a:rect l="l" t="t" r="r" b="b"/>
              <a:pathLst>
                <a:path w="969" h="510" extrusionOk="0">
                  <a:moveTo>
                    <a:pt x="468" y="0"/>
                  </a:moveTo>
                  <a:cubicBezTo>
                    <a:pt x="268" y="0"/>
                    <a:pt x="1" y="134"/>
                    <a:pt x="1" y="134"/>
                  </a:cubicBezTo>
                  <a:lnTo>
                    <a:pt x="1" y="367"/>
                  </a:lnTo>
                  <a:cubicBezTo>
                    <a:pt x="1" y="367"/>
                    <a:pt x="268" y="500"/>
                    <a:pt x="435" y="500"/>
                  </a:cubicBezTo>
                  <a:cubicBezTo>
                    <a:pt x="468" y="507"/>
                    <a:pt x="507" y="510"/>
                    <a:pt x="547" y="510"/>
                  </a:cubicBezTo>
                  <a:cubicBezTo>
                    <a:pt x="709" y="510"/>
                    <a:pt x="902" y="467"/>
                    <a:pt x="902" y="467"/>
                  </a:cubicBezTo>
                  <a:cubicBezTo>
                    <a:pt x="902" y="434"/>
                    <a:pt x="935" y="200"/>
                    <a:pt x="968" y="167"/>
                  </a:cubicBezTo>
                  <a:cubicBezTo>
                    <a:pt x="968" y="167"/>
                    <a:pt x="701" y="33"/>
                    <a:pt x="4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16" name="Google Shape;2316;p20"/>
            <p:cNvSpPr/>
            <p:nvPr/>
          </p:nvSpPr>
          <p:spPr>
            <a:xfrm>
              <a:off x="10426772" y="3178507"/>
              <a:ext cx="19556" cy="10544"/>
            </a:xfrm>
            <a:custGeom>
              <a:avLst/>
              <a:gdLst/>
              <a:ahLst/>
              <a:cxnLst/>
              <a:rect l="l" t="t" r="r" b="b"/>
              <a:pathLst>
                <a:path w="868" h="468" extrusionOk="0">
                  <a:moveTo>
                    <a:pt x="467" y="1"/>
                  </a:moveTo>
                  <a:cubicBezTo>
                    <a:pt x="334" y="1"/>
                    <a:pt x="134" y="34"/>
                    <a:pt x="134" y="34"/>
                  </a:cubicBezTo>
                  <a:cubicBezTo>
                    <a:pt x="67" y="34"/>
                    <a:pt x="0" y="234"/>
                    <a:pt x="0" y="234"/>
                  </a:cubicBezTo>
                  <a:cubicBezTo>
                    <a:pt x="0" y="234"/>
                    <a:pt x="234" y="468"/>
                    <a:pt x="467" y="468"/>
                  </a:cubicBezTo>
                  <a:cubicBezTo>
                    <a:pt x="634" y="468"/>
                    <a:pt x="868" y="334"/>
                    <a:pt x="868" y="334"/>
                  </a:cubicBezTo>
                  <a:lnTo>
                    <a:pt x="868" y="67"/>
                  </a:lnTo>
                  <a:cubicBezTo>
                    <a:pt x="868" y="67"/>
                    <a:pt x="567" y="1"/>
                    <a:pt x="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17" name="Google Shape;2317;p20"/>
            <p:cNvSpPr/>
            <p:nvPr/>
          </p:nvSpPr>
          <p:spPr>
            <a:xfrm>
              <a:off x="10429768" y="3200316"/>
              <a:ext cx="16560" cy="11288"/>
            </a:xfrm>
            <a:custGeom>
              <a:avLst/>
              <a:gdLst/>
              <a:ahLst/>
              <a:cxnLst/>
              <a:rect l="l" t="t" r="r" b="b"/>
              <a:pathLst>
                <a:path w="735" h="501" extrusionOk="0">
                  <a:moveTo>
                    <a:pt x="368" y="0"/>
                  </a:moveTo>
                  <a:cubicBezTo>
                    <a:pt x="268" y="0"/>
                    <a:pt x="201" y="33"/>
                    <a:pt x="101" y="67"/>
                  </a:cubicBezTo>
                  <a:cubicBezTo>
                    <a:pt x="34" y="100"/>
                    <a:pt x="1" y="167"/>
                    <a:pt x="1" y="167"/>
                  </a:cubicBezTo>
                  <a:cubicBezTo>
                    <a:pt x="1" y="200"/>
                    <a:pt x="67" y="400"/>
                    <a:pt x="67" y="400"/>
                  </a:cubicBezTo>
                  <a:cubicBezTo>
                    <a:pt x="67" y="400"/>
                    <a:pt x="101" y="434"/>
                    <a:pt x="201" y="434"/>
                  </a:cubicBezTo>
                  <a:cubicBezTo>
                    <a:pt x="268" y="500"/>
                    <a:pt x="368" y="500"/>
                    <a:pt x="401" y="500"/>
                  </a:cubicBezTo>
                  <a:cubicBezTo>
                    <a:pt x="534" y="500"/>
                    <a:pt x="735" y="367"/>
                    <a:pt x="735" y="367"/>
                  </a:cubicBezTo>
                  <a:lnTo>
                    <a:pt x="735" y="100"/>
                  </a:lnTo>
                  <a:cubicBezTo>
                    <a:pt x="735" y="100"/>
                    <a:pt x="501" y="0"/>
                    <a:pt x="3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18" name="Google Shape;2318;p20"/>
            <p:cNvSpPr/>
            <p:nvPr/>
          </p:nvSpPr>
          <p:spPr>
            <a:xfrm>
              <a:off x="10528968" y="3273966"/>
              <a:ext cx="24828" cy="11288"/>
            </a:xfrm>
            <a:custGeom>
              <a:avLst/>
              <a:gdLst/>
              <a:ahLst/>
              <a:cxnLst/>
              <a:rect l="l" t="t" r="r" b="b"/>
              <a:pathLst>
                <a:path w="1102" h="501" extrusionOk="0">
                  <a:moveTo>
                    <a:pt x="601" y="0"/>
                  </a:moveTo>
                  <a:cubicBezTo>
                    <a:pt x="368" y="0"/>
                    <a:pt x="34" y="67"/>
                    <a:pt x="34" y="67"/>
                  </a:cubicBezTo>
                  <a:lnTo>
                    <a:pt x="1" y="300"/>
                  </a:lnTo>
                  <a:cubicBezTo>
                    <a:pt x="1" y="300"/>
                    <a:pt x="301" y="467"/>
                    <a:pt x="501" y="500"/>
                  </a:cubicBezTo>
                  <a:cubicBezTo>
                    <a:pt x="701" y="500"/>
                    <a:pt x="1035" y="434"/>
                    <a:pt x="1035" y="434"/>
                  </a:cubicBezTo>
                  <a:cubicBezTo>
                    <a:pt x="1102" y="400"/>
                    <a:pt x="1102" y="167"/>
                    <a:pt x="1102" y="167"/>
                  </a:cubicBezTo>
                  <a:cubicBezTo>
                    <a:pt x="1102" y="167"/>
                    <a:pt x="768"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19" name="Google Shape;2319;p20"/>
            <p:cNvSpPr/>
            <p:nvPr/>
          </p:nvSpPr>
          <p:spPr>
            <a:xfrm>
              <a:off x="10523719" y="3254410"/>
              <a:ext cx="24828" cy="11625"/>
            </a:xfrm>
            <a:custGeom>
              <a:avLst/>
              <a:gdLst/>
              <a:ahLst/>
              <a:cxnLst/>
              <a:rect l="l" t="t" r="r" b="b"/>
              <a:pathLst>
                <a:path w="1102" h="516" extrusionOk="0">
                  <a:moveTo>
                    <a:pt x="201" y="1"/>
                  </a:moveTo>
                  <a:cubicBezTo>
                    <a:pt x="67" y="1"/>
                    <a:pt x="0" y="34"/>
                    <a:pt x="0" y="34"/>
                  </a:cubicBezTo>
                  <a:lnTo>
                    <a:pt x="0" y="301"/>
                  </a:lnTo>
                  <a:lnTo>
                    <a:pt x="167" y="368"/>
                  </a:lnTo>
                  <a:cubicBezTo>
                    <a:pt x="267" y="434"/>
                    <a:pt x="401" y="468"/>
                    <a:pt x="501" y="501"/>
                  </a:cubicBezTo>
                  <a:cubicBezTo>
                    <a:pt x="567" y="512"/>
                    <a:pt x="653" y="516"/>
                    <a:pt x="737" y="516"/>
                  </a:cubicBezTo>
                  <a:cubicBezTo>
                    <a:pt x="905" y="516"/>
                    <a:pt x="1068" y="501"/>
                    <a:pt x="1068" y="501"/>
                  </a:cubicBezTo>
                  <a:cubicBezTo>
                    <a:pt x="1068" y="501"/>
                    <a:pt x="1101" y="301"/>
                    <a:pt x="1068" y="268"/>
                  </a:cubicBezTo>
                  <a:cubicBezTo>
                    <a:pt x="1068" y="268"/>
                    <a:pt x="768" y="34"/>
                    <a:pt x="5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20" name="Google Shape;2320;p20"/>
            <p:cNvSpPr/>
            <p:nvPr/>
          </p:nvSpPr>
          <p:spPr>
            <a:xfrm>
              <a:off x="10536493" y="3306274"/>
              <a:ext cx="24828" cy="11625"/>
            </a:xfrm>
            <a:custGeom>
              <a:avLst/>
              <a:gdLst/>
              <a:ahLst/>
              <a:cxnLst/>
              <a:rect l="l" t="t" r="r" b="b"/>
              <a:pathLst>
                <a:path w="1102" h="516" extrusionOk="0">
                  <a:moveTo>
                    <a:pt x="768" y="0"/>
                  </a:moveTo>
                  <a:cubicBezTo>
                    <a:pt x="668" y="0"/>
                    <a:pt x="534" y="0"/>
                    <a:pt x="467" y="34"/>
                  </a:cubicBezTo>
                  <a:cubicBezTo>
                    <a:pt x="267" y="67"/>
                    <a:pt x="0" y="234"/>
                    <a:pt x="0" y="234"/>
                  </a:cubicBezTo>
                  <a:lnTo>
                    <a:pt x="34" y="501"/>
                  </a:lnTo>
                  <a:cubicBezTo>
                    <a:pt x="34" y="501"/>
                    <a:pt x="182" y="516"/>
                    <a:pt x="350" y="516"/>
                  </a:cubicBezTo>
                  <a:cubicBezTo>
                    <a:pt x="434" y="516"/>
                    <a:pt x="523" y="512"/>
                    <a:pt x="601" y="501"/>
                  </a:cubicBezTo>
                  <a:cubicBezTo>
                    <a:pt x="668" y="467"/>
                    <a:pt x="801" y="367"/>
                    <a:pt x="868" y="334"/>
                  </a:cubicBezTo>
                  <a:cubicBezTo>
                    <a:pt x="1001" y="234"/>
                    <a:pt x="1035" y="201"/>
                    <a:pt x="1035" y="201"/>
                  </a:cubicBezTo>
                  <a:cubicBezTo>
                    <a:pt x="1101" y="201"/>
                    <a:pt x="968" y="34"/>
                    <a:pt x="9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21" name="Google Shape;2321;p20"/>
            <p:cNvSpPr/>
            <p:nvPr/>
          </p:nvSpPr>
          <p:spPr>
            <a:xfrm>
              <a:off x="10544018" y="3333333"/>
              <a:ext cx="21043" cy="12707"/>
            </a:xfrm>
            <a:custGeom>
              <a:avLst/>
              <a:gdLst/>
              <a:ahLst/>
              <a:cxnLst/>
              <a:rect l="l" t="t" r="r" b="b"/>
              <a:pathLst>
                <a:path w="934" h="564" extrusionOk="0">
                  <a:moveTo>
                    <a:pt x="834" y="0"/>
                  </a:moveTo>
                  <a:cubicBezTo>
                    <a:pt x="834" y="0"/>
                    <a:pt x="534" y="0"/>
                    <a:pt x="367" y="34"/>
                  </a:cubicBezTo>
                  <a:lnTo>
                    <a:pt x="133" y="167"/>
                  </a:lnTo>
                  <a:cubicBezTo>
                    <a:pt x="100" y="200"/>
                    <a:pt x="0" y="267"/>
                    <a:pt x="0" y="267"/>
                  </a:cubicBezTo>
                  <a:lnTo>
                    <a:pt x="0" y="501"/>
                  </a:lnTo>
                  <a:cubicBezTo>
                    <a:pt x="0" y="501"/>
                    <a:pt x="33" y="534"/>
                    <a:pt x="167" y="534"/>
                  </a:cubicBezTo>
                  <a:cubicBezTo>
                    <a:pt x="211" y="556"/>
                    <a:pt x="256" y="564"/>
                    <a:pt x="298" y="564"/>
                  </a:cubicBezTo>
                  <a:cubicBezTo>
                    <a:pt x="382" y="564"/>
                    <a:pt x="456" y="534"/>
                    <a:pt x="500" y="534"/>
                  </a:cubicBezTo>
                  <a:cubicBezTo>
                    <a:pt x="701" y="467"/>
                    <a:pt x="934" y="300"/>
                    <a:pt x="934" y="300"/>
                  </a:cubicBezTo>
                  <a:cubicBezTo>
                    <a:pt x="934" y="267"/>
                    <a:pt x="867" y="34"/>
                    <a:pt x="8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22" name="Google Shape;2322;p20"/>
            <p:cNvSpPr/>
            <p:nvPr/>
          </p:nvSpPr>
          <p:spPr>
            <a:xfrm>
              <a:off x="10552264" y="3353700"/>
              <a:ext cx="18813" cy="11963"/>
            </a:xfrm>
            <a:custGeom>
              <a:avLst/>
              <a:gdLst/>
              <a:ahLst/>
              <a:cxnLst/>
              <a:rect l="l" t="t" r="r" b="b"/>
              <a:pathLst>
                <a:path w="835" h="531" extrusionOk="0">
                  <a:moveTo>
                    <a:pt x="521" y="1"/>
                  </a:moveTo>
                  <a:cubicBezTo>
                    <a:pt x="457" y="1"/>
                    <a:pt x="390" y="8"/>
                    <a:pt x="335" y="30"/>
                  </a:cubicBezTo>
                  <a:cubicBezTo>
                    <a:pt x="168" y="97"/>
                    <a:pt x="1" y="297"/>
                    <a:pt x="1" y="297"/>
                  </a:cubicBezTo>
                  <a:lnTo>
                    <a:pt x="134" y="531"/>
                  </a:lnTo>
                  <a:cubicBezTo>
                    <a:pt x="134" y="531"/>
                    <a:pt x="401" y="531"/>
                    <a:pt x="501" y="464"/>
                  </a:cubicBezTo>
                  <a:cubicBezTo>
                    <a:pt x="635" y="431"/>
                    <a:pt x="835" y="264"/>
                    <a:pt x="835" y="264"/>
                  </a:cubicBezTo>
                  <a:cubicBezTo>
                    <a:pt x="835" y="264"/>
                    <a:pt x="768" y="64"/>
                    <a:pt x="768" y="30"/>
                  </a:cubicBezTo>
                  <a:cubicBezTo>
                    <a:pt x="768" y="30"/>
                    <a:pt x="650" y="1"/>
                    <a:pt x="5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23" name="Google Shape;2323;p20"/>
            <p:cNvSpPr/>
            <p:nvPr/>
          </p:nvSpPr>
          <p:spPr>
            <a:xfrm>
              <a:off x="10570311" y="3385940"/>
              <a:ext cx="19556" cy="11288"/>
            </a:xfrm>
            <a:custGeom>
              <a:avLst/>
              <a:gdLst/>
              <a:ahLst/>
              <a:cxnLst/>
              <a:rect l="l" t="t" r="r" b="b"/>
              <a:pathLst>
                <a:path w="868" h="501" extrusionOk="0">
                  <a:moveTo>
                    <a:pt x="601" y="0"/>
                  </a:moveTo>
                  <a:cubicBezTo>
                    <a:pt x="551" y="17"/>
                    <a:pt x="509" y="17"/>
                    <a:pt x="468" y="17"/>
                  </a:cubicBezTo>
                  <a:cubicBezTo>
                    <a:pt x="426" y="17"/>
                    <a:pt x="384" y="17"/>
                    <a:pt x="334" y="34"/>
                  </a:cubicBezTo>
                  <a:cubicBezTo>
                    <a:pt x="301" y="34"/>
                    <a:pt x="201" y="100"/>
                    <a:pt x="134" y="134"/>
                  </a:cubicBezTo>
                  <a:cubicBezTo>
                    <a:pt x="34" y="167"/>
                    <a:pt x="1" y="200"/>
                    <a:pt x="1" y="200"/>
                  </a:cubicBezTo>
                  <a:lnTo>
                    <a:pt x="1" y="467"/>
                  </a:lnTo>
                  <a:cubicBezTo>
                    <a:pt x="1" y="467"/>
                    <a:pt x="101" y="467"/>
                    <a:pt x="167" y="501"/>
                  </a:cubicBezTo>
                  <a:lnTo>
                    <a:pt x="501" y="501"/>
                  </a:lnTo>
                  <a:cubicBezTo>
                    <a:pt x="668" y="434"/>
                    <a:pt x="868" y="200"/>
                    <a:pt x="868" y="200"/>
                  </a:cubicBezTo>
                  <a:cubicBezTo>
                    <a:pt x="868" y="200"/>
                    <a:pt x="801" y="34"/>
                    <a:pt x="7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24" name="Google Shape;2324;p20"/>
            <p:cNvSpPr/>
            <p:nvPr/>
          </p:nvSpPr>
          <p:spPr>
            <a:xfrm>
              <a:off x="10559046" y="3043237"/>
              <a:ext cx="13541" cy="11288"/>
            </a:xfrm>
            <a:custGeom>
              <a:avLst/>
              <a:gdLst/>
              <a:ahLst/>
              <a:cxnLst/>
              <a:rect l="l" t="t" r="r" b="b"/>
              <a:pathLst>
                <a:path w="601" h="501" extrusionOk="0">
                  <a:moveTo>
                    <a:pt x="300" y="0"/>
                  </a:moveTo>
                  <a:cubicBezTo>
                    <a:pt x="167" y="0"/>
                    <a:pt x="0" y="134"/>
                    <a:pt x="0" y="134"/>
                  </a:cubicBezTo>
                  <a:lnTo>
                    <a:pt x="0" y="367"/>
                  </a:lnTo>
                  <a:cubicBezTo>
                    <a:pt x="0" y="367"/>
                    <a:pt x="167" y="501"/>
                    <a:pt x="300" y="501"/>
                  </a:cubicBezTo>
                  <a:cubicBezTo>
                    <a:pt x="434" y="501"/>
                    <a:pt x="601" y="367"/>
                    <a:pt x="601" y="367"/>
                  </a:cubicBezTo>
                  <a:lnTo>
                    <a:pt x="601" y="134"/>
                  </a:lnTo>
                  <a:cubicBezTo>
                    <a:pt x="601" y="134"/>
                    <a:pt x="434" y="0"/>
                    <a:pt x="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25" name="Google Shape;2325;p20"/>
            <p:cNvSpPr/>
            <p:nvPr/>
          </p:nvSpPr>
          <p:spPr>
            <a:xfrm>
              <a:off x="10565061" y="3059008"/>
              <a:ext cx="23319" cy="10544"/>
            </a:xfrm>
            <a:custGeom>
              <a:avLst/>
              <a:gdLst/>
              <a:ahLst/>
              <a:cxnLst/>
              <a:rect l="l" t="t" r="r" b="b"/>
              <a:pathLst>
                <a:path w="1035" h="468" extrusionOk="0">
                  <a:moveTo>
                    <a:pt x="500" y="1"/>
                  </a:moveTo>
                  <a:cubicBezTo>
                    <a:pt x="334" y="1"/>
                    <a:pt x="0" y="134"/>
                    <a:pt x="0" y="134"/>
                  </a:cubicBezTo>
                  <a:lnTo>
                    <a:pt x="0" y="368"/>
                  </a:lnTo>
                  <a:cubicBezTo>
                    <a:pt x="0" y="368"/>
                    <a:pt x="334" y="468"/>
                    <a:pt x="534" y="468"/>
                  </a:cubicBezTo>
                  <a:cubicBezTo>
                    <a:pt x="600" y="468"/>
                    <a:pt x="767" y="435"/>
                    <a:pt x="867" y="334"/>
                  </a:cubicBezTo>
                  <a:cubicBezTo>
                    <a:pt x="934" y="268"/>
                    <a:pt x="1034" y="201"/>
                    <a:pt x="1034" y="201"/>
                  </a:cubicBezTo>
                  <a:cubicBezTo>
                    <a:pt x="1034" y="201"/>
                    <a:pt x="1001" y="1"/>
                    <a:pt x="9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26" name="Google Shape;2326;p20"/>
            <p:cNvSpPr/>
            <p:nvPr/>
          </p:nvSpPr>
          <p:spPr>
            <a:xfrm>
              <a:off x="10573307" y="3073720"/>
              <a:ext cx="26338" cy="11625"/>
            </a:xfrm>
            <a:custGeom>
              <a:avLst/>
              <a:gdLst/>
              <a:ahLst/>
              <a:cxnLst/>
              <a:rect l="l" t="t" r="r" b="b"/>
              <a:pathLst>
                <a:path w="1169" h="516" extrusionOk="0">
                  <a:moveTo>
                    <a:pt x="636" y="0"/>
                  </a:moveTo>
                  <a:cubicBezTo>
                    <a:pt x="601" y="0"/>
                    <a:pt x="568" y="4"/>
                    <a:pt x="535" y="15"/>
                  </a:cubicBezTo>
                  <a:cubicBezTo>
                    <a:pt x="468" y="15"/>
                    <a:pt x="335" y="48"/>
                    <a:pt x="234" y="48"/>
                  </a:cubicBezTo>
                  <a:lnTo>
                    <a:pt x="68" y="48"/>
                  </a:lnTo>
                  <a:cubicBezTo>
                    <a:pt x="68" y="115"/>
                    <a:pt x="1" y="315"/>
                    <a:pt x="1" y="315"/>
                  </a:cubicBezTo>
                  <a:cubicBezTo>
                    <a:pt x="1" y="315"/>
                    <a:pt x="68" y="382"/>
                    <a:pt x="201" y="449"/>
                  </a:cubicBezTo>
                  <a:cubicBezTo>
                    <a:pt x="335" y="515"/>
                    <a:pt x="501" y="515"/>
                    <a:pt x="635" y="515"/>
                  </a:cubicBezTo>
                  <a:cubicBezTo>
                    <a:pt x="735" y="515"/>
                    <a:pt x="868" y="482"/>
                    <a:pt x="1002" y="382"/>
                  </a:cubicBezTo>
                  <a:cubicBezTo>
                    <a:pt x="1068" y="315"/>
                    <a:pt x="1168" y="282"/>
                    <a:pt x="1168" y="282"/>
                  </a:cubicBezTo>
                  <a:cubicBezTo>
                    <a:pt x="1168" y="215"/>
                    <a:pt x="1068" y="48"/>
                    <a:pt x="1068" y="15"/>
                  </a:cubicBezTo>
                  <a:lnTo>
                    <a:pt x="868" y="15"/>
                  </a:lnTo>
                  <a:cubicBezTo>
                    <a:pt x="779" y="15"/>
                    <a:pt x="705" y="0"/>
                    <a:pt x="6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27" name="Google Shape;2327;p20"/>
            <p:cNvSpPr/>
            <p:nvPr/>
          </p:nvSpPr>
          <p:spPr>
            <a:xfrm>
              <a:off x="10581576" y="3092825"/>
              <a:ext cx="27081" cy="11310"/>
            </a:xfrm>
            <a:custGeom>
              <a:avLst/>
              <a:gdLst/>
              <a:ahLst/>
              <a:cxnLst/>
              <a:rect l="l" t="t" r="r" b="b"/>
              <a:pathLst>
                <a:path w="1202" h="502" extrusionOk="0">
                  <a:moveTo>
                    <a:pt x="601" y="1"/>
                  </a:moveTo>
                  <a:cubicBezTo>
                    <a:pt x="334" y="1"/>
                    <a:pt x="1" y="134"/>
                    <a:pt x="1" y="134"/>
                  </a:cubicBezTo>
                  <a:lnTo>
                    <a:pt x="1" y="368"/>
                  </a:lnTo>
                  <a:cubicBezTo>
                    <a:pt x="1" y="368"/>
                    <a:pt x="334" y="501"/>
                    <a:pt x="601" y="501"/>
                  </a:cubicBezTo>
                  <a:cubicBezTo>
                    <a:pt x="835" y="501"/>
                    <a:pt x="1168" y="335"/>
                    <a:pt x="1168" y="335"/>
                  </a:cubicBezTo>
                  <a:cubicBezTo>
                    <a:pt x="1202" y="301"/>
                    <a:pt x="1168" y="101"/>
                    <a:pt x="1168" y="34"/>
                  </a:cubicBezTo>
                  <a:cubicBezTo>
                    <a:pt x="1168" y="34"/>
                    <a:pt x="801" y="1"/>
                    <a:pt x="6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28" name="Google Shape;2328;p20"/>
            <p:cNvSpPr/>
            <p:nvPr/>
          </p:nvSpPr>
          <p:spPr>
            <a:xfrm>
              <a:off x="10687557" y="3104856"/>
              <a:ext cx="21066" cy="10544"/>
            </a:xfrm>
            <a:custGeom>
              <a:avLst/>
              <a:gdLst/>
              <a:ahLst/>
              <a:cxnLst/>
              <a:rect l="l" t="t" r="r" b="b"/>
              <a:pathLst>
                <a:path w="935" h="468" extrusionOk="0">
                  <a:moveTo>
                    <a:pt x="467" y="1"/>
                  </a:moveTo>
                  <a:cubicBezTo>
                    <a:pt x="401" y="1"/>
                    <a:pt x="300" y="67"/>
                    <a:pt x="267" y="67"/>
                  </a:cubicBezTo>
                  <a:lnTo>
                    <a:pt x="134" y="67"/>
                  </a:lnTo>
                  <a:cubicBezTo>
                    <a:pt x="100" y="67"/>
                    <a:pt x="0" y="268"/>
                    <a:pt x="0" y="268"/>
                  </a:cubicBezTo>
                  <a:cubicBezTo>
                    <a:pt x="0" y="268"/>
                    <a:pt x="100" y="334"/>
                    <a:pt x="167" y="401"/>
                  </a:cubicBezTo>
                  <a:cubicBezTo>
                    <a:pt x="300" y="468"/>
                    <a:pt x="434" y="468"/>
                    <a:pt x="501" y="468"/>
                  </a:cubicBezTo>
                  <a:cubicBezTo>
                    <a:pt x="667" y="434"/>
                    <a:pt x="901" y="334"/>
                    <a:pt x="901" y="334"/>
                  </a:cubicBezTo>
                  <a:lnTo>
                    <a:pt x="934" y="134"/>
                  </a:lnTo>
                  <a:lnTo>
                    <a:pt x="767" y="67"/>
                  </a:lnTo>
                  <a:cubicBezTo>
                    <a:pt x="667" y="1"/>
                    <a:pt x="567" y="1"/>
                    <a:pt x="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29" name="Google Shape;2329;p20"/>
            <p:cNvSpPr/>
            <p:nvPr/>
          </p:nvSpPr>
          <p:spPr>
            <a:xfrm>
              <a:off x="10691319" y="3133424"/>
              <a:ext cx="15050" cy="11490"/>
            </a:xfrm>
            <a:custGeom>
              <a:avLst/>
              <a:gdLst/>
              <a:ahLst/>
              <a:cxnLst/>
              <a:rect l="l" t="t" r="r" b="b"/>
              <a:pathLst>
                <a:path w="668" h="510" extrusionOk="0">
                  <a:moveTo>
                    <a:pt x="300" y="0"/>
                  </a:moveTo>
                  <a:cubicBezTo>
                    <a:pt x="167" y="34"/>
                    <a:pt x="0" y="200"/>
                    <a:pt x="0" y="200"/>
                  </a:cubicBezTo>
                  <a:cubicBezTo>
                    <a:pt x="0" y="234"/>
                    <a:pt x="100" y="467"/>
                    <a:pt x="100" y="467"/>
                  </a:cubicBezTo>
                  <a:cubicBezTo>
                    <a:pt x="100" y="467"/>
                    <a:pt x="228" y="510"/>
                    <a:pt x="348" y="510"/>
                  </a:cubicBezTo>
                  <a:cubicBezTo>
                    <a:pt x="378" y="510"/>
                    <a:pt x="407" y="507"/>
                    <a:pt x="434" y="501"/>
                  </a:cubicBezTo>
                  <a:cubicBezTo>
                    <a:pt x="467" y="501"/>
                    <a:pt x="567" y="467"/>
                    <a:pt x="600" y="401"/>
                  </a:cubicBezTo>
                  <a:lnTo>
                    <a:pt x="667" y="334"/>
                  </a:lnTo>
                  <a:lnTo>
                    <a:pt x="667" y="67"/>
                  </a:lnTo>
                  <a:cubicBezTo>
                    <a:pt x="667" y="67"/>
                    <a:pt x="634" y="34"/>
                    <a:pt x="567" y="34"/>
                  </a:cubicBezTo>
                  <a:cubicBezTo>
                    <a:pt x="467" y="0"/>
                    <a:pt x="400" y="0"/>
                    <a:pt x="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30" name="Google Shape;2330;p20"/>
            <p:cNvSpPr/>
            <p:nvPr/>
          </p:nvSpPr>
          <p:spPr>
            <a:xfrm>
              <a:off x="10708600" y="3158973"/>
              <a:ext cx="20300" cy="12369"/>
            </a:xfrm>
            <a:custGeom>
              <a:avLst/>
              <a:gdLst/>
              <a:ahLst/>
              <a:cxnLst/>
              <a:rect l="l" t="t" r="r" b="b"/>
              <a:pathLst>
                <a:path w="901" h="549" extrusionOk="0">
                  <a:moveTo>
                    <a:pt x="701" y="0"/>
                  </a:moveTo>
                  <a:cubicBezTo>
                    <a:pt x="701" y="0"/>
                    <a:pt x="667" y="34"/>
                    <a:pt x="567" y="34"/>
                  </a:cubicBezTo>
                  <a:cubicBezTo>
                    <a:pt x="551" y="50"/>
                    <a:pt x="509" y="50"/>
                    <a:pt x="467" y="50"/>
                  </a:cubicBezTo>
                  <a:cubicBezTo>
                    <a:pt x="426" y="50"/>
                    <a:pt x="384" y="50"/>
                    <a:pt x="367" y="67"/>
                  </a:cubicBezTo>
                  <a:cubicBezTo>
                    <a:pt x="300" y="67"/>
                    <a:pt x="200" y="100"/>
                    <a:pt x="134" y="167"/>
                  </a:cubicBezTo>
                  <a:cubicBezTo>
                    <a:pt x="67" y="201"/>
                    <a:pt x="0" y="234"/>
                    <a:pt x="0" y="234"/>
                  </a:cubicBezTo>
                  <a:lnTo>
                    <a:pt x="0" y="501"/>
                  </a:lnTo>
                  <a:cubicBezTo>
                    <a:pt x="0" y="501"/>
                    <a:pt x="67" y="501"/>
                    <a:pt x="167" y="534"/>
                  </a:cubicBezTo>
                  <a:cubicBezTo>
                    <a:pt x="189" y="545"/>
                    <a:pt x="223" y="549"/>
                    <a:pt x="261" y="549"/>
                  </a:cubicBezTo>
                  <a:cubicBezTo>
                    <a:pt x="337" y="549"/>
                    <a:pt x="434" y="534"/>
                    <a:pt x="501" y="534"/>
                  </a:cubicBezTo>
                  <a:cubicBezTo>
                    <a:pt x="567" y="501"/>
                    <a:pt x="701" y="401"/>
                    <a:pt x="801" y="334"/>
                  </a:cubicBezTo>
                  <a:cubicBezTo>
                    <a:pt x="868" y="234"/>
                    <a:pt x="901" y="167"/>
                    <a:pt x="901" y="167"/>
                  </a:cubicBezTo>
                  <a:cubicBezTo>
                    <a:pt x="901" y="100"/>
                    <a:pt x="734" y="0"/>
                    <a:pt x="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31" name="Google Shape;2331;p20"/>
            <p:cNvSpPr/>
            <p:nvPr/>
          </p:nvSpPr>
          <p:spPr>
            <a:xfrm>
              <a:off x="9604585" y="1811454"/>
              <a:ext cx="457742" cy="310937"/>
            </a:xfrm>
            <a:custGeom>
              <a:avLst/>
              <a:gdLst/>
              <a:ahLst/>
              <a:cxnLst/>
              <a:rect l="l" t="t" r="r" b="b"/>
              <a:pathLst>
                <a:path w="20317" h="13801" extrusionOk="0">
                  <a:moveTo>
                    <a:pt x="167" y="0"/>
                  </a:moveTo>
                  <a:cubicBezTo>
                    <a:pt x="81" y="0"/>
                    <a:pt x="1" y="60"/>
                    <a:pt x="1" y="201"/>
                  </a:cubicBezTo>
                  <a:lnTo>
                    <a:pt x="1" y="568"/>
                  </a:lnTo>
                  <a:cubicBezTo>
                    <a:pt x="34" y="835"/>
                    <a:pt x="1" y="1168"/>
                    <a:pt x="34" y="1569"/>
                  </a:cubicBezTo>
                  <a:cubicBezTo>
                    <a:pt x="34" y="2469"/>
                    <a:pt x="201" y="3637"/>
                    <a:pt x="701" y="4904"/>
                  </a:cubicBezTo>
                  <a:cubicBezTo>
                    <a:pt x="1168" y="6205"/>
                    <a:pt x="2135" y="7506"/>
                    <a:pt x="3370" y="8407"/>
                  </a:cubicBezTo>
                  <a:cubicBezTo>
                    <a:pt x="4637" y="9341"/>
                    <a:pt x="6038" y="9908"/>
                    <a:pt x="7306" y="10308"/>
                  </a:cubicBezTo>
                  <a:cubicBezTo>
                    <a:pt x="9808" y="11109"/>
                    <a:pt x="13110" y="11509"/>
                    <a:pt x="15645" y="12143"/>
                  </a:cubicBezTo>
                  <a:cubicBezTo>
                    <a:pt x="16946" y="12477"/>
                    <a:pt x="18013" y="12843"/>
                    <a:pt x="18781" y="13177"/>
                  </a:cubicBezTo>
                  <a:cubicBezTo>
                    <a:pt x="19148" y="13344"/>
                    <a:pt x="19448" y="13477"/>
                    <a:pt x="19648" y="13611"/>
                  </a:cubicBezTo>
                  <a:cubicBezTo>
                    <a:pt x="19815" y="13711"/>
                    <a:pt x="19948" y="13777"/>
                    <a:pt x="19948" y="13777"/>
                  </a:cubicBezTo>
                  <a:cubicBezTo>
                    <a:pt x="19986" y="13793"/>
                    <a:pt x="20021" y="13801"/>
                    <a:pt x="20054" y="13801"/>
                  </a:cubicBezTo>
                  <a:cubicBezTo>
                    <a:pt x="20226" y="13801"/>
                    <a:pt x="20316" y="13596"/>
                    <a:pt x="20148" y="13344"/>
                  </a:cubicBezTo>
                  <a:cubicBezTo>
                    <a:pt x="20148" y="13344"/>
                    <a:pt x="20048" y="13244"/>
                    <a:pt x="19848" y="13144"/>
                  </a:cubicBezTo>
                  <a:cubicBezTo>
                    <a:pt x="19648" y="12977"/>
                    <a:pt x="19348" y="12843"/>
                    <a:pt x="18981" y="12643"/>
                  </a:cubicBezTo>
                  <a:cubicBezTo>
                    <a:pt x="18180" y="12243"/>
                    <a:pt x="17113" y="11809"/>
                    <a:pt x="15812" y="11476"/>
                  </a:cubicBezTo>
                  <a:cubicBezTo>
                    <a:pt x="13210" y="10742"/>
                    <a:pt x="9941" y="10242"/>
                    <a:pt x="7506" y="9508"/>
                  </a:cubicBezTo>
                  <a:cubicBezTo>
                    <a:pt x="6305" y="9141"/>
                    <a:pt x="4937" y="8640"/>
                    <a:pt x="3770" y="7807"/>
                  </a:cubicBezTo>
                  <a:cubicBezTo>
                    <a:pt x="2602" y="6973"/>
                    <a:pt x="1668" y="5805"/>
                    <a:pt x="1168" y="4638"/>
                  </a:cubicBezTo>
                  <a:cubicBezTo>
                    <a:pt x="668" y="3470"/>
                    <a:pt x="468" y="2336"/>
                    <a:pt x="434" y="1502"/>
                  </a:cubicBezTo>
                  <a:cubicBezTo>
                    <a:pt x="367" y="1068"/>
                    <a:pt x="367" y="735"/>
                    <a:pt x="367" y="535"/>
                  </a:cubicBezTo>
                  <a:lnTo>
                    <a:pt x="367" y="201"/>
                  </a:lnTo>
                  <a:cubicBezTo>
                    <a:pt x="367" y="77"/>
                    <a:pt x="264"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32" name="Google Shape;2332;p20"/>
            <p:cNvSpPr/>
            <p:nvPr/>
          </p:nvSpPr>
          <p:spPr>
            <a:xfrm>
              <a:off x="10628934" y="1585253"/>
              <a:ext cx="131530" cy="284847"/>
            </a:xfrm>
            <a:custGeom>
              <a:avLst/>
              <a:gdLst/>
              <a:ahLst/>
              <a:cxnLst/>
              <a:rect l="l" t="t" r="r" b="b"/>
              <a:pathLst>
                <a:path w="5838" h="12643" extrusionOk="0">
                  <a:moveTo>
                    <a:pt x="234" y="0"/>
                  </a:moveTo>
                  <a:cubicBezTo>
                    <a:pt x="67" y="0"/>
                    <a:pt x="0" y="334"/>
                    <a:pt x="167" y="367"/>
                  </a:cubicBezTo>
                  <a:cubicBezTo>
                    <a:pt x="167" y="367"/>
                    <a:pt x="234" y="367"/>
                    <a:pt x="367" y="401"/>
                  </a:cubicBezTo>
                  <a:cubicBezTo>
                    <a:pt x="434" y="467"/>
                    <a:pt x="668" y="501"/>
                    <a:pt x="868" y="567"/>
                  </a:cubicBezTo>
                  <a:cubicBezTo>
                    <a:pt x="1268" y="734"/>
                    <a:pt x="1902" y="934"/>
                    <a:pt x="2502" y="1368"/>
                  </a:cubicBezTo>
                  <a:cubicBezTo>
                    <a:pt x="3069" y="1768"/>
                    <a:pt x="3670" y="2335"/>
                    <a:pt x="4037" y="3036"/>
                  </a:cubicBezTo>
                  <a:cubicBezTo>
                    <a:pt x="4404" y="3703"/>
                    <a:pt x="4670" y="4437"/>
                    <a:pt x="4770" y="5171"/>
                  </a:cubicBezTo>
                  <a:cubicBezTo>
                    <a:pt x="5071" y="6538"/>
                    <a:pt x="5104" y="8406"/>
                    <a:pt x="5204" y="9907"/>
                  </a:cubicBezTo>
                  <a:cubicBezTo>
                    <a:pt x="5237" y="10675"/>
                    <a:pt x="5271" y="11342"/>
                    <a:pt x="5338" y="11809"/>
                  </a:cubicBezTo>
                  <a:cubicBezTo>
                    <a:pt x="5371" y="12243"/>
                    <a:pt x="5404" y="12543"/>
                    <a:pt x="5404" y="12543"/>
                  </a:cubicBezTo>
                  <a:cubicBezTo>
                    <a:pt x="5421" y="12609"/>
                    <a:pt x="5504" y="12643"/>
                    <a:pt x="5596" y="12643"/>
                  </a:cubicBezTo>
                  <a:cubicBezTo>
                    <a:pt x="5688" y="12643"/>
                    <a:pt x="5788" y="12609"/>
                    <a:pt x="5838" y="12543"/>
                  </a:cubicBezTo>
                  <a:cubicBezTo>
                    <a:pt x="5838" y="12543"/>
                    <a:pt x="5771" y="12243"/>
                    <a:pt x="5771" y="11775"/>
                  </a:cubicBezTo>
                  <a:lnTo>
                    <a:pt x="5771" y="9907"/>
                  </a:lnTo>
                  <a:cubicBezTo>
                    <a:pt x="5771" y="8406"/>
                    <a:pt x="5838" y="6538"/>
                    <a:pt x="5538" y="5037"/>
                  </a:cubicBezTo>
                  <a:cubicBezTo>
                    <a:pt x="5371" y="4270"/>
                    <a:pt x="5104" y="3436"/>
                    <a:pt x="4604" y="2702"/>
                  </a:cubicBezTo>
                  <a:cubicBezTo>
                    <a:pt x="4170" y="1902"/>
                    <a:pt x="3436" y="1335"/>
                    <a:pt x="2769" y="901"/>
                  </a:cubicBezTo>
                  <a:cubicBezTo>
                    <a:pt x="2102" y="501"/>
                    <a:pt x="1435" y="267"/>
                    <a:pt x="1001" y="167"/>
                  </a:cubicBezTo>
                  <a:cubicBezTo>
                    <a:pt x="768" y="67"/>
                    <a:pt x="567" y="67"/>
                    <a:pt x="434" y="34"/>
                  </a:cubicBezTo>
                  <a:cubicBezTo>
                    <a:pt x="334" y="0"/>
                    <a:pt x="234"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33" name="Google Shape;2333;p20"/>
            <p:cNvSpPr/>
            <p:nvPr/>
          </p:nvSpPr>
          <p:spPr>
            <a:xfrm>
              <a:off x="10331222" y="3428319"/>
              <a:ext cx="469998" cy="385488"/>
            </a:xfrm>
            <a:custGeom>
              <a:avLst/>
              <a:gdLst/>
              <a:ahLst/>
              <a:cxnLst/>
              <a:rect l="l" t="t" r="r" b="b"/>
              <a:pathLst>
                <a:path w="20861" h="17110" extrusionOk="0">
                  <a:moveTo>
                    <a:pt x="193" y="1"/>
                  </a:moveTo>
                  <a:cubicBezTo>
                    <a:pt x="90" y="1"/>
                    <a:pt x="1" y="85"/>
                    <a:pt x="38" y="254"/>
                  </a:cubicBezTo>
                  <a:cubicBezTo>
                    <a:pt x="38" y="254"/>
                    <a:pt x="72" y="388"/>
                    <a:pt x="105" y="621"/>
                  </a:cubicBezTo>
                  <a:cubicBezTo>
                    <a:pt x="138" y="755"/>
                    <a:pt x="172" y="855"/>
                    <a:pt x="238" y="1021"/>
                  </a:cubicBezTo>
                  <a:cubicBezTo>
                    <a:pt x="305" y="1222"/>
                    <a:pt x="372" y="1388"/>
                    <a:pt x="439" y="1588"/>
                  </a:cubicBezTo>
                  <a:cubicBezTo>
                    <a:pt x="772" y="2422"/>
                    <a:pt x="1339" y="3490"/>
                    <a:pt x="2173" y="4591"/>
                  </a:cubicBezTo>
                  <a:cubicBezTo>
                    <a:pt x="3841" y="6792"/>
                    <a:pt x="6410" y="9027"/>
                    <a:pt x="8578" y="10628"/>
                  </a:cubicBezTo>
                  <a:cubicBezTo>
                    <a:pt x="10746" y="12229"/>
                    <a:pt x="13615" y="13997"/>
                    <a:pt x="16083" y="15198"/>
                  </a:cubicBezTo>
                  <a:cubicBezTo>
                    <a:pt x="17284" y="15832"/>
                    <a:pt x="18418" y="16299"/>
                    <a:pt x="19219" y="16633"/>
                  </a:cubicBezTo>
                  <a:cubicBezTo>
                    <a:pt x="19986" y="16933"/>
                    <a:pt x="20486" y="17100"/>
                    <a:pt x="20486" y="17100"/>
                  </a:cubicBezTo>
                  <a:cubicBezTo>
                    <a:pt x="20515" y="17106"/>
                    <a:pt x="20543" y="17109"/>
                    <a:pt x="20568" y="17109"/>
                  </a:cubicBezTo>
                  <a:cubicBezTo>
                    <a:pt x="20802" y="17109"/>
                    <a:pt x="20861" y="16847"/>
                    <a:pt x="20620" y="16666"/>
                  </a:cubicBezTo>
                  <a:cubicBezTo>
                    <a:pt x="20620" y="16666"/>
                    <a:pt x="20153" y="16499"/>
                    <a:pt x="19385" y="16166"/>
                  </a:cubicBezTo>
                  <a:cubicBezTo>
                    <a:pt x="18585" y="15832"/>
                    <a:pt x="17484" y="15298"/>
                    <a:pt x="16317" y="14664"/>
                  </a:cubicBezTo>
                  <a:cubicBezTo>
                    <a:pt x="13915" y="13397"/>
                    <a:pt x="11113" y="11596"/>
                    <a:pt x="8978" y="9994"/>
                  </a:cubicBezTo>
                  <a:cubicBezTo>
                    <a:pt x="6910" y="8460"/>
                    <a:pt x="4275" y="6292"/>
                    <a:pt x="2607" y="4224"/>
                  </a:cubicBezTo>
                  <a:cubicBezTo>
                    <a:pt x="1739" y="3190"/>
                    <a:pt x="1139" y="2156"/>
                    <a:pt x="805" y="1422"/>
                  </a:cubicBezTo>
                  <a:cubicBezTo>
                    <a:pt x="739" y="1255"/>
                    <a:pt x="639" y="1088"/>
                    <a:pt x="605" y="921"/>
                  </a:cubicBezTo>
                  <a:cubicBezTo>
                    <a:pt x="572" y="755"/>
                    <a:pt x="505" y="621"/>
                    <a:pt x="472" y="488"/>
                  </a:cubicBezTo>
                  <a:cubicBezTo>
                    <a:pt x="439" y="288"/>
                    <a:pt x="405" y="154"/>
                    <a:pt x="405" y="154"/>
                  </a:cubicBezTo>
                  <a:cubicBezTo>
                    <a:pt x="361" y="52"/>
                    <a:pt x="273" y="1"/>
                    <a:pt x="1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2334" name="Google Shape;2334;p20"/>
          <p:cNvGrpSpPr/>
          <p:nvPr/>
        </p:nvGrpSpPr>
        <p:grpSpPr>
          <a:xfrm>
            <a:off x="5860418" y="3952617"/>
            <a:ext cx="3576661" cy="1776821"/>
            <a:chOff x="2554175" y="3562475"/>
            <a:chExt cx="4028225" cy="2001150"/>
          </a:xfrm>
        </p:grpSpPr>
        <p:sp>
          <p:nvSpPr>
            <p:cNvPr id="2335" name="Google Shape;2335;p20"/>
            <p:cNvSpPr/>
            <p:nvPr/>
          </p:nvSpPr>
          <p:spPr>
            <a:xfrm>
              <a:off x="4471325" y="3738200"/>
              <a:ext cx="401525" cy="114200"/>
            </a:xfrm>
            <a:custGeom>
              <a:avLst/>
              <a:gdLst/>
              <a:ahLst/>
              <a:cxnLst/>
              <a:rect l="l" t="t" r="r" b="b"/>
              <a:pathLst>
                <a:path w="16061" h="4568" extrusionOk="0">
                  <a:moveTo>
                    <a:pt x="4527" y="1"/>
                  </a:moveTo>
                  <a:cubicBezTo>
                    <a:pt x="4522" y="1"/>
                    <a:pt x="4519" y="8"/>
                    <a:pt x="4519" y="31"/>
                  </a:cubicBezTo>
                  <a:lnTo>
                    <a:pt x="4318" y="297"/>
                  </a:lnTo>
                  <a:cubicBezTo>
                    <a:pt x="4185" y="464"/>
                    <a:pt x="4085" y="631"/>
                    <a:pt x="3985" y="798"/>
                  </a:cubicBezTo>
                  <a:cubicBezTo>
                    <a:pt x="3685" y="1231"/>
                    <a:pt x="3351" y="1632"/>
                    <a:pt x="3051" y="2032"/>
                  </a:cubicBezTo>
                  <a:cubicBezTo>
                    <a:pt x="2484" y="2733"/>
                    <a:pt x="1750" y="3200"/>
                    <a:pt x="1216" y="3266"/>
                  </a:cubicBezTo>
                  <a:lnTo>
                    <a:pt x="849" y="3266"/>
                  </a:lnTo>
                  <a:cubicBezTo>
                    <a:pt x="716" y="3266"/>
                    <a:pt x="649" y="3233"/>
                    <a:pt x="549" y="3233"/>
                  </a:cubicBezTo>
                  <a:cubicBezTo>
                    <a:pt x="416" y="3200"/>
                    <a:pt x="349" y="3133"/>
                    <a:pt x="349" y="3133"/>
                  </a:cubicBezTo>
                  <a:cubicBezTo>
                    <a:pt x="334" y="3127"/>
                    <a:pt x="319" y="3124"/>
                    <a:pt x="303" y="3124"/>
                  </a:cubicBezTo>
                  <a:cubicBezTo>
                    <a:pt x="149" y="3124"/>
                    <a:pt x="0" y="3406"/>
                    <a:pt x="182" y="3466"/>
                  </a:cubicBezTo>
                  <a:lnTo>
                    <a:pt x="416" y="3600"/>
                  </a:lnTo>
                  <a:cubicBezTo>
                    <a:pt x="516" y="3633"/>
                    <a:pt x="649" y="3633"/>
                    <a:pt x="749" y="3700"/>
                  </a:cubicBezTo>
                  <a:lnTo>
                    <a:pt x="1216" y="3700"/>
                  </a:lnTo>
                  <a:cubicBezTo>
                    <a:pt x="1550" y="3633"/>
                    <a:pt x="1983" y="3533"/>
                    <a:pt x="2350" y="3266"/>
                  </a:cubicBezTo>
                  <a:cubicBezTo>
                    <a:pt x="2717" y="3066"/>
                    <a:pt x="3118" y="2733"/>
                    <a:pt x="3451" y="2366"/>
                  </a:cubicBezTo>
                  <a:cubicBezTo>
                    <a:pt x="3751" y="1965"/>
                    <a:pt x="4085" y="1565"/>
                    <a:pt x="4419" y="1131"/>
                  </a:cubicBezTo>
                  <a:lnTo>
                    <a:pt x="4552" y="965"/>
                  </a:lnTo>
                  <a:lnTo>
                    <a:pt x="4552" y="1031"/>
                  </a:lnTo>
                  <a:lnTo>
                    <a:pt x="4685" y="1131"/>
                  </a:lnTo>
                  <a:lnTo>
                    <a:pt x="4986" y="1432"/>
                  </a:lnTo>
                  <a:cubicBezTo>
                    <a:pt x="5386" y="1865"/>
                    <a:pt x="5853" y="2232"/>
                    <a:pt x="6353" y="2466"/>
                  </a:cubicBezTo>
                  <a:cubicBezTo>
                    <a:pt x="6854" y="2733"/>
                    <a:pt x="7454" y="2899"/>
                    <a:pt x="7988" y="2899"/>
                  </a:cubicBezTo>
                  <a:cubicBezTo>
                    <a:pt x="8521" y="2899"/>
                    <a:pt x="9122" y="2766"/>
                    <a:pt x="9589" y="2566"/>
                  </a:cubicBezTo>
                  <a:cubicBezTo>
                    <a:pt x="10156" y="2366"/>
                    <a:pt x="10656" y="2099"/>
                    <a:pt x="11123" y="1799"/>
                  </a:cubicBezTo>
                  <a:cubicBezTo>
                    <a:pt x="11223" y="1732"/>
                    <a:pt x="11357" y="1698"/>
                    <a:pt x="11490" y="1598"/>
                  </a:cubicBezTo>
                  <a:lnTo>
                    <a:pt x="11557" y="1565"/>
                  </a:lnTo>
                  <a:lnTo>
                    <a:pt x="11624" y="1565"/>
                  </a:lnTo>
                  <a:cubicBezTo>
                    <a:pt x="11629" y="1565"/>
                    <a:pt x="11633" y="1564"/>
                    <a:pt x="11636" y="1564"/>
                  </a:cubicBezTo>
                  <a:cubicBezTo>
                    <a:pt x="11651" y="1564"/>
                    <a:pt x="11646" y="1587"/>
                    <a:pt x="11757" y="1865"/>
                  </a:cubicBezTo>
                  <a:cubicBezTo>
                    <a:pt x="12024" y="2366"/>
                    <a:pt x="12324" y="2799"/>
                    <a:pt x="12591" y="3233"/>
                  </a:cubicBezTo>
                  <a:cubicBezTo>
                    <a:pt x="12925" y="3633"/>
                    <a:pt x="13292" y="3967"/>
                    <a:pt x="13692" y="4234"/>
                  </a:cubicBezTo>
                  <a:cubicBezTo>
                    <a:pt x="14125" y="4467"/>
                    <a:pt x="14526" y="4567"/>
                    <a:pt x="14859" y="4567"/>
                  </a:cubicBezTo>
                  <a:cubicBezTo>
                    <a:pt x="15226" y="4567"/>
                    <a:pt x="15493" y="4534"/>
                    <a:pt x="15660" y="4467"/>
                  </a:cubicBezTo>
                  <a:cubicBezTo>
                    <a:pt x="15827" y="4434"/>
                    <a:pt x="15893" y="4400"/>
                    <a:pt x="15893" y="4400"/>
                  </a:cubicBezTo>
                  <a:cubicBezTo>
                    <a:pt x="16060" y="4300"/>
                    <a:pt x="15960" y="4033"/>
                    <a:pt x="15727" y="3967"/>
                  </a:cubicBezTo>
                  <a:cubicBezTo>
                    <a:pt x="15727" y="3967"/>
                    <a:pt x="15660" y="4033"/>
                    <a:pt x="15493" y="4067"/>
                  </a:cubicBezTo>
                  <a:cubicBezTo>
                    <a:pt x="15326" y="4067"/>
                    <a:pt x="15093" y="4100"/>
                    <a:pt x="14826" y="4100"/>
                  </a:cubicBezTo>
                  <a:cubicBezTo>
                    <a:pt x="14526" y="4067"/>
                    <a:pt x="14226" y="3967"/>
                    <a:pt x="13892" y="3767"/>
                  </a:cubicBezTo>
                  <a:cubicBezTo>
                    <a:pt x="13558" y="3566"/>
                    <a:pt x="13258" y="3233"/>
                    <a:pt x="13025" y="2866"/>
                  </a:cubicBezTo>
                  <a:cubicBezTo>
                    <a:pt x="12758" y="2432"/>
                    <a:pt x="12524" y="1965"/>
                    <a:pt x="12324" y="1532"/>
                  </a:cubicBezTo>
                  <a:cubicBezTo>
                    <a:pt x="12224" y="1398"/>
                    <a:pt x="12191" y="1231"/>
                    <a:pt x="12091" y="1065"/>
                  </a:cubicBezTo>
                  <a:lnTo>
                    <a:pt x="11924" y="731"/>
                  </a:lnTo>
                  <a:lnTo>
                    <a:pt x="11891" y="631"/>
                  </a:lnTo>
                  <a:lnTo>
                    <a:pt x="11891" y="598"/>
                  </a:lnTo>
                  <a:cubicBezTo>
                    <a:pt x="11891" y="587"/>
                    <a:pt x="11887" y="583"/>
                    <a:pt x="11882" y="583"/>
                  </a:cubicBezTo>
                  <a:cubicBezTo>
                    <a:pt x="11872" y="583"/>
                    <a:pt x="11857" y="598"/>
                    <a:pt x="11857" y="598"/>
                  </a:cubicBezTo>
                  <a:lnTo>
                    <a:pt x="11690" y="698"/>
                  </a:lnTo>
                  <a:lnTo>
                    <a:pt x="11090" y="1031"/>
                  </a:lnTo>
                  <a:cubicBezTo>
                    <a:pt x="11023" y="1098"/>
                    <a:pt x="10890" y="1131"/>
                    <a:pt x="10756" y="1231"/>
                  </a:cubicBezTo>
                  <a:cubicBezTo>
                    <a:pt x="9856" y="1732"/>
                    <a:pt x="8855" y="2132"/>
                    <a:pt x="8021" y="2132"/>
                  </a:cubicBezTo>
                  <a:cubicBezTo>
                    <a:pt x="7187" y="2132"/>
                    <a:pt x="6220" y="1698"/>
                    <a:pt x="5486" y="931"/>
                  </a:cubicBezTo>
                  <a:cubicBezTo>
                    <a:pt x="5386" y="865"/>
                    <a:pt x="5252" y="764"/>
                    <a:pt x="5186" y="698"/>
                  </a:cubicBezTo>
                  <a:lnTo>
                    <a:pt x="4752" y="231"/>
                  </a:lnTo>
                  <a:lnTo>
                    <a:pt x="4652" y="97"/>
                  </a:lnTo>
                  <a:lnTo>
                    <a:pt x="4552" y="31"/>
                  </a:lnTo>
                  <a:cubicBezTo>
                    <a:pt x="4552" y="31"/>
                    <a:pt x="4537" y="1"/>
                    <a:pt x="45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36" name="Google Shape;2336;p20"/>
            <p:cNvSpPr/>
            <p:nvPr/>
          </p:nvSpPr>
          <p:spPr>
            <a:xfrm>
              <a:off x="2554175" y="4914075"/>
              <a:ext cx="532400" cy="107675"/>
            </a:xfrm>
            <a:custGeom>
              <a:avLst/>
              <a:gdLst/>
              <a:ahLst/>
              <a:cxnLst/>
              <a:rect l="l" t="t" r="r" b="b"/>
              <a:pathLst>
                <a:path w="21296" h="4307" extrusionOk="0">
                  <a:moveTo>
                    <a:pt x="13664" y="1"/>
                  </a:moveTo>
                  <a:cubicBezTo>
                    <a:pt x="13660" y="1"/>
                    <a:pt x="13656" y="9"/>
                    <a:pt x="13656" y="29"/>
                  </a:cubicBezTo>
                  <a:lnTo>
                    <a:pt x="13623" y="63"/>
                  </a:lnTo>
                  <a:lnTo>
                    <a:pt x="13523" y="129"/>
                  </a:lnTo>
                  <a:lnTo>
                    <a:pt x="13356" y="296"/>
                  </a:lnTo>
                  <a:lnTo>
                    <a:pt x="13089" y="596"/>
                  </a:lnTo>
                  <a:cubicBezTo>
                    <a:pt x="12956" y="730"/>
                    <a:pt x="12822" y="796"/>
                    <a:pt x="12689" y="897"/>
                  </a:cubicBezTo>
                  <a:cubicBezTo>
                    <a:pt x="12589" y="1030"/>
                    <a:pt x="12456" y="1097"/>
                    <a:pt x="12322" y="1197"/>
                  </a:cubicBezTo>
                  <a:lnTo>
                    <a:pt x="11955" y="1430"/>
                  </a:lnTo>
                  <a:cubicBezTo>
                    <a:pt x="11455" y="1764"/>
                    <a:pt x="10854" y="1931"/>
                    <a:pt x="10321" y="2064"/>
                  </a:cubicBezTo>
                  <a:cubicBezTo>
                    <a:pt x="9912" y="2153"/>
                    <a:pt x="9465" y="2204"/>
                    <a:pt x="9003" y="2204"/>
                  </a:cubicBezTo>
                  <a:cubicBezTo>
                    <a:pt x="8257" y="2204"/>
                    <a:pt x="7472" y="2073"/>
                    <a:pt x="6751" y="1764"/>
                  </a:cubicBezTo>
                  <a:cubicBezTo>
                    <a:pt x="6451" y="1697"/>
                    <a:pt x="6184" y="1530"/>
                    <a:pt x="5918" y="1364"/>
                  </a:cubicBezTo>
                  <a:lnTo>
                    <a:pt x="5517" y="1097"/>
                  </a:lnTo>
                  <a:lnTo>
                    <a:pt x="5350" y="930"/>
                  </a:lnTo>
                  <a:lnTo>
                    <a:pt x="5017" y="630"/>
                  </a:lnTo>
                  <a:cubicBezTo>
                    <a:pt x="4917" y="563"/>
                    <a:pt x="4817" y="430"/>
                    <a:pt x="4683" y="363"/>
                  </a:cubicBezTo>
                  <a:lnTo>
                    <a:pt x="4483" y="763"/>
                  </a:lnTo>
                  <a:cubicBezTo>
                    <a:pt x="4416" y="963"/>
                    <a:pt x="4283" y="1130"/>
                    <a:pt x="4183" y="1364"/>
                  </a:cubicBezTo>
                  <a:lnTo>
                    <a:pt x="3949" y="1730"/>
                  </a:lnTo>
                  <a:cubicBezTo>
                    <a:pt x="3849" y="1797"/>
                    <a:pt x="3783" y="1964"/>
                    <a:pt x="3683" y="2064"/>
                  </a:cubicBezTo>
                  <a:cubicBezTo>
                    <a:pt x="2982" y="2931"/>
                    <a:pt x="2015" y="3398"/>
                    <a:pt x="1348" y="3632"/>
                  </a:cubicBezTo>
                  <a:cubicBezTo>
                    <a:pt x="1181" y="3732"/>
                    <a:pt x="1014" y="3765"/>
                    <a:pt x="914" y="3799"/>
                  </a:cubicBezTo>
                  <a:cubicBezTo>
                    <a:pt x="747" y="3865"/>
                    <a:pt x="614" y="3865"/>
                    <a:pt x="514" y="3899"/>
                  </a:cubicBezTo>
                  <a:cubicBezTo>
                    <a:pt x="347" y="3899"/>
                    <a:pt x="247" y="3932"/>
                    <a:pt x="247" y="3932"/>
                  </a:cubicBezTo>
                  <a:cubicBezTo>
                    <a:pt x="0" y="3963"/>
                    <a:pt x="10" y="4306"/>
                    <a:pt x="223" y="4306"/>
                  </a:cubicBezTo>
                  <a:cubicBezTo>
                    <a:pt x="241" y="4306"/>
                    <a:pt x="260" y="4304"/>
                    <a:pt x="280" y="4299"/>
                  </a:cubicBezTo>
                  <a:cubicBezTo>
                    <a:pt x="280" y="4299"/>
                    <a:pt x="414" y="4299"/>
                    <a:pt x="614" y="4266"/>
                  </a:cubicBezTo>
                  <a:cubicBezTo>
                    <a:pt x="680" y="4232"/>
                    <a:pt x="814" y="4232"/>
                    <a:pt x="981" y="4199"/>
                  </a:cubicBezTo>
                  <a:cubicBezTo>
                    <a:pt x="1114" y="4132"/>
                    <a:pt x="1281" y="4099"/>
                    <a:pt x="1481" y="4065"/>
                  </a:cubicBezTo>
                  <a:cubicBezTo>
                    <a:pt x="2182" y="3799"/>
                    <a:pt x="3282" y="3365"/>
                    <a:pt x="4116" y="2398"/>
                  </a:cubicBezTo>
                  <a:cubicBezTo>
                    <a:pt x="4250" y="2264"/>
                    <a:pt x="4316" y="2131"/>
                    <a:pt x="4416" y="2031"/>
                  </a:cubicBezTo>
                  <a:cubicBezTo>
                    <a:pt x="4483" y="1897"/>
                    <a:pt x="4617" y="1730"/>
                    <a:pt x="4683" y="1597"/>
                  </a:cubicBezTo>
                  <a:lnTo>
                    <a:pt x="4817" y="1397"/>
                  </a:lnTo>
                  <a:lnTo>
                    <a:pt x="4850" y="1364"/>
                  </a:lnTo>
                  <a:lnTo>
                    <a:pt x="4917" y="1297"/>
                  </a:lnTo>
                  <a:lnTo>
                    <a:pt x="4950" y="1364"/>
                  </a:lnTo>
                  <a:lnTo>
                    <a:pt x="4984" y="1397"/>
                  </a:lnTo>
                  <a:cubicBezTo>
                    <a:pt x="5084" y="1430"/>
                    <a:pt x="5117" y="1530"/>
                    <a:pt x="5184" y="1564"/>
                  </a:cubicBezTo>
                  <a:lnTo>
                    <a:pt x="5617" y="1864"/>
                  </a:lnTo>
                  <a:cubicBezTo>
                    <a:pt x="5918" y="2031"/>
                    <a:pt x="6184" y="2231"/>
                    <a:pt x="6518" y="2364"/>
                  </a:cubicBezTo>
                  <a:cubicBezTo>
                    <a:pt x="7371" y="2748"/>
                    <a:pt x="8278" y="2914"/>
                    <a:pt x="9135" y="2914"/>
                  </a:cubicBezTo>
                  <a:cubicBezTo>
                    <a:pt x="9619" y="2914"/>
                    <a:pt x="10087" y="2861"/>
                    <a:pt x="10521" y="2765"/>
                  </a:cubicBezTo>
                  <a:cubicBezTo>
                    <a:pt x="11121" y="2598"/>
                    <a:pt x="11788" y="2398"/>
                    <a:pt x="12355" y="2064"/>
                  </a:cubicBezTo>
                  <a:cubicBezTo>
                    <a:pt x="12522" y="1964"/>
                    <a:pt x="12656" y="1864"/>
                    <a:pt x="12822" y="1764"/>
                  </a:cubicBezTo>
                  <a:cubicBezTo>
                    <a:pt x="12956" y="1630"/>
                    <a:pt x="13123" y="1564"/>
                    <a:pt x="13256" y="1430"/>
                  </a:cubicBezTo>
                  <a:cubicBezTo>
                    <a:pt x="13423" y="1364"/>
                    <a:pt x="13523" y="1230"/>
                    <a:pt x="13656" y="1097"/>
                  </a:cubicBezTo>
                  <a:lnTo>
                    <a:pt x="13690" y="1063"/>
                  </a:lnTo>
                  <a:lnTo>
                    <a:pt x="13790" y="1197"/>
                  </a:lnTo>
                  <a:lnTo>
                    <a:pt x="14123" y="1564"/>
                  </a:lnTo>
                  <a:lnTo>
                    <a:pt x="14490" y="1931"/>
                  </a:lnTo>
                  <a:cubicBezTo>
                    <a:pt x="14624" y="2064"/>
                    <a:pt x="14791" y="2131"/>
                    <a:pt x="14924" y="2264"/>
                  </a:cubicBezTo>
                  <a:cubicBezTo>
                    <a:pt x="15491" y="2631"/>
                    <a:pt x="16125" y="2898"/>
                    <a:pt x="16759" y="3065"/>
                  </a:cubicBezTo>
                  <a:cubicBezTo>
                    <a:pt x="17387" y="3222"/>
                    <a:pt x="17997" y="3269"/>
                    <a:pt x="18541" y="3269"/>
                  </a:cubicBezTo>
                  <a:cubicBezTo>
                    <a:pt x="19037" y="3269"/>
                    <a:pt x="19478" y="3230"/>
                    <a:pt x="19827" y="3198"/>
                  </a:cubicBezTo>
                  <a:cubicBezTo>
                    <a:pt x="20595" y="3098"/>
                    <a:pt x="21028" y="3031"/>
                    <a:pt x="21028" y="3031"/>
                  </a:cubicBezTo>
                  <a:cubicBezTo>
                    <a:pt x="21295" y="2965"/>
                    <a:pt x="21195" y="2698"/>
                    <a:pt x="20995" y="2598"/>
                  </a:cubicBezTo>
                  <a:cubicBezTo>
                    <a:pt x="20995" y="2598"/>
                    <a:pt x="20528" y="2698"/>
                    <a:pt x="19794" y="2731"/>
                  </a:cubicBezTo>
                  <a:cubicBezTo>
                    <a:pt x="19602" y="2740"/>
                    <a:pt x="19394" y="2746"/>
                    <a:pt x="19171" y="2746"/>
                  </a:cubicBezTo>
                  <a:cubicBezTo>
                    <a:pt x="18504" y="2746"/>
                    <a:pt x="17709" y="2689"/>
                    <a:pt x="16859" y="2464"/>
                  </a:cubicBezTo>
                  <a:cubicBezTo>
                    <a:pt x="16292" y="2364"/>
                    <a:pt x="15758" y="2097"/>
                    <a:pt x="15258" y="1730"/>
                  </a:cubicBezTo>
                  <a:cubicBezTo>
                    <a:pt x="15124" y="1630"/>
                    <a:pt x="14991" y="1530"/>
                    <a:pt x="14857" y="1430"/>
                  </a:cubicBezTo>
                  <a:lnTo>
                    <a:pt x="14524" y="1097"/>
                  </a:lnTo>
                  <a:cubicBezTo>
                    <a:pt x="14424" y="963"/>
                    <a:pt x="14324" y="897"/>
                    <a:pt x="14190" y="730"/>
                  </a:cubicBezTo>
                  <a:lnTo>
                    <a:pt x="13690" y="63"/>
                  </a:lnTo>
                  <a:cubicBezTo>
                    <a:pt x="13690" y="40"/>
                    <a:pt x="13674" y="1"/>
                    <a:pt x="136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37" name="Google Shape;2337;p20"/>
            <p:cNvSpPr/>
            <p:nvPr/>
          </p:nvSpPr>
          <p:spPr>
            <a:xfrm>
              <a:off x="3706150" y="4020825"/>
              <a:ext cx="338600" cy="91750"/>
            </a:xfrm>
            <a:custGeom>
              <a:avLst/>
              <a:gdLst/>
              <a:ahLst/>
              <a:cxnLst/>
              <a:rect l="l" t="t" r="r" b="b"/>
              <a:pathLst>
                <a:path w="13544" h="3670" extrusionOk="0">
                  <a:moveTo>
                    <a:pt x="8173" y="0"/>
                  </a:moveTo>
                  <a:cubicBezTo>
                    <a:pt x="7773" y="267"/>
                    <a:pt x="7339" y="501"/>
                    <a:pt x="6972" y="701"/>
                  </a:cubicBezTo>
                  <a:cubicBezTo>
                    <a:pt x="6672" y="868"/>
                    <a:pt x="6338" y="1034"/>
                    <a:pt x="6005" y="1201"/>
                  </a:cubicBezTo>
                  <a:cubicBezTo>
                    <a:pt x="5638" y="1335"/>
                    <a:pt x="5304" y="1501"/>
                    <a:pt x="4937" y="1635"/>
                  </a:cubicBezTo>
                  <a:cubicBezTo>
                    <a:pt x="4570" y="1768"/>
                    <a:pt x="4170" y="1935"/>
                    <a:pt x="3803" y="1968"/>
                  </a:cubicBezTo>
                  <a:cubicBezTo>
                    <a:pt x="3636" y="2002"/>
                    <a:pt x="3436" y="2035"/>
                    <a:pt x="3270" y="2102"/>
                  </a:cubicBezTo>
                  <a:cubicBezTo>
                    <a:pt x="3103" y="2135"/>
                    <a:pt x="2903" y="2135"/>
                    <a:pt x="2736" y="2135"/>
                  </a:cubicBezTo>
                  <a:cubicBezTo>
                    <a:pt x="2569" y="2135"/>
                    <a:pt x="2402" y="2169"/>
                    <a:pt x="2235" y="2169"/>
                  </a:cubicBezTo>
                  <a:cubicBezTo>
                    <a:pt x="2180" y="2191"/>
                    <a:pt x="2128" y="2198"/>
                    <a:pt x="2077" y="2198"/>
                  </a:cubicBezTo>
                  <a:cubicBezTo>
                    <a:pt x="1976" y="2198"/>
                    <a:pt x="1880" y="2169"/>
                    <a:pt x="1768" y="2169"/>
                  </a:cubicBezTo>
                  <a:cubicBezTo>
                    <a:pt x="1468" y="2135"/>
                    <a:pt x="1168" y="2135"/>
                    <a:pt x="968" y="2102"/>
                  </a:cubicBezTo>
                  <a:cubicBezTo>
                    <a:pt x="501" y="2002"/>
                    <a:pt x="267" y="1968"/>
                    <a:pt x="267" y="1968"/>
                  </a:cubicBezTo>
                  <a:cubicBezTo>
                    <a:pt x="134" y="1968"/>
                    <a:pt x="1" y="2302"/>
                    <a:pt x="201" y="2335"/>
                  </a:cubicBezTo>
                  <a:cubicBezTo>
                    <a:pt x="201" y="2335"/>
                    <a:pt x="434" y="2435"/>
                    <a:pt x="901" y="2535"/>
                  </a:cubicBezTo>
                  <a:cubicBezTo>
                    <a:pt x="1135" y="2636"/>
                    <a:pt x="1402" y="2636"/>
                    <a:pt x="1735" y="2669"/>
                  </a:cubicBezTo>
                  <a:cubicBezTo>
                    <a:pt x="1902" y="2669"/>
                    <a:pt x="2069" y="2736"/>
                    <a:pt x="2235" y="2736"/>
                  </a:cubicBezTo>
                  <a:lnTo>
                    <a:pt x="2769" y="2736"/>
                  </a:lnTo>
                  <a:cubicBezTo>
                    <a:pt x="2869" y="2702"/>
                    <a:pt x="2961" y="2702"/>
                    <a:pt x="3053" y="2702"/>
                  </a:cubicBezTo>
                  <a:cubicBezTo>
                    <a:pt x="3144" y="2702"/>
                    <a:pt x="3236" y="2702"/>
                    <a:pt x="3336" y="2669"/>
                  </a:cubicBezTo>
                  <a:cubicBezTo>
                    <a:pt x="3536" y="2636"/>
                    <a:pt x="3737" y="2636"/>
                    <a:pt x="3937" y="2602"/>
                  </a:cubicBezTo>
                  <a:cubicBezTo>
                    <a:pt x="4370" y="2569"/>
                    <a:pt x="4737" y="2402"/>
                    <a:pt x="5138" y="2302"/>
                  </a:cubicBezTo>
                  <a:cubicBezTo>
                    <a:pt x="5571" y="2235"/>
                    <a:pt x="5938" y="2002"/>
                    <a:pt x="6305" y="1902"/>
                  </a:cubicBezTo>
                  <a:cubicBezTo>
                    <a:pt x="6672" y="1735"/>
                    <a:pt x="7039" y="1568"/>
                    <a:pt x="7372" y="1401"/>
                  </a:cubicBezTo>
                  <a:cubicBezTo>
                    <a:pt x="7506" y="1301"/>
                    <a:pt x="7706" y="1168"/>
                    <a:pt x="7873" y="1101"/>
                  </a:cubicBezTo>
                  <a:cubicBezTo>
                    <a:pt x="7940" y="1068"/>
                    <a:pt x="8040" y="968"/>
                    <a:pt x="8106" y="934"/>
                  </a:cubicBezTo>
                  <a:lnTo>
                    <a:pt x="8306" y="1134"/>
                  </a:lnTo>
                  <a:cubicBezTo>
                    <a:pt x="8440" y="1268"/>
                    <a:pt x="8607" y="1435"/>
                    <a:pt x="8773" y="1568"/>
                  </a:cubicBezTo>
                  <a:cubicBezTo>
                    <a:pt x="9107" y="1835"/>
                    <a:pt x="9441" y="2102"/>
                    <a:pt x="9774" y="2335"/>
                  </a:cubicBezTo>
                  <a:cubicBezTo>
                    <a:pt x="10141" y="2569"/>
                    <a:pt x="10475" y="2769"/>
                    <a:pt x="10808" y="2936"/>
                  </a:cubicBezTo>
                  <a:cubicBezTo>
                    <a:pt x="11475" y="3269"/>
                    <a:pt x="12109" y="3436"/>
                    <a:pt x="12576" y="3570"/>
                  </a:cubicBezTo>
                  <a:cubicBezTo>
                    <a:pt x="12776" y="3603"/>
                    <a:pt x="12976" y="3603"/>
                    <a:pt x="13110" y="3636"/>
                  </a:cubicBezTo>
                  <a:cubicBezTo>
                    <a:pt x="13243" y="3670"/>
                    <a:pt x="13310" y="3670"/>
                    <a:pt x="13310" y="3670"/>
                  </a:cubicBezTo>
                  <a:cubicBezTo>
                    <a:pt x="13477" y="3670"/>
                    <a:pt x="13544" y="3403"/>
                    <a:pt x="13310" y="3269"/>
                  </a:cubicBezTo>
                  <a:cubicBezTo>
                    <a:pt x="13310" y="3269"/>
                    <a:pt x="13277" y="3269"/>
                    <a:pt x="13143" y="3203"/>
                  </a:cubicBezTo>
                  <a:cubicBezTo>
                    <a:pt x="13010" y="3169"/>
                    <a:pt x="12843" y="3169"/>
                    <a:pt x="12643" y="3103"/>
                  </a:cubicBezTo>
                  <a:cubicBezTo>
                    <a:pt x="12243" y="2969"/>
                    <a:pt x="11642" y="2769"/>
                    <a:pt x="11008" y="2369"/>
                  </a:cubicBezTo>
                  <a:cubicBezTo>
                    <a:pt x="10742" y="2269"/>
                    <a:pt x="10441" y="2002"/>
                    <a:pt x="10108" y="1802"/>
                  </a:cubicBezTo>
                  <a:cubicBezTo>
                    <a:pt x="9808" y="1535"/>
                    <a:pt x="9507" y="1335"/>
                    <a:pt x="9240" y="1034"/>
                  </a:cubicBezTo>
                  <a:cubicBezTo>
                    <a:pt x="9074" y="934"/>
                    <a:pt x="8940" y="801"/>
                    <a:pt x="8807" y="634"/>
                  </a:cubicBezTo>
                  <a:lnTo>
                    <a:pt x="8607" y="434"/>
                  </a:lnTo>
                  <a:cubicBezTo>
                    <a:pt x="8440" y="301"/>
                    <a:pt x="8306" y="100"/>
                    <a:pt x="81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38" name="Google Shape;2338;p20"/>
            <p:cNvSpPr/>
            <p:nvPr/>
          </p:nvSpPr>
          <p:spPr>
            <a:xfrm>
              <a:off x="3403425" y="3729975"/>
              <a:ext cx="3178975" cy="1783400"/>
            </a:xfrm>
            <a:custGeom>
              <a:avLst/>
              <a:gdLst/>
              <a:ahLst/>
              <a:cxnLst/>
              <a:rect l="l" t="t" r="r" b="b"/>
              <a:pathLst>
                <a:path w="127159" h="71336" extrusionOk="0">
                  <a:moveTo>
                    <a:pt x="98163" y="1"/>
                  </a:moveTo>
                  <a:cubicBezTo>
                    <a:pt x="97767" y="1"/>
                    <a:pt x="97368" y="20"/>
                    <a:pt x="96970" y="59"/>
                  </a:cubicBezTo>
                  <a:cubicBezTo>
                    <a:pt x="96303" y="126"/>
                    <a:pt x="95636" y="260"/>
                    <a:pt x="94969" y="393"/>
                  </a:cubicBezTo>
                  <a:cubicBezTo>
                    <a:pt x="94302" y="560"/>
                    <a:pt x="93634" y="760"/>
                    <a:pt x="93034" y="1060"/>
                  </a:cubicBezTo>
                  <a:cubicBezTo>
                    <a:pt x="91733" y="1594"/>
                    <a:pt x="90532" y="2394"/>
                    <a:pt x="89365" y="3195"/>
                  </a:cubicBezTo>
                  <a:cubicBezTo>
                    <a:pt x="88197" y="3962"/>
                    <a:pt x="87063" y="4796"/>
                    <a:pt x="85795" y="5463"/>
                  </a:cubicBezTo>
                  <a:cubicBezTo>
                    <a:pt x="85195" y="5797"/>
                    <a:pt x="84528" y="6064"/>
                    <a:pt x="83861" y="6264"/>
                  </a:cubicBezTo>
                  <a:cubicBezTo>
                    <a:pt x="83527" y="6397"/>
                    <a:pt x="83127" y="6431"/>
                    <a:pt x="82793" y="6531"/>
                  </a:cubicBezTo>
                  <a:cubicBezTo>
                    <a:pt x="82426" y="6564"/>
                    <a:pt x="82093" y="6597"/>
                    <a:pt x="81726" y="6631"/>
                  </a:cubicBezTo>
                  <a:cubicBezTo>
                    <a:pt x="80925" y="6731"/>
                    <a:pt x="80191" y="6864"/>
                    <a:pt x="79424" y="7064"/>
                  </a:cubicBezTo>
                  <a:cubicBezTo>
                    <a:pt x="78690" y="7298"/>
                    <a:pt x="77957" y="7698"/>
                    <a:pt x="77289" y="8098"/>
                  </a:cubicBezTo>
                  <a:cubicBezTo>
                    <a:pt x="76689" y="8565"/>
                    <a:pt x="76055" y="9066"/>
                    <a:pt x="75521" y="9600"/>
                  </a:cubicBezTo>
                  <a:cubicBezTo>
                    <a:pt x="74954" y="10100"/>
                    <a:pt x="74421" y="10700"/>
                    <a:pt x="73887" y="11234"/>
                  </a:cubicBezTo>
                  <a:cubicBezTo>
                    <a:pt x="73387" y="11801"/>
                    <a:pt x="72853" y="12368"/>
                    <a:pt x="72286" y="12902"/>
                  </a:cubicBezTo>
                  <a:lnTo>
                    <a:pt x="71452" y="13702"/>
                  </a:lnTo>
                  <a:cubicBezTo>
                    <a:pt x="71285" y="13803"/>
                    <a:pt x="71185" y="13936"/>
                    <a:pt x="71052" y="14069"/>
                  </a:cubicBezTo>
                  <a:cubicBezTo>
                    <a:pt x="70885" y="14203"/>
                    <a:pt x="70751" y="14270"/>
                    <a:pt x="70585" y="14403"/>
                  </a:cubicBezTo>
                  <a:cubicBezTo>
                    <a:pt x="69384" y="15204"/>
                    <a:pt x="67883" y="15704"/>
                    <a:pt x="66415" y="16138"/>
                  </a:cubicBezTo>
                  <a:cubicBezTo>
                    <a:pt x="64914" y="16605"/>
                    <a:pt x="63413" y="17038"/>
                    <a:pt x="61912" y="17572"/>
                  </a:cubicBezTo>
                  <a:cubicBezTo>
                    <a:pt x="60411" y="18106"/>
                    <a:pt x="58910" y="18773"/>
                    <a:pt x="57575" y="19640"/>
                  </a:cubicBezTo>
                  <a:cubicBezTo>
                    <a:pt x="51538" y="22942"/>
                    <a:pt x="51404" y="31282"/>
                    <a:pt x="45667" y="33317"/>
                  </a:cubicBezTo>
                  <a:cubicBezTo>
                    <a:pt x="45050" y="33579"/>
                    <a:pt x="44411" y="33698"/>
                    <a:pt x="43775" y="33698"/>
                  </a:cubicBezTo>
                  <a:cubicBezTo>
                    <a:pt x="43035" y="33698"/>
                    <a:pt x="42297" y="33537"/>
                    <a:pt x="41597" y="33250"/>
                  </a:cubicBezTo>
                  <a:cubicBezTo>
                    <a:pt x="40330" y="32716"/>
                    <a:pt x="39062" y="31882"/>
                    <a:pt x="37661" y="31315"/>
                  </a:cubicBezTo>
                  <a:cubicBezTo>
                    <a:pt x="37328" y="31148"/>
                    <a:pt x="36927" y="31082"/>
                    <a:pt x="36560" y="30948"/>
                  </a:cubicBezTo>
                  <a:cubicBezTo>
                    <a:pt x="36193" y="30881"/>
                    <a:pt x="35826" y="30781"/>
                    <a:pt x="35426" y="30748"/>
                  </a:cubicBezTo>
                  <a:lnTo>
                    <a:pt x="34892" y="30648"/>
                  </a:lnTo>
                  <a:lnTo>
                    <a:pt x="34359" y="30615"/>
                  </a:lnTo>
                  <a:cubicBezTo>
                    <a:pt x="34236" y="30603"/>
                    <a:pt x="34110" y="30600"/>
                    <a:pt x="33983" y="30600"/>
                  </a:cubicBezTo>
                  <a:cubicBezTo>
                    <a:pt x="33729" y="30600"/>
                    <a:pt x="33469" y="30615"/>
                    <a:pt x="33225" y="30615"/>
                  </a:cubicBezTo>
                  <a:cubicBezTo>
                    <a:pt x="32491" y="30648"/>
                    <a:pt x="31724" y="30781"/>
                    <a:pt x="31023" y="31082"/>
                  </a:cubicBezTo>
                  <a:cubicBezTo>
                    <a:pt x="30323" y="31315"/>
                    <a:pt x="29689" y="31782"/>
                    <a:pt x="29155" y="32282"/>
                  </a:cubicBezTo>
                  <a:cubicBezTo>
                    <a:pt x="28054" y="33317"/>
                    <a:pt x="27387" y="34651"/>
                    <a:pt x="26820" y="35952"/>
                  </a:cubicBezTo>
                  <a:cubicBezTo>
                    <a:pt x="26220" y="37253"/>
                    <a:pt x="25686" y="38587"/>
                    <a:pt x="24985" y="39788"/>
                  </a:cubicBezTo>
                  <a:cubicBezTo>
                    <a:pt x="24252" y="40989"/>
                    <a:pt x="23251" y="41989"/>
                    <a:pt x="21983" y="42456"/>
                  </a:cubicBezTo>
                  <a:cubicBezTo>
                    <a:pt x="21349" y="42723"/>
                    <a:pt x="20649" y="42823"/>
                    <a:pt x="19982" y="42823"/>
                  </a:cubicBezTo>
                  <a:cubicBezTo>
                    <a:pt x="19348" y="42823"/>
                    <a:pt x="18681" y="42590"/>
                    <a:pt x="18080" y="42223"/>
                  </a:cubicBezTo>
                  <a:cubicBezTo>
                    <a:pt x="17513" y="41823"/>
                    <a:pt x="16913" y="41389"/>
                    <a:pt x="16346" y="40889"/>
                  </a:cubicBezTo>
                  <a:cubicBezTo>
                    <a:pt x="15745" y="40422"/>
                    <a:pt x="15145" y="39888"/>
                    <a:pt x="14344" y="39554"/>
                  </a:cubicBezTo>
                  <a:cubicBezTo>
                    <a:pt x="13853" y="39298"/>
                    <a:pt x="13292" y="39178"/>
                    <a:pt x="12734" y="39178"/>
                  </a:cubicBezTo>
                  <a:cubicBezTo>
                    <a:pt x="12421" y="39178"/>
                    <a:pt x="12109" y="39216"/>
                    <a:pt x="11809" y="39287"/>
                  </a:cubicBezTo>
                  <a:cubicBezTo>
                    <a:pt x="11676" y="39321"/>
                    <a:pt x="11576" y="39321"/>
                    <a:pt x="11476" y="39388"/>
                  </a:cubicBezTo>
                  <a:lnTo>
                    <a:pt x="11142" y="39488"/>
                  </a:lnTo>
                  <a:cubicBezTo>
                    <a:pt x="10909" y="39621"/>
                    <a:pt x="10709" y="39754"/>
                    <a:pt x="10542" y="39921"/>
                  </a:cubicBezTo>
                  <a:cubicBezTo>
                    <a:pt x="10208" y="40221"/>
                    <a:pt x="9975" y="40588"/>
                    <a:pt x="9741" y="40922"/>
                  </a:cubicBezTo>
                  <a:cubicBezTo>
                    <a:pt x="9341" y="41622"/>
                    <a:pt x="9007" y="42323"/>
                    <a:pt x="8640" y="42957"/>
                  </a:cubicBezTo>
                  <a:cubicBezTo>
                    <a:pt x="8407" y="43257"/>
                    <a:pt x="8207" y="43557"/>
                    <a:pt x="7973" y="43724"/>
                  </a:cubicBezTo>
                  <a:cubicBezTo>
                    <a:pt x="7873" y="43791"/>
                    <a:pt x="7673" y="43891"/>
                    <a:pt x="7540" y="43957"/>
                  </a:cubicBezTo>
                  <a:lnTo>
                    <a:pt x="7306" y="44058"/>
                  </a:lnTo>
                  <a:cubicBezTo>
                    <a:pt x="7206" y="44091"/>
                    <a:pt x="7139" y="44091"/>
                    <a:pt x="7039" y="44124"/>
                  </a:cubicBezTo>
                  <a:cubicBezTo>
                    <a:pt x="6644" y="44223"/>
                    <a:pt x="6226" y="44252"/>
                    <a:pt x="5785" y="44252"/>
                  </a:cubicBezTo>
                  <a:cubicBezTo>
                    <a:pt x="5480" y="44252"/>
                    <a:pt x="5165" y="44238"/>
                    <a:pt x="4838" y="44224"/>
                  </a:cubicBezTo>
                  <a:cubicBezTo>
                    <a:pt x="4665" y="44210"/>
                    <a:pt x="4488" y="44202"/>
                    <a:pt x="4308" y="44202"/>
                  </a:cubicBezTo>
                  <a:cubicBezTo>
                    <a:pt x="3652" y="44202"/>
                    <a:pt x="2957" y="44310"/>
                    <a:pt x="2303" y="44625"/>
                  </a:cubicBezTo>
                  <a:cubicBezTo>
                    <a:pt x="1902" y="44825"/>
                    <a:pt x="1569" y="45092"/>
                    <a:pt x="1235" y="45325"/>
                  </a:cubicBezTo>
                  <a:cubicBezTo>
                    <a:pt x="902" y="45625"/>
                    <a:pt x="635" y="45926"/>
                    <a:pt x="368" y="46326"/>
                  </a:cubicBezTo>
                  <a:cubicBezTo>
                    <a:pt x="134" y="46759"/>
                    <a:pt x="1" y="47293"/>
                    <a:pt x="134" y="47794"/>
                  </a:cubicBezTo>
                  <a:cubicBezTo>
                    <a:pt x="234" y="48294"/>
                    <a:pt x="501" y="48661"/>
                    <a:pt x="801" y="48994"/>
                  </a:cubicBezTo>
                  <a:cubicBezTo>
                    <a:pt x="1402" y="49662"/>
                    <a:pt x="2069" y="50095"/>
                    <a:pt x="2803" y="50495"/>
                  </a:cubicBezTo>
                  <a:cubicBezTo>
                    <a:pt x="3503" y="50862"/>
                    <a:pt x="4237" y="51196"/>
                    <a:pt x="4971" y="51563"/>
                  </a:cubicBezTo>
                  <a:cubicBezTo>
                    <a:pt x="7840" y="52797"/>
                    <a:pt x="10875" y="53631"/>
                    <a:pt x="13744" y="54598"/>
                  </a:cubicBezTo>
                  <a:cubicBezTo>
                    <a:pt x="14078" y="54698"/>
                    <a:pt x="14478" y="54832"/>
                    <a:pt x="14811" y="54965"/>
                  </a:cubicBezTo>
                  <a:cubicBezTo>
                    <a:pt x="15012" y="54999"/>
                    <a:pt x="15178" y="55099"/>
                    <a:pt x="15312" y="55165"/>
                  </a:cubicBezTo>
                  <a:lnTo>
                    <a:pt x="15745" y="55466"/>
                  </a:lnTo>
                  <a:cubicBezTo>
                    <a:pt x="16079" y="55666"/>
                    <a:pt x="16413" y="55866"/>
                    <a:pt x="16813" y="55999"/>
                  </a:cubicBezTo>
                  <a:cubicBezTo>
                    <a:pt x="17180" y="56166"/>
                    <a:pt x="17513" y="56333"/>
                    <a:pt x="17880" y="56466"/>
                  </a:cubicBezTo>
                  <a:cubicBezTo>
                    <a:pt x="18214" y="56600"/>
                    <a:pt x="18581" y="56767"/>
                    <a:pt x="18981" y="56833"/>
                  </a:cubicBezTo>
                  <a:cubicBezTo>
                    <a:pt x="19348" y="56933"/>
                    <a:pt x="19715" y="57033"/>
                    <a:pt x="20082" y="57134"/>
                  </a:cubicBezTo>
                  <a:cubicBezTo>
                    <a:pt x="20849" y="57267"/>
                    <a:pt x="21583" y="57434"/>
                    <a:pt x="22350" y="57467"/>
                  </a:cubicBezTo>
                  <a:cubicBezTo>
                    <a:pt x="22717" y="57534"/>
                    <a:pt x="23092" y="57551"/>
                    <a:pt x="23468" y="57551"/>
                  </a:cubicBezTo>
                  <a:cubicBezTo>
                    <a:pt x="23843" y="57551"/>
                    <a:pt x="24218" y="57534"/>
                    <a:pt x="24585" y="57534"/>
                  </a:cubicBezTo>
                  <a:cubicBezTo>
                    <a:pt x="25352" y="57467"/>
                    <a:pt x="26086" y="57434"/>
                    <a:pt x="26787" y="57334"/>
                  </a:cubicBezTo>
                  <a:cubicBezTo>
                    <a:pt x="28254" y="57134"/>
                    <a:pt x="29622" y="56800"/>
                    <a:pt x="31023" y="56500"/>
                  </a:cubicBezTo>
                  <a:cubicBezTo>
                    <a:pt x="32303" y="56219"/>
                    <a:pt x="33583" y="55996"/>
                    <a:pt x="34809" y="55996"/>
                  </a:cubicBezTo>
                  <a:cubicBezTo>
                    <a:pt x="34892" y="55996"/>
                    <a:pt x="34976" y="55997"/>
                    <a:pt x="35059" y="55999"/>
                  </a:cubicBezTo>
                  <a:cubicBezTo>
                    <a:pt x="35726" y="55999"/>
                    <a:pt x="36360" y="56133"/>
                    <a:pt x="36927" y="56333"/>
                  </a:cubicBezTo>
                  <a:cubicBezTo>
                    <a:pt x="37061" y="56366"/>
                    <a:pt x="37227" y="56433"/>
                    <a:pt x="37361" y="56500"/>
                  </a:cubicBezTo>
                  <a:lnTo>
                    <a:pt x="37761" y="56767"/>
                  </a:lnTo>
                  <a:cubicBezTo>
                    <a:pt x="38061" y="56933"/>
                    <a:pt x="38328" y="57100"/>
                    <a:pt x="38595" y="57267"/>
                  </a:cubicBezTo>
                  <a:cubicBezTo>
                    <a:pt x="39696" y="57934"/>
                    <a:pt x="40697" y="58701"/>
                    <a:pt x="41731" y="59469"/>
                  </a:cubicBezTo>
                  <a:cubicBezTo>
                    <a:pt x="42231" y="59835"/>
                    <a:pt x="42765" y="60169"/>
                    <a:pt x="43365" y="60469"/>
                  </a:cubicBezTo>
                  <a:cubicBezTo>
                    <a:pt x="43932" y="60769"/>
                    <a:pt x="44533" y="61003"/>
                    <a:pt x="45100" y="61136"/>
                  </a:cubicBezTo>
                  <a:cubicBezTo>
                    <a:pt x="46301" y="61437"/>
                    <a:pt x="47535" y="61470"/>
                    <a:pt x="48636" y="61470"/>
                  </a:cubicBezTo>
                  <a:cubicBezTo>
                    <a:pt x="49770" y="61470"/>
                    <a:pt x="50871" y="61403"/>
                    <a:pt x="51905" y="61403"/>
                  </a:cubicBezTo>
                  <a:cubicBezTo>
                    <a:pt x="52171" y="61395"/>
                    <a:pt x="52435" y="61390"/>
                    <a:pt x="52697" y="61390"/>
                  </a:cubicBezTo>
                  <a:cubicBezTo>
                    <a:pt x="54471" y="61390"/>
                    <a:pt x="56134" y="61606"/>
                    <a:pt x="57442" y="62304"/>
                  </a:cubicBezTo>
                  <a:cubicBezTo>
                    <a:pt x="58209" y="62671"/>
                    <a:pt x="58843" y="63171"/>
                    <a:pt x="59343" y="63772"/>
                  </a:cubicBezTo>
                  <a:cubicBezTo>
                    <a:pt x="59877" y="64339"/>
                    <a:pt x="60244" y="64972"/>
                    <a:pt x="60611" y="65573"/>
                  </a:cubicBezTo>
                  <a:cubicBezTo>
                    <a:pt x="61345" y="66740"/>
                    <a:pt x="61912" y="67808"/>
                    <a:pt x="62512" y="68608"/>
                  </a:cubicBezTo>
                  <a:cubicBezTo>
                    <a:pt x="63079" y="69409"/>
                    <a:pt x="63580" y="69976"/>
                    <a:pt x="64013" y="70310"/>
                  </a:cubicBezTo>
                  <a:cubicBezTo>
                    <a:pt x="64180" y="70476"/>
                    <a:pt x="64347" y="70610"/>
                    <a:pt x="64447" y="70677"/>
                  </a:cubicBezTo>
                  <a:cubicBezTo>
                    <a:pt x="64580" y="70777"/>
                    <a:pt x="64614" y="70810"/>
                    <a:pt x="64614" y="70810"/>
                  </a:cubicBezTo>
                  <a:cubicBezTo>
                    <a:pt x="65114" y="71110"/>
                    <a:pt x="65581" y="71310"/>
                    <a:pt x="66115" y="71310"/>
                  </a:cubicBezTo>
                  <a:cubicBezTo>
                    <a:pt x="66265" y="71327"/>
                    <a:pt x="66382" y="71335"/>
                    <a:pt x="66461" y="71335"/>
                  </a:cubicBezTo>
                  <a:cubicBezTo>
                    <a:pt x="66540" y="71335"/>
                    <a:pt x="66582" y="71327"/>
                    <a:pt x="66582" y="71310"/>
                  </a:cubicBezTo>
                  <a:cubicBezTo>
                    <a:pt x="66615" y="71277"/>
                    <a:pt x="66515" y="71144"/>
                    <a:pt x="66248" y="71010"/>
                  </a:cubicBezTo>
                  <a:cubicBezTo>
                    <a:pt x="66015" y="70877"/>
                    <a:pt x="65614" y="70677"/>
                    <a:pt x="65181" y="70343"/>
                  </a:cubicBezTo>
                  <a:cubicBezTo>
                    <a:pt x="65181" y="70343"/>
                    <a:pt x="65081" y="70310"/>
                    <a:pt x="65014" y="70210"/>
                  </a:cubicBezTo>
                  <a:cubicBezTo>
                    <a:pt x="64914" y="70176"/>
                    <a:pt x="64747" y="70043"/>
                    <a:pt x="64580" y="69876"/>
                  </a:cubicBezTo>
                  <a:cubicBezTo>
                    <a:pt x="64213" y="69609"/>
                    <a:pt x="63713" y="69042"/>
                    <a:pt x="63179" y="68275"/>
                  </a:cubicBezTo>
                  <a:cubicBezTo>
                    <a:pt x="62579" y="67508"/>
                    <a:pt x="62012" y="66474"/>
                    <a:pt x="61278" y="65273"/>
                  </a:cubicBezTo>
                  <a:cubicBezTo>
                    <a:pt x="60911" y="64639"/>
                    <a:pt x="60511" y="64005"/>
                    <a:pt x="59944" y="63371"/>
                  </a:cubicBezTo>
                  <a:cubicBezTo>
                    <a:pt x="59410" y="62771"/>
                    <a:pt x="58743" y="62170"/>
                    <a:pt x="57909" y="61770"/>
                  </a:cubicBezTo>
                  <a:cubicBezTo>
                    <a:pt x="56241" y="60870"/>
                    <a:pt x="54206" y="60736"/>
                    <a:pt x="52105" y="60736"/>
                  </a:cubicBezTo>
                  <a:cubicBezTo>
                    <a:pt x="51896" y="60730"/>
                    <a:pt x="51685" y="60727"/>
                    <a:pt x="51473" y="60727"/>
                  </a:cubicBezTo>
                  <a:cubicBezTo>
                    <a:pt x="50585" y="60727"/>
                    <a:pt x="49671" y="60774"/>
                    <a:pt x="48746" y="60774"/>
                  </a:cubicBezTo>
                  <a:cubicBezTo>
                    <a:pt x="47671" y="60774"/>
                    <a:pt x="46582" y="60710"/>
                    <a:pt x="45500" y="60436"/>
                  </a:cubicBezTo>
                  <a:cubicBezTo>
                    <a:pt x="44933" y="60269"/>
                    <a:pt x="44399" y="60069"/>
                    <a:pt x="43866" y="59802"/>
                  </a:cubicBezTo>
                  <a:cubicBezTo>
                    <a:pt x="43332" y="59502"/>
                    <a:pt x="42831" y="59168"/>
                    <a:pt x="42331" y="58835"/>
                  </a:cubicBezTo>
                  <a:cubicBezTo>
                    <a:pt x="41330" y="58134"/>
                    <a:pt x="40330" y="57300"/>
                    <a:pt x="39196" y="56600"/>
                  </a:cubicBezTo>
                  <a:cubicBezTo>
                    <a:pt x="38895" y="56400"/>
                    <a:pt x="38595" y="56200"/>
                    <a:pt x="38328" y="56066"/>
                  </a:cubicBezTo>
                  <a:lnTo>
                    <a:pt x="37861" y="55799"/>
                  </a:lnTo>
                  <a:cubicBezTo>
                    <a:pt x="37694" y="55733"/>
                    <a:pt x="37528" y="55666"/>
                    <a:pt x="37361" y="55599"/>
                  </a:cubicBezTo>
                  <a:cubicBezTo>
                    <a:pt x="36694" y="55332"/>
                    <a:pt x="35993" y="55232"/>
                    <a:pt x="35259" y="55232"/>
                  </a:cubicBezTo>
                  <a:cubicBezTo>
                    <a:pt x="35112" y="55225"/>
                    <a:pt x="34965" y="55222"/>
                    <a:pt x="34817" y="55222"/>
                  </a:cubicBezTo>
                  <a:cubicBezTo>
                    <a:pt x="33558" y="55222"/>
                    <a:pt x="32281" y="55464"/>
                    <a:pt x="31056" y="55733"/>
                  </a:cubicBezTo>
                  <a:cubicBezTo>
                    <a:pt x="29689" y="55999"/>
                    <a:pt x="28321" y="56333"/>
                    <a:pt x="26887" y="56500"/>
                  </a:cubicBezTo>
                  <a:cubicBezTo>
                    <a:pt x="26186" y="56600"/>
                    <a:pt x="25486" y="56633"/>
                    <a:pt x="24752" y="56700"/>
                  </a:cubicBezTo>
                  <a:cubicBezTo>
                    <a:pt x="24051" y="56667"/>
                    <a:pt x="23318" y="56700"/>
                    <a:pt x="22584" y="56633"/>
                  </a:cubicBezTo>
                  <a:cubicBezTo>
                    <a:pt x="21850" y="56600"/>
                    <a:pt x="21149" y="56433"/>
                    <a:pt x="20415" y="56300"/>
                  </a:cubicBezTo>
                  <a:cubicBezTo>
                    <a:pt x="20049" y="56166"/>
                    <a:pt x="19715" y="56099"/>
                    <a:pt x="19348" y="55999"/>
                  </a:cubicBezTo>
                  <a:cubicBezTo>
                    <a:pt x="18981" y="55933"/>
                    <a:pt x="18648" y="55799"/>
                    <a:pt x="18314" y="55666"/>
                  </a:cubicBezTo>
                  <a:cubicBezTo>
                    <a:pt x="17980" y="55599"/>
                    <a:pt x="17647" y="55432"/>
                    <a:pt x="17313" y="55266"/>
                  </a:cubicBezTo>
                  <a:cubicBezTo>
                    <a:pt x="16980" y="55132"/>
                    <a:pt x="16679" y="54932"/>
                    <a:pt x="16346" y="54765"/>
                  </a:cubicBezTo>
                  <a:lnTo>
                    <a:pt x="15846" y="54465"/>
                  </a:lnTo>
                  <a:cubicBezTo>
                    <a:pt x="15679" y="54365"/>
                    <a:pt x="15479" y="54298"/>
                    <a:pt x="15312" y="54198"/>
                  </a:cubicBezTo>
                  <a:cubicBezTo>
                    <a:pt x="14978" y="54065"/>
                    <a:pt x="14578" y="53931"/>
                    <a:pt x="14211" y="53798"/>
                  </a:cubicBezTo>
                  <a:cubicBezTo>
                    <a:pt x="11309" y="52797"/>
                    <a:pt x="8307" y="51930"/>
                    <a:pt x="5471" y="50729"/>
                  </a:cubicBezTo>
                  <a:cubicBezTo>
                    <a:pt x="4804" y="50429"/>
                    <a:pt x="4070" y="50095"/>
                    <a:pt x="3403" y="49728"/>
                  </a:cubicBezTo>
                  <a:cubicBezTo>
                    <a:pt x="2803" y="49328"/>
                    <a:pt x="2136" y="48894"/>
                    <a:pt x="1669" y="48394"/>
                  </a:cubicBezTo>
                  <a:cubicBezTo>
                    <a:pt x="1469" y="48094"/>
                    <a:pt x="1235" y="47827"/>
                    <a:pt x="1202" y="47560"/>
                  </a:cubicBezTo>
                  <a:cubicBezTo>
                    <a:pt x="1168" y="47260"/>
                    <a:pt x="1202" y="46960"/>
                    <a:pt x="1369" y="46726"/>
                  </a:cubicBezTo>
                  <a:cubicBezTo>
                    <a:pt x="1669" y="46126"/>
                    <a:pt x="2336" y="45725"/>
                    <a:pt x="2970" y="45325"/>
                  </a:cubicBezTo>
                  <a:cubicBezTo>
                    <a:pt x="3403" y="45121"/>
                    <a:pt x="3953" y="45034"/>
                    <a:pt x="4516" y="45034"/>
                  </a:cubicBezTo>
                  <a:cubicBezTo>
                    <a:pt x="4689" y="45034"/>
                    <a:pt x="4865" y="45042"/>
                    <a:pt x="5038" y="45058"/>
                  </a:cubicBezTo>
                  <a:cubicBezTo>
                    <a:pt x="5328" y="45071"/>
                    <a:pt x="5627" y="45083"/>
                    <a:pt x="5935" y="45083"/>
                  </a:cubicBezTo>
                  <a:cubicBezTo>
                    <a:pt x="6440" y="45083"/>
                    <a:pt x="6967" y="45049"/>
                    <a:pt x="7506" y="44925"/>
                  </a:cubicBezTo>
                  <a:cubicBezTo>
                    <a:pt x="7640" y="44925"/>
                    <a:pt x="7706" y="44891"/>
                    <a:pt x="7840" y="44825"/>
                  </a:cubicBezTo>
                  <a:lnTo>
                    <a:pt x="8140" y="44725"/>
                  </a:lnTo>
                  <a:cubicBezTo>
                    <a:pt x="8340" y="44625"/>
                    <a:pt x="8507" y="44491"/>
                    <a:pt x="8707" y="44391"/>
                  </a:cubicBezTo>
                  <a:cubicBezTo>
                    <a:pt x="9074" y="44091"/>
                    <a:pt x="9374" y="43724"/>
                    <a:pt x="9574" y="43390"/>
                  </a:cubicBezTo>
                  <a:cubicBezTo>
                    <a:pt x="10041" y="42657"/>
                    <a:pt x="10342" y="41956"/>
                    <a:pt x="10709" y="41322"/>
                  </a:cubicBezTo>
                  <a:cubicBezTo>
                    <a:pt x="10875" y="41055"/>
                    <a:pt x="11075" y="40755"/>
                    <a:pt x="11342" y="40555"/>
                  </a:cubicBezTo>
                  <a:lnTo>
                    <a:pt x="11709" y="40288"/>
                  </a:lnTo>
                  <a:lnTo>
                    <a:pt x="11909" y="40221"/>
                  </a:lnTo>
                  <a:cubicBezTo>
                    <a:pt x="12009" y="40221"/>
                    <a:pt x="12076" y="40155"/>
                    <a:pt x="12176" y="40155"/>
                  </a:cubicBezTo>
                  <a:cubicBezTo>
                    <a:pt x="12394" y="40100"/>
                    <a:pt x="12611" y="40074"/>
                    <a:pt x="12827" y="40074"/>
                  </a:cubicBezTo>
                  <a:cubicBezTo>
                    <a:pt x="13275" y="40074"/>
                    <a:pt x="13717" y="40186"/>
                    <a:pt x="14144" y="40388"/>
                  </a:cubicBezTo>
                  <a:cubicBezTo>
                    <a:pt x="15379" y="40955"/>
                    <a:pt x="16379" y="42223"/>
                    <a:pt x="17747" y="43057"/>
                  </a:cubicBezTo>
                  <a:cubicBezTo>
                    <a:pt x="18414" y="43457"/>
                    <a:pt x="19215" y="43791"/>
                    <a:pt x="20082" y="43824"/>
                  </a:cubicBezTo>
                  <a:cubicBezTo>
                    <a:pt x="20916" y="43791"/>
                    <a:pt x="21683" y="43657"/>
                    <a:pt x="22484" y="43424"/>
                  </a:cubicBezTo>
                  <a:cubicBezTo>
                    <a:pt x="23217" y="43157"/>
                    <a:pt x="23918" y="42723"/>
                    <a:pt x="24518" y="42156"/>
                  </a:cubicBezTo>
                  <a:cubicBezTo>
                    <a:pt x="25085" y="41656"/>
                    <a:pt x="25586" y="40989"/>
                    <a:pt x="25986" y="40355"/>
                  </a:cubicBezTo>
                  <a:cubicBezTo>
                    <a:pt x="26753" y="39087"/>
                    <a:pt x="27254" y="37720"/>
                    <a:pt x="27854" y="36452"/>
                  </a:cubicBezTo>
                  <a:cubicBezTo>
                    <a:pt x="28421" y="35151"/>
                    <a:pt x="29055" y="33950"/>
                    <a:pt x="29989" y="33083"/>
                  </a:cubicBezTo>
                  <a:cubicBezTo>
                    <a:pt x="30423" y="32616"/>
                    <a:pt x="30990" y="32282"/>
                    <a:pt x="31557" y="32016"/>
                  </a:cubicBezTo>
                  <a:cubicBezTo>
                    <a:pt x="32157" y="31782"/>
                    <a:pt x="32758" y="31649"/>
                    <a:pt x="33425" y="31615"/>
                  </a:cubicBezTo>
                  <a:cubicBezTo>
                    <a:pt x="33647" y="31615"/>
                    <a:pt x="33870" y="31600"/>
                    <a:pt x="34092" y="31600"/>
                  </a:cubicBezTo>
                  <a:cubicBezTo>
                    <a:pt x="34203" y="31600"/>
                    <a:pt x="34314" y="31604"/>
                    <a:pt x="34425" y="31615"/>
                  </a:cubicBezTo>
                  <a:lnTo>
                    <a:pt x="34926" y="31649"/>
                  </a:lnTo>
                  <a:lnTo>
                    <a:pt x="35426" y="31749"/>
                  </a:lnTo>
                  <a:cubicBezTo>
                    <a:pt x="35760" y="31782"/>
                    <a:pt x="36093" y="31882"/>
                    <a:pt x="36427" y="31949"/>
                  </a:cubicBezTo>
                  <a:cubicBezTo>
                    <a:pt x="36727" y="32016"/>
                    <a:pt x="37061" y="32149"/>
                    <a:pt x="37394" y="32282"/>
                  </a:cubicBezTo>
                  <a:cubicBezTo>
                    <a:pt x="38729" y="32816"/>
                    <a:pt x="39929" y="33617"/>
                    <a:pt x="41397" y="34217"/>
                  </a:cubicBezTo>
                  <a:cubicBezTo>
                    <a:pt x="42098" y="34484"/>
                    <a:pt x="42898" y="34651"/>
                    <a:pt x="43732" y="34718"/>
                  </a:cubicBezTo>
                  <a:cubicBezTo>
                    <a:pt x="43783" y="34722"/>
                    <a:pt x="43836" y="34724"/>
                    <a:pt x="43889" y="34724"/>
                  </a:cubicBezTo>
                  <a:cubicBezTo>
                    <a:pt x="44219" y="34724"/>
                    <a:pt x="44589" y="34646"/>
                    <a:pt x="44933" y="34617"/>
                  </a:cubicBezTo>
                  <a:cubicBezTo>
                    <a:pt x="45367" y="34551"/>
                    <a:pt x="45734" y="34417"/>
                    <a:pt x="46100" y="34284"/>
                  </a:cubicBezTo>
                  <a:cubicBezTo>
                    <a:pt x="46534" y="34150"/>
                    <a:pt x="46868" y="33950"/>
                    <a:pt x="47235" y="33784"/>
                  </a:cubicBezTo>
                  <a:cubicBezTo>
                    <a:pt x="47568" y="33583"/>
                    <a:pt x="47902" y="33383"/>
                    <a:pt x="48235" y="33116"/>
                  </a:cubicBezTo>
                  <a:cubicBezTo>
                    <a:pt x="48869" y="32616"/>
                    <a:pt x="49436" y="32082"/>
                    <a:pt x="49937" y="31449"/>
                  </a:cubicBezTo>
                  <a:cubicBezTo>
                    <a:pt x="50937" y="30214"/>
                    <a:pt x="51738" y="28813"/>
                    <a:pt x="52438" y="27446"/>
                  </a:cubicBezTo>
                  <a:cubicBezTo>
                    <a:pt x="52839" y="26778"/>
                    <a:pt x="53172" y="26078"/>
                    <a:pt x="53539" y="25411"/>
                  </a:cubicBezTo>
                  <a:cubicBezTo>
                    <a:pt x="53906" y="24777"/>
                    <a:pt x="54273" y="24110"/>
                    <a:pt x="54773" y="23543"/>
                  </a:cubicBezTo>
                  <a:cubicBezTo>
                    <a:pt x="55240" y="22942"/>
                    <a:pt x="55741" y="22375"/>
                    <a:pt x="56341" y="21875"/>
                  </a:cubicBezTo>
                  <a:cubicBezTo>
                    <a:pt x="56875" y="21375"/>
                    <a:pt x="57509" y="20908"/>
                    <a:pt x="58109" y="20474"/>
                  </a:cubicBezTo>
                  <a:cubicBezTo>
                    <a:pt x="59377" y="19640"/>
                    <a:pt x="60778" y="19040"/>
                    <a:pt x="62245" y="18473"/>
                  </a:cubicBezTo>
                  <a:cubicBezTo>
                    <a:pt x="63713" y="17939"/>
                    <a:pt x="65214" y="17539"/>
                    <a:pt x="66715" y="17072"/>
                  </a:cubicBezTo>
                  <a:cubicBezTo>
                    <a:pt x="68216" y="16605"/>
                    <a:pt x="69717" y="16104"/>
                    <a:pt x="71085" y="15204"/>
                  </a:cubicBezTo>
                  <a:lnTo>
                    <a:pt x="71585" y="14803"/>
                  </a:lnTo>
                  <a:cubicBezTo>
                    <a:pt x="71752" y="14703"/>
                    <a:pt x="71919" y="14536"/>
                    <a:pt x="72052" y="14403"/>
                  </a:cubicBezTo>
                  <a:lnTo>
                    <a:pt x="72886" y="13569"/>
                  </a:lnTo>
                  <a:cubicBezTo>
                    <a:pt x="73420" y="13035"/>
                    <a:pt x="73920" y="12435"/>
                    <a:pt x="74454" y="11901"/>
                  </a:cubicBezTo>
                  <a:cubicBezTo>
                    <a:pt x="74954" y="11367"/>
                    <a:pt x="75521" y="10767"/>
                    <a:pt x="76055" y="10267"/>
                  </a:cubicBezTo>
                  <a:cubicBezTo>
                    <a:pt x="76589" y="9733"/>
                    <a:pt x="77189" y="9266"/>
                    <a:pt x="77756" y="8866"/>
                  </a:cubicBezTo>
                  <a:cubicBezTo>
                    <a:pt x="78357" y="8465"/>
                    <a:pt x="79024" y="8132"/>
                    <a:pt x="79691" y="7932"/>
                  </a:cubicBezTo>
                  <a:cubicBezTo>
                    <a:pt x="80358" y="7732"/>
                    <a:pt x="81059" y="7598"/>
                    <a:pt x="81759" y="7565"/>
                  </a:cubicBezTo>
                  <a:lnTo>
                    <a:pt x="82893" y="7431"/>
                  </a:lnTo>
                  <a:lnTo>
                    <a:pt x="84028" y="7198"/>
                  </a:lnTo>
                  <a:cubicBezTo>
                    <a:pt x="84728" y="6931"/>
                    <a:pt x="85429" y="6697"/>
                    <a:pt x="86096" y="6297"/>
                  </a:cubicBezTo>
                  <a:cubicBezTo>
                    <a:pt x="87430" y="5597"/>
                    <a:pt x="88564" y="4729"/>
                    <a:pt x="89732" y="3929"/>
                  </a:cubicBezTo>
                  <a:cubicBezTo>
                    <a:pt x="90866" y="3095"/>
                    <a:pt x="92033" y="2394"/>
                    <a:pt x="93234" y="1861"/>
                  </a:cubicBezTo>
                  <a:cubicBezTo>
                    <a:pt x="94435" y="1294"/>
                    <a:pt x="95703" y="1060"/>
                    <a:pt x="96970" y="893"/>
                  </a:cubicBezTo>
                  <a:cubicBezTo>
                    <a:pt x="97435" y="834"/>
                    <a:pt x="97895" y="804"/>
                    <a:pt x="98348" y="804"/>
                  </a:cubicBezTo>
                  <a:cubicBezTo>
                    <a:pt x="99164" y="804"/>
                    <a:pt x="99956" y="900"/>
                    <a:pt x="100706" y="1093"/>
                  </a:cubicBezTo>
                  <a:cubicBezTo>
                    <a:pt x="101874" y="1394"/>
                    <a:pt x="102974" y="1861"/>
                    <a:pt x="104075" y="2361"/>
                  </a:cubicBezTo>
                  <a:cubicBezTo>
                    <a:pt x="105143" y="2861"/>
                    <a:pt x="106210" y="3362"/>
                    <a:pt x="107278" y="3762"/>
                  </a:cubicBezTo>
                  <a:cubicBezTo>
                    <a:pt x="107811" y="3962"/>
                    <a:pt x="108312" y="4196"/>
                    <a:pt x="108879" y="4296"/>
                  </a:cubicBezTo>
                  <a:cubicBezTo>
                    <a:pt x="109112" y="4396"/>
                    <a:pt x="109412" y="4429"/>
                    <a:pt x="109646" y="4529"/>
                  </a:cubicBezTo>
                  <a:cubicBezTo>
                    <a:pt x="109913" y="4563"/>
                    <a:pt x="110213" y="4596"/>
                    <a:pt x="110446" y="4629"/>
                  </a:cubicBezTo>
                  <a:cubicBezTo>
                    <a:pt x="111215" y="4748"/>
                    <a:pt x="111959" y="4790"/>
                    <a:pt x="112676" y="4790"/>
                  </a:cubicBezTo>
                  <a:cubicBezTo>
                    <a:pt x="113981" y="4790"/>
                    <a:pt x="115198" y="4649"/>
                    <a:pt x="116317" y="4563"/>
                  </a:cubicBezTo>
                  <a:cubicBezTo>
                    <a:pt x="116784" y="4529"/>
                    <a:pt x="117218" y="4463"/>
                    <a:pt x="117618" y="4429"/>
                  </a:cubicBezTo>
                  <a:cubicBezTo>
                    <a:pt x="118052" y="4396"/>
                    <a:pt x="118452" y="4362"/>
                    <a:pt x="118819" y="4296"/>
                  </a:cubicBezTo>
                  <a:cubicBezTo>
                    <a:pt x="119100" y="4284"/>
                    <a:pt x="119376" y="4276"/>
                    <a:pt x="119646" y="4276"/>
                  </a:cubicBezTo>
                  <a:cubicBezTo>
                    <a:pt x="120115" y="4276"/>
                    <a:pt x="120564" y="4299"/>
                    <a:pt x="120987" y="4362"/>
                  </a:cubicBezTo>
                  <a:cubicBezTo>
                    <a:pt x="122388" y="4529"/>
                    <a:pt x="123456" y="4963"/>
                    <a:pt x="124223" y="5530"/>
                  </a:cubicBezTo>
                  <a:cubicBezTo>
                    <a:pt x="124957" y="6064"/>
                    <a:pt x="125424" y="6631"/>
                    <a:pt x="125724" y="7031"/>
                  </a:cubicBezTo>
                  <a:cubicBezTo>
                    <a:pt x="125991" y="7431"/>
                    <a:pt x="126124" y="7631"/>
                    <a:pt x="126124" y="7631"/>
                  </a:cubicBezTo>
                  <a:cubicBezTo>
                    <a:pt x="126258" y="7898"/>
                    <a:pt x="126391" y="8098"/>
                    <a:pt x="126491" y="8265"/>
                  </a:cubicBezTo>
                  <a:cubicBezTo>
                    <a:pt x="126591" y="8432"/>
                    <a:pt x="126658" y="8599"/>
                    <a:pt x="126758" y="8732"/>
                  </a:cubicBezTo>
                  <a:cubicBezTo>
                    <a:pt x="126925" y="8966"/>
                    <a:pt x="127058" y="9066"/>
                    <a:pt x="127092" y="9066"/>
                  </a:cubicBezTo>
                  <a:cubicBezTo>
                    <a:pt x="127158" y="9032"/>
                    <a:pt x="127158" y="8899"/>
                    <a:pt x="127092" y="8599"/>
                  </a:cubicBezTo>
                  <a:cubicBezTo>
                    <a:pt x="127058" y="8432"/>
                    <a:pt x="126992" y="8265"/>
                    <a:pt x="126925" y="8065"/>
                  </a:cubicBezTo>
                  <a:cubicBezTo>
                    <a:pt x="126825" y="7865"/>
                    <a:pt x="126725" y="7598"/>
                    <a:pt x="126591" y="7365"/>
                  </a:cubicBezTo>
                  <a:cubicBezTo>
                    <a:pt x="126591" y="7365"/>
                    <a:pt x="126458" y="7131"/>
                    <a:pt x="126158" y="6697"/>
                  </a:cubicBezTo>
                  <a:cubicBezTo>
                    <a:pt x="125824" y="6264"/>
                    <a:pt x="125390" y="5597"/>
                    <a:pt x="124557" y="5030"/>
                  </a:cubicBezTo>
                  <a:cubicBezTo>
                    <a:pt x="123723" y="4429"/>
                    <a:pt x="122555" y="3895"/>
                    <a:pt x="121121" y="3729"/>
                  </a:cubicBezTo>
                  <a:cubicBezTo>
                    <a:pt x="120654" y="3640"/>
                    <a:pt x="120142" y="3610"/>
                    <a:pt x="119616" y="3610"/>
                  </a:cubicBezTo>
                  <a:cubicBezTo>
                    <a:pt x="119353" y="3610"/>
                    <a:pt x="119086" y="3617"/>
                    <a:pt x="118819" y="3629"/>
                  </a:cubicBezTo>
                  <a:lnTo>
                    <a:pt x="117585" y="3762"/>
                  </a:lnTo>
                  <a:cubicBezTo>
                    <a:pt x="117151" y="3795"/>
                    <a:pt x="116751" y="3862"/>
                    <a:pt x="116284" y="3895"/>
                  </a:cubicBezTo>
                  <a:cubicBezTo>
                    <a:pt x="115206" y="3978"/>
                    <a:pt x="114050" y="4100"/>
                    <a:pt x="112841" y="4100"/>
                  </a:cubicBezTo>
                  <a:cubicBezTo>
                    <a:pt x="112105" y="4100"/>
                    <a:pt x="111350" y="4055"/>
                    <a:pt x="110580" y="3929"/>
                  </a:cubicBezTo>
                  <a:cubicBezTo>
                    <a:pt x="108545" y="3629"/>
                    <a:pt x="106544" y="2628"/>
                    <a:pt x="104375" y="1627"/>
                  </a:cubicBezTo>
                  <a:cubicBezTo>
                    <a:pt x="103275" y="1127"/>
                    <a:pt x="102141" y="593"/>
                    <a:pt x="100906" y="293"/>
                  </a:cubicBezTo>
                  <a:cubicBezTo>
                    <a:pt x="100017" y="106"/>
                    <a:pt x="99095" y="1"/>
                    <a:pt x="981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39" name="Google Shape;2339;p20"/>
            <p:cNvSpPr/>
            <p:nvPr/>
          </p:nvSpPr>
          <p:spPr>
            <a:xfrm>
              <a:off x="3247500" y="3562475"/>
              <a:ext cx="3218225" cy="2001150"/>
            </a:xfrm>
            <a:custGeom>
              <a:avLst/>
              <a:gdLst/>
              <a:ahLst/>
              <a:cxnLst/>
              <a:rect l="l" t="t" r="r" b="b"/>
              <a:pathLst>
                <a:path w="128729" h="80046" extrusionOk="0">
                  <a:moveTo>
                    <a:pt x="105098" y="0"/>
                  </a:moveTo>
                  <a:cubicBezTo>
                    <a:pt x="104528" y="0"/>
                    <a:pt x="103947" y="42"/>
                    <a:pt x="103374" y="121"/>
                  </a:cubicBezTo>
                  <a:cubicBezTo>
                    <a:pt x="102173" y="288"/>
                    <a:pt x="100972" y="622"/>
                    <a:pt x="99738" y="1089"/>
                  </a:cubicBezTo>
                  <a:cubicBezTo>
                    <a:pt x="98537" y="1522"/>
                    <a:pt x="97370" y="2156"/>
                    <a:pt x="96202" y="2823"/>
                  </a:cubicBezTo>
                  <a:cubicBezTo>
                    <a:pt x="93867" y="4191"/>
                    <a:pt x="91832" y="6126"/>
                    <a:pt x="89230" y="7293"/>
                  </a:cubicBezTo>
                  <a:cubicBezTo>
                    <a:pt x="87963" y="7827"/>
                    <a:pt x="86562" y="8194"/>
                    <a:pt x="85128" y="8361"/>
                  </a:cubicBezTo>
                  <a:cubicBezTo>
                    <a:pt x="84360" y="8461"/>
                    <a:pt x="83660" y="8527"/>
                    <a:pt x="82893" y="8594"/>
                  </a:cubicBezTo>
                  <a:cubicBezTo>
                    <a:pt x="82526" y="8627"/>
                    <a:pt x="82159" y="8661"/>
                    <a:pt x="81792" y="8661"/>
                  </a:cubicBezTo>
                  <a:cubicBezTo>
                    <a:pt x="81392" y="8661"/>
                    <a:pt x="81025" y="8694"/>
                    <a:pt x="80658" y="8761"/>
                  </a:cubicBezTo>
                  <a:cubicBezTo>
                    <a:pt x="79890" y="8828"/>
                    <a:pt x="79157" y="9028"/>
                    <a:pt x="78389" y="9261"/>
                  </a:cubicBezTo>
                  <a:cubicBezTo>
                    <a:pt x="77689" y="9495"/>
                    <a:pt x="76955" y="9795"/>
                    <a:pt x="76288" y="10162"/>
                  </a:cubicBezTo>
                  <a:cubicBezTo>
                    <a:pt x="74887" y="10862"/>
                    <a:pt x="73653" y="11830"/>
                    <a:pt x="72452" y="12830"/>
                  </a:cubicBezTo>
                  <a:cubicBezTo>
                    <a:pt x="71218" y="13831"/>
                    <a:pt x="70117" y="14965"/>
                    <a:pt x="68849" y="15866"/>
                  </a:cubicBezTo>
                  <a:cubicBezTo>
                    <a:pt x="67615" y="16833"/>
                    <a:pt x="66214" y="17600"/>
                    <a:pt x="64813" y="18301"/>
                  </a:cubicBezTo>
                  <a:cubicBezTo>
                    <a:pt x="63379" y="19001"/>
                    <a:pt x="61944" y="19635"/>
                    <a:pt x="60510" y="20436"/>
                  </a:cubicBezTo>
                  <a:cubicBezTo>
                    <a:pt x="59109" y="21203"/>
                    <a:pt x="57808" y="22170"/>
                    <a:pt x="56707" y="23438"/>
                  </a:cubicBezTo>
                  <a:cubicBezTo>
                    <a:pt x="54539" y="25940"/>
                    <a:pt x="53705" y="29142"/>
                    <a:pt x="52137" y="31811"/>
                  </a:cubicBezTo>
                  <a:cubicBezTo>
                    <a:pt x="51770" y="32478"/>
                    <a:pt x="51303" y="33112"/>
                    <a:pt x="50703" y="33612"/>
                  </a:cubicBezTo>
                  <a:cubicBezTo>
                    <a:pt x="50169" y="34112"/>
                    <a:pt x="49469" y="34446"/>
                    <a:pt x="48768" y="34613"/>
                  </a:cubicBezTo>
                  <a:cubicBezTo>
                    <a:pt x="48363" y="34701"/>
                    <a:pt x="47968" y="34742"/>
                    <a:pt x="47571" y="34742"/>
                  </a:cubicBezTo>
                  <a:cubicBezTo>
                    <a:pt x="47217" y="34742"/>
                    <a:pt x="46862" y="34709"/>
                    <a:pt x="46500" y="34646"/>
                  </a:cubicBezTo>
                  <a:cubicBezTo>
                    <a:pt x="45766" y="34513"/>
                    <a:pt x="45032" y="34279"/>
                    <a:pt x="44298" y="34046"/>
                  </a:cubicBezTo>
                  <a:cubicBezTo>
                    <a:pt x="42831" y="33612"/>
                    <a:pt x="41430" y="33011"/>
                    <a:pt x="39962" y="32544"/>
                  </a:cubicBezTo>
                  <a:cubicBezTo>
                    <a:pt x="39195" y="32311"/>
                    <a:pt x="38461" y="32144"/>
                    <a:pt x="37694" y="32011"/>
                  </a:cubicBezTo>
                  <a:lnTo>
                    <a:pt x="37127" y="31977"/>
                  </a:lnTo>
                  <a:lnTo>
                    <a:pt x="36826" y="31944"/>
                  </a:lnTo>
                  <a:lnTo>
                    <a:pt x="36526" y="31944"/>
                  </a:lnTo>
                  <a:lnTo>
                    <a:pt x="35959" y="31977"/>
                  </a:lnTo>
                  <a:cubicBezTo>
                    <a:pt x="35759" y="31977"/>
                    <a:pt x="35592" y="32011"/>
                    <a:pt x="35359" y="32044"/>
                  </a:cubicBezTo>
                  <a:cubicBezTo>
                    <a:pt x="34992" y="32111"/>
                    <a:pt x="34658" y="32278"/>
                    <a:pt x="34291" y="32378"/>
                  </a:cubicBezTo>
                  <a:cubicBezTo>
                    <a:pt x="34124" y="32444"/>
                    <a:pt x="33958" y="32544"/>
                    <a:pt x="33791" y="32645"/>
                  </a:cubicBezTo>
                  <a:lnTo>
                    <a:pt x="33291" y="32945"/>
                  </a:lnTo>
                  <a:cubicBezTo>
                    <a:pt x="32957" y="33145"/>
                    <a:pt x="32657" y="33378"/>
                    <a:pt x="32357" y="33612"/>
                  </a:cubicBezTo>
                  <a:cubicBezTo>
                    <a:pt x="32090" y="33845"/>
                    <a:pt x="31823" y="34146"/>
                    <a:pt x="31589" y="34379"/>
                  </a:cubicBezTo>
                  <a:cubicBezTo>
                    <a:pt x="31289" y="34646"/>
                    <a:pt x="31122" y="34946"/>
                    <a:pt x="30855" y="35213"/>
                  </a:cubicBezTo>
                  <a:lnTo>
                    <a:pt x="30522" y="35647"/>
                  </a:lnTo>
                  <a:lnTo>
                    <a:pt x="30255" y="36147"/>
                  </a:lnTo>
                  <a:cubicBezTo>
                    <a:pt x="29955" y="36814"/>
                    <a:pt x="29688" y="37515"/>
                    <a:pt x="29521" y="38182"/>
                  </a:cubicBezTo>
                  <a:cubicBezTo>
                    <a:pt x="29154" y="39516"/>
                    <a:pt x="28987" y="40951"/>
                    <a:pt x="28354" y="42185"/>
                  </a:cubicBezTo>
                  <a:cubicBezTo>
                    <a:pt x="28287" y="42352"/>
                    <a:pt x="28187" y="42518"/>
                    <a:pt x="28120" y="42652"/>
                  </a:cubicBezTo>
                  <a:cubicBezTo>
                    <a:pt x="28020" y="42819"/>
                    <a:pt x="27953" y="42952"/>
                    <a:pt x="27820" y="43052"/>
                  </a:cubicBezTo>
                  <a:cubicBezTo>
                    <a:pt x="27753" y="43185"/>
                    <a:pt x="27586" y="43286"/>
                    <a:pt x="27453" y="43386"/>
                  </a:cubicBezTo>
                  <a:cubicBezTo>
                    <a:pt x="27320" y="43519"/>
                    <a:pt x="27186" y="43652"/>
                    <a:pt x="27019" y="43719"/>
                  </a:cubicBezTo>
                  <a:cubicBezTo>
                    <a:pt x="26546" y="44104"/>
                    <a:pt x="25968" y="44331"/>
                    <a:pt x="25378" y="44331"/>
                  </a:cubicBezTo>
                  <a:cubicBezTo>
                    <a:pt x="25303" y="44331"/>
                    <a:pt x="25227" y="44327"/>
                    <a:pt x="25151" y="44320"/>
                  </a:cubicBezTo>
                  <a:cubicBezTo>
                    <a:pt x="24484" y="44220"/>
                    <a:pt x="23850" y="43786"/>
                    <a:pt x="23283" y="43352"/>
                  </a:cubicBezTo>
                  <a:cubicBezTo>
                    <a:pt x="22650" y="42952"/>
                    <a:pt x="22083" y="42452"/>
                    <a:pt x="21315" y="42151"/>
                  </a:cubicBezTo>
                  <a:cubicBezTo>
                    <a:pt x="20581" y="41851"/>
                    <a:pt x="19814" y="41651"/>
                    <a:pt x="19014" y="41618"/>
                  </a:cubicBezTo>
                  <a:cubicBezTo>
                    <a:pt x="18902" y="41608"/>
                    <a:pt x="18789" y="41603"/>
                    <a:pt x="18676" y="41603"/>
                  </a:cubicBezTo>
                  <a:cubicBezTo>
                    <a:pt x="18014" y="41603"/>
                    <a:pt x="17334" y="41766"/>
                    <a:pt x="16679" y="42051"/>
                  </a:cubicBezTo>
                  <a:cubicBezTo>
                    <a:pt x="15945" y="42452"/>
                    <a:pt x="15311" y="42952"/>
                    <a:pt x="14777" y="43519"/>
                  </a:cubicBezTo>
                  <a:cubicBezTo>
                    <a:pt x="14244" y="44119"/>
                    <a:pt x="13777" y="44720"/>
                    <a:pt x="13276" y="45320"/>
                  </a:cubicBezTo>
                  <a:cubicBezTo>
                    <a:pt x="12776" y="45954"/>
                    <a:pt x="12276" y="46521"/>
                    <a:pt x="11675" y="46988"/>
                  </a:cubicBezTo>
                  <a:cubicBezTo>
                    <a:pt x="11108" y="47455"/>
                    <a:pt x="10441" y="47789"/>
                    <a:pt x="9674" y="47855"/>
                  </a:cubicBezTo>
                  <a:cubicBezTo>
                    <a:pt x="9507" y="47889"/>
                    <a:pt x="9340" y="47889"/>
                    <a:pt x="9140" y="47889"/>
                  </a:cubicBezTo>
                  <a:cubicBezTo>
                    <a:pt x="8940" y="47889"/>
                    <a:pt x="8773" y="47889"/>
                    <a:pt x="8573" y="47855"/>
                  </a:cubicBezTo>
                  <a:cubicBezTo>
                    <a:pt x="8173" y="47822"/>
                    <a:pt x="7772" y="47722"/>
                    <a:pt x="7339" y="47722"/>
                  </a:cubicBezTo>
                  <a:cubicBezTo>
                    <a:pt x="7243" y="47718"/>
                    <a:pt x="7146" y="47716"/>
                    <a:pt x="7048" y="47716"/>
                  </a:cubicBezTo>
                  <a:cubicBezTo>
                    <a:pt x="6364" y="47716"/>
                    <a:pt x="5637" y="47818"/>
                    <a:pt x="4937" y="48022"/>
                  </a:cubicBezTo>
                  <a:cubicBezTo>
                    <a:pt x="3336" y="48489"/>
                    <a:pt x="1968" y="49557"/>
                    <a:pt x="1134" y="50991"/>
                  </a:cubicBezTo>
                  <a:cubicBezTo>
                    <a:pt x="300" y="52392"/>
                    <a:pt x="0" y="54127"/>
                    <a:pt x="334" y="55728"/>
                  </a:cubicBezTo>
                  <a:cubicBezTo>
                    <a:pt x="667" y="57362"/>
                    <a:pt x="1635" y="58830"/>
                    <a:pt x="2936" y="59831"/>
                  </a:cubicBezTo>
                  <a:cubicBezTo>
                    <a:pt x="4236" y="60831"/>
                    <a:pt x="5671" y="61532"/>
                    <a:pt x="7139" y="62132"/>
                  </a:cubicBezTo>
                  <a:cubicBezTo>
                    <a:pt x="8606" y="62699"/>
                    <a:pt x="10141" y="63133"/>
                    <a:pt x="11642" y="63533"/>
                  </a:cubicBezTo>
                  <a:cubicBezTo>
                    <a:pt x="14644" y="64367"/>
                    <a:pt x="17646" y="65134"/>
                    <a:pt x="20315" y="66469"/>
                  </a:cubicBezTo>
                  <a:cubicBezTo>
                    <a:pt x="20682" y="66569"/>
                    <a:pt x="21015" y="66736"/>
                    <a:pt x="21349" y="66902"/>
                  </a:cubicBezTo>
                  <a:lnTo>
                    <a:pt x="21849" y="67169"/>
                  </a:lnTo>
                  <a:lnTo>
                    <a:pt x="22416" y="67369"/>
                  </a:lnTo>
                  <a:cubicBezTo>
                    <a:pt x="23117" y="67636"/>
                    <a:pt x="23817" y="67903"/>
                    <a:pt x="24518" y="68070"/>
                  </a:cubicBezTo>
                  <a:cubicBezTo>
                    <a:pt x="24918" y="68203"/>
                    <a:pt x="25251" y="68303"/>
                    <a:pt x="25618" y="68370"/>
                  </a:cubicBezTo>
                  <a:cubicBezTo>
                    <a:pt x="25985" y="68403"/>
                    <a:pt x="26319" y="68504"/>
                    <a:pt x="26686" y="68537"/>
                  </a:cubicBezTo>
                  <a:cubicBezTo>
                    <a:pt x="27420" y="68670"/>
                    <a:pt x="28154" y="68670"/>
                    <a:pt x="28854" y="68737"/>
                  </a:cubicBezTo>
                  <a:cubicBezTo>
                    <a:pt x="29099" y="68759"/>
                    <a:pt x="29340" y="68767"/>
                    <a:pt x="29578" y="68767"/>
                  </a:cubicBezTo>
                  <a:cubicBezTo>
                    <a:pt x="30055" y="68767"/>
                    <a:pt x="30522" y="68737"/>
                    <a:pt x="30989" y="68737"/>
                  </a:cubicBezTo>
                  <a:cubicBezTo>
                    <a:pt x="31689" y="68704"/>
                    <a:pt x="32390" y="68670"/>
                    <a:pt x="33090" y="68570"/>
                  </a:cubicBezTo>
                  <a:cubicBezTo>
                    <a:pt x="34458" y="68370"/>
                    <a:pt x="35792" y="68170"/>
                    <a:pt x="37127" y="68137"/>
                  </a:cubicBezTo>
                  <a:cubicBezTo>
                    <a:pt x="37422" y="68114"/>
                    <a:pt x="37715" y="68104"/>
                    <a:pt x="38007" y="68104"/>
                  </a:cubicBezTo>
                  <a:cubicBezTo>
                    <a:pt x="39032" y="68104"/>
                    <a:pt x="40028" y="68236"/>
                    <a:pt x="40963" y="68470"/>
                  </a:cubicBezTo>
                  <a:cubicBezTo>
                    <a:pt x="42197" y="68737"/>
                    <a:pt x="43331" y="69204"/>
                    <a:pt x="44465" y="69671"/>
                  </a:cubicBezTo>
                  <a:cubicBezTo>
                    <a:pt x="45599" y="70171"/>
                    <a:pt x="46667" y="70638"/>
                    <a:pt x="47768" y="71005"/>
                  </a:cubicBezTo>
                  <a:cubicBezTo>
                    <a:pt x="48301" y="71172"/>
                    <a:pt x="48802" y="71372"/>
                    <a:pt x="49335" y="71539"/>
                  </a:cubicBezTo>
                  <a:cubicBezTo>
                    <a:pt x="49836" y="71706"/>
                    <a:pt x="50369" y="71839"/>
                    <a:pt x="50936" y="71906"/>
                  </a:cubicBezTo>
                  <a:cubicBezTo>
                    <a:pt x="53038" y="72306"/>
                    <a:pt x="55039" y="72206"/>
                    <a:pt x="56841" y="72240"/>
                  </a:cubicBezTo>
                  <a:cubicBezTo>
                    <a:pt x="58642" y="72306"/>
                    <a:pt x="60276" y="72373"/>
                    <a:pt x="61544" y="72973"/>
                  </a:cubicBezTo>
                  <a:cubicBezTo>
                    <a:pt x="62812" y="73507"/>
                    <a:pt x="63612" y="74508"/>
                    <a:pt x="63979" y="75375"/>
                  </a:cubicBezTo>
                  <a:cubicBezTo>
                    <a:pt x="64379" y="76242"/>
                    <a:pt x="64513" y="77010"/>
                    <a:pt x="64613" y="77510"/>
                  </a:cubicBezTo>
                  <a:cubicBezTo>
                    <a:pt x="64646" y="77744"/>
                    <a:pt x="64680" y="77977"/>
                    <a:pt x="64680" y="78077"/>
                  </a:cubicBezTo>
                  <a:lnTo>
                    <a:pt x="64680" y="78311"/>
                  </a:lnTo>
                  <a:cubicBezTo>
                    <a:pt x="64713" y="78577"/>
                    <a:pt x="64780" y="78844"/>
                    <a:pt x="64780" y="79044"/>
                  </a:cubicBezTo>
                  <a:cubicBezTo>
                    <a:pt x="64780" y="79245"/>
                    <a:pt x="64813" y="79411"/>
                    <a:pt x="64813" y="79578"/>
                  </a:cubicBezTo>
                  <a:cubicBezTo>
                    <a:pt x="64813" y="79878"/>
                    <a:pt x="64846" y="80045"/>
                    <a:pt x="64880" y="80045"/>
                  </a:cubicBezTo>
                  <a:cubicBezTo>
                    <a:pt x="64946" y="80045"/>
                    <a:pt x="64980" y="79912"/>
                    <a:pt x="64980" y="79645"/>
                  </a:cubicBezTo>
                  <a:lnTo>
                    <a:pt x="64980" y="79078"/>
                  </a:lnTo>
                  <a:cubicBezTo>
                    <a:pt x="64980" y="78878"/>
                    <a:pt x="64980" y="78577"/>
                    <a:pt x="64946" y="78311"/>
                  </a:cubicBezTo>
                  <a:lnTo>
                    <a:pt x="64946" y="78077"/>
                  </a:lnTo>
                  <a:cubicBezTo>
                    <a:pt x="64946" y="77977"/>
                    <a:pt x="64880" y="77777"/>
                    <a:pt x="64846" y="77510"/>
                  </a:cubicBezTo>
                  <a:cubicBezTo>
                    <a:pt x="64780" y="77010"/>
                    <a:pt x="64646" y="76209"/>
                    <a:pt x="64213" y="75308"/>
                  </a:cubicBezTo>
                  <a:cubicBezTo>
                    <a:pt x="63812" y="74374"/>
                    <a:pt x="62978" y="73307"/>
                    <a:pt x="61644" y="72707"/>
                  </a:cubicBezTo>
                  <a:cubicBezTo>
                    <a:pt x="60310" y="72139"/>
                    <a:pt x="58642" y="72006"/>
                    <a:pt x="56841" y="71973"/>
                  </a:cubicBezTo>
                  <a:cubicBezTo>
                    <a:pt x="55039" y="71906"/>
                    <a:pt x="53038" y="72006"/>
                    <a:pt x="50970" y="71639"/>
                  </a:cubicBezTo>
                  <a:cubicBezTo>
                    <a:pt x="50469" y="71539"/>
                    <a:pt x="49936" y="71406"/>
                    <a:pt x="49435" y="71239"/>
                  </a:cubicBezTo>
                  <a:cubicBezTo>
                    <a:pt x="48868" y="71072"/>
                    <a:pt x="48368" y="70905"/>
                    <a:pt x="47834" y="70705"/>
                  </a:cubicBezTo>
                  <a:cubicBezTo>
                    <a:pt x="46800" y="70305"/>
                    <a:pt x="45699" y="69838"/>
                    <a:pt x="44599" y="69371"/>
                  </a:cubicBezTo>
                  <a:cubicBezTo>
                    <a:pt x="43464" y="68904"/>
                    <a:pt x="42297" y="68403"/>
                    <a:pt x="41029" y="68137"/>
                  </a:cubicBezTo>
                  <a:cubicBezTo>
                    <a:pt x="40033" y="67867"/>
                    <a:pt x="38971" y="67750"/>
                    <a:pt x="37897" y="67750"/>
                  </a:cubicBezTo>
                  <a:cubicBezTo>
                    <a:pt x="37641" y="67750"/>
                    <a:pt x="37384" y="67757"/>
                    <a:pt x="37127" y="67770"/>
                  </a:cubicBezTo>
                  <a:cubicBezTo>
                    <a:pt x="35759" y="67803"/>
                    <a:pt x="34425" y="68003"/>
                    <a:pt x="33024" y="68170"/>
                  </a:cubicBezTo>
                  <a:cubicBezTo>
                    <a:pt x="32323" y="68270"/>
                    <a:pt x="31656" y="68303"/>
                    <a:pt x="30956" y="68337"/>
                  </a:cubicBezTo>
                  <a:cubicBezTo>
                    <a:pt x="30489" y="68337"/>
                    <a:pt x="30007" y="68352"/>
                    <a:pt x="29530" y="68352"/>
                  </a:cubicBezTo>
                  <a:cubicBezTo>
                    <a:pt x="29291" y="68352"/>
                    <a:pt x="29054" y="68348"/>
                    <a:pt x="28821" y="68337"/>
                  </a:cubicBezTo>
                  <a:cubicBezTo>
                    <a:pt x="25985" y="68203"/>
                    <a:pt x="23117" y="67436"/>
                    <a:pt x="20448" y="66102"/>
                  </a:cubicBezTo>
                  <a:cubicBezTo>
                    <a:pt x="17746" y="64701"/>
                    <a:pt x="14677" y="63967"/>
                    <a:pt x="11675" y="63133"/>
                  </a:cubicBezTo>
                  <a:cubicBezTo>
                    <a:pt x="10174" y="62699"/>
                    <a:pt x="8673" y="62299"/>
                    <a:pt x="7239" y="61699"/>
                  </a:cubicBezTo>
                  <a:cubicBezTo>
                    <a:pt x="5771" y="61132"/>
                    <a:pt x="4337" y="60464"/>
                    <a:pt x="3136" y="59464"/>
                  </a:cubicBezTo>
                  <a:cubicBezTo>
                    <a:pt x="1935" y="58496"/>
                    <a:pt x="1001" y="57129"/>
                    <a:pt x="734" y="55628"/>
                  </a:cubicBezTo>
                  <a:cubicBezTo>
                    <a:pt x="400" y="54127"/>
                    <a:pt x="667" y="52492"/>
                    <a:pt x="1468" y="51158"/>
                  </a:cubicBezTo>
                  <a:cubicBezTo>
                    <a:pt x="2235" y="49824"/>
                    <a:pt x="3569" y="48823"/>
                    <a:pt x="5004" y="48423"/>
                  </a:cubicBezTo>
                  <a:cubicBezTo>
                    <a:pt x="5649" y="48226"/>
                    <a:pt x="6319" y="48148"/>
                    <a:pt x="6952" y="48148"/>
                  </a:cubicBezTo>
                  <a:cubicBezTo>
                    <a:pt x="7071" y="48148"/>
                    <a:pt x="7189" y="48150"/>
                    <a:pt x="7305" y="48156"/>
                  </a:cubicBezTo>
                  <a:cubicBezTo>
                    <a:pt x="7739" y="48156"/>
                    <a:pt x="8073" y="48256"/>
                    <a:pt x="8473" y="48289"/>
                  </a:cubicBezTo>
                  <a:cubicBezTo>
                    <a:pt x="8673" y="48322"/>
                    <a:pt x="8906" y="48322"/>
                    <a:pt x="9107" y="48322"/>
                  </a:cubicBezTo>
                  <a:cubicBezTo>
                    <a:pt x="9307" y="48322"/>
                    <a:pt x="9507" y="48322"/>
                    <a:pt x="9740" y="48289"/>
                  </a:cubicBezTo>
                  <a:cubicBezTo>
                    <a:pt x="10574" y="48156"/>
                    <a:pt x="11342" y="47789"/>
                    <a:pt x="11975" y="47288"/>
                  </a:cubicBezTo>
                  <a:cubicBezTo>
                    <a:pt x="12609" y="46788"/>
                    <a:pt x="13143" y="46188"/>
                    <a:pt x="13643" y="45587"/>
                  </a:cubicBezTo>
                  <a:cubicBezTo>
                    <a:pt x="14611" y="44353"/>
                    <a:pt x="15578" y="43085"/>
                    <a:pt x="16912" y="42452"/>
                  </a:cubicBezTo>
                  <a:cubicBezTo>
                    <a:pt x="17467" y="42202"/>
                    <a:pt x="18044" y="42068"/>
                    <a:pt x="18644" y="42068"/>
                  </a:cubicBezTo>
                  <a:cubicBezTo>
                    <a:pt x="18767" y="42068"/>
                    <a:pt x="18890" y="42073"/>
                    <a:pt x="19014" y="42085"/>
                  </a:cubicBezTo>
                  <a:cubicBezTo>
                    <a:pt x="19748" y="42118"/>
                    <a:pt x="20481" y="42318"/>
                    <a:pt x="21149" y="42585"/>
                  </a:cubicBezTo>
                  <a:cubicBezTo>
                    <a:pt x="21816" y="42852"/>
                    <a:pt x="22416" y="43286"/>
                    <a:pt x="23017" y="43753"/>
                  </a:cubicBezTo>
                  <a:cubicBezTo>
                    <a:pt x="23650" y="44186"/>
                    <a:pt x="24284" y="44653"/>
                    <a:pt x="25118" y="44787"/>
                  </a:cubicBezTo>
                  <a:cubicBezTo>
                    <a:pt x="25225" y="44804"/>
                    <a:pt x="25335" y="44813"/>
                    <a:pt x="25445" y="44813"/>
                  </a:cubicBezTo>
                  <a:cubicBezTo>
                    <a:pt x="25746" y="44813"/>
                    <a:pt x="26050" y="44751"/>
                    <a:pt x="26319" y="44653"/>
                  </a:cubicBezTo>
                  <a:cubicBezTo>
                    <a:pt x="26519" y="44553"/>
                    <a:pt x="26686" y="44486"/>
                    <a:pt x="26853" y="44420"/>
                  </a:cubicBezTo>
                  <a:cubicBezTo>
                    <a:pt x="27019" y="44320"/>
                    <a:pt x="27186" y="44186"/>
                    <a:pt x="27353" y="44119"/>
                  </a:cubicBezTo>
                  <a:cubicBezTo>
                    <a:pt x="27520" y="44019"/>
                    <a:pt x="27653" y="43919"/>
                    <a:pt x="27820" y="43786"/>
                  </a:cubicBezTo>
                  <a:cubicBezTo>
                    <a:pt x="27953" y="43686"/>
                    <a:pt x="28120" y="43586"/>
                    <a:pt x="28254" y="43419"/>
                  </a:cubicBezTo>
                  <a:cubicBezTo>
                    <a:pt x="28354" y="43286"/>
                    <a:pt x="28487" y="43119"/>
                    <a:pt x="28587" y="42952"/>
                  </a:cubicBezTo>
                  <a:cubicBezTo>
                    <a:pt x="28687" y="42785"/>
                    <a:pt x="28787" y="42618"/>
                    <a:pt x="28854" y="42452"/>
                  </a:cubicBezTo>
                  <a:cubicBezTo>
                    <a:pt x="29521" y="41084"/>
                    <a:pt x="29688" y="39650"/>
                    <a:pt x="30088" y="38315"/>
                  </a:cubicBezTo>
                  <a:cubicBezTo>
                    <a:pt x="30288" y="37648"/>
                    <a:pt x="30489" y="37014"/>
                    <a:pt x="30789" y="36414"/>
                  </a:cubicBezTo>
                  <a:lnTo>
                    <a:pt x="31022" y="35947"/>
                  </a:lnTo>
                  <a:lnTo>
                    <a:pt x="31356" y="35513"/>
                  </a:lnTo>
                  <a:cubicBezTo>
                    <a:pt x="31589" y="35280"/>
                    <a:pt x="31789" y="34980"/>
                    <a:pt x="32023" y="34746"/>
                  </a:cubicBezTo>
                  <a:cubicBezTo>
                    <a:pt x="32957" y="33679"/>
                    <a:pt x="34158" y="32811"/>
                    <a:pt x="35592" y="32578"/>
                  </a:cubicBezTo>
                  <a:cubicBezTo>
                    <a:pt x="35792" y="32578"/>
                    <a:pt x="35959" y="32511"/>
                    <a:pt x="36126" y="32478"/>
                  </a:cubicBezTo>
                  <a:lnTo>
                    <a:pt x="36660" y="32444"/>
                  </a:lnTo>
                  <a:lnTo>
                    <a:pt x="36926" y="32444"/>
                  </a:lnTo>
                  <a:lnTo>
                    <a:pt x="37160" y="32478"/>
                  </a:lnTo>
                  <a:lnTo>
                    <a:pt x="37727" y="32511"/>
                  </a:lnTo>
                  <a:cubicBezTo>
                    <a:pt x="38461" y="32611"/>
                    <a:pt x="39161" y="32778"/>
                    <a:pt x="39895" y="33011"/>
                  </a:cubicBezTo>
                  <a:cubicBezTo>
                    <a:pt x="41330" y="33478"/>
                    <a:pt x="42764" y="34079"/>
                    <a:pt x="44198" y="34513"/>
                  </a:cubicBezTo>
                  <a:cubicBezTo>
                    <a:pt x="44966" y="34746"/>
                    <a:pt x="45733" y="34980"/>
                    <a:pt x="46500" y="35113"/>
                  </a:cubicBezTo>
                  <a:cubicBezTo>
                    <a:pt x="46878" y="35176"/>
                    <a:pt x="47263" y="35209"/>
                    <a:pt x="47649" y="35209"/>
                  </a:cubicBezTo>
                  <a:cubicBezTo>
                    <a:pt x="48081" y="35209"/>
                    <a:pt x="48512" y="35168"/>
                    <a:pt x="48935" y="35080"/>
                  </a:cubicBezTo>
                  <a:cubicBezTo>
                    <a:pt x="49702" y="34913"/>
                    <a:pt x="50469" y="34479"/>
                    <a:pt x="51103" y="33945"/>
                  </a:cubicBezTo>
                  <a:cubicBezTo>
                    <a:pt x="51670" y="33412"/>
                    <a:pt x="52171" y="32778"/>
                    <a:pt x="52604" y="32077"/>
                  </a:cubicBezTo>
                  <a:cubicBezTo>
                    <a:pt x="53438" y="30676"/>
                    <a:pt x="54005" y="29175"/>
                    <a:pt x="54672" y="27774"/>
                  </a:cubicBezTo>
                  <a:cubicBezTo>
                    <a:pt x="55006" y="27007"/>
                    <a:pt x="55406" y="26340"/>
                    <a:pt x="55773" y="25640"/>
                  </a:cubicBezTo>
                  <a:cubicBezTo>
                    <a:pt x="56174" y="24972"/>
                    <a:pt x="56641" y="24305"/>
                    <a:pt x="57141" y="23705"/>
                  </a:cubicBezTo>
                  <a:cubicBezTo>
                    <a:pt x="58142" y="22571"/>
                    <a:pt x="59443" y="21603"/>
                    <a:pt x="60810" y="20836"/>
                  </a:cubicBezTo>
                  <a:cubicBezTo>
                    <a:pt x="62245" y="20036"/>
                    <a:pt x="63679" y="19435"/>
                    <a:pt x="65113" y="18701"/>
                  </a:cubicBezTo>
                  <a:cubicBezTo>
                    <a:pt x="66581" y="18001"/>
                    <a:pt x="67949" y="17234"/>
                    <a:pt x="69250" y="16266"/>
                  </a:cubicBezTo>
                  <a:cubicBezTo>
                    <a:pt x="70517" y="15299"/>
                    <a:pt x="71618" y="14198"/>
                    <a:pt x="72819" y="13231"/>
                  </a:cubicBezTo>
                  <a:cubicBezTo>
                    <a:pt x="73986" y="12197"/>
                    <a:pt x="75254" y="11296"/>
                    <a:pt x="76588" y="10595"/>
                  </a:cubicBezTo>
                  <a:cubicBezTo>
                    <a:pt x="77255" y="10229"/>
                    <a:pt x="77956" y="9928"/>
                    <a:pt x="78656" y="9661"/>
                  </a:cubicBezTo>
                  <a:cubicBezTo>
                    <a:pt x="79357" y="9461"/>
                    <a:pt x="80091" y="9295"/>
                    <a:pt x="80824" y="9194"/>
                  </a:cubicBezTo>
                  <a:cubicBezTo>
                    <a:pt x="81191" y="9161"/>
                    <a:pt x="81592" y="9128"/>
                    <a:pt x="81959" y="9128"/>
                  </a:cubicBezTo>
                  <a:cubicBezTo>
                    <a:pt x="82326" y="9094"/>
                    <a:pt x="82692" y="9094"/>
                    <a:pt x="83093" y="9061"/>
                  </a:cubicBezTo>
                  <a:cubicBezTo>
                    <a:pt x="83827" y="8994"/>
                    <a:pt x="84527" y="8928"/>
                    <a:pt x="85294" y="8828"/>
                  </a:cubicBezTo>
                  <a:cubicBezTo>
                    <a:pt x="86762" y="8627"/>
                    <a:pt x="88196" y="8294"/>
                    <a:pt x="89531" y="7727"/>
                  </a:cubicBezTo>
                  <a:cubicBezTo>
                    <a:pt x="92199" y="6459"/>
                    <a:pt x="94267" y="4524"/>
                    <a:pt x="96536" y="3190"/>
                  </a:cubicBezTo>
                  <a:cubicBezTo>
                    <a:pt x="97670" y="2490"/>
                    <a:pt x="98837" y="1923"/>
                    <a:pt x="100005" y="1456"/>
                  </a:cubicBezTo>
                  <a:cubicBezTo>
                    <a:pt x="101172" y="989"/>
                    <a:pt x="102340" y="655"/>
                    <a:pt x="103541" y="555"/>
                  </a:cubicBezTo>
                  <a:cubicBezTo>
                    <a:pt x="104092" y="492"/>
                    <a:pt x="104643" y="459"/>
                    <a:pt x="105191" y="459"/>
                  </a:cubicBezTo>
                  <a:cubicBezTo>
                    <a:pt x="105803" y="459"/>
                    <a:pt x="106411" y="500"/>
                    <a:pt x="107010" y="588"/>
                  </a:cubicBezTo>
                  <a:cubicBezTo>
                    <a:pt x="107544" y="622"/>
                    <a:pt x="108111" y="788"/>
                    <a:pt x="108644" y="922"/>
                  </a:cubicBezTo>
                  <a:cubicBezTo>
                    <a:pt x="109178" y="1089"/>
                    <a:pt x="109678" y="1255"/>
                    <a:pt x="110179" y="1422"/>
                  </a:cubicBezTo>
                  <a:cubicBezTo>
                    <a:pt x="112180" y="2156"/>
                    <a:pt x="113848" y="3157"/>
                    <a:pt x="115383" y="4124"/>
                  </a:cubicBezTo>
                  <a:cubicBezTo>
                    <a:pt x="118518" y="5925"/>
                    <a:pt x="121487" y="6493"/>
                    <a:pt x="123455" y="6626"/>
                  </a:cubicBezTo>
                  <a:cubicBezTo>
                    <a:pt x="123855" y="6679"/>
                    <a:pt x="124213" y="6695"/>
                    <a:pt x="124532" y="6695"/>
                  </a:cubicBezTo>
                  <a:cubicBezTo>
                    <a:pt x="125011" y="6695"/>
                    <a:pt x="125403" y="6659"/>
                    <a:pt x="125723" y="6659"/>
                  </a:cubicBezTo>
                  <a:lnTo>
                    <a:pt x="126324" y="6659"/>
                  </a:lnTo>
                  <a:cubicBezTo>
                    <a:pt x="126457" y="6626"/>
                    <a:pt x="126524" y="6626"/>
                    <a:pt x="126524" y="6626"/>
                  </a:cubicBezTo>
                  <a:cubicBezTo>
                    <a:pt x="128354" y="6391"/>
                    <a:pt x="128729" y="6217"/>
                    <a:pt x="127618" y="6217"/>
                  </a:cubicBezTo>
                  <a:cubicBezTo>
                    <a:pt x="127311" y="6217"/>
                    <a:pt x="126891" y="6230"/>
                    <a:pt x="126357" y="6259"/>
                  </a:cubicBezTo>
                  <a:cubicBezTo>
                    <a:pt x="126357" y="6259"/>
                    <a:pt x="126257" y="6292"/>
                    <a:pt x="126157" y="6292"/>
                  </a:cubicBezTo>
                  <a:lnTo>
                    <a:pt x="125556" y="6292"/>
                  </a:lnTo>
                  <a:cubicBezTo>
                    <a:pt x="125271" y="6292"/>
                    <a:pt x="124908" y="6314"/>
                    <a:pt x="124464" y="6314"/>
                  </a:cubicBezTo>
                  <a:cubicBezTo>
                    <a:pt x="124130" y="6314"/>
                    <a:pt x="123750" y="6302"/>
                    <a:pt x="123322" y="6259"/>
                  </a:cubicBezTo>
                  <a:cubicBezTo>
                    <a:pt x="121387" y="6126"/>
                    <a:pt x="118518" y="5525"/>
                    <a:pt x="115383" y="3757"/>
                  </a:cubicBezTo>
                  <a:cubicBezTo>
                    <a:pt x="113848" y="2823"/>
                    <a:pt x="112147" y="1756"/>
                    <a:pt x="110145" y="989"/>
                  </a:cubicBezTo>
                  <a:cubicBezTo>
                    <a:pt x="109645" y="822"/>
                    <a:pt x="109145" y="655"/>
                    <a:pt x="108578" y="488"/>
                  </a:cubicBezTo>
                  <a:cubicBezTo>
                    <a:pt x="108044" y="355"/>
                    <a:pt x="107510" y="188"/>
                    <a:pt x="106910" y="155"/>
                  </a:cubicBezTo>
                  <a:cubicBezTo>
                    <a:pt x="106334" y="50"/>
                    <a:pt x="105722" y="0"/>
                    <a:pt x="105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40" name="Google Shape;2340;p20"/>
            <p:cNvSpPr/>
            <p:nvPr/>
          </p:nvSpPr>
          <p:spPr>
            <a:xfrm>
              <a:off x="4704375" y="4670050"/>
              <a:ext cx="445325" cy="247475"/>
            </a:xfrm>
            <a:custGeom>
              <a:avLst/>
              <a:gdLst/>
              <a:ahLst/>
              <a:cxnLst/>
              <a:rect l="l" t="t" r="r" b="b"/>
              <a:pathLst>
                <a:path w="17813" h="9899" extrusionOk="0">
                  <a:moveTo>
                    <a:pt x="3546" y="0"/>
                  </a:moveTo>
                  <a:cubicBezTo>
                    <a:pt x="2909" y="0"/>
                    <a:pt x="2293" y="245"/>
                    <a:pt x="1868" y="617"/>
                  </a:cubicBezTo>
                  <a:cubicBezTo>
                    <a:pt x="1268" y="1051"/>
                    <a:pt x="967" y="1651"/>
                    <a:pt x="701" y="2151"/>
                  </a:cubicBezTo>
                  <a:cubicBezTo>
                    <a:pt x="467" y="2685"/>
                    <a:pt x="267" y="3152"/>
                    <a:pt x="200" y="3552"/>
                  </a:cubicBezTo>
                  <a:cubicBezTo>
                    <a:pt x="133" y="3986"/>
                    <a:pt x="67" y="4320"/>
                    <a:pt x="33" y="4520"/>
                  </a:cubicBezTo>
                  <a:cubicBezTo>
                    <a:pt x="0" y="4720"/>
                    <a:pt x="0" y="4853"/>
                    <a:pt x="0" y="4853"/>
                  </a:cubicBezTo>
                  <a:cubicBezTo>
                    <a:pt x="0" y="4995"/>
                    <a:pt x="94" y="5071"/>
                    <a:pt x="187" y="5071"/>
                  </a:cubicBezTo>
                  <a:cubicBezTo>
                    <a:pt x="270" y="5071"/>
                    <a:pt x="351" y="5012"/>
                    <a:pt x="367" y="4887"/>
                  </a:cubicBezTo>
                  <a:cubicBezTo>
                    <a:pt x="367" y="4887"/>
                    <a:pt x="367" y="4787"/>
                    <a:pt x="400" y="4553"/>
                  </a:cubicBezTo>
                  <a:cubicBezTo>
                    <a:pt x="467" y="4353"/>
                    <a:pt x="500" y="4019"/>
                    <a:pt x="634" y="3653"/>
                  </a:cubicBezTo>
                  <a:cubicBezTo>
                    <a:pt x="701" y="3286"/>
                    <a:pt x="867" y="2819"/>
                    <a:pt x="1101" y="2352"/>
                  </a:cubicBezTo>
                  <a:cubicBezTo>
                    <a:pt x="1368" y="1885"/>
                    <a:pt x="1701" y="1384"/>
                    <a:pt x="2168" y="1051"/>
                  </a:cubicBezTo>
                  <a:cubicBezTo>
                    <a:pt x="2526" y="795"/>
                    <a:pt x="2962" y="638"/>
                    <a:pt x="3431" y="638"/>
                  </a:cubicBezTo>
                  <a:cubicBezTo>
                    <a:pt x="3574" y="638"/>
                    <a:pt x="3721" y="652"/>
                    <a:pt x="3869" y="684"/>
                  </a:cubicBezTo>
                  <a:cubicBezTo>
                    <a:pt x="4036" y="717"/>
                    <a:pt x="4170" y="784"/>
                    <a:pt x="4336" y="817"/>
                  </a:cubicBezTo>
                  <a:cubicBezTo>
                    <a:pt x="4470" y="817"/>
                    <a:pt x="4470" y="851"/>
                    <a:pt x="4537" y="884"/>
                  </a:cubicBezTo>
                  <a:cubicBezTo>
                    <a:pt x="4570" y="951"/>
                    <a:pt x="4670" y="984"/>
                    <a:pt x="4703" y="1017"/>
                  </a:cubicBezTo>
                  <a:cubicBezTo>
                    <a:pt x="4904" y="1217"/>
                    <a:pt x="5137" y="1518"/>
                    <a:pt x="5270" y="1818"/>
                  </a:cubicBezTo>
                  <a:cubicBezTo>
                    <a:pt x="5504" y="2118"/>
                    <a:pt x="5671" y="2452"/>
                    <a:pt x="5904" y="2785"/>
                  </a:cubicBezTo>
                  <a:cubicBezTo>
                    <a:pt x="6038" y="2885"/>
                    <a:pt x="6171" y="3052"/>
                    <a:pt x="6371" y="3186"/>
                  </a:cubicBezTo>
                  <a:cubicBezTo>
                    <a:pt x="6471" y="3286"/>
                    <a:pt x="6538" y="3286"/>
                    <a:pt x="6671" y="3352"/>
                  </a:cubicBezTo>
                  <a:cubicBezTo>
                    <a:pt x="6838" y="3386"/>
                    <a:pt x="6872" y="3386"/>
                    <a:pt x="7005" y="3452"/>
                  </a:cubicBezTo>
                  <a:lnTo>
                    <a:pt x="7305" y="3486"/>
                  </a:lnTo>
                  <a:lnTo>
                    <a:pt x="7572" y="3486"/>
                  </a:lnTo>
                  <a:cubicBezTo>
                    <a:pt x="7772" y="3486"/>
                    <a:pt x="7939" y="3452"/>
                    <a:pt x="8173" y="3386"/>
                  </a:cubicBezTo>
                  <a:cubicBezTo>
                    <a:pt x="8339" y="3352"/>
                    <a:pt x="8506" y="3286"/>
                    <a:pt x="8673" y="3186"/>
                  </a:cubicBezTo>
                  <a:cubicBezTo>
                    <a:pt x="8840" y="3152"/>
                    <a:pt x="9006" y="3052"/>
                    <a:pt x="9107" y="2985"/>
                  </a:cubicBezTo>
                  <a:cubicBezTo>
                    <a:pt x="9407" y="2852"/>
                    <a:pt x="9674" y="2719"/>
                    <a:pt x="9940" y="2652"/>
                  </a:cubicBezTo>
                  <a:lnTo>
                    <a:pt x="10174" y="2618"/>
                  </a:lnTo>
                  <a:cubicBezTo>
                    <a:pt x="10241" y="2552"/>
                    <a:pt x="10341" y="2552"/>
                    <a:pt x="10407" y="2552"/>
                  </a:cubicBezTo>
                  <a:lnTo>
                    <a:pt x="10874" y="2552"/>
                  </a:lnTo>
                  <a:cubicBezTo>
                    <a:pt x="11041" y="2552"/>
                    <a:pt x="11175" y="2618"/>
                    <a:pt x="11341" y="2618"/>
                  </a:cubicBezTo>
                  <a:cubicBezTo>
                    <a:pt x="11475" y="2652"/>
                    <a:pt x="11642" y="2685"/>
                    <a:pt x="11742" y="2785"/>
                  </a:cubicBezTo>
                  <a:cubicBezTo>
                    <a:pt x="12042" y="2885"/>
                    <a:pt x="12309" y="3119"/>
                    <a:pt x="12509" y="3352"/>
                  </a:cubicBezTo>
                  <a:cubicBezTo>
                    <a:pt x="12909" y="3853"/>
                    <a:pt x="13209" y="4520"/>
                    <a:pt x="13476" y="5154"/>
                  </a:cubicBezTo>
                  <a:cubicBezTo>
                    <a:pt x="13710" y="5787"/>
                    <a:pt x="13910" y="6455"/>
                    <a:pt x="14143" y="7055"/>
                  </a:cubicBezTo>
                  <a:cubicBezTo>
                    <a:pt x="14344" y="7689"/>
                    <a:pt x="14544" y="8289"/>
                    <a:pt x="14877" y="8790"/>
                  </a:cubicBezTo>
                  <a:cubicBezTo>
                    <a:pt x="15211" y="9223"/>
                    <a:pt x="15645" y="9657"/>
                    <a:pt x="16078" y="9790"/>
                  </a:cubicBezTo>
                  <a:cubicBezTo>
                    <a:pt x="16312" y="9874"/>
                    <a:pt x="16512" y="9899"/>
                    <a:pt x="16687" y="9899"/>
                  </a:cubicBezTo>
                  <a:cubicBezTo>
                    <a:pt x="16862" y="9899"/>
                    <a:pt x="17012" y="9874"/>
                    <a:pt x="17146" y="9857"/>
                  </a:cubicBezTo>
                  <a:cubicBezTo>
                    <a:pt x="17379" y="9824"/>
                    <a:pt x="17513" y="9790"/>
                    <a:pt x="17513" y="9790"/>
                  </a:cubicBezTo>
                  <a:cubicBezTo>
                    <a:pt x="17813" y="9657"/>
                    <a:pt x="17679" y="9357"/>
                    <a:pt x="17446" y="9290"/>
                  </a:cubicBezTo>
                  <a:cubicBezTo>
                    <a:pt x="17446" y="9273"/>
                    <a:pt x="17440" y="9267"/>
                    <a:pt x="17427" y="9267"/>
                  </a:cubicBezTo>
                  <a:cubicBezTo>
                    <a:pt x="17387" y="9267"/>
                    <a:pt x="17287" y="9323"/>
                    <a:pt x="17112" y="9323"/>
                  </a:cubicBezTo>
                  <a:cubicBezTo>
                    <a:pt x="17046" y="9334"/>
                    <a:pt x="16968" y="9342"/>
                    <a:pt x="16881" y="9342"/>
                  </a:cubicBezTo>
                  <a:cubicBezTo>
                    <a:pt x="16708" y="9342"/>
                    <a:pt x="16501" y="9312"/>
                    <a:pt x="16278" y="9223"/>
                  </a:cubicBezTo>
                  <a:cubicBezTo>
                    <a:pt x="15945" y="9123"/>
                    <a:pt x="15645" y="8823"/>
                    <a:pt x="15378" y="8356"/>
                  </a:cubicBezTo>
                  <a:cubicBezTo>
                    <a:pt x="15077" y="7889"/>
                    <a:pt x="14911" y="7355"/>
                    <a:pt x="14711" y="6721"/>
                  </a:cubicBezTo>
                  <a:cubicBezTo>
                    <a:pt x="14544" y="6154"/>
                    <a:pt x="14377" y="5454"/>
                    <a:pt x="14110" y="4787"/>
                  </a:cubicBezTo>
                  <a:cubicBezTo>
                    <a:pt x="13877" y="4120"/>
                    <a:pt x="13576" y="3386"/>
                    <a:pt x="13076" y="2785"/>
                  </a:cubicBezTo>
                  <a:cubicBezTo>
                    <a:pt x="12576" y="2151"/>
                    <a:pt x="11742" y="1718"/>
                    <a:pt x="10941" y="1718"/>
                  </a:cubicBezTo>
                  <a:cubicBezTo>
                    <a:pt x="10841" y="1701"/>
                    <a:pt x="10741" y="1693"/>
                    <a:pt x="10645" y="1693"/>
                  </a:cubicBezTo>
                  <a:cubicBezTo>
                    <a:pt x="10549" y="1693"/>
                    <a:pt x="10458" y="1701"/>
                    <a:pt x="10374" y="1718"/>
                  </a:cubicBezTo>
                  <a:cubicBezTo>
                    <a:pt x="10241" y="1785"/>
                    <a:pt x="10174" y="1785"/>
                    <a:pt x="10074" y="1785"/>
                  </a:cubicBezTo>
                  <a:lnTo>
                    <a:pt x="9807" y="1851"/>
                  </a:lnTo>
                  <a:cubicBezTo>
                    <a:pt x="9440" y="1985"/>
                    <a:pt x="9107" y="2151"/>
                    <a:pt x="8840" y="2285"/>
                  </a:cubicBezTo>
                  <a:cubicBezTo>
                    <a:pt x="8394" y="2547"/>
                    <a:pt x="7969" y="2727"/>
                    <a:pt x="7531" y="2727"/>
                  </a:cubicBezTo>
                  <a:cubicBezTo>
                    <a:pt x="7413" y="2727"/>
                    <a:pt x="7293" y="2714"/>
                    <a:pt x="7172" y="2685"/>
                  </a:cubicBezTo>
                  <a:cubicBezTo>
                    <a:pt x="6671" y="2685"/>
                    <a:pt x="6271" y="2051"/>
                    <a:pt x="5904" y="1451"/>
                  </a:cubicBezTo>
                  <a:cubicBezTo>
                    <a:pt x="5704" y="1151"/>
                    <a:pt x="5504" y="817"/>
                    <a:pt x="5170" y="517"/>
                  </a:cubicBezTo>
                  <a:cubicBezTo>
                    <a:pt x="5104" y="450"/>
                    <a:pt x="5004" y="350"/>
                    <a:pt x="4904" y="317"/>
                  </a:cubicBezTo>
                  <a:cubicBezTo>
                    <a:pt x="4837" y="283"/>
                    <a:pt x="4703" y="183"/>
                    <a:pt x="4603" y="183"/>
                  </a:cubicBezTo>
                  <a:cubicBezTo>
                    <a:pt x="4403" y="150"/>
                    <a:pt x="4236" y="117"/>
                    <a:pt x="4036" y="50"/>
                  </a:cubicBezTo>
                  <a:cubicBezTo>
                    <a:pt x="3873" y="16"/>
                    <a:pt x="3709" y="0"/>
                    <a:pt x="35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41" name="Google Shape;2341;p20"/>
            <p:cNvSpPr/>
            <p:nvPr/>
          </p:nvSpPr>
          <p:spPr>
            <a:xfrm>
              <a:off x="5421850" y="4209600"/>
              <a:ext cx="394975" cy="193250"/>
            </a:xfrm>
            <a:custGeom>
              <a:avLst/>
              <a:gdLst/>
              <a:ahLst/>
              <a:cxnLst/>
              <a:rect l="l" t="t" r="r" b="b"/>
              <a:pathLst>
                <a:path w="15799" h="7730" extrusionOk="0">
                  <a:moveTo>
                    <a:pt x="2764" y="0"/>
                  </a:moveTo>
                  <a:cubicBezTo>
                    <a:pt x="2541" y="0"/>
                    <a:pt x="2325" y="26"/>
                    <a:pt x="2123" y="88"/>
                  </a:cubicBezTo>
                  <a:cubicBezTo>
                    <a:pt x="1656" y="222"/>
                    <a:pt x="1222" y="455"/>
                    <a:pt x="989" y="755"/>
                  </a:cubicBezTo>
                  <a:cubicBezTo>
                    <a:pt x="722" y="1055"/>
                    <a:pt x="555" y="1389"/>
                    <a:pt x="455" y="1623"/>
                  </a:cubicBezTo>
                  <a:cubicBezTo>
                    <a:pt x="322" y="1923"/>
                    <a:pt x="222" y="2123"/>
                    <a:pt x="188" y="2323"/>
                  </a:cubicBezTo>
                  <a:cubicBezTo>
                    <a:pt x="55" y="2757"/>
                    <a:pt x="22" y="2957"/>
                    <a:pt x="22" y="2957"/>
                  </a:cubicBezTo>
                  <a:cubicBezTo>
                    <a:pt x="1" y="3081"/>
                    <a:pt x="133" y="3166"/>
                    <a:pt x="245" y="3166"/>
                  </a:cubicBezTo>
                  <a:cubicBezTo>
                    <a:pt x="314" y="3166"/>
                    <a:pt x="376" y="3133"/>
                    <a:pt x="388" y="3057"/>
                  </a:cubicBezTo>
                  <a:cubicBezTo>
                    <a:pt x="388" y="3057"/>
                    <a:pt x="455" y="2823"/>
                    <a:pt x="555" y="2456"/>
                  </a:cubicBezTo>
                  <a:cubicBezTo>
                    <a:pt x="722" y="2090"/>
                    <a:pt x="889" y="1556"/>
                    <a:pt x="1356" y="1089"/>
                  </a:cubicBezTo>
                  <a:cubicBezTo>
                    <a:pt x="1556" y="822"/>
                    <a:pt x="1856" y="655"/>
                    <a:pt x="2223" y="588"/>
                  </a:cubicBezTo>
                  <a:cubicBezTo>
                    <a:pt x="2409" y="542"/>
                    <a:pt x="2595" y="517"/>
                    <a:pt x="2784" y="517"/>
                  </a:cubicBezTo>
                  <a:cubicBezTo>
                    <a:pt x="3002" y="517"/>
                    <a:pt x="3225" y="550"/>
                    <a:pt x="3457" y="622"/>
                  </a:cubicBezTo>
                  <a:lnTo>
                    <a:pt x="3624" y="689"/>
                  </a:lnTo>
                  <a:cubicBezTo>
                    <a:pt x="3624" y="689"/>
                    <a:pt x="3657" y="689"/>
                    <a:pt x="3691" y="722"/>
                  </a:cubicBezTo>
                  <a:cubicBezTo>
                    <a:pt x="3791" y="789"/>
                    <a:pt x="3858" y="855"/>
                    <a:pt x="3958" y="922"/>
                  </a:cubicBezTo>
                  <a:cubicBezTo>
                    <a:pt x="4124" y="1055"/>
                    <a:pt x="4291" y="1256"/>
                    <a:pt x="4458" y="1422"/>
                  </a:cubicBezTo>
                  <a:cubicBezTo>
                    <a:pt x="4792" y="1789"/>
                    <a:pt x="5225" y="2256"/>
                    <a:pt x="5892" y="2390"/>
                  </a:cubicBezTo>
                  <a:lnTo>
                    <a:pt x="5859" y="2390"/>
                  </a:lnTo>
                  <a:cubicBezTo>
                    <a:pt x="5992" y="2423"/>
                    <a:pt x="6193" y="2523"/>
                    <a:pt x="6459" y="2523"/>
                  </a:cubicBezTo>
                  <a:cubicBezTo>
                    <a:pt x="6693" y="2523"/>
                    <a:pt x="6993" y="2456"/>
                    <a:pt x="7293" y="2356"/>
                  </a:cubicBezTo>
                  <a:cubicBezTo>
                    <a:pt x="7860" y="2123"/>
                    <a:pt x="8361" y="1756"/>
                    <a:pt x="8828" y="1623"/>
                  </a:cubicBezTo>
                  <a:cubicBezTo>
                    <a:pt x="8895" y="1623"/>
                    <a:pt x="8961" y="1589"/>
                    <a:pt x="8995" y="1589"/>
                  </a:cubicBezTo>
                  <a:lnTo>
                    <a:pt x="9128" y="1589"/>
                  </a:lnTo>
                  <a:cubicBezTo>
                    <a:pt x="9228" y="1623"/>
                    <a:pt x="9362" y="1623"/>
                    <a:pt x="9495" y="1689"/>
                  </a:cubicBezTo>
                  <a:cubicBezTo>
                    <a:pt x="9728" y="1756"/>
                    <a:pt x="9995" y="1789"/>
                    <a:pt x="10129" y="1956"/>
                  </a:cubicBezTo>
                  <a:cubicBezTo>
                    <a:pt x="10462" y="2223"/>
                    <a:pt x="10396" y="2790"/>
                    <a:pt x="10362" y="3424"/>
                  </a:cubicBezTo>
                  <a:cubicBezTo>
                    <a:pt x="10362" y="3724"/>
                    <a:pt x="10362" y="4058"/>
                    <a:pt x="10396" y="4391"/>
                  </a:cubicBezTo>
                  <a:cubicBezTo>
                    <a:pt x="10462" y="4725"/>
                    <a:pt x="10529" y="5058"/>
                    <a:pt x="10696" y="5359"/>
                  </a:cubicBezTo>
                  <a:cubicBezTo>
                    <a:pt x="11029" y="5926"/>
                    <a:pt x="11463" y="6359"/>
                    <a:pt x="11897" y="6726"/>
                  </a:cubicBezTo>
                  <a:cubicBezTo>
                    <a:pt x="12667" y="7325"/>
                    <a:pt x="13511" y="7729"/>
                    <a:pt x="14219" y="7729"/>
                  </a:cubicBezTo>
                  <a:cubicBezTo>
                    <a:pt x="14338" y="7729"/>
                    <a:pt x="14454" y="7718"/>
                    <a:pt x="14565" y="7694"/>
                  </a:cubicBezTo>
                  <a:cubicBezTo>
                    <a:pt x="14799" y="7694"/>
                    <a:pt x="14932" y="7593"/>
                    <a:pt x="15066" y="7560"/>
                  </a:cubicBezTo>
                  <a:cubicBezTo>
                    <a:pt x="15199" y="7460"/>
                    <a:pt x="15332" y="7393"/>
                    <a:pt x="15399" y="7360"/>
                  </a:cubicBezTo>
                  <a:cubicBezTo>
                    <a:pt x="15566" y="7227"/>
                    <a:pt x="15666" y="7126"/>
                    <a:pt x="15666" y="7126"/>
                  </a:cubicBezTo>
                  <a:cubicBezTo>
                    <a:pt x="15798" y="6968"/>
                    <a:pt x="15658" y="6830"/>
                    <a:pt x="15477" y="6830"/>
                  </a:cubicBezTo>
                  <a:cubicBezTo>
                    <a:pt x="15430" y="6830"/>
                    <a:pt x="15381" y="6839"/>
                    <a:pt x="15332" y="6860"/>
                  </a:cubicBezTo>
                  <a:cubicBezTo>
                    <a:pt x="15332" y="6860"/>
                    <a:pt x="15066" y="7193"/>
                    <a:pt x="14465" y="7260"/>
                  </a:cubicBezTo>
                  <a:cubicBezTo>
                    <a:pt x="14400" y="7270"/>
                    <a:pt x="14333" y="7275"/>
                    <a:pt x="14263" y="7275"/>
                  </a:cubicBezTo>
                  <a:cubicBezTo>
                    <a:pt x="13654" y="7275"/>
                    <a:pt x="12882" y="6891"/>
                    <a:pt x="12164" y="6293"/>
                  </a:cubicBezTo>
                  <a:cubicBezTo>
                    <a:pt x="11797" y="5926"/>
                    <a:pt x="11396" y="5525"/>
                    <a:pt x="11163" y="5058"/>
                  </a:cubicBezTo>
                  <a:cubicBezTo>
                    <a:pt x="10896" y="4625"/>
                    <a:pt x="10896" y="4058"/>
                    <a:pt x="10963" y="3457"/>
                  </a:cubicBezTo>
                  <a:cubicBezTo>
                    <a:pt x="10996" y="3190"/>
                    <a:pt x="11029" y="2823"/>
                    <a:pt x="10996" y="2490"/>
                  </a:cubicBezTo>
                  <a:cubicBezTo>
                    <a:pt x="10996" y="2156"/>
                    <a:pt x="10863" y="1756"/>
                    <a:pt x="10562" y="1456"/>
                  </a:cubicBezTo>
                  <a:cubicBezTo>
                    <a:pt x="10296" y="1156"/>
                    <a:pt x="9962" y="1089"/>
                    <a:pt x="9662" y="955"/>
                  </a:cubicBezTo>
                  <a:cubicBezTo>
                    <a:pt x="9495" y="955"/>
                    <a:pt x="9362" y="922"/>
                    <a:pt x="9195" y="889"/>
                  </a:cubicBezTo>
                  <a:lnTo>
                    <a:pt x="8895" y="889"/>
                  </a:lnTo>
                  <a:cubicBezTo>
                    <a:pt x="8828" y="889"/>
                    <a:pt x="8728" y="922"/>
                    <a:pt x="8661" y="922"/>
                  </a:cubicBezTo>
                  <a:cubicBezTo>
                    <a:pt x="7994" y="1122"/>
                    <a:pt x="7527" y="1522"/>
                    <a:pt x="7060" y="1689"/>
                  </a:cubicBezTo>
                  <a:cubicBezTo>
                    <a:pt x="6873" y="1783"/>
                    <a:pt x="6694" y="1811"/>
                    <a:pt x="6539" y="1811"/>
                  </a:cubicBezTo>
                  <a:cubicBezTo>
                    <a:pt x="6361" y="1811"/>
                    <a:pt x="6215" y="1774"/>
                    <a:pt x="6126" y="1756"/>
                  </a:cubicBezTo>
                  <a:lnTo>
                    <a:pt x="6059" y="1756"/>
                  </a:lnTo>
                  <a:cubicBezTo>
                    <a:pt x="5626" y="1689"/>
                    <a:pt x="5292" y="1389"/>
                    <a:pt x="4892" y="1022"/>
                  </a:cubicBezTo>
                  <a:cubicBezTo>
                    <a:pt x="4725" y="822"/>
                    <a:pt x="4525" y="622"/>
                    <a:pt x="4325" y="455"/>
                  </a:cubicBezTo>
                  <a:cubicBezTo>
                    <a:pt x="4225" y="322"/>
                    <a:pt x="4124" y="288"/>
                    <a:pt x="3991" y="222"/>
                  </a:cubicBezTo>
                  <a:lnTo>
                    <a:pt x="3891" y="155"/>
                  </a:lnTo>
                  <a:cubicBezTo>
                    <a:pt x="3858" y="155"/>
                    <a:pt x="3824" y="121"/>
                    <a:pt x="3791" y="121"/>
                  </a:cubicBezTo>
                  <a:lnTo>
                    <a:pt x="3557" y="88"/>
                  </a:lnTo>
                  <a:cubicBezTo>
                    <a:pt x="3290" y="35"/>
                    <a:pt x="3022" y="0"/>
                    <a:pt x="27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42" name="Google Shape;2342;p20"/>
            <p:cNvSpPr/>
            <p:nvPr/>
          </p:nvSpPr>
          <p:spPr>
            <a:xfrm>
              <a:off x="5409875" y="4757550"/>
              <a:ext cx="420950" cy="194200"/>
            </a:xfrm>
            <a:custGeom>
              <a:avLst/>
              <a:gdLst/>
              <a:ahLst/>
              <a:cxnLst/>
              <a:rect l="l" t="t" r="r" b="b"/>
              <a:pathLst>
                <a:path w="16838" h="7768" extrusionOk="0">
                  <a:moveTo>
                    <a:pt x="2026" y="1"/>
                  </a:moveTo>
                  <a:cubicBezTo>
                    <a:pt x="1861" y="1"/>
                    <a:pt x="1690" y="30"/>
                    <a:pt x="1535" y="119"/>
                  </a:cubicBezTo>
                  <a:cubicBezTo>
                    <a:pt x="1101" y="319"/>
                    <a:pt x="867" y="686"/>
                    <a:pt x="701" y="1020"/>
                  </a:cubicBezTo>
                  <a:cubicBezTo>
                    <a:pt x="534" y="1353"/>
                    <a:pt x="434" y="1687"/>
                    <a:pt x="300" y="2021"/>
                  </a:cubicBezTo>
                  <a:cubicBezTo>
                    <a:pt x="267" y="2121"/>
                    <a:pt x="267" y="2187"/>
                    <a:pt x="200" y="2287"/>
                  </a:cubicBezTo>
                  <a:lnTo>
                    <a:pt x="167" y="2521"/>
                  </a:lnTo>
                  <a:cubicBezTo>
                    <a:pt x="134" y="2688"/>
                    <a:pt x="100" y="2854"/>
                    <a:pt x="100" y="3021"/>
                  </a:cubicBezTo>
                  <a:cubicBezTo>
                    <a:pt x="0" y="4356"/>
                    <a:pt x="200" y="5523"/>
                    <a:pt x="367" y="6324"/>
                  </a:cubicBezTo>
                  <a:cubicBezTo>
                    <a:pt x="534" y="7158"/>
                    <a:pt x="701" y="7625"/>
                    <a:pt x="701" y="7625"/>
                  </a:cubicBezTo>
                  <a:cubicBezTo>
                    <a:pt x="743" y="7722"/>
                    <a:pt x="825" y="7767"/>
                    <a:pt x="905" y="7767"/>
                  </a:cubicBezTo>
                  <a:cubicBezTo>
                    <a:pt x="1016" y="7767"/>
                    <a:pt x="1120" y="7680"/>
                    <a:pt x="1101" y="7524"/>
                  </a:cubicBezTo>
                  <a:cubicBezTo>
                    <a:pt x="1101" y="7524"/>
                    <a:pt x="968" y="7057"/>
                    <a:pt x="834" y="6290"/>
                  </a:cubicBezTo>
                  <a:cubicBezTo>
                    <a:pt x="701" y="5490"/>
                    <a:pt x="534" y="4356"/>
                    <a:pt x="667" y="3121"/>
                  </a:cubicBezTo>
                  <a:cubicBezTo>
                    <a:pt x="667" y="2955"/>
                    <a:pt x="701" y="2821"/>
                    <a:pt x="767" y="2654"/>
                  </a:cubicBezTo>
                  <a:lnTo>
                    <a:pt x="801" y="2454"/>
                  </a:lnTo>
                  <a:cubicBezTo>
                    <a:pt x="834" y="2387"/>
                    <a:pt x="834" y="2321"/>
                    <a:pt x="867" y="2221"/>
                  </a:cubicBezTo>
                  <a:cubicBezTo>
                    <a:pt x="1001" y="1887"/>
                    <a:pt x="1134" y="1620"/>
                    <a:pt x="1301" y="1320"/>
                  </a:cubicBezTo>
                  <a:cubicBezTo>
                    <a:pt x="1468" y="1053"/>
                    <a:pt x="1668" y="786"/>
                    <a:pt x="1868" y="686"/>
                  </a:cubicBezTo>
                  <a:cubicBezTo>
                    <a:pt x="1944" y="643"/>
                    <a:pt x="2016" y="624"/>
                    <a:pt x="2089" y="624"/>
                  </a:cubicBezTo>
                  <a:cubicBezTo>
                    <a:pt x="2241" y="624"/>
                    <a:pt x="2399" y="707"/>
                    <a:pt x="2602" y="820"/>
                  </a:cubicBezTo>
                  <a:cubicBezTo>
                    <a:pt x="3136" y="1153"/>
                    <a:pt x="3636" y="1687"/>
                    <a:pt x="4203" y="2121"/>
                  </a:cubicBezTo>
                  <a:cubicBezTo>
                    <a:pt x="4503" y="2321"/>
                    <a:pt x="4804" y="2521"/>
                    <a:pt x="5137" y="2688"/>
                  </a:cubicBezTo>
                  <a:cubicBezTo>
                    <a:pt x="5304" y="2788"/>
                    <a:pt x="5504" y="2854"/>
                    <a:pt x="5671" y="2888"/>
                  </a:cubicBezTo>
                  <a:cubicBezTo>
                    <a:pt x="5871" y="2955"/>
                    <a:pt x="6038" y="2955"/>
                    <a:pt x="6205" y="2988"/>
                  </a:cubicBezTo>
                  <a:cubicBezTo>
                    <a:pt x="6293" y="2997"/>
                    <a:pt x="6383" y="3001"/>
                    <a:pt x="6475" y="3001"/>
                  </a:cubicBezTo>
                  <a:cubicBezTo>
                    <a:pt x="7074" y="3001"/>
                    <a:pt x="7728" y="2823"/>
                    <a:pt x="8306" y="2621"/>
                  </a:cubicBezTo>
                  <a:cubicBezTo>
                    <a:pt x="8831" y="2385"/>
                    <a:pt x="9315" y="2169"/>
                    <a:pt x="9773" y="2169"/>
                  </a:cubicBezTo>
                  <a:cubicBezTo>
                    <a:pt x="9897" y="2169"/>
                    <a:pt x="10020" y="2185"/>
                    <a:pt x="10141" y="2221"/>
                  </a:cubicBezTo>
                  <a:cubicBezTo>
                    <a:pt x="10674" y="2387"/>
                    <a:pt x="11175" y="2955"/>
                    <a:pt x="11608" y="3455"/>
                  </a:cubicBezTo>
                  <a:cubicBezTo>
                    <a:pt x="12009" y="3955"/>
                    <a:pt x="12342" y="4556"/>
                    <a:pt x="12676" y="5123"/>
                  </a:cubicBezTo>
                  <a:cubicBezTo>
                    <a:pt x="13009" y="5656"/>
                    <a:pt x="13376" y="6190"/>
                    <a:pt x="13877" y="6557"/>
                  </a:cubicBezTo>
                  <a:cubicBezTo>
                    <a:pt x="14260" y="6886"/>
                    <a:pt x="14757" y="6967"/>
                    <a:pt x="15144" y="6967"/>
                  </a:cubicBezTo>
                  <a:cubicBezTo>
                    <a:pt x="15228" y="6967"/>
                    <a:pt x="15306" y="6963"/>
                    <a:pt x="15378" y="6957"/>
                  </a:cubicBezTo>
                  <a:cubicBezTo>
                    <a:pt x="15811" y="6857"/>
                    <a:pt x="16145" y="6724"/>
                    <a:pt x="16345" y="6657"/>
                  </a:cubicBezTo>
                  <a:cubicBezTo>
                    <a:pt x="16545" y="6524"/>
                    <a:pt x="16679" y="6490"/>
                    <a:pt x="16679" y="6490"/>
                  </a:cubicBezTo>
                  <a:cubicBezTo>
                    <a:pt x="16837" y="6385"/>
                    <a:pt x="16807" y="6174"/>
                    <a:pt x="16639" y="6174"/>
                  </a:cubicBezTo>
                  <a:cubicBezTo>
                    <a:pt x="16595" y="6174"/>
                    <a:pt x="16541" y="6189"/>
                    <a:pt x="16479" y="6224"/>
                  </a:cubicBezTo>
                  <a:cubicBezTo>
                    <a:pt x="16479" y="6224"/>
                    <a:pt x="16379" y="6290"/>
                    <a:pt x="16178" y="6357"/>
                  </a:cubicBezTo>
                  <a:cubicBezTo>
                    <a:pt x="15978" y="6390"/>
                    <a:pt x="15678" y="6524"/>
                    <a:pt x="15311" y="6557"/>
                  </a:cubicBezTo>
                  <a:cubicBezTo>
                    <a:pt x="15246" y="6570"/>
                    <a:pt x="15175" y="6577"/>
                    <a:pt x="15101" y="6577"/>
                  </a:cubicBezTo>
                  <a:cubicBezTo>
                    <a:pt x="14798" y="6577"/>
                    <a:pt x="14439" y="6465"/>
                    <a:pt x="14144" y="6224"/>
                  </a:cubicBezTo>
                  <a:cubicBezTo>
                    <a:pt x="13777" y="5957"/>
                    <a:pt x="13443" y="5456"/>
                    <a:pt x="13143" y="4889"/>
                  </a:cubicBezTo>
                  <a:cubicBezTo>
                    <a:pt x="12843" y="4322"/>
                    <a:pt x="12509" y="3688"/>
                    <a:pt x="12109" y="3121"/>
                  </a:cubicBezTo>
                  <a:cubicBezTo>
                    <a:pt x="12009" y="2988"/>
                    <a:pt x="11875" y="2821"/>
                    <a:pt x="11775" y="2688"/>
                  </a:cubicBezTo>
                  <a:cubicBezTo>
                    <a:pt x="11642" y="2521"/>
                    <a:pt x="11475" y="2387"/>
                    <a:pt x="11342" y="2287"/>
                  </a:cubicBezTo>
                  <a:cubicBezTo>
                    <a:pt x="11041" y="2021"/>
                    <a:pt x="10708" y="1787"/>
                    <a:pt x="10308" y="1654"/>
                  </a:cubicBezTo>
                  <a:cubicBezTo>
                    <a:pt x="10106" y="1592"/>
                    <a:pt x="9904" y="1566"/>
                    <a:pt x="9706" y="1566"/>
                  </a:cubicBezTo>
                  <a:cubicBezTo>
                    <a:pt x="9478" y="1566"/>
                    <a:pt x="9254" y="1600"/>
                    <a:pt x="9040" y="1654"/>
                  </a:cubicBezTo>
                  <a:cubicBezTo>
                    <a:pt x="8673" y="1720"/>
                    <a:pt x="8339" y="1854"/>
                    <a:pt x="8006" y="1987"/>
                  </a:cubicBezTo>
                  <a:cubicBezTo>
                    <a:pt x="7437" y="2197"/>
                    <a:pt x="6895" y="2326"/>
                    <a:pt x="6379" y="2326"/>
                  </a:cubicBezTo>
                  <a:cubicBezTo>
                    <a:pt x="6321" y="2326"/>
                    <a:pt x="6263" y="2324"/>
                    <a:pt x="6205" y="2321"/>
                  </a:cubicBezTo>
                  <a:cubicBezTo>
                    <a:pt x="6105" y="2287"/>
                    <a:pt x="5938" y="2287"/>
                    <a:pt x="5804" y="2221"/>
                  </a:cubicBezTo>
                  <a:cubicBezTo>
                    <a:pt x="5638" y="2221"/>
                    <a:pt x="5504" y="2154"/>
                    <a:pt x="5371" y="2121"/>
                  </a:cubicBezTo>
                  <a:cubicBezTo>
                    <a:pt x="5137" y="1987"/>
                    <a:pt x="4837" y="1820"/>
                    <a:pt x="4603" y="1620"/>
                  </a:cubicBezTo>
                  <a:cubicBezTo>
                    <a:pt x="4036" y="1187"/>
                    <a:pt x="3536" y="686"/>
                    <a:pt x="2869" y="286"/>
                  </a:cubicBezTo>
                  <a:cubicBezTo>
                    <a:pt x="2669" y="153"/>
                    <a:pt x="2502" y="52"/>
                    <a:pt x="2268" y="19"/>
                  </a:cubicBezTo>
                  <a:cubicBezTo>
                    <a:pt x="2191" y="8"/>
                    <a:pt x="2109" y="1"/>
                    <a:pt x="20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43" name="Google Shape;2343;p20"/>
            <p:cNvSpPr/>
            <p:nvPr/>
          </p:nvSpPr>
          <p:spPr>
            <a:xfrm>
              <a:off x="4053900" y="4830250"/>
              <a:ext cx="454175" cy="196100"/>
            </a:xfrm>
            <a:custGeom>
              <a:avLst/>
              <a:gdLst/>
              <a:ahLst/>
              <a:cxnLst/>
              <a:rect l="l" t="t" r="r" b="b"/>
              <a:pathLst>
                <a:path w="18167" h="7844" extrusionOk="0">
                  <a:moveTo>
                    <a:pt x="9442" y="1"/>
                  </a:moveTo>
                  <a:cubicBezTo>
                    <a:pt x="9145" y="1"/>
                    <a:pt x="8857" y="38"/>
                    <a:pt x="8607" y="113"/>
                  </a:cubicBezTo>
                  <a:cubicBezTo>
                    <a:pt x="8507" y="147"/>
                    <a:pt x="8373" y="180"/>
                    <a:pt x="8273" y="180"/>
                  </a:cubicBezTo>
                  <a:lnTo>
                    <a:pt x="8340" y="180"/>
                  </a:lnTo>
                  <a:cubicBezTo>
                    <a:pt x="7906" y="280"/>
                    <a:pt x="7573" y="580"/>
                    <a:pt x="7339" y="847"/>
                  </a:cubicBezTo>
                  <a:cubicBezTo>
                    <a:pt x="7072" y="1147"/>
                    <a:pt x="6872" y="1448"/>
                    <a:pt x="6672" y="1648"/>
                  </a:cubicBezTo>
                  <a:cubicBezTo>
                    <a:pt x="6405" y="1848"/>
                    <a:pt x="6205" y="2015"/>
                    <a:pt x="5905" y="2081"/>
                  </a:cubicBezTo>
                  <a:cubicBezTo>
                    <a:pt x="5812" y="2092"/>
                    <a:pt x="5722" y="2099"/>
                    <a:pt x="5636" y="2099"/>
                  </a:cubicBezTo>
                  <a:cubicBezTo>
                    <a:pt x="5443" y="2099"/>
                    <a:pt x="5265" y="2063"/>
                    <a:pt x="5104" y="1948"/>
                  </a:cubicBezTo>
                  <a:cubicBezTo>
                    <a:pt x="4670" y="1648"/>
                    <a:pt x="4437" y="780"/>
                    <a:pt x="3670" y="347"/>
                  </a:cubicBezTo>
                  <a:lnTo>
                    <a:pt x="3536" y="280"/>
                  </a:lnTo>
                  <a:cubicBezTo>
                    <a:pt x="3436" y="247"/>
                    <a:pt x="3403" y="247"/>
                    <a:pt x="3370" y="247"/>
                  </a:cubicBezTo>
                  <a:lnTo>
                    <a:pt x="3103" y="180"/>
                  </a:lnTo>
                  <a:cubicBezTo>
                    <a:pt x="2936" y="113"/>
                    <a:pt x="2736" y="113"/>
                    <a:pt x="2569" y="113"/>
                  </a:cubicBezTo>
                  <a:cubicBezTo>
                    <a:pt x="2402" y="113"/>
                    <a:pt x="2202" y="147"/>
                    <a:pt x="2035" y="147"/>
                  </a:cubicBezTo>
                  <a:cubicBezTo>
                    <a:pt x="1835" y="180"/>
                    <a:pt x="1668" y="247"/>
                    <a:pt x="1502" y="313"/>
                  </a:cubicBezTo>
                  <a:cubicBezTo>
                    <a:pt x="1168" y="480"/>
                    <a:pt x="901" y="747"/>
                    <a:pt x="701" y="981"/>
                  </a:cubicBezTo>
                  <a:cubicBezTo>
                    <a:pt x="601" y="1114"/>
                    <a:pt x="534" y="1281"/>
                    <a:pt x="434" y="1414"/>
                  </a:cubicBezTo>
                  <a:cubicBezTo>
                    <a:pt x="401" y="1514"/>
                    <a:pt x="334" y="1681"/>
                    <a:pt x="267" y="1814"/>
                  </a:cubicBezTo>
                  <a:cubicBezTo>
                    <a:pt x="67" y="2348"/>
                    <a:pt x="34" y="2849"/>
                    <a:pt x="34" y="3282"/>
                  </a:cubicBezTo>
                  <a:cubicBezTo>
                    <a:pt x="0" y="3682"/>
                    <a:pt x="34" y="4016"/>
                    <a:pt x="34" y="4250"/>
                  </a:cubicBezTo>
                  <a:cubicBezTo>
                    <a:pt x="67" y="4450"/>
                    <a:pt x="67" y="4583"/>
                    <a:pt x="67" y="4583"/>
                  </a:cubicBezTo>
                  <a:cubicBezTo>
                    <a:pt x="82" y="4688"/>
                    <a:pt x="158" y="4739"/>
                    <a:pt x="237" y="4739"/>
                  </a:cubicBezTo>
                  <a:cubicBezTo>
                    <a:pt x="333" y="4739"/>
                    <a:pt x="434" y="4663"/>
                    <a:pt x="434" y="4516"/>
                  </a:cubicBezTo>
                  <a:lnTo>
                    <a:pt x="434" y="4183"/>
                  </a:lnTo>
                  <a:cubicBezTo>
                    <a:pt x="434" y="3983"/>
                    <a:pt x="434" y="3649"/>
                    <a:pt x="501" y="3282"/>
                  </a:cubicBezTo>
                  <a:cubicBezTo>
                    <a:pt x="501" y="2849"/>
                    <a:pt x="568" y="2415"/>
                    <a:pt x="734" y="1948"/>
                  </a:cubicBezTo>
                  <a:cubicBezTo>
                    <a:pt x="868" y="1481"/>
                    <a:pt x="1201" y="1014"/>
                    <a:pt x="1702" y="814"/>
                  </a:cubicBezTo>
                  <a:cubicBezTo>
                    <a:pt x="1835" y="747"/>
                    <a:pt x="2002" y="747"/>
                    <a:pt x="2102" y="680"/>
                  </a:cubicBezTo>
                  <a:cubicBezTo>
                    <a:pt x="2235" y="680"/>
                    <a:pt x="2324" y="665"/>
                    <a:pt x="2418" y="665"/>
                  </a:cubicBezTo>
                  <a:cubicBezTo>
                    <a:pt x="2465" y="665"/>
                    <a:pt x="2513" y="669"/>
                    <a:pt x="2569" y="680"/>
                  </a:cubicBezTo>
                  <a:cubicBezTo>
                    <a:pt x="2736" y="747"/>
                    <a:pt x="2869" y="747"/>
                    <a:pt x="3036" y="780"/>
                  </a:cubicBezTo>
                  <a:lnTo>
                    <a:pt x="3303" y="814"/>
                  </a:lnTo>
                  <a:cubicBezTo>
                    <a:pt x="3336" y="847"/>
                    <a:pt x="3370" y="847"/>
                    <a:pt x="3370" y="847"/>
                  </a:cubicBezTo>
                  <a:lnTo>
                    <a:pt x="3470" y="914"/>
                  </a:lnTo>
                  <a:cubicBezTo>
                    <a:pt x="3703" y="1014"/>
                    <a:pt x="3870" y="1281"/>
                    <a:pt x="4070" y="1581"/>
                  </a:cubicBezTo>
                  <a:cubicBezTo>
                    <a:pt x="4304" y="1848"/>
                    <a:pt x="4470" y="2181"/>
                    <a:pt x="4837" y="2482"/>
                  </a:cubicBezTo>
                  <a:cubicBezTo>
                    <a:pt x="5134" y="2704"/>
                    <a:pt x="5462" y="2798"/>
                    <a:pt x="5786" y="2798"/>
                  </a:cubicBezTo>
                  <a:cubicBezTo>
                    <a:pt x="6335" y="2798"/>
                    <a:pt x="6870" y="2526"/>
                    <a:pt x="7206" y="2148"/>
                  </a:cubicBezTo>
                  <a:cubicBezTo>
                    <a:pt x="7506" y="1915"/>
                    <a:pt x="7706" y="1614"/>
                    <a:pt x="7906" y="1347"/>
                  </a:cubicBezTo>
                  <a:cubicBezTo>
                    <a:pt x="8140" y="1147"/>
                    <a:pt x="8340" y="981"/>
                    <a:pt x="8540" y="947"/>
                  </a:cubicBezTo>
                  <a:lnTo>
                    <a:pt x="8573" y="947"/>
                  </a:lnTo>
                  <a:cubicBezTo>
                    <a:pt x="8673" y="914"/>
                    <a:pt x="8740" y="914"/>
                    <a:pt x="8873" y="880"/>
                  </a:cubicBezTo>
                  <a:cubicBezTo>
                    <a:pt x="9074" y="805"/>
                    <a:pt x="9274" y="768"/>
                    <a:pt x="9488" y="768"/>
                  </a:cubicBezTo>
                  <a:cubicBezTo>
                    <a:pt x="9559" y="768"/>
                    <a:pt x="9632" y="772"/>
                    <a:pt x="9707" y="780"/>
                  </a:cubicBezTo>
                  <a:cubicBezTo>
                    <a:pt x="10008" y="814"/>
                    <a:pt x="10241" y="947"/>
                    <a:pt x="10508" y="1114"/>
                  </a:cubicBezTo>
                  <a:cubicBezTo>
                    <a:pt x="10975" y="1481"/>
                    <a:pt x="11309" y="2115"/>
                    <a:pt x="11575" y="2782"/>
                  </a:cubicBezTo>
                  <a:cubicBezTo>
                    <a:pt x="12176" y="4083"/>
                    <a:pt x="12576" y="5550"/>
                    <a:pt x="13477" y="6651"/>
                  </a:cubicBezTo>
                  <a:cubicBezTo>
                    <a:pt x="13877" y="7252"/>
                    <a:pt x="14511" y="7619"/>
                    <a:pt x="15078" y="7752"/>
                  </a:cubicBezTo>
                  <a:cubicBezTo>
                    <a:pt x="15321" y="7820"/>
                    <a:pt x="15553" y="7843"/>
                    <a:pt x="15769" y="7843"/>
                  </a:cubicBezTo>
                  <a:cubicBezTo>
                    <a:pt x="16088" y="7843"/>
                    <a:pt x="16374" y="7792"/>
                    <a:pt x="16612" y="7752"/>
                  </a:cubicBezTo>
                  <a:cubicBezTo>
                    <a:pt x="16846" y="7719"/>
                    <a:pt x="17013" y="7619"/>
                    <a:pt x="17179" y="7585"/>
                  </a:cubicBezTo>
                  <a:cubicBezTo>
                    <a:pt x="17346" y="7552"/>
                    <a:pt x="17446" y="7485"/>
                    <a:pt x="17580" y="7452"/>
                  </a:cubicBezTo>
                  <a:cubicBezTo>
                    <a:pt x="17780" y="7385"/>
                    <a:pt x="17913" y="7318"/>
                    <a:pt x="17913" y="7318"/>
                  </a:cubicBezTo>
                  <a:cubicBezTo>
                    <a:pt x="18166" y="7224"/>
                    <a:pt x="18060" y="6949"/>
                    <a:pt x="17764" y="6949"/>
                  </a:cubicBezTo>
                  <a:cubicBezTo>
                    <a:pt x="17747" y="6949"/>
                    <a:pt x="17731" y="6950"/>
                    <a:pt x="17713" y="6951"/>
                  </a:cubicBezTo>
                  <a:cubicBezTo>
                    <a:pt x="17713" y="6951"/>
                    <a:pt x="17580" y="6985"/>
                    <a:pt x="17380" y="7085"/>
                  </a:cubicBezTo>
                  <a:cubicBezTo>
                    <a:pt x="17279" y="7118"/>
                    <a:pt x="17179" y="7152"/>
                    <a:pt x="17013" y="7185"/>
                  </a:cubicBezTo>
                  <a:cubicBezTo>
                    <a:pt x="16879" y="7252"/>
                    <a:pt x="16712" y="7285"/>
                    <a:pt x="16512" y="7318"/>
                  </a:cubicBezTo>
                  <a:cubicBezTo>
                    <a:pt x="16326" y="7365"/>
                    <a:pt x="16134" y="7390"/>
                    <a:pt x="15930" y="7390"/>
                  </a:cubicBezTo>
                  <a:cubicBezTo>
                    <a:pt x="15695" y="7390"/>
                    <a:pt x="15446" y="7357"/>
                    <a:pt x="15178" y="7285"/>
                  </a:cubicBezTo>
                  <a:cubicBezTo>
                    <a:pt x="14678" y="7152"/>
                    <a:pt x="14211" y="6818"/>
                    <a:pt x="13844" y="6318"/>
                  </a:cubicBezTo>
                  <a:cubicBezTo>
                    <a:pt x="13076" y="5317"/>
                    <a:pt x="12743" y="3849"/>
                    <a:pt x="12176" y="2482"/>
                  </a:cubicBezTo>
                  <a:cubicBezTo>
                    <a:pt x="11876" y="1781"/>
                    <a:pt x="11509" y="1081"/>
                    <a:pt x="10875" y="514"/>
                  </a:cubicBezTo>
                  <a:cubicBezTo>
                    <a:pt x="10541" y="280"/>
                    <a:pt x="10174" y="80"/>
                    <a:pt x="9741" y="13"/>
                  </a:cubicBezTo>
                  <a:cubicBezTo>
                    <a:pt x="9641" y="5"/>
                    <a:pt x="9541" y="1"/>
                    <a:pt x="94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44" name="Google Shape;2344;p20"/>
            <p:cNvSpPr/>
            <p:nvPr/>
          </p:nvSpPr>
          <p:spPr>
            <a:xfrm>
              <a:off x="5743975" y="3920375"/>
              <a:ext cx="416275" cy="161350"/>
            </a:xfrm>
            <a:custGeom>
              <a:avLst/>
              <a:gdLst/>
              <a:ahLst/>
              <a:cxnLst/>
              <a:rect l="l" t="t" r="r" b="b"/>
              <a:pathLst>
                <a:path w="16651" h="6454" extrusionOk="0">
                  <a:moveTo>
                    <a:pt x="3860" y="1"/>
                  </a:moveTo>
                  <a:cubicBezTo>
                    <a:pt x="3763" y="1"/>
                    <a:pt x="3682" y="15"/>
                    <a:pt x="3615" y="15"/>
                  </a:cubicBezTo>
                  <a:cubicBezTo>
                    <a:pt x="3515" y="82"/>
                    <a:pt x="3448" y="82"/>
                    <a:pt x="3381" y="82"/>
                  </a:cubicBezTo>
                  <a:cubicBezTo>
                    <a:pt x="3348" y="82"/>
                    <a:pt x="3281" y="116"/>
                    <a:pt x="3215" y="116"/>
                  </a:cubicBezTo>
                  <a:cubicBezTo>
                    <a:pt x="3148" y="116"/>
                    <a:pt x="3015" y="149"/>
                    <a:pt x="2948" y="182"/>
                  </a:cubicBezTo>
                  <a:cubicBezTo>
                    <a:pt x="2848" y="249"/>
                    <a:pt x="2814" y="282"/>
                    <a:pt x="2714" y="316"/>
                  </a:cubicBezTo>
                  <a:cubicBezTo>
                    <a:pt x="2614" y="416"/>
                    <a:pt x="2514" y="449"/>
                    <a:pt x="2447" y="482"/>
                  </a:cubicBezTo>
                  <a:lnTo>
                    <a:pt x="2481" y="482"/>
                  </a:lnTo>
                  <a:cubicBezTo>
                    <a:pt x="2014" y="683"/>
                    <a:pt x="1647" y="1116"/>
                    <a:pt x="1480" y="1483"/>
                  </a:cubicBezTo>
                  <a:cubicBezTo>
                    <a:pt x="1280" y="1883"/>
                    <a:pt x="1180" y="2250"/>
                    <a:pt x="1147" y="2584"/>
                  </a:cubicBezTo>
                  <a:cubicBezTo>
                    <a:pt x="1013" y="3184"/>
                    <a:pt x="980" y="3651"/>
                    <a:pt x="813" y="3985"/>
                  </a:cubicBezTo>
                  <a:cubicBezTo>
                    <a:pt x="646" y="4319"/>
                    <a:pt x="479" y="4485"/>
                    <a:pt x="346" y="4552"/>
                  </a:cubicBezTo>
                  <a:cubicBezTo>
                    <a:pt x="213" y="4685"/>
                    <a:pt x="146" y="4685"/>
                    <a:pt x="146" y="4685"/>
                  </a:cubicBezTo>
                  <a:cubicBezTo>
                    <a:pt x="0" y="4773"/>
                    <a:pt x="33" y="5038"/>
                    <a:pt x="220" y="5038"/>
                  </a:cubicBezTo>
                  <a:cubicBezTo>
                    <a:pt x="248" y="5038"/>
                    <a:pt x="278" y="5032"/>
                    <a:pt x="313" y="5019"/>
                  </a:cubicBezTo>
                  <a:cubicBezTo>
                    <a:pt x="313" y="5019"/>
                    <a:pt x="379" y="5019"/>
                    <a:pt x="546" y="4886"/>
                  </a:cubicBezTo>
                  <a:cubicBezTo>
                    <a:pt x="713" y="4786"/>
                    <a:pt x="980" y="4552"/>
                    <a:pt x="1180" y="4185"/>
                  </a:cubicBezTo>
                  <a:cubicBezTo>
                    <a:pt x="1380" y="3785"/>
                    <a:pt x="1480" y="3284"/>
                    <a:pt x="1614" y="2651"/>
                  </a:cubicBezTo>
                  <a:cubicBezTo>
                    <a:pt x="1714" y="2084"/>
                    <a:pt x="1947" y="1316"/>
                    <a:pt x="2681" y="983"/>
                  </a:cubicBezTo>
                  <a:lnTo>
                    <a:pt x="2714" y="983"/>
                  </a:lnTo>
                  <a:cubicBezTo>
                    <a:pt x="2781" y="949"/>
                    <a:pt x="2848" y="916"/>
                    <a:pt x="2981" y="849"/>
                  </a:cubicBezTo>
                  <a:cubicBezTo>
                    <a:pt x="3048" y="849"/>
                    <a:pt x="3115" y="816"/>
                    <a:pt x="3181" y="783"/>
                  </a:cubicBezTo>
                  <a:cubicBezTo>
                    <a:pt x="3281" y="783"/>
                    <a:pt x="3348" y="783"/>
                    <a:pt x="3448" y="716"/>
                  </a:cubicBezTo>
                  <a:cubicBezTo>
                    <a:pt x="3556" y="684"/>
                    <a:pt x="3671" y="665"/>
                    <a:pt x="3789" y="665"/>
                  </a:cubicBezTo>
                  <a:cubicBezTo>
                    <a:pt x="4037" y="665"/>
                    <a:pt x="4301" y="746"/>
                    <a:pt x="4549" y="949"/>
                  </a:cubicBezTo>
                  <a:cubicBezTo>
                    <a:pt x="4949" y="1250"/>
                    <a:pt x="5316" y="1750"/>
                    <a:pt x="5750" y="2250"/>
                  </a:cubicBezTo>
                  <a:cubicBezTo>
                    <a:pt x="5950" y="2484"/>
                    <a:pt x="6184" y="2717"/>
                    <a:pt x="6517" y="2951"/>
                  </a:cubicBezTo>
                  <a:cubicBezTo>
                    <a:pt x="6851" y="3151"/>
                    <a:pt x="7284" y="3184"/>
                    <a:pt x="7651" y="3184"/>
                  </a:cubicBezTo>
                  <a:lnTo>
                    <a:pt x="7851" y="3184"/>
                  </a:lnTo>
                  <a:cubicBezTo>
                    <a:pt x="7951" y="3151"/>
                    <a:pt x="8052" y="3151"/>
                    <a:pt x="8152" y="3118"/>
                  </a:cubicBezTo>
                  <a:cubicBezTo>
                    <a:pt x="8819" y="2817"/>
                    <a:pt x="9186" y="2284"/>
                    <a:pt x="9653" y="2084"/>
                  </a:cubicBezTo>
                  <a:cubicBezTo>
                    <a:pt x="9853" y="1950"/>
                    <a:pt x="10120" y="1917"/>
                    <a:pt x="10353" y="1917"/>
                  </a:cubicBezTo>
                  <a:cubicBezTo>
                    <a:pt x="10620" y="1917"/>
                    <a:pt x="10887" y="1984"/>
                    <a:pt x="11120" y="2117"/>
                  </a:cubicBezTo>
                  <a:cubicBezTo>
                    <a:pt x="11487" y="2317"/>
                    <a:pt x="11621" y="2984"/>
                    <a:pt x="11854" y="3585"/>
                  </a:cubicBezTo>
                  <a:cubicBezTo>
                    <a:pt x="11954" y="3751"/>
                    <a:pt x="11988" y="3852"/>
                    <a:pt x="12054" y="4018"/>
                  </a:cubicBezTo>
                  <a:cubicBezTo>
                    <a:pt x="12121" y="4118"/>
                    <a:pt x="12121" y="4152"/>
                    <a:pt x="12188" y="4285"/>
                  </a:cubicBezTo>
                  <a:lnTo>
                    <a:pt x="12321" y="4485"/>
                  </a:lnTo>
                  <a:cubicBezTo>
                    <a:pt x="12488" y="4752"/>
                    <a:pt x="12655" y="4986"/>
                    <a:pt x="12855" y="5186"/>
                  </a:cubicBezTo>
                  <a:cubicBezTo>
                    <a:pt x="13255" y="5653"/>
                    <a:pt x="13656" y="6086"/>
                    <a:pt x="14156" y="6287"/>
                  </a:cubicBezTo>
                  <a:cubicBezTo>
                    <a:pt x="14406" y="6403"/>
                    <a:pt x="14665" y="6453"/>
                    <a:pt x="14911" y="6453"/>
                  </a:cubicBezTo>
                  <a:cubicBezTo>
                    <a:pt x="15157" y="6453"/>
                    <a:pt x="15390" y="6403"/>
                    <a:pt x="15590" y="6320"/>
                  </a:cubicBezTo>
                  <a:cubicBezTo>
                    <a:pt x="15757" y="6253"/>
                    <a:pt x="15924" y="6153"/>
                    <a:pt x="16024" y="6086"/>
                  </a:cubicBezTo>
                  <a:cubicBezTo>
                    <a:pt x="16157" y="5986"/>
                    <a:pt x="16257" y="5920"/>
                    <a:pt x="16324" y="5820"/>
                  </a:cubicBezTo>
                  <a:cubicBezTo>
                    <a:pt x="16458" y="5653"/>
                    <a:pt x="16524" y="5586"/>
                    <a:pt x="16524" y="5586"/>
                  </a:cubicBezTo>
                  <a:cubicBezTo>
                    <a:pt x="16651" y="5460"/>
                    <a:pt x="16547" y="5295"/>
                    <a:pt x="16417" y="5295"/>
                  </a:cubicBezTo>
                  <a:cubicBezTo>
                    <a:pt x="16376" y="5295"/>
                    <a:pt x="16331" y="5312"/>
                    <a:pt x="16291" y="5353"/>
                  </a:cubicBezTo>
                  <a:lnTo>
                    <a:pt x="16057" y="5553"/>
                  </a:lnTo>
                  <a:cubicBezTo>
                    <a:pt x="15991" y="5653"/>
                    <a:pt x="15890" y="5686"/>
                    <a:pt x="15790" y="5786"/>
                  </a:cubicBezTo>
                  <a:cubicBezTo>
                    <a:pt x="15690" y="5853"/>
                    <a:pt x="15557" y="5953"/>
                    <a:pt x="15390" y="5986"/>
                  </a:cubicBezTo>
                  <a:cubicBezTo>
                    <a:pt x="15275" y="6044"/>
                    <a:pt x="15136" y="6077"/>
                    <a:pt x="14985" y="6077"/>
                  </a:cubicBezTo>
                  <a:cubicBezTo>
                    <a:pt x="14785" y="6077"/>
                    <a:pt x="14565" y="6019"/>
                    <a:pt x="14356" y="5886"/>
                  </a:cubicBezTo>
                  <a:cubicBezTo>
                    <a:pt x="13989" y="5686"/>
                    <a:pt x="13622" y="5319"/>
                    <a:pt x="13289" y="4886"/>
                  </a:cubicBezTo>
                  <a:cubicBezTo>
                    <a:pt x="13122" y="4685"/>
                    <a:pt x="12955" y="4452"/>
                    <a:pt x="12788" y="4185"/>
                  </a:cubicBezTo>
                  <a:lnTo>
                    <a:pt x="12655" y="3985"/>
                  </a:lnTo>
                  <a:cubicBezTo>
                    <a:pt x="12621" y="3985"/>
                    <a:pt x="12621" y="3852"/>
                    <a:pt x="12555" y="3818"/>
                  </a:cubicBezTo>
                  <a:cubicBezTo>
                    <a:pt x="12488" y="3685"/>
                    <a:pt x="12455" y="3518"/>
                    <a:pt x="12388" y="3385"/>
                  </a:cubicBezTo>
                  <a:cubicBezTo>
                    <a:pt x="12321" y="3118"/>
                    <a:pt x="12221" y="2817"/>
                    <a:pt x="12121" y="2484"/>
                  </a:cubicBezTo>
                  <a:cubicBezTo>
                    <a:pt x="11988" y="2150"/>
                    <a:pt x="11788" y="1783"/>
                    <a:pt x="11454" y="1550"/>
                  </a:cubicBezTo>
                  <a:cubicBezTo>
                    <a:pt x="11054" y="1350"/>
                    <a:pt x="10720" y="1283"/>
                    <a:pt x="10353" y="1216"/>
                  </a:cubicBezTo>
                  <a:cubicBezTo>
                    <a:pt x="10306" y="1212"/>
                    <a:pt x="10258" y="1210"/>
                    <a:pt x="10211" y="1210"/>
                  </a:cubicBezTo>
                  <a:cubicBezTo>
                    <a:pt x="9892" y="1210"/>
                    <a:pt x="9576" y="1305"/>
                    <a:pt x="9286" y="1450"/>
                  </a:cubicBezTo>
                  <a:cubicBezTo>
                    <a:pt x="8652" y="1783"/>
                    <a:pt x="8218" y="2284"/>
                    <a:pt x="7851" y="2384"/>
                  </a:cubicBezTo>
                  <a:cubicBezTo>
                    <a:pt x="7718" y="2451"/>
                    <a:pt x="7618" y="2451"/>
                    <a:pt x="7551" y="2451"/>
                  </a:cubicBezTo>
                  <a:lnTo>
                    <a:pt x="7518" y="2451"/>
                  </a:lnTo>
                  <a:cubicBezTo>
                    <a:pt x="7494" y="2452"/>
                    <a:pt x="7470" y="2453"/>
                    <a:pt x="7447" y="2453"/>
                  </a:cubicBezTo>
                  <a:cubicBezTo>
                    <a:pt x="7007" y="2453"/>
                    <a:pt x="6595" y="2162"/>
                    <a:pt x="6184" y="1750"/>
                  </a:cubicBezTo>
                  <a:cubicBezTo>
                    <a:pt x="5817" y="1283"/>
                    <a:pt x="5450" y="716"/>
                    <a:pt x="4883" y="349"/>
                  </a:cubicBezTo>
                  <a:cubicBezTo>
                    <a:pt x="4816" y="316"/>
                    <a:pt x="4783" y="282"/>
                    <a:pt x="4682" y="216"/>
                  </a:cubicBezTo>
                  <a:cubicBezTo>
                    <a:pt x="4649" y="182"/>
                    <a:pt x="4549" y="182"/>
                    <a:pt x="4482" y="149"/>
                  </a:cubicBezTo>
                  <a:cubicBezTo>
                    <a:pt x="4315" y="82"/>
                    <a:pt x="4182" y="82"/>
                    <a:pt x="4015" y="15"/>
                  </a:cubicBezTo>
                  <a:cubicBezTo>
                    <a:pt x="3960" y="4"/>
                    <a:pt x="3908" y="1"/>
                    <a:pt x="38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45" name="Google Shape;2345;p20"/>
            <p:cNvSpPr/>
            <p:nvPr/>
          </p:nvSpPr>
          <p:spPr>
            <a:xfrm>
              <a:off x="5752600" y="5140500"/>
              <a:ext cx="458700" cy="205450"/>
            </a:xfrm>
            <a:custGeom>
              <a:avLst/>
              <a:gdLst/>
              <a:ahLst/>
              <a:cxnLst/>
              <a:rect l="l" t="t" r="r" b="b"/>
              <a:pathLst>
                <a:path w="18348" h="8218" extrusionOk="0">
                  <a:moveTo>
                    <a:pt x="12508" y="0"/>
                  </a:moveTo>
                  <a:cubicBezTo>
                    <a:pt x="12453" y="0"/>
                    <a:pt x="12398" y="4"/>
                    <a:pt x="12343" y="12"/>
                  </a:cubicBezTo>
                  <a:cubicBezTo>
                    <a:pt x="12210" y="12"/>
                    <a:pt x="12143" y="45"/>
                    <a:pt x="12010" y="45"/>
                  </a:cubicBezTo>
                  <a:cubicBezTo>
                    <a:pt x="11943" y="45"/>
                    <a:pt x="11809" y="145"/>
                    <a:pt x="11676" y="179"/>
                  </a:cubicBezTo>
                  <a:cubicBezTo>
                    <a:pt x="11543" y="246"/>
                    <a:pt x="11476" y="312"/>
                    <a:pt x="11376" y="379"/>
                  </a:cubicBezTo>
                  <a:lnTo>
                    <a:pt x="11176" y="579"/>
                  </a:lnTo>
                  <a:cubicBezTo>
                    <a:pt x="10642" y="1180"/>
                    <a:pt x="10308" y="1813"/>
                    <a:pt x="9975" y="2347"/>
                  </a:cubicBezTo>
                  <a:cubicBezTo>
                    <a:pt x="9641" y="2881"/>
                    <a:pt x="9308" y="3515"/>
                    <a:pt x="8941" y="4082"/>
                  </a:cubicBezTo>
                  <a:cubicBezTo>
                    <a:pt x="8774" y="4382"/>
                    <a:pt x="8540" y="4682"/>
                    <a:pt x="8340" y="4882"/>
                  </a:cubicBezTo>
                  <a:lnTo>
                    <a:pt x="8274" y="4949"/>
                  </a:lnTo>
                  <a:lnTo>
                    <a:pt x="8174" y="5016"/>
                  </a:lnTo>
                  <a:cubicBezTo>
                    <a:pt x="8174" y="5049"/>
                    <a:pt x="8107" y="5082"/>
                    <a:pt x="8007" y="5082"/>
                  </a:cubicBezTo>
                  <a:cubicBezTo>
                    <a:pt x="7840" y="5149"/>
                    <a:pt x="7707" y="5149"/>
                    <a:pt x="7540" y="5149"/>
                  </a:cubicBezTo>
                  <a:cubicBezTo>
                    <a:pt x="6939" y="5149"/>
                    <a:pt x="6339" y="4682"/>
                    <a:pt x="5605" y="4382"/>
                  </a:cubicBezTo>
                  <a:cubicBezTo>
                    <a:pt x="5505" y="4348"/>
                    <a:pt x="5405" y="4315"/>
                    <a:pt x="5305" y="4315"/>
                  </a:cubicBezTo>
                  <a:cubicBezTo>
                    <a:pt x="5271" y="4315"/>
                    <a:pt x="5238" y="4248"/>
                    <a:pt x="5138" y="4248"/>
                  </a:cubicBezTo>
                  <a:lnTo>
                    <a:pt x="4971" y="4248"/>
                  </a:lnTo>
                  <a:cubicBezTo>
                    <a:pt x="4771" y="4248"/>
                    <a:pt x="4604" y="4248"/>
                    <a:pt x="4404" y="4315"/>
                  </a:cubicBezTo>
                  <a:cubicBezTo>
                    <a:pt x="4004" y="4348"/>
                    <a:pt x="3637" y="4449"/>
                    <a:pt x="3337" y="4682"/>
                  </a:cubicBezTo>
                  <a:cubicBezTo>
                    <a:pt x="2736" y="5049"/>
                    <a:pt x="2336" y="5616"/>
                    <a:pt x="2069" y="6116"/>
                  </a:cubicBezTo>
                  <a:cubicBezTo>
                    <a:pt x="1769" y="6583"/>
                    <a:pt x="1569" y="7050"/>
                    <a:pt x="1302" y="7351"/>
                  </a:cubicBezTo>
                  <a:cubicBezTo>
                    <a:pt x="1269" y="7417"/>
                    <a:pt x="1168" y="7517"/>
                    <a:pt x="1135" y="7551"/>
                  </a:cubicBezTo>
                  <a:cubicBezTo>
                    <a:pt x="1102" y="7584"/>
                    <a:pt x="1068" y="7617"/>
                    <a:pt x="968" y="7684"/>
                  </a:cubicBezTo>
                  <a:cubicBezTo>
                    <a:pt x="935" y="7684"/>
                    <a:pt x="835" y="7718"/>
                    <a:pt x="802" y="7751"/>
                  </a:cubicBezTo>
                  <a:cubicBezTo>
                    <a:pt x="735" y="7751"/>
                    <a:pt x="668" y="7784"/>
                    <a:pt x="635" y="7784"/>
                  </a:cubicBezTo>
                  <a:cubicBezTo>
                    <a:pt x="601" y="7784"/>
                    <a:pt x="568" y="7851"/>
                    <a:pt x="501" y="7851"/>
                  </a:cubicBezTo>
                  <a:lnTo>
                    <a:pt x="335" y="7851"/>
                  </a:lnTo>
                  <a:cubicBezTo>
                    <a:pt x="101" y="7851"/>
                    <a:pt x="1" y="8218"/>
                    <a:pt x="335" y="8218"/>
                  </a:cubicBezTo>
                  <a:lnTo>
                    <a:pt x="568" y="8218"/>
                  </a:lnTo>
                  <a:cubicBezTo>
                    <a:pt x="601" y="8218"/>
                    <a:pt x="635" y="8185"/>
                    <a:pt x="735" y="8185"/>
                  </a:cubicBezTo>
                  <a:cubicBezTo>
                    <a:pt x="968" y="8118"/>
                    <a:pt x="1335" y="7918"/>
                    <a:pt x="1635" y="7584"/>
                  </a:cubicBezTo>
                  <a:cubicBezTo>
                    <a:pt x="1936" y="7251"/>
                    <a:pt x="2169" y="6817"/>
                    <a:pt x="2469" y="6350"/>
                  </a:cubicBezTo>
                  <a:cubicBezTo>
                    <a:pt x="2770" y="5883"/>
                    <a:pt x="3137" y="5383"/>
                    <a:pt x="3637" y="5082"/>
                  </a:cubicBezTo>
                  <a:cubicBezTo>
                    <a:pt x="3904" y="4916"/>
                    <a:pt x="4237" y="4849"/>
                    <a:pt x="4504" y="4782"/>
                  </a:cubicBezTo>
                  <a:lnTo>
                    <a:pt x="5138" y="4782"/>
                  </a:lnTo>
                  <a:cubicBezTo>
                    <a:pt x="5138" y="4782"/>
                    <a:pt x="5171" y="4849"/>
                    <a:pt x="5238" y="4849"/>
                  </a:cubicBezTo>
                  <a:cubicBezTo>
                    <a:pt x="5271" y="4882"/>
                    <a:pt x="5338" y="4882"/>
                    <a:pt x="5438" y="4916"/>
                  </a:cubicBezTo>
                  <a:cubicBezTo>
                    <a:pt x="5738" y="5049"/>
                    <a:pt x="6072" y="5249"/>
                    <a:pt x="6406" y="5416"/>
                  </a:cubicBezTo>
                  <a:cubicBezTo>
                    <a:pt x="6739" y="5583"/>
                    <a:pt x="7106" y="5749"/>
                    <a:pt x="7573" y="5783"/>
                  </a:cubicBezTo>
                  <a:cubicBezTo>
                    <a:pt x="7645" y="5804"/>
                    <a:pt x="7715" y="5811"/>
                    <a:pt x="7783" y="5811"/>
                  </a:cubicBezTo>
                  <a:cubicBezTo>
                    <a:pt x="7934" y="5811"/>
                    <a:pt x="8079" y="5773"/>
                    <a:pt x="8240" y="5749"/>
                  </a:cubicBezTo>
                  <a:cubicBezTo>
                    <a:pt x="8340" y="5716"/>
                    <a:pt x="8440" y="5716"/>
                    <a:pt x="8574" y="5616"/>
                  </a:cubicBezTo>
                  <a:cubicBezTo>
                    <a:pt x="8607" y="5583"/>
                    <a:pt x="8674" y="5549"/>
                    <a:pt x="8741" y="5516"/>
                  </a:cubicBezTo>
                  <a:lnTo>
                    <a:pt x="8841" y="5383"/>
                  </a:lnTo>
                  <a:cubicBezTo>
                    <a:pt x="9141" y="5082"/>
                    <a:pt x="9341" y="4749"/>
                    <a:pt x="9575" y="4449"/>
                  </a:cubicBezTo>
                  <a:cubicBezTo>
                    <a:pt x="9975" y="3848"/>
                    <a:pt x="10308" y="3214"/>
                    <a:pt x="10642" y="2681"/>
                  </a:cubicBezTo>
                  <a:cubicBezTo>
                    <a:pt x="10976" y="2114"/>
                    <a:pt x="11342" y="1513"/>
                    <a:pt x="11776" y="1046"/>
                  </a:cubicBezTo>
                  <a:cubicBezTo>
                    <a:pt x="11809" y="946"/>
                    <a:pt x="11910" y="913"/>
                    <a:pt x="11943" y="879"/>
                  </a:cubicBezTo>
                  <a:cubicBezTo>
                    <a:pt x="11976" y="846"/>
                    <a:pt x="12076" y="746"/>
                    <a:pt x="12110" y="746"/>
                  </a:cubicBezTo>
                  <a:cubicBezTo>
                    <a:pt x="12143" y="713"/>
                    <a:pt x="12343" y="679"/>
                    <a:pt x="12477" y="679"/>
                  </a:cubicBezTo>
                  <a:cubicBezTo>
                    <a:pt x="12539" y="665"/>
                    <a:pt x="12599" y="659"/>
                    <a:pt x="12657" y="659"/>
                  </a:cubicBezTo>
                  <a:cubicBezTo>
                    <a:pt x="12876" y="659"/>
                    <a:pt x="13066" y="754"/>
                    <a:pt x="13277" y="913"/>
                  </a:cubicBezTo>
                  <a:cubicBezTo>
                    <a:pt x="13778" y="1346"/>
                    <a:pt x="14111" y="2013"/>
                    <a:pt x="14411" y="2647"/>
                  </a:cubicBezTo>
                  <a:cubicBezTo>
                    <a:pt x="14678" y="3248"/>
                    <a:pt x="14945" y="3915"/>
                    <a:pt x="15179" y="4549"/>
                  </a:cubicBezTo>
                  <a:cubicBezTo>
                    <a:pt x="15679" y="5749"/>
                    <a:pt x="16179" y="6884"/>
                    <a:pt x="16813" y="7517"/>
                  </a:cubicBezTo>
                  <a:cubicBezTo>
                    <a:pt x="17113" y="7851"/>
                    <a:pt x="17447" y="8018"/>
                    <a:pt x="17680" y="8084"/>
                  </a:cubicBezTo>
                  <a:cubicBezTo>
                    <a:pt x="17814" y="8118"/>
                    <a:pt x="17914" y="8185"/>
                    <a:pt x="17981" y="8185"/>
                  </a:cubicBezTo>
                  <a:lnTo>
                    <a:pt x="18081" y="8185"/>
                  </a:lnTo>
                  <a:cubicBezTo>
                    <a:pt x="18347" y="8185"/>
                    <a:pt x="18314" y="7884"/>
                    <a:pt x="18047" y="7851"/>
                  </a:cubicBezTo>
                  <a:lnTo>
                    <a:pt x="17981" y="7851"/>
                  </a:lnTo>
                  <a:cubicBezTo>
                    <a:pt x="17947" y="7784"/>
                    <a:pt x="17847" y="7784"/>
                    <a:pt x="17780" y="7751"/>
                  </a:cubicBezTo>
                  <a:cubicBezTo>
                    <a:pt x="17547" y="7684"/>
                    <a:pt x="17313" y="7517"/>
                    <a:pt x="17047" y="7217"/>
                  </a:cubicBezTo>
                  <a:cubicBezTo>
                    <a:pt x="16546" y="6617"/>
                    <a:pt x="16113" y="5583"/>
                    <a:pt x="15646" y="4348"/>
                  </a:cubicBezTo>
                  <a:cubicBezTo>
                    <a:pt x="15445" y="3715"/>
                    <a:pt x="15179" y="3048"/>
                    <a:pt x="14878" y="2380"/>
                  </a:cubicBezTo>
                  <a:cubicBezTo>
                    <a:pt x="14545" y="1713"/>
                    <a:pt x="14278" y="1013"/>
                    <a:pt x="13611" y="412"/>
                  </a:cubicBezTo>
                  <a:cubicBezTo>
                    <a:pt x="13317" y="206"/>
                    <a:pt x="12919" y="0"/>
                    <a:pt x="125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46" name="Google Shape;2346;p20"/>
            <p:cNvSpPr/>
            <p:nvPr/>
          </p:nvSpPr>
          <p:spPr>
            <a:xfrm>
              <a:off x="4787750" y="4697975"/>
              <a:ext cx="24225" cy="10875"/>
            </a:xfrm>
            <a:custGeom>
              <a:avLst/>
              <a:gdLst/>
              <a:ahLst/>
              <a:cxnLst/>
              <a:rect l="l" t="t" r="r" b="b"/>
              <a:pathLst>
                <a:path w="969" h="435" extrusionOk="0">
                  <a:moveTo>
                    <a:pt x="501" y="0"/>
                  </a:moveTo>
                  <a:cubicBezTo>
                    <a:pt x="301" y="0"/>
                    <a:pt x="34" y="167"/>
                    <a:pt x="34" y="167"/>
                  </a:cubicBezTo>
                  <a:cubicBezTo>
                    <a:pt x="1" y="167"/>
                    <a:pt x="67" y="401"/>
                    <a:pt x="67" y="401"/>
                  </a:cubicBezTo>
                  <a:cubicBezTo>
                    <a:pt x="67" y="401"/>
                    <a:pt x="334" y="434"/>
                    <a:pt x="501" y="434"/>
                  </a:cubicBezTo>
                  <a:cubicBezTo>
                    <a:pt x="668" y="434"/>
                    <a:pt x="901" y="334"/>
                    <a:pt x="901" y="334"/>
                  </a:cubicBezTo>
                  <a:cubicBezTo>
                    <a:pt x="901" y="334"/>
                    <a:pt x="901" y="100"/>
                    <a:pt x="968" y="100"/>
                  </a:cubicBezTo>
                  <a:cubicBezTo>
                    <a:pt x="968" y="100"/>
                    <a:pt x="668" y="0"/>
                    <a:pt x="5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47" name="Google Shape;2347;p20"/>
            <p:cNvSpPr/>
            <p:nvPr/>
          </p:nvSpPr>
          <p:spPr>
            <a:xfrm>
              <a:off x="4793600" y="4717150"/>
              <a:ext cx="27550" cy="12525"/>
            </a:xfrm>
            <a:custGeom>
              <a:avLst/>
              <a:gdLst/>
              <a:ahLst/>
              <a:cxnLst/>
              <a:rect l="l" t="t" r="r" b="b"/>
              <a:pathLst>
                <a:path w="1102" h="501" extrusionOk="0">
                  <a:moveTo>
                    <a:pt x="567" y="1"/>
                  </a:moveTo>
                  <a:cubicBezTo>
                    <a:pt x="334" y="1"/>
                    <a:pt x="0" y="134"/>
                    <a:pt x="0" y="134"/>
                  </a:cubicBezTo>
                  <a:lnTo>
                    <a:pt x="0" y="401"/>
                  </a:lnTo>
                  <a:cubicBezTo>
                    <a:pt x="0" y="401"/>
                    <a:pt x="334" y="501"/>
                    <a:pt x="567" y="501"/>
                  </a:cubicBezTo>
                  <a:cubicBezTo>
                    <a:pt x="767" y="501"/>
                    <a:pt x="1101" y="401"/>
                    <a:pt x="1101" y="401"/>
                  </a:cubicBezTo>
                  <a:lnTo>
                    <a:pt x="1101" y="134"/>
                  </a:lnTo>
                  <a:cubicBezTo>
                    <a:pt x="1101" y="134"/>
                    <a:pt x="767" y="1"/>
                    <a:pt x="5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48" name="Google Shape;2348;p20"/>
            <p:cNvSpPr/>
            <p:nvPr/>
          </p:nvSpPr>
          <p:spPr>
            <a:xfrm>
              <a:off x="4811950" y="4743850"/>
              <a:ext cx="14200" cy="12525"/>
            </a:xfrm>
            <a:custGeom>
              <a:avLst/>
              <a:gdLst/>
              <a:ahLst/>
              <a:cxnLst/>
              <a:rect l="l" t="t" r="r" b="b"/>
              <a:pathLst>
                <a:path w="568" h="501" extrusionOk="0">
                  <a:moveTo>
                    <a:pt x="267" y="0"/>
                  </a:moveTo>
                  <a:cubicBezTo>
                    <a:pt x="167" y="0"/>
                    <a:pt x="0" y="100"/>
                    <a:pt x="0" y="100"/>
                  </a:cubicBezTo>
                  <a:lnTo>
                    <a:pt x="0" y="367"/>
                  </a:lnTo>
                  <a:cubicBezTo>
                    <a:pt x="0" y="367"/>
                    <a:pt x="167" y="500"/>
                    <a:pt x="267" y="500"/>
                  </a:cubicBezTo>
                  <a:cubicBezTo>
                    <a:pt x="400" y="500"/>
                    <a:pt x="567" y="367"/>
                    <a:pt x="567" y="367"/>
                  </a:cubicBezTo>
                  <a:lnTo>
                    <a:pt x="567" y="100"/>
                  </a:lnTo>
                  <a:cubicBezTo>
                    <a:pt x="567" y="100"/>
                    <a:pt x="400"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49" name="Google Shape;2349;p20"/>
            <p:cNvSpPr/>
            <p:nvPr/>
          </p:nvSpPr>
          <p:spPr>
            <a:xfrm>
              <a:off x="4830275" y="4766350"/>
              <a:ext cx="27550" cy="14300"/>
            </a:xfrm>
            <a:custGeom>
              <a:avLst/>
              <a:gdLst/>
              <a:ahLst/>
              <a:cxnLst/>
              <a:rect l="l" t="t" r="r" b="b"/>
              <a:pathLst>
                <a:path w="1102" h="572" extrusionOk="0">
                  <a:moveTo>
                    <a:pt x="835" y="1"/>
                  </a:moveTo>
                  <a:cubicBezTo>
                    <a:pt x="835" y="1"/>
                    <a:pt x="635" y="34"/>
                    <a:pt x="468" y="101"/>
                  </a:cubicBezTo>
                  <a:cubicBezTo>
                    <a:pt x="301" y="134"/>
                    <a:pt x="1" y="234"/>
                    <a:pt x="1" y="234"/>
                  </a:cubicBezTo>
                  <a:lnTo>
                    <a:pt x="1" y="501"/>
                  </a:lnTo>
                  <a:cubicBezTo>
                    <a:pt x="1" y="501"/>
                    <a:pt x="177" y="572"/>
                    <a:pt x="376" y="572"/>
                  </a:cubicBezTo>
                  <a:cubicBezTo>
                    <a:pt x="451" y="572"/>
                    <a:pt x="529" y="562"/>
                    <a:pt x="601" y="534"/>
                  </a:cubicBezTo>
                  <a:cubicBezTo>
                    <a:pt x="701" y="534"/>
                    <a:pt x="868" y="468"/>
                    <a:pt x="968" y="334"/>
                  </a:cubicBezTo>
                  <a:cubicBezTo>
                    <a:pt x="1035" y="268"/>
                    <a:pt x="1102" y="134"/>
                    <a:pt x="1102" y="134"/>
                  </a:cubicBezTo>
                  <a:cubicBezTo>
                    <a:pt x="1035" y="101"/>
                    <a:pt x="868" y="1"/>
                    <a:pt x="8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50" name="Google Shape;2350;p20"/>
            <p:cNvSpPr/>
            <p:nvPr/>
          </p:nvSpPr>
          <p:spPr>
            <a:xfrm>
              <a:off x="4972050" y="4750175"/>
              <a:ext cx="27550" cy="12400"/>
            </a:xfrm>
            <a:custGeom>
              <a:avLst/>
              <a:gdLst/>
              <a:ahLst/>
              <a:cxnLst/>
              <a:rect l="l" t="t" r="r" b="b"/>
              <a:pathLst>
                <a:path w="1102" h="496" extrusionOk="0">
                  <a:moveTo>
                    <a:pt x="494" y="1"/>
                  </a:moveTo>
                  <a:cubicBezTo>
                    <a:pt x="396" y="1"/>
                    <a:pt x="299" y="32"/>
                    <a:pt x="201" y="81"/>
                  </a:cubicBezTo>
                  <a:cubicBezTo>
                    <a:pt x="101" y="114"/>
                    <a:pt x="1" y="181"/>
                    <a:pt x="1" y="181"/>
                  </a:cubicBezTo>
                  <a:lnTo>
                    <a:pt x="134" y="414"/>
                  </a:lnTo>
                  <a:cubicBezTo>
                    <a:pt x="134" y="414"/>
                    <a:pt x="334" y="448"/>
                    <a:pt x="501" y="481"/>
                  </a:cubicBezTo>
                  <a:cubicBezTo>
                    <a:pt x="557" y="492"/>
                    <a:pt x="631" y="496"/>
                    <a:pt x="705" y="496"/>
                  </a:cubicBezTo>
                  <a:cubicBezTo>
                    <a:pt x="853" y="496"/>
                    <a:pt x="1001" y="481"/>
                    <a:pt x="1001" y="481"/>
                  </a:cubicBezTo>
                  <a:cubicBezTo>
                    <a:pt x="1035" y="448"/>
                    <a:pt x="1101" y="247"/>
                    <a:pt x="1035" y="247"/>
                  </a:cubicBezTo>
                  <a:cubicBezTo>
                    <a:pt x="1035" y="247"/>
                    <a:pt x="801" y="81"/>
                    <a:pt x="601" y="14"/>
                  </a:cubicBezTo>
                  <a:cubicBezTo>
                    <a:pt x="565" y="5"/>
                    <a:pt x="530" y="1"/>
                    <a:pt x="4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51" name="Google Shape;2351;p20"/>
            <p:cNvSpPr/>
            <p:nvPr/>
          </p:nvSpPr>
          <p:spPr>
            <a:xfrm>
              <a:off x="4985400" y="4788025"/>
              <a:ext cx="31700" cy="11700"/>
            </a:xfrm>
            <a:custGeom>
              <a:avLst/>
              <a:gdLst/>
              <a:ahLst/>
              <a:cxnLst/>
              <a:rect l="l" t="t" r="r" b="b"/>
              <a:pathLst>
                <a:path w="1268" h="468" extrusionOk="0">
                  <a:moveTo>
                    <a:pt x="634" y="1"/>
                  </a:moveTo>
                  <a:cubicBezTo>
                    <a:pt x="501" y="1"/>
                    <a:pt x="334" y="68"/>
                    <a:pt x="234" y="134"/>
                  </a:cubicBezTo>
                  <a:cubicBezTo>
                    <a:pt x="100" y="168"/>
                    <a:pt x="0" y="268"/>
                    <a:pt x="0" y="268"/>
                  </a:cubicBezTo>
                  <a:lnTo>
                    <a:pt x="134" y="468"/>
                  </a:lnTo>
                  <a:lnTo>
                    <a:pt x="634" y="468"/>
                  </a:lnTo>
                  <a:cubicBezTo>
                    <a:pt x="768" y="468"/>
                    <a:pt x="934" y="435"/>
                    <a:pt x="1068" y="401"/>
                  </a:cubicBezTo>
                  <a:cubicBezTo>
                    <a:pt x="1168" y="335"/>
                    <a:pt x="1268" y="268"/>
                    <a:pt x="1268" y="268"/>
                  </a:cubicBezTo>
                  <a:lnTo>
                    <a:pt x="1168" y="68"/>
                  </a:lnTo>
                  <a:lnTo>
                    <a:pt x="1001" y="68"/>
                  </a:lnTo>
                  <a:cubicBezTo>
                    <a:pt x="901" y="68"/>
                    <a:pt x="768" y="1"/>
                    <a:pt x="6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52" name="Google Shape;2352;p20"/>
            <p:cNvSpPr/>
            <p:nvPr/>
          </p:nvSpPr>
          <p:spPr>
            <a:xfrm>
              <a:off x="4986225" y="4769700"/>
              <a:ext cx="23375" cy="12525"/>
            </a:xfrm>
            <a:custGeom>
              <a:avLst/>
              <a:gdLst/>
              <a:ahLst/>
              <a:cxnLst/>
              <a:rect l="l" t="t" r="r" b="b"/>
              <a:pathLst>
                <a:path w="935" h="501" extrusionOk="0">
                  <a:moveTo>
                    <a:pt x="434" y="0"/>
                  </a:moveTo>
                  <a:cubicBezTo>
                    <a:pt x="268" y="0"/>
                    <a:pt x="1" y="100"/>
                    <a:pt x="1" y="100"/>
                  </a:cubicBezTo>
                  <a:lnTo>
                    <a:pt x="1" y="367"/>
                  </a:lnTo>
                  <a:cubicBezTo>
                    <a:pt x="1" y="367"/>
                    <a:pt x="301" y="500"/>
                    <a:pt x="468" y="500"/>
                  </a:cubicBezTo>
                  <a:cubicBezTo>
                    <a:pt x="668" y="500"/>
                    <a:pt x="935" y="334"/>
                    <a:pt x="935" y="334"/>
                  </a:cubicBezTo>
                  <a:cubicBezTo>
                    <a:pt x="935" y="300"/>
                    <a:pt x="901" y="67"/>
                    <a:pt x="835" y="33"/>
                  </a:cubicBezTo>
                  <a:cubicBezTo>
                    <a:pt x="835" y="33"/>
                    <a:pt x="601" y="0"/>
                    <a:pt x="4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53" name="Google Shape;2353;p20"/>
            <p:cNvSpPr/>
            <p:nvPr/>
          </p:nvSpPr>
          <p:spPr>
            <a:xfrm>
              <a:off x="4993725" y="4816150"/>
              <a:ext cx="31725" cy="13600"/>
            </a:xfrm>
            <a:custGeom>
              <a:avLst/>
              <a:gdLst/>
              <a:ahLst/>
              <a:cxnLst/>
              <a:rect l="l" t="t" r="r" b="b"/>
              <a:pathLst>
                <a:path w="1269" h="544" extrusionOk="0">
                  <a:moveTo>
                    <a:pt x="803" y="1"/>
                  </a:moveTo>
                  <a:cubicBezTo>
                    <a:pt x="746" y="1"/>
                    <a:pt x="688" y="3"/>
                    <a:pt x="635" y="10"/>
                  </a:cubicBezTo>
                  <a:cubicBezTo>
                    <a:pt x="501" y="43"/>
                    <a:pt x="335" y="110"/>
                    <a:pt x="234" y="177"/>
                  </a:cubicBezTo>
                  <a:cubicBezTo>
                    <a:pt x="101" y="277"/>
                    <a:pt x="1" y="344"/>
                    <a:pt x="1" y="344"/>
                  </a:cubicBezTo>
                  <a:lnTo>
                    <a:pt x="134" y="544"/>
                  </a:lnTo>
                  <a:cubicBezTo>
                    <a:pt x="134" y="544"/>
                    <a:pt x="234" y="510"/>
                    <a:pt x="335" y="510"/>
                  </a:cubicBezTo>
                  <a:cubicBezTo>
                    <a:pt x="385" y="494"/>
                    <a:pt x="451" y="494"/>
                    <a:pt x="514" y="494"/>
                  </a:cubicBezTo>
                  <a:cubicBezTo>
                    <a:pt x="576" y="494"/>
                    <a:pt x="635" y="494"/>
                    <a:pt x="668" y="477"/>
                  </a:cubicBezTo>
                  <a:cubicBezTo>
                    <a:pt x="902" y="444"/>
                    <a:pt x="1269" y="277"/>
                    <a:pt x="1269" y="277"/>
                  </a:cubicBezTo>
                  <a:cubicBezTo>
                    <a:pt x="1269" y="277"/>
                    <a:pt x="1235" y="43"/>
                    <a:pt x="1269" y="43"/>
                  </a:cubicBezTo>
                  <a:cubicBezTo>
                    <a:pt x="1269" y="43"/>
                    <a:pt x="1034" y="1"/>
                    <a:pt x="8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54" name="Google Shape;2354;p20"/>
            <p:cNvSpPr/>
            <p:nvPr/>
          </p:nvSpPr>
          <p:spPr>
            <a:xfrm>
              <a:off x="5013750" y="4835575"/>
              <a:ext cx="31725" cy="16700"/>
            </a:xfrm>
            <a:custGeom>
              <a:avLst/>
              <a:gdLst/>
              <a:ahLst/>
              <a:cxnLst/>
              <a:rect l="l" t="t" r="r" b="b"/>
              <a:pathLst>
                <a:path w="1269" h="668" extrusionOk="0">
                  <a:moveTo>
                    <a:pt x="1068" y="0"/>
                  </a:moveTo>
                  <a:cubicBezTo>
                    <a:pt x="1068" y="0"/>
                    <a:pt x="701" y="0"/>
                    <a:pt x="501" y="67"/>
                  </a:cubicBezTo>
                  <a:cubicBezTo>
                    <a:pt x="401" y="100"/>
                    <a:pt x="234" y="200"/>
                    <a:pt x="167" y="267"/>
                  </a:cubicBezTo>
                  <a:lnTo>
                    <a:pt x="1" y="434"/>
                  </a:lnTo>
                  <a:lnTo>
                    <a:pt x="134" y="667"/>
                  </a:lnTo>
                  <a:cubicBezTo>
                    <a:pt x="134" y="667"/>
                    <a:pt x="201" y="601"/>
                    <a:pt x="334" y="601"/>
                  </a:cubicBezTo>
                  <a:cubicBezTo>
                    <a:pt x="401" y="567"/>
                    <a:pt x="601" y="567"/>
                    <a:pt x="668" y="534"/>
                  </a:cubicBezTo>
                  <a:cubicBezTo>
                    <a:pt x="868" y="434"/>
                    <a:pt x="1201" y="234"/>
                    <a:pt x="1201" y="234"/>
                  </a:cubicBezTo>
                  <a:cubicBezTo>
                    <a:pt x="1268" y="234"/>
                    <a:pt x="1168" y="34"/>
                    <a:pt x="10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55" name="Google Shape;2355;p20"/>
            <p:cNvSpPr/>
            <p:nvPr/>
          </p:nvSpPr>
          <p:spPr>
            <a:xfrm>
              <a:off x="5030425" y="4861425"/>
              <a:ext cx="20875" cy="13375"/>
            </a:xfrm>
            <a:custGeom>
              <a:avLst/>
              <a:gdLst/>
              <a:ahLst/>
              <a:cxnLst/>
              <a:rect l="l" t="t" r="r" b="b"/>
              <a:pathLst>
                <a:path w="835" h="535" extrusionOk="0">
                  <a:moveTo>
                    <a:pt x="801" y="0"/>
                  </a:moveTo>
                  <a:cubicBezTo>
                    <a:pt x="801" y="0"/>
                    <a:pt x="534" y="0"/>
                    <a:pt x="368" y="34"/>
                  </a:cubicBezTo>
                  <a:cubicBezTo>
                    <a:pt x="234" y="134"/>
                    <a:pt x="34" y="301"/>
                    <a:pt x="34" y="301"/>
                  </a:cubicBezTo>
                  <a:cubicBezTo>
                    <a:pt x="1" y="301"/>
                    <a:pt x="101" y="534"/>
                    <a:pt x="101" y="534"/>
                  </a:cubicBezTo>
                  <a:cubicBezTo>
                    <a:pt x="101" y="534"/>
                    <a:pt x="334" y="534"/>
                    <a:pt x="501" y="501"/>
                  </a:cubicBezTo>
                  <a:cubicBezTo>
                    <a:pt x="668" y="467"/>
                    <a:pt x="835" y="234"/>
                    <a:pt x="835" y="234"/>
                  </a:cubicBezTo>
                  <a:cubicBezTo>
                    <a:pt x="835" y="234"/>
                    <a:pt x="801" y="34"/>
                    <a:pt x="8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56" name="Google Shape;2356;p20"/>
            <p:cNvSpPr/>
            <p:nvPr/>
          </p:nvSpPr>
          <p:spPr>
            <a:xfrm>
              <a:off x="5066300" y="4913125"/>
              <a:ext cx="25875" cy="12525"/>
            </a:xfrm>
            <a:custGeom>
              <a:avLst/>
              <a:gdLst/>
              <a:ahLst/>
              <a:cxnLst/>
              <a:rect l="l" t="t" r="r" b="b"/>
              <a:pathLst>
                <a:path w="1035" h="501" extrusionOk="0">
                  <a:moveTo>
                    <a:pt x="500" y="1"/>
                  </a:moveTo>
                  <a:cubicBezTo>
                    <a:pt x="267" y="67"/>
                    <a:pt x="0" y="167"/>
                    <a:pt x="0" y="167"/>
                  </a:cubicBezTo>
                  <a:lnTo>
                    <a:pt x="0" y="434"/>
                  </a:lnTo>
                  <a:cubicBezTo>
                    <a:pt x="0" y="434"/>
                    <a:pt x="334" y="501"/>
                    <a:pt x="534" y="501"/>
                  </a:cubicBezTo>
                  <a:cubicBezTo>
                    <a:pt x="734" y="468"/>
                    <a:pt x="1034" y="334"/>
                    <a:pt x="1034" y="334"/>
                  </a:cubicBezTo>
                  <a:lnTo>
                    <a:pt x="1034" y="101"/>
                  </a:lnTo>
                  <a:cubicBezTo>
                    <a:pt x="1034" y="101"/>
                    <a:pt x="701" y="1"/>
                    <a:pt x="5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57" name="Google Shape;2357;p20"/>
            <p:cNvSpPr/>
            <p:nvPr/>
          </p:nvSpPr>
          <p:spPr>
            <a:xfrm>
              <a:off x="5042100" y="4889775"/>
              <a:ext cx="25875" cy="17025"/>
            </a:xfrm>
            <a:custGeom>
              <a:avLst/>
              <a:gdLst/>
              <a:ahLst/>
              <a:cxnLst/>
              <a:rect l="l" t="t" r="r" b="b"/>
              <a:pathLst>
                <a:path w="1035" h="681" extrusionOk="0">
                  <a:moveTo>
                    <a:pt x="868" y="1"/>
                  </a:moveTo>
                  <a:cubicBezTo>
                    <a:pt x="868" y="1"/>
                    <a:pt x="534" y="67"/>
                    <a:pt x="401" y="167"/>
                  </a:cubicBezTo>
                  <a:cubicBezTo>
                    <a:pt x="334" y="167"/>
                    <a:pt x="234" y="234"/>
                    <a:pt x="167" y="267"/>
                  </a:cubicBezTo>
                  <a:lnTo>
                    <a:pt x="1" y="367"/>
                  </a:lnTo>
                  <a:lnTo>
                    <a:pt x="1" y="601"/>
                  </a:lnTo>
                  <a:cubicBezTo>
                    <a:pt x="1" y="601"/>
                    <a:pt x="67" y="668"/>
                    <a:pt x="201" y="668"/>
                  </a:cubicBezTo>
                  <a:cubicBezTo>
                    <a:pt x="237" y="677"/>
                    <a:pt x="275" y="681"/>
                    <a:pt x="314" y="681"/>
                  </a:cubicBezTo>
                  <a:cubicBezTo>
                    <a:pt x="421" y="681"/>
                    <a:pt x="537" y="650"/>
                    <a:pt x="634" y="601"/>
                  </a:cubicBezTo>
                  <a:cubicBezTo>
                    <a:pt x="868" y="501"/>
                    <a:pt x="1035" y="201"/>
                    <a:pt x="1035" y="201"/>
                  </a:cubicBezTo>
                  <a:cubicBezTo>
                    <a:pt x="1035" y="201"/>
                    <a:pt x="901" y="34"/>
                    <a:pt x="8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58" name="Google Shape;2358;p20"/>
            <p:cNvSpPr/>
            <p:nvPr/>
          </p:nvSpPr>
          <p:spPr>
            <a:xfrm>
              <a:off x="4116450" y="4858075"/>
              <a:ext cx="18375" cy="12550"/>
            </a:xfrm>
            <a:custGeom>
              <a:avLst/>
              <a:gdLst/>
              <a:ahLst/>
              <a:cxnLst/>
              <a:rect l="l" t="t" r="r" b="b"/>
              <a:pathLst>
                <a:path w="735" h="502" extrusionOk="0">
                  <a:moveTo>
                    <a:pt x="334" y="1"/>
                  </a:moveTo>
                  <a:cubicBezTo>
                    <a:pt x="234" y="34"/>
                    <a:pt x="134" y="101"/>
                    <a:pt x="67" y="168"/>
                  </a:cubicBezTo>
                  <a:cubicBezTo>
                    <a:pt x="34" y="234"/>
                    <a:pt x="0" y="301"/>
                    <a:pt x="0" y="301"/>
                  </a:cubicBezTo>
                  <a:lnTo>
                    <a:pt x="134" y="501"/>
                  </a:lnTo>
                  <a:lnTo>
                    <a:pt x="467" y="501"/>
                  </a:lnTo>
                  <a:cubicBezTo>
                    <a:pt x="501" y="501"/>
                    <a:pt x="534" y="468"/>
                    <a:pt x="634" y="435"/>
                  </a:cubicBezTo>
                  <a:cubicBezTo>
                    <a:pt x="701" y="368"/>
                    <a:pt x="734" y="335"/>
                    <a:pt x="734" y="335"/>
                  </a:cubicBezTo>
                  <a:lnTo>
                    <a:pt x="734" y="34"/>
                  </a:lnTo>
                  <a:cubicBezTo>
                    <a:pt x="734" y="34"/>
                    <a:pt x="701" y="34"/>
                    <a:pt x="6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59" name="Google Shape;2359;p20"/>
            <p:cNvSpPr/>
            <p:nvPr/>
          </p:nvSpPr>
          <p:spPr>
            <a:xfrm>
              <a:off x="4125625" y="4868925"/>
              <a:ext cx="16700" cy="16700"/>
            </a:xfrm>
            <a:custGeom>
              <a:avLst/>
              <a:gdLst/>
              <a:ahLst/>
              <a:cxnLst/>
              <a:rect l="l" t="t" r="r" b="b"/>
              <a:pathLst>
                <a:path w="668" h="668" extrusionOk="0">
                  <a:moveTo>
                    <a:pt x="534" y="1"/>
                  </a:moveTo>
                  <a:cubicBezTo>
                    <a:pt x="534" y="1"/>
                    <a:pt x="300" y="67"/>
                    <a:pt x="167" y="167"/>
                  </a:cubicBezTo>
                  <a:cubicBezTo>
                    <a:pt x="34" y="267"/>
                    <a:pt x="0" y="534"/>
                    <a:pt x="0" y="534"/>
                  </a:cubicBezTo>
                  <a:cubicBezTo>
                    <a:pt x="0" y="534"/>
                    <a:pt x="167" y="668"/>
                    <a:pt x="200" y="668"/>
                  </a:cubicBezTo>
                  <a:cubicBezTo>
                    <a:pt x="200" y="668"/>
                    <a:pt x="434" y="568"/>
                    <a:pt x="501" y="501"/>
                  </a:cubicBezTo>
                  <a:cubicBezTo>
                    <a:pt x="601" y="401"/>
                    <a:pt x="667" y="201"/>
                    <a:pt x="667" y="201"/>
                  </a:cubicBezTo>
                  <a:lnTo>
                    <a:pt x="53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60" name="Google Shape;2360;p20"/>
            <p:cNvSpPr/>
            <p:nvPr/>
          </p:nvSpPr>
          <p:spPr>
            <a:xfrm>
              <a:off x="4141450" y="4883100"/>
              <a:ext cx="13375" cy="17550"/>
            </a:xfrm>
            <a:custGeom>
              <a:avLst/>
              <a:gdLst/>
              <a:ahLst/>
              <a:cxnLst/>
              <a:rect l="l" t="t" r="r" b="b"/>
              <a:pathLst>
                <a:path w="535" h="702" extrusionOk="0">
                  <a:moveTo>
                    <a:pt x="301" y="1"/>
                  </a:moveTo>
                  <a:cubicBezTo>
                    <a:pt x="301" y="1"/>
                    <a:pt x="68" y="134"/>
                    <a:pt x="34" y="268"/>
                  </a:cubicBezTo>
                  <a:cubicBezTo>
                    <a:pt x="1" y="368"/>
                    <a:pt x="1" y="634"/>
                    <a:pt x="1" y="634"/>
                  </a:cubicBezTo>
                  <a:cubicBezTo>
                    <a:pt x="1" y="634"/>
                    <a:pt x="201" y="668"/>
                    <a:pt x="234" y="701"/>
                  </a:cubicBezTo>
                  <a:cubicBezTo>
                    <a:pt x="234" y="701"/>
                    <a:pt x="468" y="601"/>
                    <a:pt x="501" y="468"/>
                  </a:cubicBezTo>
                  <a:cubicBezTo>
                    <a:pt x="535" y="334"/>
                    <a:pt x="535" y="101"/>
                    <a:pt x="535" y="101"/>
                  </a:cubicBezTo>
                  <a:lnTo>
                    <a:pt x="3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61" name="Google Shape;2361;p20"/>
            <p:cNvSpPr/>
            <p:nvPr/>
          </p:nvSpPr>
          <p:spPr>
            <a:xfrm>
              <a:off x="4289075" y="4866425"/>
              <a:ext cx="15850" cy="20875"/>
            </a:xfrm>
            <a:custGeom>
              <a:avLst/>
              <a:gdLst/>
              <a:ahLst/>
              <a:cxnLst/>
              <a:rect l="l" t="t" r="r" b="b"/>
              <a:pathLst>
                <a:path w="634" h="835" extrusionOk="0">
                  <a:moveTo>
                    <a:pt x="501" y="1"/>
                  </a:moveTo>
                  <a:lnTo>
                    <a:pt x="334" y="101"/>
                  </a:lnTo>
                  <a:cubicBezTo>
                    <a:pt x="267" y="134"/>
                    <a:pt x="167" y="201"/>
                    <a:pt x="134" y="301"/>
                  </a:cubicBezTo>
                  <a:cubicBezTo>
                    <a:pt x="67" y="468"/>
                    <a:pt x="0" y="668"/>
                    <a:pt x="0" y="668"/>
                  </a:cubicBezTo>
                  <a:cubicBezTo>
                    <a:pt x="0" y="701"/>
                    <a:pt x="167" y="834"/>
                    <a:pt x="167" y="834"/>
                  </a:cubicBezTo>
                  <a:cubicBezTo>
                    <a:pt x="167" y="834"/>
                    <a:pt x="234" y="801"/>
                    <a:pt x="300" y="768"/>
                  </a:cubicBezTo>
                  <a:cubicBezTo>
                    <a:pt x="400" y="668"/>
                    <a:pt x="467" y="634"/>
                    <a:pt x="501" y="534"/>
                  </a:cubicBezTo>
                  <a:cubicBezTo>
                    <a:pt x="601" y="434"/>
                    <a:pt x="634" y="201"/>
                    <a:pt x="634" y="201"/>
                  </a:cubicBezTo>
                  <a:lnTo>
                    <a:pt x="5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62" name="Google Shape;2362;p20"/>
            <p:cNvSpPr/>
            <p:nvPr/>
          </p:nvSpPr>
          <p:spPr>
            <a:xfrm>
              <a:off x="4308250" y="4888100"/>
              <a:ext cx="17525" cy="27550"/>
            </a:xfrm>
            <a:custGeom>
              <a:avLst/>
              <a:gdLst/>
              <a:ahLst/>
              <a:cxnLst/>
              <a:rect l="l" t="t" r="r" b="b"/>
              <a:pathLst>
                <a:path w="701" h="1102" extrusionOk="0">
                  <a:moveTo>
                    <a:pt x="401" y="1"/>
                  </a:moveTo>
                  <a:cubicBezTo>
                    <a:pt x="401" y="1"/>
                    <a:pt x="301" y="268"/>
                    <a:pt x="167" y="434"/>
                  </a:cubicBezTo>
                  <a:cubicBezTo>
                    <a:pt x="134" y="501"/>
                    <a:pt x="67" y="635"/>
                    <a:pt x="34" y="768"/>
                  </a:cubicBezTo>
                  <a:cubicBezTo>
                    <a:pt x="0" y="901"/>
                    <a:pt x="0" y="968"/>
                    <a:pt x="0" y="968"/>
                  </a:cubicBezTo>
                  <a:cubicBezTo>
                    <a:pt x="0" y="968"/>
                    <a:pt x="201" y="1068"/>
                    <a:pt x="301" y="1102"/>
                  </a:cubicBezTo>
                  <a:lnTo>
                    <a:pt x="401" y="968"/>
                  </a:lnTo>
                  <a:cubicBezTo>
                    <a:pt x="467" y="901"/>
                    <a:pt x="567" y="768"/>
                    <a:pt x="634" y="668"/>
                  </a:cubicBezTo>
                  <a:cubicBezTo>
                    <a:pt x="668" y="568"/>
                    <a:pt x="701" y="401"/>
                    <a:pt x="701" y="268"/>
                  </a:cubicBezTo>
                  <a:cubicBezTo>
                    <a:pt x="701" y="134"/>
                    <a:pt x="668" y="1"/>
                    <a:pt x="6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63" name="Google Shape;2363;p20"/>
            <p:cNvSpPr/>
            <p:nvPr/>
          </p:nvSpPr>
          <p:spPr>
            <a:xfrm>
              <a:off x="4326600" y="4920625"/>
              <a:ext cx="14200" cy="20875"/>
            </a:xfrm>
            <a:custGeom>
              <a:avLst/>
              <a:gdLst/>
              <a:ahLst/>
              <a:cxnLst/>
              <a:rect l="l" t="t" r="r" b="b"/>
              <a:pathLst>
                <a:path w="568" h="835" extrusionOk="0">
                  <a:moveTo>
                    <a:pt x="267" y="1"/>
                  </a:moveTo>
                  <a:cubicBezTo>
                    <a:pt x="267" y="1"/>
                    <a:pt x="234" y="34"/>
                    <a:pt x="167" y="134"/>
                  </a:cubicBezTo>
                  <a:cubicBezTo>
                    <a:pt x="134" y="168"/>
                    <a:pt x="67" y="268"/>
                    <a:pt x="67" y="334"/>
                  </a:cubicBezTo>
                  <a:cubicBezTo>
                    <a:pt x="0" y="501"/>
                    <a:pt x="67" y="801"/>
                    <a:pt x="67" y="801"/>
                  </a:cubicBezTo>
                  <a:cubicBezTo>
                    <a:pt x="100" y="801"/>
                    <a:pt x="300" y="835"/>
                    <a:pt x="300" y="835"/>
                  </a:cubicBezTo>
                  <a:cubicBezTo>
                    <a:pt x="300" y="835"/>
                    <a:pt x="501" y="635"/>
                    <a:pt x="567" y="468"/>
                  </a:cubicBezTo>
                  <a:lnTo>
                    <a:pt x="567" y="168"/>
                  </a:lnTo>
                  <a:cubicBezTo>
                    <a:pt x="567" y="101"/>
                    <a:pt x="501" y="1"/>
                    <a:pt x="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64" name="Google Shape;2364;p20"/>
            <p:cNvSpPr/>
            <p:nvPr/>
          </p:nvSpPr>
          <p:spPr>
            <a:xfrm>
              <a:off x="4344100" y="4954825"/>
              <a:ext cx="13375" cy="20025"/>
            </a:xfrm>
            <a:custGeom>
              <a:avLst/>
              <a:gdLst/>
              <a:ahLst/>
              <a:cxnLst/>
              <a:rect l="l" t="t" r="r" b="b"/>
              <a:pathLst>
                <a:path w="535" h="801" extrusionOk="0">
                  <a:moveTo>
                    <a:pt x="168" y="0"/>
                  </a:moveTo>
                  <a:cubicBezTo>
                    <a:pt x="168" y="0"/>
                    <a:pt x="134" y="67"/>
                    <a:pt x="101" y="134"/>
                  </a:cubicBezTo>
                  <a:cubicBezTo>
                    <a:pt x="67" y="234"/>
                    <a:pt x="1" y="267"/>
                    <a:pt x="1" y="334"/>
                  </a:cubicBezTo>
                  <a:cubicBezTo>
                    <a:pt x="1" y="467"/>
                    <a:pt x="67" y="734"/>
                    <a:pt x="67" y="734"/>
                  </a:cubicBezTo>
                  <a:cubicBezTo>
                    <a:pt x="67" y="768"/>
                    <a:pt x="268" y="801"/>
                    <a:pt x="301" y="801"/>
                  </a:cubicBezTo>
                  <a:cubicBezTo>
                    <a:pt x="301" y="801"/>
                    <a:pt x="468" y="634"/>
                    <a:pt x="534" y="467"/>
                  </a:cubicBezTo>
                  <a:cubicBezTo>
                    <a:pt x="534" y="401"/>
                    <a:pt x="468" y="267"/>
                    <a:pt x="468" y="167"/>
                  </a:cubicBezTo>
                  <a:cubicBezTo>
                    <a:pt x="468" y="67"/>
                    <a:pt x="434" y="0"/>
                    <a:pt x="4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65" name="Google Shape;2365;p20"/>
            <p:cNvSpPr/>
            <p:nvPr/>
          </p:nvSpPr>
          <p:spPr>
            <a:xfrm>
              <a:off x="4366625" y="4992350"/>
              <a:ext cx="13375" cy="18375"/>
            </a:xfrm>
            <a:custGeom>
              <a:avLst/>
              <a:gdLst/>
              <a:ahLst/>
              <a:cxnLst/>
              <a:rect l="l" t="t" r="r" b="b"/>
              <a:pathLst>
                <a:path w="535" h="735" extrusionOk="0">
                  <a:moveTo>
                    <a:pt x="201" y="0"/>
                  </a:moveTo>
                  <a:cubicBezTo>
                    <a:pt x="201" y="0"/>
                    <a:pt x="67" y="167"/>
                    <a:pt x="34" y="267"/>
                  </a:cubicBezTo>
                  <a:cubicBezTo>
                    <a:pt x="0" y="401"/>
                    <a:pt x="0" y="634"/>
                    <a:pt x="0" y="634"/>
                  </a:cubicBezTo>
                  <a:cubicBezTo>
                    <a:pt x="34" y="634"/>
                    <a:pt x="201" y="668"/>
                    <a:pt x="234" y="734"/>
                  </a:cubicBezTo>
                  <a:cubicBezTo>
                    <a:pt x="234" y="734"/>
                    <a:pt x="467" y="601"/>
                    <a:pt x="501" y="434"/>
                  </a:cubicBezTo>
                  <a:cubicBezTo>
                    <a:pt x="534" y="301"/>
                    <a:pt x="467" y="0"/>
                    <a:pt x="4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66" name="Google Shape;2366;p20"/>
            <p:cNvSpPr/>
            <p:nvPr/>
          </p:nvSpPr>
          <p:spPr>
            <a:xfrm>
              <a:off x="5492425" y="4233475"/>
              <a:ext cx="16700" cy="18550"/>
            </a:xfrm>
            <a:custGeom>
              <a:avLst/>
              <a:gdLst/>
              <a:ahLst/>
              <a:cxnLst/>
              <a:rect l="l" t="t" r="r" b="b"/>
              <a:pathLst>
                <a:path w="668" h="742" extrusionOk="0">
                  <a:moveTo>
                    <a:pt x="501" y="0"/>
                  </a:moveTo>
                  <a:cubicBezTo>
                    <a:pt x="501" y="0"/>
                    <a:pt x="234" y="100"/>
                    <a:pt x="134" y="234"/>
                  </a:cubicBezTo>
                  <a:cubicBezTo>
                    <a:pt x="67" y="301"/>
                    <a:pt x="34" y="434"/>
                    <a:pt x="1" y="501"/>
                  </a:cubicBezTo>
                  <a:lnTo>
                    <a:pt x="1" y="668"/>
                  </a:lnTo>
                  <a:cubicBezTo>
                    <a:pt x="29" y="668"/>
                    <a:pt x="156" y="741"/>
                    <a:pt x="191" y="741"/>
                  </a:cubicBezTo>
                  <a:cubicBezTo>
                    <a:pt x="197" y="741"/>
                    <a:pt x="201" y="739"/>
                    <a:pt x="201" y="734"/>
                  </a:cubicBezTo>
                  <a:cubicBezTo>
                    <a:pt x="201" y="734"/>
                    <a:pt x="401" y="601"/>
                    <a:pt x="501" y="501"/>
                  </a:cubicBezTo>
                  <a:cubicBezTo>
                    <a:pt x="568" y="434"/>
                    <a:pt x="668" y="167"/>
                    <a:pt x="668" y="167"/>
                  </a:cubicBezTo>
                  <a:lnTo>
                    <a:pt x="5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67" name="Google Shape;2367;p20"/>
            <p:cNvSpPr/>
            <p:nvPr/>
          </p:nvSpPr>
          <p:spPr>
            <a:xfrm>
              <a:off x="5509100" y="4245150"/>
              <a:ext cx="12550" cy="20025"/>
            </a:xfrm>
            <a:custGeom>
              <a:avLst/>
              <a:gdLst/>
              <a:ahLst/>
              <a:cxnLst/>
              <a:rect l="l" t="t" r="r" b="b"/>
              <a:pathLst>
                <a:path w="502" h="801" extrusionOk="0">
                  <a:moveTo>
                    <a:pt x="334" y="0"/>
                  </a:moveTo>
                  <a:cubicBezTo>
                    <a:pt x="268" y="0"/>
                    <a:pt x="67" y="100"/>
                    <a:pt x="67" y="100"/>
                  </a:cubicBezTo>
                  <a:cubicBezTo>
                    <a:pt x="67" y="100"/>
                    <a:pt x="1" y="301"/>
                    <a:pt x="1" y="367"/>
                  </a:cubicBezTo>
                  <a:cubicBezTo>
                    <a:pt x="1" y="467"/>
                    <a:pt x="34" y="668"/>
                    <a:pt x="34" y="668"/>
                  </a:cubicBezTo>
                  <a:lnTo>
                    <a:pt x="234" y="801"/>
                  </a:lnTo>
                  <a:cubicBezTo>
                    <a:pt x="234" y="801"/>
                    <a:pt x="501" y="634"/>
                    <a:pt x="501" y="434"/>
                  </a:cubicBezTo>
                  <a:cubicBezTo>
                    <a:pt x="501" y="334"/>
                    <a:pt x="468" y="201"/>
                    <a:pt x="401" y="134"/>
                  </a:cubicBezTo>
                  <a:cubicBezTo>
                    <a:pt x="368" y="34"/>
                    <a:pt x="334" y="0"/>
                    <a:pt x="3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68" name="Google Shape;2368;p20"/>
            <p:cNvSpPr/>
            <p:nvPr/>
          </p:nvSpPr>
          <p:spPr>
            <a:xfrm>
              <a:off x="5529125" y="4257650"/>
              <a:ext cx="13350" cy="23700"/>
            </a:xfrm>
            <a:custGeom>
              <a:avLst/>
              <a:gdLst/>
              <a:ahLst/>
              <a:cxnLst/>
              <a:rect l="l" t="t" r="r" b="b"/>
              <a:pathLst>
                <a:path w="534" h="948" extrusionOk="0">
                  <a:moveTo>
                    <a:pt x="334" y="1"/>
                  </a:moveTo>
                  <a:cubicBezTo>
                    <a:pt x="334" y="1"/>
                    <a:pt x="100" y="201"/>
                    <a:pt x="34" y="368"/>
                  </a:cubicBezTo>
                  <a:cubicBezTo>
                    <a:pt x="0" y="601"/>
                    <a:pt x="0" y="868"/>
                    <a:pt x="0" y="868"/>
                  </a:cubicBezTo>
                  <a:cubicBezTo>
                    <a:pt x="0" y="917"/>
                    <a:pt x="108" y="948"/>
                    <a:pt x="165" y="948"/>
                  </a:cubicBezTo>
                  <a:cubicBezTo>
                    <a:pt x="186" y="948"/>
                    <a:pt x="200" y="944"/>
                    <a:pt x="200" y="935"/>
                  </a:cubicBezTo>
                  <a:cubicBezTo>
                    <a:pt x="200" y="935"/>
                    <a:pt x="401" y="701"/>
                    <a:pt x="434" y="601"/>
                  </a:cubicBezTo>
                  <a:cubicBezTo>
                    <a:pt x="534" y="434"/>
                    <a:pt x="534" y="134"/>
                    <a:pt x="534" y="134"/>
                  </a:cubicBezTo>
                  <a:cubicBezTo>
                    <a:pt x="534" y="101"/>
                    <a:pt x="334" y="1"/>
                    <a:pt x="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69" name="Google Shape;2369;p20"/>
            <p:cNvSpPr/>
            <p:nvPr/>
          </p:nvSpPr>
          <p:spPr>
            <a:xfrm>
              <a:off x="5651700" y="4281475"/>
              <a:ext cx="16700" cy="12900"/>
            </a:xfrm>
            <a:custGeom>
              <a:avLst/>
              <a:gdLst/>
              <a:ahLst/>
              <a:cxnLst/>
              <a:rect l="l" t="t" r="r" b="b"/>
              <a:pathLst>
                <a:path w="668" h="516" extrusionOk="0">
                  <a:moveTo>
                    <a:pt x="399" y="0"/>
                  </a:moveTo>
                  <a:cubicBezTo>
                    <a:pt x="349" y="0"/>
                    <a:pt x="301" y="4"/>
                    <a:pt x="268" y="15"/>
                  </a:cubicBezTo>
                  <a:cubicBezTo>
                    <a:pt x="134" y="48"/>
                    <a:pt x="1" y="315"/>
                    <a:pt x="1" y="315"/>
                  </a:cubicBezTo>
                  <a:cubicBezTo>
                    <a:pt x="1" y="349"/>
                    <a:pt x="134" y="482"/>
                    <a:pt x="168" y="515"/>
                  </a:cubicBezTo>
                  <a:cubicBezTo>
                    <a:pt x="168" y="515"/>
                    <a:pt x="334" y="515"/>
                    <a:pt x="434" y="482"/>
                  </a:cubicBezTo>
                  <a:cubicBezTo>
                    <a:pt x="534" y="415"/>
                    <a:pt x="668" y="249"/>
                    <a:pt x="668" y="249"/>
                  </a:cubicBezTo>
                  <a:cubicBezTo>
                    <a:pt x="668" y="215"/>
                    <a:pt x="601" y="15"/>
                    <a:pt x="601" y="15"/>
                  </a:cubicBezTo>
                  <a:cubicBezTo>
                    <a:pt x="601" y="15"/>
                    <a:pt x="497" y="0"/>
                    <a:pt x="3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70" name="Google Shape;2370;p20"/>
            <p:cNvSpPr/>
            <p:nvPr/>
          </p:nvSpPr>
          <p:spPr>
            <a:xfrm>
              <a:off x="5655050" y="4311850"/>
              <a:ext cx="17525" cy="20050"/>
            </a:xfrm>
            <a:custGeom>
              <a:avLst/>
              <a:gdLst/>
              <a:ahLst/>
              <a:cxnLst/>
              <a:rect l="l" t="t" r="r" b="b"/>
              <a:pathLst>
                <a:path w="701" h="802" extrusionOk="0">
                  <a:moveTo>
                    <a:pt x="567" y="1"/>
                  </a:moveTo>
                  <a:cubicBezTo>
                    <a:pt x="567" y="1"/>
                    <a:pt x="501" y="1"/>
                    <a:pt x="400" y="34"/>
                  </a:cubicBezTo>
                  <a:cubicBezTo>
                    <a:pt x="334" y="101"/>
                    <a:pt x="234" y="134"/>
                    <a:pt x="167" y="201"/>
                  </a:cubicBezTo>
                  <a:cubicBezTo>
                    <a:pt x="34" y="335"/>
                    <a:pt x="0" y="635"/>
                    <a:pt x="0" y="635"/>
                  </a:cubicBezTo>
                  <a:cubicBezTo>
                    <a:pt x="0" y="668"/>
                    <a:pt x="167" y="768"/>
                    <a:pt x="200" y="802"/>
                  </a:cubicBezTo>
                  <a:cubicBezTo>
                    <a:pt x="200" y="802"/>
                    <a:pt x="467" y="668"/>
                    <a:pt x="534" y="535"/>
                  </a:cubicBezTo>
                  <a:cubicBezTo>
                    <a:pt x="567" y="501"/>
                    <a:pt x="601" y="435"/>
                    <a:pt x="667" y="335"/>
                  </a:cubicBezTo>
                  <a:cubicBezTo>
                    <a:pt x="667" y="268"/>
                    <a:pt x="701" y="201"/>
                    <a:pt x="701" y="201"/>
                  </a:cubicBezTo>
                  <a:lnTo>
                    <a:pt x="56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71" name="Google Shape;2371;p20"/>
            <p:cNvSpPr/>
            <p:nvPr/>
          </p:nvSpPr>
          <p:spPr>
            <a:xfrm>
              <a:off x="5666725" y="4348550"/>
              <a:ext cx="15025" cy="24225"/>
            </a:xfrm>
            <a:custGeom>
              <a:avLst/>
              <a:gdLst/>
              <a:ahLst/>
              <a:cxnLst/>
              <a:rect l="l" t="t" r="r" b="b"/>
              <a:pathLst>
                <a:path w="601" h="969" extrusionOk="0">
                  <a:moveTo>
                    <a:pt x="367" y="1"/>
                  </a:moveTo>
                  <a:cubicBezTo>
                    <a:pt x="367" y="1"/>
                    <a:pt x="334" y="34"/>
                    <a:pt x="267" y="134"/>
                  </a:cubicBezTo>
                  <a:cubicBezTo>
                    <a:pt x="234" y="201"/>
                    <a:pt x="167" y="301"/>
                    <a:pt x="100" y="368"/>
                  </a:cubicBezTo>
                  <a:cubicBezTo>
                    <a:pt x="34" y="534"/>
                    <a:pt x="0" y="868"/>
                    <a:pt x="0" y="868"/>
                  </a:cubicBezTo>
                  <a:lnTo>
                    <a:pt x="200" y="968"/>
                  </a:lnTo>
                  <a:cubicBezTo>
                    <a:pt x="200" y="968"/>
                    <a:pt x="434" y="735"/>
                    <a:pt x="534" y="568"/>
                  </a:cubicBezTo>
                  <a:cubicBezTo>
                    <a:pt x="567" y="501"/>
                    <a:pt x="601" y="368"/>
                    <a:pt x="601" y="234"/>
                  </a:cubicBezTo>
                  <a:lnTo>
                    <a:pt x="601" y="34"/>
                  </a:lnTo>
                  <a:lnTo>
                    <a:pt x="36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72" name="Google Shape;2372;p20"/>
            <p:cNvSpPr/>
            <p:nvPr/>
          </p:nvSpPr>
          <p:spPr>
            <a:xfrm>
              <a:off x="5689225" y="4377750"/>
              <a:ext cx="12550" cy="14200"/>
            </a:xfrm>
            <a:custGeom>
              <a:avLst/>
              <a:gdLst/>
              <a:ahLst/>
              <a:cxnLst/>
              <a:rect l="l" t="t" r="r" b="b"/>
              <a:pathLst>
                <a:path w="502" h="568" extrusionOk="0">
                  <a:moveTo>
                    <a:pt x="134" y="0"/>
                  </a:moveTo>
                  <a:cubicBezTo>
                    <a:pt x="134" y="0"/>
                    <a:pt x="1" y="167"/>
                    <a:pt x="1" y="300"/>
                  </a:cubicBezTo>
                  <a:cubicBezTo>
                    <a:pt x="1" y="400"/>
                    <a:pt x="134" y="567"/>
                    <a:pt x="134" y="567"/>
                  </a:cubicBezTo>
                  <a:lnTo>
                    <a:pt x="368" y="567"/>
                  </a:lnTo>
                  <a:cubicBezTo>
                    <a:pt x="368" y="567"/>
                    <a:pt x="501" y="400"/>
                    <a:pt x="501" y="300"/>
                  </a:cubicBezTo>
                  <a:cubicBezTo>
                    <a:pt x="501" y="167"/>
                    <a:pt x="368" y="0"/>
                    <a:pt x="3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73" name="Google Shape;2373;p20"/>
            <p:cNvSpPr/>
            <p:nvPr/>
          </p:nvSpPr>
          <p:spPr>
            <a:xfrm>
              <a:off x="5727600" y="4400250"/>
              <a:ext cx="12525" cy="15875"/>
            </a:xfrm>
            <a:custGeom>
              <a:avLst/>
              <a:gdLst/>
              <a:ahLst/>
              <a:cxnLst/>
              <a:rect l="l" t="t" r="r" b="b"/>
              <a:pathLst>
                <a:path w="501" h="635" extrusionOk="0">
                  <a:moveTo>
                    <a:pt x="134" y="1"/>
                  </a:moveTo>
                  <a:cubicBezTo>
                    <a:pt x="134" y="1"/>
                    <a:pt x="0" y="234"/>
                    <a:pt x="0" y="334"/>
                  </a:cubicBezTo>
                  <a:cubicBezTo>
                    <a:pt x="0" y="401"/>
                    <a:pt x="67" y="468"/>
                    <a:pt x="100" y="568"/>
                  </a:cubicBezTo>
                  <a:lnTo>
                    <a:pt x="167" y="635"/>
                  </a:lnTo>
                  <a:cubicBezTo>
                    <a:pt x="220" y="635"/>
                    <a:pt x="338" y="592"/>
                    <a:pt x="400" y="592"/>
                  </a:cubicBezTo>
                  <a:cubicBezTo>
                    <a:pt x="415" y="592"/>
                    <a:pt x="427" y="595"/>
                    <a:pt x="434" y="601"/>
                  </a:cubicBezTo>
                  <a:cubicBezTo>
                    <a:pt x="434" y="601"/>
                    <a:pt x="467" y="501"/>
                    <a:pt x="467" y="468"/>
                  </a:cubicBezTo>
                  <a:cubicBezTo>
                    <a:pt x="501" y="434"/>
                    <a:pt x="501" y="334"/>
                    <a:pt x="501" y="301"/>
                  </a:cubicBezTo>
                  <a:cubicBezTo>
                    <a:pt x="501" y="168"/>
                    <a:pt x="401" y="1"/>
                    <a:pt x="4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74" name="Google Shape;2374;p20"/>
            <p:cNvSpPr/>
            <p:nvPr/>
          </p:nvSpPr>
          <p:spPr>
            <a:xfrm>
              <a:off x="5830175" y="3945775"/>
              <a:ext cx="16700" cy="19425"/>
            </a:xfrm>
            <a:custGeom>
              <a:avLst/>
              <a:gdLst/>
              <a:ahLst/>
              <a:cxnLst/>
              <a:rect l="l" t="t" r="r" b="b"/>
              <a:pathLst>
                <a:path w="668" h="777" extrusionOk="0">
                  <a:moveTo>
                    <a:pt x="501" y="0"/>
                  </a:moveTo>
                  <a:cubicBezTo>
                    <a:pt x="501" y="0"/>
                    <a:pt x="234" y="134"/>
                    <a:pt x="134" y="267"/>
                  </a:cubicBezTo>
                  <a:cubicBezTo>
                    <a:pt x="34" y="434"/>
                    <a:pt x="0" y="667"/>
                    <a:pt x="0" y="667"/>
                  </a:cubicBezTo>
                  <a:cubicBezTo>
                    <a:pt x="0" y="722"/>
                    <a:pt x="111" y="776"/>
                    <a:pt x="152" y="776"/>
                  </a:cubicBezTo>
                  <a:cubicBezTo>
                    <a:pt x="161" y="776"/>
                    <a:pt x="167" y="774"/>
                    <a:pt x="167" y="767"/>
                  </a:cubicBezTo>
                  <a:cubicBezTo>
                    <a:pt x="167" y="767"/>
                    <a:pt x="400" y="634"/>
                    <a:pt x="501" y="501"/>
                  </a:cubicBezTo>
                  <a:cubicBezTo>
                    <a:pt x="634" y="434"/>
                    <a:pt x="667" y="167"/>
                    <a:pt x="667" y="167"/>
                  </a:cubicBezTo>
                  <a:lnTo>
                    <a:pt x="5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75" name="Google Shape;2375;p20"/>
            <p:cNvSpPr/>
            <p:nvPr/>
          </p:nvSpPr>
          <p:spPr>
            <a:xfrm>
              <a:off x="5851025" y="3962450"/>
              <a:ext cx="13350" cy="20025"/>
            </a:xfrm>
            <a:custGeom>
              <a:avLst/>
              <a:gdLst/>
              <a:ahLst/>
              <a:cxnLst/>
              <a:rect l="l" t="t" r="r" b="b"/>
              <a:pathLst>
                <a:path w="534" h="801" extrusionOk="0">
                  <a:moveTo>
                    <a:pt x="234" y="0"/>
                  </a:moveTo>
                  <a:cubicBezTo>
                    <a:pt x="234" y="0"/>
                    <a:pt x="67" y="167"/>
                    <a:pt x="33" y="334"/>
                  </a:cubicBezTo>
                  <a:cubicBezTo>
                    <a:pt x="0" y="501"/>
                    <a:pt x="33" y="768"/>
                    <a:pt x="33" y="768"/>
                  </a:cubicBezTo>
                  <a:cubicBezTo>
                    <a:pt x="33" y="768"/>
                    <a:pt x="234" y="801"/>
                    <a:pt x="300" y="801"/>
                  </a:cubicBezTo>
                  <a:cubicBezTo>
                    <a:pt x="300" y="801"/>
                    <a:pt x="467" y="634"/>
                    <a:pt x="501" y="467"/>
                  </a:cubicBezTo>
                  <a:cubicBezTo>
                    <a:pt x="534" y="301"/>
                    <a:pt x="501" y="67"/>
                    <a:pt x="501" y="67"/>
                  </a:cubicBezTo>
                  <a:lnTo>
                    <a:pt x="2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76" name="Google Shape;2376;p20"/>
            <p:cNvSpPr/>
            <p:nvPr/>
          </p:nvSpPr>
          <p:spPr>
            <a:xfrm>
              <a:off x="5875200" y="3987475"/>
              <a:ext cx="13375" cy="24425"/>
            </a:xfrm>
            <a:custGeom>
              <a:avLst/>
              <a:gdLst/>
              <a:ahLst/>
              <a:cxnLst/>
              <a:rect l="l" t="t" r="r" b="b"/>
              <a:pathLst>
                <a:path w="535" h="977" extrusionOk="0">
                  <a:moveTo>
                    <a:pt x="334" y="0"/>
                  </a:moveTo>
                  <a:cubicBezTo>
                    <a:pt x="334" y="0"/>
                    <a:pt x="101" y="267"/>
                    <a:pt x="34" y="434"/>
                  </a:cubicBezTo>
                  <a:cubicBezTo>
                    <a:pt x="1" y="600"/>
                    <a:pt x="1" y="934"/>
                    <a:pt x="1" y="934"/>
                  </a:cubicBezTo>
                  <a:cubicBezTo>
                    <a:pt x="1" y="934"/>
                    <a:pt x="129" y="977"/>
                    <a:pt x="180" y="977"/>
                  </a:cubicBezTo>
                  <a:cubicBezTo>
                    <a:pt x="193" y="977"/>
                    <a:pt x="201" y="974"/>
                    <a:pt x="201" y="967"/>
                  </a:cubicBezTo>
                  <a:cubicBezTo>
                    <a:pt x="201" y="967"/>
                    <a:pt x="401" y="767"/>
                    <a:pt x="434" y="600"/>
                  </a:cubicBezTo>
                  <a:cubicBezTo>
                    <a:pt x="534" y="434"/>
                    <a:pt x="534" y="133"/>
                    <a:pt x="534" y="133"/>
                  </a:cubicBezTo>
                  <a:cubicBezTo>
                    <a:pt x="534" y="100"/>
                    <a:pt x="334" y="0"/>
                    <a:pt x="3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77" name="Google Shape;2377;p20"/>
            <p:cNvSpPr/>
            <p:nvPr/>
          </p:nvSpPr>
          <p:spPr>
            <a:xfrm>
              <a:off x="6001950" y="3978300"/>
              <a:ext cx="13375" cy="15025"/>
            </a:xfrm>
            <a:custGeom>
              <a:avLst/>
              <a:gdLst/>
              <a:ahLst/>
              <a:cxnLst/>
              <a:rect l="l" t="t" r="r" b="b"/>
              <a:pathLst>
                <a:path w="535" h="601" extrusionOk="0">
                  <a:moveTo>
                    <a:pt x="368" y="0"/>
                  </a:moveTo>
                  <a:cubicBezTo>
                    <a:pt x="368" y="0"/>
                    <a:pt x="168" y="100"/>
                    <a:pt x="101" y="167"/>
                  </a:cubicBezTo>
                  <a:cubicBezTo>
                    <a:pt x="1" y="200"/>
                    <a:pt x="1" y="434"/>
                    <a:pt x="1" y="434"/>
                  </a:cubicBezTo>
                  <a:lnTo>
                    <a:pt x="168" y="601"/>
                  </a:lnTo>
                  <a:cubicBezTo>
                    <a:pt x="168" y="601"/>
                    <a:pt x="368" y="500"/>
                    <a:pt x="468" y="434"/>
                  </a:cubicBezTo>
                  <a:cubicBezTo>
                    <a:pt x="535" y="367"/>
                    <a:pt x="535" y="167"/>
                    <a:pt x="535" y="167"/>
                  </a:cubicBezTo>
                  <a:lnTo>
                    <a:pt x="36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78" name="Google Shape;2378;p20"/>
            <p:cNvSpPr/>
            <p:nvPr/>
          </p:nvSpPr>
          <p:spPr>
            <a:xfrm>
              <a:off x="6006950" y="3997475"/>
              <a:ext cx="16725" cy="25875"/>
            </a:xfrm>
            <a:custGeom>
              <a:avLst/>
              <a:gdLst/>
              <a:ahLst/>
              <a:cxnLst/>
              <a:rect l="l" t="t" r="r" b="b"/>
              <a:pathLst>
                <a:path w="669" h="1035" extrusionOk="0">
                  <a:moveTo>
                    <a:pt x="435" y="0"/>
                  </a:moveTo>
                  <a:cubicBezTo>
                    <a:pt x="435" y="0"/>
                    <a:pt x="168" y="234"/>
                    <a:pt x="101" y="401"/>
                  </a:cubicBezTo>
                  <a:cubicBezTo>
                    <a:pt x="1" y="601"/>
                    <a:pt x="1" y="934"/>
                    <a:pt x="1" y="934"/>
                  </a:cubicBezTo>
                  <a:cubicBezTo>
                    <a:pt x="1" y="934"/>
                    <a:pt x="234" y="1034"/>
                    <a:pt x="268" y="1034"/>
                  </a:cubicBezTo>
                  <a:cubicBezTo>
                    <a:pt x="268" y="1034"/>
                    <a:pt x="501" y="768"/>
                    <a:pt x="601" y="601"/>
                  </a:cubicBezTo>
                  <a:cubicBezTo>
                    <a:pt x="668" y="401"/>
                    <a:pt x="668" y="67"/>
                    <a:pt x="668" y="67"/>
                  </a:cubicBezTo>
                  <a:cubicBezTo>
                    <a:pt x="635" y="67"/>
                    <a:pt x="435" y="0"/>
                    <a:pt x="4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79" name="Google Shape;2379;p20"/>
            <p:cNvSpPr/>
            <p:nvPr/>
          </p:nvSpPr>
          <p:spPr>
            <a:xfrm>
              <a:off x="6027800" y="4031650"/>
              <a:ext cx="15875" cy="21950"/>
            </a:xfrm>
            <a:custGeom>
              <a:avLst/>
              <a:gdLst/>
              <a:ahLst/>
              <a:cxnLst/>
              <a:rect l="l" t="t" r="r" b="b"/>
              <a:pathLst>
                <a:path w="635" h="878" extrusionOk="0">
                  <a:moveTo>
                    <a:pt x="334" y="1"/>
                  </a:moveTo>
                  <a:cubicBezTo>
                    <a:pt x="334" y="1"/>
                    <a:pt x="134" y="201"/>
                    <a:pt x="101" y="368"/>
                  </a:cubicBezTo>
                  <a:cubicBezTo>
                    <a:pt x="1" y="535"/>
                    <a:pt x="68" y="835"/>
                    <a:pt x="68" y="835"/>
                  </a:cubicBezTo>
                  <a:cubicBezTo>
                    <a:pt x="68" y="835"/>
                    <a:pt x="196" y="878"/>
                    <a:pt x="264" y="878"/>
                  </a:cubicBezTo>
                  <a:cubicBezTo>
                    <a:pt x="281" y="878"/>
                    <a:pt x="294" y="875"/>
                    <a:pt x="301" y="868"/>
                  </a:cubicBezTo>
                  <a:cubicBezTo>
                    <a:pt x="301" y="868"/>
                    <a:pt x="501" y="668"/>
                    <a:pt x="568" y="501"/>
                  </a:cubicBezTo>
                  <a:cubicBezTo>
                    <a:pt x="635" y="335"/>
                    <a:pt x="601" y="34"/>
                    <a:pt x="601" y="34"/>
                  </a:cubicBezTo>
                  <a:lnTo>
                    <a:pt x="33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80" name="Google Shape;2380;p20"/>
            <p:cNvSpPr/>
            <p:nvPr/>
          </p:nvSpPr>
          <p:spPr>
            <a:xfrm>
              <a:off x="6051150" y="4057525"/>
              <a:ext cx="12550" cy="27450"/>
            </a:xfrm>
            <a:custGeom>
              <a:avLst/>
              <a:gdLst/>
              <a:ahLst/>
              <a:cxnLst/>
              <a:rect l="l" t="t" r="r" b="b"/>
              <a:pathLst>
                <a:path w="502" h="1098" extrusionOk="0">
                  <a:moveTo>
                    <a:pt x="168" y="0"/>
                  </a:moveTo>
                  <a:cubicBezTo>
                    <a:pt x="168" y="0"/>
                    <a:pt x="1" y="334"/>
                    <a:pt x="1" y="500"/>
                  </a:cubicBezTo>
                  <a:cubicBezTo>
                    <a:pt x="1" y="701"/>
                    <a:pt x="34" y="1034"/>
                    <a:pt x="34" y="1034"/>
                  </a:cubicBezTo>
                  <a:cubicBezTo>
                    <a:pt x="34" y="1071"/>
                    <a:pt x="94" y="1097"/>
                    <a:pt x="154" y="1097"/>
                  </a:cubicBezTo>
                  <a:cubicBezTo>
                    <a:pt x="204" y="1097"/>
                    <a:pt x="253" y="1079"/>
                    <a:pt x="268" y="1034"/>
                  </a:cubicBezTo>
                  <a:cubicBezTo>
                    <a:pt x="268" y="1034"/>
                    <a:pt x="435" y="767"/>
                    <a:pt x="501" y="534"/>
                  </a:cubicBezTo>
                  <a:cubicBezTo>
                    <a:pt x="501" y="334"/>
                    <a:pt x="401" y="0"/>
                    <a:pt x="4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81" name="Google Shape;2381;p20"/>
            <p:cNvSpPr/>
            <p:nvPr/>
          </p:nvSpPr>
          <p:spPr>
            <a:xfrm>
              <a:off x="5872225" y="4481975"/>
              <a:ext cx="338800" cy="231750"/>
            </a:xfrm>
            <a:custGeom>
              <a:avLst/>
              <a:gdLst/>
              <a:ahLst/>
              <a:cxnLst/>
              <a:rect l="l" t="t" r="r" b="b"/>
              <a:pathLst>
                <a:path w="13552" h="9270" extrusionOk="0">
                  <a:moveTo>
                    <a:pt x="4122" y="1"/>
                  </a:moveTo>
                  <a:cubicBezTo>
                    <a:pt x="3389" y="34"/>
                    <a:pt x="2721" y="368"/>
                    <a:pt x="2321" y="835"/>
                  </a:cubicBezTo>
                  <a:cubicBezTo>
                    <a:pt x="2054" y="1035"/>
                    <a:pt x="1887" y="1335"/>
                    <a:pt x="1821" y="1569"/>
                  </a:cubicBezTo>
                  <a:cubicBezTo>
                    <a:pt x="1721" y="1869"/>
                    <a:pt x="1654" y="2136"/>
                    <a:pt x="1554" y="2336"/>
                  </a:cubicBezTo>
                  <a:cubicBezTo>
                    <a:pt x="1454" y="2803"/>
                    <a:pt x="1287" y="3203"/>
                    <a:pt x="1120" y="3470"/>
                  </a:cubicBezTo>
                  <a:cubicBezTo>
                    <a:pt x="953" y="3737"/>
                    <a:pt x="720" y="3837"/>
                    <a:pt x="620" y="3870"/>
                  </a:cubicBezTo>
                  <a:lnTo>
                    <a:pt x="353" y="3870"/>
                  </a:lnTo>
                  <a:cubicBezTo>
                    <a:pt x="345" y="3869"/>
                    <a:pt x="337" y="3868"/>
                    <a:pt x="329" y="3868"/>
                  </a:cubicBezTo>
                  <a:cubicBezTo>
                    <a:pt x="168" y="3868"/>
                    <a:pt x="0" y="4174"/>
                    <a:pt x="286" y="4237"/>
                  </a:cubicBezTo>
                  <a:cubicBezTo>
                    <a:pt x="286" y="4237"/>
                    <a:pt x="320" y="4304"/>
                    <a:pt x="353" y="4304"/>
                  </a:cubicBezTo>
                  <a:lnTo>
                    <a:pt x="653" y="4304"/>
                  </a:lnTo>
                  <a:cubicBezTo>
                    <a:pt x="887" y="4304"/>
                    <a:pt x="1287" y="4070"/>
                    <a:pt x="1487" y="3737"/>
                  </a:cubicBezTo>
                  <a:cubicBezTo>
                    <a:pt x="1721" y="3403"/>
                    <a:pt x="1887" y="3003"/>
                    <a:pt x="2054" y="2536"/>
                  </a:cubicBezTo>
                  <a:cubicBezTo>
                    <a:pt x="2288" y="2069"/>
                    <a:pt x="2388" y="1569"/>
                    <a:pt x="2788" y="1235"/>
                  </a:cubicBezTo>
                  <a:cubicBezTo>
                    <a:pt x="3155" y="901"/>
                    <a:pt x="3655" y="668"/>
                    <a:pt x="4189" y="668"/>
                  </a:cubicBezTo>
                  <a:cubicBezTo>
                    <a:pt x="4689" y="668"/>
                    <a:pt x="5290" y="901"/>
                    <a:pt x="5557" y="1335"/>
                  </a:cubicBezTo>
                  <a:cubicBezTo>
                    <a:pt x="5890" y="1735"/>
                    <a:pt x="5990" y="2369"/>
                    <a:pt x="6157" y="3003"/>
                  </a:cubicBezTo>
                  <a:cubicBezTo>
                    <a:pt x="6357" y="3637"/>
                    <a:pt x="6724" y="4337"/>
                    <a:pt x="7491" y="4537"/>
                  </a:cubicBezTo>
                  <a:cubicBezTo>
                    <a:pt x="7607" y="4579"/>
                    <a:pt x="7732" y="4598"/>
                    <a:pt x="7858" y="4598"/>
                  </a:cubicBezTo>
                  <a:cubicBezTo>
                    <a:pt x="8135" y="4598"/>
                    <a:pt x="8420" y="4508"/>
                    <a:pt x="8626" y="4371"/>
                  </a:cubicBezTo>
                  <a:cubicBezTo>
                    <a:pt x="8792" y="4237"/>
                    <a:pt x="8892" y="4171"/>
                    <a:pt x="9026" y="4037"/>
                  </a:cubicBezTo>
                  <a:lnTo>
                    <a:pt x="9126" y="3970"/>
                  </a:lnTo>
                  <a:lnTo>
                    <a:pt x="9159" y="3904"/>
                  </a:lnTo>
                  <a:lnTo>
                    <a:pt x="9326" y="3804"/>
                  </a:lnTo>
                  <a:cubicBezTo>
                    <a:pt x="9793" y="3403"/>
                    <a:pt x="10227" y="3070"/>
                    <a:pt x="10794" y="3070"/>
                  </a:cubicBezTo>
                  <a:cubicBezTo>
                    <a:pt x="10827" y="3059"/>
                    <a:pt x="10868" y="3055"/>
                    <a:pt x="10912" y="3055"/>
                  </a:cubicBezTo>
                  <a:cubicBezTo>
                    <a:pt x="11001" y="3055"/>
                    <a:pt x="11105" y="3070"/>
                    <a:pt x="11194" y="3070"/>
                  </a:cubicBezTo>
                  <a:cubicBezTo>
                    <a:pt x="11328" y="3070"/>
                    <a:pt x="11461" y="3136"/>
                    <a:pt x="11561" y="3170"/>
                  </a:cubicBezTo>
                  <a:cubicBezTo>
                    <a:pt x="11828" y="3303"/>
                    <a:pt x="12028" y="3403"/>
                    <a:pt x="12161" y="3637"/>
                  </a:cubicBezTo>
                  <a:cubicBezTo>
                    <a:pt x="12428" y="4037"/>
                    <a:pt x="12428" y="4571"/>
                    <a:pt x="12495" y="5171"/>
                  </a:cubicBezTo>
                  <a:cubicBezTo>
                    <a:pt x="12528" y="6305"/>
                    <a:pt x="12628" y="7339"/>
                    <a:pt x="12829" y="8040"/>
                  </a:cubicBezTo>
                  <a:cubicBezTo>
                    <a:pt x="12895" y="8407"/>
                    <a:pt x="12995" y="8707"/>
                    <a:pt x="13062" y="8874"/>
                  </a:cubicBezTo>
                  <a:cubicBezTo>
                    <a:pt x="13162" y="9074"/>
                    <a:pt x="13196" y="9174"/>
                    <a:pt x="13196" y="9174"/>
                  </a:cubicBezTo>
                  <a:cubicBezTo>
                    <a:pt x="13228" y="9239"/>
                    <a:pt x="13279" y="9269"/>
                    <a:pt x="13331" y="9269"/>
                  </a:cubicBezTo>
                  <a:cubicBezTo>
                    <a:pt x="13438" y="9269"/>
                    <a:pt x="13552" y="9143"/>
                    <a:pt x="13529" y="8941"/>
                  </a:cubicBezTo>
                  <a:cubicBezTo>
                    <a:pt x="13529" y="8941"/>
                    <a:pt x="13529" y="8841"/>
                    <a:pt x="13462" y="8674"/>
                  </a:cubicBezTo>
                  <a:cubicBezTo>
                    <a:pt x="13362" y="8507"/>
                    <a:pt x="13329" y="8207"/>
                    <a:pt x="13229" y="7873"/>
                  </a:cubicBezTo>
                  <a:cubicBezTo>
                    <a:pt x="13062" y="7206"/>
                    <a:pt x="13029" y="6205"/>
                    <a:pt x="13029" y="5071"/>
                  </a:cubicBezTo>
                  <a:cubicBezTo>
                    <a:pt x="12995" y="4537"/>
                    <a:pt x="13029" y="3837"/>
                    <a:pt x="12628" y="3203"/>
                  </a:cubicBezTo>
                  <a:cubicBezTo>
                    <a:pt x="12395" y="2870"/>
                    <a:pt x="12061" y="2636"/>
                    <a:pt x="11728" y="2503"/>
                  </a:cubicBezTo>
                  <a:cubicBezTo>
                    <a:pt x="11561" y="2436"/>
                    <a:pt x="11361" y="2403"/>
                    <a:pt x="11194" y="2369"/>
                  </a:cubicBezTo>
                  <a:cubicBezTo>
                    <a:pt x="11027" y="2369"/>
                    <a:pt x="10827" y="2336"/>
                    <a:pt x="10660" y="2336"/>
                  </a:cubicBezTo>
                  <a:cubicBezTo>
                    <a:pt x="10293" y="2336"/>
                    <a:pt x="9960" y="2436"/>
                    <a:pt x="9626" y="2603"/>
                  </a:cubicBezTo>
                  <a:cubicBezTo>
                    <a:pt x="9293" y="2770"/>
                    <a:pt x="9026" y="2936"/>
                    <a:pt x="8792" y="3170"/>
                  </a:cubicBezTo>
                  <a:lnTo>
                    <a:pt x="8626" y="3270"/>
                  </a:lnTo>
                  <a:lnTo>
                    <a:pt x="8559" y="3337"/>
                  </a:lnTo>
                  <a:cubicBezTo>
                    <a:pt x="8526" y="3337"/>
                    <a:pt x="8526" y="3337"/>
                    <a:pt x="8492" y="3370"/>
                  </a:cubicBezTo>
                  <a:lnTo>
                    <a:pt x="8392" y="3470"/>
                  </a:lnTo>
                  <a:cubicBezTo>
                    <a:pt x="8325" y="3570"/>
                    <a:pt x="8192" y="3670"/>
                    <a:pt x="8125" y="3704"/>
                  </a:cubicBezTo>
                  <a:cubicBezTo>
                    <a:pt x="7970" y="3792"/>
                    <a:pt x="7844" y="3822"/>
                    <a:pt x="7727" y="3822"/>
                  </a:cubicBezTo>
                  <a:cubicBezTo>
                    <a:pt x="7669" y="3822"/>
                    <a:pt x="7614" y="3815"/>
                    <a:pt x="7558" y="3804"/>
                  </a:cubicBezTo>
                  <a:cubicBezTo>
                    <a:pt x="7391" y="3737"/>
                    <a:pt x="7225" y="3637"/>
                    <a:pt x="7058" y="3403"/>
                  </a:cubicBezTo>
                  <a:cubicBezTo>
                    <a:pt x="6958" y="3203"/>
                    <a:pt x="6824" y="2970"/>
                    <a:pt x="6724" y="2703"/>
                  </a:cubicBezTo>
                  <a:cubicBezTo>
                    <a:pt x="6557" y="2202"/>
                    <a:pt x="6491" y="1502"/>
                    <a:pt x="6024" y="868"/>
                  </a:cubicBezTo>
                  <a:cubicBezTo>
                    <a:pt x="5557" y="234"/>
                    <a:pt x="4823" y="1"/>
                    <a:pt x="41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82" name="Google Shape;2382;p20"/>
            <p:cNvSpPr/>
            <p:nvPr/>
          </p:nvSpPr>
          <p:spPr>
            <a:xfrm>
              <a:off x="5973600" y="4518675"/>
              <a:ext cx="22550" cy="12525"/>
            </a:xfrm>
            <a:custGeom>
              <a:avLst/>
              <a:gdLst/>
              <a:ahLst/>
              <a:cxnLst/>
              <a:rect l="l" t="t" r="r" b="b"/>
              <a:pathLst>
                <a:path w="902" h="501" extrusionOk="0">
                  <a:moveTo>
                    <a:pt x="601" y="1"/>
                  </a:moveTo>
                  <a:cubicBezTo>
                    <a:pt x="551" y="17"/>
                    <a:pt x="509" y="17"/>
                    <a:pt x="468" y="17"/>
                  </a:cubicBezTo>
                  <a:cubicBezTo>
                    <a:pt x="426" y="17"/>
                    <a:pt x="384" y="17"/>
                    <a:pt x="334" y="34"/>
                  </a:cubicBezTo>
                  <a:cubicBezTo>
                    <a:pt x="301" y="34"/>
                    <a:pt x="234" y="67"/>
                    <a:pt x="134" y="101"/>
                  </a:cubicBezTo>
                  <a:cubicBezTo>
                    <a:pt x="67" y="134"/>
                    <a:pt x="1" y="201"/>
                    <a:pt x="1" y="201"/>
                  </a:cubicBezTo>
                  <a:lnTo>
                    <a:pt x="1" y="434"/>
                  </a:lnTo>
                  <a:cubicBezTo>
                    <a:pt x="1" y="434"/>
                    <a:pt x="101" y="434"/>
                    <a:pt x="167" y="501"/>
                  </a:cubicBezTo>
                  <a:lnTo>
                    <a:pt x="501" y="501"/>
                  </a:lnTo>
                  <a:cubicBezTo>
                    <a:pt x="668" y="401"/>
                    <a:pt x="901" y="201"/>
                    <a:pt x="901" y="201"/>
                  </a:cubicBezTo>
                  <a:lnTo>
                    <a:pt x="76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83" name="Google Shape;2383;p20"/>
            <p:cNvSpPr/>
            <p:nvPr/>
          </p:nvSpPr>
          <p:spPr>
            <a:xfrm>
              <a:off x="5977775" y="4536200"/>
              <a:ext cx="28375" cy="16700"/>
            </a:xfrm>
            <a:custGeom>
              <a:avLst/>
              <a:gdLst/>
              <a:ahLst/>
              <a:cxnLst/>
              <a:rect l="l" t="t" r="r" b="b"/>
              <a:pathLst>
                <a:path w="1135" h="668" extrusionOk="0">
                  <a:moveTo>
                    <a:pt x="1068" y="0"/>
                  </a:moveTo>
                  <a:lnTo>
                    <a:pt x="1068" y="0"/>
                  </a:lnTo>
                  <a:cubicBezTo>
                    <a:pt x="1068" y="0"/>
                    <a:pt x="968" y="33"/>
                    <a:pt x="834" y="33"/>
                  </a:cubicBezTo>
                  <a:cubicBezTo>
                    <a:pt x="768" y="67"/>
                    <a:pt x="601" y="67"/>
                    <a:pt x="501" y="134"/>
                  </a:cubicBezTo>
                  <a:cubicBezTo>
                    <a:pt x="301" y="200"/>
                    <a:pt x="0" y="400"/>
                    <a:pt x="0" y="400"/>
                  </a:cubicBezTo>
                  <a:cubicBezTo>
                    <a:pt x="0" y="467"/>
                    <a:pt x="101" y="667"/>
                    <a:pt x="101" y="667"/>
                  </a:cubicBezTo>
                  <a:cubicBezTo>
                    <a:pt x="101" y="667"/>
                    <a:pt x="434" y="667"/>
                    <a:pt x="634" y="567"/>
                  </a:cubicBezTo>
                  <a:cubicBezTo>
                    <a:pt x="768" y="534"/>
                    <a:pt x="901" y="467"/>
                    <a:pt x="968" y="367"/>
                  </a:cubicBezTo>
                  <a:cubicBezTo>
                    <a:pt x="1068" y="334"/>
                    <a:pt x="1135" y="234"/>
                    <a:pt x="1135" y="234"/>
                  </a:cubicBezTo>
                  <a:cubicBezTo>
                    <a:pt x="1135" y="234"/>
                    <a:pt x="1001" y="67"/>
                    <a:pt x="10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84" name="Google Shape;2384;p20"/>
            <p:cNvSpPr/>
            <p:nvPr/>
          </p:nvSpPr>
          <p:spPr>
            <a:xfrm>
              <a:off x="5984450" y="4558700"/>
              <a:ext cx="25025" cy="20875"/>
            </a:xfrm>
            <a:custGeom>
              <a:avLst/>
              <a:gdLst/>
              <a:ahLst/>
              <a:cxnLst/>
              <a:rect l="l" t="t" r="r" b="b"/>
              <a:pathLst>
                <a:path w="1001" h="835" extrusionOk="0">
                  <a:moveTo>
                    <a:pt x="834" y="1"/>
                  </a:moveTo>
                  <a:cubicBezTo>
                    <a:pt x="834" y="1"/>
                    <a:pt x="701" y="34"/>
                    <a:pt x="634" y="101"/>
                  </a:cubicBezTo>
                  <a:cubicBezTo>
                    <a:pt x="534" y="134"/>
                    <a:pt x="401" y="168"/>
                    <a:pt x="334" y="268"/>
                  </a:cubicBezTo>
                  <a:cubicBezTo>
                    <a:pt x="234" y="301"/>
                    <a:pt x="200" y="434"/>
                    <a:pt x="134" y="468"/>
                  </a:cubicBezTo>
                  <a:lnTo>
                    <a:pt x="0" y="601"/>
                  </a:lnTo>
                  <a:lnTo>
                    <a:pt x="34" y="835"/>
                  </a:lnTo>
                  <a:cubicBezTo>
                    <a:pt x="34" y="818"/>
                    <a:pt x="67" y="818"/>
                    <a:pt x="117" y="818"/>
                  </a:cubicBezTo>
                  <a:cubicBezTo>
                    <a:pt x="167" y="818"/>
                    <a:pt x="234" y="818"/>
                    <a:pt x="301" y="801"/>
                  </a:cubicBezTo>
                  <a:cubicBezTo>
                    <a:pt x="401" y="768"/>
                    <a:pt x="567" y="701"/>
                    <a:pt x="667" y="635"/>
                  </a:cubicBezTo>
                  <a:cubicBezTo>
                    <a:pt x="801" y="534"/>
                    <a:pt x="868" y="434"/>
                    <a:pt x="901" y="334"/>
                  </a:cubicBezTo>
                  <a:lnTo>
                    <a:pt x="1001" y="168"/>
                  </a:lnTo>
                  <a:cubicBezTo>
                    <a:pt x="1001" y="168"/>
                    <a:pt x="868" y="1"/>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85" name="Google Shape;2385;p20"/>
            <p:cNvSpPr/>
            <p:nvPr/>
          </p:nvSpPr>
          <p:spPr>
            <a:xfrm>
              <a:off x="5997800" y="4592075"/>
              <a:ext cx="17525" cy="15850"/>
            </a:xfrm>
            <a:custGeom>
              <a:avLst/>
              <a:gdLst/>
              <a:ahLst/>
              <a:cxnLst/>
              <a:rect l="l" t="t" r="r" b="b"/>
              <a:pathLst>
                <a:path w="701" h="634" extrusionOk="0">
                  <a:moveTo>
                    <a:pt x="534" y="0"/>
                  </a:moveTo>
                  <a:cubicBezTo>
                    <a:pt x="534" y="0"/>
                    <a:pt x="500" y="33"/>
                    <a:pt x="434" y="33"/>
                  </a:cubicBezTo>
                  <a:cubicBezTo>
                    <a:pt x="334" y="100"/>
                    <a:pt x="267" y="100"/>
                    <a:pt x="200" y="133"/>
                  </a:cubicBezTo>
                  <a:lnTo>
                    <a:pt x="0" y="334"/>
                  </a:lnTo>
                  <a:lnTo>
                    <a:pt x="0" y="600"/>
                  </a:lnTo>
                  <a:cubicBezTo>
                    <a:pt x="0" y="600"/>
                    <a:pt x="33" y="634"/>
                    <a:pt x="167" y="634"/>
                  </a:cubicBezTo>
                  <a:cubicBezTo>
                    <a:pt x="300" y="634"/>
                    <a:pt x="367" y="600"/>
                    <a:pt x="467" y="567"/>
                  </a:cubicBezTo>
                  <a:cubicBezTo>
                    <a:pt x="500" y="500"/>
                    <a:pt x="600" y="434"/>
                    <a:pt x="634" y="334"/>
                  </a:cubicBezTo>
                  <a:cubicBezTo>
                    <a:pt x="667" y="267"/>
                    <a:pt x="701" y="234"/>
                    <a:pt x="701" y="234"/>
                  </a:cubicBezTo>
                  <a:cubicBezTo>
                    <a:pt x="701" y="234"/>
                    <a:pt x="534" y="67"/>
                    <a:pt x="5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86" name="Google Shape;2386;p20"/>
            <p:cNvSpPr/>
            <p:nvPr/>
          </p:nvSpPr>
          <p:spPr>
            <a:xfrm>
              <a:off x="6139550" y="4575225"/>
              <a:ext cx="16700" cy="12700"/>
            </a:xfrm>
            <a:custGeom>
              <a:avLst/>
              <a:gdLst/>
              <a:ahLst/>
              <a:cxnLst/>
              <a:rect l="l" t="t" r="r" b="b"/>
              <a:pathLst>
                <a:path w="668" h="508" extrusionOk="0">
                  <a:moveTo>
                    <a:pt x="295" y="0"/>
                  </a:moveTo>
                  <a:cubicBezTo>
                    <a:pt x="274" y="0"/>
                    <a:pt x="253" y="2"/>
                    <a:pt x="234" y="7"/>
                  </a:cubicBezTo>
                  <a:cubicBezTo>
                    <a:pt x="201" y="7"/>
                    <a:pt x="134" y="40"/>
                    <a:pt x="67" y="107"/>
                  </a:cubicBezTo>
                  <a:lnTo>
                    <a:pt x="1" y="174"/>
                  </a:lnTo>
                  <a:lnTo>
                    <a:pt x="1" y="441"/>
                  </a:lnTo>
                  <a:cubicBezTo>
                    <a:pt x="1" y="441"/>
                    <a:pt x="34" y="474"/>
                    <a:pt x="134" y="474"/>
                  </a:cubicBezTo>
                  <a:cubicBezTo>
                    <a:pt x="201" y="507"/>
                    <a:pt x="301" y="507"/>
                    <a:pt x="368" y="507"/>
                  </a:cubicBezTo>
                  <a:cubicBezTo>
                    <a:pt x="501" y="474"/>
                    <a:pt x="668" y="307"/>
                    <a:pt x="668" y="307"/>
                  </a:cubicBezTo>
                  <a:cubicBezTo>
                    <a:pt x="668" y="274"/>
                    <a:pt x="635" y="107"/>
                    <a:pt x="568" y="74"/>
                  </a:cubicBezTo>
                  <a:cubicBezTo>
                    <a:pt x="568" y="74"/>
                    <a:pt x="421" y="0"/>
                    <a:pt x="2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87" name="Google Shape;2387;p20"/>
            <p:cNvSpPr/>
            <p:nvPr/>
          </p:nvSpPr>
          <p:spPr>
            <a:xfrm>
              <a:off x="6140400" y="4603750"/>
              <a:ext cx="30875" cy="15850"/>
            </a:xfrm>
            <a:custGeom>
              <a:avLst/>
              <a:gdLst/>
              <a:ahLst/>
              <a:cxnLst/>
              <a:rect l="l" t="t" r="r" b="b"/>
              <a:pathLst>
                <a:path w="1235" h="634" extrusionOk="0">
                  <a:moveTo>
                    <a:pt x="1134" y="0"/>
                  </a:moveTo>
                  <a:cubicBezTo>
                    <a:pt x="1134" y="0"/>
                    <a:pt x="1134" y="0"/>
                    <a:pt x="1134" y="0"/>
                  </a:cubicBezTo>
                  <a:lnTo>
                    <a:pt x="1134" y="0"/>
                  </a:lnTo>
                  <a:cubicBezTo>
                    <a:pt x="1134" y="0"/>
                    <a:pt x="1134" y="0"/>
                    <a:pt x="1134" y="0"/>
                  </a:cubicBezTo>
                  <a:close/>
                  <a:moveTo>
                    <a:pt x="1134" y="0"/>
                  </a:moveTo>
                  <a:cubicBezTo>
                    <a:pt x="1132" y="0"/>
                    <a:pt x="1065" y="1"/>
                    <a:pt x="934" y="33"/>
                  </a:cubicBezTo>
                  <a:cubicBezTo>
                    <a:pt x="801" y="67"/>
                    <a:pt x="634" y="67"/>
                    <a:pt x="567" y="133"/>
                  </a:cubicBezTo>
                  <a:cubicBezTo>
                    <a:pt x="467" y="133"/>
                    <a:pt x="334" y="200"/>
                    <a:pt x="234" y="267"/>
                  </a:cubicBezTo>
                  <a:cubicBezTo>
                    <a:pt x="100" y="300"/>
                    <a:pt x="0" y="334"/>
                    <a:pt x="0" y="334"/>
                  </a:cubicBezTo>
                  <a:lnTo>
                    <a:pt x="0" y="600"/>
                  </a:lnTo>
                  <a:cubicBezTo>
                    <a:pt x="0" y="600"/>
                    <a:pt x="134" y="634"/>
                    <a:pt x="267" y="634"/>
                  </a:cubicBezTo>
                  <a:cubicBezTo>
                    <a:pt x="400" y="634"/>
                    <a:pt x="567" y="634"/>
                    <a:pt x="667" y="600"/>
                  </a:cubicBezTo>
                  <a:cubicBezTo>
                    <a:pt x="801" y="534"/>
                    <a:pt x="934" y="467"/>
                    <a:pt x="1068" y="367"/>
                  </a:cubicBezTo>
                  <a:lnTo>
                    <a:pt x="1234" y="200"/>
                  </a:lnTo>
                  <a:cubicBezTo>
                    <a:pt x="1234" y="167"/>
                    <a:pt x="1101" y="0"/>
                    <a:pt x="11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88" name="Google Shape;2388;p20"/>
            <p:cNvSpPr/>
            <p:nvPr/>
          </p:nvSpPr>
          <p:spPr>
            <a:xfrm>
              <a:off x="6142900" y="4627925"/>
              <a:ext cx="22525" cy="15875"/>
            </a:xfrm>
            <a:custGeom>
              <a:avLst/>
              <a:gdLst/>
              <a:ahLst/>
              <a:cxnLst/>
              <a:rect l="l" t="t" r="r" b="b"/>
              <a:pathLst>
                <a:path w="901" h="635" extrusionOk="0">
                  <a:moveTo>
                    <a:pt x="834" y="0"/>
                  </a:moveTo>
                  <a:cubicBezTo>
                    <a:pt x="833" y="0"/>
                    <a:pt x="833" y="0"/>
                    <a:pt x="832" y="1"/>
                  </a:cubicBezTo>
                  <a:lnTo>
                    <a:pt x="832" y="1"/>
                  </a:lnTo>
                  <a:cubicBezTo>
                    <a:pt x="833" y="0"/>
                    <a:pt x="834" y="0"/>
                    <a:pt x="834" y="0"/>
                  </a:cubicBezTo>
                  <a:close/>
                  <a:moveTo>
                    <a:pt x="832" y="1"/>
                  </a:moveTo>
                  <a:cubicBezTo>
                    <a:pt x="806" y="4"/>
                    <a:pt x="526" y="38"/>
                    <a:pt x="367" y="134"/>
                  </a:cubicBezTo>
                  <a:cubicBezTo>
                    <a:pt x="334" y="167"/>
                    <a:pt x="234" y="234"/>
                    <a:pt x="167" y="301"/>
                  </a:cubicBezTo>
                  <a:cubicBezTo>
                    <a:pt x="67" y="334"/>
                    <a:pt x="34" y="367"/>
                    <a:pt x="34" y="367"/>
                  </a:cubicBezTo>
                  <a:cubicBezTo>
                    <a:pt x="0" y="367"/>
                    <a:pt x="67" y="634"/>
                    <a:pt x="67" y="634"/>
                  </a:cubicBezTo>
                  <a:lnTo>
                    <a:pt x="234" y="634"/>
                  </a:lnTo>
                  <a:cubicBezTo>
                    <a:pt x="367" y="634"/>
                    <a:pt x="501" y="567"/>
                    <a:pt x="567" y="534"/>
                  </a:cubicBezTo>
                  <a:cubicBezTo>
                    <a:pt x="734" y="467"/>
                    <a:pt x="901" y="201"/>
                    <a:pt x="901" y="201"/>
                  </a:cubicBezTo>
                  <a:cubicBezTo>
                    <a:pt x="901" y="168"/>
                    <a:pt x="805" y="7"/>
                    <a:pt x="8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89" name="Google Shape;2389;p20"/>
            <p:cNvSpPr/>
            <p:nvPr/>
          </p:nvSpPr>
          <p:spPr>
            <a:xfrm>
              <a:off x="6152900" y="4650450"/>
              <a:ext cx="25050" cy="14825"/>
            </a:xfrm>
            <a:custGeom>
              <a:avLst/>
              <a:gdLst/>
              <a:ahLst/>
              <a:cxnLst/>
              <a:rect l="l" t="t" r="r" b="b"/>
              <a:pathLst>
                <a:path w="1002" h="593" extrusionOk="0">
                  <a:moveTo>
                    <a:pt x="734" y="0"/>
                  </a:moveTo>
                  <a:cubicBezTo>
                    <a:pt x="634" y="0"/>
                    <a:pt x="501" y="0"/>
                    <a:pt x="434" y="33"/>
                  </a:cubicBezTo>
                  <a:lnTo>
                    <a:pt x="167" y="167"/>
                  </a:lnTo>
                  <a:lnTo>
                    <a:pt x="0" y="267"/>
                  </a:lnTo>
                  <a:lnTo>
                    <a:pt x="0" y="500"/>
                  </a:lnTo>
                  <a:cubicBezTo>
                    <a:pt x="0" y="500"/>
                    <a:pt x="101" y="567"/>
                    <a:pt x="234" y="567"/>
                  </a:cubicBezTo>
                  <a:cubicBezTo>
                    <a:pt x="284" y="584"/>
                    <a:pt x="342" y="592"/>
                    <a:pt x="405" y="592"/>
                  </a:cubicBezTo>
                  <a:cubicBezTo>
                    <a:pt x="467" y="592"/>
                    <a:pt x="534" y="584"/>
                    <a:pt x="601" y="567"/>
                  </a:cubicBezTo>
                  <a:cubicBezTo>
                    <a:pt x="668" y="500"/>
                    <a:pt x="801" y="467"/>
                    <a:pt x="901" y="400"/>
                  </a:cubicBezTo>
                  <a:lnTo>
                    <a:pt x="1001" y="267"/>
                  </a:lnTo>
                  <a:cubicBezTo>
                    <a:pt x="1001" y="267"/>
                    <a:pt x="901" y="100"/>
                    <a:pt x="9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90" name="Google Shape;2390;p20"/>
            <p:cNvSpPr/>
            <p:nvPr/>
          </p:nvSpPr>
          <p:spPr>
            <a:xfrm>
              <a:off x="6152075" y="4687125"/>
              <a:ext cx="23375" cy="12550"/>
            </a:xfrm>
            <a:custGeom>
              <a:avLst/>
              <a:gdLst/>
              <a:ahLst/>
              <a:cxnLst/>
              <a:rect l="l" t="t" r="r" b="b"/>
              <a:pathLst>
                <a:path w="935" h="502" extrusionOk="0">
                  <a:moveTo>
                    <a:pt x="434" y="1"/>
                  </a:moveTo>
                  <a:cubicBezTo>
                    <a:pt x="300" y="34"/>
                    <a:pt x="134" y="101"/>
                    <a:pt x="134" y="101"/>
                  </a:cubicBezTo>
                  <a:lnTo>
                    <a:pt x="0" y="301"/>
                  </a:lnTo>
                  <a:cubicBezTo>
                    <a:pt x="0" y="301"/>
                    <a:pt x="100" y="368"/>
                    <a:pt x="167" y="434"/>
                  </a:cubicBezTo>
                  <a:cubicBezTo>
                    <a:pt x="267" y="501"/>
                    <a:pt x="434" y="501"/>
                    <a:pt x="500" y="501"/>
                  </a:cubicBezTo>
                  <a:cubicBezTo>
                    <a:pt x="601" y="501"/>
                    <a:pt x="701" y="468"/>
                    <a:pt x="801" y="368"/>
                  </a:cubicBezTo>
                  <a:cubicBezTo>
                    <a:pt x="867" y="334"/>
                    <a:pt x="934" y="268"/>
                    <a:pt x="934" y="268"/>
                  </a:cubicBezTo>
                  <a:cubicBezTo>
                    <a:pt x="934" y="268"/>
                    <a:pt x="801" y="101"/>
                    <a:pt x="7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91" name="Google Shape;2391;p20"/>
            <p:cNvSpPr/>
            <p:nvPr/>
          </p:nvSpPr>
          <p:spPr>
            <a:xfrm>
              <a:off x="5454900" y="4794700"/>
              <a:ext cx="22550" cy="12550"/>
            </a:xfrm>
            <a:custGeom>
              <a:avLst/>
              <a:gdLst/>
              <a:ahLst/>
              <a:cxnLst/>
              <a:rect l="l" t="t" r="r" b="b"/>
              <a:pathLst>
                <a:path w="902" h="502" extrusionOk="0">
                  <a:moveTo>
                    <a:pt x="467" y="1"/>
                  </a:moveTo>
                  <a:cubicBezTo>
                    <a:pt x="267" y="1"/>
                    <a:pt x="0" y="134"/>
                    <a:pt x="0" y="134"/>
                  </a:cubicBezTo>
                  <a:lnTo>
                    <a:pt x="0" y="368"/>
                  </a:lnTo>
                  <a:cubicBezTo>
                    <a:pt x="0" y="368"/>
                    <a:pt x="234" y="501"/>
                    <a:pt x="467" y="501"/>
                  </a:cubicBezTo>
                  <a:cubicBezTo>
                    <a:pt x="634" y="501"/>
                    <a:pt x="901" y="368"/>
                    <a:pt x="901" y="368"/>
                  </a:cubicBezTo>
                  <a:lnTo>
                    <a:pt x="901" y="134"/>
                  </a:lnTo>
                  <a:cubicBezTo>
                    <a:pt x="901" y="134"/>
                    <a:pt x="634" y="1"/>
                    <a:pt x="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92" name="Google Shape;2392;p20"/>
            <p:cNvSpPr/>
            <p:nvPr/>
          </p:nvSpPr>
          <p:spPr>
            <a:xfrm>
              <a:off x="5475750" y="4818325"/>
              <a:ext cx="29200" cy="11425"/>
            </a:xfrm>
            <a:custGeom>
              <a:avLst/>
              <a:gdLst/>
              <a:ahLst/>
              <a:cxnLst/>
              <a:rect l="l" t="t" r="r" b="b"/>
              <a:pathLst>
                <a:path w="1168" h="457" extrusionOk="0">
                  <a:moveTo>
                    <a:pt x="735" y="0"/>
                  </a:moveTo>
                  <a:cubicBezTo>
                    <a:pt x="676" y="0"/>
                    <a:pt x="618" y="6"/>
                    <a:pt x="567" y="23"/>
                  </a:cubicBezTo>
                  <a:cubicBezTo>
                    <a:pt x="467" y="23"/>
                    <a:pt x="334" y="57"/>
                    <a:pt x="201" y="123"/>
                  </a:cubicBezTo>
                  <a:cubicBezTo>
                    <a:pt x="67" y="223"/>
                    <a:pt x="0" y="257"/>
                    <a:pt x="0" y="257"/>
                  </a:cubicBezTo>
                  <a:lnTo>
                    <a:pt x="134" y="457"/>
                  </a:lnTo>
                  <a:lnTo>
                    <a:pt x="634" y="457"/>
                  </a:lnTo>
                  <a:cubicBezTo>
                    <a:pt x="834" y="423"/>
                    <a:pt x="1168" y="257"/>
                    <a:pt x="1168" y="257"/>
                  </a:cubicBezTo>
                  <a:cubicBezTo>
                    <a:pt x="1168" y="226"/>
                    <a:pt x="1139" y="53"/>
                    <a:pt x="1109" y="53"/>
                  </a:cubicBezTo>
                  <a:cubicBezTo>
                    <a:pt x="1106" y="53"/>
                    <a:pt x="1104" y="54"/>
                    <a:pt x="1101" y="57"/>
                  </a:cubicBezTo>
                  <a:cubicBezTo>
                    <a:pt x="1101" y="57"/>
                    <a:pt x="914" y="0"/>
                    <a:pt x="7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93" name="Google Shape;2393;p20"/>
            <p:cNvSpPr/>
            <p:nvPr/>
          </p:nvSpPr>
          <p:spPr>
            <a:xfrm>
              <a:off x="5509100" y="4832725"/>
              <a:ext cx="13375" cy="13700"/>
            </a:xfrm>
            <a:custGeom>
              <a:avLst/>
              <a:gdLst/>
              <a:ahLst/>
              <a:cxnLst/>
              <a:rect l="l" t="t" r="r" b="b"/>
              <a:pathLst>
                <a:path w="535" h="548" extrusionOk="0">
                  <a:moveTo>
                    <a:pt x="335" y="0"/>
                  </a:moveTo>
                  <a:cubicBezTo>
                    <a:pt x="279" y="0"/>
                    <a:pt x="215" y="24"/>
                    <a:pt x="167" y="48"/>
                  </a:cubicBezTo>
                  <a:cubicBezTo>
                    <a:pt x="34" y="148"/>
                    <a:pt x="1" y="348"/>
                    <a:pt x="1" y="348"/>
                  </a:cubicBezTo>
                  <a:cubicBezTo>
                    <a:pt x="1" y="381"/>
                    <a:pt x="167" y="515"/>
                    <a:pt x="167" y="548"/>
                  </a:cubicBezTo>
                  <a:cubicBezTo>
                    <a:pt x="167" y="548"/>
                    <a:pt x="368" y="515"/>
                    <a:pt x="401" y="481"/>
                  </a:cubicBezTo>
                  <a:cubicBezTo>
                    <a:pt x="468" y="448"/>
                    <a:pt x="534" y="314"/>
                    <a:pt x="534" y="314"/>
                  </a:cubicBezTo>
                  <a:lnTo>
                    <a:pt x="534" y="48"/>
                  </a:lnTo>
                  <a:cubicBezTo>
                    <a:pt x="534" y="48"/>
                    <a:pt x="501" y="14"/>
                    <a:pt x="401" y="14"/>
                  </a:cubicBezTo>
                  <a:cubicBezTo>
                    <a:pt x="381" y="4"/>
                    <a:pt x="359" y="0"/>
                    <a:pt x="3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94" name="Google Shape;2394;p20"/>
            <p:cNvSpPr/>
            <p:nvPr/>
          </p:nvSpPr>
          <p:spPr>
            <a:xfrm>
              <a:off x="5531625" y="4843900"/>
              <a:ext cx="12525" cy="13375"/>
            </a:xfrm>
            <a:custGeom>
              <a:avLst/>
              <a:gdLst/>
              <a:ahLst/>
              <a:cxnLst/>
              <a:rect l="l" t="t" r="r" b="b"/>
              <a:pathLst>
                <a:path w="501" h="535" extrusionOk="0">
                  <a:moveTo>
                    <a:pt x="334" y="1"/>
                  </a:moveTo>
                  <a:cubicBezTo>
                    <a:pt x="334" y="1"/>
                    <a:pt x="267" y="1"/>
                    <a:pt x="234" y="34"/>
                  </a:cubicBezTo>
                  <a:cubicBezTo>
                    <a:pt x="134" y="68"/>
                    <a:pt x="100" y="68"/>
                    <a:pt x="67" y="101"/>
                  </a:cubicBezTo>
                  <a:cubicBezTo>
                    <a:pt x="0" y="201"/>
                    <a:pt x="0" y="334"/>
                    <a:pt x="0" y="334"/>
                  </a:cubicBezTo>
                  <a:cubicBezTo>
                    <a:pt x="65" y="334"/>
                    <a:pt x="130" y="524"/>
                    <a:pt x="164" y="534"/>
                  </a:cubicBezTo>
                  <a:lnTo>
                    <a:pt x="164" y="534"/>
                  </a:lnTo>
                  <a:cubicBezTo>
                    <a:pt x="158" y="528"/>
                    <a:pt x="404" y="465"/>
                    <a:pt x="467" y="401"/>
                  </a:cubicBezTo>
                  <a:cubicBezTo>
                    <a:pt x="467" y="368"/>
                    <a:pt x="501" y="268"/>
                    <a:pt x="501" y="234"/>
                  </a:cubicBezTo>
                  <a:lnTo>
                    <a:pt x="501" y="168"/>
                  </a:lnTo>
                  <a:lnTo>
                    <a:pt x="334" y="1"/>
                  </a:lnTo>
                  <a:close/>
                  <a:moveTo>
                    <a:pt x="164" y="534"/>
                  </a:moveTo>
                  <a:lnTo>
                    <a:pt x="164" y="534"/>
                  </a:lnTo>
                  <a:cubicBezTo>
                    <a:pt x="165" y="534"/>
                    <a:pt x="166" y="535"/>
                    <a:pt x="167" y="535"/>
                  </a:cubicBezTo>
                  <a:cubicBezTo>
                    <a:pt x="166" y="535"/>
                    <a:pt x="165" y="534"/>
                    <a:pt x="164" y="5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95" name="Google Shape;2395;p20"/>
            <p:cNvSpPr/>
            <p:nvPr/>
          </p:nvSpPr>
          <p:spPr>
            <a:xfrm>
              <a:off x="5647525" y="4824725"/>
              <a:ext cx="23375" cy="25200"/>
            </a:xfrm>
            <a:custGeom>
              <a:avLst/>
              <a:gdLst/>
              <a:ahLst/>
              <a:cxnLst/>
              <a:rect l="l" t="t" r="r" b="b"/>
              <a:pathLst>
                <a:path w="935" h="1008" extrusionOk="0">
                  <a:moveTo>
                    <a:pt x="802" y="1"/>
                  </a:moveTo>
                  <a:cubicBezTo>
                    <a:pt x="802" y="1"/>
                    <a:pt x="701" y="34"/>
                    <a:pt x="601" y="101"/>
                  </a:cubicBezTo>
                  <a:cubicBezTo>
                    <a:pt x="468" y="134"/>
                    <a:pt x="335" y="268"/>
                    <a:pt x="268" y="334"/>
                  </a:cubicBezTo>
                  <a:cubicBezTo>
                    <a:pt x="101" y="534"/>
                    <a:pt x="1" y="868"/>
                    <a:pt x="1" y="868"/>
                  </a:cubicBezTo>
                  <a:cubicBezTo>
                    <a:pt x="1" y="926"/>
                    <a:pt x="125" y="1008"/>
                    <a:pt x="159" y="1008"/>
                  </a:cubicBezTo>
                  <a:cubicBezTo>
                    <a:pt x="165" y="1008"/>
                    <a:pt x="168" y="1006"/>
                    <a:pt x="168" y="1001"/>
                  </a:cubicBezTo>
                  <a:cubicBezTo>
                    <a:pt x="168" y="1001"/>
                    <a:pt x="468" y="801"/>
                    <a:pt x="601" y="634"/>
                  </a:cubicBezTo>
                  <a:cubicBezTo>
                    <a:pt x="668" y="601"/>
                    <a:pt x="701" y="468"/>
                    <a:pt x="802" y="368"/>
                  </a:cubicBezTo>
                  <a:cubicBezTo>
                    <a:pt x="868" y="301"/>
                    <a:pt x="935" y="201"/>
                    <a:pt x="935" y="201"/>
                  </a:cubicBezTo>
                  <a:lnTo>
                    <a:pt x="80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96" name="Google Shape;2396;p20"/>
            <p:cNvSpPr/>
            <p:nvPr/>
          </p:nvSpPr>
          <p:spPr>
            <a:xfrm>
              <a:off x="5663375" y="4852250"/>
              <a:ext cx="25050" cy="25050"/>
            </a:xfrm>
            <a:custGeom>
              <a:avLst/>
              <a:gdLst/>
              <a:ahLst/>
              <a:cxnLst/>
              <a:rect l="l" t="t" r="r" b="b"/>
              <a:pathLst>
                <a:path w="1002" h="1002" extrusionOk="0">
                  <a:moveTo>
                    <a:pt x="835" y="0"/>
                  </a:moveTo>
                  <a:cubicBezTo>
                    <a:pt x="835" y="0"/>
                    <a:pt x="501" y="167"/>
                    <a:pt x="334" y="334"/>
                  </a:cubicBezTo>
                  <a:cubicBezTo>
                    <a:pt x="168" y="501"/>
                    <a:pt x="1" y="834"/>
                    <a:pt x="1" y="834"/>
                  </a:cubicBezTo>
                  <a:cubicBezTo>
                    <a:pt x="1" y="868"/>
                    <a:pt x="168" y="1001"/>
                    <a:pt x="168" y="1001"/>
                  </a:cubicBezTo>
                  <a:cubicBezTo>
                    <a:pt x="168" y="1001"/>
                    <a:pt x="501" y="834"/>
                    <a:pt x="668" y="668"/>
                  </a:cubicBezTo>
                  <a:cubicBezTo>
                    <a:pt x="835" y="501"/>
                    <a:pt x="1001" y="167"/>
                    <a:pt x="1001" y="167"/>
                  </a:cubicBezTo>
                  <a:lnTo>
                    <a:pt x="83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97" name="Google Shape;2397;p20"/>
            <p:cNvSpPr/>
            <p:nvPr/>
          </p:nvSpPr>
          <p:spPr>
            <a:xfrm>
              <a:off x="5685075" y="4871425"/>
              <a:ext cx="17525" cy="27550"/>
            </a:xfrm>
            <a:custGeom>
              <a:avLst/>
              <a:gdLst/>
              <a:ahLst/>
              <a:cxnLst/>
              <a:rect l="l" t="t" r="r" b="b"/>
              <a:pathLst>
                <a:path w="701" h="1102" extrusionOk="0">
                  <a:moveTo>
                    <a:pt x="434" y="1"/>
                  </a:moveTo>
                  <a:cubicBezTo>
                    <a:pt x="434" y="67"/>
                    <a:pt x="367" y="101"/>
                    <a:pt x="334" y="167"/>
                  </a:cubicBezTo>
                  <a:cubicBezTo>
                    <a:pt x="300" y="234"/>
                    <a:pt x="200" y="334"/>
                    <a:pt x="167" y="434"/>
                  </a:cubicBezTo>
                  <a:cubicBezTo>
                    <a:pt x="133" y="501"/>
                    <a:pt x="100" y="634"/>
                    <a:pt x="33" y="768"/>
                  </a:cubicBezTo>
                  <a:cubicBezTo>
                    <a:pt x="0" y="901"/>
                    <a:pt x="0" y="968"/>
                    <a:pt x="0" y="968"/>
                  </a:cubicBezTo>
                  <a:cubicBezTo>
                    <a:pt x="29" y="997"/>
                    <a:pt x="162" y="1079"/>
                    <a:pt x="171" y="1097"/>
                  </a:cubicBezTo>
                  <a:lnTo>
                    <a:pt x="171" y="1097"/>
                  </a:lnTo>
                  <a:lnTo>
                    <a:pt x="300" y="968"/>
                  </a:lnTo>
                  <a:cubicBezTo>
                    <a:pt x="367" y="901"/>
                    <a:pt x="500" y="768"/>
                    <a:pt x="534" y="668"/>
                  </a:cubicBezTo>
                  <a:cubicBezTo>
                    <a:pt x="634" y="568"/>
                    <a:pt x="667" y="401"/>
                    <a:pt x="667" y="268"/>
                  </a:cubicBezTo>
                  <a:cubicBezTo>
                    <a:pt x="701" y="134"/>
                    <a:pt x="667" y="1"/>
                    <a:pt x="667" y="1"/>
                  </a:cubicBezTo>
                  <a:close/>
                  <a:moveTo>
                    <a:pt x="171" y="1097"/>
                  </a:moveTo>
                  <a:lnTo>
                    <a:pt x="167" y="1101"/>
                  </a:lnTo>
                  <a:cubicBezTo>
                    <a:pt x="171" y="1101"/>
                    <a:pt x="172" y="1100"/>
                    <a:pt x="171" y="109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98" name="Google Shape;2398;p20"/>
            <p:cNvSpPr/>
            <p:nvPr/>
          </p:nvSpPr>
          <p:spPr>
            <a:xfrm>
              <a:off x="5697575" y="4900625"/>
              <a:ext cx="16700" cy="31700"/>
            </a:xfrm>
            <a:custGeom>
              <a:avLst/>
              <a:gdLst/>
              <a:ahLst/>
              <a:cxnLst/>
              <a:rect l="l" t="t" r="r" b="b"/>
              <a:pathLst>
                <a:path w="668" h="1268" extrusionOk="0">
                  <a:moveTo>
                    <a:pt x="467" y="0"/>
                  </a:moveTo>
                  <a:cubicBezTo>
                    <a:pt x="467" y="0"/>
                    <a:pt x="201" y="300"/>
                    <a:pt x="100" y="567"/>
                  </a:cubicBezTo>
                  <a:cubicBezTo>
                    <a:pt x="0" y="767"/>
                    <a:pt x="0" y="1168"/>
                    <a:pt x="0" y="1168"/>
                  </a:cubicBezTo>
                  <a:cubicBezTo>
                    <a:pt x="0" y="1168"/>
                    <a:pt x="157" y="1246"/>
                    <a:pt x="170" y="1264"/>
                  </a:cubicBezTo>
                  <a:lnTo>
                    <a:pt x="170" y="1264"/>
                  </a:lnTo>
                  <a:cubicBezTo>
                    <a:pt x="199" y="1227"/>
                    <a:pt x="438" y="922"/>
                    <a:pt x="501" y="734"/>
                  </a:cubicBezTo>
                  <a:cubicBezTo>
                    <a:pt x="634" y="501"/>
                    <a:pt x="668" y="134"/>
                    <a:pt x="668" y="134"/>
                  </a:cubicBezTo>
                  <a:lnTo>
                    <a:pt x="467" y="0"/>
                  </a:lnTo>
                  <a:close/>
                  <a:moveTo>
                    <a:pt x="170" y="1264"/>
                  </a:moveTo>
                  <a:cubicBezTo>
                    <a:pt x="168" y="1266"/>
                    <a:pt x="167" y="1268"/>
                    <a:pt x="167" y="1268"/>
                  </a:cubicBezTo>
                  <a:cubicBezTo>
                    <a:pt x="171" y="1268"/>
                    <a:pt x="172" y="1266"/>
                    <a:pt x="170" y="126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99" name="Google Shape;2399;p20"/>
            <p:cNvSpPr/>
            <p:nvPr/>
          </p:nvSpPr>
          <p:spPr>
            <a:xfrm>
              <a:off x="5731775" y="4923975"/>
              <a:ext cx="12525" cy="25025"/>
            </a:xfrm>
            <a:custGeom>
              <a:avLst/>
              <a:gdLst/>
              <a:ahLst/>
              <a:cxnLst/>
              <a:rect l="l" t="t" r="r" b="b"/>
              <a:pathLst>
                <a:path w="501" h="1001" extrusionOk="0">
                  <a:moveTo>
                    <a:pt x="300" y="0"/>
                  </a:moveTo>
                  <a:cubicBezTo>
                    <a:pt x="300" y="0"/>
                    <a:pt x="267" y="67"/>
                    <a:pt x="167" y="167"/>
                  </a:cubicBezTo>
                  <a:cubicBezTo>
                    <a:pt x="133" y="234"/>
                    <a:pt x="100" y="367"/>
                    <a:pt x="33" y="467"/>
                  </a:cubicBezTo>
                  <a:cubicBezTo>
                    <a:pt x="0" y="634"/>
                    <a:pt x="100" y="901"/>
                    <a:pt x="100" y="901"/>
                  </a:cubicBezTo>
                  <a:cubicBezTo>
                    <a:pt x="100" y="968"/>
                    <a:pt x="300" y="1001"/>
                    <a:pt x="300" y="1001"/>
                  </a:cubicBezTo>
                  <a:cubicBezTo>
                    <a:pt x="300" y="1001"/>
                    <a:pt x="467" y="701"/>
                    <a:pt x="500" y="534"/>
                  </a:cubicBezTo>
                  <a:lnTo>
                    <a:pt x="500" y="300"/>
                  </a:lnTo>
                  <a:lnTo>
                    <a:pt x="500" y="134"/>
                  </a:lnTo>
                  <a:cubicBezTo>
                    <a:pt x="500" y="67"/>
                    <a:pt x="300" y="0"/>
                    <a:pt x="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00" name="Google Shape;2400;p20"/>
            <p:cNvSpPr/>
            <p:nvPr/>
          </p:nvSpPr>
          <p:spPr>
            <a:xfrm>
              <a:off x="5846000" y="5270050"/>
              <a:ext cx="17550" cy="21100"/>
            </a:xfrm>
            <a:custGeom>
              <a:avLst/>
              <a:gdLst/>
              <a:ahLst/>
              <a:cxnLst/>
              <a:rect l="l" t="t" r="r" b="b"/>
              <a:pathLst>
                <a:path w="702" h="844" extrusionOk="0">
                  <a:moveTo>
                    <a:pt x="568" y="0"/>
                  </a:moveTo>
                  <a:lnTo>
                    <a:pt x="401" y="67"/>
                  </a:lnTo>
                  <a:cubicBezTo>
                    <a:pt x="335" y="134"/>
                    <a:pt x="234" y="201"/>
                    <a:pt x="168" y="301"/>
                  </a:cubicBezTo>
                  <a:cubicBezTo>
                    <a:pt x="34" y="467"/>
                    <a:pt x="1" y="734"/>
                    <a:pt x="1" y="734"/>
                  </a:cubicBezTo>
                  <a:cubicBezTo>
                    <a:pt x="1" y="789"/>
                    <a:pt x="112" y="843"/>
                    <a:pt x="153" y="843"/>
                  </a:cubicBezTo>
                  <a:cubicBezTo>
                    <a:pt x="162" y="843"/>
                    <a:pt x="168" y="840"/>
                    <a:pt x="168" y="834"/>
                  </a:cubicBezTo>
                  <a:cubicBezTo>
                    <a:pt x="168" y="834"/>
                    <a:pt x="401" y="668"/>
                    <a:pt x="501" y="534"/>
                  </a:cubicBezTo>
                  <a:cubicBezTo>
                    <a:pt x="535" y="501"/>
                    <a:pt x="568" y="401"/>
                    <a:pt x="601" y="334"/>
                  </a:cubicBezTo>
                  <a:cubicBezTo>
                    <a:pt x="668" y="234"/>
                    <a:pt x="702" y="201"/>
                    <a:pt x="702" y="201"/>
                  </a:cubicBezTo>
                  <a:lnTo>
                    <a:pt x="56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01" name="Google Shape;2401;p20"/>
            <p:cNvSpPr/>
            <p:nvPr/>
          </p:nvSpPr>
          <p:spPr>
            <a:xfrm>
              <a:off x="5879375" y="5275875"/>
              <a:ext cx="16700" cy="20875"/>
            </a:xfrm>
            <a:custGeom>
              <a:avLst/>
              <a:gdLst/>
              <a:ahLst/>
              <a:cxnLst/>
              <a:rect l="l" t="t" r="r" b="b"/>
              <a:pathLst>
                <a:path w="668" h="835" extrusionOk="0">
                  <a:moveTo>
                    <a:pt x="501" y="1"/>
                  </a:moveTo>
                  <a:cubicBezTo>
                    <a:pt x="501" y="1"/>
                    <a:pt x="434" y="68"/>
                    <a:pt x="367" y="101"/>
                  </a:cubicBezTo>
                  <a:cubicBezTo>
                    <a:pt x="267" y="134"/>
                    <a:pt x="167" y="234"/>
                    <a:pt x="100" y="301"/>
                  </a:cubicBezTo>
                  <a:cubicBezTo>
                    <a:pt x="34" y="435"/>
                    <a:pt x="0" y="735"/>
                    <a:pt x="0" y="735"/>
                  </a:cubicBezTo>
                  <a:cubicBezTo>
                    <a:pt x="0" y="735"/>
                    <a:pt x="167" y="835"/>
                    <a:pt x="200" y="835"/>
                  </a:cubicBezTo>
                  <a:cubicBezTo>
                    <a:pt x="200" y="835"/>
                    <a:pt x="434" y="668"/>
                    <a:pt x="534" y="568"/>
                  </a:cubicBezTo>
                  <a:cubicBezTo>
                    <a:pt x="567" y="501"/>
                    <a:pt x="567" y="435"/>
                    <a:pt x="601" y="334"/>
                  </a:cubicBezTo>
                  <a:cubicBezTo>
                    <a:pt x="667" y="268"/>
                    <a:pt x="667" y="168"/>
                    <a:pt x="667" y="168"/>
                  </a:cubicBezTo>
                  <a:lnTo>
                    <a:pt x="5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02" name="Google Shape;2402;p20"/>
            <p:cNvSpPr/>
            <p:nvPr/>
          </p:nvSpPr>
          <p:spPr>
            <a:xfrm>
              <a:off x="5902725" y="5285900"/>
              <a:ext cx="20025" cy="30050"/>
            </a:xfrm>
            <a:custGeom>
              <a:avLst/>
              <a:gdLst/>
              <a:ahLst/>
              <a:cxnLst/>
              <a:rect l="l" t="t" r="r" b="b"/>
              <a:pathLst>
                <a:path w="801" h="1202" extrusionOk="0">
                  <a:moveTo>
                    <a:pt x="601" y="0"/>
                  </a:moveTo>
                  <a:cubicBezTo>
                    <a:pt x="601" y="0"/>
                    <a:pt x="301" y="267"/>
                    <a:pt x="167" y="501"/>
                  </a:cubicBezTo>
                  <a:cubicBezTo>
                    <a:pt x="67" y="701"/>
                    <a:pt x="0" y="1101"/>
                    <a:pt x="0" y="1101"/>
                  </a:cubicBezTo>
                  <a:cubicBezTo>
                    <a:pt x="0" y="1101"/>
                    <a:pt x="234" y="1201"/>
                    <a:pt x="267" y="1201"/>
                  </a:cubicBezTo>
                  <a:cubicBezTo>
                    <a:pt x="267" y="1201"/>
                    <a:pt x="501" y="901"/>
                    <a:pt x="601" y="701"/>
                  </a:cubicBezTo>
                  <a:cubicBezTo>
                    <a:pt x="734" y="501"/>
                    <a:pt x="801" y="100"/>
                    <a:pt x="801" y="100"/>
                  </a:cubicBezTo>
                  <a:lnTo>
                    <a:pt x="6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03" name="Google Shape;2403;p20"/>
            <p:cNvSpPr/>
            <p:nvPr/>
          </p:nvSpPr>
          <p:spPr>
            <a:xfrm>
              <a:off x="6064500" y="5179975"/>
              <a:ext cx="25875" cy="23375"/>
            </a:xfrm>
            <a:custGeom>
              <a:avLst/>
              <a:gdLst/>
              <a:ahLst/>
              <a:cxnLst/>
              <a:rect l="l" t="t" r="r" b="b"/>
              <a:pathLst>
                <a:path w="1035" h="935" extrusionOk="0">
                  <a:moveTo>
                    <a:pt x="935" y="1"/>
                  </a:moveTo>
                  <a:cubicBezTo>
                    <a:pt x="935" y="1"/>
                    <a:pt x="534" y="101"/>
                    <a:pt x="334" y="268"/>
                  </a:cubicBezTo>
                  <a:cubicBezTo>
                    <a:pt x="167" y="434"/>
                    <a:pt x="1" y="801"/>
                    <a:pt x="1" y="801"/>
                  </a:cubicBezTo>
                  <a:cubicBezTo>
                    <a:pt x="1" y="801"/>
                    <a:pt x="167" y="935"/>
                    <a:pt x="201" y="935"/>
                  </a:cubicBezTo>
                  <a:cubicBezTo>
                    <a:pt x="201" y="935"/>
                    <a:pt x="501" y="768"/>
                    <a:pt x="668" y="635"/>
                  </a:cubicBezTo>
                  <a:cubicBezTo>
                    <a:pt x="801" y="501"/>
                    <a:pt x="1035" y="234"/>
                    <a:pt x="1035" y="234"/>
                  </a:cubicBezTo>
                  <a:lnTo>
                    <a:pt x="93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04" name="Google Shape;2404;p20"/>
            <p:cNvSpPr/>
            <p:nvPr/>
          </p:nvSpPr>
          <p:spPr>
            <a:xfrm>
              <a:off x="6080350" y="5203325"/>
              <a:ext cx="24200" cy="25050"/>
            </a:xfrm>
            <a:custGeom>
              <a:avLst/>
              <a:gdLst/>
              <a:ahLst/>
              <a:cxnLst/>
              <a:rect l="l" t="t" r="r" b="b"/>
              <a:pathLst>
                <a:path w="968" h="1002" extrusionOk="0">
                  <a:moveTo>
                    <a:pt x="734" y="1"/>
                  </a:moveTo>
                  <a:cubicBezTo>
                    <a:pt x="734" y="1"/>
                    <a:pt x="401" y="168"/>
                    <a:pt x="301" y="334"/>
                  </a:cubicBezTo>
                  <a:cubicBezTo>
                    <a:pt x="167" y="501"/>
                    <a:pt x="0" y="835"/>
                    <a:pt x="0" y="835"/>
                  </a:cubicBezTo>
                  <a:cubicBezTo>
                    <a:pt x="0" y="835"/>
                    <a:pt x="167" y="968"/>
                    <a:pt x="201" y="1002"/>
                  </a:cubicBezTo>
                  <a:cubicBezTo>
                    <a:pt x="201" y="1002"/>
                    <a:pt x="534" y="835"/>
                    <a:pt x="668" y="668"/>
                  </a:cubicBezTo>
                  <a:cubicBezTo>
                    <a:pt x="801" y="501"/>
                    <a:pt x="968" y="168"/>
                    <a:pt x="968" y="168"/>
                  </a:cubicBezTo>
                  <a:cubicBezTo>
                    <a:pt x="968" y="134"/>
                    <a:pt x="734" y="1"/>
                    <a:pt x="7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05" name="Google Shape;2405;p20"/>
            <p:cNvSpPr/>
            <p:nvPr/>
          </p:nvSpPr>
          <p:spPr>
            <a:xfrm>
              <a:off x="6100350" y="5230025"/>
              <a:ext cx="18375" cy="19200"/>
            </a:xfrm>
            <a:custGeom>
              <a:avLst/>
              <a:gdLst/>
              <a:ahLst/>
              <a:cxnLst/>
              <a:rect l="l" t="t" r="r" b="b"/>
              <a:pathLst>
                <a:path w="735" h="768" extrusionOk="0">
                  <a:moveTo>
                    <a:pt x="535" y="0"/>
                  </a:moveTo>
                  <a:cubicBezTo>
                    <a:pt x="535" y="0"/>
                    <a:pt x="268" y="100"/>
                    <a:pt x="201" y="234"/>
                  </a:cubicBezTo>
                  <a:cubicBezTo>
                    <a:pt x="68" y="334"/>
                    <a:pt x="1" y="601"/>
                    <a:pt x="1" y="601"/>
                  </a:cubicBezTo>
                  <a:cubicBezTo>
                    <a:pt x="1" y="601"/>
                    <a:pt x="101" y="767"/>
                    <a:pt x="201" y="767"/>
                  </a:cubicBezTo>
                  <a:cubicBezTo>
                    <a:pt x="201" y="767"/>
                    <a:pt x="435" y="667"/>
                    <a:pt x="568" y="567"/>
                  </a:cubicBezTo>
                  <a:cubicBezTo>
                    <a:pt x="668" y="434"/>
                    <a:pt x="735" y="134"/>
                    <a:pt x="735" y="134"/>
                  </a:cubicBezTo>
                  <a:lnTo>
                    <a:pt x="53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06" name="Google Shape;2406;p20"/>
            <p:cNvSpPr/>
            <p:nvPr/>
          </p:nvSpPr>
          <p:spPr>
            <a:xfrm>
              <a:off x="6111200" y="5261700"/>
              <a:ext cx="12525" cy="16700"/>
            </a:xfrm>
            <a:custGeom>
              <a:avLst/>
              <a:gdLst/>
              <a:ahLst/>
              <a:cxnLst/>
              <a:rect l="l" t="t" r="r" b="b"/>
              <a:pathLst>
                <a:path w="501" h="668" extrusionOk="0">
                  <a:moveTo>
                    <a:pt x="334" y="1"/>
                  </a:moveTo>
                  <a:cubicBezTo>
                    <a:pt x="334" y="1"/>
                    <a:pt x="267" y="1"/>
                    <a:pt x="234" y="34"/>
                  </a:cubicBezTo>
                  <a:lnTo>
                    <a:pt x="67" y="201"/>
                  </a:lnTo>
                  <a:cubicBezTo>
                    <a:pt x="1" y="234"/>
                    <a:pt x="1" y="334"/>
                    <a:pt x="1" y="368"/>
                  </a:cubicBezTo>
                  <a:lnTo>
                    <a:pt x="1" y="501"/>
                  </a:lnTo>
                  <a:cubicBezTo>
                    <a:pt x="1" y="535"/>
                    <a:pt x="167" y="668"/>
                    <a:pt x="167" y="668"/>
                  </a:cubicBezTo>
                  <a:cubicBezTo>
                    <a:pt x="167" y="668"/>
                    <a:pt x="267" y="668"/>
                    <a:pt x="301" y="635"/>
                  </a:cubicBezTo>
                  <a:lnTo>
                    <a:pt x="468" y="468"/>
                  </a:lnTo>
                  <a:cubicBezTo>
                    <a:pt x="501" y="401"/>
                    <a:pt x="501" y="334"/>
                    <a:pt x="501" y="301"/>
                  </a:cubicBezTo>
                  <a:lnTo>
                    <a:pt x="501" y="168"/>
                  </a:lnTo>
                  <a:lnTo>
                    <a:pt x="33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07" name="Google Shape;2407;p20"/>
            <p:cNvSpPr/>
            <p:nvPr/>
          </p:nvSpPr>
          <p:spPr>
            <a:xfrm>
              <a:off x="6130375" y="5282550"/>
              <a:ext cx="15875" cy="19775"/>
            </a:xfrm>
            <a:custGeom>
              <a:avLst/>
              <a:gdLst/>
              <a:ahLst/>
              <a:cxnLst/>
              <a:rect l="l" t="t" r="r" b="b"/>
              <a:pathLst>
                <a:path w="635" h="791" extrusionOk="0">
                  <a:moveTo>
                    <a:pt x="368" y="1"/>
                  </a:moveTo>
                  <a:cubicBezTo>
                    <a:pt x="368" y="1"/>
                    <a:pt x="201" y="168"/>
                    <a:pt x="134" y="301"/>
                  </a:cubicBezTo>
                  <a:cubicBezTo>
                    <a:pt x="34" y="468"/>
                    <a:pt x="1" y="735"/>
                    <a:pt x="1" y="735"/>
                  </a:cubicBezTo>
                  <a:cubicBezTo>
                    <a:pt x="1" y="735"/>
                    <a:pt x="113" y="791"/>
                    <a:pt x="170" y="791"/>
                  </a:cubicBezTo>
                  <a:cubicBezTo>
                    <a:pt x="188" y="791"/>
                    <a:pt x="201" y="785"/>
                    <a:pt x="201" y="768"/>
                  </a:cubicBezTo>
                  <a:cubicBezTo>
                    <a:pt x="201" y="768"/>
                    <a:pt x="468" y="635"/>
                    <a:pt x="535" y="501"/>
                  </a:cubicBezTo>
                  <a:cubicBezTo>
                    <a:pt x="568" y="401"/>
                    <a:pt x="635" y="334"/>
                    <a:pt x="635" y="201"/>
                  </a:cubicBezTo>
                  <a:lnTo>
                    <a:pt x="635" y="34"/>
                  </a:lnTo>
                  <a:lnTo>
                    <a:pt x="36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08" name="Google Shape;2408;p20"/>
            <p:cNvSpPr/>
            <p:nvPr/>
          </p:nvSpPr>
          <p:spPr>
            <a:xfrm>
              <a:off x="6139550" y="5311750"/>
              <a:ext cx="13375" cy="16700"/>
            </a:xfrm>
            <a:custGeom>
              <a:avLst/>
              <a:gdLst/>
              <a:ahLst/>
              <a:cxnLst/>
              <a:rect l="l" t="t" r="r" b="b"/>
              <a:pathLst>
                <a:path w="535" h="668" extrusionOk="0">
                  <a:moveTo>
                    <a:pt x="334" y="0"/>
                  </a:moveTo>
                  <a:cubicBezTo>
                    <a:pt x="334" y="0"/>
                    <a:pt x="168" y="67"/>
                    <a:pt x="101" y="200"/>
                  </a:cubicBezTo>
                  <a:cubicBezTo>
                    <a:pt x="1" y="300"/>
                    <a:pt x="1" y="534"/>
                    <a:pt x="1" y="534"/>
                  </a:cubicBezTo>
                  <a:cubicBezTo>
                    <a:pt x="1" y="534"/>
                    <a:pt x="168" y="667"/>
                    <a:pt x="201" y="667"/>
                  </a:cubicBezTo>
                  <a:cubicBezTo>
                    <a:pt x="201" y="667"/>
                    <a:pt x="368" y="567"/>
                    <a:pt x="468" y="467"/>
                  </a:cubicBezTo>
                  <a:cubicBezTo>
                    <a:pt x="534" y="367"/>
                    <a:pt x="534" y="134"/>
                    <a:pt x="534" y="134"/>
                  </a:cubicBezTo>
                  <a:lnTo>
                    <a:pt x="3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09" name="Google Shape;2409;p20"/>
            <p:cNvSpPr/>
            <p:nvPr/>
          </p:nvSpPr>
          <p:spPr>
            <a:xfrm>
              <a:off x="6164575" y="5332600"/>
              <a:ext cx="15025" cy="25650"/>
            </a:xfrm>
            <a:custGeom>
              <a:avLst/>
              <a:gdLst/>
              <a:ahLst/>
              <a:cxnLst/>
              <a:rect l="l" t="t" r="r" b="b"/>
              <a:pathLst>
                <a:path w="601" h="1026" extrusionOk="0">
                  <a:moveTo>
                    <a:pt x="234" y="0"/>
                  </a:moveTo>
                  <a:lnTo>
                    <a:pt x="167" y="167"/>
                  </a:lnTo>
                  <a:cubicBezTo>
                    <a:pt x="134" y="234"/>
                    <a:pt x="34" y="367"/>
                    <a:pt x="34" y="467"/>
                  </a:cubicBezTo>
                  <a:cubicBezTo>
                    <a:pt x="34" y="534"/>
                    <a:pt x="0" y="667"/>
                    <a:pt x="34" y="801"/>
                  </a:cubicBezTo>
                  <a:cubicBezTo>
                    <a:pt x="34" y="901"/>
                    <a:pt x="101" y="1001"/>
                    <a:pt x="101" y="1001"/>
                  </a:cubicBezTo>
                  <a:cubicBezTo>
                    <a:pt x="101" y="1018"/>
                    <a:pt x="151" y="1026"/>
                    <a:pt x="205" y="1026"/>
                  </a:cubicBezTo>
                  <a:cubicBezTo>
                    <a:pt x="259" y="1026"/>
                    <a:pt x="317" y="1018"/>
                    <a:pt x="334" y="1001"/>
                  </a:cubicBezTo>
                  <a:lnTo>
                    <a:pt x="434" y="834"/>
                  </a:lnTo>
                  <a:cubicBezTo>
                    <a:pt x="467" y="734"/>
                    <a:pt x="534" y="634"/>
                    <a:pt x="534" y="534"/>
                  </a:cubicBezTo>
                  <a:cubicBezTo>
                    <a:pt x="534" y="467"/>
                    <a:pt x="601" y="334"/>
                    <a:pt x="534" y="200"/>
                  </a:cubicBezTo>
                  <a:cubicBezTo>
                    <a:pt x="534" y="67"/>
                    <a:pt x="501" y="0"/>
                    <a:pt x="5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10" name="Google Shape;2410;p20"/>
            <p:cNvSpPr/>
            <p:nvPr/>
          </p:nvSpPr>
          <p:spPr>
            <a:xfrm>
              <a:off x="3478625" y="4820250"/>
              <a:ext cx="241725" cy="108800"/>
            </a:xfrm>
            <a:custGeom>
              <a:avLst/>
              <a:gdLst/>
              <a:ahLst/>
              <a:cxnLst/>
              <a:rect l="l" t="t" r="r" b="b"/>
              <a:pathLst>
                <a:path w="9669" h="4352" extrusionOk="0">
                  <a:moveTo>
                    <a:pt x="9381" y="1"/>
                  </a:moveTo>
                  <a:cubicBezTo>
                    <a:pt x="9346" y="1"/>
                    <a:pt x="9317" y="5"/>
                    <a:pt x="9302" y="13"/>
                  </a:cubicBezTo>
                  <a:cubicBezTo>
                    <a:pt x="9302" y="13"/>
                    <a:pt x="9302" y="80"/>
                    <a:pt x="9235" y="180"/>
                  </a:cubicBezTo>
                  <a:cubicBezTo>
                    <a:pt x="9235" y="313"/>
                    <a:pt x="9202" y="447"/>
                    <a:pt x="9168" y="580"/>
                  </a:cubicBezTo>
                  <a:cubicBezTo>
                    <a:pt x="9068" y="914"/>
                    <a:pt x="8901" y="1414"/>
                    <a:pt x="8668" y="1881"/>
                  </a:cubicBezTo>
                  <a:cubicBezTo>
                    <a:pt x="8368" y="2348"/>
                    <a:pt x="7967" y="2815"/>
                    <a:pt x="7467" y="3048"/>
                  </a:cubicBezTo>
                  <a:cubicBezTo>
                    <a:pt x="6967" y="3315"/>
                    <a:pt x="6366" y="3415"/>
                    <a:pt x="5833" y="3482"/>
                  </a:cubicBezTo>
                  <a:cubicBezTo>
                    <a:pt x="4798" y="3615"/>
                    <a:pt x="3331" y="3515"/>
                    <a:pt x="2163" y="3615"/>
                  </a:cubicBezTo>
                  <a:cubicBezTo>
                    <a:pt x="1563" y="3649"/>
                    <a:pt x="1062" y="3716"/>
                    <a:pt x="696" y="3816"/>
                  </a:cubicBezTo>
                  <a:cubicBezTo>
                    <a:pt x="329" y="3882"/>
                    <a:pt x="128" y="3982"/>
                    <a:pt x="128" y="3982"/>
                  </a:cubicBezTo>
                  <a:cubicBezTo>
                    <a:pt x="1" y="4014"/>
                    <a:pt x="56" y="4351"/>
                    <a:pt x="178" y="4351"/>
                  </a:cubicBezTo>
                  <a:cubicBezTo>
                    <a:pt x="184" y="4351"/>
                    <a:pt x="189" y="4351"/>
                    <a:pt x="195" y="4349"/>
                  </a:cubicBezTo>
                  <a:cubicBezTo>
                    <a:pt x="195" y="4349"/>
                    <a:pt x="395" y="4316"/>
                    <a:pt x="729" y="4249"/>
                  </a:cubicBezTo>
                  <a:cubicBezTo>
                    <a:pt x="1129" y="4216"/>
                    <a:pt x="1563" y="4183"/>
                    <a:pt x="2163" y="4183"/>
                  </a:cubicBezTo>
                  <a:cubicBezTo>
                    <a:pt x="2982" y="4207"/>
                    <a:pt x="3957" y="4300"/>
                    <a:pt x="4876" y="4300"/>
                  </a:cubicBezTo>
                  <a:cubicBezTo>
                    <a:pt x="5229" y="4300"/>
                    <a:pt x="5575" y="4286"/>
                    <a:pt x="5899" y="4249"/>
                  </a:cubicBezTo>
                  <a:cubicBezTo>
                    <a:pt x="6500" y="4183"/>
                    <a:pt x="7167" y="4049"/>
                    <a:pt x="7801" y="3682"/>
                  </a:cubicBezTo>
                  <a:cubicBezTo>
                    <a:pt x="8368" y="3315"/>
                    <a:pt x="8868" y="2715"/>
                    <a:pt x="9135" y="2181"/>
                  </a:cubicBezTo>
                  <a:cubicBezTo>
                    <a:pt x="9402" y="1614"/>
                    <a:pt x="9502" y="1080"/>
                    <a:pt x="9569" y="713"/>
                  </a:cubicBezTo>
                  <a:cubicBezTo>
                    <a:pt x="9635" y="547"/>
                    <a:pt x="9669" y="380"/>
                    <a:pt x="9669" y="313"/>
                  </a:cubicBezTo>
                  <a:lnTo>
                    <a:pt x="9669" y="146"/>
                  </a:lnTo>
                  <a:cubicBezTo>
                    <a:pt x="9669" y="44"/>
                    <a:pt x="9493" y="1"/>
                    <a:pt x="93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11" name="Google Shape;2411;p20"/>
            <p:cNvSpPr/>
            <p:nvPr/>
          </p:nvSpPr>
          <p:spPr>
            <a:xfrm>
              <a:off x="4719875" y="4004150"/>
              <a:ext cx="730050" cy="482700"/>
            </a:xfrm>
            <a:custGeom>
              <a:avLst/>
              <a:gdLst/>
              <a:ahLst/>
              <a:cxnLst/>
              <a:rect l="l" t="t" r="r" b="b"/>
              <a:pathLst>
                <a:path w="29202" h="19308" extrusionOk="0">
                  <a:moveTo>
                    <a:pt x="28734" y="0"/>
                  </a:moveTo>
                  <a:cubicBezTo>
                    <a:pt x="28734" y="0"/>
                    <a:pt x="28568" y="34"/>
                    <a:pt x="28234" y="100"/>
                  </a:cubicBezTo>
                  <a:cubicBezTo>
                    <a:pt x="28067" y="100"/>
                    <a:pt x="27834" y="167"/>
                    <a:pt x="27634" y="200"/>
                  </a:cubicBezTo>
                  <a:cubicBezTo>
                    <a:pt x="27400" y="267"/>
                    <a:pt x="27167" y="367"/>
                    <a:pt x="26900" y="467"/>
                  </a:cubicBezTo>
                  <a:cubicBezTo>
                    <a:pt x="26399" y="701"/>
                    <a:pt x="25766" y="1034"/>
                    <a:pt x="25165" y="1601"/>
                  </a:cubicBezTo>
                  <a:cubicBezTo>
                    <a:pt x="24598" y="2102"/>
                    <a:pt x="24064" y="2769"/>
                    <a:pt x="23464" y="3436"/>
                  </a:cubicBezTo>
                  <a:cubicBezTo>
                    <a:pt x="22897" y="4103"/>
                    <a:pt x="22230" y="4770"/>
                    <a:pt x="21429" y="5271"/>
                  </a:cubicBezTo>
                  <a:lnTo>
                    <a:pt x="20795" y="5638"/>
                  </a:lnTo>
                  <a:lnTo>
                    <a:pt x="20495" y="5838"/>
                  </a:lnTo>
                  <a:lnTo>
                    <a:pt x="20162" y="6004"/>
                  </a:lnTo>
                  <a:lnTo>
                    <a:pt x="19561" y="6338"/>
                  </a:lnTo>
                  <a:lnTo>
                    <a:pt x="18894" y="6605"/>
                  </a:lnTo>
                  <a:cubicBezTo>
                    <a:pt x="17993" y="6938"/>
                    <a:pt x="17059" y="7105"/>
                    <a:pt x="16092" y="7272"/>
                  </a:cubicBezTo>
                  <a:cubicBezTo>
                    <a:pt x="15592" y="7339"/>
                    <a:pt x="15125" y="7439"/>
                    <a:pt x="14658" y="7506"/>
                  </a:cubicBezTo>
                  <a:cubicBezTo>
                    <a:pt x="14224" y="7639"/>
                    <a:pt x="13757" y="7706"/>
                    <a:pt x="13323" y="7806"/>
                  </a:cubicBezTo>
                  <a:cubicBezTo>
                    <a:pt x="11622" y="8206"/>
                    <a:pt x="9721" y="8873"/>
                    <a:pt x="7919" y="9841"/>
                  </a:cubicBezTo>
                  <a:cubicBezTo>
                    <a:pt x="6118" y="10808"/>
                    <a:pt x="4450" y="12109"/>
                    <a:pt x="3283" y="13476"/>
                  </a:cubicBezTo>
                  <a:cubicBezTo>
                    <a:pt x="2082" y="14844"/>
                    <a:pt x="1281" y="16278"/>
                    <a:pt x="781" y="17279"/>
                  </a:cubicBezTo>
                  <a:cubicBezTo>
                    <a:pt x="648" y="17546"/>
                    <a:pt x="548" y="17780"/>
                    <a:pt x="447" y="17980"/>
                  </a:cubicBezTo>
                  <a:cubicBezTo>
                    <a:pt x="381" y="18180"/>
                    <a:pt x="281" y="18380"/>
                    <a:pt x="247" y="18513"/>
                  </a:cubicBezTo>
                  <a:cubicBezTo>
                    <a:pt x="147" y="18814"/>
                    <a:pt x="81" y="18980"/>
                    <a:pt x="81" y="18980"/>
                  </a:cubicBezTo>
                  <a:cubicBezTo>
                    <a:pt x="1" y="19179"/>
                    <a:pt x="76" y="19307"/>
                    <a:pt x="184" y="19307"/>
                  </a:cubicBezTo>
                  <a:cubicBezTo>
                    <a:pt x="258" y="19307"/>
                    <a:pt x="347" y="19249"/>
                    <a:pt x="414" y="19114"/>
                  </a:cubicBezTo>
                  <a:cubicBezTo>
                    <a:pt x="414" y="19114"/>
                    <a:pt x="481" y="18980"/>
                    <a:pt x="614" y="18680"/>
                  </a:cubicBezTo>
                  <a:cubicBezTo>
                    <a:pt x="714" y="18547"/>
                    <a:pt x="781" y="18380"/>
                    <a:pt x="881" y="18180"/>
                  </a:cubicBezTo>
                  <a:cubicBezTo>
                    <a:pt x="948" y="17980"/>
                    <a:pt x="1081" y="17780"/>
                    <a:pt x="1215" y="17513"/>
                  </a:cubicBezTo>
                  <a:cubicBezTo>
                    <a:pt x="1748" y="16512"/>
                    <a:pt x="2549" y="15178"/>
                    <a:pt x="3750" y="13877"/>
                  </a:cubicBezTo>
                  <a:cubicBezTo>
                    <a:pt x="4951" y="12542"/>
                    <a:pt x="6552" y="11375"/>
                    <a:pt x="8286" y="10474"/>
                  </a:cubicBezTo>
                  <a:cubicBezTo>
                    <a:pt x="10054" y="9540"/>
                    <a:pt x="11922" y="8940"/>
                    <a:pt x="13590" y="8506"/>
                  </a:cubicBezTo>
                  <a:cubicBezTo>
                    <a:pt x="13990" y="8440"/>
                    <a:pt x="14424" y="8306"/>
                    <a:pt x="14891" y="8206"/>
                  </a:cubicBezTo>
                  <a:cubicBezTo>
                    <a:pt x="15291" y="8139"/>
                    <a:pt x="15792" y="8039"/>
                    <a:pt x="16259" y="7973"/>
                  </a:cubicBezTo>
                  <a:cubicBezTo>
                    <a:pt x="17226" y="7806"/>
                    <a:pt x="18227" y="7606"/>
                    <a:pt x="19161" y="7205"/>
                  </a:cubicBezTo>
                  <a:lnTo>
                    <a:pt x="19895" y="6938"/>
                  </a:lnTo>
                  <a:lnTo>
                    <a:pt x="20562" y="6538"/>
                  </a:lnTo>
                  <a:lnTo>
                    <a:pt x="20895" y="6405"/>
                  </a:lnTo>
                  <a:lnTo>
                    <a:pt x="21229" y="6171"/>
                  </a:lnTo>
                  <a:cubicBezTo>
                    <a:pt x="21429" y="6038"/>
                    <a:pt x="21629" y="5904"/>
                    <a:pt x="21829" y="5771"/>
                  </a:cubicBezTo>
                  <a:cubicBezTo>
                    <a:pt x="22663" y="5204"/>
                    <a:pt x="23397" y="4503"/>
                    <a:pt x="23964" y="3803"/>
                  </a:cubicBezTo>
                  <a:cubicBezTo>
                    <a:pt x="24565" y="3136"/>
                    <a:pt x="25065" y="2469"/>
                    <a:pt x="25599" y="1968"/>
                  </a:cubicBezTo>
                  <a:cubicBezTo>
                    <a:pt x="26132" y="1468"/>
                    <a:pt x="26700" y="1134"/>
                    <a:pt x="27167" y="901"/>
                  </a:cubicBezTo>
                  <a:cubicBezTo>
                    <a:pt x="27433" y="801"/>
                    <a:pt x="27634" y="667"/>
                    <a:pt x="27867" y="634"/>
                  </a:cubicBezTo>
                  <a:cubicBezTo>
                    <a:pt x="28067" y="567"/>
                    <a:pt x="28267" y="501"/>
                    <a:pt x="28401" y="467"/>
                  </a:cubicBezTo>
                  <a:cubicBezTo>
                    <a:pt x="28701" y="434"/>
                    <a:pt x="28868" y="400"/>
                    <a:pt x="28868" y="400"/>
                  </a:cubicBezTo>
                  <a:cubicBezTo>
                    <a:pt x="29201" y="300"/>
                    <a:pt x="29135" y="0"/>
                    <a:pt x="287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12" name="Google Shape;2412;p20"/>
            <p:cNvSpPr/>
            <p:nvPr/>
          </p:nvSpPr>
          <p:spPr>
            <a:xfrm>
              <a:off x="4549575" y="5150750"/>
              <a:ext cx="621825" cy="295275"/>
            </a:xfrm>
            <a:custGeom>
              <a:avLst/>
              <a:gdLst/>
              <a:ahLst/>
              <a:cxnLst/>
              <a:rect l="l" t="t" r="r" b="b"/>
              <a:pathLst>
                <a:path w="24873" h="11811" extrusionOk="0">
                  <a:moveTo>
                    <a:pt x="314" y="0"/>
                  </a:moveTo>
                  <a:cubicBezTo>
                    <a:pt x="49" y="0"/>
                    <a:pt x="0" y="307"/>
                    <a:pt x="254" y="403"/>
                  </a:cubicBezTo>
                  <a:cubicBezTo>
                    <a:pt x="254" y="403"/>
                    <a:pt x="388" y="436"/>
                    <a:pt x="621" y="469"/>
                  </a:cubicBezTo>
                  <a:cubicBezTo>
                    <a:pt x="888" y="503"/>
                    <a:pt x="1255" y="569"/>
                    <a:pt x="1722" y="636"/>
                  </a:cubicBezTo>
                  <a:cubicBezTo>
                    <a:pt x="2656" y="770"/>
                    <a:pt x="3924" y="803"/>
                    <a:pt x="5391" y="803"/>
                  </a:cubicBezTo>
                  <a:cubicBezTo>
                    <a:pt x="6859" y="836"/>
                    <a:pt x="8494" y="836"/>
                    <a:pt x="10061" y="1036"/>
                  </a:cubicBezTo>
                  <a:cubicBezTo>
                    <a:pt x="11663" y="1270"/>
                    <a:pt x="13130" y="1837"/>
                    <a:pt x="14231" y="2638"/>
                  </a:cubicBezTo>
                  <a:cubicBezTo>
                    <a:pt x="15365" y="3438"/>
                    <a:pt x="16333" y="4672"/>
                    <a:pt x="17100" y="6107"/>
                  </a:cubicBezTo>
                  <a:cubicBezTo>
                    <a:pt x="17934" y="7474"/>
                    <a:pt x="18701" y="8975"/>
                    <a:pt x="19735" y="10110"/>
                  </a:cubicBezTo>
                  <a:cubicBezTo>
                    <a:pt x="20235" y="10643"/>
                    <a:pt x="20869" y="11110"/>
                    <a:pt x="21436" y="11344"/>
                  </a:cubicBezTo>
                  <a:cubicBezTo>
                    <a:pt x="22037" y="11611"/>
                    <a:pt x="22604" y="11744"/>
                    <a:pt x="23071" y="11777"/>
                  </a:cubicBezTo>
                  <a:cubicBezTo>
                    <a:pt x="23271" y="11811"/>
                    <a:pt x="23538" y="11811"/>
                    <a:pt x="23705" y="11811"/>
                  </a:cubicBezTo>
                  <a:lnTo>
                    <a:pt x="24172" y="11811"/>
                  </a:lnTo>
                  <a:cubicBezTo>
                    <a:pt x="24438" y="11777"/>
                    <a:pt x="24572" y="11777"/>
                    <a:pt x="24572" y="11777"/>
                  </a:cubicBezTo>
                  <a:cubicBezTo>
                    <a:pt x="24872" y="11744"/>
                    <a:pt x="24839" y="11411"/>
                    <a:pt x="24572" y="11411"/>
                  </a:cubicBezTo>
                  <a:cubicBezTo>
                    <a:pt x="24572" y="11411"/>
                    <a:pt x="24438" y="11444"/>
                    <a:pt x="24205" y="11444"/>
                  </a:cubicBezTo>
                  <a:lnTo>
                    <a:pt x="23738" y="11444"/>
                  </a:lnTo>
                  <a:cubicBezTo>
                    <a:pt x="23571" y="11444"/>
                    <a:pt x="23371" y="11444"/>
                    <a:pt x="23137" y="11411"/>
                  </a:cubicBezTo>
                  <a:cubicBezTo>
                    <a:pt x="22704" y="11310"/>
                    <a:pt x="22203" y="11177"/>
                    <a:pt x="21636" y="10944"/>
                  </a:cubicBezTo>
                  <a:cubicBezTo>
                    <a:pt x="21136" y="10643"/>
                    <a:pt x="20602" y="10276"/>
                    <a:pt x="20135" y="9743"/>
                  </a:cubicBezTo>
                  <a:cubicBezTo>
                    <a:pt x="19201" y="8675"/>
                    <a:pt x="18467" y="7174"/>
                    <a:pt x="17700" y="5773"/>
                  </a:cubicBezTo>
                  <a:cubicBezTo>
                    <a:pt x="16933" y="4339"/>
                    <a:pt x="15932" y="2938"/>
                    <a:pt x="14698" y="2070"/>
                  </a:cubicBezTo>
                  <a:cubicBezTo>
                    <a:pt x="13464" y="1170"/>
                    <a:pt x="11863" y="603"/>
                    <a:pt x="10195" y="403"/>
                  </a:cubicBezTo>
                  <a:cubicBezTo>
                    <a:pt x="9247" y="270"/>
                    <a:pt x="8299" y="234"/>
                    <a:pt x="7388" y="234"/>
                  </a:cubicBezTo>
                  <a:cubicBezTo>
                    <a:pt x="6696" y="234"/>
                    <a:pt x="6025" y="255"/>
                    <a:pt x="5391" y="269"/>
                  </a:cubicBezTo>
                  <a:cubicBezTo>
                    <a:pt x="4784" y="283"/>
                    <a:pt x="4216" y="291"/>
                    <a:pt x="3693" y="291"/>
                  </a:cubicBezTo>
                  <a:cubicBezTo>
                    <a:pt x="2953" y="291"/>
                    <a:pt x="2303" y="275"/>
                    <a:pt x="1756" y="236"/>
                  </a:cubicBezTo>
                  <a:cubicBezTo>
                    <a:pt x="1355" y="169"/>
                    <a:pt x="955" y="136"/>
                    <a:pt x="721" y="102"/>
                  </a:cubicBezTo>
                  <a:cubicBezTo>
                    <a:pt x="455" y="69"/>
                    <a:pt x="355" y="2"/>
                    <a:pt x="355" y="2"/>
                  </a:cubicBezTo>
                  <a:cubicBezTo>
                    <a:pt x="340" y="1"/>
                    <a:pt x="327" y="0"/>
                    <a:pt x="3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13" name="Google Shape;2413;p20"/>
            <p:cNvSpPr/>
            <p:nvPr/>
          </p:nvSpPr>
          <p:spPr>
            <a:xfrm>
              <a:off x="6048075" y="3873150"/>
              <a:ext cx="430975" cy="143800"/>
            </a:xfrm>
            <a:custGeom>
              <a:avLst/>
              <a:gdLst/>
              <a:ahLst/>
              <a:cxnLst/>
              <a:rect l="l" t="t" r="r" b="b"/>
              <a:pathLst>
                <a:path w="17239" h="5752" extrusionOk="0">
                  <a:moveTo>
                    <a:pt x="262" y="0"/>
                  </a:moveTo>
                  <a:cubicBezTo>
                    <a:pt x="109" y="0"/>
                    <a:pt x="0" y="242"/>
                    <a:pt x="157" y="337"/>
                  </a:cubicBezTo>
                  <a:cubicBezTo>
                    <a:pt x="157" y="337"/>
                    <a:pt x="491" y="403"/>
                    <a:pt x="1025" y="637"/>
                  </a:cubicBezTo>
                  <a:cubicBezTo>
                    <a:pt x="1558" y="804"/>
                    <a:pt x="2359" y="1004"/>
                    <a:pt x="3293" y="1171"/>
                  </a:cubicBezTo>
                  <a:cubicBezTo>
                    <a:pt x="5127" y="1471"/>
                    <a:pt x="7362" y="1571"/>
                    <a:pt x="9130" y="1804"/>
                  </a:cubicBezTo>
                  <a:cubicBezTo>
                    <a:pt x="9597" y="1871"/>
                    <a:pt x="10031" y="1871"/>
                    <a:pt x="10498" y="2005"/>
                  </a:cubicBezTo>
                  <a:cubicBezTo>
                    <a:pt x="10731" y="2071"/>
                    <a:pt x="10965" y="2105"/>
                    <a:pt x="11198" y="2171"/>
                  </a:cubicBezTo>
                  <a:cubicBezTo>
                    <a:pt x="11465" y="2238"/>
                    <a:pt x="11665" y="2305"/>
                    <a:pt x="11932" y="2371"/>
                  </a:cubicBezTo>
                  <a:cubicBezTo>
                    <a:pt x="12166" y="2405"/>
                    <a:pt x="12366" y="2538"/>
                    <a:pt x="12633" y="2638"/>
                  </a:cubicBezTo>
                  <a:cubicBezTo>
                    <a:pt x="12833" y="2738"/>
                    <a:pt x="13100" y="2805"/>
                    <a:pt x="13300" y="2905"/>
                  </a:cubicBezTo>
                  <a:cubicBezTo>
                    <a:pt x="13700" y="3172"/>
                    <a:pt x="14167" y="3372"/>
                    <a:pt x="14501" y="3639"/>
                  </a:cubicBezTo>
                  <a:cubicBezTo>
                    <a:pt x="14701" y="3739"/>
                    <a:pt x="14868" y="3873"/>
                    <a:pt x="15035" y="4006"/>
                  </a:cubicBezTo>
                  <a:cubicBezTo>
                    <a:pt x="15201" y="4106"/>
                    <a:pt x="15368" y="4239"/>
                    <a:pt x="15502" y="4373"/>
                  </a:cubicBezTo>
                  <a:cubicBezTo>
                    <a:pt x="15735" y="4606"/>
                    <a:pt x="16035" y="4840"/>
                    <a:pt x="16202" y="5040"/>
                  </a:cubicBezTo>
                  <a:cubicBezTo>
                    <a:pt x="16636" y="5440"/>
                    <a:pt x="16836" y="5707"/>
                    <a:pt x="16836" y="5707"/>
                  </a:cubicBezTo>
                  <a:cubicBezTo>
                    <a:pt x="16875" y="5738"/>
                    <a:pt x="16919" y="5751"/>
                    <a:pt x="16962" y="5751"/>
                  </a:cubicBezTo>
                  <a:cubicBezTo>
                    <a:pt x="17105" y="5751"/>
                    <a:pt x="17238" y="5609"/>
                    <a:pt x="17136" y="5507"/>
                  </a:cubicBezTo>
                  <a:cubicBezTo>
                    <a:pt x="17136" y="5507"/>
                    <a:pt x="16936" y="5240"/>
                    <a:pt x="16536" y="4807"/>
                  </a:cubicBezTo>
                  <a:cubicBezTo>
                    <a:pt x="16369" y="4540"/>
                    <a:pt x="16135" y="4340"/>
                    <a:pt x="15835" y="4039"/>
                  </a:cubicBezTo>
                  <a:cubicBezTo>
                    <a:pt x="15668" y="3906"/>
                    <a:pt x="15535" y="3739"/>
                    <a:pt x="15368" y="3639"/>
                  </a:cubicBezTo>
                  <a:cubicBezTo>
                    <a:pt x="15201" y="3506"/>
                    <a:pt x="15001" y="3339"/>
                    <a:pt x="14834" y="3205"/>
                  </a:cubicBezTo>
                  <a:cubicBezTo>
                    <a:pt x="14467" y="2905"/>
                    <a:pt x="14034" y="2672"/>
                    <a:pt x="13600" y="2405"/>
                  </a:cubicBezTo>
                  <a:cubicBezTo>
                    <a:pt x="13367" y="2305"/>
                    <a:pt x="13133" y="2205"/>
                    <a:pt x="12866" y="2071"/>
                  </a:cubicBezTo>
                  <a:cubicBezTo>
                    <a:pt x="12633" y="1971"/>
                    <a:pt x="12366" y="1871"/>
                    <a:pt x="12132" y="1804"/>
                  </a:cubicBezTo>
                  <a:lnTo>
                    <a:pt x="11365" y="1538"/>
                  </a:lnTo>
                  <a:cubicBezTo>
                    <a:pt x="11132" y="1471"/>
                    <a:pt x="10865" y="1404"/>
                    <a:pt x="10631" y="1371"/>
                  </a:cubicBezTo>
                  <a:cubicBezTo>
                    <a:pt x="10131" y="1237"/>
                    <a:pt x="9664" y="1204"/>
                    <a:pt x="9197" y="1137"/>
                  </a:cubicBezTo>
                  <a:cubicBezTo>
                    <a:pt x="7429" y="904"/>
                    <a:pt x="5161" y="904"/>
                    <a:pt x="3360" y="670"/>
                  </a:cubicBezTo>
                  <a:cubicBezTo>
                    <a:pt x="2492" y="537"/>
                    <a:pt x="1692" y="370"/>
                    <a:pt x="1158" y="237"/>
                  </a:cubicBezTo>
                  <a:cubicBezTo>
                    <a:pt x="624" y="70"/>
                    <a:pt x="291" y="3"/>
                    <a:pt x="291" y="3"/>
                  </a:cubicBezTo>
                  <a:cubicBezTo>
                    <a:pt x="281" y="1"/>
                    <a:pt x="271" y="0"/>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14" name="Google Shape;2414;p20"/>
            <p:cNvSpPr/>
            <p:nvPr/>
          </p:nvSpPr>
          <p:spPr>
            <a:xfrm>
              <a:off x="2973950" y="4152375"/>
              <a:ext cx="586300" cy="361025"/>
            </a:xfrm>
            <a:custGeom>
              <a:avLst/>
              <a:gdLst/>
              <a:ahLst/>
              <a:cxnLst/>
              <a:rect l="l" t="t" r="r" b="b"/>
              <a:pathLst>
                <a:path w="23452" h="14441" extrusionOk="0">
                  <a:moveTo>
                    <a:pt x="7068" y="0"/>
                  </a:moveTo>
                  <a:cubicBezTo>
                    <a:pt x="6719" y="0"/>
                    <a:pt x="6339" y="70"/>
                    <a:pt x="6005" y="209"/>
                  </a:cubicBezTo>
                  <a:cubicBezTo>
                    <a:pt x="5572" y="376"/>
                    <a:pt x="5238" y="643"/>
                    <a:pt x="4938" y="876"/>
                  </a:cubicBezTo>
                  <a:cubicBezTo>
                    <a:pt x="4337" y="1376"/>
                    <a:pt x="3870" y="1910"/>
                    <a:pt x="3403" y="2511"/>
                  </a:cubicBezTo>
                  <a:cubicBezTo>
                    <a:pt x="2536" y="3645"/>
                    <a:pt x="1869" y="4812"/>
                    <a:pt x="1335" y="5880"/>
                  </a:cubicBezTo>
                  <a:cubicBezTo>
                    <a:pt x="768" y="6980"/>
                    <a:pt x="401" y="8014"/>
                    <a:pt x="201" y="8882"/>
                  </a:cubicBezTo>
                  <a:cubicBezTo>
                    <a:pt x="34" y="9749"/>
                    <a:pt x="1" y="10550"/>
                    <a:pt x="335" y="11083"/>
                  </a:cubicBezTo>
                  <a:cubicBezTo>
                    <a:pt x="368" y="11250"/>
                    <a:pt x="501" y="11350"/>
                    <a:pt x="568" y="11417"/>
                  </a:cubicBezTo>
                  <a:cubicBezTo>
                    <a:pt x="668" y="11517"/>
                    <a:pt x="735" y="11550"/>
                    <a:pt x="835" y="11584"/>
                  </a:cubicBezTo>
                  <a:cubicBezTo>
                    <a:pt x="935" y="11684"/>
                    <a:pt x="1035" y="11684"/>
                    <a:pt x="1035" y="11684"/>
                  </a:cubicBezTo>
                  <a:cubicBezTo>
                    <a:pt x="1106" y="11712"/>
                    <a:pt x="1170" y="11722"/>
                    <a:pt x="1226" y="11722"/>
                  </a:cubicBezTo>
                  <a:cubicBezTo>
                    <a:pt x="1303" y="11722"/>
                    <a:pt x="1363" y="11703"/>
                    <a:pt x="1402" y="11684"/>
                  </a:cubicBezTo>
                  <a:cubicBezTo>
                    <a:pt x="1502" y="11650"/>
                    <a:pt x="1535" y="11550"/>
                    <a:pt x="1535" y="11517"/>
                  </a:cubicBezTo>
                  <a:cubicBezTo>
                    <a:pt x="1569" y="11384"/>
                    <a:pt x="1402" y="11317"/>
                    <a:pt x="1202" y="11217"/>
                  </a:cubicBezTo>
                  <a:cubicBezTo>
                    <a:pt x="1235" y="11217"/>
                    <a:pt x="935" y="11217"/>
                    <a:pt x="768" y="10883"/>
                  </a:cubicBezTo>
                  <a:cubicBezTo>
                    <a:pt x="568" y="10550"/>
                    <a:pt x="568" y="9882"/>
                    <a:pt x="768" y="9049"/>
                  </a:cubicBezTo>
                  <a:cubicBezTo>
                    <a:pt x="1235" y="7414"/>
                    <a:pt x="2336" y="5179"/>
                    <a:pt x="4037" y="3011"/>
                  </a:cubicBezTo>
                  <a:cubicBezTo>
                    <a:pt x="4504" y="2477"/>
                    <a:pt x="4938" y="1977"/>
                    <a:pt x="5505" y="1510"/>
                  </a:cubicBezTo>
                  <a:cubicBezTo>
                    <a:pt x="5738" y="1310"/>
                    <a:pt x="6039" y="1076"/>
                    <a:pt x="6339" y="976"/>
                  </a:cubicBezTo>
                  <a:cubicBezTo>
                    <a:pt x="6543" y="874"/>
                    <a:pt x="6785" y="831"/>
                    <a:pt x="7037" y="831"/>
                  </a:cubicBezTo>
                  <a:cubicBezTo>
                    <a:pt x="7115" y="831"/>
                    <a:pt x="7194" y="835"/>
                    <a:pt x="7273" y="843"/>
                  </a:cubicBezTo>
                  <a:cubicBezTo>
                    <a:pt x="8007" y="876"/>
                    <a:pt x="8707" y="1043"/>
                    <a:pt x="9441" y="1243"/>
                  </a:cubicBezTo>
                  <a:cubicBezTo>
                    <a:pt x="10208" y="1476"/>
                    <a:pt x="10942" y="1743"/>
                    <a:pt x="11676" y="2010"/>
                  </a:cubicBezTo>
                  <a:cubicBezTo>
                    <a:pt x="14578" y="3078"/>
                    <a:pt x="17380" y="4412"/>
                    <a:pt x="19848" y="5646"/>
                  </a:cubicBezTo>
                  <a:cubicBezTo>
                    <a:pt x="20416" y="5913"/>
                    <a:pt x="21016" y="6213"/>
                    <a:pt x="21516" y="6580"/>
                  </a:cubicBezTo>
                  <a:cubicBezTo>
                    <a:pt x="21750" y="6814"/>
                    <a:pt x="22017" y="7014"/>
                    <a:pt x="22183" y="7214"/>
                  </a:cubicBezTo>
                  <a:cubicBezTo>
                    <a:pt x="22384" y="7481"/>
                    <a:pt x="22450" y="7681"/>
                    <a:pt x="22517" y="7914"/>
                  </a:cubicBezTo>
                  <a:cubicBezTo>
                    <a:pt x="22550" y="8181"/>
                    <a:pt x="22450" y="8415"/>
                    <a:pt x="22384" y="8682"/>
                  </a:cubicBezTo>
                  <a:cubicBezTo>
                    <a:pt x="22284" y="8815"/>
                    <a:pt x="22250" y="8915"/>
                    <a:pt x="22183" y="9049"/>
                  </a:cubicBezTo>
                  <a:cubicBezTo>
                    <a:pt x="22083" y="9149"/>
                    <a:pt x="22050" y="9249"/>
                    <a:pt x="21917" y="9349"/>
                  </a:cubicBezTo>
                  <a:cubicBezTo>
                    <a:pt x="21550" y="9682"/>
                    <a:pt x="21016" y="9882"/>
                    <a:pt x="20416" y="9983"/>
                  </a:cubicBezTo>
                  <a:cubicBezTo>
                    <a:pt x="19248" y="10183"/>
                    <a:pt x="18114" y="10149"/>
                    <a:pt x="17213" y="10216"/>
                  </a:cubicBezTo>
                  <a:cubicBezTo>
                    <a:pt x="16746" y="10249"/>
                    <a:pt x="16313" y="10316"/>
                    <a:pt x="15946" y="10383"/>
                  </a:cubicBezTo>
                  <a:cubicBezTo>
                    <a:pt x="15746" y="10416"/>
                    <a:pt x="15579" y="10483"/>
                    <a:pt x="15479" y="10516"/>
                  </a:cubicBezTo>
                  <a:cubicBezTo>
                    <a:pt x="15312" y="10583"/>
                    <a:pt x="15178" y="10616"/>
                    <a:pt x="15078" y="10683"/>
                  </a:cubicBezTo>
                  <a:lnTo>
                    <a:pt x="15112" y="10683"/>
                  </a:lnTo>
                  <a:cubicBezTo>
                    <a:pt x="13911" y="11183"/>
                    <a:pt x="12977" y="11951"/>
                    <a:pt x="12143" y="12618"/>
                  </a:cubicBezTo>
                  <a:cubicBezTo>
                    <a:pt x="11309" y="13352"/>
                    <a:pt x="10475" y="13752"/>
                    <a:pt x="9574" y="13885"/>
                  </a:cubicBezTo>
                  <a:cubicBezTo>
                    <a:pt x="9403" y="13928"/>
                    <a:pt x="9219" y="13940"/>
                    <a:pt x="9036" y="13940"/>
                  </a:cubicBezTo>
                  <a:cubicBezTo>
                    <a:pt x="8792" y="13940"/>
                    <a:pt x="8550" y="13919"/>
                    <a:pt x="8340" y="13919"/>
                  </a:cubicBezTo>
                  <a:cubicBezTo>
                    <a:pt x="7973" y="13885"/>
                    <a:pt x="7573" y="13752"/>
                    <a:pt x="7239" y="13652"/>
                  </a:cubicBezTo>
                  <a:cubicBezTo>
                    <a:pt x="6572" y="13352"/>
                    <a:pt x="6005" y="13018"/>
                    <a:pt x="5472" y="12718"/>
                  </a:cubicBezTo>
                  <a:cubicBezTo>
                    <a:pt x="4404" y="12084"/>
                    <a:pt x="3537" y="11717"/>
                    <a:pt x="2970" y="11550"/>
                  </a:cubicBezTo>
                  <a:cubicBezTo>
                    <a:pt x="2670" y="11484"/>
                    <a:pt x="2469" y="11384"/>
                    <a:pt x="2303" y="11384"/>
                  </a:cubicBezTo>
                  <a:cubicBezTo>
                    <a:pt x="2136" y="11350"/>
                    <a:pt x="2036" y="11350"/>
                    <a:pt x="2036" y="11350"/>
                  </a:cubicBezTo>
                  <a:cubicBezTo>
                    <a:pt x="1427" y="11350"/>
                    <a:pt x="1464" y="11719"/>
                    <a:pt x="1823" y="11719"/>
                  </a:cubicBezTo>
                  <a:cubicBezTo>
                    <a:pt x="1837" y="11719"/>
                    <a:pt x="1853" y="11718"/>
                    <a:pt x="1869" y="11717"/>
                  </a:cubicBezTo>
                  <a:cubicBezTo>
                    <a:pt x="1869" y="11717"/>
                    <a:pt x="1936" y="11717"/>
                    <a:pt x="2069" y="11750"/>
                  </a:cubicBezTo>
                  <a:cubicBezTo>
                    <a:pt x="2236" y="11817"/>
                    <a:pt x="2403" y="11851"/>
                    <a:pt x="2703" y="11917"/>
                  </a:cubicBezTo>
                  <a:cubicBezTo>
                    <a:pt x="3237" y="12084"/>
                    <a:pt x="4037" y="12484"/>
                    <a:pt x="5071" y="13085"/>
                  </a:cubicBezTo>
                  <a:cubicBezTo>
                    <a:pt x="5605" y="13385"/>
                    <a:pt x="6205" y="13719"/>
                    <a:pt x="6939" y="14052"/>
                  </a:cubicBezTo>
                  <a:cubicBezTo>
                    <a:pt x="7340" y="14219"/>
                    <a:pt x="7740" y="14352"/>
                    <a:pt x="8207" y="14419"/>
                  </a:cubicBezTo>
                  <a:cubicBezTo>
                    <a:pt x="8474" y="14419"/>
                    <a:pt x="8730" y="14441"/>
                    <a:pt x="8993" y="14441"/>
                  </a:cubicBezTo>
                  <a:cubicBezTo>
                    <a:pt x="9191" y="14441"/>
                    <a:pt x="9393" y="14429"/>
                    <a:pt x="9608" y="14386"/>
                  </a:cubicBezTo>
                  <a:cubicBezTo>
                    <a:pt x="10075" y="14286"/>
                    <a:pt x="10575" y="14152"/>
                    <a:pt x="11076" y="13919"/>
                  </a:cubicBezTo>
                  <a:cubicBezTo>
                    <a:pt x="11576" y="13719"/>
                    <a:pt x="12043" y="13385"/>
                    <a:pt x="12443" y="13051"/>
                  </a:cubicBezTo>
                  <a:cubicBezTo>
                    <a:pt x="13344" y="12351"/>
                    <a:pt x="14211" y="11650"/>
                    <a:pt x="15345" y="11217"/>
                  </a:cubicBezTo>
                  <a:lnTo>
                    <a:pt x="15379" y="11217"/>
                  </a:lnTo>
                  <a:cubicBezTo>
                    <a:pt x="15445" y="11217"/>
                    <a:pt x="15545" y="11183"/>
                    <a:pt x="15679" y="11150"/>
                  </a:cubicBezTo>
                  <a:cubicBezTo>
                    <a:pt x="15746" y="11083"/>
                    <a:pt x="15912" y="11083"/>
                    <a:pt x="16046" y="11050"/>
                  </a:cubicBezTo>
                  <a:cubicBezTo>
                    <a:pt x="16346" y="11017"/>
                    <a:pt x="16713" y="10983"/>
                    <a:pt x="17180" y="10983"/>
                  </a:cubicBezTo>
                  <a:cubicBezTo>
                    <a:pt x="18081" y="10917"/>
                    <a:pt x="19215" y="11017"/>
                    <a:pt x="20516" y="10816"/>
                  </a:cubicBezTo>
                  <a:cubicBezTo>
                    <a:pt x="21183" y="10683"/>
                    <a:pt x="21883" y="10516"/>
                    <a:pt x="22517" y="9916"/>
                  </a:cubicBezTo>
                  <a:cubicBezTo>
                    <a:pt x="22684" y="9816"/>
                    <a:pt x="22751" y="9649"/>
                    <a:pt x="22884" y="9482"/>
                  </a:cubicBezTo>
                  <a:cubicBezTo>
                    <a:pt x="23017" y="9315"/>
                    <a:pt x="23084" y="9149"/>
                    <a:pt x="23184" y="8982"/>
                  </a:cubicBezTo>
                  <a:cubicBezTo>
                    <a:pt x="23351" y="8582"/>
                    <a:pt x="23451" y="8181"/>
                    <a:pt x="23384" y="7714"/>
                  </a:cubicBezTo>
                  <a:cubicBezTo>
                    <a:pt x="23351" y="7247"/>
                    <a:pt x="23117" y="6847"/>
                    <a:pt x="22884" y="6547"/>
                  </a:cubicBezTo>
                  <a:cubicBezTo>
                    <a:pt x="22617" y="6213"/>
                    <a:pt x="22350" y="5980"/>
                    <a:pt x="22050" y="5746"/>
                  </a:cubicBezTo>
                  <a:cubicBezTo>
                    <a:pt x="21450" y="5346"/>
                    <a:pt x="20849" y="5012"/>
                    <a:pt x="20249" y="4712"/>
                  </a:cubicBezTo>
                  <a:cubicBezTo>
                    <a:pt x="17780" y="3511"/>
                    <a:pt x="14945" y="2210"/>
                    <a:pt x="11943" y="1143"/>
                  </a:cubicBezTo>
                  <a:cubicBezTo>
                    <a:pt x="11209" y="876"/>
                    <a:pt x="10408" y="643"/>
                    <a:pt x="9675" y="409"/>
                  </a:cubicBezTo>
                  <a:cubicBezTo>
                    <a:pt x="8907" y="209"/>
                    <a:pt x="8107" y="42"/>
                    <a:pt x="7273" y="9"/>
                  </a:cubicBezTo>
                  <a:cubicBezTo>
                    <a:pt x="7206" y="3"/>
                    <a:pt x="7138" y="0"/>
                    <a:pt x="70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15" name="Google Shape;2415;p20"/>
            <p:cNvSpPr/>
            <p:nvPr/>
          </p:nvSpPr>
          <p:spPr>
            <a:xfrm>
              <a:off x="2878050" y="4066850"/>
              <a:ext cx="773075" cy="505625"/>
            </a:xfrm>
            <a:custGeom>
              <a:avLst/>
              <a:gdLst/>
              <a:ahLst/>
              <a:cxnLst/>
              <a:rect l="l" t="t" r="r" b="b"/>
              <a:pathLst>
                <a:path w="30923" h="20225" extrusionOk="0">
                  <a:moveTo>
                    <a:pt x="10426" y="514"/>
                  </a:moveTo>
                  <a:cubicBezTo>
                    <a:pt x="12092" y="514"/>
                    <a:pt x="13782" y="891"/>
                    <a:pt x="15345" y="1395"/>
                  </a:cubicBezTo>
                  <a:cubicBezTo>
                    <a:pt x="17313" y="1995"/>
                    <a:pt x="19148" y="2829"/>
                    <a:pt x="20849" y="3663"/>
                  </a:cubicBezTo>
                  <a:cubicBezTo>
                    <a:pt x="21683" y="4097"/>
                    <a:pt x="22550" y="4531"/>
                    <a:pt x="23418" y="4998"/>
                  </a:cubicBezTo>
                  <a:cubicBezTo>
                    <a:pt x="23885" y="5264"/>
                    <a:pt x="24318" y="5498"/>
                    <a:pt x="24752" y="5765"/>
                  </a:cubicBezTo>
                  <a:cubicBezTo>
                    <a:pt x="24985" y="5865"/>
                    <a:pt x="25219" y="5998"/>
                    <a:pt x="25419" y="6132"/>
                  </a:cubicBezTo>
                  <a:lnTo>
                    <a:pt x="25753" y="6332"/>
                  </a:lnTo>
                  <a:lnTo>
                    <a:pt x="25919" y="6432"/>
                  </a:lnTo>
                  <a:lnTo>
                    <a:pt x="26019" y="6465"/>
                  </a:lnTo>
                  <a:cubicBezTo>
                    <a:pt x="26086" y="6499"/>
                    <a:pt x="26086" y="6499"/>
                    <a:pt x="26153" y="6499"/>
                  </a:cubicBezTo>
                  <a:cubicBezTo>
                    <a:pt x="27087" y="6832"/>
                    <a:pt x="28021" y="7333"/>
                    <a:pt x="28821" y="8000"/>
                  </a:cubicBezTo>
                  <a:cubicBezTo>
                    <a:pt x="29555" y="8667"/>
                    <a:pt x="30156" y="9601"/>
                    <a:pt x="30256" y="10635"/>
                  </a:cubicBezTo>
                  <a:cubicBezTo>
                    <a:pt x="30389" y="11636"/>
                    <a:pt x="30056" y="12670"/>
                    <a:pt x="29489" y="13570"/>
                  </a:cubicBezTo>
                  <a:cubicBezTo>
                    <a:pt x="28888" y="14404"/>
                    <a:pt x="28054" y="15105"/>
                    <a:pt x="27187" y="15605"/>
                  </a:cubicBezTo>
                  <a:cubicBezTo>
                    <a:pt x="26320" y="16105"/>
                    <a:pt x="25319" y="16406"/>
                    <a:pt x="24318" y="16506"/>
                  </a:cubicBezTo>
                  <a:cubicBezTo>
                    <a:pt x="23818" y="16606"/>
                    <a:pt x="23318" y="16639"/>
                    <a:pt x="22817" y="16673"/>
                  </a:cubicBezTo>
                  <a:lnTo>
                    <a:pt x="22050" y="16806"/>
                  </a:lnTo>
                  <a:lnTo>
                    <a:pt x="21283" y="16939"/>
                  </a:lnTo>
                  <a:cubicBezTo>
                    <a:pt x="21049" y="16973"/>
                    <a:pt x="20849" y="17006"/>
                    <a:pt x="20582" y="17106"/>
                  </a:cubicBezTo>
                  <a:cubicBezTo>
                    <a:pt x="20349" y="17173"/>
                    <a:pt x="20082" y="17240"/>
                    <a:pt x="19882" y="17306"/>
                  </a:cubicBezTo>
                  <a:cubicBezTo>
                    <a:pt x="19415" y="17473"/>
                    <a:pt x="19014" y="17640"/>
                    <a:pt x="18581" y="17840"/>
                  </a:cubicBezTo>
                  <a:cubicBezTo>
                    <a:pt x="17747" y="18274"/>
                    <a:pt x="17013" y="18674"/>
                    <a:pt x="16246" y="19008"/>
                  </a:cubicBezTo>
                  <a:cubicBezTo>
                    <a:pt x="14958" y="19606"/>
                    <a:pt x="13671" y="19990"/>
                    <a:pt x="12552" y="19990"/>
                  </a:cubicBezTo>
                  <a:cubicBezTo>
                    <a:pt x="12425" y="19990"/>
                    <a:pt x="12299" y="19985"/>
                    <a:pt x="12176" y="19975"/>
                  </a:cubicBezTo>
                  <a:cubicBezTo>
                    <a:pt x="10975" y="19908"/>
                    <a:pt x="10041" y="19508"/>
                    <a:pt x="9474" y="19241"/>
                  </a:cubicBezTo>
                  <a:cubicBezTo>
                    <a:pt x="9174" y="19074"/>
                    <a:pt x="8974" y="18941"/>
                    <a:pt x="8807" y="18841"/>
                  </a:cubicBezTo>
                  <a:cubicBezTo>
                    <a:pt x="8674" y="18774"/>
                    <a:pt x="8574" y="18741"/>
                    <a:pt x="8574" y="18741"/>
                  </a:cubicBezTo>
                  <a:cubicBezTo>
                    <a:pt x="8333" y="18567"/>
                    <a:pt x="8162" y="18489"/>
                    <a:pt x="8090" y="18489"/>
                  </a:cubicBezTo>
                  <a:cubicBezTo>
                    <a:pt x="8046" y="18489"/>
                    <a:pt x="8041" y="18520"/>
                    <a:pt x="8082" y="18575"/>
                  </a:cubicBezTo>
                  <a:lnTo>
                    <a:pt x="8082" y="18575"/>
                  </a:lnTo>
                  <a:cubicBezTo>
                    <a:pt x="8004" y="18509"/>
                    <a:pt x="7891" y="18430"/>
                    <a:pt x="7740" y="18340"/>
                  </a:cubicBezTo>
                  <a:lnTo>
                    <a:pt x="7506" y="18240"/>
                  </a:lnTo>
                  <a:cubicBezTo>
                    <a:pt x="7339" y="18140"/>
                    <a:pt x="7073" y="18007"/>
                    <a:pt x="6806" y="17907"/>
                  </a:cubicBezTo>
                  <a:cubicBezTo>
                    <a:pt x="6172" y="17607"/>
                    <a:pt x="5238" y="17273"/>
                    <a:pt x="4137" y="16806"/>
                  </a:cubicBezTo>
                  <a:cubicBezTo>
                    <a:pt x="3570" y="16572"/>
                    <a:pt x="2970" y="16272"/>
                    <a:pt x="2369" y="15905"/>
                  </a:cubicBezTo>
                  <a:cubicBezTo>
                    <a:pt x="1802" y="15505"/>
                    <a:pt x="1202" y="15005"/>
                    <a:pt x="835" y="14304"/>
                  </a:cubicBezTo>
                  <a:cubicBezTo>
                    <a:pt x="468" y="13604"/>
                    <a:pt x="334" y="12770"/>
                    <a:pt x="468" y="11902"/>
                  </a:cubicBezTo>
                  <a:cubicBezTo>
                    <a:pt x="535" y="11002"/>
                    <a:pt x="835" y="10101"/>
                    <a:pt x="1168" y="9234"/>
                  </a:cubicBezTo>
                  <a:cubicBezTo>
                    <a:pt x="1869" y="7433"/>
                    <a:pt x="2836" y="5598"/>
                    <a:pt x="4037" y="3897"/>
                  </a:cubicBezTo>
                  <a:cubicBezTo>
                    <a:pt x="4638" y="3063"/>
                    <a:pt x="5338" y="2262"/>
                    <a:pt x="6205" y="1662"/>
                  </a:cubicBezTo>
                  <a:cubicBezTo>
                    <a:pt x="7073" y="1095"/>
                    <a:pt x="8073" y="728"/>
                    <a:pt x="9141" y="594"/>
                  </a:cubicBezTo>
                  <a:cubicBezTo>
                    <a:pt x="9566" y="540"/>
                    <a:pt x="9995" y="514"/>
                    <a:pt x="10426" y="514"/>
                  </a:cubicBezTo>
                  <a:close/>
                  <a:moveTo>
                    <a:pt x="10557" y="0"/>
                  </a:moveTo>
                  <a:cubicBezTo>
                    <a:pt x="10086" y="0"/>
                    <a:pt x="9613" y="30"/>
                    <a:pt x="9141" y="94"/>
                  </a:cubicBezTo>
                  <a:cubicBezTo>
                    <a:pt x="8007" y="261"/>
                    <a:pt x="6906" y="628"/>
                    <a:pt x="6005" y="1262"/>
                  </a:cubicBezTo>
                  <a:cubicBezTo>
                    <a:pt x="5038" y="1829"/>
                    <a:pt x="4337" y="2696"/>
                    <a:pt x="3704" y="3597"/>
                  </a:cubicBezTo>
                  <a:cubicBezTo>
                    <a:pt x="2503" y="5331"/>
                    <a:pt x="1535" y="7166"/>
                    <a:pt x="835" y="9000"/>
                  </a:cubicBezTo>
                  <a:cubicBezTo>
                    <a:pt x="501" y="9934"/>
                    <a:pt x="234" y="10835"/>
                    <a:pt x="101" y="11769"/>
                  </a:cubicBezTo>
                  <a:cubicBezTo>
                    <a:pt x="1" y="12670"/>
                    <a:pt x="101" y="13637"/>
                    <a:pt x="535" y="14404"/>
                  </a:cubicBezTo>
                  <a:cubicBezTo>
                    <a:pt x="968" y="15171"/>
                    <a:pt x="1569" y="15739"/>
                    <a:pt x="2202" y="16105"/>
                  </a:cubicBezTo>
                  <a:cubicBezTo>
                    <a:pt x="2836" y="16506"/>
                    <a:pt x="3403" y="16773"/>
                    <a:pt x="4004" y="17006"/>
                  </a:cubicBezTo>
                  <a:cubicBezTo>
                    <a:pt x="5138" y="17473"/>
                    <a:pt x="6039" y="17807"/>
                    <a:pt x="6672" y="18107"/>
                  </a:cubicBezTo>
                  <a:cubicBezTo>
                    <a:pt x="7006" y="18240"/>
                    <a:pt x="7206" y="18340"/>
                    <a:pt x="7373" y="18441"/>
                  </a:cubicBezTo>
                  <a:lnTo>
                    <a:pt x="7640" y="18574"/>
                  </a:lnTo>
                  <a:cubicBezTo>
                    <a:pt x="7891" y="18725"/>
                    <a:pt x="8071" y="18790"/>
                    <a:pt x="8159" y="18790"/>
                  </a:cubicBezTo>
                  <a:cubicBezTo>
                    <a:pt x="8225" y="18790"/>
                    <a:pt x="8239" y="18754"/>
                    <a:pt x="8193" y="18689"/>
                  </a:cubicBezTo>
                  <a:lnTo>
                    <a:pt x="8193" y="18689"/>
                  </a:lnTo>
                  <a:cubicBezTo>
                    <a:pt x="8272" y="18758"/>
                    <a:pt x="8386" y="18843"/>
                    <a:pt x="8540" y="18941"/>
                  </a:cubicBezTo>
                  <a:lnTo>
                    <a:pt x="8807" y="19041"/>
                  </a:lnTo>
                  <a:cubicBezTo>
                    <a:pt x="8907" y="19141"/>
                    <a:pt x="9174" y="19274"/>
                    <a:pt x="9474" y="19441"/>
                  </a:cubicBezTo>
                  <a:cubicBezTo>
                    <a:pt x="10041" y="19708"/>
                    <a:pt x="11009" y="20142"/>
                    <a:pt x="12243" y="20208"/>
                  </a:cubicBezTo>
                  <a:cubicBezTo>
                    <a:pt x="12381" y="20219"/>
                    <a:pt x="12523" y="20225"/>
                    <a:pt x="12667" y="20225"/>
                  </a:cubicBezTo>
                  <a:cubicBezTo>
                    <a:pt x="13839" y="20225"/>
                    <a:pt x="15176" y="19869"/>
                    <a:pt x="16513" y="19274"/>
                  </a:cubicBezTo>
                  <a:cubicBezTo>
                    <a:pt x="17247" y="18941"/>
                    <a:pt x="18014" y="18507"/>
                    <a:pt x="18848" y="18140"/>
                  </a:cubicBezTo>
                  <a:cubicBezTo>
                    <a:pt x="19615" y="17773"/>
                    <a:pt x="20516" y="17440"/>
                    <a:pt x="21450" y="17273"/>
                  </a:cubicBezTo>
                  <a:cubicBezTo>
                    <a:pt x="21950" y="17173"/>
                    <a:pt x="22417" y="17140"/>
                    <a:pt x="22917" y="17039"/>
                  </a:cubicBezTo>
                  <a:cubicBezTo>
                    <a:pt x="23418" y="16973"/>
                    <a:pt x="23918" y="16973"/>
                    <a:pt x="24418" y="16873"/>
                  </a:cubicBezTo>
                  <a:cubicBezTo>
                    <a:pt x="25452" y="16773"/>
                    <a:pt x="26520" y="16439"/>
                    <a:pt x="27487" y="15939"/>
                  </a:cubicBezTo>
                  <a:cubicBezTo>
                    <a:pt x="28421" y="15438"/>
                    <a:pt x="29322" y="14671"/>
                    <a:pt x="29922" y="13770"/>
                  </a:cubicBezTo>
                  <a:cubicBezTo>
                    <a:pt x="30556" y="12836"/>
                    <a:pt x="30923" y="11702"/>
                    <a:pt x="30823" y="10535"/>
                  </a:cubicBezTo>
                  <a:cubicBezTo>
                    <a:pt x="30623" y="9367"/>
                    <a:pt x="30022" y="8367"/>
                    <a:pt x="29188" y="7633"/>
                  </a:cubicBezTo>
                  <a:cubicBezTo>
                    <a:pt x="28354" y="6932"/>
                    <a:pt x="27354" y="6432"/>
                    <a:pt x="26353" y="6032"/>
                  </a:cubicBezTo>
                  <a:cubicBezTo>
                    <a:pt x="26286" y="6032"/>
                    <a:pt x="26186" y="5932"/>
                    <a:pt x="26053" y="5865"/>
                  </a:cubicBezTo>
                  <a:lnTo>
                    <a:pt x="25719" y="5665"/>
                  </a:lnTo>
                  <a:cubicBezTo>
                    <a:pt x="25519" y="5565"/>
                    <a:pt x="25252" y="5431"/>
                    <a:pt x="25052" y="5298"/>
                  </a:cubicBezTo>
                  <a:cubicBezTo>
                    <a:pt x="24585" y="5031"/>
                    <a:pt x="24185" y="4797"/>
                    <a:pt x="23718" y="4531"/>
                  </a:cubicBezTo>
                  <a:cubicBezTo>
                    <a:pt x="22851" y="4030"/>
                    <a:pt x="21983" y="3597"/>
                    <a:pt x="21149" y="3163"/>
                  </a:cubicBezTo>
                  <a:cubicBezTo>
                    <a:pt x="19415" y="2329"/>
                    <a:pt x="17547" y="1495"/>
                    <a:pt x="15545" y="861"/>
                  </a:cubicBezTo>
                  <a:cubicBezTo>
                    <a:pt x="13974" y="390"/>
                    <a:pt x="12278" y="0"/>
                    <a:pt x="105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16" name="Google Shape;2416;p20"/>
            <p:cNvSpPr/>
            <p:nvPr/>
          </p:nvSpPr>
          <p:spPr>
            <a:xfrm>
              <a:off x="3052350" y="4215300"/>
              <a:ext cx="194250" cy="168075"/>
            </a:xfrm>
            <a:custGeom>
              <a:avLst/>
              <a:gdLst/>
              <a:ahLst/>
              <a:cxnLst/>
              <a:rect l="l" t="t" r="r" b="b"/>
              <a:pathLst>
                <a:path w="7770" h="6723" extrusionOk="0">
                  <a:moveTo>
                    <a:pt x="4966" y="1"/>
                  </a:moveTo>
                  <a:cubicBezTo>
                    <a:pt x="4591" y="1"/>
                    <a:pt x="4204" y="50"/>
                    <a:pt x="3837" y="160"/>
                  </a:cubicBezTo>
                  <a:cubicBezTo>
                    <a:pt x="3103" y="360"/>
                    <a:pt x="2569" y="827"/>
                    <a:pt x="2169" y="1228"/>
                  </a:cubicBezTo>
                  <a:cubicBezTo>
                    <a:pt x="1335" y="2128"/>
                    <a:pt x="734" y="3496"/>
                    <a:pt x="434" y="4630"/>
                  </a:cubicBezTo>
                  <a:cubicBezTo>
                    <a:pt x="267" y="5197"/>
                    <a:pt x="201" y="5664"/>
                    <a:pt x="101" y="6031"/>
                  </a:cubicBezTo>
                  <a:cubicBezTo>
                    <a:pt x="34" y="6398"/>
                    <a:pt x="1" y="6632"/>
                    <a:pt x="1" y="6632"/>
                  </a:cubicBezTo>
                  <a:cubicBezTo>
                    <a:pt x="1" y="6671"/>
                    <a:pt x="95" y="6723"/>
                    <a:pt x="207" y="6723"/>
                  </a:cubicBezTo>
                  <a:cubicBezTo>
                    <a:pt x="283" y="6723"/>
                    <a:pt x="367" y="6699"/>
                    <a:pt x="434" y="6632"/>
                  </a:cubicBezTo>
                  <a:cubicBezTo>
                    <a:pt x="434" y="6632"/>
                    <a:pt x="668" y="5798"/>
                    <a:pt x="1035" y="4730"/>
                  </a:cubicBezTo>
                  <a:cubicBezTo>
                    <a:pt x="1402" y="3696"/>
                    <a:pt x="2035" y="2462"/>
                    <a:pt x="2736" y="1695"/>
                  </a:cubicBezTo>
                  <a:cubicBezTo>
                    <a:pt x="3069" y="1328"/>
                    <a:pt x="3536" y="961"/>
                    <a:pt x="4070" y="727"/>
                  </a:cubicBezTo>
                  <a:cubicBezTo>
                    <a:pt x="4383" y="610"/>
                    <a:pt x="4718" y="562"/>
                    <a:pt x="5050" y="562"/>
                  </a:cubicBezTo>
                  <a:cubicBezTo>
                    <a:pt x="5284" y="562"/>
                    <a:pt x="5517" y="586"/>
                    <a:pt x="5738" y="627"/>
                  </a:cubicBezTo>
                  <a:cubicBezTo>
                    <a:pt x="6238" y="727"/>
                    <a:pt x="6705" y="894"/>
                    <a:pt x="7039" y="1028"/>
                  </a:cubicBezTo>
                  <a:cubicBezTo>
                    <a:pt x="7206" y="1061"/>
                    <a:pt x="7339" y="1161"/>
                    <a:pt x="7406" y="1194"/>
                  </a:cubicBezTo>
                  <a:cubicBezTo>
                    <a:pt x="7506" y="1228"/>
                    <a:pt x="7539" y="1294"/>
                    <a:pt x="7539" y="1294"/>
                  </a:cubicBezTo>
                  <a:cubicBezTo>
                    <a:pt x="7543" y="1296"/>
                    <a:pt x="7546" y="1297"/>
                    <a:pt x="7550" y="1297"/>
                  </a:cubicBezTo>
                  <a:cubicBezTo>
                    <a:pt x="7623" y="1297"/>
                    <a:pt x="7769" y="1022"/>
                    <a:pt x="7706" y="928"/>
                  </a:cubicBezTo>
                  <a:cubicBezTo>
                    <a:pt x="7706" y="928"/>
                    <a:pt x="7673" y="894"/>
                    <a:pt x="7573" y="861"/>
                  </a:cubicBezTo>
                  <a:cubicBezTo>
                    <a:pt x="7506" y="827"/>
                    <a:pt x="7372" y="727"/>
                    <a:pt x="7206" y="661"/>
                  </a:cubicBezTo>
                  <a:cubicBezTo>
                    <a:pt x="6905" y="494"/>
                    <a:pt x="6405" y="260"/>
                    <a:pt x="5838" y="94"/>
                  </a:cubicBezTo>
                  <a:cubicBezTo>
                    <a:pt x="5568" y="34"/>
                    <a:pt x="5271" y="1"/>
                    <a:pt x="49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and two columns 1">
  <p:cSld name="TITLE_AND_TWO_COLUMNS_1">
    <p:spTree>
      <p:nvGrpSpPr>
        <p:cNvPr id="2417" name="Shape 2417"/>
        <p:cNvGrpSpPr/>
        <p:nvPr/>
      </p:nvGrpSpPr>
      <p:grpSpPr>
        <a:xfrm>
          <a:off x="0" y="0"/>
          <a:ext cx="0" cy="0"/>
          <a:chOff x="0" y="0"/>
          <a:chExt cx="0" cy="0"/>
        </a:xfrm>
      </p:grpSpPr>
      <p:pic>
        <p:nvPicPr>
          <p:cNvPr id="2418" name="Google Shape;2418;p21"/>
          <p:cNvPicPr preferRelativeResize="0"/>
          <p:nvPr/>
        </p:nvPicPr>
        <p:blipFill rotWithShape="1">
          <a:blip r:embed="rId2"/>
          <a:srcRect b="15598"/>
          <a:stretch>
            <a:fillRect/>
          </a:stretch>
        </p:blipFill>
        <p:spPr>
          <a:xfrm>
            <a:off x="0" y="0"/>
            <a:ext cx="9144003" cy="5143501"/>
          </a:xfrm>
          <a:prstGeom prst="rect">
            <a:avLst/>
          </a:prstGeom>
          <a:noFill/>
          <a:ln>
            <a:noFill/>
          </a:ln>
        </p:spPr>
      </p:pic>
      <p:sp>
        <p:nvSpPr>
          <p:cNvPr id="2419" name="Google Shape;2419;p21"/>
          <p:cNvSpPr txBox="1"/>
          <p:nvPr>
            <p:ph type="title"/>
          </p:nvPr>
        </p:nvSpPr>
        <p:spPr>
          <a:xfrm>
            <a:off x="3829087" y="445025"/>
            <a:ext cx="4303500" cy="11016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420" name="Google Shape;2420;p21"/>
          <p:cNvSpPr txBox="1"/>
          <p:nvPr>
            <p:ph type="subTitle" idx="1"/>
          </p:nvPr>
        </p:nvSpPr>
        <p:spPr>
          <a:xfrm>
            <a:off x="3829087" y="3704925"/>
            <a:ext cx="4303500" cy="1010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b="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p:txBody>
      </p:sp>
      <p:sp>
        <p:nvSpPr>
          <p:cNvPr id="2421" name="Google Shape;2421;p21"/>
          <p:cNvSpPr txBox="1"/>
          <p:nvPr>
            <p:ph type="subTitle" idx="2"/>
          </p:nvPr>
        </p:nvSpPr>
        <p:spPr>
          <a:xfrm>
            <a:off x="3829074" y="2246950"/>
            <a:ext cx="4303500" cy="1010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b="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p:txBody>
      </p:sp>
      <p:sp>
        <p:nvSpPr>
          <p:cNvPr id="2422" name="Google Shape;2422;p21"/>
          <p:cNvSpPr txBox="1"/>
          <p:nvPr>
            <p:ph type="subTitle" idx="3"/>
          </p:nvPr>
        </p:nvSpPr>
        <p:spPr>
          <a:xfrm>
            <a:off x="3829087" y="1900050"/>
            <a:ext cx="4303500" cy="4119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Bebas Neue" panose="020B0606020202050201"/>
              <a:buNone/>
              <a:defRPr sz="2400">
                <a:solidFill>
                  <a:schemeClr val="dk1"/>
                </a:solidFill>
                <a:latin typeface="Averia Serif Libre" panose="02000603000000000004"/>
                <a:ea typeface="Averia Serif Libre" panose="02000603000000000004"/>
                <a:cs typeface="Averia Serif Libre" panose="02000603000000000004"/>
                <a:sym typeface="Averia Serif Libre" panose="02000603000000000004"/>
              </a:defRPr>
            </a:lvl1pPr>
            <a:lvl2pPr lvl="1"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2pPr>
            <a:lvl3pPr lvl="2"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3pPr>
            <a:lvl4pPr lvl="3"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4pPr>
            <a:lvl5pPr lvl="4"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5pPr>
            <a:lvl6pPr lvl="5"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6pPr>
            <a:lvl7pPr lvl="6"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7pPr>
            <a:lvl8pPr lvl="7"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8pPr>
            <a:lvl9pPr lvl="8"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9pPr>
          </a:lstStyle>
          <a:p/>
        </p:txBody>
      </p:sp>
      <p:sp>
        <p:nvSpPr>
          <p:cNvPr id="2423" name="Google Shape;2423;p21"/>
          <p:cNvSpPr txBox="1"/>
          <p:nvPr>
            <p:ph type="subTitle" idx="4"/>
          </p:nvPr>
        </p:nvSpPr>
        <p:spPr>
          <a:xfrm>
            <a:off x="3829087" y="3358125"/>
            <a:ext cx="4303500" cy="4119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Bebas Neue" panose="020B0606020202050201"/>
              <a:buNone/>
              <a:defRPr sz="2400">
                <a:solidFill>
                  <a:schemeClr val="dk1"/>
                </a:solidFill>
                <a:latin typeface="Averia Serif Libre" panose="02000603000000000004"/>
                <a:ea typeface="Averia Serif Libre" panose="02000603000000000004"/>
                <a:cs typeface="Averia Serif Libre" panose="02000603000000000004"/>
                <a:sym typeface="Averia Serif Libre" panose="02000603000000000004"/>
              </a:defRPr>
            </a:lvl1pPr>
            <a:lvl2pPr lvl="1"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2pPr>
            <a:lvl3pPr lvl="2"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3pPr>
            <a:lvl4pPr lvl="3"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4pPr>
            <a:lvl5pPr lvl="4"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5pPr>
            <a:lvl6pPr lvl="5"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6pPr>
            <a:lvl7pPr lvl="6"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7pPr>
            <a:lvl8pPr lvl="7"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8pPr>
            <a:lvl9pPr lvl="8"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9pPr>
          </a:lstStyle>
          <a:p/>
        </p:txBody>
      </p:sp>
      <p:grpSp>
        <p:nvGrpSpPr>
          <p:cNvPr id="2424" name="Google Shape;2424;p21"/>
          <p:cNvGrpSpPr/>
          <p:nvPr/>
        </p:nvGrpSpPr>
        <p:grpSpPr>
          <a:xfrm rot="440793" flipH="1">
            <a:off x="-85261" y="-229556"/>
            <a:ext cx="1489267" cy="2879063"/>
            <a:chOff x="9389648" y="991722"/>
            <a:chExt cx="1634619" cy="3160058"/>
          </a:xfrm>
        </p:grpSpPr>
        <p:sp>
          <p:nvSpPr>
            <p:cNvPr id="2425" name="Google Shape;2425;p21"/>
            <p:cNvSpPr/>
            <p:nvPr/>
          </p:nvSpPr>
          <p:spPr>
            <a:xfrm>
              <a:off x="9713224" y="3611398"/>
              <a:ext cx="353969" cy="101250"/>
            </a:xfrm>
            <a:custGeom>
              <a:avLst/>
              <a:gdLst/>
              <a:ahLst/>
              <a:cxnLst/>
              <a:rect l="l" t="t" r="r" b="b"/>
              <a:pathLst>
                <a:path w="15711" h="4494" extrusionOk="0">
                  <a:moveTo>
                    <a:pt x="12157" y="0"/>
                  </a:moveTo>
                  <a:lnTo>
                    <a:pt x="12124" y="67"/>
                  </a:lnTo>
                  <a:cubicBezTo>
                    <a:pt x="11957" y="301"/>
                    <a:pt x="11824" y="467"/>
                    <a:pt x="11657" y="668"/>
                  </a:cubicBezTo>
                  <a:cubicBezTo>
                    <a:pt x="11557" y="734"/>
                    <a:pt x="11490" y="868"/>
                    <a:pt x="11390" y="968"/>
                  </a:cubicBezTo>
                  <a:lnTo>
                    <a:pt x="11290" y="1068"/>
                  </a:lnTo>
                  <a:lnTo>
                    <a:pt x="11023" y="1335"/>
                  </a:lnTo>
                  <a:cubicBezTo>
                    <a:pt x="10289" y="2002"/>
                    <a:pt x="9355" y="2402"/>
                    <a:pt x="8521" y="2569"/>
                  </a:cubicBezTo>
                  <a:cubicBezTo>
                    <a:pt x="8388" y="2636"/>
                    <a:pt x="8321" y="2636"/>
                    <a:pt x="8188" y="2669"/>
                  </a:cubicBezTo>
                  <a:cubicBezTo>
                    <a:pt x="8054" y="2702"/>
                    <a:pt x="7988" y="2702"/>
                    <a:pt x="7854" y="2702"/>
                  </a:cubicBezTo>
                  <a:cubicBezTo>
                    <a:pt x="7776" y="2714"/>
                    <a:pt x="7699" y="2717"/>
                    <a:pt x="7621" y="2717"/>
                  </a:cubicBezTo>
                  <a:cubicBezTo>
                    <a:pt x="7465" y="2717"/>
                    <a:pt x="7309" y="2702"/>
                    <a:pt x="7154" y="2702"/>
                  </a:cubicBezTo>
                  <a:cubicBezTo>
                    <a:pt x="6687" y="2669"/>
                    <a:pt x="6186" y="2536"/>
                    <a:pt x="5786" y="2335"/>
                  </a:cubicBezTo>
                  <a:cubicBezTo>
                    <a:pt x="5553" y="2235"/>
                    <a:pt x="5352" y="2069"/>
                    <a:pt x="5152" y="1969"/>
                  </a:cubicBezTo>
                  <a:cubicBezTo>
                    <a:pt x="4986" y="1835"/>
                    <a:pt x="4785" y="1668"/>
                    <a:pt x="4619" y="1502"/>
                  </a:cubicBezTo>
                  <a:cubicBezTo>
                    <a:pt x="4485" y="1368"/>
                    <a:pt x="4385" y="1235"/>
                    <a:pt x="4285" y="1135"/>
                  </a:cubicBezTo>
                  <a:lnTo>
                    <a:pt x="4052" y="868"/>
                  </a:lnTo>
                  <a:lnTo>
                    <a:pt x="4018" y="801"/>
                  </a:lnTo>
                  <a:cubicBezTo>
                    <a:pt x="4018" y="794"/>
                    <a:pt x="4017" y="792"/>
                    <a:pt x="4015" y="792"/>
                  </a:cubicBezTo>
                  <a:cubicBezTo>
                    <a:pt x="4006" y="792"/>
                    <a:pt x="3985" y="834"/>
                    <a:pt x="3985" y="834"/>
                  </a:cubicBezTo>
                  <a:lnTo>
                    <a:pt x="3851" y="968"/>
                  </a:lnTo>
                  <a:lnTo>
                    <a:pt x="3651" y="1201"/>
                  </a:lnTo>
                  <a:lnTo>
                    <a:pt x="3484" y="1368"/>
                  </a:lnTo>
                  <a:cubicBezTo>
                    <a:pt x="3384" y="1468"/>
                    <a:pt x="3318" y="1502"/>
                    <a:pt x="3218" y="1602"/>
                  </a:cubicBezTo>
                  <a:cubicBezTo>
                    <a:pt x="2517" y="2069"/>
                    <a:pt x="1650" y="2069"/>
                    <a:pt x="1049" y="2302"/>
                  </a:cubicBezTo>
                  <a:cubicBezTo>
                    <a:pt x="482" y="2469"/>
                    <a:pt x="149" y="2669"/>
                    <a:pt x="149" y="2669"/>
                  </a:cubicBezTo>
                  <a:cubicBezTo>
                    <a:pt x="0" y="2788"/>
                    <a:pt x="117" y="3013"/>
                    <a:pt x="262" y="3013"/>
                  </a:cubicBezTo>
                  <a:cubicBezTo>
                    <a:pt x="279" y="3013"/>
                    <a:pt x="298" y="3010"/>
                    <a:pt x="316" y="3003"/>
                  </a:cubicBezTo>
                  <a:cubicBezTo>
                    <a:pt x="316" y="3003"/>
                    <a:pt x="582" y="2836"/>
                    <a:pt x="1149" y="2702"/>
                  </a:cubicBezTo>
                  <a:cubicBezTo>
                    <a:pt x="1416" y="2669"/>
                    <a:pt x="1750" y="2636"/>
                    <a:pt x="2184" y="2536"/>
                  </a:cubicBezTo>
                  <a:cubicBezTo>
                    <a:pt x="2584" y="2502"/>
                    <a:pt x="3051" y="2369"/>
                    <a:pt x="3518" y="2069"/>
                  </a:cubicBezTo>
                  <a:cubicBezTo>
                    <a:pt x="3706" y="1974"/>
                    <a:pt x="3984" y="1732"/>
                    <a:pt x="3987" y="1732"/>
                  </a:cubicBezTo>
                  <a:lnTo>
                    <a:pt x="3987" y="1732"/>
                  </a:lnTo>
                  <a:cubicBezTo>
                    <a:pt x="3988" y="1732"/>
                    <a:pt x="3987" y="1733"/>
                    <a:pt x="3985" y="1735"/>
                  </a:cubicBezTo>
                  <a:lnTo>
                    <a:pt x="4018" y="1802"/>
                  </a:lnTo>
                  <a:cubicBezTo>
                    <a:pt x="4052" y="1802"/>
                    <a:pt x="4018" y="1802"/>
                    <a:pt x="4052" y="1835"/>
                  </a:cubicBezTo>
                  <a:lnTo>
                    <a:pt x="4185" y="2002"/>
                  </a:lnTo>
                  <a:cubicBezTo>
                    <a:pt x="4385" y="2202"/>
                    <a:pt x="4619" y="2436"/>
                    <a:pt x="4819" y="2569"/>
                  </a:cubicBezTo>
                  <a:cubicBezTo>
                    <a:pt x="5019" y="2769"/>
                    <a:pt x="5286" y="2903"/>
                    <a:pt x="5519" y="3036"/>
                  </a:cubicBezTo>
                  <a:cubicBezTo>
                    <a:pt x="5986" y="3303"/>
                    <a:pt x="6553" y="3436"/>
                    <a:pt x="7120" y="3503"/>
                  </a:cubicBezTo>
                  <a:cubicBezTo>
                    <a:pt x="7276" y="3503"/>
                    <a:pt x="7461" y="3518"/>
                    <a:pt x="7637" y="3518"/>
                  </a:cubicBezTo>
                  <a:cubicBezTo>
                    <a:pt x="7725" y="3518"/>
                    <a:pt x="7810" y="3514"/>
                    <a:pt x="7888" y="3503"/>
                  </a:cubicBezTo>
                  <a:cubicBezTo>
                    <a:pt x="8021" y="3470"/>
                    <a:pt x="8154" y="3470"/>
                    <a:pt x="8288" y="3470"/>
                  </a:cubicBezTo>
                  <a:cubicBezTo>
                    <a:pt x="8388" y="3436"/>
                    <a:pt x="8521" y="3436"/>
                    <a:pt x="8655" y="3370"/>
                  </a:cubicBezTo>
                  <a:cubicBezTo>
                    <a:pt x="9589" y="3203"/>
                    <a:pt x="10590" y="2669"/>
                    <a:pt x="11423" y="1935"/>
                  </a:cubicBezTo>
                  <a:cubicBezTo>
                    <a:pt x="11557" y="1835"/>
                    <a:pt x="11657" y="1702"/>
                    <a:pt x="11724" y="1635"/>
                  </a:cubicBezTo>
                  <a:lnTo>
                    <a:pt x="11857" y="1468"/>
                  </a:lnTo>
                  <a:lnTo>
                    <a:pt x="11890" y="1435"/>
                  </a:lnTo>
                  <a:cubicBezTo>
                    <a:pt x="11957" y="1435"/>
                    <a:pt x="11957" y="1468"/>
                    <a:pt x="11957" y="1468"/>
                  </a:cubicBezTo>
                  <a:lnTo>
                    <a:pt x="11957" y="1502"/>
                  </a:lnTo>
                  <a:cubicBezTo>
                    <a:pt x="11957" y="1535"/>
                    <a:pt x="11957" y="1502"/>
                    <a:pt x="11991" y="1602"/>
                  </a:cubicBezTo>
                  <a:cubicBezTo>
                    <a:pt x="12024" y="1702"/>
                    <a:pt x="12091" y="1835"/>
                    <a:pt x="12157" y="1969"/>
                  </a:cubicBezTo>
                  <a:cubicBezTo>
                    <a:pt x="12291" y="2169"/>
                    <a:pt x="12458" y="2369"/>
                    <a:pt x="12624" y="2602"/>
                  </a:cubicBezTo>
                  <a:cubicBezTo>
                    <a:pt x="13325" y="3303"/>
                    <a:pt x="14125" y="3670"/>
                    <a:pt x="14626" y="3970"/>
                  </a:cubicBezTo>
                  <a:cubicBezTo>
                    <a:pt x="15126" y="4270"/>
                    <a:pt x="15393" y="4470"/>
                    <a:pt x="15393" y="4470"/>
                  </a:cubicBezTo>
                  <a:cubicBezTo>
                    <a:pt x="15420" y="4486"/>
                    <a:pt x="15446" y="4494"/>
                    <a:pt x="15472" y="4494"/>
                  </a:cubicBezTo>
                  <a:cubicBezTo>
                    <a:pt x="15606" y="4494"/>
                    <a:pt x="15711" y="4289"/>
                    <a:pt x="15626" y="4037"/>
                  </a:cubicBezTo>
                  <a:cubicBezTo>
                    <a:pt x="15626" y="4037"/>
                    <a:pt x="15326" y="3803"/>
                    <a:pt x="14826" y="3470"/>
                  </a:cubicBezTo>
                  <a:cubicBezTo>
                    <a:pt x="14359" y="3136"/>
                    <a:pt x="13625" y="2769"/>
                    <a:pt x="13025" y="2069"/>
                  </a:cubicBezTo>
                  <a:cubicBezTo>
                    <a:pt x="12891" y="1902"/>
                    <a:pt x="12791" y="1735"/>
                    <a:pt x="12658" y="1535"/>
                  </a:cubicBezTo>
                  <a:cubicBezTo>
                    <a:pt x="12624" y="1401"/>
                    <a:pt x="12558" y="1335"/>
                    <a:pt x="12524" y="1201"/>
                  </a:cubicBezTo>
                  <a:lnTo>
                    <a:pt x="12458" y="901"/>
                  </a:lnTo>
                  <a:cubicBezTo>
                    <a:pt x="12391" y="801"/>
                    <a:pt x="12357" y="701"/>
                    <a:pt x="12324" y="568"/>
                  </a:cubicBezTo>
                  <a:lnTo>
                    <a:pt x="12191" y="234"/>
                  </a:lnTo>
                  <a:lnTo>
                    <a:pt x="12157" y="67"/>
                  </a:lnTo>
                  <a:lnTo>
                    <a:pt x="12157" y="34"/>
                  </a:lnTo>
                  <a:lnTo>
                    <a:pt x="1215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26" name="Google Shape;2426;p21"/>
            <p:cNvSpPr/>
            <p:nvPr/>
          </p:nvSpPr>
          <p:spPr>
            <a:xfrm>
              <a:off x="9532444" y="1010332"/>
              <a:ext cx="1491824" cy="3141448"/>
            </a:xfrm>
            <a:custGeom>
              <a:avLst/>
              <a:gdLst/>
              <a:ahLst/>
              <a:cxnLst/>
              <a:rect l="l" t="t" r="r" b="b"/>
              <a:pathLst>
                <a:path w="66215" h="139434" extrusionOk="0">
                  <a:moveTo>
                    <a:pt x="15812" y="0"/>
                  </a:moveTo>
                  <a:cubicBezTo>
                    <a:pt x="15745" y="0"/>
                    <a:pt x="15711" y="134"/>
                    <a:pt x="15711" y="367"/>
                  </a:cubicBezTo>
                  <a:cubicBezTo>
                    <a:pt x="15711" y="634"/>
                    <a:pt x="15745" y="1001"/>
                    <a:pt x="15812" y="1501"/>
                  </a:cubicBezTo>
                  <a:cubicBezTo>
                    <a:pt x="15812" y="1501"/>
                    <a:pt x="15845" y="1535"/>
                    <a:pt x="15845" y="1668"/>
                  </a:cubicBezTo>
                  <a:cubicBezTo>
                    <a:pt x="15845" y="1801"/>
                    <a:pt x="15878" y="1968"/>
                    <a:pt x="15878" y="2168"/>
                  </a:cubicBezTo>
                  <a:cubicBezTo>
                    <a:pt x="15878" y="2368"/>
                    <a:pt x="15912" y="2635"/>
                    <a:pt x="15912" y="2969"/>
                  </a:cubicBezTo>
                  <a:lnTo>
                    <a:pt x="15912" y="3469"/>
                  </a:lnTo>
                  <a:cubicBezTo>
                    <a:pt x="15912" y="3636"/>
                    <a:pt x="15878" y="3836"/>
                    <a:pt x="15878" y="4036"/>
                  </a:cubicBezTo>
                  <a:cubicBezTo>
                    <a:pt x="15812" y="4870"/>
                    <a:pt x="15645" y="5871"/>
                    <a:pt x="15044" y="6872"/>
                  </a:cubicBezTo>
                  <a:cubicBezTo>
                    <a:pt x="14511" y="7906"/>
                    <a:pt x="13543" y="8873"/>
                    <a:pt x="12309" y="9707"/>
                  </a:cubicBezTo>
                  <a:cubicBezTo>
                    <a:pt x="11041" y="10541"/>
                    <a:pt x="9540" y="11308"/>
                    <a:pt x="8006" y="12309"/>
                  </a:cubicBezTo>
                  <a:cubicBezTo>
                    <a:pt x="7239" y="12843"/>
                    <a:pt x="6472" y="13410"/>
                    <a:pt x="5838" y="14210"/>
                  </a:cubicBezTo>
                  <a:cubicBezTo>
                    <a:pt x="5538" y="14577"/>
                    <a:pt x="5204" y="15011"/>
                    <a:pt x="5004" y="15511"/>
                  </a:cubicBezTo>
                  <a:cubicBezTo>
                    <a:pt x="4737" y="15978"/>
                    <a:pt x="4637" y="16512"/>
                    <a:pt x="4503" y="17012"/>
                  </a:cubicBezTo>
                  <a:cubicBezTo>
                    <a:pt x="4303" y="18046"/>
                    <a:pt x="4203" y="19080"/>
                    <a:pt x="4003" y="20148"/>
                  </a:cubicBezTo>
                  <a:cubicBezTo>
                    <a:pt x="4003" y="20248"/>
                    <a:pt x="3970" y="20381"/>
                    <a:pt x="3903" y="20515"/>
                  </a:cubicBezTo>
                  <a:cubicBezTo>
                    <a:pt x="3903" y="20582"/>
                    <a:pt x="3903" y="20582"/>
                    <a:pt x="3870" y="20648"/>
                  </a:cubicBezTo>
                  <a:lnTo>
                    <a:pt x="3803" y="20815"/>
                  </a:lnTo>
                  <a:cubicBezTo>
                    <a:pt x="3670" y="21049"/>
                    <a:pt x="3569" y="21315"/>
                    <a:pt x="3403" y="21516"/>
                  </a:cubicBezTo>
                  <a:cubicBezTo>
                    <a:pt x="3136" y="21983"/>
                    <a:pt x="2836" y="22416"/>
                    <a:pt x="2502" y="22883"/>
                  </a:cubicBezTo>
                  <a:cubicBezTo>
                    <a:pt x="1868" y="23851"/>
                    <a:pt x="1168" y="24851"/>
                    <a:pt x="968" y="26152"/>
                  </a:cubicBezTo>
                  <a:cubicBezTo>
                    <a:pt x="801" y="27386"/>
                    <a:pt x="1168" y="28687"/>
                    <a:pt x="1535" y="29821"/>
                  </a:cubicBezTo>
                  <a:cubicBezTo>
                    <a:pt x="1735" y="30389"/>
                    <a:pt x="1902" y="30922"/>
                    <a:pt x="2035" y="31523"/>
                  </a:cubicBezTo>
                  <a:cubicBezTo>
                    <a:pt x="2068" y="31656"/>
                    <a:pt x="2068" y="31823"/>
                    <a:pt x="2068" y="31923"/>
                  </a:cubicBezTo>
                  <a:lnTo>
                    <a:pt x="2068" y="32156"/>
                  </a:lnTo>
                  <a:lnTo>
                    <a:pt x="2068" y="32323"/>
                  </a:lnTo>
                  <a:cubicBezTo>
                    <a:pt x="2035" y="32557"/>
                    <a:pt x="1968" y="32857"/>
                    <a:pt x="1868" y="33157"/>
                  </a:cubicBezTo>
                  <a:cubicBezTo>
                    <a:pt x="1501" y="34258"/>
                    <a:pt x="734" y="35325"/>
                    <a:pt x="300" y="36593"/>
                  </a:cubicBezTo>
                  <a:cubicBezTo>
                    <a:pt x="167" y="36927"/>
                    <a:pt x="67" y="37260"/>
                    <a:pt x="34" y="37660"/>
                  </a:cubicBezTo>
                  <a:cubicBezTo>
                    <a:pt x="0" y="37827"/>
                    <a:pt x="34" y="38027"/>
                    <a:pt x="34" y="38194"/>
                  </a:cubicBezTo>
                  <a:cubicBezTo>
                    <a:pt x="34" y="38394"/>
                    <a:pt x="67" y="38561"/>
                    <a:pt x="134" y="38728"/>
                  </a:cubicBezTo>
                  <a:cubicBezTo>
                    <a:pt x="234" y="39395"/>
                    <a:pt x="501" y="40029"/>
                    <a:pt x="801" y="40663"/>
                  </a:cubicBezTo>
                  <a:cubicBezTo>
                    <a:pt x="1368" y="41863"/>
                    <a:pt x="2035" y="43031"/>
                    <a:pt x="2736" y="44165"/>
                  </a:cubicBezTo>
                  <a:cubicBezTo>
                    <a:pt x="3069" y="44732"/>
                    <a:pt x="3469" y="45266"/>
                    <a:pt x="3803" y="45866"/>
                  </a:cubicBezTo>
                  <a:cubicBezTo>
                    <a:pt x="3970" y="46100"/>
                    <a:pt x="4137" y="46400"/>
                    <a:pt x="4303" y="46700"/>
                  </a:cubicBezTo>
                  <a:lnTo>
                    <a:pt x="4337" y="46834"/>
                  </a:lnTo>
                  <a:lnTo>
                    <a:pt x="4370" y="46867"/>
                  </a:lnTo>
                  <a:cubicBezTo>
                    <a:pt x="4370" y="46900"/>
                    <a:pt x="4403" y="46934"/>
                    <a:pt x="4403" y="46934"/>
                  </a:cubicBezTo>
                  <a:lnTo>
                    <a:pt x="4570" y="47167"/>
                  </a:lnTo>
                  <a:lnTo>
                    <a:pt x="4904" y="47568"/>
                  </a:lnTo>
                  <a:cubicBezTo>
                    <a:pt x="5838" y="48602"/>
                    <a:pt x="6972" y="49502"/>
                    <a:pt x="8239" y="50069"/>
                  </a:cubicBezTo>
                  <a:cubicBezTo>
                    <a:pt x="9507" y="50670"/>
                    <a:pt x="10875" y="51037"/>
                    <a:pt x="12209" y="51270"/>
                  </a:cubicBezTo>
                  <a:cubicBezTo>
                    <a:pt x="13543" y="51537"/>
                    <a:pt x="14911" y="51670"/>
                    <a:pt x="16245" y="51837"/>
                  </a:cubicBezTo>
                  <a:cubicBezTo>
                    <a:pt x="17579" y="52004"/>
                    <a:pt x="18914" y="52171"/>
                    <a:pt x="20215" y="52404"/>
                  </a:cubicBezTo>
                  <a:cubicBezTo>
                    <a:pt x="21482" y="52671"/>
                    <a:pt x="22750" y="53071"/>
                    <a:pt x="23851" y="53705"/>
                  </a:cubicBezTo>
                  <a:cubicBezTo>
                    <a:pt x="24418" y="54005"/>
                    <a:pt x="24918" y="54406"/>
                    <a:pt x="25385" y="54839"/>
                  </a:cubicBezTo>
                  <a:cubicBezTo>
                    <a:pt x="25652" y="55040"/>
                    <a:pt x="25852" y="55273"/>
                    <a:pt x="26052" y="55507"/>
                  </a:cubicBezTo>
                  <a:cubicBezTo>
                    <a:pt x="26252" y="55740"/>
                    <a:pt x="26419" y="56007"/>
                    <a:pt x="26653" y="56240"/>
                  </a:cubicBezTo>
                  <a:cubicBezTo>
                    <a:pt x="27386" y="57341"/>
                    <a:pt x="28054" y="58509"/>
                    <a:pt x="28921" y="59543"/>
                  </a:cubicBezTo>
                  <a:lnTo>
                    <a:pt x="29254" y="59910"/>
                  </a:lnTo>
                  <a:lnTo>
                    <a:pt x="29488" y="60110"/>
                  </a:lnTo>
                  <a:lnTo>
                    <a:pt x="29755" y="60277"/>
                  </a:lnTo>
                  <a:cubicBezTo>
                    <a:pt x="30088" y="60510"/>
                    <a:pt x="30389" y="60610"/>
                    <a:pt x="30722" y="60744"/>
                  </a:cubicBezTo>
                  <a:cubicBezTo>
                    <a:pt x="31389" y="60944"/>
                    <a:pt x="32023" y="61111"/>
                    <a:pt x="32657" y="61277"/>
                  </a:cubicBezTo>
                  <a:cubicBezTo>
                    <a:pt x="33257" y="61444"/>
                    <a:pt x="33891" y="61611"/>
                    <a:pt x="34492" y="61778"/>
                  </a:cubicBezTo>
                  <a:cubicBezTo>
                    <a:pt x="35059" y="62011"/>
                    <a:pt x="35592" y="62211"/>
                    <a:pt x="35993" y="62545"/>
                  </a:cubicBezTo>
                  <a:cubicBezTo>
                    <a:pt x="36360" y="62912"/>
                    <a:pt x="36693" y="63379"/>
                    <a:pt x="36860" y="63879"/>
                  </a:cubicBezTo>
                  <a:cubicBezTo>
                    <a:pt x="37027" y="64380"/>
                    <a:pt x="37093" y="64913"/>
                    <a:pt x="37060" y="65514"/>
                  </a:cubicBezTo>
                  <a:cubicBezTo>
                    <a:pt x="37027" y="66681"/>
                    <a:pt x="36726" y="67849"/>
                    <a:pt x="36560" y="69050"/>
                  </a:cubicBezTo>
                  <a:cubicBezTo>
                    <a:pt x="36426" y="70050"/>
                    <a:pt x="36426" y="71118"/>
                    <a:pt x="36726" y="72052"/>
                  </a:cubicBezTo>
                  <a:cubicBezTo>
                    <a:pt x="37060" y="72952"/>
                    <a:pt x="37560" y="73620"/>
                    <a:pt x="37927" y="74053"/>
                  </a:cubicBezTo>
                  <a:lnTo>
                    <a:pt x="37894" y="74020"/>
                  </a:lnTo>
                  <a:lnTo>
                    <a:pt x="37894" y="74020"/>
                  </a:lnTo>
                  <a:cubicBezTo>
                    <a:pt x="38695" y="75021"/>
                    <a:pt x="39662" y="75854"/>
                    <a:pt x="40529" y="76688"/>
                  </a:cubicBezTo>
                  <a:cubicBezTo>
                    <a:pt x="41397" y="77522"/>
                    <a:pt x="42264" y="78390"/>
                    <a:pt x="42764" y="79424"/>
                  </a:cubicBezTo>
                  <a:cubicBezTo>
                    <a:pt x="43031" y="79924"/>
                    <a:pt x="43198" y="80524"/>
                    <a:pt x="43198" y="81058"/>
                  </a:cubicBezTo>
                  <a:cubicBezTo>
                    <a:pt x="43198" y="81625"/>
                    <a:pt x="43064" y="82192"/>
                    <a:pt x="42831" y="82726"/>
                  </a:cubicBezTo>
                  <a:cubicBezTo>
                    <a:pt x="42564" y="83260"/>
                    <a:pt x="42264" y="83793"/>
                    <a:pt x="41864" y="84194"/>
                  </a:cubicBezTo>
                  <a:cubicBezTo>
                    <a:pt x="41430" y="84594"/>
                    <a:pt x="40930" y="84894"/>
                    <a:pt x="40396" y="85128"/>
                  </a:cubicBezTo>
                  <a:cubicBezTo>
                    <a:pt x="39328" y="85595"/>
                    <a:pt x="38061" y="85862"/>
                    <a:pt x="36760" y="86062"/>
                  </a:cubicBezTo>
                  <a:cubicBezTo>
                    <a:pt x="35526" y="86262"/>
                    <a:pt x="34191" y="86462"/>
                    <a:pt x="32890" y="86962"/>
                  </a:cubicBezTo>
                  <a:cubicBezTo>
                    <a:pt x="32223" y="87229"/>
                    <a:pt x="31589" y="87563"/>
                    <a:pt x="31056" y="88030"/>
                  </a:cubicBezTo>
                  <a:cubicBezTo>
                    <a:pt x="30489" y="88463"/>
                    <a:pt x="30055" y="89064"/>
                    <a:pt x="29755" y="89731"/>
                  </a:cubicBezTo>
                  <a:cubicBezTo>
                    <a:pt x="29688" y="89898"/>
                    <a:pt x="29588" y="90065"/>
                    <a:pt x="29555" y="90231"/>
                  </a:cubicBezTo>
                  <a:lnTo>
                    <a:pt x="29388" y="90732"/>
                  </a:lnTo>
                  <a:cubicBezTo>
                    <a:pt x="29355" y="90899"/>
                    <a:pt x="29355" y="91099"/>
                    <a:pt x="29321" y="91265"/>
                  </a:cubicBezTo>
                  <a:cubicBezTo>
                    <a:pt x="29254" y="91466"/>
                    <a:pt x="29254" y="91632"/>
                    <a:pt x="29254" y="91799"/>
                  </a:cubicBezTo>
                  <a:cubicBezTo>
                    <a:pt x="29254" y="92533"/>
                    <a:pt x="29355" y="93200"/>
                    <a:pt x="29488" y="93867"/>
                  </a:cubicBezTo>
                  <a:cubicBezTo>
                    <a:pt x="30055" y="96469"/>
                    <a:pt x="31089" y="98904"/>
                    <a:pt x="32023" y="101273"/>
                  </a:cubicBezTo>
                  <a:cubicBezTo>
                    <a:pt x="33024" y="103574"/>
                    <a:pt x="32890" y="106143"/>
                    <a:pt x="33091" y="108645"/>
                  </a:cubicBezTo>
                  <a:cubicBezTo>
                    <a:pt x="33224" y="109946"/>
                    <a:pt x="33391" y="111213"/>
                    <a:pt x="33891" y="112414"/>
                  </a:cubicBezTo>
                  <a:cubicBezTo>
                    <a:pt x="34358" y="113615"/>
                    <a:pt x="35059" y="114716"/>
                    <a:pt x="35926" y="115583"/>
                  </a:cubicBezTo>
                  <a:cubicBezTo>
                    <a:pt x="36827" y="116450"/>
                    <a:pt x="37761" y="117217"/>
                    <a:pt x="38728" y="117885"/>
                  </a:cubicBezTo>
                  <a:cubicBezTo>
                    <a:pt x="39729" y="118552"/>
                    <a:pt x="40696" y="119119"/>
                    <a:pt x="41663" y="119753"/>
                  </a:cubicBezTo>
                  <a:cubicBezTo>
                    <a:pt x="42564" y="120386"/>
                    <a:pt x="43531" y="120953"/>
                    <a:pt x="44365" y="121621"/>
                  </a:cubicBezTo>
                  <a:lnTo>
                    <a:pt x="44999" y="122121"/>
                  </a:lnTo>
                  <a:cubicBezTo>
                    <a:pt x="45166" y="122288"/>
                    <a:pt x="45366" y="122454"/>
                    <a:pt x="45566" y="122655"/>
                  </a:cubicBezTo>
                  <a:cubicBezTo>
                    <a:pt x="46000" y="123055"/>
                    <a:pt x="46400" y="123388"/>
                    <a:pt x="46834" y="123722"/>
                  </a:cubicBezTo>
                  <a:cubicBezTo>
                    <a:pt x="48568" y="124990"/>
                    <a:pt x="50503" y="125757"/>
                    <a:pt x="52238" y="126424"/>
                  </a:cubicBezTo>
                  <a:cubicBezTo>
                    <a:pt x="54006" y="127091"/>
                    <a:pt x="55673" y="127758"/>
                    <a:pt x="57074" y="128559"/>
                  </a:cubicBezTo>
                  <a:cubicBezTo>
                    <a:pt x="57775" y="128926"/>
                    <a:pt x="58442" y="129393"/>
                    <a:pt x="59076" y="129793"/>
                  </a:cubicBezTo>
                  <a:cubicBezTo>
                    <a:pt x="59710" y="130227"/>
                    <a:pt x="60343" y="130627"/>
                    <a:pt x="60877" y="131061"/>
                  </a:cubicBezTo>
                  <a:cubicBezTo>
                    <a:pt x="61945" y="131895"/>
                    <a:pt x="62879" y="132728"/>
                    <a:pt x="63579" y="133496"/>
                  </a:cubicBezTo>
                  <a:cubicBezTo>
                    <a:pt x="64246" y="134296"/>
                    <a:pt x="64747" y="135097"/>
                    <a:pt x="65047" y="135764"/>
                  </a:cubicBezTo>
                  <a:cubicBezTo>
                    <a:pt x="65113" y="135931"/>
                    <a:pt x="65214" y="136098"/>
                    <a:pt x="65247" y="136264"/>
                  </a:cubicBezTo>
                  <a:cubicBezTo>
                    <a:pt x="65347" y="136398"/>
                    <a:pt x="65380" y="136565"/>
                    <a:pt x="65414" y="136665"/>
                  </a:cubicBezTo>
                  <a:cubicBezTo>
                    <a:pt x="65514" y="136965"/>
                    <a:pt x="65547" y="137232"/>
                    <a:pt x="65580" y="137398"/>
                  </a:cubicBezTo>
                  <a:cubicBezTo>
                    <a:pt x="65614" y="137565"/>
                    <a:pt x="65681" y="137732"/>
                    <a:pt x="65681" y="137799"/>
                  </a:cubicBezTo>
                  <a:lnTo>
                    <a:pt x="65681" y="137966"/>
                  </a:lnTo>
                  <a:cubicBezTo>
                    <a:pt x="65714" y="138232"/>
                    <a:pt x="65747" y="138433"/>
                    <a:pt x="65747" y="138599"/>
                  </a:cubicBezTo>
                  <a:cubicBezTo>
                    <a:pt x="65747" y="138766"/>
                    <a:pt x="65747" y="138933"/>
                    <a:pt x="65781" y="139066"/>
                  </a:cubicBezTo>
                  <a:cubicBezTo>
                    <a:pt x="65847" y="139300"/>
                    <a:pt x="65914" y="139433"/>
                    <a:pt x="65947" y="139433"/>
                  </a:cubicBezTo>
                  <a:cubicBezTo>
                    <a:pt x="66014" y="139433"/>
                    <a:pt x="66081" y="139300"/>
                    <a:pt x="66114" y="139066"/>
                  </a:cubicBezTo>
                  <a:cubicBezTo>
                    <a:pt x="66181" y="138799"/>
                    <a:pt x="66214" y="138433"/>
                    <a:pt x="66114" y="137899"/>
                  </a:cubicBezTo>
                  <a:lnTo>
                    <a:pt x="66114" y="137732"/>
                  </a:lnTo>
                  <a:cubicBezTo>
                    <a:pt x="66114" y="137599"/>
                    <a:pt x="66081" y="137465"/>
                    <a:pt x="66047" y="137265"/>
                  </a:cubicBezTo>
                  <a:cubicBezTo>
                    <a:pt x="66014" y="137065"/>
                    <a:pt x="65947" y="136798"/>
                    <a:pt x="65881" y="136498"/>
                  </a:cubicBezTo>
                  <a:cubicBezTo>
                    <a:pt x="65847" y="136398"/>
                    <a:pt x="65747" y="136231"/>
                    <a:pt x="65714" y="136064"/>
                  </a:cubicBezTo>
                  <a:cubicBezTo>
                    <a:pt x="65681" y="135897"/>
                    <a:pt x="65580" y="135731"/>
                    <a:pt x="65514" y="135564"/>
                  </a:cubicBezTo>
                  <a:cubicBezTo>
                    <a:pt x="65214" y="134797"/>
                    <a:pt x="64680" y="133963"/>
                    <a:pt x="63946" y="133129"/>
                  </a:cubicBezTo>
                  <a:cubicBezTo>
                    <a:pt x="63245" y="132295"/>
                    <a:pt x="62278" y="131428"/>
                    <a:pt x="61177" y="130594"/>
                  </a:cubicBezTo>
                  <a:cubicBezTo>
                    <a:pt x="60610" y="130127"/>
                    <a:pt x="60010" y="129726"/>
                    <a:pt x="59376" y="129293"/>
                  </a:cubicBezTo>
                  <a:cubicBezTo>
                    <a:pt x="58709" y="128892"/>
                    <a:pt x="58075" y="128425"/>
                    <a:pt x="57341" y="127992"/>
                  </a:cubicBezTo>
                  <a:cubicBezTo>
                    <a:pt x="55874" y="127225"/>
                    <a:pt x="54172" y="126491"/>
                    <a:pt x="52404" y="125824"/>
                  </a:cubicBezTo>
                  <a:cubicBezTo>
                    <a:pt x="50670" y="125123"/>
                    <a:pt x="48768" y="124389"/>
                    <a:pt x="47167" y="123155"/>
                  </a:cubicBezTo>
                  <a:cubicBezTo>
                    <a:pt x="46767" y="122888"/>
                    <a:pt x="46367" y="122555"/>
                    <a:pt x="46000" y="122154"/>
                  </a:cubicBezTo>
                  <a:cubicBezTo>
                    <a:pt x="45600" y="121787"/>
                    <a:pt x="45166" y="121420"/>
                    <a:pt x="44732" y="121087"/>
                  </a:cubicBezTo>
                  <a:cubicBezTo>
                    <a:pt x="43865" y="120386"/>
                    <a:pt x="42931" y="119786"/>
                    <a:pt x="41997" y="119152"/>
                  </a:cubicBezTo>
                  <a:cubicBezTo>
                    <a:pt x="40062" y="117951"/>
                    <a:pt x="38061" y="116750"/>
                    <a:pt x="36426" y="115083"/>
                  </a:cubicBezTo>
                  <a:cubicBezTo>
                    <a:pt x="35659" y="114249"/>
                    <a:pt x="35025" y="113248"/>
                    <a:pt x="34558" y="112147"/>
                  </a:cubicBezTo>
                  <a:cubicBezTo>
                    <a:pt x="34091" y="111080"/>
                    <a:pt x="33924" y="109879"/>
                    <a:pt x="33858" y="108645"/>
                  </a:cubicBezTo>
                  <a:cubicBezTo>
                    <a:pt x="33758" y="107410"/>
                    <a:pt x="33758" y="106143"/>
                    <a:pt x="33658" y="104875"/>
                  </a:cubicBezTo>
                  <a:cubicBezTo>
                    <a:pt x="33558" y="104241"/>
                    <a:pt x="33491" y="103574"/>
                    <a:pt x="33357" y="102940"/>
                  </a:cubicBezTo>
                  <a:cubicBezTo>
                    <a:pt x="33324" y="102640"/>
                    <a:pt x="33191" y="102307"/>
                    <a:pt x="33091" y="101973"/>
                  </a:cubicBezTo>
                  <a:lnTo>
                    <a:pt x="32757" y="101072"/>
                  </a:lnTo>
                  <a:cubicBezTo>
                    <a:pt x="31856" y="98637"/>
                    <a:pt x="30822" y="96269"/>
                    <a:pt x="30322" y="93767"/>
                  </a:cubicBezTo>
                  <a:cubicBezTo>
                    <a:pt x="30188" y="93133"/>
                    <a:pt x="30155" y="92533"/>
                    <a:pt x="30155" y="91933"/>
                  </a:cubicBezTo>
                  <a:cubicBezTo>
                    <a:pt x="30188" y="91766"/>
                    <a:pt x="30155" y="91599"/>
                    <a:pt x="30188" y="91466"/>
                  </a:cubicBezTo>
                  <a:cubicBezTo>
                    <a:pt x="30222" y="91366"/>
                    <a:pt x="30222" y="91199"/>
                    <a:pt x="30255" y="91065"/>
                  </a:cubicBezTo>
                  <a:lnTo>
                    <a:pt x="30389" y="90632"/>
                  </a:lnTo>
                  <a:cubicBezTo>
                    <a:pt x="30422" y="90532"/>
                    <a:pt x="30522" y="90365"/>
                    <a:pt x="30555" y="90231"/>
                  </a:cubicBezTo>
                  <a:cubicBezTo>
                    <a:pt x="30822" y="89698"/>
                    <a:pt x="31156" y="89197"/>
                    <a:pt x="31589" y="88797"/>
                  </a:cubicBezTo>
                  <a:cubicBezTo>
                    <a:pt x="32056" y="88430"/>
                    <a:pt x="32590" y="88130"/>
                    <a:pt x="33191" y="87930"/>
                  </a:cubicBezTo>
                  <a:cubicBezTo>
                    <a:pt x="34358" y="87463"/>
                    <a:pt x="35592" y="87263"/>
                    <a:pt x="36893" y="87062"/>
                  </a:cubicBezTo>
                  <a:cubicBezTo>
                    <a:pt x="38194" y="86796"/>
                    <a:pt x="39529" y="86595"/>
                    <a:pt x="40763" y="86062"/>
                  </a:cubicBezTo>
                  <a:cubicBezTo>
                    <a:pt x="41397" y="85762"/>
                    <a:pt x="42030" y="85395"/>
                    <a:pt x="42531" y="84894"/>
                  </a:cubicBezTo>
                  <a:cubicBezTo>
                    <a:pt x="43031" y="84394"/>
                    <a:pt x="43398" y="83793"/>
                    <a:pt x="43698" y="83193"/>
                  </a:cubicBezTo>
                  <a:cubicBezTo>
                    <a:pt x="43998" y="82559"/>
                    <a:pt x="44165" y="81859"/>
                    <a:pt x="44165" y="81125"/>
                  </a:cubicBezTo>
                  <a:cubicBezTo>
                    <a:pt x="44165" y="80424"/>
                    <a:pt x="43932" y="79724"/>
                    <a:pt x="43665" y="79090"/>
                  </a:cubicBezTo>
                  <a:cubicBezTo>
                    <a:pt x="43064" y="77856"/>
                    <a:pt x="42097" y="76922"/>
                    <a:pt x="41230" y="76055"/>
                  </a:cubicBezTo>
                  <a:cubicBezTo>
                    <a:pt x="40329" y="75187"/>
                    <a:pt x="39395" y="74353"/>
                    <a:pt x="38695" y="73453"/>
                  </a:cubicBezTo>
                  <a:cubicBezTo>
                    <a:pt x="38394" y="73086"/>
                    <a:pt x="37994" y="72552"/>
                    <a:pt x="37727" y="71785"/>
                  </a:cubicBezTo>
                  <a:cubicBezTo>
                    <a:pt x="37527" y="71051"/>
                    <a:pt x="37494" y="70084"/>
                    <a:pt x="37594" y="69150"/>
                  </a:cubicBezTo>
                  <a:cubicBezTo>
                    <a:pt x="37727" y="68015"/>
                    <a:pt x="38027" y="66815"/>
                    <a:pt x="38094" y="65547"/>
                  </a:cubicBezTo>
                  <a:cubicBezTo>
                    <a:pt x="38161" y="64880"/>
                    <a:pt x="38061" y="64213"/>
                    <a:pt x="37861" y="63546"/>
                  </a:cubicBezTo>
                  <a:cubicBezTo>
                    <a:pt x="37594" y="62878"/>
                    <a:pt x="37193" y="62278"/>
                    <a:pt x="36693" y="61778"/>
                  </a:cubicBezTo>
                  <a:cubicBezTo>
                    <a:pt x="36560" y="61644"/>
                    <a:pt x="36393" y="61578"/>
                    <a:pt x="36226" y="61444"/>
                  </a:cubicBezTo>
                  <a:cubicBezTo>
                    <a:pt x="36059" y="61377"/>
                    <a:pt x="35926" y="61277"/>
                    <a:pt x="35759" y="61211"/>
                  </a:cubicBezTo>
                  <a:cubicBezTo>
                    <a:pt x="35426" y="61044"/>
                    <a:pt x="35159" y="60910"/>
                    <a:pt x="34825" y="60810"/>
                  </a:cubicBezTo>
                  <a:cubicBezTo>
                    <a:pt x="34191" y="60610"/>
                    <a:pt x="33558" y="60510"/>
                    <a:pt x="32924" y="60310"/>
                  </a:cubicBezTo>
                  <a:cubicBezTo>
                    <a:pt x="32323" y="60210"/>
                    <a:pt x="31723" y="60043"/>
                    <a:pt x="31156" y="59843"/>
                  </a:cubicBezTo>
                  <a:cubicBezTo>
                    <a:pt x="30889" y="59710"/>
                    <a:pt x="30589" y="59609"/>
                    <a:pt x="30355" y="59443"/>
                  </a:cubicBezTo>
                  <a:lnTo>
                    <a:pt x="30222" y="59376"/>
                  </a:lnTo>
                  <a:lnTo>
                    <a:pt x="30088" y="59243"/>
                  </a:lnTo>
                  <a:lnTo>
                    <a:pt x="29822" y="58909"/>
                  </a:lnTo>
                  <a:cubicBezTo>
                    <a:pt x="28988" y="57942"/>
                    <a:pt x="28354" y="56841"/>
                    <a:pt x="27553" y="55707"/>
                  </a:cubicBezTo>
                  <a:cubicBezTo>
                    <a:pt x="27353" y="55406"/>
                    <a:pt x="27153" y="55106"/>
                    <a:pt x="26919" y="54873"/>
                  </a:cubicBezTo>
                  <a:cubicBezTo>
                    <a:pt x="26719" y="54606"/>
                    <a:pt x="26486" y="54372"/>
                    <a:pt x="26219" y="54106"/>
                  </a:cubicBezTo>
                  <a:cubicBezTo>
                    <a:pt x="25685" y="53672"/>
                    <a:pt x="25152" y="53205"/>
                    <a:pt x="24518" y="52871"/>
                  </a:cubicBezTo>
                  <a:cubicBezTo>
                    <a:pt x="23317" y="52171"/>
                    <a:pt x="21916" y="51737"/>
                    <a:pt x="20582" y="51437"/>
                  </a:cubicBezTo>
                  <a:cubicBezTo>
                    <a:pt x="19214" y="51203"/>
                    <a:pt x="17846" y="51037"/>
                    <a:pt x="16512" y="50903"/>
                  </a:cubicBezTo>
                  <a:cubicBezTo>
                    <a:pt x="13843" y="50603"/>
                    <a:pt x="11142" y="50370"/>
                    <a:pt x="8740" y="49269"/>
                  </a:cubicBezTo>
                  <a:cubicBezTo>
                    <a:pt x="7539" y="48735"/>
                    <a:pt x="6505" y="47934"/>
                    <a:pt x="5671" y="46967"/>
                  </a:cubicBezTo>
                  <a:lnTo>
                    <a:pt x="5371" y="46600"/>
                  </a:lnTo>
                  <a:lnTo>
                    <a:pt x="5204" y="46433"/>
                  </a:lnTo>
                  <a:lnTo>
                    <a:pt x="5171" y="46400"/>
                  </a:lnTo>
                  <a:lnTo>
                    <a:pt x="5071" y="46267"/>
                  </a:lnTo>
                  <a:cubicBezTo>
                    <a:pt x="4904" y="46000"/>
                    <a:pt x="4704" y="45700"/>
                    <a:pt x="4537" y="45399"/>
                  </a:cubicBezTo>
                  <a:cubicBezTo>
                    <a:pt x="4170" y="44866"/>
                    <a:pt x="3836" y="44265"/>
                    <a:pt x="3469" y="43731"/>
                  </a:cubicBezTo>
                  <a:cubicBezTo>
                    <a:pt x="2736" y="42664"/>
                    <a:pt x="2068" y="41530"/>
                    <a:pt x="1535" y="40362"/>
                  </a:cubicBezTo>
                  <a:cubicBezTo>
                    <a:pt x="1301" y="39762"/>
                    <a:pt x="1034" y="39195"/>
                    <a:pt x="901" y="38594"/>
                  </a:cubicBezTo>
                  <a:cubicBezTo>
                    <a:pt x="801" y="38027"/>
                    <a:pt x="834" y="37494"/>
                    <a:pt x="1034" y="36893"/>
                  </a:cubicBezTo>
                  <a:cubicBezTo>
                    <a:pt x="1468" y="35759"/>
                    <a:pt x="2202" y="34692"/>
                    <a:pt x="2635" y="33424"/>
                  </a:cubicBezTo>
                  <a:cubicBezTo>
                    <a:pt x="2736" y="33090"/>
                    <a:pt x="2836" y="32824"/>
                    <a:pt x="2869" y="32423"/>
                  </a:cubicBezTo>
                  <a:lnTo>
                    <a:pt x="2869" y="32257"/>
                  </a:lnTo>
                  <a:lnTo>
                    <a:pt x="2869" y="32123"/>
                  </a:lnTo>
                  <a:lnTo>
                    <a:pt x="2836" y="31890"/>
                  </a:lnTo>
                  <a:cubicBezTo>
                    <a:pt x="2836" y="31723"/>
                    <a:pt x="2836" y="31556"/>
                    <a:pt x="2802" y="31389"/>
                  </a:cubicBezTo>
                  <a:cubicBezTo>
                    <a:pt x="2669" y="30722"/>
                    <a:pt x="2502" y="30155"/>
                    <a:pt x="2302" y="29555"/>
                  </a:cubicBezTo>
                  <a:cubicBezTo>
                    <a:pt x="1902" y="28420"/>
                    <a:pt x="1568" y="27320"/>
                    <a:pt x="1735" y="26219"/>
                  </a:cubicBezTo>
                  <a:cubicBezTo>
                    <a:pt x="1902" y="25151"/>
                    <a:pt x="2535" y="24184"/>
                    <a:pt x="3169" y="23250"/>
                  </a:cubicBezTo>
                  <a:cubicBezTo>
                    <a:pt x="3469" y="22816"/>
                    <a:pt x="3803" y="22349"/>
                    <a:pt x="4070" y="21849"/>
                  </a:cubicBezTo>
                  <a:cubicBezTo>
                    <a:pt x="4237" y="21582"/>
                    <a:pt x="4370" y="21349"/>
                    <a:pt x="4503" y="21082"/>
                  </a:cubicBezTo>
                  <a:lnTo>
                    <a:pt x="4570" y="20882"/>
                  </a:lnTo>
                  <a:cubicBezTo>
                    <a:pt x="4637" y="20815"/>
                    <a:pt x="4670" y="20682"/>
                    <a:pt x="4670" y="20648"/>
                  </a:cubicBezTo>
                  <a:cubicBezTo>
                    <a:pt x="4670" y="20515"/>
                    <a:pt x="4704" y="20348"/>
                    <a:pt x="4737" y="20215"/>
                  </a:cubicBezTo>
                  <a:cubicBezTo>
                    <a:pt x="5004" y="19147"/>
                    <a:pt x="5037" y="18046"/>
                    <a:pt x="5237" y="17079"/>
                  </a:cubicBezTo>
                  <a:cubicBezTo>
                    <a:pt x="5337" y="16579"/>
                    <a:pt x="5471" y="16145"/>
                    <a:pt x="5671" y="15711"/>
                  </a:cubicBezTo>
                  <a:cubicBezTo>
                    <a:pt x="5838" y="15311"/>
                    <a:pt x="6138" y="14911"/>
                    <a:pt x="6405" y="14544"/>
                  </a:cubicBezTo>
                  <a:cubicBezTo>
                    <a:pt x="7005" y="13810"/>
                    <a:pt x="7706" y="13243"/>
                    <a:pt x="8473" y="12743"/>
                  </a:cubicBezTo>
                  <a:cubicBezTo>
                    <a:pt x="9974" y="11742"/>
                    <a:pt x="11475" y="11008"/>
                    <a:pt x="12743" y="10141"/>
                  </a:cubicBezTo>
                  <a:cubicBezTo>
                    <a:pt x="14010" y="9240"/>
                    <a:pt x="15044" y="8206"/>
                    <a:pt x="15645" y="7072"/>
                  </a:cubicBezTo>
                  <a:cubicBezTo>
                    <a:pt x="16212" y="5971"/>
                    <a:pt x="16412" y="4904"/>
                    <a:pt x="16512" y="4036"/>
                  </a:cubicBezTo>
                  <a:cubicBezTo>
                    <a:pt x="16512" y="3803"/>
                    <a:pt x="16545" y="3636"/>
                    <a:pt x="16545" y="3403"/>
                  </a:cubicBezTo>
                  <a:lnTo>
                    <a:pt x="16545" y="2869"/>
                  </a:lnTo>
                  <a:cubicBezTo>
                    <a:pt x="16545" y="2535"/>
                    <a:pt x="16512" y="2235"/>
                    <a:pt x="16512" y="2035"/>
                  </a:cubicBezTo>
                  <a:cubicBezTo>
                    <a:pt x="16512" y="1835"/>
                    <a:pt x="16479" y="1668"/>
                    <a:pt x="16479" y="1535"/>
                  </a:cubicBezTo>
                  <a:cubicBezTo>
                    <a:pt x="16412" y="1401"/>
                    <a:pt x="16412" y="1368"/>
                    <a:pt x="16412" y="1368"/>
                  </a:cubicBezTo>
                  <a:cubicBezTo>
                    <a:pt x="16345" y="867"/>
                    <a:pt x="16245" y="534"/>
                    <a:pt x="16012" y="334"/>
                  </a:cubicBezTo>
                  <a:cubicBezTo>
                    <a:pt x="15912" y="67"/>
                    <a:pt x="15845" y="0"/>
                    <a:pt x="158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27" name="Google Shape;2427;p21"/>
            <p:cNvSpPr/>
            <p:nvPr/>
          </p:nvSpPr>
          <p:spPr>
            <a:xfrm>
              <a:off x="10119395" y="1094910"/>
              <a:ext cx="819551" cy="1132155"/>
            </a:xfrm>
            <a:custGeom>
              <a:avLst/>
              <a:gdLst/>
              <a:ahLst/>
              <a:cxnLst/>
              <a:rect l="l" t="t" r="r" b="b"/>
              <a:pathLst>
                <a:path w="36376" h="50251" extrusionOk="0">
                  <a:moveTo>
                    <a:pt x="1369" y="1"/>
                  </a:moveTo>
                  <a:cubicBezTo>
                    <a:pt x="1207" y="1"/>
                    <a:pt x="1140" y="246"/>
                    <a:pt x="1334" y="616"/>
                  </a:cubicBezTo>
                  <a:cubicBezTo>
                    <a:pt x="1334" y="616"/>
                    <a:pt x="1368" y="649"/>
                    <a:pt x="1435" y="816"/>
                  </a:cubicBezTo>
                  <a:cubicBezTo>
                    <a:pt x="1435" y="916"/>
                    <a:pt x="1468" y="983"/>
                    <a:pt x="1501" y="1116"/>
                  </a:cubicBezTo>
                  <a:cubicBezTo>
                    <a:pt x="1501" y="1216"/>
                    <a:pt x="1501" y="1383"/>
                    <a:pt x="1535" y="1483"/>
                  </a:cubicBezTo>
                  <a:cubicBezTo>
                    <a:pt x="1635" y="2117"/>
                    <a:pt x="1435" y="2951"/>
                    <a:pt x="867" y="3985"/>
                  </a:cubicBezTo>
                  <a:cubicBezTo>
                    <a:pt x="634" y="4485"/>
                    <a:pt x="300" y="5119"/>
                    <a:pt x="134" y="5820"/>
                  </a:cubicBezTo>
                  <a:cubicBezTo>
                    <a:pt x="100" y="6053"/>
                    <a:pt x="34" y="6220"/>
                    <a:pt x="34" y="6420"/>
                  </a:cubicBezTo>
                  <a:cubicBezTo>
                    <a:pt x="34" y="6587"/>
                    <a:pt x="0" y="6787"/>
                    <a:pt x="34" y="6987"/>
                  </a:cubicBezTo>
                  <a:cubicBezTo>
                    <a:pt x="34" y="7221"/>
                    <a:pt x="100" y="7387"/>
                    <a:pt x="134" y="7588"/>
                  </a:cubicBezTo>
                  <a:cubicBezTo>
                    <a:pt x="167" y="7754"/>
                    <a:pt x="167" y="7955"/>
                    <a:pt x="267" y="8155"/>
                  </a:cubicBezTo>
                  <a:cubicBezTo>
                    <a:pt x="334" y="8321"/>
                    <a:pt x="367" y="8555"/>
                    <a:pt x="501" y="8755"/>
                  </a:cubicBezTo>
                  <a:lnTo>
                    <a:pt x="667" y="9055"/>
                  </a:lnTo>
                  <a:cubicBezTo>
                    <a:pt x="701" y="9155"/>
                    <a:pt x="801" y="9255"/>
                    <a:pt x="867" y="9322"/>
                  </a:cubicBezTo>
                  <a:cubicBezTo>
                    <a:pt x="1001" y="9556"/>
                    <a:pt x="1201" y="9656"/>
                    <a:pt x="1368" y="9823"/>
                  </a:cubicBezTo>
                  <a:cubicBezTo>
                    <a:pt x="1601" y="9956"/>
                    <a:pt x="1801" y="10089"/>
                    <a:pt x="2002" y="10156"/>
                  </a:cubicBezTo>
                  <a:cubicBezTo>
                    <a:pt x="2869" y="10556"/>
                    <a:pt x="3803" y="10623"/>
                    <a:pt x="4637" y="10923"/>
                  </a:cubicBezTo>
                  <a:cubicBezTo>
                    <a:pt x="5037" y="11057"/>
                    <a:pt x="5471" y="11257"/>
                    <a:pt x="5804" y="11490"/>
                  </a:cubicBezTo>
                  <a:lnTo>
                    <a:pt x="5938" y="11590"/>
                  </a:lnTo>
                  <a:lnTo>
                    <a:pt x="5971" y="11624"/>
                  </a:lnTo>
                  <a:cubicBezTo>
                    <a:pt x="5971" y="11657"/>
                    <a:pt x="6004" y="11724"/>
                    <a:pt x="6038" y="11724"/>
                  </a:cubicBezTo>
                  <a:lnTo>
                    <a:pt x="6138" y="11757"/>
                  </a:lnTo>
                  <a:cubicBezTo>
                    <a:pt x="6171" y="11791"/>
                    <a:pt x="6271" y="11891"/>
                    <a:pt x="6338" y="11924"/>
                  </a:cubicBezTo>
                  <a:cubicBezTo>
                    <a:pt x="6505" y="12091"/>
                    <a:pt x="6638" y="12224"/>
                    <a:pt x="6772" y="12424"/>
                  </a:cubicBezTo>
                  <a:cubicBezTo>
                    <a:pt x="7039" y="12791"/>
                    <a:pt x="7272" y="13225"/>
                    <a:pt x="7506" y="13659"/>
                  </a:cubicBezTo>
                  <a:cubicBezTo>
                    <a:pt x="7639" y="13892"/>
                    <a:pt x="7806" y="14126"/>
                    <a:pt x="7973" y="14326"/>
                  </a:cubicBezTo>
                  <a:cubicBezTo>
                    <a:pt x="8106" y="14459"/>
                    <a:pt x="8173" y="14593"/>
                    <a:pt x="8306" y="14659"/>
                  </a:cubicBezTo>
                  <a:cubicBezTo>
                    <a:pt x="8339" y="14693"/>
                    <a:pt x="8373" y="14759"/>
                    <a:pt x="8473" y="14793"/>
                  </a:cubicBezTo>
                  <a:lnTo>
                    <a:pt x="8540" y="14826"/>
                  </a:lnTo>
                  <a:lnTo>
                    <a:pt x="8606" y="14893"/>
                  </a:lnTo>
                  <a:lnTo>
                    <a:pt x="8640" y="14926"/>
                  </a:lnTo>
                  <a:lnTo>
                    <a:pt x="8706" y="14993"/>
                  </a:lnTo>
                  <a:cubicBezTo>
                    <a:pt x="8773" y="15060"/>
                    <a:pt x="8840" y="15093"/>
                    <a:pt x="8873" y="15126"/>
                  </a:cubicBezTo>
                  <a:lnTo>
                    <a:pt x="9273" y="15393"/>
                  </a:lnTo>
                  <a:cubicBezTo>
                    <a:pt x="9540" y="15493"/>
                    <a:pt x="9807" y="15627"/>
                    <a:pt x="10107" y="15660"/>
                  </a:cubicBezTo>
                  <a:cubicBezTo>
                    <a:pt x="10641" y="15793"/>
                    <a:pt x="11175" y="15827"/>
                    <a:pt x="11675" y="15894"/>
                  </a:cubicBezTo>
                  <a:cubicBezTo>
                    <a:pt x="12176" y="15927"/>
                    <a:pt x="12643" y="15994"/>
                    <a:pt x="13110" y="16160"/>
                  </a:cubicBezTo>
                  <a:lnTo>
                    <a:pt x="13810" y="16427"/>
                  </a:lnTo>
                  <a:lnTo>
                    <a:pt x="14477" y="16761"/>
                  </a:lnTo>
                  <a:cubicBezTo>
                    <a:pt x="15345" y="17228"/>
                    <a:pt x="16145" y="17828"/>
                    <a:pt x="17012" y="18429"/>
                  </a:cubicBezTo>
                  <a:cubicBezTo>
                    <a:pt x="17846" y="18996"/>
                    <a:pt x="18780" y="19563"/>
                    <a:pt x="19648" y="20063"/>
                  </a:cubicBezTo>
                  <a:cubicBezTo>
                    <a:pt x="19848" y="20163"/>
                    <a:pt x="20115" y="20263"/>
                    <a:pt x="20348" y="20397"/>
                  </a:cubicBezTo>
                  <a:cubicBezTo>
                    <a:pt x="20615" y="20497"/>
                    <a:pt x="20882" y="20564"/>
                    <a:pt x="21149" y="20630"/>
                  </a:cubicBezTo>
                  <a:cubicBezTo>
                    <a:pt x="21449" y="20664"/>
                    <a:pt x="21716" y="20730"/>
                    <a:pt x="21983" y="20730"/>
                  </a:cubicBezTo>
                  <a:cubicBezTo>
                    <a:pt x="22216" y="20730"/>
                    <a:pt x="22516" y="20730"/>
                    <a:pt x="22716" y="20664"/>
                  </a:cubicBezTo>
                  <a:cubicBezTo>
                    <a:pt x="23183" y="20630"/>
                    <a:pt x="23650" y="20597"/>
                    <a:pt x="24117" y="20597"/>
                  </a:cubicBezTo>
                  <a:cubicBezTo>
                    <a:pt x="24551" y="20597"/>
                    <a:pt x="25018" y="20597"/>
                    <a:pt x="25452" y="20630"/>
                  </a:cubicBezTo>
                  <a:cubicBezTo>
                    <a:pt x="26286" y="20764"/>
                    <a:pt x="27186" y="21064"/>
                    <a:pt x="28020" y="21431"/>
                  </a:cubicBezTo>
                  <a:cubicBezTo>
                    <a:pt x="28854" y="21798"/>
                    <a:pt x="29688" y="22331"/>
                    <a:pt x="30322" y="22965"/>
                  </a:cubicBezTo>
                  <a:lnTo>
                    <a:pt x="30522" y="23232"/>
                  </a:lnTo>
                  <a:lnTo>
                    <a:pt x="30622" y="23299"/>
                  </a:lnTo>
                  <a:lnTo>
                    <a:pt x="30689" y="23432"/>
                  </a:lnTo>
                  <a:lnTo>
                    <a:pt x="31022" y="23999"/>
                  </a:lnTo>
                  <a:cubicBezTo>
                    <a:pt x="31156" y="24233"/>
                    <a:pt x="31223" y="24433"/>
                    <a:pt x="31323" y="24633"/>
                  </a:cubicBezTo>
                  <a:cubicBezTo>
                    <a:pt x="31389" y="24833"/>
                    <a:pt x="31456" y="25067"/>
                    <a:pt x="31523" y="25267"/>
                  </a:cubicBezTo>
                  <a:cubicBezTo>
                    <a:pt x="31790" y="26101"/>
                    <a:pt x="31823" y="27001"/>
                    <a:pt x="31723" y="27835"/>
                  </a:cubicBezTo>
                  <a:cubicBezTo>
                    <a:pt x="31690" y="28669"/>
                    <a:pt x="31489" y="29503"/>
                    <a:pt x="31323" y="30270"/>
                  </a:cubicBezTo>
                  <a:cubicBezTo>
                    <a:pt x="31156" y="31004"/>
                    <a:pt x="30989" y="31738"/>
                    <a:pt x="30856" y="32405"/>
                  </a:cubicBezTo>
                  <a:cubicBezTo>
                    <a:pt x="30555" y="33673"/>
                    <a:pt x="30622" y="34740"/>
                    <a:pt x="30655" y="35241"/>
                  </a:cubicBezTo>
                  <a:lnTo>
                    <a:pt x="30655" y="35174"/>
                  </a:lnTo>
                  <a:cubicBezTo>
                    <a:pt x="30689" y="36141"/>
                    <a:pt x="31122" y="36942"/>
                    <a:pt x="31389" y="37642"/>
                  </a:cubicBezTo>
                  <a:cubicBezTo>
                    <a:pt x="31690" y="38343"/>
                    <a:pt x="31856" y="39010"/>
                    <a:pt x="31856" y="39644"/>
                  </a:cubicBezTo>
                  <a:cubicBezTo>
                    <a:pt x="31856" y="39811"/>
                    <a:pt x="31823" y="39944"/>
                    <a:pt x="31823" y="40111"/>
                  </a:cubicBezTo>
                  <a:cubicBezTo>
                    <a:pt x="31790" y="40278"/>
                    <a:pt x="31723" y="40444"/>
                    <a:pt x="31690" y="40578"/>
                  </a:cubicBezTo>
                  <a:cubicBezTo>
                    <a:pt x="31623" y="40845"/>
                    <a:pt x="31489" y="41145"/>
                    <a:pt x="31389" y="41412"/>
                  </a:cubicBezTo>
                  <a:cubicBezTo>
                    <a:pt x="31156" y="41946"/>
                    <a:pt x="30956" y="42413"/>
                    <a:pt x="30789" y="42846"/>
                  </a:cubicBezTo>
                  <a:cubicBezTo>
                    <a:pt x="30722" y="42980"/>
                    <a:pt x="30689" y="43113"/>
                    <a:pt x="30655" y="43180"/>
                  </a:cubicBezTo>
                  <a:cubicBezTo>
                    <a:pt x="30622" y="43280"/>
                    <a:pt x="30622" y="43413"/>
                    <a:pt x="30555" y="43480"/>
                  </a:cubicBezTo>
                  <a:cubicBezTo>
                    <a:pt x="30489" y="43680"/>
                    <a:pt x="30455" y="43847"/>
                    <a:pt x="30455" y="44014"/>
                  </a:cubicBezTo>
                  <a:cubicBezTo>
                    <a:pt x="30455" y="44247"/>
                    <a:pt x="30389" y="44347"/>
                    <a:pt x="30389" y="44481"/>
                  </a:cubicBezTo>
                  <a:lnTo>
                    <a:pt x="30389" y="44781"/>
                  </a:lnTo>
                  <a:cubicBezTo>
                    <a:pt x="30389" y="44899"/>
                    <a:pt x="30389" y="44955"/>
                    <a:pt x="30393" y="44955"/>
                  </a:cubicBezTo>
                  <a:cubicBezTo>
                    <a:pt x="30399" y="44955"/>
                    <a:pt x="30415" y="44823"/>
                    <a:pt x="30455" y="44581"/>
                  </a:cubicBezTo>
                  <a:lnTo>
                    <a:pt x="30455" y="44581"/>
                  </a:lnTo>
                  <a:cubicBezTo>
                    <a:pt x="30355" y="45481"/>
                    <a:pt x="30389" y="46315"/>
                    <a:pt x="30655" y="47083"/>
                  </a:cubicBezTo>
                  <a:cubicBezTo>
                    <a:pt x="30889" y="47783"/>
                    <a:pt x="31356" y="48350"/>
                    <a:pt x="31856" y="48684"/>
                  </a:cubicBezTo>
                  <a:cubicBezTo>
                    <a:pt x="32323" y="49084"/>
                    <a:pt x="32824" y="49251"/>
                    <a:pt x="33191" y="49418"/>
                  </a:cubicBezTo>
                  <a:cubicBezTo>
                    <a:pt x="33558" y="49584"/>
                    <a:pt x="33891" y="49684"/>
                    <a:pt x="34191" y="49784"/>
                  </a:cubicBezTo>
                  <a:cubicBezTo>
                    <a:pt x="35325" y="50118"/>
                    <a:pt x="35626" y="50185"/>
                    <a:pt x="35626" y="50185"/>
                  </a:cubicBezTo>
                  <a:cubicBezTo>
                    <a:pt x="35763" y="50231"/>
                    <a:pt x="35880" y="50251"/>
                    <a:pt x="35975" y="50251"/>
                  </a:cubicBezTo>
                  <a:cubicBezTo>
                    <a:pt x="36362" y="50251"/>
                    <a:pt x="36375" y="49913"/>
                    <a:pt x="35893" y="49618"/>
                  </a:cubicBezTo>
                  <a:cubicBezTo>
                    <a:pt x="35893" y="49618"/>
                    <a:pt x="35659" y="49518"/>
                    <a:pt x="34525" y="49184"/>
                  </a:cubicBezTo>
                  <a:cubicBezTo>
                    <a:pt x="34225" y="49117"/>
                    <a:pt x="33891" y="49017"/>
                    <a:pt x="33524" y="48850"/>
                  </a:cubicBezTo>
                  <a:cubicBezTo>
                    <a:pt x="33157" y="48684"/>
                    <a:pt x="32724" y="48517"/>
                    <a:pt x="32323" y="48183"/>
                  </a:cubicBezTo>
                  <a:cubicBezTo>
                    <a:pt x="31890" y="47916"/>
                    <a:pt x="31523" y="47449"/>
                    <a:pt x="31323" y="46816"/>
                  </a:cubicBezTo>
                  <a:cubicBezTo>
                    <a:pt x="31152" y="46277"/>
                    <a:pt x="31127" y="45641"/>
                    <a:pt x="31144" y="44909"/>
                  </a:cubicBezTo>
                  <a:lnTo>
                    <a:pt x="31144" y="44909"/>
                  </a:lnTo>
                  <a:cubicBezTo>
                    <a:pt x="31144" y="44913"/>
                    <a:pt x="31145" y="44915"/>
                    <a:pt x="31146" y="44915"/>
                  </a:cubicBezTo>
                  <a:cubicBezTo>
                    <a:pt x="31150" y="44915"/>
                    <a:pt x="31156" y="44856"/>
                    <a:pt x="31156" y="44748"/>
                  </a:cubicBezTo>
                  <a:lnTo>
                    <a:pt x="31156" y="44447"/>
                  </a:lnTo>
                  <a:cubicBezTo>
                    <a:pt x="31156" y="44314"/>
                    <a:pt x="31189" y="44180"/>
                    <a:pt x="31189" y="44080"/>
                  </a:cubicBezTo>
                  <a:cubicBezTo>
                    <a:pt x="31189" y="43947"/>
                    <a:pt x="31223" y="43780"/>
                    <a:pt x="31289" y="43613"/>
                  </a:cubicBezTo>
                  <a:cubicBezTo>
                    <a:pt x="31323" y="43513"/>
                    <a:pt x="31323" y="43447"/>
                    <a:pt x="31356" y="43347"/>
                  </a:cubicBezTo>
                  <a:cubicBezTo>
                    <a:pt x="31389" y="43280"/>
                    <a:pt x="31456" y="43146"/>
                    <a:pt x="31489" y="43080"/>
                  </a:cubicBezTo>
                  <a:cubicBezTo>
                    <a:pt x="31656" y="42646"/>
                    <a:pt x="31856" y="42179"/>
                    <a:pt x="32123" y="41645"/>
                  </a:cubicBezTo>
                  <a:cubicBezTo>
                    <a:pt x="32223" y="41412"/>
                    <a:pt x="32357" y="41112"/>
                    <a:pt x="32457" y="40778"/>
                  </a:cubicBezTo>
                  <a:lnTo>
                    <a:pt x="32557" y="40278"/>
                  </a:lnTo>
                  <a:cubicBezTo>
                    <a:pt x="32557" y="40111"/>
                    <a:pt x="32624" y="39944"/>
                    <a:pt x="32624" y="39744"/>
                  </a:cubicBezTo>
                  <a:cubicBezTo>
                    <a:pt x="32657" y="38977"/>
                    <a:pt x="32457" y="38176"/>
                    <a:pt x="32157" y="37442"/>
                  </a:cubicBezTo>
                  <a:cubicBezTo>
                    <a:pt x="31856" y="36675"/>
                    <a:pt x="31489" y="35975"/>
                    <a:pt x="31489" y="35241"/>
                  </a:cubicBezTo>
                  <a:lnTo>
                    <a:pt x="31489" y="35174"/>
                  </a:lnTo>
                  <a:cubicBezTo>
                    <a:pt x="31456" y="34740"/>
                    <a:pt x="31456" y="33806"/>
                    <a:pt x="31723" y="32572"/>
                  </a:cubicBezTo>
                  <a:cubicBezTo>
                    <a:pt x="31856" y="31938"/>
                    <a:pt x="32023" y="31238"/>
                    <a:pt x="32223" y="30471"/>
                  </a:cubicBezTo>
                  <a:cubicBezTo>
                    <a:pt x="32457" y="29670"/>
                    <a:pt x="32657" y="28836"/>
                    <a:pt x="32724" y="27935"/>
                  </a:cubicBezTo>
                  <a:cubicBezTo>
                    <a:pt x="32957" y="26101"/>
                    <a:pt x="32624" y="23899"/>
                    <a:pt x="31122" y="22265"/>
                  </a:cubicBezTo>
                  <a:cubicBezTo>
                    <a:pt x="30355" y="21498"/>
                    <a:pt x="29488" y="20964"/>
                    <a:pt x="28554" y="20497"/>
                  </a:cubicBezTo>
                  <a:cubicBezTo>
                    <a:pt x="27653" y="20063"/>
                    <a:pt x="26686" y="19763"/>
                    <a:pt x="25685" y="19596"/>
                  </a:cubicBezTo>
                  <a:cubicBezTo>
                    <a:pt x="25185" y="19596"/>
                    <a:pt x="24718" y="19563"/>
                    <a:pt x="24218" y="19563"/>
                  </a:cubicBezTo>
                  <a:cubicBezTo>
                    <a:pt x="23717" y="19596"/>
                    <a:pt x="23217" y="19596"/>
                    <a:pt x="22783" y="19630"/>
                  </a:cubicBezTo>
                  <a:cubicBezTo>
                    <a:pt x="22516" y="19663"/>
                    <a:pt x="22316" y="19663"/>
                    <a:pt x="22049" y="19663"/>
                  </a:cubicBezTo>
                  <a:cubicBezTo>
                    <a:pt x="21849" y="19663"/>
                    <a:pt x="21649" y="19663"/>
                    <a:pt x="21449" y="19630"/>
                  </a:cubicBezTo>
                  <a:cubicBezTo>
                    <a:pt x="21215" y="19596"/>
                    <a:pt x="21015" y="19563"/>
                    <a:pt x="20815" y="19463"/>
                  </a:cubicBezTo>
                  <a:cubicBezTo>
                    <a:pt x="20615" y="19396"/>
                    <a:pt x="20381" y="19263"/>
                    <a:pt x="20181" y="19163"/>
                  </a:cubicBezTo>
                  <a:cubicBezTo>
                    <a:pt x="19347" y="18729"/>
                    <a:pt x="18480" y="18229"/>
                    <a:pt x="17646" y="17628"/>
                  </a:cubicBezTo>
                  <a:cubicBezTo>
                    <a:pt x="16812" y="17061"/>
                    <a:pt x="15945" y="16427"/>
                    <a:pt x="14978" y="15927"/>
                  </a:cubicBezTo>
                  <a:lnTo>
                    <a:pt x="14210" y="15593"/>
                  </a:lnTo>
                  <a:lnTo>
                    <a:pt x="13443" y="15326"/>
                  </a:lnTo>
                  <a:cubicBezTo>
                    <a:pt x="12876" y="15160"/>
                    <a:pt x="12342" y="15093"/>
                    <a:pt x="11809" y="15060"/>
                  </a:cubicBezTo>
                  <a:cubicBezTo>
                    <a:pt x="11275" y="14993"/>
                    <a:pt x="10775" y="14960"/>
                    <a:pt x="10308" y="14893"/>
                  </a:cubicBezTo>
                  <a:cubicBezTo>
                    <a:pt x="10041" y="14826"/>
                    <a:pt x="9874" y="14759"/>
                    <a:pt x="9674" y="14659"/>
                  </a:cubicBezTo>
                  <a:cubicBezTo>
                    <a:pt x="9607" y="14626"/>
                    <a:pt x="9507" y="14593"/>
                    <a:pt x="9440" y="14493"/>
                  </a:cubicBezTo>
                  <a:cubicBezTo>
                    <a:pt x="9374" y="14493"/>
                    <a:pt x="9340" y="14459"/>
                    <a:pt x="9307" y="14426"/>
                  </a:cubicBezTo>
                  <a:lnTo>
                    <a:pt x="9273" y="14392"/>
                  </a:lnTo>
                  <a:lnTo>
                    <a:pt x="9207" y="14326"/>
                  </a:lnTo>
                  <a:cubicBezTo>
                    <a:pt x="9173" y="14292"/>
                    <a:pt x="9173" y="14259"/>
                    <a:pt x="9140" y="14259"/>
                  </a:cubicBezTo>
                  <a:lnTo>
                    <a:pt x="8973" y="14159"/>
                  </a:lnTo>
                  <a:cubicBezTo>
                    <a:pt x="8940" y="14159"/>
                    <a:pt x="8873" y="14126"/>
                    <a:pt x="8840" y="14092"/>
                  </a:cubicBezTo>
                  <a:cubicBezTo>
                    <a:pt x="8773" y="14059"/>
                    <a:pt x="8706" y="13959"/>
                    <a:pt x="8640" y="13892"/>
                  </a:cubicBezTo>
                  <a:cubicBezTo>
                    <a:pt x="8473" y="13725"/>
                    <a:pt x="8339" y="13559"/>
                    <a:pt x="8206" y="13325"/>
                  </a:cubicBezTo>
                  <a:cubicBezTo>
                    <a:pt x="7973" y="12925"/>
                    <a:pt x="7772" y="12458"/>
                    <a:pt x="7472" y="12057"/>
                  </a:cubicBezTo>
                  <a:cubicBezTo>
                    <a:pt x="7305" y="11824"/>
                    <a:pt x="7139" y="11624"/>
                    <a:pt x="6938" y="11424"/>
                  </a:cubicBezTo>
                  <a:lnTo>
                    <a:pt x="6538" y="11157"/>
                  </a:lnTo>
                  <a:lnTo>
                    <a:pt x="6471" y="11123"/>
                  </a:lnTo>
                  <a:lnTo>
                    <a:pt x="6505" y="11123"/>
                  </a:lnTo>
                  <a:lnTo>
                    <a:pt x="6471" y="11090"/>
                  </a:lnTo>
                  <a:lnTo>
                    <a:pt x="6305" y="10957"/>
                  </a:lnTo>
                  <a:cubicBezTo>
                    <a:pt x="6105" y="10790"/>
                    <a:pt x="5838" y="10656"/>
                    <a:pt x="5638" y="10556"/>
                  </a:cubicBezTo>
                  <a:cubicBezTo>
                    <a:pt x="5371" y="10456"/>
                    <a:pt x="5171" y="10390"/>
                    <a:pt x="4937" y="10290"/>
                  </a:cubicBezTo>
                  <a:cubicBezTo>
                    <a:pt x="3970" y="9956"/>
                    <a:pt x="3036" y="9923"/>
                    <a:pt x="2335" y="9589"/>
                  </a:cubicBezTo>
                  <a:cubicBezTo>
                    <a:pt x="1601" y="9289"/>
                    <a:pt x="1134" y="8722"/>
                    <a:pt x="934" y="7988"/>
                  </a:cubicBezTo>
                  <a:cubicBezTo>
                    <a:pt x="867" y="7821"/>
                    <a:pt x="834" y="7621"/>
                    <a:pt x="801" y="7454"/>
                  </a:cubicBezTo>
                  <a:cubicBezTo>
                    <a:pt x="767" y="7287"/>
                    <a:pt x="767" y="7121"/>
                    <a:pt x="701" y="6954"/>
                  </a:cubicBezTo>
                  <a:cubicBezTo>
                    <a:pt x="667" y="6620"/>
                    <a:pt x="701" y="6320"/>
                    <a:pt x="767" y="5986"/>
                  </a:cubicBezTo>
                  <a:cubicBezTo>
                    <a:pt x="934" y="5319"/>
                    <a:pt x="1168" y="4786"/>
                    <a:pt x="1435" y="4252"/>
                  </a:cubicBezTo>
                  <a:cubicBezTo>
                    <a:pt x="1935" y="3151"/>
                    <a:pt x="2202" y="2150"/>
                    <a:pt x="2102" y="1450"/>
                  </a:cubicBezTo>
                  <a:cubicBezTo>
                    <a:pt x="2035" y="1283"/>
                    <a:pt x="2035" y="1116"/>
                    <a:pt x="2002" y="983"/>
                  </a:cubicBezTo>
                  <a:cubicBezTo>
                    <a:pt x="1968" y="883"/>
                    <a:pt x="1935" y="749"/>
                    <a:pt x="1868" y="649"/>
                  </a:cubicBezTo>
                  <a:cubicBezTo>
                    <a:pt x="1835" y="483"/>
                    <a:pt x="1801" y="416"/>
                    <a:pt x="1801" y="416"/>
                  </a:cubicBezTo>
                  <a:cubicBezTo>
                    <a:pt x="1649" y="125"/>
                    <a:pt x="1485" y="1"/>
                    <a:pt x="13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28" name="Google Shape;2428;p21"/>
            <p:cNvSpPr/>
            <p:nvPr/>
          </p:nvSpPr>
          <p:spPr>
            <a:xfrm>
              <a:off x="10203995" y="1045614"/>
              <a:ext cx="732766" cy="593688"/>
            </a:xfrm>
            <a:custGeom>
              <a:avLst/>
              <a:gdLst/>
              <a:ahLst/>
              <a:cxnLst/>
              <a:rect l="l" t="t" r="r" b="b"/>
              <a:pathLst>
                <a:path w="32524" h="26351" extrusionOk="0">
                  <a:moveTo>
                    <a:pt x="80" y="0"/>
                  </a:moveTo>
                  <a:lnTo>
                    <a:pt x="80" y="0"/>
                  </a:lnTo>
                  <a:cubicBezTo>
                    <a:pt x="6" y="0"/>
                    <a:pt x="1" y="141"/>
                    <a:pt x="115" y="369"/>
                  </a:cubicBezTo>
                  <a:cubicBezTo>
                    <a:pt x="115" y="369"/>
                    <a:pt x="181" y="436"/>
                    <a:pt x="215" y="602"/>
                  </a:cubicBezTo>
                  <a:cubicBezTo>
                    <a:pt x="248" y="669"/>
                    <a:pt x="281" y="802"/>
                    <a:pt x="348" y="936"/>
                  </a:cubicBezTo>
                  <a:cubicBezTo>
                    <a:pt x="381" y="1103"/>
                    <a:pt x="415" y="1269"/>
                    <a:pt x="448" y="1470"/>
                  </a:cubicBezTo>
                  <a:cubicBezTo>
                    <a:pt x="548" y="1870"/>
                    <a:pt x="548" y="2504"/>
                    <a:pt x="415" y="3304"/>
                  </a:cubicBezTo>
                  <a:cubicBezTo>
                    <a:pt x="348" y="3671"/>
                    <a:pt x="248" y="4138"/>
                    <a:pt x="181" y="4672"/>
                  </a:cubicBezTo>
                  <a:cubicBezTo>
                    <a:pt x="81" y="5172"/>
                    <a:pt x="48" y="5806"/>
                    <a:pt x="215" y="6473"/>
                  </a:cubicBezTo>
                  <a:cubicBezTo>
                    <a:pt x="248" y="6607"/>
                    <a:pt x="281" y="6840"/>
                    <a:pt x="381" y="7207"/>
                  </a:cubicBezTo>
                  <a:cubicBezTo>
                    <a:pt x="415" y="7374"/>
                    <a:pt x="515" y="7607"/>
                    <a:pt x="582" y="7841"/>
                  </a:cubicBezTo>
                  <a:cubicBezTo>
                    <a:pt x="682" y="8108"/>
                    <a:pt x="782" y="8341"/>
                    <a:pt x="1049" y="8608"/>
                  </a:cubicBezTo>
                  <a:cubicBezTo>
                    <a:pt x="1282" y="8842"/>
                    <a:pt x="1616" y="8975"/>
                    <a:pt x="1949" y="9042"/>
                  </a:cubicBezTo>
                  <a:cubicBezTo>
                    <a:pt x="2283" y="9142"/>
                    <a:pt x="2683" y="9209"/>
                    <a:pt x="3017" y="9309"/>
                  </a:cubicBezTo>
                  <a:cubicBezTo>
                    <a:pt x="3684" y="9542"/>
                    <a:pt x="4418" y="9842"/>
                    <a:pt x="5051" y="10443"/>
                  </a:cubicBezTo>
                  <a:cubicBezTo>
                    <a:pt x="5385" y="10676"/>
                    <a:pt x="5685" y="11010"/>
                    <a:pt x="6019" y="11310"/>
                  </a:cubicBezTo>
                  <a:cubicBezTo>
                    <a:pt x="6352" y="11610"/>
                    <a:pt x="6619" y="11977"/>
                    <a:pt x="6953" y="12311"/>
                  </a:cubicBezTo>
                  <a:cubicBezTo>
                    <a:pt x="7120" y="12478"/>
                    <a:pt x="7286" y="12644"/>
                    <a:pt x="7520" y="12811"/>
                  </a:cubicBezTo>
                  <a:lnTo>
                    <a:pt x="7787" y="13045"/>
                  </a:lnTo>
                  <a:cubicBezTo>
                    <a:pt x="7887" y="13145"/>
                    <a:pt x="8020" y="13178"/>
                    <a:pt x="8087" y="13278"/>
                  </a:cubicBezTo>
                  <a:cubicBezTo>
                    <a:pt x="8287" y="13378"/>
                    <a:pt x="8521" y="13545"/>
                    <a:pt x="8721" y="13645"/>
                  </a:cubicBezTo>
                  <a:lnTo>
                    <a:pt x="9054" y="13812"/>
                  </a:lnTo>
                  <a:lnTo>
                    <a:pt x="9221" y="13879"/>
                  </a:lnTo>
                  <a:lnTo>
                    <a:pt x="9288" y="13945"/>
                  </a:lnTo>
                  <a:cubicBezTo>
                    <a:pt x="9355" y="13945"/>
                    <a:pt x="9388" y="13979"/>
                    <a:pt x="9421" y="13979"/>
                  </a:cubicBezTo>
                  <a:cubicBezTo>
                    <a:pt x="9922" y="14145"/>
                    <a:pt x="10455" y="14145"/>
                    <a:pt x="10922" y="14145"/>
                  </a:cubicBezTo>
                  <a:cubicBezTo>
                    <a:pt x="11389" y="14145"/>
                    <a:pt x="11856" y="14145"/>
                    <a:pt x="12290" y="14212"/>
                  </a:cubicBezTo>
                  <a:lnTo>
                    <a:pt x="12457" y="14279"/>
                  </a:lnTo>
                  <a:lnTo>
                    <a:pt x="12557" y="14279"/>
                  </a:lnTo>
                  <a:lnTo>
                    <a:pt x="12790" y="14446"/>
                  </a:lnTo>
                  <a:cubicBezTo>
                    <a:pt x="12957" y="14546"/>
                    <a:pt x="13091" y="14712"/>
                    <a:pt x="13257" y="14879"/>
                  </a:cubicBezTo>
                  <a:cubicBezTo>
                    <a:pt x="13591" y="15213"/>
                    <a:pt x="13858" y="15613"/>
                    <a:pt x="14225" y="15880"/>
                  </a:cubicBezTo>
                  <a:lnTo>
                    <a:pt x="14592" y="16147"/>
                  </a:lnTo>
                  <a:cubicBezTo>
                    <a:pt x="14725" y="16214"/>
                    <a:pt x="14859" y="16280"/>
                    <a:pt x="14925" y="16314"/>
                  </a:cubicBezTo>
                  <a:lnTo>
                    <a:pt x="14892" y="16314"/>
                  </a:lnTo>
                  <a:cubicBezTo>
                    <a:pt x="15959" y="16881"/>
                    <a:pt x="17260" y="17214"/>
                    <a:pt x="18595" y="17214"/>
                  </a:cubicBezTo>
                  <a:cubicBezTo>
                    <a:pt x="18722" y="17221"/>
                    <a:pt x="18849" y="17224"/>
                    <a:pt x="18977" y="17224"/>
                  </a:cubicBezTo>
                  <a:cubicBezTo>
                    <a:pt x="20156" y="17224"/>
                    <a:pt x="21357" y="16968"/>
                    <a:pt x="22531" y="16847"/>
                  </a:cubicBezTo>
                  <a:cubicBezTo>
                    <a:pt x="22962" y="16791"/>
                    <a:pt x="23402" y="16761"/>
                    <a:pt x="23840" y="16761"/>
                  </a:cubicBezTo>
                  <a:cubicBezTo>
                    <a:pt x="24688" y="16761"/>
                    <a:pt x="25530" y="16872"/>
                    <a:pt x="26300" y="17114"/>
                  </a:cubicBezTo>
                  <a:cubicBezTo>
                    <a:pt x="27468" y="17481"/>
                    <a:pt x="28535" y="18148"/>
                    <a:pt x="29402" y="18849"/>
                  </a:cubicBezTo>
                  <a:cubicBezTo>
                    <a:pt x="30270" y="19616"/>
                    <a:pt x="30903" y="20483"/>
                    <a:pt x="31370" y="21317"/>
                  </a:cubicBezTo>
                  <a:cubicBezTo>
                    <a:pt x="31804" y="22184"/>
                    <a:pt x="32071" y="22985"/>
                    <a:pt x="32204" y="23686"/>
                  </a:cubicBezTo>
                  <a:cubicBezTo>
                    <a:pt x="32238" y="24086"/>
                    <a:pt x="32304" y="24353"/>
                    <a:pt x="32304" y="24653"/>
                  </a:cubicBezTo>
                  <a:cubicBezTo>
                    <a:pt x="32371" y="24953"/>
                    <a:pt x="32371" y="25153"/>
                    <a:pt x="32371" y="25353"/>
                  </a:cubicBezTo>
                  <a:lnTo>
                    <a:pt x="32371" y="25820"/>
                  </a:lnTo>
                  <a:lnTo>
                    <a:pt x="32371" y="25987"/>
                  </a:lnTo>
                  <a:cubicBezTo>
                    <a:pt x="32371" y="26226"/>
                    <a:pt x="32417" y="26351"/>
                    <a:pt x="32453" y="26351"/>
                  </a:cubicBezTo>
                  <a:cubicBezTo>
                    <a:pt x="32494" y="26351"/>
                    <a:pt x="32523" y="26201"/>
                    <a:pt x="32471" y="25887"/>
                  </a:cubicBezTo>
                  <a:lnTo>
                    <a:pt x="32471" y="25720"/>
                  </a:lnTo>
                  <a:lnTo>
                    <a:pt x="32471" y="25287"/>
                  </a:lnTo>
                  <a:cubicBezTo>
                    <a:pt x="32471" y="25053"/>
                    <a:pt x="32471" y="24820"/>
                    <a:pt x="32438" y="24519"/>
                  </a:cubicBezTo>
                  <a:cubicBezTo>
                    <a:pt x="32438" y="24219"/>
                    <a:pt x="32371" y="23952"/>
                    <a:pt x="32304" y="23552"/>
                  </a:cubicBezTo>
                  <a:cubicBezTo>
                    <a:pt x="32204" y="22852"/>
                    <a:pt x="31937" y="21984"/>
                    <a:pt x="31470" y="21117"/>
                  </a:cubicBezTo>
                  <a:cubicBezTo>
                    <a:pt x="31037" y="20183"/>
                    <a:pt x="30403" y="19316"/>
                    <a:pt x="29469" y="18515"/>
                  </a:cubicBezTo>
                  <a:cubicBezTo>
                    <a:pt x="28602" y="17715"/>
                    <a:pt x="27534" y="17047"/>
                    <a:pt x="26267" y="16647"/>
                  </a:cubicBezTo>
                  <a:cubicBezTo>
                    <a:pt x="25434" y="16355"/>
                    <a:pt x="24526" y="16244"/>
                    <a:pt x="23614" y="16244"/>
                  </a:cubicBezTo>
                  <a:cubicBezTo>
                    <a:pt x="23173" y="16244"/>
                    <a:pt x="22732" y="16270"/>
                    <a:pt x="22297" y="16314"/>
                  </a:cubicBezTo>
                  <a:cubicBezTo>
                    <a:pt x="21050" y="16438"/>
                    <a:pt x="19861" y="16650"/>
                    <a:pt x="18677" y="16650"/>
                  </a:cubicBezTo>
                  <a:cubicBezTo>
                    <a:pt x="18594" y="16650"/>
                    <a:pt x="18511" y="16649"/>
                    <a:pt x="18428" y="16647"/>
                  </a:cubicBezTo>
                  <a:cubicBezTo>
                    <a:pt x="17127" y="16647"/>
                    <a:pt x="15926" y="16314"/>
                    <a:pt x="14925" y="15780"/>
                  </a:cubicBezTo>
                  <a:lnTo>
                    <a:pt x="14892" y="15780"/>
                  </a:lnTo>
                  <a:lnTo>
                    <a:pt x="14625" y="15646"/>
                  </a:lnTo>
                  <a:cubicBezTo>
                    <a:pt x="14558" y="15613"/>
                    <a:pt x="14425" y="15513"/>
                    <a:pt x="14358" y="15446"/>
                  </a:cubicBezTo>
                  <a:cubicBezTo>
                    <a:pt x="14025" y="15146"/>
                    <a:pt x="13758" y="14813"/>
                    <a:pt x="13424" y="14479"/>
                  </a:cubicBezTo>
                  <a:cubicBezTo>
                    <a:pt x="13291" y="14312"/>
                    <a:pt x="13091" y="14145"/>
                    <a:pt x="12924" y="13979"/>
                  </a:cubicBezTo>
                  <a:lnTo>
                    <a:pt x="12590" y="13712"/>
                  </a:lnTo>
                  <a:cubicBezTo>
                    <a:pt x="12590" y="13678"/>
                    <a:pt x="12524" y="13678"/>
                    <a:pt x="12457" y="13678"/>
                  </a:cubicBezTo>
                  <a:lnTo>
                    <a:pt x="12390" y="13678"/>
                  </a:lnTo>
                  <a:lnTo>
                    <a:pt x="12223" y="13645"/>
                  </a:lnTo>
                  <a:cubicBezTo>
                    <a:pt x="11723" y="13545"/>
                    <a:pt x="11223" y="13545"/>
                    <a:pt x="10756" y="13545"/>
                  </a:cubicBezTo>
                  <a:cubicBezTo>
                    <a:pt x="10255" y="13545"/>
                    <a:pt x="9788" y="13545"/>
                    <a:pt x="9388" y="13445"/>
                  </a:cubicBezTo>
                  <a:lnTo>
                    <a:pt x="9355" y="13445"/>
                  </a:lnTo>
                  <a:lnTo>
                    <a:pt x="9254" y="13378"/>
                  </a:lnTo>
                  <a:lnTo>
                    <a:pt x="9088" y="13311"/>
                  </a:lnTo>
                  <a:lnTo>
                    <a:pt x="8754" y="13145"/>
                  </a:lnTo>
                  <a:cubicBezTo>
                    <a:pt x="8554" y="13045"/>
                    <a:pt x="8387" y="12945"/>
                    <a:pt x="8187" y="12811"/>
                  </a:cubicBezTo>
                  <a:cubicBezTo>
                    <a:pt x="8087" y="12778"/>
                    <a:pt x="7954" y="12711"/>
                    <a:pt x="7887" y="12644"/>
                  </a:cubicBezTo>
                  <a:lnTo>
                    <a:pt x="7620" y="12444"/>
                  </a:lnTo>
                  <a:cubicBezTo>
                    <a:pt x="7453" y="12311"/>
                    <a:pt x="7286" y="12144"/>
                    <a:pt x="7120" y="11977"/>
                  </a:cubicBezTo>
                  <a:cubicBezTo>
                    <a:pt x="6786" y="11644"/>
                    <a:pt x="6519" y="11310"/>
                    <a:pt x="6186" y="10976"/>
                  </a:cubicBezTo>
                  <a:cubicBezTo>
                    <a:pt x="5852" y="10643"/>
                    <a:pt x="5518" y="10309"/>
                    <a:pt x="5185" y="10042"/>
                  </a:cubicBezTo>
                  <a:cubicBezTo>
                    <a:pt x="5018" y="9876"/>
                    <a:pt x="4851" y="9776"/>
                    <a:pt x="4685" y="9642"/>
                  </a:cubicBezTo>
                  <a:cubicBezTo>
                    <a:pt x="4518" y="9509"/>
                    <a:pt x="4351" y="9375"/>
                    <a:pt x="4117" y="9309"/>
                  </a:cubicBezTo>
                  <a:cubicBezTo>
                    <a:pt x="3751" y="9142"/>
                    <a:pt x="3384" y="9008"/>
                    <a:pt x="3017" y="8875"/>
                  </a:cubicBezTo>
                  <a:cubicBezTo>
                    <a:pt x="2283" y="8708"/>
                    <a:pt x="1582" y="8675"/>
                    <a:pt x="1215" y="8308"/>
                  </a:cubicBezTo>
                  <a:cubicBezTo>
                    <a:pt x="1015" y="8108"/>
                    <a:pt x="882" y="7874"/>
                    <a:pt x="782" y="7674"/>
                  </a:cubicBezTo>
                  <a:cubicBezTo>
                    <a:pt x="715" y="7474"/>
                    <a:pt x="615" y="7274"/>
                    <a:pt x="582" y="7107"/>
                  </a:cubicBezTo>
                  <a:cubicBezTo>
                    <a:pt x="515" y="6707"/>
                    <a:pt x="448" y="6473"/>
                    <a:pt x="415" y="6340"/>
                  </a:cubicBezTo>
                  <a:cubicBezTo>
                    <a:pt x="248" y="5706"/>
                    <a:pt x="281" y="5139"/>
                    <a:pt x="381" y="4639"/>
                  </a:cubicBezTo>
                  <a:cubicBezTo>
                    <a:pt x="448" y="4138"/>
                    <a:pt x="548" y="3671"/>
                    <a:pt x="615" y="3271"/>
                  </a:cubicBezTo>
                  <a:cubicBezTo>
                    <a:pt x="748" y="2437"/>
                    <a:pt x="748" y="1803"/>
                    <a:pt x="682" y="1336"/>
                  </a:cubicBezTo>
                  <a:cubicBezTo>
                    <a:pt x="615" y="1136"/>
                    <a:pt x="582" y="969"/>
                    <a:pt x="548" y="802"/>
                  </a:cubicBezTo>
                  <a:cubicBezTo>
                    <a:pt x="515" y="669"/>
                    <a:pt x="448" y="536"/>
                    <a:pt x="415" y="469"/>
                  </a:cubicBezTo>
                  <a:cubicBezTo>
                    <a:pt x="381" y="302"/>
                    <a:pt x="348" y="269"/>
                    <a:pt x="348" y="269"/>
                  </a:cubicBezTo>
                  <a:cubicBezTo>
                    <a:pt x="233" y="82"/>
                    <a:pt x="136" y="0"/>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29" name="Google Shape;2429;p21"/>
            <p:cNvSpPr/>
            <p:nvPr/>
          </p:nvSpPr>
          <p:spPr>
            <a:xfrm>
              <a:off x="9389648" y="991722"/>
              <a:ext cx="1574329" cy="3117792"/>
            </a:xfrm>
            <a:custGeom>
              <a:avLst/>
              <a:gdLst/>
              <a:ahLst/>
              <a:cxnLst/>
              <a:rect l="l" t="t" r="r" b="b"/>
              <a:pathLst>
                <a:path w="69877" h="138384" extrusionOk="0">
                  <a:moveTo>
                    <a:pt x="14034" y="0"/>
                  </a:moveTo>
                  <a:cubicBezTo>
                    <a:pt x="13967" y="0"/>
                    <a:pt x="13860" y="484"/>
                    <a:pt x="13777" y="1460"/>
                  </a:cubicBezTo>
                  <a:cubicBezTo>
                    <a:pt x="13777" y="1460"/>
                    <a:pt x="13744" y="1560"/>
                    <a:pt x="13710" y="1860"/>
                  </a:cubicBezTo>
                  <a:cubicBezTo>
                    <a:pt x="13677" y="2027"/>
                    <a:pt x="13610" y="2194"/>
                    <a:pt x="13577" y="2461"/>
                  </a:cubicBezTo>
                  <a:cubicBezTo>
                    <a:pt x="13510" y="2661"/>
                    <a:pt x="13410" y="2961"/>
                    <a:pt x="13343" y="3228"/>
                  </a:cubicBezTo>
                  <a:cubicBezTo>
                    <a:pt x="13110" y="3862"/>
                    <a:pt x="12776" y="4629"/>
                    <a:pt x="12176" y="5396"/>
                  </a:cubicBezTo>
                  <a:cubicBezTo>
                    <a:pt x="11542" y="6197"/>
                    <a:pt x="10575" y="6997"/>
                    <a:pt x="9374" y="7831"/>
                  </a:cubicBezTo>
                  <a:cubicBezTo>
                    <a:pt x="8206" y="8665"/>
                    <a:pt x="6772" y="9699"/>
                    <a:pt x="5671" y="11334"/>
                  </a:cubicBezTo>
                  <a:cubicBezTo>
                    <a:pt x="5404" y="11734"/>
                    <a:pt x="5071" y="12134"/>
                    <a:pt x="4904" y="12668"/>
                  </a:cubicBezTo>
                  <a:cubicBezTo>
                    <a:pt x="4737" y="13168"/>
                    <a:pt x="4737" y="13735"/>
                    <a:pt x="4770" y="14302"/>
                  </a:cubicBezTo>
                  <a:cubicBezTo>
                    <a:pt x="4904" y="15403"/>
                    <a:pt x="5237" y="16537"/>
                    <a:pt x="5438" y="17705"/>
                  </a:cubicBezTo>
                  <a:cubicBezTo>
                    <a:pt x="5571" y="18339"/>
                    <a:pt x="5604" y="18906"/>
                    <a:pt x="5504" y="19540"/>
                  </a:cubicBezTo>
                  <a:cubicBezTo>
                    <a:pt x="5404" y="20173"/>
                    <a:pt x="5037" y="20674"/>
                    <a:pt x="4537" y="21141"/>
                  </a:cubicBezTo>
                  <a:cubicBezTo>
                    <a:pt x="3570" y="22008"/>
                    <a:pt x="2235" y="22575"/>
                    <a:pt x="1068" y="23576"/>
                  </a:cubicBezTo>
                  <a:cubicBezTo>
                    <a:pt x="768" y="23843"/>
                    <a:pt x="534" y="24176"/>
                    <a:pt x="334" y="24510"/>
                  </a:cubicBezTo>
                  <a:lnTo>
                    <a:pt x="201" y="24810"/>
                  </a:lnTo>
                  <a:cubicBezTo>
                    <a:pt x="167" y="24877"/>
                    <a:pt x="167" y="25010"/>
                    <a:pt x="100" y="25077"/>
                  </a:cubicBezTo>
                  <a:cubicBezTo>
                    <a:pt x="34" y="25310"/>
                    <a:pt x="34" y="25510"/>
                    <a:pt x="34" y="25711"/>
                  </a:cubicBezTo>
                  <a:cubicBezTo>
                    <a:pt x="0" y="26545"/>
                    <a:pt x="334" y="27345"/>
                    <a:pt x="668" y="28079"/>
                  </a:cubicBezTo>
                  <a:cubicBezTo>
                    <a:pt x="1001" y="28846"/>
                    <a:pt x="1435" y="29547"/>
                    <a:pt x="1835" y="30314"/>
                  </a:cubicBezTo>
                  <a:cubicBezTo>
                    <a:pt x="2235" y="31048"/>
                    <a:pt x="2569" y="31882"/>
                    <a:pt x="2569" y="32716"/>
                  </a:cubicBezTo>
                  <a:cubicBezTo>
                    <a:pt x="2602" y="33316"/>
                    <a:pt x="2502" y="34250"/>
                    <a:pt x="1902" y="35484"/>
                  </a:cubicBezTo>
                  <a:cubicBezTo>
                    <a:pt x="1668" y="36051"/>
                    <a:pt x="1268" y="36718"/>
                    <a:pt x="934" y="37486"/>
                  </a:cubicBezTo>
                  <a:cubicBezTo>
                    <a:pt x="601" y="38220"/>
                    <a:pt x="201" y="39087"/>
                    <a:pt x="234" y="40154"/>
                  </a:cubicBezTo>
                  <a:cubicBezTo>
                    <a:pt x="334" y="40688"/>
                    <a:pt x="534" y="41155"/>
                    <a:pt x="668" y="41655"/>
                  </a:cubicBezTo>
                  <a:cubicBezTo>
                    <a:pt x="768" y="42156"/>
                    <a:pt x="934" y="42656"/>
                    <a:pt x="1168" y="43156"/>
                  </a:cubicBezTo>
                  <a:cubicBezTo>
                    <a:pt x="1368" y="43657"/>
                    <a:pt x="1535" y="44191"/>
                    <a:pt x="1768" y="44691"/>
                  </a:cubicBezTo>
                  <a:cubicBezTo>
                    <a:pt x="2035" y="45191"/>
                    <a:pt x="2269" y="45725"/>
                    <a:pt x="2569" y="46259"/>
                  </a:cubicBezTo>
                  <a:cubicBezTo>
                    <a:pt x="3703" y="48394"/>
                    <a:pt x="5371" y="50495"/>
                    <a:pt x="7539" y="52196"/>
                  </a:cubicBezTo>
                  <a:cubicBezTo>
                    <a:pt x="8673" y="53030"/>
                    <a:pt x="9841" y="53764"/>
                    <a:pt x="11175" y="54364"/>
                  </a:cubicBezTo>
                  <a:cubicBezTo>
                    <a:pt x="12509" y="54932"/>
                    <a:pt x="13877" y="55432"/>
                    <a:pt x="15345" y="55732"/>
                  </a:cubicBezTo>
                  <a:cubicBezTo>
                    <a:pt x="15678" y="55832"/>
                    <a:pt x="16045" y="55866"/>
                    <a:pt x="16412" y="55932"/>
                  </a:cubicBezTo>
                  <a:cubicBezTo>
                    <a:pt x="16746" y="55999"/>
                    <a:pt x="17113" y="56066"/>
                    <a:pt x="17513" y="56099"/>
                  </a:cubicBezTo>
                  <a:cubicBezTo>
                    <a:pt x="17880" y="56199"/>
                    <a:pt x="18247" y="56232"/>
                    <a:pt x="18614" y="56266"/>
                  </a:cubicBezTo>
                  <a:cubicBezTo>
                    <a:pt x="19014" y="56333"/>
                    <a:pt x="19381" y="56366"/>
                    <a:pt x="19748" y="56366"/>
                  </a:cubicBezTo>
                  <a:cubicBezTo>
                    <a:pt x="21249" y="56433"/>
                    <a:pt x="22750" y="56533"/>
                    <a:pt x="24218" y="56833"/>
                  </a:cubicBezTo>
                  <a:cubicBezTo>
                    <a:pt x="24918" y="56933"/>
                    <a:pt x="25619" y="57200"/>
                    <a:pt x="26353" y="57433"/>
                  </a:cubicBezTo>
                  <a:cubicBezTo>
                    <a:pt x="27020" y="57734"/>
                    <a:pt x="27720" y="58067"/>
                    <a:pt x="28287" y="58501"/>
                  </a:cubicBezTo>
                  <a:cubicBezTo>
                    <a:pt x="28921" y="58868"/>
                    <a:pt x="29455" y="59368"/>
                    <a:pt x="30022" y="59868"/>
                  </a:cubicBezTo>
                  <a:lnTo>
                    <a:pt x="30856" y="60669"/>
                  </a:lnTo>
                  <a:cubicBezTo>
                    <a:pt x="31123" y="60902"/>
                    <a:pt x="31423" y="61169"/>
                    <a:pt x="31723" y="61369"/>
                  </a:cubicBezTo>
                  <a:cubicBezTo>
                    <a:pt x="32924" y="62270"/>
                    <a:pt x="34225" y="63037"/>
                    <a:pt x="35392" y="63871"/>
                  </a:cubicBezTo>
                  <a:cubicBezTo>
                    <a:pt x="36560" y="64672"/>
                    <a:pt x="37594" y="65673"/>
                    <a:pt x="38194" y="66873"/>
                  </a:cubicBezTo>
                  <a:cubicBezTo>
                    <a:pt x="38561" y="67574"/>
                    <a:pt x="38728" y="68374"/>
                    <a:pt x="38861" y="69175"/>
                  </a:cubicBezTo>
                  <a:cubicBezTo>
                    <a:pt x="38928" y="69942"/>
                    <a:pt x="38928" y="70709"/>
                    <a:pt x="38928" y="71443"/>
                  </a:cubicBezTo>
                  <a:cubicBezTo>
                    <a:pt x="38895" y="72211"/>
                    <a:pt x="38928" y="72911"/>
                    <a:pt x="39028" y="73545"/>
                  </a:cubicBezTo>
                  <a:cubicBezTo>
                    <a:pt x="39095" y="73878"/>
                    <a:pt x="39128" y="74179"/>
                    <a:pt x="39228" y="74412"/>
                  </a:cubicBezTo>
                  <a:cubicBezTo>
                    <a:pt x="39328" y="74712"/>
                    <a:pt x="39395" y="74913"/>
                    <a:pt x="39462" y="75113"/>
                  </a:cubicBezTo>
                  <a:cubicBezTo>
                    <a:pt x="39896" y="76314"/>
                    <a:pt x="40729" y="77281"/>
                    <a:pt x="41263" y="78315"/>
                  </a:cubicBezTo>
                  <a:cubicBezTo>
                    <a:pt x="41563" y="78882"/>
                    <a:pt x="41764" y="79416"/>
                    <a:pt x="41830" y="79983"/>
                  </a:cubicBezTo>
                  <a:cubicBezTo>
                    <a:pt x="41864" y="80550"/>
                    <a:pt x="41730" y="81150"/>
                    <a:pt x="41563" y="81717"/>
                  </a:cubicBezTo>
                  <a:cubicBezTo>
                    <a:pt x="41397" y="82251"/>
                    <a:pt x="41063" y="82751"/>
                    <a:pt x="40629" y="83152"/>
                  </a:cubicBezTo>
                  <a:cubicBezTo>
                    <a:pt x="40229" y="83585"/>
                    <a:pt x="39695" y="83886"/>
                    <a:pt x="39128" y="84119"/>
                  </a:cubicBezTo>
                  <a:cubicBezTo>
                    <a:pt x="38061" y="84586"/>
                    <a:pt x="36827" y="84886"/>
                    <a:pt x="35626" y="85387"/>
                  </a:cubicBezTo>
                  <a:cubicBezTo>
                    <a:pt x="35059" y="85620"/>
                    <a:pt x="34458" y="85954"/>
                    <a:pt x="33958" y="86387"/>
                  </a:cubicBezTo>
                  <a:cubicBezTo>
                    <a:pt x="33724" y="86588"/>
                    <a:pt x="33524" y="86854"/>
                    <a:pt x="33291" y="87088"/>
                  </a:cubicBezTo>
                  <a:cubicBezTo>
                    <a:pt x="33091" y="87321"/>
                    <a:pt x="32891" y="87622"/>
                    <a:pt x="32724" y="87888"/>
                  </a:cubicBezTo>
                  <a:cubicBezTo>
                    <a:pt x="32390" y="88422"/>
                    <a:pt x="32090" y="88989"/>
                    <a:pt x="31923" y="89623"/>
                  </a:cubicBezTo>
                  <a:cubicBezTo>
                    <a:pt x="31723" y="90257"/>
                    <a:pt x="31656" y="90924"/>
                    <a:pt x="31590" y="91558"/>
                  </a:cubicBezTo>
                  <a:cubicBezTo>
                    <a:pt x="31523" y="92825"/>
                    <a:pt x="31623" y="94093"/>
                    <a:pt x="31890" y="95327"/>
                  </a:cubicBezTo>
                  <a:cubicBezTo>
                    <a:pt x="32157" y="96595"/>
                    <a:pt x="32490" y="97796"/>
                    <a:pt x="32857" y="98963"/>
                  </a:cubicBezTo>
                  <a:cubicBezTo>
                    <a:pt x="33591" y="101331"/>
                    <a:pt x="34525" y="103633"/>
                    <a:pt x="35059" y="105968"/>
                  </a:cubicBezTo>
                  <a:cubicBezTo>
                    <a:pt x="35226" y="106568"/>
                    <a:pt x="35326" y="107169"/>
                    <a:pt x="35392" y="107769"/>
                  </a:cubicBezTo>
                  <a:cubicBezTo>
                    <a:pt x="35526" y="108403"/>
                    <a:pt x="35592" y="108970"/>
                    <a:pt x="35726" y="109571"/>
                  </a:cubicBezTo>
                  <a:cubicBezTo>
                    <a:pt x="35926" y="110772"/>
                    <a:pt x="36193" y="111939"/>
                    <a:pt x="36493" y="113073"/>
                  </a:cubicBezTo>
                  <a:cubicBezTo>
                    <a:pt x="37060" y="115375"/>
                    <a:pt x="37861" y="117576"/>
                    <a:pt x="38995" y="119544"/>
                  </a:cubicBezTo>
                  <a:cubicBezTo>
                    <a:pt x="40062" y="121546"/>
                    <a:pt x="41530" y="123247"/>
                    <a:pt x="43098" y="124615"/>
                  </a:cubicBezTo>
                  <a:cubicBezTo>
                    <a:pt x="44699" y="126049"/>
                    <a:pt x="46467" y="127083"/>
                    <a:pt x="48202" y="127984"/>
                  </a:cubicBezTo>
                  <a:cubicBezTo>
                    <a:pt x="49869" y="128951"/>
                    <a:pt x="51604" y="129652"/>
                    <a:pt x="53238" y="130285"/>
                  </a:cubicBezTo>
                  <a:cubicBezTo>
                    <a:pt x="54873" y="130853"/>
                    <a:pt x="56407" y="131420"/>
                    <a:pt x="57875" y="131920"/>
                  </a:cubicBezTo>
                  <a:cubicBezTo>
                    <a:pt x="59276" y="132420"/>
                    <a:pt x="60610" y="132887"/>
                    <a:pt x="61778" y="133354"/>
                  </a:cubicBezTo>
                  <a:cubicBezTo>
                    <a:pt x="64113" y="134322"/>
                    <a:pt x="65881" y="135322"/>
                    <a:pt x="67015" y="136156"/>
                  </a:cubicBezTo>
                  <a:cubicBezTo>
                    <a:pt x="67582" y="136557"/>
                    <a:pt x="67949" y="136924"/>
                    <a:pt x="68249" y="137124"/>
                  </a:cubicBezTo>
                  <a:cubicBezTo>
                    <a:pt x="68416" y="137257"/>
                    <a:pt x="68516" y="137324"/>
                    <a:pt x="68583" y="137391"/>
                  </a:cubicBezTo>
                  <a:lnTo>
                    <a:pt x="68683" y="137457"/>
                  </a:lnTo>
                  <a:cubicBezTo>
                    <a:pt x="69307" y="138066"/>
                    <a:pt x="69681" y="138383"/>
                    <a:pt x="69770" y="138383"/>
                  </a:cubicBezTo>
                  <a:cubicBezTo>
                    <a:pt x="69876" y="138383"/>
                    <a:pt x="69578" y="137933"/>
                    <a:pt x="68816" y="136990"/>
                  </a:cubicBezTo>
                  <a:cubicBezTo>
                    <a:pt x="68816" y="136990"/>
                    <a:pt x="68816" y="136957"/>
                    <a:pt x="68750" y="136924"/>
                  </a:cubicBezTo>
                  <a:cubicBezTo>
                    <a:pt x="68649" y="136890"/>
                    <a:pt x="68549" y="136790"/>
                    <a:pt x="68416" y="136657"/>
                  </a:cubicBezTo>
                  <a:cubicBezTo>
                    <a:pt x="68116" y="136423"/>
                    <a:pt x="67749" y="136056"/>
                    <a:pt x="67148" y="135656"/>
                  </a:cubicBezTo>
                  <a:cubicBezTo>
                    <a:pt x="66048" y="134822"/>
                    <a:pt x="64280" y="133788"/>
                    <a:pt x="61911" y="132821"/>
                  </a:cubicBezTo>
                  <a:cubicBezTo>
                    <a:pt x="60710" y="132320"/>
                    <a:pt x="59376" y="131820"/>
                    <a:pt x="57942" y="131320"/>
                  </a:cubicBezTo>
                  <a:cubicBezTo>
                    <a:pt x="56474" y="130819"/>
                    <a:pt x="54940" y="130319"/>
                    <a:pt x="53305" y="129718"/>
                  </a:cubicBezTo>
                  <a:cubicBezTo>
                    <a:pt x="51704" y="129085"/>
                    <a:pt x="49969" y="128384"/>
                    <a:pt x="48302" y="127417"/>
                  </a:cubicBezTo>
                  <a:cubicBezTo>
                    <a:pt x="46600" y="126483"/>
                    <a:pt x="44899" y="125449"/>
                    <a:pt x="43298" y="124081"/>
                  </a:cubicBezTo>
                  <a:cubicBezTo>
                    <a:pt x="41730" y="122713"/>
                    <a:pt x="40363" y="121046"/>
                    <a:pt x="39262" y="119077"/>
                  </a:cubicBezTo>
                  <a:cubicBezTo>
                    <a:pt x="38194" y="117109"/>
                    <a:pt x="37394" y="114941"/>
                    <a:pt x="36793" y="112706"/>
                  </a:cubicBezTo>
                  <a:cubicBezTo>
                    <a:pt x="36526" y="111572"/>
                    <a:pt x="36260" y="110405"/>
                    <a:pt x="36059" y="109237"/>
                  </a:cubicBezTo>
                  <a:cubicBezTo>
                    <a:pt x="35959" y="108637"/>
                    <a:pt x="35859" y="108070"/>
                    <a:pt x="35759" y="107469"/>
                  </a:cubicBezTo>
                  <a:cubicBezTo>
                    <a:pt x="35626" y="106902"/>
                    <a:pt x="35559" y="106302"/>
                    <a:pt x="35426" y="105701"/>
                  </a:cubicBezTo>
                  <a:cubicBezTo>
                    <a:pt x="34859" y="103299"/>
                    <a:pt x="33925" y="101031"/>
                    <a:pt x="33224" y="98629"/>
                  </a:cubicBezTo>
                  <a:cubicBezTo>
                    <a:pt x="32891" y="97462"/>
                    <a:pt x="32557" y="96261"/>
                    <a:pt x="32290" y="95060"/>
                  </a:cubicBezTo>
                  <a:cubicBezTo>
                    <a:pt x="32090" y="93859"/>
                    <a:pt x="31923" y="92592"/>
                    <a:pt x="32023" y="91391"/>
                  </a:cubicBezTo>
                  <a:cubicBezTo>
                    <a:pt x="32057" y="90791"/>
                    <a:pt x="32123" y="90190"/>
                    <a:pt x="32290" y="89590"/>
                  </a:cubicBezTo>
                  <a:cubicBezTo>
                    <a:pt x="32457" y="89023"/>
                    <a:pt x="32724" y="88422"/>
                    <a:pt x="33057" y="87922"/>
                  </a:cubicBezTo>
                  <a:cubicBezTo>
                    <a:pt x="33224" y="87688"/>
                    <a:pt x="33391" y="87421"/>
                    <a:pt x="33591" y="87221"/>
                  </a:cubicBezTo>
                  <a:cubicBezTo>
                    <a:pt x="33758" y="87021"/>
                    <a:pt x="34025" y="86788"/>
                    <a:pt x="34225" y="86588"/>
                  </a:cubicBezTo>
                  <a:cubicBezTo>
                    <a:pt x="34692" y="86221"/>
                    <a:pt x="35226" y="85920"/>
                    <a:pt x="35759" y="85687"/>
                  </a:cubicBezTo>
                  <a:cubicBezTo>
                    <a:pt x="36893" y="85220"/>
                    <a:pt x="38128" y="84920"/>
                    <a:pt x="39295" y="84419"/>
                  </a:cubicBezTo>
                  <a:cubicBezTo>
                    <a:pt x="39896" y="84186"/>
                    <a:pt x="40429" y="83852"/>
                    <a:pt x="40930" y="83385"/>
                  </a:cubicBezTo>
                  <a:cubicBezTo>
                    <a:pt x="41397" y="82952"/>
                    <a:pt x="41764" y="82385"/>
                    <a:pt x="41964" y="81751"/>
                  </a:cubicBezTo>
                  <a:cubicBezTo>
                    <a:pt x="42064" y="81417"/>
                    <a:pt x="42130" y="81117"/>
                    <a:pt x="42197" y="80783"/>
                  </a:cubicBezTo>
                  <a:cubicBezTo>
                    <a:pt x="42231" y="80517"/>
                    <a:pt x="42264" y="80183"/>
                    <a:pt x="42231" y="79849"/>
                  </a:cubicBezTo>
                  <a:cubicBezTo>
                    <a:pt x="42197" y="79182"/>
                    <a:pt x="41930" y="78548"/>
                    <a:pt x="41630" y="78015"/>
                  </a:cubicBezTo>
                  <a:cubicBezTo>
                    <a:pt x="41063" y="76914"/>
                    <a:pt x="40262" y="75947"/>
                    <a:pt x="39896" y="74879"/>
                  </a:cubicBezTo>
                  <a:cubicBezTo>
                    <a:pt x="39862" y="74712"/>
                    <a:pt x="39762" y="74512"/>
                    <a:pt x="39695" y="74245"/>
                  </a:cubicBezTo>
                  <a:cubicBezTo>
                    <a:pt x="39629" y="74012"/>
                    <a:pt x="39595" y="73745"/>
                    <a:pt x="39529" y="73445"/>
                  </a:cubicBezTo>
                  <a:cubicBezTo>
                    <a:pt x="39429" y="72878"/>
                    <a:pt x="39395" y="72211"/>
                    <a:pt x="39429" y="71443"/>
                  </a:cubicBezTo>
                  <a:cubicBezTo>
                    <a:pt x="39462" y="69942"/>
                    <a:pt x="39395" y="68174"/>
                    <a:pt x="38628" y="66607"/>
                  </a:cubicBezTo>
                  <a:cubicBezTo>
                    <a:pt x="38028" y="65272"/>
                    <a:pt x="36893" y="64238"/>
                    <a:pt x="35693" y="63404"/>
                  </a:cubicBezTo>
                  <a:cubicBezTo>
                    <a:pt x="34525" y="62570"/>
                    <a:pt x="33224" y="61836"/>
                    <a:pt x="32057" y="60936"/>
                  </a:cubicBezTo>
                  <a:cubicBezTo>
                    <a:pt x="31723" y="60702"/>
                    <a:pt x="31456" y="60502"/>
                    <a:pt x="31189" y="60235"/>
                  </a:cubicBezTo>
                  <a:lnTo>
                    <a:pt x="30355" y="59501"/>
                  </a:lnTo>
                  <a:cubicBezTo>
                    <a:pt x="29788" y="58934"/>
                    <a:pt x="29221" y="58434"/>
                    <a:pt x="28554" y="58034"/>
                  </a:cubicBezTo>
                  <a:cubicBezTo>
                    <a:pt x="27920" y="57567"/>
                    <a:pt x="27220" y="57233"/>
                    <a:pt x="26519" y="56933"/>
                  </a:cubicBezTo>
                  <a:cubicBezTo>
                    <a:pt x="25785" y="56666"/>
                    <a:pt x="25052" y="56433"/>
                    <a:pt x="24284" y="56266"/>
                  </a:cubicBezTo>
                  <a:cubicBezTo>
                    <a:pt x="22783" y="55932"/>
                    <a:pt x="21282" y="55899"/>
                    <a:pt x="19781" y="55832"/>
                  </a:cubicBezTo>
                  <a:cubicBezTo>
                    <a:pt x="19414" y="55832"/>
                    <a:pt x="19047" y="55765"/>
                    <a:pt x="18680" y="55732"/>
                  </a:cubicBezTo>
                  <a:cubicBezTo>
                    <a:pt x="18347" y="55699"/>
                    <a:pt x="17947" y="55665"/>
                    <a:pt x="17580" y="55599"/>
                  </a:cubicBezTo>
                  <a:cubicBezTo>
                    <a:pt x="17213" y="55565"/>
                    <a:pt x="16879" y="55532"/>
                    <a:pt x="16512" y="55432"/>
                  </a:cubicBezTo>
                  <a:cubicBezTo>
                    <a:pt x="16112" y="55365"/>
                    <a:pt x="15745" y="55332"/>
                    <a:pt x="15411" y="55232"/>
                  </a:cubicBezTo>
                  <a:cubicBezTo>
                    <a:pt x="14010" y="54932"/>
                    <a:pt x="12609" y="54431"/>
                    <a:pt x="11342" y="53897"/>
                  </a:cubicBezTo>
                  <a:cubicBezTo>
                    <a:pt x="10041" y="53364"/>
                    <a:pt x="8873" y="52597"/>
                    <a:pt x="7773" y="51829"/>
                  </a:cubicBezTo>
                  <a:cubicBezTo>
                    <a:pt x="5671" y="50161"/>
                    <a:pt x="4037" y="48093"/>
                    <a:pt x="2902" y="46025"/>
                  </a:cubicBezTo>
                  <a:cubicBezTo>
                    <a:pt x="2602" y="45525"/>
                    <a:pt x="2369" y="44991"/>
                    <a:pt x="2102" y="44491"/>
                  </a:cubicBezTo>
                  <a:cubicBezTo>
                    <a:pt x="1868" y="43990"/>
                    <a:pt x="1702" y="43423"/>
                    <a:pt x="1501" y="42923"/>
                  </a:cubicBezTo>
                  <a:cubicBezTo>
                    <a:pt x="1268" y="42423"/>
                    <a:pt x="1168" y="41922"/>
                    <a:pt x="1001" y="41422"/>
                  </a:cubicBezTo>
                  <a:cubicBezTo>
                    <a:pt x="868" y="40988"/>
                    <a:pt x="668" y="40488"/>
                    <a:pt x="601" y="40054"/>
                  </a:cubicBezTo>
                  <a:cubicBezTo>
                    <a:pt x="567" y="39187"/>
                    <a:pt x="934" y="38353"/>
                    <a:pt x="1268" y="37586"/>
                  </a:cubicBezTo>
                  <a:cubicBezTo>
                    <a:pt x="1602" y="36852"/>
                    <a:pt x="1935" y="36185"/>
                    <a:pt x="2235" y="35551"/>
                  </a:cubicBezTo>
                  <a:cubicBezTo>
                    <a:pt x="2836" y="34350"/>
                    <a:pt x="3003" y="33316"/>
                    <a:pt x="2902" y="32649"/>
                  </a:cubicBezTo>
                  <a:cubicBezTo>
                    <a:pt x="2869" y="31715"/>
                    <a:pt x="2502" y="30848"/>
                    <a:pt x="2102" y="30080"/>
                  </a:cubicBezTo>
                  <a:cubicBezTo>
                    <a:pt x="1735" y="29347"/>
                    <a:pt x="1268" y="28579"/>
                    <a:pt x="934" y="27879"/>
                  </a:cubicBezTo>
                  <a:cubicBezTo>
                    <a:pt x="601" y="27178"/>
                    <a:pt x="334" y="26411"/>
                    <a:pt x="367" y="25677"/>
                  </a:cubicBezTo>
                  <a:cubicBezTo>
                    <a:pt x="401" y="25510"/>
                    <a:pt x="401" y="25310"/>
                    <a:pt x="434" y="25144"/>
                  </a:cubicBezTo>
                  <a:cubicBezTo>
                    <a:pt x="501" y="25043"/>
                    <a:pt x="501" y="24977"/>
                    <a:pt x="534" y="24877"/>
                  </a:cubicBezTo>
                  <a:lnTo>
                    <a:pt x="668" y="24643"/>
                  </a:lnTo>
                  <a:cubicBezTo>
                    <a:pt x="834" y="24310"/>
                    <a:pt x="1068" y="24043"/>
                    <a:pt x="1335" y="23809"/>
                  </a:cubicBezTo>
                  <a:cubicBezTo>
                    <a:pt x="2402" y="22842"/>
                    <a:pt x="3736" y="22241"/>
                    <a:pt x="4770" y="21341"/>
                  </a:cubicBezTo>
                  <a:cubicBezTo>
                    <a:pt x="5037" y="21074"/>
                    <a:pt x="5237" y="20840"/>
                    <a:pt x="5471" y="20540"/>
                  </a:cubicBezTo>
                  <a:cubicBezTo>
                    <a:pt x="5538" y="20407"/>
                    <a:pt x="5638" y="20240"/>
                    <a:pt x="5704" y="20073"/>
                  </a:cubicBezTo>
                  <a:lnTo>
                    <a:pt x="5838" y="19573"/>
                  </a:lnTo>
                  <a:cubicBezTo>
                    <a:pt x="5971" y="18906"/>
                    <a:pt x="5871" y="18305"/>
                    <a:pt x="5805" y="17672"/>
                  </a:cubicBezTo>
                  <a:cubicBezTo>
                    <a:pt x="5571" y="16471"/>
                    <a:pt x="5237" y="15370"/>
                    <a:pt x="5137" y="14302"/>
                  </a:cubicBezTo>
                  <a:cubicBezTo>
                    <a:pt x="5037" y="13802"/>
                    <a:pt x="5037" y="13235"/>
                    <a:pt x="5204" y="12801"/>
                  </a:cubicBezTo>
                  <a:cubicBezTo>
                    <a:pt x="5338" y="12334"/>
                    <a:pt x="5671" y="11967"/>
                    <a:pt x="5905" y="11534"/>
                  </a:cubicBezTo>
                  <a:cubicBezTo>
                    <a:pt x="7005" y="9966"/>
                    <a:pt x="8373" y="8965"/>
                    <a:pt x="9541" y="8065"/>
                  </a:cubicBezTo>
                  <a:cubicBezTo>
                    <a:pt x="10741" y="7231"/>
                    <a:pt x="11742" y="6464"/>
                    <a:pt x="12376" y="5630"/>
                  </a:cubicBezTo>
                  <a:cubicBezTo>
                    <a:pt x="13043" y="4796"/>
                    <a:pt x="13377" y="3995"/>
                    <a:pt x="13577" y="3361"/>
                  </a:cubicBezTo>
                  <a:cubicBezTo>
                    <a:pt x="13677" y="3028"/>
                    <a:pt x="13777" y="2794"/>
                    <a:pt x="13844" y="2527"/>
                  </a:cubicBezTo>
                  <a:cubicBezTo>
                    <a:pt x="13910" y="2294"/>
                    <a:pt x="13910" y="2127"/>
                    <a:pt x="13944" y="1960"/>
                  </a:cubicBezTo>
                  <a:cubicBezTo>
                    <a:pt x="14010" y="1627"/>
                    <a:pt x="14044" y="1493"/>
                    <a:pt x="14044" y="1493"/>
                  </a:cubicBezTo>
                  <a:cubicBezTo>
                    <a:pt x="14128" y="501"/>
                    <a:pt x="14102" y="0"/>
                    <a:pt x="140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30" name="Google Shape;2430;p21"/>
            <p:cNvSpPr/>
            <p:nvPr/>
          </p:nvSpPr>
          <p:spPr>
            <a:xfrm>
              <a:off x="9719578" y="1544473"/>
              <a:ext cx="415679" cy="246140"/>
            </a:xfrm>
            <a:custGeom>
              <a:avLst/>
              <a:gdLst/>
              <a:ahLst/>
              <a:cxnLst/>
              <a:rect l="l" t="t" r="r" b="b"/>
              <a:pathLst>
                <a:path w="18450" h="10925" extrusionOk="0">
                  <a:moveTo>
                    <a:pt x="6115" y="0"/>
                  </a:moveTo>
                  <a:cubicBezTo>
                    <a:pt x="6078" y="0"/>
                    <a:pt x="6041" y="3"/>
                    <a:pt x="6004" y="9"/>
                  </a:cubicBezTo>
                  <a:lnTo>
                    <a:pt x="5671" y="9"/>
                  </a:lnTo>
                  <a:lnTo>
                    <a:pt x="5371" y="42"/>
                  </a:lnTo>
                  <a:cubicBezTo>
                    <a:pt x="5171" y="109"/>
                    <a:pt x="4937" y="143"/>
                    <a:pt x="4770" y="209"/>
                  </a:cubicBezTo>
                  <a:cubicBezTo>
                    <a:pt x="4603" y="276"/>
                    <a:pt x="4403" y="343"/>
                    <a:pt x="4237" y="443"/>
                  </a:cubicBezTo>
                  <a:cubicBezTo>
                    <a:pt x="4070" y="476"/>
                    <a:pt x="3903" y="610"/>
                    <a:pt x="3736" y="710"/>
                  </a:cubicBezTo>
                  <a:cubicBezTo>
                    <a:pt x="3569" y="810"/>
                    <a:pt x="3436" y="976"/>
                    <a:pt x="3336" y="1110"/>
                  </a:cubicBezTo>
                  <a:cubicBezTo>
                    <a:pt x="3202" y="1210"/>
                    <a:pt x="3069" y="1343"/>
                    <a:pt x="3002" y="1510"/>
                  </a:cubicBezTo>
                  <a:cubicBezTo>
                    <a:pt x="2602" y="2111"/>
                    <a:pt x="2335" y="2678"/>
                    <a:pt x="2068" y="3178"/>
                  </a:cubicBezTo>
                  <a:cubicBezTo>
                    <a:pt x="1835" y="3678"/>
                    <a:pt x="1568" y="4045"/>
                    <a:pt x="1268" y="4346"/>
                  </a:cubicBezTo>
                  <a:cubicBezTo>
                    <a:pt x="1201" y="4379"/>
                    <a:pt x="1168" y="4479"/>
                    <a:pt x="1068" y="4512"/>
                  </a:cubicBezTo>
                  <a:cubicBezTo>
                    <a:pt x="1001" y="4546"/>
                    <a:pt x="934" y="4612"/>
                    <a:pt x="867" y="4646"/>
                  </a:cubicBezTo>
                  <a:cubicBezTo>
                    <a:pt x="734" y="4712"/>
                    <a:pt x="601" y="4779"/>
                    <a:pt x="534" y="4813"/>
                  </a:cubicBezTo>
                  <a:cubicBezTo>
                    <a:pt x="334" y="4879"/>
                    <a:pt x="200" y="4879"/>
                    <a:pt x="200" y="4879"/>
                  </a:cubicBezTo>
                  <a:cubicBezTo>
                    <a:pt x="9" y="4943"/>
                    <a:pt x="1" y="5282"/>
                    <a:pt x="234" y="5282"/>
                  </a:cubicBezTo>
                  <a:cubicBezTo>
                    <a:pt x="244" y="5282"/>
                    <a:pt x="256" y="5281"/>
                    <a:pt x="267" y="5280"/>
                  </a:cubicBezTo>
                  <a:cubicBezTo>
                    <a:pt x="267" y="5280"/>
                    <a:pt x="400" y="5280"/>
                    <a:pt x="667" y="5179"/>
                  </a:cubicBezTo>
                  <a:cubicBezTo>
                    <a:pt x="767" y="5146"/>
                    <a:pt x="901" y="5146"/>
                    <a:pt x="1068" y="5013"/>
                  </a:cubicBezTo>
                  <a:cubicBezTo>
                    <a:pt x="1168" y="4979"/>
                    <a:pt x="1234" y="4879"/>
                    <a:pt x="1334" y="4846"/>
                  </a:cubicBezTo>
                  <a:cubicBezTo>
                    <a:pt x="1401" y="4779"/>
                    <a:pt x="1501" y="4712"/>
                    <a:pt x="1568" y="4646"/>
                  </a:cubicBezTo>
                  <a:cubicBezTo>
                    <a:pt x="1902" y="4346"/>
                    <a:pt x="2202" y="3879"/>
                    <a:pt x="2502" y="3378"/>
                  </a:cubicBezTo>
                  <a:cubicBezTo>
                    <a:pt x="2769" y="2878"/>
                    <a:pt x="3069" y="2311"/>
                    <a:pt x="3436" y="1810"/>
                  </a:cubicBezTo>
                  <a:cubicBezTo>
                    <a:pt x="3536" y="1677"/>
                    <a:pt x="3669" y="1544"/>
                    <a:pt x="3736" y="1443"/>
                  </a:cubicBezTo>
                  <a:cubicBezTo>
                    <a:pt x="3870" y="1343"/>
                    <a:pt x="4003" y="1210"/>
                    <a:pt x="4103" y="1143"/>
                  </a:cubicBezTo>
                  <a:cubicBezTo>
                    <a:pt x="4237" y="1043"/>
                    <a:pt x="4370" y="943"/>
                    <a:pt x="4537" y="876"/>
                  </a:cubicBezTo>
                  <a:cubicBezTo>
                    <a:pt x="4670" y="843"/>
                    <a:pt x="4837" y="776"/>
                    <a:pt x="5004" y="710"/>
                  </a:cubicBezTo>
                  <a:cubicBezTo>
                    <a:pt x="5319" y="615"/>
                    <a:pt x="5641" y="550"/>
                    <a:pt x="5942" y="550"/>
                  </a:cubicBezTo>
                  <a:cubicBezTo>
                    <a:pt x="6280" y="550"/>
                    <a:pt x="6592" y="632"/>
                    <a:pt x="6838" y="843"/>
                  </a:cubicBezTo>
                  <a:cubicBezTo>
                    <a:pt x="7072" y="1043"/>
                    <a:pt x="7239" y="1343"/>
                    <a:pt x="7405" y="1644"/>
                  </a:cubicBezTo>
                  <a:cubicBezTo>
                    <a:pt x="7572" y="1944"/>
                    <a:pt x="7706" y="2277"/>
                    <a:pt x="7872" y="2611"/>
                  </a:cubicBezTo>
                  <a:cubicBezTo>
                    <a:pt x="8206" y="3211"/>
                    <a:pt x="8573" y="3945"/>
                    <a:pt x="9173" y="4379"/>
                  </a:cubicBezTo>
                  <a:cubicBezTo>
                    <a:pt x="9407" y="4646"/>
                    <a:pt x="9774" y="4813"/>
                    <a:pt x="10174" y="4946"/>
                  </a:cubicBezTo>
                  <a:cubicBezTo>
                    <a:pt x="10443" y="4995"/>
                    <a:pt x="10729" y="5026"/>
                    <a:pt x="11034" y="5026"/>
                  </a:cubicBezTo>
                  <a:cubicBezTo>
                    <a:pt x="11145" y="5026"/>
                    <a:pt x="11259" y="5022"/>
                    <a:pt x="11375" y="5013"/>
                  </a:cubicBezTo>
                  <a:cubicBezTo>
                    <a:pt x="12176" y="4946"/>
                    <a:pt x="12909" y="4612"/>
                    <a:pt x="13543" y="4546"/>
                  </a:cubicBezTo>
                  <a:cubicBezTo>
                    <a:pt x="13877" y="4546"/>
                    <a:pt x="14110" y="4646"/>
                    <a:pt x="14344" y="4846"/>
                  </a:cubicBezTo>
                  <a:cubicBezTo>
                    <a:pt x="14577" y="5046"/>
                    <a:pt x="14744" y="5346"/>
                    <a:pt x="14877" y="5680"/>
                  </a:cubicBezTo>
                  <a:cubicBezTo>
                    <a:pt x="15011" y="6013"/>
                    <a:pt x="15111" y="6347"/>
                    <a:pt x="15211" y="6681"/>
                  </a:cubicBezTo>
                  <a:cubicBezTo>
                    <a:pt x="15278" y="6981"/>
                    <a:pt x="15344" y="7314"/>
                    <a:pt x="15378" y="7648"/>
                  </a:cubicBezTo>
                  <a:cubicBezTo>
                    <a:pt x="15445" y="8315"/>
                    <a:pt x="15545" y="8949"/>
                    <a:pt x="15745" y="9516"/>
                  </a:cubicBezTo>
                  <a:cubicBezTo>
                    <a:pt x="15912" y="10083"/>
                    <a:pt x="16245" y="10617"/>
                    <a:pt x="16745" y="10817"/>
                  </a:cubicBezTo>
                  <a:cubicBezTo>
                    <a:pt x="16950" y="10899"/>
                    <a:pt x="17132" y="10925"/>
                    <a:pt x="17294" y="10925"/>
                  </a:cubicBezTo>
                  <a:cubicBezTo>
                    <a:pt x="17529" y="10925"/>
                    <a:pt x="17722" y="10870"/>
                    <a:pt x="17880" y="10850"/>
                  </a:cubicBezTo>
                  <a:lnTo>
                    <a:pt x="18247" y="10717"/>
                  </a:lnTo>
                  <a:cubicBezTo>
                    <a:pt x="18449" y="10641"/>
                    <a:pt x="18421" y="10449"/>
                    <a:pt x="18279" y="10449"/>
                  </a:cubicBezTo>
                  <a:cubicBezTo>
                    <a:pt x="18234" y="10449"/>
                    <a:pt x="18177" y="10469"/>
                    <a:pt x="18113" y="10517"/>
                  </a:cubicBezTo>
                  <a:cubicBezTo>
                    <a:pt x="18113" y="10517"/>
                    <a:pt x="18013" y="10550"/>
                    <a:pt x="17780" y="10617"/>
                  </a:cubicBezTo>
                  <a:cubicBezTo>
                    <a:pt x="17690" y="10632"/>
                    <a:pt x="17581" y="10647"/>
                    <a:pt x="17457" y="10647"/>
                  </a:cubicBezTo>
                  <a:cubicBezTo>
                    <a:pt x="17304" y="10647"/>
                    <a:pt x="17130" y="10624"/>
                    <a:pt x="16946" y="10550"/>
                  </a:cubicBezTo>
                  <a:cubicBezTo>
                    <a:pt x="16612" y="10450"/>
                    <a:pt x="16379" y="10016"/>
                    <a:pt x="16212" y="9516"/>
                  </a:cubicBezTo>
                  <a:cubicBezTo>
                    <a:pt x="16045" y="9016"/>
                    <a:pt x="16012" y="8382"/>
                    <a:pt x="15912" y="7715"/>
                  </a:cubicBezTo>
                  <a:cubicBezTo>
                    <a:pt x="15878" y="7381"/>
                    <a:pt x="15845" y="7014"/>
                    <a:pt x="15745" y="6647"/>
                  </a:cubicBezTo>
                  <a:cubicBezTo>
                    <a:pt x="15678" y="6280"/>
                    <a:pt x="15578" y="5947"/>
                    <a:pt x="15411" y="5546"/>
                  </a:cubicBezTo>
                  <a:cubicBezTo>
                    <a:pt x="15278" y="5213"/>
                    <a:pt x="15078" y="4846"/>
                    <a:pt x="14777" y="4512"/>
                  </a:cubicBezTo>
                  <a:cubicBezTo>
                    <a:pt x="14611" y="4379"/>
                    <a:pt x="14410" y="4212"/>
                    <a:pt x="14210" y="4145"/>
                  </a:cubicBezTo>
                  <a:cubicBezTo>
                    <a:pt x="14010" y="4045"/>
                    <a:pt x="13743" y="4012"/>
                    <a:pt x="13543" y="4012"/>
                  </a:cubicBezTo>
                  <a:cubicBezTo>
                    <a:pt x="13110" y="4012"/>
                    <a:pt x="12743" y="4145"/>
                    <a:pt x="12376" y="4212"/>
                  </a:cubicBezTo>
                  <a:cubicBezTo>
                    <a:pt x="12009" y="4312"/>
                    <a:pt x="11675" y="4379"/>
                    <a:pt x="11342" y="4446"/>
                  </a:cubicBezTo>
                  <a:cubicBezTo>
                    <a:pt x="11260" y="4454"/>
                    <a:pt x="11179" y="4458"/>
                    <a:pt x="11099" y="4458"/>
                  </a:cubicBezTo>
                  <a:cubicBezTo>
                    <a:pt x="10549" y="4458"/>
                    <a:pt x="10023" y="4265"/>
                    <a:pt x="9674" y="3945"/>
                  </a:cubicBezTo>
                  <a:cubicBezTo>
                    <a:pt x="9207" y="3545"/>
                    <a:pt x="8873" y="2978"/>
                    <a:pt x="8540" y="2344"/>
                  </a:cubicBezTo>
                  <a:cubicBezTo>
                    <a:pt x="8373" y="2011"/>
                    <a:pt x="8239" y="1677"/>
                    <a:pt x="8039" y="1343"/>
                  </a:cubicBezTo>
                  <a:cubicBezTo>
                    <a:pt x="7839" y="1010"/>
                    <a:pt x="7606" y="676"/>
                    <a:pt x="7239" y="376"/>
                  </a:cubicBezTo>
                  <a:cubicBezTo>
                    <a:pt x="7172" y="343"/>
                    <a:pt x="7072" y="276"/>
                    <a:pt x="6938" y="209"/>
                  </a:cubicBezTo>
                  <a:cubicBezTo>
                    <a:pt x="6872" y="176"/>
                    <a:pt x="6772" y="143"/>
                    <a:pt x="6672" y="109"/>
                  </a:cubicBezTo>
                  <a:cubicBezTo>
                    <a:pt x="6454" y="55"/>
                    <a:pt x="6280" y="0"/>
                    <a:pt x="61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31" name="Google Shape;2431;p21"/>
            <p:cNvSpPr/>
            <p:nvPr/>
          </p:nvSpPr>
          <p:spPr>
            <a:xfrm>
              <a:off x="10093846" y="1486504"/>
              <a:ext cx="370483" cy="268670"/>
            </a:xfrm>
            <a:custGeom>
              <a:avLst/>
              <a:gdLst/>
              <a:ahLst/>
              <a:cxnLst/>
              <a:rect l="l" t="t" r="r" b="b"/>
              <a:pathLst>
                <a:path w="16444" h="11925" extrusionOk="0">
                  <a:moveTo>
                    <a:pt x="5749" y="1"/>
                  </a:moveTo>
                  <a:cubicBezTo>
                    <a:pt x="5525" y="1"/>
                    <a:pt x="5304" y="29"/>
                    <a:pt x="5104" y="47"/>
                  </a:cubicBezTo>
                  <a:cubicBezTo>
                    <a:pt x="4904" y="80"/>
                    <a:pt x="4670" y="114"/>
                    <a:pt x="4503" y="147"/>
                  </a:cubicBezTo>
                  <a:cubicBezTo>
                    <a:pt x="4336" y="214"/>
                    <a:pt x="4136" y="314"/>
                    <a:pt x="3970" y="414"/>
                  </a:cubicBezTo>
                  <a:cubicBezTo>
                    <a:pt x="3269" y="848"/>
                    <a:pt x="2902" y="1548"/>
                    <a:pt x="2635" y="2115"/>
                  </a:cubicBezTo>
                  <a:cubicBezTo>
                    <a:pt x="2402" y="2716"/>
                    <a:pt x="2235" y="3283"/>
                    <a:pt x="2001" y="3783"/>
                  </a:cubicBezTo>
                  <a:cubicBezTo>
                    <a:pt x="1801" y="4283"/>
                    <a:pt x="1601" y="4717"/>
                    <a:pt x="1334" y="4950"/>
                  </a:cubicBezTo>
                  <a:cubicBezTo>
                    <a:pt x="1101" y="5217"/>
                    <a:pt x="834" y="5284"/>
                    <a:pt x="634" y="5317"/>
                  </a:cubicBezTo>
                  <a:lnTo>
                    <a:pt x="334" y="5317"/>
                  </a:lnTo>
                  <a:cubicBezTo>
                    <a:pt x="100" y="5317"/>
                    <a:pt x="0" y="5651"/>
                    <a:pt x="300" y="5718"/>
                  </a:cubicBezTo>
                  <a:lnTo>
                    <a:pt x="667" y="5718"/>
                  </a:lnTo>
                  <a:cubicBezTo>
                    <a:pt x="934" y="5718"/>
                    <a:pt x="1301" y="5618"/>
                    <a:pt x="1635" y="5284"/>
                  </a:cubicBezTo>
                  <a:cubicBezTo>
                    <a:pt x="2302" y="4650"/>
                    <a:pt x="2602" y="3483"/>
                    <a:pt x="3102" y="2382"/>
                  </a:cubicBezTo>
                  <a:cubicBezTo>
                    <a:pt x="3336" y="1782"/>
                    <a:pt x="3669" y="1248"/>
                    <a:pt x="4236" y="948"/>
                  </a:cubicBezTo>
                  <a:cubicBezTo>
                    <a:pt x="4336" y="881"/>
                    <a:pt x="4470" y="848"/>
                    <a:pt x="4637" y="781"/>
                  </a:cubicBezTo>
                  <a:cubicBezTo>
                    <a:pt x="4770" y="747"/>
                    <a:pt x="4937" y="747"/>
                    <a:pt x="5104" y="714"/>
                  </a:cubicBezTo>
                  <a:cubicBezTo>
                    <a:pt x="5437" y="714"/>
                    <a:pt x="5737" y="714"/>
                    <a:pt x="6004" y="781"/>
                  </a:cubicBezTo>
                  <a:cubicBezTo>
                    <a:pt x="6571" y="948"/>
                    <a:pt x="6972" y="1448"/>
                    <a:pt x="7272" y="2048"/>
                  </a:cubicBezTo>
                  <a:cubicBezTo>
                    <a:pt x="7572" y="2615"/>
                    <a:pt x="7806" y="3249"/>
                    <a:pt x="8106" y="3816"/>
                  </a:cubicBezTo>
                  <a:cubicBezTo>
                    <a:pt x="8239" y="4083"/>
                    <a:pt x="8439" y="4383"/>
                    <a:pt x="8506" y="4483"/>
                  </a:cubicBezTo>
                  <a:lnTo>
                    <a:pt x="8506" y="4450"/>
                  </a:lnTo>
                  <a:cubicBezTo>
                    <a:pt x="8640" y="4584"/>
                    <a:pt x="8740" y="4750"/>
                    <a:pt x="8840" y="4884"/>
                  </a:cubicBezTo>
                  <a:cubicBezTo>
                    <a:pt x="8973" y="4984"/>
                    <a:pt x="9107" y="5117"/>
                    <a:pt x="9273" y="5251"/>
                  </a:cubicBezTo>
                  <a:cubicBezTo>
                    <a:pt x="9574" y="5451"/>
                    <a:pt x="9940" y="5618"/>
                    <a:pt x="10307" y="5718"/>
                  </a:cubicBezTo>
                  <a:cubicBezTo>
                    <a:pt x="11075" y="5884"/>
                    <a:pt x="11775" y="5784"/>
                    <a:pt x="12342" y="5918"/>
                  </a:cubicBezTo>
                  <a:cubicBezTo>
                    <a:pt x="12642" y="5985"/>
                    <a:pt x="12909" y="6118"/>
                    <a:pt x="13109" y="6285"/>
                  </a:cubicBezTo>
                  <a:cubicBezTo>
                    <a:pt x="13310" y="6485"/>
                    <a:pt x="13510" y="6752"/>
                    <a:pt x="13643" y="6985"/>
                  </a:cubicBezTo>
                  <a:cubicBezTo>
                    <a:pt x="13943" y="7519"/>
                    <a:pt x="14010" y="8086"/>
                    <a:pt x="14010" y="8653"/>
                  </a:cubicBezTo>
                  <a:cubicBezTo>
                    <a:pt x="14010" y="9254"/>
                    <a:pt x="13943" y="9854"/>
                    <a:pt x="14110" y="10388"/>
                  </a:cubicBezTo>
                  <a:cubicBezTo>
                    <a:pt x="14143" y="10521"/>
                    <a:pt x="14244" y="10621"/>
                    <a:pt x="14277" y="10755"/>
                  </a:cubicBezTo>
                  <a:cubicBezTo>
                    <a:pt x="14310" y="10888"/>
                    <a:pt x="14410" y="10988"/>
                    <a:pt x="14477" y="11088"/>
                  </a:cubicBezTo>
                  <a:cubicBezTo>
                    <a:pt x="14644" y="11255"/>
                    <a:pt x="14811" y="11422"/>
                    <a:pt x="14977" y="11522"/>
                  </a:cubicBezTo>
                  <a:cubicBezTo>
                    <a:pt x="15144" y="11589"/>
                    <a:pt x="15311" y="11689"/>
                    <a:pt x="15444" y="11722"/>
                  </a:cubicBezTo>
                  <a:cubicBezTo>
                    <a:pt x="15611" y="11755"/>
                    <a:pt x="15745" y="11822"/>
                    <a:pt x="15811" y="11822"/>
                  </a:cubicBezTo>
                  <a:cubicBezTo>
                    <a:pt x="15978" y="11889"/>
                    <a:pt x="16112" y="11922"/>
                    <a:pt x="16112" y="11922"/>
                  </a:cubicBezTo>
                  <a:cubicBezTo>
                    <a:pt x="16129" y="11924"/>
                    <a:pt x="16145" y="11925"/>
                    <a:pt x="16161" y="11925"/>
                  </a:cubicBezTo>
                  <a:cubicBezTo>
                    <a:pt x="16415" y="11925"/>
                    <a:pt x="16443" y="11679"/>
                    <a:pt x="16412" y="11522"/>
                  </a:cubicBezTo>
                  <a:cubicBezTo>
                    <a:pt x="16412" y="11522"/>
                    <a:pt x="16278" y="11455"/>
                    <a:pt x="16112" y="11422"/>
                  </a:cubicBezTo>
                  <a:cubicBezTo>
                    <a:pt x="15978" y="11388"/>
                    <a:pt x="15911" y="11322"/>
                    <a:pt x="15778" y="11288"/>
                  </a:cubicBezTo>
                  <a:cubicBezTo>
                    <a:pt x="15645" y="11255"/>
                    <a:pt x="15478" y="11188"/>
                    <a:pt x="15344" y="11088"/>
                  </a:cubicBezTo>
                  <a:cubicBezTo>
                    <a:pt x="15078" y="10921"/>
                    <a:pt x="14777" y="10621"/>
                    <a:pt x="14677" y="10221"/>
                  </a:cubicBezTo>
                  <a:cubicBezTo>
                    <a:pt x="14611" y="9787"/>
                    <a:pt x="14644" y="9254"/>
                    <a:pt x="14677" y="8686"/>
                  </a:cubicBezTo>
                  <a:cubicBezTo>
                    <a:pt x="14677" y="8053"/>
                    <a:pt x="14644" y="7352"/>
                    <a:pt x="14310" y="6718"/>
                  </a:cubicBezTo>
                  <a:cubicBezTo>
                    <a:pt x="14177" y="6418"/>
                    <a:pt x="13977" y="6118"/>
                    <a:pt x="13676" y="5851"/>
                  </a:cubicBezTo>
                  <a:cubicBezTo>
                    <a:pt x="13410" y="5584"/>
                    <a:pt x="13009" y="5384"/>
                    <a:pt x="12642" y="5284"/>
                  </a:cubicBezTo>
                  <a:cubicBezTo>
                    <a:pt x="11909" y="5117"/>
                    <a:pt x="11175" y="5151"/>
                    <a:pt x="10608" y="5051"/>
                  </a:cubicBezTo>
                  <a:cubicBezTo>
                    <a:pt x="10007" y="4884"/>
                    <a:pt x="9574" y="4550"/>
                    <a:pt x="9273" y="4050"/>
                  </a:cubicBezTo>
                  <a:lnTo>
                    <a:pt x="9273" y="4016"/>
                  </a:lnTo>
                  <a:cubicBezTo>
                    <a:pt x="9173" y="3883"/>
                    <a:pt x="9006" y="3683"/>
                    <a:pt x="8906" y="3416"/>
                  </a:cubicBezTo>
                  <a:cubicBezTo>
                    <a:pt x="8606" y="2882"/>
                    <a:pt x="8339" y="2249"/>
                    <a:pt x="8006" y="1615"/>
                  </a:cubicBezTo>
                  <a:cubicBezTo>
                    <a:pt x="7839" y="1348"/>
                    <a:pt x="7639" y="1014"/>
                    <a:pt x="7339" y="714"/>
                  </a:cubicBezTo>
                  <a:cubicBezTo>
                    <a:pt x="7239" y="581"/>
                    <a:pt x="7072" y="447"/>
                    <a:pt x="6905" y="347"/>
                  </a:cubicBezTo>
                  <a:cubicBezTo>
                    <a:pt x="6671" y="214"/>
                    <a:pt x="6505" y="114"/>
                    <a:pt x="6305" y="80"/>
                  </a:cubicBezTo>
                  <a:cubicBezTo>
                    <a:pt x="6123" y="20"/>
                    <a:pt x="5935" y="1"/>
                    <a:pt x="57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32" name="Google Shape;2432;p21"/>
            <p:cNvSpPr/>
            <p:nvPr/>
          </p:nvSpPr>
          <p:spPr>
            <a:xfrm>
              <a:off x="10471359" y="2438126"/>
              <a:ext cx="393757" cy="235619"/>
            </a:xfrm>
            <a:custGeom>
              <a:avLst/>
              <a:gdLst/>
              <a:ahLst/>
              <a:cxnLst/>
              <a:rect l="l" t="t" r="r" b="b"/>
              <a:pathLst>
                <a:path w="17477" h="10458" extrusionOk="0">
                  <a:moveTo>
                    <a:pt x="5787" y="1"/>
                  </a:moveTo>
                  <a:cubicBezTo>
                    <a:pt x="5647" y="1"/>
                    <a:pt x="5509" y="20"/>
                    <a:pt x="5393" y="39"/>
                  </a:cubicBezTo>
                  <a:cubicBezTo>
                    <a:pt x="5126" y="73"/>
                    <a:pt x="4960" y="173"/>
                    <a:pt x="4793" y="306"/>
                  </a:cubicBezTo>
                  <a:cubicBezTo>
                    <a:pt x="4526" y="506"/>
                    <a:pt x="4226" y="740"/>
                    <a:pt x="3959" y="1007"/>
                  </a:cubicBezTo>
                  <a:lnTo>
                    <a:pt x="3592" y="1373"/>
                  </a:lnTo>
                  <a:cubicBezTo>
                    <a:pt x="3459" y="1507"/>
                    <a:pt x="3392" y="1674"/>
                    <a:pt x="3292" y="1840"/>
                  </a:cubicBezTo>
                  <a:cubicBezTo>
                    <a:pt x="3192" y="2141"/>
                    <a:pt x="3058" y="2474"/>
                    <a:pt x="2925" y="2741"/>
                  </a:cubicBezTo>
                  <a:cubicBezTo>
                    <a:pt x="2725" y="3342"/>
                    <a:pt x="2525" y="3909"/>
                    <a:pt x="2258" y="4342"/>
                  </a:cubicBezTo>
                  <a:cubicBezTo>
                    <a:pt x="2124" y="4576"/>
                    <a:pt x="2024" y="4743"/>
                    <a:pt x="1857" y="4876"/>
                  </a:cubicBezTo>
                  <a:cubicBezTo>
                    <a:pt x="1691" y="5009"/>
                    <a:pt x="1557" y="5076"/>
                    <a:pt x="1390" y="5076"/>
                  </a:cubicBezTo>
                  <a:cubicBezTo>
                    <a:pt x="1090" y="5076"/>
                    <a:pt x="790" y="4909"/>
                    <a:pt x="623" y="4843"/>
                  </a:cubicBezTo>
                  <a:cubicBezTo>
                    <a:pt x="456" y="4743"/>
                    <a:pt x="390" y="4676"/>
                    <a:pt x="390" y="4676"/>
                  </a:cubicBezTo>
                  <a:cubicBezTo>
                    <a:pt x="358" y="4651"/>
                    <a:pt x="323" y="4640"/>
                    <a:pt x="288" y="4640"/>
                  </a:cubicBezTo>
                  <a:cubicBezTo>
                    <a:pt x="140" y="4640"/>
                    <a:pt x="0" y="4841"/>
                    <a:pt x="190" y="4976"/>
                  </a:cubicBezTo>
                  <a:cubicBezTo>
                    <a:pt x="190" y="4976"/>
                    <a:pt x="256" y="5043"/>
                    <a:pt x="456" y="5176"/>
                  </a:cubicBezTo>
                  <a:cubicBezTo>
                    <a:pt x="690" y="5310"/>
                    <a:pt x="957" y="5510"/>
                    <a:pt x="1457" y="5510"/>
                  </a:cubicBezTo>
                  <a:cubicBezTo>
                    <a:pt x="1691" y="5510"/>
                    <a:pt x="1957" y="5410"/>
                    <a:pt x="2191" y="5243"/>
                  </a:cubicBezTo>
                  <a:cubicBezTo>
                    <a:pt x="2391" y="5076"/>
                    <a:pt x="2558" y="4876"/>
                    <a:pt x="2725" y="4642"/>
                  </a:cubicBezTo>
                  <a:cubicBezTo>
                    <a:pt x="3025" y="4142"/>
                    <a:pt x="3225" y="3575"/>
                    <a:pt x="3459" y="3008"/>
                  </a:cubicBezTo>
                  <a:cubicBezTo>
                    <a:pt x="3592" y="2708"/>
                    <a:pt x="3725" y="2408"/>
                    <a:pt x="3892" y="2174"/>
                  </a:cubicBezTo>
                  <a:cubicBezTo>
                    <a:pt x="3959" y="2041"/>
                    <a:pt x="4059" y="1874"/>
                    <a:pt x="4126" y="1807"/>
                  </a:cubicBezTo>
                  <a:cubicBezTo>
                    <a:pt x="4259" y="1707"/>
                    <a:pt x="4359" y="1574"/>
                    <a:pt x="4459" y="1474"/>
                  </a:cubicBezTo>
                  <a:cubicBezTo>
                    <a:pt x="4726" y="1240"/>
                    <a:pt x="4960" y="1040"/>
                    <a:pt x="5226" y="873"/>
                  </a:cubicBezTo>
                  <a:cubicBezTo>
                    <a:pt x="5449" y="749"/>
                    <a:pt x="5635" y="681"/>
                    <a:pt x="5798" y="681"/>
                  </a:cubicBezTo>
                  <a:cubicBezTo>
                    <a:pt x="5855" y="681"/>
                    <a:pt x="5909" y="689"/>
                    <a:pt x="5960" y="706"/>
                  </a:cubicBezTo>
                  <a:cubicBezTo>
                    <a:pt x="6194" y="740"/>
                    <a:pt x="6394" y="1007"/>
                    <a:pt x="6561" y="1240"/>
                  </a:cubicBezTo>
                  <a:cubicBezTo>
                    <a:pt x="6728" y="1507"/>
                    <a:pt x="6861" y="1840"/>
                    <a:pt x="6961" y="2141"/>
                  </a:cubicBezTo>
                  <a:cubicBezTo>
                    <a:pt x="7261" y="2741"/>
                    <a:pt x="7461" y="3375"/>
                    <a:pt x="7795" y="3975"/>
                  </a:cubicBezTo>
                  <a:cubicBezTo>
                    <a:pt x="7962" y="4242"/>
                    <a:pt x="8229" y="4542"/>
                    <a:pt x="8462" y="4809"/>
                  </a:cubicBezTo>
                  <a:cubicBezTo>
                    <a:pt x="8729" y="5043"/>
                    <a:pt x="9096" y="5243"/>
                    <a:pt x="9530" y="5343"/>
                  </a:cubicBezTo>
                  <a:cubicBezTo>
                    <a:pt x="9643" y="5364"/>
                    <a:pt x="9760" y="5372"/>
                    <a:pt x="9877" y="5372"/>
                  </a:cubicBezTo>
                  <a:cubicBezTo>
                    <a:pt x="10138" y="5372"/>
                    <a:pt x="10400" y="5333"/>
                    <a:pt x="10630" y="5310"/>
                  </a:cubicBezTo>
                  <a:cubicBezTo>
                    <a:pt x="10813" y="5273"/>
                    <a:pt x="10986" y="5246"/>
                    <a:pt x="11149" y="5246"/>
                  </a:cubicBezTo>
                  <a:cubicBezTo>
                    <a:pt x="11283" y="5246"/>
                    <a:pt x="11410" y="5264"/>
                    <a:pt x="11531" y="5310"/>
                  </a:cubicBezTo>
                  <a:cubicBezTo>
                    <a:pt x="12065" y="5476"/>
                    <a:pt x="12465" y="6010"/>
                    <a:pt x="12765" y="6577"/>
                  </a:cubicBezTo>
                  <a:lnTo>
                    <a:pt x="12799" y="6711"/>
                  </a:lnTo>
                  <a:lnTo>
                    <a:pt x="12799" y="6744"/>
                  </a:lnTo>
                  <a:lnTo>
                    <a:pt x="12865" y="6811"/>
                  </a:lnTo>
                  <a:lnTo>
                    <a:pt x="12899" y="6844"/>
                  </a:lnTo>
                  <a:cubicBezTo>
                    <a:pt x="12932" y="6911"/>
                    <a:pt x="12965" y="6977"/>
                    <a:pt x="13032" y="7044"/>
                  </a:cubicBezTo>
                  <a:cubicBezTo>
                    <a:pt x="13099" y="7178"/>
                    <a:pt x="13199" y="7344"/>
                    <a:pt x="13266" y="7478"/>
                  </a:cubicBezTo>
                  <a:cubicBezTo>
                    <a:pt x="13432" y="7745"/>
                    <a:pt x="13566" y="8045"/>
                    <a:pt x="13733" y="8345"/>
                  </a:cubicBezTo>
                  <a:cubicBezTo>
                    <a:pt x="14066" y="8879"/>
                    <a:pt x="14366" y="9413"/>
                    <a:pt x="14767" y="9846"/>
                  </a:cubicBezTo>
                  <a:cubicBezTo>
                    <a:pt x="14933" y="10046"/>
                    <a:pt x="15200" y="10213"/>
                    <a:pt x="15434" y="10347"/>
                  </a:cubicBezTo>
                  <a:cubicBezTo>
                    <a:pt x="15590" y="10425"/>
                    <a:pt x="15735" y="10457"/>
                    <a:pt x="15882" y="10457"/>
                  </a:cubicBezTo>
                  <a:cubicBezTo>
                    <a:pt x="15986" y="10457"/>
                    <a:pt x="16090" y="10441"/>
                    <a:pt x="16201" y="10413"/>
                  </a:cubicBezTo>
                  <a:cubicBezTo>
                    <a:pt x="16668" y="10313"/>
                    <a:pt x="16901" y="10046"/>
                    <a:pt x="17068" y="9880"/>
                  </a:cubicBezTo>
                  <a:lnTo>
                    <a:pt x="17335" y="9646"/>
                  </a:lnTo>
                  <a:cubicBezTo>
                    <a:pt x="17477" y="9448"/>
                    <a:pt x="17306" y="9298"/>
                    <a:pt x="17067" y="9298"/>
                  </a:cubicBezTo>
                  <a:cubicBezTo>
                    <a:pt x="17025" y="9298"/>
                    <a:pt x="16980" y="9302"/>
                    <a:pt x="16935" y="9313"/>
                  </a:cubicBezTo>
                  <a:cubicBezTo>
                    <a:pt x="16935" y="9313"/>
                    <a:pt x="16901" y="9413"/>
                    <a:pt x="16735" y="9546"/>
                  </a:cubicBezTo>
                  <a:cubicBezTo>
                    <a:pt x="16568" y="9679"/>
                    <a:pt x="16368" y="9880"/>
                    <a:pt x="16034" y="9980"/>
                  </a:cubicBezTo>
                  <a:cubicBezTo>
                    <a:pt x="15991" y="9989"/>
                    <a:pt x="15946" y="9994"/>
                    <a:pt x="15900" y="9994"/>
                  </a:cubicBezTo>
                  <a:cubicBezTo>
                    <a:pt x="15629" y="9994"/>
                    <a:pt x="15319" y="9827"/>
                    <a:pt x="15033" y="9513"/>
                  </a:cubicBezTo>
                  <a:cubicBezTo>
                    <a:pt x="14733" y="9146"/>
                    <a:pt x="14433" y="8645"/>
                    <a:pt x="14133" y="8078"/>
                  </a:cubicBezTo>
                  <a:cubicBezTo>
                    <a:pt x="14033" y="7811"/>
                    <a:pt x="13866" y="7511"/>
                    <a:pt x="13733" y="7211"/>
                  </a:cubicBezTo>
                  <a:cubicBezTo>
                    <a:pt x="13632" y="7044"/>
                    <a:pt x="13566" y="6911"/>
                    <a:pt x="13466" y="6744"/>
                  </a:cubicBezTo>
                  <a:lnTo>
                    <a:pt x="13366" y="6510"/>
                  </a:lnTo>
                  <a:lnTo>
                    <a:pt x="13299" y="6477"/>
                  </a:lnTo>
                  <a:lnTo>
                    <a:pt x="13299" y="6410"/>
                  </a:lnTo>
                  <a:lnTo>
                    <a:pt x="13232" y="6310"/>
                  </a:lnTo>
                  <a:cubicBezTo>
                    <a:pt x="13132" y="6177"/>
                    <a:pt x="13065" y="6010"/>
                    <a:pt x="12965" y="5843"/>
                  </a:cubicBezTo>
                  <a:cubicBezTo>
                    <a:pt x="12865" y="5677"/>
                    <a:pt x="12765" y="5543"/>
                    <a:pt x="12632" y="5376"/>
                  </a:cubicBezTo>
                  <a:cubicBezTo>
                    <a:pt x="12432" y="5076"/>
                    <a:pt x="12098" y="4809"/>
                    <a:pt x="11698" y="4676"/>
                  </a:cubicBezTo>
                  <a:cubicBezTo>
                    <a:pt x="11481" y="4609"/>
                    <a:pt x="11272" y="4584"/>
                    <a:pt x="11076" y="4584"/>
                  </a:cubicBezTo>
                  <a:cubicBezTo>
                    <a:pt x="10880" y="4584"/>
                    <a:pt x="10697" y="4609"/>
                    <a:pt x="10530" y="4642"/>
                  </a:cubicBezTo>
                  <a:cubicBezTo>
                    <a:pt x="10330" y="4659"/>
                    <a:pt x="10163" y="4668"/>
                    <a:pt x="10013" y="4668"/>
                  </a:cubicBezTo>
                  <a:cubicBezTo>
                    <a:pt x="9863" y="4668"/>
                    <a:pt x="9730" y="4659"/>
                    <a:pt x="9596" y="4642"/>
                  </a:cubicBezTo>
                  <a:cubicBezTo>
                    <a:pt x="9296" y="4542"/>
                    <a:pt x="9096" y="4409"/>
                    <a:pt x="8896" y="4209"/>
                  </a:cubicBezTo>
                  <a:cubicBezTo>
                    <a:pt x="8629" y="4009"/>
                    <a:pt x="8462" y="3809"/>
                    <a:pt x="8362" y="3542"/>
                  </a:cubicBezTo>
                  <a:cubicBezTo>
                    <a:pt x="8062" y="3075"/>
                    <a:pt x="7862" y="2474"/>
                    <a:pt x="7561" y="1840"/>
                  </a:cubicBezTo>
                  <a:cubicBezTo>
                    <a:pt x="7395" y="1540"/>
                    <a:pt x="7261" y="1207"/>
                    <a:pt x="7061" y="873"/>
                  </a:cubicBezTo>
                  <a:cubicBezTo>
                    <a:pt x="6861" y="540"/>
                    <a:pt x="6561" y="206"/>
                    <a:pt x="6094" y="39"/>
                  </a:cubicBezTo>
                  <a:cubicBezTo>
                    <a:pt x="5995" y="11"/>
                    <a:pt x="5890" y="1"/>
                    <a:pt x="57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33" name="Google Shape;2433;p21"/>
            <p:cNvSpPr/>
            <p:nvPr/>
          </p:nvSpPr>
          <p:spPr>
            <a:xfrm>
              <a:off x="10444075" y="3010163"/>
              <a:ext cx="411848" cy="198422"/>
            </a:xfrm>
            <a:custGeom>
              <a:avLst/>
              <a:gdLst/>
              <a:ahLst/>
              <a:cxnLst/>
              <a:rect l="l" t="t" r="r" b="b"/>
              <a:pathLst>
                <a:path w="18280" h="8807" extrusionOk="0">
                  <a:moveTo>
                    <a:pt x="5403" y="1"/>
                  </a:moveTo>
                  <a:cubicBezTo>
                    <a:pt x="4970" y="1"/>
                    <a:pt x="4603" y="34"/>
                    <a:pt x="4269" y="167"/>
                  </a:cubicBezTo>
                  <a:cubicBezTo>
                    <a:pt x="4102" y="201"/>
                    <a:pt x="3936" y="301"/>
                    <a:pt x="3769" y="368"/>
                  </a:cubicBezTo>
                  <a:cubicBezTo>
                    <a:pt x="3635" y="501"/>
                    <a:pt x="3469" y="634"/>
                    <a:pt x="3369" y="735"/>
                  </a:cubicBezTo>
                  <a:cubicBezTo>
                    <a:pt x="3102" y="1035"/>
                    <a:pt x="2935" y="1335"/>
                    <a:pt x="2802" y="1635"/>
                  </a:cubicBezTo>
                  <a:cubicBezTo>
                    <a:pt x="2568" y="2236"/>
                    <a:pt x="2435" y="2803"/>
                    <a:pt x="2234" y="3203"/>
                  </a:cubicBezTo>
                  <a:cubicBezTo>
                    <a:pt x="2034" y="3670"/>
                    <a:pt x="1734" y="3903"/>
                    <a:pt x="1434" y="3970"/>
                  </a:cubicBezTo>
                  <a:cubicBezTo>
                    <a:pt x="1344" y="3979"/>
                    <a:pt x="1262" y="3983"/>
                    <a:pt x="1185" y="3983"/>
                  </a:cubicBezTo>
                  <a:cubicBezTo>
                    <a:pt x="975" y="3983"/>
                    <a:pt x="804" y="3952"/>
                    <a:pt x="633" y="3903"/>
                  </a:cubicBezTo>
                  <a:cubicBezTo>
                    <a:pt x="433" y="3870"/>
                    <a:pt x="366" y="3837"/>
                    <a:pt x="366" y="3837"/>
                  </a:cubicBezTo>
                  <a:cubicBezTo>
                    <a:pt x="337" y="3824"/>
                    <a:pt x="308" y="3818"/>
                    <a:pt x="281" y="3818"/>
                  </a:cubicBezTo>
                  <a:cubicBezTo>
                    <a:pt x="97" y="3818"/>
                    <a:pt x="0" y="4083"/>
                    <a:pt x="233" y="4170"/>
                  </a:cubicBezTo>
                  <a:cubicBezTo>
                    <a:pt x="233" y="4170"/>
                    <a:pt x="366" y="4237"/>
                    <a:pt x="567" y="4304"/>
                  </a:cubicBezTo>
                  <a:cubicBezTo>
                    <a:pt x="728" y="4331"/>
                    <a:pt x="956" y="4380"/>
                    <a:pt x="1284" y="4380"/>
                  </a:cubicBezTo>
                  <a:cubicBezTo>
                    <a:pt x="1362" y="4380"/>
                    <a:pt x="1445" y="4377"/>
                    <a:pt x="1534" y="4370"/>
                  </a:cubicBezTo>
                  <a:cubicBezTo>
                    <a:pt x="1734" y="4370"/>
                    <a:pt x="1968" y="4237"/>
                    <a:pt x="2201" y="4070"/>
                  </a:cubicBezTo>
                  <a:cubicBezTo>
                    <a:pt x="2401" y="3903"/>
                    <a:pt x="2568" y="3703"/>
                    <a:pt x="2701" y="3470"/>
                  </a:cubicBezTo>
                  <a:cubicBezTo>
                    <a:pt x="2935" y="3003"/>
                    <a:pt x="3068" y="2402"/>
                    <a:pt x="3302" y="1902"/>
                  </a:cubicBezTo>
                  <a:cubicBezTo>
                    <a:pt x="3435" y="1635"/>
                    <a:pt x="3569" y="1402"/>
                    <a:pt x="3769" y="1202"/>
                  </a:cubicBezTo>
                  <a:cubicBezTo>
                    <a:pt x="3936" y="1001"/>
                    <a:pt x="4203" y="868"/>
                    <a:pt x="4469" y="801"/>
                  </a:cubicBezTo>
                  <a:cubicBezTo>
                    <a:pt x="4695" y="726"/>
                    <a:pt x="4920" y="689"/>
                    <a:pt x="5117" y="689"/>
                  </a:cubicBezTo>
                  <a:cubicBezTo>
                    <a:pt x="5182" y="689"/>
                    <a:pt x="5245" y="693"/>
                    <a:pt x="5303" y="701"/>
                  </a:cubicBezTo>
                  <a:cubicBezTo>
                    <a:pt x="5604" y="801"/>
                    <a:pt x="5870" y="868"/>
                    <a:pt x="6071" y="1068"/>
                  </a:cubicBezTo>
                  <a:cubicBezTo>
                    <a:pt x="6538" y="1468"/>
                    <a:pt x="6904" y="2002"/>
                    <a:pt x="7271" y="2536"/>
                  </a:cubicBezTo>
                  <a:cubicBezTo>
                    <a:pt x="7638" y="3103"/>
                    <a:pt x="8072" y="3637"/>
                    <a:pt x="8706" y="3970"/>
                  </a:cubicBezTo>
                  <a:cubicBezTo>
                    <a:pt x="8806" y="4004"/>
                    <a:pt x="8906" y="4037"/>
                    <a:pt x="8973" y="4104"/>
                  </a:cubicBezTo>
                  <a:lnTo>
                    <a:pt x="8939" y="4104"/>
                  </a:lnTo>
                  <a:cubicBezTo>
                    <a:pt x="9067" y="4155"/>
                    <a:pt x="9215" y="4226"/>
                    <a:pt x="9397" y="4226"/>
                  </a:cubicBezTo>
                  <a:cubicBezTo>
                    <a:pt x="9453" y="4226"/>
                    <a:pt x="9511" y="4219"/>
                    <a:pt x="9573" y="4204"/>
                  </a:cubicBezTo>
                  <a:cubicBezTo>
                    <a:pt x="9773" y="4170"/>
                    <a:pt x="9940" y="4104"/>
                    <a:pt x="10107" y="4004"/>
                  </a:cubicBezTo>
                  <a:cubicBezTo>
                    <a:pt x="10407" y="3837"/>
                    <a:pt x="10607" y="3670"/>
                    <a:pt x="10874" y="3637"/>
                  </a:cubicBezTo>
                  <a:cubicBezTo>
                    <a:pt x="10966" y="3597"/>
                    <a:pt x="11063" y="3578"/>
                    <a:pt x="11162" y="3578"/>
                  </a:cubicBezTo>
                  <a:cubicBezTo>
                    <a:pt x="11313" y="3578"/>
                    <a:pt x="11466" y="3623"/>
                    <a:pt x="11608" y="3703"/>
                  </a:cubicBezTo>
                  <a:cubicBezTo>
                    <a:pt x="11875" y="3837"/>
                    <a:pt x="12041" y="4004"/>
                    <a:pt x="12142" y="4270"/>
                  </a:cubicBezTo>
                  <a:cubicBezTo>
                    <a:pt x="12442" y="4771"/>
                    <a:pt x="12442" y="5438"/>
                    <a:pt x="12742" y="6105"/>
                  </a:cubicBezTo>
                  <a:cubicBezTo>
                    <a:pt x="12775" y="6138"/>
                    <a:pt x="12775" y="6205"/>
                    <a:pt x="12809" y="6272"/>
                  </a:cubicBezTo>
                  <a:lnTo>
                    <a:pt x="12909" y="6372"/>
                  </a:lnTo>
                  <a:lnTo>
                    <a:pt x="13076" y="6605"/>
                  </a:lnTo>
                  <a:cubicBezTo>
                    <a:pt x="13209" y="6705"/>
                    <a:pt x="13276" y="6839"/>
                    <a:pt x="13409" y="6972"/>
                  </a:cubicBezTo>
                  <a:cubicBezTo>
                    <a:pt x="13609" y="7206"/>
                    <a:pt x="13876" y="7439"/>
                    <a:pt x="14076" y="7639"/>
                  </a:cubicBezTo>
                  <a:cubicBezTo>
                    <a:pt x="14543" y="8006"/>
                    <a:pt x="14977" y="8340"/>
                    <a:pt x="15477" y="8540"/>
                  </a:cubicBezTo>
                  <a:cubicBezTo>
                    <a:pt x="15944" y="8774"/>
                    <a:pt x="16445" y="8807"/>
                    <a:pt x="16812" y="8807"/>
                  </a:cubicBezTo>
                  <a:cubicBezTo>
                    <a:pt x="17245" y="8807"/>
                    <a:pt x="17545" y="8674"/>
                    <a:pt x="17746" y="8607"/>
                  </a:cubicBezTo>
                  <a:cubicBezTo>
                    <a:pt x="17812" y="8540"/>
                    <a:pt x="17912" y="8507"/>
                    <a:pt x="17946" y="8473"/>
                  </a:cubicBezTo>
                  <a:cubicBezTo>
                    <a:pt x="17979" y="8440"/>
                    <a:pt x="18046" y="8440"/>
                    <a:pt x="18046" y="8440"/>
                  </a:cubicBezTo>
                  <a:cubicBezTo>
                    <a:pt x="18279" y="8273"/>
                    <a:pt x="18079" y="8006"/>
                    <a:pt x="17645" y="7873"/>
                  </a:cubicBezTo>
                  <a:cubicBezTo>
                    <a:pt x="17645" y="7873"/>
                    <a:pt x="17579" y="7973"/>
                    <a:pt x="17412" y="8006"/>
                  </a:cubicBezTo>
                  <a:cubicBezTo>
                    <a:pt x="17245" y="8040"/>
                    <a:pt x="16978" y="8140"/>
                    <a:pt x="16645" y="8140"/>
                  </a:cubicBezTo>
                  <a:cubicBezTo>
                    <a:pt x="16378" y="8140"/>
                    <a:pt x="15944" y="8040"/>
                    <a:pt x="15544" y="7840"/>
                  </a:cubicBezTo>
                  <a:cubicBezTo>
                    <a:pt x="15110" y="7673"/>
                    <a:pt x="14710" y="7339"/>
                    <a:pt x="14276" y="6972"/>
                  </a:cubicBezTo>
                  <a:cubicBezTo>
                    <a:pt x="14076" y="6739"/>
                    <a:pt x="13909" y="6539"/>
                    <a:pt x="13709" y="6339"/>
                  </a:cubicBezTo>
                  <a:cubicBezTo>
                    <a:pt x="13576" y="6238"/>
                    <a:pt x="13476" y="6138"/>
                    <a:pt x="13409" y="6005"/>
                  </a:cubicBezTo>
                  <a:lnTo>
                    <a:pt x="13276" y="5838"/>
                  </a:lnTo>
                  <a:lnTo>
                    <a:pt x="13242" y="5738"/>
                  </a:lnTo>
                  <a:cubicBezTo>
                    <a:pt x="13209" y="5738"/>
                    <a:pt x="13209" y="5738"/>
                    <a:pt x="13209" y="5705"/>
                  </a:cubicBezTo>
                  <a:cubicBezTo>
                    <a:pt x="12975" y="5171"/>
                    <a:pt x="12975" y="4504"/>
                    <a:pt x="12642" y="3803"/>
                  </a:cubicBezTo>
                  <a:cubicBezTo>
                    <a:pt x="12475" y="3470"/>
                    <a:pt x="12208" y="3136"/>
                    <a:pt x="11808" y="2969"/>
                  </a:cubicBezTo>
                  <a:cubicBezTo>
                    <a:pt x="11542" y="2849"/>
                    <a:pt x="11276" y="2763"/>
                    <a:pt x="10985" y="2763"/>
                  </a:cubicBezTo>
                  <a:cubicBezTo>
                    <a:pt x="10874" y="2763"/>
                    <a:pt x="10760" y="2775"/>
                    <a:pt x="10640" y="2803"/>
                  </a:cubicBezTo>
                  <a:cubicBezTo>
                    <a:pt x="10240" y="2869"/>
                    <a:pt x="9940" y="3070"/>
                    <a:pt x="9706" y="3203"/>
                  </a:cubicBezTo>
                  <a:cubicBezTo>
                    <a:pt x="9573" y="3303"/>
                    <a:pt x="9473" y="3336"/>
                    <a:pt x="9406" y="3336"/>
                  </a:cubicBezTo>
                  <a:cubicBezTo>
                    <a:pt x="9373" y="3336"/>
                    <a:pt x="9273" y="3336"/>
                    <a:pt x="9206" y="3303"/>
                  </a:cubicBezTo>
                  <a:lnTo>
                    <a:pt x="9139" y="3303"/>
                  </a:lnTo>
                  <a:cubicBezTo>
                    <a:pt x="9106" y="3303"/>
                    <a:pt x="9039" y="3236"/>
                    <a:pt x="8939" y="3203"/>
                  </a:cubicBezTo>
                  <a:cubicBezTo>
                    <a:pt x="8539" y="3003"/>
                    <a:pt x="8139" y="2536"/>
                    <a:pt x="7772" y="2035"/>
                  </a:cubicBezTo>
                  <a:cubicBezTo>
                    <a:pt x="7405" y="1535"/>
                    <a:pt x="7038" y="901"/>
                    <a:pt x="6437" y="468"/>
                  </a:cubicBezTo>
                  <a:cubicBezTo>
                    <a:pt x="6204" y="234"/>
                    <a:pt x="5770" y="67"/>
                    <a:pt x="5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34" name="Google Shape;2434;p21"/>
            <p:cNvSpPr/>
            <p:nvPr/>
          </p:nvSpPr>
          <p:spPr>
            <a:xfrm>
              <a:off x="10371145" y="3133064"/>
              <a:ext cx="299717" cy="263421"/>
            </a:xfrm>
            <a:custGeom>
              <a:avLst/>
              <a:gdLst/>
              <a:ahLst/>
              <a:cxnLst/>
              <a:rect l="l" t="t" r="r" b="b"/>
              <a:pathLst>
                <a:path w="13303" h="11692" extrusionOk="0">
                  <a:moveTo>
                    <a:pt x="2713" y="0"/>
                  </a:moveTo>
                  <a:cubicBezTo>
                    <a:pt x="2265" y="0"/>
                    <a:pt x="1833" y="141"/>
                    <a:pt x="1502" y="383"/>
                  </a:cubicBezTo>
                  <a:cubicBezTo>
                    <a:pt x="1002" y="717"/>
                    <a:pt x="635" y="1184"/>
                    <a:pt x="401" y="1617"/>
                  </a:cubicBezTo>
                  <a:cubicBezTo>
                    <a:pt x="201" y="2084"/>
                    <a:pt x="68" y="2518"/>
                    <a:pt x="34" y="2885"/>
                  </a:cubicBezTo>
                  <a:cubicBezTo>
                    <a:pt x="1" y="3052"/>
                    <a:pt x="1" y="3252"/>
                    <a:pt x="1" y="3385"/>
                  </a:cubicBezTo>
                  <a:cubicBezTo>
                    <a:pt x="34" y="3552"/>
                    <a:pt x="34" y="3686"/>
                    <a:pt x="34" y="3752"/>
                  </a:cubicBezTo>
                  <a:cubicBezTo>
                    <a:pt x="34" y="3886"/>
                    <a:pt x="68" y="3952"/>
                    <a:pt x="68" y="4019"/>
                  </a:cubicBezTo>
                  <a:lnTo>
                    <a:pt x="68" y="4086"/>
                  </a:lnTo>
                  <a:cubicBezTo>
                    <a:pt x="108" y="4193"/>
                    <a:pt x="185" y="4235"/>
                    <a:pt x="261" y="4235"/>
                  </a:cubicBezTo>
                  <a:cubicBezTo>
                    <a:pt x="376" y="4235"/>
                    <a:pt x="488" y="4139"/>
                    <a:pt x="468" y="4019"/>
                  </a:cubicBezTo>
                  <a:lnTo>
                    <a:pt x="468" y="3919"/>
                  </a:lnTo>
                  <a:cubicBezTo>
                    <a:pt x="468" y="3886"/>
                    <a:pt x="401" y="3786"/>
                    <a:pt x="401" y="3719"/>
                  </a:cubicBezTo>
                  <a:lnTo>
                    <a:pt x="401" y="3385"/>
                  </a:lnTo>
                  <a:cubicBezTo>
                    <a:pt x="401" y="3219"/>
                    <a:pt x="401" y="3085"/>
                    <a:pt x="468" y="2918"/>
                  </a:cubicBezTo>
                  <a:cubicBezTo>
                    <a:pt x="501" y="2585"/>
                    <a:pt x="635" y="2218"/>
                    <a:pt x="835" y="1851"/>
                  </a:cubicBezTo>
                  <a:cubicBezTo>
                    <a:pt x="1035" y="1451"/>
                    <a:pt x="1368" y="1050"/>
                    <a:pt x="1802" y="783"/>
                  </a:cubicBezTo>
                  <a:cubicBezTo>
                    <a:pt x="2057" y="613"/>
                    <a:pt x="2367" y="511"/>
                    <a:pt x="2678" y="511"/>
                  </a:cubicBezTo>
                  <a:cubicBezTo>
                    <a:pt x="2856" y="511"/>
                    <a:pt x="3034" y="544"/>
                    <a:pt x="3203" y="617"/>
                  </a:cubicBezTo>
                  <a:cubicBezTo>
                    <a:pt x="3337" y="617"/>
                    <a:pt x="3403" y="717"/>
                    <a:pt x="3537" y="783"/>
                  </a:cubicBezTo>
                  <a:cubicBezTo>
                    <a:pt x="3670" y="884"/>
                    <a:pt x="3704" y="950"/>
                    <a:pt x="3804" y="1050"/>
                  </a:cubicBezTo>
                  <a:cubicBezTo>
                    <a:pt x="3970" y="1217"/>
                    <a:pt x="4037" y="1451"/>
                    <a:pt x="4137" y="1751"/>
                  </a:cubicBezTo>
                  <a:cubicBezTo>
                    <a:pt x="4304" y="2285"/>
                    <a:pt x="4337" y="2952"/>
                    <a:pt x="4704" y="3585"/>
                  </a:cubicBezTo>
                  <a:lnTo>
                    <a:pt x="4804" y="3719"/>
                  </a:lnTo>
                  <a:cubicBezTo>
                    <a:pt x="4838" y="3786"/>
                    <a:pt x="4871" y="3786"/>
                    <a:pt x="4904" y="3852"/>
                  </a:cubicBezTo>
                  <a:lnTo>
                    <a:pt x="5071" y="4019"/>
                  </a:lnTo>
                  <a:cubicBezTo>
                    <a:pt x="5205" y="4119"/>
                    <a:pt x="5338" y="4219"/>
                    <a:pt x="5505" y="4286"/>
                  </a:cubicBezTo>
                  <a:cubicBezTo>
                    <a:pt x="5638" y="4419"/>
                    <a:pt x="5805" y="4453"/>
                    <a:pt x="5972" y="4519"/>
                  </a:cubicBezTo>
                  <a:cubicBezTo>
                    <a:pt x="6139" y="4553"/>
                    <a:pt x="6305" y="4586"/>
                    <a:pt x="6405" y="4586"/>
                  </a:cubicBezTo>
                  <a:cubicBezTo>
                    <a:pt x="6706" y="4586"/>
                    <a:pt x="6906" y="4620"/>
                    <a:pt x="7173" y="4720"/>
                  </a:cubicBezTo>
                  <a:cubicBezTo>
                    <a:pt x="7406" y="4786"/>
                    <a:pt x="7673" y="4886"/>
                    <a:pt x="7840" y="5053"/>
                  </a:cubicBezTo>
                  <a:cubicBezTo>
                    <a:pt x="8207" y="5387"/>
                    <a:pt x="8507" y="5887"/>
                    <a:pt x="8707" y="6421"/>
                  </a:cubicBezTo>
                  <a:cubicBezTo>
                    <a:pt x="9141" y="7522"/>
                    <a:pt x="9241" y="8823"/>
                    <a:pt x="9674" y="9890"/>
                  </a:cubicBezTo>
                  <a:cubicBezTo>
                    <a:pt x="9875" y="10424"/>
                    <a:pt x="10208" y="10924"/>
                    <a:pt x="10642" y="11258"/>
                  </a:cubicBezTo>
                  <a:cubicBezTo>
                    <a:pt x="11042" y="11591"/>
                    <a:pt x="11542" y="11691"/>
                    <a:pt x="11943" y="11691"/>
                  </a:cubicBezTo>
                  <a:cubicBezTo>
                    <a:pt x="12310" y="11691"/>
                    <a:pt x="12610" y="11591"/>
                    <a:pt x="12810" y="11558"/>
                  </a:cubicBezTo>
                  <a:cubicBezTo>
                    <a:pt x="12977" y="11524"/>
                    <a:pt x="13110" y="11491"/>
                    <a:pt x="13110" y="11491"/>
                  </a:cubicBezTo>
                  <a:cubicBezTo>
                    <a:pt x="13302" y="11409"/>
                    <a:pt x="13246" y="11191"/>
                    <a:pt x="13090" y="11191"/>
                  </a:cubicBezTo>
                  <a:cubicBezTo>
                    <a:pt x="13056" y="11191"/>
                    <a:pt x="13018" y="11201"/>
                    <a:pt x="12977" y="11224"/>
                  </a:cubicBezTo>
                  <a:cubicBezTo>
                    <a:pt x="12977" y="11224"/>
                    <a:pt x="12843" y="11258"/>
                    <a:pt x="12677" y="11324"/>
                  </a:cubicBezTo>
                  <a:cubicBezTo>
                    <a:pt x="12610" y="11324"/>
                    <a:pt x="12476" y="11358"/>
                    <a:pt x="12343" y="11358"/>
                  </a:cubicBezTo>
                  <a:lnTo>
                    <a:pt x="11876" y="11358"/>
                  </a:lnTo>
                  <a:cubicBezTo>
                    <a:pt x="11609" y="11324"/>
                    <a:pt x="11209" y="11224"/>
                    <a:pt x="10875" y="10991"/>
                  </a:cubicBezTo>
                  <a:cubicBezTo>
                    <a:pt x="10608" y="10724"/>
                    <a:pt x="10342" y="10290"/>
                    <a:pt x="10175" y="9790"/>
                  </a:cubicBezTo>
                  <a:cubicBezTo>
                    <a:pt x="9841" y="8789"/>
                    <a:pt x="9775" y="7555"/>
                    <a:pt x="9341" y="6287"/>
                  </a:cubicBezTo>
                  <a:cubicBezTo>
                    <a:pt x="9141" y="5687"/>
                    <a:pt x="8807" y="5053"/>
                    <a:pt x="8273" y="4586"/>
                  </a:cubicBezTo>
                  <a:cubicBezTo>
                    <a:pt x="8007" y="4353"/>
                    <a:pt x="7673" y="4253"/>
                    <a:pt x="7373" y="4119"/>
                  </a:cubicBezTo>
                  <a:cubicBezTo>
                    <a:pt x="7073" y="4052"/>
                    <a:pt x="6739" y="4019"/>
                    <a:pt x="6506" y="3952"/>
                  </a:cubicBezTo>
                  <a:cubicBezTo>
                    <a:pt x="6339" y="3952"/>
                    <a:pt x="6239" y="3919"/>
                    <a:pt x="6139" y="3919"/>
                  </a:cubicBezTo>
                  <a:cubicBezTo>
                    <a:pt x="6039" y="3886"/>
                    <a:pt x="5905" y="3886"/>
                    <a:pt x="5838" y="3786"/>
                  </a:cubicBezTo>
                  <a:cubicBezTo>
                    <a:pt x="5772" y="3752"/>
                    <a:pt x="5638" y="3686"/>
                    <a:pt x="5538" y="3585"/>
                  </a:cubicBezTo>
                  <a:lnTo>
                    <a:pt x="5371" y="3452"/>
                  </a:lnTo>
                  <a:lnTo>
                    <a:pt x="5338" y="3419"/>
                  </a:lnTo>
                  <a:lnTo>
                    <a:pt x="5305" y="3352"/>
                  </a:lnTo>
                  <a:cubicBezTo>
                    <a:pt x="5004" y="2918"/>
                    <a:pt x="4904" y="2285"/>
                    <a:pt x="4738" y="1684"/>
                  </a:cubicBezTo>
                  <a:cubicBezTo>
                    <a:pt x="4671" y="1351"/>
                    <a:pt x="4537" y="1017"/>
                    <a:pt x="4304" y="717"/>
                  </a:cubicBezTo>
                  <a:cubicBezTo>
                    <a:pt x="4204" y="550"/>
                    <a:pt x="4037" y="417"/>
                    <a:pt x="3870" y="350"/>
                  </a:cubicBezTo>
                  <a:cubicBezTo>
                    <a:pt x="3737" y="250"/>
                    <a:pt x="3570" y="183"/>
                    <a:pt x="3403" y="116"/>
                  </a:cubicBezTo>
                  <a:cubicBezTo>
                    <a:pt x="3177" y="37"/>
                    <a:pt x="2943" y="0"/>
                    <a:pt x="27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35" name="Google Shape;2435;p21"/>
            <p:cNvSpPr/>
            <p:nvPr/>
          </p:nvSpPr>
          <p:spPr>
            <a:xfrm>
              <a:off x="9841330" y="1567972"/>
              <a:ext cx="27059" cy="11288"/>
            </a:xfrm>
            <a:custGeom>
              <a:avLst/>
              <a:gdLst/>
              <a:ahLst/>
              <a:cxnLst/>
              <a:rect l="l" t="t" r="r" b="b"/>
              <a:pathLst>
                <a:path w="1201" h="501" extrusionOk="0">
                  <a:moveTo>
                    <a:pt x="634" y="0"/>
                  </a:moveTo>
                  <a:cubicBezTo>
                    <a:pt x="500" y="0"/>
                    <a:pt x="334" y="0"/>
                    <a:pt x="200" y="34"/>
                  </a:cubicBezTo>
                  <a:cubicBezTo>
                    <a:pt x="100" y="100"/>
                    <a:pt x="0" y="134"/>
                    <a:pt x="0" y="134"/>
                  </a:cubicBezTo>
                  <a:lnTo>
                    <a:pt x="33" y="400"/>
                  </a:lnTo>
                  <a:cubicBezTo>
                    <a:pt x="33" y="400"/>
                    <a:pt x="133" y="400"/>
                    <a:pt x="267" y="434"/>
                  </a:cubicBezTo>
                  <a:cubicBezTo>
                    <a:pt x="367" y="467"/>
                    <a:pt x="500" y="501"/>
                    <a:pt x="600" y="501"/>
                  </a:cubicBezTo>
                  <a:lnTo>
                    <a:pt x="1101" y="501"/>
                  </a:lnTo>
                  <a:cubicBezTo>
                    <a:pt x="1134" y="501"/>
                    <a:pt x="1201" y="300"/>
                    <a:pt x="1168" y="267"/>
                  </a:cubicBezTo>
                  <a:cubicBezTo>
                    <a:pt x="1168" y="267"/>
                    <a:pt x="1134" y="200"/>
                    <a:pt x="1001" y="134"/>
                  </a:cubicBezTo>
                  <a:cubicBezTo>
                    <a:pt x="934" y="100"/>
                    <a:pt x="767" y="0"/>
                    <a:pt x="6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36" name="Google Shape;2436;p21"/>
            <p:cNvSpPr/>
            <p:nvPr/>
          </p:nvSpPr>
          <p:spPr>
            <a:xfrm>
              <a:off x="9847323" y="1587506"/>
              <a:ext cx="27847" cy="12189"/>
            </a:xfrm>
            <a:custGeom>
              <a:avLst/>
              <a:gdLst/>
              <a:ahLst/>
              <a:cxnLst/>
              <a:rect l="l" t="t" r="r" b="b"/>
              <a:pathLst>
                <a:path w="1236" h="541" extrusionOk="0">
                  <a:moveTo>
                    <a:pt x="568" y="0"/>
                  </a:moveTo>
                  <a:cubicBezTo>
                    <a:pt x="368" y="67"/>
                    <a:pt x="1" y="234"/>
                    <a:pt x="1" y="234"/>
                  </a:cubicBezTo>
                  <a:lnTo>
                    <a:pt x="34" y="467"/>
                  </a:lnTo>
                  <a:cubicBezTo>
                    <a:pt x="34" y="467"/>
                    <a:pt x="304" y="541"/>
                    <a:pt x="549" y="541"/>
                  </a:cubicBezTo>
                  <a:cubicBezTo>
                    <a:pt x="590" y="541"/>
                    <a:pt x="630" y="539"/>
                    <a:pt x="668" y="534"/>
                  </a:cubicBezTo>
                  <a:cubicBezTo>
                    <a:pt x="868" y="467"/>
                    <a:pt x="1235" y="367"/>
                    <a:pt x="1235" y="367"/>
                  </a:cubicBezTo>
                  <a:lnTo>
                    <a:pt x="1235" y="101"/>
                  </a:lnTo>
                  <a:cubicBezTo>
                    <a:pt x="1235" y="101"/>
                    <a:pt x="835" y="0"/>
                    <a:pt x="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37" name="Google Shape;2437;p21"/>
            <p:cNvSpPr/>
            <p:nvPr/>
          </p:nvSpPr>
          <p:spPr>
            <a:xfrm>
              <a:off x="9856357" y="1612311"/>
              <a:ext cx="28568" cy="14599"/>
            </a:xfrm>
            <a:custGeom>
              <a:avLst/>
              <a:gdLst/>
              <a:ahLst/>
              <a:cxnLst/>
              <a:rect l="l" t="t" r="r" b="b"/>
              <a:pathLst>
                <a:path w="1268" h="648" extrusionOk="0">
                  <a:moveTo>
                    <a:pt x="1134" y="0"/>
                  </a:moveTo>
                  <a:cubicBezTo>
                    <a:pt x="1134" y="0"/>
                    <a:pt x="1034" y="0"/>
                    <a:pt x="934" y="34"/>
                  </a:cubicBezTo>
                  <a:cubicBezTo>
                    <a:pt x="801" y="100"/>
                    <a:pt x="634" y="100"/>
                    <a:pt x="534" y="134"/>
                  </a:cubicBezTo>
                  <a:cubicBezTo>
                    <a:pt x="467" y="167"/>
                    <a:pt x="334" y="267"/>
                    <a:pt x="200" y="300"/>
                  </a:cubicBezTo>
                  <a:cubicBezTo>
                    <a:pt x="100" y="334"/>
                    <a:pt x="0" y="367"/>
                    <a:pt x="0" y="367"/>
                  </a:cubicBezTo>
                  <a:lnTo>
                    <a:pt x="34" y="634"/>
                  </a:lnTo>
                  <a:lnTo>
                    <a:pt x="300" y="634"/>
                  </a:lnTo>
                  <a:cubicBezTo>
                    <a:pt x="340" y="644"/>
                    <a:pt x="381" y="648"/>
                    <a:pt x="424" y="648"/>
                  </a:cubicBezTo>
                  <a:cubicBezTo>
                    <a:pt x="526" y="648"/>
                    <a:pt x="630" y="624"/>
                    <a:pt x="701" y="601"/>
                  </a:cubicBezTo>
                  <a:cubicBezTo>
                    <a:pt x="834" y="534"/>
                    <a:pt x="1001" y="467"/>
                    <a:pt x="1101" y="367"/>
                  </a:cubicBezTo>
                  <a:lnTo>
                    <a:pt x="1268" y="200"/>
                  </a:lnTo>
                  <a:lnTo>
                    <a:pt x="11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38" name="Google Shape;2438;p21"/>
            <p:cNvSpPr/>
            <p:nvPr/>
          </p:nvSpPr>
          <p:spPr>
            <a:xfrm>
              <a:off x="9868366" y="1628082"/>
              <a:ext cx="33840" cy="21066"/>
            </a:xfrm>
            <a:custGeom>
              <a:avLst/>
              <a:gdLst/>
              <a:ahLst/>
              <a:cxnLst/>
              <a:rect l="l" t="t" r="r" b="b"/>
              <a:pathLst>
                <a:path w="1502" h="935" extrusionOk="0">
                  <a:moveTo>
                    <a:pt x="1435" y="1"/>
                  </a:moveTo>
                  <a:cubicBezTo>
                    <a:pt x="1435" y="1"/>
                    <a:pt x="968" y="134"/>
                    <a:pt x="668" y="268"/>
                  </a:cubicBezTo>
                  <a:cubicBezTo>
                    <a:pt x="435" y="434"/>
                    <a:pt x="68" y="735"/>
                    <a:pt x="68" y="735"/>
                  </a:cubicBezTo>
                  <a:cubicBezTo>
                    <a:pt x="1" y="735"/>
                    <a:pt x="134" y="935"/>
                    <a:pt x="134" y="935"/>
                  </a:cubicBezTo>
                  <a:cubicBezTo>
                    <a:pt x="134" y="935"/>
                    <a:pt x="601" y="801"/>
                    <a:pt x="902" y="668"/>
                  </a:cubicBezTo>
                  <a:cubicBezTo>
                    <a:pt x="1135" y="501"/>
                    <a:pt x="1502" y="234"/>
                    <a:pt x="1502" y="234"/>
                  </a:cubicBezTo>
                  <a:cubicBezTo>
                    <a:pt x="1502" y="168"/>
                    <a:pt x="1435" y="1"/>
                    <a:pt x="14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39" name="Google Shape;2439;p21"/>
            <p:cNvSpPr/>
            <p:nvPr/>
          </p:nvSpPr>
          <p:spPr>
            <a:xfrm>
              <a:off x="9887156" y="1656650"/>
              <a:ext cx="16560" cy="12054"/>
            </a:xfrm>
            <a:custGeom>
              <a:avLst/>
              <a:gdLst/>
              <a:ahLst/>
              <a:cxnLst/>
              <a:rect l="l" t="t" r="r" b="b"/>
              <a:pathLst>
                <a:path w="735" h="535" extrusionOk="0">
                  <a:moveTo>
                    <a:pt x="601" y="0"/>
                  </a:moveTo>
                  <a:cubicBezTo>
                    <a:pt x="601" y="0"/>
                    <a:pt x="368" y="0"/>
                    <a:pt x="268" y="67"/>
                  </a:cubicBezTo>
                  <a:cubicBezTo>
                    <a:pt x="168" y="67"/>
                    <a:pt x="134" y="167"/>
                    <a:pt x="101" y="200"/>
                  </a:cubicBezTo>
                  <a:lnTo>
                    <a:pt x="1" y="301"/>
                  </a:lnTo>
                  <a:cubicBezTo>
                    <a:pt x="1" y="334"/>
                    <a:pt x="101" y="534"/>
                    <a:pt x="101" y="534"/>
                  </a:cubicBezTo>
                  <a:lnTo>
                    <a:pt x="201" y="534"/>
                  </a:lnTo>
                  <a:cubicBezTo>
                    <a:pt x="301" y="534"/>
                    <a:pt x="401" y="534"/>
                    <a:pt x="468" y="501"/>
                  </a:cubicBezTo>
                  <a:cubicBezTo>
                    <a:pt x="601" y="401"/>
                    <a:pt x="735" y="200"/>
                    <a:pt x="735" y="200"/>
                  </a:cubicBezTo>
                  <a:cubicBezTo>
                    <a:pt x="735" y="167"/>
                    <a:pt x="601"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40" name="Google Shape;2440;p21"/>
            <p:cNvSpPr/>
            <p:nvPr/>
          </p:nvSpPr>
          <p:spPr>
            <a:xfrm>
              <a:off x="10013414" y="1660075"/>
              <a:ext cx="30100" cy="13135"/>
            </a:xfrm>
            <a:custGeom>
              <a:avLst/>
              <a:gdLst/>
              <a:ahLst/>
              <a:cxnLst/>
              <a:rect l="l" t="t" r="r" b="b"/>
              <a:pathLst>
                <a:path w="1336" h="583" extrusionOk="0">
                  <a:moveTo>
                    <a:pt x="934" y="0"/>
                  </a:moveTo>
                  <a:cubicBezTo>
                    <a:pt x="827" y="0"/>
                    <a:pt x="701" y="15"/>
                    <a:pt x="635" y="15"/>
                  </a:cubicBezTo>
                  <a:cubicBezTo>
                    <a:pt x="501" y="48"/>
                    <a:pt x="334" y="149"/>
                    <a:pt x="201" y="215"/>
                  </a:cubicBezTo>
                  <a:cubicBezTo>
                    <a:pt x="68" y="315"/>
                    <a:pt x="1" y="382"/>
                    <a:pt x="1" y="382"/>
                  </a:cubicBezTo>
                  <a:lnTo>
                    <a:pt x="134" y="582"/>
                  </a:lnTo>
                  <a:cubicBezTo>
                    <a:pt x="134" y="582"/>
                    <a:pt x="201" y="582"/>
                    <a:pt x="334" y="549"/>
                  </a:cubicBezTo>
                  <a:cubicBezTo>
                    <a:pt x="468" y="515"/>
                    <a:pt x="568" y="515"/>
                    <a:pt x="701" y="482"/>
                  </a:cubicBezTo>
                  <a:cubicBezTo>
                    <a:pt x="835" y="482"/>
                    <a:pt x="968" y="382"/>
                    <a:pt x="1068" y="382"/>
                  </a:cubicBezTo>
                  <a:cubicBezTo>
                    <a:pt x="1202" y="382"/>
                    <a:pt x="1302" y="349"/>
                    <a:pt x="1302" y="349"/>
                  </a:cubicBezTo>
                  <a:cubicBezTo>
                    <a:pt x="1302" y="315"/>
                    <a:pt x="1335" y="82"/>
                    <a:pt x="1335" y="82"/>
                  </a:cubicBezTo>
                  <a:lnTo>
                    <a:pt x="1068" y="15"/>
                  </a:lnTo>
                  <a:cubicBezTo>
                    <a:pt x="1035" y="4"/>
                    <a:pt x="987" y="0"/>
                    <a:pt x="9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41" name="Google Shape;2441;p21"/>
            <p:cNvSpPr/>
            <p:nvPr/>
          </p:nvSpPr>
          <p:spPr>
            <a:xfrm>
              <a:off x="10009674" y="1688215"/>
              <a:ext cx="33840" cy="13541"/>
            </a:xfrm>
            <a:custGeom>
              <a:avLst/>
              <a:gdLst/>
              <a:ahLst/>
              <a:cxnLst/>
              <a:rect l="l" t="t" r="r" b="b"/>
              <a:pathLst>
                <a:path w="1502" h="601" extrusionOk="0">
                  <a:moveTo>
                    <a:pt x="1401" y="0"/>
                  </a:moveTo>
                  <a:cubicBezTo>
                    <a:pt x="1401" y="0"/>
                    <a:pt x="967" y="0"/>
                    <a:pt x="667" y="100"/>
                  </a:cubicBezTo>
                  <a:cubicBezTo>
                    <a:pt x="400" y="134"/>
                    <a:pt x="0" y="334"/>
                    <a:pt x="0" y="334"/>
                  </a:cubicBezTo>
                  <a:lnTo>
                    <a:pt x="33" y="601"/>
                  </a:lnTo>
                  <a:cubicBezTo>
                    <a:pt x="33" y="601"/>
                    <a:pt x="500" y="601"/>
                    <a:pt x="801" y="567"/>
                  </a:cubicBezTo>
                  <a:cubicBezTo>
                    <a:pt x="1067" y="501"/>
                    <a:pt x="1501" y="267"/>
                    <a:pt x="1501" y="267"/>
                  </a:cubicBezTo>
                  <a:cubicBezTo>
                    <a:pt x="1501" y="234"/>
                    <a:pt x="1468" y="67"/>
                    <a:pt x="14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42" name="Google Shape;2442;p21"/>
            <p:cNvSpPr/>
            <p:nvPr/>
          </p:nvSpPr>
          <p:spPr>
            <a:xfrm>
              <a:off x="10018686" y="1716445"/>
              <a:ext cx="24828" cy="11197"/>
            </a:xfrm>
            <a:custGeom>
              <a:avLst/>
              <a:gdLst/>
              <a:ahLst/>
              <a:cxnLst/>
              <a:rect l="l" t="t" r="r" b="b"/>
              <a:pathLst>
                <a:path w="1102" h="497" extrusionOk="0">
                  <a:moveTo>
                    <a:pt x="728" y="0"/>
                  </a:moveTo>
                  <a:cubicBezTo>
                    <a:pt x="649" y="0"/>
                    <a:pt x="567" y="4"/>
                    <a:pt x="501" y="15"/>
                  </a:cubicBezTo>
                  <a:cubicBezTo>
                    <a:pt x="301" y="48"/>
                    <a:pt x="0" y="215"/>
                    <a:pt x="0" y="215"/>
                  </a:cubicBezTo>
                  <a:lnTo>
                    <a:pt x="67" y="482"/>
                  </a:lnTo>
                  <a:cubicBezTo>
                    <a:pt x="67" y="482"/>
                    <a:pt x="215" y="497"/>
                    <a:pt x="373" y="497"/>
                  </a:cubicBezTo>
                  <a:cubicBezTo>
                    <a:pt x="453" y="497"/>
                    <a:pt x="534" y="493"/>
                    <a:pt x="601" y="482"/>
                  </a:cubicBezTo>
                  <a:cubicBezTo>
                    <a:pt x="801" y="415"/>
                    <a:pt x="1101" y="248"/>
                    <a:pt x="1101" y="248"/>
                  </a:cubicBezTo>
                  <a:cubicBezTo>
                    <a:pt x="1101" y="248"/>
                    <a:pt x="1068" y="48"/>
                    <a:pt x="1034" y="15"/>
                  </a:cubicBezTo>
                  <a:cubicBezTo>
                    <a:pt x="1034" y="15"/>
                    <a:pt x="886"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43" name="Google Shape;2443;p21"/>
            <p:cNvSpPr/>
            <p:nvPr/>
          </p:nvSpPr>
          <p:spPr>
            <a:xfrm>
              <a:off x="10025445" y="1738569"/>
              <a:ext cx="19556" cy="12797"/>
            </a:xfrm>
            <a:custGeom>
              <a:avLst/>
              <a:gdLst/>
              <a:ahLst/>
              <a:cxnLst/>
              <a:rect l="l" t="t" r="r" b="b"/>
              <a:pathLst>
                <a:path w="868" h="568" extrusionOk="0">
                  <a:moveTo>
                    <a:pt x="768" y="0"/>
                  </a:moveTo>
                  <a:cubicBezTo>
                    <a:pt x="768" y="0"/>
                    <a:pt x="468" y="34"/>
                    <a:pt x="334" y="67"/>
                  </a:cubicBezTo>
                  <a:cubicBezTo>
                    <a:pt x="201" y="167"/>
                    <a:pt x="1" y="267"/>
                    <a:pt x="1" y="267"/>
                  </a:cubicBezTo>
                  <a:lnTo>
                    <a:pt x="1" y="534"/>
                  </a:lnTo>
                  <a:cubicBezTo>
                    <a:pt x="1" y="534"/>
                    <a:pt x="34" y="567"/>
                    <a:pt x="167" y="567"/>
                  </a:cubicBezTo>
                  <a:cubicBezTo>
                    <a:pt x="301" y="567"/>
                    <a:pt x="434" y="567"/>
                    <a:pt x="501" y="534"/>
                  </a:cubicBezTo>
                  <a:cubicBezTo>
                    <a:pt x="668" y="434"/>
                    <a:pt x="868" y="234"/>
                    <a:pt x="868" y="234"/>
                  </a:cubicBezTo>
                  <a:cubicBezTo>
                    <a:pt x="868" y="234"/>
                    <a:pt x="801" y="34"/>
                    <a:pt x="7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44" name="Google Shape;2444;p21"/>
            <p:cNvSpPr/>
            <p:nvPr/>
          </p:nvSpPr>
          <p:spPr>
            <a:xfrm>
              <a:off x="10029951" y="1759612"/>
              <a:ext cx="24085" cy="22553"/>
            </a:xfrm>
            <a:custGeom>
              <a:avLst/>
              <a:gdLst/>
              <a:ahLst/>
              <a:cxnLst/>
              <a:rect l="l" t="t" r="r" b="b"/>
              <a:pathLst>
                <a:path w="1069" h="1001" extrusionOk="0">
                  <a:moveTo>
                    <a:pt x="935" y="0"/>
                  </a:moveTo>
                  <a:cubicBezTo>
                    <a:pt x="935" y="0"/>
                    <a:pt x="835" y="67"/>
                    <a:pt x="735" y="100"/>
                  </a:cubicBezTo>
                  <a:cubicBezTo>
                    <a:pt x="601" y="134"/>
                    <a:pt x="434" y="234"/>
                    <a:pt x="334" y="300"/>
                  </a:cubicBezTo>
                  <a:cubicBezTo>
                    <a:pt x="268" y="434"/>
                    <a:pt x="134" y="567"/>
                    <a:pt x="101" y="667"/>
                  </a:cubicBezTo>
                  <a:cubicBezTo>
                    <a:pt x="67" y="801"/>
                    <a:pt x="1" y="901"/>
                    <a:pt x="1" y="901"/>
                  </a:cubicBezTo>
                  <a:lnTo>
                    <a:pt x="234" y="1001"/>
                  </a:lnTo>
                  <a:cubicBezTo>
                    <a:pt x="234" y="1001"/>
                    <a:pt x="301" y="968"/>
                    <a:pt x="401" y="901"/>
                  </a:cubicBezTo>
                  <a:cubicBezTo>
                    <a:pt x="468" y="801"/>
                    <a:pt x="601" y="767"/>
                    <a:pt x="668" y="667"/>
                  </a:cubicBezTo>
                  <a:cubicBezTo>
                    <a:pt x="768" y="634"/>
                    <a:pt x="835" y="501"/>
                    <a:pt x="935" y="434"/>
                  </a:cubicBezTo>
                  <a:cubicBezTo>
                    <a:pt x="968" y="334"/>
                    <a:pt x="1068" y="267"/>
                    <a:pt x="1068" y="267"/>
                  </a:cubicBezTo>
                  <a:cubicBezTo>
                    <a:pt x="1068" y="267"/>
                    <a:pt x="935" y="10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45" name="Google Shape;2445;p21"/>
            <p:cNvSpPr/>
            <p:nvPr/>
          </p:nvSpPr>
          <p:spPr>
            <a:xfrm>
              <a:off x="10050251" y="1791920"/>
              <a:ext cx="12797" cy="11625"/>
            </a:xfrm>
            <a:custGeom>
              <a:avLst/>
              <a:gdLst/>
              <a:ahLst/>
              <a:cxnLst/>
              <a:rect l="l" t="t" r="r" b="b"/>
              <a:pathLst>
                <a:path w="568" h="516" extrusionOk="0">
                  <a:moveTo>
                    <a:pt x="367" y="1"/>
                  </a:moveTo>
                  <a:cubicBezTo>
                    <a:pt x="367" y="34"/>
                    <a:pt x="200" y="34"/>
                    <a:pt x="134" y="34"/>
                  </a:cubicBezTo>
                  <a:lnTo>
                    <a:pt x="0" y="201"/>
                  </a:lnTo>
                  <a:lnTo>
                    <a:pt x="0" y="468"/>
                  </a:lnTo>
                  <a:cubicBezTo>
                    <a:pt x="0" y="468"/>
                    <a:pt x="34" y="468"/>
                    <a:pt x="100" y="501"/>
                  </a:cubicBezTo>
                  <a:cubicBezTo>
                    <a:pt x="134" y="512"/>
                    <a:pt x="163" y="516"/>
                    <a:pt x="192" y="516"/>
                  </a:cubicBezTo>
                  <a:cubicBezTo>
                    <a:pt x="249" y="516"/>
                    <a:pt x="301" y="501"/>
                    <a:pt x="367" y="501"/>
                  </a:cubicBezTo>
                  <a:cubicBezTo>
                    <a:pt x="434" y="468"/>
                    <a:pt x="467" y="401"/>
                    <a:pt x="534" y="334"/>
                  </a:cubicBezTo>
                  <a:cubicBezTo>
                    <a:pt x="567" y="234"/>
                    <a:pt x="567" y="201"/>
                    <a:pt x="567" y="201"/>
                  </a:cubicBezTo>
                  <a:cubicBezTo>
                    <a:pt x="567" y="201"/>
                    <a:pt x="434" y="34"/>
                    <a:pt x="3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46" name="Google Shape;2446;p21"/>
            <p:cNvSpPr/>
            <p:nvPr/>
          </p:nvSpPr>
          <p:spPr>
            <a:xfrm>
              <a:off x="10217829" y="1522124"/>
              <a:ext cx="18813" cy="11288"/>
            </a:xfrm>
            <a:custGeom>
              <a:avLst/>
              <a:gdLst/>
              <a:ahLst/>
              <a:cxnLst/>
              <a:rect l="l" t="t" r="r" b="b"/>
              <a:pathLst>
                <a:path w="835" h="501" extrusionOk="0">
                  <a:moveTo>
                    <a:pt x="468" y="0"/>
                  </a:moveTo>
                  <a:cubicBezTo>
                    <a:pt x="301" y="0"/>
                    <a:pt x="68" y="34"/>
                    <a:pt x="68" y="34"/>
                  </a:cubicBezTo>
                  <a:lnTo>
                    <a:pt x="1" y="301"/>
                  </a:lnTo>
                  <a:cubicBezTo>
                    <a:pt x="1" y="301"/>
                    <a:pt x="234" y="467"/>
                    <a:pt x="401" y="501"/>
                  </a:cubicBezTo>
                  <a:cubicBezTo>
                    <a:pt x="568" y="501"/>
                    <a:pt x="835" y="434"/>
                    <a:pt x="835" y="434"/>
                  </a:cubicBezTo>
                  <a:lnTo>
                    <a:pt x="835" y="167"/>
                  </a:lnTo>
                  <a:cubicBezTo>
                    <a:pt x="835" y="167"/>
                    <a:pt x="601" y="0"/>
                    <a:pt x="4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47" name="Google Shape;2447;p21"/>
            <p:cNvSpPr/>
            <p:nvPr/>
          </p:nvSpPr>
          <p:spPr>
            <a:xfrm>
              <a:off x="10219338" y="1543167"/>
              <a:ext cx="22575" cy="11288"/>
            </a:xfrm>
            <a:custGeom>
              <a:avLst/>
              <a:gdLst/>
              <a:ahLst/>
              <a:cxnLst/>
              <a:rect l="l" t="t" r="r" b="b"/>
              <a:pathLst>
                <a:path w="1002" h="501" extrusionOk="0">
                  <a:moveTo>
                    <a:pt x="501" y="0"/>
                  </a:moveTo>
                  <a:cubicBezTo>
                    <a:pt x="268" y="0"/>
                    <a:pt x="1" y="100"/>
                    <a:pt x="1" y="100"/>
                  </a:cubicBezTo>
                  <a:lnTo>
                    <a:pt x="1" y="367"/>
                  </a:lnTo>
                  <a:cubicBezTo>
                    <a:pt x="1" y="367"/>
                    <a:pt x="268" y="501"/>
                    <a:pt x="501" y="501"/>
                  </a:cubicBezTo>
                  <a:cubicBezTo>
                    <a:pt x="701" y="501"/>
                    <a:pt x="1001" y="367"/>
                    <a:pt x="1001" y="367"/>
                  </a:cubicBezTo>
                  <a:lnTo>
                    <a:pt x="1001" y="100"/>
                  </a:lnTo>
                  <a:cubicBezTo>
                    <a:pt x="1001" y="100"/>
                    <a:pt x="701" y="0"/>
                    <a:pt x="5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48" name="Google Shape;2448;p21"/>
            <p:cNvSpPr/>
            <p:nvPr/>
          </p:nvSpPr>
          <p:spPr>
            <a:xfrm>
              <a:off x="10220848" y="1563466"/>
              <a:ext cx="30844" cy="12031"/>
            </a:xfrm>
            <a:custGeom>
              <a:avLst/>
              <a:gdLst/>
              <a:ahLst/>
              <a:cxnLst/>
              <a:rect l="l" t="t" r="r" b="b"/>
              <a:pathLst>
                <a:path w="1369" h="534" extrusionOk="0">
                  <a:moveTo>
                    <a:pt x="1335" y="0"/>
                  </a:moveTo>
                  <a:cubicBezTo>
                    <a:pt x="1334" y="0"/>
                    <a:pt x="934" y="0"/>
                    <a:pt x="668" y="33"/>
                  </a:cubicBezTo>
                  <a:cubicBezTo>
                    <a:pt x="434" y="100"/>
                    <a:pt x="0" y="200"/>
                    <a:pt x="0" y="200"/>
                  </a:cubicBezTo>
                  <a:lnTo>
                    <a:pt x="0" y="467"/>
                  </a:lnTo>
                  <a:cubicBezTo>
                    <a:pt x="0" y="467"/>
                    <a:pt x="434" y="534"/>
                    <a:pt x="701" y="534"/>
                  </a:cubicBezTo>
                  <a:cubicBezTo>
                    <a:pt x="1001" y="467"/>
                    <a:pt x="1368" y="267"/>
                    <a:pt x="1368" y="267"/>
                  </a:cubicBezTo>
                  <a:cubicBezTo>
                    <a:pt x="1368" y="200"/>
                    <a:pt x="1301" y="0"/>
                    <a:pt x="13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49" name="Google Shape;2449;p21"/>
            <p:cNvSpPr/>
            <p:nvPr/>
          </p:nvSpPr>
          <p:spPr>
            <a:xfrm>
              <a:off x="10231369" y="1587506"/>
              <a:ext cx="27081" cy="12910"/>
            </a:xfrm>
            <a:custGeom>
              <a:avLst/>
              <a:gdLst/>
              <a:ahLst/>
              <a:cxnLst/>
              <a:rect l="l" t="t" r="r" b="b"/>
              <a:pathLst>
                <a:path w="1202" h="573" extrusionOk="0">
                  <a:moveTo>
                    <a:pt x="901" y="0"/>
                  </a:moveTo>
                  <a:cubicBezTo>
                    <a:pt x="851" y="34"/>
                    <a:pt x="784" y="34"/>
                    <a:pt x="718" y="34"/>
                  </a:cubicBezTo>
                  <a:cubicBezTo>
                    <a:pt x="651" y="34"/>
                    <a:pt x="584" y="34"/>
                    <a:pt x="534" y="67"/>
                  </a:cubicBezTo>
                  <a:cubicBezTo>
                    <a:pt x="334" y="101"/>
                    <a:pt x="0" y="234"/>
                    <a:pt x="0" y="234"/>
                  </a:cubicBezTo>
                  <a:lnTo>
                    <a:pt x="0" y="467"/>
                  </a:lnTo>
                  <a:cubicBezTo>
                    <a:pt x="0" y="467"/>
                    <a:pt x="290" y="573"/>
                    <a:pt x="542" y="573"/>
                  </a:cubicBezTo>
                  <a:cubicBezTo>
                    <a:pt x="574" y="573"/>
                    <a:pt x="605" y="571"/>
                    <a:pt x="634" y="568"/>
                  </a:cubicBezTo>
                  <a:cubicBezTo>
                    <a:pt x="734" y="534"/>
                    <a:pt x="868" y="467"/>
                    <a:pt x="1001" y="401"/>
                  </a:cubicBezTo>
                  <a:cubicBezTo>
                    <a:pt x="1135" y="301"/>
                    <a:pt x="1201" y="267"/>
                    <a:pt x="1201" y="267"/>
                  </a:cubicBezTo>
                  <a:cubicBezTo>
                    <a:pt x="1201" y="267"/>
                    <a:pt x="1135" y="67"/>
                    <a:pt x="11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50" name="Google Shape;2450;p21"/>
            <p:cNvSpPr/>
            <p:nvPr/>
          </p:nvSpPr>
          <p:spPr>
            <a:xfrm>
              <a:off x="10253156" y="1605394"/>
              <a:ext cx="20322" cy="11445"/>
            </a:xfrm>
            <a:custGeom>
              <a:avLst/>
              <a:gdLst/>
              <a:ahLst/>
              <a:cxnLst/>
              <a:rect l="l" t="t" r="r" b="b"/>
              <a:pathLst>
                <a:path w="902" h="508" extrusionOk="0">
                  <a:moveTo>
                    <a:pt x="479" y="0"/>
                  </a:moveTo>
                  <a:cubicBezTo>
                    <a:pt x="451" y="0"/>
                    <a:pt x="425" y="2"/>
                    <a:pt x="401" y="7"/>
                  </a:cubicBezTo>
                  <a:cubicBezTo>
                    <a:pt x="234" y="74"/>
                    <a:pt x="1" y="174"/>
                    <a:pt x="1" y="174"/>
                  </a:cubicBezTo>
                  <a:lnTo>
                    <a:pt x="1" y="441"/>
                  </a:lnTo>
                  <a:cubicBezTo>
                    <a:pt x="1" y="441"/>
                    <a:pt x="268" y="507"/>
                    <a:pt x="501" y="507"/>
                  </a:cubicBezTo>
                  <a:cubicBezTo>
                    <a:pt x="635" y="474"/>
                    <a:pt x="901" y="307"/>
                    <a:pt x="901" y="307"/>
                  </a:cubicBezTo>
                  <a:cubicBezTo>
                    <a:pt x="901" y="307"/>
                    <a:pt x="868" y="107"/>
                    <a:pt x="868" y="74"/>
                  </a:cubicBezTo>
                  <a:cubicBezTo>
                    <a:pt x="868" y="74"/>
                    <a:pt x="648" y="0"/>
                    <a:pt x="4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51" name="Google Shape;2451;p21"/>
            <p:cNvSpPr/>
            <p:nvPr/>
          </p:nvSpPr>
          <p:spPr>
            <a:xfrm>
              <a:off x="10362877" y="1634661"/>
              <a:ext cx="20322" cy="12729"/>
            </a:xfrm>
            <a:custGeom>
              <a:avLst/>
              <a:gdLst/>
              <a:ahLst/>
              <a:cxnLst/>
              <a:rect l="l" t="t" r="r" b="b"/>
              <a:pathLst>
                <a:path w="902" h="565" extrusionOk="0">
                  <a:moveTo>
                    <a:pt x="205" y="1"/>
                  </a:moveTo>
                  <a:cubicBezTo>
                    <a:pt x="109" y="1"/>
                    <a:pt x="34" y="9"/>
                    <a:pt x="34" y="9"/>
                  </a:cubicBezTo>
                  <a:lnTo>
                    <a:pt x="1" y="242"/>
                  </a:lnTo>
                  <a:cubicBezTo>
                    <a:pt x="1" y="242"/>
                    <a:pt x="201" y="476"/>
                    <a:pt x="368" y="509"/>
                  </a:cubicBezTo>
                  <a:cubicBezTo>
                    <a:pt x="439" y="552"/>
                    <a:pt x="535" y="564"/>
                    <a:pt x="622" y="564"/>
                  </a:cubicBezTo>
                  <a:cubicBezTo>
                    <a:pt x="737" y="564"/>
                    <a:pt x="835" y="543"/>
                    <a:pt x="835" y="543"/>
                  </a:cubicBezTo>
                  <a:cubicBezTo>
                    <a:pt x="835" y="543"/>
                    <a:pt x="902" y="343"/>
                    <a:pt x="868" y="309"/>
                  </a:cubicBezTo>
                  <a:cubicBezTo>
                    <a:pt x="868" y="309"/>
                    <a:pt x="668" y="109"/>
                    <a:pt x="501" y="42"/>
                  </a:cubicBezTo>
                  <a:cubicBezTo>
                    <a:pt x="418" y="9"/>
                    <a:pt x="301" y="1"/>
                    <a:pt x="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52" name="Google Shape;2452;p21"/>
            <p:cNvSpPr/>
            <p:nvPr/>
          </p:nvSpPr>
          <p:spPr>
            <a:xfrm>
              <a:off x="10359880" y="1661900"/>
              <a:ext cx="26315" cy="11310"/>
            </a:xfrm>
            <a:custGeom>
              <a:avLst/>
              <a:gdLst/>
              <a:ahLst/>
              <a:cxnLst/>
              <a:rect l="l" t="t" r="r" b="b"/>
              <a:pathLst>
                <a:path w="1168" h="502" extrusionOk="0">
                  <a:moveTo>
                    <a:pt x="101" y="1"/>
                  </a:moveTo>
                  <a:cubicBezTo>
                    <a:pt x="101" y="68"/>
                    <a:pt x="0" y="268"/>
                    <a:pt x="0" y="268"/>
                  </a:cubicBezTo>
                  <a:cubicBezTo>
                    <a:pt x="0" y="268"/>
                    <a:pt x="34" y="301"/>
                    <a:pt x="167" y="401"/>
                  </a:cubicBezTo>
                  <a:lnTo>
                    <a:pt x="534" y="501"/>
                  </a:lnTo>
                  <a:cubicBezTo>
                    <a:pt x="668" y="501"/>
                    <a:pt x="834" y="501"/>
                    <a:pt x="968" y="468"/>
                  </a:cubicBezTo>
                  <a:cubicBezTo>
                    <a:pt x="1101" y="434"/>
                    <a:pt x="1168" y="401"/>
                    <a:pt x="1168" y="401"/>
                  </a:cubicBezTo>
                  <a:cubicBezTo>
                    <a:pt x="1168" y="401"/>
                    <a:pt x="1135" y="168"/>
                    <a:pt x="1135" y="134"/>
                  </a:cubicBezTo>
                  <a:cubicBezTo>
                    <a:pt x="1135" y="134"/>
                    <a:pt x="1035" y="134"/>
                    <a:pt x="968" y="101"/>
                  </a:cubicBezTo>
                  <a:cubicBezTo>
                    <a:pt x="834" y="68"/>
                    <a:pt x="701" y="1"/>
                    <a:pt x="6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53" name="Google Shape;2453;p21"/>
            <p:cNvSpPr/>
            <p:nvPr/>
          </p:nvSpPr>
          <p:spPr>
            <a:xfrm>
              <a:off x="10364386" y="1689724"/>
              <a:ext cx="24828" cy="11288"/>
            </a:xfrm>
            <a:custGeom>
              <a:avLst/>
              <a:gdLst/>
              <a:ahLst/>
              <a:cxnLst/>
              <a:rect l="l" t="t" r="r" b="b"/>
              <a:pathLst>
                <a:path w="1102" h="501" extrusionOk="0">
                  <a:moveTo>
                    <a:pt x="501" y="0"/>
                  </a:moveTo>
                  <a:cubicBezTo>
                    <a:pt x="301" y="0"/>
                    <a:pt x="1" y="100"/>
                    <a:pt x="1" y="100"/>
                  </a:cubicBezTo>
                  <a:lnTo>
                    <a:pt x="1" y="367"/>
                  </a:lnTo>
                  <a:cubicBezTo>
                    <a:pt x="1" y="367"/>
                    <a:pt x="334" y="500"/>
                    <a:pt x="568" y="500"/>
                  </a:cubicBezTo>
                  <a:cubicBezTo>
                    <a:pt x="801" y="500"/>
                    <a:pt x="1101" y="300"/>
                    <a:pt x="1101" y="300"/>
                  </a:cubicBezTo>
                  <a:cubicBezTo>
                    <a:pt x="1101" y="300"/>
                    <a:pt x="1068" y="100"/>
                    <a:pt x="1001" y="33"/>
                  </a:cubicBezTo>
                  <a:cubicBezTo>
                    <a:pt x="1001" y="33"/>
                    <a:pt x="668" y="0"/>
                    <a:pt x="5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54" name="Google Shape;2454;p21"/>
            <p:cNvSpPr/>
            <p:nvPr/>
          </p:nvSpPr>
          <p:spPr>
            <a:xfrm>
              <a:off x="10377161" y="1720523"/>
              <a:ext cx="24085" cy="11310"/>
            </a:xfrm>
            <a:custGeom>
              <a:avLst/>
              <a:gdLst/>
              <a:ahLst/>
              <a:cxnLst/>
              <a:rect l="l" t="t" r="r" b="b"/>
              <a:pathLst>
                <a:path w="1069" h="502" extrusionOk="0">
                  <a:moveTo>
                    <a:pt x="534" y="1"/>
                  </a:moveTo>
                  <a:cubicBezTo>
                    <a:pt x="334" y="1"/>
                    <a:pt x="1" y="134"/>
                    <a:pt x="1" y="134"/>
                  </a:cubicBezTo>
                  <a:lnTo>
                    <a:pt x="1" y="368"/>
                  </a:lnTo>
                  <a:cubicBezTo>
                    <a:pt x="1" y="368"/>
                    <a:pt x="334" y="501"/>
                    <a:pt x="534" y="501"/>
                  </a:cubicBezTo>
                  <a:cubicBezTo>
                    <a:pt x="735" y="501"/>
                    <a:pt x="1068" y="368"/>
                    <a:pt x="1068" y="368"/>
                  </a:cubicBezTo>
                  <a:lnTo>
                    <a:pt x="1068" y="134"/>
                  </a:lnTo>
                  <a:cubicBezTo>
                    <a:pt x="1068" y="134"/>
                    <a:pt x="735" y="1"/>
                    <a:pt x="5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55" name="Google Shape;2455;p21"/>
            <p:cNvSpPr/>
            <p:nvPr/>
          </p:nvSpPr>
          <p:spPr>
            <a:xfrm>
              <a:off x="10145868" y="1949225"/>
              <a:ext cx="442512" cy="241792"/>
            </a:xfrm>
            <a:custGeom>
              <a:avLst/>
              <a:gdLst/>
              <a:ahLst/>
              <a:cxnLst/>
              <a:rect l="l" t="t" r="r" b="b"/>
              <a:pathLst>
                <a:path w="19641" h="10732" extrusionOk="0">
                  <a:moveTo>
                    <a:pt x="3739" y="0"/>
                  </a:moveTo>
                  <a:cubicBezTo>
                    <a:pt x="3498" y="0"/>
                    <a:pt x="3258" y="30"/>
                    <a:pt x="3028" y="90"/>
                  </a:cubicBezTo>
                  <a:cubicBezTo>
                    <a:pt x="2828" y="190"/>
                    <a:pt x="2661" y="224"/>
                    <a:pt x="2494" y="324"/>
                  </a:cubicBezTo>
                  <a:cubicBezTo>
                    <a:pt x="2328" y="391"/>
                    <a:pt x="2161" y="491"/>
                    <a:pt x="2027" y="591"/>
                  </a:cubicBezTo>
                  <a:cubicBezTo>
                    <a:pt x="1761" y="824"/>
                    <a:pt x="1527" y="1091"/>
                    <a:pt x="1427" y="1391"/>
                  </a:cubicBezTo>
                  <a:cubicBezTo>
                    <a:pt x="1127" y="1992"/>
                    <a:pt x="993" y="2492"/>
                    <a:pt x="827" y="2859"/>
                  </a:cubicBezTo>
                  <a:cubicBezTo>
                    <a:pt x="660" y="3259"/>
                    <a:pt x="493" y="3560"/>
                    <a:pt x="360" y="3726"/>
                  </a:cubicBezTo>
                  <a:cubicBezTo>
                    <a:pt x="293" y="3826"/>
                    <a:pt x="260" y="3893"/>
                    <a:pt x="193" y="3926"/>
                  </a:cubicBezTo>
                  <a:cubicBezTo>
                    <a:pt x="159" y="3993"/>
                    <a:pt x="126" y="3993"/>
                    <a:pt x="126" y="3993"/>
                  </a:cubicBezTo>
                  <a:cubicBezTo>
                    <a:pt x="0" y="4119"/>
                    <a:pt x="65" y="4340"/>
                    <a:pt x="204" y="4340"/>
                  </a:cubicBezTo>
                  <a:cubicBezTo>
                    <a:pt x="249" y="4340"/>
                    <a:pt x="303" y="4317"/>
                    <a:pt x="360" y="4260"/>
                  </a:cubicBezTo>
                  <a:lnTo>
                    <a:pt x="460" y="4193"/>
                  </a:lnTo>
                  <a:lnTo>
                    <a:pt x="660" y="3993"/>
                  </a:lnTo>
                  <a:cubicBezTo>
                    <a:pt x="827" y="3760"/>
                    <a:pt x="1027" y="3493"/>
                    <a:pt x="1194" y="3059"/>
                  </a:cubicBezTo>
                  <a:cubicBezTo>
                    <a:pt x="1427" y="2692"/>
                    <a:pt x="1594" y="2192"/>
                    <a:pt x="1827" y="1692"/>
                  </a:cubicBezTo>
                  <a:cubicBezTo>
                    <a:pt x="1961" y="1491"/>
                    <a:pt x="2128" y="1225"/>
                    <a:pt x="2328" y="1058"/>
                  </a:cubicBezTo>
                  <a:cubicBezTo>
                    <a:pt x="2528" y="891"/>
                    <a:pt x="2828" y="758"/>
                    <a:pt x="3128" y="691"/>
                  </a:cubicBezTo>
                  <a:cubicBezTo>
                    <a:pt x="3289" y="657"/>
                    <a:pt x="3452" y="640"/>
                    <a:pt x="3616" y="640"/>
                  </a:cubicBezTo>
                  <a:cubicBezTo>
                    <a:pt x="4095" y="640"/>
                    <a:pt x="4573" y="784"/>
                    <a:pt x="4996" y="1058"/>
                  </a:cubicBezTo>
                  <a:cubicBezTo>
                    <a:pt x="5263" y="1225"/>
                    <a:pt x="5497" y="1491"/>
                    <a:pt x="5697" y="1758"/>
                  </a:cubicBezTo>
                  <a:cubicBezTo>
                    <a:pt x="5830" y="1925"/>
                    <a:pt x="5864" y="2058"/>
                    <a:pt x="5964" y="2225"/>
                  </a:cubicBezTo>
                  <a:cubicBezTo>
                    <a:pt x="5997" y="2392"/>
                    <a:pt x="6097" y="2592"/>
                    <a:pt x="6164" y="2759"/>
                  </a:cubicBezTo>
                  <a:cubicBezTo>
                    <a:pt x="6331" y="3159"/>
                    <a:pt x="6497" y="3526"/>
                    <a:pt x="6831" y="3860"/>
                  </a:cubicBezTo>
                  <a:cubicBezTo>
                    <a:pt x="6998" y="4027"/>
                    <a:pt x="7198" y="4193"/>
                    <a:pt x="7431" y="4260"/>
                  </a:cubicBezTo>
                  <a:cubicBezTo>
                    <a:pt x="7531" y="4327"/>
                    <a:pt x="7631" y="4360"/>
                    <a:pt x="7765" y="4393"/>
                  </a:cubicBezTo>
                  <a:cubicBezTo>
                    <a:pt x="7865" y="4427"/>
                    <a:pt x="7998" y="4427"/>
                    <a:pt x="8132" y="4427"/>
                  </a:cubicBezTo>
                  <a:cubicBezTo>
                    <a:pt x="8632" y="4427"/>
                    <a:pt x="8999" y="4260"/>
                    <a:pt x="9333" y="4093"/>
                  </a:cubicBezTo>
                  <a:cubicBezTo>
                    <a:pt x="9633" y="3993"/>
                    <a:pt x="9966" y="3826"/>
                    <a:pt x="10267" y="3660"/>
                  </a:cubicBezTo>
                  <a:cubicBezTo>
                    <a:pt x="10700" y="3393"/>
                    <a:pt x="11201" y="3193"/>
                    <a:pt x="11668" y="3193"/>
                  </a:cubicBezTo>
                  <a:cubicBezTo>
                    <a:pt x="12135" y="3193"/>
                    <a:pt x="12635" y="3393"/>
                    <a:pt x="13102" y="3726"/>
                  </a:cubicBezTo>
                  <a:cubicBezTo>
                    <a:pt x="13336" y="3893"/>
                    <a:pt x="13536" y="4060"/>
                    <a:pt x="13803" y="4227"/>
                  </a:cubicBezTo>
                  <a:cubicBezTo>
                    <a:pt x="13969" y="4393"/>
                    <a:pt x="14203" y="4560"/>
                    <a:pt x="14336" y="4760"/>
                  </a:cubicBezTo>
                  <a:cubicBezTo>
                    <a:pt x="14637" y="5161"/>
                    <a:pt x="14837" y="5661"/>
                    <a:pt x="14937" y="6161"/>
                  </a:cubicBezTo>
                  <a:cubicBezTo>
                    <a:pt x="15037" y="6662"/>
                    <a:pt x="15104" y="7162"/>
                    <a:pt x="15170" y="7596"/>
                  </a:cubicBezTo>
                  <a:cubicBezTo>
                    <a:pt x="15204" y="8063"/>
                    <a:pt x="15337" y="8530"/>
                    <a:pt x="15504" y="8863"/>
                  </a:cubicBezTo>
                  <a:cubicBezTo>
                    <a:pt x="15671" y="9230"/>
                    <a:pt x="15871" y="9497"/>
                    <a:pt x="16038" y="9664"/>
                  </a:cubicBezTo>
                  <a:cubicBezTo>
                    <a:pt x="16204" y="9831"/>
                    <a:pt x="16371" y="9897"/>
                    <a:pt x="16438" y="9931"/>
                  </a:cubicBezTo>
                  <a:lnTo>
                    <a:pt x="16371" y="9931"/>
                  </a:lnTo>
                  <a:cubicBezTo>
                    <a:pt x="16972" y="10364"/>
                    <a:pt x="17505" y="10498"/>
                    <a:pt x="17872" y="10565"/>
                  </a:cubicBezTo>
                  <a:cubicBezTo>
                    <a:pt x="18306" y="10665"/>
                    <a:pt x="18606" y="10698"/>
                    <a:pt x="18806" y="10698"/>
                  </a:cubicBezTo>
                  <a:cubicBezTo>
                    <a:pt x="19206" y="10731"/>
                    <a:pt x="19307" y="10731"/>
                    <a:pt x="19307" y="10731"/>
                  </a:cubicBezTo>
                  <a:cubicBezTo>
                    <a:pt x="19607" y="10731"/>
                    <a:pt x="19640" y="10431"/>
                    <a:pt x="19440" y="10331"/>
                  </a:cubicBezTo>
                  <a:cubicBezTo>
                    <a:pt x="19440" y="10331"/>
                    <a:pt x="19340" y="10331"/>
                    <a:pt x="18940" y="10264"/>
                  </a:cubicBezTo>
                  <a:cubicBezTo>
                    <a:pt x="18706" y="10231"/>
                    <a:pt x="18439" y="10231"/>
                    <a:pt x="18039" y="10164"/>
                  </a:cubicBezTo>
                  <a:cubicBezTo>
                    <a:pt x="17672" y="10064"/>
                    <a:pt x="17205" y="9931"/>
                    <a:pt x="16771" y="9564"/>
                  </a:cubicBezTo>
                  <a:lnTo>
                    <a:pt x="16705" y="9564"/>
                  </a:lnTo>
                  <a:cubicBezTo>
                    <a:pt x="16638" y="9497"/>
                    <a:pt x="16271" y="9230"/>
                    <a:pt x="16004" y="8663"/>
                  </a:cubicBezTo>
                  <a:cubicBezTo>
                    <a:pt x="15871" y="8363"/>
                    <a:pt x="15804" y="7996"/>
                    <a:pt x="15771" y="7529"/>
                  </a:cubicBezTo>
                  <a:cubicBezTo>
                    <a:pt x="15671" y="7062"/>
                    <a:pt x="15637" y="6562"/>
                    <a:pt x="15537" y="6028"/>
                  </a:cubicBezTo>
                  <a:cubicBezTo>
                    <a:pt x="15470" y="5494"/>
                    <a:pt x="15270" y="4860"/>
                    <a:pt x="14870" y="4360"/>
                  </a:cubicBezTo>
                  <a:cubicBezTo>
                    <a:pt x="14703" y="4060"/>
                    <a:pt x="14470" y="3893"/>
                    <a:pt x="14203" y="3660"/>
                  </a:cubicBezTo>
                  <a:cubicBezTo>
                    <a:pt x="13969" y="3426"/>
                    <a:pt x="13769" y="3259"/>
                    <a:pt x="13502" y="3093"/>
                  </a:cubicBezTo>
                  <a:cubicBezTo>
                    <a:pt x="13002" y="2759"/>
                    <a:pt x="12435" y="2392"/>
                    <a:pt x="11701" y="2392"/>
                  </a:cubicBezTo>
                  <a:cubicBezTo>
                    <a:pt x="11001" y="2425"/>
                    <a:pt x="10467" y="2692"/>
                    <a:pt x="9966" y="2926"/>
                  </a:cubicBezTo>
                  <a:cubicBezTo>
                    <a:pt x="9666" y="3059"/>
                    <a:pt x="9366" y="3226"/>
                    <a:pt x="9032" y="3393"/>
                  </a:cubicBezTo>
                  <a:cubicBezTo>
                    <a:pt x="8766" y="3560"/>
                    <a:pt x="8465" y="3693"/>
                    <a:pt x="8165" y="3693"/>
                  </a:cubicBezTo>
                  <a:cubicBezTo>
                    <a:pt x="8098" y="3660"/>
                    <a:pt x="8032" y="3660"/>
                    <a:pt x="7965" y="3660"/>
                  </a:cubicBezTo>
                  <a:cubicBezTo>
                    <a:pt x="7865" y="3593"/>
                    <a:pt x="7832" y="3593"/>
                    <a:pt x="7765" y="3560"/>
                  </a:cubicBezTo>
                  <a:cubicBezTo>
                    <a:pt x="7598" y="3526"/>
                    <a:pt x="7498" y="3393"/>
                    <a:pt x="7365" y="3326"/>
                  </a:cubicBezTo>
                  <a:cubicBezTo>
                    <a:pt x="7164" y="3093"/>
                    <a:pt x="6998" y="2759"/>
                    <a:pt x="6831" y="2425"/>
                  </a:cubicBezTo>
                  <a:cubicBezTo>
                    <a:pt x="6798" y="2259"/>
                    <a:pt x="6697" y="2092"/>
                    <a:pt x="6631" y="1892"/>
                  </a:cubicBezTo>
                  <a:cubicBezTo>
                    <a:pt x="6531" y="1725"/>
                    <a:pt x="6431" y="1525"/>
                    <a:pt x="6297" y="1358"/>
                  </a:cubicBezTo>
                  <a:cubicBezTo>
                    <a:pt x="6030" y="991"/>
                    <a:pt x="5697" y="691"/>
                    <a:pt x="5363" y="491"/>
                  </a:cubicBezTo>
                  <a:cubicBezTo>
                    <a:pt x="4873" y="164"/>
                    <a:pt x="4301" y="0"/>
                    <a:pt x="3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56" name="Google Shape;2456;p21"/>
            <p:cNvSpPr/>
            <p:nvPr/>
          </p:nvSpPr>
          <p:spPr>
            <a:xfrm>
              <a:off x="10241147" y="1982299"/>
              <a:ext cx="23319" cy="10319"/>
            </a:xfrm>
            <a:custGeom>
              <a:avLst/>
              <a:gdLst/>
              <a:ahLst/>
              <a:cxnLst/>
              <a:rect l="l" t="t" r="r" b="b"/>
              <a:pathLst>
                <a:path w="1035" h="458" extrusionOk="0">
                  <a:moveTo>
                    <a:pt x="610" y="0"/>
                  </a:moveTo>
                  <a:cubicBezTo>
                    <a:pt x="559" y="0"/>
                    <a:pt x="509" y="7"/>
                    <a:pt x="467" y="23"/>
                  </a:cubicBezTo>
                  <a:cubicBezTo>
                    <a:pt x="400" y="23"/>
                    <a:pt x="267" y="57"/>
                    <a:pt x="167" y="123"/>
                  </a:cubicBezTo>
                  <a:cubicBezTo>
                    <a:pt x="67" y="224"/>
                    <a:pt x="0" y="257"/>
                    <a:pt x="0" y="257"/>
                  </a:cubicBezTo>
                  <a:lnTo>
                    <a:pt x="133" y="457"/>
                  </a:lnTo>
                  <a:lnTo>
                    <a:pt x="567" y="457"/>
                  </a:lnTo>
                  <a:cubicBezTo>
                    <a:pt x="734" y="424"/>
                    <a:pt x="1034" y="257"/>
                    <a:pt x="1034" y="257"/>
                  </a:cubicBezTo>
                  <a:cubicBezTo>
                    <a:pt x="1034" y="257"/>
                    <a:pt x="967" y="57"/>
                    <a:pt x="934" y="57"/>
                  </a:cubicBezTo>
                  <a:cubicBezTo>
                    <a:pt x="934" y="57"/>
                    <a:pt x="765" y="0"/>
                    <a:pt x="6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57" name="Google Shape;2457;p21"/>
            <p:cNvSpPr/>
            <p:nvPr/>
          </p:nvSpPr>
          <p:spPr>
            <a:xfrm>
              <a:off x="10243400" y="2005370"/>
              <a:ext cx="26315" cy="11288"/>
            </a:xfrm>
            <a:custGeom>
              <a:avLst/>
              <a:gdLst/>
              <a:ahLst/>
              <a:cxnLst/>
              <a:rect l="l" t="t" r="r" b="b"/>
              <a:pathLst>
                <a:path w="1168" h="501" extrusionOk="0">
                  <a:moveTo>
                    <a:pt x="601" y="0"/>
                  </a:moveTo>
                  <a:cubicBezTo>
                    <a:pt x="334" y="0"/>
                    <a:pt x="0" y="100"/>
                    <a:pt x="0" y="100"/>
                  </a:cubicBezTo>
                  <a:lnTo>
                    <a:pt x="0" y="367"/>
                  </a:lnTo>
                  <a:cubicBezTo>
                    <a:pt x="0" y="367"/>
                    <a:pt x="367" y="500"/>
                    <a:pt x="601" y="500"/>
                  </a:cubicBezTo>
                  <a:cubicBezTo>
                    <a:pt x="834" y="500"/>
                    <a:pt x="1168" y="367"/>
                    <a:pt x="1168" y="367"/>
                  </a:cubicBezTo>
                  <a:lnTo>
                    <a:pt x="1168" y="100"/>
                  </a:lnTo>
                  <a:cubicBezTo>
                    <a:pt x="1168" y="100"/>
                    <a:pt x="801"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58" name="Google Shape;2458;p21"/>
            <p:cNvSpPr/>
            <p:nvPr/>
          </p:nvSpPr>
          <p:spPr>
            <a:xfrm>
              <a:off x="10247906" y="2024565"/>
              <a:ext cx="24828" cy="11625"/>
            </a:xfrm>
            <a:custGeom>
              <a:avLst/>
              <a:gdLst/>
              <a:ahLst/>
              <a:cxnLst/>
              <a:rect l="l" t="t" r="r" b="b"/>
              <a:pathLst>
                <a:path w="1102" h="516" extrusionOk="0">
                  <a:moveTo>
                    <a:pt x="633" y="1"/>
                  </a:moveTo>
                  <a:cubicBezTo>
                    <a:pt x="590" y="1"/>
                    <a:pt x="545" y="4"/>
                    <a:pt x="501" y="15"/>
                  </a:cubicBezTo>
                  <a:cubicBezTo>
                    <a:pt x="401" y="15"/>
                    <a:pt x="267" y="82"/>
                    <a:pt x="167" y="182"/>
                  </a:cubicBezTo>
                  <a:cubicBezTo>
                    <a:pt x="67" y="249"/>
                    <a:pt x="0" y="349"/>
                    <a:pt x="0" y="349"/>
                  </a:cubicBezTo>
                  <a:lnTo>
                    <a:pt x="167" y="516"/>
                  </a:lnTo>
                  <a:cubicBezTo>
                    <a:pt x="167" y="482"/>
                    <a:pt x="434" y="482"/>
                    <a:pt x="601" y="416"/>
                  </a:cubicBezTo>
                  <a:cubicBezTo>
                    <a:pt x="767" y="382"/>
                    <a:pt x="1068" y="249"/>
                    <a:pt x="1068" y="249"/>
                  </a:cubicBezTo>
                  <a:cubicBezTo>
                    <a:pt x="1068" y="249"/>
                    <a:pt x="1068" y="49"/>
                    <a:pt x="1101" y="49"/>
                  </a:cubicBezTo>
                  <a:cubicBezTo>
                    <a:pt x="1101" y="49"/>
                    <a:pt x="1001" y="15"/>
                    <a:pt x="868" y="15"/>
                  </a:cubicBezTo>
                  <a:cubicBezTo>
                    <a:pt x="801" y="15"/>
                    <a:pt x="719" y="1"/>
                    <a:pt x="6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59" name="Google Shape;2459;p21"/>
            <p:cNvSpPr/>
            <p:nvPr/>
          </p:nvSpPr>
          <p:spPr>
            <a:xfrm>
              <a:off x="10262934" y="2050452"/>
              <a:ext cx="22575" cy="11288"/>
            </a:xfrm>
            <a:custGeom>
              <a:avLst/>
              <a:gdLst/>
              <a:ahLst/>
              <a:cxnLst/>
              <a:rect l="l" t="t" r="r" b="b"/>
              <a:pathLst>
                <a:path w="1002" h="501" extrusionOk="0">
                  <a:moveTo>
                    <a:pt x="467" y="1"/>
                  </a:moveTo>
                  <a:cubicBezTo>
                    <a:pt x="301" y="1"/>
                    <a:pt x="0" y="101"/>
                    <a:pt x="0" y="101"/>
                  </a:cubicBezTo>
                  <a:lnTo>
                    <a:pt x="0" y="367"/>
                  </a:lnTo>
                  <a:cubicBezTo>
                    <a:pt x="0" y="367"/>
                    <a:pt x="301" y="501"/>
                    <a:pt x="501" y="501"/>
                  </a:cubicBezTo>
                  <a:cubicBezTo>
                    <a:pt x="734" y="501"/>
                    <a:pt x="1001" y="334"/>
                    <a:pt x="1001" y="334"/>
                  </a:cubicBezTo>
                  <a:cubicBezTo>
                    <a:pt x="1001" y="267"/>
                    <a:pt x="968" y="67"/>
                    <a:pt x="934" y="34"/>
                  </a:cubicBezTo>
                  <a:cubicBezTo>
                    <a:pt x="934" y="34"/>
                    <a:pt x="634" y="1"/>
                    <a:pt x="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60" name="Google Shape;2460;p21"/>
            <p:cNvSpPr/>
            <p:nvPr/>
          </p:nvSpPr>
          <p:spPr>
            <a:xfrm>
              <a:off x="10441056" y="2066989"/>
              <a:ext cx="18790" cy="11288"/>
            </a:xfrm>
            <a:custGeom>
              <a:avLst/>
              <a:gdLst/>
              <a:ahLst/>
              <a:cxnLst/>
              <a:rect l="l" t="t" r="r" b="b"/>
              <a:pathLst>
                <a:path w="834" h="501" extrusionOk="0">
                  <a:moveTo>
                    <a:pt x="434" y="0"/>
                  </a:moveTo>
                  <a:cubicBezTo>
                    <a:pt x="234" y="0"/>
                    <a:pt x="0" y="100"/>
                    <a:pt x="0" y="100"/>
                  </a:cubicBezTo>
                  <a:lnTo>
                    <a:pt x="0" y="334"/>
                  </a:lnTo>
                  <a:cubicBezTo>
                    <a:pt x="0" y="334"/>
                    <a:pt x="234" y="501"/>
                    <a:pt x="367" y="501"/>
                  </a:cubicBezTo>
                  <a:cubicBezTo>
                    <a:pt x="567" y="501"/>
                    <a:pt x="834" y="434"/>
                    <a:pt x="834" y="434"/>
                  </a:cubicBezTo>
                  <a:lnTo>
                    <a:pt x="834" y="167"/>
                  </a:lnTo>
                  <a:cubicBezTo>
                    <a:pt x="834" y="167"/>
                    <a:pt x="567" y="0"/>
                    <a:pt x="4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61" name="Google Shape;2461;p21"/>
            <p:cNvSpPr/>
            <p:nvPr/>
          </p:nvSpPr>
          <p:spPr>
            <a:xfrm>
              <a:off x="10437293" y="2097810"/>
              <a:ext cx="24828" cy="11806"/>
            </a:xfrm>
            <a:custGeom>
              <a:avLst/>
              <a:gdLst/>
              <a:ahLst/>
              <a:cxnLst/>
              <a:rect l="l" t="t" r="r" b="b"/>
              <a:pathLst>
                <a:path w="1102" h="524" extrusionOk="0">
                  <a:moveTo>
                    <a:pt x="501" y="0"/>
                  </a:moveTo>
                  <a:cubicBezTo>
                    <a:pt x="334" y="67"/>
                    <a:pt x="34" y="234"/>
                    <a:pt x="34" y="234"/>
                  </a:cubicBezTo>
                  <a:cubicBezTo>
                    <a:pt x="0" y="234"/>
                    <a:pt x="67" y="467"/>
                    <a:pt x="67" y="467"/>
                  </a:cubicBezTo>
                  <a:cubicBezTo>
                    <a:pt x="67" y="467"/>
                    <a:pt x="236" y="523"/>
                    <a:pt x="405" y="523"/>
                  </a:cubicBezTo>
                  <a:cubicBezTo>
                    <a:pt x="461" y="523"/>
                    <a:pt x="517" y="517"/>
                    <a:pt x="567" y="500"/>
                  </a:cubicBezTo>
                  <a:cubicBezTo>
                    <a:pt x="701" y="500"/>
                    <a:pt x="834" y="467"/>
                    <a:pt x="901" y="400"/>
                  </a:cubicBezTo>
                  <a:cubicBezTo>
                    <a:pt x="1001" y="300"/>
                    <a:pt x="1068" y="267"/>
                    <a:pt x="1068" y="267"/>
                  </a:cubicBezTo>
                  <a:cubicBezTo>
                    <a:pt x="1101" y="267"/>
                    <a:pt x="1001" y="100"/>
                    <a:pt x="9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62" name="Google Shape;2462;p21"/>
            <p:cNvSpPr/>
            <p:nvPr/>
          </p:nvSpPr>
          <p:spPr>
            <a:xfrm>
              <a:off x="10438803" y="2125252"/>
              <a:ext cx="25572" cy="12617"/>
            </a:xfrm>
            <a:custGeom>
              <a:avLst/>
              <a:gdLst/>
              <a:ahLst/>
              <a:cxnLst/>
              <a:rect l="l" t="t" r="r" b="b"/>
              <a:pathLst>
                <a:path w="1135" h="560" extrusionOk="0">
                  <a:moveTo>
                    <a:pt x="990" y="1"/>
                  </a:moveTo>
                  <a:cubicBezTo>
                    <a:pt x="981" y="1"/>
                    <a:pt x="973" y="5"/>
                    <a:pt x="967" y="16"/>
                  </a:cubicBezTo>
                  <a:cubicBezTo>
                    <a:pt x="967" y="16"/>
                    <a:pt x="867" y="50"/>
                    <a:pt x="801" y="50"/>
                  </a:cubicBezTo>
                  <a:cubicBezTo>
                    <a:pt x="701" y="50"/>
                    <a:pt x="600" y="50"/>
                    <a:pt x="500" y="83"/>
                  </a:cubicBezTo>
                  <a:cubicBezTo>
                    <a:pt x="300" y="116"/>
                    <a:pt x="0" y="250"/>
                    <a:pt x="0" y="250"/>
                  </a:cubicBezTo>
                  <a:lnTo>
                    <a:pt x="0" y="517"/>
                  </a:lnTo>
                  <a:cubicBezTo>
                    <a:pt x="0" y="517"/>
                    <a:pt x="213" y="559"/>
                    <a:pt x="436" y="559"/>
                  </a:cubicBezTo>
                  <a:cubicBezTo>
                    <a:pt x="491" y="559"/>
                    <a:pt x="547" y="557"/>
                    <a:pt x="600" y="550"/>
                  </a:cubicBezTo>
                  <a:cubicBezTo>
                    <a:pt x="701" y="517"/>
                    <a:pt x="867" y="417"/>
                    <a:pt x="967" y="350"/>
                  </a:cubicBezTo>
                  <a:cubicBezTo>
                    <a:pt x="1101" y="250"/>
                    <a:pt x="1134" y="183"/>
                    <a:pt x="1134" y="183"/>
                  </a:cubicBezTo>
                  <a:cubicBezTo>
                    <a:pt x="1134" y="127"/>
                    <a:pt x="1040" y="1"/>
                    <a:pt x="9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63" name="Google Shape;2463;p21"/>
            <p:cNvSpPr/>
            <p:nvPr/>
          </p:nvSpPr>
          <p:spPr>
            <a:xfrm>
              <a:off x="10450068" y="2152671"/>
              <a:ext cx="24828" cy="11625"/>
            </a:xfrm>
            <a:custGeom>
              <a:avLst/>
              <a:gdLst/>
              <a:ahLst/>
              <a:cxnLst/>
              <a:rect l="l" t="t" r="r" b="b"/>
              <a:pathLst>
                <a:path w="1102" h="516" extrusionOk="0">
                  <a:moveTo>
                    <a:pt x="1001" y="0"/>
                  </a:moveTo>
                  <a:cubicBezTo>
                    <a:pt x="1001" y="0"/>
                    <a:pt x="668" y="0"/>
                    <a:pt x="501" y="33"/>
                  </a:cubicBezTo>
                  <a:cubicBezTo>
                    <a:pt x="301" y="67"/>
                    <a:pt x="0" y="234"/>
                    <a:pt x="0" y="234"/>
                  </a:cubicBezTo>
                  <a:lnTo>
                    <a:pt x="34" y="500"/>
                  </a:lnTo>
                  <a:cubicBezTo>
                    <a:pt x="34" y="500"/>
                    <a:pt x="182" y="515"/>
                    <a:pt x="350" y="515"/>
                  </a:cubicBezTo>
                  <a:cubicBezTo>
                    <a:pt x="434" y="515"/>
                    <a:pt x="523" y="512"/>
                    <a:pt x="601" y="500"/>
                  </a:cubicBezTo>
                  <a:cubicBezTo>
                    <a:pt x="801" y="400"/>
                    <a:pt x="1101" y="200"/>
                    <a:pt x="1101" y="200"/>
                  </a:cubicBez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64" name="Google Shape;2464;p21"/>
            <p:cNvSpPr/>
            <p:nvPr/>
          </p:nvSpPr>
          <p:spPr>
            <a:xfrm>
              <a:off x="10476360" y="2165445"/>
              <a:ext cx="14307" cy="15050"/>
            </a:xfrm>
            <a:custGeom>
              <a:avLst/>
              <a:gdLst/>
              <a:ahLst/>
              <a:cxnLst/>
              <a:rect l="l" t="t" r="r" b="b"/>
              <a:pathLst>
                <a:path w="635" h="668" extrusionOk="0">
                  <a:moveTo>
                    <a:pt x="334" y="0"/>
                  </a:moveTo>
                  <a:lnTo>
                    <a:pt x="268" y="100"/>
                  </a:lnTo>
                  <a:cubicBezTo>
                    <a:pt x="201" y="134"/>
                    <a:pt x="134" y="167"/>
                    <a:pt x="134" y="234"/>
                  </a:cubicBezTo>
                  <a:cubicBezTo>
                    <a:pt x="101" y="267"/>
                    <a:pt x="1" y="467"/>
                    <a:pt x="1" y="467"/>
                  </a:cubicBezTo>
                  <a:cubicBezTo>
                    <a:pt x="1" y="467"/>
                    <a:pt x="134" y="634"/>
                    <a:pt x="201" y="667"/>
                  </a:cubicBezTo>
                  <a:cubicBezTo>
                    <a:pt x="201" y="667"/>
                    <a:pt x="268" y="667"/>
                    <a:pt x="334" y="634"/>
                  </a:cubicBezTo>
                  <a:cubicBezTo>
                    <a:pt x="435" y="601"/>
                    <a:pt x="501" y="567"/>
                    <a:pt x="535" y="467"/>
                  </a:cubicBezTo>
                  <a:cubicBezTo>
                    <a:pt x="635" y="400"/>
                    <a:pt x="635" y="267"/>
                    <a:pt x="635" y="167"/>
                  </a:cubicBezTo>
                  <a:cubicBezTo>
                    <a:pt x="635" y="67"/>
                    <a:pt x="601"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65" name="Google Shape;2465;p21"/>
            <p:cNvSpPr/>
            <p:nvPr/>
          </p:nvSpPr>
          <p:spPr>
            <a:xfrm>
              <a:off x="10498913" y="2186488"/>
              <a:ext cx="12054" cy="18813"/>
            </a:xfrm>
            <a:custGeom>
              <a:avLst/>
              <a:gdLst/>
              <a:ahLst/>
              <a:cxnLst/>
              <a:rect l="l" t="t" r="r" b="b"/>
              <a:pathLst>
                <a:path w="535" h="835" extrusionOk="0">
                  <a:moveTo>
                    <a:pt x="201" y="0"/>
                  </a:moveTo>
                  <a:cubicBezTo>
                    <a:pt x="201" y="0"/>
                    <a:pt x="167" y="34"/>
                    <a:pt x="134" y="134"/>
                  </a:cubicBezTo>
                  <a:cubicBezTo>
                    <a:pt x="134" y="200"/>
                    <a:pt x="34" y="234"/>
                    <a:pt x="34" y="334"/>
                  </a:cubicBezTo>
                  <a:cubicBezTo>
                    <a:pt x="1" y="400"/>
                    <a:pt x="1" y="667"/>
                    <a:pt x="1" y="667"/>
                  </a:cubicBezTo>
                  <a:cubicBezTo>
                    <a:pt x="1" y="701"/>
                    <a:pt x="201" y="801"/>
                    <a:pt x="201" y="834"/>
                  </a:cubicBezTo>
                  <a:lnTo>
                    <a:pt x="334" y="701"/>
                  </a:lnTo>
                  <a:cubicBezTo>
                    <a:pt x="434" y="667"/>
                    <a:pt x="468" y="534"/>
                    <a:pt x="501" y="467"/>
                  </a:cubicBezTo>
                  <a:cubicBezTo>
                    <a:pt x="534" y="367"/>
                    <a:pt x="534" y="234"/>
                    <a:pt x="501" y="167"/>
                  </a:cubicBezTo>
                  <a:cubicBezTo>
                    <a:pt x="501" y="67"/>
                    <a:pt x="468" y="0"/>
                    <a:pt x="4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66" name="Google Shape;2466;p21"/>
            <p:cNvSpPr/>
            <p:nvPr/>
          </p:nvSpPr>
          <p:spPr>
            <a:xfrm>
              <a:off x="10592863" y="2469803"/>
              <a:ext cx="21809" cy="11310"/>
            </a:xfrm>
            <a:custGeom>
              <a:avLst/>
              <a:gdLst/>
              <a:ahLst/>
              <a:cxnLst/>
              <a:rect l="l" t="t" r="r" b="b"/>
              <a:pathLst>
                <a:path w="968" h="502" extrusionOk="0">
                  <a:moveTo>
                    <a:pt x="467" y="1"/>
                  </a:moveTo>
                  <a:cubicBezTo>
                    <a:pt x="300" y="1"/>
                    <a:pt x="0" y="134"/>
                    <a:pt x="0" y="134"/>
                  </a:cubicBezTo>
                  <a:lnTo>
                    <a:pt x="0" y="401"/>
                  </a:lnTo>
                  <a:cubicBezTo>
                    <a:pt x="0" y="401"/>
                    <a:pt x="267" y="501"/>
                    <a:pt x="467" y="501"/>
                  </a:cubicBezTo>
                  <a:cubicBezTo>
                    <a:pt x="634" y="501"/>
                    <a:pt x="934" y="401"/>
                    <a:pt x="934" y="401"/>
                  </a:cubicBezTo>
                  <a:cubicBezTo>
                    <a:pt x="968" y="401"/>
                    <a:pt x="968" y="168"/>
                    <a:pt x="934" y="134"/>
                  </a:cubicBezTo>
                  <a:cubicBezTo>
                    <a:pt x="934" y="134"/>
                    <a:pt x="634" y="1"/>
                    <a:pt x="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67" name="Google Shape;2467;p21"/>
            <p:cNvSpPr/>
            <p:nvPr/>
          </p:nvSpPr>
          <p:spPr>
            <a:xfrm>
              <a:off x="10589101" y="2487647"/>
              <a:ext cx="24828" cy="11490"/>
            </a:xfrm>
            <a:custGeom>
              <a:avLst/>
              <a:gdLst/>
              <a:ahLst/>
              <a:cxnLst/>
              <a:rect l="l" t="t" r="r" b="b"/>
              <a:pathLst>
                <a:path w="1102" h="510" extrusionOk="0">
                  <a:moveTo>
                    <a:pt x="633" y="0"/>
                  </a:moveTo>
                  <a:cubicBezTo>
                    <a:pt x="586" y="0"/>
                    <a:pt x="541" y="3"/>
                    <a:pt x="501" y="9"/>
                  </a:cubicBezTo>
                  <a:cubicBezTo>
                    <a:pt x="301" y="43"/>
                    <a:pt x="0" y="176"/>
                    <a:pt x="0" y="176"/>
                  </a:cubicBezTo>
                  <a:lnTo>
                    <a:pt x="0" y="443"/>
                  </a:lnTo>
                  <a:cubicBezTo>
                    <a:pt x="0" y="443"/>
                    <a:pt x="334" y="510"/>
                    <a:pt x="534" y="510"/>
                  </a:cubicBezTo>
                  <a:cubicBezTo>
                    <a:pt x="768" y="476"/>
                    <a:pt x="1035" y="310"/>
                    <a:pt x="1035" y="310"/>
                  </a:cubicBezTo>
                  <a:cubicBezTo>
                    <a:pt x="1101" y="276"/>
                    <a:pt x="1035" y="43"/>
                    <a:pt x="1035" y="43"/>
                  </a:cubicBezTo>
                  <a:cubicBezTo>
                    <a:pt x="1035" y="43"/>
                    <a:pt x="821" y="0"/>
                    <a:pt x="6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68" name="Google Shape;2468;p21"/>
            <p:cNvSpPr/>
            <p:nvPr/>
          </p:nvSpPr>
          <p:spPr>
            <a:xfrm>
              <a:off x="10598879" y="2512655"/>
              <a:ext cx="23319" cy="9778"/>
            </a:xfrm>
            <a:custGeom>
              <a:avLst/>
              <a:gdLst/>
              <a:ahLst/>
              <a:cxnLst/>
              <a:rect l="l" t="t" r="r" b="b"/>
              <a:pathLst>
                <a:path w="1035" h="434" extrusionOk="0">
                  <a:moveTo>
                    <a:pt x="434" y="0"/>
                  </a:moveTo>
                  <a:cubicBezTo>
                    <a:pt x="267" y="0"/>
                    <a:pt x="0" y="100"/>
                    <a:pt x="0" y="100"/>
                  </a:cubicBezTo>
                  <a:lnTo>
                    <a:pt x="0" y="367"/>
                  </a:lnTo>
                  <a:cubicBezTo>
                    <a:pt x="0" y="367"/>
                    <a:pt x="267" y="434"/>
                    <a:pt x="500" y="434"/>
                  </a:cubicBezTo>
                  <a:cubicBezTo>
                    <a:pt x="567" y="434"/>
                    <a:pt x="734" y="400"/>
                    <a:pt x="834" y="334"/>
                  </a:cubicBezTo>
                  <a:cubicBezTo>
                    <a:pt x="901" y="234"/>
                    <a:pt x="1001" y="200"/>
                    <a:pt x="1001" y="200"/>
                  </a:cubicBezTo>
                  <a:cubicBezTo>
                    <a:pt x="1034" y="200"/>
                    <a:pt x="901" y="34"/>
                    <a:pt x="9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69" name="Google Shape;2469;p21"/>
            <p:cNvSpPr/>
            <p:nvPr/>
          </p:nvSpPr>
          <p:spPr>
            <a:xfrm>
              <a:off x="10608634" y="2535185"/>
              <a:ext cx="20322" cy="11648"/>
            </a:xfrm>
            <a:custGeom>
              <a:avLst/>
              <a:gdLst/>
              <a:ahLst/>
              <a:cxnLst/>
              <a:rect l="l" t="t" r="r" b="b"/>
              <a:pathLst>
                <a:path w="902" h="517" extrusionOk="0">
                  <a:moveTo>
                    <a:pt x="635" y="1"/>
                  </a:moveTo>
                  <a:cubicBezTo>
                    <a:pt x="534" y="1"/>
                    <a:pt x="468" y="1"/>
                    <a:pt x="368" y="34"/>
                  </a:cubicBezTo>
                  <a:cubicBezTo>
                    <a:pt x="268" y="68"/>
                    <a:pt x="34" y="234"/>
                    <a:pt x="34" y="234"/>
                  </a:cubicBezTo>
                  <a:cubicBezTo>
                    <a:pt x="1" y="234"/>
                    <a:pt x="101" y="501"/>
                    <a:pt x="101" y="501"/>
                  </a:cubicBezTo>
                  <a:cubicBezTo>
                    <a:pt x="101" y="501"/>
                    <a:pt x="205" y="516"/>
                    <a:pt x="323" y="516"/>
                  </a:cubicBezTo>
                  <a:cubicBezTo>
                    <a:pt x="382" y="516"/>
                    <a:pt x="445" y="512"/>
                    <a:pt x="501" y="501"/>
                  </a:cubicBezTo>
                  <a:cubicBezTo>
                    <a:pt x="601" y="435"/>
                    <a:pt x="668" y="401"/>
                    <a:pt x="768" y="334"/>
                  </a:cubicBezTo>
                  <a:lnTo>
                    <a:pt x="901" y="201"/>
                  </a:lnTo>
                  <a:cubicBezTo>
                    <a:pt x="901" y="134"/>
                    <a:pt x="768" y="1"/>
                    <a:pt x="7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70" name="Google Shape;2470;p21"/>
            <p:cNvSpPr/>
            <p:nvPr/>
          </p:nvSpPr>
          <p:spPr>
            <a:xfrm>
              <a:off x="10426006" y="3160483"/>
              <a:ext cx="21832" cy="11490"/>
            </a:xfrm>
            <a:custGeom>
              <a:avLst/>
              <a:gdLst/>
              <a:ahLst/>
              <a:cxnLst/>
              <a:rect l="l" t="t" r="r" b="b"/>
              <a:pathLst>
                <a:path w="969" h="510" extrusionOk="0">
                  <a:moveTo>
                    <a:pt x="468" y="0"/>
                  </a:moveTo>
                  <a:cubicBezTo>
                    <a:pt x="268" y="0"/>
                    <a:pt x="1" y="134"/>
                    <a:pt x="1" y="134"/>
                  </a:cubicBezTo>
                  <a:lnTo>
                    <a:pt x="1" y="367"/>
                  </a:lnTo>
                  <a:cubicBezTo>
                    <a:pt x="1" y="367"/>
                    <a:pt x="268" y="500"/>
                    <a:pt x="435" y="500"/>
                  </a:cubicBezTo>
                  <a:cubicBezTo>
                    <a:pt x="468" y="507"/>
                    <a:pt x="507" y="510"/>
                    <a:pt x="547" y="510"/>
                  </a:cubicBezTo>
                  <a:cubicBezTo>
                    <a:pt x="709" y="510"/>
                    <a:pt x="902" y="467"/>
                    <a:pt x="902" y="467"/>
                  </a:cubicBezTo>
                  <a:cubicBezTo>
                    <a:pt x="902" y="434"/>
                    <a:pt x="935" y="200"/>
                    <a:pt x="968" y="167"/>
                  </a:cubicBezTo>
                  <a:cubicBezTo>
                    <a:pt x="968" y="167"/>
                    <a:pt x="701" y="33"/>
                    <a:pt x="4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71" name="Google Shape;2471;p21"/>
            <p:cNvSpPr/>
            <p:nvPr/>
          </p:nvSpPr>
          <p:spPr>
            <a:xfrm>
              <a:off x="10426772" y="3178507"/>
              <a:ext cx="19556" cy="10544"/>
            </a:xfrm>
            <a:custGeom>
              <a:avLst/>
              <a:gdLst/>
              <a:ahLst/>
              <a:cxnLst/>
              <a:rect l="l" t="t" r="r" b="b"/>
              <a:pathLst>
                <a:path w="868" h="468" extrusionOk="0">
                  <a:moveTo>
                    <a:pt x="467" y="1"/>
                  </a:moveTo>
                  <a:cubicBezTo>
                    <a:pt x="334" y="1"/>
                    <a:pt x="134" y="34"/>
                    <a:pt x="134" y="34"/>
                  </a:cubicBezTo>
                  <a:cubicBezTo>
                    <a:pt x="67" y="34"/>
                    <a:pt x="0" y="234"/>
                    <a:pt x="0" y="234"/>
                  </a:cubicBezTo>
                  <a:cubicBezTo>
                    <a:pt x="0" y="234"/>
                    <a:pt x="234" y="468"/>
                    <a:pt x="467" y="468"/>
                  </a:cubicBezTo>
                  <a:cubicBezTo>
                    <a:pt x="634" y="468"/>
                    <a:pt x="868" y="334"/>
                    <a:pt x="868" y="334"/>
                  </a:cubicBezTo>
                  <a:lnTo>
                    <a:pt x="868" y="67"/>
                  </a:lnTo>
                  <a:cubicBezTo>
                    <a:pt x="868" y="67"/>
                    <a:pt x="567" y="1"/>
                    <a:pt x="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72" name="Google Shape;2472;p21"/>
            <p:cNvSpPr/>
            <p:nvPr/>
          </p:nvSpPr>
          <p:spPr>
            <a:xfrm>
              <a:off x="10429768" y="3200316"/>
              <a:ext cx="16560" cy="11288"/>
            </a:xfrm>
            <a:custGeom>
              <a:avLst/>
              <a:gdLst/>
              <a:ahLst/>
              <a:cxnLst/>
              <a:rect l="l" t="t" r="r" b="b"/>
              <a:pathLst>
                <a:path w="735" h="501" extrusionOk="0">
                  <a:moveTo>
                    <a:pt x="368" y="0"/>
                  </a:moveTo>
                  <a:cubicBezTo>
                    <a:pt x="268" y="0"/>
                    <a:pt x="201" y="33"/>
                    <a:pt x="101" y="67"/>
                  </a:cubicBezTo>
                  <a:cubicBezTo>
                    <a:pt x="34" y="100"/>
                    <a:pt x="1" y="167"/>
                    <a:pt x="1" y="167"/>
                  </a:cubicBezTo>
                  <a:cubicBezTo>
                    <a:pt x="1" y="200"/>
                    <a:pt x="67" y="400"/>
                    <a:pt x="67" y="400"/>
                  </a:cubicBezTo>
                  <a:cubicBezTo>
                    <a:pt x="67" y="400"/>
                    <a:pt x="101" y="434"/>
                    <a:pt x="201" y="434"/>
                  </a:cubicBezTo>
                  <a:cubicBezTo>
                    <a:pt x="268" y="500"/>
                    <a:pt x="368" y="500"/>
                    <a:pt x="401" y="500"/>
                  </a:cubicBezTo>
                  <a:cubicBezTo>
                    <a:pt x="534" y="500"/>
                    <a:pt x="735" y="367"/>
                    <a:pt x="735" y="367"/>
                  </a:cubicBezTo>
                  <a:lnTo>
                    <a:pt x="735" y="100"/>
                  </a:lnTo>
                  <a:cubicBezTo>
                    <a:pt x="735" y="100"/>
                    <a:pt x="501" y="0"/>
                    <a:pt x="3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73" name="Google Shape;2473;p21"/>
            <p:cNvSpPr/>
            <p:nvPr/>
          </p:nvSpPr>
          <p:spPr>
            <a:xfrm>
              <a:off x="10528968" y="3273966"/>
              <a:ext cx="24828" cy="11288"/>
            </a:xfrm>
            <a:custGeom>
              <a:avLst/>
              <a:gdLst/>
              <a:ahLst/>
              <a:cxnLst/>
              <a:rect l="l" t="t" r="r" b="b"/>
              <a:pathLst>
                <a:path w="1102" h="501" extrusionOk="0">
                  <a:moveTo>
                    <a:pt x="601" y="0"/>
                  </a:moveTo>
                  <a:cubicBezTo>
                    <a:pt x="368" y="0"/>
                    <a:pt x="34" y="67"/>
                    <a:pt x="34" y="67"/>
                  </a:cubicBezTo>
                  <a:lnTo>
                    <a:pt x="1" y="300"/>
                  </a:lnTo>
                  <a:cubicBezTo>
                    <a:pt x="1" y="300"/>
                    <a:pt x="301" y="467"/>
                    <a:pt x="501" y="500"/>
                  </a:cubicBezTo>
                  <a:cubicBezTo>
                    <a:pt x="701" y="500"/>
                    <a:pt x="1035" y="434"/>
                    <a:pt x="1035" y="434"/>
                  </a:cubicBezTo>
                  <a:cubicBezTo>
                    <a:pt x="1102" y="400"/>
                    <a:pt x="1102" y="167"/>
                    <a:pt x="1102" y="167"/>
                  </a:cubicBezTo>
                  <a:cubicBezTo>
                    <a:pt x="1102" y="167"/>
                    <a:pt x="768"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74" name="Google Shape;2474;p21"/>
            <p:cNvSpPr/>
            <p:nvPr/>
          </p:nvSpPr>
          <p:spPr>
            <a:xfrm>
              <a:off x="10523719" y="3254410"/>
              <a:ext cx="24828" cy="11625"/>
            </a:xfrm>
            <a:custGeom>
              <a:avLst/>
              <a:gdLst/>
              <a:ahLst/>
              <a:cxnLst/>
              <a:rect l="l" t="t" r="r" b="b"/>
              <a:pathLst>
                <a:path w="1102" h="516" extrusionOk="0">
                  <a:moveTo>
                    <a:pt x="201" y="1"/>
                  </a:moveTo>
                  <a:cubicBezTo>
                    <a:pt x="67" y="1"/>
                    <a:pt x="0" y="34"/>
                    <a:pt x="0" y="34"/>
                  </a:cubicBezTo>
                  <a:lnTo>
                    <a:pt x="0" y="301"/>
                  </a:lnTo>
                  <a:lnTo>
                    <a:pt x="167" y="368"/>
                  </a:lnTo>
                  <a:cubicBezTo>
                    <a:pt x="267" y="434"/>
                    <a:pt x="401" y="468"/>
                    <a:pt x="501" y="501"/>
                  </a:cubicBezTo>
                  <a:cubicBezTo>
                    <a:pt x="567" y="512"/>
                    <a:pt x="653" y="516"/>
                    <a:pt x="737" y="516"/>
                  </a:cubicBezTo>
                  <a:cubicBezTo>
                    <a:pt x="905" y="516"/>
                    <a:pt x="1068" y="501"/>
                    <a:pt x="1068" y="501"/>
                  </a:cubicBezTo>
                  <a:cubicBezTo>
                    <a:pt x="1068" y="501"/>
                    <a:pt x="1101" y="301"/>
                    <a:pt x="1068" y="268"/>
                  </a:cubicBezTo>
                  <a:cubicBezTo>
                    <a:pt x="1068" y="268"/>
                    <a:pt x="768" y="34"/>
                    <a:pt x="5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75" name="Google Shape;2475;p21"/>
            <p:cNvSpPr/>
            <p:nvPr/>
          </p:nvSpPr>
          <p:spPr>
            <a:xfrm>
              <a:off x="10536493" y="3306274"/>
              <a:ext cx="24828" cy="11625"/>
            </a:xfrm>
            <a:custGeom>
              <a:avLst/>
              <a:gdLst/>
              <a:ahLst/>
              <a:cxnLst/>
              <a:rect l="l" t="t" r="r" b="b"/>
              <a:pathLst>
                <a:path w="1102" h="516" extrusionOk="0">
                  <a:moveTo>
                    <a:pt x="768" y="0"/>
                  </a:moveTo>
                  <a:cubicBezTo>
                    <a:pt x="668" y="0"/>
                    <a:pt x="534" y="0"/>
                    <a:pt x="467" y="34"/>
                  </a:cubicBezTo>
                  <a:cubicBezTo>
                    <a:pt x="267" y="67"/>
                    <a:pt x="0" y="234"/>
                    <a:pt x="0" y="234"/>
                  </a:cubicBezTo>
                  <a:lnTo>
                    <a:pt x="34" y="501"/>
                  </a:lnTo>
                  <a:cubicBezTo>
                    <a:pt x="34" y="501"/>
                    <a:pt x="182" y="516"/>
                    <a:pt x="350" y="516"/>
                  </a:cubicBezTo>
                  <a:cubicBezTo>
                    <a:pt x="434" y="516"/>
                    <a:pt x="523" y="512"/>
                    <a:pt x="601" y="501"/>
                  </a:cubicBezTo>
                  <a:cubicBezTo>
                    <a:pt x="668" y="467"/>
                    <a:pt x="801" y="367"/>
                    <a:pt x="868" y="334"/>
                  </a:cubicBezTo>
                  <a:cubicBezTo>
                    <a:pt x="1001" y="234"/>
                    <a:pt x="1035" y="201"/>
                    <a:pt x="1035" y="201"/>
                  </a:cubicBezTo>
                  <a:cubicBezTo>
                    <a:pt x="1101" y="201"/>
                    <a:pt x="968" y="34"/>
                    <a:pt x="9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76" name="Google Shape;2476;p21"/>
            <p:cNvSpPr/>
            <p:nvPr/>
          </p:nvSpPr>
          <p:spPr>
            <a:xfrm>
              <a:off x="10544018" y="3333333"/>
              <a:ext cx="21043" cy="12707"/>
            </a:xfrm>
            <a:custGeom>
              <a:avLst/>
              <a:gdLst/>
              <a:ahLst/>
              <a:cxnLst/>
              <a:rect l="l" t="t" r="r" b="b"/>
              <a:pathLst>
                <a:path w="934" h="564" extrusionOk="0">
                  <a:moveTo>
                    <a:pt x="834" y="0"/>
                  </a:moveTo>
                  <a:cubicBezTo>
                    <a:pt x="834" y="0"/>
                    <a:pt x="534" y="0"/>
                    <a:pt x="367" y="34"/>
                  </a:cubicBezTo>
                  <a:lnTo>
                    <a:pt x="133" y="167"/>
                  </a:lnTo>
                  <a:cubicBezTo>
                    <a:pt x="100" y="200"/>
                    <a:pt x="0" y="267"/>
                    <a:pt x="0" y="267"/>
                  </a:cubicBezTo>
                  <a:lnTo>
                    <a:pt x="0" y="501"/>
                  </a:lnTo>
                  <a:cubicBezTo>
                    <a:pt x="0" y="501"/>
                    <a:pt x="33" y="534"/>
                    <a:pt x="167" y="534"/>
                  </a:cubicBezTo>
                  <a:cubicBezTo>
                    <a:pt x="211" y="556"/>
                    <a:pt x="256" y="564"/>
                    <a:pt x="298" y="564"/>
                  </a:cubicBezTo>
                  <a:cubicBezTo>
                    <a:pt x="382" y="564"/>
                    <a:pt x="456" y="534"/>
                    <a:pt x="500" y="534"/>
                  </a:cubicBezTo>
                  <a:cubicBezTo>
                    <a:pt x="701" y="467"/>
                    <a:pt x="934" y="300"/>
                    <a:pt x="934" y="300"/>
                  </a:cubicBezTo>
                  <a:cubicBezTo>
                    <a:pt x="934" y="267"/>
                    <a:pt x="867" y="34"/>
                    <a:pt x="8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77" name="Google Shape;2477;p21"/>
            <p:cNvSpPr/>
            <p:nvPr/>
          </p:nvSpPr>
          <p:spPr>
            <a:xfrm>
              <a:off x="10552264" y="3353700"/>
              <a:ext cx="18813" cy="11963"/>
            </a:xfrm>
            <a:custGeom>
              <a:avLst/>
              <a:gdLst/>
              <a:ahLst/>
              <a:cxnLst/>
              <a:rect l="l" t="t" r="r" b="b"/>
              <a:pathLst>
                <a:path w="835" h="531" extrusionOk="0">
                  <a:moveTo>
                    <a:pt x="521" y="1"/>
                  </a:moveTo>
                  <a:cubicBezTo>
                    <a:pt x="457" y="1"/>
                    <a:pt x="390" y="8"/>
                    <a:pt x="335" y="30"/>
                  </a:cubicBezTo>
                  <a:cubicBezTo>
                    <a:pt x="168" y="97"/>
                    <a:pt x="1" y="297"/>
                    <a:pt x="1" y="297"/>
                  </a:cubicBezTo>
                  <a:lnTo>
                    <a:pt x="134" y="531"/>
                  </a:lnTo>
                  <a:cubicBezTo>
                    <a:pt x="134" y="531"/>
                    <a:pt x="401" y="531"/>
                    <a:pt x="501" y="464"/>
                  </a:cubicBezTo>
                  <a:cubicBezTo>
                    <a:pt x="635" y="431"/>
                    <a:pt x="835" y="264"/>
                    <a:pt x="835" y="264"/>
                  </a:cubicBezTo>
                  <a:cubicBezTo>
                    <a:pt x="835" y="264"/>
                    <a:pt x="768" y="64"/>
                    <a:pt x="768" y="30"/>
                  </a:cubicBezTo>
                  <a:cubicBezTo>
                    <a:pt x="768" y="30"/>
                    <a:pt x="650" y="1"/>
                    <a:pt x="5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78" name="Google Shape;2478;p21"/>
            <p:cNvSpPr/>
            <p:nvPr/>
          </p:nvSpPr>
          <p:spPr>
            <a:xfrm>
              <a:off x="10570311" y="3385940"/>
              <a:ext cx="19556" cy="11288"/>
            </a:xfrm>
            <a:custGeom>
              <a:avLst/>
              <a:gdLst/>
              <a:ahLst/>
              <a:cxnLst/>
              <a:rect l="l" t="t" r="r" b="b"/>
              <a:pathLst>
                <a:path w="868" h="501" extrusionOk="0">
                  <a:moveTo>
                    <a:pt x="601" y="0"/>
                  </a:moveTo>
                  <a:cubicBezTo>
                    <a:pt x="551" y="17"/>
                    <a:pt x="509" y="17"/>
                    <a:pt x="468" y="17"/>
                  </a:cubicBezTo>
                  <a:cubicBezTo>
                    <a:pt x="426" y="17"/>
                    <a:pt x="384" y="17"/>
                    <a:pt x="334" y="34"/>
                  </a:cubicBezTo>
                  <a:cubicBezTo>
                    <a:pt x="301" y="34"/>
                    <a:pt x="201" y="100"/>
                    <a:pt x="134" y="134"/>
                  </a:cubicBezTo>
                  <a:cubicBezTo>
                    <a:pt x="34" y="167"/>
                    <a:pt x="1" y="200"/>
                    <a:pt x="1" y="200"/>
                  </a:cubicBezTo>
                  <a:lnTo>
                    <a:pt x="1" y="467"/>
                  </a:lnTo>
                  <a:cubicBezTo>
                    <a:pt x="1" y="467"/>
                    <a:pt x="101" y="467"/>
                    <a:pt x="167" y="501"/>
                  </a:cubicBezTo>
                  <a:lnTo>
                    <a:pt x="501" y="501"/>
                  </a:lnTo>
                  <a:cubicBezTo>
                    <a:pt x="668" y="434"/>
                    <a:pt x="868" y="200"/>
                    <a:pt x="868" y="200"/>
                  </a:cubicBezTo>
                  <a:cubicBezTo>
                    <a:pt x="868" y="200"/>
                    <a:pt x="801" y="34"/>
                    <a:pt x="7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79" name="Google Shape;2479;p21"/>
            <p:cNvSpPr/>
            <p:nvPr/>
          </p:nvSpPr>
          <p:spPr>
            <a:xfrm>
              <a:off x="10559046" y="3043237"/>
              <a:ext cx="13541" cy="11288"/>
            </a:xfrm>
            <a:custGeom>
              <a:avLst/>
              <a:gdLst/>
              <a:ahLst/>
              <a:cxnLst/>
              <a:rect l="l" t="t" r="r" b="b"/>
              <a:pathLst>
                <a:path w="601" h="501" extrusionOk="0">
                  <a:moveTo>
                    <a:pt x="300" y="0"/>
                  </a:moveTo>
                  <a:cubicBezTo>
                    <a:pt x="167" y="0"/>
                    <a:pt x="0" y="134"/>
                    <a:pt x="0" y="134"/>
                  </a:cubicBezTo>
                  <a:lnTo>
                    <a:pt x="0" y="367"/>
                  </a:lnTo>
                  <a:cubicBezTo>
                    <a:pt x="0" y="367"/>
                    <a:pt x="167" y="501"/>
                    <a:pt x="300" y="501"/>
                  </a:cubicBezTo>
                  <a:cubicBezTo>
                    <a:pt x="434" y="501"/>
                    <a:pt x="601" y="367"/>
                    <a:pt x="601" y="367"/>
                  </a:cubicBezTo>
                  <a:lnTo>
                    <a:pt x="601" y="134"/>
                  </a:lnTo>
                  <a:cubicBezTo>
                    <a:pt x="601" y="134"/>
                    <a:pt x="434" y="0"/>
                    <a:pt x="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80" name="Google Shape;2480;p21"/>
            <p:cNvSpPr/>
            <p:nvPr/>
          </p:nvSpPr>
          <p:spPr>
            <a:xfrm>
              <a:off x="10565061" y="3059008"/>
              <a:ext cx="23319" cy="10544"/>
            </a:xfrm>
            <a:custGeom>
              <a:avLst/>
              <a:gdLst/>
              <a:ahLst/>
              <a:cxnLst/>
              <a:rect l="l" t="t" r="r" b="b"/>
              <a:pathLst>
                <a:path w="1035" h="468" extrusionOk="0">
                  <a:moveTo>
                    <a:pt x="500" y="1"/>
                  </a:moveTo>
                  <a:cubicBezTo>
                    <a:pt x="334" y="1"/>
                    <a:pt x="0" y="134"/>
                    <a:pt x="0" y="134"/>
                  </a:cubicBezTo>
                  <a:lnTo>
                    <a:pt x="0" y="368"/>
                  </a:lnTo>
                  <a:cubicBezTo>
                    <a:pt x="0" y="368"/>
                    <a:pt x="334" y="468"/>
                    <a:pt x="534" y="468"/>
                  </a:cubicBezTo>
                  <a:cubicBezTo>
                    <a:pt x="600" y="468"/>
                    <a:pt x="767" y="435"/>
                    <a:pt x="867" y="334"/>
                  </a:cubicBezTo>
                  <a:cubicBezTo>
                    <a:pt x="934" y="268"/>
                    <a:pt x="1034" y="201"/>
                    <a:pt x="1034" y="201"/>
                  </a:cubicBezTo>
                  <a:cubicBezTo>
                    <a:pt x="1034" y="201"/>
                    <a:pt x="1001" y="1"/>
                    <a:pt x="9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81" name="Google Shape;2481;p21"/>
            <p:cNvSpPr/>
            <p:nvPr/>
          </p:nvSpPr>
          <p:spPr>
            <a:xfrm>
              <a:off x="10573307" y="3073720"/>
              <a:ext cx="26338" cy="11625"/>
            </a:xfrm>
            <a:custGeom>
              <a:avLst/>
              <a:gdLst/>
              <a:ahLst/>
              <a:cxnLst/>
              <a:rect l="l" t="t" r="r" b="b"/>
              <a:pathLst>
                <a:path w="1169" h="516" extrusionOk="0">
                  <a:moveTo>
                    <a:pt x="636" y="0"/>
                  </a:moveTo>
                  <a:cubicBezTo>
                    <a:pt x="601" y="0"/>
                    <a:pt x="568" y="4"/>
                    <a:pt x="535" y="15"/>
                  </a:cubicBezTo>
                  <a:cubicBezTo>
                    <a:pt x="468" y="15"/>
                    <a:pt x="335" y="48"/>
                    <a:pt x="234" y="48"/>
                  </a:cubicBezTo>
                  <a:lnTo>
                    <a:pt x="68" y="48"/>
                  </a:lnTo>
                  <a:cubicBezTo>
                    <a:pt x="68" y="115"/>
                    <a:pt x="1" y="315"/>
                    <a:pt x="1" y="315"/>
                  </a:cubicBezTo>
                  <a:cubicBezTo>
                    <a:pt x="1" y="315"/>
                    <a:pt x="68" y="382"/>
                    <a:pt x="201" y="449"/>
                  </a:cubicBezTo>
                  <a:cubicBezTo>
                    <a:pt x="335" y="515"/>
                    <a:pt x="501" y="515"/>
                    <a:pt x="635" y="515"/>
                  </a:cubicBezTo>
                  <a:cubicBezTo>
                    <a:pt x="735" y="515"/>
                    <a:pt x="868" y="482"/>
                    <a:pt x="1002" y="382"/>
                  </a:cubicBezTo>
                  <a:cubicBezTo>
                    <a:pt x="1068" y="315"/>
                    <a:pt x="1168" y="282"/>
                    <a:pt x="1168" y="282"/>
                  </a:cubicBezTo>
                  <a:cubicBezTo>
                    <a:pt x="1168" y="215"/>
                    <a:pt x="1068" y="48"/>
                    <a:pt x="1068" y="15"/>
                  </a:cubicBezTo>
                  <a:lnTo>
                    <a:pt x="868" y="15"/>
                  </a:lnTo>
                  <a:cubicBezTo>
                    <a:pt x="779" y="15"/>
                    <a:pt x="705" y="0"/>
                    <a:pt x="6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82" name="Google Shape;2482;p21"/>
            <p:cNvSpPr/>
            <p:nvPr/>
          </p:nvSpPr>
          <p:spPr>
            <a:xfrm>
              <a:off x="10581576" y="3092825"/>
              <a:ext cx="27081" cy="11310"/>
            </a:xfrm>
            <a:custGeom>
              <a:avLst/>
              <a:gdLst/>
              <a:ahLst/>
              <a:cxnLst/>
              <a:rect l="l" t="t" r="r" b="b"/>
              <a:pathLst>
                <a:path w="1202" h="502" extrusionOk="0">
                  <a:moveTo>
                    <a:pt x="601" y="1"/>
                  </a:moveTo>
                  <a:cubicBezTo>
                    <a:pt x="334" y="1"/>
                    <a:pt x="1" y="134"/>
                    <a:pt x="1" y="134"/>
                  </a:cubicBezTo>
                  <a:lnTo>
                    <a:pt x="1" y="368"/>
                  </a:lnTo>
                  <a:cubicBezTo>
                    <a:pt x="1" y="368"/>
                    <a:pt x="334" y="501"/>
                    <a:pt x="601" y="501"/>
                  </a:cubicBezTo>
                  <a:cubicBezTo>
                    <a:pt x="835" y="501"/>
                    <a:pt x="1168" y="335"/>
                    <a:pt x="1168" y="335"/>
                  </a:cubicBezTo>
                  <a:cubicBezTo>
                    <a:pt x="1202" y="301"/>
                    <a:pt x="1168" y="101"/>
                    <a:pt x="1168" y="34"/>
                  </a:cubicBezTo>
                  <a:cubicBezTo>
                    <a:pt x="1168" y="34"/>
                    <a:pt x="801" y="1"/>
                    <a:pt x="6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83" name="Google Shape;2483;p21"/>
            <p:cNvSpPr/>
            <p:nvPr/>
          </p:nvSpPr>
          <p:spPr>
            <a:xfrm>
              <a:off x="10687557" y="3104856"/>
              <a:ext cx="21066" cy="10544"/>
            </a:xfrm>
            <a:custGeom>
              <a:avLst/>
              <a:gdLst/>
              <a:ahLst/>
              <a:cxnLst/>
              <a:rect l="l" t="t" r="r" b="b"/>
              <a:pathLst>
                <a:path w="935" h="468" extrusionOk="0">
                  <a:moveTo>
                    <a:pt x="467" y="1"/>
                  </a:moveTo>
                  <a:cubicBezTo>
                    <a:pt x="401" y="1"/>
                    <a:pt x="300" y="67"/>
                    <a:pt x="267" y="67"/>
                  </a:cubicBezTo>
                  <a:lnTo>
                    <a:pt x="134" y="67"/>
                  </a:lnTo>
                  <a:cubicBezTo>
                    <a:pt x="100" y="67"/>
                    <a:pt x="0" y="268"/>
                    <a:pt x="0" y="268"/>
                  </a:cubicBezTo>
                  <a:cubicBezTo>
                    <a:pt x="0" y="268"/>
                    <a:pt x="100" y="334"/>
                    <a:pt x="167" y="401"/>
                  </a:cubicBezTo>
                  <a:cubicBezTo>
                    <a:pt x="300" y="468"/>
                    <a:pt x="434" y="468"/>
                    <a:pt x="501" y="468"/>
                  </a:cubicBezTo>
                  <a:cubicBezTo>
                    <a:pt x="667" y="434"/>
                    <a:pt x="901" y="334"/>
                    <a:pt x="901" y="334"/>
                  </a:cubicBezTo>
                  <a:lnTo>
                    <a:pt x="934" y="134"/>
                  </a:lnTo>
                  <a:lnTo>
                    <a:pt x="767" y="67"/>
                  </a:lnTo>
                  <a:cubicBezTo>
                    <a:pt x="667" y="1"/>
                    <a:pt x="567" y="1"/>
                    <a:pt x="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84" name="Google Shape;2484;p21"/>
            <p:cNvSpPr/>
            <p:nvPr/>
          </p:nvSpPr>
          <p:spPr>
            <a:xfrm>
              <a:off x="10691319" y="3133424"/>
              <a:ext cx="15050" cy="11490"/>
            </a:xfrm>
            <a:custGeom>
              <a:avLst/>
              <a:gdLst/>
              <a:ahLst/>
              <a:cxnLst/>
              <a:rect l="l" t="t" r="r" b="b"/>
              <a:pathLst>
                <a:path w="668" h="510" extrusionOk="0">
                  <a:moveTo>
                    <a:pt x="300" y="0"/>
                  </a:moveTo>
                  <a:cubicBezTo>
                    <a:pt x="167" y="34"/>
                    <a:pt x="0" y="200"/>
                    <a:pt x="0" y="200"/>
                  </a:cubicBezTo>
                  <a:cubicBezTo>
                    <a:pt x="0" y="234"/>
                    <a:pt x="100" y="467"/>
                    <a:pt x="100" y="467"/>
                  </a:cubicBezTo>
                  <a:cubicBezTo>
                    <a:pt x="100" y="467"/>
                    <a:pt x="228" y="510"/>
                    <a:pt x="348" y="510"/>
                  </a:cubicBezTo>
                  <a:cubicBezTo>
                    <a:pt x="378" y="510"/>
                    <a:pt x="407" y="507"/>
                    <a:pt x="434" y="501"/>
                  </a:cubicBezTo>
                  <a:cubicBezTo>
                    <a:pt x="467" y="501"/>
                    <a:pt x="567" y="467"/>
                    <a:pt x="600" y="401"/>
                  </a:cubicBezTo>
                  <a:lnTo>
                    <a:pt x="667" y="334"/>
                  </a:lnTo>
                  <a:lnTo>
                    <a:pt x="667" y="67"/>
                  </a:lnTo>
                  <a:cubicBezTo>
                    <a:pt x="667" y="67"/>
                    <a:pt x="634" y="34"/>
                    <a:pt x="567" y="34"/>
                  </a:cubicBezTo>
                  <a:cubicBezTo>
                    <a:pt x="467" y="0"/>
                    <a:pt x="400" y="0"/>
                    <a:pt x="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85" name="Google Shape;2485;p21"/>
            <p:cNvSpPr/>
            <p:nvPr/>
          </p:nvSpPr>
          <p:spPr>
            <a:xfrm>
              <a:off x="10708600" y="3158973"/>
              <a:ext cx="20300" cy="12369"/>
            </a:xfrm>
            <a:custGeom>
              <a:avLst/>
              <a:gdLst/>
              <a:ahLst/>
              <a:cxnLst/>
              <a:rect l="l" t="t" r="r" b="b"/>
              <a:pathLst>
                <a:path w="901" h="549" extrusionOk="0">
                  <a:moveTo>
                    <a:pt x="701" y="0"/>
                  </a:moveTo>
                  <a:cubicBezTo>
                    <a:pt x="701" y="0"/>
                    <a:pt x="667" y="34"/>
                    <a:pt x="567" y="34"/>
                  </a:cubicBezTo>
                  <a:cubicBezTo>
                    <a:pt x="551" y="50"/>
                    <a:pt x="509" y="50"/>
                    <a:pt x="467" y="50"/>
                  </a:cubicBezTo>
                  <a:cubicBezTo>
                    <a:pt x="426" y="50"/>
                    <a:pt x="384" y="50"/>
                    <a:pt x="367" y="67"/>
                  </a:cubicBezTo>
                  <a:cubicBezTo>
                    <a:pt x="300" y="67"/>
                    <a:pt x="200" y="100"/>
                    <a:pt x="134" y="167"/>
                  </a:cubicBezTo>
                  <a:cubicBezTo>
                    <a:pt x="67" y="201"/>
                    <a:pt x="0" y="234"/>
                    <a:pt x="0" y="234"/>
                  </a:cubicBezTo>
                  <a:lnTo>
                    <a:pt x="0" y="501"/>
                  </a:lnTo>
                  <a:cubicBezTo>
                    <a:pt x="0" y="501"/>
                    <a:pt x="67" y="501"/>
                    <a:pt x="167" y="534"/>
                  </a:cubicBezTo>
                  <a:cubicBezTo>
                    <a:pt x="189" y="545"/>
                    <a:pt x="223" y="549"/>
                    <a:pt x="261" y="549"/>
                  </a:cubicBezTo>
                  <a:cubicBezTo>
                    <a:pt x="337" y="549"/>
                    <a:pt x="434" y="534"/>
                    <a:pt x="501" y="534"/>
                  </a:cubicBezTo>
                  <a:cubicBezTo>
                    <a:pt x="567" y="501"/>
                    <a:pt x="701" y="401"/>
                    <a:pt x="801" y="334"/>
                  </a:cubicBezTo>
                  <a:cubicBezTo>
                    <a:pt x="868" y="234"/>
                    <a:pt x="901" y="167"/>
                    <a:pt x="901" y="167"/>
                  </a:cubicBezTo>
                  <a:cubicBezTo>
                    <a:pt x="901" y="100"/>
                    <a:pt x="734" y="0"/>
                    <a:pt x="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86" name="Google Shape;2486;p21"/>
            <p:cNvSpPr/>
            <p:nvPr/>
          </p:nvSpPr>
          <p:spPr>
            <a:xfrm>
              <a:off x="9604585" y="1811454"/>
              <a:ext cx="457742" cy="310937"/>
            </a:xfrm>
            <a:custGeom>
              <a:avLst/>
              <a:gdLst/>
              <a:ahLst/>
              <a:cxnLst/>
              <a:rect l="l" t="t" r="r" b="b"/>
              <a:pathLst>
                <a:path w="20317" h="13801" extrusionOk="0">
                  <a:moveTo>
                    <a:pt x="167" y="0"/>
                  </a:moveTo>
                  <a:cubicBezTo>
                    <a:pt x="81" y="0"/>
                    <a:pt x="1" y="60"/>
                    <a:pt x="1" y="201"/>
                  </a:cubicBezTo>
                  <a:lnTo>
                    <a:pt x="1" y="568"/>
                  </a:lnTo>
                  <a:cubicBezTo>
                    <a:pt x="34" y="835"/>
                    <a:pt x="1" y="1168"/>
                    <a:pt x="34" y="1569"/>
                  </a:cubicBezTo>
                  <a:cubicBezTo>
                    <a:pt x="34" y="2469"/>
                    <a:pt x="201" y="3637"/>
                    <a:pt x="701" y="4904"/>
                  </a:cubicBezTo>
                  <a:cubicBezTo>
                    <a:pt x="1168" y="6205"/>
                    <a:pt x="2135" y="7506"/>
                    <a:pt x="3370" y="8407"/>
                  </a:cubicBezTo>
                  <a:cubicBezTo>
                    <a:pt x="4637" y="9341"/>
                    <a:pt x="6038" y="9908"/>
                    <a:pt x="7306" y="10308"/>
                  </a:cubicBezTo>
                  <a:cubicBezTo>
                    <a:pt x="9808" y="11109"/>
                    <a:pt x="13110" y="11509"/>
                    <a:pt x="15645" y="12143"/>
                  </a:cubicBezTo>
                  <a:cubicBezTo>
                    <a:pt x="16946" y="12477"/>
                    <a:pt x="18013" y="12843"/>
                    <a:pt x="18781" y="13177"/>
                  </a:cubicBezTo>
                  <a:cubicBezTo>
                    <a:pt x="19148" y="13344"/>
                    <a:pt x="19448" y="13477"/>
                    <a:pt x="19648" y="13611"/>
                  </a:cubicBezTo>
                  <a:cubicBezTo>
                    <a:pt x="19815" y="13711"/>
                    <a:pt x="19948" y="13777"/>
                    <a:pt x="19948" y="13777"/>
                  </a:cubicBezTo>
                  <a:cubicBezTo>
                    <a:pt x="19986" y="13793"/>
                    <a:pt x="20021" y="13801"/>
                    <a:pt x="20054" y="13801"/>
                  </a:cubicBezTo>
                  <a:cubicBezTo>
                    <a:pt x="20226" y="13801"/>
                    <a:pt x="20316" y="13596"/>
                    <a:pt x="20148" y="13344"/>
                  </a:cubicBezTo>
                  <a:cubicBezTo>
                    <a:pt x="20148" y="13344"/>
                    <a:pt x="20048" y="13244"/>
                    <a:pt x="19848" y="13144"/>
                  </a:cubicBezTo>
                  <a:cubicBezTo>
                    <a:pt x="19648" y="12977"/>
                    <a:pt x="19348" y="12843"/>
                    <a:pt x="18981" y="12643"/>
                  </a:cubicBezTo>
                  <a:cubicBezTo>
                    <a:pt x="18180" y="12243"/>
                    <a:pt x="17113" y="11809"/>
                    <a:pt x="15812" y="11476"/>
                  </a:cubicBezTo>
                  <a:cubicBezTo>
                    <a:pt x="13210" y="10742"/>
                    <a:pt x="9941" y="10242"/>
                    <a:pt x="7506" y="9508"/>
                  </a:cubicBezTo>
                  <a:cubicBezTo>
                    <a:pt x="6305" y="9141"/>
                    <a:pt x="4937" y="8640"/>
                    <a:pt x="3770" y="7807"/>
                  </a:cubicBezTo>
                  <a:cubicBezTo>
                    <a:pt x="2602" y="6973"/>
                    <a:pt x="1668" y="5805"/>
                    <a:pt x="1168" y="4638"/>
                  </a:cubicBezTo>
                  <a:cubicBezTo>
                    <a:pt x="668" y="3470"/>
                    <a:pt x="468" y="2336"/>
                    <a:pt x="434" y="1502"/>
                  </a:cubicBezTo>
                  <a:cubicBezTo>
                    <a:pt x="367" y="1068"/>
                    <a:pt x="367" y="735"/>
                    <a:pt x="367" y="535"/>
                  </a:cubicBezTo>
                  <a:lnTo>
                    <a:pt x="367" y="201"/>
                  </a:lnTo>
                  <a:cubicBezTo>
                    <a:pt x="367" y="77"/>
                    <a:pt x="264"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87" name="Google Shape;2487;p21"/>
            <p:cNvSpPr/>
            <p:nvPr/>
          </p:nvSpPr>
          <p:spPr>
            <a:xfrm>
              <a:off x="10628934" y="1585253"/>
              <a:ext cx="131530" cy="284847"/>
            </a:xfrm>
            <a:custGeom>
              <a:avLst/>
              <a:gdLst/>
              <a:ahLst/>
              <a:cxnLst/>
              <a:rect l="l" t="t" r="r" b="b"/>
              <a:pathLst>
                <a:path w="5838" h="12643" extrusionOk="0">
                  <a:moveTo>
                    <a:pt x="234" y="0"/>
                  </a:moveTo>
                  <a:cubicBezTo>
                    <a:pt x="67" y="0"/>
                    <a:pt x="0" y="334"/>
                    <a:pt x="167" y="367"/>
                  </a:cubicBezTo>
                  <a:cubicBezTo>
                    <a:pt x="167" y="367"/>
                    <a:pt x="234" y="367"/>
                    <a:pt x="367" y="401"/>
                  </a:cubicBezTo>
                  <a:cubicBezTo>
                    <a:pt x="434" y="467"/>
                    <a:pt x="668" y="501"/>
                    <a:pt x="868" y="567"/>
                  </a:cubicBezTo>
                  <a:cubicBezTo>
                    <a:pt x="1268" y="734"/>
                    <a:pt x="1902" y="934"/>
                    <a:pt x="2502" y="1368"/>
                  </a:cubicBezTo>
                  <a:cubicBezTo>
                    <a:pt x="3069" y="1768"/>
                    <a:pt x="3670" y="2335"/>
                    <a:pt x="4037" y="3036"/>
                  </a:cubicBezTo>
                  <a:cubicBezTo>
                    <a:pt x="4404" y="3703"/>
                    <a:pt x="4670" y="4437"/>
                    <a:pt x="4770" y="5171"/>
                  </a:cubicBezTo>
                  <a:cubicBezTo>
                    <a:pt x="5071" y="6538"/>
                    <a:pt x="5104" y="8406"/>
                    <a:pt x="5204" y="9907"/>
                  </a:cubicBezTo>
                  <a:cubicBezTo>
                    <a:pt x="5237" y="10675"/>
                    <a:pt x="5271" y="11342"/>
                    <a:pt x="5338" y="11809"/>
                  </a:cubicBezTo>
                  <a:cubicBezTo>
                    <a:pt x="5371" y="12243"/>
                    <a:pt x="5404" y="12543"/>
                    <a:pt x="5404" y="12543"/>
                  </a:cubicBezTo>
                  <a:cubicBezTo>
                    <a:pt x="5421" y="12609"/>
                    <a:pt x="5504" y="12643"/>
                    <a:pt x="5596" y="12643"/>
                  </a:cubicBezTo>
                  <a:cubicBezTo>
                    <a:pt x="5688" y="12643"/>
                    <a:pt x="5788" y="12609"/>
                    <a:pt x="5838" y="12543"/>
                  </a:cubicBezTo>
                  <a:cubicBezTo>
                    <a:pt x="5838" y="12543"/>
                    <a:pt x="5771" y="12243"/>
                    <a:pt x="5771" y="11775"/>
                  </a:cubicBezTo>
                  <a:lnTo>
                    <a:pt x="5771" y="9907"/>
                  </a:lnTo>
                  <a:cubicBezTo>
                    <a:pt x="5771" y="8406"/>
                    <a:pt x="5838" y="6538"/>
                    <a:pt x="5538" y="5037"/>
                  </a:cubicBezTo>
                  <a:cubicBezTo>
                    <a:pt x="5371" y="4270"/>
                    <a:pt x="5104" y="3436"/>
                    <a:pt x="4604" y="2702"/>
                  </a:cubicBezTo>
                  <a:cubicBezTo>
                    <a:pt x="4170" y="1902"/>
                    <a:pt x="3436" y="1335"/>
                    <a:pt x="2769" y="901"/>
                  </a:cubicBezTo>
                  <a:cubicBezTo>
                    <a:pt x="2102" y="501"/>
                    <a:pt x="1435" y="267"/>
                    <a:pt x="1001" y="167"/>
                  </a:cubicBezTo>
                  <a:cubicBezTo>
                    <a:pt x="768" y="67"/>
                    <a:pt x="567" y="67"/>
                    <a:pt x="434" y="34"/>
                  </a:cubicBezTo>
                  <a:cubicBezTo>
                    <a:pt x="334" y="0"/>
                    <a:pt x="234"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88" name="Google Shape;2488;p21"/>
            <p:cNvSpPr/>
            <p:nvPr/>
          </p:nvSpPr>
          <p:spPr>
            <a:xfrm>
              <a:off x="10331222" y="3428319"/>
              <a:ext cx="469998" cy="385488"/>
            </a:xfrm>
            <a:custGeom>
              <a:avLst/>
              <a:gdLst/>
              <a:ahLst/>
              <a:cxnLst/>
              <a:rect l="l" t="t" r="r" b="b"/>
              <a:pathLst>
                <a:path w="20861" h="17110" extrusionOk="0">
                  <a:moveTo>
                    <a:pt x="193" y="1"/>
                  </a:moveTo>
                  <a:cubicBezTo>
                    <a:pt x="90" y="1"/>
                    <a:pt x="1" y="85"/>
                    <a:pt x="38" y="254"/>
                  </a:cubicBezTo>
                  <a:cubicBezTo>
                    <a:pt x="38" y="254"/>
                    <a:pt x="72" y="388"/>
                    <a:pt x="105" y="621"/>
                  </a:cubicBezTo>
                  <a:cubicBezTo>
                    <a:pt x="138" y="755"/>
                    <a:pt x="172" y="855"/>
                    <a:pt x="238" y="1021"/>
                  </a:cubicBezTo>
                  <a:cubicBezTo>
                    <a:pt x="305" y="1222"/>
                    <a:pt x="372" y="1388"/>
                    <a:pt x="439" y="1588"/>
                  </a:cubicBezTo>
                  <a:cubicBezTo>
                    <a:pt x="772" y="2422"/>
                    <a:pt x="1339" y="3490"/>
                    <a:pt x="2173" y="4591"/>
                  </a:cubicBezTo>
                  <a:cubicBezTo>
                    <a:pt x="3841" y="6792"/>
                    <a:pt x="6410" y="9027"/>
                    <a:pt x="8578" y="10628"/>
                  </a:cubicBezTo>
                  <a:cubicBezTo>
                    <a:pt x="10746" y="12229"/>
                    <a:pt x="13615" y="13997"/>
                    <a:pt x="16083" y="15198"/>
                  </a:cubicBezTo>
                  <a:cubicBezTo>
                    <a:pt x="17284" y="15832"/>
                    <a:pt x="18418" y="16299"/>
                    <a:pt x="19219" y="16633"/>
                  </a:cubicBezTo>
                  <a:cubicBezTo>
                    <a:pt x="19986" y="16933"/>
                    <a:pt x="20486" y="17100"/>
                    <a:pt x="20486" y="17100"/>
                  </a:cubicBezTo>
                  <a:cubicBezTo>
                    <a:pt x="20515" y="17106"/>
                    <a:pt x="20543" y="17109"/>
                    <a:pt x="20568" y="17109"/>
                  </a:cubicBezTo>
                  <a:cubicBezTo>
                    <a:pt x="20802" y="17109"/>
                    <a:pt x="20861" y="16847"/>
                    <a:pt x="20620" y="16666"/>
                  </a:cubicBezTo>
                  <a:cubicBezTo>
                    <a:pt x="20620" y="16666"/>
                    <a:pt x="20153" y="16499"/>
                    <a:pt x="19385" y="16166"/>
                  </a:cubicBezTo>
                  <a:cubicBezTo>
                    <a:pt x="18585" y="15832"/>
                    <a:pt x="17484" y="15298"/>
                    <a:pt x="16317" y="14664"/>
                  </a:cubicBezTo>
                  <a:cubicBezTo>
                    <a:pt x="13915" y="13397"/>
                    <a:pt x="11113" y="11596"/>
                    <a:pt x="8978" y="9994"/>
                  </a:cubicBezTo>
                  <a:cubicBezTo>
                    <a:pt x="6910" y="8460"/>
                    <a:pt x="4275" y="6292"/>
                    <a:pt x="2607" y="4224"/>
                  </a:cubicBezTo>
                  <a:cubicBezTo>
                    <a:pt x="1739" y="3190"/>
                    <a:pt x="1139" y="2156"/>
                    <a:pt x="805" y="1422"/>
                  </a:cubicBezTo>
                  <a:cubicBezTo>
                    <a:pt x="739" y="1255"/>
                    <a:pt x="639" y="1088"/>
                    <a:pt x="605" y="921"/>
                  </a:cubicBezTo>
                  <a:cubicBezTo>
                    <a:pt x="572" y="755"/>
                    <a:pt x="505" y="621"/>
                    <a:pt x="472" y="488"/>
                  </a:cubicBezTo>
                  <a:cubicBezTo>
                    <a:pt x="439" y="288"/>
                    <a:pt x="405" y="154"/>
                    <a:pt x="405" y="154"/>
                  </a:cubicBezTo>
                  <a:cubicBezTo>
                    <a:pt x="361" y="52"/>
                    <a:pt x="273" y="1"/>
                    <a:pt x="1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2489" name="Google Shape;2489;p21"/>
          <p:cNvGrpSpPr/>
          <p:nvPr/>
        </p:nvGrpSpPr>
        <p:grpSpPr>
          <a:xfrm flipH="1">
            <a:off x="-129482" y="3715580"/>
            <a:ext cx="3576661" cy="1776821"/>
            <a:chOff x="2554175" y="3562475"/>
            <a:chExt cx="4028225" cy="2001150"/>
          </a:xfrm>
        </p:grpSpPr>
        <p:sp>
          <p:nvSpPr>
            <p:cNvPr id="2490" name="Google Shape;2490;p21"/>
            <p:cNvSpPr/>
            <p:nvPr/>
          </p:nvSpPr>
          <p:spPr>
            <a:xfrm>
              <a:off x="4471325" y="3738200"/>
              <a:ext cx="401525" cy="114200"/>
            </a:xfrm>
            <a:custGeom>
              <a:avLst/>
              <a:gdLst/>
              <a:ahLst/>
              <a:cxnLst/>
              <a:rect l="l" t="t" r="r" b="b"/>
              <a:pathLst>
                <a:path w="16061" h="4568" extrusionOk="0">
                  <a:moveTo>
                    <a:pt x="4527" y="1"/>
                  </a:moveTo>
                  <a:cubicBezTo>
                    <a:pt x="4522" y="1"/>
                    <a:pt x="4519" y="8"/>
                    <a:pt x="4519" y="31"/>
                  </a:cubicBezTo>
                  <a:lnTo>
                    <a:pt x="4318" y="297"/>
                  </a:lnTo>
                  <a:cubicBezTo>
                    <a:pt x="4185" y="464"/>
                    <a:pt x="4085" y="631"/>
                    <a:pt x="3985" y="798"/>
                  </a:cubicBezTo>
                  <a:cubicBezTo>
                    <a:pt x="3685" y="1231"/>
                    <a:pt x="3351" y="1632"/>
                    <a:pt x="3051" y="2032"/>
                  </a:cubicBezTo>
                  <a:cubicBezTo>
                    <a:pt x="2484" y="2733"/>
                    <a:pt x="1750" y="3200"/>
                    <a:pt x="1216" y="3266"/>
                  </a:cubicBezTo>
                  <a:lnTo>
                    <a:pt x="849" y="3266"/>
                  </a:lnTo>
                  <a:cubicBezTo>
                    <a:pt x="716" y="3266"/>
                    <a:pt x="649" y="3233"/>
                    <a:pt x="549" y="3233"/>
                  </a:cubicBezTo>
                  <a:cubicBezTo>
                    <a:pt x="416" y="3200"/>
                    <a:pt x="349" y="3133"/>
                    <a:pt x="349" y="3133"/>
                  </a:cubicBezTo>
                  <a:cubicBezTo>
                    <a:pt x="334" y="3127"/>
                    <a:pt x="319" y="3124"/>
                    <a:pt x="303" y="3124"/>
                  </a:cubicBezTo>
                  <a:cubicBezTo>
                    <a:pt x="149" y="3124"/>
                    <a:pt x="0" y="3406"/>
                    <a:pt x="182" y="3466"/>
                  </a:cubicBezTo>
                  <a:lnTo>
                    <a:pt x="416" y="3600"/>
                  </a:lnTo>
                  <a:cubicBezTo>
                    <a:pt x="516" y="3633"/>
                    <a:pt x="649" y="3633"/>
                    <a:pt x="749" y="3700"/>
                  </a:cubicBezTo>
                  <a:lnTo>
                    <a:pt x="1216" y="3700"/>
                  </a:lnTo>
                  <a:cubicBezTo>
                    <a:pt x="1550" y="3633"/>
                    <a:pt x="1983" y="3533"/>
                    <a:pt x="2350" y="3266"/>
                  </a:cubicBezTo>
                  <a:cubicBezTo>
                    <a:pt x="2717" y="3066"/>
                    <a:pt x="3118" y="2733"/>
                    <a:pt x="3451" y="2366"/>
                  </a:cubicBezTo>
                  <a:cubicBezTo>
                    <a:pt x="3751" y="1965"/>
                    <a:pt x="4085" y="1565"/>
                    <a:pt x="4419" y="1131"/>
                  </a:cubicBezTo>
                  <a:lnTo>
                    <a:pt x="4552" y="965"/>
                  </a:lnTo>
                  <a:lnTo>
                    <a:pt x="4552" y="1031"/>
                  </a:lnTo>
                  <a:lnTo>
                    <a:pt x="4685" y="1131"/>
                  </a:lnTo>
                  <a:lnTo>
                    <a:pt x="4986" y="1432"/>
                  </a:lnTo>
                  <a:cubicBezTo>
                    <a:pt x="5386" y="1865"/>
                    <a:pt x="5853" y="2232"/>
                    <a:pt x="6353" y="2466"/>
                  </a:cubicBezTo>
                  <a:cubicBezTo>
                    <a:pt x="6854" y="2733"/>
                    <a:pt x="7454" y="2899"/>
                    <a:pt x="7988" y="2899"/>
                  </a:cubicBezTo>
                  <a:cubicBezTo>
                    <a:pt x="8521" y="2899"/>
                    <a:pt x="9122" y="2766"/>
                    <a:pt x="9589" y="2566"/>
                  </a:cubicBezTo>
                  <a:cubicBezTo>
                    <a:pt x="10156" y="2366"/>
                    <a:pt x="10656" y="2099"/>
                    <a:pt x="11123" y="1799"/>
                  </a:cubicBezTo>
                  <a:cubicBezTo>
                    <a:pt x="11223" y="1732"/>
                    <a:pt x="11357" y="1698"/>
                    <a:pt x="11490" y="1598"/>
                  </a:cubicBezTo>
                  <a:lnTo>
                    <a:pt x="11557" y="1565"/>
                  </a:lnTo>
                  <a:lnTo>
                    <a:pt x="11624" y="1565"/>
                  </a:lnTo>
                  <a:cubicBezTo>
                    <a:pt x="11629" y="1565"/>
                    <a:pt x="11633" y="1564"/>
                    <a:pt x="11636" y="1564"/>
                  </a:cubicBezTo>
                  <a:cubicBezTo>
                    <a:pt x="11651" y="1564"/>
                    <a:pt x="11646" y="1587"/>
                    <a:pt x="11757" y="1865"/>
                  </a:cubicBezTo>
                  <a:cubicBezTo>
                    <a:pt x="12024" y="2366"/>
                    <a:pt x="12324" y="2799"/>
                    <a:pt x="12591" y="3233"/>
                  </a:cubicBezTo>
                  <a:cubicBezTo>
                    <a:pt x="12925" y="3633"/>
                    <a:pt x="13292" y="3967"/>
                    <a:pt x="13692" y="4234"/>
                  </a:cubicBezTo>
                  <a:cubicBezTo>
                    <a:pt x="14125" y="4467"/>
                    <a:pt x="14526" y="4567"/>
                    <a:pt x="14859" y="4567"/>
                  </a:cubicBezTo>
                  <a:cubicBezTo>
                    <a:pt x="15226" y="4567"/>
                    <a:pt x="15493" y="4534"/>
                    <a:pt x="15660" y="4467"/>
                  </a:cubicBezTo>
                  <a:cubicBezTo>
                    <a:pt x="15827" y="4434"/>
                    <a:pt x="15893" y="4400"/>
                    <a:pt x="15893" y="4400"/>
                  </a:cubicBezTo>
                  <a:cubicBezTo>
                    <a:pt x="16060" y="4300"/>
                    <a:pt x="15960" y="4033"/>
                    <a:pt x="15727" y="3967"/>
                  </a:cubicBezTo>
                  <a:cubicBezTo>
                    <a:pt x="15727" y="3967"/>
                    <a:pt x="15660" y="4033"/>
                    <a:pt x="15493" y="4067"/>
                  </a:cubicBezTo>
                  <a:cubicBezTo>
                    <a:pt x="15326" y="4067"/>
                    <a:pt x="15093" y="4100"/>
                    <a:pt x="14826" y="4100"/>
                  </a:cubicBezTo>
                  <a:cubicBezTo>
                    <a:pt x="14526" y="4067"/>
                    <a:pt x="14226" y="3967"/>
                    <a:pt x="13892" y="3767"/>
                  </a:cubicBezTo>
                  <a:cubicBezTo>
                    <a:pt x="13558" y="3566"/>
                    <a:pt x="13258" y="3233"/>
                    <a:pt x="13025" y="2866"/>
                  </a:cubicBezTo>
                  <a:cubicBezTo>
                    <a:pt x="12758" y="2432"/>
                    <a:pt x="12524" y="1965"/>
                    <a:pt x="12324" y="1532"/>
                  </a:cubicBezTo>
                  <a:cubicBezTo>
                    <a:pt x="12224" y="1398"/>
                    <a:pt x="12191" y="1231"/>
                    <a:pt x="12091" y="1065"/>
                  </a:cubicBezTo>
                  <a:lnTo>
                    <a:pt x="11924" y="731"/>
                  </a:lnTo>
                  <a:lnTo>
                    <a:pt x="11891" y="631"/>
                  </a:lnTo>
                  <a:lnTo>
                    <a:pt x="11891" y="598"/>
                  </a:lnTo>
                  <a:cubicBezTo>
                    <a:pt x="11891" y="587"/>
                    <a:pt x="11887" y="583"/>
                    <a:pt x="11882" y="583"/>
                  </a:cubicBezTo>
                  <a:cubicBezTo>
                    <a:pt x="11872" y="583"/>
                    <a:pt x="11857" y="598"/>
                    <a:pt x="11857" y="598"/>
                  </a:cubicBezTo>
                  <a:lnTo>
                    <a:pt x="11690" y="698"/>
                  </a:lnTo>
                  <a:lnTo>
                    <a:pt x="11090" y="1031"/>
                  </a:lnTo>
                  <a:cubicBezTo>
                    <a:pt x="11023" y="1098"/>
                    <a:pt x="10890" y="1131"/>
                    <a:pt x="10756" y="1231"/>
                  </a:cubicBezTo>
                  <a:cubicBezTo>
                    <a:pt x="9856" y="1732"/>
                    <a:pt x="8855" y="2132"/>
                    <a:pt x="8021" y="2132"/>
                  </a:cubicBezTo>
                  <a:cubicBezTo>
                    <a:pt x="7187" y="2132"/>
                    <a:pt x="6220" y="1698"/>
                    <a:pt x="5486" y="931"/>
                  </a:cubicBezTo>
                  <a:cubicBezTo>
                    <a:pt x="5386" y="865"/>
                    <a:pt x="5252" y="764"/>
                    <a:pt x="5186" y="698"/>
                  </a:cubicBezTo>
                  <a:lnTo>
                    <a:pt x="4752" y="231"/>
                  </a:lnTo>
                  <a:lnTo>
                    <a:pt x="4652" y="97"/>
                  </a:lnTo>
                  <a:lnTo>
                    <a:pt x="4552" y="31"/>
                  </a:lnTo>
                  <a:cubicBezTo>
                    <a:pt x="4552" y="31"/>
                    <a:pt x="4537" y="1"/>
                    <a:pt x="45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91" name="Google Shape;2491;p21"/>
            <p:cNvSpPr/>
            <p:nvPr/>
          </p:nvSpPr>
          <p:spPr>
            <a:xfrm>
              <a:off x="2554175" y="4914075"/>
              <a:ext cx="532400" cy="107675"/>
            </a:xfrm>
            <a:custGeom>
              <a:avLst/>
              <a:gdLst/>
              <a:ahLst/>
              <a:cxnLst/>
              <a:rect l="l" t="t" r="r" b="b"/>
              <a:pathLst>
                <a:path w="21296" h="4307" extrusionOk="0">
                  <a:moveTo>
                    <a:pt x="13664" y="1"/>
                  </a:moveTo>
                  <a:cubicBezTo>
                    <a:pt x="13660" y="1"/>
                    <a:pt x="13656" y="9"/>
                    <a:pt x="13656" y="29"/>
                  </a:cubicBezTo>
                  <a:lnTo>
                    <a:pt x="13623" y="63"/>
                  </a:lnTo>
                  <a:lnTo>
                    <a:pt x="13523" y="129"/>
                  </a:lnTo>
                  <a:lnTo>
                    <a:pt x="13356" y="296"/>
                  </a:lnTo>
                  <a:lnTo>
                    <a:pt x="13089" y="596"/>
                  </a:lnTo>
                  <a:cubicBezTo>
                    <a:pt x="12956" y="730"/>
                    <a:pt x="12822" y="796"/>
                    <a:pt x="12689" y="897"/>
                  </a:cubicBezTo>
                  <a:cubicBezTo>
                    <a:pt x="12589" y="1030"/>
                    <a:pt x="12456" y="1097"/>
                    <a:pt x="12322" y="1197"/>
                  </a:cubicBezTo>
                  <a:lnTo>
                    <a:pt x="11955" y="1430"/>
                  </a:lnTo>
                  <a:cubicBezTo>
                    <a:pt x="11455" y="1764"/>
                    <a:pt x="10854" y="1931"/>
                    <a:pt x="10321" y="2064"/>
                  </a:cubicBezTo>
                  <a:cubicBezTo>
                    <a:pt x="9912" y="2153"/>
                    <a:pt x="9465" y="2204"/>
                    <a:pt x="9003" y="2204"/>
                  </a:cubicBezTo>
                  <a:cubicBezTo>
                    <a:pt x="8257" y="2204"/>
                    <a:pt x="7472" y="2073"/>
                    <a:pt x="6751" y="1764"/>
                  </a:cubicBezTo>
                  <a:cubicBezTo>
                    <a:pt x="6451" y="1697"/>
                    <a:pt x="6184" y="1530"/>
                    <a:pt x="5918" y="1364"/>
                  </a:cubicBezTo>
                  <a:lnTo>
                    <a:pt x="5517" y="1097"/>
                  </a:lnTo>
                  <a:lnTo>
                    <a:pt x="5350" y="930"/>
                  </a:lnTo>
                  <a:lnTo>
                    <a:pt x="5017" y="630"/>
                  </a:lnTo>
                  <a:cubicBezTo>
                    <a:pt x="4917" y="563"/>
                    <a:pt x="4817" y="430"/>
                    <a:pt x="4683" y="363"/>
                  </a:cubicBezTo>
                  <a:lnTo>
                    <a:pt x="4483" y="763"/>
                  </a:lnTo>
                  <a:cubicBezTo>
                    <a:pt x="4416" y="963"/>
                    <a:pt x="4283" y="1130"/>
                    <a:pt x="4183" y="1364"/>
                  </a:cubicBezTo>
                  <a:lnTo>
                    <a:pt x="3949" y="1730"/>
                  </a:lnTo>
                  <a:cubicBezTo>
                    <a:pt x="3849" y="1797"/>
                    <a:pt x="3783" y="1964"/>
                    <a:pt x="3683" y="2064"/>
                  </a:cubicBezTo>
                  <a:cubicBezTo>
                    <a:pt x="2982" y="2931"/>
                    <a:pt x="2015" y="3398"/>
                    <a:pt x="1348" y="3632"/>
                  </a:cubicBezTo>
                  <a:cubicBezTo>
                    <a:pt x="1181" y="3732"/>
                    <a:pt x="1014" y="3765"/>
                    <a:pt x="914" y="3799"/>
                  </a:cubicBezTo>
                  <a:cubicBezTo>
                    <a:pt x="747" y="3865"/>
                    <a:pt x="614" y="3865"/>
                    <a:pt x="514" y="3899"/>
                  </a:cubicBezTo>
                  <a:cubicBezTo>
                    <a:pt x="347" y="3899"/>
                    <a:pt x="247" y="3932"/>
                    <a:pt x="247" y="3932"/>
                  </a:cubicBezTo>
                  <a:cubicBezTo>
                    <a:pt x="0" y="3963"/>
                    <a:pt x="10" y="4306"/>
                    <a:pt x="223" y="4306"/>
                  </a:cubicBezTo>
                  <a:cubicBezTo>
                    <a:pt x="241" y="4306"/>
                    <a:pt x="260" y="4304"/>
                    <a:pt x="280" y="4299"/>
                  </a:cubicBezTo>
                  <a:cubicBezTo>
                    <a:pt x="280" y="4299"/>
                    <a:pt x="414" y="4299"/>
                    <a:pt x="614" y="4266"/>
                  </a:cubicBezTo>
                  <a:cubicBezTo>
                    <a:pt x="680" y="4232"/>
                    <a:pt x="814" y="4232"/>
                    <a:pt x="981" y="4199"/>
                  </a:cubicBezTo>
                  <a:cubicBezTo>
                    <a:pt x="1114" y="4132"/>
                    <a:pt x="1281" y="4099"/>
                    <a:pt x="1481" y="4065"/>
                  </a:cubicBezTo>
                  <a:cubicBezTo>
                    <a:pt x="2182" y="3799"/>
                    <a:pt x="3282" y="3365"/>
                    <a:pt x="4116" y="2398"/>
                  </a:cubicBezTo>
                  <a:cubicBezTo>
                    <a:pt x="4250" y="2264"/>
                    <a:pt x="4316" y="2131"/>
                    <a:pt x="4416" y="2031"/>
                  </a:cubicBezTo>
                  <a:cubicBezTo>
                    <a:pt x="4483" y="1897"/>
                    <a:pt x="4617" y="1730"/>
                    <a:pt x="4683" y="1597"/>
                  </a:cubicBezTo>
                  <a:lnTo>
                    <a:pt x="4817" y="1397"/>
                  </a:lnTo>
                  <a:lnTo>
                    <a:pt x="4850" y="1364"/>
                  </a:lnTo>
                  <a:lnTo>
                    <a:pt x="4917" y="1297"/>
                  </a:lnTo>
                  <a:lnTo>
                    <a:pt x="4950" y="1364"/>
                  </a:lnTo>
                  <a:lnTo>
                    <a:pt x="4984" y="1397"/>
                  </a:lnTo>
                  <a:cubicBezTo>
                    <a:pt x="5084" y="1430"/>
                    <a:pt x="5117" y="1530"/>
                    <a:pt x="5184" y="1564"/>
                  </a:cubicBezTo>
                  <a:lnTo>
                    <a:pt x="5617" y="1864"/>
                  </a:lnTo>
                  <a:cubicBezTo>
                    <a:pt x="5918" y="2031"/>
                    <a:pt x="6184" y="2231"/>
                    <a:pt x="6518" y="2364"/>
                  </a:cubicBezTo>
                  <a:cubicBezTo>
                    <a:pt x="7371" y="2748"/>
                    <a:pt x="8278" y="2914"/>
                    <a:pt x="9135" y="2914"/>
                  </a:cubicBezTo>
                  <a:cubicBezTo>
                    <a:pt x="9619" y="2914"/>
                    <a:pt x="10087" y="2861"/>
                    <a:pt x="10521" y="2765"/>
                  </a:cubicBezTo>
                  <a:cubicBezTo>
                    <a:pt x="11121" y="2598"/>
                    <a:pt x="11788" y="2398"/>
                    <a:pt x="12355" y="2064"/>
                  </a:cubicBezTo>
                  <a:cubicBezTo>
                    <a:pt x="12522" y="1964"/>
                    <a:pt x="12656" y="1864"/>
                    <a:pt x="12822" y="1764"/>
                  </a:cubicBezTo>
                  <a:cubicBezTo>
                    <a:pt x="12956" y="1630"/>
                    <a:pt x="13123" y="1564"/>
                    <a:pt x="13256" y="1430"/>
                  </a:cubicBezTo>
                  <a:cubicBezTo>
                    <a:pt x="13423" y="1364"/>
                    <a:pt x="13523" y="1230"/>
                    <a:pt x="13656" y="1097"/>
                  </a:cubicBezTo>
                  <a:lnTo>
                    <a:pt x="13690" y="1063"/>
                  </a:lnTo>
                  <a:lnTo>
                    <a:pt x="13790" y="1197"/>
                  </a:lnTo>
                  <a:lnTo>
                    <a:pt x="14123" y="1564"/>
                  </a:lnTo>
                  <a:lnTo>
                    <a:pt x="14490" y="1931"/>
                  </a:lnTo>
                  <a:cubicBezTo>
                    <a:pt x="14624" y="2064"/>
                    <a:pt x="14791" y="2131"/>
                    <a:pt x="14924" y="2264"/>
                  </a:cubicBezTo>
                  <a:cubicBezTo>
                    <a:pt x="15491" y="2631"/>
                    <a:pt x="16125" y="2898"/>
                    <a:pt x="16759" y="3065"/>
                  </a:cubicBezTo>
                  <a:cubicBezTo>
                    <a:pt x="17387" y="3222"/>
                    <a:pt x="17997" y="3269"/>
                    <a:pt x="18541" y="3269"/>
                  </a:cubicBezTo>
                  <a:cubicBezTo>
                    <a:pt x="19037" y="3269"/>
                    <a:pt x="19478" y="3230"/>
                    <a:pt x="19827" y="3198"/>
                  </a:cubicBezTo>
                  <a:cubicBezTo>
                    <a:pt x="20595" y="3098"/>
                    <a:pt x="21028" y="3031"/>
                    <a:pt x="21028" y="3031"/>
                  </a:cubicBezTo>
                  <a:cubicBezTo>
                    <a:pt x="21295" y="2965"/>
                    <a:pt x="21195" y="2698"/>
                    <a:pt x="20995" y="2598"/>
                  </a:cubicBezTo>
                  <a:cubicBezTo>
                    <a:pt x="20995" y="2598"/>
                    <a:pt x="20528" y="2698"/>
                    <a:pt x="19794" y="2731"/>
                  </a:cubicBezTo>
                  <a:cubicBezTo>
                    <a:pt x="19602" y="2740"/>
                    <a:pt x="19394" y="2746"/>
                    <a:pt x="19171" y="2746"/>
                  </a:cubicBezTo>
                  <a:cubicBezTo>
                    <a:pt x="18504" y="2746"/>
                    <a:pt x="17709" y="2689"/>
                    <a:pt x="16859" y="2464"/>
                  </a:cubicBezTo>
                  <a:cubicBezTo>
                    <a:pt x="16292" y="2364"/>
                    <a:pt x="15758" y="2097"/>
                    <a:pt x="15258" y="1730"/>
                  </a:cubicBezTo>
                  <a:cubicBezTo>
                    <a:pt x="15124" y="1630"/>
                    <a:pt x="14991" y="1530"/>
                    <a:pt x="14857" y="1430"/>
                  </a:cubicBezTo>
                  <a:lnTo>
                    <a:pt x="14524" y="1097"/>
                  </a:lnTo>
                  <a:cubicBezTo>
                    <a:pt x="14424" y="963"/>
                    <a:pt x="14324" y="897"/>
                    <a:pt x="14190" y="730"/>
                  </a:cubicBezTo>
                  <a:lnTo>
                    <a:pt x="13690" y="63"/>
                  </a:lnTo>
                  <a:cubicBezTo>
                    <a:pt x="13690" y="40"/>
                    <a:pt x="13674" y="1"/>
                    <a:pt x="136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92" name="Google Shape;2492;p21"/>
            <p:cNvSpPr/>
            <p:nvPr/>
          </p:nvSpPr>
          <p:spPr>
            <a:xfrm>
              <a:off x="3706150" y="4020825"/>
              <a:ext cx="338600" cy="91750"/>
            </a:xfrm>
            <a:custGeom>
              <a:avLst/>
              <a:gdLst/>
              <a:ahLst/>
              <a:cxnLst/>
              <a:rect l="l" t="t" r="r" b="b"/>
              <a:pathLst>
                <a:path w="13544" h="3670" extrusionOk="0">
                  <a:moveTo>
                    <a:pt x="8173" y="0"/>
                  </a:moveTo>
                  <a:cubicBezTo>
                    <a:pt x="7773" y="267"/>
                    <a:pt x="7339" y="501"/>
                    <a:pt x="6972" y="701"/>
                  </a:cubicBezTo>
                  <a:cubicBezTo>
                    <a:pt x="6672" y="868"/>
                    <a:pt x="6338" y="1034"/>
                    <a:pt x="6005" y="1201"/>
                  </a:cubicBezTo>
                  <a:cubicBezTo>
                    <a:pt x="5638" y="1335"/>
                    <a:pt x="5304" y="1501"/>
                    <a:pt x="4937" y="1635"/>
                  </a:cubicBezTo>
                  <a:cubicBezTo>
                    <a:pt x="4570" y="1768"/>
                    <a:pt x="4170" y="1935"/>
                    <a:pt x="3803" y="1968"/>
                  </a:cubicBezTo>
                  <a:cubicBezTo>
                    <a:pt x="3636" y="2002"/>
                    <a:pt x="3436" y="2035"/>
                    <a:pt x="3270" y="2102"/>
                  </a:cubicBezTo>
                  <a:cubicBezTo>
                    <a:pt x="3103" y="2135"/>
                    <a:pt x="2903" y="2135"/>
                    <a:pt x="2736" y="2135"/>
                  </a:cubicBezTo>
                  <a:cubicBezTo>
                    <a:pt x="2569" y="2135"/>
                    <a:pt x="2402" y="2169"/>
                    <a:pt x="2235" y="2169"/>
                  </a:cubicBezTo>
                  <a:cubicBezTo>
                    <a:pt x="2180" y="2191"/>
                    <a:pt x="2128" y="2198"/>
                    <a:pt x="2077" y="2198"/>
                  </a:cubicBezTo>
                  <a:cubicBezTo>
                    <a:pt x="1976" y="2198"/>
                    <a:pt x="1880" y="2169"/>
                    <a:pt x="1768" y="2169"/>
                  </a:cubicBezTo>
                  <a:cubicBezTo>
                    <a:pt x="1468" y="2135"/>
                    <a:pt x="1168" y="2135"/>
                    <a:pt x="968" y="2102"/>
                  </a:cubicBezTo>
                  <a:cubicBezTo>
                    <a:pt x="501" y="2002"/>
                    <a:pt x="267" y="1968"/>
                    <a:pt x="267" y="1968"/>
                  </a:cubicBezTo>
                  <a:cubicBezTo>
                    <a:pt x="134" y="1968"/>
                    <a:pt x="1" y="2302"/>
                    <a:pt x="201" y="2335"/>
                  </a:cubicBezTo>
                  <a:cubicBezTo>
                    <a:pt x="201" y="2335"/>
                    <a:pt x="434" y="2435"/>
                    <a:pt x="901" y="2535"/>
                  </a:cubicBezTo>
                  <a:cubicBezTo>
                    <a:pt x="1135" y="2636"/>
                    <a:pt x="1402" y="2636"/>
                    <a:pt x="1735" y="2669"/>
                  </a:cubicBezTo>
                  <a:cubicBezTo>
                    <a:pt x="1902" y="2669"/>
                    <a:pt x="2069" y="2736"/>
                    <a:pt x="2235" y="2736"/>
                  </a:cubicBezTo>
                  <a:lnTo>
                    <a:pt x="2769" y="2736"/>
                  </a:lnTo>
                  <a:cubicBezTo>
                    <a:pt x="2869" y="2702"/>
                    <a:pt x="2961" y="2702"/>
                    <a:pt x="3053" y="2702"/>
                  </a:cubicBezTo>
                  <a:cubicBezTo>
                    <a:pt x="3144" y="2702"/>
                    <a:pt x="3236" y="2702"/>
                    <a:pt x="3336" y="2669"/>
                  </a:cubicBezTo>
                  <a:cubicBezTo>
                    <a:pt x="3536" y="2636"/>
                    <a:pt x="3737" y="2636"/>
                    <a:pt x="3937" y="2602"/>
                  </a:cubicBezTo>
                  <a:cubicBezTo>
                    <a:pt x="4370" y="2569"/>
                    <a:pt x="4737" y="2402"/>
                    <a:pt x="5138" y="2302"/>
                  </a:cubicBezTo>
                  <a:cubicBezTo>
                    <a:pt x="5571" y="2235"/>
                    <a:pt x="5938" y="2002"/>
                    <a:pt x="6305" y="1902"/>
                  </a:cubicBezTo>
                  <a:cubicBezTo>
                    <a:pt x="6672" y="1735"/>
                    <a:pt x="7039" y="1568"/>
                    <a:pt x="7372" y="1401"/>
                  </a:cubicBezTo>
                  <a:cubicBezTo>
                    <a:pt x="7506" y="1301"/>
                    <a:pt x="7706" y="1168"/>
                    <a:pt x="7873" y="1101"/>
                  </a:cubicBezTo>
                  <a:cubicBezTo>
                    <a:pt x="7940" y="1068"/>
                    <a:pt x="8040" y="968"/>
                    <a:pt x="8106" y="934"/>
                  </a:cubicBezTo>
                  <a:lnTo>
                    <a:pt x="8306" y="1134"/>
                  </a:lnTo>
                  <a:cubicBezTo>
                    <a:pt x="8440" y="1268"/>
                    <a:pt x="8607" y="1435"/>
                    <a:pt x="8773" y="1568"/>
                  </a:cubicBezTo>
                  <a:cubicBezTo>
                    <a:pt x="9107" y="1835"/>
                    <a:pt x="9441" y="2102"/>
                    <a:pt x="9774" y="2335"/>
                  </a:cubicBezTo>
                  <a:cubicBezTo>
                    <a:pt x="10141" y="2569"/>
                    <a:pt x="10475" y="2769"/>
                    <a:pt x="10808" y="2936"/>
                  </a:cubicBezTo>
                  <a:cubicBezTo>
                    <a:pt x="11475" y="3269"/>
                    <a:pt x="12109" y="3436"/>
                    <a:pt x="12576" y="3570"/>
                  </a:cubicBezTo>
                  <a:cubicBezTo>
                    <a:pt x="12776" y="3603"/>
                    <a:pt x="12976" y="3603"/>
                    <a:pt x="13110" y="3636"/>
                  </a:cubicBezTo>
                  <a:cubicBezTo>
                    <a:pt x="13243" y="3670"/>
                    <a:pt x="13310" y="3670"/>
                    <a:pt x="13310" y="3670"/>
                  </a:cubicBezTo>
                  <a:cubicBezTo>
                    <a:pt x="13477" y="3670"/>
                    <a:pt x="13544" y="3403"/>
                    <a:pt x="13310" y="3269"/>
                  </a:cubicBezTo>
                  <a:cubicBezTo>
                    <a:pt x="13310" y="3269"/>
                    <a:pt x="13277" y="3269"/>
                    <a:pt x="13143" y="3203"/>
                  </a:cubicBezTo>
                  <a:cubicBezTo>
                    <a:pt x="13010" y="3169"/>
                    <a:pt x="12843" y="3169"/>
                    <a:pt x="12643" y="3103"/>
                  </a:cubicBezTo>
                  <a:cubicBezTo>
                    <a:pt x="12243" y="2969"/>
                    <a:pt x="11642" y="2769"/>
                    <a:pt x="11008" y="2369"/>
                  </a:cubicBezTo>
                  <a:cubicBezTo>
                    <a:pt x="10742" y="2269"/>
                    <a:pt x="10441" y="2002"/>
                    <a:pt x="10108" y="1802"/>
                  </a:cubicBezTo>
                  <a:cubicBezTo>
                    <a:pt x="9808" y="1535"/>
                    <a:pt x="9507" y="1335"/>
                    <a:pt x="9240" y="1034"/>
                  </a:cubicBezTo>
                  <a:cubicBezTo>
                    <a:pt x="9074" y="934"/>
                    <a:pt x="8940" y="801"/>
                    <a:pt x="8807" y="634"/>
                  </a:cubicBezTo>
                  <a:lnTo>
                    <a:pt x="8607" y="434"/>
                  </a:lnTo>
                  <a:cubicBezTo>
                    <a:pt x="8440" y="301"/>
                    <a:pt x="8306" y="100"/>
                    <a:pt x="81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93" name="Google Shape;2493;p21"/>
            <p:cNvSpPr/>
            <p:nvPr/>
          </p:nvSpPr>
          <p:spPr>
            <a:xfrm>
              <a:off x="3403425" y="3729975"/>
              <a:ext cx="3178975" cy="1783400"/>
            </a:xfrm>
            <a:custGeom>
              <a:avLst/>
              <a:gdLst/>
              <a:ahLst/>
              <a:cxnLst/>
              <a:rect l="l" t="t" r="r" b="b"/>
              <a:pathLst>
                <a:path w="127159" h="71336" extrusionOk="0">
                  <a:moveTo>
                    <a:pt x="98163" y="1"/>
                  </a:moveTo>
                  <a:cubicBezTo>
                    <a:pt x="97767" y="1"/>
                    <a:pt x="97368" y="20"/>
                    <a:pt x="96970" y="59"/>
                  </a:cubicBezTo>
                  <a:cubicBezTo>
                    <a:pt x="96303" y="126"/>
                    <a:pt x="95636" y="260"/>
                    <a:pt x="94969" y="393"/>
                  </a:cubicBezTo>
                  <a:cubicBezTo>
                    <a:pt x="94302" y="560"/>
                    <a:pt x="93634" y="760"/>
                    <a:pt x="93034" y="1060"/>
                  </a:cubicBezTo>
                  <a:cubicBezTo>
                    <a:pt x="91733" y="1594"/>
                    <a:pt x="90532" y="2394"/>
                    <a:pt x="89365" y="3195"/>
                  </a:cubicBezTo>
                  <a:cubicBezTo>
                    <a:pt x="88197" y="3962"/>
                    <a:pt x="87063" y="4796"/>
                    <a:pt x="85795" y="5463"/>
                  </a:cubicBezTo>
                  <a:cubicBezTo>
                    <a:pt x="85195" y="5797"/>
                    <a:pt x="84528" y="6064"/>
                    <a:pt x="83861" y="6264"/>
                  </a:cubicBezTo>
                  <a:cubicBezTo>
                    <a:pt x="83527" y="6397"/>
                    <a:pt x="83127" y="6431"/>
                    <a:pt x="82793" y="6531"/>
                  </a:cubicBezTo>
                  <a:cubicBezTo>
                    <a:pt x="82426" y="6564"/>
                    <a:pt x="82093" y="6597"/>
                    <a:pt x="81726" y="6631"/>
                  </a:cubicBezTo>
                  <a:cubicBezTo>
                    <a:pt x="80925" y="6731"/>
                    <a:pt x="80191" y="6864"/>
                    <a:pt x="79424" y="7064"/>
                  </a:cubicBezTo>
                  <a:cubicBezTo>
                    <a:pt x="78690" y="7298"/>
                    <a:pt x="77957" y="7698"/>
                    <a:pt x="77289" y="8098"/>
                  </a:cubicBezTo>
                  <a:cubicBezTo>
                    <a:pt x="76689" y="8565"/>
                    <a:pt x="76055" y="9066"/>
                    <a:pt x="75521" y="9600"/>
                  </a:cubicBezTo>
                  <a:cubicBezTo>
                    <a:pt x="74954" y="10100"/>
                    <a:pt x="74421" y="10700"/>
                    <a:pt x="73887" y="11234"/>
                  </a:cubicBezTo>
                  <a:cubicBezTo>
                    <a:pt x="73387" y="11801"/>
                    <a:pt x="72853" y="12368"/>
                    <a:pt x="72286" y="12902"/>
                  </a:cubicBezTo>
                  <a:lnTo>
                    <a:pt x="71452" y="13702"/>
                  </a:lnTo>
                  <a:cubicBezTo>
                    <a:pt x="71285" y="13803"/>
                    <a:pt x="71185" y="13936"/>
                    <a:pt x="71052" y="14069"/>
                  </a:cubicBezTo>
                  <a:cubicBezTo>
                    <a:pt x="70885" y="14203"/>
                    <a:pt x="70751" y="14270"/>
                    <a:pt x="70585" y="14403"/>
                  </a:cubicBezTo>
                  <a:cubicBezTo>
                    <a:pt x="69384" y="15204"/>
                    <a:pt x="67883" y="15704"/>
                    <a:pt x="66415" y="16138"/>
                  </a:cubicBezTo>
                  <a:cubicBezTo>
                    <a:pt x="64914" y="16605"/>
                    <a:pt x="63413" y="17038"/>
                    <a:pt x="61912" y="17572"/>
                  </a:cubicBezTo>
                  <a:cubicBezTo>
                    <a:pt x="60411" y="18106"/>
                    <a:pt x="58910" y="18773"/>
                    <a:pt x="57575" y="19640"/>
                  </a:cubicBezTo>
                  <a:cubicBezTo>
                    <a:pt x="51538" y="22942"/>
                    <a:pt x="51404" y="31282"/>
                    <a:pt x="45667" y="33317"/>
                  </a:cubicBezTo>
                  <a:cubicBezTo>
                    <a:pt x="45050" y="33579"/>
                    <a:pt x="44411" y="33698"/>
                    <a:pt x="43775" y="33698"/>
                  </a:cubicBezTo>
                  <a:cubicBezTo>
                    <a:pt x="43035" y="33698"/>
                    <a:pt x="42297" y="33537"/>
                    <a:pt x="41597" y="33250"/>
                  </a:cubicBezTo>
                  <a:cubicBezTo>
                    <a:pt x="40330" y="32716"/>
                    <a:pt x="39062" y="31882"/>
                    <a:pt x="37661" y="31315"/>
                  </a:cubicBezTo>
                  <a:cubicBezTo>
                    <a:pt x="37328" y="31148"/>
                    <a:pt x="36927" y="31082"/>
                    <a:pt x="36560" y="30948"/>
                  </a:cubicBezTo>
                  <a:cubicBezTo>
                    <a:pt x="36193" y="30881"/>
                    <a:pt x="35826" y="30781"/>
                    <a:pt x="35426" y="30748"/>
                  </a:cubicBezTo>
                  <a:lnTo>
                    <a:pt x="34892" y="30648"/>
                  </a:lnTo>
                  <a:lnTo>
                    <a:pt x="34359" y="30615"/>
                  </a:lnTo>
                  <a:cubicBezTo>
                    <a:pt x="34236" y="30603"/>
                    <a:pt x="34110" y="30600"/>
                    <a:pt x="33983" y="30600"/>
                  </a:cubicBezTo>
                  <a:cubicBezTo>
                    <a:pt x="33729" y="30600"/>
                    <a:pt x="33469" y="30615"/>
                    <a:pt x="33225" y="30615"/>
                  </a:cubicBezTo>
                  <a:cubicBezTo>
                    <a:pt x="32491" y="30648"/>
                    <a:pt x="31724" y="30781"/>
                    <a:pt x="31023" y="31082"/>
                  </a:cubicBezTo>
                  <a:cubicBezTo>
                    <a:pt x="30323" y="31315"/>
                    <a:pt x="29689" y="31782"/>
                    <a:pt x="29155" y="32282"/>
                  </a:cubicBezTo>
                  <a:cubicBezTo>
                    <a:pt x="28054" y="33317"/>
                    <a:pt x="27387" y="34651"/>
                    <a:pt x="26820" y="35952"/>
                  </a:cubicBezTo>
                  <a:cubicBezTo>
                    <a:pt x="26220" y="37253"/>
                    <a:pt x="25686" y="38587"/>
                    <a:pt x="24985" y="39788"/>
                  </a:cubicBezTo>
                  <a:cubicBezTo>
                    <a:pt x="24252" y="40989"/>
                    <a:pt x="23251" y="41989"/>
                    <a:pt x="21983" y="42456"/>
                  </a:cubicBezTo>
                  <a:cubicBezTo>
                    <a:pt x="21349" y="42723"/>
                    <a:pt x="20649" y="42823"/>
                    <a:pt x="19982" y="42823"/>
                  </a:cubicBezTo>
                  <a:cubicBezTo>
                    <a:pt x="19348" y="42823"/>
                    <a:pt x="18681" y="42590"/>
                    <a:pt x="18080" y="42223"/>
                  </a:cubicBezTo>
                  <a:cubicBezTo>
                    <a:pt x="17513" y="41823"/>
                    <a:pt x="16913" y="41389"/>
                    <a:pt x="16346" y="40889"/>
                  </a:cubicBezTo>
                  <a:cubicBezTo>
                    <a:pt x="15745" y="40422"/>
                    <a:pt x="15145" y="39888"/>
                    <a:pt x="14344" y="39554"/>
                  </a:cubicBezTo>
                  <a:cubicBezTo>
                    <a:pt x="13853" y="39298"/>
                    <a:pt x="13292" y="39178"/>
                    <a:pt x="12734" y="39178"/>
                  </a:cubicBezTo>
                  <a:cubicBezTo>
                    <a:pt x="12421" y="39178"/>
                    <a:pt x="12109" y="39216"/>
                    <a:pt x="11809" y="39287"/>
                  </a:cubicBezTo>
                  <a:cubicBezTo>
                    <a:pt x="11676" y="39321"/>
                    <a:pt x="11576" y="39321"/>
                    <a:pt x="11476" y="39388"/>
                  </a:cubicBezTo>
                  <a:lnTo>
                    <a:pt x="11142" y="39488"/>
                  </a:lnTo>
                  <a:cubicBezTo>
                    <a:pt x="10909" y="39621"/>
                    <a:pt x="10709" y="39754"/>
                    <a:pt x="10542" y="39921"/>
                  </a:cubicBezTo>
                  <a:cubicBezTo>
                    <a:pt x="10208" y="40221"/>
                    <a:pt x="9975" y="40588"/>
                    <a:pt x="9741" y="40922"/>
                  </a:cubicBezTo>
                  <a:cubicBezTo>
                    <a:pt x="9341" y="41622"/>
                    <a:pt x="9007" y="42323"/>
                    <a:pt x="8640" y="42957"/>
                  </a:cubicBezTo>
                  <a:cubicBezTo>
                    <a:pt x="8407" y="43257"/>
                    <a:pt x="8207" y="43557"/>
                    <a:pt x="7973" y="43724"/>
                  </a:cubicBezTo>
                  <a:cubicBezTo>
                    <a:pt x="7873" y="43791"/>
                    <a:pt x="7673" y="43891"/>
                    <a:pt x="7540" y="43957"/>
                  </a:cubicBezTo>
                  <a:lnTo>
                    <a:pt x="7306" y="44058"/>
                  </a:lnTo>
                  <a:cubicBezTo>
                    <a:pt x="7206" y="44091"/>
                    <a:pt x="7139" y="44091"/>
                    <a:pt x="7039" y="44124"/>
                  </a:cubicBezTo>
                  <a:cubicBezTo>
                    <a:pt x="6644" y="44223"/>
                    <a:pt x="6226" y="44252"/>
                    <a:pt x="5785" y="44252"/>
                  </a:cubicBezTo>
                  <a:cubicBezTo>
                    <a:pt x="5480" y="44252"/>
                    <a:pt x="5165" y="44238"/>
                    <a:pt x="4838" y="44224"/>
                  </a:cubicBezTo>
                  <a:cubicBezTo>
                    <a:pt x="4665" y="44210"/>
                    <a:pt x="4488" y="44202"/>
                    <a:pt x="4308" y="44202"/>
                  </a:cubicBezTo>
                  <a:cubicBezTo>
                    <a:pt x="3652" y="44202"/>
                    <a:pt x="2957" y="44310"/>
                    <a:pt x="2303" y="44625"/>
                  </a:cubicBezTo>
                  <a:cubicBezTo>
                    <a:pt x="1902" y="44825"/>
                    <a:pt x="1569" y="45092"/>
                    <a:pt x="1235" y="45325"/>
                  </a:cubicBezTo>
                  <a:cubicBezTo>
                    <a:pt x="902" y="45625"/>
                    <a:pt x="635" y="45926"/>
                    <a:pt x="368" y="46326"/>
                  </a:cubicBezTo>
                  <a:cubicBezTo>
                    <a:pt x="134" y="46759"/>
                    <a:pt x="1" y="47293"/>
                    <a:pt x="134" y="47794"/>
                  </a:cubicBezTo>
                  <a:cubicBezTo>
                    <a:pt x="234" y="48294"/>
                    <a:pt x="501" y="48661"/>
                    <a:pt x="801" y="48994"/>
                  </a:cubicBezTo>
                  <a:cubicBezTo>
                    <a:pt x="1402" y="49662"/>
                    <a:pt x="2069" y="50095"/>
                    <a:pt x="2803" y="50495"/>
                  </a:cubicBezTo>
                  <a:cubicBezTo>
                    <a:pt x="3503" y="50862"/>
                    <a:pt x="4237" y="51196"/>
                    <a:pt x="4971" y="51563"/>
                  </a:cubicBezTo>
                  <a:cubicBezTo>
                    <a:pt x="7840" y="52797"/>
                    <a:pt x="10875" y="53631"/>
                    <a:pt x="13744" y="54598"/>
                  </a:cubicBezTo>
                  <a:cubicBezTo>
                    <a:pt x="14078" y="54698"/>
                    <a:pt x="14478" y="54832"/>
                    <a:pt x="14811" y="54965"/>
                  </a:cubicBezTo>
                  <a:cubicBezTo>
                    <a:pt x="15012" y="54999"/>
                    <a:pt x="15178" y="55099"/>
                    <a:pt x="15312" y="55165"/>
                  </a:cubicBezTo>
                  <a:lnTo>
                    <a:pt x="15745" y="55466"/>
                  </a:lnTo>
                  <a:cubicBezTo>
                    <a:pt x="16079" y="55666"/>
                    <a:pt x="16413" y="55866"/>
                    <a:pt x="16813" y="55999"/>
                  </a:cubicBezTo>
                  <a:cubicBezTo>
                    <a:pt x="17180" y="56166"/>
                    <a:pt x="17513" y="56333"/>
                    <a:pt x="17880" y="56466"/>
                  </a:cubicBezTo>
                  <a:cubicBezTo>
                    <a:pt x="18214" y="56600"/>
                    <a:pt x="18581" y="56767"/>
                    <a:pt x="18981" y="56833"/>
                  </a:cubicBezTo>
                  <a:cubicBezTo>
                    <a:pt x="19348" y="56933"/>
                    <a:pt x="19715" y="57033"/>
                    <a:pt x="20082" y="57134"/>
                  </a:cubicBezTo>
                  <a:cubicBezTo>
                    <a:pt x="20849" y="57267"/>
                    <a:pt x="21583" y="57434"/>
                    <a:pt x="22350" y="57467"/>
                  </a:cubicBezTo>
                  <a:cubicBezTo>
                    <a:pt x="22717" y="57534"/>
                    <a:pt x="23092" y="57551"/>
                    <a:pt x="23468" y="57551"/>
                  </a:cubicBezTo>
                  <a:cubicBezTo>
                    <a:pt x="23843" y="57551"/>
                    <a:pt x="24218" y="57534"/>
                    <a:pt x="24585" y="57534"/>
                  </a:cubicBezTo>
                  <a:cubicBezTo>
                    <a:pt x="25352" y="57467"/>
                    <a:pt x="26086" y="57434"/>
                    <a:pt x="26787" y="57334"/>
                  </a:cubicBezTo>
                  <a:cubicBezTo>
                    <a:pt x="28254" y="57134"/>
                    <a:pt x="29622" y="56800"/>
                    <a:pt x="31023" y="56500"/>
                  </a:cubicBezTo>
                  <a:cubicBezTo>
                    <a:pt x="32303" y="56219"/>
                    <a:pt x="33583" y="55996"/>
                    <a:pt x="34809" y="55996"/>
                  </a:cubicBezTo>
                  <a:cubicBezTo>
                    <a:pt x="34892" y="55996"/>
                    <a:pt x="34976" y="55997"/>
                    <a:pt x="35059" y="55999"/>
                  </a:cubicBezTo>
                  <a:cubicBezTo>
                    <a:pt x="35726" y="55999"/>
                    <a:pt x="36360" y="56133"/>
                    <a:pt x="36927" y="56333"/>
                  </a:cubicBezTo>
                  <a:cubicBezTo>
                    <a:pt x="37061" y="56366"/>
                    <a:pt x="37227" y="56433"/>
                    <a:pt x="37361" y="56500"/>
                  </a:cubicBezTo>
                  <a:lnTo>
                    <a:pt x="37761" y="56767"/>
                  </a:lnTo>
                  <a:cubicBezTo>
                    <a:pt x="38061" y="56933"/>
                    <a:pt x="38328" y="57100"/>
                    <a:pt x="38595" y="57267"/>
                  </a:cubicBezTo>
                  <a:cubicBezTo>
                    <a:pt x="39696" y="57934"/>
                    <a:pt x="40697" y="58701"/>
                    <a:pt x="41731" y="59469"/>
                  </a:cubicBezTo>
                  <a:cubicBezTo>
                    <a:pt x="42231" y="59835"/>
                    <a:pt x="42765" y="60169"/>
                    <a:pt x="43365" y="60469"/>
                  </a:cubicBezTo>
                  <a:cubicBezTo>
                    <a:pt x="43932" y="60769"/>
                    <a:pt x="44533" y="61003"/>
                    <a:pt x="45100" y="61136"/>
                  </a:cubicBezTo>
                  <a:cubicBezTo>
                    <a:pt x="46301" y="61437"/>
                    <a:pt x="47535" y="61470"/>
                    <a:pt x="48636" y="61470"/>
                  </a:cubicBezTo>
                  <a:cubicBezTo>
                    <a:pt x="49770" y="61470"/>
                    <a:pt x="50871" y="61403"/>
                    <a:pt x="51905" y="61403"/>
                  </a:cubicBezTo>
                  <a:cubicBezTo>
                    <a:pt x="52171" y="61395"/>
                    <a:pt x="52435" y="61390"/>
                    <a:pt x="52697" y="61390"/>
                  </a:cubicBezTo>
                  <a:cubicBezTo>
                    <a:pt x="54471" y="61390"/>
                    <a:pt x="56134" y="61606"/>
                    <a:pt x="57442" y="62304"/>
                  </a:cubicBezTo>
                  <a:cubicBezTo>
                    <a:pt x="58209" y="62671"/>
                    <a:pt x="58843" y="63171"/>
                    <a:pt x="59343" y="63772"/>
                  </a:cubicBezTo>
                  <a:cubicBezTo>
                    <a:pt x="59877" y="64339"/>
                    <a:pt x="60244" y="64972"/>
                    <a:pt x="60611" y="65573"/>
                  </a:cubicBezTo>
                  <a:cubicBezTo>
                    <a:pt x="61345" y="66740"/>
                    <a:pt x="61912" y="67808"/>
                    <a:pt x="62512" y="68608"/>
                  </a:cubicBezTo>
                  <a:cubicBezTo>
                    <a:pt x="63079" y="69409"/>
                    <a:pt x="63580" y="69976"/>
                    <a:pt x="64013" y="70310"/>
                  </a:cubicBezTo>
                  <a:cubicBezTo>
                    <a:pt x="64180" y="70476"/>
                    <a:pt x="64347" y="70610"/>
                    <a:pt x="64447" y="70677"/>
                  </a:cubicBezTo>
                  <a:cubicBezTo>
                    <a:pt x="64580" y="70777"/>
                    <a:pt x="64614" y="70810"/>
                    <a:pt x="64614" y="70810"/>
                  </a:cubicBezTo>
                  <a:cubicBezTo>
                    <a:pt x="65114" y="71110"/>
                    <a:pt x="65581" y="71310"/>
                    <a:pt x="66115" y="71310"/>
                  </a:cubicBezTo>
                  <a:cubicBezTo>
                    <a:pt x="66265" y="71327"/>
                    <a:pt x="66382" y="71335"/>
                    <a:pt x="66461" y="71335"/>
                  </a:cubicBezTo>
                  <a:cubicBezTo>
                    <a:pt x="66540" y="71335"/>
                    <a:pt x="66582" y="71327"/>
                    <a:pt x="66582" y="71310"/>
                  </a:cubicBezTo>
                  <a:cubicBezTo>
                    <a:pt x="66615" y="71277"/>
                    <a:pt x="66515" y="71144"/>
                    <a:pt x="66248" y="71010"/>
                  </a:cubicBezTo>
                  <a:cubicBezTo>
                    <a:pt x="66015" y="70877"/>
                    <a:pt x="65614" y="70677"/>
                    <a:pt x="65181" y="70343"/>
                  </a:cubicBezTo>
                  <a:cubicBezTo>
                    <a:pt x="65181" y="70343"/>
                    <a:pt x="65081" y="70310"/>
                    <a:pt x="65014" y="70210"/>
                  </a:cubicBezTo>
                  <a:cubicBezTo>
                    <a:pt x="64914" y="70176"/>
                    <a:pt x="64747" y="70043"/>
                    <a:pt x="64580" y="69876"/>
                  </a:cubicBezTo>
                  <a:cubicBezTo>
                    <a:pt x="64213" y="69609"/>
                    <a:pt x="63713" y="69042"/>
                    <a:pt x="63179" y="68275"/>
                  </a:cubicBezTo>
                  <a:cubicBezTo>
                    <a:pt x="62579" y="67508"/>
                    <a:pt x="62012" y="66474"/>
                    <a:pt x="61278" y="65273"/>
                  </a:cubicBezTo>
                  <a:cubicBezTo>
                    <a:pt x="60911" y="64639"/>
                    <a:pt x="60511" y="64005"/>
                    <a:pt x="59944" y="63371"/>
                  </a:cubicBezTo>
                  <a:cubicBezTo>
                    <a:pt x="59410" y="62771"/>
                    <a:pt x="58743" y="62170"/>
                    <a:pt x="57909" y="61770"/>
                  </a:cubicBezTo>
                  <a:cubicBezTo>
                    <a:pt x="56241" y="60870"/>
                    <a:pt x="54206" y="60736"/>
                    <a:pt x="52105" y="60736"/>
                  </a:cubicBezTo>
                  <a:cubicBezTo>
                    <a:pt x="51896" y="60730"/>
                    <a:pt x="51685" y="60727"/>
                    <a:pt x="51473" y="60727"/>
                  </a:cubicBezTo>
                  <a:cubicBezTo>
                    <a:pt x="50585" y="60727"/>
                    <a:pt x="49671" y="60774"/>
                    <a:pt x="48746" y="60774"/>
                  </a:cubicBezTo>
                  <a:cubicBezTo>
                    <a:pt x="47671" y="60774"/>
                    <a:pt x="46582" y="60710"/>
                    <a:pt x="45500" y="60436"/>
                  </a:cubicBezTo>
                  <a:cubicBezTo>
                    <a:pt x="44933" y="60269"/>
                    <a:pt x="44399" y="60069"/>
                    <a:pt x="43866" y="59802"/>
                  </a:cubicBezTo>
                  <a:cubicBezTo>
                    <a:pt x="43332" y="59502"/>
                    <a:pt x="42831" y="59168"/>
                    <a:pt x="42331" y="58835"/>
                  </a:cubicBezTo>
                  <a:cubicBezTo>
                    <a:pt x="41330" y="58134"/>
                    <a:pt x="40330" y="57300"/>
                    <a:pt x="39196" y="56600"/>
                  </a:cubicBezTo>
                  <a:cubicBezTo>
                    <a:pt x="38895" y="56400"/>
                    <a:pt x="38595" y="56200"/>
                    <a:pt x="38328" y="56066"/>
                  </a:cubicBezTo>
                  <a:lnTo>
                    <a:pt x="37861" y="55799"/>
                  </a:lnTo>
                  <a:cubicBezTo>
                    <a:pt x="37694" y="55733"/>
                    <a:pt x="37528" y="55666"/>
                    <a:pt x="37361" y="55599"/>
                  </a:cubicBezTo>
                  <a:cubicBezTo>
                    <a:pt x="36694" y="55332"/>
                    <a:pt x="35993" y="55232"/>
                    <a:pt x="35259" y="55232"/>
                  </a:cubicBezTo>
                  <a:cubicBezTo>
                    <a:pt x="35112" y="55225"/>
                    <a:pt x="34965" y="55222"/>
                    <a:pt x="34817" y="55222"/>
                  </a:cubicBezTo>
                  <a:cubicBezTo>
                    <a:pt x="33558" y="55222"/>
                    <a:pt x="32281" y="55464"/>
                    <a:pt x="31056" y="55733"/>
                  </a:cubicBezTo>
                  <a:cubicBezTo>
                    <a:pt x="29689" y="55999"/>
                    <a:pt x="28321" y="56333"/>
                    <a:pt x="26887" y="56500"/>
                  </a:cubicBezTo>
                  <a:cubicBezTo>
                    <a:pt x="26186" y="56600"/>
                    <a:pt x="25486" y="56633"/>
                    <a:pt x="24752" y="56700"/>
                  </a:cubicBezTo>
                  <a:cubicBezTo>
                    <a:pt x="24051" y="56667"/>
                    <a:pt x="23318" y="56700"/>
                    <a:pt x="22584" y="56633"/>
                  </a:cubicBezTo>
                  <a:cubicBezTo>
                    <a:pt x="21850" y="56600"/>
                    <a:pt x="21149" y="56433"/>
                    <a:pt x="20415" y="56300"/>
                  </a:cubicBezTo>
                  <a:cubicBezTo>
                    <a:pt x="20049" y="56166"/>
                    <a:pt x="19715" y="56099"/>
                    <a:pt x="19348" y="55999"/>
                  </a:cubicBezTo>
                  <a:cubicBezTo>
                    <a:pt x="18981" y="55933"/>
                    <a:pt x="18648" y="55799"/>
                    <a:pt x="18314" y="55666"/>
                  </a:cubicBezTo>
                  <a:cubicBezTo>
                    <a:pt x="17980" y="55599"/>
                    <a:pt x="17647" y="55432"/>
                    <a:pt x="17313" y="55266"/>
                  </a:cubicBezTo>
                  <a:cubicBezTo>
                    <a:pt x="16980" y="55132"/>
                    <a:pt x="16679" y="54932"/>
                    <a:pt x="16346" y="54765"/>
                  </a:cubicBezTo>
                  <a:lnTo>
                    <a:pt x="15846" y="54465"/>
                  </a:lnTo>
                  <a:cubicBezTo>
                    <a:pt x="15679" y="54365"/>
                    <a:pt x="15479" y="54298"/>
                    <a:pt x="15312" y="54198"/>
                  </a:cubicBezTo>
                  <a:cubicBezTo>
                    <a:pt x="14978" y="54065"/>
                    <a:pt x="14578" y="53931"/>
                    <a:pt x="14211" y="53798"/>
                  </a:cubicBezTo>
                  <a:cubicBezTo>
                    <a:pt x="11309" y="52797"/>
                    <a:pt x="8307" y="51930"/>
                    <a:pt x="5471" y="50729"/>
                  </a:cubicBezTo>
                  <a:cubicBezTo>
                    <a:pt x="4804" y="50429"/>
                    <a:pt x="4070" y="50095"/>
                    <a:pt x="3403" y="49728"/>
                  </a:cubicBezTo>
                  <a:cubicBezTo>
                    <a:pt x="2803" y="49328"/>
                    <a:pt x="2136" y="48894"/>
                    <a:pt x="1669" y="48394"/>
                  </a:cubicBezTo>
                  <a:cubicBezTo>
                    <a:pt x="1469" y="48094"/>
                    <a:pt x="1235" y="47827"/>
                    <a:pt x="1202" y="47560"/>
                  </a:cubicBezTo>
                  <a:cubicBezTo>
                    <a:pt x="1168" y="47260"/>
                    <a:pt x="1202" y="46960"/>
                    <a:pt x="1369" y="46726"/>
                  </a:cubicBezTo>
                  <a:cubicBezTo>
                    <a:pt x="1669" y="46126"/>
                    <a:pt x="2336" y="45725"/>
                    <a:pt x="2970" y="45325"/>
                  </a:cubicBezTo>
                  <a:cubicBezTo>
                    <a:pt x="3403" y="45121"/>
                    <a:pt x="3953" y="45034"/>
                    <a:pt x="4516" y="45034"/>
                  </a:cubicBezTo>
                  <a:cubicBezTo>
                    <a:pt x="4689" y="45034"/>
                    <a:pt x="4865" y="45042"/>
                    <a:pt x="5038" y="45058"/>
                  </a:cubicBezTo>
                  <a:cubicBezTo>
                    <a:pt x="5328" y="45071"/>
                    <a:pt x="5627" y="45083"/>
                    <a:pt x="5935" y="45083"/>
                  </a:cubicBezTo>
                  <a:cubicBezTo>
                    <a:pt x="6440" y="45083"/>
                    <a:pt x="6967" y="45049"/>
                    <a:pt x="7506" y="44925"/>
                  </a:cubicBezTo>
                  <a:cubicBezTo>
                    <a:pt x="7640" y="44925"/>
                    <a:pt x="7706" y="44891"/>
                    <a:pt x="7840" y="44825"/>
                  </a:cubicBezTo>
                  <a:lnTo>
                    <a:pt x="8140" y="44725"/>
                  </a:lnTo>
                  <a:cubicBezTo>
                    <a:pt x="8340" y="44625"/>
                    <a:pt x="8507" y="44491"/>
                    <a:pt x="8707" y="44391"/>
                  </a:cubicBezTo>
                  <a:cubicBezTo>
                    <a:pt x="9074" y="44091"/>
                    <a:pt x="9374" y="43724"/>
                    <a:pt x="9574" y="43390"/>
                  </a:cubicBezTo>
                  <a:cubicBezTo>
                    <a:pt x="10041" y="42657"/>
                    <a:pt x="10342" y="41956"/>
                    <a:pt x="10709" y="41322"/>
                  </a:cubicBezTo>
                  <a:cubicBezTo>
                    <a:pt x="10875" y="41055"/>
                    <a:pt x="11075" y="40755"/>
                    <a:pt x="11342" y="40555"/>
                  </a:cubicBezTo>
                  <a:lnTo>
                    <a:pt x="11709" y="40288"/>
                  </a:lnTo>
                  <a:lnTo>
                    <a:pt x="11909" y="40221"/>
                  </a:lnTo>
                  <a:cubicBezTo>
                    <a:pt x="12009" y="40221"/>
                    <a:pt x="12076" y="40155"/>
                    <a:pt x="12176" y="40155"/>
                  </a:cubicBezTo>
                  <a:cubicBezTo>
                    <a:pt x="12394" y="40100"/>
                    <a:pt x="12611" y="40074"/>
                    <a:pt x="12827" y="40074"/>
                  </a:cubicBezTo>
                  <a:cubicBezTo>
                    <a:pt x="13275" y="40074"/>
                    <a:pt x="13717" y="40186"/>
                    <a:pt x="14144" y="40388"/>
                  </a:cubicBezTo>
                  <a:cubicBezTo>
                    <a:pt x="15379" y="40955"/>
                    <a:pt x="16379" y="42223"/>
                    <a:pt x="17747" y="43057"/>
                  </a:cubicBezTo>
                  <a:cubicBezTo>
                    <a:pt x="18414" y="43457"/>
                    <a:pt x="19215" y="43791"/>
                    <a:pt x="20082" y="43824"/>
                  </a:cubicBezTo>
                  <a:cubicBezTo>
                    <a:pt x="20916" y="43791"/>
                    <a:pt x="21683" y="43657"/>
                    <a:pt x="22484" y="43424"/>
                  </a:cubicBezTo>
                  <a:cubicBezTo>
                    <a:pt x="23217" y="43157"/>
                    <a:pt x="23918" y="42723"/>
                    <a:pt x="24518" y="42156"/>
                  </a:cubicBezTo>
                  <a:cubicBezTo>
                    <a:pt x="25085" y="41656"/>
                    <a:pt x="25586" y="40989"/>
                    <a:pt x="25986" y="40355"/>
                  </a:cubicBezTo>
                  <a:cubicBezTo>
                    <a:pt x="26753" y="39087"/>
                    <a:pt x="27254" y="37720"/>
                    <a:pt x="27854" y="36452"/>
                  </a:cubicBezTo>
                  <a:cubicBezTo>
                    <a:pt x="28421" y="35151"/>
                    <a:pt x="29055" y="33950"/>
                    <a:pt x="29989" y="33083"/>
                  </a:cubicBezTo>
                  <a:cubicBezTo>
                    <a:pt x="30423" y="32616"/>
                    <a:pt x="30990" y="32282"/>
                    <a:pt x="31557" y="32016"/>
                  </a:cubicBezTo>
                  <a:cubicBezTo>
                    <a:pt x="32157" y="31782"/>
                    <a:pt x="32758" y="31649"/>
                    <a:pt x="33425" y="31615"/>
                  </a:cubicBezTo>
                  <a:cubicBezTo>
                    <a:pt x="33647" y="31615"/>
                    <a:pt x="33870" y="31600"/>
                    <a:pt x="34092" y="31600"/>
                  </a:cubicBezTo>
                  <a:cubicBezTo>
                    <a:pt x="34203" y="31600"/>
                    <a:pt x="34314" y="31604"/>
                    <a:pt x="34425" y="31615"/>
                  </a:cubicBezTo>
                  <a:lnTo>
                    <a:pt x="34926" y="31649"/>
                  </a:lnTo>
                  <a:lnTo>
                    <a:pt x="35426" y="31749"/>
                  </a:lnTo>
                  <a:cubicBezTo>
                    <a:pt x="35760" y="31782"/>
                    <a:pt x="36093" y="31882"/>
                    <a:pt x="36427" y="31949"/>
                  </a:cubicBezTo>
                  <a:cubicBezTo>
                    <a:pt x="36727" y="32016"/>
                    <a:pt x="37061" y="32149"/>
                    <a:pt x="37394" y="32282"/>
                  </a:cubicBezTo>
                  <a:cubicBezTo>
                    <a:pt x="38729" y="32816"/>
                    <a:pt x="39929" y="33617"/>
                    <a:pt x="41397" y="34217"/>
                  </a:cubicBezTo>
                  <a:cubicBezTo>
                    <a:pt x="42098" y="34484"/>
                    <a:pt x="42898" y="34651"/>
                    <a:pt x="43732" y="34718"/>
                  </a:cubicBezTo>
                  <a:cubicBezTo>
                    <a:pt x="43783" y="34722"/>
                    <a:pt x="43836" y="34724"/>
                    <a:pt x="43889" y="34724"/>
                  </a:cubicBezTo>
                  <a:cubicBezTo>
                    <a:pt x="44219" y="34724"/>
                    <a:pt x="44589" y="34646"/>
                    <a:pt x="44933" y="34617"/>
                  </a:cubicBezTo>
                  <a:cubicBezTo>
                    <a:pt x="45367" y="34551"/>
                    <a:pt x="45734" y="34417"/>
                    <a:pt x="46100" y="34284"/>
                  </a:cubicBezTo>
                  <a:cubicBezTo>
                    <a:pt x="46534" y="34150"/>
                    <a:pt x="46868" y="33950"/>
                    <a:pt x="47235" y="33784"/>
                  </a:cubicBezTo>
                  <a:cubicBezTo>
                    <a:pt x="47568" y="33583"/>
                    <a:pt x="47902" y="33383"/>
                    <a:pt x="48235" y="33116"/>
                  </a:cubicBezTo>
                  <a:cubicBezTo>
                    <a:pt x="48869" y="32616"/>
                    <a:pt x="49436" y="32082"/>
                    <a:pt x="49937" y="31449"/>
                  </a:cubicBezTo>
                  <a:cubicBezTo>
                    <a:pt x="50937" y="30214"/>
                    <a:pt x="51738" y="28813"/>
                    <a:pt x="52438" y="27446"/>
                  </a:cubicBezTo>
                  <a:cubicBezTo>
                    <a:pt x="52839" y="26778"/>
                    <a:pt x="53172" y="26078"/>
                    <a:pt x="53539" y="25411"/>
                  </a:cubicBezTo>
                  <a:cubicBezTo>
                    <a:pt x="53906" y="24777"/>
                    <a:pt x="54273" y="24110"/>
                    <a:pt x="54773" y="23543"/>
                  </a:cubicBezTo>
                  <a:cubicBezTo>
                    <a:pt x="55240" y="22942"/>
                    <a:pt x="55741" y="22375"/>
                    <a:pt x="56341" y="21875"/>
                  </a:cubicBezTo>
                  <a:cubicBezTo>
                    <a:pt x="56875" y="21375"/>
                    <a:pt x="57509" y="20908"/>
                    <a:pt x="58109" y="20474"/>
                  </a:cubicBezTo>
                  <a:cubicBezTo>
                    <a:pt x="59377" y="19640"/>
                    <a:pt x="60778" y="19040"/>
                    <a:pt x="62245" y="18473"/>
                  </a:cubicBezTo>
                  <a:cubicBezTo>
                    <a:pt x="63713" y="17939"/>
                    <a:pt x="65214" y="17539"/>
                    <a:pt x="66715" y="17072"/>
                  </a:cubicBezTo>
                  <a:cubicBezTo>
                    <a:pt x="68216" y="16605"/>
                    <a:pt x="69717" y="16104"/>
                    <a:pt x="71085" y="15204"/>
                  </a:cubicBezTo>
                  <a:lnTo>
                    <a:pt x="71585" y="14803"/>
                  </a:lnTo>
                  <a:cubicBezTo>
                    <a:pt x="71752" y="14703"/>
                    <a:pt x="71919" y="14536"/>
                    <a:pt x="72052" y="14403"/>
                  </a:cubicBezTo>
                  <a:lnTo>
                    <a:pt x="72886" y="13569"/>
                  </a:lnTo>
                  <a:cubicBezTo>
                    <a:pt x="73420" y="13035"/>
                    <a:pt x="73920" y="12435"/>
                    <a:pt x="74454" y="11901"/>
                  </a:cubicBezTo>
                  <a:cubicBezTo>
                    <a:pt x="74954" y="11367"/>
                    <a:pt x="75521" y="10767"/>
                    <a:pt x="76055" y="10267"/>
                  </a:cubicBezTo>
                  <a:cubicBezTo>
                    <a:pt x="76589" y="9733"/>
                    <a:pt x="77189" y="9266"/>
                    <a:pt x="77756" y="8866"/>
                  </a:cubicBezTo>
                  <a:cubicBezTo>
                    <a:pt x="78357" y="8465"/>
                    <a:pt x="79024" y="8132"/>
                    <a:pt x="79691" y="7932"/>
                  </a:cubicBezTo>
                  <a:cubicBezTo>
                    <a:pt x="80358" y="7732"/>
                    <a:pt x="81059" y="7598"/>
                    <a:pt x="81759" y="7565"/>
                  </a:cubicBezTo>
                  <a:lnTo>
                    <a:pt x="82893" y="7431"/>
                  </a:lnTo>
                  <a:lnTo>
                    <a:pt x="84028" y="7198"/>
                  </a:lnTo>
                  <a:cubicBezTo>
                    <a:pt x="84728" y="6931"/>
                    <a:pt x="85429" y="6697"/>
                    <a:pt x="86096" y="6297"/>
                  </a:cubicBezTo>
                  <a:cubicBezTo>
                    <a:pt x="87430" y="5597"/>
                    <a:pt x="88564" y="4729"/>
                    <a:pt x="89732" y="3929"/>
                  </a:cubicBezTo>
                  <a:cubicBezTo>
                    <a:pt x="90866" y="3095"/>
                    <a:pt x="92033" y="2394"/>
                    <a:pt x="93234" y="1861"/>
                  </a:cubicBezTo>
                  <a:cubicBezTo>
                    <a:pt x="94435" y="1294"/>
                    <a:pt x="95703" y="1060"/>
                    <a:pt x="96970" y="893"/>
                  </a:cubicBezTo>
                  <a:cubicBezTo>
                    <a:pt x="97435" y="834"/>
                    <a:pt x="97895" y="804"/>
                    <a:pt x="98348" y="804"/>
                  </a:cubicBezTo>
                  <a:cubicBezTo>
                    <a:pt x="99164" y="804"/>
                    <a:pt x="99956" y="900"/>
                    <a:pt x="100706" y="1093"/>
                  </a:cubicBezTo>
                  <a:cubicBezTo>
                    <a:pt x="101874" y="1394"/>
                    <a:pt x="102974" y="1861"/>
                    <a:pt x="104075" y="2361"/>
                  </a:cubicBezTo>
                  <a:cubicBezTo>
                    <a:pt x="105143" y="2861"/>
                    <a:pt x="106210" y="3362"/>
                    <a:pt x="107278" y="3762"/>
                  </a:cubicBezTo>
                  <a:cubicBezTo>
                    <a:pt x="107811" y="3962"/>
                    <a:pt x="108312" y="4196"/>
                    <a:pt x="108879" y="4296"/>
                  </a:cubicBezTo>
                  <a:cubicBezTo>
                    <a:pt x="109112" y="4396"/>
                    <a:pt x="109412" y="4429"/>
                    <a:pt x="109646" y="4529"/>
                  </a:cubicBezTo>
                  <a:cubicBezTo>
                    <a:pt x="109913" y="4563"/>
                    <a:pt x="110213" y="4596"/>
                    <a:pt x="110446" y="4629"/>
                  </a:cubicBezTo>
                  <a:cubicBezTo>
                    <a:pt x="111215" y="4748"/>
                    <a:pt x="111959" y="4790"/>
                    <a:pt x="112676" y="4790"/>
                  </a:cubicBezTo>
                  <a:cubicBezTo>
                    <a:pt x="113981" y="4790"/>
                    <a:pt x="115198" y="4649"/>
                    <a:pt x="116317" y="4563"/>
                  </a:cubicBezTo>
                  <a:cubicBezTo>
                    <a:pt x="116784" y="4529"/>
                    <a:pt x="117218" y="4463"/>
                    <a:pt x="117618" y="4429"/>
                  </a:cubicBezTo>
                  <a:cubicBezTo>
                    <a:pt x="118052" y="4396"/>
                    <a:pt x="118452" y="4362"/>
                    <a:pt x="118819" y="4296"/>
                  </a:cubicBezTo>
                  <a:cubicBezTo>
                    <a:pt x="119100" y="4284"/>
                    <a:pt x="119376" y="4276"/>
                    <a:pt x="119646" y="4276"/>
                  </a:cubicBezTo>
                  <a:cubicBezTo>
                    <a:pt x="120115" y="4276"/>
                    <a:pt x="120564" y="4299"/>
                    <a:pt x="120987" y="4362"/>
                  </a:cubicBezTo>
                  <a:cubicBezTo>
                    <a:pt x="122388" y="4529"/>
                    <a:pt x="123456" y="4963"/>
                    <a:pt x="124223" y="5530"/>
                  </a:cubicBezTo>
                  <a:cubicBezTo>
                    <a:pt x="124957" y="6064"/>
                    <a:pt x="125424" y="6631"/>
                    <a:pt x="125724" y="7031"/>
                  </a:cubicBezTo>
                  <a:cubicBezTo>
                    <a:pt x="125991" y="7431"/>
                    <a:pt x="126124" y="7631"/>
                    <a:pt x="126124" y="7631"/>
                  </a:cubicBezTo>
                  <a:cubicBezTo>
                    <a:pt x="126258" y="7898"/>
                    <a:pt x="126391" y="8098"/>
                    <a:pt x="126491" y="8265"/>
                  </a:cubicBezTo>
                  <a:cubicBezTo>
                    <a:pt x="126591" y="8432"/>
                    <a:pt x="126658" y="8599"/>
                    <a:pt x="126758" y="8732"/>
                  </a:cubicBezTo>
                  <a:cubicBezTo>
                    <a:pt x="126925" y="8966"/>
                    <a:pt x="127058" y="9066"/>
                    <a:pt x="127092" y="9066"/>
                  </a:cubicBezTo>
                  <a:cubicBezTo>
                    <a:pt x="127158" y="9032"/>
                    <a:pt x="127158" y="8899"/>
                    <a:pt x="127092" y="8599"/>
                  </a:cubicBezTo>
                  <a:cubicBezTo>
                    <a:pt x="127058" y="8432"/>
                    <a:pt x="126992" y="8265"/>
                    <a:pt x="126925" y="8065"/>
                  </a:cubicBezTo>
                  <a:cubicBezTo>
                    <a:pt x="126825" y="7865"/>
                    <a:pt x="126725" y="7598"/>
                    <a:pt x="126591" y="7365"/>
                  </a:cubicBezTo>
                  <a:cubicBezTo>
                    <a:pt x="126591" y="7365"/>
                    <a:pt x="126458" y="7131"/>
                    <a:pt x="126158" y="6697"/>
                  </a:cubicBezTo>
                  <a:cubicBezTo>
                    <a:pt x="125824" y="6264"/>
                    <a:pt x="125390" y="5597"/>
                    <a:pt x="124557" y="5030"/>
                  </a:cubicBezTo>
                  <a:cubicBezTo>
                    <a:pt x="123723" y="4429"/>
                    <a:pt x="122555" y="3895"/>
                    <a:pt x="121121" y="3729"/>
                  </a:cubicBezTo>
                  <a:cubicBezTo>
                    <a:pt x="120654" y="3640"/>
                    <a:pt x="120142" y="3610"/>
                    <a:pt x="119616" y="3610"/>
                  </a:cubicBezTo>
                  <a:cubicBezTo>
                    <a:pt x="119353" y="3610"/>
                    <a:pt x="119086" y="3617"/>
                    <a:pt x="118819" y="3629"/>
                  </a:cubicBezTo>
                  <a:lnTo>
                    <a:pt x="117585" y="3762"/>
                  </a:lnTo>
                  <a:cubicBezTo>
                    <a:pt x="117151" y="3795"/>
                    <a:pt x="116751" y="3862"/>
                    <a:pt x="116284" y="3895"/>
                  </a:cubicBezTo>
                  <a:cubicBezTo>
                    <a:pt x="115206" y="3978"/>
                    <a:pt x="114050" y="4100"/>
                    <a:pt x="112841" y="4100"/>
                  </a:cubicBezTo>
                  <a:cubicBezTo>
                    <a:pt x="112105" y="4100"/>
                    <a:pt x="111350" y="4055"/>
                    <a:pt x="110580" y="3929"/>
                  </a:cubicBezTo>
                  <a:cubicBezTo>
                    <a:pt x="108545" y="3629"/>
                    <a:pt x="106544" y="2628"/>
                    <a:pt x="104375" y="1627"/>
                  </a:cubicBezTo>
                  <a:cubicBezTo>
                    <a:pt x="103275" y="1127"/>
                    <a:pt x="102141" y="593"/>
                    <a:pt x="100906" y="293"/>
                  </a:cubicBezTo>
                  <a:cubicBezTo>
                    <a:pt x="100017" y="106"/>
                    <a:pt x="99095" y="1"/>
                    <a:pt x="981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94" name="Google Shape;2494;p21"/>
            <p:cNvSpPr/>
            <p:nvPr/>
          </p:nvSpPr>
          <p:spPr>
            <a:xfrm>
              <a:off x="3247500" y="3562475"/>
              <a:ext cx="3218225" cy="2001150"/>
            </a:xfrm>
            <a:custGeom>
              <a:avLst/>
              <a:gdLst/>
              <a:ahLst/>
              <a:cxnLst/>
              <a:rect l="l" t="t" r="r" b="b"/>
              <a:pathLst>
                <a:path w="128729" h="80046" extrusionOk="0">
                  <a:moveTo>
                    <a:pt x="105098" y="0"/>
                  </a:moveTo>
                  <a:cubicBezTo>
                    <a:pt x="104528" y="0"/>
                    <a:pt x="103947" y="42"/>
                    <a:pt x="103374" y="121"/>
                  </a:cubicBezTo>
                  <a:cubicBezTo>
                    <a:pt x="102173" y="288"/>
                    <a:pt x="100972" y="622"/>
                    <a:pt x="99738" y="1089"/>
                  </a:cubicBezTo>
                  <a:cubicBezTo>
                    <a:pt x="98537" y="1522"/>
                    <a:pt x="97370" y="2156"/>
                    <a:pt x="96202" y="2823"/>
                  </a:cubicBezTo>
                  <a:cubicBezTo>
                    <a:pt x="93867" y="4191"/>
                    <a:pt x="91832" y="6126"/>
                    <a:pt x="89230" y="7293"/>
                  </a:cubicBezTo>
                  <a:cubicBezTo>
                    <a:pt x="87963" y="7827"/>
                    <a:pt x="86562" y="8194"/>
                    <a:pt x="85128" y="8361"/>
                  </a:cubicBezTo>
                  <a:cubicBezTo>
                    <a:pt x="84360" y="8461"/>
                    <a:pt x="83660" y="8527"/>
                    <a:pt x="82893" y="8594"/>
                  </a:cubicBezTo>
                  <a:cubicBezTo>
                    <a:pt x="82526" y="8627"/>
                    <a:pt x="82159" y="8661"/>
                    <a:pt x="81792" y="8661"/>
                  </a:cubicBezTo>
                  <a:cubicBezTo>
                    <a:pt x="81392" y="8661"/>
                    <a:pt x="81025" y="8694"/>
                    <a:pt x="80658" y="8761"/>
                  </a:cubicBezTo>
                  <a:cubicBezTo>
                    <a:pt x="79890" y="8828"/>
                    <a:pt x="79157" y="9028"/>
                    <a:pt x="78389" y="9261"/>
                  </a:cubicBezTo>
                  <a:cubicBezTo>
                    <a:pt x="77689" y="9495"/>
                    <a:pt x="76955" y="9795"/>
                    <a:pt x="76288" y="10162"/>
                  </a:cubicBezTo>
                  <a:cubicBezTo>
                    <a:pt x="74887" y="10862"/>
                    <a:pt x="73653" y="11830"/>
                    <a:pt x="72452" y="12830"/>
                  </a:cubicBezTo>
                  <a:cubicBezTo>
                    <a:pt x="71218" y="13831"/>
                    <a:pt x="70117" y="14965"/>
                    <a:pt x="68849" y="15866"/>
                  </a:cubicBezTo>
                  <a:cubicBezTo>
                    <a:pt x="67615" y="16833"/>
                    <a:pt x="66214" y="17600"/>
                    <a:pt x="64813" y="18301"/>
                  </a:cubicBezTo>
                  <a:cubicBezTo>
                    <a:pt x="63379" y="19001"/>
                    <a:pt x="61944" y="19635"/>
                    <a:pt x="60510" y="20436"/>
                  </a:cubicBezTo>
                  <a:cubicBezTo>
                    <a:pt x="59109" y="21203"/>
                    <a:pt x="57808" y="22170"/>
                    <a:pt x="56707" y="23438"/>
                  </a:cubicBezTo>
                  <a:cubicBezTo>
                    <a:pt x="54539" y="25940"/>
                    <a:pt x="53705" y="29142"/>
                    <a:pt x="52137" y="31811"/>
                  </a:cubicBezTo>
                  <a:cubicBezTo>
                    <a:pt x="51770" y="32478"/>
                    <a:pt x="51303" y="33112"/>
                    <a:pt x="50703" y="33612"/>
                  </a:cubicBezTo>
                  <a:cubicBezTo>
                    <a:pt x="50169" y="34112"/>
                    <a:pt x="49469" y="34446"/>
                    <a:pt x="48768" y="34613"/>
                  </a:cubicBezTo>
                  <a:cubicBezTo>
                    <a:pt x="48363" y="34701"/>
                    <a:pt x="47968" y="34742"/>
                    <a:pt x="47571" y="34742"/>
                  </a:cubicBezTo>
                  <a:cubicBezTo>
                    <a:pt x="47217" y="34742"/>
                    <a:pt x="46862" y="34709"/>
                    <a:pt x="46500" y="34646"/>
                  </a:cubicBezTo>
                  <a:cubicBezTo>
                    <a:pt x="45766" y="34513"/>
                    <a:pt x="45032" y="34279"/>
                    <a:pt x="44298" y="34046"/>
                  </a:cubicBezTo>
                  <a:cubicBezTo>
                    <a:pt x="42831" y="33612"/>
                    <a:pt x="41430" y="33011"/>
                    <a:pt x="39962" y="32544"/>
                  </a:cubicBezTo>
                  <a:cubicBezTo>
                    <a:pt x="39195" y="32311"/>
                    <a:pt x="38461" y="32144"/>
                    <a:pt x="37694" y="32011"/>
                  </a:cubicBezTo>
                  <a:lnTo>
                    <a:pt x="37127" y="31977"/>
                  </a:lnTo>
                  <a:lnTo>
                    <a:pt x="36826" y="31944"/>
                  </a:lnTo>
                  <a:lnTo>
                    <a:pt x="36526" y="31944"/>
                  </a:lnTo>
                  <a:lnTo>
                    <a:pt x="35959" y="31977"/>
                  </a:lnTo>
                  <a:cubicBezTo>
                    <a:pt x="35759" y="31977"/>
                    <a:pt x="35592" y="32011"/>
                    <a:pt x="35359" y="32044"/>
                  </a:cubicBezTo>
                  <a:cubicBezTo>
                    <a:pt x="34992" y="32111"/>
                    <a:pt x="34658" y="32278"/>
                    <a:pt x="34291" y="32378"/>
                  </a:cubicBezTo>
                  <a:cubicBezTo>
                    <a:pt x="34124" y="32444"/>
                    <a:pt x="33958" y="32544"/>
                    <a:pt x="33791" y="32645"/>
                  </a:cubicBezTo>
                  <a:lnTo>
                    <a:pt x="33291" y="32945"/>
                  </a:lnTo>
                  <a:cubicBezTo>
                    <a:pt x="32957" y="33145"/>
                    <a:pt x="32657" y="33378"/>
                    <a:pt x="32357" y="33612"/>
                  </a:cubicBezTo>
                  <a:cubicBezTo>
                    <a:pt x="32090" y="33845"/>
                    <a:pt x="31823" y="34146"/>
                    <a:pt x="31589" y="34379"/>
                  </a:cubicBezTo>
                  <a:cubicBezTo>
                    <a:pt x="31289" y="34646"/>
                    <a:pt x="31122" y="34946"/>
                    <a:pt x="30855" y="35213"/>
                  </a:cubicBezTo>
                  <a:lnTo>
                    <a:pt x="30522" y="35647"/>
                  </a:lnTo>
                  <a:lnTo>
                    <a:pt x="30255" y="36147"/>
                  </a:lnTo>
                  <a:cubicBezTo>
                    <a:pt x="29955" y="36814"/>
                    <a:pt x="29688" y="37515"/>
                    <a:pt x="29521" y="38182"/>
                  </a:cubicBezTo>
                  <a:cubicBezTo>
                    <a:pt x="29154" y="39516"/>
                    <a:pt x="28987" y="40951"/>
                    <a:pt x="28354" y="42185"/>
                  </a:cubicBezTo>
                  <a:cubicBezTo>
                    <a:pt x="28287" y="42352"/>
                    <a:pt x="28187" y="42518"/>
                    <a:pt x="28120" y="42652"/>
                  </a:cubicBezTo>
                  <a:cubicBezTo>
                    <a:pt x="28020" y="42819"/>
                    <a:pt x="27953" y="42952"/>
                    <a:pt x="27820" y="43052"/>
                  </a:cubicBezTo>
                  <a:cubicBezTo>
                    <a:pt x="27753" y="43185"/>
                    <a:pt x="27586" y="43286"/>
                    <a:pt x="27453" y="43386"/>
                  </a:cubicBezTo>
                  <a:cubicBezTo>
                    <a:pt x="27320" y="43519"/>
                    <a:pt x="27186" y="43652"/>
                    <a:pt x="27019" y="43719"/>
                  </a:cubicBezTo>
                  <a:cubicBezTo>
                    <a:pt x="26546" y="44104"/>
                    <a:pt x="25968" y="44331"/>
                    <a:pt x="25378" y="44331"/>
                  </a:cubicBezTo>
                  <a:cubicBezTo>
                    <a:pt x="25303" y="44331"/>
                    <a:pt x="25227" y="44327"/>
                    <a:pt x="25151" y="44320"/>
                  </a:cubicBezTo>
                  <a:cubicBezTo>
                    <a:pt x="24484" y="44220"/>
                    <a:pt x="23850" y="43786"/>
                    <a:pt x="23283" y="43352"/>
                  </a:cubicBezTo>
                  <a:cubicBezTo>
                    <a:pt x="22650" y="42952"/>
                    <a:pt x="22083" y="42452"/>
                    <a:pt x="21315" y="42151"/>
                  </a:cubicBezTo>
                  <a:cubicBezTo>
                    <a:pt x="20581" y="41851"/>
                    <a:pt x="19814" y="41651"/>
                    <a:pt x="19014" y="41618"/>
                  </a:cubicBezTo>
                  <a:cubicBezTo>
                    <a:pt x="18902" y="41608"/>
                    <a:pt x="18789" y="41603"/>
                    <a:pt x="18676" y="41603"/>
                  </a:cubicBezTo>
                  <a:cubicBezTo>
                    <a:pt x="18014" y="41603"/>
                    <a:pt x="17334" y="41766"/>
                    <a:pt x="16679" y="42051"/>
                  </a:cubicBezTo>
                  <a:cubicBezTo>
                    <a:pt x="15945" y="42452"/>
                    <a:pt x="15311" y="42952"/>
                    <a:pt x="14777" y="43519"/>
                  </a:cubicBezTo>
                  <a:cubicBezTo>
                    <a:pt x="14244" y="44119"/>
                    <a:pt x="13777" y="44720"/>
                    <a:pt x="13276" y="45320"/>
                  </a:cubicBezTo>
                  <a:cubicBezTo>
                    <a:pt x="12776" y="45954"/>
                    <a:pt x="12276" y="46521"/>
                    <a:pt x="11675" y="46988"/>
                  </a:cubicBezTo>
                  <a:cubicBezTo>
                    <a:pt x="11108" y="47455"/>
                    <a:pt x="10441" y="47789"/>
                    <a:pt x="9674" y="47855"/>
                  </a:cubicBezTo>
                  <a:cubicBezTo>
                    <a:pt x="9507" y="47889"/>
                    <a:pt x="9340" y="47889"/>
                    <a:pt x="9140" y="47889"/>
                  </a:cubicBezTo>
                  <a:cubicBezTo>
                    <a:pt x="8940" y="47889"/>
                    <a:pt x="8773" y="47889"/>
                    <a:pt x="8573" y="47855"/>
                  </a:cubicBezTo>
                  <a:cubicBezTo>
                    <a:pt x="8173" y="47822"/>
                    <a:pt x="7772" y="47722"/>
                    <a:pt x="7339" y="47722"/>
                  </a:cubicBezTo>
                  <a:cubicBezTo>
                    <a:pt x="7243" y="47718"/>
                    <a:pt x="7146" y="47716"/>
                    <a:pt x="7048" y="47716"/>
                  </a:cubicBezTo>
                  <a:cubicBezTo>
                    <a:pt x="6364" y="47716"/>
                    <a:pt x="5637" y="47818"/>
                    <a:pt x="4937" y="48022"/>
                  </a:cubicBezTo>
                  <a:cubicBezTo>
                    <a:pt x="3336" y="48489"/>
                    <a:pt x="1968" y="49557"/>
                    <a:pt x="1134" y="50991"/>
                  </a:cubicBezTo>
                  <a:cubicBezTo>
                    <a:pt x="300" y="52392"/>
                    <a:pt x="0" y="54127"/>
                    <a:pt x="334" y="55728"/>
                  </a:cubicBezTo>
                  <a:cubicBezTo>
                    <a:pt x="667" y="57362"/>
                    <a:pt x="1635" y="58830"/>
                    <a:pt x="2936" y="59831"/>
                  </a:cubicBezTo>
                  <a:cubicBezTo>
                    <a:pt x="4236" y="60831"/>
                    <a:pt x="5671" y="61532"/>
                    <a:pt x="7139" y="62132"/>
                  </a:cubicBezTo>
                  <a:cubicBezTo>
                    <a:pt x="8606" y="62699"/>
                    <a:pt x="10141" y="63133"/>
                    <a:pt x="11642" y="63533"/>
                  </a:cubicBezTo>
                  <a:cubicBezTo>
                    <a:pt x="14644" y="64367"/>
                    <a:pt x="17646" y="65134"/>
                    <a:pt x="20315" y="66469"/>
                  </a:cubicBezTo>
                  <a:cubicBezTo>
                    <a:pt x="20682" y="66569"/>
                    <a:pt x="21015" y="66736"/>
                    <a:pt x="21349" y="66902"/>
                  </a:cubicBezTo>
                  <a:lnTo>
                    <a:pt x="21849" y="67169"/>
                  </a:lnTo>
                  <a:lnTo>
                    <a:pt x="22416" y="67369"/>
                  </a:lnTo>
                  <a:cubicBezTo>
                    <a:pt x="23117" y="67636"/>
                    <a:pt x="23817" y="67903"/>
                    <a:pt x="24518" y="68070"/>
                  </a:cubicBezTo>
                  <a:cubicBezTo>
                    <a:pt x="24918" y="68203"/>
                    <a:pt x="25251" y="68303"/>
                    <a:pt x="25618" y="68370"/>
                  </a:cubicBezTo>
                  <a:cubicBezTo>
                    <a:pt x="25985" y="68403"/>
                    <a:pt x="26319" y="68504"/>
                    <a:pt x="26686" y="68537"/>
                  </a:cubicBezTo>
                  <a:cubicBezTo>
                    <a:pt x="27420" y="68670"/>
                    <a:pt x="28154" y="68670"/>
                    <a:pt x="28854" y="68737"/>
                  </a:cubicBezTo>
                  <a:cubicBezTo>
                    <a:pt x="29099" y="68759"/>
                    <a:pt x="29340" y="68767"/>
                    <a:pt x="29578" y="68767"/>
                  </a:cubicBezTo>
                  <a:cubicBezTo>
                    <a:pt x="30055" y="68767"/>
                    <a:pt x="30522" y="68737"/>
                    <a:pt x="30989" y="68737"/>
                  </a:cubicBezTo>
                  <a:cubicBezTo>
                    <a:pt x="31689" y="68704"/>
                    <a:pt x="32390" y="68670"/>
                    <a:pt x="33090" y="68570"/>
                  </a:cubicBezTo>
                  <a:cubicBezTo>
                    <a:pt x="34458" y="68370"/>
                    <a:pt x="35792" y="68170"/>
                    <a:pt x="37127" y="68137"/>
                  </a:cubicBezTo>
                  <a:cubicBezTo>
                    <a:pt x="37422" y="68114"/>
                    <a:pt x="37715" y="68104"/>
                    <a:pt x="38007" y="68104"/>
                  </a:cubicBezTo>
                  <a:cubicBezTo>
                    <a:pt x="39032" y="68104"/>
                    <a:pt x="40028" y="68236"/>
                    <a:pt x="40963" y="68470"/>
                  </a:cubicBezTo>
                  <a:cubicBezTo>
                    <a:pt x="42197" y="68737"/>
                    <a:pt x="43331" y="69204"/>
                    <a:pt x="44465" y="69671"/>
                  </a:cubicBezTo>
                  <a:cubicBezTo>
                    <a:pt x="45599" y="70171"/>
                    <a:pt x="46667" y="70638"/>
                    <a:pt x="47768" y="71005"/>
                  </a:cubicBezTo>
                  <a:cubicBezTo>
                    <a:pt x="48301" y="71172"/>
                    <a:pt x="48802" y="71372"/>
                    <a:pt x="49335" y="71539"/>
                  </a:cubicBezTo>
                  <a:cubicBezTo>
                    <a:pt x="49836" y="71706"/>
                    <a:pt x="50369" y="71839"/>
                    <a:pt x="50936" y="71906"/>
                  </a:cubicBezTo>
                  <a:cubicBezTo>
                    <a:pt x="53038" y="72306"/>
                    <a:pt x="55039" y="72206"/>
                    <a:pt x="56841" y="72240"/>
                  </a:cubicBezTo>
                  <a:cubicBezTo>
                    <a:pt x="58642" y="72306"/>
                    <a:pt x="60276" y="72373"/>
                    <a:pt x="61544" y="72973"/>
                  </a:cubicBezTo>
                  <a:cubicBezTo>
                    <a:pt x="62812" y="73507"/>
                    <a:pt x="63612" y="74508"/>
                    <a:pt x="63979" y="75375"/>
                  </a:cubicBezTo>
                  <a:cubicBezTo>
                    <a:pt x="64379" y="76242"/>
                    <a:pt x="64513" y="77010"/>
                    <a:pt x="64613" y="77510"/>
                  </a:cubicBezTo>
                  <a:cubicBezTo>
                    <a:pt x="64646" y="77744"/>
                    <a:pt x="64680" y="77977"/>
                    <a:pt x="64680" y="78077"/>
                  </a:cubicBezTo>
                  <a:lnTo>
                    <a:pt x="64680" y="78311"/>
                  </a:lnTo>
                  <a:cubicBezTo>
                    <a:pt x="64713" y="78577"/>
                    <a:pt x="64780" y="78844"/>
                    <a:pt x="64780" y="79044"/>
                  </a:cubicBezTo>
                  <a:cubicBezTo>
                    <a:pt x="64780" y="79245"/>
                    <a:pt x="64813" y="79411"/>
                    <a:pt x="64813" y="79578"/>
                  </a:cubicBezTo>
                  <a:cubicBezTo>
                    <a:pt x="64813" y="79878"/>
                    <a:pt x="64846" y="80045"/>
                    <a:pt x="64880" y="80045"/>
                  </a:cubicBezTo>
                  <a:cubicBezTo>
                    <a:pt x="64946" y="80045"/>
                    <a:pt x="64980" y="79912"/>
                    <a:pt x="64980" y="79645"/>
                  </a:cubicBezTo>
                  <a:lnTo>
                    <a:pt x="64980" y="79078"/>
                  </a:lnTo>
                  <a:cubicBezTo>
                    <a:pt x="64980" y="78878"/>
                    <a:pt x="64980" y="78577"/>
                    <a:pt x="64946" y="78311"/>
                  </a:cubicBezTo>
                  <a:lnTo>
                    <a:pt x="64946" y="78077"/>
                  </a:lnTo>
                  <a:cubicBezTo>
                    <a:pt x="64946" y="77977"/>
                    <a:pt x="64880" y="77777"/>
                    <a:pt x="64846" y="77510"/>
                  </a:cubicBezTo>
                  <a:cubicBezTo>
                    <a:pt x="64780" y="77010"/>
                    <a:pt x="64646" y="76209"/>
                    <a:pt x="64213" y="75308"/>
                  </a:cubicBezTo>
                  <a:cubicBezTo>
                    <a:pt x="63812" y="74374"/>
                    <a:pt x="62978" y="73307"/>
                    <a:pt x="61644" y="72707"/>
                  </a:cubicBezTo>
                  <a:cubicBezTo>
                    <a:pt x="60310" y="72139"/>
                    <a:pt x="58642" y="72006"/>
                    <a:pt x="56841" y="71973"/>
                  </a:cubicBezTo>
                  <a:cubicBezTo>
                    <a:pt x="55039" y="71906"/>
                    <a:pt x="53038" y="72006"/>
                    <a:pt x="50970" y="71639"/>
                  </a:cubicBezTo>
                  <a:cubicBezTo>
                    <a:pt x="50469" y="71539"/>
                    <a:pt x="49936" y="71406"/>
                    <a:pt x="49435" y="71239"/>
                  </a:cubicBezTo>
                  <a:cubicBezTo>
                    <a:pt x="48868" y="71072"/>
                    <a:pt x="48368" y="70905"/>
                    <a:pt x="47834" y="70705"/>
                  </a:cubicBezTo>
                  <a:cubicBezTo>
                    <a:pt x="46800" y="70305"/>
                    <a:pt x="45699" y="69838"/>
                    <a:pt x="44599" y="69371"/>
                  </a:cubicBezTo>
                  <a:cubicBezTo>
                    <a:pt x="43464" y="68904"/>
                    <a:pt x="42297" y="68403"/>
                    <a:pt x="41029" y="68137"/>
                  </a:cubicBezTo>
                  <a:cubicBezTo>
                    <a:pt x="40033" y="67867"/>
                    <a:pt x="38971" y="67750"/>
                    <a:pt x="37897" y="67750"/>
                  </a:cubicBezTo>
                  <a:cubicBezTo>
                    <a:pt x="37641" y="67750"/>
                    <a:pt x="37384" y="67757"/>
                    <a:pt x="37127" y="67770"/>
                  </a:cubicBezTo>
                  <a:cubicBezTo>
                    <a:pt x="35759" y="67803"/>
                    <a:pt x="34425" y="68003"/>
                    <a:pt x="33024" y="68170"/>
                  </a:cubicBezTo>
                  <a:cubicBezTo>
                    <a:pt x="32323" y="68270"/>
                    <a:pt x="31656" y="68303"/>
                    <a:pt x="30956" y="68337"/>
                  </a:cubicBezTo>
                  <a:cubicBezTo>
                    <a:pt x="30489" y="68337"/>
                    <a:pt x="30007" y="68352"/>
                    <a:pt x="29530" y="68352"/>
                  </a:cubicBezTo>
                  <a:cubicBezTo>
                    <a:pt x="29291" y="68352"/>
                    <a:pt x="29054" y="68348"/>
                    <a:pt x="28821" y="68337"/>
                  </a:cubicBezTo>
                  <a:cubicBezTo>
                    <a:pt x="25985" y="68203"/>
                    <a:pt x="23117" y="67436"/>
                    <a:pt x="20448" y="66102"/>
                  </a:cubicBezTo>
                  <a:cubicBezTo>
                    <a:pt x="17746" y="64701"/>
                    <a:pt x="14677" y="63967"/>
                    <a:pt x="11675" y="63133"/>
                  </a:cubicBezTo>
                  <a:cubicBezTo>
                    <a:pt x="10174" y="62699"/>
                    <a:pt x="8673" y="62299"/>
                    <a:pt x="7239" y="61699"/>
                  </a:cubicBezTo>
                  <a:cubicBezTo>
                    <a:pt x="5771" y="61132"/>
                    <a:pt x="4337" y="60464"/>
                    <a:pt x="3136" y="59464"/>
                  </a:cubicBezTo>
                  <a:cubicBezTo>
                    <a:pt x="1935" y="58496"/>
                    <a:pt x="1001" y="57129"/>
                    <a:pt x="734" y="55628"/>
                  </a:cubicBezTo>
                  <a:cubicBezTo>
                    <a:pt x="400" y="54127"/>
                    <a:pt x="667" y="52492"/>
                    <a:pt x="1468" y="51158"/>
                  </a:cubicBezTo>
                  <a:cubicBezTo>
                    <a:pt x="2235" y="49824"/>
                    <a:pt x="3569" y="48823"/>
                    <a:pt x="5004" y="48423"/>
                  </a:cubicBezTo>
                  <a:cubicBezTo>
                    <a:pt x="5649" y="48226"/>
                    <a:pt x="6319" y="48148"/>
                    <a:pt x="6952" y="48148"/>
                  </a:cubicBezTo>
                  <a:cubicBezTo>
                    <a:pt x="7071" y="48148"/>
                    <a:pt x="7189" y="48150"/>
                    <a:pt x="7305" y="48156"/>
                  </a:cubicBezTo>
                  <a:cubicBezTo>
                    <a:pt x="7739" y="48156"/>
                    <a:pt x="8073" y="48256"/>
                    <a:pt x="8473" y="48289"/>
                  </a:cubicBezTo>
                  <a:cubicBezTo>
                    <a:pt x="8673" y="48322"/>
                    <a:pt x="8906" y="48322"/>
                    <a:pt x="9107" y="48322"/>
                  </a:cubicBezTo>
                  <a:cubicBezTo>
                    <a:pt x="9307" y="48322"/>
                    <a:pt x="9507" y="48322"/>
                    <a:pt x="9740" y="48289"/>
                  </a:cubicBezTo>
                  <a:cubicBezTo>
                    <a:pt x="10574" y="48156"/>
                    <a:pt x="11342" y="47789"/>
                    <a:pt x="11975" y="47288"/>
                  </a:cubicBezTo>
                  <a:cubicBezTo>
                    <a:pt x="12609" y="46788"/>
                    <a:pt x="13143" y="46188"/>
                    <a:pt x="13643" y="45587"/>
                  </a:cubicBezTo>
                  <a:cubicBezTo>
                    <a:pt x="14611" y="44353"/>
                    <a:pt x="15578" y="43085"/>
                    <a:pt x="16912" y="42452"/>
                  </a:cubicBezTo>
                  <a:cubicBezTo>
                    <a:pt x="17467" y="42202"/>
                    <a:pt x="18044" y="42068"/>
                    <a:pt x="18644" y="42068"/>
                  </a:cubicBezTo>
                  <a:cubicBezTo>
                    <a:pt x="18767" y="42068"/>
                    <a:pt x="18890" y="42073"/>
                    <a:pt x="19014" y="42085"/>
                  </a:cubicBezTo>
                  <a:cubicBezTo>
                    <a:pt x="19748" y="42118"/>
                    <a:pt x="20481" y="42318"/>
                    <a:pt x="21149" y="42585"/>
                  </a:cubicBezTo>
                  <a:cubicBezTo>
                    <a:pt x="21816" y="42852"/>
                    <a:pt x="22416" y="43286"/>
                    <a:pt x="23017" y="43753"/>
                  </a:cubicBezTo>
                  <a:cubicBezTo>
                    <a:pt x="23650" y="44186"/>
                    <a:pt x="24284" y="44653"/>
                    <a:pt x="25118" y="44787"/>
                  </a:cubicBezTo>
                  <a:cubicBezTo>
                    <a:pt x="25225" y="44804"/>
                    <a:pt x="25335" y="44813"/>
                    <a:pt x="25445" y="44813"/>
                  </a:cubicBezTo>
                  <a:cubicBezTo>
                    <a:pt x="25746" y="44813"/>
                    <a:pt x="26050" y="44751"/>
                    <a:pt x="26319" y="44653"/>
                  </a:cubicBezTo>
                  <a:cubicBezTo>
                    <a:pt x="26519" y="44553"/>
                    <a:pt x="26686" y="44486"/>
                    <a:pt x="26853" y="44420"/>
                  </a:cubicBezTo>
                  <a:cubicBezTo>
                    <a:pt x="27019" y="44320"/>
                    <a:pt x="27186" y="44186"/>
                    <a:pt x="27353" y="44119"/>
                  </a:cubicBezTo>
                  <a:cubicBezTo>
                    <a:pt x="27520" y="44019"/>
                    <a:pt x="27653" y="43919"/>
                    <a:pt x="27820" y="43786"/>
                  </a:cubicBezTo>
                  <a:cubicBezTo>
                    <a:pt x="27953" y="43686"/>
                    <a:pt x="28120" y="43586"/>
                    <a:pt x="28254" y="43419"/>
                  </a:cubicBezTo>
                  <a:cubicBezTo>
                    <a:pt x="28354" y="43286"/>
                    <a:pt x="28487" y="43119"/>
                    <a:pt x="28587" y="42952"/>
                  </a:cubicBezTo>
                  <a:cubicBezTo>
                    <a:pt x="28687" y="42785"/>
                    <a:pt x="28787" y="42618"/>
                    <a:pt x="28854" y="42452"/>
                  </a:cubicBezTo>
                  <a:cubicBezTo>
                    <a:pt x="29521" y="41084"/>
                    <a:pt x="29688" y="39650"/>
                    <a:pt x="30088" y="38315"/>
                  </a:cubicBezTo>
                  <a:cubicBezTo>
                    <a:pt x="30288" y="37648"/>
                    <a:pt x="30489" y="37014"/>
                    <a:pt x="30789" y="36414"/>
                  </a:cubicBezTo>
                  <a:lnTo>
                    <a:pt x="31022" y="35947"/>
                  </a:lnTo>
                  <a:lnTo>
                    <a:pt x="31356" y="35513"/>
                  </a:lnTo>
                  <a:cubicBezTo>
                    <a:pt x="31589" y="35280"/>
                    <a:pt x="31789" y="34980"/>
                    <a:pt x="32023" y="34746"/>
                  </a:cubicBezTo>
                  <a:cubicBezTo>
                    <a:pt x="32957" y="33679"/>
                    <a:pt x="34158" y="32811"/>
                    <a:pt x="35592" y="32578"/>
                  </a:cubicBezTo>
                  <a:cubicBezTo>
                    <a:pt x="35792" y="32578"/>
                    <a:pt x="35959" y="32511"/>
                    <a:pt x="36126" y="32478"/>
                  </a:cubicBezTo>
                  <a:lnTo>
                    <a:pt x="36660" y="32444"/>
                  </a:lnTo>
                  <a:lnTo>
                    <a:pt x="36926" y="32444"/>
                  </a:lnTo>
                  <a:lnTo>
                    <a:pt x="37160" y="32478"/>
                  </a:lnTo>
                  <a:lnTo>
                    <a:pt x="37727" y="32511"/>
                  </a:lnTo>
                  <a:cubicBezTo>
                    <a:pt x="38461" y="32611"/>
                    <a:pt x="39161" y="32778"/>
                    <a:pt x="39895" y="33011"/>
                  </a:cubicBezTo>
                  <a:cubicBezTo>
                    <a:pt x="41330" y="33478"/>
                    <a:pt x="42764" y="34079"/>
                    <a:pt x="44198" y="34513"/>
                  </a:cubicBezTo>
                  <a:cubicBezTo>
                    <a:pt x="44966" y="34746"/>
                    <a:pt x="45733" y="34980"/>
                    <a:pt x="46500" y="35113"/>
                  </a:cubicBezTo>
                  <a:cubicBezTo>
                    <a:pt x="46878" y="35176"/>
                    <a:pt x="47263" y="35209"/>
                    <a:pt x="47649" y="35209"/>
                  </a:cubicBezTo>
                  <a:cubicBezTo>
                    <a:pt x="48081" y="35209"/>
                    <a:pt x="48512" y="35168"/>
                    <a:pt x="48935" y="35080"/>
                  </a:cubicBezTo>
                  <a:cubicBezTo>
                    <a:pt x="49702" y="34913"/>
                    <a:pt x="50469" y="34479"/>
                    <a:pt x="51103" y="33945"/>
                  </a:cubicBezTo>
                  <a:cubicBezTo>
                    <a:pt x="51670" y="33412"/>
                    <a:pt x="52171" y="32778"/>
                    <a:pt x="52604" y="32077"/>
                  </a:cubicBezTo>
                  <a:cubicBezTo>
                    <a:pt x="53438" y="30676"/>
                    <a:pt x="54005" y="29175"/>
                    <a:pt x="54672" y="27774"/>
                  </a:cubicBezTo>
                  <a:cubicBezTo>
                    <a:pt x="55006" y="27007"/>
                    <a:pt x="55406" y="26340"/>
                    <a:pt x="55773" y="25640"/>
                  </a:cubicBezTo>
                  <a:cubicBezTo>
                    <a:pt x="56174" y="24972"/>
                    <a:pt x="56641" y="24305"/>
                    <a:pt x="57141" y="23705"/>
                  </a:cubicBezTo>
                  <a:cubicBezTo>
                    <a:pt x="58142" y="22571"/>
                    <a:pt x="59443" y="21603"/>
                    <a:pt x="60810" y="20836"/>
                  </a:cubicBezTo>
                  <a:cubicBezTo>
                    <a:pt x="62245" y="20036"/>
                    <a:pt x="63679" y="19435"/>
                    <a:pt x="65113" y="18701"/>
                  </a:cubicBezTo>
                  <a:cubicBezTo>
                    <a:pt x="66581" y="18001"/>
                    <a:pt x="67949" y="17234"/>
                    <a:pt x="69250" y="16266"/>
                  </a:cubicBezTo>
                  <a:cubicBezTo>
                    <a:pt x="70517" y="15299"/>
                    <a:pt x="71618" y="14198"/>
                    <a:pt x="72819" y="13231"/>
                  </a:cubicBezTo>
                  <a:cubicBezTo>
                    <a:pt x="73986" y="12197"/>
                    <a:pt x="75254" y="11296"/>
                    <a:pt x="76588" y="10595"/>
                  </a:cubicBezTo>
                  <a:cubicBezTo>
                    <a:pt x="77255" y="10229"/>
                    <a:pt x="77956" y="9928"/>
                    <a:pt x="78656" y="9661"/>
                  </a:cubicBezTo>
                  <a:cubicBezTo>
                    <a:pt x="79357" y="9461"/>
                    <a:pt x="80091" y="9295"/>
                    <a:pt x="80824" y="9194"/>
                  </a:cubicBezTo>
                  <a:cubicBezTo>
                    <a:pt x="81191" y="9161"/>
                    <a:pt x="81592" y="9128"/>
                    <a:pt x="81959" y="9128"/>
                  </a:cubicBezTo>
                  <a:cubicBezTo>
                    <a:pt x="82326" y="9094"/>
                    <a:pt x="82692" y="9094"/>
                    <a:pt x="83093" y="9061"/>
                  </a:cubicBezTo>
                  <a:cubicBezTo>
                    <a:pt x="83827" y="8994"/>
                    <a:pt x="84527" y="8928"/>
                    <a:pt x="85294" y="8828"/>
                  </a:cubicBezTo>
                  <a:cubicBezTo>
                    <a:pt x="86762" y="8627"/>
                    <a:pt x="88196" y="8294"/>
                    <a:pt x="89531" y="7727"/>
                  </a:cubicBezTo>
                  <a:cubicBezTo>
                    <a:pt x="92199" y="6459"/>
                    <a:pt x="94267" y="4524"/>
                    <a:pt x="96536" y="3190"/>
                  </a:cubicBezTo>
                  <a:cubicBezTo>
                    <a:pt x="97670" y="2490"/>
                    <a:pt x="98837" y="1923"/>
                    <a:pt x="100005" y="1456"/>
                  </a:cubicBezTo>
                  <a:cubicBezTo>
                    <a:pt x="101172" y="989"/>
                    <a:pt x="102340" y="655"/>
                    <a:pt x="103541" y="555"/>
                  </a:cubicBezTo>
                  <a:cubicBezTo>
                    <a:pt x="104092" y="492"/>
                    <a:pt x="104643" y="459"/>
                    <a:pt x="105191" y="459"/>
                  </a:cubicBezTo>
                  <a:cubicBezTo>
                    <a:pt x="105803" y="459"/>
                    <a:pt x="106411" y="500"/>
                    <a:pt x="107010" y="588"/>
                  </a:cubicBezTo>
                  <a:cubicBezTo>
                    <a:pt x="107544" y="622"/>
                    <a:pt x="108111" y="788"/>
                    <a:pt x="108644" y="922"/>
                  </a:cubicBezTo>
                  <a:cubicBezTo>
                    <a:pt x="109178" y="1089"/>
                    <a:pt x="109678" y="1255"/>
                    <a:pt x="110179" y="1422"/>
                  </a:cubicBezTo>
                  <a:cubicBezTo>
                    <a:pt x="112180" y="2156"/>
                    <a:pt x="113848" y="3157"/>
                    <a:pt x="115383" y="4124"/>
                  </a:cubicBezTo>
                  <a:cubicBezTo>
                    <a:pt x="118518" y="5925"/>
                    <a:pt x="121487" y="6493"/>
                    <a:pt x="123455" y="6626"/>
                  </a:cubicBezTo>
                  <a:cubicBezTo>
                    <a:pt x="123855" y="6679"/>
                    <a:pt x="124213" y="6695"/>
                    <a:pt x="124532" y="6695"/>
                  </a:cubicBezTo>
                  <a:cubicBezTo>
                    <a:pt x="125011" y="6695"/>
                    <a:pt x="125403" y="6659"/>
                    <a:pt x="125723" y="6659"/>
                  </a:cubicBezTo>
                  <a:lnTo>
                    <a:pt x="126324" y="6659"/>
                  </a:lnTo>
                  <a:cubicBezTo>
                    <a:pt x="126457" y="6626"/>
                    <a:pt x="126524" y="6626"/>
                    <a:pt x="126524" y="6626"/>
                  </a:cubicBezTo>
                  <a:cubicBezTo>
                    <a:pt x="128354" y="6391"/>
                    <a:pt x="128729" y="6217"/>
                    <a:pt x="127618" y="6217"/>
                  </a:cubicBezTo>
                  <a:cubicBezTo>
                    <a:pt x="127311" y="6217"/>
                    <a:pt x="126891" y="6230"/>
                    <a:pt x="126357" y="6259"/>
                  </a:cubicBezTo>
                  <a:cubicBezTo>
                    <a:pt x="126357" y="6259"/>
                    <a:pt x="126257" y="6292"/>
                    <a:pt x="126157" y="6292"/>
                  </a:cubicBezTo>
                  <a:lnTo>
                    <a:pt x="125556" y="6292"/>
                  </a:lnTo>
                  <a:cubicBezTo>
                    <a:pt x="125271" y="6292"/>
                    <a:pt x="124908" y="6314"/>
                    <a:pt x="124464" y="6314"/>
                  </a:cubicBezTo>
                  <a:cubicBezTo>
                    <a:pt x="124130" y="6314"/>
                    <a:pt x="123750" y="6302"/>
                    <a:pt x="123322" y="6259"/>
                  </a:cubicBezTo>
                  <a:cubicBezTo>
                    <a:pt x="121387" y="6126"/>
                    <a:pt x="118518" y="5525"/>
                    <a:pt x="115383" y="3757"/>
                  </a:cubicBezTo>
                  <a:cubicBezTo>
                    <a:pt x="113848" y="2823"/>
                    <a:pt x="112147" y="1756"/>
                    <a:pt x="110145" y="989"/>
                  </a:cubicBezTo>
                  <a:cubicBezTo>
                    <a:pt x="109645" y="822"/>
                    <a:pt x="109145" y="655"/>
                    <a:pt x="108578" y="488"/>
                  </a:cubicBezTo>
                  <a:cubicBezTo>
                    <a:pt x="108044" y="355"/>
                    <a:pt x="107510" y="188"/>
                    <a:pt x="106910" y="155"/>
                  </a:cubicBezTo>
                  <a:cubicBezTo>
                    <a:pt x="106334" y="50"/>
                    <a:pt x="105722" y="0"/>
                    <a:pt x="105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95" name="Google Shape;2495;p21"/>
            <p:cNvSpPr/>
            <p:nvPr/>
          </p:nvSpPr>
          <p:spPr>
            <a:xfrm>
              <a:off x="4704375" y="4670050"/>
              <a:ext cx="445325" cy="247475"/>
            </a:xfrm>
            <a:custGeom>
              <a:avLst/>
              <a:gdLst/>
              <a:ahLst/>
              <a:cxnLst/>
              <a:rect l="l" t="t" r="r" b="b"/>
              <a:pathLst>
                <a:path w="17813" h="9899" extrusionOk="0">
                  <a:moveTo>
                    <a:pt x="3546" y="0"/>
                  </a:moveTo>
                  <a:cubicBezTo>
                    <a:pt x="2909" y="0"/>
                    <a:pt x="2293" y="245"/>
                    <a:pt x="1868" y="617"/>
                  </a:cubicBezTo>
                  <a:cubicBezTo>
                    <a:pt x="1268" y="1051"/>
                    <a:pt x="967" y="1651"/>
                    <a:pt x="701" y="2151"/>
                  </a:cubicBezTo>
                  <a:cubicBezTo>
                    <a:pt x="467" y="2685"/>
                    <a:pt x="267" y="3152"/>
                    <a:pt x="200" y="3552"/>
                  </a:cubicBezTo>
                  <a:cubicBezTo>
                    <a:pt x="133" y="3986"/>
                    <a:pt x="67" y="4320"/>
                    <a:pt x="33" y="4520"/>
                  </a:cubicBezTo>
                  <a:cubicBezTo>
                    <a:pt x="0" y="4720"/>
                    <a:pt x="0" y="4853"/>
                    <a:pt x="0" y="4853"/>
                  </a:cubicBezTo>
                  <a:cubicBezTo>
                    <a:pt x="0" y="4995"/>
                    <a:pt x="94" y="5071"/>
                    <a:pt x="187" y="5071"/>
                  </a:cubicBezTo>
                  <a:cubicBezTo>
                    <a:pt x="270" y="5071"/>
                    <a:pt x="351" y="5012"/>
                    <a:pt x="367" y="4887"/>
                  </a:cubicBezTo>
                  <a:cubicBezTo>
                    <a:pt x="367" y="4887"/>
                    <a:pt x="367" y="4787"/>
                    <a:pt x="400" y="4553"/>
                  </a:cubicBezTo>
                  <a:cubicBezTo>
                    <a:pt x="467" y="4353"/>
                    <a:pt x="500" y="4019"/>
                    <a:pt x="634" y="3653"/>
                  </a:cubicBezTo>
                  <a:cubicBezTo>
                    <a:pt x="701" y="3286"/>
                    <a:pt x="867" y="2819"/>
                    <a:pt x="1101" y="2352"/>
                  </a:cubicBezTo>
                  <a:cubicBezTo>
                    <a:pt x="1368" y="1885"/>
                    <a:pt x="1701" y="1384"/>
                    <a:pt x="2168" y="1051"/>
                  </a:cubicBezTo>
                  <a:cubicBezTo>
                    <a:pt x="2526" y="795"/>
                    <a:pt x="2962" y="638"/>
                    <a:pt x="3431" y="638"/>
                  </a:cubicBezTo>
                  <a:cubicBezTo>
                    <a:pt x="3574" y="638"/>
                    <a:pt x="3721" y="652"/>
                    <a:pt x="3869" y="684"/>
                  </a:cubicBezTo>
                  <a:cubicBezTo>
                    <a:pt x="4036" y="717"/>
                    <a:pt x="4170" y="784"/>
                    <a:pt x="4336" y="817"/>
                  </a:cubicBezTo>
                  <a:cubicBezTo>
                    <a:pt x="4470" y="817"/>
                    <a:pt x="4470" y="851"/>
                    <a:pt x="4537" y="884"/>
                  </a:cubicBezTo>
                  <a:cubicBezTo>
                    <a:pt x="4570" y="951"/>
                    <a:pt x="4670" y="984"/>
                    <a:pt x="4703" y="1017"/>
                  </a:cubicBezTo>
                  <a:cubicBezTo>
                    <a:pt x="4904" y="1217"/>
                    <a:pt x="5137" y="1518"/>
                    <a:pt x="5270" y="1818"/>
                  </a:cubicBezTo>
                  <a:cubicBezTo>
                    <a:pt x="5504" y="2118"/>
                    <a:pt x="5671" y="2452"/>
                    <a:pt x="5904" y="2785"/>
                  </a:cubicBezTo>
                  <a:cubicBezTo>
                    <a:pt x="6038" y="2885"/>
                    <a:pt x="6171" y="3052"/>
                    <a:pt x="6371" y="3186"/>
                  </a:cubicBezTo>
                  <a:cubicBezTo>
                    <a:pt x="6471" y="3286"/>
                    <a:pt x="6538" y="3286"/>
                    <a:pt x="6671" y="3352"/>
                  </a:cubicBezTo>
                  <a:cubicBezTo>
                    <a:pt x="6838" y="3386"/>
                    <a:pt x="6872" y="3386"/>
                    <a:pt x="7005" y="3452"/>
                  </a:cubicBezTo>
                  <a:lnTo>
                    <a:pt x="7305" y="3486"/>
                  </a:lnTo>
                  <a:lnTo>
                    <a:pt x="7572" y="3486"/>
                  </a:lnTo>
                  <a:cubicBezTo>
                    <a:pt x="7772" y="3486"/>
                    <a:pt x="7939" y="3452"/>
                    <a:pt x="8173" y="3386"/>
                  </a:cubicBezTo>
                  <a:cubicBezTo>
                    <a:pt x="8339" y="3352"/>
                    <a:pt x="8506" y="3286"/>
                    <a:pt x="8673" y="3186"/>
                  </a:cubicBezTo>
                  <a:cubicBezTo>
                    <a:pt x="8840" y="3152"/>
                    <a:pt x="9006" y="3052"/>
                    <a:pt x="9107" y="2985"/>
                  </a:cubicBezTo>
                  <a:cubicBezTo>
                    <a:pt x="9407" y="2852"/>
                    <a:pt x="9674" y="2719"/>
                    <a:pt x="9940" y="2652"/>
                  </a:cubicBezTo>
                  <a:lnTo>
                    <a:pt x="10174" y="2618"/>
                  </a:lnTo>
                  <a:cubicBezTo>
                    <a:pt x="10241" y="2552"/>
                    <a:pt x="10341" y="2552"/>
                    <a:pt x="10407" y="2552"/>
                  </a:cubicBezTo>
                  <a:lnTo>
                    <a:pt x="10874" y="2552"/>
                  </a:lnTo>
                  <a:cubicBezTo>
                    <a:pt x="11041" y="2552"/>
                    <a:pt x="11175" y="2618"/>
                    <a:pt x="11341" y="2618"/>
                  </a:cubicBezTo>
                  <a:cubicBezTo>
                    <a:pt x="11475" y="2652"/>
                    <a:pt x="11642" y="2685"/>
                    <a:pt x="11742" y="2785"/>
                  </a:cubicBezTo>
                  <a:cubicBezTo>
                    <a:pt x="12042" y="2885"/>
                    <a:pt x="12309" y="3119"/>
                    <a:pt x="12509" y="3352"/>
                  </a:cubicBezTo>
                  <a:cubicBezTo>
                    <a:pt x="12909" y="3853"/>
                    <a:pt x="13209" y="4520"/>
                    <a:pt x="13476" y="5154"/>
                  </a:cubicBezTo>
                  <a:cubicBezTo>
                    <a:pt x="13710" y="5787"/>
                    <a:pt x="13910" y="6455"/>
                    <a:pt x="14143" y="7055"/>
                  </a:cubicBezTo>
                  <a:cubicBezTo>
                    <a:pt x="14344" y="7689"/>
                    <a:pt x="14544" y="8289"/>
                    <a:pt x="14877" y="8790"/>
                  </a:cubicBezTo>
                  <a:cubicBezTo>
                    <a:pt x="15211" y="9223"/>
                    <a:pt x="15645" y="9657"/>
                    <a:pt x="16078" y="9790"/>
                  </a:cubicBezTo>
                  <a:cubicBezTo>
                    <a:pt x="16312" y="9874"/>
                    <a:pt x="16512" y="9899"/>
                    <a:pt x="16687" y="9899"/>
                  </a:cubicBezTo>
                  <a:cubicBezTo>
                    <a:pt x="16862" y="9899"/>
                    <a:pt x="17012" y="9874"/>
                    <a:pt x="17146" y="9857"/>
                  </a:cubicBezTo>
                  <a:cubicBezTo>
                    <a:pt x="17379" y="9824"/>
                    <a:pt x="17513" y="9790"/>
                    <a:pt x="17513" y="9790"/>
                  </a:cubicBezTo>
                  <a:cubicBezTo>
                    <a:pt x="17813" y="9657"/>
                    <a:pt x="17679" y="9357"/>
                    <a:pt x="17446" y="9290"/>
                  </a:cubicBezTo>
                  <a:cubicBezTo>
                    <a:pt x="17446" y="9273"/>
                    <a:pt x="17440" y="9267"/>
                    <a:pt x="17427" y="9267"/>
                  </a:cubicBezTo>
                  <a:cubicBezTo>
                    <a:pt x="17387" y="9267"/>
                    <a:pt x="17287" y="9323"/>
                    <a:pt x="17112" y="9323"/>
                  </a:cubicBezTo>
                  <a:cubicBezTo>
                    <a:pt x="17046" y="9334"/>
                    <a:pt x="16968" y="9342"/>
                    <a:pt x="16881" y="9342"/>
                  </a:cubicBezTo>
                  <a:cubicBezTo>
                    <a:pt x="16708" y="9342"/>
                    <a:pt x="16501" y="9312"/>
                    <a:pt x="16278" y="9223"/>
                  </a:cubicBezTo>
                  <a:cubicBezTo>
                    <a:pt x="15945" y="9123"/>
                    <a:pt x="15645" y="8823"/>
                    <a:pt x="15378" y="8356"/>
                  </a:cubicBezTo>
                  <a:cubicBezTo>
                    <a:pt x="15077" y="7889"/>
                    <a:pt x="14911" y="7355"/>
                    <a:pt x="14711" y="6721"/>
                  </a:cubicBezTo>
                  <a:cubicBezTo>
                    <a:pt x="14544" y="6154"/>
                    <a:pt x="14377" y="5454"/>
                    <a:pt x="14110" y="4787"/>
                  </a:cubicBezTo>
                  <a:cubicBezTo>
                    <a:pt x="13877" y="4120"/>
                    <a:pt x="13576" y="3386"/>
                    <a:pt x="13076" y="2785"/>
                  </a:cubicBezTo>
                  <a:cubicBezTo>
                    <a:pt x="12576" y="2151"/>
                    <a:pt x="11742" y="1718"/>
                    <a:pt x="10941" y="1718"/>
                  </a:cubicBezTo>
                  <a:cubicBezTo>
                    <a:pt x="10841" y="1701"/>
                    <a:pt x="10741" y="1693"/>
                    <a:pt x="10645" y="1693"/>
                  </a:cubicBezTo>
                  <a:cubicBezTo>
                    <a:pt x="10549" y="1693"/>
                    <a:pt x="10458" y="1701"/>
                    <a:pt x="10374" y="1718"/>
                  </a:cubicBezTo>
                  <a:cubicBezTo>
                    <a:pt x="10241" y="1785"/>
                    <a:pt x="10174" y="1785"/>
                    <a:pt x="10074" y="1785"/>
                  </a:cubicBezTo>
                  <a:lnTo>
                    <a:pt x="9807" y="1851"/>
                  </a:lnTo>
                  <a:cubicBezTo>
                    <a:pt x="9440" y="1985"/>
                    <a:pt x="9107" y="2151"/>
                    <a:pt x="8840" y="2285"/>
                  </a:cubicBezTo>
                  <a:cubicBezTo>
                    <a:pt x="8394" y="2547"/>
                    <a:pt x="7969" y="2727"/>
                    <a:pt x="7531" y="2727"/>
                  </a:cubicBezTo>
                  <a:cubicBezTo>
                    <a:pt x="7413" y="2727"/>
                    <a:pt x="7293" y="2714"/>
                    <a:pt x="7172" y="2685"/>
                  </a:cubicBezTo>
                  <a:cubicBezTo>
                    <a:pt x="6671" y="2685"/>
                    <a:pt x="6271" y="2051"/>
                    <a:pt x="5904" y="1451"/>
                  </a:cubicBezTo>
                  <a:cubicBezTo>
                    <a:pt x="5704" y="1151"/>
                    <a:pt x="5504" y="817"/>
                    <a:pt x="5170" y="517"/>
                  </a:cubicBezTo>
                  <a:cubicBezTo>
                    <a:pt x="5104" y="450"/>
                    <a:pt x="5004" y="350"/>
                    <a:pt x="4904" y="317"/>
                  </a:cubicBezTo>
                  <a:cubicBezTo>
                    <a:pt x="4837" y="283"/>
                    <a:pt x="4703" y="183"/>
                    <a:pt x="4603" y="183"/>
                  </a:cubicBezTo>
                  <a:cubicBezTo>
                    <a:pt x="4403" y="150"/>
                    <a:pt x="4236" y="117"/>
                    <a:pt x="4036" y="50"/>
                  </a:cubicBezTo>
                  <a:cubicBezTo>
                    <a:pt x="3873" y="16"/>
                    <a:pt x="3709" y="0"/>
                    <a:pt x="35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96" name="Google Shape;2496;p21"/>
            <p:cNvSpPr/>
            <p:nvPr/>
          </p:nvSpPr>
          <p:spPr>
            <a:xfrm>
              <a:off x="5421850" y="4209600"/>
              <a:ext cx="394975" cy="193250"/>
            </a:xfrm>
            <a:custGeom>
              <a:avLst/>
              <a:gdLst/>
              <a:ahLst/>
              <a:cxnLst/>
              <a:rect l="l" t="t" r="r" b="b"/>
              <a:pathLst>
                <a:path w="15799" h="7730" extrusionOk="0">
                  <a:moveTo>
                    <a:pt x="2764" y="0"/>
                  </a:moveTo>
                  <a:cubicBezTo>
                    <a:pt x="2541" y="0"/>
                    <a:pt x="2325" y="26"/>
                    <a:pt x="2123" y="88"/>
                  </a:cubicBezTo>
                  <a:cubicBezTo>
                    <a:pt x="1656" y="222"/>
                    <a:pt x="1222" y="455"/>
                    <a:pt x="989" y="755"/>
                  </a:cubicBezTo>
                  <a:cubicBezTo>
                    <a:pt x="722" y="1055"/>
                    <a:pt x="555" y="1389"/>
                    <a:pt x="455" y="1623"/>
                  </a:cubicBezTo>
                  <a:cubicBezTo>
                    <a:pt x="322" y="1923"/>
                    <a:pt x="222" y="2123"/>
                    <a:pt x="188" y="2323"/>
                  </a:cubicBezTo>
                  <a:cubicBezTo>
                    <a:pt x="55" y="2757"/>
                    <a:pt x="22" y="2957"/>
                    <a:pt x="22" y="2957"/>
                  </a:cubicBezTo>
                  <a:cubicBezTo>
                    <a:pt x="1" y="3081"/>
                    <a:pt x="133" y="3166"/>
                    <a:pt x="245" y="3166"/>
                  </a:cubicBezTo>
                  <a:cubicBezTo>
                    <a:pt x="314" y="3166"/>
                    <a:pt x="376" y="3133"/>
                    <a:pt x="388" y="3057"/>
                  </a:cubicBezTo>
                  <a:cubicBezTo>
                    <a:pt x="388" y="3057"/>
                    <a:pt x="455" y="2823"/>
                    <a:pt x="555" y="2456"/>
                  </a:cubicBezTo>
                  <a:cubicBezTo>
                    <a:pt x="722" y="2090"/>
                    <a:pt x="889" y="1556"/>
                    <a:pt x="1356" y="1089"/>
                  </a:cubicBezTo>
                  <a:cubicBezTo>
                    <a:pt x="1556" y="822"/>
                    <a:pt x="1856" y="655"/>
                    <a:pt x="2223" y="588"/>
                  </a:cubicBezTo>
                  <a:cubicBezTo>
                    <a:pt x="2409" y="542"/>
                    <a:pt x="2595" y="517"/>
                    <a:pt x="2784" y="517"/>
                  </a:cubicBezTo>
                  <a:cubicBezTo>
                    <a:pt x="3002" y="517"/>
                    <a:pt x="3225" y="550"/>
                    <a:pt x="3457" y="622"/>
                  </a:cubicBezTo>
                  <a:lnTo>
                    <a:pt x="3624" y="689"/>
                  </a:lnTo>
                  <a:cubicBezTo>
                    <a:pt x="3624" y="689"/>
                    <a:pt x="3657" y="689"/>
                    <a:pt x="3691" y="722"/>
                  </a:cubicBezTo>
                  <a:cubicBezTo>
                    <a:pt x="3791" y="789"/>
                    <a:pt x="3858" y="855"/>
                    <a:pt x="3958" y="922"/>
                  </a:cubicBezTo>
                  <a:cubicBezTo>
                    <a:pt x="4124" y="1055"/>
                    <a:pt x="4291" y="1256"/>
                    <a:pt x="4458" y="1422"/>
                  </a:cubicBezTo>
                  <a:cubicBezTo>
                    <a:pt x="4792" y="1789"/>
                    <a:pt x="5225" y="2256"/>
                    <a:pt x="5892" y="2390"/>
                  </a:cubicBezTo>
                  <a:lnTo>
                    <a:pt x="5859" y="2390"/>
                  </a:lnTo>
                  <a:cubicBezTo>
                    <a:pt x="5992" y="2423"/>
                    <a:pt x="6193" y="2523"/>
                    <a:pt x="6459" y="2523"/>
                  </a:cubicBezTo>
                  <a:cubicBezTo>
                    <a:pt x="6693" y="2523"/>
                    <a:pt x="6993" y="2456"/>
                    <a:pt x="7293" y="2356"/>
                  </a:cubicBezTo>
                  <a:cubicBezTo>
                    <a:pt x="7860" y="2123"/>
                    <a:pt x="8361" y="1756"/>
                    <a:pt x="8828" y="1623"/>
                  </a:cubicBezTo>
                  <a:cubicBezTo>
                    <a:pt x="8895" y="1623"/>
                    <a:pt x="8961" y="1589"/>
                    <a:pt x="8995" y="1589"/>
                  </a:cubicBezTo>
                  <a:lnTo>
                    <a:pt x="9128" y="1589"/>
                  </a:lnTo>
                  <a:cubicBezTo>
                    <a:pt x="9228" y="1623"/>
                    <a:pt x="9362" y="1623"/>
                    <a:pt x="9495" y="1689"/>
                  </a:cubicBezTo>
                  <a:cubicBezTo>
                    <a:pt x="9728" y="1756"/>
                    <a:pt x="9995" y="1789"/>
                    <a:pt x="10129" y="1956"/>
                  </a:cubicBezTo>
                  <a:cubicBezTo>
                    <a:pt x="10462" y="2223"/>
                    <a:pt x="10396" y="2790"/>
                    <a:pt x="10362" y="3424"/>
                  </a:cubicBezTo>
                  <a:cubicBezTo>
                    <a:pt x="10362" y="3724"/>
                    <a:pt x="10362" y="4058"/>
                    <a:pt x="10396" y="4391"/>
                  </a:cubicBezTo>
                  <a:cubicBezTo>
                    <a:pt x="10462" y="4725"/>
                    <a:pt x="10529" y="5058"/>
                    <a:pt x="10696" y="5359"/>
                  </a:cubicBezTo>
                  <a:cubicBezTo>
                    <a:pt x="11029" y="5926"/>
                    <a:pt x="11463" y="6359"/>
                    <a:pt x="11897" y="6726"/>
                  </a:cubicBezTo>
                  <a:cubicBezTo>
                    <a:pt x="12667" y="7325"/>
                    <a:pt x="13511" y="7729"/>
                    <a:pt x="14219" y="7729"/>
                  </a:cubicBezTo>
                  <a:cubicBezTo>
                    <a:pt x="14338" y="7729"/>
                    <a:pt x="14454" y="7718"/>
                    <a:pt x="14565" y="7694"/>
                  </a:cubicBezTo>
                  <a:cubicBezTo>
                    <a:pt x="14799" y="7694"/>
                    <a:pt x="14932" y="7593"/>
                    <a:pt x="15066" y="7560"/>
                  </a:cubicBezTo>
                  <a:cubicBezTo>
                    <a:pt x="15199" y="7460"/>
                    <a:pt x="15332" y="7393"/>
                    <a:pt x="15399" y="7360"/>
                  </a:cubicBezTo>
                  <a:cubicBezTo>
                    <a:pt x="15566" y="7227"/>
                    <a:pt x="15666" y="7126"/>
                    <a:pt x="15666" y="7126"/>
                  </a:cubicBezTo>
                  <a:cubicBezTo>
                    <a:pt x="15798" y="6968"/>
                    <a:pt x="15658" y="6830"/>
                    <a:pt x="15477" y="6830"/>
                  </a:cubicBezTo>
                  <a:cubicBezTo>
                    <a:pt x="15430" y="6830"/>
                    <a:pt x="15381" y="6839"/>
                    <a:pt x="15332" y="6860"/>
                  </a:cubicBezTo>
                  <a:cubicBezTo>
                    <a:pt x="15332" y="6860"/>
                    <a:pt x="15066" y="7193"/>
                    <a:pt x="14465" y="7260"/>
                  </a:cubicBezTo>
                  <a:cubicBezTo>
                    <a:pt x="14400" y="7270"/>
                    <a:pt x="14333" y="7275"/>
                    <a:pt x="14263" y="7275"/>
                  </a:cubicBezTo>
                  <a:cubicBezTo>
                    <a:pt x="13654" y="7275"/>
                    <a:pt x="12882" y="6891"/>
                    <a:pt x="12164" y="6293"/>
                  </a:cubicBezTo>
                  <a:cubicBezTo>
                    <a:pt x="11797" y="5926"/>
                    <a:pt x="11396" y="5525"/>
                    <a:pt x="11163" y="5058"/>
                  </a:cubicBezTo>
                  <a:cubicBezTo>
                    <a:pt x="10896" y="4625"/>
                    <a:pt x="10896" y="4058"/>
                    <a:pt x="10963" y="3457"/>
                  </a:cubicBezTo>
                  <a:cubicBezTo>
                    <a:pt x="10996" y="3190"/>
                    <a:pt x="11029" y="2823"/>
                    <a:pt x="10996" y="2490"/>
                  </a:cubicBezTo>
                  <a:cubicBezTo>
                    <a:pt x="10996" y="2156"/>
                    <a:pt x="10863" y="1756"/>
                    <a:pt x="10562" y="1456"/>
                  </a:cubicBezTo>
                  <a:cubicBezTo>
                    <a:pt x="10296" y="1156"/>
                    <a:pt x="9962" y="1089"/>
                    <a:pt x="9662" y="955"/>
                  </a:cubicBezTo>
                  <a:cubicBezTo>
                    <a:pt x="9495" y="955"/>
                    <a:pt x="9362" y="922"/>
                    <a:pt x="9195" y="889"/>
                  </a:cubicBezTo>
                  <a:lnTo>
                    <a:pt x="8895" y="889"/>
                  </a:lnTo>
                  <a:cubicBezTo>
                    <a:pt x="8828" y="889"/>
                    <a:pt x="8728" y="922"/>
                    <a:pt x="8661" y="922"/>
                  </a:cubicBezTo>
                  <a:cubicBezTo>
                    <a:pt x="7994" y="1122"/>
                    <a:pt x="7527" y="1522"/>
                    <a:pt x="7060" y="1689"/>
                  </a:cubicBezTo>
                  <a:cubicBezTo>
                    <a:pt x="6873" y="1783"/>
                    <a:pt x="6694" y="1811"/>
                    <a:pt x="6539" y="1811"/>
                  </a:cubicBezTo>
                  <a:cubicBezTo>
                    <a:pt x="6361" y="1811"/>
                    <a:pt x="6215" y="1774"/>
                    <a:pt x="6126" y="1756"/>
                  </a:cubicBezTo>
                  <a:lnTo>
                    <a:pt x="6059" y="1756"/>
                  </a:lnTo>
                  <a:cubicBezTo>
                    <a:pt x="5626" y="1689"/>
                    <a:pt x="5292" y="1389"/>
                    <a:pt x="4892" y="1022"/>
                  </a:cubicBezTo>
                  <a:cubicBezTo>
                    <a:pt x="4725" y="822"/>
                    <a:pt x="4525" y="622"/>
                    <a:pt x="4325" y="455"/>
                  </a:cubicBezTo>
                  <a:cubicBezTo>
                    <a:pt x="4225" y="322"/>
                    <a:pt x="4124" y="288"/>
                    <a:pt x="3991" y="222"/>
                  </a:cubicBezTo>
                  <a:lnTo>
                    <a:pt x="3891" y="155"/>
                  </a:lnTo>
                  <a:cubicBezTo>
                    <a:pt x="3858" y="155"/>
                    <a:pt x="3824" y="121"/>
                    <a:pt x="3791" y="121"/>
                  </a:cubicBezTo>
                  <a:lnTo>
                    <a:pt x="3557" y="88"/>
                  </a:lnTo>
                  <a:cubicBezTo>
                    <a:pt x="3290" y="35"/>
                    <a:pt x="3022" y="0"/>
                    <a:pt x="27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97" name="Google Shape;2497;p21"/>
            <p:cNvSpPr/>
            <p:nvPr/>
          </p:nvSpPr>
          <p:spPr>
            <a:xfrm>
              <a:off x="5409875" y="4757550"/>
              <a:ext cx="420950" cy="194200"/>
            </a:xfrm>
            <a:custGeom>
              <a:avLst/>
              <a:gdLst/>
              <a:ahLst/>
              <a:cxnLst/>
              <a:rect l="l" t="t" r="r" b="b"/>
              <a:pathLst>
                <a:path w="16838" h="7768" extrusionOk="0">
                  <a:moveTo>
                    <a:pt x="2026" y="1"/>
                  </a:moveTo>
                  <a:cubicBezTo>
                    <a:pt x="1861" y="1"/>
                    <a:pt x="1690" y="30"/>
                    <a:pt x="1535" y="119"/>
                  </a:cubicBezTo>
                  <a:cubicBezTo>
                    <a:pt x="1101" y="319"/>
                    <a:pt x="867" y="686"/>
                    <a:pt x="701" y="1020"/>
                  </a:cubicBezTo>
                  <a:cubicBezTo>
                    <a:pt x="534" y="1353"/>
                    <a:pt x="434" y="1687"/>
                    <a:pt x="300" y="2021"/>
                  </a:cubicBezTo>
                  <a:cubicBezTo>
                    <a:pt x="267" y="2121"/>
                    <a:pt x="267" y="2187"/>
                    <a:pt x="200" y="2287"/>
                  </a:cubicBezTo>
                  <a:lnTo>
                    <a:pt x="167" y="2521"/>
                  </a:lnTo>
                  <a:cubicBezTo>
                    <a:pt x="134" y="2688"/>
                    <a:pt x="100" y="2854"/>
                    <a:pt x="100" y="3021"/>
                  </a:cubicBezTo>
                  <a:cubicBezTo>
                    <a:pt x="0" y="4356"/>
                    <a:pt x="200" y="5523"/>
                    <a:pt x="367" y="6324"/>
                  </a:cubicBezTo>
                  <a:cubicBezTo>
                    <a:pt x="534" y="7158"/>
                    <a:pt x="701" y="7625"/>
                    <a:pt x="701" y="7625"/>
                  </a:cubicBezTo>
                  <a:cubicBezTo>
                    <a:pt x="743" y="7722"/>
                    <a:pt x="825" y="7767"/>
                    <a:pt x="905" y="7767"/>
                  </a:cubicBezTo>
                  <a:cubicBezTo>
                    <a:pt x="1016" y="7767"/>
                    <a:pt x="1120" y="7680"/>
                    <a:pt x="1101" y="7524"/>
                  </a:cubicBezTo>
                  <a:cubicBezTo>
                    <a:pt x="1101" y="7524"/>
                    <a:pt x="968" y="7057"/>
                    <a:pt x="834" y="6290"/>
                  </a:cubicBezTo>
                  <a:cubicBezTo>
                    <a:pt x="701" y="5490"/>
                    <a:pt x="534" y="4356"/>
                    <a:pt x="667" y="3121"/>
                  </a:cubicBezTo>
                  <a:cubicBezTo>
                    <a:pt x="667" y="2955"/>
                    <a:pt x="701" y="2821"/>
                    <a:pt x="767" y="2654"/>
                  </a:cubicBezTo>
                  <a:lnTo>
                    <a:pt x="801" y="2454"/>
                  </a:lnTo>
                  <a:cubicBezTo>
                    <a:pt x="834" y="2387"/>
                    <a:pt x="834" y="2321"/>
                    <a:pt x="867" y="2221"/>
                  </a:cubicBezTo>
                  <a:cubicBezTo>
                    <a:pt x="1001" y="1887"/>
                    <a:pt x="1134" y="1620"/>
                    <a:pt x="1301" y="1320"/>
                  </a:cubicBezTo>
                  <a:cubicBezTo>
                    <a:pt x="1468" y="1053"/>
                    <a:pt x="1668" y="786"/>
                    <a:pt x="1868" y="686"/>
                  </a:cubicBezTo>
                  <a:cubicBezTo>
                    <a:pt x="1944" y="643"/>
                    <a:pt x="2016" y="624"/>
                    <a:pt x="2089" y="624"/>
                  </a:cubicBezTo>
                  <a:cubicBezTo>
                    <a:pt x="2241" y="624"/>
                    <a:pt x="2399" y="707"/>
                    <a:pt x="2602" y="820"/>
                  </a:cubicBezTo>
                  <a:cubicBezTo>
                    <a:pt x="3136" y="1153"/>
                    <a:pt x="3636" y="1687"/>
                    <a:pt x="4203" y="2121"/>
                  </a:cubicBezTo>
                  <a:cubicBezTo>
                    <a:pt x="4503" y="2321"/>
                    <a:pt x="4804" y="2521"/>
                    <a:pt x="5137" y="2688"/>
                  </a:cubicBezTo>
                  <a:cubicBezTo>
                    <a:pt x="5304" y="2788"/>
                    <a:pt x="5504" y="2854"/>
                    <a:pt x="5671" y="2888"/>
                  </a:cubicBezTo>
                  <a:cubicBezTo>
                    <a:pt x="5871" y="2955"/>
                    <a:pt x="6038" y="2955"/>
                    <a:pt x="6205" y="2988"/>
                  </a:cubicBezTo>
                  <a:cubicBezTo>
                    <a:pt x="6293" y="2997"/>
                    <a:pt x="6383" y="3001"/>
                    <a:pt x="6475" y="3001"/>
                  </a:cubicBezTo>
                  <a:cubicBezTo>
                    <a:pt x="7074" y="3001"/>
                    <a:pt x="7728" y="2823"/>
                    <a:pt x="8306" y="2621"/>
                  </a:cubicBezTo>
                  <a:cubicBezTo>
                    <a:pt x="8831" y="2385"/>
                    <a:pt x="9315" y="2169"/>
                    <a:pt x="9773" y="2169"/>
                  </a:cubicBezTo>
                  <a:cubicBezTo>
                    <a:pt x="9897" y="2169"/>
                    <a:pt x="10020" y="2185"/>
                    <a:pt x="10141" y="2221"/>
                  </a:cubicBezTo>
                  <a:cubicBezTo>
                    <a:pt x="10674" y="2387"/>
                    <a:pt x="11175" y="2955"/>
                    <a:pt x="11608" y="3455"/>
                  </a:cubicBezTo>
                  <a:cubicBezTo>
                    <a:pt x="12009" y="3955"/>
                    <a:pt x="12342" y="4556"/>
                    <a:pt x="12676" y="5123"/>
                  </a:cubicBezTo>
                  <a:cubicBezTo>
                    <a:pt x="13009" y="5656"/>
                    <a:pt x="13376" y="6190"/>
                    <a:pt x="13877" y="6557"/>
                  </a:cubicBezTo>
                  <a:cubicBezTo>
                    <a:pt x="14260" y="6886"/>
                    <a:pt x="14757" y="6967"/>
                    <a:pt x="15144" y="6967"/>
                  </a:cubicBezTo>
                  <a:cubicBezTo>
                    <a:pt x="15228" y="6967"/>
                    <a:pt x="15306" y="6963"/>
                    <a:pt x="15378" y="6957"/>
                  </a:cubicBezTo>
                  <a:cubicBezTo>
                    <a:pt x="15811" y="6857"/>
                    <a:pt x="16145" y="6724"/>
                    <a:pt x="16345" y="6657"/>
                  </a:cubicBezTo>
                  <a:cubicBezTo>
                    <a:pt x="16545" y="6524"/>
                    <a:pt x="16679" y="6490"/>
                    <a:pt x="16679" y="6490"/>
                  </a:cubicBezTo>
                  <a:cubicBezTo>
                    <a:pt x="16837" y="6385"/>
                    <a:pt x="16807" y="6174"/>
                    <a:pt x="16639" y="6174"/>
                  </a:cubicBezTo>
                  <a:cubicBezTo>
                    <a:pt x="16595" y="6174"/>
                    <a:pt x="16541" y="6189"/>
                    <a:pt x="16479" y="6224"/>
                  </a:cubicBezTo>
                  <a:cubicBezTo>
                    <a:pt x="16479" y="6224"/>
                    <a:pt x="16379" y="6290"/>
                    <a:pt x="16178" y="6357"/>
                  </a:cubicBezTo>
                  <a:cubicBezTo>
                    <a:pt x="15978" y="6390"/>
                    <a:pt x="15678" y="6524"/>
                    <a:pt x="15311" y="6557"/>
                  </a:cubicBezTo>
                  <a:cubicBezTo>
                    <a:pt x="15246" y="6570"/>
                    <a:pt x="15175" y="6577"/>
                    <a:pt x="15101" y="6577"/>
                  </a:cubicBezTo>
                  <a:cubicBezTo>
                    <a:pt x="14798" y="6577"/>
                    <a:pt x="14439" y="6465"/>
                    <a:pt x="14144" y="6224"/>
                  </a:cubicBezTo>
                  <a:cubicBezTo>
                    <a:pt x="13777" y="5957"/>
                    <a:pt x="13443" y="5456"/>
                    <a:pt x="13143" y="4889"/>
                  </a:cubicBezTo>
                  <a:cubicBezTo>
                    <a:pt x="12843" y="4322"/>
                    <a:pt x="12509" y="3688"/>
                    <a:pt x="12109" y="3121"/>
                  </a:cubicBezTo>
                  <a:cubicBezTo>
                    <a:pt x="12009" y="2988"/>
                    <a:pt x="11875" y="2821"/>
                    <a:pt x="11775" y="2688"/>
                  </a:cubicBezTo>
                  <a:cubicBezTo>
                    <a:pt x="11642" y="2521"/>
                    <a:pt x="11475" y="2387"/>
                    <a:pt x="11342" y="2287"/>
                  </a:cubicBezTo>
                  <a:cubicBezTo>
                    <a:pt x="11041" y="2021"/>
                    <a:pt x="10708" y="1787"/>
                    <a:pt x="10308" y="1654"/>
                  </a:cubicBezTo>
                  <a:cubicBezTo>
                    <a:pt x="10106" y="1592"/>
                    <a:pt x="9904" y="1566"/>
                    <a:pt x="9706" y="1566"/>
                  </a:cubicBezTo>
                  <a:cubicBezTo>
                    <a:pt x="9478" y="1566"/>
                    <a:pt x="9254" y="1600"/>
                    <a:pt x="9040" y="1654"/>
                  </a:cubicBezTo>
                  <a:cubicBezTo>
                    <a:pt x="8673" y="1720"/>
                    <a:pt x="8339" y="1854"/>
                    <a:pt x="8006" y="1987"/>
                  </a:cubicBezTo>
                  <a:cubicBezTo>
                    <a:pt x="7437" y="2197"/>
                    <a:pt x="6895" y="2326"/>
                    <a:pt x="6379" y="2326"/>
                  </a:cubicBezTo>
                  <a:cubicBezTo>
                    <a:pt x="6321" y="2326"/>
                    <a:pt x="6263" y="2324"/>
                    <a:pt x="6205" y="2321"/>
                  </a:cubicBezTo>
                  <a:cubicBezTo>
                    <a:pt x="6105" y="2287"/>
                    <a:pt x="5938" y="2287"/>
                    <a:pt x="5804" y="2221"/>
                  </a:cubicBezTo>
                  <a:cubicBezTo>
                    <a:pt x="5638" y="2221"/>
                    <a:pt x="5504" y="2154"/>
                    <a:pt x="5371" y="2121"/>
                  </a:cubicBezTo>
                  <a:cubicBezTo>
                    <a:pt x="5137" y="1987"/>
                    <a:pt x="4837" y="1820"/>
                    <a:pt x="4603" y="1620"/>
                  </a:cubicBezTo>
                  <a:cubicBezTo>
                    <a:pt x="4036" y="1187"/>
                    <a:pt x="3536" y="686"/>
                    <a:pt x="2869" y="286"/>
                  </a:cubicBezTo>
                  <a:cubicBezTo>
                    <a:pt x="2669" y="153"/>
                    <a:pt x="2502" y="52"/>
                    <a:pt x="2268" y="19"/>
                  </a:cubicBezTo>
                  <a:cubicBezTo>
                    <a:pt x="2191" y="8"/>
                    <a:pt x="2109" y="1"/>
                    <a:pt x="20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98" name="Google Shape;2498;p21"/>
            <p:cNvSpPr/>
            <p:nvPr/>
          </p:nvSpPr>
          <p:spPr>
            <a:xfrm>
              <a:off x="4053900" y="4830250"/>
              <a:ext cx="454175" cy="196100"/>
            </a:xfrm>
            <a:custGeom>
              <a:avLst/>
              <a:gdLst/>
              <a:ahLst/>
              <a:cxnLst/>
              <a:rect l="l" t="t" r="r" b="b"/>
              <a:pathLst>
                <a:path w="18167" h="7844" extrusionOk="0">
                  <a:moveTo>
                    <a:pt x="9442" y="1"/>
                  </a:moveTo>
                  <a:cubicBezTo>
                    <a:pt x="9145" y="1"/>
                    <a:pt x="8857" y="38"/>
                    <a:pt x="8607" y="113"/>
                  </a:cubicBezTo>
                  <a:cubicBezTo>
                    <a:pt x="8507" y="147"/>
                    <a:pt x="8373" y="180"/>
                    <a:pt x="8273" y="180"/>
                  </a:cubicBezTo>
                  <a:lnTo>
                    <a:pt x="8340" y="180"/>
                  </a:lnTo>
                  <a:cubicBezTo>
                    <a:pt x="7906" y="280"/>
                    <a:pt x="7573" y="580"/>
                    <a:pt x="7339" y="847"/>
                  </a:cubicBezTo>
                  <a:cubicBezTo>
                    <a:pt x="7072" y="1147"/>
                    <a:pt x="6872" y="1448"/>
                    <a:pt x="6672" y="1648"/>
                  </a:cubicBezTo>
                  <a:cubicBezTo>
                    <a:pt x="6405" y="1848"/>
                    <a:pt x="6205" y="2015"/>
                    <a:pt x="5905" y="2081"/>
                  </a:cubicBezTo>
                  <a:cubicBezTo>
                    <a:pt x="5812" y="2092"/>
                    <a:pt x="5722" y="2099"/>
                    <a:pt x="5636" y="2099"/>
                  </a:cubicBezTo>
                  <a:cubicBezTo>
                    <a:pt x="5443" y="2099"/>
                    <a:pt x="5265" y="2063"/>
                    <a:pt x="5104" y="1948"/>
                  </a:cubicBezTo>
                  <a:cubicBezTo>
                    <a:pt x="4670" y="1648"/>
                    <a:pt x="4437" y="780"/>
                    <a:pt x="3670" y="347"/>
                  </a:cubicBezTo>
                  <a:lnTo>
                    <a:pt x="3536" y="280"/>
                  </a:lnTo>
                  <a:cubicBezTo>
                    <a:pt x="3436" y="247"/>
                    <a:pt x="3403" y="247"/>
                    <a:pt x="3370" y="247"/>
                  </a:cubicBezTo>
                  <a:lnTo>
                    <a:pt x="3103" y="180"/>
                  </a:lnTo>
                  <a:cubicBezTo>
                    <a:pt x="2936" y="113"/>
                    <a:pt x="2736" y="113"/>
                    <a:pt x="2569" y="113"/>
                  </a:cubicBezTo>
                  <a:cubicBezTo>
                    <a:pt x="2402" y="113"/>
                    <a:pt x="2202" y="147"/>
                    <a:pt x="2035" y="147"/>
                  </a:cubicBezTo>
                  <a:cubicBezTo>
                    <a:pt x="1835" y="180"/>
                    <a:pt x="1668" y="247"/>
                    <a:pt x="1502" y="313"/>
                  </a:cubicBezTo>
                  <a:cubicBezTo>
                    <a:pt x="1168" y="480"/>
                    <a:pt x="901" y="747"/>
                    <a:pt x="701" y="981"/>
                  </a:cubicBezTo>
                  <a:cubicBezTo>
                    <a:pt x="601" y="1114"/>
                    <a:pt x="534" y="1281"/>
                    <a:pt x="434" y="1414"/>
                  </a:cubicBezTo>
                  <a:cubicBezTo>
                    <a:pt x="401" y="1514"/>
                    <a:pt x="334" y="1681"/>
                    <a:pt x="267" y="1814"/>
                  </a:cubicBezTo>
                  <a:cubicBezTo>
                    <a:pt x="67" y="2348"/>
                    <a:pt x="34" y="2849"/>
                    <a:pt x="34" y="3282"/>
                  </a:cubicBezTo>
                  <a:cubicBezTo>
                    <a:pt x="0" y="3682"/>
                    <a:pt x="34" y="4016"/>
                    <a:pt x="34" y="4250"/>
                  </a:cubicBezTo>
                  <a:cubicBezTo>
                    <a:pt x="67" y="4450"/>
                    <a:pt x="67" y="4583"/>
                    <a:pt x="67" y="4583"/>
                  </a:cubicBezTo>
                  <a:cubicBezTo>
                    <a:pt x="82" y="4688"/>
                    <a:pt x="158" y="4739"/>
                    <a:pt x="237" y="4739"/>
                  </a:cubicBezTo>
                  <a:cubicBezTo>
                    <a:pt x="333" y="4739"/>
                    <a:pt x="434" y="4663"/>
                    <a:pt x="434" y="4516"/>
                  </a:cubicBezTo>
                  <a:lnTo>
                    <a:pt x="434" y="4183"/>
                  </a:lnTo>
                  <a:cubicBezTo>
                    <a:pt x="434" y="3983"/>
                    <a:pt x="434" y="3649"/>
                    <a:pt x="501" y="3282"/>
                  </a:cubicBezTo>
                  <a:cubicBezTo>
                    <a:pt x="501" y="2849"/>
                    <a:pt x="568" y="2415"/>
                    <a:pt x="734" y="1948"/>
                  </a:cubicBezTo>
                  <a:cubicBezTo>
                    <a:pt x="868" y="1481"/>
                    <a:pt x="1201" y="1014"/>
                    <a:pt x="1702" y="814"/>
                  </a:cubicBezTo>
                  <a:cubicBezTo>
                    <a:pt x="1835" y="747"/>
                    <a:pt x="2002" y="747"/>
                    <a:pt x="2102" y="680"/>
                  </a:cubicBezTo>
                  <a:cubicBezTo>
                    <a:pt x="2235" y="680"/>
                    <a:pt x="2324" y="665"/>
                    <a:pt x="2418" y="665"/>
                  </a:cubicBezTo>
                  <a:cubicBezTo>
                    <a:pt x="2465" y="665"/>
                    <a:pt x="2513" y="669"/>
                    <a:pt x="2569" y="680"/>
                  </a:cubicBezTo>
                  <a:cubicBezTo>
                    <a:pt x="2736" y="747"/>
                    <a:pt x="2869" y="747"/>
                    <a:pt x="3036" y="780"/>
                  </a:cubicBezTo>
                  <a:lnTo>
                    <a:pt x="3303" y="814"/>
                  </a:lnTo>
                  <a:cubicBezTo>
                    <a:pt x="3336" y="847"/>
                    <a:pt x="3370" y="847"/>
                    <a:pt x="3370" y="847"/>
                  </a:cubicBezTo>
                  <a:lnTo>
                    <a:pt x="3470" y="914"/>
                  </a:lnTo>
                  <a:cubicBezTo>
                    <a:pt x="3703" y="1014"/>
                    <a:pt x="3870" y="1281"/>
                    <a:pt x="4070" y="1581"/>
                  </a:cubicBezTo>
                  <a:cubicBezTo>
                    <a:pt x="4304" y="1848"/>
                    <a:pt x="4470" y="2181"/>
                    <a:pt x="4837" y="2482"/>
                  </a:cubicBezTo>
                  <a:cubicBezTo>
                    <a:pt x="5134" y="2704"/>
                    <a:pt x="5462" y="2798"/>
                    <a:pt x="5786" y="2798"/>
                  </a:cubicBezTo>
                  <a:cubicBezTo>
                    <a:pt x="6335" y="2798"/>
                    <a:pt x="6870" y="2526"/>
                    <a:pt x="7206" y="2148"/>
                  </a:cubicBezTo>
                  <a:cubicBezTo>
                    <a:pt x="7506" y="1915"/>
                    <a:pt x="7706" y="1614"/>
                    <a:pt x="7906" y="1347"/>
                  </a:cubicBezTo>
                  <a:cubicBezTo>
                    <a:pt x="8140" y="1147"/>
                    <a:pt x="8340" y="981"/>
                    <a:pt x="8540" y="947"/>
                  </a:cubicBezTo>
                  <a:lnTo>
                    <a:pt x="8573" y="947"/>
                  </a:lnTo>
                  <a:cubicBezTo>
                    <a:pt x="8673" y="914"/>
                    <a:pt x="8740" y="914"/>
                    <a:pt x="8873" y="880"/>
                  </a:cubicBezTo>
                  <a:cubicBezTo>
                    <a:pt x="9074" y="805"/>
                    <a:pt x="9274" y="768"/>
                    <a:pt x="9488" y="768"/>
                  </a:cubicBezTo>
                  <a:cubicBezTo>
                    <a:pt x="9559" y="768"/>
                    <a:pt x="9632" y="772"/>
                    <a:pt x="9707" y="780"/>
                  </a:cubicBezTo>
                  <a:cubicBezTo>
                    <a:pt x="10008" y="814"/>
                    <a:pt x="10241" y="947"/>
                    <a:pt x="10508" y="1114"/>
                  </a:cubicBezTo>
                  <a:cubicBezTo>
                    <a:pt x="10975" y="1481"/>
                    <a:pt x="11309" y="2115"/>
                    <a:pt x="11575" y="2782"/>
                  </a:cubicBezTo>
                  <a:cubicBezTo>
                    <a:pt x="12176" y="4083"/>
                    <a:pt x="12576" y="5550"/>
                    <a:pt x="13477" y="6651"/>
                  </a:cubicBezTo>
                  <a:cubicBezTo>
                    <a:pt x="13877" y="7252"/>
                    <a:pt x="14511" y="7619"/>
                    <a:pt x="15078" y="7752"/>
                  </a:cubicBezTo>
                  <a:cubicBezTo>
                    <a:pt x="15321" y="7820"/>
                    <a:pt x="15553" y="7843"/>
                    <a:pt x="15769" y="7843"/>
                  </a:cubicBezTo>
                  <a:cubicBezTo>
                    <a:pt x="16088" y="7843"/>
                    <a:pt x="16374" y="7792"/>
                    <a:pt x="16612" y="7752"/>
                  </a:cubicBezTo>
                  <a:cubicBezTo>
                    <a:pt x="16846" y="7719"/>
                    <a:pt x="17013" y="7619"/>
                    <a:pt x="17179" y="7585"/>
                  </a:cubicBezTo>
                  <a:cubicBezTo>
                    <a:pt x="17346" y="7552"/>
                    <a:pt x="17446" y="7485"/>
                    <a:pt x="17580" y="7452"/>
                  </a:cubicBezTo>
                  <a:cubicBezTo>
                    <a:pt x="17780" y="7385"/>
                    <a:pt x="17913" y="7318"/>
                    <a:pt x="17913" y="7318"/>
                  </a:cubicBezTo>
                  <a:cubicBezTo>
                    <a:pt x="18166" y="7224"/>
                    <a:pt x="18060" y="6949"/>
                    <a:pt x="17764" y="6949"/>
                  </a:cubicBezTo>
                  <a:cubicBezTo>
                    <a:pt x="17747" y="6949"/>
                    <a:pt x="17731" y="6950"/>
                    <a:pt x="17713" y="6951"/>
                  </a:cubicBezTo>
                  <a:cubicBezTo>
                    <a:pt x="17713" y="6951"/>
                    <a:pt x="17580" y="6985"/>
                    <a:pt x="17380" y="7085"/>
                  </a:cubicBezTo>
                  <a:cubicBezTo>
                    <a:pt x="17279" y="7118"/>
                    <a:pt x="17179" y="7152"/>
                    <a:pt x="17013" y="7185"/>
                  </a:cubicBezTo>
                  <a:cubicBezTo>
                    <a:pt x="16879" y="7252"/>
                    <a:pt x="16712" y="7285"/>
                    <a:pt x="16512" y="7318"/>
                  </a:cubicBezTo>
                  <a:cubicBezTo>
                    <a:pt x="16326" y="7365"/>
                    <a:pt x="16134" y="7390"/>
                    <a:pt x="15930" y="7390"/>
                  </a:cubicBezTo>
                  <a:cubicBezTo>
                    <a:pt x="15695" y="7390"/>
                    <a:pt x="15446" y="7357"/>
                    <a:pt x="15178" y="7285"/>
                  </a:cubicBezTo>
                  <a:cubicBezTo>
                    <a:pt x="14678" y="7152"/>
                    <a:pt x="14211" y="6818"/>
                    <a:pt x="13844" y="6318"/>
                  </a:cubicBezTo>
                  <a:cubicBezTo>
                    <a:pt x="13076" y="5317"/>
                    <a:pt x="12743" y="3849"/>
                    <a:pt x="12176" y="2482"/>
                  </a:cubicBezTo>
                  <a:cubicBezTo>
                    <a:pt x="11876" y="1781"/>
                    <a:pt x="11509" y="1081"/>
                    <a:pt x="10875" y="514"/>
                  </a:cubicBezTo>
                  <a:cubicBezTo>
                    <a:pt x="10541" y="280"/>
                    <a:pt x="10174" y="80"/>
                    <a:pt x="9741" y="13"/>
                  </a:cubicBezTo>
                  <a:cubicBezTo>
                    <a:pt x="9641" y="5"/>
                    <a:pt x="9541" y="1"/>
                    <a:pt x="94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99" name="Google Shape;2499;p21"/>
            <p:cNvSpPr/>
            <p:nvPr/>
          </p:nvSpPr>
          <p:spPr>
            <a:xfrm>
              <a:off x="5743975" y="3920375"/>
              <a:ext cx="416275" cy="161350"/>
            </a:xfrm>
            <a:custGeom>
              <a:avLst/>
              <a:gdLst/>
              <a:ahLst/>
              <a:cxnLst/>
              <a:rect l="l" t="t" r="r" b="b"/>
              <a:pathLst>
                <a:path w="16651" h="6454" extrusionOk="0">
                  <a:moveTo>
                    <a:pt x="3860" y="1"/>
                  </a:moveTo>
                  <a:cubicBezTo>
                    <a:pt x="3763" y="1"/>
                    <a:pt x="3682" y="15"/>
                    <a:pt x="3615" y="15"/>
                  </a:cubicBezTo>
                  <a:cubicBezTo>
                    <a:pt x="3515" y="82"/>
                    <a:pt x="3448" y="82"/>
                    <a:pt x="3381" y="82"/>
                  </a:cubicBezTo>
                  <a:cubicBezTo>
                    <a:pt x="3348" y="82"/>
                    <a:pt x="3281" y="116"/>
                    <a:pt x="3215" y="116"/>
                  </a:cubicBezTo>
                  <a:cubicBezTo>
                    <a:pt x="3148" y="116"/>
                    <a:pt x="3015" y="149"/>
                    <a:pt x="2948" y="182"/>
                  </a:cubicBezTo>
                  <a:cubicBezTo>
                    <a:pt x="2848" y="249"/>
                    <a:pt x="2814" y="282"/>
                    <a:pt x="2714" y="316"/>
                  </a:cubicBezTo>
                  <a:cubicBezTo>
                    <a:pt x="2614" y="416"/>
                    <a:pt x="2514" y="449"/>
                    <a:pt x="2447" y="482"/>
                  </a:cubicBezTo>
                  <a:lnTo>
                    <a:pt x="2481" y="482"/>
                  </a:lnTo>
                  <a:cubicBezTo>
                    <a:pt x="2014" y="683"/>
                    <a:pt x="1647" y="1116"/>
                    <a:pt x="1480" y="1483"/>
                  </a:cubicBezTo>
                  <a:cubicBezTo>
                    <a:pt x="1280" y="1883"/>
                    <a:pt x="1180" y="2250"/>
                    <a:pt x="1147" y="2584"/>
                  </a:cubicBezTo>
                  <a:cubicBezTo>
                    <a:pt x="1013" y="3184"/>
                    <a:pt x="980" y="3651"/>
                    <a:pt x="813" y="3985"/>
                  </a:cubicBezTo>
                  <a:cubicBezTo>
                    <a:pt x="646" y="4319"/>
                    <a:pt x="479" y="4485"/>
                    <a:pt x="346" y="4552"/>
                  </a:cubicBezTo>
                  <a:cubicBezTo>
                    <a:pt x="213" y="4685"/>
                    <a:pt x="146" y="4685"/>
                    <a:pt x="146" y="4685"/>
                  </a:cubicBezTo>
                  <a:cubicBezTo>
                    <a:pt x="0" y="4773"/>
                    <a:pt x="33" y="5038"/>
                    <a:pt x="220" y="5038"/>
                  </a:cubicBezTo>
                  <a:cubicBezTo>
                    <a:pt x="248" y="5038"/>
                    <a:pt x="278" y="5032"/>
                    <a:pt x="313" y="5019"/>
                  </a:cubicBezTo>
                  <a:cubicBezTo>
                    <a:pt x="313" y="5019"/>
                    <a:pt x="379" y="5019"/>
                    <a:pt x="546" y="4886"/>
                  </a:cubicBezTo>
                  <a:cubicBezTo>
                    <a:pt x="713" y="4786"/>
                    <a:pt x="980" y="4552"/>
                    <a:pt x="1180" y="4185"/>
                  </a:cubicBezTo>
                  <a:cubicBezTo>
                    <a:pt x="1380" y="3785"/>
                    <a:pt x="1480" y="3284"/>
                    <a:pt x="1614" y="2651"/>
                  </a:cubicBezTo>
                  <a:cubicBezTo>
                    <a:pt x="1714" y="2084"/>
                    <a:pt x="1947" y="1316"/>
                    <a:pt x="2681" y="983"/>
                  </a:cubicBezTo>
                  <a:lnTo>
                    <a:pt x="2714" y="983"/>
                  </a:lnTo>
                  <a:cubicBezTo>
                    <a:pt x="2781" y="949"/>
                    <a:pt x="2848" y="916"/>
                    <a:pt x="2981" y="849"/>
                  </a:cubicBezTo>
                  <a:cubicBezTo>
                    <a:pt x="3048" y="849"/>
                    <a:pt x="3115" y="816"/>
                    <a:pt x="3181" y="783"/>
                  </a:cubicBezTo>
                  <a:cubicBezTo>
                    <a:pt x="3281" y="783"/>
                    <a:pt x="3348" y="783"/>
                    <a:pt x="3448" y="716"/>
                  </a:cubicBezTo>
                  <a:cubicBezTo>
                    <a:pt x="3556" y="684"/>
                    <a:pt x="3671" y="665"/>
                    <a:pt x="3789" y="665"/>
                  </a:cubicBezTo>
                  <a:cubicBezTo>
                    <a:pt x="4037" y="665"/>
                    <a:pt x="4301" y="746"/>
                    <a:pt x="4549" y="949"/>
                  </a:cubicBezTo>
                  <a:cubicBezTo>
                    <a:pt x="4949" y="1250"/>
                    <a:pt x="5316" y="1750"/>
                    <a:pt x="5750" y="2250"/>
                  </a:cubicBezTo>
                  <a:cubicBezTo>
                    <a:pt x="5950" y="2484"/>
                    <a:pt x="6184" y="2717"/>
                    <a:pt x="6517" y="2951"/>
                  </a:cubicBezTo>
                  <a:cubicBezTo>
                    <a:pt x="6851" y="3151"/>
                    <a:pt x="7284" y="3184"/>
                    <a:pt x="7651" y="3184"/>
                  </a:cubicBezTo>
                  <a:lnTo>
                    <a:pt x="7851" y="3184"/>
                  </a:lnTo>
                  <a:cubicBezTo>
                    <a:pt x="7951" y="3151"/>
                    <a:pt x="8052" y="3151"/>
                    <a:pt x="8152" y="3118"/>
                  </a:cubicBezTo>
                  <a:cubicBezTo>
                    <a:pt x="8819" y="2817"/>
                    <a:pt x="9186" y="2284"/>
                    <a:pt x="9653" y="2084"/>
                  </a:cubicBezTo>
                  <a:cubicBezTo>
                    <a:pt x="9853" y="1950"/>
                    <a:pt x="10120" y="1917"/>
                    <a:pt x="10353" y="1917"/>
                  </a:cubicBezTo>
                  <a:cubicBezTo>
                    <a:pt x="10620" y="1917"/>
                    <a:pt x="10887" y="1984"/>
                    <a:pt x="11120" y="2117"/>
                  </a:cubicBezTo>
                  <a:cubicBezTo>
                    <a:pt x="11487" y="2317"/>
                    <a:pt x="11621" y="2984"/>
                    <a:pt x="11854" y="3585"/>
                  </a:cubicBezTo>
                  <a:cubicBezTo>
                    <a:pt x="11954" y="3751"/>
                    <a:pt x="11988" y="3852"/>
                    <a:pt x="12054" y="4018"/>
                  </a:cubicBezTo>
                  <a:cubicBezTo>
                    <a:pt x="12121" y="4118"/>
                    <a:pt x="12121" y="4152"/>
                    <a:pt x="12188" y="4285"/>
                  </a:cubicBezTo>
                  <a:lnTo>
                    <a:pt x="12321" y="4485"/>
                  </a:lnTo>
                  <a:cubicBezTo>
                    <a:pt x="12488" y="4752"/>
                    <a:pt x="12655" y="4986"/>
                    <a:pt x="12855" y="5186"/>
                  </a:cubicBezTo>
                  <a:cubicBezTo>
                    <a:pt x="13255" y="5653"/>
                    <a:pt x="13656" y="6086"/>
                    <a:pt x="14156" y="6287"/>
                  </a:cubicBezTo>
                  <a:cubicBezTo>
                    <a:pt x="14406" y="6403"/>
                    <a:pt x="14665" y="6453"/>
                    <a:pt x="14911" y="6453"/>
                  </a:cubicBezTo>
                  <a:cubicBezTo>
                    <a:pt x="15157" y="6453"/>
                    <a:pt x="15390" y="6403"/>
                    <a:pt x="15590" y="6320"/>
                  </a:cubicBezTo>
                  <a:cubicBezTo>
                    <a:pt x="15757" y="6253"/>
                    <a:pt x="15924" y="6153"/>
                    <a:pt x="16024" y="6086"/>
                  </a:cubicBezTo>
                  <a:cubicBezTo>
                    <a:pt x="16157" y="5986"/>
                    <a:pt x="16257" y="5920"/>
                    <a:pt x="16324" y="5820"/>
                  </a:cubicBezTo>
                  <a:cubicBezTo>
                    <a:pt x="16458" y="5653"/>
                    <a:pt x="16524" y="5586"/>
                    <a:pt x="16524" y="5586"/>
                  </a:cubicBezTo>
                  <a:cubicBezTo>
                    <a:pt x="16651" y="5460"/>
                    <a:pt x="16547" y="5295"/>
                    <a:pt x="16417" y="5295"/>
                  </a:cubicBezTo>
                  <a:cubicBezTo>
                    <a:pt x="16376" y="5295"/>
                    <a:pt x="16331" y="5312"/>
                    <a:pt x="16291" y="5353"/>
                  </a:cubicBezTo>
                  <a:lnTo>
                    <a:pt x="16057" y="5553"/>
                  </a:lnTo>
                  <a:cubicBezTo>
                    <a:pt x="15991" y="5653"/>
                    <a:pt x="15890" y="5686"/>
                    <a:pt x="15790" y="5786"/>
                  </a:cubicBezTo>
                  <a:cubicBezTo>
                    <a:pt x="15690" y="5853"/>
                    <a:pt x="15557" y="5953"/>
                    <a:pt x="15390" y="5986"/>
                  </a:cubicBezTo>
                  <a:cubicBezTo>
                    <a:pt x="15275" y="6044"/>
                    <a:pt x="15136" y="6077"/>
                    <a:pt x="14985" y="6077"/>
                  </a:cubicBezTo>
                  <a:cubicBezTo>
                    <a:pt x="14785" y="6077"/>
                    <a:pt x="14565" y="6019"/>
                    <a:pt x="14356" y="5886"/>
                  </a:cubicBezTo>
                  <a:cubicBezTo>
                    <a:pt x="13989" y="5686"/>
                    <a:pt x="13622" y="5319"/>
                    <a:pt x="13289" y="4886"/>
                  </a:cubicBezTo>
                  <a:cubicBezTo>
                    <a:pt x="13122" y="4685"/>
                    <a:pt x="12955" y="4452"/>
                    <a:pt x="12788" y="4185"/>
                  </a:cubicBezTo>
                  <a:lnTo>
                    <a:pt x="12655" y="3985"/>
                  </a:lnTo>
                  <a:cubicBezTo>
                    <a:pt x="12621" y="3985"/>
                    <a:pt x="12621" y="3852"/>
                    <a:pt x="12555" y="3818"/>
                  </a:cubicBezTo>
                  <a:cubicBezTo>
                    <a:pt x="12488" y="3685"/>
                    <a:pt x="12455" y="3518"/>
                    <a:pt x="12388" y="3385"/>
                  </a:cubicBezTo>
                  <a:cubicBezTo>
                    <a:pt x="12321" y="3118"/>
                    <a:pt x="12221" y="2817"/>
                    <a:pt x="12121" y="2484"/>
                  </a:cubicBezTo>
                  <a:cubicBezTo>
                    <a:pt x="11988" y="2150"/>
                    <a:pt x="11788" y="1783"/>
                    <a:pt x="11454" y="1550"/>
                  </a:cubicBezTo>
                  <a:cubicBezTo>
                    <a:pt x="11054" y="1350"/>
                    <a:pt x="10720" y="1283"/>
                    <a:pt x="10353" y="1216"/>
                  </a:cubicBezTo>
                  <a:cubicBezTo>
                    <a:pt x="10306" y="1212"/>
                    <a:pt x="10258" y="1210"/>
                    <a:pt x="10211" y="1210"/>
                  </a:cubicBezTo>
                  <a:cubicBezTo>
                    <a:pt x="9892" y="1210"/>
                    <a:pt x="9576" y="1305"/>
                    <a:pt x="9286" y="1450"/>
                  </a:cubicBezTo>
                  <a:cubicBezTo>
                    <a:pt x="8652" y="1783"/>
                    <a:pt x="8218" y="2284"/>
                    <a:pt x="7851" y="2384"/>
                  </a:cubicBezTo>
                  <a:cubicBezTo>
                    <a:pt x="7718" y="2451"/>
                    <a:pt x="7618" y="2451"/>
                    <a:pt x="7551" y="2451"/>
                  </a:cubicBezTo>
                  <a:lnTo>
                    <a:pt x="7518" y="2451"/>
                  </a:lnTo>
                  <a:cubicBezTo>
                    <a:pt x="7494" y="2452"/>
                    <a:pt x="7470" y="2453"/>
                    <a:pt x="7447" y="2453"/>
                  </a:cubicBezTo>
                  <a:cubicBezTo>
                    <a:pt x="7007" y="2453"/>
                    <a:pt x="6595" y="2162"/>
                    <a:pt x="6184" y="1750"/>
                  </a:cubicBezTo>
                  <a:cubicBezTo>
                    <a:pt x="5817" y="1283"/>
                    <a:pt x="5450" y="716"/>
                    <a:pt x="4883" y="349"/>
                  </a:cubicBezTo>
                  <a:cubicBezTo>
                    <a:pt x="4816" y="316"/>
                    <a:pt x="4783" y="282"/>
                    <a:pt x="4682" y="216"/>
                  </a:cubicBezTo>
                  <a:cubicBezTo>
                    <a:pt x="4649" y="182"/>
                    <a:pt x="4549" y="182"/>
                    <a:pt x="4482" y="149"/>
                  </a:cubicBezTo>
                  <a:cubicBezTo>
                    <a:pt x="4315" y="82"/>
                    <a:pt x="4182" y="82"/>
                    <a:pt x="4015" y="15"/>
                  </a:cubicBezTo>
                  <a:cubicBezTo>
                    <a:pt x="3960" y="4"/>
                    <a:pt x="3908" y="1"/>
                    <a:pt x="38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00" name="Google Shape;2500;p21"/>
            <p:cNvSpPr/>
            <p:nvPr/>
          </p:nvSpPr>
          <p:spPr>
            <a:xfrm>
              <a:off x="5752600" y="5140500"/>
              <a:ext cx="458700" cy="205450"/>
            </a:xfrm>
            <a:custGeom>
              <a:avLst/>
              <a:gdLst/>
              <a:ahLst/>
              <a:cxnLst/>
              <a:rect l="l" t="t" r="r" b="b"/>
              <a:pathLst>
                <a:path w="18348" h="8218" extrusionOk="0">
                  <a:moveTo>
                    <a:pt x="12508" y="0"/>
                  </a:moveTo>
                  <a:cubicBezTo>
                    <a:pt x="12453" y="0"/>
                    <a:pt x="12398" y="4"/>
                    <a:pt x="12343" y="12"/>
                  </a:cubicBezTo>
                  <a:cubicBezTo>
                    <a:pt x="12210" y="12"/>
                    <a:pt x="12143" y="45"/>
                    <a:pt x="12010" y="45"/>
                  </a:cubicBezTo>
                  <a:cubicBezTo>
                    <a:pt x="11943" y="45"/>
                    <a:pt x="11809" y="145"/>
                    <a:pt x="11676" y="179"/>
                  </a:cubicBezTo>
                  <a:cubicBezTo>
                    <a:pt x="11543" y="246"/>
                    <a:pt x="11476" y="312"/>
                    <a:pt x="11376" y="379"/>
                  </a:cubicBezTo>
                  <a:lnTo>
                    <a:pt x="11176" y="579"/>
                  </a:lnTo>
                  <a:cubicBezTo>
                    <a:pt x="10642" y="1180"/>
                    <a:pt x="10308" y="1813"/>
                    <a:pt x="9975" y="2347"/>
                  </a:cubicBezTo>
                  <a:cubicBezTo>
                    <a:pt x="9641" y="2881"/>
                    <a:pt x="9308" y="3515"/>
                    <a:pt x="8941" y="4082"/>
                  </a:cubicBezTo>
                  <a:cubicBezTo>
                    <a:pt x="8774" y="4382"/>
                    <a:pt x="8540" y="4682"/>
                    <a:pt x="8340" y="4882"/>
                  </a:cubicBezTo>
                  <a:lnTo>
                    <a:pt x="8274" y="4949"/>
                  </a:lnTo>
                  <a:lnTo>
                    <a:pt x="8174" y="5016"/>
                  </a:lnTo>
                  <a:cubicBezTo>
                    <a:pt x="8174" y="5049"/>
                    <a:pt x="8107" y="5082"/>
                    <a:pt x="8007" y="5082"/>
                  </a:cubicBezTo>
                  <a:cubicBezTo>
                    <a:pt x="7840" y="5149"/>
                    <a:pt x="7707" y="5149"/>
                    <a:pt x="7540" y="5149"/>
                  </a:cubicBezTo>
                  <a:cubicBezTo>
                    <a:pt x="6939" y="5149"/>
                    <a:pt x="6339" y="4682"/>
                    <a:pt x="5605" y="4382"/>
                  </a:cubicBezTo>
                  <a:cubicBezTo>
                    <a:pt x="5505" y="4348"/>
                    <a:pt x="5405" y="4315"/>
                    <a:pt x="5305" y="4315"/>
                  </a:cubicBezTo>
                  <a:cubicBezTo>
                    <a:pt x="5271" y="4315"/>
                    <a:pt x="5238" y="4248"/>
                    <a:pt x="5138" y="4248"/>
                  </a:cubicBezTo>
                  <a:lnTo>
                    <a:pt x="4971" y="4248"/>
                  </a:lnTo>
                  <a:cubicBezTo>
                    <a:pt x="4771" y="4248"/>
                    <a:pt x="4604" y="4248"/>
                    <a:pt x="4404" y="4315"/>
                  </a:cubicBezTo>
                  <a:cubicBezTo>
                    <a:pt x="4004" y="4348"/>
                    <a:pt x="3637" y="4449"/>
                    <a:pt x="3337" y="4682"/>
                  </a:cubicBezTo>
                  <a:cubicBezTo>
                    <a:pt x="2736" y="5049"/>
                    <a:pt x="2336" y="5616"/>
                    <a:pt x="2069" y="6116"/>
                  </a:cubicBezTo>
                  <a:cubicBezTo>
                    <a:pt x="1769" y="6583"/>
                    <a:pt x="1569" y="7050"/>
                    <a:pt x="1302" y="7351"/>
                  </a:cubicBezTo>
                  <a:cubicBezTo>
                    <a:pt x="1269" y="7417"/>
                    <a:pt x="1168" y="7517"/>
                    <a:pt x="1135" y="7551"/>
                  </a:cubicBezTo>
                  <a:cubicBezTo>
                    <a:pt x="1102" y="7584"/>
                    <a:pt x="1068" y="7617"/>
                    <a:pt x="968" y="7684"/>
                  </a:cubicBezTo>
                  <a:cubicBezTo>
                    <a:pt x="935" y="7684"/>
                    <a:pt x="835" y="7718"/>
                    <a:pt x="802" y="7751"/>
                  </a:cubicBezTo>
                  <a:cubicBezTo>
                    <a:pt x="735" y="7751"/>
                    <a:pt x="668" y="7784"/>
                    <a:pt x="635" y="7784"/>
                  </a:cubicBezTo>
                  <a:cubicBezTo>
                    <a:pt x="601" y="7784"/>
                    <a:pt x="568" y="7851"/>
                    <a:pt x="501" y="7851"/>
                  </a:cubicBezTo>
                  <a:lnTo>
                    <a:pt x="335" y="7851"/>
                  </a:lnTo>
                  <a:cubicBezTo>
                    <a:pt x="101" y="7851"/>
                    <a:pt x="1" y="8218"/>
                    <a:pt x="335" y="8218"/>
                  </a:cubicBezTo>
                  <a:lnTo>
                    <a:pt x="568" y="8218"/>
                  </a:lnTo>
                  <a:cubicBezTo>
                    <a:pt x="601" y="8218"/>
                    <a:pt x="635" y="8185"/>
                    <a:pt x="735" y="8185"/>
                  </a:cubicBezTo>
                  <a:cubicBezTo>
                    <a:pt x="968" y="8118"/>
                    <a:pt x="1335" y="7918"/>
                    <a:pt x="1635" y="7584"/>
                  </a:cubicBezTo>
                  <a:cubicBezTo>
                    <a:pt x="1936" y="7251"/>
                    <a:pt x="2169" y="6817"/>
                    <a:pt x="2469" y="6350"/>
                  </a:cubicBezTo>
                  <a:cubicBezTo>
                    <a:pt x="2770" y="5883"/>
                    <a:pt x="3137" y="5383"/>
                    <a:pt x="3637" y="5082"/>
                  </a:cubicBezTo>
                  <a:cubicBezTo>
                    <a:pt x="3904" y="4916"/>
                    <a:pt x="4237" y="4849"/>
                    <a:pt x="4504" y="4782"/>
                  </a:cubicBezTo>
                  <a:lnTo>
                    <a:pt x="5138" y="4782"/>
                  </a:lnTo>
                  <a:cubicBezTo>
                    <a:pt x="5138" y="4782"/>
                    <a:pt x="5171" y="4849"/>
                    <a:pt x="5238" y="4849"/>
                  </a:cubicBezTo>
                  <a:cubicBezTo>
                    <a:pt x="5271" y="4882"/>
                    <a:pt x="5338" y="4882"/>
                    <a:pt x="5438" y="4916"/>
                  </a:cubicBezTo>
                  <a:cubicBezTo>
                    <a:pt x="5738" y="5049"/>
                    <a:pt x="6072" y="5249"/>
                    <a:pt x="6406" y="5416"/>
                  </a:cubicBezTo>
                  <a:cubicBezTo>
                    <a:pt x="6739" y="5583"/>
                    <a:pt x="7106" y="5749"/>
                    <a:pt x="7573" y="5783"/>
                  </a:cubicBezTo>
                  <a:cubicBezTo>
                    <a:pt x="7645" y="5804"/>
                    <a:pt x="7715" y="5811"/>
                    <a:pt x="7783" y="5811"/>
                  </a:cubicBezTo>
                  <a:cubicBezTo>
                    <a:pt x="7934" y="5811"/>
                    <a:pt x="8079" y="5773"/>
                    <a:pt x="8240" y="5749"/>
                  </a:cubicBezTo>
                  <a:cubicBezTo>
                    <a:pt x="8340" y="5716"/>
                    <a:pt x="8440" y="5716"/>
                    <a:pt x="8574" y="5616"/>
                  </a:cubicBezTo>
                  <a:cubicBezTo>
                    <a:pt x="8607" y="5583"/>
                    <a:pt x="8674" y="5549"/>
                    <a:pt x="8741" y="5516"/>
                  </a:cubicBezTo>
                  <a:lnTo>
                    <a:pt x="8841" y="5383"/>
                  </a:lnTo>
                  <a:cubicBezTo>
                    <a:pt x="9141" y="5082"/>
                    <a:pt x="9341" y="4749"/>
                    <a:pt x="9575" y="4449"/>
                  </a:cubicBezTo>
                  <a:cubicBezTo>
                    <a:pt x="9975" y="3848"/>
                    <a:pt x="10308" y="3214"/>
                    <a:pt x="10642" y="2681"/>
                  </a:cubicBezTo>
                  <a:cubicBezTo>
                    <a:pt x="10976" y="2114"/>
                    <a:pt x="11342" y="1513"/>
                    <a:pt x="11776" y="1046"/>
                  </a:cubicBezTo>
                  <a:cubicBezTo>
                    <a:pt x="11809" y="946"/>
                    <a:pt x="11910" y="913"/>
                    <a:pt x="11943" y="879"/>
                  </a:cubicBezTo>
                  <a:cubicBezTo>
                    <a:pt x="11976" y="846"/>
                    <a:pt x="12076" y="746"/>
                    <a:pt x="12110" y="746"/>
                  </a:cubicBezTo>
                  <a:cubicBezTo>
                    <a:pt x="12143" y="713"/>
                    <a:pt x="12343" y="679"/>
                    <a:pt x="12477" y="679"/>
                  </a:cubicBezTo>
                  <a:cubicBezTo>
                    <a:pt x="12539" y="665"/>
                    <a:pt x="12599" y="659"/>
                    <a:pt x="12657" y="659"/>
                  </a:cubicBezTo>
                  <a:cubicBezTo>
                    <a:pt x="12876" y="659"/>
                    <a:pt x="13066" y="754"/>
                    <a:pt x="13277" y="913"/>
                  </a:cubicBezTo>
                  <a:cubicBezTo>
                    <a:pt x="13778" y="1346"/>
                    <a:pt x="14111" y="2013"/>
                    <a:pt x="14411" y="2647"/>
                  </a:cubicBezTo>
                  <a:cubicBezTo>
                    <a:pt x="14678" y="3248"/>
                    <a:pt x="14945" y="3915"/>
                    <a:pt x="15179" y="4549"/>
                  </a:cubicBezTo>
                  <a:cubicBezTo>
                    <a:pt x="15679" y="5749"/>
                    <a:pt x="16179" y="6884"/>
                    <a:pt x="16813" y="7517"/>
                  </a:cubicBezTo>
                  <a:cubicBezTo>
                    <a:pt x="17113" y="7851"/>
                    <a:pt x="17447" y="8018"/>
                    <a:pt x="17680" y="8084"/>
                  </a:cubicBezTo>
                  <a:cubicBezTo>
                    <a:pt x="17814" y="8118"/>
                    <a:pt x="17914" y="8185"/>
                    <a:pt x="17981" y="8185"/>
                  </a:cubicBezTo>
                  <a:lnTo>
                    <a:pt x="18081" y="8185"/>
                  </a:lnTo>
                  <a:cubicBezTo>
                    <a:pt x="18347" y="8185"/>
                    <a:pt x="18314" y="7884"/>
                    <a:pt x="18047" y="7851"/>
                  </a:cubicBezTo>
                  <a:lnTo>
                    <a:pt x="17981" y="7851"/>
                  </a:lnTo>
                  <a:cubicBezTo>
                    <a:pt x="17947" y="7784"/>
                    <a:pt x="17847" y="7784"/>
                    <a:pt x="17780" y="7751"/>
                  </a:cubicBezTo>
                  <a:cubicBezTo>
                    <a:pt x="17547" y="7684"/>
                    <a:pt x="17313" y="7517"/>
                    <a:pt x="17047" y="7217"/>
                  </a:cubicBezTo>
                  <a:cubicBezTo>
                    <a:pt x="16546" y="6617"/>
                    <a:pt x="16113" y="5583"/>
                    <a:pt x="15646" y="4348"/>
                  </a:cubicBezTo>
                  <a:cubicBezTo>
                    <a:pt x="15445" y="3715"/>
                    <a:pt x="15179" y="3048"/>
                    <a:pt x="14878" y="2380"/>
                  </a:cubicBezTo>
                  <a:cubicBezTo>
                    <a:pt x="14545" y="1713"/>
                    <a:pt x="14278" y="1013"/>
                    <a:pt x="13611" y="412"/>
                  </a:cubicBezTo>
                  <a:cubicBezTo>
                    <a:pt x="13317" y="206"/>
                    <a:pt x="12919" y="0"/>
                    <a:pt x="125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01" name="Google Shape;2501;p21"/>
            <p:cNvSpPr/>
            <p:nvPr/>
          </p:nvSpPr>
          <p:spPr>
            <a:xfrm>
              <a:off x="4787750" y="4697975"/>
              <a:ext cx="24225" cy="10875"/>
            </a:xfrm>
            <a:custGeom>
              <a:avLst/>
              <a:gdLst/>
              <a:ahLst/>
              <a:cxnLst/>
              <a:rect l="l" t="t" r="r" b="b"/>
              <a:pathLst>
                <a:path w="969" h="435" extrusionOk="0">
                  <a:moveTo>
                    <a:pt x="501" y="0"/>
                  </a:moveTo>
                  <a:cubicBezTo>
                    <a:pt x="301" y="0"/>
                    <a:pt x="34" y="167"/>
                    <a:pt x="34" y="167"/>
                  </a:cubicBezTo>
                  <a:cubicBezTo>
                    <a:pt x="1" y="167"/>
                    <a:pt x="67" y="401"/>
                    <a:pt x="67" y="401"/>
                  </a:cubicBezTo>
                  <a:cubicBezTo>
                    <a:pt x="67" y="401"/>
                    <a:pt x="334" y="434"/>
                    <a:pt x="501" y="434"/>
                  </a:cubicBezTo>
                  <a:cubicBezTo>
                    <a:pt x="668" y="434"/>
                    <a:pt x="901" y="334"/>
                    <a:pt x="901" y="334"/>
                  </a:cubicBezTo>
                  <a:cubicBezTo>
                    <a:pt x="901" y="334"/>
                    <a:pt x="901" y="100"/>
                    <a:pt x="968" y="100"/>
                  </a:cubicBezTo>
                  <a:cubicBezTo>
                    <a:pt x="968" y="100"/>
                    <a:pt x="668" y="0"/>
                    <a:pt x="5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02" name="Google Shape;2502;p21"/>
            <p:cNvSpPr/>
            <p:nvPr/>
          </p:nvSpPr>
          <p:spPr>
            <a:xfrm>
              <a:off x="4793600" y="4717150"/>
              <a:ext cx="27550" cy="12525"/>
            </a:xfrm>
            <a:custGeom>
              <a:avLst/>
              <a:gdLst/>
              <a:ahLst/>
              <a:cxnLst/>
              <a:rect l="l" t="t" r="r" b="b"/>
              <a:pathLst>
                <a:path w="1102" h="501" extrusionOk="0">
                  <a:moveTo>
                    <a:pt x="567" y="1"/>
                  </a:moveTo>
                  <a:cubicBezTo>
                    <a:pt x="334" y="1"/>
                    <a:pt x="0" y="134"/>
                    <a:pt x="0" y="134"/>
                  </a:cubicBezTo>
                  <a:lnTo>
                    <a:pt x="0" y="401"/>
                  </a:lnTo>
                  <a:cubicBezTo>
                    <a:pt x="0" y="401"/>
                    <a:pt x="334" y="501"/>
                    <a:pt x="567" y="501"/>
                  </a:cubicBezTo>
                  <a:cubicBezTo>
                    <a:pt x="767" y="501"/>
                    <a:pt x="1101" y="401"/>
                    <a:pt x="1101" y="401"/>
                  </a:cubicBezTo>
                  <a:lnTo>
                    <a:pt x="1101" y="134"/>
                  </a:lnTo>
                  <a:cubicBezTo>
                    <a:pt x="1101" y="134"/>
                    <a:pt x="767" y="1"/>
                    <a:pt x="5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03" name="Google Shape;2503;p21"/>
            <p:cNvSpPr/>
            <p:nvPr/>
          </p:nvSpPr>
          <p:spPr>
            <a:xfrm>
              <a:off x="4811950" y="4743850"/>
              <a:ext cx="14200" cy="12525"/>
            </a:xfrm>
            <a:custGeom>
              <a:avLst/>
              <a:gdLst/>
              <a:ahLst/>
              <a:cxnLst/>
              <a:rect l="l" t="t" r="r" b="b"/>
              <a:pathLst>
                <a:path w="568" h="501" extrusionOk="0">
                  <a:moveTo>
                    <a:pt x="267" y="0"/>
                  </a:moveTo>
                  <a:cubicBezTo>
                    <a:pt x="167" y="0"/>
                    <a:pt x="0" y="100"/>
                    <a:pt x="0" y="100"/>
                  </a:cubicBezTo>
                  <a:lnTo>
                    <a:pt x="0" y="367"/>
                  </a:lnTo>
                  <a:cubicBezTo>
                    <a:pt x="0" y="367"/>
                    <a:pt x="167" y="500"/>
                    <a:pt x="267" y="500"/>
                  </a:cubicBezTo>
                  <a:cubicBezTo>
                    <a:pt x="400" y="500"/>
                    <a:pt x="567" y="367"/>
                    <a:pt x="567" y="367"/>
                  </a:cubicBezTo>
                  <a:lnTo>
                    <a:pt x="567" y="100"/>
                  </a:lnTo>
                  <a:cubicBezTo>
                    <a:pt x="567" y="100"/>
                    <a:pt x="400"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04" name="Google Shape;2504;p21"/>
            <p:cNvSpPr/>
            <p:nvPr/>
          </p:nvSpPr>
          <p:spPr>
            <a:xfrm>
              <a:off x="4830275" y="4766350"/>
              <a:ext cx="27550" cy="14300"/>
            </a:xfrm>
            <a:custGeom>
              <a:avLst/>
              <a:gdLst/>
              <a:ahLst/>
              <a:cxnLst/>
              <a:rect l="l" t="t" r="r" b="b"/>
              <a:pathLst>
                <a:path w="1102" h="572" extrusionOk="0">
                  <a:moveTo>
                    <a:pt x="835" y="1"/>
                  </a:moveTo>
                  <a:cubicBezTo>
                    <a:pt x="835" y="1"/>
                    <a:pt x="635" y="34"/>
                    <a:pt x="468" y="101"/>
                  </a:cubicBezTo>
                  <a:cubicBezTo>
                    <a:pt x="301" y="134"/>
                    <a:pt x="1" y="234"/>
                    <a:pt x="1" y="234"/>
                  </a:cubicBezTo>
                  <a:lnTo>
                    <a:pt x="1" y="501"/>
                  </a:lnTo>
                  <a:cubicBezTo>
                    <a:pt x="1" y="501"/>
                    <a:pt x="177" y="572"/>
                    <a:pt x="376" y="572"/>
                  </a:cubicBezTo>
                  <a:cubicBezTo>
                    <a:pt x="451" y="572"/>
                    <a:pt x="529" y="562"/>
                    <a:pt x="601" y="534"/>
                  </a:cubicBezTo>
                  <a:cubicBezTo>
                    <a:pt x="701" y="534"/>
                    <a:pt x="868" y="468"/>
                    <a:pt x="968" y="334"/>
                  </a:cubicBezTo>
                  <a:cubicBezTo>
                    <a:pt x="1035" y="268"/>
                    <a:pt x="1102" y="134"/>
                    <a:pt x="1102" y="134"/>
                  </a:cubicBezTo>
                  <a:cubicBezTo>
                    <a:pt x="1035" y="101"/>
                    <a:pt x="868" y="1"/>
                    <a:pt x="8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05" name="Google Shape;2505;p21"/>
            <p:cNvSpPr/>
            <p:nvPr/>
          </p:nvSpPr>
          <p:spPr>
            <a:xfrm>
              <a:off x="4972050" y="4750175"/>
              <a:ext cx="27550" cy="12400"/>
            </a:xfrm>
            <a:custGeom>
              <a:avLst/>
              <a:gdLst/>
              <a:ahLst/>
              <a:cxnLst/>
              <a:rect l="l" t="t" r="r" b="b"/>
              <a:pathLst>
                <a:path w="1102" h="496" extrusionOk="0">
                  <a:moveTo>
                    <a:pt x="494" y="1"/>
                  </a:moveTo>
                  <a:cubicBezTo>
                    <a:pt x="396" y="1"/>
                    <a:pt x="299" y="32"/>
                    <a:pt x="201" y="81"/>
                  </a:cubicBezTo>
                  <a:cubicBezTo>
                    <a:pt x="101" y="114"/>
                    <a:pt x="1" y="181"/>
                    <a:pt x="1" y="181"/>
                  </a:cubicBezTo>
                  <a:lnTo>
                    <a:pt x="134" y="414"/>
                  </a:lnTo>
                  <a:cubicBezTo>
                    <a:pt x="134" y="414"/>
                    <a:pt x="334" y="448"/>
                    <a:pt x="501" y="481"/>
                  </a:cubicBezTo>
                  <a:cubicBezTo>
                    <a:pt x="557" y="492"/>
                    <a:pt x="631" y="496"/>
                    <a:pt x="705" y="496"/>
                  </a:cubicBezTo>
                  <a:cubicBezTo>
                    <a:pt x="853" y="496"/>
                    <a:pt x="1001" y="481"/>
                    <a:pt x="1001" y="481"/>
                  </a:cubicBezTo>
                  <a:cubicBezTo>
                    <a:pt x="1035" y="448"/>
                    <a:pt x="1101" y="247"/>
                    <a:pt x="1035" y="247"/>
                  </a:cubicBezTo>
                  <a:cubicBezTo>
                    <a:pt x="1035" y="247"/>
                    <a:pt x="801" y="81"/>
                    <a:pt x="601" y="14"/>
                  </a:cubicBezTo>
                  <a:cubicBezTo>
                    <a:pt x="565" y="5"/>
                    <a:pt x="530" y="1"/>
                    <a:pt x="4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06" name="Google Shape;2506;p21"/>
            <p:cNvSpPr/>
            <p:nvPr/>
          </p:nvSpPr>
          <p:spPr>
            <a:xfrm>
              <a:off x="4985400" y="4788025"/>
              <a:ext cx="31700" cy="11700"/>
            </a:xfrm>
            <a:custGeom>
              <a:avLst/>
              <a:gdLst/>
              <a:ahLst/>
              <a:cxnLst/>
              <a:rect l="l" t="t" r="r" b="b"/>
              <a:pathLst>
                <a:path w="1268" h="468" extrusionOk="0">
                  <a:moveTo>
                    <a:pt x="634" y="1"/>
                  </a:moveTo>
                  <a:cubicBezTo>
                    <a:pt x="501" y="1"/>
                    <a:pt x="334" y="68"/>
                    <a:pt x="234" y="134"/>
                  </a:cubicBezTo>
                  <a:cubicBezTo>
                    <a:pt x="100" y="168"/>
                    <a:pt x="0" y="268"/>
                    <a:pt x="0" y="268"/>
                  </a:cubicBezTo>
                  <a:lnTo>
                    <a:pt x="134" y="468"/>
                  </a:lnTo>
                  <a:lnTo>
                    <a:pt x="634" y="468"/>
                  </a:lnTo>
                  <a:cubicBezTo>
                    <a:pt x="768" y="468"/>
                    <a:pt x="934" y="435"/>
                    <a:pt x="1068" y="401"/>
                  </a:cubicBezTo>
                  <a:cubicBezTo>
                    <a:pt x="1168" y="335"/>
                    <a:pt x="1268" y="268"/>
                    <a:pt x="1268" y="268"/>
                  </a:cubicBezTo>
                  <a:lnTo>
                    <a:pt x="1168" y="68"/>
                  </a:lnTo>
                  <a:lnTo>
                    <a:pt x="1001" y="68"/>
                  </a:lnTo>
                  <a:cubicBezTo>
                    <a:pt x="901" y="68"/>
                    <a:pt x="768" y="1"/>
                    <a:pt x="6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07" name="Google Shape;2507;p21"/>
            <p:cNvSpPr/>
            <p:nvPr/>
          </p:nvSpPr>
          <p:spPr>
            <a:xfrm>
              <a:off x="4986225" y="4769700"/>
              <a:ext cx="23375" cy="12525"/>
            </a:xfrm>
            <a:custGeom>
              <a:avLst/>
              <a:gdLst/>
              <a:ahLst/>
              <a:cxnLst/>
              <a:rect l="l" t="t" r="r" b="b"/>
              <a:pathLst>
                <a:path w="935" h="501" extrusionOk="0">
                  <a:moveTo>
                    <a:pt x="434" y="0"/>
                  </a:moveTo>
                  <a:cubicBezTo>
                    <a:pt x="268" y="0"/>
                    <a:pt x="1" y="100"/>
                    <a:pt x="1" y="100"/>
                  </a:cubicBezTo>
                  <a:lnTo>
                    <a:pt x="1" y="367"/>
                  </a:lnTo>
                  <a:cubicBezTo>
                    <a:pt x="1" y="367"/>
                    <a:pt x="301" y="500"/>
                    <a:pt x="468" y="500"/>
                  </a:cubicBezTo>
                  <a:cubicBezTo>
                    <a:pt x="668" y="500"/>
                    <a:pt x="935" y="334"/>
                    <a:pt x="935" y="334"/>
                  </a:cubicBezTo>
                  <a:cubicBezTo>
                    <a:pt x="935" y="300"/>
                    <a:pt x="901" y="67"/>
                    <a:pt x="835" y="33"/>
                  </a:cubicBezTo>
                  <a:cubicBezTo>
                    <a:pt x="835" y="33"/>
                    <a:pt x="601" y="0"/>
                    <a:pt x="4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08" name="Google Shape;2508;p21"/>
            <p:cNvSpPr/>
            <p:nvPr/>
          </p:nvSpPr>
          <p:spPr>
            <a:xfrm>
              <a:off x="4993725" y="4816150"/>
              <a:ext cx="31725" cy="13600"/>
            </a:xfrm>
            <a:custGeom>
              <a:avLst/>
              <a:gdLst/>
              <a:ahLst/>
              <a:cxnLst/>
              <a:rect l="l" t="t" r="r" b="b"/>
              <a:pathLst>
                <a:path w="1269" h="544" extrusionOk="0">
                  <a:moveTo>
                    <a:pt x="803" y="1"/>
                  </a:moveTo>
                  <a:cubicBezTo>
                    <a:pt x="746" y="1"/>
                    <a:pt x="688" y="3"/>
                    <a:pt x="635" y="10"/>
                  </a:cubicBezTo>
                  <a:cubicBezTo>
                    <a:pt x="501" y="43"/>
                    <a:pt x="335" y="110"/>
                    <a:pt x="234" y="177"/>
                  </a:cubicBezTo>
                  <a:cubicBezTo>
                    <a:pt x="101" y="277"/>
                    <a:pt x="1" y="344"/>
                    <a:pt x="1" y="344"/>
                  </a:cubicBezTo>
                  <a:lnTo>
                    <a:pt x="134" y="544"/>
                  </a:lnTo>
                  <a:cubicBezTo>
                    <a:pt x="134" y="544"/>
                    <a:pt x="234" y="510"/>
                    <a:pt x="335" y="510"/>
                  </a:cubicBezTo>
                  <a:cubicBezTo>
                    <a:pt x="385" y="494"/>
                    <a:pt x="451" y="494"/>
                    <a:pt x="514" y="494"/>
                  </a:cubicBezTo>
                  <a:cubicBezTo>
                    <a:pt x="576" y="494"/>
                    <a:pt x="635" y="494"/>
                    <a:pt x="668" y="477"/>
                  </a:cubicBezTo>
                  <a:cubicBezTo>
                    <a:pt x="902" y="444"/>
                    <a:pt x="1269" y="277"/>
                    <a:pt x="1269" y="277"/>
                  </a:cubicBezTo>
                  <a:cubicBezTo>
                    <a:pt x="1269" y="277"/>
                    <a:pt x="1235" y="43"/>
                    <a:pt x="1269" y="43"/>
                  </a:cubicBezTo>
                  <a:cubicBezTo>
                    <a:pt x="1269" y="43"/>
                    <a:pt x="1034" y="1"/>
                    <a:pt x="8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09" name="Google Shape;2509;p21"/>
            <p:cNvSpPr/>
            <p:nvPr/>
          </p:nvSpPr>
          <p:spPr>
            <a:xfrm>
              <a:off x="5013750" y="4835575"/>
              <a:ext cx="31725" cy="16700"/>
            </a:xfrm>
            <a:custGeom>
              <a:avLst/>
              <a:gdLst/>
              <a:ahLst/>
              <a:cxnLst/>
              <a:rect l="l" t="t" r="r" b="b"/>
              <a:pathLst>
                <a:path w="1269" h="668" extrusionOk="0">
                  <a:moveTo>
                    <a:pt x="1068" y="0"/>
                  </a:moveTo>
                  <a:cubicBezTo>
                    <a:pt x="1068" y="0"/>
                    <a:pt x="701" y="0"/>
                    <a:pt x="501" y="67"/>
                  </a:cubicBezTo>
                  <a:cubicBezTo>
                    <a:pt x="401" y="100"/>
                    <a:pt x="234" y="200"/>
                    <a:pt x="167" y="267"/>
                  </a:cubicBezTo>
                  <a:lnTo>
                    <a:pt x="1" y="434"/>
                  </a:lnTo>
                  <a:lnTo>
                    <a:pt x="134" y="667"/>
                  </a:lnTo>
                  <a:cubicBezTo>
                    <a:pt x="134" y="667"/>
                    <a:pt x="201" y="601"/>
                    <a:pt x="334" y="601"/>
                  </a:cubicBezTo>
                  <a:cubicBezTo>
                    <a:pt x="401" y="567"/>
                    <a:pt x="601" y="567"/>
                    <a:pt x="668" y="534"/>
                  </a:cubicBezTo>
                  <a:cubicBezTo>
                    <a:pt x="868" y="434"/>
                    <a:pt x="1201" y="234"/>
                    <a:pt x="1201" y="234"/>
                  </a:cubicBezTo>
                  <a:cubicBezTo>
                    <a:pt x="1268" y="234"/>
                    <a:pt x="1168" y="34"/>
                    <a:pt x="10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10" name="Google Shape;2510;p21"/>
            <p:cNvSpPr/>
            <p:nvPr/>
          </p:nvSpPr>
          <p:spPr>
            <a:xfrm>
              <a:off x="5030425" y="4861425"/>
              <a:ext cx="20875" cy="13375"/>
            </a:xfrm>
            <a:custGeom>
              <a:avLst/>
              <a:gdLst/>
              <a:ahLst/>
              <a:cxnLst/>
              <a:rect l="l" t="t" r="r" b="b"/>
              <a:pathLst>
                <a:path w="835" h="535" extrusionOk="0">
                  <a:moveTo>
                    <a:pt x="801" y="0"/>
                  </a:moveTo>
                  <a:cubicBezTo>
                    <a:pt x="801" y="0"/>
                    <a:pt x="534" y="0"/>
                    <a:pt x="368" y="34"/>
                  </a:cubicBezTo>
                  <a:cubicBezTo>
                    <a:pt x="234" y="134"/>
                    <a:pt x="34" y="301"/>
                    <a:pt x="34" y="301"/>
                  </a:cubicBezTo>
                  <a:cubicBezTo>
                    <a:pt x="1" y="301"/>
                    <a:pt x="101" y="534"/>
                    <a:pt x="101" y="534"/>
                  </a:cubicBezTo>
                  <a:cubicBezTo>
                    <a:pt x="101" y="534"/>
                    <a:pt x="334" y="534"/>
                    <a:pt x="501" y="501"/>
                  </a:cubicBezTo>
                  <a:cubicBezTo>
                    <a:pt x="668" y="467"/>
                    <a:pt x="835" y="234"/>
                    <a:pt x="835" y="234"/>
                  </a:cubicBezTo>
                  <a:cubicBezTo>
                    <a:pt x="835" y="234"/>
                    <a:pt x="801" y="34"/>
                    <a:pt x="8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11" name="Google Shape;2511;p21"/>
            <p:cNvSpPr/>
            <p:nvPr/>
          </p:nvSpPr>
          <p:spPr>
            <a:xfrm>
              <a:off x="5066300" y="4913125"/>
              <a:ext cx="25875" cy="12525"/>
            </a:xfrm>
            <a:custGeom>
              <a:avLst/>
              <a:gdLst/>
              <a:ahLst/>
              <a:cxnLst/>
              <a:rect l="l" t="t" r="r" b="b"/>
              <a:pathLst>
                <a:path w="1035" h="501" extrusionOk="0">
                  <a:moveTo>
                    <a:pt x="500" y="1"/>
                  </a:moveTo>
                  <a:cubicBezTo>
                    <a:pt x="267" y="67"/>
                    <a:pt x="0" y="167"/>
                    <a:pt x="0" y="167"/>
                  </a:cubicBezTo>
                  <a:lnTo>
                    <a:pt x="0" y="434"/>
                  </a:lnTo>
                  <a:cubicBezTo>
                    <a:pt x="0" y="434"/>
                    <a:pt x="334" y="501"/>
                    <a:pt x="534" y="501"/>
                  </a:cubicBezTo>
                  <a:cubicBezTo>
                    <a:pt x="734" y="468"/>
                    <a:pt x="1034" y="334"/>
                    <a:pt x="1034" y="334"/>
                  </a:cubicBezTo>
                  <a:lnTo>
                    <a:pt x="1034" y="101"/>
                  </a:lnTo>
                  <a:cubicBezTo>
                    <a:pt x="1034" y="101"/>
                    <a:pt x="701" y="1"/>
                    <a:pt x="5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12" name="Google Shape;2512;p21"/>
            <p:cNvSpPr/>
            <p:nvPr/>
          </p:nvSpPr>
          <p:spPr>
            <a:xfrm>
              <a:off x="5042100" y="4889775"/>
              <a:ext cx="25875" cy="17025"/>
            </a:xfrm>
            <a:custGeom>
              <a:avLst/>
              <a:gdLst/>
              <a:ahLst/>
              <a:cxnLst/>
              <a:rect l="l" t="t" r="r" b="b"/>
              <a:pathLst>
                <a:path w="1035" h="681" extrusionOk="0">
                  <a:moveTo>
                    <a:pt x="868" y="1"/>
                  </a:moveTo>
                  <a:cubicBezTo>
                    <a:pt x="868" y="1"/>
                    <a:pt x="534" y="67"/>
                    <a:pt x="401" y="167"/>
                  </a:cubicBezTo>
                  <a:cubicBezTo>
                    <a:pt x="334" y="167"/>
                    <a:pt x="234" y="234"/>
                    <a:pt x="167" y="267"/>
                  </a:cubicBezTo>
                  <a:lnTo>
                    <a:pt x="1" y="367"/>
                  </a:lnTo>
                  <a:lnTo>
                    <a:pt x="1" y="601"/>
                  </a:lnTo>
                  <a:cubicBezTo>
                    <a:pt x="1" y="601"/>
                    <a:pt x="67" y="668"/>
                    <a:pt x="201" y="668"/>
                  </a:cubicBezTo>
                  <a:cubicBezTo>
                    <a:pt x="237" y="677"/>
                    <a:pt x="275" y="681"/>
                    <a:pt x="314" y="681"/>
                  </a:cubicBezTo>
                  <a:cubicBezTo>
                    <a:pt x="421" y="681"/>
                    <a:pt x="537" y="650"/>
                    <a:pt x="634" y="601"/>
                  </a:cubicBezTo>
                  <a:cubicBezTo>
                    <a:pt x="868" y="501"/>
                    <a:pt x="1035" y="201"/>
                    <a:pt x="1035" y="201"/>
                  </a:cubicBezTo>
                  <a:cubicBezTo>
                    <a:pt x="1035" y="201"/>
                    <a:pt x="901" y="34"/>
                    <a:pt x="8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13" name="Google Shape;2513;p21"/>
            <p:cNvSpPr/>
            <p:nvPr/>
          </p:nvSpPr>
          <p:spPr>
            <a:xfrm>
              <a:off x="4116450" y="4858075"/>
              <a:ext cx="18375" cy="12550"/>
            </a:xfrm>
            <a:custGeom>
              <a:avLst/>
              <a:gdLst/>
              <a:ahLst/>
              <a:cxnLst/>
              <a:rect l="l" t="t" r="r" b="b"/>
              <a:pathLst>
                <a:path w="735" h="502" extrusionOk="0">
                  <a:moveTo>
                    <a:pt x="334" y="1"/>
                  </a:moveTo>
                  <a:cubicBezTo>
                    <a:pt x="234" y="34"/>
                    <a:pt x="134" y="101"/>
                    <a:pt x="67" y="168"/>
                  </a:cubicBezTo>
                  <a:cubicBezTo>
                    <a:pt x="34" y="234"/>
                    <a:pt x="0" y="301"/>
                    <a:pt x="0" y="301"/>
                  </a:cubicBezTo>
                  <a:lnTo>
                    <a:pt x="134" y="501"/>
                  </a:lnTo>
                  <a:lnTo>
                    <a:pt x="467" y="501"/>
                  </a:lnTo>
                  <a:cubicBezTo>
                    <a:pt x="501" y="501"/>
                    <a:pt x="534" y="468"/>
                    <a:pt x="634" y="435"/>
                  </a:cubicBezTo>
                  <a:cubicBezTo>
                    <a:pt x="701" y="368"/>
                    <a:pt x="734" y="335"/>
                    <a:pt x="734" y="335"/>
                  </a:cubicBezTo>
                  <a:lnTo>
                    <a:pt x="734" y="34"/>
                  </a:lnTo>
                  <a:cubicBezTo>
                    <a:pt x="734" y="34"/>
                    <a:pt x="701" y="34"/>
                    <a:pt x="6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14" name="Google Shape;2514;p21"/>
            <p:cNvSpPr/>
            <p:nvPr/>
          </p:nvSpPr>
          <p:spPr>
            <a:xfrm>
              <a:off x="4125625" y="4868925"/>
              <a:ext cx="16700" cy="16700"/>
            </a:xfrm>
            <a:custGeom>
              <a:avLst/>
              <a:gdLst/>
              <a:ahLst/>
              <a:cxnLst/>
              <a:rect l="l" t="t" r="r" b="b"/>
              <a:pathLst>
                <a:path w="668" h="668" extrusionOk="0">
                  <a:moveTo>
                    <a:pt x="534" y="1"/>
                  </a:moveTo>
                  <a:cubicBezTo>
                    <a:pt x="534" y="1"/>
                    <a:pt x="300" y="67"/>
                    <a:pt x="167" y="167"/>
                  </a:cubicBezTo>
                  <a:cubicBezTo>
                    <a:pt x="34" y="267"/>
                    <a:pt x="0" y="534"/>
                    <a:pt x="0" y="534"/>
                  </a:cubicBezTo>
                  <a:cubicBezTo>
                    <a:pt x="0" y="534"/>
                    <a:pt x="167" y="668"/>
                    <a:pt x="200" y="668"/>
                  </a:cubicBezTo>
                  <a:cubicBezTo>
                    <a:pt x="200" y="668"/>
                    <a:pt x="434" y="568"/>
                    <a:pt x="501" y="501"/>
                  </a:cubicBezTo>
                  <a:cubicBezTo>
                    <a:pt x="601" y="401"/>
                    <a:pt x="667" y="201"/>
                    <a:pt x="667" y="201"/>
                  </a:cubicBezTo>
                  <a:lnTo>
                    <a:pt x="53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15" name="Google Shape;2515;p21"/>
            <p:cNvSpPr/>
            <p:nvPr/>
          </p:nvSpPr>
          <p:spPr>
            <a:xfrm>
              <a:off x="4141450" y="4883100"/>
              <a:ext cx="13375" cy="17550"/>
            </a:xfrm>
            <a:custGeom>
              <a:avLst/>
              <a:gdLst/>
              <a:ahLst/>
              <a:cxnLst/>
              <a:rect l="l" t="t" r="r" b="b"/>
              <a:pathLst>
                <a:path w="535" h="702" extrusionOk="0">
                  <a:moveTo>
                    <a:pt x="301" y="1"/>
                  </a:moveTo>
                  <a:cubicBezTo>
                    <a:pt x="301" y="1"/>
                    <a:pt x="68" y="134"/>
                    <a:pt x="34" y="268"/>
                  </a:cubicBezTo>
                  <a:cubicBezTo>
                    <a:pt x="1" y="368"/>
                    <a:pt x="1" y="634"/>
                    <a:pt x="1" y="634"/>
                  </a:cubicBezTo>
                  <a:cubicBezTo>
                    <a:pt x="1" y="634"/>
                    <a:pt x="201" y="668"/>
                    <a:pt x="234" y="701"/>
                  </a:cubicBezTo>
                  <a:cubicBezTo>
                    <a:pt x="234" y="701"/>
                    <a:pt x="468" y="601"/>
                    <a:pt x="501" y="468"/>
                  </a:cubicBezTo>
                  <a:cubicBezTo>
                    <a:pt x="535" y="334"/>
                    <a:pt x="535" y="101"/>
                    <a:pt x="535" y="101"/>
                  </a:cubicBezTo>
                  <a:lnTo>
                    <a:pt x="3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16" name="Google Shape;2516;p21"/>
            <p:cNvSpPr/>
            <p:nvPr/>
          </p:nvSpPr>
          <p:spPr>
            <a:xfrm>
              <a:off x="4289075" y="4866425"/>
              <a:ext cx="15850" cy="20875"/>
            </a:xfrm>
            <a:custGeom>
              <a:avLst/>
              <a:gdLst/>
              <a:ahLst/>
              <a:cxnLst/>
              <a:rect l="l" t="t" r="r" b="b"/>
              <a:pathLst>
                <a:path w="634" h="835" extrusionOk="0">
                  <a:moveTo>
                    <a:pt x="501" y="1"/>
                  </a:moveTo>
                  <a:lnTo>
                    <a:pt x="334" y="101"/>
                  </a:lnTo>
                  <a:cubicBezTo>
                    <a:pt x="267" y="134"/>
                    <a:pt x="167" y="201"/>
                    <a:pt x="134" y="301"/>
                  </a:cubicBezTo>
                  <a:cubicBezTo>
                    <a:pt x="67" y="468"/>
                    <a:pt x="0" y="668"/>
                    <a:pt x="0" y="668"/>
                  </a:cubicBezTo>
                  <a:cubicBezTo>
                    <a:pt x="0" y="701"/>
                    <a:pt x="167" y="834"/>
                    <a:pt x="167" y="834"/>
                  </a:cubicBezTo>
                  <a:cubicBezTo>
                    <a:pt x="167" y="834"/>
                    <a:pt x="234" y="801"/>
                    <a:pt x="300" y="768"/>
                  </a:cubicBezTo>
                  <a:cubicBezTo>
                    <a:pt x="400" y="668"/>
                    <a:pt x="467" y="634"/>
                    <a:pt x="501" y="534"/>
                  </a:cubicBezTo>
                  <a:cubicBezTo>
                    <a:pt x="601" y="434"/>
                    <a:pt x="634" y="201"/>
                    <a:pt x="634" y="201"/>
                  </a:cubicBezTo>
                  <a:lnTo>
                    <a:pt x="5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17" name="Google Shape;2517;p21"/>
            <p:cNvSpPr/>
            <p:nvPr/>
          </p:nvSpPr>
          <p:spPr>
            <a:xfrm>
              <a:off x="4308250" y="4888100"/>
              <a:ext cx="17525" cy="27550"/>
            </a:xfrm>
            <a:custGeom>
              <a:avLst/>
              <a:gdLst/>
              <a:ahLst/>
              <a:cxnLst/>
              <a:rect l="l" t="t" r="r" b="b"/>
              <a:pathLst>
                <a:path w="701" h="1102" extrusionOk="0">
                  <a:moveTo>
                    <a:pt x="401" y="1"/>
                  </a:moveTo>
                  <a:cubicBezTo>
                    <a:pt x="401" y="1"/>
                    <a:pt x="301" y="268"/>
                    <a:pt x="167" y="434"/>
                  </a:cubicBezTo>
                  <a:cubicBezTo>
                    <a:pt x="134" y="501"/>
                    <a:pt x="67" y="635"/>
                    <a:pt x="34" y="768"/>
                  </a:cubicBezTo>
                  <a:cubicBezTo>
                    <a:pt x="0" y="901"/>
                    <a:pt x="0" y="968"/>
                    <a:pt x="0" y="968"/>
                  </a:cubicBezTo>
                  <a:cubicBezTo>
                    <a:pt x="0" y="968"/>
                    <a:pt x="201" y="1068"/>
                    <a:pt x="301" y="1102"/>
                  </a:cubicBezTo>
                  <a:lnTo>
                    <a:pt x="401" y="968"/>
                  </a:lnTo>
                  <a:cubicBezTo>
                    <a:pt x="467" y="901"/>
                    <a:pt x="567" y="768"/>
                    <a:pt x="634" y="668"/>
                  </a:cubicBezTo>
                  <a:cubicBezTo>
                    <a:pt x="668" y="568"/>
                    <a:pt x="701" y="401"/>
                    <a:pt x="701" y="268"/>
                  </a:cubicBezTo>
                  <a:cubicBezTo>
                    <a:pt x="701" y="134"/>
                    <a:pt x="668" y="1"/>
                    <a:pt x="6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18" name="Google Shape;2518;p21"/>
            <p:cNvSpPr/>
            <p:nvPr/>
          </p:nvSpPr>
          <p:spPr>
            <a:xfrm>
              <a:off x="4326600" y="4920625"/>
              <a:ext cx="14200" cy="20875"/>
            </a:xfrm>
            <a:custGeom>
              <a:avLst/>
              <a:gdLst/>
              <a:ahLst/>
              <a:cxnLst/>
              <a:rect l="l" t="t" r="r" b="b"/>
              <a:pathLst>
                <a:path w="568" h="835" extrusionOk="0">
                  <a:moveTo>
                    <a:pt x="267" y="1"/>
                  </a:moveTo>
                  <a:cubicBezTo>
                    <a:pt x="267" y="1"/>
                    <a:pt x="234" y="34"/>
                    <a:pt x="167" y="134"/>
                  </a:cubicBezTo>
                  <a:cubicBezTo>
                    <a:pt x="134" y="168"/>
                    <a:pt x="67" y="268"/>
                    <a:pt x="67" y="334"/>
                  </a:cubicBezTo>
                  <a:cubicBezTo>
                    <a:pt x="0" y="501"/>
                    <a:pt x="67" y="801"/>
                    <a:pt x="67" y="801"/>
                  </a:cubicBezTo>
                  <a:cubicBezTo>
                    <a:pt x="100" y="801"/>
                    <a:pt x="300" y="835"/>
                    <a:pt x="300" y="835"/>
                  </a:cubicBezTo>
                  <a:cubicBezTo>
                    <a:pt x="300" y="835"/>
                    <a:pt x="501" y="635"/>
                    <a:pt x="567" y="468"/>
                  </a:cubicBezTo>
                  <a:lnTo>
                    <a:pt x="567" y="168"/>
                  </a:lnTo>
                  <a:cubicBezTo>
                    <a:pt x="567" y="101"/>
                    <a:pt x="501" y="1"/>
                    <a:pt x="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19" name="Google Shape;2519;p21"/>
            <p:cNvSpPr/>
            <p:nvPr/>
          </p:nvSpPr>
          <p:spPr>
            <a:xfrm>
              <a:off x="4344100" y="4954825"/>
              <a:ext cx="13375" cy="20025"/>
            </a:xfrm>
            <a:custGeom>
              <a:avLst/>
              <a:gdLst/>
              <a:ahLst/>
              <a:cxnLst/>
              <a:rect l="l" t="t" r="r" b="b"/>
              <a:pathLst>
                <a:path w="535" h="801" extrusionOk="0">
                  <a:moveTo>
                    <a:pt x="168" y="0"/>
                  </a:moveTo>
                  <a:cubicBezTo>
                    <a:pt x="168" y="0"/>
                    <a:pt x="134" y="67"/>
                    <a:pt x="101" y="134"/>
                  </a:cubicBezTo>
                  <a:cubicBezTo>
                    <a:pt x="67" y="234"/>
                    <a:pt x="1" y="267"/>
                    <a:pt x="1" y="334"/>
                  </a:cubicBezTo>
                  <a:cubicBezTo>
                    <a:pt x="1" y="467"/>
                    <a:pt x="67" y="734"/>
                    <a:pt x="67" y="734"/>
                  </a:cubicBezTo>
                  <a:cubicBezTo>
                    <a:pt x="67" y="768"/>
                    <a:pt x="268" y="801"/>
                    <a:pt x="301" y="801"/>
                  </a:cubicBezTo>
                  <a:cubicBezTo>
                    <a:pt x="301" y="801"/>
                    <a:pt x="468" y="634"/>
                    <a:pt x="534" y="467"/>
                  </a:cubicBezTo>
                  <a:cubicBezTo>
                    <a:pt x="534" y="401"/>
                    <a:pt x="468" y="267"/>
                    <a:pt x="468" y="167"/>
                  </a:cubicBezTo>
                  <a:cubicBezTo>
                    <a:pt x="468" y="67"/>
                    <a:pt x="434" y="0"/>
                    <a:pt x="4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20" name="Google Shape;2520;p21"/>
            <p:cNvSpPr/>
            <p:nvPr/>
          </p:nvSpPr>
          <p:spPr>
            <a:xfrm>
              <a:off x="4366625" y="4992350"/>
              <a:ext cx="13375" cy="18375"/>
            </a:xfrm>
            <a:custGeom>
              <a:avLst/>
              <a:gdLst/>
              <a:ahLst/>
              <a:cxnLst/>
              <a:rect l="l" t="t" r="r" b="b"/>
              <a:pathLst>
                <a:path w="535" h="735" extrusionOk="0">
                  <a:moveTo>
                    <a:pt x="201" y="0"/>
                  </a:moveTo>
                  <a:cubicBezTo>
                    <a:pt x="201" y="0"/>
                    <a:pt x="67" y="167"/>
                    <a:pt x="34" y="267"/>
                  </a:cubicBezTo>
                  <a:cubicBezTo>
                    <a:pt x="0" y="401"/>
                    <a:pt x="0" y="634"/>
                    <a:pt x="0" y="634"/>
                  </a:cubicBezTo>
                  <a:cubicBezTo>
                    <a:pt x="34" y="634"/>
                    <a:pt x="201" y="668"/>
                    <a:pt x="234" y="734"/>
                  </a:cubicBezTo>
                  <a:cubicBezTo>
                    <a:pt x="234" y="734"/>
                    <a:pt x="467" y="601"/>
                    <a:pt x="501" y="434"/>
                  </a:cubicBezTo>
                  <a:cubicBezTo>
                    <a:pt x="534" y="301"/>
                    <a:pt x="467" y="0"/>
                    <a:pt x="4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21" name="Google Shape;2521;p21"/>
            <p:cNvSpPr/>
            <p:nvPr/>
          </p:nvSpPr>
          <p:spPr>
            <a:xfrm>
              <a:off x="5492425" y="4233475"/>
              <a:ext cx="16700" cy="18550"/>
            </a:xfrm>
            <a:custGeom>
              <a:avLst/>
              <a:gdLst/>
              <a:ahLst/>
              <a:cxnLst/>
              <a:rect l="l" t="t" r="r" b="b"/>
              <a:pathLst>
                <a:path w="668" h="742" extrusionOk="0">
                  <a:moveTo>
                    <a:pt x="501" y="0"/>
                  </a:moveTo>
                  <a:cubicBezTo>
                    <a:pt x="501" y="0"/>
                    <a:pt x="234" y="100"/>
                    <a:pt x="134" y="234"/>
                  </a:cubicBezTo>
                  <a:cubicBezTo>
                    <a:pt x="67" y="301"/>
                    <a:pt x="34" y="434"/>
                    <a:pt x="1" y="501"/>
                  </a:cubicBezTo>
                  <a:lnTo>
                    <a:pt x="1" y="668"/>
                  </a:lnTo>
                  <a:cubicBezTo>
                    <a:pt x="29" y="668"/>
                    <a:pt x="156" y="741"/>
                    <a:pt x="191" y="741"/>
                  </a:cubicBezTo>
                  <a:cubicBezTo>
                    <a:pt x="197" y="741"/>
                    <a:pt x="201" y="739"/>
                    <a:pt x="201" y="734"/>
                  </a:cubicBezTo>
                  <a:cubicBezTo>
                    <a:pt x="201" y="734"/>
                    <a:pt x="401" y="601"/>
                    <a:pt x="501" y="501"/>
                  </a:cubicBezTo>
                  <a:cubicBezTo>
                    <a:pt x="568" y="434"/>
                    <a:pt x="668" y="167"/>
                    <a:pt x="668" y="167"/>
                  </a:cubicBezTo>
                  <a:lnTo>
                    <a:pt x="5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22" name="Google Shape;2522;p21"/>
            <p:cNvSpPr/>
            <p:nvPr/>
          </p:nvSpPr>
          <p:spPr>
            <a:xfrm>
              <a:off x="5509100" y="4245150"/>
              <a:ext cx="12550" cy="20025"/>
            </a:xfrm>
            <a:custGeom>
              <a:avLst/>
              <a:gdLst/>
              <a:ahLst/>
              <a:cxnLst/>
              <a:rect l="l" t="t" r="r" b="b"/>
              <a:pathLst>
                <a:path w="502" h="801" extrusionOk="0">
                  <a:moveTo>
                    <a:pt x="334" y="0"/>
                  </a:moveTo>
                  <a:cubicBezTo>
                    <a:pt x="268" y="0"/>
                    <a:pt x="67" y="100"/>
                    <a:pt x="67" y="100"/>
                  </a:cubicBezTo>
                  <a:cubicBezTo>
                    <a:pt x="67" y="100"/>
                    <a:pt x="1" y="301"/>
                    <a:pt x="1" y="367"/>
                  </a:cubicBezTo>
                  <a:cubicBezTo>
                    <a:pt x="1" y="467"/>
                    <a:pt x="34" y="668"/>
                    <a:pt x="34" y="668"/>
                  </a:cubicBezTo>
                  <a:lnTo>
                    <a:pt x="234" y="801"/>
                  </a:lnTo>
                  <a:cubicBezTo>
                    <a:pt x="234" y="801"/>
                    <a:pt x="501" y="634"/>
                    <a:pt x="501" y="434"/>
                  </a:cubicBezTo>
                  <a:cubicBezTo>
                    <a:pt x="501" y="334"/>
                    <a:pt x="468" y="201"/>
                    <a:pt x="401" y="134"/>
                  </a:cubicBezTo>
                  <a:cubicBezTo>
                    <a:pt x="368" y="34"/>
                    <a:pt x="334" y="0"/>
                    <a:pt x="3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23" name="Google Shape;2523;p21"/>
            <p:cNvSpPr/>
            <p:nvPr/>
          </p:nvSpPr>
          <p:spPr>
            <a:xfrm>
              <a:off x="5529125" y="4257650"/>
              <a:ext cx="13350" cy="23700"/>
            </a:xfrm>
            <a:custGeom>
              <a:avLst/>
              <a:gdLst/>
              <a:ahLst/>
              <a:cxnLst/>
              <a:rect l="l" t="t" r="r" b="b"/>
              <a:pathLst>
                <a:path w="534" h="948" extrusionOk="0">
                  <a:moveTo>
                    <a:pt x="334" y="1"/>
                  </a:moveTo>
                  <a:cubicBezTo>
                    <a:pt x="334" y="1"/>
                    <a:pt x="100" y="201"/>
                    <a:pt x="34" y="368"/>
                  </a:cubicBezTo>
                  <a:cubicBezTo>
                    <a:pt x="0" y="601"/>
                    <a:pt x="0" y="868"/>
                    <a:pt x="0" y="868"/>
                  </a:cubicBezTo>
                  <a:cubicBezTo>
                    <a:pt x="0" y="917"/>
                    <a:pt x="108" y="948"/>
                    <a:pt x="165" y="948"/>
                  </a:cubicBezTo>
                  <a:cubicBezTo>
                    <a:pt x="186" y="948"/>
                    <a:pt x="200" y="944"/>
                    <a:pt x="200" y="935"/>
                  </a:cubicBezTo>
                  <a:cubicBezTo>
                    <a:pt x="200" y="935"/>
                    <a:pt x="401" y="701"/>
                    <a:pt x="434" y="601"/>
                  </a:cubicBezTo>
                  <a:cubicBezTo>
                    <a:pt x="534" y="434"/>
                    <a:pt x="534" y="134"/>
                    <a:pt x="534" y="134"/>
                  </a:cubicBezTo>
                  <a:cubicBezTo>
                    <a:pt x="534" y="101"/>
                    <a:pt x="334" y="1"/>
                    <a:pt x="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24" name="Google Shape;2524;p21"/>
            <p:cNvSpPr/>
            <p:nvPr/>
          </p:nvSpPr>
          <p:spPr>
            <a:xfrm>
              <a:off x="5651700" y="4281475"/>
              <a:ext cx="16700" cy="12900"/>
            </a:xfrm>
            <a:custGeom>
              <a:avLst/>
              <a:gdLst/>
              <a:ahLst/>
              <a:cxnLst/>
              <a:rect l="l" t="t" r="r" b="b"/>
              <a:pathLst>
                <a:path w="668" h="516" extrusionOk="0">
                  <a:moveTo>
                    <a:pt x="399" y="0"/>
                  </a:moveTo>
                  <a:cubicBezTo>
                    <a:pt x="349" y="0"/>
                    <a:pt x="301" y="4"/>
                    <a:pt x="268" y="15"/>
                  </a:cubicBezTo>
                  <a:cubicBezTo>
                    <a:pt x="134" y="48"/>
                    <a:pt x="1" y="315"/>
                    <a:pt x="1" y="315"/>
                  </a:cubicBezTo>
                  <a:cubicBezTo>
                    <a:pt x="1" y="349"/>
                    <a:pt x="134" y="482"/>
                    <a:pt x="168" y="515"/>
                  </a:cubicBezTo>
                  <a:cubicBezTo>
                    <a:pt x="168" y="515"/>
                    <a:pt x="334" y="515"/>
                    <a:pt x="434" y="482"/>
                  </a:cubicBezTo>
                  <a:cubicBezTo>
                    <a:pt x="534" y="415"/>
                    <a:pt x="668" y="249"/>
                    <a:pt x="668" y="249"/>
                  </a:cubicBezTo>
                  <a:cubicBezTo>
                    <a:pt x="668" y="215"/>
                    <a:pt x="601" y="15"/>
                    <a:pt x="601" y="15"/>
                  </a:cubicBezTo>
                  <a:cubicBezTo>
                    <a:pt x="601" y="15"/>
                    <a:pt x="497" y="0"/>
                    <a:pt x="3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25" name="Google Shape;2525;p21"/>
            <p:cNvSpPr/>
            <p:nvPr/>
          </p:nvSpPr>
          <p:spPr>
            <a:xfrm>
              <a:off x="5655050" y="4311850"/>
              <a:ext cx="17525" cy="20050"/>
            </a:xfrm>
            <a:custGeom>
              <a:avLst/>
              <a:gdLst/>
              <a:ahLst/>
              <a:cxnLst/>
              <a:rect l="l" t="t" r="r" b="b"/>
              <a:pathLst>
                <a:path w="701" h="802" extrusionOk="0">
                  <a:moveTo>
                    <a:pt x="567" y="1"/>
                  </a:moveTo>
                  <a:cubicBezTo>
                    <a:pt x="567" y="1"/>
                    <a:pt x="501" y="1"/>
                    <a:pt x="400" y="34"/>
                  </a:cubicBezTo>
                  <a:cubicBezTo>
                    <a:pt x="334" y="101"/>
                    <a:pt x="234" y="134"/>
                    <a:pt x="167" y="201"/>
                  </a:cubicBezTo>
                  <a:cubicBezTo>
                    <a:pt x="34" y="335"/>
                    <a:pt x="0" y="635"/>
                    <a:pt x="0" y="635"/>
                  </a:cubicBezTo>
                  <a:cubicBezTo>
                    <a:pt x="0" y="668"/>
                    <a:pt x="167" y="768"/>
                    <a:pt x="200" y="802"/>
                  </a:cubicBezTo>
                  <a:cubicBezTo>
                    <a:pt x="200" y="802"/>
                    <a:pt x="467" y="668"/>
                    <a:pt x="534" y="535"/>
                  </a:cubicBezTo>
                  <a:cubicBezTo>
                    <a:pt x="567" y="501"/>
                    <a:pt x="601" y="435"/>
                    <a:pt x="667" y="335"/>
                  </a:cubicBezTo>
                  <a:cubicBezTo>
                    <a:pt x="667" y="268"/>
                    <a:pt x="701" y="201"/>
                    <a:pt x="701" y="201"/>
                  </a:cubicBezTo>
                  <a:lnTo>
                    <a:pt x="56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26" name="Google Shape;2526;p21"/>
            <p:cNvSpPr/>
            <p:nvPr/>
          </p:nvSpPr>
          <p:spPr>
            <a:xfrm>
              <a:off x="5666725" y="4348550"/>
              <a:ext cx="15025" cy="24225"/>
            </a:xfrm>
            <a:custGeom>
              <a:avLst/>
              <a:gdLst/>
              <a:ahLst/>
              <a:cxnLst/>
              <a:rect l="l" t="t" r="r" b="b"/>
              <a:pathLst>
                <a:path w="601" h="969" extrusionOk="0">
                  <a:moveTo>
                    <a:pt x="367" y="1"/>
                  </a:moveTo>
                  <a:cubicBezTo>
                    <a:pt x="367" y="1"/>
                    <a:pt x="334" y="34"/>
                    <a:pt x="267" y="134"/>
                  </a:cubicBezTo>
                  <a:cubicBezTo>
                    <a:pt x="234" y="201"/>
                    <a:pt x="167" y="301"/>
                    <a:pt x="100" y="368"/>
                  </a:cubicBezTo>
                  <a:cubicBezTo>
                    <a:pt x="34" y="534"/>
                    <a:pt x="0" y="868"/>
                    <a:pt x="0" y="868"/>
                  </a:cubicBezTo>
                  <a:lnTo>
                    <a:pt x="200" y="968"/>
                  </a:lnTo>
                  <a:cubicBezTo>
                    <a:pt x="200" y="968"/>
                    <a:pt x="434" y="735"/>
                    <a:pt x="534" y="568"/>
                  </a:cubicBezTo>
                  <a:cubicBezTo>
                    <a:pt x="567" y="501"/>
                    <a:pt x="601" y="368"/>
                    <a:pt x="601" y="234"/>
                  </a:cubicBezTo>
                  <a:lnTo>
                    <a:pt x="601" y="34"/>
                  </a:lnTo>
                  <a:lnTo>
                    <a:pt x="36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27" name="Google Shape;2527;p21"/>
            <p:cNvSpPr/>
            <p:nvPr/>
          </p:nvSpPr>
          <p:spPr>
            <a:xfrm>
              <a:off x="5689225" y="4377750"/>
              <a:ext cx="12550" cy="14200"/>
            </a:xfrm>
            <a:custGeom>
              <a:avLst/>
              <a:gdLst/>
              <a:ahLst/>
              <a:cxnLst/>
              <a:rect l="l" t="t" r="r" b="b"/>
              <a:pathLst>
                <a:path w="502" h="568" extrusionOk="0">
                  <a:moveTo>
                    <a:pt x="134" y="0"/>
                  </a:moveTo>
                  <a:cubicBezTo>
                    <a:pt x="134" y="0"/>
                    <a:pt x="1" y="167"/>
                    <a:pt x="1" y="300"/>
                  </a:cubicBezTo>
                  <a:cubicBezTo>
                    <a:pt x="1" y="400"/>
                    <a:pt x="134" y="567"/>
                    <a:pt x="134" y="567"/>
                  </a:cubicBezTo>
                  <a:lnTo>
                    <a:pt x="368" y="567"/>
                  </a:lnTo>
                  <a:cubicBezTo>
                    <a:pt x="368" y="567"/>
                    <a:pt x="501" y="400"/>
                    <a:pt x="501" y="300"/>
                  </a:cubicBezTo>
                  <a:cubicBezTo>
                    <a:pt x="501" y="167"/>
                    <a:pt x="368" y="0"/>
                    <a:pt x="3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28" name="Google Shape;2528;p21"/>
            <p:cNvSpPr/>
            <p:nvPr/>
          </p:nvSpPr>
          <p:spPr>
            <a:xfrm>
              <a:off x="5727600" y="4400250"/>
              <a:ext cx="12525" cy="15875"/>
            </a:xfrm>
            <a:custGeom>
              <a:avLst/>
              <a:gdLst/>
              <a:ahLst/>
              <a:cxnLst/>
              <a:rect l="l" t="t" r="r" b="b"/>
              <a:pathLst>
                <a:path w="501" h="635" extrusionOk="0">
                  <a:moveTo>
                    <a:pt x="134" y="1"/>
                  </a:moveTo>
                  <a:cubicBezTo>
                    <a:pt x="134" y="1"/>
                    <a:pt x="0" y="234"/>
                    <a:pt x="0" y="334"/>
                  </a:cubicBezTo>
                  <a:cubicBezTo>
                    <a:pt x="0" y="401"/>
                    <a:pt x="67" y="468"/>
                    <a:pt x="100" y="568"/>
                  </a:cubicBezTo>
                  <a:lnTo>
                    <a:pt x="167" y="635"/>
                  </a:lnTo>
                  <a:cubicBezTo>
                    <a:pt x="220" y="635"/>
                    <a:pt x="338" y="592"/>
                    <a:pt x="400" y="592"/>
                  </a:cubicBezTo>
                  <a:cubicBezTo>
                    <a:pt x="415" y="592"/>
                    <a:pt x="427" y="595"/>
                    <a:pt x="434" y="601"/>
                  </a:cubicBezTo>
                  <a:cubicBezTo>
                    <a:pt x="434" y="601"/>
                    <a:pt x="467" y="501"/>
                    <a:pt x="467" y="468"/>
                  </a:cubicBezTo>
                  <a:cubicBezTo>
                    <a:pt x="501" y="434"/>
                    <a:pt x="501" y="334"/>
                    <a:pt x="501" y="301"/>
                  </a:cubicBezTo>
                  <a:cubicBezTo>
                    <a:pt x="501" y="168"/>
                    <a:pt x="401" y="1"/>
                    <a:pt x="4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29" name="Google Shape;2529;p21"/>
            <p:cNvSpPr/>
            <p:nvPr/>
          </p:nvSpPr>
          <p:spPr>
            <a:xfrm>
              <a:off x="5830175" y="3945775"/>
              <a:ext cx="16700" cy="19425"/>
            </a:xfrm>
            <a:custGeom>
              <a:avLst/>
              <a:gdLst/>
              <a:ahLst/>
              <a:cxnLst/>
              <a:rect l="l" t="t" r="r" b="b"/>
              <a:pathLst>
                <a:path w="668" h="777" extrusionOk="0">
                  <a:moveTo>
                    <a:pt x="501" y="0"/>
                  </a:moveTo>
                  <a:cubicBezTo>
                    <a:pt x="501" y="0"/>
                    <a:pt x="234" y="134"/>
                    <a:pt x="134" y="267"/>
                  </a:cubicBezTo>
                  <a:cubicBezTo>
                    <a:pt x="34" y="434"/>
                    <a:pt x="0" y="667"/>
                    <a:pt x="0" y="667"/>
                  </a:cubicBezTo>
                  <a:cubicBezTo>
                    <a:pt x="0" y="722"/>
                    <a:pt x="111" y="776"/>
                    <a:pt x="152" y="776"/>
                  </a:cubicBezTo>
                  <a:cubicBezTo>
                    <a:pt x="161" y="776"/>
                    <a:pt x="167" y="774"/>
                    <a:pt x="167" y="767"/>
                  </a:cubicBezTo>
                  <a:cubicBezTo>
                    <a:pt x="167" y="767"/>
                    <a:pt x="400" y="634"/>
                    <a:pt x="501" y="501"/>
                  </a:cubicBezTo>
                  <a:cubicBezTo>
                    <a:pt x="634" y="434"/>
                    <a:pt x="667" y="167"/>
                    <a:pt x="667" y="167"/>
                  </a:cubicBezTo>
                  <a:lnTo>
                    <a:pt x="5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30" name="Google Shape;2530;p21"/>
            <p:cNvSpPr/>
            <p:nvPr/>
          </p:nvSpPr>
          <p:spPr>
            <a:xfrm>
              <a:off x="5851025" y="3962450"/>
              <a:ext cx="13350" cy="20025"/>
            </a:xfrm>
            <a:custGeom>
              <a:avLst/>
              <a:gdLst/>
              <a:ahLst/>
              <a:cxnLst/>
              <a:rect l="l" t="t" r="r" b="b"/>
              <a:pathLst>
                <a:path w="534" h="801" extrusionOk="0">
                  <a:moveTo>
                    <a:pt x="234" y="0"/>
                  </a:moveTo>
                  <a:cubicBezTo>
                    <a:pt x="234" y="0"/>
                    <a:pt x="67" y="167"/>
                    <a:pt x="33" y="334"/>
                  </a:cubicBezTo>
                  <a:cubicBezTo>
                    <a:pt x="0" y="501"/>
                    <a:pt x="33" y="768"/>
                    <a:pt x="33" y="768"/>
                  </a:cubicBezTo>
                  <a:cubicBezTo>
                    <a:pt x="33" y="768"/>
                    <a:pt x="234" y="801"/>
                    <a:pt x="300" y="801"/>
                  </a:cubicBezTo>
                  <a:cubicBezTo>
                    <a:pt x="300" y="801"/>
                    <a:pt x="467" y="634"/>
                    <a:pt x="501" y="467"/>
                  </a:cubicBezTo>
                  <a:cubicBezTo>
                    <a:pt x="534" y="301"/>
                    <a:pt x="501" y="67"/>
                    <a:pt x="501" y="67"/>
                  </a:cubicBezTo>
                  <a:lnTo>
                    <a:pt x="2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31" name="Google Shape;2531;p21"/>
            <p:cNvSpPr/>
            <p:nvPr/>
          </p:nvSpPr>
          <p:spPr>
            <a:xfrm>
              <a:off x="5875200" y="3987475"/>
              <a:ext cx="13375" cy="24425"/>
            </a:xfrm>
            <a:custGeom>
              <a:avLst/>
              <a:gdLst/>
              <a:ahLst/>
              <a:cxnLst/>
              <a:rect l="l" t="t" r="r" b="b"/>
              <a:pathLst>
                <a:path w="535" h="977" extrusionOk="0">
                  <a:moveTo>
                    <a:pt x="334" y="0"/>
                  </a:moveTo>
                  <a:cubicBezTo>
                    <a:pt x="334" y="0"/>
                    <a:pt x="101" y="267"/>
                    <a:pt x="34" y="434"/>
                  </a:cubicBezTo>
                  <a:cubicBezTo>
                    <a:pt x="1" y="600"/>
                    <a:pt x="1" y="934"/>
                    <a:pt x="1" y="934"/>
                  </a:cubicBezTo>
                  <a:cubicBezTo>
                    <a:pt x="1" y="934"/>
                    <a:pt x="129" y="977"/>
                    <a:pt x="180" y="977"/>
                  </a:cubicBezTo>
                  <a:cubicBezTo>
                    <a:pt x="193" y="977"/>
                    <a:pt x="201" y="974"/>
                    <a:pt x="201" y="967"/>
                  </a:cubicBezTo>
                  <a:cubicBezTo>
                    <a:pt x="201" y="967"/>
                    <a:pt x="401" y="767"/>
                    <a:pt x="434" y="600"/>
                  </a:cubicBezTo>
                  <a:cubicBezTo>
                    <a:pt x="534" y="434"/>
                    <a:pt x="534" y="133"/>
                    <a:pt x="534" y="133"/>
                  </a:cubicBezTo>
                  <a:cubicBezTo>
                    <a:pt x="534" y="100"/>
                    <a:pt x="334" y="0"/>
                    <a:pt x="3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32" name="Google Shape;2532;p21"/>
            <p:cNvSpPr/>
            <p:nvPr/>
          </p:nvSpPr>
          <p:spPr>
            <a:xfrm>
              <a:off x="6001950" y="3978300"/>
              <a:ext cx="13375" cy="15025"/>
            </a:xfrm>
            <a:custGeom>
              <a:avLst/>
              <a:gdLst/>
              <a:ahLst/>
              <a:cxnLst/>
              <a:rect l="l" t="t" r="r" b="b"/>
              <a:pathLst>
                <a:path w="535" h="601" extrusionOk="0">
                  <a:moveTo>
                    <a:pt x="368" y="0"/>
                  </a:moveTo>
                  <a:cubicBezTo>
                    <a:pt x="368" y="0"/>
                    <a:pt x="168" y="100"/>
                    <a:pt x="101" y="167"/>
                  </a:cubicBezTo>
                  <a:cubicBezTo>
                    <a:pt x="1" y="200"/>
                    <a:pt x="1" y="434"/>
                    <a:pt x="1" y="434"/>
                  </a:cubicBezTo>
                  <a:lnTo>
                    <a:pt x="168" y="601"/>
                  </a:lnTo>
                  <a:cubicBezTo>
                    <a:pt x="168" y="601"/>
                    <a:pt x="368" y="500"/>
                    <a:pt x="468" y="434"/>
                  </a:cubicBezTo>
                  <a:cubicBezTo>
                    <a:pt x="535" y="367"/>
                    <a:pt x="535" y="167"/>
                    <a:pt x="535" y="167"/>
                  </a:cubicBezTo>
                  <a:lnTo>
                    <a:pt x="36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33" name="Google Shape;2533;p21"/>
            <p:cNvSpPr/>
            <p:nvPr/>
          </p:nvSpPr>
          <p:spPr>
            <a:xfrm>
              <a:off x="6006950" y="3997475"/>
              <a:ext cx="16725" cy="25875"/>
            </a:xfrm>
            <a:custGeom>
              <a:avLst/>
              <a:gdLst/>
              <a:ahLst/>
              <a:cxnLst/>
              <a:rect l="l" t="t" r="r" b="b"/>
              <a:pathLst>
                <a:path w="669" h="1035" extrusionOk="0">
                  <a:moveTo>
                    <a:pt x="435" y="0"/>
                  </a:moveTo>
                  <a:cubicBezTo>
                    <a:pt x="435" y="0"/>
                    <a:pt x="168" y="234"/>
                    <a:pt x="101" y="401"/>
                  </a:cubicBezTo>
                  <a:cubicBezTo>
                    <a:pt x="1" y="601"/>
                    <a:pt x="1" y="934"/>
                    <a:pt x="1" y="934"/>
                  </a:cubicBezTo>
                  <a:cubicBezTo>
                    <a:pt x="1" y="934"/>
                    <a:pt x="234" y="1034"/>
                    <a:pt x="268" y="1034"/>
                  </a:cubicBezTo>
                  <a:cubicBezTo>
                    <a:pt x="268" y="1034"/>
                    <a:pt x="501" y="768"/>
                    <a:pt x="601" y="601"/>
                  </a:cubicBezTo>
                  <a:cubicBezTo>
                    <a:pt x="668" y="401"/>
                    <a:pt x="668" y="67"/>
                    <a:pt x="668" y="67"/>
                  </a:cubicBezTo>
                  <a:cubicBezTo>
                    <a:pt x="635" y="67"/>
                    <a:pt x="435" y="0"/>
                    <a:pt x="4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34" name="Google Shape;2534;p21"/>
            <p:cNvSpPr/>
            <p:nvPr/>
          </p:nvSpPr>
          <p:spPr>
            <a:xfrm>
              <a:off x="6027800" y="4031650"/>
              <a:ext cx="15875" cy="21950"/>
            </a:xfrm>
            <a:custGeom>
              <a:avLst/>
              <a:gdLst/>
              <a:ahLst/>
              <a:cxnLst/>
              <a:rect l="l" t="t" r="r" b="b"/>
              <a:pathLst>
                <a:path w="635" h="878" extrusionOk="0">
                  <a:moveTo>
                    <a:pt x="334" y="1"/>
                  </a:moveTo>
                  <a:cubicBezTo>
                    <a:pt x="334" y="1"/>
                    <a:pt x="134" y="201"/>
                    <a:pt x="101" y="368"/>
                  </a:cubicBezTo>
                  <a:cubicBezTo>
                    <a:pt x="1" y="535"/>
                    <a:pt x="68" y="835"/>
                    <a:pt x="68" y="835"/>
                  </a:cubicBezTo>
                  <a:cubicBezTo>
                    <a:pt x="68" y="835"/>
                    <a:pt x="196" y="878"/>
                    <a:pt x="264" y="878"/>
                  </a:cubicBezTo>
                  <a:cubicBezTo>
                    <a:pt x="281" y="878"/>
                    <a:pt x="294" y="875"/>
                    <a:pt x="301" y="868"/>
                  </a:cubicBezTo>
                  <a:cubicBezTo>
                    <a:pt x="301" y="868"/>
                    <a:pt x="501" y="668"/>
                    <a:pt x="568" y="501"/>
                  </a:cubicBezTo>
                  <a:cubicBezTo>
                    <a:pt x="635" y="335"/>
                    <a:pt x="601" y="34"/>
                    <a:pt x="601" y="34"/>
                  </a:cubicBezTo>
                  <a:lnTo>
                    <a:pt x="33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35" name="Google Shape;2535;p21"/>
            <p:cNvSpPr/>
            <p:nvPr/>
          </p:nvSpPr>
          <p:spPr>
            <a:xfrm>
              <a:off x="6051150" y="4057525"/>
              <a:ext cx="12550" cy="27450"/>
            </a:xfrm>
            <a:custGeom>
              <a:avLst/>
              <a:gdLst/>
              <a:ahLst/>
              <a:cxnLst/>
              <a:rect l="l" t="t" r="r" b="b"/>
              <a:pathLst>
                <a:path w="502" h="1098" extrusionOk="0">
                  <a:moveTo>
                    <a:pt x="168" y="0"/>
                  </a:moveTo>
                  <a:cubicBezTo>
                    <a:pt x="168" y="0"/>
                    <a:pt x="1" y="334"/>
                    <a:pt x="1" y="500"/>
                  </a:cubicBezTo>
                  <a:cubicBezTo>
                    <a:pt x="1" y="701"/>
                    <a:pt x="34" y="1034"/>
                    <a:pt x="34" y="1034"/>
                  </a:cubicBezTo>
                  <a:cubicBezTo>
                    <a:pt x="34" y="1071"/>
                    <a:pt x="94" y="1097"/>
                    <a:pt x="154" y="1097"/>
                  </a:cubicBezTo>
                  <a:cubicBezTo>
                    <a:pt x="204" y="1097"/>
                    <a:pt x="253" y="1079"/>
                    <a:pt x="268" y="1034"/>
                  </a:cubicBezTo>
                  <a:cubicBezTo>
                    <a:pt x="268" y="1034"/>
                    <a:pt x="435" y="767"/>
                    <a:pt x="501" y="534"/>
                  </a:cubicBezTo>
                  <a:cubicBezTo>
                    <a:pt x="501" y="334"/>
                    <a:pt x="401" y="0"/>
                    <a:pt x="4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36" name="Google Shape;2536;p21"/>
            <p:cNvSpPr/>
            <p:nvPr/>
          </p:nvSpPr>
          <p:spPr>
            <a:xfrm>
              <a:off x="5872225" y="4481975"/>
              <a:ext cx="338800" cy="231750"/>
            </a:xfrm>
            <a:custGeom>
              <a:avLst/>
              <a:gdLst/>
              <a:ahLst/>
              <a:cxnLst/>
              <a:rect l="l" t="t" r="r" b="b"/>
              <a:pathLst>
                <a:path w="13552" h="9270" extrusionOk="0">
                  <a:moveTo>
                    <a:pt x="4122" y="1"/>
                  </a:moveTo>
                  <a:cubicBezTo>
                    <a:pt x="3389" y="34"/>
                    <a:pt x="2721" y="368"/>
                    <a:pt x="2321" y="835"/>
                  </a:cubicBezTo>
                  <a:cubicBezTo>
                    <a:pt x="2054" y="1035"/>
                    <a:pt x="1887" y="1335"/>
                    <a:pt x="1821" y="1569"/>
                  </a:cubicBezTo>
                  <a:cubicBezTo>
                    <a:pt x="1721" y="1869"/>
                    <a:pt x="1654" y="2136"/>
                    <a:pt x="1554" y="2336"/>
                  </a:cubicBezTo>
                  <a:cubicBezTo>
                    <a:pt x="1454" y="2803"/>
                    <a:pt x="1287" y="3203"/>
                    <a:pt x="1120" y="3470"/>
                  </a:cubicBezTo>
                  <a:cubicBezTo>
                    <a:pt x="953" y="3737"/>
                    <a:pt x="720" y="3837"/>
                    <a:pt x="620" y="3870"/>
                  </a:cubicBezTo>
                  <a:lnTo>
                    <a:pt x="353" y="3870"/>
                  </a:lnTo>
                  <a:cubicBezTo>
                    <a:pt x="345" y="3869"/>
                    <a:pt x="337" y="3868"/>
                    <a:pt x="329" y="3868"/>
                  </a:cubicBezTo>
                  <a:cubicBezTo>
                    <a:pt x="168" y="3868"/>
                    <a:pt x="0" y="4174"/>
                    <a:pt x="286" y="4237"/>
                  </a:cubicBezTo>
                  <a:cubicBezTo>
                    <a:pt x="286" y="4237"/>
                    <a:pt x="320" y="4304"/>
                    <a:pt x="353" y="4304"/>
                  </a:cubicBezTo>
                  <a:lnTo>
                    <a:pt x="653" y="4304"/>
                  </a:lnTo>
                  <a:cubicBezTo>
                    <a:pt x="887" y="4304"/>
                    <a:pt x="1287" y="4070"/>
                    <a:pt x="1487" y="3737"/>
                  </a:cubicBezTo>
                  <a:cubicBezTo>
                    <a:pt x="1721" y="3403"/>
                    <a:pt x="1887" y="3003"/>
                    <a:pt x="2054" y="2536"/>
                  </a:cubicBezTo>
                  <a:cubicBezTo>
                    <a:pt x="2288" y="2069"/>
                    <a:pt x="2388" y="1569"/>
                    <a:pt x="2788" y="1235"/>
                  </a:cubicBezTo>
                  <a:cubicBezTo>
                    <a:pt x="3155" y="901"/>
                    <a:pt x="3655" y="668"/>
                    <a:pt x="4189" y="668"/>
                  </a:cubicBezTo>
                  <a:cubicBezTo>
                    <a:pt x="4689" y="668"/>
                    <a:pt x="5290" y="901"/>
                    <a:pt x="5557" y="1335"/>
                  </a:cubicBezTo>
                  <a:cubicBezTo>
                    <a:pt x="5890" y="1735"/>
                    <a:pt x="5990" y="2369"/>
                    <a:pt x="6157" y="3003"/>
                  </a:cubicBezTo>
                  <a:cubicBezTo>
                    <a:pt x="6357" y="3637"/>
                    <a:pt x="6724" y="4337"/>
                    <a:pt x="7491" y="4537"/>
                  </a:cubicBezTo>
                  <a:cubicBezTo>
                    <a:pt x="7607" y="4579"/>
                    <a:pt x="7732" y="4598"/>
                    <a:pt x="7858" y="4598"/>
                  </a:cubicBezTo>
                  <a:cubicBezTo>
                    <a:pt x="8135" y="4598"/>
                    <a:pt x="8420" y="4508"/>
                    <a:pt x="8626" y="4371"/>
                  </a:cubicBezTo>
                  <a:cubicBezTo>
                    <a:pt x="8792" y="4237"/>
                    <a:pt x="8892" y="4171"/>
                    <a:pt x="9026" y="4037"/>
                  </a:cubicBezTo>
                  <a:lnTo>
                    <a:pt x="9126" y="3970"/>
                  </a:lnTo>
                  <a:lnTo>
                    <a:pt x="9159" y="3904"/>
                  </a:lnTo>
                  <a:lnTo>
                    <a:pt x="9326" y="3804"/>
                  </a:lnTo>
                  <a:cubicBezTo>
                    <a:pt x="9793" y="3403"/>
                    <a:pt x="10227" y="3070"/>
                    <a:pt x="10794" y="3070"/>
                  </a:cubicBezTo>
                  <a:cubicBezTo>
                    <a:pt x="10827" y="3059"/>
                    <a:pt x="10868" y="3055"/>
                    <a:pt x="10912" y="3055"/>
                  </a:cubicBezTo>
                  <a:cubicBezTo>
                    <a:pt x="11001" y="3055"/>
                    <a:pt x="11105" y="3070"/>
                    <a:pt x="11194" y="3070"/>
                  </a:cubicBezTo>
                  <a:cubicBezTo>
                    <a:pt x="11328" y="3070"/>
                    <a:pt x="11461" y="3136"/>
                    <a:pt x="11561" y="3170"/>
                  </a:cubicBezTo>
                  <a:cubicBezTo>
                    <a:pt x="11828" y="3303"/>
                    <a:pt x="12028" y="3403"/>
                    <a:pt x="12161" y="3637"/>
                  </a:cubicBezTo>
                  <a:cubicBezTo>
                    <a:pt x="12428" y="4037"/>
                    <a:pt x="12428" y="4571"/>
                    <a:pt x="12495" y="5171"/>
                  </a:cubicBezTo>
                  <a:cubicBezTo>
                    <a:pt x="12528" y="6305"/>
                    <a:pt x="12628" y="7339"/>
                    <a:pt x="12829" y="8040"/>
                  </a:cubicBezTo>
                  <a:cubicBezTo>
                    <a:pt x="12895" y="8407"/>
                    <a:pt x="12995" y="8707"/>
                    <a:pt x="13062" y="8874"/>
                  </a:cubicBezTo>
                  <a:cubicBezTo>
                    <a:pt x="13162" y="9074"/>
                    <a:pt x="13196" y="9174"/>
                    <a:pt x="13196" y="9174"/>
                  </a:cubicBezTo>
                  <a:cubicBezTo>
                    <a:pt x="13228" y="9239"/>
                    <a:pt x="13279" y="9269"/>
                    <a:pt x="13331" y="9269"/>
                  </a:cubicBezTo>
                  <a:cubicBezTo>
                    <a:pt x="13438" y="9269"/>
                    <a:pt x="13552" y="9143"/>
                    <a:pt x="13529" y="8941"/>
                  </a:cubicBezTo>
                  <a:cubicBezTo>
                    <a:pt x="13529" y="8941"/>
                    <a:pt x="13529" y="8841"/>
                    <a:pt x="13462" y="8674"/>
                  </a:cubicBezTo>
                  <a:cubicBezTo>
                    <a:pt x="13362" y="8507"/>
                    <a:pt x="13329" y="8207"/>
                    <a:pt x="13229" y="7873"/>
                  </a:cubicBezTo>
                  <a:cubicBezTo>
                    <a:pt x="13062" y="7206"/>
                    <a:pt x="13029" y="6205"/>
                    <a:pt x="13029" y="5071"/>
                  </a:cubicBezTo>
                  <a:cubicBezTo>
                    <a:pt x="12995" y="4537"/>
                    <a:pt x="13029" y="3837"/>
                    <a:pt x="12628" y="3203"/>
                  </a:cubicBezTo>
                  <a:cubicBezTo>
                    <a:pt x="12395" y="2870"/>
                    <a:pt x="12061" y="2636"/>
                    <a:pt x="11728" y="2503"/>
                  </a:cubicBezTo>
                  <a:cubicBezTo>
                    <a:pt x="11561" y="2436"/>
                    <a:pt x="11361" y="2403"/>
                    <a:pt x="11194" y="2369"/>
                  </a:cubicBezTo>
                  <a:cubicBezTo>
                    <a:pt x="11027" y="2369"/>
                    <a:pt x="10827" y="2336"/>
                    <a:pt x="10660" y="2336"/>
                  </a:cubicBezTo>
                  <a:cubicBezTo>
                    <a:pt x="10293" y="2336"/>
                    <a:pt x="9960" y="2436"/>
                    <a:pt x="9626" y="2603"/>
                  </a:cubicBezTo>
                  <a:cubicBezTo>
                    <a:pt x="9293" y="2770"/>
                    <a:pt x="9026" y="2936"/>
                    <a:pt x="8792" y="3170"/>
                  </a:cubicBezTo>
                  <a:lnTo>
                    <a:pt x="8626" y="3270"/>
                  </a:lnTo>
                  <a:lnTo>
                    <a:pt x="8559" y="3337"/>
                  </a:lnTo>
                  <a:cubicBezTo>
                    <a:pt x="8526" y="3337"/>
                    <a:pt x="8526" y="3337"/>
                    <a:pt x="8492" y="3370"/>
                  </a:cubicBezTo>
                  <a:lnTo>
                    <a:pt x="8392" y="3470"/>
                  </a:lnTo>
                  <a:cubicBezTo>
                    <a:pt x="8325" y="3570"/>
                    <a:pt x="8192" y="3670"/>
                    <a:pt x="8125" y="3704"/>
                  </a:cubicBezTo>
                  <a:cubicBezTo>
                    <a:pt x="7970" y="3792"/>
                    <a:pt x="7844" y="3822"/>
                    <a:pt x="7727" y="3822"/>
                  </a:cubicBezTo>
                  <a:cubicBezTo>
                    <a:pt x="7669" y="3822"/>
                    <a:pt x="7614" y="3815"/>
                    <a:pt x="7558" y="3804"/>
                  </a:cubicBezTo>
                  <a:cubicBezTo>
                    <a:pt x="7391" y="3737"/>
                    <a:pt x="7225" y="3637"/>
                    <a:pt x="7058" y="3403"/>
                  </a:cubicBezTo>
                  <a:cubicBezTo>
                    <a:pt x="6958" y="3203"/>
                    <a:pt x="6824" y="2970"/>
                    <a:pt x="6724" y="2703"/>
                  </a:cubicBezTo>
                  <a:cubicBezTo>
                    <a:pt x="6557" y="2202"/>
                    <a:pt x="6491" y="1502"/>
                    <a:pt x="6024" y="868"/>
                  </a:cubicBezTo>
                  <a:cubicBezTo>
                    <a:pt x="5557" y="234"/>
                    <a:pt x="4823" y="1"/>
                    <a:pt x="41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37" name="Google Shape;2537;p21"/>
            <p:cNvSpPr/>
            <p:nvPr/>
          </p:nvSpPr>
          <p:spPr>
            <a:xfrm>
              <a:off x="5973600" y="4518675"/>
              <a:ext cx="22550" cy="12525"/>
            </a:xfrm>
            <a:custGeom>
              <a:avLst/>
              <a:gdLst/>
              <a:ahLst/>
              <a:cxnLst/>
              <a:rect l="l" t="t" r="r" b="b"/>
              <a:pathLst>
                <a:path w="902" h="501" extrusionOk="0">
                  <a:moveTo>
                    <a:pt x="601" y="1"/>
                  </a:moveTo>
                  <a:cubicBezTo>
                    <a:pt x="551" y="17"/>
                    <a:pt x="509" y="17"/>
                    <a:pt x="468" y="17"/>
                  </a:cubicBezTo>
                  <a:cubicBezTo>
                    <a:pt x="426" y="17"/>
                    <a:pt x="384" y="17"/>
                    <a:pt x="334" y="34"/>
                  </a:cubicBezTo>
                  <a:cubicBezTo>
                    <a:pt x="301" y="34"/>
                    <a:pt x="234" y="67"/>
                    <a:pt x="134" y="101"/>
                  </a:cubicBezTo>
                  <a:cubicBezTo>
                    <a:pt x="67" y="134"/>
                    <a:pt x="1" y="201"/>
                    <a:pt x="1" y="201"/>
                  </a:cubicBezTo>
                  <a:lnTo>
                    <a:pt x="1" y="434"/>
                  </a:lnTo>
                  <a:cubicBezTo>
                    <a:pt x="1" y="434"/>
                    <a:pt x="101" y="434"/>
                    <a:pt x="167" y="501"/>
                  </a:cubicBezTo>
                  <a:lnTo>
                    <a:pt x="501" y="501"/>
                  </a:lnTo>
                  <a:cubicBezTo>
                    <a:pt x="668" y="401"/>
                    <a:pt x="901" y="201"/>
                    <a:pt x="901" y="201"/>
                  </a:cubicBezTo>
                  <a:lnTo>
                    <a:pt x="76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38" name="Google Shape;2538;p21"/>
            <p:cNvSpPr/>
            <p:nvPr/>
          </p:nvSpPr>
          <p:spPr>
            <a:xfrm>
              <a:off x="5977775" y="4536200"/>
              <a:ext cx="28375" cy="16700"/>
            </a:xfrm>
            <a:custGeom>
              <a:avLst/>
              <a:gdLst/>
              <a:ahLst/>
              <a:cxnLst/>
              <a:rect l="l" t="t" r="r" b="b"/>
              <a:pathLst>
                <a:path w="1135" h="668" extrusionOk="0">
                  <a:moveTo>
                    <a:pt x="1068" y="0"/>
                  </a:moveTo>
                  <a:lnTo>
                    <a:pt x="1068" y="0"/>
                  </a:lnTo>
                  <a:cubicBezTo>
                    <a:pt x="1068" y="0"/>
                    <a:pt x="968" y="33"/>
                    <a:pt x="834" y="33"/>
                  </a:cubicBezTo>
                  <a:cubicBezTo>
                    <a:pt x="768" y="67"/>
                    <a:pt x="601" y="67"/>
                    <a:pt x="501" y="134"/>
                  </a:cubicBezTo>
                  <a:cubicBezTo>
                    <a:pt x="301" y="200"/>
                    <a:pt x="0" y="400"/>
                    <a:pt x="0" y="400"/>
                  </a:cubicBezTo>
                  <a:cubicBezTo>
                    <a:pt x="0" y="467"/>
                    <a:pt x="101" y="667"/>
                    <a:pt x="101" y="667"/>
                  </a:cubicBezTo>
                  <a:cubicBezTo>
                    <a:pt x="101" y="667"/>
                    <a:pt x="434" y="667"/>
                    <a:pt x="634" y="567"/>
                  </a:cubicBezTo>
                  <a:cubicBezTo>
                    <a:pt x="768" y="534"/>
                    <a:pt x="901" y="467"/>
                    <a:pt x="968" y="367"/>
                  </a:cubicBezTo>
                  <a:cubicBezTo>
                    <a:pt x="1068" y="334"/>
                    <a:pt x="1135" y="234"/>
                    <a:pt x="1135" y="234"/>
                  </a:cubicBezTo>
                  <a:cubicBezTo>
                    <a:pt x="1135" y="234"/>
                    <a:pt x="1001" y="67"/>
                    <a:pt x="10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39" name="Google Shape;2539;p21"/>
            <p:cNvSpPr/>
            <p:nvPr/>
          </p:nvSpPr>
          <p:spPr>
            <a:xfrm>
              <a:off x="5984450" y="4558700"/>
              <a:ext cx="25025" cy="20875"/>
            </a:xfrm>
            <a:custGeom>
              <a:avLst/>
              <a:gdLst/>
              <a:ahLst/>
              <a:cxnLst/>
              <a:rect l="l" t="t" r="r" b="b"/>
              <a:pathLst>
                <a:path w="1001" h="835" extrusionOk="0">
                  <a:moveTo>
                    <a:pt x="834" y="1"/>
                  </a:moveTo>
                  <a:cubicBezTo>
                    <a:pt x="834" y="1"/>
                    <a:pt x="701" y="34"/>
                    <a:pt x="634" y="101"/>
                  </a:cubicBezTo>
                  <a:cubicBezTo>
                    <a:pt x="534" y="134"/>
                    <a:pt x="401" y="168"/>
                    <a:pt x="334" y="268"/>
                  </a:cubicBezTo>
                  <a:cubicBezTo>
                    <a:pt x="234" y="301"/>
                    <a:pt x="200" y="434"/>
                    <a:pt x="134" y="468"/>
                  </a:cubicBezTo>
                  <a:lnTo>
                    <a:pt x="0" y="601"/>
                  </a:lnTo>
                  <a:lnTo>
                    <a:pt x="34" y="835"/>
                  </a:lnTo>
                  <a:cubicBezTo>
                    <a:pt x="34" y="818"/>
                    <a:pt x="67" y="818"/>
                    <a:pt x="117" y="818"/>
                  </a:cubicBezTo>
                  <a:cubicBezTo>
                    <a:pt x="167" y="818"/>
                    <a:pt x="234" y="818"/>
                    <a:pt x="301" y="801"/>
                  </a:cubicBezTo>
                  <a:cubicBezTo>
                    <a:pt x="401" y="768"/>
                    <a:pt x="567" y="701"/>
                    <a:pt x="667" y="635"/>
                  </a:cubicBezTo>
                  <a:cubicBezTo>
                    <a:pt x="801" y="534"/>
                    <a:pt x="868" y="434"/>
                    <a:pt x="901" y="334"/>
                  </a:cubicBezTo>
                  <a:lnTo>
                    <a:pt x="1001" y="168"/>
                  </a:lnTo>
                  <a:cubicBezTo>
                    <a:pt x="1001" y="168"/>
                    <a:pt x="868" y="1"/>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40" name="Google Shape;2540;p21"/>
            <p:cNvSpPr/>
            <p:nvPr/>
          </p:nvSpPr>
          <p:spPr>
            <a:xfrm>
              <a:off x="5997800" y="4592075"/>
              <a:ext cx="17525" cy="15850"/>
            </a:xfrm>
            <a:custGeom>
              <a:avLst/>
              <a:gdLst/>
              <a:ahLst/>
              <a:cxnLst/>
              <a:rect l="l" t="t" r="r" b="b"/>
              <a:pathLst>
                <a:path w="701" h="634" extrusionOk="0">
                  <a:moveTo>
                    <a:pt x="534" y="0"/>
                  </a:moveTo>
                  <a:cubicBezTo>
                    <a:pt x="534" y="0"/>
                    <a:pt x="500" y="33"/>
                    <a:pt x="434" y="33"/>
                  </a:cubicBezTo>
                  <a:cubicBezTo>
                    <a:pt x="334" y="100"/>
                    <a:pt x="267" y="100"/>
                    <a:pt x="200" y="133"/>
                  </a:cubicBezTo>
                  <a:lnTo>
                    <a:pt x="0" y="334"/>
                  </a:lnTo>
                  <a:lnTo>
                    <a:pt x="0" y="600"/>
                  </a:lnTo>
                  <a:cubicBezTo>
                    <a:pt x="0" y="600"/>
                    <a:pt x="33" y="634"/>
                    <a:pt x="167" y="634"/>
                  </a:cubicBezTo>
                  <a:cubicBezTo>
                    <a:pt x="300" y="634"/>
                    <a:pt x="367" y="600"/>
                    <a:pt x="467" y="567"/>
                  </a:cubicBezTo>
                  <a:cubicBezTo>
                    <a:pt x="500" y="500"/>
                    <a:pt x="600" y="434"/>
                    <a:pt x="634" y="334"/>
                  </a:cubicBezTo>
                  <a:cubicBezTo>
                    <a:pt x="667" y="267"/>
                    <a:pt x="701" y="234"/>
                    <a:pt x="701" y="234"/>
                  </a:cubicBezTo>
                  <a:cubicBezTo>
                    <a:pt x="701" y="234"/>
                    <a:pt x="534" y="67"/>
                    <a:pt x="5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41" name="Google Shape;2541;p21"/>
            <p:cNvSpPr/>
            <p:nvPr/>
          </p:nvSpPr>
          <p:spPr>
            <a:xfrm>
              <a:off x="6139550" y="4575225"/>
              <a:ext cx="16700" cy="12700"/>
            </a:xfrm>
            <a:custGeom>
              <a:avLst/>
              <a:gdLst/>
              <a:ahLst/>
              <a:cxnLst/>
              <a:rect l="l" t="t" r="r" b="b"/>
              <a:pathLst>
                <a:path w="668" h="508" extrusionOk="0">
                  <a:moveTo>
                    <a:pt x="295" y="0"/>
                  </a:moveTo>
                  <a:cubicBezTo>
                    <a:pt x="274" y="0"/>
                    <a:pt x="253" y="2"/>
                    <a:pt x="234" y="7"/>
                  </a:cubicBezTo>
                  <a:cubicBezTo>
                    <a:pt x="201" y="7"/>
                    <a:pt x="134" y="40"/>
                    <a:pt x="67" y="107"/>
                  </a:cubicBezTo>
                  <a:lnTo>
                    <a:pt x="1" y="174"/>
                  </a:lnTo>
                  <a:lnTo>
                    <a:pt x="1" y="441"/>
                  </a:lnTo>
                  <a:cubicBezTo>
                    <a:pt x="1" y="441"/>
                    <a:pt x="34" y="474"/>
                    <a:pt x="134" y="474"/>
                  </a:cubicBezTo>
                  <a:cubicBezTo>
                    <a:pt x="201" y="507"/>
                    <a:pt x="301" y="507"/>
                    <a:pt x="368" y="507"/>
                  </a:cubicBezTo>
                  <a:cubicBezTo>
                    <a:pt x="501" y="474"/>
                    <a:pt x="668" y="307"/>
                    <a:pt x="668" y="307"/>
                  </a:cubicBezTo>
                  <a:cubicBezTo>
                    <a:pt x="668" y="274"/>
                    <a:pt x="635" y="107"/>
                    <a:pt x="568" y="74"/>
                  </a:cubicBezTo>
                  <a:cubicBezTo>
                    <a:pt x="568" y="74"/>
                    <a:pt x="421" y="0"/>
                    <a:pt x="2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42" name="Google Shape;2542;p21"/>
            <p:cNvSpPr/>
            <p:nvPr/>
          </p:nvSpPr>
          <p:spPr>
            <a:xfrm>
              <a:off x="6140400" y="4603750"/>
              <a:ext cx="30875" cy="15850"/>
            </a:xfrm>
            <a:custGeom>
              <a:avLst/>
              <a:gdLst/>
              <a:ahLst/>
              <a:cxnLst/>
              <a:rect l="l" t="t" r="r" b="b"/>
              <a:pathLst>
                <a:path w="1235" h="634" extrusionOk="0">
                  <a:moveTo>
                    <a:pt x="1134" y="0"/>
                  </a:moveTo>
                  <a:cubicBezTo>
                    <a:pt x="1134" y="0"/>
                    <a:pt x="1134" y="0"/>
                    <a:pt x="1134" y="0"/>
                  </a:cubicBezTo>
                  <a:lnTo>
                    <a:pt x="1134" y="0"/>
                  </a:lnTo>
                  <a:cubicBezTo>
                    <a:pt x="1134" y="0"/>
                    <a:pt x="1134" y="0"/>
                    <a:pt x="1134" y="0"/>
                  </a:cubicBezTo>
                  <a:close/>
                  <a:moveTo>
                    <a:pt x="1134" y="0"/>
                  </a:moveTo>
                  <a:cubicBezTo>
                    <a:pt x="1132" y="0"/>
                    <a:pt x="1065" y="1"/>
                    <a:pt x="934" y="33"/>
                  </a:cubicBezTo>
                  <a:cubicBezTo>
                    <a:pt x="801" y="67"/>
                    <a:pt x="634" y="67"/>
                    <a:pt x="567" y="133"/>
                  </a:cubicBezTo>
                  <a:cubicBezTo>
                    <a:pt x="467" y="133"/>
                    <a:pt x="334" y="200"/>
                    <a:pt x="234" y="267"/>
                  </a:cubicBezTo>
                  <a:cubicBezTo>
                    <a:pt x="100" y="300"/>
                    <a:pt x="0" y="334"/>
                    <a:pt x="0" y="334"/>
                  </a:cubicBezTo>
                  <a:lnTo>
                    <a:pt x="0" y="600"/>
                  </a:lnTo>
                  <a:cubicBezTo>
                    <a:pt x="0" y="600"/>
                    <a:pt x="134" y="634"/>
                    <a:pt x="267" y="634"/>
                  </a:cubicBezTo>
                  <a:cubicBezTo>
                    <a:pt x="400" y="634"/>
                    <a:pt x="567" y="634"/>
                    <a:pt x="667" y="600"/>
                  </a:cubicBezTo>
                  <a:cubicBezTo>
                    <a:pt x="801" y="534"/>
                    <a:pt x="934" y="467"/>
                    <a:pt x="1068" y="367"/>
                  </a:cubicBezTo>
                  <a:lnTo>
                    <a:pt x="1234" y="200"/>
                  </a:lnTo>
                  <a:cubicBezTo>
                    <a:pt x="1234" y="167"/>
                    <a:pt x="1101" y="0"/>
                    <a:pt x="11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43" name="Google Shape;2543;p21"/>
            <p:cNvSpPr/>
            <p:nvPr/>
          </p:nvSpPr>
          <p:spPr>
            <a:xfrm>
              <a:off x="6142900" y="4627925"/>
              <a:ext cx="22525" cy="15875"/>
            </a:xfrm>
            <a:custGeom>
              <a:avLst/>
              <a:gdLst/>
              <a:ahLst/>
              <a:cxnLst/>
              <a:rect l="l" t="t" r="r" b="b"/>
              <a:pathLst>
                <a:path w="901" h="635" extrusionOk="0">
                  <a:moveTo>
                    <a:pt x="834" y="0"/>
                  </a:moveTo>
                  <a:cubicBezTo>
                    <a:pt x="833" y="0"/>
                    <a:pt x="833" y="0"/>
                    <a:pt x="832" y="1"/>
                  </a:cubicBezTo>
                  <a:lnTo>
                    <a:pt x="832" y="1"/>
                  </a:lnTo>
                  <a:cubicBezTo>
                    <a:pt x="833" y="0"/>
                    <a:pt x="834" y="0"/>
                    <a:pt x="834" y="0"/>
                  </a:cubicBezTo>
                  <a:close/>
                  <a:moveTo>
                    <a:pt x="832" y="1"/>
                  </a:moveTo>
                  <a:cubicBezTo>
                    <a:pt x="806" y="4"/>
                    <a:pt x="526" y="38"/>
                    <a:pt x="367" y="134"/>
                  </a:cubicBezTo>
                  <a:cubicBezTo>
                    <a:pt x="334" y="167"/>
                    <a:pt x="234" y="234"/>
                    <a:pt x="167" y="301"/>
                  </a:cubicBezTo>
                  <a:cubicBezTo>
                    <a:pt x="67" y="334"/>
                    <a:pt x="34" y="367"/>
                    <a:pt x="34" y="367"/>
                  </a:cubicBezTo>
                  <a:cubicBezTo>
                    <a:pt x="0" y="367"/>
                    <a:pt x="67" y="634"/>
                    <a:pt x="67" y="634"/>
                  </a:cubicBezTo>
                  <a:lnTo>
                    <a:pt x="234" y="634"/>
                  </a:lnTo>
                  <a:cubicBezTo>
                    <a:pt x="367" y="634"/>
                    <a:pt x="501" y="567"/>
                    <a:pt x="567" y="534"/>
                  </a:cubicBezTo>
                  <a:cubicBezTo>
                    <a:pt x="734" y="467"/>
                    <a:pt x="901" y="201"/>
                    <a:pt x="901" y="201"/>
                  </a:cubicBezTo>
                  <a:cubicBezTo>
                    <a:pt x="901" y="168"/>
                    <a:pt x="805" y="7"/>
                    <a:pt x="8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44" name="Google Shape;2544;p21"/>
            <p:cNvSpPr/>
            <p:nvPr/>
          </p:nvSpPr>
          <p:spPr>
            <a:xfrm>
              <a:off x="6152900" y="4650450"/>
              <a:ext cx="25050" cy="14825"/>
            </a:xfrm>
            <a:custGeom>
              <a:avLst/>
              <a:gdLst/>
              <a:ahLst/>
              <a:cxnLst/>
              <a:rect l="l" t="t" r="r" b="b"/>
              <a:pathLst>
                <a:path w="1002" h="593" extrusionOk="0">
                  <a:moveTo>
                    <a:pt x="734" y="0"/>
                  </a:moveTo>
                  <a:cubicBezTo>
                    <a:pt x="634" y="0"/>
                    <a:pt x="501" y="0"/>
                    <a:pt x="434" y="33"/>
                  </a:cubicBezTo>
                  <a:lnTo>
                    <a:pt x="167" y="167"/>
                  </a:lnTo>
                  <a:lnTo>
                    <a:pt x="0" y="267"/>
                  </a:lnTo>
                  <a:lnTo>
                    <a:pt x="0" y="500"/>
                  </a:lnTo>
                  <a:cubicBezTo>
                    <a:pt x="0" y="500"/>
                    <a:pt x="101" y="567"/>
                    <a:pt x="234" y="567"/>
                  </a:cubicBezTo>
                  <a:cubicBezTo>
                    <a:pt x="284" y="584"/>
                    <a:pt x="342" y="592"/>
                    <a:pt x="405" y="592"/>
                  </a:cubicBezTo>
                  <a:cubicBezTo>
                    <a:pt x="467" y="592"/>
                    <a:pt x="534" y="584"/>
                    <a:pt x="601" y="567"/>
                  </a:cubicBezTo>
                  <a:cubicBezTo>
                    <a:pt x="668" y="500"/>
                    <a:pt x="801" y="467"/>
                    <a:pt x="901" y="400"/>
                  </a:cubicBezTo>
                  <a:lnTo>
                    <a:pt x="1001" y="267"/>
                  </a:lnTo>
                  <a:cubicBezTo>
                    <a:pt x="1001" y="267"/>
                    <a:pt x="901" y="100"/>
                    <a:pt x="9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45" name="Google Shape;2545;p21"/>
            <p:cNvSpPr/>
            <p:nvPr/>
          </p:nvSpPr>
          <p:spPr>
            <a:xfrm>
              <a:off x="6152075" y="4687125"/>
              <a:ext cx="23375" cy="12550"/>
            </a:xfrm>
            <a:custGeom>
              <a:avLst/>
              <a:gdLst/>
              <a:ahLst/>
              <a:cxnLst/>
              <a:rect l="l" t="t" r="r" b="b"/>
              <a:pathLst>
                <a:path w="935" h="502" extrusionOk="0">
                  <a:moveTo>
                    <a:pt x="434" y="1"/>
                  </a:moveTo>
                  <a:cubicBezTo>
                    <a:pt x="300" y="34"/>
                    <a:pt x="134" y="101"/>
                    <a:pt x="134" y="101"/>
                  </a:cubicBezTo>
                  <a:lnTo>
                    <a:pt x="0" y="301"/>
                  </a:lnTo>
                  <a:cubicBezTo>
                    <a:pt x="0" y="301"/>
                    <a:pt x="100" y="368"/>
                    <a:pt x="167" y="434"/>
                  </a:cubicBezTo>
                  <a:cubicBezTo>
                    <a:pt x="267" y="501"/>
                    <a:pt x="434" y="501"/>
                    <a:pt x="500" y="501"/>
                  </a:cubicBezTo>
                  <a:cubicBezTo>
                    <a:pt x="601" y="501"/>
                    <a:pt x="701" y="468"/>
                    <a:pt x="801" y="368"/>
                  </a:cubicBezTo>
                  <a:cubicBezTo>
                    <a:pt x="867" y="334"/>
                    <a:pt x="934" y="268"/>
                    <a:pt x="934" y="268"/>
                  </a:cubicBezTo>
                  <a:cubicBezTo>
                    <a:pt x="934" y="268"/>
                    <a:pt x="801" y="101"/>
                    <a:pt x="7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46" name="Google Shape;2546;p21"/>
            <p:cNvSpPr/>
            <p:nvPr/>
          </p:nvSpPr>
          <p:spPr>
            <a:xfrm>
              <a:off x="5454900" y="4794700"/>
              <a:ext cx="22550" cy="12550"/>
            </a:xfrm>
            <a:custGeom>
              <a:avLst/>
              <a:gdLst/>
              <a:ahLst/>
              <a:cxnLst/>
              <a:rect l="l" t="t" r="r" b="b"/>
              <a:pathLst>
                <a:path w="902" h="502" extrusionOk="0">
                  <a:moveTo>
                    <a:pt x="467" y="1"/>
                  </a:moveTo>
                  <a:cubicBezTo>
                    <a:pt x="267" y="1"/>
                    <a:pt x="0" y="134"/>
                    <a:pt x="0" y="134"/>
                  </a:cubicBezTo>
                  <a:lnTo>
                    <a:pt x="0" y="368"/>
                  </a:lnTo>
                  <a:cubicBezTo>
                    <a:pt x="0" y="368"/>
                    <a:pt x="234" y="501"/>
                    <a:pt x="467" y="501"/>
                  </a:cubicBezTo>
                  <a:cubicBezTo>
                    <a:pt x="634" y="501"/>
                    <a:pt x="901" y="368"/>
                    <a:pt x="901" y="368"/>
                  </a:cubicBezTo>
                  <a:lnTo>
                    <a:pt x="901" y="134"/>
                  </a:lnTo>
                  <a:cubicBezTo>
                    <a:pt x="901" y="134"/>
                    <a:pt x="634" y="1"/>
                    <a:pt x="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47" name="Google Shape;2547;p21"/>
            <p:cNvSpPr/>
            <p:nvPr/>
          </p:nvSpPr>
          <p:spPr>
            <a:xfrm>
              <a:off x="5475750" y="4818325"/>
              <a:ext cx="29200" cy="11425"/>
            </a:xfrm>
            <a:custGeom>
              <a:avLst/>
              <a:gdLst/>
              <a:ahLst/>
              <a:cxnLst/>
              <a:rect l="l" t="t" r="r" b="b"/>
              <a:pathLst>
                <a:path w="1168" h="457" extrusionOk="0">
                  <a:moveTo>
                    <a:pt x="735" y="0"/>
                  </a:moveTo>
                  <a:cubicBezTo>
                    <a:pt x="676" y="0"/>
                    <a:pt x="618" y="6"/>
                    <a:pt x="567" y="23"/>
                  </a:cubicBezTo>
                  <a:cubicBezTo>
                    <a:pt x="467" y="23"/>
                    <a:pt x="334" y="57"/>
                    <a:pt x="201" y="123"/>
                  </a:cubicBezTo>
                  <a:cubicBezTo>
                    <a:pt x="67" y="223"/>
                    <a:pt x="0" y="257"/>
                    <a:pt x="0" y="257"/>
                  </a:cubicBezTo>
                  <a:lnTo>
                    <a:pt x="134" y="457"/>
                  </a:lnTo>
                  <a:lnTo>
                    <a:pt x="634" y="457"/>
                  </a:lnTo>
                  <a:cubicBezTo>
                    <a:pt x="834" y="423"/>
                    <a:pt x="1168" y="257"/>
                    <a:pt x="1168" y="257"/>
                  </a:cubicBezTo>
                  <a:cubicBezTo>
                    <a:pt x="1168" y="226"/>
                    <a:pt x="1139" y="53"/>
                    <a:pt x="1109" y="53"/>
                  </a:cubicBezTo>
                  <a:cubicBezTo>
                    <a:pt x="1106" y="53"/>
                    <a:pt x="1104" y="54"/>
                    <a:pt x="1101" y="57"/>
                  </a:cubicBezTo>
                  <a:cubicBezTo>
                    <a:pt x="1101" y="57"/>
                    <a:pt x="914" y="0"/>
                    <a:pt x="7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48" name="Google Shape;2548;p21"/>
            <p:cNvSpPr/>
            <p:nvPr/>
          </p:nvSpPr>
          <p:spPr>
            <a:xfrm>
              <a:off x="5509100" y="4832725"/>
              <a:ext cx="13375" cy="13700"/>
            </a:xfrm>
            <a:custGeom>
              <a:avLst/>
              <a:gdLst/>
              <a:ahLst/>
              <a:cxnLst/>
              <a:rect l="l" t="t" r="r" b="b"/>
              <a:pathLst>
                <a:path w="535" h="548" extrusionOk="0">
                  <a:moveTo>
                    <a:pt x="335" y="0"/>
                  </a:moveTo>
                  <a:cubicBezTo>
                    <a:pt x="279" y="0"/>
                    <a:pt x="215" y="24"/>
                    <a:pt x="167" y="48"/>
                  </a:cubicBezTo>
                  <a:cubicBezTo>
                    <a:pt x="34" y="148"/>
                    <a:pt x="1" y="348"/>
                    <a:pt x="1" y="348"/>
                  </a:cubicBezTo>
                  <a:cubicBezTo>
                    <a:pt x="1" y="381"/>
                    <a:pt x="167" y="515"/>
                    <a:pt x="167" y="548"/>
                  </a:cubicBezTo>
                  <a:cubicBezTo>
                    <a:pt x="167" y="548"/>
                    <a:pt x="368" y="515"/>
                    <a:pt x="401" y="481"/>
                  </a:cubicBezTo>
                  <a:cubicBezTo>
                    <a:pt x="468" y="448"/>
                    <a:pt x="534" y="314"/>
                    <a:pt x="534" y="314"/>
                  </a:cubicBezTo>
                  <a:lnTo>
                    <a:pt x="534" y="48"/>
                  </a:lnTo>
                  <a:cubicBezTo>
                    <a:pt x="534" y="48"/>
                    <a:pt x="501" y="14"/>
                    <a:pt x="401" y="14"/>
                  </a:cubicBezTo>
                  <a:cubicBezTo>
                    <a:pt x="381" y="4"/>
                    <a:pt x="359" y="0"/>
                    <a:pt x="3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49" name="Google Shape;2549;p21"/>
            <p:cNvSpPr/>
            <p:nvPr/>
          </p:nvSpPr>
          <p:spPr>
            <a:xfrm>
              <a:off x="5531625" y="4843900"/>
              <a:ext cx="12525" cy="13375"/>
            </a:xfrm>
            <a:custGeom>
              <a:avLst/>
              <a:gdLst/>
              <a:ahLst/>
              <a:cxnLst/>
              <a:rect l="l" t="t" r="r" b="b"/>
              <a:pathLst>
                <a:path w="501" h="535" extrusionOk="0">
                  <a:moveTo>
                    <a:pt x="334" y="1"/>
                  </a:moveTo>
                  <a:cubicBezTo>
                    <a:pt x="334" y="1"/>
                    <a:pt x="267" y="1"/>
                    <a:pt x="234" y="34"/>
                  </a:cubicBezTo>
                  <a:cubicBezTo>
                    <a:pt x="134" y="68"/>
                    <a:pt x="100" y="68"/>
                    <a:pt x="67" y="101"/>
                  </a:cubicBezTo>
                  <a:cubicBezTo>
                    <a:pt x="0" y="201"/>
                    <a:pt x="0" y="334"/>
                    <a:pt x="0" y="334"/>
                  </a:cubicBezTo>
                  <a:cubicBezTo>
                    <a:pt x="65" y="334"/>
                    <a:pt x="130" y="524"/>
                    <a:pt x="164" y="534"/>
                  </a:cubicBezTo>
                  <a:lnTo>
                    <a:pt x="164" y="534"/>
                  </a:lnTo>
                  <a:cubicBezTo>
                    <a:pt x="158" y="528"/>
                    <a:pt x="404" y="465"/>
                    <a:pt x="467" y="401"/>
                  </a:cubicBezTo>
                  <a:cubicBezTo>
                    <a:pt x="467" y="368"/>
                    <a:pt x="501" y="268"/>
                    <a:pt x="501" y="234"/>
                  </a:cubicBezTo>
                  <a:lnTo>
                    <a:pt x="501" y="168"/>
                  </a:lnTo>
                  <a:lnTo>
                    <a:pt x="334" y="1"/>
                  </a:lnTo>
                  <a:close/>
                  <a:moveTo>
                    <a:pt x="164" y="534"/>
                  </a:moveTo>
                  <a:lnTo>
                    <a:pt x="164" y="534"/>
                  </a:lnTo>
                  <a:cubicBezTo>
                    <a:pt x="165" y="534"/>
                    <a:pt x="166" y="535"/>
                    <a:pt x="167" y="535"/>
                  </a:cubicBezTo>
                  <a:cubicBezTo>
                    <a:pt x="166" y="535"/>
                    <a:pt x="165" y="534"/>
                    <a:pt x="164" y="5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50" name="Google Shape;2550;p21"/>
            <p:cNvSpPr/>
            <p:nvPr/>
          </p:nvSpPr>
          <p:spPr>
            <a:xfrm>
              <a:off x="5647525" y="4824725"/>
              <a:ext cx="23375" cy="25200"/>
            </a:xfrm>
            <a:custGeom>
              <a:avLst/>
              <a:gdLst/>
              <a:ahLst/>
              <a:cxnLst/>
              <a:rect l="l" t="t" r="r" b="b"/>
              <a:pathLst>
                <a:path w="935" h="1008" extrusionOk="0">
                  <a:moveTo>
                    <a:pt x="802" y="1"/>
                  </a:moveTo>
                  <a:cubicBezTo>
                    <a:pt x="802" y="1"/>
                    <a:pt x="701" y="34"/>
                    <a:pt x="601" y="101"/>
                  </a:cubicBezTo>
                  <a:cubicBezTo>
                    <a:pt x="468" y="134"/>
                    <a:pt x="335" y="268"/>
                    <a:pt x="268" y="334"/>
                  </a:cubicBezTo>
                  <a:cubicBezTo>
                    <a:pt x="101" y="534"/>
                    <a:pt x="1" y="868"/>
                    <a:pt x="1" y="868"/>
                  </a:cubicBezTo>
                  <a:cubicBezTo>
                    <a:pt x="1" y="926"/>
                    <a:pt x="125" y="1008"/>
                    <a:pt x="159" y="1008"/>
                  </a:cubicBezTo>
                  <a:cubicBezTo>
                    <a:pt x="165" y="1008"/>
                    <a:pt x="168" y="1006"/>
                    <a:pt x="168" y="1001"/>
                  </a:cubicBezTo>
                  <a:cubicBezTo>
                    <a:pt x="168" y="1001"/>
                    <a:pt x="468" y="801"/>
                    <a:pt x="601" y="634"/>
                  </a:cubicBezTo>
                  <a:cubicBezTo>
                    <a:pt x="668" y="601"/>
                    <a:pt x="701" y="468"/>
                    <a:pt x="802" y="368"/>
                  </a:cubicBezTo>
                  <a:cubicBezTo>
                    <a:pt x="868" y="301"/>
                    <a:pt x="935" y="201"/>
                    <a:pt x="935" y="201"/>
                  </a:cubicBezTo>
                  <a:lnTo>
                    <a:pt x="80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51" name="Google Shape;2551;p21"/>
            <p:cNvSpPr/>
            <p:nvPr/>
          </p:nvSpPr>
          <p:spPr>
            <a:xfrm>
              <a:off x="5663375" y="4852250"/>
              <a:ext cx="25050" cy="25050"/>
            </a:xfrm>
            <a:custGeom>
              <a:avLst/>
              <a:gdLst/>
              <a:ahLst/>
              <a:cxnLst/>
              <a:rect l="l" t="t" r="r" b="b"/>
              <a:pathLst>
                <a:path w="1002" h="1002" extrusionOk="0">
                  <a:moveTo>
                    <a:pt x="835" y="0"/>
                  </a:moveTo>
                  <a:cubicBezTo>
                    <a:pt x="835" y="0"/>
                    <a:pt x="501" y="167"/>
                    <a:pt x="334" y="334"/>
                  </a:cubicBezTo>
                  <a:cubicBezTo>
                    <a:pt x="168" y="501"/>
                    <a:pt x="1" y="834"/>
                    <a:pt x="1" y="834"/>
                  </a:cubicBezTo>
                  <a:cubicBezTo>
                    <a:pt x="1" y="868"/>
                    <a:pt x="168" y="1001"/>
                    <a:pt x="168" y="1001"/>
                  </a:cubicBezTo>
                  <a:cubicBezTo>
                    <a:pt x="168" y="1001"/>
                    <a:pt x="501" y="834"/>
                    <a:pt x="668" y="668"/>
                  </a:cubicBezTo>
                  <a:cubicBezTo>
                    <a:pt x="835" y="501"/>
                    <a:pt x="1001" y="167"/>
                    <a:pt x="1001" y="167"/>
                  </a:cubicBezTo>
                  <a:lnTo>
                    <a:pt x="83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52" name="Google Shape;2552;p21"/>
            <p:cNvSpPr/>
            <p:nvPr/>
          </p:nvSpPr>
          <p:spPr>
            <a:xfrm>
              <a:off x="5685075" y="4871425"/>
              <a:ext cx="17525" cy="27550"/>
            </a:xfrm>
            <a:custGeom>
              <a:avLst/>
              <a:gdLst/>
              <a:ahLst/>
              <a:cxnLst/>
              <a:rect l="l" t="t" r="r" b="b"/>
              <a:pathLst>
                <a:path w="701" h="1102" extrusionOk="0">
                  <a:moveTo>
                    <a:pt x="434" y="1"/>
                  </a:moveTo>
                  <a:cubicBezTo>
                    <a:pt x="434" y="67"/>
                    <a:pt x="367" y="101"/>
                    <a:pt x="334" y="167"/>
                  </a:cubicBezTo>
                  <a:cubicBezTo>
                    <a:pt x="300" y="234"/>
                    <a:pt x="200" y="334"/>
                    <a:pt x="167" y="434"/>
                  </a:cubicBezTo>
                  <a:cubicBezTo>
                    <a:pt x="133" y="501"/>
                    <a:pt x="100" y="634"/>
                    <a:pt x="33" y="768"/>
                  </a:cubicBezTo>
                  <a:cubicBezTo>
                    <a:pt x="0" y="901"/>
                    <a:pt x="0" y="968"/>
                    <a:pt x="0" y="968"/>
                  </a:cubicBezTo>
                  <a:cubicBezTo>
                    <a:pt x="29" y="997"/>
                    <a:pt x="162" y="1079"/>
                    <a:pt x="171" y="1097"/>
                  </a:cubicBezTo>
                  <a:lnTo>
                    <a:pt x="171" y="1097"/>
                  </a:lnTo>
                  <a:lnTo>
                    <a:pt x="300" y="968"/>
                  </a:lnTo>
                  <a:cubicBezTo>
                    <a:pt x="367" y="901"/>
                    <a:pt x="500" y="768"/>
                    <a:pt x="534" y="668"/>
                  </a:cubicBezTo>
                  <a:cubicBezTo>
                    <a:pt x="634" y="568"/>
                    <a:pt x="667" y="401"/>
                    <a:pt x="667" y="268"/>
                  </a:cubicBezTo>
                  <a:cubicBezTo>
                    <a:pt x="701" y="134"/>
                    <a:pt x="667" y="1"/>
                    <a:pt x="667" y="1"/>
                  </a:cubicBezTo>
                  <a:close/>
                  <a:moveTo>
                    <a:pt x="171" y="1097"/>
                  </a:moveTo>
                  <a:lnTo>
                    <a:pt x="167" y="1101"/>
                  </a:lnTo>
                  <a:cubicBezTo>
                    <a:pt x="171" y="1101"/>
                    <a:pt x="172" y="1100"/>
                    <a:pt x="171" y="109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53" name="Google Shape;2553;p21"/>
            <p:cNvSpPr/>
            <p:nvPr/>
          </p:nvSpPr>
          <p:spPr>
            <a:xfrm>
              <a:off x="5697575" y="4900625"/>
              <a:ext cx="16700" cy="31700"/>
            </a:xfrm>
            <a:custGeom>
              <a:avLst/>
              <a:gdLst/>
              <a:ahLst/>
              <a:cxnLst/>
              <a:rect l="l" t="t" r="r" b="b"/>
              <a:pathLst>
                <a:path w="668" h="1268" extrusionOk="0">
                  <a:moveTo>
                    <a:pt x="467" y="0"/>
                  </a:moveTo>
                  <a:cubicBezTo>
                    <a:pt x="467" y="0"/>
                    <a:pt x="201" y="300"/>
                    <a:pt x="100" y="567"/>
                  </a:cubicBezTo>
                  <a:cubicBezTo>
                    <a:pt x="0" y="767"/>
                    <a:pt x="0" y="1168"/>
                    <a:pt x="0" y="1168"/>
                  </a:cubicBezTo>
                  <a:cubicBezTo>
                    <a:pt x="0" y="1168"/>
                    <a:pt x="157" y="1246"/>
                    <a:pt x="170" y="1264"/>
                  </a:cubicBezTo>
                  <a:lnTo>
                    <a:pt x="170" y="1264"/>
                  </a:lnTo>
                  <a:cubicBezTo>
                    <a:pt x="199" y="1227"/>
                    <a:pt x="438" y="922"/>
                    <a:pt x="501" y="734"/>
                  </a:cubicBezTo>
                  <a:cubicBezTo>
                    <a:pt x="634" y="501"/>
                    <a:pt x="668" y="134"/>
                    <a:pt x="668" y="134"/>
                  </a:cubicBezTo>
                  <a:lnTo>
                    <a:pt x="467" y="0"/>
                  </a:lnTo>
                  <a:close/>
                  <a:moveTo>
                    <a:pt x="170" y="1264"/>
                  </a:moveTo>
                  <a:cubicBezTo>
                    <a:pt x="168" y="1266"/>
                    <a:pt x="167" y="1268"/>
                    <a:pt x="167" y="1268"/>
                  </a:cubicBezTo>
                  <a:cubicBezTo>
                    <a:pt x="171" y="1268"/>
                    <a:pt x="172" y="1266"/>
                    <a:pt x="170" y="126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54" name="Google Shape;2554;p21"/>
            <p:cNvSpPr/>
            <p:nvPr/>
          </p:nvSpPr>
          <p:spPr>
            <a:xfrm>
              <a:off x="5731775" y="4923975"/>
              <a:ext cx="12525" cy="25025"/>
            </a:xfrm>
            <a:custGeom>
              <a:avLst/>
              <a:gdLst/>
              <a:ahLst/>
              <a:cxnLst/>
              <a:rect l="l" t="t" r="r" b="b"/>
              <a:pathLst>
                <a:path w="501" h="1001" extrusionOk="0">
                  <a:moveTo>
                    <a:pt x="300" y="0"/>
                  </a:moveTo>
                  <a:cubicBezTo>
                    <a:pt x="300" y="0"/>
                    <a:pt x="267" y="67"/>
                    <a:pt x="167" y="167"/>
                  </a:cubicBezTo>
                  <a:cubicBezTo>
                    <a:pt x="133" y="234"/>
                    <a:pt x="100" y="367"/>
                    <a:pt x="33" y="467"/>
                  </a:cubicBezTo>
                  <a:cubicBezTo>
                    <a:pt x="0" y="634"/>
                    <a:pt x="100" y="901"/>
                    <a:pt x="100" y="901"/>
                  </a:cubicBezTo>
                  <a:cubicBezTo>
                    <a:pt x="100" y="968"/>
                    <a:pt x="300" y="1001"/>
                    <a:pt x="300" y="1001"/>
                  </a:cubicBezTo>
                  <a:cubicBezTo>
                    <a:pt x="300" y="1001"/>
                    <a:pt x="467" y="701"/>
                    <a:pt x="500" y="534"/>
                  </a:cubicBezTo>
                  <a:lnTo>
                    <a:pt x="500" y="300"/>
                  </a:lnTo>
                  <a:lnTo>
                    <a:pt x="500" y="134"/>
                  </a:lnTo>
                  <a:cubicBezTo>
                    <a:pt x="500" y="67"/>
                    <a:pt x="300" y="0"/>
                    <a:pt x="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55" name="Google Shape;2555;p21"/>
            <p:cNvSpPr/>
            <p:nvPr/>
          </p:nvSpPr>
          <p:spPr>
            <a:xfrm>
              <a:off x="5846000" y="5270050"/>
              <a:ext cx="17550" cy="21100"/>
            </a:xfrm>
            <a:custGeom>
              <a:avLst/>
              <a:gdLst/>
              <a:ahLst/>
              <a:cxnLst/>
              <a:rect l="l" t="t" r="r" b="b"/>
              <a:pathLst>
                <a:path w="702" h="844" extrusionOk="0">
                  <a:moveTo>
                    <a:pt x="568" y="0"/>
                  </a:moveTo>
                  <a:lnTo>
                    <a:pt x="401" y="67"/>
                  </a:lnTo>
                  <a:cubicBezTo>
                    <a:pt x="335" y="134"/>
                    <a:pt x="234" y="201"/>
                    <a:pt x="168" y="301"/>
                  </a:cubicBezTo>
                  <a:cubicBezTo>
                    <a:pt x="34" y="467"/>
                    <a:pt x="1" y="734"/>
                    <a:pt x="1" y="734"/>
                  </a:cubicBezTo>
                  <a:cubicBezTo>
                    <a:pt x="1" y="789"/>
                    <a:pt x="112" y="843"/>
                    <a:pt x="153" y="843"/>
                  </a:cubicBezTo>
                  <a:cubicBezTo>
                    <a:pt x="162" y="843"/>
                    <a:pt x="168" y="840"/>
                    <a:pt x="168" y="834"/>
                  </a:cubicBezTo>
                  <a:cubicBezTo>
                    <a:pt x="168" y="834"/>
                    <a:pt x="401" y="668"/>
                    <a:pt x="501" y="534"/>
                  </a:cubicBezTo>
                  <a:cubicBezTo>
                    <a:pt x="535" y="501"/>
                    <a:pt x="568" y="401"/>
                    <a:pt x="601" y="334"/>
                  </a:cubicBezTo>
                  <a:cubicBezTo>
                    <a:pt x="668" y="234"/>
                    <a:pt x="702" y="201"/>
                    <a:pt x="702" y="201"/>
                  </a:cubicBezTo>
                  <a:lnTo>
                    <a:pt x="56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56" name="Google Shape;2556;p21"/>
            <p:cNvSpPr/>
            <p:nvPr/>
          </p:nvSpPr>
          <p:spPr>
            <a:xfrm>
              <a:off x="5879375" y="5275875"/>
              <a:ext cx="16700" cy="20875"/>
            </a:xfrm>
            <a:custGeom>
              <a:avLst/>
              <a:gdLst/>
              <a:ahLst/>
              <a:cxnLst/>
              <a:rect l="l" t="t" r="r" b="b"/>
              <a:pathLst>
                <a:path w="668" h="835" extrusionOk="0">
                  <a:moveTo>
                    <a:pt x="501" y="1"/>
                  </a:moveTo>
                  <a:cubicBezTo>
                    <a:pt x="501" y="1"/>
                    <a:pt x="434" y="68"/>
                    <a:pt x="367" y="101"/>
                  </a:cubicBezTo>
                  <a:cubicBezTo>
                    <a:pt x="267" y="134"/>
                    <a:pt x="167" y="234"/>
                    <a:pt x="100" y="301"/>
                  </a:cubicBezTo>
                  <a:cubicBezTo>
                    <a:pt x="34" y="435"/>
                    <a:pt x="0" y="735"/>
                    <a:pt x="0" y="735"/>
                  </a:cubicBezTo>
                  <a:cubicBezTo>
                    <a:pt x="0" y="735"/>
                    <a:pt x="167" y="835"/>
                    <a:pt x="200" y="835"/>
                  </a:cubicBezTo>
                  <a:cubicBezTo>
                    <a:pt x="200" y="835"/>
                    <a:pt x="434" y="668"/>
                    <a:pt x="534" y="568"/>
                  </a:cubicBezTo>
                  <a:cubicBezTo>
                    <a:pt x="567" y="501"/>
                    <a:pt x="567" y="435"/>
                    <a:pt x="601" y="334"/>
                  </a:cubicBezTo>
                  <a:cubicBezTo>
                    <a:pt x="667" y="268"/>
                    <a:pt x="667" y="168"/>
                    <a:pt x="667" y="168"/>
                  </a:cubicBezTo>
                  <a:lnTo>
                    <a:pt x="5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57" name="Google Shape;2557;p21"/>
            <p:cNvSpPr/>
            <p:nvPr/>
          </p:nvSpPr>
          <p:spPr>
            <a:xfrm>
              <a:off x="5902725" y="5285900"/>
              <a:ext cx="20025" cy="30050"/>
            </a:xfrm>
            <a:custGeom>
              <a:avLst/>
              <a:gdLst/>
              <a:ahLst/>
              <a:cxnLst/>
              <a:rect l="l" t="t" r="r" b="b"/>
              <a:pathLst>
                <a:path w="801" h="1202" extrusionOk="0">
                  <a:moveTo>
                    <a:pt x="601" y="0"/>
                  </a:moveTo>
                  <a:cubicBezTo>
                    <a:pt x="601" y="0"/>
                    <a:pt x="301" y="267"/>
                    <a:pt x="167" y="501"/>
                  </a:cubicBezTo>
                  <a:cubicBezTo>
                    <a:pt x="67" y="701"/>
                    <a:pt x="0" y="1101"/>
                    <a:pt x="0" y="1101"/>
                  </a:cubicBezTo>
                  <a:cubicBezTo>
                    <a:pt x="0" y="1101"/>
                    <a:pt x="234" y="1201"/>
                    <a:pt x="267" y="1201"/>
                  </a:cubicBezTo>
                  <a:cubicBezTo>
                    <a:pt x="267" y="1201"/>
                    <a:pt x="501" y="901"/>
                    <a:pt x="601" y="701"/>
                  </a:cubicBezTo>
                  <a:cubicBezTo>
                    <a:pt x="734" y="501"/>
                    <a:pt x="801" y="100"/>
                    <a:pt x="801" y="100"/>
                  </a:cubicBezTo>
                  <a:lnTo>
                    <a:pt x="6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58" name="Google Shape;2558;p21"/>
            <p:cNvSpPr/>
            <p:nvPr/>
          </p:nvSpPr>
          <p:spPr>
            <a:xfrm>
              <a:off x="6064500" y="5179975"/>
              <a:ext cx="25875" cy="23375"/>
            </a:xfrm>
            <a:custGeom>
              <a:avLst/>
              <a:gdLst/>
              <a:ahLst/>
              <a:cxnLst/>
              <a:rect l="l" t="t" r="r" b="b"/>
              <a:pathLst>
                <a:path w="1035" h="935" extrusionOk="0">
                  <a:moveTo>
                    <a:pt x="935" y="1"/>
                  </a:moveTo>
                  <a:cubicBezTo>
                    <a:pt x="935" y="1"/>
                    <a:pt x="534" y="101"/>
                    <a:pt x="334" y="268"/>
                  </a:cubicBezTo>
                  <a:cubicBezTo>
                    <a:pt x="167" y="434"/>
                    <a:pt x="1" y="801"/>
                    <a:pt x="1" y="801"/>
                  </a:cubicBezTo>
                  <a:cubicBezTo>
                    <a:pt x="1" y="801"/>
                    <a:pt x="167" y="935"/>
                    <a:pt x="201" y="935"/>
                  </a:cubicBezTo>
                  <a:cubicBezTo>
                    <a:pt x="201" y="935"/>
                    <a:pt x="501" y="768"/>
                    <a:pt x="668" y="635"/>
                  </a:cubicBezTo>
                  <a:cubicBezTo>
                    <a:pt x="801" y="501"/>
                    <a:pt x="1035" y="234"/>
                    <a:pt x="1035" y="234"/>
                  </a:cubicBezTo>
                  <a:lnTo>
                    <a:pt x="93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59" name="Google Shape;2559;p21"/>
            <p:cNvSpPr/>
            <p:nvPr/>
          </p:nvSpPr>
          <p:spPr>
            <a:xfrm>
              <a:off x="6080350" y="5203325"/>
              <a:ext cx="24200" cy="25050"/>
            </a:xfrm>
            <a:custGeom>
              <a:avLst/>
              <a:gdLst/>
              <a:ahLst/>
              <a:cxnLst/>
              <a:rect l="l" t="t" r="r" b="b"/>
              <a:pathLst>
                <a:path w="968" h="1002" extrusionOk="0">
                  <a:moveTo>
                    <a:pt x="734" y="1"/>
                  </a:moveTo>
                  <a:cubicBezTo>
                    <a:pt x="734" y="1"/>
                    <a:pt x="401" y="168"/>
                    <a:pt x="301" y="334"/>
                  </a:cubicBezTo>
                  <a:cubicBezTo>
                    <a:pt x="167" y="501"/>
                    <a:pt x="0" y="835"/>
                    <a:pt x="0" y="835"/>
                  </a:cubicBezTo>
                  <a:cubicBezTo>
                    <a:pt x="0" y="835"/>
                    <a:pt x="167" y="968"/>
                    <a:pt x="201" y="1002"/>
                  </a:cubicBezTo>
                  <a:cubicBezTo>
                    <a:pt x="201" y="1002"/>
                    <a:pt x="534" y="835"/>
                    <a:pt x="668" y="668"/>
                  </a:cubicBezTo>
                  <a:cubicBezTo>
                    <a:pt x="801" y="501"/>
                    <a:pt x="968" y="168"/>
                    <a:pt x="968" y="168"/>
                  </a:cubicBezTo>
                  <a:cubicBezTo>
                    <a:pt x="968" y="134"/>
                    <a:pt x="734" y="1"/>
                    <a:pt x="7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60" name="Google Shape;2560;p21"/>
            <p:cNvSpPr/>
            <p:nvPr/>
          </p:nvSpPr>
          <p:spPr>
            <a:xfrm>
              <a:off x="6100350" y="5230025"/>
              <a:ext cx="18375" cy="19200"/>
            </a:xfrm>
            <a:custGeom>
              <a:avLst/>
              <a:gdLst/>
              <a:ahLst/>
              <a:cxnLst/>
              <a:rect l="l" t="t" r="r" b="b"/>
              <a:pathLst>
                <a:path w="735" h="768" extrusionOk="0">
                  <a:moveTo>
                    <a:pt x="535" y="0"/>
                  </a:moveTo>
                  <a:cubicBezTo>
                    <a:pt x="535" y="0"/>
                    <a:pt x="268" y="100"/>
                    <a:pt x="201" y="234"/>
                  </a:cubicBezTo>
                  <a:cubicBezTo>
                    <a:pt x="68" y="334"/>
                    <a:pt x="1" y="601"/>
                    <a:pt x="1" y="601"/>
                  </a:cubicBezTo>
                  <a:cubicBezTo>
                    <a:pt x="1" y="601"/>
                    <a:pt x="101" y="767"/>
                    <a:pt x="201" y="767"/>
                  </a:cubicBezTo>
                  <a:cubicBezTo>
                    <a:pt x="201" y="767"/>
                    <a:pt x="435" y="667"/>
                    <a:pt x="568" y="567"/>
                  </a:cubicBezTo>
                  <a:cubicBezTo>
                    <a:pt x="668" y="434"/>
                    <a:pt x="735" y="134"/>
                    <a:pt x="735" y="134"/>
                  </a:cubicBezTo>
                  <a:lnTo>
                    <a:pt x="53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61" name="Google Shape;2561;p21"/>
            <p:cNvSpPr/>
            <p:nvPr/>
          </p:nvSpPr>
          <p:spPr>
            <a:xfrm>
              <a:off x="6111200" y="5261700"/>
              <a:ext cx="12525" cy="16700"/>
            </a:xfrm>
            <a:custGeom>
              <a:avLst/>
              <a:gdLst/>
              <a:ahLst/>
              <a:cxnLst/>
              <a:rect l="l" t="t" r="r" b="b"/>
              <a:pathLst>
                <a:path w="501" h="668" extrusionOk="0">
                  <a:moveTo>
                    <a:pt x="334" y="1"/>
                  </a:moveTo>
                  <a:cubicBezTo>
                    <a:pt x="334" y="1"/>
                    <a:pt x="267" y="1"/>
                    <a:pt x="234" y="34"/>
                  </a:cubicBezTo>
                  <a:lnTo>
                    <a:pt x="67" y="201"/>
                  </a:lnTo>
                  <a:cubicBezTo>
                    <a:pt x="1" y="234"/>
                    <a:pt x="1" y="334"/>
                    <a:pt x="1" y="368"/>
                  </a:cubicBezTo>
                  <a:lnTo>
                    <a:pt x="1" y="501"/>
                  </a:lnTo>
                  <a:cubicBezTo>
                    <a:pt x="1" y="535"/>
                    <a:pt x="167" y="668"/>
                    <a:pt x="167" y="668"/>
                  </a:cubicBezTo>
                  <a:cubicBezTo>
                    <a:pt x="167" y="668"/>
                    <a:pt x="267" y="668"/>
                    <a:pt x="301" y="635"/>
                  </a:cubicBezTo>
                  <a:lnTo>
                    <a:pt x="468" y="468"/>
                  </a:lnTo>
                  <a:cubicBezTo>
                    <a:pt x="501" y="401"/>
                    <a:pt x="501" y="334"/>
                    <a:pt x="501" y="301"/>
                  </a:cubicBezTo>
                  <a:lnTo>
                    <a:pt x="501" y="168"/>
                  </a:lnTo>
                  <a:lnTo>
                    <a:pt x="33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62" name="Google Shape;2562;p21"/>
            <p:cNvSpPr/>
            <p:nvPr/>
          </p:nvSpPr>
          <p:spPr>
            <a:xfrm>
              <a:off x="6130375" y="5282550"/>
              <a:ext cx="15875" cy="19775"/>
            </a:xfrm>
            <a:custGeom>
              <a:avLst/>
              <a:gdLst/>
              <a:ahLst/>
              <a:cxnLst/>
              <a:rect l="l" t="t" r="r" b="b"/>
              <a:pathLst>
                <a:path w="635" h="791" extrusionOk="0">
                  <a:moveTo>
                    <a:pt x="368" y="1"/>
                  </a:moveTo>
                  <a:cubicBezTo>
                    <a:pt x="368" y="1"/>
                    <a:pt x="201" y="168"/>
                    <a:pt x="134" y="301"/>
                  </a:cubicBezTo>
                  <a:cubicBezTo>
                    <a:pt x="34" y="468"/>
                    <a:pt x="1" y="735"/>
                    <a:pt x="1" y="735"/>
                  </a:cubicBezTo>
                  <a:cubicBezTo>
                    <a:pt x="1" y="735"/>
                    <a:pt x="113" y="791"/>
                    <a:pt x="170" y="791"/>
                  </a:cubicBezTo>
                  <a:cubicBezTo>
                    <a:pt x="188" y="791"/>
                    <a:pt x="201" y="785"/>
                    <a:pt x="201" y="768"/>
                  </a:cubicBezTo>
                  <a:cubicBezTo>
                    <a:pt x="201" y="768"/>
                    <a:pt x="468" y="635"/>
                    <a:pt x="535" y="501"/>
                  </a:cubicBezTo>
                  <a:cubicBezTo>
                    <a:pt x="568" y="401"/>
                    <a:pt x="635" y="334"/>
                    <a:pt x="635" y="201"/>
                  </a:cubicBezTo>
                  <a:lnTo>
                    <a:pt x="635" y="34"/>
                  </a:lnTo>
                  <a:lnTo>
                    <a:pt x="36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63" name="Google Shape;2563;p21"/>
            <p:cNvSpPr/>
            <p:nvPr/>
          </p:nvSpPr>
          <p:spPr>
            <a:xfrm>
              <a:off x="6139550" y="5311750"/>
              <a:ext cx="13375" cy="16700"/>
            </a:xfrm>
            <a:custGeom>
              <a:avLst/>
              <a:gdLst/>
              <a:ahLst/>
              <a:cxnLst/>
              <a:rect l="l" t="t" r="r" b="b"/>
              <a:pathLst>
                <a:path w="535" h="668" extrusionOk="0">
                  <a:moveTo>
                    <a:pt x="334" y="0"/>
                  </a:moveTo>
                  <a:cubicBezTo>
                    <a:pt x="334" y="0"/>
                    <a:pt x="168" y="67"/>
                    <a:pt x="101" y="200"/>
                  </a:cubicBezTo>
                  <a:cubicBezTo>
                    <a:pt x="1" y="300"/>
                    <a:pt x="1" y="534"/>
                    <a:pt x="1" y="534"/>
                  </a:cubicBezTo>
                  <a:cubicBezTo>
                    <a:pt x="1" y="534"/>
                    <a:pt x="168" y="667"/>
                    <a:pt x="201" y="667"/>
                  </a:cubicBezTo>
                  <a:cubicBezTo>
                    <a:pt x="201" y="667"/>
                    <a:pt x="368" y="567"/>
                    <a:pt x="468" y="467"/>
                  </a:cubicBezTo>
                  <a:cubicBezTo>
                    <a:pt x="534" y="367"/>
                    <a:pt x="534" y="134"/>
                    <a:pt x="534" y="134"/>
                  </a:cubicBezTo>
                  <a:lnTo>
                    <a:pt x="3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64" name="Google Shape;2564;p21"/>
            <p:cNvSpPr/>
            <p:nvPr/>
          </p:nvSpPr>
          <p:spPr>
            <a:xfrm>
              <a:off x="6164575" y="5332600"/>
              <a:ext cx="15025" cy="25650"/>
            </a:xfrm>
            <a:custGeom>
              <a:avLst/>
              <a:gdLst/>
              <a:ahLst/>
              <a:cxnLst/>
              <a:rect l="l" t="t" r="r" b="b"/>
              <a:pathLst>
                <a:path w="601" h="1026" extrusionOk="0">
                  <a:moveTo>
                    <a:pt x="234" y="0"/>
                  </a:moveTo>
                  <a:lnTo>
                    <a:pt x="167" y="167"/>
                  </a:lnTo>
                  <a:cubicBezTo>
                    <a:pt x="134" y="234"/>
                    <a:pt x="34" y="367"/>
                    <a:pt x="34" y="467"/>
                  </a:cubicBezTo>
                  <a:cubicBezTo>
                    <a:pt x="34" y="534"/>
                    <a:pt x="0" y="667"/>
                    <a:pt x="34" y="801"/>
                  </a:cubicBezTo>
                  <a:cubicBezTo>
                    <a:pt x="34" y="901"/>
                    <a:pt x="101" y="1001"/>
                    <a:pt x="101" y="1001"/>
                  </a:cubicBezTo>
                  <a:cubicBezTo>
                    <a:pt x="101" y="1018"/>
                    <a:pt x="151" y="1026"/>
                    <a:pt x="205" y="1026"/>
                  </a:cubicBezTo>
                  <a:cubicBezTo>
                    <a:pt x="259" y="1026"/>
                    <a:pt x="317" y="1018"/>
                    <a:pt x="334" y="1001"/>
                  </a:cubicBezTo>
                  <a:lnTo>
                    <a:pt x="434" y="834"/>
                  </a:lnTo>
                  <a:cubicBezTo>
                    <a:pt x="467" y="734"/>
                    <a:pt x="534" y="634"/>
                    <a:pt x="534" y="534"/>
                  </a:cubicBezTo>
                  <a:cubicBezTo>
                    <a:pt x="534" y="467"/>
                    <a:pt x="601" y="334"/>
                    <a:pt x="534" y="200"/>
                  </a:cubicBezTo>
                  <a:cubicBezTo>
                    <a:pt x="534" y="67"/>
                    <a:pt x="501" y="0"/>
                    <a:pt x="5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65" name="Google Shape;2565;p21"/>
            <p:cNvSpPr/>
            <p:nvPr/>
          </p:nvSpPr>
          <p:spPr>
            <a:xfrm>
              <a:off x="3478625" y="4820250"/>
              <a:ext cx="241725" cy="108800"/>
            </a:xfrm>
            <a:custGeom>
              <a:avLst/>
              <a:gdLst/>
              <a:ahLst/>
              <a:cxnLst/>
              <a:rect l="l" t="t" r="r" b="b"/>
              <a:pathLst>
                <a:path w="9669" h="4352" extrusionOk="0">
                  <a:moveTo>
                    <a:pt x="9381" y="1"/>
                  </a:moveTo>
                  <a:cubicBezTo>
                    <a:pt x="9346" y="1"/>
                    <a:pt x="9317" y="5"/>
                    <a:pt x="9302" y="13"/>
                  </a:cubicBezTo>
                  <a:cubicBezTo>
                    <a:pt x="9302" y="13"/>
                    <a:pt x="9302" y="80"/>
                    <a:pt x="9235" y="180"/>
                  </a:cubicBezTo>
                  <a:cubicBezTo>
                    <a:pt x="9235" y="313"/>
                    <a:pt x="9202" y="447"/>
                    <a:pt x="9168" y="580"/>
                  </a:cubicBezTo>
                  <a:cubicBezTo>
                    <a:pt x="9068" y="914"/>
                    <a:pt x="8901" y="1414"/>
                    <a:pt x="8668" y="1881"/>
                  </a:cubicBezTo>
                  <a:cubicBezTo>
                    <a:pt x="8368" y="2348"/>
                    <a:pt x="7967" y="2815"/>
                    <a:pt x="7467" y="3048"/>
                  </a:cubicBezTo>
                  <a:cubicBezTo>
                    <a:pt x="6967" y="3315"/>
                    <a:pt x="6366" y="3415"/>
                    <a:pt x="5833" y="3482"/>
                  </a:cubicBezTo>
                  <a:cubicBezTo>
                    <a:pt x="4798" y="3615"/>
                    <a:pt x="3331" y="3515"/>
                    <a:pt x="2163" y="3615"/>
                  </a:cubicBezTo>
                  <a:cubicBezTo>
                    <a:pt x="1563" y="3649"/>
                    <a:pt x="1062" y="3716"/>
                    <a:pt x="696" y="3816"/>
                  </a:cubicBezTo>
                  <a:cubicBezTo>
                    <a:pt x="329" y="3882"/>
                    <a:pt x="128" y="3982"/>
                    <a:pt x="128" y="3982"/>
                  </a:cubicBezTo>
                  <a:cubicBezTo>
                    <a:pt x="1" y="4014"/>
                    <a:pt x="56" y="4351"/>
                    <a:pt x="178" y="4351"/>
                  </a:cubicBezTo>
                  <a:cubicBezTo>
                    <a:pt x="184" y="4351"/>
                    <a:pt x="189" y="4351"/>
                    <a:pt x="195" y="4349"/>
                  </a:cubicBezTo>
                  <a:cubicBezTo>
                    <a:pt x="195" y="4349"/>
                    <a:pt x="395" y="4316"/>
                    <a:pt x="729" y="4249"/>
                  </a:cubicBezTo>
                  <a:cubicBezTo>
                    <a:pt x="1129" y="4216"/>
                    <a:pt x="1563" y="4183"/>
                    <a:pt x="2163" y="4183"/>
                  </a:cubicBezTo>
                  <a:cubicBezTo>
                    <a:pt x="2982" y="4207"/>
                    <a:pt x="3957" y="4300"/>
                    <a:pt x="4876" y="4300"/>
                  </a:cubicBezTo>
                  <a:cubicBezTo>
                    <a:pt x="5229" y="4300"/>
                    <a:pt x="5575" y="4286"/>
                    <a:pt x="5899" y="4249"/>
                  </a:cubicBezTo>
                  <a:cubicBezTo>
                    <a:pt x="6500" y="4183"/>
                    <a:pt x="7167" y="4049"/>
                    <a:pt x="7801" y="3682"/>
                  </a:cubicBezTo>
                  <a:cubicBezTo>
                    <a:pt x="8368" y="3315"/>
                    <a:pt x="8868" y="2715"/>
                    <a:pt x="9135" y="2181"/>
                  </a:cubicBezTo>
                  <a:cubicBezTo>
                    <a:pt x="9402" y="1614"/>
                    <a:pt x="9502" y="1080"/>
                    <a:pt x="9569" y="713"/>
                  </a:cubicBezTo>
                  <a:cubicBezTo>
                    <a:pt x="9635" y="547"/>
                    <a:pt x="9669" y="380"/>
                    <a:pt x="9669" y="313"/>
                  </a:cubicBezTo>
                  <a:lnTo>
                    <a:pt x="9669" y="146"/>
                  </a:lnTo>
                  <a:cubicBezTo>
                    <a:pt x="9669" y="44"/>
                    <a:pt x="9493" y="1"/>
                    <a:pt x="93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66" name="Google Shape;2566;p21"/>
            <p:cNvSpPr/>
            <p:nvPr/>
          </p:nvSpPr>
          <p:spPr>
            <a:xfrm>
              <a:off x="4719875" y="4004150"/>
              <a:ext cx="730050" cy="482700"/>
            </a:xfrm>
            <a:custGeom>
              <a:avLst/>
              <a:gdLst/>
              <a:ahLst/>
              <a:cxnLst/>
              <a:rect l="l" t="t" r="r" b="b"/>
              <a:pathLst>
                <a:path w="29202" h="19308" extrusionOk="0">
                  <a:moveTo>
                    <a:pt x="28734" y="0"/>
                  </a:moveTo>
                  <a:cubicBezTo>
                    <a:pt x="28734" y="0"/>
                    <a:pt x="28568" y="34"/>
                    <a:pt x="28234" y="100"/>
                  </a:cubicBezTo>
                  <a:cubicBezTo>
                    <a:pt x="28067" y="100"/>
                    <a:pt x="27834" y="167"/>
                    <a:pt x="27634" y="200"/>
                  </a:cubicBezTo>
                  <a:cubicBezTo>
                    <a:pt x="27400" y="267"/>
                    <a:pt x="27167" y="367"/>
                    <a:pt x="26900" y="467"/>
                  </a:cubicBezTo>
                  <a:cubicBezTo>
                    <a:pt x="26399" y="701"/>
                    <a:pt x="25766" y="1034"/>
                    <a:pt x="25165" y="1601"/>
                  </a:cubicBezTo>
                  <a:cubicBezTo>
                    <a:pt x="24598" y="2102"/>
                    <a:pt x="24064" y="2769"/>
                    <a:pt x="23464" y="3436"/>
                  </a:cubicBezTo>
                  <a:cubicBezTo>
                    <a:pt x="22897" y="4103"/>
                    <a:pt x="22230" y="4770"/>
                    <a:pt x="21429" y="5271"/>
                  </a:cubicBezTo>
                  <a:lnTo>
                    <a:pt x="20795" y="5638"/>
                  </a:lnTo>
                  <a:lnTo>
                    <a:pt x="20495" y="5838"/>
                  </a:lnTo>
                  <a:lnTo>
                    <a:pt x="20162" y="6004"/>
                  </a:lnTo>
                  <a:lnTo>
                    <a:pt x="19561" y="6338"/>
                  </a:lnTo>
                  <a:lnTo>
                    <a:pt x="18894" y="6605"/>
                  </a:lnTo>
                  <a:cubicBezTo>
                    <a:pt x="17993" y="6938"/>
                    <a:pt x="17059" y="7105"/>
                    <a:pt x="16092" y="7272"/>
                  </a:cubicBezTo>
                  <a:cubicBezTo>
                    <a:pt x="15592" y="7339"/>
                    <a:pt x="15125" y="7439"/>
                    <a:pt x="14658" y="7506"/>
                  </a:cubicBezTo>
                  <a:cubicBezTo>
                    <a:pt x="14224" y="7639"/>
                    <a:pt x="13757" y="7706"/>
                    <a:pt x="13323" y="7806"/>
                  </a:cubicBezTo>
                  <a:cubicBezTo>
                    <a:pt x="11622" y="8206"/>
                    <a:pt x="9721" y="8873"/>
                    <a:pt x="7919" y="9841"/>
                  </a:cubicBezTo>
                  <a:cubicBezTo>
                    <a:pt x="6118" y="10808"/>
                    <a:pt x="4450" y="12109"/>
                    <a:pt x="3283" y="13476"/>
                  </a:cubicBezTo>
                  <a:cubicBezTo>
                    <a:pt x="2082" y="14844"/>
                    <a:pt x="1281" y="16278"/>
                    <a:pt x="781" y="17279"/>
                  </a:cubicBezTo>
                  <a:cubicBezTo>
                    <a:pt x="648" y="17546"/>
                    <a:pt x="548" y="17780"/>
                    <a:pt x="447" y="17980"/>
                  </a:cubicBezTo>
                  <a:cubicBezTo>
                    <a:pt x="381" y="18180"/>
                    <a:pt x="281" y="18380"/>
                    <a:pt x="247" y="18513"/>
                  </a:cubicBezTo>
                  <a:cubicBezTo>
                    <a:pt x="147" y="18814"/>
                    <a:pt x="81" y="18980"/>
                    <a:pt x="81" y="18980"/>
                  </a:cubicBezTo>
                  <a:cubicBezTo>
                    <a:pt x="1" y="19179"/>
                    <a:pt x="76" y="19307"/>
                    <a:pt x="184" y="19307"/>
                  </a:cubicBezTo>
                  <a:cubicBezTo>
                    <a:pt x="258" y="19307"/>
                    <a:pt x="347" y="19249"/>
                    <a:pt x="414" y="19114"/>
                  </a:cubicBezTo>
                  <a:cubicBezTo>
                    <a:pt x="414" y="19114"/>
                    <a:pt x="481" y="18980"/>
                    <a:pt x="614" y="18680"/>
                  </a:cubicBezTo>
                  <a:cubicBezTo>
                    <a:pt x="714" y="18547"/>
                    <a:pt x="781" y="18380"/>
                    <a:pt x="881" y="18180"/>
                  </a:cubicBezTo>
                  <a:cubicBezTo>
                    <a:pt x="948" y="17980"/>
                    <a:pt x="1081" y="17780"/>
                    <a:pt x="1215" y="17513"/>
                  </a:cubicBezTo>
                  <a:cubicBezTo>
                    <a:pt x="1748" y="16512"/>
                    <a:pt x="2549" y="15178"/>
                    <a:pt x="3750" y="13877"/>
                  </a:cubicBezTo>
                  <a:cubicBezTo>
                    <a:pt x="4951" y="12542"/>
                    <a:pt x="6552" y="11375"/>
                    <a:pt x="8286" y="10474"/>
                  </a:cubicBezTo>
                  <a:cubicBezTo>
                    <a:pt x="10054" y="9540"/>
                    <a:pt x="11922" y="8940"/>
                    <a:pt x="13590" y="8506"/>
                  </a:cubicBezTo>
                  <a:cubicBezTo>
                    <a:pt x="13990" y="8440"/>
                    <a:pt x="14424" y="8306"/>
                    <a:pt x="14891" y="8206"/>
                  </a:cubicBezTo>
                  <a:cubicBezTo>
                    <a:pt x="15291" y="8139"/>
                    <a:pt x="15792" y="8039"/>
                    <a:pt x="16259" y="7973"/>
                  </a:cubicBezTo>
                  <a:cubicBezTo>
                    <a:pt x="17226" y="7806"/>
                    <a:pt x="18227" y="7606"/>
                    <a:pt x="19161" y="7205"/>
                  </a:cubicBezTo>
                  <a:lnTo>
                    <a:pt x="19895" y="6938"/>
                  </a:lnTo>
                  <a:lnTo>
                    <a:pt x="20562" y="6538"/>
                  </a:lnTo>
                  <a:lnTo>
                    <a:pt x="20895" y="6405"/>
                  </a:lnTo>
                  <a:lnTo>
                    <a:pt x="21229" y="6171"/>
                  </a:lnTo>
                  <a:cubicBezTo>
                    <a:pt x="21429" y="6038"/>
                    <a:pt x="21629" y="5904"/>
                    <a:pt x="21829" y="5771"/>
                  </a:cubicBezTo>
                  <a:cubicBezTo>
                    <a:pt x="22663" y="5204"/>
                    <a:pt x="23397" y="4503"/>
                    <a:pt x="23964" y="3803"/>
                  </a:cubicBezTo>
                  <a:cubicBezTo>
                    <a:pt x="24565" y="3136"/>
                    <a:pt x="25065" y="2469"/>
                    <a:pt x="25599" y="1968"/>
                  </a:cubicBezTo>
                  <a:cubicBezTo>
                    <a:pt x="26132" y="1468"/>
                    <a:pt x="26700" y="1134"/>
                    <a:pt x="27167" y="901"/>
                  </a:cubicBezTo>
                  <a:cubicBezTo>
                    <a:pt x="27433" y="801"/>
                    <a:pt x="27634" y="667"/>
                    <a:pt x="27867" y="634"/>
                  </a:cubicBezTo>
                  <a:cubicBezTo>
                    <a:pt x="28067" y="567"/>
                    <a:pt x="28267" y="501"/>
                    <a:pt x="28401" y="467"/>
                  </a:cubicBezTo>
                  <a:cubicBezTo>
                    <a:pt x="28701" y="434"/>
                    <a:pt x="28868" y="400"/>
                    <a:pt x="28868" y="400"/>
                  </a:cubicBezTo>
                  <a:cubicBezTo>
                    <a:pt x="29201" y="300"/>
                    <a:pt x="29135" y="0"/>
                    <a:pt x="287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67" name="Google Shape;2567;p21"/>
            <p:cNvSpPr/>
            <p:nvPr/>
          </p:nvSpPr>
          <p:spPr>
            <a:xfrm>
              <a:off x="4549575" y="5150750"/>
              <a:ext cx="621825" cy="295275"/>
            </a:xfrm>
            <a:custGeom>
              <a:avLst/>
              <a:gdLst/>
              <a:ahLst/>
              <a:cxnLst/>
              <a:rect l="l" t="t" r="r" b="b"/>
              <a:pathLst>
                <a:path w="24873" h="11811" extrusionOk="0">
                  <a:moveTo>
                    <a:pt x="314" y="0"/>
                  </a:moveTo>
                  <a:cubicBezTo>
                    <a:pt x="49" y="0"/>
                    <a:pt x="0" y="307"/>
                    <a:pt x="254" y="403"/>
                  </a:cubicBezTo>
                  <a:cubicBezTo>
                    <a:pt x="254" y="403"/>
                    <a:pt x="388" y="436"/>
                    <a:pt x="621" y="469"/>
                  </a:cubicBezTo>
                  <a:cubicBezTo>
                    <a:pt x="888" y="503"/>
                    <a:pt x="1255" y="569"/>
                    <a:pt x="1722" y="636"/>
                  </a:cubicBezTo>
                  <a:cubicBezTo>
                    <a:pt x="2656" y="770"/>
                    <a:pt x="3924" y="803"/>
                    <a:pt x="5391" y="803"/>
                  </a:cubicBezTo>
                  <a:cubicBezTo>
                    <a:pt x="6859" y="836"/>
                    <a:pt x="8494" y="836"/>
                    <a:pt x="10061" y="1036"/>
                  </a:cubicBezTo>
                  <a:cubicBezTo>
                    <a:pt x="11663" y="1270"/>
                    <a:pt x="13130" y="1837"/>
                    <a:pt x="14231" y="2638"/>
                  </a:cubicBezTo>
                  <a:cubicBezTo>
                    <a:pt x="15365" y="3438"/>
                    <a:pt x="16333" y="4672"/>
                    <a:pt x="17100" y="6107"/>
                  </a:cubicBezTo>
                  <a:cubicBezTo>
                    <a:pt x="17934" y="7474"/>
                    <a:pt x="18701" y="8975"/>
                    <a:pt x="19735" y="10110"/>
                  </a:cubicBezTo>
                  <a:cubicBezTo>
                    <a:pt x="20235" y="10643"/>
                    <a:pt x="20869" y="11110"/>
                    <a:pt x="21436" y="11344"/>
                  </a:cubicBezTo>
                  <a:cubicBezTo>
                    <a:pt x="22037" y="11611"/>
                    <a:pt x="22604" y="11744"/>
                    <a:pt x="23071" y="11777"/>
                  </a:cubicBezTo>
                  <a:cubicBezTo>
                    <a:pt x="23271" y="11811"/>
                    <a:pt x="23538" y="11811"/>
                    <a:pt x="23705" y="11811"/>
                  </a:cubicBezTo>
                  <a:lnTo>
                    <a:pt x="24172" y="11811"/>
                  </a:lnTo>
                  <a:cubicBezTo>
                    <a:pt x="24438" y="11777"/>
                    <a:pt x="24572" y="11777"/>
                    <a:pt x="24572" y="11777"/>
                  </a:cubicBezTo>
                  <a:cubicBezTo>
                    <a:pt x="24872" y="11744"/>
                    <a:pt x="24839" y="11411"/>
                    <a:pt x="24572" y="11411"/>
                  </a:cubicBezTo>
                  <a:cubicBezTo>
                    <a:pt x="24572" y="11411"/>
                    <a:pt x="24438" y="11444"/>
                    <a:pt x="24205" y="11444"/>
                  </a:cubicBezTo>
                  <a:lnTo>
                    <a:pt x="23738" y="11444"/>
                  </a:lnTo>
                  <a:cubicBezTo>
                    <a:pt x="23571" y="11444"/>
                    <a:pt x="23371" y="11444"/>
                    <a:pt x="23137" y="11411"/>
                  </a:cubicBezTo>
                  <a:cubicBezTo>
                    <a:pt x="22704" y="11310"/>
                    <a:pt x="22203" y="11177"/>
                    <a:pt x="21636" y="10944"/>
                  </a:cubicBezTo>
                  <a:cubicBezTo>
                    <a:pt x="21136" y="10643"/>
                    <a:pt x="20602" y="10276"/>
                    <a:pt x="20135" y="9743"/>
                  </a:cubicBezTo>
                  <a:cubicBezTo>
                    <a:pt x="19201" y="8675"/>
                    <a:pt x="18467" y="7174"/>
                    <a:pt x="17700" y="5773"/>
                  </a:cubicBezTo>
                  <a:cubicBezTo>
                    <a:pt x="16933" y="4339"/>
                    <a:pt x="15932" y="2938"/>
                    <a:pt x="14698" y="2070"/>
                  </a:cubicBezTo>
                  <a:cubicBezTo>
                    <a:pt x="13464" y="1170"/>
                    <a:pt x="11863" y="603"/>
                    <a:pt x="10195" y="403"/>
                  </a:cubicBezTo>
                  <a:cubicBezTo>
                    <a:pt x="9247" y="270"/>
                    <a:pt x="8299" y="234"/>
                    <a:pt x="7388" y="234"/>
                  </a:cubicBezTo>
                  <a:cubicBezTo>
                    <a:pt x="6696" y="234"/>
                    <a:pt x="6025" y="255"/>
                    <a:pt x="5391" y="269"/>
                  </a:cubicBezTo>
                  <a:cubicBezTo>
                    <a:pt x="4784" y="283"/>
                    <a:pt x="4216" y="291"/>
                    <a:pt x="3693" y="291"/>
                  </a:cubicBezTo>
                  <a:cubicBezTo>
                    <a:pt x="2953" y="291"/>
                    <a:pt x="2303" y="275"/>
                    <a:pt x="1756" y="236"/>
                  </a:cubicBezTo>
                  <a:cubicBezTo>
                    <a:pt x="1355" y="169"/>
                    <a:pt x="955" y="136"/>
                    <a:pt x="721" y="102"/>
                  </a:cubicBezTo>
                  <a:cubicBezTo>
                    <a:pt x="455" y="69"/>
                    <a:pt x="355" y="2"/>
                    <a:pt x="355" y="2"/>
                  </a:cubicBezTo>
                  <a:cubicBezTo>
                    <a:pt x="340" y="1"/>
                    <a:pt x="327" y="0"/>
                    <a:pt x="3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68" name="Google Shape;2568;p21"/>
            <p:cNvSpPr/>
            <p:nvPr/>
          </p:nvSpPr>
          <p:spPr>
            <a:xfrm>
              <a:off x="6048075" y="3873150"/>
              <a:ext cx="430975" cy="143800"/>
            </a:xfrm>
            <a:custGeom>
              <a:avLst/>
              <a:gdLst/>
              <a:ahLst/>
              <a:cxnLst/>
              <a:rect l="l" t="t" r="r" b="b"/>
              <a:pathLst>
                <a:path w="17239" h="5752" extrusionOk="0">
                  <a:moveTo>
                    <a:pt x="262" y="0"/>
                  </a:moveTo>
                  <a:cubicBezTo>
                    <a:pt x="109" y="0"/>
                    <a:pt x="0" y="242"/>
                    <a:pt x="157" y="337"/>
                  </a:cubicBezTo>
                  <a:cubicBezTo>
                    <a:pt x="157" y="337"/>
                    <a:pt x="491" y="403"/>
                    <a:pt x="1025" y="637"/>
                  </a:cubicBezTo>
                  <a:cubicBezTo>
                    <a:pt x="1558" y="804"/>
                    <a:pt x="2359" y="1004"/>
                    <a:pt x="3293" y="1171"/>
                  </a:cubicBezTo>
                  <a:cubicBezTo>
                    <a:pt x="5127" y="1471"/>
                    <a:pt x="7362" y="1571"/>
                    <a:pt x="9130" y="1804"/>
                  </a:cubicBezTo>
                  <a:cubicBezTo>
                    <a:pt x="9597" y="1871"/>
                    <a:pt x="10031" y="1871"/>
                    <a:pt x="10498" y="2005"/>
                  </a:cubicBezTo>
                  <a:cubicBezTo>
                    <a:pt x="10731" y="2071"/>
                    <a:pt x="10965" y="2105"/>
                    <a:pt x="11198" y="2171"/>
                  </a:cubicBezTo>
                  <a:cubicBezTo>
                    <a:pt x="11465" y="2238"/>
                    <a:pt x="11665" y="2305"/>
                    <a:pt x="11932" y="2371"/>
                  </a:cubicBezTo>
                  <a:cubicBezTo>
                    <a:pt x="12166" y="2405"/>
                    <a:pt x="12366" y="2538"/>
                    <a:pt x="12633" y="2638"/>
                  </a:cubicBezTo>
                  <a:cubicBezTo>
                    <a:pt x="12833" y="2738"/>
                    <a:pt x="13100" y="2805"/>
                    <a:pt x="13300" y="2905"/>
                  </a:cubicBezTo>
                  <a:cubicBezTo>
                    <a:pt x="13700" y="3172"/>
                    <a:pt x="14167" y="3372"/>
                    <a:pt x="14501" y="3639"/>
                  </a:cubicBezTo>
                  <a:cubicBezTo>
                    <a:pt x="14701" y="3739"/>
                    <a:pt x="14868" y="3873"/>
                    <a:pt x="15035" y="4006"/>
                  </a:cubicBezTo>
                  <a:cubicBezTo>
                    <a:pt x="15201" y="4106"/>
                    <a:pt x="15368" y="4239"/>
                    <a:pt x="15502" y="4373"/>
                  </a:cubicBezTo>
                  <a:cubicBezTo>
                    <a:pt x="15735" y="4606"/>
                    <a:pt x="16035" y="4840"/>
                    <a:pt x="16202" y="5040"/>
                  </a:cubicBezTo>
                  <a:cubicBezTo>
                    <a:pt x="16636" y="5440"/>
                    <a:pt x="16836" y="5707"/>
                    <a:pt x="16836" y="5707"/>
                  </a:cubicBezTo>
                  <a:cubicBezTo>
                    <a:pt x="16875" y="5738"/>
                    <a:pt x="16919" y="5751"/>
                    <a:pt x="16962" y="5751"/>
                  </a:cubicBezTo>
                  <a:cubicBezTo>
                    <a:pt x="17105" y="5751"/>
                    <a:pt x="17238" y="5609"/>
                    <a:pt x="17136" y="5507"/>
                  </a:cubicBezTo>
                  <a:cubicBezTo>
                    <a:pt x="17136" y="5507"/>
                    <a:pt x="16936" y="5240"/>
                    <a:pt x="16536" y="4807"/>
                  </a:cubicBezTo>
                  <a:cubicBezTo>
                    <a:pt x="16369" y="4540"/>
                    <a:pt x="16135" y="4340"/>
                    <a:pt x="15835" y="4039"/>
                  </a:cubicBezTo>
                  <a:cubicBezTo>
                    <a:pt x="15668" y="3906"/>
                    <a:pt x="15535" y="3739"/>
                    <a:pt x="15368" y="3639"/>
                  </a:cubicBezTo>
                  <a:cubicBezTo>
                    <a:pt x="15201" y="3506"/>
                    <a:pt x="15001" y="3339"/>
                    <a:pt x="14834" y="3205"/>
                  </a:cubicBezTo>
                  <a:cubicBezTo>
                    <a:pt x="14467" y="2905"/>
                    <a:pt x="14034" y="2672"/>
                    <a:pt x="13600" y="2405"/>
                  </a:cubicBezTo>
                  <a:cubicBezTo>
                    <a:pt x="13367" y="2305"/>
                    <a:pt x="13133" y="2205"/>
                    <a:pt x="12866" y="2071"/>
                  </a:cubicBezTo>
                  <a:cubicBezTo>
                    <a:pt x="12633" y="1971"/>
                    <a:pt x="12366" y="1871"/>
                    <a:pt x="12132" y="1804"/>
                  </a:cubicBezTo>
                  <a:lnTo>
                    <a:pt x="11365" y="1538"/>
                  </a:lnTo>
                  <a:cubicBezTo>
                    <a:pt x="11132" y="1471"/>
                    <a:pt x="10865" y="1404"/>
                    <a:pt x="10631" y="1371"/>
                  </a:cubicBezTo>
                  <a:cubicBezTo>
                    <a:pt x="10131" y="1237"/>
                    <a:pt x="9664" y="1204"/>
                    <a:pt x="9197" y="1137"/>
                  </a:cubicBezTo>
                  <a:cubicBezTo>
                    <a:pt x="7429" y="904"/>
                    <a:pt x="5161" y="904"/>
                    <a:pt x="3360" y="670"/>
                  </a:cubicBezTo>
                  <a:cubicBezTo>
                    <a:pt x="2492" y="537"/>
                    <a:pt x="1692" y="370"/>
                    <a:pt x="1158" y="237"/>
                  </a:cubicBezTo>
                  <a:cubicBezTo>
                    <a:pt x="624" y="70"/>
                    <a:pt x="291" y="3"/>
                    <a:pt x="291" y="3"/>
                  </a:cubicBezTo>
                  <a:cubicBezTo>
                    <a:pt x="281" y="1"/>
                    <a:pt x="271" y="0"/>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69" name="Google Shape;2569;p21"/>
            <p:cNvSpPr/>
            <p:nvPr/>
          </p:nvSpPr>
          <p:spPr>
            <a:xfrm>
              <a:off x="2973950" y="4152375"/>
              <a:ext cx="586300" cy="361025"/>
            </a:xfrm>
            <a:custGeom>
              <a:avLst/>
              <a:gdLst/>
              <a:ahLst/>
              <a:cxnLst/>
              <a:rect l="l" t="t" r="r" b="b"/>
              <a:pathLst>
                <a:path w="23452" h="14441" extrusionOk="0">
                  <a:moveTo>
                    <a:pt x="7068" y="0"/>
                  </a:moveTo>
                  <a:cubicBezTo>
                    <a:pt x="6719" y="0"/>
                    <a:pt x="6339" y="70"/>
                    <a:pt x="6005" y="209"/>
                  </a:cubicBezTo>
                  <a:cubicBezTo>
                    <a:pt x="5572" y="376"/>
                    <a:pt x="5238" y="643"/>
                    <a:pt x="4938" y="876"/>
                  </a:cubicBezTo>
                  <a:cubicBezTo>
                    <a:pt x="4337" y="1376"/>
                    <a:pt x="3870" y="1910"/>
                    <a:pt x="3403" y="2511"/>
                  </a:cubicBezTo>
                  <a:cubicBezTo>
                    <a:pt x="2536" y="3645"/>
                    <a:pt x="1869" y="4812"/>
                    <a:pt x="1335" y="5880"/>
                  </a:cubicBezTo>
                  <a:cubicBezTo>
                    <a:pt x="768" y="6980"/>
                    <a:pt x="401" y="8014"/>
                    <a:pt x="201" y="8882"/>
                  </a:cubicBezTo>
                  <a:cubicBezTo>
                    <a:pt x="34" y="9749"/>
                    <a:pt x="1" y="10550"/>
                    <a:pt x="335" y="11083"/>
                  </a:cubicBezTo>
                  <a:cubicBezTo>
                    <a:pt x="368" y="11250"/>
                    <a:pt x="501" y="11350"/>
                    <a:pt x="568" y="11417"/>
                  </a:cubicBezTo>
                  <a:cubicBezTo>
                    <a:pt x="668" y="11517"/>
                    <a:pt x="735" y="11550"/>
                    <a:pt x="835" y="11584"/>
                  </a:cubicBezTo>
                  <a:cubicBezTo>
                    <a:pt x="935" y="11684"/>
                    <a:pt x="1035" y="11684"/>
                    <a:pt x="1035" y="11684"/>
                  </a:cubicBezTo>
                  <a:cubicBezTo>
                    <a:pt x="1106" y="11712"/>
                    <a:pt x="1170" y="11722"/>
                    <a:pt x="1226" y="11722"/>
                  </a:cubicBezTo>
                  <a:cubicBezTo>
                    <a:pt x="1303" y="11722"/>
                    <a:pt x="1363" y="11703"/>
                    <a:pt x="1402" y="11684"/>
                  </a:cubicBezTo>
                  <a:cubicBezTo>
                    <a:pt x="1502" y="11650"/>
                    <a:pt x="1535" y="11550"/>
                    <a:pt x="1535" y="11517"/>
                  </a:cubicBezTo>
                  <a:cubicBezTo>
                    <a:pt x="1569" y="11384"/>
                    <a:pt x="1402" y="11317"/>
                    <a:pt x="1202" y="11217"/>
                  </a:cubicBezTo>
                  <a:cubicBezTo>
                    <a:pt x="1235" y="11217"/>
                    <a:pt x="935" y="11217"/>
                    <a:pt x="768" y="10883"/>
                  </a:cubicBezTo>
                  <a:cubicBezTo>
                    <a:pt x="568" y="10550"/>
                    <a:pt x="568" y="9882"/>
                    <a:pt x="768" y="9049"/>
                  </a:cubicBezTo>
                  <a:cubicBezTo>
                    <a:pt x="1235" y="7414"/>
                    <a:pt x="2336" y="5179"/>
                    <a:pt x="4037" y="3011"/>
                  </a:cubicBezTo>
                  <a:cubicBezTo>
                    <a:pt x="4504" y="2477"/>
                    <a:pt x="4938" y="1977"/>
                    <a:pt x="5505" y="1510"/>
                  </a:cubicBezTo>
                  <a:cubicBezTo>
                    <a:pt x="5738" y="1310"/>
                    <a:pt x="6039" y="1076"/>
                    <a:pt x="6339" y="976"/>
                  </a:cubicBezTo>
                  <a:cubicBezTo>
                    <a:pt x="6543" y="874"/>
                    <a:pt x="6785" y="831"/>
                    <a:pt x="7037" y="831"/>
                  </a:cubicBezTo>
                  <a:cubicBezTo>
                    <a:pt x="7115" y="831"/>
                    <a:pt x="7194" y="835"/>
                    <a:pt x="7273" y="843"/>
                  </a:cubicBezTo>
                  <a:cubicBezTo>
                    <a:pt x="8007" y="876"/>
                    <a:pt x="8707" y="1043"/>
                    <a:pt x="9441" y="1243"/>
                  </a:cubicBezTo>
                  <a:cubicBezTo>
                    <a:pt x="10208" y="1476"/>
                    <a:pt x="10942" y="1743"/>
                    <a:pt x="11676" y="2010"/>
                  </a:cubicBezTo>
                  <a:cubicBezTo>
                    <a:pt x="14578" y="3078"/>
                    <a:pt x="17380" y="4412"/>
                    <a:pt x="19848" y="5646"/>
                  </a:cubicBezTo>
                  <a:cubicBezTo>
                    <a:pt x="20416" y="5913"/>
                    <a:pt x="21016" y="6213"/>
                    <a:pt x="21516" y="6580"/>
                  </a:cubicBezTo>
                  <a:cubicBezTo>
                    <a:pt x="21750" y="6814"/>
                    <a:pt x="22017" y="7014"/>
                    <a:pt x="22183" y="7214"/>
                  </a:cubicBezTo>
                  <a:cubicBezTo>
                    <a:pt x="22384" y="7481"/>
                    <a:pt x="22450" y="7681"/>
                    <a:pt x="22517" y="7914"/>
                  </a:cubicBezTo>
                  <a:cubicBezTo>
                    <a:pt x="22550" y="8181"/>
                    <a:pt x="22450" y="8415"/>
                    <a:pt x="22384" y="8682"/>
                  </a:cubicBezTo>
                  <a:cubicBezTo>
                    <a:pt x="22284" y="8815"/>
                    <a:pt x="22250" y="8915"/>
                    <a:pt x="22183" y="9049"/>
                  </a:cubicBezTo>
                  <a:cubicBezTo>
                    <a:pt x="22083" y="9149"/>
                    <a:pt x="22050" y="9249"/>
                    <a:pt x="21917" y="9349"/>
                  </a:cubicBezTo>
                  <a:cubicBezTo>
                    <a:pt x="21550" y="9682"/>
                    <a:pt x="21016" y="9882"/>
                    <a:pt x="20416" y="9983"/>
                  </a:cubicBezTo>
                  <a:cubicBezTo>
                    <a:pt x="19248" y="10183"/>
                    <a:pt x="18114" y="10149"/>
                    <a:pt x="17213" y="10216"/>
                  </a:cubicBezTo>
                  <a:cubicBezTo>
                    <a:pt x="16746" y="10249"/>
                    <a:pt x="16313" y="10316"/>
                    <a:pt x="15946" y="10383"/>
                  </a:cubicBezTo>
                  <a:cubicBezTo>
                    <a:pt x="15746" y="10416"/>
                    <a:pt x="15579" y="10483"/>
                    <a:pt x="15479" y="10516"/>
                  </a:cubicBezTo>
                  <a:cubicBezTo>
                    <a:pt x="15312" y="10583"/>
                    <a:pt x="15178" y="10616"/>
                    <a:pt x="15078" y="10683"/>
                  </a:cubicBezTo>
                  <a:lnTo>
                    <a:pt x="15112" y="10683"/>
                  </a:lnTo>
                  <a:cubicBezTo>
                    <a:pt x="13911" y="11183"/>
                    <a:pt x="12977" y="11951"/>
                    <a:pt x="12143" y="12618"/>
                  </a:cubicBezTo>
                  <a:cubicBezTo>
                    <a:pt x="11309" y="13352"/>
                    <a:pt x="10475" y="13752"/>
                    <a:pt x="9574" y="13885"/>
                  </a:cubicBezTo>
                  <a:cubicBezTo>
                    <a:pt x="9403" y="13928"/>
                    <a:pt x="9219" y="13940"/>
                    <a:pt x="9036" y="13940"/>
                  </a:cubicBezTo>
                  <a:cubicBezTo>
                    <a:pt x="8792" y="13940"/>
                    <a:pt x="8550" y="13919"/>
                    <a:pt x="8340" y="13919"/>
                  </a:cubicBezTo>
                  <a:cubicBezTo>
                    <a:pt x="7973" y="13885"/>
                    <a:pt x="7573" y="13752"/>
                    <a:pt x="7239" y="13652"/>
                  </a:cubicBezTo>
                  <a:cubicBezTo>
                    <a:pt x="6572" y="13352"/>
                    <a:pt x="6005" y="13018"/>
                    <a:pt x="5472" y="12718"/>
                  </a:cubicBezTo>
                  <a:cubicBezTo>
                    <a:pt x="4404" y="12084"/>
                    <a:pt x="3537" y="11717"/>
                    <a:pt x="2970" y="11550"/>
                  </a:cubicBezTo>
                  <a:cubicBezTo>
                    <a:pt x="2670" y="11484"/>
                    <a:pt x="2469" y="11384"/>
                    <a:pt x="2303" y="11384"/>
                  </a:cubicBezTo>
                  <a:cubicBezTo>
                    <a:pt x="2136" y="11350"/>
                    <a:pt x="2036" y="11350"/>
                    <a:pt x="2036" y="11350"/>
                  </a:cubicBezTo>
                  <a:cubicBezTo>
                    <a:pt x="1427" y="11350"/>
                    <a:pt x="1464" y="11719"/>
                    <a:pt x="1823" y="11719"/>
                  </a:cubicBezTo>
                  <a:cubicBezTo>
                    <a:pt x="1837" y="11719"/>
                    <a:pt x="1853" y="11718"/>
                    <a:pt x="1869" y="11717"/>
                  </a:cubicBezTo>
                  <a:cubicBezTo>
                    <a:pt x="1869" y="11717"/>
                    <a:pt x="1936" y="11717"/>
                    <a:pt x="2069" y="11750"/>
                  </a:cubicBezTo>
                  <a:cubicBezTo>
                    <a:pt x="2236" y="11817"/>
                    <a:pt x="2403" y="11851"/>
                    <a:pt x="2703" y="11917"/>
                  </a:cubicBezTo>
                  <a:cubicBezTo>
                    <a:pt x="3237" y="12084"/>
                    <a:pt x="4037" y="12484"/>
                    <a:pt x="5071" y="13085"/>
                  </a:cubicBezTo>
                  <a:cubicBezTo>
                    <a:pt x="5605" y="13385"/>
                    <a:pt x="6205" y="13719"/>
                    <a:pt x="6939" y="14052"/>
                  </a:cubicBezTo>
                  <a:cubicBezTo>
                    <a:pt x="7340" y="14219"/>
                    <a:pt x="7740" y="14352"/>
                    <a:pt x="8207" y="14419"/>
                  </a:cubicBezTo>
                  <a:cubicBezTo>
                    <a:pt x="8474" y="14419"/>
                    <a:pt x="8730" y="14441"/>
                    <a:pt x="8993" y="14441"/>
                  </a:cubicBezTo>
                  <a:cubicBezTo>
                    <a:pt x="9191" y="14441"/>
                    <a:pt x="9393" y="14429"/>
                    <a:pt x="9608" y="14386"/>
                  </a:cubicBezTo>
                  <a:cubicBezTo>
                    <a:pt x="10075" y="14286"/>
                    <a:pt x="10575" y="14152"/>
                    <a:pt x="11076" y="13919"/>
                  </a:cubicBezTo>
                  <a:cubicBezTo>
                    <a:pt x="11576" y="13719"/>
                    <a:pt x="12043" y="13385"/>
                    <a:pt x="12443" y="13051"/>
                  </a:cubicBezTo>
                  <a:cubicBezTo>
                    <a:pt x="13344" y="12351"/>
                    <a:pt x="14211" y="11650"/>
                    <a:pt x="15345" y="11217"/>
                  </a:cubicBezTo>
                  <a:lnTo>
                    <a:pt x="15379" y="11217"/>
                  </a:lnTo>
                  <a:cubicBezTo>
                    <a:pt x="15445" y="11217"/>
                    <a:pt x="15545" y="11183"/>
                    <a:pt x="15679" y="11150"/>
                  </a:cubicBezTo>
                  <a:cubicBezTo>
                    <a:pt x="15746" y="11083"/>
                    <a:pt x="15912" y="11083"/>
                    <a:pt x="16046" y="11050"/>
                  </a:cubicBezTo>
                  <a:cubicBezTo>
                    <a:pt x="16346" y="11017"/>
                    <a:pt x="16713" y="10983"/>
                    <a:pt x="17180" y="10983"/>
                  </a:cubicBezTo>
                  <a:cubicBezTo>
                    <a:pt x="18081" y="10917"/>
                    <a:pt x="19215" y="11017"/>
                    <a:pt x="20516" y="10816"/>
                  </a:cubicBezTo>
                  <a:cubicBezTo>
                    <a:pt x="21183" y="10683"/>
                    <a:pt x="21883" y="10516"/>
                    <a:pt x="22517" y="9916"/>
                  </a:cubicBezTo>
                  <a:cubicBezTo>
                    <a:pt x="22684" y="9816"/>
                    <a:pt x="22751" y="9649"/>
                    <a:pt x="22884" y="9482"/>
                  </a:cubicBezTo>
                  <a:cubicBezTo>
                    <a:pt x="23017" y="9315"/>
                    <a:pt x="23084" y="9149"/>
                    <a:pt x="23184" y="8982"/>
                  </a:cubicBezTo>
                  <a:cubicBezTo>
                    <a:pt x="23351" y="8582"/>
                    <a:pt x="23451" y="8181"/>
                    <a:pt x="23384" y="7714"/>
                  </a:cubicBezTo>
                  <a:cubicBezTo>
                    <a:pt x="23351" y="7247"/>
                    <a:pt x="23117" y="6847"/>
                    <a:pt x="22884" y="6547"/>
                  </a:cubicBezTo>
                  <a:cubicBezTo>
                    <a:pt x="22617" y="6213"/>
                    <a:pt x="22350" y="5980"/>
                    <a:pt x="22050" y="5746"/>
                  </a:cubicBezTo>
                  <a:cubicBezTo>
                    <a:pt x="21450" y="5346"/>
                    <a:pt x="20849" y="5012"/>
                    <a:pt x="20249" y="4712"/>
                  </a:cubicBezTo>
                  <a:cubicBezTo>
                    <a:pt x="17780" y="3511"/>
                    <a:pt x="14945" y="2210"/>
                    <a:pt x="11943" y="1143"/>
                  </a:cubicBezTo>
                  <a:cubicBezTo>
                    <a:pt x="11209" y="876"/>
                    <a:pt x="10408" y="643"/>
                    <a:pt x="9675" y="409"/>
                  </a:cubicBezTo>
                  <a:cubicBezTo>
                    <a:pt x="8907" y="209"/>
                    <a:pt x="8107" y="42"/>
                    <a:pt x="7273" y="9"/>
                  </a:cubicBezTo>
                  <a:cubicBezTo>
                    <a:pt x="7206" y="3"/>
                    <a:pt x="7138" y="0"/>
                    <a:pt x="70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70" name="Google Shape;2570;p21"/>
            <p:cNvSpPr/>
            <p:nvPr/>
          </p:nvSpPr>
          <p:spPr>
            <a:xfrm>
              <a:off x="2878050" y="4066850"/>
              <a:ext cx="773075" cy="505625"/>
            </a:xfrm>
            <a:custGeom>
              <a:avLst/>
              <a:gdLst/>
              <a:ahLst/>
              <a:cxnLst/>
              <a:rect l="l" t="t" r="r" b="b"/>
              <a:pathLst>
                <a:path w="30923" h="20225" extrusionOk="0">
                  <a:moveTo>
                    <a:pt x="10426" y="514"/>
                  </a:moveTo>
                  <a:cubicBezTo>
                    <a:pt x="12092" y="514"/>
                    <a:pt x="13782" y="891"/>
                    <a:pt x="15345" y="1395"/>
                  </a:cubicBezTo>
                  <a:cubicBezTo>
                    <a:pt x="17313" y="1995"/>
                    <a:pt x="19148" y="2829"/>
                    <a:pt x="20849" y="3663"/>
                  </a:cubicBezTo>
                  <a:cubicBezTo>
                    <a:pt x="21683" y="4097"/>
                    <a:pt x="22550" y="4531"/>
                    <a:pt x="23418" y="4998"/>
                  </a:cubicBezTo>
                  <a:cubicBezTo>
                    <a:pt x="23885" y="5264"/>
                    <a:pt x="24318" y="5498"/>
                    <a:pt x="24752" y="5765"/>
                  </a:cubicBezTo>
                  <a:cubicBezTo>
                    <a:pt x="24985" y="5865"/>
                    <a:pt x="25219" y="5998"/>
                    <a:pt x="25419" y="6132"/>
                  </a:cubicBezTo>
                  <a:lnTo>
                    <a:pt x="25753" y="6332"/>
                  </a:lnTo>
                  <a:lnTo>
                    <a:pt x="25919" y="6432"/>
                  </a:lnTo>
                  <a:lnTo>
                    <a:pt x="26019" y="6465"/>
                  </a:lnTo>
                  <a:cubicBezTo>
                    <a:pt x="26086" y="6499"/>
                    <a:pt x="26086" y="6499"/>
                    <a:pt x="26153" y="6499"/>
                  </a:cubicBezTo>
                  <a:cubicBezTo>
                    <a:pt x="27087" y="6832"/>
                    <a:pt x="28021" y="7333"/>
                    <a:pt x="28821" y="8000"/>
                  </a:cubicBezTo>
                  <a:cubicBezTo>
                    <a:pt x="29555" y="8667"/>
                    <a:pt x="30156" y="9601"/>
                    <a:pt x="30256" y="10635"/>
                  </a:cubicBezTo>
                  <a:cubicBezTo>
                    <a:pt x="30389" y="11636"/>
                    <a:pt x="30056" y="12670"/>
                    <a:pt x="29489" y="13570"/>
                  </a:cubicBezTo>
                  <a:cubicBezTo>
                    <a:pt x="28888" y="14404"/>
                    <a:pt x="28054" y="15105"/>
                    <a:pt x="27187" y="15605"/>
                  </a:cubicBezTo>
                  <a:cubicBezTo>
                    <a:pt x="26320" y="16105"/>
                    <a:pt x="25319" y="16406"/>
                    <a:pt x="24318" y="16506"/>
                  </a:cubicBezTo>
                  <a:cubicBezTo>
                    <a:pt x="23818" y="16606"/>
                    <a:pt x="23318" y="16639"/>
                    <a:pt x="22817" y="16673"/>
                  </a:cubicBezTo>
                  <a:lnTo>
                    <a:pt x="22050" y="16806"/>
                  </a:lnTo>
                  <a:lnTo>
                    <a:pt x="21283" y="16939"/>
                  </a:lnTo>
                  <a:cubicBezTo>
                    <a:pt x="21049" y="16973"/>
                    <a:pt x="20849" y="17006"/>
                    <a:pt x="20582" y="17106"/>
                  </a:cubicBezTo>
                  <a:cubicBezTo>
                    <a:pt x="20349" y="17173"/>
                    <a:pt x="20082" y="17240"/>
                    <a:pt x="19882" y="17306"/>
                  </a:cubicBezTo>
                  <a:cubicBezTo>
                    <a:pt x="19415" y="17473"/>
                    <a:pt x="19014" y="17640"/>
                    <a:pt x="18581" y="17840"/>
                  </a:cubicBezTo>
                  <a:cubicBezTo>
                    <a:pt x="17747" y="18274"/>
                    <a:pt x="17013" y="18674"/>
                    <a:pt x="16246" y="19008"/>
                  </a:cubicBezTo>
                  <a:cubicBezTo>
                    <a:pt x="14958" y="19606"/>
                    <a:pt x="13671" y="19990"/>
                    <a:pt x="12552" y="19990"/>
                  </a:cubicBezTo>
                  <a:cubicBezTo>
                    <a:pt x="12425" y="19990"/>
                    <a:pt x="12299" y="19985"/>
                    <a:pt x="12176" y="19975"/>
                  </a:cubicBezTo>
                  <a:cubicBezTo>
                    <a:pt x="10975" y="19908"/>
                    <a:pt x="10041" y="19508"/>
                    <a:pt x="9474" y="19241"/>
                  </a:cubicBezTo>
                  <a:cubicBezTo>
                    <a:pt x="9174" y="19074"/>
                    <a:pt x="8974" y="18941"/>
                    <a:pt x="8807" y="18841"/>
                  </a:cubicBezTo>
                  <a:cubicBezTo>
                    <a:pt x="8674" y="18774"/>
                    <a:pt x="8574" y="18741"/>
                    <a:pt x="8574" y="18741"/>
                  </a:cubicBezTo>
                  <a:cubicBezTo>
                    <a:pt x="8333" y="18567"/>
                    <a:pt x="8162" y="18489"/>
                    <a:pt x="8090" y="18489"/>
                  </a:cubicBezTo>
                  <a:cubicBezTo>
                    <a:pt x="8046" y="18489"/>
                    <a:pt x="8041" y="18520"/>
                    <a:pt x="8082" y="18575"/>
                  </a:cubicBezTo>
                  <a:lnTo>
                    <a:pt x="8082" y="18575"/>
                  </a:lnTo>
                  <a:cubicBezTo>
                    <a:pt x="8004" y="18509"/>
                    <a:pt x="7891" y="18430"/>
                    <a:pt x="7740" y="18340"/>
                  </a:cubicBezTo>
                  <a:lnTo>
                    <a:pt x="7506" y="18240"/>
                  </a:lnTo>
                  <a:cubicBezTo>
                    <a:pt x="7339" y="18140"/>
                    <a:pt x="7073" y="18007"/>
                    <a:pt x="6806" y="17907"/>
                  </a:cubicBezTo>
                  <a:cubicBezTo>
                    <a:pt x="6172" y="17607"/>
                    <a:pt x="5238" y="17273"/>
                    <a:pt x="4137" y="16806"/>
                  </a:cubicBezTo>
                  <a:cubicBezTo>
                    <a:pt x="3570" y="16572"/>
                    <a:pt x="2970" y="16272"/>
                    <a:pt x="2369" y="15905"/>
                  </a:cubicBezTo>
                  <a:cubicBezTo>
                    <a:pt x="1802" y="15505"/>
                    <a:pt x="1202" y="15005"/>
                    <a:pt x="835" y="14304"/>
                  </a:cubicBezTo>
                  <a:cubicBezTo>
                    <a:pt x="468" y="13604"/>
                    <a:pt x="334" y="12770"/>
                    <a:pt x="468" y="11902"/>
                  </a:cubicBezTo>
                  <a:cubicBezTo>
                    <a:pt x="535" y="11002"/>
                    <a:pt x="835" y="10101"/>
                    <a:pt x="1168" y="9234"/>
                  </a:cubicBezTo>
                  <a:cubicBezTo>
                    <a:pt x="1869" y="7433"/>
                    <a:pt x="2836" y="5598"/>
                    <a:pt x="4037" y="3897"/>
                  </a:cubicBezTo>
                  <a:cubicBezTo>
                    <a:pt x="4638" y="3063"/>
                    <a:pt x="5338" y="2262"/>
                    <a:pt x="6205" y="1662"/>
                  </a:cubicBezTo>
                  <a:cubicBezTo>
                    <a:pt x="7073" y="1095"/>
                    <a:pt x="8073" y="728"/>
                    <a:pt x="9141" y="594"/>
                  </a:cubicBezTo>
                  <a:cubicBezTo>
                    <a:pt x="9566" y="540"/>
                    <a:pt x="9995" y="514"/>
                    <a:pt x="10426" y="514"/>
                  </a:cubicBezTo>
                  <a:close/>
                  <a:moveTo>
                    <a:pt x="10557" y="0"/>
                  </a:moveTo>
                  <a:cubicBezTo>
                    <a:pt x="10086" y="0"/>
                    <a:pt x="9613" y="30"/>
                    <a:pt x="9141" y="94"/>
                  </a:cubicBezTo>
                  <a:cubicBezTo>
                    <a:pt x="8007" y="261"/>
                    <a:pt x="6906" y="628"/>
                    <a:pt x="6005" y="1262"/>
                  </a:cubicBezTo>
                  <a:cubicBezTo>
                    <a:pt x="5038" y="1829"/>
                    <a:pt x="4337" y="2696"/>
                    <a:pt x="3704" y="3597"/>
                  </a:cubicBezTo>
                  <a:cubicBezTo>
                    <a:pt x="2503" y="5331"/>
                    <a:pt x="1535" y="7166"/>
                    <a:pt x="835" y="9000"/>
                  </a:cubicBezTo>
                  <a:cubicBezTo>
                    <a:pt x="501" y="9934"/>
                    <a:pt x="234" y="10835"/>
                    <a:pt x="101" y="11769"/>
                  </a:cubicBezTo>
                  <a:cubicBezTo>
                    <a:pt x="1" y="12670"/>
                    <a:pt x="101" y="13637"/>
                    <a:pt x="535" y="14404"/>
                  </a:cubicBezTo>
                  <a:cubicBezTo>
                    <a:pt x="968" y="15171"/>
                    <a:pt x="1569" y="15739"/>
                    <a:pt x="2202" y="16105"/>
                  </a:cubicBezTo>
                  <a:cubicBezTo>
                    <a:pt x="2836" y="16506"/>
                    <a:pt x="3403" y="16773"/>
                    <a:pt x="4004" y="17006"/>
                  </a:cubicBezTo>
                  <a:cubicBezTo>
                    <a:pt x="5138" y="17473"/>
                    <a:pt x="6039" y="17807"/>
                    <a:pt x="6672" y="18107"/>
                  </a:cubicBezTo>
                  <a:cubicBezTo>
                    <a:pt x="7006" y="18240"/>
                    <a:pt x="7206" y="18340"/>
                    <a:pt x="7373" y="18441"/>
                  </a:cubicBezTo>
                  <a:lnTo>
                    <a:pt x="7640" y="18574"/>
                  </a:lnTo>
                  <a:cubicBezTo>
                    <a:pt x="7891" y="18725"/>
                    <a:pt x="8071" y="18790"/>
                    <a:pt x="8159" y="18790"/>
                  </a:cubicBezTo>
                  <a:cubicBezTo>
                    <a:pt x="8225" y="18790"/>
                    <a:pt x="8239" y="18754"/>
                    <a:pt x="8193" y="18689"/>
                  </a:cubicBezTo>
                  <a:lnTo>
                    <a:pt x="8193" y="18689"/>
                  </a:lnTo>
                  <a:cubicBezTo>
                    <a:pt x="8272" y="18758"/>
                    <a:pt x="8386" y="18843"/>
                    <a:pt x="8540" y="18941"/>
                  </a:cubicBezTo>
                  <a:lnTo>
                    <a:pt x="8807" y="19041"/>
                  </a:lnTo>
                  <a:cubicBezTo>
                    <a:pt x="8907" y="19141"/>
                    <a:pt x="9174" y="19274"/>
                    <a:pt x="9474" y="19441"/>
                  </a:cubicBezTo>
                  <a:cubicBezTo>
                    <a:pt x="10041" y="19708"/>
                    <a:pt x="11009" y="20142"/>
                    <a:pt x="12243" y="20208"/>
                  </a:cubicBezTo>
                  <a:cubicBezTo>
                    <a:pt x="12381" y="20219"/>
                    <a:pt x="12523" y="20225"/>
                    <a:pt x="12667" y="20225"/>
                  </a:cubicBezTo>
                  <a:cubicBezTo>
                    <a:pt x="13839" y="20225"/>
                    <a:pt x="15176" y="19869"/>
                    <a:pt x="16513" y="19274"/>
                  </a:cubicBezTo>
                  <a:cubicBezTo>
                    <a:pt x="17247" y="18941"/>
                    <a:pt x="18014" y="18507"/>
                    <a:pt x="18848" y="18140"/>
                  </a:cubicBezTo>
                  <a:cubicBezTo>
                    <a:pt x="19615" y="17773"/>
                    <a:pt x="20516" y="17440"/>
                    <a:pt x="21450" y="17273"/>
                  </a:cubicBezTo>
                  <a:cubicBezTo>
                    <a:pt x="21950" y="17173"/>
                    <a:pt x="22417" y="17140"/>
                    <a:pt x="22917" y="17039"/>
                  </a:cubicBezTo>
                  <a:cubicBezTo>
                    <a:pt x="23418" y="16973"/>
                    <a:pt x="23918" y="16973"/>
                    <a:pt x="24418" y="16873"/>
                  </a:cubicBezTo>
                  <a:cubicBezTo>
                    <a:pt x="25452" y="16773"/>
                    <a:pt x="26520" y="16439"/>
                    <a:pt x="27487" y="15939"/>
                  </a:cubicBezTo>
                  <a:cubicBezTo>
                    <a:pt x="28421" y="15438"/>
                    <a:pt x="29322" y="14671"/>
                    <a:pt x="29922" y="13770"/>
                  </a:cubicBezTo>
                  <a:cubicBezTo>
                    <a:pt x="30556" y="12836"/>
                    <a:pt x="30923" y="11702"/>
                    <a:pt x="30823" y="10535"/>
                  </a:cubicBezTo>
                  <a:cubicBezTo>
                    <a:pt x="30623" y="9367"/>
                    <a:pt x="30022" y="8367"/>
                    <a:pt x="29188" y="7633"/>
                  </a:cubicBezTo>
                  <a:cubicBezTo>
                    <a:pt x="28354" y="6932"/>
                    <a:pt x="27354" y="6432"/>
                    <a:pt x="26353" y="6032"/>
                  </a:cubicBezTo>
                  <a:cubicBezTo>
                    <a:pt x="26286" y="6032"/>
                    <a:pt x="26186" y="5932"/>
                    <a:pt x="26053" y="5865"/>
                  </a:cubicBezTo>
                  <a:lnTo>
                    <a:pt x="25719" y="5665"/>
                  </a:lnTo>
                  <a:cubicBezTo>
                    <a:pt x="25519" y="5565"/>
                    <a:pt x="25252" y="5431"/>
                    <a:pt x="25052" y="5298"/>
                  </a:cubicBezTo>
                  <a:cubicBezTo>
                    <a:pt x="24585" y="5031"/>
                    <a:pt x="24185" y="4797"/>
                    <a:pt x="23718" y="4531"/>
                  </a:cubicBezTo>
                  <a:cubicBezTo>
                    <a:pt x="22851" y="4030"/>
                    <a:pt x="21983" y="3597"/>
                    <a:pt x="21149" y="3163"/>
                  </a:cubicBezTo>
                  <a:cubicBezTo>
                    <a:pt x="19415" y="2329"/>
                    <a:pt x="17547" y="1495"/>
                    <a:pt x="15545" y="861"/>
                  </a:cubicBezTo>
                  <a:cubicBezTo>
                    <a:pt x="13974" y="390"/>
                    <a:pt x="12278" y="0"/>
                    <a:pt x="105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71" name="Google Shape;2571;p21"/>
            <p:cNvSpPr/>
            <p:nvPr/>
          </p:nvSpPr>
          <p:spPr>
            <a:xfrm>
              <a:off x="3052350" y="4215300"/>
              <a:ext cx="194250" cy="168075"/>
            </a:xfrm>
            <a:custGeom>
              <a:avLst/>
              <a:gdLst/>
              <a:ahLst/>
              <a:cxnLst/>
              <a:rect l="l" t="t" r="r" b="b"/>
              <a:pathLst>
                <a:path w="7770" h="6723" extrusionOk="0">
                  <a:moveTo>
                    <a:pt x="4966" y="1"/>
                  </a:moveTo>
                  <a:cubicBezTo>
                    <a:pt x="4591" y="1"/>
                    <a:pt x="4204" y="50"/>
                    <a:pt x="3837" y="160"/>
                  </a:cubicBezTo>
                  <a:cubicBezTo>
                    <a:pt x="3103" y="360"/>
                    <a:pt x="2569" y="827"/>
                    <a:pt x="2169" y="1228"/>
                  </a:cubicBezTo>
                  <a:cubicBezTo>
                    <a:pt x="1335" y="2128"/>
                    <a:pt x="734" y="3496"/>
                    <a:pt x="434" y="4630"/>
                  </a:cubicBezTo>
                  <a:cubicBezTo>
                    <a:pt x="267" y="5197"/>
                    <a:pt x="201" y="5664"/>
                    <a:pt x="101" y="6031"/>
                  </a:cubicBezTo>
                  <a:cubicBezTo>
                    <a:pt x="34" y="6398"/>
                    <a:pt x="1" y="6632"/>
                    <a:pt x="1" y="6632"/>
                  </a:cubicBezTo>
                  <a:cubicBezTo>
                    <a:pt x="1" y="6671"/>
                    <a:pt x="95" y="6723"/>
                    <a:pt x="207" y="6723"/>
                  </a:cubicBezTo>
                  <a:cubicBezTo>
                    <a:pt x="283" y="6723"/>
                    <a:pt x="367" y="6699"/>
                    <a:pt x="434" y="6632"/>
                  </a:cubicBezTo>
                  <a:cubicBezTo>
                    <a:pt x="434" y="6632"/>
                    <a:pt x="668" y="5798"/>
                    <a:pt x="1035" y="4730"/>
                  </a:cubicBezTo>
                  <a:cubicBezTo>
                    <a:pt x="1402" y="3696"/>
                    <a:pt x="2035" y="2462"/>
                    <a:pt x="2736" y="1695"/>
                  </a:cubicBezTo>
                  <a:cubicBezTo>
                    <a:pt x="3069" y="1328"/>
                    <a:pt x="3536" y="961"/>
                    <a:pt x="4070" y="727"/>
                  </a:cubicBezTo>
                  <a:cubicBezTo>
                    <a:pt x="4383" y="610"/>
                    <a:pt x="4718" y="562"/>
                    <a:pt x="5050" y="562"/>
                  </a:cubicBezTo>
                  <a:cubicBezTo>
                    <a:pt x="5284" y="562"/>
                    <a:pt x="5517" y="586"/>
                    <a:pt x="5738" y="627"/>
                  </a:cubicBezTo>
                  <a:cubicBezTo>
                    <a:pt x="6238" y="727"/>
                    <a:pt x="6705" y="894"/>
                    <a:pt x="7039" y="1028"/>
                  </a:cubicBezTo>
                  <a:cubicBezTo>
                    <a:pt x="7206" y="1061"/>
                    <a:pt x="7339" y="1161"/>
                    <a:pt x="7406" y="1194"/>
                  </a:cubicBezTo>
                  <a:cubicBezTo>
                    <a:pt x="7506" y="1228"/>
                    <a:pt x="7539" y="1294"/>
                    <a:pt x="7539" y="1294"/>
                  </a:cubicBezTo>
                  <a:cubicBezTo>
                    <a:pt x="7543" y="1296"/>
                    <a:pt x="7546" y="1297"/>
                    <a:pt x="7550" y="1297"/>
                  </a:cubicBezTo>
                  <a:cubicBezTo>
                    <a:pt x="7623" y="1297"/>
                    <a:pt x="7769" y="1022"/>
                    <a:pt x="7706" y="928"/>
                  </a:cubicBezTo>
                  <a:cubicBezTo>
                    <a:pt x="7706" y="928"/>
                    <a:pt x="7673" y="894"/>
                    <a:pt x="7573" y="861"/>
                  </a:cubicBezTo>
                  <a:cubicBezTo>
                    <a:pt x="7506" y="827"/>
                    <a:pt x="7372" y="727"/>
                    <a:pt x="7206" y="661"/>
                  </a:cubicBezTo>
                  <a:cubicBezTo>
                    <a:pt x="6905" y="494"/>
                    <a:pt x="6405" y="260"/>
                    <a:pt x="5838" y="94"/>
                  </a:cubicBezTo>
                  <a:cubicBezTo>
                    <a:pt x="5568" y="34"/>
                    <a:pt x="5271" y="1"/>
                    <a:pt x="49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itle and two columns 2">
  <p:cSld name="TITLE_AND_TWO_COLUMNS_1_1">
    <p:spTree>
      <p:nvGrpSpPr>
        <p:cNvPr id="2572" name="Shape 2572"/>
        <p:cNvGrpSpPr/>
        <p:nvPr/>
      </p:nvGrpSpPr>
      <p:grpSpPr>
        <a:xfrm>
          <a:off x="0" y="0"/>
          <a:ext cx="0" cy="0"/>
          <a:chOff x="0" y="0"/>
          <a:chExt cx="0" cy="0"/>
        </a:xfrm>
      </p:grpSpPr>
      <p:pic>
        <p:nvPicPr>
          <p:cNvPr id="2573" name="Google Shape;2573;p22"/>
          <p:cNvPicPr preferRelativeResize="0"/>
          <p:nvPr/>
        </p:nvPicPr>
        <p:blipFill rotWithShape="1">
          <a:blip r:embed="rId2"/>
          <a:srcRect b="15598"/>
          <a:stretch>
            <a:fillRect/>
          </a:stretch>
        </p:blipFill>
        <p:spPr>
          <a:xfrm flipH="1">
            <a:off x="0" y="0"/>
            <a:ext cx="9144003" cy="5143501"/>
          </a:xfrm>
          <a:prstGeom prst="rect">
            <a:avLst/>
          </a:prstGeom>
          <a:noFill/>
          <a:ln>
            <a:noFill/>
          </a:ln>
        </p:spPr>
      </p:pic>
      <p:sp>
        <p:nvSpPr>
          <p:cNvPr id="2574" name="Google Shape;2574;p22"/>
          <p:cNvSpPr txBox="1"/>
          <p:nvPr>
            <p:ph type="title"/>
          </p:nvPr>
        </p:nvSpPr>
        <p:spPr>
          <a:xfrm>
            <a:off x="2102200" y="443577"/>
            <a:ext cx="63285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575" name="Google Shape;2575;p22"/>
          <p:cNvSpPr txBox="1"/>
          <p:nvPr>
            <p:ph type="subTitle" idx="1"/>
          </p:nvPr>
        </p:nvSpPr>
        <p:spPr>
          <a:xfrm>
            <a:off x="2102200" y="3016275"/>
            <a:ext cx="5787900" cy="13113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b="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p:txBody>
      </p:sp>
      <p:sp>
        <p:nvSpPr>
          <p:cNvPr id="2576" name="Google Shape;2576;p22"/>
          <p:cNvSpPr txBox="1"/>
          <p:nvPr>
            <p:ph type="subTitle" idx="2"/>
          </p:nvPr>
        </p:nvSpPr>
        <p:spPr>
          <a:xfrm>
            <a:off x="2102200" y="1500200"/>
            <a:ext cx="5787900" cy="12276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b="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p:txBody>
      </p:sp>
      <p:grpSp>
        <p:nvGrpSpPr>
          <p:cNvPr id="2577" name="Google Shape;2577;p22"/>
          <p:cNvGrpSpPr/>
          <p:nvPr/>
        </p:nvGrpSpPr>
        <p:grpSpPr>
          <a:xfrm rot="-200877">
            <a:off x="-183709" y="56150"/>
            <a:ext cx="2072941" cy="5143798"/>
            <a:chOff x="370" y="8"/>
            <a:chExt cx="2072927" cy="5143763"/>
          </a:xfrm>
        </p:grpSpPr>
        <p:sp>
          <p:nvSpPr>
            <p:cNvPr id="2578" name="Google Shape;2578;p22"/>
            <p:cNvSpPr/>
            <p:nvPr/>
          </p:nvSpPr>
          <p:spPr>
            <a:xfrm>
              <a:off x="4795" y="25953"/>
              <a:ext cx="365819" cy="950395"/>
            </a:xfrm>
            <a:custGeom>
              <a:avLst/>
              <a:gdLst/>
              <a:ahLst/>
              <a:cxnLst/>
              <a:rect l="l" t="t" r="r" b="b"/>
              <a:pathLst>
                <a:path w="15129" h="39305" extrusionOk="0">
                  <a:moveTo>
                    <a:pt x="9530" y="1"/>
                  </a:moveTo>
                  <a:cubicBezTo>
                    <a:pt x="9054" y="1"/>
                    <a:pt x="9018" y="375"/>
                    <a:pt x="9658" y="503"/>
                  </a:cubicBezTo>
                  <a:cubicBezTo>
                    <a:pt x="9658" y="503"/>
                    <a:pt x="9925" y="570"/>
                    <a:pt x="10325" y="637"/>
                  </a:cubicBezTo>
                  <a:cubicBezTo>
                    <a:pt x="10759" y="737"/>
                    <a:pt x="11359" y="837"/>
                    <a:pt x="12127" y="1137"/>
                  </a:cubicBezTo>
                  <a:cubicBezTo>
                    <a:pt x="12827" y="1437"/>
                    <a:pt x="13694" y="1904"/>
                    <a:pt x="14195" y="2771"/>
                  </a:cubicBezTo>
                  <a:cubicBezTo>
                    <a:pt x="14462" y="3172"/>
                    <a:pt x="14595" y="3739"/>
                    <a:pt x="14495" y="4239"/>
                  </a:cubicBezTo>
                  <a:cubicBezTo>
                    <a:pt x="14462" y="4773"/>
                    <a:pt x="14128" y="5240"/>
                    <a:pt x="13761" y="5740"/>
                  </a:cubicBezTo>
                  <a:cubicBezTo>
                    <a:pt x="13328" y="6241"/>
                    <a:pt x="12827" y="6674"/>
                    <a:pt x="12427" y="7275"/>
                  </a:cubicBezTo>
                  <a:cubicBezTo>
                    <a:pt x="11960" y="7842"/>
                    <a:pt x="11593" y="8576"/>
                    <a:pt x="11493" y="9343"/>
                  </a:cubicBezTo>
                  <a:cubicBezTo>
                    <a:pt x="11359" y="10143"/>
                    <a:pt x="11526" y="10977"/>
                    <a:pt x="11927" y="11678"/>
                  </a:cubicBezTo>
                  <a:cubicBezTo>
                    <a:pt x="12260" y="12412"/>
                    <a:pt x="12760" y="12979"/>
                    <a:pt x="13127" y="13579"/>
                  </a:cubicBezTo>
                  <a:cubicBezTo>
                    <a:pt x="13494" y="14146"/>
                    <a:pt x="13761" y="14747"/>
                    <a:pt x="13795" y="15347"/>
                  </a:cubicBezTo>
                  <a:cubicBezTo>
                    <a:pt x="13828" y="15981"/>
                    <a:pt x="13661" y="16648"/>
                    <a:pt x="13361" y="17182"/>
                  </a:cubicBezTo>
                  <a:cubicBezTo>
                    <a:pt x="13094" y="17782"/>
                    <a:pt x="12660" y="18182"/>
                    <a:pt x="12160" y="18683"/>
                  </a:cubicBezTo>
                  <a:cubicBezTo>
                    <a:pt x="11660" y="19150"/>
                    <a:pt x="11159" y="19784"/>
                    <a:pt x="10959" y="20484"/>
                  </a:cubicBezTo>
                  <a:cubicBezTo>
                    <a:pt x="10926" y="20651"/>
                    <a:pt x="10892" y="20851"/>
                    <a:pt x="10826" y="21018"/>
                  </a:cubicBezTo>
                  <a:cubicBezTo>
                    <a:pt x="10759" y="21185"/>
                    <a:pt x="10759" y="21418"/>
                    <a:pt x="10759" y="21585"/>
                  </a:cubicBezTo>
                  <a:lnTo>
                    <a:pt x="10759" y="22119"/>
                  </a:lnTo>
                  <a:lnTo>
                    <a:pt x="10759" y="22352"/>
                  </a:lnTo>
                  <a:lnTo>
                    <a:pt x="10759" y="22519"/>
                  </a:lnTo>
                  <a:lnTo>
                    <a:pt x="10792" y="22652"/>
                  </a:lnTo>
                  <a:cubicBezTo>
                    <a:pt x="10926" y="23353"/>
                    <a:pt x="11226" y="24087"/>
                    <a:pt x="11593" y="24687"/>
                  </a:cubicBezTo>
                  <a:cubicBezTo>
                    <a:pt x="11927" y="25321"/>
                    <a:pt x="12394" y="25921"/>
                    <a:pt x="12460" y="26455"/>
                  </a:cubicBezTo>
                  <a:cubicBezTo>
                    <a:pt x="12560" y="26989"/>
                    <a:pt x="12293" y="27589"/>
                    <a:pt x="11927" y="28156"/>
                  </a:cubicBezTo>
                  <a:cubicBezTo>
                    <a:pt x="11493" y="28757"/>
                    <a:pt x="11093" y="29290"/>
                    <a:pt x="10526" y="29691"/>
                  </a:cubicBezTo>
                  <a:cubicBezTo>
                    <a:pt x="10059" y="30158"/>
                    <a:pt x="9425" y="30525"/>
                    <a:pt x="8824" y="30992"/>
                  </a:cubicBezTo>
                  <a:cubicBezTo>
                    <a:pt x="8557" y="31192"/>
                    <a:pt x="8257" y="31525"/>
                    <a:pt x="7990" y="31792"/>
                  </a:cubicBezTo>
                  <a:cubicBezTo>
                    <a:pt x="7890" y="31959"/>
                    <a:pt x="7790" y="32092"/>
                    <a:pt x="7657" y="32259"/>
                  </a:cubicBezTo>
                  <a:cubicBezTo>
                    <a:pt x="7623" y="32293"/>
                    <a:pt x="7523" y="32359"/>
                    <a:pt x="7490" y="32459"/>
                  </a:cubicBezTo>
                  <a:lnTo>
                    <a:pt x="7357" y="32693"/>
                  </a:lnTo>
                  <a:cubicBezTo>
                    <a:pt x="7190" y="33026"/>
                    <a:pt x="7056" y="33360"/>
                    <a:pt x="6923" y="33660"/>
                  </a:cubicBezTo>
                  <a:cubicBezTo>
                    <a:pt x="6790" y="33960"/>
                    <a:pt x="6656" y="34294"/>
                    <a:pt x="6556" y="34594"/>
                  </a:cubicBezTo>
                  <a:cubicBezTo>
                    <a:pt x="6056" y="35795"/>
                    <a:pt x="5622" y="36929"/>
                    <a:pt x="4988" y="37763"/>
                  </a:cubicBezTo>
                  <a:cubicBezTo>
                    <a:pt x="4688" y="38130"/>
                    <a:pt x="4321" y="38464"/>
                    <a:pt x="3954" y="38630"/>
                  </a:cubicBezTo>
                  <a:cubicBezTo>
                    <a:pt x="3679" y="38757"/>
                    <a:pt x="3431" y="38804"/>
                    <a:pt x="3193" y="38804"/>
                  </a:cubicBezTo>
                  <a:cubicBezTo>
                    <a:pt x="3055" y="38804"/>
                    <a:pt x="2921" y="38788"/>
                    <a:pt x="2787" y="38764"/>
                  </a:cubicBezTo>
                  <a:cubicBezTo>
                    <a:pt x="2019" y="38630"/>
                    <a:pt x="1486" y="38264"/>
                    <a:pt x="1119" y="38030"/>
                  </a:cubicBezTo>
                  <a:cubicBezTo>
                    <a:pt x="952" y="37930"/>
                    <a:pt x="785" y="37830"/>
                    <a:pt x="685" y="37730"/>
                  </a:cubicBezTo>
                  <a:lnTo>
                    <a:pt x="585" y="37630"/>
                  </a:lnTo>
                  <a:cubicBezTo>
                    <a:pt x="459" y="37533"/>
                    <a:pt x="348" y="37492"/>
                    <a:pt x="262" y="37492"/>
                  </a:cubicBezTo>
                  <a:cubicBezTo>
                    <a:pt x="53" y="37492"/>
                    <a:pt x="1" y="37736"/>
                    <a:pt x="285" y="37997"/>
                  </a:cubicBezTo>
                  <a:lnTo>
                    <a:pt x="418" y="38130"/>
                  </a:lnTo>
                  <a:cubicBezTo>
                    <a:pt x="485" y="38163"/>
                    <a:pt x="652" y="38297"/>
                    <a:pt x="819" y="38430"/>
                  </a:cubicBezTo>
                  <a:cubicBezTo>
                    <a:pt x="1186" y="38664"/>
                    <a:pt x="1786" y="39031"/>
                    <a:pt x="2653" y="39264"/>
                  </a:cubicBezTo>
                  <a:cubicBezTo>
                    <a:pt x="2824" y="39289"/>
                    <a:pt x="3004" y="39304"/>
                    <a:pt x="3188" y="39304"/>
                  </a:cubicBezTo>
                  <a:cubicBezTo>
                    <a:pt x="3506" y="39304"/>
                    <a:pt x="3837" y="39258"/>
                    <a:pt x="4154" y="39131"/>
                  </a:cubicBezTo>
                  <a:cubicBezTo>
                    <a:pt x="4721" y="38964"/>
                    <a:pt x="5122" y="38530"/>
                    <a:pt x="5489" y="38097"/>
                  </a:cubicBezTo>
                  <a:cubicBezTo>
                    <a:pt x="6222" y="37163"/>
                    <a:pt x="6656" y="35995"/>
                    <a:pt x="7257" y="34794"/>
                  </a:cubicBezTo>
                  <a:cubicBezTo>
                    <a:pt x="7357" y="34494"/>
                    <a:pt x="7523" y="34194"/>
                    <a:pt x="7657" y="33927"/>
                  </a:cubicBezTo>
                  <a:cubicBezTo>
                    <a:pt x="7824" y="33627"/>
                    <a:pt x="7957" y="33327"/>
                    <a:pt x="8124" y="33026"/>
                  </a:cubicBezTo>
                  <a:lnTo>
                    <a:pt x="8257" y="32826"/>
                  </a:lnTo>
                  <a:cubicBezTo>
                    <a:pt x="8291" y="32760"/>
                    <a:pt x="8324" y="32693"/>
                    <a:pt x="8391" y="32626"/>
                  </a:cubicBezTo>
                  <a:lnTo>
                    <a:pt x="8658" y="32259"/>
                  </a:lnTo>
                  <a:cubicBezTo>
                    <a:pt x="8858" y="31992"/>
                    <a:pt x="9091" y="31792"/>
                    <a:pt x="9358" y="31592"/>
                  </a:cubicBezTo>
                  <a:cubicBezTo>
                    <a:pt x="9858" y="31158"/>
                    <a:pt x="10526" y="30825"/>
                    <a:pt x="11126" y="30324"/>
                  </a:cubicBezTo>
                  <a:cubicBezTo>
                    <a:pt x="11693" y="29824"/>
                    <a:pt x="12260" y="29257"/>
                    <a:pt x="12660" y="28623"/>
                  </a:cubicBezTo>
                  <a:cubicBezTo>
                    <a:pt x="12861" y="28323"/>
                    <a:pt x="13094" y="27956"/>
                    <a:pt x="13194" y="27589"/>
                  </a:cubicBezTo>
                  <a:cubicBezTo>
                    <a:pt x="13328" y="27189"/>
                    <a:pt x="13394" y="26689"/>
                    <a:pt x="13328" y="26288"/>
                  </a:cubicBezTo>
                  <a:cubicBezTo>
                    <a:pt x="13294" y="25855"/>
                    <a:pt x="13094" y="25488"/>
                    <a:pt x="12927" y="25154"/>
                  </a:cubicBezTo>
                  <a:cubicBezTo>
                    <a:pt x="12727" y="24854"/>
                    <a:pt x="12527" y="24520"/>
                    <a:pt x="12360" y="24253"/>
                  </a:cubicBezTo>
                  <a:cubicBezTo>
                    <a:pt x="12093" y="23653"/>
                    <a:pt x="11826" y="23086"/>
                    <a:pt x="11693" y="22452"/>
                  </a:cubicBezTo>
                  <a:lnTo>
                    <a:pt x="11660" y="22319"/>
                  </a:lnTo>
                  <a:lnTo>
                    <a:pt x="11660" y="22252"/>
                  </a:lnTo>
                  <a:lnTo>
                    <a:pt x="11660" y="21985"/>
                  </a:lnTo>
                  <a:lnTo>
                    <a:pt x="11660" y="21518"/>
                  </a:lnTo>
                  <a:cubicBezTo>
                    <a:pt x="11660" y="21418"/>
                    <a:pt x="11660" y="21218"/>
                    <a:pt x="11693" y="21118"/>
                  </a:cubicBezTo>
                  <a:cubicBezTo>
                    <a:pt x="11693" y="20951"/>
                    <a:pt x="11760" y="20818"/>
                    <a:pt x="11793" y="20684"/>
                  </a:cubicBezTo>
                  <a:cubicBezTo>
                    <a:pt x="11960" y="20184"/>
                    <a:pt x="12293" y="19750"/>
                    <a:pt x="12760" y="19283"/>
                  </a:cubicBezTo>
                  <a:cubicBezTo>
                    <a:pt x="13194" y="18816"/>
                    <a:pt x="13795" y="18283"/>
                    <a:pt x="14128" y="17549"/>
                  </a:cubicBezTo>
                  <a:cubicBezTo>
                    <a:pt x="14495" y="16848"/>
                    <a:pt x="14662" y="16114"/>
                    <a:pt x="14628" y="15280"/>
                  </a:cubicBezTo>
                  <a:cubicBezTo>
                    <a:pt x="14595" y="14446"/>
                    <a:pt x="14195" y="13679"/>
                    <a:pt x="13795" y="13045"/>
                  </a:cubicBezTo>
                  <a:cubicBezTo>
                    <a:pt x="13361" y="12445"/>
                    <a:pt x="12861" y="11878"/>
                    <a:pt x="12594" y="11311"/>
                  </a:cubicBezTo>
                  <a:cubicBezTo>
                    <a:pt x="12260" y="10710"/>
                    <a:pt x="12127" y="10110"/>
                    <a:pt x="12227" y="9476"/>
                  </a:cubicBezTo>
                  <a:cubicBezTo>
                    <a:pt x="12260" y="8842"/>
                    <a:pt x="12560" y="8309"/>
                    <a:pt x="12927" y="7775"/>
                  </a:cubicBezTo>
                  <a:cubicBezTo>
                    <a:pt x="13294" y="7241"/>
                    <a:pt x="13761" y="6774"/>
                    <a:pt x="14161" y="6241"/>
                  </a:cubicBezTo>
                  <a:cubicBezTo>
                    <a:pt x="14595" y="5674"/>
                    <a:pt x="14962" y="5073"/>
                    <a:pt x="15062" y="4339"/>
                  </a:cubicBezTo>
                  <a:cubicBezTo>
                    <a:pt x="15129" y="3639"/>
                    <a:pt x="14962" y="2972"/>
                    <a:pt x="14628" y="2471"/>
                  </a:cubicBezTo>
                  <a:cubicBezTo>
                    <a:pt x="14328" y="1937"/>
                    <a:pt x="13895" y="1571"/>
                    <a:pt x="13461" y="1270"/>
                  </a:cubicBezTo>
                  <a:cubicBezTo>
                    <a:pt x="13061" y="970"/>
                    <a:pt x="12627" y="803"/>
                    <a:pt x="12227" y="637"/>
                  </a:cubicBezTo>
                  <a:cubicBezTo>
                    <a:pt x="11426" y="336"/>
                    <a:pt x="10759" y="203"/>
                    <a:pt x="10292" y="136"/>
                  </a:cubicBezTo>
                  <a:cubicBezTo>
                    <a:pt x="9825" y="36"/>
                    <a:pt x="9592" y="3"/>
                    <a:pt x="9592" y="3"/>
                  </a:cubicBezTo>
                  <a:cubicBezTo>
                    <a:pt x="9570" y="1"/>
                    <a:pt x="9550" y="1"/>
                    <a:pt x="95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79" name="Google Shape;2579;p22"/>
            <p:cNvSpPr/>
            <p:nvPr/>
          </p:nvSpPr>
          <p:spPr>
            <a:xfrm>
              <a:off x="370" y="722095"/>
              <a:ext cx="24" cy="24"/>
            </a:xfrm>
            <a:custGeom>
              <a:avLst/>
              <a:gdLst/>
              <a:ahLst/>
              <a:cxnLst/>
              <a:rect l="l" t="t" r="r" b="b"/>
              <a:pathLst>
                <a:path w="1" h="1" fill="none" extrusionOk="0">
                  <a:moveTo>
                    <a:pt x="1" y="0"/>
                  </a:moveTo>
                  <a:close/>
                </a:path>
              </a:pathLst>
            </a:custGeom>
            <a:solidFill>
              <a:schemeClr val="dk1"/>
            </a:solidFill>
            <a:ln w="5000" cap="flat" cmpd="sng">
              <a:solidFill>
                <a:srgbClr val="02570B"/>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80" name="Google Shape;2580;p22"/>
            <p:cNvSpPr/>
            <p:nvPr/>
          </p:nvSpPr>
          <p:spPr>
            <a:xfrm>
              <a:off x="32239" y="16088"/>
              <a:ext cx="167398" cy="781232"/>
            </a:xfrm>
            <a:custGeom>
              <a:avLst/>
              <a:gdLst/>
              <a:ahLst/>
              <a:cxnLst/>
              <a:rect l="l" t="t" r="r" b="b"/>
              <a:pathLst>
                <a:path w="6923" h="32309" extrusionOk="0">
                  <a:moveTo>
                    <a:pt x="4881" y="1"/>
                  </a:moveTo>
                  <a:cubicBezTo>
                    <a:pt x="4761" y="1"/>
                    <a:pt x="4752" y="142"/>
                    <a:pt x="4954" y="344"/>
                  </a:cubicBezTo>
                  <a:cubicBezTo>
                    <a:pt x="4954" y="344"/>
                    <a:pt x="5087" y="411"/>
                    <a:pt x="5288" y="611"/>
                  </a:cubicBezTo>
                  <a:cubicBezTo>
                    <a:pt x="5521" y="844"/>
                    <a:pt x="5821" y="1211"/>
                    <a:pt x="6122" y="1678"/>
                  </a:cubicBezTo>
                  <a:cubicBezTo>
                    <a:pt x="6422" y="2179"/>
                    <a:pt x="6655" y="2846"/>
                    <a:pt x="6488" y="3546"/>
                  </a:cubicBezTo>
                  <a:cubicBezTo>
                    <a:pt x="6322" y="4314"/>
                    <a:pt x="5855" y="5014"/>
                    <a:pt x="5421" y="5848"/>
                  </a:cubicBezTo>
                  <a:cubicBezTo>
                    <a:pt x="4954" y="6649"/>
                    <a:pt x="4487" y="7549"/>
                    <a:pt x="4354" y="8583"/>
                  </a:cubicBezTo>
                  <a:cubicBezTo>
                    <a:pt x="4287" y="9584"/>
                    <a:pt x="4454" y="10685"/>
                    <a:pt x="4787" y="11686"/>
                  </a:cubicBezTo>
                  <a:cubicBezTo>
                    <a:pt x="5154" y="12653"/>
                    <a:pt x="5688" y="13554"/>
                    <a:pt x="5788" y="14488"/>
                  </a:cubicBezTo>
                  <a:cubicBezTo>
                    <a:pt x="5821" y="14721"/>
                    <a:pt x="5788" y="14988"/>
                    <a:pt x="5788" y="15188"/>
                  </a:cubicBezTo>
                  <a:cubicBezTo>
                    <a:pt x="5755" y="15388"/>
                    <a:pt x="5755" y="15655"/>
                    <a:pt x="5655" y="15855"/>
                  </a:cubicBezTo>
                  <a:cubicBezTo>
                    <a:pt x="5521" y="16255"/>
                    <a:pt x="5354" y="16689"/>
                    <a:pt x="5188" y="17089"/>
                  </a:cubicBezTo>
                  <a:cubicBezTo>
                    <a:pt x="5121" y="17223"/>
                    <a:pt x="5087" y="17323"/>
                    <a:pt x="4987" y="17423"/>
                  </a:cubicBezTo>
                  <a:lnTo>
                    <a:pt x="4921" y="17590"/>
                  </a:lnTo>
                  <a:lnTo>
                    <a:pt x="4854" y="17690"/>
                  </a:lnTo>
                  <a:lnTo>
                    <a:pt x="4821" y="17823"/>
                  </a:lnTo>
                  <a:cubicBezTo>
                    <a:pt x="4754" y="18057"/>
                    <a:pt x="4654" y="18257"/>
                    <a:pt x="4520" y="18490"/>
                  </a:cubicBezTo>
                  <a:cubicBezTo>
                    <a:pt x="4420" y="18691"/>
                    <a:pt x="4287" y="18891"/>
                    <a:pt x="4120" y="19057"/>
                  </a:cubicBezTo>
                  <a:cubicBezTo>
                    <a:pt x="3953" y="19224"/>
                    <a:pt x="3787" y="19391"/>
                    <a:pt x="3620" y="19658"/>
                  </a:cubicBezTo>
                  <a:cubicBezTo>
                    <a:pt x="3453" y="19891"/>
                    <a:pt x="3420" y="20192"/>
                    <a:pt x="3353" y="20392"/>
                  </a:cubicBezTo>
                  <a:cubicBezTo>
                    <a:pt x="3320" y="20592"/>
                    <a:pt x="3320" y="20825"/>
                    <a:pt x="3320" y="21026"/>
                  </a:cubicBezTo>
                  <a:cubicBezTo>
                    <a:pt x="3353" y="21392"/>
                    <a:pt x="3420" y="21693"/>
                    <a:pt x="3420" y="21893"/>
                  </a:cubicBezTo>
                  <a:lnTo>
                    <a:pt x="3420" y="21859"/>
                  </a:lnTo>
                  <a:cubicBezTo>
                    <a:pt x="3420" y="22393"/>
                    <a:pt x="3653" y="22894"/>
                    <a:pt x="3953" y="23227"/>
                  </a:cubicBezTo>
                  <a:cubicBezTo>
                    <a:pt x="4187" y="23594"/>
                    <a:pt x="4520" y="23928"/>
                    <a:pt x="4754" y="24261"/>
                  </a:cubicBezTo>
                  <a:cubicBezTo>
                    <a:pt x="4987" y="24595"/>
                    <a:pt x="5121" y="24995"/>
                    <a:pt x="5154" y="25362"/>
                  </a:cubicBezTo>
                  <a:cubicBezTo>
                    <a:pt x="5188" y="25729"/>
                    <a:pt x="5121" y="26096"/>
                    <a:pt x="5087" y="26496"/>
                  </a:cubicBezTo>
                  <a:cubicBezTo>
                    <a:pt x="4954" y="27230"/>
                    <a:pt x="4487" y="27830"/>
                    <a:pt x="3953" y="28197"/>
                  </a:cubicBezTo>
                  <a:cubicBezTo>
                    <a:pt x="3420" y="28598"/>
                    <a:pt x="2819" y="28864"/>
                    <a:pt x="2319" y="29165"/>
                  </a:cubicBezTo>
                  <a:cubicBezTo>
                    <a:pt x="1818" y="29398"/>
                    <a:pt x="1318" y="29698"/>
                    <a:pt x="985" y="30032"/>
                  </a:cubicBezTo>
                  <a:cubicBezTo>
                    <a:pt x="784" y="30165"/>
                    <a:pt x="651" y="30366"/>
                    <a:pt x="518" y="30532"/>
                  </a:cubicBezTo>
                  <a:cubicBezTo>
                    <a:pt x="384" y="30699"/>
                    <a:pt x="317" y="30866"/>
                    <a:pt x="217" y="31033"/>
                  </a:cubicBezTo>
                  <a:cubicBezTo>
                    <a:pt x="184" y="31166"/>
                    <a:pt x="151" y="31333"/>
                    <a:pt x="117" y="31433"/>
                  </a:cubicBezTo>
                  <a:cubicBezTo>
                    <a:pt x="51" y="31566"/>
                    <a:pt x="17" y="31700"/>
                    <a:pt x="17" y="31767"/>
                  </a:cubicBezTo>
                  <a:lnTo>
                    <a:pt x="17" y="32033"/>
                  </a:lnTo>
                  <a:cubicBezTo>
                    <a:pt x="0" y="32217"/>
                    <a:pt x="51" y="32309"/>
                    <a:pt x="113" y="32309"/>
                  </a:cubicBezTo>
                  <a:cubicBezTo>
                    <a:pt x="176" y="32309"/>
                    <a:pt x="251" y="32217"/>
                    <a:pt x="284" y="32033"/>
                  </a:cubicBezTo>
                  <a:cubicBezTo>
                    <a:pt x="284" y="32033"/>
                    <a:pt x="317" y="31933"/>
                    <a:pt x="317" y="31767"/>
                  </a:cubicBezTo>
                  <a:cubicBezTo>
                    <a:pt x="317" y="31700"/>
                    <a:pt x="351" y="31600"/>
                    <a:pt x="384" y="31500"/>
                  </a:cubicBezTo>
                  <a:cubicBezTo>
                    <a:pt x="451" y="31400"/>
                    <a:pt x="451" y="31233"/>
                    <a:pt x="518" y="31099"/>
                  </a:cubicBezTo>
                  <a:cubicBezTo>
                    <a:pt x="718" y="30532"/>
                    <a:pt x="1452" y="29899"/>
                    <a:pt x="2486" y="29398"/>
                  </a:cubicBezTo>
                  <a:cubicBezTo>
                    <a:pt x="3019" y="29165"/>
                    <a:pt x="3620" y="28864"/>
                    <a:pt x="4187" y="28431"/>
                  </a:cubicBezTo>
                  <a:cubicBezTo>
                    <a:pt x="4787" y="28031"/>
                    <a:pt x="5321" y="27363"/>
                    <a:pt x="5488" y="26529"/>
                  </a:cubicBezTo>
                  <a:cubicBezTo>
                    <a:pt x="5554" y="26163"/>
                    <a:pt x="5655" y="25729"/>
                    <a:pt x="5621" y="25262"/>
                  </a:cubicBezTo>
                  <a:cubicBezTo>
                    <a:pt x="5554" y="24862"/>
                    <a:pt x="5388" y="24395"/>
                    <a:pt x="5154" y="24028"/>
                  </a:cubicBezTo>
                  <a:cubicBezTo>
                    <a:pt x="4921" y="23661"/>
                    <a:pt x="4554" y="23327"/>
                    <a:pt x="4320" y="22994"/>
                  </a:cubicBezTo>
                  <a:cubicBezTo>
                    <a:pt x="4053" y="22660"/>
                    <a:pt x="3853" y="22260"/>
                    <a:pt x="3853" y="21859"/>
                  </a:cubicBezTo>
                  <a:cubicBezTo>
                    <a:pt x="3853" y="21693"/>
                    <a:pt x="3820" y="21392"/>
                    <a:pt x="3820" y="21026"/>
                  </a:cubicBezTo>
                  <a:cubicBezTo>
                    <a:pt x="3820" y="20692"/>
                    <a:pt x="3820" y="20258"/>
                    <a:pt x="4020" y="19925"/>
                  </a:cubicBezTo>
                  <a:cubicBezTo>
                    <a:pt x="4153" y="19758"/>
                    <a:pt x="4320" y="19591"/>
                    <a:pt x="4487" y="19391"/>
                  </a:cubicBezTo>
                  <a:cubicBezTo>
                    <a:pt x="4654" y="19191"/>
                    <a:pt x="4821" y="18991"/>
                    <a:pt x="4954" y="18724"/>
                  </a:cubicBezTo>
                  <a:cubicBezTo>
                    <a:pt x="5087" y="18490"/>
                    <a:pt x="5188" y="18224"/>
                    <a:pt x="5321" y="17923"/>
                  </a:cubicBezTo>
                  <a:lnTo>
                    <a:pt x="5321" y="17890"/>
                  </a:lnTo>
                  <a:lnTo>
                    <a:pt x="5354" y="17823"/>
                  </a:lnTo>
                  <a:lnTo>
                    <a:pt x="5454" y="17656"/>
                  </a:lnTo>
                  <a:cubicBezTo>
                    <a:pt x="5488" y="17523"/>
                    <a:pt x="5554" y="17423"/>
                    <a:pt x="5655" y="17356"/>
                  </a:cubicBezTo>
                  <a:cubicBezTo>
                    <a:pt x="5855" y="16923"/>
                    <a:pt x="6021" y="16522"/>
                    <a:pt x="6155" y="16022"/>
                  </a:cubicBezTo>
                  <a:cubicBezTo>
                    <a:pt x="6222" y="15755"/>
                    <a:pt x="6222" y="15522"/>
                    <a:pt x="6288" y="15255"/>
                  </a:cubicBezTo>
                  <a:cubicBezTo>
                    <a:pt x="6288" y="15021"/>
                    <a:pt x="6288" y="14721"/>
                    <a:pt x="6222" y="14488"/>
                  </a:cubicBezTo>
                  <a:cubicBezTo>
                    <a:pt x="6155" y="13920"/>
                    <a:pt x="5988" y="13420"/>
                    <a:pt x="5788" y="12953"/>
                  </a:cubicBezTo>
                  <a:cubicBezTo>
                    <a:pt x="5554" y="12486"/>
                    <a:pt x="5354" y="12019"/>
                    <a:pt x="5188" y="11552"/>
                  </a:cubicBezTo>
                  <a:cubicBezTo>
                    <a:pt x="4854" y="10585"/>
                    <a:pt x="4687" y="9584"/>
                    <a:pt x="4787" y="8617"/>
                  </a:cubicBezTo>
                  <a:cubicBezTo>
                    <a:pt x="4854" y="7683"/>
                    <a:pt x="5288" y="6815"/>
                    <a:pt x="5755" y="6015"/>
                  </a:cubicBezTo>
                  <a:cubicBezTo>
                    <a:pt x="6188" y="5214"/>
                    <a:pt x="6655" y="4480"/>
                    <a:pt x="6822" y="3646"/>
                  </a:cubicBezTo>
                  <a:cubicBezTo>
                    <a:pt x="6922" y="3213"/>
                    <a:pt x="6855" y="2813"/>
                    <a:pt x="6789" y="2446"/>
                  </a:cubicBezTo>
                  <a:cubicBezTo>
                    <a:pt x="6655" y="2079"/>
                    <a:pt x="6522" y="1778"/>
                    <a:pt x="6355" y="1545"/>
                  </a:cubicBezTo>
                  <a:cubicBezTo>
                    <a:pt x="6021" y="1045"/>
                    <a:pt x="5755" y="678"/>
                    <a:pt x="5488" y="444"/>
                  </a:cubicBezTo>
                  <a:cubicBezTo>
                    <a:pt x="5254" y="244"/>
                    <a:pt x="5121" y="111"/>
                    <a:pt x="5121" y="111"/>
                  </a:cubicBezTo>
                  <a:cubicBezTo>
                    <a:pt x="5022" y="34"/>
                    <a:pt x="4939" y="1"/>
                    <a:pt x="48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81" name="Google Shape;2581;p22"/>
            <p:cNvSpPr/>
            <p:nvPr/>
          </p:nvSpPr>
          <p:spPr>
            <a:xfrm>
              <a:off x="356493" y="893652"/>
              <a:ext cx="516630" cy="263997"/>
            </a:xfrm>
            <a:custGeom>
              <a:avLst/>
              <a:gdLst/>
              <a:ahLst/>
              <a:cxnLst/>
              <a:rect l="l" t="t" r="r" b="b"/>
              <a:pathLst>
                <a:path w="21366" h="10918" extrusionOk="0">
                  <a:moveTo>
                    <a:pt x="8236" y="1"/>
                  </a:moveTo>
                  <a:cubicBezTo>
                    <a:pt x="7955" y="1"/>
                    <a:pt x="7679" y="52"/>
                    <a:pt x="7422" y="144"/>
                  </a:cubicBezTo>
                  <a:cubicBezTo>
                    <a:pt x="5587" y="911"/>
                    <a:pt x="4720" y="2645"/>
                    <a:pt x="3920" y="3946"/>
                  </a:cubicBezTo>
                  <a:cubicBezTo>
                    <a:pt x="3519" y="4613"/>
                    <a:pt x="3119" y="5214"/>
                    <a:pt x="2719" y="5714"/>
                  </a:cubicBezTo>
                  <a:cubicBezTo>
                    <a:pt x="2519" y="5948"/>
                    <a:pt x="2285" y="6148"/>
                    <a:pt x="2085" y="6381"/>
                  </a:cubicBezTo>
                  <a:cubicBezTo>
                    <a:pt x="1885" y="6582"/>
                    <a:pt x="1685" y="6748"/>
                    <a:pt x="1518" y="6915"/>
                  </a:cubicBezTo>
                  <a:cubicBezTo>
                    <a:pt x="1118" y="7149"/>
                    <a:pt x="851" y="7415"/>
                    <a:pt x="584" y="7549"/>
                  </a:cubicBezTo>
                  <a:cubicBezTo>
                    <a:pt x="350" y="7649"/>
                    <a:pt x="217" y="7749"/>
                    <a:pt x="217" y="7749"/>
                  </a:cubicBezTo>
                  <a:cubicBezTo>
                    <a:pt x="1" y="7884"/>
                    <a:pt x="47" y="8128"/>
                    <a:pt x="232" y="8128"/>
                  </a:cubicBezTo>
                  <a:cubicBezTo>
                    <a:pt x="275" y="8128"/>
                    <a:pt x="326" y="8114"/>
                    <a:pt x="384" y="8083"/>
                  </a:cubicBezTo>
                  <a:cubicBezTo>
                    <a:pt x="384" y="8083"/>
                    <a:pt x="517" y="7983"/>
                    <a:pt x="751" y="7882"/>
                  </a:cubicBezTo>
                  <a:cubicBezTo>
                    <a:pt x="1017" y="7782"/>
                    <a:pt x="1351" y="7549"/>
                    <a:pt x="1751" y="7249"/>
                  </a:cubicBezTo>
                  <a:cubicBezTo>
                    <a:pt x="1918" y="7082"/>
                    <a:pt x="2185" y="6915"/>
                    <a:pt x="2385" y="6715"/>
                  </a:cubicBezTo>
                  <a:cubicBezTo>
                    <a:pt x="2585" y="6481"/>
                    <a:pt x="2852" y="6248"/>
                    <a:pt x="3052" y="5981"/>
                  </a:cubicBezTo>
                  <a:cubicBezTo>
                    <a:pt x="3453" y="5447"/>
                    <a:pt x="3920" y="4880"/>
                    <a:pt x="4353" y="4213"/>
                  </a:cubicBezTo>
                  <a:cubicBezTo>
                    <a:pt x="4553" y="3846"/>
                    <a:pt x="4787" y="3513"/>
                    <a:pt x="5020" y="3212"/>
                  </a:cubicBezTo>
                  <a:cubicBezTo>
                    <a:pt x="5220" y="2812"/>
                    <a:pt x="5454" y="2479"/>
                    <a:pt x="5721" y="2178"/>
                  </a:cubicBezTo>
                  <a:cubicBezTo>
                    <a:pt x="6221" y="1578"/>
                    <a:pt x="6888" y="978"/>
                    <a:pt x="7589" y="744"/>
                  </a:cubicBezTo>
                  <a:cubicBezTo>
                    <a:pt x="7756" y="677"/>
                    <a:pt x="7931" y="644"/>
                    <a:pt x="8106" y="644"/>
                  </a:cubicBezTo>
                  <a:cubicBezTo>
                    <a:pt x="8281" y="644"/>
                    <a:pt x="8456" y="677"/>
                    <a:pt x="8623" y="744"/>
                  </a:cubicBezTo>
                  <a:cubicBezTo>
                    <a:pt x="8956" y="844"/>
                    <a:pt x="9257" y="1111"/>
                    <a:pt x="9524" y="1411"/>
                  </a:cubicBezTo>
                  <a:cubicBezTo>
                    <a:pt x="10024" y="1978"/>
                    <a:pt x="10257" y="2745"/>
                    <a:pt x="10558" y="3446"/>
                  </a:cubicBezTo>
                  <a:cubicBezTo>
                    <a:pt x="10691" y="3813"/>
                    <a:pt x="10858" y="4180"/>
                    <a:pt x="11058" y="4580"/>
                  </a:cubicBezTo>
                  <a:cubicBezTo>
                    <a:pt x="11258" y="4947"/>
                    <a:pt x="11558" y="5381"/>
                    <a:pt x="12059" y="5581"/>
                  </a:cubicBezTo>
                  <a:cubicBezTo>
                    <a:pt x="12305" y="5687"/>
                    <a:pt x="12571" y="5727"/>
                    <a:pt x="12835" y="5727"/>
                  </a:cubicBezTo>
                  <a:cubicBezTo>
                    <a:pt x="13071" y="5727"/>
                    <a:pt x="13306" y="5695"/>
                    <a:pt x="13526" y="5648"/>
                  </a:cubicBezTo>
                  <a:cubicBezTo>
                    <a:pt x="13727" y="5614"/>
                    <a:pt x="13960" y="5547"/>
                    <a:pt x="14194" y="5447"/>
                  </a:cubicBezTo>
                  <a:lnTo>
                    <a:pt x="14794" y="5214"/>
                  </a:lnTo>
                  <a:cubicBezTo>
                    <a:pt x="15228" y="4980"/>
                    <a:pt x="15595" y="4814"/>
                    <a:pt x="15961" y="4714"/>
                  </a:cubicBezTo>
                  <a:cubicBezTo>
                    <a:pt x="16204" y="4633"/>
                    <a:pt x="16434" y="4589"/>
                    <a:pt x="16645" y="4589"/>
                  </a:cubicBezTo>
                  <a:cubicBezTo>
                    <a:pt x="16782" y="4589"/>
                    <a:pt x="16910" y="4607"/>
                    <a:pt x="17029" y="4647"/>
                  </a:cubicBezTo>
                  <a:cubicBezTo>
                    <a:pt x="17296" y="4780"/>
                    <a:pt x="17563" y="5080"/>
                    <a:pt x="17729" y="5414"/>
                  </a:cubicBezTo>
                  <a:cubicBezTo>
                    <a:pt x="17896" y="5781"/>
                    <a:pt x="18063" y="6115"/>
                    <a:pt x="18130" y="6481"/>
                  </a:cubicBezTo>
                  <a:cubicBezTo>
                    <a:pt x="18363" y="7249"/>
                    <a:pt x="18430" y="7949"/>
                    <a:pt x="18630" y="8616"/>
                  </a:cubicBezTo>
                  <a:cubicBezTo>
                    <a:pt x="18797" y="9283"/>
                    <a:pt x="19097" y="9884"/>
                    <a:pt x="19531" y="10251"/>
                  </a:cubicBezTo>
                  <a:cubicBezTo>
                    <a:pt x="19898" y="10618"/>
                    <a:pt x="20298" y="10785"/>
                    <a:pt x="20598" y="10818"/>
                  </a:cubicBezTo>
                  <a:cubicBezTo>
                    <a:pt x="20865" y="10918"/>
                    <a:pt x="21032" y="10918"/>
                    <a:pt x="21032" y="10918"/>
                  </a:cubicBezTo>
                  <a:cubicBezTo>
                    <a:pt x="21365" y="10918"/>
                    <a:pt x="21365" y="10618"/>
                    <a:pt x="21132" y="10484"/>
                  </a:cubicBezTo>
                  <a:cubicBezTo>
                    <a:pt x="21132" y="10484"/>
                    <a:pt x="20998" y="10484"/>
                    <a:pt x="20765" y="10418"/>
                  </a:cubicBezTo>
                  <a:cubicBezTo>
                    <a:pt x="20498" y="10384"/>
                    <a:pt x="20164" y="10217"/>
                    <a:pt x="19831" y="9917"/>
                  </a:cubicBezTo>
                  <a:cubicBezTo>
                    <a:pt x="19564" y="9617"/>
                    <a:pt x="19297" y="9117"/>
                    <a:pt x="19130" y="8483"/>
                  </a:cubicBezTo>
                  <a:cubicBezTo>
                    <a:pt x="18997" y="7882"/>
                    <a:pt x="18897" y="7149"/>
                    <a:pt x="18730" y="6381"/>
                  </a:cubicBezTo>
                  <a:cubicBezTo>
                    <a:pt x="18630" y="5948"/>
                    <a:pt x="18497" y="5581"/>
                    <a:pt x="18296" y="5147"/>
                  </a:cubicBezTo>
                  <a:cubicBezTo>
                    <a:pt x="18096" y="4780"/>
                    <a:pt x="17863" y="4380"/>
                    <a:pt x="17329" y="4113"/>
                  </a:cubicBezTo>
                  <a:cubicBezTo>
                    <a:pt x="17106" y="4002"/>
                    <a:pt x="16853" y="3959"/>
                    <a:pt x="16605" y="3959"/>
                  </a:cubicBezTo>
                  <a:cubicBezTo>
                    <a:pt x="16334" y="3959"/>
                    <a:pt x="16070" y="4010"/>
                    <a:pt x="15861" y="4080"/>
                  </a:cubicBezTo>
                  <a:cubicBezTo>
                    <a:pt x="15394" y="4213"/>
                    <a:pt x="15027" y="4413"/>
                    <a:pt x="14594" y="4580"/>
                  </a:cubicBezTo>
                  <a:cubicBezTo>
                    <a:pt x="14394" y="4714"/>
                    <a:pt x="14227" y="4747"/>
                    <a:pt x="14027" y="4814"/>
                  </a:cubicBezTo>
                  <a:cubicBezTo>
                    <a:pt x="13793" y="4914"/>
                    <a:pt x="13626" y="4947"/>
                    <a:pt x="13426" y="4980"/>
                  </a:cubicBezTo>
                  <a:cubicBezTo>
                    <a:pt x="13256" y="5027"/>
                    <a:pt x="13086" y="5052"/>
                    <a:pt x="12922" y="5052"/>
                  </a:cubicBezTo>
                  <a:cubicBezTo>
                    <a:pt x="12733" y="5052"/>
                    <a:pt x="12553" y="5019"/>
                    <a:pt x="12392" y="4947"/>
                  </a:cubicBezTo>
                  <a:cubicBezTo>
                    <a:pt x="12125" y="4814"/>
                    <a:pt x="11892" y="4580"/>
                    <a:pt x="11725" y="4247"/>
                  </a:cubicBezTo>
                  <a:cubicBezTo>
                    <a:pt x="11558" y="3913"/>
                    <a:pt x="11392" y="3546"/>
                    <a:pt x="11258" y="3212"/>
                  </a:cubicBezTo>
                  <a:cubicBezTo>
                    <a:pt x="10958" y="2479"/>
                    <a:pt x="10691" y="1645"/>
                    <a:pt x="10091" y="944"/>
                  </a:cubicBezTo>
                  <a:cubicBezTo>
                    <a:pt x="9790" y="611"/>
                    <a:pt x="9423" y="277"/>
                    <a:pt x="8923" y="110"/>
                  </a:cubicBezTo>
                  <a:cubicBezTo>
                    <a:pt x="8698" y="35"/>
                    <a:pt x="8466" y="1"/>
                    <a:pt x="82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82" name="Google Shape;2582;p22"/>
            <p:cNvSpPr/>
            <p:nvPr/>
          </p:nvSpPr>
          <p:spPr>
            <a:xfrm>
              <a:off x="539173" y="920492"/>
              <a:ext cx="17772" cy="18594"/>
            </a:xfrm>
            <a:custGeom>
              <a:avLst/>
              <a:gdLst/>
              <a:ahLst/>
              <a:cxnLst/>
              <a:rect l="l" t="t" r="r" b="b"/>
              <a:pathLst>
                <a:path w="735" h="769" extrusionOk="0">
                  <a:moveTo>
                    <a:pt x="568" y="1"/>
                  </a:moveTo>
                  <a:cubicBezTo>
                    <a:pt x="568" y="1"/>
                    <a:pt x="334" y="101"/>
                    <a:pt x="201" y="201"/>
                  </a:cubicBezTo>
                  <a:cubicBezTo>
                    <a:pt x="134" y="335"/>
                    <a:pt x="0" y="601"/>
                    <a:pt x="0" y="601"/>
                  </a:cubicBezTo>
                  <a:cubicBezTo>
                    <a:pt x="0" y="601"/>
                    <a:pt x="134" y="768"/>
                    <a:pt x="167" y="768"/>
                  </a:cubicBezTo>
                  <a:cubicBezTo>
                    <a:pt x="167" y="768"/>
                    <a:pt x="401" y="668"/>
                    <a:pt x="534" y="535"/>
                  </a:cubicBezTo>
                  <a:cubicBezTo>
                    <a:pt x="634" y="435"/>
                    <a:pt x="734" y="168"/>
                    <a:pt x="734" y="168"/>
                  </a:cubicBezTo>
                  <a:lnTo>
                    <a:pt x="56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83" name="Google Shape;2583;p22"/>
            <p:cNvSpPr/>
            <p:nvPr/>
          </p:nvSpPr>
          <p:spPr>
            <a:xfrm>
              <a:off x="544807" y="931784"/>
              <a:ext cx="27468" cy="32304"/>
            </a:xfrm>
            <a:custGeom>
              <a:avLst/>
              <a:gdLst/>
              <a:ahLst/>
              <a:cxnLst/>
              <a:rect l="l" t="t" r="r" b="b"/>
              <a:pathLst>
                <a:path w="1136" h="1336" extrusionOk="0">
                  <a:moveTo>
                    <a:pt x="968" y="1"/>
                  </a:moveTo>
                  <a:cubicBezTo>
                    <a:pt x="968" y="1"/>
                    <a:pt x="835" y="34"/>
                    <a:pt x="735" y="134"/>
                  </a:cubicBezTo>
                  <a:cubicBezTo>
                    <a:pt x="601" y="201"/>
                    <a:pt x="468" y="335"/>
                    <a:pt x="335" y="468"/>
                  </a:cubicBezTo>
                  <a:cubicBezTo>
                    <a:pt x="268" y="568"/>
                    <a:pt x="134" y="735"/>
                    <a:pt x="101" y="902"/>
                  </a:cubicBezTo>
                  <a:lnTo>
                    <a:pt x="1" y="1168"/>
                  </a:lnTo>
                  <a:cubicBezTo>
                    <a:pt x="68" y="1202"/>
                    <a:pt x="234" y="1302"/>
                    <a:pt x="268" y="1335"/>
                  </a:cubicBezTo>
                  <a:cubicBezTo>
                    <a:pt x="268" y="1335"/>
                    <a:pt x="335" y="1235"/>
                    <a:pt x="435" y="1135"/>
                  </a:cubicBezTo>
                  <a:cubicBezTo>
                    <a:pt x="501" y="1002"/>
                    <a:pt x="635" y="902"/>
                    <a:pt x="735" y="802"/>
                  </a:cubicBezTo>
                  <a:lnTo>
                    <a:pt x="968" y="401"/>
                  </a:lnTo>
                  <a:cubicBezTo>
                    <a:pt x="1068" y="301"/>
                    <a:pt x="1135" y="201"/>
                    <a:pt x="1135" y="201"/>
                  </a:cubicBezTo>
                  <a:cubicBezTo>
                    <a:pt x="1135" y="168"/>
                    <a:pt x="968" y="1"/>
                    <a:pt x="9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84" name="Google Shape;2584;p22"/>
            <p:cNvSpPr/>
            <p:nvPr/>
          </p:nvSpPr>
          <p:spPr>
            <a:xfrm>
              <a:off x="563377" y="955191"/>
              <a:ext cx="20190" cy="25824"/>
            </a:xfrm>
            <a:custGeom>
              <a:avLst/>
              <a:gdLst/>
              <a:ahLst/>
              <a:cxnLst/>
              <a:rect l="l" t="t" r="r" b="b"/>
              <a:pathLst>
                <a:path w="835" h="1068" extrusionOk="0">
                  <a:moveTo>
                    <a:pt x="634" y="0"/>
                  </a:moveTo>
                  <a:cubicBezTo>
                    <a:pt x="634" y="0"/>
                    <a:pt x="334" y="234"/>
                    <a:pt x="200" y="401"/>
                  </a:cubicBezTo>
                  <a:cubicBezTo>
                    <a:pt x="67" y="601"/>
                    <a:pt x="0" y="934"/>
                    <a:pt x="0" y="934"/>
                  </a:cubicBezTo>
                  <a:cubicBezTo>
                    <a:pt x="0" y="934"/>
                    <a:pt x="167" y="1068"/>
                    <a:pt x="200" y="1068"/>
                  </a:cubicBezTo>
                  <a:cubicBezTo>
                    <a:pt x="200" y="1068"/>
                    <a:pt x="501" y="834"/>
                    <a:pt x="634" y="667"/>
                  </a:cubicBezTo>
                  <a:cubicBezTo>
                    <a:pt x="734" y="434"/>
                    <a:pt x="834" y="100"/>
                    <a:pt x="834" y="100"/>
                  </a:cubicBezTo>
                  <a:lnTo>
                    <a:pt x="6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85" name="Google Shape;2585;p22"/>
            <p:cNvSpPr/>
            <p:nvPr/>
          </p:nvSpPr>
          <p:spPr>
            <a:xfrm>
              <a:off x="576265" y="980991"/>
              <a:ext cx="21012" cy="26816"/>
            </a:xfrm>
            <a:custGeom>
              <a:avLst/>
              <a:gdLst/>
              <a:ahLst/>
              <a:cxnLst/>
              <a:rect l="l" t="t" r="r" b="b"/>
              <a:pathLst>
                <a:path w="869" h="1109" extrusionOk="0">
                  <a:moveTo>
                    <a:pt x="735" y="1"/>
                  </a:moveTo>
                  <a:cubicBezTo>
                    <a:pt x="735" y="1"/>
                    <a:pt x="668" y="34"/>
                    <a:pt x="535" y="134"/>
                  </a:cubicBezTo>
                  <a:cubicBezTo>
                    <a:pt x="435" y="201"/>
                    <a:pt x="301" y="334"/>
                    <a:pt x="201" y="434"/>
                  </a:cubicBezTo>
                  <a:cubicBezTo>
                    <a:pt x="101" y="635"/>
                    <a:pt x="1" y="1001"/>
                    <a:pt x="1" y="1001"/>
                  </a:cubicBezTo>
                  <a:cubicBezTo>
                    <a:pt x="1" y="1030"/>
                    <a:pt x="124" y="1108"/>
                    <a:pt x="180" y="1108"/>
                  </a:cubicBezTo>
                  <a:cubicBezTo>
                    <a:pt x="189" y="1108"/>
                    <a:pt x="196" y="1106"/>
                    <a:pt x="201" y="1102"/>
                  </a:cubicBezTo>
                  <a:cubicBezTo>
                    <a:pt x="201" y="1102"/>
                    <a:pt x="501" y="835"/>
                    <a:pt x="635" y="668"/>
                  </a:cubicBezTo>
                  <a:cubicBezTo>
                    <a:pt x="668" y="601"/>
                    <a:pt x="735" y="468"/>
                    <a:pt x="801" y="368"/>
                  </a:cubicBezTo>
                  <a:lnTo>
                    <a:pt x="868" y="201"/>
                  </a:lnTo>
                  <a:lnTo>
                    <a:pt x="73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86" name="Google Shape;2586;p22"/>
            <p:cNvSpPr/>
            <p:nvPr/>
          </p:nvSpPr>
          <p:spPr>
            <a:xfrm>
              <a:off x="601267" y="1020525"/>
              <a:ext cx="12936" cy="21786"/>
            </a:xfrm>
            <a:custGeom>
              <a:avLst/>
              <a:gdLst/>
              <a:ahLst/>
              <a:cxnLst/>
              <a:rect l="l" t="t" r="r" b="b"/>
              <a:pathLst>
                <a:path w="535" h="901" extrusionOk="0">
                  <a:moveTo>
                    <a:pt x="168" y="0"/>
                  </a:moveTo>
                  <a:lnTo>
                    <a:pt x="68" y="367"/>
                  </a:lnTo>
                  <a:lnTo>
                    <a:pt x="68" y="567"/>
                  </a:lnTo>
                  <a:cubicBezTo>
                    <a:pt x="1" y="667"/>
                    <a:pt x="1" y="701"/>
                    <a:pt x="1" y="701"/>
                  </a:cubicBezTo>
                  <a:cubicBezTo>
                    <a:pt x="1" y="734"/>
                    <a:pt x="168" y="868"/>
                    <a:pt x="168" y="901"/>
                  </a:cubicBezTo>
                  <a:cubicBezTo>
                    <a:pt x="168" y="901"/>
                    <a:pt x="268" y="868"/>
                    <a:pt x="335" y="767"/>
                  </a:cubicBezTo>
                  <a:cubicBezTo>
                    <a:pt x="435" y="701"/>
                    <a:pt x="501" y="534"/>
                    <a:pt x="501" y="467"/>
                  </a:cubicBezTo>
                  <a:cubicBezTo>
                    <a:pt x="535" y="234"/>
                    <a:pt x="435" y="0"/>
                    <a:pt x="4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87" name="Google Shape;2587;p22"/>
            <p:cNvSpPr/>
            <p:nvPr/>
          </p:nvSpPr>
          <p:spPr>
            <a:xfrm>
              <a:off x="745646" y="1027779"/>
              <a:ext cx="28266" cy="20190"/>
            </a:xfrm>
            <a:custGeom>
              <a:avLst/>
              <a:gdLst/>
              <a:ahLst/>
              <a:cxnLst/>
              <a:rect l="l" t="t" r="r" b="b"/>
              <a:pathLst>
                <a:path w="1169" h="835" extrusionOk="0">
                  <a:moveTo>
                    <a:pt x="835" y="0"/>
                  </a:moveTo>
                  <a:cubicBezTo>
                    <a:pt x="701" y="0"/>
                    <a:pt x="535" y="67"/>
                    <a:pt x="401" y="101"/>
                  </a:cubicBezTo>
                  <a:cubicBezTo>
                    <a:pt x="334" y="201"/>
                    <a:pt x="201" y="267"/>
                    <a:pt x="134" y="401"/>
                  </a:cubicBezTo>
                  <a:cubicBezTo>
                    <a:pt x="34" y="534"/>
                    <a:pt x="1" y="601"/>
                    <a:pt x="1" y="601"/>
                  </a:cubicBezTo>
                  <a:cubicBezTo>
                    <a:pt x="1" y="668"/>
                    <a:pt x="134" y="768"/>
                    <a:pt x="134" y="834"/>
                  </a:cubicBezTo>
                  <a:cubicBezTo>
                    <a:pt x="134" y="834"/>
                    <a:pt x="201" y="768"/>
                    <a:pt x="334" y="734"/>
                  </a:cubicBezTo>
                  <a:cubicBezTo>
                    <a:pt x="468" y="701"/>
                    <a:pt x="568" y="668"/>
                    <a:pt x="668" y="568"/>
                  </a:cubicBezTo>
                  <a:cubicBezTo>
                    <a:pt x="735" y="534"/>
                    <a:pt x="868" y="401"/>
                    <a:pt x="968" y="367"/>
                  </a:cubicBezTo>
                  <a:cubicBezTo>
                    <a:pt x="1035" y="267"/>
                    <a:pt x="1135" y="234"/>
                    <a:pt x="1135" y="234"/>
                  </a:cubicBezTo>
                  <a:cubicBezTo>
                    <a:pt x="1168" y="234"/>
                    <a:pt x="1068" y="0"/>
                    <a:pt x="10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88" name="Google Shape;2588;p22"/>
            <p:cNvSpPr/>
            <p:nvPr/>
          </p:nvSpPr>
          <p:spPr>
            <a:xfrm>
              <a:off x="756938" y="1056819"/>
              <a:ext cx="19392" cy="17772"/>
            </a:xfrm>
            <a:custGeom>
              <a:avLst/>
              <a:gdLst/>
              <a:ahLst/>
              <a:cxnLst/>
              <a:rect l="l" t="t" r="r" b="b"/>
              <a:pathLst>
                <a:path w="802" h="735" extrusionOk="0">
                  <a:moveTo>
                    <a:pt x="635" y="0"/>
                  </a:moveTo>
                  <a:cubicBezTo>
                    <a:pt x="635" y="0"/>
                    <a:pt x="334" y="67"/>
                    <a:pt x="201" y="200"/>
                  </a:cubicBezTo>
                  <a:cubicBezTo>
                    <a:pt x="168" y="234"/>
                    <a:pt x="68" y="367"/>
                    <a:pt x="34" y="467"/>
                  </a:cubicBezTo>
                  <a:cubicBezTo>
                    <a:pt x="1" y="534"/>
                    <a:pt x="1" y="634"/>
                    <a:pt x="1" y="634"/>
                  </a:cubicBezTo>
                  <a:cubicBezTo>
                    <a:pt x="34" y="634"/>
                    <a:pt x="201" y="701"/>
                    <a:pt x="201" y="734"/>
                  </a:cubicBezTo>
                  <a:cubicBezTo>
                    <a:pt x="201" y="734"/>
                    <a:pt x="234" y="701"/>
                    <a:pt x="334" y="667"/>
                  </a:cubicBezTo>
                  <a:cubicBezTo>
                    <a:pt x="368" y="634"/>
                    <a:pt x="501" y="567"/>
                    <a:pt x="535" y="534"/>
                  </a:cubicBezTo>
                  <a:cubicBezTo>
                    <a:pt x="668" y="467"/>
                    <a:pt x="801" y="167"/>
                    <a:pt x="801" y="167"/>
                  </a:cubicBezTo>
                  <a:lnTo>
                    <a:pt x="63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89" name="Google Shape;2589;p22"/>
            <p:cNvSpPr/>
            <p:nvPr/>
          </p:nvSpPr>
          <p:spPr>
            <a:xfrm>
              <a:off x="757760" y="1077783"/>
              <a:ext cx="29064" cy="25026"/>
            </a:xfrm>
            <a:custGeom>
              <a:avLst/>
              <a:gdLst/>
              <a:ahLst/>
              <a:cxnLst/>
              <a:rect l="l" t="t" r="r" b="b"/>
              <a:pathLst>
                <a:path w="1202" h="1035" extrusionOk="0">
                  <a:moveTo>
                    <a:pt x="1068" y="1"/>
                  </a:moveTo>
                  <a:lnTo>
                    <a:pt x="834" y="101"/>
                  </a:lnTo>
                  <a:cubicBezTo>
                    <a:pt x="667" y="134"/>
                    <a:pt x="534" y="201"/>
                    <a:pt x="434" y="301"/>
                  </a:cubicBezTo>
                  <a:cubicBezTo>
                    <a:pt x="200" y="468"/>
                    <a:pt x="0" y="835"/>
                    <a:pt x="0" y="835"/>
                  </a:cubicBezTo>
                  <a:cubicBezTo>
                    <a:pt x="0" y="868"/>
                    <a:pt x="167" y="1001"/>
                    <a:pt x="200" y="1035"/>
                  </a:cubicBezTo>
                  <a:cubicBezTo>
                    <a:pt x="200" y="1035"/>
                    <a:pt x="567" y="835"/>
                    <a:pt x="734" y="668"/>
                  </a:cubicBezTo>
                  <a:lnTo>
                    <a:pt x="1034" y="368"/>
                  </a:lnTo>
                  <a:lnTo>
                    <a:pt x="1201" y="201"/>
                  </a:lnTo>
                  <a:lnTo>
                    <a:pt x="106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90" name="Google Shape;2590;p22"/>
            <p:cNvSpPr/>
            <p:nvPr/>
          </p:nvSpPr>
          <p:spPr>
            <a:xfrm>
              <a:off x="773090" y="1109241"/>
              <a:ext cx="17748" cy="17772"/>
            </a:xfrm>
            <a:custGeom>
              <a:avLst/>
              <a:gdLst/>
              <a:ahLst/>
              <a:cxnLst/>
              <a:rect l="l" t="t" r="r" b="b"/>
              <a:pathLst>
                <a:path w="734" h="735" extrusionOk="0">
                  <a:moveTo>
                    <a:pt x="567" y="1"/>
                  </a:moveTo>
                  <a:cubicBezTo>
                    <a:pt x="567" y="1"/>
                    <a:pt x="334" y="67"/>
                    <a:pt x="200" y="201"/>
                  </a:cubicBezTo>
                  <a:cubicBezTo>
                    <a:pt x="100" y="334"/>
                    <a:pt x="0" y="568"/>
                    <a:pt x="0" y="568"/>
                  </a:cubicBezTo>
                  <a:cubicBezTo>
                    <a:pt x="0" y="634"/>
                    <a:pt x="167" y="734"/>
                    <a:pt x="167" y="734"/>
                  </a:cubicBezTo>
                  <a:cubicBezTo>
                    <a:pt x="167" y="734"/>
                    <a:pt x="400" y="668"/>
                    <a:pt x="534" y="534"/>
                  </a:cubicBezTo>
                  <a:cubicBezTo>
                    <a:pt x="634" y="401"/>
                    <a:pt x="734" y="167"/>
                    <a:pt x="734" y="167"/>
                  </a:cubicBezTo>
                  <a:lnTo>
                    <a:pt x="56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91" name="Google Shape;2591;p22"/>
            <p:cNvSpPr/>
            <p:nvPr/>
          </p:nvSpPr>
          <p:spPr>
            <a:xfrm>
              <a:off x="785180" y="1133445"/>
              <a:ext cx="16152" cy="20190"/>
            </a:xfrm>
            <a:custGeom>
              <a:avLst/>
              <a:gdLst/>
              <a:ahLst/>
              <a:cxnLst/>
              <a:rect l="l" t="t" r="r" b="b"/>
              <a:pathLst>
                <a:path w="668" h="835" extrusionOk="0">
                  <a:moveTo>
                    <a:pt x="367" y="0"/>
                  </a:moveTo>
                  <a:cubicBezTo>
                    <a:pt x="367" y="0"/>
                    <a:pt x="201" y="167"/>
                    <a:pt x="134" y="300"/>
                  </a:cubicBezTo>
                  <a:cubicBezTo>
                    <a:pt x="67" y="334"/>
                    <a:pt x="67" y="401"/>
                    <a:pt x="34" y="501"/>
                  </a:cubicBezTo>
                  <a:cubicBezTo>
                    <a:pt x="0" y="534"/>
                    <a:pt x="0" y="634"/>
                    <a:pt x="0" y="634"/>
                  </a:cubicBezTo>
                  <a:cubicBezTo>
                    <a:pt x="34" y="667"/>
                    <a:pt x="167" y="801"/>
                    <a:pt x="167" y="834"/>
                  </a:cubicBezTo>
                  <a:lnTo>
                    <a:pt x="334" y="734"/>
                  </a:lnTo>
                  <a:cubicBezTo>
                    <a:pt x="401" y="701"/>
                    <a:pt x="501" y="634"/>
                    <a:pt x="534" y="534"/>
                  </a:cubicBezTo>
                  <a:cubicBezTo>
                    <a:pt x="668" y="367"/>
                    <a:pt x="601" y="67"/>
                    <a:pt x="601" y="67"/>
                  </a:cubicBezTo>
                  <a:lnTo>
                    <a:pt x="36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92" name="Google Shape;2592;p22"/>
            <p:cNvSpPr/>
            <p:nvPr/>
          </p:nvSpPr>
          <p:spPr>
            <a:xfrm>
              <a:off x="800510" y="1149574"/>
              <a:ext cx="16950" cy="20190"/>
            </a:xfrm>
            <a:custGeom>
              <a:avLst/>
              <a:gdLst/>
              <a:ahLst/>
              <a:cxnLst/>
              <a:rect l="l" t="t" r="r" b="b"/>
              <a:pathLst>
                <a:path w="701" h="835" extrusionOk="0">
                  <a:moveTo>
                    <a:pt x="534" y="0"/>
                  </a:moveTo>
                  <a:cubicBezTo>
                    <a:pt x="534" y="0"/>
                    <a:pt x="234" y="67"/>
                    <a:pt x="100" y="234"/>
                  </a:cubicBezTo>
                  <a:cubicBezTo>
                    <a:pt x="67" y="367"/>
                    <a:pt x="0" y="467"/>
                    <a:pt x="0" y="567"/>
                  </a:cubicBezTo>
                  <a:lnTo>
                    <a:pt x="0" y="734"/>
                  </a:lnTo>
                  <a:lnTo>
                    <a:pt x="200" y="834"/>
                  </a:lnTo>
                  <a:lnTo>
                    <a:pt x="334" y="701"/>
                  </a:lnTo>
                  <a:lnTo>
                    <a:pt x="501" y="534"/>
                  </a:lnTo>
                  <a:cubicBezTo>
                    <a:pt x="567" y="401"/>
                    <a:pt x="701" y="167"/>
                    <a:pt x="701" y="167"/>
                  </a:cubicBezTo>
                  <a:lnTo>
                    <a:pt x="5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93" name="Google Shape;2593;p22"/>
            <p:cNvSpPr/>
            <p:nvPr/>
          </p:nvSpPr>
          <p:spPr>
            <a:xfrm>
              <a:off x="825512" y="1166500"/>
              <a:ext cx="12912" cy="12138"/>
            </a:xfrm>
            <a:custGeom>
              <a:avLst/>
              <a:gdLst/>
              <a:ahLst/>
              <a:cxnLst/>
              <a:rect l="l" t="t" r="r" b="b"/>
              <a:pathLst>
                <a:path w="534" h="502" extrusionOk="0">
                  <a:moveTo>
                    <a:pt x="200" y="1"/>
                  </a:moveTo>
                  <a:cubicBezTo>
                    <a:pt x="200" y="1"/>
                    <a:pt x="67" y="101"/>
                    <a:pt x="34" y="168"/>
                  </a:cubicBezTo>
                  <a:cubicBezTo>
                    <a:pt x="0" y="301"/>
                    <a:pt x="67" y="501"/>
                    <a:pt x="67" y="501"/>
                  </a:cubicBezTo>
                  <a:lnTo>
                    <a:pt x="334" y="501"/>
                  </a:lnTo>
                  <a:cubicBezTo>
                    <a:pt x="334" y="501"/>
                    <a:pt x="467" y="435"/>
                    <a:pt x="501" y="334"/>
                  </a:cubicBezTo>
                  <a:cubicBezTo>
                    <a:pt x="534" y="201"/>
                    <a:pt x="467" y="1"/>
                    <a:pt x="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94" name="Google Shape;2594;p22"/>
            <p:cNvSpPr/>
            <p:nvPr/>
          </p:nvSpPr>
          <p:spPr>
            <a:xfrm>
              <a:off x="573315" y="768376"/>
              <a:ext cx="423198" cy="183212"/>
            </a:xfrm>
            <a:custGeom>
              <a:avLst/>
              <a:gdLst/>
              <a:ahLst/>
              <a:cxnLst/>
              <a:rect l="l" t="t" r="r" b="b"/>
              <a:pathLst>
                <a:path w="17502" h="7577" extrusionOk="0">
                  <a:moveTo>
                    <a:pt x="7234" y="1"/>
                  </a:moveTo>
                  <a:cubicBezTo>
                    <a:pt x="6746" y="1"/>
                    <a:pt x="6237" y="162"/>
                    <a:pt x="5827" y="421"/>
                  </a:cubicBezTo>
                  <a:cubicBezTo>
                    <a:pt x="5160" y="788"/>
                    <a:pt x="4726" y="1322"/>
                    <a:pt x="4293" y="1822"/>
                  </a:cubicBezTo>
                  <a:cubicBezTo>
                    <a:pt x="3892" y="2322"/>
                    <a:pt x="3492" y="2856"/>
                    <a:pt x="3158" y="3356"/>
                  </a:cubicBezTo>
                  <a:cubicBezTo>
                    <a:pt x="2491" y="4324"/>
                    <a:pt x="1924" y="5258"/>
                    <a:pt x="1324" y="5525"/>
                  </a:cubicBezTo>
                  <a:cubicBezTo>
                    <a:pt x="1181" y="5614"/>
                    <a:pt x="1047" y="5646"/>
                    <a:pt x="928" y="5646"/>
                  </a:cubicBezTo>
                  <a:cubicBezTo>
                    <a:pt x="825" y="5646"/>
                    <a:pt x="734" y="5622"/>
                    <a:pt x="657" y="5591"/>
                  </a:cubicBezTo>
                  <a:cubicBezTo>
                    <a:pt x="490" y="5525"/>
                    <a:pt x="423" y="5458"/>
                    <a:pt x="423" y="5458"/>
                  </a:cubicBezTo>
                  <a:cubicBezTo>
                    <a:pt x="386" y="5428"/>
                    <a:pt x="342" y="5415"/>
                    <a:pt x="299" y="5415"/>
                  </a:cubicBezTo>
                  <a:cubicBezTo>
                    <a:pt x="148" y="5415"/>
                    <a:pt x="1" y="5577"/>
                    <a:pt x="156" y="5758"/>
                  </a:cubicBezTo>
                  <a:cubicBezTo>
                    <a:pt x="156" y="5758"/>
                    <a:pt x="256" y="5825"/>
                    <a:pt x="456" y="5958"/>
                  </a:cubicBezTo>
                  <a:cubicBezTo>
                    <a:pt x="557" y="5992"/>
                    <a:pt x="590" y="6025"/>
                    <a:pt x="657" y="6025"/>
                  </a:cubicBezTo>
                  <a:cubicBezTo>
                    <a:pt x="757" y="6025"/>
                    <a:pt x="823" y="6092"/>
                    <a:pt x="923" y="6092"/>
                  </a:cubicBezTo>
                  <a:cubicBezTo>
                    <a:pt x="990" y="6092"/>
                    <a:pt x="1124" y="6092"/>
                    <a:pt x="1224" y="6025"/>
                  </a:cubicBezTo>
                  <a:cubicBezTo>
                    <a:pt x="1290" y="6025"/>
                    <a:pt x="1424" y="5992"/>
                    <a:pt x="1491" y="5958"/>
                  </a:cubicBezTo>
                  <a:cubicBezTo>
                    <a:pt x="2258" y="5591"/>
                    <a:pt x="2892" y="4657"/>
                    <a:pt x="3592" y="3690"/>
                  </a:cubicBezTo>
                  <a:cubicBezTo>
                    <a:pt x="3926" y="3256"/>
                    <a:pt x="4293" y="2756"/>
                    <a:pt x="4726" y="2256"/>
                  </a:cubicBezTo>
                  <a:cubicBezTo>
                    <a:pt x="5093" y="1755"/>
                    <a:pt x="5560" y="1288"/>
                    <a:pt x="6094" y="988"/>
                  </a:cubicBezTo>
                  <a:cubicBezTo>
                    <a:pt x="6327" y="855"/>
                    <a:pt x="6594" y="755"/>
                    <a:pt x="6894" y="755"/>
                  </a:cubicBezTo>
                  <a:cubicBezTo>
                    <a:pt x="6928" y="732"/>
                    <a:pt x="6968" y="725"/>
                    <a:pt x="7013" y="725"/>
                  </a:cubicBezTo>
                  <a:cubicBezTo>
                    <a:pt x="7102" y="725"/>
                    <a:pt x="7206" y="755"/>
                    <a:pt x="7295" y="755"/>
                  </a:cubicBezTo>
                  <a:cubicBezTo>
                    <a:pt x="7461" y="755"/>
                    <a:pt x="7595" y="788"/>
                    <a:pt x="7728" y="821"/>
                  </a:cubicBezTo>
                  <a:cubicBezTo>
                    <a:pt x="7828" y="855"/>
                    <a:pt x="7962" y="921"/>
                    <a:pt x="8095" y="988"/>
                  </a:cubicBezTo>
                  <a:cubicBezTo>
                    <a:pt x="8229" y="1021"/>
                    <a:pt x="8329" y="1122"/>
                    <a:pt x="8462" y="1188"/>
                  </a:cubicBezTo>
                  <a:cubicBezTo>
                    <a:pt x="8729" y="1422"/>
                    <a:pt x="8896" y="1522"/>
                    <a:pt x="8996" y="1755"/>
                  </a:cubicBezTo>
                  <a:cubicBezTo>
                    <a:pt x="9296" y="2122"/>
                    <a:pt x="9430" y="2689"/>
                    <a:pt x="9763" y="3256"/>
                  </a:cubicBezTo>
                  <a:cubicBezTo>
                    <a:pt x="9830" y="3423"/>
                    <a:pt x="9963" y="3523"/>
                    <a:pt x="10097" y="3657"/>
                  </a:cubicBezTo>
                  <a:cubicBezTo>
                    <a:pt x="10230" y="3790"/>
                    <a:pt x="10397" y="3924"/>
                    <a:pt x="10497" y="3957"/>
                  </a:cubicBezTo>
                  <a:cubicBezTo>
                    <a:pt x="10764" y="4090"/>
                    <a:pt x="11097" y="4190"/>
                    <a:pt x="11398" y="4257"/>
                  </a:cubicBezTo>
                  <a:cubicBezTo>
                    <a:pt x="11481" y="4265"/>
                    <a:pt x="11560" y="4270"/>
                    <a:pt x="11636" y="4270"/>
                  </a:cubicBezTo>
                  <a:cubicBezTo>
                    <a:pt x="11865" y="4270"/>
                    <a:pt x="12065" y="4232"/>
                    <a:pt x="12265" y="4157"/>
                  </a:cubicBezTo>
                  <a:cubicBezTo>
                    <a:pt x="12498" y="4090"/>
                    <a:pt x="12665" y="3990"/>
                    <a:pt x="12832" y="3924"/>
                  </a:cubicBezTo>
                  <a:cubicBezTo>
                    <a:pt x="13166" y="3757"/>
                    <a:pt x="13399" y="3690"/>
                    <a:pt x="13499" y="3690"/>
                  </a:cubicBezTo>
                  <a:lnTo>
                    <a:pt x="13566" y="3690"/>
                  </a:lnTo>
                  <a:cubicBezTo>
                    <a:pt x="13694" y="3682"/>
                    <a:pt x="13820" y="3678"/>
                    <a:pt x="13943" y="3678"/>
                  </a:cubicBezTo>
                  <a:cubicBezTo>
                    <a:pt x="14810" y="3678"/>
                    <a:pt x="15533" y="3886"/>
                    <a:pt x="16001" y="4324"/>
                  </a:cubicBezTo>
                  <a:cubicBezTo>
                    <a:pt x="16501" y="4824"/>
                    <a:pt x="16768" y="5425"/>
                    <a:pt x="16902" y="5925"/>
                  </a:cubicBezTo>
                  <a:cubicBezTo>
                    <a:pt x="17002" y="6425"/>
                    <a:pt x="17002" y="6792"/>
                    <a:pt x="17068" y="7026"/>
                  </a:cubicBezTo>
                  <a:cubicBezTo>
                    <a:pt x="17102" y="7293"/>
                    <a:pt x="17102" y="7426"/>
                    <a:pt x="17102" y="7426"/>
                  </a:cubicBezTo>
                  <a:cubicBezTo>
                    <a:pt x="17117" y="7520"/>
                    <a:pt x="17199" y="7577"/>
                    <a:pt x="17284" y="7577"/>
                  </a:cubicBezTo>
                  <a:cubicBezTo>
                    <a:pt x="17382" y="7577"/>
                    <a:pt x="17484" y="7503"/>
                    <a:pt x="17502" y="7326"/>
                  </a:cubicBezTo>
                  <a:lnTo>
                    <a:pt x="17502" y="6926"/>
                  </a:lnTo>
                  <a:cubicBezTo>
                    <a:pt x="17469" y="6659"/>
                    <a:pt x="17469" y="6259"/>
                    <a:pt x="17335" y="5691"/>
                  </a:cubicBezTo>
                  <a:cubicBezTo>
                    <a:pt x="17235" y="5191"/>
                    <a:pt x="16968" y="4491"/>
                    <a:pt x="16334" y="3857"/>
                  </a:cubicBezTo>
                  <a:cubicBezTo>
                    <a:pt x="16001" y="3590"/>
                    <a:pt x="15601" y="3323"/>
                    <a:pt x="15100" y="3190"/>
                  </a:cubicBezTo>
                  <a:cubicBezTo>
                    <a:pt x="14740" y="3118"/>
                    <a:pt x="14362" y="3063"/>
                    <a:pt x="13966" y="3063"/>
                  </a:cubicBezTo>
                  <a:cubicBezTo>
                    <a:pt x="13813" y="3063"/>
                    <a:pt x="13657" y="3071"/>
                    <a:pt x="13499" y="3090"/>
                  </a:cubicBezTo>
                  <a:lnTo>
                    <a:pt x="13566" y="3090"/>
                  </a:lnTo>
                  <a:cubicBezTo>
                    <a:pt x="13399" y="3090"/>
                    <a:pt x="12999" y="3123"/>
                    <a:pt x="12632" y="3290"/>
                  </a:cubicBezTo>
                  <a:cubicBezTo>
                    <a:pt x="12334" y="3398"/>
                    <a:pt x="12036" y="3550"/>
                    <a:pt x="11721" y="3550"/>
                  </a:cubicBezTo>
                  <a:cubicBezTo>
                    <a:pt x="11647" y="3550"/>
                    <a:pt x="11573" y="3542"/>
                    <a:pt x="11498" y="3523"/>
                  </a:cubicBezTo>
                  <a:cubicBezTo>
                    <a:pt x="11298" y="3490"/>
                    <a:pt x="11097" y="3423"/>
                    <a:pt x="10897" y="3290"/>
                  </a:cubicBezTo>
                  <a:cubicBezTo>
                    <a:pt x="10764" y="3256"/>
                    <a:pt x="10730" y="3190"/>
                    <a:pt x="10630" y="3123"/>
                  </a:cubicBezTo>
                  <a:cubicBezTo>
                    <a:pt x="10564" y="3090"/>
                    <a:pt x="10464" y="2990"/>
                    <a:pt x="10430" y="2856"/>
                  </a:cubicBezTo>
                  <a:cubicBezTo>
                    <a:pt x="10163" y="2422"/>
                    <a:pt x="9997" y="1822"/>
                    <a:pt x="9663" y="1322"/>
                  </a:cubicBezTo>
                  <a:cubicBezTo>
                    <a:pt x="9496" y="1021"/>
                    <a:pt x="9163" y="788"/>
                    <a:pt x="8929" y="621"/>
                  </a:cubicBezTo>
                  <a:cubicBezTo>
                    <a:pt x="8796" y="521"/>
                    <a:pt x="8662" y="454"/>
                    <a:pt x="8496" y="354"/>
                  </a:cubicBezTo>
                  <a:cubicBezTo>
                    <a:pt x="8329" y="288"/>
                    <a:pt x="8162" y="188"/>
                    <a:pt x="7995" y="154"/>
                  </a:cubicBezTo>
                  <a:cubicBezTo>
                    <a:pt x="7760" y="48"/>
                    <a:pt x="7500" y="1"/>
                    <a:pt x="7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95" name="Google Shape;2595;p22"/>
            <p:cNvSpPr/>
            <p:nvPr/>
          </p:nvSpPr>
          <p:spPr>
            <a:xfrm>
              <a:off x="1138667" y="266375"/>
              <a:ext cx="485728" cy="212808"/>
            </a:xfrm>
            <a:custGeom>
              <a:avLst/>
              <a:gdLst/>
              <a:ahLst/>
              <a:cxnLst/>
              <a:rect l="l" t="t" r="r" b="b"/>
              <a:pathLst>
                <a:path w="20088" h="8801" extrusionOk="0">
                  <a:moveTo>
                    <a:pt x="7230" y="0"/>
                  </a:moveTo>
                  <a:cubicBezTo>
                    <a:pt x="6997" y="0"/>
                    <a:pt x="6797" y="0"/>
                    <a:pt x="6597" y="34"/>
                  </a:cubicBezTo>
                  <a:cubicBezTo>
                    <a:pt x="6230" y="67"/>
                    <a:pt x="5829" y="234"/>
                    <a:pt x="5496" y="367"/>
                  </a:cubicBezTo>
                  <a:cubicBezTo>
                    <a:pt x="5129" y="534"/>
                    <a:pt x="4795" y="734"/>
                    <a:pt x="4562" y="1001"/>
                  </a:cubicBezTo>
                  <a:cubicBezTo>
                    <a:pt x="4262" y="1234"/>
                    <a:pt x="4061" y="1468"/>
                    <a:pt x="3795" y="1701"/>
                  </a:cubicBezTo>
                  <a:cubicBezTo>
                    <a:pt x="3328" y="2168"/>
                    <a:pt x="2894" y="2569"/>
                    <a:pt x="2460" y="2869"/>
                  </a:cubicBezTo>
                  <a:cubicBezTo>
                    <a:pt x="2165" y="3090"/>
                    <a:pt x="1834" y="3221"/>
                    <a:pt x="1560" y="3221"/>
                  </a:cubicBezTo>
                  <a:cubicBezTo>
                    <a:pt x="1462" y="3221"/>
                    <a:pt x="1372" y="3204"/>
                    <a:pt x="1293" y="3169"/>
                  </a:cubicBezTo>
                  <a:cubicBezTo>
                    <a:pt x="959" y="3036"/>
                    <a:pt x="759" y="2802"/>
                    <a:pt x="626" y="2635"/>
                  </a:cubicBezTo>
                  <a:cubicBezTo>
                    <a:pt x="459" y="2402"/>
                    <a:pt x="425" y="2335"/>
                    <a:pt x="425" y="2335"/>
                  </a:cubicBezTo>
                  <a:cubicBezTo>
                    <a:pt x="373" y="2273"/>
                    <a:pt x="308" y="2246"/>
                    <a:pt x="247" y="2246"/>
                  </a:cubicBezTo>
                  <a:cubicBezTo>
                    <a:pt x="113" y="2246"/>
                    <a:pt x="0" y="2375"/>
                    <a:pt x="92" y="2535"/>
                  </a:cubicBezTo>
                  <a:cubicBezTo>
                    <a:pt x="92" y="2535"/>
                    <a:pt x="192" y="2669"/>
                    <a:pt x="292" y="2869"/>
                  </a:cubicBezTo>
                  <a:cubicBezTo>
                    <a:pt x="459" y="3069"/>
                    <a:pt x="692" y="3369"/>
                    <a:pt x="1126" y="3569"/>
                  </a:cubicBezTo>
                  <a:cubicBezTo>
                    <a:pt x="1274" y="3633"/>
                    <a:pt x="1435" y="3656"/>
                    <a:pt x="1610" y="3656"/>
                  </a:cubicBezTo>
                  <a:cubicBezTo>
                    <a:pt x="1711" y="3656"/>
                    <a:pt x="1817" y="3648"/>
                    <a:pt x="1927" y="3636"/>
                  </a:cubicBezTo>
                  <a:cubicBezTo>
                    <a:pt x="2227" y="3569"/>
                    <a:pt x="2460" y="3469"/>
                    <a:pt x="2727" y="3303"/>
                  </a:cubicBezTo>
                  <a:cubicBezTo>
                    <a:pt x="3227" y="2969"/>
                    <a:pt x="3694" y="2535"/>
                    <a:pt x="4195" y="2068"/>
                  </a:cubicBezTo>
                  <a:cubicBezTo>
                    <a:pt x="4428" y="1868"/>
                    <a:pt x="4695" y="1635"/>
                    <a:pt x="4929" y="1401"/>
                  </a:cubicBezTo>
                  <a:cubicBezTo>
                    <a:pt x="5196" y="1201"/>
                    <a:pt x="5429" y="1034"/>
                    <a:pt x="5729" y="901"/>
                  </a:cubicBezTo>
                  <a:cubicBezTo>
                    <a:pt x="5896" y="868"/>
                    <a:pt x="6063" y="801"/>
                    <a:pt x="6230" y="734"/>
                  </a:cubicBezTo>
                  <a:cubicBezTo>
                    <a:pt x="6396" y="667"/>
                    <a:pt x="6563" y="667"/>
                    <a:pt x="6730" y="634"/>
                  </a:cubicBezTo>
                  <a:cubicBezTo>
                    <a:pt x="6897" y="567"/>
                    <a:pt x="7030" y="567"/>
                    <a:pt x="7197" y="567"/>
                  </a:cubicBezTo>
                  <a:cubicBezTo>
                    <a:pt x="7297" y="634"/>
                    <a:pt x="7464" y="634"/>
                    <a:pt x="7597" y="701"/>
                  </a:cubicBezTo>
                  <a:cubicBezTo>
                    <a:pt x="7864" y="834"/>
                    <a:pt x="8064" y="1034"/>
                    <a:pt x="8231" y="1335"/>
                  </a:cubicBezTo>
                  <a:cubicBezTo>
                    <a:pt x="8431" y="1635"/>
                    <a:pt x="8565" y="1902"/>
                    <a:pt x="8731" y="2235"/>
                  </a:cubicBezTo>
                  <a:cubicBezTo>
                    <a:pt x="8865" y="2569"/>
                    <a:pt x="9065" y="2902"/>
                    <a:pt x="9265" y="3203"/>
                  </a:cubicBezTo>
                  <a:cubicBezTo>
                    <a:pt x="9399" y="3336"/>
                    <a:pt x="9465" y="3503"/>
                    <a:pt x="9632" y="3636"/>
                  </a:cubicBezTo>
                  <a:cubicBezTo>
                    <a:pt x="9732" y="3670"/>
                    <a:pt x="9765" y="3736"/>
                    <a:pt x="9866" y="3803"/>
                  </a:cubicBezTo>
                  <a:lnTo>
                    <a:pt x="10099" y="3970"/>
                  </a:lnTo>
                  <a:cubicBezTo>
                    <a:pt x="10433" y="4203"/>
                    <a:pt x="10800" y="4237"/>
                    <a:pt x="11233" y="4237"/>
                  </a:cubicBezTo>
                  <a:cubicBezTo>
                    <a:pt x="11633" y="4237"/>
                    <a:pt x="12000" y="4070"/>
                    <a:pt x="12334" y="3970"/>
                  </a:cubicBezTo>
                  <a:cubicBezTo>
                    <a:pt x="13001" y="3670"/>
                    <a:pt x="13635" y="3236"/>
                    <a:pt x="14235" y="3236"/>
                  </a:cubicBezTo>
                  <a:cubicBezTo>
                    <a:pt x="14502" y="3236"/>
                    <a:pt x="14802" y="3336"/>
                    <a:pt x="15069" y="3536"/>
                  </a:cubicBezTo>
                  <a:cubicBezTo>
                    <a:pt x="15136" y="3569"/>
                    <a:pt x="15203" y="3636"/>
                    <a:pt x="15269" y="3670"/>
                  </a:cubicBezTo>
                  <a:lnTo>
                    <a:pt x="15436" y="3836"/>
                  </a:lnTo>
                  <a:cubicBezTo>
                    <a:pt x="15603" y="3970"/>
                    <a:pt x="15703" y="4036"/>
                    <a:pt x="15770" y="4170"/>
                  </a:cubicBezTo>
                  <a:cubicBezTo>
                    <a:pt x="16103" y="4737"/>
                    <a:pt x="16370" y="5404"/>
                    <a:pt x="16604" y="6005"/>
                  </a:cubicBezTo>
                  <a:cubicBezTo>
                    <a:pt x="16904" y="6572"/>
                    <a:pt x="17137" y="7172"/>
                    <a:pt x="17438" y="7672"/>
                  </a:cubicBezTo>
                  <a:cubicBezTo>
                    <a:pt x="17738" y="8173"/>
                    <a:pt x="18105" y="8640"/>
                    <a:pt x="18605" y="8740"/>
                  </a:cubicBezTo>
                  <a:cubicBezTo>
                    <a:pt x="18717" y="8782"/>
                    <a:pt x="18823" y="8800"/>
                    <a:pt x="18920" y="8800"/>
                  </a:cubicBezTo>
                  <a:cubicBezTo>
                    <a:pt x="19056" y="8800"/>
                    <a:pt x="19175" y="8765"/>
                    <a:pt x="19272" y="8706"/>
                  </a:cubicBezTo>
                  <a:cubicBezTo>
                    <a:pt x="19439" y="8640"/>
                    <a:pt x="19606" y="8540"/>
                    <a:pt x="19706" y="8473"/>
                  </a:cubicBezTo>
                  <a:cubicBezTo>
                    <a:pt x="19773" y="8373"/>
                    <a:pt x="19873" y="8340"/>
                    <a:pt x="19906" y="8306"/>
                  </a:cubicBezTo>
                  <a:lnTo>
                    <a:pt x="19973" y="8206"/>
                  </a:lnTo>
                  <a:cubicBezTo>
                    <a:pt x="20087" y="8046"/>
                    <a:pt x="20013" y="7917"/>
                    <a:pt x="19901" y="7917"/>
                  </a:cubicBezTo>
                  <a:cubicBezTo>
                    <a:pt x="19850" y="7917"/>
                    <a:pt x="19791" y="7943"/>
                    <a:pt x="19739" y="8006"/>
                  </a:cubicBezTo>
                  <a:lnTo>
                    <a:pt x="19673" y="8039"/>
                  </a:lnTo>
                  <a:cubicBezTo>
                    <a:pt x="19606" y="8073"/>
                    <a:pt x="19572" y="8139"/>
                    <a:pt x="19472" y="8206"/>
                  </a:cubicBezTo>
                  <a:cubicBezTo>
                    <a:pt x="19342" y="8284"/>
                    <a:pt x="19129" y="8404"/>
                    <a:pt x="18915" y="8404"/>
                  </a:cubicBezTo>
                  <a:cubicBezTo>
                    <a:pt x="18856" y="8404"/>
                    <a:pt x="18796" y="8395"/>
                    <a:pt x="18739" y="8373"/>
                  </a:cubicBezTo>
                  <a:cubicBezTo>
                    <a:pt x="18438" y="8306"/>
                    <a:pt x="18105" y="7906"/>
                    <a:pt x="17838" y="7472"/>
                  </a:cubicBezTo>
                  <a:cubicBezTo>
                    <a:pt x="17604" y="7005"/>
                    <a:pt x="17404" y="6472"/>
                    <a:pt x="17137" y="5838"/>
                  </a:cubicBezTo>
                  <a:cubicBezTo>
                    <a:pt x="16904" y="5204"/>
                    <a:pt x="16737" y="4537"/>
                    <a:pt x="16303" y="3870"/>
                  </a:cubicBezTo>
                  <a:cubicBezTo>
                    <a:pt x="16237" y="3703"/>
                    <a:pt x="16070" y="3536"/>
                    <a:pt x="15937" y="3403"/>
                  </a:cubicBezTo>
                  <a:lnTo>
                    <a:pt x="15736" y="3203"/>
                  </a:lnTo>
                  <a:cubicBezTo>
                    <a:pt x="15636" y="3169"/>
                    <a:pt x="15570" y="3069"/>
                    <a:pt x="15470" y="3036"/>
                  </a:cubicBezTo>
                  <a:cubicBezTo>
                    <a:pt x="15136" y="2802"/>
                    <a:pt x="14736" y="2635"/>
                    <a:pt x="14269" y="2635"/>
                  </a:cubicBezTo>
                  <a:cubicBezTo>
                    <a:pt x="13802" y="2635"/>
                    <a:pt x="13401" y="2736"/>
                    <a:pt x="13068" y="2902"/>
                  </a:cubicBezTo>
                  <a:cubicBezTo>
                    <a:pt x="12734" y="3069"/>
                    <a:pt x="12401" y="3236"/>
                    <a:pt x="12100" y="3369"/>
                  </a:cubicBezTo>
                  <a:cubicBezTo>
                    <a:pt x="11800" y="3503"/>
                    <a:pt x="11500" y="3569"/>
                    <a:pt x="11233" y="3569"/>
                  </a:cubicBezTo>
                  <a:cubicBezTo>
                    <a:pt x="11200" y="3592"/>
                    <a:pt x="11174" y="3599"/>
                    <a:pt x="11150" y="3599"/>
                  </a:cubicBezTo>
                  <a:cubicBezTo>
                    <a:pt x="11103" y="3599"/>
                    <a:pt x="11066" y="3569"/>
                    <a:pt x="11000" y="3569"/>
                  </a:cubicBezTo>
                  <a:cubicBezTo>
                    <a:pt x="10933" y="3569"/>
                    <a:pt x="10900" y="3569"/>
                    <a:pt x="10800" y="3536"/>
                  </a:cubicBezTo>
                  <a:lnTo>
                    <a:pt x="10599" y="3503"/>
                  </a:lnTo>
                  <a:cubicBezTo>
                    <a:pt x="10566" y="3469"/>
                    <a:pt x="10499" y="3469"/>
                    <a:pt x="10499" y="3469"/>
                  </a:cubicBezTo>
                  <a:lnTo>
                    <a:pt x="10433" y="3403"/>
                  </a:lnTo>
                  <a:cubicBezTo>
                    <a:pt x="9966" y="3136"/>
                    <a:pt x="9599" y="2635"/>
                    <a:pt x="9298" y="2002"/>
                  </a:cubicBezTo>
                  <a:cubicBezTo>
                    <a:pt x="9132" y="1701"/>
                    <a:pt x="8965" y="1368"/>
                    <a:pt x="8765" y="1034"/>
                  </a:cubicBezTo>
                  <a:cubicBezTo>
                    <a:pt x="8598" y="701"/>
                    <a:pt x="8264" y="334"/>
                    <a:pt x="7831" y="167"/>
                  </a:cubicBezTo>
                  <a:cubicBezTo>
                    <a:pt x="7664" y="34"/>
                    <a:pt x="7430" y="34"/>
                    <a:pt x="72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96" name="Google Shape;2596;p22"/>
            <p:cNvSpPr/>
            <p:nvPr/>
          </p:nvSpPr>
          <p:spPr>
            <a:xfrm>
              <a:off x="466077" y="310721"/>
              <a:ext cx="472574" cy="304837"/>
            </a:xfrm>
            <a:custGeom>
              <a:avLst/>
              <a:gdLst/>
              <a:ahLst/>
              <a:cxnLst/>
              <a:rect l="l" t="t" r="r" b="b"/>
              <a:pathLst>
                <a:path w="19544" h="12607" extrusionOk="0">
                  <a:moveTo>
                    <a:pt x="6326" y="1"/>
                  </a:moveTo>
                  <a:cubicBezTo>
                    <a:pt x="6092" y="1"/>
                    <a:pt x="5892" y="34"/>
                    <a:pt x="5692" y="68"/>
                  </a:cubicBezTo>
                  <a:cubicBezTo>
                    <a:pt x="5492" y="168"/>
                    <a:pt x="5325" y="201"/>
                    <a:pt x="5092" y="301"/>
                  </a:cubicBezTo>
                  <a:cubicBezTo>
                    <a:pt x="4891" y="368"/>
                    <a:pt x="4725" y="468"/>
                    <a:pt x="4558" y="535"/>
                  </a:cubicBezTo>
                  <a:cubicBezTo>
                    <a:pt x="4391" y="568"/>
                    <a:pt x="4191" y="735"/>
                    <a:pt x="4058" y="868"/>
                  </a:cubicBezTo>
                  <a:cubicBezTo>
                    <a:pt x="3724" y="1135"/>
                    <a:pt x="3524" y="1469"/>
                    <a:pt x="3357" y="1735"/>
                  </a:cubicBezTo>
                  <a:cubicBezTo>
                    <a:pt x="2990" y="2369"/>
                    <a:pt x="2690" y="2903"/>
                    <a:pt x="2390" y="3403"/>
                  </a:cubicBezTo>
                  <a:cubicBezTo>
                    <a:pt x="2089" y="3870"/>
                    <a:pt x="1756" y="4304"/>
                    <a:pt x="1489" y="4504"/>
                  </a:cubicBezTo>
                  <a:cubicBezTo>
                    <a:pt x="1276" y="4646"/>
                    <a:pt x="1063" y="4687"/>
                    <a:pt x="885" y="4687"/>
                  </a:cubicBezTo>
                  <a:cubicBezTo>
                    <a:pt x="813" y="4687"/>
                    <a:pt x="746" y="4681"/>
                    <a:pt x="688" y="4671"/>
                  </a:cubicBezTo>
                  <a:cubicBezTo>
                    <a:pt x="588" y="4638"/>
                    <a:pt x="522" y="4638"/>
                    <a:pt x="488" y="4571"/>
                  </a:cubicBezTo>
                  <a:cubicBezTo>
                    <a:pt x="422" y="4537"/>
                    <a:pt x="388" y="4537"/>
                    <a:pt x="388" y="4537"/>
                  </a:cubicBezTo>
                  <a:cubicBezTo>
                    <a:pt x="353" y="4514"/>
                    <a:pt x="318" y="4504"/>
                    <a:pt x="284" y="4504"/>
                  </a:cubicBezTo>
                  <a:cubicBezTo>
                    <a:pt x="122" y="4504"/>
                    <a:pt x="1" y="4733"/>
                    <a:pt x="221" y="4871"/>
                  </a:cubicBezTo>
                  <a:cubicBezTo>
                    <a:pt x="221" y="4871"/>
                    <a:pt x="255" y="4871"/>
                    <a:pt x="322" y="4904"/>
                  </a:cubicBezTo>
                  <a:cubicBezTo>
                    <a:pt x="388" y="4938"/>
                    <a:pt x="488" y="5004"/>
                    <a:pt x="588" y="5038"/>
                  </a:cubicBezTo>
                  <a:cubicBezTo>
                    <a:pt x="686" y="5074"/>
                    <a:pt x="811" y="5098"/>
                    <a:pt x="949" y="5098"/>
                  </a:cubicBezTo>
                  <a:cubicBezTo>
                    <a:pt x="1188" y="5098"/>
                    <a:pt x="1469" y="5028"/>
                    <a:pt x="1723" y="4838"/>
                  </a:cubicBezTo>
                  <a:cubicBezTo>
                    <a:pt x="2556" y="4237"/>
                    <a:pt x="3090" y="3136"/>
                    <a:pt x="3824" y="2002"/>
                  </a:cubicBezTo>
                  <a:cubicBezTo>
                    <a:pt x="4024" y="1735"/>
                    <a:pt x="4191" y="1469"/>
                    <a:pt x="4424" y="1235"/>
                  </a:cubicBezTo>
                  <a:cubicBezTo>
                    <a:pt x="4658" y="1035"/>
                    <a:pt x="5025" y="968"/>
                    <a:pt x="5325" y="801"/>
                  </a:cubicBezTo>
                  <a:cubicBezTo>
                    <a:pt x="5492" y="701"/>
                    <a:pt x="5659" y="668"/>
                    <a:pt x="5825" y="635"/>
                  </a:cubicBezTo>
                  <a:cubicBezTo>
                    <a:pt x="5992" y="635"/>
                    <a:pt x="6159" y="635"/>
                    <a:pt x="6326" y="568"/>
                  </a:cubicBezTo>
                  <a:cubicBezTo>
                    <a:pt x="6593" y="635"/>
                    <a:pt x="6926" y="668"/>
                    <a:pt x="7193" y="868"/>
                  </a:cubicBezTo>
                  <a:cubicBezTo>
                    <a:pt x="7360" y="968"/>
                    <a:pt x="7427" y="1135"/>
                    <a:pt x="7560" y="1202"/>
                  </a:cubicBezTo>
                  <a:cubicBezTo>
                    <a:pt x="7660" y="1335"/>
                    <a:pt x="7760" y="1469"/>
                    <a:pt x="7860" y="1635"/>
                  </a:cubicBezTo>
                  <a:cubicBezTo>
                    <a:pt x="8027" y="1969"/>
                    <a:pt x="8194" y="2236"/>
                    <a:pt x="8361" y="2569"/>
                  </a:cubicBezTo>
                  <a:cubicBezTo>
                    <a:pt x="8694" y="3237"/>
                    <a:pt x="8928" y="3904"/>
                    <a:pt x="9361" y="4504"/>
                  </a:cubicBezTo>
                  <a:cubicBezTo>
                    <a:pt x="9595" y="4804"/>
                    <a:pt x="9828" y="5071"/>
                    <a:pt x="10095" y="5338"/>
                  </a:cubicBezTo>
                  <a:cubicBezTo>
                    <a:pt x="10395" y="5572"/>
                    <a:pt x="10729" y="5838"/>
                    <a:pt x="11096" y="6005"/>
                  </a:cubicBezTo>
                  <a:cubicBezTo>
                    <a:pt x="11863" y="6339"/>
                    <a:pt x="12664" y="6405"/>
                    <a:pt x="13264" y="6672"/>
                  </a:cubicBezTo>
                  <a:cubicBezTo>
                    <a:pt x="13898" y="6906"/>
                    <a:pt x="14398" y="7406"/>
                    <a:pt x="14732" y="8040"/>
                  </a:cubicBezTo>
                  <a:cubicBezTo>
                    <a:pt x="15065" y="8674"/>
                    <a:pt x="15366" y="9341"/>
                    <a:pt x="15599" y="9975"/>
                  </a:cubicBezTo>
                  <a:cubicBezTo>
                    <a:pt x="15866" y="10575"/>
                    <a:pt x="16166" y="11176"/>
                    <a:pt x="16533" y="11676"/>
                  </a:cubicBezTo>
                  <a:cubicBezTo>
                    <a:pt x="16900" y="12176"/>
                    <a:pt x="17400" y="12510"/>
                    <a:pt x="17901" y="12577"/>
                  </a:cubicBezTo>
                  <a:cubicBezTo>
                    <a:pt x="17967" y="12599"/>
                    <a:pt x="18042" y="12606"/>
                    <a:pt x="18117" y="12606"/>
                  </a:cubicBezTo>
                  <a:cubicBezTo>
                    <a:pt x="18268" y="12606"/>
                    <a:pt x="18423" y="12577"/>
                    <a:pt x="18535" y="12577"/>
                  </a:cubicBezTo>
                  <a:cubicBezTo>
                    <a:pt x="18701" y="12577"/>
                    <a:pt x="18868" y="12543"/>
                    <a:pt x="19002" y="12510"/>
                  </a:cubicBezTo>
                  <a:cubicBezTo>
                    <a:pt x="19102" y="12510"/>
                    <a:pt x="19202" y="12476"/>
                    <a:pt x="19235" y="12410"/>
                  </a:cubicBezTo>
                  <a:cubicBezTo>
                    <a:pt x="19268" y="12376"/>
                    <a:pt x="19335" y="12376"/>
                    <a:pt x="19335" y="12376"/>
                  </a:cubicBezTo>
                  <a:cubicBezTo>
                    <a:pt x="19543" y="12257"/>
                    <a:pt x="19460" y="12032"/>
                    <a:pt x="19297" y="12032"/>
                  </a:cubicBezTo>
                  <a:cubicBezTo>
                    <a:pt x="19278" y="12032"/>
                    <a:pt x="19257" y="12036"/>
                    <a:pt x="19235" y="12043"/>
                  </a:cubicBezTo>
                  <a:cubicBezTo>
                    <a:pt x="19235" y="12043"/>
                    <a:pt x="19202" y="12076"/>
                    <a:pt x="19168" y="12076"/>
                  </a:cubicBezTo>
                  <a:cubicBezTo>
                    <a:pt x="19102" y="12076"/>
                    <a:pt x="19035" y="12143"/>
                    <a:pt x="18901" y="12176"/>
                  </a:cubicBezTo>
                  <a:cubicBezTo>
                    <a:pt x="18835" y="12210"/>
                    <a:pt x="18701" y="12243"/>
                    <a:pt x="18535" y="12243"/>
                  </a:cubicBezTo>
                  <a:cubicBezTo>
                    <a:pt x="18401" y="12243"/>
                    <a:pt x="18201" y="12243"/>
                    <a:pt x="18034" y="12210"/>
                  </a:cubicBezTo>
                  <a:cubicBezTo>
                    <a:pt x="17667" y="12143"/>
                    <a:pt x="17267" y="11876"/>
                    <a:pt x="16933" y="11409"/>
                  </a:cubicBezTo>
                  <a:cubicBezTo>
                    <a:pt x="16600" y="11009"/>
                    <a:pt x="16366" y="10408"/>
                    <a:pt x="16099" y="9808"/>
                  </a:cubicBezTo>
                  <a:cubicBezTo>
                    <a:pt x="15866" y="9174"/>
                    <a:pt x="15666" y="8507"/>
                    <a:pt x="15266" y="7806"/>
                  </a:cubicBezTo>
                  <a:cubicBezTo>
                    <a:pt x="14899" y="7073"/>
                    <a:pt x="14332" y="6405"/>
                    <a:pt x="13531" y="6072"/>
                  </a:cubicBezTo>
                  <a:cubicBezTo>
                    <a:pt x="12764" y="5738"/>
                    <a:pt x="11997" y="5672"/>
                    <a:pt x="11396" y="5371"/>
                  </a:cubicBezTo>
                  <a:cubicBezTo>
                    <a:pt x="11096" y="5238"/>
                    <a:pt x="10862" y="5038"/>
                    <a:pt x="10596" y="4838"/>
                  </a:cubicBezTo>
                  <a:cubicBezTo>
                    <a:pt x="10362" y="4638"/>
                    <a:pt x="10162" y="4371"/>
                    <a:pt x="9995" y="4137"/>
                  </a:cubicBezTo>
                  <a:cubicBezTo>
                    <a:pt x="9662" y="3637"/>
                    <a:pt x="9361" y="2970"/>
                    <a:pt x="9028" y="2303"/>
                  </a:cubicBezTo>
                  <a:cubicBezTo>
                    <a:pt x="8861" y="1969"/>
                    <a:pt x="8661" y="1635"/>
                    <a:pt x="8427" y="1302"/>
                  </a:cubicBezTo>
                  <a:cubicBezTo>
                    <a:pt x="8361" y="1135"/>
                    <a:pt x="8194" y="968"/>
                    <a:pt x="8060" y="801"/>
                  </a:cubicBezTo>
                  <a:cubicBezTo>
                    <a:pt x="7894" y="668"/>
                    <a:pt x="7760" y="501"/>
                    <a:pt x="7560" y="368"/>
                  </a:cubicBezTo>
                  <a:cubicBezTo>
                    <a:pt x="7226" y="68"/>
                    <a:pt x="6726" y="1"/>
                    <a:pt x="63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97" name="Google Shape;2597;p22"/>
            <p:cNvSpPr/>
            <p:nvPr/>
          </p:nvSpPr>
          <p:spPr>
            <a:xfrm>
              <a:off x="748886" y="803316"/>
              <a:ext cx="21786" cy="12356"/>
            </a:xfrm>
            <a:custGeom>
              <a:avLst/>
              <a:gdLst/>
              <a:ahLst/>
              <a:cxnLst/>
              <a:rect l="l" t="t" r="r" b="b"/>
              <a:pathLst>
                <a:path w="901" h="511" extrusionOk="0">
                  <a:moveTo>
                    <a:pt x="513" y="1"/>
                  </a:moveTo>
                  <a:cubicBezTo>
                    <a:pt x="473" y="1"/>
                    <a:pt x="434" y="3"/>
                    <a:pt x="401" y="10"/>
                  </a:cubicBezTo>
                  <a:cubicBezTo>
                    <a:pt x="234" y="43"/>
                    <a:pt x="0" y="177"/>
                    <a:pt x="0" y="177"/>
                  </a:cubicBezTo>
                  <a:lnTo>
                    <a:pt x="0" y="444"/>
                  </a:lnTo>
                  <a:cubicBezTo>
                    <a:pt x="0" y="444"/>
                    <a:pt x="267" y="510"/>
                    <a:pt x="501" y="510"/>
                  </a:cubicBezTo>
                  <a:cubicBezTo>
                    <a:pt x="667" y="477"/>
                    <a:pt x="901" y="310"/>
                    <a:pt x="901" y="310"/>
                  </a:cubicBezTo>
                  <a:cubicBezTo>
                    <a:pt x="901" y="277"/>
                    <a:pt x="834" y="43"/>
                    <a:pt x="868" y="43"/>
                  </a:cubicBezTo>
                  <a:cubicBezTo>
                    <a:pt x="868" y="43"/>
                    <a:pt x="675"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98" name="Google Shape;2598;p22"/>
            <p:cNvSpPr/>
            <p:nvPr/>
          </p:nvSpPr>
          <p:spPr>
            <a:xfrm>
              <a:off x="757760" y="819444"/>
              <a:ext cx="20190" cy="12356"/>
            </a:xfrm>
            <a:custGeom>
              <a:avLst/>
              <a:gdLst/>
              <a:ahLst/>
              <a:cxnLst/>
              <a:rect l="l" t="t" r="r" b="b"/>
              <a:pathLst>
                <a:path w="835" h="511" extrusionOk="0">
                  <a:moveTo>
                    <a:pt x="423" y="1"/>
                  </a:moveTo>
                  <a:cubicBezTo>
                    <a:pt x="391" y="1"/>
                    <a:pt x="360" y="4"/>
                    <a:pt x="334" y="10"/>
                  </a:cubicBezTo>
                  <a:cubicBezTo>
                    <a:pt x="200" y="44"/>
                    <a:pt x="0" y="177"/>
                    <a:pt x="0" y="177"/>
                  </a:cubicBezTo>
                  <a:lnTo>
                    <a:pt x="0" y="411"/>
                  </a:lnTo>
                  <a:cubicBezTo>
                    <a:pt x="0" y="411"/>
                    <a:pt x="234" y="511"/>
                    <a:pt x="434" y="511"/>
                  </a:cubicBezTo>
                  <a:cubicBezTo>
                    <a:pt x="601" y="477"/>
                    <a:pt x="801" y="310"/>
                    <a:pt x="801" y="310"/>
                  </a:cubicBezTo>
                  <a:cubicBezTo>
                    <a:pt x="834" y="310"/>
                    <a:pt x="734" y="77"/>
                    <a:pt x="701" y="44"/>
                  </a:cubicBezTo>
                  <a:cubicBezTo>
                    <a:pt x="701" y="44"/>
                    <a:pt x="551"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99" name="Google Shape;2599;p22"/>
            <p:cNvSpPr/>
            <p:nvPr/>
          </p:nvSpPr>
          <p:spPr>
            <a:xfrm>
              <a:off x="765014" y="843866"/>
              <a:ext cx="20190" cy="12138"/>
            </a:xfrm>
            <a:custGeom>
              <a:avLst/>
              <a:gdLst/>
              <a:ahLst/>
              <a:cxnLst/>
              <a:rect l="l" t="t" r="r" b="b"/>
              <a:pathLst>
                <a:path w="835" h="502" extrusionOk="0">
                  <a:moveTo>
                    <a:pt x="668" y="1"/>
                  </a:moveTo>
                  <a:cubicBezTo>
                    <a:pt x="668" y="1"/>
                    <a:pt x="434" y="1"/>
                    <a:pt x="334" y="34"/>
                  </a:cubicBezTo>
                  <a:cubicBezTo>
                    <a:pt x="234" y="34"/>
                    <a:pt x="201" y="101"/>
                    <a:pt x="134" y="134"/>
                  </a:cubicBezTo>
                  <a:cubicBezTo>
                    <a:pt x="34" y="168"/>
                    <a:pt x="0" y="201"/>
                    <a:pt x="0" y="201"/>
                  </a:cubicBezTo>
                  <a:lnTo>
                    <a:pt x="0" y="468"/>
                  </a:lnTo>
                  <a:cubicBezTo>
                    <a:pt x="0" y="468"/>
                    <a:pt x="67" y="468"/>
                    <a:pt x="167" y="501"/>
                  </a:cubicBezTo>
                  <a:lnTo>
                    <a:pt x="467" y="501"/>
                  </a:lnTo>
                  <a:cubicBezTo>
                    <a:pt x="534" y="468"/>
                    <a:pt x="634" y="435"/>
                    <a:pt x="701" y="335"/>
                  </a:cubicBezTo>
                  <a:lnTo>
                    <a:pt x="834" y="201"/>
                  </a:lnTo>
                  <a:cubicBezTo>
                    <a:pt x="834" y="168"/>
                    <a:pt x="701" y="1"/>
                    <a:pt x="6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00" name="Google Shape;2600;p22"/>
            <p:cNvSpPr/>
            <p:nvPr/>
          </p:nvSpPr>
          <p:spPr>
            <a:xfrm>
              <a:off x="921483" y="875324"/>
              <a:ext cx="33102" cy="12936"/>
            </a:xfrm>
            <a:custGeom>
              <a:avLst/>
              <a:gdLst/>
              <a:ahLst/>
              <a:cxnLst/>
              <a:rect l="l" t="t" r="r" b="b"/>
              <a:pathLst>
                <a:path w="1369" h="535" extrusionOk="0">
                  <a:moveTo>
                    <a:pt x="1235" y="1"/>
                  </a:moveTo>
                  <a:cubicBezTo>
                    <a:pt x="1235" y="1"/>
                    <a:pt x="868" y="1"/>
                    <a:pt x="601" y="34"/>
                  </a:cubicBezTo>
                  <a:cubicBezTo>
                    <a:pt x="368" y="68"/>
                    <a:pt x="1" y="201"/>
                    <a:pt x="1" y="201"/>
                  </a:cubicBezTo>
                  <a:lnTo>
                    <a:pt x="1" y="468"/>
                  </a:lnTo>
                  <a:cubicBezTo>
                    <a:pt x="1" y="468"/>
                    <a:pt x="401" y="535"/>
                    <a:pt x="701" y="535"/>
                  </a:cubicBezTo>
                  <a:cubicBezTo>
                    <a:pt x="935" y="468"/>
                    <a:pt x="1335" y="234"/>
                    <a:pt x="1335" y="234"/>
                  </a:cubicBezTo>
                  <a:cubicBezTo>
                    <a:pt x="1368" y="201"/>
                    <a:pt x="1268" y="1"/>
                    <a:pt x="12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01" name="Google Shape;2601;p22"/>
            <p:cNvSpPr/>
            <p:nvPr/>
          </p:nvSpPr>
          <p:spPr>
            <a:xfrm>
              <a:off x="933597" y="896312"/>
              <a:ext cx="26622" cy="13734"/>
            </a:xfrm>
            <a:custGeom>
              <a:avLst/>
              <a:gdLst/>
              <a:ahLst/>
              <a:cxnLst/>
              <a:rect l="l" t="t" r="r" b="b"/>
              <a:pathLst>
                <a:path w="1101" h="568" extrusionOk="0">
                  <a:moveTo>
                    <a:pt x="1034" y="0"/>
                  </a:moveTo>
                  <a:cubicBezTo>
                    <a:pt x="1034" y="0"/>
                    <a:pt x="701" y="0"/>
                    <a:pt x="500" y="34"/>
                  </a:cubicBezTo>
                  <a:cubicBezTo>
                    <a:pt x="267" y="134"/>
                    <a:pt x="0" y="334"/>
                    <a:pt x="0" y="334"/>
                  </a:cubicBezTo>
                  <a:cubicBezTo>
                    <a:pt x="0" y="367"/>
                    <a:pt x="67" y="567"/>
                    <a:pt x="67" y="567"/>
                  </a:cubicBezTo>
                  <a:cubicBezTo>
                    <a:pt x="67" y="567"/>
                    <a:pt x="400" y="567"/>
                    <a:pt x="601" y="534"/>
                  </a:cubicBezTo>
                  <a:cubicBezTo>
                    <a:pt x="834" y="467"/>
                    <a:pt x="1101" y="234"/>
                    <a:pt x="1101" y="234"/>
                  </a:cubicBezTo>
                  <a:cubicBezTo>
                    <a:pt x="1101" y="234"/>
                    <a:pt x="1068" y="34"/>
                    <a:pt x="10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02" name="Google Shape;2602;p22"/>
            <p:cNvSpPr/>
            <p:nvPr/>
          </p:nvSpPr>
          <p:spPr>
            <a:xfrm>
              <a:off x="945687" y="918896"/>
              <a:ext cx="20190" cy="11050"/>
            </a:xfrm>
            <a:custGeom>
              <a:avLst/>
              <a:gdLst/>
              <a:ahLst/>
              <a:cxnLst/>
              <a:rect l="l" t="t" r="r" b="b"/>
              <a:pathLst>
                <a:path w="835" h="457" extrusionOk="0">
                  <a:moveTo>
                    <a:pt x="401" y="0"/>
                  </a:moveTo>
                  <a:cubicBezTo>
                    <a:pt x="234" y="0"/>
                    <a:pt x="34" y="167"/>
                    <a:pt x="34" y="167"/>
                  </a:cubicBezTo>
                  <a:cubicBezTo>
                    <a:pt x="0" y="167"/>
                    <a:pt x="67" y="401"/>
                    <a:pt x="67" y="401"/>
                  </a:cubicBezTo>
                  <a:cubicBezTo>
                    <a:pt x="67" y="401"/>
                    <a:pt x="217" y="457"/>
                    <a:pt x="335" y="457"/>
                  </a:cubicBezTo>
                  <a:cubicBezTo>
                    <a:pt x="374" y="457"/>
                    <a:pt x="409" y="451"/>
                    <a:pt x="434" y="434"/>
                  </a:cubicBezTo>
                  <a:lnTo>
                    <a:pt x="701" y="334"/>
                  </a:lnTo>
                  <a:cubicBezTo>
                    <a:pt x="768" y="267"/>
                    <a:pt x="834" y="234"/>
                    <a:pt x="834" y="234"/>
                  </a:cubicBezTo>
                  <a:cubicBezTo>
                    <a:pt x="834" y="200"/>
                    <a:pt x="768" y="34"/>
                    <a:pt x="768" y="34"/>
                  </a:cubicBezTo>
                  <a:cubicBezTo>
                    <a:pt x="768" y="34"/>
                    <a:pt x="734" y="0"/>
                    <a:pt x="6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03" name="Google Shape;2603;p22"/>
            <p:cNvSpPr/>
            <p:nvPr/>
          </p:nvSpPr>
          <p:spPr>
            <a:xfrm>
              <a:off x="604507" y="340583"/>
              <a:ext cx="22608" cy="12840"/>
            </a:xfrm>
            <a:custGeom>
              <a:avLst/>
              <a:gdLst/>
              <a:ahLst/>
              <a:cxnLst/>
              <a:rect l="l" t="t" r="r" b="b"/>
              <a:pathLst>
                <a:path w="935" h="531" extrusionOk="0">
                  <a:moveTo>
                    <a:pt x="834" y="0"/>
                  </a:moveTo>
                  <a:cubicBezTo>
                    <a:pt x="834" y="0"/>
                    <a:pt x="534" y="0"/>
                    <a:pt x="401" y="33"/>
                  </a:cubicBezTo>
                  <a:cubicBezTo>
                    <a:pt x="267" y="100"/>
                    <a:pt x="34" y="267"/>
                    <a:pt x="34" y="267"/>
                  </a:cubicBezTo>
                  <a:cubicBezTo>
                    <a:pt x="0" y="267"/>
                    <a:pt x="100" y="500"/>
                    <a:pt x="100" y="500"/>
                  </a:cubicBezTo>
                  <a:cubicBezTo>
                    <a:pt x="100" y="500"/>
                    <a:pt x="219" y="530"/>
                    <a:pt x="348" y="530"/>
                  </a:cubicBezTo>
                  <a:cubicBezTo>
                    <a:pt x="412" y="530"/>
                    <a:pt x="478" y="523"/>
                    <a:pt x="534" y="500"/>
                  </a:cubicBezTo>
                  <a:cubicBezTo>
                    <a:pt x="701" y="434"/>
                    <a:pt x="934" y="234"/>
                    <a:pt x="934" y="234"/>
                  </a:cubicBezTo>
                  <a:cubicBezTo>
                    <a:pt x="934" y="234"/>
                    <a:pt x="834" y="67"/>
                    <a:pt x="8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04" name="Google Shape;2604;p22"/>
            <p:cNvSpPr/>
            <p:nvPr/>
          </p:nvSpPr>
          <p:spPr>
            <a:xfrm>
              <a:off x="611761" y="360749"/>
              <a:ext cx="25848" cy="14532"/>
            </a:xfrm>
            <a:custGeom>
              <a:avLst/>
              <a:gdLst/>
              <a:ahLst/>
              <a:cxnLst/>
              <a:rect l="l" t="t" r="r" b="b"/>
              <a:pathLst>
                <a:path w="1069" h="601" extrusionOk="0">
                  <a:moveTo>
                    <a:pt x="1001" y="0"/>
                  </a:moveTo>
                  <a:cubicBezTo>
                    <a:pt x="1001" y="0"/>
                    <a:pt x="668" y="0"/>
                    <a:pt x="468" y="100"/>
                  </a:cubicBezTo>
                  <a:cubicBezTo>
                    <a:pt x="301" y="133"/>
                    <a:pt x="1" y="334"/>
                    <a:pt x="1" y="334"/>
                  </a:cubicBezTo>
                  <a:lnTo>
                    <a:pt x="34" y="600"/>
                  </a:lnTo>
                  <a:cubicBezTo>
                    <a:pt x="34" y="600"/>
                    <a:pt x="401" y="600"/>
                    <a:pt x="634" y="567"/>
                  </a:cubicBezTo>
                  <a:cubicBezTo>
                    <a:pt x="835" y="467"/>
                    <a:pt x="1068" y="267"/>
                    <a:pt x="1068" y="267"/>
                  </a:cubicBezTo>
                  <a:cubicBezTo>
                    <a:pt x="1068" y="234"/>
                    <a:pt x="1035" y="0"/>
                    <a:pt x="10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05" name="Google Shape;2605;p22"/>
            <p:cNvSpPr/>
            <p:nvPr/>
          </p:nvSpPr>
          <p:spPr>
            <a:xfrm>
              <a:off x="621433" y="387928"/>
              <a:ext cx="39558" cy="12356"/>
            </a:xfrm>
            <a:custGeom>
              <a:avLst/>
              <a:gdLst/>
              <a:ahLst/>
              <a:cxnLst/>
              <a:rect l="l" t="t" r="r" b="b"/>
              <a:pathLst>
                <a:path w="1636" h="511" extrusionOk="0">
                  <a:moveTo>
                    <a:pt x="1016" y="1"/>
                  </a:moveTo>
                  <a:cubicBezTo>
                    <a:pt x="942" y="1"/>
                    <a:pt x="868" y="3"/>
                    <a:pt x="801" y="10"/>
                  </a:cubicBezTo>
                  <a:cubicBezTo>
                    <a:pt x="501" y="44"/>
                    <a:pt x="1" y="177"/>
                    <a:pt x="1" y="177"/>
                  </a:cubicBezTo>
                  <a:lnTo>
                    <a:pt x="1" y="444"/>
                  </a:lnTo>
                  <a:cubicBezTo>
                    <a:pt x="1" y="444"/>
                    <a:pt x="501" y="511"/>
                    <a:pt x="835" y="511"/>
                  </a:cubicBezTo>
                  <a:cubicBezTo>
                    <a:pt x="1135" y="477"/>
                    <a:pt x="1635" y="310"/>
                    <a:pt x="1635" y="310"/>
                  </a:cubicBezTo>
                  <a:cubicBezTo>
                    <a:pt x="1635" y="310"/>
                    <a:pt x="1602" y="110"/>
                    <a:pt x="1635" y="44"/>
                  </a:cubicBezTo>
                  <a:cubicBezTo>
                    <a:pt x="1635" y="44"/>
                    <a:pt x="1315" y="1"/>
                    <a:pt x="10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06" name="Google Shape;2606;p22"/>
            <p:cNvSpPr/>
            <p:nvPr/>
          </p:nvSpPr>
          <p:spPr>
            <a:xfrm>
              <a:off x="636763" y="413970"/>
              <a:ext cx="31482" cy="14556"/>
            </a:xfrm>
            <a:custGeom>
              <a:avLst/>
              <a:gdLst/>
              <a:ahLst/>
              <a:cxnLst/>
              <a:rect l="l" t="t" r="r" b="b"/>
              <a:pathLst>
                <a:path w="1302" h="602" extrusionOk="0">
                  <a:moveTo>
                    <a:pt x="1268" y="1"/>
                  </a:moveTo>
                  <a:cubicBezTo>
                    <a:pt x="1268" y="1"/>
                    <a:pt x="835" y="1"/>
                    <a:pt x="601" y="67"/>
                  </a:cubicBezTo>
                  <a:cubicBezTo>
                    <a:pt x="334" y="134"/>
                    <a:pt x="1" y="368"/>
                    <a:pt x="1" y="368"/>
                  </a:cubicBezTo>
                  <a:cubicBezTo>
                    <a:pt x="1" y="401"/>
                    <a:pt x="101" y="601"/>
                    <a:pt x="101" y="601"/>
                  </a:cubicBezTo>
                  <a:cubicBezTo>
                    <a:pt x="101" y="601"/>
                    <a:pt x="468" y="601"/>
                    <a:pt x="701" y="534"/>
                  </a:cubicBezTo>
                  <a:cubicBezTo>
                    <a:pt x="968" y="468"/>
                    <a:pt x="1302" y="267"/>
                    <a:pt x="1302" y="267"/>
                  </a:cubicBezTo>
                  <a:cubicBezTo>
                    <a:pt x="1302" y="267"/>
                    <a:pt x="1268" y="67"/>
                    <a:pt x="1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07" name="Google Shape;2607;p22"/>
            <p:cNvSpPr/>
            <p:nvPr/>
          </p:nvSpPr>
          <p:spPr>
            <a:xfrm>
              <a:off x="757760" y="478506"/>
              <a:ext cx="26646" cy="14532"/>
            </a:xfrm>
            <a:custGeom>
              <a:avLst/>
              <a:gdLst/>
              <a:ahLst/>
              <a:cxnLst/>
              <a:rect l="l" t="t" r="r" b="b"/>
              <a:pathLst>
                <a:path w="1102" h="601" extrusionOk="0">
                  <a:moveTo>
                    <a:pt x="1001" y="0"/>
                  </a:moveTo>
                  <a:cubicBezTo>
                    <a:pt x="1001" y="0"/>
                    <a:pt x="667" y="0"/>
                    <a:pt x="467" y="100"/>
                  </a:cubicBezTo>
                  <a:cubicBezTo>
                    <a:pt x="300" y="134"/>
                    <a:pt x="0" y="367"/>
                    <a:pt x="0" y="367"/>
                  </a:cubicBezTo>
                  <a:lnTo>
                    <a:pt x="34" y="601"/>
                  </a:lnTo>
                  <a:cubicBezTo>
                    <a:pt x="34" y="601"/>
                    <a:pt x="434" y="601"/>
                    <a:pt x="634" y="534"/>
                  </a:cubicBezTo>
                  <a:cubicBezTo>
                    <a:pt x="834" y="434"/>
                    <a:pt x="1101" y="234"/>
                    <a:pt x="1101" y="234"/>
                  </a:cubicBezTo>
                  <a:cubicBezTo>
                    <a:pt x="1101" y="234"/>
                    <a:pt x="1034" y="34"/>
                    <a:pt x="10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08" name="Google Shape;2608;p22"/>
            <p:cNvSpPr/>
            <p:nvPr/>
          </p:nvSpPr>
          <p:spPr>
            <a:xfrm>
              <a:off x="770648" y="509142"/>
              <a:ext cx="25050" cy="14556"/>
            </a:xfrm>
            <a:custGeom>
              <a:avLst/>
              <a:gdLst/>
              <a:ahLst/>
              <a:cxnLst/>
              <a:rect l="l" t="t" r="r" b="b"/>
              <a:pathLst>
                <a:path w="1036" h="602" extrusionOk="0">
                  <a:moveTo>
                    <a:pt x="935" y="1"/>
                  </a:moveTo>
                  <a:cubicBezTo>
                    <a:pt x="935" y="1"/>
                    <a:pt x="601" y="1"/>
                    <a:pt x="435" y="101"/>
                  </a:cubicBezTo>
                  <a:cubicBezTo>
                    <a:pt x="268" y="134"/>
                    <a:pt x="1" y="334"/>
                    <a:pt x="1" y="334"/>
                  </a:cubicBezTo>
                  <a:lnTo>
                    <a:pt x="68" y="601"/>
                  </a:lnTo>
                  <a:cubicBezTo>
                    <a:pt x="68" y="601"/>
                    <a:pt x="435" y="601"/>
                    <a:pt x="635" y="501"/>
                  </a:cubicBezTo>
                  <a:cubicBezTo>
                    <a:pt x="802" y="434"/>
                    <a:pt x="1035" y="201"/>
                    <a:pt x="1035" y="201"/>
                  </a:cubicBezTo>
                  <a:cubicBezTo>
                    <a:pt x="1035" y="201"/>
                    <a:pt x="968"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09" name="Google Shape;2609;p22"/>
            <p:cNvSpPr/>
            <p:nvPr/>
          </p:nvSpPr>
          <p:spPr>
            <a:xfrm>
              <a:off x="785180" y="542946"/>
              <a:ext cx="29064" cy="14629"/>
            </a:xfrm>
            <a:custGeom>
              <a:avLst/>
              <a:gdLst/>
              <a:ahLst/>
              <a:cxnLst/>
              <a:rect l="l" t="t" r="r" b="b"/>
              <a:pathLst>
                <a:path w="1202" h="605" extrusionOk="0">
                  <a:moveTo>
                    <a:pt x="1141" y="1"/>
                  </a:moveTo>
                  <a:cubicBezTo>
                    <a:pt x="1139" y="1"/>
                    <a:pt x="1137" y="2"/>
                    <a:pt x="1135" y="4"/>
                  </a:cubicBezTo>
                  <a:cubicBezTo>
                    <a:pt x="1135" y="4"/>
                    <a:pt x="734" y="4"/>
                    <a:pt x="534" y="104"/>
                  </a:cubicBezTo>
                  <a:cubicBezTo>
                    <a:pt x="334" y="137"/>
                    <a:pt x="0" y="371"/>
                    <a:pt x="0" y="371"/>
                  </a:cubicBezTo>
                  <a:lnTo>
                    <a:pt x="34" y="604"/>
                  </a:lnTo>
                  <a:cubicBezTo>
                    <a:pt x="34" y="604"/>
                    <a:pt x="401" y="604"/>
                    <a:pt x="668" y="571"/>
                  </a:cubicBezTo>
                  <a:cubicBezTo>
                    <a:pt x="868" y="471"/>
                    <a:pt x="1201" y="237"/>
                    <a:pt x="1201" y="237"/>
                  </a:cubicBezTo>
                  <a:cubicBezTo>
                    <a:pt x="1201" y="206"/>
                    <a:pt x="1172" y="1"/>
                    <a:pt x="11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10" name="Google Shape;2610;p22"/>
            <p:cNvSpPr/>
            <p:nvPr/>
          </p:nvSpPr>
          <p:spPr>
            <a:xfrm>
              <a:off x="803726" y="564804"/>
              <a:ext cx="32280" cy="16950"/>
            </a:xfrm>
            <a:custGeom>
              <a:avLst/>
              <a:gdLst/>
              <a:ahLst/>
              <a:cxnLst/>
              <a:rect l="l" t="t" r="r" b="b"/>
              <a:pathLst>
                <a:path w="1335" h="701" extrusionOk="0">
                  <a:moveTo>
                    <a:pt x="1268" y="0"/>
                  </a:moveTo>
                  <a:cubicBezTo>
                    <a:pt x="1268" y="0"/>
                    <a:pt x="835" y="34"/>
                    <a:pt x="601" y="134"/>
                  </a:cubicBezTo>
                  <a:cubicBezTo>
                    <a:pt x="334" y="234"/>
                    <a:pt x="1" y="501"/>
                    <a:pt x="1" y="501"/>
                  </a:cubicBezTo>
                  <a:lnTo>
                    <a:pt x="134" y="701"/>
                  </a:lnTo>
                  <a:cubicBezTo>
                    <a:pt x="134" y="701"/>
                    <a:pt x="568" y="634"/>
                    <a:pt x="768" y="534"/>
                  </a:cubicBezTo>
                  <a:cubicBezTo>
                    <a:pt x="1035" y="467"/>
                    <a:pt x="1335" y="201"/>
                    <a:pt x="1335" y="201"/>
                  </a:cubicBezTo>
                  <a:lnTo>
                    <a:pt x="126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11" name="Google Shape;2611;p22"/>
            <p:cNvSpPr/>
            <p:nvPr/>
          </p:nvSpPr>
          <p:spPr>
            <a:xfrm>
              <a:off x="822272" y="594328"/>
              <a:ext cx="32304" cy="16467"/>
            </a:xfrm>
            <a:custGeom>
              <a:avLst/>
              <a:gdLst/>
              <a:ahLst/>
              <a:cxnLst/>
              <a:rect l="l" t="t" r="r" b="b"/>
              <a:pathLst>
                <a:path w="1336" h="681" extrusionOk="0">
                  <a:moveTo>
                    <a:pt x="1261" y="0"/>
                  </a:moveTo>
                  <a:cubicBezTo>
                    <a:pt x="1253" y="0"/>
                    <a:pt x="1244" y="4"/>
                    <a:pt x="1235" y="14"/>
                  </a:cubicBezTo>
                  <a:lnTo>
                    <a:pt x="1002" y="14"/>
                  </a:lnTo>
                  <a:cubicBezTo>
                    <a:pt x="835" y="14"/>
                    <a:pt x="668" y="80"/>
                    <a:pt x="535" y="114"/>
                  </a:cubicBezTo>
                  <a:cubicBezTo>
                    <a:pt x="301" y="180"/>
                    <a:pt x="1" y="481"/>
                    <a:pt x="1" y="481"/>
                  </a:cubicBezTo>
                  <a:lnTo>
                    <a:pt x="134" y="681"/>
                  </a:lnTo>
                  <a:cubicBezTo>
                    <a:pt x="134" y="681"/>
                    <a:pt x="535" y="614"/>
                    <a:pt x="768" y="514"/>
                  </a:cubicBezTo>
                  <a:cubicBezTo>
                    <a:pt x="868" y="481"/>
                    <a:pt x="1002" y="347"/>
                    <a:pt x="1135" y="314"/>
                  </a:cubicBezTo>
                  <a:cubicBezTo>
                    <a:pt x="1268" y="247"/>
                    <a:pt x="1335" y="180"/>
                    <a:pt x="1335" y="180"/>
                  </a:cubicBezTo>
                  <a:cubicBezTo>
                    <a:pt x="1335" y="152"/>
                    <a:pt x="1310" y="0"/>
                    <a:pt x="12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12" name="Google Shape;2612;p22"/>
            <p:cNvSpPr/>
            <p:nvPr/>
          </p:nvSpPr>
          <p:spPr>
            <a:xfrm>
              <a:off x="847274" y="617227"/>
              <a:ext cx="26646" cy="15354"/>
            </a:xfrm>
            <a:custGeom>
              <a:avLst/>
              <a:gdLst/>
              <a:ahLst/>
              <a:cxnLst/>
              <a:rect l="l" t="t" r="r" b="b"/>
              <a:pathLst>
                <a:path w="1102" h="635" extrusionOk="0">
                  <a:moveTo>
                    <a:pt x="1002" y="1"/>
                  </a:moveTo>
                  <a:cubicBezTo>
                    <a:pt x="1001" y="1"/>
                    <a:pt x="1000" y="1"/>
                    <a:pt x="1000" y="1"/>
                  </a:cubicBezTo>
                  <a:lnTo>
                    <a:pt x="1000" y="1"/>
                  </a:lnTo>
                  <a:cubicBezTo>
                    <a:pt x="1001" y="1"/>
                    <a:pt x="1002" y="1"/>
                    <a:pt x="1002" y="1"/>
                  </a:cubicBezTo>
                  <a:close/>
                  <a:moveTo>
                    <a:pt x="1000" y="1"/>
                  </a:moveTo>
                  <a:cubicBezTo>
                    <a:pt x="974" y="3"/>
                    <a:pt x="628" y="37"/>
                    <a:pt x="468" y="101"/>
                  </a:cubicBezTo>
                  <a:cubicBezTo>
                    <a:pt x="301" y="167"/>
                    <a:pt x="1" y="368"/>
                    <a:pt x="1" y="368"/>
                  </a:cubicBezTo>
                  <a:lnTo>
                    <a:pt x="68" y="634"/>
                  </a:lnTo>
                  <a:lnTo>
                    <a:pt x="268" y="634"/>
                  </a:lnTo>
                  <a:cubicBezTo>
                    <a:pt x="401" y="634"/>
                    <a:pt x="501" y="634"/>
                    <a:pt x="635" y="568"/>
                  </a:cubicBezTo>
                  <a:cubicBezTo>
                    <a:pt x="835" y="468"/>
                    <a:pt x="1102" y="201"/>
                    <a:pt x="1102" y="201"/>
                  </a:cubicBezTo>
                  <a:cubicBezTo>
                    <a:pt x="1102" y="168"/>
                    <a:pt x="973" y="6"/>
                    <a:pt x="10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13" name="Google Shape;2613;p22"/>
            <p:cNvSpPr/>
            <p:nvPr/>
          </p:nvSpPr>
          <p:spPr>
            <a:xfrm>
              <a:off x="1298957" y="284921"/>
              <a:ext cx="19392" cy="12936"/>
            </a:xfrm>
            <a:custGeom>
              <a:avLst/>
              <a:gdLst/>
              <a:ahLst/>
              <a:cxnLst/>
              <a:rect l="l" t="t" r="r" b="b"/>
              <a:pathLst>
                <a:path w="802" h="535" extrusionOk="0">
                  <a:moveTo>
                    <a:pt x="401" y="0"/>
                  </a:moveTo>
                  <a:cubicBezTo>
                    <a:pt x="168" y="0"/>
                    <a:pt x="1" y="267"/>
                    <a:pt x="1" y="267"/>
                  </a:cubicBezTo>
                  <a:lnTo>
                    <a:pt x="134" y="467"/>
                  </a:lnTo>
                  <a:cubicBezTo>
                    <a:pt x="134" y="467"/>
                    <a:pt x="334" y="534"/>
                    <a:pt x="435" y="534"/>
                  </a:cubicBezTo>
                  <a:cubicBezTo>
                    <a:pt x="501" y="534"/>
                    <a:pt x="735" y="434"/>
                    <a:pt x="735" y="434"/>
                  </a:cubicBezTo>
                  <a:cubicBezTo>
                    <a:pt x="768" y="434"/>
                    <a:pt x="801" y="234"/>
                    <a:pt x="801" y="167"/>
                  </a:cubicBezTo>
                  <a:cubicBezTo>
                    <a:pt x="801" y="167"/>
                    <a:pt x="768" y="134"/>
                    <a:pt x="668" y="101"/>
                  </a:cubicBezTo>
                  <a:cubicBezTo>
                    <a:pt x="601" y="67"/>
                    <a:pt x="468" y="0"/>
                    <a:pt x="4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14" name="Google Shape;2614;p22"/>
            <p:cNvSpPr/>
            <p:nvPr/>
          </p:nvSpPr>
          <p:spPr>
            <a:xfrm>
              <a:off x="1304615" y="318434"/>
              <a:ext cx="21810" cy="12840"/>
            </a:xfrm>
            <a:custGeom>
              <a:avLst/>
              <a:gdLst/>
              <a:ahLst/>
              <a:cxnLst/>
              <a:rect l="l" t="t" r="r" b="b"/>
              <a:pathLst>
                <a:path w="902" h="531" extrusionOk="0">
                  <a:moveTo>
                    <a:pt x="554" y="1"/>
                  </a:moveTo>
                  <a:cubicBezTo>
                    <a:pt x="490" y="1"/>
                    <a:pt x="423" y="4"/>
                    <a:pt x="367" y="15"/>
                  </a:cubicBezTo>
                  <a:lnTo>
                    <a:pt x="100" y="149"/>
                  </a:lnTo>
                  <a:cubicBezTo>
                    <a:pt x="34" y="182"/>
                    <a:pt x="0" y="216"/>
                    <a:pt x="0" y="216"/>
                  </a:cubicBezTo>
                  <a:lnTo>
                    <a:pt x="0" y="482"/>
                  </a:lnTo>
                  <a:cubicBezTo>
                    <a:pt x="0" y="482"/>
                    <a:pt x="34" y="516"/>
                    <a:pt x="167" y="516"/>
                  </a:cubicBezTo>
                  <a:cubicBezTo>
                    <a:pt x="201" y="527"/>
                    <a:pt x="238" y="531"/>
                    <a:pt x="276" y="531"/>
                  </a:cubicBezTo>
                  <a:cubicBezTo>
                    <a:pt x="352" y="531"/>
                    <a:pt x="434" y="516"/>
                    <a:pt x="501" y="516"/>
                  </a:cubicBezTo>
                  <a:cubicBezTo>
                    <a:pt x="701" y="416"/>
                    <a:pt x="901" y="249"/>
                    <a:pt x="901" y="249"/>
                  </a:cubicBezTo>
                  <a:cubicBezTo>
                    <a:pt x="901" y="249"/>
                    <a:pt x="868" y="49"/>
                    <a:pt x="801" y="15"/>
                  </a:cubicBezTo>
                  <a:cubicBezTo>
                    <a:pt x="801" y="15"/>
                    <a:pt x="682" y="1"/>
                    <a:pt x="5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15" name="Google Shape;2615;p22"/>
            <p:cNvSpPr/>
            <p:nvPr/>
          </p:nvSpPr>
          <p:spPr>
            <a:xfrm>
              <a:off x="1315109" y="336183"/>
              <a:ext cx="20166" cy="12042"/>
            </a:xfrm>
            <a:custGeom>
              <a:avLst/>
              <a:gdLst/>
              <a:ahLst/>
              <a:cxnLst/>
              <a:rect l="l" t="t" r="r" b="b"/>
              <a:pathLst>
                <a:path w="834" h="498" extrusionOk="0">
                  <a:moveTo>
                    <a:pt x="549" y="0"/>
                  </a:moveTo>
                  <a:cubicBezTo>
                    <a:pt x="489" y="0"/>
                    <a:pt x="434" y="4"/>
                    <a:pt x="400" y="15"/>
                  </a:cubicBezTo>
                  <a:cubicBezTo>
                    <a:pt x="267" y="82"/>
                    <a:pt x="67" y="249"/>
                    <a:pt x="67" y="249"/>
                  </a:cubicBezTo>
                  <a:cubicBezTo>
                    <a:pt x="0" y="249"/>
                    <a:pt x="100" y="482"/>
                    <a:pt x="100" y="482"/>
                  </a:cubicBezTo>
                  <a:cubicBezTo>
                    <a:pt x="100" y="482"/>
                    <a:pt x="204" y="497"/>
                    <a:pt x="322" y="497"/>
                  </a:cubicBezTo>
                  <a:cubicBezTo>
                    <a:pt x="382" y="497"/>
                    <a:pt x="445" y="493"/>
                    <a:pt x="500" y="482"/>
                  </a:cubicBezTo>
                  <a:cubicBezTo>
                    <a:pt x="634" y="449"/>
                    <a:pt x="834" y="282"/>
                    <a:pt x="834" y="282"/>
                  </a:cubicBezTo>
                  <a:cubicBezTo>
                    <a:pt x="834" y="282"/>
                    <a:pt x="767" y="82"/>
                    <a:pt x="801" y="15"/>
                  </a:cubicBezTo>
                  <a:cubicBezTo>
                    <a:pt x="801" y="15"/>
                    <a:pt x="667" y="0"/>
                    <a:pt x="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16" name="Google Shape;2616;p22"/>
            <p:cNvSpPr/>
            <p:nvPr/>
          </p:nvSpPr>
          <p:spPr>
            <a:xfrm>
              <a:off x="1328819" y="356711"/>
              <a:ext cx="20190" cy="13734"/>
            </a:xfrm>
            <a:custGeom>
              <a:avLst/>
              <a:gdLst/>
              <a:ahLst/>
              <a:cxnLst/>
              <a:rect l="l" t="t" r="r" b="b"/>
              <a:pathLst>
                <a:path w="835" h="568" extrusionOk="0">
                  <a:moveTo>
                    <a:pt x="767" y="0"/>
                  </a:moveTo>
                  <a:cubicBezTo>
                    <a:pt x="767" y="0"/>
                    <a:pt x="534" y="0"/>
                    <a:pt x="367" y="67"/>
                  </a:cubicBezTo>
                  <a:cubicBezTo>
                    <a:pt x="234" y="134"/>
                    <a:pt x="33" y="300"/>
                    <a:pt x="33" y="300"/>
                  </a:cubicBezTo>
                  <a:cubicBezTo>
                    <a:pt x="0" y="300"/>
                    <a:pt x="67" y="567"/>
                    <a:pt x="67" y="567"/>
                  </a:cubicBezTo>
                  <a:cubicBezTo>
                    <a:pt x="67" y="567"/>
                    <a:pt x="334" y="567"/>
                    <a:pt x="500" y="501"/>
                  </a:cubicBezTo>
                  <a:cubicBezTo>
                    <a:pt x="667" y="467"/>
                    <a:pt x="834" y="267"/>
                    <a:pt x="834" y="267"/>
                  </a:cubicBezTo>
                  <a:cubicBezTo>
                    <a:pt x="834" y="267"/>
                    <a:pt x="767" y="67"/>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17" name="Google Shape;2617;p22"/>
            <p:cNvSpPr/>
            <p:nvPr/>
          </p:nvSpPr>
          <p:spPr>
            <a:xfrm>
              <a:off x="1350581" y="376055"/>
              <a:ext cx="21012" cy="14556"/>
            </a:xfrm>
            <a:custGeom>
              <a:avLst/>
              <a:gdLst/>
              <a:ahLst/>
              <a:cxnLst/>
              <a:rect l="l" t="t" r="r" b="b"/>
              <a:pathLst>
                <a:path w="869" h="602" extrusionOk="0">
                  <a:moveTo>
                    <a:pt x="768" y="1"/>
                  </a:moveTo>
                  <a:cubicBezTo>
                    <a:pt x="768" y="1"/>
                    <a:pt x="501" y="1"/>
                    <a:pt x="368" y="101"/>
                  </a:cubicBezTo>
                  <a:cubicBezTo>
                    <a:pt x="268" y="134"/>
                    <a:pt x="34" y="334"/>
                    <a:pt x="34" y="334"/>
                  </a:cubicBezTo>
                  <a:cubicBezTo>
                    <a:pt x="1" y="334"/>
                    <a:pt x="101" y="601"/>
                    <a:pt x="101" y="601"/>
                  </a:cubicBezTo>
                  <a:cubicBezTo>
                    <a:pt x="101" y="601"/>
                    <a:pt x="368" y="601"/>
                    <a:pt x="534" y="535"/>
                  </a:cubicBezTo>
                  <a:cubicBezTo>
                    <a:pt x="701" y="468"/>
                    <a:pt x="868" y="201"/>
                    <a:pt x="868" y="201"/>
                  </a:cubicBezTo>
                  <a:cubicBezTo>
                    <a:pt x="835" y="201"/>
                    <a:pt x="768" y="34"/>
                    <a:pt x="7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18" name="Google Shape;2618;p22"/>
            <p:cNvSpPr/>
            <p:nvPr/>
          </p:nvSpPr>
          <p:spPr>
            <a:xfrm>
              <a:off x="1302197" y="304120"/>
              <a:ext cx="16152" cy="12840"/>
            </a:xfrm>
            <a:custGeom>
              <a:avLst/>
              <a:gdLst/>
              <a:ahLst/>
              <a:cxnLst/>
              <a:rect l="l" t="t" r="r" b="b"/>
              <a:pathLst>
                <a:path w="668" h="531" extrusionOk="0">
                  <a:moveTo>
                    <a:pt x="338" y="0"/>
                  </a:moveTo>
                  <a:cubicBezTo>
                    <a:pt x="323" y="0"/>
                    <a:pt x="310" y="2"/>
                    <a:pt x="301" y="7"/>
                  </a:cubicBezTo>
                  <a:cubicBezTo>
                    <a:pt x="167" y="74"/>
                    <a:pt x="0" y="207"/>
                    <a:pt x="0" y="207"/>
                  </a:cubicBezTo>
                  <a:cubicBezTo>
                    <a:pt x="0" y="274"/>
                    <a:pt x="100" y="474"/>
                    <a:pt x="100" y="474"/>
                  </a:cubicBezTo>
                  <a:cubicBezTo>
                    <a:pt x="100" y="474"/>
                    <a:pt x="213" y="530"/>
                    <a:pt x="297" y="530"/>
                  </a:cubicBezTo>
                  <a:cubicBezTo>
                    <a:pt x="326" y="530"/>
                    <a:pt x="351" y="524"/>
                    <a:pt x="367" y="507"/>
                  </a:cubicBezTo>
                  <a:cubicBezTo>
                    <a:pt x="501" y="474"/>
                    <a:pt x="667" y="307"/>
                    <a:pt x="667" y="307"/>
                  </a:cubicBezTo>
                  <a:cubicBezTo>
                    <a:pt x="667" y="274"/>
                    <a:pt x="634" y="74"/>
                    <a:pt x="601" y="74"/>
                  </a:cubicBezTo>
                  <a:cubicBezTo>
                    <a:pt x="601" y="74"/>
                    <a:pt x="429" y="0"/>
                    <a:pt x="3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19" name="Google Shape;2619;p22"/>
            <p:cNvSpPr/>
            <p:nvPr/>
          </p:nvSpPr>
          <p:spPr>
            <a:xfrm>
              <a:off x="398010" y="1640766"/>
              <a:ext cx="17772" cy="13734"/>
            </a:xfrm>
            <a:custGeom>
              <a:avLst/>
              <a:gdLst/>
              <a:ahLst/>
              <a:cxnLst/>
              <a:rect l="l" t="t" r="r" b="b"/>
              <a:pathLst>
                <a:path w="735" h="568" extrusionOk="0">
                  <a:moveTo>
                    <a:pt x="535" y="1"/>
                  </a:moveTo>
                  <a:cubicBezTo>
                    <a:pt x="401" y="1"/>
                    <a:pt x="335" y="34"/>
                    <a:pt x="234" y="68"/>
                  </a:cubicBezTo>
                  <a:cubicBezTo>
                    <a:pt x="68" y="168"/>
                    <a:pt x="1" y="435"/>
                    <a:pt x="1" y="435"/>
                  </a:cubicBezTo>
                  <a:lnTo>
                    <a:pt x="201" y="568"/>
                  </a:lnTo>
                  <a:cubicBezTo>
                    <a:pt x="201" y="568"/>
                    <a:pt x="401" y="501"/>
                    <a:pt x="501" y="435"/>
                  </a:cubicBezTo>
                  <a:lnTo>
                    <a:pt x="668" y="268"/>
                  </a:lnTo>
                  <a:lnTo>
                    <a:pt x="735" y="201"/>
                  </a:lnTo>
                  <a:cubicBezTo>
                    <a:pt x="735" y="134"/>
                    <a:pt x="701" y="1"/>
                    <a:pt x="7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20" name="Google Shape;2620;p22"/>
            <p:cNvSpPr/>
            <p:nvPr/>
          </p:nvSpPr>
          <p:spPr>
            <a:xfrm>
              <a:off x="405288" y="1661754"/>
              <a:ext cx="28242" cy="19368"/>
            </a:xfrm>
            <a:custGeom>
              <a:avLst/>
              <a:gdLst/>
              <a:ahLst/>
              <a:cxnLst/>
              <a:rect l="l" t="t" r="r" b="b"/>
              <a:pathLst>
                <a:path w="1168" h="801" extrusionOk="0">
                  <a:moveTo>
                    <a:pt x="867" y="0"/>
                  </a:moveTo>
                  <a:cubicBezTo>
                    <a:pt x="734" y="34"/>
                    <a:pt x="567" y="67"/>
                    <a:pt x="434" y="134"/>
                  </a:cubicBezTo>
                  <a:cubicBezTo>
                    <a:pt x="334" y="200"/>
                    <a:pt x="200" y="300"/>
                    <a:pt x="100" y="400"/>
                  </a:cubicBezTo>
                  <a:cubicBezTo>
                    <a:pt x="34" y="534"/>
                    <a:pt x="0" y="634"/>
                    <a:pt x="0" y="634"/>
                  </a:cubicBezTo>
                  <a:lnTo>
                    <a:pt x="167" y="801"/>
                  </a:lnTo>
                  <a:lnTo>
                    <a:pt x="334" y="701"/>
                  </a:lnTo>
                  <a:cubicBezTo>
                    <a:pt x="434" y="667"/>
                    <a:pt x="567" y="634"/>
                    <a:pt x="667" y="567"/>
                  </a:cubicBezTo>
                  <a:cubicBezTo>
                    <a:pt x="734" y="567"/>
                    <a:pt x="867" y="467"/>
                    <a:pt x="934" y="400"/>
                  </a:cubicBezTo>
                  <a:cubicBezTo>
                    <a:pt x="1034" y="334"/>
                    <a:pt x="1101" y="300"/>
                    <a:pt x="1101" y="300"/>
                  </a:cubicBezTo>
                  <a:cubicBezTo>
                    <a:pt x="1168" y="300"/>
                    <a:pt x="1101" y="67"/>
                    <a:pt x="11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21" name="Google Shape;2621;p22"/>
            <p:cNvSpPr/>
            <p:nvPr/>
          </p:nvSpPr>
          <p:spPr>
            <a:xfrm>
              <a:off x="418998" y="1693213"/>
              <a:ext cx="27444" cy="16950"/>
            </a:xfrm>
            <a:custGeom>
              <a:avLst/>
              <a:gdLst/>
              <a:ahLst/>
              <a:cxnLst/>
              <a:rect l="l" t="t" r="r" b="b"/>
              <a:pathLst>
                <a:path w="1135" h="701" extrusionOk="0">
                  <a:moveTo>
                    <a:pt x="1034" y="0"/>
                  </a:moveTo>
                  <a:cubicBezTo>
                    <a:pt x="1034" y="0"/>
                    <a:pt x="667" y="33"/>
                    <a:pt x="467" y="100"/>
                  </a:cubicBezTo>
                  <a:cubicBezTo>
                    <a:pt x="234" y="200"/>
                    <a:pt x="0" y="434"/>
                    <a:pt x="0" y="434"/>
                  </a:cubicBezTo>
                  <a:cubicBezTo>
                    <a:pt x="0" y="500"/>
                    <a:pt x="100" y="701"/>
                    <a:pt x="100" y="701"/>
                  </a:cubicBezTo>
                  <a:cubicBezTo>
                    <a:pt x="100" y="701"/>
                    <a:pt x="467" y="667"/>
                    <a:pt x="667" y="567"/>
                  </a:cubicBezTo>
                  <a:cubicBezTo>
                    <a:pt x="868" y="467"/>
                    <a:pt x="1134" y="234"/>
                    <a:pt x="1134" y="234"/>
                  </a:cubicBezTo>
                  <a:cubicBezTo>
                    <a:pt x="1134" y="234"/>
                    <a:pt x="1068" y="33"/>
                    <a:pt x="10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22" name="Google Shape;2622;p22"/>
            <p:cNvSpPr/>
            <p:nvPr/>
          </p:nvSpPr>
          <p:spPr>
            <a:xfrm>
              <a:off x="444798" y="1718215"/>
              <a:ext cx="18570" cy="12719"/>
            </a:xfrm>
            <a:custGeom>
              <a:avLst/>
              <a:gdLst/>
              <a:ahLst/>
              <a:cxnLst/>
              <a:rect l="l" t="t" r="r" b="b"/>
              <a:pathLst>
                <a:path w="768" h="526" extrusionOk="0">
                  <a:moveTo>
                    <a:pt x="534" y="0"/>
                  </a:moveTo>
                  <a:cubicBezTo>
                    <a:pt x="534" y="0"/>
                    <a:pt x="368" y="0"/>
                    <a:pt x="268" y="34"/>
                  </a:cubicBezTo>
                  <a:cubicBezTo>
                    <a:pt x="167" y="67"/>
                    <a:pt x="1" y="200"/>
                    <a:pt x="1" y="200"/>
                  </a:cubicBezTo>
                  <a:lnTo>
                    <a:pt x="1" y="467"/>
                  </a:lnTo>
                  <a:cubicBezTo>
                    <a:pt x="1" y="467"/>
                    <a:pt x="101" y="467"/>
                    <a:pt x="167" y="501"/>
                  </a:cubicBezTo>
                  <a:cubicBezTo>
                    <a:pt x="217" y="517"/>
                    <a:pt x="276" y="526"/>
                    <a:pt x="330" y="526"/>
                  </a:cubicBezTo>
                  <a:cubicBezTo>
                    <a:pt x="384" y="526"/>
                    <a:pt x="434" y="517"/>
                    <a:pt x="468" y="501"/>
                  </a:cubicBezTo>
                  <a:cubicBezTo>
                    <a:pt x="568" y="467"/>
                    <a:pt x="634" y="367"/>
                    <a:pt x="701" y="300"/>
                  </a:cubicBezTo>
                  <a:cubicBezTo>
                    <a:pt x="768" y="200"/>
                    <a:pt x="768" y="134"/>
                    <a:pt x="768" y="134"/>
                  </a:cubicBezTo>
                  <a:cubicBezTo>
                    <a:pt x="768" y="134"/>
                    <a:pt x="568" y="0"/>
                    <a:pt x="5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23" name="Google Shape;2623;p22"/>
            <p:cNvSpPr/>
            <p:nvPr/>
          </p:nvSpPr>
          <p:spPr>
            <a:xfrm>
              <a:off x="546427" y="1719013"/>
              <a:ext cx="18570" cy="12477"/>
            </a:xfrm>
            <a:custGeom>
              <a:avLst/>
              <a:gdLst/>
              <a:ahLst/>
              <a:cxnLst/>
              <a:rect l="l" t="t" r="r" b="b"/>
              <a:pathLst>
                <a:path w="768" h="516" extrusionOk="0">
                  <a:moveTo>
                    <a:pt x="534" y="1"/>
                  </a:moveTo>
                  <a:cubicBezTo>
                    <a:pt x="434" y="1"/>
                    <a:pt x="368" y="1"/>
                    <a:pt x="334" y="34"/>
                  </a:cubicBezTo>
                  <a:cubicBezTo>
                    <a:pt x="201" y="101"/>
                    <a:pt x="34" y="267"/>
                    <a:pt x="34" y="267"/>
                  </a:cubicBezTo>
                  <a:cubicBezTo>
                    <a:pt x="1" y="267"/>
                    <a:pt x="67" y="501"/>
                    <a:pt x="67" y="501"/>
                  </a:cubicBezTo>
                  <a:cubicBezTo>
                    <a:pt x="67" y="501"/>
                    <a:pt x="186" y="516"/>
                    <a:pt x="314" y="516"/>
                  </a:cubicBezTo>
                  <a:cubicBezTo>
                    <a:pt x="379" y="516"/>
                    <a:pt x="445" y="512"/>
                    <a:pt x="501" y="501"/>
                  </a:cubicBezTo>
                  <a:cubicBezTo>
                    <a:pt x="568" y="468"/>
                    <a:pt x="668" y="367"/>
                    <a:pt x="701" y="334"/>
                  </a:cubicBezTo>
                  <a:cubicBezTo>
                    <a:pt x="735" y="234"/>
                    <a:pt x="768" y="201"/>
                    <a:pt x="768" y="201"/>
                  </a:cubicBezTo>
                  <a:cubicBezTo>
                    <a:pt x="735" y="167"/>
                    <a:pt x="668" y="1"/>
                    <a:pt x="6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24" name="Google Shape;2624;p22"/>
            <p:cNvSpPr/>
            <p:nvPr/>
          </p:nvSpPr>
          <p:spPr>
            <a:xfrm>
              <a:off x="1019895" y="1261962"/>
              <a:ext cx="117781" cy="280440"/>
            </a:xfrm>
            <a:custGeom>
              <a:avLst/>
              <a:gdLst/>
              <a:ahLst/>
              <a:cxnLst/>
              <a:rect l="l" t="t" r="r" b="b"/>
              <a:pathLst>
                <a:path w="4871" h="11598" extrusionOk="0">
                  <a:moveTo>
                    <a:pt x="1271" y="0"/>
                  </a:moveTo>
                  <a:cubicBezTo>
                    <a:pt x="1157" y="0"/>
                    <a:pt x="1055" y="200"/>
                    <a:pt x="1168" y="256"/>
                  </a:cubicBezTo>
                  <a:cubicBezTo>
                    <a:pt x="1168" y="256"/>
                    <a:pt x="1435" y="423"/>
                    <a:pt x="1768" y="723"/>
                  </a:cubicBezTo>
                  <a:cubicBezTo>
                    <a:pt x="1968" y="856"/>
                    <a:pt x="2135" y="1056"/>
                    <a:pt x="2335" y="1257"/>
                  </a:cubicBezTo>
                  <a:cubicBezTo>
                    <a:pt x="2535" y="1490"/>
                    <a:pt x="2769" y="1724"/>
                    <a:pt x="2969" y="2024"/>
                  </a:cubicBezTo>
                  <a:cubicBezTo>
                    <a:pt x="3002" y="2091"/>
                    <a:pt x="3103" y="2157"/>
                    <a:pt x="3136" y="2224"/>
                  </a:cubicBezTo>
                  <a:lnTo>
                    <a:pt x="3269" y="2491"/>
                  </a:lnTo>
                  <a:cubicBezTo>
                    <a:pt x="3336" y="2658"/>
                    <a:pt x="3469" y="2824"/>
                    <a:pt x="3536" y="2991"/>
                  </a:cubicBezTo>
                  <a:cubicBezTo>
                    <a:pt x="3636" y="3158"/>
                    <a:pt x="3703" y="3358"/>
                    <a:pt x="3803" y="3525"/>
                  </a:cubicBezTo>
                  <a:cubicBezTo>
                    <a:pt x="3870" y="3692"/>
                    <a:pt x="3970" y="3858"/>
                    <a:pt x="4003" y="4059"/>
                  </a:cubicBezTo>
                  <a:cubicBezTo>
                    <a:pt x="4037" y="4225"/>
                    <a:pt x="4137" y="4426"/>
                    <a:pt x="4170" y="4592"/>
                  </a:cubicBezTo>
                  <a:cubicBezTo>
                    <a:pt x="4203" y="4759"/>
                    <a:pt x="4203" y="4993"/>
                    <a:pt x="4270" y="5159"/>
                  </a:cubicBezTo>
                  <a:cubicBezTo>
                    <a:pt x="4270" y="5259"/>
                    <a:pt x="4303" y="5360"/>
                    <a:pt x="4303" y="5426"/>
                  </a:cubicBezTo>
                  <a:lnTo>
                    <a:pt x="4303" y="5693"/>
                  </a:lnTo>
                  <a:lnTo>
                    <a:pt x="4303" y="6193"/>
                  </a:lnTo>
                  <a:cubicBezTo>
                    <a:pt x="4203" y="6827"/>
                    <a:pt x="4103" y="7594"/>
                    <a:pt x="3703" y="8262"/>
                  </a:cubicBezTo>
                  <a:cubicBezTo>
                    <a:pt x="3336" y="8929"/>
                    <a:pt x="2836" y="9563"/>
                    <a:pt x="2302" y="9963"/>
                  </a:cubicBezTo>
                  <a:cubicBezTo>
                    <a:pt x="2169" y="10096"/>
                    <a:pt x="2035" y="10196"/>
                    <a:pt x="1935" y="10330"/>
                  </a:cubicBezTo>
                  <a:cubicBezTo>
                    <a:pt x="1735" y="10396"/>
                    <a:pt x="1635" y="10497"/>
                    <a:pt x="1501" y="10563"/>
                  </a:cubicBezTo>
                  <a:cubicBezTo>
                    <a:pt x="1201" y="10730"/>
                    <a:pt x="1001" y="10863"/>
                    <a:pt x="801" y="10930"/>
                  </a:cubicBezTo>
                  <a:cubicBezTo>
                    <a:pt x="367" y="11097"/>
                    <a:pt x="134" y="11230"/>
                    <a:pt x="134" y="11230"/>
                  </a:cubicBezTo>
                  <a:cubicBezTo>
                    <a:pt x="0" y="11330"/>
                    <a:pt x="100" y="11564"/>
                    <a:pt x="167" y="11597"/>
                  </a:cubicBezTo>
                  <a:cubicBezTo>
                    <a:pt x="167" y="11597"/>
                    <a:pt x="434" y="11531"/>
                    <a:pt x="868" y="11364"/>
                  </a:cubicBezTo>
                  <a:cubicBezTo>
                    <a:pt x="1101" y="11264"/>
                    <a:pt x="1335" y="11164"/>
                    <a:pt x="1635" y="10997"/>
                  </a:cubicBezTo>
                  <a:cubicBezTo>
                    <a:pt x="1802" y="10897"/>
                    <a:pt x="1935" y="10830"/>
                    <a:pt x="2102" y="10730"/>
                  </a:cubicBezTo>
                  <a:cubicBezTo>
                    <a:pt x="2235" y="10597"/>
                    <a:pt x="2369" y="10530"/>
                    <a:pt x="2535" y="10396"/>
                  </a:cubicBezTo>
                  <a:cubicBezTo>
                    <a:pt x="3169" y="9929"/>
                    <a:pt x="3770" y="9329"/>
                    <a:pt x="4170" y="8562"/>
                  </a:cubicBezTo>
                  <a:cubicBezTo>
                    <a:pt x="4637" y="7828"/>
                    <a:pt x="4804" y="6994"/>
                    <a:pt x="4870" y="6227"/>
                  </a:cubicBezTo>
                  <a:lnTo>
                    <a:pt x="4870" y="5660"/>
                  </a:lnTo>
                  <a:lnTo>
                    <a:pt x="4870" y="5360"/>
                  </a:lnTo>
                  <a:cubicBezTo>
                    <a:pt x="4870" y="5259"/>
                    <a:pt x="4837" y="5159"/>
                    <a:pt x="4837" y="5059"/>
                  </a:cubicBezTo>
                  <a:lnTo>
                    <a:pt x="4704" y="4426"/>
                  </a:lnTo>
                  <a:cubicBezTo>
                    <a:pt x="4637" y="4225"/>
                    <a:pt x="4604" y="4025"/>
                    <a:pt x="4504" y="3825"/>
                  </a:cubicBezTo>
                  <a:cubicBezTo>
                    <a:pt x="4437" y="3592"/>
                    <a:pt x="4337" y="3425"/>
                    <a:pt x="4270" y="3225"/>
                  </a:cubicBezTo>
                  <a:cubicBezTo>
                    <a:pt x="4137" y="3058"/>
                    <a:pt x="4103" y="2858"/>
                    <a:pt x="3970" y="2691"/>
                  </a:cubicBezTo>
                  <a:cubicBezTo>
                    <a:pt x="3836" y="2524"/>
                    <a:pt x="3770" y="2357"/>
                    <a:pt x="3636" y="2191"/>
                  </a:cubicBezTo>
                  <a:cubicBezTo>
                    <a:pt x="3603" y="2091"/>
                    <a:pt x="3503" y="2024"/>
                    <a:pt x="3469" y="1924"/>
                  </a:cubicBezTo>
                  <a:cubicBezTo>
                    <a:pt x="3436" y="1857"/>
                    <a:pt x="3336" y="1824"/>
                    <a:pt x="3303" y="1724"/>
                  </a:cubicBezTo>
                  <a:cubicBezTo>
                    <a:pt x="3036" y="1423"/>
                    <a:pt x="2836" y="1190"/>
                    <a:pt x="2602" y="990"/>
                  </a:cubicBezTo>
                  <a:cubicBezTo>
                    <a:pt x="2335" y="756"/>
                    <a:pt x="2169" y="556"/>
                    <a:pt x="1968" y="423"/>
                  </a:cubicBezTo>
                  <a:lnTo>
                    <a:pt x="1335" y="22"/>
                  </a:lnTo>
                  <a:cubicBezTo>
                    <a:pt x="1314" y="7"/>
                    <a:pt x="1292" y="0"/>
                    <a:pt x="12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25" name="Google Shape;2625;p22"/>
            <p:cNvSpPr/>
            <p:nvPr/>
          </p:nvSpPr>
          <p:spPr>
            <a:xfrm>
              <a:off x="1133179" y="597399"/>
              <a:ext cx="578071" cy="256574"/>
            </a:xfrm>
            <a:custGeom>
              <a:avLst/>
              <a:gdLst/>
              <a:ahLst/>
              <a:cxnLst/>
              <a:rect l="l" t="t" r="r" b="b"/>
              <a:pathLst>
                <a:path w="23907" h="10611" extrusionOk="0">
                  <a:moveTo>
                    <a:pt x="23735" y="0"/>
                  </a:moveTo>
                  <a:cubicBezTo>
                    <a:pt x="23662" y="0"/>
                    <a:pt x="23579" y="55"/>
                    <a:pt x="23535" y="187"/>
                  </a:cubicBezTo>
                  <a:cubicBezTo>
                    <a:pt x="23535" y="187"/>
                    <a:pt x="23502" y="320"/>
                    <a:pt x="23435" y="520"/>
                  </a:cubicBezTo>
                  <a:cubicBezTo>
                    <a:pt x="23435" y="620"/>
                    <a:pt x="23335" y="721"/>
                    <a:pt x="23269" y="854"/>
                  </a:cubicBezTo>
                  <a:cubicBezTo>
                    <a:pt x="23202" y="887"/>
                    <a:pt x="23169" y="987"/>
                    <a:pt x="23135" y="1054"/>
                  </a:cubicBezTo>
                  <a:cubicBezTo>
                    <a:pt x="23102" y="1121"/>
                    <a:pt x="23002" y="1188"/>
                    <a:pt x="22968" y="1288"/>
                  </a:cubicBezTo>
                  <a:cubicBezTo>
                    <a:pt x="22868" y="1354"/>
                    <a:pt x="22835" y="1454"/>
                    <a:pt x="22768" y="1521"/>
                  </a:cubicBezTo>
                  <a:lnTo>
                    <a:pt x="22501" y="1788"/>
                  </a:lnTo>
                  <a:cubicBezTo>
                    <a:pt x="22335" y="1955"/>
                    <a:pt x="22134" y="2055"/>
                    <a:pt x="21934" y="2222"/>
                  </a:cubicBezTo>
                  <a:cubicBezTo>
                    <a:pt x="21467" y="2555"/>
                    <a:pt x="20967" y="2855"/>
                    <a:pt x="20333" y="3056"/>
                  </a:cubicBezTo>
                  <a:cubicBezTo>
                    <a:pt x="19132" y="3556"/>
                    <a:pt x="17665" y="3856"/>
                    <a:pt x="16197" y="4156"/>
                  </a:cubicBezTo>
                  <a:cubicBezTo>
                    <a:pt x="14796" y="4390"/>
                    <a:pt x="13328" y="4657"/>
                    <a:pt x="12027" y="4857"/>
                  </a:cubicBezTo>
                  <a:cubicBezTo>
                    <a:pt x="9459" y="5324"/>
                    <a:pt x="6156" y="5991"/>
                    <a:pt x="3721" y="7292"/>
                  </a:cubicBezTo>
                  <a:cubicBezTo>
                    <a:pt x="2520" y="7892"/>
                    <a:pt x="1586" y="8660"/>
                    <a:pt x="986" y="9293"/>
                  </a:cubicBezTo>
                  <a:cubicBezTo>
                    <a:pt x="686" y="9560"/>
                    <a:pt x="452" y="9827"/>
                    <a:pt x="319" y="10027"/>
                  </a:cubicBezTo>
                  <a:cubicBezTo>
                    <a:pt x="185" y="10194"/>
                    <a:pt x="119" y="10327"/>
                    <a:pt x="119" y="10327"/>
                  </a:cubicBezTo>
                  <a:cubicBezTo>
                    <a:pt x="1" y="10469"/>
                    <a:pt x="116" y="10610"/>
                    <a:pt x="253" y="10610"/>
                  </a:cubicBezTo>
                  <a:cubicBezTo>
                    <a:pt x="310" y="10610"/>
                    <a:pt x="370" y="10586"/>
                    <a:pt x="419" y="10528"/>
                  </a:cubicBezTo>
                  <a:cubicBezTo>
                    <a:pt x="419" y="10528"/>
                    <a:pt x="486" y="10394"/>
                    <a:pt x="619" y="10227"/>
                  </a:cubicBezTo>
                  <a:cubicBezTo>
                    <a:pt x="753" y="10061"/>
                    <a:pt x="953" y="9827"/>
                    <a:pt x="1253" y="9527"/>
                  </a:cubicBezTo>
                  <a:cubicBezTo>
                    <a:pt x="1853" y="8993"/>
                    <a:pt x="2787" y="8293"/>
                    <a:pt x="3955" y="7726"/>
                  </a:cubicBezTo>
                  <a:cubicBezTo>
                    <a:pt x="6323" y="6558"/>
                    <a:pt x="9592" y="5991"/>
                    <a:pt x="12127" y="5524"/>
                  </a:cubicBezTo>
                  <a:cubicBezTo>
                    <a:pt x="13395" y="5290"/>
                    <a:pt x="14863" y="5024"/>
                    <a:pt x="16330" y="4723"/>
                  </a:cubicBezTo>
                  <a:cubicBezTo>
                    <a:pt x="17798" y="4457"/>
                    <a:pt x="19232" y="4056"/>
                    <a:pt x="20500" y="3523"/>
                  </a:cubicBezTo>
                  <a:cubicBezTo>
                    <a:pt x="21134" y="3289"/>
                    <a:pt x="21701" y="2955"/>
                    <a:pt x="22168" y="2622"/>
                  </a:cubicBezTo>
                  <a:cubicBezTo>
                    <a:pt x="22368" y="2455"/>
                    <a:pt x="22635" y="2288"/>
                    <a:pt x="22802" y="2055"/>
                  </a:cubicBezTo>
                  <a:lnTo>
                    <a:pt x="23035" y="1821"/>
                  </a:lnTo>
                  <a:cubicBezTo>
                    <a:pt x="23135" y="1688"/>
                    <a:pt x="23169" y="1621"/>
                    <a:pt x="23235" y="1521"/>
                  </a:cubicBezTo>
                  <a:cubicBezTo>
                    <a:pt x="23302" y="1454"/>
                    <a:pt x="23369" y="1354"/>
                    <a:pt x="23402" y="1288"/>
                  </a:cubicBezTo>
                  <a:lnTo>
                    <a:pt x="23535" y="1021"/>
                  </a:lnTo>
                  <a:cubicBezTo>
                    <a:pt x="23636" y="854"/>
                    <a:pt x="23702" y="721"/>
                    <a:pt x="23769" y="620"/>
                  </a:cubicBezTo>
                  <a:lnTo>
                    <a:pt x="23869" y="220"/>
                  </a:lnTo>
                  <a:cubicBezTo>
                    <a:pt x="23906" y="89"/>
                    <a:pt x="23828" y="0"/>
                    <a:pt x="237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26" name="Google Shape;2626;p22"/>
            <p:cNvSpPr/>
            <p:nvPr/>
          </p:nvSpPr>
          <p:spPr>
            <a:xfrm>
              <a:off x="10864" y="698012"/>
              <a:ext cx="372662" cy="364465"/>
            </a:xfrm>
            <a:custGeom>
              <a:avLst/>
              <a:gdLst/>
              <a:ahLst/>
              <a:cxnLst/>
              <a:rect l="l" t="t" r="r" b="b"/>
              <a:pathLst>
                <a:path w="15412" h="15073" extrusionOk="0">
                  <a:moveTo>
                    <a:pt x="15180" y="0"/>
                  </a:moveTo>
                  <a:cubicBezTo>
                    <a:pt x="15073" y="0"/>
                    <a:pt x="14949" y="82"/>
                    <a:pt x="14911" y="195"/>
                  </a:cubicBezTo>
                  <a:lnTo>
                    <a:pt x="14911" y="496"/>
                  </a:lnTo>
                  <a:cubicBezTo>
                    <a:pt x="14911" y="562"/>
                    <a:pt x="14978" y="696"/>
                    <a:pt x="14911" y="829"/>
                  </a:cubicBezTo>
                  <a:cubicBezTo>
                    <a:pt x="14911" y="963"/>
                    <a:pt x="14878" y="1129"/>
                    <a:pt x="14878" y="1296"/>
                  </a:cubicBezTo>
                  <a:cubicBezTo>
                    <a:pt x="14744" y="1963"/>
                    <a:pt x="14377" y="2831"/>
                    <a:pt x="13577" y="3565"/>
                  </a:cubicBezTo>
                  <a:cubicBezTo>
                    <a:pt x="12843" y="4332"/>
                    <a:pt x="11742" y="4999"/>
                    <a:pt x="10708" y="5699"/>
                  </a:cubicBezTo>
                  <a:cubicBezTo>
                    <a:pt x="10174" y="6033"/>
                    <a:pt x="9641" y="6400"/>
                    <a:pt x="9174" y="6834"/>
                  </a:cubicBezTo>
                  <a:cubicBezTo>
                    <a:pt x="8907" y="7000"/>
                    <a:pt x="8707" y="7234"/>
                    <a:pt x="8507" y="7467"/>
                  </a:cubicBezTo>
                  <a:cubicBezTo>
                    <a:pt x="8306" y="7667"/>
                    <a:pt x="8140" y="7901"/>
                    <a:pt x="7973" y="8134"/>
                  </a:cubicBezTo>
                  <a:cubicBezTo>
                    <a:pt x="7239" y="9035"/>
                    <a:pt x="6705" y="10169"/>
                    <a:pt x="6138" y="11303"/>
                  </a:cubicBezTo>
                  <a:cubicBezTo>
                    <a:pt x="5571" y="12404"/>
                    <a:pt x="4904" y="13472"/>
                    <a:pt x="4003" y="14005"/>
                  </a:cubicBezTo>
                  <a:cubicBezTo>
                    <a:pt x="3069" y="14539"/>
                    <a:pt x="2069" y="14639"/>
                    <a:pt x="1402" y="14639"/>
                  </a:cubicBezTo>
                  <a:cubicBezTo>
                    <a:pt x="1035" y="14639"/>
                    <a:pt x="768" y="14572"/>
                    <a:pt x="568" y="14572"/>
                  </a:cubicBezTo>
                  <a:lnTo>
                    <a:pt x="267" y="14572"/>
                  </a:lnTo>
                  <a:cubicBezTo>
                    <a:pt x="67" y="14572"/>
                    <a:pt x="1" y="14906"/>
                    <a:pt x="234" y="14973"/>
                  </a:cubicBezTo>
                  <a:cubicBezTo>
                    <a:pt x="234" y="14973"/>
                    <a:pt x="334" y="14973"/>
                    <a:pt x="534" y="15006"/>
                  </a:cubicBezTo>
                  <a:cubicBezTo>
                    <a:pt x="701" y="15039"/>
                    <a:pt x="1001" y="15073"/>
                    <a:pt x="1368" y="15073"/>
                  </a:cubicBezTo>
                  <a:lnTo>
                    <a:pt x="1935" y="15073"/>
                  </a:lnTo>
                  <a:cubicBezTo>
                    <a:pt x="2202" y="15073"/>
                    <a:pt x="2402" y="15039"/>
                    <a:pt x="2669" y="15006"/>
                  </a:cubicBezTo>
                  <a:cubicBezTo>
                    <a:pt x="3169" y="14973"/>
                    <a:pt x="3703" y="14806"/>
                    <a:pt x="4237" y="14506"/>
                  </a:cubicBezTo>
                  <a:cubicBezTo>
                    <a:pt x="4737" y="14172"/>
                    <a:pt x="5271" y="13739"/>
                    <a:pt x="5671" y="13238"/>
                  </a:cubicBezTo>
                  <a:cubicBezTo>
                    <a:pt x="6072" y="12738"/>
                    <a:pt x="6405" y="12171"/>
                    <a:pt x="6705" y="11637"/>
                  </a:cubicBezTo>
                  <a:cubicBezTo>
                    <a:pt x="7339" y="10503"/>
                    <a:pt x="7906" y="9402"/>
                    <a:pt x="8540" y="8568"/>
                  </a:cubicBezTo>
                  <a:lnTo>
                    <a:pt x="9040" y="7968"/>
                  </a:lnTo>
                  <a:cubicBezTo>
                    <a:pt x="9240" y="7734"/>
                    <a:pt x="9441" y="7567"/>
                    <a:pt x="9674" y="7367"/>
                  </a:cubicBezTo>
                  <a:cubicBezTo>
                    <a:pt x="10141" y="6967"/>
                    <a:pt x="10641" y="6633"/>
                    <a:pt x="11108" y="6233"/>
                  </a:cubicBezTo>
                  <a:cubicBezTo>
                    <a:pt x="12143" y="5533"/>
                    <a:pt x="13210" y="4832"/>
                    <a:pt x="14011" y="3965"/>
                  </a:cubicBezTo>
                  <a:cubicBezTo>
                    <a:pt x="14844" y="3131"/>
                    <a:pt x="15245" y="2063"/>
                    <a:pt x="15345" y="1330"/>
                  </a:cubicBezTo>
                  <a:cubicBezTo>
                    <a:pt x="15345" y="1163"/>
                    <a:pt x="15378" y="996"/>
                    <a:pt x="15378" y="829"/>
                  </a:cubicBezTo>
                  <a:cubicBezTo>
                    <a:pt x="15412" y="662"/>
                    <a:pt x="15378" y="529"/>
                    <a:pt x="15378" y="462"/>
                  </a:cubicBezTo>
                  <a:cubicBezTo>
                    <a:pt x="15345" y="296"/>
                    <a:pt x="15345" y="162"/>
                    <a:pt x="15345" y="162"/>
                  </a:cubicBezTo>
                  <a:cubicBezTo>
                    <a:pt x="15330" y="47"/>
                    <a:pt x="15260" y="0"/>
                    <a:pt x="151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2627" name="Google Shape;2627;p22"/>
            <p:cNvGrpSpPr/>
            <p:nvPr/>
          </p:nvGrpSpPr>
          <p:grpSpPr>
            <a:xfrm>
              <a:off x="3610" y="8"/>
              <a:ext cx="2069687" cy="5143763"/>
              <a:chOff x="3610" y="8"/>
              <a:chExt cx="2069687" cy="5143763"/>
            </a:xfrm>
          </p:grpSpPr>
          <p:sp>
            <p:nvSpPr>
              <p:cNvPr id="2628" name="Google Shape;2628;p22"/>
              <p:cNvSpPr/>
              <p:nvPr/>
            </p:nvSpPr>
            <p:spPr>
              <a:xfrm>
                <a:off x="627889" y="3237468"/>
                <a:ext cx="41058" cy="76989"/>
              </a:xfrm>
              <a:custGeom>
                <a:avLst/>
                <a:gdLst/>
                <a:ahLst/>
                <a:cxnLst/>
                <a:rect l="l" t="t" r="r" b="b"/>
                <a:pathLst>
                  <a:path w="1698" h="3184" extrusionOk="0">
                    <a:moveTo>
                      <a:pt x="1396" y="1"/>
                    </a:moveTo>
                    <a:cubicBezTo>
                      <a:pt x="1383" y="1"/>
                      <a:pt x="1373" y="5"/>
                      <a:pt x="1368" y="14"/>
                    </a:cubicBezTo>
                    <a:cubicBezTo>
                      <a:pt x="1368" y="14"/>
                      <a:pt x="1202" y="214"/>
                      <a:pt x="1001" y="448"/>
                    </a:cubicBezTo>
                    <a:cubicBezTo>
                      <a:pt x="801" y="715"/>
                      <a:pt x="568" y="1082"/>
                      <a:pt x="401" y="1382"/>
                    </a:cubicBezTo>
                    <a:cubicBezTo>
                      <a:pt x="301" y="1715"/>
                      <a:pt x="134" y="2116"/>
                      <a:pt x="67" y="2449"/>
                    </a:cubicBezTo>
                    <a:cubicBezTo>
                      <a:pt x="34" y="2783"/>
                      <a:pt x="1" y="3050"/>
                      <a:pt x="1" y="3050"/>
                    </a:cubicBezTo>
                    <a:cubicBezTo>
                      <a:pt x="1" y="3083"/>
                      <a:pt x="334" y="3183"/>
                      <a:pt x="334" y="3183"/>
                    </a:cubicBezTo>
                    <a:cubicBezTo>
                      <a:pt x="334" y="3183"/>
                      <a:pt x="735" y="2282"/>
                      <a:pt x="1035" y="1715"/>
                    </a:cubicBezTo>
                    <a:cubicBezTo>
                      <a:pt x="1202" y="1415"/>
                      <a:pt x="1335" y="1048"/>
                      <a:pt x="1468" y="748"/>
                    </a:cubicBezTo>
                    <a:cubicBezTo>
                      <a:pt x="1569" y="448"/>
                      <a:pt x="1669" y="214"/>
                      <a:pt x="1669" y="214"/>
                    </a:cubicBezTo>
                    <a:cubicBezTo>
                      <a:pt x="1697" y="157"/>
                      <a:pt x="1479" y="1"/>
                      <a:pt x="13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29" name="Google Shape;2629;p22"/>
              <p:cNvSpPr/>
              <p:nvPr/>
            </p:nvSpPr>
            <p:spPr>
              <a:xfrm>
                <a:off x="615001" y="3378873"/>
                <a:ext cx="27662" cy="156324"/>
              </a:xfrm>
              <a:custGeom>
                <a:avLst/>
                <a:gdLst/>
                <a:ahLst/>
                <a:cxnLst/>
                <a:rect l="l" t="t" r="r" b="b"/>
                <a:pathLst>
                  <a:path w="1144" h="6465" extrusionOk="0">
                    <a:moveTo>
                      <a:pt x="578" y="0"/>
                    </a:moveTo>
                    <a:cubicBezTo>
                      <a:pt x="539" y="0"/>
                      <a:pt x="509" y="11"/>
                      <a:pt x="500" y="37"/>
                    </a:cubicBezTo>
                    <a:cubicBezTo>
                      <a:pt x="500" y="37"/>
                      <a:pt x="434" y="171"/>
                      <a:pt x="400" y="371"/>
                    </a:cubicBezTo>
                    <a:cubicBezTo>
                      <a:pt x="334" y="571"/>
                      <a:pt x="234" y="838"/>
                      <a:pt x="200" y="1171"/>
                    </a:cubicBezTo>
                    <a:cubicBezTo>
                      <a:pt x="33" y="1838"/>
                      <a:pt x="0" y="2672"/>
                      <a:pt x="33" y="3273"/>
                    </a:cubicBezTo>
                    <a:cubicBezTo>
                      <a:pt x="67" y="3940"/>
                      <a:pt x="200" y="4740"/>
                      <a:pt x="400" y="5374"/>
                    </a:cubicBezTo>
                    <a:cubicBezTo>
                      <a:pt x="500" y="5708"/>
                      <a:pt x="567" y="5941"/>
                      <a:pt x="667" y="6175"/>
                    </a:cubicBezTo>
                    <a:cubicBezTo>
                      <a:pt x="734" y="6342"/>
                      <a:pt x="767" y="6442"/>
                      <a:pt x="767" y="6442"/>
                    </a:cubicBezTo>
                    <a:cubicBezTo>
                      <a:pt x="783" y="6458"/>
                      <a:pt x="815" y="6464"/>
                      <a:pt x="852" y="6464"/>
                    </a:cubicBezTo>
                    <a:cubicBezTo>
                      <a:pt x="969" y="6464"/>
                      <a:pt x="1143" y="6400"/>
                      <a:pt x="1067" y="6375"/>
                    </a:cubicBezTo>
                    <a:cubicBezTo>
                      <a:pt x="1067" y="6375"/>
                      <a:pt x="1067" y="6242"/>
                      <a:pt x="1034" y="6041"/>
                    </a:cubicBezTo>
                    <a:cubicBezTo>
                      <a:pt x="1001" y="5841"/>
                      <a:pt x="934" y="5574"/>
                      <a:pt x="901" y="5241"/>
                    </a:cubicBezTo>
                    <a:cubicBezTo>
                      <a:pt x="834" y="4607"/>
                      <a:pt x="767" y="3840"/>
                      <a:pt x="734" y="3239"/>
                    </a:cubicBezTo>
                    <a:cubicBezTo>
                      <a:pt x="734" y="2672"/>
                      <a:pt x="701" y="1872"/>
                      <a:pt x="734" y="1238"/>
                    </a:cubicBezTo>
                    <a:cubicBezTo>
                      <a:pt x="734" y="904"/>
                      <a:pt x="767" y="671"/>
                      <a:pt x="834" y="437"/>
                    </a:cubicBezTo>
                    <a:cubicBezTo>
                      <a:pt x="867" y="237"/>
                      <a:pt x="867" y="104"/>
                      <a:pt x="867" y="104"/>
                    </a:cubicBezTo>
                    <a:cubicBezTo>
                      <a:pt x="867" y="79"/>
                      <a:pt x="687" y="0"/>
                      <a:pt x="5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30" name="Google Shape;2630;p22"/>
              <p:cNvSpPr/>
              <p:nvPr/>
            </p:nvSpPr>
            <p:spPr>
              <a:xfrm>
                <a:off x="683551" y="3621181"/>
                <a:ext cx="66156" cy="105425"/>
              </a:xfrm>
              <a:custGeom>
                <a:avLst/>
                <a:gdLst/>
                <a:ahLst/>
                <a:cxnLst/>
                <a:rect l="l" t="t" r="r" b="b"/>
                <a:pathLst>
                  <a:path w="2736" h="4360" extrusionOk="0">
                    <a:moveTo>
                      <a:pt x="300" y="1"/>
                    </a:moveTo>
                    <a:cubicBezTo>
                      <a:pt x="193" y="1"/>
                      <a:pt x="0" y="65"/>
                      <a:pt x="0" y="90"/>
                    </a:cubicBezTo>
                    <a:cubicBezTo>
                      <a:pt x="0" y="90"/>
                      <a:pt x="34" y="190"/>
                      <a:pt x="34" y="357"/>
                    </a:cubicBezTo>
                    <a:cubicBezTo>
                      <a:pt x="34" y="524"/>
                      <a:pt x="67" y="724"/>
                      <a:pt x="100" y="991"/>
                    </a:cubicBezTo>
                    <a:cubicBezTo>
                      <a:pt x="201" y="1524"/>
                      <a:pt x="401" y="2091"/>
                      <a:pt x="668" y="2558"/>
                    </a:cubicBezTo>
                    <a:cubicBezTo>
                      <a:pt x="901" y="3025"/>
                      <a:pt x="1335" y="3526"/>
                      <a:pt x="1735" y="3859"/>
                    </a:cubicBezTo>
                    <a:cubicBezTo>
                      <a:pt x="1868" y="3926"/>
                      <a:pt x="1935" y="4026"/>
                      <a:pt x="2035" y="4059"/>
                    </a:cubicBezTo>
                    <a:cubicBezTo>
                      <a:pt x="2102" y="4160"/>
                      <a:pt x="2202" y="4193"/>
                      <a:pt x="2269" y="4226"/>
                    </a:cubicBezTo>
                    <a:cubicBezTo>
                      <a:pt x="2402" y="4326"/>
                      <a:pt x="2502" y="4360"/>
                      <a:pt x="2502" y="4360"/>
                    </a:cubicBezTo>
                    <a:cubicBezTo>
                      <a:pt x="2536" y="4360"/>
                      <a:pt x="2702" y="4059"/>
                      <a:pt x="2736" y="4059"/>
                    </a:cubicBezTo>
                    <a:cubicBezTo>
                      <a:pt x="2736" y="4059"/>
                      <a:pt x="2702" y="3959"/>
                      <a:pt x="2569" y="3893"/>
                    </a:cubicBezTo>
                    <a:cubicBezTo>
                      <a:pt x="2502" y="3859"/>
                      <a:pt x="2435" y="3826"/>
                      <a:pt x="2369" y="3726"/>
                    </a:cubicBezTo>
                    <a:cubicBezTo>
                      <a:pt x="2335" y="3626"/>
                      <a:pt x="2235" y="3559"/>
                      <a:pt x="2169" y="3492"/>
                    </a:cubicBezTo>
                    <a:cubicBezTo>
                      <a:pt x="1835" y="3125"/>
                      <a:pt x="1568" y="2592"/>
                      <a:pt x="1335" y="2225"/>
                    </a:cubicBezTo>
                    <a:cubicBezTo>
                      <a:pt x="1101" y="1825"/>
                      <a:pt x="834" y="1324"/>
                      <a:pt x="668" y="857"/>
                    </a:cubicBezTo>
                    <a:cubicBezTo>
                      <a:pt x="567" y="590"/>
                      <a:pt x="501" y="390"/>
                      <a:pt x="434" y="257"/>
                    </a:cubicBezTo>
                    <a:cubicBezTo>
                      <a:pt x="401" y="90"/>
                      <a:pt x="367" y="23"/>
                      <a:pt x="367" y="23"/>
                    </a:cubicBezTo>
                    <a:cubicBezTo>
                      <a:pt x="359" y="7"/>
                      <a:pt x="334" y="1"/>
                      <a:pt x="3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31" name="Google Shape;2631;p22"/>
              <p:cNvSpPr/>
              <p:nvPr/>
            </p:nvSpPr>
            <p:spPr>
              <a:xfrm>
                <a:off x="805419" y="3779753"/>
                <a:ext cx="165294" cy="100178"/>
              </a:xfrm>
              <a:custGeom>
                <a:avLst/>
                <a:gdLst/>
                <a:ahLst/>
                <a:cxnLst/>
                <a:rect l="l" t="t" r="r" b="b"/>
                <a:pathLst>
                  <a:path w="6836" h="4143" extrusionOk="0">
                    <a:moveTo>
                      <a:pt x="188" y="1"/>
                    </a:moveTo>
                    <a:cubicBezTo>
                      <a:pt x="119" y="1"/>
                      <a:pt x="0" y="305"/>
                      <a:pt x="64" y="337"/>
                    </a:cubicBezTo>
                    <a:cubicBezTo>
                      <a:pt x="64" y="337"/>
                      <a:pt x="631" y="570"/>
                      <a:pt x="1298" y="904"/>
                    </a:cubicBezTo>
                    <a:cubicBezTo>
                      <a:pt x="1465" y="1004"/>
                      <a:pt x="1665" y="1104"/>
                      <a:pt x="1832" y="1171"/>
                    </a:cubicBezTo>
                    <a:cubicBezTo>
                      <a:pt x="1999" y="1304"/>
                      <a:pt x="2199" y="1371"/>
                      <a:pt x="2366" y="1504"/>
                    </a:cubicBezTo>
                    <a:cubicBezTo>
                      <a:pt x="2699" y="1704"/>
                      <a:pt x="3066" y="1938"/>
                      <a:pt x="3400" y="2071"/>
                    </a:cubicBezTo>
                    <a:cubicBezTo>
                      <a:pt x="3733" y="2238"/>
                      <a:pt x="4067" y="2505"/>
                      <a:pt x="4467" y="2705"/>
                    </a:cubicBezTo>
                    <a:cubicBezTo>
                      <a:pt x="4634" y="2839"/>
                      <a:pt x="4834" y="2905"/>
                      <a:pt x="5001" y="3039"/>
                    </a:cubicBezTo>
                    <a:cubicBezTo>
                      <a:pt x="5168" y="3139"/>
                      <a:pt x="5334" y="3239"/>
                      <a:pt x="5501" y="3372"/>
                    </a:cubicBezTo>
                    <a:cubicBezTo>
                      <a:pt x="6135" y="3806"/>
                      <a:pt x="6569" y="4140"/>
                      <a:pt x="6569" y="4140"/>
                    </a:cubicBezTo>
                    <a:cubicBezTo>
                      <a:pt x="6573" y="4142"/>
                      <a:pt x="6578" y="4143"/>
                      <a:pt x="6584" y="4143"/>
                    </a:cubicBezTo>
                    <a:cubicBezTo>
                      <a:pt x="6661" y="4143"/>
                      <a:pt x="6836" y="3935"/>
                      <a:pt x="6836" y="3873"/>
                    </a:cubicBezTo>
                    <a:cubicBezTo>
                      <a:pt x="6836" y="3873"/>
                      <a:pt x="6402" y="3472"/>
                      <a:pt x="5835" y="2972"/>
                    </a:cubicBezTo>
                    <a:cubicBezTo>
                      <a:pt x="5701" y="2839"/>
                      <a:pt x="5535" y="2672"/>
                      <a:pt x="5368" y="2538"/>
                    </a:cubicBezTo>
                    <a:cubicBezTo>
                      <a:pt x="5168" y="2405"/>
                      <a:pt x="5001" y="2305"/>
                      <a:pt x="4834" y="2171"/>
                    </a:cubicBezTo>
                    <a:cubicBezTo>
                      <a:pt x="4467" y="1938"/>
                      <a:pt x="4134" y="1671"/>
                      <a:pt x="3800" y="1471"/>
                    </a:cubicBezTo>
                    <a:cubicBezTo>
                      <a:pt x="3466" y="1304"/>
                      <a:pt x="3033" y="1137"/>
                      <a:pt x="2666" y="904"/>
                    </a:cubicBezTo>
                    <a:cubicBezTo>
                      <a:pt x="2466" y="804"/>
                      <a:pt x="2299" y="704"/>
                      <a:pt x="2065" y="637"/>
                    </a:cubicBezTo>
                    <a:cubicBezTo>
                      <a:pt x="1865" y="537"/>
                      <a:pt x="1665" y="504"/>
                      <a:pt x="1498" y="404"/>
                    </a:cubicBezTo>
                    <a:cubicBezTo>
                      <a:pt x="731" y="170"/>
                      <a:pt x="197" y="3"/>
                      <a:pt x="197" y="3"/>
                    </a:cubicBezTo>
                    <a:cubicBezTo>
                      <a:pt x="194" y="2"/>
                      <a:pt x="191" y="1"/>
                      <a:pt x="1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32" name="Google Shape;2632;p22"/>
              <p:cNvSpPr/>
              <p:nvPr/>
            </p:nvSpPr>
            <p:spPr>
              <a:xfrm>
                <a:off x="1046542" y="3961248"/>
                <a:ext cx="87096" cy="131394"/>
              </a:xfrm>
              <a:custGeom>
                <a:avLst/>
                <a:gdLst/>
                <a:ahLst/>
                <a:cxnLst/>
                <a:rect l="l" t="t" r="r" b="b"/>
                <a:pathLst>
                  <a:path w="3602" h="5434" extrusionOk="0">
                    <a:moveTo>
                      <a:pt x="226" y="0"/>
                    </a:moveTo>
                    <a:cubicBezTo>
                      <a:pt x="179" y="0"/>
                      <a:pt x="1" y="271"/>
                      <a:pt x="32" y="303"/>
                    </a:cubicBezTo>
                    <a:cubicBezTo>
                      <a:pt x="32" y="303"/>
                      <a:pt x="166" y="370"/>
                      <a:pt x="266" y="503"/>
                    </a:cubicBezTo>
                    <a:cubicBezTo>
                      <a:pt x="433" y="636"/>
                      <a:pt x="666" y="803"/>
                      <a:pt x="866" y="1037"/>
                    </a:cubicBezTo>
                    <a:cubicBezTo>
                      <a:pt x="1267" y="1504"/>
                      <a:pt x="1734" y="2104"/>
                      <a:pt x="2067" y="2604"/>
                    </a:cubicBezTo>
                    <a:cubicBezTo>
                      <a:pt x="2367" y="3105"/>
                      <a:pt x="2768" y="3772"/>
                      <a:pt x="2935" y="4339"/>
                    </a:cubicBezTo>
                    <a:cubicBezTo>
                      <a:pt x="3035" y="4639"/>
                      <a:pt x="3101" y="4873"/>
                      <a:pt x="3168" y="5106"/>
                    </a:cubicBezTo>
                    <a:cubicBezTo>
                      <a:pt x="3201" y="5273"/>
                      <a:pt x="3235" y="5373"/>
                      <a:pt x="3235" y="5373"/>
                    </a:cubicBezTo>
                    <a:cubicBezTo>
                      <a:pt x="3249" y="5415"/>
                      <a:pt x="3309" y="5434"/>
                      <a:pt x="3378" y="5434"/>
                    </a:cubicBezTo>
                    <a:cubicBezTo>
                      <a:pt x="3473" y="5434"/>
                      <a:pt x="3582" y="5398"/>
                      <a:pt x="3602" y="5340"/>
                    </a:cubicBezTo>
                    <a:cubicBezTo>
                      <a:pt x="3602" y="5340"/>
                      <a:pt x="3568" y="5206"/>
                      <a:pt x="3568" y="5006"/>
                    </a:cubicBezTo>
                    <a:cubicBezTo>
                      <a:pt x="3568" y="4806"/>
                      <a:pt x="3535" y="4506"/>
                      <a:pt x="3435" y="4172"/>
                    </a:cubicBezTo>
                    <a:cubicBezTo>
                      <a:pt x="3368" y="3505"/>
                      <a:pt x="3001" y="2705"/>
                      <a:pt x="2668" y="2171"/>
                    </a:cubicBezTo>
                    <a:cubicBezTo>
                      <a:pt x="2267" y="1637"/>
                      <a:pt x="1734" y="1003"/>
                      <a:pt x="1200" y="636"/>
                    </a:cubicBezTo>
                    <a:cubicBezTo>
                      <a:pt x="933" y="436"/>
                      <a:pt x="700" y="303"/>
                      <a:pt x="533" y="169"/>
                    </a:cubicBezTo>
                    <a:cubicBezTo>
                      <a:pt x="333" y="103"/>
                      <a:pt x="233" y="3"/>
                      <a:pt x="233" y="3"/>
                    </a:cubicBezTo>
                    <a:cubicBezTo>
                      <a:pt x="231" y="1"/>
                      <a:pt x="229"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33" name="Google Shape;2633;p22"/>
              <p:cNvSpPr/>
              <p:nvPr/>
            </p:nvSpPr>
            <p:spPr>
              <a:xfrm>
                <a:off x="1100560" y="4368004"/>
                <a:ext cx="68574" cy="104699"/>
              </a:xfrm>
              <a:custGeom>
                <a:avLst/>
                <a:gdLst/>
                <a:ahLst/>
                <a:cxnLst/>
                <a:rect l="l" t="t" r="r" b="b"/>
                <a:pathLst>
                  <a:path w="2836" h="4330" extrusionOk="0">
                    <a:moveTo>
                      <a:pt x="2619" y="1"/>
                    </a:moveTo>
                    <a:cubicBezTo>
                      <a:pt x="2527" y="1"/>
                      <a:pt x="2435" y="9"/>
                      <a:pt x="2435" y="26"/>
                    </a:cubicBezTo>
                    <a:cubicBezTo>
                      <a:pt x="2435" y="26"/>
                      <a:pt x="2435" y="126"/>
                      <a:pt x="2368" y="293"/>
                    </a:cubicBezTo>
                    <a:cubicBezTo>
                      <a:pt x="2335" y="393"/>
                      <a:pt x="2335" y="626"/>
                      <a:pt x="2268" y="860"/>
                    </a:cubicBezTo>
                    <a:cubicBezTo>
                      <a:pt x="2135" y="1360"/>
                      <a:pt x="1868" y="1894"/>
                      <a:pt x="1668" y="2294"/>
                    </a:cubicBezTo>
                    <a:cubicBezTo>
                      <a:pt x="1434" y="2661"/>
                      <a:pt x="1101" y="3162"/>
                      <a:pt x="701" y="3462"/>
                    </a:cubicBezTo>
                    <a:cubicBezTo>
                      <a:pt x="534" y="3629"/>
                      <a:pt x="367" y="3729"/>
                      <a:pt x="267" y="3829"/>
                    </a:cubicBezTo>
                    <a:cubicBezTo>
                      <a:pt x="133" y="3929"/>
                      <a:pt x="33" y="3996"/>
                      <a:pt x="33" y="3996"/>
                    </a:cubicBezTo>
                    <a:cubicBezTo>
                      <a:pt x="0" y="4029"/>
                      <a:pt x="133" y="4329"/>
                      <a:pt x="200" y="4329"/>
                    </a:cubicBezTo>
                    <a:lnTo>
                      <a:pt x="467" y="4196"/>
                    </a:lnTo>
                    <a:cubicBezTo>
                      <a:pt x="600" y="4129"/>
                      <a:pt x="834" y="4029"/>
                      <a:pt x="1034" y="3862"/>
                    </a:cubicBezTo>
                    <a:cubicBezTo>
                      <a:pt x="1534" y="3562"/>
                      <a:pt x="2001" y="3062"/>
                      <a:pt x="2302" y="2628"/>
                    </a:cubicBezTo>
                    <a:cubicBezTo>
                      <a:pt x="2602" y="2161"/>
                      <a:pt x="2802" y="1494"/>
                      <a:pt x="2802" y="960"/>
                    </a:cubicBezTo>
                    <a:cubicBezTo>
                      <a:pt x="2835" y="693"/>
                      <a:pt x="2802" y="460"/>
                      <a:pt x="2802" y="293"/>
                    </a:cubicBezTo>
                    <a:lnTo>
                      <a:pt x="2802" y="26"/>
                    </a:lnTo>
                    <a:cubicBezTo>
                      <a:pt x="2802" y="9"/>
                      <a:pt x="2710" y="1"/>
                      <a:pt x="26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34" name="Google Shape;2634;p22"/>
              <p:cNvSpPr/>
              <p:nvPr/>
            </p:nvSpPr>
            <p:spPr>
              <a:xfrm>
                <a:off x="946533" y="4492749"/>
                <a:ext cx="100758" cy="65504"/>
              </a:xfrm>
              <a:custGeom>
                <a:avLst/>
                <a:gdLst/>
                <a:ahLst/>
                <a:cxnLst/>
                <a:rect l="l" t="t" r="r" b="b"/>
                <a:pathLst>
                  <a:path w="4167" h="2709" extrusionOk="0">
                    <a:moveTo>
                      <a:pt x="3878" y="1"/>
                    </a:moveTo>
                    <a:cubicBezTo>
                      <a:pt x="3874" y="1"/>
                      <a:pt x="3870" y="2"/>
                      <a:pt x="3868" y="4"/>
                    </a:cubicBezTo>
                    <a:cubicBezTo>
                      <a:pt x="3868" y="4"/>
                      <a:pt x="3568" y="204"/>
                      <a:pt x="3201" y="471"/>
                    </a:cubicBezTo>
                    <a:cubicBezTo>
                      <a:pt x="3134" y="538"/>
                      <a:pt x="3001" y="571"/>
                      <a:pt x="2901" y="671"/>
                    </a:cubicBezTo>
                    <a:cubicBezTo>
                      <a:pt x="2801" y="738"/>
                      <a:pt x="2701" y="805"/>
                      <a:pt x="2567" y="871"/>
                    </a:cubicBezTo>
                    <a:cubicBezTo>
                      <a:pt x="2367" y="1005"/>
                      <a:pt x="2167" y="1138"/>
                      <a:pt x="2000" y="1238"/>
                    </a:cubicBezTo>
                    <a:lnTo>
                      <a:pt x="1366" y="1639"/>
                    </a:lnTo>
                    <a:lnTo>
                      <a:pt x="733" y="2005"/>
                    </a:lnTo>
                    <a:cubicBezTo>
                      <a:pt x="332" y="2239"/>
                      <a:pt x="32" y="2406"/>
                      <a:pt x="32" y="2406"/>
                    </a:cubicBezTo>
                    <a:cubicBezTo>
                      <a:pt x="1" y="2469"/>
                      <a:pt x="117" y="2709"/>
                      <a:pt x="214" y="2709"/>
                    </a:cubicBezTo>
                    <a:cubicBezTo>
                      <a:pt x="221" y="2709"/>
                      <a:pt x="226" y="2708"/>
                      <a:pt x="232" y="2706"/>
                    </a:cubicBezTo>
                    <a:cubicBezTo>
                      <a:pt x="232" y="2706"/>
                      <a:pt x="566" y="2639"/>
                      <a:pt x="1033" y="2472"/>
                    </a:cubicBezTo>
                    <a:cubicBezTo>
                      <a:pt x="1300" y="2372"/>
                      <a:pt x="1500" y="2306"/>
                      <a:pt x="1733" y="2172"/>
                    </a:cubicBezTo>
                    <a:cubicBezTo>
                      <a:pt x="2000" y="2072"/>
                      <a:pt x="2200" y="1972"/>
                      <a:pt x="2401" y="1839"/>
                    </a:cubicBezTo>
                    <a:cubicBezTo>
                      <a:pt x="2634" y="1705"/>
                      <a:pt x="2834" y="1538"/>
                      <a:pt x="3034" y="1372"/>
                    </a:cubicBezTo>
                    <a:cubicBezTo>
                      <a:pt x="3134" y="1305"/>
                      <a:pt x="3234" y="1205"/>
                      <a:pt x="3335" y="1138"/>
                    </a:cubicBezTo>
                    <a:lnTo>
                      <a:pt x="3568" y="871"/>
                    </a:lnTo>
                    <a:cubicBezTo>
                      <a:pt x="3868" y="504"/>
                      <a:pt x="4135" y="238"/>
                      <a:pt x="4135" y="238"/>
                    </a:cubicBezTo>
                    <a:cubicBezTo>
                      <a:pt x="4166" y="206"/>
                      <a:pt x="3936" y="1"/>
                      <a:pt x="3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35" name="Google Shape;2635;p22"/>
              <p:cNvSpPr/>
              <p:nvPr/>
            </p:nvSpPr>
            <p:spPr>
              <a:xfrm>
                <a:off x="764216" y="4591234"/>
                <a:ext cx="109705" cy="47683"/>
              </a:xfrm>
              <a:custGeom>
                <a:avLst/>
                <a:gdLst/>
                <a:ahLst/>
                <a:cxnLst/>
                <a:rect l="l" t="t" r="r" b="b"/>
                <a:pathLst>
                  <a:path w="4537" h="1972" extrusionOk="0">
                    <a:moveTo>
                      <a:pt x="3603" y="1"/>
                    </a:moveTo>
                    <a:cubicBezTo>
                      <a:pt x="3102" y="1"/>
                      <a:pt x="2502" y="134"/>
                      <a:pt x="2035" y="301"/>
                    </a:cubicBezTo>
                    <a:cubicBezTo>
                      <a:pt x="1568" y="501"/>
                      <a:pt x="1001" y="801"/>
                      <a:pt x="601" y="1135"/>
                    </a:cubicBezTo>
                    <a:cubicBezTo>
                      <a:pt x="400" y="1268"/>
                      <a:pt x="267" y="1435"/>
                      <a:pt x="167" y="1568"/>
                    </a:cubicBezTo>
                    <a:lnTo>
                      <a:pt x="0" y="1735"/>
                    </a:lnTo>
                    <a:cubicBezTo>
                      <a:pt x="0" y="1766"/>
                      <a:pt x="175" y="1972"/>
                      <a:pt x="198" y="1972"/>
                    </a:cubicBezTo>
                    <a:cubicBezTo>
                      <a:pt x="199" y="1972"/>
                      <a:pt x="200" y="1971"/>
                      <a:pt x="200" y="1969"/>
                    </a:cubicBezTo>
                    <a:cubicBezTo>
                      <a:pt x="200" y="1969"/>
                      <a:pt x="267" y="1935"/>
                      <a:pt x="400" y="1835"/>
                    </a:cubicBezTo>
                    <a:cubicBezTo>
                      <a:pt x="534" y="1769"/>
                      <a:pt x="701" y="1668"/>
                      <a:pt x="901" y="1568"/>
                    </a:cubicBezTo>
                    <a:cubicBezTo>
                      <a:pt x="1268" y="1302"/>
                      <a:pt x="1835" y="1135"/>
                      <a:pt x="2235" y="968"/>
                    </a:cubicBezTo>
                    <a:cubicBezTo>
                      <a:pt x="2669" y="835"/>
                      <a:pt x="3202" y="634"/>
                      <a:pt x="3669" y="568"/>
                    </a:cubicBezTo>
                    <a:cubicBezTo>
                      <a:pt x="3903" y="468"/>
                      <a:pt x="4070" y="468"/>
                      <a:pt x="4236" y="434"/>
                    </a:cubicBezTo>
                    <a:cubicBezTo>
                      <a:pt x="4403" y="401"/>
                      <a:pt x="4503" y="401"/>
                      <a:pt x="4503" y="401"/>
                    </a:cubicBezTo>
                    <a:cubicBezTo>
                      <a:pt x="4537" y="401"/>
                      <a:pt x="4537" y="1"/>
                      <a:pt x="45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36" name="Google Shape;2636;p22"/>
              <p:cNvSpPr/>
              <p:nvPr/>
            </p:nvSpPr>
            <p:spPr>
              <a:xfrm>
                <a:off x="660967" y="4647646"/>
                <a:ext cx="66979" cy="110889"/>
              </a:xfrm>
              <a:custGeom>
                <a:avLst/>
                <a:gdLst/>
                <a:ahLst/>
                <a:cxnLst/>
                <a:rect l="l" t="t" r="r" b="b"/>
                <a:pathLst>
                  <a:path w="2770" h="4586" extrusionOk="0">
                    <a:moveTo>
                      <a:pt x="2509" y="0"/>
                    </a:moveTo>
                    <a:cubicBezTo>
                      <a:pt x="2506" y="0"/>
                      <a:pt x="2504" y="1"/>
                      <a:pt x="2502" y="3"/>
                    </a:cubicBezTo>
                    <a:cubicBezTo>
                      <a:pt x="2502" y="3"/>
                      <a:pt x="2435" y="103"/>
                      <a:pt x="2302" y="169"/>
                    </a:cubicBezTo>
                    <a:cubicBezTo>
                      <a:pt x="2169" y="269"/>
                      <a:pt x="2002" y="403"/>
                      <a:pt x="1802" y="603"/>
                    </a:cubicBezTo>
                    <a:cubicBezTo>
                      <a:pt x="1368" y="937"/>
                      <a:pt x="968" y="1470"/>
                      <a:pt x="701" y="1937"/>
                    </a:cubicBezTo>
                    <a:cubicBezTo>
                      <a:pt x="467" y="2371"/>
                      <a:pt x="201" y="3005"/>
                      <a:pt x="134" y="3572"/>
                    </a:cubicBezTo>
                    <a:cubicBezTo>
                      <a:pt x="100" y="3805"/>
                      <a:pt x="34" y="4072"/>
                      <a:pt x="34" y="4239"/>
                    </a:cubicBezTo>
                    <a:cubicBezTo>
                      <a:pt x="0" y="4406"/>
                      <a:pt x="0" y="4472"/>
                      <a:pt x="0" y="4472"/>
                    </a:cubicBezTo>
                    <a:cubicBezTo>
                      <a:pt x="25" y="4548"/>
                      <a:pt x="201" y="4585"/>
                      <a:pt x="301" y="4585"/>
                    </a:cubicBezTo>
                    <a:cubicBezTo>
                      <a:pt x="334" y="4585"/>
                      <a:pt x="359" y="4581"/>
                      <a:pt x="367" y="4573"/>
                    </a:cubicBezTo>
                    <a:cubicBezTo>
                      <a:pt x="367" y="4573"/>
                      <a:pt x="434" y="4472"/>
                      <a:pt x="467" y="4306"/>
                    </a:cubicBezTo>
                    <a:cubicBezTo>
                      <a:pt x="501" y="4172"/>
                      <a:pt x="601" y="3972"/>
                      <a:pt x="668" y="3739"/>
                    </a:cubicBezTo>
                    <a:cubicBezTo>
                      <a:pt x="834" y="3272"/>
                      <a:pt x="1135" y="2738"/>
                      <a:pt x="1335" y="2304"/>
                    </a:cubicBezTo>
                    <a:cubicBezTo>
                      <a:pt x="1535" y="1904"/>
                      <a:pt x="1835" y="1337"/>
                      <a:pt x="2169" y="970"/>
                    </a:cubicBezTo>
                    <a:cubicBezTo>
                      <a:pt x="2335" y="803"/>
                      <a:pt x="2469" y="636"/>
                      <a:pt x="2602" y="503"/>
                    </a:cubicBezTo>
                    <a:cubicBezTo>
                      <a:pt x="2669" y="403"/>
                      <a:pt x="2769" y="303"/>
                      <a:pt x="2769" y="303"/>
                    </a:cubicBezTo>
                    <a:cubicBezTo>
                      <a:pt x="2769" y="271"/>
                      <a:pt x="2559" y="0"/>
                      <a:pt x="25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37" name="Google Shape;2637;p22"/>
              <p:cNvSpPr/>
              <p:nvPr/>
            </p:nvSpPr>
            <p:spPr>
              <a:xfrm>
                <a:off x="660169" y="4824547"/>
                <a:ext cx="36318" cy="90965"/>
              </a:xfrm>
              <a:custGeom>
                <a:avLst/>
                <a:gdLst/>
                <a:ahLst/>
                <a:cxnLst/>
                <a:rect l="l" t="t" r="r" b="b"/>
                <a:pathLst>
                  <a:path w="1502" h="3762" extrusionOk="0">
                    <a:moveTo>
                      <a:pt x="267" y="0"/>
                    </a:moveTo>
                    <a:cubicBezTo>
                      <a:pt x="167" y="0"/>
                      <a:pt x="67" y="9"/>
                      <a:pt x="67" y="25"/>
                    </a:cubicBezTo>
                    <a:cubicBezTo>
                      <a:pt x="67" y="25"/>
                      <a:pt x="33" y="125"/>
                      <a:pt x="33" y="259"/>
                    </a:cubicBezTo>
                    <a:cubicBezTo>
                      <a:pt x="33" y="359"/>
                      <a:pt x="0" y="526"/>
                      <a:pt x="0" y="759"/>
                    </a:cubicBezTo>
                    <a:cubicBezTo>
                      <a:pt x="0" y="1159"/>
                      <a:pt x="33" y="1660"/>
                      <a:pt x="133" y="2027"/>
                    </a:cubicBezTo>
                    <a:cubicBezTo>
                      <a:pt x="167" y="2260"/>
                      <a:pt x="234" y="2460"/>
                      <a:pt x="334" y="2660"/>
                    </a:cubicBezTo>
                    <a:cubicBezTo>
                      <a:pt x="467" y="2861"/>
                      <a:pt x="567" y="3094"/>
                      <a:pt x="701" y="3261"/>
                    </a:cubicBezTo>
                    <a:cubicBezTo>
                      <a:pt x="734" y="3328"/>
                      <a:pt x="834" y="3361"/>
                      <a:pt x="867" y="3461"/>
                    </a:cubicBezTo>
                    <a:cubicBezTo>
                      <a:pt x="901" y="3528"/>
                      <a:pt x="1001" y="3594"/>
                      <a:pt x="1034" y="3628"/>
                    </a:cubicBezTo>
                    <a:cubicBezTo>
                      <a:pt x="1168" y="3694"/>
                      <a:pt x="1201" y="3761"/>
                      <a:pt x="1201" y="3761"/>
                    </a:cubicBezTo>
                    <a:cubicBezTo>
                      <a:pt x="1234" y="3761"/>
                      <a:pt x="1468" y="3528"/>
                      <a:pt x="1501" y="3494"/>
                    </a:cubicBezTo>
                    <a:lnTo>
                      <a:pt x="1401" y="3328"/>
                    </a:lnTo>
                    <a:cubicBezTo>
                      <a:pt x="1368" y="3294"/>
                      <a:pt x="1334" y="3261"/>
                      <a:pt x="1301" y="3161"/>
                    </a:cubicBezTo>
                    <a:cubicBezTo>
                      <a:pt x="1301" y="3127"/>
                      <a:pt x="1234" y="3027"/>
                      <a:pt x="1201" y="2961"/>
                    </a:cubicBezTo>
                    <a:cubicBezTo>
                      <a:pt x="1134" y="2794"/>
                      <a:pt x="1067" y="2594"/>
                      <a:pt x="1001" y="2427"/>
                    </a:cubicBezTo>
                    <a:cubicBezTo>
                      <a:pt x="901" y="2260"/>
                      <a:pt x="867" y="2027"/>
                      <a:pt x="834" y="1860"/>
                    </a:cubicBezTo>
                    <a:cubicBezTo>
                      <a:pt x="734" y="1493"/>
                      <a:pt x="667" y="1093"/>
                      <a:pt x="567" y="692"/>
                    </a:cubicBezTo>
                    <a:cubicBezTo>
                      <a:pt x="534" y="526"/>
                      <a:pt x="500" y="359"/>
                      <a:pt x="500" y="259"/>
                    </a:cubicBezTo>
                    <a:cubicBezTo>
                      <a:pt x="467" y="125"/>
                      <a:pt x="467" y="25"/>
                      <a:pt x="467" y="25"/>
                    </a:cubicBezTo>
                    <a:cubicBezTo>
                      <a:pt x="467" y="9"/>
                      <a:pt x="367"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38" name="Google Shape;2638;p22"/>
              <p:cNvSpPr/>
              <p:nvPr/>
            </p:nvSpPr>
            <p:spPr>
              <a:xfrm>
                <a:off x="735272" y="4956545"/>
                <a:ext cx="126558" cy="61393"/>
              </a:xfrm>
              <a:custGeom>
                <a:avLst/>
                <a:gdLst/>
                <a:ahLst/>
                <a:cxnLst/>
                <a:rect l="l" t="t" r="r" b="b"/>
                <a:pathLst>
                  <a:path w="5234" h="2539" extrusionOk="0">
                    <a:moveTo>
                      <a:pt x="283" y="1"/>
                    </a:moveTo>
                    <a:cubicBezTo>
                      <a:pt x="203" y="1"/>
                      <a:pt x="0" y="241"/>
                      <a:pt x="63" y="304"/>
                    </a:cubicBezTo>
                    <a:lnTo>
                      <a:pt x="263" y="504"/>
                    </a:lnTo>
                    <a:cubicBezTo>
                      <a:pt x="397" y="637"/>
                      <a:pt x="597" y="804"/>
                      <a:pt x="797" y="971"/>
                    </a:cubicBezTo>
                    <a:cubicBezTo>
                      <a:pt x="1230" y="1338"/>
                      <a:pt x="1831" y="1671"/>
                      <a:pt x="2331" y="1905"/>
                    </a:cubicBezTo>
                    <a:cubicBezTo>
                      <a:pt x="2832" y="2138"/>
                      <a:pt x="3565" y="2338"/>
                      <a:pt x="4099" y="2405"/>
                    </a:cubicBezTo>
                    <a:cubicBezTo>
                      <a:pt x="4399" y="2472"/>
                      <a:pt x="4633" y="2505"/>
                      <a:pt x="4800" y="2505"/>
                    </a:cubicBezTo>
                    <a:cubicBezTo>
                      <a:pt x="4966" y="2539"/>
                      <a:pt x="5100" y="2539"/>
                      <a:pt x="5100" y="2539"/>
                    </a:cubicBezTo>
                    <a:cubicBezTo>
                      <a:pt x="5200" y="2505"/>
                      <a:pt x="5233" y="2205"/>
                      <a:pt x="5133" y="2138"/>
                    </a:cubicBezTo>
                    <a:cubicBezTo>
                      <a:pt x="5133" y="2138"/>
                      <a:pt x="5067" y="2072"/>
                      <a:pt x="4900" y="2038"/>
                    </a:cubicBezTo>
                    <a:lnTo>
                      <a:pt x="4266" y="1838"/>
                    </a:lnTo>
                    <a:cubicBezTo>
                      <a:pt x="3766" y="1705"/>
                      <a:pt x="3132" y="1404"/>
                      <a:pt x="2665" y="1204"/>
                    </a:cubicBezTo>
                    <a:cubicBezTo>
                      <a:pt x="2231" y="1004"/>
                      <a:pt x="1597" y="737"/>
                      <a:pt x="1130" y="470"/>
                    </a:cubicBezTo>
                    <a:cubicBezTo>
                      <a:pt x="897" y="337"/>
                      <a:pt x="663" y="204"/>
                      <a:pt x="563" y="137"/>
                    </a:cubicBezTo>
                    <a:lnTo>
                      <a:pt x="296" y="3"/>
                    </a:lnTo>
                    <a:cubicBezTo>
                      <a:pt x="293" y="1"/>
                      <a:pt x="288" y="1"/>
                      <a:pt x="2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39" name="Google Shape;2639;p22"/>
              <p:cNvSpPr/>
              <p:nvPr/>
            </p:nvSpPr>
            <p:spPr>
              <a:xfrm>
                <a:off x="894860" y="5013078"/>
                <a:ext cx="83058" cy="36391"/>
              </a:xfrm>
              <a:custGeom>
                <a:avLst/>
                <a:gdLst/>
                <a:ahLst/>
                <a:cxnLst/>
                <a:rect l="l" t="t" r="r" b="b"/>
                <a:pathLst>
                  <a:path w="3435" h="1505" extrusionOk="0">
                    <a:moveTo>
                      <a:pt x="668" y="0"/>
                    </a:moveTo>
                    <a:cubicBezTo>
                      <a:pt x="501" y="0"/>
                      <a:pt x="335" y="34"/>
                      <a:pt x="201" y="34"/>
                    </a:cubicBezTo>
                    <a:cubicBezTo>
                      <a:pt x="134" y="67"/>
                      <a:pt x="34" y="67"/>
                      <a:pt x="34" y="67"/>
                    </a:cubicBezTo>
                    <a:cubicBezTo>
                      <a:pt x="1" y="67"/>
                      <a:pt x="1" y="467"/>
                      <a:pt x="34" y="467"/>
                    </a:cubicBezTo>
                    <a:cubicBezTo>
                      <a:pt x="34" y="467"/>
                      <a:pt x="68" y="501"/>
                      <a:pt x="201" y="501"/>
                    </a:cubicBezTo>
                    <a:cubicBezTo>
                      <a:pt x="301" y="501"/>
                      <a:pt x="468" y="534"/>
                      <a:pt x="635" y="567"/>
                    </a:cubicBezTo>
                    <a:cubicBezTo>
                      <a:pt x="968" y="668"/>
                      <a:pt x="1369" y="801"/>
                      <a:pt x="1669" y="868"/>
                    </a:cubicBezTo>
                    <a:cubicBezTo>
                      <a:pt x="1969" y="968"/>
                      <a:pt x="2369" y="1034"/>
                      <a:pt x="2670" y="1201"/>
                    </a:cubicBezTo>
                    <a:cubicBezTo>
                      <a:pt x="2836" y="1301"/>
                      <a:pt x="2970" y="1368"/>
                      <a:pt x="3036" y="1401"/>
                    </a:cubicBezTo>
                    <a:cubicBezTo>
                      <a:pt x="3137" y="1435"/>
                      <a:pt x="3170" y="1501"/>
                      <a:pt x="3170" y="1501"/>
                    </a:cubicBezTo>
                    <a:cubicBezTo>
                      <a:pt x="3172" y="1504"/>
                      <a:pt x="3175" y="1505"/>
                      <a:pt x="3179" y="1505"/>
                    </a:cubicBezTo>
                    <a:cubicBezTo>
                      <a:pt x="3233" y="1505"/>
                      <a:pt x="3435" y="1293"/>
                      <a:pt x="3403" y="1168"/>
                    </a:cubicBezTo>
                    <a:lnTo>
                      <a:pt x="3303" y="1034"/>
                    </a:lnTo>
                    <a:cubicBezTo>
                      <a:pt x="3237" y="968"/>
                      <a:pt x="3137" y="834"/>
                      <a:pt x="2970" y="701"/>
                    </a:cubicBezTo>
                    <a:cubicBezTo>
                      <a:pt x="2670" y="467"/>
                      <a:pt x="2203" y="234"/>
                      <a:pt x="1869" y="134"/>
                    </a:cubicBezTo>
                    <a:cubicBezTo>
                      <a:pt x="1502" y="34"/>
                      <a:pt x="1035" y="0"/>
                      <a:pt x="6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40" name="Google Shape;2640;p22"/>
              <p:cNvSpPr/>
              <p:nvPr/>
            </p:nvSpPr>
            <p:spPr>
              <a:xfrm>
                <a:off x="1026351" y="5084603"/>
                <a:ext cx="65359" cy="59168"/>
              </a:xfrm>
              <a:custGeom>
                <a:avLst/>
                <a:gdLst/>
                <a:ahLst/>
                <a:cxnLst/>
                <a:rect l="l" t="t" r="r" b="b"/>
                <a:pathLst>
                  <a:path w="2703" h="2447" extrusionOk="0">
                    <a:moveTo>
                      <a:pt x="226" y="1"/>
                    </a:moveTo>
                    <a:cubicBezTo>
                      <a:pt x="185" y="1"/>
                      <a:pt x="0" y="215"/>
                      <a:pt x="0" y="245"/>
                    </a:cubicBezTo>
                    <a:cubicBezTo>
                      <a:pt x="0" y="245"/>
                      <a:pt x="567" y="1079"/>
                      <a:pt x="1068" y="1546"/>
                    </a:cubicBezTo>
                    <a:cubicBezTo>
                      <a:pt x="1334" y="1746"/>
                      <a:pt x="1668" y="2013"/>
                      <a:pt x="1935" y="2179"/>
                    </a:cubicBezTo>
                    <a:cubicBezTo>
                      <a:pt x="2235" y="2346"/>
                      <a:pt x="2502" y="2446"/>
                      <a:pt x="2502" y="2446"/>
                    </a:cubicBezTo>
                    <a:cubicBezTo>
                      <a:pt x="2535" y="2446"/>
                      <a:pt x="2702" y="2213"/>
                      <a:pt x="2702" y="2179"/>
                    </a:cubicBezTo>
                    <a:cubicBezTo>
                      <a:pt x="2702" y="2179"/>
                      <a:pt x="2502" y="2013"/>
                      <a:pt x="2268" y="1746"/>
                    </a:cubicBezTo>
                    <a:cubicBezTo>
                      <a:pt x="2035" y="1479"/>
                      <a:pt x="1768" y="1212"/>
                      <a:pt x="1535" y="979"/>
                    </a:cubicBezTo>
                    <a:cubicBezTo>
                      <a:pt x="1068" y="578"/>
                      <a:pt x="234" y="11"/>
                      <a:pt x="234" y="11"/>
                    </a:cubicBezTo>
                    <a:cubicBezTo>
                      <a:pt x="234" y="4"/>
                      <a:pt x="231" y="1"/>
                      <a:pt x="2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41" name="Google Shape;2641;p22"/>
              <p:cNvSpPr/>
              <p:nvPr/>
            </p:nvSpPr>
            <p:spPr>
              <a:xfrm>
                <a:off x="172991" y="4146805"/>
                <a:ext cx="510585" cy="76892"/>
              </a:xfrm>
              <a:custGeom>
                <a:avLst/>
                <a:gdLst/>
                <a:ahLst/>
                <a:cxnLst/>
                <a:rect l="l" t="t" r="r" b="b"/>
                <a:pathLst>
                  <a:path w="21116" h="3180" extrusionOk="0">
                    <a:moveTo>
                      <a:pt x="10841" y="1"/>
                    </a:moveTo>
                    <a:cubicBezTo>
                      <a:pt x="10675" y="201"/>
                      <a:pt x="10474" y="468"/>
                      <a:pt x="10241" y="701"/>
                    </a:cubicBezTo>
                    <a:cubicBezTo>
                      <a:pt x="10141" y="835"/>
                      <a:pt x="10041" y="968"/>
                      <a:pt x="9907" y="1068"/>
                    </a:cubicBezTo>
                    <a:lnTo>
                      <a:pt x="9874" y="1135"/>
                    </a:lnTo>
                    <a:lnTo>
                      <a:pt x="9841" y="1168"/>
                    </a:lnTo>
                    <a:lnTo>
                      <a:pt x="9741" y="1268"/>
                    </a:lnTo>
                    <a:cubicBezTo>
                      <a:pt x="9540" y="1468"/>
                      <a:pt x="9307" y="1635"/>
                      <a:pt x="9040" y="1769"/>
                    </a:cubicBezTo>
                    <a:cubicBezTo>
                      <a:pt x="8572" y="2003"/>
                      <a:pt x="8053" y="2108"/>
                      <a:pt x="7527" y="2108"/>
                    </a:cubicBezTo>
                    <a:cubicBezTo>
                      <a:pt x="7453" y="2108"/>
                      <a:pt x="7379" y="2106"/>
                      <a:pt x="7306" y="2102"/>
                    </a:cubicBezTo>
                    <a:cubicBezTo>
                      <a:pt x="6672" y="2036"/>
                      <a:pt x="6071" y="1802"/>
                      <a:pt x="5571" y="1468"/>
                    </a:cubicBezTo>
                    <a:cubicBezTo>
                      <a:pt x="5471" y="1335"/>
                      <a:pt x="5337" y="1268"/>
                      <a:pt x="5204" y="1168"/>
                    </a:cubicBezTo>
                    <a:lnTo>
                      <a:pt x="5037" y="1035"/>
                    </a:lnTo>
                    <a:lnTo>
                      <a:pt x="4904" y="935"/>
                    </a:lnTo>
                    <a:lnTo>
                      <a:pt x="4804" y="801"/>
                    </a:lnTo>
                    <a:lnTo>
                      <a:pt x="4537" y="534"/>
                    </a:lnTo>
                    <a:lnTo>
                      <a:pt x="4504" y="501"/>
                    </a:lnTo>
                    <a:lnTo>
                      <a:pt x="4403" y="568"/>
                    </a:lnTo>
                    <a:lnTo>
                      <a:pt x="4237" y="701"/>
                    </a:lnTo>
                    <a:cubicBezTo>
                      <a:pt x="4137" y="868"/>
                      <a:pt x="3970" y="1001"/>
                      <a:pt x="3836" y="1135"/>
                    </a:cubicBezTo>
                    <a:cubicBezTo>
                      <a:pt x="3002" y="1902"/>
                      <a:pt x="2068" y="2369"/>
                      <a:pt x="1368" y="2503"/>
                    </a:cubicBezTo>
                    <a:cubicBezTo>
                      <a:pt x="1034" y="2569"/>
                      <a:pt x="734" y="2636"/>
                      <a:pt x="534" y="2636"/>
                    </a:cubicBezTo>
                    <a:lnTo>
                      <a:pt x="234" y="2636"/>
                    </a:lnTo>
                    <a:cubicBezTo>
                      <a:pt x="0" y="2669"/>
                      <a:pt x="0" y="3003"/>
                      <a:pt x="234" y="3003"/>
                    </a:cubicBezTo>
                    <a:lnTo>
                      <a:pt x="567" y="3003"/>
                    </a:lnTo>
                    <a:cubicBezTo>
                      <a:pt x="801" y="3003"/>
                      <a:pt x="1134" y="2970"/>
                      <a:pt x="1501" y="2903"/>
                    </a:cubicBezTo>
                    <a:cubicBezTo>
                      <a:pt x="1702" y="2836"/>
                      <a:pt x="1902" y="2836"/>
                      <a:pt x="2135" y="2736"/>
                    </a:cubicBezTo>
                    <a:cubicBezTo>
                      <a:pt x="2369" y="2669"/>
                      <a:pt x="2569" y="2603"/>
                      <a:pt x="2836" y="2469"/>
                    </a:cubicBezTo>
                    <a:cubicBezTo>
                      <a:pt x="3303" y="2236"/>
                      <a:pt x="3803" y="1869"/>
                      <a:pt x="4237" y="1502"/>
                    </a:cubicBezTo>
                    <a:lnTo>
                      <a:pt x="4403" y="1335"/>
                    </a:lnTo>
                    <a:lnTo>
                      <a:pt x="4470" y="1302"/>
                    </a:lnTo>
                    <a:cubicBezTo>
                      <a:pt x="4470" y="1302"/>
                      <a:pt x="4470" y="1272"/>
                      <a:pt x="4480" y="1272"/>
                    </a:cubicBezTo>
                    <a:cubicBezTo>
                      <a:pt x="4485" y="1272"/>
                      <a:pt x="4492" y="1279"/>
                      <a:pt x="4504" y="1302"/>
                    </a:cubicBezTo>
                    <a:lnTo>
                      <a:pt x="4570" y="1368"/>
                    </a:lnTo>
                    <a:lnTo>
                      <a:pt x="4637" y="1402"/>
                    </a:lnTo>
                    <a:lnTo>
                      <a:pt x="4670" y="1468"/>
                    </a:lnTo>
                    <a:lnTo>
                      <a:pt x="4870" y="1635"/>
                    </a:lnTo>
                    <a:cubicBezTo>
                      <a:pt x="5004" y="1769"/>
                      <a:pt x="5171" y="1869"/>
                      <a:pt x="5304" y="1969"/>
                    </a:cubicBezTo>
                    <a:cubicBezTo>
                      <a:pt x="5871" y="2369"/>
                      <a:pt x="6538" y="2669"/>
                      <a:pt x="7306" y="2736"/>
                    </a:cubicBezTo>
                    <a:cubicBezTo>
                      <a:pt x="7486" y="2771"/>
                      <a:pt x="7674" y="2787"/>
                      <a:pt x="7863" y="2787"/>
                    </a:cubicBezTo>
                    <a:cubicBezTo>
                      <a:pt x="8406" y="2787"/>
                      <a:pt x="8962" y="2650"/>
                      <a:pt x="9407" y="2402"/>
                    </a:cubicBezTo>
                    <a:cubicBezTo>
                      <a:pt x="9741" y="2236"/>
                      <a:pt x="10041" y="2036"/>
                      <a:pt x="10308" y="1835"/>
                    </a:cubicBezTo>
                    <a:lnTo>
                      <a:pt x="10474" y="1669"/>
                    </a:lnTo>
                    <a:cubicBezTo>
                      <a:pt x="10508" y="1802"/>
                      <a:pt x="10575" y="1969"/>
                      <a:pt x="10675" y="2136"/>
                    </a:cubicBezTo>
                    <a:cubicBezTo>
                      <a:pt x="10841" y="2436"/>
                      <a:pt x="11175" y="2703"/>
                      <a:pt x="11509" y="2869"/>
                    </a:cubicBezTo>
                    <a:cubicBezTo>
                      <a:pt x="11922" y="3106"/>
                      <a:pt x="12359" y="3179"/>
                      <a:pt x="12792" y="3179"/>
                    </a:cubicBezTo>
                    <a:cubicBezTo>
                      <a:pt x="13092" y="3179"/>
                      <a:pt x="13390" y="3144"/>
                      <a:pt x="13677" y="3103"/>
                    </a:cubicBezTo>
                    <a:cubicBezTo>
                      <a:pt x="14377" y="2970"/>
                      <a:pt x="15044" y="2703"/>
                      <a:pt x="15678" y="2436"/>
                    </a:cubicBezTo>
                    <a:cubicBezTo>
                      <a:pt x="15978" y="2302"/>
                      <a:pt x="16245" y="2136"/>
                      <a:pt x="16545" y="1935"/>
                    </a:cubicBezTo>
                    <a:cubicBezTo>
                      <a:pt x="16646" y="1835"/>
                      <a:pt x="16679" y="1802"/>
                      <a:pt x="16746" y="1769"/>
                    </a:cubicBezTo>
                    <a:lnTo>
                      <a:pt x="16846" y="1669"/>
                    </a:lnTo>
                    <a:lnTo>
                      <a:pt x="16879" y="1635"/>
                    </a:lnTo>
                    <a:cubicBezTo>
                      <a:pt x="16925" y="1612"/>
                      <a:pt x="16955" y="1573"/>
                      <a:pt x="16969" y="1573"/>
                    </a:cubicBezTo>
                    <a:cubicBezTo>
                      <a:pt x="16976" y="1573"/>
                      <a:pt x="16979" y="1581"/>
                      <a:pt x="16979" y="1602"/>
                    </a:cubicBezTo>
                    <a:cubicBezTo>
                      <a:pt x="17012" y="1602"/>
                      <a:pt x="17012" y="1635"/>
                      <a:pt x="17012" y="1635"/>
                    </a:cubicBezTo>
                    <a:lnTo>
                      <a:pt x="17046" y="1702"/>
                    </a:lnTo>
                    <a:cubicBezTo>
                      <a:pt x="17113" y="1702"/>
                      <a:pt x="17113" y="1769"/>
                      <a:pt x="17146" y="1802"/>
                    </a:cubicBezTo>
                    <a:cubicBezTo>
                      <a:pt x="17279" y="1935"/>
                      <a:pt x="17346" y="2036"/>
                      <a:pt x="17479" y="2136"/>
                    </a:cubicBezTo>
                    <a:cubicBezTo>
                      <a:pt x="17680" y="2336"/>
                      <a:pt x="17946" y="2503"/>
                      <a:pt x="18180" y="2636"/>
                    </a:cubicBezTo>
                    <a:cubicBezTo>
                      <a:pt x="18647" y="2869"/>
                      <a:pt x="19114" y="3003"/>
                      <a:pt x="19514" y="3103"/>
                    </a:cubicBezTo>
                    <a:cubicBezTo>
                      <a:pt x="19731" y="3120"/>
                      <a:pt x="19923" y="3128"/>
                      <a:pt x="20085" y="3128"/>
                    </a:cubicBezTo>
                    <a:cubicBezTo>
                      <a:pt x="20248" y="3128"/>
                      <a:pt x="20382" y="3120"/>
                      <a:pt x="20482" y="3103"/>
                    </a:cubicBezTo>
                    <a:cubicBezTo>
                      <a:pt x="20682" y="3036"/>
                      <a:pt x="20815" y="3003"/>
                      <a:pt x="20815" y="3003"/>
                    </a:cubicBezTo>
                    <a:cubicBezTo>
                      <a:pt x="21115" y="2869"/>
                      <a:pt x="20882" y="2603"/>
                      <a:pt x="20582" y="2569"/>
                    </a:cubicBezTo>
                    <a:cubicBezTo>
                      <a:pt x="20582" y="2569"/>
                      <a:pt x="20548" y="2636"/>
                      <a:pt x="20515" y="2636"/>
                    </a:cubicBezTo>
                    <a:cubicBezTo>
                      <a:pt x="20482" y="2636"/>
                      <a:pt x="20382" y="2669"/>
                      <a:pt x="20315" y="2669"/>
                    </a:cubicBezTo>
                    <a:cubicBezTo>
                      <a:pt x="20218" y="2683"/>
                      <a:pt x="20116" y="2691"/>
                      <a:pt x="20005" y="2691"/>
                    </a:cubicBezTo>
                    <a:cubicBezTo>
                      <a:pt x="19849" y="2691"/>
                      <a:pt x="19676" y="2675"/>
                      <a:pt x="19481" y="2636"/>
                    </a:cubicBezTo>
                    <a:cubicBezTo>
                      <a:pt x="19147" y="2569"/>
                      <a:pt x="18714" y="2402"/>
                      <a:pt x="18313" y="2169"/>
                    </a:cubicBezTo>
                    <a:cubicBezTo>
                      <a:pt x="18080" y="2036"/>
                      <a:pt x="17880" y="1869"/>
                      <a:pt x="17713" y="1702"/>
                    </a:cubicBezTo>
                    <a:cubicBezTo>
                      <a:pt x="17646" y="1635"/>
                      <a:pt x="17546" y="1502"/>
                      <a:pt x="17479" y="1402"/>
                    </a:cubicBezTo>
                    <a:cubicBezTo>
                      <a:pt x="17479" y="1368"/>
                      <a:pt x="17413" y="1368"/>
                      <a:pt x="17413" y="1335"/>
                    </a:cubicBezTo>
                    <a:lnTo>
                      <a:pt x="17379" y="1302"/>
                    </a:lnTo>
                    <a:lnTo>
                      <a:pt x="17346" y="1202"/>
                    </a:lnTo>
                    <a:cubicBezTo>
                      <a:pt x="17313" y="1068"/>
                      <a:pt x="17213" y="968"/>
                      <a:pt x="17179" y="835"/>
                    </a:cubicBezTo>
                    <a:lnTo>
                      <a:pt x="17079" y="668"/>
                    </a:lnTo>
                    <a:cubicBezTo>
                      <a:pt x="17046" y="668"/>
                      <a:pt x="17046" y="635"/>
                      <a:pt x="17046" y="635"/>
                    </a:cubicBezTo>
                    <a:lnTo>
                      <a:pt x="17012" y="668"/>
                    </a:lnTo>
                    <a:lnTo>
                      <a:pt x="16912" y="735"/>
                    </a:lnTo>
                    <a:cubicBezTo>
                      <a:pt x="16812" y="868"/>
                      <a:pt x="16712" y="968"/>
                      <a:pt x="16579" y="1035"/>
                    </a:cubicBezTo>
                    <a:cubicBezTo>
                      <a:pt x="16545" y="1068"/>
                      <a:pt x="16479" y="1135"/>
                      <a:pt x="16412" y="1168"/>
                    </a:cubicBezTo>
                    <a:lnTo>
                      <a:pt x="16345" y="1235"/>
                    </a:lnTo>
                    <a:cubicBezTo>
                      <a:pt x="16312" y="1302"/>
                      <a:pt x="16212" y="1335"/>
                      <a:pt x="16179" y="1368"/>
                    </a:cubicBezTo>
                    <a:cubicBezTo>
                      <a:pt x="15912" y="1535"/>
                      <a:pt x="15645" y="1702"/>
                      <a:pt x="15345" y="1835"/>
                    </a:cubicBezTo>
                    <a:cubicBezTo>
                      <a:pt x="14744" y="2136"/>
                      <a:pt x="14144" y="2336"/>
                      <a:pt x="13510" y="2402"/>
                    </a:cubicBezTo>
                    <a:cubicBezTo>
                      <a:pt x="13269" y="2441"/>
                      <a:pt x="13029" y="2464"/>
                      <a:pt x="12795" y="2464"/>
                    </a:cubicBezTo>
                    <a:cubicBezTo>
                      <a:pt x="12414" y="2464"/>
                      <a:pt x="12052" y="2401"/>
                      <a:pt x="11742" y="2236"/>
                    </a:cubicBezTo>
                    <a:cubicBezTo>
                      <a:pt x="11542" y="2136"/>
                      <a:pt x="11342" y="1969"/>
                      <a:pt x="11208" y="1735"/>
                    </a:cubicBezTo>
                    <a:cubicBezTo>
                      <a:pt x="11142" y="1635"/>
                      <a:pt x="11075" y="1535"/>
                      <a:pt x="11042" y="1368"/>
                    </a:cubicBezTo>
                    <a:cubicBezTo>
                      <a:pt x="10975" y="1035"/>
                      <a:pt x="10908" y="668"/>
                      <a:pt x="10875" y="368"/>
                    </a:cubicBezTo>
                    <a:cubicBezTo>
                      <a:pt x="10875" y="201"/>
                      <a:pt x="10841" y="101"/>
                      <a:pt x="108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42" name="Google Shape;2642;p22"/>
              <p:cNvSpPr/>
              <p:nvPr/>
            </p:nvSpPr>
            <p:spPr>
              <a:xfrm>
                <a:off x="1059043" y="3265324"/>
                <a:ext cx="389153" cy="110430"/>
              </a:xfrm>
              <a:custGeom>
                <a:avLst/>
                <a:gdLst/>
                <a:ahLst/>
                <a:cxnLst/>
                <a:rect l="l" t="t" r="r" b="b"/>
                <a:pathLst>
                  <a:path w="16094" h="4567" extrusionOk="0">
                    <a:moveTo>
                      <a:pt x="4528" y="0"/>
                    </a:moveTo>
                    <a:cubicBezTo>
                      <a:pt x="4523" y="0"/>
                      <a:pt x="4519" y="7"/>
                      <a:pt x="4519" y="30"/>
                    </a:cubicBezTo>
                    <a:lnTo>
                      <a:pt x="4319" y="297"/>
                    </a:lnTo>
                    <a:cubicBezTo>
                      <a:pt x="4185" y="463"/>
                      <a:pt x="4085" y="630"/>
                      <a:pt x="3985" y="797"/>
                    </a:cubicBezTo>
                    <a:cubicBezTo>
                      <a:pt x="3685" y="1231"/>
                      <a:pt x="3352" y="1631"/>
                      <a:pt x="3051" y="1998"/>
                    </a:cubicBezTo>
                    <a:cubicBezTo>
                      <a:pt x="2484" y="2732"/>
                      <a:pt x="1750" y="3165"/>
                      <a:pt x="1217" y="3265"/>
                    </a:cubicBezTo>
                    <a:lnTo>
                      <a:pt x="850" y="3265"/>
                    </a:lnTo>
                    <a:cubicBezTo>
                      <a:pt x="716" y="3265"/>
                      <a:pt x="650" y="3232"/>
                      <a:pt x="550" y="3232"/>
                    </a:cubicBezTo>
                    <a:cubicBezTo>
                      <a:pt x="416" y="3165"/>
                      <a:pt x="349" y="3132"/>
                      <a:pt x="349" y="3132"/>
                    </a:cubicBezTo>
                    <a:cubicBezTo>
                      <a:pt x="334" y="3126"/>
                      <a:pt x="319" y="3123"/>
                      <a:pt x="304" y="3123"/>
                    </a:cubicBezTo>
                    <a:cubicBezTo>
                      <a:pt x="150" y="3123"/>
                      <a:pt x="0" y="3405"/>
                      <a:pt x="183" y="3465"/>
                    </a:cubicBezTo>
                    <a:lnTo>
                      <a:pt x="416" y="3599"/>
                    </a:lnTo>
                    <a:cubicBezTo>
                      <a:pt x="516" y="3632"/>
                      <a:pt x="650" y="3632"/>
                      <a:pt x="750" y="3666"/>
                    </a:cubicBezTo>
                    <a:lnTo>
                      <a:pt x="1217" y="3666"/>
                    </a:lnTo>
                    <a:cubicBezTo>
                      <a:pt x="1550" y="3632"/>
                      <a:pt x="1984" y="3499"/>
                      <a:pt x="2351" y="3265"/>
                    </a:cubicBezTo>
                    <a:cubicBezTo>
                      <a:pt x="2718" y="3065"/>
                      <a:pt x="3085" y="2732"/>
                      <a:pt x="3418" y="2331"/>
                    </a:cubicBezTo>
                    <a:cubicBezTo>
                      <a:pt x="3752" y="1964"/>
                      <a:pt x="4085" y="1564"/>
                      <a:pt x="4419" y="1130"/>
                    </a:cubicBezTo>
                    <a:lnTo>
                      <a:pt x="4552" y="964"/>
                    </a:lnTo>
                    <a:lnTo>
                      <a:pt x="4552" y="1030"/>
                    </a:lnTo>
                    <a:lnTo>
                      <a:pt x="4686" y="1130"/>
                    </a:lnTo>
                    <a:lnTo>
                      <a:pt x="4986" y="1431"/>
                    </a:lnTo>
                    <a:cubicBezTo>
                      <a:pt x="5386" y="1864"/>
                      <a:pt x="5853" y="2231"/>
                      <a:pt x="6354" y="2465"/>
                    </a:cubicBezTo>
                    <a:cubicBezTo>
                      <a:pt x="6854" y="2732"/>
                      <a:pt x="7421" y="2898"/>
                      <a:pt x="7988" y="2898"/>
                    </a:cubicBezTo>
                    <a:cubicBezTo>
                      <a:pt x="8522" y="2898"/>
                      <a:pt x="9089" y="2765"/>
                      <a:pt x="9589" y="2565"/>
                    </a:cubicBezTo>
                    <a:cubicBezTo>
                      <a:pt x="10090" y="2365"/>
                      <a:pt x="10657" y="2098"/>
                      <a:pt x="11090" y="1798"/>
                    </a:cubicBezTo>
                    <a:cubicBezTo>
                      <a:pt x="11224" y="1731"/>
                      <a:pt x="11357" y="1698"/>
                      <a:pt x="11491" y="1597"/>
                    </a:cubicBezTo>
                    <a:lnTo>
                      <a:pt x="11557" y="1564"/>
                    </a:lnTo>
                    <a:lnTo>
                      <a:pt x="11591" y="1564"/>
                    </a:lnTo>
                    <a:cubicBezTo>
                      <a:pt x="11610" y="1564"/>
                      <a:pt x="11618" y="1559"/>
                      <a:pt x="11624" y="1559"/>
                    </a:cubicBezTo>
                    <a:cubicBezTo>
                      <a:pt x="11638" y="1559"/>
                      <a:pt x="11638" y="1593"/>
                      <a:pt x="11758" y="1831"/>
                    </a:cubicBezTo>
                    <a:cubicBezTo>
                      <a:pt x="12024" y="2331"/>
                      <a:pt x="12325" y="2798"/>
                      <a:pt x="12591" y="3232"/>
                    </a:cubicBezTo>
                    <a:cubicBezTo>
                      <a:pt x="12925" y="3632"/>
                      <a:pt x="13259" y="3966"/>
                      <a:pt x="13692" y="4233"/>
                    </a:cubicBezTo>
                    <a:cubicBezTo>
                      <a:pt x="14093" y="4466"/>
                      <a:pt x="14526" y="4566"/>
                      <a:pt x="14860" y="4566"/>
                    </a:cubicBezTo>
                    <a:cubicBezTo>
                      <a:pt x="15227" y="4566"/>
                      <a:pt x="15494" y="4533"/>
                      <a:pt x="15660" y="4466"/>
                    </a:cubicBezTo>
                    <a:cubicBezTo>
                      <a:pt x="15827" y="4433"/>
                      <a:pt x="15894" y="4399"/>
                      <a:pt x="15894" y="4399"/>
                    </a:cubicBezTo>
                    <a:cubicBezTo>
                      <a:pt x="16094" y="4299"/>
                      <a:pt x="15994" y="4033"/>
                      <a:pt x="15727" y="3966"/>
                    </a:cubicBezTo>
                    <a:cubicBezTo>
                      <a:pt x="15727" y="3966"/>
                      <a:pt x="15660" y="4033"/>
                      <a:pt x="15494" y="4066"/>
                    </a:cubicBezTo>
                    <a:cubicBezTo>
                      <a:pt x="15327" y="4066"/>
                      <a:pt x="15093" y="4099"/>
                      <a:pt x="14826" y="4099"/>
                    </a:cubicBezTo>
                    <a:cubicBezTo>
                      <a:pt x="14526" y="4066"/>
                      <a:pt x="14226" y="3966"/>
                      <a:pt x="13892" y="3766"/>
                    </a:cubicBezTo>
                    <a:cubicBezTo>
                      <a:pt x="13559" y="3566"/>
                      <a:pt x="13259" y="3232"/>
                      <a:pt x="13025" y="2865"/>
                    </a:cubicBezTo>
                    <a:cubicBezTo>
                      <a:pt x="12758" y="2431"/>
                      <a:pt x="12525" y="1964"/>
                      <a:pt x="12325" y="1531"/>
                    </a:cubicBezTo>
                    <a:cubicBezTo>
                      <a:pt x="12225" y="1397"/>
                      <a:pt x="12191" y="1231"/>
                      <a:pt x="12091" y="1064"/>
                    </a:cubicBezTo>
                    <a:lnTo>
                      <a:pt x="11924" y="730"/>
                    </a:lnTo>
                    <a:lnTo>
                      <a:pt x="11891" y="630"/>
                    </a:lnTo>
                    <a:lnTo>
                      <a:pt x="11891" y="597"/>
                    </a:lnTo>
                    <a:cubicBezTo>
                      <a:pt x="11891" y="586"/>
                      <a:pt x="11887" y="582"/>
                      <a:pt x="11882" y="582"/>
                    </a:cubicBezTo>
                    <a:cubicBezTo>
                      <a:pt x="11872" y="582"/>
                      <a:pt x="11858" y="597"/>
                      <a:pt x="11858" y="597"/>
                    </a:cubicBezTo>
                    <a:lnTo>
                      <a:pt x="11691" y="697"/>
                    </a:lnTo>
                    <a:lnTo>
                      <a:pt x="11090" y="1030"/>
                    </a:lnTo>
                    <a:cubicBezTo>
                      <a:pt x="11024" y="1097"/>
                      <a:pt x="10890" y="1130"/>
                      <a:pt x="10757" y="1231"/>
                    </a:cubicBezTo>
                    <a:cubicBezTo>
                      <a:pt x="9856" y="1731"/>
                      <a:pt x="8855" y="2131"/>
                      <a:pt x="8022" y="2131"/>
                    </a:cubicBezTo>
                    <a:cubicBezTo>
                      <a:pt x="7188" y="2131"/>
                      <a:pt x="6220" y="1698"/>
                      <a:pt x="5486" y="930"/>
                    </a:cubicBezTo>
                    <a:cubicBezTo>
                      <a:pt x="5386" y="864"/>
                      <a:pt x="5253" y="764"/>
                      <a:pt x="5186" y="697"/>
                    </a:cubicBezTo>
                    <a:lnTo>
                      <a:pt x="4753" y="230"/>
                    </a:lnTo>
                    <a:lnTo>
                      <a:pt x="4652" y="96"/>
                    </a:lnTo>
                    <a:lnTo>
                      <a:pt x="4552" y="30"/>
                    </a:lnTo>
                    <a:cubicBezTo>
                      <a:pt x="4552" y="30"/>
                      <a:pt x="4538" y="0"/>
                      <a:pt x="45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43" name="Google Shape;2643;p22"/>
              <p:cNvSpPr/>
              <p:nvPr/>
            </p:nvSpPr>
            <p:spPr>
              <a:xfrm>
                <a:off x="1403511" y="4612319"/>
                <a:ext cx="514937" cy="104143"/>
              </a:xfrm>
              <a:custGeom>
                <a:avLst/>
                <a:gdLst/>
                <a:ahLst/>
                <a:cxnLst/>
                <a:rect l="l" t="t" r="r" b="b"/>
                <a:pathLst>
                  <a:path w="21296" h="4307" extrusionOk="0">
                    <a:moveTo>
                      <a:pt x="13664" y="1"/>
                    </a:moveTo>
                    <a:cubicBezTo>
                      <a:pt x="13660" y="1"/>
                      <a:pt x="13656" y="9"/>
                      <a:pt x="13656" y="29"/>
                    </a:cubicBezTo>
                    <a:lnTo>
                      <a:pt x="13623" y="63"/>
                    </a:lnTo>
                    <a:lnTo>
                      <a:pt x="13523" y="129"/>
                    </a:lnTo>
                    <a:lnTo>
                      <a:pt x="13356" y="296"/>
                    </a:lnTo>
                    <a:lnTo>
                      <a:pt x="13089" y="596"/>
                    </a:lnTo>
                    <a:cubicBezTo>
                      <a:pt x="12956" y="730"/>
                      <a:pt x="12822" y="796"/>
                      <a:pt x="12689" y="897"/>
                    </a:cubicBezTo>
                    <a:cubicBezTo>
                      <a:pt x="12589" y="1030"/>
                      <a:pt x="12456" y="1097"/>
                      <a:pt x="12322" y="1197"/>
                    </a:cubicBezTo>
                    <a:lnTo>
                      <a:pt x="11955" y="1430"/>
                    </a:lnTo>
                    <a:cubicBezTo>
                      <a:pt x="11455" y="1764"/>
                      <a:pt x="10854" y="1931"/>
                      <a:pt x="10321" y="2064"/>
                    </a:cubicBezTo>
                    <a:cubicBezTo>
                      <a:pt x="9912" y="2153"/>
                      <a:pt x="9465" y="2204"/>
                      <a:pt x="9003" y="2204"/>
                    </a:cubicBezTo>
                    <a:cubicBezTo>
                      <a:pt x="8257" y="2204"/>
                      <a:pt x="7472" y="2073"/>
                      <a:pt x="6751" y="1764"/>
                    </a:cubicBezTo>
                    <a:cubicBezTo>
                      <a:pt x="6451" y="1697"/>
                      <a:pt x="6184" y="1530"/>
                      <a:pt x="5918" y="1364"/>
                    </a:cubicBezTo>
                    <a:lnTo>
                      <a:pt x="5517" y="1097"/>
                    </a:lnTo>
                    <a:lnTo>
                      <a:pt x="5350" y="930"/>
                    </a:lnTo>
                    <a:lnTo>
                      <a:pt x="5017" y="630"/>
                    </a:lnTo>
                    <a:cubicBezTo>
                      <a:pt x="4917" y="563"/>
                      <a:pt x="4817" y="430"/>
                      <a:pt x="4683" y="363"/>
                    </a:cubicBezTo>
                    <a:lnTo>
                      <a:pt x="4483" y="763"/>
                    </a:lnTo>
                    <a:cubicBezTo>
                      <a:pt x="4416" y="963"/>
                      <a:pt x="4283" y="1130"/>
                      <a:pt x="4183" y="1364"/>
                    </a:cubicBezTo>
                    <a:lnTo>
                      <a:pt x="3949" y="1730"/>
                    </a:lnTo>
                    <a:cubicBezTo>
                      <a:pt x="3849" y="1797"/>
                      <a:pt x="3783" y="1964"/>
                      <a:pt x="3683" y="2064"/>
                    </a:cubicBezTo>
                    <a:cubicBezTo>
                      <a:pt x="2982" y="2931"/>
                      <a:pt x="2015" y="3398"/>
                      <a:pt x="1348" y="3632"/>
                    </a:cubicBezTo>
                    <a:cubicBezTo>
                      <a:pt x="1181" y="3732"/>
                      <a:pt x="1014" y="3765"/>
                      <a:pt x="914" y="3799"/>
                    </a:cubicBezTo>
                    <a:cubicBezTo>
                      <a:pt x="747" y="3865"/>
                      <a:pt x="614" y="3865"/>
                      <a:pt x="514" y="3899"/>
                    </a:cubicBezTo>
                    <a:cubicBezTo>
                      <a:pt x="347" y="3899"/>
                      <a:pt x="247" y="3932"/>
                      <a:pt x="247" y="3932"/>
                    </a:cubicBezTo>
                    <a:cubicBezTo>
                      <a:pt x="0" y="3963"/>
                      <a:pt x="10" y="4306"/>
                      <a:pt x="223" y="4306"/>
                    </a:cubicBezTo>
                    <a:cubicBezTo>
                      <a:pt x="241" y="4306"/>
                      <a:pt x="260" y="4304"/>
                      <a:pt x="280" y="4299"/>
                    </a:cubicBezTo>
                    <a:cubicBezTo>
                      <a:pt x="280" y="4299"/>
                      <a:pt x="414" y="4299"/>
                      <a:pt x="614" y="4266"/>
                    </a:cubicBezTo>
                    <a:cubicBezTo>
                      <a:pt x="680" y="4232"/>
                      <a:pt x="814" y="4232"/>
                      <a:pt x="981" y="4199"/>
                    </a:cubicBezTo>
                    <a:cubicBezTo>
                      <a:pt x="1114" y="4132"/>
                      <a:pt x="1281" y="4099"/>
                      <a:pt x="1481" y="4065"/>
                    </a:cubicBezTo>
                    <a:cubicBezTo>
                      <a:pt x="2182" y="3799"/>
                      <a:pt x="3282" y="3365"/>
                      <a:pt x="4116" y="2398"/>
                    </a:cubicBezTo>
                    <a:cubicBezTo>
                      <a:pt x="4250" y="2264"/>
                      <a:pt x="4316" y="2131"/>
                      <a:pt x="4416" y="2031"/>
                    </a:cubicBezTo>
                    <a:cubicBezTo>
                      <a:pt x="4483" y="1897"/>
                      <a:pt x="4617" y="1730"/>
                      <a:pt x="4683" y="1597"/>
                    </a:cubicBezTo>
                    <a:lnTo>
                      <a:pt x="4817" y="1397"/>
                    </a:lnTo>
                    <a:lnTo>
                      <a:pt x="4850" y="1364"/>
                    </a:lnTo>
                    <a:lnTo>
                      <a:pt x="4917" y="1297"/>
                    </a:lnTo>
                    <a:lnTo>
                      <a:pt x="4950" y="1364"/>
                    </a:lnTo>
                    <a:lnTo>
                      <a:pt x="4984" y="1397"/>
                    </a:lnTo>
                    <a:cubicBezTo>
                      <a:pt x="5084" y="1430"/>
                      <a:pt x="5117" y="1530"/>
                      <a:pt x="5184" y="1564"/>
                    </a:cubicBezTo>
                    <a:lnTo>
                      <a:pt x="5617" y="1864"/>
                    </a:lnTo>
                    <a:cubicBezTo>
                      <a:pt x="5918" y="2031"/>
                      <a:pt x="6184" y="2231"/>
                      <a:pt x="6518" y="2364"/>
                    </a:cubicBezTo>
                    <a:cubicBezTo>
                      <a:pt x="7371" y="2748"/>
                      <a:pt x="8278" y="2914"/>
                      <a:pt x="9135" y="2914"/>
                    </a:cubicBezTo>
                    <a:cubicBezTo>
                      <a:pt x="9619" y="2914"/>
                      <a:pt x="10087" y="2861"/>
                      <a:pt x="10521" y="2765"/>
                    </a:cubicBezTo>
                    <a:cubicBezTo>
                      <a:pt x="11121" y="2598"/>
                      <a:pt x="11788" y="2398"/>
                      <a:pt x="12355" y="2064"/>
                    </a:cubicBezTo>
                    <a:cubicBezTo>
                      <a:pt x="12522" y="1964"/>
                      <a:pt x="12656" y="1864"/>
                      <a:pt x="12822" y="1764"/>
                    </a:cubicBezTo>
                    <a:cubicBezTo>
                      <a:pt x="12956" y="1630"/>
                      <a:pt x="13123" y="1564"/>
                      <a:pt x="13256" y="1430"/>
                    </a:cubicBezTo>
                    <a:cubicBezTo>
                      <a:pt x="13423" y="1364"/>
                      <a:pt x="13523" y="1230"/>
                      <a:pt x="13656" y="1097"/>
                    </a:cubicBezTo>
                    <a:lnTo>
                      <a:pt x="13690" y="1063"/>
                    </a:lnTo>
                    <a:lnTo>
                      <a:pt x="13790" y="1197"/>
                    </a:lnTo>
                    <a:lnTo>
                      <a:pt x="14123" y="1564"/>
                    </a:lnTo>
                    <a:lnTo>
                      <a:pt x="14490" y="1931"/>
                    </a:lnTo>
                    <a:cubicBezTo>
                      <a:pt x="14624" y="2064"/>
                      <a:pt x="14791" y="2131"/>
                      <a:pt x="14924" y="2264"/>
                    </a:cubicBezTo>
                    <a:cubicBezTo>
                      <a:pt x="15491" y="2631"/>
                      <a:pt x="16125" y="2898"/>
                      <a:pt x="16759" y="3065"/>
                    </a:cubicBezTo>
                    <a:cubicBezTo>
                      <a:pt x="17387" y="3222"/>
                      <a:pt x="17997" y="3269"/>
                      <a:pt x="18541" y="3269"/>
                    </a:cubicBezTo>
                    <a:cubicBezTo>
                      <a:pt x="19037" y="3269"/>
                      <a:pt x="19478" y="3230"/>
                      <a:pt x="19827" y="3198"/>
                    </a:cubicBezTo>
                    <a:cubicBezTo>
                      <a:pt x="20595" y="3098"/>
                      <a:pt x="21028" y="3031"/>
                      <a:pt x="21028" y="3031"/>
                    </a:cubicBezTo>
                    <a:cubicBezTo>
                      <a:pt x="21295" y="2965"/>
                      <a:pt x="21195" y="2698"/>
                      <a:pt x="20995" y="2598"/>
                    </a:cubicBezTo>
                    <a:cubicBezTo>
                      <a:pt x="20995" y="2598"/>
                      <a:pt x="20528" y="2698"/>
                      <a:pt x="19794" y="2731"/>
                    </a:cubicBezTo>
                    <a:cubicBezTo>
                      <a:pt x="19602" y="2740"/>
                      <a:pt x="19394" y="2746"/>
                      <a:pt x="19171" y="2746"/>
                    </a:cubicBezTo>
                    <a:cubicBezTo>
                      <a:pt x="18504" y="2746"/>
                      <a:pt x="17709" y="2689"/>
                      <a:pt x="16859" y="2464"/>
                    </a:cubicBezTo>
                    <a:cubicBezTo>
                      <a:pt x="16292" y="2364"/>
                      <a:pt x="15758" y="2097"/>
                      <a:pt x="15258" y="1730"/>
                    </a:cubicBezTo>
                    <a:cubicBezTo>
                      <a:pt x="15124" y="1630"/>
                      <a:pt x="14991" y="1530"/>
                      <a:pt x="14857" y="1430"/>
                    </a:cubicBezTo>
                    <a:lnTo>
                      <a:pt x="14524" y="1097"/>
                    </a:lnTo>
                    <a:cubicBezTo>
                      <a:pt x="14424" y="963"/>
                      <a:pt x="14324" y="897"/>
                      <a:pt x="14190" y="730"/>
                    </a:cubicBezTo>
                    <a:lnTo>
                      <a:pt x="13690" y="63"/>
                    </a:lnTo>
                    <a:cubicBezTo>
                      <a:pt x="13690" y="40"/>
                      <a:pt x="13674" y="1"/>
                      <a:pt x="136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44" name="Google Shape;2644;p22"/>
              <p:cNvSpPr/>
              <p:nvPr/>
            </p:nvSpPr>
            <p:spPr>
              <a:xfrm>
                <a:off x="290747" y="3605609"/>
                <a:ext cx="250070" cy="96793"/>
              </a:xfrm>
              <a:custGeom>
                <a:avLst/>
                <a:gdLst/>
                <a:ahLst/>
                <a:cxnLst/>
                <a:rect l="l" t="t" r="r" b="b"/>
                <a:pathLst>
                  <a:path w="10342" h="4003" extrusionOk="0">
                    <a:moveTo>
                      <a:pt x="5338" y="0"/>
                    </a:moveTo>
                    <a:lnTo>
                      <a:pt x="5304" y="33"/>
                    </a:lnTo>
                    <a:lnTo>
                      <a:pt x="5171" y="234"/>
                    </a:lnTo>
                    <a:cubicBezTo>
                      <a:pt x="5004" y="500"/>
                      <a:pt x="4904" y="734"/>
                      <a:pt x="4737" y="1034"/>
                    </a:cubicBezTo>
                    <a:cubicBezTo>
                      <a:pt x="4670" y="1134"/>
                      <a:pt x="4637" y="1168"/>
                      <a:pt x="4604" y="1234"/>
                    </a:cubicBezTo>
                    <a:lnTo>
                      <a:pt x="4470" y="1468"/>
                    </a:lnTo>
                    <a:cubicBezTo>
                      <a:pt x="4404" y="1635"/>
                      <a:pt x="4270" y="1735"/>
                      <a:pt x="4170" y="1868"/>
                    </a:cubicBezTo>
                    <a:cubicBezTo>
                      <a:pt x="4103" y="2002"/>
                      <a:pt x="3970" y="2135"/>
                      <a:pt x="3837" y="2235"/>
                    </a:cubicBezTo>
                    <a:cubicBezTo>
                      <a:pt x="3636" y="2502"/>
                      <a:pt x="3336" y="2669"/>
                      <a:pt x="3103" y="2869"/>
                    </a:cubicBezTo>
                    <a:cubicBezTo>
                      <a:pt x="2969" y="2969"/>
                      <a:pt x="2802" y="3002"/>
                      <a:pt x="2669" y="3069"/>
                    </a:cubicBezTo>
                    <a:cubicBezTo>
                      <a:pt x="2569" y="3136"/>
                      <a:pt x="2436" y="3202"/>
                      <a:pt x="2269" y="3236"/>
                    </a:cubicBezTo>
                    <a:cubicBezTo>
                      <a:pt x="1969" y="3336"/>
                      <a:pt x="1735" y="3469"/>
                      <a:pt x="1468" y="3469"/>
                    </a:cubicBezTo>
                    <a:cubicBezTo>
                      <a:pt x="1235" y="3503"/>
                      <a:pt x="1001" y="3536"/>
                      <a:pt x="801" y="3536"/>
                    </a:cubicBezTo>
                    <a:lnTo>
                      <a:pt x="167" y="3536"/>
                    </a:lnTo>
                    <a:cubicBezTo>
                      <a:pt x="67" y="3536"/>
                      <a:pt x="0" y="3903"/>
                      <a:pt x="134" y="3903"/>
                    </a:cubicBezTo>
                    <a:cubicBezTo>
                      <a:pt x="134" y="3903"/>
                      <a:pt x="401" y="3903"/>
                      <a:pt x="801" y="3970"/>
                    </a:cubicBezTo>
                    <a:cubicBezTo>
                      <a:pt x="1001" y="3970"/>
                      <a:pt x="1268" y="3903"/>
                      <a:pt x="1568" y="3903"/>
                    </a:cubicBezTo>
                    <a:cubicBezTo>
                      <a:pt x="1835" y="3903"/>
                      <a:pt x="2135" y="3836"/>
                      <a:pt x="2469" y="3736"/>
                    </a:cubicBezTo>
                    <a:cubicBezTo>
                      <a:pt x="2636" y="3736"/>
                      <a:pt x="2802" y="3669"/>
                      <a:pt x="2969" y="3569"/>
                    </a:cubicBezTo>
                    <a:lnTo>
                      <a:pt x="3470" y="3336"/>
                    </a:lnTo>
                    <a:cubicBezTo>
                      <a:pt x="3770" y="3136"/>
                      <a:pt x="4103" y="2969"/>
                      <a:pt x="4337" y="2669"/>
                    </a:cubicBezTo>
                    <a:cubicBezTo>
                      <a:pt x="4470" y="2502"/>
                      <a:pt x="4604" y="2368"/>
                      <a:pt x="4737" y="2235"/>
                    </a:cubicBezTo>
                    <a:cubicBezTo>
                      <a:pt x="4837" y="2135"/>
                      <a:pt x="4937" y="1968"/>
                      <a:pt x="5071" y="1835"/>
                    </a:cubicBezTo>
                    <a:lnTo>
                      <a:pt x="5238" y="1635"/>
                    </a:lnTo>
                    <a:cubicBezTo>
                      <a:pt x="5271" y="1568"/>
                      <a:pt x="5304" y="1501"/>
                      <a:pt x="5338" y="1401"/>
                    </a:cubicBezTo>
                    <a:lnTo>
                      <a:pt x="5338" y="1368"/>
                    </a:lnTo>
                    <a:lnTo>
                      <a:pt x="5471" y="1568"/>
                    </a:lnTo>
                    <a:cubicBezTo>
                      <a:pt x="5671" y="1868"/>
                      <a:pt x="5938" y="2168"/>
                      <a:pt x="6172" y="2402"/>
                    </a:cubicBezTo>
                    <a:cubicBezTo>
                      <a:pt x="6672" y="2969"/>
                      <a:pt x="7306" y="3403"/>
                      <a:pt x="7939" y="3669"/>
                    </a:cubicBezTo>
                    <a:cubicBezTo>
                      <a:pt x="8573" y="3903"/>
                      <a:pt x="9140" y="4003"/>
                      <a:pt x="9574" y="4003"/>
                    </a:cubicBezTo>
                    <a:cubicBezTo>
                      <a:pt x="9774" y="4003"/>
                      <a:pt x="9941" y="3970"/>
                      <a:pt x="10074" y="3970"/>
                    </a:cubicBezTo>
                    <a:cubicBezTo>
                      <a:pt x="10174" y="3903"/>
                      <a:pt x="10241" y="3903"/>
                      <a:pt x="10241" y="3903"/>
                    </a:cubicBezTo>
                    <a:cubicBezTo>
                      <a:pt x="10341" y="3870"/>
                      <a:pt x="10308" y="3569"/>
                      <a:pt x="10241" y="3569"/>
                    </a:cubicBezTo>
                    <a:lnTo>
                      <a:pt x="10074" y="3569"/>
                    </a:lnTo>
                    <a:cubicBezTo>
                      <a:pt x="10030" y="3592"/>
                      <a:pt x="9985" y="3599"/>
                      <a:pt x="9938" y="3599"/>
                    </a:cubicBezTo>
                    <a:cubicBezTo>
                      <a:pt x="9845" y="3599"/>
                      <a:pt x="9741" y="3569"/>
                      <a:pt x="9607" y="3569"/>
                    </a:cubicBezTo>
                    <a:cubicBezTo>
                      <a:pt x="9240" y="3536"/>
                      <a:pt x="8740" y="3403"/>
                      <a:pt x="8173" y="3169"/>
                    </a:cubicBezTo>
                    <a:cubicBezTo>
                      <a:pt x="7639" y="2869"/>
                      <a:pt x="7139" y="2469"/>
                      <a:pt x="6672" y="1968"/>
                    </a:cubicBezTo>
                    <a:cubicBezTo>
                      <a:pt x="6438" y="1701"/>
                      <a:pt x="6272" y="1401"/>
                      <a:pt x="6071" y="1168"/>
                    </a:cubicBezTo>
                    <a:cubicBezTo>
                      <a:pt x="5971" y="1068"/>
                      <a:pt x="5938" y="1001"/>
                      <a:pt x="5905" y="901"/>
                    </a:cubicBezTo>
                    <a:cubicBezTo>
                      <a:pt x="5805" y="801"/>
                      <a:pt x="5738" y="634"/>
                      <a:pt x="5638" y="500"/>
                    </a:cubicBezTo>
                    <a:cubicBezTo>
                      <a:pt x="5571" y="367"/>
                      <a:pt x="5471" y="200"/>
                      <a:pt x="5404" y="67"/>
                    </a:cubicBezTo>
                    <a:lnTo>
                      <a:pt x="533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45" name="Google Shape;2645;p22"/>
              <p:cNvSpPr/>
              <p:nvPr/>
            </p:nvSpPr>
            <p:spPr>
              <a:xfrm>
                <a:off x="1361075" y="3729821"/>
                <a:ext cx="252488" cy="70992"/>
              </a:xfrm>
              <a:custGeom>
                <a:avLst/>
                <a:gdLst/>
                <a:ahLst/>
                <a:cxnLst/>
                <a:rect l="l" t="t" r="r" b="b"/>
                <a:pathLst>
                  <a:path w="10442" h="2936" extrusionOk="0">
                    <a:moveTo>
                      <a:pt x="5338" y="0"/>
                    </a:moveTo>
                    <a:lnTo>
                      <a:pt x="5204" y="167"/>
                    </a:lnTo>
                    <a:cubicBezTo>
                      <a:pt x="5071" y="334"/>
                      <a:pt x="4904" y="500"/>
                      <a:pt x="4737" y="667"/>
                    </a:cubicBezTo>
                    <a:lnTo>
                      <a:pt x="4604" y="834"/>
                    </a:lnTo>
                    <a:lnTo>
                      <a:pt x="4437" y="934"/>
                    </a:lnTo>
                    <a:cubicBezTo>
                      <a:pt x="4337" y="1034"/>
                      <a:pt x="4237" y="1168"/>
                      <a:pt x="4103" y="1234"/>
                    </a:cubicBezTo>
                    <a:lnTo>
                      <a:pt x="3736" y="1501"/>
                    </a:lnTo>
                    <a:lnTo>
                      <a:pt x="3536" y="1601"/>
                    </a:lnTo>
                    <a:lnTo>
                      <a:pt x="3336" y="1701"/>
                    </a:lnTo>
                    <a:cubicBezTo>
                      <a:pt x="3169" y="1768"/>
                      <a:pt x="3036" y="1868"/>
                      <a:pt x="2902" y="1901"/>
                    </a:cubicBezTo>
                    <a:cubicBezTo>
                      <a:pt x="2602" y="2002"/>
                      <a:pt x="2369" y="2102"/>
                      <a:pt x="2069" y="2168"/>
                    </a:cubicBezTo>
                    <a:cubicBezTo>
                      <a:pt x="1535" y="2268"/>
                      <a:pt x="1034" y="2368"/>
                      <a:pt x="701" y="2435"/>
                    </a:cubicBezTo>
                    <a:cubicBezTo>
                      <a:pt x="334" y="2502"/>
                      <a:pt x="100" y="2535"/>
                      <a:pt x="100" y="2535"/>
                    </a:cubicBezTo>
                    <a:cubicBezTo>
                      <a:pt x="0" y="2569"/>
                      <a:pt x="34" y="2902"/>
                      <a:pt x="167" y="2902"/>
                    </a:cubicBezTo>
                    <a:cubicBezTo>
                      <a:pt x="167" y="2902"/>
                      <a:pt x="367" y="2902"/>
                      <a:pt x="734" y="2869"/>
                    </a:cubicBezTo>
                    <a:cubicBezTo>
                      <a:pt x="1101" y="2802"/>
                      <a:pt x="1602" y="2769"/>
                      <a:pt x="2202" y="2669"/>
                    </a:cubicBezTo>
                    <a:cubicBezTo>
                      <a:pt x="2502" y="2602"/>
                      <a:pt x="2769" y="2535"/>
                      <a:pt x="3103" y="2435"/>
                    </a:cubicBezTo>
                    <a:cubicBezTo>
                      <a:pt x="3269" y="2402"/>
                      <a:pt x="3403" y="2335"/>
                      <a:pt x="3570" y="2268"/>
                    </a:cubicBezTo>
                    <a:lnTo>
                      <a:pt x="3836" y="2202"/>
                    </a:lnTo>
                    <a:lnTo>
                      <a:pt x="4037" y="2068"/>
                    </a:lnTo>
                    <a:cubicBezTo>
                      <a:pt x="4203" y="1968"/>
                      <a:pt x="4370" y="1901"/>
                      <a:pt x="4504" y="1835"/>
                    </a:cubicBezTo>
                    <a:cubicBezTo>
                      <a:pt x="4670" y="1735"/>
                      <a:pt x="4770" y="1601"/>
                      <a:pt x="4904" y="1535"/>
                    </a:cubicBezTo>
                    <a:lnTo>
                      <a:pt x="5104" y="1368"/>
                    </a:lnTo>
                    <a:lnTo>
                      <a:pt x="5271" y="1201"/>
                    </a:lnTo>
                    <a:lnTo>
                      <a:pt x="5371" y="1101"/>
                    </a:lnTo>
                    <a:lnTo>
                      <a:pt x="5404" y="1068"/>
                    </a:lnTo>
                    <a:lnTo>
                      <a:pt x="5704" y="1368"/>
                    </a:lnTo>
                    <a:cubicBezTo>
                      <a:pt x="5838" y="1501"/>
                      <a:pt x="5938" y="1568"/>
                      <a:pt x="6071" y="1701"/>
                    </a:cubicBezTo>
                    <a:cubicBezTo>
                      <a:pt x="6205" y="1768"/>
                      <a:pt x="6305" y="1901"/>
                      <a:pt x="6472" y="2002"/>
                    </a:cubicBezTo>
                    <a:cubicBezTo>
                      <a:pt x="7072" y="2402"/>
                      <a:pt x="7706" y="2602"/>
                      <a:pt x="8273" y="2769"/>
                    </a:cubicBezTo>
                    <a:cubicBezTo>
                      <a:pt x="8573" y="2835"/>
                      <a:pt x="8873" y="2869"/>
                      <a:pt x="9107" y="2902"/>
                    </a:cubicBezTo>
                    <a:cubicBezTo>
                      <a:pt x="9374" y="2902"/>
                      <a:pt x="9607" y="2936"/>
                      <a:pt x="9774" y="2936"/>
                    </a:cubicBezTo>
                    <a:lnTo>
                      <a:pt x="10374" y="2936"/>
                    </a:lnTo>
                    <a:cubicBezTo>
                      <a:pt x="10441" y="2936"/>
                      <a:pt x="10441" y="2602"/>
                      <a:pt x="10241" y="2535"/>
                    </a:cubicBezTo>
                    <a:cubicBezTo>
                      <a:pt x="10241" y="2535"/>
                      <a:pt x="10041" y="2535"/>
                      <a:pt x="9707" y="2502"/>
                    </a:cubicBezTo>
                    <a:cubicBezTo>
                      <a:pt x="9507" y="2502"/>
                      <a:pt x="9340" y="2435"/>
                      <a:pt x="9074" y="2402"/>
                    </a:cubicBezTo>
                    <a:cubicBezTo>
                      <a:pt x="8840" y="2368"/>
                      <a:pt x="8573" y="2268"/>
                      <a:pt x="8340" y="2202"/>
                    </a:cubicBezTo>
                    <a:cubicBezTo>
                      <a:pt x="7839" y="2035"/>
                      <a:pt x="7239" y="1768"/>
                      <a:pt x="6772" y="1401"/>
                    </a:cubicBezTo>
                    <a:cubicBezTo>
                      <a:pt x="6672" y="1334"/>
                      <a:pt x="6572" y="1201"/>
                      <a:pt x="6438" y="1101"/>
                    </a:cubicBezTo>
                    <a:cubicBezTo>
                      <a:pt x="6338" y="1034"/>
                      <a:pt x="6238" y="901"/>
                      <a:pt x="6105" y="834"/>
                    </a:cubicBezTo>
                    <a:cubicBezTo>
                      <a:pt x="6005" y="701"/>
                      <a:pt x="5905" y="567"/>
                      <a:pt x="5771" y="434"/>
                    </a:cubicBezTo>
                    <a:cubicBezTo>
                      <a:pt x="5704" y="334"/>
                      <a:pt x="5571" y="234"/>
                      <a:pt x="5504" y="100"/>
                    </a:cubicBezTo>
                    <a:cubicBezTo>
                      <a:pt x="5404" y="67"/>
                      <a:pt x="5371" y="33"/>
                      <a:pt x="53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46" name="Google Shape;2646;p22"/>
              <p:cNvSpPr/>
              <p:nvPr/>
            </p:nvSpPr>
            <p:spPr>
              <a:xfrm>
                <a:off x="165906" y="4659784"/>
                <a:ext cx="272291" cy="115387"/>
              </a:xfrm>
              <a:custGeom>
                <a:avLst/>
                <a:gdLst/>
                <a:ahLst/>
                <a:cxnLst/>
                <a:rect l="l" t="t" r="r" b="b"/>
                <a:pathLst>
                  <a:path w="11261" h="4772" extrusionOk="0">
                    <a:moveTo>
                      <a:pt x="6931" y="1"/>
                    </a:moveTo>
                    <a:lnTo>
                      <a:pt x="6898" y="34"/>
                    </a:lnTo>
                    <a:lnTo>
                      <a:pt x="6798" y="168"/>
                    </a:lnTo>
                    <a:cubicBezTo>
                      <a:pt x="6731" y="335"/>
                      <a:pt x="6598" y="468"/>
                      <a:pt x="6498" y="635"/>
                    </a:cubicBezTo>
                    <a:cubicBezTo>
                      <a:pt x="6331" y="868"/>
                      <a:pt x="6064" y="1335"/>
                      <a:pt x="5997" y="1369"/>
                    </a:cubicBezTo>
                    <a:cubicBezTo>
                      <a:pt x="5630" y="1936"/>
                      <a:pt x="5130" y="2536"/>
                      <a:pt x="4563" y="3003"/>
                    </a:cubicBezTo>
                    <a:cubicBezTo>
                      <a:pt x="3963" y="3470"/>
                      <a:pt x="3295" y="3837"/>
                      <a:pt x="2628" y="3970"/>
                    </a:cubicBezTo>
                    <a:cubicBezTo>
                      <a:pt x="2370" y="4035"/>
                      <a:pt x="2126" y="4060"/>
                      <a:pt x="1900" y="4060"/>
                    </a:cubicBezTo>
                    <a:cubicBezTo>
                      <a:pt x="1542" y="4060"/>
                      <a:pt x="1226" y="3998"/>
                      <a:pt x="960" y="3937"/>
                    </a:cubicBezTo>
                    <a:cubicBezTo>
                      <a:pt x="760" y="3870"/>
                      <a:pt x="594" y="3804"/>
                      <a:pt x="460" y="3770"/>
                    </a:cubicBezTo>
                    <a:cubicBezTo>
                      <a:pt x="327" y="3704"/>
                      <a:pt x="293" y="3670"/>
                      <a:pt x="293" y="3670"/>
                    </a:cubicBezTo>
                    <a:cubicBezTo>
                      <a:pt x="286" y="3669"/>
                      <a:pt x="279" y="3668"/>
                      <a:pt x="272" y="3668"/>
                    </a:cubicBezTo>
                    <a:cubicBezTo>
                      <a:pt x="143" y="3668"/>
                      <a:pt x="0" y="3941"/>
                      <a:pt x="127" y="4004"/>
                    </a:cubicBezTo>
                    <a:cubicBezTo>
                      <a:pt x="127" y="4004"/>
                      <a:pt x="160" y="4037"/>
                      <a:pt x="293" y="4104"/>
                    </a:cubicBezTo>
                    <a:cubicBezTo>
                      <a:pt x="393" y="4137"/>
                      <a:pt x="594" y="4204"/>
                      <a:pt x="794" y="4304"/>
                    </a:cubicBezTo>
                    <a:cubicBezTo>
                      <a:pt x="1103" y="4423"/>
                      <a:pt x="1549" y="4525"/>
                      <a:pt x="2046" y="4525"/>
                    </a:cubicBezTo>
                    <a:cubicBezTo>
                      <a:pt x="2245" y="4525"/>
                      <a:pt x="2452" y="4509"/>
                      <a:pt x="2662" y="4471"/>
                    </a:cubicBezTo>
                    <a:cubicBezTo>
                      <a:pt x="3462" y="4337"/>
                      <a:pt x="4263" y="3970"/>
                      <a:pt x="4930" y="3470"/>
                    </a:cubicBezTo>
                    <a:cubicBezTo>
                      <a:pt x="5597" y="2970"/>
                      <a:pt x="6131" y="2303"/>
                      <a:pt x="6564" y="1702"/>
                    </a:cubicBezTo>
                    <a:cubicBezTo>
                      <a:pt x="6613" y="1590"/>
                      <a:pt x="6630" y="1562"/>
                      <a:pt x="6635" y="1557"/>
                    </a:cubicBezTo>
                    <a:lnTo>
                      <a:pt x="6635" y="1557"/>
                    </a:lnTo>
                    <a:cubicBezTo>
                      <a:pt x="6635" y="1557"/>
                      <a:pt x="6635" y="1557"/>
                      <a:pt x="6635" y="1557"/>
                    </a:cubicBezTo>
                    <a:cubicBezTo>
                      <a:pt x="6636" y="1557"/>
                      <a:pt x="6637" y="1556"/>
                      <a:pt x="6636" y="1556"/>
                    </a:cubicBezTo>
                    <a:cubicBezTo>
                      <a:pt x="6636" y="1556"/>
                      <a:pt x="6636" y="1556"/>
                      <a:pt x="6635" y="1557"/>
                    </a:cubicBezTo>
                    <a:lnTo>
                      <a:pt x="6635" y="1557"/>
                    </a:lnTo>
                    <a:cubicBezTo>
                      <a:pt x="6633" y="1556"/>
                      <a:pt x="6631" y="1552"/>
                      <a:pt x="6631" y="1535"/>
                    </a:cubicBezTo>
                    <a:lnTo>
                      <a:pt x="6631" y="1535"/>
                    </a:lnTo>
                    <a:lnTo>
                      <a:pt x="6665" y="1602"/>
                    </a:lnTo>
                    <a:lnTo>
                      <a:pt x="6931" y="2102"/>
                    </a:lnTo>
                    <a:cubicBezTo>
                      <a:pt x="7332" y="2836"/>
                      <a:pt x="7932" y="3503"/>
                      <a:pt x="8599" y="3904"/>
                    </a:cubicBezTo>
                    <a:cubicBezTo>
                      <a:pt x="8666" y="3970"/>
                      <a:pt x="8766" y="4004"/>
                      <a:pt x="8833" y="4037"/>
                    </a:cubicBezTo>
                    <a:lnTo>
                      <a:pt x="9100" y="4171"/>
                    </a:lnTo>
                    <a:cubicBezTo>
                      <a:pt x="9266" y="4271"/>
                      <a:pt x="9433" y="4304"/>
                      <a:pt x="9567" y="4371"/>
                    </a:cubicBezTo>
                    <a:cubicBezTo>
                      <a:pt x="9833" y="4471"/>
                      <a:pt x="10134" y="4571"/>
                      <a:pt x="10334" y="4638"/>
                    </a:cubicBezTo>
                    <a:cubicBezTo>
                      <a:pt x="10801" y="4738"/>
                      <a:pt x="11101" y="4771"/>
                      <a:pt x="11101" y="4771"/>
                    </a:cubicBezTo>
                    <a:cubicBezTo>
                      <a:pt x="11221" y="4771"/>
                      <a:pt x="11260" y="4528"/>
                      <a:pt x="11194" y="4528"/>
                    </a:cubicBezTo>
                    <a:cubicBezTo>
                      <a:pt x="11186" y="4528"/>
                      <a:pt x="11178" y="4531"/>
                      <a:pt x="11168" y="4538"/>
                    </a:cubicBezTo>
                    <a:cubicBezTo>
                      <a:pt x="11168" y="4538"/>
                      <a:pt x="10934" y="4471"/>
                      <a:pt x="10501" y="4371"/>
                    </a:cubicBezTo>
                    <a:cubicBezTo>
                      <a:pt x="10300" y="4304"/>
                      <a:pt x="10100" y="4204"/>
                      <a:pt x="9800" y="4104"/>
                    </a:cubicBezTo>
                    <a:cubicBezTo>
                      <a:pt x="9633" y="4037"/>
                      <a:pt x="9500" y="3970"/>
                      <a:pt x="9400" y="3870"/>
                    </a:cubicBezTo>
                    <a:cubicBezTo>
                      <a:pt x="9300" y="3837"/>
                      <a:pt x="9266" y="3804"/>
                      <a:pt x="9166" y="3770"/>
                    </a:cubicBezTo>
                    <a:cubicBezTo>
                      <a:pt x="9100" y="3704"/>
                      <a:pt x="9066" y="3637"/>
                      <a:pt x="8966" y="3604"/>
                    </a:cubicBezTo>
                    <a:cubicBezTo>
                      <a:pt x="8432" y="3203"/>
                      <a:pt x="7932" y="2603"/>
                      <a:pt x="7599" y="1936"/>
                    </a:cubicBezTo>
                    <a:lnTo>
                      <a:pt x="7465" y="1669"/>
                    </a:lnTo>
                    <a:lnTo>
                      <a:pt x="7432" y="1535"/>
                    </a:lnTo>
                    <a:lnTo>
                      <a:pt x="7398" y="1469"/>
                    </a:lnTo>
                    <a:lnTo>
                      <a:pt x="7332" y="1335"/>
                    </a:lnTo>
                    <a:cubicBezTo>
                      <a:pt x="7232" y="1002"/>
                      <a:pt x="7132" y="635"/>
                      <a:pt x="6998" y="301"/>
                    </a:cubicBezTo>
                    <a:lnTo>
                      <a:pt x="6931" y="34"/>
                    </a:lnTo>
                    <a:lnTo>
                      <a:pt x="69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47" name="Google Shape;2647;p22"/>
              <p:cNvSpPr/>
              <p:nvPr/>
            </p:nvSpPr>
            <p:spPr>
              <a:xfrm>
                <a:off x="18118" y="8"/>
                <a:ext cx="1939841" cy="3204140"/>
              </a:xfrm>
              <a:custGeom>
                <a:avLst/>
                <a:gdLst/>
                <a:ahLst/>
                <a:cxnLst/>
                <a:rect l="l" t="t" r="r" b="b"/>
                <a:pathLst>
                  <a:path w="80225" h="132512" extrusionOk="0">
                    <a:moveTo>
                      <a:pt x="80135" y="0"/>
                    </a:moveTo>
                    <a:cubicBezTo>
                      <a:pt x="80081" y="0"/>
                      <a:pt x="79955" y="83"/>
                      <a:pt x="79758" y="309"/>
                    </a:cubicBezTo>
                    <a:cubicBezTo>
                      <a:pt x="79624" y="409"/>
                      <a:pt x="79491" y="542"/>
                      <a:pt x="79324" y="742"/>
                    </a:cubicBezTo>
                    <a:cubicBezTo>
                      <a:pt x="79157" y="976"/>
                      <a:pt x="78990" y="1209"/>
                      <a:pt x="78824" y="1509"/>
                    </a:cubicBezTo>
                    <a:cubicBezTo>
                      <a:pt x="78824" y="1509"/>
                      <a:pt x="78790" y="1543"/>
                      <a:pt x="78724" y="1676"/>
                    </a:cubicBezTo>
                    <a:cubicBezTo>
                      <a:pt x="78657" y="1743"/>
                      <a:pt x="78590" y="1976"/>
                      <a:pt x="78457" y="2210"/>
                    </a:cubicBezTo>
                    <a:cubicBezTo>
                      <a:pt x="78323" y="2477"/>
                      <a:pt x="78157" y="2810"/>
                      <a:pt x="78090" y="3177"/>
                    </a:cubicBezTo>
                    <a:cubicBezTo>
                      <a:pt x="78056" y="3377"/>
                      <a:pt x="77990" y="3578"/>
                      <a:pt x="77923" y="3811"/>
                    </a:cubicBezTo>
                    <a:cubicBezTo>
                      <a:pt x="77856" y="4011"/>
                      <a:pt x="77823" y="4245"/>
                      <a:pt x="77790" y="4512"/>
                    </a:cubicBezTo>
                    <a:cubicBezTo>
                      <a:pt x="77623" y="5546"/>
                      <a:pt x="77623" y="6847"/>
                      <a:pt x="77856" y="8314"/>
                    </a:cubicBezTo>
                    <a:cubicBezTo>
                      <a:pt x="77990" y="9015"/>
                      <a:pt x="78157" y="9815"/>
                      <a:pt x="78323" y="10583"/>
                    </a:cubicBezTo>
                    <a:cubicBezTo>
                      <a:pt x="78357" y="10816"/>
                      <a:pt x="78423" y="11016"/>
                      <a:pt x="78423" y="11216"/>
                    </a:cubicBezTo>
                    <a:cubicBezTo>
                      <a:pt x="78423" y="11316"/>
                      <a:pt x="78457" y="11417"/>
                      <a:pt x="78457" y="11517"/>
                    </a:cubicBezTo>
                    <a:lnTo>
                      <a:pt x="78457" y="11817"/>
                    </a:lnTo>
                    <a:cubicBezTo>
                      <a:pt x="78490" y="12017"/>
                      <a:pt x="78457" y="12184"/>
                      <a:pt x="78423" y="12384"/>
                    </a:cubicBezTo>
                    <a:cubicBezTo>
                      <a:pt x="78357" y="12584"/>
                      <a:pt x="78323" y="12818"/>
                      <a:pt x="78257" y="13018"/>
                    </a:cubicBezTo>
                    <a:cubicBezTo>
                      <a:pt x="77956" y="13852"/>
                      <a:pt x="77423" y="14585"/>
                      <a:pt x="76756" y="15386"/>
                    </a:cubicBezTo>
                    <a:cubicBezTo>
                      <a:pt x="76122" y="16187"/>
                      <a:pt x="75355" y="16987"/>
                      <a:pt x="74687" y="17888"/>
                    </a:cubicBezTo>
                    <a:cubicBezTo>
                      <a:pt x="74354" y="18355"/>
                      <a:pt x="74087" y="18855"/>
                      <a:pt x="73820" y="19389"/>
                    </a:cubicBezTo>
                    <a:cubicBezTo>
                      <a:pt x="73587" y="19989"/>
                      <a:pt x="73453" y="20556"/>
                      <a:pt x="73353" y="21190"/>
                    </a:cubicBezTo>
                    <a:cubicBezTo>
                      <a:pt x="73286" y="21824"/>
                      <a:pt x="73353" y="22424"/>
                      <a:pt x="73487" y="23058"/>
                    </a:cubicBezTo>
                    <a:cubicBezTo>
                      <a:pt x="73620" y="23659"/>
                      <a:pt x="73787" y="24226"/>
                      <a:pt x="73753" y="24826"/>
                    </a:cubicBezTo>
                    <a:cubicBezTo>
                      <a:pt x="73753" y="25360"/>
                      <a:pt x="73520" y="25927"/>
                      <a:pt x="73253" y="26494"/>
                    </a:cubicBezTo>
                    <a:cubicBezTo>
                      <a:pt x="72953" y="27028"/>
                      <a:pt x="72586" y="27528"/>
                      <a:pt x="72119" y="27928"/>
                    </a:cubicBezTo>
                    <a:cubicBezTo>
                      <a:pt x="71185" y="28829"/>
                      <a:pt x="69951" y="29363"/>
                      <a:pt x="68650" y="29730"/>
                    </a:cubicBezTo>
                    <a:cubicBezTo>
                      <a:pt x="65981" y="30497"/>
                      <a:pt x="63146" y="31064"/>
                      <a:pt x="60177" y="31664"/>
                    </a:cubicBezTo>
                    <a:cubicBezTo>
                      <a:pt x="59443" y="31831"/>
                      <a:pt x="58676" y="31931"/>
                      <a:pt x="57942" y="32098"/>
                    </a:cubicBezTo>
                    <a:lnTo>
                      <a:pt x="56808" y="32365"/>
                    </a:lnTo>
                    <a:cubicBezTo>
                      <a:pt x="56441" y="32498"/>
                      <a:pt x="56074" y="32565"/>
                      <a:pt x="55674" y="32665"/>
                    </a:cubicBezTo>
                    <a:cubicBezTo>
                      <a:pt x="54940" y="32832"/>
                      <a:pt x="54139" y="33032"/>
                      <a:pt x="53406" y="33199"/>
                    </a:cubicBezTo>
                    <a:cubicBezTo>
                      <a:pt x="52605" y="33366"/>
                      <a:pt x="51838" y="33566"/>
                      <a:pt x="51071" y="33866"/>
                    </a:cubicBezTo>
                    <a:cubicBezTo>
                      <a:pt x="50270" y="34166"/>
                      <a:pt x="49503" y="34666"/>
                      <a:pt x="48969" y="35367"/>
                    </a:cubicBezTo>
                    <a:cubicBezTo>
                      <a:pt x="48435" y="36067"/>
                      <a:pt x="48102" y="36868"/>
                      <a:pt x="47802" y="37602"/>
                    </a:cubicBezTo>
                    <a:cubicBezTo>
                      <a:pt x="47735" y="37769"/>
                      <a:pt x="47635" y="37936"/>
                      <a:pt x="47601" y="38236"/>
                    </a:cubicBezTo>
                    <a:cubicBezTo>
                      <a:pt x="47568" y="38369"/>
                      <a:pt x="47568" y="38503"/>
                      <a:pt x="47568" y="38603"/>
                    </a:cubicBezTo>
                    <a:lnTo>
                      <a:pt x="47568" y="38936"/>
                    </a:lnTo>
                    <a:cubicBezTo>
                      <a:pt x="47568" y="39403"/>
                      <a:pt x="47601" y="39770"/>
                      <a:pt x="47601" y="40170"/>
                    </a:cubicBezTo>
                    <a:cubicBezTo>
                      <a:pt x="47601" y="40537"/>
                      <a:pt x="47468" y="40838"/>
                      <a:pt x="47335" y="41171"/>
                    </a:cubicBezTo>
                    <a:cubicBezTo>
                      <a:pt x="47234" y="41405"/>
                      <a:pt x="46934" y="41672"/>
                      <a:pt x="46634" y="41905"/>
                    </a:cubicBezTo>
                    <a:cubicBezTo>
                      <a:pt x="46000" y="42405"/>
                      <a:pt x="45266" y="42772"/>
                      <a:pt x="44566" y="43339"/>
                    </a:cubicBezTo>
                    <a:cubicBezTo>
                      <a:pt x="44399" y="43439"/>
                      <a:pt x="44232" y="43606"/>
                      <a:pt x="44066" y="43773"/>
                    </a:cubicBezTo>
                    <a:lnTo>
                      <a:pt x="43932" y="43906"/>
                    </a:lnTo>
                    <a:cubicBezTo>
                      <a:pt x="43899" y="43940"/>
                      <a:pt x="43799" y="44040"/>
                      <a:pt x="43799" y="44073"/>
                    </a:cubicBezTo>
                    <a:lnTo>
                      <a:pt x="43632" y="44373"/>
                    </a:lnTo>
                    <a:cubicBezTo>
                      <a:pt x="43432" y="44740"/>
                      <a:pt x="43232" y="45174"/>
                      <a:pt x="43098" y="45574"/>
                    </a:cubicBezTo>
                    <a:cubicBezTo>
                      <a:pt x="42965" y="46041"/>
                      <a:pt x="42898" y="46442"/>
                      <a:pt x="42898" y="46942"/>
                    </a:cubicBezTo>
                    <a:cubicBezTo>
                      <a:pt x="42831" y="47442"/>
                      <a:pt x="42998" y="47943"/>
                      <a:pt x="43232" y="48376"/>
                    </a:cubicBezTo>
                    <a:cubicBezTo>
                      <a:pt x="43665" y="49244"/>
                      <a:pt x="44399" y="49844"/>
                      <a:pt x="45066" y="50378"/>
                    </a:cubicBezTo>
                    <a:cubicBezTo>
                      <a:pt x="45733" y="50911"/>
                      <a:pt x="46401" y="51445"/>
                      <a:pt x="47001" y="52012"/>
                    </a:cubicBezTo>
                    <a:cubicBezTo>
                      <a:pt x="47635" y="52579"/>
                      <a:pt x="48235" y="53180"/>
                      <a:pt x="48635" y="53847"/>
                    </a:cubicBezTo>
                    <a:cubicBezTo>
                      <a:pt x="49069" y="54514"/>
                      <a:pt x="49369" y="55248"/>
                      <a:pt x="49403" y="56048"/>
                    </a:cubicBezTo>
                    <a:cubicBezTo>
                      <a:pt x="49469" y="56849"/>
                      <a:pt x="49403" y="57616"/>
                      <a:pt x="49236" y="58450"/>
                    </a:cubicBezTo>
                    <a:lnTo>
                      <a:pt x="49102" y="59084"/>
                    </a:lnTo>
                    <a:lnTo>
                      <a:pt x="49069" y="59251"/>
                    </a:lnTo>
                    <a:lnTo>
                      <a:pt x="49069" y="59284"/>
                    </a:lnTo>
                    <a:lnTo>
                      <a:pt x="48936" y="59584"/>
                    </a:lnTo>
                    <a:lnTo>
                      <a:pt x="48869" y="59718"/>
                    </a:lnTo>
                    <a:cubicBezTo>
                      <a:pt x="48802" y="59751"/>
                      <a:pt x="48769" y="59784"/>
                      <a:pt x="48769" y="59851"/>
                    </a:cubicBezTo>
                    <a:lnTo>
                      <a:pt x="48736" y="60018"/>
                    </a:lnTo>
                    <a:lnTo>
                      <a:pt x="48702" y="60285"/>
                    </a:lnTo>
                    <a:cubicBezTo>
                      <a:pt x="48635" y="60452"/>
                      <a:pt x="48602" y="60685"/>
                      <a:pt x="48535" y="60852"/>
                    </a:cubicBezTo>
                    <a:cubicBezTo>
                      <a:pt x="48269" y="61552"/>
                      <a:pt x="47768" y="62186"/>
                      <a:pt x="47201" y="62720"/>
                    </a:cubicBezTo>
                    <a:cubicBezTo>
                      <a:pt x="45967" y="63754"/>
                      <a:pt x="44399" y="64421"/>
                      <a:pt x="42798" y="65055"/>
                    </a:cubicBezTo>
                    <a:cubicBezTo>
                      <a:pt x="41230" y="65689"/>
                      <a:pt x="39562" y="66289"/>
                      <a:pt x="38095" y="67290"/>
                    </a:cubicBezTo>
                    <a:cubicBezTo>
                      <a:pt x="37728" y="67557"/>
                      <a:pt x="37394" y="67857"/>
                      <a:pt x="37061" y="68190"/>
                    </a:cubicBezTo>
                    <a:lnTo>
                      <a:pt x="36193" y="69091"/>
                    </a:lnTo>
                    <a:cubicBezTo>
                      <a:pt x="35593" y="69692"/>
                      <a:pt x="34959" y="70259"/>
                      <a:pt x="34359" y="70792"/>
                    </a:cubicBezTo>
                    <a:cubicBezTo>
                      <a:pt x="33091" y="71927"/>
                      <a:pt x="31757" y="72961"/>
                      <a:pt x="30723" y="74395"/>
                    </a:cubicBezTo>
                    <a:cubicBezTo>
                      <a:pt x="30156" y="75062"/>
                      <a:pt x="29755" y="75896"/>
                      <a:pt x="29488" y="76730"/>
                    </a:cubicBezTo>
                    <a:cubicBezTo>
                      <a:pt x="29288" y="77597"/>
                      <a:pt x="29155" y="78465"/>
                      <a:pt x="29288" y="79365"/>
                    </a:cubicBezTo>
                    <a:cubicBezTo>
                      <a:pt x="29322" y="79599"/>
                      <a:pt x="29322" y="79799"/>
                      <a:pt x="29388" y="80032"/>
                    </a:cubicBezTo>
                    <a:lnTo>
                      <a:pt x="29488" y="80633"/>
                    </a:lnTo>
                    <a:cubicBezTo>
                      <a:pt x="29589" y="80866"/>
                      <a:pt x="29622" y="81066"/>
                      <a:pt x="29655" y="81267"/>
                    </a:cubicBezTo>
                    <a:lnTo>
                      <a:pt x="29889" y="81867"/>
                    </a:lnTo>
                    <a:cubicBezTo>
                      <a:pt x="30122" y="82634"/>
                      <a:pt x="30456" y="83401"/>
                      <a:pt x="30789" y="84135"/>
                    </a:cubicBezTo>
                    <a:cubicBezTo>
                      <a:pt x="31123" y="84869"/>
                      <a:pt x="31457" y="85570"/>
                      <a:pt x="31657" y="86270"/>
                    </a:cubicBezTo>
                    <a:cubicBezTo>
                      <a:pt x="31890" y="86971"/>
                      <a:pt x="31890" y="87704"/>
                      <a:pt x="31857" y="88438"/>
                    </a:cubicBezTo>
                    <a:lnTo>
                      <a:pt x="31857" y="88472"/>
                    </a:lnTo>
                    <a:cubicBezTo>
                      <a:pt x="31857" y="88905"/>
                      <a:pt x="31723" y="89572"/>
                      <a:pt x="31423" y="90306"/>
                    </a:cubicBezTo>
                    <a:cubicBezTo>
                      <a:pt x="31190" y="91107"/>
                      <a:pt x="30756" y="92041"/>
                      <a:pt x="30756" y="93108"/>
                    </a:cubicBezTo>
                    <a:cubicBezTo>
                      <a:pt x="30789" y="93575"/>
                      <a:pt x="30889" y="94042"/>
                      <a:pt x="31090" y="94443"/>
                    </a:cubicBezTo>
                    <a:cubicBezTo>
                      <a:pt x="31223" y="94643"/>
                      <a:pt x="31356" y="94876"/>
                      <a:pt x="31457" y="95043"/>
                    </a:cubicBezTo>
                    <a:cubicBezTo>
                      <a:pt x="31590" y="95143"/>
                      <a:pt x="31723" y="95310"/>
                      <a:pt x="31890" y="95477"/>
                    </a:cubicBezTo>
                    <a:cubicBezTo>
                      <a:pt x="32190" y="95777"/>
                      <a:pt x="32457" y="96077"/>
                      <a:pt x="32858" y="96311"/>
                    </a:cubicBezTo>
                    <a:cubicBezTo>
                      <a:pt x="33224" y="96577"/>
                      <a:pt x="33691" y="96778"/>
                      <a:pt x="34192" y="96811"/>
                    </a:cubicBezTo>
                    <a:cubicBezTo>
                      <a:pt x="34266" y="96821"/>
                      <a:pt x="34341" y="96826"/>
                      <a:pt x="34415" y="96826"/>
                    </a:cubicBezTo>
                    <a:cubicBezTo>
                      <a:pt x="34839" y="96826"/>
                      <a:pt x="35252" y="96671"/>
                      <a:pt x="35593" y="96444"/>
                    </a:cubicBezTo>
                    <a:cubicBezTo>
                      <a:pt x="36026" y="96211"/>
                      <a:pt x="36360" y="95810"/>
                      <a:pt x="36594" y="95477"/>
                    </a:cubicBezTo>
                    <a:cubicBezTo>
                      <a:pt x="37094" y="94776"/>
                      <a:pt x="37461" y="93976"/>
                      <a:pt x="37761" y="93208"/>
                    </a:cubicBezTo>
                    <a:cubicBezTo>
                      <a:pt x="38061" y="92408"/>
                      <a:pt x="38261" y="91574"/>
                      <a:pt x="38428" y="90740"/>
                    </a:cubicBezTo>
                    <a:cubicBezTo>
                      <a:pt x="38528" y="90306"/>
                      <a:pt x="38562" y="89873"/>
                      <a:pt x="38595" y="89439"/>
                    </a:cubicBezTo>
                    <a:cubicBezTo>
                      <a:pt x="38628" y="89206"/>
                      <a:pt x="38628" y="88972"/>
                      <a:pt x="38628" y="88772"/>
                    </a:cubicBezTo>
                    <a:lnTo>
                      <a:pt x="38695" y="88205"/>
                    </a:lnTo>
                    <a:cubicBezTo>
                      <a:pt x="38795" y="86570"/>
                      <a:pt x="39262" y="84969"/>
                      <a:pt x="39896" y="83435"/>
                    </a:cubicBezTo>
                    <a:cubicBezTo>
                      <a:pt x="40563" y="81934"/>
                      <a:pt x="41397" y="80466"/>
                      <a:pt x="42531" y="79232"/>
                    </a:cubicBezTo>
                    <a:cubicBezTo>
                      <a:pt x="43098" y="78631"/>
                      <a:pt x="43699" y="78064"/>
                      <a:pt x="44399" y="77631"/>
                    </a:cubicBezTo>
                    <a:cubicBezTo>
                      <a:pt x="45100" y="77230"/>
                      <a:pt x="45867" y="76930"/>
                      <a:pt x="46634" y="76897"/>
                    </a:cubicBezTo>
                    <a:cubicBezTo>
                      <a:pt x="46691" y="76894"/>
                      <a:pt x="46749" y="76893"/>
                      <a:pt x="46806" y="76893"/>
                    </a:cubicBezTo>
                    <a:cubicBezTo>
                      <a:pt x="47544" y="76893"/>
                      <a:pt x="48252" y="77092"/>
                      <a:pt x="48902" y="77464"/>
                    </a:cubicBezTo>
                    <a:cubicBezTo>
                      <a:pt x="49603" y="77897"/>
                      <a:pt x="50203" y="78431"/>
                      <a:pt x="50403" y="79132"/>
                    </a:cubicBezTo>
                    <a:cubicBezTo>
                      <a:pt x="50604" y="79866"/>
                      <a:pt x="50470" y="80699"/>
                      <a:pt x="50303" y="81533"/>
                    </a:cubicBezTo>
                    <a:cubicBezTo>
                      <a:pt x="50137" y="82367"/>
                      <a:pt x="49903" y="83235"/>
                      <a:pt x="49703" y="84102"/>
                    </a:cubicBezTo>
                    <a:cubicBezTo>
                      <a:pt x="49636" y="84302"/>
                      <a:pt x="49603" y="84569"/>
                      <a:pt x="49569" y="84769"/>
                    </a:cubicBezTo>
                    <a:cubicBezTo>
                      <a:pt x="49536" y="84969"/>
                      <a:pt x="49536" y="85203"/>
                      <a:pt x="49469" y="85436"/>
                    </a:cubicBezTo>
                    <a:lnTo>
                      <a:pt x="49436" y="85770"/>
                    </a:lnTo>
                    <a:cubicBezTo>
                      <a:pt x="49403" y="85937"/>
                      <a:pt x="49436" y="86037"/>
                      <a:pt x="49436" y="86137"/>
                    </a:cubicBezTo>
                    <a:cubicBezTo>
                      <a:pt x="49436" y="86404"/>
                      <a:pt x="49436" y="86637"/>
                      <a:pt x="49469" y="86871"/>
                    </a:cubicBezTo>
                    <a:cubicBezTo>
                      <a:pt x="49569" y="87805"/>
                      <a:pt x="49803" y="88705"/>
                      <a:pt x="50103" y="89539"/>
                    </a:cubicBezTo>
                    <a:cubicBezTo>
                      <a:pt x="50637" y="91240"/>
                      <a:pt x="51304" y="92875"/>
                      <a:pt x="51437" y="94543"/>
                    </a:cubicBezTo>
                    <a:lnTo>
                      <a:pt x="51437" y="95143"/>
                    </a:lnTo>
                    <a:lnTo>
                      <a:pt x="51437" y="95443"/>
                    </a:lnTo>
                    <a:lnTo>
                      <a:pt x="51437" y="95477"/>
                    </a:lnTo>
                    <a:lnTo>
                      <a:pt x="51437" y="95577"/>
                    </a:lnTo>
                    <a:lnTo>
                      <a:pt x="51404" y="95744"/>
                    </a:lnTo>
                    <a:lnTo>
                      <a:pt x="51304" y="96044"/>
                    </a:lnTo>
                    <a:lnTo>
                      <a:pt x="51237" y="96311"/>
                    </a:lnTo>
                    <a:cubicBezTo>
                      <a:pt x="51204" y="96544"/>
                      <a:pt x="51104" y="96711"/>
                      <a:pt x="51037" y="96911"/>
                    </a:cubicBezTo>
                    <a:cubicBezTo>
                      <a:pt x="50704" y="97712"/>
                      <a:pt x="50237" y="98412"/>
                      <a:pt x="49736" y="99113"/>
                    </a:cubicBezTo>
                    <a:cubicBezTo>
                      <a:pt x="49236" y="99813"/>
                      <a:pt x="48736" y="100580"/>
                      <a:pt x="48302" y="101381"/>
                    </a:cubicBezTo>
                    <a:cubicBezTo>
                      <a:pt x="47902" y="102148"/>
                      <a:pt x="47568" y="103049"/>
                      <a:pt x="47435" y="103949"/>
                    </a:cubicBezTo>
                    <a:cubicBezTo>
                      <a:pt x="47368" y="104883"/>
                      <a:pt x="47368" y="105751"/>
                      <a:pt x="47401" y="106618"/>
                    </a:cubicBezTo>
                    <a:cubicBezTo>
                      <a:pt x="47435" y="107452"/>
                      <a:pt x="47535" y="108319"/>
                      <a:pt x="47435" y="109086"/>
                    </a:cubicBezTo>
                    <a:cubicBezTo>
                      <a:pt x="47368" y="109820"/>
                      <a:pt x="46934" y="110487"/>
                      <a:pt x="46401" y="111088"/>
                    </a:cubicBezTo>
                    <a:cubicBezTo>
                      <a:pt x="46100" y="111321"/>
                      <a:pt x="45800" y="111622"/>
                      <a:pt x="45533" y="111888"/>
                    </a:cubicBezTo>
                    <a:cubicBezTo>
                      <a:pt x="45200" y="112122"/>
                      <a:pt x="44866" y="112322"/>
                      <a:pt x="44533" y="112556"/>
                    </a:cubicBezTo>
                    <a:cubicBezTo>
                      <a:pt x="43132" y="113423"/>
                      <a:pt x="41564" y="113957"/>
                      <a:pt x="40196" y="114957"/>
                    </a:cubicBezTo>
                    <a:cubicBezTo>
                      <a:pt x="39529" y="115458"/>
                      <a:pt x="38895" y="116091"/>
                      <a:pt x="38428" y="116792"/>
                    </a:cubicBezTo>
                    <a:cubicBezTo>
                      <a:pt x="38295" y="116959"/>
                      <a:pt x="38195" y="117126"/>
                      <a:pt x="38095" y="117326"/>
                    </a:cubicBezTo>
                    <a:cubicBezTo>
                      <a:pt x="37961" y="117559"/>
                      <a:pt x="37894" y="117726"/>
                      <a:pt x="37794" y="117926"/>
                    </a:cubicBezTo>
                    <a:lnTo>
                      <a:pt x="37561" y="118493"/>
                    </a:lnTo>
                    <a:cubicBezTo>
                      <a:pt x="37528" y="118727"/>
                      <a:pt x="37427" y="118927"/>
                      <a:pt x="37394" y="119127"/>
                    </a:cubicBezTo>
                    <a:cubicBezTo>
                      <a:pt x="37194" y="119928"/>
                      <a:pt x="37194" y="120761"/>
                      <a:pt x="37194" y="121562"/>
                    </a:cubicBezTo>
                    <a:cubicBezTo>
                      <a:pt x="37194" y="122329"/>
                      <a:pt x="37194" y="123096"/>
                      <a:pt x="37061" y="123797"/>
                    </a:cubicBezTo>
                    <a:cubicBezTo>
                      <a:pt x="36960" y="124497"/>
                      <a:pt x="36694" y="125131"/>
                      <a:pt x="36260" y="125765"/>
                    </a:cubicBezTo>
                    <a:cubicBezTo>
                      <a:pt x="35893" y="126399"/>
                      <a:pt x="35459" y="126966"/>
                      <a:pt x="34926" y="127433"/>
                    </a:cubicBezTo>
                    <a:cubicBezTo>
                      <a:pt x="33892" y="128400"/>
                      <a:pt x="32557" y="128834"/>
                      <a:pt x="31190" y="128934"/>
                    </a:cubicBezTo>
                    <a:cubicBezTo>
                      <a:pt x="30833" y="128968"/>
                      <a:pt x="30480" y="128982"/>
                      <a:pt x="30131" y="128982"/>
                    </a:cubicBezTo>
                    <a:cubicBezTo>
                      <a:pt x="29109" y="128982"/>
                      <a:pt x="28115" y="128858"/>
                      <a:pt x="27120" y="128734"/>
                    </a:cubicBezTo>
                    <a:cubicBezTo>
                      <a:pt x="25786" y="128567"/>
                      <a:pt x="24518" y="128400"/>
                      <a:pt x="23217" y="128334"/>
                    </a:cubicBezTo>
                    <a:cubicBezTo>
                      <a:pt x="23096" y="128330"/>
                      <a:pt x="22975" y="128329"/>
                      <a:pt x="22854" y="128329"/>
                    </a:cubicBezTo>
                    <a:cubicBezTo>
                      <a:pt x="21709" y="128329"/>
                      <a:pt x="20571" y="128478"/>
                      <a:pt x="19515" y="128901"/>
                    </a:cubicBezTo>
                    <a:cubicBezTo>
                      <a:pt x="18914" y="129101"/>
                      <a:pt x="18414" y="129401"/>
                      <a:pt x="17914" y="129668"/>
                    </a:cubicBezTo>
                    <a:cubicBezTo>
                      <a:pt x="17413" y="129968"/>
                      <a:pt x="16946" y="130302"/>
                      <a:pt x="16513" y="130602"/>
                    </a:cubicBezTo>
                    <a:cubicBezTo>
                      <a:pt x="15579" y="131236"/>
                      <a:pt x="14778" y="131903"/>
                      <a:pt x="13877" y="131936"/>
                    </a:cubicBezTo>
                    <a:cubicBezTo>
                      <a:pt x="13795" y="131942"/>
                      <a:pt x="13714" y="131945"/>
                      <a:pt x="13633" y="131945"/>
                    </a:cubicBezTo>
                    <a:cubicBezTo>
                      <a:pt x="12791" y="131945"/>
                      <a:pt x="12003" y="131646"/>
                      <a:pt x="11242" y="131402"/>
                    </a:cubicBezTo>
                    <a:cubicBezTo>
                      <a:pt x="10408" y="131102"/>
                      <a:pt x="9608" y="130802"/>
                      <a:pt x="8907" y="130468"/>
                    </a:cubicBezTo>
                    <a:cubicBezTo>
                      <a:pt x="7439" y="129901"/>
                      <a:pt x="6205" y="129334"/>
                      <a:pt x="5071" y="129134"/>
                    </a:cubicBezTo>
                    <a:cubicBezTo>
                      <a:pt x="4689" y="129063"/>
                      <a:pt x="4325" y="129034"/>
                      <a:pt x="3988" y="129034"/>
                    </a:cubicBezTo>
                    <a:cubicBezTo>
                      <a:pt x="3383" y="129034"/>
                      <a:pt x="2867" y="129127"/>
                      <a:pt x="2503" y="129234"/>
                    </a:cubicBezTo>
                    <a:cubicBezTo>
                      <a:pt x="2369" y="129268"/>
                      <a:pt x="2236" y="129268"/>
                      <a:pt x="2102" y="129301"/>
                    </a:cubicBezTo>
                    <a:cubicBezTo>
                      <a:pt x="2036" y="129334"/>
                      <a:pt x="1935" y="129334"/>
                      <a:pt x="1869" y="129401"/>
                    </a:cubicBezTo>
                    <a:cubicBezTo>
                      <a:pt x="1735" y="129434"/>
                      <a:pt x="1669" y="129468"/>
                      <a:pt x="1669" y="129468"/>
                    </a:cubicBezTo>
                    <a:cubicBezTo>
                      <a:pt x="1035" y="129735"/>
                      <a:pt x="601" y="130001"/>
                      <a:pt x="368" y="130235"/>
                    </a:cubicBezTo>
                    <a:cubicBezTo>
                      <a:pt x="101" y="130435"/>
                      <a:pt x="1" y="130602"/>
                      <a:pt x="34" y="130635"/>
                    </a:cubicBezTo>
                    <a:cubicBezTo>
                      <a:pt x="42" y="130643"/>
                      <a:pt x="57" y="130647"/>
                      <a:pt x="80" y="130647"/>
                    </a:cubicBezTo>
                    <a:cubicBezTo>
                      <a:pt x="154" y="130647"/>
                      <a:pt x="305" y="130604"/>
                      <a:pt x="534" y="130502"/>
                    </a:cubicBezTo>
                    <a:cubicBezTo>
                      <a:pt x="835" y="130402"/>
                      <a:pt x="1235" y="130168"/>
                      <a:pt x="1835" y="129935"/>
                    </a:cubicBezTo>
                    <a:cubicBezTo>
                      <a:pt x="1835" y="129935"/>
                      <a:pt x="1902" y="129901"/>
                      <a:pt x="2036" y="129835"/>
                    </a:cubicBezTo>
                    <a:cubicBezTo>
                      <a:pt x="2102" y="129835"/>
                      <a:pt x="2202" y="129801"/>
                      <a:pt x="2269" y="129768"/>
                    </a:cubicBezTo>
                    <a:cubicBezTo>
                      <a:pt x="2369" y="129768"/>
                      <a:pt x="2503" y="129735"/>
                      <a:pt x="2603" y="129668"/>
                    </a:cubicBezTo>
                    <a:cubicBezTo>
                      <a:pt x="2913" y="129606"/>
                      <a:pt x="3353" y="129531"/>
                      <a:pt x="3897" y="129531"/>
                    </a:cubicBezTo>
                    <a:cubicBezTo>
                      <a:pt x="4229" y="129531"/>
                      <a:pt x="4600" y="129559"/>
                      <a:pt x="5004" y="129634"/>
                    </a:cubicBezTo>
                    <a:cubicBezTo>
                      <a:pt x="6038" y="129801"/>
                      <a:pt x="7273" y="130335"/>
                      <a:pt x="8707" y="130969"/>
                    </a:cubicBezTo>
                    <a:cubicBezTo>
                      <a:pt x="9407" y="131302"/>
                      <a:pt x="10208" y="131603"/>
                      <a:pt x="11042" y="131936"/>
                    </a:cubicBezTo>
                    <a:cubicBezTo>
                      <a:pt x="11803" y="132210"/>
                      <a:pt x="12675" y="132512"/>
                      <a:pt x="13633" y="132512"/>
                    </a:cubicBezTo>
                    <a:cubicBezTo>
                      <a:pt x="13725" y="132512"/>
                      <a:pt x="13817" y="132509"/>
                      <a:pt x="13911" y="132503"/>
                    </a:cubicBezTo>
                    <a:cubicBezTo>
                      <a:pt x="14444" y="132503"/>
                      <a:pt x="15011" y="132303"/>
                      <a:pt x="15445" y="132003"/>
                    </a:cubicBezTo>
                    <a:cubicBezTo>
                      <a:pt x="15912" y="131769"/>
                      <a:pt x="16346" y="131436"/>
                      <a:pt x="16779" y="131136"/>
                    </a:cubicBezTo>
                    <a:cubicBezTo>
                      <a:pt x="17213" y="130835"/>
                      <a:pt x="17647" y="130568"/>
                      <a:pt x="18180" y="130268"/>
                    </a:cubicBezTo>
                    <a:cubicBezTo>
                      <a:pt x="18614" y="130001"/>
                      <a:pt x="19181" y="129735"/>
                      <a:pt x="19681" y="129501"/>
                    </a:cubicBezTo>
                    <a:cubicBezTo>
                      <a:pt x="20645" y="129140"/>
                      <a:pt x="21690" y="128996"/>
                      <a:pt x="22817" y="128996"/>
                    </a:cubicBezTo>
                    <a:cubicBezTo>
                      <a:pt x="22939" y="128996"/>
                      <a:pt x="23061" y="128997"/>
                      <a:pt x="23184" y="129001"/>
                    </a:cubicBezTo>
                    <a:cubicBezTo>
                      <a:pt x="24385" y="129067"/>
                      <a:pt x="25686" y="129268"/>
                      <a:pt x="27020" y="129434"/>
                    </a:cubicBezTo>
                    <a:cubicBezTo>
                      <a:pt x="28049" y="129563"/>
                      <a:pt x="29098" y="129711"/>
                      <a:pt x="30197" y="129711"/>
                    </a:cubicBezTo>
                    <a:cubicBezTo>
                      <a:pt x="30523" y="129711"/>
                      <a:pt x="30854" y="129698"/>
                      <a:pt x="31190" y="129668"/>
                    </a:cubicBezTo>
                    <a:cubicBezTo>
                      <a:pt x="31890" y="129634"/>
                      <a:pt x="32624" y="129468"/>
                      <a:pt x="33358" y="129234"/>
                    </a:cubicBezTo>
                    <a:cubicBezTo>
                      <a:pt x="34058" y="128934"/>
                      <a:pt x="34726" y="128500"/>
                      <a:pt x="35293" y="128000"/>
                    </a:cubicBezTo>
                    <a:cubicBezTo>
                      <a:pt x="35893" y="127500"/>
                      <a:pt x="36393" y="126899"/>
                      <a:pt x="36760" y="126232"/>
                    </a:cubicBezTo>
                    <a:cubicBezTo>
                      <a:pt x="36860" y="126065"/>
                      <a:pt x="36960" y="125898"/>
                      <a:pt x="37061" y="125732"/>
                    </a:cubicBezTo>
                    <a:lnTo>
                      <a:pt x="37194" y="125465"/>
                    </a:lnTo>
                    <a:lnTo>
                      <a:pt x="37294" y="125165"/>
                    </a:lnTo>
                    <a:cubicBezTo>
                      <a:pt x="37461" y="124798"/>
                      <a:pt x="37561" y="124431"/>
                      <a:pt x="37628" y="123997"/>
                    </a:cubicBezTo>
                    <a:cubicBezTo>
                      <a:pt x="37928" y="122396"/>
                      <a:pt x="37594" y="120795"/>
                      <a:pt x="37961" y="119394"/>
                    </a:cubicBezTo>
                    <a:cubicBezTo>
                      <a:pt x="38028" y="119160"/>
                      <a:pt x="38095" y="118994"/>
                      <a:pt x="38128" y="118827"/>
                    </a:cubicBezTo>
                    <a:lnTo>
                      <a:pt x="38361" y="118293"/>
                    </a:lnTo>
                    <a:cubicBezTo>
                      <a:pt x="38395" y="118126"/>
                      <a:pt x="38528" y="117959"/>
                      <a:pt x="38595" y="117793"/>
                    </a:cubicBezTo>
                    <a:cubicBezTo>
                      <a:pt x="38695" y="117626"/>
                      <a:pt x="38762" y="117459"/>
                      <a:pt x="38895" y="117292"/>
                    </a:cubicBezTo>
                    <a:cubicBezTo>
                      <a:pt x="39295" y="116659"/>
                      <a:pt x="39863" y="116125"/>
                      <a:pt x="40463" y="115658"/>
                    </a:cubicBezTo>
                    <a:cubicBezTo>
                      <a:pt x="41731" y="114791"/>
                      <a:pt x="43298" y="114223"/>
                      <a:pt x="44766" y="113323"/>
                    </a:cubicBezTo>
                    <a:cubicBezTo>
                      <a:pt x="45133" y="113123"/>
                      <a:pt x="45467" y="112889"/>
                      <a:pt x="45867" y="112622"/>
                    </a:cubicBezTo>
                    <a:cubicBezTo>
                      <a:pt x="46167" y="112389"/>
                      <a:pt x="46501" y="112089"/>
                      <a:pt x="46801" y="111755"/>
                    </a:cubicBezTo>
                    <a:cubicBezTo>
                      <a:pt x="46968" y="111588"/>
                      <a:pt x="47101" y="111421"/>
                      <a:pt x="47268" y="111255"/>
                    </a:cubicBezTo>
                    <a:cubicBezTo>
                      <a:pt x="47401" y="111055"/>
                      <a:pt x="47535" y="110888"/>
                      <a:pt x="47635" y="110654"/>
                    </a:cubicBezTo>
                    <a:cubicBezTo>
                      <a:pt x="47902" y="110254"/>
                      <a:pt x="48002" y="109787"/>
                      <a:pt x="48102" y="109320"/>
                    </a:cubicBezTo>
                    <a:cubicBezTo>
                      <a:pt x="48235" y="108419"/>
                      <a:pt x="48102" y="107552"/>
                      <a:pt x="48068" y="106718"/>
                    </a:cubicBezTo>
                    <a:cubicBezTo>
                      <a:pt x="48002" y="105884"/>
                      <a:pt x="48002" y="104983"/>
                      <a:pt x="48102" y="104216"/>
                    </a:cubicBezTo>
                    <a:cubicBezTo>
                      <a:pt x="48235" y="103416"/>
                      <a:pt x="48502" y="102648"/>
                      <a:pt x="48902" y="101915"/>
                    </a:cubicBezTo>
                    <a:cubicBezTo>
                      <a:pt x="49269" y="101147"/>
                      <a:pt x="49770" y="100447"/>
                      <a:pt x="50270" y="99746"/>
                    </a:cubicBezTo>
                    <a:cubicBezTo>
                      <a:pt x="50770" y="98979"/>
                      <a:pt x="51271" y="98245"/>
                      <a:pt x="51638" y="97411"/>
                    </a:cubicBezTo>
                    <a:lnTo>
                      <a:pt x="51904" y="96778"/>
                    </a:lnTo>
                    <a:lnTo>
                      <a:pt x="52005" y="96444"/>
                    </a:lnTo>
                    <a:lnTo>
                      <a:pt x="52105" y="96110"/>
                    </a:lnTo>
                    <a:lnTo>
                      <a:pt x="52138" y="95944"/>
                    </a:lnTo>
                    <a:lnTo>
                      <a:pt x="52138" y="95877"/>
                    </a:lnTo>
                    <a:lnTo>
                      <a:pt x="52138" y="95744"/>
                    </a:lnTo>
                    <a:lnTo>
                      <a:pt x="52138" y="95377"/>
                    </a:lnTo>
                    <a:cubicBezTo>
                      <a:pt x="52171" y="95110"/>
                      <a:pt x="52138" y="94910"/>
                      <a:pt x="52138" y="94643"/>
                    </a:cubicBezTo>
                    <a:cubicBezTo>
                      <a:pt x="52005" y="92775"/>
                      <a:pt x="51304" y="91107"/>
                      <a:pt x="50770" y="89439"/>
                    </a:cubicBezTo>
                    <a:cubicBezTo>
                      <a:pt x="50503" y="88605"/>
                      <a:pt x="50270" y="87771"/>
                      <a:pt x="50170" y="86937"/>
                    </a:cubicBezTo>
                    <a:cubicBezTo>
                      <a:pt x="50137" y="86737"/>
                      <a:pt x="50137" y="86537"/>
                      <a:pt x="50137" y="86303"/>
                    </a:cubicBezTo>
                    <a:lnTo>
                      <a:pt x="50137" y="86037"/>
                    </a:lnTo>
                    <a:lnTo>
                      <a:pt x="50170" y="85703"/>
                    </a:lnTo>
                    <a:cubicBezTo>
                      <a:pt x="50170" y="85470"/>
                      <a:pt x="50237" y="85269"/>
                      <a:pt x="50270" y="85069"/>
                    </a:cubicBezTo>
                    <a:lnTo>
                      <a:pt x="50403" y="84435"/>
                    </a:lnTo>
                    <a:cubicBezTo>
                      <a:pt x="50570" y="83568"/>
                      <a:pt x="50804" y="82734"/>
                      <a:pt x="51004" y="81867"/>
                    </a:cubicBezTo>
                    <a:cubicBezTo>
                      <a:pt x="51237" y="80966"/>
                      <a:pt x="51404" y="80032"/>
                      <a:pt x="51104" y="79032"/>
                    </a:cubicBezTo>
                    <a:cubicBezTo>
                      <a:pt x="50937" y="78565"/>
                      <a:pt x="50737" y="78064"/>
                      <a:pt x="50337" y="77731"/>
                    </a:cubicBezTo>
                    <a:lnTo>
                      <a:pt x="50103" y="77464"/>
                    </a:lnTo>
                    <a:cubicBezTo>
                      <a:pt x="50003" y="77397"/>
                      <a:pt x="49903" y="77364"/>
                      <a:pt x="49803" y="77264"/>
                    </a:cubicBezTo>
                    <a:lnTo>
                      <a:pt x="49503" y="77064"/>
                    </a:lnTo>
                    <a:cubicBezTo>
                      <a:pt x="49436" y="77030"/>
                      <a:pt x="49303" y="76930"/>
                      <a:pt x="49236" y="76897"/>
                    </a:cubicBezTo>
                    <a:cubicBezTo>
                      <a:pt x="48532" y="76486"/>
                      <a:pt x="47673" y="76178"/>
                      <a:pt x="46818" y="76178"/>
                    </a:cubicBezTo>
                    <a:cubicBezTo>
                      <a:pt x="46701" y="76178"/>
                      <a:pt x="46584" y="76184"/>
                      <a:pt x="46467" y="76196"/>
                    </a:cubicBezTo>
                    <a:cubicBezTo>
                      <a:pt x="45500" y="76230"/>
                      <a:pt x="44599" y="76597"/>
                      <a:pt x="43799" y="77064"/>
                    </a:cubicBezTo>
                    <a:cubicBezTo>
                      <a:pt x="42998" y="77531"/>
                      <a:pt x="42331" y="78131"/>
                      <a:pt x="41731" y="78798"/>
                    </a:cubicBezTo>
                    <a:cubicBezTo>
                      <a:pt x="40496" y="80132"/>
                      <a:pt x="39596" y="81700"/>
                      <a:pt x="38929" y="83301"/>
                    </a:cubicBezTo>
                    <a:cubicBezTo>
                      <a:pt x="38261" y="84936"/>
                      <a:pt x="37794" y="86637"/>
                      <a:pt x="37628" y="88372"/>
                    </a:cubicBezTo>
                    <a:lnTo>
                      <a:pt x="37594" y="89039"/>
                    </a:lnTo>
                    <a:cubicBezTo>
                      <a:pt x="37594" y="89239"/>
                      <a:pt x="37561" y="89406"/>
                      <a:pt x="37561" y="89606"/>
                    </a:cubicBezTo>
                    <a:cubicBezTo>
                      <a:pt x="37494" y="89973"/>
                      <a:pt x="37461" y="90406"/>
                      <a:pt x="37394" y="90773"/>
                    </a:cubicBezTo>
                    <a:cubicBezTo>
                      <a:pt x="37261" y="91574"/>
                      <a:pt x="37061" y="92308"/>
                      <a:pt x="36760" y="93075"/>
                    </a:cubicBezTo>
                    <a:cubicBezTo>
                      <a:pt x="36493" y="93809"/>
                      <a:pt x="36160" y="94543"/>
                      <a:pt x="35726" y="95110"/>
                    </a:cubicBezTo>
                    <a:cubicBezTo>
                      <a:pt x="35309" y="95687"/>
                      <a:pt x="34769" y="96079"/>
                      <a:pt x="34195" y="96079"/>
                    </a:cubicBezTo>
                    <a:cubicBezTo>
                      <a:pt x="34172" y="96079"/>
                      <a:pt x="34148" y="96078"/>
                      <a:pt x="34125" y="96077"/>
                    </a:cubicBezTo>
                    <a:cubicBezTo>
                      <a:pt x="33558" y="96044"/>
                      <a:pt x="32958" y="95577"/>
                      <a:pt x="32457" y="95043"/>
                    </a:cubicBezTo>
                    <a:cubicBezTo>
                      <a:pt x="32324" y="94910"/>
                      <a:pt x="32257" y="94743"/>
                      <a:pt x="32124" y="94609"/>
                    </a:cubicBezTo>
                    <a:cubicBezTo>
                      <a:pt x="32057" y="94476"/>
                      <a:pt x="31957" y="94309"/>
                      <a:pt x="31890" y="94209"/>
                    </a:cubicBezTo>
                    <a:cubicBezTo>
                      <a:pt x="31757" y="93909"/>
                      <a:pt x="31657" y="93609"/>
                      <a:pt x="31657" y="93275"/>
                    </a:cubicBezTo>
                    <a:cubicBezTo>
                      <a:pt x="31657" y="92475"/>
                      <a:pt x="31990" y="91641"/>
                      <a:pt x="32290" y="90873"/>
                    </a:cubicBezTo>
                    <a:cubicBezTo>
                      <a:pt x="32591" y="90073"/>
                      <a:pt x="32791" y="89272"/>
                      <a:pt x="32791" y="88705"/>
                    </a:cubicBezTo>
                    <a:lnTo>
                      <a:pt x="32791" y="88739"/>
                    </a:lnTo>
                    <a:cubicBezTo>
                      <a:pt x="32891" y="87905"/>
                      <a:pt x="32891" y="87037"/>
                      <a:pt x="32624" y="86203"/>
                    </a:cubicBezTo>
                    <a:cubicBezTo>
                      <a:pt x="32391" y="85369"/>
                      <a:pt x="31990" y="84602"/>
                      <a:pt x="31657" y="83902"/>
                    </a:cubicBezTo>
                    <a:cubicBezTo>
                      <a:pt x="31323" y="83135"/>
                      <a:pt x="31056" y="82434"/>
                      <a:pt x="30789" y="81700"/>
                    </a:cubicBezTo>
                    <a:lnTo>
                      <a:pt x="30589" y="81133"/>
                    </a:lnTo>
                    <a:cubicBezTo>
                      <a:pt x="30556" y="80933"/>
                      <a:pt x="30489" y="80766"/>
                      <a:pt x="30456" y="80566"/>
                    </a:cubicBezTo>
                    <a:lnTo>
                      <a:pt x="30356" y="79966"/>
                    </a:lnTo>
                    <a:cubicBezTo>
                      <a:pt x="30356" y="79765"/>
                      <a:pt x="30356" y="79599"/>
                      <a:pt x="30289" y="79399"/>
                    </a:cubicBezTo>
                    <a:cubicBezTo>
                      <a:pt x="30189" y="78631"/>
                      <a:pt x="30289" y="77897"/>
                      <a:pt x="30456" y="77130"/>
                    </a:cubicBezTo>
                    <a:cubicBezTo>
                      <a:pt x="30689" y="76430"/>
                      <a:pt x="31056" y="75729"/>
                      <a:pt x="31523" y="75095"/>
                    </a:cubicBezTo>
                    <a:cubicBezTo>
                      <a:pt x="32457" y="73861"/>
                      <a:pt x="33758" y="72760"/>
                      <a:pt x="35026" y="71626"/>
                    </a:cubicBezTo>
                    <a:cubicBezTo>
                      <a:pt x="35626" y="71059"/>
                      <a:pt x="36260" y="70525"/>
                      <a:pt x="36894" y="69892"/>
                    </a:cubicBezTo>
                    <a:lnTo>
                      <a:pt x="37761" y="68958"/>
                    </a:lnTo>
                    <a:cubicBezTo>
                      <a:pt x="38061" y="68724"/>
                      <a:pt x="38361" y="68457"/>
                      <a:pt x="38695" y="68224"/>
                    </a:cubicBezTo>
                    <a:cubicBezTo>
                      <a:pt x="40029" y="67290"/>
                      <a:pt x="41597" y="66723"/>
                      <a:pt x="43198" y="66056"/>
                    </a:cubicBezTo>
                    <a:cubicBezTo>
                      <a:pt x="43965" y="65722"/>
                      <a:pt x="44766" y="65388"/>
                      <a:pt x="45567" y="65022"/>
                    </a:cubicBezTo>
                    <a:cubicBezTo>
                      <a:pt x="46367" y="64588"/>
                      <a:pt x="47101" y="64121"/>
                      <a:pt x="47802" y="63554"/>
                    </a:cubicBezTo>
                    <a:cubicBezTo>
                      <a:pt x="48535" y="62920"/>
                      <a:pt x="49102" y="62186"/>
                      <a:pt x="49403" y="61252"/>
                    </a:cubicBezTo>
                    <a:cubicBezTo>
                      <a:pt x="49436" y="61052"/>
                      <a:pt x="49536" y="60785"/>
                      <a:pt x="49569" y="60585"/>
                    </a:cubicBezTo>
                    <a:lnTo>
                      <a:pt x="49603" y="60251"/>
                    </a:lnTo>
                    <a:lnTo>
                      <a:pt x="49703" y="60118"/>
                    </a:lnTo>
                    <a:lnTo>
                      <a:pt x="49803" y="59851"/>
                    </a:lnTo>
                    <a:lnTo>
                      <a:pt x="49870" y="59718"/>
                    </a:lnTo>
                    <a:cubicBezTo>
                      <a:pt x="49903" y="59651"/>
                      <a:pt x="49903" y="59618"/>
                      <a:pt x="49903" y="59584"/>
                    </a:cubicBezTo>
                    <a:lnTo>
                      <a:pt x="49936" y="59418"/>
                    </a:lnTo>
                    <a:lnTo>
                      <a:pt x="50070" y="58784"/>
                    </a:lnTo>
                    <a:cubicBezTo>
                      <a:pt x="50237" y="57916"/>
                      <a:pt x="50303" y="57049"/>
                      <a:pt x="50237" y="56115"/>
                    </a:cubicBezTo>
                    <a:cubicBezTo>
                      <a:pt x="50203" y="55215"/>
                      <a:pt x="49870" y="54281"/>
                      <a:pt x="49369" y="53547"/>
                    </a:cubicBezTo>
                    <a:cubicBezTo>
                      <a:pt x="48369" y="51979"/>
                      <a:pt x="46901" y="50945"/>
                      <a:pt x="45600" y="49911"/>
                    </a:cubicBezTo>
                    <a:cubicBezTo>
                      <a:pt x="44933" y="49410"/>
                      <a:pt x="44299" y="48810"/>
                      <a:pt x="43965" y="48210"/>
                    </a:cubicBezTo>
                    <a:cubicBezTo>
                      <a:pt x="43632" y="47576"/>
                      <a:pt x="43632" y="46842"/>
                      <a:pt x="43899" y="46075"/>
                    </a:cubicBezTo>
                    <a:cubicBezTo>
                      <a:pt x="44032" y="45708"/>
                      <a:pt x="44132" y="45341"/>
                      <a:pt x="44366" y="45007"/>
                    </a:cubicBezTo>
                    <a:lnTo>
                      <a:pt x="44499" y="44707"/>
                    </a:lnTo>
                    <a:cubicBezTo>
                      <a:pt x="44566" y="44674"/>
                      <a:pt x="44499" y="44674"/>
                      <a:pt x="44566" y="44607"/>
                    </a:cubicBezTo>
                    <a:lnTo>
                      <a:pt x="44633" y="44540"/>
                    </a:lnTo>
                    <a:cubicBezTo>
                      <a:pt x="44766" y="44407"/>
                      <a:pt x="44899" y="44273"/>
                      <a:pt x="45066" y="44173"/>
                    </a:cubicBezTo>
                    <a:cubicBezTo>
                      <a:pt x="45633" y="43706"/>
                      <a:pt x="46401" y="43339"/>
                      <a:pt x="47101" y="42772"/>
                    </a:cubicBezTo>
                    <a:cubicBezTo>
                      <a:pt x="47468" y="42505"/>
                      <a:pt x="47802" y="42205"/>
                      <a:pt x="48068" y="41738"/>
                    </a:cubicBezTo>
                    <a:cubicBezTo>
                      <a:pt x="48269" y="41271"/>
                      <a:pt x="48402" y="40838"/>
                      <a:pt x="48402" y="40371"/>
                    </a:cubicBezTo>
                    <a:cubicBezTo>
                      <a:pt x="48435" y="39904"/>
                      <a:pt x="48369" y="39503"/>
                      <a:pt x="48369" y="39103"/>
                    </a:cubicBezTo>
                    <a:cubicBezTo>
                      <a:pt x="48369" y="38703"/>
                      <a:pt x="48402" y="38503"/>
                      <a:pt x="48569" y="38069"/>
                    </a:cubicBezTo>
                    <a:cubicBezTo>
                      <a:pt x="48869" y="37302"/>
                      <a:pt x="49136" y="36601"/>
                      <a:pt x="49603" y="36034"/>
                    </a:cubicBezTo>
                    <a:cubicBezTo>
                      <a:pt x="50036" y="35434"/>
                      <a:pt x="50637" y="35067"/>
                      <a:pt x="51371" y="34767"/>
                    </a:cubicBezTo>
                    <a:cubicBezTo>
                      <a:pt x="52071" y="34500"/>
                      <a:pt x="52805" y="34266"/>
                      <a:pt x="53572" y="34099"/>
                    </a:cubicBezTo>
                    <a:cubicBezTo>
                      <a:pt x="54306" y="33899"/>
                      <a:pt x="55073" y="33699"/>
                      <a:pt x="55807" y="33532"/>
                    </a:cubicBezTo>
                    <a:cubicBezTo>
                      <a:pt x="56174" y="33399"/>
                      <a:pt x="56574" y="33332"/>
                      <a:pt x="56941" y="33232"/>
                    </a:cubicBezTo>
                    <a:lnTo>
                      <a:pt x="58076" y="32999"/>
                    </a:lnTo>
                    <a:cubicBezTo>
                      <a:pt x="58809" y="32832"/>
                      <a:pt x="59510" y="32698"/>
                      <a:pt x="60277" y="32532"/>
                    </a:cubicBezTo>
                    <a:cubicBezTo>
                      <a:pt x="63246" y="31931"/>
                      <a:pt x="66081" y="31331"/>
                      <a:pt x="68783" y="30564"/>
                    </a:cubicBezTo>
                    <a:cubicBezTo>
                      <a:pt x="70117" y="30197"/>
                      <a:pt x="71485" y="29596"/>
                      <a:pt x="72486" y="28595"/>
                    </a:cubicBezTo>
                    <a:cubicBezTo>
                      <a:pt x="72986" y="28095"/>
                      <a:pt x="73420" y="27528"/>
                      <a:pt x="73753" y="26928"/>
                    </a:cubicBezTo>
                    <a:cubicBezTo>
                      <a:pt x="74087" y="26361"/>
                      <a:pt x="74320" y="25693"/>
                      <a:pt x="74320" y="24993"/>
                    </a:cubicBezTo>
                    <a:cubicBezTo>
                      <a:pt x="74387" y="24259"/>
                      <a:pt x="74154" y="23659"/>
                      <a:pt x="74054" y="23058"/>
                    </a:cubicBezTo>
                    <a:cubicBezTo>
                      <a:pt x="73920" y="22491"/>
                      <a:pt x="73820" y="21891"/>
                      <a:pt x="73920" y="21357"/>
                    </a:cubicBezTo>
                    <a:cubicBezTo>
                      <a:pt x="73987" y="20823"/>
                      <a:pt x="74120" y="20256"/>
                      <a:pt x="74320" y="19756"/>
                    </a:cubicBezTo>
                    <a:cubicBezTo>
                      <a:pt x="74554" y="19255"/>
                      <a:pt x="74787" y="18755"/>
                      <a:pt x="75121" y="18355"/>
                    </a:cubicBezTo>
                    <a:cubicBezTo>
                      <a:pt x="76389" y="16587"/>
                      <a:pt x="77990" y="15219"/>
                      <a:pt x="78724" y="13351"/>
                    </a:cubicBezTo>
                    <a:cubicBezTo>
                      <a:pt x="78790" y="13084"/>
                      <a:pt x="78824" y="12884"/>
                      <a:pt x="78924" y="12651"/>
                    </a:cubicBezTo>
                    <a:cubicBezTo>
                      <a:pt x="78924" y="12417"/>
                      <a:pt x="78990" y="12184"/>
                      <a:pt x="78957" y="11917"/>
                    </a:cubicBezTo>
                    <a:lnTo>
                      <a:pt x="78957" y="11583"/>
                    </a:lnTo>
                    <a:cubicBezTo>
                      <a:pt x="78957" y="11483"/>
                      <a:pt x="78924" y="11383"/>
                      <a:pt x="78924" y="11250"/>
                    </a:cubicBezTo>
                    <a:lnTo>
                      <a:pt x="78790" y="10649"/>
                    </a:lnTo>
                    <a:cubicBezTo>
                      <a:pt x="78624" y="9815"/>
                      <a:pt x="78457" y="9048"/>
                      <a:pt x="78323" y="8348"/>
                    </a:cubicBezTo>
                    <a:cubicBezTo>
                      <a:pt x="78090" y="6913"/>
                      <a:pt x="78056" y="5679"/>
                      <a:pt x="78223" y="4712"/>
                    </a:cubicBezTo>
                    <a:cubicBezTo>
                      <a:pt x="78257" y="4478"/>
                      <a:pt x="78290" y="4211"/>
                      <a:pt x="78323" y="4011"/>
                    </a:cubicBezTo>
                    <a:cubicBezTo>
                      <a:pt x="78390" y="3811"/>
                      <a:pt x="78457" y="3578"/>
                      <a:pt x="78490" y="3411"/>
                    </a:cubicBezTo>
                    <a:cubicBezTo>
                      <a:pt x="78590" y="3077"/>
                      <a:pt x="78757" y="2810"/>
                      <a:pt x="78824" y="2543"/>
                    </a:cubicBezTo>
                    <a:cubicBezTo>
                      <a:pt x="78924" y="2310"/>
                      <a:pt x="78990" y="2110"/>
                      <a:pt x="79091" y="2010"/>
                    </a:cubicBezTo>
                    <a:cubicBezTo>
                      <a:pt x="79124" y="1876"/>
                      <a:pt x="79157" y="1843"/>
                      <a:pt x="79157" y="1843"/>
                    </a:cubicBezTo>
                    <a:cubicBezTo>
                      <a:pt x="79324" y="1576"/>
                      <a:pt x="79424" y="1343"/>
                      <a:pt x="79724" y="1009"/>
                    </a:cubicBezTo>
                    <a:cubicBezTo>
                      <a:pt x="79824" y="842"/>
                      <a:pt x="79924" y="642"/>
                      <a:pt x="79991" y="509"/>
                    </a:cubicBezTo>
                    <a:cubicBezTo>
                      <a:pt x="80158" y="208"/>
                      <a:pt x="80225" y="42"/>
                      <a:pt x="80158" y="8"/>
                    </a:cubicBezTo>
                    <a:cubicBezTo>
                      <a:pt x="80153" y="3"/>
                      <a:pt x="80145" y="0"/>
                      <a:pt x="801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48" name="Google Shape;2648;p22"/>
              <p:cNvSpPr/>
              <p:nvPr/>
            </p:nvSpPr>
            <p:spPr>
              <a:xfrm>
                <a:off x="3610" y="24236"/>
                <a:ext cx="2069687" cy="3284563"/>
              </a:xfrm>
              <a:custGeom>
                <a:avLst/>
                <a:gdLst/>
                <a:ahLst/>
                <a:cxnLst/>
                <a:rect l="l" t="t" r="r" b="b"/>
                <a:pathLst>
                  <a:path w="85595" h="135838" extrusionOk="0">
                    <a:moveTo>
                      <a:pt x="85546" y="1"/>
                    </a:moveTo>
                    <a:cubicBezTo>
                      <a:pt x="85502" y="1"/>
                      <a:pt x="85407" y="103"/>
                      <a:pt x="85261" y="307"/>
                    </a:cubicBezTo>
                    <a:cubicBezTo>
                      <a:pt x="85094" y="541"/>
                      <a:pt x="84894" y="874"/>
                      <a:pt x="84694" y="1408"/>
                    </a:cubicBezTo>
                    <a:cubicBezTo>
                      <a:pt x="84694" y="1408"/>
                      <a:pt x="84627" y="1508"/>
                      <a:pt x="84594" y="1642"/>
                    </a:cubicBezTo>
                    <a:cubicBezTo>
                      <a:pt x="84594" y="1675"/>
                      <a:pt x="84561" y="1742"/>
                      <a:pt x="84527" y="1875"/>
                    </a:cubicBezTo>
                    <a:cubicBezTo>
                      <a:pt x="84461" y="1975"/>
                      <a:pt x="84461" y="2142"/>
                      <a:pt x="84427" y="2242"/>
                    </a:cubicBezTo>
                    <a:cubicBezTo>
                      <a:pt x="84327" y="2842"/>
                      <a:pt x="84227" y="3743"/>
                      <a:pt x="84394" y="4911"/>
                    </a:cubicBezTo>
                    <a:cubicBezTo>
                      <a:pt x="84494" y="5511"/>
                      <a:pt x="84594" y="6178"/>
                      <a:pt x="84727" y="6879"/>
                    </a:cubicBezTo>
                    <a:cubicBezTo>
                      <a:pt x="84894" y="7579"/>
                      <a:pt x="85061" y="8380"/>
                      <a:pt x="85094" y="9247"/>
                    </a:cubicBezTo>
                    <a:cubicBezTo>
                      <a:pt x="85161" y="9481"/>
                      <a:pt x="85161" y="9714"/>
                      <a:pt x="85161" y="9914"/>
                    </a:cubicBezTo>
                    <a:cubicBezTo>
                      <a:pt x="85094" y="10148"/>
                      <a:pt x="85094" y="10348"/>
                      <a:pt x="85061" y="10581"/>
                    </a:cubicBezTo>
                    <a:cubicBezTo>
                      <a:pt x="85061" y="10848"/>
                      <a:pt x="84994" y="11048"/>
                      <a:pt x="84928" y="11315"/>
                    </a:cubicBezTo>
                    <a:cubicBezTo>
                      <a:pt x="84894" y="11549"/>
                      <a:pt x="84794" y="11749"/>
                      <a:pt x="84727" y="12016"/>
                    </a:cubicBezTo>
                    <a:cubicBezTo>
                      <a:pt x="84561" y="12483"/>
                      <a:pt x="84327" y="12916"/>
                      <a:pt x="83960" y="13350"/>
                    </a:cubicBezTo>
                    <a:cubicBezTo>
                      <a:pt x="83693" y="13817"/>
                      <a:pt x="83260" y="14184"/>
                      <a:pt x="82859" y="14584"/>
                    </a:cubicBezTo>
                    <a:cubicBezTo>
                      <a:pt x="81959" y="15385"/>
                      <a:pt x="81025" y="16219"/>
                      <a:pt x="80224" y="17319"/>
                    </a:cubicBezTo>
                    <a:cubicBezTo>
                      <a:pt x="79857" y="17853"/>
                      <a:pt x="79490" y="18487"/>
                      <a:pt x="79324" y="19187"/>
                    </a:cubicBezTo>
                    <a:cubicBezTo>
                      <a:pt x="79090" y="19855"/>
                      <a:pt x="79057" y="20588"/>
                      <a:pt x="79090" y="21356"/>
                    </a:cubicBezTo>
                    <a:cubicBezTo>
                      <a:pt x="79157" y="22823"/>
                      <a:pt x="79424" y="24358"/>
                      <a:pt x="79157" y="25926"/>
                    </a:cubicBezTo>
                    <a:cubicBezTo>
                      <a:pt x="78823" y="27493"/>
                      <a:pt x="78023" y="29028"/>
                      <a:pt x="76755" y="30229"/>
                    </a:cubicBezTo>
                    <a:cubicBezTo>
                      <a:pt x="75521" y="31430"/>
                      <a:pt x="73853" y="32263"/>
                      <a:pt x="72085" y="33064"/>
                    </a:cubicBezTo>
                    <a:cubicBezTo>
                      <a:pt x="70384" y="33898"/>
                      <a:pt x="68483" y="34498"/>
                      <a:pt x="66481" y="34999"/>
                    </a:cubicBezTo>
                    <a:cubicBezTo>
                      <a:pt x="65981" y="35166"/>
                      <a:pt x="65480" y="35266"/>
                      <a:pt x="64980" y="35399"/>
                    </a:cubicBezTo>
                    <a:cubicBezTo>
                      <a:pt x="64713" y="35499"/>
                      <a:pt x="64480" y="35532"/>
                      <a:pt x="64213" y="35599"/>
                    </a:cubicBezTo>
                    <a:lnTo>
                      <a:pt x="64013" y="35666"/>
                    </a:lnTo>
                    <a:lnTo>
                      <a:pt x="63913" y="35666"/>
                    </a:lnTo>
                    <a:lnTo>
                      <a:pt x="63846" y="35699"/>
                    </a:lnTo>
                    <a:lnTo>
                      <a:pt x="63412" y="35766"/>
                    </a:lnTo>
                    <a:cubicBezTo>
                      <a:pt x="62378" y="36033"/>
                      <a:pt x="61311" y="36366"/>
                      <a:pt x="60310" y="36867"/>
                    </a:cubicBezTo>
                    <a:cubicBezTo>
                      <a:pt x="59309" y="37367"/>
                      <a:pt x="58309" y="38068"/>
                      <a:pt x="57708" y="39168"/>
                    </a:cubicBezTo>
                    <a:cubicBezTo>
                      <a:pt x="57408" y="39702"/>
                      <a:pt x="57341" y="40336"/>
                      <a:pt x="57174" y="40870"/>
                    </a:cubicBezTo>
                    <a:cubicBezTo>
                      <a:pt x="57141" y="41170"/>
                      <a:pt x="57008" y="41437"/>
                      <a:pt x="56908" y="41704"/>
                    </a:cubicBezTo>
                    <a:cubicBezTo>
                      <a:pt x="56808" y="42004"/>
                      <a:pt x="56674" y="42237"/>
                      <a:pt x="56541" y="42504"/>
                    </a:cubicBezTo>
                    <a:lnTo>
                      <a:pt x="56307" y="43005"/>
                    </a:lnTo>
                    <a:cubicBezTo>
                      <a:pt x="56174" y="43171"/>
                      <a:pt x="56040" y="43338"/>
                      <a:pt x="55907" y="43538"/>
                    </a:cubicBezTo>
                    <a:cubicBezTo>
                      <a:pt x="55640" y="43905"/>
                      <a:pt x="55240" y="44339"/>
                      <a:pt x="54839" y="44739"/>
                    </a:cubicBezTo>
                    <a:cubicBezTo>
                      <a:pt x="54406" y="45173"/>
                      <a:pt x="53872" y="45573"/>
                      <a:pt x="53372" y="46107"/>
                    </a:cubicBezTo>
                    <a:cubicBezTo>
                      <a:pt x="52871" y="46607"/>
                      <a:pt x="52371" y="47341"/>
                      <a:pt x="52204" y="48208"/>
                    </a:cubicBezTo>
                    <a:cubicBezTo>
                      <a:pt x="51837" y="50010"/>
                      <a:pt x="52571" y="51844"/>
                      <a:pt x="53405" y="53612"/>
                    </a:cubicBezTo>
                    <a:cubicBezTo>
                      <a:pt x="53839" y="54513"/>
                      <a:pt x="54172" y="55447"/>
                      <a:pt x="54339" y="56514"/>
                    </a:cubicBezTo>
                    <a:cubicBezTo>
                      <a:pt x="54406" y="56748"/>
                      <a:pt x="54372" y="57048"/>
                      <a:pt x="54406" y="57281"/>
                    </a:cubicBezTo>
                    <a:cubicBezTo>
                      <a:pt x="54406" y="57548"/>
                      <a:pt x="54473" y="57848"/>
                      <a:pt x="54473" y="58082"/>
                    </a:cubicBezTo>
                    <a:cubicBezTo>
                      <a:pt x="54473" y="58349"/>
                      <a:pt x="54473" y="58616"/>
                      <a:pt x="54406" y="58883"/>
                    </a:cubicBezTo>
                    <a:cubicBezTo>
                      <a:pt x="54372" y="59116"/>
                      <a:pt x="54372" y="59416"/>
                      <a:pt x="54306" y="59683"/>
                    </a:cubicBezTo>
                    <a:cubicBezTo>
                      <a:pt x="54072" y="60751"/>
                      <a:pt x="53639" y="61785"/>
                      <a:pt x="52971" y="62719"/>
                    </a:cubicBezTo>
                    <a:cubicBezTo>
                      <a:pt x="52304" y="63619"/>
                      <a:pt x="51370" y="64420"/>
                      <a:pt x="50403" y="65087"/>
                    </a:cubicBezTo>
                    <a:cubicBezTo>
                      <a:pt x="49402" y="65754"/>
                      <a:pt x="48335" y="66355"/>
                      <a:pt x="47234" y="66888"/>
                    </a:cubicBezTo>
                    <a:cubicBezTo>
                      <a:pt x="46700" y="67188"/>
                      <a:pt x="46167" y="67455"/>
                      <a:pt x="45633" y="67789"/>
                    </a:cubicBezTo>
                    <a:cubicBezTo>
                      <a:pt x="45366" y="67956"/>
                      <a:pt x="45133" y="68189"/>
                      <a:pt x="44866" y="68423"/>
                    </a:cubicBezTo>
                    <a:cubicBezTo>
                      <a:pt x="44732" y="68589"/>
                      <a:pt x="44666" y="68756"/>
                      <a:pt x="44565" y="68923"/>
                    </a:cubicBezTo>
                    <a:cubicBezTo>
                      <a:pt x="44565" y="69023"/>
                      <a:pt x="44532" y="69123"/>
                      <a:pt x="44532" y="69223"/>
                    </a:cubicBezTo>
                    <a:cubicBezTo>
                      <a:pt x="44532" y="69290"/>
                      <a:pt x="44532" y="69423"/>
                      <a:pt x="44565" y="69523"/>
                    </a:cubicBezTo>
                    <a:cubicBezTo>
                      <a:pt x="44666" y="69890"/>
                      <a:pt x="44899" y="70124"/>
                      <a:pt x="45133" y="70391"/>
                    </a:cubicBezTo>
                    <a:cubicBezTo>
                      <a:pt x="45333" y="70591"/>
                      <a:pt x="45533" y="70858"/>
                      <a:pt x="45800" y="71058"/>
                    </a:cubicBezTo>
                    <a:cubicBezTo>
                      <a:pt x="45900" y="71191"/>
                      <a:pt x="46033" y="71291"/>
                      <a:pt x="46167" y="71392"/>
                    </a:cubicBezTo>
                    <a:lnTo>
                      <a:pt x="46567" y="71625"/>
                    </a:lnTo>
                    <a:cubicBezTo>
                      <a:pt x="46700" y="71725"/>
                      <a:pt x="46867" y="71792"/>
                      <a:pt x="47034" y="71859"/>
                    </a:cubicBezTo>
                    <a:cubicBezTo>
                      <a:pt x="47167" y="71925"/>
                      <a:pt x="47334" y="72025"/>
                      <a:pt x="47501" y="72025"/>
                    </a:cubicBezTo>
                    <a:cubicBezTo>
                      <a:pt x="47723" y="72081"/>
                      <a:pt x="47946" y="72103"/>
                      <a:pt x="48167" y="72103"/>
                    </a:cubicBezTo>
                    <a:cubicBezTo>
                      <a:pt x="48609" y="72103"/>
                      <a:pt x="49046" y="72014"/>
                      <a:pt x="49469" y="71925"/>
                    </a:cubicBezTo>
                    <a:cubicBezTo>
                      <a:pt x="50069" y="71792"/>
                      <a:pt x="50670" y="71592"/>
                      <a:pt x="51237" y="71458"/>
                    </a:cubicBezTo>
                    <a:cubicBezTo>
                      <a:pt x="51742" y="71314"/>
                      <a:pt x="52259" y="71245"/>
                      <a:pt x="52769" y="71245"/>
                    </a:cubicBezTo>
                    <a:cubicBezTo>
                      <a:pt x="53440" y="71245"/>
                      <a:pt x="54100" y="71364"/>
                      <a:pt x="54706" y="71592"/>
                    </a:cubicBezTo>
                    <a:cubicBezTo>
                      <a:pt x="55240" y="71758"/>
                      <a:pt x="55673" y="72192"/>
                      <a:pt x="55974" y="72626"/>
                    </a:cubicBezTo>
                    <a:cubicBezTo>
                      <a:pt x="56240" y="73126"/>
                      <a:pt x="56474" y="73693"/>
                      <a:pt x="56574" y="74227"/>
                    </a:cubicBezTo>
                    <a:cubicBezTo>
                      <a:pt x="56874" y="75428"/>
                      <a:pt x="56908" y="76729"/>
                      <a:pt x="56841" y="78030"/>
                    </a:cubicBezTo>
                    <a:cubicBezTo>
                      <a:pt x="56808" y="78697"/>
                      <a:pt x="56707" y="79297"/>
                      <a:pt x="56574" y="79964"/>
                    </a:cubicBezTo>
                    <a:lnTo>
                      <a:pt x="56207" y="81966"/>
                    </a:lnTo>
                    <a:cubicBezTo>
                      <a:pt x="56140" y="82299"/>
                      <a:pt x="56140" y="82700"/>
                      <a:pt x="56074" y="83033"/>
                    </a:cubicBezTo>
                    <a:cubicBezTo>
                      <a:pt x="56040" y="83367"/>
                      <a:pt x="56007" y="83734"/>
                      <a:pt x="56007" y="84067"/>
                    </a:cubicBezTo>
                    <a:cubicBezTo>
                      <a:pt x="56040" y="84734"/>
                      <a:pt x="56007" y="85435"/>
                      <a:pt x="56074" y="86135"/>
                    </a:cubicBezTo>
                    <a:cubicBezTo>
                      <a:pt x="56174" y="87570"/>
                      <a:pt x="56374" y="88937"/>
                      <a:pt x="56474" y="90372"/>
                    </a:cubicBezTo>
                    <a:cubicBezTo>
                      <a:pt x="56474" y="90705"/>
                      <a:pt x="56507" y="91072"/>
                      <a:pt x="56507" y="91406"/>
                    </a:cubicBezTo>
                    <a:lnTo>
                      <a:pt x="56474" y="92440"/>
                    </a:lnTo>
                    <a:lnTo>
                      <a:pt x="56474" y="92974"/>
                    </a:lnTo>
                    <a:lnTo>
                      <a:pt x="56374" y="93474"/>
                    </a:lnTo>
                    <a:lnTo>
                      <a:pt x="56307" y="93974"/>
                    </a:lnTo>
                    <a:cubicBezTo>
                      <a:pt x="56307" y="94141"/>
                      <a:pt x="56240" y="94308"/>
                      <a:pt x="56207" y="94475"/>
                    </a:cubicBezTo>
                    <a:cubicBezTo>
                      <a:pt x="55907" y="95876"/>
                      <a:pt x="55340" y="97143"/>
                      <a:pt x="54806" y="98544"/>
                    </a:cubicBezTo>
                    <a:cubicBezTo>
                      <a:pt x="54673" y="98878"/>
                      <a:pt x="54539" y="99245"/>
                      <a:pt x="54406" y="99578"/>
                    </a:cubicBezTo>
                    <a:cubicBezTo>
                      <a:pt x="54339" y="99912"/>
                      <a:pt x="54172" y="100245"/>
                      <a:pt x="54072" y="100612"/>
                    </a:cubicBezTo>
                    <a:lnTo>
                      <a:pt x="53805" y="101713"/>
                    </a:lnTo>
                    <a:lnTo>
                      <a:pt x="53639" y="102814"/>
                    </a:lnTo>
                    <a:cubicBezTo>
                      <a:pt x="53405" y="104315"/>
                      <a:pt x="53672" y="105783"/>
                      <a:pt x="53839" y="107251"/>
                    </a:cubicBezTo>
                    <a:cubicBezTo>
                      <a:pt x="54006" y="108718"/>
                      <a:pt x="54072" y="110153"/>
                      <a:pt x="53539" y="111487"/>
                    </a:cubicBezTo>
                    <a:cubicBezTo>
                      <a:pt x="53305" y="112154"/>
                      <a:pt x="52905" y="112788"/>
                      <a:pt x="52404" y="113288"/>
                    </a:cubicBezTo>
                    <a:lnTo>
                      <a:pt x="51671" y="114055"/>
                    </a:lnTo>
                    <a:lnTo>
                      <a:pt x="51237" y="114389"/>
                    </a:lnTo>
                    <a:cubicBezTo>
                      <a:pt x="51070" y="114489"/>
                      <a:pt x="50970" y="114589"/>
                      <a:pt x="50803" y="114656"/>
                    </a:cubicBezTo>
                    <a:cubicBezTo>
                      <a:pt x="49536" y="115390"/>
                      <a:pt x="48135" y="115723"/>
                      <a:pt x="46734" y="116224"/>
                    </a:cubicBezTo>
                    <a:cubicBezTo>
                      <a:pt x="46067" y="116457"/>
                      <a:pt x="45366" y="116757"/>
                      <a:pt x="44732" y="117124"/>
                    </a:cubicBezTo>
                    <a:cubicBezTo>
                      <a:pt x="44065" y="117491"/>
                      <a:pt x="43531" y="118058"/>
                      <a:pt x="43131" y="118659"/>
                    </a:cubicBezTo>
                    <a:cubicBezTo>
                      <a:pt x="43031" y="118825"/>
                      <a:pt x="42898" y="118992"/>
                      <a:pt x="42831" y="119159"/>
                    </a:cubicBezTo>
                    <a:lnTo>
                      <a:pt x="42664" y="119726"/>
                    </a:lnTo>
                    <a:cubicBezTo>
                      <a:pt x="42631" y="119893"/>
                      <a:pt x="42564" y="120093"/>
                      <a:pt x="42531" y="120260"/>
                    </a:cubicBezTo>
                    <a:cubicBezTo>
                      <a:pt x="42497" y="120427"/>
                      <a:pt x="42464" y="120627"/>
                      <a:pt x="42464" y="120794"/>
                    </a:cubicBezTo>
                    <a:cubicBezTo>
                      <a:pt x="42331" y="121561"/>
                      <a:pt x="42331" y="122261"/>
                      <a:pt x="42364" y="122962"/>
                    </a:cubicBezTo>
                    <a:cubicBezTo>
                      <a:pt x="42397" y="124429"/>
                      <a:pt x="42564" y="125797"/>
                      <a:pt x="42331" y="127131"/>
                    </a:cubicBezTo>
                    <a:cubicBezTo>
                      <a:pt x="42164" y="127799"/>
                      <a:pt x="41964" y="128432"/>
                      <a:pt x="41630" y="128999"/>
                    </a:cubicBezTo>
                    <a:cubicBezTo>
                      <a:pt x="41230" y="129566"/>
                      <a:pt x="40829" y="130067"/>
                      <a:pt x="40329" y="130500"/>
                    </a:cubicBezTo>
                    <a:cubicBezTo>
                      <a:pt x="39328" y="131434"/>
                      <a:pt x="38128" y="132002"/>
                      <a:pt x="36860" y="132268"/>
                    </a:cubicBezTo>
                    <a:cubicBezTo>
                      <a:pt x="36209" y="132368"/>
                      <a:pt x="35567" y="132410"/>
                      <a:pt x="34929" y="132410"/>
                    </a:cubicBezTo>
                    <a:cubicBezTo>
                      <a:pt x="34291" y="132410"/>
                      <a:pt x="33658" y="132368"/>
                      <a:pt x="33024" y="132302"/>
                    </a:cubicBezTo>
                    <a:cubicBezTo>
                      <a:pt x="31790" y="132135"/>
                      <a:pt x="30522" y="131935"/>
                      <a:pt x="29321" y="131768"/>
                    </a:cubicBezTo>
                    <a:cubicBezTo>
                      <a:pt x="28164" y="131616"/>
                      <a:pt x="27090" y="131464"/>
                      <a:pt x="25999" y="131464"/>
                    </a:cubicBezTo>
                    <a:cubicBezTo>
                      <a:pt x="25894" y="131464"/>
                      <a:pt x="25790" y="131465"/>
                      <a:pt x="25685" y="131468"/>
                    </a:cubicBezTo>
                    <a:cubicBezTo>
                      <a:pt x="24484" y="131468"/>
                      <a:pt x="23317" y="131668"/>
                      <a:pt x="22283" y="132102"/>
                    </a:cubicBezTo>
                    <a:cubicBezTo>
                      <a:pt x="21215" y="132569"/>
                      <a:pt x="20281" y="133069"/>
                      <a:pt x="19347" y="133569"/>
                    </a:cubicBezTo>
                    <a:cubicBezTo>
                      <a:pt x="18447" y="134070"/>
                      <a:pt x="17513" y="134570"/>
                      <a:pt x="16646" y="134937"/>
                    </a:cubicBezTo>
                    <a:cubicBezTo>
                      <a:pt x="15712" y="135304"/>
                      <a:pt x="14811" y="135504"/>
                      <a:pt x="13944" y="135504"/>
                    </a:cubicBezTo>
                    <a:cubicBezTo>
                      <a:pt x="13043" y="135504"/>
                      <a:pt x="12209" y="135304"/>
                      <a:pt x="11442" y="135104"/>
                    </a:cubicBezTo>
                    <a:cubicBezTo>
                      <a:pt x="9874" y="134603"/>
                      <a:pt x="8506" y="134003"/>
                      <a:pt x="7272" y="133603"/>
                    </a:cubicBezTo>
                    <a:cubicBezTo>
                      <a:pt x="6177" y="133188"/>
                      <a:pt x="5134" y="132958"/>
                      <a:pt x="4284" y="132958"/>
                    </a:cubicBezTo>
                    <a:cubicBezTo>
                      <a:pt x="4176" y="132958"/>
                      <a:pt x="4071" y="132961"/>
                      <a:pt x="3970" y="132969"/>
                    </a:cubicBezTo>
                    <a:cubicBezTo>
                      <a:pt x="3703" y="133002"/>
                      <a:pt x="3503" y="133002"/>
                      <a:pt x="3303" y="133069"/>
                    </a:cubicBezTo>
                    <a:cubicBezTo>
                      <a:pt x="3103" y="133102"/>
                      <a:pt x="2869" y="133136"/>
                      <a:pt x="2702" y="133169"/>
                    </a:cubicBezTo>
                    <a:cubicBezTo>
                      <a:pt x="2369" y="133302"/>
                      <a:pt x="2102" y="133336"/>
                      <a:pt x="1868" y="133469"/>
                    </a:cubicBezTo>
                    <a:cubicBezTo>
                      <a:pt x="1668" y="133569"/>
                      <a:pt x="1501" y="133636"/>
                      <a:pt x="1368" y="133669"/>
                    </a:cubicBezTo>
                    <a:cubicBezTo>
                      <a:pt x="1235" y="133736"/>
                      <a:pt x="1201" y="133769"/>
                      <a:pt x="1201" y="133769"/>
                    </a:cubicBezTo>
                    <a:cubicBezTo>
                      <a:pt x="968" y="133903"/>
                      <a:pt x="734" y="134003"/>
                      <a:pt x="701" y="134270"/>
                    </a:cubicBezTo>
                    <a:cubicBezTo>
                      <a:pt x="534" y="134403"/>
                      <a:pt x="401" y="134470"/>
                      <a:pt x="301" y="134570"/>
                    </a:cubicBezTo>
                    <a:cubicBezTo>
                      <a:pt x="67" y="134737"/>
                      <a:pt x="0" y="134804"/>
                      <a:pt x="0" y="134837"/>
                    </a:cubicBezTo>
                    <a:cubicBezTo>
                      <a:pt x="0" y="134856"/>
                      <a:pt x="11" y="134864"/>
                      <a:pt x="31" y="134864"/>
                    </a:cubicBezTo>
                    <a:cubicBezTo>
                      <a:pt x="83" y="134864"/>
                      <a:pt x="199" y="134809"/>
                      <a:pt x="367" y="134737"/>
                    </a:cubicBezTo>
                    <a:cubicBezTo>
                      <a:pt x="501" y="134637"/>
                      <a:pt x="667" y="134570"/>
                      <a:pt x="834" y="134470"/>
                    </a:cubicBezTo>
                    <a:cubicBezTo>
                      <a:pt x="1001" y="134337"/>
                      <a:pt x="1201" y="134270"/>
                      <a:pt x="1468" y="134136"/>
                    </a:cubicBezTo>
                    <a:cubicBezTo>
                      <a:pt x="1468" y="134136"/>
                      <a:pt x="1501" y="134103"/>
                      <a:pt x="1635" y="134070"/>
                    </a:cubicBezTo>
                    <a:cubicBezTo>
                      <a:pt x="1735" y="134003"/>
                      <a:pt x="1902" y="133936"/>
                      <a:pt x="2135" y="133836"/>
                    </a:cubicBezTo>
                    <a:cubicBezTo>
                      <a:pt x="2335" y="133736"/>
                      <a:pt x="2636" y="133669"/>
                      <a:pt x="2969" y="133569"/>
                    </a:cubicBezTo>
                    <a:cubicBezTo>
                      <a:pt x="3136" y="133503"/>
                      <a:pt x="3303" y="133469"/>
                      <a:pt x="3503" y="133436"/>
                    </a:cubicBezTo>
                    <a:cubicBezTo>
                      <a:pt x="3703" y="133403"/>
                      <a:pt x="3903" y="133403"/>
                      <a:pt x="4137" y="133336"/>
                    </a:cubicBezTo>
                    <a:cubicBezTo>
                      <a:pt x="4235" y="133328"/>
                      <a:pt x="4336" y="133325"/>
                      <a:pt x="4441" y="133325"/>
                    </a:cubicBezTo>
                    <a:cubicBezTo>
                      <a:pt x="5262" y="133325"/>
                      <a:pt x="6274" y="133552"/>
                      <a:pt x="7339" y="133936"/>
                    </a:cubicBezTo>
                    <a:cubicBezTo>
                      <a:pt x="8573" y="134337"/>
                      <a:pt x="9974" y="134937"/>
                      <a:pt x="11542" y="135437"/>
                    </a:cubicBezTo>
                    <a:cubicBezTo>
                      <a:pt x="12342" y="135637"/>
                      <a:pt x="13210" y="135838"/>
                      <a:pt x="14144" y="135838"/>
                    </a:cubicBezTo>
                    <a:cubicBezTo>
                      <a:pt x="15044" y="135838"/>
                      <a:pt x="16012" y="135637"/>
                      <a:pt x="16912" y="135271"/>
                    </a:cubicBezTo>
                    <a:cubicBezTo>
                      <a:pt x="17846" y="134904"/>
                      <a:pt x="18714" y="134403"/>
                      <a:pt x="19648" y="133903"/>
                    </a:cubicBezTo>
                    <a:cubicBezTo>
                      <a:pt x="20582" y="133403"/>
                      <a:pt x="21549" y="132902"/>
                      <a:pt x="22550" y="132469"/>
                    </a:cubicBezTo>
                    <a:cubicBezTo>
                      <a:pt x="23550" y="132102"/>
                      <a:pt x="24685" y="131901"/>
                      <a:pt x="25852" y="131901"/>
                    </a:cubicBezTo>
                    <a:cubicBezTo>
                      <a:pt x="26986" y="131901"/>
                      <a:pt x="28187" y="132002"/>
                      <a:pt x="29388" y="132168"/>
                    </a:cubicBezTo>
                    <a:cubicBezTo>
                      <a:pt x="30589" y="132335"/>
                      <a:pt x="31823" y="132602"/>
                      <a:pt x="33091" y="132735"/>
                    </a:cubicBezTo>
                    <a:cubicBezTo>
                      <a:pt x="33753" y="132788"/>
                      <a:pt x="34433" y="132840"/>
                      <a:pt x="35122" y="132840"/>
                    </a:cubicBezTo>
                    <a:cubicBezTo>
                      <a:pt x="35752" y="132840"/>
                      <a:pt x="36389" y="132796"/>
                      <a:pt x="37027" y="132669"/>
                    </a:cubicBezTo>
                    <a:cubicBezTo>
                      <a:pt x="38361" y="132435"/>
                      <a:pt x="39662" y="131801"/>
                      <a:pt x="40663" y="130834"/>
                    </a:cubicBezTo>
                    <a:cubicBezTo>
                      <a:pt x="41163" y="130400"/>
                      <a:pt x="41597" y="129833"/>
                      <a:pt x="41997" y="129266"/>
                    </a:cubicBezTo>
                    <a:cubicBezTo>
                      <a:pt x="42364" y="128632"/>
                      <a:pt x="42597" y="127965"/>
                      <a:pt x="42731" y="127265"/>
                    </a:cubicBezTo>
                    <a:cubicBezTo>
                      <a:pt x="42998" y="125830"/>
                      <a:pt x="42831" y="124429"/>
                      <a:pt x="42764" y="122995"/>
                    </a:cubicBezTo>
                    <a:cubicBezTo>
                      <a:pt x="42731" y="122295"/>
                      <a:pt x="42731" y="121594"/>
                      <a:pt x="42864" y="120927"/>
                    </a:cubicBezTo>
                    <a:cubicBezTo>
                      <a:pt x="42864" y="120760"/>
                      <a:pt x="42898" y="120593"/>
                      <a:pt x="42931" y="120427"/>
                    </a:cubicBezTo>
                    <a:cubicBezTo>
                      <a:pt x="42998" y="120260"/>
                      <a:pt x="42998" y="120093"/>
                      <a:pt x="43064" y="119926"/>
                    </a:cubicBezTo>
                    <a:lnTo>
                      <a:pt x="43231" y="119426"/>
                    </a:lnTo>
                    <a:cubicBezTo>
                      <a:pt x="43331" y="119259"/>
                      <a:pt x="43398" y="119126"/>
                      <a:pt x="43498" y="118959"/>
                    </a:cubicBezTo>
                    <a:cubicBezTo>
                      <a:pt x="43865" y="118392"/>
                      <a:pt x="44399" y="117925"/>
                      <a:pt x="44999" y="117558"/>
                    </a:cubicBezTo>
                    <a:cubicBezTo>
                      <a:pt x="45600" y="117158"/>
                      <a:pt x="46267" y="116924"/>
                      <a:pt x="46934" y="116657"/>
                    </a:cubicBezTo>
                    <a:cubicBezTo>
                      <a:pt x="48335" y="116224"/>
                      <a:pt x="49769" y="115823"/>
                      <a:pt x="51070" y="115089"/>
                    </a:cubicBezTo>
                    <a:cubicBezTo>
                      <a:pt x="51204" y="114989"/>
                      <a:pt x="51370" y="114923"/>
                      <a:pt x="51537" y="114789"/>
                    </a:cubicBezTo>
                    <a:lnTo>
                      <a:pt x="52004" y="114456"/>
                    </a:lnTo>
                    <a:cubicBezTo>
                      <a:pt x="52238" y="114222"/>
                      <a:pt x="52538" y="113955"/>
                      <a:pt x="52771" y="113655"/>
                    </a:cubicBezTo>
                    <a:cubicBezTo>
                      <a:pt x="53272" y="113121"/>
                      <a:pt x="53705" y="112454"/>
                      <a:pt x="54006" y="111754"/>
                    </a:cubicBezTo>
                    <a:cubicBezTo>
                      <a:pt x="54272" y="111053"/>
                      <a:pt x="54439" y="110286"/>
                      <a:pt x="54439" y="109552"/>
                    </a:cubicBezTo>
                    <a:cubicBezTo>
                      <a:pt x="54439" y="108752"/>
                      <a:pt x="54406" y="108051"/>
                      <a:pt x="54339" y="107284"/>
                    </a:cubicBezTo>
                    <a:cubicBezTo>
                      <a:pt x="54172" y="105816"/>
                      <a:pt x="53905" y="104382"/>
                      <a:pt x="54106" y="102947"/>
                    </a:cubicBezTo>
                    <a:lnTo>
                      <a:pt x="54272" y="101913"/>
                    </a:lnTo>
                    <a:lnTo>
                      <a:pt x="54573" y="100879"/>
                    </a:lnTo>
                    <a:cubicBezTo>
                      <a:pt x="54673" y="100479"/>
                      <a:pt x="54773" y="100145"/>
                      <a:pt x="54906" y="99812"/>
                    </a:cubicBezTo>
                    <a:cubicBezTo>
                      <a:pt x="55006" y="99478"/>
                      <a:pt x="55173" y="99145"/>
                      <a:pt x="55273" y="98811"/>
                    </a:cubicBezTo>
                    <a:cubicBezTo>
                      <a:pt x="55840" y="97477"/>
                      <a:pt x="56441" y="96143"/>
                      <a:pt x="56741" y="94708"/>
                    </a:cubicBezTo>
                    <a:cubicBezTo>
                      <a:pt x="56841" y="94541"/>
                      <a:pt x="56841" y="94308"/>
                      <a:pt x="56874" y="94141"/>
                    </a:cubicBezTo>
                    <a:lnTo>
                      <a:pt x="56941" y="93607"/>
                    </a:lnTo>
                    <a:lnTo>
                      <a:pt x="57041" y="93074"/>
                    </a:lnTo>
                    <a:lnTo>
                      <a:pt x="57041" y="92540"/>
                    </a:lnTo>
                    <a:lnTo>
                      <a:pt x="57074" y="91439"/>
                    </a:lnTo>
                    <a:cubicBezTo>
                      <a:pt x="57074" y="91072"/>
                      <a:pt x="57041" y="90739"/>
                      <a:pt x="57041" y="90372"/>
                    </a:cubicBezTo>
                    <a:cubicBezTo>
                      <a:pt x="56874" y="87536"/>
                      <a:pt x="56274" y="84768"/>
                      <a:pt x="56774" y="82099"/>
                    </a:cubicBezTo>
                    <a:cubicBezTo>
                      <a:pt x="57375" y="79464"/>
                      <a:pt x="57775" y="76729"/>
                      <a:pt x="57174" y="74127"/>
                    </a:cubicBezTo>
                    <a:cubicBezTo>
                      <a:pt x="57008" y="73560"/>
                      <a:pt x="56774" y="72959"/>
                      <a:pt x="56441" y="72426"/>
                    </a:cubicBezTo>
                    <a:cubicBezTo>
                      <a:pt x="56174" y="71892"/>
                      <a:pt x="55607" y="71392"/>
                      <a:pt x="55006" y="71191"/>
                    </a:cubicBezTo>
                    <a:cubicBezTo>
                      <a:pt x="54364" y="70916"/>
                      <a:pt x="53650" y="70792"/>
                      <a:pt x="52938" y="70792"/>
                    </a:cubicBezTo>
                    <a:cubicBezTo>
                      <a:pt x="52357" y="70792"/>
                      <a:pt x="51777" y="70875"/>
                      <a:pt x="51237" y="71025"/>
                    </a:cubicBezTo>
                    <a:cubicBezTo>
                      <a:pt x="50603" y="71125"/>
                      <a:pt x="50036" y="71358"/>
                      <a:pt x="49436" y="71458"/>
                    </a:cubicBezTo>
                    <a:cubicBezTo>
                      <a:pt x="49058" y="71547"/>
                      <a:pt x="48650" y="71621"/>
                      <a:pt x="48262" y="71621"/>
                    </a:cubicBezTo>
                    <a:cubicBezTo>
                      <a:pt x="48068" y="71621"/>
                      <a:pt x="47879" y="71603"/>
                      <a:pt x="47701" y="71558"/>
                    </a:cubicBezTo>
                    <a:cubicBezTo>
                      <a:pt x="47534" y="71558"/>
                      <a:pt x="47401" y="71458"/>
                      <a:pt x="47267" y="71425"/>
                    </a:cubicBezTo>
                    <a:cubicBezTo>
                      <a:pt x="47167" y="71392"/>
                      <a:pt x="47034" y="71358"/>
                      <a:pt x="46900" y="71258"/>
                    </a:cubicBezTo>
                    <a:lnTo>
                      <a:pt x="46534" y="71058"/>
                    </a:lnTo>
                    <a:cubicBezTo>
                      <a:pt x="46400" y="70958"/>
                      <a:pt x="46333" y="70858"/>
                      <a:pt x="46200" y="70758"/>
                    </a:cubicBezTo>
                    <a:cubicBezTo>
                      <a:pt x="45933" y="70591"/>
                      <a:pt x="45766" y="70357"/>
                      <a:pt x="45566" y="70124"/>
                    </a:cubicBezTo>
                    <a:cubicBezTo>
                      <a:pt x="45366" y="69924"/>
                      <a:pt x="45166" y="69690"/>
                      <a:pt x="45099" y="69457"/>
                    </a:cubicBezTo>
                    <a:cubicBezTo>
                      <a:pt x="44932" y="69023"/>
                      <a:pt x="45433" y="68589"/>
                      <a:pt x="45933" y="68256"/>
                    </a:cubicBezTo>
                    <a:cubicBezTo>
                      <a:pt x="46433" y="67922"/>
                      <a:pt x="47001" y="67689"/>
                      <a:pt x="47534" y="67389"/>
                    </a:cubicBezTo>
                    <a:cubicBezTo>
                      <a:pt x="48602" y="66788"/>
                      <a:pt x="49736" y="66254"/>
                      <a:pt x="50737" y="65554"/>
                    </a:cubicBezTo>
                    <a:cubicBezTo>
                      <a:pt x="51737" y="64887"/>
                      <a:pt x="52671" y="64053"/>
                      <a:pt x="53372" y="63086"/>
                    </a:cubicBezTo>
                    <a:cubicBezTo>
                      <a:pt x="54072" y="62118"/>
                      <a:pt x="54573" y="61017"/>
                      <a:pt x="54773" y="59883"/>
                    </a:cubicBezTo>
                    <a:cubicBezTo>
                      <a:pt x="54873" y="59616"/>
                      <a:pt x="54873" y="59350"/>
                      <a:pt x="54906" y="59049"/>
                    </a:cubicBezTo>
                    <a:cubicBezTo>
                      <a:pt x="54940" y="58782"/>
                      <a:pt x="54940" y="58516"/>
                      <a:pt x="54940" y="58215"/>
                    </a:cubicBezTo>
                    <a:cubicBezTo>
                      <a:pt x="54940" y="57915"/>
                      <a:pt x="54906" y="57682"/>
                      <a:pt x="54906" y="57381"/>
                    </a:cubicBezTo>
                    <a:cubicBezTo>
                      <a:pt x="54873" y="57081"/>
                      <a:pt x="54873" y="56781"/>
                      <a:pt x="54839" y="56548"/>
                    </a:cubicBezTo>
                    <a:cubicBezTo>
                      <a:pt x="54673" y="55447"/>
                      <a:pt x="54272" y="54446"/>
                      <a:pt x="53872" y="53545"/>
                    </a:cubicBezTo>
                    <a:cubicBezTo>
                      <a:pt x="53438" y="52678"/>
                      <a:pt x="53038" y="51777"/>
                      <a:pt x="52838" y="50910"/>
                    </a:cubicBezTo>
                    <a:cubicBezTo>
                      <a:pt x="52738" y="50677"/>
                      <a:pt x="52738" y="50443"/>
                      <a:pt x="52705" y="50243"/>
                    </a:cubicBezTo>
                    <a:lnTo>
                      <a:pt x="52571" y="49609"/>
                    </a:lnTo>
                    <a:lnTo>
                      <a:pt x="52571" y="49009"/>
                    </a:lnTo>
                    <a:cubicBezTo>
                      <a:pt x="52605" y="48775"/>
                      <a:pt x="52605" y="48609"/>
                      <a:pt x="52671" y="48408"/>
                    </a:cubicBezTo>
                    <a:cubicBezTo>
                      <a:pt x="52838" y="47608"/>
                      <a:pt x="53238" y="47007"/>
                      <a:pt x="53739" y="46507"/>
                    </a:cubicBezTo>
                    <a:cubicBezTo>
                      <a:pt x="54239" y="46007"/>
                      <a:pt x="54739" y="45540"/>
                      <a:pt x="55206" y="45106"/>
                    </a:cubicBezTo>
                    <a:cubicBezTo>
                      <a:pt x="55673" y="44672"/>
                      <a:pt x="56040" y="44239"/>
                      <a:pt x="56341" y="43838"/>
                    </a:cubicBezTo>
                    <a:cubicBezTo>
                      <a:pt x="56474" y="43605"/>
                      <a:pt x="56574" y="43438"/>
                      <a:pt x="56707" y="43238"/>
                    </a:cubicBezTo>
                    <a:cubicBezTo>
                      <a:pt x="56841" y="43038"/>
                      <a:pt x="56908" y="42871"/>
                      <a:pt x="57008" y="42704"/>
                    </a:cubicBezTo>
                    <a:cubicBezTo>
                      <a:pt x="57141" y="42404"/>
                      <a:pt x="57241" y="42171"/>
                      <a:pt x="57375" y="41870"/>
                    </a:cubicBezTo>
                    <a:cubicBezTo>
                      <a:pt x="57441" y="41570"/>
                      <a:pt x="57575" y="41270"/>
                      <a:pt x="57608" y="41003"/>
                    </a:cubicBezTo>
                    <a:cubicBezTo>
                      <a:pt x="57742" y="40403"/>
                      <a:pt x="57842" y="39836"/>
                      <a:pt x="58108" y="39369"/>
                    </a:cubicBezTo>
                    <a:lnTo>
                      <a:pt x="58209" y="39202"/>
                    </a:lnTo>
                    <a:lnTo>
                      <a:pt x="58342" y="39035"/>
                    </a:lnTo>
                    <a:lnTo>
                      <a:pt x="58575" y="38701"/>
                    </a:lnTo>
                    <a:cubicBezTo>
                      <a:pt x="58742" y="38501"/>
                      <a:pt x="58942" y="38335"/>
                      <a:pt x="59176" y="38101"/>
                    </a:cubicBezTo>
                    <a:cubicBezTo>
                      <a:pt x="59376" y="37901"/>
                      <a:pt x="59610" y="37767"/>
                      <a:pt x="59843" y="37601"/>
                    </a:cubicBezTo>
                    <a:cubicBezTo>
                      <a:pt x="60077" y="37434"/>
                      <a:pt x="60277" y="37334"/>
                      <a:pt x="60544" y="37200"/>
                    </a:cubicBezTo>
                    <a:cubicBezTo>
                      <a:pt x="61511" y="36700"/>
                      <a:pt x="62545" y="36366"/>
                      <a:pt x="63579" y="36100"/>
                    </a:cubicBezTo>
                    <a:lnTo>
                      <a:pt x="63946" y="36033"/>
                    </a:lnTo>
                    <a:lnTo>
                      <a:pt x="64046" y="35999"/>
                    </a:lnTo>
                    <a:lnTo>
                      <a:pt x="64179" y="35999"/>
                    </a:lnTo>
                    <a:lnTo>
                      <a:pt x="64380" y="35933"/>
                    </a:lnTo>
                    <a:cubicBezTo>
                      <a:pt x="64613" y="35866"/>
                      <a:pt x="64880" y="35833"/>
                      <a:pt x="65113" y="35733"/>
                    </a:cubicBezTo>
                    <a:cubicBezTo>
                      <a:pt x="65614" y="35566"/>
                      <a:pt x="66114" y="35432"/>
                      <a:pt x="66615" y="35332"/>
                    </a:cubicBezTo>
                    <a:cubicBezTo>
                      <a:pt x="68616" y="34832"/>
                      <a:pt x="70584" y="34232"/>
                      <a:pt x="72285" y="33364"/>
                    </a:cubicBezTo>
                    <a:cubicBezTo>
                      <a:pt x="74053" y="32564"/>
                      <a:pt x="75754" y="31696"/>
                      <a:pt x="77055" y="30429"/>
                    </a:cubicBezTo>
                    <a:cubicBezTo>
                      <a:pt x="78356" y="29161"/>
                      <a:pt x="79190" y="27560"/>
                      <a:pt x="79524" y="25926"/>
                    </a:cubicBezTo>
                    <a:cubicBezTo>
                      <a:pt x="79791" y="24258"/>
                      <a:pt x="79457" y="22723"/>
                      <a:pt x="79424" y="21256"/>
                    </a:cubicBezTo>
                    <a:cubicBezTo>
                      <a:pt x="79390" y="20555"/>
                      <a:pt x="79424" y="19855"/>
                      <a:pt x="79590" y="19187"/>
                    </a:cubicBezTo>
                    <a:cubicBezTo>
                      <a:pt x="79757" y="18520"/>
                      <a:pt x="80091" y="17987"/>
                      <a:pt x="80458" y="17420"/>
                    </a:cubicBezTo>
                    <a:cubicBezTo>
                      <a:pt x="81225" y="16385"/>
                      <a:pt x="82192" y="15552"/>
                      <a:pt x="83060" y="14751"/>
                    </a:cubicBezTo>
                    <a:cubicBezTo>
                      <a:pt x="83460" y="14384"/>
                      <a:pt x="83894" y="13984"/>
                      <a:pt x="84227" y="13517"/>
                    </a:cubicBezTo>
                    <a:cubicBezTo>
                      <a:pt x="84561" y="13050"/>
                      <a:pt x="84794" y="12583"/>
                      <a:pt x="85028" y="12082"/>
                    </a:cubicBezTo>
                    <a:cubicBezTo>
                      <a:pt x="85094" y="11849"/>
                      <a:pt x="85161" y="11582"/>
                      <a:pt x="85228" y="11349"/>
                    </a:cubicBezTo>
                    <a:cubicBezTo>
                      <a:pt x="85261" y="11148"/>
                      <a:pt x="85328" y="10882"/>
                      <a:pt x="85361" y="10648"/>
                    </a:cubicBezTo>
                    <a:cubicBezTo>
                      <a:pt x="85395" y="10381"/>
                      <a:pt x="85395" y="10181"/>
                      <a:pt x="85428" y="9914"/>
                    </a:cubicBezTo>
                    <a:cubicBezTo>
                      <a:pt x="85395" y="9714"/>
                      <a:pt x="85395" y="9481"/>
                      <a:pt x="85395" y="9247"/>
                    </a:cubicBezTo>
                    <a:cubicBezTo>
                      <a:pt x="85295" y="8346"/>
                      <a:pt x="85161" y="7546"/>
                      <a:pt x="85028" y="6845"/>
                    </a:cubicBezTo>
                    <a:cubicBezTo>
                      <a:pt x="84894" y="6145"/>
                      <a:pt x="84761" y="5511"/>
                      <a:pt x="84694" y="4911"/>
                    </a:cubicBezTo>
                    <a:cubicBezTo>
                      <a:pt x="84527" y="3743"/>
                      <a:pt x="84594" y="2876"/>
                      <a:pt x="84727" y="2342"/>
                    </a:cubicBezTo>
                    <a:cubicBezTo>
                      <a:pt x="84761" y="2175"/>
                      <a:pt x="84761" y="2075"/>
                      <a:pt x="84794" y="1975"/>
                    </a:cubicBezTo>
                    <a:cubicBezTo>
                      <a:pt x="84861" y="1875"/>
                      <a:pt x="84861" y="1808"/>
                      <a:pt x="84894" y="1708"/>
                    </a:cubicBezTo>
                    <a:cubicBezTo>
                      <a:pt x="84928" y="1575"/>
                      <a:pt x="84961" y="1508"/>
                      <a:pt x="84961" y="1508"/>
                    </a:cubicBezTo>
                    <a:cubicBezTo>
                      <a:pt x="85128" y="1008"/>
                      <a:pt x="85295" y="674"/>
                      <a:pt x="85428" y="407"/>
                    </a:cubicBezTo>
                    <a:cubicBezTo>
                      <a:pt x="85528" y="174"/>
                      <a:pt x="85595" y="40"/>
                      <a:pt x="85561" y="7"/>
                    </a:cubicBezTo>
                    <a:cubicBezTo>
                      <a:pt x="85557" y="3"/>
                      <a:pt x="85552" y="1"/>
                      <a:pt x="855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49" name="Google Shape;2649;p22"/>
              <p:cNvSpPr/>
              <p:nvPr/>
            </p:nvSpPr>
            <p:spPr>
              <a:xfrm>
                <a:off x="217240" y="2600833"/>
                <a:ext cx="520378" cy="286267"/>
              </a:xfrm>
              <a:custGeom>
                <a:avLst/>
                <a:gdLst/>
                <a:ahLst/>
                <a:cxnLst/>
                <a:rect l="l" t="t" r="r" b="b"/>
                <a:pathLst>
                  <a:path w="21521" h="11839" extrusionOk="0">
                    <a:moveTo>
                      <a:pt x="7674" y="0"/>
                    </a:moveTo>
                    <a:cubicBezTo>
                      <a:pt x="7235" y="0"/>
                      <a:pt x="6877" y="191"/>
                      <a:pt x="6543" y="358"/>
                    </a:cubicBezTo>
                    <a:cubicBezTo>
                      <a:pt x="6176" y="558"/>
                      <a:pt x="5842" y="858"/>
                      <a:pt x="5509" y="1092"/>
                    </a:cubicBezTo>
                    <a:lnTo>
                      <a:pt x="5275" y="1325"/>
                    </a:lnTo>
                    <a:lnTo>
                      <a:pt x="5142" y="1425"/>
                    </a:lnTo>
                    <a:lnTo>
                      <a:pt x="5009" y="1559"/>
                    </a:lnTo>
                    <a:lnTo>
                      <a:pt x="4642" y="2059"/>
                    </a:lnTo>
                    <a:cubicBezTo>
                      <a:pt x="4441" y="2359"/>
                      <a:pt x="4175" y="2693"/>
                      <a:pt x="3974" y="2993"/>
                    </a:cubicBezTo>
                    <a:cubicBezTo>
                      <a:pt x="3541" y="3594"/>
                      <a:pt x="3107" y="4161"/>
                      <a:pt x="2674" y="4561"/>
                    </a:cubicBezTo>
                    <a:cubicBezTo>
                      <a:pt x="2273" y="4995"/>
                      <a:pt x="1806" y="5328"/>
                      <a:pt x="1439" y="5362"/>
                    </a:cubicBezTo>
                    <a:cubicBezTo>
                      <a:pt x="1413" y="5364"/>
                      <a:pt x="1388" y="5365"/>
                      <a:pt x="1363" y="5365"/>
                    </a:cubicBezTo>
                    <a:cubicBezTo>
                      <a:pt x="1009" y="5365"/>
                      <a:pt x="795" y="5151"/>
                      <a:pt x="639" y="4995"/>
                    </a:cubicBezTo>
                    <a:cubicBezTo>
                      <a:pt x="505" y="4828"/>
                      <a:pt x="439" y="4694"/>
                      <a:pt x="439" y="4694"/>
                    </a:cubicBezTo>
                    <a:cubicBezTo>
                      <a:pt x="376" y="4595"/>
                      <a:pt x="290" y="4551"/>
                      <a:pt x="216" y="4551"/>
                    </a:cubicBezTo>
                    <a:cubicBezTo>
                      <a:pt x="92" y="4551"/>
                      <a:pt x="1" y="4673"/>
                      <a:pt x="105" y="4861"/>
                    </a:cubicBezTo>
                    <a:cubicBezTo>
                      <a:pt x="105" y="4861"/>
                      <a:pt x="172" y="5028"/>
                      <a:pt x="339" y="5228"/>
                    </a:cubicBezTo>
                    <a:cubicBezTo>
                      <a:pt x="472" y="5362"/>
                      <a:pt x="539" y="5495"/>
                      <a:pt x="772" y="5595"/>
                    </a:cubicBezTo>
                    <a:cubicBezTo>
                      <a:pt x="876" y="5699"/>
                      <a:pt x="1062" y="5783"/>
                      <a:pt x="1281" y="5783"/>
                    </a:cubicBezTo>
                    <a:cubicBezTo>
                      <a:pt x="1343" y="5783"/>
                      <a:pt x="1407" y="5776"/>
                      <a:pt x="1473" y="5762"/>
                    </a:cubicBezTo>
                    <a:cubicBezTo>
                      <a:pt x="2006" y="5695"/>
                      <a:pt x="2507" y="5295"/>
                      <a:pt x="3007" y="4895"/>
                    </a:cubicBezTo>
                    <a:cubicBezTo>
                      <a:pt x="3507" y="4428"/>
                      <a:pt x="3974" y="3894"/>
                      <a:pt x="4408" y="3293"/>
                    </a:cubicBezTo>
                    <a:cubicBezTo>
                      <a:pt x="4675" y="3027"/>
                      <a:pt x="4875" y="2726"/>
                      <a:pt x="5142" y="2393"/>
                    </a:cubicBezTo>
                    <a:cubicBezTo>
                      <a:pt x="5242" y="2226"/>
                      <a:pt x="5375" y="2059"/>
                      <a:pt x="5509" y="1926"/>
                    </a:cubicBezTo>
                    <a:lnTo>
                      <a:pt x="5576" y="1859"/>
                    </a:lnTo>
                    <a:lnTo>
                      <a:pt x="5709" y="1759"/>
                    </a:lnTo>
                    <a:lnTo>
                      <a:pt x="5909" y="1592"/>
                    </a:lnTo>
                    <a:cubicBezTo>
                      <a:pt x="6209" y="1359"/>
                      <a:pt x="6543" y="1092"/>
                      <a:pt x="6877" y="925"/>
                    </a:cubicBezTo>
                    <a:cubicBezTo>
                      <a:pt x="7167" y="780"/>
                      <a:pt x="7483" y="685"/>
                      <a:pt x="7758" y="685"/>
                    </a:cubicBezTo>
                    <a:cubicBezTo>
                      <a:pt x="7799" y="685"/>
                      <a:pt x="7838" y="687"/>
                      <a:pt x="7877" y="692"/>
                    </a:cubicBezTo>
                    <a:cubicBezTo>
                      <a:pt x="8177" y="725"/>
                      <a:pt x="8478" y="925"/>
                      <a:pt x="8678" y="1225"/>
                    </a:cubicBezTo>
                    <a:cubicBezTo>
                      <a:pt x="8878" y="1525"/>
                      <a:pt x="9078" y="1892"/>
                      <a:pt x="9245" y="2226"/>
                    </a:cubicBezTo>
                    <a:cubicBezTo>
                      <a:pt x="9578" y="2926"/>
                      <a:pt x="9912" y="3660"/>
                      <a:pt x="10412" y="4261"/>
                    </a:cubicBezTo>
                    <a:cubicBezTo>
                      <a:pt x="10879" y="4861"/>
                      <a:pt x="11580" y="5428"/>
                      <a:pt x="12481" y="5695"/>
                    </a:cubicBezTo>
                    <a:cubicBezTo>
                      <a:pt x="12811" y="5788"/>
                      <a:pt x="13152" y="5817"/>
                      <a:pt x="13493" y="5817"/>
                    </a:cubicBezTo>
                    <a:cubicBezTo>
                      <a:pt x="14013" y="5817"/>
                      <a:pt x="14532" y="5749"/>
                      <a:pt x="15016" y="5728"/>
                    </a:cubicBezTo>
                    <a:cubicBezTo>
                      <a:pt x="15383" y="5728"/>
                      <a:pt x="15750" y="5728"/>
                      <a:pt x="16050" y="5895"/>
                    </a:cubicBezTo>
                    <a:cubicBezTo>
                      <a:pt x="16350" y="6062"/>
                      <a:pt x="16550" y="6362"/>
                      <a:pt x="16717" y="6696"/>
                    </a:cubicBezTo>
                    <a:cubicBezTo>
                      <a:pt x="17017" y="7363"/>
                      <a:pt x="17084" y="8130"/>
                      <a:pt x="17317" y="8897"/>
                    </a:cubicBezTo>
                    <a:cubicBezTo>
                      <a:pt x="17517" y="9665"/>
                      <a:pt x="17718" y="10365"/>
                      <a:pt x="18151" y="10899"/>
                    </a:cubicBezTo>
                    <a:cubicBezTo>
                      <a:pt x="18318" y="11199"/>
                      <a:pt x="18585" y="11399"/>
                      <a:pt x="18852" y="11566"/>
                    </a:cubicBezTo>
                    <a:cubicBezTo>
                      <a:pt x="19152" y="11733"/>
                      <a:pt x="19419" y="11833"/>
                      <a:pt x="19686" y="11833"/>
                    </a:cubicBezTo>
                    <a:cubicBezTo>
                      <a:pt x="19743" y="11836"/>
                      <a:pt x="19799" y="11838"/>
                      <a:pt x="19853" y="11838"/>
                    </a:cubicBezTo>
                    <a:cubicBezTo>
                      <a:pt x="20298" y="11838"/>
                      <a:pt x="20615" y="11726"/>
                      <a:pt x="20853" y="11666"/>
                    </a:cubicBezTo>
                    <a:cubicBezTo>
                      <a:pt x="20987" y="11599"/>
                      <a:pt x="21053" y="11566"/>
                      <a:pt x="21153" y="11533"/>
                    </a:cubicBezTo>
                    <a:cubicBezTo>
                      <a:pt x="21187" y="11499"/>
                      <a:pt x="21220" y="11499"/>
                      <a:pt x="21220" y="11499"/>
                    </a:cubicBezTo>
                    <a:cubicBezTo>
                      <a:pt x="21520" y="11366"/>
                      <a:pt x="21387" y="11066"/>
                      <a:pt x="21020" y="11066"/>
                    </a:cubicBezTo>
                    <a:cubicBezTo>
                      <a:pt x="21020" y="11066"/>
                      <a:pt x="20987" y="11066"/>
                      <a:pt x="20953" y="11099"/>
                    </a:cubicBezTo>
                    <a:cubicBezTo>
                      <a:pt x="20853" y="11099"/>
                      <a:pt x="20786" y="11166"/>
                      <a:pt x="20653" y="11199"/>
                    </a:cubicBezTo>
                    <a:cubicBezTo>
                      <a:pt x="20501" y="11224"/>
                      <a:pt x="20234" y="11288"/>
                      <a:pt x="19938" y="11288"/>
                    </a:cubicBezTo>
                    <a:cubicBezTo>
                      <a:pt x="19845" y="11288"/>
                      <a:pt x="19749" y="11282"/>
                      <a:pt x="19652" y="11266"/>
                    </a:cubicBezTo>
                    <a:cubicBezTo>
                      <a:pt x="19452" y="11266"/>
                      <a:pt x="19219" y="11199"/>
                      <a:pt x="19019" y="11066"/>
                    </a:cubicBezTo>
                    <a:cubicBezTo>
                      <a:pt x="18852" y="10932"/>
                      <a:pt x="18652" y="10765"/>
                      <a:pt x="18485" y="10532"/>
                    </a:cubicBezTo>
                    <a:cubicBezTo>
                      <a:pt x="18185" y="10065"/>
                      <a:pt x="17984" y="9398"/>
                      <a:pt x="17818" y="8697"/>
                    </a:cubicBezTo>
                    <a:cubicBezTo>
                      <a:pt x="17651" y="7997"/>
                      <a:pt x="17618" y="7196"/>
                      <a:pt x="17217" y="6362"/>
                    </a:cubicBezTo>
                    <a:cubicBezTo>
                      <a:pt x="17050" y="5929"/>
                      <a:pt x="16817" y="5528"/>
                      <a:pt x="16350" y="5261"/>
                    </a:cubicBezTo>
                    <a:cubicBezTo>
                      <a:pt x="15883" y="5028"/>
                      <a:pt x="15383" y="5028"/>
                      <a:pt x="14982" y="5028"/>
                    </a:cubicBezTo>
                    <a:cubicBezTo>
                      <a:pt x="14469" y="5048"/>
                      <a:pt x="13991" y="5102"/>
                      <a:pt x="13541" y="5102"/>
                    </a:cubicBezTo>
                    <a:cubicBezTo>
                      <a:pt x="13231" y="5102"/>
                      <a:pt x="12933" y="5076"/>
                      <a:pt x="12647" y="4995"/>
                    </a:cubicBezTo>
                    <a:cubicBezTo>
                      <a:pt x="11947" y="4761"/>
                      <a:pt x="11380" y="4327"/>
                      <a:pt x="10979" y="3760"/>
                    </a:cubicBezTo>
                    <a:cubicBezTo>
                      <a:pt x="10546" y="3260"/>
                      <a:pt x="10212" y="2560"/>
                      <a:pt x="9845" y="1859"/>
                    </a:cubicBezTo>
                    <a:cubicBezTo>
                      <a:pt x="9679" y="1525"/>
                      <a:pt x="9478" y="1159"/>
                      <a:pt x="9178" y="758"/>
                    </a:cubicBezTo>
                    <a:cubicBezTo>
                      <a:pt x="8878" y="425"/>
                      <a:pt x="8478" y="58"/>
                      <a:pt x="7944" y="24"/>
                    </a:cubicBezTo>
                    <a:cubicBezTo>
                      <a:pt x="7850" y="8"/>
                      <a:pt x="7760" y="0"/>
                      <a:pt x="76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50" name="Google Shape;2650;p22"/>
              <p:cNvSpPr/>
              <p:nvPr/>
            </p:nvSpPr>
            <p:spPr>
              <a:xfrm>
                <a:off x="222149" y="1610009"/>
                <a:ext cx="400929" cy="193730"/>
              </a:xfrm>
              <a:custGeom>
                <a:avLst/>
                <a:gdLst/>
                <a:ahLst/>
                <a:cxnLst/>
                <a:rect l="l" t="t" r="r" b="b"/>
                <a:pathLst>
                  <a:path w="16581" h="8012" extrusionOk="0">
                    <a:moveTo>
                      <a:pt x="7143" y="0"/>
                    </a:moveTo>
                    <a:cubicBezTo>
                      <a:pt x="7008" y="0"/>
                      <a:pt x="6874" y="12"/>
                      <a:pt x="6740" y="39"/>
                    </a:cubicBezTo>
                    <a:cubicBezTo>
                      <a:pt x="6073" y="205"/>
                      <a:pt x="5506" y="572"/>
                      <a:pt x="5072" y="1006"/>
                    </a:cubicBezTo>
                    <a:cubicBezTo>
                      <a:pt x="4172" y="1840"/>
                      <a:pt x="3571" y="2807"/>
                      <a:pt x="2938" y="3474"/>
                    </a:cubicBezTo>
                    <a:cubicBezTo>
                      <a:pt x="2604" y="3808"/>
                      <a:pt x="2304" y="4075"/>
                      <a:pt x="1970" y="4208"/>
                    </a:cubicBezTo>
                    <a:cubicBezTo>
                      <a:pt x="1791" y="4280"/>
                      <a:pt x="1622" y="4313"/>
                      <a:pt x="1468" y="4313"/>
                    </a:cubicBezTo>
                    <a:cubicBezTo>
                      <a:pt x="1334" y="4313"/>
                      <a:pt x="1211" y="4288"/>
                      <a:pt x="1103" y="4242"/>
                    </a:cubicBezTo>
                    <a:cubicBezTo>
                      <a:pt x="603" y="4075"/>
                      <a:pt x="402" y="3841"/>
                      <a:pt x="402" y="3841"/>
                    </a:cubicBezTo>
                    <a:cubicBezTo>
                      <a:pt x="371" y="3816"/>
                      <a:pt x="336" y="3805"/>
                      <a:pt x="301" y="3805"/>
                    </a:cubicBezTo>
                    <a:cubicBezTo>
                      <a:pt x="150" y="3805"/>
                      <a:pt x="0" y="4006"/>
                      <a:pt x="136" y="4142"/>
                    </a:cubicBezTo>
                    <a:cubicBezTo>
                      <a:pt x="138" y="4136"/>
                      <a:pt x="142" y="4133"/>
                      <a:pt x="148" y="4133"/>
                    </a:cubicBezTo>
                    <a:cubicBezTo>
                      <a:pt x="202" y="4133"/>
                      <a:pt x="391" y="4432"/>
                      <a:pt x="969" y="4675"/>
                    </a:cubicBezTo>
                    <a:cubicBezTo>
                      <a:pt x="1128" y="4746"/>
                      <a:pt x="1333" y="4788"/>
                      <a:pt x="1550" y="4788"/>
                    </a:cubicBezTo>
                    <a:cubicBezTo>
                      <a:pt x="1744" y="4788"/>
                      <a:pt x="1948" y="4754"/>
                      <a:pt x="2137" y="4675"/>
                    </a:cubicBezTo>
                    <a:cubicBezTo>
                      <a:pt x="2571" y="4509"/>
                      <a:pt x="2971" y="4175"/>
                      <a:pt x="3304" y="3841"/>
                    </a:cubicBezTo>
                    <a:cubicBezTo>
                      <a:pt x="4005" y="3141"/>
                      <a:pt x="4639" y="2207"/>
                      <a:pt x="5473" y="1473"/>
                    </a:cubicBezTo>
                    <a:cubicBezTo>
                      <a:pt x="5906" y="1073"/>
                      <a:pt x="6340" y="806"/>
                      <a:pt x="6840" y="706"/>
                    </a:cubicBezTo>
                    <a:cubicBezTo>
                      <a:pt x="6916" y="696"/>
                      <a:pt x="6991" y="691"/>
                      <a:pt x="7067" y="691"/>
                    </a:cubicBezTo>
                    <a:cubicBezTo>
                      <a:pt x="7491" y="691"/>
                      <a:pt x="7912" y="841"/>
                      <a:pt x="8308" y="1039"/>
                    </a:cubicBezTo>
                    <a:lnTo>
                      <a:pt x="8341" y="1073"/>
                    </a:lnTo>
                    <a:cubicBezTo>
                      <a:pt x="8441" y="1139"/>
                      <a:pt x="8575" y="1173"/>
                      <a:pt x="8642" y="1306"/>
                    </a:cubicBezTo>
                    <a:cubicBezTo>
                      <a:pt x="8742" y="1406"/>
                      <a:pt x="8808" y="1640"/>
                      <a:pt x="8908" y="1840"/>
                    </a:cubicBezTo>
                    <a:cubicBezTo>
                      <a:pt x="9075" y="2307"/>
                      <a:pt x="9109" y="2907"/>
                      <a:pt x="9442" y="3575"/>
                    </a:cubicBezTo>
                    <a:cubicBezTo>
                      <a:pt x="9576" y="3741"/>
                      <a:pt x="9676" y="3875"/>
                      <a:pt x="9809" y="4008"/>
                    </a:cubicBezTo>
                    <a:cubicBezTo>
                      <a:pt x="9842" y="4042"/>
                      <a:pt x="9943" y="4142"/>
                      <a:pt x="10009" y="4175"/>
                    </a:cubicBezTo>
                    <a:cubicBezTo>
                      <a:pt x="10109" y="4275"/>
                      <a:pt x="10176" y="4308"/>
                      <a:pt x="10276" y="4342"/>
                    </a:cubicBezTo>
                    <a:cubicBezTo>
                      <a:pt x="10532" y="4481"/>
                      <a:pt x="10820" y="4540"/>
                      <a:pt x="11096" y="4540"/>
                    </a:cubicBezTo>
                    <a:cubicBezTo>
                      <a:pt x="11215" y="4540"/>
                      <a:pt x="11332" y="4529"/>
                      <a:pt x="11444" y="4509"/>
                    </a:cubicBezTo>
                    <a:cubicBezTo>
                      <a:pt x="12177" y="4342"/>
                      <a:pt x="12745" y="3975"/>
                      <a:pt x="13245" y="3875"/>
                    </a:cubicBezTo>
                    <a:cubicBezTo>
                      <a:pt x="13286" y="3868"/>
                      <a:pt x="13328" y="3865"/>
                      <a:pt x="13372" y="3865"/>
                    </a:cubicBezTo>
                    <a:cubicBezTo>
                      <a:pt x="13784" y="3865"/>
                      <a:pt x="14280" y="4140"/>
                      <a:pt x="14613" y="4442"/>
                    </a:cubicBezTo>
                    <a:cubicBezTo>
                      <a:pt x="15413" y="5142"/>
                      <a:pt x="15747" y="6110"/>
                      <a:pt x="15947" y="6777"/>
                    </a:cubicBezTo>
                    <a:cubicBezTo>
                      <a:pt x="16080" y="7110"/>
                      <a:pt x="16114" y="7344"/>
                      <a:pt x="16147" y="7544"/>
                    </a:cubicBezTo>
                    <a:cubicBezTo>
                      <a:pt x="16180" y="7711"/>
                      <a:pt x="16180" y="7844"/>
                      <a:pt x="16180" y="7844"/>
                    </a:cubicBezTo>
                    <a:cubicBezTo>
                      <a:pt x="16209" y="7958"/>
                      <a:pt x="16286" y="8011"/>
                      <a:pt x="16365" y="8011"/>
                    </a:cubicBezTo>
                    <a:cubicBezTo>
                      <a:pt x="16471" y="8011"/>
                      <a:pt x="16581" y="7916"/>
                      <a:pt x="16581" y="7744"/>
                    </a:cubicBezTo>
                    <a:cubicBezTo>
                      <a:pt x="16581" y="7744"/>
                      <a:pt x="16581" y="7678"/>
                      <a:pt x="16514" y="7477"/>
                    </a:cubicBezTo>
                    <a:cubicBezTo>
                      <a:pt x="16481" y="7311"/>
                      <a:pt x="16447" y="7010"/>
                      <a:pt x="16347" y="6643"/>
                    </a:cubicBezTo>
                    <a:cubicBezTo>
                      <a:pt x="16280" y="6277"/>
                      <a:pt x="16147" y="5843"/>
                      <a:pt x="15947" y="5376"/>
                    </a:cubicBezTo>
                    <a:cubicBezTo>
                      <a:pt x="15747" y="4909"/>
                      <a:pt x="15446" y="4408"/>
                      <a:pt x="14979" y="4008"/>
                    </a:cubicBezTo>
                    <a:cubicBezTo>
                      <a:pt x="14779" y="3808"/>
                      <a:pt x="14479" y="3575"/>
                      <a:pt x="14179" y="3474"/>
                    </a:cubicBezTo>
                    <a:cubicBezTo>
                      <a:pt x="13946" y="3329"/>
                      <a:pt x="13613" y="3235"/>
                      <a:pt x="13288" y="3235"/>
                    </a:cubicBezTo>
                    <a:cubicBezTo>
                      <a:pt x="13240" y="3235"/>
                      <a:pt x="13192" y="3237"/>
                      <a:pt x="13145" y="3241"/>
                    </a:cubicBezTo>
                    <a:cubicBezTo>
                      <a:pt x="12411" y="3341"/>
                      <a:pt x="11844" y="3741"/>
                      <a:pt x="11310" y="3841"/>
                    </a:cubicBezTo>
                    <a:cubicBezTo>
                      <a:pt x="11239" y="3849"/>
                      <a:pt x="11174" y="3853"/>
                      <a:pt x="11113" y="3853"/>
                    </a:cubicBezTo>
                    <a:cubicBezTo>
                      <a:pt x="10915" y="3853"/>
                      <a:pt x="10763" y="3810"/>
                      <a:pt x="10610" y="3708"/>
                    </a:cubicBezTo>
                    <a:cubicBezTo>
                      <a:pt x="10410" y="3575"/>
                      <a:pt x="10143" y="3374"/>
                      <a:pt x="10076" y="3208"/>
                    </a:cubicBezTo>
                    <a:cubicBezTo>
                      <a:pt x="9842" y="2741"/>
                      <a:pt x="9776" y="2174"/>
                      <a:pt x="9609" y="1573"/>
                    </a:cubicBezTo>
                    <a:cubicBezTo>
                      <a:pt x="9509" y="1340"/>
                      <a:pt x="9409" y="1039"/>
                      <a:pt x="9175" y="806"/>
                    </a:cubicBezTo>
                    <a:cubicBezTo>
                      <a:pt x="9009" y="539"/>
                      <a:pt x="8742" y="472"/>
                      <a:pt x="8608" y="372"/>
                    </a:cubicBezTo>
                    <a:lnTo>
                      <a:pt x="8608" y="372"/>
                    </a:lnTo>
                    <a:lnTo>
                      <a:pt x="8642" y="406"/>
                    </a:lnTo>
                    <a:cubicBezTo>
                      <a:pt x="8215" y="192"/>
                      <a:pt x="7681" y="0"/>
                      <a:pt x="7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51" name="Google Shape;2651;p22"/>
              <p:cNvSpPr/>
              <p:nvPr/>
            </p:nvSpPr>
            <p:spPr>
              <a:xfrm>
                <a:off x="239123" y="2074894"/>
                <a:ext cx="381536" cy="171194"/>
              </a:xfrm>
              <a:custGeom>
                <a:avLst/>
                <a:gdLst/>
                <a:ahLst/>
                <a:cxnLst/>
                <a:rect l="l" t="t" r="r" b="b"/>
                <a:pathLst>
                  <a:path w="15779" h="7080" extrusionOk="0">
                    <a:moveTo>
                      <a:pt x="12544" y="1"/>
                    </a:moveTo>
                    <a:cubicBezTo>
                      <a:pt x="12154" y="1"/>
                      <a:pt x="11762" y="81"/>
                      <a:pt x="11409" y="227"/>
                    </a:cubicBezTo>
                    <a:cubicBezTo>
                      <a:pt x="11275" y="293"/>
                      <a:pt x="11109" y="327"/>
                      <a:pt x="10942" y="427"/>
                    </a:cubicBezTo>
                    <a:cubicBezTo>
                      <a:pt x="10808" y="493"/>
                      <a:pt x="10642" y="594"/>
                      <a:pt x="10508" y="727"/>
                    </a:cubicBezTo>
                    <a:cubicBezTo>
                      <a:pt x="10275" y="960"/>
                      <a:pt x="10008" y="1227"/>
                      <a:pt x="9841" y="1461"/>
                    </a:cubicBezTo>
                    <a:cubicBezTo>
                      <a:pt x="9107" y="2495"/>
                      <a:pt x="8740" y="3729"/>
                      <a:pt x="8106" y="4430"/>
                    </a:cubicBezTo>
                    <a:cubicBezTo>
                      <a:pt x="7940" y="4596"/>
                      <a:pt x="7773" y="4763"/>
                      <a:pt x="7606" y="4797"/>
                    </a:cubicBezTo>
                    <a:cubicBezTo>
                      <a:pt x="7473" y="4830"/>
                      <a:pt x="7406" y="4897"/>
                      <a:pt x="7272" y="4897"/>
                    </a:cubicBezTo>
                    <a:cubicBezTo>
                      <a:pt x="7206" y="4863"/>
                      <a:pt x="7156" y="4863"/>
                      <a:pt x="7106" y="4863"/>
                    </a:cubicBezTo>
                    <a:cubicBezTo>
                      <a:pt x="7056" y="4863"/>
                      <a:pt x="7006" y="4863"/>
                      <a:pt x="6939" y="4830"/>
                    </a:cubicBezTo>
                    <a:cubicBezTo>
                      <a:pt x="6505" y="4763"/>
                      <a:pt x="6072" y="4330"/>
                      <a:pt x="5605" y="3963"/>
                    </a:cubicBezTo>
                    <a:cubicBezTo>
                      <a:pt x="5338" y="3762"/>
                      <a:pt x="5104" y="3562"/>
                      <a:pt x="4804" y="3396"/>
                    </a:cubicBezTo>
                    <a:cubicBezTo>
                      <a:pt x="4671" y="3295"/>
                      <a:pt x="4504" y="3262"/>
                      <a:pt x="4337" y="3162"/>
                    </a:cubicBezTo>
                    <a:cubicBezTo>
                      <a:pt x="4170" y="3129"/>
                      <a:pt x="3970" y="3095"/>
                      <a:pt x="3803" y="3095"/>
                    </a:cubicBezTo>
                    <a:lnTo>
                      <a:pt x="3570" y="3095"/>
                    </a:lnTo>
                    <a:lnTo>
                      <a:pt x="3303" y="3162"/>
                    </a:lnTo>
                    <a:cubicBezTo>
                      <a:pt x="3136" y="3229"/>
                      <a:pt x="3003" y="3295"/>
                      <a:pt x="2836" y="3396"/>
                    </a:cubicBezTo>
                    <a:cubicBezTo>
                      <a:pt x="2669" y="3462"/>
                      <a:pt x="2569" y="3596"/>
                      <a:pt x="2436" y="3662"/>
                    </a:cubicBezTo>
                    <a:cubicBezTo>
                      <a:pt x="2336" y="3796"/>
                      <a:pt x="2236" y="3929"/>
                      <a:pt x="2135" y="4063"/>
                    </a:cubicBezTo>
                    <a:cubicBezTo>
                      <a:pt x="1802" y="4596"/>
                      <a:pt x="1769" y="5130"/>
                      <a:pt x="1635" y="5564"/>
                    </a:cubicBezTo>
                    <a:cubicBezTo>
                      <a:pt x="1568" y="5964"/>
                      <a:pt x="1435" y="6331"/>
                      <a:pt x="1235" y="6498"/>
                    </a:cubicBezTo>
                    <a:cubicBezTo>
                      <a:pt x="1068" y="6665"/>
                      <a:pt x="801" y="6665"/>
                      <a:pt x="634" y="6665"/>
                    </a:cubicBezTo>
                    <a:cubicBezTo>
                      <a:pt x="568" y="6665"/>
                      <a:pt x="468" y="6631"/>
                      <a:pt x="434" y="6631"/>
                    </a:cubicBezTo>
                    <a:lnTo>
                      <a:pt x="334" y="6631"/>
                    </a:lnTo>
                    <a:cubicBezTo>
                      <a:pt x="134" y="6631"/>
                      <a:pt x="1" y="6965"/>
                      <a:pt x="267" y="6998"/>
                    </a:cubicBezTo>
                    <a:lnTo>
                      <a:pt x="334" y="6998"/>
                    </a:lnTo>
                    <a:cubicBezTo>
                      <a:pt x="434" y="6998"/>
                      <a:pt x="468" y="7065"/>
                      <a:pt x="601" y="7065"/>
                    </a:cubicBezTo>
                    <a:cubicBezTo>
                      <a:pt x="645" y="7065"/>
                      <a:pt x="720" y="7080"/>
                      <a:pt x="814" y="7080"/>
                    </a:cubicBezTo>
                    <a:cubicBezTo>
                      <a:pt x="860" y="7080"/>
                      <a:pt x="912" y="7076"/>
                      <a:pt x="968" y="7065"/>
                    </a:cubicBezTo>
                    <a:cubicBezTo>
                      <a:pt x="1068" y="6998"/>
                      <a:pt x="1135" y="6998"/>
                      <a:pt x="1235" y="6965"/>
                    </a:cubicBezTo>
                    <a:cubicBezTo>
                      <a:pt x="1302" y="6931"/>
                      <a:pt x="1402" y="6898"/>
                      <a:pt x="1468" y="6798"/>
                    </a:cubicBezTo>
                    <a:cubicBezTo>
                      <a:pt x="2135" y="6231"/>
                      <a:pt x="2069" y="5097"/>
                      <a:pt x="2569" y="4296"/>
                    </a:cubicBezTo>
                    <a:cubicBezTo>
                      <a:pt x="2602" y="4229"/>
                      <a:pt x="2669" y="4129"/>
                      <a:pt x="2769" y="4063"/>
                    </a:cubicBezTo>
                    <a:cubicBezTo>
                      <a:pt x="2836" y="3996"/>
                      <a:pt x="2936" y="3929"/>
                      <a:pt x="3069" y="3896"/>
                    </a:cubicBezTo>
                    <a:cubicBezTo>
                      <a:pt x="3136" y="3829"/>
                      <a:pt x="3270" y="3762"/>
                      <a:pt x="3403" y="3762"/>
                    </a:cubicBezTo>
                    <a:lnTo>
                      <a:pt x="3570" y="3729"/>
                    </a:lnTo>
                    <a:lnTo>
                      <a:pt x="3737" y="3729"/>
                    </a:lnTo>
                    <a:cubicBezTo>
                      <a:pt x="4237" y="3729"/>
                      <a:pt x="4637" y="4096"/>
                      <a:pt x="5104" y="4463"/>
                    </a:cubicBezTo>
                    <a:cubicBezTo>
                      <a:pt x="5304" y="4630"/>
                      <a:pt x="5571" y="4830"/>
                      <a:pt x="5805" y="5063"/>
                    </a:cubicBezTo>
                    <a:cubicBezTo>
                      <a:pt x="6072" y="5264"/>
                      <a:pt x="6338" y="5430"/>
                      <a:pt x="6739" y="5497"/>
                    </a:cubicBezTo>
                    <a:cubicBezTo>
                      <a:pt x="6906" y="5564"/>
                      <a:pt x="7106" y="5564"/>
                      <a:pt x="7272" y="5564"/>
                    </a:cubicBezTo>
                    <a:lnTo>
                      <a:pt x="7773" y="5430"/>
                    </a:lnTo>
                    <a:cubicBezTo>
                      <a:pt x="8106" y="5297"/>
                      <a:pt x="8340" y="5063"/>
                      <a:pt x="8573" y="4830"/>
                    </a:cubicBezTo>
                    <a:cubicBezTo>
                      <a:pt x="8940" y="4396"/>
                      <a:pt x="9241" y="3896"/>
                      <a:pt x="9474" y="3329"/>
                    </a:cubicBezTo>
                    <a:cubicBezTo>
                      <a:pt x="9741" y="2795"/>
                      <a:pt x="9974" y="2261"/>
                      <a:pt x="10308" y="1794"/>
                    </a:cubicBezTo>
                    <a:cubicBezTo>
                      <a:pt x="10642" y="1294"/>
                      <a:pt x="11008" y="927"/>
                      <a:pt x="11509" y="760"/>
                    </a:cubicBezTo>
                    <a:cubicBezTo>
                      <a:pt x="11877" y="622"/>
                      <a:pt x="12214" y="548"/>
                      <a:pt x="12552" y="548"/>
                    </a:cubicBezTo>
                    <a:cubicBezTo>
                      <a:pt x="12703" y="548"/>
                      <a:pt x="12855" y="563"/>
                      <a:pt x="13010" y="594"/>
                    </a:cubicBezTo>
                    <a:cubicBezTo>
                      <a:pt x="13510" y="660"/>
                      <a:pt x="13944" y="927"/>
                      <a:pt x="14244" y="1227"/>
                    </a:cubicBezTo>
                    <a:cubicBezTo>
                      <a:pt x="14544" y="1461"/>
                      <a:pt x="14744" y="1794"/>
                      <a:pt x="14911" y="2095"/>
                    </a:cubicBezTo>
                    <a:cubicBezTo>
                      <a:pt x="15045" y="2395"/>
                      <a:pt x="15145" y="2628"/>
                      <a:pt x="15211" y="2795"/>
                    </a:cubicBezTo>
                    <a:cubicBezTo>
                      <a:pt x="15245" y="2962"/>
                      <a:pt x="15278" y="3062"/>
                      <a:pt x="15278" y="3062"/>
                    </a:cubicBezTo>
                    <a:cubicBezTo>
                      <a:pt x="15294" y="3158"/>
                      <a:pt x="15378" y="3200"/>
                      <a:pt x="15477" y="3200"/>
                    </a:cubicBezTo>
                    <a:cubicBezTo>
                      <a:pt x="15584" y="3200"/>
                      <a:pt x="15709" y="3149"/>
                      <a:pt x="15779" y="3062"/>
                    </a:cubicBezTo>
                    <a:cubicBezTo>
                      <a:pt x="15779" y="3062"/>
                      <a:pt x="15745" y="2962"/>
                      <a:pt x="15678" y="2762"/>
                    </a:cubicBezTo>
                    <a:cubicBezTo>
                      <a:pt x="15645" y="2562"/>
                      <a:pt x="15578" y="2295"/>
                      <a:pt x="15412" y="1961"/>
                    </a:cubicBezTo>
                    <a:cubicBezTo>
                      <a:pt x="15245" y="1628"/>
                      <a:pt x="14978" y="1261"/>
                      <a:pt x="14644" y="927"/>
                    </a:cubicBezTo>
                    <a:cubicBezTo>
                      <a:pt x="14311" y="560"/>
                      <a:pt x="13810" y="227"/>
                      <a:pt x="13243" y="93"/>
                    </a:cubicBezTo>
                    <a:cubicBezTo>
                      <a:pt x="13017" y="30"/>
                      <a:pt x="12781" y="1"/>
                      <a:pt x="125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52" name="Google Shape;2652;p22"/>
              <p:cNvSpPr/>
              <p:nvPr/>
            </p:nvSpPr>
            <p:spPr>
              <a:xfrm>
                <a:off x="552085" y="1739638"/>
                <a:ext cx="19368" cy="12017"/>
              </a:xfrm>
              <a:custGeom>
                <a:avLst/>
                <a:gdLst/>
                <a:ahLst/>
                <a:cxnLst/>
                <a:rect l="l" t="t" r="r" b="b"/>
                <a:pathLst>
                  <a:path w="801" h="497" extrusionOk="0">
                    <a:moveTo>
                      <a:pt x="455" y="0"/>
                    </a:moveTo>
                    <a:cubicBezTo>
                      <a:pt x="400" y="0"/>
                      <a:pt x="345" y="4"/>
                      <a:pt x="300" y="15"/>
                    </a:cubicBezTo>
                    <a:cubicBezTo>
                      <a:pt x="167" y="82"/>
                      <a:pt x="0" y="248"/>
                      <a:pt x="0" y="248"/>
                    </a:cubicBezTo>
                    <a:cubicBezTo>
                      <a:pt x="0" y="282"/>
                      <a:pt x="100" y="482"/>
                      <a:pt x="100" y="482"/>
                    </a:cubicBezTo>
                    <a:cubicBezTo>
                      <a:pt x="100" y="482"/>
                      <a:pt x="204" y="497"/>
                      <a:pt x="313" y="497"/>
                    </a:cubicBezTo>
                    <a:cubicBezTo>
                      <a:pt x="367" y="497"/>
                      <a:pt x="423" y="493"/>
                      <a:pt x="467" y="482"/>
                    </a:cubicBezTo>
                    <a:cubicBezTo>
                      <a:pt x="601" y="449"/>
                      <a:pt x="767" y="282"/>
                      <a:pt x="767" y="282"/>
                    </a:cubicBezTo>
                    <a:cubicBezTo>
                      <a:pt x="801" y="248"/>
                      <a:pt x="701" y="82"/>
                      <a:pt x="667" y="15"/>
                    </a:cubicBezTo>
                    <a:cubicBezTo>
                      <a:pt x="667" y="15"/>
                      <a:pt x="564" y="0"/>
                      <a:pt x="4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53" name="Google Shape;2653;p22"/>
              <p:cNvSpPr/>
              <p:nvPr/>
            </p:nvSpPr>
            <p:spPr>
              <a:xfrm>
                <a:off x="564973" y="1757725"/>
                <a:ext cx="24228" cy="13734"/>
              </a:xfrm>
              <a:custGeom>
                <a:avLst/>
                <a:gdLst/>
                <a:ahLst/>
                <a:cxnLst/>
                <a:rect l="l" t="t" r="r" b="b"/>
                <a:pathLst>
                  <a:path w="1002" h="568" extrusionOk="0">
                    <a:moveTo>
                      <a:pt x="902" y="1"/>
                    </a:moveTo>
                    <a:cubicBezTo>
                      <a:pt x="902" y="1"/>
                      <a:pt x="568" y="1"/>
                      <a:pt x="401" y="67"/>
                    </a:cubicBezTo>
                    <a:cubicBezTo>
                      <a:pt x="234" y="168"/>
                      <a:pt x="1" y="368"/>
                      <a:pt x="1" y="368"/>
                    </a:cubicBezTo>
                    <a:lnTo>
                      <a:pt x="134" y="568"/>
                    </a:lnTo>
                    <a:cubicBezTo>
                      <a:pt x="134" y="568"/>
                      <a:pt x="468" y="568"/>
                      <a:pt x="635" y="501"/>
                    </a:cubicBezTo>
                    <a:cubicBezTo>
                      <a:pt x="801" y="401"/>
                      <a:pt x="1002" y="201"/>
                      <a:pt x="1002" y="201"/>
                    </a:cubicBezTo>
                    <a:cubicBezTo>
                      <a:pt x="1002" y="201"/>
                      <a:pt x="935" y="1"/>
                      <a:pt x="9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54" name="Google Shape;2654;p22"/>
              <p:cNvSpPr/>
              <p:nvPr/>
            </p:nvSpPr>
            <p:spPr>
              <a:xfrm>
                <a:off x="579505" y="1778350"/>
                <a:ext cx="17772" cy="12017"/>
              </a:xfrm>
              <a:custGeom>
                <a:avLst/>
                <a:gdLst/>
                <a:ahLst/>
                <a:cxnLst/>
                <a:rect l="l" t="t" r="r" b="b"/>
                <a:pathLst>
                  <a:path w="735" h="497" extrusionOk="0">
                    <a:moveTo>
                      <a:pt x="440" y="0"/>
                    </a:moveTo>
                    <a:cubicBezTo>
                      <a:pt x="386" y="0"/>
                      <a:pt x="334" y="4"/>
                      <a:pt x="301" y="15"/>
                    </a:cubicBezTo>
                    <a:cubicBezTo>
                      <a:pt x="167" y="48"/>
                      <a:pt x="0" y="215"/>
                      <a:pt x="0" y="215"/>
                    </a:cubicBezTo>
                    <a:cubicBezTo>
                      <a:pt x="0" y="249"/>
                      <a:pt x="67" y="482"/>
                      <a:pt x="67" y="482"/>
                    </a:cubicBezTo>
                    <a:cubicBezTo>
                      <a:pt x="67" y="482"/>
                      <a:pt x="186" y="497"/>
                      <a:pt x="304" y="497"/>
                    </a:cubicBezTo>
                    <a:cubicBezTo>
                      <a:pt x="364" y="497"/>
                      <a:pt x="423" y="493"/>
                      <a:pt x="467" y="482"/>
                    </a:cubicBezTo>
                    <a:cubicBezTo>
                      <a:pt x="567" y="415"/>
                      <a:pt x="734" y="249"/>
                      <a:pt x="734" y="249"/>
                    </a:cubicBezTo>
                    <a:cubicBezTo>
                      <a:pt x="734" y="249"/>
                      <a:pt x="701" y="48"/>
                      <a:pt x="667" y="15"/>
                    </a:cubicBezTo>
                    <a:cubicBezTo>
                      <a:pt x="667" y="15"/>
                      <a:pt x="549" y="0"/>
                      <a:pt x="4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55" name="Google Shape;2655;p22"/>
              <p:cNvSpPr/>
              <p:nvPr/>
            </p:nvSpPr>
            <p:spPr>
              <a:xfrm>
                <a:off x="318965" y="2170695"/>
                <a:ext cx="22608" cy="20190"/>
              </a:xfrm>
              <a:custGeom>
                <a:avLst/>
                <a:gdLst/>
                <a:ahLst/>
                <a:cxnLst/>
                <a:rect l="l" t="t" r="r" b="b"/>
                <a:pathLst>
                  <a:path w="935" h="835" extrusionOk="0">
                    <a:moveTo>
                      <a:pt x="835" y="1"/>
                    </a:moveTo>
                    <a:cubicBezTo>
                      <a:pt x="835" y="1"/>
                      <a:pt x="768" y="1"/>
                      <a:pt x="635" y="34"/>
                    </a:cubicBezTo>
                    <a:cubicBezTo>
                      <a:pt x="501" y="101"/>
                      <a:pt x="401" y="167"/>
                      <a:pt x="301" y="201"/>
                    </a:cubicBezTo>
                    <a:cubicBezTo>
                      <a:pt x="234" y="301"/>
                      <a:pt x="134" y="434"/>
                      <a:pt x="101" y="501"/>
                    </a:cubicBezTo>
                    <a:lnTo>
                      <a:pt x="1" y="668"/>
                    </a:lnTo>
                    <a:cubicBezTo>
                      <a:pt x="1" y="668"/>
                      <a:pt x="168" y="801"/>
                      <a:pt x="168" y="835"/>
                    </a:cubicBezTo>
                    <a:lnTo>
                      <a:pt x="335" y="768"/>
                    </a:lnTo>
                    <a:cubicBezTo>
                      <a:pt x="435" y="701"/>
                      <a:pt x="568" y="634"/>
                      <a:pt x="601" y="601"/>
                    </a:cubicBezTo>
                    <a:cubicBezTo>
                      <a:pt x="668" y="534"/>
                      <a:pt x="735" y="434"/>
                      <a:pt x="802" y="368"/>
                    </a:cubicBezTo>
                    <a:lnTo>
                      <a:pt x="935" y="267"/>
                    </a:lnTo>
                    <a:cubicBezTo>
                      <a:pt x="935" y="201"/>
                      <a:pt x="835" y="1"/>
                      <a:pt x="8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56" name="Google Shape;2656;p22"/>
              <p:cNvSpPr/>
              <p:nvPr/>
            </p:nvSpPr>
            <p:spPr>
              <a:xfrm>
                <a:off x="340752" y="2185227"/>
                <a:ext cx="16974" cy="17748"/>
              </a:xfrm>
              <a:custGeom>
                <a:avLst/>
                <a:gdLst/>
                <a:ahLst/>
                <a:cxnLst/>
                <a:rect l="l" t="t" r="r" b="b"/>
                <a:pathLst>
                  <a:path w="702" h="734" extrusionOk="0">
                    <a:moveTo>
                      <a:pt x="568" y="0"/>
                    </a:moveTo>
                    <a:cubicBezTo>
                      <a:pt x="568" y="0"/>
                      <a:pt x="267" y="33"/>
                      <a:pt x="134" y="167"/>
                    </a:cubicBezTo>
                    <a:cubicBezTo>
                      <a:pt x="67" y="334"/>
                      <a:pt x="1" y="567"/>
                      <a:pt x="1" y="567"/>
                    </a:cubicBezTo>
                    <a:cubicBezTo>
                      <a:pt x="1" y="567"/>
                      <a:pt x="201" y="701"/>
                      <a:pt x="134" y="734"/>
                    </a:cubicBezTo>
                    <a:cubicBezTo>
                      <a:pt x="134" y="734"/>
                      <a:pt x="401" y="600"/>
                      <a:pt x="501" y="534"/>
                    </a:cubicBezTo>
                    <a:cubicBezTo>
                      <a:pt x="601" y="434"/>
                      <a:pt x="701" y="200"/>
                      <a:pt x="701" y="200"/>
                    </a:cubicBezTo>
                    <a:lnTo>
                      <a:pt x="56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57" name="Google Shape;2657;p22"/>
              <p:cNvSpPr/>
              <p:nvPr/>
            </p:nvSpPr>
            <p:spPr>
              <a:xfrm>
                <a:off x="360918" y="2199735"/>
                <a:ext cx="13734" cy="16152"/>
              </a:xfrm>
              <a:custGeom>
                <a:avLst/>
                <a:gdLst/>
                <a:ahLst/>
                <a:cxnLst/>
                <a:rect l="l" t="t" r="r" b="b"/>
                <a:pathLst>
                  <a:path w="568" h="668" extrusionOk="0">
                    <a:moveTo>
                      <a:pt x="334" y="0"/>
                    </a:moveTo>
                    <a:cubicBezTo>
                      <a:pt x="334" y="0"/>
                      <a:pt x="134" y="101"/>
                      <a:pt x="67" y="167"/>
                    </a:cubicBezTo>
                    <a:cubicBezTo>
                      <a:pt x="34" y="267"/>
                      <a:pt x="1" y="501"/>
                      <a:pt x="1" y="501"/>
                    </a:cubicBezTo>
                    <a:cubicBezTo>
                      <a:pt x="1" y="501"/>
                      <a:pt x="201" y="634"/>
                      <a:pt x="201" y="668"/>
                    </a:cubicBezTo>
                    <a:cubicBezTo>
                      <a:pt x="201" y="668"/>
                      <a:pt x="401" y="601"/>
                      <a:pt x="501" y="467"/>
                    </a:cubicBezTo>
                    <a:cubicBezTo>
                      <a:pt x="534" y="401"/>
                      <a:pt x="568" y="301"/>
                      <a:pt x="568" y="234"/>
                    </a:cubicBezTo>
                    <a:lnTo>
                      <a:pt x="568" y="101"/>
                    </a:lnTo>
                    <a:lnTo>
                      <a:pt x="3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58" name="Google Shape;2658;p22"/>
              <p:cNvSpPr/>
              <p:nvPr/>
            </p:nvSpPr>
            <p:spPr>
              <a:xfrm>
                <a:off x="548047" y="2094891"/>
                <a:ext cx="14532" cy="14532"/>
              </a:xfrm>
              <a:custGeom>
                <a:avLst/>
                <a:gdLst/>
                <a:ahLst/>
                <a:cxnLst/>
                <a:rect l="l" t="t" r="r" b="b"/>
                <a:pathLst>
                  <a:path w="601" h="601" extrusionOk="0">
                    <a:moveTo>
                      <a:pt x="434" y="0"/>
                    </a:moveTo>
                    <a:cubicBezTo>
                      <a:pt x="434" y="0"/>
                      <a:pt x="201" y="67"/>
                      <a:pt x="134" y="133"/>
                    </a:cubicBezTo>
                    <a:cubicBezTo>
                      <a:pt x="34" y="234"/>
                      <a:pt x="0" y="434"/>
                      <a:pt x="0" y="434"/>
                    </a:cubicBezTo>
                    <a:cubicBezTo>
                      <a:pt x="0" y="467"/>
                      <a:pt x="134" y="600"/>
                      <a:pt x="167" y="600"/>
                    </a:cubicBezTo>
                    <a:cubicBezTo>
                      <a:pt x="167" y="600"/>
                      <a:pt x="367" y="567"/>
                      <a:pt x="467" y="467"/>
                    </a:cubicBezTo>
                    <a:cubicBezTo>
                      <a:pt x="534" y="400"/>
                      <a:pt x="601" y="167"/>
                      <a:pt x="601" y="167"/>
                    </a:cubicBezTo>
                    <a:lnTo>
                      <a:pt x="4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59" name="Google Shape;2659;p22"/>
              <p:cNvSpPr/>
              <p:nvPr/>
            </p:nvSpPr>
            <p:spPr>
              <a:xfrm>
                <a:off x="554503" y="2109399"/>
                <a:ext cx="21786" cy="21810"/>
              </a:xfrm>
              <a:custGeom>
                <a:avLst/>
                <a:gdLst/>
                <a:ahLst/>
                <a:cxnLst/>
                <a:rect l="l" t="t" r="r" b="b"/>
                <a:pathLst>
                  <a:path w="901" h="902" extrusionOk="0">
                    <a:moveTo>
                      <a:pt x="734" y="0"/>
                    </a:moveTo>
                    <a:cubicBezTo>
                      <a:pt x="734" y="0"/>
                      <a:pt x="434" y="167"/>
                      <a:pt x="267" y="301"/>
                    </a:cubicBezTo>
                    <a:cubicBezTo>
                      <a:pt x="167" y="467"/>
                      <a:pt x="0" y="734"/>
                      <a:pt x="0" y="734"/>
                    </a:cubicBezTo>
                    <a:cubicBezTo>
                      <a:pt x="0" y="801"/>
                      <a:pt x="167" y="901"/>
                      <a:pt x="167" y="901"/>
                    </a:cubicBezTo>
                    <a:cubicBezTo>
                      <a:pt x="167" y="901"/>
                      <a:pt x="434" y="801"/>
                      <a:pt x="601" y="634"/>
                    </a:cubicBezTo>
                    <a:cubicBezTo>
                      <a:pt x="734" y="467"/>
                      <a:pt x="901" y="167"/>
                      <a:pt x="901" y="167"/>
                    </a:cubicBezTo>
                    <a:lnTo>
                      <a:pt x="7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60" name="Google Shape;2660;p22"/>
              <p:cNvSpPr/>
              <p:nvPr/>
            </p:nvSpPr>
            <p:spPr>
              <a:xfrm>
                <a:off x="570631" y="2122311"/>
                <a:ext cx="18570" cy="23406"/>
              </a:xfrm>
              <a:custGeom>
                <a:avLst/>
                <a:gdLst/>
                <a:ahLst/>
                <a:cxnLst/>
                <a:rect l="l" t="t" r="r" b="b"/>
                <a:pathLst>
                  <a:path w="768" h="968" extrusionOk="0">
                    <a:moveTo>
                      <a:pt x="567" y="0"/>
                    </a:moveTo>
                    <a:cubicBezTo>
                      <a:pt x="567" y="0"/>
                      <a:pt x="534" y="100"/>
                      <a:pt x="434" y="134"/>
                    </a:cubicBezTo>
                    <a:cubicBezTo>
                      <a:pt x="367" y="200"/>
                      <a:pt x="267" y="267"/>
                      <a:pt x="234" y="334"/>
                    </a:cubicBezTo>
                    <a:cubicBezTo>
                      <a:pt x="167" y="434"/>
                      <a:pt x="100" y="501"/>
                      <a:pt x="67" y="601"/>
                    </a:cubicBezTo>
                    <a:lnTo>
                      <a:pt x="0" y="767"/>
                    </a:lnTo>
                    <a:cubicBezTo>
                      <a:pt x="0" y="801"/>
                      <a:pt x="100" y="968"/>
                      <a:pt x="100" y="968"/>
                    </a:cubicBezTo>
                    <a:lnTo>
                      <a:pt x="267" y="867"/>
                    </a:lnTo>
                    <a:cubicBezTo>
                      <a:pt x="401" y="834"/>
                      <a:pt x="501" y="767"/>
                      <a:pt x="567" y="667"/>
                    </a:cubicBezTo>
                    <a:cubicBezTo>
                      <a:pt x="668" y="601"/>
                      <a:pt x="701" y="467"/>
                      <a:pt x="734" y="334"/>
                    </a:cubicBezTo>
                    <a:cubicBezTo>
                      <a:pt x="768" y="200"/>
                      <a:pt x="768" y="134"/>
                      <a:pt x="768" y="134"/>
                    </a:cubicBezTo>
                    <a:cubicBezTo>
                      <a:pt x="768" y="100"/>
                      <a:pt x="567" y="0"/>
                      <a:pt x="5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61" name="Google Shape;2661;p22"/>
              <p:cNvSpPr/>
              <p:nvPr/>
            </p:nvSpPr>
            <p:spPr>
              <a:xfrm>
                <a:off x="397212" y="2638505"/>
                <a:ext cx="24228" cy="12138"/>
              </a:xfrm>
              <a:custGeom>
                <a:avLst/>
                <a:gdLst/>
                <a:ahLst/>
                <a:cxnLst/>
                <a:rect l="l" t="t" r="r" b="b"/>
                <a:pathLst>
                  <a:path w="1002" h="502" extrusionOk="0">
                    <a:moveTo>
                      <a:pt x="434" y="1"/>
                    </a:moveTo>
                    <a:cubicBezTo>
                      <a:pt x="368" y="1"/>
                      <a:pt x="267" y="34"/>
                      <a:pt x="201" y="34"/>
                    </a:cubicBezTo>
                    <a:cubicBezTo>
                      <a:pt x="101" y="101"/>
                      <a:pt x="34" y="101"/>
                      <a:pt x="34" y="101"/>
                    </a:cubicBezTo>
                    <a:lnTo>
                      <a:pt x="1" y="334"/>
                    </a:lnTo>
                    <a:lnTo>
                      <a:pt x="167" y="434"/>
                    </a:lnTo>
                    <a:cubicBezTo>
                      <a:pt x="267" y="468"/>
                      <a:pt x="401" y="501"/>
                      <a:pt x="501" y="501"/>
                    </a:cubicBezTo>
                    <a:cubicBezTo>
                      <a:pt x="601" y="501"/>
                      <a:pt x="734" y="468"/>
                      <a:pt x="835" y="434"/>
                    </a:cubicBezTo>
                    <a:lnTo>
                      <a:pt x="1001" y="334"/>
                    </a:lnTo>
                    <a:cubicBezTo>
                      <a:pt x="1001" y="334"/>
                      <a:pt x="935" y="134"/>
                      <a:pt x="868" y="101"/>
                    </a:cubicBezTo>
                    <a:cubicBezTo>
                      <a:pt x="868" y="101"/>
                      <a:pt x="768" y="34"/>
                      <a:pt x="701" y="34"/>
                    </a:cubicBezTo>
                    <a:cubicBezTo>
                      <a:pt x="601" y="34"/>
                      <a:pt x="534" y="1"/>
                      <a:pt x="4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62" name="Google Shape;2662;p22"/>
              <p:cNvSpPr/>
              <p:nvPr/>
            </p:nvSpPr>
            <p:spPr>
              <a:xfrm>
                <a:off x="387540" y="2665853"/>
                <a:ext cx="42702" cy="15572"/>
              </a:xfrm>
              <a:custGeom>
                <a:avLst/>
                <a:gdLst/>
                <a:ahLst/>
                <a:cxnLst/>
                <a:rect l="l" t="t" r="r" b="b"/>
                <a:pathLst>
                  <a:path w="1766" h="644" extrusionOk="0">
                    <a:moveTo>
                      <a:pt x="1644" y="0"/>
                    </a:moveTo>
                    <a:cubicBezTo>
                      <a:pt x="1640" y="0"/>
                      <a:pt x="1637" y="1"/>
                      <a:pt x="1635" y="4"/>
                    </a:cubicBezTo>
                    <a:cubicBezTo>
                      <a:pt x="1635" y="4"/>
                      <a:pt x="1101" y="37"/>
                      <a:pt x="801" y="137"/>
                    </a:cubicBezTo>
                    <a:cubicBezTo>
                      <a:pt x="467" y="171"/>
                      <a:pt x="0" y="371"/>
                      <a:pt x="0" y="371"/>
                    </a:cubicBezTo>
                    <a:lnTo>
                      <a:pt x="67" y="638"/>
                    </a:lnTo>
                    <a:cubicBezTo>
                      <a:pt x="67" y="638"/>
                      <a:pt x="152" y="643"/>
                      <a:pt x="276" y="643"/>
                    </a:cubicBezTo>
                    <a:cubicBezTo>
                      <a:pt x="462" y="643"/>
                      <a:pt x="734" y="631"/>
                      <a:pt x="934" y="571"/>
                    </a:cubicBezTo>
                    <a:cubicBezTo>
                      <a:pt x="1268" y="471"/>
                      <a:pt x="1735" y="204"/>
                      <a:pt x="1735" y="204"/>
                    </a:cubicBezTo>
                    <a:cubicBezTo>
                      <a:pt x="1766" y="173"/>
                      <a:pt x="1683" y="0"/>
                      <a:pt x="16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63" name="Google Shape;2663;p22"/>
              <p:cNvSpPr/>
              <p:nvPr/>
            </p:nvSpPr>
            <p:spPr>
              <a:xfrm>
                <a:off x="403668" y="2690130"/>
                <a:ext cx="33900" cy="15717"/>
              </a:xfrm>
              <a:custGeom>
                <a:avLst/>
                <a:gdLst/>
                <a:ahLst/>
                <a:cxnLst/>
                <a:rect l="l" t="t" r="r" b="b"/>
                <a:pathLst>
                  <a:path w="1402" h="650" extrusionOk="0">
                    <a:moveTo>
                      <a:pt x="1168" y="1"/>
                    </a:moveTo>
                    <a:cubicBezTo>
                      <a:pt x="1168" y="1"/>
                      <a:pt x="1101" y="34"/>
                      <a:pt x="968" y="34"/>
                    </a:cubicBezTo>
                    <a:cubicBezTo>
                      <a:pt x="834" y="67"/>
                      <a:pt x="701" y="67"/>
                      <a:pt x="601" y="134"/>
                    </a:cubicBezTo>
                    <a:cubicBezTo>
                      <a:pt x="367" y="201"/>
                      <a:pt x="0" y="368"/>
                      <a:pt x="0" y="368"/>
                    </a:cubicBezTo>
                    <a:lnTo>
                      <a:pt x="34" y="634"/>
                    </a:lnTo>
                    <a:cubicBezTo>
                      <a:pt x="34" y="634"/>
                      <a:pt x="227" y="649"/>
                      <a:pt x="434" y="649"/>
                    </a:cubicBezTo>
                    <a:cubicBezTo>
                      <a:pt x="538" y="649"/>
                      <a:pt x="645" y="646"/>
                      <a:pt x="734" y="634"/>
                    </a:cubicBezTo>
                    <a:cubicBezTo>
                      <a:pt x="834" y="568"/>
                      <a:pt x="1001" y="501"/>
                      <a:pt x="1135" y="401"/>
                    </a:cubicBezTo>
                    <a:cubicBezTo>
                      <a:pt x="1268" y="368"/>
                      <a:pt x="1335" y="301"/>
                      <a:pt x="1335" y="301"/>
                    </a:cubicBezTo>
                    <a:cubicBezTo>
                      <a:pt x="1401" y="301"/>
                      <a:pt x="1268" y="67"/>
                      <a:pt x="11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64" name="Google Shape;2664;p22"/>
              <p:cNvSpPr/>
              <p:nvPr/>
            </p:nvSpPr>
            <p:spPr>
              <a:xfrm>
                <a:off x="423834" y="2710296"/>
                <a:ext cx="24228" cy="12114"/>
              </a:xfrm>
              <a:custGeom>
                <a:avLst/>
                <a:gdLst/>
                <a:ahLst/>
                <a:cxnLst/>
                <a:rect l="l" t="t" r="r" b="b"/>
                <a:pathLst>
                  <a:path w="1002" h="501" extrusionOk="0">
                    <a:moveTo>
                      <a:pt x="768" y="1"/>
                    </a:moveTo>
                    <a:cubicBezTo>
                      <a:pt x="718" y="17"/>
                      <a:pt x="668" y="17"/>
                      <a:pt x="617" y="17"/>
                    </a:cubicBezTo>
                    <a:cubicBezTo>
                      <a:pt x="567" y="17"/>
                      <a:pt x="517" y="17"/>
                      <a:pt x="467" y="34"/>
                    </a:cubicBezTo>
                    <a:cubicBezTo>
                      <a:pt x="401" y="34"/>
                      <a:pt x="267" y="67"/>
                      <a:pt x="167" y="101"/>
                    </a:cubicBezTo>
                    <a:lnTo>
                      <a:pt x="0" y="201"/>
                    </a:lnTo>
                    <a:lnTo>
                      <a:pt x="0" y="434"/>
                    </a:lnTo>
                    <a:cubicBezTo>
                      <a:pt x="0" y="434"/>
                      <a:pt x="67" y="434"/>
                      <a:pt x="167" y="501"/>
                    </a:cubicBezTo>
                    <a:lnTo>
                      <a:pt x="501" y="501"/>
                    </a:lnTo>
                    <a:cubicBezTo>
                      <a:pt x="634" y="468"/>
                      <a:pt x="768" y="401"/>
                      <a:pt x="834" y="334"/>
                    </a:cubicBezTo>
                    <a:cubicBezTo>
                      <a:pt x="968" y="234"/>
                      <a:pt x="1001" y="201"/>
                      <a:pt x="1001" y="201"/>
                    </a:cubicBezTo>
                    <a:cubicBezTo>
                      <a:pt x="1001" y="201"/>
                      <a:pt x="934" y="34"/>
                      <a:pt x="9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65" name="Google Shape;2665;p22"/>
              <p:cNvSpPr/>
              <p:nvPr/>
            </p:nvSpPr>
            <p:spPr>
              <a:xfrm>
                <a:off x="555301" y="2756262"/>
                <a:ext cx="41976" cy="12138"/>
              </a:xfrm>
              <a:custGeom>
                <a:avLst/>
                <a:gdLst/>
                <a:ahLst/>
                <a:cxnLst/>
                <a:rect l="l" t="t" r="r" b="b"/>
                <a:pathLst>
                  <a:path w="1736" h="502" extrusionOk="0">
                    <a:moveTo>
                      <a:pt x="868" y="1"/>
                    </a:moveTo>
                    <a:cubicBezTo>
                      <a:pt x="701" y="1"/>
                      <a:pt x="501" y="68"/>
                      <a:pt x="334" y="68"/>
                    </a:cubicBezTo>
                    <a:cubicBezTo>
                      <a:pt x="167" y="101"/>
                      <a:pt x="34" y="101"/>
                      <a:pt x="34" y="101"/>
                    </a:cubicBezTo>
                    <a:cubicBezTo>
                      <a:pt x="1" y="101"/>
                      <a:pt x="1" y="335"/>
                      <a:pt x="1" y="335"/>
                    </a:cubicBezTo>
                    <a:cubicBezTo>
                      <a:pt x="1" y="335"/>
                      <a:pt x="134" y="401"/>
                      <a:pt x="301" y="435"/>
                    </a:cubicBezTo>
                    <a:cubicBezTo>
                      <a:pt x="468" y="468"/>
                      <a:pt x="701" y="501"/>
                      <a:pt x="868" y="501"/>
                    </a:cubicBezTo>
                    <a:cubicBezTo>
                      <a:pt x="1035" y="468"/>
                      <a:pt x="1302" y="468"/>
                      <a:pt x="1468" y="401"/>
                    </a:cubicBezTo>
                    <a:cubicBezTo>
                      <a:pt x="1635" y="301"/>
                      <a:pt x="1735" y="268"/>
                      <a:pt x="1735" y="268"/>
                    </a:cubicBezTo>
                    <a:cubicBezTo>
                      <a:pt x="1735" y="268"/>
                      <a:pt x="1702" y="68"/>
                      <a:pt x="17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66" name="Google Shape;2666;p22"/>
              <p:cNvSpPr/>
              <p:nvPr/>
            </p:nvSpPr>
            <p:spPr>
              <a:xfrm>
                <a:off x="576265" y="2788542"/>
                <a:ext cx="33102" cy="13734"/>
              </a:xfrm>
              <a:custGeom>
                <a:avLst/>
                <a:gdLst/>
                <a:ahLst/>
                <a:cxnLst/>
                <a:rect l="l" t="t" r="r" b="b"/>
                <a:pathLst>
                  <a:path w="1369" h="568" extrusionOk="0">
                    <a:moveTo>
                      <a:pt x="1302" y="0"/>
                    </a:moveTo>
                    <a:cubicBezTo>
                      <a:pt x="1302" y="0"/>
                      <a:pt x="868" y="0"/>
                      <a:pt x="635" y="67"/>
                    </a:cubicBezTo>
                    <a:cubicBezTo>
                      <a:pt x="368" y="100"/>
                      <a:pt x="1" y="300"/>
                      <a:pt x="1" y="300"/>
                    </a:cubicBezTo>
                    <a:lnTo>
                      <a:pt x="34" y="567"/>
                    </a:lnTo>
                    <a:cubicBezTo>
                      <a:pt x="34" y="567"/>
                      <a:pt x="468" y="567"/>
                      <a:pt x="701" y="501"/>
                    </a:cubicBezTo>
                    <a:cubicBezTo>
                      <a:pt x="968" y="467"/>
                      <a:pt x="1335" y="267"/>
                      <a:pt x="1335" y="267"/>
                    </a:cubicBezTo>
                    <a:cubicBezTo>
                      <a:pt x="1369" y="267"/>
                      <a:pt x="1335" y="67"/>
                      <a:pt x="13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67" name="Google Shape;2667;p22"/>
              <p:cNvSpPr/>
              <p:nvPr/>
            </p:nvSpPr>
            <p:spPr>
              <a:xfrm>
                <a:off x="583543" y="2812722"/>
                <a:ext cx="28242" cy="14556"/>
              </a:xfrm>
              <a:custGeom>
                <a:avLst/>
                <a:gdLst/>
                <a:ahLst/>
                <a:cxnLst/>
                <a:rect l="l" t="t" r="r" b="b"/>
                <a:pathLst>
                  <a:path w="1168" h="602" extrusionOk="0">
                    <a:moveTo>
                      <a:pt x="1068" y="1"/>
                    </a:moveTo>
                    <a:cubicBezTo>
                      <a:pt x="1068" y="1"/>
                      <a:pt x="701" y="1"/>
                      <a:pt x="500" y="101"/>
                    </a:cubicBezTo>
                    <a:cubicBezTo>
                      <a:pt x="300" y="134"/>
                      <a:pt x="0" y="335"/>
                      <a:pt x="0" y="335"/>
                    </a:cubicBezTo>
                    <a:lnTo>
                      <a:pt x="33" y="601"/>
                    </a:lnTo>
                    <a:cubicBezTo>
                      <a:pt x="33" y="601"/>
                      <a:pt x="400" y="601"/>
                      <a:pt x="667" y="568"/>
                    </a:cubicBezTo>
                    <a:cubicBezTo>
                      <a:pt x="867" y="468"/>
                      <a:pt x="1168" y="234"/>
                      <a:pt x="1168" y="234"/>
                    </a:cubicBezTo>
                    <a:lnTo>
                      <a:pt x="106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68" name="Google Shape;2668;p22"/>
              <p:cNvSpPr/>
              <p:nvPr/>
            </p:nvSpPr>
            <p:spPr>
              <a:xfrm>
                <a:off x="602089" y="2849839"/>
                <a:ext cx="25026" cy="13275"/>
              </a:xfrm>
              <a:custGeom>
                <a:avLst/>
                <a:gdLst/>
                <a:ahLst/>
                <a:cxnLst/>
                <a:rect l="l" t="t" r="r" b="b"/>
                <a:pathLst>
                  <a:path w="1035" h="549" extrusionOk="0">
                    <a:moveTo>
                      <a:pt x="934" y="0"/>
                    </a:moveTo>
                    <a:cubicBezTo>
                      <a:pt x="934" y="0"/>
                      <a:pt x="634" y="0"/>
                      <a:pt x="467" y="67"/>
                    </a:cubicBezTo>
                    <a:cubicBezTo>
                      <a:pt x="301" y="100"/>
                      <a:pt x="67" y="267"/>
                      <a:pt x="67" y="267"/>
                    </a:cubicBezTo>
                    <a:cubicBezTo>
                      <a:pt x="0" y="267"/>
                      <a:pt x="100" y="534"/>
                      <a:pt x="100" y="534"/>
                    </a:cubicBezTo>
                    <a:cubicBezTo>
                      <a:pt x="100" y="534"/>
                      <a:pt x="249" y="549"/>
                      <a:pt x="397" y="549"/>
                    </a:cubicBezTo>
                    <a:cubicBezTo>
                      <a:pt x="471" y="549"/>
                      <a:pt x="545" y="545"/>
                      <a:pt x="601" y="534"/>
                    </a:cubicBezTo>
                    <a:cubicBezTo>
                      <a:pt x="768" y="434"/>
                      <a:pt x="1034" y="234"/>
                      <a:pt x="1034" y="234"/>
                    </a:cubicBezTo>
                    <a:cubicBezTo>
                      <a:pt x="1034" y="201"/>
                      <a:pt x="934" y="34"/>
                      <a:pt x="9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69" name="Google Shape;2669;p22"/>
              <p:cNvSpPr/>
              <p:nvPr/>
            </p:nvSpPr>
            <p:spPr>
              <a:xfrm>
                <a:off x="635143" y="2888551"/>
                <a:ext cx="18594" cy="12114"/>
              </a:xfrm>
              <a:custGeom>
                <a:avLst/>
                <a:gdLst/>
                <a:ahLst/>
                <a:cxnLst/>
                <a:rect l="l" t="t" r="r" b="b"/>
                <a:pathLst>
                  <a:path w="769" h="501" extrusionOk="0">
                    <a:moveTo>
                      <a:pt x="368" y="1"/>
                    </a:moveTo>
                    <a:cubicBezTo>
                      <a:pt x="268" y="1"/>
                      <a:pt x="201" y="34"/>
                      <a:pt x="101" y="67"/>
                    </a:cubicBezTo>
                    <a:cubicBezTo>
                      <a:pt x="34" y="134"/>
                      <a:pt x="1" y="167"/>
                      <a:pt x="1" y="167"/>
                    </a:cubicBezTo>
                    <a:cubicBezTo>
                      <a:pt x="1" y="201"/>
                      <a:pt x="68" y="401"/>
                      <a:pt x="68" y="401"/>
                    </a:cubicBezTo>
                    <a:cubicBezTo>
                      <a:pt x="68" y="401"/>
                      <a:pt x="101" y="468"/>
                      <a:pt x="201" y="468"/>
                    </a:cubicBezTo>
                    <a:cubicBezTo>
                      <a:pt x="268" y="501"/>
                      <a:pt x="335" y="501"/>
                      <a:pt x="401" y="501"/>
                    </a:cubicBezTo>
                    <a:cubicBezTo>
                      <a:pt x="568" y="501"/>
                      <a:pt x="768" y="367"/>
                      <a:pt x="768" y="367"/>
                    </a:cubicBezTo>
                    <a:cubicBezTo>
                      <a:pt x="768" y="334"/>
                      <a:pt x="768" y="134"/>
                      <a:pt x="735" y="134"/>
                    </a:cubicBezTo>
                    <a:cubicBezTo>
                      <a:pt x="735" y="134"/>
                      <a:pt x="535" y="1"/>
                      <a:pt x="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70" name="Google Shape;2670;p22"/>
              <p:cNvSpPr/>
              <p:nvPr/>
            </p:nvSpPr>
            <p:spPr>
              <a:xfrm>
                <a:off x="386355" y="2370881"/>
                <a:ext cx="725207" cy="731880"/>
              </a:xfrm>
              <a:custGeom>
                <a:avLst/>
                <a:gdLst/>
                <a:ahLst/>
                <a:cxnLst/>
                <a:rect l="l" t="t" r="r" b="b"/>
                <a:pathLst>
                  <a:path w="29992" h="30268" extrusionOk="0">
                    <a:moveTo>
                      <a:pt x="29808" y="0"/>
                    </a:moveTo>
                    <a:cubicBezTo>
                      <a:pt x="29732" y="0"/>
                      <a:pt x="29628" y="48"/>
                      <a:pt x="29504" y="161"/>
                    </a:cubicBezTo>
                    <a:cubicBezTo>
                      <a:pt x="29504" y="161"/>
                      <a:pt x="29504" y="194"/>
                      <a:pt x="29404" y="261"/>
                    </a:cubicBezTo>
                    <a:cubicBezTo>
                      <a:pt x="29370" y="361"/>
                      <a:pt x="29237" y="495"/>
                      <a:pt x="29170" y="695"/>
                    </a:cubicBezTo>
                    <a:cubicBezTo>
                      <a:pt x="29070" y="861"/>
                      <a:pt x="28937" y="1095"/>
                      <a:pt x="28837" y="1395"/>
                    </a:cubicBezTo>
                    <a:cubicBezTo>
                      <a:pt x="28703" y="1729"/>
                      <a:pt x="28570" y="2062"/>
                      <a:pt x="28503" y="2429"/>
                    </a:cubicBezTo>
                    <a:cubicBezTo>
                      <a:pt x="28269" y="3230"/>
                      <a:pt x="28236" y="4197"/>
                      <a:pt x="28236" y="5231"/>
                    </a:cubicBezTo>
                    <a:cubicBezTo>
                      <a:pt x="28236" y="6332"/>
                      <a:pt x="28336" y="7433"/>
                      <a:pt x="28236" y="8667"/>
                    </a:cubicBezTo>
                    <a:cubicBezTo>
                      <a:pt x="28136" y="11069"/>
                      <a:pt x="26401" y="13437"/>
                      <a:pt x="24066" y="14738"/>
                    </a:cubicBezTo>
                    <a:cubicBezTo>
                      <a:pt x="22899" y="15405"/>
                      <a:pt x="21665" y="16006"/>
                      <a:pt x="20531" y="16773"/>
                    </a:cubicBezTo>
                    <a:cubicBezTo>
                      <a:pt x="19396" y="17540"/>
                      <a:pt x="18496" y="18574"/>
                      <a:pt x="17862" y="19675"/>
                    </a:cubicBezTo>
                    <a:cubicBezTo>
                      <a:pt x="17762" y="19775"/>
                      <a:pt x="17695" y="19942"/>
                      <a:pt x="17595" y="20075"/>
                    </a:cubicBezTo>
                    <a:cubicBezTo>
                      <a:pt x="17562" y="20242"/>
                      <a:pt x="17495" y="20375"/>
                      <a:pt x="17428" y="20542"/>
                    </a:cubicBezTo>
                    <a:cubicBezTo>
                      <a:pt x="17328" y="20842"/>
                      <a:pt x="17228" y="21109"/>
                      <a:pt x="17162" y="21443"/>
                    </a:cubicBezTo>
                    <a:cubicBezTo>
                      <a:pt x="16995" y="22110"/>
                      <a:pt x="16861" y="22777"/>
                      <a:pt x="16828" y="23444"/>
                    </a:cubicBezTo>
                    <a:cubicBezTo>
                      <a:pt x="16761" y="24111"/>
                      <a:pt x="16761" y="24845"/>
                      <a:pt x="16728" y="25446"/>
                    </a:cubicBezTo>
                    <a:cubicBezTo>
                      <a:pt x="16695" y="26080"/>
                      <a:pt x="16494" y="26613"/>
                      <a:pt x="15994" y="26947"/>
                    </a:cubicBezTo>
                    <a:cubicBezTo>
                      <a:pt x="15494" y="27280"/>
                      <a:pt x="14827" y="27514"/>
                      <a:pt x="14193" y="27614"/>
                    </a:cubicBezTo>
                    <a:cubicBezTo>
                      <a:pt x="13559" y="27781"/>
                      <a:pt x="12892" y="27881"/>
                      <a:pt x="12225" y="27948"/>
                    </a:cubicBezTo>
                    <a:cubicBezTo>
                      <a:pt x="11723" y="28038"/>
                      <a:pt x="11226" y="28073"/>
                      <a:pt x="10734" y="28073"/>
                    </a:cubicBezTo>
                    <a:cubicBezTo>
                      <a:pt x="9950" y="28073"/>
                      <a:pt x="9180" y="27983"/>
                      <a:pt x="8422" y="27881"/>
                    </a:cubicBezTo>
                    <a:cubicBezTo>
                      <a:pt x="7311" y="27726"/>
                      <a:pt x="6228" y="27544"/>
                      <a:pt x="5227" y="27544"/>
                    </a:cubicBezTo>
                    <a:cubicBezTo>
                      <a:pt x="5146" y="27544"/>
                      <a:pt x="5066" y="27545"/>
                      <a:pt x="4986" y="27547"/>
                    </a:cubicBezTo>
                    <a:cubicBezTo>
                      <a:pt x="3885" y="27581"/>
                      <a:pt x="2918" y="27881"/>
                      <a:pt x="2218" y="28248"/>
                    </a:cubicBezTo>
                    <a:cubicBezTo>
                      <a:pt x="2017" y="28348"/>
                      <a:pt x="1884" y="28448"/>
                      <a:pt x="1717" y="28548"/>
                    </a:cubicBezTo>
                    <a:cubicBezTo>
                      <a:pt x="1550" y="28615"/>
                      <a:pt x="1417" y="28715"/>
                      <a:pt x="1317" y="28848"/>
                    </a:cubicBezTo>
                    <a:cubicBezTo>
                      <a:pt x="1050" y="29015"/>
                      <a:pt x="850" y="29215"/>
                      <a:pt x="683" y="29349"/>
                    </a:cubicBezTo>
                    <a:cubicBezTo>
                      <a:pt x="383" y="29682"/>
                      <a:pt x="216" y="29849"/>
                      <a:pt x="216" y="29849"/>
                    </a:cubicBezTo>
                    <a:cubicBezTo>
                      <a:pt x="1" y="30086"/>
                      <a:pt x="36" y="30267"/>
                      <a:pt x="186" y="30267"/>
                    </a:cubicBezTo>
                    <a:cubicBezTo>
                      <a:pt x="269" y="30267"/>
                      <a:pt x="386" y="30212"/>
                      <a:pt x="516" y="30082"/>
                    </a:cubicBezTo>
                    <a:lnTo>
                      <a:pt x="983" y="29615"/>
                    </a:lnTo>
                    <a:cubicBezTo>
                      <a:pt x="1150" y="29515"/>
                      <a:pt x="1317" y="29349"/>
                      <a:pt x="1550" y="29182"/>
                    </a:cubicBezTo>
                    <a:cubicBezTo>
                      <a:pt x="1650" y="29082"/>
                      <a:pt x="1817" y="29015"/>
                      <a:pt x="1917" y="28915"/>
                    </a:cubicBezTo>
                    <a:cubicBezTo>
                      <a:pt x="2084" y="28848"/>
                      <a:pt x="2218" y="28715"/>
                      <a:pt x="2384" y="28615"/>
                    </a:cubicBezTo>
                    <a:cubicBezTo>
                      <a:pt x="3051" y="28281"/>
                      <a:pt x="3919" y="28048"/>
                      <a:pt x="4919" y="28048"/>
                    </a:cubicBezTo>
                    <a:cubicBezTo>
                      <a:pt x="4989" y="28045"/>
                      <a:pt x="5059" y="28044"/>
                      <a:pt x="5129" y="28044"/>
                    </a:cubicBezTo>
                    <a:cubicBezTo>
                      <a:pt x="6131" y="28044"/>
                      <a:pt x="7168" y="28259"/>
                      <a:pt x="8322" y="28415"/>
                    </a:cubicBezTo>
                    <a:cubicBezTo>
                      <a:pt x="9142" y="28551"/>
                      <a:pt x="10025" y="28657"/>
                      <a:pt x="10938" y="28657"/>
                    </a:cubicBezTo>
                    <a:cubicBezTo>
                      <a:pt x="11361" y="28657"/>
                      <a:pt x="11791" y="28634"/>
                      <a:pt x="12225" y="28581"/>
                    </a:cubicBezTo>
                    <a:cubicBezTo>
                      <a:pt x="12892" y="28548"/>
                      <a:pt x="13592" y="28415"/>
                      <a:pt x="14259" y="28281"/>
                    </a:cubicBezTo>
                    <a:cubicBezTo>
                      <a:pt x="14993" y="28181"/>
                      <a:pt x="15660" y="27948"/>
                      <a:pt x="16328" y="27547"/>
                    </a:cubicBezTo>
                    <a:cubicBezTo>
                      <a:pt x="16661" y="27280"/>
                      <a:pt x="16928" y="27014"/>
                      <a:pt x="17095" y="26613"/>
                    </a:cubicBezTo>
                    <a:cubicBezTo>
                      <a:pt x="17262" y="26280"/>
                      <a:pt x="17328" y="25879"/>
                      <a:pt x="17362" y="25546"/>
                    </a:cubicBezTo>
                    <a:cubicBezTo>
                      <a:pt x="17395" y="24845"/>
                      <a:pt x="17395" y="24178"/>
                      <a:pt x="17428" y="23544"/>
                    </a:cubicBezTo>
                    <a:cubicBezTo>
                      <a:pt x="17495" y="22911"/>
                      <a:pt x="17595" y="22277"/>
                      <a:pt x="17762" y="21710"/>
                    </a:cubicBezTo>
                    <a:cubicBezTo>
                      <a:pt x="17862" y="21410"/>
                      <a:pt x="17995" y="21109"/>
                      <a:pt x="18062" y="20842"/>
                    </a:cubicBezTo>
                    <a:cubicBezTo>
                      <a:pt x="18096" y="20676"/>
                      <a:pt x="18196" y="20542"/>
                      <a:pt x="18229" y="20409"/>
                    </a:cubicBezTo>
                    <a:cubicBezTo>
                      <a:pt x="18329" y="20275"/>
                      <a:pt x="18362" y="20175"/>
                      <a:pt x="18429" y="20042"/>
                    </a:cubicBezTo>
                    <a:cubicBezTo>
                      <a:pt x="19030" y="19041"/>
                      <a:pt x="19830" y="18074"/>
                      <a:pt x="20898" y="17373"/>
                    </a:cubicBezTo>
                    <a:cubicBezTo>
                      <a:pt x="21932" y="16606"/>
                      <a:pt x="23166" y="16039"/>
                      <a:pt x="24367" y="15339"/>
                    </a:cubicBezTo>
                    <a:cubicBezTo>
                      <a:pt x="25568" y="14605"/>
                      <a:pt x="26702" y="13671"/>
                      <a:pt x="27436" y="12503"/>
                    </a:cubicBezTo>
                    <a:cubicBezTo>
                      <a:pt x="27669" y="12203"/>
                      <a:pt x="27869" y="11936"/>
                      <a:pt x="28003" y="11603"/>
                    </a:cubicBezTo>
                    <a:cubicBezTo>
                      <a:pt x="28036" y="11436"/>
                      <a:pt x="28103" y="11336"/>
                      <a:pt x="28203" y="11169"/>
                    </a:cubicBezTo>
                    <a:cubicBezTo>
                      <a:pt x="28269" y="11002"/>
                      <a:pt x="28336" y="10835"/>
                      <a:pt x="28370" y="10669"/>
                    </a:cubicBezTo>
                    <a:cubicBezTo>
                      <a:pt x="28636" y="10035"/>
                      <a:pt x="28703" y="9368"/>
                      <a:pt x="28736" y="8734"/>
                    </a:cubicBezTo>
                    <a:cubicBezTo>
                      <a:pt x="28837" y="7500"/>
                      <a:pt x="28703" y="6332"/>
                      <a:pt x="28703" y="5265"/>
                    </a:cubicBezTo>
                    <a:cubicBezTo>
                      <a:pt x="28670" y="4231"/>
                      <a:pt x="28703" y="3363"/>
                      <a:pt x="28870" y="2596"/>
                    </a:cubicBezTo>
                    <a:cubicBezTo>
                      <a:pt x="28970" y="2229"/>
                      <a:pt x="29070" y="1929"/>
                      <a:pt x="29170" y="1662"/>
                    </a:cubicBezTo>
                    <a:cubicBezTo>
                      <a:pt x="29304" y="1395"/>
                      <a:pt x="29404" y="1195"/>
                      <a:pt x="29504" y="995"/>
                    </a:cubicBezTo>
                    <a:cubicBezTo>
                      <a:pt x="29570" y="761"/>
                      <a:pt x="29704" y="661"/>
                      <a:pt x="29737" y="561"/>
                    </a:cubicBezTo>
                    <a:cubicBezTo>
                      <a:pt x="29804" y="495"/>
                      <a:pt x="29837" y="428"/>
                      <a:pt x="29837" y="428"/>
                    </a:cubicBezTo>
                    <a:cubicBezTo>
                      <a:pt x="29992" y="185"/>
                      <a:pt x="29956" y="0"/>
                      <a:pt x="298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71" name="Google Shape;2671;p22"/>
              <p:cNvSpPr/>
              <p:nvPr/>
            </p:nvSpPr>
            <p:spPr>
              <a:xfrm>
                <a:off x="685969" y="2216710"/>
                <a:ext cx="287162" cy="191070"/>
              </a:xfrm>
              <a:custGeom>
                <a:avLst/>
                <a:gdLst/>
                <a:ahLst/>
                <a:cxnLst/>
                <a:rect l="l" t="t" r="r" b="b"/>
                <a:pathLst>
                  <a:path w="11876" h="7902" extrusionOk="0">
                    <a:moveTo>
                      <a:pt x="200" y="1"/>
                    </a:moveTo>
                    <a:cubicBezTo>
                      <a:pt x="112" y="1"/>
                      <a:pt x="34" y="44"/>
                      <a:pt x="34" y="132"/>
                    </a:cubicBezTo>
                    <a:lnTo>
                      <a:pt x="34" y="433"/>
                    </a:lnTo>
                    <a:cubicBezTo>
                      <a:pt x="0" y="633"/>
                      <a:pt x="0" y="900"/>
                      <a:pt x="0" y="1233"/>
                    </a:cubicBezTo>
                    <a:cubicBezTo>
                      <a:pt x="0" y="1900"/>
                      <a:pt x="134" y="2801"/>
                      <a:pt x="501" y="3802"/>
                    </a:cubicBezTo>
                    <a:cubicBezTo>
                      <a:pt x="934" y="4802"/>
                      <a:pt x="1635" y="5803"/>
                      <a:pt x="2602" y="6570"/>
                    </a:cubicBezTo>
                    <a:cubicBezTo>
                      <a:pt x="3069" y="6937"/>
                      <a:pt x="3603" y="7204"/>
                      <a:pt x="4137" y="7438"/>
                    </a:cubicBezTo>
                    <a:cubicBezTo>
                      <a:pt x="4670" y="7638"/>
                      <a:pt x="5238" y="7805"/>
                      <a:pt x="5771" y="7871"/>
                    </a:cubicBezTo>
                    <a:cubicBezTo>
                      <a:pt x="5995" y="7886"/>
                      <a:pt x="6232" y="7901"/>
                      <a:pt x="6480" y="7901"/>
                    </a:cubicBezTo>
                    <a:cubicBezTo>
                      <a:pt x="6785" y="7901"/>
                      <a:pt x="7107" y="7878"/>
                      <a:pt x="7439" y="7805"/>
                    </a:cubicBezTo>
                    <a:cubicBezTo>
                      <a:pt x="7706" y="7771"/>
                      <a:pt x="8006" y="7671"/>
                      <a:pt x="8306" y="7604"/>
                    </a:cubicBezTo>
                    <a:cubicBezTo>
                      <a:pt x="8607" y="7471"/>
                      <a:pt x="8907" y="7404"/>
                      <a:pt x="9140" y="7237"/>
                    </a:cubicBezTo>
                    <a:cubicBezTo>
                      <a:pt x="9374" y="7104"/>
                      <a:pt x="9641" y="6904"/>
                      <a:pt x="9908" y="6737"/>
                    </a:cubicBezTo>
                    <a:cubicBezTo>
                      <a:pt x="10108" y="6537"/>
                      <a:pt x="10341" y="6370"/>
                      <a:pt x="10508" y="6103"/>
                    </a:cubicBezTo>
                    <a:cubicBezTo>
                      <a:pt x="10875" y="5636"/>
                      <a:pt x="11175" y="5136"/>
                      <a:pt x="11375" y="4636"/>
                    </a:cubicBezTo>
                    <a:cubicBezTo>
                      <a:pt x="11809" y="3635"/>
                      <a:pt x="11876" y="2734"/>
                      <a:pt x="11876" y="2067"/>
                    </a:cubicBezTo>
                    <a:cubicBezTo>
                      <a:pt x="11876" y="1734"/>
                      <a:pt x="11842" y="1433"/>
                      <a:pt x="11842" y="1267"/>
                    </a:cubicBezTo>
                    <a:lnTo>
                      <a:pt x="11842" y="966"/>
                    </a:lnTo>
                    <a:cubicBezTo>
                      <a:pt x="11842" y="878"/>
                      <a:pt x="11777" y="835"/>
                      <a:pt x="11701" y="835"/>
                    </a:cubicBezTo>
                    <a:cubicBezTo>
                      <a:pt x="11606" y="835"/>
                      <a:pt x="11494" y="903"/>
                      <a:pt x="11475" y="1033"/>
                    </a:cubicBezTo>
                    <a:lnTo>
                      <a:pt x="11475" y="1267"/>
                    </a:lnTo>
                    <a:cubicBezTo>
                      <a:pt x="11475" y="1433"/>
                      <a:pt x="11509" y="1700"/>
                      <a:pt x="11475" y="2034"/>
                    </a:cubicBezTo>
                    <a:cubicBezTo>
                      <a:pt x="11475" y="2634"/>
                      <a:pt x="11309" y="3568"/>
                      <a:pt x="10942" y="4435"/>
                    </a:cubicBezTo>
                    <a:cubicBezTo>
                      <a:pt x="10708" y="4869"/>
                      <a:pt x="10475" y="5303"/>
                      <a:pt x="10108" y="5703"/>
                    </a:cubicBezTo>
                    <a:cubicBezTo>
                      <a:pt x="9941" y="5903"/>
                      <a:pt x="9707" y="6070"/>
                      <a:pt x="9507" y="6237"/>
                    </a:cubicBezTo>
                    <a:cubicBezTo>
                      <a:pt x="9307" y="6370"/>
                      <a:pt x="9107" y="6537"/>
                      <a:pt x="8840" y="6637"/>
                    </a:cubicBezTo>
                    <a:cubicBezTo>
                      <a:pt x="8607" y="6770"/>
                      <a:pt x="8340" y="6871"/>
                      <a:pt x="8106" y="6937"/>
                    </a:cubicBezTo>
                    <a:cubicBezTo>
                      <a:pt x="7839" y="6971"/>
                      <a:pt x="7606" y="7071"/>
                      <a:pt x="7339" y="7104"/>
                    </a:cubicBezTo>
                    <a:cubicBezTo>
                      <a:pt x="7130" y="7143"/>
                      <a:pt x="6925" y="7157"/>
                      <a:pt x="6726" y="7157"/>
                    </a:cubicBezTo>
                    <a:cubicBezTo>
                      <a:pt x="6418" y="7157"/>
                      <a:pt x="6122" y="7124"/>
                      <a:pt x="5838" y="7104"/>
                    </a:cubicBezTo>
                    <a:cubicBezTo>
                      <a:pt x="5338" y="7071"/>
                      <a:pt x="4871" y="6937"/>
                      <a:pt x="4370" y="6770"/>
                    </a:cubicBezTo>
                    <a:cubicBezTo>
                      <a:pt x="3870" y="6604"/>
                      <a:pt x="3370" y="6370"/>
                      <a:pt x="2969" y="6037"/>
                    </a:cubicBezTo>
                    <a:cubicBezTo>
                      <a:pt x="2102" y="5403"/>
                      <a:pt x="1435" y="4536"/>
                      <a:pt x="1001" y="3602"/>
                    </a:cubicBezTo>
                    <a:cubicBezTo>
                      <a:pt x="601" y="2701"/>
                      <a:pt x="467" y="1800"/>
                      <a:pt x="434" y="1200"/>
                    </a:cubicBezTo>
                    <a:lnTo>
                      <a:pt x="434" y="433"/>
                    </a:lnTo>
                    <a:lnTo>
                      <a:pt x="434" y="199"/>
                    </a:lnTo>
                    <a:cubicBezTo>
                      <a:pt x="434" y="69"/>
                      <a:pt x="310" y="1"/>
                      <a:pt x="2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72" name="Google Shape;2672;p22"/>
              <p:cNvSpPr/>
              <p:nvPr/>
            </p:nvSpPr>
            <p:spPr>
              <a:xfrm rot="2507687">
                <a:off x="492095" y="3172939"/>
                <a:ext cx="292139" cy="292139"/>
              </a:xfrm>
              <a:prstGeom prst="mathPlus">
                <a:avLst>
                  <a:gd name="adj1" fmla="val 18896"/>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2673" name="Google Shape;2673;p22"/>
          <p:cNvGrpSpPr/>
          <p:nvPr/>
        </p:nvGrpSpPr>
        <p:grpSpPr>
          <a:xfrm>
            <a:off x="745500" y="539488"/>
            <a:ext cx="214500" cy="219400"/>
            <a:chOff x="5881675" y="584200"/>
            <a:chExt cx="214500" cy="219400"/>
          </a:xfrm>
        </p:grpSpPr>
        <p:sp>
          <p:nvSpPr>
            <p:cNvPr id="2674" name="Google Shape;2674;p22"/>
            <p:cNvSpPr/>
            <p:nvPr/>
          </p:nvSpPr>
          <p:spPr>
            <a:xfrm>
              <a:off x="5882200" y="783700"/>
              <a:ext cx="14150" cy="4200"/>
            </a:xfrm>
            <a:custGeom>
              <a:avLst/>
              <a:gdLst/>
              <a:ahLst/>
              <a:cxnLst/>
              <a:rect l="l" t="t" r="r" b="b"/>
              <a:pathLst>
                <a:path w="566" h="168" extrusionOk="0">
                  <a:moveTo>
                    <a:pt x="524" y="0"/>
                  </a:moveTo>
                  <a:cubicBezTo>
                    <a:pt x="336" y="0"/>
                    <a:pt x="189" y="42"/>
                    <a:pt x="22" y="126"/>
                  </a:cubicBezTo>
                  <a:cubicBezTo>
                    <a:pt x="1" y="147"/>
                    <a:pt x="22" y="168"/>
                    <a:pt x="43" y="168"/>
                  </a:cubicBezTo>
                  <a:cubicBezTo>
                    <a:pt x="210" y="126"/>
                    <a:pt x="357" y="63"/>
                    <a:pt x="524" y="63"/>
                  </a:cubicBezTo>
                  <a:cubicBezTo>
                    <a:pt x="566" y="63"/>
                    <a:pt x="566" y="21"/>
                    <a:pt x="52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75" name="Google Shape;2675;p22"/>
            <p:cNvSpPr/>
            <p:nvPr/>
          </p:nvSpPr>
          <p:spPr>
            <a:xfrm>
              <a:off x="5886175" y="588375"/>
              <a:ext cx="210000" cy="215225"/>
            </a:xfrm>
            <a:custGeom>
              <a:avLst/>
              <a:gdLst/>
              <a:ahLst/>
              <a:cxnLst/>
              <a:rect l="l" t="t" r="r" b="b"/>
              <a:pathLst>
                <a:path w="8400" h="8609" extrusionOk="0">
                  <a:moveTo>
                    <a:pt x="8086" y="134"/>
                  </a:moveTo>
                  <a:lnTo>
                    <a:pt x="8002" y="218"/>
                  </a:lnTo>
                  <a:lnTo>
                    <a:pt x="7814" y="218"/>
                  </a:lnTo>
                  <a:cubicBezTo>
                    <a:pt x="7897" y="197"/>
                    <a:pt x="8002" y="176"/>
                    <a:pt x="8086" y="134"/>
                  </a:cubicBezTo>
                  <a:close/>
                  <a:moveTo>
                    <a:pt x="8211" y="197"/>
                  </a:moveTo>
                  <a:lnTo>
                    <a:pt x="8211" y="197"/>
                  </a:lnTo>
                  <a:cubicBezTo>
                    <a:pt x="8149" y="239"/>
                    <a:pt x="8128" y="302"/>
                    <a:pt x="8107" y="344"/>
                  </a:cubicBezTo>
                  <a:lnTo>
                    <a:pt x="8086" y="344"/>
                  </a:lnTo>
                  <a:cubicBezTo>
                    <a:pt x="8086" y="344"/>
                    <a:pt x="8086" y="323"/>
                    <a:pt x="8044" y="323"/>
                  </a:cubicBezTo>
                  <a:lnTo>
                    <a:pt x="8107" y="260"/>
                  </a:lnTo>
                  <a:lnTo>
                    <a:pt x="8128" y="260"/>
                  </a:lnTo>
                  <a:lnTo>
                    <a:pt x="8149" y="239"/>
                  </a:lnTo>
                  <a:lnTo>
                    <a:pt x="8211" y="197"/>
                  </a:lnTo>
                  <a:close/>
                  <a:moveTo>
                    <a:pt x="7605" y="323"/>
                  </a:moveTo>
                  <a:cubicBezTo>
                    <a:pt x="7563" y="344"/>
                    <a:pt x="7521" y="344"/>
                    <a:pt x="7479" y="365"/>
                  </a:cubicBezTo>
                  <a:cubicBezTo>
                    <a:pt x="7423" y="402"/>
                    <a:pt x="7384" y="406"/>
                    <a:pt x="7331" y="421"/>
                  </a:cubicBezTo>
                  <a:lnTo>
                    <a:pt x="7331" y="421"/>
                  </a:lnTo>
                  <a:cubicBezTo>
                    <a:pt x="7344" y="412"/>
                    <a:pt x="7346" y="393"/>
                    <a:pt x="7339" y="380"/>
                  </a:cubicBezTo>
                  <a:lnTo>
                    <a:pt x="7339" y="380"/>
                  </a:lnTo>
                  <a:cubicBezTo>
                    <a:pt x="7433" y="354"/>
                    <a:pt x="7525" y="339"/>
                    <a:pt x="7605" y="323"/>
                  </a:cubicBezTo>
                  <a:close/>
                  <a:moveTo>
                    <a:pt x="8044" y="406"/>
                  </a:moveTo>
                  <a:lnTo>
                    <a:pt x="8044" y="406"/>
                  </a:lnTo>
                  <a:cubicBezTo>
                    <a:pt x="8023" y="448"/>
                    <a:pt x="8002" y="532"/>
                    <a:pt x="7981" y="595"/>
                  </a:cubicBezTo>
                  <a:lnTo>
                    <a:pt x="7939" y="553"/>
                  </a:lnTo>
                  <a:lnTo>
                    <a:pt x="7939" y="532"/>
                  </a:lnTo>
                  <a:cubicBezTo>
                    <a:pt x="7939" y="511"/>
                    <a:pt x="7981" y="511"/>
                    <a:pt x="7981" y="490"/>
                  </a:cubicBezTo>
                  <a:lnTo>
                    <a:pt x="8044" y="406"/>
                  </a:lnTo>
                  <a:close/>
                  <a:moveTo>
                    <a:pt x="7395" y="637"/>
                  </a:moveTo>
                  <a:lnTo>
                    <a:pt x="7374" y="657"/>
                  </a:lnTo>
                  <a:lnTo>
                    <a:pt x="7312" y="657"/>
                  </a:lnTo>
                  <a:cubicBezTo>
                    <a:pt x="7353" y="637"/>
                    <a:pt x="7374" y="637"/>
                    <a:pt x="7395" y="637"/>
                  </a:cubicBezTo>
                  <a:close/>
                  <a:moveTo>
                    <a:pt x="7374" y="804"/>
                  </a:moveTo>
                  <a:lnTo>
                    <a:pt x="7374" y="825"/>
                  </a:lnTo>
                  <a:lnTo>
                    <a:pt x="7353" y="846"/>
                  </a:lnTo>
                  <a:cubicBezTo>
                    <a:pt x="7312" y="846"/>
                    <a:pt x="7291" y="846"/>
                    <a:pt x="7270" y="825"/>
                  </a:cubicBezTo>
                  <a:lnTo>
                    <a:pt x="7291" y="825"/>
                  </a:lnTo>
                  <a:cubicBezTo>
                    <a:pt x="7291" y="825"/>
                    <a:pt x="7300" y="834"/>
                    <a:pt x="7306" y="834"/>
                  </a:cubicBezTo>
                  <a:cubicBezTo>
                    <a:pt x="7309" y="834"/>
                    <a:pt x="7312" y="832"/>
                    <a:pt x="7312" y="825"/>
                  </a:cubicBezTo>
                  <a:cubicBezTo>
                    <a:pt x="7353" y="825"/>
                    <a:pt x="7353" y="825"/>
                    <a:pt x="7374" y="804"/>
                  </a:cubicBezTo>
                  <a:close/>
                  <a:moveTo>
                    <a:pt x="7081" y="595"/>
                  </a:moveTo>
                  <a:cubicBezTo>
                    <a:pt x="7081" y="657"/>
                    <a:pt x="7102" y="741"/>
                    <a:pt x="7102" y="846"/>
                  </a:cubicBezTo>
                  <a:cubicBezTo>
                    <a:pt x="7102" y="929"/>
                    <a:pt x="7144" y="971"/>
                    <a:pt x="7186" y="1013"/>
                  </a:cubicBezTo>
                  <a:lnTo>
                    <a:pt x="7102" y="1076"/>
                  </a:lnTo>
                  <a:cubicBezTo>
                    <a:pt x="7081" y="1013"/>
                    <a:pt x="7061" y="950"/>
                    <a:pt x="7040" y="867"/>
                  </a:cubicBezTo>
                  <a:lnTo>
                    <a:pt x="7040" y="720"/>
                  </a:lnTo>
                  <a:cubicBezTo>
                    <a:pt x="7061" y="657"/>
                    <a:pt x="7061" y="616"/>
                    <a:pt x="7081" y="595"/>
                  </a:cubicBezTo>
                  <a:close/>
                  <a:moveTo>
                    <a:pt x="7370" y="1059"/>
                  </a:moveTo>
                  <a:cubicBezTo>
                    <a:pt x="7385" y="1065"/>
                    <a:pt x="7401" y="1076"/>
                    <a:pt x="7416" y="1076"/>
                  </a:cubicBezTo>
                  <a:cubicBezTo>
                    <a:pt x="7416" y="1076"/>
                    <a:pt x="7416" y="1118"/>
                    <a:pt x="7395" y="1118"/>
                  </a:cubicBezTo>
                  <a:lnTo>
                    <a:pt x="7395" y="1139"/>
                  </a:lnTo>
                  <a:lnTo>
                    <a:pt x="7374" y="1139"/>
                  </a:lnTo>
                  <a:cubicBezTo>
                    <a:pt x="7407" y="1090"/>
                    <a:pt x="7389" y="1067"/>
                    <a:pt x="7370" y="1059"/>
                  </a:cubicBezTo>
                  <a:close/>
                  <a:moveTo>
                    <a:pt x="7312" y="1118"/>
                  </a:moveTo>
                  <a:cubicBezTo>
                    <a:pt x="7312" y="1118"/>
                    <a:pt x="7291" y="1139"/>
                    <a:pt x="7312" y="1139"/>
                  </a:cubicBezTo>
                  <a:lnTo>
                    <a:pt x="7312" y="1160"/>
                  </a:lnTo>
                  <a:lnTo>
                    <a:pt x="7270" y="1160"/>
                  </a:lnTo>
                  <a:cubicBezTo>
                    <a:pt x="7270" y="1139"/>
                    <a:pt x="7291" y="1118"/>
                    <a:pt x="7312" y="1118"/>
                  </a:cubicBezTo>
                  <a:close/>
                  <a:moveTo>
                    <a:pt x="7688" y="1181"/>
                  </a:moveTo>
                  <a:cubicBezTo>
                    <a:pt x="7619" y="1236"/>
                    <a:pt x="7549" y="1264"/>
                    <a:pt x="7473" y="1264"/>
                  </a:cubicBezTo>
                  <a:cubicBezTo>
                    <a:pt x="7435" y="1264"/>
                    <a:pt x="7395" y="1257"/>
                    <a:pt x="7353" y="1243"/>
                  </a:cubicBezTo>
                  <a:lnTo>
                    <a:pt x="7395" y="1243"/>
                  </a:lnTo>
                  <a:cubicBezTo>
                    <a:pt x="7479" y="1243"/>
                    <a:pt x="7563" y="1222"/>
                    <a:pt x="7605" y="1181"/>
                  </a:cubicBezTo>
                  <a:close/>
                  <a:moveTo>
                    <a:pt x="3399" y="4968"/>
                  </a:moveTo>
                  <a:cubicBezTo>
                    <a:pt x="3420" y="5030"/>
                    <a:pt x="3441" y="5051"/>
                    <a:pt x="3483" y="5093"/>
                  </a:cubicBezTo>
                  <a:cubicBezTo>
                    <a:pt x="3399" y="5156"/>
                    <a:pt x="3315" y="5219"/>
                    <a:pt x="3273" y="5302"/>
                  </a:cubicBezTo>
                  <a:lnTo>
                    <a:pt x="3232" y="5302"/>
                  </a:lnTo>
                  <a:lnTo>
                    <a:pt x="3294" y="5240"/>
                  </a:lnTo>
                  <a:cubicBezTo>
                    <a:pt x="3315" y="5219"/>
                    <a:pt x="3315" y="5177"/>
                    <a:pt x="3294" y="5177"/>
                  </a:cubicBezTo>
                  <a:cubicBezTo>
                    <a:pt x="3315" y="5156"/>
                    <a:pt x="3315" y="5135"/>
                    <a:pt x="3294" y="5072"/>
                  </a:cubicBezTo>
                  <a:cubicBezTo>
                    <a:pt x="3315" y="5051"/>
                    <a:pt x="3378" y="5030"/>
                    <a:pt x="3399" y="4968"/>
                  </a:cubicBezTo>
                  <a:close/>
                  <a:moveTo>
                    <a:pt x="2980" y="5219"/>
                  </a:moveTo>
                  <a:lnTo>
                    <a:pt x="2562" y="5637"/>
                  </a:lnTo>
                  <a:cubicBezTo>
                    <a:pt x="2541" y="5679"/>
                    <a:pt x="2478" y="5679"/>
                    <a:pt x="2457" y="5721"/>
                  </a:cubicBezTo>
                  <a:cubicBezTo>
                    <a:pt x="2478" y="5679"/>
                    <a:pt x="2499" y="5658"/>
                    <a:pt x="2541" y="5616"/>
                  </a:cubicBezTo>
                  <a:cubicBezTo>
                    <a:pt x="2687" y="5470"/>
                    <a:pt x="2855" y="5344"/>
                    <a:pt x="2980" y="5219"/>
                  </a:cubicBezTo>
                  <a:close/>
                  <a:moveTo>
                    <a:pt x="2269" y="5784"/>
                  </a:moveTo>
                  <a:cubicBezTo>
                    <a:pt x="2269" y="5826"/>
                    <a:pt x="2290" y="5847"/>
                    <a:pt x="2332" y="5847"/>
                  </a:cubicBezTo>
                  <a:cubicBezTo>
                    <a:pt x="2353" y="5847"/>
                    <a:pt x="2374" y="5826"/>
                    <a:pt x="2395" y="5826"/>
                  </a:cubicBezTo>
                  <a:lnTo>
                    <a:pt x="2395" y="5826"/>
                  </a:lnTo>
                  <a:lnTo>
                    <a:pt x="2185" y="6035"/>
                  </a:lnTo>
                  <a:lnTo>
                    <a:pt x="2123" y="5951"/>
                  </a:lnTo>
                  <a:lnTo>
                    <a:pt x="2269" y="5784"/>
                  </a:lnTo>
                  <a:close/>
                  <a:moveTo>
                    <a:pt x="1181" y="6935"/>
                  </a:moveTo>
                  <a:lnTo>
                    <a:pt x="1181" y="6935"/>
                  </a:lnTo>
                  <a:cubicBezTo>
                    <a:pt x="1185" y="6942"/>
                    <a:pt x="1188" y="6949"/>
                    <a:pt x="1190" y="6955"/>
                  </a:cubicBezTo>
                  <a:lnTo>
                    <a:pt x="1190" y="6955"/>
                  </a:lnTo>
                  <a:cubicBezTo>
                    <a:pt x="1195" y="6955"/>
                    <a:pt x="1200" y="6955"/>
                    <a:pt x="1205" y="6956"/>
                  </a:cubicBezTo>
                  <a:lnTo>
                    <a:pt x="1205" y="6956"/>
                  </a:lnTo>
                  <a:cubicBezTo>
                    <a:pt x="1192" y="6945"/>
                    <a:pt x="1181" y="6935"/>
                    <a:pt x="1181" y="6935"/>
                  </a:cubicBezTo>
                  <a:close/>
                  <a:moveTo>
                    <a:pt x="1293" y="7071"/>
                  </a:moveTo>
                  <a:cubicBezTo>
                    <a:pt x="1296" y="7071"/>
                    <a:pt x="1296" y="7081"/>
                    <a:pt x="1286" y="7102"/>
                  </a:cubicBezTo>
                  <a:cubicBezTo>
                    <a:pt x="1286" y="7081"/>
                    <a:pt x="1291" y="7071"/>
                    <a:pt x="1293" y="7071"/>
                  </a:cubicBezTo>
                  <a:close/>
                  <a:moveTo>
                    <a:pt x="1300" y="7083"/>
                  </a:moveTo>
                  <a:cubicBezTo>
                    <a:pt x="1304" y="7083"/>
                    <a:pt x="1300" y="7102"/>
                    <a:pt x="1286" y="7102"/>
                  </a:cubicBezTo>
                  <a:cubicBezTo>
                    <a:pt x="1293" y="7088"/>
                    <a:pt x="1297" y="7083"/>
                    <a:pt x="1300" y="7083"/>
                  </a:cubicBezTo>
                  <a:close/>
                  <a:moveTo>
                    <a:pt x="679" y="7060"/>
                  </a:moveTo>
                  <a:cubicBezTo>
                    <a:pt x="670" y="7078"/>
                    <a:pt x="657" y="7093"/>
                    <a:pt x="643" y="7103"/>
                  </a:cubicBezTo>
                  <a:lnTo>
                    <a:pt x="643" y="7103"/>
                  </a:lnTo>
                  <a:cubicBezTo>
                    <a:pt x="648" y="7102"/>
                    <a:pt x="653" y="7102"/>
                    <a:pt x="658" y="7102"/>
                  </a:cubicBezTo>
                  <a:lnTo>
                    <a:pt x="679" y="7060"/>
                  </a:lnTo>
                  <a:close/>
                  <a:moveTo>
                    <a:pt x="643" y="7103"/>
                  </a:moveTo>
                  <a:cubicBezTo>
                    <a:pt x="611" y="7107"/>
                    <a:pt x="595" y="7123"/>
                    <a:pt x="595" y="7123"/>
                  </a:cubicBezTo>
                  <a:cubicBezTo>
                    <a:pt x="607" y="7123"/>
                    <a:pt x="625" y="7116"/>
                    <a:pt x="643" y="7103"/>
                  </a:cubicBezTo>
                  <a:close/>
                  <a:moveTo>
                    <a:pt x="870" y="7162"/>
                  </a:moveTo>
                  <a:cubicBezTo>
                    <a:pt x="868" y="7168"/>
                    <a:pt x="867" y="7176"/>
                    <a:pt x="867" y="7186"/>
                  </a:cubicBezTo>
                  <a:cubicBezTo>
                    <a:pt x="804" y="7207"/>
                    <a:pt x="763" y="7207"/>
                    <a:pt x="700" y="7227"/>
                  </a:cubicBezTo>
                  <a:cubicBezTo>
                    <a:pt x="753" y="7210"/>
                    <a:pt x="805" y="7192"/>
                    <a:pt x="870" y="7162"/>
                  </a:cubicBezTo>
                  <a:close/>
                  <a:moveTo>
                    <a:pt x="1181" y="7207"/>
                  </a:moveTo>
                  <a:cubicBezTo>
                    <a:pt x="1139" y="7227"/>
                    <a:pt x="1139" y="7248"/>
                    <a:pt x="1118" y="7269"/>
                  </a:cubicBezTo>
                  <a:lnTo>
                    <a:pt x="1118" y="7248"/>
                  </a:lnTo>
                  <a:cubicBezTo>
                    <a:pt x="1118" y="7227"/>
                    <a:pt x="1118" y="7227"/>
                    <a:pt x="1097" y="7227"/>
                  </a:cubicBezTo>
                  <a:cubicBezTo>
                    <a:pt x="1139" y="7227"/>
                    <a:pt x="1139" y="7207"/>
                    <a:pt x="1139" y="7207"/>
                  </a:cubicBezTo>
                  <a:close/>
                  <a:moveTo>
                    <a:pt x="622" y="7302"/>
                  </a:moveTo>
                  <a:cubicBezTo>
                    <a:pt x="642" y="7302"/>
                    <a:pt x="665" y="7311"/>
                    <a:pt x="679" y="7311"/>
                  </a:cubicBezTo>
                  <a:lnTo>
                    <a:pt x="637" y="7332"/>
                  </a:lnTo>
                  <a:cubicBezTo>
                    <a:pt x="616" y="7311"/>
                    <a:pt x="616" y="7311"/>
                    <a:pt x="595" y="7311"/>
                  </a:cubicBezTo>
                  <a:cubicBezTo>
                    <a:pt x="602" y="7304"/>
                    <a:pt x="611" y="7302"/>
                    <a:pt x="622" y="7302"/>
                  </a:cubicBezTo>
                  <a:close/>
                  <a:moveTo>
                    <a:pt x="1014" y="7207"/>
                  </a:moveTo>
                  <a:lnTo>
                    <a:pt x="867" y="7353"/>
                  </a:lnTo>
                  <a:lnTo>
                    <a:pt x="783" y="7290"/>
                  </a:lnTo>
                  <a:cubicBezTo>
                    <a:pt x="825" y="7248"/>
                    <a:pt x="867" y="7248"/>
                    <a:pt x="888" y="7227"/>
                  </a:cubicBezTo>
                  <a:cubicBezTo>
                    <a:pt x="930" y="7227"/>
                    <a:pt x="972" y="7207"/>
                    <a:pt x="1014" y="7207"/>
                  </a:cubicBezTo>
                  <a:close/>
                  <a:moveTo>
                    <a:pt x="595" y="7395"/>
                  </a:moveTo>
                  <a:lnTo>
                    <a:pt x="595" y="7416"/>
                  </a:lnTo>
                  <a:cubicBezTo>
                    <a:pt x="553" y="7416"/>
                    <a:pt x="553" y="7416"/>
                    <a:pt x="511" y="7395"/>
                  </a:cubicBezTo>
                  <a:close/>
                  <a:moveTo>
                    <a:pt x="1076" y="7290"/>
                  </a:moveTo>
                  <a:cubicBezTo>
                    <a:pt x="1076" y="7311"/>
                    <a:pt x="1076" y="7353"/>
                    <a:pt x="1035" y="7395"/>
                  </a:cubicBezTo>
                  <a:cubicBezTo>
                    <a:pt x="1028" y="7382"/>
                    <a:pt x="1022" y="7377"/>
                    <a:pt x="1016" y="7377"/>
                  </a:cubicBezTo>
                  <a:cubicBezTo>
                    <a:pt x="1003" y="7377"/>
                    <a:pt x="993" y="7401"/>
                    <a:pt x="993" y="7416"/>
                  </a:cubicBezTo>
                  <a:cubicBezTo>
                    <a:pt x="993" y="7416"/>
                    <a:pt x="993" y="7437"/>
                    <a:pt x="1014" y="7437"/>
                  </a:cubicBezTo>
                  <a:lnTo>
                    <a:pt x="993" y="7458"/>
                  </a:lnTo>
                  <a:lnTo>
                    <a:pt x="930" y="7416"/>
                  </a:lnTo>
                  <a:cubicBezTo>
                    <a:pt x="993" y="7353"/>
                    <a:pt x="1035" y="7332"/>
                    <a:pt x="1076" y="7290"/>
                  </a:cubicBezTo>
                  <a:close/>
                  <a:moveTo>
                    <a:pt x="511" y="7471"/>
                  </a:moveTo>
                  <a:lnTo>
                    <a:pt x="511" y="7471"/>
                  </a:lnTo>
                  <a:cubicBezTo>
                    <a:pt x="463" y="7475"/>
                    <a:pt x="414" y="7491"/>
                    <a:pt x="365" y="7520"/>
                  </a:cubicBezTo>
                  <a:cubicBezTo>
                    <a:pt x="369" y="7520"/>
                    <a:pt x="374" y="7520"/>
                    <a:pt x="378" y="7521"/>
                  </a:cubicBezTo>
                  <a:lnTo>
                    <a:pt x="378" y="7521"/>
                  </a:lnTo>
                  <a:cubicBezTo>
                    <a:pt x="417" y="7494"/>
                    <a:pt x="459" y="7479"/>
                    <a:pt x="511" y="7479"/>
                  </a:cubicBezTo>
                  <a:lnTo>
                    <a:pt x="511" y="7471"/>
                  </a:lnTo>
                  <a:close/>
                  <a:moveTo>
                    <a:pt x="909" y="7437"/>
                  </a:moveTo>
                  <a:lnTo>
                    <a:pt x="972" y="7499"/>
                  </a:lnTo>
                  <a:cubicBezTo>
                    <a:pt x="972" y="7499"/>
                    <a:pt x="930" y="7499"/>
                    <a:pt x="930" y="7520"/>
                  </a:cubicBezTo>
                  <a:cubicBezTo>
                    <a:pt x="930" y="7541"/>
                    <a:pt x="909" y="7604"/>
                    <a:pt x="909" y="7625"/>
                  </a:cubicBezTo>
                  <a:cubicBezTo>
                    <a:pt x="867" y="7604"/>
                    <a:pt x="867" y="7541"/>
                    <a:pt x="825" y="7520"/>
                  </a:cubicBezTo>
                  <a:lnTo>
                    <a:pt x="909" y="7437"/>
                  </a:lnTo>
                  <a:close/>
                  <a:moveTo>
                    <a:pt x="574" y="7646"/>
                  </a:moveTo>
                  <a:cubicBezTo>
                    <a:pt x="553" y="7646"/>
                    <a:pt x="553" y="7646"/>
                    <a:pt x="553" y="7667"/>
                  </a:cubicBezTo>
                  <a:lnTo>
                    <a:pt x="553" y="7688"/>
                  </a:lnTo>
                  <a:lnTo>
                    <a:pt x="366" y="7703"/>
                  </a:lnTo>
                  <a:lnTo>
                    <a:pt x="366" y="7703"/>
                  </a:lnTo>
                  <a:cubicBezTo>
                    <a:pt x="399" y="7687"/>
                    <a:pt x="433" y="7674"/>
                    <a:pt x="470" y="7667"/>
                  </a:cubicBezTo>
                  <a:cubicBezTo>
                    <a:pt x="449" y="7663"/>
                    <a:pt x="427" y="7662"/>
                    <a:pt x="406" y="7662"/>
                  </a:cubicBezTo>
                  <a:cubicBezTo>
                    <a:pt x="402" y="7662"/>
                    <a:pt x="399" y="7662"/>
                    <a:pt x="396" y="7662"/>
                  </a:cubicBezTo>
                  <a:lnTo>
                    <a:pt x="396" y="7662"/>
                  </a:lnTo>
                  <a:cubicBezTo>
                    <a:pt x="450" y="7646"/>
                    <a:pt x="508" y="7646"/>
                    <a:pt x="574" y="7646"/>
                  </a:cubicBezTo>
                  <a:close/>
                  <a:moveTo>
                    <a:pt x="972" y="7562"/>
                  </a:moveTo>
                  <a:lnTo>
                    <a:pt x="972" y="7604"/>
                  </a:lnTo>
                  <a:cubicBezTo>
                    <a:pt x="972" y="7646"/>
                    <a:pt x="930" y="7709"/>
                    <a:pt x="888" y="7730"/>
                  </a:cubicBezTo>
                  <a:cubicBezTo>
                    <a:pt x="909" y="7667"/>
                    <a:pt x="909" y="7625"/>
                    <a:pt x="930" y="7562"/>
                  </a:cubicBezTo>
                  <a:close/>
                  <a:moveTo>
                    <a:pt x="972" y="7730"/>
                  </a:moveTo>
                  <a:lnTo>
                    <a:pt x="972" y="7751"/>
                  </a:lnTo>
                  <a:lnTo>
                    <a:pt x="888" y="7834"/>
                  </a:lnTo>
                  <a:cubicBezTo>
                    <a:pt x="905" y="7817"/>
                    <a:pt x="908" y="7786"/>
                    <a:pt x="898" y="7753"/>
                  </a:cubicBezTo>
                  <a:lnTo>
                    <a:pt x="898" y="7753"/>
                  </a:lnTo>
                  <a:cubicBezTo>
                    <a:pt x="902" y="7757"/>
                    <a:pt x="907" y="7759"/>
                    <a:pt x="912" y="7759"/>
                  </a:cubicBezTo>
                  <a:cubicBezTo>
                    <a:pt x="918" y="7759"/>
                    <a:pt x="924" y="7757"/>
                    <a:pt x="930" y="7751"/>
                  </a:cubicBezTo>
                  <a:cubicBezTo>
                    <a:pt x="930" y="7751"/>
                    <a:pt x="930" y="7730"/>
                    <a:pt x="972" y="7730"/>
                  </a:cubicBezTo>
                  <a:close/>
                  <a:moveTo>
                    <a:pt x="783" y="7562"/>
                  </a:moveTo>
                  <a:cubicBezTo>
                    <a:pt x="783" y="7604"/>
                    <a:pt x="783" y="7604"/>
                    <a:pt x="804" y="7625"/>
                  </a:cubicBezTo>
                  <a:lnTo>
                    <a:pt x="804" y="7646"/>
                  </a:lnTo>
                  <a:cubicBezTo>
                    <a:pt x="825" y="7709"/>
                    <a:pt x="825" y="7751"/>
                    <a:pt x="825" y="7813"/>
                  </a:cubicBezTo>
                  <a:cubicBezTo>
                    <a:pt x="825" y="7834"/>
                    <a:pt x="825" y="7834"/>
                    <a:pt x="804" y="7855"/>
                  </a:cubicBezTo>
                  <a:cubicBezTo>
                    <a:pt x="783" y="7771"/>
                    <a:pt x="783" y="7709"/>
                    <a:pt x="721" y="7625"/>
                  </a:cubicBezTo>
                  <a:cubicBezTo>
                    <a:pt x="763" y="7625"/>
                    <a:pt x="763" y="7604"/>
                    <a:pt x="783" y="7562"/>
                  </a:cubicBezTo>
                  <a:close/>
                  <a:moveTo>
                    <a:pt x="721" y="7771"/>
                  </a:moveTo>
                  <a:lnTo>
                    <a:pt x="721" y="7771"/>
                  </a:lnTo>
                  <a:cubicBezTo>
                    <a:pt x="780" y="7949"/>
                    <a:pt x="765" y="8127"/>
                    <a:pt x="639" y="8270"/>
                  </a:cubicBezTo>
                  <a:lnTo>
                    <a:pt x="639" y="8270"/>
                  </a:lnTo>
                  <a:cubicBezTo>
                    <a:pt x="667" y="8201"/>
                    <a:pt x="672" y="8133"/>
                    <a:pt x="658" y="8064"/>
                  </a:cubicBezTo>
                  <a:cubicBezTo>
                    <a:pt x="658" y="7981"/>
                    <a:pt x="658" y="7897"/>
                    <a:pt x="616" y="7855"/>
                  </a:cubicBezTo>
                  <a:cubicBezTo>
                    <a:pt x="658" y="7834"/>
                    <a:pt x="679" y="7792"/>
                    <a:pt x="721" y="7771"/>
                  </a:cubicBezTo>
                  <a:close/>
                  <a:moveTo>
                    <a:pt x="8317" y="0"/>
                  </a:moveTo>
                  <a:cubicBezTo>
                    <a:pt x="8309" y="0"/>
                    <a:pt x="8301" y="3"/>
                    <a:pt x="8295" y="9"/>
                  </a:cubicBezTo>
                  <a:lnTo>
                    <a:pt x="8232" y="51"/>
                  </a:lnTo>
                  <a:cubicBezTo>
                    <a:pt x="7897" y="134"/>
                    <a:pt x="7563" y="239"/>
                    <a:pt x="7249" y="344"/>
                  </a:cubicBezTo>
                  <a:cubicBezTo>
                    <a:pt x="7209" y="344"/>
                    <a:pt x="7207" y="400"/>
                    <a:pt x="7242" y="406"/>
                  </a:cubicBezTo>
                  <a:lnTo>
                    <a:pt x="7242" y="406"/>
                  </a:lnTo>
                  <a:cubicBezTo>
                    <a:pt x="7231" y="414"/>
                    <a:pt x="7219" y="421"/>
                    <a:pt x="7207" y="427"/>
                  </a:cubicBezTo>
                  <a:cubicBezTo>
                    <a:pt x="7249" y="427"/>
                    <a:pt x="7270" y="427"/>
                    <a:pt x="7291" y="406"/>
                  </a:cubicBezTo>
                  <a:lnTo>
                    <a:pt x="7291" y="406"/>
                  </a:lnTo>
                  <a:cubicBezTo>
                    <a:pt x="7270" y="427"/>
                    <a:pt x="7270" y="448"/>
                    <a:pt x="7291" y="490"/>
                  </a:cubicBezTo>
                  <a:lnTo>
                    <a:pt x="7207" y="553"/>
                  </a:lnTo>
                  <a:lnTo>
                    <a:pt x="7186" y="595"/>
                  </a:lnTo>
                  <a:cubicBezTo>
                    <a:pt x="7186" y="532"/>
                    <a:pt x="7207" y="490"/>
                    <a:pt x="7207" y="427"/>
                  </a:cubicBezTo>
                  <a:lnTo>
                    <a:pt x="7186" y="427"/>
                  </a:lnTo>
                  <a:lnTo>
                    <a:pt x="7186" y="448"/>
                  </a:lnTo>
                  <a:cubicBezTo>
                    <a:pt x="7144" y="490"/>
                    <a:pt x="7102" y="532"/>
                    <a:pt x="7081" y="553"/>
                  </a:cubicBezTo>
                  <a:cubicBezTo>
                    <a:pt x="7102" y="490"/>
                    <a:pt x="7165" y="406"/>
                    <a:pt x="7207" y="344"/>
                  </a:cubicBezTo>
                  <a:cubicBezTo>
                    <a:pt x="7237" y="329"/>
                    <a:pt x="7224" y="314"/>
                    <a:pt x="7207" y="314"/>
                  </a:cubicBezTo>
                  <a:cubicBezTo>
                    <a:pt x="7200" y="314"/>
                    <a:pt x="7192" y="317"/>
                    <a:pt x="7186" y="323"/>
                  </a:cubicBezTo>
                  <a:cubicBezTo>
                    <a:pt x="7061" y="448"/>
                    <a:pt x="6956" y="657"/>
                    <a:pt x="6977" y="867"/>
                  </a:cubicBezTo>
                  <a:cubicBezTo>
                    <a:pt x="6977" y="971"/>
                    <a:pt x="6998" y="1076"/>
                    <a:pt x="7081" y="1139"/>
                  </a:cubicBezTo>
                  <a:lnTo>
                    <a:pt x="7102" y="1160"/>
                  </a:lnTo>
                  <a:cubicBezTo>
                    <a:pt x="6203" y="2080"/>
                    <a:pt x="5282" y="3022"/>
                    <a:pt x="4361" y="3922"/>
                  </a:cubicBezTo>
                  <a:lnTo>
                    <a:pt x="3399" y="4905"/>
                  </a:lnTo>
                  <a:cubicBezTo>
                    <a:pt x="3378" y="4884"/>
                    <a:pt x="3336" y="4842"/>
                    <a:pt x="3315" y="4842"/>
                  </a:cubicBezTo>
                  <a:cubicBezTo>
                    <a:pt x="3309" y="4836"/>
                    <a:pt x="3303" y="4834"/>
                    <a:pt x="3298" y="4834"/>
                  </a:cubicBezTo>
                  <a:cubicBezTo>
                    <a:pt x="3286" y="4834"/>
                    <a:pt x="3280" y="4848"/>
                    <a:pt x="3294" y="4863"/>
                  </a:cubicBezTo>
                  <a:cubicBezTo>
                    <a:pt x="3315" y="4905"/>
                    <a:pt x="3336" y="4926"/>
                    <a:pt x="3336" y="4947"/>
                  </a:cubicBezTo>
                  <a:lnTo>
                    <a:pt x="3232" y="5051"/>
                  </a:lnTo>
                  <a:cubicBezTo>
                    <a:pt x="3232" y="5030"/>
                    <a:pt x="3211" y="5030"/>
                    <a:pt x="3190" y="5030"/>
                  </a:cubicBezTo>
                  <a:lnTo>
                    <a:pt x="3169" y="5030"/>
                  </a:lnTo>
                  <a:cubicBezTo>
                    <a:pt x="3106" y="5051"/>
                    <a:pt x="3085" y="5114"/>
                    <a:pt x="3022" y="5135"/>
                  </a:cubicBezTo>
                  <a:cubicBezTo>
                    <a:pt x="3001" y="5156"/>
                    <a:pt x="2960" y="5198"/>
                    <a:pt x="2918" y="5219"/>
                  </a:cubicBezTo>
                  <a:cubicBezTo>
                    <a:pt x="3064" y="5051"/>
                    <a:pt x="3211" y="4926"/>
                    <a:pt x="3336" y="4779"/>
                  </a:cubicBezTo>
                  <a:cubicBezTo>
                    <a:pt x="3378" y="4738"/>
                    <a:pt x="3336" y="4738"/>
                    <a:pt x="3315" y="4738"/>
                  </a:cubicBezTo>
                  <a:cubicBezTo>
                    <a:pt x="2855" y="5156"/>
                    <a:pt x="2395" y="5616"/>
                    <a:pt x="1976" y="6077"/>
                  </a:cubicBezTo>
                  <a:cubicBezTo>
                    <a:pt x="1958" y="6095"/>
                    <a:pt x="2002" y="6144"/>
                    <a:pt x="2028" y="6144"/>
                  </a:cubicBezTo>
                  <a:cubicBezTo>
                    <a:pt x="2032" y="6144"/>
                    <a:pt x="2036" y="6142"/>
                    <a:pt x="2039" y="6139"/>
                  </a:cubicBezTo>
                  <a:cubicBezTo>
                    <a:pt x="2060" y="6098"/>
                    <a:pt x="2081" y="6077"/>
                    <a:pt x="2144" y="6056"/>
                  </a:cubicBezTo>
                  <a:lnTo>
                    <a:pt x="2227" y="6139"/>
                  </a:lnTo>
                  <a:cubicBezTo>
                    <a:pt x="1934" y="6411"/>
                    <a:pt x="1641" y="6704"/>
                    <a:pt x="1348" y="7018"/>
                  </a:cubicBezTo>
                  <a:cubicBezTo>
                    <a:pt x="1348" y="6997"/>
                    <a:pt x="1348" y="6997"/>
                    <a:pt x="1327" y="6976"/>
                  </a:cubicBezTo>
                  <a:cubicBezTo>
                    <a:pt x="1286" y="6964"/>
                    <a:pt x="1245" y="6957"/>
                    <a:pt x="1205" y="6956"/>
                  </a:cubicBezTo>
                  <a:lnTo>
                    <a:pt x="1205" y="6956"/>
                  </a:lnTo>
                  <a:cubicBezTo>
                    <a:pt x="1218" y="6966"/>
                    <a:pt x="1233" y="6976"/>
                    <a:pt x="1244" y="6976"/>
                  </a:cubicBezTo>
                  <a:cubicBezTo>
                    <a:pt x="1202" y="7018"/>
                    <a:pt x="1139" y="7081"/>
                    <a:pt x="1097" y="7144"/>
                  </a:cubicBezTo>
                  <a:cubicBezTo>
                    <a:pt x="1097" y="7123"/>
                    <a:pt x="1097" y="7123"/>
                    <a:pt x="1076" y="7123"/>
                  </a:cubicBezTo>
                  <a:lnTo>
                    <a:pt x="1035" y="7123"/>
                  </a:lnTo>
                  <a:cubicBezTo>
                    <a:pt x="1003" y="7112"/>
                    <a:pt x="972" y="7107"/>
                    <a:pt x="938" y="7107"/>
                  </a:cubicBezTo>
                  <a:cubicBezTo>
                    <a:pt x="919" y="7107"/>
                    <a:pt x="899" y="7109"/>
                    <a:pt x="878" y="7112"/>
                  </a:cubicBezTo>
                  <a:lnTo>
                    <a:pt x="878" y="7112"/>
                  </a:lnTo>
                  <a:cubicBezTo>
                    <a:pt x="881" y="7109"/>
                    <a:pt x="884" y="7106"/>
                    <a:pt x="888" y="7102"/>
                  </a:cubicBezTo>
                  <a:cubicBezTo>
                    <a:pt x="909" y="7102"/>
                    <a:pt x="930" y="7081"/>
                    <a:pt x="993" y="7081"/>
                  </a:cubicBezTo>
                  <a:cubicBezTo>
                    <a:pt x="1014" y="7081"/>
                    <a:pt x="1014" y="7081"/>
                    <a:pt x="1014" y="7039"/>
                  </a:cubicBezTo>
                  <a:cubicBezTo>
                    <a:pt x="1076" y="7018"/>
                    <a:pt x="1118" y="7018"/>
                    <a:pt x="1181" y="6997"/>
                  </a:cubicBezTo>
                  <a:cubicBezTo>
                    <a:pt x="1198" y="6997"/>
                    <a:pt x="1201" y="6983"/>
                    <a:pt x="1190" y="6955"/>
                  </a:cubicBezTo>
                  <a:lnTo>
                    <a:pt x="1190" y="6955"/>
                  </a:lnTo>
                  <a:cubicBezTo>
                    <a:pt x="1187" y="6955"/>
                    <a:pt x="1184" y="6955"/>
                    <a:pt x="1182" y="6955"/>
                  </a:cubicBezTo>
                  <a:cubicBezTo>
                    <a:pt x="1024" y="6955"/>
                    <a:pt x="875" y="7027"/>
                    <a:pt x="763" y="7123"/>
                  </a:cubicBezTo>
                  <a:cubicBezTo>
                    <a:pt x="679" y="7144"/>
                    <a:pt x="595" y="7207"/>
                    <a:pt x="553" y="7248"/>
                  </a:cubicBezTo>
                  <a:lnTo>
                    <a:pt x="511" y="7269"/>
                  </a:lnTo>
                  <a:cubicBezTo>
                    <a:pt x="488" y="7285"/>
                    <a:pt x="461" y="7298"/>
                    <a:pt x="434" y="7311"/>
                  </a:cubicBezTo>
                  <a:lnTo>
                    <a:pt x="470" y="7311"/>
                  </a:lnTo>
                  <a:lnTo>
                    <a:pt x="470" y="7332"/>
                  </a:lnTo>
                  <a:cubicBezTo>
                    <a:pt x="463" y="7325"/>
                    <a:pt x="453" y="7323"/>
                    <a:pt x="442" y="7323"/>
                  </a:cubicBezTo>
                  <a:cubicBezTo>
                    <a:pt x="429" y="7323"/>
                    <a:pt x="414" y="7326"/>
                    <a:pt x="398" y="7329"/>
                  </a:cubicBezTo>
                  <a:lnTo>
                    <a:pt x="398" y="7329"/>
                  </a:lnTo>
                  <a:cubicBezTo>
                    <a:pt x="410" y="7323"/>
                    <a:pt x="422" y="7317"/>
                    <a:pt x="434" y="7311"/>
                  </a:cubicBezTo>
                  <a:lnTo>
                    <a:pt x="386" y="7311"/>
                  </a:lnTo>
                  <a:lnTo>
                    <a:pt x="365" y="7332"/>
                  </a:lnTo>
                  <a:cubicBezTo>
                    <a:pt x="376" y="7332"/>
                    <a:pt x="387" y="7331"/>
                    <a:pt x="398" y="7329"/>
                  </a:cubicBezTo>
                  <a:lnTo>
                    <a:pt x="398" y="7329"/>
                  </a:lnTo>
                  <a:cubicBezTo>
                    <a:pt x="364" y="7346"/>
                    <a:pt x="331" y="7366"/>
                    <a:pt x="302" y="7395"/>
                  </a:cubicBezTo>
                  <a:cubicBezTo>
                    <a:pt x="281" y="7416"/>
                    <a:pt x="302" y="7437"/>
                    <a:pt x="344" y="7437"/>
                  </a:cubicBezTo>
                  <a:cubicBezTo>
                    <a:pt x="302" y="7458"/>
                    <a:pt x="260" y="7499"/>
                    <a:pt x="239" y="7520"/>
                  </a:cubicBezTo>
                  <a:cubicBezTo>
                    <a:pt x="208" y="7536"/>
                    <a:pt x="236" y="7576"/>
                    <a:pt x="261" y="7576"/>
                  </a:cubicBezTo>
                  <a:cubicBezTo>
                    <a:pt x="269" y="7576"/>
                    <a:pt x="276" y="7572"/>
                    <a:pt x="281" y="7562"/>
                  </a:cubicBezTo>
                  <a:cubicBezTo>
                    <a:pt x="365" y="7520"/>
                    <a:pt x="449" y="7458"/>
                    <a:pt x="511" y="7458"/>
                  </a:cubicBezTo>
                  <a:lnTo>
                    <a:pt x="511" y="7471"/>
                  </a:lnTo>
                  <a:lnTo>
                    <a:pt x="511" y="7471"/>
                  </a:lnTo>
                  <a:cubicBezTo>
                    <a:pt x="520" y="7471"/>
                    <a:pt x="529" y="7470"/>
                    <a:pt x="538" y="7470"/>
                  </a:cubicBezTo>
                  <a:cubicBezTo>
                    <a:pt x="585" y="7470"/>
                    <a:pt x="632" y="7481"/>
                    <a:pt x="679" y="7499"/>
                  </a:cubicBezTo>
                  <a:cubicBezTo>
                    <a:pt x="700" y="7499"/>
                    <a:pt x="721" y="7458"/>
                    <a:pt x="700" y="7437"/>
                  </a:cubicBezTo>
                  <a:cubicBezTo>
                    <a:pt x="679" y="7437"/>
                    <a:pt x="658" y="7416"/>
                    <a:pt x="658" y="7416"/>
                  </a:cubicBezTo>
                  <a:lnTo>
                    <a:pt x="679" y="7395"/>
                  </a:lnTo>
                  <a:cubicBezTo>
                    <a:pt x="721" y="7395"/>
                    <a:pt x="783" y="7416"/>
                    <a:pt x="804" y="7437"/>
                  </a:cubicBezTo>
                  <a:lnTo>
                    <a:pt x="783" y="7458"/>
                  </a:lnTo>
                  <a:cubicBezTo>
                    <a:pt x="781" y="7455"/>
                    <a:pt x="777" y="7453"/>
                    <a:pt x="773" y="7453"/>
                  </a:cubicBezTo>
                  <a:cubicBezTo>
                    <a:pt x="747" y="7453"/>
                    <a:pt x="703" y="7502"/>
                    <a:pt x="721" y="7520"/>
                  </a:cubicBezTo>
                  <a:lnTo>
                    <a:pt x="721" y="7541"/>
                  </a:lnTo>
                  <a:lnTo>
                    <a:pt x="658" y="7625"/>
                  </a:lnTo>
                  <a:cubicBezTo>
                    <a:pt x="616" y="7625"/>
                    <a:pt x="595" y="7604"/>
                    <a:pt x="574" y="7604"/>
                  </a:cubicBezTo>
                  <a:cubicBezTo>
                    <a:pt x="515" y="7545"/>
                    <a:pt x="455" y="7523"/>
                    <a:pt x="378" y="7521"/>
                  </a:cubicBezTo>
                  <a:lnTo>
                    <a:pt x="378" y="7521"/>
                  </a:lnTo>
                  <a:cubicBezTo>
                    <a:pt x="339" y="7547"/>
                    <a:pt x="302" y="7583"/>
                    <a:pt x="260" y="7625"/>
                  </a:cubicBezTo>
                  <a:cubicBezTo>
                    <a:pt x="177" y="7646"/>
                    <a:pt x="93" y="7688"/>
                    <a:pt x="72" y="7771"/>
                  </a:cubicBezTo>
                  <a:cubicBezTo>
                    <a:pt x="58" y="7786"/>
                    <a:pt x="73" y="7810"/>
                    <a:pt x="98" y="7810"/>
                  </a:cubicBezTo>
                  <a:cubicBezTo>
                    <a:pt x="109" y="7810"/>
                    <a:pt x="122" y="7805"/>
                    <a:pt x="135" y="7792"/>
                  </a:cubicBezTo>
                  <a:cubicBezTo>
                    <a:pt x="186" y="7708"/>
                    <a:pt x="291" y="7664"/>
                    <a:pt x="396" y="7662"/>
                  </a:cubicBezTo>
                  <a:lnTo>
                    <a:pt x="396" y="7662"/>
                  </a:lnTo>
                  <a:cubicBezTo>
                    <a:pt x="364" y="7671"/>
                    <a:pt x="333" y="7686"/>
                    <a:pt x="302" y="7709"/>
                  </a:cubicBezTo>
                  <a:lnTo>
                    <a:pt x="366" y="7703"/>
                  </a:lnTo>
                  <a:lnTo>
                    <a:pt x="366" y="7703"/>
                  </a:lnTo>
                  <a:cubicBezTo>
                    <a:pt x="306" y="7734"/>
                    <a:pt x="252" y="7780"/>
                    <a:pt x="198" y="7834"/>
                  </a:cubicBezTo>
                  <a:cubicBezTo>
                    <a:pt x="156" y="7855"/>
                    <a:pt x="72" y="7876"/>
                    <a:pt x="30" y="7939"/>
                  </a:cubicBezTo>
                  <a:cubicBezTo>
                    <a:pt x="1" y="7954"/>
                    <a:pt x="13" y="7968"/>
                    <a:pt x="30" y="7968"/>
                  </a:cubicBezTo>
                  <a:cubicBezTo>
                    <a:pt x="37" y="7968"/>
                    <a:pt x="45" y="7966"/>
                    <a:pt x="51" y="7960"/>
                  </a:cubicBezTo>
                  <a:cubicBezTo>
                    <a:pt x="72" y="7939"/>
                    <a:pt x="135" y="7897"/>
                    <a:pt x="177" y="7876"/>
                  </a:cubicBezTo>
                  <a:cubicBezTo>
                    <a:pt x="177" y="7876"/>
                    <a:pt x="186" y="7885"/>
                    <a:pt x="192" y="7885"/>
                  </a:cubicBezTo>
                  <a:cubicBezTo>
                    <a:pt x="195" y="7885"/>
                    <a:pt x="198" y="7883"/>
                    <a:pt x="198" y="7876"/>
                  </a:cubicBezTo>
                  <a:lnTo>
                    <a:pt x="239" y="7855"/>
                  </a:lnTo>
                  <a:cubicBezTo>
                    <a:pt x="344" y="7834"/>
                    <a:pt x="449" y="7834"/>
                    <a:pt x="511" y="7834"/>
                  </a:cubicBezTo>
                  <a:lnTo>
                    <a:pt x="449" y="7897"/>
                  </a:lnTo>
                  <a:cubicBezTo>
                    <a:pt x="407" y="7939"/>
                    <a:pt x="470" y="7960"/>
                    <a:pt x="491" y="7960"/>
                  </a:cubicBezTo>
                  <a:lnTo>
                    <a:pt x="574" y="7876"/>
                  </a:lnTo>
                  <a:cubicBezTo>
                    <a:pt x="595" y="7939"/>
                    <a:pt x="595" y="7981"/>
                    <a:pt x="616" y="8043"/>
                  </a:cubicBezTo>
                  <a:cubicBezTo>
                    <a:pt x="616" y="8106"/>
                    <a:pt x="595" y="8211"/>
                    <a:pt x="574" y="8295"/>
                  </a:cubicBezTo>
                  <a:lnTo>
                    <a:pt x="574" y="8274"/>
                  </a:lnTo>
                  <a:cubicBezTo>
                    <a:pt x="574" y="8263"/>
                    <a:pt x="569" y="8258"/>
                    <a:pt x="559" y="8258"/>
                  </a:cubicBezTo>
                  <a:cubicBezTo>
                    <a:pt x="548" y="8258"/>
                    <a:pt x="532" y="8263"/>
                    <a:pt x="511" y="8274"/>
                  </a:cubicBezTo>
                  <a:cubicBezTo>
                    <a:pt x="491" y="8378"/>
                    <a:pt x="470" y="8504"/>
                    <a:pt x="386" y="8588"/>
                  </a:cubicBezTo>
                  <a:cubicBezTo>
                    <a:pt x="386" y="8608"/>
                    <a:pt x="407" y="8608"/>
                    <a:pt x="407" y="8608"/>
                  </a:cubicBezTo>
                  <a:cubicBezTo>
                    <a:pt x="470" y="8525"/>
                    <a:pt x="491" y="8483"/>
                    <a:pt x="511" y="8399"/>
                  </a:cubicBezTo>
                  <a:lnTo>
                    <a:pt x="553" y="8399"/>
                  </a:lnTo>
                  <a:cubicBezTo>
                    <a:pt x="553" y="8399"/>
                    <a:pt x="553" y="8378"/>
                    <a:pt x="574" y="8378"/>
                  </a:cubicBezTo>
                  <a:cubicBezTo>
                    <a:pt x="588" y="8361"/>
                    <a:pt x="601" y="8343"/>
                    <a:pt x="611" y="8325"/>
                  </a:cubicBezTo>
                  <a:lnTo>
                    <a:pt x="611" y="8325"/>
                  </a:lnTo>
                  <a:cubicBezTo>
                    <a:pt x="595" y="8361"/>
                    <a:pt x="593" y="8380"/>
                    <a:pt x="574" y="8399"/>
                  </a:cubicBezTo>
                  <a:cubicBezTo>
                    <a:pt x="560" y="8414"/>
                    <a:pt x="575" y="8438"/>
                    <a:pt x="586" y="8438"/>
                  </a:cubicBezTo>
                  <a:cubicBezTo>
                    <a:pt x="591" y="8438"/>
                    <a:pt x="595" y="8433"/>
                    <a:pt x="595" y="8420"/>
                  </a:cubicBezTo>
                  <a:cubicBezTo>
                    <a:pt x="616" y="8378"/>
                    <a:pt x="679" y="8315"/>
                    <a:pt x="700" y="8274"/>
                  </a:cubicBezTo>
                  <a:cubicBezTo>
                    <a:pt x="700" y="8288"/>
                    <a:pt x="710" y="8303"/>
                    <a:pt x="731" y="8303"/>
                  </a:cubicBezTo>
                  <a:cubicBezTo>
                    <a:pt x="740" y="8303"/>
                    <a:pt x="750" y="8301"/>
                    <a:pt x="763" y="8295"/>
                  </a:cubicBezTo>
                  <a:cubicBezTo>
                    <a:pt x="804" y="8253"/>
                    <a:pt x="825" y="8169"/>
                    <a:pt x="867" y="8085"/>
                  </a:cubicBezTo>
                  <a:cubicBezTo>
                    <a:pt x="867" y="8085"/>
                    <a:pt x="867" y="8064"/>
                    <a:pt x="888" y="8064"/>
                  </a:cubicBezTo>
                  <a:lnTo>
                    <a:pt x="972" y="7981"/>
                  </a:lnTo>
                  <a:lnTo>
                    <a:pt x="972" y="7981"/>
                  </a:lnTo>
                  <a:cubicBezTo>
                    <a:pt x="930" y="8043"/>
                    <a:pt x="909" y="8064"/>
                    <a:pt x="867" y="8106"/>
                  </a:cubicBezTo>
                  <a:cubicBezTo>
                    <a:pt x="825" y="8148"/>
                    <a:pt x="867" y="8169"/>
                    <a:pt x="888" y="8169"/>
                  </a:cubicBezTo>
                  <a:cubicBezTo>
                    <a:pt x="972" y="8106"/>
                    <a:pt x="1014" y="8064"/>
                    <a:pt x="1035" y="7981"/>
                  </a:cubicBezTo>
                  <a:cubicBezTo>
                    <a:pt x="1076" y="7855"/>
                    <a:pt x="1097" y="7855"/>
                    <a:pt x="1097" y="7834"/>
                  </a:cubicBezTo>
                  <a:cubicBezTo>
                    <a:pt x="1118" y="7771"/>
                    <a:pt x="1139" y="7730"/>
                    <a:pt x="1139" y="7667"/>
                  </a:cubicBezTo>
                  <a:lnTo>
                    <a:pt x="1202" y="7625"/>
                  </a:lnTo>
                  <a:lnTo>
                    <a:pt x="1244" y="7562"/>
                  </a:lnTo>
                  <a:lnTo>
                    <a:pt x="1286" y="7562"/>
                  </a:lnTo>
                  <a:cubicBezTo>
                    <a:pt x="1348" y="7416"/>
                    <a:pt x="1411" y="7248"/>
                    <a:pt x="1453" y="7060"/>
                  </a:cubicBezTo>
                  <a:cubicBezTo>
                    <a:pt x="1453" y="7045"/>
                    <a:pt x="1443" y="7030"/>
                    <a:pt x="1436" y="7030"/>
                  </a:cubicBezTo>
                  <a:cubicBezTo>
                    <a:pt x="1434" y="7030"/>
                    <a:pt x="1432" y="7033"/>
                    <a:pt x="1432" y="7039"/>
                  </a:cubicBezTo>
                  <a:cubicBezTo>
                    <a:pt x="1432" y="7039"/>
                    <a:pt x="1432" y="7018"/>
                    <a:pt x="1411" y="7018"/>
                  </a:cubicBezTo>
                  <a:cubicBezTo>
                    <a:pt x="1704" y="6725"/>
                    <a:pt x="1976" y="6453"/>
                    <a:pt x="2269" y="6181"/>
                  </a:cubicBezTo>
                  <a:lnTo>
                    <a:pt x="2290" y="6202"/>
                  </a:lnTo>
                  <a:cubicBezTo>
                    <a:pt x="2302" y="6208"/>
                    <a:pt x="2313" y="6211"/>
                    <a:pt x="2321" y="6211"/>
                  </a:cubicBezTo>
                  <a:cubicBezTo>
                    <a:pt x="2340" y="6211"/>
                    <a:pt x="2347" y="6196"/>
                    <a:pt x="2332" y="6181"/>
                  </a:cubicBezTo>
                  <a:lnTo>
                    <a:pt x="2290" y="6160"/>
                  </a:lnTo>
                  <a:cubicBezTo>
                    <a:pt x="2353" y="6098"/>
                    <a:pt x="2395" y="6056"/>
                    <a:pt x="2457" y="6035"/>
                  </a:cubicBezTo>
                  <a:cubicBezTo>
                    <a:pt x="2457" y="6050"/>
                    <a:pt x="2478" y="6064"/>
                    <a:pt x="2505" y="6064"/>
                  </a:cubicBezTo>
                  <a:cubicBezTo>
                    <a:pt x="2517" y="6064"/>
                    <a:pt x="2529" y="6062"/>
                    <a:pt x="2541" y="6056"/>
                  </a:cubicBezTo>
                  <a:cubicBezTo>
                    <a:pt x="2562" y="6035"/>
                    <a:pt x="2583" y="5993"/>
                    <a:pt x="2646" y="5972"/>
                  </a:cubicBezTo>
                  <a:lnTo>
                    <a:pt x="2667" y="5972"/>
                  </a:lnTo>
                  <a:cubicBezTo>
                    <a:pt x="2562" y="6077"/>
                    <a:pt x="2457" y="6202"/>
                    <a:pt x="2353" y="6307"/>
                  </a:cubicBezTo>
                  <a:cubicBezTo>
                    <a:pt x="2337" y="6337"/>
                    <a:pt x="2345" y="6357"/>
                    <a:pt x="2358" y="6357"/>
                  </a:cubicBezTo>
                  <a:cubicBezTo>
                    <a:pt x="2362" y="6357"/>
                    <a:pt x="2368" y="6354"/>
                    <a:pt x="2374" y="6349"/>
                  </a:cubicBezTo>
                  <a:cubicBezTo>
                    <a:pt x="2604" y="6139"/>
                    <a:pt x="2813" y="5930"/>
                    <a:pt x="3064" y="5700"/>
                  </a:cubicBezTo>
                  <a:cubicBezTo>
                    <a:pt x="3169" y="5637"/>
                    <a:pt x="3232" y="5533"/>
                    <a:pt x="3336" y="5449"/>
                  </a:cubicBezTo>
                  <a:cubicBezTo>
                    <a:pt x="3336" y="5428"/>
                    <a:pt x="3378" y="5428"/>
                    <a:pt x="3378" y="5386"/>
                  </a:cubicBezTo>
                  <a:cubicBezTo>
                    <a:pt x="3441" y="5323"/>
                    <a:pt x="3504" y="5240"/>
                    <a:pt x="3587" y="5156"/>
                  </a:cubicBezTo>
                  <a:cubicBezTo>
                    <a:pt x="3587" y="5156"/>
                    <a:pt x="3608" y="5156"/>
                    <a:pt x="3608" y="5135"/>
                  </a:cubicBezTo>
                  <a:cubicBezTo>
                    <a:pt x="3629" y="5114"/>
                    <a:pt x="3650" y="5072"/>
                    <a:pt x="3650" y="5051"/>
                  </a:cubicBezTo>
                  <a:cubicBezTo>
                    <a:pt x="3680" y="5037"/>
                    <a:pt x="3667" y="5022"/>
                    <a:pt x="3650" y="5022"/>
                  </a:cubicBezTo>
                  <a:cubicBezTo>
                    <a:pt x="3643" y="5022"/>
                    <a:pt x="3635" y="5024"/>
                    <a:pt x="3629" y="5030"/>
                  </a:cubicBezTo>
                  <a:lnTo>
                    <a:pt x="3587" y="5093"/>
                  </a:lnTo>
                  <a:cubicBezTo>
                    <a:pt x="3545" y="5051"/>
                    <a:pt x="3524" y="5010"/>
                    <a:pt x="3504" y="4968"/>
                  </a:cubicBezTo>
                  <a:lnTo>
                    <a:pt x="4466" y="4005"/>
                  </a:lnTo>
                  <a:cubicBezTo>
                    <a:pt x="5387" y="3085"/>
                    <a:pt x="6328" y="2185"/>
                    <a:pt x="7249" y="1264"/>
                  </a:cubicBezTo>
                  <a:lnTo>
                    <a:pt x="7291" y="1264"/>
                  </a:lnTo>
                  <a:cubicBezTo>
                    <a:pt x="7378" y="1355"/>
                    <a:pt x="7464" y="1393"/>
                    <a:pt x="7549" y="1393"/>
                  </a:cubicBezTo>
                  <a:cubicBezTo>
                    <a:pt x="7953" y="1393"/>
                    <a:pt x="8302" y="512"/>
                    <a:pt x="8337" y="218"/>
                  </a:cubicBezTo>
                  <a:lnTo>
                    <a:pt x="8337" y="197"/>
                  </a:lnTo>
                  <a:lnTo>
                    <a:pt x="8337" y="155"/>
                  </a:lnTo>
                  <a:cubicBezTo>
                    <a:pt x="8337" y="134"/>
                    <a:pt x="8337" y="134"/>
                    <a:pt x="8316" y="113"/>
                  </a:cubicBezTo>
                  <a:cubicBezTo>
                    <a:pt x="8337" y="113"/>
                    <a:pt x="8337" y="113"/>
                    <a:pt x="8358" y="93"/>
                  </a:cubicBezTo>
                  <a:cubicBezTo>
                    <a:pt x="8400" y="93"/>
                    <a:pt x="8400" y="30"/>
                    <a:pt x="8358" y="30"/>
                  </a:cubicBezTo>
                  <a:cubicBezTo>
                    <a:pt x="8358" y="15"/>
                    <a:pt x="8337" y="0"/>
                    <a:pt x="8317"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76" name="Google Shape;2676;p22"/>
            <p:cNvSpPr/>
            <p:nvPr/>
          </p:nvSpPr>
          <p:spPr>
            <a:xfrm>
              <a:off x="6081500" y="783700"/>
              <a:ext cx="13625" cy="4200"/>
            </a:xfrm>
            <a:custGeom>
              <a:avLst/>
              <a:gdLst/>
              <a:ahLst/>
              <a:cxnLst/>
              <a:rect l="l" t="t" r="r" b="b"/>
              <a:pathLst>
                <a:path w="545" h="168" extrusionOk="0">
                  <a:moveTo>
                    <a:pt x="22" y="0"/>
                  </a:moveTo>
                  <a:cubicBezTo>
                    <a:pt x="1" y="21"/>
                    <a:pt x="1" y="63"/>
                    <a:pt x="22" y="63"/>
                  </a:cubicBezTo>
                  <a:cubicBezTo>
                    <a:pt x="189" y="63"/>
                    <a:pt x="336" y="126"/>
                    <a:pt x="503" y="168"/>
                  </a:cubicBezTo>
                  <a:cubicBezTo>
                    <a:pt x="524" y="168"/>
                    <a:pt x="545" y="147"/>
                    <a:pt x="524" y="126"/>
                  </a:cubicBezTo>
                  <a:cubicBezTo>
                    <a:pt x="377" y="42"/>
                    <a:pt x="210" y="0"/>
                    <a:pt x="22"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77" name="Google Shape;2677;p22"/>
            <p:cNvSpPr/>
            <p:nvPr/>
          </p:nvSpPr>
          <p:spPr>
            <a:xfrm>
              <a:off x="5881675" y="584200"/>
              <a:ext cx="209725" cy="215950"/>
            </a:xfrm>
            <a:custGeom>
              <a:avLst/>
              <a:gdLst/>
              <a:ahLst/>
              <a:cxnLst/>
              <a:rect l="l" t="t" r="r" b="b"/>
              <a:pathLst>
                <a:path w="8389" h="8638" extrusionOk="0">
                  <a:moveTo>
                    <a:pt x="315" y="301"/>
                  </a:moveTo>
                  <a:cubicBezTo>
                    <a:pt x="419" y="343"/>
                    <a:pt x="482" y="364"/>
                    <a:pt x="566" y="385"/>
                  </a:cubicBezTo>
                  <a:lnTo>
                    <a:pt x="378" y="385"/>
                  </a:lnTo>
                  <a:lnTo>
                    <a:pt x="315" y="301"/>
                  </a:lnTo>
                  <a:close/>
                  <a:moveTo>
                    <a:pt x="852" y="356"/>
                  </a:moveTo>
                  <a:cubicBezTo>
                    <a:pt x="921" y="367"/>
                    <a:pt x="992" y="378"/>
                    <a:pt x="1057" y="389"/>
                  </a:cubicBezTo>
                  <a:lnTo>
                    <a:pt x="1057" y="389"/>
                  </a:lnTo>
                  <a:cubicBezTo>
                    <a:pt x="1048" y="396"/>
                    <a:pt x="1052" y="416"/>
                    <a:pt x="1068" y="448"/>
                  </a:cubicBezTo>
                  <a:cubicBezTo>
                    <a:pt x="1005" y="406"/>
                    <a:pt x="963" y="406"/>
                    <a:pt x="901" y="385"/>
                  </a:cubicBezTo>
                  <a:cubicBezTo>
                    <a:pt x="890" y="374"/>
                    <a:pt x="874" y="364"/>
                    <a:pt x="852" y="356"/>
                  </a:cubicBezTo>
                  <a:close/>
                  <a:moveTo>
                    <a:pt x="210" y="364"/>
                  </a:moveTo>
                  <a:lnTo>
                    <a:pt x="252" y="406"/>
                  </a:lnTo>
                  <a:cubicBezTo>
                    <a:pt x="252" y="406"/>
                    <a:pt x="252" y="448"/>
                    <a:pt x="273" y="448"/>
                  </a:cubicBezTo>
                  <a:lnTo>
                    <a:pt x="315" y="448"/>
                  </a:lnTo>
                  <a:lnTo>
                    <a:pt x="357" y="490"/>
                  </a:lnTo>
                  <a:cubicBezTo>
                    <a:pt x="357" y="490"/>
                    <a:pt x="336" y="490"/>
                    <a:pt x="336" y="511"/>
                  </a:cubicBezTo>
                  <a:lnTo>
                    <a:pt x="315" y="511"/>
                  </a:lnTo>
                  <a:cubicBezTo>
                    <a:pt x="273" y="469"/>
                    <a:pt x="231" y="406"/>
                    <a:pt x="210" y="364"/>
                  </a:cubicBezTo>
                  <a:close/>
                  <a:moveTo>
                    <a:pt x="357" y="594"/>
                  </a:moveTo>
                  <a:lnTo>
                    <a:pt x="357" y="594"/>
                  </a:lnTo>
                  <a:cubicBezTo>
                    <a:pt x="357" y="594"/>
                    <a:pt x="419" y="615"/>
                    <a:pt x="440" y="678"/>
                  </a:cubicBezTo>
                  <a:cubicBezTo>
                    <a:pt x="440" y="699"/>
                    <a:pt x="461" y="699"/>
                    <a:pt x="461" y="720"/>
                  </a:cubicBezTo>
                  <a:lnTo>
                    <a:pt x="461" y="762"/>
                  </a:lnTo>
                  <a:cubicBezTo>
                    <a:pt x="461" y="762"/>
                    <a:pt x="440" y="762"/>
                    <a:pt x="440" y="783"/>
                  </a:cubicBezTo>
                  <a:cubicBezTo>
                    <a:pt x="419" y="720"/>
                    <a:pt x="378" y="657"/>
                    <a:pt x="357" y="594"/>
                  </a:cubicBezTo>
                  <a:close/>
                  <a:moveTo>
                    <a:pt x="1089" y="594"/>
                  </a:moveTo>
                  <a:cubicBezTo>
                    <a:pt x="1110" y="594"/>
                    <a:pt x="1152" y="594"/>
                    <a:pt x="1173" y="615"/>
                  </a:cubicBezTo>
                  <a:cubicBezTo>
                    <a:pt x="1173" y="678"/>
                    <a:pt x="1194" y="720"/>
                    <a:pt x="1194" y="783"/>
                  </a:cubicBezTo>
                  <a:lnTo>
                    <a:pt x="1173" y="762"/>
                  </a:lnTo>
                  <a:lnTo>
                    <a:pt x="1089" y="678"/>
                  </a:lnTo>
                  <a:cubicBezTo>
                    <a:pt x="1110" y="657"/>
                    <a:pt x="1110" y="615"/>
                    <a:pt x="1089" y="594"/>
                  </a:cubicBezTo>
                  <a:close/>
                  <a:moveTo>
                    <a:pt x="1068" y="804"/>
                  </a:moveTo>
                  <a:cubicBezTo>
                    <a:pt x="1068" y="804"/>
                    <a:pt x="1068" y="824"/>
                    <a:pt x="1089" y="866"/>
                  </a:cubicBezTo>
                  <a:cubicBezTo>
                    <a:pt x="1068" y="866"/>
                    <a:pt x="1068" y="866"/>
                    <a:pt x="1047" y="824"/>
                  </a:cubicBezTo>
                  <a:lnTo>
                    <a:pt x="1005" y="804"/>
                  </a:lnTo>
                  <a:close/>
                  <a:moveTo>
                    <a:pt x="524" y="908"/>
                  </a:moveTo>
                  <a:cubicBezTo>
                    <a:pt x="535" y="919"/>
                    <a:pt x="535" y="924"/>
                    <a:pt x="532" y="924"/>
                  </a:cubicBezTo>
                  <a:cubicBezTo>
                    <a:pt x="529" y="924"/>
                    <a:pt x="524" y="919"/>
                    <a:pt x="524" y="908"/>
                  </a:cubicBezTo>
                  <a:close/>
                  <a:moveTo>
                    <a:pt x="1005" y="929"/>
                  </a:moveTo>
                  <a:cubicBezTo>
                    <a:pt x="1047" y="929"/>
                    <a:pt x="1047" y="929"/>
                    <a:pt x="1068" y="971"/>
                  </a:cubicBezTo>
                  <a:lnTo>
                    <a:pt x="1089" y="971"/>
                  </a:lnTo>
                  <a:lnTo>
                    <a:pt x="1110" y="992"/>
                  </a:lnTo>
                  <a:cubicBezTo>
                    <a:pt x="1099" y="1002"/>
                    <a:pt x="1089" y="1008"/>
                    <a:pt x="1079" y="1008"/>
                  </a:cubicBezTo>
                  <a:cubicBezTo>
                    <a:pt x="1068" y="1008"/>
                    <a:pt x="1058" y="1002"/>
                    <a:pt x="1047" y="992"/>
                  </a:cubicBezTo>
                  <a:lnTo>
                    <a:pt x="1005" y="971"/>
                  </a:lnTo>
                  <a:lnTo>
                    <a:pt x="1005" y="929"/>
                  </a:lnTo>
                  <a:close/>
                  <a:moveTo>
                    <a:pt x="1277" y="720"/>
                  </a:moveTo>
                  <a:lnTo>
                    <a:pt x="1277" y="720"/>
                  </a:lnTo>
                  <a:cubicBezTo>
                    <a:pt x="1298" y="783"/>
                    <a:pt x="1319" y="804"/>
                    <a:pt x="1319" y="866"/>
                  </a:cubicBezTo>
                  <a:cubicBezTo>
                    <a:pt x="1361" y="908"/>
                    <a:pt x="1361" y="971"/>
                    <a:pt x="1319" y="1013"/>
                  </a:cubicBezTo>
                  <a:cubicBezTo>
                    <a:pt x="1298" y="1096"/>
                    <a:pt x="1277" y="1138"/>
                    <a:pt x="1256" y="1222"/>
                  </a:cubicBezTo>
                  <a:lnTo>
                    <a:pt x="1173" y="1138"/>
                  </a:lnTo>
                  <a:cubicBezTo>
                    <a:pt x="1215" y="1117"/>
                    <a:pt x="1256" y="1034"/>
                    <a:pt x="1256" y="992"/>
                  </a:cubicBezTo>
                  <a:cubicBezTo>
                    <a:pt x="1298" y="908"/>
                    <a:pt x="1298" y="824"/>
                    <a:pt x="1277" y="720"/>
                  </a:cubicBezTo>
                  <a:close/>
                  <a:moveTo>
                    <a:pt x="1018" y="1234"/>
                  </a:moveTo>
                  <a:cubicBezTo>
                    <a:pt x="1028" y="1234"/>
                    <a:pt x="1040" y="1235"/>
                    <a:pt x="1055" y="1239"/>
                  </a:cubicBezTo>
                  <a:lnTo>
                    <a:pt x="1055" y="1239"/>
                  </a:lnTo>
                  <a:cubicBezTo>
                    <a:pt x="1028" y="1242"/>
                    <a:pt x="988" y="1288"/>
                    <a:pt x="1005" y="1306"/>
                  </a:cubicBezTo>
                  <a:lnTo>
                    <a:pt x="984" y="1306"/>
                  </a:lnTo>
                  <a:lnTo>
                    <a:pt x="984" y="1285"/>
                  </a:lnTo>
                  <a:cubicBezTo>
                    <a:pt x="984" y="1285"/>
                    <a:pt x="984" y="1243"/>
                    <a:pt x="963" y="1243"/>
                  </a:cubicBezTo>
                  <a:cubicBezTo>
                    <a:pt x="977" y="1243"/>
                    <a:pt x="991" y="1234"/>
                    <a:pt x="1018" y="1234"/>
                  </a:cubicBezTo>
                  <a:close/>
                  <a:moveTo>
                    <a:pt x="984" y="1389"/>
                  </a:moveTo>
                  <a:cubicBezTo>
                    <a:pt x="979" y="1392"/>
                    <a:pt x="972" y="1394"/>
                    <a:pt x="965" y="1394"/>
                  </a:cubicBezTo>
                  <a:cubicBezTo>
                    <a:pt x="958" y="1394"/>
                    <a:pt x="950" y="1392"/>
                    <a:pt x="942" y="1391"/>
                  </a:cubicBezTo>
                  <a:lnTo>
                    <a:pt x="942" y="1391"/>
                  </a:lnTo>
                  <a:cubicBezTo>
                    <a:pt x="906" y="1405"/>
                    <a:pt x="871" y="1412"/>
                    <a:pt x="835" y="1412"/>
                  </a:cubicBezTo>
                  <a:cubicBezTo>
                    <a:pt x="834" y="1412"/>
                    <a:pt x="833" y="1412"/>
                    <a:pt x="832" y="1412"/>
                  </a:cubicBezTo>
                  <a:lnTo>
                    <a:pt x="832" y="1412"/>
                  </a:lnTo>
                  <a:cubicBezTo>
                    <a:pt x="860" y="1421"/>
                    <a:pt x="889" y="1425"/>
                    <a:pt x="916" y="1425"/>
                  </a:cubicBezTo>
                  <a:cubicBezTo>
                    <a:pt x="963" y="1425"/>
                    <a:pt x="1008" y="1413"/>
                    <a:pt x="1047" y="1389"/>
                  </a:cubicBezTo>
                  <a:close/>
                  <a:moveTo>
                    <a:pt x="5023" y="5177"/>
                  </a:moveTo>
                  <a:cubicBezTo>
                    <a:pt x="5044" y="5197"/>
                    <a:pt x="5085" y="5218"/>
                    <a:pt x="5127" y="5281"/>
                  </a:cubicBezTo>
                  <a:lnTo>
                    <a:pt x="5127" y="5386"/>
                  </a:lnTo>
                  <a:cubicBezTo>
                    <a:pt x="5085" y="5407"/>
                    <a:pt x="5085" y="5428"/>
                    <a:pt x="5127" y="5428"/>
                  </a:cubicBezTo>
                  <a:cubicBezTo>
                    <a:pt x="5127" y="5469"/>
                    <a:pt x="5148" y="5469"/>
                    <a:pt x="5169" y="5490"/>
                  </a:cubicBezTo>
                  <a:lnTo>
                    <a:pt x="5148" y="5490"/>
                  </a:lnTo>
                  <a:cubicBezTo>
                    <a:pt x="5064" y="5407"/>
                    <a:pt x="4981" y="5365"/>
                    <a:pt x="4939" y="5281"/>
                  </a:cubicBezTo>
                  <a:cubicBezTo>
                    <a:pt x="4960" y="5218"/>
                    <a:pt x="4981" y="5197"/>
                    <a:pt x="5023" y="5177"/>
                  </a:cubicBezTo>
                  <a:close/>
                  <a:moveTo>
                    <a:pt x="5441" y="5407"/>
                  </a:moveTo>
                  <a:lnTo>
                    <a:pt x="5441" y="5407"/>
                  </a:lnTo>
                  <a:cubicBezTo>
                    <a:pt x="5588" y="5532"/>
                    <a:pt x="5755" y="5679"/>
                    <a:pt x="5881" y="5804"/>
                  </a:cubicBezTo>
                  <a:cubicBezTo>
                    <a:pt x="5901" y="5825"/>
                    <a:pt x="5922" y="5846"/>
                    <a:pt x="5964" y="5909"/>
                  </a:cubicBezTo>
                  <a:cubicBezTo>
                    <a:pt x="5901" y="5846"/>
                    <a:pt x="5881" y="5846"/>
                    <a:pt x="5860" y="5825"/>
                  </a:cubicBezTo>
                  <a:lnTo>
                    <a:pt x="5441" y="5407"/>
                  </a:lnTo>
                  <a:close/>
                  <a:moveTo>
                    <a:pt x="6227" y="6067"/>
                  </a:moveTo>
                  <a:lnTo>
                    <a:pt x="6173" y="6139"/>
                  </a:lnTo>
                  <a:cubicBezTo>
                    <a:pt x="6184" y="6150"/>
                    <a:pt x="6194" y="6162"/>
                    <a:pt x="6205" y="6173"/>
                  </a:cubicBezTo>
                  <a:lnTo>
                    <a:pt x="6205" y="6173"/>
                  </a:lnTo>
                  <a:lnTo>
                    <a:pt x="6278" y="6118"/>
                  </a:lnTo>
                  <a:lnTo>
                    <a:pt x="6227" y="6067"/>
                  </a:lnTo>
                  <a:close/>
                  <a:moveTo>
                    <a:pt x="7722" y="7269"/>
                  </a:moveTo>
                  <a:cubicBezTo>
                    <a:pt x="7764" y="7269"/>
                    <a:pt x="7785" y="7290"/>
                    <a:pt x="7805" y="7311"/>
                  </a:cubicBezTo>
                  <a:cubicBezTo>
                    <a:pt x="7785" y="7311"/>
                    <a:pt x="7764" y="7290"/>
                    <a:pt x="7764" y="7290"/>
                  </a:cubicBezTo>
                  <a:lnTo>
                    <a:pt x="7722" y="7269"/>
                  </a:lnTo>
                  <a:close/>
                  <a:moveTo>
                    <a:pt x="7224" y="7125"/>
                  </a:moveTo>
                  <a:cubicBezTo>
                    <a:pt x="7236" y="7125"/>
                    <a:pt x="7249" y="7130"/>
                    <a:pt x="7261" y="7143"/>
                  </a:cubicBezTo>
                  <a:cubicBezTo>
                    <a:pt x="7241" y="7143"/>
                    <a:pt x="7241" y="7164"/>
                    <a:pt x="7261" y="7185"/>
                  </a:cubicBezTo>
                  <a:cubicBezTo>
                    <a:pt x="7324" y="7206"/>
                    <a:pt x="7366" y="7206"/>
                    <a:pt x="7429" y="7248"/>
                  </a:cubicBezTo>
                  <a:cubicBezTo>
                    <a:pt x="7429" y="7248"/>
                    <a:pt x="7429" y="7269"/>
                    <a:pt x="7450" y="7269"/>
                  </a:cubicBezTo>
                  <a:cubicBezTo>
                    <a:pt x="7471" y="7269"/>
                    <a:pt x="7492" y="7290"/>
                    <a:pt x="7554" y="7290"/>
                  </a:cubicBezTo>
                  <a:cubicBezTo>
                    <a:pt x="7575" y="7290"/>
                    <a:pt x="7575" y="7290"/>
                    <a:pt x="7596" y="7311"/>
                  </a:cubicBezTo>
                  <a:lnTo>
                    <a:pt x="7366" y="7311"/>
                  </a:lnTo>
                  <a:cubicBezTo>
                    <a:pt x="7345" y="7311"/>
                    <a:pt x="7345" y="7332"/>
                    <a:pt x="7345" y="7332"/>
                  </a:cubicBezTo>
                  <a:cubicBezTo>
                    <a:pt x="7282" y="7290"/>
                    <a:pt x="7241" y="7206"/>
                    <a:pt x="7157" y="7164"/>
                  </a:cubicBezTo>
                  <a:lnTo>
                    <a:pt x="7178" y="7164"/>
                  </a:lnTo>
                  <a:cubicBezTo>
                    <a:pt x="7178" y="7150"/>
                    <a:pt x="7198" y="7125"/>
                    <a:pt x="7224" y="7125"/>
                  </a:cubicBezTo>
                  <a:close/>
                  <a:moveTo>
                    <a:pt x="7524" y="7313"/>
                  </a:moveTo>
                  <a:lnTo>
                    <a:pt x="7524" y="7313"/>
                  </a:lnTo>
                  <a:cubicBezTo>
                    <a:pt x="7592" y="7322"/>
                    <a:pt x="7647" y="7358"/>
                    <a:pt x="7701" y="7394"/>
                  </a:cubicBezTo>
                  <a:cubicBezTo>
                    <a:pt x="7659" y="7374"/>
                    <a:pt x="7596" y="7353"/>
                    <a:pt x="7554" y="7353"/>
                  </a:cubicBezTo>
                  <a:cubicBezTo>
                    <a:pt x="7541" y="7326"/>
                    <a:pt x="7536" y="7317"/>
                    <a:pt x="7524" y="7313"/>
                  </a:cubicBezTo>
                  <a:close/>
                  <a:moveTo>
                    <a:pt x="7220" y="7374"/>
                  </a:moveTo>
                  <a:cubicBezTo>
                    <a:pt x="7261" y="7374"/>
                    <a:pt x="7261" y="7394"/>
                    <a:pt x="7261" y="7394"/>
                  </a:cubicBezTo>
                  <a:lnTo>
                    <a:pt x="7241" y="7415"/>
                  </a:lnTo>
                  <a:lnTo>
                    <a:pt x="7241" y="7436"/>
                  </a:lnTo>
                  <a:cubicBezTo>
                    <a:pt x="7220" y="7415"/>
                    <a:pt x="7220" y="7394"/>
                    <a:pt x="7178" y="7374"/>
                  </a:cubicBezTo>
                  <a:close/>
                  <a:moveTo>
                    <a:pt x="7785" y="7457"/>
                  </a:moveTo>
                  <a:lnTo>
                    <a:pt x="7805" y="7478"/>
                  </a:lnTo>
                  <a:lnTo>
                    <a:pt x="7764" y="7478"/>
                  </a:lnTo>
                  <a:cubicBezTo>
                    <a:pt x="7764" y="7457"/>
                    <a:pt x="7785" y="7457"/>
                    <a:pt x="7785" y="7457"/>
                  </a:cubicBezTo>
                  <a:close/>
                  <a:moveTo>
                    <a:pt x="8015" y="7478"/>
                  </a:moveTo>
                  <a:cubicBezTo>
                    <a:pt x="8015" y="7478"/>
                    <a:pt x="8057" y="7478"/>
                    <a:pt x="8057" y="7499"/>
                  </a:cubicBezTo>
                  <a:cubicBezTo>
                    <a:pt x="7994" y="7499"/>
                    <a:pt x="7973" y="7478"/>
                    <a:pt x="7952" y="7478"/>
                  </a:cubicBezTo>
                  <a:close/>
                  <a:moveTo>
                    <a:pt x="7366" y="7374"/>
                  </a:moveTo>
                  <a:cubicBezTo>
                    <a:pt x="7429" y="7374"/>
                    <a:pt x="7471" y="7374"/>
                    <a:pt x="7492" y="7394"/>
                  </a:cubicBezTo>
                  <a:cubicBezTo>
                    <a:pt x="7533" y="7415"/>
                    <a:pt x="7575" y="7415"/>
                    <a:pt x="7596" y="7457"/>
                  </a:cubicBezTo>
                  <a:lnTo>
                    <a:pt x="7533" y="7520"/>
                  </a:lnTo>
                  <a:lnTo>
                    <a:pt x="7366" y="7374"/>
                  </a:lnTo>
                  <a:close/>
                  <a:moveTo>
                    <a:pt x="7680" y="7499"/>
                  </a:moveTo>
                  <a:cubicBezTo>
                    <a:pt x="7659" y="7499"/>
                    <a:pt x="7596" y="7520"/>
                    <a:pt x="7575" y="7562"/>
                  </a:cubicBezTo>
                  <a:cubicBezTo>
                    <a:pt x="7596" y="7520"/>
                    <a:pt x="7638" y="7499"/>
                    <a:pt x="7680" y="7499"/>
                  </a:cubicBezTo>
                  <a:close/>
                  <a:moveTo>
                    <a:pt x="7847" y="7562"/>
                  </a:moveTo>
                  <a:cubicBezTo>
                    <a:pt x="7847" y="7562"/>
                    <a:pt x="7868" y="7562"/>
                    <a:pt x="7889" y="7583"/>
                  </a:cubicBezTo>
                  <a:lnTo>
                    <a:pt x="7847" y="7583"/>
                  </a:lnTo>
                  <a:lnTo>
                    <a:pt x="7847" y="7562"/>
                  </a:lnTo>
                  <a:close/>
                  <a:moveTo>
                    <a:pt x="7324" y="7478"/>
                  </a:moveTo>
                  <a:lnTo>
                    <a:pt x="7324" y="7478"/>
                  </a:lnTo>
                  <a:cubicBezTo>
                    <a:pt x="7366" y="7520"/>
                    <a:pt x="7429" y="7562"/>
                    <a:pt x="7450" y="7604"/>
                  </a:cubicBezTo>
                  <a:lnTo>
                    <a:pt x="7387" y="7666"/>
                  </a:lnTo>
                  <a:lnTo>
                    <a:pt x="7366" y="7625"/>
                  </a:lnTo>
                  <a:cubicBezTo>
                    <a:pt x="7366" y="7625"/>
                    <a:pt x="7366" y="7604"/>
                    <a:pt x="7387" y="7604"/>
                  </a:cubicBezTo>
                  <a:cubicBezTo>
                    <a:pt x="7417" y="7589"/>
                    <a:pt x="7394" y="7574"/>
                    <a:pt x="7371" y="7574"/>
                  </a:cubicBezTo>
                  <a:cubicBezTo>
                    <a:pt x="7361" y="7574"/>
                    <a:pt x="7351" y="7577"/>
                    <a:pt x="7345" y="7583"/>
                  </a:cubicBezTo>
                  <a:cubicBezTo>
                    <a:pt x="7345" y="7562"/>
                    <a:pt x="7324" y="7499"/>
                    <a:pt x="7324" y="7478"/>
                  </a:cubicBezTo>
                  <a:close/>
                  <a:moveTo>
                    <a:pt x="7972" y="7682"/>
                  </a:moveTo>
                  <a:cubicBezTo>
                    <a:pt x="7952" y="7683"/>
                    <a:pt x="7931" y="7684"/>
                    <a:pt x="7910" y="7687"/>
                  </a:cubicBezTo>
                  <a:cubicBezTo>
                    <a:pt x="7920" y="7689"/>
                    <a:pt x="7929" y="7692"/>
                    <a:pt x="7939" y="7694"/>
                  </a:cubicBezTo>
                  <a:lnTo>
                    <a:pt x="7939" y="7694"/>
                  </a:lnTo>
                  <a:cubicBezTo>
                    <a:pt x="7949" y="7691"/>
                    <a:pt x="7960" y="7687"/>
                    <a:pt x="7972" y="7682"/>
                  </a:cubicBezTo>
                  <a:close/>
                  <a:moveTo>
                    <a:pt x="7533" y="7604"/>
                  </a:moveTo>
                  <a:lnTo>
                    <a:pt x="7596" y="7687"/>
                  </a:lnTo>
                  <a:cubicBezTo>
                    <a:pt x="7554" y="7708"/>
                    <a:pt x="7554" y="7771"/>
                    <a:pt x="7533" y="7792"/>
                  </a:cubicBezTo>
                  <a:cubicBezTo>
                    <a:pt x="7533" y="7771"/>
                    <a:pt x="7492" y="7708"/>
                    <a:pt x="7492" y="7687"/>
                  </a:cubicBezTo>
                  <a:cubicBezTo>
                    <a:pt x="7492" y="7666"/>
                    <a:pt x="7471" y="7666"/>
                    <a:pt x="7471" y="7666"/>
                  </a:cubicBezTo>
                  <a:cubicBezTo>
                    <a:pt x="7471" y="7625"/>
                    <a:pt x="7492" y="7625"/>
                    <a:pt x="7533" y="7604"/>
                  </a:cubicBezTo>
                  <a:close/>
                  <a:moveTo>
                    <a:pt x="7952" y="7826"/>
                  </a:moveTo>
                  <a:cubicBezTo>
                    <a:pt x="7924" y="7826"/>
                    <a:pt x="7896" y="7828"/>
                    <a:pt x="7868" y="7834"/>
                  </a:cubicBezTo>
                  <a:lnTo>
                    <a:pt x="7910" y="7875"/>
                  </a:lnTo>
                  <a:lnTo>
                    <a:pt x="7910" y="7875"/>
                  </a:lnTo>
                  <a:cubicBezTo>
                    <a:pt x="7968" y="7875"/>
                    <a:pt x="8018" y="7870"/>
                    <a:pt x="8078" y="7843"/>
                  </a:cubicBezTo>
                  <a:lnTo>
                    <a:pt x="8078" y="7843"/>
                  </a:lnTo>
                  <a:cubicBezTo>
                    <a:pt x="8038" y="7832"/>
                    <a:pt x="7995" y="7826"/>
                    <a:pt x="7952" y="7826"/>
                  </a:cubicBezTo>
                  <a:close/>
                  <a:moveTo>
                    <a:pt x="7429" y="7729"/>
                  </a:moveTo>
                  <a:cubicBezTo>
                    <a:pt x="7450" y="7792"/>
                    <a:pt x="7450" y="7834"/>
                    <a:pt x="7471" y="7897"/>
                  </a:cubicBezTo>
                  <a:cubicBezTo>
                    <a:pt x="7450" y="7876"/>
                    <a:pt x="7429" y="7813"/>
                    <a:pt x="7387" y="7771"/>
                  </a:cubicBezTo>
                  <a:lnTo>
                    <a:pt x="7387" y="7729"/>
                  </a:lnTo>
                  <a:close/>
                  <a:moveTo>
                    <a:pt x="7429" y="7897"/>
                  </a:moveTo>
                  <a:cubicBezTo>
                    <a:pt x="7429" y="7897"/>
                    <a:pt x="7429" y="7918"/>
                    <a:pt x="7450" y="7918"/>
                  </a:cubicBezTo>
                  <a:cubicBezTo>
                    <a:pt x="7456" y="7924"/>
                    <a:pt x="7462" y="7926"/>
                    <a:pt x="7467" y="7926"/>
                  </a:cubicBezTo>
                  <a:cubicBezTo>
                    <a:pt x="7473" y="7926"/>
                    <a:pt x="7478" y="7922"/>
                    <a:pt x="7479" y="7916"/>
                  </a:cubicBezTo>
                  <a:lnTo>
                    <a:pt x="7479" y="7916"/>
                  </a:lnTo>
                  <a:cubicBezTo>
                    <a:pt x="7492" y="7951"/>
                    <a:pt x="7492" y="7984"/>
                    <a:pt x="7492" y="8001"/>
                  </a:cubicBezTo>
                  <a:lnTo>
                    <a:pt x="7429" y="7918"/>
                  </a:lnTo>
                  <a:lnTo>
                    <a:pt x="7429" y="7897"/>
                  </a:lnTo>
                  <a:close/>
                  <a:moveTo>
                    <a:pt x="7638" y="7729"/>
                  </a:moveTo>
                  <a:cubicBezTo>
                    <a:pt x="7659" y="7729"/>
                    <a:pt x="7659" y="7771"/>
                    <a:pt x="7680" y="7792"/>
                  </a:cubicBezTo>
                  <a:cubicBezTo>
                    <a:pt x="7678" y="7797"/>
                    <a:pt x="7675" y="7801"/>
                    <a:pt x="7673" y="7806"/>
                  </a:cubicBezTo>
                  <a:lnTo>
                    <a:pt x="7673" y="7806"/>
                  </a:lnTo>
                  <a:cubicBezTo>
                    <a:pt x="7668" y="7801"/>
                    <a:pt x="7664" y="7797"/>
                    <a:pt x="7659" y="7792"/>
                  </a:cubicBezTo>
                  <a:lnTo>
                    <a:pt x="7659" y="7792"/>
                  </a:lnTo>
                  <a:cubicBezTo>
                    <a:pt x="7657" y="7809"/>
                    <a:pt x="7656" y="7825"/>
                    <a:pt x="7654" y="7841"/>
                  </a:cubicBezTo>
                  <a:lnTo>
                    <a:pt x="7654" y="7841"/>
                  </a:lnTo>
                  <a:cubicBezTo>
                    <a:pt x="7661" y="7830"/>
                    <a:pt x="7667" y="7818"/>
                    <a:pt x="7673" y="7806"/>
                  </a:cubicBezTo>
                  <a:lnTo>
                    <a:pt x="7673" y="7806"/>
                  </a:lnTo>
                  <a:cubicBezTo>
                    <a:pt x="7691" y="7823"/>
                    <a:pt x="7714" y="7843"/>
                    <a:pt x="7764" y="7876"/>
                  </a:cubicBezTo>
                  <a:cubicBezTo>
                    <a:pt x="7743" y="7938"/>
                    <a:pt x="7743" y="8022"/>
                    <a:pt x="7743" y="8085"/>
                  </a:cubicBezTo>
                  <a:cubicBezTo>
                    <a:pt x="7718" y="8148"/>
                    <a:pt x="7723" y="8218"/>
                    <a:pt x="7744" y="8282"/>
                  </a:cubicBezTo>
                  <a:lnTo>
                    <a:pt x="7744" y="8282"/>
                  </a:lnTo>
                  <a:cubicBezTo>
                    <a:pt x="7665" y="8141"/>
                    <a:pt x="7643" y="7998"/>
                    <a:pt x="7654" y="7841"/>
                  </a:cubicBezTo>
                  <a:lnTo>
                    <a:pt x="7654" y="7841"/>
                  </a:lnTo>
                  <a:cubicBezTo>
                    <a:pt x="7623" y="7902"/>
                    <a:pt x="7596" y="7956"/>
                    <a:pt x="7596" y="8022"/>
                  </a:cubicBezTo>
                  <a:cubicBezTo>
                    <a:pt x="7596" y="8001"/>
                    <a:pt x="7596" y="8001"/>
                    <a:pt x="7575" y="7980"/>
                  </a:cubicBezTo>
                  <a:cubicBezTo>
                    <a:pt x="7575" y="7918"/>
                    <a:pt x="7575" y="7855"/>
                    <a:pt x="7596" y="7813"/>
                  </a:cubicBezTo>
                  <a:lnTo>
                    <a:pt x="7596" y="7792"/>
                  </a:lnTo>
                  <a:cubicBezTo>
                    <a:pt x="7596" y="7771"/>
                    <a:pt x="7596" y="7771"/>
                    <a:pt x="7638" y="7729"/>
                  </a:cubicBezTo>
                  <a:close/>
                  <a:moveTo>
                    <a:pt x="73" y="0"/>
                  </a:moveTo>
                  <a:cubicBezTo>
                    <a:pt x="44" y="0"/>
                    <a:pt x="22" y="20"/>
                    <a:pt x="22" y="50"/>
                  </a:cubicBezTo>
                  <a:cubicBezTo>
                    <a:pt x="1" y="50"/>
                    <a:pt x="1" y="92"/>
                    <a:pt x="22" y="92"/>
                  </a:cubicBezTo>
                  <a:cubicBezTo>
                    <a:pt x="43" y="92"/>
                    <a:pt x="43" y="92"/>
                    <a:pt x="64" y="134"/>
                  </a:cubicBezTo>
                  <a:cubicBezTo>
                    <a:pt x="43" y="134"/>
                    <a:pt x="43" y="155"/>
                    <a:pt x="43" y="176"/>
                  </a:cubicBezTo>
                  <a:lnTo>
                    <a:pt x="43" y="197"/>
                  </a:lnTo>
                  <a:lnTo>
                    <a:pt x="43" y="239"/>
                  </a:lnTo>
                  <a:cubicBezTo>
                    <a:pt x="95" y="515"/>
                    <a:pt x="433" y="1408"/>
                    <a:pt x="832" y="1412"/>
                  </a:cubicBezTo>
                  <a:lnTo>
                    <a:pt x="832" y="1412"/>
                  </a:lnTo>
                  <a:cubicBezTo>
                    <a:pt x="782" y="1397"/>
                    <a:pt x="734" y="1369"/>
                    <a:pt x="691" y="1327"/>
                  </a:cubicBezTo>
                  <a:lnTo>
                    <a:pt x="775" y="1327"/>
                  </a:lnTo>
                  <a:cubicBezTo>
                    <a:pt x="836" y="1342"/>
                    <a:pt x="897" y="1379"/>
                    <a:pt x="942" y="1391"/>
                  </a:cubicBezTo>
                  <a:lnTo>
                    <a:pt x="942" y="1391"/>
                  </a:lnTo>
                  <a:cubicBezTo>
                    <a:pt x="991" y="1371"/>
                    <a:pt x="1040" y="1336"/>
                    <a:pt x="1089" y="1285"/>
                  </a:cubicBezTo>
                  <a:lnTo>
                    <a:pt x="1089" y="1306"/>
                  </a:lnTo>
                  <a:lnTo>
                    <a:pt x="1089" y="1327"/>
                  </a:lnTo>
                  <a:lnTo>
                    <a:pt x="1152" y="1327"/>
                  </a:lnTo>
                  <a:cubicBezTo>
                    <a:pt x="1110" y="1306"/>
                    <a:pt x="1110" y="1285"/>
                    <a:pt x="1089" y="1285"/>
                  </a:cubicBezTo>
                  <a:lnTo>
                    <a:pt x="1152" y="1285"/>
                  </a:lnTo>
                  <a:cubicBezTo>
                    <a:pt x="2051" y="2226"/>
                    <a:pt x="2993" y="3105"/>
                    <a:pt x="3914" y="4026"/>
                  </a:cubicBezTo>
                  <a:lnTo>
                    <a:pt x="4876" y="4988"/>
                  </a:lnTo>
                  <a:cubicBezTo>
                    <a:pt x="4855" y="5009"/>
                    <a:pt x="4834" y="5051"/>
                    <a:pt x="4813" y="5093"/>
                  </a:cubicBezTo>
                  <a:lnTo>
                    <a:pt x="4751" y="5051"/>
                  </a:lnTo>
                  <a:cubicBezTo>
                    <a:pt x="4744" y="5038"/>
                    <a:pt x="4738" y="5033"/>
                    <a:pt x="4732" y="5033"/>
                  </a:cubicBezTo>
                  <a:cubicBezTo>
                    <a:pt x="4721" y="5033"/>
                    <a:pt x="4715" y="5058"/>
                    <a:pt x="4730" y="5072"/>
                  </a:cubicBezTo>
                  <a:cubicBezTo>
                    <a:pt x="4751" y="5093"/>
                    <a:pt x="4772" y="5114"/>
                    <a:pt x="4772" y="5156"/>
                  </a:cubicBezTo>
                  <a:cubicBezTo>
                    <a:pt x="4772" y="5156"/>
                    <a:pt x="4772" y="5177"/>
                    <a:pt x="4813" y="5177"/>
                  </a:cubicBezTo>
                  <a:cubicBezTo>
                    <a:pt x="4876" y="5260"/>
                    <a:pt x="4939" y="5323"/>
                    <a:pt x="5023" y="5407"/>
                  </a:cubicBezTo>
                  <a:cubicBezTo>
                    <a:pt x="5023" y="5407"/>
                    <a:pt x="5023" y="5428"/>
                    <a:pt x="5044" y="5469"/>
                  </a:cubicBezTo>
                  <a:cubicBezTo>
                    <a:pt x="5127" y="5574"/>
                    <a:pt x="5232" y="5637"/>
                    <a:pt x="5337" y="5721"/>
                  </a:cubicBezTo>
                  <a:cubicBezTo>
                    <a:pt x="5546" y="5930"/>
                    <a:pt x="5776" y="6160"/>
                    <a:pt x="6006" y="6348"/>
                  </a:cubicBezTo>
                  <a:cubicBezTo>
                    <a:pt x="6012" y="6354"/>
                    <a:pt x="6020" y="6357"/>
                    <a:pt x="6027" y="6357"/>
                  </a:cubicBezTo>
                  <a:cubicBezTo>
                    <a:pt x="6044" y="6357"/>
                    <a:pt x="6057" y="6342"/>
                    <a:pt x="6027" y="6327"/>
                  </a:cubicBezTo>
                  <a:cubicBezTo>
                    <a:pt x="5922" y="6223"/>
                    <a:pt x="5818" y="6097"/>
                    <a:pt x="5713" y="5993"/>
                  </a:cubicBezTo>
                  <a:lnTo>
                    <a:pt x="5755" y="5993"/>
                  </a:lnTo>
                  <a:cubicBezTo>
                    <a:pt x="5776" y="6014"/>
                    <a:pt x="5797" y="6034"/>
                    <a:pt x="5860" y="6055"/>
                  </a:cubicBezTo>
                  <a:cubicBezTo>
                    <a:pt x="5866" y="6068"/>
                    <a:pt x="5875" y="6073"/>
                    <a:pt x="5883" y="6073"/>
                  </a:cubicBezTo>
                  <a:cubicBezTo>
                    <a:pt x="5902" y="6073"/>
                    <a:pt x="5922" y="6049"/>
                    <a:pt x="5922" y="6034"/>
                  </a:cubicBezTo>
                  <a:cubicBezTo>
                    <a:pt x="5985" y="6097"/>
                    <a:pt x="6027" y="6139"/>
                    <a:pt x="6090" y="6160"/>
                  </a:cubicBezTo>
                  <a:lnTo>
                    <a:pt x="6069" y="6202"/>
                  </a:lnTo>
                  <a:cubicBezTo>
                    <a:pt x="6039" y="6217"/>
                    <a:pt x="6051" y="6231"/>
                    <a:pt x="6069" y="6231"/>
                  </a:cubicBezTo>
                  <a:cubicBezTo>
                    <a:pt x="6076" y="6231"/>
                    <a:pt x="6084" y="6229"/>
                    <a:pt x="6090" y="6223"/>
                  </a:cubicBezTo>
                  <a:lnTo>
                    <a:pt x="6111" y="6202"/>
                  </a:lnTo>
                  <a:cubicBezTo>
                    <a:pt x="6404" y="6474"/>
                    <a:pt x="6697" y="6767"/>
                    <a:pt x="6969" y="7039"/>
                  </a:cubicBezTo>
                  <a:cubicBezTo>
                    <a:pt x="6969" y="7039"/>
                    <a:pt x="6948" y="7039"/>
                    <a:pt x="6948" y="7060"/>
                  </a:cubicBezTo>
                  <a:cubicBezTo>
                    <a:pt x="6927" y="7060"/>
                    <a:pt x="6906" y="7060"/>
                    <a:pt x="6927" y="7081"/>
                  </a:cubicBezTo>
                  <a:cubicBezTo>
                    <a:pt x="6969" y="7248"/>
                    <a:pt x="7031" y="7415"/>
                    <a:pt x="7115" y="7583"/>
                  </a:cubicBezTo>
                  <a:cubicBezTo>
                    <a:pt x="7115" y="7583"/>
                    <a:pt x="7124" y="7592"/>
                    <a:pt x="7131" y="7592"/>
                  </a:cubicBezTo>
                  <a:cubicBezTo>
                    <a:pt x="7134" y="7592"/>
                    <a:pt x="7136" y="7590"/>
                    <a:pt x="7136" y="7583"/>
                  </a:cubicBezTo>
                  <a:lnTo>
                    <a:pt x="7178" y="7625"/>
                  </a:lnTo>
                  <a:cubicBezTo>
                    <a:pt x="7220" y="7666"/>
                    <a:pt x="7220" y="7687"/>
                    <a:pt x="7241" y="7687"/>
                  </a:cubicBezTo>
                  <a:cubicBezTo>
                    <a:pt x="7241" y="7729"/>
                    <a:pt x="7261" y="7792"/>
                    <a:pt x="7282" y="7834"/>
                  </a:cubicBezTo>
                  <a:cubicBezTo>
                    <a:pt x="7314" y="7975"/>
                    <a:pt x="7333" y="8010"/>
                    <a:pt x="7341" y="8010"/>
                  </a:cubicBezTo>
                  <a:cubicBezTo>
                    <a:pt x="7344" y="8010"/>
                    <a:pt x="7345" y="8006"/>
                    <a:pt x="7345" y="8001"/>
                  </a:cubicBezTo>
                  <a:cubicBezTo>
                    <a:pt x="7366" y="8085"/>
                    <a:pt x="7429" y="8148"/>
                    <a:pt x="7492" y="8190"/>
                  </a:cubicBezTo>
                  <a:cubicBezTo>
                    <a:pt x="7497" y="8192"/>
                    <a:pt x="7503" y="8194"/>
                    <a:pt x="7508" y="8194"/>
                  </a:cubicBezTo>
                  <a:cubicBezTo>
                    <a:pt x="7539" y="8194"/>
                    <a:pt x="7551" y="8145"/>
                    <a:pt x="7533" y="8127"/>
                  </a:cubicBezTo>
                  <a:cubicBezTo>
                    <a:pt x="7471" y="8106"/>
                    <a:pt x="7450" y="8043"/>
                    <a:pt x="7429" y="8001"/>
                  </a:cubicBezTo>
                  <a:lnTo>
                    <a:pt x="7429" y="8001"/>
                  </a:lnTo>
                  <a:lnTo>
                    <a:pt x="7492" y="8085"/>
                  </a:lnTo>
                  <a:cubicBezTo>
                    <a:pt x="7492" y="8106"/>
                    <a:pt x="7492" y="8106"/>
                    <a:pt x="7533" y="8106"/>
                  </a:cubicBezTo>
                  <a:cubicBezTo>
                    <a:pt x="7554" y="8169"/>
                    <a:pt x="7575" y="8231"/>
                    <a:pt x="7638" y="8315"/>
                  </a:cubicBezTo>
                  <a:cubicBezTo>
                    <a:pt x="7644" y="8321"/>
                    <a:pt x="7650" y="8324"/>
                    <a:pt x="7656" y="8324"/>
                  </a:cubicBezTo>
                  <a:cubicBezTo>
                    <a:pt x="7669" y="8324"/>
                    <a:pt x="7680" y="8309"/>
                    <a:pt x="7680" y="8294"/>
                  </a:cubicBezTo>
                  <a:cubicBezTo>
                    <a:pt x="7701" y="8336"/>
                    <a:pt x="7764" y="8399"/>
                    <a:pt x="7785" y="8441"/>
                  </a:cubicBezTo>
                  <a:cubicBezTo>
                    <a:pt x="7791" y="8447"/>
                    <a:pt x="7799" y="8449"/>
                    <a:pt x="7806" y="8449"/>
                  </a:cubicBezTo>
                  <a:cubicBezTo>
                    <a:pt x="7823" y="8449"/>
                    <a:pt x="7835" y="8435"/>
                    <a:pt x="7805" y="8420"/>
                  </a:cubicBezTo>
                  <a:cubicBezTo>
                    <a:pt x="7785" y="8399"/>
                    <a:pt x="7785" y="8357"/>
                    <a:pt x="7764" y="8336"/>
                  </a:cubicBezTo>
                  <a:cubicBezTo>
                    <a:pt x="7764" y="8336"/>
                    <a:pt x="7764" y="8335"/>
                    <a:pt x="7766" y="8334"/>
                  </a:cubicBezTo>
                  <a:lnTo>
                    <a:pt x="7766" y="8334"/>
                  </a:lnTo>
                  <a:cubicBezTo>
                    <a:pt x="7777" y="8357"/>
                    <a:pt x="7791" y="8379"/>
                    <a:pt x="7805" y="8399"/>
                  </a:cubicBezTo>
                  <a:cubicBezTo>
                    <a:pt x="7805" y="8399"/>
                    <a:pt x="7805" y="8420"/>
                    <a:pt x="7847" y="8420"/>
                  </a:cubicBezTo>
                  <a:cubicBezTo>
                    <a:pt x="7847" y="8430"/>
                    <a:pt x="7853" y="8435"/>
                    <a:pt x="7858" y="8435"/>
                  </a:cubicBezTo>
                  <a:cubicBezTo>
                    <a:pt x="7863" y="8435"/>
                    <a:pt x="7868" y="8430"/>
                    <a:pt x="7868" y="8420"/>
                  </a:cubicBezTo>
                  <a:cubicBezTo>
                    <a:pt x="7889" y="8503"/>
                    <a:pt x="7910" y="8566"/>
                    <a:pt x="7973" y="8629"/>
                  </a:cubicBezTo>
                  <a:cubicBezTo>
                    <a:pt x="7979" y="8635"/>
                    <a:pt x="7985" y="8638"/>
                    <a:pt x="7990" y="8638"/>
                  </a:cubicBezTo>
                  <a:cubicBezTo>
                    <a:pt x="8002" y="8638"/>
                    <a:pt x="8009" y="8623"/>
                    <a:pt x="7994" y="8608"/>
                  </a:cubicBezTo>
                  <a:cubicBezTo>
                    <a:pt x="7952" y="8503"/>
                    <a:pt x="7889" y="8399"/>
                    <a:pt x="7868" y="8294"/>
                  </a:cubicBezTo>
                  <a:cubicBezTo>
                    <a:pt x="7868" y="8273"/>
                    <a:pt x="7853" y="8263"/>
                    <a:pt x="7837" y="8263"/>
                  </a:cubicBezTo>
                  <a:cubicBezTo>
                    <a:pt x="7821" y="8263"/>
                    <a:pt x="7805" y="8273"/>
                    <a:pt x="7805" y="8294"/>
                  </a:cubicBezTo>
                  <a:lnTo>
                    <a:pt x="7805" y="8315"/>
                  </a:lnTo>
                  <a:cubicBezTo>
                    <a:pt x="7785" y="8231"/>
                    <a:pt x="7764" y="8127"/>
                    <a:pt x="7764" y="8043"/>
                  </a:cubicBezTo>
                  <a:cubicBezTo>
                    <a:pt x="7764" y="8001"/>
                    <a:pt x="7785" y="7938"/>
                    <a:pt x="7805" y="7897"/>
                  </a:cubicBezTo>
                  <a:lnTo>
                    <a:pt x="7889" y="7980"/>
                  </a:lnTo>
                  <a:cubicBezTo>
                    <a:pt x="7892" y="7983"/>
                    <a:pt x="7895" y="7985"/>
                    <a:pt x="7899" y="7985"/>
                  </a:cubicBezTo>
                  <a:cubicBezTo>
                    <a:pt x="7921" y="7985"/>
                    <a:pt x="7952" y="7936"/>
                    <a:pt x="7952" y="7918"/>
                  </a:cubicBezTo>
                  <a:lnTo>
                    <a:pt x="7910" y="7875"/>
                  </a:lnTo>
                  <a:lnTo>
                    <a:pt x="7910" y="7875"/>
                  </a:lnTo>
                  <a:cubicBezTo>
                    <a:pt x="7896" y="7876"/>
                    <a:pt x="7883" y="7876"/>
                    <a:pt x="7868" y="7876"/>
                  </a:cubicBezTo>
                  <a:lnTo>
                    <a:pt x="7868" y="7813"/>
                  </a:lnTo>
                  <a:cubicBezTo>
                    <a:pt x="7868" y="7796"/>
                    <a:pt x="7868" y="7793"/>
                    <a:pt x="7858" y="7792"/>
                  </a:cubicBezTo>
                  <a:lnTo>
                    <a:pt x="7858" y="7792"/>
                  </a:lnTo>
                  <a:cubicBezTo>
                    <a:pt x="7921" y="7794"/>
                    <a:pt x="8019" y="7814"/>
                    <a:pt x="8098" y="7834"/>
                  </a:cubicBezTo>
                  <a:cubicBezTo>
                    <a:pt x="8091" y="7837"/>
                    <a:pt x="8085" y="7841"/>
                    <a:pt x="8078" y="7843"/>
                  </a:cubicBezTo>
                  <a:lnTo>
                    <a:pt x="8078" y="7843"/>
                  </a:lnTo>
                  <a:cubicBezTo>
                    <a:pt x="8107" y="7852"/>
                    <a:pt x="8135" y="7863"/>
                    <a:pt x="8161" y="7876"/>
                  </a:cubicBezTo>
                  <a:lnTo>
                    <a:pt x="8182" y="7897"/>
                  </a:lnTo>
                  <a:lnTo>
                    <a:pt x="8203" y="7897"/>
                  </a:lnTo>
                  <a:cubicBezTo>
                    <a:pt x="8266" y="7918"/>
                    <a:pt x="8287" y="7938"/>
                    <a:pt x="8329" y="7980"/>
                  </a:cubicBezTo>
                  <a:cubicBezTo>
                    <a:pt x="8335" y="7983"/>
                    <a:pt x="8340" y="7985"/>
                    <a:pt x="8345" y="7985"/>
                  </a:cubicBezTo>
                  <a:cubicBezTo>
                    <a:pt x="8376" y="7985"/>
                    <a:pt x="8388" y="7938"/>
                    <a:pt x="8370" y="7938"/>
                  </a:cubicBezTo>
                  <a:cubicBezTo>
                    <a:pt x="8308" y="7897"/>
                    <a:pt x="8266" y="7876"/>
                    <a:pt x="8182" y="7834"/>
                  </a:cubicBezTo>
                  <a:cubicBezTo>
                    <a:pt x="8106" y="7777"/>
                    <a:pt x="8030" y="7720"/>
                    <a:pt x="7939" y="7694"/>
                  </a:cubicBezTo>
                  <a:lnTo>
                    <a:pt x="7939" y="7694"/>
                  </a:lnTo>
                  <a:cubicBezTo>
                    <a:pt x="7901" y="7708"/>
                    <a:pt x="7869" y="7719"/>
                    <a:pt x="7847" y="7729"/>
                  </a:cubicBezTo>
                  <a:cubicBezTo>
                    <a:pt x="7805" y="7729"/>
                    <a:pt x="7785" y="7729"/>
                    <a:pt x="7764" y="7771"/>
                  </a:cubicBezTo>
                  <a:lnTo>
                    <a:pt x="7680" y="7687"/>
                  </a:lnTo>
                  <a:lnTo>
                    <a:pt x="7680" y="7666"/>
                  </a:lnTo>
                  <a:cubicBezTo>
                    <a:pt x="7697" y="7632"/>
                    <a:pt x="7672" y="7598"/>
                    <a:pt x="7651" y="7598"/>
                  </a:cubicBezTo>
                  <a:cubicBezTo>
                    <a:pt x="7646" y="7598"/>
                    <a:pt x="7642" y="7600"/>
                    <a:pt x="7638" y="7604"/>
                  </a:cubicBezTo>
                  <a:lnTo>
                    <a:pt x="7596" y="7583"/>
                  </a:lnTo>
                  <a:cubicBezTo>
                    <a:pt x="7659" y="7562"/>
                    <a:pt x="7701" y="7520"/>
                    <a:pt x="7743" y="7520"/>
                  </a:cubicBezTo>
                  <a:lnTo>
                    <a:pt x="7764" y="7562"/>
                  </a:lnTo>
                  <a:cubicBezTo>
                    <a:pt x="7743" y="7562"/>
                    <a:pt x="7701" y="7562"/>
                    <a:pt x="7701" y="7583"/>
                  </a:cubicBezTo>
                  <a:cubicBezTo>
                    <a:pt x="7680" y="7583"/>
                    <a:pt x="7701" y="7625"/>
                    <a:pt x="7743" y="7625"/>
                  </a:cubicBezTo>
                  <a:cubicBezTo>
                    <a:pt x="7786" y="7616"/>
                    <a:pt x="7829" y="7611"/>
                    <a:pt x="7873" y="7611"/>
                  </a:cubicBezTo>
                  <a:cubicBezTo>
                    <a:pt x="7934" y="7611"/>
                    <a:pt x="7995" y="7621"/>
                    <a:pt x="8057" y="7646"/>
                  </a:cubicBezTo>
                  <a:cubicBezTo>
                    <a:pt x="8028" y="7660"/>
                    <a:pt x="7999" y="7672"/>
                    <a:pt x="7972" y="7682"/>
                  </a:cubicBezTo>
                  <a:lnTo>
                    <a:pt x="7972" y="7682"/>
                  </a:lnTo>
                  <a:cubicBezTo>
                    <a:pt x="7975" y="7682"/>
                    <a:pt x="7978" y="7682"/>
                    <a:pt x="7982" y="7682"/>
                  </a:cubicBezTo>
                  <a:cubicBezTo>
                    <a:pt x="8097" y="7682"/>
                    <a:pt x="8196" y="7726"/>
                    <a:pt x="8266" y="7813"/>
                  </a:cubicBezTo>
                  <a:cubicBezTo>
                    <a:pt x="8272" y="7819"/>
                    <a:pt x="8278" y="7822"/>
                    <a:pt x="8284" y="7822"/>
                  </a:cubicBezTo>
                  <a:cubicBezTo>
                    <a:pt x="8297" y="7822"/>
                    <a:pt x="8308" y="7807"/>
                    <a:pt x="8308" y="7792"/>
                  </a:cubicBezTo>
                  <a:cubicBezTo>
                    <a:pt x="8266" y="7708"/>
                    <a:pt x="8203" y="7666"/>
                    <a:pt x="8119" y="7625"/>
                  </a:cubicBezTo>
                  <a:cubicBezTo>
                    <a:pt x="8057" y="7562"/>
                    <a:pt x="7973" y="7520"/>
                    <a:pt x="7868" y="7499"/>
                  </a:cubicBezTo>
                  <a:lnTo>
                    <a:pt x="7868" y="7478"/>
                  </a:lnTo>
                  <a:cubicBezTo>
                    <a:pt x="7952" y="7499"/>
                    <a:pt x="8015" y="7520"/>
                    <a:pt x="8098" y="7583"/>
                  </a:cubicBezTo>
                  <a:cubicBezTo>
                    <a:pt x="8102" y="7587"/>
                    <a:pt x="8108" y="7588"/>
                    <a:pt x="8113" y="7588"/>
                  </a:cubicBezTo>
                  <a:cubicBezTo>
                    <a:pt x="8140" y="7588"/>
                    <a:pt x="8178" y="7554"/>
                    <a:pt x="8161" y="7520"/>
                  </a:cubicBezTo>
                  <a:cubicBezTo>
                    <a:pt x="8119" y="7499"/>
                    <a:pt x="8098" y="7478"/>
                    <a:pt x="8057" y="7457"/>
                  </a:cubicBezTo>
                  <a:cubicBezTo>
                    <a:pt x="8077" y="7457"/>
                    <a:pt x="8077" y="7415"/>
                    <a:pt x="8077" y="7394"/>
                  </a:cubicBezTo>
                  <a:cubicBezTo>
                    <a:pt x="8015" y="7353"/>
                    <a:pt x="7952" y="7290"/>
                    <a:pt x="7868" y="7290"/>
                  </a:cubicBezTo>
                  <a:lnTo>
                    <a:pt x="7847" y="7269"/>
                  </a:lnTo>
                  <a:cubicBezTo>
                    <a:pt x="7785" y="7185"/>
                    <a:pt x="7743" y="7143"/>
                    <a:pt x="7638" y="7143"/>
                  </a:cubicBezTo>
                  <a:cubicBezTo>
                    <a:pt x="7497" y="7020"/>
                    <a:pt x="7327" y="6971"/>
                    <a:pt x="7151" y="6971"/>
                  </a:cubicBezTo>
                  <a:cubicBezTo>
                    <a:pt x="7118" y="6971"/>
                    <a:pt x="7085" y="6973"/>
                    <a:pt x="7052" y="6976"/>
                  </a:cubicBezTo>
                  <a:cubicBezTo>
                    <a:pt x="7031" y="6976"/>
                    <a:pt x="7031" y="6997"/>
                    <a:pt x="7031" y="7039"/>
                  </a:cubicBezTo>
                  <a:cubicBezTo>
                    <a:pt x="6750" y="6757"/>
                    <a:pt x="6468" y="6456"/>
                    <a:pt x="6205" y="6173"/>
                  </a:cubicBezTo>
                  <a:lnTo>
                    <a:pt x="6205" y="6173"/>
                  </a:lnTo>
                  <a:lnTo>
                    <a:pt x="6194" y="6181"/>
                  </a:lnTo>
                  <a:lnTo>
                    <a:pt x="5985" y="5993"/>
                  </a:lnTo>
                  <a:lnTo>
                    <a:pt x="5985" y="5993"/>
                  </a:lnTo>
                  <a:cubicBezTo>
                    <a:pt x="6006" y="5993"/>
                    <a:pt x="6027" y="6014"/>
                    <a:pt x="6069" y="6014"/>
                  </a:cubicBezTo>
                  <a:cubicBezTo>
                    <a:pt x="6090" y="6014"/>
                    <a:pt x="6111" y="5993"/>
                    <a:pt x="6111" y="5951"/>
                  </a:cubicBezTo>
                  <a:lnTo>
                    <a:pt x="6227" y="6067"/>
                  </a:lnTo>
                  <a:lnTo>
                    <a:pt x="6236" y="6055"/>
                  </a:lnTo>
                  <a:cubicBezTo>
                    <a:pt x="6278" y="6097"/>
                    <a:pt x="6299" y="6118"/>
                    <a:pt x="6341" y="6139"/>
                  </a:cubicBezTo>
                  <a:cubicBezTo>
                    <a:pt x="6349" y="6143"/>
                    <a:pt x="6357" y="6145"/>
                    <a:pt x="6364" y="6145"/>
                  </a:cubicBezTo>
                  <a:cubicBezTo>
                    <a:pt x="6396" y="6145"/>
                    <a:pt x="6421" y="6114"/>
                    <a:pt x="6404" y="6097"/>
                  </a:cubicBezTo>
                  <a:cubicBezTo>
                    <a:pt x="5985" y="5616"/>
                    <a:pt x="5504" y="5177"/>
                    <a:pt x="5064" y="4758"/>
                  </a:cubicBezTo>
                  <a:cubicBezTo>
                    <a:pt x="5058" y="4752"/>
                    <a:pt x="5054" y="4749"/>
                    <a:pt x="5051" y="4749"/>
                  </a:cubicBezTo>
                  <a:cubicBezTo>
                    <a:pt x="5044" y="4749"/>
                    <a:pt x="5044" y="4764"/>
                    <a:pt x="5044" y="4779"/>
                  </a:cubicBezTo>
                  <a:cubicBezTo>
                    <a:pt x="5165" y="4941"/>
                    <a:pt x="5287" y="5084"/>
                    <a:pt x="5447" y="5207"/>
                  </a:cubicBezTo>
                  <a:lnTo>
                    <a:pt x="5447" y="5207"/>
                  </a:lnTo>
                  <a:cubicBezTo>
                    <a:pt x="5420" y="5190"/>
                    <a:pt x="5375" y="5173"/>
                    <a:pt x="5357" y="5156"/>
                  </a:cubicBezTo>
                  <a:cubicBezTo>
                    <a:pt x="5295" y="5114"/>
                    <a:pt x="5274" y="5072"/>
                    <a:pt x="5232" y="5051"/>
                  </a:cubicBezTo>
                  <a:lnTo>
                    <a:pt x="5190" y="5051"/>
                  </a:lnTo>
                  <a:cubicBezTo>
                    <a:pt x="5169" y="5051"/>
                    <a:pt x="5148" y="5051"/>
                    <a:pt x="5148" y="5072"/>
                  </a:cubicBezTo>
                  <a:lnTo>
                    <a:pt x="5044" y="4967"/>
                  </a:lnTo>
                  <a:cubicBezTo>
                    <a:pt x="5064" y="4946"/>
                    <a:pt x="5085" y="4905"/>
                    <a:pt x="5085" y="4884"/>
                  </a:cubicBezTo>
                  <a:cubicBezTo>
                    <a:pt x="5115" y="4869"/>
                    <a:pt x="5103" y="4854"/>
                    <a:pt x="5086" y="4854"/>
                  </a:cubicBezTo>
                  <a:cubicBezTo>
                    <a:pt x="5079" y="4854"/>
                    <a:pt x="5071" y="4857"/>
                    <a:pt x="5064" y="4863"/>
                  </a:cubicBezTo>
                  <a:cubicBezTo>
                    <a:pt x="5044" y="4884"/>
                    <a:pt x="5023" y="4905"/>
                    <a:pt x="4981" y="4905"/>
                  </a:cubicBezTo>
                  <a:lnTo>
                    <a:pt x="4018" y="3942"/>
                  </a:lnTo>
                  <a:cubicBezTo>
                    <a:pt x="3098" y="3021"/>
                    <a:pt x="2219" y="2080"/>
                    <a:pt x="1277" y="1180"/>
                  </a:cubicBezTo>
                  <a:lnTo>
                    <a:pt x="1298" y="1138"/>
                  </a:lnTo>
                  <a:cubicBezTo>
                    <a:pt x="1382" y="1076"/>
                    <a:pt x="1403" y="971"/>
                    <a:pt x="1403" y="887"/>
                  </a:cubicBezTo>
                  <a:cubicBezTo>
                    <a:pt x="1424" y="678"/>
                    <a:pt x="1319" y="469"/>
                    <a:pt x="1194" y="343"/>
                  </a:cubicBezTo>
                  <a:cubicBezTo>
                    <a:pt x="1187" y="330"/>
                    <a:pt x="1181" y="325"/>
                    <a:pt x="1175" y="325"/>
                  </a:cubicBezTo>
                  <a:cubicBezTo>
                    <a:pt x="1164" y="325"/>
                    <a:pt x="1158" y="350"/>
                    <a:pt x="1173" y="364"/>
                  </a:cubicBezTo>
                  <a:cubicBezTo>
                    <a:pt x="1215" y="406"/>
                    <a:pt x="1277" y="490"/>
                    <a:pt x="1298" y="573"/>
                  </a:cubicBezTo>
                  <a:cubicBezTo>
                    <a:pt x="1277" y="511"/>
                    <a:pt x="1215" y="490"/>
                    <a:pt x="1194" y="469"/>
                  </a:cubicBezTo>
                  <a:lnTo>
                    <a:pt x="1194" y="448"/>
                  </a:lnTo>
                  <a:lnTo>
                    <a:pt x="1173" y="448"/>
                  </a:lnTo>
                  <a:cubicBezTo>
                    <a:pt x="1155" y="411"/>
                    <a:pt x="1105" y="407"/>
                    <a:pt x="1078" y="392"/>
                  </a:cubicBezTo>
                  <a:lnTo>
                    <a:pt x="1078" y="392"/>
                  </a:lnTo>
                  <a:cubicBezTo>
                    <a:pt x="1104" y="397"/>
                    <a:pt x="1129" y="401"/>
                    <a:pt x="1152" y="406"/>
                  </a:cubicBezTo>
                  <a:cubicBezTo>
                    <a:pt x="1173" y="406"/>
                    <a:pt x="1194" y="385"/>
                    <a:pt x="1152" y="364"/>
                  </a:cubicBezTo>
                  <a:cubicBezTo>
                    <a:pt x="838" y="260"/>
                    <a:pt x="482" y="155"/>
                    <a:pt x="147" y="71"/>
                  </a:cubicBezTo>
                  <a:lnTo>
                    <a:pt x="106" y="8"/>
                  </a:lnTo>
                  <a:cubicBezTo>
                    <a:pt x="94" y="3"/>
                    <a:pt x="83" y="0"/>
                    <a:pt x="73"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Title and three columns">
  <p:cSld name="CUSTOM_6">
    <p:spTree>
      <p:nvGrpSpPr>
        <p:cNvPr id="2678" name="Shape 2678"/>
        <p:cNvGrpSpPr/>
        <p:nvPr/>
      </p:nvGrpSpPr>
      <p:grpSpPr>
        <a:xfrm>
          <a:off x="0" y="0"/>
          <a:ext cx="0" cy="0"/>
          <a:chOff x="0" y="0"/>
          <a:chExt cx="0" cy="0"/>
        </a:xfrm>
      </p:grpSpPr>
      <p:pic>
        <p:nvPicPr>
          <p:cNvPr id="2679" name="Google Shape;2679;p23"/>
          <p:cNvPicPr preferRelativeResize="0"/>
          <p:nvPr/>
        </p:nvPicPr>
        <p:blipFill rotWithShape="1">
          <a:blip r:embed="rId2"/>
          <a:srcRect b="15598"/>
          <a:stretch>
            <a:fillRect/>
          </a:stretch>
        </p:blipFill>
        <p:spPr>
          <a:xfrm flipH="1">
            <a:off x="0" y="0"/>
            <a:ext cx="9144003" cy="5143501"/>
          </a:xfrm>
          <a:prstGeom prst="rect">
            <a:avLst/>
          </a:prstGeom>
          <a:noFill/>
          <a:ln>
            <a:noFill/>
          </a:ln>
        </p:spPr>
      </p:pic>
      <p:sp>
        <p:nvSpPr>
          <p:cNvPr id="2680" name="Google Shape;2680;p23"/>
          <p:cNvSpPr txBox="1"/>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681" name="Google Shape;2681;p23"/>
          <p:cNvSpPr txBox="1"/>
          <p:nvPr>
            <p:ph type="subTitle" idx="1"/>
          </p:nvPr>
        </p:nvSpPr>
        <p:spPr>
          <a:xfrm>
            <a:off x="937613" y="2263274"/>
            <a:ext cx="2175300" cy="10155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p:txBody>
      </p:sp>
      <p:sp>
        <p:nvSpPr>
          <p:cNvPr id="2682" name="Google Shape;2682;p23"/>
          <p:cNvSpPr txBox="1"/>
          <p:nvPr>
            <p:ph type="subTitle" idx="2"/>
          </p:nvPr>
        </p:nvSpPr>
        <p:spPr>
          <a:xfrm>
            <a:off x="3484334" y="2263274"/>
            <a:ext cx="2175300" cy="10155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p:txBody>
      </p:sp>
      <p:sp>
        <p:nvSpPr>
          <p:cNvPr id="2683" name="Google Shape;2683;p23"/>
          <p:cNvSpPr txBox="1"/>
          <p:nvPr>
            <p:ph type="subTitle" idx="3"/>
          </p:nvPr>
        </p:nvSpPr>
        <p:spPr>
          <a:xfrm>
            <a:off x="6031062" y="2263274"/>
            <a:ext cx="2175300" cy="10155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p:txBody>
      </p:sp>
      <p:sp>
        <p:nvSpPr>
          <p:cNvPr id="2684" name="Google Shape;2684;p23"/>
          <p:cNvSpPr txBox="1"/>
          <p:nvPr>
            <p:ph type="subTitle" idx="4"/>
          </p:nvPr>
        </p:nvSpPr>
        <p:spPr>
          <a:xfrm>
            <a:off x="937613" y="1674165"/>
            <a:ext cx="2175300" cy="6600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Font typeface="Bebas Neue" panose="020B0606020202050201"/>
              <a:buNone/>
              <a:defRPr sz="2400">
                <a:solidFill>
                  <a:schemeClr val="dk1"/>
                </a:solidFill>
                <a:latin typeface="Averia Serif Libre" panose="02000603000000000004"/>
                <a:ea typeface="Averia Serif Libre" panose="02000603000000000004"/>
                <a:cs typeface="Averia Serif Libre" panose="02000603000000000004"/>
                <a:sym typeface="Averia Serif Libre" panose="02000603000000000004"/>
              </a:defRPr>
            </a:lvl1pPr>
            <a:lvl2pPr lvl="1"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2pPr>
            <a:lvl3pPr lvl="2"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3pPr>
            <a:lvl4pPr lvl="3"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4pPr>
            <a:lvl5pPr lvl="4"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5pPr>
            <a:lvl6pPr lvl="5"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6pPr>
            <a:lvl7pPr lvl="6"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7pPr>
            <a:lvl8pPr lvl="7"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8pPr>
            <a:lvl9pPr lvl="8"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9pPr>
          </a:lstStyle>
          <a:p/>
        </p:txBody>
      </p:sp>
      <p:sp>
        <p:nvSpPr>
          <p:cNvPr id="2685" name="Google Shape;2685;p23"/>
          <p:cNvSpPr txBox="1"/>
          <p:nvPr>
            <p:ph type="subTitle" idx="5"/>
          </p:nvPr>
        </p:nvSpPr>
        <p:spPr>
          <a:xfrm>
            <a:off x="3484338" y="1674165"/>
            <a:ext cx="2175300" cy="6600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Font typeface="Bebas Neue" panose="020B0606020202050201"/>
              <a:buNone/>
              <a:defRPr sz="2400">
                <a:solidFill>
                  <a:schemeClr val="dk1"/>
                </a:solidFill>
                <a:latin typeface="Averia Serif Libre" panose="02000603000000000004"/>
                <a:ea typeface="Averia Serif Libre" panose="02000603000000000004"/>
                <a:cs typeface="Averia Serif Libre" panose="02000603000000000004"/>
                <a:sym typeface="Averia Serif Libre" panose="02000603000000000004"/>
              </a:defRPr>
            </a:lvl1pPr>
            <a:lvl2pPr lvl="1"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2pPr>
            <a:lvl3pPr lvl="2"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3pPr>
            <a:lvl4pPr lvl="3"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4pPr>
            <a:lvl5pPr lvl="4"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5pPr>
            <a:lvl6pPr lvl="5"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6pPr>
            <a:lvl7pPr lvl="6"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7pPr>
            <a:lvl8pPr lvl="7"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8pPr>
            <a:lvl9pPr lvl="8"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9pPr>
          </a:lstStyle>
          <a:p/>
        </p:txBody>
      </p:sp>
      <p:sp>
        <p:nvSpPr>
          <p:cNvPr id="2686" name="Google Shape;2686;p23"/>
          <p:cNvSpPr txBox="1"/>
          <p:nvPr>
            <p:ph type="subTitle" idx="6"/>
          </p:nvPr>
        </p:nvSpPr>
        <p:spPr>
          <a:xfrm>
            <a:off x="6031063" y="1674165"/>
            <a:ext cx="2175300" cy="6600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Font typeface="Bebas Neue" panose="020B0606020202050201"/>
              <a:buNone/>
              <a:defRPr sz="2400">
                <a:solidFill>
                  <a:schemeClr val="dk1"/>
                </a:solidFill>
                <a:latin typeface="Averia Serif Libre" panose="02000603000000000004"/>
                <a:ea typeface="Averia Serif Libre" panose="02000603000000000004"/>
                <a:cs typeface="Averia Serif Libre" panose="02000603000000000004"/>
                <a:sym typeface="Averia Serif Libre" panose="02000603000000000004"/>
              </a:defRPr>
            </a:lvl1pPr>
            <a:lvl2pPr lvl="1"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2pPr>
            <a:lvl3pPr lvl="2"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3pPr>
            <a:lvl4pPr lvl="3"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4pPr>
            <a:lvl5pPr lvl="4"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5pPr>
            <a:lvl6pPr lvl="5"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6pPr>
            <a:lvl7pPr lvl="6"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7pPr>
            <a:lvl8pPr lvl="7"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8pPr>
            <a:lvl9pPr lvl="8"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9pPr>
          </a:lstStyle>
          <a:p/>
        </p:txBody>
      </p:sp>
      <p:sp>
        <p:nvSpPr>
          <p:cNvPr id="2687" name="Google Shape;2687;p23"/>
          <p:cNvSpPr/>
          <p:nvPr/>
        </p:nvSpPr>
        <p:spPr>
          <a:xfrm>
            <a:off x="6297593" y="4915678"/>
            <a:ext cx="472718" cy="95605"/>
          </a:xfrm>
          <a:custGeom>
            <a:avLst/>
            <a:gdLst/>
            <a:ahLst/>
            <a:cxnLst/>
            <a:rect l="l" t="t" r="r" b="b"/>
            <a:pathLst>
              <a:path w="21296" h="4307" extrusionOk="0">
                <a:moveTo>
                  <a:pt x="13664" y="1"/>
                </a:moveTo>
                <a:cubicBezTo>
                  <a:pt x="13660" y="1"/>
                  <a:pt x="13656" y="9"/>
                  <a:pt x="13656" y="29"/>
                </a:cubicBezTo>
                <a:lnTo>
                  <a:pt x="13623" y="63"/>
                </a:lnTo>
                <a:lnTo>
                  <a:pt x="13523" y="129"/>
                </a:lnTo>
                <a:lnTo>
                  <a:pt x="13356" y="296"/>
                </a:lnTo>
                <a:lnTo>
                  <a:pt x="13089" y="596"/>
                </a:lnTo>
                <a:cubicBezTo>
                  <a:pt x="12956" y="730"/>
                  <a:pt x="12822" y="796"/>
                  <a:pt x="12689" y="897"/>
                </a:cubicBezTo>
                <a:cubicBezTo>
                  <a:pt x="12589" y="1030"/>
                  <a:pt x="12456" y="1097"/>
                  <a:pt x="12322" y="1197"/>
                </a:cubicBezTo>
                <a:lnTo>
                  <a:pt x="11955" y="1430"/>
                </a:lnTo>
                <a:cubicBezTo>
                  <a:pt x="11455" y="1764"/>
                  <a:pt x="10854" y="1931"/>
                  <a:pt x="10321" y="2064"/>
                </a:cubicBezTo>
                <a:cubicBezTo>
                  <a:pt x="9912" y="2153"/>
                  <a:pt x="9465" y="2204"/>
                  <a:pt x="9003" y="2204"/>
                </a:cubicBezTo>
                <a:cubicBezTo>
                  <a:pt x="8257" y="2204"/>
                  <a:pt x="7472" y="2073"/>
                  <a:pt x="6751" y="1764"/>
                </a:cubicBezTo>
                <a:cubicBezTo>
                  <a:pt x="6451" y="1697"/>
                  <a:pt x="6184" y="1530"/>
                  <a:pt x="5918" y="1364"/>
                </a:cubicBezTo>
                <a:lnTo>
                  <a:pt x="5517" y="1097"/>
                </a:lnTo>
                <a:lnTo>
                  <a:pt x="5350" y="930"/>
                </a:lnTo>
                <a:lnTo>
                  <a:pt x="5017" y="630"/>
                </a:lnTo>
                <a:cubicBezTo>
                  <a:pt x="4917" y="563"/>
                  <a:pt x="4817" y="430"/>
                  <a:pt x="4683" y="363"/>
                </a:cubicBezTo>
                <a:lnTo>
                  <a:pt x="4483" y="763"/>
                </a:lnTo>
                <a:cubicBezTo>
                  <a:pt x="4416" y="963"/>
                  <a:pt x="4283" y="1130"/>
                  <a:pt x="4183" y="1364"/>
                </a:cubicBezTo>
                <a:lnTo>
                  <a:pt x="3949" y="1730"/>
                </a:lnTo>
                <a:cubicBezTo>
                  <a:pt x="3849" y="1797"/>
                  <a:pt x="3783" y="1964"/>
                  <a:pt x="3683" y="2064"/>
                </a:cubicBezTo>
                <a:cubicBezTo>
                  <a:pt x="2982" y="2931"/>
                  <a:pt x="2015" y="3398"/>
                  <a:pt x="1348" y="3632"/>
                </a:cubicBezTo>
                <a:cubicBezTo>
                  <a:pt x="1181" y="3732"/>
                  <a:pt x="1014" y="3765"/>
                  <a:pt x="914" y="3799"/>
                </a:cubicBezTo>
                <a:cubicBezTo>
                  <a:pt x="747" y="3865"/>
                  <a:pt x="614" y="3865"/>
                  <a:pt x="514" y="3899"/>
                </a:cubicBezTo>
                <a:cubicBezTo>
                  <a:pt x="347" y="3899"/>
                  <a:pt x="247" y="3932"/>
                  <a:pt x="247" y="3932"/>
                </a:cubicBezTo>
                <a:cubicBezTo>
                  <a:pt x="0" y="3963"/>
                  <a:pt x="10" y="4306"/>
                  <a:pt x="223" y="4306"/>
                </a:cubicBezTo>
                <a:cubicBezTo>
                  <a:pt x="241" y="4306"/>
                  <a:pt x="260" y="4304"/>
                  <a:pt x="280" y="4299"/>
                </a:cubicBezTo>
                <a:cubicBezTo>
                  <a:pt x="280" y="4299"/>
                  <a:pt x="414" y="4299"/>
                  <a:pt x="614" y="4266"/>
                </a:cubicBezTo>
                <a:cubicBezTo>
                  <a:pt x="680" y="4232"/>
                  <a:pt x="814" y="4232"/>
                  <a:pt x="981" y="4199"/>
                </a:cubicBezTo>
                <a:cubicBezTo>
                  <a:pt x="1114" y="4132"/>
                  <a:pt x="1281" y="4099"/>
                  <a:pt x="1481" y="4065"/>
                </a:cubicBezTo>
                <a:cubicBezTo>
                  <a:pt x="2182" y="3799"/>
                  <a:pt x="3282" y="3365"/>
                  <a:pt x="4116" y="2398"/>
                </a:cubicBezTo>
                <a:cubicBezTo>
                  <a:pt x="4250" y="2264"/>
                  <a:pt x="4316" y="2131"/>
                  <a:pt x="4416" y="2031"/>
                </a:cubicBezTo>
                <a:cubicBezTo>
                  <a:pt x="4483" y="1897"/>
                  <a:pt x="4617" y="1730"/>
                  <a:pt x="4683" y="1597"/>
                </a:cubicBezTo>
                <a:lnTo>
                  <a:pt x="4817" y="1397"/>
                </a:lnTo>
                <a:lnTo>
                  <a:pt x="4850" y="1364"/>
                </a:lnTo>
                <a:lnTo>
                  <a:pt x="4917" y="1297"/>
                </a:lnTo>
                <a:lnTo>
                  <a:pt x="4950" y="1364"/>
                </a:lnTo>
                <a:lnTo>
                  <a:pt x="4984" y="1397"/>
                </a:lnTo>
                <a:cubicBezTo>
                  <a:pt x="5084" y="1430"/>
                  <a:pt x="5117" y="1530"/>
                  <a:pt x="5184" y="1564"/>
                </a:cubicBezTo>
                <a:lnTo>
                  <a:pt x="5617" y="1864"/>
                </a:lnTo>
                <a:cubicBezTo>
                  <a:pt x="5918" y="2031"/>
                  <a:pt x="6184" y="2231"/>
                  <a:pt x="6518" y="2364"/>
                </a:cubicBezTo>
                <a:cubicBezTo>
                  <a:pt x="7371" y="2748"/>
                  <a:pt x="8278" y="2914"/>
                  <a:pt x="9135" y="2914"/>
                </a:cubicBezTo>
                <a:cubicBezTo>
                  <a:pt x="9619" y="2914"/>
                  <a:pt x="10087" y="2861"/>
                  <a:pt x="10521" y="2765"/>
                </a:cubicBezTo>
                <a:cubicBezTo>
                  <a:pt x="11121" y="2598"/>
                  <a:pt x="11788" y="2398"/>
                  <a:pt x="12355" y="2064"/>
                </a:cubicBezTo>
                <a:cubicBezTo>
                  <a:pt x="12522" y="1964"/>
                  <a:pt x="12656" y="1864"/>
                  <a:pt x="12822" y="1764"/>
                </a:cubicBezTo>
                <a:cubicBezTo>
                  <a:pt x="12956" y="1630"/>
                  <a:pt x="13123" y="1564"/>
                  <a:pt x="13256" y="1430"/>
                </a:cubicBezTo>
                <a:cubicBezTo>
                  <a:pt x="13423" y="1364"/>
                  <a:pt x="13523" y="1230"/>
                  <a:pt x="13656" y="1097"/>
                </a:cubicBezTo>
                <a:lnTo>
                  <a:pt x="13690" y="1063"/>
                </a:lnTo>
                <a:lnTo>
                  <a:pt x="13790" y="1197"/>
                </a:lnTo>
                <a:lnTo>
                  <a:pt x="14123" y="1564"/>
                </a:lnTo>
                <a:lnTo>
                  <a:pt x="14490" y="1931"/>
                </a:lnTo>
                <a:cubicBezTo>
                  <a:pt x="14624" y="2064"/>
                  <a:pt x="14791" y="2131"/>
                  <a:pt x="14924" y="2264"/>
                </a:cubicBezTo>
                <a:cubicBezTo>
                  <a:pt x="15491" y="2631"/>
                  <a:pt x="16125" y="2898"/>
                  <a:pt x="16759" y="3065"/>
                </a:cubicBezTo>
                <a:cubicBezTo>
                  <a:pt x="17387" y="3222"/>
                  <a:pt x="17997" y="3269"/>
                  <a:pt x="18541" y="3269"/>
                </a:cubicBezTo>
                <a:cubicBezTo>
                  <a:pt x="19037" y="3269"/>
                  <a:pt x="19478" y="3230"/>
                  <a:pt x="19827" y="3198"/>
                </a:cubicBezTo>
                <a:cubicBezTo>
                  <a:pt x="20595" y="3098"/>
                  <a:pt x="21028" y="3031"/>
                  <a:pt x="21028" y="3031"/>
                </a:cubicBezTo>
                <a:cubicBezTo>
                  <a:pt x="21295" y="2965"/>
                  <a:pt x="21195" y="2698"/>
                  <a:pt x="20995" y="2598"/>
                </a:cubicBezTo>
                <a:cubicBezTo>
                  <a:pt x="20995" y="2598"/>
                  <a:pt x="20528" y="2698"/>
                  <a:pt x="19794" y="2731"/>
                </a:cubicBezTo>
                <a:cubicBezTo>
                  <a:pt x="19602" y="2740"/>
                  <a:pt x="19394" y="2746"/>
                  <a:pt x="19171" y="2746"/>
                </a:cubicBezTo>
                <a:cubicBezTo>
                  <a:pt x="18504" y="2746"/>
                  <a:pt x="17709" y="2689"/>
                  <a:pt x="16859" y="2464"/>
                </a:cubicBezTo>
                <a:cubicBezTo>
                  <a:pt x="16292" y="2364"/>
                  <a:pt x="15758" y="2097"/>
                  <a:pt x="15258" y="1730"/>
                </a:cubicBezTo>
                <a:cubicBezTo>
                  <a:pt x="15124" y="1630"/>
                  <a:pt x="14991" y="1530"/>
                  <a:pt x="14857" y="1430"/>
                </a:cubicBezTo>
                <a:lnTo>
                  <a:pt x="14524" y="1097"/>
                </a:lnTo>
                <a:cubicBezTo>
                  <a:pt x="14424" y="963"/>
                  <a:pt x="14324" y="897"/>
                  <a:pt x="14190" y="730"/>
                </a:cubicBezTo>
                <a:lnTo>
                  <a:pt x="13690" y="63"/>
                </a:lnTo>
                <a:cubicBezTo>
                  <a:pt x="13690" y="40"/>
                  <a:pt x="13674" y="1"/>
                  <a:pt x="136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88" name="Google Shape;2688;p23"/>
          <p:cNvSpPr/>
          <p:nvPr/>
        </p:nvSpPr>
        <p:spPr>
          <a:xfrm>
            <a:off x="9137475" y="5116721"/>
            <a:ext cx="407280" cy="182419"/>
          </a:xfrm>
          <a:custGeom>
            <a:avLst/>
            <a:gdLst/>
            <a:ahLst/>
            <a:cxnLst/>
            <a:rect l="l" t="t" r="r" b="b"/>
            <a:pathLst>
              <a:path w="18348" h="8218" extrusionOk="0">
                <a:moveTo>
                  <a:pt x="12508" y="0"/>
                </a:moveTo>
                <a:cubicBezTo>
                  <a:pt x="12453" y="0"/>
                  <a:pt x="12398" y="4"/>
                  <a:pt x="12343" y="12"/>
                </a:cubicBezTo>
                <a:cubicBezTo>
                  <a:pt x="12210" y="12"/>
                  <a:pt x="12143" y="45"/>
                  <a:pt x="12010" y="45"/>
                </a:cubicBezTo>
                <a:cubicBezTo>
                  <a:pt x="11943" y="45"/>
                  <a:pt x="11809" y="145"/>
                  <a:pt x="11676" y="179"/>
                </a:cubicBezTo>
                <a:cubicBezTo>
                  <a:pt x="11543" y="246"/>
                  <a:pt x="11476" y="312"/>
                  <a:pt x="11376" y="379"/>
                </a:cubicBezTo>
                <a:lnTo>
                  <a:pt x="11176" y="579"/>
                </a:lnTo>
                <a:cubicBezTo>
                  <a:pt x="10642" y="1180"/>
                  <a:pt x="10308" y="1813"/>
                  <a:pt x="9975" y="2347"/>
                </a:cubicBezTo>
                <a:cubicBezTo>
                  <a:pt x="9641" y="2881"/>
                  <a:pt x="9308" y="3515"/>
                  <a:pt x="8941" y="4082"/>
                </a:cubicBezTo>
                <a:cubicBezTo>
                  <a:pt x="8774" y="4382"/>
                  <a:pt x="8540" y="4682"/>
                  <a:pt x="8340" y="4882"/>
                </a:cubicBezTo>
                <a:lnTo>
                  <a:pt x="8274" y="4949"/>
                </a:lnTo>
                <a:lnTo>
                  <a:pt x="8174" y="5016"/>
                </a:lnTo>
                <a:cubicBezTo>
                  <a:pt x="8174" y="5049"/>
                  <a:pt x="8107" y="5082"/>
                  <a:pt x="8007" y="5082"/>
                </a:cubicBezTo>
                <a:cubicBezTo>
                  <a:pt x="7840" y="5149"/>
                  <a:pt x="7707" y="5149"/>
                  <a:pt x="7540" y="5149"/>
                </a:cubicBezTo>
                <a:cubicBezTo>
                  <a:pt x="6939" y="5149"/>
                  <a:pt x="6339" y="4682"/>
                  <a:pt x="5605" y="4382"/>
                </a:cubicBezTo>
                <a:cubicBezTo>
                  <a:pt x="5505" y="4348"/>
                  <a:pt x="5405" y="4315"/>
                  <a:pt x="5305" y="4315"/>
                </a:cubicBezTo>
                <a:cubicBezTo>
                  <a:pt x="5271" y="4315"/>
                  <a:pt x="5238" y="4248"/>
                  <a:pt x="5138" y="4248"/>
                </a:cubicBezTo>
                <a:lnTo>
                  <a:pt x="4971" y="4248"/>
                </a:lnTo>
                <a:cubicBezTo>
                  <a:pt x="4771" y="4248"/>
                  <a:pt x="4604" y="4248"/>
                  <a:pt x="4404" y="4315"/>
                </a:cubicBezTo>
                <a:cubicBezTo>
                  <a:pt x="4004" y="4348"/>
                  <a:pt x="3637" y="4449"/>
                  <a:pt x="3337" y="4682"/>
                </a:cubicBezTo>
                <a:cubicBezTo>
                  <a:pt x="2736" y="5049"/>
                  <a:pt x="2336" y="5616"/>
                  <a:pt x="2069" y="6116"/>
                </a:cubicBezTo>
                <a:cubicBezTo>
                  <a:pt x="1769" y="6583"/>
                  <a:pt x="1569" y="7050"/>
                  <a:pt x="1302" y="7351"/>
                </a:cubicBezTo>
                <a:cubicBezTo>
                  <a:pt x="1269" y="7417"/>
                  <a:pt x="1168" y="7517"/>
                  <a:pt x="1135" y="7551"/>
                </a:cubicBezTo>
                <a:cubicBezTo>
                  <a:pt x="1102" y="7584"/>
                  <a:pt x="1068" y="7617"/>
                  <a:pt x="968" y="7684"/>
                </a:cubicBezTo>
                <a:cubicBezTo>
                  <a:pt x="935" y="7684"/>
                  <a:pt x="835" y="7718"/>
                  <a:pt x="802" y="7751"/>
                </a:cubicBezTo>
                <a:cubicBezTo>
                  <a:pt x="735" y="7751"/>
                  <a:pt x="668" y="7784"/>
                  <a:pt x="635" y="7784"/>
                </a:cubicBezTo>
                <a:cubicBezTo>
                  <a:pt x="601" y="7784"/>
                  <a:pt x="568" y="7851"/>
                  <a:pt x="501" y="7851"/>
                </a:cubicBezTo>
                <a:lnTo>
                  <a:pt x="335" y="7851"/>
                </a:lnTo>
                <a:cubicBezTo>
                  <a:pt x="101" y="7851"/>
                  <a:pt x="1" y="8218"/>
                  <a:pt x="335" y="8218"/>
                </a:cubicBezTo>
                <a:lnTo>
                  <a:pt x="568" y="8218"/>
                </a:lnTo>
                <a:cubicBezTo>
                  <a:pt x="601" y="8218"/>
                  <a:pt x="635" y="8185"/>
                  <a:pt x="735" y="8185"/>
                </a:cubicBezTo>
                <a:cubicBezTo>
                  <a:pt x="968" y="8118"/>
                  <a:pt x="1335" y="7918"/>
                  <a:pt x="1635" y="7584"/>
                </a:cubicBezTo>
                <a:cubicBezTo>
                  <a:pt x="1936" y="7251"/>
                  <a:pt x="2169" y="6817"/>
                  <a:pt x="2469" y="6350"/>
                </a:cubicBezTo>
                <a:cubicBezTo>
                  <a:pt x="2770" y="5883"/>
                  <a:pt x="3137" y="5383"/>
                  <a:pt x="3637" y="5082"/>
                </a:cubicBezTo>
                <a:cubicBezTo>
                  <a:pt x="3904" y="4916"/>
                  <a:pt x="4237" y="4849"/>
                  <a:pt x="4504" y="4782"/>
                </a:cubicBezTo>
                <a:lnTo>
                  <a:pt x="5138" y="4782"/>
                </a:lnTo>
                <a:cubicBezTo>
                  <a:pt x="5138" y="4782"/>
                  <a:pt x="5171" y="4849"/>
                  <a:pt x="5238" y="4849"/>
                </a:cubicBezTo>
                <a:cubicBezTo>
                  <a:pt x="5271" y="4882"/>
                  <a:pt x="5338" y="4882"/>
                  <a:pt x="5438" y="4916"/>
                </a:cubicBezTo>
                <a:cubicBezTo>
                  <a:pt x="5738" y="5049"/>
                  <a:pt x="6072" y="5249"/>
                  <a:pt x="6406" y="5416"/>
                </a:cubicBezTo>
                <a:cubicBezTo>
                  <a:pt x="6739" y="5583"/>
                  <a:pt x="7106" y="5749"/>
                  <a:pt x="7573" y="5783"/>
                </a:cubicBezTo>
                <a:cubicBezTo>
                  <a:pt x="7645" y="5804"/>
                  <a:pt x="7715" y="5811"/>
                  <a:pt x="7783" y="5811"/>
                </a:cubicBezTo>
                <a:cubicBezTo>
                  <a:pt x="7934" y="5811"/>
                  <a:pt x="8079" y="5773"/>
                  <a:pt x="8240" y="5749"/>
                </a:cubicBezTo>
                <a:cubicBezTo>
                  <a:pt x="8340" y="5716"/>
                  <a:pt x="8440" y="5716"/>
                  <a:pt x="8574" y="5616"/>
                </a:cubicBezTo>
                <a:cubicBezTo>
                  <a:pt x="8607" y="5583"/>
                  <a:pt x="8674" y="5549"/>
                  <a:pt x="8741" y="5516"/>
                </a:cubicBezTo>
                <a:lnTo>
                  <a:pt x="8841" y="5383"/>
                </a:lnTo>
                <a:cubicBezTo>
                  <a:pt x="9141" y="5082"/>
                  <a:pt x="9341" y="4749"/>
                  <a:pt x="9575" y="4449"/>
                </a:cubicBezTo>
                <a:cubicBezTo>
                  <a:pt x="9975" y="3848"/>
                  <a:pt x="10308" y="3214"/>
                  <a:pt x="10642" y="2681"/>
                </a:cubicBezTo>
                <a:cubicBezTo>
                  <a:pt x="10976" y="2114"/>
                  <a:pt x="11342" y="1513"/>
                  <a:pt x="11776" y="1046"/>
                </a:cubicBezTo>
                <a:cubicBezTo>
                  <a:pt x="11809" y="946"/>
                  <a:pt x="11910" y="913"/>
                  <a:pt x="11943" y="879"/>
                </a:cubicBezTo>
                <a:cubicBezTo>
                  <a:pt x="11976" y="846"/>
                  <a:pt x="12076" y="746"/>
                  <a:pt x="12110" y="746"/>
                </a:cubicBezTo>
                <a:cubicBezTo>
                  <a:pt x="12143" y="713"/>
                  <a:pt x="12343" y="679"/>
                  <a:pt x="12477" y="679"/>
                </a:cubicBezTo>
                <a:cubicBezTo>
                  <a:pt x="12539" y="665"/>
                  <a:pt x="12599" y="659"/>
                  <a:pt x="12657" y="659"/>
                </a:cubicBezTo>
                <a:cubicBezTo>
                  <a:pt x="12876" y="659"/>
                  <a:pt x="13066" y="754"/>
                  <a:pt x="13277" y="913"/>
                </a:cubicBezTo>
                <a:cubicBezTo>
                  <a:pt x="13778" y="1346"/>
                  <a:pt x="14111" y="2013"/>
                  <a:pt x="14411" y="2647"/>
                </a:cubicBezTo>
                <a:cubicBezTo>
                  <a:pt x="14678" y="3248"/>
                  <a:pt x="14945" y="3915"/>
                  <a:pt x="15179" y="4549"/>
                </a:cubicBezTo>
                <a:cubicBezTo>
                  <a:pt x="15679" y="5749"/>
                  <a:pt x="16179" y="6884"/>
                  <a:pt x="16813" y="7517"/>
                </a:cubicBezTo>
                <a:cubicBezTo>
                  <a:pt x="17113" y="7851"/>
                  <a:pt x="17447" y="8018"/>
                  <a:pt x="17680" y="8084"/>
                </a:cubicBezTo>
                <a:cubicBezTo>
                  <a:pt x="17814" y="8118"/>
                  <a:pt x="17914" y="8185"/>
                  <a:pt x="17981" y="8185"/>
                </a:cubicBezTo>
                <a:lnTo>
                  <a:pt x="18081" y="8185"/>
                </a:lnTo>
                <a:cubicBezTo>
                  <a:pt x="18347" y="8185"/>
                  <a:pt x="18314" y="7884"/>
                  <a:pt x="18047" y="7851"/>
                </a:cubicBezTo>
                <a:lnTo>
                  <a:pt x="17981" y="7851"/>
                </a:lnTo>
                <a:cubicBezTo>
                  <a:pt x="17947" y="7784"/>
                  <a:pt x="17847" y="7784"/>
                  <a:pt x="17780" y="7751"/>
                </a:cubicBezTo>
                <a:cubicBezTo>
                  <a:pt x="17547" y="7684"/>
                  <a:pt x="17313" y="7517"/>
                  <a:pt x="17047" y="7217"/>
                </a:cubicBezTo>
                <a:cubicBezTo>
                  <a:pt x="16546" y="6617"/>
                  <a:pt x="16113" y="5583"/>
                  <a:pt x="15646" y="4348"/>
                </a:cubicBezTo>
                <a:cubicBezTo>
                  <a:pt x="15445" y="3715"/>
                  <a:pt x="15179" y="3048"/>
                  <a:pt x="14878" y="2380"/>
                </a:cubicBezTo>
                <a:cubicBezTo>
                  <a:pt x="14545" y="1713"/>
                  <a:pt x="14278" y="1013"/>
                  <a:pt x="13611" y="412"/>
                </a:cubicBezTo>
                <a:cubicBezTo>
                  <a:pt x="13317" y="206"/>
                  <a:pt x="12919" y="0"/>
                  <a:pt x="125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89" name="Google Shape;2689;p23"/>
          <p:cNvSpPr/>
          <p:nvPr/>
        </p:nvSpPr>
        <p:spPr>
          <a:xfrm>
            <a:off x="8528109" y="4914835"/>
            <a:ext cx="22974" cy="11121"/>
          </a:xfrm>
          <a:custGeom>
            <a:avLst/>
            <a:gdLst/>
            <a:ahLst/>
            <a:cxnLst/>
            <a:rect l="l" t="t" r="r" b="b"/>
            <a:pathLst>
              <a:path w="1035" h="501" extrusionOk="0">
                <a:moveTo>
                  <a:pt x="500" y="1"/>
                </a:moveTo>
                <a:cubicBezTo>
                  <a:pt x="267" y="67"/>
                  <a:pt x="0" y="167"/>
                  <a:pt x="0" y="167"/>
                </a:cubicBezTo>
                <a:lnTo>
                  <a:pt x="0" y="434"/>
                </a:lnTo>
                <a:cubicBezTo>
                  <a:pt x="0" y="434"/>
                  <a:pt x="334" y="501"/>
                  <a:pt x="534" y="501"/>
                </a:cubicBezTo>
                <a:cubicBezTo>
                  <a:pt x="734" y="468"/>
                  <a:pt x="1034" y="334"/>
                  <a:pt x="1034" y="334"/>
                </a:cubicBezTo>
                <a:lnTo>
                  <a:pt x="1034" y="101"/>
                </a:lnTo>
                <a:cubicBezTo>
                  <a:pt x="1034" y="101"/>
                  <a:pt x="701" y="1"/>
                  <a:pt x="5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90" name="Google Shape;2690;p23"/>
          <p:cNvSpPr/>
          <p:nvPr/>
        </p:nvSpPr>
        <p:spPr>
          <a:xfrm>
            <a:off x="8506622" y="4894102"/>
            <a:ext cx="22974" cy="15116"/>
          </a:xfrm>
          <a:custGeom>
            <a:avLst/>
            <a:gdLst/>
            <a:ahLst/>
            <a:cxnLst/>
            <a:rect l="l" t="t" r="r" b="b"/>
            <a:pathLst>
              <a:path w="1035" h="681" extrusionOk="0">
                <a:moveTo>
                  <a:pt x="868" y="1"/>
                </a:moveTo>
                <a:cubicBezTo>
                  <a:pt x="868" y="1"/>
                  <a:pt x="534" y="67"/>
                  <a:pt x="401" y="167"/>
                </a:cubicBezTo>
                <a:cubicBezTo>
                  <a:pt x="334" y="167"/>
                  <a:pt x="234" y="234"/>
                  <a:pt x="167" y="267"/>
                </a:cubicBezTo>
                <a:lnTo>
                  <a:pt x="1" y="367"/>
                </a:lnTo>
                <a:lnTo>
                  <a:pt x="1" y="601"/>
                </a:lnTo>
                <a:cubicBezTo>
                  <a:pt x="1" y="601"/>
                  <a:pt x="67" y="668"/>
                  <a:pt x="201" y="668"/>
                </a:cubicBezTo>
                <a:cubicBezTo>
                  <a:pt x="237" y="677"/>
                  <a:pt x="275" y="681"/>
                  <a:pt x="314" y="681"/>
                </a:cubicBezTo>
                <a:cubicBezTo>
                  <a:pt x="421" y="681"/>
                  <a:pt x="537" y="650"/>
                  <a:pt x="634" y="601"/>
                </a:cubicBezTo>
                <a:cubicBezTo>
                  <a:pt x="868" y="501"/>
                  <a:pt x="1035" y="201"/>
                  <a:pt x="1035" y="201"/>
                </a:cubicBezTo>
                <a:cubicBezTo>
                  <a:pt x="1035" y="201"/>
                  <a:pt x="901" y="34"/>
                  <a:pt x="8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91" name="Google Shape;2691;p23"/>
          <p:cNvSpPr/>
          <p:nvPr/>
        </p:nvSpPr>
        <p:spPr>
          <a:xfrm>
            <a:off x="7692883" y="4875589"/>
            <a:ext cx="14828" cy="14828"/>
          </a:xfrm>
          <a:custGeom>
            <a:avLst/>
            <a:gdLst/>
            <a:ahLst/>
            <a:cxnLst/>
            <a:rect l="l" t="t" r="r" b="b"/>
            <a:pathLst>
              <a:path w="668" h="668" extrusionOk="0">
                <a:moveTo>
                  <a:pt x="534" y="1"/>
                </a:moveTo>
                <a:cubicBezTo>
                  <a:pt x="534" y="1"/>
                  <a:pt x="300" y="67"/>
                  <a:pt x="167" y="167"/>
                </a:cubicBezTo>
                <a:cubicBezTo>
                  <a:pt x="34" y="267"/>
                  <a:pt x="0" y="534"/>
                  <a:pt x="0" y="534"/>
                </a:cubicBezTo>
                <a:cubicBezTo>
                  <a:pt x="0" y="534"/>
                  <a:pt x="167" y="668"/>
                  <a:pt x="200" y="668"/>
                </a:cubicBezTo>
                <a:cubicBezTo>
                  <a:pt x="200" y="668"/>
                  <a:pt x="434" y="568"/>
                  <a:pt x="501" y="501"/>
                </a:cubicBezTo>
                <a:cubicBezTo>
                  <a:pt x="601" y="401"/>
                  <a:pt x="667" y="201"/>
                  <a:pt x="667" y="201"/>
                </a:cubicBezTo>
                <a:lnTo>
                  <a:pt x="53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92" name="Google Shape;2692;p23"/>
          <p:cNvSpPr/>
          <p:nvPr/>
        </p:nvSpPr>
        <p:spPr>
          <a:xfrm>
            <a:off x="7706935" y="4888175"/>
            <a:ext cx="11876" cy="15583"/>
          </a:xfrm>
          <a:custGeom>
            <a:avLst/>
            <a:gdLst/>
            <a:ahLst/>
            <a:cxnLst/>
            <a:rect l="l" t="t" r="r" b="b"/>
            <a:pathLst>
              <a:path w="535" h="702" extrusionOk="0">
                <a:moveTo>
                  <a:pt x="301" y="1"/>
                </a:moveTo>
                <a:cubicBezTo>
                  <a:pt x="301" y="1"/>
                  <a:pt x="68" y="134"/>
                  <a:pt x="34" y="268"/>
                </a:cubicBezTo>
                <a:cubicBezTo>
                  <a:pt x="1" y="368"/>
                  <a:pt x="1" y="634"/>
                  <a:pt x="1" y="634"/>
                </a:cubicBezTo>
                <a:cubicBezTo>
                  <a:pt x="1" y="634"/>
                  <a:pt x="201" y="668"/>
                  <a:pt x="234" y="701"/>
                </a:cubicBezTo>
                <a:cubicBezTo>
                  <a:pt x="234" y="701"/>
                  <a:pt x="468" y="601"/>
                  <a:pt x="501" y="468"/>
                </a:cubicBezTo>
                <a:cubicBezTo>
                  <a:pt x="535" y="334"/>
                  <a:pt x="535" y="101"/>
                  <a:pt x="535" y="101"/>
                </a:cubicBezTo>
                <a:lnTo>
                  <a:pt x="3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93" name="Google Shape;2693;p23"/>
          <p:cNvSpPr/>
          <p:nvPr/>
        </p:nvSpPr>
        <p:spPr>
          <a:xfrm>
            <a:off x="7838011" y="4873370"/>
            <a:ext cx="14073" cy="18535"/>
          </a:xfrm>
          <a:custGeom>
            <a:avLst/>
            <a:gdLst/>
            <a:ahLst/>
            <a:cxnLst/>
            <a:rect l="l" t="t" r="r" b="b"/>
            <a:pathLst>
              <a:path w="634" h="835" extrusionOk="0">
                <a:moveTo>
                  <a:pt x="501" y="1"/>
                </a:moveTo>
                <a:lnTo>
                  <a:pt x="334" y="101"/>
                </a:lnTo>
                <a:cubicBezTo>
                  <a:pt x="267" y="134"/>
                  <a:pt x="167" y="201"/>
                  <a:pt x="134" y="301"/>
                </a:cubicBezTo>
                <a:cubicBezTo>
                  <a:pt x="67" y="468"/>
                  <a:pt x="0" y="668"/>
                  <a:pt x="0" y="668"/>
                </a:cubicBezTo>
                <a:cubicBezTo>
                  <a:pt x="0" y="701"/>
                  <a:pt x="167" y="834"/>
                  <a:pt x="167" y="834"/>
                </a:cubicBezTo>
                <a:cubicBezTo>
                  <a:pt x="167" y="834"/>
                  <a:pt x="234" y="801"/>
                  <a:pt x="300" y="768"/>
                </a:cubicBezTo>
                <a:cubicBezTo>
                  <a:pt x="400" y="668"/>
                  <a:pt x="467" y="634"/>
                  <a:pt x="501" y="534"/>
                </a:cubicBezTo>
                <a:cubicBezTo>
                  <a:pt x="601" y="434"/>
                  <a:pt x="634" y="201"/>
                  <a:pt x="634" y="201"/>
                </a:cubicBezTo>
                <a:lnTo>
                  <a:pt x="5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94" name="Google Shape;2694;p23"/>
          <p:cNvSpPr/>
          <p:nvPr/>
        </p:nvSpPr>
        <p:spPr>
          <a:xfrm>
            <a:off x="7855036" y="4892615"/>
            <a:ext cx="15560" cy="24462"/>
          </a:xfrm>
          <a:custGeom>
            <a:avLst/>
            <a:gdLst/>
            <a:ahLst/>
            <a:cxnLst/>
            <a:rect l="l" t="t" r="r" b="b"/>
            <a:pathLst>
              <a:path w="701" h="1102" extrusionOk="0">
                <a:moveTo>
                  <a:pt x="401" y="1"/>
                </a:moveTo>
                <a:cubicBezTo>
                  <a:pt x="401" y="1"/>
                  <a:pt x="301" y="268"/>
                  <a:pt x="167" y="434"/>
                </a:cubicBezTo>
                <a:cubicBezTo>
                  <a:pt x="134" y="501"/>
                  <a:pt x="67" y="635"/>
                  <a:pt x="34" y="768"/>
                </a:cubicBezTo>
                <a:cubicBezTo>
                  <a:pt x="0" y="901"/>
                  <a:pt x="0" y="968"/>
                  <a:pt x="0" y="968"/>
                </a:cubicBezTo>
                <a:cubicBezTo>
                  <a:pt x="0" y="968"/>
                  <a:pt x="201" y="1068"/>
                  <a:pt x="301" y="1102"/>
                </a:cubicBezTo>
                <a:lnTo>
                  <a:pt x="401" y="968"/>
                </a:lnTo>
                <a:cubicBezTo>
                  <a:pt x="467" y="901"/>
                  <a:pt x="567" y="768"/>
                  <a:pt x="634" y="668"/>
                </a:cubicBezTo>
                <a:cubicBezTo>
                  <a:pt x="668" y="568"/>
                  <a:pt x="701" y="401"/>
                  <a:pt x="701" y="268"/>
                </a:cubicBezTo>
                <a:cubicBezTo>
                  <a:pt x="701" y="134"/>
                  <a:pt x="668" y="1"/>
                  <a:pt x="6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95" name="Google Shape;2695;p23"/>
          <p:cNvSpPr/>
          <p:nvPr/>
        </p:nvSpPr>
        <p:spPr>
          <a:xfrm>
            <a:off x="7871329" y="4921494"/>
            <a:ext cx="12608" cy="18535"/>
          </a:xfrm>
          <a:custGeom>
            <a:avLst/>
            <a:gdLst/>
            <a:ahLst/>
            <a:cxnLst/>
            <a:rect l="l" t="t" r="r" b="b"/>
            <a:pathLst>
              <a:path w="568" h="835" extrusionOk="0">
                <a:moveTo>
                  <a:pt x="267" y="1"/>
                </a:moveTo>
                <a:cubicBezTo>
                  <a:pt x="267" y="1"/>
                  <a:pt x="234" y="34"/>
                  <a:pt x="167" y="134"/>
                </a:cubicBezTo>
                <a:cubicBezTo>
                  <a:pt x="134" y="168"/>
                  <a:pt x="67" y="268"/>
                  <a:pt x="67" y="334"/>
                </a:cubicBezTo>
                <a:cubicBezTo>
                  <a:pt x="0" y="501"/>
                  <a:pt x="67" y="801"/>
                  <a:pt x="67" y="801"/>
                </a:cubicBezTo>
                <a:cubicBezTo>
                  <a:pt x="100" y="801"/>
                  <a:pt x="300" y="835"/>
                  <a:pt x="300" y="835"/>
                </a:cubicBezTo>
                <a:cubicBezTo>
                  <a:pt x="300" y="835"/>
                  <a:pt x="501" y="635"/>
                  <a:pt x="567" y="468"/>
                </a:cubicBezTo>
                <a:lnTo>
                  <a:pt x="567" y="168"/>
                </a:lnTo>
                <a:cubicBezTo>
                  <a:pt x="567" y="101"/>
                  <a:pt x="501" y="1"/>
                  <a:pt x="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96" name="Google Shape;2696;p23"/>
          <p:cNvSpPr/>
          <p:nvPr/>
        </p:nvSpPr>
        <p:spPr>
          <a:xfrm>
            <a:off x="7886867" y="4951860"/>
            <a:ext cx="11876" cy="17780"/>
          </a:xfrm>
          <a:custGeom>
            <a:avLst/>
            <a:gdLst/>
            <a:ahLst/>
            <a:cxnLst/>
            <a:rect l="l" t="t" r="r" b="b"/>
            <a:pathLst>
              <a:path w="535" h="801" extrusionOk="0">
                <a:moveTo>
                  <a:pt x="168" y="0"/>
                </a:moveTo>
                <a:cubicBezTo>
                  <a:pt x="168" y="0"/>
                  <a:pt x="134" y="67"/>
                  <a:pt x="101" y="134"/>
                </a:cubicBezTo>
                <a:cubicBezTo>
                  <a:pt x="67" y="234"/>
                  <a:pt x="1" y="267"/>
                  <a:pt x="1" y="334"/>
                </a:cubicBezTo>
                <a:cubicBezTo>
                  <a:pt x="1" y="467"/>
                  <a:pt x="67" y="734"/>
                  <a:pt x="67" y="734"/>
                </a:cubicBezTo>
                <a:cubicBezTo>
                  <a:pt x="67" y="768"/>
                  <a:pt x="268" y="801"/>
                  <a:pt x="301" y="801"/>
                </a:cubicBezTo>
                <a:cubicBezTo>
                  <a:pt x="301" y="801"/>
                  <a:pt x="468" y="634"/>
                  <a:pt x="534" y="467"/>
                </a:cubicBezTo>
                <a:cubicBezTo>
                  <a:pt x="534" y="401"/>
                  <a:pt x="468" y="267"/>
                  <a:pt x="468" y="167"/>
                </a:cubicBezTo>
                <a:cubicBezTo>
                  <a:pt x="468" y="67"/>
                  <a:pt x="434" y="0"/>
                  <a:pt x="4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97" name="Google Shape;2697;p23"/>
          <p:cNvSpPr/>
          <p:nvPr/>
        </p:nvSpPr>
        <p:spPr>
          <a:xfrm>
            <a:off x="7906867" y="4985178"/>
            <a:ext cx="11876" cy="16315"/>
          </a:xfrm>
          <a:custGeom>
            <a:avLst/>
            <a:gdLst/>
            <a:ahLst/>
            <a:cxnLst/>
            <a:rect l="l" t="t" r="r" b="b"/>
            <a:pathLst>
              <a:path w="535" h="735" extrusionOk="0">
                <a:moveTo>
                  <a:pt x="201" y="0"/>
                </a:moveTo>
                <a:cubicBezTo>
                  <a:pt x="201" y="0"/>
                  <a:pt x="67" y="167"/>
                  <a:pt x="34" y="267"/>
                </a:cubicBezTo>
                <a:cubicBezTo>
                  <a:pt x="0" y="401"/>
                  <a:pt x="0" y="634"/>
                  <a:pt x="0" y="634"/>
                </a:cubicBezTo>
                <a:cubicBezTo>
                  <a:pt x="34" y="634"/>
                  <a:pt x="201" y="668"/>
                  <a:pt x="234" y="734"/>
                </a:cubicBezTo>
                <a:cubicBezTo>
                  <a:pt x="234" y="734"/>
                  <a:pt x="467" y="601"/>
                  <a:pt x="501" y="434"/>
                </a:cubicBezTo>
                <a:cubicBezTo>
                  <a:pt x="534" y="301"/>
                  <a:pt x="467" y="0"/>
                  <a:pt x="4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98" name="Google Shape;2698;p23"/>
          <p:cNvSpPr/>
          <p:nvPr/>
        </p:nvSpPr>
        <p:spPr>
          <a:xfrm>
            <a:off x="9402557" y="4155147"/>
            <a:ext cx="11143" cy="24373"/>
          </a:xfrm>
          <a:custGeom>
            <a:avLst/>
            <a:gdLst/>
            <a:ahLst/>
            <a:cxnLst/>
            <a:rect l="l" t="t" r="r" b="b"/>
            <a:pathLst>
              <a:path w="502" h="1098" extrusionOk="0">
                <a:moveTo>
                  <a:pt x="168" y="0"/>
                </a:moveTo>
                <a:cubicBezTo>
                  <a:pt x="168" y="0"/>
                  <a:pt x="1" y="334"/>
                  <a:pt x="1" y="500"/>
                </a:cubicBezTo>
                <a:cubicBezTo>
                  <a:pt x="1" y="701"/>
                  <a:pt x="34" y="1034"/>
                  <a:pt x="34" y="1034"/>
                </a:cubicBezTo>
                <a:cubicBezTo>
                  <a:pt x="34" y="1071"/>
                  <a:pt x="94" y="1097"/>
                  <a:pt x="154" y="1097"/>
                </a:cubicBezTo>
                <a:cubicBezTo>
                  <a:pt x="204" y="1097"/>
                  <a:pt x="253" y="1079"/>
                  <a:pt x="268" y="1034"/>
                </a:cubicBezTo>
                <a:cubicBezTo>
                  <a:pt x="268" y="1034"/>
                  <a:pt x="435" y="767"/>
                  <a:pt x="501" y="534"/>
                </a:cubicBezTo>
                <a:cubicBezTo>
                  <a:pt x="501" y="334"/>
                  <a:pt x="401" y="0"/>
                  <a:pt x="4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99" name="Google Shape;2699;p23"/>
          <p:cNvSpPr/>
          <p:nvPr/>
        </p:nvSpPr>
        <p:spPr>
          <a:xfrm>
            <a:off x="9481047" y="4614813"/>
            <a:ext cx="14828" cy="11276"/>
          </a:xfrm>
          <a:custGeom>
            <a:avLst/>
            <a:gdLst/>
            <a:ahLst/>
            <a:cxnLst/>
            <a:rect l="l" t="t" r="r" b="b"/>
            <a:pathLst>
              <a:path w="668" h="508" extrusionOk="0">
                <a:moveTo>
                  <a:pt x="295" y="0"/>
                </a:moveTo>
                <a:cubicBezTo>
                  <a:pt x="274" y="0"/>
                  <a:pt x="253" y="2"/>
                  <a:pt x="234" y="7"/>
                </a:cubicBezTo>
                <a:cubicBezTo>
                  <a:pt x="201" y="7"/>
                  <a:pt x="134" y="40"/>
                  <a:pt x="67" y="107"/>
                </a:cubicBezTo>
                <a:lnTo>
                  <a:pt x="1" y="174"/>
                </a:lnTo>
                <a:lnTo>
                  <a:pt x="1" y="441"/>
                </a:lnTo>
                <a:cubicBezTo>
                  <a:pt x="1" y="441"/>
                  <a:pt x="34" y="474"/>
                  <a:pt x="134" y="474"/>
                </a:cubicBezTo>
                <a:cubicBezTo>
                  <a:pt x="201" y="507"/>
                  <a:pt x="301" y="507"/>
                  <a:pt x="368" y="507"/>
                </a:cubicBezTo>
                <a:cubicBezTo>
                  <a:pt x="501" y="474"/>
                  <a:pt x="668" y="307"/>
                  <a:pt x="668" y="307"/>
                </a:cubicBezTo>
                <a:cubicBezTo>
                  <a:pt x="668" y="274"/>
                  <a:pt x="635" y="107"/>
                  <a:pt x="568" y="74"/>
                </a:cubicBezTo>
                <a:cubicBezTo>
                  <a:pt x="568" y="74"/>
                  <a:pt x="421" y="0"/>
                  <a:pt x="2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00" name="Google Shape;2700;p23"/>
          <p:cNvSpPr/>
          <p:nvPr/>
        </p:nvSpPr>
        <p:spPr>
          <a:xfrm>
            <a:off x="9481802" y="4640140"/>
            <a:ext cx="27414" cy="14073"/>
          </a:xfrm>
          <a:custGeom>
            <a:avLst/>
            <a:gdLst/>
            <a:ahLst/>
            <a:cxnLst/>
            <a:rect l="l" t="t" r="r" b="b"/>
            <a:pathLst>
              <a:path w="1235" h="634" extrusionOk="0">
                <a:moveTo>
                  <a:pt x="1134" y="0"/>
                </a:moveTo>
                <a:cubicBezTo>
                  <a:pt x="1134" y="0"/>
                  <a:pt x="1134" y="0"/>
                  <a:pt x="1134" y="0"/>
                </a:cubicBezTo>
                <a:lnTo>
                  <a:pt x="1134" y="0"/>
                </a:lnTo>
                <a:cubicBezTo>
                  <a:pt x="1134" y="0"/>
                  <a:pt x="1134" y="0"/>
                  <a:pt x="1134" y="0"/>
                </a:cubicBezTo>
                <a:close/>
                <a:moveTo>
                  <a:pt x="1134" y="0"/>
                </a:moveTo>
                <a:cubicBezTo>
                  <a:pt x="1132" y="0"/>
                  <a:pt x="1065" y="1"/>
                  <a:pt x="934" y="33"/>
                </a:cubicBezTo>
                <a:cubicBezTo>
                  <a:pt x="801" y="67"/>
                  <a:pt x="634" y="67"/>
                  <a:pt x="567" y="133"/>
                </a:cubicBezTo>
                <a:cubicBezTo>
                  <a:pt x="467" y="133"/>
                  <a:pt x="334" y="200"/>
                  <a:pt x="234" y="267"/>
                </a:cubicBezTo>
                <a:cubicBezTo>
                  <a:pt x="100" y="300"/>
                  <a:pt x="0" y="334"/>
                  <a:pt x="0" y="334"/>
                </a:cubicBezTo>
                <a:lnTo>
                  <a:pt x="0" y="600"/>
                </a:lnTo>
                <a:cubicBezTo>
                  <a:pt x="0" y="600"/>
                  <a:pt x="134" y="634"/>
                  <a:pt x="267" y="634"/>
                </a:cubicBezTo>
                <a:cubicBezTo>
                  <a:pt x="400" y="634"/>
                  <a:pt x="567" y="634"/>
                  <a:pt x="667" y="600"/>
                </a:cubicBezTo>
                <a:cubicBezTo>
                  <a:pt x="801" y="534"/>
                  <a:pt x="934" y="467"/>
                  <a:pt x="1068" y="367"/>
                </a:cubicBezTo>
                <a:lnTo>
                  <a:pt x="1234" y="200"/>
                </a:lnTo>
                <a:cubicBezTo>
                  <a:pt x="1234" y="167"/>
                  <a:pt x="1101" y="0"/>
                  <a:pt x="11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01" name="Google Shape;2701;p23"/>
          <p:cNvSpPr/>
          <p:nvPr/>
        </p:nvSpPr>
        <p:spPr>
          <a:xfrm>
            <a:off x="9484022" y="4661605"/>
            <a:ext cx="20000" cy="14095"/>
          </a:xfrm>
          <a:custGeom>
            <a:avLst/>
            <a:gdLst/>
            <a:ahLst/>
            <a:cxnLst/>
            <a:rect l="l" t="t" r="r" b="b"/>
            <a:pathLst>
              <a:path w="901" h="635" extrusionOk="0">
                <a:moveTo>
                  <a:pt x="834" y="0"/>
                </a:moveTo>
                <a:cubicBezTo>
                  <a:pt x="833" y="0"/>
                  <a:pt x="833" y="0"/>
                  <a:pt x="832" y="1"/>
                </a:cubicBezTo>
                <a:lnTo>
                  <a:pt x="832" y="1"/>
                </a:lnTo>
                <a:cubicBezTo>
                  <a:pt x="833" y="0"/>
                  <a:pt x="834" y="0"/>
                  <a:pt x="834" y="0"/>
                </a:cubicBezTo>
                <a:close/>
                <a:moveTo>
                  <a:pt x="832" y="1"/>
                </a:moveTo>
                <a:cubicBezTo>
                  <a:pt x="806" y="4"/>
                  <a:pt x="526" y="38"/>
                  <a:pt x="367" y="134"/>
                </a:cubicBezTo>
                <a:cubicBezTo>
                  <a:pt x="334" y="167"/>
                  <a:pt x="234" y="234"/>
                  <a:pt x="167" y="301"/>
                </a:cubicBezTo>
                <a:cubicBezTo>
                  <a:pt x="67" y="334"/>
                  <a:pt x="34" y="367"/>
                  <a:pt x="34" y="367"/>
                </a:cubicBezTo>
                <a:cubicBezTo>
                  <a:pt x="0" y="367"/>
                  <a:pt x="67" y="634"/>
                  <a:pt x="67" y="634"/>
                </a:cubicBezTo>
                <a:lnTo>
                  <a:pt x="234" y="634"/>
                </a:lnTo>
                <a:cubicBezTo>
                  <a:pt x="367" y="634"/>
                  <a:pt x="501" y="567"/>
                  <a:pt x="567" y="534"/>
                </a:cubicBezTo>
                <a:cubicBezTo>
                  <a:pt x="734" y="467"/>
                  <a:pt x="901" y="201"/>
                  <a:pt x="901" y="201"/>
                </a:cubicBezTo>
                <a:cubicBezTo>
                  <a:pt x="901" y="168"/>
                  <a:pt x="805" y="7"/>
                  <a:pt x="8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02" name="Google Shape;2702;p23"/>
          <p:cNvSpPr/>
          <p:nvPr/>
        </p:nvSpPr>
        <p:spPr>
          <a:xfrm>
            <a:off x="9492901" y="4681605"/>
            <a:ext cx="22242" cy="13163"/>
          </a:xfrm>
          <a:custGeom>
            <a:avLst/>
            <a:gdLst/>
            <a:ahLst/>
            <a:cxnLst/>
            <a:rect l="l" t="t" r="r" b="b"/>
            <a:pathLst>
              <a:path w="1002" h="593" extrusionOk="0">
                <a:moveTo>
                  <a:pt x="734" y="0"/>
                </a:moveTo>
                <a:cubicBezTo>
                  <a:pt x="634" y="0"/>
                  <a:pt x="501" y="0"/>
                  <a:pt x="434" y="33"/>
                </a:cubicBezTo>
                <a:lnTo>
                  <a:pt x="167" y="167"/>
                </a:lnTo>
                <a:lnTo>
                  <a:pt x="0" y="267"/>
                </a:lnTo>
                <a:lnTo>
                  <a:pt x="0" y="500"/>
                </a:lnTo>
                <a:cubicBezTo>
                  <a:pt x="0" y="500"/>
                  <a:pt x="101" y="567"/>
                  <a:pt x="234" y="567"/>
                </a:cubicBezTo>
                <a:cubicBezTo>
                  <a:pt x="284" y="584"/>
                  <a:pt x="342" y="592"/>
                  <a:pt x="405" y="592"/>
                </a:cubicBezTo>
                <a:cubicBezTo>
                  <a:pt x="467" y="592"/>
                  <a:pt x="534" y="584"/>
                  <a:pt x="601" y="567"/>
                </a:cubicBezTo>
                <a:cubicBezTo>
                  <a:pt x="668" y="500"/>
                  <a:pt x="801" y="467"/>
                  <a:pt x="901" y="400"/>
                </a:cubicBezTo>
                <a:lnTo>
                  <a:pt x="1001" y="267"/>
                </a:lnTo>
                <a:cubicBezTo>
                  <a:pt x="1001" y="267"/>
                  <a:pt x="901" y="100"/>
                  <a:pt x="9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03" name="Google Shape;2703;p23"/>
          <p:cNvSpPr/>
          <p:nvPr/>
        </p:nvSpPr>
        <p:spPr>
          <a:xfrm>
            <a:off x="9492168" y="4714169"/>
            <a:ext cx="20755" cy="11143"/>
          </a:xfrm>
          <a:custGeom>
            <a:avLst/>
            <a:gdLst/>
            <a:ahLst/>
            <a:cxnLst/>
            <a:rect l="l" t="t" r="r" b="b"/>
            <a:pathLst>
              <a:path w="935" h="502" extrusionOk="0">
                <a:moveTo>
                  <a:pt x="434" y="1"/>
                </a:moveTo>
                <a:cubicBezTo>
                  <a:pt x="300" y="34"/>
                  <a:pt x="134" y="101"/>
                  <a:pt x="134" y="101"/>
                </a:cubicBezTo>
                <a:lnTo>
                  <a:pt x="0" y="301"/>
                </a:lnTo>
                <a:cubicBezTo>
                  <a:pt x="0" y="301"/>
                  <a:pt x="100" y="368"/>
                  <a:pt x="167" y="434"/>
                </a:cubicBezTo>
                <a:cubicBezTo>
                  <a:pt x="267" y="501"/>
                  <a:pt x="434" y="501"/>
                  <a:pt x="500" y="501"/>
                </a:cubicBezTo>
                <a:cubicBezTo>
                  <a:pt x="601" y="501"/>
                  <a:pt x="701" y="468"/>
                  <a:pt x="801" y="368"/>
                </a:cubicBezTo>
                <a:cubicBezTo>
                  <a:pt x="867" y="334"/>
                  <a:pt x="934" y="268"/>
                  <a:pt x="934" y="268"/>
                </a:cubicBezTo>
                <a:cubicBezTo>
                  <a:pt x="934" y="268"/>
                  <a:pt x="801" y="101"/>
                  <a:pt x="7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04" name="Google Shape;2704;p23"/>
          <p:cNvSpPr/>
          <p:nvPr/>
        </p:nvSpPr>
        <p:spPr>
          <a:xfrm>
            <a:off x="9077519" y="4877809"/>
            <a:ext cx="15560" cy="24462"/>
          </a:xfrm>
          <a:custGeom>
            <a:avLst/>
            <a:gdLst/>
            <a:ahLst/>
            <a:cxnLst/>
            <a:rect l="l" t="t" r="r" b="b"/>
            <a:pathLst>
              <a:path w="701" h="1102" extrusionOk="0">
                <a:moveTo>
                  <a:pt x="434" y="1"/>
                </a:moveTo>
                <a:cubicBezTo>
                  <a:pt x="434" y="67"/>
                  <a:pt x="367" y="101"/>
                  <a:pt x="334" y="167"/>
                </a:cubicBezTo>
                <a:cubicBezTo>
                  <a:pt x="300" y="234"/>
                  <a:pt x="200" y="334"/>
                  <a:pt x="167" y="434"/>
                </a:cubicBezTo>
                <a:cubicBezTo>
                  <a:pt x="133" y="501"/>
                  <a:pt x="100" y="634"/>
                  <a:pt x="33" y="768"/>
                </a:cubicBezTo>
                <a:cubicBezTo>
                  <a:pt x="0" y="901"/>
                  <a:pt x="0" y="968"/>
                  <a:pt x="0" y="968"/>
                </a:cubicBezTo>
                <a:cubicBezTo>
                  <a:pt x="29" y="997"/>
                  <a:pt x="162" y="1079"/>
                  <a:pt x="171" y="1097"/>
                </a:cubicBezTo>
                <a:lnTo>
                  <a:pt x="171" y="1097"/>
                </a:lnTo>
                <a:lnTo>
                  <a:pt x="300" y="968"/>
                </a:lnTo>
                <a:cubicBezTo>
                  <a:pt x="367" y="901"/>
                  <a:pt x="500" y="768"/>
                  <a:pt x="534" y="668"/>
                </a:cubicBezTo>
                <a:cubicBezTo>
                  <a:pt x="634" y="568"/>
                  <a:pt x="667" y="401"/>
                  <a:pt x="667" y="268"/>
                </a:cubicBezTo>
                <a:cubicBezTo>
                  <a:pt x="701" y="134"/>
                  <a:pt x="667" y="1"/>
                  <a:pt x="667" y="1"/>
                </a:cubicBezTo>
                <a:close/>
                <a:moveTo>
                  <a:pt x="171" y="1097"/>
                </a:moveTo>
                <a:lnTo>
                  <a:pt x="167" y="1101"/>
                </a:lnTo>
                <a:cubicBezTo>
                  <a:pt x="171" y="1101"/>
                  <a:pt x="172" y="1100"/>
                  <a:pt x="171" y="109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05" name="Google Shape;2705;p23"/>
          <p:cNvSpPr/>
          <p:nvPr/>
        </p:nvSpPr>
        <p:spPr>
          <a:xfrm>
            <a:off x="9088618" y="4903736"/>
            <a:ext cx="14828" cy="28146"/>
          </a:xfrm>
          <a:custGeom>
            <a:avLst/>
            <a:gdLst/>
            <a:ahLst/>
            <a:cxnLst/>
            <a:rect l="l" t="t" r="r" b="b"/>
            <a:pathLst>
              <a:path w="668" h="1268" extrusionOk="0">
                <a:moveTo>
                  <a:pt x="467" y="0"/>
                </a:moveTo>
                <a:cubicBezTo>
                  <a:pt x="467" y="0"/>
                  <a:pt x="201" y="300"/>
                  <a:pt x="100" y="567"/>
                </a:cubicBezTo>
                <a:cubicBezTo>
                  <a:pt x="0" y="767"/>
                  <a:pt x="0" y="1168"/>
                  <a:pt x="0" y="1168"/>
                </a:cubicBezTo>
                <a:cubicBezTo>
                  <a:pt x="0" y="1168"/>
                  <a:pt x="157" y="1246"/>
                  <a:pt x="170" y="1264"/>
                </a:cubicBezTo>
                <a:lnTo>
                  <a:pt x="170" y="1264"/>
                </a:lnTo>
                <a:cubicBezTo>
                  <a:pt x="199" y="1227"/>
                  <a:pt x="438" y="922"/>
                  <a:pt x="501" y="734"/>
                </a:cubicBezTo>
                <a:cubicBezTo>
                  <a:pt x="634" y="501"/>
                  <a:pt x="668" y="134"/>
                  <a:pt x="668" y="134"/>
                </a:cubicBezTo>
                <a:lnTo>
                  <a:pt x="467" y="0"/>
                </a:lnTo>
                <a:close/>
                <a:moveTo>
                  <a:pt x="170" y="1264"/>
                </a:moveTo>
                <a:cubicBezTo>
                  <a:pt x="168" y="1266"/>
                  <a:pt x="167" y="1268"/>
                  <a:pt x="167" y="1268"/>
                </a:cubicBezTo>
                <a:cubicBezTo>
                  <a:pt x="171" y="1268"/>
                  <a:pt x="172" y="1266"/>
                  <a:pt x="170" y="126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06" name="Google Shape;2706;p23"/>
          <p:cNvSpPr/>
          <p:nvPr/>
        </p:nvSpPr>
        <p:spPr>
          <a:xfrm>
            <a:off x="9118984" y="4924468"/>
            <a:ext cx="11121" cy="22220"/>
          </a:xfrm>
          <a:custGeom>
            <a:avLst/>
            <a:gdLst/>
            <a:ahLst/>
            <a:cxnLst/>
            <a:rect l="l" t="t" r="r" b="b"/>
            <a:pathLst>
              <a:path w="501" h="1001" extrusionOk="0">
                <a:moveTo>
                  <a:pt x="300" y="0"/>
                </a:moveTo>
                <a:cubicBezTo>
                  <a:pt x="300" y="0"/>
                  <a:pt x="267" y="67"/>
                  <a:pt x="167" y="167"/>
                </a:cubicBezTo>
                <a:cubicBezTo>
                  <a:pt x="133" y="234"/>
                  <a:pt x="100" y="367"/>
                  <a:pt x="33" y="467"/>
                </a:cubicBezTo>
                <a:cubicBezTo>
                  <a:pt x="0" y="634"/>
                  <a:pt x="100" y="901"/>
                  <a:pt x="100" y="901"/>
                </a:cubicBezTo>
                <a:cubicBezTo>
                  <a:pt x="100" y="968"/>
                  <a:pt x="300" y="1001"/>
                  <a:pt x="300" y="1001"/>
                </a:cubicBezTo>
                <a:cubicBezTo>
                  <a:pt x="300" y="1001"/>
                  <a:pt x="467" y="701"/>
                  <a:pt x="500" y="534"/>
                </a:cubicBezTo>
                <a:lnTo>
                  <a:pt x="500" y="300"/>
                </a:lnTo>
                <a:lnTo>
                  <a:pt x="500" y="134"/>
                </a:lnTo>
                <a:cubicBezTo>
                  <a:pt x="500" y="67"/>
                  <a:pt x="300" y="0"/>
                  <a:pt x="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07" name="Google Shape;2707;p23"/>
          <p:cNvSpPr/>
          <p:nvPr/>
        </p:nvSpPr>
        <p:spPr>
          <a:xfrm>
            <a:off x="9220404" y="5231748"/>
            <a:ext cx="15583" cy="18735"/>
          </a:xfrm>
          <a:custGeom>
            <a:avLst/>
            <a:gdLst/>
            <a:ahLst/>
            <a:cxnLst/>
            <a:rect l="l" t="t" r="r" b="b"/>
            <a:pathLst>
              <a:path w="702" h="844" extrusionOk="0">
                <a:moveTo>
                  <a:pt x="568" y="0"/>
                </a:moveTo>
                <a:lnTo>
                  <a:pt x="401" y="67"/>
                </a:lnTo>
                <a:cubicBezTo>
                  <a:pt x="335" y="134"/>
                  <a:pt x="234" y="201"/>
                  <a:pt x="168" y="301"/>
                </a:cubicBezTo>
                <a:cubicBezTo>
                  <a:pt x="34" y="467"/>
                  <a:pt x="1" y="734"/>
                  <a:pt x="1" y="734"/>
                </a:cubicBezTo>
                <a:cubicBezTo>
                  <a:pt x="1" y="789"/>
                  <a:pt x="112" y="843"/>
                  <a:pt x="153" y="843"/>
                </a:cubicBezTo>
                <a:cubicBezTo>
                  <a:pt x="162" y="843"/>
                  <a:pt x="168" y="840"/>
                  <a:pt x="168" y="834"/>
                </a:cubicBezTo>
                <a:cubicBezTo>
                  <a:pt x="168" y="834"/>
                  <a:pt x="401" y="668"/>
                  <a:pt x="501" y="534"/>
                </a:cubicBezTo>
                <a:cubicBezTo>
                  <a:pt x="535" y="501"/>
                  <a:pt x="568" y="401"/>
                  <a:pt x="601" y="334"/>
                </a:cubicBezTo>
                <a:cubicBezTo>
                  <a:pt x="668" y="234"/>
                  <a:pt x="702" y="201"/>
                  <a:pt x="702" y="201"/>
                </a:cubicBezTo>
                <a:lnTo>
                  <a:pt x="56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08" name="Google Shape;2708;p23"/>
          <p:cNvSpPr/>
          <p:nvPr/>
        </p:nvSpPr>
        <p:spPr>
          <a:xfrm>
            <a:off x="9250038" y="5236920"/>
            <a:ext cx="14828" cy="18535"/>
          </a:xfrm>
          <a:custGeom>
            <a:avLst/>
            <a:gdLst/>
            <a:ahLst/>
            <a:cxnLst/>
            <a:rect l="l" t="t" r="r" b="b"/>
            <a:pathLst>
              <a:path w="668" h="835" extrusionOk="0">
                <a:moveTo>
                  <a:pt x="501" y="1"/>
                </a:moveTo>
                <a:cubicBezTo>
                  <a:pt x="501" y="1"/>
                  <a:pt x="434" y="68"/>
                  <a:pt x="367" y="101"/>
                </a:cubicBezTo>
                <a:cubicBezTo>
                  <a:pt x="267" y="134"/>
                  <a:pt x="167" y="234"/>
                  <a:pt x="100" y="301"/>
                </a:cubicBezTo>
                <a:cubicBezTo>
                  <a:pt x="34" y="435"/>
                  <a:pt x="0" y="735"/>
                  <a:pt x="0" y="735"/>
                </a:cubicBezTo>
                <a:cubicBezTo>
                  <a:pt x="0" y="735"/>
                  <a:pt x="167" y="835"/>
                  <a:pt x="200" y="835"/>
                </a:cubicBezTo>
                <a:cubicBezTo>
                  <a:pt x="200" y="835"/>
                  <a:pt x="434" y="668"/>
                  <a:pt x="534" y="568"/>
                </a:cubicBezTo>
                <a:cubicBezTo>
                  <a:pt x="567" y="501"/>
                  <a:pt x="567" y="435"/>
                  <a:pt x="601" y="334"/>
                </a:cubicBezTo>
                <a:cubicBezTo>
                  <a:pt x="667" y="268"/>
                  <a:pt x="667" y="168"/>
                  <a:pt x="667" y="168"/>
                </a:cubicBezTo>
                <a:lnTo>
                  <a:pt x="5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09" name="Google Shape;2709;p23"/>
          <p:cNvSpPr/>
          <p:nvPr/>
        </p:nvSpPr>
        <p:spPr>
          <a:xfrm>
            <a:off x="9270771" y="5245821"/>
            <a:ext cx="17780" cy="26681"/>
          </a:xfrm>
          <a:custGeom>
            <a:avLst/>
            <a:gdLst/>
            <a:ahLst/>
            <a:cxnLst/>
            <a:rect l="l" t="t" r="r" b="b"/>
            <a:pathLst>
              <a:path w="801" h="1202" extrusionOk="0">
                <a:moveTo>
                  <a:pt x="601" y="0"/>
                </a:moveTo>
                <a:cubicBezTo>
                  <a:pt x="601" y="0"/>
                  <a:pt x="301" y="267"/>
                  <a:pt x="167" y="501"/>
                </a:cubicBezTo>
                <a:cubicBezTo>
                  <a:pt x="67" y="701"/>
                  <a:pt x="0" y="1101"/>
                  <a:pt x="0" y="1101"/>
                </a:cubicBezTo>
                <a:cubicBezTo>
                  <a:pt x="0" y="1101"/>
                  <a:pt x="234" y="1201"/>
                  <a:pt x="267" y="1201"/>
                </a:cubicBezTo>
                <a:cubicBezTo>
                  <a:pt x="267" y="1201"/>
                  <a:pt x="501" y="901"/>
                  <a:pt x="601" y="701"/>
                </a:cubicBezTo>
                <a:cubicBezTo>
                  <a:pt x="734" y="501"/>
                  <a:pt x="801" y="100"/>
                  <a:pt x="801" y="100"/>
                </a:cubicBezTo>
                <a:lnTo>
                  <a:pt x="6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10" name="Google Shape;2710;p23"/>
          <p:cNvSpPr/>
          <p:nvPr/>
        </p:nvSpPr>
        <p:spPr>
          <a:xfrm>
            <a:off x="9414411" y="5151771"/>
            <a:ext cx="22974" cy="20755"/>
          </a:xfrm>
          <a:custGeom>
            <a:avLst/>
            <a:gdLst/>
            <a:ahLst/>
            <a:cxnLst/>
            <a:rect l="l" t="t" r="r" b="b"/>
            <a:pathLst>
              <a:path w="1035" h="935" extrusionOk="0">
                <a:moveTo>
                  <a:pt x="935" y="1"/>
                </a:moveTo>
                <a:cubicBezTo>
                  <a:pt x="935" y="1"/>
                  <a:pt x="534" y="101"/>
                  <a:pt x="334" y="268"/>
                </a:cubicBezTo>
                <a:cubicBezTo>
                  <a:pt x="167" y="434"/>
                  <a:pt x="1" y="801"/>
                  <a:pt x="1" y="801"/>
                </a:cubicBezTo>
                <a:cubicBezTo>
                  <a:pt x="1" y="801"/>
                  <a:pt x="167" y="935"/>
                  <a:pt x="201" y="935"/>
                </a:cubicBezTo>
                <a:cubicBezTo>
                  <a:pt x="201" y="935"/>
                  <a:pt x="501" y="768"/>
                  <a:pt x="668" y="635"/>
                </a:cubicBezTo>
                <a:cubicBezTo>
                  <a:pt x="801" y="501"/>
                  <a:pt x="1035" y="234"/>
                  <a:pt x="1035" y="234"/>
                </a:cubicBezTo>
                <a:lnTo>
                  <a:pt x="93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11" name="Google Shape;2711;p23"/>
          <p:cNvSpPr/>
          <p:nvPr/>
        </p:nvSpPr>
        <p:spPr>
          <a:xfrm>
            <a:off x="9428484" y="5172503"/>
            <a:ext cx="21487" cy="22242"/>
          </a:xfrm>
          <a:custGeom>
            <a:avLst/>
            <a:gdLst/>
            <a:ahLst/>
            <a:cxnLst/>
            <a:rect l="l" t="t" r="r" b="b"/>
            <a:pathLst>
              <a:path w="968" h="1002" extrusionOk="0">
                <a:moveTo>
                  <a:pt x="734" y="1"/>
                </a:moveTo>
                <a:cubicBezTo>
                  <a:pt x="734" y="1"/>
                  <a:pt x="401" y="168"/>
                  <a:pt x="301" y="334"/>
                </a:cubicBezTo>
                <a:cubicBezTo>
                  <a:pt x="167" y="501"/>
                  <a:pt x="0" y="835"/>
                  <a:pt x="0" y="835"/>
                </a:cubicBezTo>
                <a:cubicBezTo>
                  <a:pt x="0" y="835"/>
                  <a:pt x="167" y="968"/>
                  <a:pt x="201" y="1002"/>
                </a:cubicBezTo>
                <a:cubicBezTo>
                  <a:pt x="201" y="1002"/>
                  <a:pt x="534" y="835"/>
                  <a:pt x="668" y="668"/>
                </a:cubicBezTo>
                <a:cubicBezTo>
                  <a:pt x="801" y="501"/>
                  <a:pt x="968" y="168"/>
                  <a:pt x="968" y="168"/>
                </a:cubicBezTo>
                <a:cubicBezTo>
                  <a:pt x="968" y="134"/>
                  <a:pt x="734" y="1"/>
                  <a:pt x="7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12" name="Google Shape;2712;p23"/>
          <p:cNvSpPr/>
          <p:nvPr/>
        </p:nvSpPr>
        <p:spPr>
          <a:xfrm>
            <a:off x="9446242" y="5196210"/>
            <a:ext cx="16315" cy="17048"/>
          </a:xfrm>
          <a:custGeom>
            <a:avLst/>
            <a:gdLst/>
            <a:ahLst/>
            <a:cxnLst/>
            <a:rect l="l" t="t" r="r" b="b"/>
            <a:pathLst>
              <a:path w="735" h="768" extrusionOk="0">
                <a:moveTo>
                  <a:pt x="535" y="0"/>
                </a:moveTo>
                <a:cubicBezTo>
                  <a:pt x="535" y="0"/>
                  <a:pt x="268" y="100"/>
                  <a:pt x="201" y="234"/>
                </a:cubicBezTo>
                <a:cubicBezTo>
                  <a:pt x="68" y="334"/>
                  <a:pt x="1" y="601"/>
                  <a:pt x="1" y="601"/>
                </a:cubicBezTo>
                <a:cubicBezTo>
                  <a:pt x="1" y="601"/>
                  <a:pt x="101" y="767"/>
                  <a:pt x="201" y="767"/>
                </a:cubicBezTo>
                <a:cubicBezTo>
                  <a:pt x="201" y="767"/>
                  <a:pt x="435" y="667"/>
                  <a:pt x="568" y="567"/>
                </a:cubicBezTo>
                <a:cubicBezTo>
                  <a:pt x="668" y="434"/>
                  <a:pt x="735" y="134"/>
                  <a:pt x="735" y="134"/>
                </a:cubicBezTo>
                <a:lnTo>
                  <a:pt x="53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13" name="Google Shape;2713;p23"/>
          <p:cNvSpPr/>
          <p:nvPr/>
        </p:nvSpPr>
        <p:spPr>
          <a:xfrm>
            <a:off x="9455876" y="5224334"/>
            <a:ext cx="11121" cy="14828"/>
          </a:xfrm>
          <a:custGeom>
            <a:avLst/>
            <a:gdLst/>
            <a:ahLst/>
            <a:cxnLst/>
            <a:rect l="l" t="t" r="r" b="b"/>
            <a:pathLst>
              <a:path w="501" h="668" extrusionOk="0">
                <a:moveTo>
                  <a:pt x="334" y="1"/>
                </a:moveTo>
                <a:cubicBezTo>
                  <a:pt x="334" y="1"/>
                  <a:pt x="267" y="1"/>
                  <a:pt x="234" y="34"/>
                </a:cubicBezTo>
                <a:lnTo>
                  <a:pt x="67" y="201"/>
                </a:lnTo>
                <a:cubicBezTo>
                  <a:pt x="1" y="234"/>
                  <a:pt x="1" y="334"/>
                  <a:pt x="1" y="368"/>
                </a:cubicBezTo>
                <a:lnTo>
                  <a:pt x="1" y="501"/>
                </a:lnTo>
                <a:cubicBezTo>
                  <a:pt x="1" y="535"/>
                  <a:pt x="167" y="668"/>
                  <a:pt x="167" y="668"/>
                </a:cubicBezTo>
                <a:cubicBezTo>
                  <a:pt x="167" y="668"/>
                  <a:pt x="267" y="668"/>
                  <a:pt x="301" y="635"/>
                </a:cubicBezTo>
                <a:lnTo>
                  <a:pt x="468" y="468"/>
                </a:lnTo>
                <a:cubicBezTo>
                  <a:pt x="501" y="401"/>
                  <a:pt x="501" y="334"/>
                  <a:pt x="501" y="301"/>
                </a:cubicBezTo>
                <a:lnTo>
                  <a:pt x="501" y="168"/>
                </a:lnTo>
                <a:lnTo>
                  <a:pt x="33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14" name="Google Shape;2714;p23"/>
          <p:cNvSpPr/>
          <p:nvPr/>
        </p:nvSpPr>
        <p:spPr>
          <a:xfrm>
            <a:off x="9472901" y="5242847"/>
            <a:ext cx="14095" cy="17558"/>
          </a:xfrm>
          <a:custGeom>
            <a:avLst/>
            <a:gdLst/>
            <a:ahLst/>
            <a:cxnLst/>
            <a:rect l="l" t="t" r="r" b="b"/>
            <a:pathLst>
              <a:path w="635" h="791" extrusionOk="0">
                <a:moveTo>
                  <a:pt x="368" y="1"/>
                </a:moveTo>
                <a:cubicBezTo>
                  <a:pt x="368" y="1"/>
                  <a:pt x="201" y="168"/>
                  <a:pt x="134" y="301"/>
                </a:cubicBezTo>
                <a:cubicBezTo>
                  <a:pt x="34" y="468"/>
                  <a:pt x="1" y="735"/>
                  <a:pt x="1" y="735"/>
                </a:cubicBezTo>
                <a:cubicBezTo>
                  <a:pt x="1" y="735"/>
                  <a:pt x="113" y="791"/>
                  <a:pt x="170" y="791"/>
                </a:cubicBezTo>
                <a:cubicBezTo>
                  <a:pt x="188" y="791"/>
                  <a:pt x="201" y="785"/>
                  <a:pt x="201" y="768"/>
                </a:cubicBezTo>
                <a:cubicBezTo>
                  <a:pt x="201" y="768"/>
                  <a:pt x="468" y="635"/>
                  <a:pt x="535" y="501"/>
                </a:cubicBezTo>
                <a:cubicBezTo>
                  <a:pt x="568" y="401"/>
                  <a:pt x="635" y="334"/>
                  <a:pt x="635" y="201"/>
                </a:cubicBezTo>
                <a:lnTo>
                  <a:pt x="635" y="34"/>
                </a:lnTo>
                <a:lnTo>
                  <a:pt x="36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15" name="Google Shape;2715;p23"/>
          <p:cNvSpPr/>
          <p:nvPr/>
        </p:nvSpPr>
        <p:spPr>
          <a:xfrm>
            <a:off x="9481047" y="5268774"/>
            <a:ext cx="11876" cy="14828"/>
          </a:xfrm>
          <a:custGeom>
            <a:avLst/>
            <a:gdLst/>
            <a:ahLst/>
            <a:cxnLst/>
            <a:rect l="l" t="t" r="r" b="b"/>
            <a:pathLst>
              <a:path w="535" h="668" extrusionOk="0">
                <a:moveTo>
                  <a:pt x="334" y="0"/>
                </a:moveTo>
                <a:cubicBezTo>
                  <a:pt x="334" y="0"/>
                  <a:pt x="168" y="67"/>
                  <a:pt x="101" y="200"/>
                </a:cubicBezTo>
                <a:cubicBezTo>
                  <a:pt x="1" y="300"/>
                  <a:pt x="1" y="534"/>
                  <a:pt x="1" y="534"/>
                </a:cubicBezTo>
                <a:cubicBezTo>
                  <a:pt x="1" y="534"/>
                  <a:pt x="168" y="667"/>
                  <a:pt x="201" y="667"/>
                </a:cubicBezTo>
                <a:cubicBezTo>
                  <a:pt x="201" y="667"/>
                  <a:pt x="368" y="567"/>
                  <a:pt x="468" y="467"/>
                </a:cubicBezTo>
                <a:cubicBezTo>
                  <a:pt x="534" y="367"/>
                  <a:pt x="534" y="134"/>
                  <a:pt x="534" y="134"/>
                </a:cubicBezTo>
                <a:lnTo>
                  <a:pt x="3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16" name="Google Shape;2716;p23"/>
          <p:cNvSpPr/>
          <p:nvPr/>
        </p:nvSpPr>
        <p:spPr>
          <a:xfrm>
            <a:off x="9503267" y="5287286"/>
            <a:ext cx="13341" cy="22775"/>
          </a:xfrm>
          <a:custGeom>
            <a:avLst/>
            <a:gdLst/>
            <a:ahLst/>
            <a:cxnLst/>
            <a:rect l="l" t="t" r="r" b="b"/>
            <a:pathLst>
              <a:path w="601" h="1026" extrusionOk="0">
                <a:moveTo>
                  <a:pt x="234" y="0"/>
                </a:moveTo>
                <a:lnTo>
                  <a:pt x="167" y="167"/>
                </a:lnTo>
                <a:cubicBezTo>
                  <a:pt x="134" y="234"/>
                  <a:pt x="34" y="367"/>
                  <a:pt x="34" y="467"/>
                </a:cubicBezTo>
                <a:cubicBezTo>
                  <a:pt x="34" y="534"/>
                  <a:pt x="0" y="667"/>
                  <a:pt x="34" y="801"/>
                </a:cubicBezTo>
                <a:cubicBezTo>
                  <a:pt x="34" y="901"/>
                  <a:pt x="101" y="1001"/>
                  <a:pt x="101" y="1001"/>
                </a:cubicBezTo>
                <a:cubicBezTo>
                  <a:pt x="101" y="1018"/>
                  <a:pt x="151" y="1026"/>
                  <a:pt x="205" y="1026"/>
                </a:cubicBezTo>
                <a:cubicBezTo>
                  <a:pt x="259" y="1026"/>
                  <a:pt x="317" y="1018"/>
                  <a:pt x="334" y="1001"/>
                </a:cubicBezTo>
                <a:lnTo>
                  <a:pt x="434" y="834"/>
                </a:lnTo>
                <a:cubicBezTo>
                  <a:pt x="467" y="734"/>
                  <a:pt x="534" y="634"/>
                  <a:pt x="534" y="534"/>
                </a:cubicBezTo>
                <a:cubicBezTo>
                  <a:pt x="534" y="467"/>
                  <a:pt x="601" y="334"/>
                  <a:pt x="534" y="200"/>
                </a:cubicBezTo>
                <a:cubicBezTo>
                  <a:pt x="534" y="67"/>
                  <a:pt x="501" y="0"/>
                  <a:pt x="5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17" name="Google Shape;2717;p23"/>
          <p:cNvSpPr/>
          <p:nvPr/>
        </p:nvSpPr>
        <p:spPr>
          <a:xfrm>
            <a:off x="8069309" y="5125822"/>
            <a:ext cx="552118" cy="262175"/>
          </a:xfrm>
          <a:custGeom>
            <a:avLst/>
            <a:gdLst/>
            <a:ahLst/>
            <a:cxnLst/>
            <a:rect l="l" t="t" r="r" b="b"/>
            <a:pathLst>
              <a:path w="24873" h="11811" extrusionOk="0">
                <a:moveTo>
                  <a:pt x="314" y="0"/>
                </a:moveTo>
                <a:cubicBezTo>
                  <a:pt x="49" y="0"/>
                  <a:pt x="0" y="307"/>
                  <a:pt x="254" y="403"/>
                </a:cubicBezTo>
                <a:cubicBezTo>
                  <a:pt x="254" y="403"/>
                  <a:pt x="388" y="436"/>
                  <a:pt x="621" y="469"/>
                </a:cubicBezTo>
                <a:cubicBezTo>
                  <a:pt x="888" y="503"/>
                  <a:pt x="1255" y="569"/>
                  <a:pt x="1722" y="636"/>
                </a:cubicBezTo>
                <a:cubicBezTo>
                  <a:pt x="2656" y="770"/>
                  <a:pt x="3924" y="803"/>
                  <a:pt x="5391" y="803"/>
                </a:cubicBezTo>
                <a:cubicBezTo>
                  <a:pt x="6859" y="836"/>
                  <a:pt x="8494" y="836"/>
                  <a:pt x="10061" y="1036"/>
                </a:cubicBezTo>
                <a:cubicBezTo>
                  <a:pt x="11663" y="1270"/>
                  <a:pt x="13130" y="1837"/>
                  <a:pt x="14231" y="2638"/>
                </a:cubicBezTo>
                <a:cubicBezTo>
                  <a:pt x="15365" y="3438"/>
                  <a:pt x="16333" y="4672"/>
                  <a:pt x="17100" y="6107"/>
                </a:cubicBezTo>
                <a:cubicBezTo>
                  <a:pt x="17934" y="7474"/>
                  <a:pt x="18701" y="8975"/>
                  <a:pt x="19735" y="10110"/>
                </a:cubicBezTo>
                <a:cubicBezTo>
                  <a:pt x="20235" y="10643"/>
                  <a:pt x="20869" y="11110"/>
                  <a:pt x="21436" y="11344"/>
                </a:cubicBezTo>
                <a:cubicBezTo>
                  <a:pt x="22037" y="11611"/>
                  <a:pt x="22604" y="11744"/>
                  <a:pt x="23071" y="11777"/>
                </a:cubicBezTo>
                <a:cubicBezTo>
                  <a:pt x="23271" y="11811"/>
                  <a:pt x="23538" y="11811"/>
                  <a:pt x="23705" y="11811"/>
                </a:cubicBezTo>
                <a:lnTo>
                  <a:pt x="24172" y="11811"/>
                </a:lnTo>
                <a:cubicBezTo>
                  <a:pt x="24438" y="11777"/>
                  <a:pt x="24572" y="11777"/>
                  <a:pt x="24572" y="11777"/>
                </a:cubicBezTo>
                <a:cubicBezTo>
                  <a:pt x="24872" y="11744"/>
                  <a:pt x="24839" y="11411"/>
                  <a:pt x="24572" y="11411"/>
                </a:cubicBezTo>
                <a:cubicBezTo>
                  <a:pt x="24572" y="11411"/>
                  <a:pt x="24438" y="11444"/>
                  <a:pt x="24205" y="11444"/>
                </a:cubicBezTo>
                <a:lnTo>
                  <a:pt x="23738" y="11444"/>
                </a:lnTo>
                <a:cubicBezTo>
                  <a:pt x="23571" y="11444"/>
                  <a:pt x="23371" y="11444"/>
                  <a:pt x="23137" y="11411"/>
                </a:cubicBezTo>
                <a:cubicBezTo>
                  <a:pt x="22704" y="11310"/>
                  <a:pt x="22203" y="11177"/>
                  <a:pt x="21636" y="10944"/>
                </a:cubicBezTo>
                <a:cubicBezTo>
                  <a:pt x="21136" y="10643"/>
                  <a:pt x="20602" y="10276"/>
                  <a:pt x="20135" y="9743"/>
                </a:cubicBezTo>
                <a:cubicBezTo>
                  <a:pt x="19201" y="8675"/>
                  <a:pt x="18467" y="7174"/>
                  <a:pt x="17700" y="5773"/>
                </a:cubicBezTo>
                <a:cubicBezTo>
                  <a:pt x="16933" y="4339"/>
                  <a:pt x="15932" y="2938"/>
                  <a:pt x="14698" y="2070"/>
                </a:cubicBezTo>
                <a:cubicBezTo>
                  <a:pt x="13464" y="1170"/>
                  <a:pt x="11863" y="603"/>
                  <a:pt x="10195" y="403"/>
                </a:cubicBezTo>
                <a:cubicBezTo>
                  <a:pt x="9247" y="270"/>
                  <a:pt x="8299" y="234"/>
                  <a:pt x="7388" y="234"/>
                </a:cubicBezTo>
                <a:cubicBezTo>
                  <a:pt x="6696" y="234"/>
                  <a:pt x="6025" y="255"/>
                  <a:pt x="5391" y="269"/>
                </a:cubicBezTo>
                <a:cubicBezTo>
                  <a:pt x="4784" y="283"/>
                  <a:pt x="4216" y="291"/>
                  <a:pt x="3693" y="291"/>
                </a:cubicBezTo>
                <a:cubicBezTo>
                  <a:pt x="2953" y="291"/>
                  <a:pt x="2303" y="275"/>
                  <a:pt x="1756" y="236"/>
                </a:cubicBezTo>
                <a:cubicBezTo>
                  <a:pt x="1355" y="169"/>
                  <a:pt x="955" y="136"/>
                  <a:pt x="721" y="102"/>
                </a:cubicBezTo>
                <a:cubicBezTo>
                  <a:pt x="455" y="69"/>
                  <a:pt x="355" y="2"/>
                  <a:pt x="355" y="2"/>
                </a:cubicBezTo>
                <a:cubicBezTo>
                  <a:pt x="340" y="1"/>
                  <a:pt x="327" y="0"/>
                  <a:pt x="3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18" name="Google Shape;2718;p23"/>
          <p:cNvSpPr/>
          <p:nvPr/>
        </p:nvSpPr>
        <p:spPr>
          <a:xfrm>
            <a:off x="9399827" y="3991441"/>
            <a:ext cx="382663" cy="127680"/>
          </a:xfrm>
          <a:custGeom>
            <a:avLst/>
            <a:gdLst/>
            <a:ahLst/>
            <a:cxnLst/>
            <a:rect l="l" t="t" r="r" b="b"/>
            <a:pathLst>
              <a:path w="17239" h="5752" extrusionOk="0">
                <a:moveTo>
                  <a:pt x="262" y="0"/>
                </a:moveTo>
                <a:cubicBezTo>
                  <a:pt x="109" y="0"/>
                  <a:pt x="0" y="242"/>
                  <a:pt x="157" y="337"/>
                </a:cubicBezTo>
                <a:cubicBezTo>
                  <a:pt x="157" y="337"/>
                  <a:pt x="491" y="403"/>
                  <a:pt x="1025" y="637"/>
                </a:cubicBezTo>
                <a:cubicBezTo>
                  <a:pt x="1558" y="804"/>
                  <a:pt x="2359" y="1004"/>
                  <a:pt x="3293" y="1171"/>
                </a:cubicBezTo>
                <a:cubicBezTo>
                  <a:pt x="5127" y="1471"/>
                  <a:pt x="7362" y="1571"/>
                  <a:pt x="9130" y="1804"/>
                </a:cubicBezTo>
                <a:cubicBezTo>
                  <a:pt x="9597" y="1871"/>
                  <a:pt x="10031" y="1871"/>
                  <a:pt x="10498" y="2005"/>
                </a:cubicBezTo>
                <a:cubicBezTo>
                  <a:pt x="10731" y="2071"/>
                  <a:pt x="10965" y="2105"/>
                  <a:pt x="11198" y="2171"/>
                </a:cubicBezTo>
                <a:cubicBezTo>
                  <a:pt x="11465" y="2238"/>
                  <a:pt x="11665" y="2305"/>
                  <a:pt x="11932" y="2371"/>
                </a:cubicBezTo>
                <a:cubicBezTo>
                  <a:pt x="12166" y="2405"/>
                  <a:pt x="12366" y="2538"/>
                  <a:pt x="12633" y="2638"/>
                </a:cubicBezTo>
                <a:cubicBezTo>
                  <a:pt x="12833" y="2738"/>
                  <a:pt x="13100" y="2805"/>
                  <a:pt x="13300" y="2905"/>
                </a:cubicBezTo>
                <a:cubicBezTo>
                  <a:pt x="13700" y="3172"/>
                  <a:pt x="14167" y="3372"/>
                  <a:pt x="14501" y="3639"/>
                </a:cubicBezTo>
                <a:cubicBezTo>
                  <a:pt x="14701" y="3739"/>
                  <a:pt x="14868" y="3873"/>
                  <a:pt x="15035" y="4006"/>
                </a:cubicBezTo>
                <a:cubicBezTo>
                  <a:pt x="15201" y="4106"/>
                  <a:pt x="15368" y="4239"/>
                  <a:pt x="15502" y="4373"/>
                </a:cubicBezTo>
                <a:cubicBezTo>
                  <a:pt x="15735" y="4606"/>
                  <a:pt x="16035" y="4840"/>
                  <a:pt x="16202" y="5040"/>
                </a:cubicBezTo>
                <a:cubicBezTo>
                  <a:pt x="16636" y="5440"/>
                  <a:pt x="16836" y="5707"/>
                  <a:pt x="16836" y="5707"/>
                </a:cubicBezTo>
                <a:cubicBezTo>
                  <a:pt x="16875" y="5738"/>
                  <a:pt x="16919" y="5751"/>
                  <a:pt x="16962" y="5751"/>
                </a:cubicBezTo>
                <a:cubicBezTo>
                  <a:pt x="17105" y="5751"/>
                  <a:pt x="17238" y="5609"/>
                  <a:pt x="17136" y="5507"/>
                </a:cubicBezTo>
                <a:cubicBezTo>
                  <a:pt x="17136" y="5507"/>
                  <a:pt x="16936" y="5240"/>
                  <a:pt x="16536" y="4807"/>
                </a:cubicBezTo>
                <a:cubicBezTo>
                  <a:pt x="16369" y="4540"/>
                  <a:pt x="16135" y="4340"/>
                  <a:pt x="15835" y="4039"/>
                </a:cubicBezTo>
                <a:cubicBezTo>
                  <a:pt x="15668" y="3906"/>
                  <a:pt x="15535" y="3739"/>
                  <a:pt x="15368" y="3639"/>
                </a:cubicBezTo>
                <a:cubicBezTo>
                  <a:pt x="15201" y="3506"/>
                  <a:pt x="15001" y="3339"/>
                  <a:pt x="14834" y="3205"/>
                </a:cubicBezTo>
                <a:cubicBezTo>
                  <a:pt x="14467" y="2905"/>
                  <a:pt x="14034" y="2672"/>
                  <a:pt x="13600" y="2405"/>
                </a:cubicBezTo>
                <a:cubicBezTo>
                  <a:pt x="13367" y="2305"/>
                  <a:pt x="13133" y="2205"/>
                  <a:pt x="12866" y="2071"/>
                </a:cubicBezTo>
                <a:cubicBezTo>
                  <a:pt x="12633" y="1971"/>
                  <a:pt x="12366" y="1871"/>
                  <a:pt x="12132" y="1804"/>
                </a:cubicBezTo>
                <a:lnTo>
                  <a:pt x="11365" y="1538"/>
                </a:lnTo>
                <a:cubicBezTo>
                  <a:pt x="11132" y="1471"/>
                  <a:pt x="10865" y="1404"/>
                  <a:pt x="10631" y="1371"/>
                </a:cubicBezTo>
                <a:cubicBezTo>
                  <a:pt x="10131" y="1237"/>
                  <a:pt x="9664" y="1204"/>
                  <a:pt x="9197" y="1137"/>
                </a:cubicBezTo>
                <a:cubicBezTo>
                  <a:pt x="7429" y="904"/>
                  <a:pt x="5161" y="904"/>
                  <a:pt x="3360" y="670"/>
                </a:cubicBezTo>
                <a:cubicBezTo>
                  <a:pt x="2492" y="537"/>
                  <a:pt x="1692" y="370"/>
                  <a:pt x="1158" y="237"/>
                </a:cubicBezTo>
                <a:cubicBezTo>
                  <a:pt x="624" y="70"/>
                  <a:pt x="291" y="3"/>
                  <a:pt x="291" y="3"/>
                </a:cubicBezTo>
                <a:cubicBezTo>
                  <a:pt x="281" y="1"/>
                  <a:pt x="271" y="0"/>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19" name="Google Shape;2719;p23"/>
          <p:cNvSpPr/>
          <p:nvPr/>
        </p:nvSpPr>
        <p:spPr>
          <a:xfrm>
            <a:off x="3187343" y="4938124"/>
            <a:ext cx="389153" cy="110430"/>
          </a:xfrm>
          <a:custGeom>
            <a:avLst/>
            <a:gdLst/>
            <a:ahLst/>
            <a:cxnLst/>
            <a:rect l="l" t="t" r="r" b="b"/>
            <a:pathLst>
              <a:path w="16094" h="4567" extrusionOk="0">
                <a:moveTo>
                  <a:pt x="4528" y="0"/>
                </a:moveTo>
                <a:cubicBezTo>
                  <a:pt x="4523" y="0"/>
                  <a:pt x="4519" y="7"/>
                  <a:pt x="4519" y="30"/>
                </a:cubicBezTo>
                <a:lnTo>
                  <a:pt x="4319" y="297"/>
                </a:lnTo>
                <a:cubicBezTo>
                  <a:pt x="4185" y="463"/>
                  <a:pt x="4085" y="630"/>
                  <a:pt x="3985" y="797"/>
                </a:cubicBezTo>
                <a:cubicBezTo>
                  <a:pt x="3685" y="1231"/>
                  <a:pt x="3352" y="1631"/>
                  <a:pt x="3051" y="1998"/>
                </a:cubicBezTo>
                <a:cubicBezTo>
                  <a:pt x="2484" y="2732"/>
                  <a:pt x="1750" y="3165"/>
                  <a:pt x="1217" y="3265"/>
                </a:cubicBezTo>
                <a:lnTo>
                  <a:pt x="850" y="3265"/>
                </a:lnTo>
                <a:cubicBezTo>
                  <a:pt x="716" y="3265"/>
                  <a:pt x="650" y="3232"/>
                  <a:pt x="550" y="3232"/>
                </a:cubicBezTo>
                <a:cubicBezTo>
                  <a:pt x="416" y="3165"/>
                  <a:pt x="349" y="3132"/>
                  <a:pt x="349" y="3132"/>
                </a:cubicBezTo>
                <a:cubicBezTo>
                  <a:pt x="334" y="3126"/>
                  <a:pt x="319" y="3123"/>
                  <a:pt x="304" y="3123"/>
                </a:cubicBezTo>
                <a:cubicBezTo>
                  <a:pt x="150" y="3123"/>
                  <a:pt x="0" y="3405"/>
                  <a:pt x="183" y="3465"/>
                </a:cubicBezTo>
                <a:lnTo>
                  <a:pt x="416" y="3599"/>
                </a:lnTo>
                <a:cubicBezTo>
                  <a:pt x="516" y="3632"/>
                  <a:pt x="650" y="3632"/>
                  <a:pt x="750" y="3666"/>
                </a:cubicBezTo>
                <a:lnTo>
                  <a:pt x="1217" y="3666"/>
                </a:lnTo>
                <a:cubicBezTo>
                  <a:pt x="1550" y="3632"/>
                  <a:pt x="1984" y="3499"/>
                  <a:pt x="2351" y="3265"/>
                </a:cubicBezTo>
                <a:cubicBezTo>
                  <a:pt x="2718" y="3065"/>
                  <a:pt x="3085" y="2732"/>
                  <a:pt x="3418" y="2331"/>
                </a:cubicBezTo>
                <a:cubicBezTo>
                  <a:pt x="3752" y="1964"/>
                  <a:pt x="4085" y="1564"/>
                  <a:pt x="4419" y="1130"/>
                </a:cubicBezTo>
                <a:lnTo>
                  <a:pt x="4552" y="964"/>
                </a:lnTo>
                <a:lnTo>
                  <a:pt x="4552" y="1030"/>
                </a:lnTo>
                <a:lnTo>
                  <a:pt x="4686" y="1130"/>
                </a:lnTo>
                <a:lnTo>
                  <a:pt x="4986" y="1431"/>
                </a:lnTo>
                <a:cubicBezTo>
                  <a:pt x="5386" y="1864"/>
                  <a:pt x="5853" y="2231"/>
                  <a:pt x="6354" y="2465"/>
                </a:cubicBezTo>
                <a:cubicBezTo>
                  <a:pt x="6854" y="2732"/>
                  <a:pt x="7421" y="2898"/>
                  <a:pt x="7988" y="2898"/>
                </a:cubicBezTo>
                <a:cubicBezTo>
                  <a:pt x="8522" y="2898"/>
                  <a:pt x="9089" y="2765"/>
                  <a:pt x="9589" y="2565"/>
                </a:cubicBezTo>
                <a:cubicBezTo>
                  <a:pt x="10090" y="2365"/>
                  <a:pt x="10657" y="2098"/>
                  <a:pt x="11090" y="1798"/>
                </a:cubicBezTo>
                <a:cubicBezTo>
                  <a:pt x="11224" y="1731"/>
                  <a:pt x="11357" y="1698"/>
                  <a:pt x="11491" y="1597"/>
                </a:cubicBezTo>
                <a:lnTo>
                  <a:pt x="11557" y="1564"/>
                </a:lnTo>
                <a:lnTo>
                  <a:pt x="11591" y="1564"/>
                </a:lnTo>
                <a:cubicBezTo>
                  <a:pt x="11610" y="1564"/>
                  <a:pt x="11618" y="1559"/>
                  <a:pt x="11624" y="1559"/>
                </a:cubicBezTo>
                <a:cubicBezTo>
                  <a:pt x="11638" y="1559"/>
                  <a:pt x="11638" y="1593"/>
                  <a:pt x="11758" y="1831"/>
                </a:cubicBezTo>
                <a:cubicBezTo>
                  <a:pt x="12024" y="2331"/>
                  <a:pt x="12325" y="2798"/>
                  <a:pt x="12591" y="3232"/>
                </a:cubicBezTo>
                <a:cubicBezTo>
                  <a:pt x="12925" y="3632"/>
                  <a:pt x="13259" y="3966"/>
                  <a:pt x="13692" y="4233"/>
                </a:cubicBezTo>
                <a:cubicBezTo>
                  <a:pt x="14093" y="4466"/>
                  <a:pt x="14526" y="4566"/>
                  <a:pt x="14860" y="4566"/>
                </a:cubicBezTo>
                <a:cubicBezTo>
                  <a:pt x="15227" y="4566"/>
                  <a:pt x="15494" y="4533"/>
                  <a:pt x="15660" y="4466"/>
                </a:cubicBezTo>
                <a:cubicBezTo>
                  <a:pt x="15827" y="4433"/>
                  <a:pt x="15894" y="4399"/>
                  <a:pt x="15894" y="4399"/>
                </a:cubicBezTo>
                <a:cubicBezTo>
                  <a:pt x="16094" y="4299"/>
                  <a:pt x="15994" y="4033"/>
                  <a:pt x="15727" y="3966"/>
                </a:cubicBezTo>
                <a:cubicBezTo>
                  <a:pt x="15727" y="3966"/>
                  <a:pt x="15660" y="4033"/>
                  <a:pt x="15494" y="4066"/>
                </a:cubicBezTo>
                <a:cubicBezTo>
                  <a:pt x="15327" y="4066"/>
                  <a:pt x="15093" y="4099"/>
                  <a:pt x="14826" y="4099"/>
                </a:cubicBezTo>
                <a:cubicBezTo>
                  <a:pt x="14526" y="4066"/>
                  <a:pt x="14226" y="3966"/>
                  <a:pt x="13892" y="3766"/>
                </a:cubicBezTo>
                <a:cubicBezTo>
                  <a:pt x="13559" y="3566"/>
                  <a:pt x="13259" y="3232"/>
                  <a:pt x="13025" y="2865"/>
                </a:cubicBezTo>
                <a:cubicBezTo>
                  <a:pt x="12758" y="2431"/>
                  <a:pt x="12525" y="1964"/>
                  <a:pt x="12325" y="1531"/>
                </a:cubicBezTo>
                <a:cubicBezTo>
                  <a:pt x="12225" y="1397"/>
                  <a:pt x="12191" y="1231"/>
                  <a:pt x="12091" y="1064"/>
                </a:cubicBezTo>
                <a:lnTo>
                  <a:pt x="11924" y="730"/>
                </a:lnTo>
                <a:lnTo>
                  <a:pt x="11891" y="630"/>
                </a:lnTo>
                <a:lnTo>
                  <a:pt x="11891" y="597"/>
                </a:lnTo>
                <a:cubicBezTo>
                  <a:pt x="11891" y="586"/>
                  <a:pt x="11887" y="582"/>
                  <a:pt x="11882" y="582"/>
                </a:cubicBezTo>
                <a:cubicBezTo>
                  <a:pt x="11872" y="582"/>
                  <a:pt x="11858" y="597"/>
                  <a:pt x="11858" y="597"/>
                </a:cubicBezTo>
                <a:lnTo>
                  <a:pt x="11691" y="697"/>
                </a:lnTo>
                <a:lnTo>
                  <a:pt x="11090" y="1030"/>
                </a:lnTo>
                <a:cubicBezTo>
                  <a:pt x="11024" y="1097"/>
                  <a:pt x="10890" y="1130"/>
                  <a:pt x="10757" y="1231"/>
                </a:cubicBezTo>
                <a:cubicBezTo>
                  <a:pt x="9856" y="1731"/>
                  <a:pt x="8855" y="2131"/>
                  <a:pt x="8022" y="2131"/>
                </a:cubicBezTo>
                <a:cubicBezTo>
                  <a:pt x="7188" y="2131"/>
                  <a:pt x="6220" y="1698"/>
                  <a:pt x="5486" y="930"/>
                </a:cubicBezTo>
                <a:cubicBezTo>
                  <a:pt x="5386" y="864"/>
                  <a:pt x="5253" y="764"/>
                  <a:pt x="5186" y="697"/>
                </a:cubicBezTo>
                <a:lnTo>
                  <a:pt x="4753" y="230"/>
                </a:lnTo>
                <a:lnTo>
                  <a:pt x="4652" y="96"/>
                </a:lnTo>
                <a:lnTo>
                  <a:pt x="4552" y="30"/>
                </a:lnTo>
                <a:cubicBezTo>
                  <a:pt x="4552" y="30"/>
                  <a:pt x="4538" y="0"/>
                  <a:pt x="45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20" name="Google Shape;2720;p23"/>
          <p:cNvSpPr/>
          <p:nvPr/>
        </p:nvSpPr>
        <p:spPr>
          <a:xfrm flipH="1">
            <a:off x="4395008" y="4373670"/>
            <a:ext cx="353969" cy="101250"/>
          </a:xfrm>
          <a:custGeom>
            <a:avLst/>
            <a:gdLst/>
            <a:ahLst/>
            <a:cxnLst/>
            <a:rect l="l" t="t" r="r" b="b"/>
            <a:pathLst>
              <a:path w="15711" h="4494" extrusionOk="0">
                <a:moveTo>
                  <a:pt x="12157" y="0"/>
                </a:moveTo>
                <a:lnTo>
                  <a:pt x="12124" y="67"/>
                </a:lnTo>
                <a:cubicBezTo>
                  <a:pt x="11957" y="301"/>
                  <a:pt x="11824" y="467"/>
                  <a:pt x="11657" y="668"/>
                </a:cubicBezTo>
                <a:cubicBezTo>
                  <a:pt x="11557" y="734"/>
                  <a:pt x="11490" y="868"/>
                  <a:pt x="11390" y="968"/>
                </a:cubicBezTo>
                <a:lnTo>
                  <a:pt x="11290" y="1068"/>
                </a:lnTo>
                <a:lnTo>
                  <a:pt x="11023" y="1335"/>
                </a:lnTo>
                <a:cubicBezTo>
                  <a:pt x="10289" y="2002"/>
                  <a:pt x="9355" y="2402"/>
                  <a:pt x="8521" y="2569"/>
                </a:cubicBezTo>
                <a:cubicBezTo>
                  <a:pt x="8388" y="2636"/>
                  <a:pt x="8321" y="2636"/>
                  <a:pt x="8188" y="2669"/>
                </a:cubicBezTo>
                <a:cubicBezTo>
                  <a:pt x="8054" y="2702"/>
                  <a:pt x="7988" y="2702"/>
                  <a:pt x="7854" y="2702"/>
                </a:cubicBezTo>
                <a:cubicBezTo>
                  <a:pt x="7776" y="2714"/>
                  <a:pt x="7699" y="2717"/>
                  <a:pt x="7621" y="2717"/>
                </a:cubicBezTo>
                <a:cubicBezTo>
                  <a:pt x="7465" y="2717"/>
                  <a:pt x="7309" y="2702"/>
                  <a:pt x="7154" y="2702"/>
                </a:cubicBezTo>
                <a:cubicBezTo>
                  <a:pt x="6687" y="2669"/>
                  <a:pt x="6186" y="2536"/>
                  <a:pt x="5786" y="2335"/>
                </a:cubicBezTo>
                <a:cubicBezTo>
                  <a:pt x="5553" y="2235"/>
                  <a:pt x="5352" y="2069"/>
                  <a:pt x="5152" y="1969"/>
                </a:cubicBezTo>
                <a:cubicBezTo>
                  <a:pt x="4986" y="1835"/>
                  <a:pt x="4785" y="1668"/>
                  <a:pt x="4619" y="1502"/>
                </a:cubicBezTo>
                <a:cubicBezTo>
                  <a:pt x="4485" y="1368"/>
                  <a:pt x="4385" y="1235"/>
                  <a:pt x="4285" y="1135"/>
                </a:cubicBezTo>
                <a:lnTo>
                  <a:pt x="4052" y="868"/>
                </a:lnTo>
                <a:lnTo>
                  <a:pt x="4018" y="801"/>
                </a:lnTo>
                <a:cubicBezTo>
                  <a:pt x="4018" y="794"/>
                  <a:pt x="4017" y="792"/>
                  <a:pt x="4015" y="792"/>
                </a:cubicBezTo>
                <a:cubicBezTo>
                  <a:pt x="4006" y="792"/>
                  <a:pt x="3985" y="834"/>
                  <a:pt x="3985" y="834"/>
                </a:cubicBezTo>
                <a:lnTo>
                  <a:pt x="3851" y="968"/>
                </a:lnTo>
                <a:lnTo>
                  <a:pt x="3651" y="1201"/>
                </a:lnTo>
                <a:lnTo>
                  <a:pt x="3484" y="1368"/>
                </a:lnTo>
                <a:cubicBezTo>
                  <a:pt x="3384" y="1468"/>
                  <a:pt x="3318" y="1502"/>
                  <a:pt x="3218" y="1602"/>
                </a:cubicBezTo>
                <a:cubicBezTo>
                  <a:pt x="2517" y="2069"/>
                  <a:pt x="1650" y="2069"/>
                  <a:pt x="1049" y="2302"/>
                </a:cubicBezTo>
                <a:cubicBezTo>
                  <a:pt x="482" y="2469"/>
                  <a:pt x="149" y="2669"/>
                  <a:pt x="149" y="2669"/>
                </a:cubicBezTo>
                <a:cubicBezTo>
                  <a:pt x="0" y="2788"/>
                  <a:pt x="117" y="3013"/>
                  <a:pt x="262" y="3013"/>
                </a:cubicBezTo>
                <a:cubicBezTo>
                  <a:pt x="279" y="3013"/>
                  <a:pt x="298" y="3010"/>
                  <a:pt x="316" y="3003"/>
                </a:cubicBezTo>
                <a:cubicBezTo>
                  <a:pt x="316" y="3003"/>
                  <a:pt x="582" y="2836"/>
                  <a:pt x="1149" y="2702"/>
                </a:cubicBezTo>
                <a:cubicBezTo>
                  <a:pt x="1416" y="2669"/>
                  <a:pt x="1750" y="2636"/>
                  <a:pt x="2184" y="2536"/>
                </a:cubicBezTo>
                <a:cubicBezTo>
                  <a:pt x="2584" y="2502"/>
                  <a:pt x="3051" y="2369"/>
                  <a:pt x="3518" y="2069"/>
                </a:cubicBezTo>
                <a:cubicBezTo>
                  <a:pt x="3706" y="1974"/>
                  <a:pt x="3984" y="1732"/>
                  <a:pt x="3987" y="1732"/>
                </a:cubicBezTo>
                <a:lnTo>
                  <a:pt x="3987" y="1732"/>
                </a:lnTo>
                <a:cubicBezTo>
                  <a:pt x="3988" y="1732"/>
                  <a:pt x="3987" y="1733"/>
                  <a:pt x="3985" y="1735"/>
                </a:cubicBezTo>
                <a:lnTo>
                  <a:pt x="4018" y="1802"/>
                </a:lnTo>
                <a:cubicBezTo>
                  <a:pt x="4052" y="1802"/>
                  <a:pt x="4018" y="1802"/>
                  <a:pt x="4052" y="1835"/>
                </a:cubicBezTo>
                <a:lnTo>
                  <a:pt x="4185" y="2002"/>
                </a:lnTo>
                <a:cubicBezTo>
                  <a:pt x="4385" y="2202"/>
                  <a:pt x="4619" y="2436"/>
                  <a:pt x="4819" y="2569"/>
                </a:cubicBezTo>
                <a:cubicBezTo>
                  <a:pt x="5019" y="2769"/>
                  <a:pt x="5286" y="2903"/>
                  <a:pt x="5519" y="3036"/>
                </a:cubicBezTo>
                <a:cubicBezTo>
                  <a:pt x="5986" y="3303"/>
                  <a:pt x="6553" y="3436"/>
                  <a:pt x="7120" y="3503"/>
                </a:cubicBezTo>
                <a:cubicBezTo>
                  <a:pt x="7276" y="3503"/>
                  <a:pt x="7461" y="3518"/>
                  <a:pt x="7637" y="3518"/>
                </a:cubicBezTo>
                <a:cubicBezTo>
                  <a:pt x="7725" y="3518"/>
                  <a:pt x="7810" y="3514"/>
                  <a:pt x="7888" y="3503"/>
                </a:cubicBezTo>
                <a:cubicBezTo>
                  <a:pt x="8021" y="3470"/>
                  <a:pt x="8154" y="3470"/>
                  <a:pt x="8288" y="3470"/>
                </a:cubicBezTo>
                <a:cubicBezTo>
                  <a:pt x="8388" y="3436"/>
                  <a:pt x="8521" y="3436"/>
                  <a:pt x="8655" y="3370"/>
                </a:cubicBezTo>
                <a:cubicBezTo>
                  <a:pt x="9589" y="3203"/>
                  <a:pt x="10590" y="2669"/>
                  <a:pt x="11423" y="1935"/>
                </a:cubicBezTo>
                <a:cubicBezTo>
                  <a:pt x="11557" y="1835"/>
                  <a:pt x="11657" y="1702"/>
                  <a:pt x="11724" y="1635"/>
                </a:cubicBezTo>
                <a:lnTo>
                  <a:pt x="11857" y="1468"/>
                </a:lnTo>
                <a:lnTo>
                  <a:pt x="11890" y="1435"/>
                </a:lnTo>
                <a:cubicBezTo>
                  <a:pt x="11957" y="1435"/>
                  <a:pt x="11957" y="1468"/>
                  <a:pt x="11957" y="1468"/>
                </a:cubicBezTo>
                <a:lnTo>
                  <a:pt x="11957" y="1502"/>
                </a:lnTo>
                <a:cubicBezTo>
                  <a:pt x="11957" y="1535"/>
                  <a:pt x="11957" y="1502"/>
                  <a:pt x="11991" y="1602"/>
                </a:cubicBezTo>
                <a:cubicBezTo>
                  <a:pt x="12024" y="1702"/>
                  <a:pt x="12091" y="1835"/>
                  <a:pt x="12157" y="1969"/>
                </a:cubicBezTo>
                <a:cubicBezTo>
                  <a:pt x="12291" y="2169"/>
                  <a:pt x="12458" y="2369"/>
                  <a:pt x="12624" y="2602"/>
                </a:cubicBezTo>
                <a:cubicBezTo>
                  <a:pt x="13325" y="3303"/>
                  <a:pt x="14125" y="3670"/>
                  <a:pt x="14626" y="3970"/>
                </a:cubicBezTo>
                <a:cubicBezTo>
                  <a:pt x="15126" y="4270"/>
                  <a:pt x="15393" y="4470"/>
                  <a:pt x="15393" y="4470"/>
                </a:cubicBezTo>
                <a:cubicBezTo>
                  <a:pt x="15420" y="4486"/>
                  <a:pt x="15446" y="4494"/>
                  <a:pt x="15472" y="4494"/>
                </a:cubicBezTo>
                <a:cubicBezTo>
                  <a:pt x="15606" y="4494"/>
                  <a:pt x="15711" y="4289"/>
                  <a:pt x="15626" y="4037"/>
                </a:cubicBezTo>
                <a:cubicBezTo>
                  <a:pt x="15626" y="4037"/>
                  <a:pt x="15326" y="3803"/>
                  <a:pt x="14826" y="3470"/>
                </a:cubicBezTo>
                <a:cubicBezTo>
                  <a:pt x="14359" y="3136"/>
                  <a:pt x="13625" y="2769"/>
                  <a:pt x="13025" y="2069"/>
                </a:cubicBezTo>
                <a:cubicBezTo>
                  <a:pt x="12891" y="1902"/>
                  <a:pt x="12791" y="1735"/>
                  <a:pt x="12658" y="1535"/>
                </a:cubicBezTo>
                <a:cubicBezTo>
                  <a:pt x="12624" y="1401"/>
                  <a:pt x="12558" y="1335"/>
                  <a:pt x="12524" y="1201"/>
                </a:cubicBezTo>
                <a:lnTo>
                  <a:pt x="12458" y="901"/>
                </a:lnTo>
                <a:cubicBezTo>
                  <a:pt x="12391" y="801"/>
                  <a:pt x="12357" y="701"/>
                  <a:pt x="12324" y="568"/>
                </a:cubicBezTo>
                <a:lnTo>
                  <a:pt x="12191" y="234"/>
                </a:lnTo>
                <a:lnTo>
                  <a:pt x="12157" y="67"/>
                </a:lnTo>
                <a:lnTo>
                  <a:pt x="12157" y="34"/>
                </a:lnTo>
                <a:lnTo>
                  <a:pt x="1215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2721" name="Google Shape;2721;p23"/>
          <p:cNvGrpSpPr/>
          <p:nvPr/>
        </p:nvGrpSpPr>
        <p:grpSpPr>
          <a:xfrm>
            <a:off x="340859" y="4650501"/>
            <a:ext cx="744752" cy="317042"/>
            <a:chOff x="-1377541" y="1119951"/>
            <a:chExt cx="744752" cy="317042"/>
          </a:xfrm>
        </p:grpSpPr>
        <p:sp>
          <p:nvSpPr>
            <p:cNvPr id="2722" name="Google Shape;2722;p23"/>
            <p:cNvSpPr/>
            <p:nvPr/>
          </p:nvSpPr>
          <p:spPr>
            <a:xfrm flipH="1">
              <a:off x="-1048467" y="1177920"/>
              <a:ext cx="415679" cy="246140"/>
            </a:xfrm>
            <a:custGeom>
              <a:avLst/>
              <a:gdLst/>
              <a:ahLst/>
              <a:cxnLst/>
              <a:rect l="l" t="t" r="r" b="b"/>
              <a:pathLst>
                <a:path w="18450" h="10925" extrusionOk="0">
                  <a:moveTo>
                    <a:pt x="6115" y="0"/>
                  </a:moveTo>
                  <a:cubicBezTo>
                    <a:pt x="6078" y="0"/>
                    <a:pt x="6041" y="3"/>
                    <a:pt x="6004" y="9"/>
                  </a:cubicBezTo>
                  <a:lnTo>
                    <a:pt x="5671" y="9"/>
                  </a:lnTo>
                  <a:lnTo>
                    <a:pt x="5371" y="42"/>
                  </a:lnTo>
                  <a:cubicBezTo>
                    <a:pt x="5171" y="109"/>
                    <a:pt x="4937" y="143"/>
                    <a:pt x="4770" y="209"/>
                  </a:cubicBezTo>
                  <a:cubicBezTo>
                    <a:pt x="4603" y="276"/>
                    <a:pt x="4403" y="343"/>
                    <a:pt x="4237" y="443"/>
                  </a:cubicBezTo>
                  <a:cubicBezTo>
                    <a:pt x="4070" y="476"/>
                    <a:pt x="3903" y="610"/>
                    <a:pt x="3736" y="710"/>
                  </a:cubicBezTo>
                  <a:cubicBezTo>
                    <a:pt x="3569" y="810"/>
                    <a:pt x="3436" y="976"/>
                    <a:pt x="3336" y="1110"/>
                  </a:cubicBezTo>
                  <a:cubicBezTo>
                    <a:pt x="3202" y="1210"/>
                    <a:pt x="3069" y="1343"/>
                    <a:pt x="3002" y="1510"/>
                  </a:cubicBezTo>
                  <a:cubicBezTo>
                    <a:pt x="2602" y="2111"/>
                    <a:pt x="2335" y="2678"/>
                    <a:pt x="2068" y="3178"/>
                  </a:cubicBezTo>
                  <a:cubicBezTo>
                    <a:pt x="1835" y="3678"/>
                    <a:pt x="1568" y="4045"/>
                    <a:pt x="1268" y="4346"/>
                  </a:cubicBezTo>
                  <a:cubicBezTo>
                    <a:pt x="1201" y="4379"/>
                    <a:pt x="1168" y="4479"/>
                    <a:pt x="1068" y="4512"/>
                  </a:cubicBezTo>
                  <a:cubicBezTo>
                    <a:pt x="1001" y="4546"/>
                    <a:pt x="934" y="4612"/>
                    <a:pt x="867" y="4646"/>
                  </a:cubicBezTo>
                  <a:cubicBezTo>
                    <a:pt x="734" y="4712"/>
                    <a:pt x="601" y="4779"/>
                    <a:pt x="534" y="4813"/>
                  </a:cubicBezTo>
                  <a:cubicBezTo>
                    <a:pt x="334" y="4879"/>
                    <a:pt x="200" y="4879"/>
                    <a:pt x="200" y="4879"/>
                  </a:cubicBezTo>
                  <a:cubicBezTo>
                    <a:pt x="9" y="4943"/>
                    <a:pt x="1" y="5282"/>
                    <a:pt x="234" y="5282"/>
                  </a:cubicBezTo>
                  <a:cubicBezTo>
                    <a:pt x="244" y="5282"/>
                    <a:pt x="256" y="5281"/>
                    <a:pt x="267" y="5280"/>
                  </a:cubicBezTo>
                  <a:cubicBezTo>
                    <a:pt x="267" y="5280"/>
                    <a:pt x="400" y="5280"/>
                    <a:pt x="667" y="5179"/>
                  </a:cubicBezTo>
                  <a:cubicBezTo>
                    <a:pt x="767" y="5146"/>
                    <a:pt x="901" y="5146"/>
                    <a:pt x="1068" y="5013"/>
                  </a:cubicBezTo>
                  <a:cubicBezTo>
                    <a:pt x="1168" y="4979"/>
                    <a:pt x="1234" y="4879"/>
                    <a:pt x="1334" y="4846"/>
                  </a:cubicBezTo>
                  <a:cubicBezTo>
                    <a:pt x="1401" y="4779"/>
                    <a:pt x="1501" y="4712"/>
                    <a:pt x="1568" y="4646"/>
                  </a:cubicBezTo>
                  <a:cubicBezTo>
                    <a:pt x="1902" y="4346"/>
                    <a:pt x="2202" y="3879"/>
                    <a:pt x="2502" y="3378"/>
                  </a:cubicBezTo>
                  <a:cubicBezTo>
                    <a:pt x="2769" y="2878"/>
                    <a:pt x="3069" y="2311"/>
                    <a:pt x="3436" y="1810"/>
                  </a:cubicBezTo>
                  <a:cubicBezTo>
                    <a:pt x="3536" y="1677"/>
                    <a:pt x="3669" y="1544"/>
                    <a:pt x="3736" y="1443"/>
                  </a:cubicBezTo>
                  <a:cubicBezTo>
                    <a:pt x="3870" y="1343"/>
                    <a:pt x="4003" y="1210"/>
                    <a:pt x="4103" y="1143"/>
                  </a:cubicBezTo>
                  <a:cubicBezTo>
                    <a:pt x="4237" y="1043"/>
                    <a:pt x="4370" y="943"/>
                    <a:pt x="4537" y="876"/>
                  </a:cubicBezTo>
                  <a:cubicBezTo>
                    <a:pt x="4670" y="843"/>
                    <a:pt x="4837" y="776"/>
                    <a:pt x="5004" y="710"/>
                  </a:cubicBezTo>
                  <a:cubicBezTo>
                    <a:pt x="5319" y="615"/>
                    <a:pt x="5641" y="550"/>
                    <a:pt x="5942" y="550"/>
                  </a:cubicBezTo>
                  <a:cubicBezTo>
                    <a:pt x="6280" y="550"/>
                    <a:pt x="6592" y="632"/>
                    <a:pt x="6838" y="843"/>
                  </a:cubicBezTo>
                  <a:cubicBezTo>
                    <a:pt x="7072" y="1043"/>
                    <a:pt x="7239" y="1343"/>
                    <a:pt x="7405" y="1644"/>
                  </a:cubicBezTo>
                  <a:cubicBezTo>
                    <a:pt x="7572" y="1944"/>
                    <a:pt x="7706" y="2277"/>
                    <a:pt x="7872" y="2611"/>
                  </a:cubicBezTo>
                  <a:cubicBezTo>
                    <a:pt x="8206" y="3211"/>
                    <a:pt x="8573" y="3945"/>
                    <a:pt x="9173" y="4379"/>
                  </a:cubicBezTo>
                  <a:cubicBezTo>
                    <a:pt x="9407" y="4646"/>
                    <a:pt x="9774" y="4813"/>
                    <a:pt x="10174" y="4946"/>
                  </a:cubicBezTo>
                  <a:cubicBezTo>
                    <a:pt x="10443" y="4995"/>
                    <a:pt x="10729" y="5026"/>
                    <a:pt x="11034" y="5026"/>
                  </a:cubicBezTo>
                  <a:cubicBezTo>
                    <a:pt x="11145" y="5026"/>
                    <a:pt x="11259" y="5022"/>
                    <a:pt x="11375" y="5013"/>
                  </a:cubicBezTo>
                  <a:cubicBezTo>
                    <a:pt x="12176" y="4946"/>
                    <a:pt x="12909" y="4612"/>
                    <a:pt x="13543" y="4546"/>
                  </a:cubicBezTo>
                  <a:cubicBezTo>
                    <a:pt x="13877" y="4546"/>
                    <a:pt x="14110" y="4646"/>
                    <a:pt x="14344" y="4846"/>
                  </a:cubicBezTo>
                  <a:cubicBezTo>
                    <a:pt x="14577" y="5046"/>
                    <a:pt x="14744" y="5346"/>
                    <a:pt x="14877" y="5680"/>
                  </a:cubicBezTo>
                  <a:cubicBezTo>
                    <a:pt x="15011" y="6013"/>
                    <a:pt x="15111" y="6347"/>
                    <a:pt x="15211" y="6681"/>
                  </a:cubicBezTo>
                  <a:cubicBezTo>
                    <a:pt x="15278" y="6981"/>
                    <a:pt x="15344" y="7314"/>
                    <a:pt x="15378" y="7648"/>
                  </a:cubicBezTo>
                  <a:cubicBezTo>
                    <a:pt x="15445" y="8315"/>
                    <a:pt x="15545" y="8949"/>
                    <a:pt x="15745" y="9516"/>
                  </a:cubicBezTo>
                  <a:cubicBezTo>
                    <a:pt x="15912" y="10083"/>
                    <a:pt x="16245" y="10617"/>
                    <a:pt x="16745" y="10817"/>
                  </a:cubicBezTo>
                  <a:cubicBezTo>
                    <a:pt x="16950" y="10899"/>
                    <a:pt x="17132" y="10925"/>
                    <a:pt x="17294" y="10925"/>
                  </a:cubicBezTo>
                  <a:cubicBezTo>
                    <a:pt x="17529" y="10925"/>
                    <a:pt x="17722" y="10870"/>
                    <a:pt x="17880" y="10850"/>
                  </a:cubicBezTo>
                  <a:lnTo>
                    <a:pt x="18247" y="10717"/>
                  </a:lnTo>
                  <a:cubicBezTo>
                    <a:pt x="18449" y="10641"/>
                    <a:pt x="18421" y="10449"/>
                    <a:pt x="18279" y="10449"/>
                  </a:cubicBezTo>
                  <a:cubicBezTo>
                    <a:pt x="18234" y="10449"/>
                    <a:pt x="18177" y="10469"/>
                    <a:pt x="18113" y="10517"/>
                  </a:cubicBezTo>
                  <a:cubicBezTo>
                    <a:pt x="18113" y="10517"/>
                    <a:pt x="18013" y="10550"/>
                    <a:pt x="17780" y="10617"/>
                  </a:cubicBezTo>
                  <a:cubicBezTo>
                    <a:pt x="17690" y="10632"/>
                    <a:pt x="17581" y="10647"/>
                    <a:pt x="17457" y="10647"/>
                  </a:cubicBezTo>
                  <a:cubicBezTo>
                    <a:pt x="17304" y="10647"/>
                    <a:pt x="17130" y="10624"/>
                    <a:pt x="16946" y="10550"/>
                  </a:cubicBezTo>
                  <a:cubicBezTo>
                    <a:pt x="16612" y="10450"/>
                    <a:pt x="16379" y="10016"/>
                    <a:pt x="16212" y="9516"/>
                  </a:cubicBezTo>
                  <a:cubicBezTo>
                    <a:pt x="16045" y="9016"/>
                    <a:pt x="16012" y="8382"/>
                    <a:pt x="15912" y="7715"/>
                  </a:cubicBezTo>
                  <a:cubicBezTo>
                    <a:pt x="15878" y="7381"/>
                    <a:pt x="15845" y="7014"/>
                    <a:pt x="15745" y="6647"/>
                  </a:cubicBezTo>
                  <a:cubicBezTo>
                    <a:pt x="15678" y="6280"/>
                    <a:pt x="15578" y="5947"/>
                    <a:pt x="15411" y="5546"/>
                  </a:cubicBezTo>
                  <a:cubicBezTo>
                    <a:pt x="15278" y="5213"/>
                    <a:pt x="15078" y="4846"/>
                    <a:pt x="14777" y="4512"/>
                  </a:cubicBezTo>
                  <a:cubicBezTo>
                    <a:pt x="14611" y="4379"/>
                    <a:pt x="14410" y="4212"/>
                    <a:pt x="14210" y="4145"/>
                  </a:cubicBezTo>
                  <a:cubicBezTo>
                    <a:pt x="14010" y="4045"/>
                    <a:pt x="13743" y="4012"/>
                    <a:pt x="13543" y="4012"/>
                  </a:cubicBezTo>
                  <a:cubicBezTo>
                    <a:pt x="13110" y="4012"/>
                    <a:pt x="12743" y="4145"/>
                    <a:pt x="12376" y="4212"/>
                  </a:cubicBezTo>
                  <a:cubicBezTo>
                    <a:pt x="12009" y="4312"/>
                    <a:pt x="11675" y="4379"/>
                    <a:pt x="11342" y="4446"/>
                  </a:cubicBezTo>
                  <a:cubicBezTo>
                    <a:pt x="11260" y="4454"/>
                    <a:pt x="11179" y="4458"/>
                    <a:pt x="11099" y="4458"/>
                  </a:cubicBezTo>
                  <a:cubicBezTo>
                    <a:pt x="10549" y="4458"/>
                    <a:pt x="10023" y="4265"/>
                    <a:pt x="9674" y="3945"/>
                  </a:cubicBezTo>
                  <a:cubicBezTo>
                    <a:pt x="9207" y="3545"/>
                    <a:pt x="8873" y="2978"/>
                    <a:pt x="8540" y="2344"/>
                  </a:cubicBezTo>
                  <a:cubicBezTo>
                    <a:pt x="8373" y="2011"/>
                    <a:pt x="8239" y="1677"/>
                    <a:pt x="8039" y="1343"/>
                  </a:cubicBezTo>
                  <a:cubicBezTo>
                    <a:pt x="7839" y="1010"/>
                    <a:pt x="7606" y="676"/>
                    <a:pt x="7239" y="376"/>
                  </a:cubicBezTo>
                  <a:cubicBezTo>
                    <a:pt x="7172" y="343"/>
                    <a:pt x="7072" y="276"/>
                    <a:pt x="6938" y="209"/>
                  </a:cubicBezTo>
                  <a:cubicBezTo>
                    <a:pt x="6872" y="176"/>
                    <a:pt x="6772" y="143"/>
                    <a:pt x="6672" y="109"/>
                  </a:cubicBezTo>
                  <a:cubicBezTo>
                    <a:pt x="6454" y="55"/>
                    <a:pt x="6280" y="0"/>
                    <a:pt x="61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23" name="Google Shape;2723;p23"/>
            <p:cNvSpPr/>
            <p:nvPr/>
          </p:nvSpPr>
          <p:spPr>
            <a:xfrm flipH="1">
              <a:off x="-1377541" y="1119951"/>
              <a:ext cx="370483" cy="268670"/>
            </a:xfrm>
            <a:custGeom>
              <a:avLst/>
              <a:gdLst/>
              <a:ahLst/>
              <a:cxnLst/>
              <a:rect l="l" t="t" r="r" b="b"/>
              <a:pathLst>
                <a:path w="16444" h="11925" extrusionOk="0">
                  <a:moveTo>
                    <a:pt x="5749" y="1"/>
                  </a:moveTo>
                  <a:cubicBezTo>
                    <a:pt x="5525" y="1"/>
                    <a:pt x="5304" y="29"/>
                    <a:pt x="5104" y="47"/>
                  </a:cubicBezTo>
                  <a:cubicBezTo>
                    <a:pt x="4904" y="80"/>
                    <a:pt x="4670" y="114"/>
                    <a:pt x="4503" y="147"/>
                  </a:cubicBezTo>
                  <a:cubicBezTo>
                    <a:pt x="4336" y="214"/>
                    <a:pt x="4136" y="314"/>
                    <a:pt x="3970" y="414"/>
                  </a:cubicBezTo>
                  <a:cubicBezTo>
                    <a:pt x="3269" y="848"/>
                    <a:pt x="2902" y="1548"/>
                    <a:pt x="2635" y="2115"/>
                  </a:cubicBezTo>
                  <a:cubicBezTo>
                    <a:pt x="2402" y="2716"/>
                    <a:pt x="2235" y="3283"/>
                    <a:pt x="2001" y="3783"/>
                  </a:cubicBezTo>
                  <a:cubicBezTo>
                    <a:pt x="1801" y="4283"/>
                    <a:pt x="1601" y="4717"/>
                    <a:pt x="1334" y="4950"/>
                  </a:cubicBezTo>
                  <a:cubicBezTo>
                    <a:pt x="1101" y="5217"/>
                    <a:pt x="834" y="5284"/>
                    <a:pt x="634" y="5317"/>
                  </a:cubicBezTo>
                  <a:lnTo>
                    <a:pt x="334" y="5317"/>
                  </a:lnTo>
                  <a:cubicBezTo>
                    <a:pt x="100" y="5317"/>
                    <a:pt x="0" y="5651"/>
                    <a:pt x="300" y="5718"/>
                  </a:cubicBezTo>
                  <a:lnTo>
                    <a:pt x="667" y="5718"/>
                  </a:lnTo>
                  <a:cubicBezTo>
                    <a:pt x="934" y="5718"/>
                    <a:pt x="1301" y="5618"/>
                    <a:pt x="1635" y="5284"/>
                  </a:cubicBezTo>
                  <a:cubicBezTo>
                    <a:pt x="2302" y="4650"/>
                    <a:pt x="2602" y="3483"/>
                    <a:pt x="3102" y="2382"/>
                  </a:cubicBezTo>
                  <a:cubicBezTo>
                    <a:pt x="3336" y="1782"/>
                    <a:pt x="3669" y="1248"/>
                    <a:pt x="4236" y="948"/>
                  </a:cubicBezTo>
                  <a:cubicBezTo>
                    <a:pt x="4336" y="881"/>
                    <a:pt x="4470" y="848"/>
                    <a:pt x="4637" y="781"/>
                  </a:cubicBezTo>
                  <a:cubicBezTo>
                    <a:pt x="4770" y="747"/>
                    <a:pt x="4937" y="747"/>
                    <a:pt x="5104" y="714"/>
                  </a:cubicBezTo>
                  <a:cubicBezTo>
                    <a:pt x="5437" y="714"/>
                    <a:pt x="5737" y="714"/>
                    <a:pt x="6004" y="781"/>
                  </a:cubicBezTo>
                  <a:cubicBezTo>
                    <a:pt x="6571" y="948"/>
                    <a:pt x="6972" y="1448"/>
                    <a:pt x="7272" y="2048"/>
                  </a:cubicBezTo>
                  <a:cubicBezTo>
                    <a:pt x="7572" y="2615"/>
                    <a:pt x="7806" y="3249"/>
                    <a:pt x="8106" y="3816"/>
                  </a:cubicBezTo>
                  <a:cubicBezTo>
                    <a:pt x="8239" y="4083"/>
                    <a:pt x="8439" y="4383"/>
                    <a:pt x="8506" y="4483"/>
                  </a:cubicBezTo>
                  <a:lnTo>
                    <a:pt x="8506" y="4450"/>
                  </a:lnTo>
                  <a:cubicBezTo>
                    <a:pt x="8640" y="4584"/>
                    <a:pt x="8740" y="4750"/>
                    <a:pt x="8840" y="4884"/>
                  </a:cubicBezTo>
                  <a:cubicBezTo>
                    <a:pt x="8973" y="4984"/>
                    <a:pt x="9107" y="5117"/>
                    <a:pt x="9273" y="5251"/>
                  </a:cubicBezTo>
                  <a:cubicBezTo>
                    <a:pt x="9574" y="5451"/>
                    <a:pt x="9940" y="5618"/>
                    <a:pt x="10307" y="5718"/>
                  </a:cubicBezTo>
                  <a:cubicBezTo>
                    <a:pt x="11075" y="5884"/>
                    <a:pt x="11775" y="5784"/>
                    <a:pt x="12342" y="5918"/>
                  </a:cubicBezTo>
                  <a:cubicBezTo>
                    <a:pt x="12642" y="5985"/>
                    <a:pt x="12909" y="6118"/>
                    <a:pt x="13109" y="6285"/>
                  </a:cubicBezTo>
                  <a:cubicBezTo>
                    <a:pt x="13310" y="6485"/>
                    <a:pt x="13510" y="6752"/>
                    <a:pt x="13643" y="6985"/>
                  </a:cubicBezTo>
                  <a:cubicBezTo>
                    <a:pt x="13943" y="7519"/>
                    <a:pt x="14010" y="8086"/>
                    <a:pt x="14010" y="8653"/>
                  </a:cubicBezTo>
                  <a:cubicBezTo>
                    <a:pt x="14010" y="9254"/>
                    <a:pt x="13943" y="9854"/>
                    <a:pt x="14110" y="10388"/>
                  </a:cubicBezTo>
                  <a:cubicBezTo>
                    <a:pt x="14143" y="10521"/>
                    <a:pt x="14244" y="10621"/>
                    <a:pt x="14277" y="10755"/>
                  </a:cubicBezTo>
                  <a:cubicBezTo>
                    <a:pt x="14310" y="10888"/>
                    <a:pt x="14410" y="10988"/>
                    <a:pt x="14477" y="11088"/>
                  </a:cubicBezTo>
                  <a:cubicBezTo>
                    <a:pt x="14644" y="11255"/>
                    <a:pt x="14811" y="11422"/>
                    <a:pt x="14977" y="11522"/>
                  </a:cubicBezTo>
                  <a:cubicBezTo>
                    <a:pt x="15144" y="11589"/>
                    <a:pt x="15311" y="11689"/>
                    <a:pt x="15444" y="11722"/>
                  </a:cubicBezTo>
                  <a:cubicBezTo>
                    <a:pt x="15611" y="11755"/>
                    <a:pt x="15745" y="11822"/>
                    <a:pt x="15811" y="11822"/>
                  </a:cubicBezTo>
                  <a:cubicBezTo>
                    <a:pt x="15978" y="11889"/>
                    <a:pt x="16112" y="11922"/>
                    <a:pt x="16112" y="11922"/>
                  </a:cubicBezTo>
                  <a:cubicBezTo>
                    <a:pt x="16129" y="11924"/>
                    <a:pt x="16145" y="11925"/>
                    <a:pt x="16161" y="11925"/>
                  </a:cubicBezTo>
                  <a:cubicBezTo>
                    <a:pt x="16415" y="11925"/>
                    <a:pt x="16443" y="11679"/>
                    <a:pt x="16412" y="11522"/>
                  </a:cubicBezTo>
                  <a:cubicBezTo>
                    <a:pt x="16412" y="11522"/>
                    <a:pt x="16278" y="11455"/>
                    <a:pt x="16112" y="11422"/>
                  </a:cubicBezTo>
                  <a:cubicBezTo>
                    <a:pt x="15978" y="11388"/>
                    <a:pt x="15911" y="11322"/>
                    <a:pt x="15778" y="11288"/>
                  </a:cubicBezTo>
                  <a:cubicBezTo>
                    <a:pt x="15645" y="11255"/>
                    <a:pt x="15478" y="11188"/>
                    <a:pt x="15344" y="11088"/>
                  </a:cubicBezTo>
                  <a:cubicBezTo>
                    <a:pt x="15078" y="10921"/>
                    <a:pt x="14777" y="10621"/>
                    <a:pt x="14677" y="10221"/>
                  </a:cubicBezTo>
                  <a:cubicBezTo>
                    <a:pt x="14611" y="9787"/>
                    <a:pt x="14644" y="9254"/>
                    <a:pt x="14677" y="8686"/>
                  </a:cubicBezTo>
                  <a:cubicBezTo>
                    <a:pt x="14677" y="8053"/>
                    <a:pt x="14644" y="7352"/>
                    <a:pt x="14310" y="6718"/>
                  </a:cubicBezTo>
                  <a:cubicBezTo>
                    <a:pt x="14177" y="6418"/>
                    <a:pt x="13977" y="6118"/>
                    <a:pt x="13676" y="5851"/>
                  </a:cubicBezTo>
                  <a:cubicBezTo>
                    <a:pt x="13410" y="5584"/>
                    <a:pt x="13009" y="5384"/>
                    <a:pt x="12642" y="5284"/>
                  </a:cubicBezTo>
                  <a:cubicBezTo>
                    <a:pt x="11909" y="5117"/>
                    <a:pt x="11175" y="5151"/>
                    <a:pt x="10608" y="5051"/>
                  </a:cubicBezTo>
                  <a:cubicBezTo>
                    <a:pt x="10007" y="4884"/>
                    <a:pt x="9574" y="4550"/>
                    <a:pt x="9273" y="4050"/>
                  </a:cubicBezTo>
                  <a:lnTo>
                    <a:pt x="9273" y="4016"/>
                  </a:lnTo>
                  <a:cubicBezTo>
                    <a:pt x="9173" y="3883"/>
                    <a:pt x="9006" y="3683"/>
                    <a:pt x="8906" y="3416"/>
                  </a:cubicBezTo>
                  <a:cubicBezTo>
                    <a:pt x="8606" y="2882"/>
                    <a:pt x="8339" y="2249"/>
                    <a:pt x="8006" y="1615"/>
                  </a:cubicBezTo>
                  <a:cubicBezTo>
                    <a:pt x="7839" y="1348"/>
                    <a:pt x="7639" y="1014"/>
                    <a:pt x="7339" y="714"/>
                  </a:cubicBezTo>
                  <a:cubicBezTo>
                    <a:pt x="7239" y="581"/>
                    <a:pt x="7072" y="447"/>
                    <a:pt x="6905" y="347"/>
                  </a:cubicBezTo>
                  <a:cubicBezTo>
                    <a:pt x="6671" y="214"/>
                    <a:pt x="6505" y="114"/>
                    <a:pt x="6305" y="80"/>
                  </a:cubicBezTo>
                  <a:cubicBezTo>
                    <a:pt x="6123" y="20"/>
                    <a:pt x="5935" y="1"/>
                    <a:pt x="57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24" name="Google Shape;2724;p23"/>
            <p:cNvSpPr/>
            <p:nvPr/>
          </p:nvSpPr>
          <p:spPr>
            <a:xfrm flipH="1">
              <a:off x="-781600" y="1201419"/>
              <a:ext cx="27059" cy="11288"/>
            </a:xfrm>
            <a:custGeom>
              <a:avLst/>
              <a:gdLst/>
              <a:ahLst/>
              <a:cxnLst/>
              <a:rect l="l" t="t" r="r" b="b"/>
              <a:pathLst>
                <a:path w="1201" h="501" extrusionOk="0">
                  <a:moveTo>
                    <a:pt x="634" y="0"/>
                  </a:moveTo>
                  <a:cubicBezTo>
                    <a:pt x="500" y="0"/>
                    <a:pt x="334" y="0"/>
                    <a:pt x="200" y="34"/>
                  </a:cubicBezTo>
                  <a:cubicBezTo>
                    <a:pt x="100" y="100"/>
                    <a:pt x="0" y="134"/>
                    <a:pt x="0" y="134"/>
                  </a:cubicBezTo>
                  <a:lnTo>
                    <a:pt x="33" y="400"/>
                  </a:lnTo>
                  <a:cubicBezTo>
                    <a:pt x="33" y="400"/>
                    <a:pt x="133" y="400"/>
                    <a:pt x="267" y="434"/>
                  </a:cubicBezTo>
                  <a:cubicBezTo>
                    <a:pt x="367" y="467"/>
                    <a:pt x="500" y="501"/>
                    <a:pt x="600" y="501"/>
                  </a:cubicBezTo>
                  <a:lnTo>
                    <a:pt x="1101" y="501"/>
                  </a:lnTo>
                  <a:cubicBezTo>
                    <a:pt x="1134" y="501"/>
                    <a:pt x="1201" y="300"/>
                    <a:pt x="1168" y="267"/>
                  </a:cubicBezTo>
                  <a:cubicBezTo>
                    <a:pt x="1168" y="267"/>
                    <a:pt x="1134" y="200"/>
                    <a:pt x="1001" y="134"/>
                  </a:cubicBezTo>
                  <a:cubicBezTo>
                    <a:pt x="934" y="100"/>
                    <a:pt x="767" y="0"/>
                    <a:pt x="6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25" name="Google Shape;2725;p23"/>
            <p:cNvSpPr/>
            <p:nvPr/>
          </p:nvSpPr>
          <p:spPr>
            <a:xfrm flipH="1">
              <a:off x="-788381" y="1220953"/>
              <a:ext cx="27847" cy="12189"/>
            </a:xfrm>
            <a:custGeom>
              <a:avLst/>
              <a:gdLst/>
              <a:ahLst/>
              <a:cxnLst/>
              <a:rect l="l" t="t" r="r" b="b"/>
              <a:pathLst>
                <a:path w="1236" h="541" extrusionOk="0">
                  <a:moveTo>
                    <a:pt x="568" y="0"/>
                  </a:moveTo>
                  <a:cubicBezTo>
                    <a:pt x="368" y="67"/>
                    <a:pt x="1" y="234"/>
                    <a:pt x="1" y="234"/>
                  </a:cubicBezTo>
                  <a:lnTo>
                    <a:pt x="34" y="467"/>
                  </a:lnTo>
                  <a:cubicBezTo>
                    <a:pt x="34" y="467"/>
                    <a:pt x="304" y="541"/>
                    <a:pt x="549" y="541"/>
                  </a:cubicBezTo>
                  <a:cubicBezTo>
                    <a:pt x="590" y="541"/>
                    <a:pt x="630" y="539"/>
                    <a:pt x="668" y="534"/>
                  </a:cubicBezTo>
                  <a:cubicBezTo>
                    <a:pt x="868" y="467"/>
                    <a:pt x="1235" y="367"/>
                    <a:pt x="1235" y="367"/>
                  </a:cubicBezTo>
                  <a:lnTo>
                    <a:pt x="1235" y="101"/>
                  </a:lnTo>
                  <a:cubicBezTo>
                    <a:pt x="1235" y="101"/>
                    <a:pt x="835" y="0"/>
                    <a:pt x="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26" name="Google Shape;2726;p23"/>
            <p:cNvSpPr/>
            <p:nvPr/>
          </p:nvSpPr>
          <p:spPr>
            <a:xfrm flipH="1">
              <a:off x="-798137" y="1245758"/>
              <a:ext cx="28568" cy="14599"/>
            </a:xfrm>
            <a:custGeom>
              <a:avLst/>
              <a:gdLst/>
              <a:ahLst/>
              <a:cxnLst/>
              <a:rect l="l" t="t" r="r" b="b"/>
              <a:pathLst>
                <a:path w="1268" h="648" extrusionOk="0">
                  <a:moveTo>
                    <a:pt x="1134" y="0"/>
                  </a:moveTo>
                  <a:cubicBezTo>
                    <a:pt x="1134" y="0"/>
                    <a:pt x="1034" y="0"/>
                    <a:pt x="934" y="34"/>
                  </a:cubicBezTo>
                  <a:cubicBezTo>
                    <a:pt x="801" y="100"/>
                    <a:pt x="634" y="100"/>
                    <a:pt x="534" y="134"/>
                  </a:cubicBezTo>
                  <a:cubicBezTo>
                    <a:pt x="467" y="167"/>
                    <a:pt x="334" y="267"/>
                    <a:pt x="200" y="300"/>
                  </a:cubicBezTo>
                  <a:cubicBezTo>
                    <a:pt x="100" y="334"/>
                    <a:pt x="0" y="367"/>
                    <a:pt x="0" y="367"/>
                  </a:cubicBezTo>
                  <a:lnTo>
                    <a:pt x="34" y="634"/>
                  </a:lnTo>
                  <a:lnTo>
                    <a:pt x="300" y="634"/>
                  </a:lnTo>
                  <a:cubicBezTo>
                    <a:pt x="340" y="644"/>
                    <a:pt x="381" y="648"/>
                    <a:pt x="424" y="648"/>
                  </a:cubicBezTo>
                  <a:cubicBezTo>
                    <a:pt x="526" y="648"/>
                    <a:pt x="630" y="624"/>
                    <a:pt x="701" y="601"/>
                  </a:cubicBezTo>
                  <a:cubicBezTo>
                    <a:pt x="834" y="534"/>
                    <a:pt x="1001" y="467"/>
                    <a:pt x="1101" y="367"/>
                  </a:cubicBezTo>
                  <a:lnTo>
                    <a:pt x="1268" y="200"/>
                  </a:lnTo>
                  <a:lnTo>
                    <a:pt x="11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27" name="Google Shape;2727;p23"/>
            <p:cNvSpPr/>
            <p:nvPr/>
          </p:nvSpPr>
          <p:spPr>
            <a:xfrm flipH="1">
              <a:off x="-815417" y="1261529"/>
              <a:ext cx="33840" cy="21066"/>
            </a:xfrm>
            <a:custGeom>
              <a:avLst/>
              <a:gdLst/>
              <a:ahLst/>
              <a:cxnLst/>
              <a:rect l="l" t="t" r="r" b="b"/>
              <a:pathLst>
                <a:path w="1502" h="935" extrusionOk="0">
                  <a:moveTo>
                    <a:pt x="1435" y="1"/>
                  </a:moveTo>
                  <a:cubicBezTo>
                    <a:pt x="1435" y="1"/>
                    <a:pt x="968" y="134"/>
                    <a:pt x="668" y="268"/>
                  </a:cubicBezTo>
                  <a:cubicBezTo>
                    <a:pt x="435" y="434"/>
                    <a:pt x="68" y="735"/>
                    <a:pt x="68" y="735"/>
                  </a:cubicBezTo>
                  <a:cubicBezTo>
                    <a:pt x="1" y="735"/>
                    <a:pt x="134" y="935"/>
                    <a:pt x="134" y="935"/>
                  </a:cubicBezTo>
                  <a:cubicBezTo>
                    <a:pt x="134" y="935"/>
                    <a:pt x="601" y="801"/>
                    <a:pt x="902" y="668"/>
                  </a:cubicBezTo>
                  <a:cubicBezTo>
                    <a:pt x="1135" y="501"/>
                    <a:pt x="1502" y="234"/>
                    <a:pt x="1502" y="234"/>
                  </a:cubicBezTo>
                  <a:cubicBezTo>
                    <a:pt x="1502" y="168"/>
                    <a:pt x="1435" y="1"/>
                    <a:pt x="14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28" name="Google Shape;2728;p23"/>
            <p:cNvSpPr/>
            <p:nvPr/>
          </p:nvSpPr>
          <p:spPr>
            <a:xfrm flipH="1">
              <a:off x="-816927" y="1290097"/>
              <a:ext cx="16560" cy="12054"/>
            </a:xfrm>
            <a:custGeom>
              <a:avLst/>
              <a:gdLst/>
              <a:ahLst/>
              <a:cxnLst/>
              <a:rect l="l" t="t" r="r" b="b"/>
              <a:pathLst>
                <a:path w="735" h="535" extrusionOk="0">
                  <a:moveTo>
                    <a:pt x="601" y="0"/>
                  </a:moveTo>
                  <a:cubicBezTo>
                    <a:pt x="601" y="0"/>
                    <a:pt x="368" y="0"/>
                    <a:pt x="268" y="67"/>
                  </a:cubicBezTo>
                  <a:cubicBezTo>
                    <a:pt x="168" y="67"/>
                    <a:pt x="134" y="167"/>
                    <a:pt x="101" y="200"/>
                  </a:cubicBezTo>
                  <a:lnTo>
                    <a:pt x="1" y="301"/>
                  </a:lnTo>
                  <a:cubicBezTo>
                    <a:pt x="1" y="334"/>
                    <a:pt x="101" y="534"/>
                    <a:pt x="101" y="534"/>
                  </a:cubicBezTo>
                  <a:lnTo>
                    <a:pt x="201" y="534"/>
                  </a:lnTo>
                  <a:cubicBezTo>
                    <a:pt x="301" y="534"/>
                    <a:pt x="401" y="534"/>
                    <a:pt x="468" y="501"/>
                  </a:cubicBezTo>
                  <a:cubicBezTo>
                    <a:pt x="601" y="401"/>
                    <a:pt x="735" y="200"/>
                    <a:pt x="735" y="200"/>
                  </a:cubicBezTo>
                  <a:cubicBezTo>
                    <a:pt x="735" y="167"/>
                    <a:pt x="601"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29" name="Google Shape;2729;p23"/>
            <p:cNvSpPr/>
            <p:nvPr/>
          </p:nvSpPr>
          <p:spPr>
            <a:xfrm flipH="1">
              <a:off x="-956725" y="1293522"/>
              <a:ext cx="30100" cy="13135"/>
            </a:xfrm>
            <a:custGeom>
              <a:avLst/>
              <a:gdLst/>
              <a:ahLst/>
              <a:cxnLst/>
              <a:rect l="l" t="t" r="r" b="b"/>
              <a:pathLst>
                <a:path w="1336" h="583" extrusionOk="0">
                  <a:moveTo>
                    <a:pt x="934" y="0"/>
                  </a:moveTo>
                  <a:cubicBezTo>
                    <a:pt x="827" y="0"/>
                    <a:pt x="701" y="15"/>
                    <a:pt x="635" y="15"/>
                  </a:cubicBezTo>
                  <a:cubicBezTo>
                    <a:pt x="501" y="48"/>
                    <a:pt x="334" y="149"/>
                    <a:pt x="201" y="215"/>
                  </a:cubicBezTo>
                  <a:cubicBezTo>
                    <a:pt x="68" y="315"/>
                    <a:pt x="1" y="382"/>
                    <a:pt x="1" y="382"/>
                  </a:cubicBezTo>
                  <a:lnTo>
                    <a:pt x="134" y="582"/>
                  </a:lnTo>
                  <a:cubicBezTo>
                    <a:pt x="134" y="582"/>
                    <a:pt x="201" y="582"/>
                    <a:pt x="334" y="549"/>
                  </a:cubicBezTo>
                  <a:cubicBezTo>
                    <a:pt x="468" y="515"/>
                    <a:pt x="568" y="515"/>
                    <a:pt x="701" y="482"/>
                  </a:cubicBezTo>
                  <a:cubicBezTo>
                    <a:pt x="835" y="482"/>
                    <a:pt x="968" y="382"/>
                    <a:pt x="1068" y="382"/>
                  </a:cubicBezTo>
                  <a:cubicBezTo>
                    <a:pt x="1202" y="382"/>
                    <a:pt x="1302" y="349"/>
                    <a:pt x="1302" y="349"/>
                  </a:cubicBezTo>
                  <a:cubicBezTo>
                    <a:pt x="1302" y="315"/>
                    <a:pt x="1335" y="82"/>
                    <a:pt x="1335" y="82"/>
                  </a:cubicBezTo>
                  <a:lnTo>
                    <a:pt x="1068" y="15"/>
                  </a:lnTo>
                  <a:cubicBezTo>
                    <a:pt x="1035" y="4"/>
                    <a:pt x="987" y="0"/>
                    <a:pt x="9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30" name="Google Shape;2730;p23"/>
            <p:cNvSpPr/>
            <p:nvPr/>
          </p:nvSpPr>
          <p:spPr>
            <a:xfrm flipH="1">
              <a:off x="-956725" y="1321662"/>
              <a:ext cx="33840" cy="13541"/>
            </a:xfrm>
            <a:custGeom>
              <a:avLst/>
              <a:gdLst/>
              <a:ahLst/>
              <a:cxnLst/>
              <a:rect l="l" t="t" r="r" b="b"/>
              <a:pathLst>
                <a:path w="1502" h="601" extrusionOk="0">
                  <a:moveTo>
                    <a:pt x="1401" y="0"/>
                  </a:moveTo>
                  <a:cubicBezTo>
                    <a:pt x="1401" y="0"/>
                    <a:pt x="967" y="0"/>
                    <a:pt x="667" y="100"/>
                  </a:cubicBezTo>
                  <a:cubicBezTo>
                    <a:pt x="400" y="134"/>
                    <a:pt x="0" y="334"/>
                    <a:pt x="0" y="334"/>
                  </a:cubicBezTo>
                  <a:lnTo>
                    <a:pt x="33" y="601"/>
                  </a:lnTo>
                  <a:cubicBezTo>
                    <a:pt x="33" y="601"/>
                    <a:pt x="500" y="601"/>
                    <a:pt x="801" y="567"/>
                  </a:cubicBezTo>
                  <a:cubicBezTo>
                    <a:pt x="1067" y="501"/>
                    <a:pt x="1501" y="267"/>
                    <a:pt x="1501" y="267"/>
                  </a:cubicBezTo>
                  <a:cubicBezTo>
                    <a:pt x="1501" y="234"/>
                    <a:pt x="1468" y="67"/>
                    <a:pt x="14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31" name="Google Shape;2731;p23"/>
            <p:cNvSpPr/>
            <p:nvPr/>
          </p:nvSpPr>
          <p:spPr>
            <a:xfrm flipH="1">
              <a:off x="-956725" y="1349892"/>
              <a:ext cx="24828" cy="11197"/>
            </a:xfrm>
            <a:custGeom>
              <a:avLst/>
              <a:gdLst/>
              <a:ahLst/>
              <a:cxnLst/>
              <a:rect l="l" t="t" r="r" b="b"/>
              <a:pathLst>
                <a:path w="1102" h="497" extrusionOk="0">
                  <a:moveTo>
                    <a:pt x="728" y="0"/>
                  </a:moveTo>
                  <a:cubicBezTo>
                    <a:pt x="649" y="0"/>
                    <a:pt x="567" y="4"/>
                    <a:pt x="501" y="15"/>
                  </a:cubicBezTo>
                  <a:cubicBezTo>
                    <a:pt x="301" y="48"/>
                    <a:pt x="0" y="215"/>
                    <a:pt x="0" y="215"/>
                  </a:cubicBezTo>
                  <a:lnTo>
                    <a:pt x="67" y="482"/>
                  </a:lnTo>
                  <a:cubicBezTo>
                    <a:pt x="67" y="482"/>
                    <a:pt x="215" y="497"/>
                    <a:pt x="373" y="497"/>
                  </a:cubicBezTo>
                  <a:cubicBezTo>
                    <a:pt x="453" y="497"/>
                    <a:pt x="534" y="493"/>
                    <a:pt x="601" y="482"/>
                  </a:cubicBezTo>
                  <a:cubicBezTo>
                    <a:pt x="801" y="415"/>
                    <a:pt x="1101" y="248"/>
                    <a:pt x="1101" y="248"/>
                  </a:cubicBezTo>
                  <a:cubicBezTo>
                    <a:pt x="1101" y="248"/>
                    <a:pt x="1068" y="48"/>
                    <a:pt x="1034" y="15"/>
                  </a:cubicBezTo>
                  <a:cubicBezTo>
                    <a:pt x="1034" y="15"/>
                    <a:pt x="886"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32" name="Google Shape;2732;p23"/>
            <p:cNvSpPr/>
            <p:nvPr/>
          </p:nvSpPr>
          <p:spPr>
            <a:xfrm flipH="1">
              <a:off x="-958212" y="1372016"/>
              <a:ext cx="19556" cy="12797"/>
            </a:xfrm>
            <a:custGeom>
              <a:avLst/>
              <a:gdLst/>
              <a:ahLst/>
              <a:cxnLst/>
              <a:rect l="l" t="t" r="r" b="b"/>
              <a:pathLst>
                <a:path w="868" h="568" extrusionOk="0">
                  <a:moveTo>
                    <a:pt x="768" y="0"/>
                  </a:moveTo>
                  <a:cubicBezTo>
                    <a:pt x="768" y="0"/>
                    <a:pt x="468" y="34"/>
                    <a:pt x="334" y="67"/>
                  </a:cubicBezTo>
                  <a:cubicBezTo>
                    <a:pt x="201" y="167"/>
                    <a:pt x="1" y="267"/>
                    <a:pt x="1" y="267"/>
                  </a:cubicBezTo>
                  <a:lnTo>
                    <a:pt x="1" y="534"/>
                  </a:lnTo>
                  <a:cubicBezTo>
                    <a:pt x="1" y="534"/>
                    <a:pt x="34" y="567"/>
                    <a:pt x="167" y="567"/>
                  </a:cubicBezTo>
                  <a:cubicBezTo>
                    <a:pt x="301" y="567"/>
                    <a:pt x="434" y="567"/>
                    <a:pt x="501" y="534"/>
                  </a:cubicBezTo>
                  <a:cubicBezTo>
                    <a:pt x="668" y="434"/>
                    <a:pt x="868" y="234"/>
                    <a:pt x="868" y="234"/>
                  </a:cubicBezTo>
                  <a:cubicBezTo>
                    <a:pt x="868" y="234"/>
                    <a:pt x="801" y="34"/>
                    <a:pt x="7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33" name="Google Shape;2733;p23"/>
            <p:cNvSpPr/>
            <p:nvPr/>
          </p:nvSpPr>
          <p:spPr>
            <a:xfrm flipH="1">
              <a:off x="-967247" y="1393059"/>
              <a:ext cx="24085" cy="22553"/>
            </a:xfrm>
            <a:custGeom>
              <a:avLst/>
              <a:gdLst/>
              <a:ahLst/>
              <a:cxnLst/>
              <a:rect l="l" t="t" r="r" b="b"/>
              <a:pathLst>
                <a:path w="1069" h="1001" extrusionOk="0">
                  <a:moveTo>
                    <a:pt x="935" y="0"/>
                  </a:moveTo>
                  <a:cubicBezTo>
                    <a:pt x="935" y="0"/>
                    <a:pt x="835" y="67"/>
                    <a:pt x="735" y="100"/>
                  </a:cubicBezTo>
                  <a:cubicBezTo>
                    <a:pt x="601" y="134"/>
                    <a:pt x="434" y="234"/>
                    <a:pt x="334" y="300"/>
                  </a:cubicBezTo>
                  <a:cubicBezTo>
                    <a:pt x="268" y="434"/>
                    <a:pt x="134" y="567"/>
                    <a:pt x="101" y="667"/>
                  </a:cubicBezTo>
                  <a:cubicBezTo>
                    <a:pt x="67" y="801"/>
                    <a:pt x="1" y="901"/>
                    <a:pt x="1" y="901"/>
                  </a:cubicBezTo>
                  <a:lnTo>
                    <a:pt x="234" y="1001"/>
                  </a:lnTo>
                  <a:cubicBezTo>
                    <a:pt x="234" y="1001"/>
                    <a:pt x="301" y="968"/>
                    <a:pt x="401" y="901"/>
                  </a:cubicBezTo>
                  <a:cubicBezTo>
                    <a:pt x="468" y="801"/>
                    <a:pt x="601" y="767"/>
                    <a:pt x="668" y="667"/>
                  </a:cubicBezTo>
                  <a:cubicBezTo>
                    <a:pt x="768" y="634"/>
                    <a:pt x="835" y="501"/>
                    <a:pt x="935" y="434"/>
                  </a:cubicBezTo>
                  <a:cubicBezTo>
                    <a:pt x="968" y="334"/>
                    <a:pt x="1068" y="267"/>
                    <a:pt x="1068" y="267"/>
                  </a:cubicBezTo>
                  <a:cubicBezTo>
                    <a:pt x="1068" y="267"/>
                    <a:pt x="935" y="10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34" name="Google Shape;2734;p23"/>
            <p:cNvSpPr/>
            <p:nvPr/>
          </p:nvSpPr>
          <p:spPr>
            <a:xfrm flipH="1">
              <a:off x="-976259" y="1425367"/>
              <a:ext cx="12797" cy="11625"/>
            </a:xfrm>
            <a:custGeom>
              <a:avLst/>
              <a:gdLst/>
              <a:ahLst/>
              <a:cxnLst/>
              <a:rect l="l" t="t" r="r" b="b"/>
              <a:pathLst>
                <a:path w="568" h="516" extrusionOk="0">
                  <a:moveTo>
                    <a:pt x="367" y="1"/>
                  </a:moveTo>
                  <a:cubicBezTo>
                    <a:pt x="367" y="34"/>
                    <a:pt x="200" y="34"/>
                    <a:pt x="134" y="34"/>
                  </a:cubicBezTo>
                  <a:lnTo>
                    <a:pt x="0" y="201"/>
                  </a:lnTo>
                  <a:lnTo>
                    <a:pt x="0" y="468"/>
                  </a:lnTo>
                  <a:cubicBezTo>
                    <a:pt x="0" y="468"/>
                    <a:pt x="34" y="468"/>
                    <a:pt x="100" y="501"/>
                  </a:cubicBezTo>
                  <a:cubicBezTo>
                    <a:pt x="134" y="512"/>
                    <a:pt x="163" y="516"/>
                    <a:pt x="192" y="516"/>
                  </a:cubicBezTo>
                  <a:cubicBezTo>
                    <a:pt x="249" y="516"/>
                    <a:pt x="301" y="501"/>
                    <a:pt x="367" y="501"/>
                  </a:cubicBezTo>
                  <a:cubicBezTo>
                    <a:pt x="434" y="468"/>
                    <a:pt x="467" y="401"/>
                    <a:pt x="534" y="334"/>
                  </a:cubicBezTo>
                  <a:cubicBezTo>
                    <a:pt x="567" y="234"/>
                    <a:pt x="567" y="201"/>
                    <a:pt x="567" y="201"/>
                  </a:cubicBezTo>
                  <a:cubicBezTo>
                    <a:pt x="567" y="201"/>
                    <a:pt x="434" y="34"/>
                    <a:pt x="3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35" name="Google Shape;2735;p23"/>
            <p:cNvSpPr/>
            <p:nvPr/>
          </p:nvSpPr>
          <p:spPr>
            <a:xfrm flipH="1">
              <a:off x="-1149852" y="1155571"/>
              <a:ext cx="18813" cy="11288"/>
            </a:xfrm>
            <a:custGeom>
              <a:avLst/>
              <a:gdLst/>
              <a:ahLst/>
              <a:cxnLst/>
              <a:rect l="l" t="t" r="r" b="b"/>
              <a:pathLst>
                <a:path w="835" h="501" extrusionOk="0">
                  <a:moveTo>
                    <a:pt x="468" y="0"/>
                  </a:moveTo>
                  <a:cubicBezTo>
                    <a:pt x="301" y="0"/>
                    <a:pt x="68" y="34"/>
                    <a:pt x="68" y="34"/>
                  </a:cubicBezTo>
                  <a:lnTo>
                    <a:pt x="1" y="301"/>
                  </a:lnTo>
                  <a:cubicBezTo>
                    <a:pt x="1" y="301"/>
                    <a:pt x="234" y="467"/>
                    <a:pt x="401" y="501"/>
                  </a:cubicBezTo>
                  <a:cubicBezTo>
                    <a:pt x="568" y="501"/>
                    <a:pt x="835" y="434"/>
                    <a:pt x="835" y="434"/>
                  </a:cubicBezTo>
                  <a:lnTo>
                    <a:pt x="835" y="167"/>
                  </a:lnTo>
                  <a:cubicBezTo>
                    <a:pt x="835" y="167"/>
                    <a:pt x="601" y="0"/>
                    <a:pt x="4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36" name="Google Shape;2736;p23"/>
            <p:cNvSpPr/>
            <p:nvPr/>
          </p:nvSpPr>
          <p:spPr>
            <a:xfrm flipH="1">
              <a:off x="-1155124" y="1176614"/>
              <a:ext cx="22575" cy="11288"/>
            </a:xfrm>
            <a:custGeom>
              <a:avLst/>
              <a:gdLst/>
              <a:ahLst/>
              <a:cxnLst/>
              <a:rect l="l" t="t" r="r" b="b"/>
              <a:pathLst>
                <a:path w="1002" h="501" extrusionOk="0">
                  <a:moveTo>
                    <a:pt x="501" y="0"/>
                  </a:moveTo>
                  <a:cubicBezTo>
                    <a:pt x="268" y="0"/>
                    <a:pt x="1" y="100"/>
                    <a:pt x="1" y="100"/>
                  </a:cubicBezTo>
                  <a:lnTo>
                    <a:pt x="1" y="367"/>
                  </a:lnTo>
                  <a:cubicBezTo>
                    <a:pt x="1" y="367"/>
                    <a:pt x="268" y="501"/>
                    <a:pt x="501" y="501"/>
                  </a:cubicBezTo>
                  <a:cubicBezTo>
                    <a:pt x="701" y="501"/>
                    <a:pt x="1001" y="367"/>
                    <a:pt x="1001" y="367"/>
                  </a:cubicBezTo>
                  <a:lnTo>
                    <a:pt x="1001" y="100"/>
                  </a:lnTo>
                  <a:cubicBezTo>
                    <a:pt x="1001" y="100"/>
                    <a:pt x="701" y="0"/>
                    <a:pt x="5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37" name="Google Shape;2737;p23"/>
            <p:cNvSpPr/>
            <p:nvPr/>
          </p:nvSpPr>
          <p:spPr>
            <a:xfrm flipH="1">
              <a:off x="-1164902" y="1196913"/>
              <a:ext cx="30844" cy="12031"/>
            </a:xfrm>
            <a:custGeom>
              <a:avLst/>
              <a:gdLst/>
              <a:ahLst/>
              <a:cxnLst/>
              <a:rect l="l" t="t" r="r" b="b"/>
              <a:pathLst>
                <a:path w="1369" h="534" extrusionOk="0">
                  <a:moveTo>
                    <a:pt x="1335" y="0"/>
                  </a:moveTo>
                  <a:cubicBezTo>
                    <a:pt x="1334" y="0"/>
                    <a:pt x="934" y="0"/>
                    <a:pt x="668" y="33"/>
                  </a:cubicBezTo>
                  <a:cubicBezTo>
                    <a:pt x="434" y="100"/>
                    <a:pt x="0" y="200"/>
                    <a:pt x="0" y="200"/>
                  </a:cubicBezTo>
                  <a:lnTo>
                    <a:pt x="0" y="467"/>
                  </a:lnTo>
                  <a:cubicBezTo>
                    <a:pt x="0" y="467"/>
                    <a:pt x="434" y="534"/>
                    <a:pt x="701" y="534"/>
                  </a:cubicBezTo>
                  <a:cubicBezTo>
                    <a:pt x="1001" y="467"/>
                    <a:pt x="1368" y="267"/>
                    <a:pt x="1368" y="267"/>
                  </a:cubicBezTo>
                  <a:cubicBezTo>
                    <a:pt x="1368" y="200"/>
                    <a:pt x="1301" y="0"/>
                    <a:pt x="13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38" name="Google Shape;2738;p23"/>
            <p:cNvSpPr/>
            <p:nvPr/>
          </p:nvSpPr>
          <p:spPr>
            <a:xfrm flipH="1">
              <a:off x="-1171661" y="1220953"/>
              <a:ext cx="27081" cy="12910"/>
            </a:xfrm>
            <a:custGeom>
              <a:avLst/>
              <a:gdLst/>
              <a:ahLst/>
              <a:cxnLst/>
              <a:rect l="l" t="t" r="r" b="b"/>
              <a:pathLst>
                <a:path w="1202" h="573" extrusionOk="0">
                  <a:moveTo>
                    <a:pt x="901" y="0"/>
                  </a:moveTo>
                  <a:cubicBezTo>
                    <a:pt x="851" y="34"/>
                    <a:pt x="784" y="34"/>
                    <a:pt x="718" y="34"/>
                  </a:cubicBezTo>
                  <a:cubicBezTo>
                    <a:pt x="651" y="34"/>
                    <a:pt x="584" y="34"/>
                    <a:pt x="534" y="67"/>
                  </a:cubicBezTo>
                  <a:cubicBezTo>
                    <a:pt x="334" y="101"/>
                    <a:pt x="0" y="234"/>
                    <a:pt x="0" y="234"/>
                  </a:cubicBezTo>
                  <a:lnTo>
                    <a:pt x="0" y="467"/>
                  </a:lnTo>
                  <a:cubicBezTo>
                    <a:pt x="0" y="467"/>
                    <a:pt x="290" y="573"/>
                    <a:pt x="542" y="573"/>
                  </a:cubicBezTo>
                  <a:cubicBezTo>
                    <a:pt x="574" y="573"/>
                    <a:pt x="605" y="571"/>
                    <a:pt x="634" y="568"/>
                  </a:cubicBezTo>
                  <a:cubicBezTo>
                    <a:pt x="734" y="534"/>
                    <a:pt x="868" y="467"/>
                    <a:pt x="1001" y="401"/>
                  </a:cubicBezTo>
                  <a:cubicBezTo>
                    <a:pt x="1135" y="301"/>
                    <a:pt x="1201" y="267"/>
                    <a:pt x="1201" y="267"/>
                  </a:cubicBezTo>
                  <a:cubicBezTo>
                    <a:pt x="1201" y="267"/>
                    <a:pt x="1135" y="67"/>
                    <a:pt x="11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39" name="Google Shape;2739;p23"/>
            <p:cNvSpPr/>
            <p:nvPr/>
          </p:nvSpPr>
          <p:spPr>
            <a:xfrm flipH="1">
              <a:off x="-1186689" y="1238842"/>
              <a:ext cx="20322" cy="11445"/>
            </a:xfrm>
            <a:custGeom>
              <a:avLst/>
              <a:gdLst/>
              <a:ahLst/>
              <a:cxnLst/>
              <a:rect l="l" t="t" r="r" b="b"/>
              <a:pathLst>
                <a:path w="902" h="508" extrusionOk="0">
                  <a:moveTo>
                    <a:pt x="479" y="0"/>
                  </a:moveTo>
                  <a:cubicBezTo>
                    <a:pt x="451" y="0"/>
                    <a:pt x="425" y="2"/>
                    <a:pt x="401" y="7"/>
                  </a:cubicBezTo>
                  <a:cubicBezTo>
                    <a:pt x="234" y="74"/>
                    <a:pt x="1" y="174"/>
                    <a:pt x="1" y="174"/>
                  </a:cubicBezTo>
                  <a:lnTo>
                    <a:pt x="1" y="441"/>
                  </a:lnTo>
                  <a:cubicBezTo>
                    <a:pt x="1" y="441"/>
                    <a:pt x="268" y="507"/>
                    <a:pt x="501" y="507"/>
                  </a:cubicBezTo>
                  <a:cubicBezTo>
                    <a:pt x="635" y="474"/>
                    <a:pt x="901" y="307"/>
                    <a:pt x="901" y="307"/>
                  </a:cubicBezTo>
                  <a:cubicBezTo>
                    <a:pt x="901" y="307"/>
                    <a:pt x="868" y="107"/>
                    <a:pt x="868" y="74"/>
                  </a:cubicBezTo>
                  <a:cubicBezTo>
                    <a:pt x="868" y="74"/>
                    <a:pt x="648" y="0"/>
                    <a:pt x="4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40" name="Google Shape;2740;p23"/>
            <p:cNvSpPr/>
            <p:nvPr/>
          </p:nvSpPr>
          <p:spPr>
            <a:xfrm flipH="1">
              <a:off x="-1296410" y="1268108"/>
              <a:ext cx="20322" cy="12729"/>
            </a:xfrm>
            <a:custGeom>
              <a:avLst/>
              <a:gdLst/>
              <a:ahLst/>
              <a:cxnLst/>
              <a:rect l="l" t="t" r="r" b="b"/>
              <a:pathLst>
                <a:path w="902" h="565" extrusionOk="0">
                  <a:moveTo>
                    <a:pt x="205" y="1"/>
                  </a:moveTo>
                  <a:cubicBezTo>
                    <a:pt x="109" y="1"/>
                    <a:pt x="34" y="9"/>
                    <a:pt x="34" y="9"/>
                  </a:cubicBezTo>
                  <a:lnTo>
                    <a:pt x="1" y="242"/>
                  </a:lnTo>
                  <a:cubicBezTo>
                    <a:pt x="1" y="242"/>
                    <a:pt x="201" y="476"/>
                    <a:pt x="368" y="509"/>
                  </a:cubicBezTo>
                  <a:cubicBezTo>
                    <a:pt x="439" y="552"/>
                    <a:pt x="535" y="564"/>
                    <a:pt x="622" y="564"/>
                  </a:cubicBezTo>
                  <a:cubicBezTo>
                    <a:pt x="737" y="564"/>
                    <a:pt x="835" y="543"/>
                    <a:pt x="835" y="543"/>
                  </a:cubicBezTo>
                  <a:cubicBezTo>
                    <a:pt x="835" y="543"/>
                    <a:pt x="902" y="343"/>
                    <a:pt x="868" y="309"/>
                  </a:cubicBezTo>
                  <a:cubicBezTo>
                    <a:pt x="868" y="309"/>
                    <a:pt x="668" y="109"/>
                    <a:pt x="501" y="42"/>
                  </a:cubicBezTo>
                  <a:cubicBezTo>
                    <a:pt x="418" y="9"/>
                    <a:pt x="301" y="1"/>
                    <a:pt x="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41" name="Google Shape;2741;p23"/>
            <p:cNvSpPr/>
            <p:nvPr/>
          </p:nvSpPr>
          <p:spPr>
            <a:xfrm flipH="1">
              <a:off x="-1299406" y="1295347"/>
              <a:ext cx="26315" cy="11310"/>
            </a:xfrm>
            <a:custGeom>
              <a:avLst/>
              <a:gdLst/>
              <a:ahLst/>
              <a:cxnLst/>
              <a:rect l="l" t="t" r="r" b="b"/>
              <a:pathLst>
                <a:path w="1168" h="502" extrusionOk="0">
                  <a:moveTo>
                    <a:pt x="101" y="1"/>
                  </a:moveTo>
                  <a:cubicBezTo>
                    <a:pt x="101" y="68"/>
                    <a:pt x="0" y="268"/>
                    <a:pt x="0" y="268"/>
                  </a:cubicBezTo>
                  <a:cubicBezTo>
                    <a:pt x="0" y="268"/>
                    <a:pt x="34" y="301"/>
                    <a:pt x="167" y="401"/>
                  </a:cubicBezTo>
                  <a:lnTo>
                    <a:pt x="534" y="501"/>
                  </a:lnTo>
                  <a:cubicBezTo>
                    <a:pt x="668" y="501"/>
                    <a:pt x="834" y="501"/>
                    <a:pt x="968" y="468"/>
                  </a:cubicBezTo>
                  <a:cubicBezTo>
                    <a:pt x="1101" y="434"/>
                    <a:pt x="1168" y="401"/>
                    <a:pt x="1168" y="401"/>
                  </a:cubicBezTo>
                  <a:cubicBezTo>
                    <a:pt x="1168" y="401"/>
                    <a:pt x="1135" y="168"/>
                    <a:pt x="1135" y="134"/>
                  </a:cubicBezTo>
                  <a:cubicBezTo>
                    <a:pt x="1135" y="134"/>
                    <a:pt x="1035" y="134"/>
                    <a:pt x="968" y="101"/>
                  </a:cubicBezTo>
                  <a:cubicBezTo>
                    <a:pt x="834" y="68"/>
                    <a:pt x="701" y="1"/>
                    <a:pt x="6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42" name="Google Shape;2742;p23"/>
            <p:cNvSpPr/>
            <p:nvPr/>
          </p:nvSpPr>
          <p:spPr>
            <a:xfrm flipH="1">
              <a:off x="-1302426" y="1323171"/>
              <a:ext cx="24828" cy="11288"/>
            </a:xfrm>
            <a:custGeom>
              <a:avLst/>
              <a:gdLst/>
              <a:ahLst/>
              <a:cxnLst/>
              <a:rect l="l" t="t" r="r" b="b"/>
              <a:pathLst>
                <a:path w="1102" h="501" extrusionOk="0">
                  <a:moveTo>
                    <a:pt x="501" y="0"/>
                  </a:moveTo>
                  <a:cubicBezTo>
                    <a:pt x="301" y="0"/>
                    <a:pt x="1" y="100"/>
                    <a:pt x="1" y="100"/>
                  </a:cubicBezTo>
                  <a:lnTo>
                    <a:pt x="1" y="367"/>
                  </a:lnTo>
                  <a:cubicBezTo>
                    <a:pt x="1" y="367"/>
                    <a:pt x="334" y="500"/>
                    <a:pt x="568" y="500"/>
                  </a:cubicBezTo>
                  <a:cubicBezTo>
                    <a:pt x="801" y="500"/>
                    <a:pt x="1101" y="300"/>
                    <a:pt x="1101" y="300"/>
                  </a:cubicBezTo>
                  <a:cubicBezTo>
                    <a:pt x="1101" y="300"/>
                    <a:pt x="1068" y="100"/>
                    <a:pt x="1001" y="33"/>
                  </a:cubicBezTo>
                  <a:cubicBezTo>
                    <a:pt x="1001" y="33"/>
                    <a:pt x="668" y="0"/>
                    <a:pt x="5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43" name="Google Shape;2743;p23"/>
            <p:cNvSpPr/>
            <p:nvPr/>
          </p:nvSpPr>
          <p:spPr>
            <a:xfrm flipH="1">
              <a:off x="-1314457" y="1353970"/>
              <a:ext cx="24085" cy="11310"/>
            </a:xfrm>
            <a:custGeom>
              <a:avLst/>
              <a:gdLst/>
              <a:ahLst/>
              <a:cxnLst/>
              <a:rect l="l" t="t" r="r" b="b"/>
              <a:pathLst>
                <a:path w="1069" h="502" extrusionOk="0">
                  <a:moveTo>
                    <a:pt x="534" y="1"/>
                  </a:moveTo>
                  <a:cubicBezTo>
                    <a:pt x="334" y="1"/>
                    <a:pt x="1" y="134"/>
                    <a:pt x="1" y="134"/>
                  </a:cubicBezTo>
                  <a:lnTo>
                    <a:pt x="1" y="368"/>
                  </a:lnTo>
                  <a:cubicBezTo>
                    <a:pt x="1" y="368"/>
                    <a:pt x="334" y="501"/>
                    <a:pt x="534" y="501"/>
                  </a:cubicBezTo>
                  <a:cubicBezTo>
                    <a:pt x="735" y="501"/>
                    <a:pt x="1068" y="368"/>
                    <a:pt x="1068" y="368"/>
                  </a:cubicBezTo>
                  <a:lnTo>
                    <a:pt x="1068" y="134"/>
                  </a:lnTo>
                  <a:cubicBezTo>
                    <a:pt x="1068" y="134"/>
                    <a:pt x="735" y="1"/>
                    <a:pt x="5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2744" name="Google Shape;2744;p23"/>
          <p:cNvGrpSpPr/>
          <p:nvPr/>
        </p:nvGrpSpPr>
        <p:grpSpPr>
          <a:xfrm>
            <a:off x="88909" y="4233497"/>
            <a:ext cx="442512" cy="256076"/>
            <a:chOff x="-1501591" y="1582672"/>
            <a:chExt cx="442512" cy="256076"/>
          </a:xfrm>
        </p:grpSpPr>
        <p:sp>
          <p:nvSpPr>
            <p:cNvPr id="2745" name="Google Shape;2745;p23"/>
            <p:cNvSpPr/>
            <p:nvPr/>
          </p:nvSpPr>
          <p:spPr>
            <a:xfrm flipH="1">
              <a:off x="-1501591" y="1582672"/>
              <a:ext cx="442512" cy="241792"/>
            </a:xfrm>
            <a:custGeom>
              <a:avLst/>
              <a:gdLst/>
              <a:ahLst/>
              <a:cxnLst/>
              <a:rect l="l" t="t" r="r" b="b"/>
              <a:pathLst>
                <a:path w="19641" h="10732" extrusionOk="0">
                  <a:moveTo>
                    <a:pt x="3739" y="0"/>
                  </a:moveTo>
                  <a:cubicBezTo>
                    <a:pt x="3498" y="0"/>
                    <a:pt x="3258" y="30"/>
                    <a:pt x="3028" y="90"/>
                  </a:cubicBezTo>
                  <a:cubicBezTo>
                    <a:pt x="2828" y="190"/>
                    <a:pt x="2661" y="224"/>
                    <a:pt x="2494" y="324"/>
                  </a:cubicBezTo>
                  <a:cubicBezTo>
                    <a:pt x="2328" y="391"/>
                    <a:pt x="2161" y="491"/>
                    <a:pt x="2027" y="591"/>
                  </a:cubicBezTo>
                  <a:cubicBezTo>
                    <a:pt x="1761" y="824"/>
                    <a:pt x="1527" y="1091"/>
                    <a:pt x="1427" y="1391"/>
                  </a:cubicBezTo>
                  <a:cubicBezTo>
                    <a:pt x="1127" y="1992"/>
                    <a:pt x="993" y="2492"/>
                    <a:pt x="827" y="2859"/>
                  </a:cubicBezTo>
                  <a:cubicBezTo>
                    <a:pt x="660" y="3259"/>
                    <a:pt x="493" y="3560"/>
                    <a:pt x="360" y="3726"/>
                  </a:cubicBezTo>
                  <a:cubicBezTo>
                    <a:pt x="293" y="3826"/>
                    <a:pt x="260" y="3893"/>
                    <a:pt x="193" y="3926"/>
                  </a:cubicBezTo>
                  <a:cubicBezTo>
                    <a:pt x="159" y="3993"/>
                    <a:pt x="126" y="3993"/>
                    <a:pt x="126" y="3993"/>
                  </a:cubicBezTo>
                  <a:cubicBezTo>
                    <a:pt x="0" y="4119"/>
                    <a:pt x="65" y="4340"/>
                    <a:pt x="204" y="4340"/>
                  </a:cubicBezTo>
                  <a:cubicBezTo>
                    <a:pt x="249" y="4340"/>
                    <a:pt x="303" y="4317"/>
                    <a:pt x="360" y="4260"/>
                  </a:cubicBezTo>
                  <a:lnTo>
                    <a:pt x="460" y="4193"/>
                  </a:lnTo>
                  <a:lnTo>
                    <a:pt x="660" y="3993"/>
                  </a:lnTo>
                  <a:cubicBezTo>
                    <a:pt x="827" y="3760"/>
                    <a:pt x="1027" y="3493"/>
                    <a:pt x="1194" y="3059"/>
                  </a:cubicBezTo>
                  <a:cubicBezTo>
                    <a:pt x="1427" y="2692"/>
                    <a:pt x="1594" y="2192"/>
                    <a:pt x="1827" y="1692"/>
                  </a:cubicBezTo>
                  <a:cubicBezTo>
                    <a:pt x="1961" y="1491"/>
                    <a:pt x="2128" y="1225"/>
                    <a:pt x="2328" y="1058"/>
                  </a:cubicBezTo>
                  <a:cubicBezTo>
                    <a:pt x="2528" y="891"/>
                    <a:pt x="2828" y="758"/>
                    <a:pt x="3128" y="691"/>
                  </a:cubicBezTo>
                  <a:cubicBezTo>
                    <a:pt x="3289" y="657"/>
                    <a:pt x="3452" y="640"/>
                    <a:pt x="3616" y="640"/>
                  </a:cubicBezTo>
                  <a:cubicBezTo>
                    <a:pt x="4095" y="640"/>
                    <a:pt x="4573" y="784"/>
                    <a:pt x="4996" y="1058"/>
                  </a:cubicBezTo>
                  <a:cubicBezTo>
                    <a:pt x="5263" y="1225"/>
                    <a:pt x="5497" y="1491"/>
                    <a:pt x="5697" y="1758"/>
                  </a:cubicBezTo>
                  <a:cubicBezTo>
                    <a:pt x="5830" y="1925"/>
                    <a:pt x="5864" y="2058"/>
                    <a:pt x="5964" y="2225"/>
                  </a:cubicBezTo>
                  <a:cubicBezTo>
                    <a:pt x="5997" y="2392"/>
                    <a:pt x="6097" y="2592"/>
                    <a:pt x="6164" y="2759"/>
                  </a:cubicBezTo>
                  <a:cubicBezTo>
                    <a:pt x="6331" y="3159"/>
                    <a:pt x="6497" y="3526"/>
                    <a:pt x="6831" y="3860"/>
                  </a:cubicBezTo>
                  <a:cubicBezTo>
                    <a:pt x="6998" y="4027"/>
                    <a:pt x="7198" y="4193"/>
                    <a:pt x="7431" y="4260"/>
                  </a:cubicBezTo>
                  <a:cubicBezTo>
                    <a:pt x="7531" y="4327"/>
                    <a:pt x="7631" y="4360"/>
                    <a:pt x="7765" y="4393"/>
                  </a:cubicBezTo>
                  <a:cubicBezTo>
                    <a:pt x="7865" y="4427"/>
                    <a:pt x="7998" y="4427"/>
                    <a:pt x="8132" y="4427"/>
                  </a:cubicBezTo>
                  <a:cubicBezTo>
                    <a:pt x="8632" y="4427"/>
                    <a:pt x="8999" y="4260"/>
                    <a:pt x="9333" y="4093"/>
                  </a:cubicBezTo>
                  <a:cubicBezTo>
                    <a:pt x="9633" y="3993"/>
                    <a:pt x="9966" y="3826"/>
                    <a:pt x="10267" y="3660"/>
                  </a:cubicBezTo>
                  <a:cubicBezTo>
                    <a:pt x="10700" y="3393"/>
                    <a:pt x="11201" y="3193"/>
                    <a:pt x="11668" y="3193"/>
                  </a:cubicBezTo>
                  <a:cubicBezTo>
                    <a:pt x="12135" y="3193"/>
                    <a:pt x="12635" y="3393"/>
                    <a:pt x="13102" y="3726"/>
                  </a:cubicBezTo>
                  <a:cubicBezTo>
                    <a:pt x="13336" y="3893"/>
                    <a:pt x="13536" y="4060"/>
                    <a:pt x="13803" y="4227"/>
                  </a:cubicBezTo>
                  <a:cubicBezTo>
                    <a:pt x="13969" y="4393"/>
                    <a:pt x="14203" y="4560"/>
                    <a:pt x="14336" y="4760"/>
                  </a:cubicBezTo>
                  <a:cubicBezTo>
                    <a:pt x="14637" y="5161"/>
                    <a:pt x="14837" y="5661"/>
                    <a:pt x="14937" y="6161"/>
                  </a:cubicBezTo>
                  <a:cubicBezTo>
                    <a:pt x="15037" y="6662"/>
                    <a:pt x="15104" y="7162"/>
                    <a:pt x="15170" y="7596"/>
                  </a:cubicBezTo>
                  <a:cubicBezTo>
                    <a:pt x="15204" y="8063"/>
                    <a:pt x="15337" y="8530"/>
                    <a:pt x="15504" y="8863"/>
                  </a:cubicBezTo>
                  <a:cubicBezTo>
                    <a:pt x="15671" y="9230"/>
                    <a:pt x="15871" y="9497"/>
                    <a:pt x="16038" y="9664"/>
                  </a:cubicBezTo>
                  <a:cubicBezTo>
                    <a:pt x="16204" y="9831"/>
                    <a:pt x="16371" y="9897"/>
                    <a:pt x="16438" y="9931"/>
                  </a:cubicBezTo>
                  <a:lnTo>
                    <a:pt x="16371" y="9931"/>
                  </a:lnTo>
                  <a:cubicBezTo>
                    <a:pt x="16972" y="10364"/>
                    <a:pt x="17505" y="10498"/>
                    <a:pt x="17872" y="10565"/>
                  </a:cubicBezTo>
                  <a:cubicBezTo>
                    <a:pt x="18306" y="10665"/>
                    <a:pt x="18606" y="10698"/>
                    <a:pt x="18806" y="10698"/>
                  </a:cubicBezTo>
                  <a:cubicBezTo>
                    <a:pt x="19206" y="10731"/>
                    <a:pt x="19307" y="10731"/>
                    <a:pt x="19307" y="10731"/>
                  </a:cubicBezTo>
                  <a:cubicBezTo>
                    <a:pt x="19607" y="10731"/>
                    <a:pt x="19640" y="10431"/>
                    <a:pt x="19440" y="10331"/>
                  </a:cubicBezTo>
                  <a:cubicBezTo>
                    <a:pt x="19440" y="10331"/>
                    <a:pt x="19340" y="10331"/>
                    <a:pt x="18940" y="10264"/>
                  </a:cubicBezTo>
                  <a:cubicBezTo>
                    <a:pt x="18706" y="10231"/>
                    <a:pt x="18439" y="10231"/>
                    <a:pt x="18039" y="10164"/>
                  </a:cubicBezTo>
                  <a:cubicBezTo>
                    <a:pt x="17672" y="10064"/>
                    <a:pt x="17205" y="9931"/>
                    <a:pt x="16771" y="9564"/>
                  </a:cubicBezTo>
                  <a:lnTo>
                    <a:pt x="16705" y="9564"/>
                  </a:lnTo>
                  <a:cubicBezTo>
                    <a:pt x="16638" y="9497"/>
                    <a:pt x="16271" y="9230"/>
                    <a:pt x="16004" y="8663"/>
                  </a:cubicBezTo>
                  <a:cubicBezTo>
                    <a:pt x="15871" y="8363"/>
                    <a:pt x="15804" y="7996"/>
                    <a:pt x="15771" y="7529"/>
                  </a:cubicBezTo>
                  <a:cubicBezTo>
                    <a:pt x="15671" y="7062"/>
                    <a:pt x="15637" y="6562"/>
                    <a:pt x="15537" y="6028"/>
                  </a:cubicBezTo>
                  <a:cubicBezTo>
                    <a:pt x="15470" y="5494"/>
                    <a:pt x="15270" y="4860"/>
                    <a:pt x="14870" y="4360"/>
                  </a:cubicBezTo>
                  <a:cubicBezTo>
                    <a:pt x="14703" y="4060"/>
                    <a:pt x="14470" y="3893"/>
                    <a:pt x="14203" y="3660"/>
                  </a:cubicBezTo>
                  <a:cubicBezTo>
                    <a:pt x="13969" y="3426"/>
                    <a:pt x="13769" y="3259"/>
                    <a:pt x="13502" y="3093"/>
                  </a:cubicBezTo>
                  <a:cubicBezTo>
                    <a:pt x="13002" y="2759"/>
                    <a:pt x="12435" y="2392"/>
                    <a:pt x="11701" y="2392"/>
                  </a:cubicBezTo>
                  <a:cubicBezTo>
                    <a:pt x="11001" y="2425"/>
                    <a:pt x="10467" y="2692"/>
                    <a:pt x="9966" y="2926"/>
                  </a:cubicBezTo>
                  <a:cubicBezTo>
                    <a:pt x="9666" y="3059"/>
                    <a:pt x="9366" y="3226"/>
                    <a:pt x="9032" y="3393"/>
                  </a:cubicBezTo>
                  <a:cubicBezTo>
                    <a:pt x="8766" y="3560"/>
                    <a:pt x="8465" y="3693"/>
                    <a:pt x="8165" y="3693"/>
                  </a:cubicBezTo>
                  <a:cubicBezTo>
                    <a:pt x="8098" y="3660"/>
                    <a:pt x="8032" y="3660"/>
                    <a:pt x="7965" y="3660"/>
                  </a:cubicBezTo>
                  <a:cubicBezTo>
                    <a:pt x="7865" y="3593"/>
                    <a:pt x="7832" y="3593"/>
                    <a:pt x="7765" y="3560"/>
                  </a:cubicBezTo>
                  <a:cubicBezTo>
                    <a:pt x="7598" y="3526"/>
                    <a:pt x="7498" y="3393"/>
                    <a:pt x="7365" y="3326"/>
                  </a:cubicBezTo>
                  <a:cubicBezTo>
                    <a:pt x="7164" y="3093"/>
                    <a:pt x="6998" y="2759"/>
                    <a:pt x="6831" y="2425"/>
                  </a:cubicBezTo>
                  <a:cubicBezTo>
                    <a:pt x="6798" y="2259"/>
                    <a:pt x="6697" y="2092"/>
                    <a:pt x="6631" y="1892"/>
                  </a:cubicBezTo>
                  <a:cubicBezTo>
                    <a:pt x="6531" y="1725"/>
                    <a:pt x="6431" y="1525"/>
                    <a:pt x="6297" y="1358"/>
                  </a:cubicBezTo>
                  <a:cubicBezTo>
                    <a:pt x="6030" y="991"/>
                    <a:pt x="5697" y="691"/>
                    <a:pt x="5363" y="491"/>
                  </a:cubicBezTo>
                  <a:cubicBezTo>
                    <a:pt x="4873" y="164"/>
                    <a:pt x="4301" y="0"/>
                    <a:pt x="3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46" name="Google Shape;2746;p23"/>
            <p:cNvSpPr/>
            <p:nvPr/>
          </p:nvSpPr>
          <p:spPr>
            <a:xfrm flipH="1">
              <a:off x="-1177677" y="1615746"/>
              <a:ext cx="23319" cy="10319"/>
            </a:xfrm>
            <a:custGeom>
              <a:avLst/>
              <a:gdLst/>
              <a:ahLst/>
              <a:cxnLst/>
              <a:rect l="l" t="t" r="r" b="b"/>
              <a:pathLst>
                <a:path w="1035" h="458" extrusionOk="0">
                  <a:moveTo>
                    <a:pt x="610" y="0"/>
                  </a:moveTo>
                  <a:cubicBezTo>
                    <a:pt x="559" y="0"/>
                    <a:pt x="509" y="7"/>
                    <a:pt x="467" y="23"/>
                  </a:cubicBezTo>
                  <a:cubicBezTo>
                    <a:pt x="400" y="23"/>
                    <a:pt x="267" y="57"/>
                    <a:pt x="167" y="123"/>
                  </a:cubicBezTo>
                  <a:cubicBezTo>
                    <a:pt x="67" y="224"/>
                    <a:pt x="0" y="257"/>
                    <a:pt x="0" y="257"/>
                  </a:cubicBezTo>
                  <a:lnTo>
                    <a:pt x="133" y="457"/>
                  </a:lnTo>
                  <a:lnTo>
                    <a:pt x="567" y="457"/>
                  </a:lnTo>
                  <a:cubicBezTo>
                    <a:pt x="734" y="424"/>
                    <a:pt x="1034" y="257"/>
                    <a:pt x="1034" y="257"/>
                  </a:cubicBezTo>
                  <a:cubicBezTo>
                    <a:pt x="1034" y="257"/>
                    <a:pt x="967" y="57"/>
                    <a:pt x="934" y="57"/>
                  </a:cubicBezTo>
                  <a:cubicBezTo>
                    <a:pt x="934" y="57"/>
                    <a:pt x="765" y="0"/>
                    <a:pt x="6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47" name="Google Shape;2747;p23"/>
            <p:cNvSpPr/>
            <p:nvPr/>
          </p:nvSpPr>
          <p:spPr>
            <a:xfrm flipH="1">
              <a:off x="-1182926" y="1638817"/>
              <a:ext cx="26315" cy="11288"/>
            </a:xfrm>
            <a:custGeom>
              <a:avLst/>
              <a:gdLst/>
              <a:ahLst/>
              <a:cxnLst/>
              <a:rect l="l" t="t" r="r" b="b"/>
              <a:pathLst>
                <a:path w="1168" h="501" extrusionOk="0">
                  <a:moveTo>
                    <a:pt x="601" y="0"/>
                  </a:moveTo>
                  <a:cubicBezTo>
                    <a:pt x="334" y="0"/>
                    <a:pt x="0" y="100"/>
                    <a:pt x="0" y="100"/>
                  </a:cubicBezTo>
                  <a:lnTo>
                    <a:pt x="0" y="367"/>
                  </a:lnTo>
                  <a:cubicBezTo>
                    <a:pt x="0" y="367"/>
                    <a:pt x="367" y="500"/>
                    <a:pt x="601" y="500"/>
                  </a:cubicBezTo>
                  <a:cubicBezTo>
                    <a:pt x="834" y="500"/>
                    <a:pt x="1168" y="367"/>
                    <a:pt x="1168" y="367"/>
                  </a:cubicBezTo>
                  <a:lnTo>
                    <a:pt x="1168" y="100"/>
                  </a:lnTo>
                  <a:cubicBezTo>
                    <a:pt x="1168" y="100"/>
                    <a:pt x="801"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48" name="Google Shape;2748;p23"/>
            <p:cNvSpPr/>
            <p:nvPr/>
          </p:nvSpPr>
          <p:spPr>
            <a:xfrm flipH="1">
              <a:off x="-1185945" y="1658012"/>
              <a:ext cx="24828" cy="11625"/>
            </a:xfrm>
            <a:custGeom>
              <a:avLst/>
              <a:gdLst/>
              <a:ahLst/>
              <a:cxnLst/>
              <a:rect l="l" t="t" r="r" b="b"/>
              <a:pathLst>
                <a:path w="1102" h="516" extrusionOk="0">
                  <a:moveTo>
                    <a:pt x="633" y="1"/>
                  </a:moveTo>
                  <a:cubicBezTo>
                    <a:pt x="590" y="1"/>
                    <a:pt x="545" y="4"/>
                    <a:pt x="501" y="15"/>
                  </a:cubicBezTo>
                  <a:cubicBezTo>
                    <a:pt x="401" y="15"/>
                    <a:pt x="267" y="82"/>
                    <a:pt x="167" y="182"/>
                  </a:cubicBezTo>
                  <a:cubicBezTo>
                    <a:pt x="67" y="249"/>
                    <a:pt x="0" y="349"/>
                    <a:pt x="0" y="349"/>
                  </a:cubicBezTo>
                  <a:lnTo>
                    <a:pt x="167" y="516"/>
                  </a:lnTo>
                  <a:cubicBezTo>
                    <a:pt x="167" y="482"/>
                    <a:pt x="434" y="482"/>
                    <a:pt x="601" y="416"/>
                  </a:cubicBezTo>
                  <a:cubicBezTo>
                    <a:pt x="767" y="382"/>
                    <a:pt x="1068" y="249"/>
                    <a:pt x="1068" y="249"/>
                  </a:cubicBezTo>
                  <a:cubicBezTo>
                    <a:pt x="1068" y="249"/>
                    <a:pt x="1068" y="49"/>
                    <a:pt x="1101" y="49"/>
                  </a:cubicBezTo>
                  <a:cubicBezTo>
                    <a:pt x="1101" y="49"/>
                    <a:pt x="1001" y="15"/>
                    <a:pt x="868" y="15"/>
                  </a:cubicBezTo>
                  <a:cubicBezTo>
                    <a:pt x="801" y="15"/>
                    <a:pt x="719" y="1"/>
                    <a:pt x="6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49" name="Google Shape;2749;p23"/>
            <p:cNvSpPr/>
            <p:nvPr/>
          </p:nvSpPr>
          <p:spPr>
            <a:xfrm flipH="1">
              <a:off x="-1198720" y="1683899"/>
              <a:ext cx="22575" cy="11288"/>
            </a:xfrm>
            <a:custGeom>
              <a:avLst/>
              <a:gdLst/>
              <a:ahLst/>
              <a:cxnLst/>
              <a:rect l="l" t="t" r="r" b="b"/>
              <a:pathLst>
                <a:path w="1002" h="501" extrusionOk="0">
                  <a:moveTo>
                    <a:pt x="467" y="1"/>
                  </a:moveTo>
                  <a:cubicBezTo>
                    <a:pt x="301" y="1"/>
                    <a:pt x="0" y="101"/>
                    <a:pt x="0" y="101"/>
                  </a:cubicBezTo>
                  <a:lnTo>
                    <a:pt x="0" y="367"/>
                  </a:lnTo>
                  <a:cubicBezTo>
                    <a:pt x="0" y="367"/>
                    <a:pt x="301" y="501"/>
                    <a:pt x="501" y="501"/>
                  </a:cubicBezTo>
                  <a:cubicBezTo>
                    <a:pt x="734" y="501"/>
                    <a:pt x="1001" y="334"/>
                    <a:pt x="1001" y="334"/>
                  </a:cubicBezTo>
                  <a:cubicBezTo>
                    <a:pt x="1001" y="267"/>
                    <a:pt x="968" y="67"/>
                    <a:pt x="934" y="34"/>
                  </a:cubicBezTo>
                  <a:cubicBezTo>
                    <a:pt x="934" y="34"/>
                    <a:pt x="634" y="1"/>
                    <a:pt x="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50" name="Google Shape;2750;p23"/>
            <p:cNvSpPr/>
            <p:nvPr/>
          </p:nvSpPr>
          <p:spPr>
            <a:xfrm flipH="1">
              <a:off x="-1373057" y="1700436"/>
              <a:ext cx="18790" cy="11288"/>
            </a:xfrm>
            <a:custGeom>
              <a:avLst/>
              <a:gdLst/>
              <a:ahLst/>
              <a:cxnLst/>
              <a:rect l="l" t="t" r="r" b="b"/>
              <a:pathLst>
                <a:path w="834" h="501" extrusionOk="0">
                  <a:moveTo>
                    <a:pt x="434" y="0"/>
                  </a:moveTo>
                  <a:cubicBezTo>
                    <a:pt x="234" y="0"/>
                    <a:pt x="0" y="100"/>
                    <a:pt x="0" y="100"/>
                  </a:cubicBezTo>
                  <a:lnTo>
                    <a:pt x="0" y="334"/>
                  </a:lnTo>
                  <a:cubicBezTo>
                    <a:pt x="0" y="334"/>
                    <a:pt x="234" y="501"/>
                    <a:pt x="367" y="501"/>
                  </a:cubicBezTo>
                  <a:cubicBezTo>
                    <a:pt x="567" y="501"/>
                    <a:pt x="834" y="434"/>
                    <a:pt x="834" y="434"/>
                  </a:cubicBezTo>
                  <a:lnTo>
                    <a:pt x="834" y="167"/>
                  </a:lnTo>
                  <a:cubicBezTo>
                    <a:pt x="834" y="167"/>
                    <a:pt x="567" y="0"/>
                    <a:pt x="4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51" name="Google Shape;2751;p23"/>
            <p:cNvSpPr/>
            <p:nvPr/>
          </p:nvSpPr>
          <p:spPr>
            <a:xfrm flipH="1">
              <a:off x="-1375333" y="1731257"/>
              <a:ext cx="24828" cy="11806"/>
            </a:xfrm>
            <a:custGeom>
              <a:avLst/>
              <a:gdLst/>
              <a:ahLst/>
              <a:cxnLst/>
              <a:rect l="l" t="t" r="r" b="b"/>
              <a:pathLst>
                <a:path w="1102" h="524" extrusionOk="0">
                  <a:moveTo>
                    <a:pt x="501" y="0"/>
                  </a:moveTo>
                  <a:cubicBezTo>
                    <a:pt x="334" y="67"/>
                    <a:pt x="34" y="234"/>
                    <a:pt x="34" y="234"/>
                  </a:cubicBezTo>
                  <a:cubicBezTo>
                    <a:pt x="0" y="234"/>
                    <a:pt x="67" y="467"/>
                    <a:pt x="67" y="467"/>
                  </a:cubicBezTo>
                  <a:cubicBezTo>
                    <a:pt x="67" y="467"/>
                    <a:pt x="236" y="523"/>
                    <a:pt x="405" y="523"/>
                  </a:cubicBezTo>
                  <a:cubicBezTo>
                    <a:pt x="461" y="523"/>
                    <a:pt x="517" y="517"/>
                    <a:pt x="567" y="500"/>
                  </a:cubicBezTo>
                  <a:cubicBezTo>
                    <a:pt x="701" y="500"/>
                    <a:pt x="834" y="467"/>
                    <a:pt x="901" y="400"/>
                  </a:cubicBezTo>
                  <a:cubicBezTo>
                    <a:pt x="1001" y="300"/>
                    <a:pt x="1068" y="267"/>
                    <a:pt x="1068" y="267"/>
                  </a:cubicBezTo>
                  <a:cubicBezTo>
                    <a:pt x="1101" y="267"/>
                    <a:pt x="1001" y="100"/>
                    <a:pt x="9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52" name="Google Shape;2752;p23"/>
            <p:cNvSpPr/>
            <p:nvPr/>
          </p:nvSpPr>
          <p:spPr>
            <a:xfrm flipH="1">
              <a:off x="-1377586" y="1758699"/>
              <a:ext cx="25572" cy="12617"/>
            </a:xfrm>
            <a:custGeom>
              <a:avLst/>
              <a:gdLst/>
              <a:ahLst/>
              <a:cxnLst/>
              <a:rect l="l" t="t" r="r" b="b"/>
              <a:pathLst>
                <a:path w="1135" h="560" extrusionOk="0">
                  <a:moveTo>
                    <a:pt x="990" y="1"/>
                  </a:moveTo>
                  <a:cubicBezTo>
                    <a:pt x="981" y="1"/>
                    <a:pt x="973" y="5"/>
                    <a:pt x="967" y="16"/>
                  </a:cubicBezTo>
                  <a:cubicBezTo>
                    <a:pt x="967" y="16"/>
                    <a:pt x="867" y="50"/>
                    <a:pt x="801" y="50"/>
                  </a:cubicBezTo>
                  <a:cubicBezTo>
                    <a:pt x="701" y="50"/>
                    <a:pt x="600" y="50"/>
                    <a:pt x="500" y="83"/>
                  </a:cubicBezTo>
                  <a:cubicBezTo>
                    <a:pt x="300" y="116"/>
                    <a:pt x="0" y="250"/>
                    <a:pt x="0" y="250"/>
                  </a:cubicBezTo>
                  <a:lnTo>
                    <a:pt x="0" y="517"/>
                  </a:lnTo>
                  <a:cubicBezTo>
                    <a:pt x="0" y="517"/>
                    <a:pt x="213" y="559"/>
                    <a:pt x="436" y="559"/>
                  </a:cubicBezTo>
                  <a:cubicBezTo>
                    <a:pt x="491" y="559"/>
                    <a:pt x="547" y="557"/>
                    <a:pt x="600" y="550"/>
                  </a:cubicBezTo>
                  <a:cubicBezTo>
                    <a:pt x="701" y="517"/>
                    <a:pt x="867" y="417"/>
                    <a:pt x="967" y="350"/>
                  </a:cubicBezTo>
                  <a:cubicBezTo>
                    <a:pt x="1101" y="250"/>
                    <a:pt x="1134" y="183"/>
                    <a:pt x="1134" y="183"/>
                  </a:cubicBezTo>
                  <a:cubicBezTo>
                    <a:pt x="1134" y="127"/>
                    <a:pt x="1040" y="1"/>
                    <a:pt x="9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53" name="Google Shape;2753;p23"/>
            <p:cNvSpPr/>
            <p:nvPr/>
          </p:nvSpPr>
          <p:spPr>
            <a:xfrm flipH="1">
              <a:off x="-1388107" y="1786118"/>
              <a:ext cx="24828" cy="11625"/>
            </a:xfrm>
            <a:custGeom>
              <a:avLst/>
              <a:gdLst/>
              <a:ahLst/>
              <a:cxnLst/>
              <a:rect l="l" t="t" r="r" b="b"/>
              <a:pathLst>
                <a:path w="1102" h="516" extrusionOk="0">
                  <a:moveTo>
                    <a:pt x="1001" y="0"/>
                  </a:moveTo>
                  <a:cubicBezTo>
                    <a:pt x="1001" y="0"/>
                    <a:pt x="668" y="0"/>
                    <a:pt x="501" y="33"/>
                  </a:cubicBezTo>
                  <a:cubicBezTo>
                    <a:pt x="301" y="67"/>
                    <a:pt x="0" y="234"/>
                    <a:pt x="0" y="234"/>
                  </a:cubicBezTo>
                  <a:lnTo>
                    <a:pt x="34" y="500"/>
                  </a:lnTo>
                  <a:cubicBezTo>
                    <a:pt x="34" y="500"/>
                    <a:pt x="182" y="515"/>
                    <a:pt x="350" y="515"/>
                  </a:cubicBezTo>
                  <a:cubicBezTo>
                    <a:pt x="434" y="515"/>
                    <a:pt x="523" y="512"/>
                    <a:pt x="601" y="500"/>
                  </a:cubicBezTo>
                  <a:cubicBezTo>
                    <a:pt x="801" y="400"/>
                    <a:pt x="1101" y="200"/>
                    <a:pt x="1101" y="200"/>
                  </a:cubicBez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54" name="Google Shape;2754;p23"/>
            <p:cNvSpPr/>
            <p:nvPr/>
          </p:nvSpPr>
          <p:spPr>
            <a:xfrm flipH="1">
              <a:off x="-1403878" y="1798892"/>
              <a:ext cx="14307" cy="15050"/>
            </a:xfrm>
            <a:custGeom>
              <a:avLst/>
              <a:gdLst/>
              <a:ahLst/>
              <a:cxnLst/>
              <a:rect l="l" t="t" r="r" b="b"/>
              <a:pathLst>
                <a:path w="635" h="668" extrusionOk="0">
                  <a:moveTo>
                    <a:pt x="334" y="0"/>
                  </a:moveTo>
                  <a:lnTo>
                    <a:pt x="268" y="100"/>
                  </a:lnTo>
                  <a:cubicBezTo>
                    <a:pt x="201" y="134"/>
                    <a:pt x="134" y="167"/>
                    <a:pt x="134" y="234"/>
                  </a:cubicBezTo>
                  <a:cubicBezTo>
                    <a:pt x="101" y="267"/>
                    <a:pt x="1" y="467"/>
                    <a:pt x="1" y="467"/>
                  </a:cubicBezTo>
                  <a:cubicBezTo>
                    <a:pt x="1" y="467"/>
                    <a:pt x="134" y="634"/>
                    <a:pt x="201" y="667"/>
                  </a:cubicBezTo>
                  <a:cubicBezTo>
                    <a:pt x="201" y="667"/>
                    <a:pt x="268" y="667"/>
                    <a:pt x="334" y="634"/>
                  </a:cubicBezTo>
                  <a:cubicBezTo>
                    <a:pt x="435" y="601"/>
                    <a:pt x="501" y="567"/>
                    <a:pt x="535" y="467"/>
                  </a:cubicBezTo>
                  <a:cubicBezTo>
                    <a:pt x="635" y="400"/>
                    <a:pt x="635" y="267"/>
                    <a:pt x="635" y="167"/>
                  </a:cubicBezTo>
                  <a:cubicBezTo>
                    <a:pt x="635" y="67"/>
                    <a:pt x="601"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55" name="Google Shape;2755;p23"/>
            <p:cNvSpPr/>
            <p:nvPr/>
          </p:nvSpPr>
          <p:spPr>
            <a:xfrm flipH="1">
              <a:off x="-1424178" y="1819935"/>
              <a:ext cx="12054" cy="18813"/>
            </a:xfrm>
            <a:custGeom>
              <a:avLst/>
              <a:gdLst/>
              <a:ahLst/>
              <a:cxnLst/>
              <a:rect l="l" t="t" r="r" b="b"/>
              <a:pathLst>
                <a:path w="535" h="835" extrusionOk="0">
                  <a:moveTo>
                    <a:pt x="201" y="0"/>
                  </a:moveTo>
                  <a:cubicBezTo>
                    <a:pt x="201" y="0"/>
                    <a:pt x="167" y="34"/>
                    <a:pt x="134" y="134"/>
                  </a:cubicBezTo>
                  <a:cubicBezTo>
                    <a:pt x="134" y="200"/>
                    <a:pt x="34" y="234"/>
                    <a:pt x="34" y="334"/>
                  </a:cubicBezTo>
                  <a:cubicBezTo>
                    <a:pt x="1" y="400"/>
                    <a:pt x="1" y="667"/>
                    <a:pt x="1" y="667"/>
                  </a:cubicBezTo>
                  <a:cubicBezTo>
                    <a:pt x="1" y="701"/>
                    <a:pt x="201" y="801"/>
                    <a:pt x="201" y="834"/>
                  </a:cubicBezTo>
                  <a:lnTo>
                    <a:pt x="334" y="701"/>
                  </a:lnTo>
                  <a:cubicBezTo>
                    <a:pt x="434" y="667"/>
                    <a:pt x="468" y="534"/>
                    <a:pt x="501" y="467"/>
                  </a:cubicBezTo>
                  <a:cubicBezTo>
                    <a:pt x="534" y="367"/>
                    <a:pt x="534" y="234"/>
                    <a:pt x="501" y="167"/>
                  </a:cubicBezTo>
                  <a:cubicBezTo>
                    <a:pt x="501" y="67"/>
                    <a:pt x="468" y="0"/>
                    <a:pt x="4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2756" name="Google Shape;2756;p23"/>
          <p:cNvGrpSpPr/>
          <p:nvPr/>
        </p:nvGrpSpPr>
        <p:grpSpPr>
          <a:xfrm>
            <a:off x="1828398" y="4801010"/>
            <a:ext cx="393757" cy="237624"/>
            <a:chOff x="-1778327" y="2071573"/>
            <a:chExt cx="393757" cy="237624"/>
          </a:xfrm>
        </p:grpSpPr>
        <p:sp>
          <p:nvSpPr>
            <p:cNvPr id="2757" name="Google Shape;2757;p23"/>
            <p:cNvSpPr/>
            <p:nvPr/>
          </p:nvSpPr>
          <p:spPr>
            <a:xfrm flipH="1">
              <a:off x="-1778327" y="2071573"/>
              <a:ext cx="393757" cy="235619"/>
            </a:xfrm>
            <a:custGeom>
              <a:avLst/>
              <a:gdLst/>
              <a:ahLst/>
              <a:cxnLst/>
              <a:rect l="l" t="t" r="r" b="b"/>
              <a:pathLst>
                <a:path w="17477" h="10458" extrusionOk="0">
                  <a:moveTo>
                    <a:pt x="5787" y="1"/>
                  </a:moveTo>
                  <a:cubicBezTo>
                    <a:pt x="5647" y="1"/>
                    <a:pt x="5509" y="20"/>
                    <a:pt x="5393" y="39"/>
                  </a:cubicBezTo>
                  <a:cubicBezTo>
                    <a:pt x="5126" y="73"/>
                    <a:pt x="4960" y="173"/>
                    <a:pt x="4793" y="306"/>
                  </a:cubicBezTo>
                  <a:cubicBezTo>
                    <a:pt x="4526" y="506"/>
                    <a:pt x="4226" y="740"/>
                    <a:pt x="3959" y="1007"/>
                  </a:cubicBezTo>
                  <a:lnTo>
                    <a:pt x="3592" y="1373"/>
                  </a:lnTo>
                  <a:cubicBezTo>
                    <a:pt x="3459" y="1507"/>
                    <a:pt x="3392" y="1674"/>
                    <a:pt x="3292" y="1840"/>
                  </a:cubicBezTo>
                  <a:cubicBezTo>
                    <a:pt x="3192" y="2141"/>
                    <a:pt x="3058" y="2474"/>
                    <a:pt x="2925" y="2741"/>
                  </a:cubicBezTo>
                  <a:cubicBezTo>
                    <a:pt x="2725" y="3342"/>
                    <a:pt x="2525" y="3909"/>
                    <a:pt x="2258" y="4342"/>
                  </a:cubicBezTo>
                  <a:cubicBezTo>
                    <a:pt x="2124" y="4576"/>
                    <a:pt x="2024" y="4743"/>
                    <a:pt x="1857" y="4876"/>
                  </a:cubicBezTo>
                  <a:cubicBezTo>
                    <a:pt x="1691" y="5009"/>
                    <a:pt x="1557" y="5076"/>
                    <a:pt x="1390" y="5076"/>
                  </a:cubicBezTo>
                  <a:cubicBezTo>
                    <a:pt x="1090" y="5076"/>
                    <a:pt x="790" y="4909"/>
                    <a:pt x="623" y="4843"/>
                  </a:cubicBezTo>
                  <a:cubicBezTo>
                    <a:pt x="456" y="4743"/>
                    <a:pt x="390" y="4676"/>
                    <a:pt x="390" y="4676"/>
                  </a:cubicBezTo>
                  <a:cubicBezTo>
                    <a:pt x="358" y="4651"/>
                    <a:pt x="323" y="4640"/>
                    <a:pt x="288" y="4640"/>
                  </a:cubicBezTo>
                  <a:cubicBezTo>
                    <a:pt x="140" y="4640"/>
                    <a:pt x="0" y="4841"/>
                    <a:pt x="190" y="4976"/>
                  </a:cubicBezTo>
                  <a:cubicBezTo>
                    <a:pt x="190" y="4976"/>
                    <a:pt x="256" y="5043"/>
                    <a:pt x="456" y="5176"/>
                  </a:cubicBezTo>
                  <a:cubicBezTo>
                    <a:pt x="690" y="5310"/>
                    <a:pt x="957" y="5510"/>
                    <a:pt x="1457" y="5510"/>
                  </a:cubicBezTo>
                  <a:cubicBezTo>
                    <a:pt x="1691" y="5510"/>
                    <a:pt x="1957" y="5410"/>
                    <a:pt x="2191" y="5243"/>
                  </a:cubicBezTo>
                  <a:cubicBezTo>
                    <a:pt x="2391" y="5076"/>
                    <a:pt x="2558" y="4876"/>
                    <a:pt x="2725" y="4642"/>
                  </a:cubicBezTo>
                  <a:cubicBezTo>
                    <a:pt x="3025" y="4142"/>
                    <a:pt x="3225" y="3575"/>
                    <a:pt x="3459" y="3008"/>
                  </a:cubicBezTo>
                  <a:cubicBezTo>
                    <a:pt x="3592" y="2708"/>
                    <a:pt x="3725" y="2408"/>
                    <a:pt x="3892" y="2174"/>
                  </a:cubicBezTo>
                  <a:cubicBezTo>
                    <a:pt x="3959" y="2041"/>
                    <a:pt x="4059" y="1874"/>
                    <a:pt x="4126" y="1807"/>
                  </a:cubicBezTo>
                  <a:cubicBezTo>
                    <a:pt x="4259" y="1707"/>
                    <a:pt x="4359" y="1574"/>
                    <a:pt x="4459" y="1474"/>
                  </a:cubicBezTo>
                  <a:cubicBezTo>
                    <a:pt x="4726" y="1240"/>
                    <a:pt x="4960" y="1040"/>
                    <a:pt x="5226" y="873"/>
                  </a:cubicBezTo>
                  <a:cubicBezTo>
                    <a:pt x="5449" y="749"/>
                    <a:pt x="5635" y="681"/>
                    <a:pt x="5798" y="681"/>
                  </a:cubicBezTo>
                  <a:cubicBezTo>
                    <a:pt x="5855" y="681"/>
                    <a:pt x="5909" y="689"/>
                    <a:pt x="5960" y="706"/>
                  </a:cubicBezTo>
                  <a:cubicBezTo>
                    <a:pt x="6194" y="740"/>
                    <a:pt x="6394" y="1007"/>
                    <a:pt x="6561" y="1240"/>
                  </a:cubicBezTo>
                  <a:cubicBezTo>
                    <a:pt x="6728" y="1507"/>
                    <a:pt x="6861" y="1840"/>
                    <a:pt x="6961" y="2141"/>
                  </a:cubicBezTo>
                  <a:cubicBezTo>
                    <a:pt x="7261" y="2741"/>
                    <a:pt x="7461" y="3375"/>
                    <a:pt x="7795" y="3975"/>
                  </a:cubicBezTo>
                  <a:cubicBezTo>
                    <a:pt x="7962" y="4242"/>
                    <a:pt x="8229" y="4542"/>
                    <a:pt x="8462" y="4809"/>
                  </a:cubicBezTo>
                  <a:cubicBezTo>
                    <a:pt x="8729" y="5043"/>
                    <a:pt x="9096" y="5243"/>
                    <a:pt x="9530" y="5343"/>
                  </a:cubicBezTo>
                  <a:cubicBezTo>
                    <a:pt x="9643" y="5364"/>
                    <a:pt x="9760" y="5372"/>
                    <a:pt x="9877" y="5372"/>
                  </a:cubicBezTo>
                  <a:cubicBezTo>
                    <a:pt x="10138" y="5372"/>
                    <a:pt x="10400" y="5333"/>
                    <a:pt x="10630" y="5310"/>
                  </a:cubicBezTo>
                  <a:cubicBezTo>
                    <a:pt x="10813" y="5273"/>
                    <a:pt x="10986" y="5246"/>
                    <a:pt x="11149" y="5246"/>
                  </a:cubicBezTo>
                  <a:cubicBezTo>
                    <a:pt x="11283" y="5246"/>
                    <a:pt x="11410" y="5264"/>
                    <a:pt x="11531" y="5310"/>
                  </a:cubicBezTo>
                  <a:cubicBezTo>
                    <a:pt x="12065" y="5476"/>
                    <a:pt x="12465" y="6010"/>
                    <a:pt x="12765" y="6577"/>
                  </a:cubicBezTo>
                  <a:lnTo>
                    <a:pt x="12799" y="6711"/>
                  </a:lnTo>
                  <a:lnTo>
                    <a:pt x="12799" y="6744"/>
                  </a:lnTo>
                  <a:lnTo>
                    <a:pt x="12865" y="6811"/>
                  </a:lnTo>
                  <a:lnTo>
                    <a:pt x="12899" y="6844"/>
                  </a:lnTo>
                  <a:cubicBezTo>
                    <a:pt x="12932" y="6911"/>
                    <a:pt x="12965" y="6977"/>
                    <a:pt x="13032" y="7044"/>
                  </a:cubicBezTo>
                  <a:cubicBezTo>
                    <a:pt x="13099" y="7178"/>
                    <a:pt x="13199" y="7344"/>
                    <a:pt x="13266" y="7478"/>
                  </a:cubicBezTo>
                  <a:cubicBezTo>
                    <a:pt x="13432" y="7745"/>
                    <a:pt x="13566" y="8045"/>
                    <a:pt x="13733" y="8345"/>
                  </a:cubicBezTo>
                  <a:cubicBezTo>
                    <a:pt x="14066" y="8879"/>
                    <a:pt x="14366" y="9413"/>
                    <a:pt x="14767" y="9846"/>
                  </a:cubicBezTo>
                  <a:cubicBezTo>
                    <a:pt x="14933" y="10046"/>
                    <a:pt x="15200" y="10213"/>
                    <a:pt x="15434" y="10347"/>
                  </a:cubicBezTo>
                  <a:cubicBezTo>
                    <a:pt x="15590" y="10425"/>
                    <a:pt x="15735" y="10457"/>
                    <a:pt x="15882" y="10457"/>
                  </a:cubicBezTo>
                  <a:cubicBezTo>
                    <a:pt x="15986" y="10457"/>
                    <a:pt x="16090" y="10441"/>
                    <a:pt x="16201" y="10413"/>
                  </a:cubicBezTo>
                  <a:cubicBezTo>
                    <a:pt x="16668" y="10313"/>
                    <a:pt x="16901" y="10046"/>
                    <a:pt x="17068" y="9880"/>
                  </a:cubicBezTo>
                  <a:lnTo>
                    <a:pt x="17335" y="9646"/>
                  </a:lnTo>
                  <a:cubicBezTo>
                    <a:pt x="17477" y="9448"/>
                    <a:pt x="17306" y="9298"/>
                    <a:pt x="17067" y="9298"/>
                  </a:cubicBezTo>
                  <a:cubicBezTo>
                    <a:pt x="17025" y="9298"/>
                    <a:pt x="16980" y="9302"/>
                    <a:pt x="16935" y="9313"/>
                  </a:cubicBezTo>
                  <a:cubicBezTo>
                    <a:pt x="16935" y="9313"/>
                    <a:pt x="16901" y="9413"/>
                    <a:pt x="16735" y="9546"/>
                  </a:cubicBezTo>
                  <a:cubicBezTo>
                    <a:pt x="16568" y="9679"/>
                    <a:pt x="16368" y="9880"/>
                    <a:pt x="16034" y="9980"/>
                  </a:cubicBezTo>
                  <a:cubicBezTo>
                    <a:pt x="15991" y="9989"/>
                    <a:pt x="15946" y="9994"/>
                    <a:pt x="15900" y="9994"/>
                  </a:cubicBezTo>
                  <a:cubicBezTo>
                    <a:pt x="15629" y="9994"/>
                    <a:pt x="15319" y="9827"/>
                    <a:pt x="15033" y="9513"/>
                  </a:cubicBezTo>
                  <a:cubicBezTo>
                    <a:pt x="14733" y="9146"/>
                    <a:pt x="14433" y="8645"/>
                    <a:pt x="14133" y="8078"/>
                  </a:cubicBezTo>
                  <a:cubicBezTo>
                    <a:pt x="14033" y="7811"/>
                    <a:pt x="13866" y="7511"/>
                    <a:pt x="13733" y="7211"/>
                  </a:cubicBezTo>
                  <a:cubicBezTo>
                    <a:pt x="13632" y="7044"/>
                    <a:pt x="13566" y="6911"/>
                    <a:pt x="13466" y="6744"/>
                  </a:cubicBezTo>
                  <a:lnTo>
                    <a:pt x="13366" y="6510"/>
                  </a:lnTo>
                  <a:lnTo>
                    <a:pt x="13299" y="6477"/>
                  </a:lnTo>
                  <a:lnTo>
                    <a:pt x="13299" y="6410"/>
                  </a:lnTo>
                  <a:lnTo>
                    <a:pt x="13232" y="6310"/>
                  </a:lnTo>
                  <a:cubicBezTo>
                    <a:pt x="13132" y="6177"/>
                    <a:pt x="13065" y="6010"/>
                    <a:pt x="12965" y="5843"/>
                  </a:cubicBezTo>
                  <a:cubicBezTo>
                    <a:pt x="12865" y="5677"/>
                    <a:pt x="12765" y="5543"/>
                    <a:pt x="12632" y="5376"/>
                  </a:cubicBezTo>
                  <a:cubicBezTo>
                    <a:pt x="12432" y="5076"/>
                    <a:pt x="12098" y="4809"/>
                    <a:pt x="11698" y="4676"/>
                  </a:cubicBezTo>
                  <a:cubicBezTo>
                    <a:pt x="11481" y="4609"/>
                    <a:pt x="11272" y="4584"/>
                    <a:pt x="11076" y="4584"/>
                  </a:cubicBezTo>
                  <a:cubicBezTo>
                    <a:pt x="10880" y="4584"/>
                    <a:pt x="10697" y="4609"/>
                    <a:pt x="10530" y="4642"/>
                  </a:cubicBezTo>
                  <a:cubicBezTo>
                    <a:pt x="10330" y="4659"/>
                    <a:pt x="10163" y="4668"/>
                    <a:pt x="10013" y="4668"/>
                  </a:cubicBezTo>
                  <a:cubicBezTo>
                    <a:pt x="9863" y="4668"/>
                    <a:pt x="9730" y="4659"/>
                    <a:pt x="9596" y="4642"/>
                  </a:cubicBezTo>
                  <a:cubicBezTo>
                    <a:pt x="9296" y="4542"/>
                    <a:pt x="9096" y="4409"/>
                    <a:pt x="8896" y="4209"/>
                  </a:cubicBezTo>
                  <a:cubicBezTo>
                    <a:pt x="8629" y="4009"/>
                    <a:pt x="8462" y="3809"/>
                    <a:pt x="8362" y="3542"/>
                  </a:cubicBezTo>
                  <a:cubicBezTo>
                    <a:pt x="8062" y="3075"/>
                    <a:pt x="7862" y="2474"/>
                    <a:pt x="7561" y="1840"/>
                  </a:cubicBezTo>
                  <a:cubicBezTo>
                    <a:pt x="7395" y="1540"/>
                    <a:pt x="7261" y="1207"/>
                    <a:pt x="7061" y="873"/>
                  </a:cubicBezTo>
                  <a:cubicBezTo>
                    <a:pt x="6861" y="540"/>
                    <a:pt x="6561" y="206"/>
                    <a:pt x="6094" y="39"/>
                  </a:cubicBezTo>
                  <a:cubicBezTo>
                    <a:pt x="5995" y="11"/>
                    <a:pt x="5890" y="1"/>
                    <a:pt x="57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58" name="Google Shape;2758;p23"/>
            <p:cNvSpPr/>
            <p:nvPr/>
          </p:nvSpPr>
          <p:spPr>
            <a:xfrm flipH="1">
              <a:off x="-1527883" y="2103250"/>
              <a:ext cx="21809" cy="11310"/>
            </a:xfrm>
            <a:custGeom>
              <a:avLst/>
              <a:gdLst/>
              <a:ahLst/>
              <a:cxnLst/>
              <a:rect l="l" t="t" r="r" b="b"/>
              <a:pathLst>
                <a:path w="968" h="502" extrusionOk="0">
                  <a:moveTo>
                    <a:pt x="467" y="1"/>
                  </a:moveTo>
                  <a:cubicBezTo>
                    <a:pt x="300" y="1"/>
                    <a:pt x="0" y="134"/>
                    <a:pt x="0" y="134"/>
                  </a:cubicBezTo>
                  <a:lnTo>
                    <a:pt x="0" y="401"/>
                  </a:lnTo>
                  <a:cubicBezTo>
                    <a:pt x="0" y="401"/>
                    <a:pt x="267" y="501"/>
                    <a:pt x="467" y="501"/>
                  </a:cubicBezTo>
                  <a:cubicBezTo>
                    <a:pt x="634" y="501"/>
                    <a:pt x="934" y="401"/>
                    <a:pt x="934" y="401"/>
                  </a:cubicBezTo>
                  <a:cubicBezTo>
                    <a:pt x="968" y="401"/>
                    <a:pt x="968" y="168"/>
                    <a:pt x="934" y="134"/>
                  </a:cubicBezTo>
                  <a:cubicBezTo>
                    <a:pt x="934" y="134"/>
                    <a:pt x="634" y="1"/>
                    <a:pt x="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59" name="Google Shape;2759;p23"/>
            <p:cNvSpPr/>
            <p:nvPr/>
          </p:nvSpPr>
          <p:spPr>
            <a:xfrm flipH="1">
              <a:off x="-1527140" y="2121094"/>
              <a:ext cx="24828" cy="11490"/>
            </a:xfrm>
            <a:custGeom>
              <a:avLst/>
              <a:gdLst/>
              <a:ahLst/>
              <a:cxnLst/>
              <a:rect l="l" t="t" r="r" b="b"/>
              <a:pathLst>
                <a:path w="1102" h="510" extrusionOk="0">
                  <a:moveTo>
                    <a:pt x="633" y="0"/>
                  </a:moveTo>
                  <a:cubicBezTo>
                    <a:pt x="586" y="0"/>
                    <a:pt x="541" y="3"/>
                    <a:pt x="501" y="9"/>
                  </a:cubicBezTo>
                  <a:cubicBezTo>
                    <a:pt x="301" y="43"/>
                    <a:pt x="0" y="176"/>
                    <a:pt x="0" y="176"/>
                  </a:cubicBezTo>
                  <a:lnTo>
                    <a:pt x="0" y="443"/>
                  </a:lnTo>
                  <a:cubicBezTo>
                    <a:pt x="0" y="443"/>
                    <a:pt x="334" y="510"/>
                    <a:pt x="534" y="510"/>
                  </a:cubicBezTo>
                  <a:cubicBezTo>
                    <a:pt x="768" y="476"/>
                    <a:pt x="1035" y="310"/>
                    <a:pt x="1035" y="310"/>
                  </a:cubicBezTo>
                  <a:cubicBezTo>
                    <a:pt x="1101" y="276"/>
                    <a:pt x="1035" y="43"/>
                    <a:pt x="1035" y="43"/>
                  </a:cubicBezTo>
                  <a:cubicBezTo>
                    <a:pt x="1035" y="43"/>
                    <a:pt x="821" y="0"/>
                    <a:pt x="6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60" name="Google Shape;2760;p23"/>
            <p:cNvSpPr/>
            <p:nvPr/>
          </p:nvSpPr>
          <p:spPr>
            <a:xfrm flipH="1">
              <a:off x="-1535408" y="2146102"/>
              <a:ext cx="23319" cy="9778"/>
            </a:xfrm>
            <a:custGeom>
              <a:avLst/>
              <a:gdLst/>
              <a:ahLst/>
              <a:cxnLst/>
              <a:rect l="l" t="t" r="r" b="b"/>
              <a:pathLst>
                <a:path w="1035" h="434" extrusionOk="0">
                  <a:moveTo>
                    <a:pt x="434" y="0"/>
                  </a:moveTo>
                  <a:cubicBezTo>
                    <a:pt x="267" y="0"/>
                    <a:pt x="0" y="100"/>
                    <a:pt x="0" y="100"/>
                  </a:cubicBezTo>
                  <a:lnTo>
                    <a:pt x="0" y="367"/>
                  </a:lnTo>
                  <a:cubicBezTo>
                    <a:pt x="0" y="367"/>
                    <a:pt x="267" y="434"/>
                    <a:pt x="500" y="434"/>
                  </a:cubicBezTo>
                  <a:cubicBezTo>
                    <a:pt x="567" y="434"/>
                    <a:pt x="734" y="400"/>
                    <a:pt x="834" y="334"/>
                  </a:cubicBezTo>
                  <a:cubicBezTo>
                    <a:pt x="901" y="234"/>
                    <a:pt x="1001" y="200"/>
                    <a:pt x="1001" y="200"/>
                  </a:cubicBezTo>
                  <a:cubicBezTo>
                    <a:pt x="1034" y="200"/>
                    <a:pt x="901" y="34"/>
                    <a:pt x="9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61" name="Google Shape;2761;p23"/>
            <p:cNvSpPr/>
            <p:nvPr/>
          </p:nvSpPr>
          <p:spPr>
            <a:xfrm flipH="1">
              <a:off x="-1542167" y="2168632"/>
              <a:ext cx="20322" cy="11648"/>
            </a:xfrm>
            <a:custGeom>
              <a:avLst/>
              <a:gdLst/>
              <a:ahLst/>
              <a:cxnLst/>
              <a:rect l="l" t="t" r="r" b="b"/>
              <a:pathLst>
                <a:path w="902" h="517" extrusionOk="0">
                  <a:moveTo>
                    <a:pt x="635" y="1"/>
                  </a:moveTo>
                  <a:cubicBezTo>
                    <a:pt x="534" y="1"/>
                    <a:pt x="468" y="1"/>
                    <a:pt x="368" y="34"/>
                  </a:cubicBezTo>
                  <a:cubicBezTo>
                    <a:pt x="268" y="68"/>
                    <a:pt x="34" y="234"/>
                    <a:pt x="34" y="234"/>
                  </a:cubicBezTo>
                  <a:cubicBezTo>
                    <a:pt x="1" y="234"/>
                    <a:pt x="101" y="501"/>
                    <a:pt x="101" y="501"/>
                  </a:cubicBezTo>
                  <a:cubicBezTo>
                    <a:pt x="101" y="501"/>
                    <a:pt x="205" y="516"/>
                    <a:pt x="323" y="516"/>
                  </a:cubicBezTo>
                  <a:cubicBezTo>
                    <a:pt x="382" y="516"/>
                    <a:pt x="445" y="512"/>
                    <a:pt x="501" y="501"/>
                  </a:cubicBezTo>
                  <a:cubicBezTo>
                    <a:pt x="601" y="435"/>
                    <a:pt x="668" y="401"/>
                    <a:pt x="768" y="334"/>
                  </a:cubicBezTo>
                  <a:lnTo>
                    <a:pt x="901" y="201"/>
                  </a:lnTo>
                  <a:cubicBezTo>
                    <a:pt x="901" y="134"/>
                    <a:pt x="768" y="1"/>
                    <a:pt x="7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62" name="Google Shape;2762;p23"/>
            <p:cNvSpPr/>
            <p:nvPr/>
          </p:nvSpPr>
          <p:spPr>
            <a:xfrm flipH="1">
              <a:off x="-1648892" y="2209456"/>
              <a:ext cx="17326" cy="11963"/>
            </a:xfrm>
            <a:custGeom>
              <a:avLst/>
              <a:gdLst/>
              <a:ahLst/>
              <a:cxnLst/>
              <a:rect l="l" t="t" r="r" b="b"/>
              <a:pathLst>
                <a:path w="769" h="531" extrusionOk="0">
                  <a:moveTo>
                    <a:pt x="326" y="1"/>
                  </a:moveTo>
                  <a:cubicBezTo>
                    <a:pt x="214" y="1"/>
                    <a:pt x="101" y="57"/>
                    <a:pt x="101" y="57"/>
                  </a:cubicBezTo>
                  <a:lnTo>
                    <a:pt x="1" y="290"/>
                  </a:lnTo>
                  <a:cubicBezTo>
                    <a:pt x="1" y="290"/>
                    <a:pt x="201" y="457"/>
                    <a:pt x="368" y="524"/>
                  </a:cubicBezTo>
                  <a:cubicBezTo>
                    <a:pt x="382" y="529"/>
                    <a:pt x="399" y="531"/>
                    <a:pt x="418" y="531"/>
                  </a:cubicBezTo>
                  <a:cubicBezTo>
                    <a:pt x="530" y="531"/>
                    <a:pt x="701" y="457"/>
                    <a:pt x="701" y="457"/>
                  </a:cubicBezTo>
                  <a:cubicBezTo>
                    <a:pt x="701" y="424"/>
                    <a:pt x="768" y="257"/>
                    <a:pt x="768" y="224"/>
                  </a:cubicBezTo>
                  <a:cubicBezTo>
                    <a:pt x="768" y="224"/>
                    <a:pt x="601" y="57"/>
                    <a:pt x="435" y="24"/>
                  </a:cubicBezTo>
                  <a:cubicBezTo>
                    <a:pt x="401" y="7"/>
                    <a:pt x="364" y="1"/>
                    <a:pt x="3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63" name="Google Shape;2763;p23"/>
            <p:cNvSpPr/>
            <p:nvPr/>
          </p:nvSpPr>
          <p:spPr>
            <a:xfrm flipH="1">
              <a:off x="-1660157" y="2233271"/>
              <a:ext cx="18069" cy="11288"/>
            </a:xfrm>
            <a:custGeom>
              <a:avLst/>
              <a:gdLst/>
              <a:ahLst/>
              <a:cxnLst/>
              <a:rect l="l" t="t" r="r" b="b"/>
              <a:pathLst>
                <a:path w="802" h="501" extrusionOk="0">
                  <a:moveTo>
                    <a:pt x="368" y="1"/>
                  </a:moveTo>
                  <a:cubicBezTo>
                    <a:pt x="234" y="1"/>
                    <a:pt x="1" y="101"/>
                    <a:pt x="1" y="101"/>
                  </a:cubicBezTo>
                  <a:lnTo>
                    <a:pt x="1" y="368"/>
                  </a:lnTo>
                  <a:cubicBezTo>
                    <a:pt x="1" y="368"/>
                    <a:pt x="234" y="501"/>
                    <a:pt x="368" y="501"/>
                  </a:cubicBezTo>
                  <a:cubicBezTo>
                    <a:pt x="468" y="501"/>
                    <a:pt x="568" y="434"/>
                    <a:pt x="635" y="401"/>
                  </a:cubicBezTo>
                  <a:cubicBezTo>
                    <a:pt x="735" y="368"/>
                    <a:pt x="768" y="334"/>
                    <a:pt x="768" y="334"/>
                  </a:cubicBezTo>
                  <a:cubicBezTo>
                    <a:pt x="801" y="301"/>
                    <a:pt x="735" y="67"/>
                    <a:pt x="735" y="67"/>
                  </a:cubicBezTo>
                  <a:cubicBezTo>
                    <a:pt x="735" y="67"/>
                    <a:pt x="668" y="34"/>
                    <a:pt x="601" y="34"/>
                  </a:cubicBezTo>
                  <a:cubicBezTo>
                    <a:pt x="501" y="1"/>
                    <a:pt x="468" y="1"/>
                    <a:pt x="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64" name="Google Shape;2764;p23"/>
            <p:cNvSpPr/>
            <p:nvPr/>
          </p:nvSpPr>
          <p:spPr>
            <a:xfrm flipH="1">
              <a:off x="-1674441" y="2252804"/>
              <a:ext cx="19579" cy="11310"/>
            </a:xfrm>
            <a:custGeom>
              <a:avLst/>
              <a:gdLst/>
              <a:ahLst/>
              <a:cxnLst/>
              <a:rect l="l" t="t" r="r" b="b"/>
              <a:pathLst>
                <a:path w="869" h="502" extrusionOk="0">
                  <a:moveTo>
                    <a:pt x="568" y="1"/>
                  </a:moveTo>
                  <a:cubicBezTo>
                    <a:pt x="535" y="18"/>
                    <a:pt x="493" y="18"/>
                    <a:pt x="451" y="18"/>
                  </a:cubicBezTo>
                  <a:cubicBezTo>
                    <a:pt x="410" y="18"/>
                    <a:pt x="368" y="18"/>
                    <a:pt x="335" y="34"/>
                  </a:cubicBezTo>
                  <a:cubicBezTo>
                    <a:pt x="268" y="34"/>
                    <a:pt x="201" y="101"/>
                    <a:pt x="101" y="134"/>
                  </a:cubicBezTo>
                  <a:cubicBezTo>
                    <a:pt x="34" y="168"/>
                    <a:pt x="1" y="201"/>
                    <a:pt x="1" y="201"/>
                  </a:cubicBezTo>
                  <a:lnTo>
                    <a:pt x="1" y="468"/>
                  </a:lnTo>
                  <a:cubicBezTo>
                    <a:pt x="1" y="468"/>
                    <a:pt x="68" y="468"/>
                    <a:pt x="168" y="501"/>
                  </a:cubicBezTo>
                  <a:lnTo>
                    <a:pt x="501" y="501"/>
                  </a:lnTo>
                  <a:cubicBezTo>
                    <a:pt x="568" y="468"/>
                    <a:pt x="668" y="435"/>
                    <a:pt x="735" y="335"/>
                  </a:cubicBezTo>
                  <a:lnTo>
                    <a:pt x="868" y="201"/>
                  </a:lnTo>
                  <a:cubicBezTo>
                    <a:pt x="868" y="168"/>
                    <a:pt x="768" y="1"/>
                    <a:pt x="7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65" name="Google Shape;2765;p23"/>
            <p:cNvSpPr/>
            <p:nvPr/>
          </p:nvSpPr>
          <p:spPr>
            <a:xfrm flipH="1">
              <a:off x="-1690978" y="2272360"/>
              <a:ext cx="27847" cy="12797"/>
            </a:xfrm>
            <a:custGeom>
              <a:avLst/>
              <a:gdLst/>
              <a:ahLst/>
              <a:cxnLst/>
              <a:rect l="l" t="t" r="r" b="b"/>
              <a:pathLst>
                <a:path w="1236" h="568" extrusionOk="0">
                  <a:moveTo>
                    <a:pt x="1168" y="0"/>
                  </a:moveTo>
                  <a:cubicBezTo>
                    <a:pt x="1168" y="0"/>
                    <a:pt x="801" y="0"/>
                    <a:pt x="535" y="67"/>
                  </a:cubicBezTo>
                  <a:cubicBezTo>
                    <a:pt x="334" y="100"/>
                    <a:pt x="1" y="300"/>
                    <a:pt x="1" y="300"/>
                  </a:cubicBezTo>
                  <a:lnTo>
                    <a:pt x="34" y="567"/>
                  </a:lnTo>
                  <a:cubicBezTo>
                    <a:pt x="34" y="567"/>
                    <a:pt x="401" y="567"/>
                    <a:pt x="668" y="501"/>
                  </a:cubicBezTo>
                  <a:cubicBezTo>
                    <a:pt x="868" y="467"/>
                    <a:pt x="1202" y="267"/>
                    <a:pt x="1202" y="267"/>
                  </a:cubicBezTo>
                  <a:cubicBezTo>
                    <a:pt x="1235" y="234"/>
                    <a:pt x="1202" y="0"/>
                    <a:pt x="11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66" name="Google Shape;2766;p23"/>
            <p:cNvSpPr/>
            <p:nvPr/>
          </p:nvSpPr>
          <p:spPr>
            <a:xfrm flipH="1">
              <a:off x="-1704496" y="2297909"/>
              <a:ext cx="15050" cy="11288"/>
            </a:xfrm>
            <a:custGeom>
              <a:avLst/>
              <a:gdLst/>
              <a:ahLst/>
              <a:cxnLst/>
              <a:rect l="l" t="t" r="r" b="b"/>
              <a:pathLst>
                <a:path w="668" h="501" extrusionOk="0">
                  <a:moveTo>
                    <a:pt x="334" y="0"/>
                  </a:moveTo>
                  <a:cubicBezTo>
                    <a:pt x="201" y="0"/>
                    <a:pt x="0" y="134"/>
                    <a:pt x="0" y="134"/>
                  </a:cubicBezTo>
                  <a:lnTo>
                    <a:pt x="0" y="367"/>
                  </a:lnTo>
                  <a:cubicBezTo>
                    <a:pt x="0" y="367"/>
                    <a:pt x="201" y="501"/>
                    <a:pt x="334" y="501"/>
                  </a:cubicBezTo>
                  <a:cubicBezTo>
                    <a:pt x="467" y="501"/>
                    <a:pt x="668" y="367"/>
                    <a:pt x="668" y="367"/>
                  </a:cubicBezTo>
                  <a:lnTo>
                    <a:pt x="668" y="134"/>
                  </a:lnTo>
                  <a:cubicBezTo>
                    <a:pt x="668" y="134"/>
                    <a:pt x="467" y="0"/>
                    <a:pt x="3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2767" name="Google Shape;2767;p23"/>
          <p:cNvGrpSpPr/>
          <p:nvPr/>
        </p:nvGrpSpPr>
        <p:grpSpPr>
          <a:xfrm rot="-5618440">
            <a:off x="464210" y="3023952"/>
            <a:ext cx="1634649" cy="3160115"/>
            <a:chOff x="-1937479" y="625169"/>
            <a:chExt cx="1634619" cy="3160058"/>
          </a:xfrm>
        </p:grpSpPr>
        <p:sp>
          <p:nvSpPr>
            <p:cNvPr id="2768" name="Google Shape;2768;p23"/>
            <p:cNvSpPr/>
            <p:nvPr/>
          </p:nvSpPr>
          <p:spPr>
            <a:xfrm flipH="1">
              <a:off x="-1937479" y="643779"/>
              <a:ext cx="1491824" cy="3141448"/>
            </a:xfrm>
            <a:custGeom>
              <a:avLst/>
              <a:gdLst/>
              <a:ahLst/>
              <a:cxnLst/>
              <a:rect l="l" t="t" r="r" b="b"/>
              <a:pathLst>
                <a:path w="66215" h="139434" extrusionOk="0">
                  <a:moveTo>
                    <a:pt x="15812" y="0"/>
                  </a:moveTo>
                  <a:cubicBezTo>
                    <a:pt x="15745" y="0"/>
                    <a:pt x="15711" y="134"/>
                    <a:pt x="15711" y="367"/>
                  </a:cubicBezTo>
                  <a:cubicBezTo>
                    <a:pt x="15711" y="634"/>
                    <a:pt x="15745" y="1001"/>
                    <a:pt x="15812" y="1501"/>
                  </a:cubicBezTo>
                  <a:cubicBezTo>
                    <a:pt x="15812" y="1501"/>
                    <a:pt x="15845" y="1535"/>
                    <a:pt x="15845" y="1668"/>
                  </a:cubicBezTo>
                  <a:cubicBezTo>
                    <a:pt x="15845" y="1801"/>
                    <a:pt x="15878" y="1968"/>
                    <a:pt x="15878" y="2168"/>
                  </a:cubicBezTo>
                  <a:cubicBezTo>
                    <a:pt x="15878" y="2368"/>
                    <a:pt x="15912" y="2635"/>
                    <a:pt x="15912" y="2969"/>
                  </a:cubicBezTo>
                  <a:lnTo>
                    <a:pt x="15912" y="3469"/>
                  </a:lnTo>
                  <a:cubicBezTo>
                    <a:pt x="15912" y="3636"/>
                    <a:pt x="15878" y="3836"/>
                    <a:pt x="15878" y="4036"/>
                  </a:cubicBezTo>
                  <a:cubicBezTo>
                    <a:pt x="15812" y="4870"/>
                    <a:pt x="15645" y="5871"/>
                    <a:pt x="15044" y="6872"/>
                  </a:cubicBezTo>
                  <a:cubicBezTo>
                    <a:pt x="14511" y="7906"/>
                    <a:pt x="13543" y="8873"/>
                    <a:pt x="12309" y="9707"/>
                  </a:cubicBezTo>
                  <a:cubicBezTo>
                    <a:pt x="11041" y="10541"/>
                    <a:pt x="9540" y="11308"/>
                    <a:pt x="8006" y="12309"/>
                  </a:cubicBezTo>
                  <a:cubicBezTo>
                    <a:pt x="7239" y="12843"/>
                    <a:pt x="6472" y="13410"/>
                    <a:pt x="5838" y="14210"/>
                  </a:cubicBezTo>
                  <a:cubicBezTo>
                    <a:pt x="5538" y="14577"/>
                    <a:pt x="5204" y="15011"/>
                    <a:pt x="5004" y="15511"/>
                  </a:cubicBezTo>
                  <a:cubicBezTo>
                    <a:pt x="4737" y="15978"/>
                    <a:pt x="4637" y="16512"/>
                    <a:pt x="4503" y="17012"/>
                  </a:cubicBezTo>
                  <a:cubicBezTo>
                    <a:pt x="4303" y="18046"/>
                    <a:pt x="4203" y="19080"/>
                    <a:pt x="4003" y="20148"/>
                  </a:cubicBezTo>
                  <a:cubicBezTo>
                    <a:pt x="4003" y="20248"/>
                    <a:pt x="3970" y="20381"/>
                    <a:pt x="3903" y="20515"/>
                  </a:cubicBezTo>
                  <a:cubicBezTo>
                    <a:pt x="3903" y="20582"/>
                    <a:pt x="3903" y="20582"/>
                    <a:pt x="3870" y="20648"/>
                  </a:cubicBezTo>
                  <a:lnTo>
                    <a:pt x="3803" y="20815"/>
                  </a:lnTo>
                  <a:cubicBezTo>
                    <a:pt x="3670" y="21049"/>
                    <a:pt x="3569" y="21315"/>
                    <a:pt x="3403" y="21516"/>
                  </a:cubicBezTo>
                  <a:cubicBezTo>
                    <a:pt x="3136" y="21983"/>
                    <a:pt x="2836" y="22416"/>
                    <a:pt x="2502" y="22883"/>
                  </a:cubicBezTo>
                  <a:cubicBezTo>
                    <a:pt x="1868" y="23851"/>
                    <a:pt x="1168" y="24851"/>
                    <a:pt x="968" y="26152"/>
                  </a:cubicBezTo>
                  <a:cubicBezTo>
                    <a:pt x="801" y="27386"/>
                    <a:pt x="1168" y="28687"/>
                    <a:pt x="1535" y="29821"/>
                  </a:cubicBezTo>
                  <a:cubicBezTo>
                    <a:pt x="1735" y="30389"/>
                    <a:pt x="1902" y="30922"/>
                    <a:pt x="2035" y="31523"/>
                  </a:cubicBezTo>
                  <a:cubicBezTo>
                    <a:pt x="2068" y="31656"/>
                    <a:pt x="2068" y="31823"/>
                    <a:pt x="2068" y="31923"/>
                  </a:cubicBezTo>
                  <a:lnTo>
                    <a:pt x="2068" y="32156"/>
                  </a:lnTo>
                  <a:lnTo>
                    <a:pt x="2068" y="32323"/>
                  </a:lnTo>
                  <a:cubicBezTo>
                    <a:pt x="2035" y="32557"/>
                    <a:pt x="1968" y="32857"/>
                    <a:pt x="1868" y="33157"/>
                  </a:cubicBezTo>
                  <a:cubicBezTo>
                    <a:pt x="1501" y="34258"/>
                    <a:pt x="734" y="35325"/>
                    <a:pt x="300" y="36593"/>
                  </a:cubicBezTo>
                  <a:cubicBezTo>
                    <a:pt x="167" y="36927"/>
                    <a:pt x="67" y="37260"/>
                    <a:pt x="34" y="37660"/>
                  </a:cubicBezTo>
                  <a:cubicBezTo>
                    <a:pt x="0" y="37827"/>
                    <a:pt x="34" y="38027"/>
                    <a:pt x="34" y="38194"/>
                  </a:cubicBezTo>
                  <a:cubicBezTo>
                    <a:pt x="34" y="38394"/>
                    <a:pt x="67" y="38561"/>
                    <a:pt x="134" y="38728"/>
                  </a:cubicBezTo>
                  <a:cubicBezTo>
                    <a:pt x="234" y="39395"/>
                    <a:pt x="501" y="40029"/>
                    <a:pt x="801" y="40663"/>
                  </a:cubicBezTo>
                  <a:cubicBezTo>
                    <a:pt x="1368" y="41863"/>
                    <a:pt x="2035" y="43031"/>
                    <a:pt x="2736" y="44165"/>
                  </a:cubicBezTo>
                  <a:cubicBezTo>
                    <a:pt x="3069" y="44732"/>
                    <a:pt x="3469" y="45266"/>
                    <a:pt x="3803" y="45866"/>
                  </a:cubicBezTo>
                  <a:cubicBezTo>
                    <a:pt x="3970" y="46100"/>
                    <a:pt x="4137" y="46400"/>
                    <a:pt x="4303" y="46700"/>
                  </a:cubicBezTo>
                  <a:lnTo>
                    <a:pt x="4337" y="46834"/>
                  </a:lnTo>
                  <a:lnTo>
                    <a:pt x="4370" y="46867"/>
                  </a:lnTo>
                  <a:cubicBezTo>
                    <a:pt x="4370" y="46900"/>
                    <a:pt x="4403" y="46934"/>
                    <a:pt x="4403" y="46934"/>
                  </a:cubicBezTo>
                  <a:lnTo>
                    <a:pt x="4570" y="47167"/>
                  </a:lnTo>
                  <a:lnTo>
                    <a:pt x="4904" y="47568"/>
                  </a:lnTo>
                  <a:cubicBezTo>
                    <a:pt x="5838" y="48602"/>
                    <a:pt x="6972" y="49502"/>
                    <a:pt x="8239" y="50069"/>
                  </a:cubicBezTo>
                  <a:cubicBezTo>
                    <a:pt x="9507" y="50670"/>
                    <a:pt x="10875" y="51037"/>
                    <a:pt x="12209" y="51270"/>
                  </a:cubicBezTo>
                  <a:cubicBezTo>
                    <a:pt x="13543" y="51537"/>
                    <a:pt x="14911" y="51670"/>
                    <a:pt x="16245" y="51837"/>
                  </a:cubicBezTo>
                  <a:cubicBezTo>
                    <a:pt x="17579" y="52004"/>
                    <a:pt x="18914" y="52171"/>
                    <a:pt x="20215" y="52404"/>
                  </a:cubicBezTo>
                  <a:cubicBezTo>
                    <a:pt x="21482" y="52671"/>
                    <a:pt x="22750" y="53071"/>
                    <a:pt x="23851" y="53705"/>
                  </a:cubicBezTo>
                  <a:cubicBezTo>
                    <a:pt x="24418" y="54005"/>
                    <a:pt x="24918" y="54406"/>
                    <a:pt x="25385" y="54839"/>
                  </a:cubicBezTo>
                  <a:cubicBezTo>
                    <a:pt x="25652" y="55040"/>
                    <a:pt x="25852" y="55273"/>
                    <a:pt x="26052" y="55507"/>
                  </a:cubicBezTo>
                  <a:cubicBezTo>
                    <a:pt x="26252" y="55740"/>
                    <a:pt x="26419" y="56007"/>
                    <a:pt x="26653" y="56240"/>
                  </a:cubicBezTo>
                  <a:cubicBezTo>
                    <a:pt x="27386" y="57341"/>
                    <a:pt x="28054" y="58509"/>
                    <a:pt x="28921" y="59543"/>
                  </a:cubicBezTo>
                  <a:lnTo>
                    <a:pt x="29254" y="59910"/>
                  </a:lnTo>
                  <a:lnTo>
                    <a:pt x="29488" y="60110"/>
                  </a:lnTo>
                  <a:lnTo>
                    <a:pt x="29755" y="60277"/>
                  </a:lnTo>
                  <a:cubicBezTo>
                    <a:pt x="30088" y="60510"/>
                    <a:pt x="30389" y="60610"/>
                    <a:pt x="30722" y="60744"/>
                  </a:cubicBezTo>
                  <a:cubicBezTo>
                    <a:pt x="31389" y="60944"/>
                    <a:pt x="32023" y="61111"/>
                    <a:pt x="32657" y="61277"/>
                  </a:cubicBezTo>
                  <a:cubicBezTo>
                    <a:pt x="33257" y="61444"/>
                    <a:pt x="33891" y="61611"/>
                    <a:pt x="34492" y="61778"/>
                  </a:cubicBezTo>
                  <a:cubicBezTo>
                    <a:pt x="35059" y="62011"/>
                    <a:pt x="35592" y="62211"/>
                    <a:pt x="35993" y="62545"/>
                  </a:cubicBezTo>
                  <a:cubicBezTo>
                    <a:pt x="36360" y="62912"/>
                    <a:pt x="36693" y="63379"/>
                    <a:pt x="36860" y="63879"/>
                  </a:cubicBezTo>
                  <a:cubicBezTo>
                    <a:pt x="37027" y="64380"/>
                    <a:pt x="37093" y="64913"/>
                    <a:pt x="37060" y="65514"/>
                  </a:cubicBezTo>
                  <a:cubicBezTo>
                    <a:pt x="37027" y="66681"/>
                    <a:pt x="36726" y="67849"/>
                    <a:pt x="36560" y="69050"/>
                  </a:cubicBezTo>
                  <a:cubicBezTo>
                    <a:pt x="36426" y="70050"/>
                    <a:pt x="36426" y="71118"/>
                    <a:pt x="36726" y="72052"/>
                  </a:cubicBezTo>
                  <a:cubicBezTo>
                    <a:pt x="37060" y="72952"/>
                    <a:pt x="37560" y="73620"/>
                    <a:pt x="37927" y="74053"/>
                  </a:cubicBezTo>
                  <a:lnTo>
                    <a:pt x="37894" y="74020"/>
                  </a:lnTo>
                  <a:lnTo>
                    <a:pt x="37894" y="74020"/>
                  </a:lnTo>
                  <a:cubicBezTo>
                    <a:pt x="38695" y="75021"/>
                    <a:pt x="39662" y="75854"/>
                    <a:pt x="40529" y="76688"/>
                  </a:cubicBezTo>
                  <a:cubicBezTo>
                    <a:pt x="41397" y="77522"/>
                    <a:pt x="42264" y="78390"/>
                    <a:pt x="42764" y="79424"/>
                  </a:cubicBezTo>
                  <a:cubicBezTo>
                    <a:pt x="43031" y="79924"/>
                    <a:pt x="43198" y="80524"/>
                    <a:pt x="43198" y="81058"/>
                  </a:cubicBezTo>
                  <a:cubicBezTo>
                    <a:pt x="43198" y="81625"/>
                    <a:pt x="43064" y="82192"/>
                    <a:pt x="42831" y="82726"/>
                  </a:cubicBezTo>
                  <a:cubicBezTo>
                    <a:pt x="42564" y="83260"/>
                    <a:pt x="42264" y="83793"/>
                    <a:pt x="41864" y="84194"/>
                  </a:cubicBezTo>
                  <a:cubicBezTo>
                    <a:pt x="41430" y="84594"/>
                    <a:pt x="40930" y="84894"/>
                    <a:pt x="40396" y="85128"/>
                  </a:cubicBezTo>
                  <a:cubicBezTo>
                    <a:pt x="39328" y="85595"/>
                    <a:pt x="38061" y="85862"/>
                    <a:pt x="36760" y="86062"/>
                  </a:cubicBezTo>
                  <a:cubicBezTo>
                    <a:pt x="35526" y="86262"/>
                    <a:pt x="34191" y="86462"/>
                    <a:pt x="32890" y="86962"/>
                  </a:cubicBezTo>
                  <a:cubicBezTo>
                    <a:pt x="32223" y="87229"/>
                    <a:pt x="31589" y="87563"/>
                    <a:pt x="31056" y="88030"/>
                  </a:cubicBezTo>
                  <a:cubicBezTo>
                    <a:pt x="30489" y="88463"/>
                    <a:pt x="30055" y="89064"/>
                    <a:pt x="29755" y="89731"/>
                  </a:cubicBezTo>
                  <a:cubicBezTo>
                    <a:pt x="29688" y="89898"/>
                    <a:pt x="29588" y="90065"/>
                    <a:pt x="29555" y="90231"/>
                  </a:cubicBezTo>
                  <a:lnTo>
                    <a:pt x="29388" y="90732"/>
                  </a:lnTo>
                  <a:cubicBezTo>
                    <a:pt x="29355" y="90899"/>
                    <a:pt x="29355" y="91099"/>
                    <a:pt x="29321" y="91265"/>
                  </a:cubicBezTo>
                  <a:cubicBezTo>
                    <a:pt x="29254" y="91466"/>
                    <a:pt x="29254" y="91632"/>
                    <a:pt x="29254" y="91799"/>
                  </a:cubicBezTo>
                  <a:cubicBezTo>
                    <a:pt x="29254" y="92533"/>
                    <a:pt x="29355" y="93200"/>
                    <a:pt x="29488" y="93867"/>
                  </a:cubicBezTo>
                  <a:cubicBezTo>
                    <a:pt x="30055" y="96469"/>
                    <a:pt x="31089" y="98904"/>
                    <a:pt x="32023" y="101273"/>
                  </a:cubicBezTo>
                  <a:cubicBezTo>
                    <a:pt x="33024" y="103574"/>
                    <a:pt x="32890" y="106143"/>
                    <a:pt x="33091" y="108645"/>
                  </a:cubicBezTo>
                  <a:cubicBezTo>
                    <a:pt x="33224" y="109946"/>
                    <a:pt x="33391" y="111213"/>
                    <a:pt x="33891" y="112414"/>
                  </a:cubicBezTo>
                  <a:cubicBezTo>
                    <a:pt x="34358" y="113615"/>
                    <a:pt x="35059" y="114716"/>
                    <a:pt x="35926" y="115583"/>
                  </a:cubicBezTo>
                  <a:cubicBezTo>
                    <a:pt x="36827" y="116450"/>
                    <a:pt x="37761" y="117217"/>
                    <a:pt x="38728" y="117885"/>
                  </a:cubicBezTo>
                  <a:cubicBezTo>
                    <a:pt x="39729" y="118552"/>
                    <a:pt x="40696" y="119119"/>
                    <a:pt x="41663" y="119753"/>
                  </a:cubicBezTo>
                  <a:cubicBezTo>
                    <a:pt x="42564" y="120386"/>
                    <a:pt x="43531" y="120953"/>
                    <a:pt x="44365" y="121621"/>
                  </a:cubicBezTo>
                  <a:lnTo>
                    <a:pt x="44999" y="122121"/>
                  </a:lnTo>
                  <a:cubicBezTo>
                    <a:pt x="45166" y="122288"/>
                    <a:pt x="45366" y="122454"/>
                    <a:pt x="45566" y="122655"/>
                  </a:cubicBezTo>
                  <a:cubicBezTo>
                    <a:pt x="46000" y="123055"/>
                    <a:pt x="46400" y="123388"/>
                    <a:pt x="46834" y="123722"/>
                  </a:cubicBezTo>
                  <a:cubicBezTo>
                    <a:pt x="48568" y="124990"/>
                    <a:pt x="50503" y="125757"/>
                    <a:pt x="52238" y="126424"/>
                  </a:cubicBezTo>
                  <a:cubicBezTo>
                    <a:pt x="54006" y="127091"/>
                    <a:pt x="55673" y="127758"/>
                    <a:pt x="57074" y="128559"/>
                  </a:cubicBezTo>
                  <a:cubicBezTo>
                    <a:pt x="57775" y="128926"/>
                    <a:pt x="58442" y="129393"/>
                    <a:pt x="59076" y="129793"/>
                  </a:cubicBezTo>
                  <a:cubicBezTo>
                    <a:pt x="59710" y="130227"/>
                    <a:pt x="60343" y="130627"/>
                    <a:pt x="60877" y="131061"/>
                  </a:cubicBezTo>
                  <a:cubicBezTo>
                    <a:pt x="61945" y="131895"/>
                    <a:pt x="62879" y="132728"/>
                    <a:pt x="63579" y="133496"/>
                  </a:cubicBezTo>
                  <a:cubicBezTo>
                    <a:pt x="64246" y="134296"/>
                    <a:pt x="64747" y="135097"/>
                    <a:pt x="65047" y="135764"/>
                  </a:cubicBezTo>
                  <a:cubicBezTo>
                    <a:pt x="65113" y="135931"/>
                    <a:pt x="65214" y="136098"/>
                    <a:pt x="65247" y="136264"/>
                  </a:cubicBezTo>
                  <a:cubicBezTo>
                    <a:pt x="65347" y="136398"/>
                    <a:pt x="65380" y="136565"/>
                    <a:pt x="65414" y="136665"/>
                  </a:cubicBezTo>
                  <a:cubicBezTo>
                    <a:pt x="65514" y="136965"/>
                    <a:pt x="65547" y="137232"/>
                    <a:pt x="65580" y="137398"/>
                  </a:cubicBezTo>
                  <a:cubicBezTo>
                    <a:pt x="65614" y="137565"/>
                    <a:pt x="65681" y="137732"/>
                    <a:pt x="65681" y="137799"/>
                  </a:cubicBezTo>
                  <a:lnTo>
                    <a:pt x="65681" y="137966"/>
                  </a:lnTo>
                  <a:cubicBezTo>
                    <a:pt x="65714" y="138232"/>
                    <a:pt x="65747" y="138433"/>
                    <a:pt x="65747" y="138599"/>
                  </a:cubicBezTo>
                  <a:cubicBezTo>
                    <a:pt x="65747" y="138766"/>
                    <a:pt x="65747" y="138933"/>
                    <a:pt x="65781" y="139066"/>
                  </a:cubicBezTo>
                  <a:cubicBezTo>
                    <a:pt x="65847" y="139300"/>
                    <a:pt x="65914" y="139433"/>
                    <a:pt x="65947" y="139433"/>
                  </a:cubicBezTo>
                  <a:cubicBezTo>
                    <a:pt x="66014" y="139433"/>
                    <a:pt x="66081" y="139300"/>
                    <a:pt x="66114" y="139066"/>
                  </a:cubicBezTo>
                  <a:cubicBezTo>
                    <a:pt x="66181" y="138799"/>
                    <a:pt x="66214" y="138433"/>
                    <a:pt x="66114" y="137899"/>
                  </a:cubicBezTo>
                  <a:lnTo>
                    <a:pt x="66114" y="137732"/>
                  </a:lnTo>
                  <a:cubicBezTo>
                    <a:pt x="66114" y="137599"/>
                    <a:pt x="66081" y="137465"/>
                    <a:pt x="66047" y="137265"/>
                  </a:cubicBezTo>
                  <a:cubicBezTo>
                    <a:pt x="66014" y="137065"/>
                    <a:pt x="65947" y="136798"/>
                    <a:pt x="65881" y="136498"/>
                  </a:cubicBezTo>
                  <a:cubicBezTo>
                    <a:pt x="65847" y="136398"/>
                    <a:pt x="65747" y="136231"/>
                    <a:pt x="65714" y="136064"/>
                  </a:cubicBezTo>
                  <a:cubicBezTo>
                    <a:pt x="65681" y="135897"/>
                    <a:pt x="65580" y="135731"/>
                    <a:pt x="65514" y="135564"/>
                  </a:cubicBezTo>
                  <a:cubicBezTo>
                    <a:pt x="65214" y="134797"/>
                    <a:pt x="64680" y="133963"/>
                    <a:pt x="63946" y="133129"/>
                  </a:cubicBezTo>
                  <a:cubicBezTo>
                    <a:pt x="63245" y="132295"/>
                    <a:pt x="62278" y="131428"/>
                    <a:pt x="61177" y="130594"/>
                  </a:cubicBezTo>
                  <a:cubicBezTo>
                    <a:pt x="60610" y="130127"/>
                    <a:pt x="60010" y="129726"/>
                    <a:pt x="59376" y="129293"/>
                  </a:cubicBezTo>
                  <a:cubicBezTo>
                    <a:pt x="58709" y="128892"/>
                    <a:pt x="58075" y="128425"/>
                    <a:pt x="57341" y="127992"/>
                  </a:cubicBezTo>
                  <a:cubicBezTo>
                    <a:pt x="55874" y="127225"/>
                    <a:pt x="54172" y="126491"/>
                    <a:pt x="52404" y="125824"/>
                  </a:cubicBezTo>
                  <a:cubicBezTo>
                    <a:pt x="50670" y="125123"/>
                    <a:pt x="48768" y="124389"/>
                    <a:pt x="47167" y="123155"/>
                  </a:cubicBezTo>
                  <a:cubicBezTo>
                    <a:pt x="46767" y="122888"/>
                    <a:pt x="46367" y="122555"/>
                    <a:pt x="46000" y="122154"/>
                  </a:cubicBezTo>
                  <a:cubicBezTo>
                    <a:pt x="45600" y="121787"/>
                    <a:pt x="45166" y="121420"/>
                    <a:pt x="44732" y="121087"/>
                  </a:cubicBezTo>
                  <a:cubicBezTo>
                    <a:pt x="43865" y="120386"/>
                    <a:pt x="42931" y="119786"/>
                    <a:pt x="41997" y="119152"/>
                  </a:cubicBezTo>
                  <a:cubicBezTo>
                    <a:pt x="40062" y="117951"/>
                    <a:pt x="38061" y="116750"/>
                    <a:pt x="36426" y="115083"/>
                  </a:cubicBezTo>
                  <a:cubicBezTo>
                    <a:pt x="35659" y="114249"/>
                    <a:pt x="35025" y="113248"/>
                    <a:pt x="34558" y="112147"/>
                  </a:cubicBezTo>
                  <a:cubicBezTo>
                    <a:pt x="34091" y="111080"/>
                    <a:pt x="33924" y="109879"/>
                    <a:pt x="33858" y="108645"/>
                  </a:cubicBezTo>
                  <a:cubicBezTo>
                    <a:pt x="33758" y="107410"/>
                    <a:pt x="33758" y="106143"/>
                    <a:pt x="33658" y="104875"/>
                  </a:cubicBezTo>
                  <a:cubicBezTo>
                    <a:pt x="33558" y="104241"/>
                    <a:pt x="33491" y="103574"/>
                    <a:pt x="33357" y="102940"/>
                  </a:cubicBezTo>
                  <a:cubicBezTo>
                    <a:pt x="33324" y="102640"/>
                    <a:pt x="33191" y="102307"/>
                    <a:pt x="33091" y="101973"/>
                  </a:cubicBezTo>
                  <a:lnTo>
                    <a:pt x="32757" y="101072"/>
                  </a:lnTo>
                  <a:cubicBezTo>
                    <a:pt x="31856" y="98637"/>
                    <a:pt x="30822" y="96269"/>
                    <a:pt x="30322" y="93767"/>
                  </a:cubicBezTo>
                  <a:cubicBezTo>
                    <a:pt x="30188" y="93133"/>
                    <a:pt x="30155" y="92533"/>
                    <a:pt x="30155" y="91933"/>
                  </a:cubicBezTo>
                  <a:cubicBezTo>
                    <a:pt x="30188" y="91766"/>
                    <a:pt x="30155" y="91599"/>
                    <a:pt x="30188" y="91466"/>
                  </a:cubicBezTo>
                  <a:cubicBezTo>
                    <a:pt x="30222" y="91366"/>
                    <a:pt x="30222" y="91199"/>
                    <a:pt x="30255" y="91065"/>
                  </a:cubicBezTo>
                  <a:lnTo>
                    <a:pt x="30389" y="90632"/>
                  </a:lnTo>
                  <a:cubicBezTo>
                    <a:pt x="30422" y="90532"/>
                    <a:pt x="30522" y="90365"/>
                    <a:pt x="30555" y="90231"/>
                  </a:cubicBezTo>
                  <a:cubicBezTo>
                    <a:pt x="30822" y="89698"/>
                    <a:pt x="31156" y="89197"/>
                    <a:pt x="31589" y="88797"/>
                  </a:cubicBezTo>
                  <a:cubicBezTo>
                    <a:pt x="32056" y="88430"/>
                    <a:pt x="32590" y="88130"/>
                    <a:pt x="33191" y="87930"/>
                  </a:cubicBezTo>
                  <a:cubicBezTo>
                    <a:pt x="34358" y="87463"/>
                    <a:pt x="35592" y="87263"/>
                    <a:pt x="36893" y="87062"/>
                  </a:cubicBezTo>
                  <a:cubicBezTo>
                    <a:pt x="38194" y="86796"/>
                    <a:pt x="39529" y="86595"/>
                    <a:pt x="40763" y="86062"/>
                  </a:cubicBezTo>
                  <a:cubicBezTo>
                    <a:pt x="41397" y="85762"/>
                    <a:pt x="42030" y="85395"/>
                    <a:pt x="42531" y="84894"/>
                  </a:cubicBezTo>
                  <a:cubicBezTo>
                    <a:pt x="43031" y="84394"/>
                    <a:pt x="43398" y="83793"/>
                    <a:pt x="43698" y="83193"/>
                  </a:cubicBezTo>
                  <a:cubicBezTo>
                    <a:pt x="43998" y="82559"/>
                    <a:pt x="44165" y="81859"/>
                    <a:pt x="44165" y="81125"/>
                  </a:cubicBezTo>
                  <a:cubicBezTo>
                    <a:pt x="44165" y="80424"/>
                    <a:pt x="43932" y="79724"/>
                    <a:pt x="43665" y="79090"/>
                  </a:cubicBezTo>
                  <a:cubicBezTo>
                    <a:pt x="43064" y="77856"/>
                    <a:pt x="42097" y="76922"/>
                    <a:pt x="41230" y="76055"/>
                  </a:cubicBezTo>
                  <a:cubicBezTo>
                    <a:pt x="40329" y="75187"/>
                    <a:pt x="39395" y="74353"/>
                    <a:pt x="38695" y="73453"/>
                  </a:cubicBezTo>
                  <a:cubicBezTo>
                    <a:pt x="38394" y="73086"/>
                    <a:pt x="37994" y="72552"/>
                    <a:pt x="37727" y="71785"/>
                  </a:cubicBezTo>
                  <a:cubicBezTo>
                    <a:pt x="37527" y="71051"/>
                    <a:pt x="37494" y="70084"/>
                    <a:pt x="37594" y="69150"/>
                  </a:cubicBezTo>
                  <a:cubicBezTo>
                    <a:pt x="37727" y="68015"/>
                    <a:pt x="38027" y="66815"/>
                    <a:pt x="38094" y="65547"/>
                  </a:cubicBezTo>
                  <a:cubicBezTo>
                    <a:pt x="38161" y="64880"/>
                    <a:pt x="38061" y="64213"/>
                    <a:pt x="37861" y="63546"/>
                  </a:cubicBezTo>
                  <a:cubicBezTo>
                    <a:pt x="37594" y="62878"/>
                    <a:pt x="37193" y="62278"/>
                    <a:pt x="36693" y="61778"/>
                  </a:cubicBezTo>
                  <a:cubicBezTo>
                    <a:pt x="36560" y="61644"/>
                    <a:pt x="36393" y="61578"/>
                    <a:pt x="36226" y="61444"/>
                  </a:cubicBezTo>
                  <a:cubicBezTo>
                    <a:pt x="36059" y="61377"/>
                    <a:pt x="35926" y="61277"/>
                    <a:pt x="35759" y="61211"/>
                  </a:cubicBezTo>
                  <a:cubicBezTo>
                    <a:pt x="35426" y="61044"/>
                    <a:pt x="35159" y="60910"/>
                    <a:pt x="34825" y="60810"/>
                  </a:cubicBezTo>
                  <a:cubicBezTo>
                    <a:pt x="34191" y="60610"/>
                    <a:pt x="33558" y="60510"/>
                    <a:pt x="32924" y="60310"/>
                  </a:cubicBezTo>
                  <a:cubicBezTo>
                    <a:pt x="32323" y="60210"/>
                    <a:pt x="31723" y="60043"/>
                    <a:pt x="31156" y="59843"/>
                  </a:cubicBezTo>
                  <a:cubicBezTo>
                    <a:pt x="30889" y="59710"/>
                    <a:pt x="30589" y="59609"/>
                    <a:pt x="30355" y="59443"/>
                  </a:cubicBezTo>
                  <a:lnTo>
                    <a:pt x="30222" y="59376"/>
                  </a:lnTo>
                  <a:lnTo>
                    <a:pt x="30088" y="59243"/>
                  </a:lnTo>
                  <a:lnTo>
                    <a:pt x="29822" y="58909"/>
                  </a:lnTo>
                  <a:cubicBezTo>
                    <a:pt x="28988" y="57942"/>
                    <a:pt x="28354" y="56841"/>
                    <a:pt x="27553" y="55707"/>
                  </a:cubicBezTo>
                  <a:cubicBezTo>
                    <a:pt x="27353" y="55406"/>
                    <a:pt x="27153" y="55106"/>
                    <a:pt x="26919" y="54873"/>
                  </a:cubicBezTo>
                  <a:cubicBezTo>
                    <a:pt x="26719" y="54606"/>
                    <a:pt x="26486" y="54372"/>
                    <a:pt x="26219" y="54106"/>
                  </a:cubicBezTo>
                  <a:cubicBezTo>
                    <a:pt x="25685" y="53672"/>
                    <a:pt x="25152" y="53205"/>
                    <a:pt x="24518" y="52871"/>
                  </a:cubicBezTo>
                  <a:cubicBezTo>
                    <a:pt x="23317" y="52171"/>
                    <a:pt x="21916" y="51737"/>
                    <a:pt x="20582" y="51437"/>
                  </a:cubicBezTo>
                  <a:cubicBezTo>
                    <a:pt x="19214" y="51203"/>
                    <a:pt x="17846" y="51037"/>
                    <a:pt x="16512" y="50903"/>
                  </a:cubicBezTo>
                  <a:cubicBezTo>
                    <a:pt x="13843" y="50603"/>
                    <a:pt x="11142" y="50370"/>
                    <a:pt x="8740" y="49269"/>
                  </a:cubicBezTo>
                  <a:cubicBezTo>
                    <a:pt x="7539" y="48735"/>
                    <a:pt x="6505" y="47934"/>
                    <a:pt x="5671" y="46967"/>
                  </a:cubicBezTo>
                  <a:lnTo>
                    <a:pt x="5371" y="46600"/>
                  </a:lnTo>
                  <a:lnTo>
                    <a:pt x="5204" y="46433"/>
                  </a:lnTo>
                  <a:lnTo>
                    <a:pt x="5171" y="46400"/>
                  </a:lnTo>
                  <a:lnTo>
                    <a:pt x="5071" y="46267"/>
                  </a:lnTo>
                  <a:cubicBezTo>
                    <a:pt x="4904" y="46000"/>
                    <a:pt x="4704" y="45700"/>
                    <a:pt x="4537" y="45399"/>
                  </a:cubicBezTo>
                  <a:cubicBezTo>
                    <a:pt x="4170" y="44866"/>
                    <a:pt x="3836" y="44265"/>
                    <a:pt x="3469" y="43731"/>
                  </a:cubicBezTo>
                  <a:cubicBezTo>
                    <a:pt x="2736" y="42664"/>
                    <a:pt x="2068" y="41530"/>
                    <a:pt x="1535" y="40362"/>
                  </a:cubicBezTo>
                  <a:cubicBezTo>
                    <a:pt x="1301" y="39762"/>
                    <a:pt x="1034" y="39195"/>
                    <a:pt x="901" y="38594"/>
                  </a:cubicBezTo>
                  <a:cubicBezTo>
                    <a:pt x="801" y="38027"/>
                    <a:pt x="834" y="37494"/>
                    <a:pt x="1034" y="36893"/>
                  </a:cubicBezTo>
                  <a:cubicBezTo>
                    <a:pt x="1468" y="35759"/>
                    <a:pt x="2202" y="34692"/>
                    <a:pt x="2635" y="33424"/>
                  </a:cubicBezTo>
                  <a:cubicBezTo>
                    <a:pt x="2736" y="33090"/>
                    <a:pt x="2836" y="32824"/>
                    <a:pt x="2869" y="32423"/>
                  </a:cubicBezTo>
                  <a:lnTo>
                    <a:pt x="2869" y="32257"/>
                  </a:lnTo>
                  <a:lnTo>
                    <a:pt x="2869" y="32123"/>
                  </a:lnTo>
                  <a:lnTo>
                    <a:pt x="2836" y="31890"/>
                  </a:lnTo>
                  <a:cubicBezTo>
                    <a:pt x="2836" y="31723"/>
                    <a:pt x="2836" y="31556"/>
                    <a:pt x="2802" y="31389"/>
                  </a:cubicBezTo>
                  <a:cubicBezTo>
                    <a:pt x="2669" y="30722"/>
                    <a:pt x="2502" y="30155"/>
                    <a:pt x="2302" y="29555"/>
                  </a:cubicBezTo>
                  <a:cubicBezTo>
                    <a:pt x="1902" y="28420"/>
                    <a:pt x="1568" y="27320"/>
                    <a:pt x="1735" y="26219"/>
                  </a:cubicBezTo>
                  <a:cubicBezTo>
                    <a:pt x="1902" y="25151"/>
                    <a:pt x="2535" y="24184"/>
                    <a:pt x="3169" y="23250"/>
                  </a:cubicBezTo>
                  <a:cubicBezTo>
                    <a:pt x="3469" y="22816"/>
                    <a:pt x="3803" y="22349"/>
                    <a:pt x="4070" y="21849"/>
                  </a:cubicBezTo>
                  <a:cubicBezTo>
                    <a:pt x="4237" y="21582"/>
                    <a:pt x="4370" y="21349"/>
                    <a:pt x="4503" y="21082"/>
                  </a:cubicBezTo>
                  <a:lnTo>
                    <a:pt x="4570" y="20882"/>
                  </a:lnTo>
                  <a:cubicBezTo>
                    <a:pt x="4637" y="20815"/>
                    <a:pt x="4670" y="20682"/>
                    <a:pt x="4670" y="20648"/>
                  </a:cubicBezTo>
                  <a:cubicBezTo>
                    <a:pt x="4670" y="20515"/>
                    <a:pt x="4704" y="20348"/>
                    <a:pt x="4737" y="20215"/>
                  </a:cubicBezTo>
                  <a:cubicBezTo>
                    <a:pt x="5004" y="19147"/>
                    <a:pt x="5037" y="18046"/>
                    <a:pt x="5237" y="17079"/>
                  </a:cubicBezTo>
                  <a:cubicBezTo>
                    <a:pt x="5337" y="16579"/>
                    <a:pt x="5471" y="16145"/>
                    <a:pt x="5671" y="15711"/>
                  </a:cubicBezTo>
                  <a:cubicBezTo>
                    <a:pt x="5838" y="15311"/>
                    <a:pt x="6138" y="14911"/>
                    <a:pt x="6405" y="14544"/>
                  </a:cubicBezTo>
                  <a:cubicBezTo>
                    <a:pt x="7005" y="13810"/>
                    <a:pt x="7706" y="13243"/>
                    <a:pt x="8473" y="12743"/>
                  </a:cubicBezTo>
                  <a:cubicBezTo>
                    <a:pt x="9974" y="11742"/>
                    <a:pt x="11475" y="11008"/>
                    <a:pt x="12743" y="10141"/>
                  </a:cubicBezTo>
                  <a:cubicBezTo>
                    <a:pt x="14010" y="9240"/>
                    <a:pt x="15044" y="8206"/>
                    <a:pt x="15645" y="7072"/>
                  </a:cubicBezTo>
                  <a:cubicBezTo>
                    <a:pt x="16212" y="5971"/>
                    <a:pt x="16412" y="4904"/>
                    <a:pt x="16512" y="4036"/>
                  </a:cubicBezTo>
                  <a:cubicBezTo>
                    <a:pt x="16512" y="3803"/>
                    <a:pt x="16545" y="3636"/>
                    <a:pt x="16545" y="3403"/>
                  </a:cubicBezTo>
                  <a:lnTo>
                    <a:pt x="16545" y="2869"/>
                  </a:lnTo>
                  <a:cubicBezTo>
                    <a:pt x="16545" y="2535"/>
                    <a:pt x="16512" y="2235"/>
                    <a:pt x="16512" y="2035"/>
                  </a:cubicBezTo>
                  <a:cubicBezTo>
                    <a:pt x="16512" y="1835"/>
                    <a:pt x="16479" y="1668"/>
                    <a:pt x="16479" y="1535"/>
                  </a:cubicBezTo>
                  <a:cubicBezTo>
                    <a:pt x="16412" y="1401"/>
                    <a:pt x="16412" y="1368"/>
                    <a:pt x="16412" y="1368"/>
                  </a:cubicBezTo>
                  <a:cubicBezTo>
                    <a:pt x="16345" y="867"/>
                    <a:pt x="16245" y="534"/>
                    <a:pt x="16012" y="334"/>
                  </a:cubicBezTo>
                  <a:cubicBezTo>
                    <a:pt x="15912" y="67"/>
                    <a:pt x="15845" y="0"/>
                    <a:pt x="158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69" name="Google Shape;2769;p23"/>
            <p:cNvSpPr/>
            <p:nvPr/>
          </p:nvSpPr>
          <p:spPr>
            <a:xfrm flipH="1">
              <a:off x="-1852158" y="728357"/>
              <a:ext cx="819551" cy="1132155"/>
            </a:xfrm>
            <a:custGeom>
              <a:avLst/>
              <a:gdLst/>
              <a:ahLst/>
              <a:cxnLst/>
              <a:rect l="l" t="t" r="r" b="b"/>
              <a:pathLst>
                <a:path w="36376" h="50251" extrusionOk="0">
                  <a:moveTo>
                    <a:pt x="1369" y="1"/>
                  </a:moveTo>
                  <a:cubicBezTo>
                    <a:pt x="1207" y="1"/>
                    <a:pt x="1140" y="246"/>
                    <a:pt x="1334" y="616"/>
                  </a:cubicBezTo>
                  <a:cubicBezTo>
                    <a:pt x="1334" y="616"/>
                    <a:pt x="1368" y="649"/>
                    <a:pt x="1435" y="816"/>
                  </a:cubicBezTo>
                  <a:cubicBezTo>
                    <a:pt x="1435" y="916"/>
                    <a:pt x="1468" y="983"/>
                    <a:pt x="1501" y="1116"/>
                  </a:cubicBezTo>
                  <a:cubicBezTo>
                    <a:pt x="1501" y="1216"/>
                    <a:pt x="1501" y="1383"/>
                    <a:pt x="1535" y="1483"/>
                  </a:cubicBezTo>
                  <a:cubicBezTo>
                    <a:pt x="1635" y="2117"/>
                    <a:pt x="1435" y="2951"/>
                    <a:pt x="867" y="3985"/>
                  </a:cubicBezTo>
                  <a:cubicBezTo>
                    <a:pt x="634" y="4485"/>
                    <a:pt x="300" y="5119"/>
                    <a:pt x="134" y="5820"/>
                  </a:cubicBezTo>
                  <a:cubicBezTo>
                    <a:pt x="100" y="6053"/>
                    <a:pt x="34" y="6220"/>
                    <a:pt x="34" y="6420"/>
                  </a:cubicBezTo>
                  <a:cubicBezTo>
                    <a:pt x="34" y="6587"/>
                    <a:pt x="0" y="6787"/>
                    <a:pt x="34" y="6987"/>
                  </a:cubicBezTo>
                  <a:cubicBezTo>
                    <a:pt x="34" y="7221"/>
                    <a:pt x="100" y="7387"/>
                    <a:pt x="134" y="7588"/>
                  </a:cubicBezTo>
                  <a:cubicBezTo>
                    <a:pt x="167" y="7754"/>
                    <a:pt x="167" y="7955"/>
                    <a:pt x="267" y="8155"/>
                  </a:cubicBezTo>
                  <a:cubicBezTo>
                    <a:pt x="334" y="8321"/>
                    <a:pt x="367" y="8555"/>
                    <a:pt x="501" y="8755"/>
                  </a:cubicBezTo>
                  <a:lnTo>
                    <a:pt x="667" y="9055"/>
                  </a:lnTo>
                  <a:cubicBezTo>
                    <a:pt x="701" y="9155"/>
                    <a:pt x="801" y="9255"/>
                    <a:pt x="867" y="9322"/>
                  </a:cubicBezTo>
                  <a:cubicBezTo>
                    <a:pt x="1001" y="9556"/>
                    <a:pt x="1201" y="9656"/>
                    <a:pt x="1368" y="9823"/>
                  </a:cubicBezTo>
                  <a:cubicBezTo>
                    <a:pt x="1601" y="9956"/>
                    <a:pt x="1801" y="10089"/>
                    <a:pt x="2002" y="10156"/>
                  </a:cubicBezTo>
                  <a:cubicBezTo>
                    <a:pt x="2869" y="10556"/>
                    <a:pt x="3803" y="10623"/>
                    <a:pt x="4637" y="10923"/>
                  </a:cubicBezTo>
                  <a:cubicBezTo>
                    <a:pt x="5037" y="11057"/>
                    <a:pt x="5471" y="11257"/>
                    <a:pt x="5804" y="11490"/>
                  </a:cubicBezTo>
                  <a:lnTo>
                    <a:pt x="5938" y="11590"/>
                  </a:lnTo>
                  <a:lnTo>
                    <a:pt x="5971" y="11624"/>
                  </a:lnTo>
                  <a:cubicBezTo>
                    <a:pt x="5971" y="11657"/>
                    <a:pt x="6004" y="11724"/>
                    <a:pt x="6038" y="11724"/>
                  </a:cubicBezTo>
                  <a:lnTo>
                    <a:pt x="6138" y="11757"/>
                  </a:lnTo>
                  <a:cubicBezTo>
                    <a:pt x="6171" y="11791"/>
                    <a:pt x="6271" y="11891"/>
                    <a:pt x="6338" y="11924"/>
                  </a:cubicBezTo>
                  <a:cubicBezTo>
                    <a:pt x="6505" y="12091"/>
                    <a:pt x="6638" y="12224"/>
                    <a:pt x="6772" y="12424"/>
                  </a:cubicBezTo>
                  <a:cubicBezTo>
                    <a:pt x="7039" y="12791"/>
                    <a:pt x="7272" y="13225"/>
                    <a:pt x="7506" y="13659"/>
                  </a:cubicBezTo>
                  <a:cubicBezTo>
                    <a:pt x="7639" y="13892"/>
                    <a:pt x="7806" y="14126"/>
                    <a:pt x="7973" y="14326"/>
                  </a:cubicBezTo>
                  <a:cubicBezTo>
                    <a:pt x="8106" y="14459"/>
                    <a:pt x="8173" y="14593"/>
                    <a:pt x="8306" y="14659"/>
                  </a:cubicBezTo>
                  <a:cubicBezTo>
                    <a:pt x="8339" y="14693"/>
                    <a:pt x="8373" y="14759"/>
                    <a:pt x="8473" y="14793"/>
                  </a:cubicBezTo>
                  <a:lnTo>
                    <a:pt x="8540" y="14826"/>
                  </a:lnTo>
                  <a:lnTo>
                    <a:pt x="8606" y="14893"/>
                  </a:lnTo>
                  <a:lnTo>
                    <a:pt x="8640" y="14926"/>
                  </a:lnTo>
                  <a:lnTo>
                    <a:pt x="8706" y="14993"/>
                  </a:lnTo>
                  <a:cubicBezTo>
                    <a:pt x="8773" y="15060"/>
                    <a:pt x="8840" y="15093"/>
                    <a:pt x="8873" y="15126"/>
                  </a:cubicBezTo>
                  <a:lnTo>
                    <a:pt x="9273" y="15393"/>
                  </a:lnTo>
                  <a:cubicBezTo>
                    <a:pt x="9540" y="15493"/>
                    <a:pt x="9807" y="15627"/>
                    <a:pt x="10107" y="15660"/>
                  </a:cubicBezTo>
                  <a:cubicBezTo>
                    <a:pt x="10641" y="15793"/>
                    <a:pt x="11175" y="15827"/>
                    <a:pt x="11675" y="15894"/>
                  </a:cubicBezTo>
                  <a:cubicBezTo>
                    <a:pt x="12176" y="15927"/>
                    <a:pt x="12643" y="15994"/>
                    <a:pt x="13110" y="16160"/>
                  </a:cubicBezTo>
                  <a:lnTo>
                    <a:pt x="13810" y="16427"/>
                  </a:lnTo>
                  <a:lnTo>
                    <a:pt x="14477" y="16761"/>
                  </a:lnTo>
                  <a:cubicBezTo>
                    <a:pt x="15345" y="17228"/>
                    <a:pt x="16145" y="17828"/>
                    <a:pt x="17012" y="18429"/>
                  </a:cubicBezTo>
                  <a:cubicBezTo>
                    <a:pt x="17846" y="18996"/>
                    <a:pt x="18780" y="19563"/>
                    <a:pt x="19648" y="20063"/>
                  </a:cubicBezTo>
                  <a:cubicBezTo>
                    <a:pt x="19848" y="20163"/>
                    <a:pt x="20115" y="20263"/>
                    <a:pt x="20348" y="20397"/>
                  </a:cubicBezTo>
                  <a:cubicBezTo>
                    <a:pt x="20615" y="20497"/>
                    <a:pt x="20882" y="20564"/>
                    <a:pt x="21149" y="20630"/>
                  </a:cubicBezTo>
                  <a:cubicBezTo>
                    <a:pt x="21449" y="20664"/>
                    <a:pt x="21716" y="20730"/>
                    <a:pt x="21983" y="20730"/>
                  </a:cubicBezTo>
                  <a:cubicBezTo>
                    <a:pt x="22216" y="20730"/>
                    <a:pt x="22516" y="20730"/>
                    <a:pt x="22716" y="20664"/>
                  </a:cubicBezTo>
                  <a:cubicBezTo>
                    <a:pt x="23183" y="20630"/>
                    <a:pt x="23650" y="20597"/>
                    <a:pt x="24117" y="20597"/>
                  </a:cubicBezTo>
                  <a:cubicBezTo>
                    <a:pt x="24551" y="20597"/>
                    <a:pt x="25018" y="20597"/>
                    <a:pt x="25452" y="20630"/>
                  </a:cubicBezTo>
                  <a:cubicBezTo>
                    <a:pt x="26286" y="20764"/>
                    <a:pt x="27186" y="21064"/>
                    <a:pt x="28020" y="21431"/>
                  </a:cubicBezTo>
                  <a:cubicBezTo>
                    <a:pt x="28854" y="21798"/>
                    <a:pt x="29688" y="22331"/>
                    <a:pt x="30322" y="22965"/>
                  </a:cubicBezTo>
                  <a:lnTo>
                    <a:pt x="30522" y="23232"/>
                  </a:lnTo>
                  <a:lnTo>
                    <a:pt x="30622" y="23299"/>
                  </a:lnTo>
                  <a:lnTo>
                    <a:pt x="30689" y="23432"/>
                  </a:lnTo>
                  <a:lnTo>
                    <a:pt x="31022" y="23999"/>
                  </a:lnTo>
                  <a:cubicBezTo>
                    <a:pt x="31156" y="24233"/>
                    <a:pt x="31223" y="24433"/>
                    <a:pt x="31323" y="24633"/>
                  </a:cubicBezTo>
                  <a:cubicBezTo>
                    <a:pt x="31389" y="24833"/>
                    <a:pt x="31456" y="25067"/>
                    <a:pt x="31523" y="25267"/>
                  </a:cubicBezTo>
                  <a:cubicBezTo>
                    <a:pt x="31790" y="26101"/>
                    <a:pt x="31823" y="27001"/>
                    <a:pt x="31723" y="27835"/>
                  </a:cubicBezTo>
                  <a:cubicBezTo>
                    <a:pt x="31690" y="28669"/>
                    <a:pt x="31489" y="29503"/>
                    <a:pt x="31323" y="30270"/>
                  </a:cubicBezTo>
                  <a:cubicBezTo>
                    <a:pt x="31156" y="31004"/>
                    <a:pt x="30989" y="31738"/>
                    <a:pt x="30856" y="32405"/>
                  </a:cubicBezTo>
                  <a:cubicBezTo>
                    <a:pt x="30555" y="33673"/>
                    <a:pt x="30622" y="34740"/>
                    <a:pt x="30655" y="35241"/>
                  </a:cubicBezTo>
                  <a:lnTo>
                    <a:pt x="30655" y="35174"/>
                  </a:lnTo>
                  <a:cubicBezTo>
                    <a:pt x="30689" y="36141"/>
                    <a:pt x="31122" y="36942"/>
                    <a:pt x="31389" y="37642"/>
                  </a:cubicBezTo>
                  <a:cubicBezTo>
                    <a:pt x="31690" y="38343"/>
                    <a:pt x="31856" y="39010"/>
                    <a:pt x="31856" y="39644"/>
                  </a:cubicBezTo>
                  <a:cubicBezTo>
                    <a:pt x="31856" y="39811"/>
                    <a:pt x="31823" y="39944"/>
                    <a:pt x="31823" y="40111"/>
                  </a:cubicBezTo>
                  <a:cubicBezTo>
                    <a:pt x="31790" y="40278"/>
                    <a:pt x="31723" y="40444"/>
                    <a:pt x="31690" y="40578"/>
                  </a:cubicBezTo>
                  <a:cubicBezTo>
                    <a:pt x="31623" y="40845"/>
                    <a:pt x="31489" y="41145"/>
                    <a:pt x="31389" y="41412"/>
                  </a:cubicBezTo>
                  <a:cubicBezTo>
                    <a:pt x="31156" y="41946"/>
                    <a:pt x="30956" y="42413"/>
                    <a:pt x="30789" y="42846"/>
                  </a:cubicBezTo>
                  <a:cubicBezTo>
                    <a:pt x="30722" y="42980"/>
                    <a:pt x="30689" y="43113"/>
                    <a:pt x="30655" y="43180"/>
                  </a:cubicBezTo>
                  <a:cubicBezTo>
                    <a:pt x="30622" y="43280"/>
                    <a:pt x="30622" y="43413"/>
                    <a:pt x="30555" y="43480"/>
                  </a:cubicBezTo>
                  <a:cubicBezTo>
                    <a:pt x="30489" y="43680"/>
                    <a:pt x="30455" y="43847"/>
                    <a:pt x="30455" y="44014"/>
                  </a:cubicBezTo>
                  <a:cubicBezTo>
                    <a:pt x="30455" y="44247"/>
                    <a:pt x="30389" y="44347"/>
                    <a:pt x="30389" y="44481"/>
                  </a:cubicBezTo>
                  <a:lnTo>
                    <a:pt x="30389" y="44781"/>
                  </a:lnTo>
                  <a:cubicBezTo>
                    <a:pt x="30389" y="44899"/>
                    <a:pt x="30389" y="44955"/>
                    <a:pt x="30393" y="44955"/>
                  </a:cubicBezTo>
                  <a:cubicBezTo>
                    <a:pt x="30399" y="44955"/>
                    <a:pt x="30415" y="44823"/>
                    <a:pt x="30455" y="44581"/>
                  </a:cubicBezTo>
                  <a:lnTo>
                    <a:pt x="30455" y="44581"/>
                  </a:lnTo>
                  <a:cubicBezTo>
                    <a:pt x="30355" y="45481"/>
                    <a:pt x="30389" y="46315"/>
                    <a:pt x="30655" y="47083"/>
                  </a:cubicBezTo>
                  <a:cubicBezTo>
                    <a:pt x="30889" y="47783"/>
                    <a:pt x="31356" y="48350"/>
                    <a:pt x="31856" y="48684"/>
                  </a:cubicBezTo>
                  <a:cubicBezTo>
                    <a:pt x="32323" y="49084"/>
                    <a:pt x="32824" y="49251"/>
                    <a:pt x="33191" y="49418"/>
                  </a:cubicBezTo>
                  <a:cubicBezTo>
                    <a:pt x="33558" y="49584"/>
                    <a:pt x="33891" y="49684"/>
                    <a:pt x="34191" y="49784"/>
                  </a:cubicBezTo>
                  <a:cubicBezTo>
                    <a:pt x="35325" y="50118"/>
                    <a:pt x="35626" y="50185"/>
                    <a:pt x="35626" y="50185"/>
                  </a:cubicBezTo>
                  <a:cubicBezTo>
                    <a:pt x="35763" y="50231"/>
                    <a:pt x="35880" y="50251"/>
                    <a:pt x="35975" y="50251"/>
                  </a:cubicBezTo>
                  <a:cubicBezTo>
                    <a:pt x="36362" y="50251"/>
                    <a:pt x="36375" y="49913"/>
                    <a:pt x="35893" y="49618"/>
                  </a:cubicBezTo>
                  <a:cubicBezTo>
                    <a:pt x="35893" y="49618"/>
                    <a:pt x="35659" y="49518"/>
                    <a:pt x="34525" y="49184"/>
                  </a:cubicBezTo>
                  <a:cubicBezTo>
                    <a:pt x="34225" y="49117"/>
                    <a:pt x="33891" y="49017"/>
                    <a:pt x="33524" y="48850"/>
                  </a:cubicBezTo>
                  <a:cubicBezTo>
                    <a:pt x="33157" y="48684"/>
                    <a:pt x="32724" y="48517"/>
                    <a:pt x="32323" y="48183"/>
                  </a:cubicBezTo>
                  <a:cubicBezTo>
                    <a:pt x="31890" y="47916"/>
                    <a:pt x="31523" y="47449"/>
                    <a:pt x="31323" y="46816"/>
                  </a:cubicBezTo>
                  <a:cubicBezTo>
                    <a:pt x="31152" y="46277"/>
                    <a:pt x="31127" y="45641"/>
                    <a:pt x="31144" y="44909"/>
                  </a:cubicBezTo>
                  <a:lnTo>
                    <a:pt x="31144" y="44909"/>
                  </a:lnTo>
                  <a:cubicBezTo>
                    <a:pt x="31144" y="44913"/>
                    <a:pt x="31145" y="44915"/>
                    <a:pt x="31146" y="44915"/>
                  </a:cubicBezTo>
                  <a:cubicBezTo>
                    <a:pt x="31150" y="44915"/>
                    <a:pt x="31156" y="44856"/>
                    <a:pt x="31156" y="44748"/>
                  </a:cubicBezTo>
                  <a:lnTo>
                    <a:pt x="31156" y="44447"/>
                  </a:lnTo>
                  <a:cubicBezTo>
                    <a:pt x="31156" y="44314"/>
                    <a:pt x="31189" y="44180"/>
                    <a:pt x="31189" y="44080"/>
                  </a:cubicBezTo>
                  <a:cubicBezTo>
                    <a:pt x="31189" y="43947"/>
                    <a:pt x="31223" y="43780"/>
                    <a:pt x="31289" y="43613"/>
                  </a:cubicBezTo>
                  <a:cubicBezTo>
                    <a:pt x="31323" y="43513"/>
                    <a:pt x="31323" y="43447"/>
                    <a:pt x="31356" y="43347"/>
                  </a:cubicBezTo>
                  <a:cubicBezTo>
                    <a:pt x="31389" y="43280"/>
                    <a:pt x="31456" y="43146"/>
                    <a:pt x="31489" y="43080"/>
                  </a:cubicBezTo>
                  <a:cubicBezTo>
                    <a:pt x="31656" y="42646"/>
                    <a:pt x="31856" y="42179"/>
                    <a:pt x="32123" y="41645"/>
                  </a:cubicBezTo>
                  <a:cubicBezTo>
                    <a:pt x="32223" y="41412"/>
                    <a:pt x="32357" y="41112"/>
                    <a:pt x="32457" y="40778"/>
                  </a:cubicBezTo>
                  <a:lnTo>
                    <a:pt x="32557" y="40278"/>
                  </a:lnTo>
                  <a:cubicBezTo>
                    <a:pt x="32557" y="40111"/>
                    <a:pt x="32624" y="39944"/>
                    <a:pt x="32624" y="39744"/>
                  </a:cubicBezTo>
                  <a:cubicBezTo>
                    <a:pt x="32657" y="38977"/>
                    <a:pt x="32457" y="38176"/>
                    <a:pt x="32157" y="37442"/>
                  </a:cubicBezTo>
                  <a:cubicBezTo>
                    <a:pt x="31856" y="36675"/>
                    <a:pt x="31489" y="35975"/>
                    <a:pt x="31489" y="35241"/>
                  </a:cubicBezTo>
                  <a:lnTo>
                    <a:pt x="31489" y="35174"/>
                  </a:lnTo>
                  <a:cubicBezTo>
                    <a:pt x="31456" y="34740"/>
                    <a:pt x="31456" y="33806"/>
                    <a:pt x="31723" y="32572"/>
                  </a:cubicBezTo>
                  <a:cubicBezTo>
                    <a:pt x="31856" y="31938"/>
                    <a:pt x="32023" y="31238"/>
                    <a:pt x="32223" y="30471"/>
                  </a:cubicBezTo>
                  <a:cubicBezTo>
                    <a:pt x="32457" y="29670"/>
                    <a:pt x="32657" y="28836"/>
                    <a:pt x="32724" y="27935"/>
                  </a:cubicBezTo>
                  <a:cubicBezTo>
                    <a:pt x="32957" y="26101"/>
                    <a:pt x="32624" y="23899"/>
                    <a:pt x="31122" y="22265"/>
                  </a:cubicBezTo>
                  <a:cubicBezTo>
                    <a:pt x="30355" y="21498"/>
                    <a:pt x="29488" y="20964"/>
                    <a:pt x="28554" y="20497"/>
                  </a:cubicBezTo>
                  <a:cubicBezTo>
                    <a:pt x="27653" y="20063"/>
                    <a:pt x="26686" y="19763"/>
                    <a:pt x="25685" y="19596"/>
                  </a:cubicBezTo>
                  <a:cubicBezTo>
                    <a:pt x="25185" y="19596"/>
                    <a:pt x="24718" y="19563"/>
                    <a:pt x="24218" y="19563"/>
                  </a:cubicBezTo>
                  <a:cubicBezTo>
                    <a:pt x="23717" y="19596"/>
                    <a:pt x="23217" y="19596"/>
                    <a:pt x="22783" y="19630"/>
                  </a:cubicBezTo>
                  <a:cubicBezTo>
                    <a:pt x="22516" y="19663"/>
                    <a:pt x="22316" y="19663"/>
                    <a:pt x="22049" y="19663"/>
                  </a:cubicBezTo>
                  <a:cubicBezTo>
                    <a:pt x="21849" y="19663"/>
                    <a:pt x="21649" y="19663"/>
                    <a:pt x="21449" y="19630"/>
                  </a:cubicBezTo>
                  <a:cubicBezTo>
                    <a:pt x="21215" y="19596"/>
                    <a:pt x="21015" y="19563"/>
                    <a:pt x="20815" y="19463"/>
                  </a:cubicBezTo>
                  <a:cubicBezTo>
                    <a:pt x="20615" y="19396"/>
                    <a:pt x="20381" y="19263"/>
                    <a:pt x="20181" y="19163"/>
                  </a:cubicBezTo>
                  <a:cubicBezTo>
                    <a:pt x="19347" y="18729"/>
                    <a:pt x="18480" y="18229"/>
                    <a:pt x="17646" y="17628"/>
                  </a:cubicBezTo>
                  <a:cubicBezTo>
                    <a:pt x="16812" y="17061"/>
                    <a:pt x="15945" y="16427"/>
                    <a:pt x="14978" y="15927"/>
                  </a:cubicBezTo>
                  <a:lnTo>
                    <a:pt x="14210" y="15593"/>
                  </a:lnTo>
                  <a:lnTo>
                    <a:pt x="13443" y="15326"/>
                  </a:lnTo>
                  <a:cubicBezTo>
                    <a:pt x="12876" y="15160"/>
                    <a:pt x="12342" y="15093"/>
                    <a:pt x="11809" y="15060"/>
                  </a:cubicBezTo>
                  <a:cubicBezTo>
                    <a:pt x="11275" y="14993"/>
                    <a:pt x="10775" y="14960"/>
                    <a:pt x="10308" y="14893"/>
                  </a:cubicBezTo>
                  <a:cubicBezTo>
                    <a:pt x="10041" y="14826"/>
                    <a:pt x="9874" y="14759"/>
                    <a:pt x="9674" y="14659"/>
                  </a:cubicBezTo>
                  <a:cubicBezTo>
                    <a:pt x="9607" y="14626"/>
                    <a:pt x="9507" y="14593"/>
                    <a:pt x="9440" y="14493"/>
                  </a:cubicBezTo>
                  <a:cubicBezTo>
                    <a:pt x="9374" y="14493"/>
                    <a:pt x="9340" y="14459"/>
                    <a:pt x="9307" y="14426"/>
                  </a:cubicBezTo>
                  <a:lnTo>
                    <a:pt x="9273" y="14392"/>
                  </a:lnTo>
                  <a:lnTo>
                    <a:pt x="9207" y="14326"/>
                  </a:lnTo>
                  <a:cubicBezTo>
                    <a:pt x="9173" y="14292"/>
                    <a:pt x="9173" y="14259"/>
                    <a:pt x="9140" y="14259"/>
                  </a:cubicBezTo>
                  <a:lnTo>
                    <a:pt x="8973" y="14159"/>
                  </a:lnTo>
                  <a:cubicBezTo>
                    <a:pt x="8940" y="14159"/>
                    <a:pt x="8873" y="14126"/>
                    <a:pt x="8840" y="14092"/>
                  </a:cubicBezTo>
                  <a:cubicBezTo>
                    <a:pt x="8773" y="14059"/>
                    <a:pt x="8706" y="13959"/>
                    <a:pt x="8640" y="13892"/>
                  </a:cubicBezTo>
                  <a:cubicBezTo>
                    <a:pt x="8473" y="13725"/>
                    <a:pt x="8339" y="13559"/>
                    <a:pt x="8206" y="13325"/>
                  </a:cubicBezTo>
                  <a:cubicBezTo>
                    <a:pt x="7973" y="12925"/>
                    <a:pt x="7772" y="12458"/>
                    <a:pt x="7472" y="12057"/>
                  </a:cubicBezTo>
                  <a:cubicBezTo>
                    <a:pt x="7305" y="11824"/>
                    <a:pt x="7139" y="11624"/>
                    <a:pt x="6938" y="11424"/>
                  </a:cubicBezTo>
                  <a:lnTo>
                    <a:pt x="6538" y="11157"/>
                  </a:lnTo>
                  <a:lnTo>
                    <a:pt x="6471" y="11123"/>
                  </a:lnTo>
                  <a:lnTo>
                    <a:pt x="6505" y="11123"/>
                  </a:lnTo>
                  <a:lnTo>
                    <a:pt x="6471" y="11090"/>
                  </a:lnTo>
                  <a:lnTo>
                    <a:pt x="6305" y="10957"/>
                  </a:lnTo>
                  <a:cubicBezTo>
                    <a:pt x="6105" y="10790"/>
                    <a:pt x="5838" y="10656"/>
                    <a:pt x="5638" y="10556"/>
                  </a:cubicBezTo>
                  <a:cubicBezTo>
                    <a:pt x="5371" y="10456"/>
                    <a:pt x="5171" y="10390"/>
                    <a:pt x="4937" y="10290"/>
                  </a:cubicBezTo>
                  <a:cubicBezTo>
                    <a:pt x="3970" y="9956"/>
                    <a:pt x="3036" y="9923"/>
                    <a:pt x="2335" y="9589"/>
                  </a:cubicBezTo>
                  <a:cubicBezTo>
                    <a:pt x="1601" y="9289"/>
                    <a:pt x="1134" y="8722"/>
                    <a:pt x="934" y="7988"/>
                  </a:cubicBezTo>
                  <a:cubicBezTo>
                    <a:pt x="867" y="7821"/>
                    <a:pt x="834" y="7621"/>
                    <a:pt x="801" y="7454"/>
                  </a:cubicBezTo>
                  <a:cubicBezTo>
                    <a:pt x="767" y="7287"/>
                    <a:pt x="767" y="7121"/>
                    <a:pt x="701" y="6954"/>
                  </a:cubicBezTo>
                  <a:cubicBezTo>
                    <a:pt x="667" y="6620"/>
                    <a:pt x="701" y="6320"/>
                    <a:pt x="767" y="5986"/>
                  </a:cubicBezTo>
                  <a:cubicBezTo>
                    <a:pt x="934" y="5319"/>
                    <a:pt x="1168" y="4786"/>
                    <a:pt x="1435" y="4252"/>
                  </a:cubicBezTo>
                  <a:cubicBezTo>
                    <a:pt x="1935" y="3151"/>
                    <a:pt x="2202" y="2150"/>
                    <a:pt x="2102" y="1450"/>
                  </a:cubicBezTo>
                  <a:cubicBezTo>
                    <a:pt x="2035" y="1283"/>
                    <a:pt x="2035" y="1116"/>
                    <a:pt x="2002" y="983"/>
                  </a:cubicBezTo>
                  <a:cubicBezTo>
                    <a:pt x="1968" y="883"/>
                    <a:pt x="1935" y="749"/>
                    <a:pt x="1868" y="649"/>
                  </a:cubicBezTo>
                  <a:cubicBezTo>
                    <a:pt x="1835" y="483"/>
                    <a:pt x="1801" y="416"/>
                    <a:pt x="1801" y="416"/>
                  </a:cubicBezTo>
                  <a:cubicBezTo>
                    <a:pt x="1649" y="125"/>
                    <a:pt x="1485" y="1"/>
                    <a:pt x="13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70" name="Google Shape;2770;p23"/>
            <p:cNvSpPr/>
            <p:nvPr/>
          </p:nvSpPr>
          <p:spPr>
            <a:xfrm flipH="1">
              <a:off x="-1849972" y="679061"/>
              <a:ext cx="732766" cy="593688"/>
            </a:xfrm>
            <a:custGeom>
              <a:avLst/>
              <a:gdLst/>
              <a:ahLst/>
              <a:cxnLst/>
              <a:rect l="l" t="t" r="r" b="b"/>
              <a:pathLst>
                <a:path w="32524" h="26351" extrusionOk="0">
                  <a:moveTo>
                    <a:pt x="80" y="0"/>
                  </a:moveTo>
                  <a:lnTo>
                    <a:pt x="80" y="0"/>
                  </a:lnTo>
                  <a:cubicBezTo>
                    <a:pt x="6" y="0"/>
                    <a:pt x="1" y="141"/>
                    <a:pt x="115" y="369"/>
                  </a:cubicBezTo>
                  <a:cubicBezTo>
                    <a:pt x="115" y="369"/>
                    <a:pt x="181" y="436"/>
                    <a:pt x="215" y="602"/>
                  </a:cubicBezTo>
                  <a:cubicBezTo>
                    <a:pt x="248" y="669"/>
                    <a:pt x="281" y="802"/>
                    <a:pt x="348" y="936"/>
                  </a:cubicBezTo>
                  <a:cubicBezTo>
                    <a:pt x="381" y="1103"/>
                    <a:pt x="415" y="1269"/>
                    <a:pt x="448" y="1470"/>
                  </a:cubicBezTo>
                  <a:cubicBezTo>
                    <a:pt x="548" y="1870"/>
                    <a:pt x="548" y="2504"/>
                    <a:pt x="415" y="3304"/>
                  </a:cubicBezTo>
                  <a:cubicBezTo>
                    <a:pt x="348" y="3671"/>
                    <a:pt x="248" y="4138"/>
                    <a:pt x="181" y="4672"/>
                  </a:cubicBezTo>
                  <a:cubicBezTo>
                    <a:pt x="81" y="5172"/>
                    <a:pt x="48" y="5806"/>
                    <a:pt x="215" y="6473"/>
                  </a:cubicBezTo>
                  <a:cubicBezTo>
                    <a:pt x="248" y="6607"/>
                    <a:pt x="281" y="6840"/>
                    <a:pt x="381" y="7207"/>
                  </a:cubicBezTo>
                  <a:cubicBezTo>
                    <a:pt x="415" y="7374"/>
                    <a:pt x="515" y="7607"/>
                    <a:pt x="582" y="7841"/>
                  </a:cubicBezTo>
                  <a:cubicBezTo>
                    <a:pt x="682" y="8108"/>
                    <a:pt x="782" y="8341"/>
                    <a:pt x="1049" y="8608"/>
                  </a:cubicBezTo>
                  <a:cubicBezTo>
                    <a:pt x="1282" y="8842"/>
                    <a:pt x="1616" y="8975"/>
                    <a:pt x="1949" y="9042"/>
                  </a:cubicBezTo>
                  <a:cubicBezTo>
                    <a:pt x="2283" y="9142"/>
                    <a:pt x="2683" y="9209"/>
                    <a:pt x="3017" y="9309"/>
                  </a:cubicBezTo>
                  <a:cubicBezTo>
                    <a:pt x="3684" y="9542"/>
                    <a:pt x="4418" y="9842"/>
                    <a:pt x="5051" y="10443"/>
                  </a:cubicBezTo>
                  <a:cubicBezTo>
                    <a:pt x="5385" y="10676"/>
                    <a:pt x="5685" y="11010"/>
                    <a:pt x="6019" y="11310"/>
                  </a:cubicBezTo>
                  <a:cubicBezTo>
                    <a:pt x="6352" y="11610"/>
                    <a:pt x="6619" y="11977"/>
                    <a:pt x="6953" y="12311"/>
                  </a:cubicBezTo>
                  <a:cubicBezTo>
                    <a:pt x="7120" y="12478"/>
                    <a:pt x="7286" y="12644"/>
                    <a:pt x="7520" y="12811"/>
                  </a:cubicBezTo>
                  <a:lnTo>
                    <a:pt x="7787" y="13045"/>
                  </a:lnTo>
                  <a:cubicBezTo>
                    <a:pt x="7887" y="13145"/>
                    <a:pt x="8020" y="13178"/>
                    <a:pt x="8087" y="13278"/>
                  </a:cubicBezTo>
                  <a:cubicBezTo>
                    <a:pt x="8287" y="13378"/>
                    <a:pt x="8521" y="13545"/>
                    <a:pt x="8721" y="13645"/>
                  </a:cubicBezTo>
                  <a:lnTo>
                    <a:pt x="9054" y="13812"/>
                  </a:lnTo>
                  <a:lnTo>
                    <a:pt x="9221" y="13879"/>
                  </a:lnTo>
                  <a:lnTo>
                    <a:pt x="9288" y="13945"/>
                  </a:lnTo>
                  <a:cubicBezTo>
                    <a:pt x="9355" y="13945"/>
                    <a:pt x="9388" y="13979"/>
                    <a:pt x="9421" y="13979"/>
                  </a:cubicBezTo>
                  <a:cubicBezTo>
                    <a:pt x="9922" y="14145"/>
                    <a:pt x="10455" y="14145"/>
                    <a:pt x="10922" y="14145"/>
                  </a:cubicBezTo>
                  <a:cubicBezTo>
                    <a:pt x="11389" y="14145"/>
                    <a:pt x="11856" y="14145"/>
                    <a:pt x="12290" y="14212"/>
                  </a:cubicBezTo>
                  <a:lnTo>
                    <a:pt x="12457" y="14279"/>
                  </a:lnTo>
                  <a:lnTo>
                    <a:pt x="12557" y="14279"/>
                  </a:lnTo>
                  <a:lnTo>
                    <a:pt x="12790" y="14446"/>
                  </a:lnTo>
                  <a:cubicBezTo>
                    <a:pt x="12957" y="14546"/>
                    <a:pt x="13091" y="14712"/>
                    <a:pt x="13257" y="14879"/>
                  </a:cubicBezTo>
                  <a:cubicBezTo>
                    <a:pt x="13591" y="15213"/>
                    <a:pt x="13858" y="15613"/>
                    <a:pt x="14225" y="15880"/>
                  </a:cubicBezTo>
                  <a:lnTo>
                    <a:pt x="14592" y="16147"/>
                  </a:lnTo>
                  <a:cubicBezTo>
                    <a:pt x="14725" y="16214"/>
                    <a:pt x="14859" y="16280"/>
                    <a:pt x="14925" y="16314"/>
                  </a:cubicBezTo>
                  <a:lnTo>
                    <a:pt x="14892" y="16314"/>
                  </a:lnTo>
                  <a:cubicBezTo>
                    <a:pt x="15959" y="16881"/>
                    <a:pt x="17260" y="17214"/>
                    <a:pt x="18595" y="17214"/>
                  </a:cubicBezTo>
                  <a:cubicBezTo>
                    <a:pt x="18722" y="17221"/>
                    <a:pt x="18849" y="17224"/>
                    <a:pt x="18977" y="17224"/>
                  </a:cubicBezTo>
                  <a:cubicBezTo>
                    <a:pt x="20156" y="17224"/>
                    <a:pt x="21357" y="16968"/>
                    <a:pt x="22531" y="16847"/>
                  </a:cubicBezTo>
                  <a:cubicBezTo>
                    <a:pt x="22962" y="16791"/>
                    <a:pt x="23402" y="16761"/>
                    <a:pt x="23840" y="16761"/>
                  </a:cubicBezTo>
                  <a:cubicBezTo>
                    <a:pt x="24688" y="16761"/>
                    <a:pt x="25530" y="16872"/>
                    <a:pt x="26300" y="17114"/>
                  </a:cubicBezTo>
                  <a:cubicBezTo>
                    <a:pt x="27468" y="17481"/>
                    <a:pt x="28535" y="18148"/>
                    <a:pt x="29402" y="18849"/>
                  </a:cubicBezTo>
                  <a:cubicBezTo>
                    <a:pt x="30270" y="19616"/>
                    <a:pt x="30903" y="20483"/>
                    <a:pt x="31370" y="21317"/>
                  </a:cubicBezTo>
                  <a:cubicBezTo>
                    <a:pt x="31804" y="22184"/>
                    <a:pt x="32071" y="22985"/>
                    <a:pt x="32204" y="23686"/>
                  </a:cubicBezTo>
                  <a:cubicBezTo>
                    <a:pt x="32238" y="24086"/>
                    <a:pt x="32304" y="24353"/>
                    <a:pt x="32304" y="24653"/>
                  </a:cubicBezTo>
                  <a:cubicBezTo>
                    <a:pt x="32371" y="24953"/>
                    <a:pt x="32371" y="25153"/>
                    <a:pt x="32371" y="25353"/>
                  </a:cubicBezTo>
                  <a:lnTo>
                    <a:pt x="32371" y="25820"/>
                  </a:lnTo>
                  <a:lnTo>
                    <a:pt x="32371" y="25987"/>
                  </a:lnTo>
                  <a:cubicBezTo>
                    <a:pt x="32371" y="26226"/>
                    <a:pt x="32417" y="26351"/>
                    <a:pt x="32453" y="26351"/>
                  </a:cubicBezTo>
                  <a:cubicBezTo>
                    <a:pt x="32494" y="26351"/>
                    <a:pt x="32523" y="26201"/>
                    <a:pt x="32471" y="25887"/>
                  </a:cubicBezTo>
                  <a:lnTo>
                    <a:pt x="32471" y="25720"/>
                  </a:lnTo>
                  <a:lnTo>
                    <a:pt x="32471" y="25287"/>
                  </a:lnTo>
                  <a:cubicBezTo>
                    <a:pt x="32471" y="25053"/>
                    <a:pt x="32471" y="24820"/>
                    <a:pt x="32438" y="24519"/>
                  </a:cubicBezTo>
                  <a:cubicBezTo>
                    <a:pt x="32438" y="24219"/>
                    <a:pt x="32371" y="23952"/>
                    <a:pt x="32304" y="23552"/>
                  </a:cubicBezTo>
                  <a:cubicBezTo>
                    <a:pt x="32204" y="22852"/>
                    <a:pt x="31937" y="21984"/>
                    <a:pt x="31470" y="21117"/>
                  </a:cubicBezTo>
                  <a:cubicBezTo>
                    <a:pt x="31037" y="20183"/>
                    <a:pt x="30403" y="19316"/>
                    <a:pt x="29469" y="18515"/>
                  </a:cubicBezTo>
                  <a:cubicBezTo>
                    <a:pt x="28602" y="17715"/>
                    <a:pt x="27534" y="17047"/>
                    <a:pt x="26267" y="16647"/>
                  </a:cubicBezTo>
                  <a:cubicBezTo>
                    <a:pt x="25434" y="16355"/>
                    <a:pt x="24526" y="16244"/>
                    <a:pt x="23614" y="16244"/>
                  </a:cubicBezTo>
                  <a:cubicBezTo>
                    <a:pt x="23173" y="16244"/>
                    <a:pt x="22732" y="16270"/>
                    <a:pt x="22297" y="16314"/>
                  </a:cubicBezTo>
                  <a:cubicBezTo>
                    <a:pt x="21050" y="16438"/>
                    <a:pt x="19861" y="16650"/>
                    <a:pt x="18677" y="16650"/>
                  </a:cubicBezTo>
                  <a:cubicBezTo>
                    <a:pt x="18594" y="16650"/>
                    <a:pt x="18511" y="16649"/>
                    <a:pt x="18428" y="16647"/>
                  </a:cubicBezTo>
                  <a:cubicBezTo>
                    <a:pt x="17127" y="16647"/>
                    <a:pt x="15926" y="16314"/>
                    <a:pt x="14925" y="15780"/>
                  </a:cubicBezTo>
                  <a:lnTo>
                    <a:pt x="14892" y="15780"/>
                  </a:lnTo>
                  <a:lnTo>
                    <a:pt x="14625" y="15646"/>
                  </a:lnTo>
                  <a:cubicBezTo>
                    <a:pt x="14558" y="15613"/>
                    <a:pt x="14425" y="15513"/>
                    <a:pt x="14358" y="15446"/>
                  </a:cubicBezTo>
                  <a:cubicBezTo>
                    <a:pt x="14025" y="15146"/>
                    <a:pt x="13758" y="14813"/>
                    <a:pt x="13424" y="14479"/>
                  </a:cubicBezTo>
                  <a:cubicBezTo>
                    <a:pt x="13291" y="14312"/>
                    <a:pt x="13091" y="14145"/>
                    <a:pt x="12924" y="13979"/>
                  </a:cubicBezTo>
                  <a:lnTo>
                    <a:pt x="12590" y="13712"/>
                  </a:lnTo>
                  <a:cubicBezTo>
                    <a:pt x="12590" y="13678"/>
                    <a:pt x="12524" y="13678"/>
                    <a:pt x="12457" y="13678"/>
                  </a:cubicBezTo>
                  <a:lnTo>
                    <a:pt x="12390" y="13678"/>
                  </a:lnTo>
                  <a:lnTo>
                    <a:pt x="12223" y="13645"/>
                  </a:lnTo>
                  <a:cubicBezTo>
                    <a:pt x="11723" y="13545"/>
                    <a:pt x="11223" y="13545"/>
                    <a:pt x="10756" y="13545"/>
                  </a:cubicBezTo>
                  <a:cubicBezTo>
                    <a:pt x="10255" y="13545"/>
                    <a:pt x="9788" y="13545"/>
                    <a:pt x="9388" y="13445"/>
                  </a:cubicBezTo>
                  <a:lnTo>
                    <a:pt x="9355" y="13445"/>
                  </a:lnTo>
                  <a:lnTo>
                    <a:pt x="9254" y="13378"/>
                  </a:lnTo>
                  <a:lnTo>
                    <a:pt x="9088" y="13311"/>
                  </a:lnTo>
                  <a:lnTo>
                    <a:pt x="8754" y="13145"/>
                  </a:lnTo>
                  <a:cubicBezTo>
                    <a:pt x="8554" y="13045"/>
                    <a:pt x="8387" y="12945"/>
                    <a:pt x="8187" y="12811"/>
                  </a:cubicBezTo>
                  <a:cubicBezTo>
                    <a:pt x="8087" y="12778"/>
                    <a:pt x="7954" y="12711"/>
                    <a:pt x="7887" y="12644"/>
                  </a:cubicBezTo>
                  <a:lnTo>
                    <a:pt x="7620" y="12444"/>
                  </a:lnTo>
                  <a:cubicBezTo>
                    <a:pt x="7453" y="12311"/>
                    <a:pt x="7286" y="12144"/>
                    <a:pt x="7120" y="11977"/>
                  </a:cubicBezTo>
                  <a:cubicBezTo>
                    <a:pt x="6786" y="11644"/>
                    <a:pt x="6519" y="11310"/>
                    <a:pt x="6186" y="10976"/>
                  </a:cubicBezTo>
                  <a:cubicBezTo>
                    <a:pt x="5852" y="10643"/>
                    <a:pt x="5518" y="10309"/>
                    <a:pt x="5185" y="10042"/>
                  </a:cubicBezTo>
                  <a:cubicBezTo>
                    <a:pt x="5018" y="9876"/>
                    <a:pt x="4851" y="9776"/>
                    <a:pt x="4685" y="9642"/>
                  </a:cubicBezTo>
                  <a:cubicBezTo>
                    <a:pt x="4518" y="9509"/>
                    <a:pt x="4351" y="9375"/>
                    <a:pt x="4117" y="9309"/>
                  </a:cubicBezTo>
                  <a:cubicBezTo>
                    <a:pt x="3751" y="9142"/>
                    <a:pt x="3384" y="9008"/>
                    <a:pt x="3017" y="8875"/>
                  </a:cubicBezTo>
                  <a:cubicBezTo>
                    <a:pt x="2283" y="8708"/>
                    <a:pt x="1582" y="8675"/>
                    <a:pt x="1215" y="8308"/>
                  </a:cubicBezTo>
                  <a:cubicBezTo>
                    <a:pt x="1015" y="8108"/>
                    <a:pt x="882" y="7874"/>
                    <a:pt x="782" y="7674"/>
                  </a:cubicBezTo>
                  <a:cubicBezTo>
                    <a:pt x="715" y="7474"/>
                    <a:pt x="615" y="7274"/>
                    <a:pt x="582" y="7107"/>
                  </a:cubicBezTo>
                  <a:cubicBezTo>
                    <a:pt x="515" y="6707"/>
                    <a:pt x="448" y="6473"/>
                    <a:pt x="415" y="6340"/>
                  </a:cubicBezTo>
                  <a:cubicBezTo>
                    <a:pt x="248" y="5706"/>
                    <a:pt x="281" y="5139"/>
                    <a:pt x="381" y="4639"/>
                  </a:cubicBezTo>
                  <a:cubicBezTo>
                    <a:pt x="448" y="4138"/>
                    <a:pt x="548" y="3671"/>
                    <a:pt x="615" y="3271"/>
                  </a:cubicBezTo>
                  <a:cubicBezTo>
                    <a:pt x="748" y="2437"/>
                    <a:pt x="748" y="1803"/>
                    <a:pt x="682" y="1336"/>
                  </a:cubicBezTo>
                  <a:cubicBezTo>
                    <a:pt x="615" y="1136"/>
                    <a:pt x="582" y="969"/>
                    <a:pt x="548" y="802"/>
                  </a:cubicBezTo>
                  <a:cubicBezTo>
                    <a:pt x="515" y="669"/>
                    <a:pt x="448" y="536"/>
                    <a:pt x="415" y="469"/>
                  </a:cubicBezTo>
                  <a:cubicBezTo>
                    <a:pt x="381" y="302"/>
                    <a:pt x="348" y="269"/>
                    <a:pt x="348" y="269"/>
                  </a:cubicBezTo>
                  <a:cubicBezTo>
                    <a:pt x="233" y="82"/>
                    <a:pt x="136" y="0"/>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71" name="Google Shape;2771;p23"/>
            <p:cNvSpPr/>
            <p:nvPr/>
          </p:nvSpPr>
          <p:spPr>
            <a:xfrm flipH="1">
              <a:off x="-1877188" y="625169"/>
              <a:ext cx="1574329" cy="3117792"/>
            </a:xfrm>
            <a:custGeom>
              <a:avLst/>
              <a:gdLst/>
              <a:ahLst/>
              <a:cxnLst/>
              <a:rect l="l" t="t" r="r" b="b"/>
              <a:pathLst>
                <a:path w="69877" h="138384" extrusionOk="0">
                  <a:moveTo>
                    <a:pt x="14034" y="0"/>
                  </a:moveTo>
                  <a:cubicBezTo>
                    <a:pt x="13967" y="0"/>
                    <a:pt x="13860" y="484"/>
                    <a:pt x="13777" y="1460"/>
                  </a:cubicBezTo>
                  <a:cubicBezTo>
                    <a:pt x="13777" y="1460"/>
                    <a:pt x="13744" y="1560"/>
                    <a:pt x="13710" y="1860"/>
                  </a:cubicBezTo>
                  <a:cubicBezTo>
                    <a:pt x="13677" y="2027"/>
                    <a:pt x="13610" y="2194"/>
                    <a:pt x="13577" y="2461"/>
                  </a:cubicBezTo>
                  <a:cubicBezTo>
                    <a:pt x="13510" y="2661"/>
                    <a:pt x="13410" y="2961"/>
                    <a:pt x="13343" y="3228"/>
                  </a:cubicBezTo>
                  <a:cubicBezTo>
                    <a:pt x="13110" y="3862"/>
                    <a:pt x="12776" y="4629"/>
                    <a:pt x="12176" y="5396"/>
                  </a:cubicBezTo>
                  <a:cubicBezTo>
                    <a:pt x="11542" y="6197"/>
                    <a:pt x="10575" y="6997"/>
                    <a:pt x="9374" y="7831"/>
                  </a:cubicBezTo>
                  <a:cubicBezTo>
                    <a:pt x="8206" y="8665"/>
                    <a:pt x="6772" y="9699"/>
                    <a:pt x="5671" y="11334"/>
                  </a:cubicBezTo>
                  <a:cubicBezTo>
                    <a:pt x="5404" y="11734"/>
                    <a:pt x="5071" y="12134"/>
                    <a:pt x="4904" y="12668"/>
                  </a:cubicBezTo>
                  <a:cubicBezTo>
                    <a:pt x="4737" y="13168"/>
                    <a:pt x="4737" y="13735"/>
                    <a:pt x="4770" y="14302"/>
                  </a:cubicBezTo>
                  <a:cubicBezTo>
                    <a:pt x="4904" y="15403"/>
                    <a:pt x="5237" y="16537"/>
                    <a:pt x="5438" y="17705"/>
                  </a:cubicBezTo>
                  <a:cubicBezTo>
                    <a:pt x="5571" y="18339"/>
                    <a:pt x="5604" y="18906"/>
                    <a:pt x="5504" y="19540"/>
                  </a:cubicBezTo>
                  <a:cubicBezTo>
                    <a:pt x="5404" y="20173"/>
                    <a:pt x="5037" y="20674"/>
                    <a:pt x="4537" y="21141"/>
                  </a:cubicBezTo>
                  <a:cubicBezTo>
                    <a:pt x="3570" y="22008"/>
                    <a:pt x="2235" y="22575"/>
                    <a:pt x="1068" y="23576"/>
                  </a:cubicBezTo>
                  <a:cubicBezTo>
                    <a:pt x="768" y="23843"/>
                    <a:pt x="534" y="24176"/>
                    <a:pt x="334" y="24510"/>
                  </a:cubicBezTo>
                  <a:lnTo>
                    <a:pt x="201" y="24810"/>
                  </a:lnTo>
                  <a:cubicBezTo>
                    <a:pt x="167" y="24877"/>
                    <a:pt x="167" y="25010"/>
                    <a:pt x="100" y="25077"/>
                  </a:cubicBezTo>
                  <a:cubicBezTo>
                    <a:pt x="34" y="25310"/>
                    <a:pt x="34" y="25510"/>
                    <a:pt x="34" y="25711"/>
                  </a:cubicBezTo>
                  <a:cubicBezTo>
                    <a:pt x="0" y="26545"/>
                    <a:pt x="334" y="27345"/>
                    <a:pt x="668" y="28079"/>
                  </a:cubicBezTo>
                  <a:cubicBezTo>
                    <a:pt x="1001" y="28846"/>
                    <a:pt x="1435" y="29547"/>
                    <a:pt x="1835" y="30314"/>
                  </a:cubicBezTo>
                  <a:cubicBezTo>
                    <a:pt x="2235" y="31048"/>
                    <a:pt x="2569" y="31882"/>
                    <a:pt x="2569" y="32716"/>
                  </a:cubicBezTo>
                  <a:cubicBezTo>
                    <a:pt x="2602" y="33316"/>
                    <a:pt x="2502" y="34250"/>
                    <a:pt x="1902" y="35484"/>
                  </a:cubicBezTo>
                  <a:cubicBezTo>
                    <a:pt x="1668" y="36051"/>
                    <a:pt x="1268" y="36718"/>
                    <a:pt x="934" y="37486"/>
                  </a:cubicBezTo>
                  <a:cubicBezTo>
                    <a:pt x="601" y="38220"/>
                    <a:pt x="201" y="39087"/>
                    <a:pt x="234" y="40154"/>
                  </a:cubicBezTo>
                  <a:cubicBezTo>
                    <a:pt x="334" y="40688"/>
                    <a:pt x="534" y="41155"/>
                    <a:pt x="668" y="41655"/>
                  </a:cubicBezTo>
                  <a:cubicBezTo>
                    <a:pt x="768" y="42156"/>
                    <a:pt x="934" y="42656"/>
                    <a:pt x="1168" y="43156"/>
                  </a:cubicBezTo>
                  <a:cubicBezTo>
                    <a:pt x="1368" y="43657"/>
                    <a:pt x="1535" y="44191"/>
                    <a:pt x="1768" y="44691"/>
                  </a:cubicBezTo>
                  <a:cubicBezTo>
                    <a:pt x="2035" y="45191"/>
                    <a:pt x="2269" y="45725"/>
                    <a:pt x="2569" y="46259"/>
                  </a:cubicBezTo>
                  <a:cubicBezTo>
                    <a:pt x="3703" y="48394"/>
                    <a:pt x="5371" y="50495"/>
                    <a:pt x="7539" y="52196"/>
                  </a:cubicBezTo>
                  <a:cubicBezTo>
                    <a:pt x="8673" y="53030"/>
                    <a:pt x="9841" y="53764"/>
                    <a:pt x="11175" y="54364"/>
                  </a:cubicBezTo>
                  <a:cubicBezTo>
                    <a:pt x="12509" y="54932"/>
                    <a:pt x="13877" y="55432"/>
                    <a:pt x="15345" y="55732"/>
                  </a:cubicBezTo>
                  <a:cubicBezTo>
                    <a:pt x="15678" y="55832"/>
                    <a:pt x="16045" y="55866"/>
                    <a:pt x="16412" y="55932"/>
                  </a:cubicBezTo>
                  <a:cubicBezTo>
                    <a:pt x="16746" y="55999"/>
                    <a:pt x="17113" y="56066"/>
                    <a:pt x="17513" y="56099"/>
                  </a:cubicBezTo>
                  <a:cubicBezTo>
                    <a:pt x="17880" y="56199"/>
                    <a:pt x="18247" y="56232"/>
                    <a:pt x="18614" y="56266"/>
                  </a:cubicBezTo>
                  <a:cubicBezTo>
                    <a:pt x="19014" y="56333"/>
                    <a:pt x="19381" y="56366"/>
                    <a:pt x="19748" y="56366"/>
                  </a:cubicBezTo>
                  <a:cubicBezTo>
                    <a:pt x="21249" y="56433"/>
                    <a:pt x="22750" y="56533"/>
                    <a:pt x="24218" y="56833"/>
                  </a:cubicBezTo>
                  <a:cubicBezTo>
                    <a:pt x="24918" y="56933"/>
                    <a:pt x="25619" y="57200"/>
                    <a:pt x="26353" y="57433"/>
                  </a:cubicBezTo>
                  <a:cubicBezTo>
                    <a:pt x="27020" y="57734"/>
                    <a:pt x="27720" y="58067"/>
                    <a:pt x="28287" y="58501"/>
                  </a:cubicBezTo>
                  <a:cubicBezTo>
                    <a:pt x="28921" y="58868"/>
                    <a:pt x="29455" y="59368"/>
                    <a:pt x="30022" y="59868"/>
                  </a:cubicBezTo>
                  <a:lnTo>
                    <a:pt x="30856" y="60669"/>
                  </a:lnTo>
                  <a:cubicBezTo>
                    <a:pt x="31123" y="60902"/>
                    <a:pt x="31423" y="61169"/>
                    <a:pt x="31723" y="61369"/>
                  </a:cubicBezTo>
                  <a:cubicBezTo>
                    <a:pt x="32924" y="62270"/>
                    <a:pt x="34225" y="63037"/>
                    <a:pt x="35392" y="63871"/>
                  </a:cubicBezTo>
                  <a:cubicBezTo>
                    <a:pt x="36560" y="64672"/>
                    <a:pt x="37594" y="65673"/>
                    <a:pt x="38194" y="66873"/>
                  </a:cubicBezTo>
                  <a:cubicBezTo>
                    <a:pt x="38561" y="67574"/>
                    <a:pt x="38728" y="68374"/>
                    <a:pt x="38861" y="69175"/>
                  </a:cubicBezTo>
                  <a:cubicBezTo>
                    <a:pt x="38928" y="69942"/>
                    <a:pt x="38928" y="70709"/>
                    <a:pt x="38928" y="71443"/>
                  </a:cubicBezTo>
                  <a:cubicBezTo>
                    <a:pt x="38895" y="72211"/>
                    <a:pt x="38928" y="72911"/>
                    <a:pt x="39028" y="73545"/>
                  </a:cubicBezTo>
                  <a:cubicBezTo>
                    <a:pt x="39095" y="73878"/>
                    <a:pt x="39128" y="74179"/>
                    <a:pt x="39228" y="74412"/>
                  </a:cubicBezTo>
                  <a:cubicBezTo>
                    <a:pt x="39328" y="74712"/>
                    <a:pt x="39395" y="74913"/>
                    <a:pt x="39462" y="75113"/>
                  </a:cubicBezTo>
                  <a:cubicBezTo>
                    <a:pt x="39896" y="76314"/>
                    <a:pt x="40729" y="77281"/>
                    <a:pt x="41263" y="78315"/>
                  </a:cubicBezTo>
                  <a:cubicBezTo>
                    <a:pt x="41563" y="78882"/>
                    <a:pt x="41764" y="79416"/>
                    <a:pt x="41830" y="79983"/>
                  </a:cubicBezTo>
                  <a:cubicBezTo>
                    <a:pt x="41864" y="80550"/>
                    <a:pt x="41730" y="81150"/>
                    <a:pt x="41563" y="81717"/>
                  </a:cubicBezTo>
                  <a:cubicBezTo>
                    <a:pt x="41397" y="82251"/>
                    <a:pt x="41063" y="82751"/>
                    <a:pt x="40629" y="83152"/>
                  </a:cubicBezTo>
                  <a:cubicBezTo>
                    <a:pt x="40229" y="83585"/>
                    <a:pt x="39695" y="83886"/>
                    <a:pt x="39128" y="84119"/>
                  </a:cubicBezTo>
                  <a:cubicBezTo>
                    <a:pt x="38061" y="84586"/>
                    <a:pt x="36827" y="84886"/>
                    <a:pt x="35626" y="85387"/>
                  </a:cubicBezTo>
                  <a:cubicBezTo>
                    <a:pt x="35059" y="85620"/>
                    <a:pt x="34458" y="85954"/>
                    <a:pt x="33958" y="86387"/>
                  </a:cubicBezTo>
                  <a:cubicBezTo>
                    <a:pt x="33724" y="86588"/>
                    <a:pt x="33524" y="86854"/>
                    <a:pt x="33291" y="87088"/>
                  </a:cubicBezTo>
                  <a:cubicBezTo>
                    <a:pt x="33091" y="87321"/>
                    <a:pt x="32891" y="87622"/>
                    <a:pt x="32724" y="87888"/>
                  </a:cubicBezTo>
                  <a:cubicBezTo>
                    <a:pt x="32390" y="88422"/>
                    <a:pt x="32090" y="88989"/>
                    <a:pt x="31923" y="89623"/>
                  </a:cubicBezTo>
                  <a:cubicBezTo>
                    <a:pt x="31723" y="90257"/>
                    <a:pt x="31656" y="90924"/>
                    <a:pt x="31590" y="91558"/>
                  </a:cubicBezTo>
                  <a:cubicBezTo>
                    <a:pt x="31523" y="92825"/>
                    <a:pt x="31623" y="94093"/>
                    <a:pt x="31890" y="95327"/>
                  </a:cubicBezTo>
                  <a:cubicBezTo>
                    <a:pt x="32157" y="96595"/>
                    <a:pt x="32490" y="97796"/>
                    <a:pt x="32857" y="98963"/>
                  </a:cubicBezTo>
                  <a:cubicBezTo>
                    <a:pt x="33591" y="101331"/>
                    <a:pt x="34525" y="103633"/>
                    <a:pt x="35059" y="105968"/>
                  </a:cubicBezTo>
                  <a:cubicBezTo>
                    <a:pt x="35226" y="106568"/>
                    <a:pt x="35326" y="107169"/>
                    <a:pt x="35392" y="107769"/>
                  </a:cubicBezTo>
                  <a:cubicBezTo>
                    <a:pt x="35526" y="108403"/>
                    <a:pt x="35592" y="108970"/>
                    <a:pt x="35726" y="109571"/>
                  </a:cubicBezTo>
                  <a:cubicBezTo>
                    <a:pt x="35926" y="110772"/>
                    <a:pt x="36193" y="111939"/>
                    <a:pt x="36493" y="113073"/>
                  </a:cubicBezTo>
                  <a:cubicBezTo>
                    <a:pt x="37060" y="115375"/>
                    <a:pt x="37861" y="117576"/>
                    <a:pt x="38995" y="119544"/>
                  </a:cubicBezTo>
                  <a:cubicBezTo>
                    <a:pt x="40062" y="121546"/>
                    <a:pt x="41530" y="123247"/>
                    <a:pt x="43098" y="124615"/>
                  </a:cubicBezTo>
                  <a:cubicBezTo>
                    <a:pt x="44699" y="126049"/>
                    <a:pt x="46467" y="127083"/>
                    <a:pt x="48202" y="127984"/>
                  </a:cubicBezTo>
                  <a:cubicBezTo>
                    <a:pt x="49869" y="128951"/>
                    <a:pt x="51604" y="129652"/>
                    <a:pt x="53238" y="130285"/>
                  </a:cubicBezTo>
                  <a:cubicBezTo>
                    <a:pt x="54873" y="130853"/>
                    <a:pt x="56407" y="131420"/>
                    <a:pt x="57875" y="131920"/>
                  </a:cubicBezTo>
                  <a:cubicBezTo>
                    <a:pt x="59276" y="132420"/>
                    <a:pt x="60610" y="132887"/>
                    <a:pt x="61778" y="133354"/>
                  </a:cubicBezTo>
                  <a:cubicBezTo>
                    <a:pt x="64113" y="134322"/>
                    <a:pt x="65881" y="135322"/>
                    <a:pt x="67015" y="136156"/>
                  </a:cubicBezTo>
                  <a:cubicBezTo>
                    <a:pt x="67582" y="136557"/>
                    <a:pt x="67949" y="136924"/>
                    <a:pt x="68249" y="137124"/>
                  </a:cubicBezTo>
                  <a:cubicBezTo>
                    <a:pt x="68416" y="137257"/>
                    <a:pt x="68516" y="137324"/>
                    <a:pt x="68583" y="137391"/>
                  </a:cubicBezTo>
                  <a:lnTo>
                    <a:pt x="68683" y="137457"/>
                  </a:lnTo>
                  <a:cubicBezTo>
                    <a:pt x="69307" y="138066"/>
                    <a:pt x="69681" y="138383"/>
                    <a:pt x="69770" y="138383"/>
                  </a:cubicBezTo>
                  <a:cubicBezTo>
                    <a:pt x="69876" y="138383"/>
                    <a:pt x="69578" y="137933"/>
                    <a:pt x="68816" y="136990"/>
                  </a:cubicBezTo>
                  <a:cubicBezTo>
                    <a:pt x="68816" y="136990"/>
                    <a:pt x="68816" y="136957"/>
                    <a:pt x="68750" y="136924"/>
                  </a:cubicBezTo>
                  <a:cubicBezTo>
                    <a:pt x="68649" y="136890"/>
                    <a:pt x="68549" y="136790"/>
                    <a:pt x="68416" y="136657"/>
                  </a:cubicBezTo>
                  <a:cubicBezTo>
                    <a:pt x="68116" y="136423"/>
                    <a:pt x="67749" y="136056"/>
                    <a:pt x="67148" y="135656"/>
                  </a:cubicBezTo>
                  <a:cubicBezTo>
                    <a:pt x="66048" y="134822"/>
                    <a:pt x="64280" y="133788"/>
                    <a:pt x="61911" y="132821"/>
                  </a:cubicBezTo>
                  <a:cubicBezTo>
                    <a:pt x="60710" y="132320"/>
                    <a:pt x="59376" y="131820"/>
                    <a:pt x="57942" y="131320"/>
                  </a:cubicBezTo>
                  <a:cubicBezTo>
                    <a:pt x="56474" y="130819"/>
                    <a:pt x="54940" y="130319"/>
                    <a:pt x="53305" y="129718"/>
                  </a:cubicBezTo>
                  <a:cubicBezTo>
                    <a:pt x="51704" y="129085"/>
                    <a:pt x="49969" y="128384"/>
                    <a:pt x="48302" y="127417"/>
                  </a:cubicBezTo>
                  <a:cubicBezTo>
                    <a:pt x="46600" y="126483"/>
                    <a:pt x="44899" y="125449"/>
                    <a:pt x="43298" y="124081"/>
                  </a:cubicBezTo>
                  <a:cubicBezTo>
                    <a:pt x="41730" y="122713"/>
                    <a:pt x="40363" y="121046"/>
                    <a:pt x="39262" y="119077"/>
                  </a:cubicBezTo>
                  <a:cubicBezTo>
                    <a:pt x="38194" y="117109"/>
                    <a:pt x="37394" y="114941"/>
                    <a:pt x="36793" y="112706"/>
                  </a:cubicBezTo>
                  <a:cubicBezTo>
                    <a:pt x="36526" y="111572"/>
                    <a:pt x="36260" y="110405"/>
                    <a:pt x="36059" y="109237"/>
                  </a:cubicBezTo>
                  <a:cubicBezTo>
                    <a:pt x="35959" y="108637"/>
                    <a:pt x="35859" y="108070"/>
                    <a:pt x="35759" y="107469"/>
                  </a:cubicBezTo>
                  <a:cubicBezTo>
                    <a:pt x="35626" y="106902"/>
                    <a:pt x="35559" y="106302"/>
                    <a:pt x="35426" y="105701"/>
                  </a:cubicBezTo>
                  <a:cubicBezTo>
                    <a:pt x="34859" y="103299"/>
                    <a:pt x="33925" y="101031"/>
                    <a:pt x="33224" y="98629"/>
                  </a:cubicBezTo>
                  <a:cubicBezTo>
                    <a:pt x="32891" y="97462"/>
                    <a:pt x="32557" y="96261"/>
                    <a:pt x="32290" y="95060"/>
                  </a:cubicBezTo>
                  <a:cubicBezTo>
                    <a:pt x="32090" y="93859"/>
                    <a:pt x="31923" y="92592"/>
                    <a:pt x="32023" y="91391"/>
                  </a:cubicBezTo>
                  <a:cubicBezTo>
                    <a:pt x="32057" y="90791"/>
                    <a:pt x="32123" y="90190"/>
                    <a:pt x="32290" y="89590"/>
                  </a:cubicBezTo>
                  <a:cubicBezTo>
                    <a:pt x="32457" y="89023"/>
                    <a:pt x="32724" y="88422"/>
                    <a:pt x="33057" y="87922"/>
                  </a:cubicBezTo>
                  <a:cubicBezTo>
                    <a:pt x="33224" y="87688"/>
                    <a:pt x="33391" y="87421"/>
                    <a:pt x="33591" y="87221"/>
                  </a:cubicBezTo>
                  <a:cubicBezTo>
                    <a:pt x="33758" y="87021"/>
                    <a:pt x="34025" y="86788"/>
                    <a:pt x="34225" y="86588"/>
                  </a:cubicBezTo>
                  <a:cubicBezTo>
                    <a:pt x="34692" y="86221"/>
                    <a:pt x="35226" y="85920"/>
                    <a:pt x="35759" y="85687"/>
                  </a:cubicBezTo>
                  <a:cubicBezTo>
                    <a:pt x="36893" y="85220"/>
                    <a:pt x="38128" y="84920"/>
                    <a:pt x="39295" y="84419"/>
                  </a:cubicBezTo>
                  <a:cubicBezTo>
                    <a:pt x="39896" y="84186"/>
                    <a:pt x="40429" y="83852"/>
                    <a:pt x="40930" y="83385"/>
                  </a:cubicBezTo>
                  <a:cubicBezTo>
                    <a:pt x="41397" y="82952"/>
                    <a:pt x="41764" y="82385"/>
                    <a:pt x="41964" y="81751"/>
                  </a:cubicBezTo>
                  <a:cubicBezTo>
                    <a:pt x="42064" y="81417"/>
                    <a:pt x="42130" y="81117"/>
                    <a:pt x="42197" y="80783"/>
                  </a:cubicBezTo>
                  <a:cubicBezTo>
                    <a:pt x="42231" y="80517"/>
                    <a:pt x="42264" y="80183"/>
                    <a:pt x="42231" y="79849"/>
                  </a:cubicBezTo>
                  <a:cubicBezTo>
                    <a:pt x="42197" y="79182"/>
                    <a:pt x="41930" y="78548"/>
                    <a:pt x="41630" y="78015"/>
                  </a:cubicBezTo>
                  <a:cubicBezTo>
                    <a:pt x="41063" y="76914"/>
                    <a:pt x="40262" y="75947"/>
                    <a:pt x="39896" y="74879"/>
                  </a:cubicBezTo>
                  <a:cubicBezTo>
                    <a:pt x="39862" y="74712"/>
                    <a:pt x="39762" y="74512"/>
                    <a:pt x="39695" y="74245"/>
                  </a:cubicBezTo>
                  <a:cubicBezTo>
                    <a:pt x="39629" y="74012"/>
                    <a:pt x="39595" y="73745"/>
                    <a:pt x="39529" y="73445"/>
                  </a:cubicBezTo>
                  <a:cubicBezTo>
                    <a:pt x="39429" y="72878"/>
                    <a:pt x="39395" y="72211"/>
                    <a:pt x="39429" y="71443"/>
                  </a:cubicBezTo>
                  <a:cubicBezTo>
                    <a:pt x="39462" y="69942"/>
                    <a:pt x="39395" y="68174"/>
                    <a:pt x="38628" y="66607"/>
                  </a:cubicBezTo>
                  <a:cubicBezTo>
                    <a:pt x="38028" y="65272"/>
                    <a:pt x="36893" y="64238"/>
                    <a:pt x="35693" y="63404"/>
                  </a:cubicBezTo>
                  <a:cubicBezTo>
                    <a:pt x="34525" y="62570"/>
                    <a:pt x="33224" y="61836"/>
                    <a:pt x="32057" y="60936"/>
                  </a:cubicBezTo>
                  <a:cubicBezTo>
                    <a:pt x="31723" y="60702"/>
                    <a:pt x="31456" y="60502"/>
                    <a:pt x="31189" y="60235"/>
                  </a:cubicBezTo>
                  <a:lnTo>
                    <a:pt x="30355" y="59501"/>
                  </a:lnTo>
                  <a:cubicBezTo>
                    <a:pt x="29788" y="58934"/>
                    <a:pt x="29221" y="58434"/>
                    <a:pt x="28554" y="58034"/>
                  </a:cubicBezTo>
                  <a:cubicBezTo>
                    <a:pt x="27920" y="57567"/>
                    <a:pt x="27220" y="57233"/>
                    <a:pt x="26519" y="56933"/>
                  </a:cubicBezTo>
                  <a:cubicBezTo>
                    <a:pt x="25785" y="56666"/>
                    <a:pt x="25052" y="56433"/>
                    <a:pt x="24284" y="56266"/>
                  </a:cubicBezTo>
                  <a:cubicBezTo>
                    <a:pt x="22783" y="55932"/>
                    <a:pt x="21282" y="55899"/>
                    <a:pt x="19781" y="55832"/>
                  </a:cubicBezTo>
                  <a:cubicBezTo>
                    <a:pt x="19414" y="55832"/>
                    <a:pt x="19047" y="55765"/>
                    <a:pt x="18680" y="55732"/>
                  </a:cubicBezTo>
                  <a:cubicBezTo>
                    <a:pt x="18347" y="55699"/>
                    <a:pt x="17947" y="55665"/>
                    <a:pt x="17580" y="55599"/>
                  </a:cubicBezTo>
                  <a:cubicBezTo>
                    <a:pt x="17213" y="55565"/>
                    <a:pt x="16879" y="55532"/>
                    <a:pt x="16512" y="55432"/>
                  </a:cubicBezTo>
                  <a:cubicBezTo>
                    <a:pt x="16112" y="55365"/>
                    <a:pt x="15745" y="55332"/>
                    <a:pt x="15411" y="55232"/>
                  </a:cubicBezTo>
                  <a:cubicBezTo>
                    <a:pt x="14010" y="54932"/>
                    <a:pt x="12609" y="54431"/>
                    <a:pt x="11342" y="53897"/>
                  </a:cubicBezTo>
                  <a:cubicBezTo>
                    <a:pt x="10041" y="53364"/>
                    <a:pt x="8873" y="52597"/>
                    <a:pt x="7773" y="51829"/>
                  </a:cubicBezTo>
                  <a:cubicBezTo>
                    <a:pt x="5671" y="50161"/>
                    <a:pt x="4037" y="48093"/>
                    <a:pt x="2902" y="46025"/>
                  </a:cubicBezTo>
                  <a:cubicBezTo>
                    <a:pt x="2602" y="45525"/>
                    <a:pt x="2369" y="44991"/>
                    <a:pt x="2102" y="44491"/>
                  </a:cubicBezTo>
                  <a:cubicBezTo>
                    <a:pt x="1868" y="43990"/>
                    <a:pt x="1702" y="43423"/>
                    <a:pt x="1501" y="42923"/>
                  </a:cubicBezTo>
                  <a:cubicBezTo>
                    <a:pt x="1268" y="42423"/>
                    <a:pt x="1168" y="41922"/>
                    <a:pt x="1001" y="41422"/>
                  </a:cubicBezTo>
                  <a:cubicBezTo>
                    <a:pt x="868" y="40988"/>
                    <a:pt x="668" y="40488"/>
                    <a:pt x="601" y="40054"/>
                  </a:cubicBezTo>
                  <a:cubicBezTo>
                    <a:pt x="567" y="39187"/>
                    <a:pt x="934" y="38353"/>
                    <a:pt x="1268" y="37586"/>
                  </a:cubicBezTo>
                  <a:cubicBezTo>
                    <a:pt x="1602" y="36852"/>
                    <a:pt x="1935" y="36185"/>
                    <a:pt x="2235" y="35551"/>
                  </a:cubicBezTo>
                  <a:cubicBezTo>
                    <a:pt x="2836" y="34350"/>
                    <a:pt x="3003" y="33316"/>
                    <a:pt x="2902" y="32649"/>
                  </a:cubicBezTo>
                  <a:cubicBezTo>
                    <a:pt x="2869" y="31715"/>
                    <a:pt x="2502" y="30848"/>
                    <a:pt x="2102" y="30080"/>
                  </a:cubicBezTo>
                  <a:cubicBezTo>
                    <a:pt x="1735" y="29347"/>
                    <a:pt x="1268" y="28579"/>
                    <a:pt x="934" y="27879"/>
                  </a:cubicBezTo>
                  <a:cubicBezTo>
                    <a:pt x="601" y="27178"/>
                    <a:pt x="334" y="26411"/>
                    <a:pt x="367" y="25677"/>
                  </a:cubicBezTo>
                  <a:cubicBezTo>
                    <a:pt x="401" y="25510"/>
                    <a:pt x="401" y="25310"/>
                    <a:pt x="434" y="25144"/>
                  </a:cubicBezTo>
                  <a:cubicBezTo>
                    <a:pt x="501" y="25043"/>
                    <a:pt x="501" y="24977"/>
                    <a:pt x="534" y="24877"/>
                  </a:cubicBezTo>
                  <a:lnTo>
                    <a:pt x="668" y="24643"/>
                  </a:lnTo>
                  <a:cubicBezTo>
                    <a:pt x="834" y="24310"/>
                    <a:pt x="1068" y="24043"/>
                    <a:pt x="1335" y="23809"/>
                  </a:cubicBezTo>
                  <a:cubicBezTo>
                    <a:pt x="2402" y="22842"/>
                    <a:pt x="3736" y="22241"/>
                    <a:pt x="4770" y="21341"/>
                  </a:cubicBezTo>
                  <a:cubicBezTo>
                    <a:pt x="5037" y="21074"/>
                    <a:pt x="5237" y="20840"/>
                    <a:pt x="5471" y="20540"/>
                  </a:cubicBezTo>
                  <a:cubicBezTo>
                    <a:pt x="5538" y="20407"/>
                    <a:pt x="5638" y="20240"/>
                    <a:pt x="5704" y="20073"/>
                  </a:cubicBezTo>
                  <a:lnTo>
                    <a:pt x="5838" y="19573"/>
                  </a:lnTo>
                  <a:cubicBezTo>
                    <a:pt x="5971" y="18906"/>
                    <a:pt x="5871" y="18305"/>
                    <a:pt x="5805" y="17672"/>
                  </a:cubicBezTo>
                  <a:cubicBezTo>
                    <a:pt x="5571" y="16471"/>
                    <a:pt x="5237" y="15370"/>
                    <a:pt x="5137" y="14302"/>
                  </a:cubicBezTo>
                  <a:cubicBezTo>
                    <a:pt x="5037" y="13802"/>
                    <a:pt x="5037" y="13235"/>
                    <a:pt x="5204" y="12801"/>
                  </a:cubicBezTo>
                  <a:cubicBezTo>
                    <a:pt x="5338" y="12334"/>
                    <a:pt x="5671" y="11967"/>
                    <a:pt x="5905" y="11534"/>
                  </a:cubicBezTo>
                  <a:cubicBezTo>
                    <a:pt x="7005" y="9966"/>
                    <a:pt x="8373" y="8965"/>
                    <a:pt x="9541" y="8065"/>
                  </a:cubicBezTo>
                  <a:cubicBezTo>
                    <a:pt x="10741" y="7231"/>
                    <a:pt x="11742" y="6464"/>
                    <a:pt x="12376" y="5630"/>
                  </a:cubicBezTo>
                  <a:cubicBezTo>
                    <a:pt x="13043" y="4796"/>
                    <a:pt x="13377" y="3995"/>
                    <a:pt x="13577" y="3361"/>
                  </a:cubicBezTo>
                  <a:cubicBezTo>
                    <a:pt x="13677" y="3028"/>
                    <a:pt x="13777" y="2794"/>
                    <a:pt x="13844" y="2527"/>
                  </a:cubicBezTo>
                  <a:cubicBezTo>
                    <a:pt x="13910" y="2294"/>
                    <a:pt x="13910" y="2127"/>
                    <a:pt x="13944" y="1960"/>
                  </a:cubicBezTo>
                  <a:cubicBezTo>
                    <a:pt x="14010" y="1627"/>
                    <a:pt x="14044" y="1493"/>
                    <a:pt x="14044" y="1493"/>
                  </a:cubicBezTo>
                  <a:cubicBezTo>
                    <a:pt x="14128" y="501"/>
                    <a:pt x="14102" y="0"/>
                    <a:pt x="140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72" name="Google Shape;2772;p23"/>
            <p:cNvSpPr/>
            <p:nvPr/>
          </p:nvSpPr>
          <p:spPr>
            <a:xfrm flipH="1">
              <a:off x="-975538" y="1444901"/>
              <a:ext cx="457742" cy="310937"/>
            </a:xfrm>
            <a:custGeom>
              <a:avLst/>
              <a:gdLst/>
              <a:ahLst/>
              <a:cxnLst/>
              <a:rect l="l" t="t" r="r" b="b"/>
              <a:pathLst>
                <a:path w="20317" h="13801" extrusionOk="0">
                  <a:moveTo>
                    <a:pt x="167" y="0"/>
                  </a:moveTo>
                  <a:cubicBezTo>
                    <a:pt x="81" y="0"/>
                    <a:pt x="1" y="60"/>
                    <a:pt x="1" y="201"/>
                  </a:cubicBezTo>
                  <a:lnTo>
                    <a:pt x="1" y="568"/>
                  </a:lnTo>
                  <a:cubicBezTo>
                    <a:pt x="34" y="835"/>
                    <a:pt x="1" y="1168"/>
                    <a:pt x="34" y="1569"/>
                  </a:cubicBezTo>
                  <a:cubicBezTo>
                    <a:pt x="34" y="2469"/>
                    <a:pt x="201" y="3637"/>
                    <a:pt x="701" y="4904"/>
                  </a:cubicBezTo>
                  <a:cubicBezTo>
                    <a:pt x="1168" y="6205"/>
                    <a:pt x="2135" y="7506"/>
                    <a:pt x="3370" y="8407"/>
                  </a:cubicBezTo>
                  <a:cubicBezTo>
                    <a:pt x="4637" y="9341"/>
                    <a:pt x="6038" y="9908"/>
                    <a:pt x="7306" y="10308"/>
                  </a:cubicBezTo>
                  <a:cubicBezTo>
                    <a:pt x="9808" y="11109"/>
                    <a:pt x="13110" y="11509"/>
                    <a:pt x="15645" y="12143"/>
                  </a:cubicBezTo>
                  <a:cubicBezTo>
                    <a:pt x="16946" y="12477"/>
                    <a:pt x="18013" y="12843"/>
                    <a:pt x="18781" y="13177"/>
                  </a:cubicBezTo>
                  <a:cubicBezTo>
                    <a:pt x="19148" y="13344"/>
                    <a:pt x="19448" y="13477"/>
                    <a:pt x="19648" y="13611"/>
                  </a:cubicBezTo>
                  <a:cubicBezTo>
                    <a:pt x="19815" y="13711"/>
                    <a:pt x="19948" y="13777"/>
                    <a:pt x="19948" y="13777"/>
                  </a:cubicBezTo>
                  <a:cubicBezTo>
                    <a:pt x="19986" y="13793"/>
                    <a:pt x="20021" y="13801"/>
                    <a:pt x="20054" y="13801"/>
                  </a:cubicBezTo>
                  <a:cubicBezTo>
                    <a:pt x="20226" y="13801"/>
                    <a:pt x="20316" y="13596"/>
                    <a:pt x="20148" y="13344"/>
                  </a:cubicBezTo>
                  <a:cubicBezTo>
                    <a:pt x="20148" y="13344"/>
                    <a:pt x="20048" y="13244"/>
                    <a:pt x="19848" y="13144"/>
                  </a:cubicBezTo>
                  <a:cubicBezTo>
                    <a:pt x="19648" y="12977"/>
                    <a:pt x="19348" y="12843"/>
                    <a:pt x="18981" y="12643"/>
                  </a:cubicBezTo>
                  <a:cubicBezTo>
                    <a:pt x="18180" y="12243"/>
                    <a:pt x="17113" y="11809"/>
                    <a:pt x="15812" y="11476"/>
                  </a:cubicBezTo>
                  <a:cubicBezTo>
                    <a:pt x="13210" y="10742"/>
                    <a:pt x="9941" y="10242"/>
                    <a:pt x="7506" y="9508"/>
                  </a:cubicBezTo>
                  <a:cubicBezTo>
                    <a:pt x="6305" y="9141"/>
                    <a:pt x="4937" y="8640"/>
                    <a:pt x="3770" y="7807"/>
                  </a:cubicBezTo>
                  <a:cubicBezTo>
                    <a:pt x="2602" y="6973"/>
                    <a:pt x="1668" y="5805"/>
                    <a:pt x="1168" y="4638"/>
                  </a:cubicBezTo>
                  <a:cubicBezTo>
                    <a:pt x="668" y="3470"/>
                    <a:pt x="468" y="2336"/>
                    <a:pt x="434" y="1502"/>
                  </a:cubicBezTo>
                  <a:cubicBezTo>
                    <a:pt x="367" y="1068"/>
                    <a:pt x="367" y="735"/>
                    <a:pt x="367" y="535"/>
                  </a:cubicBezTo>
                  <a:lnTo>
                    <a:pt x="367" y="201"/>
                  </a:lnTo>
                  <a:cubicBezTo>
                    <a:pt x="367" y="77"/>
                    <a:pt x="264"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73" name="Google Shape;2773;p23"/>
            <p:cNvSpPr/>
            <p:nvPr/>
          </p:nvSpPr>
          <p:spPr>
            <a:xfrm flipH="1">
              <a:off x="-1673675" y="1218700"/>
              <a:ext cx="131530" cy="284847"/>
            </a:xfrm>
            <a:custGeom>
              <a:avLst/>
              <a:gdLst/>
              <a:ahLst/>
              <a:cxnLst/>
              <a:rect l="l" t="t" r="r" b="b"/>
              <a:pathLst>
                <a:path w="5838" h="12643" extrusionOk="0">
                  <a:moveTo>
                    <a:pt x="234" y="0"/>
                  </a:moveTo>
                  <a:cubicBezTo>
                    <a:pt x="67" y="0"/>
                    <a:pt x="0" y="334"/>
                    <a:pt x="167" y="367"/>
                  </a:cubicBezTo>
                  <a:cubicBezTo>
                    <a:pt x="167" y="367"/>
                    <a:pt x="234" y="367"/>
                    <a:pt x="367" y="401"/>
                  </a:cubicBezTo>
                  <a:cubicBezTo>
                    <a:pt x="434" y="467"/>
                    <a:pt x="668" y="501"/>
                    <a:pt x="868" y="567"/>
                  </a:cubicBezTo>
                  <a:cubicBezTo>
                    <a:pt x="1268" y="734"/>
                    <a:pt x="1902" y="934"/>
                    <a:pt x="2502" y="1368"/>
                  </a:cubicBezTo>
                  <a:cubicBezTo>
                    <a:pt x="3069" y="1768"/>
                    <a:pt x="3670" y="2335"/>
                    <a:pt x="4037" y="3036"/>
                  </a:cubicBezTo>
                  <a:cubicBezTo>
                    <a:pt x="4404" y="3703"/>
                    <a:pt x="4670" y="4437"/>
                    <a:pt x="4770" y="5171"/>
                  </a:cubicBezTo>
                  <a:cubicBezTo>
                    <a:pt x="5071" y="6538"/>
                    <a:pt x="5104" y="8406"/>
                    <a:pt x="5204" y="9907"/>
                  </a:cubicBezTo>
                  <a:cubicBezTo>
                    <a:pt x="5237" y="10675"/>
                    <a:pt x="5271" y="11342"/>
                    <a:pt x="5338" y="11809"/>
                  </a:cubicBezTo>
                  <a:cubicBezTo>
                    <a:pt x="5371" y="12243"/>
                    <a:pt x="5404" y="12543"/>
                    <a:pt x="5404" y="12543"/>
                  </a:cubicBezTo>
                  <a:cubicBezTo>
                    <a:pt x="5421" y="12609"/>
                    <a:pt x="5504" y="12643"/>
                    <a:pt x="5596" y="12643"/>
                  </a:cubicBezTo>
                  <a:cubicBezTo>
                    <a:pt x="5688" y="12643"/>
                    <a:pt x="5788" y="12609"/>
                    <a:pt x="5838" y="12543"/>
                  </a:cubicBezTo>
                  <a:cubicBezTo>
                    <a:pt x="5838" y="12543"/>
                    <a:pt x="5771" y="12243"/>
                    <a:pt x="5771" y="11775"/>
                  </a:cubicBezTo>
                  <a:lnTo>
                    <a:pt x="5771" y="9907"/>
                  </a:lnTo>
                  <a:cubicBezTo>
                    <a:pt x="5771" y="8406"/>
                    <a:pt x="5838" y="6538"/>
                    <a:pt x="5538" y="5037"/>
                  </a:cubicBezTo>
                  <a:cubicBezTo>
                    <a:pt x="5371" y="4270"/>
                    <a:pt x="5104" y="3436"/>
                    <a:pt x="4604" y="2702"/>
                  </a:cubicBezTo>
                  <a:cubicBezTo>
                    <a:pt x="4170" y="1902"/>
                    <a:pt x="3436" y="1335"/>
                    <a:pt x="2769" y="901"/>
                  </a:cubicBezTo>
                  <a:cubicBezTo>
                    <a:pt x="2102" y="501"/>
                    <a:pt x="1435" y="267"/>
                    <a:pt x="1001" y="167"/>
                  </a:cubicBezTo>
                  <a:cubicBezTo>
                    <a:pt x="768" y="67"/>
                    <a:pt x="567" y="67"/>
                    <a:pt x="434" y="34"/>
                  </a:cubicBezTo>
                  <a:cubicBezTo>
                    <a:pt x="334" y="0"/>
                    <a:pt x="234"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74" name="Google Shape;2774;p23"/>
            <p:cNvSpPr/>
            <p:nvPr/>
          </p:nvSpPr>
          <p:spPr>
            <a:xfrm flipH="1">
              <a:off x="-1714432" y="3061766"/>
              <a:ext cx="469998" cy="385488"/>
            </a:xfrm>
            <a:custGeom>
              <a:avLst/>
              <a:gdLst/>
              <a:ahLst/>
              <a:cxnLst/>
              <a:rect l="l" t="t" r="r" b="b"/>
              <a:pathLst>
                <a:path w="20861" h="17110" extrusionOk="0">
                  <a:moveTo>
                    <a:pt x="193" y="1"/>
                  </a:moveTo>
                  <a:cubicBezTo>
                    <a:pt x="90" y="1"/>
                    <a:pt x="1" y="85"/>
                    <a:pt x="38" y="254"/>
                  </a:cubicBezTo>
                  <a:cubicBezTo>
                    <a:pt x="38" y="254"/>
                    <a:pt x="72" y="388"/>
                    <a:pt x="105" y="621"/>
                  </a:cubicBezTo>
                  <a:cubicBezTo>
                    <a:pt x="138" y="755"/>
                    <a:pt x="172" y="855"/>
                    <a:pt x="238" y="1021"/>
                  </a:cubicBezTo>
                  <a:cubicBezTo>
                    <a:pt x="305" y="1222"/>
                    <a:pt x="372" y="1388"/>
                    <a:pt x="439" y="1588"/>
                  </a:cubicBezTo>
                  <a:cubicBezTo>
                    <a:pt x="772" y="2422"/>
                    <a:pt x="1339" y="3490"/>
                    <a:pt x="2173" y="4591"/>
                  </a:cubicBezTo>
                  <a:cubicBezTo>
                    <a:pt x="3841" y="6792"/>
                    <a:pt x="6410" y="9027"/>
                    <a:pt x="8578" y="10628"/>
                  </a:cubicBezTo>
                  <a:cubicBezTo>
                    <a:pt x="10746" y="12229"/>
                    <a:pt x="13615" y="13997"/>
                    <a:pt x="16083" y="15198"/>
                  </a:cubicBezTo>
                  <a:cubicBezTo>
                    <a:pt x="17284" y="15832"/>
                    <a:pt x="18418" y="16299"/>
                    <a:pt x="19219" y="16633"/>
                  </a:cubicBezTo>
                  <a:cubicBezTo>
                    <a:pt x="19986" y="16933"/>
                    <a:pt x="20486" y="17100"/>
                    <a:pt x="20486" y="17100"/>
                  </a:cubicBezTo>
                  <a:cubicBezTo>
                    <a:pt x="20515" y="17106"/>
                    <a:pt x="20543" y="17109"/>
                    <a:pt x="20568" y="17109"/>
                  </a:cubicBezTo>
                  <a:cubicBezTo>
                    <a:pt x="20802" y="17109"/>
                    <a:pt x="20861" y="16847"/>
                    <a:pt x="20620" y="16666"/>
                  </a:cubicBezTo>
                  <a:cubicBezTo>
                    <a:pt x="20620" y="16666"/>
                    <a:pt x="20153" y="16499"/>
                    <a:pt x="19385" y="16166"/>
                  </a:cubicBezTo>
                  <a:cubicBezTo>
                    <a:pt x="18585" y="15832"/>
                    <a:pt x="17484" y="15298"/>
                    <a:pt x="16317" y="14664"/>
                  </a:cubicBezTo>
                  <a:cubicBezTo>
                    <a:pt x="13915" y="13397"/>
                    <a:pt x="11113" y="11596"/>
                    <a:pt x="8978" y="9994"/>
                  </a:cubicBezTo>
                  <a:cubicBezTo>
                    <a:pt x="6910" y="8460"/>
                    <a:pt x="4275" y="6292"/>
                    <a:pt x="2607" y="4224"/>
                  </a:cubicBezTo>
                  <a:cubicBezTo>
                    <a:pt x="1739" y="3190"/>
                    <a:pt x="1139" y="2156"/>
                    <a:pt x="805" y="1422"/>
                  </a:cubicBezTo>
                  <a:cubicBezTo>
                    <a:pt x="739" y="1255"/>
                    <a:pt x="639" y="1088"/>
                    <a:pt x="605" y="921"/>
                  </a:cubicBezTo>
                  <a:cubicBezTo>
                    <a:pt x="572" y="755"/>
                    <a:pt x="505" y="621"/>
                    <a:pt x="472" y="488"/>
                  </a:cubicBezTo>
                  <a:cubicBezTo>
                    <a:pt x="439" y="288"/>
                    <a:pt x="405" y="154"/>
                    <a:pt x="405" y="154"/>
                  </a:cubicBezTo>
                  <a:cubicBezTo>
                    <a:pt x="361" y="52"/>
                    <a:pt x="273" y="1"/>
                    <a:pt x="1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75" name="Google Shape;2775;p23"/>
            <p:cNvSpPr/>
            <p:nvPr/>
          </p:nvSpPr>
          <p:spPr>
            <a:xfrm flipH="1">
              <a:off x="-878546" y="2165636"/>
              <a:ext cx="413358" cy="757233"/>
            </a:xfrm>
            <a:custGeom>
              <a:avLst/>
              <a:gdLst/>
              <a:ahLst/>
              <a:cxnLst/>
              <a:rect l="l" t="t" r="r" b="b"/>
              <a:pathLst>
                <a:path w="18347" h="33610" extrusionOk="0">
                  <a:moveTo>
                    <a:pt x="12676" y="534"/>
                  </a:moveTo>
                  <a:cubicBezTo>
                    <a:pt x="12943" y="534"/>
                    <a:pt x="13177" y="568"/>
                    <a:pt x="13477" y="568"/>
                  </a:cubicBezTo>
                  <a:cubicBezTo>
                    <a:pt x="13777" y="634"/>
                    <a:pt x="14044" y="668"/>
                    <a:pt x="14344" y="734"/>
                  </a:cubicBezTo>
                  <a:cubicBezTo>
                    <a:pt x="14945" y="901"/>
                    <a:pt x="15512" y="1235"/>
                    <a:pt x="16012" y="1735"/>
                  </a:cubicBezTo>
                  <a:cubicBezTo>
                    <a:pt x="16479" y="2235"/>
                    <a:pt x="16813" y="3003"/>
                    <a:pt x="17013" y="3803"/>
                  </a:cubicBezTo>
                  <a:cubicBezTo>
                    <a:pt x="17380" y="5404"/>
                    <a:pt x="17179" y="7372"/>
                    <a:pt x="16612" y="9307"/>
                  </a:cubicBezTo>
                  <a:cubicBezTo>
                    <a:pt x="16312" y="10308"/>
                    <a:pt x="15945" y="11242"/>
                    <a:pt x="15478" y="12209"/>
                  </a:cubicBezTo>
                  <a:cubicBezTo>
                    <a:pt x="15211" y="12676"/>
                    <a:pt x="15011" y="13177"/>
                    <a:pt x="14778" y="13677"/>
                  </a:cubicBezTo>
                  <a:cubicBezTo>
                    <a:pt x="14511" y="14144"/>
                    <a:pt x="14277" y="14644"/>
                    <a:pt x="13977" y="15145"/>
                  </a:cubicBezTo>
                  <a:cubicBezTo>
                    <a:pt x="13443" y="16145"/>
                    <a:pt x="12876" y="17146"/>
                    <a:pt x="12509" y="18314"/>
                  </a:cubicBezTo>
                  <a:cubicBezTo>
                    <a:pt x="12476" y="18580"/>
                    <a:pt x="12343" y="18881"/>
                    <a:pt x="12309" y="19181"/>
                  </a:cubicBezTo>
                  <a:lnTo>
                    <a:pt x="12209" y="19648"/>
                  </a:lnTo>
                  <a:lnTo>
                    <a:pt x="12176" y="19848"/>
                  </a:lnTo>
                  <a:lnTo>
                    <a:pt x="12176" y="20015"/>
                  </a:lnTo>
                  <a:lnTo>
                    <a:pt x="12176" y="20148"/>
                  </a:lnTo>
                  <a:cubicBezTo>
                    <a:pt x="12176" y="20749"/>
                    <a:pt x="12276" y="21349"/>
                    <a:pt x="12376" y="21916"/>
                  </a:cubicBezTo>
                  <a:cubicBezTo>
                    <a:pt x="12643" y="23084"/>
                    <a:pt x="12976" y="24184"/>
                    <a:pt x="13210" y="25252"/>
                  </a:cubicBezTo>
                  <a:cubicBezTo>
                    <a:pt x="13310" y="25752"/>
                    <a:pt x="13377" y="26319"/>
                    <a:pt x="13443" y="26853"/>
                  </a:cubicBezTo>
                  <a:cubicBezTo>
                    <a:pt x="13477" y="27387"/>
                    <a:pt x="13443" y="27887"/>
                    <a:pt x="13310" y="28387"/>
                  </a:cubicBezTo>
                  <a:cubicBezTo>
                    <a:pt x="13177" y="28854"/>
                    <a:pt x="13010" y="29355"/>
                    <a:pt x="12776" y="29822"/>
                  </a:cubicBezTo>
                  <a:cubicBezTo>
                    <a:pt x="12509" y="30255"/>
                    <a:pt x="12276" y="30689"/>
                    <a:pt x="11942" y="31056"/>
                  </a:cubicBezTo>
                  <a:cubicBezTo>
                    <a:pt x="11309" y="31757"/>
                    <a:pt x="10475" y="32324"/>
                    <a:pt x="9607" y="32524"/>
                  </a:cubicBezTo>
                  <a:cubicBezTo>
                    <a:pt x="9325" y="32592"/>
                    <a:pt x="9029" y="32626"/>
                    <a:pt x="8729" y="32626"/>
                  </a:cubicBezTo>
                  <a:cubicBezTo>
                    <a:pt x="8001" y="32626"/>
                    <a:pt x="7253" y="32425"/>
                    <a:pt x="6639" y="32023"/>
                  </a:cubicBezTo>
                  <a:cubicBezTo>
                    <a:pt x="5771" y="31423"/>
                    <a:pt x="5138" y="30422"/>
                    <a:pt x="4871" y="29355"/>
                  </a:cubicBezTo>
                  <a:cubicBezTo>
                    <a:pt x="4771" y="28821"/>
                    <a:pt x="4671" y="28254"/>
                    <a:pt x="4671" y="27687"/>
                  </a:cubicBezTo>
                  <a:lnTo>
                    <a:pt x="4671" y="27554"/>
                  </a:lnTo>
                  <a:lnTo>
                    <a:pt x="4671" y="27487"/>
                  </a:lnTo>
                  <a:lnTo>
                    <a:pt x="4671" y="27387"/>
                  </a:lnTo>
                  <a:lnTo>
                    <a:pt x="4671" y="27187"/>
                  </a:lnTo>
                  <a:lnTo>
                    <a:pt x="4671" y="26753"/>
                  </a:lnTo>
                  <a:cubicBezTo>
                    <a:pt x="4671" y="26486"/>
                    <a:pt x="4704" y="26219"/>
                    <a:pt x="4771" y="25919"/>
                  </a:cubicBezTo>
                  <a:cubicBezTo>
                    <a:pt x="4937" y="24852"/>
                    <a:pt x="5304" y="23717"/>
                    <a:pt x="5371" y="22550"/>
                  </a:cubicBezTo>
                  <a:cubicBezTo>
                    <a:pt x="5471" y="21983"/>
                    <a:pt x="5438" y="21382"/>
                    <a:pt x="5304" y="20849"/>
                  </a:cubicBezTo>
                  <a:lnTo>
                    <a:pt x="5304" y="20749"/>
                  </a:lnTo>
                  <a:cubicBezTo>
                    <a:pt x="5304" y="20715"/>
                    <a:pt x="5271" y="20649"/>
                    <a:pt x="5271" y="20582"/>
                  </a:cubicBezTo>
                  <a:lnTo>
                    <a:pt x="5138" y="20382"/>
                  </a:lnTo>
                  <a:cubicBezTo>
                    <a:pt x="5037" y="20248"/>
                    <a:pt x="5004" y="20148"/>
                    <a:pt x="4937" y="20015"/>
                  </a:cubicBezTo>
                  <a:cubicBezTo>
                    <a:pt x="4804" y="19815"/>
                    <a:pt x="4671" y="19581"/>
                    <a:pt x="4504" y="19381"/>
                  </a:cubicBezTo>
                  <a:cubicBezTo>
                    <a:pt x="3937" y="18580"/>
                    <a:pt x="3270" y="18013"/>
                    <a:pt x="2769" y="17413"/>
                  </a:cubicBezTo>
                  <a:cubicBezTo>
                    <a:pt x="2269" y="16879"/>
                    <a:pt x="1835" y="16379"/>
                    <a:pt x="1602" y="15912"/>
                  </a:cubicBezTo>
                  <a:cubicBezTo>
                    <a:pt x="1335" y="15512"/>
                    <a:pt x="1201" y="15145"/>
                    <a:pt x="1135" y="14878"/>
                  </a:cubicBezTo>
                  <a:lnTo>
                    <a:pt x="1135" y="14844"/>
                  </a:lnTo>
                  <a:cubicBezTo>
                    <a:pt x="634" y="13343"/>
                    <a:pt x="634" y="11842"/>
                    <a:pt x="901" y="10508"/>
                  </a:cubicBezTo>
                  <a:cubicBezTo>
                    <a:pt x="1201" y="9207"/>
                    <a:pt x="1702" y="8040"/>
                    <a:pt x="2302" y="7072"/>
                  </a:cubicBezTo>
                  <a:cubicBezTo>
                    <a:pt x="2869" y="6138"/>
                    <a:pt x="3503" y="5338"/>
                    <a:pt x="4137" y="4671"/>
                  </a:cubicBezTo>
                  <a:cubicBezTo>
                    <a:pt x="4737" y="4003"/>
                    <a:pt x="5371" y="3470"/>
                    <a:pt x="5905" y="3036"/>
                  </a:cubicBezTo>
                  <a:cubicBezTo>
                    <a:pt x="7039" y="2169"/>
                    <a:pt x="7940" y="1702"/>
                    <a:pt x="8507" y="1468"/>
                  </a:cubicBezTo>
                  <a:cubicBezTo>
                    <a:pt x="9107" y="1201"/>
                    <a:pt x="9374" y="1135"/>
                    <a:pt x="9374" y="1135"/>
                  </a:cubicBezTo>
                  <a:cubicBezTo>
                    <a:pt x="9681" y="1028"/>
                    <a:pt x="9860" y="889"/>
                    <a:pt x="9906" y="777"/>
                  </a:cubicBezTo>
                  <a:lnTo>
                    <a:pt x="9906" y="777"/>
                  </a:lnTo>
                  <a:cubicBezTo>
                    <a:pt x="9926" y="823"/>
                    <a:pt x="9988" y="853"/>
                    <a:pt x="10083" y="853"/>
                  </a:cubicBezTo>
                  <a:cubicBezTo>
                    <a:pt x="10152" y="853"/>
                    <a:pt x="10239" y="837"/>
                    <a:pt x="10341" y="801"/>
                  </a:cubicBezTo>
                  <a:cubicBezTo>
                    <a:pt x="10341" y="801"/>
                    <a:pt x="10475" y="801"/>
                    <a:pt x="10641" y="734"/>
                  </a:cubicBezTo>
                  <a:cubicBezTo>
                    <a:pt x="10808" y="701"/>
                    <a:pt x="11108" y="668"/>
                    <a:pt x="11442" y="634"/>
                  </a:cubicBezTo>
                  <a:cubicBezTo>
                    <a:pt x="11776" y="568"/>
                    <a:pt x="12176" y="534"/>
                    <a:pt x="12676" y="534"/>
                  </a:cubicBezTo>
                  <a:close/>
                  <a:moveTo>
                    <a:pt x="12976" y="0"/>
                  </a:moveTo>
                  <a:cubicBezTo>
                    <a:pt x="12443" y="34"/>
                    <a:pt x="12009" y="67"/>
                    <a:pt x="11642" y="134"/>
                  </a:cubicBezTo>
                  <a:cubicBezTo>
                    <a:pt x="11275" y="201"/>
                    <a:pt x="10975" y="234"/>
                    <a:pt x="10808" y="301"/>
                  </a:cubicBezTo>
                  <a:cubicBezTo>
                    <a:pt x="10608" y="334"/>
                    <a:pt x="10508" y="367"/>
                    <a:pt x="10508" y="367"/>
                  </a:cubicBezTo>
                  <a:cubicBezTo>
                    <a:pt x="10147" y="454"/>
                    <a:pt x="9961" y="584"/>
                    <a:pt x="9912" y="688"/>
                  </a:cubicBezTo>
                  <a:lnTo>
                    <a:pt x="9912" y="688"/>
                  </a:lnTo>
                  <a:cubicBezTo>
                    <a:pt x="9890" y="628"/>
                    <a:pt x="9807" y="588"/>
                    <a:pt x="9660" y="588"/>
                  </a:cubicBezTo>
                  <a:cubicBezTo>
                    <a:pt x="9547" y="588"/>
                    <a:pt x="9396" y="612"/>
                    <a:pt x="9207" y="668"/>
                  </a:cubicBezTo>
                  <a:cubicBezTo>
                    <a:pt x="9207" y="668"/>
                    <a:pt x="9174" y="701"/>
                    <a:pt x="9007" y="734"/>
                  </a:cubicBezTo>
                  <a:cubicBezTo>
                    <a:pt x="8840" y="801"/>
                    <a:pt x="8607" y="868"/>
                    <a:pt x="8306" y="1001"/>
                  </a:cubicBezTo>
                  <a:cubicBezTo>
                    <a:pt x="7673" y="1301"/>
                    <a:pt x="6772" y="1735"/>
                    <a:pt x="5605" y="2636"/>
                  </a:cubicBezTo>
                  <a:cubicBezTo>
                    <a:pt x="5004" y="3069"/>
                    <a:pt x="4370" y="3636"/>
                    <a:pt x="3703" y="4304"/>
                  </a:cubicBezTo>
                  <a:cubicBezTo>
                    <a:pt x="3103" y="5004"/>
                    <a:pt x="2436" y="5838"/>
                    <a:pt x="1802" y="6839"/>
                  </a:cubicBezTo>
                  <a:cubicBezTo>
                    <a:pt x="1201" y="7839"/>
                    <a:pt x="634" y="9040"/>
                    <a:pt x="334" y="10475"/>
                  </a:cubicBezTo>
                  <a:cubicBezTo>
                    <a:pt x="34" y="11842"/>
                    <a:pt x="1" y="13510"/>
                    <a:pt x="534" y="15145"/>
                  </a:cubicBezTo>
                  <a:lnTo>
                    <a:pt x="534" y="15078"/>
                  </a:lnTo>
                  <a:cubicBezTo>
                    <a:pt x="634" y="15378"/>
                    <a:pt x="768" y="15845"/>
                    <a:pt x="1035" y="16346"/>
                  </a:cubicBezTo>
                  <a:cubicBezTo>
                    <a:pt x="1335" y="16846"/>
                    <a:pt x="1735" y="17413"/>
                    <a:pt x="2302" y="18013"/>
                  </a:cubicBezTo>
                  <a:cubicBezTo>
                    <a:pt x="2836" y="18647"/>
                    <a:pt x="3470" y="19248"/>
                    <a:pt x="4003" y="19981"/>
                  </a:cubicBezTo>
                  <a:cubicBezTo>
                    <a:pt x="4137" y="20182"/>
                    <a:pt x="4237" y="20348"/>
                    <a:pt x="4370" y="20549"/>
                  </a:cubicBezTo>
                  <a:cubicBezTo>
                    <a:pt x="4470" y="20649"/>
                    <a:pt x="4504" y="20749"/>
                    <a:pt x="4537" y="20849"/>
                  </a:cubicBezTo>
                  <a:lnTo>
                    <a:pt x="4604" y="20982"/>
                  </a:lnTo>
                  <a:lnTo>
                    <a:pt x="4637" y="21082"/>
                  </a:lnTo>
                  <a:cubicBezTo>
                    <a:pt x="4771" y="21549"/>
                    <a:pt x="4771" y="22050"/>
                    <a:pt x="4704" y="22550"/>
                  </a:cubicBezTo>
                  <a:cubicBezTo>
                    <a:pt x="4637" y="23551"/>
                    <a:pt x="4237" y="24651"/>
                    <a:pt x="4037" y="25852"/>
                  </a:cubicBezTo>
                  <a:cubicBezTo>
                    <a:pt x="4003" y="26186"/>
                    <a:pt x="3970" y="26486"/>
                    <a:pt x="3970" y="26820"/>
                  </a:cubicBezTo>
                  <a:lnTo>
                    <a:pt x="3970" y="27320"/>
                  </a:lnTo>
                  <a:lnTo>
                    <a:pt x="3970" y="27554"/>
                  </a:lnTo>
                  <a:lnTo>
                    <a:pt x="3970" y="27587"/>
                  </a:lnTo>
                  <a:lnTo>
                    <a:pt x="3970" y="27720"/>
                  </a:lnTo>
                  <a:cubicBezTo>
                    <a:pt x="3970" y="28354"/>
                    <a:pt x="4037" y="28988"/>
                    <a:pt x="4204" y="29588"/>
                  </a:cubicBezTo>
                  <a:cubicBezTo>
                    <a:pt x="4504" y="30856"/>
                    <a:pt x="5204" y="32057"/>
                    <a:pt x="6338" y="32824"/>
                  </a:cubicBezTo>
                  <a:cubicBezTo>
                    <a:pt x="7118" y="33368"/>
                    <a:pt x="8049" y="33610"/>
                    <a:pt x="8953" y="33610"/>
                  </a:cubicBezTo>
                  <a:cubicBezTo>
                    <a:pt x="9324" y="33610"/>
                    <a:pt x="9691" y="33569"/>
                    <a:pt x="10041" y="33491"/>
                  </a:cubicBezTo>
                  <a:cubicBezTo>
                    <a:pt x="11142" y="33224"/>
                    <a:pt x="12143" y="32557"/>
                    <a:pt x="12876" y="31690"/>
                  </a:cubicBezTo>
                  <a:cubicBezTo>
                    <a:pt x="13277" y="31223"/>
                    <a:pt x="13610" y="30722"/>
                    <a:pt x="13844" y="30222"/>
                  </a:cubicBezTo>
                  <a:cubicBezTo>
                    <a:pt x="14111" y="29722"/>
                    <a:pt x="14311" y="29188"/>
                    <a:pt x="14478" y="28588"/>
                  </a:cubicBezTo>
                  <a:cubicBezTo>
                    <a:pt x="14711" y="27387"/>
                    <a:pt x="14611" y="26186"/>
                    <a:pt x="14344" y="25052"/>
                  </a:cubicBezTo>
                  <a:cubicBezTo>
                    <a:pt x="14111" y="23884"/>
                    <a:pt x="13710" y="22817"/>
                    <a:pt x="13510" y="21716"/>
                  </a:cubicBezTo>
                  <a:cubicBezTo>
                    <a:pt x="13377" y="21182"/>
                    <a:pt x="13310" y="20649"/>
                    <a:pt x="13310" y="20082"/>
                  </a:cubicBezTo>
                  <a:lnTo>
                    <a:pt x="13310" y="20015"/>
                  </a:lnTo>
                  <a:lnTo>
                    <a:pt x="13310" y="19981"/>
                  </a:lnTo>
                  <a:lnTo>
                    <a:pt x="13343" y="19748"/>
                  </a:lnTo>
                  <a:lnTo>
                    <a:pt x="13443" y="19348"/>
                  </a:lnTo>
                  <a:cubicBezTo>
                    <a:pt x="13477" y="19081"/>
                    <a:pt x="13544" y="18814"/>
                    <a:pt x="13644" y="18547"/>
                  </a:cubicBezTo>
                  <a:cubicBezTo>
                    <a:pt x="13944" y="17513"/>
                    <a:pt x="14478" y="16512"/>
                    <a:pt x="14978" y="15512"/>
                  </a:cubicBezTo>
                  <a:lnTo>
                    <a:pt x="15712" y="14011"/>
                  </a:lnTo>
                  <a:cubicBezTo>
                    <a:pt x="15979" y="13510"/>
                    <a:pt x="16179" y="13010"/>
                    <a:pt x="16446" y="12509"/>
                  </a:cubicBezTo>
                  <a:cubicBezTo>
                    <a:pt x="16879" y="11509"/>
                    <a:pt x="17280" y="10475"/>
                    <a:pt x="17546" y="9474"/>
                  </a:cubicBezTo>
                  <a:cubicBezTo>
                    <a:pt x="18147" y="7439"/>
                    <a:pt x="18347" y="5404"/>
                    <a:pt x="17947" y="3603"/>
                  </a:cubicBezTo>
                  <a:cubicBezTo>
                    <a:pt x="17713" y="2736"/>
                    <a:pt x="17313" y="1902"/>
                    <a:pt x="16712" y="1335"/>
                  </a:cubicBezTo>
                  <a:cubicBezTo>
                    <a:pt x="16145" y="734"/>
                    <a:pt x="15445" y="367"/>
                    <a:pt x="14778" y="201"/>
                  </a:cubicBezTo>
                  <a:cubicBezTo>
                    <a:pt x="14444" y="101"/>
                    <a:pt x="14111" y="67"/>
                    <a:pt x="13810" y="34"/>
                  </a:cubicBezTo>
                  <a:cubicBezTo>
                    <a:pt x="13510" y="34"/>
                    <a:pt x="13210" y="0"/>
                    <a:pt x="12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76" name="Google Shape;2776;p23"/>
            <p:cNvSpPr/>
            <p:nvPr/>
          </p:nvSpPr>
          <p:spPr>
            <a:xfrm flipH="1">
              <a:off x="-952197" y="2100907"/>
              <a:ext cx="555387" cy="887299"/>
            </a:xfrm>
            <a:custGeom>
              <a:avLst/>
              <a:gdLst/>
              <a:ahLst/>
              <a:cxnLst/>
              <a:rect l="l" t="t" r="r" b="b"/>
              <a:pathLst>
                <a:path w="24651" h="39383" extrusionOk="0">
                  <a:moveTo>
                    <a:pt x="16897" y="0"/>
                  </a:moveTo>
                  <a:cubicBezTo>
                    <a:pt x="16399" y="0"/>
                    <a:pt x="15956" y="25"/>
                    <a:pt x="15578" y="38"/>
                  </a:cubicBezTo>
                  <a:cubicBezTo>
                    <a:pt x="15144" y="71"/>
                    <a:pt x="14811" y="105"/>
                    <a:pt x="14544" y="172"/>
                  </a:cubicBezTo>
                  <a:cubicBezTo>
                    <a:pt x="14310" y="205"/>
                    <a:pt x="14177" y="205"/>
                    <a:pt x="14177" y="205"/>
                  </a:cubicBezTo>
                  <a:cubicBezTo>
                    <a:pt x="13563" y="324"/>
                    <a:pt x="13325" y="443"/>
                    <a:pt x="13450" y="443"/>
                  </a:cubicBezTo>
                  <a:cubicBezTo>
                    <a:pt x="13536" y="443"/>
                    <a:pt x="13790" y="387"/>
                    <a:pt x="14210" y="238"/>
                  </a:cubicBezTo>
                  <a:cubicBezTo>
                    <a:pt x="14210" y="238"/>
                    <a:pt x="14277" y="238"/>
                    <a:pt x="14544" y="205"/>
                  </a:cubicBezTo>
                  <a:cubicBezTo>
                    <a:pt x="14744" y="205"/>
                    <a:pt x="15077" y="138"/>
                    <a:pt x="15544" y="105"/>
                  </a:cubicBezTo>
                  <a:cubicBezTo>
                    <a:pt x="15867" y="92"/>
                    <a:pt x="16254" y="71"/>
                    <a:pt x="16691" y="71"/>
                  </a:cubicBezTo>
                  <a:cubicBezTo>
                    <a:pt x="17431" y="71"/>
                    <a:pt x="18316" y="133"/>
                    <a:pt x="19280" y="405"/>
                  </a:cubicBezTo>
                  <a:cubicBezTo>
                    <a:pt x="20081" y="605"/>
                    <a:pt x="20882" y="972"/>
                    <a:pt x="21615" y="1573"/>
                  </a:cubicBezTo>
                  <a:cubicBezTo>
                    <a:pt x="22383" y="2140"/>
                    <a:pt x="22950" y="2974"/>
                    <a:pt x="23383" y="3974"/>
                  </a:cubicBezTo>
                  <a:cubicBezTo>
                    <a:pt x="24217" y="6009"/>
                    <a:pt x="24184" y="8511"/>
                    <a:pt x="23617" y="11013"/>
                  </a:cubicBezTo>
                  <a:cubicBezTo>
                    <a:pt x="23383" y="12247"/>
                    <a:pt x="22950" y="13548"/>
                    <a:pt x="22383" y="14749"/>
                  </a:cubicBezTo>
                  <a:cubicBezTo>
                    <a:pt x="21782" y="15950"/>
                    <a:pt x="21015" y="17084"/>
                    <a:pt x="20181" y="18251"/>
                  </a:cubicBezTo>
                  <a:cubicBezTo>
                    <a:pt x="19347" y="19385"/>
                    <a:pt x="18447" y="20586"/>
                    <a:pt x="18013" y="22021"/>
                  </a:cubicBezTo>
                  <a:cubicBezTo>
                    <a:pt x="17879" y="22387"/>
                    <a:pt x="17746" y="22721"/>
                    <a:pt x="17713" y="23088"/>
                  </a:cubicBezTo>
                  <a:lnTo>
                    <a:pt x="17679" y="23221"/>
                  </a:lnTo>
                  <a:lnTo>
                    <a:pt x="17679" y="23388"/>
                  </a:lnTo>
                  <a:lnTo>
                    <a:pt x="17679" y="23688"/>
                  </a:lnTo>
                  <a:cubicBezTo>
                    <a:pt x="17679" y="23855"/>
                    <a:pt x="17679" y="24055"/>
                    <a:pt x="17713" y="24222"/>
                  </a:cubicBezTo>
                  <a:cubicBezTo>
                    <a:pt x="17779" y="24956"/>
                    <a:pt x="18013" y="25690"/>
                    <a:pt x="18213" y="26390"/>
                  </a:cubicBezTo>
                  <a:cubicBezTo>
                    <a:pt x="18680" y="27758"/>
                    <a:pt x="19247" y="29092"/>
                    <a:pt x="19514" y="30460"/>
                  </a:cubicBezTo>
                  <a:cubicBezTo>
                    <a:pt x="19681" y="31127"/>
                    <a:pt x="19714" y="31861"/>
                    <a:pt x="19614" y="32528"/>
                  </a:cubicBezTo>
                  <a:cubicBezTo>
                    <a:pt x="19614" y="32695"/>
                    <a:pt x="19581" y="32862"/>
                    <a:pt x="19547" y="33028"/>
                  </a:cubicBezTo>
                  <a:lnTo>
                    <a:pt x="19514" y="33262"/>
                  </a:lnTo>
                  <a:cubicBezTo>
                    <a:pt x="19514" y="33295"/>
                    <a:pt x="19447" y="33395"/>
                    <a:pt x="19414" y="33462"/>
                  </a:cubicBezTo>
                  <a:lnTo>
                    <a:pt x="19214" y="33929"/>
                  </a:lnTo>
                  <a:lnTo>
                    <a:pt x="19014" y="34396"/>
                  </a:lnTo>
                  <a:cubicBezTo>
                    <a:pt x="18713" y="35030"/>
                    <a:pt x="18346" y="35564"/>
                    <a:pt x="17879" y="36064"/>
                  </a:cubicBezTo>
                  <a:cubicBezTo>
                    <a:pt x="17679" y="36297"/>
                    <a:pt x="17412" y="36564"/>
                    <a:pt x="17179" y="36764"/>
                  </a:cubicBezTo>
                  <a:cubicBezTo>
                    <a:pt x="16912" y="36965"/>
                    <a:pt x="16679" y="37198"/>
                    <a:pt x="16378" y="37365"/>
                  </a:cubicBezTo>
                  <a:cubicBezTo>
                    <a:pt x="15845" y="37732"/>
                    <a:pt x="15244" y="38032"/>
                    <a:pt x="14677" y="38232"/>
                  </a:cubicBezTo>
                  <a:cubicBezTo>
                    <a:pt x="14043" y="38466"/>
                    <a:pt x="13443" y="38599"/>
                    <a:pt x="12843" y="38666"/>
                  </a:cubicBezTo>
                  <a:cubicBezTo>
                    <a:pt x="12476" y="38705"/>
                    <a:pt x="12101" y="38727"/>
                    <a:pt x="11724" y="38727"/>
                  </a:cubicBezTo>
                  <a:cubicBezTo>
                    <a:pt x="10828" y="38727"/>
                    <a:pt x="9918" y="38604"/>
                    <a:pt x="9073" y="38299"/>
                  </a:cubicBezTo>
                  <a:cubicBezTo>
                    <a:pt x="7872" y="37932"/>
                    <a:pt x="6705" y="37098"/>
                    <a:pt x="5938" y="35997"/>
                  </a:cubicBezTo>
                  <a:cubicBezTo>
                    <a:pt x="5571" y="35463"/>
                    <a:pt x="5270" y="34830"/>
                    <a:pt x="5104" y="34163"/>
                  </a:cubicBezTo>
                  <a:lnTo>
                    <a:pt x="5004" y="33662"/>
                  </a:lnTo>
                  <a:lnTo>
                    <a:pt x="4904" y="33195"/>
                  </a:lnTo>
                  <a:cubicBezTo>
                    <a:pt x="4870" y="33028"/>
                    <a:pt x="4870" y="32862"/>
                    <a:pt x="4870" y="32695"/>
                  </a:cubicBezTo>
                  <a:lnTo>
                    <a:pt x="4870" y="32428"/>
                  </a:lnTo>
                  <a:lnTo>
                    <a:pt x="4870" y="32361"/>
                  </a:lnTo>
                  <a:lnTo>
                    <a:pt x="4870" y="32261"/>
                  </a:lnTo>
                  <a:lnTo>
                    <a:pt x="4870" y="32128"/>
                  </a:lnTo>
                  <a:cubicBezTo>
                    <a:pt x="4770" y="31461"/>
                    <a:pt x="4870" y="30760"/>
                    <a:pt x="5037" y="30093"/>
                  </a:cubicBezTo>
                  <a:cubicBezTo>
                    <a:pt x="5204" y="29392"/>
                    <a:pt x="5437" y="28725"/>
                    <a:pt x="5671" y="28025"/>
                  </a:cubicBezTo>
                  <a:cubicBezTo>
                    <a:pt x="5871" y="27291"/>
                    <a:pt x="6004" y="26557"/>
                    <a:pt x="6004" y="25790"/>
                  </a:cubicBezTo>
                  <a:cubicBezTo>
                    <a:pt x="6004" y="25623"/>
                    <a:pt x="6004" y="25423"/>
                    <a:pt x="5938" y="25256"/>
                  </a:cubicBezTo>
                  <a:cubicBezTo>
                    <a:pt x="5938" y="25089"/>
                    <a:pt x="5904" y="24889"/>
                    <a:pt x="5871" y="24722"/>
                  </a:cubicBezTo>
                  <a:lnTo>
                    <a:pt x="5771" y="24422"/>
                  </a:lnTo>
                  <a:lnTo>
                    <a:pt x="5771" y="24356"/>
                  </a:lnTo>
                  <a:cubicBezTo>
                    <a:pt x="5771" y="24356"/>
                    <a:pt x="5771" y="24289"/>
                    <a:pt x="5737" y="24255"/>
                  </a:cubicBezTo>
                  <a:lnTo>
                    <a:pt x="5671" y="24122"/>
                  </a:lnTo>
                  <a:cubicBezTo>
                    <a:pt x="5571" y="23955"/>
                    <a:pt x="5504" y="23855"/>
                    <a:pt x="5371" y="23688"/>
                  </a:cubicBezTo>
                  <a:cubicBezTo>
                    <a:pt x="4537" y="22454"/>
                    <a:pt x="3603" y="21387"/>
                    <a:pt x="2769" y="20253"/>
                  </a:cubicBezTo>
                  <a:cubicBezTo>
                    <a:pt x="1935" y="19118"/>
                    <a:pt x="1168" y="18018"/>
                    <a:pt x="667" y="16750"/>
                  </a:cubicBezTo>
                  <a:cubicBezTo>
                    <a:pt x="567" y="16417"/>
                    <a:pt x="434" y="16116"/>
                    <a:pt x="400" y="15783"/>
                  </a:cubicBezTo>
                  <a:cubicBezTo>
                    <a:pt x="334" y="15516"/>
                    <a:pt x="367" y="15182"/>
                    <a:pt x="334" y="14849"/>
                  </a:cubicBezTo>
                  <a:cubicBezTo>
                    <a:pt x="267" y="14682"/>
                    <a:pt x="334" y="14515"/>
                    <a:pt x="334" y="14348"/>
                  </a:cubicBezTo>
                  <a:lnTo>
                    <a:pt x="367" y="13848"/>
                  </a:lnTo>
                  <a:cubicBezTo>
                    <a:pt x="367" y="13514"/>
                    <a:pt x="434" y="13214"/>
                    <a:pt x="500" y="12881"/>
                  </a:cubicBezTo>
                  <a:cubicBezTo>
                    <a:pt x="701" y="11613"/>
                    <a:pt x="1168" y="10412"/>
                    <a:pt x="1701" y="9378"/>
                  </a:cubicBezTo>
                  <a:cubicBezTo>
                    <a:pt x="1935" y="8844"/>
                    <a:pt x="2268" y="8377"/>
                    <a:pt x="2569" y="7877"/>
                  </a:cubicBezTo>
                  <a:cubicBezTo>
                    <a:pt x="2902" y="7410"/>
                    <a:pt x="3236" y="6943"/>
                    <a:pt x="3569" y="6543"/>
                  </a:cubicBezTo>
                  <a:cubicBezTo>
                    <a:pt x="4937" y="4875"/>
                    <a:pt x="6438" y="3607"/>
                    <a:pt x="7839" y="2740"/>
                  </a:cubicBezTo>
                  <a:cubicBezTo>
                    <a:pt x="8206" y="2540"/>
                    <a:pt x="8506" y="2340"/>
                    <a:pt x="8840" y="2173"/>
                  </a:cubicBezTo>
                  <a:cubicBezTo>
                    <a:pt x="9107" y="1939"/>
                    <a:pt x="9440" y="1839"/>
                    <a:pt x="9740" y="1706"/>
                  </a:cubicBezTo>
                  <a:cubicBezTo>
                    <a:pt x="10274" y="1406"/>
                    <a:pt x="10841" y="1239"/>
                    <a:pt x="11241" y="1072"/>
                  </a:cubicBezTo>
                  <a:cubicBezTo>
                    <a:pt x="11442" y="1005"/>
                    <a:pt x="11608" y="905"/>
                    <a:pt x="11775" y="872"/>
                  </a:cubicBezTo>
                  <a:cubicBezTo>
                    <a:pt x="11942" y="839"/>
                    <a:pt x="12075" y="772"/>
                    <a:pt x="12209" y="739"/>
                  </a:cubicBezTo>
                  <a:cubicBezTo>
                    <a:pt x="12409" y="705"/>
                    <a:pt x="12542" y="672"/>
                    <a:pt x="12542" y="672"/>
                  </a:cubicBezTo>
                  <a:cubicBezTo>
                    <a:pt x="13278" y="482"/>
                    <a:pt x="13490" y="309"/>
                    <a:pt x="13167" y="309"/>
                  </a:cubicBezTo>
                  <a:cubicBezTo>
                    <a:pt x="13036" y="309"/>
                    <a:pt x="12817" y="338"/>
                    <a:pt x="12509" y="405"/>
                  </a:cubicBezTo>
                  <a:cubicBezTo>
                    <a:pt x="12509" y="405"/>
                    <a:pt x="12409" y="438"/>
                    <a:pt x="12175" y="505"/>
                  </a:cubicBezTo>
                  <a:cubicBezTo>
                    <a:pt x="12042" y="538"/>
                    <a:pt x="11909" y="572"/>
                    <a:pt x="11742" y="605"/>
                  </a:cubicBezTo>
                  <a:cubicBezTo>
                    <a:pt x="11575" y="705"/>
                    <a:pt x="11375" y="739"/>
                    <a:pt x="11175" y="839"/>
                  </a:cubicBezTo>
                  <a:cubicBezTo>
                    <a:pt x="10741" y="1005"/>
                    <a:pt x="10207" y="1172"/>
                    <a:pt x="9607" y="1439"/>
                  </a:cubicBezTo>
                  <a:cubicBezTo>
                    <a:pt x="9340" y="1606"/>
                    <a:pt x="9040" y="1706"/>
                    <a:pt x="8706" y="1906"/>
                  </a:cubicBezTo>
                  <a:cubicBezTo>
                    <a:pt x="8406" y="2073"/>
                    <a:pt x="8072" y="2273"/>
                    <a:pt x="7706" y="2507"/>
                  </a:cubicBezTo>
                  <a:cubicBezTo>
                    <a:pt x="6338" y="3374"/>
                    <a:pt x="4770" y="4608"/>
                    <a:pt x="3369" y="6343"/>
                  </a:cubicBezTo>
                  <a:cubicBezTo>
                    <a:pt x="3036" y="6743"/>
                    <a:pt x="2702" y="7243"/>
                    <a:pt x="2368" y="7710"/>
                  </a:cubicBezTo>
                  <a:cubicBezTo>
                    <a:pt x="2035" y="8211"/>
                    <a:pt x="1701" y="8711"/>
                    <a:pt x="1434" y="9245"/>
                  </a:cubicBezTo>
                  <a:cubicBezTo>
                    <a:pt x="867" y="10346"/>
                    <a:pt x="400" y="11546"/>
                    <a:pt x="167" y="12847"/>
                  </a:cubicBezTo>
                  <a:cubicBezTo>
                    <a:pt x="100" y="13181"/>
                    <a:pt x="33" y="13514"/>
                    <a:pt x="33" y="13848"/>
                  </a:cubicBezTo>
                  <a:lnTo>
                    <a:pt x="0" y="14348"/>
                  </a:lnTo>
                  <a:lnTo>
                    <a:pt x="0" y="14849"/>
                  </a:lnTo>
                  <a:cubicBezTo>
                    <a:pt x="33" y="15182"/>
                    <a:pt x="33" y="15549"/>
                    <a:pt x="67" y="15883"/>
                  </a:cubicBezTo>
                  <a:cubicBezTo>
                    <a:pt x="100" y="16216"/>
                    <a:pt x="200" y="16550"/>
                    <a:pt x="334" y="16884"/>
                  </a:cubicBezTo>
                  <a:cubicBezTo>
                    <a:pt x="834" y="18218"/>
                    <a:pt x="1668" y="19385"/>
                    <a:pt x="2502" y="20519"/>
                  </a:cubicBezTo>
                  <a:cubicBezTo>
                    <a:pt x="3336" y="21620"/>
                    <a:pt x="4236" y="22754"/>
                    <a:pt x="5037" y="23922"/>
                  </a:cubicBezTo>
                  <a:cubicBezTo>
                    <a:pt x="5170" y="24089"/>
                    <a:pt x="5237" y="24222"/>
                    <a:pt x="5337" y="24389"/>
                  </a:cubicBezTo>
                  <a:lnTo>
                    <a:pt x="5404" y="24489"/>
                  </a:lnTo>
                  <a:lnTo>
                    <a:pt x="5404" y="24556"/>
                  </a:lnTo>
                  <a:lnTo>
                    <a:pt x="5404" y="24622"/>
                  </a:lnTo>
                  <a:lnTo>
                    <a:pt x="5437" y="24889"/>
                  </a:lnTo>
                  <a:cubicBezTo>
                    <a:pt x="5504" y="25056"/>
                    <a:pt x="5537" y="25223"/>
                    <a:pt x="5537" y="25390"/>
                  </a:cubicBezTo>
                  <a:cubicBezTo>
                    <a:pt x="5571" y="25556"/>
                    <a:pt x="5571" y="25723"/>
                    <a:pt x="5571" y="25890"/>
                  </a:cubicBezTo>
                  <a:cubicBezTo>
                    <a:pt x="5571" y="26590"/>
                    <a:pt x="5437" y="27291"/>
                    <a:pt x="5237" y="27958"/>
                  </a:cubicBezTo>
                  <a:cubicBezTo>
                    <a:pt x="5037" y="28659"/>
                    <a:pt x="4770" y="29326"/>
                    <a:pt x="4603" y="30060"/>
                  </a:cubicBezTo>
                  <a:cubicBezTo>
                    <a:pt x="4403" y="30760"/>
                    <a:pt x="4336" y="31494"/>
                    <a:pt x="4403" y="32261"/>
                  </a:cubicBezTo>
                  <a:lnTo>
                    <a:pt x="4403" y="32395"/>
                  </a:lnTo>
                  <a:lnTo>
                    <a:pt x="4403" y="32461"/>
                  </a:lnTo>
                  <a:lnTo>
                    <a:pt x="4403" y="32495"/>
                  </a:lnTo>
                  <a:lnTo>
                    <a:pt x="4403" y="32795"/>
                  </a:lnTo>
                  <a:cubicBezTo>
                    <a:pt x="4403" y="32962"/>
                    <a:pt x="4403" y="33162"/>
                    <a:pt x="4437" y="33329"/>
                  </a:cubicBezTo>
                  <a:lnTo>
                    <a:pt x="4537" y="33896"/>
                  </a:lnTo>
                  <a:cubicBezTo>
                    <a:pt x="4570" y="34096"/>
                    <a:pt x="4603" y="34263"/>
                    <a:pt x="4670" y="34429"/>
                  </a:cubicBezTo>
                  <a:cubicBezTo>
                    <a:pt x="4870" y="35130"/>
                    <a:pt x="5170" y="35830"/>
                    <a:pt x="5571" y="36431"/>
                  </a:cubicBezTo>
                  <a:cubicBezTo>
                    <a:pt x="6405" y="37632"/>
                    <a:pt x="7672" y="38466"/>
                    <a:pt x="8940" y="38933"/>
                  </a:cubicBezTo>
                  <a:cubicBezTo>
                    <a:pt x="9824" y="39250"/>
                    <a:pt x="10739" y="39382"/>
                    <a:pt x="11642" y="39382"/>
                  </a:cubicBezTo>
                  <a:cubicBezTo>
                    <a:pt x="12069" y="39382"/>
                    <a:pt x="12492" y="39353"/>
                    <a:pt x="12909" y="39300"/>
                  </a:cubicBezTo>
                  <a:cubicBezTo>
                    <a:pt x="13543" y="39233"/>
                    <a:pt x="14210" y="39099"/>
                    <a:pt x="14844" y="38866"/>
                  </a:cubicBezTo>
                  <a:cubicBezTo>
                    <a:pt x="15511" y="38632"/>
                    <a:pt x="16078" y="38299"/>
                    <a:pt x="16679" y="37932"/>
                  </a:cubicBezTo>
                  <a:cubicBezTo>
                    <a:pt x="16945" y="37765"/>
                    <a:pt x="17212" y="37532"/>
                    <a:pt x="17513" y="37298"/>
                  </a:cubicBezTo>
                  <a:cubicBezTo>
                    <a:pt x="17746" y="37065"/>
                    <a:pt x="18046" y="36831"/>
                    <a:pt x="18246" y="36564"/>
                  </a:cubicBezTo>
                  <a:cubicBezTo>
                    <a:pt x="18713" y="36064"/>
                    <a:pt x="19114" y="35430"/>
                    <a:pt x="19447" y="34796"/>
                  </a:cubicBezTo>
                  <a:lnTo>
                    <a:pt x="19714" y="34296"/>
                  </a:lnTo>
                  <a:lnTo>
                    <a:pt x="19914" y="33796"/>
                  </a:lnTo>
                  <a:cubicBezTo>
                    <a:pt x="19914" y="33729"/>
                    <a:pt x="19948" y="33696"/>
                    <a:pt x="20014" y="33562"/>
                  </a:cubicBezTo>
                  <a:lnTo>
                    <a:pt x="20048" y="33295"/>
                  </a:lnTo>
                  <a:cubicBezTo>
                    <a:pt x="20081" y="33128"/>
                    <a:pt x="20114" y="32928"/>
                    <a:pt x="20114" y="32762"/>
                  </a:cubicBezTo>
                  <a:cubicBezTo>
                    <a:pt x="20214" y="32028"/>
                    <a:pt x="20114" y="31260"/>
                    <a:pt x="20014" y="30560"/>
                  </a:cubicBezTo>
                  <a:cubicBezTo>
                    <a:pt x="19714" y="29126"/>
                    <a:pt x="19114" y="27791"/>
                    <a:pt x="18713" y="26424"/>
                  </a:cubicBezTo>
                  <a:cubicBezTo>
                    <a:pt x="18447" y="25723"/>
                    <a:pt x="18280" y="25056"/>
                    <a:pt x="18213" y="24356"/>
                  </a:cubicBezTo>
                  <a:cubicBezTo>
                    <a:pt x="18180" y="24122"/>
                    <a:pt x="18180" y="23955"/>
                    <a:pt x="18180" y="23788"/>
                  </a:cubicBezTo>
                  <a:lnTo>
                    <a:pt x="18180" y="23555"/>
                  </a:lnTo>
                  <a:lnTo>
                    <a:pt x="18180" y="23455"/>
                  </a:lnTo>
                  <a:lnTo>
                    <a:pt x="18213" y="23355"/>
                  </a:lnTo>
                  <a:cubicBezTo>
                    <a:pt x="18246" y="23021"/>
                    <a:pt x="18346" y="22688"/>
                    <a:pt x="18447" y="22354"/>
                  </a:cubicBezTo>
                  <a:cubicBezTo>
                    <a:pt x="18914" y="20986"/>
                    <a:pt x="19747" y="19852"/>
                    <a:pt x="20548" y="18651"/>
                  </a:cubicBezTo>
                  <a:cubicBezTo>
                    <a:pt x="21349" y="17517"/>
                    <a:pt x="22183" y="16350"/>
                    <a:pt x="22750" y="15082"/>
                  </a:cubicBezTo>
                  <a:cubicBezTo>
                    <a:pt x="23383" y="13848"/>
                    <a:pt x="23750" y="12547"/>
                    <a:pt x="24051" y="11246"/>
                  </a:cubicBezTo>
                  <a:cubicBezTo>
                    <a:pt x="24584" y="8711"/>
                    <a:pt x="24651" y="6109"/>
                    <a:pt x="23750" y="4041"/>
                  </a:cubicBezTo>
                  <a:cubicBezTo>
                    <a:pt x="23350" y="2974"/>
                    <a:pt x="22683" y="2073"/>
                    <a:pt x="21882" y="1472"/>
                  </a:cubicBezTo>
                  <a:cubicBezTo>
                    <a:pt x="21082" y="872"/>
                    <a:pt x="20214" y="472"/>
                    <a:pt x="19414" y="272"/>
                  </a:cubicBezTo>
                  <a:cubicBezTo>
                    <a:pt x="18480" y="53"/>
                    <a:pt x="17630" y="0"/>
                    <a:pt x="16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77" name="Google Shape;2777;p23"/>
            <p:cNvSpPr/>
            <p:nvPr/>
          </p:nvSpPr>
          <p:spPr>
            <a:xfrm flipH="1">
              <a:off x="-813164" y="2209749"/>
              <a:ext cx="192789" cy="221132"/>
            </a:xfrm>
            <a:custGeom>
              <a:avLst/>
              <a:gdLst/>
              <a:ahLst/>
              <a:cxnLst/>
              <a:rect l="l" t="t" r="r" b="b"/>
              <a:pathLst>
                <a:path w="8557" h="9815" extrusionOk="0">
                  <a:moveTo>
                    <a:pt x="4415" y="0"/>
                  </a:moveTo>
                  <a:cubicBezTo>
                    <a:pt x="4213" y="0"/>
                    <a:pt x="4014" y="16"/>
                    <a:pt x="3820" y="44"/>
                  </a:cubicBezTo>
                  <a:cubicBezTo>
                    <a:pt x="3387" y="111"/>
                    <a:pt x="2920" y="244"/>
                    <a:pt x="2553" y="411"/>
                  </a:cubicBezTo>
                  <a:cubicBezTo>
                    <a:pt x="1752" y="744"/>
                    <a:pt x="1152" y="1145"/>
                    <a:pt x="751" y="1478"/>
                  </a:cubicBezTo>
                  <a:cubicBezTo>
                    <a:pt x="551" y="1645"/>
                    <a:pt x="418" y="1812"/>
                    <a:pt x="284" y="1912"/>
                  </a:cubicBezTo>
                  <a:lnTo>
                    <a:pt x="118" y="2079"/>
                  </a:lnTo>
                  <a:cubicBezTo>
                    <a:pt x="0" y="2196"/>
                    <a:pt x="192" y="2391"/>
                    <a:pt x="331" y="2391"/>
                  </a:cubicBezTo>
                  <a:cubicBezTo>
                    <a:pt x="350" y="2391"/>
                    <a:pt x="368" y="2387"/>
                    <a:pt x="384" y="2379"/>
                  </a:cubicBezTo>
                  <a:cubicBezTo>
                    <a:pt x="384" y="2379"/>
                    <a:pt x="418" y="2312"/>
                    <a:pt x="551" y="2246"/>
                  </a:cubicBezTo>
                  <a:cubicBezTo>
                    <a:pt x="618" y="2145"/>
                    <a:pt x="785" y="1979"/>
                    <a:pt x="985" y="1879"/>
                  </a:cubicBezTo>
                  <a:cubicBezTo>
                    <a:pt x="1385" y="1578"/>
                    <a:pt x="1986" y="1211"/>
                    <a:pt x="2719" y="945"/>
                  </a:cubicBezTo>
                  <a:cubicBezTo>
                    <a:pt x="3086" y="811"/>
                    <a:pt x="3453" y="744"/>
                    <a:pt x="3887" y="711"/>
                  </a:cubicBezTo>
                  <a:cubicBezTo>
                    <a:pt x="3999" y="692"/>
                    <a:pt x="4113" y="684"/>
                    <a:pt x="4228" y="684"/>
                  </a:cubicBezTo>
                  <a:cubicBezTo>
                    <a:pt x="4524" y="684"/>
                    <a:pt x="4823" y="739"/>
                    <a:pt x="5088" y="811"/>
                  </a:cubicBezTo>
                  <a:cubicBezTo>
                    <a:pt x="5822" y="1078"/>
                    <a:pt x="6489" y="1612"/>
                    <a:pt x="6889" y="2246"/>
                  </a:cubicBezTo>
                  <a:cubicBezTo>
                    <a:pt x="7289" y="2813"/>
                    <a:pt x="7590" y="3647"/>
                    <a:pt x="7723" y="4480"/>
                  </a:cubicBezTo>
                  <a:cubicBezTo>
                    <a:pt x="7823" y="5314"/>
                    <a:pt x="7790" y="6248"/>
                    <a:pt x="7623" y="6982"/>
                  </a:cubicBezTo>
                  <a:cubicBezTo>
                    <a:pt x="7456" y="7783"/>
                    <a:pt x="7223" y="8417"/>
                    <a:pt x="6989" y="8884"/>
                  </a:cubicBezTo>
                  <a:cubicBezTo>
                    <a:pt x="6922" y="9117"/>
                    <a:pt x="6822" y="9284"/>
                    <a:pt x="6756" y="9417"/>
                  </a:cubicBezTo>
                  <a:lnTo>
                    <a:pt x="6656" y="9584"/>
                  </a:lnTo>
                  <a:cubicBezTo>
                    <a:pt x="6631" y="9681"/>
                    <a:pt x="6767" y="9814"/>
                    <a:pt x="6881" y="9814"/>
                  </a:cubicBezTo>
                  <a:cubicBezTo>
                    <a:pt x="6923" y="9814"/>
                    <a:pt x="6962" y="9796"/>
                    <a:pt x="6989" y="9751"/>
                  </a:cubicBezTo>
                  <a:cubicBezTo>
                    <a:pt x="6989" y="9751"/>
                    <a:pt x="7056" y="9718"/>
                    <a:pt x="7123" y="9584"/>
                  </a:cubicBezTo>
                  <a:cubicBezTo>
                    <a:pt x="7223" y="9451"/>
                    <a:pt x="7323" y="9284"/>
                    <a:pt x="7456" y="9050"/>
                  </a:cubicBezTo>
                  <a:cubicBezTo>
                    <a:pt x="7723" y="8583"/>
                    <a:pt x="7990" y="7916"/>
                    <a:pt x="8223" y="7082"/>
                  </a:cubicBezTo>
                  <a:cubicBezTo>
                    <a:pt x="8423" y="6282"/>
                    <a:pt x="8557" y="5314"/>
                    <a:pt x="8423" y="4380"/>
                  </a:cubicBezTo>
                  <a:cubicBezTo>
                    <a:pt x="8290" y="3413"/>
                    <a:pt x="7990" y="2479"/>
                    <a:pt x="7489" y="1778"/>
                  </a:cubicBezTo>
                  <a:cubicBezTo>
                    <a:pt x="7089" y="1078"/>
                    <a:pt x="6255" y="377"/>
                    <a:pt x="5288" y="111"/>
                  </a:cubicBezTo>
                  <a:cubicBezTo>
                    <a:pt x="4995" y="32"/>
                    <a:pt x="4702" y="0"/>
                    <a:pt x="4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78" name="Google Shape;2778;p23"/>
            <p:cNvSpPr/>
            <p:nvPr/>
          </p:nvSpPr>
          <p:spPr>
            <a:xfrm flipH="1">
              <a:off x="-706349" y="2744995"/>
              <a:ext cx="109631" cy="111726"/>
            </a:xfrm>
            <a:custGeom>
              <a:avLst/>
              <a:gdLst/>
              <a:ahLst/>
              <a:cxnLst/>
              <a:rect l="l" t="t" r="r" b="b"/>
              <a:pathLst>
                <a:path w="4866" h="4959" extrusionOk="0">
                  <a:moveTo>
                    <a:pt x="253" y="1"/>
                  </a:moveTo>
                  <a:cubicBezTo>
                    <a:pt x="187" y="1"/>
                    <a:pt x="133" y="12"/>
                    <a:pt x="133" y="37"/>
                  </a:cubicBezTo>
                  <a:cubicBezTo>
                    <a:pt x="133" y="37"/>
                    <a:pt x="100" y="204"/>
                    <a:pt x="33" y="471"/>
                  </a:cubicBezTo>
                  <a:cubicBezTo>
                    <a:pt x="33" y="571"/>
                    <a:pt x="0" y="738"/>
                    <a:pt x="0" y="905"/>
                  </a:cubicBezTo>
                  <a:lnTo>
                    <a:pt x="0" y="1505"/>
                  </a:lnTo>
                  <a:lnTo>
                    <a:pt x="0" y="1839"/>
                  </a:lnTo>
                  <a:cubicBezTo>
                    <a:pt x="0" y="1939"/>
                    <a:pt x="33" y="2039"/>
                    <a:pt x="33" y="2172"/>
                  </a:cubicBezTo>
                  <a:cubicBezTo>
                    <a:pt x="100" y="2439"/>
                    <a:pt x="167" y="2639"/>
                    <a:pt x="200" y="2873"/>
                  </a:cubicBezTo>
                  <a:cubicBezTo>
                    <a:pt x="334" y="3340"/>
                    <a:pt x="600" y="3807"/>
                    <a:pt x="867" y="4140"/>
                  </a:cubicBezTo>
                  <a:cubicBezTo>
                    <a:pt x="1001" y="4340"/>
                    <a:pt x="1201" y="4474"/>
                    <a:pt x="1434" y="4641"/>
                  </a:cubicBezTo>
                  <a:cubicBezTo>
                    <a:pt x="1534" y="4674"/>
                    <a:pt x="1668" y="4774"/>
                    <a:pt x="1801" y="4807"/>
                  </a:cubicBezTo>
                  <a:cubicBezTo>
                    <a:pt x="1868" y="4874"/>
                    <a:pt x="2035" y="4874"/>
                    <a:pt x="2168" y="4941"/>
                  </a:cubicBezTo>
                  <a:cubicBezTo>
                    <a:pt x="2257" y="4953"/>
                    <a:pt x="2349" y="4958"/>
                    <a:pt x="2442" y="4958"/>
                  </a:cubicBezTo>
                  <a:cubicBezTo>
                    <a:pt x="2874" y="4958"/>
                    <a:pt x="3334" y="4839"/>
                    <a:pt x="3636" y="4674"/>
                  </a:cubicBezTo>
                  <a:cubicBezTo>
                    <a:pt x="3869" y="4607"/>
                    <a:pt x="4003" y="4474"/>
                    <a:pt x="4170" y="4340"/>
                  </a:cubicBezTo>
                  <a:cubicBezTo>
                    <a:pt x="4270" y="4240"/>
                    <a:pt x="4303" y="4207"/>
                    <a:pt x="4370" y="4174"/>
                  </a:cubicBezTo>
                  <a:lnTo>
                    <a:pt x="4537" y="4007"/>
                  </a:lnTo>
                  <a:lnTo>
                    <a:pt x="4837" y="3707"/>
                  </a:lnTo>
                  <a:cubicBezTo>
                    <a:pt x="4866" y="3649"/>
                    <a:pt x="4721" y="3493"/>
                    <a:pt x="4659" y="3493"/>
                  </a:cubicBezTo>
                  <a:cubicBezTo>
                    <a:pt x="4649" y="3493"/>
                    <a:pt x="4641" y="3497"/>
                    <a:pt x="4637" y="3506"/>
                  </a:cubicBezTo>
                  <a:cubicBezTo>
                    <a:pt x="4637" y="3506"/>
                    <a:pt x="4503" y="3573"/>
                    <a:pt x="4303" y="3740"/>
                  </a:cubicBezTo>
                  <a:cubicBezTo>
                    <a:pt x="4270" y="3807"/>
                    <a:pt x="4170" y="3840"/>
                    <a:pt x="4136" y="3873"/>
                  </a:cubicBezTo>
                  <a:cubicBezTo>
                    <a:pt x="4036" y="3940"/>
                    <a:pt x="4003" y="3973"/>
                    <a:pt x="3936" y="4007"/>
                  </a:cubicBezTo>
                  <a:cubicBezTo>
                    <a:pt x="3803" y="4040"/>
                    <a:pt x="3636" y="4174"/>
                    <a:pt x="3469" y="4207"/>
                  </a:cubicBezTo>
                  <a:cubicBezTo>
                    <a:pt x="3244" y="4309"/>
                    <a:pt x="3007" y="4349"/>
                    <a:pt x="2773" y="4349"/>
                  </a:cubicBezTo>
                  <a:cubicBezTo>
                    <a:pt x="2624" y="4349"/>
                    <a:pt x="2477" y="4333"/>
                    <a:pt x="2335" y="4307"/>
                  </a:cubicBezTo>
                  <a:cubicBezTo>
                    <a:pt x="2268" y="4240"/>
                    <a:pt x="2168" y="4240"/>
                    <a:pt x="2102" y="4207"/>
                  </a:cubicBezTo>
                  <a:lnTo>
                    <a:pt x="1835" y="4073"/>
                  </a:lnTo>
                  <a:cubicBezTo>
                    <a:pt x="1701" y="3973"/>
                    <a:pt x="1534" y="3873"/>
                    <a:pt x="1468" y="3707"/>
                  </a:cubicBezTo>
                  <a:cubicBezTo>
                    <a:pt x="1268" y="3473"/>
                    <a:pt x="1034" y="3073"/>
                    <a:pt x="867" y="2706"/>
                  </a:cubicBezTo>
                  <a:cubicBezTo>
                    <a:pt x="801" y="2506"/>
                    <a:pt x="701" y="2306"/>
                    <a:pt x="667" y="2072"/>
                  </a:cubicBezTo>
                  <a:cubicBezTo>
                    <a:pt x="634" y="2005"/>
                    <a:pt x="634" y="1872"/>
                    <a:pt x="600" y="1805"/>
                  </a:cubicBezTo>
                  <a:cubicBezTo>
                    <a:pt x="600" y="1705"/>
                    <a:pt x="534" y="1572"/>
                    <a:pt x="534" y="1505"/>
                  </a:cubicBezTo>
                  <a:cubicBezTo>
                    <a:pt x="500" y="1305"/>
                    <a:pt x="500" y="1138"/>
                    <a:pt x="500" y="971"/>
                  </a:cubicBezTo>
                  <a:lnTo>
                    <a:pt x="500" y="504"/>
                  </a:lnTo>
                  <a:lnTo>
                    <a:pt x="500" y="71"/>
                  </a:lnTo>
                  <a:cubicBezTo>
                    <a:pt x="500" y="29"/>
                    <a:pt x="360" y="1"/>
                    <a:pt x="2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2779" name="Google Shape;2779;p23"/>
          <p:cNvSpPr/>
          <p:nvPr/>
        </p:nvSpPr>
        <p:spPr>
          <a:xfrm>
            <a:off x="7999831" y="3871619"/>
            <a:ext cx="356514" cy="101398"/>
          </a:xfrm>
          <a:custGeom>
            <a:avLst/>
            <a:gdLst/>
            <a:ahLst/>
            <a:cxnLst/>
            <a:rect l="l" t="t" r="r" b="b"/>
            <a:pathLst>
              <a:path w="16061" h="4568" extrusionOk="0">
                <a:moveTo>
                  <a:pt x="4527" y="1"/>
                </a:moveTo>
                <a:cubicBezTo>
                  <a:pt x="4522" y="1"/>
                  <a:pt x="4519" y="8"/>
                  <a:pt x="4519" y="31"/>
                </a:cubicBezTo>
                <a:lnTo>
                  <a:pt x="4318" y="297"/>
                </a:lnTo>
                <a:cubicBezTo>
                  <a:pt x="4185" y="464"/>
                  <a:pt x="4085" y="631"/>
                  <a:pt x="3985" y="798"/>
                </a:cubicBezTo>
                <a:cubicBezTo>
                  <a:pt x="3685" y="1231"/>
                  <a:pt x="3351" y="1632"/>
                  <a:pt x="3051" y="2032"/>
                </a:cubicBezTo>
                <a:cubicBezTo>
                  <a:pt x="2484" y="2733"/>
                  <a:pt x="1750" y="3200"/>
                  <a:pt x="1216" y="3266"/>
                </a:cubicBezTo>
                <a:lnTo>
                  <a:pt x="849" y="3266"/>
                </a:lnTo>
                <a:cubicBezTo>
                  <a:pt x="716" y="3266"/>
                  <a:pt x="649" y="3233"/>
                  <a:pt x="549" y="3233"/>
                </a:cubicBezTo>
                <a:cubicBezTo>
                  <a:pt x="416" y="3200"/>
                  <a:pt x="349" y="3133"/>
                  <a:pt x="349" y="3133"/>
                </a:cubicBezTo>
                <a:cubicBezTo>
                  <a:pt x="334" y="3127"/>
                  <a:pt x="319" y="3124"/>
                  <a:pt x="303" y="3124"/>
                </a:cubicBezTo>
                <a:cubicBezTo>
                  <a:pt x="149" y="3124"/>
                  <a:pt x="0" y="3406"/>
                  <a:pt x="182" y="3466"/>
                </a:cubicBezTo>
                <a:lnTo>
                  <a:pt x="416" y="3600"/>
                </a:lnTo>
                <a:cubicBezTo>
                  <a:pt x="516" y="3633"/>
                  <a:pt x="649" y="3633"/>
                  <a:pt x="749" y="3700"/>
                </a:cubicBezTo>
                <a:lnTo>
                  <a:pt x="1216" y="3700"/>
                </a:lnTo>
                <a:cubicBezTo>
                  <a:pt x="1550" y="3633"/>
                  <a:pt x="1983" y="3533"/>
                  <a:pt x="2350" y="3266"/>
                </a:cubicBezTo>
                <a:cubicBezTo>
                  <a:pt x="2717" y="3066"/>
                  <a:pt x="3118" y="2733"/>
                  <a:pt x="3451" y="2366"/>
                </a:cubicBezTo>
                <a:cubicBezTo>
                  <a:pt x="3751" y="1965"/>
                  <a:pt x="4085" y="1565"/>
                  <a:pt x="4419" y="1131"/>
                </a:cubicBezTo>
                <a:lnTo>
                  <a:pt x="4552" y="965"/>
                </a:lnTo>
                <a:lnTo>
                  <a:pt x="4552" y="1031"/>
                </a:lnTo>
                <a:lnTo>
                  <a:pt x="4685" y="1131"/>
                </a:lnTo>
                <a:lnTo>
                  <a:pt x="4986" y="1432"/>
                </a:lnTo>
                <a:cubicBezTo>
                  <a:pt x="5386" y="1865"/>
                  <a:pt x="5853" y="2232"/>
                  <a:pt x="6353" y="2466"/>
                </a:cubicBezTo>
                <a:cubicBezTo>
                  <a:pt x="6854" y="2733"/>
                  <a:pt x="7454" y="2899"/>
                  <a:pt x="7988" y="2899"/>
                </a:cubicBezTo>
                <a:cubicBezTo>
                  <a:pt x="8521" y="2899"/>
                  <a:pt x="9122" y="2766"/>
                  <a:pt x="9589" y="2566"/>
                </a:cubicBezTo>
                <a:cubicBezTo>
                  <a:pt x="10156" y="2366"/>
                  <a:pt x="10656" y="2099"/>
                  <a:pt x="11123" y="1799"/>
                </a:cubicBezTo>
                <a:cubicBezTo>
                  <a:pt x="11223" y="1732"/>
                  <a:pt x="11357" y="1698"/>
                  <a:pt x="11490" y="1598"/>
                </a:cubicBezTo>
                <a:lnTo>
                  <a:pt x="11557" y="1565"/>
                </a:lnTo>
                <a:lnTo>
                  <a:pt x="11624" y="1565"/>
                </a:lnTo>
                <a:cubicBezTo>
                  <a:pt x="11629" y="1565"/>
                  <a:pt x="11633" y="1564"/>
                  <a:pt x="11636" y="1564"/>
                </a:cubicBezTo>
                <a:cubicBezTo>
                  <a:pt x="11651" y="1564"/>
                  <a:pt x="11646" y="1587"/>
                  <a:pt x="11757" y="1865"/>
                </a:cubicBezTo>
                <a:cubicBezTo>
                  <a:pt x="12024" y="2366"/>
                  <a:pt x="12324" y="2799"/>
                  <a:pt x="12591" y="3233"/>
                </a:cubicBezTo>
                <a:cubicBezTo>
                  <a:pt x="12925" y="3633"/>
                  <a:pt x="13292" y="3967"/>
                  <a:pt x="13692" y="4234"/>
                </a:cubicBezTo>
                <a:cubicBezTo>
                  <a:pt x="14125" y="4467"/>
                  <a:pt x="14526" y="4567"/>
                  <a:pt x="14859" y="4567"/>
                </a:cubicBezTo>
                <a:cubicBezTo>
                  <a:pt x="15226" y="4567"/>
                  <a:pt x="15493" y="4534"/>
                  <a:pt x="15660" y="4467"/>
                </a:cubicBezTo>
                <a:cubicBezTo>
                  <a:pt x="15827" y="4434"/>
                  <a:pt x="15893" y="4400"/>
                  <a:pt x="15893" y="4400"/>
                </a:cubicBezTo>
                <a:cubicBezTo>
                  <a:pt x="16060" y="4300"/>
                  <a:pt x="15960" y="4033"/>
                  <a:pt x="15727" y="3967"/>
                </a:cubicBezTo>
                <a:cubicBezTo>
                  <a:pt x="15727" y="3967"/>
                  <a:pt x="15660" y="4033"/>
                  <a:pt x="15493" y="4067"/>
                </a:cubicBezTo>
                <a:cubicBezTo>
                  <a:pt x="15326" y="4067"/>
                  <a:pt x="15093" y="4100"/>
                  <a:pt x="14826" y="4100"/>
                </a:cubicBezTo>
                <a:cubicBezTo>
                  <a:pt x="14526" y="4067"/>
                  <a:pt x="14226" y="3967"/>
                  <a:pt x="13892" y="3767"/>
                </a:cubicBezTo>
                <a:cubicBezTo>
                  <a:pt x="13558" y="3566"/>
                  <a:pt x="13258" y="3233"/>
                  <a:pt x="13025" y="2866"/>
                </a:cubicBezTo>
                <a:cubicBezTo>
                  <a:pt x="12758" y="2432"/>
                  <a:pt x="12524" y="1965"/>
                  <a:pt x="12324" y="1532"/>
                </a:cubicBezTo>
                <a:cubicBezTo>
                  <a:pt x="12224" y="1398"/>
                  <a:pt x="12191" y="1231"/>
                  <a:pt x="12091" y="1065"/>
                </a:cubicBezTo>
                <a:lnTo>
                  <a:pt x="11924" y="731"/>
                </a:lnTo>
                <a:lnTo>
                  <a:pt x="11891" y="631"/>
                </a:lnTo>
                <a:lnTo>
                  <a:pt x="11891" y="598"/>
                </a:lnTo>
                <a:cubicBezTo>
                  <a:pt x="11891" y="587"/>
                  <a:pt x="11887" y="583"/>
                  <a:pt x="11882" y="583"/>
                </a:cubicBezTo>
                <a:cubicBezTo>
                  <a:pt x="11872" y="583"/>
                  <a:pt x="11857" y="598"/>
                  <a:pt x="11857" y="598"/>
                </a:cubicBezTo>
                <a:lnTo>
                  <a:pt x="11690" y="698"/>
                </a:lnTo>
                <a:lnTo>
                  <a:pt x="11090" y="1031"/>
                </a:lnTo>
                <a:cubicBezTo>
                  <a:pt x="11023" y="1098"/>
                  <a:pt x="10890" y="1131"/>
                  <a:pt x="10756" y="1231"/>
                </a:cubicBezTo>
                <a:cubicBezTo>
                  <a:pt x="9856" y="1732"/>
                  <a:pt x="8855" y="2132"/>
                  <a:pt x="8021" y="2132"/>
                </a:cubicBezTo>
                <a:cubicBezTo>
                  <a:pt x="7187" y="2132"/>
                  <a:pt x="6220" y="1698"/>
                  <a:pt x="5486" y="931"/>
                </a:cubicBezTo>
                <a:cubicBezTo>
                  <a:pt x="5386" y="865"/>
                  <a:pt x="5252" y="764"/>
                  <a:pt x="5186" y="698"/>
                </a:cubicBezTo>
                <a:lnTo>
                  <a:pt x="4752" y="231"/>
                </a:lnTo>
                <a:lnTo>
                  <a:pt x="4652" y="97"/>
                </a:lnTo>
                <a:lnTo>
                  <a:pt x="4552" y="31"/>
                </a:lnTo>
                <a:cubicBezTo>
                  <a:pt x="4552" y="31"/>
                  <a:pt x="4537" y="1"/>
                  <a:pt x="45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80" name="Google Shape;2780;p23"/>
          <p:cNvSpPr/>
          <p:nvPr/>
        </p:nvSpPr>
        <p:spPr>
          <a:xfrm>
            <a:off x="7320432" y="4122561"/>
            <a:ext cx="300643" cy="81465"/>
          </a:xfrm>
          <a:custGeom>
            <a:avLst/>
            <a:gdLst/>
            <a:ahLst/>
            <a:cxnLst/>
            <a:rect l="l" t="t" r="r" b="b"/>
            <a:pathLst>
              <a:path w="13544" h="3670" extrusionOk="0">
                <a:moveTo>
                  <a:pt x="8173" y="0"/>
                </a:moveTo>
                <a:cubicBezTo>
                  <a:pt x="7773" y="267"/>
                  <a:pt x="7339" y="501"/>
                  <a:pt x="6972" y="701"/>
                </a:cubicBezTo>
                <a:cubicBezTo>
                  <a:pt x="6672" y="868"/>
                  <a:pt x="6338" y="1034"/>
                  <a:pt x="6005" y="1201"/>
                </a:cubicBezTo>
                <a:cubicBezTo>
                  <a:pt x="5638" y="1335"/>
                  <a:pt x="5304" y="1501"/>
                  <a:pt x="4937" y="1635"/>
                </a:cubicBezTo>
                <a:cubicBezTo>
                  <a:pt x="4570" y="1768"/>
                  <a:pt x="4170" y="1935"/>
                  <a:pt x="3803" y="1968"/>
                </a:cubicBezTo>
                <a:cubicBezTo>
                  <a:pt x="3636" y="2002"/>
                  <a:pt x="3436" y="2035"/>
                  <a:pt x="3270" y="2102"/>
                </a:cubicBezTo>
                <a:cubicBezTo>
                  <a:pt x="3103" y="2135"/>
                  <a:pt x="2903" y="2135"/>
                  <a:pt x="2736" y="2135"/>
                </a:cubicBezTo>
                <a:cubicBezTo>
                  <a:pt x="2569" y="2135"/>
                  <a:pt x="2402" y="2169"/>
                  <a:pt x="2235" y="2169"/>
                </a:cubicBezTo>
                <a:cubicBezTo>
                  <a:pt x="2180" y="2191"/>
                  <a:pt x="2128" y="2198"/>
                  <a:pt x="2077" y="2198"/>
                </a:cubicBezTo>
                <a:cubicBezTo>
                  <a:pt x="1976" y="2198"/>
                  <a:pt x="1880" y="2169"/>
                  <a:pt x="1768" y="2169"/>
                </a:cubicBezTo>
                <a:cubicBezTo>
                  <a:pt x="1468" y="2135"/>
                  <a:pt x="1168" y="2135"/>
                  <a:pt x="968" y="2102"/>
                </a:cubicBezTo>
                <a:cubicBezTo>
                  <a:pt x="501" y="2002"/>
                  <a:pt x="267" y="1968"/>
                  <a:pt x="267" y="1968"/>
                </a:cubicBezTo>
                <a:cubicBezTo>
                  <a:pt x="134" y="1968"/>
                  <a:pt x="1" y="2302"/>
                  <a:pt x="201" y="2335"/>
                </a:cubicBezTo>
                <a:cubicBezTo>
                  <a:pt x="201" y="2335"/>
                  <a:pt x="434" y="2435"/>
                  <a:pt x="901" y="2535"/>
                </a:cubicBezTo>
                <a:cubicBezTo>
                  <a:pt x="1135" y="2636"/>
                  <a:pt x="1402" y="2636"/>
                  <a:pt x="1735" y="2669"/>
                </a:cubicBezTo>
                <a:cubicBezTo>
                  <a:pt x="1902" y="2669"/>
                  <a:pt x="2069" y="2736"/>
                  <a:pt x="2235" y="2736"/>
                </a:cubicBezTo>
                <a:lnTo>
                  <a:pt x="2769" y="2736"/>
                </a:lnTo>
                <a:cubicBezTo>
                  <a:pt x="2869" y="2702"/>
                  <a:pt x="2961" y="2702"/>
                  <a:pt x="3053" y="2702"/>
                </a:cubicBezTo>
                <a:cubicBezTo>
                  <a:pt x="3144" y="2702"/>
                  <a:pt x="3236" y="2702"/>
                  <a:pt x="3336" y="2669"/>
                </a:cubicBezTo>
                <a:cubicBezTo>
                  <a:pt x="3536" y="2636"/>
                  <a:pt x="3737" y="2636"/>
                  <a:pt x="3937" y="2602"/>
                </a:cubicBezTo>
                <a:cubicBezTo>
                  <a:pt x="4370" y="2569"/>
                  <a:pt x="4737" y="2402"/>
                  <a:pt x="5138" y="2302"/>
                </a:cubicBezTo>
                <a:cubicBezTo>
                  <a:pt x="5571" y="2235"/>
                  <a:pt x="5938" y="2002"/>
                  <a:pt x="6305" y="1902"/>
                </a:cubicBezTo>
                <a:cubicBezTo>
                  <a:pt x="6672" y="1735"/>
                  <a:pt x="7039" y="1568"/>
                  <a:pt x="7372" y="1401"/>
                </a:cubicBezTo>
                <a:cubicBezTo>
                  <a:pt x="7506" y="1301"/>
                  <a:pt x="7706" y="1168"/>
                  <a:pt x="7873" y="1101"/>
                </a:cubicBezTo>
                <a:cubicBezTo>
                  <a:pt x="7940" y="1068"/>
                  <a:pt x="8040" y="968"/>
                  <a:pt x="8106" y="934"/>
                </a:cubicBezTo>
                <a:lnTo>
                  <a:pt x="8306" y="1134"/>
                </a:lnTo>
                <a:cubicBezTo>
                  <a:pt x="8440" y="1268"/>
                  <a:pt x="8607" y="1435"/>
                  <a:pt x="8773" y="1568"/>
                </a:cubicBezTo>
                <a:cubicBezTo>
                  <a:pt x="9107" y="1835"/>
                  <a:pt x="9441" y="2102"/>
                  <a:pt x="9774" y="2335"/>
                </a:cubicBezTo>
                <a:cubicBezTo>
                  <a:pt x="10141" y="2569"/>
                  <a:pt x="10475" y="2769"/>
                  <a:pt x="10808" y="2936"/>
                </a:cubicBezTo>
                <a:cubicBezTo>
                  <a:pt x="11475" y="3269"/>
                  <a:pt x="12109" y="3436"/>
                  <a:pt x="12576" y="3570"/>
                </a:cubicBezTo>
                <a:cubicBezTo>
                  <a:pt x="12776" y="3603"/>
                  <a:pt x="12976" y="3603"/>
                  <a:pt x="13110" y="3636"/>
                </a:cubicBezTo>
                <a:cubicBezTo>
                  <a:pt x="13243" y="3670"/>
                  <a:pt x="13310" y="3670"/>
                  <a:pt x="13310" y="3670"/>
                </a:cubicBezTo>
                <a:cubicBezTo>
                  <a:pt x="13477" y="3670"/>
                  <a:pt x="13544" y="3403"/>
                  <a:pt x="13310" y="3269"/>
                </a:cubicBezTo>
                <a:cubicBezTo>
                  <a:pt x="13310" y="3269"/>
                  <a:pt x="13277" y="3269"/>
                  <a:pt x="13143" y="3203"/>
                </a:cubicBezTo>
                <a:cubicBezTo>
                  <a:pt x="13010" y="3169"/>
                  <a:pt x="12843" y="3169"/>
                  <a:pt x="12643" y="3103"/>
                </a:cubicBezTo>
                <a:cubicBezTo>
                  <a:pt x="12243" y="2969"/>
                  <a:pt x="11642" y="2769"/>
                  <a:pt x="11008" y="2369"/>
                </a:cubicBezTo>
                <a:cubicBezTo>
                  <a:pt x="10742" y="2269"/>
                  <a:pt x="10441" y="2002"/>
                  <a:pt x="10108" y="1802"/>
                </a:cubicBezTo>
                <a:cubicBezTo>
                  <a:pt x="9808" y="1535"/>
                  <a:pt x="9507" y="1335"/>
                  <a:pt x="9240" y="1034"/>
                </a:cubicBezTo>
                <a:cubicBezTo>
                  <a:pt x="9074" y="934"/>
                  <a:pt x="8940" y="801"/>
                  <a:pt x="8807" y="634"/>
                </a:cubicBezTo>
                <a:lnTo>
                  <a:pt x="8607" y="434"/>
                </a:lnTo>
                <a:cubicBezTo>
                  <a:pt x="8440" y="301"/>
                  <a:pt x="8306" y="100"/>
                  <a:pt x="81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81" name="Google Shape;2781;p23"/>
          <p:cNvSpPr/>
          <p:nvPr/>
        </p:nvSpPr>
        <p:spPr>
          <a:xfrm>
            <a:off x="7051642" y="3864316"/>
            <a:ext cx="2822612" cy="1583481"/>
          </a:xfrm>
          <a:custGeom>
            <a:avLst/>
            <a:gdLst/>
            <a:ahLst/>
            <a:cxnLst/>
            <a:rect l="l" t="t" r="r" b="b"/>
            <a:pathLst>
              <a:path w="127159" h="71336" extrusionOk="0">
                <a:moveTo>
                  <a:pt x="98163" y="1"/>
                </a:moveTo>
                <a:cubicBezTo>
                  <a:pt x="97767" y="1"/>
                  <a:pt x="97368" y="20"/>
                  <a:pt x="96970" y="59"/>
                </a:cubicBezTo>
                <a:cubicBezTo>
                  <a:pt x="96303" y="126"/>
                  <a:pt x="95636" y="260"/>
                  <a:pt x="94969" y="393"/>
                </a:cubicBezTo>
                <a:cubicBezTo>
                  <a:pt x="94302" y="560"/>
                  <a:pt x="93634" y="760"/>
                  <a:pt x="93034" y="1060"/>
                </a:cubicBezTo>
                <a:cubicBezTo>
                  <a:pt x="91733" y="1594"/>
                  <a:pt x="90532" y="2394"/>
                  <a:pt x="89365" y="3195"/>
                </a:cubicBezTo>
                <a:cubicBezTo>
                  <a:pt x="88197" y="3962"/>
                  <a:pt x="87063" y="4796"/>
                  <a:pt x="85795" y="5463"/>
                </a:cubicBezTo>
                <a:cubicBezTo>
                  <a:pt x="85195" y="5797"/>
                  <a:pt x="84528" y="6064"/>
                  <a:pt x="83861" y="6264"/>
                </a:cubicBezTo>
                <a:cubicBezTo>
                  <a:pt x="83527" y="6397"/>
                  <a:pt x="83127" y="6431"/>
                  <a:pt x="82793" y="6531"/>
                </a:cubicBezTo>
                <a:cubicBezTo>
                  <a:pt x="82426" y="6564"/>
                  <a:pt x="82093" y="6597"/>
                  <a:pt x="81726" y="6631"/>
                </a:cubicBezTo>
                <a:cubicBezTo>
                  <a:pt x="80925" y="6731"/>
                  <a:pt x="80191" y="6864"/>
                  <a:pt x="79424" y="7064"/>
                </a:cubicBezTo>
                <a:cubicBezTo>
                  <a:pt x="78690" y="7298"/>
                  <a:pt x="77957" y="7698"/>
                  <a:pt x="77289" y="8098"/>
                </a:cubicBezTo>
                <a:cubicBezTo>
                  <a:pt x="76689" y="8565"/>
                  <a:pt x="76055" y="9066"/>
                  <a:pt x="75521" y="9600"/>
                </a:cubicBezTo>
                <a:cubicBezTo>
                  <a:pt x="74954" y="10100"/>
                  <a:pt x="74421" y="10700"/>
                  <a:pt x="73887" y="11234"/>
                </a:cubicBezTo>
                <a:cubicBezTo>
                  <a:pt x="73387" y="11801"/>
                  <a:pt x="72853" y="12368"/>
                  <a:pt x="72286" y="12902"/>
                </a:cubicBezTo>
                <a:lnTo>
                  <a:pt x="71452" y="13702"/>
                </a:lnTo>
                <a:cubicBezTo>
                  <a:pt x="71285" y="13803"/>
                  <a:pt x="71185" y="13936"/>
                  <a:pt x="71052" y="14069"/>
                </a:cubicBezTo>
                <a:cubicBezTo>
                  <a:pt x="70885" y="14203"/>
                  <a:pt x="70751" y="14270"/>
                  <a:pt x="70585" y="14403"/>
                </a:cubicBezTo>
                <a:cubicBezTo>
                  <a:pt x="69384" y="15204"/>
                  <a:pt x="67883" y="15704"/>
                  <a:pt x="66415" y="16138"/>
                </a:cubicBezTo>
                <a:cubicBezTo>
                  <a:pt x="64914" y="16605"/>
                  <a:pt x="63413" y="17038"/>
                  <a:pt x="61912" y="17572"/>
                </a:cubicBezTo>
                <a:cubicBezTo>
                  <a:pt x="60411" y="18106"/>
                  <a:pt x="58910" y="18773"/>
                  <a:pt x="57575" y="19640"/>
                </a:cubicBezTo>
                <a:cubicBezTo>
                  <a:pt x="51538" y="22942"/>
                  <a:pt x="51404" y="31282"/>
                  <a:pt x="45667" y="33317"/>
                </a:cubicBezTo>
                <a:cubicBezTo>
                  <a:pt x="45050" y="33579"/>
                  <a:pt x="44411" y="33698"/>
                  <a:pt x="43775" y="33698"/>
                </a:cubicBezTo>
                <a:cubicBezTo>
                  <a:pt x="43035" y="33698"/>
                  <a:pt x="42297" y="33537"/>
                  <a:pt x="41597" y="33250"/>
                </a:cubicBezTo>
                <a:cubicBezTo>
                  <a:pt x="40330" y="32716"/>
                  <a:pt x="39062" y="31882"/>
                  <a:pt x="37661" y="31315"/>
                </a:cubicBezTo>
                <a:cubicBezTo>
                  <a:pt x="37328" y="31148"/>
                  <a:pt x="36927" y="31082"/>
                  <a:pt x="36560" y="30948"/>
                </a:cubicBezTo>
                <a:cubicBezTo>
                  <a:pt x="36193" y="30881"/>
                  <a:pt x="35826" y="30781"/>
                  <a:pt x="35426" y="30748"/>
                </a:cubicBezTo>
                <a:lnTo>
                  <a:pt x="34892" y="30648"/>
                </a:lnTo>
                <a:lnTo>
                  <a:pt x="34359" y="30615"/>
                </a:lnTo>
                <a:cubicBezTo>
                  <a:pt x="34236" y="30603"/>
                  <a:pt x="34110" y="30600"/>
                  <a:pt x="33983" y="30600"/>
                </a:cubicBezTo>
                <a:cubicBezTo>
                  <a:pt x="33729" y="30600"/>
                  <a:pt x="33469" y="30615"/>
                  <a:pt x="33225" y="30615"/>
                </a:cubicBezTo>
                <a:cubicBezTo>
                  <a:pt x="32491" y="30648"/>
                  <a:pt x="31724" y="30781"/>
                  <a:pt x="31023" y="31082"/>
                </a:cubicBezTo>
                <a:cubicBezTo>
                  <a:pt x="30323" y="31315"/>
                  <a:pt x="29689" y="31782"/>
                  <a:pt x="29155" y="32282"/>
                </a:cubicBezTo>
                <a:cubicBezTo>
                  <a:pt x="28054" y="33317"/>
                  <a:pt x="27387" y="34651"/>
                  <a:pt x="26820" y="35952"/>
                </a:cubicBezTo>
                <a:cubicBezTo>
                  <a:pt x="26220" y="37253"/>
                  <a:pt x="25686" y="38587"/>
                  <a:pt x="24985" y="39788"/>
                </a:cubicBezTo>
                <a:cubicBezTo>
                  <a:pt x="24252" y="40989"/>
                  <a:pt x="23251" y="41989"/>
                  <a:pt x="21983" y="42456"/>
                </a:cubicBezTo>
                <a:cubicBezTo>
                  <a:pt x="21349" y="42723"/>
                  <a:pt x="20649" y="42823"/>
                  <a:pt x="19982" y="42823"/>
                </a:cubicBezTo>
                <a:cubicBezTo>
                  <a:pt x="19348" y="42823"/>
                  <a:pt x="18681" y="42590"/>
                  <a:pt x="18080" y="42223"/>
                </a:cubicBezTo>
                <a:cubicBezTo>
                  <a:pt x="17513" y="41823"/>
                  <a:pt x="16913" y="41389"/>
                  <a:pt x="16346" y="40889"/>
                </a:cubicBezTo>
                <a:cubicBezTo>
                  <a:pt x="15745" y="40422"/>
                  <a:pt x="15145" y="39888"/>
                  <a:pt x="14344" y="39554"/>
                </a:cubicBezTo>
                <a:cubicBezTo>
                  <a:pt x="13853" y="39298"/>
                  <a:pt x="13292" y="39178"/>
                  <a:pt x="12734" y="39178"/>
                </a:cubicBezTo>
                <a:cubicBezTo>
                  <a:pt x="12421" y="39178"/>
                  <a:pt x="12109" y="39216"/>
                  <a:pt x="11809" y="39287"/>
                </a:cubicBezTo>
                <a:cubicBezTo>
                  <a:pt x="11676" y="39321"/>
                  <a:pt x="11576" y="39321"/>
                  <a:pt x="11476" y="39388"/>
                </a:cubicBezTo>
                <a:lnTo>
                  <a:pt x="11142" y="39488"/>
                </a:lnTo>
                <a:cubicBezTo>
                  <a:pt x="10909" y="39621"/>
                  <a:pt x="10709" y="39754"/>
                  <a:pt x="10542" y="39921"/>
                </a:cubicBezTo>
                <a:cubicBezTo>
                  <a:pt x="10208" y="40221"/>
                  <a:pt x="9975" y="40588"/>
                  <a:pt x="9741" y="40922"/>
                </a:cubicBezTo>
                <a:cubicBezTo>
                  <a:pt x="9341" y="41622"/>
                  <a:pt x="9007" y="42323"/>
                  <a:pt x="8640" y="42957"/>
                </a:cubicBezTo>
                <a:cubicBezTo>
                  <a:pt x="8407" y="43257"/>
                  <a:pt x="8207" y="43557"/>
                  <a:pt x="7973" y="43724"/>
                </a:cubicBezTo>
                <a:cubicBezTo>
                  <a:pt x="7873" y="43791"/>
                  <a:pt x="7673" y="43891"/>
                  <a:pt x="7540" y="43957"/>
                </a:cubicBezTo>
                <a:lnTo>
                  <a:pt x="7306" y="44058"/>
                </a:lnTo>
                <a:cubicBezTo>
                  <a:pt x="7206" y="44091"/>
                  <a:pt x="7139" y="44091"/>
                  <a:pt x="7039" y="44124"/>
                </a:cubicBezTo>
                <a:cubicBezTo>
                  <a:pt x="6644" y="44223"/>
                  <a:pt x="6226" y="44252"/>
                  <a:pt x="5785" y="44252"/>
                </a:cubicBezTo>
                <a:cubicBezTo>
                  <a:pt x="5480" y="44252"/>
                  <a:pt x="5165" y="44238"/>
                  <a:pt x="4838" y="44224"/>
                </a:cubicBezTo>
                <a:cubicBezTo>
                  <a:pt x="4665" y="44210"/>
                  <a:pt x="4488" y="44202"/>
                  <a:pt x="4308" y="44202"/>
                </a:cubicBezTo>
                <a:cubicBezTo>
                  <a:pt x="3652" y="44202"/>
                  <a:pt x="2957" y="44310"/>
                  <a:pt x="2303" y="44625"/>
                </a:cubicBezTo>
                <a:cubicBezTo>
                  <a:pt x="1902" y="44825"/>
                  <a:pt x="1569" y="45092"/>
                  <a:pt x="1235" y="45325"/>
                </a:cubicBezTo>
                <a:cubicBezTo>
                  <a:pt x="902" y="45625"/>
                  <a:pt x="635" y="45926"/>
                  <a:pt x="368" y="46326"/>
                </a:cubicBezTo>
                <a:cubicBezTo>
                  <a:pt x="134" y="46759"/>
                  <a:pt x="1" y="47293"/>
                  <a:pt x="134" y="47794"/>
                </a:cubicBezTo>
                <a:cubicBezTo>
                  <a:pt x="234" y="48294"/>
                  <a:pt x="501" y="48661"/>
                  <a:pt x="801" y="48994"/>
                </a:cubicBezTo>
                <a:cubicBezTo>
                  <a:pt x="1402" y="49662"/>
                  <a:pt x="2069" y="50095"/>
                  <a:pt x="2803" y="50495"/>
                </a:cubicBezTo>
                <a:cubicBezTo>
                  <a:pt x="3503" y="50862"/>
                  <a:pt x="4237" y="51196"/>
                  <a:pt x="4971" y="51563"/>
                </a:cubicBezTo>
                <a:cubicBezTo>
                  <a:pt x="7840" y="52797"/>
                  <a:pt x="10875" y="53631"/>
                  <a:pt x="13744" y="54598"/>
                </a:cubicBezTo>
                <a:cubicBezTo>
                  <a:pt x="14078" y="54698"/>
                  <a:pt x="14478" y="54832"/>
                  <a:pt x="14811" y="54965"/>
                </a:cubicBezTo>
                <a:cubicBezTo>
                  <a:pt x="15012" y="54999"/>
                  <a:pt x="15178" y="55099"/>
                  <a:pt x="15312" y="55165"/>
                </a:cubicBezTo>
                <a:lnTo>
                  <a:pt x="15745" y="55466"/>
                </a:lnTo>
                <a:cubicBezTo>
                  <a:pt x="16079" y="55666"/>
                  <a:pt x="16413" y="55866"/>
                  <a:pt x="16813" y="55999"/>
                </a:cubicBezTo>
                <a:cubicBezTo>
                  <a:pt x="17180" y="56166"/>
                  <a:pt x="17513" y="56333"/>
                  <a:pt x="17880" y="56466"/>
                </a:cubicBezTo>
                <a:cubicBezTo>
                  <a:pt x="18214" y="56600"/>
                  <a:pt x="18581" y="56767"/>
                  <a:pt x="18981" y="56833"/>
                </a:cubicBezTo>
                <a:cubicBezTo>
                  <a:pt x="19348" y="56933"/>
                  <a:pt x="19715" y="57033"/>
                  <a:pt x="20082" y="57134"/>
                </a:cubicBezTo>
                <a:cubicBezTo>
                  <a:pt x="20849" y="57267"/>
                  <a:pt x="21583" y="57434"/>
                  <a:pt x="22350" y="57467"/>
                </a:cubicBezTo>
                <a:cubicBezTo>
                  <a:pt x="22717" y="57534"/>
                  <a:pt x="23092" y="57551"/>
                  <a:pt x="23468" y="57551"/>
                </a:cubicBezTo>
                <a:cubicBezTo>
                  <a:pt x="23843" y="57551"/>
                  <a:pt x="24218" y="57534"/>
                  <a:pt x="24585" y="57534"/>
                </a:cubicBezTo>
                <a:cubicBezTo>
                  <a:pt x="25352" y="57467"/>
                  <a:pt x="26086" y="57434"/>
                  <a:pt x="26787" y="57334"/>
                </a:cubicBezTo>
                <a:cubicBezTo>
                  <a:pt x="28254" y="57134"/>
                  <a:pt x="29622" y="56800"/>
                  <a:pt x="31023" y="56500"/>
                </a:cubicBezTo>
                <a:cubicBezTo>
                  <a:pt x="32303" y="56219"/>
                  <a:pt x="33583" y="55996"/>
                  <a:pt x="34809" y="55996"/>
                </a:cubicBezTo>
                <a:cubicBezTo>
                  <a:pt x="34892" y="55996"/>
                  <a:pt x="34976" y="55997"/>
                  <a:pt x="35059" y="55999"/>
                </a:cubicBezTo>
                <a:cubicBezTo>
                  <a:pt x="35726" y="55999"/>
                  <a:pt x="36360" y="56133"/>
                  <a:pt x="36927" y="56333"/>
                </a:cubicBezTo>
                <a:cubicBezTo>
                  <a:pt x="37061" y="56366"/>
                  <a:pt x="37227" y="56433"/>
                  <a:pt x="37361" y="56500"/>
                </a:cubicBezTo>
                <a:lnTo>
                  <a:pt x="37761" y="56767"/>
                </a:lnTo>
                <a:cubicBezTo>
                  <a:pt x="38061" y="56933"/>
                  <a:pt x="38328" y="57100"/>
                  <a:pt x="38595" y="57267"/>
                </a:cubicBezTo>
                <a:cubicBezTo>
                  <a:pt x="39696" y="57934"/>
                  <a:pt x="40697" y="58701"/>
                  <a:pt x="41731" y="59469"/>
                </a:cubicBezTo>
                <a:cubicBezTo>
                  <a:pt x="42231" y="59835"/>
                  <a:pt x="42765" y="60169"/>
                  <a:pt x="43365" y="60469"/>
                </a:cubicBezTo>
                <a:cubicBezTo>
                  <a:pt x="43932" y="60769"/>
                  <a:pt x="44533" y="61003"/>
                  <a:pt x="45100" y="61136"/>
                </a:cubicBezTo>
                <a:cubicBezTo>
                  <a:pt x="46301" y="61437"/>
                  <a:pt x="47535" y="61470"/>
                  <a:pt x="48636" y="61470"/>
                </a:cubicBezTo>
                <a:cubicBezTo>
                  <a:pt x="49770" y="61470"/>
                  <a:pt x="50871" y="61403"/>
                  <a:pt x="51905" y="61403"/>
                </a:cubicBezTo>
                <a:cubicBezTo>
                  <a:pt x="52171" y="61395"/>
                  <a:pt x="52435" y="61390"/>
                  <a:pt x="52697" y="61390"/>
                </a:cubicBezTo>
                <a:cubicBezTo>
                  <a:pt x="54471" y="61390"/>
                  <a:pt x="56134" y="61606"/>
                  <a:pt x="57442" y="62304"/>
                </a:cubicBezTo>
                <a:cubicBezTo>
                  <a:pt x="58209" y="62671"/>
                  <a:pt x="58843" y="63171"/>
                  <a:pt x="59343" y="63772"/>
                </a:cubicBezTo>
                <a:cubicBezTo>
                  <a:pt x="59877" y="64339"/>
                  <a:pt x="60244" y="64972"/>
                  <a:pt x="60611" y="65573"/>
                </a:cubicBezTo>
                <a:cubicBezTo>
                  <a:pt x="61345" y="66740"/>
                  <a:pt x="61912" y="67808"/>
                  <a:pt x="62512" y="68608"/>
                </a:cubicBezTo>
                <a:cubicBezTo>
                  <a:pt x="63079" y="69409"/>
                  <a:pt x="63580" y="69976"/>
                  <a:pt x="64013" y="70310"/>
                </a:cubicBezTo>
                <a:cubicBezTo>
                  <a:pt x="64180" y="70476"/>
                  <a:pt x="64347" y="70610"/>
                  <a:pt x="64447" y="70677"/>
                </a:cubicBezTo>
                <a:cubicBezTo>
                  <a:pt x="64580" y="70777"/>
                  <a:pt x="64614" y="70810"/>
                  <a:pt x="64614" y="70810"/>
                </a:cubicBezTo>
                <a:cubicBezTo>
                  <a:pt x="65114" y="71110"/>
                  <a:pt x="65581" y="71310"/>
                  <a:pt x="66115" y="71310"/>
                </a:cubicBezTo>
                <a:cubicBezTo>
                  <a:pt x="66265" y="71327"/>
                  <a:pt x="66382" y="71335"/>
                  <a:pt x="66461" y="71335"/>
                </a:cubicBezTo>
                <a:cubicBezTo>
                  <a:pt x="66540" y="71335"/>
                  <a:pt x="66582" y="71327"/>
                  <a:pt x="66582" y="71310"/>
                </a:cubicBezTo>
                <a:cubicBezTo>
                  <a:pt x="66615" y="71277"/>
                  <a:pt x="66515" y="71144"/>
                  <a:pt x="66248" y="71010"/>
                </a:cubicBezTo>
                <a:cubicBezTo>
                  <a:pt x="66015" y="70877"/>
                  <a:pt x="65614" y="70677"/>
                  <a:pt x="65181" y="70343"/>
                </a:cubicBezTo>
                <a:cubicBezTo>
                  <a:pt x="65181" y="70343"/>
                  <a:pt x="65081" y="70310"/>
                  <a:pt x="65014" y="70210"/>
                </a:cubicBezTo>
                <a:cubicBezTo>
                  <a:pt x="64914" y="70176"/>
                  <a:pt x="64747" y="70043"/>
                  <a:pt x="64580" y="69876"/>
                </a:cubicBezTo>
                <a:cubicBezTo>
                  <a:pt x="64213" y="69609"/>
                  <a:pt x="63713" y="69042"/>
                  <a:pt x="63179" y="68275"/>
                </a:cubicBezTo>
                <a:cubicBezTo>
                  <a:pt x="62579" y="67508"/>
                  <a:pt x="62012" y="66474"/>
                  <a:pt x="61278" y="65273"/>
                </a:cubicBezTo>
                <a:cubicBezTo>
                  <a:pt x="60911" y="64639"/>
                  <a:pt x="60511" y="64005"/>
                  <a:pt x="59944" y="63371"/>
                </a:cubicBezTo>
                <a:cubicBezTo>
                  <a:pt x="59410" y="62771"/>
                  <a:pt x="58743" y="62170"/>
                  <a:pt x="57909" y="61770"/>
                </a:cubicBezTo>
                <a:cubicBezTo>
                  <a:pt x="56241" y="60870"/>
                  <a:pt x="54206" y="60736"/>
                  <a:pt x="52105" y="60736"/>
                </a:cubicBezTo>
                <a:cubicBezTo>
                  <a:pt x="51896" y="60730"/>
                  <a:pt x="51685" y="60727"/>
                  <a:pt x="51473" y="60727"/>
                </a:cubicBezTo>
                <a:cubicBezTo>
                  <a:pt x="50585" y="60727"/>
                  <a:pt x="49671" y="60774"/>
                  <a:pt x="48746" y="60774"/>
                </a:cubicBezTo>
                <a:cubicBezTo>
                  <a:pt x="47671" y="60774"/>
                  <a:pt x="46582" y="60710"/>
                  <a:pt x="45500" y="60436"/>
                </a:cubicBezTo>
                <a:cubicBezTo>
                  <a:pt x="44933" y="60269"/>
                  <a:pt x="44399" y="60069"/>
                  <a:pt x="43866" y="59802"/>
                </a:cubicBezTo>
                <a:cubicBezTo>
                  <a:pt x="43332" y="59502"/>
                  <a:pt x="42831" y="59168"/>
                  <a:pt x="42331" y="58835"/>
                </a:cubicBezTo>
                <a:cubicBezTo>
                  <a:pt x="41330" y="58134"/>
                  <a:pt x="40330" y="57300"/>
                  <a:pt x="39196" y="56600"/>
                </a:cubicBezTo>
                <a:cubicBezTo>
                  <a:pt x="38895" y="56400"/>
                  <a:pt x="38595" y="56200"/>
                  <a:pt x="38328" y="56066"/>
                </a:cubicBezTo>
                <a:lnTo>
                  <a:pt x="37861" y="55799"/>
                </a:lnTo>
                <a:cubicBezTo>
                  <a:pt x="37694" y="55733"/>
                  <a:pt x="37528" y="55666"/>
                  <a:pt x="37361" y="55599"/>
                </a:cubicBezTo>
                <a:cubicBezTo>
                  <a:pt x="36694" y="55332"/>
                  <a:pt x="35993" y="55232"/>
                  <a:pt x="35259" y="55232"/>
                </a:cubicBezTo>
                <a:cubicBezTo>
                  <a:pt x="35112" y="55225"/>
                  <a:pt x="34965" y="55222"/>
                  <a:pt x="34817" y="55222"/>
                </a:cubicBezTo>
                <a:cubicBezTo>
                  <a:pt x="33558" y="55222"/>
                  <a:pt x="32281" y="55464"/>
                  <a:pt x="31056" y="55733"/>
                </a:cubicBezTo>
                <a:cubicBezTo>
                  <a:pt x="29689" y="55999"/>
                  <a:pt x="28321" y="56333"/>
                  <a:pt x="26887" y="56500"/>
                </a:cubicBezTo>
                <a:cubicBezTo>
                  <a:pt x="26186" y="56600"/>
                  <a:pt x="25486" y="56633"/>
                  <a:pt x="24752" y="56700"/>
                </a:cubicBezTo>
                <a:cubicBezTo>
                  <a:pt x="24051" y="56667"/>
                  <a:pt x="23318" y="56700"/>
                  <a:pt x="22584" y="56633"/>
                </a:cubicBezTo>
                <a:cubicBezTo>
                  <a:pt x="21850" y="56600"/>
                  <a:pt x="21149" y="56433"/>
                  <a:pt x="20415" y="56300"/>
                </a:cubicBezTo>
                <a:cubicBezTo>
                  <a:pt x="20049" y="56166"/>
                  <a:pt x="19715" y="56099"/>
                  <a:pt x="19348" y="55999"/>
                </a:cubicBezTo>
                <a:cubicBezTo>
                  <a:pt x="18981" y="55933"/>
                  <a:pt x="18648" y="55799"/>
                  <a:pt x="18314" y="55666"/>
                </a:cubicBezTo>
                <a:cubicBezTo>
                  <a:pt x="17980" y="55599"/>
                  <a:pt x="17647" y="55432"/>
                  <a:pt x="17313" y="55266"/>
                </a:cubicBezTo>
                <a:cubicBezTo>
                  <a:pt x="16980" y="55132"/>
                  <a:pt x="16679" y="54932"/>
                  <a:pt x="16346" y="54765"/>
                </a:cubicBezTo>
                <a:lnTo>
                  <a:pt x="15846" y="54465"/>
                </a:lnTo>
                <a:cubicBezTo>
                  <a:pt x="15679" y="54365"/>
                  <a:pt x="15479" y="54298"/>
                  <a:pt x="15312" y="54198"/>
                </a:cubicBezTo>
                <a:cubicBezTo>
                  <a:pt x="14978" y="54065"/>
                  <a:pt x="14578" y="53931"/>
                  <a:pt x="14211" y="53798"/>
                </a:cubicBezTo>
                <a:cubicBezTo>
                  <a:pt x="11309" y="52797"/>
                  <a:pt x="8307" y="51930"/>
                  <a:pt x="5471" y="50729"/>
                </a:cubicBezTo>
                <a:cubicBezTo>
                  <a:pt x="4804" y="50429"/>
                  <a:pt x="4070" y="50095"/>
                  <a:pt x="3403" y="49728"/>
                </a:cubicBezTo>
                <a:cubicBezTo>
                  <a:pt x="2803" y="49328"/>
                  <a:pt x="2136" y="48894"/>
                  <a:pt x="1669" y="48394"/>
                </a:cubicBezTo>
                <a:cubicBezTo>
                  <a:pt x="1469" y="48094"/>
                  <a:pt x="1235" y="47827"/>
                  <a:pt x="1202" y="47560"/>
                </a:cubicBezTo>
                <a:cubicBezTo>
                  <a:pt x="1168" y="47260"/>
                  <a:pt x="1202" y="46960"/>
                  <a:pt x="1369" y="46726"/>
                </a:cubicBezTo>
                <a:cubicBezTo>
                  <a:pt x="1669" y="46126"/>
                  <a:pt x="2336" y="45725"/>
                  <a:pt x="2970" y="45325"/>
                </a:cubicBezTo>
                <a:cubicBezTo>
                  <a:pt x="3403" y="45121"/>
                  <a:pt x="3953" y="45034"/>
                  <a:pt x="4516" y="45034"/>
                </a:cubicBezTo>
                <a:cubicBezTo>
                  <a:pt x="4689" y="45034"/>
                  <a:pt x="4865" y="45042"/>
                  <a:pt x="5038" y="45058"/>
                </a:cubicBezTo>
                <a:cubicBezTo>
                  <a:pt x="5328" y="45071"/>
                  <a:pt x="5627" y="45083"/>
                  <a:pt x="5935" y="45083"/>
                </a:cubicBezTo>
                <a:cubicBezTo>
                  <a:pt x="6440" y="45083"/>
                  <a:pt x="6967" y="45049"/>
                  <a:pt x="7506" y="44925"/>
                </a:cubicBezTo>
                <a:cubicBezTo>
                  <a:pt x="7640" y="44925"/>
                  <a:pt x="7706" y="44891"/>
                  <a:pt x="7840" y="44825"/>
                </a:cubicBezTo>
                <a:lnTo>
                  <a:pt x="8140" y="44725"/>
                </a:lnTo>
                <a:cubicBezTo>
                  <a:pt x="8340" y="44625"/>
                  <a:pt x="8507" y="44491"/>
                  <a:pt x="8707" y="44391"/>
                </a:cubicBezTo>
                <a:cubicBezTo>
                  <a:pt x="9074" y="44091"/>
                  <a:pt x="9374" y="43724"/>
                  <a:pt x="9574" y="43390"/>
                </a:cubicBezTo>
                <a:cubicBezTo>
                  <a:pt x="10041" y="42657"/>
                  <a:pt x="10342" y="41956"/>
                  <a:pt x="10709" y="41322"/>
                </a:cubicBezTo>
                <a:cubicBezTo>
                  <a:pt x="10875" y="41055"/>
                  <a:pt x="11075" y="40755"/>
                  <a:pt x="11342" y="40555"/>
                </a:cubicBezTo>
                <a:lnTo>
                  <a:pt x="11709" y="40288"/>
                </a:lnTo>
                <a:lnTo>
                  <a:pt x="11909" y="40221"/>
                </a:lnTo>
                <a:cubicBezTo>
                  <a:pt x="12009" y="40221"/>
                  <a:pt x="12076" y="40155"/>
                  <a:pt x="12176" y="40155"/>
                </a:cubicBezTo>
                <a:cubicBezTo>
                  <a:pt x="12394" y="40100"/>
                  <a:pt x="12611" y="40074"/>
                  <a:pt x="12827" y="40074"/>
                </a:cubicBezTo>
                <a:cubicBezTo>
                  <a:pt x="13275" y="40074"/>
                  <a:pt x="13717" y="40186"/>
                  <a:pt x="14144" y="40388"/>
                </a:cubicBezTo>
                <a:cubicBezTo>
                  <a:pt x="15379" y="40955"/>
                  <a:pt x="16379" y="42223"/>
                  <a:pt x="17747" y="43057"/>
                </a:cubicBezTo>
                <a:cubicBezTo>
                  <a:pt x="18414" y="43457"/>
                  <a:pt x="19215" y="43791"/>
                  <a:pt x="20082" y="43824"/>
                </a:cubicBezTo>
                <a:cubicBezTo>
                  <a:pt x="20916" y="43791"/>
                  <a:pt x="21683" y="43657"/>
                  <a:pt x="22484" y="43424"/>
                </a:cubicBezTo>
                <a:cubicBezTo>
                  <a:pt x="23217" y="43157"/>
                  <a:pt x="23918" y="42723"/>
                  <a:pt x="24518" y="42156"/>
                </a:cubicBezTo>
                <a:cubicBezTo>
                  <a:pt x="25085" y="41656"/>
                  <a:pt x="25586" y="40989"/>
                  <a:pt x="25986" y="40355"/>
                </a:cubicBezTo>
                <a:cubicBezTo>
                  <a:pt x="26753" y="39087"/>
                  <a:pt x="27254" y="37720"/>
                  <a:pt x="27854" y="36452"/>
                </a:cubicBezTo>
                <a:cubicBezTo>
                  <a:pt x="28421" y="35151"/>
                  <a:pt x="29055" y="33950"/>
                  <a:pt x="29989" y="33083"/>
                </a:cubicBezTo>
                <a:cubicBezTo>
                  <a:pt x="30423" y="32616"/>
                  <a:pt x="30990" y="32282"/>
                  <a:pt x="31557" y="32016"/>
                </a:cubicBezTo>
                <a:cubicBezTo>
                  <a:pt x="32157" y="31782"/>
                  <a:pt x="32758" y="31649"/>
                  <a:pt x="33425" y="31615"/>
                </a:cubicBezTo>
                <a:cubicBezTo>
                  <a:pt x="33647" y="31615"/>
                  <a:pt x="33870" y="31600"/>
                  <a:pt x="34092" y="31600"/>
                </a:cubicBezTo>
                <a:cubicBezTo>
                  <a:pt x="34203" y="31600"/>
                  <a:pt x="34314" y="31604"/>
                  <a:pt x="34425" y="31615"/>
                </a:cubicBezTo>
                <a:lnTo>
                  <a:pt x="34926" y="31649"/>
                </a:lnTo>
                <a:lnTo>
                  <a:pt x="35426" y="31749"/>
                </a:lnTo>
                <a:cubicBezTo>
                  <a:pt x="35760" y="31782"/>
                  <a:pt x="36093" y="31882"/>
                  <a:pt x="36427" y="31949"/>
                </a:cubicBezTo>
                <a:cubicBezTo>
                  <a:pt x="36727" y="32016"/>
                  <a:pt x="37061" y="32149"/>
                  <a:pt x="37394" y="32282"/>
                </a:cubicBezTo>
                <a:cubicBezTo>
                  <a:pt x="38729" y="32816"/>
                  <a:pt x="39929" y="33617"/>
                  <a:pt x="41397" y="34217"/>
                </a:cubicBezTo>
                <a:cubicBezTo>
                  <a:pt x="42098" y="34484"/>
                  <a:pt x="42898" y="34651"/>
                  <a:pt x="43732" y="34718"/>
                </a:cubicBezTo>
                <a:cubicBezTo>
                  <a:pt x="43783" y="34722"/>
                  <a:pt x="43836" y="34724"/>
                  <a:pt x="43889" y="34724"/>
                </a:cubicBezTo>
                <a:cubicBezTo>
                  <a:pt x="44219" y="34724"/>
                  <a:pt x="44589" y="34646"/>
                  <a:pt x="44933" y="34617"/>
                </a:cubicBezTo>
                <a:cubicBezTo>
                  <a:pt x="45367" y="34551"/>
                  <a:pt x="45734" y="34417"/>
                  <a:pt x="46100" y="34284"/>
                </a:cubicBezTo>
                <a:cubicBezTo>
                  <a:pt x="46534" y="34150"/>
                  <a:pt x="46868" y="33950"/>
                  <a:pt x="47235" y="33784"/>
                </a:cubicBezTo>
                <a:cubicBezTo>
                  <a:pt x="47568" y="33583"/>
                  <a:pt x="47902" y="33383"/>
                  <a:pt x="48235" y="33116"/>
                </a:cubicBezTo>
                <a:cubicBezTo>
                  <a:pt x="48869" y="32616"/>
                  <a:pt x="49436" y="32082"/>
                  <a:pt x="49937" y="31449"/>
                </a:cubicBezTo>
                <a:cubicBezTo>
                  <a:pt x="50937" y="30214"/>
                  <a:pt x="51738" y="28813"/>
                  <a:pt x="52438" y="27446"/>
                </a:cubicBezTo>
                <a:cubicBezTo>
                  <a:pt x="52839" y="26778"/>
                  <a:pt x="53172" y="26078"/>
                  <a:pt x="53539" y="25411"/>
                </a:cubicBezTo>
                <a:cubicBezTo>
                  <a:pt x="53906" y="24777"/>
                  <a:pt x="54273" y="24110"/>
                  <a:pt x="54773" y="23543"/>
                </a:cubicBezTo>
                <a:cubicBezTo>
                  <a:pt x="55240" y="22942"/>
                  <a:pt x="55741" y="22375"/>
                  <a:pt x="56341" y="21875"/>
                </a:cubicBezTo>
                <a:cubicBezTo>
                  <a:pt x="56875" y="21375"/>
                  <a:pt x="57509" y="20908"/>
                  <a:pt x="58109" y="20474"/>
                </a:cubicBezTo>
                <a:cubicBezTo>
                  <a:pt x="59377" y="19640"/>
                  <a:pt x="60778" y="19040"/>
                  <a:pt x="62245" y="18473"/>
                </a:cubicBezTo>
                <a:cubicBezTo>
                  <a:pt x="63713" y="17939"/>
                  <a:pt x="65214" y="17539"/>
                  <a:pt x="66715" y="17072"/>
                </a:cubicBezTo>
                <a:cubicBezTo>
                  <a:pt x="68216" y="16605"/>
                  <a:pt x="69717" y="16104"/>
                  <a:pt x="71085" y="15204"/>
                </a:cubicBezTo>
                <a:lnTo>
                  <a:pt x="71585" y="14803"/>
                </a:lnTo>
                <a:cubicBezTo>
                  <a:pt x="71752" y="14703"/>
                  <a:pt x="71919" y="14536"/>
                  <a:pt x="72052" y="14403"/>
                </a:cubicBezTo>
                <a:lnTo>
                  <a:pt x="72886" y="13569"/>
                </a:lnTo>
                <a:cubicBezTo>
                  <a:pt x="73420" y="13035"/>
                  <a:pt x="73920" y="12435"/>
                  <a:pt x="74454" y="11901"/>
                </a:cubicBezTo>
                <a:cubicBezTo>
                  <a:pt x="74954" y="11367"/>
                  <a:pt x="75521" y="10767"/>
                  <a:pt x="76055" y="10267"/>
                </a:cubicBezTo>
                <a:cubicBezTo>
                  <a:pt x="76589" y="9733"/>
                  <a:pt x="77189" y="9266"/>
                  <a:pt x="77756" y="8866"/>
                </a:cubicBezTo>
                <a:cubicBezTo>
                  <a:pt x="78357" y="8465"/>
                  <a:pt x="79024" y="8132"/>
                  <a:pt x="79691" y="7932"/>
                </a:cubicBezTo>
                <a:cubicBezTo>
                  <a:pt x="80358" y="7732"/>
                  <a:pt x="81059" y="7598"/>
                  <a:pt x="81759" y="7565"/>
                </a:cubicBezTo>
                <a:lnTo>
                  <a:pt x="82893" y="7431"/>
                </a:lnTo>
                <a:lnTo>
                  <a:pt x="84028" y="7198"/>
                </a:lnTo>
                <a:cubicBezTo>
                  <a:pt x="84728" y="6931"/>
                  <a:pt x="85429" y="6697"/>
                  <a:pt x="86096" y="6297"/>
                </a:cubicBezTo>
                <a:cubicBezTo>
                  <a:pt x="87430" y="5597"/>
                  <a:pt x="88564" y="4729"/>
                  <a:pt x="89732" y="3929"/>
                </a:cubicBezTo>
                <a:cubicBezTo>
                  <a:pt x="90866" y="3095"/>
                  <a:pt x="92033" y="2394"/>
                  <a:pt x="93234" y="1861"/>
                </a:cubicBezTo>
                <a:cubicBezTo>
                  <a:pt x="94435" y="1294"/>
                  <a:pt x="95703" y="1060"/>
                  <a:pt x="96970" y="893"/>
                </a:cubicBezTo>
                <a:cubicBezTo>
                  <a:pt x="97435" y="834"/>
                  <a:pt x="97895" y="804"/>
                  <a:pt x="98348" y="804"/>
                </a:cubicBezTo>
                <a:cubicBezTo>
                  <a:pt x="99164" y="804"/>
                  <a:pt x="99956" y="900"/>
                  <a:pt x="100706" y="1093"/>
                </a:cubicBezTo>
                <a:cubicBezTo>
                  <a:pt x="101874" y="1394"/>
                  <a:pt x="102974" y="1861"/>
                  <a:pt x="104075" y="2361"/>
                </a:cubicBezTo>
                <a:cubicBezTo>
                  <a:pt x="105143" y="2861"/>
                  <a:pt x="106210" y="3362"/>
                  <a:pt x="107278" y="3762"/>
                </a:cubicBezTo>
                <a:cubicBezTo>
                  <a:pt x="107811" y="3962"/>
                  <a:pt x="108312" y="4196"/>
                  <a:pt x="108879" y="4296"/>
                </a:cubicBezTo>
                <a:cubicBezTo>
                  <a:pt x="109112" y="4396"/>
                  <a:pt x="109412" y="4429"/>
                  <a:pt x="109646" y="4529"/>
                </a:cubicBezTo>
                <a:cubicBezTo>
                  <a:pt x="109913" y="4563"/>
                  <a:pt x="110213" y="4596"/>
                  <a:pt x="110446" y="4629"/>
                </a:cubicBezTo>
                <a:cubicBezTo>
                  <a:pt x="111215" y="4748"/>
                  <a:pt x="111959" y="4790"/>
                  <a:pt x="112676" y="4790"/>
                </a:cubicBezTo>
                <a:cubicBezTo>
                  <a:pt x="113981" y="4790"/>
                  <a:pt x="115198" y="4649"/>
                  <a:pt x="116317" y="4563"/>
                </a:cubicBezTo>
                <a:cubicBezTo>
                  <a:pt x="116784" y="4529"/>
                  <a:pt x="117218" y="4463"/>
                  <a:pt x="117618" y="4429"/>
                </a:cubicBezTo>
                <a:cubicBezTo>
                  <a:pt x="118052" y="4396"/>
                  <a:pt x="118452" y="4362"/>
                  <a:pt x="118819" y="4296"/>
                </a:cubicBezTo>
                <a:cubicBezTo>
                  <a:pt x="119100" y="4284"/>
                  <a:pt x="119376" y="4276"/>
                  <a:pt x="119646" y="4276"/>
                </a:cubicBezTo>
                <a:cubicBezTo>
                  <a:pt x="120115" y="4276"/>
                  <a:pt x="120564" y="4299"/>
                  <a:pt x="120987" y="4362"/>
                </a:cubicBezTo>
                <a:cubicBezTo>
                  <a:pt x="122388" y="4529"/>
                  <a:pt x="123456" y="4963"/>
                  <a:pt x="124223" y="5530"/>
                </a:cubicBezTo>
                <a:cubicBezTo>
                  <a:pt x="124957" y="6064"/>
                  <a:pt x="125424" y="6631"/>
                  <a:pt x="125724" y="7031"/>
                </a:cubicBezTo>
                <a:cubicBezTo>
                  <a:pt x="125991" y="7431"/>
                  <a:pt x="126124" y="7631"/>
                  <a:pt x="126124" y="7631"/>
                </a:cubicBezTo>
                <a:cubicBezTo>
                  <a:pt x="126258" y="7898"/>
                  <a:pt x="126391" y="8098"/>
                  <a:pt x="126491" y="8265"/>
                </a:cubicBezTo>
                <a:cubicBezTo>
                  <a:pt x="126591" y="8432"/>
                  <a:pt x="126658" y="8599"/>
                  <a:pt x="126758" y="8732"/>
                </a:cubicBezTo>
                <a:cubicBezTo>
                  <a:pt x="126925" y="8966"/>
                  <a:pt x="127058" y="9066"/>
                  <a:pt x="127092" y="9066"/>
                </a:cubicBezTo>
                <a:cubicBezTo>
                  <a:pt x="127158" y="9032"/>
                  <a:pt x="127158" y="8899"/>
                  <a:pt x="127092" y="8599"/>
                </a:cubicBezTo>
                <a:cubicBezTo>
                  <a:pt x="127058" y="8432"/>
                  <a:pt x="126992" y="8265"/>
                  <a:pt x="126925" y="8065"/>
                </a:cubicBezTo>
                <a:cubicBezTo>
                  <a:pt x="126825" y="7865"/>
                  <a:pt x="126725" y="7598"/>
                  <a:pt x="126591" y="7365"/>
                </a:cubicBezTo>
                <a:cubicBezTo>
                  <a:pt x="126591" y="7365"/>
                  <a:pt x="126458" y="7131"/>
                  <a:pt x="126158" y="6697"/>
                </a:cubicBezTo>
                <a:cubicBezTo>
                  <a:pt x="125824" y="6264"/>
                  <a:pt x="125390" y="5597"/>
                  <a:pt x="124557" y="5030"/>
                </a:cubicBezTo>
                <a:cubicBezTo>
                  <a:pt x="123723" y="4429"/>
                  <a:pt x="122555" y="3895"/>
                  <a:pt x="121121" y="3729"/>
                </a:cubicBezTo>
                <a:cubicBezTo>
                  <a:pt x="120654" y="3640"/>
                  <a:pt x="120142" y="3610"/>
                  <a:pt x="119616" y="3610"/>
                </a:cubicBezTo>
                <a:cubicBezTo>
                  <a:pt x="119353" y="3610"/>
                  <a:pt x="119086" y="3617"/>
                  <a:pt x="118819" y="3629"/>
                </a:cubicBezTo>
                <a:lnTo>
                  <a:pt x="117585" y="3762"/>
                </a:lnTo>
                <a:cubicBezTo>
                  <a:pt x="117151" y="3795"/>
                  <a:pt x="116751" y="3862"/>
                  <a:pt x="116284" y="3895"/>
                </a:cubicBezTo>
                <a:cubicBezTo>
                  <a:pt x="115206" y="3978"/>
                  <a:pt x="114050" y="4100"/>
                  <a:pt x="112841" y="4100"/>
                </a:cubicBezTo>
                <a:cubicBezTo>
                  <a:pt x="112105" y="4100"/>
                  <a:pt x="111350" y="4055"/>
                  <a:pt x="110580" y="3929"/>
                </a:cubicBezTo>
                <a:cubicBezTo>
                  <a:pt x="108545" y="3629"/>
                  <a:pt x="106544" y="2628"/>
                  <a:pt x="104375" y="1627"/>
                </a:cubicBezTo>
                <a:cubicBezTo>
                  <a:pt x="103275" y="1127"/>
                  <a:pt x="102141" y="593"/>
                  <a:pt x="100906" y="293"/>
                </a:cubicBezTo>
                <a:cubicBezTo>
                  <a:pt x="100017" y="106"/>
                  <a:pt x="99095" y="1"/>
                  <a:pt x="981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82" name="Google Shape;2782;p23"/>
          <p:cNvSpPr/>
          <p:nvPr/>
        </p:nvSpPr>
        <p:spPr>
          <a:xfrm>
            <a:off x="6913196" y="3715592"/>
            <a:ext cx="2857462" cy="1776821"/>
          </a:xfrm>
          <a:custGeom>
            <a:avLst/>
            <a:gdLst/>
            <a:ahLst/>
            <a:cxnLst/>
            <a:rect l="l" t="t" r="r" b="b"/>
            <a:pathLst>
              <a:path w="128729" h="80046" extrusionOk="0">
                <a:moveTo>
                  <a:pt x="105098" y="0"/>
                </a:moveTo>
                <a:cubicBezTo>
                  <a:pt x="104528" y="0"/>
                  <a:pt x="103947" y="42"/>
                  <a:pt x="103374" y="121"/>
                </a:cubicBezTo>
                <a:cubicBezTo>
                  <a:pt x="102173" y="288"/>
                  <a:pt x="100972" y="622"/>
                  <a:pt x="99738" y="1089"/>
                </a:cubicBezTo>
                <a:cubicBezTo>
                  <a:pt x="98537" y="1522"/>
                  <a:pt x="97370" y="2156"/>
                  <a:pt x="96202" y="2823"/>
                </a:cubicBezTo>
                <a:cubicBezTo>
                  <a:pt x="93867" y="4191"/>
                  <a:pt x="91832" y="6126"/>
                  <a:pt x="89230" y="7293"/>
                </a:cubicBezTo>
                <a:cubicBezTo>
                  <a:pt x="87963" y="7827"/>
                  <a:pt x="86562" y="8194"/>
                  <a:pt x="85128" y="8361"/>
                </a:cubicBezTo>
                <a:cubicBezTo>
                  <a:pt x="84360" y="8461"/>
                  <a:pt x="83660" y="8527"/>
                  <a:pt x="82893" y="8594"/>
                </a:cubicBezTo>
                <a:cubicBezTo>
                  <a:pt x="82526" y="8627"/>
                  <a:pt x="82159" y="8661"/>
                  <a:pt x="81792" y="8661"/>
                </a:cubicBezTo>
                <a:cubicBezTo>
                  <a:pt x="81392" y="8661"/>
                  <a:pt x="81025" y="8694"/>
                  <a:pt x="80658" y="8761"/>
                </a:cubicBezTo>
                <a:cubicBezTo>
                  <a:pt x="79890" y="8828"/>
                  <a:pt x="79157" y="9028"/>
                  <a:pt x="78389" y="9261"/>
                </a:cubicBezTo>
                <a:cubicBezTo>
                  <a:pt x="77689" y="9495"/>
                  <a:pt x="76955" y="9795"/>
                  <a:pt x="76288" y="10162"/>
                </a:cubicBezTo>
                <a:cubicBezTo>
                  <a:pt x="74887" y="10862"/>
                  <a:pt x="73653" y="11830"/>
                  <a:pt x="72452" y="12830"/>
                </a:cubicBezTo>
                <a:cubicBezTo>
                  <a:pt x="71218" y="13831"/>
                  <a:pt x="70117" y="14965"/>
                  <a:pt x="68849" y="15866"/>
                </a:cubicBezTo>
                <a:cubicBezTo>
                  <a:pt x="67615" y="16833"/>
                  <a:pt x="66214" y="17600"/>
                  <a:pt x="64813" y="18301"/>
                </a:cubicBezTo>
                <a:cubicBezTo>
                  <a:pt x="63379" y="19001"/>
                  <a:pt x="61944" y="19635"/>
                  <a:pt x="60510" y="20436"/>
                </a:cubicBezTo>
                <a:cubicBezTo>
                  <a:pt x="59109" y="21203"/>
                  <a:pt x="57808" y="22170"/>
                  <a:pt x="56707" y="23438"/>
                </a:cubicBezTo>
                <a:cubicBezTo>
                  <a:pt x="54539" y="25940"/>
                  <a:pt x="53705" y="29142"/>
                  <a:pt x="52137" y="31811"/>
                </a:cubicBezTo>
                <a:cubicBezTo>
                  <a:pt x="51770" y="32478"/>
                  <a:pt x="51303" y="33112"/>
                  <a:pt x="50703" y="33612"/>
                </a:cubicBezTo>
                <a:cubicBezTo>
                  <a:pt x="50169" y="34112"/>
                  <a:pt x="49469" y="34446"/>
                  <a:pt x="48768" y="34613"/>
                </a:cubicBezTo>
                <a:cubicBezTo>
                  <a:pt x="48363" y="34701"/>
                  <a:pt x="47968" y="34742"/>
                  <a:pt x="47571" y="34742"/>
                </a:cubicBezTo>
                <a:cubicBezTo>
                  <a:pt x="47217" y="34742"/>
                  <a:pt x="46862" y="34709"/>
                  <a:pt x="46500" y="34646"/>
                </a:cubicBezTo>
                <a:cubicBezTo>
                  <a:pt x="45766" y="34513"/>
                  <a:pt x="45032" y="34279"/>
                  <a:pt x="44298" y="34046"/>
                </a:cubicBezTo>
                <a:cubicBezTo>
                  <a:pt x="42831" y="33612"/>
                  <a:pt x="41430" y="33011"/>
                  <a:pt x="39962" y="32544"/>
                </a:cubicBezTo>
                <a:cubicBezTo>
                  <a:pt x="39195" y="32311"/>
                  <a:pt x="38461" y="32144"/>
                  <a:pt x="37694" y="32011"/>
                </a:cubicBezTo>
                <a:lnTo>
                  <a:pt x="37127" y="31977"/>
                </a:lnTo>
                <a:lnTo>
                  <a:pt x="36826" y="31944"/>
                </a:lnTo>
                <a:lnTo>
                  <a:pt x="36526" y="31944"/>
                </a:lnTo>
                <a:lnTo>
                  <a:pt x="35959" y="31977"/>
                </a:lnTo>
                <a:cubicBezTo>
                  <a:pt x="35759" y="31977"/>
                  <a:pt x="35592" y="32011"/>
                  <a:pt x="35359" y="32044"/>
                </a:cubicBezTo>
                <a:cubicBezTo>
                  <a:pt x="34992" y="32111"/>
                  <a:pt x="34658" y="32278"/>
                  <a:pt x="34291" y="32378"/>
                </a:cubicBezTo>
                <a:cubicBezTo>
                  <a:pt x="34124" y="32444"/>
                  <a:pt x="33958" y="32544"/>
                  <a:pt x="33791" y="32645"/>
                </a:cubicBezTo>
                <a:lnTo>
                  <a:pt x="33291" y="32945"/>
                </a:lnTo>
                <a:cubicBezTo>
                  <a:pt x="32957" y="33145"/>
                  <a:pt x="32657" y="33378"/>
                  <a:pt x="32357" y="33612"/>
                </a:cubicBezTo>
                <a:cubicBezTo>
                  <a:pt x="32090" y="33845"/>
                  <a:pt x="31823" y="34146"/>
                  <a:pt x="31589" y="34379"/>
                </a:cubicBezTo>
                <a:cubicBezTo>
                  <a:pt x="31289" y="34646"/>
                  <a:pt x="31122" y="34946"/>
                  <a:pt x="30855" y="35213"/>
                </a:cubicBezTo>
                <a:lnTo>
                  <a:pt x="30522" y="35647"/>
                </a:lnTo>
                <a:lnTo>
                  <a:pt x="30255" y="36147"/>
                </a:lnTo>
                <a:cubicBezTo>
                  <a:pt x="29955" y="36814"/>
                  <a:pt x="29688" y="37515"/>
                  <a:pt x="29521" y="38182"/>
                </a:cubicBezTo>
                <a:cubicBezTo>
                  <a:pt x="29154" y="39516"/>
                  <a:pt x="28987" y="40951"/>
                  <a:pt x="28354" y="42185"/>
                </a:cubicBezTo>
                <a:cubicBezTo>
                  <a:pt x="28287" y="42352"/>
                  <a:pt x="28187" y="42518"/>
                  <a:pt x="28120" y="42652"/>
                </a:cubicBezTo>
                <a:cubicBezTo>
                  <a:pt x="28020" y="42819"/>
                  <a:pt x="27953" y="42952"/>
                  <a:pt x="27820" y="43052"/>
                </a:cubicBezTo>
                <a:cubicBezTo>
                  <a:pt x="27753" y="43185"/>
                  <a:pt x="27586" y="43286"/>
                  <a:pt x="27453" y="43386"/>
                </a:cubicBezTo>
                <a:cubicBezTo>
                  <a:pt x="27320" y="43519"/>
                  <a:pt x="27186" y="43652"/>
                  <a:pt x="27019" y="43719"/>
                </a:cubicBezTo>
                <a:cubicBezTo>
                  <a:pt x="26546" y="44104"/>
                  <a:pt x="25968" y="44331"/>
                  <a:pt x="25378" y="44331"/>
                </a:cubicBezTo>
                <a:cubicBezTo>
                  <a:pt x="25303" y="44331"/>
                  <a:pt x="25227" y="44327"/>
                  <a:pt x="25151" y="44320"/>
                </a:cubicBezTo>
                <a:cubicBezTo>
                  <a:pt x="24484" y="44220"/>
                  <a:pt x="23850" y="43786"/>
                  <a:pt x="23283" y="43352"/>
                </a:cubicBezTo>
                <a:cubicBezTo>
                  <a:pt x="22650" y="42952"/>
                  <a:pt x="22083" y="42452"/>
                  <a:pt x="21315" y="42151"/>
                </a:cubicBezTo>
                <a:cubicBezTo>
                  <a:pt x="20581" y="41851"/>
                  <a:pt x="19814" y="41651"/>
                  <a:pt x="19014" y="41618"/>
                </a:cubicBezTo>
                <a:cubicBezTo>
                  <a:pt x="18902" y="41608"/>
                  <a:pt x="18789" y="41603"/>
                  <a:pt x="18676" y="41603"/>
                </a:cubicBezTo>
                <a:cubicBezTo>
                  <a:pt x="18014" y="41603"/>
                  <a:pt x="17334" y="41766"/>
                  <a:pt x="16679" y="42051"/>
                </a:cubicBezTo>
                <a:cubicBezTo>
                  <a:pt x="15945" y="42452"/>
                  <a:pt x="15311" y="42952"/>
                  <a:pt x="14777" y="43519"/>
                </a:cubicBezTo>
                <a:cubicBezTo>
                  <a:pt x="14244" y="44119"/>
                  <a:pt x="13777" y="44720"/>
                  <a:pt x="13276" y="45320"/>
                </a:cubicBezTo>
                <a:cubicBezTo>
                  <a:pt x="12776" y="45954"/>
                  <a:pt x="12276" y="46521"/>
                  <a:pt x="11675" y="46988"/>
                </a:cubicBezTo>
                <a:cubicBezTo>
                  <a:pt x="11108" y="47455"/>
                  <a:pt x="10441" y="47789"/>
                  <a:pt x="9674" y="47855"/>
                </a:cubicBezTo>
                <a:cubicBezTo>
                  <a:pt x="9507" y="47889"/>
                  <a:pt x="9340" y="47889"/>
                  <a:pt x="9140" y="47889"/>
                </a:cubicBezTo>
                <a:cubicBezTo>
                  <a:pt x="8940" y="47889"/>
                  <a:pt x="8773" y="47889"/>
                  <a:pt x="8573" y="47855"/>
                </a:cubicBezTo>
                <a:cubicBezTo>
                  <a:pt x="8173" y="47822"/>
                  <a:pt x="7772" y="47722"/>
                  <a:pt x="7339" y="47722"/>
                </a:cubicBezTo>
                <a:cubicBezTo>
                  <a:pt x="7243" y="47718"/>
                  <a:pt x="7146" y="47716"/>
                  <a:pt x="7048" y="47716"/>
                </a:cubicBezTo>
                <a:cubicBezTo>
                  <a:pt x="6364" y="47716"/>
                  <a:pt x="5637" y="47818"/>
                  <a:pt x="4937" y="48022"/>
                </a:cubicBezTo>
                <a:cubicBezTo>
                  <a:pt x="3336" y="48489"/>
                  <a:pt x="1968" y="49557"/>
                  <a:pt x="1134" y="50991"/>
                </a:cubicBezTo>
                <a:cubicBezTo>
                  <a:pt x="300" y="52392"/>
                  <a:pt x="0" y="54127"/>
                  <a:pt x="334" y="55728"/>
                </a:cubicBezTo>
                <a:cubicBezTo>
                  <a:pt x="667" y="57362"/>
                  <a:pt x="1635" y="58830"/>
                  <a:pt x="2936" y="59831"/>
                </a:cubicBezTo>
                <a:cubicBezTo>
                  <a:pt x="4236" y="60831"/>
                  <a:pt x="5671" y="61532"/>
                  <a:pt x="7139" y="62132"/>
                </a:cubicBezTo>
                <a:cubicBezTo>
                  <a:pt x="8606" y="62699"/>
                  <a:pt x="10141" y="63133"/>
                  <a:pt x="11642" y="63533"/>
                </a:cubicBezTo>
                <a:cubicBezTo>
                  <a:pt x="14644" y="64367"/>
                  <a:pt x="17646" y="65134"/>
                  <a:pt x="20315" y="66469"/>
                </a:cubicBezTo>
                <a:cubicBezTo>
                  <a:pt x="20682" y="66569"/>
                  <a:pt x="21015" y="66736"/>
                  <a:pt x="21349" y="66902"/>
                </a:cubicBezTo>
                <a:lnTo>
                  <a:pt x="21849" y="67169"/>
                </a:lnTo>
                <a:lnTo>
                  <a:pt x="22416" y="67369"/>
                </a:lnTo>
                <a:cubicBezTo>
                  <a:pt x="23117" y="67636"/>
                  <a:pt x="23817" y="67903"/>
                  <a:pt x="24518" y="68070"/>
                </a:cubicBezTo>
                <a:cubicBezTo>
                  <a:pt x="24918" y="68203"/>
                  <a:pt x="25251" y="68303"/>
                  <a:pt x="25618" y="68370"/>
                </a:cubicBezTo>
                <a:cubicBezTo>
                  <a:pt x="25985" y="68403"/>
                  <a:pt x="26319" y="68504"/>
                  <a:pt x="26686" y="68537"/>
                </a:cubicBezTo>
                <a:cubicBezTo>
                  <a:pt x="27420" y="68670"/>
                  <a:pt x="28154" y="68670"/>
                  <a:pt x="28854" y="68737"/>
                </a:cubicBezTo>
                <a:cubicBezTo>
                  <a:pt x="29099" y="68759"/>
                  <a:pt x="29340" y="68767"/>
                  <a:pt x="29578" y="68767"/>
                </a:cubicBezTo>
                <a:cubicBezTo>
                  <a:pt x="30055" y="68767"/>
                  <a:pt x="30522" y="68737"/>
                  <a:pt x="30989" y="68737"/>
                </a:cubicBezTo>
                <a:cubicBezTo>
                  <a:pt x="31689" y="68704"/>
                  <a:pt x="32390" y="68670"/>
                  <a:pt x="33090" y="68570"/>
                </a:cubicBezTo>
                <a:cubicBezTo>
                  <a:pt x="34458" y="68370"/>
                  <a:pt x="35792" y="68170"/>
                  <a:pt x="37127" y="68137"/>
                </a:cubicBezTo>
                <a:cubicBezTo>
                  <a:pt x="37422" y="68114"/>
                  <a:pt x="37715" y="68104"/>
                  <a:pt x="38007" y="68104"/>
                </a:cubicBezTo>
                <a:cubicBezTo>
                  <a:pt x="39032" y="68104"/>
                  <a:pt x="40028" y="68236"/>
                  <a:pt x="40963" y="68470"/>
                </a:cubicBezTo>
                <a:cubicBezTo>
                  <a:pt x="42197" y="68737"/>
                  <a:pt x="43331" y="69204"/>
                  <a:pt x="44465" y="69671"/>
                </a:cubicBezTo>
                <a:cubicBezTo>
                  <a:pt x="45599" y="70171"/>
                  <a:pt x="46667" y="70638"/>
                  <a:pt x="47768" y="71005"/>
                </a:cubicBezTo>
                <a:cubicBezTo>
                  <a:pt x="48301" y="71172"/>
                  <a:pt x="48802" y="71372"/>
                  <a:pt x="49335" y="71539"/>
                </a:cubicBezTo>
                <a:cubicBezTo>
                  <a:pt x="49836" y="71706"/>
                  <a:pt x="50369" y="71839"/>
                  <a:pt x="50936" y="71906"/>
                </a:cubicBezTo>
                <a:cubicBezTo>
                  <a:pt x="53038" y="72306"/>
                  <a:pt x="55039" y="72206"/>
                  <a:pt x="56841" y="72240"/>
                </a:cubicBezTo>
                <a:cubicBezTo>
                  <a:pt x="58642" y="72306"/>
                  <a:pt x="60276" y="72373"/>
                  <a:pt x="61544" y="72973"/>
                </a:cubicBezTo>
                <a:cubicBezTo>
                  <a:pt x="62812" y="73507"/>
                  <a:pt x="63612" y="74508"/>
                  <a:pt x="63979" y="75375"/>
                </a:cubicBezTo>
                <a:cubicBezTo>
                  <a:pt x="64379" y="76242"/>
                  <a:pt x="64513" y="77010"/>
                  <a:pt x="64613" y="77510"/>
                </a:cubicBezTo>
                <a:cubicBezTo>
                  <a:pt x="64646" y="77744"/>
                  <a:pt x="64680" y="77977"/>
                  <a:pt x="64680" y="78077"/>
                </a:cubicBezTo>
                <a:lnTo>
                  <a:pt x="64680" y="78311"/>
                </a:lnTo>
                <a:cubicBezTo>
                  <a:pt x="64713" y="78577"/>
                  <a:pt x="64780" y="78844"/>
                  <a:pt x="64780" y="79044"/>
                </a:cubicBezTo>
                <a:cubicBezTo>
                  <a:pt x="64780" y="79245"/>
                  <a:pt x="64813" y="79411"/>
                  <a:pt x="64813" y="79578"/>
                </a:cubicBezTo>
                <a:cubicBezTo>
                  <a:pt x="64813" y="79878"/>
                  <a:pt x="64846" y="80045"/>
                  <a:pt x="64880" y="80045"/>
                </a:cubicBezTo>
                <a:cubicBezTo>
                  <a:pt x="64946" y="80045"/>
                  <a:pt x="64980" y="79912"/>
                  <a:pt x="64980" y="79645"/>
                </a:cubicBezTo>
                <a:lnTo>
                  <a:pt x="64980" y="79078"/>
                </a:lnTo>
                <a:cubicBezTo>
                  <a:pt x="64980" y="78878"/>
                  <a:pt x="64980" y="78577"/>
                  <a:pt x="64946" y="78311"/>
                </a:cubicBezTo>
                <a:lnTo>
                  <a:pt x="64946" y="78077"/>
                </a:lnTo>
                <a:cubicBezTo>
                  <a:pt x="64946" y="77977"/>
                  <a:pt x="64880" y="77777"/>
                  <a:pt x="64846" y="77510"/>
                </a:cubicBezTo>
                <a:cubicBezTo>
                  <a:pt x="64780" y="77010"/>
                  <a:pt x="64646" y="76209"/>
                  <a:pt x="64213" y="75308"/>
                </a:cubicBezTo>
                <a:cubicBezTo>
                  <a:pt x="63812" y="74374"/>
                  <a:pt x="62978" y="73307"/>
                  <a:pt x="61644" y="72707"/>
                </a:cubicBezTo>
                <a:cubicBezTo>
                  <a:pt x="60310" y="72139"/>
                  <a:pt x="58642" y="72006"/>
                  <a:pt x="56841" y="71973"/>
                </a:cubicBezTo>
                <a:cubicBezTo>
                  <a:pt x="55039" y="71906"/>
                  <a:pt x="53038" y="72006"/>
                  <a:pt x="50970" y="71639"/>
                </a:cubicBezTo>
                <a:cubicBezTo>
                  <a:pt x="50469" y="71539"/>
                  <a:pt x="49936" y="71406"/>
                  <a:pt x="49435" y="71239"/>
                </a:cubicBezTo>
                <a:cubicBezTo>
                  <a:pt x="48868" y="71072"/>
                  <a:pt x="48368" y="70905"/>
                  <a:pt x="47834" y="70705"/>
                </a:cubicBezTo>
                <a:cubicBezTo>
                  <a:pt x="46800" y="70305"/>
                  <a:pt x="45699" y="69838"/>
                  <a:pt x="44599" y="69371"/>
                </a:cubicBezTo>
                <a:cubicBezTo>
                  <a:pt x="43464" y="68904"/>
                  <a:pt x="42297" y="68403"/>
                  <a:pt x="41029" y="68137"/>
                </a:cubicBezTo>
                <a:cubicBezTo>
                  <a:pt x="40033" y="67867"/>
                  <a:pt x="38971" y="67750"/>
                  <a:pt x="37897" y="67750"/>
                </a:cubicBezTo>
                <a:cubicBezTo>
                  <a:pt x="37641" y="67750"/>
                  <a:pt x="37384" y="67757"/>
                  <a:pt x="37127" y="67770"/>
                </a:cubicBezTo>
                <a:cubicBezTo>
                  <a:pt x="35759" y="67803"/>
                  <a:pt x="34425" y="68003"/>
                  <a:pt x="33024" y="68170"/>
                </a:cubicBezTo>
                <a:cubicBezTo>
                  <a:pt x="32323" y="68270"/>
                  <a:pt x="31656" y="68303"/>
                  <a:pt x="30956" y="68337"/>
                </a:cubicBezTo>
                <a:cubicBezTo>
                  <a:pt x="30489" y="68337"/>
                  <a:pt x="30007" y="68352"/>
                  <a:pt x="29530" y="68352"/>
                </a:cubicBezTo>
                <a:cubicBezTo>
                  <a:pt x="29291" y="68352"/>
                  <a:pt x="29054" y="68348"/>
                  <a:pt x="28821" y="68337"/>
                </a:cubicBezTo>
                <a:cubicBezTo>
                  <a:pt x="25985" y="68203"/>
                  <a:pt x="23117" y="67436"/>
                  <a:pt x="20448" y="66102"/>
                </a:cubicBezTo>
                <a:cubicBezTo>
                  <a:pt x="17746" y="64701"/>
                  <a:pt x="14677" y="63967"/>
                  <a:pt x="11675" y="63133"/>
                </a:cubicBezTo>
                <a:cubicBezTo>
                  <a:pt x="10174" y="62699"/>
                  <a:pt x="8673" y="62299"/>
                  <a:pt x="7239" y="61699"/>
                </a:cubicBezTo>
                <a:cubicBezTo>
                  <a:pt x="5771" y="61132"/>
                  <a:pt x="4337" y="60464"/>
                  <a:pt x="3136" y="59464"/>
                </a:cubicBezTo>
                <a:cubicBezTo>
                  <a:pt x="1935" y="58496"/>
                  <a:pt x="1001" y="57129"/>
                  <a:pt x="734" y="55628"/>
                </a:cubicBezTo>
                <a:cubicBezTo>
                  <a:pt x="400" y="54127"/>
                  <a:pt x="667" y="52492"/>
                  <a:pt x="1468" y="51158"/>
                </a:cubicBezTo>
                <a:cubicBezTo>
                  <a:pt x="2235" y="49824"/>
                  <a:pt x="3569" y="48823"/>
                  <a:pt x="5004" y="48423"/>
                </a:cubicBezTo>
                <a:cubicBezTo>
                  <a:pt x="5649" y="48226"/>
                  <a:pt x="6319" y="48148"/>
                  <a:pt x="6952" y="48148"/>
                </a:cubicBezTo>
                <a:cubicBezTo>
                  <a:pt x="7071" y="48148"/>
                  <a:pt x="7189" y="48150"/>
                  <a:pt x="7305" y="48156"/>
                </a:cubicBezTo>
                <a:cubicBezTo>
                  <a:pt x="7739" y="48156"/>
                  <a:pt x="8073" y="48256"/>
                  <a:pt x="8473" y="48289"/>
                </a:cubicBezTo>
                <a:cubicBezTo>
                  <a:pt x="8673" y="48322"/>
                  <a:pt x="8906" y="48322"/>
                  <a:pt x="9107" y="48322"/>
                </a:cubicBezTo>
                <a:cubicBezTo>
                  <a:pt x="9307" y="48322"/>
                  <a:pt x="9507" y="48322"/>
                  <a:pt x="9740" y="48289"/>
                </a:cubicBezTo>
                <a:cubicBezTo>
                  <a:pt x="10574" y="48156"/>
                  <a:pt x="11342" y="47789"/>
                  <a:pt x="11975" y="47288"/>
                </a:cubicBezTo>
                <a:cubicBezTo>
                  <a:pt x="12609" y="46788"/>
                  <a:pt x="13143" y="46188"/>
                  <a:pt x="13643" y="45587"/>
                </a:cubicBezTo>
                <a:cubicBezTo>
                  <a:pt x="14611" y="44353"/>
                  <a:pt x="15578" y="43085"/>
                  <a:pt x="16912" y="42452"/>
                </a:cubicBezTo>
                <a:cubicBezTo>
                  <a:pt x="17467" y="42202"/>
                  <a:pt x="18044" y="42068"/>
                  <a:pt x="18644" y="42068"/>
                </a:cubicBezTo>
                <a:cubicBezTo>
                  <a:pt x="18767" y="42068"/>
                  <a:pt x="18890" y="42073"/>
                  <a:pt x="19014" y="42085"/>
                </a:cubicBezTo>
                <a:cubicBezTo>
                  <a:pt x="19748" y="42118"/>
                  <a:pt x="20481" y="42318"/>
                  <a:pt x="21149" y="42585"/>
                </a:cubicBezTo>
                <a:cubicBezTo>
                  <a:pt x="21816" y="42852"/>
                  <a:pt x="22416" y="43286"/>
                  <a:pt x="23017" y="43753"/>
                </a:cubicBezTo>
                <a:cubicBezTo>
                  <a:pt x="23650" y="44186"/>
                  <a:pt x="24284" y="44653"/>
                  <a:pt x="25118" y="44787"/>
                </a:cubicBezTo>
                <a:cubicBezTo>
                  <a:pt x="25225" y="44804"/>
                  <a:pt x="25335" y="44813"/>
                  <a:pt x="25445" y="44813"/>
                </a:cubicBezTo>
                <a:cubicBezTo>
                  <a:pt x="25746" y="44813"/>
                  <a:pt x="26050" y="44751"/>
                  <a:pt x="26319" y="44653"/>
                </a:cubicBezTo>
                <a:cubicBezTo>
                  <a:pt x="26519" y="44553"/>
                  <a:pt x="26686" y="44486"/>
                  <a:pt x="26853" y="44420"/>
                </a:cubicBezTo>
                <a:cubicBezTo>
                  <a:pt x="27019" y="44320"/>
                  <a:pt x="27186" y="44186"/>
                  <a:pt x="27353" y="44119"/>
                </a:cubicBezTo>
                <a:cubicBezTo>
                  <a:pt x="27520" y="44019"/>
                  <a:pt x="27653" y="43919"/>
                  <a:pt x="27820" y="43786"/>
                </a:cubicBezTo>
                <a:cubicBezTo>
                  <a:pt x="27953" y="43686"/>
                  <a:pt x="28120" y="43586"/>
                  <a:pt x="28254" y="43419"/>
                </a:cubicBezTo>
                <a:cubicBezTo>
                  <a:pt x="28354" y="43286"/>
                  <a:pt x="28487" y="43119"/>
                  <a:pt x="28587" y="42952"/>
                </a:cubicBezTo>
                <a:cubicBezTo>
                  <a:pt x="28687" y="42785"/>
                  <a:pt x="28787" y="42618"/>
                  <a:pt x="28854" y="42452"/>
                </a:cubicBezTo>
                <a:cubicBezTo>
                  <a:pt x="29521" y="41084"/>
                  <a:pt x="29688" y="39650"/>
                  <a:pt x="30088" y="38315"/>
                </a:cubicBezTo>
                <a:cubicBezTo>
                  <a:pt x="30288" y="37648"/>
                  <a:pt x="30489" y="37014"/>
                  <a:pt x="30789" y="36414"/>
                </a:cubicBezTo>
                <a:lnTo>
                  <a:pt x="31022" y="35947"/>
                </a:lnTo>
                <a:lnTo>
                  <a:pt x="31356" y="35513"/>
                </a:lnTo>
                <a:cubicBezTo>
                  <a:pt x="31589" y="35280"/>
                  <a:pt x="31789" y="34980"/>
                  <a:pt x="32023" y="34746"/>
                </a:cubicBezTo>
                <a:cubicBezTo>
                  <a:pt x="32957" y="33679"/>
                  <a:pt x="34158" y="32811"/>
                  <a:pt x="35592" y="32578"/>
                </a:cubicBezTo>
                <a:cubicBezTo>
                  <a:pt x="35792" y="32578"/>
                  <a:pt x="35959" y="32511"/>
                  <a:pt x="36126" y="32478"/>
                </a:cubicBezTo>
                <a:lnTo>
                  <a:pt x="36660" y="32444"/>
                </a:lnTo>
                <a:lnTo>
                  <a:pt x="36926" y="32444"/>
                </a:lnTo>
                <a:lnTo>
                  <a:pt x="37160" y="32478"/>
                </a:lnTo>
                <a:lnTo>
                  <a:pt x="37727" y="32511"/>
                </a:lnTo>
                <a:cubicBezTo>
                  <a:pt x="38461" y="32611"/>
                  <a:pt x="39161" y="32778"/>
                  <a:pt x="39895" y="33011"/>
                </a:cubicBezTo>
                <a:cubicBezTo>
                  <a:pt x="41330" y="33478"/>
                  <a:pt x="42764" y="34079"/>
                  <a:pt x="44198" y="34513"/>
                </a:cubicBezTo>
                <a:cubicBezTo>
                  <a:pt x="44966" y="34746"/>
                  <a:pt x="45733" y="34980"/>
                  <a:pt x="46500" y="35113"/>
                </a:cubicBezTo>
                <a:cubicBezTo>
                  <a:pt x="46878" y="35176"/>
                  <a:pt x="47263" y="35209"/>
                  <a:pt x="47649" y="35209"/>
                </a:cubicBezTo>
                <a:cubicBezTo>
                  <a:pt x="48081" y="35209"/>
                  <a:pt x="48512" y="35168"/>
                  <a:pt x="48935" y="35080"/>
                </a:cubicBezTo>
                <a:cubicBezTo>
                  <a:pt x="49702" y="34913"/>
                  <a:pt x="50469" y="34479"/>
                  <a:pt x="51103" y="33945"/>
                </a:cubicBezTo>
                <a:cubicBezTo>
                  <a:pt x="51670" y="33412"/>
                  <a:pt x="52171" y="32778"/>
                  <a:pt x="52604" y="32077"/>
                </a:cubicBezTo>
                <a:cubicBezTo>
                  <a:pt x="53438" y="30676"/>
                  <a:pt x="54005" y="29175"/>
                  <a:pt x="54672" y="27774"/>
                </a:cubicBezTo>
                <a:cubicBezTo>
                  <a:pt x="55006" y="27007"/>
                  <a:pt x="55406" y="26340"/>
                  <a:pt x="55773" y="25640"/>
                </a:cubicBezTo>
                <a:cubicBezTo>
                  <a:pt x="56174" y="24972"/>
                  <a:pt x="56641" y="24305"/>
                  <a:pt x="57141" y="23705"/>
                </a:cubicBezTo>
                <a:cubicBezTo>
                  <a:pt x="58142" y="22571"/>
                  <a:pt x="59443" y="21603"/>
                  <a:pt x="60810" y="20836"/>
                </a:cubicBezTo>
                <a:cubicBezTo>
                  <a:pt x="62245" y="20036"/>
                  <a:pt x="63679" y="19435"/>
                  <a:pt x="65113" y="18701"/>
                </a:cubicBezTo>
                <a:cubicBezTo>
                  <a:pt x="66581" y="18001"/>
                  <a:pt x="67949" y="17234"/>
                  <a:pt x="69250" y="16266"/>
                </a:cubicBezTo>
                <a:cubicBezTo>
                  <a:pt x="70517" y="15299"/>
                  <a:pt x="71618" y="14198"/>
                  <a:pt x="72819" y="13231"/>
                </a:cubicBezTo>
                <a:cubicBezTo>
                  <a:pt x="73986" y="12197"/>
                  <a:pt x="75254" y="11296"/>
                  <a:pt x="76588" y="10595"/>
                </a:cubicBezTo>
                <a:cubicBezTo>
                  <a:pt x="77255" y="10229"/>
                  <a:pt x="77956" y="9928"/>
                  <a:pt x="78656" y="9661"/>
                </a:cubicBezTo>
                <a:cubicBezTo>
                  <a:pt x="79357" y="9461"/>
                  <a:pt x="80091" y="9295"/>
                  <a:pt x="80824" y="9194"/>
                </a:cubicBezTo>
                <a:cubicBezTo>
                  <a:pt x="81191" y="9161"/>
                  <a:pt x="81592" y="9128"/>
                  <a:pt x="81959" y="9128"/>
                </a:cubicBezTo>
                <a:cubicBezTo>
                  <a:pt x="82326" y="9094"/>
                  <a:pt x="82692" y="9094"/>
                  <a:pt x="83093" y="9061"/>
                </a:cubicBezTo>
                <a:cubicBezTo>
                  <a:pt x="83827" y="8994"/>
                  <a:pt x="84527" y="8928"/>
                  <a:pt x="85294" y="8828"/>
                </a:cubicBezTo>
                <a:cubicBezTo>
                  <a:pt x="86762" y="8627"/>
                  <a:pt x="88196" y="8294"/>
                  <a:pt x="89531" y="7727"/>
                </a:cubicBezTo>
                <a:cubicBezTo>
                  <a:pt x="92199" y="6459"/>
                  <a:pt x="94267" y="4524"/>
                  <a:pt x="96536" y="3190"/>
                </a:cubicBezTo>
                <a:cubicBezTo>
                  <a:pt x="97670" y="2490"/>
                  <a:pt x="98837" y="1923"/>
                  <a:pt x="100005" y="1456"/>
                </a:cubicBezTo>
                <a:cubicBezTo>
                  <a:pt x="101172" y="989"/>
                  <a:pt x="102340" y="655"/>
                  <a:pt x="103541" y="555"/>
                </a:cubicBezTo>
                <a:cubicBezTo>
                  <a:pt x="104092" y="492"/>
                  <a:pt x="104643" y="459"/>
                  <a:pt x="105191" y="459"/>
                </a:cubicBezTo>
                <a:cubicBezTo>
                  <a:pt x="105803" y="459"/>
                  <a:pt x="106411" y="500"/>
                  <a:pt x="107010" y="588"/>
                </a:cubicBezTo>
                <a:cubicBezTo>
                  <a:pt x="107544" y="622"/>
                  <a:pt x="108111" y="788"/>
                  <a:pt x="108644" y="922"/>
                </a:cubicBezTo>
                <a:cubicBezTo>
                  <a:pt x="109178" y="1089"/>
                  <a:pt x="109678" y="1255"/>
                  <a:pt x="110179" y="1422"/>
                </a:cubicBezTo>
                <a:cubicBezTo>
                  <a:pt x="112180" y="2156"/>
                  <a:pt x="113848" y="3157"/>
                  <a:pt x="115383" y="4124"/>
                </a:cubicBezTo>
                <a:cubicBezTo>
                  <a:pt x="118518" y="5925"/>
                  <a:pt x="121487" y="6493"/>
                  <a:pt x="123455" y="6626"/>
                </a:cubicBezTo>
                <a:cubicBezTo>
                  <a:pt x="123855" y="6679"/>
                  <a:pt x="124213" y="6695"/>
                  <a:pt x="124532" y="6695"/>
                </a:cubicBezTo>
                <a:cubicBezTo>
                  <a:pt x="125011" y="6695"/>
                  <a:pt x="125403" y="6659"/>
                  <a:pt x="125723" y="6659"/>
                </a:cubicBezTo>
                <a:lnTo>
                  <a:pt x="126324" y="6659"/>
                </a:lnTo>
                <a:cubicBezTo>
                  <a:pt x="126457" y="6626"/>
                  <a:pt x="126524" y="6626"/>
                  <a:pt x="126524" y="6626"/>
                </a:cubicBezTo>
                <a:cubicBezTo>
                  <a:pt x="128354" y="6391"/>
                  <a:pt x="128729" y="6217"/>
                  <a:pt x="127618" y="6217"/>
                </a:cubicBezTo>
                <a:cubicBezTo>
                  <a:pt x="127311" y="6217"/>
                  <a:pt x="126891" y="6230"/>
                  <a:pt x="126357" y="6259"/>
                </a:cubicBezTo>
                <a:cubicBezTo>
                  <a:pt x="126357" y="6259"/>
                  <a:pt x="126257" y="6292"/>
                  <a:pt x="126157" y="6292"/>
                </a:cubicBezTo>
                <a:lnTo>
                  <a:pt x="125556" y="6292"/>
                </a:lnTo>
                <a:cubicBezTo>
                  <a:pt x="125271" y="6292"/>
                  <a:pt x="124908" y="6314"/>
                  <a:pt x="124464" y="6314"/>
                </a:cubicBezTo>
                <a:cubicBezTo>
                  <a:pt x="124130" y="6314"/>
                  <a:pt x="123750" y="6302"/>
                  <a:pt x="123322" y="6259"/>
                </a:cubicBezTo>
                <a:cubicBezTo>
                  <a:pt x="121387" y="6126"/>
                  <a:pt x="118518" y="5525"/>
                  <a:pt x="115383" y="3757"/>
                </a:cubicBezTo>
                <a:cubicBezTo>
                  <a:pt x="113848" y="2823"/>
                  <a:pt x="112147" y="1756"/>
                  <a:pt x="110145" y="989"/>
                </a:cubicBezTo>
                <a:cubicBezTo>
                  <a:pt x="109645" y="822"/>
                  <a:pt x="109145" y="655"/>
                  <a:pt x="108578" y="488"/>
                </a:cubicBezTo>
                <a:cubicBezTo>
                  <a:pt x="108044" y="355"/>
                  <a:pt x="107510" y="188"/>
                  <a:pt x="106910" y="155"/>
                </a:cubicBezTo>
                <a:cubicBezTo>
                  <a:pt x="106334" y="50"/>
                  <a:pt x="105722" y="0"/>
                  <a:pt x="105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83" name="Google Shape;2783;p23"/>
          <p:cNvSpPr/>
          <p:nvPr/>
        </p:nvSpPr>
        <p:spPr>
          <a:xfrm>
            <a:off x="8206756" y="4699008"/>
            <a:ext cx="395404" cy="219733"/>
          </a:xfrm>
          <a:custGeom>
            <a:avLst/>
            <a:gdLst/>
            <a:ahLst/>
            <a:cxnLst/>
            <a:rect l="l" t="t" r="r" b="b"/>
            <a:pathLst>
              <a:path w="17813" h="9899" extrusionOk="0">
                <a:moveTo>
                  <a:pt x="3546" y="0"/>
                </a:moveTo>
                <a:cubicBezTo>
                  <a:pt x="2909" y="0"/>
                  <a:pt x="2293" y="245"/>
                  <a:pt x="1868" y="617"/>
                </a:cubicBezTo>
                <a:cubicBezTo>
                  <a:pt x="1268" y="1051"/>
                  <a:pt x="967" y="1651"/>
                  <a:pt x="701" y="2151"/>
                </a:cubicBezTo>
                <a:cubicBezTo>
                  <a:pt x="467" y="2685"/>
                  <a:pt x="267" y="3152"/>
                  <a:pt x="200" y="3552"/>
                </a:cubicBezTo>
                <a:cubicBezTo>
                  <a:pt x="133" y="3986"/>
                  <a:pt x="67" y="4320"/>
                  <a:pt x="33" y="4520"/>
                </a:cubicBezTo>
                <a:cubicBezTo>
                  <a:pt x="0" y="4720"/>
                  <a:pt x="0" y="4853"/>
                  <a:pt x="0" y="4853"/>
                </a:cubicBezTo>
                <a:cubicBezTo>
                  <a:pt x="0" y="4995"/>
                  <a:pt x="94" y="5071"/>
                  <a:pt x="187" y="5071"/>
                </a:cubicBezTo>
                <a:cubicBezTo>
                  <a:pt x="270" y="5071"/>
                  <a:pt x="351" y="5012"/>
                  <a:pt x="367" y="4887"/>
                </a:cubicBezTo>
                <a:cubicBezTo>
                  <a:pt x="367" y="4887"/>
                  <a:pt x="367" y="4787"/>
                  <a:pt x="400" y="4553"/>
                </a:cubicBezTo>
                <a:cubicBezTo>
                  <a:pt x="467" y="4353"/>
                  <a:pt x="500" y="4019"/>
                  <a:pt x="634" y="3653"/>
                </a:cubicBezTo>
                <a:cubicBezTo>
                  <a:pt x="701" y="3286"/>
                  <a:pt x="867" y="2819"/>
                  <a:pt x="1101" y="2352"/>
                </a:cubicBezTo>
                <a:cubicBezTo>
                  <a:pt x="1368" y="1885"/>
                  <a:pt x="1701" y="1384"/>
                  <a:pt x="2168" y="1051"/>
                </a:cubicBezTo>
                <a:cubicBezTo>
                  <a:pt x="2526" y="795"/>
                  <a:pt x="2962" y="638"/>
                  <a:pt x="3431" y="638"/>
                </a:cubicBezTo>
                <a:cubicBezTo>
                  <a:pt x="3574" y="638"/>
                  <a:pt x="3721" y="652"/>
                  <a:pt x="3869" y="684"/>
                </a:cubicBezTo>
                <a:cubicBezTo>
                  <a:pt x="4036" y="717"/>
                  <a:pt x="4170" y="784"/>
                  <a:pt x="4336" y="817"/>
                </a:cubicBezTo>
                <a:cubicBezTo>
                  <a:pt x="4470" y="817"/>
                  <a:pt x="4470" y="851"/>
                  <a:pt x="4537" y="884"/>
                </a:cubicBezTo>
                <a:cubicBezTo>
                  <a:pt x="4570" y="951"/>
                  <a:pt x="4670" y="984"/>
                  <a:pt x="4703" y="1017"/>
                </a:cubicBezTo>
                <a:cubicBezTo>
                  <a:pt x="4904" y="1217"/>
                  <a:pt x="5137" y="1518"/>
                  <a:pt x="5270" y="1818"/>
                </a:cubicBezTo>
                <a:cubicBezTo>
                  <a:pt x="5504" y="2118"/>
                  <a:pt x="5671" y="2452"/>
                  <a:pt x="5904" y="2785"/>
                </a:cubicBezTo>
                <a:cubicBezTo>
                  <a:pt x="6038" y="2885"/>
                  <a:pt x="6171" y="3052"/>
                  <a:pt x="6371" y="3186"/>
                </a:cubicBezTo>
                <a:cubicBezTo>
                  <a:pt x="6471" y="3286"/>
                  <a:pt x="6538" y="3286"/>
                  <a:pt x="6671" y="3352"/>
                </a:cubicBezTo>
                <a:cubicBezTo>
                  <a:pt x="6838" y="3386"/>
                  <a:pt x="6872" y="3386"/>
                  <a:pt x="7005" y="3452"/>
                </a:cubicBezTo>
                <a:lnTo>
                  <a:pt x="7305" y="3486"/>
                </a:lnTo>
                <a:lnTo>
                  <a:pt x="7572" y="3486"/>
                </a:lnTo>
                <a:cubicBezTo>
                  <a:pt x="7772" y="3486"/>
                  <a:pt x="7939" y="3452"/>
                  <a:pt x="8173" y="3386"/>
                </a:cubicBezTo>
                <a:cubicBezTo>
                  <a:pt x="8339" y="3352"/>
                  <a:pt x="8506" y="3286"/>
                  <a:pt x="8673" y="3186"/>
                </a:cubicBezTo>
                <a:cubicBezTo>
                  <a:pt x="8840" y="3152"/>
                  <a:pt x="9006" y="3052"/>
                  <a:pt x="9107" y="2985"/>
                </a:cubicBezTo>
                <a:cubicBezTo>
                  <a:pt x="9407" y="2852"/>
                  <a:pt x="9674" y="2719"/>
                  <a:pt x="9940" y="2652"/>
                </a:cubicBezTo>
                <a:lnTo>
                  <a:pt x="10174" y="2618"/>
                </a:lnTo>
                <a:cubicBezTo>
                  <a:pt x="10241" y="2552"/>
                  <a:pt x="10341" y="2552"/>
                  <a:pt x="10407" y="2552"/>
                </a:cubicBezTo>
                <a:lnTo>
                  <a:pt x="10874" y="2552"/>
                </a:lnTo>
                <a:cubicBezTo>
                  <a:pt x="11041" y="2552"/>
                  <a:pt x="11175" y="2618"/>
                  <a:pt x="11341" y="2618"/>
                </a:cubicBezTo>
                <a:cubicBezTo>
                  <a:pt x="11475" y="2652"/>
                  <a:pt x="11642" y="2685"/>
                  <a:pt x="11742" y="2785"/>
                </a:cubicBezTo>
                <a:cubicBezTo>
                  <a:pt x="12042" y="2885"/>
                  <a:pt x="12309" y="3119"/>
                  <a:pt x="12509" y="3352"/>
                </a:cubicBezTo>
                <a:cubicBezTo>
                  <a:pt x="12909" y="3853"/>
                  <a:pt x="13209" y="4520"/>
                  <a:pt x="13476" y="5154"/>
                </a:cubicBezTo>
                <a:cubicBezTo>
                  <a:pt x="13710" y="5787"/>
                  <a:pt x="13910" y="6455"/>
                  <a:pt x="14143" y="7055"/>
                </a:cubicBezTo>
                <a:cubicBezTo>
                  <a:pt x="14344" y="7689"/>
                  <a:pt x="14544" y="8289"/>
                  <a:pt x="14877" y="8790"/>
                </a:cubicBezTo>
                <a:cubicBezTo>
                  <a:pt x="15211" y="9223"/>
                  <a:pt x="15645" y="9657"/>
                  <a:pt x="16078" y="9790"/>
                </a:cubicBezTo>
                <a:cubicBezTo>
                  <a:pt x="16312" y="9874"/>
                  <a:pt x="16512" y="9899"/>
                  <a:pt x="16687" y="9899"/>
                </a:cubicBezTo>
                <a:cubicBezTo>
                  <a:pt x="16862" y="9899"/>
                  <a:pt x="17012" y="9874"/>
                  <a:pt x="17146" y="9857"/>
                </a:cubicBezTo>
                <a:cubicBezTo>
                  <a:pt x="17379" y="9824"/>
                  <a:pt x="17513" y="9790"/>
                  <a:pt x="17513" y="9790"/>
                </a:cubicBezTo>
                <a:cubicBezTo>
                  <a:pt x="17813" y="9657"/>
                  <a:pt x="17679" y="9357"/>
                  <a:pt x="17446" y="9290"/>
                </a:cubicBezTo>
                <a:cubicBezTo>
                  <a:pt x="17446" y="9273"/>
                  <a:pt x="17440" y="9267"/>
                  <a:pt x="17427" y="9267"/>
                </a:cubicBezTo>
                <a:cubicBezTo>
                  <a:pt x="17387" y="9267"/>
                  <a:pt x="17287" y="9323"/>
                  <a:pt x="17112" y="9323"/>
                </a:cubicBezTo>
                <a:cubicBezTo>
                  <a:pt x="17046" y="9334"/>
                  <a:pt x="16968" y="9342"/>
                  <a:pt x="16881" y="9342"/>
                </a:cubicBezTo>
                <a:cubicBezTo>
                  <a:pt x="16708" y="9342"/>
                  <a:pt x="16501" y="9312"/>
                  <a:pt x="16278" y="9223"/>
                </a:cubicBezTo>
                <a:cubicBezTo>
                  <a:pt x="15945" y="9123"/>
                  <a:pt x="15645" y="8823"/>
                  <a:pt x="15378" y="8356"/>
                </a:cubicBezTo>
                <a:cubicBezTo>
                  <a:pt x="15077" y="7889"/>
                  <a:pt x="14911" y="7355"/>
                  <a:pt x="14711" y="6721"/>
                </a:cubicBezTo>
                <a:cubicBezTo>
                  <a:pt x="14544" y="6154"/>
                  <a:pt x="14377" y="5454"/>
                  <a:pt x="14110" y="4787"/>
                </a:cubicBezTo>
                <a:cubicBezTo>
                  <a:pt x="13877" y="4120"/>
                  <a:pt x="13576" y="3386"/>
                  <a:pt x="13076" y="2785"/>
                </a:cubicBezTo>
                <a:cubicBezTo>
                  <a:pt x="12576" y="2151"/>
                  <a:pt x="11742" y="1718"/>
                  <a:pt x="10941" y="1718"/>
                </a:cubicBezTo>
                <a:cubicBezTo>
                  <a:pt x="10841" y="1701"/>
                  <a:pt x="10741" y="1693"/>
                  <a:pt x="10645" y="1693"/>
                </a:cubicBezTo>
                <a:cubicBezTo>
                  <a:pt x="10549" y="1693"/>
                  <a:pt x="10458" y="1701"/>
                  <a:pt x="10374" y="1718"/>
                </a:cubicBezTo>
                <a:cubicBezTo>
                  <a:pt x="10241" y="1785"/>
                  <a:pt x="10174" y="1785"/>
                  <a:pt x="10074" y="1785"/>
                </a:cubicBezTo>
                <a:lnTo>
                  <a:pt x="9807" y="1851"/>
                </a:lnTo>
                <a:cubicBezTo>
                  <a:pt x="9440" y="1985"/>
                  <a:pt x="9107" y="2151"/>
                  <a:pt x="8840" y="2285"/>
                </a:cubicBezTo>
                <a:cubicBezTo>
                  <a:pt x="8394" y="2547"/>
                  <a:pt x="7969" y="2727"/>
                  <a:pt x="7531" y="2727"/>
                </a:cubicBezTo>
                <a:cubicBezTo>
                  <a:pt x="7413" y="2727"/>
                  <a:pt x="7293" y="2714"/>
                  <a:pt x="7172" y="2685"/>
                </a:cubicBezTo>
                <a:cubicBezTo>
                  <a:pt x="6671" y="2685"/>
                  <a:pt x="6271" y="2051"/>
                  <a:pt x="5904" y="1451"/>
                </a:cubicBezTo>
                <a:cubicBezTo>
                  <a:pt x="5704" y="1151"/>
                  <a:pt x="5504" y="817"/>
                  <a:pt x="5170" y="517"/>
                </a:cubicBezTo>
                <a:cubicBezTo>
                  <a:pt x="5104" y="450"/>
                  <a:pt x="5004" y="350"/>
                  <a:pt x="4904" y="317"/>
                </a:cubicBezTo>
                <a:cubicBezTo>
                  <a:pt x="4837" y="283"/>
                  <a:pt x="4703" y="183"/>
                  <a:pt x="4603" y="183"/>
                </a:cubicBezTo>
                <a:cubicBezTo>
                  <a:pt x="4403" y="150"/>
                  <a:pt x="4236" y="117"/>
                  <a:pt x="4036" y="50"/>
                </a:cubicBezTo>
                <a:cubicBezTo>
                  <a:pt x="3873" y="16"/>
                  <a:pt x="3709" y="0"/>
                  <a:pt x="35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84" name="Google Shape;2784;p23"/>
          <p:cNvSpPr/>
          <p:nvPr/>
        </p:nvSpPr>
        <p:spPr>
          <a:xfrm>
            <a:off x="8843802" y="4290175"/>
            <a:ext cx="350698" cy="171587"/>
          </a:xfrm>
          <a:custGeom>
            <a:avLst/>
            <a:gdLst/>
            <a:ahLst/>
            <a:cxnLst/>
            <a:rect l="l" t="t" r="r" b="b"/>
            <a:pathLst>
              <a:path w="15799" h="7730" extrusionOk="0">
                <a:moveTo>
                  <a:pt x="2764" y="0"/>
                </a:moveTo>
                <a:cubicBezTo>
                  <a:pt x="2541" y="0"/>
                  <a:pt x="2325" y="26"/>
                  <a:pt x="2123" y="88"/>
                </a:cubicBezTo>
                <a:cubicBezTo>
                  <a:pt x="1656" y="222"/>
                  <a:pt x="1222" y="455"/>
                  <a:pt x="989" y="755"/>
                </a:cubicBezTo>
                <a:cubicBezTo>
                  <a:pt x="722" y="1055"/>
                  <a:pt x="555" y="1389"/>
                  <a:pt x="455" y="1623"/>
                </a:cubicBezTo>
                <a:cubicBezTo>
                  <a:pt x="322" y="1923"/>
                  <a:pt x="222" y="2123"/>
                  <a:pt x="188" y="2323"/>
                </a:cubicBezTo>
                <a:cubicBezTo>
                  <a:pt x="55" y="2757"/>
                  <a:pt x="22" y="2957"/>
                  <a:pt x="22" y="2957"/>
                </a:cubicBezTo>
                <a:cubicBezTo>
                  <a:pt x="1" y="3081"/>
                  <a:pt x="133" y="3166"/>
                  <a:pt x="245" y="3166"/>
                </a:cubicBezTo>
                <a:cubicBezTo>
                  <a:pt x="314" y="3166"/>
                  <a:pt x="376" y="3133"/>
                  <a:pt x="388" y="3057"/>
                </a:cubicBezTo>
                <a:cubicBezTo>
                  <a:pt x="388" y="3057"/>
                  <a:pt x="455" y="2823"/>
                  <a:pt x="555" y="2456"/>
                </a:cubicBezTo>
                <a:cubicBezTo>
                  <a:pt x="722" y="2090"/>
                  <a:pt x="889" y="1556"/>
                  <a:pt x="1356" y="1089"/>
                </a:cubicBezTo>
                <a:cubicBezTo>
                  <a:pt x="1556" y="822"/>
                  <a:pt x="1856" y="655"/>
                  <a:pt x="2223" y="588"/>
                </a:cubicBezTo>
                <a:cubicBezTo>
                  <a:pt x="2409" y="542"/>
                  <a:pt x="2595" y="517"/>
                  <a:pt x="2784" y="517"/>
                </a:cubicBezTo>
                <a:cubicBezTo>
                  <a:pt x="3002" y="517"/>
                  <a:pt x="3225" y="550"/>
                  <a:pt x="3457" y="622"/>
                </a:cubicBezTo>
                <a:lnTo>
                  <a:pt x="3624" y="689"/>
                </a:lnTo>
                <a:cubicBezTo>
                  <a:pt x="3624" y="689"/>
                  <a:pt x="3657" y="689"/>
                  <a:pt x="3691" y="722"/>
                </a:cubicBezTo>
                <a:cubicBezTo>
                  <a:pt x="3791" y="789"/>
                  <a:pt x="3858" y="855"/>
                  <a:pt x="3958" y="922"/>
                </a:cubicBezTo>
                <a:cubicBezTo>
                  <a:pt x="4124" y="1055"/>
                  <a:pt x="4291" y="1256"/>
                  <a:pt x="4458" y="1422"/>
                </a:cubicBezTo>
                <a:cubicBezTo>
                  <a:pt x="4792" y="1789"/>
                  <a:pt x="5225" y="2256"/>
                  <a:pt x="5892" y="2390"/>
                </a:cubicBezTo>
                <a:lnTo>
                  <a:pt x="5859" y="2390"/>
                </a:lnTo>
                <a:cubicBezTo>
                  <a:pt x="5992" y="2423"/>
                  <a:pt x="6193" y="2523"/>
                  <a:pt x="6459" y="2523"/>
                </a:cubicBezTo>
                <a:cubicBezTo>
                  <a:pt x="6693" y="2523"/>
                  <a:pt x="6993" y="2456"/>
                  <a:pt x="7293" y="2356"/>
                </a:cubicBezTo>
                <a:cubicBezTo>
                  <a:pt x="7860" y="2123"/>
                  <a:pt x="8361" y="1756"/>
                  <a:pt x="8828" y="1623"/>
                </a:cubicBezTo>
                <a:cubicBezTo>
                  <a:pt x="8895" y="1623"/>
                  <a:pt x="8961" y="1589"/>
                  <a:pt x="8995" y="1589"/>
                </a:cubicBezTo>
                <a:lnTo>
                  <a:pt x="9128" y="1589"/>
                </a:lnTo>
                <a:cubicBezTo>
                  <a:pt x="9228" y="1623"/>
                  <a:pt x="9362" y="1623"/>
                  <a:pt x="9495" y="1689"/>
                </a:cubicBezTo>
                <a:cubicBezTo>
                  <a:pt x="9728" y="1756"/>
                  <a:pt x="9995" y="1789"/>
                  <a:pt x="10129" y="1956"/>
                </a:cubicBezTo>
                <a:cubicBezTo>
                  <a:pt x="10462" y="2223"/>
                  <a:pt x="10396" y="2790"/>
                  <a:pt x="10362" y="3424"/>
                </a:cubicBezTo>
                <a:cubicBezTo>
                  <a:pt x="10362" y="3724"/>
                  <a:pt x="10362" y="4058"/>
                  <a:pt x="10396" y="4391"/>
                </a:cubicBezTo>
                <a:cubicBezTo>
                  <a:pt x="10462" y="4725"/>
                  <a:pt x="10529" y="5058"/>
                  <a:pt x="10696" y="5359"/>
                </a:cubicBezTo>
                <a:cubicBezTo>
                  <a:pt x="11029" y="5926"/>
                  <a:pt x="11463" y="6359"/>
                  <a:pt x="11897" y="6726"/>
                </a:cubicBezTo>
                <a:cubicBezTo>
                  <a:pt x="12667" y="7325"/>
                  <a:pt x="13511" y="7729"/>
                  <a:pt x="14219" y="7729"/>
                </a:cubicBezTo>
                <a:cubicBezTo>
                  <a:pt x="14338" y="7729"/>
                  <a:pt x="14454" y="7718"/>
                  <a:pt x="14565" y="7694"/>
                </a:cubicBezTo>
                <a:cubicBezTo>
                  <a:pt x="14799" y="7694"/>
                  <a:pt x="14932" y="7593"/>
                  <a:pt x="15066" y="7560"/>
                </a:cubicBezTo>
                <a:cubicBezTo>
                  <a:pt x="15199" y="7460"/>
                  <a:pt x="15332" y="7393"/>
                  <a:pt x="15399" y="7360"/>
                </a:cubicBezTo>
                <a:cubicBezTo>
                  <a:pt x="15566" y="7227"/>
                  <a:pt x="15666" y="7126"/>
                  <a:pt x="15666" y="7126"/>
                </a:cubicBezTo>
                <a:cubicBezTo>
                  <a:pt x="15798" y="6968"/>
                  <a:pt x="15658" y="6830"/>
                  <a:pt x="15477" y="6830"/>
                </a:cubicBezTo>
                <a:cubicBezTo>
                  <a:pt x="15430" y="6830"/>
                  <a:pt x="15381" y="6839"/>
                  <a:pt x="15332" y="6860"/>
                </a:cubicBezTo>
                <a:cubicBezTo>
                  <a:pt x="15332" y="6860"/>
                  <a:pt x="15066" y="7193"/>
                  <a:pt x="14465" y="7260"/>
                </a:cubicBezTo>
                <a:cubicBezTo>
                  <a:pt x="14400" y="7270"/>
                  <a:pt x="14333" y="7275"/>
                  <a:pt x="14263" y="7275"/>
                </a:cubicBezTo>
                <a:cubicBezTo>
                  <a:pt x="13654" y="7275"/>
                  <a:pt x="12882" y="6891"/>
                  <a:pt x="12164" y="6293"/>
                </a:cubicBezTo>
                <a:cubicBezTo>
                  <a:pt x="11797" y="5926"/>
                  <a:pt x="11396" y="5525"/>
                  <a:pt x="11163" y="5058"/>
                </a:cubicBezTo>
                <a:cubicBezTo>
                  <a:pt x="10896" y="4625"/>
                  <a:pt x="10896" y="4058"/>
                  <a:pt x="10963" y="3457"/>
                </a:cubicBezTo>
                <a:cubicBezTo>
                  <a:pt x="10996" y="3190"/>
                  <a:pt x="11029" y="2823"/>
                  <a:pt x="10996" y="2490"/>
                </a:cubicBezTo>
                <a:cubicBezTo>
                  <a:pt x="10996" y="2156"/>
                  <a:pt x="10863" y="1756"/>
                  <a:pt x="10562" y="1456"/>
                </a:cubicBezTo>
                <a:cubicBezTo>
                  <a:pt x="10296" y="1156"/>
                  <a:pt x="9962" y="1089"/>
                  <a:pt x="9662" y="955"/>
                </a:cubicBezTo>
                <a:cubicBezTo>
                  <a:pt x="9495" y="955"/>
                  <a:pt x="9362" y="922"/>
                  <a:pt x="9195" y="889"/>
                </a:cubicBezTo>
                <a:lnTo>
                  <a:pt x="8895" y="889"/>
                </a:lnTo>
                <a:cubicBezTo>
                  <a:pt x="8828" y="889"/>
                  <a:pt x="8728" y="922"/>
                  <a:pt x="8661" y="922"/>
                </a:cubicBezTo>
                <a:cubicBezTo>
                  <a:pt x="7994" y="1122"/>
                  <a:pt x="7527" y="1522"/>
                  <a:pt x="7060" y="1689"/>
                </a:cubicBezTo>
                <a:cubicBezTo>
                  <a:pt x="6873" y="1783"/>
                  <a:pt x="6694" y="1811"/>
                  <a:pt x="6539" y="1811"/>
                </a:cubicBezTo>
                <a:cubicBezTo>
                  <a:pt x="6361" y="1811"/>
                  <a:pt x="6215" y="1774"/>
                  <a:pt x="6126" y="1756"/>
                </a:cubicBezTo>
                <a:lnTo>
                  <a:pt x="6059" y="1756"/>
                </a:lnTo>
                <a:cubicBezTo>
                  <a:pt x="5626" y="1689"/>
                  <a:pt x="5292" y="1389"/>
                  <a:pt x="4892" y="1022"/>
                </a:cubicBezTo>
                <a:cubicBezTo>
                  <a:pt x="4725" y="822"/>
                  <a:pt x="4525" y="622"/>
                  <a:pt x="4325" y="455"/>
                </a:cubicBezTo>
                <a:cubicBezTo>
                  <a:pt x="4225" y="322"/>
                  <a:pt x="4124" y="288"/>
                  <a:pt x="3991" y="222"/>
                </a:cubicBezTo>
                <a:lnTo>
                  <a:pt x="3891" y="155"/>
                </a:lnTo>
                <a:cubicBezTo>
                  <a:pt x="3858" y="155"/>
                  <a:pt x="3824" y="121"/>
                  <a:pt x="3791" y="121"/>
                </a:cubicBezTo>
                <a:lnTo>
                  <a:pt x="3557" y="88"/>
                </a:lnTo>
                <a:cubicBezTo>
                  <a:pt x="3290" y="35"/>
                  <a:pt x="3022" y="0"/>
                  <a:pt x="27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85" name="Google Shape;2785;p23"/>
          <p:cNvSpPr/>
          <p:nvPr/>
        </p:nvSpPr>
        <p:spPr>
          <a:xfrm>
            <a:off x="8833169" y="4776699"/>
            <a:ext cx="373762" cy="172430"/>
          </a:xfrm>
          <a:custGeom>
            <a:avLst/>
            <a:gdLst/>
            <a:ahLst/>
            <a:cxnLst/>
            <a:rect l="l" t="t" r="r" b="b"/>
            <a:pathLst>
              <a:path w="16838" h="7768" extrusionOk="0">
                <a:moveTo>
                  <a:pt x="2026" y="1"/>
                </a:moveTo>
                <a:cubicBezTo>
                  <a:pt x="1861" y="1"/>
                  <a:pt x="1690" y="30"/>
                  <a:pt x="1535" y="119"/>
                </a:cubicBezTo>
                <a:cubicBezTo>
                  <a:pt x="1101" y="319"/>
                  <a:pt x="867" y="686"/>
                  <a:pt x="701" y="1020"/>
                </a:cubicBezTo>
                <a:cubicBezTo>
                  <a:pt x="534" y="1353"/>
                  <a:pt x="434" y="1687"/>
                  <a:pt x="300" y="2021"/>
                </a:cubicBezTo>
                <a:cubicBezTo>
                  <a:pt x="267" y="2121"/>
                  <a:pt x="267" y="2187"/>
                  <a:pt x="200" y="2287"/>
                </a:cubicBezTo>
                <a:lnTo>
                  <a:pt x="167" y="2521"/>
                </a:lnTo>
                <a:cubicBezTo>
                  <a:pt x="134" y="2688"/>
                  <a:pt x="100" y="2854"/>
                  <a:pt x="100" y="3021"/>
                </a:cubicBezTo>
                <a:cubicBezTo>
                  <a:pt x="0" y="4356"/>
                  <a:pt x="200" y="5523"/>
                  <a:pt x="367" y="6324"/>
                </a:cubicBezTo>
                <a:cubicBezTo>
                  <a:pt x="534" y="7158"/>
                  <a:pt x="701" y="7625"/>
                  <a:pt x="701" y="7625"/>
                </a:cubicBezTo>
                <a:cubicBezTo>
                  <a:pt x="743" y="7722"/>
                  <a:pt x="825" y="7767"/>
                  <a:pt x="905" y="7767"/>
                </a:cubicBezTo>
                <a:cubicBezTo>
                  <a:pt x="1016" y="7767"/>
                  <a:pt x="1120" y="7680"/>
                  <a:pt x="1101" y="7524"/>
                </a:cubicBezTo>
                <a:cubicBezTo>
                  <a:pt x="1101" y="7524"/>
                  <a:pt x="968" y="7057"/>
                  <a:pt x="834" y="6290"/>
                </a:cubicBezTo>
                <a:cubicBezTo>
                  <a:pt x="701" y="5490"/>
                  <a:pt x="534" y="4356"/>
                  <a:pt x="667" y="3121"/>
                </a:cubicBezTo>
                <a:cubicBezTo>
                  <a:pt x="667" y="2955"/>
                  <a:pt x="701" y="2821"/>
                  <a:pt x="767" y="2654"/>
                </a:cubicBezTo>
                <a:lnTo>
                  <a:pt x="801" y="2454"/>
                </a:lnTo>
                <a:cubicBezTo>
                  <a:pt x="834" y="2387"/>
                  <a:pt x="834" y="2321"/>
                  <a:pt x="867" y="2221"/>
                </a:cubicBezTo>
                <a:cubicBezTo>
                  <a:pt x="1001" y="1887"/>
                  <a:pt x="1134" y="1620"/>
                  <a:pt x="1301" y="1320"/>
                </a:cubicBezTo>
                <a:cubicBezTo>
                  <a:pt x="1468" y="1053"/>
                  <a:pt x="1668" y="786"/>
                  <a:pt x="1868" y="686"/>
                </a:cubicBezTo>
                <a:cubicBezTo>
                  <a:pt x="1944" y="643"/>
                  <a:pt x="2016" y="624"/>
                  <a:pt x="2089" y="624"/>
                </a:cubicBezTo>
                <a:cubicBezTo>
                  <a:pt x="2241" y="624"/>
                  <a:pt x="2399" y="707"/>
                  <a:pt x="2602" y="820"/>
                </a:cubicBezTo>
                <a:cubicBezTo>
                  <a:pt x="3136" y="1153"/>
                  <a:pt x="3636" y="1687"/>
                  <a:pt x="4203" y="2121"/>
                </a:cubicBezTo>
                <a:cubicBezTo>
                  <a:pt x="4503" y="2321"/>
                  <a:pt x="4804" y="2521"/>
                  <a:pt x="5137" y="2688"/>
                </a:cubicBezTo>
                <a:cubicBezTo>
                  <a:pt x="5304" y="2788"/>
                  <a:pt x="5504" y="2854"/>
                  <a:pt x="5671" y="2888"/>
                </a:cubicBezTo>
                <a:cubicBezTo>
                  <a:pt x="5871" y="2955"/>
                  <a:pt x="6038" y="2955"/>
                  <a:pt x="6205" y="2988"/>
                </a:cubicBezTo>
                <a:cubicBezTo>
                  <a:pt x="6293" y="2997"/>
                  <a:pt x="6383" y="3001"/>
                  <a:pt x="6475" y="3001"/>
                </a:cubicBezTo>
                <a:cubicBezTo>
                  <a:pt x="7074" y="3001"/>
                  <a:pt x="7728" y="2823"/>
                  <a:pt x="8306" y="2621"/>
                </a:cubicBezTo>
                <a:cubicBezTo>
                  <a:pt x="8831" y="2385"/>
                  <a:pt x="9315" y="2169"/>
                  <a:pt x="9773" y="2169"/>
                </a:cubicBezTo>
                <a:cubicBezTo>
                  <a:pt x="9897" y="2169"/>
                  <a:pt x="10020" y="2185"/>
                  <a:pt x="10141" y="2221"/>
                </a:cubicBezTo>
                <a:cubicBezTo>
                  <a:pt x="10674" y="2387"/>
                  <a:pt x="11175" y="2955"/>
                  <a:pt x="11608" y="3455"/>
                </a:cubicBezTo>
                <a:cubicBezTo>
                  <a:pt x="12009" y="3955"/>
                  <a:pt x="12342" y="4556"/>
                  <a:pt x="12676" y="5123"/>
                </a:cubicBezTo>
                <a:cubicBezTo>
                  <a:pt x="13009" y="5656"/>
                  <a:pt x="13376" y="6190"/>
                  <a:pt x="13877" y="6557"/>
                </a:cubicBezTo>
                <a:cubicBezTo>
                  <a:pt x="14260" y="6886"/>
                  <a:pt x="14757" y="6967"/>
                  <a:pt x="15144" y="6967"/>
                </a:cubicBezTo>
                <a:cubicBezTo>
                  <a:pt x="15228" y="6967"/>
                  <a:pt x="15306" y="6963"/>
                  <a:pt x="15378" y="6957"/>
                </a:cubicBezTo>
                <a:cubicBezTo>
                  <a:pt x="15811" y="6857"/>
                  <a:pt x="16145" y="6724"/>
                  <a:pt x="16345" y="6657"/>
                </a:cubicBezTo>
                <a:cubicBezTo>
                  <a:pt x="16545" y="6524"/>
                  <a:pt x="16679" y="6490"/>
                  <a:pt x="16679" y="6490"/>
                </a:cubicBezTo>
                <a:cubicBezTo>
                  <a:pt x="16837" y="6385"/>
                  <a:pt x="16807" y="6174"/>
                  <a:pt x="16639" y="6174"/>
                </a:cubicBezTo>
                <a:cubicBezTo>
                  <a:pt x="16595" y="6174"/>
                  <a:pt x="16541" y="6189"/>
                  <a:pt x="16479" y="6224"/>
                </a:cubicBezTo>
                <a:cubicBezTo>
                  <a:pt x="16479" y="6224"/>
                  <a:pt x="16379" y="6290"/>
                  <a:pt x="16178" y="6357"/>
                </a:cubicBezTo>
                <a:cubicBezTo>
                  <a:pt x="15978" y="6390"/>
                  <a:pt x="15678" y="6524"/>
                  <a:pt x="15311" y="6557"/>
                </a:cubicBezTo>
                <a:cubicBezTo>
                  <a:pt x="15246" y="6570"/>
                  <a:pt x="15175" y="6577"/>
                  <a:pt x="15101" y="6577"/>
                </a:cubicBezTo>
                <a:cubicBezTo>
                  <a:pt x="14798" y="6577"/>
                  <a:pt x="14439" y="6465"/>
                  <a:pt x="14144" y="6224"/>
                </a:cubicBezTo>
                <a:cubicBezTo>
                  <a:pt x="13777" y="5957"/>
                  <a:pt x="13443" y="5456"/>
                  <a:pt x="13143" y="4889"/>
                </a:cubicBezTo>
                <a:cubicBezTo>
                  <a:pt x="12843" y="4322"/>
                  <a:pt x="12509" y="3688"/>
                  <a:pt x="12109" y="3121"/>
                </a:cubicBezTo>
                <a:cubicBezTo>
                  <a:pt x="12009" y="2988"/>
                  <a:pt x="11875" y="2821"/>
                  <a:pt x="11775" y="2688"/>
                </a:cubicBezTo>
                <a:cubicBezTo>
                  <a:pt x="11642" y="2521"/>
                  <a:pt x="11475" y="2387"/>
                  <a:pt x="11342" y="2287"/>
                </a:cubicBezTo>
                <a:cubicBezTo>
                  <a:pt x="11041" y="2021"/>
                  <a:pt x="10708" y="1787"/>
                  <a:pt x="10308" y="1654"/>
                </a:cubicBezTo>
                <a:cubicBezTo>
                  <a:pt x="10106" y="1592"/>
                  <a:pt x="9904" y="1566"/>
                  <a:pt x="9706" y="1566"/>
                </a:cubicBezTo>
                <a:cubicBezTo>
                  <a:pt x="9478" y="1566"/>
                  <a:pt x="9254" y="1600"/>
                  <a:pt x="9040" y="1654"/>
                </a:cubicBezTo>
                <a:cubicBezTo>
                  <a:pt x="8673" y="1720"/>
                  <a:pt x="8339" y="1854"/>
                  <a:pt x="8006" y="1987"/>
                </a:cubicBezTo>
                <a:cubicBezTo>
                  <a:pt x="7437" y="2197"/>
                  <a:pt x="6895" y="2326"/>
                  <a:pt x="6379" y="2326"/>
                </a:cubicBezTo>
                <a:cubicBezTo>
                  <a:pt x="6321" y="2326"/>
                  <a:pt x="6263" y="2324"/>
                  <a:pt x="6205" y="2321"/>
                </a:cubicBezTo>
                <a:cubicBezTo>
                  <a:pt x="6105" y="2287"/>
                  <a:pt x="5938" y="2287"/>
                  <a:pt x="5804" y="2221"/>
                </a:cubicBezTo>
                <a:cubicBezTo>
                  <a:pt x="5638" y="2221"/>
                  <a:pt x="5504" y="2154"/>
                  <a:pt x="5371" y="2121"/>
                </a:cubicBezTo>
                <a:cubicBezTo>
                  <a:pt x="5137" y="1987"/>
                  <a:pt x="4837" y="1820"/>
                  <a:pt x="4603" y="1620"/>
                </a:cubicBezTo>
                <a:cubicBezTo>
                  <a:pt x="4036" y="1187"/>
                  <a:pt x="3536" y="686"/>
                  <a:pt x="2869" y="286"/>
                </a:cubicBezTo>
                <a:cubicBezTo>
                  <a:pt x="2669" y="153"/>
                  <a:pt x="2502" y="52"/>
                  <a:pt x="2268" y="19"/>
                </a:cubicBezTo>
                <a:cubicBezTo>
                  <a:pt x="2191" y="8"/>
                  <a:pt x="2109" y="1"/>
                  <a:pt x="20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86" name="Google Shape;2786;p23"/>
          <p:cNvSpPr/>
          <p:nvPr/>
        </p:nvSpPr>
        <p:spPr>
          <a:xfrm>
            <a:off x="7629199" y="4841250"/>
            <a:ext cx="403262" cy="174117"/>
          </a:xfrm>
          <a:custGeom>
            <a:avLst/>
            <a:gdLst/>
            <a:ahLst/>
            <a:cxnLst/>
            <a:rect l="l" t="t" r="r" b="b"/>
            <a:pathLst>
              <a:path w="18167" h="7844" extrusionOk="0">
                <a:moveTo>
                  <a:pt x="9442" y="1"/>
                </a:moveTo>
                <a:cubicBezTo>
                  <a:pt x="9145" y="1"/>
                  <a:pt x="8857" y="38"/>
                  <a:pt x="8607" y="113"/>
                </a:cubicBezTo>
                <a:cubicBezTo>
                  <a:pt x="8507" y="147"/>
                  <a:pt x="8373" y="180"/>
                  <a:pt x="8273" y="180"/>
                </a:cubicBezTo>
                <a:lnTo>
                  <a:pt x="8340" y="180"/>
                </a:lnTo>
                <a:cubicBezTo>
                  <a:pt x="7906" y="280"/>
                  <a:pt x="7573" y="580"/>
                  <a:pt x="7339" y="847"/>
                </a:cubicBezTo>
                <a:cubicBezTo>
                  <a:pt x="7072" y="1147"/>
                  <a:pt x="6872" y="1448"/>
                  <a:pt x="6672" y="1648"/>
                </a:cubicBezTo>
                <a:cubicBezTo>
                  <a:pt x="6405" y="1848"/>
                  <a:pt x="6205" y="2015"/>
                  <a:pt x="5905" y="2081"/>
                </a:cubicBezTo>
                <a:cubicBezTo>
                  <a:pt x="5812" y="2092"/>
                  <a:pt x="5722" y="2099"/>
                  <a:pt x="5636" y="2099"/>
                </a:cubicBezTo>
                <a:cubicBezTo>
                  <a:pt x="5443" y="2099"/>
                  <a:pt x="5265" y="2063"/>
                  <a:pt x="5104" y="1948"/>
                </a:cubicBezTo>
                <a:cubicBezTo>
                  <a:pt x="4670" y="1648"/>
                  <a:pt x="4437" y="780"/>
                  <a:pt x="3670" y="347"/>
                </a:cubicBezTo>
                <a:lnTo>
                  <a:pt x="3536" y="280"/>
                </a:lnTo>
                <a:cubicBezTo>
                  <a:pt x="3436" y="247"/>
                  <a:pt x="3403" y="247"/>
                  <a:pt x="3370" y="247"/>
                </a:cubicBezTo>
                <a:lnTo>
                  <a:pt x="3103" y="180"/>
                </a:lnTo>
                <a:cubicBezTo>
                  <a:pt x="2936" y="113"/>
                  <a:pt x="2736" y="113"/>
                  <a:pt x="2569" y="113"/>
                </a:cubicBezTo>
                <a:cubicBezTo>
                  <a:pt x="2402" y="113"/>
                  <a:pt x="2202" y="147"/>
                  <a:pt x="2035" y="147"/>
                </a:cubicBezTo>
                <a:cubicBezTo>
                  <a:pt x="1835" y="180"/>
                  <a:pt x="1668" y="247"/>
                  <a:pt x="1502" y="313"/>
                </a:cubicBezTo>
                <a:cubicBezTo>
                  <a:pt x="1168" y="480"/>
                  <a:pt x="901" y="747"/>
                  <a:pt x="701" y="981"/>
                </a:cubicBezTo>
                <a:cubicBezTo>
                  <a:pt x="601" y="1114"/>
                  <a:pt x="534" y="1281"/>
                  <a:pt x="434" y="1414"/>
                </a:cubicBezTo>
                <a:cubicBezTo>
                  <a:pt x="401" y="1514"/>
                  <a:pt x="334" y="1681"/>
                  <a:pt x="267" y="1814"/>
                </a:cubicBezTo>
                <a:cubicBezTo>
                  <a:pt x="67" y="2348"/>
                  <a:pt x="34" y="2849"/>
                  <a:pt x="34" y="3282"/>
                </a:cubicBezTo>
                <a:cubicBezTo>
                  <a:pt x="0" y="3682"/>
                  <a:pt x="34" y="4016"/>
                  <a:pt x="34" y="4250"/>
                </a:cubicBezTo>
                <a:cubicBezTo>
                  <a:pt x="67" y="4450"/>
                  <a:pt x="67" y="4583"/>
                  <a:pt x="67" y="4583"/>
                </a:cubicBezTo>
                <a:cubicBezTo>
                  <a:pt x="82" y="4688"/>
                  <a:pt x="158" y="4739"/>
                  <a:pt x="237" y="4739"/>
                </a:cubicBezTo>
                <a:cubicBezTo>
                  <a:pt x="333" y="4739"/>
                  <a:pt x="434" y="4663"/>
                  <a:pt x="434" y="4516"/>
                </a:cubicBezTo>
                <a:lnTo>
                  <a:pt x="434" y="4183"/>
                </a:lnTo>
                <a:cubicBezTo>
                  <a:pt x="434" y="3983"/>
                  <a:pt x="434" y="3649"/>
                  <a:pt x="501" y="3282"/>
                </a:cubicBezTo>
                <a:cubicBezTo>
                  <a:pt x="501" y="2849"/>
                  <a:pt x="568" y="2415"/>
                  <a:pt x="734" y="1948"/>
                </a:cubicBezTo>
                <a:cubicBezTo>
                  <a:pt x="868" y="1481"/>
                  <a:pt x="1201" y="1014"/>
                  <a:pt x="1702" y="814"/>
                </a:cubicBezTo>
                <a:cubicBezTo>
                  <a:pt x="1835" y="747"/>
                  <a:pt x="2002" y="747"/>
                  <a:pt x="2102" y="680"/>
                </a:cubicBezTo>
                <a:cubicBezTo>
                  <a:pt x="2235" y="680"/>
                  <a:pt x="2324" y="665"/>
                  <a:pt x="2418" y="665"/>
                </a:cubicBezTo>
                <a:cubicBezTo>
                  <a:pt x="2465" y="665"/>
                  <a:pt x="2513" y="669"/>
                  <a:pt x="2569" y="680"/>
                </a:cubicBezTo>
                <a:cubicBezTo>
                  <a:pt x="2736" y="747"/>
                  <a:pt x="2869" y="747"/>
                  <a:pt x="3036" y="780"/>
                </a:cubicBezTo>
                <a:lnTo>
                  <a:pt x="3303" y="814"/>
                </a:lnTo>
                <a:cubicBezTo>
                  <a:pt x="3336" y="847"/>
                  <a:pt x="3370" y="847"/>
                  <a:pt x="3370" y="847"/>
                </a:cubicBezTo>
                <a:lnTo>
                  <a:pt x="3470" y="914"/>
                </a:lnTo>
                <a:cubicBezTo>
                  <a:pt x="3703" y="1014"/>
                  <a:pt x="3870" y="1281"/>
                  <a:pt x="4070" y="1581"/>
                </a:cubicBezTo>
                <a:cubicBezTo>
                  <a:pt x="4304" y="1848"/>
                  <a:pt x="4470" y="2181"/>
                  <a:pt x="4837" y="2482"/>
                </a:cubicBezTo>
                <a:cubicBezTo>
                  <a:pt x="5134" y="2704"/>
                  <a:pt x="5462" y="2798"/>
                  <a:pt x="5786" y="2798"/>
                </a:cubicBezTo>
                <a:cubicBezTo>
                  <a:pt x="6335" y="2798"/>
                  <a:pt x="6870" y="2526"/>
                  <a:pt x="7206" y="2148"/>
                </a:cubicBezTo>
                <a:cubicBezTo>
                  <a:pt x="7506" y="1915"/>
                  <a:pt x="7706" y="1614"/>
                  <a:pt x="7906" y="1347"/>
                </a:cubicBezTo>
                <a:cubicBezTo>
                  <a:pt x="8140" y="1147"/>
                  <a:pt x="8340" y="981"/>
                  <a:pt x="8540" y="947"/>
                </a:cubicBezTo>
                <a:lnTo>
                  <a:pt x="8573" y="947"/>
                </a:lnTo>
                <a:cubicBezTo>
                  <a:pt x="8673" y="914"/>
                  <a:pt x="8740" y="914"/>
                  <a:pt x="8873" y="880"/>
                </a:cubicBezTo>
                <a:cubicBezTo>
                  <a:pt x="9074" y="805"/>
                  <a:pt x="9274" y="768"/>
                  <a:pt x="9488" y="768"/>
                </a:cubicBezTo>
                <a:cubicBezTo>
                  <a:pt x="9559" y="768"/>
                  <a:pt x="9632" y="772"/>
                  <a:pt x="9707" y="780"/>
                </a:cubicBezTo>
                <a:cubicBezTo>
                  <a:pt x="10008" y="814"/>
                  <a:pt x="10241" y="947"/>
                  <a:pt x="10508" y="1114"/>
                </a:cubicBezTo>
                <a:cubicBezTo>
                  <a:pt x="10975" y="1481"/>
                  <a:pt x="11309" y="2115"/>
                  <a:pt x="11575" y="2782"/>
                </a:cubicBezTo>
                <a:cubicBezTo>
                  <a:pt x="12176" y="4083"/>
                  <a:pt x="12576" y="5550"/>
                  <a:pt x="13477" y="6651"/>
                </a:cubicBezTo>
                <a:cubicBezTo>
                  <a:pt x="13877" y="7252"/>
                  <a:pt x="14511" y="7619"/>
                  <a:pt x="15078" y="7752"/>
                </a:cubicBezTo>
                <a:cubicBezTo>
                  <a:pt x="15321" y="7820"/>
                  <a:pt x="15553" y="7843"/>
                  <a:pt x="15769" y="7843"/>
                </a:cubicBezTo>
                <a:cubicBezTo>
                  <a:pt x="16088" y="7843"/>
                  <a:pt x="16374" y="7792"/>
                  <a:pt x="16612" y="7752"/>
                </a:cubicBezTo>
                <a:cubicBezTo>
                  <a:pt x="16846" y="7719"/>
                  <a:pt x="17013" y="7619"/>
                  <a:pt x="17179" y="7585"/>
                </a:cubicBezTo>
                <a:cubicBezTo>
                  <a:pt x="17346" y="7552"/>
                  <a:pt x="17446" y="7485"/>
                  <a:pt x="17580" y="7452"/>
                </a:cubicBezTo>
                <a:cubicBezTo>
                  <a:pt x="17780" y="7385"/>
                  <a:pt x="17913" y="7318"/>
                  <a:pt x="17913" y="7318"/>
                </a:cubicBezTo>
                <a:cubicBezTo>
                  <a:pt x="18166" y="7224"/>
                  <a:pt x="18060" y="6949"/>
                  <a:pt x="17764" y="6949"/>
                </a:cubicBezTo>
                <a:cubicBezTo>
                  <a:pt x="17747" y="6949"/>
                  <a:pt x="17731" y="6950"/>
                  <a:pt x="17713" y="6951"/>
                </a:cubicBezTo>
                <a:cubicBezTo>
                  <a:pt x="17713" y="6951"/>
                  <a:pt x="17580" y="6985"/>
                  <a:pt x="17380" y="7085"/>
                </a:cubicBezTo>
                <a:cubicBezTo>
                  <a:pt x="17279" y="7118"/>
                  <a:pt x="17179" y="7152"/>
                  <a:pt x="17013" y="7185"/>
                </a:cubicBezTo>
                <a:cubicBezTo>
                  <a:pt x="16879" y="7252"/>
                  <a:pt x="16712" y="7285"/>
                  <a:pt x="16512" y="7318"/>
                </a:cubicBezTo>
                <a:cubicBezTo>
                  <a:pt x="16326" y="7365"/>
                  <a:pt x="16134" y="7390"/>
                  <a:pt x="15930" y="7390"/>
                </a:cubicBezTo>
                <a:cubicBezTo>
                  <a:pt x="15695" y="7390"/>
                  <a:pt x="15446" y="7357"/>
                  <a:pt x="15178" y="7285"/>
                </a:cubicBezTo>
                <a:cubicBezTo>
                  <a:pt x="14678" y="7152"/>
                  <a:pt x="14211" y="6818"/>
                  <a:pt x="13844" y="6318"/>
                </a:cubicBezTo>
                <a:cubicBezTo>
                  <a:pt x="13076" y="5317"/>
                  <a:pt x="12743" y="3849"/>
                  <a:pt x="12176" y="2482"/>
                </a:cubicBezTo>
                <a:cubicBezTo>
                  <a:pt x="11876" y="1781"/>
                  <a:pt x="11509" y="1081"/>
                  <a:pt x="10875" y="514"/>
                </a:cubicBezTo>
                <a:cubicBezTo>
                  <a:pt x="10541" y="280"/>
                  <a:pt x="10174" y="80"/>
                  <a:pt x="9741" y="13"/>
                </a:cubicBezTo>
                <a:cubicBezTo>
                  <a:pt x="9641" y="5"/>
                  <a:pt x="9541" y="1"/>
                  <a:pt x="94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87" name="Google Shape;2787;p23"/>
          <p:cNvSpPr/>
          <p:nvPr/>
        </p:nvSpPr>
        <p:spPr>
          <a:xfrm>
            <a:off x="9129816" y="4033372"/>
            <a:ext cx="369611" cy="143263"/>
          </a:xfrm>
          <a:custGeom>
            <a:avLst/>
            <a:gdLst/>
            <a:ahLst/>
            <a:cxnLst/>
            <a:rect l="l" t="t" r="r" b="b"/>
            <a:pathLst>
              <a:path w="16651" h="6454" extrusionOk="0">
                <a:moveTo>
                  <a:pt x="3860" y="1"/>
                </a:moveTo>
                <a:cubicBezTo>
                  <a:pt x="3763" y="1"/>
                  <a:pt x="3682" y="15"/>
                  <a:pt x="3615" y="15"/>
                </a:cubicBezTo>
                <a:cubicBezTo>
                  <a:pt x="3515" y="82"/>
                  <a:pt x="3448" y="82"/>
                  <a:pt x="3381" y="82"/>
                </a:cubicBezTo>
                <a:cubicBezTo>
                  <a:pt x="3348" y="82"/>
                  <a:pt x="3281" y="116"/>
                  <a:pt x="3215" y="116"/>
                </a:cubicBezTo>
                <a:cubicBezTo>
                  <a:pt x="3148" y="116"/>
                  <a:pt x="3015" y="149"/>
                  <a:pt x="2948" y="182"/>
                </a:cubicBezTo>
                <a:cubicBezTo>
                  <a:pt x="2848" y="249"/>
                  <a:pt x="2814" y="282"/>
                  <a:pt x="2714" y="316"/>
                </a:cubicBezTo>
                <a:cubicBezTo>
                  <a:pt x="2614" y="416"/>
                  <a:pt x="2514" y="449"/>
                  <a:pt x="2447" y="482"/>
                </a:cubicBezTo>
                <a:lnTo>
                  <a:pt x="2481" y="482"/>
                </a:lnTo>
                <a:cubicBezTo>
                  <a:pt x="2014" y="683"/>
                  <a:pt x="1647" y="1116"/>
                  <a:pt x="1480" y="1483"/>
                </a:cubicBezTo>
                <a:cubicBezTo>
                  <a:pt x="1280" y="1883"/>
                  <a:pt x="1180" y="2250"/>
                  <a:pt x="1147" y="2584"/>
                </a:cubicBezTo>
                <a:cubicBezTo>
                  <a:pt x="1013" y="3184"/>
                  <a:pt x="980" y="3651"/>
                  <a:pt x="813" y="3985"/>
                </a:cubicBezTo>
                <a:cubicBezTo>
                  <a:pt x="646" y="4319"/>
                  <a:pt x="479" y="4485"/>
                  <a:pt x="346" y="4552"/>
                </a:cubicBezTo>
                <a:cubicBezTo>
                  <a:pt x="213" y="4685"/>
                  <a:pt x="146" y="4685"/>
                  <a:pt x="146" y="4685"/>
                </a:cubicBezTo>
                <a:cubicBezTo>
                  <a:pt x="0" y="4773"/>
                  <a:pt x="33" y="5038"/>
                  <a:pt x="220" y="5038"/>
                </a:cubicBezTo>
                <a:cubicBezTo>
                  <a:pt x="248" y="5038"/>
                  <a:pt x="278" y="5032"/>
                  <a:pt x="313" y="5019"/>
                </a:cubicBezTo>
                <a:cubicBezTo>
                  <a:pt x="313" y="5019"/>
                  <a:pt x="379" y="5019"/>
                  <a:pt x="546" y="4886"/>
                </a:cubicBezTo>
                <a:cubicBezTo>
                  <a:pt x="713" y="4786"/>
                  <a:pt x="980" y="4552"/>
                  <a:pt x="1180" y="4185"/>
                </a:cubicBezTo>
                <a:cubicBezTo>
                  <a:pt x="1380" y="3785"/>
                  <a:pt x="1480" y="3284"/>
                  <a:pt x="1614" y="2651"/>
                </a:cubicBezTo>
                <a:cubicBezTo>
                  <a:pt x="1714" y="2084"/>
                  <a:pt x="1947" y="1316"/>
                  <a:pt x="2681" y="983"/>
                </a:cubicBezTo>
                <a:lnTo>
                  <a:pt x="2714" y="983"/>
                </a:lnTo>
                <a:cubicBezTo>
                  <a:pt x="2781" y="949"/>
                  <a:pt x="2848" y="916"/>
                  <a:pt x="2981" y="849"/>
                </a:cubicBezTo>
                <a:cubicBezTo>
                  <a:pt x="3048" y="849"/>
                  <a:pt x="3115" y="816"/>
                  <a:pt x="3181" y="783"/>
                </a:cubicBezTo>
                <a:cubicBezTo>
                  <a:pt x="3281" y="783"/>
                  <a:pt x="3348" y="783"/>
                  <a:pt x="3448" y="716"/>
                </a:cubicBezTo>
                <a:cubicBezTo>
                  <a:pt x="3556" y="684"/>
                  <a:pt x="3671" y="665"/>
                  <a:pt x="3789" y="665"/>
                </a:cubicBezTo>
                <a:cubicBezTo>
                  <a:pt x="4037" y="665"/>
                  <a:pt x="4301" y="746"/>
                  <a:pt x="4549" y="949"/>
                </a:cubicBezTo>
                <a:cubicBezTo>
                  <a:pt x="4949" y="1250"/>
                  <a:pt x="5316" y="1750"/>
                  <a:pt x="5750" y="2250"/>
                </a:cubicBezTo>
                <a:cubicBezTo>
                  <a:pt x="5950" y="2484"/>
                  <a:pt x="6184" y="2717"/>
                  <a:pt x="6517" y="2951"/>
                </a:cubicBezTo>
                <a:cubicBezTo>
                  <a:pt x="6851" y="3151"/>
                  <a:pt x="7284" y="3184"/>
                  <a:pt x="7651" y="3184"/>
                </a:cubicBezTo>
                <a:lnTo>
                  <a:pt x="7851" y="3184"/>
                </a:lnTo>
                <a:cubicBezTo>
                  <a:pt x="7951" y="3151"/>
                  <a:pt x="8052" y="3151"/>
                  <a:pt x="8152" y="3118"/>
                </a:cubicBezTo>
                <a:cubicBezTo>
                  <a:pt x="8819" y="2817"/>
                  <a:pt x="9186" y="2284"/>
                  <a:pt x="9653" y="2084"/>
                </a:cubicBezTo>
                <a:cubicBezTo>
                  <a:pt x="9853" y="1950"/>
                  <a:pt x="10120" y="1917"/>
                  <a:pt x="10353" y="1917"/>
                </a:cubicBezTo>
                <a:cubicBezTo>
                  <a:pt x="10620" y="1917"/>
                  <a:pt x="10887" y="1984"/>
                  <a:pt x="11120" y="2117"/>
                </a:cubicBezTo>
                <a:cubicBezTo>
                  <a:pt x="11487" y="2317"/>
                  <a:pt x="11621" y="2984"/>
                  <a:pt x="11854" y="3585"/>
                </a:cubicBezTo>
                <a:cubicBezTo>
                  <a:pt x="11954" y="3751"/>
                  <a:pt x="11988" y="3852"/>
                  <a:pt x="12054" y="4018"/>
                </a:cubicBezTo>
                <a:cubicBezTo>
                  <a:pt x="12121" y="4118"/>
                  <a:pt x="12121" y="4152"/>
                  <a:pt x="12188" y="4285"/>
                </a:cubicBezTo>
                <a:lnTo>
                  <a:pt x="12321" y="4485"/>
                </a:lnTo>
                <a:cubicBezTo>
                  <a:pt x="12488" y="4752"/>
                  <a:pt x="12655" y="4986"/>
                  <a:pt x="12855" y="5186"/>
                </a:cubicBezTo>
                <a:cubicBezTo>
                  <a:pt x="13255" y="5653"/>
                  <a:pt x="13656" y="6086"/>
                  <a:pt x="14156" y="6287"/>
                </a:cubicBezTo>
                <a:cubicBezTo>
                  <a:pt x="14406" y="6403"/>
                  <a:pt x="14665" y="6453"/>
                  <a:pt x="14911" y="6453"/>
                </a:cubicBezTo>
                <a:cubicBezTo>
                  <a:pt x="15157" y="6453"/>
                  <a:pt x="15390" y="6403"/>
                  <a:pt x="15590" y="6320"/>
                </a:cubicBezTo>
                <a:cubicBezTo>
                  <a:pt x="15757" y="6253"/>
                  <a:pt x="15924" y="6153"/>
                  <a:pt x="16024" y="6086"/>
                </a:cubicBezTo>
                <a:cubicBezTo>
                  <a:pt x="16157" y="5986"/>
                  <a:pt x="16257" y="5920"/>
                  <a:pt x="16324" y="5820"/>
                </a:cubicBezTo>
                <a:cubicBezTo>
                  <a:pt x="16458" y="5653"/>
                  <a:pt x="16524" y="5586"/>
                  <a:pt x="16524" y="5586"/>
                </a:cubicBezTo>
                <a:cubicBezTo>
                  <a:pt x="16651" y="5460"/>
                  <a:pt x="16547" y="5295"/>
                  <a:pt x="16417" y="5295"/>
                </a:cubicBezTo>
                <a:cubicBezTo>
                  <a:pt x="16376" y="5295"/>
                  <a:pt x="16331" y="5312"/>
                  <a:pt x="16291" y="5353"/>
                </a:cubicBezTo>
                <a:lnTo>
                  <a:pt x="16057" y="5553"/>
                </a:lnTo>
                <a:cubicBezTo>
                  <a:pt x="15991" y="5653"/>
                  <a:pt x="15890" y="5686"/>
                  <a:pt x="15790" y="5786"/>
                </a:cubicBezTo>
                <a:cubicBezTo>
                  <a:pt x="15690" y="5853"/>
                  <a:pt x="15557" y="5953"/>
                  <a:pt x="15390" y="5986"/>
                </a:cubicBezTo>
                <a:cubicBezTo>
                  <a:pt x="15275" y="6044"/>
                  <a:pt x="15136" y="6077"/>
                  <a:pt x="14985" y="6077"/>
                </a:cubicBezTo>
                <a:cubicBezTo>
                  <a:pt x="14785" y="6077"/>
                  <a:pt x="14565" y="6019"/>
                  <a:pt x="14356" y="5886"/>
                </a:cubicBezTo>
                <a:cubicBezTo>
                  <a:pt x="13989" y="5686"/>
                  <a:pt x="13622" y="5319"/>
                  <a:pt x="13289" y="4886"/>
                </a:cubicBezTo>
                <a:cubicBezTo>
                  <a:pt x="13122" y="4685"/>
                  <a:pt x="12955" y="4452"/>
                  <a:pt x="12788" y="4185"/>
                </a:cubicBezTo>
                <a:lnTo>
                  <a:pt x="12655" y="3985"/>
                </a:lnTo>
                <a:cubicBezTo>
                  <a:pt x="12621" y="3985"/>
                  <a:pt x="12621" y="3852"/>
                  <a:pt x="12555" y="3818"/>
                </a:cubicBezTo>
                <a:cubicBezTo>
                  <a:pt x="12488" y="3685"/>
                  <a:pt x="12455" y="3518"/>
                  <a:pt x="12388" y="3385"/>
                </a:cubicBezTo>
                <a:cubicBezTo>
                  <a:pt x="12321" y="3118"/>
                  <a:pt x="12221" y="2817"/>
                  <a:pt x="12121" y="2484"/>
                </a:cubicBezTo>
                <a:cubicBezTo>
                  <a:pt x="11988" y="2150"/>
                  <a:pt x="11788" y="1783"/>
                  <a:pt x="11454" y="1550"/>
                </a:cubicBezTo>
                <a:cubicBezTo>
                  <a:pt x="11054" y="1350"/>
                  <a:pt x="10720" y="1283"/>
                  <a:pt x="10353" y="1216"/>
                </a:cubicBezTo>
                <a:cubicBezTo>
                  <a:pt x="10306" y="1212"/>
                  <a:pt x="10258" y="1210"/>
                  <a:pt x="10211" y="1210"/>
                </a:cubicBezTo>
                <a:cubicBezTo>
                  <a:pt x="9892" y="1210"/>
                  <a:pt x="9576" y="1305"/>
                  <a:pt x="9286" y="1450"/>
                </a:cubicBezTo>
                <a:cubicBezTo>
                  <a:pt x="8652" y="1783"/>
                  <a:pt x="8218" y="2284"/>
                  <a:pt x="7851" y="2384"/>
                </a:cubicBezTo>
                <a:cubicBezTo>
                  <a:pt x="7718" y="2451"/>
                  <a:pt x="7618" y="2451"/>
                  <a:pt x="7551" y="2451"/>
                </a:cubicBezTo>
                <a:lnTo>
                  <a:pt x="7518" y="2451"/>
                </a:lnTo>
                <a:cubicBezTo>
                  <a:pt x="7494" y="2452"/>
                  <a:pt x="7470" y="2453"/>
                  <a:pt x="7447" y="2453"/>
                </a:cubicBezTo>
                <a:cubicBezTo>
                  <a:pt x="7007" y="2453"/>
                  <a:pt x="6595" y="2162"/>
                  <a:pt x="6184" y="1750"/>
                </a:cubicBezTo>
                <a:cubicBezTo>
                  <a:pt x="5817" y="1283"/>
                  <a:pt x="5450" y="716"/>
                  <a:pt x="4883" y="349"/>
                </a:cubicBezTo>
                <a:cubicBezTo>
                  <a:pt x="4816" y="316"/>
                  <a:pt x="4783" y="282"/>
                  <a:pt x="4682" y="216"/>
                </a:cubicBezTo>
                <a:cubicBezTo>
                  <a:pt x="4649" y="182"/>
                  <a:pt x="4549" y="182"/>
                  <a:pt x="4482" y="149"/>
                </a:cubicBezTo>
                <a:cubicBezTo>
                  <a:pt x="4315" y="82"/>
                  <a:pt x="4182" y="82"/>
                  <a:pt x="4015" y="15"/>
                </a:cubicBezTo>
                <a:cubicBezTo>
                  <a:pt x="3960" y="4"/>
                  <a:pt x="3908" y="1"/>
                  <a:pt x="38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88" name="Google Shape;2788;p23"/>
          <p:cNvSpPr/>
          <p:nvPr/>
        </p:nvSpPr>
        <p:spPr>
          <a:xfrm>
            <a:off x="8280784" y="4723803"/>
            <a:ext cx="21509" cy="9656"/>
          </a:xfrm>
          <a:custGeom>
            <a:avLst/>
            <a:gdLst/>
            <a:ahLst/>
            <a:cxnLst/>
            <a:rect l="l" t="t" r="r" b="b"/>
            <a:pathLst>
              <a:path w="969" h="435" extrusionOk="0">
                <a:moveTo>
                  <a:pt x="501" y="0"/>
                </a:moveTo>
                <a:cubicBezTo>
                  <a:pt x="301" y="0"/>
                  <a:pt x="34" y="167"/>
                  <a:pt x="34" y="167"/>
                </a:cubicBezTo>
                <a:cubicBezTo>
                  <a:pt x="1" y="167"/>
                  <a:pt x="67" y="401"/>
                  <a:pt x="67" y="401"/>
                </a:cubicBezTo>
                <a:cubicBezTo>
                  <a:pt x="67" y="401"/>
                  <a:pt x="334" y="434"/>
                  <a:pt x="501" y="434"/>
                </a:cubicBezTo>
                <a:cubicBezTo>
                  <a:pt x="668" y="434"/>
                  <a:pt x="901" y="334"/>
                  <a:pt x="901" y="334"/>
                </a:cubicBezTo>
                <a:cubicBezTo>
                  <a:pt x="901" y="334"/>
                  <a:pt x="901" y="100"/>
                  <a:pt x="968" y="100"/>
                </a:cubicBezTo>
                <a:cubicBezTo>
                  <a:pt x="968" y="100"/>
                  <a:pt x="668" y="0"/>
                  <a:pt x="5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89" name="Google Shape;2789;p23"/>
          <p:cNvSpPr/>
          <p:nvPr/>
        </p:nvSpPr>
        <p:spPr>
          <a:xfrm>
            <a:off x="8285978" y="4740828"/>
            <a:ext cx="24462" cy="11121"/>
          </a:xfrm>
          <a:custGeom>
            <a:avLst/>
            <a:gdLst/>
            <a:ahLst/>
            <a:cxnLst/>
            <a:rect l="l" t="t" r="r" b="b"/>
            <a:pathLst>
              <a:path w="1102" h="501" extrusionOk="0">
                <a:moveTo>
                  <a:pt x="567" y="1"/>
                </a:moveTo>
                <a:cubicBezTo>
                  <a:pt x="334" y="1"/>
                  <a:pt x="0" y="134"/>
                  <a:pt x="0" y="134"/>
                </a:cubicBezTo>
                <a:lnTo>
                  <a:pt x="0" y="401"/>
                </a:lnTo>
                <a:cubicBezTo>
                  <a:pt x="0" y="401"/>
                  <a:pt x="334" y="501"/>
                  <a:pt x="567" y="501"/>
                </a:cubicBezTo>
                <a:cubicBezTo>
                  <a:pt x="767" y="501"/>
                  <a:pt x="1101" y="401"/>
                  <a:pt x="1101" y="401"/>
                </a:cubicBezTo>
                <a:lnTo>
                  <a:pt x="1101" y="134"/>
                </a:lnTo>
                <a:cubicBezTo>
                  <a:pt x="1101" y="134"/>
                  <a:pt x="767" y="1"/>
                  <a:pt x="5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90" name="Google Shape;2790;p23"/>
          <p:cNvSpPr/>
          <p:nvPr/>
        </p:nvSpPr>
        <p:spPr>
          <a:xfrm>
            <a:off x="8302271" y="4764535"/>
            <a:ext cx="12608" cy="11121"/>
          </a:xfrm>
          <a:custGeom>
            <a:avLst/>
            <a:gdLst/>
            <a:ahLst/>
            <a:cxnLst/>
            <a:rect l="l" t="t" r="r" b="b"/>
            <a:pathLst>
              <a:path w="568" h="501" extrusionOk="0">
                <a:moveTo>
                  <a:pt x="267" y="0"/>
                </a:moveTo>
                <a:cubicBezTo>
                  <a:pt x="167" y="0"/>
                  <a:pt x="0" y="100"/>
                  <a:pt x="0" y="100"/>
                </a:cubicBezTo>
                <a:lnTo>
                  <a:pt x="0" y="367"/>
                </a:lnTo>
                <a:cubicBezTo>
                  <a:pt x="0" y="367"/>
                  <a:pt x="167" y="500"/>
                  <a:pt x="267" y="500"/>
                </a:cubicBezTo>
                <a:cubicBezTo>
                  <a:pt x="400" y="500"/>
                  <a:pt x="567" y="367"/>
                  <a:pt x="567" y="367"/>
                </a:cubicBezTo>
                <a:lnTo>
                  <a:pt x="567" y="100"/>
                </a:lnTo>
                <a:cubicBezTo>
                  <a:pt x="567" y="100"/>
                  <a:pt x="400"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91" name="Google Shape;2791;p23"/>
          <p:cNvSpPr/>
          <p:nvPr/>
        </p:nvSpPr>
        <p:spPr>
          <a:xfrm>
            <a:off x="8318542" y="4784513"/>
            <a:ext cx="24462" cy="12697"/>
          </a:xfrm>
          <a:custGeom>
            <a:avLst/>
            <a:gdLst/>
            <a:ahLst/>
            <a:cxnLst/>
            <a:rect l="l" t="t" r="r" b="b"/>
            <a:pathLst>
              <a:path w="1102" h="572" extrusionOk="0">
                <a:moveTo>
                  <a:pt x="835" y="1"/>
                </a:moveTo>
                <a:cubicBezTo>
                  <a:pt x="835" y="1"/>
                  <a:pt x="635" y="34"/>
                  <a:pt x="468" y="101"/>
                </a:cubicBezTo>
                <a:cubicBezTo>
                  <a:pt x="301" y="134"/>
                  <a:pt x="1" y="234"/>
                  <a:pt x="1" y="234"/>
                </a:cubicBezTo>
                <a:lnTo>
                  <a:pt x="1" y="501"/>
                </a:lnTo>
                <a:cubicBezTo>
                  <a:pt x="1" y="501"/>
                  <a:pt x="177" y="572"/>
                  <a:pt x="376" y="572"/>
                </a:cubicBezTo>
                <a:cubicBezTo>
                  <a:pt x="451" y="572"/>
                  <a:pt x="529" y="562"/>
                  <a:pt x="601" y="534"/>
                </a:cubicBezTo>
                <a:cubicBezTo>
                  <a:pt x="701" y="534"/>
                  <a:pt x="868" y="468"/>
                  <a:pt x="968" y="334"/>
                </a:cubicBezTo>
                <a:cubicBezTo>
                  <a:pt x="1035" y="268"/>
                  <a:pt x="1102" y="134"/>
                  <a:pt x="1102" y="134"/>
                </a:cubicBezTo>
                <a:cubicBezTo>
                  <a:pt x="1035" y="101"/>
                  <a:pt x="868" y="1"/>
                  <a:pt x="8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92" name="Google Shape;2792;p23"/>
          <p:cNvSpPr/>
          <p:nvPr/>
        </p:nvSpPr>
        <p:spPr>
          <a:xfrm>
            <a:off x="8444424" y="4770151"/>
            <a:ext cx="24462" cy="11010"/>
          </a:xfrm>
          <a:custGeom>
            <a:avLst/>
            <a:gdLst/>
            <a:ahLst/>
            <a:cxnLst/>
            <a:rect l="l" t="t" r="r" b="b"/>
            <a:pathLst>
              <a:path w="1102" h="496" extrusionOk="0">
                <a:moveTo>
                  <a:pt x="494" y="1"/>
                </a:moveTo>
                <a:cubicBezTo>
                  <a:pt x="396" y="1"/>
                  <a:pt x="299" y="32"/>
                  <a:pt x="201" y="81"/>
                </a:cubicBezTo>
                <a:cubicBezTo>
                  <a:pt x="101" y="114"/>
                  <a:pt x="1" y="181"/>
                  <a:pt x="1" y="181"/>
                </a:cubicBezTo>
                <a:lnTo>
                  <a:pt x="134" y="414"/>
                </a:lnTo>
                <a:cubicBezTo>
                  <a:pt x="134" y="414"/>
                  <a:pt x="334" y="448"/>
                  <a:pt x="501" y="481"/>
                </a:cubicBezTo>
                <a:cubicBezTo>
                  <a:pt x="557" y="492"/>
                  <a:pt x="631" y="496"/>
                  <a:pt x="705" y="496"/>
                </a:cubicBezTo>
                <a:cubicBezTo>
                  <a:pt x="853" y="496"/>
                  <a:pt x="1001" y="481"/>
                  <a:pt x="1001" y="481"/>
                </a:cubicBezTo>
                <a:cubicBezTo>
                  <a:pt x="1035" y="448"/>
                  <a:pt x="1101" y="247"/>
                  <a:pt x="1035" y="247"/>
                </a:cubicBezTo>
                <a:cubicBezTo>
                  <a:pt x="1035" y="247"/>
                  <a:pt x="801" y="81"/>
                  <a:pt x="601" y="14"/>
                </a:cubicBezTo>
                <a:cubicBezTo>
                  <a:pt x="565" y="5"/>
                  <a:pt x="530" y="1"/>
                  <a:pt x="4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93" name="Google Shape;2793;p23"/>
          <p:cNvSpPr/>
          <p:nvPr/>
        </p:nvSpPr>
        <p:spPr>
          <a:xfrm>
            <a:off x="8456278" y="4803758"/>
            <a:ext cx="28146" cy="10388"/>
          </a:xfrm>
          <a:custGeom>
            <a:avLst/>
            <a:gdLst/>
            <a:ahLst/>
            <a:cxnLst/>
            <a:rect l="l" t="t" r="r" b="b"/>
            <a:pathLst>
              <a:path w="1268" h="468" extrusionOk="0">
                <a:moveTo>
                  <a:pt x="634" y="1"/>
                </a:moveTo>
                <a:cubicBezTo>
                  <a:pt x="501" y="1"/>
                  <a:pt x="334" y="68"/>
                  <a:pt x="234" y="134"/>
                </a:cubicBezTo>
                <a:cubicBezTo>
                  <a:pt x="100" y="168"/>
                  <a:pt x="0" y="268"/>
                  <a:pt x="0" y="268"/>
                </a:cubicBezTo>
                <a:lnTo>
                  <a:pt x="134" y="468"/>
                </a:lnTo>
                <a:lnTo>
                  <a:pt x="634" y="468"/>
                </a:lnTo>
                <a:cubicBezTo>
                  <a:pt x="768" y="468"/>
                  <a:pt x="934" y="435"/>
                  <a:pt x="1068" y="401"/>
                </a:cubicBezTo>
                <a:cubicBezTo>
                  <a:pt x="1168" y="335"/>
                  <a:pt x="1268" y="268"/>
                  <a:pt x="1268" y="268"/>
                </a:cubicBezTo>
                <a:lnTo>
                  <a:pt x="1168" y="68"/>
                </a:lnTo>
                <a:lnTo>
                  <a:pt x="1001" y="68"/>
                </a:lnTo>
                <a:cubicBezTo>
                  <a:pt x="901" y="68"/>
                  <a:pt x="768" y="1"/>
                  <a:pt x="6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94" name="Google Shape;2794;p23"/>
          <p:cNvSpPr/>
          <p:nvPr/>
        </p:nvSpPr>
        <p:spPr>
          <a:xfrm>
            <a:off x="8457010" y="4787487"/>
            <a:ext cx="20755" cy="11121"/>
          </a:xfrm>
          <a:custGeom>
            <a:avLst/>
            <a:gdLst/>
            <a:ahLst/>
            <a:cxnLst/>
            <a:rect l="l" t="t" r="r" b="b"/>
            <a:pathLst>
              <a:path w="935" h="501" extrusionOk="0">
                <a:moveTo>
                  <a:pt x="434" y="0"/>
                </a:moveTo>
                <a:cubicBezTo>
                  <a:pt x="268" y="0"/>
                  <a:pt x="1" y="100"/>
                  <a:pt x="1" y="100"/>
                </a:cubicBezTo>
                <a:lnTo>
                  <a:pt x="1" y="367"/>
                </a:lnTo>
                <a:cubicBezTo>
                  <a:pt x="1" y="367"/>
                  <a:pt x="301" y="500"/>
                  <a:pt x="468" y="500"/>
                </a:cubicBezTo>
                <a:cubicBezTo>
                  <a:pt x="668" y="500"/>
                  <a:pt x="935" y="334"/>
                  <a:pt x="935" y="334"/>
                </a:cubicBezTo>
                <a:cubicBezTo>
                  <a:pt x="935" y="300"/>
                  <a:pt x="901" y="67"/>
                  <a:pt x="835" y="33"/>
                </a:cubicBezTo>
                <a:cubicBezTo>
                  <a:pt x="835" y="33"/>
                  <a:pt x="601" y="0"/>
                  <a:pt x="4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95" name="Google Shape;2795;p23"/>
          <p:cNvSpPr/>
          <p:nvPr/>
        </p:nvSpPr>
        <p:spPr>
          <a:xfrm>
            <a:off x="8463669" y="4828730"/>
            <a:ext cx="28169" cy="12075"/>
          </a:xfrm>
          <a:custGeom>
            <a:avLst/>
            <a:gdLst/>
            <a:ahLst/>
            <a:cxnLst/>
            <a:rect l="l" t="t" r="r" b="b"/>
            <a:pathLst>
              <a:path w="1269" h="544" extrusionOk="0">
                <a:moveTo>
                  <a:pt x="803" y="1"/>
                </a:moveTo>
                <a:cubicBezTo>
                  <a:pt x="746" y="1"/>
                  <a:pt x="688" y="3"/>
                  <a:pt x="635" y="10"/>
                </a:cubicBezTo>
                <a:cubicBezTo>
                  <a:pt x="501" y="43"/>
                  <a:pt x="335" y="110"/>
                  <a:pt x="234" y="177"/>
                </a:cubicBezTo>
                <a:cubicBezTo>
                  <a:pt x="101" y="277"/>
                  <a:pt x="1" y="344"/>
                  <a:pt x="1" y="344"/>
                </a:cubicBezTo>
                <a:lnTo>
                  <a:pt x="134" y="544"/>
                </a:lnTo>
                <a:cubicBezTo>
                  <a:pt x="134" y="544"/>
                  <a:pt x="234" y="510"/>
                  <a:pt x="335" y="510"/>
                </a:cubicBezTo>
                <a:cubicBezTo>
                  <a:pt x="385" y="494"/>
                  <a:pt x="451" y="494"/>
                  <a:pt x="514" y="494"/>
                </a:cubicBezTo>
                <a:cubicBezTo>
                  <a:pt x="576" y="494"/>
                  <a:pt x="635" y="494"/>
                  <a:pt x="668" y="477"/>
                </a:cubicBezTo>
                <a:cubicBezTo>
                  <a:pt x="902" y="444"/>
                  <a:pt x="1269" y="277"/>
                  <a:pt x="1269" y="277"/>
                </a:cubicBezTo>
                <a:cubicBezTo>
                  <a:pt x="1269" y="277"/>
                  <a:pt x="1235" y="43"/>
                  <a:pt x="1269" y="43"/>
                </a:cubicBezTo>
                <a:cubicBezTo>
                  <a:pt x="1269" y="43"/>
                  <a:pt x="1034" y="1"/>
                  <a:pt x="8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96" name="Google Shape;2796;p23"/>
          <p:cNvSpPr/>
          <p:nvPr/>
        </p:nvSpPr>
        <p:spPr>
          <a:xfrm>
            <a:off x="8481450" y="4845978"/>
            <a:ext cx="28169" cy="14828"/>
          </a:xfrm>
          <a:custGeom>
            <a:avLst/>
            <a:gdLst/>
            <a:ahLst/>
            <a:cxnLst/>
            <a:rect l="l" t="t" r="r" b="b"/>
            <a:pathLst>
              <a:path w="1269" h="668" extrusionOk="0">
                <a:moveTo>
                  <a:pt x="1068" y="0"/>
                </a:moveTo>
                <a:cubicBezTo>
                  <a:pt x="1068" y="0"/>
                  <a:pt x="701" y="0"/>
                  <a:pt x="501" y="67"/>
                </a:cubicBezTo>
                <a:cubicBezTo>
                  <a:pt x="401" y="100"/>
                  <a:pt x="234" y="200"/>
                  <a:pt x="167" y="267"/>
                </a:cubicBezTo>
                <a:lnTo>
                  <a:pt x="1" y="434"/>
                </a:lnTo>
                <a:lnTo>
                  <a:pt x="134" y="667"/>
                </a:lnTo>
                <a:cubicBezTo>
                  <a:pt x="134" y="667"/>
                  <a:pt x="201" y="601"/>
                  <a:pt x="334" y="601"/>
                </a:cubicBezTo>
                <a:cubicBezTo>
                  <a:pt x="401" y="567"/>
                  <a:pt x="601" y="567"/>
                  <a:pt x="668" y="534"/>
                </a:cubicBezTo>
                <a:cubicBezTo>
                  <a:pt x="868" y="434"/>
                  <a:pt x="1201" y="234"/>
                  <a:pt x="1201" y="234"/>
                </a:cubicBezTo>
                <a:cubicBezTo>
                  <a:pt x="1268" y="234"/>
                  <a:pt x="1168" y="34"/>
                  <a:pt x="10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97" name="Google Shape;2797;p23"/>
          <p:cNvSpPr/>
          <p:nvPr/>
        </p:nvSpPr>
        <p:spPr>
          <a:xfrm>
            <a:off x="8496255" y="4868930"/>
            <a:ext cx="18535" cy="11876"/>
          </a:xfrm>
          <a:custGeom>
            <a:avLst/>
            <a:gdLst/>
            <a:ahLst/>
            <a:cxnLst/>
            <a:rect l="l" t="t" r="r" b="b"/>
            <a:pathLst>
              <a:path w="835" h="535" extrusionOk="0">
                <a:moveTo>
                  <a:pt x="801" y="0"/>
                </a:moveTo>
                <a:cubicBezTo>
                  <a:pt x="801" y="0"/>
                  <a:pt x="534" y="0"/>
                  <a:pt x="368" y="34"/>
                </a:cubicBezTo>
                <a:cubicBezTo>
                  <a:pt x="234" y="134"/>
                  <a:pt x="34" y="301"/>
                  <a:pt x="34" y="301"/>
                </a:cubicBezTo>
                <a:cubicBezTo>
                  <a:pt x="1" y="301"/>
                  <a:pt x="101" y="534"/>
                  <a:pt x="101" y="534"/>
                </a:cubicBezTo>
                <a:cubicBezTo>
                  <a:pt x="101" y="534"/>
                  <a:pt x="334" y="534"/>
                  <a:pt x="501" y="501"/>
                </a:cubicBezTo>
                <a:cubicBezTo>
                  <a:pt x="668" y="467"/>
                  <a:pt x="835" y="234"/>
                  <a:pt x="835" y="234"/>
                </a:cubicBezTo>
                <a:cubicBezTo>
                  <a:pt x="835" y="234"/>
                  <a:pt x="801" y="34"/>
                  <a:pt x="8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98" name="Google Shape;2798;p23"/>
          <p:cNvSpPr/>
          <p:nvPr/>
        </p:nvSpPr>
        <p:spPr>
          <a:xfrm>
            <a:off x="7684737" y="4865956"/>
            <a:ext cx="16315" cy="11143"/>
          </a:xfrm>
          <a:custGeom>
            <a:avLst/>
            <a:gdLst/>
            <a:ahLst/>
            <a:cxnLst/>
            <a:rect l="l" t="t" r="r" b="b"/>
            <a:pathLst>
              <a:path w="735" h="502" extrusionOk="0">
                <a:moveTo>
                  <a:pt x="334" y="1"/>
                </a:moveTo>
                <a:cubicBezTo>
                  <a:pt x="234" y="34"/>
                  <a:pt x="134" y="101"/>
                  <a:pt x="67" y="168"/>
                </a:cubicBezTo>
                <a:cubicBezTo>
                  <a:pt x="34" y="234"/>
                  <a:pt x="0" y="301"/>
                  <a:pt x="0" y="301"/>
                </a:cubicBezTo>
                <a:lnTo>
                  <a:pt x="134" y="501"/>
                </a:lnTo>
                <a:lnTo>
                  <a:pt x="467" y="501"/>
                </a:lnTo>
                <a:cubicBezTo>
                  <a:pt x="501" y="501"/>
                  <a:pt x="534" y="468"/>
                  <a:pt x="634" y="435"/>
                </a:cubicBezTo>
                <a:cubicBezTo>
                  <a:pt x="701" y="368"/>
                  <a:pt x="734" y="335"/>
                  <a:pt x="734" y="335"/>
                </a:cubicBezTo>
                <a:lnTo>
                  <a:pt x="734" y="34"/>
                </a:lnTo>
                <a:cubicBezTo>
                  <a:pt x="734" y="34"/>
                  <a:pt x="701" y="34"/>
                  <a:pt x="6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99" name="Google Shape;2799;p23"/>
          <p:cNvSpPr/>
          <p:nvPr/>
        </p:nvSpPr>
        <p:spPr>
          <a:xfrm>
            <a:off x="8906465" y="4311373"/>
            <a:ext cx="14828" cy="16471"/>
          </a:xfrm>
          <a:custGeom>
            <a:avLst/>
            <a:gdLst/>
            <a:ahLst/>
            <a:cxnLst/>
            <a:rect l="l" t="t" r="r" b="b"/>
            <a:pathLst>
              <a:path w="668" h="742" extrusionOk="0">
                <a:moveTo>
                  <a:pt x="501" y="0"/>
                </a:moveTo>
                <a:cubicBezTo>
                  <a:pt x="501" y="0"/>
                  <a:pt x="234" y="100"/>
                  <a:pt x="134" y="234"/>
                </a:cubicBezTo>
                <a:cubicBezTo>
                  <a:pt x="67" y="301"/>
                  <a:pt x="34" y="434"/>
                  <a:pt x="1" y="501"/>
                </a:cubicBezTo>
                <a:lnTo>
                  <a:pt x="1" y="668"/>
                </a:lnTo>
                <a:cubicBezTo>
                  <a:pt x="29" y="668"/>
                  <a:pt x="156" y="741"/>
                  <a:pt x="191" y="741"/>
                </a:cubicBezTo>
                <a:cubicBezTo>
                  <a:pt x="197" y="741"/>
                  <a:pt x="201" y="739"/>
                  <a:pt x="201" y="734"/>
                </a:cubicBezTo>
                <a:cubicBezTo>
                  <a:pt x="201" y="734"/>
                  <a:pt x="401" y="601"/>
                  <a:pt x="501" y="501"/>
                </a:cubicBezTo>
                <a:cubicBezTo>
                  <a:pt x="568" y="434"/>
                  <a:pt x="668" y="167"/>
                  <a:pt x="668" y="167"/>
                </a:cubicBezTo>
                <a:lnTo>
                  <a:pt x="5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00" name="Google Shape;2800;p23"/>
          <p:cNvSpPr/>
          <p:nvPr/>
        </p:nvSpPr>
        <p:spPr>
          <a:xfrm>
            <a:off x="8921271" y="4321740"/>
            <a:ext cx="11143" cy="17780"/>
          </a:xfrm>
          <a:custGeom>
            <a:avLst/>
            <a:gdLst/>
            <a:ahLst/>
            <a:cxnLst/>
            <a:rect l="l" t="t" r="r" b="b"/>
            <a:pathLst>
              <a:path w="502" h="801" extrusionOk="0">
                <a:moveTo>
                  <a:pt x="334" y="0"/>
                </a:moveTo>
                <a:cubicBezTo>
                  <a:pt x="268" y="0"/>
                  <a:pt x="67" y="100"/>
                  <a:pt x="67" y="100"/>
                </a:cubicBezTo>
                <a:cubicBezTo>
                  <a:pt x="67" y="100"/>
                  <a:pt x="1" y="301"/>
                  <a:pt x="1" y="367"/>
                </a:cubicBezTo>
                <a:cubicBezTo>
                  <a:pt x="1" y="467"/>
                  <a:pt x="34" y="668"/>
                  <a:pt x="34" y="668"/>
                </a:cubicBezTo>
                <a:lnTo>
                  <a:pt x="234" y="801"/>
                </a:lnTo>
                <a:cubicBezTo>
                  <a:pt x="234" y="801"/>
                  <a:pt x="501" y="634"/>
                  <a:pt x="501" y="434"/>
                </a:cubicBezTo>
                <a:cubicBezTo>
                  <a:pt x="501" y="334"/>
                  <a:pt x="468" y="201"/>
                  <a:pt x="401" y="134"/>
                </a:cubicBezTo>
                <a:cubicBezTo>
                  <a:pt x="368" y="34"/>
                  <a:pt x="334" y="0"/>
                  <a:pt x="3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01" name="Google Shape;2801;p23"/>
          <p:cNvSpPr/>
          <p:nvPr/>
        </p:nvSpPr>
        <p:spPr>
          <a:xfrm>
            <a:off x="8939051" y="4332838"/>
            <a:ext cx="11853" cy="21043"/>
          </a:xfrm>
          <a:custGeom>
            <a:avLst/>
            <a:gdLst/>
            <a:ahLst/>
            <a:cxnLst/>
            <a:rect l="l" t="t" r="r" b="b"/>
            <a:pathLst>
              <a:path w="534" h="948" extrusionOk="0">
                <a:moveTo>
                  <a:pt x="334" y="1"/>
                </a:moveTo>
                <a:cubicBezTo>
                  <a:pt x="334" y="1"/>
                  <a:pt x="100" y="201"/>
                  <a:pt x="34" y="368"/>
                </a:cubicBezTo>
                <a:cubicBezTo>
                  <a:pt x="0" y="601"/>
                  <a:pt x="0" y="868"/>
                  <a:pt x="0" y="868"/>
                </a:cubicBezTo>
                <a:cubicBezTo>
                  <a:pt x="0" y="917"/>
                  <a:pt x="108" y="948"/>
                  <a:pt x="165" y="948"/>
                </a:cubicBezTo>
                <a:cubicBezTo>
                  <a:pt x="186" y="948"/>
                  <a:pt x="200" y="944"/>
                  <a:pt x="200" y="935"/>
                </a:cubicBezTo>
                <a:cubicBezTo>
                  <a:pt x="200" y="935"/>
                  <a:pt x="401" y="701"/>
                  <a:pt x="434" y="601"/>
                </a:cubicBezTo>
                <a:cubicBezTo>
                  <a:pt x="534" y="434"/>
                  <a:pt x="534" y="134"/>
                  <a:pt x="534" y="134"/>
                </a:cubicBezTo>
                <a:cubicBezTo>
                  <a:pt x="534" y="101"/>
                  <a:pt x="334" y="1"/>
                  <a:pt x="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02" name="Google Shape;2802;p23"/>
          <p:cNvSpPr/>
          <p:nvPr/>
        </p:nvSpPr>
        <p:spPr>
          <a:xfrm>
            <a:off x="9047885" y="4353992"/>
            <a:ext cx="14828" cy="11454"/>
          </a:xfrm>
          <a:custGeom>
            <a:avLst/>
            <a:gdLst/>
            <a:ahLst/>
            <a:cxnLst/>
            <a:rect l="l" t="t" r="r" b="b"/>
            <a:pathLst>
              <a:path w="668" h="516" extrusionOk="0">
                <a:moveTo>
                  <a:pt x="399" y="0"/>
                </a:moveTo>
                <a:cubicBezTo>
                  <a:pt x="349" y="0"/>
                  <a:pt x="301" y="4"/>
                  <a:pt x="268" y="15"/>
                </a:cubicBezTo>
                <a:cubicBezTo>
                  <a:pt x="134" y="48"/>
                  <a:pt x="1" y="315"/>
                  <a:pt x="1" y="315"/>
                </a:cubicBezTo>
                <a:cubicBezTo>
                  <a:pt x="1" y="349"/>
                  <a:pt x="134" y="482"/>
                  <a:pt x="168" y="515"/>
                </a:cubicBezTo>
                <a:cubicBezTo>
                  <a:pt x="168" y="515"/>
                  <a:pt x="334" y="515"/>
                  <a:pt x="434" y="482"/>
                </a:cubicBezTo>
                <a:cubicBezTo>
                  <a:pt x="534" y="415"/>
                  <a:pt x="668" y="249"/>
                  <a:pt x="668" y="249"/>
                </a:cubicBezTo>
                <a:cubicBezTo>
                  <a:pt x="668" y="215"/>
                  <a:pt x="601" y="15"/>
                  <a:pt x="601" y="15"/>
                </a:cubicBezTo>
                <a:cubicBezTo>
                  <a:pt x="601" y="15"/>
                  <a:pt x="497" y="0"/>
                  <a:pt x="3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03" name="Google Shape;2803;p23"/>
          <p:cNvSpPr/>
          <p:nvPr/>
        </p:nvSpPr>
        <p:spPr>
          <a:xfrm>
            <a:off x="9050860" y="4380962"/>
            <a:ext cx="15560" cy="17802"/>
          </a:xfrm>
          <a:custGeom>
            <a:avLst/>
            <a:gdLst/>
            <a:ahLst/>
            <a:cxnLst/>
            <a:rect l="l" t="t" r="r" b="b"/>
            <a:pathLst>
              <a:path w="701" h="802" extrusionOk="0">
                <a:moveTo>
                  <a:pt x="567" y="1"/>
                </a:moveTo>
                <a:cubicBezTo>
                  <a:pt x="567" y="1"/>
                  <a:pt x="501" y="1"/>
                  <a:pt x="400" y="34"/>
                </a:cubicBezTo>
                <a:cubicBezTo>
                  <a:pt x="334" y="101"/>
                  <a:pt x="234" y="134"/>
                  <a:pt x="167" y="201"/>
                </a:cubicBezTo>
                <a:cubicBezTo>
                  <a:pt x="34" y="335"/>
                  <a:pt x="0" y="635"/>
                  <a:pt x="0" y="635"/>
                </a:cubicBezTo>
                <a:cubicBezTo>
                  <a:pt x="0" y="668"/>
                  <a:pt x="167" y="768"/>
                  <a:pt x="200" y="802"/>
                </a:cubicBezTo>
                <a:cubicBezTo>
                  <a:pt x="200" y="802"/>
                  <a:pt x="467" y="668"/>
                  <a:pt x="534" y="535"/>
                </a:cubicBezTo>
                <a:cubicBezTo>
                  <a:pt x="567" y="501"/>
                  <a:pt x="601" y="435"/>
                  <a:pt x="667" y="335"/>
                </a:cubicBezTo>
                <a:cubicBezTo>
                  <a:pt x="667" y="268"/>
                  <a:pt x="701" y="201"/>
                  <a:pt x="701" y="201"/>
                </a:cubicBezTo>
                <a:lnTo>
                  <a:pt x="56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04" name="Google Shape;2804;p23"/>
          <p:cNvSpPr/>
          <p:nvPr/>
        </p:nvSpPr>
        <p:spPr>
          <a:xfrm>
            <a:off x="9061226" y="4413548"/>
            <a:ext cx="13341" cy="21509"/>
          </a:xfrm>
          <a:custGeom>
            <a:avLst/>
            <a:gdLst/>
            <a:ahLst/>
            <a:cxnLst/>
            <a:rect l="l" t="t" r="r" b="b"/>
            <a:pathLst>
              <a:path w="601" h="969" extrusionOk="0">
                <a:moveTo>
                  <a:pt x="367" y="1"/>
                </a:moveTo>
                <a:cubicBezTo>
                  <a:pt x="367" y="1"/>
                  <a:pt x="334" y="34"/>
                  <a:pt x="267" y="134"/>
                </a:cubicBezTo>
                <a:cubicBezTo>
                  <a:pt x="234" y="201"/>
                  <a:pt x="167" y="301"/>
                  <a:pt x="100" y="368"/>
                </a:cubicBezTo>
                <a:cubicBezTo>
                  <a:pt x="34" y="534"/>
                  <a:pt x="0" y="868"/>
                  <a:pt x="0" y="868"/>
                </a:cubicBezTo>
                <a:lnTo>
                  <a:pt x="200" y="968"/>
                </a:lnTo>
                <a:cubicBezTo>
                  <a:pt x="200" y="968"/>
                  <a:pt x="434" y="735"/>
                  <a:pt x="534" y="568"/>
                </a:cubicBezTo>
                <a:cubicBezTo>
                  <a:pt x="567" y="501"/>
                  <a:pt x="601" y="368"/>
                  <a:pt x="601" y="234"/>
                </a:cubicBezTo>
                <a:lnTo>
                  <a:pt x="601" y="34"/>
                </a:lnTo>
                <a:lnTo>
                  <a:pt x="36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05" name="Google Shape;2805;p23"/>
          <p:cNvSpPr/>
          <p:nvPr/>
        </p:nvSpPr>
        <p:spPr>
          <a:xfrm>
            <a:off x="9081204" y="4439475"/>
            <a:ext cx="11143" cy="12608"/>
          </a:xfrm>
          <a:custGeom>
            <a:avLst/>
            <a:gdLst/>
            <a:ahLst/>
            <a:cxnLst/>
            <a:rect l="l" t="t" r="r" b="b"/>
            <a:pathLst>
              <a:path w="502" h="568" extrusionOk="0">
                <a:moveTo>
                  <a:pt x="134" y="0"/>
                </a:moveTo>
                <a:cubicBezTo>
                  <a:pt x="134" y="0"/>
                  <a:pt x="1" y="167"/>
                  <a:pt x="1" y="300"/>
                </a:cubicBezTo>
                <a:cubicBezTo>
                  <a:pt x="1" y="400"/>
                  <a:pt x="134" y="567"/>
                  <a:pt x="134" y="567"/>
                </a:cubicBezTo>
                <a:lnTo>
                  <a:pt x="368" y="567"/>
                </a:lnTo>
                <a:cubicBezTo>
                  <a:pt x="368" y="567"/>
                  <a:pt x="501" y="400"/>
                  <a:pt x="501" y="300"/>
                </a:cubicBezTo>
                <a:cubicBezTo>
                  <a:pt x="501" y="167"/>
                  <a:pt x="368" y="0"/>
                  <a:pt x="3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06" name="Google Shape;2806;p23"/>
          <p:cNvSpPr/>
          <p:nvPr/>
        </p:nvSpPr>
        <p:spPr>
          <a:xfrm>
            <a:off x="9115277" y="4459453"/>
            <a:ext cx="11121" cy="14095"/>
          </a:xfrm>
          <a:custGeom>
            <a:avLst/>
            <a:gdLst/>
            <a:ahLst/>
            <a:cxnLst/>
            <a:rect l="l" t="t" r="r" b="b"/>
            <a:pathLst>
              <a:path w="501" h="635" extrusionOk="0">
                <a:moveTo>
                  <a:pt x="134" y="1"/>
                </a:moveTo>
                <a:cubicBezTo>
                  <a:pt x="134" y="1"/>
                  <a:pt x="0" y="234"/>
                  <a:pt x="0" y="334"/>
                </a:cubicBezTo>
                <a:cubicBezTo>
                  <a:pt x="0" y="401"/>
                  <a:pt x="67" y="468"/>
                  <a:pt x="100" y="568"/>
                </a:cubicBezTo>
                <a:lnTo>
                  <a:pt x="167" y="635"/>
                </a:lnTo>
                <a:cubicBezTo>
                  <a:pt x="220" y="635"/>
                  <a:pt x="338" y="592"/>
                  <a:pt x="400" y="592"/>
                </a:cubicBezTo>
                <a:cubicBezTo>
                  <a:pt x="415" y="592"/>
                  <a:pt x="427" y="595"/>
                  <a:pt x="434" y="601"/>
                </a:cubicBezTo>
                <a:cubicBezTo>
                  <a:pt x="434" y="601"/>
                  <a:pt x="467" y="501"/>
                  <a:pt x="467" y="468"/>
                </a:cubicBezTo>
                <a:cubicBezTo>
                  <a:pt x="501" y="434"/>
                  <a:pt x="501" y="334"/>
                  <a:pt x="501" y="301"/>
                </a:cubicBezTo>
                <a:cubicBezTo>
                  <a:pt x="501" y="168"/>
                  <a:pt x="401" y="1"/>
                  <a:pt x="4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07" name="Google Shape;2807;p23"/>
          <p:cNvSpPr/>
          <p:nvPr/>
        </p:nvSpPr>
        <p:spPr>
          <a:xfrm>
            <a:off x="9206353" y="4055924"/>
            <a:ext cx="14828" cy="17247"/>
          </a:xfrm>
          <a:custGeom>
            <a:avLst/>
            <a:gdLst/>
            <a:ahLst/>
            <a:cxnLst/>
            <a:rect l="l" t="t" r="r" b="b"/>
            <a:pathLst>
              <a:path w="668" h="777" extrusionOk="0">
                <a:moveTo>
                  <a:pt x="501" y="0"/>
                </a:moveTo>
                <a:cubicBezTo>
                  <a:pt x="501" y="0"/>
                  <a:pt x="234" y="134"/>
                  <a:pt x="134" y="267"/>
                </a:cubicBezTo>
                <a:cubicBezTo>
                  <a:pt x="34" y="434"/>
                  <a:pt x="0" y="667"/>
                  <a:pt x="0" y="667"/>
                </a:cubicBezTo>
                <a:cubicBezTo>
                  <a:pt x="0" y="722"/>
                  <a:pt x="111" y="776"/>
                  <a:pt x="152" y="776"/>
                </a:cubicBezTo>
                <a:cubicBezTo>
                  <a:pt x="161" y="776"/>
                  <a:pt x="167" y="774"/>
                  <a:pt x="167" y="767"/>
                </a:cubicBezTo>
                <a:cubicBezTo>
                  <a:pt x="167" y="767"/>
                  <a:pt x="400" y="634"/>
                  <a:pt x="501" y="501"/>
                </a:cubicBezTo>
                <a:cubicBezTo>
                  <a:pt x="634" y="434"/>
                  <a:pt x="667" y="167"/>
                  <a:pt x="667" y="167"/>
                </a:cubicBezTo>
                <a:lnTo>
                  <a:pt x="5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08" name="Google Shape;2808;p23"/>
          <p:cNvSpPr/>
          <p:nvPr/>
        </p:nvSpPr>
        <p:spPr>
          <a:xfrm>
            <a:off x="9224866" y="4070730"/>
            <a:ext cx="11853" cy="17780"/>
          </a:xfrm>
          <a:custGeom>
            <a:avLst/>
            <a:gdLst/>
            <a:ahLst/>
            <a:cxnLst/>
            <a:rect l="l" t="t" r="r" b="b"/>
            <a:pathLst>
              <a:path w="534" h="801" extrusionOk="0">
                <a:moveTo>
                  <a:pt x="234" y="0"/>
                </a:moveTo>
                <a:cubicBezTo>
                  <a:pt x="234" y="0"/>
                  <a:pt x="67" y="167"/>
                  <a:pt x="33" y="334"/>
                </a:cubicBezTo>
                <a:cubicBezTo>
                  <a:pt x="0" y="501"/>
                  <a:pt x="33" y="768"/>
                  <a:pt x="33" y="768"/>
                </a:cubicBezTo>
                <a:cubicBezTo>
                  <a:pt x="33" y="768"/>
                  <a:pt x="234" y="801"/>
                  <a:pt x="300" y="801"/>
                </a:cubicBezTo>
                <a:cubicBezTo>
                  <a:pt x="300" y="801"/>
                  <a:pt x="467" y="634"/>
                  <a:pt x="501" y="467"/>
                </a:cubicBezTo>
                <a:cubicBezTo>
                  <a:pt x="534" y="301"/>
                  <a:pt x="501" y="67"/>
                  <a:pt x="501" y="67"/>
                </a:cubicBezTo>
                <a:lnTo>
                  <a:pt x="2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09" name="Google Shape;2809;p23"/>
          <p:cNvSpPr/>
          <p:nvPr/>
        </p:nvSpPr>
        <p:spPr>
          <a:xfrm>
            <a:off x="9246331" y="4092950"/>
            <a:ext cx="11876" cy="21687"/>
          </a:xfrm>
          <a:custGeom>
            <a:avLst/>
            <a:gdLst/>
            <a:ahLst/>
            <a:cxnLst/>
            <a:rect l="l" t="t" r="r" b="b"/>
            <a:pathLst>
              <a:path w="535" h="977" extrusionOk="0">
                <a:moveTo>
                  <a:pt x="334" y="0"/>
                </a:moveTo>
                <a:cubicBezTo>
                  <a:pt x="334" y="0"/>
                  <a:pt x="101" y="267"/>
                  <a:pt x="34" y="434"/>
                </a:cubicBezTo>
                <a:cubicBezTo>
                  <a:pt x="1" y="600"/>
                  <a:pt x="1" y="934"/>
                  <a:pt x="1" y="934"/>
                </a:cubicBezTo>
                <a:cubicBezTo>
                  <a:pt x="1" y="934"/>
                  <a:pt x="129" y="977"/>
                  <a:pt x="180" y="977"/>
                </a:cubicBezTo>
                <a:cubicBezTo>
                  <a:pt x="193" y="977"/>
                  <a:pt x="201" y="974"/>
                  <a:pt x="201" y="967"/>
                </a:cubicBezTo>
                <a:cubicBezTo>
                  <a:pt x="201" y="967"/>
                  <a:pt x="401" y="767"/>
                  <a:pt x="434" y="600"/>
                </a:cubicBezTo>
                <a:cubicBezTo>
                  <a:pt x="534" y="434"/>
                  <a:pt x="534" y="133"/>
                  <a:pt x="534" y="133"/>
                </a:cubicBezTo>
                <a:cubicBezTo>
                  <a:pt x="534" y="100"/>
                  <a:pt x="334" y="0"/>
                  <a:pt x="3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10" name="Google Shape;2810;p23"/>
          <p:cNvSpPr/>
          <p:nvPr/>
        </p:nvSpPr>
        <p:spPr>
          <a:xfrm>
            <a:off x="9358872" y="4084803"/>
            <a:ext cx="11876" cy="13341"/>
          </a:xfrm>
          <a:custGeom>
            <a:avLst/>
            <a:gdLst/>
            <a:ahLst/>
            <a:cxnLst/>
            <a:rect l="l" t="t" r="r" b="b"/>
            <a:pathLst>
              <a:path w="535" h="601" extrusionOk="0">
                <a:moveTo>
                  <a:pt x="368" y="0"/>
                </a:moveTo>
                <a:cubicBezTo>
                  <a:pt x="368" y="0"/>
                  <a:pt x="168" y="100"/>
                  <a:pt x="101" y="167"/>
                </a:cubicBezTo>
                <a:cubicBezTo>
                  <a:pt x="1" y="200"/>
                  <a:pt x="1" y="434"/>
                  <a:pt x="1" y="434"/>
                </a:cubicBezTo>
                <a:lnTo>
                  <a:pt x="168" y="601"/>
                </a:lnTo>
                <a:cubicBezTo>
                  <a:pt x="168" y="601"/>
                  <a:pt x="368" y="500"/>
                  <a:pt x="468" y="434"/>
                </a:cubicBezTo>
                <a:cubicBezTo>
                  <a:pt x="535" y="367"/>
                  <a:pt x="535" y="167"/>
                  <a:pt x="535" y="167"/>
                </a:cubicBezTo>
                <a:lnTo>
                  <a:pt x="36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11" name="Google Shape;2811;p23"/>
          <p:cNvSpPr/>
          <p:nvPr/>
        </p:nvSpPr>
        <p:spPr>
          <a:xfrm>
            <a:off x="9363312" y="4101829"/>
            <a:ext cx="14850" cy="22974"/>
          </a:xfrm>
          <a:custGeom>
            <a:avLst/>
            <a:gdLst/>
            <a:ahLst/>
            <a:cxnLst/>
            <a:rect l="l" t="t" r="r" b="b"/>
            <a:pathLst>
              <a:path w="669" h="1035" extrusionOk="0">
                <a:moveTo>
                  <a:pt x="435" y="0"/>
                </a:moveTo>
                <a:cubicBezTo>
                  <a:pt x="435" y="0"/>
                  <a:pt x="168" y="234"/>
                  <a:pt x="101" y="401"/>
                </a:cubicBezTo>
                <a:cubicBezTo>
                  <a:pt x="1" y="601"/>
                  <a:pt x="1" y="934"/>
                  <a:pt x="1" y="934"/>
                </a:cubicBezTo>
                <a:cubicBezTo>
                  <a:pt x="1" y="934"/>
                  <a:pt x="234" y="1034"/>
                  <a:pt x="268" y="1034"/>
                </a:cubicBezTo>
                <a:cubicBezTo>
                  <a:pt x="268" y="1034"/>
                  <a:pt x="501" y="768"/>
                  <a:pt x="601" y="601"/>
                </a:cubicBezTo>
                <a:cubicBezTo>
                  <a:pt x="668" y="401"/>
                  <a:pt x="668" y="67"/>
                  <a:pt x="668" y="67"/>
                </a:cubicBezTo>
                <a:cubicBezTo>
                  <a:pt x="635" y="67"/>
                  <a:pt x="435" y="0"/>
                  <a:pt x="4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12" name="Google Shape;2812;p23"/>
          <p:cNvSpPr/>
          <p:nvPr/>
        </p:nvSpPr>
        <p:spPr>
          <a:xfrm>
            <a:off x="9381825" y="4132173"/>
            <a:ext cx="14095" cy="19489"/>
          </a:xfrm>
          <a:custGeom>
            <a:avLst/>
            <a:gdLst/>
            <a:ahLst/>
            <a:cxnLst/>
            <a:rect l="l" t="t" r="r" b="b"/>
            <a:pathLst>
              <a:path w="635" h="878" extrusionOk="0">
                <a:moveTo>
                  <a:pt x="334" y="1"/>
                </a:moveTo>
                <a:cubicBezTo>
                  <a:pt x="334" y="1"/>
                  <a:pt x="134" y="201"/>
                  <a:pt x="101" y="368"/>
                </a:cubicBezTo>
                <a:cubicBezTo>
                  <a:pt x="1" y="535"/>
                  <a:pt x="68" y="835"/>
                  <a:pt x="68" y="835"/>
                </a:cubicBezTo>
                <a:cubicBezTo>
                  <a:pt x="68" y="835"/>
                  <a:pt x="196" y="878"/>
                  <a:pt x="264" y="878"/>
                </a:cubicBezTo>
                <a:cubicBezTo>
                  <a:pt x="281" y="878"/>
                  <a:pt x="294" y="875"/>
                  <a:pt x="301" y="868"/>
                </a:cubicBezTo>
                <a:cubicBezTo>
                  <a:pt x="301" y="868"/>
                  <a:pt x="501" y="668"/>
                  <a:pt x="568" y="501"/>
                </a:cubicBezTo>
                <a:cubicBezTo>
                  <a:pt x="635" y="335"/>
                  <a:pt x="601" y="34"/>
                  <a:pt x="601" y="34"/>
                </a:cubicBezTo>
                <a:lnTo>
                  <a:pt x="33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13" name="Google Shape;2813;p23"/>
          <p:cNvSpPr/>
          <p:nvPr/>
        </p:nvSpPr>
        <p:spPr>
          <a:xfrm>
            <a:off x="9243690" y="4532016"/>
            <a:ext cx="300821" cy="205771"/>
          </a:xfrm>
          <a:custGeom>
            <a:avLst/>
            <a:gdLst/>
            <a:ahLst/>
            <a:cxnLst/>
            <a:rect l="l" t="t" r="r" b="b"/>
            <a:pathLst>
              <a:path w="13552" h="9270" extrusionOk="0">
                <a:moveTo>
                  <a:pt x="4122" y="1"/>
                </a:moveTo>
                <a:cubicBezTo>
                  <a:pt x="3389" y="34"/>
                  <a:pt x="2721" y="368"/>
                  <a:pt x="2321" y="835"/>
                </a:cubicBezTo>
                <a:cubicBezTo>
                  <a:pt x="2054" y="1035"/>
                  <a:pt x="1887" y="1335"/>
                  <a:pt x="1821" y="1569"/>
                </a:cubicBezTo>
                <a:cubicBezTo>
                  <a:pt x="1721" y="1869"/>
                  <a:pt x="1654" y="2136"/>
                  <a:pt x="1554" y="2336"/>
                </a:cubicBezTo>
                <a:cubicBezTo>
                  <a:pt x="1454" y="2803"/>
                  <a:pt x="1287" y="3203"/>
                  <a:pt x="1120" y="3470"/>
                </a:cubicBezTo>
                <a:cubicBezTo>
                  <a:pt x="953" y="3737"/>
                  <a:pt x="720" y="3837"/>
                  <a:pt x="620" y="3870"/>
                </a:cubicBezTo>
                <a:lnTo>
                  <a:pt x="353" y="3870"/>
                </a:lnTo>
                <a:cubicBezTo>
                  <a:pt x="345" y="3869"/>
                  <a:pt x="337" y="3868"/>
                  <a:pt x="329" y="3868"/>
                </a:cubicBezTo>
                <a:cubicBezTo>
                  <a:pt x="168" y="3868"/>
                  <a:pt x="0" y="4174"/>
                  <a:pt x="286" y="4237"/>
                </a:cubicBezTo>
                <a:cubicBezTo>
                  <a:pt x="286" y="4237"/>
                  <a:pt x="320" y="4304"/>
                  <a:pt x="353" y="4304"/>
                </a:cubicBezTo>
                <a:lnTo>
                  <a:pt x="653" y="4304"/>
                </a:lnTo>
                <a:cubicBezTo>
                  <a:pt x="887" y="4304"/>
                  <a:pt x="1287" y="4070"/>
                  <a:pt x="1487" y="3737"/>
                </a:cubicBezTo>
                <a:cubicBezTo>
                  <a:pt x="1721" y="3403"/>
                  <a:pt x="1887" y="3003"/>
                  <a:pt x="2054" y="2536"/>
                </a:cubicBezTo>
                <a:cubicBezTo>
                  <a:pt x="2288" y="2069"/>
                  <a:pt x="2388" y="1569"/>
                  <a:pt x="2788" y="1235"/>
                </a:cubicBezTo>
                <a:cubicBezTo>
                  <a:pt x="3155" y="901"/>
                  <a:pt x="3655" y="668"/>
                  <a:pt x="4189" y="668"/>
                </a:cubicBezTo>
                <a:cubicBezTo>
                  <a:pt x="4689" y="668"/>
                  <a:pt x="5290" y="901"/>
                  <a:pt x="5557" y="1335"/>
                </a:cubicBezTo>
                <a:cubicBezTo>
                  <a:pt x="5890" y="1735"/>
                  <a:pt x="5990" y="2369"/>
                  <a:pt x="6157" y="3003"/>
                </a:cubicBezTo>
                <a:cubicBezTo>
                  <a:pt x="6357" y="3637"/>
                  <a:pt x="6724" y="4337"/>
                  <a:pt x="7491" y="4537"/>
                </a:cubicBezTo>
                <a:cubicBezTo>
                  <a:pt x="7607" y="4579"/>
                  <a:pt x="7732" y="4598"/>
                  <a:pt x="7858" y="4598"/>
                </a:cubicBezTo>
                <a:cubicBezTo>
                  <a:pt x="8135" y="4598"/>
                  <a:pt x="8420" y="4508"/>
                  <a:pt x="8626" y="4371"/>
                </a:cubicBezTo>
                <a:cubicBezTo>
                  <a:pt x="8792" y="4237"/>
                  <a:pt x="8892" y="4171"/>
                  <a:pt x="9026" y="4037"/>
                </a:cubicBezTo>
                <a:lnTo>
                  <a:pt x="9126" y="3970"/>
                </a:lnTo>
                <a:lnTo>
                  <a:pt x="9159" y="3904"/>
                </a:lnTo>
                <a:lnTo>
                  <a:pt x="9326" y="3804"/>
                </a:lnTo>
                <a:cubicBezTo>
                  <a:pt x="9793" y="3403"/>
                  <a:pt x="10227" y="3070"/>
                  <a:pt x="10794" y="3070"/>
                </a:cubicBezTo>
                <a:cubicBezTo>
                  <a:pt x="10827" y="3059"/>
                  <a:pt x="10868" y="3055"/>
                  <a:pt x="10912" y="3055"/>
                </a:cubicBezTo>
                <a:cubicBezTo>
                  <a:pt x="11001" y="3055"/>
                  <a:pt x="11105" y="3070"/>
                  <a:pt x="11194" y="3070"/>
                </a:cubicBezTo>
                <a:cubicBezTo>
                  <a:pt x="11328" y="3070"/>
                  <a:pt x="11461" y="3136"/>
                  <a:pt x="11561" y="3170"/>
                </a:cubicBezTo>
                <a:cubicBezTo>
                  <a:pt x="11828" y="3303"/>
                  <a:pt x="12028" y="3403"/>
                  <a:pt x="12161" y="3637"/>
                </a:cubicBezTo>
                <a:cubicBezTo>
                  <a:pt x="12428" y="4037"/>
                  <a:pt x="12428" y="4571"/>
                  <a:pt x="12495" y="5171"/>
                </a:cubicBezTo>
                <a:cubicBezTo>
                  <a:pt x="12528" y="6305"/>
                  <a:pt x="12628" y="7339"/>
                  <a:pt x="12829" y="8040"/>
                </a:cubicBezTo>
                <a:cubicBezTo>
                  <a:pt x="12895" y="8407"/>
                  <a:pt x="12995" y="8707"/>
                  <a:pt x="13062" y="8874"/>
                </a:cubicBezTo>
                <a:cubicBezTo>
                  <a:pt x="13162" y="9074"/>
                  <a:pt x="13196" y="9174"/>
                  <a:pt x="13196" y="9174"/>
                </a:cubicBezTo>
                <a:cubicBezTo>
                  <a:pt x="13228" y="9239"/>
                  <a:pt x="13279" y="9269"/>
                  <a:pt x="13331" y="9269"/>
                </a:cubicBezTo>
                <a:cubicBezTo>
                  <a:pt x="13438" y="9269"/>
                  <a:pt x="13552" y="9143"/>
                  <a:pt x="13529" y="8941"/>
                </a:cubicBezTo>
                <a:cubicBezTo>
                  <a:pt x="13529" y="8941"/>
                  <a:pt x="13529" y="8841"/>
                  <a:pt x="13462" y="8674"/>
                </a:cubicBezTo>
                <a:cubicBezTo>
                  <a:pt x="13362" y="8507"/>
                  <a:pt x="13329" y="8207"/>
                  <a:pt x="13229" y="7873"/>
                </a:cubicBezTo>
                <a:cubicBezTo>
                  <a:pt x="13062" y="7206"/>
                  <a:pt x="13029" y="6205"/>
                  <a:pt x="13029" y="5071"/>
                </a:cubicBezTo>
                <a:cubicBezTo>
                  <a:pt x="12995" y="4537"/>
                  <a:pt x="13029" y="3837"/>
                  <a:pt x="12628" y="3203"/>
                </a:cubicBezTo>
                <a:cubicBezTo>
                  <a:pt x="12395" y="2870"/>
                  <a:pt x="12061" y="2636"/>
                  <a:pt x="11728" y="2503"/>
                </a:cubicBezTo>
                <a:cubicBezTo>
                  <a:pt x="11561" y="2436"/>
                  <a:pt x="11361" y="2403"/>
                  <a:pt x="11194" y="2369"/>
                </a:cubicBezTo>
                <a:cubicBezTo>
                  <a:pt x="11027" y="2369"/>
                  <a:pt x="10827" y="2336"/>
                  <a:pt x="10660" y="2336"/>
                </a:cubicBezTo>
                <a:cubicBezTo>
                  <a:pt x="10293" y="2336"/>
                  <a:pt x="9960" y="2436"/>
                  <a:pt x="9626" y="2603"/>
                </a:cubicBezTo>
                <a:cubicBezTo>
                  <a:pt x="9293" y="2770"/>
                  <a:pt x="9026" y="2936"/>
                  <a:pt x="8792" y="3170"/>
                </a:cubicBezTo>
                <a:lnTo>
                  <a:pt x="8626" y="3270"/>
                </a:lnTo>
                <a:lnTo>
                  <a:pt x="8559" y="3337"/>
                </a:lnTo>
                <a:cubicBezTo>
                  <a:pt x="8526" y="3337"/>
                  <a:pt x="8526" y="3337"/>
                  <a:pt x="8492" y="3370"/>
                </a:cubicBezTo>
                <a:lnTo>
                  <a:pt x="8392" y="3470"/>
                </a:lnTo>
                <a:cubicBezTo>
                  <a:pt x="8325" y="3570"/>
                  <a:pt x="8192" y="3670"/>
                  <a:pt x="8125" y="3704"/>
                </a:cubicBezTo>
                <a:cubicBezTo>
                  <a:pt x="7970" y="3792"/>
                  <a:pt x="7844" y="3822"/>
                  <a:pt x="7727" y="3822"/>
                </a:cubicBezTo>
                <a:cubicBezTo>
                  <a:pt x="7669" y="3822"/>
                  <a:pt x="7614" y="3815"/>
                  <a:pt x="7558" y="3804"/>
                </a:cubicBezTo>
                <a:cubicBezTo>
                  <a:pt x="7391" y="3737"/>
                  <a:pt x="7225" y="3637"/>
                  <a:pt x="7058" y="3403"/>
                </a:cubicBezTo>
                <a:cubicBezTo>
                  <a:pt x="6958" y="3203"/>
                  <a:pt x="6824" y="2970"/>
                  <a:pt x="6724" y="2703"/>
                </a:cubicBezTo>
                <a:cubicBezTo>
                  <a:pt x="6557" y="2202"/>
                  <a:pt x="6491" y="1502"/>
                  <a:pt x="6024" y="868"/>
                </a:cubicBezTo>
                <a:cubicBezTo>
                  <a:pt x="5557" y="234"/>
                  <a:pt x="4823" y="1"/>
                  <a:pt x="41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14" name="Google Shape;2814;p23"/>
          <p:cNvSpPr/>
          <p:nvPr/>
        </p:nvSpPr>
        <p:spPr>
          <a:xfrm>
            <a:off x="9333700" y="4564602"/>
            <a:ext cx="20022" cy="11121"/>
          </a:xfrm>
          <a:custGeom>
            <a:avLst/>
            <a:gdLst/>
            <a:ahLst/>
            <a:cxnLst/>
            <a:rect l="l" t="t" r="r" b="b"/>
            <a:pathLst>
              <a:path w="902" h="501" extrusionOk="0">
                <a:moveTo>
                  <a:pt x="601" y="1"/>
                </a:moveTo>
                <a:cubicBezTo>
                  <a:pt x="551" y="17"/>
                  <a:pt x="509" y="17"/>
                  <a:pt x="468" y="17"/>
                </a:cubicBezTo>
                <a:cubicBezTo>
                  <a:pt x="426" y="17"/>
                  <a:pt x="384" y="17"/>
                  <a:pt x="334" y="34"/>
                </a:cubicBezTo>
                <a:cubicBezTo>
                  <a:pt x="301" y="34"/>
                  <a:pt x="234" y="67"/>
                  <a:pt x="134" y="101"/>
                </a:cubicBezTo>
                <a:cubicBezTo>
                  <a:pt x="67" y="134"/>
                  <a:pt x="1" y="201"/>
                  <a:pt x="1" y="201"/>
                </a:cubicBezTo>
                <a:lnTo>
                  <a:pt x="1" y="434"/>
                </a:lnTo>
                <a:cubicBezTo>
                  <a:pt x="1" y="434"/>
                  <a:pt x="101" y="434"/>
                  <a:pt x="167" y="501"/>
                </a:cubicBezTo>
                <a:lnTo>
                  <a:pt x="501" y="501"/>
                </a:lnTo>
                <a:cubicBezTo>
                  <a:pt x="668" y="401"/>
                  <a:pt x="901" y="201"/>
                  <a:pt x="901" y="201"/>
                </a:cubicBezTo>
                <a:lnTo>
                  <a:pt x="76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15" name="Google Shape;2815;p23"/>
          <p:cNvSpPr/>
          <p:nvPr/>
        </p:nvSpPr>
        <p:spPr>
          <a:xfrm>
            <a:off x="9337407" y="4580163"/>
            <a:ext cx="25194" cy="14828"/>
          </a:xfrm>
          <a:custGeom>
            <a:avLst/>
            <a:gdLst/>
            <a:ahLst/>
            <a:cxnLst/>
            <a:rect l="l" t="t" r="r" b="b"/>
            <a:pathLst>
              <a:path w="1135" h="668" extrusionOk="0">
                <a:moveTo>
                  <a:pt x="1068" y="0"/>
                </a:moveTo>
                <a:lnTo>
                  <a:pt x="1068" y="0"/>
                </a:lnTo>
                <a:cubicBezTo>
                  <a:pt x="1068" y="0"/>
                  <a:pt x="968" y="33"/>
                  <a:pt x="834" y="33"/>
                </a:cubicBezTo>
                <a:cubicBezTo>
                  <a:pt x="768" y="67"/>
                  <a:pt x="601" y="67"/>
                  <a:pt x="501" y="134"/>
                </a:cubicBezTo>
                <a:cubicBezTo>
                  <a:pt x="301" y="200"/>
                  <a:pt x="0" y="400"/>
                  <a:pt x="0" y="400"/>
                </a:cubicBezTo>
                <a:cubicBezTo>
                  <a:pt x="0" y="467"/>
                  <a:pt x="101" y="667"/>
                  <a:pt x="101" y="667"/>
                </a:cubicBezTo>
                <a:cubicBezTo>
                  <a:pt x="101" y="667"/>
                  <a:pt x="434" y="667"/>
                  <a:pt x="634" y="567"/>
                </a:cubicBezTo>
                <a:cubicBezTo>
                  <a:pt x="768" y="534"/>
                  <a:pt x="901" y="467"/>
                  <a:pt x="968" y="367"/>
                </a:cubicBezTo>
                <a:cubicBezTo>
                  <a:pt x="1068" y="334"/>
                  <a:pt x="1135" y="234"/>
                  <a:pt x="1135" y="234"/>
                </a:cubicBezTo>
                <a:cubicBezTo>
                  <a:pt x="1135" y="234"/>
                  <a:pt x="1001" y="67"/>
                  <a:pt x="10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16" name="Google Shape;2816;p23"/>
          <p:cNvSpPr/>
          <p:nvPr/>
        </p:nvSpPr>
        <p:spPr>
          <a:xfrm>
            <a:off x="9343334" y="4600141"/>
            <a:ext cx="22220" cy="18535"/>
          </a:xfrm>
          <a:custGeom>
            <a:avLst/>
            <a:gdLst/>
            <a:ahLst/>
            <a:cxnLst/>
            <a:rect l="l" t="t" r="r" b="b"/>
            <a:pathLst>
              <a:path w="1001" h="835" extrusionOk="0">
                <a:moveTo>
                  <a:pt x="834" y="1"/>
                </a:moveTo>
                <a:cubicBezTo>
                  <a:pt x="834" y="1"/>
                  <a:pt x="701" y="34"/>
                  <a:pt x="634" y="101"/>
                </a:cubicBezTo>
                <a:cubicBezTo>
                  <a:pt x="534" y="134"/>
                  <a:pt x="401" y="168"/>
                  <a:pt x="334" y="268"/>
                </a:cubicBezTo>
                <a:cubicBezTo>
                  <a:pt x="234" y="301"/>
                  <a:pt x="200" y="434"/>
                  <a:pt x="134" y="468"/>
                </a:cubicBezTo>
                <a:lnTo>
                  <a:pt x="0" y="601"/>
                </a:lnTo>
                <a:lnTo>
                  <a:pt x="34" y="835"/>
                </a:lnTo>
                <a:cubicBezTo>
                  <a:pt x="34" y="818"/>
                  <a:pt x="67" y="818"/>
                  <a:pt x="117" y="818"/>
                </a:cubicBezTo>
                <a:cubicBezTo>
                  <a:pt x="167" y="818"/>
                  <a:pt x="234" y="818"/>
                  <a:pt x="301" y="801"/>
                </a:cubicBezTo>
                <a:cubicBezTo>
                  <a:pt x="401" y="768"/>
                  <a:pt x="567" y="701"/>
                  <a:pt x="667" y="635"/>
                </a:cubicBezTo>
                <a:cubicBezTo>
                  <a:pt x="801" y="534"/>
                  <a:pt x="868" y="434"/>
                  <a:pt x="901" y="334"/>
                </a:cubicBezTo>
                <a:lnTo>
                  <a:pt x="1001" y="168"/>
                </a:lnTo>
                <a:cubicBezTo>
                  <a:pt x="1001" y="168"/>
                  <a:pt x="868" y="1"/>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17" name="Google Shape;2817;p23"/>
          <p:cNvSpPr/>
          <p:nvPr/>
        </p:nvSpPr>
        <p:spPr>
          <a:xfrm>
            <a:off x="9355188" y="4629774"/>
            <a:ext cx="15560" cy="14073"/>
          </a:xfrm>
          <a:custGeom>
            <a:avLst/>
            <a:gdLst/>
            <a:ahLst/>
            <a:cxnLst/>
            <a:rect l="l" t="t" r="r" b="b"/>
            <a:pathLst>
              <a:path w="701" h="634" extrusionOk="0">
                <a:moveTo>
                  <a:pt x="534" y="0"/>
                </a:moveTo>
                <a:cubicBezTo>
                  <a:pt x="534" y="0"/>
                  <a:pt x="500" y="33"/>
                  <a:pt x="434" y="33"/>
                </a:cubicBezTo>
                <a:cubicBezTo>
                  <a:pt x="334" y="100"/>
                  <a:pt x="267" y="100"/>
                  <a:pt x="200" y="133"/>
                </a:cubicBezTo>
                <a:lnTo>
                  <a:pt x="0" y="334"/>
                </a:lnTo>
                <a:lnTo>
                  <a:pt x="0" y="600"/>
                </a:lnTo>
                <a:cubicBezTo>
                  <a:pt x="0" y="600"/>
                  <a:pt x="33" y="634"/>
                  <a:pt x="167" y="634"/>
                </a:cubicBezTo>
                <a:cubicBezTo>
                  <a:pt x="300" y="634"/>
                  <a:pt x="367" y="600"/>
                  <a:pt x="467" y="567"/>
                </a:cubicBezTo>
                <a:cubicBezTo>
                  <a:pt x="500" y="500"/>
                  <a:pt x="600" y="434"/>
                  <a:pt x="634" y="334"/>
                </a:cubicBezTo>
                <a:cubicBezTo>
                  <a:pt x="667" y="267"/>
                  <a:pt x="701" y="234"/>
                  <a:pt x="701" y="234"/>
                </a:cubicBezTo>
                <a:cubicBezTo>
                  <a:pt x="701" y="234"/>
                  <a:pt x="534" y="67"/>
                  <a:pt x="5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18" name="Google Shape;2818;p23"/>
          <p:cNvSpPr/>
          <p:nvPr/>
        </p:nvSpPr>
        <p:spPr>
          <a:xfrm>
            <a:off x="8873147" y="4809685"/>
            <a:ext cx="20022" cy="11143"/>
          </a:xfrm>
          <a:custGeom>
            <a:avLst/>
            <a:gdLst/>
            <a:ahLst/>
            <a:cxnLst/>
            <a:rect l="l" t="t" r="r" b="b"/>
            <a:pathLst>
              <a:path w="902" h="502" extrusionOk="0">
                <a:moveTo>
                  <a:pt x="467" y="1"/>
                </a:moveTo>
                <a:cubicBezTo>
                  <a:pt x="267" y="1"/>
                  <a:pt x="0" y="134"/>
                  <a:pt x="0" y="134"/>
                </a:cubicBezTo>
                <a:lnTo>
                  <a:pt x="0" y="368"/>
                </a:lnTo>
                <a:cubicBezTo>
                  <a:pt x="0" y="368"/>
                  <a:pt x="234" y="501"/>
                  <a:pt x="467" y="501"/>
                </a:cubicBezTo>
                <a:cubicBezTo>
                  <a:pt x="634" y="501"/>
                  <a:pt x="901" y="368"/>
                  <a:pt x="901" y="368"/>
                </a:cubicBezTo>
                <a:lnTo>
                  <a:pt x="901" y="134"/>
                </a:lnTo>
                <a:cubicBezTo>
                  <a:pt x="901" y="134"/>
                  <a:pt x="634" y="1"/>
                  <a:pt x="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19" name="Google Shape;2819;p23"/>
          <p:cNvSpPr/>
          <p:nvPr/>
        </p:nvSpPr>
        <p:spPr>
          <a:xfrm>
            <a:off x="8891659" y="4830662"/>
            <a:ext cx="25927" cy="10144"/>
          </a:xfrm>
          <a:custGeom>
            <a:avLst/>
            <a:gdLst/>
            <a:ahLst/>
            <a:cxnLst/>
            <a:rect l="l" t="t" r="r" b="b"/>
            <a:pathLst>
              <a:path w="1168" h="457" extrusionOk="0">
                <a:moveTo>
                  <a:pt x="735" y="0"/>
                </a:moveTo>
                <a:cubicBezTo>
                  <a:pt x="676" y="0"/>
                  <a:pt x="618" y="6"/>
                  <a:pt x="567" y="23"/>
                </a:cubicBezTo>
                <a:cubicBezTo>
                  <a:pt x="467" y="23"/>
                  <a:pt x="334" y="57"/>
                  <a:pt x="201" y="123"/>
                </a:cubicBezTo>
                <a:cubicBezTo>
                  <a:pt x="67" y="223"/>
                  <a:pt x="0" y="257"/>
                  <a:pt x="0" y="257"/>
                </a:cubicBezTo>
                <a:lnTo>
                  <a:pt x="134" y="457"/>
                </a:lnTo>
                <a:lnTo>
                  <a:pt x="634" y="457"/>
                </a:lnTo>
                <a:cubicBezTo>
                  <a:pt x="834" y="423"/>
                  <a:pt x="1168" y="257"/>
                  <a:pt x="1168" y="257"/>
                </a:cubicBezTo>
                <a:cubicBezTo>
                  <a:pt x="1168" y="226"/>
                  <a:pt x="1139" y="53"/>
                  <a:pt x="1109" y="53"/>
                </a:cubicBezTo>
                <a:cubicBezTo>
                  <a:pt x="1106" y="53"/>
                  <a:pt x="1104" y="54"/>
                  <a:pt x="1101" y="57"/>
                </a:cubicBezTo>
                <a:cubicBezTo>
                  <a:pt x="1101" y="57"/>
                  <a:pt x="914" y="0"/>
                  <a:pt x="7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20" name="Google Shape;2820;p23"/>
          <p:cNvSpPr/>
          <p:nvPr/>
        </p:nvSpPr>
        <p:spPr>
          <a:xfrm>
            <a:off x="8921271" y="4843447"/>
            <a:ext cx="11876" cy="12164"/>
          </a:xfrm>
          <a:custGeom>
            <a:avLst/>
            <a:gdLst/>
            <a:ahLst/>
            <a:cxnLst/>
            <a:rect l="l" t="t" r="r" b="b"/>
            <a:pathLst>
              <a:path w="535" h="548" extrusionOk="0">
                <a:moveTo>
                  <a:pt x="335" y="0"/>
                </a:moveTo>
                <a:cubicBezTo>
                  <a:pt x="279" y="0"/>
                  <a:pt x="215" y="24"/>
                  <a:pt x="167" y="48"/>
                </a:cubicBezTo>
                <a:cubicBezTo>
                  <a:pt x="34" y="148"/>
                  <a:pt x="1" y="348"/>
                  <a:pt x="1" y="348"/>
                </a:cubicBezTo>
                <a:cubicBezTo>
                  <a:pt x="1" y="381"/>
                  <a:pt x="167" y="515"/>
                  <a:pt x="167" y="548"/>
                </a:cubicBezTo>
                <a:cubicBezTo>
                  <a:pt x="167" y="548"/>
                  <a:pt x="368" y="515"/>
                  <a:pt x="401" y="481"/>
                </a:cubicBezTo>
                <a:cubicBezTo>
                  <a:pt x="468" y="448"/>
                  <a:pt x="534" y="314"/>
                  <a:pt x="534" y="314"/>
                </a:cubicBezTo>
                <a:lnTo>
                  <a:pt x="534" y="48"/>
                </a:lnTo>
                <a:cubicBezTo>
                  <a:pt x="534" y="48"/>
                  <a:pt x="501" y="14"/>
                  <a:pt x="401" y="14"/>
                </a:cubicBezTo>
                <a:cubicBezTo>
                  <a:pt x="381" y="4"/>
                  <a:pt x="359" y="0"/>
                  <a:pt x="3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21" name="Google Shape;2821;p23"/>
          <p:cNvSpPr/>
          <p:nvPr/>
        </p:nvSpPr>
        <p:spPr>
          <a:xfrm>
            <a:off x="8941271" y="4853370"/>
            <a:ext cx="11121" cy="11876"/>
          </a:xfrm>
          <a:custGeom>
            <a:avLst/>
            <a:gdLst/>
            <a:ahLst/>
            <a:cxnLst/>
            <a:rect l="l" t="t" r="r" b="b"/>
            <a:pathLst>
              <a:path w="501" h="535" extrusionOk="0">
                <a:moveTo>
                  <a:pt x="334" y="1"/>
                </a:moveTo>
                <a:cubicBezTo>
                  <a:pt x="334" y="1"/>
                  <a:pt x="267" y="1"/>
                  <a:pt x="234" y="34"/>
                </a:cubicBezTo>
                <a:cubicBezTo>
                  <a:pt x="134" y="68"/>
                  <a:pt x="100" y="68"/>
                  <a:pt x="67" y="101"/>
                </a:cubicBezTo>
                <a:cubicBezTo>
                  <a:pt x="0" y="201"/>
                  <a:pt x="0" y="334"/>
                  <a:pt x="0" y="334"/>
                </a:cubicBezTo>
                <a:cubicBezTo>
                  <a:pt x="65" y="334"/>
                  <a:pt x="130" y="524"/>
                  <a:pt x="164" y="534"/>
                </a:cubicBezTo>
                <a:lnTo>
                  <a:pt x="164" y="534"/>
                </a:lnTo>
                <a:cubicBezTo>
                  <a:pt x="158" y="528"/>
                  <a:pt x="404" y="465"/>
                  <a:pt x="467" y="401"/>
                </a:cubicBezTo>
                <a:cubicBezTo>
                  <a:pt x="467" y="368"/>
                  <a:pt x="501" y="268"/>
                  <a:pt x="501" y="234"/>
                </a:cubicBezTo>
                <a:lnTo>
                  <a:pt x="501" y="168"/>
                </a:lnTo>
                <a:lnTo>
                  <a:pt x="334" y="1"/>
                </a:lnTo>
                <a:close/>
                <a:moveTo>
                  <a:pt x="164" y="534"/>
                </a:moveTo>
                <a:lnTo>
                  <a:pt x="164" y="534"/>
                </a:lnTo>
                <a:cubicBezTo>
                  <a:pt x="165" y="534"/>
                  <a:pt x="166" y="535"/>
                  <a:pt x="167" y="535"/>
                </a:cubicBezTo>
                <a:cubicBezTo>
                  <a:pt x="166" y="535"/>
                  <a:pt x="165" y="534"/>
                  <a:pt x="164" y="5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22" name="Google Shape;2822;p23"/>
          <p:cNvSpPr/>
          <p:nvPr/>
        </p:nvSpPr>
        <p:spPr>
          <a:xfrm>
            <a:off x="9044178" y="4836344"/>
            <a:ext cx="20755" cy="22375"/>
          </a:xfrm>
          <a:custGeom>
            <a:avLst/>
            <a:gdLst/>
            <a:ahLst/>
            <a:cxnLst/>
            <a:rect l="l" t="t" r="r" b="b"/>
            <a:pathLst>
              <a:path w="935" h="1008" extrusionOk="0">
                <a:moveTo>
                  <a:pt x="802" y="1"/>
                </a:moveTo>
                <a:cubicBezTo>
                  <a:pt x="802" y="1"/>
                  <a:pt x="701" y="34"/>
                  <a:pt x="601" y="101"/>
                </a:cubicBezTo>
                <a:cubicBezTo>
                  <a:pt x="468" y="134"/>
                  <a:pt x="335" y="268"/>
                  <a:pt x="268" y="334"/>
                </a:cubicBezTo>
                <a:cubicBezTo>
                  <a:pt x="101" y="534"/>
                  <a:pt x="1" y="868"/>
                  <a:pt x="1" y="868"/>
                </a:cubicBezTo>
                <a:cubicBezTo>
                  <a:pt x="1" y="926"/>
                  <a:pt x="125" y="1008"/>
                  <a:pt x="159" y="1008"/>
                </a:cubicBezTo>
                <a:cubicBezTo>
                  <a:pt x="165" y="1008"/>
                  <a:pt x="168" y="1006"/>
                  <a:pt x="168" y="1001"/>
                </a:cubicBezTo>
                <a:cubicBezTo>
                  <a:pt x="168" y="1001"/>
                  <a:pt x="468" y="801"/>
                  <a:pt x="601" y="634"/>
                </a:cubicBezTo>
                <a:cubicBezTo>
                  <a:pt x="668" y="601"/>
                  <a:pt x="701" y="468"/>
                  <a:pt x="802" y="368"/>
                </a:cubicBezTo>
                <a:cubicBezTo>
                  <a:pt x="868" y="301"/>
                  <a:pt x="935" y="201"/>
                  <a:pt x="935" y="201"/>
                </a:cubicBezTo>
                <a:lnTo>
                  <a:pt x="80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23" name="Google Shape;2823;p23"/>
          <p:cNvSpPr/>
          <p:nvPr/>
        </p:nvSpPr>
        <p:spPr>
          <a:xfrm>
            <a:off x="9058252" y="4860784"/>
            <a:ext cx="22242" cy="22242"/>
          </a:xfrm>
          <a:custGeom>
            <a:avLst/>
            <a:gdLst/>
            <a:ahLst/>
            <a:cxnLst/>
            <a:rect l="l" t="t" r="r" b="b"/>
            <a:pathLst>
              <a:path w="1002" h="1002" extrusionOk="0">
                <a:moveTo>
                  <a:pt x="835" y="0"/>
                </a:moveTo>
                <a:cubicBezTo>
                  <a:pt x="835" y="0"/>
                  <a:pt x="501" y="167"/>
                  <a:pt x="334" y="334"/>
                </a:cubicBezTo>
                <a:cubicBezTo>
                  <a:pt x="168" y="501"/>
                  <a:pt x="1" y="834"/>
                  <a:pt x="1" y="834"/>
                </a:cubicBezTo>
                <a:cubicBezTo>
                  <a:pt x="1" y="868"/>
                  <a:pt x="168" y="1001"/>
                  <a:pt x="168" y="1001"/>
                </a:cubicBezTo>
                <a:cubicBezTo>
                  <a:pt x="168" y="1001"/>
                  <a:pt x="501" y="834"/>
                  <a:pt x="668" y="668"/>
                </a:cubicBezTo>
                <a:cubicBezTo>
                  <a:pt x="835" y="501"/>
                  <a:pt x="1001" y="167"/>
                  <a:pt x="1001" y="167"/>
                </a:cubicBezTo>
                <a:lnTo>
                  <a:pt x="83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24" name="Google Shape;2824;p23"/>
          <p:cNvSpPr/>
          <p:nvPr/>
        </p:nvSpPr>
        <p:spPr>
          <a:xfrm>
            <a:off x="7118412" y="4832371"/>
            <a:ext cx="214628" cy="96604"/>
          </a:xfrm>
          <a:custGeom>
            <a:avLst/>
            <a:gdLst/>
            <a:ahLst/>
            <a:cxnLst/>
            <a:rect l="l" t="t" r="r" b="b"/>
            <a:pathLst>
              <a:path w="9669" h="4352" extrusionOk="0">
                <a:moveTo>
                  <a:pt x="9381" y="1"/>
                </a:moveTo>
                <a:cubicBezTo>
                  <a:pt x="9346" y="1"/>
                  <a:pt x="9317" y="5"/>
                  <a:pt x="9302" y="13"/>
                </a:cubicBezTo>
                <a:cubicBezTo>
                  <a:pt x="9302" y="13"/>
                  <a:pt x="9302" y="80"/>
                  <a:pt x="9235" y="180"/>
                </a:cubicBezTo>
                <a:cubicBezTo>
                  <a:pt x="9235" y="313"/>
                  <a:pt x="9202" y="447"/>
                  <a:pt x="9168" y="580"/>
                </a:cubicBezTo>
                <a:cubicBezTo>
                  <a:pt x="9068" y="914"/>
                  <a:pt x="8901" y="1414"/>
                  <a:pt x="8668" y="1881"/>
                </a:cubicBezTo>
                <a:cubicBezTo>
                  <a:pt x="8368" y="2348"/>
                  <a:pt x="7967" y="2815"/>
                  <a:pt x="7467" y="3048"/>
                </a:cubicBezTo>
                <a:cubicBezTo>
                  <a:pt x="6967" y="3315"/>
                  <a:pt x="6366" y="3415"/>
                  <a:pt x="5833" y="3482"/>
                </a:cubicBezTo>
                <a:cubicBezTo>
                  <a:pt x="4798" y="3615"/>
                  <a:pt x="3331" y="3515"/>
                  <a:pt x="2163" y="3615"/>
                </a:cubicBezTo>
                <a:cubicBezTo>
                  <a:pt x="1563" y="3649"/>
                  <a:pt x="1062" y="3716"/>
                  <a:pt x="696" y="3816"/>
                </a:cubicBezTo>
                <a:cubicBezTo>
                  <a:pt x="329" y="3882"/>
                  <a:pt x="128" y="3982"/>
                  <a:pt x="128" y="3982"/>
                </a:cubicBezTo>
                <a:cubicBezTo>
                  <a:pt x="1" y="4014"/>
                  <a:pt x="56" y="4351"/>
                  <a:pt x="178" y="4351"/>
                </a:cubicBezTo>
                <a:cubicBezTo>
                  <a:pt x="184" y="4351"/>
                  <a:pt x="189" y="4351"/>
                  <a:pt x="195" y="4349"/>
                </a:cubicBezTo>
                <a:cubicBezTo>
                  <a:pt x="195" y="4349"/>
                  <a:pt x="395" y="4316"/>
                  <a:pt x="729" y="4249"/>
                </a:cubicBezTo>
                <a:cubicBezTo>
                  <a:pt x="1129" y="4216"/>
                  <a:pt x="1563" y="4183"/>
                  <a:pt x="2163" y="4183"/>
                </a:cubicBezTo>
                <a:cubicBezTo>
                  <a:pt x="2982" y="4207"/>
                  <a:pt x="3957" y="4300"/>
                  <a:pt x="4876" y="4300"/>
                </a:cubicBezTo>
                <a:cubicBezTo>
                  <a:pt x="5229" y="4300"/>
                  <a:pt x="5575" y="4286"/>
                  <a:pt x="5899" y="4249"/>
                </a:cubicBezTo>
                <a:cubicBezTo>
                  <a:pt x="6500" y="4183"/>
                  <a:pt x="7167" y="4049"/>
                  <a:pt x="7801" y="3682"/>
                </a:cubicBezTo>
                <a:cubicBezTo>
                  <a:pt x="8368" y="3315"/>
                  <a:pt x="8868" y="2715"/>
                  <a:pt x="9135" y="2181"/>
                </a:cubicBezTo>
                <a:cubicBezTo>
                  <a:pt x="9402" y="1614"/>
                  <a:pt x="9502" y="1080"/>
                  <a:pt x="9569" y="713"/>
                </a:cubicBezTo>
                <a:cubicBezTo>
                  <a:pt x="9635" y="547"/>
                  <a:pt x="9669" y="380"/>
                  <a:pt x="9669" y="313"/>
                </a:cubicBezTo>
                <a:lnTo>
                  <a:pt x="9669" y="146"/>
                </a:lnTo>
                <a:cubicBezTo>
                  <a:pt x="9669" y="44"/>
                  <a:pt x="9493" y="1"/>
                  <a:pt x="93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25" name="Google Shape;2825;p23"/>
          <p:cNvSpPr/>
          <p:nvPr/>
        </p:nvSpPr>
        <p:spPr>
          <a:xfrm>
            <a:off x="8220518" y="4107756"/>
            <a:ext cx="648211" cy="428589"/>
          </a:xfrm>
          <a:custGeom>
            <a:avLst/>
            <a:gdLst/>
            <a:ahLst/>
            <a:cxnLst/>
            <a:rect l="l" t="t" r="r" b="b"/>
            <a:pathLst>
              <a:path w="29202" h="19308" extrusionOk="0">
                <a:moveTo>
                  <a:pt x="28734" y="0"/>
                </a:moveTo>
                <a:cubicBezTo>
                  <a:pt x="28734" y="0"/>
                  <a:pt x="28568" y="34"/>
                  <a:pt x="28234" y="100"/>
                </a:cubicBezTo>
                <a:cubicBezTo>
                  <a:pt x="28067" y="100"/>
                  <a:pt x="27834" y="167"/>
                  <a:pt x="27634" y="200"/>
                </a:cubicBezTo>
                <a:cubicBezTo>
                  <a:pt x="27400" y="267"/>
                  <a:pt x="27167" y="367"/>
                  <a:pt x="26900" y="467"/>
                </a:cubicBezTo>
                <a:cubicBezTo>
                  <a:pt x="26399" y="701"/>
                  <a:pt x="25766" y="1034"/>
                  <a:pt x="25165" y="1601"/>
                </a:cubicBezTo>
                <a:cubicBezTo>
                  <a:pt x="24598" y="2102"/>
                  <a:pt x="24064" y="2769"/>
                  <a:pt x="23464" y="3436"/>
                </a:cubicBezTo>
                <a:cubicBezTo>
                  <a:pt x="22897" y="4103"/>
                  <a:pt x="22230" y="4770"/>
                  <a:pt x="21429" y="5271"/>
                </a:cubicBezTo>
                <a:lnTo>
                  <a:pt x="20795" y="5638"/>
                </a:lnTo>
                <a:lnTo>
                  <a:pt x="20495" y="5838"/>
                </a:lnTo>
                <a:lnTo>
                  <a:pt x="20162" y="6004"/>
                </a:lnTo>
                <a:lnTo>
                  <a:pt x="19561" y="6338"/>
                </a:lnTo>
                <a:lnTo>
                  <a:pt x="18894" y="6605"/>
                </a:lnTo>
                <a:cubicBezTo>
                  <a:pt x="17993" y="6938"/>
                  <a:pt x="17059" y="7105"/>
                  <a:pt x="16092" y="7272"/>
                </a:cubicBezTo>
                <a:cubicBezTo>
                  <a:pt x="15592" y="7339"/>
                  <a:pt x="15125" y="7439"/>
                  <a:pt x="14658" y="7506"/>
                </a:cubicBezTo>
                <a:cubicBezTo>
                  <a:pt x="14224" y="7639"/>
                  <a:pt x="13757" y="7706"/>
                  <a:pt x="13323" y="7806"/>
                </a:cubicBezTo>
                <a:cubicBezTo>
                  <a:pt x="11622" y="8206"/>
                  <a:pt x="9721" y="8873"/>
                  <a:pt x="7919" y="9841"/>
                </a:cubicBezTo>
                <a:cubicBezTo>
                  <a:pt x="6118" y="10808"/>
                  <a:pt x="4450" y="12109"/>
                  <a:pt x="3283" y="13476"/>
                </a:cubicBezTo>
                <a:cubicBezTo>
                  <a:pt x="2082" y="14844"/>
                  <a:pt x="1281" y="16278"/>
                  <a:pt x="781" y="17279"/>
                </a:cubicBezTo>
                <a:cubicBezTo>
                  <a:pt x="648" y="17546"/>
                  <a:pt x="548" y="17780"/>
                  <a:pt x="447" y="17980"/>
                </a:cubicBezTo>
                <a:cubicBezTo>
                  <a:pt x="381" y="18180"/>
                  <a:pt x="281" y="18380"/>
                  <a:pt x="247" y="18513"/>
                </a:cubicBezTo>
                <a:cubicBezTo>
                  <a:pt x="147" y="18814"/>
                  <a:pt x="81" y="18980"/>
                  <a:pt x="81" y="18980"/>
                </a:cubicBezTo>
                <a:cubicBezTo>
                  <a:pt x="1" y="19179"/>
                  <a:pt x="76" y="19307"/>
                  <a:pt x="184" y="19307"/>
                </a:cubicBezTo>
                <a:cubicBezTo>
                  <a:pt x="258" y="19307"/>
                  <a:pt x="347" y="19249"/>
                  <a:pt x="414" y="19114"/>
                </a:cubicBezTo>
                <a:cubicBezTo>
                  <a:pt x="414" y="19114"/>
                  <a:pt x="481" y="18980"/>
                  <a:pt x="614" y="18680"/>
                </a:cubicBezTo>
                <a:cubicBezTo>
                  <a:pt x="714" y="18547"/>
                  <a:pt x="781" y="18380"/>
                  <a:pt x="881" y="18180"/>
                </a:cubicBezTo>
                <a:cubicBezTo>
                  <a:pt x="948" y="17980"/>
                  <a:pt x="1081" y="17780"/>
                  <a:pt x="1215" y="17513"/>
                </a:cubicBezTo>
                <a:cubicBezTo>
                  <a:pt x="1748" y="16512"/>
                  <a:pt x="2549" y="15178"/>
                  <a:pt x="3750" y="13877"/>
                </a:cubicBezTo>
                <a:cubicBezTo>
                  <a:pt x="4951" y="12542"/>
                  <a:pt x="6552" y="11375"/>
                  <a:pt x="8286" y="10474"/>
                </a:cubicBezTo>
                <a:cubicBezTo>
                  <a:pt x="10054" y="9540"/>
                  <a:pt x="11922" y="8940"/>
                  <a:pt x="13590" y="8506"/>
                </a:cubicBezTo>
                <a:cubicBezTo>
                  <a:pt x="13990" y="8440"/>
                  <a:pt x="14424" y="8306"/>
                  <a:pt x="14891" y="8206"/>
                </a:cubicBezTo>
                <a:cubicBezTo>
                  <a:pt x="15291" y="8139"/>
                  <a:pt x="15792" y="8039"/>
                  <a:pt x="16259" y="7973"/>
                </a:cubicBezTo>
                <a:cubicBezTo>
                  <a:pt x="17226" y="7806"/>
                  <a:pt x="18227" y="7606"/>
                  <a:pt x="19161" y="7205"/>
                </a:cubicBezTo>
                <a:lnTo>
                  <a:pt x="19895" y="6938"/>
                </a:lnTo>
                <a:lnTo>
                  <a:pt x="20562" y="6538"/>
                </a:lnTo>
                <a:lnTo>
                  <a:pt x="20895" y="6405"/>
                </a:lnTo>
                <a:lnTo>
                  <a:pt x="21229" y="6171"/>
                </a:lnTo>
                <a:cubicBezTo>
                  <a:pt x="21429" y="6038"/>
                  <a:pt x="21629" y="5904"/>
                  <a:pt x="21829" y="5771"/>
                </a:cubicBezTo>
                <a:cubicBezTo>
                  <a:pt x="22663" y="5204"/>
                  <a:pt x="23397" y="4503"/>
                  <a:pt x="23964" y="3803"/>
                </a:cubicBezTo>
                <a:cubicBezTo>
                  <a:pt x="24565" y="3136"/>
                  <a:pt x="25065" y="2469"/>
                  <a:pt x="25599" y="1968"/>
                </a:cubicBezTo>
                <a:cubicBezTo>
                  <a:pt x="26132" y="1468"/>
                  <a:pt x="26700" y="1134"/>
                  <a:pt x="27167" y="901"/>
                </a:cubicBezTo>
                <a:cubicBezTo>
                  <a:pt x="27433" y="801"/>
                  <a:pt x="27634" y="667"/>
                  <a:pt x="27867" y="634"/>
                </a:cubicBezTo>
                <a:cubicBezTo>
                  <a:pt x="28067" y="567"/>
                  <a:pt x="28267" y="501"/>
                  <a:pt x="28401" y="467"/>
                </a:cubicBezTo>
                <a:cubicBezTo>
                  <a:pt x="28701" y="434"/>
                  <a:pt x="28868" y="400"/>
                  <a:pt x="28868" y="400"/>
                </a:cubicBezTo>
                <a:cubicBezTo>
                  <a:pt x="29201" y="300"/>
                  <a:pt x="29135" y="0"/>
                  <a:pt x="287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2826" name="Google Shape;2826;p23"/>
          <p:cNvGrpSpPr/>
          <p:nvPr/>
        </p:nvGrpSpPr>
        <p:grpSpPr>
          <a:xfrm>
            <a:off x="4980537" y="4422714"/>
            <a:ext cx="686413" cy="448944"/>
            <a:chOff x="6585162" y="4163427"/>
            <a:chExt cx="686413" cy="448944"/>
          </a:xfrm>
        </p:grpSpPr>
        <p:sp>
          <p:nvSpPr>
            <p:cNvPr id="2827" name="Google Shape;2827;p23"/>
            <p:cNvSpPr/>
            <p:nvPr/>
          </p:nvSpPr>
          <p:spPr>
            <a:xfrm>
              <a:off x="6670311" y="4239365"/>
              <a:ext cx="520576" cy="320554"/>
            </a:xfrm>
            <a:custGeom>
              <a:avLst/>
              <a:gdLst/>
              <a:ahLst/>
              <a:cxnLst/>
              <a:rect l="l" t="t" r="r" b="b"/>
              <a:pathLst>
                <a:path w="23452" h="14441" extrusionOk="0">
                  <a:moveTo>
                    <a:pt x="7068" y="0"/>
                  </a:moveTo>
                  <a:cubicBezTo>
                    <a:pt x="6719" y="0"/>
                    <a:pt x="6339" y="70"/>
                    <a:pt x="6005" y="209"/>
                  </a:cubicBezTo>
                  <a:cubicBezTo>
                    <a:pt x="5572" y="376"/>
                    <a:pt x="5238" y="643"/>
                    <a:pt x="4938" y="876"/>
                  </a:cubicBezTo>
                  <a:cubicBezTo>
                    <a:pt x="4337" y="1376"/>
                    <a:pt x="3870" y="1910"/>
                    <a:pt x="3403" y="2511"/>
                  </a:cubicBezTo>
                  <a:cubicBezTo>
                    <a:pt x="2536" y="3645"/>
                    <a:pt x="1869" y="4812"/>
                    <a:pt x="1335" y="5880"/>
                  </a:cubicBezTo>
                  <a:cubicBezTo>
                    <a:pt x="768" y="6980"/>
                    <a:pt x="401" y="8014"/>
                    <a:pt x="201" y="8882"/>
                  </a:cubicBezTo>
                  <a:cubicBezTo>
                    <a:pt x="34" y="9749"/>
                    <a:pt x="1" y="10550"/>
                    <a:pt x="335" y="11083"/>
                  </a:cubicBezTo>
                  <a:cubicBezTo>
                    <a:pt x="368" y="11250"/>
                    <a:pt x="501" y="11350"/>
                    <a:pt x="568" y="11417"/>
                  </a:cubicBezTo>
                  <a:cubicBezTo>
                    <a:pt x="668" y="11517"/>
                    <a:pt x="735" y="11550"/>
                    <a:pt x="835" y="11584"/>
                  </a:cubicBezTo>
                  <a:cubicBezTo>
                    <a:pt x="935" y="11684"/>
                    <a:pt x="1035" y="11684"/>
                    <a:pt x="1035" y="11684"/>
                  </a:cubicBezTo>
                  <a:cubicBezTo>
                    <a:pt x="1106" y="11712"/>
                    <a:pt x="1170" y="11722"/>
                    <a:pt x="1226" y="11722"/>
                  </a:cubicBezTo>
                  <a:cubicBezTo>
                    <a:pt x="1303" y="11722"/>
                    <a:pt x="1363" y="11703"/>
                    <a:pt x="1402" y="11684"/>
                  </a:cubicBezTo>
                  <a:cubicBezTo>
                    <a:pt x="1502" y="11650"/>
                    <a:pt x="1535" y="11550"/>
                    <a:pt x="1535" y="11517"/>
                  </a:cubicBezTo>
                  <a:cubicBezTo>
                    <a:pt x="1569" y="11384"/>
                    <a:pt x="1402" y="11317"/>
                    <a:pt x="1202" y="11217"/>
                  </a:cubicBezTo>
                  <a:cubicBezTo>
                    <a:pt x="1235" y="11217"/>
                    <a:pt x="935" y="11217"/>
                    <a:pt x="768" y="10883"/>
                  </a:cubicBezTo>
                  <a:cubicBezTo>
                    <a:pt x="568" y="10550"/>
                    <a:pt x="568" y="9882"/>
                    <a:pt x="768" y="9049"/>
                  </a:cubicBezTo>
                  <a:cubicBezTo>
                    <a:pt x="1235" y="7414"/>
                    <a:pt x="2336" y="5179"/>
                    <a:pt x="4037" y="3011"/>
                  </a:cubicBezTo>
                  <a:cubicBezTo>
                    <a:pt x="4504" y="2477"/>
                    <a:pt x="4938" y="1977"/>
                    <a:pt x="5505" y="1510"/>
                  </a:cubicBezTo>
                  <a:cubicBezTo>
                    <a:pt x="5738" y="1310"/>
                    <a:pt x="6039" y="1076"/>
                    <a:pt x="6339" y="976"/>
                  </a:cubicBezTo>
                  <a:cubicBezTo>
                    <a:pt x="6543" y="874"/>
                    <a:pt x="6785" y="831"/>
                    <a:pt x="7037" y="831"/>
                  </a:cubicBezTo>
                  <a:cubicBezTo>
                    <a:pt x="7115" y="831"/>
                    <a:pt x="7194" y="835"/>
                    <a:pt x="7273" y="843"/>
                  </a:cubicBezTo>
                  <a:cubicBezTo>
                    <a:pt x="8007" y="876"/>
                    <a:pt x="8707" y="1043"/>
                    <a:pt x="9441" y="1243"/>
                  </a:cubicBezTo>
                  <a:cubicBezTo>
                    <a:pt x="10208" y="1476"/>
                    <a:pt x="10942" y="1743"/>
                    <a:pt x="11676" y="2010"/>
                  </a:cubicBezTo>
                  <a:cubicBezTo>
                    <a:pt x="14578" y="3078"/>
                    <a:pt x="17380" y="4412"/>
                    <a:pt x="19848" y="5646"/>
                  </a:cubicBezTo>
                  <a:cubicBezTo>
                    <a:pt x="20416" y="5913"/>
                    <a:pt x="21016" y="6213"/>
                    <a:pt x="21516" y="6580"/>
                  </a:cubicBezTo>
                  <a:cubicBezTo>
                    <a:pt x="21750" y="6814"/>
                    <a:pt x="22017" y="7014"/>
                    <a:pt x="22183" y="7214"/>
                  </a:cubicBezTo>
                  <a:cubicBezTo>
                    <a:pt x="22384" y="7481"/>
                    <a:pt x="22450" y="7681"/>
                    <a:pt x="22517" y="7914"/>
                  </a:cubicBezTo>
                  <a:cubicBezTo>
                    <a:pt x="22550" y="8181"/>
                    <a:pt x="22450" y="8415"/>
                    <a:pt x="22384" y="8682"/>
                  </a:cubicBezTo>
                  <a:cubicBezTo>
                    <a:pt x="22284" y="8815"/>
                    <a:pt x="22250" y="8915"/>
                    <a:pt x="22183" y="9049"/>
                  </a:cubicBezTo>
                  <a:cubicBezTo>
                    <a:pt x="22083" y="9149"/>
                    <a:pt x="22050" y="9249"/>
                    <a:pt x="21917" y="9349"/>
                  </a:cubicBezTo>
                  <a:cubicBezTo>
                    <a:pt x="21550" y="9682"/>
                    <a:pt x="21016" y="9882"/>
                    <a:pt x="20416" y="9983"/>
                  </a:cubicBezTo>
                  <a:cubicBezTo>
                    <a:pt x="19248" y="10183"/>
                    <a:pt x="18114" y="10149"/>
                    <a:pt x="17213" y="10216"/>
                  </a:cubicBezTo>
                  <a:cubicBezTo>
                    <a:pt x="16746" y="10249"/>
                    <a:pt x="16313" y="10316"/>
                    <a:pt x="15946" y="10383"/>
                  </a:cubicBezTo>
                  <a:cubicBezTo>
                    <a:pt x="15746" y="10416"/>
                    <a:pt x="15579" y="10483"/>
                    <a:pt x="15479" y="10516"/>
                  </a:cubicBezTo>
                  <a:cubicBezTo>
                    <a:pt x="15312" y="10583"/>
                    <a:pt x="15178" y="10616"/>
                    <a:pt x="15078" y="10683"/>
                  </a:cubicBezTo>
                  <a:lnTo>
                    <a:pt x="15112" y="10683"/>
                  </a:lnTo>
                  <a:cubicBezTo>
                    <a:pt x="13911" y="11183"/>
                    <a:pt x="12977" y="11951"/>
                    <a:pt x="12143" y="12618"/>
                  </a:cubicBezTo>
                  <a:cubicBezTo>
                    <a:pt x="11309" y="13352"/>
                    <a:pt x="10475" y="13752"/>
                    <a:pt x="9574" y="13885"/>
                  </a:cubicBezTo>
                  <a:cubicBezTo>
                    <a:pt x="9403" y="13928"/>
                    <a:pt x="9219" y="13940"/>
                    <a:pt x="9036" y="13940"/>
                  </a:cubicBezTo>
                  <a:cubicBezTo>
                    <a:pt x="8792" y="13940"/>
                    <a:pt x="8550" y="13919"/>
                    <a:pt x="8340" y="13919"/>
                  </a:cubicBezTo>
                  <a:cubicBezTo>
                    <a:pt x="7973" y="13885"/>
                    <a:pt x="7573" y="13752"/>
                    <a:pt x="7239" y="13652"/>
                  </a:cubicBezTo>
                  <a:cubicBezTo>
                    <a:pt x="6572" y="13352"/>
                    <a:pt x="6005" y="13018"/>
                    <a:pt x="5472" y="12718"/>
                  </a:cubicBezTo>
                  <a:cubicBezTo>
                    <a:pt x="4404" y="12084"/>
                    <a:pt x="3537" y="11717"/>
                    <a:pt x="2970" y="11550"/>
                  </a:cubicBezTo>
                  <a:cubicBezTo>
                    <a:pt x="2670" y="11484"/>
                    <a:pt x="2469" y="11384"/>
                    <a:pt x="2303" y="11384"/>
                  </a:cubicBezTo>
                  <a:cubicBezTo>
                    <a:pt x="2136" y="11350"/>
                    <a:pt x="2036" y="11350"/>
                    <a:pt x="2036" y="11350"/>
                  </a:cubicBezTo>
                  <a:cubicBezTo>
                    <a:pt x="1427" y="11350"/>
                    <a:pt x="1464" y="11719"/>
                    <a:pt x="1823" y="11719"/>
                  </a:cubicBezTo>
                  <a:cubicBezTo>
                    <a:pt x="1837" y="11719"/>
                    <a:pt x="1853" y="11718"/>
                    <a:pt x="1869" y="11717"/>
                  </a:cubicBezTo>
                  <a:cubicBezTo>
                    <a:pt x="1869" y="11717"/>
                    <a:pt x="1936" y="11717"/>
                    <a:pt x="2069" y="11750"/>
                  </a:cubicBezTo>
                  <a:cubicBezTo>
                    <a:pt x="2236" y="11817"/>
                    <a:pt x="2403" y="11851"/>
                    <a:pt x="2703" y="11917"/>
                  </a:cubicBezTo>
                  <a:cubicBezTo>
                    <a:pt x="3237" y="12084"/>
                    <a:pt x="4037" y="12484"/>
                    <a:pt x="5071" y="13085"/>
                  </a:cubicBezTo>
                  <a:cubicBezTo>
                    <a:pt x="5605" y="13385"/>
                    <a:pt x="6205" y="13719"/>
                    <a:pt x="6939" y="14052"/>
                  </a:cubicBezTo>
                  <a:cubicBezTo>
                    <a:pt x="7340" y="14219"/>
                    <a:pt x="7740" y="14352"/>
                    <a:pt x="8207" y="14419"/>
                  </a:cubicBezTo>
                  <a:cubicBezTo>
                    <a:pt x="8474" y="14419"/>
                    <a:pt x="8730" y="14441"/>
                    <a:pt x="8993" y="14441"/>
                  </a:cubicBezTo>
                  <a:cubicBezTo>
                    <a:pt x="9191" y="14441"/>
                    <a:pt x="9393" y="14429"/>
                    <a:pt x="9608" y="14386"/>
                  </a:cubicBezTo>
                  <a:cubicBezTo>
                    <a:pt x="10075" y="14286"/>
                    <a:pt x="10575" y="14152"/>
                    <a:pt x="11076" y="13919"/>
                  </a:cubicBezTo>
                  <a:cubicBezTo>
                    <a:pt x="11576" y="13719"/>
                    <a:pt x="12043" y="13385"/>
                    <a:pt x="12443" y="13051"/>
                  </a:cubicBezTo>
                  <a:cubicBezTo>
                    <a:pt x="13344" y="12351"/>
                    <a:pt x="14211" y="11650"/>
                    <a:pt x="15345" y="11217"/>
                  </a:cubicBezTo>
                  <a:lnTo>
                    <a:pt x="15379" y="11217"/>
                  </a:lnTo>
                  <a:cubicBezTo>
                    <a:pt x="15445" y="11217"/>
                    <a:pt x="15545" y="11183"/>
                    <a:pt x="15679" y="11150"/>
                  </a:cubicBezTo>
                  <a:cubicBezTo>
                    <a:pt x="15746" y="11083"/>
                    <a:pt x="15912" y="11083"/>
                    <a:pt x="16046" y="11050"/>
                  </a:cubicBezTo>
                  <a:cubicBezTo>
                    <a:pt x="16346" y="11017"/>
                    <a:pt x="16713" y="10983"/>
                    <a:pt x="17180" y="10983"/>
                  </a:cubicBezTo>
                  <a:cubicBezTo>
                    <a:pt x="18081" y="10917"/>
                    <a:pt x="19215" y="11017"/>
                    <a:pt x="20516" y="10816"/>
                  </a:cubicBezTo>
                  <a:cubicBezTo>
                    <a:pt x="21183" y="10683"/>
                    <a:pt x="21883" y="10516"/>
                    <a:pt x="22517" y="9916"/>
                  </a:cubicBezTo>
                  <a:cubicBezTo>
                    <a:pt x="22684" y="9816"/>
                    <a:pt x="22751" y="9649"/>
                    <a:pt x="22884" y="9482"/>
                  </a:cubicBezTo>
                  <a:cubicBezTo>
                    <a:pt x="23017" y="9315"/>
                    <a:pt x="23084" y="9149"/>
                    <a:pt x="23184" y="8982"/>
                  </a:cubicBezTo>
                  <a:cubicBezTo>
                    <a:pt x="23351" y="8582"/>
                    <a:pt x="23451" y="8181"/>
                    <a:pt x="23384" y="7714"/>
                  </a:cubicBezTo>
                  <a:cubicBezTo>
                    <a:pt x="23351" y="7247"/>
                    <a:pt x="23117" y="6847"/>
                    <a:pt x="22884" y="6547"/>
                  </a:cubicBezTo>
                  <a:cubicBezTo>
                    <a:pt x="22617" y="6213"/>
                    <a:pt x="22350" y="5980"/>
                    <a:pt x="22050" y="5746"/>
                  </a:cubicBezTo>
                  <a:cubicBezTo>
                    <a:pt x="21450" y="5346"/>
                    <a:pt x="20849" y="5012"/>
                    <a:pt x="20249" y="4712"/>
                  </a:cubicBezTo>
                  <a:cubicBezTo>
                    <a:pt x="17780" y="3511"/>
                    <a:pt x="14945" y="2210"/>
                    <a:pt x="11943" y="1143"/>
                  </a:cubicBezTo>
                  <a:cubicBezTo>
                    <a:pt x="11209" y="876"/>
                    <a:pt x="10408" y="643"/>
                    <a:pt x="9675" y="409"/>
                  </a:cubicBezTo>
                  <a:cubicBezTo>
                    <a:pt x="8907" y="209"/>
                    <a:pt x="8107" y="42"/>
                    <a:pt x="7273" y="9"/>
                  </a:cubicBezTo>
                  <a:cubicBezTo>
                    <a:pt x="7206" y="3"/>
                    <a:pt x="7138" y="0"/>
                    <a:pt x="70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28" name="Google Shape;2828;p23"/>
            <p:cNvSpPr/>
            <p:nvPr/>
          </p:nvSpPr>
          <p:spPr>
            <a:xfrm>
              <a:off x="6585162" y="4163427"/>
              <a:ext cx="686413" cy="448944"/>
            </a:xfrm>
            <a:custGeom>
              <a:avLst/>
              <a:gdLst/>
              <a:ahLst/>
              <a:cxnLst/>
              <a:rect l="l" t="t" r="r" b="b"/>
              <a:pathLst>
                <a:path w="30923" h="20225" extrusionOk="0">
                  <a:moveTo>
                    <a:pt x="10426" y="514"/>
                  </a:moveTo>
                  <a:cubicBezTo>
                    <a:pt x="12092" y="514"/>
                    <a:pt x="13782" y="891"/>
                    <a:pt x="15345" y="1395"/>
                  </a:cubicBezTo>
                  <a:cubicBezTo>
                    <a:pt x="17313" y="1995"/>
                    <a:pt x="19148" y="2829"/>
                    <a:pt x="20849" y="3663"/>
                  </a:cubicBezTo>
                  <a:cubicBezTo>
                    <a:pt x="21683" y="4097"/>
                    <a:pt x="22550" y="4531"/>
                    <a:pt x="23418" y="4998"/>
                  </a:cubicBezTo>
                  <a:cubicBezTo>
                    <a:pt x="23885" y="5264"/>
                    <a:pt x="24318" y="5498"/>
                    <a:pt x="24752" y="5765"/>
                  </a:cubicBezTo>
                  <a:cubicBezTo>
                    <a:pt x="24985" y="5865"/>
                    <a:pt x="25219" y="5998"/>
                    <a:pt x="25419" y="6132"/>
                  </a:cubicBezTo>
                  <a:lnTo>
                    <a:pt x="25753" y="6332"/>
                  </a:lnTo>
                  <a:lnTo>
                    <a:pt x="25919" y="6432"/>
                  </a:lnTo>
                  <a:lnTo>
                    <a:pt x="26019" y="6465"/>
                  </a:lnTo>
                  <a:cubicBezTo>
                    <a:pt x="26086" y="6499"/>
                    <a:pt x="26086" y="6499"/>
                    <a:pt x="26153" y="6499"/>
                  </a:cubicBezTo>
                  <a:cubicBezTo>
                    <a:pt x="27087" y="6832"/>
                    <a:pt x="28021" y="7333"/>
                    <a:pt x="28821" y="8000"/>
                  </a:cubicBezTo>
                  <a:cubicBezTo>
                    <a:pt x="29555" y="8667"/>
                    <a:pt x="30156" y="9601"/>
                    <a:pt x="30256" y="10635"/>
                  </a:cubicBezTo>
                  <a:cubicBezTo>
                    <a:pt x="30389" y="11636"/>
                    <a:pt x="30056" y="12670"/>
                    <a:pt x="29489" y="13570"/>
                  </a:cubicBezTo>
                  <a:cubicBezTo>
                    <a:pt x="28888" y="14404"/>
                    <a:pt x="28054" y="15105"/>
                    <a:pt x="27187" y="15605"/>
                  </a:cubicBezTo>
                  <a:cubicBezTo>
                    <a:pt x="26320" y="16105"/>
                    <a:pt x="25319" y="16406"/>
                    <a:pt x="24318" y="16506"/>
                  </a:cubicBezTo>
                  <a:cubicBezTo>
                    <a:pt x="23818" y="16606"/>
                    <a:pt x="23318" y="16639"/>
                    <a:pt x="22817" y="16673"/>
                  </a:cubicBezTo>
                  <a:lnTo>
                    <a:pt x="22050" y="16806"/>
                  </a:lnTo>
                  <a:lnTo>
                    <a:pt x="21283" y="16939"/>
                  </a:lnTo>
                  <a:cubicBezTo>
                    <a:pt x="21049" y="16973"/>
                    <a:pt x="20849" y="17006"/>
                    <a:pt x="20582" y="17106"/>
                  </a:cubicBezTo>
                  <a:cubicBezTo>
                    <a:pt x="20349" y="17173"/>
                    <a:pt x="20082" y="17240"/>
                    <a:pt x="19882" y="17306"/>
                  </a:cubicBezTo>
                  <a:cubicBezTo>
                    <a:pt x="19415" y="17473"/>
                    <a:pt x="19014" y="17640"/>
                    <a:pt x="18581" y="17840"/>
                  </a:cubicBezTo>
                  <a:cubicBezTo>
                    <a:pt x="17747" y="18274"/>
                    <a:pt x="17013" y="18674"/>
                    <a:pt x="16246" y="19008"/>
                  </a:cubicBezTo>
                  <a:cubicBezTo>
                    <a:pt x="14958" y="19606"/>
                    <a:pt x="13671" y="19990"/>
                    <a:pt x="12552" y="19990"/>
                  </a:cubicBezTo>
                  <a:cubicBezTo>
                    <a:pt x="12425" y="19990"/>
                    <a:pt x="12299" y="19985"/>
                    <a:pt x="12176" y="19975"/>
                  </a:cubicBezTo>
                  <a:cubicBezTo>
                    <a:pt x="10975" y="19908"/>
                    <a:pt x="10041" y="19508"/>
                    <a:pt x="9474" y="19241"/>
                  </a:cubicBezTo>
                  <a:cubicBezTo>
                    <a:pt x="9174" y="19074"/>
                    <a:pt x="8974" y="18941"/>
                    <a:pt x="8807" y="18841"/>
                  </a:cubicBezTo>
                  <a:cubicBezTo>
                    <a:pt x="8674" y="18774"/>
                    <a:pt x="8574" y="18741"/>
                    <a:pt x="8574" y="18741"/>
                  </a:cubicBezTo>
                  <a:cubicBezTo>
                    <a:pt x="8333" y="18567"/>
                    <a:pt x="8162" y="18489"/>
                    <a:pt x="8090" y="18489"/>
                  </a:cubicBezTo>
                  <a:cubicBezTo>
                    <a:pt x="8046" y="18489"/>
                    <a:pt x="8041" y="18520"/>
                    <a:pt x="8082" y="18575"/>
                  </a:cubicBezTo>
                  <a:lnTo>
                    <a:pt x="8082" y="18575"/>
                  </a:lnTo>
                  <a:cubicBezTo>
                    <a:pt x="8004" y="18509"/>
                    <a:pt x="7891" y="18430"/>
                    <a:pt x="7740" y="18340"/>
                  </a:cubicBezTo>
                  <a:lnTo>
                    <a:pt x="7506" y="18240"/>
                  </a:lnTo>
                  <a:cubicBezTo>
                    <a:pt x="7339" y="18140"/>
                    <a:pt x="7073" y="18007"/>
                    <a:pt x="6806" y="17907"/>
                  </a:cubicBezTo>
                  <a:cubicBezTo>
                    <a:pt x="6172" y="17607"/>
                    <a:pt x="5238" y="17273"/>
                    <a:pt x="4137" y="16806"/>
                  </a:cubicBezTo>
                  <a:cubicBezTo>
                    <a:pt x="3570" y="16572"/>
                    <a:pt x="2970" y="16272"/>
                    <a:pt x="2369" y="15905"/>
                  </a:cubicBezTo>
                  <a:cubicBezTo>
                    <a:pt x="1802" y="15505"/>
                    <a:pt x="1202" y="15005"/>
                    <a:pt x="835" y="14304"/>
                  </a:cubicBezTo>
                  <a:cubicBezTo>
                    <a:pt x="468" y="13604"/>
                    <a:pt x="334" y="12770"/>
                    <a:pt x="468" y="11902"/>
                  </a:cubicBezTo>
                  <a:cubicBezTo>
                    <a:pt x="535" y="11002"/>
                    <a:pt x="835" y="10101"/>
                    <a:pt x="1168" y="9234"/>
                  </a:cubicBezTo>
                  <a:cubicBezTo>
                    <a:pt x="1869" y="7433"/>
                    <a:pt x="2836" y="5598"/>
                    <a:pt x="4037" y="3897"/>
                  </a:cubicBezTo>
                  <a:cubicBezTo>
                    <a:pt x="4638" y="3063"/>
                    <a:pt x="5338" y="2262"/>
                    <a:pt x="6205" y="1662"/>
                  </a:cubicBezTo>
                  <a:cubicBezTo>
                    <a:pt x="7073" y="1095"/>
                    <a:pt x="8073" y="728"/>
                    <a:pt x="9141" y="594"/>
                  </a:cubicBezTo>
                  <a:cubicBezTo>
                    <a:pt x="9566" y="540"/>
                    <a:pt x="9995" y="514"/>
                    <a:pt x="10426" y="514"/>
                  </a:cubicBezTo>
                  <a:close/>
                  <a:moveTo>
                    <a:pt x="10557" y="0"/>
                  </a:moveTo>
                  <a:cubicBezTo>
                    <a:pt x="10086" y="0"/>
                    <a:pt x="9613" y="30"/>
                    <a:pt x="9141" y="94"/>
                  </a:cubicBezTo>
                  <a:cubicBezTo>
                    <a:pt x="8007" y="261"/>
                    <a:pt x="6906" y="628"/>
                    <a:pt x="6005" y="1262"/>
                  </a:cubicBezTo>
                  <a:cubicBezTo>
                    <a:pt x="5038" y="1829"/>
                    <a:pt x="4337" y="2696"/>
                    <a:pt x="3704" y="3597"/>
                  </a:cubicBezTo>
                  <a:cubicBezTo>
                    <a:pt x="2503" y="5331"/>
                    <a:pt x="1535" y="7166"/>
                    <a:pt x="835" y="9000"/>
                  </a:cubicBezTo>
                  <a:cubicBezTo>
                    <a:pt x="501" y="9934"/>
                    <a:pt x="234" y="10835"/>
                    <a:pt x="101" y="11769"/>
                  </a:cubicBezTo>
                  <a:cubicBezTo>
                    <a:pt x="1" y="12670"/>
                    <a:pt x="101" y="13637"/>
                    <a:pt x="535" y="14404"/>
                  </a:cubicBezTo>
                  <a:cubicBezTo>
                    <a:pt x="968" y="15171"/>
                    <a:pt x="1569" y="15739"/>
                    <a:pt x="2202" y="16105"/>
                  </a:cubicBezTo>
                  <a:cubicBezTo>
                    <a:pt x="2836" y="16506"/>
                    <a:pt x="3403" y="16773"/>
                    <a:pt x="4004" y="17006"/>
                  </a:cubicBezTo>
                  <a:cubicBezTo>
                    <a:pt x="5138" y="17473"/>
                    <a:pt x="6039" y="17807"/>
                    <a:pt x="6672" y="18107"/>
                  </a:cubicBezTo>
                  <a:cubicBezTo>
                    <a:pt x="7006" y="18240"/>
                    <a:pt x="7206" y="18340"/>
                    <a:pt x="7373" y="18441"/>
                  </a:cubicBezTo>
                  <a:lnTo>
                    <a:pt x="7640" y="18574"/>
                  </a:lnTo>
                  <a:cubicBezTo>
                    <a:pt x="7891" y="18725"/>
                    <a:pt x="8071" y="18790"/>
                    <a:pt x="8159" y="18790"/>
                  </a:cubicBezTo>
                  <a:cubicBezTo>
                    <a:pt x="8225" y="18790"/>
                    <a:pt x="8239" y="18754"/>
                    <a:pt x="8193" y="18689"/>
                  </a:cubicBezTo>
                  <a:lnTo>
                    <a:pt x="8193" y="18689"/>
                  </a:lnTo>
                  <a:cubicBezTo>
                    <a:pt x="8272" y="18758"/>
                    <a:pt x="8386" y="18843"/>
                    <a:pt x="8540" y="18941"/>
                  </a:cubicBezTo>
                  <a:lnTo>
                    <a:pt x="8807" y="19041"/>
                  </a:lnTo>
                  <a:cubicBezTo>
                    <a:pt x="8907" y="19141"/>
                    <a:pt x="9174" y="19274"/>
                    <a:pt x="9474" y="19441"/>
                  </a:cubicBezTo>
                  <a:cubicBezTo>
                    <a:pt x="10041" y="19708"/>
                    <a:pt x="11009" y="20142"/>
                    <a:pt x="12243" y="20208"/>
                  </a:cubicBezTo>
                  <a:cubicBezTo>
                    <a:pt x="12381" y="20219"/>
                    <a:pt x="12523" y="20225"/>
                    <a:pt x="12667" y="20225"/>
                  </a:cubicBezTo>
                  <a:cubicBezTo>
                    <a:pt x="13839" y="20225"/>
                    <a:pt x="15176" y="19869"/>
                    <a:pt x="16513" y="19274"/>
                  </a:cubicBezTo>
                  <a:cubicBezTo>
                    <a:pt x="17247" y="18941"/>
                    <a:pt x="18014" y="18507"/>
                    <a:pt x="18848" y="18140"/>
                  </a:cubicBezTo>
                  <a:cubicBezTo>
                    <a:pt x="19615" y="17773"/>
                    <a:pt x="20516" y="17440"/>
                    <a:pt x="21450" y="17273"/>
                  </a:cubicBezTo>
                  <a:cubicBezTo>
                    <a:pt x="21950" y="17173"/>
                    <a:pt x="22417" y="17140"/>
                    <a:pt x="22917" y="17039"/>
                  </a:cubicBezTo>
                  <a:cubicBezTo>
                    <a:pt x="23418" y="16973"/>
                    <a:pt x="23918" y="16973"/>
                    <a:pt x="24418" y="16873"/>
                  </a:cubicBezTo>
                  <a:cubicBezTo>
                    <a:pt x="25452" y="16773"/>
                    <a:pt x="26520" y="16439"/>
                    <a:pt x="27487" y="15939"/>
                  </a:cubicBezTo>
                  <a:cubicBezTo>
                    <a:pt x="28421" y="15438"/>
                    <a:pt x="29322" y="14671"/>
                    <a:pt x="29922" y="13770"/>
                  </a:cubicBezTo>
                  <a:cubicBezTo>
                    <a:pt x="30556" y="12836"/>
                    <a:pt x="30923" y="11702"/>
                    <a:pt x="30823" y="10535"/>
                  </a:cubicBezTo>
                  <a:cubicBezTo>
                    <a:pt x="30623" y="9367"/>
                    <a:pt x="30022" y="8367"/>
                    <a:pt x="29188" y="7633"/>
                  </a:cubicBezTo>
                  <a:cubicBezTo>
                    <a:pt x="28354" y="6932"/>
                    <a:pt x="27354" y="6432"/>
                    <a:pt x="26353" y="6032"/>
                  </a:cubicBezTo>
                  <a:cubicBezTo>
                    <a:pt x="26286" y="6032"/>
                    <a:pt x="26186" y="5932"/>
                    <a:pt x="26053" y="5865"/>
                  </a:cubicBezTo>
                  <a:lnTo>
                    <a:pt x="25719" y="5665"/>
                  </a:lnTo>
                  <a:cubicBezTo>
                    <a:pt x="25519" y="5565"/>
                    <a:pt x="25252" y="5431"/>
                    <a:pt x="25052" y="5298"/>
                  </a:cubicBezTo>
                  <a:cubicBezTo>
                    <a:pt x="24585" y="5031"/>
                    <a:pt x="24185" y="4797"/>
                    <a:pt x="23718" y="4531"/>
                  </a:cubicBezTo>
                  <a:cubicBezTo>
                    <a:pt x="22851" y="4030"/>
                    <a:pt x="21983" y="3597"/>
                    <a:pt x="21149" y="3163"/>
                  </a:cubicBezTo>
                  <a:cubicBezTo>
                    <a:pt x="19415" y="2329"/>
                    <a:pt x="17547" y="1495"/>
                    <a:pt x="15545" y="861"/>
                  </a:cubicBezTo>
                  <a:cubicBezTo>
                    <a:pt x="13974" y="390"/>
                    <a:pt x="12278" y="0"/>
                    <a:pt x="105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29" name="Google Shape;2829;p23"/>
            <p:cNvSpPr/>
            <p:nvPr/>
          </p:nvSpPr>
          <p:spPr>
            <a:xfrm>
              <a:off x="6739923" y="4295236"/>
              <a:ext cx="172475" cy="149234"/>
            </a:xfrm>
            <a:custGeom>
              <a:avLst/>
              <a:gdLst/>
              <a:ahLst/>
              <a:cxnLst/>
              <a:rect l="l" t="t" r="r" b="b"/>
              <a:pathLst>
                <a:path w="7770" h="6723" extrusionOk="0">
                  <a:moveTo>
                    <a:pt x="4966" y="1"/>
                  </a:moveTo>
                  <a:cubicBezTo>
                    <a:pt x="4591" y="1"/>
                    <a:pt x="4204" y="50"/>
                    <a:pt x="3837" y="160"/>
                  </a:cubicBezTo>
                  <a:cubicBezTo>
                    <a:pt x="3103" y="360"/>
                    <a:pt x="2569" y="827"/>
                    <a:pt x="2169" y="1228"/>
                  </a:cubicBezTo>
                  <a:cubicBezTo>
                    <a:pt x="1335" y="2128"/>
                    <a:pt x="734" y="3496"/>
                    <a:pt x="434" y="4630"/>
                  </a:cubicBezTo>
                  <a:cubicBezTo>
                    <a:pt x="267" y="5197"/>
                    <a:pt x="201" y="5664"/>
                    <a:pt x="101" y="6031"/>
                  </a:cubicBezTo>
                  <a:cubicBezTo>
                    <a:pt x="34" y="6398"/>
                    <a:pt x="1" y="6632"/>
                    <a:pt x="1" y="6632"/>
                  </a:cubicBezTo>
                  <a:cubicBezTo>
                    <a:pt x="1" y="6671"/>
                    <a:pt x="95" y="6723"/>
                    <a:pt x="207" y="6723"/>
                  </a:cubicBezTo>
                  <a:cubicBezTo>
                    <a:pt x="283" y="6723"/>
                    <a:pt x="367" y="6699"/>
                    <a:pt x="434" y="6632"/>
                  </a:cubicBezTo>
                  <a:cubicBezTo>
                    <a:pt x="434" y="6632"/>
                    <a:pt x="668" y="5798"/>
                    <a:pt x="1035" y="4730"/>
                  </a:cubicBezTo>
                  <a:cubicBezTo>
                    <a:pt x="1402" y="3696"/>
                    <a:pt x="2035" y="2462"/>
                    <a:pt x="2736" y="1695"/>
                  </a:cubicBezTo>
                  <a:cubicBezTo>
                    <a:pt x="3069" y="1328"/>
                    <a:pt x="3536" y="961"/>
                    <a:pt x="4070" y="727"/>
                  </a:cubicBezTo>
                  <a:cubicBezTo>
                    <a:pt x="4383" y="610"/>
                    <a:pt x="4718" y="562"/>
                    <a:pt x="5050" y="562"/>
                  </a:cubicBezTo>
                  <a:cubicBezTo>
                    <a:pt x="5284" y="562"/>
                    <a:pt x="5517" y="586"/>
                    <a:pt x="5738" y="627"/>
                  </a:cubicBezTo>
                  <a:cubicBezTo>
                    <a:pt x="6238" y="727"/>
                    <a:pt x="6705" y="894"/>
                    <a:pt x="7039" y="1028"/>
                  </a:cubicBezTo>
                  <a:cubicBezTo>
                    <a:pt x="7206" y="1061"/>
                    <a:pt x="7339" y="1161"/>
                    <a:pt x="7406" y="1194"/>
                  </a:cubicBezTo>
                  <a:cubicBezTo>
                    <a:pt x="7506" y="1228"/>
                    <a:pt x="7539" y="1294"/>
                    <a:pt x="7539" y="1294"/>
                  </a:cubicBezTo>
                  <a:cubicBezTo>
                    <a:pt x="7543" y="1296"/>
                    <a:pt x="7546" y="1297"/>
                    <a:pt x="7550" y="1297"/>
                  </a:cubicBezTo>
                  <a:cubicBezTo>
                    <a:pt x="7623" y="1297"/>
                    <a:pt x="7769" y="1022"/>
                    <a:pt x="7706" y="928"/>
                  </a:cubicBezTo>
                  <a:cubicBezTo>
                    <a:pt x="7706" y="928"/>
                    <a:pt x="7673" y="894"/>
                    <a:pt x="7573" y="861"/>
                  </a:cubicBezTo>
                  <a:cubicBezTo>
                    <a:pt x="7506" y="827"/>
                    <a:pt x="7372" y="727"/>
                    <a:pt x="7206" y="661"/>
                  </a:cubicBezTo>
                  <a:cubicBezTo>
                    <a:pt x="6905" y="494"/>
                    <a:pt x="6405" y="260"/>
                    <a:pt x="5838" y="94"/>
                  </a:cubicBezTo>
                  <a:cubicBezTo>
                    <a:pt x="5568" y="34"/>
                    <a:pt x="5271" y="1"/>
                    <a:pt x="49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2830" name="Google Shape;2830;p23"/>
          <p:cNvGrpSpPr/>
          <p:nvPr/>
        </p:nvGrpSpPr>
        <p:grpSpPr>
          <a:xfrm>
            <a:off x="2004572" y="4053317"/>
            <a:ext cx="1295666" cy="914234"/>
            <a:chOff x="2320822" y="4053305"/>
            <a:chExt cx="1295666" cy="914234"/>
          </a:xfrm>
        </p:grpSpPr>
        <p:grpSp>
          <p:nvGrpSpPr>
            <p:cNvPr id="2831" name="Google Shape;2831;p23"/>
            <p:cNvGrpSpPr/>
            <p:nvPr/>
          </p:nvGrpSpPr>
          <p:grpSpPr>
            <a:xfrm rot="-3703538">
              <a:off x="2795037" y="3868208"/>
              <a:ext cx="347237" cy="1284428"/>
              <a:chOff x="-347221" y="897782"/>
              <a:chExt cx="347232" cy="1284413"/>
            </a:xfrm>
          </p:grpSpPr>
          <p:sp>
            <p:nvSpPr>
              <p:cNvPr id="2832" name="Google Shape;2832;p23"/>
              <p:cNvSpPr/>
              <p:nvPr/>
            </p:nvSpPr>
            <p:spPr>
              <a:xfrm flipH="1">
                <a:off x="-341206" y="897782"/>
                <a:ext cx="139799" cy="33840"/>
              </a:xfrm>
              <a:custGeom>
                <a:avLst/>
                <a:gdLst/>
                <a:ahLst/>
                <a:cxnLst/>
                <a:rect l="l" t="t" r="r" b="b"/>
                <a:pathLst>
                  <a:path w="6205" h="1502" extrusionOk="0">
                    <a:moveTo>
                      <a:pt x="4537" y="1"/>
                    </a:moveTo>
                    <a:cubicBezTo>
                      <a:pt x="4370" y="1"/>
                      <a:pt x="4203" y="68"/>
                      <a:pt x="4036" y="68"/>
                    </a:cubicBezTo>
                    <a:cubicBezTo>
                      <a:pt x="3703" y="101"/>
                      <a:pt x="3336" y="134"/>
                      <a:pt x="3036" y="201"/>
                    </a:cubicBezTo>
                    <a:cubicBezTo>
                      <a:pt x="2469" y="301"/>
                      <a:pt x="1701" y="535"/>
                      <a:pt x="1134" y="735"/>
                    </a:cubicBezTo>
                    <a:cubicBezTo>
                      <a:pt x="534" y="935"/>
                      <a:pt x="67" y="1102"/>
                      <a:pt x="67" y="1102"/>
                    </a:cubicBezTo>
                    <a:cubicBezTo>
                      <a:pt x="0" y="1135"/>
                      <a:pt x="67" y="1435"/>
                      <a:pt x="167" y="1502"/>
                    </a:cubicBezTo>
                    <a:cubicBezTo>
                      <a:pt x="167" y="1502"/>
                      <a:pt x="601" y="1435"/>
                      <a:pt x="1234" y="1302"/>
                    </a:cubicBezTo>
                    <a:cubicBezTo>
                      <a:pt x="1835" y="1202"/>
                      <a:pt x="2569" y="1068"/>
                      <a:pt x="3169" y="935"/>
                    </a:cubicBezTo>
                    <a:cubicBezTo>
                      <a:pt x="3436" y="902"/>
                      <a:pt x="3803" y="868"/>
                      <a:pt x="4136" y="768"/>
                    </a:cubicBezTo>
                    <a:lnTo>
                      <a:pt x="4637" y="635"/>
                    </a:lnTo>
                    <a:cubicBezTo>
                      <a:pt x="4804" y="635"/>
                      <a:pt x="4904" y="601"/>
                      <a:pt x="5070" y="601"/>
                    </a:cubicBezTo>
                    <a:cubicBezTo>
                      <a:pt x="5671" y="501"/>
                      <a:pt x="6138" y="435"/>
                      <a:pt x="6138" y="435"/>
                    </a:cubicBezTo>
                    <a:cubicBezTo>
                      <a:pt x="6171" y="435"/>
                      <a:pt x="6205" y="68"/>
                      <a:pt x="6138" y="68"/>
                    </a:cubicBezTo>
                    <a:cubicBezTo>
                      <a:pt x="6138" y="68"/>
                      <a:pt x="5671" y="1"/>
                      <a:pt x="50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33" name="Google Shape;2833;p23"/>
              <p:cNvSpPr/>
              <p:nvPr/>
            </p:nvSpPr>
            <p:spPr>
              <a:xfrm flipH="1">
                <a:off x="-160830" y="955662"/>
                <a:ext cx="42852" cy="52945"/>
              </a:xfrm>
              <a:custGeom>
                <a:avLst/>
                <a:gdLst/>
                <a:ahLst/>
                <a:cxnLst/>
                <a:rect l="l" t="t" r="r" b="b"/>
                <a:pathLst>
                  <a:path w="1902" h="2350" extrusionOk="0">
                    <a:moveTo>
                      <a:pt x="1702" y="0"/>
                    </a:moveTo>
                    <a:cubicBezTo>
                      <a:pt x="1702" y="0"/>
                      <a:pt x="1668" y="0"/>
                      <a:pt x="1568" y="34"/>
                    </a:cubicBezTo>
                    <a:cubicBezTo>
                      <a:pt x="1502" y="67"/>
                      <a:pt x="1368" y="134"/>
                      <a:pt x="1235" y="201"/>
                    </a:cubicBezTo>
                    <a:cubicBezTo>
                      <a:pt x="1001" y="334"/>
                      <a:pt x="701" y="567"/>
                      <a:pt x="501" y="834"/>
                    </a:cubicBezTo>
                    <a:cubicBezTo>
                      <a:pt x="267" y="1068"/>
                      <a:pt x="101" y="1468"/>
                      <a:pt x="67" y="1735"/>
                    </a:cubicBezTo>
                    <a:cubicBezTo>
                      <a:pt x="1" y="1902"/>
                      <a:pt x="1" y="2035"/>
                      <a:pt x="1" y="2135"/>
                    </a:cubicBezTo>
                    <a:lnTo>
                      <a:pt x="1" y="2302"/>
                    </a:lnTo>
                    <a:cubicBezTo>
                      <a:pt x="1" y="2326"/>
                      <a:pt x="134" y="2349"/>
                      <a:pt x="236" y="2349"/>
                    </a:cubicBezTo>
                    <a:cubicBezTo>
                      <a:pt x="278" y="2349"/>
                      <a:pt x="315" y="2345"/>
                      <a:pt x="334" y="2335"/>
                    </a:cubicBezTo>
                    <a:cubicBezTo>
                      <a:pt x="334" y="2335"/>
                      <a:pt x="367" y="2302"/>
                      <a:pt x="401" y="2202"/>
                    </a:cubicBezTo>
                    <a:cubicBezTo>
                      <a:pt x="434" y="2135"/>
                      <a:pt x="501" y="2035"/>
                      <a:pt x="568" y="1902"/>
                    </a:cubicBezTo>
                    <a:cubicBezTo>
                      <a:pt x="701" y="1668"/>
                      <a:pt x="868" y="1468"/>
                      <a:pt x="1035" y="1235"/>
                    </a:cubicBezTo>
                    <a:cubicBezTo>
                      <a:pt x="1201" y="1068"/>
                      <a:pt x="1368" y="834"/>
                      <a:pt x="1568" y="634"/>
                    </a:cubicBezTo>
                    <a:cubicBezTo>
                      <a:pt x="1668" y="534"/>
                      <a:pt x="1768" y="467"/>
                      <a:pt x="1835" y="367"/>
                    </a:cubicBezTo>
                    <a:lnTo>
                      <a:pt x="1902" y="301"/>
                    </a:lnTo>
                    <a:cubicBezTo>
                      <a:pt x="1902" y="301"/>
                      <a:pt x="1735" y="0"/>
                      <a:pt x="17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34" name="Google Shape;2834;p23"/>
              <p:cNvSpPr/>
              <p:nvPr/>
            </p:nvSpPr>
            <p:spPr>
              <a:xfrm flipH="1">
                <a:off x="-93849" y="1056844"/>
                <a:ext cx="32240" cy="71690"/>
              </a:xfrm>
              <a:custGeom>
                <a:avLst/>
                <a:gdLst/>
                <a:ahLst/>
                <a:cxnLst/>
                <a:rect l="l" t="t" r="r" b="b"/>
                <a:pathLst>
                  <a:path w="1431" h="3182" extrusionOk="0">
                    <a:moveTo>
                      <a:pt x="1135" y="1"/>
                    </a:moveTo>
                    <a:cubicBezTo>
                      <a:pt x="1121" y="1"/>
                      <a:pt x="1110" y="4"/>
                      <a:pt x="1102" y="13"/>
                    </a:cubicBezTo>
                    <a:cubicBezTo>
                      <a:pt x="1102" y="13"/>
                      <a:pt x="935" y="179"/>
                      <a:pt x="735" y="446"/>
                    </a:cubicBezTo>
                    <a:cubicBezTo>
                      <a:pt x="601" y="580"/>
                      <a:pt x="534" y="746"/>
                      <a:pt x="434" y="913"/>
                    </a:cubicBezTo>
                    <a:cubicBezTo>
                      <a:pt x="368" y="1080"/>
                      <a:pt x="268" y="1247"/>
                      <a:pt x="234" y="1414"/>
                    </a:cubicBezTo>
                    <a:cubicBezTo>
                      <a:pt x="67" y="2047"/>
                      <a:pt x="1" y="3048"/>
                      <a:pt x="1" y="3048"/>
                    </a:cubicBezTo>
                    <a:cubicBezTo>
                      <a:pt x="1" y="3081"/>
                      <a:pt x="268" y="3182"/>
                      <a:pt x="368" y="3182"/>
                    </a:cubicBezTo>
                    <a:cubicBezTo>
                      <a:pt x="368" y="3182"/>
                      <a:pt x="735" y="2248"/>
                      <a:pt x="935" y="1680"/>
                    </a:cubicBezTo>
                    <a:cubicBezTo>
                      <a:pt x="1035" y="1547"/>
                      <a:pt x="1068" y="1380"/>
                      <a:pt x="1102" y="1213"/>
                    </a:cubicBezTo>
                    <a:cubicBezTo>
                      <a:pt x="1168" y="1047"/>
                      <a:pt x="1202" y="847"/>
                      <a:pt x="1235" y="713"/>
                    </a:cubicBezTo>
                    <a:lnTo>
                      <a:pt x="1402" y="213"/>
                    </a:lnTo>
                    <a:cubicBezTo>
                      <a:pt x="1431" y="184"/>
                      <a:pt x="1230" y="1"/>
                      <a:pt x="1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35" name="Google Shape;2835;p23"/>
              <p:cNvSpPr/>
              <p:nvPr/>
            </p:nvSpPr>
            <p:spPr>
              <a:xfrm flipH="1">
                <a:off x="-66903" y="1203920"/>
                <a:ext cx="36859" cy="132792"/>
              </a:xfrm>
              <a:custGeom>
                <a:avLst/>
                <a:gdLst/>
                <a:ahLst/>
                <a:cxnLst/>
                <a:rect l="l" t="t" r="r" b="b"/>
                <a:pathLst>
                  <a:path w="1636" h="5894" extrusionOk="0">
                    <a:moveTo>
                      <a:pt x="1104" y="1"/>
                    </a:moveTo>
                    <a:cubicBezTo>
                      <a:pt x="998" y="1"/>
                      <a:pt x="801" y="71"/>
                      <a:pt x="801" y="123"/>
                    </a:cubicBezTo>
                    <a:cubicBezTo>
                      <a:pt x="801" y="123"/>
                      <a:pt x="801" y="223"/>
                      <a:pt x="835" y="390"/>
                    </a:cubicBezTo>
                    <a:cubicBezTo>
                      <a:pt x="868" y="556"/>
                      <a:pt x="935" y="823"/>
                      <a:pt x="935" y="1123"/>
                    </a:cubicBezTo>
                    <a:cubicBezTo>
                      <a:pt x="968" y="1690"/>
                      <a:pt x="901" y="2391"/>
                      <a:pt x="835" y="2958"/>
                    </a:cubicBezTo>
                    <a:cubicBezTo>
                      <a:pt x="768" y="3492"/>
                      <a:pt x="635" y="4192"/>
                      <a:pt x="434" y="4726"/>
                    </a:cubicBezTo>
                    <a:cubicBezTo>
                      <a:pt x="334" y="5026"/>
                      <a:pt x="234" y="5226"/>
                      <a:pt x="134" y="5393"/>
                    </a:cubicBezTo>
                    <a:lnTo>
                      <a:pt x="1" y="5660"/>
                    </a:lnTo>
                    <a:cubicBezTo>
                      <a:pt x="1" y="5693"/>
                      <a:pt x="268" y="5860"/>
                      <a:pt x="334" y="5893"/>
                    </a:cubicBezTo>
                    <a:cubicBezTo>
                      <a:pt x="334" y="5893"/>
                      <a:pt x="368" y="5827"/>
                      <a:pt x="501" y="5660"/>
                    </a:cubicBezTo>
                    <a:cubicBezTo>
                      <a:pt x="635" y="5493"/>
                      <a:pt x="801" y="5293"/>
                      <a:pt x="935" y="4993"/>
                    </a:cubicBezTo>
                    <a:cubicBezTo>
                      <a:pt x="1202" y="4459"/>
                      <a:pt x="1468" y="3692"/>
                      <a:pt x="1535" y="3058"/>
                    </a:cubicBezTo>
                    <a:cubicBezTo>
                      <a:pt x="1635" y="2491"/>
                      <a:pt x="1635" y="1690"/>
                      <a:pt x="1468" y="1057"/>
                    </a:cubicBezTo>
                    <a:cubicBezTo>
                      <a:pt x="1435" y="790"/>
                      <a:pt x="1302" y="490"/>
                      <a:pt x="1268" y="323"/>
                    </a:cubicBezTo>
                    <a:cubicBezTo>
                      <a:pt x="1235" y="156"/>
                      <a:pt x="1168" y="23"/>
                      <a:pt x="1168" y="23"/>
                    </a:cubicBezTo>
                    <a:cubicBezTo>
                      <a:pt x="1161" y="7"/>
                      <a:pt x="1137" y="1"/>
                      <a:pt x="11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36" name="Google Shape;2836;p23"/>
              <p:cNvSpPr/>
              <p:nvPr/>
            </p:nvSpPr>
            <p:spPr>
              <a:xfrm flipH="1">
                <a:off x="-68390" y="1633432"/>
                <a:ext cx="68401" cy="73786"/>
              </a:xfrm>
              <a:custGeom>
                <a:avLst/>
                <a:gdLst/>
                <a:ahLst/>
                <a:cxnLst/>
                <a:rect l="l" t="t" r="r" b="b"/>
                <a:pathLst>
                  <a:path w="3036" h="3275" extrusionOk="0">
                    <a:moveTo>
                      <a:pt x="323" y="0"/>
                    </a:moveTo>
                    <a:cubicBezTo>
                      <a:pt x="265" y="0"/>
                      <a:pt x="0" y="109"/>
                      <a:pt x="0" y="139"/>
                    </a:cubicBezTo>
                    <a:cubicBezTo>
                      <a:pt x="0" y="139"/>
                      <a:pt x="0" y="239"/>
                      <a:pt x="67" y="339"/>
                    </a:cubicBezTo>
                    <a:cubicBezTo>
                      <a:pt x="101" y="473"/>
                      <a:pt x="134" y="639"/>
                      <a:pt x="234" y="840"/>
                    </a:cubicBezTo>
                    <a:cubicBezTo>
                      <a:pt x="334" y="1273"/>
                      <a:pt x="634" y="1774"/>
                      <a:pt x="934" y="2107"/>
                    </a:cubicBezTo>
                    <a:cubicBezTo>
                      <a:pt x="1235" y="2441"/>
                      <a:pt x="1668" y="2808"/>
                      <a:pt x="2102" y="2974"/>
                    </a:cubicBezTo>
                    <a:cubicBezTo>
                      <a:pt x="2269" y="3108"/>
                      <a:pt x="2469" y="3141"/>
                      <a:pt x="2602" y="3175"/>
                    </a:cubicBezTo>
                    <a:cubicBezTo>
                      <a:pt x="2736" y="3241"/>
                      <a:pt x="2802" y="3275"/>
                      <a:pt x="2802" y="3275"/>
                    </a:cubicBezTo>
                    <a:cubicBezTo>
                      <a:pt x="2836" y="3275"/>
                      <a:pt x="2969" y="2974"/>
                      <a:pt x="3036" y="2908"/>
                    </a:cubicBezTo>
                    <a:cubicBezTo>
                      <a:pt x="3036" y="2908"/>
                      <a:pt x="3003" y="2841"/>
                      <a:pt x="2903" y="2774"/>
                    </a:cubicBezTo>
                    <a:cubicBezTo>
                      <a:pt x="2769" y="2674"/>
                      <a:pt x="2636" y="2607"/>
                      <a:pt x="2469" y="2474"/>
                    </a:cubicBezTo>
                    <a:cubicBezTo>
                      <a:pt x="2135" y="2274"/>
                      <a:pt x="1802" y="1907"/>
                      <a:pt x="1568" y="1607"/>
                    </a:cubicBezTo>
                    <a:cubicBezTo>
                      <a:pt x="1301" y="1307"/>
                      <a:pt x="968" y="940"/>
                      <a:pt x="768" y="606"/>
                    </a:cubicBezTo>
                    <a:cubicBezTo>
                      <a:pt x="634" y="439"/>
                      <a:pt x="568" y="306"/>
                      <a:pt x="467" y="172"/>
                    </a:cubicBezTo>
                    <a:cubicBezTo>
                      <a:pt x="401" y="106"/>
                      <a:pt x="334" y="6"/>
                      <a:pt x="334" y="6"/>
                    </a:cubicBezTo>
                    <a:cubicBezTo>
                      <a:pt x="334" y="2"/>
                      <a:pt x="330" y="0"/>
                      <a:pt x="3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37" name="Google Shape;2837;p23"/>
              <p:cNvSpPr/>
              <p:nvPr/>
            </p:nvSpPr>
            <p:spPr>
              <a:xfrm flipH="1">
                <a:off x="-178877" y="1723732"/>
                <a:ext cx="77436" cy="27825"/>
              </a:xfrm>
              <a:custGeom>
                <a:avLst/>
                <a:gdLst/>
                <a:ahLst/>
                <a:cxnLst/>
                <a:rect l="l" t="t" r="r" b="b"/>
                <a:pathLst>
                  <a:path w="3437" h="1235" extrusionOk="0">
                    <a:moveTo>
                      <a:pt x="134" y="0"/>
                    </a:moveTo>
                    <a:cubicBezTo>
                      <a:pt x="101" y="0"/>
                      <a:pt x="1" y="401"/>
                      <a:pt x="67" y="401"/>
                    </a:cubicBezTo>
                    <a:cubicBezTo>
                      <a:pt x="67" y="401"/>
                      <a:pt x="1001" y="801"/>
                      <a:pt x="1635" y="968"/>
                    </a:cubicBezTo>
                    <a:cubicBezTo>
                      <a:pt x="2269" y="1135"/>
                      <a:pt x="3303" y="1235"/>
                      <a:pt x="3303" y="1235"/>
                    </a:cubicBezTo>
                    <a:cubicBezTo>
                      <a:pt x="3336" y="1235"/>
                      <a:pt x="3436" y="934"/>
                      <a:pt x="3403" y="834"/>
                    </a:cubicBezTo>
                    <a:cubicBezTo>
                      <a:pt x="3403" y="834"/>
                      <a:pt x="2436" y="434"/>
                      <a:pt x="1802" y="267"/>
                    </a:cubicBezTo>
                    <a:cubicBezTo>
                      <a:pt x="1168" y="101"/>
                      <a:pt x="134" y="0"/>
                      <a:pt x="1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38" name="Google Shape;2838;p23"/>
              <p:cNvSpPr/>
              <p:nvPr/>
            </p:nvSpPr>
            <p:spPr>
              <a:xfrm flipH="1">
                <a:off x="-332937" y="1755297"/>
                <a:ext cx="92463" cy="75273"/>
              </a:xfrm>
              <a:custGeom>
                <a:avLst/>
                <a:gdLst/>
                <a:ahLst/>
                <a:cxnLst/>
                <a:rect l="l" t="t" r="r" b="b"/>
                <a:pathLst>
                  <a:path w="4104" h="3341" extrusionOk="0">
                    <a:moveTo>
                      <a:pt x="134" y="0"/>
                    </a:moveTo>
                    <a:cubicBezTo>
                      <a:pt x="34" y="0"/>
                      <a:pt x="1" y="367"/>
                      <a:pt x="34" y="367"/>
                    </a:cubicBezTo>
                    <a:lnTo>
                      <a:pt x="301" y="434"/>
                    </a:lnTo>
                    <a:cubicBezTo>
                      <a:pt x="434" y="534"/>
                      <a:pt x="635" y="568"/>
                      <a:pt x="835" y="701"/>
                    </a:cubicBezTo>
                    <a:cubicBezTo>
                      <a:pt x="1302" y="901"/>
                      <a:pt x="1769" y="1235"/>
                      <a:pt x="2136" y="1535"/>
                    </a:cubicBezTo>
                    <a:cubicBezTo>
                      <a:pt x="2469" y="1802"/>
                      <a:pt x="2936" y="2235"/>
                      <a:pt x="3236" y="2602"/>
                    </a:cubicBezTo>
                    <a:cubicBezTo>
                      <a:pt x="3403" y="2836"/>
                      <a:pt x="3503" y="3003"/>
                      <a:pt x="3603" y="3103"/>
                    </a:cubicBezTo>
                    <a:cubicBezTo>
                      <a:pt x="3670" y="3236"/>
                      <a:pt x="3737" y="3336"/>
                      <a:pt x="3737" y="3336"/>
                    </a:cubicBezTo>
                    <a:cubicBezTo>
                      <a:pt x="3740" y="3339"/>
                      <a:pt x="3744" y="3341"/>
                      <a:pt x="3750" y="3341"/>
                    </a:cubicBezTo>
                    <a:cubicBezTo>
                      <a:pt x="3810" y="3341"/>
                      <a:pt x="4012" y="3194"/>
                      <a:pt x="4104" y="3103"/>
                    </a:cubicBezTo>
                    <a:lnTo>
                      <a:pt x="3970" y="2869"/>
                    </a:lnTo>
                    <a:cubicBezTo>
                      <a:pt x="3904" y="2736"/>
                      <a:pt x="3803" y="2502"/>
                      <a:pt x="3670" y="2269"/>
                    </a:cubicBezTo>
                    <a:cubicBezTo>
                      <a:pt x="3437" y="1802"/>
                      <a:pt x="3003" y="1268"/>
                      <a:pt x="2603" y="934"/>
                    </a:cubicBezTo>
                    <a:cubicBezTo>
                      <a:pt x="2169" y="601"/>
                      <a:pt x="1602" y="267"/>
                      <a:pt x="1068" y="134"/>
                    </a:cubicBezTo>
                    <a:cubicBezTo>
                      <a:pt x="801" y="67"/>
                      <a:pt x="534" y="34"/>
                      <a:pt x="401" y="34"/>
                    </a:cubicBezTo>
                    <a:cubicBezTo>
                      <a:pt x="201" y="0"/>
                      <a:pt x="134" y="0"/>
                      <a:pt x="1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39" name="Google Shape;2839;p23"/>
              <p:cNvSpPr/>
              <p:nvPr/>
            </p:nvSpPr>
            <p:spPr>
              <a:xfrm flipH="1">
                <a:off x="-347221" y="1871980"/>
                <a:ext cx="22575" cy="57361"/>
              </a:xfrm>
              <a:custGeom>
                <a:avLst/>
                <a:gdLst/>
                <a:ahLst/>
                <a:cxnLst/>
                <a:rect l="l" t="t" r="r" b="b"/>
                <a:pathLst>
                  <a:path w="1002" h="2546" extrusionOk="0">
                    <a:moveTo>
                      <a:pt x="718" y="0"/>
                    </a:moveTo>
                    <a:cubicBezTo>
                      <a:pt x="626" y="0"/>
                      <a:pt x="534" y="8"/>
                      <a:pt x="534" y="25"/>
                    </a:cubicBezTo>
                    <a:cubicBezTo>
                      <a:pt x="534" y="25"/>
                      <a:pt x="434" y="192"/>
                      <a:pt x="401" y="425"/>
                    </a:cubicBezTo>
                    <a:cubicBezTo>
                      <a:pt x="368" y="692"/>
                      <a:pt x="234" y="993"/>
                      <a:pt x="201" y="1193"/>
                    </a:cubicBezTo>
                    <a:cubicBezTo>
                      <a:pt x="67" y="1626"/>
                      <a:pt x="1" y="2427"/>
                      <a:pt x="1" y="2427"/>
                    </a:cubicBezTo>
                    <a:cubicBezTo>
                      <a:pt x="1" y="2454"/>
                      <a:pt x="174" y="2545"/>
                      <a:pt x="276" y="2545"/>
                    </a:cubicBezTo>
                    <a:cubicBezTo>
                      <a:pt x="301" y="2545"/>
                      <a:pt x="321" y="2540"/>
                      <a:pt x="334" y="2527"/>
                    </a:cubicBezTo>
                    <a:cubicBezTo>
                      <a:pt x="334" y="2527"/>
                      <a:pt x="735" y="1860"/>
                      <a:pt x="868" y="1359"/>
                    </a:cubicBezTo>
                    <a:cubicBezTo>
                      <a:pt x="935" y="1093"/>
                      <a:pt x="1001" y="759"/>
                      <a:pt x="935" y="492"/>
                    </a:cubicBezTo>
                    <a:cubicBezTo>
                      <a:pt x="935" y="225"/>
                      <a:pt x="901" y="25"/>
                      <a:pt x="901" y="25"/>
                    </a:cubicBezTo>
                    <a:cubicBezTo>
                      <a:pt x="901" y="8"/>
                      <a:pt x="810"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40" name="Google Shape;2840;p23"/>
              <p:cNvSpPr/>
              <p:nvPr/>
            </p:nvSpPr>
            <p:spPr>
              <a:xfrm flipH="1">
                <a:off x="-304324" y="1960387"/>
                <a:ext cx="37535" cy="78066"/>
              </a:xfrm>
              <a:custGeom>
                <a:avLst/>
                <a:gdLst/>
                <a:ahLst/>
                <a:cxnLst/>
                <a:rect l="l" t="t" r="r" b="b"/>
                <a:pathLst>
                  <a:path w="1666" h="3465" extrusionOk="0">
                    <a:moveTo>
                      <a:pt x="1410" y="1"/>
                    </a:moveTo>
                    <a:cubicBezTo>
                      <a:pt x="1407" y="1"/>
                      <a:pt x="1403" y="2"/>
                      <a:pt x="1401" y="4"/>
                    </a:cubicBezTo>
                    <a:cubicBezTo>
                      <a:pt x="1401" y="4"/>
                      <a:pt x="1301" y="71"/>
                      <a:pt x="1234" y="137"/>
                    </a:cubicBezTo>
                    <a:cubicBezTo>
                      <a:pt x="1134" y="237"/>
                      <a:pt x="1001" y="304"/>
                      <a:pt x="901" y="471"/>
                    </a:cubicBezTo>
                    <a:cubicBezTo>
                      <a:pt x="601" y="771"/>
                      <a:pt x="334" y="1238"/>
                      <a:pt x="234" y="1572"/>
                    </a:cubicBezTo>
                    <a:cubicBezTo>
                      <a:pt x="100" y="1905"/>
                      <a:pt x="0" y="2406"/>
                      <a:pt x="0" y="2773"/>
                    </a:cubicBezTo>
                    <a:cubicBezTo>
                      <a:pt x="0" y="2939"/>
                      <a:pt x="67" y="3106"/>
                      <a:pt x="67" y="3240"/>
                    </a:cubicBezTo>
                    <a:lnTo>
                      <a:pt x="67" y="3440"/>
                    </a:lnTo>
                    <a:cubicBezTo>
                      <a:pt x="67" y="3456"/>
                      <a:pt x="150" y="3465"/>
                      <a:pt x="242" y="3465"/>
                    </a:cubicBezTo>
                    <a:cubicBezTo>
                      <a:pt x="334" y="3465"/>
                      <a:pt x="434" y="3456"/>
                      <a:pt x="467" y="3440"/>
                    </a:cubicBezTo>
                    <a:cubicBezTo>
                      <a:pt x="467" y="3440"/>
                      <a:pt x="467" y="3406"/>
                      <a:pt x="501" y="3273"/>
                    </a:cubicBezTo>
                    <a:cubicBezTo>
                      <a:pt x="501" y="3173"/>
                      <a:pt x="567" y="3006"/>
                      <a:pt x="601" y="2839"/>
                    </a:cubicBezTo>
                    <a:cubicBezTo>
                      <a:pt x="667" y="2506"/>
                      <a:pt x="834" y="2105"/>
                      <a:pt x="934" y="1805"/>
                    </a:cubicBezTo>
                    <a:cubicBezTo>
                      <a:pt x="1068" y="1505"/>
                      <a:pt x="1168" y="1105"/>
                      <a:pt x="1335" y="805"/>
                    </a:cubicBezTo>
                    <a:cubicBezTo>
                      <a:pt x="1435" y="638"/>
                      <a:pt x="1501" y="504"/>
                      <a:pt x="1568" y="438"/>
                    </a:cubicBezTo>
                    <a:cubicBezTo>
                      <a:pt x="1601" y="304"/>
                      <a:pt x="1635" y="271"/>
                      <a:pt x="1635" y="271"/>
                    </a:cubicBezTo>
                    <a:cubicBezTo>
                      <a:pt x="1666" y="209"/>
                      <a:pt x="1464" y="1"/>
                      <a:pt x="14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41" name="Google Shape;2841;p23"/>
              <p:cNvSpPr/>
              <p:nvPr/>
            </p:nvSpPr>
            <p:spPr>
              <a:xfrm flipH="1">
                <a:off x="-285602" y="2105368"/>
                <a:ext cx="35350" cy="76827"/>
              </a:xfrm>
              <a:custGeom>
                <a:avLst/>
                <a:gdLst/>
                <a:ahLst/>
                <a:cxnLst/>
                <a:rect l="l" t="t" r="r" b="b"/>
                <a:pathLst>
                  <a:path w="1569" h="3410" extrusionOk="0">
                    <a:moveTo>
                      <a:pt x="384" y="0"/>
                    </a:moveTo>
                    <a:cubicBezTo>
                      <a:pt x="374" y="0"/>
                      <a:pt x="367" y="2"/>
                      <a:pt x="367" y="7"/>
                    </a:cubicBezTo>
                    <a:cubicBezTo>
                      <a:pt x="367" y="7"/>
                      <a:pt x="334" y="40"/>
                      <a:pt x="301" y="174"/>
                    </a:cubicBezTo>
                    <a:cubicBezTo>
                      <a:pt x="234" y="274"/>
                      <a:pt x="167" y="407"/>
                      <a:pt x="134" y="641"/>
                    </a:cubicBezTo>
                    <a:cubicBezTo>
                      <a:pt x="0" y="1008"/>
                      <a:pt x="34" y="1508"/>
                      <a:pt x="134" y="1875"/>
                    </a:cubicBezTo>
                    <a:cubicBezTo>
                      <a:pt x="234" y="2208"/>
                      <a:pt x="501" y="2675"/>
                      <a:pt x="734" y="2942"/>
                    </a:cubicBezTo>
                    <a:lnTo>
                      <a:pt x="1068" y="3309"/>
                    </a:lnTo>
                    <a:lnTo>
                      <a:pt x="1201" y="3409"/>
                    </a:lnTo>
                    <a:cubicBezTo>
                      <a:pt x="1235" y="3409"/>
                      <a:pt x="1501" y="3209"/>
                      <a:pt x="1568" y="3209"/>
                    </a:cubicBezTo>
                    <a:lnTo>
                      <a:pt x="1501" y="3042"/>
                    </a:lnTo>
                    <a:cubicBezTo>
                      <a:pt x="1435" y="2976"/>
                      <a:pt x="1368" y="2842"/>
                      <a:pt x="1268" y="2675"/>
                    </a:cubicBezTo>
                    <a:cubicBezTo>
                      <a:pt x="1101" y="2375"/>
                      <a:pt x="1001" y="2008"/>
                      <a:pt x="901" y="1708"/>
                    </a:cubicBezTo>
                    <a:cubicBezTo>
                      <a:pt x="834" y="1408"/>
                      <a:pt x="734" y="1041"/>
                      <a:pt x="734" y="707"/>
                    </a:cubicBezTo>
                    <a:cubicBezTo>
                      <a:pt x="701" y="541"/>
                      <a:pt x="734" y="407"/>
                      <a:pt x="734" y="307"/>
                    </a:cubicBezTo>
                    <a:lnTo>
                      <a:pt x="734" y="140"/>
                    </a:lnTo>
                    <a:cubicBezTo>
                      <a:pt x="705" y="83"/>
                      <a:pt x="453" y="0"/>
                      <a:pt x="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2842" name="Google Shape;2842;p23"/>
            <p:cNvSpPr/>
            <p:nvPr/>
          </p:nvSpPr>
          <p:spPr>
            <a:xfrm rot="2508735">
              <a:off x="2840863" y="4181335"/>
              <a:ext cx="255590" cy="255590"/>
            </a:xfrm>
            <a:prstGeom prst="mathPlus">
              <a:avLst>
                <a:gd name="adj1" fmla="val 18896"/>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2843" name="Google Shape;2843;p23"/>
          <p:cNvSpPr/>
          <p:nvPr/>
        </p:nvSpPr>
        <p:spPr>
          <a:xfrm>
            <a:off x="3378343" y="4383736"/>
            <a:ext cx="389153" cy="110430"/>
          </a:xfrm>
          <a:custGeom>
            <a:avLst/>
            <a:gdLst/>
            <a:ahLst/>
            <a:cxnLst/>
            <a:rect l="l" t="t" r="r" b="b"/>
            <a:pathLst>
              <a:path w="16094" h="4567" extrusionOk="0">
                <a:moveTo>
                  <a:pt x="4528" y="0"/>
                </a:moveTo>
                <a:cubicBezTo>
                  <a:pt x="4523" y="0"/>
                  <a:pt x="4519" y="7"/>
                  <a:pt x="4519" y="30"/>
                </a:cubicBezTo>
                <a:lnTo>
                  <a:pt x="4319" y="297"/>
                </a:lnTo>
                <a:cubicBezTo>
                  <a:pt x="4185" y="463"/>
                  <a:pt x="4085" y="630"/>
                  <a:pt x="3985" y="797"/>
                </a:cubicBezTo>
                <a:cubicBezTo>
                  <a:pt x="3685" y="1231"/>
                  <a:pt x="3352" y="1631"/>
                  <a:pt x="3051" y="1998"/>
                </a:cubicBezTo>
                <a:cubicBezTo>
                  <a:pt x="2484" y="2732"/>
                  <a:pt x="1750" y="3165"/>
                  <a:pt x="1217" y="3265"/>
                </a:cubicBezTo>
                <a:lnTo>
                  <a:pt x="850" y="3265"/>
                </a:lnTo>
                <a:cubicBezTo>
                  <a:pt x="716" y="3265"/>
                  <a:pt x="650" y="3232"/>
                  <a:pt x="550" y="3232"/>
                </a:cubicBezTo>
                <a:cubicBezTo>
                  <a:pt x="416" y="3165"/>
                  <a:pt x="349" y="3132"/>
                  <a:pt x="349" y="3132"/>
                </a:cubicBezTo>
                <a:cubicBezTo>
                  <a:pt x="334" y="3126"/>
                  <a:pt x="319" y="3123"/>
                  <a:pt x="304" y="3123"/>
                </a:cubicBezTo>
                <a:cubicBezTo>
                  <a:pt x="150" y="3123"/>
                  <a:pt x="0" y="3405"/>
                  <a:pt x="183" y="3465"/>
                </a:cubicBezTo>
                <a:lnTo>
                  <a:pt x="416" y="3599"/>
                </a:lnTo>
                <a:cubicBezTo>
                  <a:pt x="516" y="3632"/>
                  <a:pt x="650" y="3632"/>
                  <a:pt x="750" y="3666"/>
                </a:cubicBezTo>
                <a:lnTo>
                  <a:pt x="1217" y="3666"/>
                </a:lnTo>
                <a:cubicBezTo>
                  <a:pt x="1550" y="3632"/>
                  <a:pt x="1984" y="3499"/>
                  <a:pt x="2351" y="3265"/>
                </a:cubicBezTo>
                <a:cubicBezTo>
                  <a:pt x="2718" y="3065"/>
                  <a:pt x="3085" y="2732"/>
                  <a:pt x="3418" y="2331"/>
                </a:cubicBezTo>
                <a:cubicBezTo>
                  <a:pt x="3752" y="1964"/>
                  <a:pt x="4085" y="1564"/>
                  <a:pt x="4419" y="1130"/>
                </a:cubicBezTo>
                <a:lnTo>
                  <a:pt x="4552" y="964"/>
                </a:lnTo>
                <a:lnTo>
                  <a:pt x="4552" y="1030"/>
                </a:lnTo>
                <a:lnTo>
                  <a:pt x="4686" y="1130"/>
                </a:lnTo>
                <a:lnTo>
                  <a:pt x="4986" y="1431"/>
                </a:lnTo>
                <a:cubicBezTo>
                  <a:pt x="5386" y="1864"/>
                  <a:pt x="5853" y="2231"/>
                  <a:pt x="6354" y="2465"/>
                </a:cubicBezTo>
                <a:cubicBezTo>
                  <a:pt x="6854" y="2732"/>
                  <a:pt x="7421" y="2898"/>
                  <a:pt x="7988" y="2898"/>
                </a:cubicBezTo>
                <a:cubicBezTo>
                  <a:pt x="8522" y="2898"/>
                  <a:pt x="9089" y="2765"/>
                  <a:pt x="9589" y="2565"/>
                </a:cubicBezTo>
                <a:cubicBezTo>
                  <a:pt x="10090" y="2365"/>
                  <a:pt x="10657" y="2098"/>
                  <a:pt x="11090" y="1798"/>
                </a:cubicBezTo>
                <a:cubicBezTo>
                  <a:pt x="11224" y="1731"/>
                  <a:pt x="11357" y="1698"/>
                  <a:pt x="11491" y="1597"/>
                </a:cubicBezTo>
                <a:lnTo>
                  <a:pt x="11557" y="1564"/>
                </a:lnTo>
                <a:lnTo>
                  <a:pt x="11591" y="1564"/>
                </a:lnTo>
                <a:cubicBezTo>
                  <a:pt x="11610" y="1564"/>
                  <a:pt x="11618" y="1559"/>
                  <a:pt x="11624" y="1559"/>
                </a:cubicBezTo>
                <a:cubicBezTo>
                  <a:pt x="11638" y="1559"/>
                  <a:pt x="11638" y="1593"/>
                  <a:pt x="11758" y="1831"/>
                </a:cubicBezTo>
                <a:cubicBezTo>
                  <a:pt x="12024" y="2331"/>
                  <a:pt x="12325" y="2798"/>
                  <a:pt x="12591" y="3232"/>
                </a:cubicBezTo>
                <a:cubicBezTo>
                  <a:pt x="12925" y="3632"/>
                  <a:pt x="13259" y="3966"/>
                  <a:pt x="13692" y="4233"/>
                </a:cubicBezTo>
                <a:cubicBezTo>
                  <a:pt x="14093" y="4466"/>
                  <a:pt x="14526" y="4566"/>
                  <a:pt x="14860" y="4566"/>
                </a:cubicBezTo>
                <a:cubicBezTo>
                  <a:pt x="15227" y="4566"/>
                  <a:pt x="15494" y="4533"/>
                  <a:pt x="15660" y="4466"/>
                </a:cubicBezTo>
                <a:cubicBezTo>
                  <a:pt x="15827" y="4433"/>
                  <a:pt x="15894" y="4399"/>
                  <a:pt x="15894" y="4399"/>
                </a:cubicBezTo>
                <a:cubicBezTo>
                  <a:pt x="16094" y="4299"/>
                  <a:pt x="15994" y="4033"/>
                  <a:pt x="15727" y="3966"/>
                </a:cubicBezTo>
                <a:cubicBezTo>
                  <a:pt x="15727" y="3966"/>
                  <a:pt x="15660" y="4033"/>
                  <a:pt x="15494" y="4066"/>
                </a:cubicBezTo>
                <a:cubicBezTo>
                  <a:pt x="15327" y="4066"/>
                  <a:pt x="15093" y="4099"/>
                  <a:pt x="14826" y="4099"/>
                </a:cubicBezTo>
                <a:cubicBezTo>
                  <a:pt x="14526" y="4066"/>
                  <a:pt x="14226" y="3966"/>
                  <a:pt x="13892" y="3766"/>
                </a:cubicBezTo>
                <a:cubicBezTo>
                  <a:pt x="13559" y="3566"/>
                  <a:pt x="13259" y="3232"/>
                  <a:pt x="13025" y="2865"/>
                </a:cubicBezTo>
                <a:cubicBezTo>
                  <a:pt x="12758" y="2431"/>
                  <a:pt x="12525" y="1964"/>
                  <a:pt x="12325" y="1531"/>
                </a:cubicBezTo>
                <a:cubicBezTo>
                  <a:pt x="12225" y="1397"/>
                  <a:pt x="12191" y="1231"/>
                  <a:pt x="12091" y="1064"/>
                </a:cubicBezTo>
                <a:lnTo>
                  <a:pt x="11924" y="730"/>
                </a:lnTo>
                <a:lnTo>
                  <a:pt x="11891" y="630"/>
                </a:lnTo>
                <a:lnTo>
                  <a:pt x="11891" y="597"/>
                </a:lnTo>
                <a:cubicBezTo>
                  <a:pt x="11891" y="586"/>
                  <a:pt x="11887" y="582"/>
                  <a:pt x="11882" y="582"/>
                </a:cubicBezTo>
                <a:cubicBezTo>
                  <a:pt x="11872" y="582"/>
                  <a:pt x="11858" y="597"/>
                  <a:pt x="11858" y="597"/>
                </a:cubicBezTo>
                <a:lnTo>
                  <a:pt x="11691" y="697"/>
                </a:lnTo>
                <a:lnTo>
                  <a:pt x="11090" y="1030"/>
                </a:lnTo>
                <a:cubicBezTo>
                  <a:pt x="11024" y="1097"/>
                  <a:pt x="10890" y="1130"/>
                  <a:pt x="10757" y="1231"/>
                </a:cubicBezTo>
                <a:cubicBezTo>
                  <a:pt x="9856" y="1731"/>
                  <a:pt x="8855" y="2131"/>
                  <a:pt x="8022" y="2131"/>
                </a:cubicBezTo>
                <a:cubicBezTo>
                  <a:pt x="7188" y="2131"/>
                  <a:pt x="6220" y="1698"/>
                  <a:pt x="5486" y="930"/>
                </a:cubicBezTo>
                <a:cubicBezTo>
                  <a:pt x="5386" y="864"/>
                  <a:pt x="5253" y="764"/>
                  <a:pt x="5186" y="697"/>
                </a:cubicBezTo>
                <a:lnTo>
                  <a:pt x="4753" y="230"/>
                </a:lnTo>
                <a:lnTo>
                  <a:pt x="4652" y="96"/>
                </a:lnTo>
                <a:lnTo>
                  <a:pt x="4552" y="30"/>
                </a:lnTo>
                <a:cubicBezTo>
                  <a:pt x="4552" y="30"/>
                  <a:pt x="4538" y="0"/>
                  <a:pt x="45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44" name="Google Shape;2844;p23"/>
          <p:cNvSpPr/>
          <p:nvPr/>
        </p:nvSpPr>
        <p:spPr>
          <a:xfrm>
            <a:off x="5898504" y="3983987"/>
            <a:ext cx="799730" cy="755108"/>
          </a:xfrm>
          <a:custGeom>
            <a:avLst/>
            <a:gdLst/>
            <a:ahLst/>
            <a:cxnLst/>
            <a:rect l="l" t="t" r="r" b="b"/>
            <a:pathLst>
              <a:path w="33479" h="31611" extrusionOk="0">
                <a:moveTo>
                  <a:pt x="16635" y="937"/>
                </a:moveTo>
                <a:cubicBezTo>
                  <a:pt x="16761" y="1711"/>
                  <a:pt x="16844" y="2527"/>
                  <a:pt x="16886" y="3343"/>
                </a:cubicBezTo>
                <a:cubicBezTo>
                  <a:pt x="16823" y="3385"/>
                  <a:pt x="16719" y="3427"/>
                  <a:pt x="16635" y="3469"/>
                </a:cubicBezTo>
                <a:cubicBezTo>
                  <a:pt x="16656" y="2632"/>
                  <a:pt x="16656" y="1774"/>
                  <a:pt x="16635" y="937"/>
                </a:cubicBezTo>
                <a:close/>
                <a:moveTo>
                  <a:pt x="18434" y="2904"/>
                </a:moveTo>
                <a:lnTo>
                  <a:pt x="18455" y="2925"/>
                </a:lnTo>
                <a:cubicBezTo>
                  <a:pt x="18434" y="2946"/>
                  <a:pt x="18434" y="2946"/>
                  <a:pt x="18434" y="2967"/>
                </a:cubicBezTo>
                <a:cubicBezTo>
                  <a:pt x="17866" y="3261"/>
                  <a:pt x="15386" y="4639"/>
                  <a:pt x="14939" y="4639"/>
                </a:cubicBezTo>
                <a:cubicBezTo>
                  <a:pt x="14909" y="4639"/>
                  <a:pt x="14888" y="4633"/>
                  <a:pt x="14877" y="4620"/>
                </a:cubicBezTo>
                <a:cubicBezTo>
                  <a:pt x="14877" y="4599"/>
                  <a:pt x="14857" y="4599"/>
                  <a:pt x="14857" y="4599"/>
                </a:cubicBezTo>
                <a:lnTo>
                  <a:pt x="14857" y="4536"/>
                </a:lnTo>
                <a:cubicBezTo>
                  <a:pt x="14794" y="4494"/>
                  <a:pt x="14836" y="4473"/>
                  <a:pt x="14836" y="4431"/>
                </a:cubicBezTo>
                <a:cubicBezTo>
                  <a:pt x="16049" y="4013"/>
                  <a:pt x="17263" y="3448"/>
                  <a:pt x="18434" y="2904"/>
                </a:cubicBezTo>
                <a:close/>
                <a:moveTo>
                  <a:pt x="23770" y="5624"/>
                </a:moveTo>
                <a:cubicBezTo>
                  <a:pt x="23854" y="6691"/>
                  <a:pt x="24000" y="8930"/>
                  <a:pt x="24042" y="9390"/>
                </a:cubicBezTo>
                <a:cubicBezTo>
                  <a:pt x="23875" y="9411"/>
                  <a:pt x="23749" y="9432"/>
                  <a:pt x="23582" y="9453"/>
                </a:cubicBezTo>
                <a:cubicBezTo>
                  <a:pt x="23644" y="9076"/>
                  <a:pt x="23770" y="6712"/>
                  <a:pt x="23770" y="5624"/>
                </a:cubicBezTo>
                <a:close/>
                <a:moveTo>
                  <a:pt x="10672" y="6858"/>
                </a:moveTo>
                <a:cubicBezTo>
                  <a:pt x="10651" y="6921"/>
                  <a:pt x="10588" y="7005"/>
                  <a:pt x="10546" y="7047"/>
                </a:cubicBezTo>
                <a:cubicBezTo>
                  <a:pt x="10484" y="7047"/>
                  <a:pt x="10463" y="7089"/>
                  <a:pt x="10442" y="7130"/>
                </a:cubicBezTo>
                <a:lnTo>
                  <a:pt x="10442" y="7172"/>
                </a:lnTo>
                <a:cubicBezTo>
                  <a:pt x="9960" y="7654"/>
                  <a:pt x="9019" y="8177"/>
                  <a:pt x="8768" y="8386"/>
                </a:cubicBezTo>
                <a:cubicBezTo>
                  <a:pt x="8203" y="8783"/>
                  <a:pt x="7659" y="9181"/>
                  <a:pt x="7136" y="9620"/>
                </a:cubicBezTo>
                <a:cubicBezTo>
                  <a:pt x="7136" y="9620"/>
                  <a:pt x="7136" y="9579"/>
                  <a:pt x="7115" y="9579"/>
                </a:cubicBezTo>
                <a:cubicBezTo>
                  <a:pt x="7115" y="9558"/>
                  <a:pt x="7136" y="9558"/>
                  <a:pt x="7136" y="9537"/>
                </a:cubicBezTo>
                <a:cubicBezTo>
                  <a:pt x="7153" y="9485"/>
                  <a:pt x="7128" y="9448"/>
                  <a:pt x="7083" y="9448"/>
                </a:cubicBezTo>
                <a:cubicBezTo>
                  <a:pt x="7074" y="9448"/>
                  <a:pt x="7063" y="9449"/>
                  <a:pt x="7052" y="9453"/>
                </a:cubicBezTo>
                <a:cubicBezTo>
                  <a:pt x="7088" y="9435"/>
                  <a:pt x="7093" y="9433"/>
                  <a:pt x="7107" y="9406"/>
                </a:cubicBezTo>
                <a:lnTo>
                  <a:pt x="7107" y="9406"/>
                </a:lnTo>
                <a:cubicBezTo>
                  <a:pt x="7107" y="9406"/>
                  <a:pt x="7107" y="9406"/>
                  <a:pt x="7107" y="9406"/>
                </a:cubicBezTo>
                <a:cubicBezTo>
                  <a:pt x="7110" y="9406"/>
                  <a:pt x="7115" y="9401"/>
                  <a:pt x="7115" y="9390"/>
                </a:cubicBezTo>
                <a:lnTo>
                  <a:pt x="7115" y="9390"/>
                </a:lnTo>
                <a:cubicBezTo>
                  <a:pt x="7115" y="9390"/>
                  <a:pt x="7115" y="9390"/>
                  <a:pt x="7115" y="9390"/>
                </a:cubicBezTo>
                <a:cubicBezTo>
                  <a:pt x="8307" y="8574"/>
                  <a:pt x="9458" y="7675"/>
                  <a:pt x="10672" y="6858"/>
                </a:cubicBezTo>
                <a:close/>
                <a:moveTo>
                  <a:pt x="18393" y="3155"/>
                </a:moveTo>
                <a:lnTo>
                  <a:pt x="18393" y="3155"/>
                </a:lnTo>
                <a:cubicBezTo>
                  <a:pt x="17681" y="4850"/>
                  <a:pt x="17890" y="6817"/>
                  <a:pt x="19041" y="8281"/>
                </a:cubicBezTo>
                <a:cubicBezTo>
                  <a:pt x="18538" y="7990"/>
                  <a:pt x="17939" y="7885"/>
                  <a:pt x="17334" y="7885"/>
                </a:cubicBezTo>
                <a:cubicBezTo>
                  <a:pt x="16807" y="7885"/>
                  <a:pt x="16275" y="7965"/>
                  <a:pt x="15798" y="8072"/>
                </a:cubicBezTo>
                <a:cubicBezTo>
                  <a:pt x="14857" y="8281"/>
                  <a:pt x="13957" y="8783"/>
                  <a:pt x="13706" y="9746"/>
                </a:cubicBezTo>
                <a:lnTo>
                  <a:pt x="13685" y="9746"/>
                </a:lnTo>
                <a:cubicBezTo>
                  <a:pt x="13476" y="8825"/>
                  <a:pt x="13392" y="7967"/>
                  <a:pt x="13643" y="7047"/>
                </a:cubicBezTo>
                <a:cubicBezTo>
                  <a:pt x="13894" y="6189"/>
                  <a:pt x="14417" y="5540"/>
                  <a:pt x="14773" y="4745"/>
                </a:cubicBezTo>
                <a:cubicBezTo>
                  <a:pt x="14794" y="4745"/>
                  <a:pt x="14836" y="4724"/>
                  <a:pt x="14857" y="4703"/>
                </a:cubicBezTo>
                <a:cubicBezTo>
                  <a:pt x="14877" y="4709"/>
                  <a:pt x="14902" y="4712"/>
                  <a:pt x="14931" y="4712"/>
                </a:cubicBezTo>
                <a:cubicBezTo>
                  <a:pt x="15516" y="4712"/>
                  <a:pt x="17695" y="3554"/>
                  <a:pt x="18393" y="3155"/>
                </a:cubicBezTo>
                <a:close/>
                <a:moveTo>
                  <a:pt x="17200" y="8867"/>
                </a:moveTo>
                <a:lnTo>
                  <a:pt x="17200" y="8867"/>
                </a:lnTo>
                <a:cubicBezTo>
                  <a:pt x="17493" y="9076"/>
                  <a:pt x="17786" y="9286"/>
                  <a:pt x="18079" y="9453"/>
                </a:cubicBezTo>
                <a:cubicBezTo>
                  <a:pt x="17786" y="9558"/>
                  <a:pt x="17493" y="9662"/>
                  <a:pt x="17179" y="9809"/>
                </a:cubicBezTo>
                <a:cubicBezTo>
                  <a:pt x="17242" y="9495"/>
                  <a:pt x="17242" y="9181"/>
                  <a:pt x="17200" y="8867"/>
                </a:cubicBezTo>
                <a:close/>
                <a:moveTo>
                  <a:pt x="16970" y="8198"/>
                </a:moveTo>
                <a:cubicBezTo>
                  <a:pt x="16970" y="8721"/>
                  <a:pt x="16949" y="9307"/>
                  <a:pt x="17033" y="9851"/>
                </a:cubicBezTo>
                <a:lnTo>
                  <a:pt x="16865" y="9934"/>
                </a:lnTo>
                <a:cubicBezTo>
                  <a:pt x="16886" y="9348"/>
                  <a:pt x="16865" y="8783"/>
                  <a:pt x="16740" y="8198"/>
                </a:cubicBezTo>
                <a:close/>
                <a:moveTo>
                  <a:pt x="25611" y="9307"/>
                </a:moveTo>
                <a:lnTo>
                  <a:pt x="25611" y="9307"/>
                </a:lnTo>
                <a:cubicBezTo>
                  <a:pt x="25632" y="9599"/>
                  <a:pt x="24837" y="9662"/>
                  <a:pt x="24732" y="9704"/>
                </a:cubicBezTo>
                <a:lnTo>
                  <a:pt x="23728" y="9934"/>
                </a:lnTo>
                <a:cubicBezTo>
                  <a:pt x="23059" y="10081"/>
                  <a:pt x="22389" y="10185"/>
                  <a:pt x="21740" y="10395"/>
                </a:cubicBezTo>
                <a:lnTo>
                  <a:pt x="21740" y="10353"/>
                </a:lnTo>
                <a:cubicBezTo>
                  <a:pt x="21699" y="10290"/>
                  <a:pt x="21678" y="10248"/>
                  <a:pt x="21678" y="10164"/>
                </a:cubicBezTo>
                <a:cubicBezTo>
                  <a:pt x="21699" y="10081"/>
                  <a:pt x="21740" y="10039"/>
                  <a:pt x="21740" y="9955"/>
                </a:cubicBezTo>
                <a:cubicBezTo>
                  <a:pt x="21835" y="9970"/>
                  <a:pt x="21932" y="9976"/>
                  <a:pt x="22032" y="9976"/>
                </a:cubicBezTo>
                <a:cubicBezTo>
                  <a:pt x="22506" y="9976"/>
                  <a:pt x="23027" y="9832"/>
                  <a:pt x="23477" y="9746"/>
                </a:cubicBezTo>
                <a:cubicBezTo>
                  <a:pt x="24188" y="9620"/>
                  <a:pt x="24900" y="9495"/>
                  <a:pt x="25611" y="9307"/>
                </a:cubicBezTo>
                <a:close/>
                <a:moveTo>
                  <a:pt x="19146" y="9244"/>
                </a:moveTo>
                <a:cubicBezTo>
                  <a:pt x="19188" y="9307"/>
                  <a:pt x="17095" y="10185"/>
                  <a:pt x="16886" y="10269"/>
                </a:cubicBezTo>
                <a:cubicBezTo>
                  <a:pt x="16572" y="10395"/>
                  <a:pt x="16238" y="10520"/>
                  <a:pt x="15924" y="10667"/>
                </a:cubicBezTo>
                <a:cubicBezTo>
                  <a:pt x="15861" y="10682"/>
                  <a:pt x="15125" y="11040"/>
                  <a:pt x="14745" y="11040"/>
                </a:cubicBezTo>
                <a:cubicBezTo>
                  <a:pt x="14619" y="11040"/>
                  <a:pt x="14532" y="11001"/>
                  <a:pt x="14522" y="10897"/>
                </a:cubicBezTo>
                <a:cubicBezTo>
                  <a:pt x="15359" y="10688"/>
                  <a:pt x="16154" y="10353"/>
                  <a:pt x="16991" y="10060"/>
                </a:cubicBezTo>
                <a:cubicBezTo>
                  <a:pt x="17702" y="9830"/>
                  <a:pt x="18455" y="9599"/>
                  <a:pt x="19146" y="9244"/>
                </a:cubicBezTo>
                <a:close/>
                <a:moveTo>
                  <a:pt x="9939" y="13575"/>
                </a:moveTo>
                <a:cubicBezTo>
                  <a:pt x="9584" y="13826"/>
                  <a:pt x="9270" y="14140"/>
                  <a:pt x="8998" y="14454"/>
                </a:cubicBezTo>
                <a:cubicBezTo>
                  <a:pt x="8977" y="14161"/>
                  <a:pt x="8935" y="13910"/>
                  <a:pt x="8914" y="13617"/>
                </a:cubicBezTo>
                <a:cubicBezTo>
                  <a:pt x="9249" y="13575"/>
                  <a:pt x="9605" y="13575"/>
                  <a:pt x="9939" y="13575"/>
                </a:cubicBezTo>
                <a:close/>
                <a:moveTo>
                  <a:pt x="10379" y="7423"/>
                </a:moveTo>
                <a:lnTo>
                  <a:pt x="10379" y="7423"/>
                </a:lnTo>
                <a:cubicBezTo>
                  <a:pt x="9835" y="9327"/>
                  <a:pt x="9939" y="11608"/>
                  <a:pt x="11007" y="13303"/>
                </a:cubicBezTo>
                <a:cubicBezTo>
                  <a:pt x="10702" y="13234"/>
                  <a:pt x="10358" y="13198"/>
                  <a:pt x="9997" y="13198"/>
                </a:cubicBezTo>
                <a:cubicBezTo>
                  <a:pt x="8723" y="13198"/>
                  <a:pt x="7249" y="13643"/>
                  <a:pt x="6613" y="14621"/>
                </a:cubicBezTo>
                <a:cubicBezTo>
                  <a:pt x="5964" y="12968"/>
                  <a:pt x="6278" y="11273"/>
                  <a:pt x="7052" y="9725"/>
                </a:cubicBezTo>
                <a:cubicBezTo>
                  <a:pt x="7094" y="9725"/>
                  <a:pt x="7094" y="9725"/>
                  <a:pt x="7115" y="9746"/>
                </a:cubicBezTo>
                <a:cubicBezTo>
                  <a:pt x="7157" y="9746"/>
                  <a:pt x="7240" y="9725"/>
                  <a:pt x="7303" y="9662"/>
                </a:cubicBezTo>
                <a:lnTo>
                  <a:pt x="7303" y="9641"/>
                </a:lnTo>
                <a:cubicBezTo>
                  <a:pt x="8140" y="9118"/>
                  <a:pt x="8935" y="8491"/>
                  <a:pt x="9730" y="7884"/>
                </a:cubicBezTo>
                <a:cubicBezTo>
                  <a:pt x="9877" y="7779"/>
                  <a:pt x="10149" y="7633"/>
                  <a:pt x="10379" y="7423"/>
                </a:cubicBezTo>
                <a:close/>
                <a:moveTo>
                  <a:pt x="25528" y="9746"/>
                </a:moveTo>
                <a:cubicBezTo>
                  <a:pt x="25465" y="10583"/>
                  <a:pt x="25423" y="11483"/>
                  <a:pt x="25549" y="12320"/>
                </a:cubicBezTo>
                <a:cubicBezTo>
                  <a:pt x="25632" y="12905"/>
                  <a:pt x="25862" y="13366"/>
                  <a:pt x="26197" y="13826"/>
                </a:cubicBezTo>
                <a:cubicBezTo>
                  <a:pt x="25632" y="13687"/>
                  <a:pt x="25052" y="13604"/>
                  <a:pt x="24479" y="13604"/>
                </a:cubicBezTo>
                <a:cubicBezTo>
                  <a:pt x="23419" y="13604"/>
                  <a:pt x="22387" y="13888"/>
                  <a:pt x="21531" y="14621"/>
                </a:cubicBezTo>
                <a:cubicBezTo>
                  <a:pt x="21050" y="13198"/>
                  <a:pt x="21259" y="11859"/>
                  <a:pt x="21803" y="10499"/>
                </a:cubicBezTo>
                <a:cubicBezTo>
                  <a:pt x="22933" y="10374"/>
                  <a:pt x="24084" y="10081"/>
                  <a:pt x="25214" y="9851"/>
                </a:cubicBezTo>
                <a:cubicBezTo>
                  <a:pt x="25318" y="9830"/>
                  <a:pt x="25423" y="9809"/>
                  <a:pt x="25528" y="9746"/>
                </a:cubicBezTo>
                <a:close/>
                <a:moveTo>
                  <a:pt x="19062" y="9704"/>
                </a:moveTo>
                <a:lnTo>
                  <a:pt x="19062" y="9704"/>
                </a:lnTo>
                <a:cubicBezTo>
                  <a:pt x="18309" y="11211"/>
                  <a:pt x="18895" y="12989"/>
                  <a:pt x="19732" y="14412"/>
                </a:cubicBezTo>
                <a:cubicBezTo>
                  <a:pt x="19101" y="14040"/>
                  <a:pt x="18398" y="13905"/>
                  <a:pt x="17687" y="13905"/>
                </a:cubicBezTo>
                <a:cubicBezTo>
                  <a:pt x="17077" y="13905"/>
                  <a:pt x="16462" y="14005"/>
                  <a:pt x="15882" y="14140"/>
                </a:cubicBezTo>
                <a:cubicBezTo>
                  <a:pt x="14731" y="14412"/>
                  <a:pt x="13538" y="14935"/>
                  <a:pt x="13078" y="16044"/>
                </a:cubicBezTo>
                <a:cubicBezTo>
                  <a:pt x="13120" y="15186"/>
                  <a:pt x="13120" y="14370"/>
                  <a:pt x="13413" y="13533"/>
                </a:cubicBezTo>
                <a:cubicBezTo>
                  <a:pt x="13580" y="13094"/>
                  <a:pt x="13789" y="12654"/>
                  <a:pt x="14041" y="12236"/>
                </a:cubicBezTo>
                <a:cubicBezTo>
                  <a:pt x="14250" y="11922"/>
                  <a:pt x="14459" y="11629"/>
                  <a:pt x="14626" y="11294"/>
                </a:cubicBezTo>
                <a:cubicBezTo>
                  <a:pt x="14639" y="11296"/>
                  <a:pt x="14653" y="11297"/>
                  <a:pt x="14667" y="11297"/>
                </a:cubicBezTo>
                <a:cubicBezTo>
                  <a:pt x="14810" y="11297"/>
                  <a:pt x="14993" y="11207"/>
                  <a:pt x="15108" y="11169"/>
                </a:cubicBezTo>
                <a:cubicBezTo>
                  <a:pt x="15526" y="11001"/>
                  <a:pt x="15924" y="10855"/>
                  <a:pt x="16342" y="10688"/>
                </a:cubicBezTo>
                <a:cubicBezTo>
                  <a:pt x="17116" y="10395"/>
                  <a:pt x="17911" y="10081"/>
                  <a:pt x="18686" y="9809"/>
                </a:cubicBezTo>
                <a:cubicBezTo>
                  <a:pt x="18790" y="9767"/>
                  <a:pt x="18937" y="9725"/>
                  <a:pt x="19062" y="9704"/>
                </a:cubicBezTo>
                <a:close/>
                <a:moveTo>
                  <a:pt x="17367" y="15312"/>
                </a:moveTo>
                <a:cubicBezTo>
                  <a:pt x="17702" y="15563"/>
                  <a:pt x="18079" y="15814"/>
                  <a:pt x="18455" y="15981"/>
                </a:cubicBezTo>
                <a:cubicBezTo>
                  <a:pt x="18079" y="16044"/>
                  <a:pt x="17681" y="16128"/>
                  <a:pt x="17305" y="16211"/>
                </a:cubicBezTo>
                <a:cubicBezTo>
                  <a:pt x="17346" y="15918"/>
                  <a:pt x="17367" y="15625"/>
                  <a:pt x="17367" y="15312"/>
                </a:cubicBezTo>
                <a:close/>
                <a:moveTo>
                  <a:pt x="17116" y="14203"/>
                </a:moveTo>
                <a:lnTo>
                  <a:pt x="17116" y="14203"/>
                </a:lnTo>
                <a:cubicBezTo>
                  <a:pt x="17095" y="14851"/>
                  <a:pt x="17116" y="15521"/>
                  <a:pt x="17095" y="16190"/>
                </a:cubicBezTo>
                <a:lnTo>
                  <a:pt x="17095" y="16232"/>
                </a:lnTo>
                <a:cubicBezTo>
                  <a:pt x="16970" y="16253"/>
                  <a:pt x="16802" y="16295"/>
                  <a:pt x="16677" y="16316"/>
                </a:cubicBezTo>
                <a:cubicBezTo>
                  <a:pt x="16844" y="15688"/>
                  <a:pt x="16865" y="14935"/>
                  <a:pt x="16761" y="14245"/>
                </a:cubicBezTo>
                <a:cubicBezTo>
                  <a:pt x="16886" y="14224"/>
                  <a:pt x="17033" y="14224"/>
                  <a:pt x="17116" y="14203"/>
                </a:cubicBezTo>
                <a:close/>
                <a:moveTo>
                  <a:pt x="23958" y="13910"/>
                </a:moveTo>
                <a:lnTo>
                  <a:pt x="23958" y="13910"/>
                </a:lnTo>
                <a:cubicBezTo>
                  <a:pt x="23896" y="14663"/>
                  <a:pt x="23958" y="15458"/>
                  <a:pt x="24063" y="16211"/>
                </a:cubicBezTo>
                <a:cubicBezTo>
                  <a:pt x="24063" y="16232"/>
                  <a:pt x="24084" y="16253"/>
                  <a:pt x="24084" y="16253"/>
                </a:cubicBezTo>
                <a:cubicBezTo>
                  <a:pt x="23916" y="16337"/>
                  <a:pt x="23791" y="16400"/>
                  <a:pt x="23644" y="16462"/>
                </a:cubicBezTo>
                <a:cubicBezTo>
                  <a:pt x="23770" y="15625"/>
                  <a:pt x="23833" y="14768"/>
                  <a:pt x="23770" y="13931"/>
                </a:cubicBezTo>
                <a:cubicBezTo>
                  <a:pt x="23833" y="13931"/>
                  <a:pt x="23896" y="13931"/>
                  <a:pt x="23958" y="13910"/>
                </a:cubicBezTo>
                <a:close/>
                <a:moveTo>
                  <a:pt x="8789" y="13638"/>
                </a:moveTo>
                <a:cubicBezTo>
                  <a:pt x="8768" y="13993"/>
                  <a:pt x="8768" y="14349"/>
                  <a:pt x="8789" y="14684"/>
                </a:cubicBezTo>
                <a:cubicBezTo>
                  <a:pt x="8747" y="14726"/>
                  <a:pt x="8747" y="14747"/>
                  <a:pt x="8789" y="14768"/>
                </a:cubicBezTo>
                <a:cubicBezTo>
                  <a:pt x="8831" y="15312"/>
                  <a:pt x="8914" y="15897"/>
                  <a:pt x="9082" y="16421"/>
                </a:cubicBezTo>
                <a:cubicBezTo>
                  <a:pt x="8935" y="16504"/>
                  <a:pt x="8789" y="16546"/>
                  <a:pt x="8663" y="16609"/>
                </a:cubicBezTo>
                <a:cubicBezTo>
                  <a:pt x="8621" y="16630"/>
                  <a:pt x="8600" y="16630"/>
                  <a:pt x="8579" y="16651"/>
                </a:cubicBezTo>
                <a:lnTo>
                  <a:pt x="8579" y="13680"/>
                </a:lnTo>
                <a:cubicBezTo>
                  <a:pt x="8663" y="13638"/>
                  <a:pt x="8705" y="13638"/>
                  <a:pt x="8789" y="13638"/>
                </a:cubicBezTo>
                <a:close/>
                <a:moveTo>
                  <a:pt x="20171" y="15939"/>
                </a:moveTo>
                <a:cubicBezTo>
                  <a:pt x="20171" y="15981"/>
                  <a:pt x="20192" y="15981"/>
                  <a:pt x="20192" y="16002"/>
                </a:cubicBezTo>
                <a:cubicBezTo>
                  <a:pt x="20192" y="16023"/>
                  <a:pt x="20192" y="16107"/>
                  <a:pt x="20171" y="16128"/>
                </a:cubicBezTo>
                <a:cubicBezTo>
                  <a:pt x="20067" y="16232"/>
                  <a:pt x="19878" y="16232"/>
                  <a:pt x="19774" y="16253"/>
                </a:cubicBezTo>
                <a:cubicBezTo>
                  <a:pt x="18727" y="16316"/>
                  <a:pt x="17618" y="16609"/>
                  <a:pt x="16656" y="16818"/>
                </a:cubicBezTo>
                <a:cubicBezTo>
                  <a:pt x="15421" y="17069"/>
                  <a:pt x="14145" y="17195"/>
                  <a:pt x="12952" y="17571"/>
                </a:cubicBezTo>
                <a:cubicBezTo>
                  <a:pt x="12911" y="17550"/>
                  <a:pt x="12869" y="17509"/>
                  <a:pt x="12869" y="17467"/>
                </a:cubicBezTo>
                <a:lnTo>
                  <a:pt x="12869" y="17362"/>
                </a:lnTo>
                <a:lnTo>
                  <a:pt x="12890" y="17362"/>
                </a:lnTo>
                <a:cubicBezTo>
                  <a:pt x="14124" y="17174"/>
                  <a:pt x="15317" y="16818"/>
                  <a:pt x="16551" y="16609"/>
                </a:cubicBezTo>
                <a:cubicBezTo>
                  <a:pt x="17765" y="16400"/>
                  <a:pt x="18978" y="16253"/>
                  <a:pt x="20171" y="15939"/>
                </a:cubicBezTo>
                <a:close/>
                <a:moveTo>
                  <a:pt x="19125" y="9997"/>
                </a:moveTo>
                <a:lnTo>
                  <a:pt x="19125" y="9997"/>
                </a:lnTo>
                <a:cubicBezTo>
                  <a:pt x="19774" y="10646"/>
                  <a:pt x="20443" y="11127"/>
                  <a:pt x="21134" y="11608"/>
                </a:cubicBezTo>
                <a:cubicBezTo>
                  <a:pt x="20820" y="12675"/>
                  <a:pt x="20924" y="13847"/>
                  <a:pt x="21280" y="14872"/>
                </a:cubicBezTo>
                <a:cubicBezTo>
                  <a:pt x="21307" y="14939"/>
                  <a:pt x="21368" y="14989"/>
                  <a:pt x="21430" y="14989"/>
                </a:cubicBezTo>
                <a:cubicBezTo>
                  <a:pt x="21465" y="14989"/>
                  <a:pt x="21501" y="14973"/>
                  <a:pt x="21531" y="14935"/>
                </a:cubicBezTo>
                <a:cubicBezTo>
                  <a:pt x="22117" y="14349"/>
                  <a:pt x="22849" y="14035"/>
                  <a:pt x="23624" y="13931"/>
                </a:cubicBezTo>
                <a:lnTo>
                  <a:pt x="23624" y="13931"/>
                </a:lnTo>
                <a:cubicBezTo>
                  <a:pt x="23540" y="14789"/>
                  <a:pt x="23519" y="15667"/>
                  <a:pt x="23519" y="16504"/>
                </a:cubicBezTo>
                <a:cubicBezTo>
                  <a:pt x="22912" y="16776"/>
                  <a:pt x="22284" y="17069"/>
                  <a:pt x="21678" y="17362"/>
                </a:cubicBezTo>
                <a:cubicBezTo>
                  <a:pt x="21678" y="17322"/>
                  <a:pt x="21660" y="17299"/>
                  <a:pt x="21631" y="17299"/>
                </a:cubicBezTo>
                <a:cubicBezTo>
                  <a:pt x="21615" y="17299"/>
                  <a:pt x="21595" y="17305"/>
                  <a:pt x="21573" y="17320"/>
                </a:cubicBezTo>
                <a:cubicBezTo>
                  <a:pt x="21489" y="17425"/>
                  <a:pt x="21468" y="17571"/>
                  <a:pt x="21531" y="17697"/>
                </a:cubicBezTo>
                <a:cubicBezTo>
                  <a:pt x="21531" y="17718"/>
                  <a:pt x="21552" y="17739"/>
                  <a:pt x="21573" y="17781"/>
                </a:cubicBezTo>
                <a:cubicBezTo>
                  <a:pt x="21050" y="17383"/>
                  <a:pt x="20485" y="17027"/>
                  <a:pt x="19899" y="16734"/>
                </a:cubicBezTo>
                <a:cubicBezTo>
                  <a:pt x="20004" y="16588"/>
                  <a:pt x="20108" y="16442"/>
                  <a:pt x="20213" y="16337"/>
                </a:cubicBezTo>
                <a:cubicBezTo>
                  <a:pt x="20213" y="16337"/>
                  <a:pt x="20213" y="16316"/>
                  <a:pt x="20234" y="16316"/>
                </a:cubicBezTo>
                <a:cubicBezTo>
                  <a:pt x="20276" y="16316"/>
                  <a:pt x="20276" y="16274"/>
                  <a:pt x="20276" y="16253"/>
                </a:cubicBezTo>
                <a:lnTo>
                  <a:pt x="20276" y="16232"/>
                </a:lnTo>
                <a:lnTo>
                  <a:pt x="20297" y="16211"/>
                </a:lnTo>
                <a:cubicBezTo>
                  <a:pt x="20380" y="16107"/>
                  <a:pt x="20443" y="15897"/>
                  <a:pt x="20339" y="15793"/>
                </a:cubicBezTo>
                <a:cubicBezTo>
                  <a:pt x="20339" y="15793"/>
                  <a:pt x="20318" y="15751"/>
                  <a:pt x="20297" y="15751"/>
                </a:cubicBezTo>
                <a:cubicBezTo>
                  <a:pt x="20297" y="15709"/>
                  <a:pt x="20276" y="15646"/>
                  <a:pt x="20192" y="15646"/>
                </a:cubicBezTo>
                <a:cubicBezTo>
                  <a:pt x="19690" y="15688"/>
                  <a:pt x="19167" y="15751"/>
                  <a:pt x="18665" y="15835"/>
                </a:cubicBezTo>
                <a:cubicBezTo>
                  <a:pt x="18246" y="15584"/>
                  <a:pt x="17807" y="15374"/>
                  <a:pt x="17367" y="15123"/>
                </a:cubicBezTo>
                <a:cubicBezTo>
                  <a:pt x="17367" y="14789"/>
                  <a:pt x="17367" y="14454"/>
                  <a:pt x="17305" y="14119"/>
                </a:cubicBezTo>
                <a:cubicBezTo>
                  <a:pt x="17447" y="14108"/>
                  <a:pt x="17588" y="14102"/>
                  <a:pt x="17729" y="14102"/>
                </a:cubicBezTo>
                <a:cubicBezTo>
                  <a:pt x="18396" y="14102"/>
                  <a:pt x="19043" y="14234"/>
                  <a:pt x="19648" y="14579"/>
                </a:cubicBezTo>
                <a:cubicBezTo>
                  <a:pt x="19678" y="14597"/>
                  <a:pt x="19704" y="14605"/>
                  <a:pt x="19727" y="14605"/>
                </a:cubicBezTo>
                <a:cubicBezTo>
                  <a:pt x="19787" y="14605"/>
                  <a:pt x="19827" y="14556"/>
                  <a:pt x="19857" y="14496"/>
                </a:cubicBezTo>
                <a:cubicBezTo>
                  <a:pt x="19899" y="14496"/>
                  <a:pt x="19920" y="14475"/>
                  <a:pt x="19920" y="14433"/>
                </a:cubicBezTo>
                <a:cubicBezTo>
                  <a:pt x="19376" y="12989"/>
                  <a:pt x="18623" y="11524"/>
                  <a:pt x="19125" y="9997"/>
                </a:cubicBezTo>
                <a:close/>
                <a:moveTo>
                  <a:pt x="28541" y="14161"/>
                </a:moveTo>
                <a:cubicBezTo>
                  <a:pt x="28541" y="14161"/>
                  <a:pt x="28562" y="14161"/>
                  <a:pt x="28562" y="14203"/>
                </a:cubicBezTo>
                <a:cubicBezTo>
                  <a:pt x="28645" y="14224"/>
                  <a:pt x="27725" y="14851"/>
                  <a:pt x="27641" y="14872"/>
                </a:cubicBezTo>
                <a:cubicBezTo>
                  <a:pt x="27348" y="15040"/>
                  <a:pt x="27034" y="15186"/>
                  <a:pt x="26762" y="15353"/>
                </a:cubicBezTo>
                <a:cubicBezTo>
                  <a:pt x="26239" y="15605"/>
                  <a:pt x="25716" y="15877"/>
                  <a:pt x="25193" y="16149"/>
                </a:cubicBezTo>
                <a:cubicBezTo>
                  <a:pt x="24084" y="16714"/>
                  <a:pt x="22933" y="17195"/>
                  <a:pt x="21845" y="17781"/>
                </a:cubicBezTo>
                <a:cubicBezTo>
                  <a:pt x="21761" y="17697"/>
                  <a:pt x="21740" y="17592"/>
                  <a:pt x="21740" y="17488"/>
                </a:cubicBezTo>
                <a:lnTo>
                  <a:pt x="21740" y="17488"/>
                </a:lnTo>
                <a:cubicBezTo>
                  <a:pt x="21761" y="17509"/>
                  <a:pt x="21761" y="17509"/>
                  <a:pt x="21782" y="17509"/>
                </a:cubicBezTo>
                <a:cubicBezTo>
                  <a:pt x="22891" y="17048"/>
                  <a:pt x="24000" y="16504"/>
                  <a:pt x="25109" y="15939"/>
                </a:cubicBezTo>
                <a:cubicBezTo>
                  <a:pt x="26239" y="15374"/>
                  <a:pt x="27432" y="14872"/>
                  <a:pt x="28541" y="14161"/>
                </a:cubicBezTo>
                <a:close/>
                <a:moveTo>
                  <a:pt x="16635" y="8198"/>
                </a:moveTo>
                <a:cubicBezTo>
                  <a:pt x="16614" y="8804"/>
                  <a:pt x="16635" y="9411"/>
                  <a:pt x="16656" y="9976"/>
                </a:cubicBezTo>
                <a:cubicBezTo>
                  <a:pt x="15903" y="10248"/>
                  <a:pt x="15149" y="10478"/>
                  <a:pt x="14417" y="10792"/>
                </a:cubicBezTo>
                <a:cubicBezTo>
                  <a:pt x="14375" y="10813"/>
                  <a:pt x="14375" y="10855"/>
                  <a:pt x="14375" y="10876"/>
                </a:cubicBezTo>
                <a:cubicBezTo>
                  <a:pt x="14313" y="11022"/>
                  <a:pt x="14333" y="11190"/>
                  <a:pt x="14480" y="11273"/>
                </a:cubicBezTo>
                <a:cubicBezTo>
                  <a:pt x="13789" y="11692"/>
                  <a:pt x="13371" y="12696"/>
                  <a:pt x="13120" y="13470"/>
                </a:cubicBezTo>
                <a:cubicBezTo>
                  <a:pt x="12848" y="14307"/>
                  <a:pt x="12660" y="15312"/>
                  <a:pt x="12848" y="16211"/>
                </a:cubicBezTo>
                <a:cubicBezTo>
                  <a:pt x="12116" y="16734"/>
                  <a:pt x="11509" y="17467"/>
                  <a:pt x="10965" y="18178"/>
                </a:cubicBezTo>
                <a:cubicBezTo>
                  <a:pt x="11007" y="17446"/>
                  <a:pt x="11237" y="16755"/>
                  <a:pt x="11634" y="16128"/>
                </a:cubicBezTo>
                <a:cubicBezTo>
                  <a:pt x="11655" y="16107"/>
                  <a:pt x="11655" y="16086"/>
                  <a:pt x="11655" y="16044"/>
                </a:cubicBezTo>
                <a:cubicBezTo>
                  <a:pt x="11718" y="16023"/>
                  <a:pt x="11739" y="15981"/>
                  <a:pt x="11718" y="15918"/>
                </a:cubicBezTo>
                <a:cubicBezTo>
                  <a:pt x="11802" y="15793"/>
                  <a:pt x="11802" y="15584"/>
                  <a:pt x="11655" y="15500"/>
                </a:cubicBezTo>
                <a:cubicBezTo>
                  <a:pt x="11655" y="15479"/>
                  <a:pt x="11634" y="15479"/>
                  <a:pt x="11592" y="15479"/>
                </a:cubicBezTo>
                <a:cubicBezTo>
                  <a:pt x="10776" y="15625"/>
                  <a:pt x="9960" y="16044"/>
                  <a:pt x="9186" y="16421"/>
                </a:cubicBezTo>
                <a:cubicBezTo>
                  <a:pt x="9123" y="15835"/>
                  <a:pt x="9082" y="15270"/>
                  <a:pt x="9019" y="14663"/>
                </a:cubicBezTo>
                <a:cubicBezTo>
                  <a:pt x="9416" y="14349"/>
                  <a:pt x="9835" y="13993"/>
                  <a:pt x="10149" y="13596"/>
                </a:cubicBezTo>
                <a:cubicBezTo>
                  <a:pt x="10484" y="13596"/>
                  <a:pt x="10797" y="13617"/>
                  <a:pt x="11090" y="13617"/>
                </a:cubicBezTo>
                <a:cubicBezTo>
                  <a:pt x="11174" y="13617"/>
                  <a:pt x="11195" y="13575"/>
                  <a:pt x="11195" y="13512"/>
                </a:cubicBezTo>
                <a:cubicBezTo>
                  <a:pt x="11216" y="13491"/>
                  <a:pt x="11237" y="13470"/>
                  <a:pt x="11216" y="13429"/>
                </a:cubicBezTo>
                <a:cubicBezTo>
                  <a:pt x="11132" y="13219"/>
                  <a:pt x="11028" y="12989"/>
                  <a:pt x="10965" y="12780"/>
                </a:cubicBezTo>
                <a:cubicBezTo>
                  <a:pt x="11906" y="11922"/>
                  <a:pt x="12764" y="10897"/>
                  <a:pt x="13643" y="9955"/>
                </a:cubicBezTo>
                <a:cubicBezTo>
                  <a:pt x="13685" y="9955"/>
                  <a:pt x="13706" y="9934"/>
                  <a:pt x="13727" y="9913"/>
                </a:cubicBezTo>
                <a:cubicBezTo>
                  <a:pt x="13748" y="9913"/>
                  <a:pt x="13810" y="9913"/>
                  <a:pt x="13810" y="9851"/>
                </a:cubicBezTo>
                <a:cubicBezTo>
                  <a:pt x="14271" y="8700"/>
                  <a:pt x="15421" y="8260"/>
                  <a:pt x="16635" y="8198"/>
                </a:cubicBezTo>
                <a:close/>
                <a:moveTo>
                  <a:pt x="11509" y="15625"/>
                </a:moveTo>
                <a:cubicBezTo>
                  <a:pt x="11551" y="15688"/>
                  <a:pt x="11613" y="15793"/>
                  <a:pt x="11551" y="15835"/>
                </a:cubicBezTo>
                <a:cubicBezTo>
                  <a:pt x="9626" y="16546"/>
                  <a:pt x="7659" y="17341"/>
                  <a:pt x="5838" y="18283"/>
                </a:cubicBezTo>
                <a:cubicBezTo>
                  <a:pt x="5797" y="18241"/>
                  <a:pt x="5755" y="18241"/>
                  <a:pt x="5734" y="18241"/>
                </a:cubicBezTo>
                <a:lnTo>
                  <a:pt x="5692" y="18220"/>
                </a:lnTo>
                <a:cubicBezTo>
                  <a:pt x="5671" y="18199"/>
                  <a:pt x="5671" y="18136"/>
                  <a:pt x="5671" y="18115"/>
                </a:cubicBezTo>
                <a:lnTo>
                  <a:pt x="5671" y="18094"/>
                </a:lnTo>
                <a:cubicBezTo>
                  <a:pt x="6717" y="17781"/>
                  <a:pt x="7722" y="17195"/>
                  <a:pt x="8726" y="16776"/>
                </a:cubicBezTo>
                <a:cubicBezTo>
                  <a:pt x="9626" y="16421"/>
                  <a:pt x="10672" y="16128"/>
                  <a:pt x="11509" y="15625"/>
                </a:cubicBezTo>
                <a:close/>
                <a:moveTo>
                  <a:pt x="16635" y="14265"/>
                </a:moveTo>
                <a:lnTo>
                  <a:pt x="16635" y="14265"/>
                </a:lnTo>
                <a:cubicBezTo>
                  <a:pt x="16572" y="14977"/>
                  <a:pt x="16530" y="15688"/>
                  <a:pt x="16530" y="16358"/>
                </a:cubicBezTo>
                <a:cubicBezTo>
                  <a:pt x="15296" y="16630"/>
                  <a:pt x="14041" y="16818"/>
                  <a:pt x="12848" y="17195"/>
                </a:cubicBezTo>
                <a:cubicBezTo>
                  <a:pt x="12806" y="17195"/>
                  <a:pt x="12806" y="17237"/>
                  <a:pt x="12785" y="17237"/>
                </a:cubicBezTo>
                <a:cubicBezTo>
                  <a:pt x="12764" y="17237"/>
                  <a:pt x="12764" y="17237"/>
                  <a:pt x="12743" y="17258"/>
                </a:cubicBezTo>
                <a:lnTo>
                  <a:pt x="12660" y="17341"/>
                </a:lnTo>
                <a:cubicBezTo>
                  <a:pt x="12597" y="17383"/>
                  <a:pt x="12597" y="17488"/>
                  <a:pt x="12639" y="17550"/>
                </a:cubicBezTo>
                <a:lnTo>
                  <a:pt x="12701" y="17697"/>
                </a:lnTo>
                <a:cubicBezTo>
                  <a:pt x="12074" y="18618"/>
                  <a:pt x="11802" y="19768"/>
                  <a:pt x="11697" y="20856"/>
                </a:cubicBezTo>
                <a:cubicBezTo>
                  <a:pt x="11341" y="20208"/>
                  <a:pt x="11007" y="19580"/>
                  <a:pt x="10923" y="18827"/>
                </a:cubicBezTo>
                <a:cubicBezTo>
                  <a:pt x="10902" y="18659"/>
                  <a:pt x="10902" y="18513"/>
                  <a:pt x="10902" y="18346"/>
                </a:cubicBezTo>
                <a:cubicBezTo>
                  <a:pt x="11216" y="17990"/>
                  <a:pt x="11530" y="17613"/>
                  <a:pt x="11844" y="17278"/>
                </a:cubicBezTo>
                <a:cubicBezTo>
                  <a:pt x="12157" y="16944"/>
                  <a:pt x="12534" y="16672"/>
                  <a:pt x="12806" y="16337"/>
                </a:cubicBezTo>
                <a:cubicBezTo>
                  <a:pt x="12828" y="16382"/>
                  <a:pt x="12869" y="16403"/>
                  <a:pt x="12905" y="16403"/>
                </a:cubicBezTo>
                <a:cubicBezTo>
                  <a:pt x="12936" y="16403"/>
                  <a:pt x="12964" y="16387"/>
                  <a:pt x="12973" y="16358"/>
                </a:cubicBezTo>
                <a:cubicBezTo>
                  <a:pt x="13057" y="16358"/>
                  <a:pt x="13078" y="16358"/>
                  <a:pt x="13078" y="16337"/>
                </a:cubicBezTo>
                <a:cubicBezTo>
                  <a:pt x="13685" y="15186"/>
                  <a:pt x="14794" y="14621"/>
                  <a:pt x="16049" y="14370"/>
                </a:cubicBezTo>
                <a:cubicBezTo>
                  <a:pt x="16238" y="14349"/>
                  <a:pt x="16447" y="14307"/>
                  <a:pt x="16635" y="14265"/>
                </a:cubicBezTo>
                <a:close/>
                <a:moveTo>
                  <a:pt x="11237" y="16190"/>
                </a:moveTo>
                <a:lnTo>
                  <a:pt x="11237" y="16190"/>
                </a:lnTo>
                <a:cubicBezTo>
                  <a:pt x="10400" y="17613"/>
                  <a:pt x="10337" y="19915"/>
                  <a:pt x="11697" y="21066"/>
                </a:cubicBezTo>
                <a:cubicBezTo>
                  <a:pt x="11655" y="21233"/>
                  <a:pt x="11655" y="21421"/>
                  <a:pt x="11655" y="21568"/>
                </a:cubicBezTo>
                <a:cubicBezTo>
                  <a:pt x="11072" y="21414"/>
                  <a:pt x="10460" y="21329"/>
                  <a:pt x="9847" y="21329"/>
                </a:cubicBezTo>
                <a:cubicBezTo>
                  <a:pt x="9293" y="21329"/>
                  <a:pt x="8739" y="21398"/>
                  <a:pt x="8203" y="21547"/>
                </a:cubicBezTo>
                <a:cubicBezTo>
                  <a:pt x="7471" y="21756"/>
                  <a:pt x="6466" y="22175"/>
                  <a:pt x="6215" y="22991"/>
                </a:cubicBezTo>
                <a:cubicBezTo>
                  <a:pt x="5880" y="22258"/>
                  <a:pt x="5587" y="21568"/>
                  <a:pt x="5525" y="20731"/>
                </a:cubicBezTo>
                <a:cubicBezTo>
                  <a:pt x="5462" y="19957"/>
                  <a:pt x="5629" y="19224"/>
                  <a:pt x="5797" y="18450"/>
                </a:cubicBezTo>
                <a:cubicBezTo>
                  <a:pt x="7638" y="17697"/>
                  <a:pt x="9416" y="16923"/>
                  <a:pt x="11237" y="16190"/>
                </a:cubicBezTo>
                <a:close/>
                <a:moveTo>
                  <a:pt x="28436" y="14579"/>
                </a:moveTo>
                <a:lnTo>
                  <a:pt x="28436" y="14579"/>
                </a:lnTo>
                <a:cubicBezTo>
                  <a:pt x="27766" y="16755"/>
                  <a:pt x="28122" y="19371"/>
                  <a:pt x="29629" y="21149"/>
                </a:cubicBezTo>
                <a:cubicBezTo>
                  <a:pt x="29541" y="21147"/>
                  <a:pt x="29453" y="21145"/>
                  <a:pt x="29364" y="21145"/>
                </a:cubicBezTo>
                <a:cubicBezTo>
                  <a:pt x="28130" y="21145"/>
                  <a:pt x="26745" y="21413"/>
                  <a:pt x="25632" y="21882"/>
                </a:cubicBezTo>
                <a:cubicBezTo>
                  <a:pt x="24628" y="22300"/>
                  <a:pt x="23770" y="22949"/>
                  <a:pt x="23226" y="23890"/>
                </a:cubicBezTo>
                <a:cubicBezTo>
                  <a:pt x="22577" y="23053"/>
                  <a:pt x="22096" y="22112"/>
                  <a:pt x="21845" y="21107"/>
                </a:cubicBezTo>
                <a:cubicBezTo>
                  <a:pt x="21573" y="20166"/>
                  <a:pt x="21385" y="18869"/>
                  <a:pt x="21887" y="17990"/>
                </a:cubicBezTo>
                <a:cubicBezTo>
                  <a:pt x="21908" y="17990"/>
                  <a:pt x="21908" y="17969"/>
                  <a:pt x="21950" y="17927"/>
                </a:cubicBezTo>
                <a:cubicBezTo>
                  <a:pt x="23352" y="17362"/>
                  <a:pt x="24691" y="16630"/>
                  <a:pt x="26030" y="15897"/>
                </a:cubicBezTo>
                <a:cubicBezTo>
                  <a:pt x="26720" y="15500"/>
                  <a:pt x="27411" y="15081"/>
                  <a:pt x="28122" y="14726"/>
                </a:cubicBezTo>
                <a:cubicBezTo>
                  <a:pt x="28185" y="14663"/>
                  <a:pt x="28331" y="14642"/>
                  <a:pt x="28436" y="14579"/>
                </a:cubicBezTo>
                <a:close/>
                <a:moveTo>
                  <a:pt x="19753" y="16525"/>
                </a:moveTo>
                <a:lnTo>
                  <a:pt x="19753" y="16525"/>
                </a:lnTo>
                <a:cubicBezTo>
                  <a:pt x="19041" y="17446"/>
                  <a:pt x="18978" y="19036"/>
                  <a:pt x="19062" y="20082"/>
                </a:cubicBezTo>
                <a:cubicBezTo>
                  <a:pt x="19146" y="21275"/>
                  <a:pt x="19481" y="22614"/>
                  <a:pt x="20192" y="23639"/>
                </a:cubicBezTo>
                <a:cubicBezTo>
                  <a:pt x="19170" y="23055"/>
                  <a:pt x="17910" y="22773"/>
                  <a:pt x="16713" y="22773"/>
                </a:cubicBezTo>
                <a:cubicBezTo>
                  <a:pt x="16365" y="22773"/>
                  <a:pt x="16023" y="22797"/>
                  <a:pt x="15693" y="22844"/>
                </a:cubicBezTo>
                <a:cubicBezTo>
                  <a:pt x="14626" y="22991"/>
                  <a:pt x="12806" y="23200"/>
                  <a:pt x="12283" y="24309"/>
                </a:cubicBezTo>
                <a:cubicBezTo>
                  <a:pt x="12053" y="23242"/>
                  <a:pt x="11864" y="22196"/>
                  <a:pt x="11948" y="21066"/>
                </a:cubicBezTo>
                <a:cubicBezTo>
                  <a:pt x="12053" y="19873"/>
                  <a:pt x="12492" y="18848"/>
                  <a:pt x="12890" y="17760"/>
                </a:cubicBezTo>
                <a:cubicBezTo>
                  <a:pt x="12911" y="17760"/>
                  <a:pt x="12911" y="17760"/>
                  <a:pt x="12952" y="17718"/>
                </a:cubicBezTo>
                <a:cubicBezTo>
                  <a:pt x="12973" y="17718"/>
                  <a:pt x="12973" y="17697"/>
                  <a:pt x="12973" y="17697"/>
                </a:cubicBezTo>
                <a:cubicBezTo>
                  <a:pt x="14124" y="17550"/>
                  <a:pt x="15254" y="17174"/>
                  <a:pt x="16405" y="17027"/>
                </a:cubicBezTo>
                <a:cubicBezTo>
                  <a:pt x="17472" y="16860"/>
                  <a:pt x="18665" y="16776"/>
                  <a:pt x="19753" y="16525"/>
                </a:cubicBezTo>
                <a:close/>
                <a:moveTo>
                  <a:pt x="8370" y="15102"/>
                </a:moveTo>
                <a:cubicBezTo>
                  <a:pt x="8370" y="15667"/>
                  <a:pt x="8391" y="16211"/>
                  <a:pt x="8475" y="16734"/>
                </a:cubicBezTo>
                <a:lnTo>
                  <a:pt x="8475" y="16755"/>
                </a:lnTo>
                <a:cubicBezTo>
                  <a:pt x="7533" y="17174"/>
                  <a:pt x="6508" y="17488"/>
                  <a:pt x="5629" y="18032"/>
                </a:cubicBezTo>
                <a:lnTo>
                  <a:pt x="5587" y="18074"/>
                </a:lnTo>
                <a:lnTo>
                  <a:pt x="5546" y="18074"/>
                </a:lnTo>
                <a:cubicBezTo>
                  <a:pt x="5420" y="18115"/>
                  <a:pt x="5441" y="18304"/>
                  <a:pt x="5525" y="18387"/>
                </a:cubicBezTo>
                <a:cubicBezTo>
                  <a:pt x="5546" y="18408"/>
                  <a:pt x="5587" y="18450"/>
                  <a:pt x="5650" y="18450"/>
                </a:cubicBezTo>
                <a:cubicBezTo>
                  <a:pt x="5085" y="19580"/>
                  <a:pt x="5085" y="21107"/>
                  <a:pt x="5587" y="22321"/>
                </a:cubicBezTo>
                <a:cubicBezTo>
                  <a:pt x="5127" y="22823"/>
                  <a:pt x="4730" y="23346"/>
                  <a:pt x="4123" y="23744"/>
                </a:cubicBezTo>
                <a:cubicBezTo>
                  <a:pt x="4085" y="23762"/>
                  <a:pt x="4115" y="23831"/>
                  <a:pt x="4166" y="23831"/>
                </a:cubicBezTo>
                <a:cubicBezTo>
                  <a:pt x="4172" y="23831"/>
                  <a:pt x="4179" y="23830"/>
                  <a:pt x="4186" y="23828"/>
                </a:cubicBezTo>
                <a:cubicBezTo>
                  <a:pt x="4750" y="23535"/>
                  <a:pt x="5274" y="23012"/>
                  <a:pt x="5671" y="22488"/>
                </a:cubicBezTo>
                <a:cubicBezTo>
                  <a:pt x="5797" y="22802"/>
                  <a:pt x="5985" y="23095"/>
                  <a:pt x="6194" y="23346"/>
                </a:cubicBezTo>
                <a:cubicBezTo>
                  <a:pt x="6216" y="23368"/>
                  <a:pt x="6240" y="23377"/>
                  <a:pt x="6264" y="23377"/>
                </a:cubicBezTo>
                <a:cubicBezTo>
                  <a:pt x="6332" y="23377"/>
                  <a:pt x="6393" y="23304"/>
                  <a:pt x="6362" y="23242"/>
                </a:cubicBezTo>
                <a:lnTo>
                  <a:pt x="6362" y="23221"/>
                </a:lnTo>
                <a:cubicBezTo>
                  <a:pt x="6634" y="22363"/>
                  <a:pt x="7826" y="21944"/>
                  <a:pt x="8663" y="21777"/>
                </a:cubicBezTo>
                <a:lnTo>
                  <a:pt x="8663" y="21777"/>
                </a:lnTo>
                <a:cubicBezTo>
                  <a:pt x="8621" y="22740"/>
                  <a:pt x="8579" y="23765"/>
                  <a:pt x="8621" y="24727"/>
                </a:cubicBezTo>
                <a:cubicBezTo>
                  <a:pt x="7491" y="24518"/>
                  <a:pt x="6403" y="24309"/>
                  <a:pt x="5274" y="24100"/>
                </a:cubicBezTo>
                <a:cubicBezTo>
                  <a:pt x="3621" y="23786"/>
                  <a:pt x="2009" y="23430"/>
                  <a:pt x="336" y="23221"/>
                </a:cubicBezTo>
                <a:cubicBezTo>
                  <a:pt x="1821" y="21986"/>
                  <a:pt x="3077" y="20480"/>
                  <a:pt x="4416" y="19141"/>
                </a:cubicBezTo>
                <a:cubicBezTo>
                  <a:pt x="5734" y="17802"/>
                  <a:pt x="7115" y="16504"/>
                  <a:pt x="8370" y="15102"/>
                </a:cubicBezTo>
                <a:close/>
                <a:moveTo>
                  <a:pt x="9354" y="21631"/>
                </a:moveTo>
                <a:lnTo>
                  <a:pt x="9354" y="21631"/>
                </a:lnTo>
                <a:cubicBezTo>
                  <a:pt x="9291" y="22635"/>
                  <a:pt x="9354" y="23869"/>
                  <a:pt x="9647" y="24874"/>
                </a:cubicBezTo>
                <a:lnTo>
                  <a:pt x="8789" y="24706"/>
                </a:lnTo>
                <a:cubicBezTo>
                  <a:pt x="8935" y="23744"/>
                  <a:pt x="8872" y="22677"/>
                  <a:pt x="8768" y="21693"/>
                </a:cubicBezTo>
                <a:lnTo>
                  <a:pt x="8789" y="21693"/>
                </a:lnTo>
                <a:cubicBezTo>
                  <a:pt x="8977" y="21672"/>
                  <a:pt x="9186" y="21651"/>
                  <a:pt x="9354" y="21631"/>
                </a:cubicBezTo>
                <a:close/>
                <a:moveTo>
                  <a:pt x="24628" y="22740"/>
                </a:moveTo>
                <a:cubicBezTo>
                  <a:pt x="24607" y="23472"/>
                  <a:pt x="24607" y="24246"/>
                  <a:pt x="24628" y="24999"/>
                </a:cubicBezTo>
                <a:cubicBezTo>
                  <a:pt x="24523" y="25020"/>
                  <a:pt x="24398" y="25083"/>
                  <a:pt x="24293" y="25104"/>
                </a:cubicBezTo>
                <a:cubicBezTo>
                  <a:pt x="24398" y="24476"/>
                  <a:pt x="24272" y="23765"/>
                  <a:pt x="24147" y="23158"/>
                </a:cubicBezTo>
                <a:cubicBezTo>
                  <a:pt x="24293" y="23012"/>
                  <a:pt x="24481" y="22886"/>
                  <a:pt x="24628" y="22740"/>
                </a:cubicBezTo>
                <a:close/>
                <a:moveTo>
                  <a:pt x="231" y="23263"/>
                </a:moveTo>
                <a:cubicBezTo>
                  <a:pt x="1905" y="23702"/>
                  <a:pt x="3641" y="23974"/>
                  <a:pt x="5336" y="24309"/>
                </a:cubicBezTo>
                <a:cubicBezTo>
                  <a:pt x="7094" y="24644"/>
                  <a:pt x="8831" y="24999"/>
                  <a:pt x="10609" y="25334"/>
                </a:cubicBezTo>
                <a:cubicBezTo>
                  <a:pt x="10672" y="25334"/>
                  <a:pt x="10693" y="25334"/>
                  <a:pt x="10714" y="25313"/>
                </a:cubicBezTo>
                <a:cubicBezTo>
                  <a:pt x="10756" y="25334"/>
                  <a:pt x="10797" y="25355"/>
                  <a:pt x="10818" y="25376"/>
                </a:cubicBezTo>
                <a:cubicBezTo>
                  <a:pt x="10881" y="25439"/>
                  <a:pt x="10902" y="25481"/>
                  <a:pt x="10923" y="25564"/>
                </a:cubicBezTo>
                <a:cubicBezTo>
                  <a:pt x="9186" y="25250"/>
                  <a:pt x="7429" y="25020"/>
                  <a:pt x="5671" y="24706"/>
                </a:cubicBezTo>
                <a:cubicBezTo>
                  <a:pt x="3913" y="24413"/>
                  <a:pt x="2177" y="24037"/>
                  <a:pt x="398" y="23765"/>
                </a:cubicBezTo>
                <a:cubicBezTo>
                  <a:pt x="315" y="23723"/>
                  <a:pt x="252" y="23660"/>
                  <a:pt x="210" y="23556"/>
                </a:cubicBezTo>
                <a:cubicBezTo>
                  <a:pt x="189" y="23451"/>
                  <a:pt x="210" y="23346"/>
                  <a:pt x="231" y="23263"/>
                </a:cubicBezTo>
                <a:close/>
                <a:moveTo>
                  <a:pt x="32840" y="23309"/>
                </a:moveTo>
                <a:cubicBezTo>
                  <a:pt x="32928" y="23309"/>
                  <a:pt x="33011" y="23320"/>
                  <a:pt x="33081" y="23346"/>
                </a:cubicBezTo>
                <a:cubicBezTo>
                  <a:pt x="32997" y="23744"/>
                  <a:pt x="33039" y="24288"/>
                  <a:pt x="32872" y="24623"/>
                </a:cubicBezTo>
                <a:cubicBezTo>
                  <a:pt x="32621" y="25229"/>
                  <a:pt x="31909" y="25146"/>
                  <a:pt x="31365" y="25209"/>
                </a:cubicBezTo>
                <a:cubicBezTo>
                  <a:pt x="30445" y="25313"/>
                  <a:pt x="29545" y="25418"/>
                  <a:pt x="28645" y="25522"/>
                </a:cubicBezTo>
                <a:cubicBezTo>
                  <a:pt x="27034" y="25690"/>
                  <a:pt x="25318" y="25753"/>
                  <a:pt x="23749" y="26150"/>
                </a:cubicBezTo>
                <a:lnTo>
                  <a:pt x="23749" y="26108"/>
                </a:lnTo>
                <a:cubicBezTo>
                  <a:pt x="23728" y="25899"/>
                  <a:pt x="23728" y="25732"/>
                  <a:pt x="23728" y="25522"/>
                </a:cubicBezTo>
                <a:cubicBezTo>
                  <a:pt x="25297" y="25209"/>
                  <a:pt x="26804" y="24685"/>
                  <a:pt x="28373" y="24288"/>
                </a:cubicBezTo>
                <a:cubicBezTo>
                  <a:pt x="29126" y="24100"/>
                  <a:pt x="29859" y="23911"/>
                  <a:pt x="30633" y="23765"/>
                </a:cubicBezTo>
                <a:cubicBezTo>
                  <a:pt x="31051" y="23660"/>
                  <a:pt x="31470" y="23576"/>
                  <a:pt x="31888" y="23493"/>
                </a:cubicBezTo>
                <a:cubicBezTo>
                  <a:pt x="32087" y="23460"/>
                  <a:pt x="32507" y="23309"/>
                  <a:pt x="32840" y="23309"/>
                </a:cubicBezTo>
                <a:close/>
                <a:moveTo>
                  <a:pt x="5637" y="26412"/>
                </a:moveTo>
                <a:lnTo>
                  <a:pt x="5637" y="26412"/>
                </a:lnTo>
                <a:cubicBezTo>
                  <a:pt x="5634" y="26412"/>
                  <a:pt x="5629" y="26422"/>
                  <a:pt x="5629" y="26443"/>
                </a:cubicBezTo>
                <a:cubicBezTo>
                  <a:pt x="5640" y="26422"/>
                  <a:pt x="5640" y="26412"/>
                  <a:pt x="5637" y="26412"/>
                </a:cubicBezTo>
                <a:close/>
                <a:moveTo>
                  <a:pt x="9884" y="21620"/>
                </a:moveTo>
                <a:cubicBezTo>
                  <a:pt x="10463" y="21620"/>
                  <a:pt x="11024" y="21701"/>
                  <a:pt x="11613" y="21840"/>
                </a:cubicBezTo>
                <a:lnTo>
                  <a:pt x="11655" y="21840"/>
                </a:lnTo>
                <a:cubicBezTo>
                  <a:pt x="11655" y="22802"/>
                  <a:pt x="11802" y="23786"/>
                  <a:pt x="12157" y="24664"/>
                </a:cubicBezTo>
                <a:cubicBezTo>
                  <a:pt x="12178" y="24698"/>
                  <a:pt x="12207" y="24713"/>
                  <a:pt x="12236" y="24713"/>
                </a:cubicBezTo>
                <a:cubicBezTo>
                  <a:pt x="12298" y="24713"/>
                  <a:pt x="12360" y="24651"/>
                  <a:pt x="12346" y="24581"/>
                </a:cubicBezTo>
                <a:cubicBezTo>
                  <a:pt x="13015" y="23409"/>
                  <a:pt x="14940" y="23158"/>
                  <a:pt x="16217" y="23116"/>
                </a:cubicBezTo>
                <a:lnTo>
                  <a:pt x="16217" y="23116"/>
                </a:lnTo>
                <a:cubicBezTo>
                  <a:pt x="16112" y="24288"/>
                  <a:pt x="16154" y="25501"/>
                  <a:pt x="16238" y="26652"/>
                </a:cubicBezTo>
                <a:lnTo>
                  <a:pt x="16238" y="26673"/>
                </a:lnTo>
                <a:cubicBezTo>
                  <a:pt x="14459" y="26485"/>
                  <a:pt x="12848" y="25962"/>
                  <a:pt x="11111" y="25418"/>
                </a:cubicBezTo>
                <a:lnTo>
                  <a:pt x="11028" y="25250"/>
                </a:lnTo>
                <a:cubicBezTo>
                  <a:pt x="10923" y="25125"/>
                  <a:pt x="10756" y="24999"/>
                  <a:pt x="10588" y="24999"/>
                </a:cubicBezTo>
                <a:cubicBezTo>
                  <a:pt x="10567" y="24999"/>
                  <a:pt x="10546" y="25020"/>
                  <a:pt x="10504" y="25020"/>
                </a:cubicBezTo>
                <a:cubicBezTo>
                  <a:pt x="10274" y="24978"/>
                  <a:pt x="10044" y="24936"/>
                  <a:pt x="9814" y="24895"/>
                </a:cubicBezTo>
                <a:cubicBezTo>
                  <a:pt x="9772" y="24351"/>
                  <a:pt x="9667" y="23786"/>
                  <a:pt x="9626" y="23242"/>
                </a:cubicBezTo>
                <a:cubicBezTo>
                  <a:pt x="9563" y="22698"/>
                  <a:pt x="9563" y="22154"/>
                  <a:pt x="9521" y="21631"/>
                </a:cubicBezTo>
                <a:cubicBezTo>
                  <a:pt x="9643" y="21623"/>
                  <a:pt x="9764" y="21620"/>
                  <a:pt x="9884" y="21620"/>
                </a:cubicBezTo>
                <a:close/>
                <a:moveTo>
                  <a:pt x="19857" y="16881"/>
                </a:moveTo>
                <a:cubicBezTo>
                  <a:pt x="20443" y="17278"/>
                  <a:pt x="21071" y="17613"/>
                  <a:pt x="21678" y="17990"/>
                </a:cubicBezTo>
                <a:cubicBezTo>
                  <a:pt x="21113" y="18743"/>
                  <a:pt x="21343" y="19978"/>
                  <a:pt x="21552" y="20835"/>
                </a:cubicBezTo>
                <a:cubicBezTo>
                  <a:pt x="21845" y="22070"/>
                  <a:pt x="22368" y="23179"/>
                  <a:pt x="23142" y="24204"/>
                </a:cubicBezTo>
                <a:cubicBezTo>
                  <a:pt x="23165" y="24227"/>
                  <a:pt x="23194" y="24236"/>
                  <a:pt x="23222" y="24236"/>
                </a:cubicBezTo>
                <a:cubicBezTo>
                  <a:pt x="23271" y="24236"/>
                  <a:pt x="23317" y="24210"/>
                  <a:pt x="23331" y="24183"/>
                </a:cubicBezTo>
                <a:cubicBezTo>
                  <a:pt x="23519" y="23869"/>
                  <a:pt x="23728" y="23556"/>
                  <a:pt x="23979" y="23325"/>
                </a:cubicBezTo>
                <a:cubicBezTo>
                  <a:pt x="24042" y="23911"/>
                  <a:pt x="24042" y="24539"/>
                  <a:pt x="24168" y="25104"/>
                </a:cubicBezTo>
                <a:cubicBezTo>
                  <a:pt x="24168" y="25125"/>
                  <a:pt x="24188" y="25125"/>
                  <a:pt x="24188" y="25125"/>
                </a:cubicBezTo>
                <a:cubicBezTo>
                  <a:pt x="23979" y="25209"/>
                  <a:pt x="23749" y="25271"/>
                  <a:pt x="23540" y="25355"/>
                </a:cubicBezTo>
                <a:cubicBezTo>
                  <a:pt x="23519" y="25376"/>
                  <a:pt x="23477" y="25376"/>
                  <a:pt x="23477" y="25418"/>
                </a:cubicBezTo>
                <a:cubicBezTo>
                  <a:pt x="23456" y="25439"/>
                  <a:pt x="23435" y="25460"/>
                  <a:pt x="23435" y="25481"/>
                </a:cubicBezTo>
                <a:lnTo>
                  <a:pt x="23414" y="25481"/>
                </a:lnTo>
                <a:cubicBezTo>
                  <a:pt x="23372" y="25522"/>
                  <a:pt x="23372" y="25564"/>
                  <a:pt x="23352" y="25585"/>
                </a:cubicBezTo>
                <a:lnTo>
                  <a:pt x="23310" y="25585"/>
                </a:lnTo>
                <a:cubicBezTo>
                  <a:pt x="21366" y="26226"/>
                  <a:pt x="19460" y="26676"/>
                  <a:pt x="17427" y="26676"/>
                </a:cubicBezTo>
                <a:cubicBezTo>
                  <a:pt x="17338" y="26676"/>
                  <a:pt x="17248" y="26675"/>
                  <a:pt x="17158" y="26673"/>
                </a:cubicBezTo>
                <a:cubicBezTo>
                  <a:pt x="17200" y="25522"/>
                  <a:pt x="17263" y="24288"/>
                  <a:pt x="17074" y="23116"/>
                </a:cubicBezTo>
                <a:lnTo>
                  <a:pt x="17074" y="23116"/>
                </a:lnTo>
                <a:cubicBezTo>
                  <a:pt x="18225" y="23200"/>
                  <a:pt x="19271" y="23556"/>
                  <a:pt x="20380" y="23995"/>
                </a:cubicBezTo>
                <a:cubicBezTo>
                  <a:pt x="20393" y="24007"/>
                  <a:pt x="20407" y="24012"/>
                  <a:pt x="20421" y="24012"/>
                </a:cubicBezTo>
                <a:cubicBezTo>
                  <a:pt x="20455" y="24012"/>
                  <a:pt x="20491" y="23983"/>
                  <a:pt x="20506" y="23953"/>
                </a:cubicBezTo>
                <a:cubicBezTo>
                  <a:pt x="20548" y="23953"/>
                  <a:pt x="20590" y="23869"/>
                  <a:pt x="20548" y="23828"/>
                </a:cubicBezTo>
                <a:cubicBezTo>
                  <a:pt x="19983" y="22614"/>
                  <a:pt x="19481" y="21505"/>
                  <a:pt x="19376" y="20166"/>
                </a:cubicBezTo>
                <a:cubicBezTo>
                  <a:pt x="19292" y="19183"/>
                  <a:pt x="19292" y="17802"/>
                  <a:pt x="19857" y="16881"/>
                </a:cubicBezTo>
                <a:close/>
                <a:moveTo>
                  <a:pt x="16991" y="23116"/>
                </a:moveTo>
                <a:cubicBezTo>
                  <a:pt x="16886" y="24267"/>
                  <a:pt x="16970" y="25522"/>
                  <a:pt x="16991" y="26715"/>
                </a:cubicBezTo>
                <a:cubicBezTo>
                  <a:pt x="16782" y="26715"/>
                  <a:pt x="16614" y="26694"/>
                  <a:pt x="16405" y="26694"/>
                </a:cubicBezTo>
                <a:lnTo>
                  <a:pt x="16405" y="26673"/>
                </a:lnTo>
                <a:cubicBezTo>
                  <a:pt x="16363" y="25481"/>
                  <a:pt x="16405" y="24288"/>
                  <a:pt x="16342" y="23116"/>
                </a:cubicBezTo>
                <a:close/>
                <a:moveTo>
                  <a:pt x="4583" y="24895"/>
                </a:moveTo>
                <a:lnTo>
                  <a:pt x="4583" y="24895"/>
                </a:lnTo>
                <a:cubicBezTo>
                  <a:pt x="4939" y="24978"/>
                  <a:pt x="5336" y="25020"/>
                  <a:pt x="5692" y="25104"/>
                </a:cubicBezTo>
                <a:cubicBezTo>
                  <a:pt x="7450" y="25418"/>
                  <a:pt x="9207" y="25732"/>
                  <a:pt x="10986" y="25920"/>
                </a:cubicBezTo>
                <a:cubicBezTo>
                  <a:pt x="11028" y="25920"/>
                  <a:pt x="11069" y="25878"/>
                  <a:pt x="11090" y="25857"/>
                </a:cubicBezTo>
                <a:cubicBezTo>
                  <a:pt x="11111" y="25836"/>
                  <a:pt x="11132" y="25815"/>
                  <a:pt x="11132" y="25773"/>
                </a:cubicBezTo>
                <a:lnTo>
                  <a:pt x="11132" y="25648"/>
                </a:lnTo>
                <a:cubicBezTo>
                  <a:pt x="12911" y="26610"/>
                  <a:pt x="15108" y="26966"/>
                  <a:pt x="17116" y="27008"/>
                </a:cubicBezTo>
                <a:cubicBezTo>
                  <a:pt x="17297" y="27013"/>
                  <a:pt x="17478" y="27016"/>
                  <a:pt x="17659" y="27016"/>
                </a:cubicBezTo>
                <a:cubicBezTo>
                  <a:pt x="19582" y="27016"/>
                  <a:pt x="21553" y="26706"/>
                  <a:pt x="23331" y="25941"/>
                </a:cubicBezTo>
                <a:cubicBezTo>
                  <a:pt x="23331" y="25983"/>
                  <a:pt x="23331" y="26025"/>
                  <a:pt x="23352" y="26045"/>
                </a:cubicBezTo>
                <a:cubicBezTo>
                  <a:pt x="23352" y="26129"/>
                  <a:pt x="23352" y="26171"/>
                  <a:pt x="23372" y="26255"/>
                </a:cubicBezTo>
                <a:cubicBezTo>
                  <a:pt x="23372" y="26276"/>
                  <a:pt x="23372" y="26276"/>
                  <a:pt x="23414" y="26276"/>
                </a:cubicBezTo>
                <a:cubicBezTo>
                  <a:pt x="23414" y="26297"/>
                  <a:pt x="23414" y="26338"/>
                  <a:pt x="23372" y="26359"/>
                </a:cubicBezTo>
                <a:cubicBezTo>
                  <a:pt x="23352" y="26485"/>
                  <a:pt x="23414" y="26694"/>
                  <a:pt x="23456" y="26882"/>
                </a:cubicBezTo>
                <a:cubicBezTo>
                  <a:pt x="22239" y="27025"/>
                  <a:pt x="21003" y="27072"/>
                  <a:pt x="19763" y="27072"/>
                </a:cubicBezTo>
                <a:cubicBezTo>
                  <a:pt x="18082" y="27072"/>
                  <a:pt x="16393" y="26984"/>
                  <a:pt x="14731" y="26924"/>
                </a:cubicBezTo>
                <a:cubicBezTo>
                  <a:pt x="11718" y="26778"/>
                  <a:pt x="8684" y="26464"/>
                  <a:pt x="5629" y="26443"/>
                </a:cubicBezTo>
                <a:cubicBezTo>
                  <a:pt x="5274" y="25920"/>
                  <a:pt x="4939" y="25397"/>
                  <a:pt x="4583" y="24895"/>
                </a:cubicBezTo>
                <a:close/>
                <a:moveTo>
                  <a:pt x="5650" y="26464"/>
                </a:moveTo>
                <a:cubicBezTo>
                  <a:pt x="8600" y="26882"/>
                  <a:pt x="11634" y="26966"/>
                  <a:pt x="14585" y="27071"/>
                </a:cubicBezTo>
                <a:cubicBezTo>
                  <a:pt x="16293" y="27131"/>
                  <a:pt x="18015" y="27232"/>
                  <a:pt x="19731" y="27232"/>
                </a:cubicBezTo>
                <a:cubicBezTo>
                  <a:pt x="20999" y="27232"/>
                  <a:pt x="22265" y="27177"/>
                  <a:pt x="23519" y="27008"/>
                </a:cubicBezTo>
                <a:lnTo>
                  <a:pt x="23519" y="27029"/>
                </a:lnTo>
                <a:cubicBezTo>
                  <a:pt x="23540" y="27217"/>
                  <a:pt x="23561" y="27426"/>
                  <a:pt x="23582" y="27615"/>
                </a:cubicBezTo>
                <a:cubicBezTo>
                  <a:pt x="21376" y="27727"/>
                  <a:pt x="19171" y="27838"/>
                  <a:pt x="16956" y="27838"/>
                </a:cubicBezTo>
                <a:cubicBezTo>
                  <a:pt x="16271" y="27838"/>
                  <a:pt x="15585" y="27828"/>
                  <a:pt x="14898" y="27803"/>
                </a:cubicBezTo>
                <a:cubicBezTo>
                  <a:pt x="12032" y="27698"/>
                  <a:pt x="9123" y="27447"/>
                  <a:pt x="6257" y="27385"/>
                </a:cubicBezTo>
                <a:cubicBezTo>
                  <a:pt x="6048" y="27092"/>
                  <a:pt x="5859" y="26778"/>
                  <a:pt x="5650" y="26464"/>
                </a:cubicBezTo>
                <a:close/>
                <a:moveTo>
                  <a:pt x="6362" y="27531"/>
                </a:moveTo>
                <a:cubicBezTo>
                  <a:pt x="9207" y="27824"/>
                  <a:pt x="12074" y="27929"/>
                  <a:pt x="14940" y="27970"/>
                </a:cubicBezTo>
                <a:cubicBezTo>
                  <a:pt x="16203" y="27998"/>
                  <a:pt x="17482" y="28030"/>
                  <a:pt x="18765" y="28030"/>
                </a:cubicBezTo>
                <a:cubicBezTo>
                  <a:pt x="20394" y="28030"/>
                  <a:pt x="22029" y="27979"/>
                  <a:pt x="23644" y="27803"/>
                </a:cubicBezTo>
                <a:cubicBezTo>
                  <a:pt x="23665" y="27949"/>
                  <a:pt x="23665" y="28138"/>
                  <a:pt x="23686" y="28284"/>
                </a:cubicBezTo>
                <a:cubicBezTo>
                  <a:pt x="21034" y="28444"/>
                  <a:pt x="18381" y="28641"/>
                  <a:pt x="15710" y="28641"/>
                </a:cubicBezTo>
                <a:cubicBezTo>
                  <a:pt x="15579" y="28641"/>
                  <a:pt x="15448" y="28641"/>
                  <a:pt x="15317" y="28640"/>
                </a:cubicBezTo>
                <a:cubicBezTo>
                  <a:pt x="12492" y="28577"/>
                  <a:pt x="9667" y="28284"/>
                  <a:pt x="6843" y="28284"/>
                </a:cubicBezTo>
                <a:cubicBezTo>
                  <a:pt x="6738" y="28138"/>
                  <a:pt x="6675" y="28012"/>
                  <a:pt x="6592" y="27908"/>
                </a:cubicBezTo>
                <a:cubicBezTo>
                  <a:pt x="6508" y="27761"/>
                  <a:pt x="6424" y="27657"/>
                  <a:pt x="6362" y="27531"/>
                </a:cubicBezTo>
                <a:close/>
                <a:moveTo>
                  <a:pt x="6906" y="28368"/>
                </a:moveTo>
                <a:lnTo>
                  <a:pt x="6906" y="28368"/>
                </a:lnTo>
                <a:cubicBezTo>
                  <a:pt x="9730" y="28661"/>
                  <a:pt x="12597" y="28682"/>
                  <a:pt x="15463" y="28745"/>
                </a:cubicBezTo>
                <a:cubicBezTo>
                  <a:pt x="16353" y="28758"/>
                  <a:pt x="17244" y="28772"/>
                  <a:pt x="18136" y="28772"/>
                </a:cubicBezTo>
                <a:cubicBezTo>
                  <a:pt x="19992" y="28772"/>
                  <a:pt x="21849" y="28713"/>
                  <a:pt x="23686" y="28473"/>
                </a:cubicBezTo>
                <a:cubicBezTo>
                  <a:pt x="23728" y="28682"/>
                  <a:pt x="23749" y="28870"/>
                  <a:pt x="23770" y="29079"/>
                </a:cubicBezTo>
                <a:cubicBezTo>
                  <a:pt x="21429" y="29240"/>
                  <a:pt x="19089" y="29386"/>
                  <a:pt x="16735" y="29386"/>
                </a:cubicBezTo>
                <a:cubicBezTo>
                  <a:pt x="16332" y="29386"/>
                  <a:pt x="15930" y="29381"/>
                  <a:pt x="15526" y="29372"/>
                </a:cubicBezTo>
                <a:cubicBezTo>
                  <a:pt x="14166" y="29330"/>
                  <a:pt x="12806" y="29268"/>
                  <a:pt x="11446" y="29226"/>
                </a:cubicBezTo>
                <a:cubicBezTo>
                  <a:pt x="10296" y="29208"/>
                  <a:pt x="9115" y="29113"/>
                  <a:pt x="7970" y="29113"/>
                </a:cubicBezTo>
                <a:cubicBezTo>
                  <a:pt x="7781" y="29113"/>
                  <a:pt x="7594" y="29115"/>
                  <a:pt x="7408" y="29121"/>
                </a:cubicBezTo>
                <a:cubicBezTo>
                  <a:pt x="7219" y="28870"/>
                  <a:pt x="7052" y="28640"/>
                  <a:pt x="6906" y="28368"/>
                </a:cubicBezTo>
                <a:close/>
                <a:moveTo>
                  <a:pt x="31993" y="25522"/>
                </a:moveTo>
                <a:cubicBezTo>
                  <a:pt x="31951" y="25543"/>
                  <a:pt x="31951" y="25564"/>
                  <a:pt x="31951" y="25627"/>
                </a:cubicBezTo>
                <a:cubicBezTo>
                  <a:pt x="31951" y="26087"/>
                  <a:pt x="31993" y="26569"/>
                  <a:pt x="32014" y="27071"/>
                </a:cubicBezTo>
                <a:cubicBezTo>
                  <a:pt x="32035" y="27343"/>
                  <a:pt x="32244" y="28263"/>
                  <a:pt x="32035" y="28535"/>
                </a:cubicBezTo>
                <a:cubicBezTo>
                  <a:pt x="31909" y="28703"/>
                  <a:pt x="31072" y="28870"/>
                  <a:pt x="30863" y="28954"/>
                </a:cubicBezTo>
                <a:cubicBezTo>
                  <a:pt x="30445" y="29079"/>
                  <a:pt x="30047" y="29226"/>
                  <a:pt x="29650" y="29414"/>
                </a:cubicBezTo>
                <a:cubicBezTo>
                  <a:pt x="29608" y="29435"/>
                  <a:pt x="29587" y="29498"/>
                  <a:pt x="29587" y="29540"/>
                </a:cubicBezTo>
                <a:cubicBezTo>
                  <a:pt x="27745" y="29582"/>
                  <a:pt x="25946" y="29623"/>
                  <a:pt x="24105" y="29728"/>
                </a:cubicBezTo>
                <a:cubicBezTo>
                  <a:pt x="23979" y="28661"/>
                  <a:pt x="23896" y="27489"/>
                  <a:pt x="23624" y="26443"/>
                </a:cubicBezTo>
                <a:lnTo>
                  <a:pt x="23624" y="26443"/>
                </a:lnTo>
                <a:cubicBezTo>
                  <a:pt x="23673" y="26444"/>
                  <a:pt x="23722" y="26444"/>
                  <a:pt x="23771" y="26444"/>
                </a:cubicBezTo>
                <a:cubicBezTo>
                  <a:pt x="24770" y="26444"/>
                  <a:pt x="25786" y="26249"/>
                  <a:pt x="26783" y="26129"/>
                </a:cubicBezTo>
                <a:cubicBezTo>
                  <a:pt x="27850" y="25983"/>
                  <a:pt x="28959" y="25857"/>
                  <a:pt x="30026" y="25732"/>
                </a:cubicBezTo>
                <a:cubicBezTo>
                  <a:pt x="30549" y="25669"/>
                  <a:pt x="31072" y="25606"/>
                  <a:pt x="31595" y="25543"/>
                </a:cubicBezTo>
                <a:cubicBezTo>
                  <a:pt x="31721" y="25522"/>
                  <a:pt x="31847" y="25522"/>
                  <a:pt x="31993" y="25522"/>
                </a:cubicBezTo>
                <a:close/>
                <a:moveTo>
                  <a:pt x="23854" y="29226"/>
                </a:moveTo>
                <a:cubicBezTo>
                  <a:pt x="23875" y="29393"/>
                  <a:pt x="23937" y="29540"/>
                  <a:pt x="24000" y="29707"/>
                </a:cubicBezTo>
                <a:cubicBezTo>
                  <a:pt x="22368" y="29791"/>
                  <a:pt x="20694" y="29895"/>
                  <a:pt x="19041" y="29937"/>
                </a:cubicBezTo>
                <a:cubicBezTo>
                  <a:pt x="17263" y="30021"/>
                  <a:pt x="15505" y="30063"/>
                  <a:pt x="13727" y="30105"/>
                </a:cubicBezTo>
                <a:cubicBezTo>
                  <a:pt x="13621" y="30106"/>
                  <a:pt x="13516" y="30106"/>
                  <a:pt x="13410" y="30106"/>
                </a:cubicBezTo>
                <a:cubicBezTo>
                  <a:pt x="11716" y="30106"/>
                  <a:pt x="10021" y="29957"/>
                  <a:pt x="8307" y="29937"/>
                </a:cubicBezTo>
                <a:cubicBezTo>
                  <a:pt x="8203" y="29958"/>
                  <a:pt x="8203" y="30000"/>
                  <a:pt x="8203" y="30021"/>
                </a:cubicBezTo>
                <a:cubicBezTo>
                  <a:pt x="7952" y="29791"/>
                  <a:pt x="7722" y="29519"/>
                  <a:pt x="7512" y="29226"/>
                </a:cubicBezTo>
                <a:lnTo>
                  <a:pt x="7512" y="29226"/>
                </a:lnTo>
                <a:cubicBezTo>
                  <a:pt x="8810" y="29372"/>
                  <a:pt x="10170" y="29330"/>
                  <a:pt x="11488" y="29393"/>
                </a:cubicBezTo>
                <a:cubicBezTo>
                  <a:pt x="12848" y="29435"/>
                  <a:pt x="14208" y="29477"/>
                  <a:pt x="15568" y="29498"/>
                </a:cubicBezTo>
                <a:cubicBezTo>
                  <a:pt x="16222" y="29508"/>
                  <a:pt x="16879" y="29514"/>
                  <a:pt x="17538" y="29514"/>
                </a:cubicBezTo>
                <a:cubicBezTo>
                  <a:pt x="19643" y="29514"/>
                  <a:pt x="21766" y="29449"/>
                  <a:pt x="23854" y="29226"/>
                </a:cubicBezTo>
                <a:close/>
                <a:moveTo>
                  <a:pt x="29545" y="29791"/>
                </a:moveTo>
                <a:cubicBezTo>
                  <a:pt x="29650" y="30021"/>
                  <a:pt x="29859" y="30356"/>
                  <a:pt x="29880" y="30628"/>
                </a:cubicBezTo>
                <a:cubicBezTo>
                  <a:pt x="30068" y="30858"/>
                  <a:pt x="29963" y="30983"/>
                  <a:pt x="29587" y="31004"/>
                </a:cubicBezTo>
                <a:cubicBezTo>
                  <a:pt x="29503" y="31004"/>
                  <a:pt x="29398" y="31004"/>
                  <a:pt x="29315" y="31046"/>
                </a:cubicBezTo>
                <a:cubicBezTo>
                  <a:pt x="28708" y="31151"/>
                  <a:pt x="28080" y="31109"/>
                  <a:pt x="27494" y="31151"/>
                </a:cubicBezTo>
                <a:cubicBezTo>
                  <a:pt x="26260" y="31193"/>
                  <a:pt x="25025" y="31255"/>
                  <a:pt x="23791" y="31276"/>
                </a:cubicBezTo>
                <a:cubicBezTo>
                  <a:pt x="23142" y="31287"/>
                  <a:pt x="22495" y="31292"/>
                  <a:pt x="21849" y="31292"/>
                </a:cubicBezTo>
                <a:cubicBezTo>
                  <a:pt x="19994" y="31292"/>
                  <a:pt x="18147" y="31249"/>
                  <a:pt x="16300" y="31172"/>
                </a:cubicBezTo>
                <a:cubicBezTo>
                  <a:pt x="15066" y="31109"/>
                  <a:pt x="13831" y="31046"/>
                  <a:pt x="12597" y="30942"/>
                </a:cubicBezTo>
                <a:cubicBezTo>
                  <a:pt x="11446" y="30858"/>
                  <a:pt x="10149" y="30858"/>
                  <a:pt x="9040" y="30523"/>
                </a:cubicBezTo>
                <a:cubicBezTo>
                  <a:pt x="8747" y="30418"/>
                  <a:pt x="8496" y="30272"/>
                  <a:pt x="8266" y="30105"/>
                </a:cubicBezTo>
                <a:lnTo>
                  <a:pt x="8266" y="30105"/>
                </a:lnTo>
                <a:cubicBezTo>
                  <a:pt x="9222" y="30313"/>
                  <a:pt x="10251" y="30356"/>
                  <a:pt x="11276" y="30356"/>
                </a:cubicBezTo>
                <a:cubicBezTo>
                  <a:pt x="11999" y="30356"/>
                  <a:pt x="12720" y="30335"/>
                  <a:pt x="13413" y="30335"/>
                </a:cubicBezTo>
                <a:cubicBezTo>
                  <a:pt x="15212" y="30335"/>
                  <a:pt x="17054" y="30272"/>
                  <a:pt x="18853" y="30209"/>
                </a:cubicBezTo>
                <a:cubicBezTo>
                  <a:pt x="22410" y="30042"/>
                  <a:pt x="25988" y="29833"/>
                  <a:pt x="29545" y="29791"/>
                </a:cubicBezTo>
                <a:close/>
                <a:moveTo>
                  <a:pt x="16583" y="1"/>
                </a:moveTo>
                <a:cubicBezTo>
                  <a:pt x="16548" y="1"/>
                  <a:pt x="16510" y="29"/>
                  <a:pt x="16510" y="79"/>
                </a:cubicBezTo>
                <a:cubicBezTo>
                  <a:pt x="16510" y="1188"/>
                  <a:pt x="16468" y="2339"/>
                  <a:pt x="16530" y="3469"/>
                </a:cubicBezTo>
                <a:cubicBezTo>
                  <a:pt x="15986" y="3699"/>
                  <a:pt x="15421" y="3971"/>
                  <a:pt x="14898" y="4222"/>
                </a:cubicBezTo>
                <a:lnTo>
                  <a:pt x="14877" y="4222"/>
                </a:lnTo>
                <a:cubicBezTo>
                  <a:pt x="14857" y="4222"/>
                  <a:pt x="14836" y="4264"/>
                  <a:pt x="14836" y="4264"/>
                </a:cubicBezTo>
                <a:lnTo>
                  <a:pt x="14773" y="4264"/>
                </a:lnTo>
                <a:cubicBezTo>
                  <a:pt x="14668" y="4306"/>
                  <a:pt x="14626" y="4515"/>
                  <a:pt x="14689" y="4620"/>
                </a:cubicBezTo>
                <a:cubicBezTo>
                  <a:pt x="13413" y="5750"/>
                  <a:pt x="12952" y="8260"/>
                  <a:pt x="13601" y="9767"/>
                </a:cubicBezTo>
                <a:cubicBezTo>
                  <a:pt x="12701" y="10667"/>
                  <a:pt x="11739" y="11587"/>
                  <a:pt x="10965" y="12550"/>
                </a:cubicBezTo>
                <a:cubicBezTo>
                  <a:pt x="10337" y="10792"/>
                  <a:pt x="10149" y="9014"/>
                  <a:pt x="10714" y="7151"/>
                </a:cubicBezTo>
                <a:lnTo>
                  <a:pt x="10714" y="7110"/>
                </a:lnTo>
                <a:cubicBezTo>
                  <a:pt x="10860" y="6942"/>
                  <a:pt x="10923" y="6775"/>
                  <a:pt x="10881" y="6586"/>
                </a:cubicBezTo>
                <a:cubicBezTo>
                  <a:pt x="10871" y="6555"/>
                  <a:pt x="10844" y="6539"/>
                  <a:pt x="10821" y="6539"/>
                </a:cubicBezTo>
                <a:cubicBezTo>
                  <a:pt x="10797" y="6539"/>
                  <a:pt x="10776" y="6555"/>
                  <a:pt x="10776" y="6586"/>
                </a:cubicBezTo>
                <a:lnTo>
                  <a:pt x="10693" y="6586"/>
                </a:lnTo>
                <a:cubicBezTo>
                  <a:pt x="10065" y="6942"/>
                  <a:pt x="9458" y="7340"/>
                  <a:pt x="8872" y="7779"/>
                </a:cubicBezTo>
                <a:cubicBezTo>
                  <a:pt x="8810" y="6314"/>
                  <a:pt x="8600" y="4850"/>
                  <a:pt x="8475" y="3364"/>
                </a:cubicBezTo>
                <a:cubicBezTo>
                  <a:pt x="8475" y="3343"/>
                  <a:pt x="8454" y="3343"/>
                  <a:pt x="8454" y="3322"/>
                </a:cubicBezTo>
                <a:lnTo>
                  <a:pt x="8454" y="3113"/>
                </a:lnTo>
                <a:cubicBezTo>
                  <a:pt x="8454" y="3092"/>
                  <a:pt x="8443" y="3082"/>
                  <a:pt x="8433" y="3082"/>
                </a:cubicBezTo>
                <a:cubicBezTo>
                  <a:pt x="8423" y="3082"/>
                  <a:pt x="8412" y="3092"/>
                  <a:pt x="8412" y="3113"/>
                </a:cubicBezTo>
                <a:lnTo>
                  <a:pt x="8412" y="3322"/>
                </a:lnTo>
                <a:cubicBezTo>
                  <a:pt x="8391" y="3322"/>
                  <a:pt x="8391" y="3343"/>
                  <a:pt x="8391" y="3364"/>
                </a:cubicBezTo>
                <a:cubicBezTo>
                  <a:pt x="8391" y="3469"/>
                  <a:pt x="8412" y="3553"/>
                  <a:pt x="8412" y="3657"/>
                </a:cubicBezTo>
                <a:cubicBezTo>
                  <a:pt x="8373" y="5037"/>
                  <a:pt x="8262" y="6454"/>
                  <a:pt x="8414" y="7822"/>
                </a:cubicBezTo>
                <a:lnTo>
                  <a:pt x="8414" y="7822"/>
                </a:lnTo>
                <a:cubicBezTo>
                  <a:pt x="8495" y="7152"/>
                  <a:pt x="8493" y="6477"/>
                  <a:pt x="8475" y="5770"/>
                </a:cubicBezTo>
                <a:lnTo>
                  <a:pt x="8475" y="5770"/>
                </a:lnTo>
                <a:cubicBezTo>
                  <a:pt x="8517" y="6482"/>
                  <a:pt x="8600" y="7193"/>
                  <a:pt x="8705" y="7884"/>
                </a:cubicBezTo>
                <a:cubicBezTo>
                  <a:pt x="8625" y="7948"/>
                  <a:pt x="8532" y="8012"/>
                  <a:pt x="8446" y="8077"/>
                </a:cubicBezTo>
                <a:lnTo>
                  <a:pt x="8446" y="8077"/>
                </a:lnTo>
                <a:cubicBezTo>
                  <a:pt x="8434" y="7992"/>
                  <a:pt x="8424" y="7907"/>
                  <a:pt x="8414" y="7822"/>
                </a:cubicBezTo>
                <a:lnTo>
                  <a:pt x="8414" y="7822"/>
                </a:lnTo>
                <a:cubicBezTo>
                  <a:pt x="8402" y="7927"/>
                  <a:pt x="8387" y="8031"/>
                  <a:pt x="8370" y="8135"/>
                </a:cubicBezTo>
                <a:cubicBezTo>
                  <a:pt x="8394" y="8115"/>
                  <a:pt x="8420" y="8096"/>
                  <a:pt x="8446" y="8077"/>
                </a:cubicBezTo>
                <a:lnTo>
                  <a:pt x="8446" y="8077"/>
                </a:lnTo>
                <a:cubicBezTo>
                  <a:pt x="8448" y="8096"/>
                  <a:pt x="8451" y="8115"/>
                  <a:pt x="8454" y="8135"/>
                </a:cubicBezTo>
                <a:cubicBezTo>
                  <a:pt x="7994" y="8470"/>
                  <a:pt x="7554" y="8804"/>
                  <a:pt x="7136" y="9139"/>
                </a:cubicBezTo>
                <a:cubicBezTo>
                  <a:pt x="7094" y="9139"/>
                  <a:pt x="7031" y="9202"/>
                  <a:pt x="7010" y="9244"/>
                </a:cubicBezTo>
                <a:cubicBezTo>
                  <a:pt x="6989" y="9327"/>
                  <a:pt x="7010" y="9432"/>
                  <a:pt x="7031" y="9516"/>
                </a:cubicBezTo>
                <a:cubicBezTo>
                  <a:pt x="7031" y="9537"/>
                  <a:pt x="7052" y="9558"/>
                  <a:pt x="7052" y="9599"/>
                </a:cubicBezTo>
                <a:cubicBezTo>
                  <a:pt x="5964" y="11106"/>
                  <a:pt x="5901" y="13177"/>
                  <a:pt x="6592" y="14872"/>
                </a:cubicBezTo>
                <a:cubicBezTo>
                  <a:pt x="6604" y="14921"/>
                  <a:pt x="6651" y="14955"/>
                  <a:pt x="6701" y="14955"/>
                </a:cubicBezTo>
                <a:cubicBezTo>
                  <a:pt x="6737" y="14955"/>
                  <a:pt x="6775" y="14937"/>
                  <a:pt x="6801" y="14893"/>
                </a:cubicBezTo>
                <a:cubicBezTo>
                  <a:pt x="7136" y="14203"/>
                  <a:pt x="7784" y="13826"/>
                  <a:pt x="8517" y="13680"/>
                </a:cubicBezTo>
                <a:lnTo>
                  <a:pt x="8517" y="13680"/>
                </a:lnTo>
                <a:cubicBezTo>
                  <a:pt x="8475" y="14056"/>
                  <a:pt x="8454" y="14454"/>
                  <a:pt x="8454" y="14851"/>
                </a:cubicBezTo>
                <a:cubicBezTo>
                  <a:pt x="8454" y="14851"/>
                  <a:pt x="8412" y="14851"/>
                  <a:pt x="8412" y="14872"/>
                </a:cubicBezTo>
                <a:cubicBezTo>
                  <a:pt x="7010" y="16190"/>
                  <a:pt x="5692" y="17592"/>
                  <a:pt x="4374" y="18952"/>
                </a:cubicBezTo>
                <a:cubicBezTo>
                  <a:pt x="3035" y="20312"/>
                  <a:pt x="1549" y="21589"/>
                  <a:pt x="356" y="23095"/>
                </a:cubicBezTo>
                <a:lnTo>
                  <a:pt x="356" y="23116"/>
                </a:lnTo>
                <a:cubicBezTo>
                  <a:pt x="356" y="23095"/>
                  <a:pt x="336" y="23053"/>
                  <a:pt x="315" y="23053"/>
                </a:cubicBezTo>
                <a:cubicBezTo>
                  <a:pt x="252" y="23053"/>
                  <a:pt x="231" y="23053"/>
                  <a:pt x="210" y="23095"/>
                </a:cubicBezTo>
                <a:cubicBezTo>
                  <a:pt x="189" y="23095"/>
                  <a:pt x="189" y="23095"/>
                  <a:pt x="147" y="23116"/>
                </a:cubicBezTo>
                <a:cubicBezTo>
                  <a:pt x="22" y="23221"/>
                  <a:pt x="1" y="23430"/>
                  <a:pt x="22" y="23576"/>
                </a:cubicBezTo>
                <a:cubicBezTo>
                  <a:pt x="74" y="23733"/>
                  <a:pt x="226" y="23989"/>
                  <a:pt x="408" y="23989"/>
                </a:cubicBezTo>
                <a:cubicBezTo>
                  <a:pt x="446" y="23989"/>
                  <a:pt x="484" y="23978"/>
                  <a:pt x="524" y="23953"/>
                </a:cubicBezTo>
                <a:cubicBezTo>
                  <a:pt x="1821" y="24288"/>
                  <a:pt x="3139" y="24560"/>
                  <a:pt x="4478" y="24790"/>
                </a:cubicBezTo>
                <a:cubicBezTo>
                  <a:pt x="4437" y="24811"/>
                  <a:pt x="4437" y="24832"/>
                  <a:pt x="4478" y="24895"/>
                </a:cubicBezTo>
                <a:cubicBezTo>
                  <a:pt x="4939" y="25878"/>
                  <a:pt x="5566" y="26799"/>
                  <a:pt x="6173" y="27719"/>
                </a:cubicBezTo>
                <a:cubicBezTo>
                  <a:pt x="6696" y="28494"/>
                  <a:pt x="7199" y="29372"/>
                  <a:pt x="7847" y="30042"/>
                </a:cubicBezTo>
                <a:cubicBezTo>
                  <a:pt x="8454" y="30649"/>
                  <a:pt x="9186" y="30879"/>
                  <a:pt x="10023" y="30983"/>
                </a:cubicBezTo>
                <a:cubicBezTo>
                  <a:pt x="11028" y="31109"/>
                  <a:pt x="12074" y="31193"/>
                  <a:pt x="13099" y="31276"/>
                </a:cubicBezTo>
                <a:cubicBezTo>
                  <a:pt x="16027" y="31503"/>
                  <a:pt x="18955" y="31610"/>
                  <a:pt x="21882" y="31610"/>
                </a:cubicBezTo>
                <a:cubicBezTo>
                  <a:pt x="23558" y="31610"/>
                  <a:pt x="25233" y="31575"/>
                  <a:pt x="26909" y="31507"/>
                </a:cubicBezTo>
                <a:cubicBezTo>
                  <a:pt x="27515" y="31486"/>
                  <a:pt x="28143" y="31465"/>
                  <a:pt x="28750" y="31402"/>
                </a:cubicBezTo>
                <a:cubicBezTo>
                  <a:pt x="28805" y="31399"/>
                  <a:pt x="28863" y="31398"/>
                  <a:pt x="28924" y="31398"/>
                </a:cubicBezTo>
                <a:cubicBezTo>
                  <a:pt x="29061" y="31398"/>
                  <a:pt x="29210" y="31403"/>
                  <a:pt x="29361" y="31403"/>
                </a:cubicBezTo>
                <a:cubicBezTo>
                  <a:pt x="29656" y="31403"/>
                  <a:pt x="29956" y="31385"/>
                  <a:pt x="30173" y="31276"/>
                </a:cubicBezTo>
                <a:cubicBezTo>
                  <a:pt x="30842" y="30963"/>
                  <a:pt x="30214" y="30063"/>
                  <a:pt x="29963" y="29582"/>
                </a:cubicBezTo>
                <a:cubicBezTo>
                  <a:pt x="30486" y="29435"/>
                  <a:pt x="31010" y="29268"/>
                  <a:pt x="31512" y="29100"/>
                </a:cubicBezTo>
                <a:cubicBezTo>
                  <a:pt x="31784" y="29017"/>
                  <a:pt x="32307" y="28954"/>
                  <a:pt x="32474" y="28682"/>
                </a:cubicBezTo>
                <a:cubicBezTo>
                  <a:pt x="32663" y="28389"/>
                  <a:pt x="32537" y="27824"/>
                  <a:pt x="32516" y="27510"/>
                </a:cubicBezTo>
                <a:cubicBezTo>
                  <a:pt x="32474" y="26861"/>
                  <a:pt x="32453" y="26192"/>
                  <a:pt x="32411" y="25564"/>
                </a:cubicBezTo>
                <a:cubicBezTo>
                  <a:pt x="32411" y="25522"/>
                  <a:pt x="32370" y="25501"/>
                  <a:pt x="32349" y="25460"/>
                </a:cubicBezTo>
                <a:cubicBezTo>
                  <a:pt x="32537" y="25439"/>
                  <a:pt x="32725" y="25418"/>
                  <a:pt x="32872" y="25334"/>
                </a:cubicBezTo>
                <a:cubicBezTo>
                  <a:pt x="33479" y="25041"/>
                  <a:pt x="33395" y="23932"/>
                  <a:pt x="33458" y="23367"/>
                </a:cubicBezTo>
                <a:cubicBezTo>
                  <a:pt x="33374" y="23367"/>
                  <a:pt x="33374" y="23346"/>
                  <a:pt x="33353" y="23325"/>
                </a:cubicBezTo>
                <a:cubicBezTo>
                  <a:pt x="33374" y="23263"/>
                  <a:pt x="33374" y="23221"/>
                  <a:pt x="33311" y="23158"/>
                </a:cubicBezTo>
                <a:cubicBezTo>
                  <a:pt x="33196" y="23014"/>
                  <a:pt x="33024" y="22964"/>
                  <a:pt x="32830" y="22964"/>
                </a:cubicBezTo>
                <a:cubicBezTo>
                  <a:pt x="32462" y="22964"/>
                  <a:pt x="32016" y="23145"/>
                  <a:pt x="31742" y="23200"/>
                </a:cubicBezTo>
                <a:cubicBezTo>
                  <a:pt x="30842" y="23367"/>
                  <a:pt x="29922" y="23576"/>
                  <a:pt x="29001" y="23828"/>
                </a:cubicBezTo>
                <a:cubicBezTo>
                  <a:pt x="27641" y="24162"/>
                  <a:pt x="26239" y="24476"/>
                  <a:pt x="24900" y="24895"/>
                </a:cubicBezTo>
                <a:cubicBezTo>
                  <a:pt x="24879" y="24141"/>
                  <a:pt x="24837" y="23409"/>
                  <a:pt x="24774" y="22635"/>
                </a:cubicBezTo>
                <a:cubicBezTo>
                  <a:pt x="26133" y="21702"/>
                  <a:pt x="28003" y="21379"/>
                  <a:pt x="29602" y="21379"/>
                </a:cubicBezTo>
                <a:cubicBezTo>
                  <a:pt x="29653" y="21379"/>
                  <a:pt x="29704" y="21379"/>
                  <a:pt x="29754" y="21379"/>
                </a:cubicBezTo>
                <a:cubicBezTo>
                  <a:pt x="29838" y="21379"/>
                  <a:pt x="29859" y="21338"/>
                  <a:pt x="29859" y="21275"/>
                </a:cubicBezTo>
                <a:cubicBezTo>
                  <a:pt x="29901" y="21254"/>
                  <a:pt x="29901" y="21233"/>
                  <a:pt x="29859" y="21212"/>
                </a:cubicBezTo>
                <a:cubicBezTo>
                  <a:pt x="28499" y="19162"/>
                  <a:pt x="27934" y="16797"/>
                  <a:pt x="28708" y="14433"/>
                </a:cubicBezTo>
                <a:cubicBezTo>
                  <a:pt x="28750" y="14370"/>
                  <a:pt x="28708" y="14349"/>
                  <a:pt x="28687" y="14328"/>
                </a:cubicBezTo>
                <a:cubicBezTo>
                  <a:pt x="28708" y="14265"/>
                  <a:pt x="28708" y="14224"/>
                  <a:pt x="28687" y="14140"/>
                </a:cubicBezTo>
                <a:cubicBezTo>
                  <a:pt x="28687" y="14119"/>
                  <a:pt x="28666" y="14119"/>
                  <a:pt x="28645" y="14098"/>
                </a:cubicBezTo>
                <a:lnTo>
                  <a:pt x="28582" y="14098"/>
                </a:lnTo>
                <a:cubicBezTo>
                  <a:pt x="28582" y="14056"/>
                  <a:pt x="28562" y="14035"/>
                  <a:pt x="28499" y="14035"/>
                </a:cubicBezTo>
                <a:cubicBezTo>
                  <a:pt x="27348" y="14537"/>
                  <a:pt x="26260" y="15207"/>
                  <a:pt x="25109" y="15772"/>
                </a:cubicBezTo>
                <a:cubicBezTo>
                  <a:pt x="24795" y="15918"/>
                  <a:pt x="24481" y="16044"/>
                  <a:pt x="24188" y="16211"/>
                </a:cubicBezTo>
                <a:cubicBezTo>
                  <a:pt x="24209" y="15458"/>
                  <a:pt x="24188" y="14663"/>
                  <a:pt x="24063" y="13910"/>
                </a:cubicBezTo>
                <a:cubicBezTo>
                  <a:pt x="24180" y="13901"/>
                  <a:pt x="24298" y="13896"/>
                  <a:pt x="24416" y="13896"/>
                </a:cubicBezTo>
                <a:cubicBezTo>
                  <a:pt x="25119" y="13896"/>
                  <a:pt x="25827" y="14047"/>
                  <a:pt x="26490" y="14245"/>
                </a:cubicBezTo>
                <a:cubicBezTo>
                  <a:pt x="26511" y="14252"/>
                  <a:pt x="26531" y="14256"/>
                  <a:pt x="26549" y="14256"/>
                </a:cubicBezTo>
                <a:cubicBezTo>
                  <a:pt x="26671" y="14256"/>
                  <a:pt x="26712" y="14085"/>
                  <a:pt x="26657" y="13993"/>
                </a:cubicBezTo>
                <a:cubicBezTo>
                  <a:pt x="26093" y="13303"/>
                  <a:pt x="25779" y="12738"/>
                  <a:pt x="25737" y="11859"/>
                </a:cubicBezTo>
                <a:cubicBezTo>
                  <a:pt x="25674" y="11169"/>
                  <a:pt x="25674" y="10436"/>
                  <a:pt x="25674" y="9725"/>
                </a:cubicBezTo>
                <a:cubicBezTo>
                  <a:pt x="25674" y="9704"/>
                  <a:pt x="25653" y="9662"/>
                  <a:pt x="25653" y="9641"/>
                </a:cubicBezTo>
                <a:cubicBezTo>
                  <a:pt x="25821" y="9516"/>
                  <a:pt x="25883" y="9348"/>
                  <a:pt x="25737" y="9139"/>
                </a:cubicBezTo>
                <a:cubicBezTo>
                  <a:pt x="25737" y="9118"/>
                  <a:pt x="25716" y="9097"/>
                  <a:pt x="25653" y="9076"/>
                </a:cubicBezTo>
                <a:lnTo>
                  <a:pt x="25632" y="9076"/>
                </a:lnTo>
                <a:cubicBezTo>
                  <a:pt x="25130" y="9139"/>
                  <a:pt x="24670" y="9244"/>
                  <a:pt x="24188" y="9348"/>
                </a:cubicBezTo>
                <a:cubicBezTo>
                  <a:pt x="24000" y="7842"/>
                  <a:pt x="23958" y="6314"/>
                  <a:pt x="23770" y="4808"/>
                </a:cubicBezTo>
                <a:cubicBezTo>
                  <a:pt x="23770" y="4798"/>
                  <a:pt x="23760" y="4792"/>
                  <a:pt x="23749" y="4792"/>
                </a:cubicBezTo>
                <a:cubicBezTo>
                  <a:pt x="23739" y="4792"/>
                  <a:pt x="23728" y="4798"/>
                  <a:pt x="23728" y="4808"/>
                </a:cubicBezTo>
                <a:cubicBezTo>
                  <a:pt x="23561" y="6356"/>
                  <a:pt x="23477" y="7947"/>
                  <a:pt x="23519" y="9495"/>
                </a:cubicBezTo>
                <a:cubicBezTo>
                  <a:pt x="22933" y="9599"/>
                  <a:pt x="22222" y="9620"/>
                  <a:pt x="21699" y="9913"/>
                </a:cubicBezTo>
                <a:lnTo>
                  <a:pt x="21678" y="9913"/>
                </a:lnTo>
                <a:cubicBezTo>
                  <a:pt x="21447" y="9913"/>
                  <a:pt x="21468" y="10353"/>
                  <a:pt x="21657" y="10436"/>
                </a:cubicBezTo>
                <a:lnTo>
                  <a:pt x="21678" y="10436"/>
                </a:lnTo>
                <a:cubicBezTo>
                  <a:pt x="21678" y="10457"/>
                  <a:pt x="21657" y="10478"/>
                  <a:pt x="21678" y="10478"/>
                </a:cubicBezTo>
                <a:cubicBezTo>
                  <a:pt x="21468" y="10792"/>
                  <a:pt x="21322" y="11106"/>
                  <a:pt x="21217" y="11483"/>
                </a:cubicBezTo>
                <a:cubicBezTo>
                  <a:pt x="20548" y="10980"/>
                  <a:pt x="19878" y="10457"/>
                  <a:pt x="19188" y="9976"/>
                </a:cubicBezTo>
                <a:cubicBezTo>
                  <a:pt x="19251" y="9830"/>
                  <a:pt x="19334" y="9704"/>
                  <a:pt x="19397" y="9537"/>
                </a:cubicBezTo>
                <a:cubicBezTo>
                  <a:pt x="19439" y="9516"/>
                  <a:pt x="19439" y="9495"/>
                  <a:pt x="19397" y="9453"/>
                </a:cubicBezTo>
                <a:cubicBezTo>
                  <a:pt x="19439" y="9411"/>
                  <a:pt x="19460" y="9327"/>
                  <a:pt x="19460" y="9244"/>
                </a:cubicBezTo>
                <a:cubicBezTo>
                  <a:pt x="19460" y="9202"/>
                  <a:pt x="19439" y="9139"/>
                  <a:pt x="19376" y="9139"/>
                </a:cubicBezTo>
                <a:cubicBezTo>
                  <a:pt x="19355" y="9139"/>
                  <a:pt x="19355" y="9139"/>
                  <a:pt x="19334" y="9118"/>
                </a:cubicBezTo>
                <a:cubicBezTo>
                  <a:pt x="19334" y="9102"/>
                  <a:pt x="19310" y="9062"/>
                  <a:pt x="19280" y="9062"/>
                </a:cubicBezTo>
                <a:cubicBezTo>
                  <a:pt x="19271" y="9062"/>
                  <a:pt x="19261" y="9066"/>
                  <a:pt x="19251" y="9076"/>
                </a:cubicBezTo>
                <a:cubicBezTo>
                  <a:pt x="18916" y="9139"/>
                  <a:pt x="18602" y="9244"/>
                  <a:pt x="18288" y="9348"/>
                </a:cubicBezTo>
                <a:cubicBezTo>
                  <a:pt x="17932" y="9118"/>
                  <a:pt x="17598" y="8888"/>
                  <a:pt x="17242" y="8679"/>
                </a:cubicBezTo>
                <a:cubicBezTo>
                  <a:pt x="17200" y="8491"/>
                  <a:pt x="17179" y="8302"/>
                  <a:pt x="17158" y="8156"/>
                </a:cubicBezTo>
                <a:lnTo>
                  <a:pt x="17158" y="8156"/>
                </a:lnTo>
                <a:cubicBezTo>
                  <a:pt x="17807" y="8177"/>
                  <a:pt x="18455" y="8302"/>
                  <a:pt x="19020" y="8491"/>
                </a:cubicBezTo>
                <a:cubicBezTo>
                  <a:pt x="19034" y="8493"/>
                  <a:pt x="19047" y="8495"/>
                  <a:pt x="19058" y="8495"/>
                </a:cubicBezTo>
                <a:cubicBezTo>
                  <a:pt x="19135" y="8495"/>
                  <a:pt x="19167" y="8438"/>
                  <a:pt x="19167" y="8365"/>
                </a:cubicBezTo>
                <a:cubicBezTo>
                  <a:pt x="19230" y="8365"/>
                  <a:pt x="19271" y="8302"/>
                  <a:pt x="19251" y="8281"/>
                </a:cubicBezTo>
                <a:cubicBezTo>
                  <a:pt x="18204" y="6670"/>
                  <a:pt x="17974" y="4703"/>
                  <a:pt x="18706" y="2904"/>
                </a:cubicBezTo>
                <a:cubicBezTo>
                  <a:pt x="18727" y="2841"/>
                  <a:pt x="18706" y="2820"/>
                  <a:pt x="18665" y="2799"/>
                </a:cubicBezTo>
                <a:cubicBezTo>
                  <a:pt x="18644" y="2737"/>
                  <a:pt x="18623" y="2716"/>
                  <a:pt x="18560" y="2695"/>
                </a:cubicBezTo>
                <a:lnTo>
                  <a:pt x="18539" y="2695"/>
                </a:lnTo>
                <a:cubicBezTo>
                  <a:pt x="18525" y="2695"/>
                  <a:pt x="18521" y="2676"/>
                  <a:pt x="18513" y="2676"/>
                </a:cubicBezTo>
                <a:cubicBezTo>
                  <a:pt x="18509" y="2676"/>
                  <a:pt x="18504" y="2681"/>
                  <a:pt x="18497" y="2695"/>
                </a:cubicBezTo>
                <a:lnTo>
                  <a:pt x="17074" y="3239"/>
                </a:lnTo>
                <a:cubicBezTo>
                  <a:pt x="17033" y="2172"/>
                  <a:pt x="16865" y="1084"/>
                  <a:pt x="16635" y="37"/>
                </a:cubicBezTo>
                <a:cubicBezTo>
                  <a:pt x="16627" y="13"/>
                  <a:pt x="16606" y="1"/>
                  <a:pt x="16583"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Title and four columns">
  <p:cSld name="CUSTOM_5">
    <p:spTree>
      <p:nvGrpSpPr>
        <p:cNvPr id="2845" name="Shape 2845"/>
        <p:cNvGrpSpPr/>
        <p:nvPr/>
      </p:nvGrpSpPr>
      <p:grpSpPr>
        <a:xfrm>
          <a:off x="0" y="0"/>
          <a:ext cx="0" cy="0"/>
          <a:chOff x="0" y="0"/>
          <a:chExt cx="0" cy="0"/>
        </a:xfrm>
      </p:grpSpPr>
      <p:pic>
        <p:nvPicPr>
          <p:cNvPr id="2846" name="Google Shape;2846;p24"/>
          <p:cNvPicPr preferRelativeResize="0"/>
          <p:nvPr/>
        </p:nvPicPr>
        <p:blipFill rotWithShape="1">
          <a:blip r:embed="rId2"/>
          <a:srcRect b="15598"/>
          <a:stretch>
            <a:fillRect/>
          </a:stretch>
        </p:blipFill>
        <p:spPr>
          <a:xfrm>
            <a:off x="0" y="0"/>
            <a:ext cx="9144003" cy="5143501"/>
          </a:xfrm>
          <a:prstGeom prst="rect">
            <a:avLst/>
          </a:prstGeom>
          <a:noFill/>
          <a:ln>
            <a:noFill/>
          </a:ln>
        </p:spPr>
      </p:pic>
      <p:sp>
        <p:nvSpPr>
          <p:cNvPr id="2847" name="Google Shape;2847;p24"/>
          <p:cNvSpPr txBox="1"/>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848" name="Google Shape;2848;p24"/>
          <p:cNvSpPr txBox="1"/>
          <p:nvPr>
            <p:ph type="subTitle" idx="1"/>
          </p:nvPr>
        </p:nvSpPr>
        <p:spPr>
          <a:xfrm>
            <a:off x="2026586" y="2004600"/>
            <a:ext cx="1978200" cy="665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p:txBody>
      </p:sp>
      <p:sp>
        <p:nvSpPr>
          <p:cNvPr id="2849" name="Google Shape;2849;p24"/>
          <p:cNvSpPr txBox="1"/>
          <p:nvPr>
            <p:ph type="subTitle" idx="2"/>
          </p:nvPr>
        </p:nvSpPr>
        <p:spPr>
          <a:xfrm>
            <a:off x="5139214" y="2004600"/>
            <a:ext cx="1978200" cy="665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p:txBody>
      </p:sp>
      <p:sp>
        <p:nvSpPr>
          <p:cNvPr id="2850" name="Google Shape;2850;p24"/>
          <p:cNvSpPr txBox="1"/>
          <p:nvPr>
            <p:ph type="subTitle" idx="3"/>
          </p:nvPr>
        </p:nvSpPr>
        <p:spPr>
          <a:xfrm>
            <a:off x="2026586" y="3647475"/>
            <a:ext cx="1978200" cy="665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p:txBody>
      </p:sp>
      <p:sp>
        <p:nvSpPr>
          <p:cNvPr id="2851" name="Google Shape;2851;p24"/>
          <p:cNvSpPr txBox="1"/>
          <p:nvPr>
            <p:ph type="subTitle" idx="4"/>
          </p:nvPr>
        </p:nvSpPr>
        <p:spPr>
          <a:xfrm>
            <a:off x="5139214" y="3647475"/>
            <a:ext cx="1978200" cy="665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p:txBody>
      </p:sp>
      <p:sp>
        <p:nvSpPr>
          <p:cNvPr id="2852" name="Google Shape;2852;p24"/>
          <p:cNvSpPr txBox="1"/>
          <p:nvPr>
            <p:ph type="subTitle" idx="5"/>
          </p:nvPr>
        </p:nvSpPr>
        <p:spPr>
          <a:xfrm>
            <a:off x="2026586" y="1627770"/>
            <a:ext cx="1978200" cy="5055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Font typeface="Bebas Neue" panose="020B0606020202050201"/>
              <a:buNone/>
              <a:defRPr sz="2400">
                <a:solidFill>
                  <a:schemeClr val="dk1"/>
                </a:solidFill>
                <a:latin typeface="Averia Serif Libre" panose="02000603000000000004"/>
                <a:ea typeface="Averia Serif Libre" panose="02000603000000000004"/>
                <a:cs typeface="Averia Serif Libre" panose="02000603000000000004"/>
                <a:sym typeface="Averia Serif Libre" panose="02000603000000000004"/>
              </a:defRPr>
            </a:lvl1pPr>
            <a:lvl2pPr lvl="1"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2pPr>
            <a:lvl3pPr lvl="2"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3pPr>
            <a:lvl4pPr lvl="3"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4pPr>
            <a:lvl5pPr lvl="4"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5pPr>
            <a:lvl6pPr lvl="5"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6pPr>
            <a:lvl7pPr lvl="6"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7pPr>
            <a:lvl8pPr lvl="7"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8pPr>
            <a:lvl9pPr lvl="8"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9pPr>
          </a:lstStyle>
          <a:p/>
        </p:txBody>
      </p:sp>
      <p:sp>
        <p:nvSpPr>
          <p:cNvPr id="2853" name="Google Shape;2853;p24"/>
          <p:cNvSpPr txBox="1"/>
          <p:nvPr>
            <p:ph type="subTitle" idx="6"/>
          </p:nvPr>
        </p:nvSpPr>
        <p:spPr>
          <a:xfrm>
            <a:off x="2026586" y="3270745"/>
            <a:ext cx="1978200" cy="5055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Font typeface="Bebas Neue" panose="020B0606020202050201"/>
              <a:buNone/>
              <a:defRPr sz="2400">
                <a:solidFill>
                  <a:schemeClr val="dk1"/>
                </a:solidFill>
                <a:latin typeface="Averia Serif Libre" panose="02000603000000000004"/>
                <a:ea typeface="Averia Serif Libre" panose="02000603000000000004"/>
                <a:cs typeface="Averia Serif Libre" panose="02000603000000000004"/>
                <a:sym typeface="Averia Serif Libre" panose="02000603000000000004"/>
              </a:defRPr>
            </a:lvl1pPr>
            <a:lvl2pPr lvl="1"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2pPr>
            <a:lvl3pPr lvl="2"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3pPr>
            <a:lvl4pPr lvl="3"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4pPr>
            <a:lvl5pPr lvl="4"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5pPr>
            <a:lvl6pPr lvl="5"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6pPr>
            <a:lvl7pPr lvl="6"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7pPr>
            <a:lvl8pPr lvl="7"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8pPr>
            <a:lvl9pPr lvl="8"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9pPr>
          </a:lstStyle>
          <a:p/>
        </p:txBody>
      </p:sp>
      <p:sp>
        <p:nvSpPr>
          <p:cNvPr id="2854" name="Google Shape;2854;p24"/>
          <p:cNvSpPr txBox="1"/>
          <p:nvPr>
            <p:ph type="subTitle" idx="7"/>
          </p:nvPr>
        </p:nvSpPr>
        <p:spPr>
          <a:xfrm>
            <a:off x="5139211" y="1627770"/>
            <a:ext cx="1978200" cy="5055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Font typeface="Bebas Neue" panose="020B0606020202050201"/>
              <a:buNone/>
              <a:defRPr sz="2400">
                <a:solidFill>
                  <a:schemeClr val="dk1"/>
                </a:solidFill>
                <a:latin typeface="Averia Serif Libre" panose="02000603000000000004"/>
                <a:ea typeface="Averia Serif Libre" panose="02000603000000000004"/>
                <a:cs typeface="Averia Serif Libre" panose="02000603000000000004"/>
                <a:sym typeface="Averia Serif Libre" panose="02000603000000000004"/>
              </a:defRPr>
            </a:lvl1pPr>
            <a:lvl2pPr lvl="1"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2pPr>
            <a:lvl3pPr lvl="2"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3pPr>
            <a:lvl4pPr lvl="3"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4pPr>
            <a:lvl5pPr lvl="4"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5pPr>
            <a:lvl6pPr lvl="5"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6pPr>
            <a:lvl7pPr lvl="6"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7pPr>
            <a:lvl8pPr lvl="7"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8pPr>
            <a:lvl9pPr lvl="8"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9pPr>
          </a:lstStyle>
          <a:p/>
        </p:txBody>
      </p:sp>
      <p:sp>
        <p:nvSpPr>
          <p:cNvPr id="2855" name="Google Shape;2855;p24"/>
          <p:cNvSpPr txBox="1"/>
          <p:nvPr>
            <p:ph type="subTitle" idx="8"/>
          </p:nvPr>
        </p:nvSpPr>
        <p:spPr>
          <a:xfrm>
            <a:off x="5139211" y="3270745"/>
            <a:ext cx="1978200" cy="5055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Font typeface="Bebas Neue" panose="020B0606020202050201"/>
              <a:buNone/>
              <a:defRPr sz="2400">
                <a:solidFill>
                  <a:schemeClr val="dk1"/>
                </a:solidFill>
                <a:latin typeface="Averia Serif Libre" panose="02000603000000000004"/>
                <a:ea typeface="Averia Serif Libre" panose="02000603000000000004"/>
                <a:cs typeface="Averia Serif Libre" panose="02000603000000000004"/>
                <a:sym typeface="Averia Serif Libre" panose="02000603000000000004"/>
              </a:defRPr>
            </a:lvl1pPr>
            <a:lvl2pPr lvl="1"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2pPr>
            <a:lvl3pPr lvl="2"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3pPr>
            <a:lvl4pPr lvl="3"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4pPr>
            <a:lvl5pPr lvl="4"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5pPr>
            <a:lvl6pPr lvl="5"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6pPr>
            <a:lvl7pPr lvl="6"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7pPr>
            <a:lvl8pPr lvl="7"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8pPr>
            <a:lvl9pPr lvl="8"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9pPr>
          </a:lstStyle>
          <a:p/>
        </p:txBody>
      </p:sp>
      <p:grpSp>
        <p:nvGrpSpPr>
          <p:cNvPr id="2856" name="Google Shape;2856;p24"/>
          <p:cNvGrpSpPr/>
          <p:nvPr/>
        </p:nvGrpSpPr>
        <p:grpSpPr>
          <a:xfrm flipH="1">
            <a:off x="-474357" y="3638280"/>
            <a:ext cx="3504111" cy="1776821"/>
            <a:chOff x="2635885" y="3562475"/>
            <a:chExt cx="3946515" cy="2001150"/>
          </a:xfrm>
        </p:grpSpPr>
        <p:sp>
          <p:nvSpPr>
            <p:cNvPr id="2857" name="Google Shape;2857;p24"/>
            <p:cNvSpPr/>
            <p:nvPr/>
          </p:nvSpPr>
          <p:spPr>
            <a:xfrm>
              <a:off x="4471325" y="3738200"/>
              <a:ext cx="401525" cy="114200"/>
            </a:xfrm>
            <a:custGeom>
              <a:avLst/>
              <a:gdLst/>
              <a:ahLst/>
              <a:cxnLst/>
              <a:rect l="l" t="t" r="r" b="b"/>
              <a:pathLst>
                <a:path w="16061" h="4568" extrusionOk="0">
                  <a:moveTo>
                    <a:pt x="4527" y="1"/>
                  </a:moveTo>
                  <a:cubicBezTo>
                    <a:pt x="4522" y="1"/>
                    <a:pt x="4519" y="8"/>
                    <a:pt x="4519" y="31"/>
                  </a:cubicBezTo>
                  <a:lnTo>
                    <a:pt x="4318" y="297"/>
                  </a:lnTo>
                  <a:cubicBezTo>
                    <a:pt x="4185" y="464"/>
                    <a:pt x="4085" y="631"/>
                    <a:pt x="3985" y="798"/>
                  </a:cubicBezTo>
                  <a:cubicBezTo>
                    <a:pt x="3685" y="1231"/>
                    <a:pt x="3351" y="1632"/>
                    <a:pt x="3051" y="2032"/>
                  </a:cubicBezTo>
                  <a:cubicBezTo>
                    <a:pt x="2484" y="2733"/>
                    <a:pt x="1750" y="3200"/>
                    <a:pt x="1216" y="3266"/>
                  </a:cubicBezTo>
                  <a:lnTo>
                    <a:pt x="849" y="3266"/>
                  </a:lnTo>
                  <a:cubicBezTo>
                    <a:pt x="716" y="3266"/>
                    <a:pt x="649" y="3233"/>
                    <a:pt x="549" y="3233"/>
                  </a:cubicBezTo>
                  <a:cubicBezTo>
                    <a:pt x="416" y="3200"/>
                    <a:pt x="349" y="3133"/>
                    <a:pt x="349" y="3133"/>
                  </a:cubicBezTo>
                  <a:cubicBezTo>
                    <a:pt x="334" y="3127"/>
                    <a:pt x="319" y="3124"/>
                    <a:pt x="303" y="3124"/>
                  </a:cubicBezTo>
                  <a:cubicBezTo>
                    <a:pt x="149" y="3124"/>
                    <a:pt x="0" y="3406"/>
                    <a:pt x="182" y="3466"/>
                  </a:cubicBezTo>
                  <a:lnTo>
                    <a:pt x="416" y="3600"/>
                  </a:lnTo>
                  <a:cubicBezTo>
                    <a:pt x="516" y="3633"/>
                    <a:pt x="649" y="3633"/>
                    <a:pt x="749" y="3700"/>
                  </a:cubicBezTo>
                  <a:lnTo>
                    <a:pt x="1216" y="3700"/>
                  </a:lnTo>
                  <a:cubicBezTo>
                    <a:pt x="1550" y="3633"/>
                    <a:pt x="1983" y="3533"/>
                    <a:pt x="2350" y="3266"/>
                  </a:cubicBezTo>
                  <a:cubicBezTo>
                    <a:pt x="2717" y="3066"/>
                    <a:pt x="3118" y="2733"/>
                    <a:pt x="3451" y="2366"/>
                  </a:cubicBezTo>
                  <a:cubicBezTo>
                    <a:pt x="3751" y="1965"/>
                    <a:pt x="4085" y="1565"/>
                    <a:pt x="4419" y="1131"/>
                  </a:cubicBezTo>
                  <a:lnTo>
                    <a:pt x="4552" y="965"/>
                  </a:lnTo>
                  <a:lnTo>
                    <a:pt x="4552" y="1031"/>
                  </a:lnTo>
                  <a:lnTo>
                    <a:pt x="4685" y="1131"/>
                  </a:lnTo>
                  <a:lnTo>
                    <a:pt x="4986" y="1432"/>
                  </a:lnTo>
                  <a:cubicBezTo>
                    <a:pt x="5386" y="1865"/>
                    <a:pt x="5853" y="2232"/>
                    <a:pt x="6353" y="2466"/>
                  </a:cubicBezTo>
                  <a:cubicBezTo>
                    <a:pt x="6854" y="2733"/>
                    <a:pt x="7454" y="2899"/>
                    <a:pt x="7988" y="2899"/>
                  </a:cubicBezTo>
                  <a:cubicBezTo>
                    <a:pt x="8521" y="2899"/>
                    <a:pt x="9122" y="2766"/>
                    <a:pt x="9589" y="2566"/>
                  </a:cubicBezTo>
                  <a:cubicBezTo>
                    <a:pt x="10156" y="2366"/>
                    <a:pt x="10656" y="2099"/>
                    <a:pt x="11123" y="1799"/>
                  </a:cubicBezTo>
                  <a:cubicBezTo>
                    <a:pt x="11223" y="1732"/>
                    <a:pt x="11357" y="1698"/>
                    <a:pt x="11490" y="1598"/>
                  </a:cubicBezTo>
                  <a:lnTo>
                    <a:pt x="11557" y="1565"/>
                  </a:lnTo>
                  <a:lnTo>
                    <a:pt x="11624" y="1565"/>
                  </a:lnTo>
                  <a:cubicBezTo>
                    <a:pt x="11629" y="1565"/>
                    <a:pt x="11633" y="1564"/>
                    <a:pt x="11636" y="1564"/>
                  </a:cubicBezTo>
                  <a:cubicBezTo>
                    <a:pt x="11651" y="1564"/>
                    <a:pt x="11646" y="1587"/>
                    <a:pt x="11757" y="1865"/>
                  </a:cubicBezTo>
                  <a:cubicBezTo>
                    <a:pt x="12024" y="2366"/>
                    <a:pt x="12324" y="2799"/>
                    <a:pt x="12591" y="3233"/>
                  </a:cubicBezTo>
                  <a:cubicBezTo>
                    <a:pt x="12925" y="3633"/>
                    <a:pt x="13292" y="3967"/>
                    <a:pt x="13692" y="4234"/>
                  </a:cubicBezTo>
                  <a:cubicBezTo>
                    <a:pt x="14125" y="4467"/>
                    <a:pt x="14526" y="4567"/>
                    <a:pt x="14859" y="4567"/>
                  </a:cubicBezTo>
                  <a:cubicBezTo>
                    <a:pt x="15226" y="4567"/>
                    <a:pt x="15493" y="4534"/>
                    <a:pt x="15660" y="4467"/>
                  </a:cubicBezTo>
                  <a:cubicBezTo>
                    <a:pt x="15827" y="4434"/>
                    <a:pt x="15893" y="4400"/>
                    <a:pt x="15893" y="4400"/>
                  </a:cubicBezTo>
                  <a:cubicBezTo>
                    <a:pt x="16060" y="4300"/>
                    <a:pt x="15960" y="4033"/>
                    <a:pt x="15727" y="3967"/>
                  </a:cubicBezTo>
                  <a:cubicBezTo>
                    <a:pt x="15727" y="3967"/>
                    <a:pt x="15660" y="4033"/>
                    <a:pt x="15493" y="4067"/>
                  </a:cubicBezTo>
                  <a:cubicBezTo>
                    <a:pt x="15326" y="4067"/>
                    <a:pt x="15093" y="4100"/>
                    <a:pt x="14826" y="4100"/>
                  </a:cubicBezTo>
                  <a:cubicBezTo>
                    <a:pt x="14526" y="4067"/>
                    <a:pt x="14226" y="3967"/>
                    <a:pt x="13892" y="3767"/>
                  </a:cubicBezTo>
                  <a:cubicBezTo>
                    <a:pt x="13558" y="3566"/>
                    <a:pt x="13258" y="3233"/>
                    <a:pt x="13025" y="2866"/>
                  </a:cubicBezTo>
                  <a:cubicBezTo>
                    <a:pt x="12758" y="2432"/>
                    <a:pt x="12524" y="1965"/>
                    <a:pt x="12324" y="1532"/>
                  </a:cubicBezTo>
                  <a:cubicBezTo>
                    <a:pt x="12224" y="1398"/>
                    <a:pt x="12191" y="1231"/>
                    <a:pt x="12091" y="1065"/>
                  </a:cubicBezTo>
                  <a:lnTo>
                    <a:pt x="11924" y="731"/>
                  </a:lnTo>
                  <a:lnTo>
                    <a:pt x="11891" y="631"/>
                  </a:lnTo>
                  <a:lnTo>
                    <a:pt x="11891" y="598"/>
                  </a:lnTo>
                  <a:cubicBezTo>
                    <a:pt x="11891" y="587"/>
                    <a:pt x="11887" y="583"/>
                    <a:pt x="11882" y="583"/>
                  </a:cubicBezTo>
                  <a:cubicBezTo>
                    <a:pt x="11872" y="583"/>
                    <a:pt x="11857" y="598"/>
                    <a:pt x="11857" y="598"/>
                  </a:cubicBezTo>
                  <a:lnTo>
                    <a:pt x="11690" y="698"/>
                  </a:lnTo>
                  <a:lnTo>
                    <a:pt x="11090" y="1031"/>
                  </a:lnTo>
                  <a:cubicBezTo>
                    <a:pt x="11023" y="1098"/>
                    <a:pt x="10890" y="1131"/>
                    <a:pt x="10756" y="1231"/>
                  </a:cubicBezTo>
                  <a:cubicBezTo>
                    <a:pt x="9856" y="1732"/>
                    <a:pt x="8855" y="2132"/>
                    <a:pt x="8021" y="2132"/>
                  </a:cubicBezTo>
                  <a:cubicBezTo>
                    <a:pt x="7187" y="2132"/>
                    <a:pt x="6220" y="1698"/>
                    <a:pt x="5486" y="931"/>
                  </a:cubicBezTo>
                  <a:cubicBezTo>
                    <a:pt x="5386" y="865"/>
                    <a:pt x="5252" y="764"/>
                    <a:pt x="5186" y="698"/>
                  </a:cubicBezTo>
                  <a:lnTo>
                    <a:pt x="4752" y="231"/>
                  </a:lnTo>
                  <a:lnTo>
                    <a:pt x="4652" y="97"/>
                  </a:lnTo>
                  <a:lnTo>
                    <a:pt x="4552" y="31"/>
                  </a:lnTo>
                  <a:cubicBezTo>
                    <a:pt x="4552" y="31"/>
                    <a:pt x="4537" y="1"/>
                    <a:pt x="4527"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58" name="Google Shape;2858;p24"/>
            <p:cNvSpPr/>
            <p:nvPr/>
          </p:nvSpPr>
          <p:spPr>
            <a:xfrm>
              <a:off x="2635885" y="5238605"/>
              <a:ext cx="532400" cy="107675"/>
            </a:xfrm>
            <a:custGeom>
              <a:avLst/>
              <a:gdLst/>
              <a:ahLst/>
              <a:cxnLst/>
              <a:rect l="l" t="t" r="r" b="b"/>
              <a:pathLst>
                <a:path w="21296" h="4307" extrusionOk="0">
                  <a:moveTo>
                    <a:pt x="13664" y="1"/>
                  </a:moveTo>
                  <a:cubicBezTo>
                    <a:pt x="13660" y="1"/>
                    <a:pt x="13656" y="9"/>
                    <a:pt x="13656" y="29"/>
                  </a:cubicBezTo>
                  <a:lnTo>
                    <a:pt x="13623" y="63"/>
                  </a:lnTo>
                  <a:lnTo>
                    <a:pt x="13523" y="129"/>
                  </a:lnTo>
                  <a:lnTo>
                    <a:pt x="13356" y="296"/>
                  </a:lnTo>
                  <a:lnTo>
                    <a:pt x="13089" y="596"/>
                  </a:lnTo>
                  <a:cubicBezTo>
                    <a:pt x="12956" y="730"/>
                    <a:pt x="12822" y="796"/>
                    <a:pt x="12689" y="897"/>
                  </a:cubicBezTo>
                  <a:cubicBezTo>
                    <a:pt x="12589" y="1030"/>
                    <a:pt x="12456" y="1097"/>
                    <a:pt x="12322" y="1197"/>
                  </a:cubicBezTo>
                  <a:lnTo>
                    <a:pt x="11955" y="1430"/>
                  </a:lnTo>
                  <a:cubicBezTo>
                    <a:pt x="11455" y="1764"/>
                    <a:pt x="10854" y="1931"/>
                    <a:pt x="10321" y="2064"/>
                  </a:cubicBezTo>
                  <a:cubicBezTo>
                    <a:pt x="9912" y="2153"/>
                    <a:pt x="9465" y="2204"/>
                    <a:pt x="9003" y="2204"/>
                  </a:cubicBezTo>
                  <a:cubicBezTo>
                    <a:pt x="8257" y="2204"/>
                    <a:pt x="7472" y="2073"/>
                    <a:pt x="6751" y="1764"/>
                  </a:cubicBezTo>
                  <a:cubicBezTo>
                    <a:pt x="6451" y="1697"/>
                    <a:pt x="6184" y="1530"/>
                    <a:pt x="5918" y="1364"/>
                  </a:cubicBezTo>
                  <a:lnTo>
                    <a:pt x="5517" y="1097"/>
                  </a:lnTo>
                  <a:lnTo>
                    <a:pt x="5350" y="930"/>
                  </a:lnTo>
                  <a:lnTo>
                    <a:pt x="5017" y="630"/>
                  </a:lnTo>
                  <a:cubicBezTo>
                    <a:pt x="4917" y="563"/>
                    <a:pt x="4817" y="430"/>
                    <a:pt x="4683" y="363"/>
                  </a:cubicBezTo>
                  <a:lnTo>
                    <a:pt x="4483" y="763"/>
                  </a:lnTo>
                  <a:cubicBezTo>
                    <a:pt x="4416" y="963"/>
                    <a:pt x="4283" y="1130"/>
                    <a:pt x="4183" y="1364"/>
                  </a:cubicBezTo>
                  <a:lnTo>
                    <a:pt x="3949" y="1730"/>
                  </a:lnTo>
                  <a:cubicBezTo>
                    <a:pt x="3849" y="1797"/>
                    <a:pt x="3783" y="1964"/>
                    <a:pt x="3683" y="2064"/>
                  </a:cubicBezTo>
                  <a:cubicBezTo>
                    <a:pt x="2982" y="2931"/>
                    <a:pt x="2015" y="3398"/>
                    <a:pt x="1348" y="3632"/>
                  </a:cubicBezTo>
                  <a:cubicBezTo>
                    <a:pt x="1181" y="3732"/>
                    <a:pt x="1014" y="3765"/>
                    <a:pt x="914" y="3799"/>
                  </a:cubicBezTo>
                  <a:cubicBezTo>
                    <a:pt x="747" y="3865"/>
                    <a:pt x="614" y="3865"/>
                    <a:pt x="514" y="3899"/>
                  </a:cubicBezTo>
                  <a:cubicBezTo>
                    <a:pt x="347" y="3899"/>
                    <a:pt x="247" y="3932"/>
                    <a:pt x="247" y="3932"/>
                  </a:cubicBezTo>
                  <a:cubicBezTo>
                    <a:pt x="0" y="3963"/>
                    <a:pt x="10" y="4306"/>
                    <a:pt x="223" y="4306"/>
                  </a:cubicBezTo>
                  <a:cubicBezTo>
                    <a:pt x="241" y="4306"/>
                    <a:pt x="260" y="4304"/>
                    <a:pt x="280" y="4299"/>
                  </a:cubicBezTo>
                  <a:cubicBezTo>
                    <a:pt x="280" y="4299"/>
                    <a:pt x="414" y="4299"/>
                    <a:pt x="614" y="4266"/>
                  </a:cubicBezTo>
                  <a:cubicBezTo>
                    <a:pt x="680" y="4232"/>
                    <a:pt x="814" y="4232"/>
                    <a:pt x="981" y="4199"/>
                  </a:cubicBezTo>
                  <a:cubicBezTo>
                    <a:pt x="1114" y="4132"/>
                    <a:pt x="1281" y="4099"/>
                    <a:pt x="1481" y="4065"/>
                  </a:cubicBezTo>
                  <a:cubicBezTo>
                    <a:pt x="2182" y="3799"/>
                    <a:pt x="3282" y="3365"/>
                    <a:pt x="4116" y="2398"/>
                  </a:cubicBezTo>
                  <a:cubicBezTo>
                    <a:pt x="4250" y="2264"/>
                    <a:pt x="4316" y="2131"/>
                    <a:pt x="4416" y="2031"/>
                  </a:cubicBezTo>
                  <a:cubicBezTo>
                    <a:pt x="4483" y="1897"/>
                    <a:pt x="4617" y="1730"/>
                    <a:pt x="4683" y="1597"/>
                  </a:cubicBezTo>
                  <a:lnTo>
                    <a:pt x="4817" y="1397"/>
                  </a:lnTo>
                  <a:lnTo>
                    <a:pt x="4850" y="1364"/>
                  </a:lnTo>
                  <a:lnTo>
                    <a:pt x="4917" y="1297"/>
                  </a:lnTo>
                  <a:lnTo>
                    <a:pt x="4950" y="1364"/>
                  </a:lnTo>
                  <a:lnTo>
                    <a:pt x="4984" y="1397"/>
                  </a:lnTo>
                  <a:cubicBezTo>
                    <a:pt x="5084" y="1430"/>
                    <a:pt x="5117" y="1530"/>
                    <a:pt x="5184" y="1564"/>
                  </a:cubicBezTo>
                  <a:lnTo>
                    <a:pt x="5617" y="1864"/>
                  </a:lnTo>
                  <a:cubicBezTo>
                    <a:pt x="5918" y="2031"/>
                    <a:pt x="6184" y="2231"/>
                    <a:pt x="6518" y="2364"/>
                  </a:cubicBezTo>
                  <a:cubicBezTo>
                    <a:pt x="7371" y="2748"/>
                    <a:pt x="8278" y="2914"/>
                    <a:pt x="9135" y="2914"/>
                  </a:cubicBezTo>
                  <a:cubicBezTo>
                    <a:pt x="9619" y="2914"/>
                    <a:pt x="10087" y="2861"/>
                    <a:pt x="10521" y="2765"/>
                  </a:cubicBezTo>
                  <a:cubicBezTo>
                    <a:pt x="11121" y="2598"/>
                    <a:pt x="11788" y="2398"/>
                    <a:pt x="12355" y="2064"/>
                  </a:cubicBezTo>
                  <a:cubicBezTo>
                    <a:pt x="12522" y="1964"/>
                    <a:pt x="12656" y="1864"/>
                    <a:pt x="12822" y="1764"/>
                  </a:cubicBezTo>
                  <a:cubicBezTo>
                    <a:pt x="12956" y="1630"/>
                    <a:pt x="13123" y="1564"/>
                    <a:pt x="13256" y="1430"/>
                  </a:cubicBezTo>
                  <a:cubicBezTo>
                    <a:pt x="13423" y="1364"/>
                    <a:pt x="13523" y="1230"/>
                    <a:pt x="13656" y="1097"/>
                  </a:cubicBezTo>
                  <a:lnTo>
                    <a:pt x="13690" y="1063"/>
                  </a:lnTo>
                  <a:lnTo>
                    <a:pt x="13790" y="1197"/>
                  </a:lnTo>
                  <a:lnTo>
                    <a:pt x="14123" y="1564"/>
                  </a:lnTo>
                  <a:lnTo>
                    <a:pt x="14490" y="1931"/>
                  </a:lnTo>
                  <a:cubicBezTo>
                    <a:pt x="14624" y="2064"/>
                    <a:pt x="14791" y="2131"/>
                    <a:pt x="14924" y="2264"/>
                  </a:cubicBezTo>
                  <a:cubicBezTo>
                    <a:pt x="15491" y="2631"/>
                    <a:pt x="16125" y="2898"/>
                    <a:pt x="16759" y="3065"/>
                  </a:cubicBezTo>
                  <a:cubicBezTo>
                    <a:pt x="17387" y="3222"/>
                    <a:pt x="17997" y="3269"/>
                    <a:pt x="18541" y="3269"/>
                  </a:cubicBezTo>
                  <a:cubicBezTo>
                    <a:pt x="19037" y="3269"/>
                    <a:pt x="19478" y="3230"/>
                    <a:pt x="19827" y="3198"/>
                  </a:cubicBezTo>
                  <a:cubicBezTo>
                    <a:pt x="20595" y="3098"/>
                    <a:pt x="21028" y="3031"/>
                    <a:pt x="21028" y="3031"/>
                  </a:cubicBezTo>
                  <a:cubicBezTo>
                    <a:pt x="21295" y="2965"/>
                    <a:pt x="21195" y="2698"/>
                    <a:pt x="20995" y="2598"/>
                  </a:cubicBezTo>
                  <a:cubicBezTo>
                    <a:pt x="20995" y="2598"/>
                    <a:pt x="20528" y="2698"/>
                    <a:pt x="19794" y="2731"/>
                  </a:cubicBezTo>
                  <a:cubicBezTo>
                    <a:pt x="19602" y="2740"/>
                    <a:pt x="19394" y="2746"/>
                    <a:pt x="19171" y="2746"/>
                  </a:cubicBezTo>
                  <a:cubicBezTo>
                    <a:pt x="18504" y="2746"/>
                    <a:pt x="17709" y="2689"/>
                    <a:pt x="16859" y="2464"/>
                  </a:cubicBezTo>
                  <a:cubicBezTo>
                    <a:pt x="16292" y="2364"/>
                    <a:pt x="15758" y="2097"/>
                    <a:pt x="15258" y="1730"/>
                  </a:cubicBezTo>
                  <a:cubicBezTo>
                    <a:pt x="15124" y="1630"/>
                    <a:pt x="14991" y="1530"/>
                    <a:pt x="14857" y="1430"/>
                  </a:cubicBezTo>
                  <a:lnTo>
                    <a:pt x="14524" y="1097"/>
                  </a:lnTo>
                  <a:cubicBezTo>
                    <a:pt x="14424" y="963"/>
                    <a:pt x="14324" y="897"/>
                    <a:pt x="14190" y="730"/>
                  </a:cubicBezTo>
                  <a:lnTo>
                    <a:pt x="13690" y="63"/>
                  </a:lnTo>
                  <a:cubicBezTo>
                    <a:pt x="13690" y="40"/>
                    <a:pt x="13674" y="1"/>
                    <a:pt x="13664"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59" name="Google Shape;2859;p24"/>
            <p:cNvSpPr/>
            <p:nvPr/>
          </p:nvSpPr>
          <p:spPr>
            <a:xfrm>
              <a:off x="3955998" y="4035466"/>
              <a:ext cx="338600" cy="107669"/>
            </a:xfrm>
            <a:custGeom>
              <a:avLst/>
              <a:gdLst/>
              <a:ahLst/>
              <a:cxnLst/>
              <a:rect l="l" t="t" r="r" b="b"/>
              <a:pathLst>
                <a:path w="13544" h="3670" extrusionOk="0">
                  <a:moveTo>
                    <a:pt x="8173" y="0"/>
                  </a:moveTo>
                  <a:cubicBezTo>
                    <a:pt x="7773" y="267"/>
                    <a:pt x="7339" y="501"/>
                    <a:pt x="6972" y="701"/>
                  </a:cubicBezTo>
                  <a:cubicBezTo>
                    <a:pt x="6672" y="868"/>
                    <a:pt x="6338" y="1034"/>
                    <a:pt x="6005" y="1201"/>
                  </a:cubicBezTo>
                  <a:cubicBezTo>
                    <a:pt x="5638" y="1335"/>
                    <a:pt x="5304" y="1501"/>
                    <a:pt x="4937" y="1635"/>
                  </a:cubicBezTo>
                  <a:cubicBezTo>
                    <a:pt x="4570" y="1768"/>
                    <a:pt x="4170" y="1935"/>
                    <a:pt x="3803" y="1968"/>
                  </a:cubicBezTo>
                  <a:cubicBezTo>
                    <a:pt x="3636" y="2002"/>
                    <a:pt x="3436" y="2035"/>
                    <a:pt x="3270" y="2102"/>
                  </a:cubicBezTo>
                  <a:cubicBezTo>
                    <a:pt x="3103" y="2135"/>
                    <a:pt x="2903" y="2135"/>
                    <a:pt x="2736" y="2135"/>
                  </a:cubicBezTo>
                  <a:cubicBezTo>
                    <a:pt x="2569" y="2135"/>
                    <a:pt x="2402" y="2169"/>
                    <a:pt x="2235" y="2169"/>
                  </a:cubicBezTo>
                  <a:cubicBezTo>
                    <a:pt x="2180" y="2191"/>
                    <a:pt x="2128" y="2198"/>
                    <a:pt x="2077" y="2198"/>
                  </a:cubicBezTo>
                  <a:cubicBezTo>
                    <a:pt x="1976" y="2198"/>
                    <a:pt x="1880" y="2169"/>
                    <a:pt x="1768" y="2169"/>
                  </a:cubicBezTo>
                  <a:cubicBezTo>
                    <a:pt x="1468" y="2135"/>
                    <a:pt x="1168" y="2135"/>
                    <a:pt x="968" y="2102"/>
                  </a:cubicBezTo>
                  <a:cubicBezTo>
                    <a:pt x="501" y="2002"/>
                    <a:pt x="267" y="1968"/>
                    <a:pt x="267" y="1968"/>
                  </a:cubicBezTo>
                  <a:cubicBezTo>
                    <a:pt x="134" y="1968"/>
                    <a:pt x="1" y="2302"/>
                    <a:pt x="201" y="2335"/>
                  </a:cubicBezTo>
                  <a:cubicBezTo>
                    <a:pt x="201" y="2335"/>
                    <a:pt x="434" y="2435"/>
                    <a:pt x="901" y="2535"/>
                  </a:cubicBezTo>
                  <a:cubicBezTo>
                    <a:pt x="1135" y="2636"/>
                    <a:pt x="1402" y="2636"/>
                    <a:pt x="1735" y="2669"/>
                  </a:cubicBezTo>
                  <a:cubicBezTo>
                    <a:pt x="1902" y="2669"/>
                    <a:pt x="2069" y="2736"/>
                    <a:pt x="2235" y="2736"/>
                  </a:cubicBezTo>
                  <a:lnTo>
                    <a:pt x="2769" y="2736"/>
                  </a:lnTo>
                  <a:cubicBezTo>
                    <a:pt x="2869" y="2702"/>
                    <a:pt x="2961" y="2702"/>
                    <a:pt x="3053" y="2702"/>
                  </a:cubicBezTo>
                  <a:cubicBezTo>
                    <a:pt x="3144" y="2702"/>
                    <a:pt x="3236" y="2702"/>
                    <a:pt x="3336" y="2669"/>
                  </a:cubicBezTo>
                  <a:cubicBezTo>
                    <a:pt x="3536" y="2636"/>
                    <a:pt x="3737" y="2636"/>
                    <a:pt x="3937" y="2602"/>
                  </a:cubicBezTo>
                  <a:cubicBezTo>
                    <a:pt x="4370" y="2569"/>
                    <a:pt x="4737" y="2402"/>
                    <a:pt x="5138" y="2302"/>
                  </a:cubicBezTo>
                  <a:cubicBezTo>
                    <a:pt x="5571" y="2235"/>
                    <a:pt x="5938" y="2002"/>
                    <a:pt x="6305" y="1902"/>
                  </a:cubicBezTo>
                  <a:cubicBezTo>
                    <a:pt x="6672" y="1735"/>
                    <a:pt x="7039" y="1568"/>
                    <a:pt x="7372" y="1401"/>
                  </a:cubicBezTo>
                  <a:cubicBezTo>
                    <a:pt x="7506" y="1301"/>
                    <a:pt x="7706" y="1168"/>
                    <a:pt x="7873" y="1101"/>
                  </a:cubicBezTo>
                  <a:cubicBezTo>
                    <a:pt x="7940" y="1068"/>
                    <a:pt x="8040" y="968"/>
                    <a:pt x="8106" y="934"/>
                  </a:cubicBezTo>
                  <a:lnTo>
                    <a:pt x="8306" y="1134"/>
                  </a:lnTo>
                  <a:cubicBezTo>
                    <a:pt x="8440" y="1268"/>
                    <a:pt x="8607" y="1435"/>
                    <a:pt x="8773" y="1568"/>
                  </a:cubicBezTo>
                  <a:cubicBezTo>
                    <a:pt x="9107" y="1835"/>
                    <a:pt x="9441" y="2102"/>
                    <a:pt x="9774" y="2335"/>
                  </a:cubicBezTo>
                  <a:cubicBezTo>
                    <a:pt x="10141" y="2569"/>
                    <a:pt x="10475" y="2769"/>
                    <a:pt x="10808" y="2936"/>
                  </a:cubicBezTo>
                  <a:cubicBezTo>
                    <a:pt x="11475" y="3269"/>
                    <a:pt x="12109" y="3436"/>
                    <a:pt x="12576" y="3570"/>
                  </a:cubicBezTo>
                  <a:cubicBezTo>
                    <a:pt x="12776" y="3603"/>
                    <a:pt x="12976" y="3603"/>
                    <a:pt x="13110" y="3636"/>
                  </a:cubicBezTo>
                  <a:cubicBezTo>
                    <a:pt x="13243" y="3670"/>
                    <a:pt x="13310" y="3670"/>
                    <a:pt x="13310" y="3670"/>
                  </a:cubicBezTo>
                  <a:cubicBezTo>
                    <a:pt x="13477" y="3670"/>
                    <a:pt x="13544" y="3403"/>
                    <a:pt x="13310" y="3269"/>
                  </a:cubicBezTo>
                  <a:cubicBezTo>
                    <a:pt x="13310" y="3269"/>
                    <a:pt x="13277" y="3269"/>
                    <a:pt x="13143" y="3203"/>
                  </a:cubicBezTo>
                  <a:cubicBezTo>
                    <a:pt x="13010" y="3169"/>
                    <a:pt x="12843" y="3169"/>
                    <a:pt x="12643" y="3103"/>
                  </a:cubicBezTo>
                  <a:cubicBezTo>
                    <a:pt x="12243" y="2969"/>
                    <a:pt x="11642" y="2769"/>
                    <a:pt x="11008" y="2369"/>
                  </a:cubicBezTo>
                  <a:cubicBezTo>
                    <a:pt x="10742" y="2269"/>
                    <a:pt x="10441" y="2002"/>
                    <a:pt x="10108" y="1802"/>
                  </a:cubicBezTo>
                  <a:cubicBezTo>
                    <a:pt x="9808" y="1535"/>
                    <a:pt x="9507" y="1335"/>
                    <a:pt x="9240" y="1034"/>
                  </a:cubicBezTo>
                  <a:cubicBezTo>
                    <a:pt x="9074" y="934"/>
                    <a:pt x="8940" y="801"/>
                    <a:pt x="8807" y="634"/>
                  </a:cubicBezTo>
                  <a:lnTo>
                    <a:pt x="8607" y="434"/>
                  </a:lnTo>
                  <a:cubicBezTo>
                    <a:pt x="8440" y="301"/>
                    <a:pt x="8306" y="100"/>
                    <a:pt x="8173"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60" name="Google Shape;2860;p24"/>
            <p:cNvSpPr/>
            <p:nvPr/>
          </p:nvSpPr>
          <p:spPr>
            <a:xfrm>
              <a:off x="3403425" y="3729975"/>
              <a:ext cx="3178975" cy="1783400"/>
            </a:xfrm>
            <a:custGeom>
              <a:avLst/>
              <a:gdLst/>
              <a:ahLst/>
              <a:cxnLst/>
              <a:rect l="l" t="t" r="r" b="b"/>
              <a:pathLst>
                <a:path w="127159" h="71336" extrusionOk="0">
                  <a:moveTo>
                    <a:pt x="98163" y="1"/>
                  </a:moveTo>
                  <a:cubicBezTo>
                    <a:pt x="97767" y="1"/>
                    <a:pt x="97368" y="20"/>
                    <a:pt x="96970" y="59"/>
                  </a:cubicBezTo>
                  <a:cubicBezTo>
                    <a:pt x="96303" y="126"/>
                    <a:pt x="95636" y="260"/>
                    <a:pt x="94969" y="393"/>
                  </a:cubicBezTo>
                  <a:cubicBezTo>
                    <a:pt x="94302" y="560"/>
                    <a:pt x="93634" y="760"/>
                    <a:pt x="93034" y="1060"/>
                  </a:cubicBezTo>
                  <a:cubicBezTo>
                    <a:pt x="91733" y="1594"/>
                    <a:pt x="90532" y="2394"/>
                    <a:pt x="89365" y="3195"/>
                  </a:cubicBezTo>
                  <a:cubicBezTo>
                    <a:pt x="88197" y="3962"/>
                    <a:pt x="87063" y="4796"/>
                    <a:pt x="85795" y="5463"/>
                  </a:cubicBezTo>
                  <a:cubicBezTo>
                    <a:pt x="85195" y="5797"/>
                    <a:pt x="84528" y="6064"/>
                    <a:pt x="83861" y="6264"/>
                  </a:cubicBezTo>
                  <a:cubicBezTo>
                    <a:pt x="83527" y="6397"/>
                    <a:pt x="83127" y="6431"/>
                    <a:pt x="82793" y="6531"/>
                  </a:cubicBezTo>
                  <a:cubicBezTo>
                    <a:pt x="82426" y="6564"/>
                    <a:pt x="82093" y="6597"/>
                    <a:pt x="81726" y="6631"/>
                  </a:cubicBezTo>
                  <a:cubicBezTo>
                    <a:pt x="80925" y="6731"/>
                    <a:pt x="80191" y="6864"/>
                    <a:pt x="79424" y="7064"/>
                  </a:cubicBezTo>
                  <a:cubicBezTo>
                    <a:pt x="78690" y="7298"/>
                    <a:pt x="77957" y="7698"/>
                    <a:pt x="77289" y="8098"/>
                  </a:cubicBezTo>
                  <a:cubicBezTo>
                    <a:pt x="76689" y="8565"/>
                    <a:pt x="76055" y="9066"/>
                    <a:pt x="75521" y="9600"/>
                  </a:cubicBezTo>
                  <a:cubicBezTo>
                    <a:pt x="74954" y="10100"/>
                    <a:pt x="74421" y="10700"/>
                    <a:pt x="73887" y="11234"/>
                  </a:cubicBezTo>
                  <a:cubicBezTo>
                    <a:pt x="73387" y="11801"/>
                    <a:pt x="72853" y="12368"/>
                    <a:pt x="72286" y="12902"/>
                  </a:cubicBezTo>
                  <a:lnTo>
                    <a:pt x="71452" y="13702"/>
                  </a:lnTo>
                  <a:cubicBezTo>
                    <a:pt x="71285" y="13803"/>
                    <a:pt x="71185" y="13936"/>
                    <a:pt x="71052" y="14069"/>
                  </a:cubicBezTo>
                  <a:cubicBezTo>
                    <a:pt x="70885" y="14203"/>
                    <a:pt x="70751" y="14270"/>
                    <a:pt x="70585" y="14403"/>
                  </a:cubicBezTo>
                  <a:cubicBezTo>
                    <a:pt x="69384" y="15204"/>
                    <a:pt x="67883" y="15704"/>
                    <a:pt x="66415" y="16138"/>
                  </a:cubicBezTo>
                  <a:cubicBezTo>
                    <a:pt x="64914" y="16605"/>
                    <a:pt x="63413" y="17038"/>
                    <a:pt x="61912" y="17572"/>
                  </a:cubicBezTo>
                  <a:cubicBezTo>
                    <a:pt x="60411" y="18106"/>
                    <a:pt x="58910" y="18773"/>
                    <a:pt x="57575" y="19640"/>
                  </a:cubicBezTo>
                  <a:cubicBezTo>
                    <a:pt x="51538" y="22942"/>
                    <a:pt x="51404" y="31282"/>
                    <a:pt x="45667" y="33317"/>
                  </a:cubicBezTo>
                  <a:cubicBezTo>
                    <a:pt x="45050" y="33579"/>
                    <a:pt x="44411" y="33698"/>
                    <a:pt x="43775" y="33698"/>
                  </a:cubicBezTo>
                  <a:cubicBezTo>
                    <a:pt x="43035" y="33698"/>
                    <a:pt x="42297" y="33537"/>
                    <a:pt x="41597" y="33250"/>
                  </a:cubicBezTo>
                  <a:cubicBezTo>
                    <a:pt x="40330" y="32716"/>
                    <a:pt x="39062" y="31882"/>
                    <a:pt x="37661" y="31315"/>
                  </a:cubicBezTo>
                  <a:cubicBezTo>
                    <a:pt x="37328" y="31148"/>
                    <a:pt x="36927" y="31082"/>
                    <a:pt x="36560" y="30948"/>
                  </a:cubicBezTo>
                  <a:cubicBezTo>
                    <a:pt x="36193" y="30881"/>
                    <a:pt x="35826" y="30781"/>
                    <a:pt x="35426" y="30748"/>
                  </a:cubicBezTo>
                  <a:lnTo>
                    <a:pt x="34892" y="30648"/>
                  </a:lnTo>
                  <a:lnTo>
                    <a:pt x="34359" y="30615"/>
                  </a:lnTo>
                  <a:cubicBezTo>
                    <a:pt x="34236" y="30603"/>
                    <a:pt x="34110" y="30600"/>
                    <a:pt x="33983" y="30600"/>
                  </a:cubicBezTo>
                  <a:cubicBezTo>
                    <a:pt x="33729" y="30600"/>
                    <a:pt x="33469" y="30615"/>
                    <a:pt x="33225" y="30615"/>
                  </a:cubicBezTo>
                  <a:cubicBezTo>
                    <a:pt x="32491" y="30648"/>
                    <a:pt x="31724" y="30781"/>
                    <a:pt x="31023" y="31082"/>
                  </a:cubicBezTo>
                  <a:cubicBezTo>
                    <a:pt x="30323" y="31315"/>
                    <a:pt x="29689" y="31782"/>
                    <a:pt x="29155" y="32282"/>
                  </a:cubicBezTo>
                  <a:cubicBezTo>
                    <a:pt x="28054" y="33317"/>
                    <a:pt x="27387" y="34651"/>
                    <a:pt x="26820" y="35952"/>
                  </a:cubicBezTo>
                  <a:cubicBezTo>
                    <a:pt x="26220" y="37253"/>
                    <a:pt x="25686" y="38587"/>
                    <a:pt x="24985" y="39788"/>
                  </a:cubicBezTo>
                  <a:cubicBezTo>
                    <a:pt x="24252" y="40989"/>
                    <a:pt x="23251" y="41989"/>
                    <a:pt x="21983" y="42456"/>
                  </a:cubicBezTo>
                  <a:cubicBezTo>
                    <a:pt x="21349" y="42723"/>
                    <a:pt x="20649" y="42823"/>
                    <a:pt x="19982" y="42823"/>
                  </a:cubicBezTo>
                  <a:cubicBezTo>
                    <a:pt x="19348" y="42823"/>
                    <a:pt x="18681" y="42590"/>
                    <a:pt x="18080" y="42223"/>
                  </a:cubicBezTo>
                  <a:cubicBezTo>
                    <a:pt x="17513" y="41823"/>
                    <a:pt x="16913" y="41389"/>
                    <a:pt x="16346" y="40889"/>
                  </a:cubicBezTo>
                  <a:cubicBezTo>
                    <a:pt x="15745" y="40422"/>
                    <a:pt x="15145" y="39888"/>
                    <a:pt x="14344" y="39554"/>
                  </a:cubicBezTo>
                  <a:cubicBezTo>
                    <a:pt x="13853" y="39298"/>
                    <a:pt x="13292" y="39178"/>
                    <a:pt x="12734" y="39178"/>
                  </a:cubicBezTo>
                  <a:cubicBezTo>
                    <a:pt x="12421" y="39178"/>
                    <a:pt x="12109" y="39216"/>
                    <a:pt x="11809" y="39287"/>
                  </a:cubicBezTo>
                  <a:cubicBezTo>
                    <a:pt x="11676" y="39321"/>
                    <a:pt x="11576" y="39321"/>
                    <a:pt x="11476" y="39388"/>
                  </a:cubicBezTo>
                  <a:lnTo>
                    <a:pt x="11142" y="39488"/>
                  </a:lnTo>
                  <a:cubicBezTo>
                    <a:pt x="10909" y="39621"/>
                    <a:pt x="10709" y="39754"/>
                    <a:pt x="10542" y="39921"/>
                  </a:cubicBezTo>
                  <a:cubicBezTo>
                    <a:pt x="10208" y="40221"/>
                    <a:pt x="9975" y="40588"/>
                    <a:pt x="9741" y="40922"/>
                  </a:cubicBezTo>
                  <a:cubicBezTo>
                    <a:pt x="9341" y="41622"/>
                    <a:pt x="9007" y="42323"/>
                    <a:pt x="8640" y="42957"/>
                  </a:cubicBezTo>
                  <a:cubicBezTo>
                    <a:pt x="8407" y="43257"/>
                    <a:pt x="8207" y="43557"/>
                    <a:pt x="7973" y="43724"/>
                  </a:cubicBezTo>
                  <a:cubicBezTo>
                    <a:pt x="7873" y="43791"/>
                    <a:pt x="7673" y="43891"/>
                    <a:pt x="7540" y="43957"/>
                  </a:cubicBezTo>
                  <a:lnTo>
                    <a:pt x="7306" y="44058"/>
                  </a:lnTo>
                  <a:cubicBezTo>
                    <a:pt x="7206" y="44091"/>
                    <a:pt x="7139" y="44091"/>
                    <a:pt x="7039" y="44124"/>
                  </a:cubicBezTo>
                  <a:cubicBezTo>
                    <a:pt x="6644" y="44223"/>
                    <a:pt x="6226" y="44252"/>
                    <a:pt x="5785" y="44252"/>
                  </a:cubicBezTo>
                  <a:cubicBezTo>
                    <a:pt x="5480" y="44252"/>
                    <a:pt x="5165" y="44238"/>
                    <a:pt x="4838" y="44224"/>
                  </a:cubicBezTo>
                  <a:cubicBezTo>
                    <a:pt x="4665" y="44210"/>
                    <a:pt x="4488" y="44202"/>
                    <a:pt x="4308" y="44202"/>
                  </a:cubicBezTo>
                  <a:cubicBezTo>
                    <a:pt x="3652" y="44202"/>
                    <a:pt x="2957" y="44310"/>
                    <a:pt x="2303" y="44625"/>
                  </a:cubicBezTo>
                  <a:cubicBezTo>
                    <a:pt x="1902" y="44825"/>
                    <a:pt x="1569" y="45092"/>
                    <a:pt x="1235" y="45325"/>
                  </a:cubicBezTo>
                  <a:cubicBezTo>
                    <a:pt x="902" y="45625"/>
                    <a:pt x="635" y="45926"/>
                    <a:pt x="368" y="46326"/>
                  </a:cubicBezTo>
                  <a:cubicBezTo>
                    <a:pt x="134" y="46759"/>
                    <a:pt x="1" y="47293"/>
                    <a:pt x="134" y="47794"/>
                  </a:cubicBezTo>
                  <a:cubicBezTo>
                    <a:pt x="234" y="48294"/>
                    <a:pt x="501" y="48661"/>
                    <a:pt x="801" y="48994"/>
                  </a:cubicBezTo>
                  <a:cubicBezTo>
                    <a:pt x="1402" y="49662"/>
                    <a:pt x="2069" y="50095"/>
                    <a:pt x="2803" y="50495"/>
                  </a:cubicBezTo>
                  <a:cubicBezTo>
                    <a:pt x="3503" y="50862"/>
                    <a:pt x="4237" y="51196"/>
                    <a:pt x="4971" y="51563"/>
                  </a:cubicBezTo>
                  <a:cubicBezTo>
                    <a:pt x="7840" y="52797"/>
                    <a:pt x="10875" y="53631"/>
                    <a:pt x="13744" y="54598"/>
                  </a:cubicBezTo>
                  <a:cubicBezTo>
                    <a:pt x="14078" y="54698"/>
                    <a:pt x="14478" y="54832"/>
                    <a:pt x="14811" y="54965"/>
                  </a:cubicBezTo>
                  <a:cubicBezTo>
                    <a:pt x="15012" y="54999"/>
                    <a:pt x="15178" y="55099"/>
                    <a:pt x="15312" y="55165"/>
                  </a:cubicBezTo>
                  <a:lnTo>
                    <a:pt x="15745" y="55466"/>
                  </a:lnTo>
                  <a:cubicBezTo>
                    <a:pt x="16079" y="55666"/>
                    <a:pt x="16413" y="55866"/>
                    <a:pt x="16813" y="55999"/>
                  </a:cubicBezTo>
                  <a:cubicBezTo>
                    <a:pt x="17180" y="56166"/>
                    <a:pt x="17513" y="56333"/>
                    <a:pt x="17880" y="56466"/>
                  </a:cubicBezTo>
                  <a:cubicBezTo>
                    <a:pt x="18214" y="56600"/>
                    <a:pt x="18581" y="56767"/>
                    <a:pt x="18981" y="56833"/>
                  </a:cubicBezTo>
                  <a:cubicBezTo>
                    <a:pt x="19348" y="56933"/>
                    <a:pt x="19715" y="57033"/>
                    <a:pt x="20082" y="57134"/>
                  </a:cubicBezTo>
                  <a:cubicBezTo>
                    <a:pt x="20849" y="57267"/>
                    <a:pt x="21583" y="57434"/>
                    <a:pt x="22350" y="57467"/>
                  </a:cubicBezTo>
                  <a:cubicBezTo>
                    <a:pt x="22717" y="57534"/>
                    <a:pt x="23092" y="57551"/>
                    <a:pt x="23468" y="57551"/>
                  </a:cubicBezTo>
                  <a:cubicBezTo>
                    <a:pt x="23843" y="57551"/>
                    <a:pt x="24218" y="57534"/>
                    <a:pt x="24585" y="57534"/>
                  </a:cubicBezTo>
                  <a:cubicBezTo>
                    <a:pt x="25352" y="57467"/>
                    <a:pt x="26086" y="57434"/>
                    <a:pt x="26787" y="57334"/>
                  </a:cubicBezTo>
                  <a:cubicBezTo>
                    <a:pt x="28254" y="57134"/>
                    <a:pt x="29622" y="56800"/>
                    <a:pt x="31023" y="56500"/>
                  </a:cubicBezTo>
                  <a:cubicBezTo>
                    <a:pt x="32303" y="56219"/>
                    <a:pt x="33583" y="55996"/>
                    <a:pt x="34809" y="55996"/>
                  </a:cubicBezTo>
                  <a:cubicBezTo>
                    <a:pt x="34892" y="55996"/>
                    <a:pt x="34976" y="55997"/>
                    <a:pt x="35059" y="55999"/>
                  </a:cubicBezTo>
                  <a:cubicBezTo>
                    <a:pt x="35726" y="55999"/>
                    <a:pt x="36360" y="56133"/>
                    <a:pt x="36927" y="56333"/>
                  </a:cubicBezTo>
                  <a:cubicBezTo>
                    <a:pt x="37061" y="56366"/>
                    <a:pt x="37227" y="56433"/>
                    <a:pt x="37361" y="56500"/>
                  </a:cubicBezTo>
                  <a:lnTo>
                    <a:pt x="37761" y="56767"/>
                  </a:lnTo>
                  <a:cubicBezTo>
                    <a:pt x="38061" y="56933"/>
                    <a:pt x="38328" y="57100"/>
                    <a:pt x="38595" y="57267"/>
                  </a:cubicBezTo>
                  <a:cubicBezTo>
                    <a:pt x="39696" y="57934"/>
                    <a:pt x="40697" y="58701"/>
                    <a:pt x="41731" y="59469"/>
                  </a:cubicBezTo>
                  <a:cubicBezTo>
                    <a:pt x="42231" y="59835"/>
                    <a:pt x="42765" y="60169"/>
                    <a:pt x="43365" y="60469"/>
                  </a:cubicBezTo>
                  <a:cubicBezTo>
                    <a:pt x="43932" y="60769"/>
                    <a:pt x="44533" y="61003"/>
                    <a:pt x="45100" y="61136"/>
                  </a:cubicBezTo>
                  <a:cubicBezTo>
                    <a:pt x="46301" y="61437"/>
                    <a:pt x="47535" y="61470"/>
                    <a:pt x="48636" y="61470"/>
                  </a:cubicBezTo>
                  <a:cubicBezTo>
                    <a:pt x="49770" y="61470"/>
                    <a:pt x="50871" y="61403"/>
                    <a:pt x="51905" y="61403"/>
                  </a:cubicBezTo>
                  <a:cubicBezTo>
                    <a:pt x="52171" y="61395"/>
                    <a:pt x="52435" y="61390"/>
                    <a:pt x="52697" y="61390"/>
                  </a:cubicBezTo>
                  <a:cubicBezTo>
                    <a:pt x="54471" y="61390"/>
                    <a:pt x="56134" y="61606"/>
                    <a:pt x="57442" y="62304"/>
                  </a:cubicBezTo>
                  <a:cubicBezTo>
                    <a:pt x="58209" y="62671"/>
                    <a:pt x="58843" y="63171"/>
                    <a:pt x="59343" y="63772"/>
                  </a:cubicBezTo>
                  <a:cubicBezTo>
                    <a:pt x="59877" y="64339"/>
                    <a:pt x="60244" y="64972"/>
                    <a:pt x="60611" y="65573"/>
                  </a:cubicBezTo>
                  <a:cubicBezTo>
                    <a:pt x="61345" y="66740"/>
                    <a:pt x="61912" y="67808"/>
                    <a:pt x="62512" y="68608"/>
                  </a:cubicBezTo>
                  <a:cubicBezTo>
                    <a:pt x="63079" y="69409"/>
                    <a:pt x="63580" y="69976"/>
                    <a:pt x="64013" y="70310"/>
                  </a:cubicBezTo>
                  <a:cubicBezTo>
                    <a:pt x="64180" y="70476"/>
                    <a:pt x="64347" y="70610"/>
                    <a:pt x="64447" y="70677"/>
                  </a:cubicBezTo>
                  <a:cubicBezTo>
                    <a:pt x="64580" y="70777"/>
                    <a:pt x="64614" y="70810"/>
                    <a:pt x="64614" y="70810"/>
                  </a:cubicBezTo>
                  <a:cubicBezTo>
                    <a:pt x="65114" y="71110"/>
                    <a:pt x="65581" y="71310"/>
                    <a:pt x="66115" y="71310"/>
                  </a:cubicBezTo>
                  <a:cubicBezTo>
                    <a:pt x="66265" y="71327"/>
                    <a:pt x="66382" y="71335"/>
                    <a:pt x="66461" y="71335"/>
                  </a:cubicBezTo>
                  <a:cubicBezTo>
                    <a:pt x="66540" y="71335"/>
                    <a:pt x="66582" y="71327"/>
                    <a:pt x="66582" y="71310"/>
                  </a:cubicBezTo>
                  <a:cubicBezTo>
                    <a:pt x="66615" y="71277"/>
                    <a:pt x="66515" y="71144"/>
                    <a:pt x="66248" y="71010"/>
                  </a:cubicBezTo>
                  <a:cubicBezTo>
                    <a:pt x="66015" y="70877"/>
                    <a:pt x="65614" y="70677"/>
                    <a:pt x="65181" y="70343"/>
                  </a:cubicBezTo>
                  <a:cubicBezTo>
                    <a:pt x="65181" y="70343"/>
                    <a:pt x="65081" y="70310"/>
                    <a:pt x="65014" y="70210"/>
                  </a:cubicBezTo>
                  <a:cubicBezTo>
                    <a:pt x="64914" y="70176"/>
                    <a:pt x="64747" y="70043"/>
                    <a:pt x="64580" y="69876"/>
                  </a:cubicBezTo>
                  <a:cubicBezTo>
                    <a:pt x="64213" y="69609"/>
                    <a:pt x="63713" y="69042"/>
                    <a:pt x="63179" y="68275"/>
                  </a:cubicBezTo>
                  <a:cubicBezTo>
                    <a:pt x="62579" y="67508"/>
                    <a:pt x="62012" y="66474"/>
                    <a:pt x="61278" y="65273"/>
                  </a:cubicBezTo>
                  <a:cubicBezTo>
                    <a:pt x="60911" y="64639"/>
                    <a:pt x="60511" y="64005"/>
                    <a:pt x="59944" y="63371"/>
                  </a:cubicBezTo>
                  <a:cubicBezTo>
                    <a:pt x="59410" y="62771"/>
                    <a:pt x="58743" y="62170"/>
                    <a:pt x="57909" y="61770"/>
                  </a:cubicBezTo>
                  <a:cubicBezTo>
                    <a:pt x="56241" y="60870"/>
                    <a:pt x="54206" y="60736"/>
                    <a:pt x="52105" y="60736"/>
                  </a:cubicBezTo>
                  <a:cubicBezTo>
                    <a:pt x="51896" y="60730"/>
                    <a:pt x="51685" y="60727"/>
                    <a:pt x="51473" y="60727"/>
                  </a:cubicBezTo>
                  <a:cubicBezTo>
                    <a:pt x="50585" y="60727"/>
                    <a:pt x="49671" y="60774"/>
                    <a:pt x="48746" y="60774"/>
                  </a:cubicBezTo>
                  <a:cubicBezTo>
                    <a:pt x="47671" y="60774"/>
                    <a:pt x="46582" y="60710"/>
                    <a:pt x="45500" y="60436"/>
                  </a:cubicBezTo>
                  <a:cubicBezTo>
                    <a:pt x="44933" y="60269"/>
                    <a:pt x="44399" y="60069"/>
                    <a:pt x="43866" y="59802"/>
                  </a:cubicBezTo>
                  <a:cubicBezTo>
                    <a:pt x="43332" y="59502"/>
                    <a:pt x="42831" y="59168"/>
                    <a:pt x="42331" y="58835"/>
                  </a:cubicBezTo>
                  <a:cubicBezTo>
                    <a:pt x="41330" y="58134"/>
                    <a:pt x="40330" y="57300"/>
                    <a:pt x="39196" y="56600"/>
                  </a:cubicBezTo>
                  <a:cubicBezTo>
                    <a:pt x="38895" y="56400"/>
                    <a:pt x="38595" y="56200"/>
                    <a:pt x="38328" y="56066"/>
                  </a:cubicBezTo>
                  <a:lnTo>
                    <a:pt x="37861" y="55799"/>
                  </a:lnTo>
                  <a:cubicBezTo>
                    <a:pt x="37694" y="55733"/>
                    <a:pt x="37528" y="55666"/>
                    <a:pt x="37361" y="55599"/>
                  </a:cubicBezTo>
                  <a:cubicBezTo>
                    <a:pt x="36694" y="55332"/>
                    <a:pt x="35993" y="55232"/>
                    <a:pt x="35259" y="55232"/>
                  </a:cubicBezTo>
                  <a:cubicBezTo>
                    <a:pt x="35112" y="55225"/>
                    <a:pt x="34965" y="55222"/>
                    <a:pt x="34817" y="55222"/>
                  </a:cubicBezTo>
                  <a:cubicBezTo>
                    <a:pt x="33558" y="55222"/>
                    <a:pt x="32281" y="55464"/>
                    <a:pt x="31056" y="55733"/>
                  </a:cubicBezTo>
                  <a:cubicBezTo>
                    <a:pt x="29689" y="55999"/>
                    <a:pt x="28321" y="56333"/>
                    <a:pt x="26887" y="56500"/>
                  </a:cubicBezTo>
                  <a:cubicBezTo>
                    <a:pt x="26186" y="56600"/>
                    <a:pt x="25486" y="56633"/>
                    <a:pt x="24752" y="56700"/>
                  </a:cubicBezTo>
                  <a:cubicBezTo>
                    <a:pt x="24051" y="56667"/>
                    <a:pt x="23318" y="56700"/>
                    <a:pt x="22584" y="56633"/>
                  </a:cubicBezTo>
                  <a:cubicBezTo>
                    <a:pt x="21850" y="56600"/>
                    <a:pt x="21149" y="56433"/>
                    <a:pt x="20415" y="56300"/>
                  </a:cubicBezTo>
                  <a:cubicBezTo>
                    <a:pt x="20049" y="56166"/>
                    <a:pt x="19715" y="56099"/>
                    <a:pt x="19348" y="55999"/>
                  </a:cubicBezTo>
                  <a:cubicBezTo>
                    <a:pt x="18981" y="55933"/>
                    <a:pt x="18648" y="55799"/>
                    <a:pt x="18314" y="55666"/>
                  </a:cubicBezTo>
                  <a:cubicBezTo>
                    <a:pt x="17980" y="55599"/>
                    <a:pt x="17647" y="55432"/>
                    <a:pt x="17313" y="55266"/>
                  </a:cubicBezTo>
                  <a:cubicBezTo>
                    <a:pt x="16980" y="55132"/>
                    <a:pt x="16679" y="54932"/>
                    <a:pt x="16346" y="54765"/>
                  </a:cubicBezTo>
                  <a:lnTo>
                    <a:pt x="15846" y="54465"/>
                  </a:lnTo>
                  <a:cubicBezTo>
                    <a:pt x="15679" y="54365"/>
                    <a:pt x="15479" y="54298"/>
                    <a:pt x="15312" y="54198"/>
                  </a:cubicBezTo>
                  <a:cubicBezTo>
                    <a:pt x="14978" y="54065"/>
                    <a:pt x="14578" y="53931"/>
                    <a:pt x="14211" y="53798"/>
                  </a:cubicBezTo>
                  <a:cubicBezTo>
                    <a:pt x="11309" y="52797"/>
                    <a:pt x="8307" y="51930"/>
                    <a:pt x="5471" y="50729"/>
                  </a:cubicBezTo>
                  <a:cubicBezTo>
                    <a:pt x="4804" y="50429"/>
                    <a:pt x="4070" y="50095"/>
                    <a:pt x="3403" y="49728"/>
                  </a:cubicBezTo>
                  <a:cubicBezTo>
                    <a:pt x="2803" y="49328"/>
                    <a:pt x="2136" y="48894"/>
                    <a:pt x="1669" y="48394"/>
                  </a:cubicBezTo>
                  <a:cubicBezTo>
                    <a:pt x="1469" y="48094"/>
                    <a:pt x="1235" y="47827"/>
                    <a:pt x="1202" y="47560"/>
                  </a:cubicBezTo>
                  <a:cubicBezTo>
                    <a:pt x="1168" y="47260"/>
                    <a:pt x="1202" y="46960"/>
                    <a:pt x="1369" y="46726"/>
                  </a:cubicBezTo>
                  <a:cubicBezTo>
                    <a:pt x="1669" y="46126"/>
                    <a:pt x="2336" y="45725"/>
                    <a:pt x="2970" y="45325"/>
                  </a:cubicBezTo>
                  <a:cubicBezTo>
                    <a:pt x="3403" y="45121"/>
                    <a:pt x="3953" y="45034"/>
                    <a:pt x="4516" y="45034"/>
                  </a:cubicBezTo>
                  <a:cubicBezTo>
                    <a:pt x="4689" y="45034"/>
                    <a:pt x="4865" y="45042"/>
                    <a:pt x="5038" y="45058"/>
                  </a:cubicBezTo>
                  <a:cubicBezTo>
                    <a:pt x="5328" y="45071"/>
                    <a:pt x="5627" y="45083"/>
                    <a:pt x="5935" y="45083"/>
                  </a:cubicBezTo>
                  <a:cubicBezTo>
                    <a:pt x="6440" y="45083"/>
                    <a:pt x="6967" y="45049"/>
                    <a:pt x="7506" y="44925"/>
                  </a:cubicBezTo>
                  <a:cubicBezTo>
                    <a:pt x="7640" y="44925"/>
                    <a:pt x="7706" y="44891"/>
                    <a:pt x="7840" y="44825"/>
                  </a:cubicBezTo>
                  <a:lnTo>
                    <a:pt x="8140" y="44725"/>
                  </a:lnTo>
                  <a:cubicBezTo>
                    <a:pt x="8340" y="44625"/>
                    <a:pt x="8507" y="44491"/>
                    <a:pt x="8707" y="44391"/>
                  </a:cubicBezTo>
                  <a:cubicBezTo>
                    <a:pt x="9074" y="44091"/>
                    <a:pt x="9374" y="43724"/>
                    <a:pt x="9574" y="43390"/>
                  </a:cubicBezTo>
                  <a:cubicBezTo>
                    <a:pt x="10041" y="42657"/>
                    <a:pt x="10342" y="41956"/>
                    <a:pt x="10709" y="41322"/>
                  </a:cubicBezTo>
                  <a:cubicBezTo>
                    <a:pt x="10875" y="41055"/>
                    <a:pt x="11075" y="40755"/>
                    <a:pt x="11342" y="40555"/>
                  </a:cubicBezTo>
                  <a:lnTo>
                    <a:pt x="11709" y="40288"/>
                  </a:lnTo>
                  <a:lnTo>
                    <a:pt x="11909" y="40221"/>
                  </a:lnTo>
                  <a:cubicBezTo>
                    <a:pt x="12009" y="40221"/>
                    <a:pt x="12076" y="40155"/>
                    <a:pt x="12176" y="40155"/>
                  </a:cubicBezTo>
                  <a:cubicBezTo>
                    <a:pt x="12394" y="40100"/>
                    <a:pt x="12611" y="40074"/>
                    <a:pt x="12827" y="40074"/>
                  </a:cubicBezTo>
                  <a:cubicBezTo>
                    <a:pt x="13275" y="40074"/>
                    <a:pt x="13717" y="40186"/>
                    <a:pt x="14144" y="40388"/>
                  </a:cubicBezTo>
                  <a:cubicBezTo>
                    <a:pt x="15379" y="40955"/>
                    <a:pt x="16379" y="42223"/>
                    <a:pt x="17747" y="43057"/>
                  </a:cubicBezTo>
                  <a:cubicBezTo>
                    <a:pt x="18414" y="43457"/>
                    <a:pt x="19215" y="43791"/>
                    <a:pt x="20082" y="43824"/>
                  </a:cubicBezTo>
                  <a:cubicBezTo>
                    <a:pt x="20916" y="43791"/>
                    <a:pt x="21683" y="43657"/>
                    <a:pt x="22484" y="43424"/>
                  </a:cubicBezTo>
                  <a:cubicBezTo>
                    <a:pt x="23217" y="43157"/>
                    <a:pt x="23918" y="42723"/>
                    <a:pt x="24518" y="42156"/>
                  </a:cubicBezTo>
                  <a:cubicBezTo>
                    <a:pt x="25085" y="41656"/>
                    <a:pt x="25586" y="40989"/>
                    <a:pt x="25986" y="40355"/>
                  </a:cubicBezTo>
                  <a:cubicBezTo>
                    <a:pt x="26753" y="39087"/>
                    <a:pt x="27254" y="37720"/>
                    <a:pt x="27854" y="36452"/>
                  </a:cubicBezTo>
                  <a:cubicBezTo>
                    <a:pt x="28421" y="35151"/>
                    <a:pt x="29055" y="33950"/>
                    <a:pt x="29989" y="33083"/>
                  </a:cubicBezTo>
                  <a:cubicBezTo>
                    <a:pt x="30423" y="32616"/>
                    <a:pt x="30990" y="32282"/>
                    <a:pt x="31557" y="32016"/>
                  </a:cubicBezTo>
                  <a:cubicBezTo>
                    <a:pt x="32157" y="31782"/>
                    <a:pt x="32758" y="31649"/>
                    <a:pt x="33425" y="31615"/>
                  </a:cubicBezTo>
                  <a:cubicBezTo>
                    <a:pt x="33647" y="31615"/>
                    <a:pt x="33870" y="31600"/>
                    <a:pt x="34092" y="31600"/>
                  </a:cubicBezTo>
                  <a:cubicBezTo>
                    <a:pt x="34203" y="31600"/>
                    <a:pt x="34314" y="31604"/>
                    <a:pt x="34425" y="31615"/>
                  </a:cubicBezTo>
                  <a:lnTo>
                    <a:pt x="34926" y="31649"/>
                  </a:lnTo>
                  <a:lnTo>
                    <a:pt x="35426" y="31749"/>
                  </a:lnTo>
                  <a:cubicBezTo>
                    <a:pt x="35760" y="31782"/>
                    <a:pt x="36093" y="31882"/>
                    <a:pt x="36427" y="31949"/>
                  </a:cubicBezTo>
                  <a:cubicBezTo>
                    <a:pt x="36727" y="32016"/>
                    <a:pt x="37061" y="32149"/>
                    <a:pt x="37394" y="32282"/>
                  </a:cubicBezTo>
                  <a:cubicBezTo>
                    <a:pt x="38729" y="32816"/>
                    <a:pt x="39929" y="33617"/>
                    <a:pt x="41397" y="34217"/>
                  </a:cubicBezTo>
                  <a:cubicBezTo>
                    <a:pt x="42098" y="34484"/>
                    <a:pt x="42898" y="34651"/>
                    <a:pt x="43732" y="34718"/>
                  </a:cubicBezTo>
                  <a:cubicBezTo>
                    <a:pt x="43783" y="34722"/>
                    <a:pt x="43836" y="34724"/>
                    <a:pt x="43889" y="34724"/>
                  </a:cubicBezTo>
                  <a:cubicBezTo>
                    <a:pt x="44219" y="34724"/>
                    <a:pt x="44589" y="34646"/>
                    <a:pt x="44933" y="34617"/>
                  </a:cubicBezTo>
                  <a:cubicBezTo>
                    <a:pt x="45367" y="34551"/>
                    <a:pt x="45734" y="34417"/>
                    <a:pt x="46100" y="34284"/>
                  </a:cubicBezTo>
                  <a:cubicBezTo>
                    <a:pt x="46534" y="34150"/>
                    <a:pt x="46868" y="33950"/>
                    <a:pt x="47235" y="33784"/>
                  </a:cubicBezTo>
                  <a:cubicBezTo>
                    <a:pt x="47568" y="33583"/>
                    <a:pt x="47902" y="33383"/>
                    <a:pt x="48235" y="33116"/>
                  </a:cubicBezTo>
                  <a:cubicBezTo>
                    <a:pt x="48869" y="32616"/>
                    <a:pt x="49436" y="32082"/>
                    <a:pt x="49937" y="31449"/>
                  </a:cubicBezTo>
                  <a:cubicBezTo>
                    <a:pt x="50937" y="30214"/>
                    <a:pt x="51738" y="28813"/>
                    <a:pt x="52438" y="27446"/>
                  </a:cubicBezTo>
                  <a:cubicBezTo>
                    <a:pt x="52839" y="26778"/>
                    <a:pt x="53172" y="26078"/>
                    <a:pt x="53539" y="25411"/>
                  </a:cubicBezTo>
                  <a:cubicBezTo>
                    <a:pt x="53906" y="24777"/>
                    <a:pt x="54273" y="24110"/>
                    <a:pt x="54773" y="23543"/>
                  </a:cubicBezTo>
                  <a:cubicBezTo>
                    <a:pt x="55240" y="22942"/>
                    <a:pt x="55741" y="22375"/>
                    <a:pt x="56341" y="21875"/>
                  </a:cubicBezTo>
                  <a:cubicBezTo>
                    <a:pt x="56875" y="21375"/>
                    <a:pt x="57509" y="20908"/>
                    <a:pt x="58109" y="20474"/>
                  </a:cubicBezTo>
                  <a:cubicBezTo>
                    <a:pt x="59377" y="19640"/>
                    <a:pt x="60778" y="19040"/>
                    <a:pt x="62245" y="18473"/>
                  </a:cubicBezTo>
                  <a:cubicBezTo>
                    <a:pt x="63713" y="17939"/>
                    <a:pt x="65214" y="17539"/>
                    <a:pt x="66715" y="17072"/>
                  </a:cubicBezTo>
                  <a:cubicBezTo>
                    <a:pt x="68216" y="16605"/>
                    <a:pt x="69717" y="16104"/>
                    <a:pt x="71085" y="15204"/>
                  </a:cubicBezTo>
                  <a:lnTo>
                    <a:pt x="71585" y="14803"/>
                  </a:lnTo>
                  <a:cubicBezTo>
                    <a:pt x="71752" y="14703"/>
                    <a:pt x="71919" y="14536"/>
                    <a:pt x="72052" y="14403"/>
                  </a:cubicBezTo>
                  <a:lnTo>
                    <a:pt x="72886" y="13569"/>
                  </a:lnTo>
                  <a:cubicBezTo>
                    <a:pt x="73420" y="13035"/>
                    <a:pt x="73920" y="12435"/>
                    <a:pt x="74454" y="11901"/>
                  </a:cubicBezTo>
                  <a:cubicBezTo>
                    <a:pt x="74954" y="11367"/>
                    <a:pt x="75521" y="10767"/>
                    <a:pt x="76055" y="10267"/>
                  </a:cubicBezTo>
                  <a:cubicBezTo>
                    <a:pt x="76589" y="9733"/>
                    <a:pt x="77189" y="9266"/>
                    <a:pt x="77756" y="8866"/>
                  </a:cubicBezTo>
                  <a:cubicBezTo>
                    <a:pt x="78357" y="8465"/>
                    <a:pt x="79024" y="8132"/>
                    <a:pt x="79691" y="7932"/>
                  </a:cubicBezTo>
                  <a:cubicBezTo>
                    <a:pt x="80358" y="7732"/>
                    <a:pt x="81059" y="7598"/>
                    <a:pt x="81759" y="7565"/>
                  </a:cubicBezTo>
                  <a:lnTo>
                    <a:pt x="82893" y="7431"/>
                  </a:lnTo>
                  <a:lnTo>
                    <a:pt x="84028" y="7198"/>
                  </a:lnTo>
                  <a:cubicBezTo>
                    <a:pt x="84728" y="6931"/>
                    <a:pt x="85429" y="6697"/>
                    <a:pt x="86096" y="6297"/>
                  </a:cubicBezTo>
                  <a:cubicBezTo>
                    <a:pt x="87430" y="5597"/>
                    <a:pt x="88564" y="4729"/>
                    <a:pt x="89732" y="3929"/>
                  </a:cubicBezTo>
                  <a:cubicBezTo>
                    <a:pt x="90866" y="3095"/>
                    <a:pt x="92033" y="2394"/>
                    <a:pt x="93234" y="1861"/>
                  </a:cubicBezTo>
                  <a:cubicBezTo>
                    <a:pt x="94435" y="1294"/>
                    <a:pt x="95703" y="1060"/>
                    <a:pt x="96970" y="893"/>
                  </a:cubicBezTo>
                  <a:cubicBezTo>
                    <a:pt x="97435" y="834"/>
                    <a:pt x="97895" y="804"/>
                    <a:pt x="98348" y="804"/>
                  </a:cubicBezTo>
                  <a:cubicBezTo>
                    <a:pt x="99164" y="804"/>
                    <a:pt x="99956" y="900"/>
                    <a:pt x="100706" y="1093"/>
                  </a:cubicBezTo>
                  <a:cubicBezTo>
                    <a:pt x="101874" y="1394"/>
                    <a:pt x="102974" y="1861"/>
                    <a:pt x="104075" y="2361"/>
                  </a:cubicBezTo>
                  <a:cubicBezTo>
                    <a:pt x="105143" y="2861"/>
                    <a:pt x="106210" y="3362"/>
                    <a:pt x="107278" y="3762"/>
                  </a:cubicBezTo>
                  <a:cubicBezTo>
                    <a:pt x="107811" y="3962"/>
                    <a:pt x="108312" y="4196"/>
                    <a:pt x="108879" y="4296"/>
                  </a:cubicBezTo>
                  <a:cubicBezTo>
                    <a:pt x="109112" y="4396"/>
                    <a:pt x="109412" y="4429"/>
                    <a:pt x="109646" y="4529"/>
                  </a:cubicBezTo>
                  <a:cubicBezTo>
                    <a:pt x="109913" y="4563"/>
                    <a:pt x="110213" y="4596"/>
                    <a:pt x="110446" y="4629"/>
                  </a:cubicBezTo>
                  <a:cubicBezTo>
                    <a:pt x="111215" y="4748"/>
                    <a:pt x="111959" y="4790"/>
                    <a:pt x="112676" y="4790"/>
                  </a:cubicBezTo>
                  <a:cubicBezTo>
                    <a:pt x="113981" y="4790"/>
                    <a:pt x="115198" y="4649"/>
                    <a:pt x="116317" y="4563"/>
                  </a:cubicBezTo>
                  <a:cubicBezTo>
                    <a:pt x="116784" y="4529"/>
                    <a:pt x="117218" y="4463"/>
                    <a:pt x="117618" y="4429"/>
                  </a:cubicBezTo>
                  <a:cubicBezTo>
                    <a:pt x="118052" y="4396"/>
                    <a:pt x="118452" y="4362"/>
                    <a:pt x="118819" y="4296"/>
                  </a:cubicBezTo>
                  <a:cubicBezTo>
                    <a:pt x="119100" y="4284"/>
                    <a:pt x="119376" y="4276"/>
                    <a:pt x="119646" y="4276"/>
                  </a:cubicBezTo>
                  <a:cubicBezTo>
                    <a:pt x="120115" y="4276"/>
                    <a:pt x="120564" y="4299"/>
                    <a:pt x="120987" y="4362"/>
                  </a:cubicBezTo>
                  <a:cubicBezTo>
                    <a:pt x="122388" y="4529"/>
                    <a:pt x="123456" y="4963"/>
                    <a:pt x="124223" y="5530"/>
                  </a:cubicBezTo>
                  <a:cubicBezTo>
                    <a:pt x="124957" y="6064"/>
                    <a:pt x="125424" y="6631"/>
                    <a:pt x="125724" y="7031"/>
                  </a:cubicBezTo>
                  <a:cubicBezTo>
                    <a:pt x="125991" y="7431"/>
                    <a:pt x="126124" y="7631"/>
                    <a:pt x="126124" y="7631"/>
                  </a:cubicBezTo>
                  <a:cubicBezTo>
                    <a:pt x="126258" y="7898"/>
                    <a:pt x="126391" y="8098"/>
                    <a:pt x="126491" y="8265"/>
                  </a:cubicBezTo>
                  <a:cubicBezTo>
                    <a:pt x="126591" y="8432"/>
                    <a:pt x="126658" y="8599"/>
                    <a:pt x="126758" y="8732"/>
                  </a:cubicBezTo>
                  <a:cubicBezTo>
                    <a:pt x="126925" y="8966"/>
                    <a:pt x="127058" y="9066"/>
                    <a:pt x="127092" y="9066"/>
                  </a:cubicBezTo>
                  <a:cubicBezTo>
                    <a:pt x="127158" y="9032"/>
                    <a:pt x="127158" y="8899"/>
                    <a:pt x="127092" y="8599"/>
                  </a:cubicBezTo>
                  <a:cubicBezTo>
                    <a:pt x="127058" y="8432"/>
                    <a:pt x="126992" y="8265"/>
                    <a:pt x="126925" y="8065"/>
                  </a:cubicBezTo>
                  <a:cubicBezTo>
                    <a:pt x="126825" y="7865"/>
                    <a:pt x="126725" y="7598"/>
                    <a:pt x="126591" y="7365"/>
                  </a:cubicBezTo>
                  <a:cubicBezTo>
                    <a:pt x="126591" y="7365"/>
                    <a:pt x="126458" y="7131"/>
                    <a:pt x="126158" y="6697"/>
                  </a:cubicBezTo>
                  <a:cubicBezTo>
                    <a:pt x="125824" y="6264"/>
                    <a:pt x="125390" y="5597"/>
                    <a:pt x="124557" y="5030"/>
                  </a:cubicBezTo>
                  <a:cubicBezTo>
                    <a:pt x="123723" y="4429"/>
                    <a:pt x="122555" y="3895"/>
                    <a:pt x="121121" y="3729"/>
                  </a:cubicBezTo>
                  <a:cubicBezTo>
                    <a:pt x="120654" y="3640"/>
                    <a:pt x="120142" y="3610"/>
                    <a:pt x="119616" y="3610"/>
                  </a:cubicBezTo>
                  <a:cubicBezTo>
                    <a:pt x="119353" y="3610"/>
                    <a:pt x="119086" y="3617"/>
                    <a:pt x="118819" y="3629"/>
                  </a:cubicBezTo>
                  <a:lnTo>
                    <a:pt x="117585" y="3762"/>
                  </a:lnTo>
                  <a:cubicBezTo>
                    <a:pt x="117151" y="3795"/>
                    <a:pt x="116751" y="3862"/>
                    <a:pt x="116284" y="3895"/>
                  </a:cubicBezTo>
                  <a:cubicBezTo>
                    <a:pt x="115206" y="3978"/>
                    <a:pt x="114050" y="4100"/>
                    <a:pt x="112841" y="4100"/>
                  </a:cubicBezTo>
                  <a:cubicBezTo>
                    <a:pt x="112105" y="4100"/>
                    <a:pt x="111350" y="4055"/>
                    <a:pt x="110580" y="3929"/>
                  </a:cubicBezTo>
                  <a:cubicBezTo>
                    <a:pt x="108545" y="3629"/>
                    <a:pt x="106544" y="2628"/>
                    <a:pt x="104375" y="1627"/>
                  </a:cubicBezTo>
                  <a:cubicBezTo>
                    <a:pt x="103275" y="1127"/>
                    <a:pt x="102141" y="593"/>
                    <a:pt x="100906" y="293"/>
                  </a:cubicBezTo>
                  <a:cubicBezTo>
                    <a:pt x="100017" y="106"/>
                    <a:pt x="99095" y="1"/>
                    <a:pt x="98163"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61" name="Google Shape;2861;p24"/>
            <p:cNvSpPr/>
            <p:nvPr/>
          </p:nvSpPr>
          <p:spPr>
            <a:xfrm>
              <a:off x="3247500" y="3562475"/>
              <a:ext cx="3218225" cy="2001150"/>
            </a:xfrm>
            <a:custGeom>
              <a:avLst/>
              <a:gdLst/>
              <a:ahLst/>
              <a:cxnLst/>
              <a:rect l="l" t="t" r="r" b="b"/>
              <a:pathLst>
                <a:path w="128729" h="80046" extrusionOk="0">
                  <a:moveTo>
                    <a:pt x="105098" y="0"/>
                  </a:moveTo>
                  <a:cubicBezTo>
                    <a:pt x="104528" y="0"/>
                    <a:pt x="103947" y="42"/>
                    <a:pt x="103374" y="121"/>
                  </a:cubicBezTo>
                  <a:cubicBezTo>
                    <a:pt x="102173" y="288"/>
                    <a:pt x="100972" y="622"/>
                    <a:pt x="99738" y="1089"/>
                  </a:cubicBezTo>
                  <a:cubicBezTo>
                    <a:pt x="98537" y="1522"/>
                    <a:pt x="97370" y="2156"/>
                    <a:pt x="96202" y="2823"/>
                  </a:cubicBezTo>
                  <a:cubicBezTo>
                    <a:pt x="93867" y="4191"/>
                    <a:pt x="91832" y="6126"/>
                    <a:pt x="89230" y="7293"/>
                  </a:cubicBezTo>
                  <a:cubicBezTo>
                    <a:pt x="87963" y="7827"/>
                    <a:pt x="86562" y="8194"/>
                    <a:pt x="85128" y="8361"/>
                  </a:cubicBezTo>
                  <a:cubicBezTo>
                    <a:pt x="84360" y="8461"/>
                    <a:pt x="83660" y="8527"/>
                    <a:pt x="82893" y="8594"/>
                  </a:cubicBezTo>
                  <a:cubicBezTo>
                    <a:pt x="82526" y="8627"/>
                    <a:pt x="82159" y="8661"/>
                    <a:pt x="81792" y="8661"/>
                  </a:cubicBezTo>
                  <a:cubicBezTo>
                    <a:pt x="81392" y="8661"/>
                    <a:pt x="81025" y="8694"/>
                    <a:pt x="80658" y="8761"/>
                  </a:cubicBezTo>
                  <a:cubicBezTo>
                    <a:pt x="79890" y="8828"/>
                    <a:pt x="79157" y="9028"/>
                    <a:pt x="78389" y="9261"/>
                  </a:cubicBezTo>
                  <a:cubicBezTo>
                    <a:pt x="77689" y="9495"/>
                    <a:pt x="76955" y="9795"/>
                    <a:pt x="76288" y="10162"/>
                  </a:cubicBezTo>
                  <a:cubicBezTo>
                    <a:pt x="74887" y="10862"/>
                    <a:pt x="73653" y="11830"/>
                    <a:pt x="72452" y="12830"/>
                  </a:cubicBezTo>
                  <a:cubicBezTo>
                    <a:pt x="71218" y="13831"/>
                    <a:pt x="70117" y="14965"/>
                    <a:pt x="68849" y="15866"/>
                  </a:cubicBezTo>
                  <a:cubicBezTo>
                    <a:pt x="67615" y="16833"/>
                    <a:pt x="66214" y="17600"/>
                    <a:pt x="64813" y="18301"/>
                  </a:cubicBezTo>
                  <a:cubicBezTo>
                    <a:pt x="63379" y="19001"/>
                    <a:pt x="61944" y="19635"/>
                    <a:pt x="60510" y="20436"/>
                  </a:cubicBezTo>
                  <a:cubicBezTo>
                    <a:pt x="59109" y="21203"/>
                    <a:pt x="57808" y="22170"/>
                    <a:pt x="56707" y="23438"/>
                  </a:cubicBezTo>
                  <a:cubicBezTo>
                    <a:pt x="54539" y="25940"/>
                    <a:pt x="53705" y="29142"/>
                    <a:pt x="52137" y="31811"/>
                  </a:cubicBezTo>
                  <a:cubicBezTo>
                    <a:pt x="51770" y="32478"/>
                    <a:pt x="51303" y="33112"/>
                    <a:pt x="50703" y="33612"/>
                  </a:cubicBezTo>
                  <a:cubicBezTo>
                    <a:pt x="50169" y="34112"/>
                    <a:pt x="49469" y="34446"/>
                    <a:pt x="48768" y="34613"/>
                  </a:cubicBezTo>
                  <a:cubicBezTo>
                    <a:pt x="48363" y="34701"/>
                    <a:pt x="47968" y="34742"/>
                    <a:pt x="47571" y="34742"/>
                  </a:cubicBezTo>
                  <a:cubicBezTo>
                    <a:pt x="47217" y="34742"/>
                    <a:pt x="46862" y="34709"/>
                    <a:pt x="46500" y="34646"/>
                  </a:cubicBezTo>
                  <a:cubicBezTo>
                    <a:pt x="45766" y="34513"/>
                    <a:pt x="45032" y="34279"/>
                    <a:pt x="44298" y="34046"/>
                  </a:cubicBezTo>
                  <a:cubicBezTo>
                    <a:pt x="42831" y="33612"/>
                    <a:pt x="41430" y="33011"/>
                    <a:pt x="39962" y="32544"/>
                  </a:cubicBezTo>
                  <a:cubicBezTo>
                    <a:pt x="39195" y="32311"/>
                    <a:pt x="38461" y="32144"/>
                    <a:pt x="37694" y="32011"/>
                  </a:cubicBezTo>
                  <a:lnTo>
                    <a:pt x="37127" y="31977"/>
                  </a:lnTo>
                  <a:lnTo>
                    <a:pt x="36826" y="31944"/>
                  </a:lnTo>
                  <a:lnTo>
                    <a:pt x="36526" y="31944"/>
                  </a:lnTo>
                  <a:lnTo>
                    <a:pt x="35959" y="31977"/>
                  </a:lnTo>
                  <a:cubicBezTo>
                    <a:pt x="35759" y="31977"/>
                    <a:pt x="35592" y="32011"/>
                    <a:pt x="35359" y="32044"/>
                  </a:cubicBezTo>
                  <a:cubicBezTo>
                    <a:pt x="34992" y="32111"/>
                    <a:pt x="34658" y="32278"/>
                    <a:pt x="34291" y="32378"/>
                  </a:cubicBezTo>
                  <a:cubicBezTo>
                    <a:pt x="34124" y="32444"/>
                    <a:pt x="33958" y="32544"/>
                    <a:pt x="33791" y="32645"/>
                  </a:cubicBezTo>
                  <a:lnTo>
                    <a:pt x="33291" y="32945"/>
                  </a:lnTo>
                  <a:cubicBezTo>
                    <a:pt x="32957" y="33145"/>
                    <a:pt x="32657" y="33378"/>
                    <a:pt x="32357" y="33612"/>
                  </a:cubicBezTo>
                  <a:cubicBezTo>
                    <a:pt x="32090" y="33845"/>
                    <a:pt x="31823" y="34146"/>
                    <a:pt x="31589" y="34379"/>
                  </a:cubicBezTo>
                  <a:cubicBezTo>
                    <a:pt x="31289" y="34646"/>
                    <a:pt x="31122" y="34946"/>
                    <a:pt x="30855" y="35213"/>
                  </a:cubicBezTo>
                  <a:lnTo>
                    <a:pt x="30522" y="35647"/>
                  </a:lnTo>
                  <a:lnTo>
                    <a:pt x="30255" y="36147"/>
                  </a:lnTo>
                  <a:cubicBezTo>
                    <a:pt x="29955" y="36814"/>
                    <a:pt x="29688" y="37515"/>
                    <a:pt x="29521" y="38182"/>
                  </a:cubicBezTo>
                  <a:cubicBezTo>
                    <a:pt x="29154" y="39516"/>
                    <a:pt x="28987" y="40951"/>
                    <a:pt x="28354" y="42185"/>
                  </a:cubicBezTo>
                  <a:cubicBezTo>
                    <a:pt x="28287" y="42352"/>
                    <a:pt x="28187" y="42518"/>
                    <a:pt x="28120" y="42652"/>
                  </a:cubicBezTo>
                  <a:cubicBezTo>
                    <a:pt x="28020" y="42819"/>
                    <a:pt x="27953" y="42952"/>
                    <a:pt x="27820" y="43052"/>
                  </a:cubicBezTo>
                  <a:cubicBezTo>
                    <a:pt x="27753" y="43185"/>
                    <a:pt x="27586" y="43286"/>
                    <a:pt x="27453" y="43386"/>
                  </a:cubicBezTo>
                  <a:cubicBezTo>
                    <a:pt x="27320" y="43519"/>
                    <a:pt x="27186" y="43652"/>
                    <a:pt x="27019" y="43719"/>
                  </a:cubicBezTo>
                  <a:cubicBezTo>
                    <a:pt x="26546" y="44104"/>
                    <a:pt x="25968" y="44331"/>
                    <a:pt x="25378" y="44331"/>
                  </a:cubicBezTo>
                  <a:cubicBezTo>
                    <a:pt x="25303" y="44331"/>
                    <a:pt x="25227" y="44327"/>
                    <a:pt x="25151" y="44320"/>
                  </a:cubicBezTo>
                  <a:cubicBezTo>
                    <a:pt x="24484" y="44220"/>
                    <a:pt x="23850" y="43786"/>
                    <a:pt x="23283" y="43352"/>
                  </a:cubicBezTo>
                  <a:cubicBezTo>
                    <a:pt x="22650" y="42952"/>
                    <a:pt x="22083" y="42452"/>
                    <a:pt x="21315" y="42151"/>
                  </a:cubicBezTo>
                  <a:cubicBezTo>
                    <a:pt x="20581" y="41851"/>
                    <a:pt x="19814" y="41651"/>
                    <a:pt x="19014" y="41618"/>
                  </a:cubicBezTo>
                  <a:cubicBezTo>
                    <a:pt x="18902" y="41608"/>
                    <a:pt x="18789" y="41603"/>
                    <a:pt x="18676" y="41603"/>
                  </a:cubicBezTo>
                  <a:cubicBezTo>
                    <a:pt x="18014" y="41603"/>
                    <a:pt x="17334" y="41766"/>
                    <a:pt x="16679" y="42051"/>
                  </a:cubicBezTo>
                  <a:cubicBezTo>
                    <a:pt x="15945" y="42452"/>
                    <a:pt x="15311" y="42952"/>
                    <a:pt x="14777" y="43519"/>
                  </a:cubicBezTo>
                  <a:cubicBezTo>
                    <a:pt x="14244" y="44119"/>
                    <a:pt x="13777" y="44720"/>
                    <a:pt x="13276" y="45320"/>
                  </a:cubicBezTo>
                  <a:cubicBezTo>
                    <a:pt x="12776" y="45954"/>
                    <a:pt x="12276" y="46521"/>
                    <a:pt x="11675" y="46988"/>
                  </a:cubicBezTo>
                  <a:cubicBezTo>
                    <a:pt x="11108" y="47455"/>
                    <a:pt x="10441" y="47789"/>
                    <a:pt x="9674" y="47855"/>
                  </a:cubicBezTo>
                  <a:cubicBezTo>
                    <a:pt x="9507" y="47889"/>
                    <a:pt x="9340" y="47889"/>
                    <a:pt x="9140" y="47889"/>
                  </a:cubicBezTo>
                  <a:cubicBezTo>
                    <a:pt x="8940" y="47889"/>
                    <a:pt x="8773" y="47889"/>
                    <a:pt x="8573" y="47855"/>
                  </a:cubicBezTo>
                  <a:cubicBezTo>
                    <a:pt x="8173" y="47822"/>
                    <a:pt x="7772" y="47722"/>
                    <a:pt x="7339" y="47722"/>
                  </a:cubicBezTo>
                  <a:cubicBezTo>
                    <a:pt x="7243" y="47718"/>
                    <a:pt x="7146" y="47716"/>
                    <a:pt x="7048" y="47716"/>
                  </a:cubicBezTo>
                  <a:cubicBezTo>
                    <a:pt x="6364" y="47716"/>
                    <a:pt x="5637" y="47818"/>
                    <a:pt x="4937" y="48022"/>
                  </a:cubicBezTo>
                  <a:cubicBezTo>
                    <a:pt x="3336" y="48489"/>
                    <a:pt x="1968" y="49557"/>
                    <a:pt x="1134" y="50991"/>
                  </a:cubicBezTo>
                  <a:cubicBezTo>
                    <a:pt x="300" y="52392"/>
                    <a:pt x="0" y="54127"/>
                    <a:pt x="334" y="55728"/>
                  </a:cubicBezTo>
                  <a:cubicBezTo>
                    <a:pt x="667" y="57362"/>
                    <a:pt x="1635" y="58830"/>
                    <a:pt x="2936" y="59831"/>
                  </a:cubicBezTo>
                  <a:cubicBezTo>
                    <a:pt x="4236" y="60831"/>
                    <a:pt x="5671" y="61532"/>
                    <a:pt x="7139" y="62132"/>
                  </a:cubicBezTo>
                  <a:cubicBezTo>
                    <a:pt x="8606" y="62699"/>
                    <a:pt x="10141" y="63133"/>
                    <a:pt x="11642" y="63533"/>
                  </a:cubicBezTo>
                  <a:cubicBezTo>
                    <a:pt x="14644" y="64367"/>
                    <a:pt x="17646" y="65134"/>
                    <a:pt x="20315" y="66469"/>
                  </a:cubicBezTo>
                  <a:cubicBezTo>
                    <a:pt x="20682" y="66569"/>
                    <a:pt x="21015" y="66736"/>
                    <a:pt x="21349" y="66902"/>
                  </a:cubicBezTo>
                  <a:lnTo>
                    <a:pt x="21849" y="67169"/>
                  </a:lnTo>
                  <a:lnTo>
                    <a:pt x="22416" y="67369"/>
                  </a:lnTo>
                  <a:cubicBezTo>
                    <a:pt x="23117" y="67636"/>
                    <a:pt x="23817" y="67903"/>
                    <a:pt x="24518" y="68070"/>
                  </a:cubicBezTo>
                  <a:cubicBezTo>
                    <a:pt x="24918" y="68203"/>
                    <a:pt x="25251" y="68303"/>
                    <a:pt x="25618" y="68370"/>
                  </a:cubicBezTo>
                  <a:cubicBezTo>
                    <a:pt x="25985" y="68403"/>
                    <a:pt x="26319" y="68504"/>
                    <a:pt x="26686" y="68537"/>
                  </a:cubicBezTo>
                  <a:cubicBezTo>
                    <a:pt x="27420" y="68670"/>
                    <a:pt x="28154" y="68670"/>
                    <a:pt x="28854" y="68737"/>
                  </a:cubicBezTo>
                  <a:cubicBezTo>
                    <a:pt x="29099" y="68759"/>
                    <a:pt x="29340" y="68767"/>
                    <a:pt x="29578" y="68767"/>
                  </a:cubicBezTo>
                  <a:cubicBezTo>
                    <a:pt x="30055" y="68767"/>
                    <a:pt x="30522" y="68737"/>
                    <a:pt x="30989" y="68737"/>
                  </a:cubicBezTo>
                  <a:cubicBezTo>
                    <a:pt x="31689" y="68704"/>
                    <a:pt x="32390" y="68670"/>
                    <a:pt x="33090" y="68570"/>
                  </a:cubicBezTo>
                  <a:cubicBezTo>
                    <a:pt x="34458" y="68370"/>
                    <a:pt x="35792" y="68170"/>
                    <a:pt x="37127" y="68137"/>
                  </a:cubicBezTo>
                  <a:cubicBezTo>
                    <a:pt x="37422" y="68114"/>
                    <a:pt x="37715" y="68104"/>
                    <a:pt x="38007" y="68104"/>
                  </a:cubicBezTo>
                  <a:cubicBezTo>
                    <a:pt x="39032" y="68104"/>
                    <a:pt x="40028" y="68236"/>
                    <a:pt x="40963" y="68470"/>
                  </a:cubicBezTo>
                  <a:cubicBezTo>
                    <a:pt x="42197" y="68737"/>
                    <a:pt x="43331" y="69204"/>
                    <a:pt x="44465" y="69671"/>
                  </a:cubicBezTo>
                  <a:cubicBezTo>
                    <a:pt x="45599" y="70171"/>
                    <a:pt x="46667" y="70638"/>
                    <a:pt x="47768" y="71005"/>
                  </a:cubicBezTo>
                  <a:cubicBezTo>
                    <a:pt x="48301" y="71172"/>
                    <a:pt x="48802" y="71372"/>
                    <a:pt x="49335" y="71539"/>
                  </a:cubicBezTo>
                  <a:cubicBezTo>
                    <a:pt x="49836" y="71706"/>
                    <a:pt x="50369" y="71839"/>
                    <a:pt x="50936" y="71906"/>
                  </a:cubicBezTo>
                  <a:cubicBezTo>
                    <a:pt x="53038" y="72306"/>
                    <a:pt x="55039" y="72206"/>
                    <a:pt x="56841" y="72240"/>
                  </a:cubicBezTo>
                  <a:cubicBezTo>
                    <a:pt x="58642" y="72306"/>
                    <a:pt x="60276" y="72373"/>
                    <a:pt x="61544" y="72973"/>
                  </a:cubicBezTo>
                  <a:cubicBezTo>
                    <a:pt x="62812" y="73507"/>
                    <a:pt x="63612" y="74508"/>
                    <a:pt x="63979" y="75375"/>
                  </a:cubicBezTo>
                  <a:cubicBezTo>
                    <a:pt x="64379" y="76242"/>
                    <a:pt x="64513" y="77010"/>
                    <a:pt x="64613" y="77510"/>
                  </a:cubicBezTo>
                  <a:cubicBezTo>
                    <a:pt x="64646" y="77744"/>
                    <a:pt x="64680" y="77977"/>
                    <a:pt x="64680" y="78077"/>
                  </a:cubicBezTo>
                  <a:lnTo>
                    <a:pt x="64680" y="78311"/>
                  </a:lnTo>
                  <a:cubicBezTo>
                    <a:pt x="64713" y="78577"/>
                    <a:pt x="64780" y="78844"/>
                    <a:pt x="64780" y="79044"/>
                  </a:cubicBezTo>
                  <a:cubicBezTo>
                    <a:pt x="64780" y="79245"/>
                    <a:pt x="64813" y="79411"/>
                    <a:pt x="64813" y="79578"/>
                  </a:cubicBezTo>
                  <a:cubicBezTo>
                    <a:pt x="64813" y="79878"/>
                    <a:pt x="64846" y="80045"/>
                    <a:pt x="64880" y="80045"/>
                  </a:cubicBezTo>
                  <a:cubicBezTo>
                    <a:pt x="64946" y="80045"/>
                    <a:pt x="64980" y="79912"/>
                    <a:pt x="64980" y="79645"/>
                  </a:cubicBezTo>
                  <a:lnTo>
                    <a:pt x="64980" y="79078"/>
                  </a:lnTo>
                  <a:cubicBezTo>
                    <a:pt x="64980" y="78878"/>
                    <a:pt x="64980" y="78577"/>
                    <a:pt x="64946" y="78311"/>
                  </a:cubicBezTo>
                  <a:lnTo>
                    <a:pt x="64946" y="78077"/>
                  </a:lnTo>
                  <a:cubicBezTo>
                    <a:pt x="64946" y="77977"/>
                    <a:pt x="64880" y="77777"/>
                    <a:pt x="64846" y="77510"/>
                  </a:cubicBezTo>
                  <a:cubicBezTo>
                    <a:pt x="64780" y="77010"/>
                    <a:pt x="64646" y="76209"/>
                    <a:pt x="64213" y="75308"/>
                  </a:cubicBezTo>
                  <a:cubicBezTo>
                    <a:pt x="63812" y="74374"/>
                    <a:pt x="62978" y="73307"/>
                    <a:pt x="61644" y="72707"/>
                  </a:cubicBezTo>
                  <a:cubicBezTo>
                    <a:pt x="60310" y="72139"/>
                    <a:pt x="58642" y="72006"/>
                    <a:pt x="56841" y="71973"/>
                  </a:cubicBezTo>
                  <a:cubicBezTo>
                    <a:pt x="55039" y="71906"/>
                    <a:pt x="53038" y="72006"/>
                    <a:pt x="50970" y="71639"/>
                  </a:cubicBezTo>
                  <a:cubicBezTo>
                    <a:pt x="50469" y="71539"/>
                    <a:pt x="49936" y="71406"/>
                    <a:pt x="49435" y="71239"/>
                  </a:cubicBezTo>
                  <a:cubicBezTo>
                    <a:pt x="48868" y="71072"/>
                    <a:pt x="48368" y="70905"/>
                    <a:pt x="47834" y="70705"/>
                  </a:cubicBezTo>
                  <a:cubicBezTo>
                    <a:pt x="46800" y="70305"/>
                    <a:pt x="45699" y="69838"/>
                    <a:pt x="44599" y="69371"/>
                  </a:cubicBezTo>
                  <a:cubicBezTo>
                    <a:pt x="43464" y="68904"/>
                    <a:pt x="42297" y="68403"/>
                    <a:pt x="41029" y="68137"/>
                  </a:cubicBezTo>
                  <a:cubicBezTo>
                    <a:pt x="40033" y="67867"/>
                    <a:pt x="38971" y="67750"/>
                    <a:pt x="37897" y="67750"/>
                  </a:cubicBezTo>
                  <a:cubicBezTo>
                    <a:pt x="37641" y="67750"/>
                    <a:pt x="37384" y="67757"/>
                    <a:pt x="37127" y="67770"/>
                  </a:cubicBezTo>
                  <a:cubicBezTo>
                    <a:pt x="35759" y="67803"/>
                    <a:pt x="34425" y="68003"/>
                    <a:pt x="33024" y="68170"/>
                  </a:cubicBezTo>
                  <a:cubicBezTo>
                    <a:pt x="32323" y="68270"/>
                    <a:pt x="31656" y="68303"/>
                    <a:pt x="30956" y="68337"/>
                  </a:cubicBezTo>
                  <a:cubicBezTo>
                    <a:pt x="30489" y="68337"/>
                    <a:pt x="30007" y="68352"/>
                    <a:pt x="29530" y="68352"/>
                  </a:cubicBezTo>
                  <a:cubicBezTo>
                    <a:pt x="29291" y="68352"/>
                    <a:pt x="29054" y="68348"/>
                    <a:pt x="28821" y="68337"/>
                  </a:cubicBezTo>
                  <a:cubicBezTo>
                    <a:pt x="25985" y="68203"/>
                    <a:pt x="23117" y="67436"/>
                    <a:pt x="20448" y="66102"/>
                  </a:cubicBezTo>
                  <a:cubicBezTo>
                    <a:pt x="17746" y="64701"/>
                    <a:pt x="14677" y="63967"/>
                    <a:pt x="11675" y="63133"/>
                  </a:cubicBezTo>
                  <a:cubicBezTo>
                    <a:pt x="10174" y="62699"/>
                    <a:pt x="8673" y="62299"/>
                    <a:pt x="7239" y="61699"/>
                  </a:cubicBezTo>
                  <a:cubicBezTo>
                    <a:pt x="5771" y="61132"/>
                    <a:pt x="4337" y="60464"/>
                    <a:pt x="3136" y="59464"/>
                  </a:cubicBezTo>
                  <a:cubicBezTo>
                    <a:pt x="1935" y="58496"/>
                    <a:pt x="1001" y="57129"/>
                    <a:pt x="734" y="55628"/>
                  </a:cubicBezTo>
                  <a:cubicBezTo>
                    <a:pt x="400" y="54127"/>
                    <a:pt x="667" y="52492"/>
                    <a:pt x="1468" y="51158"/>
                  </a:cubicBezTo>
                  <a:cubicBezTo>
                    <a:pt x="2235" y="49824"/>
                    <a:pt x="3569" y="48823"/>
                    <a:pt x="5004" y="48423"/>
                  </a:cubicBezTo>
                  <a:cubicBezTo>
                    <a:pt x="5649" y="48226"/>
                    <a:pt x="6319" y="48148"/>
                    <a:pt x="6952" y="48148"/>
                  </a:cubicBezTo>
                  <a:cubicBezTo>
                    <a:pt x="7071" y="48148"/>
                    <a:pt x="7189" y="48150"/>
                    <a:pt x="7305" y="48156"/>
                  </a:cubicBezTo>
                  <a:cubicBezTo>
                    <a:pt x="7739" y="48156"/>
                    <a:pt x="8073" y="48256"/>
                    <a:pt x="8473" y="48289"/>
                  </a:cubicBezTo>
                  <a:cubicBezTo>
                    <a:pt x="8673" y="48322"/>
                    <a:pt x="8906" y="48322"/>
                    <a:pt x="9107" y="48322"/>
                  </a:cubicBezTo>
                  <a:cubicBezTo>
                    <a:pt x="9307" y="48322"/>
                    <a:pt x="9507" y="48322"/>
                    <a:pt x="9740" y="48289"/>
                  </a:cubicBezTo>
                  <a:cubicBezTo>
                    <a:pt x="10574" y="48156"/>
                    <a:pt x="11342" y="47789"/>
                    <a:pt x="11975" y="47288"/>
                  </a:cubicBezTo>
                  <a:cubicBezTo>
                    <a:pt x="12609" y="46788"/>
                    <a:pt x="13143" y="46188"/>
                    <a:pt x="13643" y="45587"/>
                  </a:cubicBezTo>
                  <a:cubicBezTo>
                    <a:pt x="14611" y="44353"/>
                    <a:pt x="15578" y="43085"/>
                    <a:pt x="16912" y="42452"/>
                  </a:cubicBezTo>
                  <a:cubicBezTo>
                    <a:pt x="17467" y="42202"/>
                    <a:pt x="18044" y="42068"/>
                    <a:pt x="18644" y="42068"/>
                  </a:cubicBezTo>
                  <a:cubicBezTo>
                    <a:pt x="18767" y="42068"/>
                    <a:pt x="18890" y="42073"/>
                    <a:pt x="19014" y="42085"/>
                  </a:cubicBezTo>
                  <a:cubicBezTo>
                    <a:pt x="19748" y="42118"/>
                    <a:pt x="20481" y="42318"/>
                    <a:pt x="21149" y="42585"/>
                  </a:cubicBezTo>
                  <a:cubicBezTo>
                    <a:pt x="21816" y="42852"/>
                    <a:pt x="22416" y="43286"/>
                    <a:pt x="23017" y="43753"/>
                  </a:cubicBezTo>
                  <a:cubicBezTo>
                    <a:pt x="23650" y="44186"/>
                    <a:pt x="24284" y="44653"/>
                    <a:pt x="25118" y="44787"/>
                  </a:cubicBezTo>
                  <a:cubicBezTo>
                    <a:pt x="25225" y="44804"/>
                    <a:pt x="25335" y="44813"/>
                    <a:pt x="25445" y="44813"/>
                  </a:cubicBezTo>
                  <a:cubicBezTo>
                    <a:pt x="25746" y="44813"/>
                    <a:pt x="26050" y="44751"/>
                    <a:pt x="26319" y="44653"/>
                  </a:cubicBezTo>
                  <a:cubicBezTo>
                    <a:pt x="26519" y="44553"/>
                    <a:pt x="26686" y="44486"/>
                    <a:pt x="26853" y="44420"/>
                  </a:cubicBezTo>
                  <a:cubicBezTo>
                    <a:pt x="27019" y="44320"/>
                    <a:pt x="27186" y="44186"/>
                    <a:pt x="27353" y="44119"/>
                  </a:cubicBezTo>
                  <a:cubicBezTo>
                    <a:pt x="27520" y="44019"/>
                    <a:pt x="27653" y="43919"/>
                    <a:pt x="27820" y="43786"/>
                  </a:cubicBezTo>
                  <a:cubicBezTo>
                    <a:pt x="27953" y="43686"/>
                    <a:pt x="28120" y="43586"/>
                    <a:pt x="28254" y="43419"/>
                  </a:cubicBezTo>
                  <a:cubicBezTo>
                    <a:pt x="28354" y="43286"/>
                    <a:pt x="28487" y="43119"/>
                    <a:pt x="28587" y="42952"/>
                  </a:cubicBezTo>
                  <a:cubicBezTo>
                    <a:pt x="28687" y="42785"/>
                    <a:pt x="28787" y="42618"/>
                    <a:pt x="28854" y="42452"/>
                  </a:cubicBezTo>
                  <a:cubicBezTo>
                    <a:pt x="29521" y="41084"/>
                    <a:pt x="29688" y="39650"/>
                    <a:pt x="30088" y="38315"/>
                  </a:cubicBezTo>
                  <a:cubicBezTo>
                    <a:pt x="30288" y="37648"/>
                    <a:pt x="30489" y="37014"/>
                    <a:pt x="30789" y="36414"/>
                  </a:cubicBezTo>
                  <a:lnTo>
                    <a:pt x="31022" y="35947"/>
                  </a:lnTo>
                  <a:lnTo>
                    <a:pt x="31356" y="35513"/>
                  </a:lnTo>
                  <a:cubicBezTo>
                    <a:pt x="31589" y="35280"/>
                    <a:pt x="31789" y="34980"/>
                    <a:pt x="32023" y="34746"/>
                  </a:cubicBezTo>
                  <a:cubicBezTo>
                    <a:pt x="32957" y="33679"/>
                    <a:pt x="34158" y="32811"/>
                    <a:pt x="35592" y="32578"/>
                  </a:cubicBezTo>
                  <a:cubicBezTo>
                    <a:pt x="35792" y="32578"/>
                    <a:pt x="35959" y="32511"/>
                    <a:pt x="36126" y="32478"/>
                  </a:cubicBezTo>
                  <a:lnTo>
                    <a:pt x="36660" y="32444"/>
                  </a:lnTo>
                  <a:lnTo>
                    <a:pt x="36926" y="32444"/>
                  </a:lnTo>
                  <a:lnTo>
                    <a:pt x="37160" y="32478"/>
                  </a:lnTo>
                  <a:lnTo>
                    <a:pt x="37727" y="32511"/>
                  </a:lnTo>
                  <a:cubicBezTo>
                    <a:pt x="38461" y="32611"/>
                    <a:pt x="39161" y="32778"/>
                    <a:pt x="39895" y="33011"/>
                  </a:cubicBezTo>
                  <a:cubicBezTo>
                    <a:pt x="41330" y="33478"/>
                    <a:pt x="42764" y="34079"/>
                    <a:pt x="44198" y="34513"/>
                  </a:cubicBezTo>
                  <a:cubicBezTo>
                    <a:pt x="44966" y="34746"/>
                    <a:pt x="45733" y="34980"/>
                    <a:pt x="46500" y="35113"/>
                  </a:cubicBezTo>
                  <a:cubicBezTo>
                    <a:pt x="46878" y="35176"/>
                    <a:pt x="47263" y="35209"/>
                    <a:pt x="47649" y="35209"/>
                  </a:cubicBezTo>
                  <a:cubicBezTo>
                    <a:pt x="48081" y="35209"/>
                    <a:pt x="48512" y="35168"/>
                    <a:pt x="48935" y="35080"/>
                  </a:cubicBezTo>
                  <a:cubicBezTo>
                    <a:pt x="49702" y="34913"/>
                    <a:pt x="50469" y="34479"/>
                    <a:pt x="51103" y="33945"/>
                  </a:cubicBezTo>
                  <a:cubicBezTo>
                    <a:pt x="51670" y="33412"/>
                    <a:pt x="52171" y="32778"/>
                    <a:pt x="52604" y="32077"/>
                  </a:cubicBezTo>
                  <a:cubicBezTo>
                    <a:pt x="53438" y="30676"/>
                    <a:pt x="54005" y="29175"/>
                    <a:pt x="54672" y="27774"/>
                  </a:cubicBezTo>
                  <a:cubicBezTo>
                    <a:pt x="55006" y="27007"/>
                    <a:pt x="55406" y="26340"/>
                    <a:pt x="55773" y="25640"/>
                  </a:cubicBezTo>
                  <a:cubicBezTo>
                    <a:pt x="56174" y="24972"/>
                    <a:pt x="56641" y="24305"/>
                    <a:pt x="57141" y="23705"/>
                  </a:cubicBezTo>
                  <a:cubicBezTo>
                    <a:pt x="58142" y="22571"/>
                    <a:pt x="59443" y="21603"/>
                    <a:pt x="60810" y="20836"/>
                  </a:cubicBezTo>
                  <a:cubicBezTo>
                    <a:pt x="62245" y="20036"/>
                    <a:pt x="63679" y="19435"/>
                    <a:pt x="65113" y="18701"/>
                  </a:cubicBezTo>
                  <a:cubicBezTo>
                    <a:pt x="66581" y="18001"/>
                    <a:pt x="67949" y="17234"/>
                    <a:pt x="69250" y="16266"/>
                  </a:cubicBezTo>
                  <a:cubicBezTo>
                    <a:pt x="70517" y="15299"/>
                    <a:pt x="71618" y="14198"/>
                    <a:pt x="72819" y="13231"/>
                  </a:cubicBezTo>
                  <a:cubicBezTo>
                    <a:pt x="73986" y="12197"/>
                    <a:pt x="75254" y="11296"/>
                    <a:pt x="76588" y="10595"/>
                  </a:cubicBezTo>
                  <a:cubicBezTo>
                    <a:pt x="77255" y="10229"/>
                    <a:pt x="77956" y="9928"/>
                    <a:pt x="78656" y="9661"/>
                  </a:cubicBezTo>
                  <a:cubicBezTo>
                    <a:pt x="79357" y="9461"/>
                    <a:pt x="80091" y="9295"/>
                    <a:pt x="80824" y="9194"/>
                  </a:cubicBezTo>
                  <a:cubicBezTo>
                    <a:pt x="81191" y="9161"/>
                    <a:pt x="81592" y="9128"/>
                    <a:pt x="81959" y="9128"/>
                  </a:cubicBezTo>
                  <a:cubicBezTo>
                    <a:pt x="82326" y="9094"/>
                    <a:pt x="82692" y="9094"/>
                    <a:pt x="83093" y="9061"/>
                  </a:cubicBezTo>
                  <a:cubicBezTo>
                    <a:pt x="83827" y="8994"/>
                    <a:pt x="84527" y="8928"/>
                    <a:pt x="85294" y="8828"/>
                  </a:cubicBezTo>
                  <a:cubicBezTo>
                    <a:pt x="86762" y="8627"/>
                    <a:pt x="88196" y="8294"/>
                    <a:pt x="89531" y="7727"/>
                  </a:cubicBezTo>
                  <a:cubicBezTo>
                    <a:pt x="92199" y="6459"/>
                    <a:pt x="94267" y="4524"/>
                    <a:pt x="96536" y="3190"/>
                  </a:cubicBezTo>
                  <a:cubicBezTo>
                    <a:pt x="97670" y="2490"/>
                    <a:pt x="98837" y="1923"/>
                    <a:pt x="100005" y="1456"/>
                  </a:cubicBezTo>
                  <a:cubicBezTo>
                    <a:pt x="101172" y="989"/>
                    <a:pt x="102340" y="655"/>
                    <a:pt x="103541" y="555"/>
                  </a:cubicBezTo>
                  <a:cubicBezTo>
                    <a:pt x="104092" y="492"/>
                    <a:pt x="104643" y="459"/>
                    <a:pt x="105191" y="459"/>
                  </a:cubicBezTo>
                  <a:cubicBezTo>
                    <a:pt x="105803" y="459"/>
                    <a:pt x="106411" y="500"/>
                    <a:pt x="107010" y="588"/>
                  </a:cubicBezTo>
                  <a:cubicBezTo>
                    <a:pt x="107544" y="622"/>
                    <a:pt x="108111" y="788"/>
                    <a:pt x="108644" y="922"/>
                  </a:cubicBezTo>
                  <a:cubicBezTo>
                    <a:pt x="109178" y="1089"/>
                    <a:pt x="109678" y="1255"/>
                    <a:pt x="110179" y="1422"/>
                  </a:cubicBezTo>
                  <a:cubicBezTo>
                    <a:pt x="112180" y="2156"/>
                    <a:pt x="113848" y="3157"/>
                    <a:pt x="115383" y="4124"/>
                  </a:cubicBezTo>
                  <a:cubicBezTo>
                    <a:pt x="118518" y="5925"/>
                    <a:pt x="121487" y="6493"/>
                    <a:pt x="123455" y="6626"/>
                  </a:cubicBezTo>
                  <a:cubicBezTo>
                    <a:pt x="123855" y="6679"/>
                    <a:pt x="124213" y="6695"/>
                    <a:pt x="124532" y="6695"/>
                  </a:cubicBezTo>
                  <a:cubicBezTo>
                    <a:pt x="125011" y="6695"/>
                    <a:pt x="125403" y="6659"/>
                    <a:pt x="125723" y="6659"/>
                  </a:cubicBezTo>
                  <a:lnTo>
                    <a:pt x="126324" y="6659"/>
                  </a:lnTo>
                  <a:cubicBezTo>
                    <a:pt x="126457" y="6626"/>
                    <a:pt x="126524" y="6626"/>
                    <a:pt x="126524" y="6626"/>
                  </a:cubicBezTo>
                  <a:cubicBezTo>
                    <a:pt x="128354" y="6391"/>
                    <a:pt x="128729" y="6217"/>
                    <a:pt x="127618" y="6217"/>
                  </a:cubicBezTo>
                  <a:cubicBezTo>
                    <a:pt x="127311" y="6217"/>
                    <a:pt x="126891" y="6230"/>
                    <a:pt x="126357" y="6259"/>
                  </a:cubicBezTo>
                  <a:cubicBezTo>
                    <a:pt x="126357" y="6259"/>
                    <a:pt x="126257" y="6292"/>
                    <a:pt x="126157" y="6292"/>
                  </a:cubicBezTo>
                  <a:lnTo>
                    <a:pt x="125556" y="6292"/>
                  </a:lnTo>
                  <a:cubicBezTo>
                    <a:pt x="125271" y="6292"/>
                    <a:pt x="124908" y="6314"/>
                    <a:pt x="124464" y="6314"/>
                  </a:cubicBezTo>
                  <a:cubicBezTo>
                    <a:pt x="124130" y="6314"/>
                    <a:pt x="123750" y="6302"/>
                    <a:pt x="123322" y="6259"/>
                  </a:cubicBezTo>
                  <a:cubicBezTo>
                    <a:pt x="121387" y="6126"/>
                    <a:pt x="118518" y="5525"/>
                    <a:pt x="115383" y="3757"/>
                  </a:cubicBezTo>
                  <a:cubicBezTo>
                    <a:pt x="113848" y="2823"/>
                    <a:pt x="112147" y="1756"/>
                    <a:pt x="110145" y="989"/>
                  </a:cubicBezTo>
                  <a:cubicBezTo>
                    <a:pt x="109645" y="822"/>
                    <a:pt x="109145" y="655"/>
                    <a:pt x="108578" y="488"/>
                  </a:cubicBezTo>
                  <a:cubicBezTo>
                    <a:pt x="108044" y="355"/>
                    <a:pt x="107510" y="188"/>
                    <a:pt x="106910" y="155"/>
                  </a:cubicBezTo>
                  <a:cubicBezTo>
                    <a:pt x="106334" y="50"/>
                    <a:pt x="105722" y="0"/>
                    <a:pt x="105098"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62" name="Google Shape;2862;p24"/>
            <p:cNvSpPr/>
            <p:nvPr/>
          </p:nvSpPr>
          <p:spPr>
            <a:xfrm>
              <a:off x="4704375" y="4670050"/>
              <a:ext cx="445325" cy="247475"/>
            </a:xfrm>
            <a:custGeom>
              <a:avLst/>
              <a:gdLst/>
              <a:ahLst/>
              <a:cxnLst/>
              <a:rect l="l" t="t" r="r" b="b"/>
              <a:pathLst>
                <a:path w="17813" h="9899" extrusionOk="0">
                  <a:moveTo>
                    <a:pt x="3546" y="0"/>
                  </a:moveTo>
                  <a:cubicBezTo>
                    <a:pt x="2909" y="0"/>
                    <a:pt x="2293" y="245"/>
                    <a:pt x="1868" y="617"/>
                  </a:cubicBezTo>
                  <a:cubicBezTo>
                    <a:pt x="1268" y="1051"/>
                    <a:pt x="967" y="1651"/>
                    <a:pt x="701" y="2151"/>
                  </a:cubicBezTo>
                  <a:cubicBezTo>
                    <a:pt x="467" y="2685"/>
                    <a:pt x="267" y="3152"/>
                    <a:pt x="200" y="3552"/>
                  </a:cubicBezTo>
                  <a:cubicBezTo>
                    <a:pt x="133" y="3986"/>
                    <a:pt x="67" y="4320"/>
                    <a:pt x="33" y="4520"/>
                  </a:cubicBezTo>
                  <a:cubicBezTo>
                    <a:pt x="0" y="4720"/>
                    <a:pt x="0" y="4853"/>
                    <a:pt x="0" y="4853"/>
                  </a:cubicBezTo>
                  <a:cubicBezTo>
                    <a:pt x="0" y="4995"/>
                    <a:pt x="94" y="5071"/>
                    <a:pt x="187" y="5071"/>
                  </a:cubicBezTo>
                  <a:cubicBezTo>
                    <a:pt x="270" y="5071"/>
                    <a:pt x="351" y="5012"/>
                    <a:pt x="367" y="4887"/>
                  </a:cubicBezTo>
                  <a:cubicBezTo>
                    <a:pt x="367" y="4887"/>
                    <a:pt x="367" y="4787"/>
                    <a:pt x="400" y="4553"/>
                  </a:cubicBezTo>
                  <a:cubicBezTo>
                    <a:pt x="467" y="4353"/>
                    <a:pt x="500" y="4019"/>
                    <a:pt x="634" y="3653"/>
                  </a:cubicBezTo>
                  <a:cubicBezTo>
                    <a:pt x="701" y="3286"/>
                    <a:pt x="867" y="2819"/>
                    <a:pt x="1101" y="2352"/>
                  </a:cubicBezTo>
                  <a:cubicBezTo>
                    <a:pt x="1368" y="1885"/>
                    <a:pt x="1701" y="1384"/>
                    <a:pt x="2168" y="1051"/>
                  </a:cubicBezTo>
                  <a:cubicBezTo>
                    <a:pt x="2526" y="795"/>
                    <a:pt x="2962" y="638"/>
                    <a:pt x="3431" y="638"/>
                  </a:cubicBezTo>
                  <a:cubicBezTo>
                    <a:pt x="3574" y="638"/>
                    <a:pt x="3721" y="652"/>
                    <a:pt x="3869" y="684"/>
                  </a:cubicBezTo>
                  <a:cubicBezTo>
                    <a:pt x="4036" y="717"/>
                    <a:pt x="4170" y="784"/>
                    <a:pt x="4336" y="817"/>
                  </a:cubicBezTo>
                  <a:cubicBezTo>
                    <a:pt x="4470" y="817"/>
                    <a:pt x="4470" y="851"/>
                    <a:pt x="4537" y="884"/>
                  </a:cubicBezTo>
                  <a:cubicBezTo>
                    <a:pt x="4570" y="951"/>
                    <a:pt x="4670" y="984"/>
                    <a:pt x="4703" y="1017"/>
                  </a:cubicBezTo>
                  <a:cubicBezTo>
                    <a:pt x="4904" y="1217"/>
                    <a:pt x="5137" y="1518"/>
                    <a:pt x="5270" y="1818"/>
                  </a:cubicBezTo>
                  <a:cubicBezTo>
                    <a:pt x="5504" y="2118"/>
                    <a:pt x="5671" y="2452"/>
                    <a:pt x="5904" y="2785"/>
                  </a:cubicBezTo>
                  <a:cubicBezTo>
                    <a:pt x="6038" y="2885"/>
                    <a:pt x="6171" y="3052"/>
                    <a:pt x="6371" y="3186"/>
                  </a:cubicBezTo>
                  <a:cubicBezTo>
                    <a:pt x="6471" y="3286"/>
                    <a:pt x="6538" y="3286"/>
                    <a:pt x="6671" y="3352"/>
                  </a:cubicBezTo>
                  <a:cubicBezTo>
                    <a:pt x="6838" y="3386"/>
                    <a:pt x="6872" y="3386"/>
                    <a:pt x="7005" y="3452"/>
                  </a:cubicBezTo>
                  <a:lnTo>
                    <a:pt x="7305" y="3486"/>
                  </a:lnTo>
                  <a:lnTo>
                    <a:pt x="7572" y="3486"/>
                  </a:lnTo>
                  <a:cubicBezTo>
                    <a:pt x="7772" y="3486"/>
                    <a:pt x="7939" y="3452"/>
                    <a:pt x="8173" y="3386"/>
                  </a:cubicBezTo>
                  <a:cubicBezTo>
                    <a:pt x="8339" y="3352"/>
                    <a:pt x="8506" y="3286"/>
                    <a:pt x="8673" y="3186"/>
                  </a:cubicBezTo>
                  <a:cubicBezTo>
                    <a:pt x="8840" y="3152"/>
                    <a:pt x="9006" y="3052"/>
                    <a:pt x="9107" y="2985"/>
                  </a:cubicBezTo>
                  <a:cubicBezTo>
                    <a:pt x="9407" y="2852"/>
                    <a:pt x="9674" y="2719"/>
                    <a:pt x="9940" y="2652"/>
                  </a:cubicBezTo>
                  <a:lnTo>
                    <a:pt x="10174" y="2618"/>
                  </a:lnTo>
                  <a:cubicBezTo>
                    <a:pt x="10241" y="2552"/>
                    <a:pt x="10341" y="2552"/>
                    <a:pt x="10407" y="2552"/>
                  </a:cubicBezTo>
                  <a:lnTo>
                    <a:pt x="10874" y="2552"/>
                  </a:lnTo>
                  <a:cubicBezTo>
                    <a:pt x="11041" y="2552"/>
                    <a:pt x="11175" y="2618"/>
                    <a:pt x="11341" y="2618"/>
                  </a:cubicBezTo>
                  <a:cubicBezTo>
                    <a:pt x="11475" y="2652"/>
                    <a:pt x="11642" y="2685"/>
                    <a:pt x="11742" y="2785"/>
                  </a:cubicBezTo>
                  <a:cubicBezTo>
                    <a:pt x="12042" y="2885"/>
                    <a:pt x="12309" y="3119"/>
                    <a:pt x="12509" y="3352"/>
                  </a:cubicBezTo>
                  <a:cubicBezTo>
                    <a:pt x="12909" y="3853"/>
                    <a:pt x="13209" y="4520"/>
                    <a:pt x="13476" y="5154"/>
                  </a:cubicBezTo>
                  <a:cubicBezTo>
                    <a:pt x="13710" y="5787"/>
                    <a:pt x="13910" y="6455"/>
                    <a:pt x="14143" y="7055"/>
                  </a:cubicBezTo>
                  <a:cubicBezTo>
                    <a:pt x="14344" y="7689"/>
                    <a:pt x="14544" y="8289"/>
                    <a:pt x="14877" y="8790"/>
                  </a:cubicBezTo>
                  <a:cubicBezTo>
                    <a:pt x="15211" y="9223"/>
                    <a:pt x="15645" y="9657"/>
                    <a:pt x="16078" y="9790"/>
                  </a:cubicBezTo>
                  <a:cubicBezTo>
                    <a:pt x="16312" y="9874"/>
                    <a:pt x="16512" y="9899"/>
                    <a:pt x="16687" y="9899"/>
                  </a:cubicBezTo>
                  <a:cubicBezTo>
                    <a:pt x="16862" y="9899"/>
                    <a:pt x="17012" y="9874"/>
                    <a:pt x="17146" y="9857"/>
                  </a:cubicBezTo>
                  <a:cubicBezTo>
                    <a:pt x="17379" y="9824"/>
                    <a:pt x="17513" y="9790"/>
                    <a:pt x="17513" y="9790"/>
                  </a:cubicBezTo>
                  <a:cubicBezTo>
                    <a:pt x="17813" y="9657"/>
                    <a:pt x="17679" y="9357"/>
                    <a:pt x="17446" y="9290"/>
                  </a:cubicBezTo>
                  <a:cubicBezTo>
                    <a:pt x="17446" y="9273"/>
                    <a:pt x="17440" y="9267"/>
                    <a:pt x="17427" y="9267"/>
                  </a:cubicBezTo>
                  <a:cubicBezTo>
                    <a:pt x="17387" y="9267"/>
                    <a:pt x="17287" y="9323"/>
                    <a:pt x="17112" y="9323"/>
                  </a:cubicBezTo>
                  <a:cubicBezTo>
                    <a:pt x="17046" y="9334"/>
                    <a:pt x="16968" y="9342"/>
                    <a:pt x="16881" y="9342"/>
                  </a:cubicBezTo>
                  <a:cubicBezTo>
                    <a:pt x="16708" y="9342"/>
                    <a:pt x="16501" y="9312"/>
                    <a:pt x="16278" y="9223"/>
                  </a:cubicBezTo>
                  <a:cubicBezTo>
                    <a:pt x="15945" y="9123"/>
                    <a:pt x="15645" y="8823"/>
                    <a:pt x="15378" y="8356"/>
                  </a:cubicBezTo>
                  <a:cubicBezTo>
                    <a:pt x="15077" y="7889"/>
                    <a:pt x="14911" y="7355"/>
                    <a:pt x="14711" y="6721"/>
                  </a:cubicBezTo>
                  <a:cubicBezTo>
                    <a:pt x="14544" y="6154"/>
                    <a:pt x="14377" y="5454"/>
                    <a:pt x="14110" y="4787"/>
                  </a:cubicBezTo>
                  <a:cubicBezTo>
                    <a:pt x="13877" y="4120"/>
                    <a:pt x="13576" y="3386"/>
                    <a:pt x="13076" y="2785"/>
                  </a:cubicBezTo>
                  <a:cubicBezTo>
                    <a:pt x="12576" y="2151"/>
                    <a:pt x="11742" y="1718"/>
                    <a:pt x="10941" y="1718"/>
                  </a:cubicBezTo>
                  <a:cubicBezTo>
                    <a:pt x="10841" y="1701"/>
                    <a:pt x="10741" y="1693"/>
                    <a:pt x="10645" y="1693"/>
                  </a:cubicBezTo>
                  <a:cubicBezTo>
                    <a:pt x="10549" y="1693"/>
                    <a:pt x="10458" y="1701"/>
                    <a:pt x="10374" y="1718"/>
                  </a:cubicBezTo>
                  <a:cubicBezTo>
                    <a:pt x="10241" y="1785"/>
                    <a:pt x="10174" y="1785"/>
                    <a:pt x="10074" y="1785"/>
                  </a:cubicBezTo>
                  <a:lnTo>
                    <a:pt x="9807" y="1851"/>
                  </a:lnTo>
                  <a:cubicBezTo>
                    <a:pt x="9440" y="1985"/>
                    <a:pt x="9107" y="2151"/>
                    <a:pt x="8840" y="2285"/>
                  </a:cubicBezTo>
                  <a:cubicBezTo>
                    <a:pt x="8394" y="2547"/>
                    <a:pt x="7969" y="2727"/>
                    <a:pt x="7531" y="2727"/>
                  </a:cubicBezTo>
                  <a:cubicBezTo>
                    <a:pt x="7413" y="2727"/>
                    <a:pt x="7293" y="2714"/>
                    <a:pt x="7172" y="2685"/>
                  </a:cubicBezTo>
                  <a:cubicBezTo>
                    <a:pt x="6671" y="2685"/>
                    <a:pt x="6271" y="2051"/>
                    <a:pt x="5904" y="1451"/>
                  </a:cubicBezTo>
                  <a:cubicBezTo>
                    <a:pt x="5704" y="1151"/>
                    <a:pt x="5504" y="817"/>
                    <a:pt x="5170" y="517"/>
                  </a:cubicBezTo>
                  <a:cubicBezTo>
                    <a:pt x="5104" y="450"/>
                    <a:pt x="5004" y="350"/>
                    <a:pt x="4904" y="317"/>
                  </a:cubicBezTo>
                  <a:cubicBezTo>
                    <a:pt x="4837" y="283"/>
                    <a:pt x="4703" y="183"/>
                    <a:pt x="4603" y="183"/>
                  </a:cubicBezTo>
                  <a:cubicBezTo>
                    <a:pt x="4403" y="150"/>
                    <a:pt x="4236" y="117"/>
                    <a:pt x="4036" y="50"/>
                  </a:cubicBezTo>
                  <a:cubicBezTo>
                    <a:pt x="3873" y="16"/>
                    <a:pt x="3709" y="0"/>
                    <a:pt x="3546"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63" name="Google Shape;2863;p24"/>
            <p:cNvSpPr/>
            <p:nvPr/>
          </p:nvSpPr>
          <p:spPr>
            <a:xfrm>
              <a:off x="5421850" y="4209600"/>
              <a:ext cx="394975" cy="193250"/>
            </a:xfrm>
            <a:custGeom>
              <a:avLst/>
              <a:gdLst/>
              <a:ahLst/>
              <a:cxnLst/>
              <a:rect l="l" t="t" r="r" b="b"/>
              <a:pathLst>
                <a:path w="15799" h="7730" extrusionOk="0">
                  <a:moveTo>
                    <a:pt x="2764" y="0"/>
                  </a:moveTo>
                  <a:cubicBezTo>
                    <a:pt x="2541" y="0"/>
                    <a:pt x="2325" y="26"/>
                    <a:pt x="2123" y="88"/>
                  </a:cubicBezTo>
                  <a:cubicBezTo>
                    <a:pt x="1656" y="222"/>
                    <a:pt x="1222" y="455"/>
                    <a:pt x="989" y="755"/>
                  </a:cubicBezTo>
                  <a:cubicBezTo>
                    <a:pt x="722" y="1055"/>
                    <a:pt x="555" y="1389"/>
                    <a:pt x="455" y="1623"/>
                  </a:cubicBezTo>
                  <a:cubicBezTo>
                    <a:pt x="322" y="1923"/>
                    <a:pt x="222" y="2123"/>
                    <a:pt x="188" y="2323"/>
                  </a:cubicBezTo>
                  <a:cubicBezTo>
                    <a:pt x="55" y="2757"/>
                    <a:pt x="22" y="2957"/>
                    <a:pt x="22" y="2957"/>
                  </a:cubicBezTo>
                  <a:cubicBezTo>
                    <a:pt x="1" y="3081"/>
                    <a:pt x="133" y="3166"/>
                    <a:pt x="245" y="3166"/>
                  </a:cubicBezTo>
                  <a:cubicBezTo>
                    <a:pt x="314" y="3166"/>
                    <a:pt x="376" y="3133"/>
                    <a:pt x="388" y="3057"/>
                  </a:cubicBezTo>
                  <a:cubicBezTo>
                    <a:pt x="388" y="3057"/>
                    <a:pt x="455" y="2823"/>
                    <a:pt x="555" y="2456"/>
                  </a:cubicBezTo>
                  <a:cubicBezTo>
                    <a:pt x="722" y="2090"/>
                    <a:pt x="889" y="1556"/>
                    <a:pt x="1356" y="1089"/>
                  </a:cubicBezTo>
                  <a:cubicBezTo>
                    <a:pt x="1556" y="822"/>
                    <a:pt x="1856" y="655"/>
                    <a:pt x="2223" y="588"/>
                  </a:cubicBezTo>
                  <a:cubicBezTo>
                    <a:pt x="2409" y="542"/>
                    <a:pt x="2595" y="517"/>
                    <a:pt x="2784" y="517"/>
                  </a:cubicBezTo>
                  <a:cubicBezTo>
                    <a:pt x="3002" y="517"/>
                    <a:pt x="3225" y="550"/>
                    <a:pt x="3457" y="622"/>
                  </a:cubicBezTo>
                  <a:lnTo>
                    <a:pt x="3624" y="689"/>
                  </a:lnTo>
                  <a:cubicBezTo>
                    <a:pt x="3624" y="689"/>
                    <a:pt x="3657" y="689"/>
                    <a:pt x="3691" y="722"/>
                  </a:cubicBezTo>
                  <a:cubicBezTo>
                    <a:pt x="3791" y="789"/>
                    <a:pt x="3858" y="855"/>
                    <a:pt x="3958" y="922"/>
                  </a:cubicBezTo>
                  <a:cubicBezTo>
                    <a:pt x="4124" y="1055"/>
                    <a:pt x="4291" y="1256"/>
                    <a:pt x="4458" y="1422"/>
                  </a:cubicBezTo>
                  <a:cubicBezTo>
                    <a:pt x="4792" y="1789"/>
                    <a:pt x="5225" y="2256"/>
                    <a:pt x="5892" y="2390"/>
                  </a:cubicBezTo>
                  <a:lnTo>
                    <a:pt x="5859" y="2390"/>
                  </a:lnTo>
                  <a:cubicBezTo>
                    <a:pt x="5992" y="2423"/>
                    <a:pt x="6193" y="2523"/>
                    <a:pt x="6459" y="2523"/>
                  </a:cubicBezTo>
                  <a:cubicBezTo>
                    <a:pt x="6693" y="2523"/>
                    <a:pt x="6993" y="2456"/>
                    <a:pt x="7293" y="2356"/>
                  </a:cubicBezTo>
                  <a:cubicBezTo>
                    <a:pt x="7860" y="2123"/>
                    <a:pt x="8361" y="1756"/>
                    <a:pt x="8828" y="1623"/>
                  </a:cubicBezTo>
                  <a:cubicBezTo>
                    <a:pt x="8895" y="1623"/>
                    <a:pt x="8961" y="1589"/>
                    <a:pt x="8995" y="1589"/>
                  </a:cubicBezTo>
                  <a:lnTo>
                    <a:pt x="9128" y="1589"/>
                  </a:lnTo>
                  <a:cubicBezTo>
                    <a:pt x="9228" y="1623"/>
                    <a:pt x="9362" y="1623"/>
                    <a:pt x="9495" y="1689"/>
                  </a:cubicBezTo>
                  <a:cubicBezTo>
                    <a:pt x="9728" y="1756"/>
                    <a:pt x="9995" y="1789"/>
                    <a:pt x="10129" y="1956"/>
                  </a:cubicBezTo>
                  <a:cubicBezTo>
                    <a:pt x="10462" y="2223"/>
                    <a:pt x="10396" y="2790"/>
                    <a:pt x="10362" y="3424"/>
                  </a:cubicBezTo>
                  <a:cubicBezTo>
                    <a:pt x="10362" y="3724"/>
                    <a:pt x="10362" y="4058"/>
                    <a:pt x="10396" y="4391"/>
                  </a:cubicBezTo>
                  <a:cubicBezTo>
                    <a:pt x="10462" y="4725"/>
                    <a:pt x="10529" y="5058"/>
                    <a:pt x="10696" y="5359"/>
                  </a:cubicBezTo>
                  <a:cubicBezTo>
                    <a:pt x="11029" y="5926"/>
                    <a:pt x="11463" y="6359"/>
                    <a:pt x="11897" y="6726"/>
                  </a:cubicBezTo>
                  <a:cubicBezTo>
                    <a:pt x="12667" y="7325"/>
                    <a:pt x="13511" y="7729"/>
                    <a:pt x="14219" y="7729"/>
                  </a:cubicBezTo>
                  <a:cubicBezTo>
                    <a:pt x="14338" y="7729"/>
                    <a:pt x="14454" y="7718"/>
                    <a:pt x="14565" y="7694"/>
                  </a:cubicBezTo>
                  <a:cubicBezTo>
                    <a:pt x="14799" y="7694"/>
                    <a:pt x="14932" y="7593"/>
                    <a:pt x="15066" y="7560"/>
                  </a:cubicBezTo>
                  <a:cubicBezTo>
                    <a:pt x="15199" y="7460"/>
                    <a:pt x="15332" y="7393"/>
                    <a:pt x="15399" y="7360"/>
                  </a:cubicBezTo>
                  <a:cubicBezTo>
                    <a:pt x="15566" y="7227"/>
                    <a:pt x="15666" y="7126"/>
                    <a:pt x="15666" y="7126"/>
                  </a:cubicBezTo>
                  <a:cubicBezTo>
                    <a:pt x="15798" y="6968"/>
                    <a:pt x="15658" y="6830"/>
                    <a:pt x="15477" y="6830"/>
                  </a:cubicBezTo>
                  <a:cubicBezTo>
                    <a:pt x="15430" y="6830"/>
                    <a:pt x="15381" y="6839"/>
                    <a:pt x="15332" y="6860"/>
                  </a:cubicBezTo>
                  <a:cubicBezTo>
                    <a:pt x="15332" y="6860"/>
                    <a:pt x="15066" y="7193"/>
                    <a:pt x="14465" y="7260"/>
                  </a:cubicBezTo>
                  <a:cubicBezTo>
                    <a:pt x="14400" y="7270"/>
                    <a:pt x="14333" y="7275"/>
                    <a:pt x="14263" y="7275"/>
                  </a:cubicBezTo>
                  <a:cubicBezTo>
                    <a:pt x="13654" y="7275"/>
                    <a:pt x="12882" y="6891"/>
                    <a:pt x="12164" y="6293"/>
                  </a:cubicBezTo>
                  <a:cubicBezTo>
                    <a:pt x="11797" y="5926"/>
                    <a:pt x="11396" y="5525"/>
                    <a:pt x="11163" y="5058"/>
                  </a:cubicBezTo>
                  <a:cubicBezTo>
                    <a:pt x="10896" y="4625"/>
                    <a:pt x="10896" y="4058"/>
                    <a:pt x="10963" y="3457"/>
                  </a:cubicBezTo>
                  <a:cubicBezTo>
                    <a:pt x="10996" y="3190"/>
                    <a:pt x="11029" y="2823"/>
                    <a:pt x="10996" y="2490"/>
                  </a:cubicBezTo>
                  <a:cubicBezTo>
                    <a:pt x="10996" y="2156"/>
                    <a:pt x="10863" y="1756"/>
                    <a:pt x="10562" y="1456"/>
                  </a:cubicBezTo>
                  <a:cubicBezTo>
                    <a:pt x="10296" y="1156"/>
                    <a:pt x="9962" y="1089"/>
                    <a:pt x="9662" y="955"/>
                  </a:cubicBezTo>
                  <a:cubicBezTo>
                    <a:pt x="9495" y="955"/>
                    <a:pt x="9362" y="922"/>
                    <a:pt x="9195" y="889"/>
                  </a:cubicBezTo>
                  <a:lnTo>
                    <a:pt x="8895" y="889"/>
                  </a:lnTo>
                  <a:cubicBezTo>
                    <a:pt x="8828" y="889"/>
                    <a:pt x="8728" y="922"/>
                    <a:pt x="8661" y="922"/>
                  </a:cubicBezTo>
                  <a:cubicBezTo>
                    <a:pt x="7994" y="1122"/>
                    <a:pt x="7527" y="1522"/>
                    <a:pt x="7060" y="1689"/>
                  </a:cubicBezTo>
                  <a:cubicBezTo>
                    <a:pt x="6873" y="1783"/>
                    <a:pt x="6694" y="1811"/>
                    <a:pt x="6539" y="1811"/>
                  </a:cubicBezTo>
                  <a:cubicBezTo>
                    <a:pt x="6361" y="1811"/>
                    <a:pt x="6215" y="1774"/>
                    <a:pt x="6126" y="1756"/>
                  </a:cubicBezTo>
                  <a:lnTo>
                    <a:pt x="6059" y="1756"/>
                  </a:lnTo>
                  <a:cubicBezTo>
                    <a:pt x="5626" y="1689"/>
                    <a:pt x="5292" y="1389"/>
                    <a:pt x="4892" y="1022"/>
                  </a:cubicBezTo>
                  <a:cubicBezTo>
                    <a:pt x="4725" y="822"/>
                    <a:pt x="4525" y="622"/>
                    <a:pt x="4325" y="455"/>
                  </a:cubicBezTo>
                  <a:cubicBezTo>
                    <a:pt x="4225" y="322"/>
                    <a:pt x="4124" y="288"/>
                    <a:pt x="3991" y="222"/>
                  </a:cubicBezTo>
                  <a:lnTo>
                    <a:pt x="3891" y="155"/>
                  </a:lnTo>
                  <a:cubicBezTo>
                    <a:pt x="3858" y="155"/>
                    <a:pt x="3824" y="121"/>
                    <a:pt x="3791" y="121"/>
                  </a:cubicBezTo>
                  <a:lnTo>
                    <a:pt x="3557" y="88"/>
                  </a:lnTo>
                  <a:cubicBezTo>
                    <a:pt x="3290" y="35"/>
                    <a:pt x="3022" y="0"/>
                    <a:pt x="2764"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64" name="Google Shape;2864;p24"/>
            <p:cNvSpPr/>
            <p:nvPr/>
          </p:nvSpPr>
          <p:spPr>
            <a:xfrm>
              <a:off x="5409875" y="4757550"/>
              <a:ext cx="420950" cy="194200"/>
            </a:xfrm>
            <a:custGeom>
              <a:avLst/>
              <a:gdLst/>
              <a:ahLst/>
              <a:cxnLst/>
              <a:rect l="l" t="t" r="r" b="b"/>
              <a:pathLst>
                <a:path w="16838" h="7768" extrusionOk="0">
                  <a:moveTo>
                    <a:pt x="2026" y="1"/>
                  </a:moveTo>
                  <a:cubicBezTo>
                    <a:pt x="1861" y="1"/>
                    <a:pt x="1690" y="30"/>
                    <a:pt x="1535" y="119"/>
                  </a:cubicBezTo>
                  <a:cubicBezTo>
                    <a:pt x="1101" y="319"/>
                    <a:pt x="867" y="686"/>
                    <a:pt x="701" y="1020"/>
                  </a:cubicBezTo>
                  <a:cubicBezTo>
                    <a:pt x="534" y="1353"/>
                    <a:pt x="434" y="1687"/>
                    <a:pt x="300" y="2021"/>
                  </a:cubicBezTo>
                  <a:cubicBezTo>
                    <a:pt x="267" y="2121"/>
                    <a:pt x="267" y="2187"/>
                    <a:pt x="200" y="2287"/>
                  </a:cubicBezTo>
                  <a:lnTo>
                    <a:pt x="167" y="2521"/>
                  </a:lnTo>
                  <a:cubicBezTo>
                    <a:pt x="134" y="2688"/>
                    <a:pt x="100" y="2854"/>
                    <a:pt x="100" y="3021"/>
                  </a:cubicBezTo>
                  <a:cubicBezTo>
                    <a:pt x="0" y="4356"/>
                    <a:pt x="200" y="5523"/>
                    <a:pt x="367" y="6324"/>
                  </a:cubicBezTo>
                  <a:cubicBezTo>
                    <a:pt x="534" y="7158"/>
                    <a:pt x="701" y="7625"/>
                    <a:pt x="701" y="7625"/>
                  </a:cubicBezTo>
                  <a:cubicBezTo>
                    <a:pt x="743" y="7722"/>
                    <a:pt x="825" y="7767"/>
                    <a:pt x="905" y="7767"/>
                  </a:cubicBezTo>
                  <a:cubicBezTo>
                    <a:pt x="1016" y="7767"/>
                    <a:pt x="1120" y="7680"/>
                    <a:pt x="1101" y="7524"/>
                  </a:cubicBezTo>
                  <a:cubicBezTo>
                    <a:pt x="1101" y="7524"/>
                    <a:pt x="968" y="7057"/>
                    <a:pt x="834" y="6290"/>
                  </a:cubicBezTo>
                  <a:cubicBezTo>
                    <a:pt x="701" y="5490"/>
                    <a:pt x="534" y="4356"/>
                    <a:pt x="667" y="3121"/>
                  </a:cubicBezTo>
                  <a:cubicBezTo>
                    <a:pt x="667" y="2955"/>
                    <a:pt x="701" y="2821"/>
                    <a:pt x="767" y="2654"/>
                  </a:cubicBezTo>
                  <a:lnTo>
                    <a:pt x="801" y="2454"/>
                  </a:lnTo>
                  <a:cubicBezTo>
                    <a:pt x="834" y="2387"/>
                    <a:pt x="834" y="2321"/>
                    <a:pt x="867" y="2221"/>
                  </a:cubicBezTo>
                  <a:cubicBezTo>
                    <a:pt x="1001" y="1887"/>
                    <a:pt x="1134" y="1620"/>
                    <a:pt x="1301" y="1320"/>
                  </a:cubicBezTo>
                  <a:cubicBezTo>
                    <a:pt x="1468" y="1053"/>
                    <a:pt x="1668" y="786"/>
                    <a:pt x="1868" y="686"/>
                  </a:cubicBezTo>
                  <a:cubicBezTo>
                    <a:pt x="1944" y="643"/>
                    <a:pt x="2016" y="624"/>
                    <a:pt x="2089" y="624"/>
                  </a:cubicBezTo>
                  <a:cubicBezTo>
                    <a:pt x="2241" y="624"/>
                    <a:pt x="2399" y="707"/>
                    <a:pt x="2602" y="820"/>
                  </a:cubicBezTo>
                  <a:cubicBezTo>
                    <a:pt x="3136" y="1153"/>
                    <a:pt x="3636" y="1687"/>
                    <a:pt x="4203" y="2121"/>
                  </a:cubicBezTo>
                  <a:cubicBezTo>
                    <a:pt x="4503" y="2321"/>
                    <a:pt x="4804" y="2521"/>
                    <a:pt x="5137" y="2688"/>
                  </a:cubicBezTo>
                  <a:cubicBezTo>
                    <a:pt x="5304" y="2788"/>
                    <a:pt x="5504" y="2854"/>
                    <a:pt x="5671" y="2888"/>
                  </a:cubicBezTo>
                  <a:cubicBezTo>
                    <a:pt x="5871" y="2955"/>
                    <a:pt x="6038" y="2955"/>
                    <a:pt x="6205" y="2988"/>
                  </a:cubicBezTo>
                  <a:cubicBezTo>
                    <a:pt x="6293" y="2997"/>
                    <a:pt x="6383" y="3001"/>
                    <a:pt x="6475" y="3001"/>
                  </a:cubicBezTo>
                  <a:cubicBezTo>
                    <a:pt x="7074" y="3001"/>
                    <a:pt x="7728" y="2823"/>
                    <a:pt x="8306" y="2621"/>
                  </a:cubicBezTo>
                  <a:cubicBezTo>
                    <a:pt x="8831" y="2385"/>
                    <a:pt x="9315" y="2169"/>
                    <a:pt x="9773" y="2169"/>
                  </a:cubicBezTo>
                  <a:cubicBezTo>
                    <a:pt x="9897" y="2169"/>
                    <a:pt x="10020" y="2185"/>
                    <a:pt x="10141" y="2221"/>
                  </a:cubicBezTo>
                  <a:cubicBezTo>
                    <a:pt x="10674" y="2387"/>
                    <a:pt x="11175" y="2955"/>
                    <a:pt x="11608" y="3455"/>
                  </a:cubicBezTo>
                  <a:cubicBezTo>
                    <a:pt x="12009" y="3955"/>
                    <a:pt x="12342" y="4556"/>
                    <a:pt x="12676" y="5123"/>
                  </a:cubicBezTo>
                  <a:cubicBezTo>
                    <a:pt x="13009" y="5656"/>
                    <a:pt x="13376" y="6190"/>
                    <a:pt x="13877" y="6557"/>
                  </a:cubicBezTo>
                  <a:cubicBezTo>
                    <a:pt x="14260" y="6886"/>
                    <a:pt x="14757" y="6967"/>
                    <a:pt x="15144" y="6967"/>
                  </a:cubicBezTo>
                  <a:cubicBezTo>
                    <a:pt x="15228" y="6967"/>
                    <a:pt x="15306" y="6963"/>
                    <a:pt x="15378" y="6957"/>
                  </a:cubicBezTo>
                  <a:cubicBezTo>
                    <a:pt x="15811" y="6857"/>
                    <a:pt x="16145" y="6724"/>
                    <a:pt x="16345" y="6657"/>
                  </a:cubicBezTo>
                  <a:cubicBezTo>
                    <a:pt x="16545" y="6524"/>
                    <a:pt x="16679" y="6490"/>
                    <a:pt x="16679" y="6490"/>
                  </a:cubicBezTo>
                  <a:cubicBezTo>
                    <a:pt x="16837" y="6385"/>
                    <a:pt x="16807" y="6174"/>
                    <a:pt x="16639" y="6174"/>
                  </a:cubicBezTo>
                  <a:cubicBezTo>
                    <a:pt x="16595" y="6174"/>
                    <a:pt x="16541" y="6189"/>
                    <a:pt x="16479" y="6224"/>
                  </a:cubicBezTo>
                  <a:cubicBezTo>
                    <a:pt x="16479" y="6224"/>
                    <a:pt x="16379" y="6290"/>
                    <a:pt x="16178" y="6357"/>
                  </a:cubicBezTo>
                  <a:cubicBezTo>
                    <a:pt x="15978" y="6390"/>
                    <a:pt x="15678" y="6524"/>
                    <a:pt x="15311" y="6557"/>
                  </a:cubicBezTo>
                  <a:cubicBezTo>
                    <a:pt x="15246" y="6570"/>
                    <a:pt x="15175" y="6577"/>
                    <a:pt x="15101" y="6577"/>
                  </a:cubicBezTo>
                  <a:cubicBezTo>
                    <a:pt x="14798" y="6577"/>
                    <a:pt x="14439" y="6465"/>
                    <a:pt x="14144" y="6224"/>
                  </a:cubicBezTo>
                  <a:cubicBezTo>
                    <a:pt x="13777" y="5957"/>
                    <a:pt x="13443" y="5456"/>
                    <a:pt x="13143" y="4889"/>
                  </a:cubicBezTo>
                  <a:cubicBezTo>
                    <a:pt x="12843" y="4322"/>
                    <a:pt x="12509" y="3688"/>
                    <a:pt x="12109" y="3121"/>
                  </a:cubicBezTo>
                  <a:cubicBezTo>
                    <a:pt x="12009" y="2988"/>
                    <a:pt x="11875" y="2821"/>
                    <a:pt x="11775" y="2688"/>
                  </a:cubicBezTo>
                  <a:cubicBezTo>
                    <a:pt x="11642" y="2521"/>
                    <a:pt x="11475" y="2387"/>
                    <a:pt x="11342" y="2287"/>
                  </a:cubicBezTo>
                  <a:cubicBezTo>
                    <a:pt x="11041" y="2021"/>
                    <a:pt x="10708" y="1787"/>
                    <a:pt x="10308" y="1654"/>
                  </a:cubicBezTo>
                  <a:cubicBezTo>
                    <a:pt x="10106" y="1592"/>
                    <a:pt x="9904" y="1566"/>
                    <a:pt x="9706" y="1566"/>
                  </a:cubicBezTo>
                  <a:cubicBezTo>
                    <a:pt x="9478" y="1566"/>
                    <a:pt x="9254" y="1600"/>
                    <a:pt x="9040" y="1654"/>
                  </a:cubicBezTo>
                  <a:cubicBezTo>
                    <a:pt x="8673" y="1720"/>
                    <a:pt x="8339" y="1854"/>
                    <a:pt x="8006" y="1987"/>
                  </a:cubicBezTo>
                  <a:cubicBezTo>
                    <a:pt x="7437" y="2197"/>
                    <a:pt x="6895" y="2326"/>
                    <a:pt x="6379" y="2326"/>
                  </a:cubicBezTo>
                  <a:cubicBezTo>
                    <a:pt x="6321" y="2326"/>
                    <a:pt x="6263" y="2324"/>
                    <a:pt x="6205" y="2321"/>
                  </a:cubicBezTo>
                  <a:cubicBezTo>
                    <a:pt x="6105" y="2287"/>
                    <a:pt x="5938" y="2287"/>
                    <a:pt x="5804" y="2221"/>
                  </a:cubicBezTo>
                  <a:cubicBezTo>
                    <a:pt x="5638" y="2221"/>
                    <a:pt x="5504" y="2154"/>
                    <a:pt x="5371" y="2121"/>
                  </a:cubicBezTo>
                  <a:cubicBezTo>
                    <a:pt x="5137" y="1987"/>
                    <a:pt x="4837" y="1820"/>
                    <a:pt x="4603" y="1620"/>
                  </a:cubicBezTo>
                  <a:cubicBezTo>
                    <a:pt x="4036" y="1187"/>
                    <a:pt x="3536" y="686"/>
                    <a:pt x="2869" y="286"/>
                  </a:cubicBezTo>
                  <a:cubicBezTo>
                    <a:pt x="2669" y="153"/>
                    <a:pt x="2502" y="52"/>
                    <a:pt x="2268" y="19"/>
                  </a:cubicBezTo>
                  <a:cubicBezTo>
                    <a:pt x="2191" y="8"/>
                    <a:pt x="2109" y="1"/>
                    <a:pt x="2026"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65" name="Google Shape;2865;p24"/>
            <p:cNvSpPr/>
            <p:nvPr/>
          </p:nvSpPr>
          <p:spPr>
            <a:xfrm>
              <a:off x="4053900" y="4830250"/>
              <a:ext cx="454175" cy="196100"/>
            </a:xfrm>
            <a:custGeom>
              <a:avLst/>
              <a:gdLst/>
              <a:ahLst/>
              <a:cxnLst/>
              <a:rect l="l" t="t" r="r" b="b"/>
              <a:pathLst>
                <a:path w="18167" h="7844" extrusionOk="0">
                  <a:moveTo>
                    <a:pt x="9442" y="1"/>
                  </a:moveTo>
                  <a:cubicBezTo>
                    <a:pt x="9145" y="1"/>
                    <a:pt x="8857" y="38"/>
                    <a:pt x="8607" y="113"/>
                  </a:cubicBezTo>
                  <a:cubicBezTo>
                    <a:pt x="8507" y="147"/>
                    <a:pt x="8373" y="180"/>
                    <a:pt x="8273" y="180"/>
                  </a:cubicBezTo>
                  <a:lnTo>
                    <a:pt x="8340" y="180"/>
                  </a:lnTo>
                  <a:cubicBezTo>
                    <a:pt x="7906" y="280"/>
                    <a:pt x="7573" y="580"/>
                    <a:pt x="7339" y="847"/>
                  </a:cubicBezTo>
                  <a:cubicBezTo>
                    <a:pt x="7072" y="1147"/>
                    <a:pt x="6872" y="1448"/>
                    <a:pt x="6672" y="1648"/>
                  </a:cubicBezTo>
                  <a:cubicBezTo>
                    <a:pt x="6405" y="1848"/>
                    <a:pt x="6205" y="2015"/>
                    <a:pt x="5905" y="2081"/>
                  </a:cubicBezTo>
                  <a:cubicBezTo>
                    <a:pt x="5812" y="2092"/>
                    <a:pt x="5722" y="2099"/>
                    <a:pt x="5636" y="2099"/>
                  </a:cubicBezTo>
                  <a:cubicBezTo>
                    <a:pt x="5443" y="2099"/>
                    <a:pt x="5265" y="2063"/>
                    <a:pt x="5104" y="1948"/>
                  </a:cubicBezTo>
                  <a:cubicBezTo>
                    <a:pt x="4670" y="1648"/>
                    <a:pt x="4437" y="780"/>
                    <a:pt x="3670" y="347"/>
                  </a:cubicBezTo>
                  <a:lnTo>
                    <a:pt x="3536" y="280"/>
                  </a:lnTo>
                  <a:cubicBezTo>
                    <a:pt x="3436" y="247"/>
                    <a:pt x="3403" y="247"/>
                    <a:pt x="3370" y="247"/>
                  </a:cubicBezTo>
                  <a:lnTo>
                    <a:pt x="3103" y="180"/>
                  </a:lnTo>
                  <a:cubicBezTo>
                    <a:pt x="2936" y="113"/>
                    <a:pt x="2736" y="113"/>
                    <a:pt x="2569" y="113"/>
                  </a:cubicBezTo>
                  <a:cubicBezTo>
                    <a:pt x="2402" y="113"/>
                    <a:pt x="2202" y="147"/>
                    <a:pt x="2035" y="147"/>
                  </a:cubicBezTo>
                  <a:cubicBezTo>
                    <a:pt x="1835" y="180"/>
                    <a:pt x="1668" y="247"/>
                    <a:pt x="1502" y="313"/>
                  </a:cubicBezTo>
                  <a:cubicBezTo>
                    <a:pt x="1168" y="480"/>
                    <a:pt x="901" y="747"/>
                    <a:pt x="701" y="981"/>
                  </a:cubicBezTo>
                  <a:cubicBezTo>
                    <a:pt x="601" y="1114"/>
                    <a:pt x="534" y="1281"/>
                    <a:pt x="434" y="1414"/>
                  </a:cubicBezTo>
                  <a:cubicBezTo>
                    <a:pt x="401" y="1514"/>
                    <a:pt x="334" y="1681"/>
                    <a:pt x="267" y="1814"/>
                  </a:cubicBezTo>
                  <a:cubicBezTo>
                    <a:pt x="67" y="2348"/>
                    <a:pt x="34" y="2849"/>
                    <a:pt x="34" y="3282"/>
                  </a:cubicBezTo>
                  <a:cubicBezTo>
                    <a:pt x="0" y="3682"/>
                    <a:pt x="34" y="4016"/>
                    <a:pt x="34" y="4250"/>
                  </a:cubicBezTo>
                  <a:cubicBezTo>
                    <a:pt x="67" y="4450"/>
                    <a:pt x="67" y="4583"/>
                    <a:pt x="67" y="4583"/>
                  </a:cubicBezTo>
                  <a:cubicBezTo>
                    <a:pt x="82" y="4688"/>
                    <a:pt x="158" y="4739"/>
                    <a:pt x="237" y="4739"/>
                  </a:cubicBezTo>
                  <a:cubicBezTo>
                    <a:pt x="333" y="4739"/>
                    <a:pt x="434" y="4663"/>
                    <a:pt x="434" y="4516"/>
                  </a:cubicBezTo>
                  <a:lnTo>
                    <a:pt x="434" y="4183"/>
                  </a:lnTo>
                  <a:cubicBezTo>
                    <a:pt x="434" y="3983"/>
                    <a:pt x="434" y="3649"/>
                    <a:pt x="501" y="3282"/>
                  </a:cubicBezTo>
                  <a:cubicBezTo>
                    <a:pt x="501" y="2849"/>
                    <a:pt x="568" y="2415"/>
                    <a:pt x="734" y="1948"/>
                  </a:cubicBezTo>
                  <a:cubicBezTo>
                    <a:pt x="868" y="1481"/>
                    <a:pt x="1201" y="1014"/>
                    <a:pt x="1702" y="814"/>
                  </a:cubicBezTo>
                  <a:cubicBezTo>
                    <a:pt x="1835" y="747"/>
                    <a:pt x="2002" y="747"/>
                    <a:pt x="2102" y="680"/>
                  </a:cubicBezTo>
                  <a:cubicBezTo>
                    <a:pt x="2235" y="680"/>
                    <a:pt x="2324" y="665"/>
                    <a:pt x="2418" y="665"/>
                  </a:cubicBezTo>
                  <a:cubicBezTo>
                    <a:pt x="2465" y="665"/>
                    <a:pt x="2513" y="669"/>
                    <a:pt x="2569" y="680"/>
                  </a:cubicBezTo>
                  <a:cubicBezTo>
                    <a:pt x="2736" y="747"/>
                    <a:pt x="2869" y="747"/>
                    <a:pt x="3036" y="780"/>
                  </a:cubicBezTo>
                  <a:lnTo>
                    <a:pt x="3303" y="814"/>
                  </a:lnTo>
                  <a:cubicBezTo>
                    <a:pt x="3336" y="847"/>
                    <a:pt x="3370" y="847"/>
                    <a:pt x="3370" y="847"/>
                  </a:cubicBezTo>
                  <a:lnTo>
                    <a:pt x="3470" y="914"/>
                  </a:lnTo>
                  <a:cubicBezTo>
                    <a:pt x="3703" y="1014"/>
                    <a:pt x="3870" y="1281"/>
                    <a:pt x="4070" y="1581"/>
                  </a:cubicBezTo>
                  <a:cubicBezTo>
                    <a:pt x="4304" y="1848"/>
                    <a:pt x="4470" y="2181"/>
                    <a:pt x="4837" y="2482"/>
                  </a:cubicBezTo>
                  <a:cubicBezTo>
                    <a:pt x="5134" y="2704"/>
                    <a:pt x="5462" y="2798"/>
                    <a:pt x="5786" y="2798"/>
                  </a:cubicBezTo>
                  <a:cubicBezTo>
                    <a:pt x="6335" y="2798"/>
                    <a:pt x="6870" y="2526"/>
                    <a:pt x="7206" y="2148"/>
                  </a:cubicBezTo>
                  <a:cubicBezTo>
                    <a:pt x="7506" y="1915"/>
                    <a:pt x="7706" y="1614"/>
                    <a:pt x="7906" y="1347"/>
                  </a:cubicBezTo>
                  <a:cubicBezTo>
                    <a:pt x="8140" y="1147"/>
                    <a:pt x="8340" y="981"/>
                    <a:pt x="8540" y="947"/>
                  </a:cubicBezTo>
                  <a:lnTo>
                    <a:pt x="8573" y="947"/>
                  </a:lnTo>
                  <a:cubicBezTo>
                    <a:pt x="8673" y="914"/>
                    <a:pt x="8740" y="914"/>
                    <a:pt x="8873" y="880"/>
                  </a:cubicBezTo>
                  <a:cubicBezTo>
                    <a:pt x="9074" y="805"/>
                    <a:pt x="9274" y="768"/>
                    <a:pt x="9488" y="768"/>
                  </a:cubicBezTo>
                  <a:cubicBezTo>
                    <a:pt x="9559" y="768"/>
                    <a:pt x="9632" y="772"/>
                    <a:pt x="9707" y="780"/>
                  </a:cubicBezTo>
                  <a:cubicBezTo>
                    <a:pt x="10008" y="814"/>
                    <a:pt x="10241" y="947"/>
                    <a:pt x="10508" y="1114"/>
                  </a:cubicBezTo>
                  <a:cubicBezTo>
                    <a:pt x="10975" y="1481"/>
                    <a:pt x="11309" y="2115"/>
                    <a:pt x="11575" y="2782"/>
                  </a:cubicBezTo>
                  <a:cubicBezTo>
                    <a:pt x="12176" y="4083"/>
                    <a:pt x="12576" y="5550"/>
                    <a:pt x="13477" y="6651"/>
                  </a:cubicBezTo>
                  <a:cubicBezTo>
                    <a:pt x="13877" y="7252"/>
                    <a:pt x="14511" y="7619"/>
                    <a:pt x="15078" y="7752"/>
                  </a:cubicBezTo>
                  <a:cubicBezTo>
                    <a:pt x="15321" y="7820"/>
                    <a:pt x="15553" y="7843"/>
                    <a:pt x="15769" y="7843"/>
                  </a:cubicBezTo>
                  <a:cubicBezTo>
                    <a:pt x="16088" y="7843"/>
                    <a:pt x="16374" y="7792"/>
                    <a:pt x="16612" y="7752"/>
                  </a:cubicBezTo>
                  <a:cubicBezTo>
                    <a:pt x="16846" y="7719"/>
                    <a:pt x="17013" y="7619"/>
                    <a:pt x="17179" y="7585"/>
                  </a:cubicBezTo>
                  <a:cubicBezTo>
                    <a:pt x="17346" y="7552"/>
                    <a:pt x="17446" y="7485"/>
                    <a:pt x="17580" y="7452"/>
                  </a:cubicBezTo>
                  <a:cubicBezTo>
                    <a:pt x="17780" y="7385"/>
                    <a:pt x="17913" y="7318"/>
                    <a:pt x="17913" y="7318"/>
                  </a:cubicBezTo>
                  <a:cubicBezTo>
                    <a:pt x="18166" y="7224"/>
                    <a:pt x="18060" y="6949"/>
                    <a:pt x="17764" y="6949"/>
                  </a:cubicBezTo>
                  <a:cubicBezTo>
                    <a:pt x="17747" y="6949"/>
                    <a:pt x="17731" y="6950"/>
                    <a:pt x="17713" y="6951"/>
                  </a:cubicBezTo>
                  <a:cubicBezTo>
                    <a:pt x="17713" y="6951"/>
                    <a:pt x="17580" y="6985"/>
                    <a:pt x="17380" y="7085"/>
                  </a:cubicBezTo>
                  <a:cubicBezTo>
                    <a:pt x="17279" y="7118"/>
                    <a:pt x="17179" y="7152"/>
                    <a:pt x="17013" y="7185"/>
                  </a:cubicBezTo>
                  <a:cubicBezTo>
                    <a:pt x="16879" y="7252"/>
                    <a:pt x="16712" y="7285"/>
                    <a:pt x="16512" y="7318"/>
                  </a:cubicBezTo>
                  <a:cubicBezTo>
                    <a:pt x="16326" y="7365"/>
                    <a:pt x="16134" y="7390"/>
                    <a:pt x="15930" y="7390"/>
                  </a:cubicBezTo>
                  <a:cubicBezTo>
                    <a:pt x="15695" y="7390"/>
                    <a:pt x="15446" y="7357"/>
                    <a:pt x="15178" y="7285"/>
                  </a:cubicBezTo>
                  <a:cubicBezTo>
                    <a:pt x="14678" y="7152"/>
                    <a:pt x="14211" y="6818"/>
                    <a:pt x="13844" y="6318"/>
                  </a:cubicBezTo>
                  <a:cubicBezTo>
                    <a:pt x="13076" y="5317"/>
                    <a:pt x="12743" y="3849"/>
                    <a:pt x="12176" y="2482"/>
                  </a:cubicBezTo>
                  <a:cubicBezTo>
                    <a:pt x="11876" y="1781"/>
                    <a:pt x="11509" y="1081"/>
                    <a:pt x="10875" y="514"/>
                  </a:cubicBezTo>
                  <a:cubicBezTo>
                    <a:pt x="10541" y="280"/>
                    <a:pt x="10174" y="80"/>
                    <a:pt x="9741" y="13"/>
                  </a:cubicBezTo>
                  <a:cubicBezTo>
                    <a:pt x="9641" y="5"/>
                    <a:pt x="9541" y="1"/>
                    <a:pt x="9442"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66" name="Google Shape;2866;p24"/>
            <p:cNvSpPr/>
            <p:nvPr/>
          </p:nvSpPr>
          <p:spPr>
            <a:xfrm>
              <a:off x="5743975" y="3920375"/>
              <a:ext cx="416275" cy="161350"/>
            </a:xfrm>
            <a:custGeom>
              <a:avLst/>
              <a:gdLst/>
              <a:ahLst/>
              <a:cxnLst/>
              <a:rect l="l" t="t" r="r" b="b"/>
              <a:pathLst>
                <a:path w="16651" h="6454" extrusionOk="0">
                  <a:moveTo>
                    <a:pt x="3860" y="1"/>
                  </a:moveTo>
                  <a:cubicBezTo>
                    <a:pt x="3763" y="1"/>
                    <a:pt x="3682" y="15"/>
                    <a:pt x="3615" y="15"/>
                  </a:cubicBezTo>
                  <a:cubicBezTo>
                    <a:pt x="3515" y="82"/>
                    <a:pt x="3448" y="82"/>
                    <a:pt x="3381" y="82"/>
                  </a:cubicBezTo>
                  <a:cubicBezTo>
                    <a:pt x="3348" y="82"/>
                    <a:pt x="3281" y="116"/>
                    <a:pt x="3215" y="116"/>
                  </a:cubicBezTo>
                  <a:cubicBezTo>
                    <a:pt x="3148" y="116"/>
                    <a:pt x="3015" y="149"/>
                    <a:pt x="2948" y="182"/>
                  </a:cubicBezTo>
                  <a:cubicBezTo>
                    <a:pt x="2848" y="249"/>
                    <a:pt x="2814" y="282"/>
                    <a:pt x="2714" y="316"/>
                  </a:cubicBezTo>
                  <a:cubicBezTo>
                    <a:pt x="2614" y="416"/>
                    <a:pt x="2514" y="449"/>
                    <a:pt x="2447" y="482"/>
                  </a:cubicBezTo>
                  <a:lnTo>
                    <a:pt x="2481" y="482"/>
                  </a:lnTo>
                  <a:cubicBezTo>
                    <a:pt x="2014" y="683"/>
                    <a:pt x="1647" y="1116"/>
                    <a:pt x="1480" y="1483"/>
                  </a:cubicBezTo>
                  <a:cubicBezTo>
                    <a:pt x="1280" y="1883"/>
                    <a:pt x="1180" y="2250"/>
                    <a:pt x="1147" y="2584"/>
                  </a:cubicBezTo>
                  <a:cubicBezTo>
                    <a:pt x="1013" y="3184"/>
                    <a:pt x="980" y="3651"/>
                    <a:pt x="813" y="3985"/>
                  </a:cubicBezTo>
                  <a:cubicBezTo>
                    <a:pt x="646" y="4319"/>
                    <a:pt x="479" y="4485"/>
                    <a:pt x="346" y="4552"/>
                  </a:cubicBezTo>
                  <a:cubicBezTo>
                    <a:pt x="213" y="4685"/>
                    <a:pt x="146" y="4685"/>
                    <a:pt x="146" y="4685"/>
                  </a:cubicBezTo>
                  <a:cubicBezTo>
                    <a:pt x="0" y="4773"/>
                    <a:pt x="33" y="5038"/>
                    <a:pt x="220" y="5038"/>
                  </a:cubicBezTo>
                  <a:cubicBezTo>
                    <a:pt x="248" y="5038"/>
                    <a:pt x="278" y="5032"/>
                    <a:pt x="313" y="5019"/>
                  </a:cubicBezTo>
                  <a:cubicBezTo>
                    <a:pt x="313" y="5019"/>
                    <a:pt x="379" y="5019"/>
                    <a:pt x="546" y="4886"/>
                  </a:cubicBezTo>
                  <a:cubicBezTo>
                    <a:pt x="713" y="4786"/>
                    <a:pt x="980" y="4552"/>
                    <a:pt x="1180" y="4185"/>
                  </a:cubicBezTo>
                  <a:cubicBezTo>
                    <a:pt x="1380" y="3785"/>
                    <a:pt x="1480" y="3284"/>
                    <a:pt x="1614" y="2651"/>
                  </a:cubicBezTo>
                  <a:cubicBezTo>
                    <a:pt x="1714" y="2084"/>
                    <a:pt x="1947" y="1316"/>
                    <a:pt x="2681" y="983"/>
                  </a:cubicBezTo>
                  <a:lnTo>
                    <a:pt x="2714" y="983"/>
                  </a:lnTo>
                  <a:cubicBezTo>
                    <a:pt x="2781" y="949"/>
                    <a:pt x="2848" y="916"/>
                    <a:pt x="2981" y="849"/>
                  </a:cubicBezTo>
                  <a:cubicBezTo>
                    <a:pt x="3048" y="849"/>
                    <a:pt x="3115" y="816"/>
                    <a:pt x="3181" y="783"/>
                  </a:cubicBezTo>
                  <a:cubicBezTo>
                    <a:pt x="3281" y="783"/>
                    <a:pt x="3348" y="783"/>
                    <a:pt x="3448" y="716"/>
                  </a:cubicBezTo>
                  <a:cubicBezTo>
                    <a:pt x="3556" y="684"/>
                    <a:pt x="3671" y="665"/>
                    <a:pt x="3789" y="665"/>
                  </a:cubicBezTo>
                  <a:cubicBezTo>
                    <a:pt x="4037" y="665"/>
                    <a:pt x="4301" y="746"/>
                    <a:pt x="4549" y="949"/>
                  </a:cubicBezTo>
                  <a:cubicBezTo>
                    <a:pt x="4949" y="1250"/>
                    <a:pt x="5316" y="1750"/>
                    <a:pt x="5750" y="2250"/>
                  </a:cubicBezTo>
                  <a:cubicBezTo>
                    <a:pt x="5950" y="2484"/>
                    <a:pt x="6184" y="2717"/>
                    <a:pt x="6517" y="2951"/>
                  </a:cubicBezTo>
                  <a:cubicBezTo>
                    <a:pt x="6851" y="3151"/>
                    <a:pt x="7284" y="3184"/>
                    <a:pt x="7651" y="3184"/>
                  </a:cubicBezTo>
                  <a:lnTo>
                    <a:pt x="7851" y="3184"/>
                  </a:lnTo>
                  <a:cubicBezTo>
                    <a:pt x="7951" y="3151"/>
                    <a:pt x="8052" y="3151"/>
                    <a:pt x="8152" y="3118"/>
                  </a:cubicBezTo>
                  <a:cubicBezTo>
                    <a:pt x="8819" y="2817"/>
                    <a:pt x="9186" y="2284"/>
                    <a:pt x="9653" y="2084"/>
                  </a:cubicBezTo>
                  <a:cubicBezTo>
                    <a:pt x="9853" y="1950"/>
                    <a:pt x="10120" y="1917"/>
                    <a:pt x="10353" y="1917"/>
                  </a:cubicBezTo>
                  <a:cubicBezTo>
                    <a:pt x="10620" y="1917"/>
                    <a:pt x="10887" y="1984"/>
                    <a:pt x="11120" y="2117"/>
                  </a:cubicBezTo>
                  <a:cubicBezTo>
                    <a:pt x="11487" y="2317"/>
                    <a:pt x="11621" y="2984"/>
                    <a:pt x="11854" y="3585"/>
                  </a:cubicBezTo>
                  <a:cubicBezTo>
                    <a:pt x="11954" y="3751"/>
                    <a:pt x="11988" y="3852"/>
                    <a:pt x="12054" y="4018"/>
                  </a:cubicBezTo>
                  <a:cubicBezTo>
                    <a:pt x="12121" y="4118"/>
                    <a:pt x="12121" y="4152"/>
                    <a:pt x="12188" y="4285"/>
                  </a:cubicBezTo>
                  <a:lnTo>
                    <a:pt x="12321" y="4485"/>
                  </a:lnTo>
                  <a:cubicBezTo>
                    <a:pt x="12488" y="4752"/>
                    <a:pt x="12655" y="4986"/>
                    <a:pt x="12855" y="5186"/>
                  </a:cubicBezTo>
                  <a:cubicBezTo>
                    <a:pt x="13255" y="5653"/>
                    <a:pt x="13656" y="6086"/>
                    <a:pt x="14156" y="6287"/>
                  </a:cubicBezTo>
                  <a:cubicBezTo>
                    <a:pt x="14406" y="6403"/>
                    <a:pt x="14665" y="6453"/>
                    <a:pt x="14911" y="6453"/>
                  </a:cubicBezTo>
                  <a:cubicBezTo>
                    <a:pt x="15157" y="6453"/>
                    <a:pt x="15390" y="6403"/>
                    <a:pt x="15590" y="6320"/>
                  </a:cubicBezTo>
                  <a:cubicBezTo>
                    <a:pt x="15757" y="6253"/>
                    <a:pt x="15924" y="6153"/>
                    <a:pt x="16024" y="6086"/>
                  </a:cubicBezTo>
                  <a:cubicBezTo>
                    <a:pt x="16157" y="5986"/>
                    <a:pt x="16257" y="5920"/>
                    <a:pt x="16324" y="5820"/>
                  </a:cubicBezTo>
                  <a:cubicBezTo>
                    <a:pt x="16458" y="5653"/>
                    <a:pt x="16524" y="5586"/>
                    <a:pt x="16524" y="5586"/>
                  </a:cubicBezTo>
                  <a:cubicBezTo>
                    <a:pt x="16651" y="5460"/>
                    <a:pt x="16547" y="5295"/>
                    <a:pt x="16417" y="5295"/>
                  </a:cubicBezTo>
                  <a:cubicBezTo>
                    <a:pt x="16376" y="5295"/>
                    <a:pt x="16331" y="5312"/>
                    <a:pt x="16291" y="5353"/>
                  </a:cubicBezTo>
                  <a:lnTo>
                    <a:pt x="16057" y="5553"/>
                  </a:lnTo>
                  <a:cubicBezTo>
                    <a:pt x="15991" y="5653"/>
                    <a:pt x="15890" y="5686"/>
                    <a:pt x="15790" y="5786"/>
                  </a:cubicBezTo>
                  <a:cubicBezTo>
                    <a:pt x="15690" y="5853"/>
                    <a:pt x="15557" y="5953"/>
                    <a:pt x="15390" y="5986"/>
                  </a:cubicBezTo>
                  <a:cubicBezTo>
                    <a:pt x="15275" y="6044"/>
                    <a:pt x="15136" y="6077"/>
                    <a:pt x="14985" y="6077"/>
                  </a:cubicBezTo>
                  <a:cubicBezTo>
                    <a:pt x="14785" y="6077"/>
                    <a:pt x="14565" y="6019"/>
                    <a:pt x="14356" y="5886"/>
                  </a:cubicBezTo>
                  <a:cubicBezTo>
                    <a:pt x="13989" y="5686"/>
                    <a:pt x="13622" y="5319"/>
                    <a:pt x="13289" y="4886"/>
                  </a:cubicBezTo>
                  <a:cubicBezTo>
                    <a:pt x="13122" y="4685"/>
                    <a:pt x="12955" y="4452"/>
                    <a:pt x="12788" y="4185"/>
                  </a:cubicBezTo>
                  <a:lnTo>
                    <a:pt x="12655" y="3985"/>
                  </a:lnTo>
                  <a:cubicBezTo>
                    <a:pt x="12621" y="3985"/>
                    <a:pt x="12621" y="3852"/>
                    <a:pt x="12555" y="3818"/>
                  </a:cubicBezTo>
                  <a:cubicBezTo>
                    <a:pt x="12488" y="3685"/>
                    <a:pt x="12455" y="3518"/>
                    <a:pt x="12388" y="3385"/>
                  </a:cubicBezTo>
                  <a:cubicBezTo>
                    <a:pt x="12321" y="3118"/>
                    <a:pt x="12221" y="2817"/>
                    <a:pt x="12121" y="2484"/>
                  </a:cubicBezTo>
                  <a:cubicBezTo>
                    <a:pt x="11988" y="2150"/>
                    <a:pt x="11788" y="1783"/>
                    <a:pt x="11454" y="1550"/>
                  </a:cubicBezTo>
                  <a:cubicBezTo>
                    <a:pt x="11054" y="1350"/>
                    <a:pt x="10720" y="1283"/>
                    <a:pt x="10353" y="1216"/>
                  </a:cubicBezTo>
                  <a:cubicBezTo>
                    <a:pt x="10306" y="1212"/>
                    <a:pt x="10258" y="1210"/>
                    <a:pt x="10211" y="1210"/>
                  </a:cubicBezTo>
                  <a:cubicBezTo>
                    <a:pt x="9892" y="1210"/>
                    <a:pt x="9576" y="1305"/>
                    <a:pt x="9286" y="1450"/>
                  </a:cubicBezTo>
                  <a:cubicBezTo>
                    <a:pt x="8652" y="1783"/>
                    <a:pt x="8218" y="2284"/>
                    <a:pt x="7851" y="2384"/>
                  </a:cubicBezTo>
                  <a:cubicBezTo>
                    <a:pt x="7718" y="2451"/>
                    <a:pt x="7618" y="2451"/>
                    <a:pt x="7551" y="2451"/>
                  </a:cubicBezTo>
                  <a:lnTo>
                    <a:pt x="7518" y="2451"/>
                  </a:lnTo>
                  <a:cubicBezTo>
                    <a:pt x="7494" y="2452"/>
                    <a:pt x="7470" y="2453"/>
                    <a:pt x="7447" y="2453"/>
                  </a:cubicBezTo>
                  <a:cubicBezTo>
                    <a:pt x="7007" y="2453"/>
                    <a:pt x="6595" y="2162"/>
                    <a:pt x="6184" y="1750"/>
                  </a:cubicBezTo>
                  <a:cubicBezTo>
                    <a:pt x="5817" y="1283"/>
                    <a:pt x="5450" y="716"/>
                    <a:pt x="4883" y="349"/>
                  </a:cubicBezTo>
                  <a:cubicBezTo>
                    <a:pt x="4816" y="316"/>
                    <a:pt x="4783" y="282"/>
                    <a:pt x="4682" y="216"/>
                  </a:cubicBezTo>
                  <a:cubicBezTo>
                    <a:pt x="4649" y="182"/>
                    <a:pt x="4549" y="182"/>
                    <a:pt x="4482" y="149"/>
                  </a:cubicBezTo>
                  <a:cubicBezTo>
                    <a:pt x="4315" y="82"/>
                    <a:pt x="4182" y="82"/>
                    <a:pt x="4015" y="15"/>
                  </a:cubicBezTo>
                  <a:cubicBezTo>
                    <a:pt x="3960" y="4"/>
                    <a:pt x="3908" y="1"/>
                    <a:pt x="3860"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67" name="Google Shape;2867;p24"/>
            <p:cNvSpPr/>
            <p:nvPr/>
          </p:nvSpPr>
          <p:spPr>
            <a:xfrm>
              <a:off x="5752600" y="5140500"/>
              <a:ext cx="458700" cy="205450"/>
            </a:xfrm>
            <a:custGeom>
              <a:avLst/>
              <a:gdLst/>
              <a:ahLst/>
              <a:cxnLst/>
              <a:rect l="l" t="t" r="r" b="b"/>
              <a:pathLst>
                <a:path w="18348" h="8218" extrusionOk="0">
                  <a:moveTo>
                    <a:pt x="12508" y="0"/>
                  </a:moveTo>
                  <a:cubicBezTo>
                    <a:pt x="12453" y="0"/>
                    <a:pt x="12398" y="4"/>
                    <a:pt x="12343" y="12"/>
                  </a:cubicBezTo>
                  <a:cubicBezTo>
                    <a:pt x="12210" y="12"/>
                    <a:pt x="12143" y="45"/>
                    <a:pt x="12010" y="45"/>
                  </a:cubicBezTo>
                  <a:cubicBezTo>
                    <a:pt x="11943" y="45"/>
                    <a:pt x="11809" y="145"/>
                    <a:pt x="11676" y="179"/>
                  </a:cubicBezTo>
                  <a:cubicBezTo>
                    <a:pt x="11543" y="246"/>
                    <a:pt x="11476" y="312"/>
                    <a:pt x="11376" y="379"/>
                  </a:cubicBezTo>
                  <a:lnTo>
                    <a:pt x="11176" y="579"/>
                  </a:lnTo>
                  <a:cubicBezTo>
                    <a:pt x="10642" y="1180"/>
                    <a:pt x="10308" y="1813"/>
                    <a:pt x="9975" y="2347"/>
                  </a:cubicBezTo>
                  <a:cubicBezTo>
                    <a:pt x="9641" y="2881"/>
                    <a:pt x="9308" y="3515"/>
                    <a:pt x="8941" y="4082"/>
                  </a:cubicBezTo>
                  <a:cubicBezTo>
                    <a:pt x="8774" y="4382"/>
                    <a:pt x="8540" y="4682"/>
                    <a:pt x="8340" y="4882"/>
                  </a:cubicBezTo>
                  <a:lnTo>
                    <a:pt x="8274" y="4949"/>
                  </a:lnTo>
                  <a:lnTo>
                    <a:pt x="8174" y="5016"/>
                  </a:lnTo>
                  <a:cubicBezTo>
                    <a:pt x="8174" y="5049"/>
                    <a:pt x="8107" y="5082"/>
                    <a:pt x="8007" y="5082"/>
                  </a:cubicBezTo>
                  <a:cubicBezTo>
                    <a:pt x="7840" y="5149"/>
                    <a:pt x="7707" y="5149"/>
                    <a:pt x="7540" y="5149"/>
                  </a:cubicBezTo>
                  <a:cubicBezTo>
                    <a:pt x="6939" y="5149"/>
                    <a:pt x="6339" y="4682"/>
                    <a:pt x="5605" y="4382"/>
                  </a:cubicBezTo>
                  <a:cubicBezTo>
                    <a:pt x="5505" y="4348"/>
                    <a:pt x="5405" y="4315"/>
                    <a:pt x="5305" y="4315"/>
                  </a:cubicBezTo>
                  <a:cubicBezTo>
                    <a:pt x="5271" y="4315"/>
                    <a:pt x="5238" y="4248"/>
                    <a:pt x="5138" y="4248"/>
                  </a:cubicBezTo>
                  <a:lnTo>
                    <a:pt x="4971" y="4248"/>
                  </a:lnTo>
                  <a:cubicBezTo>
                    <a:pt x="4771" y="4248"/>
                    <a:pt x="4604" y="4248"/>
                    <a:pt x="4404" y="4315"/>
                  </a:cubicBezTo>
                  <a:cubicBezTo>
                    <a:pt x="4004" y="4348"/>
                    <a:pt x="3637" y="4449"/>
                    <a:pt x="3337" y="4682"/>
                  </a:cubicBezTo>
                  <a:cubicBezTo>
                    <a:pt x="2736" y="5049"/>
                    <a:pt x="2336" y="5616"/>
                    <a:pt x="2069" y="6116"/>
                  </a:cubicBezTo>
                  <a:cubicBezTo>
                    <a:pt x="1769" y="6583"/>
                    <a:pt x="1569" y="7050"/>
                    <a:pt x="1302" y="7351"/>
                  </a:cubicBezTo>
                  <a:cubicBezTo>
                    <a:pt x="1269" y="7417"/>
                    <a:pt x="1168" y="7517"/>
                    <a:pt x="1135" y="7551"/>
                  </a:cubicBezTo>
                  <a:cubicBezTo>
                    <a:pt x="1102" y="7584"/>
                    <a:pt x="1068" y="7617"/>
                    <a:pt x="968" y="7684"/>
                  </a:cubicBezTo>
                  <a:cubicBezTo>
                    <a:pt x="935" y="7684"/>
                    <a:pt x="835" y="7718"/>
                    <a:pt x="802" y="7751"/>
                  </a:cubicBezTo>
                  <a:cubicBezTo>
                    <a:pt x="735" y="7751"/>
                    <a:pt x="668" y="7784"/>
                    <a:pt x="635" y="7784"/>
                  </a:cubicBezTo>
                  <a:cubicBezTo>
                    <a:pt x="601" y="7784"/>
                    <a:pt x="568" y="7851"/>
                    <a:pt x="501" y="7851"/>
                  </a:cubicBezTo>
                  <a:lnTo>
                    <a:pt x="335" y="7851"/>
                  </a:lnTo>
                  <a:cubicBezTo>
                    <a:pt x="101" y="7851"/>
                    <a:pt x="1" y="8218"/>
                    <a:pt x="335" y="8218"/>
                  </a:cubicBezTo>
                  <a:lnTo>
                    <a:pt x="568" y="8218"/>
                  </a:lnTo>
                  <a:cubicBezTo>
                    <a:pt x="601" y="8218"/>
                    <a:pt x="635" y="8185"/>
                    <a:pt x="735" y="8185"/>
                  </a:cubicBezTo>
                  <a:cubicBezTo>
                    <a:pt x="968" y="8118"/>
                    <a:pt x="1335" y="7918"/>
                    <a:pt x="1635" y="7584"/>
                  </a:cubicBezTo>
                  <a:cubicBezTo>
                    <a:pt x="1936" y="7251"/>
                    <a:pt x="2169" y="6817"/>
                    <a:pt x="2469" y="6350"/>
                  </a:cubicBezTo>
                  <a:cubicBezTo>
                    <a:pt x="2770" y="5883"/>
                    <a:pt x="3137" y="5383"/>
                    <a:pt x="3637" y="5082"/>
                  </a:cubicBezTo>
                  <a:cubicBezTo>
                    <a:pt x="3904" y="4916"/>
                    <a:pt x="4237" y="4849"/>
                    <a:pt x="4504" y="4782"/>
                  </a:cubicBezTo>
                  <a:lnTo>
                    <a:pt x="5138" y="4782"/>
                  </a:lnTo>
                  <a:cubicBezTo>
                    <a:pt x="5138" y="4782"/>
                    <a:pt x="5171" y="4849"/>
                    <a:pt x="5238" y="4849"/>
                  </a:cubicBezTo>
                  <a:cubicBezTo>
                    <a:pt x="5271" y="4882"/>
                    <a:pt x="5338" y="4882"/>
                    <a:pt x="5438" y="4916"/>
                  </a:cubicBezTo>
                  <a:cubicBezTo>
                    <a:pt x="5738" y="5049"/>
                    <a:pt x="6072" y="5249"/>
                    <a:pt x="6406" y="5416"/>
                  </a:cubicBezTo>
                  <a:cubicBezTo>
                    <a:pt x="6739" y="5583"/>
                    <a:pt x="7106" y="5749"/>
                    <a:pt x="7573" y="5783"/>
                  </a:cubicBezTo>
                  <a:cubicBezTo>
                    <a:pt x="7645" y="5804"/>
                    <a:pt x="7715" y="5811"/>
                    <a:pt x="7783" y="5811"/>
                  </a:cubicBezTo>
                  <a:cubicBezTo>
                    <a:pt x="7934" y="5811"/>
                    <a:pt x="8079" y="5773"/>
                    <a:pt x="8240" y="5749"/>
                  </a:cubicBezTo>
                  <a:cubicBezTo>
                    <a:pt x="8340" y="5716"/>
                    <a:pt x="8440" y="5716"/>
                    <a:pt x="8574" y="5616"/>
                  </a:cubicBezTo>
                  <a:cubicBezTo>
                    <a:pt x="8607" y="5583"/>
                    <a:pt x="8674" y="5549"/>
                    <a:pt x="8741" y="5516"/>
                  </a:cubicBezTo>
                  <a:lnTo>
                    <a:pt x="8841" y="5383"/>
                  </a:lnTo>
                  <a:cubicBezTo>
                    <a:pt x="9141" y="5082"/>
                    <a:pt x="9341" y="4749"/>
                    <a:pt x="9575" y="4449"/>
                  </a:cubicBezTo>
                  <a:cubicBezTo>
                    <a:pt x="9975" y="3848"/>
                    <a:pt x="10308" y="3214"/>
                    <a:pt x="10642" y="2681"/>
                  </a:cubicBezTo>
                  <a:cubicBezTo>
                    <a:pt x="10976" y="2114"/>
                    <a:pt x="11342" y="1513"/>
                    <a:pt x="11776" y="1046"/>
                  </a:cubicBezTo>
                  <a:cubicBezTo>
                    <a:pt x="11809" y="946"/>
                    <a:pt x="11910" y="913"/>
                    <a:pt x="11943" y="879"/>
                  </a:cubicBezTo>
                  <a:cubicBezTo>
                    <a:pt x="11976" y="846"/>
                    <a:pt x="12076" y="746"/>
                    <a:pt x="12110" y="746"/>
                  </a:cubicBezTo>
                  <a:cubicBezTo>
                    <a:pt x="12143" y="713"/>
                    <a:pt x="12343" y="679"/>
                    <a:pt x="12477" y="679"/>
                  </a:cubicBezTo>
                  <a:cubicBezTo>
                    <a:pt x="12539" y="665"/>
                    <a:pt x="12599" y="659"/>
                    <a:pt x="12657" y="659"/>
                  </a:cubicBezTo>
                  <a:cubicBezTo>
                    <a:pt x="12876" y="659"/>
                    <a:pt x="13066" y="754"/>
                    <a:pt x="13277" y="913"/>
                  </a:cubicBezTo>
                  <a:cubicBezTo>
                    <a:pt x="13778" y="1346"/>
                    <a:pt x="14111" y="2013"/>
                    <a:pt x="14411" y="2647"/>
                  </a:cubicBezTo>
                  <a:cubicBezTo>
                    <a:pt x="14678" y="3248"/>
                    <a:pt x="14945" y="3915"/>
                    <a:pt x="15179" y="4549"/>
                  </a:cubicBezTo>
                  <a:cubicBezTo>
                    <a:pt x="15679" y="5749"/>
                    <a:pt x="16179" y="6884"/>
                    <a:pt x="16813" y="7517"/>
                  </a:cubicBezTo>
                  <a:cubicBezTo>
                    <a:pt x="17113" y="7851"/>
                    <a:pt x="17447" y="8018"/>
                    <a:pt x="17680" y="8084"/>
                  </a:cubicBezTo>
                  <a:cubicBezTo>
                    <a:pt x="17814" y="8118"/>
                    <a:pt x="17914" y="8185"/>
                    <a:pt x="17981" y="8185"/>
                  </a:cubicBezTo>
                  <a:lnTo>
                    <a:pt x="18081" y="8185"/>
                  </a:lnTo>
                  <a:cubicBezTo>
                    <a:pt x="18347" y="8185"/>
                    <a:pt x="18314" y="7884"/>
                    <a:pt x="18047" y="7851"/>
                  </a:cubicBezTo>
                  <a:lnTo>
                    <a:pt x="17981" y="7851"/>
                  </a:lnTo>
                  <a:cubicBezTo>
                    <a:pt x="17947" y="7784"/>
                    <a:pt x="17847" y="7784"/>
                    <a:pt x="17780" y="7751"/>
                  </a:cubicBezTo>
                  <a:cubicBezTo>
                    <a:pt x="17547" y="7684"/>
                    <a:pt x="17313" y="7517"/>
                    <a:pt x="17047" y="7217"/>
                  </a:cubicBezTo>
                  <a:cubicBezTo>
                    <a:pt x="16546" y="6617"/>
                    <a:pt x="16113" y="5583"/>
                    <a:pt x="15646" y="4348"/>
                  </a:cubicBezTo>
                  <a:cubicBezTo>
                    <a:pt x="15445" y="3715"/>
                    <a:pt x="15179" y="3048"/>
                    <a:pt x="14878" y="2380"/>
                  </a:cubicBezTo>
                  <a:cubicBezTo>
                    <a:pt x="14545" y="1713"/>
                    <a:pt x="14278" y="1013"/>
                    <a:pt x="13611" y="412"/>
                  </a:cubicBezTo>
                  <a:cubicBezTo>
                    <a:pt x="13317" y="206"/>
                    <a:pt x="12919" y="0"/>
                    <a:pt x="12508"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68" name="Google Shape;2868;p24"/>
            <p:cNvSpPr/>
            <p:nvPr/>
          </p:nvSpPr>
          <p:spPr>
            <a:xfrm>
              <a:off x="4787750" y="4697975"/>
              <a:ext cx="24225" cy="10875"/>
            </a:xfrm>
            <a:custGeom>
              <a:avLst/>
              <a:gdLst/>
              <a:ahLst/>
              <a:cxnLst/>
              <a:rect l="l" t="t" r="r" b="b"/>
              <a:pathLst>
                <a:path w="969" h="435" extrusionOk="0">
                  <a:moveTo>
                    <a:pt x="501" y="0"/>
                  </a:moveTo>
                  <a:cubicBezTo>
                    <a:pt x="301" y="0"/>
                    <a:pt x="34" y="167"/>
                    <a:pt x="34" y="167"/>
                  </a:cubicBezTo>
                  <a:cubicBezTo>
                    <a:pt x="1" y="167"/>
                    <a:pt x="67" y="401"/>
                    <a:pt x="67" y="401"/>
                  </a:cubicBezTo>
                  <a:cubicBezTo>
                    <a:pt x="67" y="401"/>
                    <a:pt x="334" y="434"/>
                    <a:pt x="501" y="434"/>
                  </a:cubicBezTo>
                  <a:cubicBezTo>
                    <a:pt x="668" y="434"/>
                    <a:pt x="901" y="334"/>
                    <a:pt x="901" y="334"/>
                  </a:cubicBezTo>
                  <a:cubicBezTo>
                    <a:pt x="901" y="334"/>
                    <a:pt x="901" y="100"/>
                    <a:pt x="968" y="100"/>
                  </a:cubicBezTo>
                  <a:cubicBezTo>
                    <a:pt x="968" y="100"/>
                    <a:pt x="668" y="0"/>
                    <a:pt x="501"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69" name="Google Shape;2869;p24"/>
            <p:cNvSpPr/>
            <p:nvPr/>
          </p:nvSpPr>
          <p:spPr>
            <a:xfrm>
              <a:off x="4793600" y="4717150"/>
              <a:ext cx="27550" cy="12525"/>
            </a:xfrm>
            <a:custGeom>
              <a:avLst/>
              <a:gdLst/>
              <a:ahLst/>
              <a:cxnLst/>
              <a:rect l="l" t="t" r="r" b="b"/>
              <a:pathLst>
                <a:path w="1102" h="501" extrusionOk="0">
                  <a:moveTo>
                    <a:pt x="567" y="1"/>
                  </a:moveTo>
                  <a:cubicBezTo>
                    <a:pt x="334" y="1"/>
                    <a:pt x="0" y="134"/>
                    <a:pt x="0" y="134"/>
                  </a:cubicBezTo>
                  <a:lnTo>
                    <a:pt x="0" y="401"/>
                  </a:lnTo>
                  <a:cubicBezTo>
                    <a:pt x="0" y="401"/>
                    <a:pt x="334" y="501"/>
                    <a:pt x="567" y="501"/>
                  </a:cubicBezTo>
                  <a:cubicBezTo>
                    <a:pt x="767" y="501"/>
                    <a:pt x="1101" y="401"/>
                    <a:pt x="1101" y="401"/>
                  </a:cubicBezTo>
                  <a:lnTo>
                    <a:pt x="1101" y="134"/>
                  </a:lnTo>
                  <a:cubicBezTo>
                    <a:pt x="1101" y="134"/>
                    <a:pt x="767" y="1"/>
                    <a:pt x="567"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70" name="Google Shape;2870;p24"/>
            <p:cNvSpPr/>
            <p:nvPr/>
          </p:nvSpPr>
          <p:spPr>
            <a:xfrm>
              <a:off x="4811950" y="4743850"/>
              <a:ext cx="14200" cy="12525"/>
            </a:xfrm>
            <a:custGeom>
              <a:avLst/>
              <a:gdLst/>
              <a:ahLst/>
              <a:cxnLst/>
              <a:rect l="l" t="t" r="r" b="b"/>
              <a:pathLst>
                <a:path w="568" h="501" extrusionOk="0">
                  <a:moveTo>
                    <a:pt x="267" y="0"/>
                  </a:moveTo>
                  <a:cubicBezTo>
                    <a:pt x="167" y="0"/>
                    <a:pt x="0" y="100"/>
                    <a:pt x="0" y="100"/>
                  </a:cubicBezTo>
                  <a:lnTo>
                    <a:pt x="0" y="367"/>
                  </a:lnTo>
                  <a:cubicBezTo>
                    <a:pt x="0" y="367"/>
                    <a:pt x="167" y="500"/>
                    <a:pt x="267" y="500"/>
                  </a:cubicBezTo>
                  <a:cubicBezTo>
                    <a:pt x="400" y="500"/>
                    <a:pt x="567" y="367"/>
                    <a:pt x="567" y="367"/>
                  </a:cubicBezTo>
                  <a:lnTo>
                    <a:pt x="567" y="100"/>
                  </a:lnTo>
                  <a:cubicBezTo>
                    <a:pt x="567" y="100"/>
                    <a:pt x="400" y="0"/>
                    <a:pt x="267"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71" name="Google Shape;2871;p24"/>
            <p:cNvSpPr/>
            <p:nvPr/>
          </p:nvSpPr>
          <p:spPr>
            <a:xfrm>
              <a:off x="4830275" y="4766350"/>
              <a:ext cx="27550" cy="14300"/>
            </a:xfrm>
            <a:custGeom>
              <a:avLst/>
              <a:gdLst/>
              <a:ahLst/>
              <a:cxnLst/>
              <a:rect l="l" t="t" r="r" b="b"/>
              <a:pathLst>
                <a:path w="1102" h="572" extrusionOk="0">
                  <a:moveTo>
                    <a:pt x="835" y="1"/>
                  </a:moveTo>
                  <a:cubicBezTo>
                    <a:pt x="835" y="1"/>
                    <a:pt x="635" y="34"/>
                    <a:pt x="468" y="101"/>
                  </a:cubicBezTo>
                  <a:cubicBezTo>
                    <a:pt x="301" y="134"/>
                    <a:pt x="1" y="234"/>
                    <a:pt x="1" y="234"/>
                  </a:cubicBezTo>
                  <a:lnTo>
                    <a:pt x="1" y="501"/>
                  </a:lnTo>
                  <a:cubicBezTo>
                    <a:pt x="1" y="501"/>
                    <a:pt x="177" y="572"/>
                    <a:pt x="376" y="572"/>
                  </a:cubicBezTo>
                  <a:cubicBezTo>
                    <a:pt x="451" y="572"/>
                    <a:pt x="529" y="562"/>
                    <a:pt x="601" y="534"/>
                  </a:cubicBezTo>
                  <a:cubicBezTo>
                    <a:pt x="701" y="534"/>
                    <a:pt x="868" y="468"/>
                    <a:pt x="968" y="334"/>
                  </a:cubicBezTo>
                  <a:cubicBezTo>
                    <a:pt x="1035" y="268"/>
                    <a:pt x="1102" y="134"/>
                    <a:pt x="1102" y="134"/>
                  </a:cubicBezTo>
                  <a:cubicBezTo>
                    <a:pt x="1035" y="101"/>
                    <a:pt x="868" y="1"/>
                    <a:pt x="835"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72" name="Google Shape;2872;p24"/>
            <p:cNvSpPr/>
            <p:nvPr/>
          </p:nvSpPr>
          <p:spPr>
            <a:xfrm>
              <a:off x="4972050" y="4750175"/>
              <a:ext cx="27550" cy="12400"/>
            </a:xfrm>
            <a:custGeom>
              <a:avLst/>
              <a:gdLst/>
              <a:ahLst/>
              <a:cxnLst/>
              <a:rect l="l" t="t" r="r" b="b"/>
              <a:pathLst>
                <a:path w="1102" h="496" extrusionOk="0">
                  <a:moveTo>
                    <a:pt x="494" y="1"/>
                  </a:moveTo>
                  <a:cubicBezTo>
                    <a:pt x="396" y="1"/>
                    <a:pt x="299" y="32"/>
                    <a:pt x="201" y="81"/>
                  </a:cubicBezTo>
                  <a:cubicBezTo>
                    <a:pt x="101" y="114"/>
                    <a:pt x="1" y="181"/>
                    <a:pt x="1" y="181"/>
                  </a:cubicBezTo>
                  <a:lnTo>
                    <a:pt x="134" y="414"/>
                  </a:lnTo>
                  <a:cubicBezTo>
                    <a:pt x="134" y="414"/>
                    <a:pt x="334" y="448"/>
                    <a:pt x="501" y="481"/>
                  </a:cubicBezTo>
                  <a:cubicBezTo>
                    <a:pt x="557" y="492"/>
                    <a:pt x="631" y="496"/>
                    <a:pt x="705" y="496"/>
                  </a:cubicBezTo>
                  <a:cubicBezTo>
                    <a:pt x="853" y="496"/>
                    <a:pt x="1001" y="481"/>
                    <a:pt x="1001" y="481"/>
                  </a:cubicBezTo>
                  <a:cubicBezTo>
                    <a:pt x="1035" y="448"/>
                    <a:pt x="1101" y="247"/>
                    <a:pt x="1035" y="247"/>
                  </a:cubicBezTo>
                  <a:cubicBezTo>
                    <a:pt x="1035" y="247"/>
                    <a:pt x="801" y="81"/>
                    <a:pt x="601" y="14"/>
                  </a:cubicBezTo>
                  <a:cubicBezTo>
                    <a:pt x="565" y="5"/>
                    <a:pt x="530" y="1"/>
                    <a:pt x="494"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73" name="Google Shape;2873;p24"/>
            <p:cNvSpPr/>
            <p:nvPr/>
          </p:nvSpPr>
          <p:spPr>
            <a:xfrm>
              <a:off x="4985400" y="4788025"/>
              <a:ext cx="31700" cy="11700"/>
            </a:xfrm>
            <a:custGeom>
              <a:avLst/>
              <a:gdLst/>
              <a:ahLst/>
              <a:cxnLst/>
              <a:rect l="l" t="t" r="r" b="b"/>
              <a:pathLst>
                <a:path w="1268" h="468" extrusionOk="0">
                  <a:moveTo>
                    <a:pt x="634" y="1"/>
                  </a:moveTo>
                  <a:cubicBezTo>
                    <a:pt x="501" y="1"/>
                    <a:pt x="334" y="68"/>
                    <a:pt x="234" y="134"/>
                  </a:cubicBezTo>
                  <a:cubicBezTo>
                    <a:pt x="100" y="168"/>
                    <a:pt x="0" y="268"/>
                    <a:pt x="0" y="268"/>
                  </a:cubicBezTo>
                  <a:lnTo>
                    <a:pt x="134" y="468"/>
                  </a:lnTo>
                  <a:lnTo>
                    <a:pt x="634" y="468"/>
                  </a:lnTo>
                  <a:cubicBezTo>
                    <a:pt x="768" y="468"/>
                    <a:pt x="934" y="435"/>
                    <a:pt x="1068" y="401"/>
                  </a:cubicBezTo>
                  <a:cubicBezTo>
                    <a:pt x="1168" y="335"/>
                    <a:pt x="1268" y="268"/>
                    <a:pt x="1268" y="268"/>
                  </a:cubicBezTo>
                  <a:lnTo>
                    <a:pt x="1168" y="68"/>
                  </a:lnTo>
                  <a:lnTo>
                    <a:pt x="1001" y="68"/>
                  </a:lnTo>
                  <a:cubicBezTo>
                    <a:pt x="901" y="68"/>
                    <a:pt x="768" y="1"/>
                    <a:pt x="634"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74" name="Google Shape;2874;p24"/>
            <p:cNvSpPr/>
            <p:nvPr/>
          </p:nvSpPr>
          <p:spPr>
            <a:xfrm>
              <a:off x="4986225" y="4769700"/>
              <a:ext cx="23375" cy="12525"/>
            </a:xfrm>
            <a:custGeom>
              <a:avLst/>
              <a:gdLst/>
              <a:ahLst/>
              <a:cxnLst/>
              <a:rect l="l" t="t" r="r" b="b"/>
              <a:pathLst>
                <a:path w="935" h="501" extrusionOk="0">
                  <a:moveTo>
                    <a:pt x="434" y="0"/>
                  </a:moveTo>
                  <a:cubicBezTo>
                    <a:pt x="268" y="0"/>
                    <a:pt x="1" y="100"/>
                    <a:pt x="1" y="100"/>
                  </a:cubicBezTo>
                  <a:lnTo>
                    <a:pt x="1" y="367"/>
                  </a:lnTo>
                  <a:cubicBezTo>
                    <a:pt x="1" y="367"/>
                    <a:pt x="301" y="500"/>
                    <a:pt x="468" y="500"/>
                  </a:cubicBezTo>
                  <a:cubicBezTo>
                    <a:pt x="668" y="500"/>
                    <a:pt x="935" y="334"/>
                    <a:pt x="935" y="334"/>
                  </a:cubicBezTo>
                  <a:cubicBezTo>
                    <a:pt x="935" y="300"/>
                    <a:pt x="901" y="67"/>
                    <a:pt x="835" y="33"/>
                  </a:cubicBezTo>
                  <a:cubicBezTo>
                    <a:pt x="835" y="33"/>
                    <a:pt x="601" y="0"/>
                    <a:pt x="434"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75" name="Google Shape;2875;p24"/>
            <p:cNvSpPr/>
            <p:nvPr/>
          </p:nvSpPr>
          <p:spPr>
            <a:xfrm>
              <a:off x="4993725" y="4816150"/>
              <a:ext cx="31725" cy="13600"/>
            </a:xfrm>
            <a:custGeom>
              <a:avLst/>
              <a:gdLst/>
              <a:ahLst/>
              <a:cxnLst/>
              <a:rect l="l" t="t" r="r" b="b"/>
              <a:pathLst>
                <a:path w="1269" h="544" extrusionOk="0">
                  <a:moveTo>
                    <a:pt x="803" y="1"/>
                  </a:moveTo>
                  <a:cubicBezTo>
                    <a:pt x="746" y="1"/>
                    <a:pt x="688" y="3"/>
                    <a:pt x="635" y="10"/>
                  </a:cubicBezTo>
                  <a:cubicBezTo>
                    <a:pt x="501" y="43"/>
                    <a:pt x="335" y="110"/>
                    <a:pt x="234" y="177"/>
                  </a:cubicBezTo>
                  <a:cubicBezTo>
                    <a:pt x="101" y="277"/>
                    <a:pt x="1" y="344"/>
                    <a:pt x="1" y="344"/>
                  </a:cubicBezTo>
                  <a:lnTo>
                    <a:pt x="134" y="544"/>
                  </a:lnTo>
                  <a:cubicBezTo>
                    <a:pt x="134" y="544"/>
                    <a:pt x="234" y="510"/>
                    <a:pt x="335" y="510"/>
                  </a:cubicBezTo>
                  <a:cubicBezTo>
                    <a:pt x="385" y="494"/>
                    <a:pt x="451" y="494"/>
                    <a:pt x="514" y="494"/>
                  </a:cubicBezTo>
                  <a:cubicBezTo>
                    <a:pt x="576" y="494"/>
                    <a:pt x="635" y="494"/>
                    <a:pt x="668" y="477"/>
                  </a:cubicBezTo>
                  <a:cubicBezTo>
                    <a:pt x="902" y="444"/>
                    <a:pt x="1269" y="277"/>
                    <a:pt x="1269" y="277"/>
                  </a:cubicBezTo>
                  <a:cubicBezTo>
                    <a:pt x="1269" y="277"/>
                    <a:pt x="1235" y="43"/>
                    <a:pt x="1269" y="43"/>
                  </a:cubicBezTo>
                  <a:cubicBezTo>
                    <a:pt x="1269" y="43"/>
                    <a:pt x="1034" y="1"/>
                    <a:pt x="803"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76" name="Google Shape;2876;p24"/>
            <p:cNvSpPr/>
            <p:nvPr/>
          </p:nvSpPr>
          <p:spPr>
            <a:xfrm>
              <a:off x="5013750" y="4835575"/>
              <a:ext cx="31725" cy="16700"/>
            </a:xfrm>
            <a:custGeom>
              <a:avLst/>
              <a:gdLst/>
              <a:ahLst/>
              <a:cxnLst/>
              <a:rect l="l" t="t" r="r" b="b"/>
              <a:pathLst>
                <a:path w="1269" h="668" extrusionOk="0">
                  <a:moveTo>
                    <a:pt x="1068" y="0"/>
                  </a:moveTo>
                  <a:cubicBezTo>
                    <a:pt x="1068" y="0"/>
                    <a:pt x="701" y="0"/>
                    <a:pt x="501" y="67"/>
                  </a:cubicBezTo>
                  <a:cubicBezTo>
                    <a:pt x="401" y="100"/>
                    <a:pt x="234" y="200"/>
                    <a:pt x="167" y="267"/>
                  </a:cubicBezTo>
                  <a:lnTo>
                    <a:pt x="1" y="434"/>
                  </a:lnTo>
                  <a:lnTo>
                    <a:pt x="134" y="667"/>
                  </a:lnTo>
                  <a:cubicBezTo>
                    <a:pt x="134" y="667"/>
                    <a:pt x="201" y="601"/>
                    <a:pt x="334" y="601"/>
                  </a:cubicBezTo>
                  <a:cubicBezTo>
                    <a:pt x="401" y="567"/>
                    <a:pt x="601" y="567"/>
                    <a:pt x="668" y="534"/>
                  </a:cubicBezTo>
                  <a:cubicBezTo>
                    <a:pt x="868" y="434"/>
                    <a:pt x="1201" y="234"/>
                    <a:pt x="1201" y="234"/>
                  </a:cubicBezTo>
                  <a:cubicBezTo>
                    <a:pt x="1268" y="234"/>
                    <a:pt x="1168" y="34"/>
                    <a:pt x="1068"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77" name="Google Shape;2877;p24"/>
            <p:cNvSpPr/>
            <p:nvPr/>
          </p:nvSpPr>
          <p:spPr>
            <a:xfrm>
              <a:off x="5030425" y="4861425"/>
              <a:ext cx="20875" cy="13375"/>
            </a:xfrm>
            <a:custGeom>
              <a:avLst/>
              <a:gdLst/>
              <a:ahLst/>
              <a:cxnLst/>
              <a:rect l="l" t="t" r="r" b="b"/>
              <a:pathLst>
                <a:path w="835" h="535" extrusionOk="0">
                  <a:moveTo>
                    <a:pt x="801" y="0"/>
                  </a:moveTo>
                  <a:cubicBezTo>
                    <a:pt x="801" y="0"/>
                    <a:pt x="534" y="0"/>
                    <a:pt x="368" y="34"/>
                  </a:cubicBezTo>
                  <a:cubicBezTo>
                    <a:pt x="234" y="134"/>
                    <a:pt x="34" y="301"/>
                    <a:pt x="34" y="301"/>
                  </a:cubicBezTo>
                  <a:cubicBezTo>
                    <a:pt x="1" y="301"/>
                    <a:pt x="101" y="534"/>
                    <a:pt x="101" y="534"/>
                  </a:cubicBezTo>
                  <a:cubicBezTo>
                    <a:pt x="101" y="534"/>
                    <a:pt x="334" y="534"/>
                    <a:pt x="501" y="501"/>
                  </a:cubicBezTo>
                  <a:cubicBezTo>
                    <a:pt x="668" y="467"/>
                    <a:pt x="835" y="234"/>
                    <a:pt x="835" y="234"/>
                  </a:cubicBezTo>
                  <a:cubicBezTo>
                    <a:pt x="835" y="234"/>
                    <a:pt x="801" y="34"/>
                    <a:pt x="801"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78" name="Google Shape;2878;p24"/>
            <p:cNvSpPr/>
            <p:nvPr/>
          </p:nvSpPr>
          <p:spPr>
            <a:xfrm>
              <a:off x="5066300" y="4913125"/>
              <a:ext cx="25875" cy="12525"/>
            </a:xfrm>
            <a:custGeom>
              <a:avLst/>
              <a:gdLst/>
              <a:ahLst/>
              <a:cxnLst/>
              <a:rect l="l" t="t" r="r" b="b"/>
              <a:pathLst>
                <a:path w="1035" h="501" extrusionOk="0">
                  <a:moveTo>
                    <a:pt x="500" y="1"/>
                  </a:moveTo>
                  <a:cubicBezTo>
                    <a:pt x="267" y="67"/>
                    <a:pt x="0" y="167"/>
                    <a:pt x="0" y="167"/>
                  </a:cubicBezTo>
                  <a:lnTo>
                    <a:pt x="0" y="434"/>
                  </a:lnTo>
                  <a:cubicBezTo>
                    <a:pt x="0" y="434"/>
                    <a:pt x="334" y="501"/>
                    <a:pt x="534" y="501"/>
                  </a:cubicBezTo>
                  <a:cubicBezTo>
                    <a:pt x="734" y="468"/>
                    <a:pt x="1034" y="334"/>
                    <a:pt x="1034" y="334"/>
                  </a:cubicBezTo>
                  <a:lnTo>
                    <a:pt x="1034" y="101"/>
                  </a:lnTo>
                  <a:cubicBezTo>
                    <a:pt x="1034" y="101"/>
                    <a:pt x="701" y="1"/>
                    <a:pt x="500"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79" name="Google Shape;2879;p24"/>
            <p:cNvSpPr/>
            <p:nvPr/>
          </p:nvSpPr>
          <p:spPr>
            <a:xfrm>
              <a:off x="5042100" y="4889775"/>
              <a:ext cx="25875" cy="17025"/>
            </a:xfrm>
            <a:custGeom>
              <a:avLst/>
              <a:gdLst/>
              <a:ahLst/>
              <a:cxnLst/>
              <a:rect l="l" t="t" r="r" b="b"/>
              <a:pathLst>
                <a:path w="1035" h="681" extrusionOk="0">
                  <a:moveTo>
                    <a:pt x="868" y="1"/>
                  </a:moveTo>
                  <a:cubicBezTo>
                    <a:pt x="868" y="1"/>
                    <a:pt x="534" y="67"/>
                    <a:pt x="401" y="167"/>
                  </a:cubicBezTo>
                  <a:cubicBezTo>
                    <a:pt x="334" y="167"/>
                    <a:pt x="234" y="234"/>
                    <a:pt x="167" y="267"/>
                  </a:cubicBezTo>
                  <a:lnTo>
                    <a:pt x="1" y="367"/>
                  </a:lnTo>
                  <a:lnTo>
                    <a:pt x="1" y="601"/>
                  </a:lnTo>
                  <a:cubicBezTo>
                    <a:pt x="1" y="601"/>
                    <a:pt x="67" y="668"/>
                    <a:pt x="201" y="668"/>
                  </a:cubicBezTo>
                  <a:cubicBezTo>
                    <a:pt x="237" y="677"/>
                    <a:pt x="275" y="681"/>
                    <a:pt x="314" y="681"/>
                  </a:cubicBezTo>
                  <a:cubicBezTo>
                    <a:pt x="421" y="681"/>
                    <a:pt x="537" y="650"/>
                    <a:pt x="634" y="601"/>
                  </a:cubicBezTo>
                  <a:cubicBezTo>
                    <a:pt x="868" y="501"/>
                    <a:pt x="1035" y="201"/>
                    <a:pt x="1035" y="201"/>
                  </a:cubicBezTo>
                  <a:cubicBezTo>
                    <a:pt x="1035" y="201"/>
                    <a:pt x="901" y="34"/>
                    <a:pt x="868"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80" name="Google Shape;2880;p24"/>
            <p:cNvSpPr/>
            <p:nvPr/>
          </p:nvSpPr>
          <p:spPr>
            <a:xfrm>
              <a:off x="4116450" y="4858075"/>
              <a:ext cx="18375" cy="12550"/>
            </a:xfrm>
            <a:custGeom>
              <a:avLst/>
              <a:gdLst/>
              <a:ahLst/>
              <a:cxnLst/>
              <a:rect l="l" t="t" r="r" b="b"/>
              <a:pathLst>
                <a:path w="735" h="502" extrusionOk="0">
                  <a:moveTo>
                    <a:pt x="334" y="1"/>
                  </a:moveTo>
                  <a:cubicBezTo>
                    <a:pt x="234" y="34"/>
                    <a:pt x="134" y="101"/>
                    <a:pt x="67" y="168"/>
                  </a:cubicBezTo>
                  <a:cubicBezTo>
                    <a:pt x="34" y="234"/>
                    <a:pt x="0" y="301"/>
                    <a:pt x="0" y="301"/>
                  </a:cubicBezTo>
                  <a:lnTo>
                    <a:pt x="134" y="501"/>
                  </a:lnTo>
                  <a:lnTo>
                    <a:pt x="467" y="501"/>
                  </a:lnTo>
                  <a:cubicBezTo>
                    <a:pt x="501" y="501"/>
                    <a:pt x="534" y="468"/>
                    <a:pt x="634" y="435"/>
                  </a:cubicBezTo>
                  <a:cubicBezTo>
                    <a:pt x="701" y="368"/>
                    <a:pt x="734" y="335"/>
                    <a:pt x="734" y="335"/>
                  </a:cubicBezTo>
                  <a:lnTo>
                    <a:pt x="734" y="34"/>
                  </a:lnTo>
                  <a:cubicBezTo>
                    <a:pt x="734" y="34"/>
                    <a:pt x="701" y="34"/>
                    <a:pt x="634"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81" name="Google Shape;2881;p24"/>
            <p:cNvSpPr/>
            <p:nvPr/>
          </p:nvSpPr>
          <p:spPr>
            <a:xfrm>
              <a:off x="4125625" y="4868925"/>
              <a:ext cx="16700" cy="16700"/>
            </a:xfrm>
            <a:custGeom>
              <a:avLst/>
              <a:gdLst/>
              <a:ahLst/>
              <a:cxnLst/>
              <a:rect l="l" t="t" r="r" b="b"/>
              <a:pathLst>
                <a:path w="668" h="668" extrusionOk="0">
                  <a:moveTo>
                    <a:pt x="534" y="1"/>
                  </a:moveTo>
                  <a:cubicBezTo>
                    <a:pt x="534" y="1"/>
                    <a:pt x="300" y="67"/>
                    <a:pt x="167" y="167"/>
                  </a:cubicBezTo>
                  <a:cubicBezTo>
                    <a:pt x="34" y="267"/>
                    <a:pt x="0" y="534"/>
                    <a:pt x="0" y="534"/>
                  </a:cubicBezTo>
                  <a:cubicBezTo>
                    <a:pt x="0" y="534"/>
                    <a:pt x="167" y="668"/>
                    <a:pt x="200" y="668"/>
                  </a:cubicBezTo>
                  <a:cubicBezTo>
                    <a:pt x="200" y="668"/>
                    <a:pt x="434" y="568"/>
                    <a:pt x="501" y="501"/>
                  </a:cubicBezTo>
                  <a:cubicBezTo>
                    <a:pt x="601" y="401"/>
                    <a:pt x="667" y="201"/>
                    <a:pt x="667" y="201"/>
                  </a:cubicBezTo>
                  <a:lnTo>
                    <a:pt x="534" y="1"/>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82" name="Google Shape;2882;p24"/>
            <p:cNvSpPr/>
            <p:nvPr/>
          </p:nvSpPr>
          <p:spPr>
            <a:xfrm>
              <a:off x="4141450" y="4883100"/>
              <a:ext cx="13375" cy="17550"/>
            </a:xfrm>
            <a:custGeom>
              <a:avLst/>
              <a:gdLst/>
              <a:ahLst/>
              <a:cxnLst/>
              <a:rect l="l" t="t" r="r" b="b"/>
              <a:pathLst>
                <a:path w="535" h="702" extrusionOk="0">
                  <a:moveTo>
                    <a:pt x="301" y="1"/>
                  </a:moveTo>
                  <a:cubicBezTo>
                    <a:pt x="301" y="1"/>
                    <a:pt x="68" y="134"/>
                    <a:pt x="34" y="268"/>
                  </a:cubicBezTo>
                  <a:cubicBezTo>
                    <a:pt x="1" y="368"/>
                    <a:pt x="1" y="634"/>
                    <a:pt x="1" y="634"/>
                  </a:cubicBezTo>
                  <a:cubicBezTo>
                    <a:pt x="1" y="634"/>
                    <a:pt x="201" y="668"/>
                    <a:pt x="234" y="701"/>
                  </a:cubicBezTo>
                  <a:cubicBezTo>
                    <a:pt x="234" y="701"/>
                    <a:pt x="468" y="601"/>
                    <a:pt x="501" y="468"/>
                  </a:cubicBezTo>
                  <a:cubicBezTo>
                    <a:pt x="535" y="334"/>
                    <a:pt x="535" y="101"/>
                    <a:pt x="535" y="101"/>
                  </a:cubicBezTo>
                  <a:lnTo>
                    <a:pt x="301" y="1"/>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83" name="Google Shape;2883;p24"/>
            <p:cNvSpPr/>
            <p:nvPr/>
          </p:nvSpPr>
          <p:spPr>
            <a:xfrm>
              <a:off x="4289075" y="4866425"/>
              <a:ext cx="15850" cy="20875"/>
            </a:xfrm>
            <a:custGeom>
              <a:avLst/>
              <a:gdLst/>
              <a:ahLst/>
              <a:cxnLst/>
              <a:rect l="l" t="t" r="r" b="b"/>
              <a:pathLst>
                <a:path w="634" h="835" extrusionOk="0">
                  <a:moveTo>
                    <a:pt x="501" y="1"/>
                  </a:moveTo>
                  <a:lnTo>
                    <a:pt x="334" y="101"/>
                  </a:lnTo>
                  <a:cubicBezTo>
                    <a:pt x="267" y="134"/>
                    <a:pt x="167" y="201"/>
                    <a:pt x="134" y="301"/>
                  </a:cubicBezTo>
                  <a:cubicBezTo>
                    <a:pt x="67" y="468"/>
                    <a:pt x="0" y="668"/>
                    <a:pt x="0" y="668"/>
                  </a:cubicBezTo>
                  <a:cubicBezTo>
                    <a:pt x="0" y="701"/>
                    <a:pt x="167" y="834"/>
                    <a:pt x="167" y="834"/>
                  </a:cubicBezTo>
                  <a:cubicBezTo>
                    <a:pt x="167" y="834"/>
                    <a:pt x="234" y="801"/>
                    <a:pt x="300" y="768"/>
                  </a:cubicBezTo>
                  <a:cubicBezTo>
                    <a:pt x="400" y="668"/>
                    <a:pt x="467" y="634"/>
                    <a:pt x="501" y="534"/>
                  </a:cubicBezTo>
                  <a:cubicBezTo>
                    <a:pt x="601" y="434"/>
                    <a:pt x="634" y="201"/>
                    <a:pt x="634" y="201"/>
                  </a:cubicBezTo>
                  <a:lnTo>
                    <a:pt x="501" y="1"/>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84" name="Google Shape;2884;p24"/>
            <p:cNvSpPr/>
            <p:nvPr/>
          </p:nvSpPr>
          <p:spPr>
            <a:xfrm>
              <a:off x="4308250" y="4888100"/>
              <a:ext cx="17525" cy="27550"/>
            </a:xfrm>
            <a:custGeom>
              <a:avLst/>
              <a:gdLst/>
              <a:ahLst/>
              <a:cxnLst/>
              <a:rect l="l" t="t" r="r" b="b"/>
              <a:pathLst>
                <a:path w="701" h="1102" extrusionOk="0">
                  <a:moveTo>
                    <a:pt x="401" y="1"/>
                  </a:moveTo>
                  <a:cubicBezTo>
                    <a:pt x="401" y="1"/>
                    <a:pt x="301" y="268"/>
                    <a:pt x="167" y="434"/>
                  </a:cubicBezTo>
                  <a:cubicBezTo>
                    <a:pt x="134" y="501"/>
                    <a:pt x="67" y="635"/>
                    <a:pt x="34" y="768"/>
                  </a:cubicBezTo>
                  <a:cubicBezTo>
                    <a:pt x="0" y="901"/>
                    <a:pt x="0" y="968"/>
                    <a:pt x="0" y="968"/>
                  </a:cubicBezTo>
                  <a:cubicBezTo>
                    <a:pt x="0" y="968"/>
                    <a:pt x="201" y="1068"/>
                    <a:pt x="301" y="1102"/>
                  </a:cubicBezTo>
                  <a:lnTo>
                    <a:pt x="401" y="968"/>
                  </a:lnTo>
                  <a:cubicBezTo>
                    <a:pt x="467" y="901"/>
                    <a:pt x="567" y="768"/>
                    <a:pt x="634" y="668"/>
                  </a:cubicBezTo>
                  <a:cubicBezTo>
                    <a:pt x="668" y="568"/>
                    <a:pt x="701" y="401"/>
                    <a:pt x="701" y="268"/>
                  </a:cubicBezTo>
                  <a:cubicBezTo>
                    <a:pt x="701" y="134"/>
                    <a:pt x="668" y="1"/>
                    <a:pt x="668"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85" name="Google Shape;2885;p24"/>
            <p:cNvSpPr/>
            <p:nvPr/>
          </p:nvSpPr>
          <p:spPr>
            <a:xfrm>
              <a:off x="4326600" y="4920625"/>
              <a:ext cx="14200" cy="20875"/>
            </a:xfrm>
            <a:custGeom>
              <a:avLst/>
              <a:gdLst/>
              <a:ahLst/>
              <a:cxnLst/>
              <a:rect l="l" t="t" r="r" b="b"/>
              <a:pathLst>
                <a:path w="568" h="835" extrusionOk="0">
                  <a:moveTo>
                    <a:pt x="267" y="1"/>
                  </a:moveTo>
                  <a:cubicBezTo>
                    <a:pt x="267" y="1"/>
                    <a:pt x="234" y="34"/>
                    <a:pt x="167" y="134"/>
                  </a:cubicBezTo>
                  <a:cubicBezTo>
                    <a:pt x="134" y="168"/>
                    <a:pt x="67" y="268"/>
                    <a:pt x="67" y="334"/>
                  </a:cubicBezTo>
                  <a:cubicBezTo>
                    <a:pt x="0" y="501"/>
                    <a:pt x="67" y="801"/>
                    <a:pt x="67" y="801"/>
                  </a:cubicBezTo>
                  <a:cubicBezTo>
                    <a:pt x="100" y="801"/>
                    <a:pt x="300" y="835"/>
                    <a:pt x="300" y="835"/>
                  </a:cubicBezTo>
                  <a:cubicBezTo>
                    <a:pt x="300" y="835"/>
                    <a:pt x="501" y="635"/>
                    <a:pt x="567" y="468"/>
                  </a:cubicBezTo>
                  <a:lnTo>
                    <a:pt x="567" y="168"/>
                  </a:lnTo>
                  <a:cubicBezTo>
                    <a:pt x="567" y="101"/>
                    <a:pt x="501" y="1"/>
                    <a:pt x="501"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86" name="Google Shape;2886;p24"/>
            <p:cNvSpPr/>
            <p:nvPr/>
          </p:nvSpPr>
          <p:spPr>
            <a:xfrm>
              <a:off x="4344100" y="4954825"/>
              <a:ext cx="13375" cy="20025"/>
            </a:xfrm>
            <a:custGeom>
              <a:avLst/>
              <a:gdLst/>
              <a:ahLst/>
              <a:cxnLst/>
              <a:rect l="l" t="t" r="r" b="b"/>
              <a:pathLst>
                <a:path w="535" h="801" extrusionOk="0">
                  <a:moveTo>
                    <a:pt x="168" y="0"/>
                  </a:moveTo>
                  <a:cubicBezTo>
                    <a:pt x="168" y="0"/>
                    <a:pt x="134" y="67"/>
                    <a:pt x="101" y="134"/>
                  </a:cubicBezTo>
                  <a:cubicBezTo>
                    <a:pt x="67" y="234"/>
                    <a:pt x="1" y="267"/>
                    <a:pt x="1" y="334"/>
                  </a:cubicBezTo>
                  <a:cubicBezTo>
                    <a:pt x="1" y="467"/>
                    <a:pt x="67" y="734"/>
                    <a:pt x="67" y="734"/>
                  </a:cubicBezTo>
                  <a:cubicBezTo>
                    <a:pt x="67" y="768"/>
                    <a:pt x="268" y="801"/>
                    <a:pt x="301" y="801"/>
                  </a:cubicBezTo>
                  <a:cubicBezTo>
                    <a:pt x="301" y="801"/>
                    <a:pt x="468" y="634"/>
                    <a:pt x="534" y="467"/>
                  </a:cubicBezTo>
                  <a:cubicBezTo>
                    <a:pt x="534" y="401"/>
                    <a:pt x="468" y="267"/>
                    <a:pt x="468" y="167"/>
                  </a:cubicBezTo>
                  <a:cubicBezTo>
                    <a:pt x="468" y="67"/>
                    <a:pt x="434" y="0"/>
                    <a:pt x="434"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87" name="Google Shape;2887;p24"/>
            <p:cNvSpPr/>
            <p:nvPr/>
          </p:nvSpPr>
          <p:spPr>
            <a:xfrm>
              <a:off x="4366625" y="4992350"/>
              <a:ext cx="13375" cy="18375"/>
            </a:xfrm>
            <a:custGeom>
              <a:avLst/>
              <a:gdLst/>
              <a:ahLst/>
              <a:cxnLst/>
              <a:rect l="l" t="t" r="r" b="b"/>
              <a:pathLst>
                <a:path w="535" h="735" extrusionOk="0">
                  <a:moveTo>
                    <a:pt x="201" y="0"/>
                  </a:moveTo>
                  <a:cubicBezTo>
                    <a:pt x="201" y="0"/>
                    <a:pt x="67" y="167"/>
                    <a:pt x="34" y="267"/>
                  </a:cubicBezTo>
                  <a:cubicBezTo>
                    <a:pt x="0" y="401"/>
                    <a:pt x="0" y="634"/>
                    <a:pt x="0" y="634"/>
                  </a:cubicBezTo>
                  <a:cubicBezTo>
                    <a:pt x="34" y="634"/>
                    <a:pt x="201" y="668"/>
                    <a:pt x="234" y="734"/>
                  </a:cubicBezTo>
                  <a:cubicBezTo>
                    <a:pt x="234" y="734"/>
                    <a:pt x="467" y="601"/>
                    <a:pt x="501" y="434"/>
                  </a:cubicBezTo>
                  <a:cubicBezTo>
                    <a:pt x="534" y="301"/>
                    <a:pt x="467" y="0"/>
                    <a:pt x="467"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88" name="Google Shape;2888;p24"/>
            <p:cNvSpPr/>
            <p:nvPr/>
          </p:nvSpPr>
          <p:spPr>
            <a:xfrm>
              <a:off x="5492425" y="4233475"/>
              <a:ext cx="16700" cy="18550"/>
            </a:xfrm>
            <a:custGeom>
              <a:avLst/>
              <a:gdLst/>
              <a:ahLst/>
              <a:cxnLst/>
              <a:rect l="l" t="t" r="r" b="b"/>
              <a:pathLst>
                <a:path w="668" h="742" extrusionOk="0">
                  <a:moveTo>
                    <a:pt x="501" y="0"/>
                  </a:moveTo>
                  <a:cubicBezTo>
                    <a:pt x="501" y="0"/>
                    <a:pt x="234" y="100"/>
                    <a:pt x="134" y="234"/>
                  </a:cubicBezTo>
                  <a:cubicBezTo>
                    <a:pt x="67" y="301"/>
                    <a:pt x="34" y="434"/>
                    <a:pt x="1" y="501"/>
                  </a:cubicBezTo>
                  <a:lnTo>
                    <a:pt x="1" y="668"/>
                  </a:lnTo>
                  <a:cubicBezTo>
                    <a:pt x="29" y="668"/>
                    <a:pt x="156" y="741"/>
                    <a:pt x="191" y="741"/>
                  </a:cubicBezTo>
                  <a:cubicBezTo>
                    <a:pt x="197" y="741"/>
                    <a:pt x="201" y="739"/>
                    <a:pt x="201" y="734"/>
                  </a:cubicBezTo>
                  <a:cubicBezTo>
                    <a:pt x="201" y="734"/>
                    <a:pt x="401" y="601"/>
                    <a:pt x="501" y="501"/>
                  </a:cubicBezTo>
                  <a:cubicBezTo>
                    <a:pt x="568" y="434"/>
                    <a:pt x="668" y="167"/>
                    <a:pt x="668" y="167"/>
                  </a:cubicBezTo>
                  <a:lnTo>
                    <a:pt x="501" y="0"/>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89" name="Google Shape;2889;p24"/>
            <p:cNvSpPr/>
            <p:nvPr/>
          </p:nvSpPr>
          <p:spPr>
            <a:xfrm>
              <a:off x="5509100" y="4245150"/>
              <a:ext cx="12550" cy="20025"/>
            </a:xfrm>
            <a:custGeom>
              <a:avLst/>
              <a:gdLst/>
              <a:ahLst/>
              <a:cxnLst/>
              <a:rect l="l" t="t" r="r" b="b"/>
              <a:pathLst>
                <a:path w="502" h="801" extrusionOk="0">
                  <a:moveTo>
                    <a:pt x="334" y="0"/>
                  </a:moveTo>
                  <a:cubicBezTo>
                    <a:pt x="268" y="0"/>
                    <a:pt x="67" y="100"/>
                    <a:pt x="67" y="100"/>
                  </a:cubicBezTo>
                  <a:cubicBezTo>
                    <a:pt x="67" y="100"/>
                    <a:pt x="1" y="301"/>
                    <a:pt x="1" y="367"/>
                  </a:cubicBezTo>
                  <a:cubicBezTo>
                    <a:pt x="1" y="467"/>
                    <a:pt x="34" y="668"/>
                    <a:pt x="34" y="668"/>
                  </a:cubicBezTo>
                  <a:lnTo>
                    <a:pt x="234" y="801"/>
                  </a:lnTo>
                  <a:cubicBezTo>
                    <a:pt x="234" y="801"/>
                    <a:pt x="501" y="634"/>
                    <a:pt x="501" y="434"/>
                  </a:cubicBezTo>
                  <a:cubicBezTo>
                    <a:pt x="501" y="334"/>
                    <a:pt x="468" y="201"/>
                    <a:pt x="401" y="134"/>
                  </a:cubicBezTo>
                  <a:cubicBezTo>
                    <a:pt x="368" y="34"/>
                    <a:pt x="334" y="0"/>
                    <a:pt x="334"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90" name="Google Shape;2890;p24"/>
            <p:cNvSpPr/>
            <p:nvPr/>
          </p:nvSpPr>
          <p:spPr>
            <a:xfrm>
              <a:off x="5529125" y="4257650"/>
              <a:ext cx="13350" cy="23700"/>
            </a:xfrm>
            <a:custGeom>
              <a:avLst/>
              <a:gdLst/>
              <a:ahLst/>
              <a:cxnLst/>
              <a:rect l="l" t="t" r="r" b="b"/>
              <a:pathLst>
                <a:path w="534" h="948" extrusionOk="0">
                  <a:moveTo>
                    <a:pt x="334" y="1"/>
                  </a:moveTo>
                  <a:cubicBezTo>
                    <a:pt x="334" y="1"/>
                    <a:pt x="100" y="201"/>
                    <a:pt x="34" y="368"/>
                  </a:cubicBezTo>
                  <a:cubicBezTo>
                    <a:pt x="0" y="601"/>
                    <a:pt x="0" y="868"/>
                    <a:pt x="0" y="868"/>
                  </a:cubicBezTo>
                  <a:cubicBezTo>
                    <a:pt x="0" y="917"/>
                    <a:pt x="108" y="948"/>
                    <a:pt x="165" y="948"/>
                  </a:cubicBezTo>
                  <a:cubicBezTo>
                    <a:pt x="186" y="948"/>
                    <a:pt x="200" y="944"/>
                    <a:pt x="200" y="935"/>
                  </a:cubicBezTo>
                  <a:cubicBezTo>
                    <a:pt x="200" y="935"/>
                    <a:pt x="401" y="701"/>
                    <a:pt x="434" y="601"/>
                  </a:cubicBezTo>
                  <a:cubicBezTo>
                    <a:pt x="534" y="434"/>
                    <a:pt x="534" y="134"/>
                    <a:pt x="534" y="134"/>
                  </a:cubicBezTo>
                  <a:cubicBezTo>
                    <a:pt x="534" y="101"/>
                    <a:pt x="334" y="1"/>
                    <a:pt x="334"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91" name="Google Shape;2891;p24"/>
            <p:cNvSpPr/>
            <p:nvPr/>
          </p:nvSpPr>
          <p:spPr>
            <a:xfrm>
              <a:off x="5651700" y="4281475"/>
              <a:ext cx="16700" cy="12900"/>
            </a:xfrm>
            <a:custGeom>
              <a:avLst/>
              <a:gdLst/>
              <a:ahLst/>
              <a:cxnLst/>
              <a:rect l="l" t="t" r="r" b="b"/>
              <a:pathLst>
                <a:path w="668" h="516" extrusionOk="0">
                  <a:moveTo>
                    <a:pt x="399" y="0"/>
                  </a:moveTo>
                  <a:cubicBezTo>
                    <a:pt x="349" y="0"/>
                    <a:pt x="301" y="4"/>
                    <a:pt x="268" y="15"/>
                  </a:cubicBezTo>
                  <a:cubicBezTo>
                    <a:pt x="134" y="48"/>
                    <a:pt x="1" y="315"/>
                    <a:pt x="1" y="315"/>
                  </a:cubicBezTo>
                  <a:cubicBezTo>
                    <a:pt x="1" y="349"/>
                    <a:pt x="134" y="482"/>
                    <a:pt x="168" y="515"/>
                  </a:cubicBezTo>
                  <a:cubicBezTo>
                    <a:pt x="168" y="515"/>
                    <a:pt x="334" y="515"/>
                    <a:pt x="434" y="482"/>
                  </a:cubicBezTo>
                  <a:cubicBezTo>
                    <a:pt x="534" y="415"/>
                    <a:pt x="668" y="249"/>
                    <a:pt x="668" y="249"/>
                  </a:cubicBezTo>
                  <a:cubicBezTo>
                    <a:pt x="668" y="215"/>
                    <a:pt x="601" y="15"/>
                    <a:pt x="601" y="15"/>
                  </a:cubicBezTo>
                  <a:cubicBezTo>
                    <a:pt x="601" y="15"/>
                    <a:pt x="497" y="0"/>
                    <a:pt x="399"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92" name="Google Shape;2892;p24"/>
            <p:cNvSpPr/>
            <p:nvPr/>
          </p:nvSpPr>
          <p:spPr>
            <a:xfrm>
              <a:off x="5655050" y="4311850"/>
              <a:ext cx="17525" cy="20050"/>
            </a:xfrm>
            <a:custGeom>
              <a:avLst/>
              <a:gdLst/>
              <a:ahLst/>
              <a:cxnLst/>
              <a:rect l="l" t="t" r="r" b="b"/>
              <a:pathLst>
                <a:path w="701" h="802" extrusionOk="0">
                  <a:moveTo>
                    <a:pt x="567" y="1"/>
                  </a:moveTo>
                  <a:cubicBezTo>
                    <a:pt x="567" y="1"/>
                    <a:pt x="501" y="1"/>
                    <a:pt x="400" y="34"/>
                  </a:cubicBezTo>
                  <a:cubicBezTo>
                    <a:pt x="334" y="101"/>
                    <a:pt x="234" y="134"/>
                    <a:pt x="167" y="201"/>
                  </a:cubicBezTo>
                  <a:cubicBezTo>
                    <a:pt x="34" y="335"/>
                    <a:pt x="0" y="635"/>
                    <a:pt x="0" y="635"/>
                  </a:cubicBezTo>
                  <a:cubicBezTo>
                    <a:pt x="0" y="668"/>
                    <a:pt x="167" y="768"/>
                    <a:pt x="200" y="802"/>
                  </a:cubicBezTo>
                  <a:cubicBezTo>
                    <a:pt x="200" y="802"/>
                    <a:pt x="467" y="668"/>
                    <a:pt x="534" y="535"/>
                  </a:cubicBezTo>
                  <a:cubicBezTo>
                    <a:pt x="567" y="501"/>
                    <a:pt x="601" y="435"/>
                    <a:pt x="667" y="335"/>
                  </a:cubicBezTo>
                  <a:cubicBezTo>
                    <a:pt x="667" y="268"/>
                    <a:pt x="701" y="201"/>
                    <a:pt x="701" y="201"/>
                  </a:cubicBezTo>
                  <a:lnTo>
                    <a:pt x="567" y="1"/>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93" name="Google Shape;2893;p24"/>
            <p:cNvSpPr/>
            <p:nvPr/>
          </p:nvSpPr>
          <p:spPr>
            <a:xfrm>
              <a:off x="5666725" y="4348550"/>
              <a:ext cx="15025" cy="24225"/>
            </a:xfrm>
            <a:custGeom>
              <a:avLst/>
              <a:gdLst/>
              <a:ahLst/>
              <a:cxnLst/>
              <a:rect l="l" t="t" r="r" b="b"/>
              <a:pathLst>
                <a:path w="601" h="969" extrusionOk="0">
                  <a:moveTo>
                    <a:pt x="367" y="1"/>
                  </a:moveTo>
                  <a:cubicBezTo>
                    <a:pt x="367" y="1"/>
                    <a:pt x="334" y="34"/>
                    <a:pt x="267" y="134"/>
                  </a:cubicBezTo>
                  <a:cubicBezTo>
                    <a:pt x="234" y="201"/>
                    <a:pt x="167" y="301"/>
                    <a:pt x="100" y="368"/>
                  </a:cubicBezTo>
                  <a:cubicBezTo>
                    <a:pt x="34" y="534"/>
                    <a:pt x="0" y="868"/>
                    <a:pt x="0" y="868"/>
                  </a:cubicBezTo>
                  <a:lnTo>
                    <a:pt x="200" y="968"/>
                  </a:lnTo>
                  <a:cubicBezTo>
                    <a:pt x="200" y="968"/>
                    <a:pt x="434" y="735"/>
                    <a:pt x="534" y="568"/>
                  </a:cubicBezTo>
                  <a:cubicBezTo>
                    <a:pt x="567" y="501"/>
                    <a:pt x="601" y="368"/>
                    <a:pt x="601" y="234"/>
                  </a:cubicBezTo>
                  <a:lnTo>
                    <a:pt x="601" y="34"/>
                  </a:lnTo>
                  <a:lnTo>
                    <a:pt x="367" y="1"/>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94" name="Google Shape;2894;p24"/>
            <p:cNvSpPr/>
            <p:nvPr/>
          </p:nvSpPr>
          <p:spPr>
            <a:xfrm>
              <a:off x="5689225" y="4377750"/>
              <a:ext cx="12550" cy="14200"/>
            </a:xfrm>
            <a:custGeom>
              <a:avLst/>
              <a:gdLst/>
              <a:ahLst/>
              <a:cxnLst/>
              <a:rect l="l" t="t" r="r" b="b"/>
              <a:pathLst>
                <a:path w="502" h="568" extrusionOk="0">
                  <a:moveTo>
                    <a:pt x="134" y="0"/>
                  </a:moveTo>
                  <a:cubicBezTo>
                    <a:pt x="134" y="0"/>
                    <a:pt x="1" y="167"/>
                    <a:pt x="1" y="300"/>
                  </a:cubicBezTo>
                  <a:cubicBezTo>
                    <a:pt x="1" y="400"/>
                    <a:pt x="134" y="567"/>
                    <a:pt x="134" y="567"/>
                  </a:cubicBezTo>
                  <a:lnTo>
                    <a:pt x="368" y="567"/>
                  </a:lnTo>
                  <a:cubicBezTo>
                    <a:pt x="368" y="567"/>
                    <a:pt x="501" y="400"/>
                    <a:pt x="501" y="300"/>
                  </a:cubicBezTo>
                  <a:cubicBezTo>
                    <a:pt x="501" y="167"/>
                    <a:pt x="368" y="0"/>
                    <a:pt x="368"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95" name="Google Shape;2895;p24"/>
            <p:cNvSpPr/>
            <p:nvPr/>
          </p:nvSpPr>
          <p:spPr>
            <a:xfrm>
              <a:off x="5727600" y="4400250"/>
              <a:ext cx="12525" cy="15875"/>
            </a:xfrm>
            <a:custGeom>
              <a:avLst/>
              <a:gdLst/>
              <a:ahLst/>
              <a:cxnLst/>
              <a:rect l="l" t="t" r="r" b="b"/>
              <a:pathLst>
                <a:path w="501" h="635" extrusionOk="0">
                  <a:moveTo>
                    <a:pt x="134" y="1"/>
                  </a:moveTo>
                  <a:cubicBezTo>
                    <a:pt x="134" y="1"/>
                    <a:pt x="0" y="234"/>
                    <a:pt x="0" y="334"/>
                  </a:cubicBezTo>
                  <a:cubicBezTo>
                    <a:pt x="0" y="401"/>
                    <a:pt x="67" y="468"/>
                    <a:pt x="100" y="568"/>
                  </a:cubicBezTo>
                  <a:lnTo>
                    <a:pt x="167" y="635"/>
                  </a:lnTo>
                  <a:cubicBezTo>
                    <a:pt x="220" y="635"/>
                    <a:pt x="338" y="592"/>
                    <a:pt x="400" y="592"/>
                  </a:cubicBezTo>
                  <a:cubicBezTo>
                    <a:pt x="415" y="592"/>
                    <a:pt x="427" y="595"/>
                    <a:pt x="434" y="601"/>
                  </a:cubicBezTo>
                  <a:cubicBezTo>
                    <a:pt x="434" y="601"/>
                    <a:pt x="467" y="501"/>
                    <a:pt x="467" y="468"/>
                  </a:cubicBezTo>
                  <a:cubicBezTo>
                    <a:pt x="501" y="434"/>
                    <a:pt x="501" y="334"/>
                    <a:pt x="501" y="301"/>
                  </a:cubicBezTo>
                  <a:cubicBezTo>
                    <a:pt x="501" y="168"/>
                    <a:pt x="401" y="1"/>
                    <a:pt x="401"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96" name="Google Shape;2896;p24"/>
            <p:cNvSpPr/>
            <p:nvPr/>
          </p:nvSpPr>
          <p:spPr>
            <a:xfrm>
              <a:off x="5830175" y="3945775"/>
              <a:ext cx="16700" cy="19425"/>
            </a:xfrm>
            <a:custGeom>
              <a:avLst/>
              <a:gdLst/>
              <a:ahLst/>
              <a:cxnLst/>
              <a:rect l="l" t="t" r="r" b="b"/>
              <a:pathLst>
                <a:path w="668" h="777" extrusionOk="0">
                  <a:moveTo>
                    <a:pt x="501" y="0"/>
                  </a:moveTo>
                  <a:cubicBezTo>
                    <a:pt x="501" y="0"/>
                    <a:pt x="234" y="134"/>
                    <a:pt x="134" y="267"/>
                  </a:cubicBezTo>
                  <a:cubicBezTo>
                    <a:pt x="34" y="434"/>
                    <a:pt x="0" y="667"/>
                    <a:pt x="0" y="667"/>
                  </a:cubicBezTo>
                  <a:cubicBezTo>
                    <a:pt x="0" y="722"/>
                    <a:pt x="111" y="776"/>
                    <a:pt x="152" y="776"/>
                  </a:cubicBezTo>
                  <a:cubicBezTo>
                    <a:pt x="161" y="776"/>
                    <a:pt x="167" y="774"/>
                    <a:pt x="167" y="767"/>
                  </a:cubicBezTo>
                  <a:cubicBezTo>
                    <a:pt x="167" y="767"/>
                    <a:pt x="400" y="634"/>
                    <a:pt x="501" y="501"/>
                  </a:cubicBezTo>
                  <a:cubicBezTo>
                    <a:pt x="634" y="434"/>
                    <a:pt x="667" y="167"/>
                    <a:pt x="667" y="167"/>
                  </a:cubicBezTo>
                  <a:lnTo>
                    <a:pt x="501" y="0"/>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97" name="Google Shape;2897;p24"/>
            <p:cNvSpPr/>
            <p:nvPr/>
          </p:nvSpPr>
          <p:spPr>
            <a:xfrm>
              <a:off x="5851025" y="3962450"/>
              <a:ext cx="13350" cy="20025"/>
            </a:xfrm>
            <a:custGeom>
              <a:avLst/>
              <a:gdLst/>
              <a:ahLst/>
              <a:cxnLst/>
              <a:rect l="l" t="t" r="r" b="b"/>
              <a:pathLst>
                <a:path w="534" h="801" extrusionOk="0">
                  <a:moveTo>
                    <a:pt x="234" y="0"/>
                  </a:moveTo>
                  <a:cubicBezTo>
                    <a:pt x="234" y="0"/>
                    <a:pt x="67" y="167"/>
                    <a:pt x="33" y="334"/>
                  </a:cubicBezTo>
                  <a:cubicBezTo>
                    <a:pt x="0" y="501"/>
                    <a:pt x="33" y="768"/>
                    <a:pt x="33" y="768"/>
                  </a:cubicBezTo>
                  <a:cubicBezTo>
                    <a:pt x="33" y="768"/>
                    <a:pt x="234" y="801"/>
                    <a:pt x="300" y="801"/>
                  </a:cubicBezTo>
                  <a:cubicBezTo>
                    <a:pt x="300" y="801"/>
                    <a:pt x="467" y="634"/>
                    <a:pt x="501" y="467"/>
                  </a:cubicBezTo>
                  <a:cubicBezTo>
                    <a:pt x="534" y="301"/>
                    <a:pt x="501" y="67"/>
                    <a:pt x="501" y="67"/>
                  </a:cubicBezTo>
                  <a:lnTo>
                    <a:pt x="234" y="0"/>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98" name="Google Shape;2898;p24"/>
            <p:cNvSpPr/>
            <p:nvPr/>
          </p:nvSpPr>
          <p:spPr>
            <a:xfrm>
              <a:off x="5875200" y="3987475"/>
              <a:ext cx="13375" cy="24425"/>
            </a:xfrm>
            <a:custGeom>
              <a:avLst/>
              <a:gdLst/>
              <a:ahLst/>
              <a:cxnLst/>
              <a:rect l="l" t="t" r="r" b="b"/>
              <a:pathLst>
                <a:path w="535" h="977" extrusionOk="0">
                  <a:moveTo>
                    <a:pt x="334" y="0"/>
                  </a:moveTo>
                  <a:cubicBezTo>
                    <a:pt x="334" y="0"/>
                    <a:pt x="101" y="267"/>
                    <a:pt x="34" y="434"/>
                  </a:cubicBezTo>
                  <a:cubicBezTo>
                    <a:pt x="1" y="600"/>
                    <a:pt x="1" y="934"/>
                    <a:pt x="1" y="934"/>
                  </a:cubicBezTo>
                  <a:cubicBezTo>
                    <a:pt x="1" y="934"/>
                    <a:pt x="129" y="977"/>
                    <a:pt x="180" y="977"/>
                  </a:cubicBezTo>
                  <a:cubicBezTo>
                    <a:pt x="193" y="977"/>
                    <a:pt x="201" y="974"/>
                    <a:pt x="201" y="967"/>
                  </a:cubicBezTo>
                  <a:cubicBezTo>
                    <a:pt x="201" y="967"/>
                    <a:pt x="401" y="767"/>
                    <a:pt x="434" y="600"/>
                  </a:cubicBezTo>
                  <a:cubicBezTo>
                    <a:pt x="534" y="434"/>
                    <a:pt x="534" y="133"/>
                    <a:pt x="534" y="133"/>
                  </a:cubicBezTo>
                  <a:cubicBezTo>
                    <a:pt x="534" y="100"/>
                    <a:pt x="334" y="0"/>
                    <a:pt x="334"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99" name="Google Shape;2899;p24"/>
            <p:cNvSpPr/>
            <p:nvPr/>
          </p:nvSpPr>
          <p:spPr>
            <a:xfrm>
              <a:off x="6001950" y="3978300"/>
              <a:ext cx="13375" cy="15025"/>
            </a:xfrm>
            <a:custGeom>
              <a:avLst/>
              <a:gdLst/>
              <a:ahLst/>
              <a:cxnLst/>
              <a:rect l="l" t="t" r="r" b="b"/>
              <a:pathLst>
                <a:path w="535" h="601" extrusionOk="0">
                  <a:moveTo>
                    <a:pt x="368" y="0"/>
                  </a:moveTo>
                  <a:cubicBezTo>
                    <a:pt x="368" y="0"/>
                    <a:pt x="168" y="100"/>
                    <a:pt x="101" y="167"/>
                  </a:cubicBezTo>
                  <a:cubicBezTo>
                    <a:pt x="1" y="200"/>
                    <a:pt x="1" y="434"/>
                    <a:pt x="1" y="434"/>
                  </a:cubicBezTo>
                  <a:lnTo>
                    <a:pt x="168" y="601"/>
                  </a:lnTo>
                  <a:cubicBezTo>
                    <a:pt x="168" y="601"/>
                    <a:pt x="368" y="500"/>
                    <a:pt x="468" y="434"/>
                  </a:cubicBezTo>
                  <a:cubicBezTo>
                    <a:pt x="535" y="367"/>
                    <a:pt x="535" y="167"/>
                    <a:pt x="535" y="167"/>
                  </a:cubicBezTo>
                  <a:lnTo>
                    <a:pt x="368" y="0"/>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00" name="Google Shape;2900;p24"/>
            <p:cNvSpPr/>
            <p:nvPr/>
          </p:nvSpPr>
          <p:spPr>
            <a:xfrm>
              <a:off x="6006950" y="3997475"/>
              <a:ext cx="16725" cy="25875"/>
            </a:xfrm>
            <a:custGeom>
              <a:avLst/>
              <a:gdLst/>
              <a:ahLst/>
              <a:cxnLst/>
              <a:rect l="l" t="t" r="r" b="b"/>
              <a:pathLst>
                <a:path w="669" h="1035" extrusionOk="0">
                  <a:moveTo>
                    <a:pt x="435" y="0"/>
                  </a:moveTo>
                  <a:cubicBezTo>
                    <a:pt x="435" y="0"/>
                    <a:pt x="168" y="234"/>
                    <a:pt x="101" y="401"/>
                  </a:cubicBezTo>
                  <a:cubicBezTo>
                    <a:pt x="1" y="601"/>
                    <a:pt x="1" y="934"/>
                    <a:pt x="1" y="934"/>
                  </a:cubicBezTo>
                  <a:cubicBezTo>
                    <a:pt x="1" y="934"/>
                    <a:pt x="234" y="1034"/>
                    <a:pt x="268" y="1034"/>
                  </a:cubicBezTo>
                  <a:cubicBezTo>
                    <a:pt x="268" y="1034"/>
                    <a:pt x="501" y="768"/>
                    <a:pt x="601" y="601"/>
                  </a:cubicBezTo>
                  <a:cubicBezTo>
                    <a:pt x="668" y="401"/>
                    <a:pt x="668" y="67"/>
                    <a:pt x="668" y="67"/>
                  </a:cubicBezTo>
                  <a:cubicBezTo>
                    <a:pt x="635" y="67"/>
                    <a:pt x="435" y="0"/>
                    <a:pt x="435"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01" name="Google Shape;2901;p24"/>
            <p:cNvSpPr/>
            <p:nvPr/>
          </p:nvSpPr>
          <p:spPr>
            <a:xfrm>
              <a:off x="6027800" y="4031650"/>
              <a:ext cx="15875" cy="21950"/>
            </a:xfrm>
            <a:custGeom>
              <a:avLst/>
              <a:gdLst/>
              <a:ahLst/>
              <a:cxnLst/>
              <a:rect l="l" t="t" r="r" b="b"/>
              <a:pathLst>
                <a:path w="635" h="878" extrusionOk="0">
                  <a:moveTo>
                    <a:pt x="334" y="1"/>
                  </a:moveTo>
                  <a:cubicBezTo>
                    <a:pt x="334" y="1"/>
                    <a:pt x="134" y="201"/>
                    <a:pt x="101" y="368"/>
                  </a:cubicBezTo>
                  <a:cubicBezTo>
                    <a:pt x="1" y="535"/>
                    <a:pt x="68" y="835"/>
                    <a:pt x="68" y="835"/>
                  </a:cubicBezTo>
                  <a:cubicBezTo>
                    <a:pt x="68" y="835"/>
                    <a:pt x="196" y="878"/>
                    <a:pt x="264" y="878"/>
                  </a:cubicBezTo>
                  <a:cubicBezTo>
                    <a:pt x="281" y="878"/>
                    <a:pt x="294" y="875"/>
                    <a:pt x="301" y="868"/>
                  </a:cubicBezTo>
                  <a:cubicBezTo>
                    <a:pt x="301" y="868"/>
                    <a:pt x="501" y="668"/>
                    <a:pt x="568" y="501"/>
                  </a:cubicBezTo>
                  <a:cubicBezTo>
                    <a:pt x="635" y="335"/>
                    <a:pt x="601" y="34"/>
                    <a:pt x="601" y="34"/>
                  </a:cubicBezTo>
                  <a:lnTo>
                    <a:pt x="334" y="1"/>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02" name="Google Shape;2902;p24"/>
            <p:cNvSpPr/>
            <p:nvPr/>
          </p:nvSpPr>
          <p:spPr>
            <a:xfrm>
              <a:off x="6051150" y="4057525"/>
              <a:ext cx="12550" cy="27450"/>
            </a:xfrm>
            <a:custGeom>
              <a:avLst/>
              <a:gdLst/>
              <a:ahLst/>
              <a:cxnLst/>
              <a:rect l="l" t="t" r="r" b="b"/>
              <a:pathLst>
                <a:path w="502" h="1098" extrusionOk="0">
                  <a:moveTo>
                    <a:pt x="168" y="0"/>
                  </a:moveTo>
                  <a:cubicBezTo>
                    <a:pt x="168" y="0"/>
                    <a:pt x="1" y="334"/>
                    <a:pt x="1" y="500"/>
                  </a:cubicBezTo>
                  <a:cubicBezTo>
                    <a:pt x="1" y="701"/>
                    <a:pt x="34" y="1034"/>
                    <a:pt x="34" y="1034"/>
                  </a:cubicBezTo>
                  <a:cubicBezTo>
                    <a:pt x="34" y="1071"/>
                    <a:pt x="94" y="1097"/>
                    <a:pt x="154" y="1097"/>
                  </a:cubicBezTo>
                  <a:cubicBezTo>
                    <a:pt x="204" y="1097"/>
                    <a:pt x="253" y="1079"/>
                    <a:pt x="268" y="1034"/>
                  </a:cubicBezTo>
                  <a:cubicBezTo>
                    <a:pt x="268" y="1034"/>
                    <a:pt x="435" y="767"/>
                    <a:pt x="501" y="534"/>
                  </a:cubicBezTo>
                  <a:cubicBezTo>
                    <a:pt x="501" y="334"/>
                    <a:pt x="401" y="0"/>
                    <a:pt x="401"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03" name="Google Shape;2903;p24"/>
            <p:cNvSpPr/>
            <p:nvPr/>
          </p:nvSpPr>
          <p:spPr>
            <a:xfrm>
              <a:off x="5872225" y="4481975"/>
              <a:ext cx="338800" cy="231750"/>
            </a:xfrm>
            <a:custGeom>
              <a:avLst/>
              <a:gdLst/>
              <a:ahLst/>
              <a:cxnLst/>
              <a:rect l="l" t="t" r="r" b="b"/>
              <a:pathLst>
                <a:path w="13552" h="9270" extrusionOk="0">
                  <a:moveTo>
                    <a:pt x="4122" y="1"/>
                  </a:moveTo>
                  <a:cubicBezTo>
                    <a:pt x="3389" y="34"/>
                    <a:pt x="2721" y="368"/>
                    <a:pt x="2321" y="835"/>
                  </a:cubicBezTo>
                  <a:cubicBezTo>
                    <a:pt x="2054" y="1035"/>
                    <a:pt x="1887" y="1335"/>
                    <a:pt x="1821" y="1569"/>
                  </a:cubicBezTo>
                  <a:cubicBezTo>
                    <a:pt x="1721" y="1869"/>
                    <a:pt x="1654" y="2136"/>
                    <a:pt x="1554" y="2336"/>
                  </a:cubicBezTo>
                  <a:cubicBezTo>
                    <a:pt x="1454" y="2803"/>
                    <a:pt x="1287" y="3203"/>
                    <a:pt x="1120" y="3470"/>
                  </a:cubicBezTo>
                  <a:cubicBezTo>
                    <a:pt x="953" y="3737"/>
                    <a:pt x="720" y="3837"/>
                    <a:pt x="620" y="3870"/>
                  </a:cubicBezTo>
                  <a:lnTo>
                    <a:pt x="353" y="3870"/>
                  </a:lnTo>
                  <a:cubicBezTo>
                    <a:pt x="345" y="3869"/>
                    <a:pt x="337" y="3868"/>
                    <a:pt x="329" y="3868"/>
                  </a:cubicBezTo>
                  <a:cubicBezTo>
                    <a:pt x="168" y="3868"/>
                    <a:pt x="0" y="4174"/>
                    <a:pt x="286" y="4237"/>
                  </a:cubicBezTo>
                  <a:cubicBezTo>
                    <a:pt x="286" y="4237"/>
                    <a:pt x="320" y="4304"/>
                    <a:pt x="353" y="4304"/>
                  </a:cubicBezTo>
                  <a:lnTo>
                    <a:pt x="653" y="4304"/>
                  </a:lnTo>
                  <a:cubicBezTo>
                    <a:pt x="887" y="4304"/>
                    <a:pt x="1287" y="4070"/>
                    <a:pt x="1487" y="3737"/>
                  </a:cubicBezTo>
                  <a:cubicBezTo>
                    <a:pt x="1721" y="3403"/>
                    <a:pt x="1887" y="3003"/>
                    <a:pt x="2054" y="2536"/>
                  </a:cubicBezTo>
                  <a:cubicBezTo>
                    <a:pt x="2288" y="2069"/>
                    <a:pt x="2388" y="1569"/>
                    <a:pt x="2788" y="1235"/>
                  </a:cubicBezTo>
                  <a:cubicBezTo>
                    <a:pt x="3155" y="901"/>
                    <a:pt x="3655" y="668"/>
                    <a:pt x="4189" y="668"/>
                  </a:cubicBezTo>
                  <a:cubicBezTo>
                    <a:pt x="4689" y="668"/>
                    <a:pt x="5290" y="901"/>
                    <a:pt x="5557" y="1335"/>
                  </a:cubicBezTo>
                  <a:cubicBezTo>
                    <a:pt x="5890" y="1735"/>
                    <a:pt x="5990" y="2369"/>
                    <a:pt x="6157" y="3003"/>
                  </a:cubicBezTo>
                  <a:cubicBezTo>
                    <a:pt x="6357" y="3637"/>
                    <a:pt x="6724" y="4337"/>
                    <a:pt x="7491" y="4537"/>
                  </a:cubicBezTo>
                  <a:cubicBezTo>
                    <a:pt x="7607" y="4579"/>
                    <a:pt x="7732" y="4598"/>
                    <a:pt x="7858" y="4598"/>
                  </a:cubicBezTo>
                  <a:cubicBezTo>
                    <a:pt x="8135" y="4598"/>
                    <a:pt x="8420" y="4508"/>
                    <a:pt x="8626" y="4371"/>
                  </a:cubicBezTo>
                  <a:cubicBezTo>
                    <a:pt x="8792" y="4237"/>
                    <a:pt x="8892" y="4171"/>
                    <a:pt x="9026" y="4037"/>
                  </a:cubicBezTo>
                  <a:lnTo>
                    <a:pt x="9126" y="3970"/>
                  </a:lnTo>
                  <a:lnTo>
                    <a:pt x="9159" y="3904"/>
                  </a:lnTo>
                  <a:lnTo>
                    <a:pt x="9326" y="3804"/>
                  </a:lnTo>
                  <a:cubicBezTo>
                    <a:pt x="9793" y="3403"/>
                    <a:pt x="10227" y="3070"/>
                    <a:pt x="10794" y="3070"/>
                  </a:cubicBezTo>
                  <a:cubicBezTo>
                    <a:pt x="10827" y="3059"/>
                    <a:pt x="10868" y="3055"/>
                    <a:pt x="10912" y="3055"/>
                  </a:cubicBezTo>
                  <a:cubicBezTo>
                    <a:pt x="11001" y="3055"/>
                    <a:pt x="11105" y="3070"/>
                    <a:pt x="11194" y="3070"/>
                  </a:cubicBezTo>
                  <a:cubicBezTo>
                    <a:pt x="11328" y="3070"/>
                    <a:pt x="11461" y="3136"/>
                    <a:pt x="11561" y="3170"/>
                  </a:cubicBezTo>
                  <a:cubicBezTo>
                    <a:pt x="11828" y="3303"/>
                    <a:pt x="12028" y="3403"/>
                    <a:pt x="12161" y="3637"/>
                  </a:cubicBezTo>
                  <a:cubicBezTo>
                    <a:pt x="12428" y="4037"/>
                    <a:pt x="12428" y="4571"/>
                    <a:pt x="12495" y="5171"/>
                  </a:cubicBezTo>
                  <a:cubicBezTo>
                    <a:pt x="12528" y="6305"/>
                    <a:pt x="12628" y="7339"/>
                    <a:pt x="12829" y="8040"/>
                  </a:cubicBezTo>
                  <a:cubicBezTo>
                    <a:pt x="12895" y="8407"/>
                    <a:pt x="12995" y="8707"/>
                    <a:pt x="13062" y="8874"/>
                  </a:cubicBezTo>
                  <a:cubicBezTo>
                    <a:pt x="13162" y="9074"/>
                    <a:pt x="13196" y="9174"/>
                    <a:pt x="13196" y="9174"/>
                  </a:cubicBezTo>
                  <a:cubicBezTo>
                    <a:pt x="13228" y="9239"/>
                    <a:pt x="13279" y="9269"/>
                    <a:pt x="13331" y="9269"/>
                  </a:cubicBezTo>
                  <a:cubicBezTo>
                    <a:pt x="13438" y="9269"/>
                    <a:pt x="13552" y="9143"/>
                    <a:pt x="13529" y="8941"/>
                  </a:cubicBezTo>
                  <a:cubicBezTo>
                    <a:pt x="13529" y="8941"/>
                    <a:pt x="13529" y="8841"/>
                    <a:pt x="13462" y="8674"/>
                  </a:cubicBezTo>
                  <a:cubicBezTo>
                    <a:pt x="13362" y="8507"/>
                    <a:pt x="13329" y="8207"/>
                    <a:pt x="13229" y="7873"/>
                  </a:cubicBezTo>
                  <a:cubicBezTo>
                    <a:pt x="13062" y="7206"/>
                    <a:pt x="13029" y="6205"/>
                    <a:pt x="13029" y="5071"/>
                  </a:cubicBezTo>
                  <a:cubicBezTo>
                    <a:pt x="12995" y="4537"/>
                    <a:pt x="13029" y="3837"/>
                    <a:pt x="12628" y="3203"/>
                  </a:cubicBezTo>
                  <a:cubicBezTo>
                    <a:pt x="12395" y="2870"/>
                    <a:pt x="12061" y="2636"/>
                    <a:pt x="11728" y="2503"/>
                  </a:cubicBezTo>
                  <a:cubicBezTo>
                    <a:pt x="11561" y="2436"/>
                    <a:pt x="11361" y="2403"/>
                    <a:pt x="11194" y="2369"/>
                  </a:cubicBezTo>
                  <a:cubicBezTo>
                    <a:pt x="11027" y="2369"/>
                    <a:pt x="10827" y="2336"/>
                    <a:pt x="10660" y="2336"/>
                  </a:cubicBezTo>
                  <a:cubicBezTo>
                    <a:pt x="10293" y="2336"/>
                    <a:pt x="9960" y="2436"/>
                    <a:pt x="9626" y="2603"/>
                  </a:cubicBezTo>
                  <a:cubicBezTo>
                    <a:pt x="9293" y="2770"/>
                    <a:pt x="9026" y="2936"/>
                    <a:pt x="8792" y="3170"/>
                  </a:cubicBezTo>
                  <a:lnTo>
                    <a:pt x="8626" y="3270"/>
                  </a:lnTo>
                  <a:lnTo>
                    <a:pt x="8559" y="3337"/>
                  </a:lnTo>
                  <a:cubicBezTo>
                    <a:pt x="8526" y="3337"/>
                    <a:pt x="8526" y="3337"/>
                    <a:pt x="8492" y="3370"/>
                  </a:cubicBezTo>
                  <a:lnTo>
                    <a:pt x="8392" y="3470"/>
                  </a:lnTo>
                  <a:cubicBezTo>
                    <a:pt x="8325" y="3570"/>
                    <a:pt x="8192" y="3670"/>
                    <a:pt x="8125" y="3704"/>
                  </a:cubicBezTo>
                  <a:cubicBezTo>
                    <a:pt x="7970" y="3792"/>
                    <a:pt x="7844" y="3822"/>
                    <a:pt x="7727" y="3822"/>
                  </a:cubicBezTo>
                  <a:cubicBezTo>
                    <a:pt x="7669" y="3822"/>
                    <a:pt x="7614" y="3815"/>
                    <a:pt x="7558" y="3804"/>
                  </a:cubicBezTo>
                  <a:cubicBezTo>
                    <a:pt x="7391" y="3737"/>
                    <a:pt x="7225" y="3637"/>
                    <a:pt x="7058" y="3403"/>
                  </a:cubicBezTo>
                  <a:cubicBezTo>
                    <a:pt x="6958" y="3203"/>
                    <a:pt x="6824" y="2970"/>
                    <a:pt x="6724" y="2703"/>
                  </a:cubicBezTo>
                  <a:cubicBezTo>
                    <a:pt x="6557" y="2202"/>
                    <a:pt x="6491" y="1502"/>
                    <a:pt x="6024" y="868"/>
                  </a:cubicBezTo>
                  <a:cubicBezTo>
                    <a:pt x="5557" y="234"/>
                    <a:pt x="4823" y="1"/>
                    <a:pt x="4122"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04" name="Google Shape;2904;p24"/>
            <p:cNvSpPr/>
            <p:nvPr/>
          </p:nvSpPr>
          <p:spPr>
            <a:xfrm>
              <a:off x="5973600" y="4518675"/>
              <a:ext cx="22550" cy="12525"/>
            </a:xfrm>
            <a:custGeom>
              <a:avLst/>
              <a:gdLst/>
              <a:ahLst/>
              <a:cxnLst/>
              <a:rect l="l" t="t" r="r" b="b"/>
              <a:pathLst>
                <a:path w="902" h="501" extrusionOk="0">
                  <a:moveTo>
                    <a:pt x="601" y="1"/>
                  </a:moveTo>
                  <a:cubicBezTo>
                    <a:pt x="551" y="17"/>
                    <a:pt x="509" y="17"/>
                    <a:pt x="468" y="17"/>
                  </a:cubicBezTo>
                  <a:cubicBezTo>
                    <a:pt x="426" y="17"/>
                    <a:pt x="384" y="17"/>
                    <a:pt x="334" y="34"/>
                  </a:cubicBezTo>
                  <a:cubicBezTo>
                    <a:pt x="301" y="34"/>
                    <a:pt x="234" y="67"/>
                    <a:pt x="134" y="101"/>
                  </a:cubicBezTo>
                  <a:cubicBezTo>
                    <a:pt x="67" y="134"/>
                    <a:pt x="1" y="201"/>
                    <a:pt x="1" y="201"/>
                  </a:cubicBezTo>
                  <a:lnTo>
                    <a:pt x="1" y="434"/>
                  </a:lnTo>
                  <a:cubicBezTo>
                    <a:pt x="1" y="434"/>
                    <a:pt x="101" y="434"/>
                    <a:pt x="167" y="501"/>
                  </a:cubicBezTo>
                  <a:lnTo>
                    <a:pt x="501" y="501"/>
                  </a:lnTo>
                  <a:cubicBezTo>
                    <a:pt x="668" y="401"/>
                    <a:pt x="901" y="201"/>
                    <a:pt x="901" y="201"/>
                  </a:cubicBezTo>
                  <a:lnTo>
                    <a:pt x="768" y="1"/>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05" name="Google Shape;2905;p24"/>
            <p:cNvSpPr/>
            <p:nvPr/>
          </p:nvSpPr>
          <p:spPr>
            <a:xfrm>
              <a:off x="5977775" y="4536200"/>
              <a:ext cx="28375" cy="16700"/>
            </a:xfrm>
            <a:custGeom>
              <a:avLst/>
              <a:gdLst/>
              <a:ahLst/>
              <a:cxnLst/>
              <a:rect l="l" t="t" r="r" b="b"/>
              <a:pathLst>
                <a:path w="1135" h="668" extrusionOk="0">
                  <a:moveTo>
                    <a:pt x="1068" y="0"/>
                  </a:moveTo>
                  <a:lnTo>
                    <a:pt x="1068" y="0"/>
                  </a:lnTo>
                  <a:cubicBezTo>
                    <a:pt x="1068" y="0"/>
                    <a:pt x="968" y="33"/>
                    <a:pt x="834" y="33"/>
                  </a:cubicBezTo>
                  <a:cubicBezTo>
                    <a:pt x="768" y="67"/>
                    <a:pt x="601" y="67"/>
                    <a:pt x="501" y="134"/>
                  </a:cubicBezTo>
                  <a:cubicBezTo>
                    <a:pt x="301" y="200"/>
                    <a:pt x="0" y="400"/>
                    <a:pt x="0" y="400"/>
                  </a:cubicBezTo>
                  <a:cubicBezTo>
                    <a:pt x="0" y="467"/>
                    <a:pt x="101" y="667"/>
                    <a:pt x="101" y="667"/>
                  </a:cubicBezTo>
                  <a:cubicBezTo>
                    <a:pt x="101" y="667"/>
                    <a:pt x="434" y="667"/>
                    <a:pt x="634" y="567"/>
                  </a:cubicBezTo>
                  <a:cubicBezTo>
                    <a:pt x="768" y="534"/>
                    <a:pt x="901" y="467"/>
                    <a:pt x="968" y="367"/>
                  </a:cubicBezTo>
                  <a:cubicBezTo>
                    <a:pt x="1068" y="334"/>
                    <a:pt x="1135" y="234"/>
                    <a:pt x="1135" y="234"/>
                  </a:cubicBezTo>
                  <a:cubicBezTo>
                    <a:pt x="1135" y="234"/>
                    <a:pt x="1001" y="67"/>
                    <a:pt x="1068"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06" name="Google Shape;2906;p24"/>
            <p:cNvSpPr/>
            <p:nvPr/>
          </p:nvSpPr>
          <p:spPr>
            <a:xfrm>
              <a:off x="5984450" y="4558700"/>
              <a:ext cx="25025" cy="20875"/>
            </a:xfrm>
            <a:custGeom>
              <a:avLst/>
              <a:gdLst/>
              <a:ahLst/>
              <a:cxnLst/>
              <a:rect l="l" t="t" r="r" b="b"/>
              <a:pathLst>
                <a:path w="1001" h="835" extrusionOk="0">
                  <a:moveTo>
                    <a:pt x="834" y="1"/>
                  </a:moveTo>
                  <a:cubicBezTo>
                    <a:pt x="834" y="1"/>
                    <a:pt x="701" y="34"/>
                    <a:pt x="634" y="101"/>
                  </a:cubicBezTo>
                  <a:cubicBezTo>
                    <a:pt x="534" y="134"/>
                    <a:pt x="401" y="168"/>
                    <a:pt x="334" y="268"/>
                  </a:cubicBezTo>
                  <a:cubicBezTo>
                    <a:pt x="234" y="301"/>
                    <a:pt x="200" y="434"/>
                    <a:pt x="134" y="468"/>
                  </a:cubicBezTo>
                  <a:lnTo>
                    <a:pt x="0" y="601"/>
                  </a:lnTo>
                  <a:lnTo>
                    <a:pt x="34" y="835"/>
                  </a:lnTo>
                  <a:cubicBezTo>
                    <a:pt x="34" y="818"/>
                    <a:pt x="67" y="818"/>
                    <a:pt x="117" y="818"/>
                  </a:cubicBezTo>
                  <a:cubicBezTo>
                    <a:pt x="167" y="818"/>
                    <a:pt x="234" y="818"/>
                    <a:pt x="301" y="801"/>
                  </a:cubicBezTo>
                  <a:cubicBezTo>
                    <a:pt x="401" y="768"/>
                    <a:pt x="567" y="701"/>
                    <a:pt x="667" y="635"/>
                  </a:cubicBezTo>
                  <a:cubicBezTo>
                    <a:pt x="801" y="534"/>
                    <a:pt x="868" y="434"/>
                    <a:pt x="901" y="334"/>
                  </a:cubicBezTo>
                  <a:lnTo>
                    <a:pt x="1001" y="168"/>
                  </a:lnTo>
                  <a:cubicBezTo>
                    <a:pt x="1001" y="168"/>
                    <a:pt x="868" y="1"/>
                    <a:pt x="834"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07" name="Google Shape;2907;p24"/>
            <p:cNvSpPr/>
            <p:nvPr/>
          </p:nvSpPr>
          <p:spPr>
            <a:xfrm>
              <a:off x="5997800" y="4592075"/>
              <a:ext cx="17525" cy="15850"/>
            </a:xfrm>
            <a:custGeom>
              <a:avLst/>
              <a:gdLst/>
              <a:ahLst/>
              <a:cxnLst/>
              <a:rect l="l" t="t" r="r" b="b"/>
              <a:pathLst>
                <a:path w="701" h="634" extrusionOk="0">
                  <a:moveTo>
                    <a:pt x="534" y="0"/>
                  </a:moveTo>
                  <a:cubicBezTo>
                    <a:pt x="534" y="0"/>
                    <a:pt x="500" y="33"/>
                    <a:pt x="434" y="33"/>
                  </a:cubicBezTo>
                  <a:cubicBezTo>
                    <a:pt x="334" y="100"/>
                    <a:pt x="267" y="100"/>
                    <a:pt x="200" y="133"/>
                  </a:cubicBezTo>
                  <a:lnTo>
                    <a:pt x="0" y="334"/>
                  </a:lnTo>
                  <a:lnTo>
                    <a:pt x="0" y="600"/>
                  </a:lnTo>
                  <a:cubicBezTo>
                    <a:pt x="0" y="600"/>
                    <a:pt x="33" y="634"/>
                    <a:pt x="167" y="634"/>
                  </a:cubicBezTo>
                  <a:cubicBezTo>
                    <a:pt x="300" y="634"/>
                    <a:pt x="367" y="600"/>
                    <a:pt x="467" y="567"/>
                  </a:cubicBezTo>
                  <a:cubicBezTo>
                    <a:pt x="500" y="500"/>
                    <a:pt x="600" y="434"/>
                    <a:pt x="634" y="334"/>
                  </a:cubicBezTo>
                  <a:cubicBezTo>
                    <a:pt x="667" y="267"/>
                    <a:pt x="701" y="234"/>
                    <a:pt x="701" y="234"/>
                  </a:cubicBezTo>
                  <a:cubicBezTo>
                    <a:pt x="701" y="234"/>
                    <a:pt x="534" y="67"/>
                    <a:pt x="534"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08" name="Google Shape;2908;p24"/>
            <p:cNvSpPr/>
            <p:nvPr/>
          </p:nvSpPr>
          <p:spPr>
            <a:xfrm>
              <a:off x="6139550" y="4575225"/>
              <a:ext cx="16700" cy="12700"/>
            </a:xfrm>
            <a:custGeom>
              <a:avLst/>
              <a:gdLst/>
              <a:ahLst/>
              <a:cxnLst/>
              <a:rect l="l" t="t" r="r" b="b"/>
              <a:pathLst>
                <a:path w="668" h="508" extrusionOk="0">
                  <a:moveTo>
                    <a:pt x="295" y="0"/>
                  </a:moveTo>
                  <a:cubicBezTo>
                    <a:pt x="274" y="0"/>
                    <a:pt x="253" y="2"/>
                    <a:pt x="234" y="7"/>
                  </a:cubicBezTo>
                  <a:cubicBezTo>
                    <a:pt x="201" y="7"/>
                    <a:pt x="134" y="40"/>
                    <a:pt x="67" y="107"/>
                  </a:cubicBezTo>
                  <a:lnTo>
                    <a:pt x="1" y="174"/>
                  </a:lnTo>
                  <a:lnTo>
                    <a:pt x="1" y="441"/>
                  </a:lnTo>
                  <a:cubicBezTo>
                    <a:pt x="1" y="441"/>
                    <a:pt x="34" y="474"/>
                    <a:pt x="134" y="474"/>
                  </a:cubicBezTo>
                  <a:cubicBezTo>
                    <a:pt x="201" y="507"/>
                    <a:pt x="301" y="507"/>
                    <a:pt x="368" y="507"/>
                  </a:cubicBezTo>
                  <a:cubicBezTo>
                    <a:pt x="501" y="474"/>
                    <a:pt x="668" y="307"/>
                    <a:pt x="668" y="307"/>
                  </a:cubicBezTo>
                  <a:cubicBezTo>
                    <a:pt x="668" y="274"/>
                    <a:pt x="635" y="107"/>
                    <a:pt x="568" y="74"/>
                  </a:cubicBezTo>
                  <a:cubicBezTo>
                    <a:pt x="568" y="74"/>
                    <a:pt x="421" y="0"/>
                    <a:pt x="295"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09" name="Google Shape;2909;p24"/>
            <p:cNvSpPr/>
            <p:nvPr/>
          </p:nvSpPr>
          <p:spPr>
            <a:xfrm>
              <a:off x="6140400" y="4603750"/>
              <a:ext cx="30875" cy="15850"/>
            </a:xfrm>
            <a:custGeom>
              <a:avLst/>
              <a:gdLst/>
              <a:ahLst/>
              <a:cxnLst/>
              <a:rect l="l" t="t" r="r" b="b"/>
              <a:pathLst>
                <a:path w="1235" h="634" extrusionOk="0">
                  <a:moveTo>
                    <a:pt x="1134" y="0"/>
                  </a:moveTo>
                  <a:cubicBezTo>
                    <a:pt x="1134" y="0"/>
                    <a:pt x="1134" y="0"/>
                    <a:pt x="1134" y="0"/>
                  </a:cubicBezTo>
                  <a:lnTo>
                    <a:pt x="1134" y="0"/>
                  </a:lnTo>
                  <a:cubicBezTo>
                    <a:pt x="1134" y="0"/>
                    <a:pt x="1134" y="0"/>
                    <a:pt x="1134" y="0"/>
                  </a:cubicBezTo>
                  <a:close/>
                  <a:moveTo>
                    <a:pt x="1134" y="0"/>
                  </a:moveTo>
                  <a:cubicBezTo>
                    <a:pt x="1132" y="0"/>
                    <a:pt x="1065" y="1"/>
                    <a:pt x="934" y="33"/>
                  </a:cubicBezTo>
                  <a:cubicBezTo>
                    <a:pt x="801" y="67"/>
                    <a:pt x="634" y="67"/>
                    <a:pt x="567" y="133"/>
                  </a:cubicBezTo>
                  <a:cubicBezTo>
                    <a:pt x="467" y="133"/>
                    <a:pt x="334" y="200"/>
                    <a:pt x="234" y="267"/>
                  </a:cubicBezTo>
                  <a:cubicBezTo>
                    <a:pt x="100" y="300"/>
                    <a:pt x="0" y="334"/>
                    <a:pt x="0" y="334"/>
                  </a:cubicBezTo>
                  <a:lnTo>
                    <a:pt x="0" y="600"/>
                  </a:lnTo>
                  <a:cubicBezTo>
                    <a:pt x="0" y="600"/>
                    <a:pt x="134" y="634"/>
                    <a:pt x="267" y="634"/>
                  </a:cubicBezTo>
                  <a:cubicBezTo>
                    <a:pt x="400" y="634"/>
                    <a:pt x="567" y="634"/>
                    <a:pt x="667" y="600"/>
                  </a:cubicBezTo>
                  <a:cubicBezTo>
                    <a:pt x="801" y="534"/>
                    <a:pt x="934" y="467"/>
                    <a:pt x="1068" y="367"/>
                  </a:cubicBezTo>
                  <a:lnTo>
                    <a:pt x="1234" y="200"/>
                  </a:lnTo>
                  <a:cubicBezTo>
                    <a:pt x="1234" y="167"/>
                    <a:pt x="1101" y="0"/>
                    <a:pt x="1134"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10" name="Google Shape;2910;p24"/>
            <p:cNvSpPr/>
            <p:nvPr/>
          </p:nvSpPr>
          <p:spPr>
            <a:xfrm>
              <a:off x="6142900" y="4627925"/>
              <a:ext cx="22525" cy="15875"/>
            </a:xfrm>
            <a:custGeom>
              <a:avLst/>
              <a:gdLst/>
              <a:ahLst/>
              <a:cxnLst/>
              <a:rect l="l" t="t" r="r" b="b"/>
              <a:pathLst>
                <a:path w="901" h="635" extrusionOk="0">
                  <a:moveTo>
                    <a:pt x="834" y="0"/>
                  </a:moveTo>
                  <a:cubicBezTo>
                    <a:pt x="833" y="0"/>
                    <a:pt x="833" y="0"/>
                    <a:pt x="832" y="1"/>
                  </a:cubicBezTo>
                  <a:lnTo>
                    <a:pt x="832" y="1"/>
                  </a:lnTo>
                  <a:cubicBezTo>
                    <a:pt x="833" y="0"/>
                    <a:pt x="834" y="0"/>
                    <a:pt x="834" y="0"/>
                  </a:cubicBezTo>
                  <a:close/>
                  <a:moveTo>
                    <a:pt x="832" y="1"/>
                  </a:moveTo>
                  <a:cubicBezTo>
                    <a:pt x="806" y="4"/>
                    <a:pt x="526" y="38"/>
                    <a:pt x="367" y="134"/>
                  </a:cubicBezTo>
                  <a:cubicBezTo>
                    <a:pt x="334" y="167"/>
                    <a:pt x="234" y="234"/>
                    <a:pt x="167" y="301"/>
                  </a:cubicBezTo>
                  <a:cubicBezTo>
                    <a:pt x="67" y="334"/>
                    <a:pt x="34" y="367"/>
                    <a:pt x="34" y="367"/>
                  </a:cubicBezTo>
                  <a:cubicBezTo>
                    <a:pt x="0" y="367"/>
                    <a:pt x="67" y="634"/>
                    <a:pt x="67" y="634"/>
                  </a:cubicBezTo>
                  <a:lnTo>
                    <a:pt x="234" y="634"/>
                  </a:lnTo>
                  <a:cubicBezTo>
                    <a:pt x="367" y="634"/>
                    <a:pt x="501" y="567"/>
                    <a:pt x="567" y="534"/>
                  </a:cubicBezTo>
                  <a:cubicBezTo>
                    <a:pt x="734" y="467"/>
                    <a:pt x="901" y="201"/>
                    <a:pt x="901" y="201"/>
                  </a:cubicBezTo>
                  <a:cubicBezTo>
                    <a:pt x="901" y="168"/>
                    <a:pt x="805" y="7"/>
                    <a:pt x="832"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11" name="Google Shape;2911;p24"/>
            <p:cNvSpPr/>
            <p:nvPr/>
          </p:nvSpPr>
          <p:spPr>
            <a:xfrm>
              <a:off x="6152900" y="4650450"/>
              <a:ext cx="25050" cy="14825"/>
            </a:xfrm>
            <a:custGeom>
              <a:avLst/>
              <a:gdLst/>
              <a:ahLst/>
              <a:cxnLst/>
              <a:rect l="l" t="t" r="r" b="b"/>
              <a:pathLst>
                <a:path w="1002" h="593" extrusionOk="0">
                  <a:moveTo>
                    <a:pt x="734" y="0"/>
                  </a:moveTo>
                  <a:cubicBezTo>
                    <a:pt x="634" y="0"/>
                    <a:pt x="501" y="0"/>
                    <a:pt x="434" y="33"/>
                  </a:cubicBezTo>
                  <a:lnTo>
                    <a:pt x="167" y="167"/>
                  </a:lnTo>
                  <a:lnTo>
                    <a:pt x="0" y="267"/>
                  </a:lnTo>
                  <a:lnTo>
                    <a:pt x="0" y="500"/>
                  </a:lnTo>
                  <a:cubicBezTo>
                    <a:pt x="0" y="500"/>
                    <a:pt x="101" y="567"/>
                    <a:pt x="234" y="567"/>
                  </a:cubicBezTo>
                  <a:cubicBezTo>
                    <a:pt x="284" y="584"/>
                    <a:pt x="342" y="592"/>
                    <a:pt x="405" y="592"/>
                  </a:cubicBezTo>
                  <a:cubicBezTo>
                    <a:pt x="467" y="592"/>
                    <a:pt x="534" y="584"/>
                    <a:pt x="601" y="567"/>
                  </a:cubicBezTo>
                  <a:cubicBezTo>
                    <a:pt x="668" y="500"/>
                    <a:pt x="801" y="467"/>
                    <a:pt x="901" y="400"/>
                  </a:cubicBezTo>
                  <a:lnTo>
                    <a:pt x="1001" y="267"/>
                  </a:lnTo>
                  <a:cubicBezTo>
                    <a:pt x="1001" y="267"/>
                    <a:pt x="901" y="100"/>
                    <a:pt x="901"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12" name="Google Shape;2912;p24"/>
            <p:cNvSpPr/>
            <p:nvPr/>
          </p:nvSpPr>
          <p:spPr>
            <a:xfrm>
              <a:off x="6152075" y="4687125"/>
              <a:ext cx="23375" cy="12550"/>
            </a:xfrm>
            <a:custGeom>
              <a:avLst/>
              <a:gdLst/>
              <a:ahLst/>
              <a:cxnLst/>
              <a:rect l="l" t="t" r="r" b="b"/>
              <a:pathLst>
                <a:path w="935" h="502" extrusionOk="0">
                  <a:moveTo>
                    <a:pt x="434" y="1"/>
                  </a:moveTo>
                  <a:cubicBezTo>
                    <a:pt x="300" y="34"/>
                    <a:pt x="134" y="101"/>
                    <a:pt x="134" y="101"/>
                  </a:cubicBezTo>
                  <a:lnTo>
                    <a:pt x="0" y="301"/>
                  </a:lnTo>
                  <a:cubicBezTo>
                    <a:pt x="0" y="301"/>
                    <a:pt x="100" y="368"/>
                    <a:pt x="167" y="434"/>
                  </a:cubicBezTo>
                  <a:cubicBezTo>
                    <a:pt x="267" y="501"/>
                    <a:pt x="434" y="501"/>
                    <a:pt x="500" y="501"/>
                  </a:cubicBezTo>
                  <a:cubicBezTo>
                    <a:pt x="601" y="501"/>
                    <a:pt x="701" y="468"/>
                    <a:pt x="801" y="368"/>
                  </a:cubicBezTo>
                  <a:cubicBezTo>
                    <a:pt x="867" y="334"/>
                    <a:pt x="934" y="268"/>
                    <a:pt x="934" y="268"/>
                  </a:cubicBezTo>
                  <a:cubicBezTo>
                    <a:pt x="934" y="268"/>
                    <a:pt x="801" y="101"/>
                    <a:pt x="767"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13" name="Google Shape;2913;p24"/>
            <p:cNvSpPr/>
            <p:nvPr/>
          </p:nvSpPr>
          <p:spPr>
            <a:xfrm>
              <a:off x="5454900" y="4794700"/>
              <a:ext cx="22550" cy="12550"/>
            </a:xfrm>
            <a:custGeom>
              <a:avLst/>
              <a:gdLst/>
              <a:ahLst/>
              <a:cxnLst/>
              <a:rect l="l" t="t" r="r" b="b"/>
              <a:pathLst>
                <a:path w="902" h="502" extrusionOk="0">
                  <a:moveTo>
                    <a:pt x="467" y="1"/>
                  </a:moveTo>
                  <a:cubicBezTo>
                    <a:pt x="267" y="1"/>
                    <a:pt x="0" y="134"/>
                    <a:pt x="0" y="134"/>
                  </a:cubicBezTo>
                  <a:lnTo>
                    <a:pt x="0" y="368"/>
                  </a:lnTo>
                  <a:cubicBezTo>
                    <a:pt x="0" y="368"/>
                    <a:pt x="234" y="501"/>
                    <a:pt x="467" y="501"/>
                  </a:cubicBezTo>
                  <a:cubicBezTo>
                    <a:pt x="634" y="501"/>
                    <a:pt x="901" y="368"/>
                    <a:pt x="901" y="368"/>
                  </a:cubicBezTo>
                  <a:lnTo>
                    <a:pt x="901" y="134"/>
                  </a:lnTo>
                  <a:cubicBezTo>
                    <a:pt x="901" y="134"/>
                    <a:pt x="634" y="1"/>
                    <a:pt x="467"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14" name="Google Shape;2914;p24"/>
            <p:cNvSpPr/>
            <p:nvPr/>
          </p:nvSpPr>
          <p:spPr>
            <a:xfrm>
              <a:off x="5475750" y="4818325"/>
              <a:ext cx="29200" cy="11425"/>
            </a:xfrm>
            <a:custGeom>
              <a:avLst/>
              <a:gdLst/>
              <a:ahLst/>
              <a:cxnLst/>
              <a:rect l="l" t="t" r="r" b="b"/>
              <a:pathLst>
                <a:path w="1168" h="457" extrusionOk="0">
                  <a:moveTo>
                    <a:pt x="735" y="0"/>
                  </a:moveTo>
                  <a:cubicBezTo>
                    <a:pt x="676" y="0"/>
                    <a:pt x="618" y="6"/>
                    <a:pt x="567" y="23"/>
                  </a:cubicBezTo>
                  <a:cubicBezTo>
                    <a:pt x="467" y="23"/>
                    <a:pt x="334" y="57"/>
                    <a:pt x="201" y="123"/>
                  </a:cubicBezTo>
                  <a:cubicBezTo>
                    <a:pt x="67" y="223"/>
                    <a:pt x="0" y="257"/>
                    <a:pt x="0" y="257"/>
                  </a:cubicBezTo>
                  <a:lnTo>
                    <a:pt x="134" y="457"/>
                  </a:lnTo>
                  <a:lnTo>
                    <a:pt x="634" y="457"/>
                  </a:lnTo>
                  <a:cubicBezTo>
                    <a:pt x="834" y="423"/>
                    <a:pt x="1168" y="257"/>
                    <a:pt x="1168" y="257"/>
                  </a:cubicBezTo>
                  <a:cubicBezTo>
                    <a:pt x="1168" y="226"/>
                    <a:pt x="1139" y="53"/>
                    <a:pt x="1109" y="53"/>
                  </a:cubicBezTo>
                  <a:cubicBezTo>
                    <a:pt x="1106" y="53"/>
                    <a:pt x="1104" y="54"/>
                    <a:pt x="1101" y="57"/>
                  </a:cubicBezTo>
                  <a:cubicBezTo>
                    <a:pt x="1101" y="57"/>
                    <a:pt x="914" y="0"/>
                    <a:pt x="735"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15" name="Google Shape;2915;p24"/>
            <p:cNvSpPr/>
            <p:nvPr/>
          </p:nvSpPr>
          <p:spPr>
            <a:xfrm>
              <a:off x="5509100" y="4832725"/>
              <a:ext cx="13375" cy="13700"/>
            </a:xfrm>
            <a:custGeom>
              <a:avLst/>
              <a:gdLst/>
              <a:ahLst/>
              <a:cxnLst/>
              <a:rect l="l" t="t" r="r" b="b"/>
              <a:pathLst>
                <a:path w="535" h="548" extrusionOk="0">
                  <a:moveTo>
                    <a:pt x="335" y="0"/>
                  </a:moveTo>
                  <a:cubicBezTo>
                    <a:pt x="279" y="0"/>
                    <a:pt x="215" y="24"/>
                    <a:pt x="167" y="48"/>
                  </a:cubicBezTo>
                  <a:cubicBezTo>
                    <a:pt x="34" y="148"/>
                    <a:pt x="1" y="348"/>
                    <a:pt x="1" y="348"/>
                  </a:cubicBezTo>
                  <a:cubicBezTo>
                    <a:pt x="1" y="381"/>
                    <a:pt x="167" y="515"/>
                    <a:pt x="167" y="548"/>
                  </a:cubicBezTo>
                  <a:cubicBezTo>
                    <a:pt x="167" y="548"/>
                    <a:pt x="368" y="515"/>
                    <a:pt x="401" y="481"/>
                  </a:cubicBezTo>
                  <a:cubicBezTo>
                    <a:pt x="468" y="448"/>
                    <a:pt x="534" y="314"/>
                    <a:pt x="534" y="314"/>
                  </a:cubicBezTo>
                  <a:lnTo>
                    <a:pt x="534" y="48"/>
                  </a:lnTo>
                  <a:cubicBezTo>
                    <a:pt x="534" y="48"/>
                    <a:pt x="501" y="14"/>
                    <a:pt x="401" y="14"/>
                  </a:cubicBezTo>
                  <a:cubicBezTo>
                    <a:pt x="381" y="4"/>
                    <a:pt x="359" y="0"/>
                    <a:pt x="335"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16" name="Google Shape;2916;p24"/>
            <p:cNvSpPr/>
            <p:nvPr/>
          </p:nvSpPr>
          <p:spPr>
            <a:xfrm>
              <a:off x="5531625" y="4843900"/>
              <a:ext cx="12525" cy="13375"/>
            </a:xfrm>
            <a:custGeom>
              <a:avLst/>
              <a:gdLst/>
              <a:ahLst/>
              <a:cxnLst/>
              <a:rect l="l" t="t" r="r" b="b"/>
              <a:pathLst>
                <a:path w="501" h="535" extrusionOk="0">
                  <a:moveTo>
                    <a:pt x="334" y="1"/>
                  </a:moveTo>
                  <a:cubicBezTo>
                    <a:pt x="334" y="1"/>
                    <a:pt x="267" y="1"/>
                    <a:pt x="234" y="34"/>
                  </a:cubicBezTo>
                  <a:cubicBezTo>
                    <a:pt x="134" y="68"/>
                    <a:pt x="100" y="68"/>
                    <a:pt x="67" y="101"/>
                  </a:cubicBezTo>
                  <a:cubicBezTo>
                    <a:pt x="0" y="201"/>
                    <a:pt x="0" y="334"/>
                    <a:pt x="0" y="334"/>
                  </a:cubicBezTo>
                  <a:cubicBezTo>
                    <a:pt x="65" y="334"/>
                    <a:pt x="130" y="524"/>
                    <a:pt x="164" y="534"/>
                  </a:cubicBezTo>
                  <a:lnTo>
                    <a:pt x="164" y="534"/>
                  </a:lnTo>
                  <a:cubicBezTo>
                    <a:pt x="158" y="528"/>
                    <a:pt x="404" y="465"/>
                    <a:pt x="467" y="401"/>
                  </a:cubicBezTo>
                  <a:cubicBezTo>
                    <a:pt x="467" y="368"/>
                    <a:pt x="501" y="268"/>
                    <a:pt x="501" y="234"/>
                  </a:cubicBezTo>
                  <a:lnTo>
                    <a:pt x="501" y="168"/>
                  </a:lnTo>
                  <a:lnTo>
                    <a:pt x="334" y="1"/>
                  </a:lnTo>
                  <a:close/>
                  <a:moveTo>
                    <a:pt x="164" y="534"/>
                  </a:moveTo>
                  <a:lnTo>
                    <a:pt x="164" y="534"/>
                  </a:lnTo>
                  <a:cubicBezTo>
                    <a:pt x="165" y="534"/>
                    <a:pt x="166" y="535"/>
                    <a:pt x="167" y="535"/>
                  </a:cubicBezTo>
                  <a:cubicBezTo>
                    <a:pt x="166" y="535"/>
                    <a:pt x="165" y="534"/>
                    <a:pt x="164" y="534"/>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17" name="Google Shape;2917;p24"/>
            <p:cNvSpPr/>
            <p:nvPr/>
          </p:nvSpPr>
          <p:spPr>
            <a:xfrm>
              <a:off x="5647525" y="4824725"/>
              <a:ext cx="23375" cy="25200"/>
            </a:xfrm>
            <a:custGeom>
              <a:avLst/>
              <a:gdLst/>
              <a:ahLst/>
              <a:cxnLst/>
              <a:rect l="l" t="t" r="r" b="b"/>
              <a:pathLst>
                <a:path w="935" h="1008" extrusionOk="0">
                  <a:moveTo>
                    <a:pt x="802" y="1"/>
                  </a:moveTo>
                  <a:cubicBezTo>
                    <a:pt x="802" y="1"/>
                    <a:pt x="701" y="34"/>
                    <a:pt x="601" y="101"/>
                  </a:cubicBezTo>
                  <a:cubicBezTo>
                    <a:pt x="468" y="134"/>
                    <a:pt x="335" y="268"/>
                    <a:pt x="268" y="334"/>
                  </a:cubicBezTo>
                  <a:cubicBezTo>
                    <a:pt x="101" y="534"/>
                    <a:pt x="1" y="868"/>
                    <a:pt x="1" y="868"/>
                  </a:cubicBezTo>
                  <a:cubicBezTo>
                    <a:pt x="1" y="926"/>
                    <a:pt x="125" y="1008"/>
                    <a:pt x="159" y="1008"/>
                  </a:cubicBezTo>
                  <a:cubicBezTo>
                    <a:pt x="165" y="1008"/>
                    <a:pt x="168" y="1006"/>
                    <a:pt x="168" y="1001"/>
                  </a:cubicBezTo>
                  <a:cubicBezTo>
                    <a:pt x="168" y="1001"/>
                    <a:pt x="468" y="801"/>
                    <a:pt x="601" y="634"/>
                  </a:cubicBezTo>
                  <a:cubicBezTo>
                    <a:pt x="668" y="601"/>
                    <a:pt x="701" y="468"/>
                    <a:pt x="802" y="368"/>
                  </a:cubicBezTo>
                  <a:cubicBezTo>
                    <a:pt x="868" y="301"/>
                    <a:pt x="935" y="201"/>
                    <a:pt x="935" y="201"/>
                  </a:cubicBezTo>
                  <a:lnTo>
                    <a:pt x="802" y="1"/>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18" name="Google Shape;2918;p24"/>
            <p:cNvSpPr/>
            <p:nvPr/>
          </p:nvSpPr>
          <p:spPr>
            <a:xfrm>
              <a:off x="5663375" y="4852250"/>
              <a:ext cx="25050" cy="25050"/>
            </a:xfrm>
            <a:custGeom>
              <a:avLst/>
              <a:gdLst/>
              <a:ahLst/>
              <a:cxnLst/>
              <a:rect l="l" t="t" r="r" b="b"/>
              <a:pathLst>
                <a:path w="1002" h="1002" extrusionOk="0">
                  <a:moveTo>
                    <a:pt x="835" y="0"/>
                  </a:moveTo>
                  <a:cubicBezTo>
                    <a:pt x="835" y="0"/>
                    <a:pt x="501" y="167"/>
                    <a:pt x="334" y="334"/>
                  </a:cubicBezTo>
                  <a:cubicBezTo>
                    <a:pt x="168" y="501"/>
                    <a:pt x="1" y="834"/>
                    <a:pt x="1" y="834"/>
                  </a:cubicBezTo>
                  <a:cubicBezTo>
                    <a:pt x="1" y="868"/>
                    <a:pt x="168" y="1001"/>
                    <a:pt x="168" y="1001"/>
                  </a:cubicBezTo>
                  <a:cubicBezTo>
                    <a:pt x="168" y="1001"/>
                    <a:pt x="501" y="834"/>
                    <a:pt x="668" y="668"/>
                  </a:cubicBezTo>
                  <a:cubicBezTo>
                    <a:pt x="835" y="501"/>
                    <a:pt x="1001" y="167"/>
                    <a:pt x="1001" y="167"/>
                  </a:cubicBezTo>
                  <a:lnTo>
                    <a:pt x="835" y="0"/>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19" name="Google Shape;2919;p24"/>
            <p:cNvSpPr/>
            <p:nvPr/>
          </p:nvSpPr>
          <p:spPr>
            <a:xfrm>
              <a:off x="5685075" y="4871425"/>
              <a:ext cx="17525" cy="27550"/>
            </a:xfrm>
            <a:custGeom>
              <a:avLst/>
              <a:gdLst/>
              <a:ahLst/>
              <a:cxnLst/>
              <a:rect l="l" t="t" r="r" b="b"/>
              <a:pathLst>
                <a:path w="701" h="1102" extrusionOk="0">
                  <a:moveTo>
                    <a:pt x="434" y="1"/>
                  </a:moveTo>
                  <a:cubicBezTo>
                    <a:pt x="434" y="67"/>
                    <a:pt x="367" y="101"/>
                    <a:pt x="334" y="167"/>
                  </a:cubicBezTo>
                  <a:cubicBezTo>
                    <a:pt x="300" y="234"/>
                    <a:pt x="200" y="334"/>
                    <a:pt x="167" y="434"/>
                  </a:cubicBezTo>
                  <a:cubicBezTo>
                    <a:pt x="133" y="501"/>
                    <a:pt x="100" y="634"/>
                    <a:pt x="33" y="768"/>
                  </a:cubicBezTo>
                  <a:cubicBezTo>
                    <a:pt x="0" y="901"/>
                    <a:pt x="0" y="968"/>
                    <a:pt x="0" y="968"/>
                  </a:cubicBezTo>
                  <a:cubicBezTo>
                    <a:pt x="29" y="997"/>
                    <a:pt x="162" y="1079"/>
                    <a:pt x="171" y="1097"/>
                  </a:cubicBezTo>
                  <a:lnTo>
                    <a:pt x="171" y="1097"/>
                  </a:lnTo>
                  <a:lnTo>
                    <a:pt x="300" y="968"/>
                  </a:lnTo>
                  <a:cubicBezTo>
                    <a:pt x="367" y="901"/>
                    <a:pt x="500" y="768"/>
                    <a:pt x="534" y="668"/>
                  </a:cubicBezTo>
                  <a:cubicBezTo>
                    <a:pt x="634" y="568"/>
                    <a:pt x="667" y="401"/>
                    <a:pt x="667" y="268"/>
                  </a:cubicBezTo>
                  <a:cubicBezTo>
                    <a:pt x="701" y="134"/>
                    <a:pt x="667" y="1"/>
                    <a:pt x="667" y="1"/>
                  </a:cubicBezTo>
                  <a:close/>
                  <a:moveTo>
                    <a:pt x="171" y="1097"/>
                  </a:moveTo>
                  <a:lnTo>
                    <a:pt x="167" y="1101"/>
                  </a:lnTo>
                  <a:cubicBezTo>
                    <a:pt x="171" y="1101"/>
                    <a:pt x="172" y="1100"/>
                    <a:pt x="171" y="1097"/>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20" name="Google Shape;2920;p24"/>
            <p:cNvSpPr/>
            <p:nvPr/>
          </p:nvSpPr>
          <p:spPr>
            <a:xfrm>
              <a:off x="5697575" y="4900625"/>
              <a:ext cx="16700" cy="31700"/>
            </a:xfrm>
            <a:custGeom>
              <a:avLst/>
              <a:gdLst/>
              <a:ahLst/>
              <a:cxnLst/>
              <a:rect l="l" t="t" r="r" b="b"/>
              <a:pathLst>
                <a:path w="668" h="1268" extrusionOk="0">
                  <a:moveTo>
                    <a:pt x="467" y="0"/>
                  </a:moveTo>
                  <a:cubicBezTo>
                    <a:pt x="467" y="0"/>
                    <a:pt x="201" y="300"/>
                    <a:pt x="100" y="567"/>
                  </a:cubicBezTo>
                  <a:cubicBezTo>
                    <a:pt x="0" y="767"/>
                    <a:pt x="0" y="1168"/>
                    <a:pt x="0" y="1168"/>
                  </a:cubicBezTo>
                  <a:cubicBezTo>
                    <a:pt x="0" y="1168"/>
                    <a:pt x="157" y="1246"/>
                    <a:pt x="170" y="1264"/>
                  </a:cubicBezTo>
                  <a:lnTo>
                    <a:pt x="170" y="1264"/>
                  </a:lnTo>
                  <a:cubicBezTo>
                    <a:pt x="199" y="1227"/>
                    <a:pt x="438" y="922"/>
                    <a:pt x="501" y="734"/>
                  </a:cubicBezTo>
                  <a:cubicBezTo>
                    <a:pt x="634" y="501"/>
                    <a:pt x="668" y="134"/>
                    <a:pt x="668" y="134"/>
                  </a:cubicBezTo>
                  <a:lnTo>
                    <a:pt x="467" y="0"/>
                  </a:lnTo>
                  <a:close/>
                  <a:moveTo>
                    <a:pt x="170" y="1264"/>
                  </a:moveTo>
                  <a:cubicBezTo>
                    <a:pt x="168" y="1266"/>
                    <a:pt x="167" y="1268"/>
                    <a:pt x="167" y="1268"/>
                  </a:cubicBezTo>
                  <a:cubicBezTo>
                    <a:pt x="171" y="1268"/>
                    <a:pt x="172" y="1266"/>
                    <a:pt x="170" y="1264"/>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21" name="Google Shape;2921;p24"/>
            <p:cNvSpPr/>
            <p:nvPr/>
          </p:nvSpPr>
          <p:spPr>
            <a:xfrm>
              <a:off x="5731775" y="4923975"/>
              <a:ext cx="12525" cy="25025"/>
            </a:xfrm>
            <a:custGeom>
              <a:avLst/>
              <a:gdLst/>
              <a:ahLst/>
              <a:cxnLst/>
              <a:rect l="l" t="t" r="r" b="b"/>
              <a:pathLst>
                <a:path w="501" h="1001" extrusionOk="0">
                  <a:moveTo>
                    <a:pt x="300" y="0"/>
                  </a:moveTo>
                  <a:cubicBezTo>
                    <a:pt x="300" y="0"/>
                    <a:pt x="267" y="67"/>
                    <a:pt x="167" y="167"/>
                  </a:cubicBezTo>
                  <a:cubicBezTo>
                    <a:pt x="133" y="234"/>
                    <a:pt x="100" y="367"/>
                    <a:pt x="33" y="467"/>
                  </a:cubicBezTo>
                  <a:cubicBezTo>
                    <a:pt x="0" y="634"/>
                    <a:pt x="100" y="901"/>
                    <a:pt x="100" y="901"/>
                  </a:cubicBezTo>
                  <a:cubicBezTo>
                    <a:pt x="100" y="968"/>
                    <a:pt x="300" y="1001"/>
                    <a:pt x="300" y="1001"/>
                  </a:cubicBezTo>
                  <a:cubicBezTo>
                    <a:pt x="300" y="1001"/>
                    <a:pt x="467" y="701"/>
                    <a:pt x="500" y="534"/>
                  </a:cubicBezTo>
                  <a:lnTo>
                    <a:pt x="500" y="300"/>
                  </a:lnTo>
                  <a:lnTo>
                    <a:pt x="500" y="134"/>
                  </a:lnTo>
                  <a:cubicBezTo>
                    <a:pt x="500" y="67"/>
                    <a:pt x="300" y="0"/>
                    <a:pt x="300"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22" name="Google Shape;2922;p24"/>
            <p:cNvSpPr/>
            <p:nvPr/>
          </p:nvSpPr>
          <p:spPr>
            <a:xfrm>
              <a:off x="5846000" y="5270050"/>
              <a:ext cx="17550" cy="21100"/>
            </a:xfrm>
            <a:custGeom>
              <a:avLst/>
              <a:gdLst/>
              <a:ahLst/>
              <a:cxnLst/>
              <a:rect l="l" t="t" r="r" b="b"/>
              <a:pathLst>
                <a:path w="702" h="844" extrusionOk="0">
                  <a:moveTo>
                    <a:pt x="568" y="0"/>
                  </a:moveTo>
                  <a:lnTo>
                    <a:pt x="401" y="67"/>
                  </a:lnTo>
                  <a:cubicBezTo>
                    <a:pt x="335" y="134"/>
                    <a:pt x="234" y="201"/>
                    <a:pt x="168" y="301"/>
                  </a:cubicBezTo>
                  <a:cubicBezTo>
                    <a:pt x="34" y="467"/>
                    <a:pt x="1" y="734"/>
                    <a:pt x="1" y="734"/>
                  </a:cubicBezTo>
                  <a:cubicBezTo>
                    <a:pt x="1" y="789"/>
                    <a:pt x="112" y="843"/>
                    <a:pt x="153" y="843"/>
                  </a:cubicBezTo>
                  <a:cubicBezTo>
                    <a:pt x="162" y="843"/>
                    <a:pt x="168" y="840"/>
                    <a:pt x="168" y="834"/>
                  </a:cubicBezTo>
                  <a:cubicBezTo>
                    <a:pt x="168" y="834"/>
                    <a:pt x="401" y="668"/>
                    <a:pt x="501" y="534"/>
                  </a:cubicBezTo>
                  <a:cubicBezTo>
                    <a:pt x="535" y="501"/>
                    <a:pt x="568" y="401"/>
                    <a:pt x="601" y="334"/>
                  </a:cubicBezTo>
                  <a:cubicBezTo>
                    <a:pt x="668" y="234"/>
                    <a:pt x="702" y="201"/>
                    <a:pt x="702" y="201"/>
                  </a:cubicBezTo>
                  <a:lnTo>
                    <a:pt x="568" y="0"/>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23" name="Google Shape;2923;p24"/>
            <p:cNvSpPr/>
            <p:nvPr/>
          </p:nvSpPr>
          <p:spPr>
            <a:xfrm>
              <a:off x="5879375" y="5275875"/>
              <a:ext cx="16700" cy="20875"/>
            </a:xfrm>
            <a:custGeom>
              <a:avLst/>
              <a:gdLst/>
              <a:ahLst/>
              <a:cxnLst/>
              <a:rect l="l" t="t" r="r" b="b"/>
              <a:pathLst>
                <a:path w="668" h="835" extrusionOk="0">
                  <a:moveTo>
                    <a:pt x="501" y="1"/>
                  </a:moveTo>
                  <a:cubicBezTo>
                    <a:pt x="501" y="1"/>
                    <a:pt x="434" y="68"/>
                    <a:pt x="367" y="101"/>
                  </a:cubicBezTo>
                  <a:cubicBezTo>
                    <a:pt x="267" y="134"/>
                    <a:pt x="167" y="234"/>
                    <a:pt x="100" y="301"/>
                  </a:cubicBezTo>
                  <a:cubicBezTo>
                    <a:pt x="34" y="435"/>
                    <a:pt x="0" y="735"/>
                    <a:pt x="0" y="735"/>
                  </a:cubicBezTo>
                  <a:cubicBezTo>
                    <a:pt x="0" y="735"/>
                    <a:pt x="167" y="835"/>
                    <a:pt x="200" y="835"/>
                  </a:cubicBezTo>
                  <a:cubicBezTo>
                    <a:pt x="200" y="835"/>
                    <a:pt x="434" y="668"/>
                    <a:pt x="534" y="568"/>
                  </a:cubicBezTo>
                  <a:cubicBezTo>
                    <a:pt x="567" y="501"/>
                    <a:pt x="567" y="435"/>
                    <a:pt x="601" y="334"/>
                  </a:cubicBezTo>
                  <a:cubicBezTo>
                    <a:pt x="667" y="268"/>
                    <a:pt x="667" y="168"/>
                    <a:pt x="667" y="168"/>
                  </a:cubicBezTo>
                  <a:lnTo>
                    <a:pt x="501" y="1"/>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24" name="Google Shape;2924;p24"/>
            <p:cNvSpPr/>
            <p:nvPr/>
          </p:nvSpPr>
          <p:spPr>
            <a:xfrm>
              <a:off x="5902725" y="5285900"/>
              <a:ext cx="20025" cy="30050"/>
            </a:xfrm>
            <a:custGeom>
              <a:avLst/>
              <a:gdLst/>
              <a:ahLst/>
              <a:cxnLst/>
              <a:rect l="l" t="t" r="r" b="b"/>
              <a:pathLst>
                <a:path w="801" h="1202" extrusionOk="0">
                  <a:moveTo>
                    <a:pt x="601" y="0"/>
                  </a:moveTo>
                  <a:cubicBezTo>
                    <a:pt x="601" y="0"/>
                    <a:pt x="301" y="267"/>
                    <a:pt x="167" y="501"/>
                  </a:cubicBezTo>
                  <a:cubicBezTo>
                    <a:pt x="67" y="701"/>
                    <a:pt x="0" y="1101"/>
                    <a:pt x="0" y="1101"/>
                  </a:cubicBezTo>
                  <a:cubicBezTo>
                    <a:pt x="0" y="1101"/>
                    <a:pt x="234" y="1201"/>
                    <a:pt x="267" y="1201"/>
                  </a:cubicBezTo>
                  <a:cubicBezTo>
                    <a:pt x="267" y="1201"/>
                    <a:pt x="501" y="901"/>
                    <a:pt x="601" y="701"/>
                  </a:cubicBezTo>
                  <a:cubicBezTo>
                    <a:pt x="734" y="501"/>
                    <a:pt x="801" y="100"/>
                    <a:pt x="801" y="100"/>
                  </a:cubicBezTo>
                  <a:lnTo>
                    <a:pt x="601" y="0"/>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25" name="Google Shape;2925;p24"/>
            <p:cNvSpPr/>
            <p:nvPr/>
          </p:nvSpPr>
          <p:spPr>
            <a:xfrm>
              <a:off x="6064500" y="5179975"/>
              <a:ext cx="25875" cy="23375"/>
            </a:xfrm>
            <a:custGeom>
              <a:avLst/>
              <a:gdLst/>
              <a:ahLst/>
              <a:cxnLst/>
              <a:rect l="l" t="t" r="r" b="b"/>
              <a:pathLst>
                <a:path w="1035" h="935" extrusionOk="0">
                  <a:moveTo>
                    <a:pt x="935" y="1"/>
                  </a:moveTo>
                  <a:cubicBezTo>
                    <a:pt x="935" y="1"/>
                    <a:pt x="534" y="101"/>
                    <a:pt x="334" y="268"/>
                  </a:cubicBezTo>
                  <a:cubicBezTo>
                    <a:pt x="167" y="434"/>
                    <a:pt x="1" y="801"/>
                    <a:pt x="1" y="801"/>
                  </a:cubicBezTo>
                  <a:cubicBezTo>
                    <a:pt x="1" y="801"/>
                    <a:pt x="167" y="935"/>
                    <a:pt x="201" y="935"/>
                  </a:cubicBezTo>
                  <a:cubicBezTo>
                    <a:pt x="201" y="935"/>
                    <a:pt x="501" y="768"/>
                    <a:pt x="668" y="635"/>
                  </a:cubicBezTo>
                  <a:cubicBezTo>
                    <a:pt x="801" y="501"/>
                    <a:pt x="1035" y="234"/>
                    <a:pt x="1035" y="234"/>
                  </a:cubicBezTo>
                  <a:lnTo>
                    <a:pt x="935" y="1"/>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26" name="Google Shape;2926;p24"/>
            <p:cNvSpPr/>
            <p:nvPr/>
          </p:nvSpPr>
          <p:spPr>
            <a:xfrm>
              <a:off x="6080350" y="5203325"/>
              <a:ext cx="24200" cy="25050"/>
            </a:xfrm>
            <a:custGeom>
              <a:avLst/>
              <a:gdLst/>
              <a:ahLst/>
              <a:cxnLst/>
              <a:rect l="l" t="t" r="r" b="b"/>
              <a:pathLst>
                <a:path w="968" h="1002" extrusionOk="0">
                  <a:moveTo>
                    <a:pt x="734" y="1"/>
                  </a:moveTo>
                  <a:cubicBezTo>
                    <a:pt x="734" y="1"/>
                    <a:pt x="401" y="168"/>
                    <a:pt x="301" y="334"/>
                  </a:cubicBezTo>
                  <a:cubicBezTo>
                    <a:pt x="167" y="501"/>
                    <a:pt x="0" y="835"/>
                    <a:pt x="0" y="835"/>
                  </a:cubicBezTo>
                  <a:cubicBezTo>
                    <a:pt x="0" y="835"/>
                    <a:pt x="167" y="968"/>
                    <a:pt x="201" y="1002"/>
                  </a:cubicBezTo>
                  <a:cubicBezTo>
                    <a:pt x="201" y="1002"/>
                    <a:pt x="534" y="835"/>
                    <a:pt x="668" y="668"/>
                  </a:cubicBezTo>
                  <a:cubicBezTo>
                    <a:pt x="801" y="501"/>
                    <a:pt x="968" y="168"/>
                    <a:pt x="968" y="168"/>
                  </a:cubicBezTo>
                  <a:cubicBezTo>
                    <a:pt x="968" y="134"/>
                    <a:pt x="734" y="1"/>
                    <a:pt x="734"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27" name="Google Shape;2927;p24"/>
            <p:cNvSpPr/>
            <p:nvPr/>
          </p:nvSpPr>
          <p:spPr>
            <a:xfrm>
              <a:off x="6100350" y="5230025"/>
              <a:ext cx="18375" cy="19200"/>
            </a:xfrm>
            <a:custGeom>
              <a:avLst/>
              <a:gdLst/>
              <a:ahLst/>
              <a:cxnLst/>
              <a:rect l="l" t="t" r="r" b="b"/>
              <a:pathLst>
                <a:path w="735" h="768" extrusionOk="0">
                  <a:moveTo>
                    <a:pt x="535" y="0"/>
                  </a:moveTo>
                  <a:cubicBezTo>
                    <a:pt x="535" y="0"/>
                    <a:pt x="268" y="100"/>
                    <a:pt x="201" y="234"/>
                  </a:cubicBezTo>
                  <a:cubicBezTo>
                    <a:pt x="68" y="334"/>
                    <a:pt x="1" y="601"/>
                    <a:pt x="1" y="601"/>
                  </a:cubicBezTo>
                  <a:cubicBezTo>
                    <a:pt x="1" y="601"/>
                    <a:pt x="101" y="767"/>
                    <a:pt x="201" y="767"/>
                  </a:cubicBezTo>
                  <a:cubicBezTo>
                    <a:pt x="201" y="767"/>
                    <a:pt x="435" y="667"/>
                    <a:pt x="568" y="567"/>
                  </a:cubicBezTo>
                  <a:cubicBezTo>
                    <a:pt x="668" y="434"/>
                    <a:pt x="735" y="134"/>
                    <a:pt x="735" y="134"/>
                  </a:cubicBezTo>
                  <a:lnTo>
                    <a:pt x="535" y="0"/>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28" name="Google Shape;2928;p24"/>
            <p:cNvSpPr/>
            <p:nvPr/>
          </p:nvSpPr>
          <p:spPr>
            <a:xfrm>
              <a:off x="6111200" y="5261700"/>
              <a:ext cx="12525" cy="16700"/>
            </a:xfrm>
            <a:custGeom>
              <a:avLst/>
              <a:gdLst/>
              <a:ahLst/>
              <a:cxnLst/>
              <a:rect l="l" t="t" r="r" b="b"/>
              <a:pathLst>
                <a:path w="501" h="668" extrusionOk="0">
                  <a:moveTo>
                    <a:pt x="334" y="1"/>
                  </a:moveTo>
                  <a:cubicBezTo>
                    <a:pt x="334" y="1"/>
                    <a:pt x="267" y="1"/>
                    <a:pt x="234" y="34"/>
                  </a:cubicBezTo>
                  <a:lnTo>
                    <a:pt x="67" y="201"/>
                  </a:lnTo>
                  <a:cubicBezTo>
                    <a:pt x="1" y="234"/>
                    <a:pt x="1" y="334"/>
                    <a:pt x="1" y="368"/>
                  </a:cubicBezTo>
                  <a:lnTo>
                    <a:pt x="1" y="501"/>
                  </a:lnTo>
                  <a:cubicBezTo>
                    <a:pt x="1" y="535"/>
                    <a:pt x="167" y="668"/>
                    <a:pt x="167" y="668"/>
                  </a:cubicBezTo>
                  <a:cubicBezTo>
                    <a:pt x="167" y="668"/>
                    <a:pt x="267" y="668"/>
                    <a:pt x="301" y="635"/>
                  </a:cubicBezTo>
                  <a:lnTo>
                    <a:pt x="468" y="468"/>
                  </a:lnTo>
                  <a:cubicBezTo>
                    <a:pt x="501" y="401"/>
                    <a:pt x="501" y="334"/>
                    <a:pt x="501" y="301"/>
                  </a:cubicBezTo>
                  <a:lnTo>
                    <a:pt x="501" y="168"/>
                  </a:lnTo>
                  <a:lnTo>
                    <a:pt x="334" y="1"/>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29" name="Google Shape;2929;p24"/>
            <p:cNvSpPr/>
            <p:nvPr/>
          </p:nvSpPr>
          <p:spPr>
            <a:xfrm>
              <a:off x="6130375" y="5282550"/>
              <a:ext cx="15875" cy="19775"/>
            </a:xfrm>
            <a:custGeom>
              <a:avLst/>
              <a:gdLst/>
              <a:ahLst/>
              <a:cxnLst/>
              <a:rect l="l" t="t" r="r" b="b"/>
              <a:pathLst>
                <a:path w="635" h="791" extrusionOk="0">
                  <a:moveTo>
                    <a:pt x="368" y="1"/>
                  </a:moveTo>
                  <a:cubicBezTo>
                    <a:pt x="368" y="1"/>
                    <a:pt x="201" y="168"/>
                    <a:pt x="134" y="301"/>
                  </a:cubicBezTo>
                  <a:cubicBezTo>
                    <a:pt x="34" y="468"/>
                    <a:pt x="1" y="735"/>
                    <a:pt x="1" y="735"/>
                  </a:cubicBezTo>
                  <a:cubicBezTo>
                    <a:pt x="1" y="735"/>
                    <a:pt x="113" y="791"/>
                    <a:pt x="170" y="791"/>
                  </a:cubicBezTo>
                  <a:cubicBezTo>
                    <a:pt x="188" y="791"/>
                    <a:pt x="201" y="785"/>
                    <a:pt x="201" y="768"/>
                  </a:cubicBezTo>
                  <a:cubicBezTo>
                    <a:pt x="201" y="768"/>
                    <a:pt x="468" y="635"/>
                    <a:pt x="535" y="501"/>
                  </a:cubicBezTo>
                  <a:cubicBezTo>
                    <a:pt x="568" y="401"/>
                    <a:pt x="635" y="334"/>
                    <a:pt x="635" y="201"/>
                  </a:cubicBezTo>
                  <a:lnTo>
                    <a:pt x="635" y="34"/>
                  </a:lnTo>
                  <a:lnTo>
                    <a:pt x="368" y="1"/>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30" name="Google Shape;2930;p24"/>
            <p:cNvSpPr/>
            <p:nvPr/>
          </p:nvSpPr>
          <p:spPr>
            <a:xfrm>
              <a:off x="6139550" y="5311750"/>
              <a:ext cx="13375" cy="16700"/>
            </a:xfrm>
            <a:custGeom>
              <a:avLst/>
              <a:gdLst/>
              <a:ahLst/>
              <a:cxnLst/>
              <a:rect l="l" t="t" r="r" b="b"/>
              <a:pathLst>
                <a:path w="535" h="668" extrusionOk="0">
                  <a:moveTo>
                    <a:pt x="334" y="0"/>
                  </a:moveTo>
                  <a:cubicBezTo>
                    <a:pt x="334" y="0"/>
                    <a:pt x="168" y="67"/>
                    <a:pt x="101" y="200"/>
                  </a:cubicBezTo>
                  <a:cubicBezTo>
                    <a:pt x="1" y="300"/>
                    <a:pt x="1" y="534"/>
                    <a:pt x="1" y="534"/>
                  </a:cubicBezTo>
                  <a:cubicBezTo>
                    <a:pt x="1" y="534"/>
                    <a:pt x="168" y="667"/>
                    <a:pt x="201" y="667"/>
                  </a:cubicBezTo>
                  <a:cubicBezTo>
                    <a:pt x="201" y="667"/>
                    <a:pt x="368" y="567"/>
                    <a:pt x="468" y="467"/>
                  </a:cubicBezTo>
                  <a:cubicBezTo>
                    <a:pt x="534" y="367"/>
                    <a:pt x="534" y="134"/>
                    <a:pt x="534" y="134"/>
                  </a:cubicBezTo>
                  <a:lnTo>
                    <a:pt x="334" y="0"/>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31" name="Google Shape;2931;p24"/>
            <p:cNvSpPr/>
            <p:nvPr/>
          </p:nvSpPr>
          <p:spPr>
            <a:xfrm>
              <a:off x="6164575" y="5332600"/>
              <a:ext cx="15025" cy="25650"/>
            </a:xfrm>
            <a:custGeom>
              <a:avLst/>
              <a:gdLst/>
              <a:ahLst/>
              <a:cxnLst/>
              <a:rect l="l" t="t" r="r" b="b"/>
              <a:pathLst>
                <a:path w="601" h="1026" extrusionOk="0">
                  <a:moveTo>
                    <a:pt x="234" y="0"/>
                  </a:moveTo>
                  <a:lnTo>
                    <a:pt x="167" y="167"/>
                  </a:lnTo>
                  <a:cubicBezTo>
                    <a:pt x="134" y="234"/>
                    <a:pt x="34" y="367"/>
                    <a:pt x="34" y="467"/>
                  </a:cubicBezTo>
                  <a:cubicBezTo>
                    <a:pt x="34" y="534"/>
                    <a:pt x="0" y="667"/>
                    <a:pt x="34" y="801"/>
                  </a:cubicBezTo>
                  <a:cubicBezTo>
                    <a:pt x="34" y="901"/>
                    <a:pt x="101" y="1001"/>
                    <a:pt x="101" y="1001"/>
                  </a:cubicBezTo>
                  <a:cubicBezTo>
                    <a:pt x="101" y="1018"/>
                    <a:pt x="151" y="1026"/>
                    <a:pt x="205" y="1026"/>
                  </a:cubicBezTo>
                  <a:cubicBezTo>
                    <a:pt x="259" y="1026"/>
                    <a:pt x="317" y="1018"/>
                    <a:pt x="334" y="1001"/>
                  </a:cubicBezTo>
                  <a:lnTo>
                    <a:pt x="434" y="834"/>
                  </a:lnTo>
                  <a:cubicBezTo>
                    <a:pt x="467" y="734"/>
                    <a:pt x="534" y="634"/>
                    <a:pt x="534" y="534"/>
                  </a:cubicBezTo>
                  <a:cubicBezTo>
                    <a:pt x="534" y="467"/>
                    <a:pt x="601" y="334"/>
                    <a:pt x="534" y="200"/>
                  </a:cubicBezTo>
                  <a:cubicBezTo>
                    <a:pt x="534" y="67"/>
                    <a:pt x="501" y="0"/>
                    <a:pt x="501"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32" name="Google Shape;2932;p24"/>
            <p:cNvSpPr/>
            <p:nvPr/>
          </p:nvSpPr>
          <p:spPr>
            <a:xfrm>
              <a:off x="3478625" y="4820250"/>
              <a:ext cx="241725" cy="108800"/>
            </a:xfrm>
            <a:custGeom>
              <a:avLst/>
              <a:gdLst/>
              <a:ahLst/>
              <a:cxnLst/>
              <a:rect l="l" t="t" r="r" b="b"/>
              <a:pathLst>
                <a:path w="9669" h="4352" extrusionOk="0">
                  <a:moveTo>
                    <a:pt x="9381" y="1"/>
                  </a:moveTo>
                  <a:cubicBezTo>
                    <a:pt x="9346" y="1"/>
                    <a:pt x="9317" y="5"/>
                    <a:pt x="9302" y="13"/>
                  </a:cubicBezTo>
                  <a:cubicBezTo>
                    <a:pt x="9302" y="13"/>
                    <a:pt x="9302" y="80"/>
                    <a:pt x="9235" y="180"/>
                  </a:cubicBezTo>
                  <a:cubicBezTo>
                    <a:pt x="9235" y="313"/>
                    <a:pt x="9202" y="447"/>
                    <a:pt x="9168" y="580"/>
                  </a:cubicBezTo>
                  <a:cubicBezTo>
                    <a:pt x="9068" y="914"/>
                    <a:pt x="8901" y="1414"/>
                    <a:pt x="8668" y="1881"/>
                  </a:cubicBezTo>
                  <a:cubicBezTo>
                    <a:pt x="8368" y="2348"/>
                    <a:pt x="7967" y="2815"/>
                    <a:pt x="7467" y="3048"/>
                  </a:cubicBezTo>
                  <a:cubicBezTo>
                    <a:pt x="6967" y="3315"/>
                    <a:pt x="6366" y="3415"/>
                    <a:pt x="5833" y="3482"/>
                  </a:cubicBezTo>
                  <a:cubicBezTo>
                    <a:pt x="4798" y="3615"/>
                    <a:pt x="3331" y="3515"/>
                    <a:pt x="2163" y="3615"/>
                  </a:cubicBezTo>
                  <a:cubicBezTo>
                    <a:pt x="1563" y="3649"/>
                    <a:pt x="1062" y="3716"/>
                    <a:pt x="696" y="3816"/>
                  </a:cubicBezTo>
                  <a:cubicBezTo>
                    <a:pt x="329" y="3882"/>
                    <a:pt x="128" y="3982"/>
                    <a:pt x="128" y="3982"/>
                  </a:cubicBezTo>
                  <a:cubicBezTo>
                    <a:pt x="1" y="4014"/>
                    <a:pt x="56" y="4351"/>
                    <a:pt x="178" y="4351"/>
                  </a:cubicBezTo>
                  <a:cubicBezTo>
                    <a:pt x="184" y="4351"/>
                    <a:pt x="189" y="4351"/>
                    <a:pt x="195" y="4349"/>
                  </a:cubicBezTo>
                  <a:cubicBezTo>
                    <a:pt x="195" y="4349"/>
                    <a:pt x="395" y="4316"/>
                    <a:pt x="729" y="4249"/>
                  </a:cubicBezTo>
                  <a:cubicBezTo>
                    <a:pt x="1129" y="4216"/>
                    <a:pt x="1563" y="4183"/>
                    <a:pt x="2163" y="4183"/>
                  </a:cubicBezTo>
                  <a:cubicBezTo>
                    <a:pt x="2982" y="4207"/>
                    <a:pt x="3957" y="4300"/>
                    <a:pt x="4876" y="4300"/>
                  </a:cubicBezTo>
                  <a:cubicBezTo>
                    <a:pt x="5229" y="4300"/>
                    <a:pt x="5575" y="4286"/>
                    <a:pt x="5899" y="4249"/>
                  </a:cubicBezTo>
                  <a:cubicBezTo>
                    <a:pt x="6500" y="4183"/>
                    <a:pt x="7167" y="4049"/>
                    <a:pt x="7801" y="3682"/>
                  </a:cubicBezTo>
                  <a:cubicBezTo>
                    <a:pt x="8368" y="3315"/>
                    <a:pt x="8868" y="2715"/>
                    <a:pt x="9135" y="2181"/>
                  </a:cubicBezTo>
                  <a:cubicBezTo>
                    <a:pt x="9402" y="1614"/>
                    <a:pt x="9502" y="1080"/>
                    <a:pt x="9569" y="713"/>
                  </a:cubicBezTo>
                  <a:cubicBezTo>
                    <a:pt x="9635" y="547"/>
                    <a:pt x="9669" y="380"/>
                    <a:pt x="9669" y="313"/>
                  </a:cubicBezTo>
                  <a:lnTo>
                    <a:pt x="9669" y="146"/>
                  </a:lnTo>
                  <a:cubicBezTo>
                    <a:pt x="9669" y="44"/>
                    <a:pt x="9493" y="1"/>
                    <a:pt x="9381"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33" name="Google Shape;2933;p24"/>
            <p:cNvSpPr/>
            <p:nvPr/>
          </p:nvSpPr>
          <p:spPr>
            <a:xfrm>
              <a:off x="4719875" y="4004150"/>
              <a:ext cx="730050" cy="482700"/>
            </a:xfrm>
            <a:custGeom>
              <a:avLst/>
              <a:gdLst/>
              <a:ahLst/>
              <a:cxnLst/>
              <a:rect l="l" t="t" r="r" b="b"/>
              <a:pathLst>
                <a:path w="29202" h="19308" extrusionOk="0">
                  <a:moveTo>
                    <a:pt x="28734" y="0"/>
                  </a:moveTo>
                  <a:cubicBezTo>
                    <a:pt x="28734" y="0"/>
                    <a:pt x="28568" y="34"/>
                    <a:pt x="28234" y="100"/>
                  </a:cubicBezTo>
                  <a:cubicBezTo>
                    <a:pt x="28067" y="100"/>
                    <a:pt x="27834" y="167"/>
                    <a:pt x="27634" y="200"/>
                  </a:cubicBezTo>
                  <a:cubicBezTo>
                    <a:pt x="27400" y="267"/>
                    <a:pt x="27167" y="367"/>
                    <a:pt x="26900" y="467"/>
                  </a:cubicBezTo>
                  <a:cubicBezTo>
                    <a:pt x="26399" y="701"/>
                    <a:pt x="25766" y="1034"/>
                    <a:pt x="25165" y="1601"/>
                  </a:cubicBezTo>
                  <a:cubicBezTo>
                    <a:pt x="24598" y="2102"/>
                    <a:pt x="24064" y="2769"/>
                    <a:pt x="23464" y="3436"/>
                  </a:cubicBezTo>
                  <a:cubicBezTo>
                    <a:pt x="22897" y="4103"/>
                    <a:pt x="22230" y="4770"/>
                    <a:pt x="21429" y="5271"/>
                  </a:cubicBezTo>
                  <a:lnTo>
                    <a:pt x="20795" y="5638"/>
                  </a:lnTo>
                  <a:lnTo>
                    <a:pt x="20495" y="5838"/>
                  </a:lnTo>
                  <a:lnTo>
                    <a:pt x="20162" y="6004"/>
                  </a:lnTo>
                  <a:lnTo>
                    <a:pt x="19561" y="6338"/>
                  </a:lnTo>
                  <a:lnTo>
                    <a:pt x="18894" y="6605"/>
                  </a:lnTo>
                  <a:cubicBezTo>
                    <a:pt x="17993" y="6938"/>
                    <a:pt x="17059" y="7105"/>
                    <a:pt x="16092" y="7272"/>
                  </a:cubicBezTo>
                  <a:cubicBezTo>
                    <a:pt x="15592" y="7339"/>
                    <a:pt x="15125" y="7439"/>
                    <a:pt x="14658" y="7506"/>
                  </a:cubicBezTo>
                  <a:cubicBezTo>
                    <a:pt x="14224" y="7639"/>
                    <a:pt x="13757" y="7706"/>
                    <a:pt x="13323" y="7806"/>
                  </a:cubicBezTo>
                  <a:cubicBezTo>
                    <a:pt x="11622" y="8206"/>
                    <a:pt x="9721" y="8873"/>
                    <a:pt x="7919" y="9841"/>
                  </a:cubicBezTo>
                  <a:cubicBezTo>
                    <a:pt x="6118" y="10808"/>
                    <a:pt x="4450" y="12109"/>
                    <a:pt x="3283" y="13476"/>
                  </a:cubicBezTo>
                  <a:cubicBezTo>
                    <a:pt x="2082" y="14844"/>
                    <a:pt x="1281" y="16278"/>
                    <a:pt x="781" y="17279"/>
                  </a:cubicBezTo>
                  <a:cubicBezTo>
                    <a:pt x="648" y="17546"/>
                    <a:pt x="548" y="17780"/>
                    <a:pt x="447" y="17980"/>
                  </a:cubicBezTo>
                  <a:cubicBezTo>
                    <a:pt x="381" y="18180"/>
                    <a:pt x="281" y="18380"/>
                    <a:pt x="247" y="18513"/>
                  </a:cubicBezTo>
                  <a:cubicBezTo>
                    <a:pt x="147" y="18814"/>
                    <a:pt x="81" y="18980"/>
                    <a:pt x="81" y="18980"/>
                  </a:cubicBezTo>
                  <a:cubicBezTo>
                    <a:pt x="1" y="19179"/>
                    <a:pt x="76" y="19307"/>
                    <a:pt x="184" y="19307"/>
                  </a:cubicBezTo>
                  <a:cubicBezTo>
                    <a:pt x="258" y="19307"/>
                    <a:pt x="347" y="19249"/>
                    <a:pt x="414" y="19114"/>
                  </a:cubicBezTo>
                  <a:cubicBezTo>
                    <a:pt x="414" y="19114"/>
                    <a:pt x="481" y="18980"/>
                    <a:pt x="614" y="18680"/>
                  </a:cubicBezTo>
                  <a:cubicBezTo>
                    <a:pt x="714" y="18547"/>
                    <a:pt x="781" y="18380"/>
                    <a:pt x="881" y="18180"/>
                  </a:cubicBezTo>
                  <a:cubicBezTo>
                    <a:pt x="948" y="17980"/>
                    <a:pt x="1081" y="17780"/>
                    <a:pt x="1215" y="17513"/>
                  </a:cubicBezTo>
                  <a:cubicBezTo>
                    <a:pt x="1748" y="16512"/>
                    <a:pt x="2549" y="15178"/>
                    <a:pt x="3750" y="13877"/>
                  </a:cubicBezTo>
                  <a:cubicBezTo>
                    <a:pt x="4951" y="12542"/>
                    <a:pt x="6552" y="11375"/>
                    <a:pt x="8286" y="10474"/>
                  </a:cubicBezTo>
                  <a:cubicBezTo>
                    <a:pt x="10054" y="9540"/>
                    <a:pt x="11922" y="8940"/>
                    <a:pt x="13590" y="8506"/>
                  </a:cubicBezTo>
                  <a:cubicBezTo>
                    <a:pt x="13990" y="8440"/>
                    <a:pt x="14424" y="8306"/>
                    <a:pt x="14891" y="8206"/>
                  </a:cubicBezTo>
                  <a:cubicBezTo>
                    <a:pt x="15291" y="8139"/>
                    <a:pt x="15792" y="8039"/>
                    <a:pt x="16259" y="7973"/>
                  </a:cubicBezTo>
                  <a:cubicBezTo>
                    <a:pt x="17226" y="7806"/>
                    <a:pt x="18227" y="7606"/>
                    <a:pt x="19161" y="7205"/>
                  </a:cubicBezTo>
                  <a:lnTo>
                    <a:pt x="19895" y="6938"/>
                  </a:lnTo>
                  <a:lnTo>
                    <a:pt x="20562" y="6538"/>
                  </a:lnTo>
                  <a:lnTo>
                    <a:pt x="20895" y="6405"/>
                  </a:lnTo>
                  <a:lnTo>
                    <a:pt x="21229" y="6171"/>
                  </a:lnTo>
                  <a:cubicBezTo>
                    <a:pt x="21429" y="6038"/>
                    <a:pt x="21629" y="5904"/>
                    <a:pt x="21829" y="5771"/>
                  </a:cubicBezTo>
                  <a:cubicBezTo>
                    <a:pt x="22663" y="5204"/>
                    <a:pt x="23397" y="4503"/>
                    <a:pt x="23964" y="3803"/>
                  </a:cubicBezTo>
                  <a:cubicBezTo>
                    <a:pt x="24565" y="3136"/>
                    <a:pt x="25065" y="2469"/>
                    <a:pt x="25599" y="1968"/>
                  </a:cubicBezTo>
                  <a:cubicBezTo>
                    <a:pt x="26132" y="1468"/>
                    <a:pt x="26700" y="1134"/>
                    <a:pt x="27167" y="901"/>
                  </a:cubicBezTo>
                  <a:cubicBezTo>
                    <a:pt x="27433" y="801"/>
                    <a:pt x="27634" y="667"/>
                    <a:pt x="27867" y="634"/>
                  </a:cubicBezTo>
                  <a:cubicBezTo>
                    <a:pt x="28067" y="567"/>
                    <a:pt x="28267" y="501"/>
                    <a:pt x="28401" y="467"/>
                  </a:cubicBezTo>
                  <a:cubicBezTo>
                    <a:pt x="28701" y="434"/>
                    <a:pt x="28868" y="400"/>
                    <a:pt x="28868" y="400"/>
                  </a:cubicBezTo>
                  <a:cubicBezTo>
                    <a:pt x="29201" y="300"/>
                    <a:pt x="29135" y="0"/>
                    <a:pt x="28734"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34" name="Google Shape;2934;p24"/>
            <p:cNvSpPr/>
            <p:nvPr/>
          </p:nvSpPr>
          <p:spPr>
            <a:xfrm>
              <a:off x="4549575" y="5150750"/>
              <a:ext cx="621825" cy="295275"/>
            </a:xfrm>
            <a:custGeom>
              <a:avLst/>
              <a:gdLst/>
              <a:ahLst/>
              <a:cxnLst/>
              <a:rect l="l" t="t" r="r" b="b"/>
              <a:pathLst>
                <a:path w="24873" h="11811" extrusionOk="0">
                  <a:moveTo>
                    <a:pt x="314" y="0"/>
                  </a:moveTo>
                  <a:cubicBezTo>
                    <a:pt x="49" y="0"/>
                    <a:pt x="0" y="307"/>
                    <a:pt x="254" y="403"/>
                  </a:cubicBezTo>
                  <a:cubicBezTo>
                    <a:pt x="254" y="403"/>
                    <a:pt x="388" y="436"/>
                    <a:pt x="621" y="469"/>
                  </a:cubicBezTo>
                  <a:cubicBezTo>
                    <a:pt x="888" y="503"/>
                    <a:pt x="1255" y="569"/>
                    <a:pt x="1722" y="636"/>
                  </a:cubicBezTo>
                  <a:cubicBezTo>
                    <a:pt x="2656" y="770"/>
                    <a:pt x="3924" y="803"/>
                    <a:pt x="5391" y="803"/>
                  </a:cubicBezTo>
                  <a:cubicBezTo>
                    <a:pt x="6859" y="836"/>
                    <a:pt x="8494" y="836"/>
                    <a:pt x="10061" y="1036"/>
                  </a:cubicBezTo>
                  <a:cubicBezTo>
                    <a:pt x="11663" y="1270"/>
                    <a:pt x="13130" y="1837"/>
                    <a:pt x="14231" y="2638"/>
                  </a:cubicBezTo>
                  <a:cubicBezTo>
                    <a:pt x="15365" y="3438"/>
                    <a:pt x="16333" y="4672"/>
                    <a:pt x="17100" y="6107"/>
                  </a:cubicBezTo>
                  <a:cubicBezTo>
                    <a:pt x="17934" y="7474"/>
                    <a:pt x="18701" y="8975"/>
                    <a:pt x="19735" y="10110"/>
                  </a:cubicBezTo>
                  <a:cubicBezTo>
                    <a:pt x="20235" y="10643"/>
                    <a:pt x="20869" y="11110"/>
                    <a:pt x="21436" y="11344"/>
                  </a:cubicBezTo>
                  <a:cubicBezTo>
                    <a:pt x="22037" y="11611"/>
                    <a:pt x="22604" y="11744"/>
                    <a:pt x="23071" y="11777"/>
                  </a:cubicBezTo>
                  <a:cubicBezTo>
                    <a:pt x="23271" y="11811"/>
                    <a:pt x="23538" y="11811"/>
                    <a:pt x="23705" y="11811"/>
                  </a:cubicBezTo>
                  <a:lnTo>
                    <a:pt x="24172" y="11811"/>
                  </a:lnTo>
                  <a:cubicBezTo>
                    <a:pt x="24438" y="11777"/>
                    <a:pt x="24572" y="11777"/>
                    <a:pt x="24572" y="11777"/>
                  </a:cubicBezTo>
                  <a:cubicBezTo>
                    <a:pt x="24872" y="11744"/>
                    <a:pt x="24839" y="11411"/>
                    <a:pt x="24572" y="11411"/>
                  </a:cubicBezTo>
                  <a:cubicBezTo>
                    <a:pt x="24572" y="11411"/>
                    <a:pt x="24438" y="11444"/>
                    <a:pt x="24205" y="11444"/>
                  </a:cubicBezTo>
                  <a:lnTo>
                    <a:pt x="23738" y="11444"/>
                  </a:lnTo>
                  <a:cubicBezTo>
                    <a:pt x="23571" y="11444"/>
                    <a:pt x="23371" y="11444"/>
                    <a:pt x="23137" y="11411"/>
                  </a:cubicBezTo>
                  <a:cubicBezTo>
                    <a:pt x="22704" y="11310"/>
                    <a:pt x="22203" y="11177"/>
                    <a:pt x="21636" y="10944"/>
                  </a:cubicBezTo>
                  <a:cubicBezTo>
                    <a:pt x="21136" y="10643"/>
                    <a:pt x="20602" y="10276"/>
                    <a:pt x="20135" y="9743"/>
                  </a:cubicBezTo>
                  <a:cubicBezTo>
                    <a:pt x="19201" y="8675"/>
                    <a:pt x="18467" y="7174"/>
                    <a:pt x="17700" y="5773"/>
                  </a:cubicBezTo>
                  <a:cubicBezTo>
                    <a:pt x="16933" y="4339"/>
                    <a:pt x="15932" y="2938"/>
                    <a:pt x="14698" y="2070"/>
                  </a:cubicBezTo>
                  <a:cubicBezTo>
                    <a:pt x="13464" y="1170"/>
                    <a:pt x="11863" y="603"/>
                    <a:pt x="10195" y="403"/>
                  </a:cubicBezTo>
                  <a:cubicBezTo>
                    <a:pt x="9247" y="270"/>
                    <a:pt x="8299" y="234"/>
                    <a:pt x="7388" y="234"/>
                  </a:cubicBezTo>
                  <a:cubicBezTo>
                    <a:pt x="6696" y="234"/>
                    <a:pt x="6025" y="255"/>
                    <a:pt x="5391" y="269"/>
                  </a:cubicBezTo>
                  <a:cubicBezTo>
                    <a:pt x="4784" y="283"/>
                    <a:pt x="4216" y="291"/>
                    <a:pt x="3693" y="291"/>
                  </a:cubicBezTo>
                  <a:cubicBezTo>
                    <a:pt x="2953" y="291"/>
                    <a:pt x="2303" y="275"/>
                    <a:pt x="1756" y="236"/>
                  </a:cubicBezTo>
                  <a:cubicBezTo>
                    <a:pt x="1355" y="169"/>
                    <a:pt x="955" y="136"/>
                    <a:pt x="721" y="102"/>
                  </a:cubicBezTo>
                  <a:cubicBezTo>
                    <a:pt x="455" y="69"/>
                    <a:pt x="355" y="2"/>
                    <a:pt x="355" y="2"/>
                  </a:cubicBezTo>
                  <a:cubicBezTo>
                    <a:pt x="340" y="1"/>
                    <a:pt x="327" y="0"/>
                    <a:pt x="314"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35" name="Google Shape;2935;p24"/>
            <p:cNvSpPr/>
            <p:nvPr/>
          </p:nvSpPr>
          <p:spPr>
            <a:xfrm>
              <a:off x="6048075" y="3873150"/>
              <a:ext cx="430975" cy="143800"/>
            </a:xfrm>
            <a:custGeom>
              <a:avLst/>
              <a:gdLst/>
              <a:ahLst/>
              <a:cxnLst/>
              <a:rect l="l" t="t" r="r" b="b"/>
              <a:pathLst>
                <a:path w="17239" h="5752" extrusionOk="0">
                  <a:moveTo>
                    <a:pt x="262" y="0"/>
                  </a:moveTo>
                  <a:cubicBezTo>
                    <a:pt x="109" y="0"/>
                    <a:pt x="0" y="242"/>
                    <a:pt x="157" y="337"/>
                  </a:cubicBezTo>
                  <a:cubicBezTo>
                    <a:pt x="157" y="337"/>
                    <a:pt x="491" y="403"/>
                    <a:pt x="1025" y="637"/>
                  </a:cubicBezTo>
                  <a:cubicBezTo>
                    <a:pt x="1558" y="804"/>
                    <a:pt x="2359" y="1004"/>
                    <a:pt x="3293" y="1171"/>
                  </a:cubicBezTo>
                  <a:cubicBezTo>
                    <a:pt x="5127" y="1471"/>
                    <a:pt x="7362" y="1571"/>
                    <a:pt x="9130" y="1804"/>
                  </a:cubicBezTo>
                  <a:cubicBezTo>
                    <a:pt x="9597" y="1871"/>
                    <a:pt x="10031" y="1871"/>
                    <a:pt x="10498" y="2005"/>
                  </a:cubicBezTo>
                  <a:cubicBezTo>
                    <a:pt x="10731" y="2071"/>
                    <a:pt x="10965" y="2105"/>
                    <a:pt x="11198" y="2171"/>
                  </a:cubicBezTo>
                  <a:cubicBezTo>
                    <a:pt x="11465" y="2238"/>
                    <a:pt x="11665" y="2305"/>
                    <a:pt x="11932" y="2371"/>
                  </a:cubicBezTo>
                  <a:cubicBezTo>
                    <a:pt x="12166" y="2405"/>
                    <a:pt x="12366" y="2538"/>
                    <a:pt x="12633" y="2638"/>
                  </a:cubicBezTo>
                  <a:cubicBezTo>
                    <a:pt x="12833" y="2738"/>
                    <a:pt x="13100" y="2805"/>
                    <a:pt x="13300" y="2905"/>
                  </a:cubicBezTo>
                  <a:cubicBezTo>
                    <a:pt x="13700" y="3172"/>
                    <a:pt x="14167" y="3372"/>
                    <a:pt x="14501" y="3639"/>
                  </a:cubicBezTo>
                  <a:cubicBezTo>
                    <a:pt x="14701" y="3739"/>
                    <a:pt x="14868" y="3873"/>
                    <a:pt x="15035" y="4006"/>
                  </a:cubicBezTo>
                  <a:cubicBezTo>
                    <a:pt x="15201" y="4106"/>
                    <a:pt x="15368" y="4239"/>
                    <a:pt x="15502" y="4373"/>
                  </a:cubicBezTo>
                  <a:cubicBezTo>
                    <a:pt x="15735" y="4606"/>
                    <a:pt x="16035" y="4840"/>
                    <a:pt x="16202" y="5040"/>
                  </a:cubicBezTo>
                  <a:cubicBezTo>
                    <a:pt x="16636" y="5440"/>
                    <a:pt x="16836" y="5707"/>
                    <a:pt x="16836" y="5707"/>
                  </a:cubicBezTo>
                  <a:cubicBezTo>
                    <a:pt x="16875" y="5738"/>
                    <a:pt x="16919" y="5751"/>
                    <a:pt x="16962" y="5751"/>
                  </a:cubicBezTo>
                  <a:cubicBezTo>
                    <a:pt x="17105" y="5751"/>
                    <a:pt x="17238" y="5609"/>
                    <a:pt x="17136" y="5507"/>
                  </a:cubicBezTo>
                  <a:cubicBezTo>
                    <a:pt x="17136" y="5507"/>
                    <a:pt x="16936" y="5240"/>
                    <a:pt x="16536" y="4807"/>
                  </a:cubicBezTo>
                  <a:cubicBezTo>
                    <a:pt x="16369" y="4540"/>
                    <a:pt x="16135" y="4340"/>
                    <a:pt x="15835" y="4039"/>
                  </a:cubicBezTo>
                  <a:cubicBezTo>
                    <a:pt x="15668" y="3906"/>
                    <a:pt x="15535" y="3739"/>
                    <a:pt x="15368" y="3639"/>
                  </a:cubicBezTo>
                  <a:cubicBezTo>
                    <a:pt x="15201" y="3506"/>
                    <a:pt x="15001" y="3339"/>
                    <a:pt x="14834" y="3205"/>
                  </a:cubicBezTo>
                  <a:cubicBezTo>
                    <a:pt x="14467" y="2905"/>
                    <a:pt x="14034" y="2672"/>
                    <a:pt x="13600" y="2405"/>
                  </a:cubicBezTo>
                  <a:cubicBezTo>
                    <a:pt x="13367" y="2305"/>
                    <a:pt x="13133" y="2205"/>
                    <a:pt x="12866" y="2071"/>
                  </a:cubicBezTo>
                  <a:cubicBezTo>
                    <a:pt x="12633" y="1971"/>
                    <a:pt x="12366" y="1871"/>
                    <a:pt x="12132" y="1804"/>
                  </a:cubicBezTo>
                  <a:lnTo>
                    <a:pt x="11365" y="1538"/>
                  </a:lnTo>
                  <a:cubicBezTo>
                    <a:pt x="11132" y="1471"/>
                    <a:pt x="10865" y="1404"/>
                    <a:pt x="10631" y="1371"/>
                  </a:cubicBezTo>
                  <a:cubicBezTo>
                    <a:pt x="10131" y="1237"/>
                    <a:pt x="9664" y="1204"/>
                    <a:pt x="9197" y="1137"/>
                  </a:cubicBezTo>
                  <a:cubicBezTo>
                    <a:pt x="7429" y="904"/>
                    <a:pt x="5161" y="904"/>
                    <a:pt x="3360" y="670"/>
                  </a:cubicBezTo>
                  <a:cubicBezTo>
                    <a:pt x="2492" y="537"/>
                    <a:pt x="1692" y="370"/>
                    <a:pt x="1158" y="237"/>
                  </a:cubicBezTo>
                  <a:cubicBezTo>
                    <a:pt x="624" y="70"/>
                    <a:pt x="291" y="3"/>
                    <a:pt x="291" y="3"/>
                  </a:cubicBezTo>
                  <a:cubicBezTo>
                    <a:pt x="281" y="1"/>
                    <a:pt x="271" y="0"/>
                    <a:pt x="262"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2936" name="Google Shape;2936;p24"/>
          <p:cNvGrpSpPr/>
          <p:nvPr/>
        </p:nvGrpSpPr>
        <p:grpSpPr>
          <a:xfrm>
            <a:off x="-7" y="1796655"/>
            <a:ext cx="1533124" cy="1776730"/>
            <a:chOff x="165906" y="3112758"/>
            <a:chExt cx="1752542" cy="2031013"/>
          </a:xfrm>
        </p:grpSpPr>
        <p:sp>
          <p:nvSpPr>
            <p:cNvPr id="2937" name="Google Shape;2937;p24"/>
            <p:cNvSpPr/>
            <p:nvPr/>
          </p:nvSpPr>
          <p:spPr>
            <a:xfrm>
              <a:off x="615001" y="3378873"/>
              <a:ext cx="27662" cy="156324"/>
            </a:xfrm>
            <a:custGeom>
              <a:avLst/>
              <a:gdLst/>
              <a:ahLst/>
              <a:cxnLst/>
              <a:rect l="l" t="t" r="r" b="b"/>
              <a:pathLst>
                <a:path w="1144" h="6465" extrusionOk="0">
                  <a:moveTo>
                    <a:pt x="578" y="0"/>
                  </a:moveTo>
                  <a:cubicBezTo>
                    <a:pt x="539" y="0"/>
                    <a:pt x="509" y="11"/>
                    <a:pt x="500" y="37"/>
                  </a:cubicBezTo>
                  <a:cubicBezTo>
                    <a:pt x="500" y="37"/>
                    <a:pt x="434" y="171"/>
                    <a:pt x="400" y="371"/>
                  </a:cubicBezTo>
                  <a:cubicBezTo>
                    <a:pt x="334" y="571"/>
                    <a:pt x="234" y="838"/>
                    <a:pt x="200" y="1171"/>
                  </a:cubicBezTo>
                  <a:cubicBezTo>
                    <a:pt x="33" y="1838"/>
                    <a:pt x="0" y="2672"/>
                    <a:pt x="33" y="3273"/>
                  </a:cubicBezTo>
                  <a:cubicBezTo>
                    <a:pt x="67" y="3940"/>
                    <a:pt x="200" y="4740"/>
                    <a:pt x="400" y="5374"/>
                  </a:cubicBezTo>
                  <a:cubicBezTo>
                    <a:pt x="500" y="5708"/>
                    <a:pt x="567" y="5941"/>
                    <a:pt x="667" y="6175"/>
                  </a:cubicBezTo>
                  <a:cubicBezTo>
                    <a:pt x="734" y="6342"/>
                    <a:pt x="767" y="6442"/>
                    <a:pt x="767" y="6442"/>
                  </a:cubicBezTo>
                  <a:cubicBezTo>
                    <a:pt x="783" y="6458"/>
                    <a:pt x="815" y="6464"/>
                    <a:pt x="852" y="6464"/>
                  </a:cubicBezTo>
                  <a:cubicBezTo>
                    <a:pt x="969" y="6464"/>
                    <a:pt x="1143" y="6400"/>
                    <a:pt x="1067" y="6375"/>
                  </a:cubicBezTo>
                  <a:cubicBezTo>
                    <a:pt x="1067" y="6375"/>
                    <a:pt x="1067" y="6242"/>
                    <a:pt x="1034" y="6041"/>
                  </a:cubicBezTo>
                  <a:cubicBezTo>
                    <a:pt x="1001" y="5841"/>
                    <a:pt x="934" y="5574"/>
                    <a:pt x="901" y="5241"/>
                  </a:cubicBezTo>
                  <a:cubicBezTo>
                    <a:pt x="834" y="4607"/>
                    <a:pt x="767" y="3840"/>
                    <a:pt x="734" y="3239"/>
                  </a:cubicBezTo>
                  <a:cubicBezTo>
                    <a:pt x="734" y="2672"/>
                    <a:pt x="701" y="1872"/>
                    <a:pt x="734" y="1238"/>
                  </a:cubicBezTo>
                  <a:cubicBezTo>
                    <a:pt x="734" y="904"/>
                    <a:pt x="767" y="671"/>
                    <a:pt x="834" y="437"/>
                  </a:cubicBezTo>
                  <a:cubicBezTo>
                    <a:pt x="867" y="237"/>
                    <a:pt x="867" y="104"/>
                    <a:pt x="867" y="104"/>
                  </a:cubicBezTo>
                  <a:cubicBezTo>
                    <a:pt x="867" y="79"/>
                    <a:pt x="687" y="0"/>
                    <a:pt x="578"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38" name="Google Shape;2938;p24"/>
            <p:cNvSpPr/>
            <p:nvPr/>
          </p:nvSpPr>
          <p:spPr>
            <a:xfrm>
              <a:off x="683551" y="3621181"/>
              <a:ext cx="66156" cy="105425"/>
            </a:xfrm>
            <a:custGeom>
              <a:avLst/>
              <a:gdLst/>
              <a:ahLst/>
              <a:cxnLst/>
              <a:rect l="l" t="t" r="r" b="b"/>
              <a:pathLst>
                <a:path w="2736" h="4360" extrusionOk="0">
                  <a:moveTo>
                    <a:pt x="300" y="1"/>
                  </a:moveTo>
                  <a:cubicBezTo>
                    <a:pt x="193" y="1"/>
                    <a:pt x="0" y="65"/>
                    <a:pt x="0" y="90"/>
                  </a:cubicBezTo>
                  <a:cubicBezTo>
                    <a:pt x="0" y="90"/>
                    <a:pt x="34" y="190"/>
                    <a:pt x="34" y="357"/>
                  </a:cubicBezTo>
                  <a:cubicBezTo>
                    <a:pt x="34" y="524"/>
                    <a:pt x="67" y="724"/>
                    <a:pt x="100" y="991"/>
                  </a:cubicBezTo>
                  <a:cubicBezTo>
                    <a:pt x="201" y="1524"/>
                    <a:pt x="401" y="2091"/>
                    <a:pt x="668" y="2558"/>
                  </a:cubicBezTo>
                  <a:cubicBezTo>
                    <a:pt x="901" y="3025"/>
                    <a:pt x="1335" y="3526"/>
                    <a:pt x="1735" y="3859"/>
                  </a:cubicBezTo>
                  <a:cubicBezTo>
                    <a:pt x="1868" y="3926"/>
                    <a:pt x="1935" y="4026"/>
                    <a:pt x="2035" y="4059"/>
                  </a:cubicBezTo>
                  <a:cubicBezTo>
                    <a:pt x="2102" y="4160"/>
                    <a:pt x="2202" y="4193"/>
                    <a:pt x="2269" y="4226"/>
                  </a:cubicBezTo>
                  <a:cubicBezTo>
                    <a:pt x="2402" y="4326"/>
                    <a:pt x="2502" y="4360"/>
                    <a:pt x="2502" y="4360"/>
                  </a:cubicBezTo>
                  <a:cubicBezTo>
                    <a:pt x="2536" y="4360"/>
                    <a:pt x="2702" y="4059"/>
                    <a:pt x="2736" y="4059"/>
                  </a:cubicBezTo>
                  <a:cubicBezTo>
                    <a:pt x="2736" y="4059"/>
                    <a:pt x="2702" y="3959"/>
                    <a:pt x="2569" y="3893"/>
                  </a:cubicBezTo>
                  <a:cubicBezTo>
                    <a:pt x="2502" y="3859"/>
                    <a:pt x="2435" y="3826"/>
                    <a:pt x="2369" y="3726"/>
                  </a:cubicBezTo>
                  <a:cubicBezTo>
                    <a:pt x="2335" y="3626"/>
                    <a:pt x="2235" y="3559"/>
                    <a:pt x="2169" y="3492"/>
                  </a:cubicBezTo>
                  <a:cubicBezTo>
                    <a:pt x="1835" y="3125"/>
                    <a:pt x="1568" y="2592"/>
                    <a:pt x="1335" y="2225"/>
                  </a:cubicBezTo>
                  <a:cubicBezTo>
                    <a:pt x="1101" y="1825"/>
                    <a:pt x="834" y="1324"/>
                    <a:pt x="668" y="857"/>
                  </a:cubicBezTo>
                  <a:cubicBezTo>
                    <a:pt x="567" y="590"/>
                    <a:pt x="501" y="390"/>
                    <a:pt x="434" y="257"/>
                  </a:cubicBezTo>
                  <a:cubicBezTo>
                    <a:pt x="401" y="90"/>
                    <a:pt x="367" y="23"/>
                    <a:pt x="367" y="23"/>
                  </a:cubicBezTo>
                  <a:cubicBezTo>
                    <a:pt x="359" y="7"/>
                    <a:pt x="334" y="1"/>
                    <a:pt x="300"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39" name="Google Shape;2939;p24"/>
            <p:cNvSpPr/>
            <p:nvPr/>
          </p:nvSpPr>
          <p:spPr>
            <a:xfrm>
              <a:off x="805419" y="3779753"/>
              <a:ext cx="165294" cy="100178"/>
            </a:xfrm>
            <a:custGeom>
              <a:avLst/>
              <a:gdLst/>
              <a:ahLst/>
              <a:cxnLst/>
              <a:rect l="l" t="t" r="r" b="b"/>
              <a:pathLst>
                <a:path w="6836" h="4143" extrusionOk="0">
                  <a:moveTo>
                    <a:pt x="188" y="1"/>
                  </a:moveTo>
                  <a:cubicBezTo>
                    <a:pt x="119" y="1"/>
                    <a:pt x="0" y="305"/>
                    <a:pt x="64" y="337"/>
                  </a:cubicBezTo>
                  <a:cubicBezTo>
                    <a:pt x="64" y="337"/>
                    <a:pt x="631" y="570"/>
                    <a:pt x="1298" y="904"/>
                  </a:cubicBezTo>
                  <a:cubicBezTo>
                    <a:pt x="1465" y="1004"/>
                    <a:pt x="1665" y="1104"/>
                    <a:pt x="1832" y="1171"/>
                  </a:cubicBezTo>
                  <a:cubicBezTo>
                    <a:pt x="1999" y="1304"/>
                    <a:pt x="2199" y="1371"/>
                    <a:pt x="2366" y="1504"/>
                  </a:cubicBezTo>
                  <a:cubicBezTo>
                    <a:pt x="2699" y="1704"/>
                    <a:pt x="3066" y="1938"/>
                    <a:pt x="3400" y="2071"/>
                  </a:cubicBezTo>
                  <a:cubicBezTo>
                    <a:pt x="3733" y="2238"/>
                    <a:pt x="4067" y="2505"/>
                    <a:pt x="4467" y="2705"/>
                  </a:cubicBezTo>
                  <a:cubicBezTo>
                    <a:pt x="4634" y="2839"/>
                    <a:pt x="4834" y="2905"/>
                    <a:pt x="5001" y="3039"/>
                  </a:cubicBezTo>
                  <a:cubicBezTo>
                    <a:pt x="5168" y="3139"/>
                    <a:pt x="5334" y="3239"/>
                    <a:pt x="5501" y="3372"/>
                  </a:cubicBezTo>
                  <a:cubicBezTo>
                    <a:pt x="6135" y="3806"/>
                    <a:pt x="6569" y="4140"/>
                    <a:pt x="6569" y="4140"/>
                  </a:cubicBezTo>
                  <a:cubicBezTo>
                    <a:pt x="6573" y="4142"/>
                    <a:pt x="6578" y="4143"/>
                    <a:pt x="6584" y="4143"/>
                  </a:cubicBezTo>
                  <a:cubicBezTo>
                    <a:pt x="6661" y="4143"/>
                    <a:pt x="6836" y="3935"/>
                    <a:pt x="6836" y="3873"/>
                  </a:cubicBezTo>
                  <a:cubicBezTo>
                    <a:pt x="6836" y="3873"/>
                    <a:pt x="6402" y="3472"/>
                    <a:pt x="5835" y="2972"/>
                  </a:cubicBezTo>
                  <a:cubicBezTo>
                    <a:pt x="5701" y="2839"/>
                    <a:pt x="5535" y="2672"/>
                    <a:pt x="5368" y="2538"/>
                  </a:cubicBezTo>
                  <a:cubicBezTo>
                    <a:pt x="5168" y="2405"/>
                    <a:pt x="5001" y="2305"/>
                    <a:pt x="4834" y="2171"/>
                  </a:cubicBezTo>
                  <a:cubicBezTo>
                    <a:pt x="4467" y="1938"/>
                    <a:pt x="4134" y="1671"/>
                    <a:pt x="3800" y="1471"/>
                  </a:cubicBezTo>
                  <a:cubicBezTo>
                    <a:pt x="3466" y="1304"/>
                    <a:pt x="3033" y="1137"/>
                    <a:pt x="2666" y="904"/>
                  </a:cubicBezTo>
                  <a:cubicBezTo>
                    <a:pt x="2466" y="804"/>
                    <a:pt x="2299" y="704"/>
                    <a:pt x="2065" y="637"/>
                  </a:cubicBezTo>
                  <a:cubicBezTo>
                    <a:pt x="1865" y="537"/>
                    <a:pt x="1665" y="504"/>
                    <a:pt x="1498" y="404"/>
                  </a:cubicBezTo>
                  <a:cubicBezTo>
                    <a:pt x="731" y="170"/>
                    <a:pt x="197" y="3"/>
                    <a:pt x="197" y="3"/>
                  </a:cubicBezTo>
                  <a:cubicBezTo>
                    <a:pt x="194" y="2"/>
                    <a:pt x="191" y="1"/>
                    <a:pt x="188"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40" name="Google Shape;2940;p24"/>
            <p:cNvSpPr/>
            <p:nvPr/>
          </p:nvSpPr>
          <p:spPr>
            <a:xfrm>
              <a:off x="1046542" y="3961248"/>
              <a:ext cx="87096" cy="131394"/>
            </a:xfrm>
            <a:custGeom>
              <a:avLst/>
              <a:gdLst/>
              <a:ahLst/>
              <a:cxnLst/>
              <a:rect l="l" t="t" r="r" b="b"/>
              <a:pathLst>
                <a:path w="3602" h="5434" extrusionOk="0">
                  <a:moveTo>
                    <a:pt x="226" y="0"/>
                  </a:moveTo>
                  <a:cubicBezTo>
                    <a:pt x="179" y="0"/>
                    <a:pt x="1" y="271"/>
                    <a:pt x="32" y="303"/>
                  </a:cubicBezTo>
                  <a:cubicBezTo>
                    <a:pt x="32" y="303"/>
                    <a:pt x="166" y="370"/>
                    <a:pt x="266" y="503"/>
                  </a:cubicBezTo>
                  <a:cubicBezTo>
                    <a:pt x="433" y="636"/>
                    <a:pt x="666" y="803"/>
                    <a:pt x="866" y="1037"/>
                  </a:cubicBezTo>
                  <a:cubicBezTo>
                    <a:pt x="1267" y="1504"/>
                    <a:pt x="1734" y="2104"/>
                    <a:pt x="2067" y="2604"/>
                  </a:cubicBezTo>
                  <a:cubicBezTo>
                    <a:pt x="2367" y="3105"/>
                    <a:pt x="2768" y="3772"/>
                    <a:pt x="2935" y="4339"/>
                  </a:cubicBezTo>
                  <a:cubicBezTo>
                    <a:pt x="3035" y="4639"/>
                    <a:pt x="3101" y="4873"/>
                    <a:pt x="3168" y="5106"/>
                  </a:cubicBezTo>
                  <a:cubicBezTo>
                    <a:pt x="3201" y="5273"/>
                    <a:pt x="3235" y="5373"/>
                    <a:pt x="3235" y="5373"/>
                  </a:cubicBezTo>
                  <a:cubicBezTo>
                    <a:pt x="3249" y="5415"/>
                    <a:pt x="3309" y="5434"/>
                    <a:pt x="3378" y="5434"/>
                  </a:cubicBezTo>
                  <a:cubicBezTo>
                    <a:pt x="3473" y="5434"/>
                    <a:pt x="3582" y="5398"/>
                    <a:pt x="3602" y="5340"/>
                  </a:cubicBezTo>
                  <a:cubicBezTo>
                    <a:pt x="3602" y="5340"/>
                    <a:pt x="3568" y="5206"/>
                    <a:pt x="3568" y="5006"/>
                  </a:cubicBezTo>
                  <a:cubicBezTo>
                    <a:pt x="3568" y="4806"/>
                    <a:pt x="3535" y="4506"/>
                    <a:pt x="3435" y="4172"/>
                  </a:cubicBezTo>
                  <a:cubicBezTo>
                    <a:pt x="3368" y="3505"/>
                    <a:pt x="3001" y="2705"/>
                    <a:pt x="2668" y="2171"/>
                  </a:cubicBezTo>
                  <a:cubicBezTo>
                    <a:pt x="2267" y="1637"/>
                    <a:pt x="1734" y="1003"/>
                    <a:pt x="1200" y="636"/>
                  </a:cubicBezTo>
                  <a:cubicBezTo>
                    <a:pt x="933" y="436"/>
                    <a:pt x="700" y="303"/>
                    <a:pt x="533" y="169"/>
                  </a:cubicBezTo>
                  <a:cubicBezTo>
                    <a:pt x="333" y="103"/>
                    <a:pt x="233" y="3"/>
                    <a:pt x="233" y="3"/>
                  </a:cubicBezTo>
                  <a:cubicBezTo>
                    <a:pt x="231" y="1"/>
                    <a:pt x="229" y="0"/>
                    <a:pt x="226"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41" name="Google Shape;2941;p24"/>
            <p:cNvSpPr/>
            <p:nvPr/>
          </p:nvSpPr>
          <p:spPr>
            <a:xfrm>
              <a:off x="1100560" y="4368004"/>
              <a:ext cx="68574" cy="104699"/>
            </a:xfrm>
            <a:custGeom>
              <a:avLst/>
              <a:gdLst/>
              <a:ahLst/>
              <a:cxnLst/>
              <a:rect l="l" t="t" r="r" b="b"/>
              <a:pathLst>
                <a:path w="2836" h="4330" extrusionOk="0">
                  <a:moveTo>
                    <a:pt x="2619" y="1"/>
                  </a:moveTo>
                  <a:cubicBezTo>
                    <a:pt x="2527" y="1"/>
                    <a:pt x="2435" y="9"/>
                    <a:pt x="2435" y="26"/>
                  </a:cubicBezTo>
                  <a:cubicBezTo>
                    <a:pt x="2435" y="26"/>
                    <a:pt x="2435" y="126"/>
                    <a:pt x="2368" y="293"/>
                  </a:cubicBezTo>
                  <a:cubicBezTo>
                    <a:pt x="2335" y="393"/>
                    <a:pt x="2335" y="626"/>
                    <a:pt x="2268" y="860"/>
                  </a:cubicBezTo>
                  <a:cubicBezTo>
                    <a:pt x="2135" y="1360"/>
                    <a:pt x="1868" y="1894"/>
                    <a:pt x="1668" y="2294"/>
                  </a:cubicBezTo>
                  <a:cubicBezTo>
                    <a:pt x="1434" y="2661"/>
                    <a:pt x="1101" y="3162"/>
                    <a:pt x="701" y="3462"/>
                  </a:cubicBezTo>
                  <a:cubicBezTo>
                    <a:pt x="534" y="3629"/>
                    <a:pt x="367" y="3729"/>
                    <a:pt x="267" y="3829"/>
                  </a:cubicBezTo>
                  <a:cubicBezTo>
                    <a:pt x="133" y="3929"/>
                    <a:pt x="33" y="3996"/>
                    <a:pt x="33" y="3996"/>
                  </a:cubicBezTo>
                  <a:cubicBezTo>
                    <a:pt x="0" y="4029"/>
                    <a:pt x="133" y="4329"/>
                    <a:pt x="200" y="4329"/>
                  </a:cubicBezTo>
                  <a:lnTo>
                    <a:pt x="467" y="4196"/>
                  </a:lnTo>
                  <a:cubicBezTo>
                    <a:pt x="600" y="4129"/>
                    <a:pt x="834" y="4029"/>
                    <a:pt x="1034" y="3862"/>
                  </a:cubicBezTo>
                  <a:cubicBezTo>
                    <a:pt x="1534" y="3562"/>
                    <a:pt x="2001" y="3062"/>
                    <a:pt x="2302" y="2628"/>
                  </a:cubicBezTo>
                  <a:cubicBezTo>
                    <a:pt x="2602" y="2161"/>
                    <a:pt x="2802" y="1494"/>
                    <a:pt x="2802" y="960"/>
                  </a:cubicBezTo>
                  <a:cubicBezTo>
                    <a:pt x="2835" y="693"/>
                    <a:pt x="2802" y="460"/>
                    <a:pt x="2802" y="293"/>
                  </a:cubicBezTo>
                  <a:lnTo>
                    <a:pt x="2802" y="26"/>
                  </a:lnTo>
                  <a:cubicBezTo>
                    <a:pt x="2802" y="9"/>
                    <a:pt x="2710" y="1"/>
                    <a:pt x="2619"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42" name="Google Shape;2942;p24"/>
            <p:cNvSpPr/>
            <p:nvPr/>
          </p:nvSpPr>
          <p:spPr>
            <a:xfrm>
              <a:off x="946533" y="4492749"/>
              <a:ext cx="100758" cy="65504"/>
            </a:xfrm>
            <a:custGeom>
              <a:avLst/>
              <a:gdLst/>
              <a:ahLst/>
              <a:cxnLst/>
              <a:rect l="l" t="t" r="r" b="b"/>
              <a:pathLst>
                <a:path w="4167" h="2709" extrusionOk="0">
                  <a:moveTo>
                    <a:pt x="3878" y="1"/>
                  </a:moveTo>
                  <a:cubicBezTo>
                    <a:pt x="3874" y="1"/>
                    <a:pt x="3870" y="2"/>
                    <a:pt x="3868" y="4"/>
                  </a:cubicBezTo>
                  <a:cubicBezTo>
                    <a:pt x="3868" y="4"/>
                    <a:pt x="3568" y="204"/>
                    <a:pt x="3201" y="471"/>
                  </a:cubicBezTo>
                  <a:cubicBezTo>
                    <a:pt x="3134" y="538"/>
                    <a:pt x="3001" y="571"/>
                    <a:pt x="2901" y="671"/>
                  </a:cubicBezTo>
                  <a:cubicBezTo>
                    <a:pt x="2801" y="738"/>
                    <a:pt x="2701" y="805"/>
                    <a:pt x="2567" y="871"/>
                  </a:cubicBezTo>
                  <a:cubicBezTo>
                    <a:pt x="2367" y="1005"/>
                    <a:pt x="2167" y="1138"/>
                    <a:pt x="2000" y="1238"/>
                  </a:cubicBezTo>
                  <a:lnTo>
                    <a:pt x="1366" y="1639"/>
                  </a:lnTo>
                  <a:lnTo>
                    <a:pt x="733" y="2005"/>
                  </a:lnTo>
                  <a:cubicBezTo>
                    <a:pt x="332" y="2239"/>
                    <a:pt x="32" y="2406"/>
                    <a:pt x="32" y="2406"/>
                  </a:cubicBezTo>
                  <a:cubicBezTo>
                    <a:pt x="1" y="2469"/>
                    <a:pt x="117" y="2709"/>
                    <a:pt x="214" y="2709"/>
                  </a:cubicBezTo>
                  <a:cubicBezTo>
                    <a:pt x="221" y="2709"/>
                    <a:pt x="226" y="2708"/>
                    <a:pt x="232" y="2706"/>
                  </a:cubicBezTo>
                  <a:cubicBezTo>
                    <a:pt x="232" y="2706"/>
                    <a:pt x="566" y="2639"/>
                    <a:pt x="1033" y="2472"/>
                  </a:cubicBezTo>
                  <a:cubicBezTo>
                    <a:pt x="1300" y="2372"/>
                    <a:pt x="1500" y="2306"/>
                    <a:pt x="1733" y="2172"/>
                  </a:cubicBezTo>
                  <a:cubicBezTo>
                    <a:pt x="2000" y="2072"/>
                    <a:pt x="2200" y="1972"/>
                    <a:pt x="2401" y="1839"/>
                  </a:cubicBezTo>
                  <a:cubicBezTo>
                    <a:pt x="2634" y="1705"/>
                    <a:pt x="2834" y="1538"/>
                    <a:pt x="3034" y="1372"/>
                  </a:cubicBezTo>
                  <a:cubicBezTo>
                    <a:pt x="3134" y="1305"/>
                    <a:pt x="3234" y="1205"/>
                    <a:pt x="3335" y="1138"/>
                  </a:cubicBezTo>
                  <a:lnTo>
                    <a:pt x="3568" y="871"/>
                  </a:lnTo>
                  <a:cubicBezTo>
                    <a:pt x="3868" y="504"/>
                    <a:pt x="4135" y="238"/>
                    <a:pt x="4135" y="238"/>
                  </a:cubicBezTo>
                  <a:cubicBezTo>
                    <a:pt x="4166" y="206"/>
                    <a:pt x="3936" y="1"/>
                    <a:pt x="3878"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43" name="Google Shape;2943;p24"/>
            <p:cNvSpPr/>
            <p:nvPr/>
          </p:nvSpPr>
          <p:spPr>
            <a:xfrm>
              <a:off x="764216" y="4591234"/>
              <a:ext cx="109705" cy="47683"/>
            </a:xfrm>
            <a:custGeom>
              <a:avLst/>
              <a:gdLst/>
              <a:ahLst/>
              <a:cxnLst/>
              <a:rect l="l" t="t" r="r" b="b"/>
              <a:pathLst>
                <a:path w="4537" h="1972" extrusionOk="0">
                  <a:moveTo>
                    <a:pt x="3603" y="1"/>
                  </a:moveTo>
                  <a:cubicBezTo>
                    <a:pt x="3102" y="1"/>
                    <a:pt x="2502" y="134"/>
                    <a:pt x="2035" y="301"/>
                  </a:cubicBezTo>
                  <a:cubicBezTo>
                    <a:pt x="1568" y="501"/>
                    <a:pt x="1001" y="801"/>
                    <a:pt x="601" y="1135"/>
                  </a:cubicBezTo>
                  <a:cubicBezTo>
                    <a:pt x="400" y="1268"/>
                    <a:pt x="267" y="1435"/>
                    <a:pt x="167" y="1568"/>
                  </a:cubicBezTo>
                  <a:lnTo>
                    <a:pt x="0" y="1735"/>
                  </a:lnTo>
                  <a:cubicBezTo>
                    <a:pt x="0" y="1766"/>
                    <a:pt x="175" y="1972"/>
                    <a:pt x="198" y="1972"/>
                  </a:cubicBezTo>
                  <a:cubicBezTo>
                    <a:pt x="199" y="1972"/>
                    <a:pt x="200" y="1971"/>
                    <a:pt x="200" y="1969"/>
                  </a:cubicBezTo>
                  <a:cubicBezTo>
                    <a:pt x="200" y="1969"/>
                    <a:pt x="267" y="1935"/>
                    <a:pt x="400" y="1835"/>
                  </a:cubicBezTo>
                  <a:cubicBezTo>
                    <a:pt x="534" y="1769"/>
                    <a:pt x="701" y="1668"/>
                    <a:pt x="901" y="1568"/>
                  </a:cubicBezTo>
                  <a:cubicBezTo>
                    <a:pt x="1268" y="1302"/>
                    <a:pt x="1835" y="1135"/>
                    <a:pt x="2235" y="968"/>
                  </a:cubicBezTo>
                  <a:cubicBezTo>
                    <a:pt x="2669" y="835"/>
                    <a:pt x="3202" y="634"/>
                    <a:pt x="3669" y="568"/>
                  </a:cubicBezTo>
                  <a:cubicBezTo>
                    <a:pt x="3903" y="468"/>
                    <a:pt x="4070" y="468"/>
                    <a:pt x="4236" y="434"/>
                  </a:cubicBezTo>
                  <a:cubicBezTo>
                    <a:pt x="4403" y="401"/>
                    <a:pt x="4503" y="401"/>
                    <a:pt x="4503" y="401"/>
                  </a:cubicBezTo>
                  <a:cubicBezTo>
                    <a:pt x="4537" y="401"/>
                    <a:pt x="4537" y="1"/>
                    <a:pt x="4503"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44" name="Google Shape;2944;p24"/>
            <p:cNvSpPr/>
            <p:nvPr/>
          </p:nvSpPr>
          <p:spPr>
            <a:xfrm>
              <a:off x="660967" y="4647646"/>
              <a:ext cx="66979" cy="110889"/>
            </a:xfrm>
            <a:custGeom>
              <a:avLst/>
              <a:gdLst/>
              <a:ahLst/>
              <a:cxnLst/>
              <a:rect l="l" t="t" r="r" b="b"/>
              <a:pathLst>
                <a:path w="2770" h="4586" extrusionOk="0">
                  <a:moveTo>
                    <a:pt x="2509" y="0"/>
                  </a:moveTo>
                  <a:cubicBezTo>
                    <a:pt x="2506" y="0"/>
                    <a:pt x="2504" y="1"/>
                    <a:pt x="2502" y="3"/>
                  </a:cubicBezTo>
                  <a:cubicBezTo>
                    <a:pt x="2502" y="3"/>
                    <a:pt x="2435" y="103"/>
                    <a:pt x="2302" y="169"/>
                  </a:cubicBezTo>
                  <a:cubicBezTo>
                    <a:pt x="2169" y="269"/>
                    <a:pt x="2002" y="403"/>
                    <a:pt x="1802" y="603"/>
                  </a:cubicBezTo>
                  <a:cubicBezTo>
                    <a:pt x="1368" y="937"/>
                    <a:pt x="968" y="1470"/>
                    <a:pt x="701" y="1937"/>
                  </a:cubicBezTo>
                  <a:cubicBezTo>
                    <a:pt x="467" y="2371"/>
                    <a:pt x="201" y="3005"/>
                    <a:pt x="134" y="3572"/>
                  </a:cubicBezTo>
                  <a:cubicBezTo>
                    <a:pt x="100" y="3805"/>
                    <a:pt x="34" y="4072"/>
                    <a:pt x="34" y="4239"/>
                  </a:cubicBezTo>
                  <a:cubicBezTo>
                    <a:pt x="0" y="4406"/>
                    <a:pt x="0" y="4472"/>
                    <a:pt x="0" y="4472"/>
                  </a:cubicBezTo>
                  <a:cubicBezTo>
                    <a:pt x="25" y="4548"/>
                    <a:pt x="201" y="4585"/>
                    <a:pt x="301" y="4585"/>
                  </a:cubicBezTo>
                  <a:cubicBezTo>
                    <a:pt x="334" y="4585"/>
                    <a:pt x="359" y="4581"/>
                    <a:pt x="367" y="4573"/>
                  </a:cubicBezTo>
                  <a:cubicBezTo>
                    <a:pt x="367" y="4573"/>
                    <a:pt x="434" y="4472"/>
                    <a:pt x="467" y="4306"/>
                  </a:cubicBezTo>
                  <a:cubicBezTo>
                    <a:pt x="501" y="4172"/>
                    <a:pt x="601" y="3972"/>
                    <a:pt x="668" y="3739"/>
                  </a:cubicBezTo>
                  <a:cubicBezTo>
                    <a:pt x="834" y="3272"/>
                    <a:pt x="1135" y="2738"/>
                    <a:pt x="1335" y="2304"/>
                  </a:cubicBezTo>
                  <a:cubicBezTo>
                    <a:pt x="1535" y="1904"/>
                    <a:pt x="1835" y="1337"/>
                    <a:pt x="2169" y="970"/>
                  </a:cubicBezTo>
                  <a:cubicBezTo>
                    <a:pt x="2335" y="803"/>
                    <a:pt x="2469" y="636"/>
                    <a:pt x="2602" y="503"/>
                  </a:cubicBezTo>
                  <a:cubicBezTo>
                    <a:pt x="2669" y="403"/>
                    <a:pt x="2769" y="303"/>
                    <a:pt x="2769" y="303"/>
                  </a:cubicBezTo>
                  <a:cubicBezTo>
                    <a:pt x="2769" y="271"/>
                    <a:pt x="2559" y="0"/>
                    <a:pt x="2509"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45" name="Google Shape;2945;p24"/>
            <p:cNvSpPr/>
            <p:nvPr/>
          </p:nvSpPr>
          <p:spPr>
            <a:xfrm>
              <a:off x="660169" y="4824547"/>
              <a:ext cx="36318" cy="90965"/>
            </a:xfrm>
            <a:custGeom>
              <a:avLst/>
              <a:gdLst/>
              <a:ahLst/>
              <a:cxnLst/>
              <a:rect l="l" t="t" r="r" b="b"/>
              <a:pathLst>
                <a:path w="1502" h="3762" extrusionOk="0">
                  <a:moveTo>
                    <a:pt x="267" y="0"/>
                  </a:moveTo>
                  <a:cubicBezTo>
                    <a:pt x="167" y="0"/>
                    <a:pt x="67" y="9"/>
                    <a:pt x="67" y="25"/>
                  </a:cubicBezTo>
                  <a:cubicBezTo>
                    <a:pt x="67" y="25"/>
                    <a:pt x="33" y="125"/>
                    <a:pt x="33" y="259"/>
                  </a:cubicBezTo>
                  <a:cubicBezTo>
                    <a:pt x="33" y="359"/>
                    <a:pt x="0" y="526"/>
                    <a:pt x="0" y="759"/>
                  </a:cubicBezTo>
                  <a:cubicBezTo>
                    <a:pt x="0" y="1159"/>
                    <a:pt x="33" y="1660"/>
                    <a:pt x="133" y="2027"/>
                  </a:cubicBezTo>
                  <a:cubicBezTo>
                    <a:pt x="167" y="2260"/>
                    <a:pt x="234" y="2460"/>
                    <a:pt x="334" y="2660"/>
                  </a:cubicBezTo>
                  <a:cubicBezTo>
                    <a:pt x="467" y="2861"/>
                    <a:pt x="567" y="3094"/>
                    <a:pt x="701" y="3261"/>
                  </a:cubicBezTo>
                  <a:cubicBezTo>
                    <a:pt x="734" y="3328"/>
                    <a:pt x="834" y="3361"/>
                    <a:pt x="867" y="3461"/>
                  </a:cubicBezTo>
                  <a:cubicBezTo>
                    <a:pt x="901" y="3528"/>
                    <a:pt x="1001" y="3594"/>
                    <a:pt x="1034" y="3628"/>
                  </a:cubicBezTo>
                  <a:cubicBezTo>
                    <a:pt x="1168" y="3694"/>
                    <a:pt x="1201" y="3761"/>
                    <a:pt x="1201" y="3761"/>
                  </a:cubicBezTo>
                  <a:cubicBezTo>
                    <a:pt x="1234" y="3761"/>
                    <a:pt x="1468" y="3528"/>
                    <a:pt x="1501" y="3494"/>
                  </a:cubicBezTo>
                  <a:lnTo>
                    <a:pt x="1401" y="3328"/>
                  </a:lnTo>
                  <a:cubicBezTo>
                    <a:pt x="1368" y="3294"/>
                    <a:pt x="1334" y="3261"/>
                    <a:pt x="1301" y="3161"/>
                  </a:cubicBezTo>
                  <a:cubicBezTo>
                    <a:pt x="1301" y="3127"/>
                    <a:pt x="1234" y="3027"/>
                    <a:pt x="1201" y="2961"/>
                  </a:cubicBezTo>
                  <a:cubicBezTo>
                    <a:pt x="1134" y="2794"/>
                    <a:pt x="1067" y="2594"/>
                    <a:pt x="1001" y="2427"/>
                  </a:cubicBezTo>
                  <a:cubicBezTo>
                    <a:pt x="901" y="2260"/>
                    <a:pt x="867" y="2027"/>
                    <a:pt x="834" y="1860"/>
                  </a:cubicBezTo>
                  <a:cubicBezTo>
                    <a:pt x="734" y="1493"/>
                    <a:pt x="667" y="1093"/>
                    <a:pt x="567" y="692"/>
                  </a:cubicBezTo>
                  <a:cubicBezTo>
                    <a:pt x="534" y="526"/>
                    <a:pt x="500" y="359"/>
                    <a:pt x="500" y="259"/>
                  </a:cubicBezTo>
                  <a:cubicBezTo>
                    <a:pt x="467" y="125"/>
                    <a:pt x="467" y="25"/>
                    <a:pt x="467" y="25"/>
                  </a:cubicBezTo>
                  <a:cubicBezTo>
                    <a:pt x="467" y="9"/>
                    <a:pt x="367" y="0"/>
                    <a:pt x="267"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46" name="Google Shape;2946;p24"/>
            <p:cNvSpPr/>
            <p:nvPr/>
          </p:nvSpPr>
          <p:spPr>
            <a:xfrm>
              <a:off x="735272" y="4956545"/>
              <a:ext cx="126558" cy="61393"/>
            </a:xfrm>
            <a:custGeom>
              <a:avLst/>
              <a:gdLst/>
              <a:ahLst/>
              <a:cxnLst/>
              <a:rect l="l" t="t" r="r" b="b"/>
              <a:pathLst>
                <a:path w="5234" h="2539" extrusionOk="0">
                  <a:moveTo>
                    <a:pt x="283" y="1"/>
                  </a:moveTo>
                  <a:cubicBezTo>
                    <a:pt x="203" y="1"/>
                    <a:pt x="0" y="241"/>
                    <a:pt x="63" y="304"/>
                  </a:cubicBezTo>
                  <a:lnTo>
                    <a:pt x="263" y="504"/>
                  </a:lnTo>
                  <a:cubicBezTo>
                    <a:pt x="397" y="637"/>
                    <a:pt x="597" y="804"/>
                    <a:pt x="797" y="971"/>
                  </a:cubicBezTo>
                  <a:cubicBezTo>
                    <a:pt x="1230" y="1338"/>
                    <a:pt x="1831" y="1671"/>
                    <a:pt x="2331" y="1905"/>
                  </a:cubicBezTo>
                  <a:cubicBezTo>
                    <a:pt x="2832" y="2138"/>
                    <a:pt x="3565" y="2338"/>
                    <a:pt x="4099" y="2405"/>
                  </a:cubicBezTo>
                  <a:cubicBezTo>
                    <a:pt x="4399" y="2472"/>
                    <a:pt x="4633" y="2505"/>
                    <a:pt x="4800" y="2505"/>
                  </a:cubicBezTo>
                  <a:cubicBezTo>
                    <a:pt x="4966" y="2539"/>
                    <a:pt x="5100" y="2539"/>
                    <a:pt x="5100" y="2539"/>
                  </a:cubicBezTo>
                  <a:cubicBezTo>
                    <a:pt x="5200" y="2505"/>
                    <a:pt x="5233" y="2205"/>
                    <a:pt x="5133" y="2138"/>
                  </a:cubicBezTo>
                  <a:cubicBezTo>
                    <a:pt x="5133" y="2138"/>
                    <a:pt x="5067" y="2072"/>
                    <a:pt x="4900" y="2038"/>
                  </a:cubicBezTo>
                  <a:lnTo>
                    <a:pt x="4266" y="1838"/>
                  </a:lnTo>
                  <a:cubicBezTo>
                    <a:pt x="3766" y="1705"/>
                    <a:pt x="3132" y="1404"/>
                    <a:pt x="2665" y="1204"/>
                  </a:cubicBezTo>
                  <a:cubicBezTo>
                    <a:pt x="2231" y="1004"/>
                    <a:pt x="1597" y="737"/>
                    <a:pt x="1130" y="470"/>
                  </a:cubicBezTo>
                  <a:cubicBezTo>
                    <a:pt x="897" y="337"/>
                    <a:pt x="663" y="204"/>
                    <a:pt x="563" y="137"/>
                  </a:cubicBezTo>
                  <a:lnTo>
                    <a:pt x="296" y="3"/>
                  </a:lnTo>
                  <a:cubicBezTo>
                    <a:pt x="293" y="1"/>
                    <a:pt x="288" y="1"/>
                    <a:pt x="283"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47" name="Google Shape;2947;p24"/>
            <p:cNvSpPr/>
            <p:nvPr/>
          </p:nvSpPr>
          <p:spPr>
            <a:xfrm>
              <a:off x="894860" y="5013078"/>
              <a:ext cx="83058" cy="36391"/>
            </a:xfrm>
            <a:custGeom>
              <a:avLst/>
              <a:gdLst/>
              <a:ahLst/>
              <a:cxnLst/>
              <a:rect l="l" t="t" r="r" b="b"/>
              <a:pathLst>
                <a:path w="3435" h="1505" extrusionOk="0">
                  <a:moveTo>
                    <a:pt x="668" y="0"/>
                  </a:moveTo>
                  <a:cubicBezTo>
                    <a:pt x="501" y="0"/>
                    <a:pt x="335" y="34"/>
                    <a:pt x="201" y="34"/>
                  </a:cubicBezTo>
                  <a:cubicBezTo>
                    <a:pt x="134" y="67"/>
                    <a:pt x="34" y="67"/>
                    <a:pt x="34" y="67"/>
                  </a:cubicBezTo>
                  <a:cubicBezTo>
                    <a:pt x="1" y="67"/>
                    <a:pt x="1" y="467"/>
                    <a:pt x="34" y="467"/>
                  </a:cubicBezTo>
                  <a:cubicBezTo>
                    <a:pt x="34" y="467"/>
                    <a:pt x="68" y="501"/>
                    <a:pt x="201" y="501"/>
                  </a:cubicBezTo>
                  <a:cubicBezTo>
                    <a:pt x="301" y="501"/>
                    <a:pt x="468" y="534"/>
                    <a:pt x="635" y="567"/>
                  </a:cubicBezTo>
                  <a:cubicBezTo>
                    <a:pt x="968" y="668"/>
                    <a:pt x="1369" y="801"/>
                    <a:pt x="1669" y="868"/>
                  </a:cubicBezTo>
                  <a:cubicBezTo>
                    <a:pt x="1969" y="968"/>
                    <a:pt x="2369" y="1034"/>
                    <a:pt x="2670" y="1201"/>
                  </a:cubicBezTo>
                  <a:cubicBezTo>
                    <a:pt x="2836" y="1301"/>
                    <a:pt x="2970" y="1368"/>
                    <a:pt x="3036" y="1401"/>
                  </a:cubicBezTo>
                  <a:cubicBezTo>
                    <a:pt x="3137" y="1435"/>
                    <a:pt x="3170" y="1501"/>
                    <a:pt x="3170" y="1501"/>
                  </a:cubicBezTo>
                  <a:cubicBezTo>
                    <a:pt x="3172" y="1504"/>
                    <a:pt x="3175" y="1505"/>
                    <a:pt x="3179" y="1505"/>
                  </a:cubicBezTo>
                  <a:cubicBezTo>
                    <a:pt x="3233" y="1505"/>
                    <a:pt x="3435" y="1293"/>
                    <a:pt x="3403" y="1168"/>
                  </a:cubicBezTo>
                  <a:lnTo>
                    <a:pt x="3303" y="1034"/>
                  </a:lnTo>
                  <a:cubicBezTo>
                    <a:pt x="3237" y="968"/>
                    <a:pt x="3137" y="834"/>
                    <a:pt x="2970" y="701"/>
                  </a:cubicBezTo>
                  <a:cubicBezTo>
                    <a:pt x="2670" y="467"/>
                    <a:pt x="2203" y="234"/>
                    <a:pt x="1869" y="134"/>
                  </a:cubicBezTo>
                  <a:cubicBezTo>
                    <a:pt x="1502" y="34"/>
                    <a:pt x="1035" y="0"/>
                    <a:pt x="668"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48" name="Google Shape;2948;p24"/>
            <p:cNvSpPr/>
            <p:nvPr/>
          </p:nvSpPr>
          <p:spPr>
            <a:xfrm>
              <a:off x="1026351" y="5084603"/>
              <a:ext cx="65359" cy="59168"/>
            </a:xfrm>
            <a:custGeom>
              <a:avLst/>
              <a:gdLst/>
              <a:ahLst/>
              <a:cxnLst/>
              <a:rect l="l" t="t" r="r" b="b"/>
              <a:pathLst>
                <a:path w="2703" h="2447" extrusionOk="0">
                  <a:moveTo>
                    <a:pt x="226" y="1"/>
                  </a:moveTo>
                  <a:cubicBezTo>
                    <a:pt x="185" y="1"/>
                    <a:pt x="0" y="215"/>
                    <a:pt x="0" y="245"/>
                  </a:cubicBezTo>
                  <a:cubicBezTo>
                    <a:pt x="0" y="245"/>
                    <a:pt x="567" y="1079"/>
                    <a:pt x="1068" y="1546"/>
                  </a:cubicBezTo>
                  <a:cubicBezTo>
                    <a:pt x="1334" y="1746"/>
                    <a:pt x="1668" y="2013"/>
                    <a:pt x="1935" y="2179"/>
                  </a:cubicBezTo>
                  <a:cubicBezTo>
                    <a:pt x="2235" y="2346"/>
                    <a:pt x="2502" y="2446"/>
                    <a:pt x="2502" y="2446"/>
                  </a:cubicBezTo>
                  <a:cubicBezTo>
                    <a:pt x="2535" y="2446"/>
                    <a:pt x="2702" y="2213"/>
                    <a:pt x="2702" y="2179"/>
                  </a:cubicBezTo>
                  <a:cubicBezTo>
                    <a:pt x="2702" y="2179"/>
                    <a:pt x="2502" y="2013"/>
                    <a:pt x="2268" y="1746"/>
                  </a:cubicBezTo>
                  <a:cubicBezTo>
                    <a:pt x="2035" y="1479"/>
                    <a:pt x="1768" y="1212"/>
                    <a:pt x="1535" y="979"/>
                  </a:cubicBezTo>
                  <a:cubicBezTo>
                    <a:pt x="1068" y="578"/>
                    <a:pt x="234" y="11"/>
                    <a:pt x="234" y="11"/>
                  </a:cubicBezTo>
                  <a:cubicBezTo>
                    <a:pt x="234" y="4"/>
                    <a:pt x="231" y="1"/>
                    <a:pt x="226"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49" name="Google Shape;2949;p24"/>
            <p:cNvSpPr/>
            <p:nvPr/>
          </p:nvSpPr>
          <p:spPr>
            <a:xfrm>
              <a:off x="172991" y="4146805"/>
              <a:ext cx="510585" cy="76892"/>
            </a:xfrm>
            <a:custGeom>
              <a:avLst/>
              <a:gdLst/>
              <a:ahLst/>
              <a:cxnLst/>
              <a:rect l="l" t="t" r="r" b="b"/>
              <a:pathLst>
                <a:path w="21116" h="3180" extrusionOk="0">
                  <a:moveTo>
                    <a:pt x="10841" y="1"/>
                  </a:moveTo>
                  <a:cubicBezTo>
                    <a:pt x="10675" y="201"/>
                    <a:pt x="10474" y="468"/>
                    <a:pt x="10241" y="701"/>
                  </a:cubicBezTo>
                  <a:cubicBezTo>
                    <a:pt x="10141" y="835"/>
                    <a:pt x="10041" y="968"/>
                    <a:pt x="9907" y="1068"/>
                  </a:cubicBezTo>
                  <a:lnTo>
                    <a:pt x="9874" y="1135"/>
                  </a:lnTo>
                  <a:lnTo>
                    <a:pt x="9841" y="1168"/>
                  </a:lnTo>
                  <a:lnTo>
                    <a:pt x="9741" y="1268"/>
                  </a:lnTo>
                  <a:cubicBezTo>
                    <a:pt x="9540" y="1468"/>
                    <a:pt x="9307" y="1635"/>
                    <a:pt x="9040" y="1769"/>
                  </a:cubicBezTo>
                  <a:cubicBezTo>
                    <a:pt x="8572" y="2003"/>
                    <a:pt x="8053" y="2108"/>
                    <a:pt x="7527" y="2108"/>
                  </a:cubicBezTo>
                  <a:cubicBezTo>
                    <a:pt x="7453" y="2108"/>
                    <a:pt x="7379" y="2106"/>
                    <a:pt x="7306" y="2102"/>
                  </a:cubicBezTo>
                  <a:cubicBezTo>
                    <a:pt x="6672" y="2036"/>
                    <a:pt x="6071" y="1802"/>
                    <a:pt x="5571" y="1468"/>
                  </a:cubicBezTo>
                  <a:cubicBezTo>
                    <a:pt x="5471" y="1335"/>
                    <a:pt x="5337" y="1268"/>
                    <a:pt x="5204" y="1168"/>
                  </a:cubicBezTo>
                  <a:lnTo>
                    <a:pt x="5037" y="1035"/>
                  </a:lnTo>
                  <a:lnTo>
                    <a:pt x="4904" y="935"/>
                  </a:lnTo>
                  <a:lnTo>
                    <a:pt x="4804" y="801"/>
                  </a:lnTo>
                  <a:lnTo>
                    <a:pt x="4537" y="534"/>
                  </a:lnTo>
                  <a:lnTo>
                    <a:pt x="4504" y="501"/>
                  </a:lnTo>
                  <a:lnTo>
                    <a:pt x="4403" y="568"/>
                  </a:lnTo>
                  <a:lnTo>
                    <a:pt x="4237" y="701"/>
                  </a:lnTo>
                  <a:cubicBezTo>
                    <a:pt x="4137" y="868"/>
                    <a:pt x="3970" y="1001"/>
                    <a:pt x="3836" y="1135"/>
                  </a:cubicBezTo>
                  <a:cubicBezTo>
                    <a:pt x="3002" y="1902"/>
                    <a:pt x="2068" y="2369"/>
                    <a:pt x="1368" y="2503"/>
                  </a:cubicBezTo>
                  <a:cubicBezTo>
                    <a:pt x="1034" y="2569"/>
                    <a:pt x="734" y="2636"/>
                    <a:pt x="534" y="2636"/>
                  </a:cubicBezTo>
                  <a:lnTo>
                    <a:pt x="234" y="2636"/>
                  </a:lnTo>
                  <a:cubicBezTo>
                    <a:pt x="0" y="2669"/>
                    <a:pt x="0" y="3003"/>
                    <a:pt x="234" y="3003"/>
                  </a:cubicBezTo>
                  <a:lnTo>
                    <a:pt x="567" y="3003"/>
                  </a:lnTo>
                  <a:cubicBezTo>
                    <a:pt x="801" y="3003"/>
                    <a:pt x="1134" y="2970"/>
                    <a:pt x="1501" y="2903"/>
                  </a:cubicBezTo>
                  <a:cubicBezTo>
                    <a:pt x="1702" y="2836"/>
                    <a:pt x="1902" y="2836"/>
                    <a:pt x="2135" y="2736"/>
                  </a:cubicBezTo>
                  <a:cubicBezTo>
                    <a:pt x="2369" y="2669"/>
                    <a:pt x="2569" y="2603"/>
                    <a:pt x="2836" y="2469"/>
                  </a:cubicBezTo>
                  <a:cubicBezTo>
                    <a:pt x="3303" y="2236"/>
                    <a:pt x="3803" y="1869"/>
                    <a:pt x="4237" y="1502"/>
                  </a:cubicBezTo>
                  <a:lnTo>
                    <a:pt x="4403" y="1335"/>
                  </a:lnTo>
                  <a:lnTo>
                    <a:pt x="4470" y="1302"/>
                  </a:lnTo>
                  <a:cubicBezTo>
                    <a:pt x="4470" y="1302"/>
                    <a:pt x="4470" y="1272"/>
                    <a:pt x="4480" y="1272"/>
                  </a:cubicBezTo>
                  <a:cubicBezTo>
                    <a:pt x="4485" y="1272"/>
                    <a:pt x="4492" y="1279"/>
                    <a:pt x="4504" y="1302"/>
                  </a:cubicBezTo>
                  <a:lnTo>
                    <a:pt x="4570" y="1368"/>
                  </a:lnTo>
                  <a:lnTo>
                    <a:pt x="4637" y="1402"/>
                  </a:lnTo>
                  <a:lnTo>
                    <a:pt x="4670" y="1468"/>
                  </a:lnTo>
                  <a:lnTo>
                    <a:pt x="4870" y="1635"/>
                  </a:lnTo>
                  <a:cubicBezTo>
                    <a:pt x="5004" y="1769"/>
                    <a:pt x="5171" y="1869"/>
                    <a:pt x="5304" y="1969"/>
                  </a:cubicBezTo>
                  <a:cubicBezTo>
                    <a:pt x="5871" y="2369"/>
                    <a:pt x="6538" y="2669"/>
                    <a:pt x="7306" y="2736"/>
                  </a:cubicBezTo>
                  <a:cubicBezTo>
                    <a:pt x="7486" y="2771"/>
                    <a:pt x="7674" y="2787"/>
                    <a:pt x="7863" y="2787"/>
                  </a:cubicBezTo>
                  <a:cubicBezTo>
                    <a:pt x="8406" y="2787"/>
                    <a:pt x="8962" y="2650"/>
                    <a:pt x="9407" y="2402"/>
                  </a:cubicBezTo>
                  <a:cubicBezTo>
                    <a:pt x="9741" y="2236"/>
                    <a:pt x="10041" y="2036"/>
                    <a:pt x="10308" y="1835"/>
                  </a:cubicBezTo>
                  <a:lnTo>
                    <a:pt x="10474" y="1669"/>
                  </a:lnTo>
                  <a:cubicBezTo>
                    <a:pt x="10508" y="1802"/>
                    <a:pt x="10575" y="1969"/>
                    <a:pt x="10675" y="2136"/>
                  </a:cubicBezTo>
                  <a:cubicBezTo>
                    <a:pt x="10841" y="2436"/>
                    <a:pt x="11175" y="2703"/>
                    <a:pt x="11509" y="2869"/>
                  </a:cubicBezTo>
                  <a:cubicBezTo>
                    <a:pt x="11922" y="3106"/>
                    <a:pt x="12359" y="3179"/>
                    <a:pt x="12792" y="3179"/>
                  </a:cubicBezTo>
                  <a:cubicBezTo>
                    <a:pt x="13092" y="3179"/>
                    <a:pt x="13390" y="3144"/>
                    <a:pt x="13677" y="3103"/>
                  </a:cubicBezTo>
                  <a:cubicBezTo>
                    <a:pt x="14377" y="2970"/>
                    <a:pt x="15044" y="2703"/>
                    <a:pt x="15678" y="2436"/>
                  </a:cubicBezTo>
                  <a:cubicBezTo>
                    <a:pt x="15978" y="2302"/>
                    <a:pt x="16245" y="2136"/>
                    <a:pt x="16545" y="1935"/>
                  </a:cubicBezTo>
                  <a:cubicBezTo>
                    <a:pt x="16646" y="1835"/>
                    <a:pt x="16679" y="1802"/>
                    <a:pt x="16746" y="1769"/>
                  </a:cubicBezTo>
                  <a:lnTo>
                    <a:pt x="16846" y="1669"/>
                  </a:lnTo>
                  <a:lnTo>
                    <a:pt x="16879" y="1635"/>
                  </a:lnTo>
                  <a:cubicBezTo>
                    <a:pt x="16925" y="1612"/>
                    <a:pt x="16955" y="1573"/>
                    <a:pt x="16969" y="1573"/>
                  </a:cubicBezTo>
                  <a:cubicBezTo>
                    <a:pt x="16976" y="1573"/>
                    <a:pt x="16979" y="1581"/>
                    <a:pt x="16979" y="1602"/>
                  </a:cubicBezTo>
                  <a:cubicBezTo>
                    <a:pt x="17012" y="1602"/>
                    <a:pt x="17012" y="1635"/>
                    <a:pt x="17012" y="1635"/>
                  </a:cubicBezTo>
                  <a:lnTo>
                    <a:pt x="17046" y="1702"/>
                  </a:lnTo>
                  <a:cubicBezTo>
                    <a:pt x="17113" y="1702"/>
                    <a:pt x="17113" y="1769"/>
                    <a:pt x="17146" y="1802"/>
                  </a:cubicBezTo>
                  <a:cubicBezTo>
                    <a:pt x="17279" y="1935"/>
                    <a:pt x="17346" y="2036"/>
                    <a:pt x="17479" y="2136"/>
                  </a:cubicBezTo>
                  <a:cubicBezTo>
                    <a:pt x="17680" y="2336"/>
                    <a:pt x="17946" y="2503"/>
                    <a:pt x="18180" y="2636"/>
                  </a:cubicBezTo>
                  <a:cubicBezTo>
                    <a:pt x="18647" y="2869"/>
                    <a:pt x="19114" y="3003"/>
                    <a:pt x="19514" y="3103"/>
                  </a:cubicBezTo>
                  <a:cubicBezTo>
                    <a:pt x="19731" y="3120"/>
                    <a:pt x="19923" y="3128"/>
                    <a:pt x="20085" y="3128"/>
                  </a:cubicBezTo>
                  <a:cubicBezTo>
                    <a:pt x="20248" y="3128"/>
                    <a:pt x="20382" y="3120"/>
                    <a:pt x="20482" y="3103"/>
                  </a:cubicBezTo>
                  <a:cubicBezTo>
                    <a:pt x="20682" y="3036"/>
                    <a:pt x="20815" y="3003"/>
                    <a:pt x="20815" y="3003"/>
                  </a:cubicBezTo>
                  <a:cubicBezTo>
                    <a:pt x="21115" y="2869"/>
                    <a:pt x="20882" y="2603"/>
                    <a:pt x="20582" y="2569"/>
                  </a:cubicBezTo>
                  <a:cubicBezTo>
                    <a:pt x="20582" y="2569"/>
                    <a:pt x="20548" y="2636"/>
                    <a:pt x="20515" y="2636"/>
                  </a:cubicBezTo>
                  <a:cubicBezTo>
                    <a:pt x="20482" y="2636"/>
                    <a:pt x="20382" y="2669"/>
                    <a:pt x="20315" y="2669"/>
                  </a:cubicBezTo>
                  <a:cubicBezTo>
                    <a:pt x="20218" y="2683"/>
                    <a:pt x="20116" y="2691"/>
                    <a:pt x="20005" y="2691"/>
                  </a:cubicBezTo>
                  <a:cubicBezTo>
                    <a:pt x="19849" y="2691"/>
                    <a:pt x="19676" y="2675"/>
                    <a:pt x="19481" y="2636"/>
                  </a:cubicBezTo>
                  <a:cubicBezTo>
                    <a:pt x="19147" y="2569"/>
                    <a:pt x="18714" y="2402"/>
                    <a:pt x="18313" y="2169"/>
                  </a:cubicBezTo>
                  <a:cubicBezTo>
                    <a:pt x="18080" y="2036"/>
                    <a:pt x="17880" y="1869"/>
                    <a:pt x="17713" y="1702"/>
                  </a:cubicBezTo>
                  <a:cubicBezTo>
                    <a:pt x="17646" y="1635"/>
                    <a:pt x="17546" y="1502"/>
                    <a:pt x="17479" y="1402"/>
                  </a:cubicBezTo>
                  <a:cubicBezTo>
                    <a:pt x="17479" y="1368"/>
                    <a:pt x="17413" y="1368"/>
                    <a:pt x="17413" y="1335"/>
                  </a:cubicBezTo>
                  <a:lnTo>
                    <a:pt x="17379" y="1302"/>
                  </a:lnTo>
                  <a:lnTo>
                    <a:pt x="17346" y="1202"/>
                  </a:lnTo>
                  <a:cubicBezTo>
                    <a:pt x="17313" y="1068"/>
                    <a:pt x="17213" y="968"/>
                    <a:pt x="17179" y="835"/>
                  </a:cubicBezTo>
                  <a:lnTo>
                    <a:pt x="17079" y="668"/>
                  </a:lnTo>
                  <a:cubicBezTo>
                    <a:pt x="17046" y="668"/>
                    <a:pt x="17046" y="635"/>
                    <a:pt x="17046" y="635"/>
                  </a:cubicBezTo>
                  <a:lnTo>
                    <a:pt x="17012" y="668"/>
                  </a:lnTo>
                  <a:lnTo>
                    <a:pt x="16912" y="735"/>
                  </a:lnTo>
                  <a:cubicBezTo>
                    <a:pt x="16812" y="868"/>
                    <a:pt x="16712" y="968"/>
                    <a:pt x="16579" y="1035"/>
                  </a:cubicBezTo>
                  <a:cubicBezTo>
                    <a:pt x="16545" y="1068"/>
                    <a:pt x="16479" y="1135"/>
                    <a:pt x="16412" y="1168"/>
                  </a:cubicBezTo>
                  <a:lnTo>
                    <a:pt x="16345" y="1235"/>
                  </a:lnTo>
                  <a:cubicBezTo>
                    <a:pt x="16312" y="1302"/>
                    <a:pt x="16212" y="1335"/>
                    <a:pt x="16179" y="1368"/>
                  </a:cubicBezTo>
                  <a:cubicBezTo>
                    <a:pt x="15912" y="1535"/>
                    <a:pt x="15645" y="1702"/>
                    <a:pt x="15345" y="1835"/>
                  </a:cubicBezTo>
                  <a:cubicBezTo>
                    <a:pt x="14744" y="2136"/>
                    <a:pt x="14144" y="2336"/>
                    <a:pt x="13510" y="2402"/>
                  </a:cubicBezTo>
                  <a:cubicBezTo>
                    <a:pt x="13269" y="2441"/>
                    <a:pt x="13029" y="2464"/>
                    <a:pt x="12795" y="2464"/>
                  </a:cubicBezTo>
                  <a:cubicBezTo>
                    <a:pt x="12414" y="2464"/>
                    <a:pt x="12052" y="2401"/>
                    <a:pt x="11742" y="2236"/>
                  </a:cubicBezTo>
                  <a:cubicBezTo>
                    <a:pt x="11542" y="2136"/>
                    <a:pt x="11342" y="1969"/>
                    <a:pt x="11208" y="1735"/>
                  </a:cubicBezTo>
                  <a:cubicBezTo>
                    <a:pt x="11142" y="1635"/>
                    <a:pt x="11075" y="1535"/>
                    <a:pt x="11042" y="1368"/>
                  </a:cubicBezTo>
                  <a:cubicBezTo>
                    <a:pt x="10975" y="1035"/>
                    <a:pt x="10908" y="668"/>
                    <a:pt x="10875" y="368"/>
                  </a:cubicBezTo>
                  <a:cubicBezTo>
                    <a:pt x="10875" y="201"/>
                    <a:pt x="10841" y="101"/>
                    <a:pt x="10841"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50" name="Google Shape;2950;p24"/>
            <p:cNvSpPr/>
            <p:nvPr/>
          </p:nvSpPr>
          <p:spPr>
            <a:xfrm>
              <a:off x="1059043" y="3265324"/>
              <a:ext cx="389153" cy="110430"/>
            </a:xfrm>
            <a:custGeom>
              <a:avLst/>
              <a:gdLst/>
              <a:ahLst/>
              <a:cxnLst/>
              <a:rect l="l" t="t" r="r" b="b"/>
              <a:pathLst>
                <a:path w="16094" h="4567" extrusionOk="0">
                  <a:moveTo>
                    <a:pt x="4528" y="0"/>
                  </a:moveTo>
                  <a:cubicBezTo>
                    <a:pt x="4523" y="0"/>
                    <a:pt x="4519" y="7"/>
                    <a:pt x="4519" y="30"/>
                  </a:cubicBezTo>
                  <a:lnTo>
                    <a:pt x="4319" y="297"/>
                  </a:lnTo>
                  <a:cubicBezTo>
                    <a:pt x="4185" y="463"/>
                    <a:pt x="4085" y="630"/>
                    <a:pt x="3985" y="797"/>
                  </a:cubicBezTo>
                  <a:cubicBezTo>
                    <a:pt x="3685" y="1231"/>
                    <a:pt x="3352" y="1631"/>
                    <a:pt x="3051" y="1998"/>
                  </a:cubicBezTo>
                  <a:cubicBezTo>
                    <a:pt x="2484" y="2732"/>
                    <a:pt x="1750" y="3165"/>
                    <a:pt x="1217" y="3265"/>
                  </a:cubicBezTo>
                  <a:lnTo>
                    <a:pt x="850" y="3265"/>
                  </a:lnTo>
                  <a:cubicBezTo>
                    <a:pt x="716" y="3265"/>
                    <a:pt x="650" y="3232"/>
                    <a:pt x="550" y="3232"/>
                  </a:cubicBezTo>
                  <a:cubicBezTo>
                    <a:pt x="416" y="3165"/>
                    <a:pt x="349" y="3132"/>
                    <a:pt x="349" y="3132"/>
                  </a:cubicBezTo>
                  <a:cubicBezTo>
                    <a:pt x="334" y="3126"/>
                    <a:pt x="319" y="3123"/>
                    <a:pt x="304" y="3123"/>
                  </a:cubicBezTo>
                  <a:cubicBezTo>
                    <a:pt x="150" y="3123"/>
                    <a:pt x="0" y="3405"/>
                    <a:pt x="183" y="3465"/>
                  </a:cubicBezTo>
                  <a:lnTo>
                    <a:pt x="416" y="3599"/>
                  </a:lnTo>
                  <a:cubicBezTo>
                    <a:pt x="516" y="3632"/>
                    <a:pt x="650" y="3632"/>
                    <a:pt x="750" y="3666"/>
                  </a:cubicBezTo>
                  <a:lnTo>
                    <a:pt x="1217" y="3666"/>
                  </a:lnTo>
                  <a:cubicBezTo>
                    <a:pt x="1550" y="3632"/>
                    <a:pt x="1984" y="3499"/>
                    <a:pt x="2351" y="3265"/>
                  </a:cubicBezTo>
                  <a:cubicBezTo>
                    <a:pt x="2718" y="3065"/>
                    <a:pt x="3085" y="2732"/>
                    <a:pt x="3418" y="2331"/>
                  </a:cubicBezTo>
                  <a:cubicBezTo>
                    <a:pt x="3752" y="1964"/>
                    <a:pt x="4085" y="1564"/>
                    <a:pt x="4419" y="1130"/>
                  </a:cubicBezTo>
                  <a:lnTo>
                    <a:pt x="4552" y="964"/>
                  </a:lnTo>
                  <a:lnTo>
                    <a:pt x="4552" y="1030"/>
                  </a:lnTo>
                  <a:lnTo>
                    <a:pt x="4686" y="1130"/>
                  </a:lnTo>
                  <a:lnTo>
                    <a:pt x="4986" y="1431"/>
                  </a:lnTo>
                  <a:cubicBezTo>
                    <a:pt x="5386" y="1864"/>
                    <a:pt x="5853" y="2231"/>
                    <a:pt x="6354" y="2465"/>
                  </a:cubicBezTo>
                  <a:cubicBezTo>
                    <a:pt x="6854" y="2732"/>
                    <a:pt x="7421" y="2898"/>
                    <a:pt x="7988" y="2898"/>
                  </a:cubicBezTo>
                  <a:cubicBezTo>
                    <a:pt x="8522" y="2898"/>
                    <a:pt x="9089" y="2765"/>
                    <a:pt x="9589" y="2565"/>
                  </a:cubicBezTo>
                  <a:cubicBezTo>
                    <a:pt x="10090" y="2365"/>
                    <a:pt x="10657" y="2098"/>
                    <a:pt x="11090" y="1798"/>
                  </a:cubicBezTo>
                  <a:cubicBezTo>
                    <a:pt x="11224" y="1731"/>
                    <a:pt x="11357" y="1698"/>
                    <a:pt x="11491" y="1597"/>
                  </a:cubicBezTo>
                  <a:lnTo>
                    <a:pt x="11557" y="1564"/>
                  </a:lnTo>
                  <a:lnTo>
                    <a:pt x="11591" y="1564"/>
                  </a:lnTo>
                  <a:cubicBezTo>
                    <a:pt x="11610" y="1564"/>
                    <a:pt x="11618" y="1559"/>
                    <a:pt x="11624" y="1559"/>
                  </a:cubicBezTo>
                  <a:cubicBezTo>
                    <a:pt x="11638" y="1559"/>
                    <a:pt x="11638" y="1593"/>
                    <a:pt x="11758" y="1831"/>
                  </a:cubicBezTo>
                  <a:cubicBezTo>
                    <a:pt x="12024" y="2331"/>
                    <a:pt x="12325" y="2798"/>
                    <a:pt x="12591" y="3232"/>
                  </a:cubicBezTo>
                  <a:cubicBezTo>
                    <a:pt x="12925" y="3632"/>
                    <a:pt x="13259" y="3966"/>
                    <a:pt x="13692" y="4233"/>
                  </a:cubicBezTo>
                  <a:cubicBezTo>
                    <a:pt x="14093" y="4466"/>
                    <a:pt x="14526" y="4566"/>
                    <a:pt x="14860" y="4566"/>
                  </a:cubicBezTo>
                  <a:cubicBezTo>
                    <a:pt x="15227" y="4566"/>
                    <a:pt x="15494" y="4533"/>
                    <a:pt x="15660" y="4466"/>
                  </a:cubicBezTo>
                  <a:cubicBezTo>
                    <a:pt x="15827" y="4433"/>
                    <a:pt x="15894" y="4399"/>
                    <a:pt x="15894" y="4399"/>
                  </a:cubicBezTo>
                  <a:cubicBezTo>
                    <a:pt x="16094" y="4299"/>
                    <a:pt x="15994" y="4033"/>
                    <a:pt x="15727" y="3966"/>
                  </a:cubicBezTo>
                  <a:cubicBezTo>
                    <a:pt x="15727" y="3966"/>
                    <a:pt x="15660" y="4033"/>
                    <a:pt x="15494" y="4066"/>
                  </a:cubicBezTo>
                  <a:cubicBezTo>
                    <a:pt x="15327" y="4066"/>
                    <a:pt x="15093" y="4099"/>
                    <a:pt x="14826" y="4099"/>
                  </a:cubicBezTo>
                  <a:cubicBezTo>
                    <a:pt x="14526" y="4066"/>
                    <a:pt x="14226" y="3966"/>
                    <a:pt x="13892" y="3766"/>
                  </a:cubicBezTo>
                  <a:cubicBezTo>
                    <a:pt x="13559" y="3566"/>
                    <a:pt x="13259" y="3232"/>
                    <a:pt x="13025" y="2865"/>
                  </a:cubicBezTo>
                  <a:cubicBezTo>
                    <a:pt x="12758" y="2431"/>
                    <a:pt x="12525" y="1964"/>
                    <a:pt x="12325" y="1531"/>
                  </a:cubicBezTo>
                  <a:cubicBezTo>
                    <a:pt x="12225" y="1397"/>
                    <a:pt x="12191" y="1231"/>
                    <a:pt x="12091" y="1064"/>
                  </a:cubicBezTo>
                  <a:lnTo>
                    <a:pt x="11924" y="730"/>
                  </a:lnTo>
                  <a:lnTo>
                    <a:pt x="11891" y="630"/>
                  </a:lnTo>
                  <a:lnTo>
                    <a:pt x="11891" y="597"/>
                  </a:lnTo>
                  <a:cubicBezTo>
                    <a:pt x="11891" y="586"/>
                    <a:pt x="11887" y="582"/>
                    <a:pt x="11882" y="582"/>
                  </a:cubicBezTo>
                  <a:cubicBezTo>
                    <a:pt x="11872" y="582"/>
                    <a:pt x="11858" y="597"/>
                    <a:pt x="11858" y="597"/>
                  </a:cubicBezTo>
                  <a:lnTo>
                    <a:pt x="11691" y="697"/>
                  </a:lnTo>
                  <a:lnTo>
                    <a:pt x="11090" y="1030"/>
                  </a:lnTo>
                  <a:cubicBezTo>
                    <a:pt x="11024" y="1097"/>
                    <a:pt x="10890" y="1130"/>
                    <a:pt x="10757" y="1231"/>
                  </a:cubicBezTo>
                  <a:cubicBezTo>
                    <a:pt x="9856" y="1731"/>
                    <a:pt x="8855" y="2131"/>
                    <a:pt x="8022" y="2131"/>
                  </a:cubicBezTo>
                  <a:cubicBezTo>
                    <a:pt x="7188" y="2131"/>
                    <a:pt x="6220" y="1698"/>
                    <a:pt x="5486" y="930"/>
                  </a:cubicBezTo>
                  <a:cubicBezTo>
                    <a:pt x="5386" y="864"/>
                    <a:pt x="5253" y="764"/>
                    <a:pt x="5186" y="697"/>
                  </a:cubicBezTo>
                  <a:lnTo>
                    <a:pt x="4753" y="230"/>
                  </a:lnTo>
                  <a:lnTo>
                    <a:pt x="4652" y="96"/>
                  </a:lnTo>
                  <a:lnTo>
                    <a:pt x="4552" y="30"/>
                  </a:lnTo>
                  <a:cubicBezTo>
                    <a:pt x="4552" y="30"/>
                    <a:pt x="4538" y="0"/>
                    <a:pt x="4528"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51" name="Google Shape;2951;p24"/>
            <p:cNvSpPr/>
            <p:nvPr/>
          </p:nvSpPr>
          <p:spPr>
            <a:xfrm>
              <a:off x="1403511" y="4612319"/>
              <a:ext cx="514937" cy="104143"/>
            </a:xfrm>
            <a:custGeom>
              <a:avLst/>
              <a:gdLst/>
              <a:ahLst/>
              <a:cxnLst/>
              <a:rect l="l" t="t" r="r" b="b"/>
              <a:pathLst>
                <a:path w="21296" h="4307" extrusionOk="0">
                  <a:moveTo>
                    <a:pt x="13664" y="1"/>
                  </a:moveTo>
                  <a:cubicBezTo>
                    <a:pt x="13660" y="1"/>
                    <a:pt x="13656" y="9"/>
                    <a:pt x="13656" y="29"/>
                  </a:cubicBezTo>
                  <a:lnTo>
                    <a:pt x="13623" y="63"/>
                  </a:lnTo>
                  <a:lnTo>
                    <a:pt x="13523" y="129"/>
                  </a:lnTo>
                  <a:lnTo>
                    <a:pt x="13356" y="296"/>
                  </a:lnTo>
                  <a:lnTo>
                    <a:pt x="13089" y="596"/>
                  </a:lnTo>
                  <a:cubicBezTo>
                    <a:pt x="12956" y="730"/>
                    <a:pt x="12822" y="796"/>
                    <a:pt x="12689" y="897"/>
                  </a:cubicBezTo>
                  <a:cubicBezTo>
                    <a:pt x="12589" y="1030"/>
                    <a:pt x="12456" y="1097"/>
                    <a:pt x="12322" y="1197"/>
                  </a:cubicBezTo>
                  <a:lnTo>
                    <a:pt x="11955" y="1430"/>
                  </a:lnTo>
                  <a:cubicBezTo>
                    <a:pt x="11455" y="1764"/>
                    <a:pt x="10854" y="1931"/>
                    <a:pt x="10321" y="2064"/>
                  </a:cubicBezTo>
                  <a:cubicBezTo>
                    <a:pt x="9912" y="2153"/>
                    <a:pt x="9465" y="2204"/>
                    <a:pt x="9003" y="2204"/>
                  </a:cubicBezTo>
                  <a:cubicBezTo>
                    <a:pt x="8257" y="2204"/>
                    <a:pt x="7472" y="2073"/>
                    <a:pt x="6751" y="1764"/>
                  </a:cubicBezTo>
                  <a:cubicBezTo>
                    <a:pt x="6451" y="1697"/>
                    <a:pt x="6184" y="1530"/>
                    <a:pt x="5918" y="1364"/>
                  </a:cubicBezTo>
                  <a:lnTo>
                    <a:pt x="5517" y="1097"/>
                  </a:lnTo>
                  <a:lnTo>
                    <a:pt x="5350" y="930"/>
                  </a:lnTo>
                  <a:lnTo>
                    <a:pt x="5017" y="630"/>
                  </a:lnTo>
                  <a:cubicBezTo>
                    <a:pt x="4917" y="563"/>
                    <a:pt x="4817" y="430"/>
                    <a:pt x="4683" y="363"/>
                  </a:cubicBezTo>
                  <a:lnTo>
                    <a:pt x="4483" y="763"/>
                  </a:lnTo>
                  <a:cubicBezTo>
                    <a:pt x="4416" y="963"/>
                    <a:pt x="4283" y="1130"/>
                    <a:pt x="4183" y="1364"/>
                  </a:cubicBezTo>
                  <a:lnTo>
                    <a:pt x="3949" y="1730"/>
                  </a:lnTo>
                  <a:cubicBezTo>
                    <a:pt x="3849" y="1797"/>
                    <a:pt x="3783" y="1964"/>
                    <a:pt x="3683" y="2064"/>
                  </a:cubicBezTo>
                  <a:cubicBezTo>
                    <a:pt x="2982" y="2931"/>
                    <a:pt x="2015" y="3398"/>
                    <a:pt x="1348" y="3632"/>
                  </a:cubicBezTo>
                  <a:cubicBezTo>
                    <a:pt x="1181" y="3732"/>
                    <a:pt x="1014" y="3765"/>
                    <a:pt x="914" y="3799"/>
                  </a:cubicBezTo>
                  <a:cubicBezTo>
                    <a:pt x="747" y="3865"/>
                    <a:pt x="614" y="3865"/>
                    <a:pt x="514" y="3899"/>
                  </a:cubicBezTo>
                  <a:cubicBezTo>
                    <a:pt x="347" y="3899"/>
                    <a:pt x="247" y="3932"/>
                    <a:pt x="247" y="3932"/>
                  </a:cubicBezTo>
                  <a:cubicBezTo>
                    <a:pt x="0" y="3963"/>
                    <a:pt x="10" y="4306"/>
                    <a:pt x="223" y="4306"/>
                  </a:cubicBezTo>
                  <a:cubicBezTo>
                    <a:pt x="241" y="4306"/>
                    <a:pt x="260" y="4304"/>
                    <a:pt x="280" y="4299"/>
                  </a:cubicBezTo>
                  <a:cubicBezTo>
                    <a:pt x="280" y="4299"/>
                    <a:pt x="414" y="4299"/>
                    <a:pt x="614" y="4266"/>
                  </a:cubicBezTo>
                  <a:cubicBezTo>
                    <a:pt x="680" y="4232"/>
                    <a:pt x="814" y="4232"/>
                    <a:pt x="981" y="4199"/>
                  </a:cubicBezTo>
                  <a:cubicBezTo>
                    <a:pt x="1114" y="4132"/>
                    <a:pt x="1281" y="4099"/>
                    <a:pt x="1481" y="4065"/>
                  </a:cubicBezTo>
                  <a:cubicBezTo>
                    <a:pt x="2182" y="3799"/>
                    <a:pt x="3282" y="3365"/>
                    <a:pt x="4116" y="2398"/>
                  </a:cubicBezTo>
                  <a:cubicBezTo>
                    <a:pt x="4250" y="2264"/>
                    <a:pt x="4316" y="2131"/>
                    <a:pt x="4416" y="2031"/>
                  </a:cubicBezTo>
                  <a:cubicBezTo>
                    <a:pt x="4483" y="1897"/>
                    <a:pt x="4617" y="1730"/>
                    <a:pt x="4683" y="1597"/>
                  </a:cubicBezTo>
                  <a:lnTo>
                    <a:pt x="4817" y="1397"/>
                  </a:lnTo>
                  <a:lnTo>
                    <a:pt x="4850" y="1364"/>
                  </a:lnTo>
                  <a:lnTo>
                    <a:pt x="4917" y="1297"/>
                  </a:lnTo>
                  <a:lnTo>
                    <a:pt x="4950" y="1364"/>
                  </a:lnTo>
                  <a:lnTo>
                    <a:pt x="4984" y="1397"/>
                  </a:lnTo>
                  <a:cubicBezTo>
                    <a:pt x="5084" y="1430"/>
                    <a:pt x="5117" y="1530"/>
                    <a:pt x="5184" y="1564"/>
                  </a:cubicBezTo>
                  <a:lnTo>
                    <a:pt x="5617" y="1864"/>
                  </a:lnTo>
                  <a:cubicBezTo>
                    <a:pt x="5918" y="2031"/>
                    <a:pt x="6184" y="2231"/>
                    <a:pt x="6518" y="2364"/>
                  </a:cubicBezTo>
                  <a:cubicBezTo>
                    <a:pt x="7371" y="2748"/>
                    <a:pt x="8278" y="2914"/>
                    <a:pt x="9135" y="2914"/>
                  </a:cubicBezTo>
                  <a:cubicBezTo>
                    <a:pt x="9619" y="2914"/>
                    <a:pt x="10087" y="2861"/>
                    <a:pt x="10521" y="2765"/>
                  </a:cubicBezTo>
                  <a:cubicBezTo>
                    <a:pt x="11121" y="2598"/>
                    <a:pt x="11788" y="2398"/>
                    <a:pt x="12355" y="2064"/>
                  </a:cubicBezTo>
                  <a:cubicBezTo>
                    <a:pt x="12522" y="1964"/>
                    <a:pt x="12656" y="1864"/>
                    <a:pt x="12822" y="1764"/>
                  </a:cubicBezTo>
                  <a:cubicBezTo>
                    <a:pt x="12956" y="1630"/>
                    <a:pt x="13123" y="1564"/>
                    <a:pt x="13256" y="1430"/>
                  </a:cubicBezTo>
                  <a:cubicBezTo>
                    <a:pt x="13423" y="1364"/>
                    <a:pt x="13523" y="1230"/>
                    <a:pt x="13656" y="1097"/>
                  </a:cubicBezTo>
                  <a:lnTo>
                    <a:pt x="13690" y="1063"/>
                  </a:lnTo>
                  <a:lnTo>
                    <a:pt x="13790" y="1197"/>
                  </a:lnTo>
                  <a:lnTo>
                    <a:pt x="14123" y="1564"/>
                  </a:lnTo>
                  <a:lnTo>
                    <a:pt x="14490" y="1931"/>
                  </a:lnTo>
                  <a:cubicBezTo>
                    <a:pt x="14624" y="2064"/>
                    <a:pt x="14791" y="2131"/>
                    <a:pt x="14924" y="2264"/>
                  </a:cubicBezTo>
                  <a:cubicBezTo>
                    <a:pt x="15491" y="2631"/>
                    <a:pt x="16125" y="2898"/>
                    <a:pt x="16759" y="3065"/>
                  </a:cubicBezTo>
                  <a:cubicBezTo>
                    <a:pt x="17387" y="3222"/>
                    <a:pt x="17997" y="3269"/>
                    <a:pt x="18541" y="3269"/>
                  </a:cubicBezTo>
                  <a:cubicBezTo>
                    <a:pt x="19037" y="3269"/>
                    <a:pt x="19478" y="3230"/>
                    <a:pt x="19827" y="3198"/>
                  </a:cubicBezTo>
                  <a:cubicBezTo>
                    <a:pt x="20595" y="3098"/>
                    <a:pt x="21028" y="3031"/>
                    <a:pt x="21028" y="3031"/>
                  </a:cubicBezTo>
                  <a:cubicBezTo>
                    <a:pt x="21295" y="2965"/>
                    <a:pt x="21195" y="2698"/>
                    <a:pt x="20995" y="2598"/>
                  </a:cubicBezTo>
                  <a:cubicBezTo>
                    <a:pt x="20995" y="2598"/>
                    <a:pt x="20528" y="2698"/>
                    <a:pt x="19794" y="2731"/>
                  </a:cubicBezTo>
                  <a:cubicBezTo>
                    <a:pt x="19602" y="2740"/>
                    <a:pt x="19394" y="2746"/>
                    <a:pt x="19171" y="2746"/>
                  </a:cubicBezTo>
                  <a:cubicBezTo>
                    <a:pt x="18504" y="2746"/>
                    <a:pt x="17709" y="2689"/>
                    <a:pt x="16859" y="2464"/>
                  </a:cubicBezTo>
                  <a:cubicBezTo>
                    <a:pt x="16292" y="2364"/>
                    <a:pt x="15758" y="2097"/>
                    <a:pt x="15258" y="1730"/>
                  </a:cubicBezTo>
                  <a:cubicBezTo>
                    <a:pt x="15124" y="1630"/>
                    <a:pt x="14991" y="1530"/>
                    <a:pt x="14857" y="1430"/>
                  </a:cubicBezTo>
                  <a:lnTo>
                    <a:pt x="14524" y="1097"/>
                  </a:lnTo>
                  <a:cubicBezTo>
                    <a:pt x="14424" y="963"/>
                    <a:pt x="14324" y="897"/>
                    <a:pt x="14190" y="730"/>
                  </a:cubicBezTo>
                  <a:lnTo>
                    <a:pt x="13690" y="63"/>
                  </a:lnTo>
                  <a:cubicBezTo>
                    <a:pt x="13690" y="40"/>
                    <a:pt x="13674" y="1"/>
                    <a:pt x="13664"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52" name="Google Shape;2952;p24"/>
            <p:cNvSpPr/>
            <p:nvPr/>
          </p:nvSpPr>
          <p:spPr>
            <a:xfrm>
              <a:off x="290747" y="3605609"/>
              <a:ext cx="250070" cy="96793"/>
            </a:xfrm>
            <a:custGeom>
              <a:avLst/>
              <a:gdLst/>
              <a:ahLst/>
              <a:cxnLst/>
              <a:rect l="l" t="t" r="r" b="b"/>
              <a:pathLst>
                <a:path w="10342" h="4003" extrusionOk="0">
                  <a:moveTo>
                    <a:pt x="5338" y="0"/>
                  </a:moveTo>
                  <a:lnTo>
                    <a:pt x="5304" y="33"/>
                  </a:lnTo>
                  <a:lnTo>
                    <a:pt x="5171" y="234"/>
                  </a:lnTo>
                  <a:cubicBezTo>
                    <a:pt x="5004" y="500"/>
                    <a:pt x="4904" y="734"/>
                    <a:pt x="4737" y="1034"/>
                  </a:cubicBezTo>
                  <a:cubicBezTo>
                    <a:pt x="4670" y="1134"/>
                    <a:pt x="4637" y="1168"/>
                    <a:pt x="4604" y="1234"/>
                  </a:cubicBezTo>
                  <a:lnTo>
                    <a:pt x="4470" y="1468"/>
                  </a:lnTo>
                  <a:cubicBezTo>
                    <a:pt x="4404" y="1635"/>
                    <a:pt x="4270" y="1735"/>
                    <a:pt x="4170" y="1868"/>
                  </a:cubicBezTo>
                  <a:cubicBezTo>
                    <a:pt x="4103" y="2002"/>
                    <a:pt x="3970" y="2135"/>
                    <a:pt x="3837" y="2235"/>
                  </a:cubicBezTo>
                  <a:cubicBezTo>
                    <a:pt x="3636" y="2502"/>
                    <a:pt x="3336" y="2669"/>
                    <a:pt x="3103" y="2869"/>
                  </a:cubicBezTo>
                  <a:cubicBezTo>
                    <a:pt x="2969" y="2969"/>
                    <a:pt x="2802" y="3002"/>
                    <a:pt x="2669" y="3069"/>
                  </a:cubicBezTo>
                  <a:cubicBezTo>
                    <a:pt x="2569" y="3136"/>
                    <a:pt x="2436" y="3202"/>
                    <a:pt x="2269" y="3236"/>
                  </a:cubicBezTo>
                  <a:cubicBezTo>
                    <a:pt x="1969" y="3336"/>
                    <a:pt x="1735" y="3469"/>
                    <a:pt x="1468" y="3469"/>
                  </a:cubicBezTo>
                  <a:cubicBezTo>
                    <a:pt x="1235" y="3503"/>
                    <a:pt x="1001" y="3536"/>
                    <a:pt x="801" y="3536"/>
                  </a:cubicBezTo>
                  <a:lnTo>
                    <a:pt x="167" y="3536"/>
                  </a:lnTo>
                  <a:cubicBezTo>
                    <a:pt x="67" y="3536"/>
                    <a:pt x="0" y="3903"/>
                    <a:pt x="134" y="3903"/>
                  </a:cubicBezTo>
                  <a:cubicBezTo>
                    <a:pt x="134" y="3903"/>
                    <a:pt x="401" y="3903"/>
                    <a:pt x="801" y="3970"/>
                  </a:cubicBezTo>
                  <a:cubicBezTo>
                    <a:pt x="1001" y="3970"/>
                    <a:pt x="1268" y="3903"/>
                    <a:pt x="1568" y="3903"/>
                  </a:cubicBezTo>
                  <a:cubicBezTo>
                    <a:pt x="1835" y="3903"/>
                    <a:pt x="2135" y="3836"/>
                    <a:pt x="2469" y="3736"/>
                  </a:cubicBezTo>
                  <a:cubicBezTo>
                    <a:pt x="2636" y="3736"/>
                    <a:pt x="2802" y="3669"/>
                    <a:pt x="2969" y="3569"/>
                  </a:cubicBezTo>
                  <a:lnTo>
                    <a:pt x="3470" y="3336"/>
                  </a:lnTo>
                  <a:cubicBezTo>
                    <a:pt x="3770" y="3136"/>
                    <a:pt x="4103" y="2969"/>
                    <a:pt x="4337" y="2669"/>
                  </a:cubicBezTo>
                  <a:cubicBezTo>
                    <a:pt x="4470" y="2502"/>
                    <a:pt x="4604" y="2368"/>
                    <a:pt x="4737" y="2235"/>
                  </a:cubicBezTo>
                  <a:cubicBezTo>
                    <a:pt x="4837" y="2135"/>
                    <a:pt x="4937" y="1968"/>
                    <a:pt x="5071" y="1835"/>
                  </a:cubicBezTo>
                  <a:lnTo>
                    <a:pt x="5238" y="1635"/>
                  </a:lnTo>
                  <a:cubicBezTo>
                    <a:pt x="5271" y="1568"/>
                    <a:pt x="5304" y="1501"/>
                    <a:pt x="5338" y="1401"/>
                  </a:cubicBezTo>
                  <a:lnTo>
                    <a:pt x="5338" y="1368"/>
                  </a:lnTo>
                  <a:lnTo>
                    <a:pt x="5471" y="1568"/>
                  </a:lnTo>
                  <a:cubicBezTo>
                    <a:pt x="5671" y="1868"/>
                    <a:pt x="5938" y="2168"/>
                    <a:pt x="6172" y="2402"/>
                  </a:cubicBezTo>
                  <a:cubicBezTo>
                    <a:pt x="6672" y="2969"/>
                    <a:pt x="7306" y="3403"/>
                    <a:pt x="7939" y="3669"/>
                  </a:cubicBezTo>
                  <a:cubicBezTo>
                    <a:pt x="8573" y="3903"/>
                    <a:pt x="9140" y="4003"/>
                    <a:pt x="9574" y="4003"/>
                  </a:cubicBezTo>
                  <a:cubicBezTo>
                    <a:pt x="9774" y="4003"/>
                    <a:pt x="9941" y="3970"/>
                    <a:pt x="10074" y="3970"/>
                  </a:cubicBezTo>
                  <a:cubicBezTo>
                    <a:pt x="10174" y="3903"/>
                    <a:pt x="10241" y="3903"/>
                    <a:pt x="10241" y="3903"/>
                  </a:cubicBezTo>
                  <a:cubicBezTo>
                    <a:pt x="10341" y="3870"/>
                    <a:pt x="10308" y="3569"/>
                    <a:pt x="10241" y="3569"/>
                  </a:cubicBezTo>
                  <a:lnTo>
                    <a:pt x="10074" y="3569"/>
                  </a:lnTo>
                  <a:cubicBezTo>
                    <a:pt x="10030" y="3592"/>
                    <a:pt x="9985" y="3599"/>
                    <a:pt x="9938" y="3599"/>
                  </a:cubicBezTo>
                  <a:cubicBezTo>
                    <a:pt x="9845" y="3599"/>
                    <a:pt x="9741" y="3569"/>
                    <a:pt x="9607" y="3569"/>
                  </a:cubicBezTo>
                  <a:cubicBezTo>
                    <a:pt x="9240" y="3536"/>
                    <a:pt x="8740" y="3403"/>
                    <a:pt x="8173" y="3169"/>
                  </a:cubicBezTo>
                  <a:cubicBezTo>
                    <a:pt x="7639" y="2869"/>
                    <a:pt x="7139" y="2469"/>
                    <a:pt x="6672" y="1968"/>
                  </a:cubicBezTo>
                  <a:cubicBezTo>
                    <a:pt x="6438" y="1701"/>
                    <a:pt x="6272" y="1401"/>
                    <a:pt x="6071" y="1168"/>
                  </a:cubicBezTo>
                  <a:cubicBezTo>
                    <a:pt x="5971" y="1068"/>
                    <a:pt x="5938" y="1001"/>
                    <a:pt x="5905" y="901"/>
                  </a:cubicBezTo>
                  <a:cubicBezTo>
                    <a:pt x="5805" y="801"/>
                    <a:pt x="5738" y="634"/>
                    <a:pt x="5638" y="500"/>
                  </a:cubicBezTo>
                  <a:cubicBezTo>
                    <a:pt x="5571" y="367"/>
                    <a:pt x="5471" y="200"/>
                    <a:pt x="5404" y="67"/>
                  </a:cubicBezTo>
                  <a:lnTo>
                    <a:pt x="5338" y="0"/>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53" name="Google Shape;2953;p24"/>
            <p:cNvSpPr/>
            <p:nvPr/>
          </p:nvSpPr>
          <p:spPr>
            <a:xfrm>
              <a:off x="1361075" y="3729821"/>
              <a:ext cx="252488" cy="70992"/>
            </a:xfrm>
            <a:custGeom>
              <a:avLst/>
              <a:gdLst/>
              <a:ahLst/>
              <a:cxnLst/>
              <a:rect l="l" t="t" r="r" b="b"/>
              <a:pathLst>
                <a:path w="10442" h="2936" extrusionOk="0">
                  <a:moveTo>
                    <a:pt x="5338" y="0"/>
                  </a:moveTo>
                  <a:lnTo>
                    <a:pt x="5204" y="167"/>
                  </a:lnTo>
                  <a:cubicBezTo>
                    <a:pt x="5071" y="334"/>
                    <a:pt x="4904" y="500"/>
                    <a:pt x="4737" y="667"/>
                  </a:cubicBezTo>
                  <a:lnTo>
                    <a:pt x="4604" y="834"/>
                  </a:lnTo>
                  <a:lnTo>
                    <a:pt x="4437" y="934"/>
                  </a:lnTo>
                  <a:cubicBezTo>
                    <a:pt x="4337" y="1034"/>
                    <a:pt x="4237" y="1168"/>
                    <a:pt x="4103" y="1234"/>
                  </a:cubicBezTo>
                  <a:lnTo>
                    <a:pt x="3736" y="1501"/>
                  </a:lnTo>
                  <a:lnTo>
                    <a:pt x="3536" y="1601"/>
                  </a:lnTo>
                  <a:lnTo>
                    <a:pt x="3336" y="1701"/>
                  </a:lnTo>
                  <a:cubicBezTo>
                    <a:pt x="3169" y="1768"/>
                    <a:pt x="3036" y="1868"/>
                    <a:pt x="2902" y="1901"/>
                  </a:cubicBezTo>
                  <a:cubicBezTo>
                    <a:pt x="2602" y="2002"/>
                    <a:pt x="2369" y="2102"/>
                    <a:pt x="2069" y="2168"/>
                  </a:cubicBezTo>
                  <a:cubicBezTo>
                    <a:pt x="1535" y="2268"/>
                    <a:pt x="1034" y="2368"/>
                    <a:pt x="701" y="2435"/>
                  </a:cubicBezTo>
                  <a:cubicBezTo>
                    <a:pt x="334" y="2502"/>
                    <a:pt x="100" y="2535"/>
                    <a:pt x="100" y="2535"/>
                  </a:cubicBezTo>
                  <a:cubicBezTo>
                    <a:pt x="0" y="2569"/>
                    <a:pt x="34" y="2902"/>
                    <a:pt x="167" y="2902"/>
                  </a:cubicBezTo>
                  <a:cubicBezTo>
                    <a:pt x="167" y="2902"/>
                    <a:pt x="367" y="2902"/>
                    <a:pt x="734" y="2869"/>
                  </a:cubicBezTo>
                  <a:cubicBezTo>
                    <a:pt x="1101" y="2802"/>
                    <a:pt x="1602" y="2769"/>
                    <a:pt x="2202" y="2669"/>
                  </a:cubicBezTo>
                  <a:cubicBezTo>
                    <a:pt x="2502" y="2602"/>
                    <a:pt x="2769" y="2535"/>
                    <a:pt x="3103" y="2435"/>
                  </a:cubicBezTo>
                  <a:cubicBezTo>
                    <a:pt x="3269" y="2402"/>
                    <a:pt x="3403" y="2335"/>
                    <a:pt x="3570" y="2268"/>
                  </a:cubicBezTo>
                  <a:lnTo>
                    <a:pt x="3836" y="2202"/>
                  </a:lnTo>
                  <a:lnTo>
                    <a:pt x="4037" y="2068"/>
                  </a:lnTo>
                  <a:cubicBezTo>
                    <a:pt x="4203" y="1968"/>
                    <a:pt x="4370" y="1901"/>
                    <a:pt x="4504" y="1835"/>
                  </a:cubicBezTo>
                  <a:cubicBezTo>
                    <a:pt x="4670" y="1735"/>
                    <a:pt x="4770" y="1601"/>
                    <a:pt x="4904" y="1535"/>
                  </a:cubicBezTo>
                  <a:lnTo>
                    <a:pt x="5104" y="1368"/>
                  </a:lnTo>
                  <a:lnTo>
                    <a:pt x="5271" y="1201"/>
                  </a:lnTo>
                  <a:lnTo>
                    <a:pt x="5371" y="1101"/>
                  </a:lnTo>
                  <a:lnTo>
                    <a:pt x="5404" y="1068"/>
                  </a:lnTo>
                  <a:lnTo>
                    <a:pt x="5704" y="1368"/>
                  </a:lnTo>
                  <a:cubicBezTo>
                    <a:pt x="5838" y="1501"/>
                    <a:pt x="5938" y="1568"/>
                    <a:pt x="6071" y="1701"/>
                  </a:cubicBezTo>
                  <a:cubicBezTo>
                    <a:pt x="6205" y="1768"/>
                    <a:pt x="6305" y="1901"/>
                    <a:pt x="6472" y="2002"/>
                  </a:cubicBezTo>
                  <a:cubicBezTo>
                    <a:pt x="7072" y="2402"/>
                    <a:pt x="7706" y="2602"/>
                    <a:pt x="8273" y="2769"/>
                  </a:cubicBezTo>
                  <a:cubicBezTo>
                    <a:pt x="8573" y="2835"/>
                    <a:pt x="8873" y="2869"/>
                    <a:pt x="9107" y="2902"/>
                  </a:cubicBezTo>
                  <a:cubicBezTo>
                    <a:pt x="9374" y="2902"/>
                    <a:pt x="9607" y="2936"/>
                    <a:pt x="9774" y="2936"/>
                  </a:cubicBezTo>
                  <a:lnTo>
                    <a:pt x="10374" y="2936"/>
                  </a:lnTo>
                  <a:cubicBezTo>
                    <a:pt x="10441" y="2936"/>
                    <a:pt x="10441" y="2602"/>
                    <a:pt x="10241" y="2535"/>
                  </a:cubicBezTo>
                  <a:cubicBezTo>
                    <a:pt x="10241" y="2535"/>
                    <a:pt x="10041" y="2535"/>
                    <a:pt x="9707" y="2502"/>
                  </a:cubicBezTo>
                  <a:cubicBezTo>
                    <a:pt x="9507" y="2502"/>
                    <a:pt x="9340" y="2435"/>
                    <a:pt x="9074" y="2402"/>
                  </a:cubicBezTo>
                  <a:cubicBezTo>
                    <a:pt x="8840" y="2368"/>
                    <a:pt x="8573" y="2268"/>
                    <a:pt x="8340" y="2202"/>
                  </a:cubicBezTo>
                  <a:cubicBezTo>
                    <a:pt x="7839" y="2035"/>
                    <a:pt x="7239" y="1768"/>
                    <a:pt x="6772" y="1401"/>
                  </a:cubicBezTo>
                  <a:cubicBezTo>
                    <a:pt x="6672" y="1334"/>
                    <a:pt x="6572" y="1201"/>
                    <a:pt x="6438" y="1101"/>
                  </a:cubicBezTo>
                  <a:cubicBezTo>
                    <a:pt x="6338" y="1034"/>
                    <a:pt x="6238" y="901"/>
                    <a:pt x="6105" y="834"/>
                  </a:cubicBezTo>
                  <a:cubicBezTo>
                    <a:pt x="6005" y="701"/>
                    <a:pt x="5905" y="567"/>
                    <a:pt x="5771" y="434"/>
                  </a:cubicBezTo>
                  <a:cubicBezTo>
                    <a:pt x="5704" y="334"/>
                    <a:pt x="5571" y="234"/>
                    <a:pt x="5504" y="100"/>
                  </a:cubicBezTo>
                  <a:cubicBezTo>
                    <a:pt x="5404" y="67"/>
                    <a:pt x="5371" y="33"/>
                    <a:pt x="5338"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54" name="Google Shape;2954;p24"/>
            <p:cNvSpPr/>
            <p:nvPr/>
          </p:nvSpPr>
          <p:spPr>
            <a:xfrm>
              <a:off x="165906" y="4659784"/>
              <a:ext cx="272291" cy="115387"/>
            </a:xfrm>
            <a:custGeom>
              <a:avLst/>
              <a:gdLst/>
              <a:ahLst/>
              <a:cxnLst/>
              <a:rect l="l" t="t" r="r" b="b"/>
              <a:pathLst>
                <a:path w="11261" h="4772" extrusionOk="0">
                  <a:moveTo>
                    <a:pt x="6931" y="1"/>
                  </a:moveTo>
                  <a:lnTo>
                    <a:pt x="6898" y="34"/>
                  </a:lnTo>
                  <a:lnTo>
                    <a:pt x="6798" y="168"/>
                  </a:lnTo>
                  <a:cubicBezTo>
                    <a:pt x="6731" y="335"/>
                    <a:pt x="6598" y="468"/>
                    <a:pt x="6498" y="635"/>
                  </a:cubicBezTo>
                  <a:cubicBezTo>
                    <a:pt x="6331" y="868"/>
                    <a:pt x="6064" y="1335"/>
                    <a:pt x="5997" y="1369"/>
                  </a:cubicBezTo>
                  <a:cubicBezTo>
                    <a:pt x="5630" y="1936"/>
                    <a:pt x="5130" y="2536"/>
                    <a:pt x="4563" y="3003"/>
                  </a:cubicBezTo>
                  <a:cubicBezTo>
                    <a:pt x="3963" y="3470"/>
                    <a:pt x="3295" y="3837"/>
                    <a:pt x="2628" y="3970"/>
                  </a:cubicBezTo>
                  <a:cubicBezTo>
                    <a:pt x="2370" y="4035"/>
                    <a:pt x="2126" y="4060"/>
                    <a:pt x="1900" y="4060"/>
                  </a:cubicBezTo>
                  <a:cubicBezTo>
                    <a:pt x="1542" y="4060"/>
                    <a:pt x="1226" y="3998"/>
                    <a:pt x="960" y="3937"/>
                  </a:cubicBezTo>
                  <a:cubicBezTo>
                    <a:pt x="760" y="3870"/>
                    <a:pt x="594" y="3804"/>
                    <a:pt x="460" y="3770"/>
                  </a:cubicBezTo>
                  <a:cubicBezTo>
                    <a:pt x="327" y="3704"/>
                    <a:pt x="293" y="3670"/>
                    <a:pt x="293" y="3670"/>
                  </a:cubicBezTo>
                  <a:cubicBezTo>
                    <a:pt x="286" y="3669"/>
                    <a:pt x="279" y="3668"/>
                    <a:pt x="272" y="3668"/>
                  </a:cubicBezTo>
                  <a:cubicBezTo>
                    <a:pt x="143" y="3668"/>
                    <a:pt x="0" y="3941"/>
                    <a:pt x="127" y="4004"/>
                  </a:cubicBezTo>
                  <a:cubicBezTo>
                    <a:pt x="127" y="4004"/>
                    <a:pt x="160" y="4037"/>
                    <a:pt x="293" y="4104"/>
                  </a:cubicBezTo>
                  <a:cubicBezTo>
                    <a:pt x="393" y="4137"/>
                    <a:pt x="594" y="4204"/>
                    <a:pt x="794" y="4304"/>
                  </a:cubicBezTo>
                  <a:cubicBezTo>
                    <a:pt x="1103" y="4423"/>
                    <a:pt x="1549" y="4525"/>
                    <a:pt x="2046" y="4525"/>
                  </a:cubicBezTo>
                  <a:cubicBezTo>
                    <a:pt x="2245" y="4525"/>
                    <a:pt x="2452" y="4509"/>
                    <a:pt x="2662" y="4471"/>
                  </a:cubicBezTo>
                  <a:cubicBezTo>
                    <a:pt x="3462" y="4337"/>
                    <a:pt x="4263" y="3970"/>
                    <a:pt x="4930" y="3470"/>
                  </a:cubicBezTo>
                  <a:cubicBezTo>
                    <a:pt x="5597" y="2970"/>
                    <a:pt x="6131" y="2303"/>
                    <a:pt x="6564" y="1702"/>
                  </a:cubicBezTo>
                  <a:cubicBezTo>
                    <a:pt x="6613" y="1590"/>
                    <a:pt x="6630" y="1562"/>
                    <a:pt x="6635" y="1557"/>
                  </a:cubicBezTo>
                  <a:lnTo>
                    <a:pt x="6635" y="1557"/>
                  </a:lnTo>
                  <a:cubicBezTo>
                    <a:pt x="6635" y="1557"/>
                    <a:pt x="6635" y="1557"/>
                    <a:pt x="6635" y="1557"/>
                  </a:cubicBezTo>
                  <a:cubicBezTo>
                    <a:pt x="6636" y="1557"/>
                    <a:pt x="6637" y="1556"/>
                    <a:pt x="6636" y="1556"/>
                  </a:cubicBezTo>
                  <a:cubicBezTo>
                    <a:pt x="6636" y="1556"/>
                    <a:pt x="6636" y="1556"/>
                    <a:pt x="6635" y="1557"/>
                  </a:cubicBezTo>
                  <a:lnTo>
                    <a:pt x="6635" y="1557"/>
                  </a:lnTo>
                  <a:cubicBezTo>
                    <a:pt x="6633" y="1556"/>
                    <a:pt x="6631" y="1552"/>
                    <a:pt x="6631" y="1535"/>
                  </a:cubicBezTo>
                  <a:lnTo>
                    <a:pt x="6631" y="1535"/>
                  </a:lnTo>
                  <a:lnTo>
                    <a:pt x="6665" y="1602"/>
                  </a:lnTo>
                  <a:lnTo>
                    <a:pt x="6931" y="2102"/>
                  </a:lnTo>
                  <a:cubicBezTo>
                    <a:pt x="7332" y="2836"/>
                    <a:pt x="7932" y="3503"/>
                    <a:pt x="8599" y="3904"/>
                  </a:cubicBezTo>
                  <a:cubicBezTo>
                    <a:pt x="8666" y="3970"/>
                    <a:pt x="8766" y="4004"/>
                    <a:pt x="8833" y="4037"/>
                  </a:cubicBezTo>
                  <a:lnTo>
                    <a:pt x="9100" y="4171"/>
                  </a:lnTo>
                  <a:cubicBezTo>
                    <a:pt x="9266" y="4271"/>
                    <a:pt x="9433" y="4304"/>
                    <a:pt x="9567" y="4371"/>
                  </a:cubicBezTo>
                  <a:cubicBezTo>
                    <a:pt x="9833" y="4471"/>
                    <a:pt x="10134" y="4571"/>
                    <a:pt x="10334" y="4638"/>
                  </a:cubicBezTo>
                  <a:cubicBezTo>
                    <a:pt x="10801" y="4738"/>
                    <a:pt x="11101" y="4771"/>
                    <a:pt x="11101" y="4771"/>
                  </a:cubicBezTo>
                  <a:cubicBezTo>
                    <a:pt x="11221" y="4771"/>
                    <a:pt x="11260" y="4528"/>
                    <a:pt x="11194" y="4528"/>
                  </a:cubicBezTo>
                  <a:cubicBezTo>
                    <a:pt x="11186" y="4528"/>
                    <a:pt x="11178" y="4531"/>
                    <a:pt x="11168" y="4538"/>
                  </a:cubicBezTo>
                  <a:cubicBezTo>
                    <a:pt x="11168" y="4538"/>
                    <a:pt x="10934" y="4471"/>
                    <a:pt x="10501" y="4371"/>
                  </a:cubicBezTo>
                  <a:cubicBezTo>
                    <a:pt x="10300" y="4304"/>
                    <a:pt x="10100" y="4204"/>
                    <a:pt x="9800" y="4104"/>
                  </a:cubicBezTo>
                  <a:cubicBezTo>
                    <a:pt x="9633" y="4037"/>
                    <a:pt x="9500" y="3970"/>
                    <a:pt x="9400" y="3870"/>
                  </a:cubicBezTo>
                  <a:cubicBezTo>
                    <a:pt x="9300" y="3837"/>
                    <a:pt x="9266" y="3804"/>
                    <a:pt x="9166" y="3770"/>
                  </a:cubicBezTo>
                  <a:cubicBezTo>
                    <a:pt x="9100" y="3704"/>
                    <a:pt x="9066" y="3637"/>
                    <a:pt x="8966" y="3604"/>
                  </a:cubicBezTo>
                  <a:cubicBezTo>
                    <a:pt x="8432" y="3203"/>
                    <a:pt x="7932" y="2603"/>
                    <a:pt x="7599" y="1936"/>
                  </a:cubicBezTo>
                  <a:lnTo>
                    <a:pt x="7465" y="1669"/>
                  </a:lnTo>
                  <a:lnTo>
                    <a:pt x="7432" y="1535"/>
                  </a:lnTo>
                  <a:lnTo>
                    <a:pt x="7398" y="1469"/>
                  </a:lnTo>
                  <a:lnTo>
                    <a:pt x="7332" y="1335"/>
                  </a:lnTo>
                  <a:cubicBezTo>
                    <a:pt x="7232" y="1002"/>
                    <a:pt x="7132" y="635"/>
                    <a:pt x="6998" y="301"/>
                  </a:cubicBezTo>
                  <a:lnTo>
                    <a:pt x="6931" y="34"/>
                  </a:lnTo>
                  <a:lnTo>
                    <a:pt x="6931" y="1"/>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55" name="Google Shape;2955;p24"/>
            <p:cNvSpPr/>
            <p:nvPr/>
          </p:nvSpPr>
          <p:spPr>
            <a:xfrm rot="2507687">
              <a:off x="492095" y="3172939"/>
              <a:ext cx="292139" cy="292139"/>
            </a:xfrm>
            <a:prstGeom prst="mathPlus">
              <a:avLst>
                <a:gd name="adj1" fmla="val 18896"/>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2956" name="Google Shape;2956;p24"/>
          <p:cNvGrpSpPr/>
          <p:nvPr/>
        </p:nvGrpSpPr>
        <p:grpSpPr>
          <a:xfrm>
            <a:off x="8196040" y="-6"/>
            <a:ext cx="1489301" cy="2879129"/>
            <a:chOff x="9389648" y="991722"/>
            <a:chExt cx="1634619" cy="3160058"/>
          </a:xfrm>
        </p:grpSpPr>
        <p:sp>
          <p:nvSpPr>
            <p:cNvPr id="2957" name="Google Shape;2957;p24"/>
            <p:cNvSpPr/>
            <p:nvPr/>
          </p:nvSpPr>
          <p:spPr>
            <a:xfrm>
              <a:off x="9713224" y="3611398"/>
              <a:ext cx="353969" cy="101250"/>
            </a:xfrm>
            <a:custGeom>
              <a:avLst/>
              <a:gdLst/>
              <a:ahLst/>
              <a:cxnLst/>
              <a:rect l="l" t="t" r="r" b="b"/>
              <a:pathLst>
                <a:path w="15711" h="4494" extrusionOk="0">
                  <a:moveTo>
                    <a:pt x="12157" y="0"/>
                  </a:moveTo>
                  <a:lnTo>
                    <a:pt x="12124" y="67"/>
                  </a:lnTo>
                  <a:cubicBezTo>
                    <a:pt x="11957" y="301"/>
                    <a:pt x="11824" y="467"/>
                    <a:pt x="11657" y="668"/>
                  </a:cubicBezTo>
                  <a:cubicBezTo>
                    <a:pt x="11557" y="734"/>
                    <a:pt x="11490" y="868"/>
                    <a:pt x="11390" y="968"/>
                  </a:cubicBezTo>
                  <a:lnTo>
                    <a:pt x="11290" y="1068"/>
                  </a:lnTo>
                  <a:lnTo>
                    <a:pt x="11023" y="1335"/>
                  </a:lnTo>
                  <a:cubicBezTo>
                    <a:pt x="10289" y="2002"/>
                    <a:pt x="9355" y="2402"/>
                    <a:pt x="8521" y="2569"/>
                  </a:cubicBezTo>
                  <a:cubicBezTo>
                    <a:pt x="8388" y="2636"/>
                    <a:pt x="8321" y="2636"/>
                    <a:pt x="8188" y="2669"/>
                  </a:cubicBezTo>
                  <a:cubicBezTo>
                    <a:pt x="8054" y="2702"/>
                    <a:pt x="7988" y="2702"/>
                    <a:pt x="7854" y="2702"/>
                  </a:cubicBezTo>
                  <a:cubicBezTo>
                    <a:pt x="7776" y="2714"/>
                    <a:pt x="7699" y="2717"/>
                    <a:pt x="7621" y="2717"/>
                  </a:cubicBezTo>
                  <a:cubicBezTo>
                    <a:pt x="7465" y="2717"/>
                    <a:pt x="7309" y="2702"/>
                    <a:pt x="7154" y="2702"/>
                  </a:cubicBezTo>
                  <a:cubicBezTo>
                    <a:pt x="6687" y="2669"/>
                    <a:pt x="6186" y="2536"/>
                    <a:pt x="5786" y="2335"/>
                  </a:cubicBezTo>
                  <a:cubicBezTo>
                    <a:pt x="5553" y="2235"/>
                    <a:pt x="5352" y="2069"/>
                    <a:pt x="5152" y="1969"/>
                  </a:cubicBezTo>
                  <a:cubicBezTo>
                    <a:pt x="4986" y="1835"/>
                    <a:pt x="4785" y="1668"/>
                    <a:pt x="4619" y="1502"/>
                  </a:cubicBezTo>
                  <a:cubicBezTo>
                    <a:pt x="4485" y="1368"/>
                    <a:pt x="4385" y="1235"/>
                    <a:pt x="4285" y="1135"/>
                  </a:cubicBezTo>
                  <a:lnTo>
                    <a:pt x="4052" y="868"/>
                  </a:lnTo>
                  <a:lnTo>
                    <a:pt x="4018" y="801"/>
                  </a:lnTo>
                  <a:cubicBezTo>
                    <a:pt x="4018" y="794"/>
                    <a:pt x="4017" y="792"/>
                    <a:pt x="4015" y="792"/>
                  </a:cubicBezTo>
                  <a:cubicBezTo>
                    <a:pt x="4006" y="792"/>
                    <a:pt x="3985" y="834"/>
                    <a:pt x="3985" y="834"/>
                  </a:cubicBezTo>
                  <a:lnTo>
                    <a:pt x="3851" y="968"/>
                  </a:lnTo>
                  <a:lnTo>
                    <a:pt x="3651" y="1201"/>
                  </a:lnTo>
                  <a:lnTo>
                    <a:pt x="3484" y="1368"/>
                  </a:lnTo>
                  <a:cubicBezTo>
                    <a:pt x="3384" y="1468"/>
                    <a:pt x="3318" y="1502"/>
                    <a:pt x="3218" y="1602"/>
                  </a:cubicBezTo>
                  <a:cubicBezTo>
                    <a:pt x="2517" y="2069"/>
                    <a:pt x="1650" y="2069"/>
                    <a:pt x="1049" y="2302"/>
                  </a:cubicBezTo>
                  <a:cubicBezTo>
                    <a:pt x="482" y="2469"/>
                    <a:pt x="149" y="2669"/>
                    <a:pt x="149" y="2669"/>
                  </a:cubicBezTo>
                  <a:cubicBezTo>
                    <a:pt x="0" y="2788"/>
                    <a:pt x="117" y="3013"/>
                    <a:pt x="262" y="3013"/>
                  </a:cubicBezTo>
                  <a:cubicBezTo>
                    <a:pt x="279" y="3013"/>
                    <a:pt x="298" y="3010"/>
                    <a:pt x="316" y="3003"/>
                  </a:cubicBezTo>
                  <a:cubicBezTo>
                    <a:pt x="316" y="3003"/>
                    <a:pt x="582" y="2836"/>
                    <a:pt x="1149" y="2702"/>
                  </a:cubicBezTo>
                  <a:cubicBezTo>
                    <a:pt x="1416" y="2669"/>
                    <a:pt x="1750" y="2636"/>
                    <a:pt x="2184" y="2536"/>
                  </a:cubicBezTo>
                  <a:cubicBezTo>
                    <a:pt x="2584" y="2502"/>
                    <a:pt x="3051" y="2369"/>
                    <a:pt x="3518" y="2069"/>
                  </a:cubicBezTo>
                  <a:cubicBezTo>
                    <a:pt x="3706" y="1974"/>
                    <a:pt x="3984" y="1732"/>
                    <a:pt x="3987" y="1732"/>
                  </a:cubicBezTo>
                  <a:lnTo>
                    <a:pt x="3987" y="1732"/>
                  </a:lnTo>
                  <a:cubicBezTo>
                    <a:pt x="3988" y="1732"/>
                    <a:pt x="3987" y="1733"/>
                    <a:pt x="3985" y="1735"/>
                  </a:cubicBezTo>
                  <a:lnTo>
                    <a:pt x="4018" y="1802"/>
                  </a:lnTo>
                  <a:cubicBezTo>
                    <a:pt x="4052" y="1802"/>
                    <a:pt x="4018" y="1802"/>
                    <a:pt x="4052" y="1835"/>
                  </a:cubicBezTo>
                  <a:lnTo>
                    <a:pt x="4185" y="2002"/>
                  </a:lnTo>
                  <a:cubicBezTo>
                    <a:pt x="4385" y="2202"/>
                    <a:pt x="4619" y="2436"/>
                    <a:pt x="4819" y="2569"/>
                  </a:cubicBezTo>
                  <a:cubicBezTo>
                    <a:pt x="5019" y="2769"/>
                    <a:pt x="5286" y="2903"/>
                    <a:pt x="5519" y="3036"/>
                  </a:cubicBezTo>
                  <a:cubicBezTo>
                    <a:pt x="5986" y="3303"/>
                    <a:pt x="6553" y="3436"/>
                    <a:pt x="7120" y="3503"/>
                  </a:cubicBezTo>
                  <a:cubicBezTo>
                    <a:pt x="7276" y="3503"/>
                    <a:pt x="7461" y="3518"/>
                    <a:pt x="7637" y="3518"/>
                  </a:cubicBezTo>
                  <a:cubicBezTo>
                    <a:pt x="7725" y="3518"/>
                    <a:pt x="7810" y="3514"/>
                    <a:pt x="7888" y="3503"/>
                  </a:cubicBezTo>
                  <a:cubicBezTo>
                    <a:pt x="8021" y="3470"/>
                    <a:pt x="8154" y="3470"/>
                    <a:pt x="8288" y="3470"/>
                  </a:cubicBezTo>
                  <a:cubicBezTo>
                    <a:pt x="8388" y="3436"/>
                    <a:pt x="8521" y="3436"/>
                    <a:pt x="8655" y="3370"/>
                  </a:cubicBezTo>
                  <a:cubicBezTo>
                    <a:pt x="9589" y="3203"/>
                    <a:pt x="10590" y="2669"/>
                    <a:pt x="11423" y="1935"/>
                  </a:cubicBezTo>
                  <a:cubicBezTo>
                    <a:pt x="11557" y="1835"/>
                    <a:pt x="11657" y="1702"/>
                    <a:pt x="11724" y="1635"/>
                  </a:cubicBezTo>
                  <a:lnTo>
                    <a:pt x="11857" y="1468"/>
                  </a:lnTo>
                  <a:lnTo>
                    <a:pt x="11890" y="1435"/>
                  </a:lnTo>
                  <a:cubicBezTo>
                    <a:pt x="11957" y="1435"/>
                    <a:pt x="11957" y="1468"/>
                    <a:pt x="11957" y="1468"/>
                  </a:cubicBezTo>
                  <a:lnTo>
                    <a:pt x="11957" y="1502"/>
                  </a:lnTo>
                  <a:cubicBezTo>
                    <a:pt x="11957" y="1535"/>
                    <a:pt x="11957" y="1502"/>
                    <a:pt x="11991" y="1602"/>
                  </a:cubicBezTo>
                  <a:cubicBezTo>
                    <a:pt x="12024" y="1702"/>
                    <a:pt x="12091" y="1835"/>
                    <a:pt x="12157" y="1969"/>
                  </a:cubicBezTo>
                  <a:cubicBezTo>
                    <a:pt x="12291" y="2169"/>
                    <a:pt x="12458" y="2369"/>
                    <a:pt x="12624" y="2602"/>
                  </a:cubicBezTo>
                  <a:cubicBezTo>
                    <a:pt x="13325" y="3303"/>
                    <a:pt x="14125" y="3670"/>
                    <a:pt x="14626" y="3970"/>
                  </a:cubicBezTo>
                  <a:cubicBezTo>
                    <a:pt x="15126" y="4270"/>
                    <a:pt x="15393" y="4470"/>
                    <a:pt x="15393" y="4470"/>
                  </a:cubicBezTo>
                  <a:cubicBezTo>
                    <a:pt x="15420" y="4486"/>
                    <a:pt x="15446" y="4494"/>
                    <a:pt x="15472" y="4494"/>
                  </a:cubicBezTo>
                  <a:cubicBezTo>
                    <a:pt x="15606" y="4494"/>
                    <a:pt x="15711" y="4289"/>
                    <a:pt x="15626" y="4037"/>
                  </a:cubicBezTo>
                  <a:cubicBezTo>
                    <a:pt x="15626" y="4037"/>
                    <a:pt x="15326" y="3803"/>
                    <a:pt x="14826" y="3470"/>
                  </a:cubicBezTo>
                  <a:cubicBezTo>
                    <a:pt x="14359" y="3136"/>
                    <a:pt x="13625" y="2769"/>
                    <a:pt x="13025" y="2069"/>
                  </a:cubicBezTo>
                  <a:cubicBezTo>
                    <a:pt x="12891" y="1902"/>
                    <a:pt x="12791" y="1735"/>
                    <a:pt x="12658" y="1535"/>
                  </a:cubicBezTo>
                  <a:cubicBezTo>
                    <a:pt x="12624" y="1401"/>
                    <a:pt x="12558" y="1335"/>
                    <a:pt x="12524" y="1201"/>
                  </a:cubicBezTo>
                  <a:lnTo>
                    <a:pt x="12458" y="901"/>
                  </a:lnTo>
                  <a:cubicBezTo>
                    <a:pt x="12391" y="801"/>
                    <a:pt x="12357" y="701"/>
                    <a:pt x="12324" y="568"/>
                  </a:cubicBezTo>
                  <a:lnTo>
                    <a:pt x="12191" y="234"/>
                  </a:lnTo>
                  <a:lnTo>
                    <a:pt x="12157" y="67"/>
                  </a:lnTo>
                  <a:lnTo>
                    <a:pt x="12157" y="34"/>
                  </a:lnTo>
                  <a:lnTo>
                    <a:pt x="1215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58" name="Google Shape;2958;p24"/>
            <p:cNvSpPr/>
            <p:nvPr/>
          </p:nvSpPr>
          <p:spPr>
            <a:xfrm>
              <a:off x="9532444" y="1010332"/>
              <a:ext cx="1491824" cy="3141448"/>
            </a:xfrm>
            <a:custGeom>
              <a:avLst/>
              <a:gdLst/>
              <a:ahLst/>
              <a:cxnLst/>
              <a:rect l="l" t="t" r="r" b="b"/>
              <a:pathLst>
                <a:path w="66215" h="139434" extrusionOk="0">
                  <a:moveTo>
                    <a:pt x="15812" y="0"/>
                  </a:moveTo>
                  <a:cubicBezTo>
                    <a:pt x="15745" y="0"/>
                    <a:pt x="15711" y="134"/>
                    <a:pt x="15711" y="367"/>
                  </a:cubicBezTo>
                  <a:cubicBezTo>
                    <a:pt x="15711" y="634"/>
                    <a:pt x="15745" y="1001"/>
                    <a:pt x="15812" y="1501"/>
                  </a:cubicBezTo>
                  <a:cubicBezTo>
                    <a:pt x="15812" y="1501"/>
                    <a:pt x="15845" y="1535"/>
                    <a:pt x="15845" y="1668"/>
                  </a:cubicBezTo>
                  <a:cubicBezTo>
                    <a:pt x="15845" y="1801"/>
                    <a:pt x="15878" y="1968"/>
                    <a:pt x="15878" y="2168"/>
                  </a:cubicBezTo>
                  <a:cubicBezTo>
                    <a:pt x="15878" y="2368"/>
                    <a:pt x="15912" y="2635"/>
                    <a:pt x="15912" y="2969"/>
                  </a:cubicBezTo>
                  <a:lnTo>
                    <a:pt x="15912" y="3469"/>
                  </a:lnTo>
                  <a:cubicBezTo>
                    <a:pt x="15912" y="3636"/>
                    <a:pt x="15878" y="3836"/>
                    <a:pt x="15878" y="4036"/>
                  </a:cubicBezTo>
                  <a:cubicBezTo>
                    <a:pt x="15812" y="4870"/>
                    <a:pt x="15645" y="5871"/>
                    <a:pt x="15044" y="6872"/>
                  </a:cubicBezTo>
                  <a:cubicBezTo>
                    <a:pt x="14511" y="7906"/>
                    <a:pt x="13543" y="8873"/>
                    <a:pt x="12309" y="9707"/>
                  </a:cubicBezTo>
                  <a:cubicBezTo>
                    <a:pt x="11041" y="10541"/>
                    <a:pt x="9540" y="11308"/>
                    <a:pt x="8006" y="12309"/>
                  </a:cubicBezTo>
                  <a:cubicBezTo>
                    <a:pt x="7239" y="12843"/>
                    <a:pt x="6472" y="13410"/>
                    <a:pt x="5838" y="14210"/>
                  </a:cubicBezTo>
                  <a:cubicBezTo>
                    <a:pt x="5538" y="14577"/>
                    <a:pt x="5204" y="15011"/>
                    <a:pt x="5004" y="15511"/>
                  </a:cubicBezTo>
                  <a:cubicBezTo>
                    <a:pt x="4737" y="15978"/>
                    <a:pt x="4637" y="16512"/>
                    <a:pt x="4503" y="17012"/>
                  </a:cubicBezTo>
                  <a:cubicBezTo>
                    <a:pt x="4303" y="18046"/>
                    <a:pt x="4203" y="19080"/>
                    <a:pt x="4003" y="20148"/>
                  </a:cubicBezTo>
                  <a:cubicBezTo>
                    <a:pt x="4003" y="20248"/>
                    <a:pt x="3970" y="20381"/>
                    <a:pt x="3903" y="20515"/>
                  </a:cubicBezTo>
                  <a:cubicBezTo>
                    <a:pt x="3903" y="20582"/>
                    <a:pt x="3903" y="20582"/>
                    <a:pt x="3870" y="20648"/>
                  </a:cubicBezTo>
                  <a:lnTo>
                    <a:pt x="3803" y="20815"/>
                  </a:lnTo>
                  <a:cubicBezTo>
                    <a:pt x="3670" y="21049"/>
                    <a:pt x="3569" y="21315"/>
                    <a:pt x="3403" y="21516"/>
                  </a:cubicBezTo>
                  <a:cubicBezTo>
                    <a:pt x="3136" y="21983"/>
                    <a:pt x="2836" y="22416"/>
                    <a:pt x="2502" y="22883"/>
                  </a:cubicBezTo>
                  <a:cubicBezTo>
                    <a:pt x="1868" y="23851"/>
                    <a:pt x="1168" y="24851"/>
                    <a:pt x="968" y="26152"/>
                  </a:cubicBezTo>
                  <a:cubicBezTo>
                    <a:pt x="801" y="27386"/>
                    <a:pt x="1168" y="28687"/>
                    <a:pt x="1535" y="29821"/>
                  </a:cubicBezTo>
                  <a:cubicBezTo>
                    <a:pt x="1735" y="30389"/>
                    <a:pt x="1902" y="30922"/>
                    <a:pt x="2035" y="31523"/>
                  </a:cubicBezTo>
                  <a:cubicBezTo>
                    <a:pt x="2068" y="31656"/>
                    <a:pt x="2068" y="31823"/>
                    <a:pt x="2068" y="31923"/>
                  </a:cubicBezTo>
                  <a:lnTo>
                    <a:pt x="2068" y="32156"/>
                  </a:lnTo>
                  <a:lnTo>
                    <a:pt x="2068" y="32323"/>
                  </a:lnTo>
                  <a:cubicBezTo>
                    <a:pt x="2035" y="32557"/>
                    <a:pt x="1968" y="32857"/>
                    <a:pt x="1868" y="33157"/>
                  </a:cubicBezTo>
                  <a:cubicBezTo>
                    <a:pt x="1501" y="34258"/>
                    <a:pt x="734" y="35325"/>
                    <a:pt x="300" y="36593"/>
                  </a:cubicBezTo>
                  <a:cubicBezTo>
                    <a:pt x="167" y="36927"/>
                    <a:pt x="67" y="37260"/>
                    <a:pt x="34" y="37660"/>
                  </a:cubicBezTo>
                  <a:cubicBezTo>
                    <a:pt x="0" y="37827"/>
                    <a:pt x="34" y="38027"/>
                    <a:pt x="34" y="38194"/>
                  </a:cubicBezTo>
                  <a:cubicBezTo>
                    <a:pt x="34" y="38394"/>
                    <a:pt x="67" y="38561"/>
                    <a:pt x="134" y="38728"/>
                  </a:cubicBezTo>
                  <a:cubicBezTo>
                    <a:pt x="234" y="39395"/>
                    <a:pt x="501" y="40029"/>
                    <a:pt x="801" y="40663"/>
                  </a:cubicBezTo>
                  <a:cubicBezTo>
                    <a:pt x="1368" y="41863"/>
                    <a:pt x="2035" y="43031"/>
                    <a:pt x="2736" y="44165"/>
                  </a:cubicBezTo>
                  <a:cubicBezTo>
                    <a:pt x="3069" y="44732"/>
                    <a:pt x="3469" y="45266"/>
                    <a:pt x="3803" y="45866"/>
                  </a:cubicBezTo>
                  <a:cubicBezTo>
                    <a:pt x="3970" y="46100"/>
                    <a:pt x="4137" y="46400"/>
                    <a:pt x="4303" y="46700"/>
                  </a:cubicBezTo>
                  <a:lnTo>
                    <a:pt x="4337" y="46834"/>
                  </a:lnTo>
                  <a:lnTo>
                    <a:pt x="4370" y="46867"/>
                  </a:lnTo>
                  <a:cubicBezTo>
                    <a:pt x="4370" y="46900"/>
                    <a:pt x="4403" y="46934"/>
                    <a:pt x="4403" y="46934"/>
                  </a:cubicBezTo>
                  <a:lnTo>
                    <a:pt x="4570" y="47167"/>
                  </a:lnTo>
                  <a:lnTo>
                    <a:pt x="4904" y="47568"/>
                  </a:lnTo>
                  <a:cubicBezTo>
                    <a:pt x="5838" y="48602"/>
                    <a:pt x="6972" y="49502"/>
                    <a:pt x="8239" y="50069"/>
                  </a:cubicBezTo>
                  <a:cubicBezTo>
                    <a:pt x="9507" y="50670"/>
                    <a:pt x="10875" y="51037"/>
                    <a:pt x="12209" y="51270"/>
                  </a:cubicBezTo>
                  <a:cubicBezTo>
                    <a:pt x="13543" y="51537"/>
                    <a:pt x="14911" y="51670"/>
                    <a:pt x="16245" y="51837"/>
                  </a:cubicBezTo>
                  <a:cubicBezTo>
                    <a:pt x="17579" y="52004"/>
                    <a:pt x="18914" y="52171"/>
                    <a:pt x="20215" y="52404"/>
                  </a:cubicBezTo>
                  <a:cubicBezTo>
                    <a:pt x="21482" y="52671"/>
                    <a:pt x="22750" y="53071"/>
                    <a:pt x="23851" y="53705"/>
                  </a:cubicBezTo>
                  <a:cubicBezTo>
                    <a:pt x="24418" y="54005"/>
                    <a:pt x="24918" y="54406"/>
                    <a:pt x="25385" y="54839"/>
                  </a:cubicBezTo>
                  <a:cubicBezTo>
                    <a:pt x="25652" y="55040"/>
                    <a:pt x="25852" y="55273"/>
                    <a:pt x="26052" y="55507"/>
                  </a:cubicBezTo>
                  <a:cubicBezTo>
                    <a:pt x="26252" y="55740"/>
                    <a:pt x="26419" y="56007"/>
                    <a:pt x="26653" y="56240"/>
                  </a:cubicBezTo>
                  <a:cubicBezTo>
                    <a:pt x="27386" y="57341"/>
                    <a:pt x="28054" y="58509"/>
                    <a:pt x="28921" y="59543"/>
                  </a:cubicBezTo>
                  <a:lnTo>
                    <a:pt x="29254" y="59910"/>
                  </a:lnTo>
                  <a:lnTo>
                    <a:pt x="29488" y="60110"/>
                  </a:lnTo>
                  <a:lnTo>
                    <a:pt x="29755" y="60277"/>
                  </a:lnTo>
                  <a:cubicBezTo>
                    <a:pt x="30088" y="60510"/>
                    <a:pt x="30389" y="60610"/>
                    <a:pt x="30722" y="60744"/>
                  </a:cubicBezTo>
                  <a:cubicBezTo>
                    <a:pt x="31389" y="60944"/>
                    <a:pt x="32023" y="61111"/>
                    <a:pt x="32657" y="61277"/>
                  </a:cubicBezTo>
                  <a:cubicBezTo>
                    <a:pt x="33257" y="61444"/>
                    <a:pt x="33891" y="61611"/>
                    <a:pt x="34492" y="61778"/>
                  </a:cubicBezTo>
                  <a:cubicBezTo>
                    <a:pt x="35059" y="62011"/>
                    <a:pt x="35592" y="62211"/>
                    <a:pt x="35993" y="62545"/>
                  </a:cubicBezTo>
                  <a:cubicBezTo>
                    <a:pt x="36360" y="62912"/>
                    <a:pt x="36693" y="63379"/>
                    <a:pt x="36860" y="63879"/>
                  </a:cubicBezTo>
                  <a:cubicBezTo>
                    <a:pt x="37027" y="64380"/>
                    <a:pt x="37093" y="64913"/>
                    <a:pt x="37060" y="65514"/>
                  </a:cubicBezTo>
                  <a:cubicBezTo>
                    <a:pt x="37027" y="66681"/>
                    <a:pt x="36726" y="67849"/>
                    <a:pt x="36560" y="69050"/>
                  </a:cubicBezTo>
                  <a:cubicBezTo>
                    <a:pt x="36426" y="70050"/>
                    <a:pt x="36426" y="71118"/>
                    <a:pt x="36726" y="72052"/>
                  </a:cubicBezTo>
                  <a:cubicBezTo>
                    <a:pt x="37060" y="72952"/>
                    <a:pt x="37560" y="73620"/>
                    <a:pt x="37927" y="74053"/>
                  </a:cubicBezTo>
                  <a:lnTo>
                    <a:pt x="37894" y="74020"/>
                  </a:lnTo>
                  <a:lnTo>
                    <a:pt x="37894" y="74020"/>
                  </a:lnTo>
                  <a:cubicBezTo>
                    <a:pt x="38695" y="75021"/>
                    <a:pt x="39662" y="75854"/>
                    <a:pt x="40529" y="76688"/>
                  </a:cubicBezTo>
                  <a:cubicBezTo>
                    <a:pt x="41397" y="77522"/>
                    <a:pt x="42264" y="78390"/>
                    <a:pt x="42764" y="79424"/>
                  </a:cubicBezTo>
                  <a:cubicBezTo>
                    <a:pt x="43031" y="79924"/>
                    <a:pt x="43198" y="80524"/>
                    <a:pt x="43198" y="81058"/>
                  </a:cubicBezTo>
                  <a:cubicBezTo>
                    <a:pt x="43198" y="81625"/>
                    <a:pt x="43064" y="82192"/>
                    <a:pt x="42831" y="82726"/>
                  </a:cubicBezTo>
                  <a:cubicBezTo>
                    <a:pt x="42564" y="83260"/>
                    <a:pt x="42264" y="83793"/>
                    <a:pt x="41864" y="84194"/>
                  </a:cubicBezTo>
                  <a:cubicBezTo>
                    <a:pt x="41430" y="84594"/>
                    <a:pt x="40930" y="84894"/>
                    <a:pt x="40396" y="85128"/>
                  </a:cubicBezTo>
                  <a:cubicBezTo>
                    <a:pt x="39328" y="85595"/>
                    <a:pt x="38061" y="85862"/>
                    <a:pt x="36760" y="86062"/>
                  </a:cubicBezTo>
                  <a:cubicBezTo>
                    <a:pt x="35526" y="86262"/>
                    <a:pt x="34191" y="86462"/>
                    <a:pt x="32890" y="86962"/>
                  </a:cubicBezTo>
                  <a:cubicBezTo>
                    <a:pt x="32223" y="87229"/>
                    <a:pt x="31589" y="87563"/>
                    <a:pt x="31056" y="88030"/>
                  </a:cubicBezTo>
                  <a:cubicBezTo>
                    <a:pt x="30489" y="88463"/>
                    <a:pt x="30055" y="89064"/>
                    <a:pt x="29755" y="89731"/>
                  </a:cubicBezTo>
                  <a:cubicBezTo>
                    <a:pt x="29688" y="89898"/>
                    <a:pt x="29588" y="90065"/>
                    <a:pt x="29555" y="90231"/>
                  </a:cubicBezTo>
                  <a:lnTo>
                    <a:pt x="29388" y="90732"/>
                  </a:lnTo>
                  <a:cubicBezTo>
                    <a:pt x="29355" y="90899"/>
                    <a:pt x="29355" y="91099"/>
                    <a:pt x="29321" y="91265"/>
                  </a:cubicBezTo>
                  <a:cubicBezTo>
                    <a:pt x="29254" y="91466"/>
                    <a:pt x="29254" y="91632"/>
                    <a:pt x="29254" y="91799"/>
                  </a:cubicBezTo>
                  <a:cubicBezTo>
                    <a:pt x="29254" y="92533"/>
                    <a:pt x="29355" y="93200"/>
                    <a:pt x="29488" y="93867"/>
                  </a:cubicBezTo>
                  <a:cubicBezTo>
                    <a:pt x="30055" y="96469"/>
                    <a:pt x="31089" y="98904"/>
                    <a:pt x="32023" y="101273"/>
                  </a:cubicBezTo>
                  <a:cubicBezTo>
                    <a:pt x="33024" y="103574"/>
                    <a:pt x="32890" y="106143"/>
                    <a:pt x="33091" y="108645"/>
                  </a:cubicBezTo>
                  <a:cubicBezTo>
                    <a:pt x="33224" y="109946"/>
                    <a:pt x="33391" y="111213"/>
                    <a:pt x="33891" y="112414"/>
                  </a:cubicBezTo>
                  <a:cubicBezTo>
                    <a:pt x="34358" y="113615"/>
                    <a:pt x="35059" y="114716"/>
                    <a:pt x="35926" y="115583"/>
                  </a:cubicBezTo>
                  <a:cubicBezTo>
                    <a:pt x="36827" y="116450"/>
                    <a:pt x="37761" y="117217"/>
                    <a:pt x="38728" y="117885"/>
                  </a:cubicBezTo>
                  <a:cubicBezTo>
                    <a:pt x="39729" y="118552"/>
                    <a:pt x="40696" y="119119"/>
                    <a:pt x="41663" y="119753"/>
                  </a:cubicBezTo>
                  <a:cubicBezTo>
                    <a:pt x="42564" y="120386"/>
                    <a:pt x="43531" y="120953"/>
                    <a:pt x="44365" y="121621"/>
                  </a:cubicBezTo>
                  <a:lnTo>
                    <a:pt x="44999" y="122121"/>
                  </a:lnTo>
                  <a:cubicBezTo>
                    <a:pt x="45166" y="122288"/>
                    <a:pt x="45366" y="122454"/>
                    <a:pt x="45566" y="122655"/>
                  </a:cubicBezTo>
                  <a:cubicBezTo>
                    <a:pt x="46000" y="123055"/>
                    <a:pt x="46400" y="123388"/>
                    <a:pt x="46834" y="123722"/>
                  </a:cubicBezTo>
                  <a:cubicBezTo>
                    <a:pt x="48568" y="124990"/>
                    <a:pt x="50503" y="125757"/>
                    <a:pt x="52238" y="126424"/>
                  </a:cubicBezTo>
                  <a:cubicBezTo>
                    <a:pt x="54006" y="127091"/>
                    <a:pt x="55673" y="127758"/>
                    <a:pt x="57074" y="128559"/>
                  </a:cubicBezTo>
                  <a:cubicBezTo>
                    <a:pt x="57775" y="128926"/>
                    <a:pt x="58442" y="129393"/>
                    <a:pt x="59076" y="129793"/>
                  </a:cubicBezTo>
                  <a:cubicBezTo>
                    <a:pt x="59710" y="130227"/>
                    <a:pt x="60343" y="130627"/>
                    <a:pt x="60877" y="131061"/>
                  </a:cubicBezTo>
                  <a:cubicBezTo>
                    <a:pt x="61945" y="131895"/>
                    <a:pt x="62879" y="132728"/>
                    <a:pt x="63579" y="133496"/>
                  </a:cubicBezTo>
                  <a:cubicBezTo>
                    <a:pt x="64246" y="134296"/>
                    <a:pt x="64747" y="135097"/>
                    <a:pt x="65047" y="135764"/>
                  </a:cubicBezTo>
                  <a:cubicBezTo>
                    <a:pt x="65113" y="135931"/>
                    <a:pt x="65214" y="136098"/>
                    <a:pt x="65247" y="136264"/>
                  </a:cubicBezTo>
                  <a:cubicBezTo>
                    <a:pt x="65347" y="136398"/>
                    <a:pt x="65380" y="136565"/>
                    <a:pt x="65414" y="136665"/>
                  </a:cubicBezTo>
                  <a:cubicBezTo>
                    <a:pt x="65514" y="136965"/>
                    <a:pt x="65547" y="137232"/>
                    <a:pt x="65580" y="137398"/>
                  </a:cubicBezTo>
                  <a:cubicBezTo>
                    <a:pt x="65614" y="137565"/>
                    <a:pt x="65681" y="137732"/>
                    <a:pt x="65681" y="137799"/>
                  </a:cubicBezTo>
                  <a:lnTo>
                    <a:pt x="65681" y="137966"/>
                  </a:lnTo>
                  <a:cubicBezTo>
                    <a:pt x="65714" y="138232"/>
                    <a:pt x="65747" y="138433"/>
                    <a:pt x="65747" y="138599"/>
                  </a:cubicBezTo>
                  <a:cubicBezTo>
                    <a:pt x="65747" y="138766"/>
                    <a:pt x="65747" y="138933"/>
                    <a:pt x="65781" y="139066"/>
                  </a:cubicBezTo>
                  <a:cubicBezTo>
                    <a:pt x="65847" y="139300"/>
                    <a:pt x="65914" y="139433"/>
                    <a:pt x="65947" y="139433"/>
                  </a:cubicBezTo>
                  <a:cubicBezTo>
                    <a:pt x="66014" y="139433"/>
                    <a:pt x="66081" y="139300"/>
                    <a:pt x="66114" y="139066"/>
                  </a:cubicBezTo>
                  <a:cubicBezTo>
                    <a:pt x="66181" y="138799"/>
                    <a:pt x="66214" y="138433"/>
                    <a:pt x="66114" y="137899"/>
                  </a:cubicBezTo>
                  <a:lnTo>
                    <a:pt x="66114" y="137732"/>
                  </a:lnTo>
                  <a:cubicBezTo>
                    <a:pt x="66114" y="137599"/>
                    <a:pt x="66081" y="137465"/>
                    <a:pt x="66047" y="137265"/>
                  </a:cubicBezTo>
                  <a:cubicBezTo>
                    <a:pt x="66014" y="137065"/>
                    <a:pt x="65947" y="136798"/>
                    <a:pt x="65881" y="136498"/>
                  </a:cubicBezTo>
                  <a:cubicBezTo>
                    <a:pt x="65847" y="136398"/>
                    <a:pt x="65747" y="136231"/>
                    <a:pt x="65714" y="136064"/>
                  </a:cubicBezTo>
                  <a:cubicBezTo>
                    <a:pt x="65681" y="135897"/>
                    <a:pt x="65580" y="135731"/>
                    <a:pt x="65514" y="135564"/>
                  </a:cubicBezTo>
                  <a:cubicBezTo>
                    <a:pt x="65214" y="134797"/>
                    <a:pt x="64680" y="133963"/>
                    <a:pt x="63946" y="133129"/>
                  </a:cubicBezTo>
                  <a:cubicBezTo>
                    <a:pt x="63245" y="132295"/>
                    <a:pt x="62278" y="131428"/>
                    <a:pt x="61177" y="130594"/>
                  </a:cubicBezTo>
                  <a:cubicBezTo>
                    <a:pt x="60610" y="130127"/>
                    <a:pt x="60010" y="129726"/>
                    <a:pt x="59376" y="129293"/>
                  </a:cubicBezTo>
                  <a:cubicBezTo>
                    <a:pt x="58709" y="128892"/>
                    <a:pt x="58075" y="128425"/>
                    <a:pt x="57341" y="127992"/>
                  </a:cubicBezTo>
                  <a:cubicBezTo>
                    <a:pt x="55874" y="127225"/>
                    <a:pt x="54172" y="126491"/>
                    <a:pt x="52404" y="125824"/>
                  </a:cubicBezTo>
                  <a:cubicBezTo>
                    <a:pt x="50670" y="125123"/>
                    <a:pt x="48768" y="124389"/>
                    <a:pt x="47167" y="123155"/>
                  </a:cubicBezTo>
                  <a:cubicBezTo>
                    <a:pt x="46767" y="122888"/>
                    <a:pt x="46367" y="122555"/>
                    <a:pt x="46000" y="122154"/>
                  </a:cubicBezTo>
                  <a:cubicBezTo>
                    <a:pt x="45600" y="121787"/>
                    <a:pt x="45166" y="121420"/>
                    <a:pt x="44732" y="121087"/>
                  </a:cubicBezTo>
                  <a:cubicBezTo>
                    <a:pt x="43865" y="120386"/>
                    <a:pt x="42931" y="119786"/>
                    <a:pt x="41997" y="119152"/>
                  </a:cubicBezTo>
                  <a:cubicBezTo>
                    <a:pt x="40062" y="117951"/>
                    <a:pt x="38061" y="116750"/>
                    <a:pt x="36426" y="115083"/>
                  </a:cubicBezTo>
                  <a:cubicBezTo>
                    <a:pt x="35659" y="114249"/>
                    <a:pt x="35025" y="113248"/>
                    <a:pt x="34558" y="112147"/>
                  </a:cubicBezTo>
                  <a:cubicBezTo>
                    <a:pt x="34091" y="111080"/>
                    <a:pt x="33924" y="109879"/>
                    <a:pt x="33858" y="108645"/>
                  </a:cubicBezTo>
                  <a:cubicBezTo>
                    <a:pt x="33758" y="107410"/>
                    <a:pt x="33758" y="106143"/>
                    <a:pt x="33658" y="104875"/>
                  </a:cubicBezTo>
                  <a:cubicBezTo>
                    <a:pt x="33558" y="104241"/>
                    <a:pt x="33491" y="103574"/>
                    <a:pt x="33357" y="102940"/>
                  </a:cubicBezTo>
                  <a:cubicBezTo>
                    <a:pt x="33324" y="102640"/>
                    <a:pt x="33191" y="102307"/>
                    <a:pt x="33091" y="101973"/>
                  </a:cubicBezTo>
                  <a:lnTo>
                    <a:pt x="32757" y="101072"/>
                  </a:lnTo>
                  <a:cubicBezTo>
                    <a:pt x="31856" y="98637"/>
                    <a:pt x="30822" y="96269"/>
                    <a:pt x="30322" y="93767"/>
                  </a:cubicBezTo>
                  <a:cubicBezTo>
                    <a:pt x="30188" y="93133"/>
                    <a:pt x="30155" y="92533"/>
                    <a:pt x="30155" y="91933"/>
                  </a:cubicBezTo>
                  <a:cubicBezTo>
                    <a:pt x="30188" y="91766"/>
                    <a:pt x="30155" y="91599"/>
                    <a:pt x="30188" y="91466"/>
                  </a:cubicBezTo>
                  <a:cubicBezTo>
                    <a:pt x="30222" y="91366"/>
                    <a:pt x="30222" y="91199"/>
                    <a:pt x="30255" y="91065"/>
                  </a:cubicBezTo>
                  <a:lnTo>
                    <a:pt x="30389" y="90632"/>
                  </a:lnTo>
                  <a:cubicBezTo>
                    <a:pt x="30422" y="90532"/>
                    <a:pt x="30522" y="90365"/>
                    <a:pt x="30555" y="90231"/>
                  </a:cubicBezTo>
                  <a:cubicBezTo>
                    <a:pt x="30822" y="89698"/>
                    <a:pt x="31156" y="89197"/>
                    <a:pt x="31589" y="88797"/>
                  </a:cubicBezTo>
                  <a:cubicBezTo>
                    <a:pt x="32056" y="88430"/>
                    <a:pt x="32590" y="88130"/>
                    <a:pt x="33191" y="87930"/>
                  </a:cubicBezTo>
                  <a:cubicBezTo>
                    <a:pt x="34358" y="87463"/>
                    <a:pt x="35592" y="87263"/>
                    <a:pt x="36893" y="87062"/>
                  </a:cubicBezTo>
                  <a:cubicBezTo>
                    <a:pt x="38194" y="86796"/>
                    <a:pt x="39529" y="86595"/>
                    <a:pt x="40763" y="86062"/>
                  </a:cubicBezTo>
                  <a:cubicBezTo>
                    <a:pt x="41397" y="85762"/>
                    <a:pt x="42030" y="85395"/>
                    <a:pt x="42531" y="84894"/>
                  </a:cubicBezTo>
                  <a:cubicBezTo>
                    <a:pt x="43031" y="84394"/>
                    <a:pt x="43398" y="83793"/>
                    <a:pt x="43698" y="83193"/>
                  </a:cubicBezTo>
                  <a:cubicBezTo>
                    <a:pt x="43998" y="82559"/>
                    <a:pt x="44165" y="81859"/>
                    <a:pt x="44165" y="81125"/>
                  </a:cubicBezTo>
                  <a:cubicBezTo>
                    <a:pt x="44165" y="80424"/>
                    <a:pt x="43932" y="79724"/>
                    <a:pt x="43665" y="79090"/>
                  </a:cubicBezTo>
                  <a:cubicBezTo>
                    <a:pt x="43064" y="77856"/>
                    <a:pt x="42097" y="76922"/>
                    <a:pt x="41230" y="76055"/>
                  </a:cubicBezTo>
                  <a:cubicBezTo>
                    <a:pt x="40329" y="75187"/>
                    <a:pt x="39395" y="74353"/>
                    <a:pt x="38695" y="73453"/>
                  </a:cubicBezTo>
                  <a:cubicBezTo>
                    <a:pt x="38394" y="73086"/>
                    <a:pt x="37994" y="72552"/>
                    <a:pt x="37727" y="71785"/>
                  </a:cubicBezTo>
                  <a:cubicBezTo>
                    <a:pt x="37527" y="71051"/>
                    <a:pt x="37494" y="70084"/>
                    <a:pt x="37594" y="69150"/>
                  </a:cubicBezTo>
                  <a:cubicBezTo>
                    <a:pt x="37727" y="68015"/>
                    <a:pt x="38027" y="66815"/>
                    <a:pt x="38094" y="65547"/>
                  </a:cubicBezTo>
                  <a:cubicBezTo>
                    <a:pt x="38161" y="64880"/>
                    <a:pt x="38061" y="64213"/>
                    <a:pt x="37861" y="63546"/>
                  </a:cubicBezTo>
                  <a:cubicBezTo>
                    <a:pt x="37594" y="62878"/>
                    <a:pt x="37193" y="62278"/>
                    <a:pt x="36693" y="61778"/>
                  </a:cubicBezTo>
                  <a:cubicBezTo>
                    <a:pt x="36560" y="61644"/>
                    <a:pt x="36393" y="61578"/>
                    <a:pt x="36226" y="61444"/>
                  </a:cubicBezTo>
                  <a:cubicBezTo>
                    <a:pt x="36059" y="61377"/>
                    <a:pt x="35926" y="61277"/>
                    <a:pt x="35759" y="61211"/>
                  </a:cubicBezTo>
                  <a:cubicBezTo>
                    <a:pt x="35426" y="61044"/>
                    <a:pt x="35159" y="60910"/>
                    <a:pt x="34825" y="60810"/>
                  </a:cubicBezTo>
                  <a:cubicBezTo>
                    <a:pt x="34191" y="60610"/>
                    <a:pt x="33558" y="60510"/>
                    <a:pt x="32924" y="60310"/>
                  </a:cubicBezTo>
                  <a:cubicBezTo>
                    <a:pt x="32323" y="60210"/>
                    <a:pt x="31723" y="60043"/>
                    <a:pt x="31156" y="59843"/>
                  </a:cubicBezTo>
                  <a:cubicBezTo>
                    <a:pt x="30889" y="59710"/>
                    <a:pt x="30589" y="59609"/>
                    <a:pt x="30355" y="59443"/>
                  </a:cubicBezTo>
                  <a:lnTo>
                    <a:pt x="30222" y="59376"/>
                  </a:lnTo>
                  <a:lnTo>
                    <a:pt x="30088" y="59243"/>
                  </a:lnTo>
                  <a:lnTo>
                    <a:pt x="29822" y="58909"/>
                  </a:lnTo>
                  <a:cubicBezTo>
                    <a:pt x="28988" y="57942"/>
                    <a:pt x="28354" y="56841"/>
                    <a:pt x="27553" y="55707"/>
                  </a:cubicBezTo>
                  <a:cubicBezTo>
                    <a:pt x="27353" y="55406"/>
                    <a:pt x="27153" y="55106"/>
                    <a:pt x="26919" y="54873"/>
                  </a:cubicBezTo>
                  <a:cubicBezTo>
                    <a:pt x="26719" y="54606"/>
                    <a:pt x="26486" y="54372"/>
                    <a:pt x="26219" y="54106"/>
                  </a:cubicBezTo>
                  <a:cubicBezTo>
                    <a:pt x="25685" y="53672"/>
                    <a:pt x="25152" y="53205"/>
                    <a:pt x="24518" y="52871"/>
                  </a:cubicBezTo>
                  <a:cubicBezTo>
                    <a:pt x="23317" y="52171"/>
                    <a:pt x="21916" y="51737"/>
                    <a:pt x="20582" y="51437"/>
                  </a:cubicBezTo>
                  <a:cubicBezTo>
                    <a:pt x="19214" y="51203"/>
                    <a:pt x="17846" y="51037"/>
                    <a:pt x="16512" y="50903"/>
                  </a:cubicBezTo>
                  <a:cubicBezTo>
                    <a:pt x="13843" y="50603"/>
                    <a:pt x="11142" y="50370"/>
                    <a:pt x="8740" y="49269"/>
                  </a:cubicBezTo>
                  <a:cubicBezTo>
                    <a:pt x="7539" y="48735"/>
                    <a:pt x="6505" y="47934"/>
                    <a:pt x="5671" y="46967"/>
                  </a:cubicBezTo>
                  <a:lnTo>
                    <a:pt x="5371" y="46600"/>
                  </a:lnTo>
                  <a:lnTo>
                    <a:pt x="5204" y="46433"/>
                  </a:lnTo>
                  <a:lnTo>
                    <a:pt x="5171" y="46400"/>
                  </a:lnTo>
                  <a:lnTo>
                    <a:pt x="5071" y="46267"/>
                  </a:lnTo>
                  <a:cubicBezTo>
                    <a:pt x="4904" y="46000"/>
                    <a:pt x="4704" y="45700"/>
                    <a:pt x="4537" y="45399"/>
                  </a:cubicBezTo>
                  <a:cubicBezTo>
                    <a:pt x="4170" y="44866"/>
                    <a:pt x="3836" y="44265"/>
                    <a:pt x="3469" y="43731"/>
                  </a:cubicBezTo>
                  <a:cubicBezTo>
                    <a:pt x="2736" y="42664"/>
                    <a:pt x="2068" y="41530"/>
                    <a:pt x="1535" y="40362"/>
                  </a:cubicBezTo>
                  <a:cubicBezTo>
                    <a:pt x="1301" y="39762"/>
                    <a:pt x="1034" y="39195"/>
                    <a:pt x="901" y="38594"/>
                  </a:cubicBezTo>
                  <a:cubicBezTo>
                    <a:pt x="801" y="38027"/>
                    <a:pt x="834" y="37494"/>
                    <a:pt x="1034" y="36893"/>
                  </a:cubicBezTo>
                  <a:cubicBezTo>
                    <a:pt x="1468" y="35759"/>
                    <a:pt x="2202" y="34692"/>
                    <a:pt x="2635" y="33424"/>
                  </a:cubicBezTo>
                  <a:cubicBezTo>
                    <a:pt x="2736" y="33090"/>
                    <a:pt x="2836" y="32824"/>
                    <a:pt x="2869" y="32423"/>
                  </a:cubicBezTo>
                  <a:lnTo>
                    <a:pt x="2869" y="32257"/>
                  </a:lnTo>
                  <a:lnTo>
                    <a:pt x="2869" y="32123"/>
                  </a:lnTo>
                  <a:lnTo>
                    <a:pt x="2836" y="31890"/>
                  </a:lnTo>
                  <a:cubicBezTo>
                    <a:pt x="2836" y="31723"/>
                    <a:pt x="2836" y="31556"/>
                    <a:pt x="2802" y="31389"/>
                  </a:cubicBezTo>
                  <a:cubicBezTo>
                    <a:pt x="2669" y="30722"/>
                    <a:pt x="2502" y="30155"/>
                    <a:pt x="2302" y="29555"/>
                  </a:cubicBezTo>
                  <a:cubicBezTo>
                    <a:pt x="1902" y="28420"/>
                    <a:pt x="1568" y="27320"/>
                    <a:pt x="1735" y="26219"/>
                  </a:cubicBezTo>
                  <a:cubicBezTo>
                    <a:pt x="1902" y="25151"/>
                    <a:pt x="2535" y="24184"/>
                    <a:pt x="3169" y="23250"/>
                  </a:cubicBezTo>
                  <a:cubicBezTo>
                    <a:pt x="3469" y="22816"/>
                    <a:pt x="3803" y="22349"/>
                    <a:pt x="4070" y="21849"/>
                  </a:cubicBezTo>
                  <a:cubicBezTo>
                    <a:pt x="4237" y="21582"/>
                    <a:pt x="4370" y="21349"/>
                    <a:pt x="4503" y="21082"/>
                  </a:cubicBezTo>
                  <a:lnTo>
                    <a:pt x="4570" y="20882"/>
                  </a:lnTo>
                  <a:cubicBezTo>
                    <a:pt x="4637" y="20815"/>
                    <a:pt x="4670" y="20682"/>
                    <a:pt x="4670" y="20648"/>
                  </a:cubicBezTo>
                  <a:cubicBezTo>
                    <a:pt x="4670" y="20515"/>
                    <a:pt x="4704" y="20348"/>
                    <a:pt x="4737" y="20215"/>
                  </a:cubicBezTo>
                  <a:cubicBezTo>
                    <a:pt x="5004" y="19147"/>
                    <a:pt x="5037" y="18046"/>
                    <a:pt x="5237" y="17079"/>
                  </a:cubicBezTo>
                  <a:cubicBezTo>
                    <a:pt x="5337" y="16579"/>
                    <a:pt x="5471" y="16145"/>
                    <a:pt x="5671" y="15711"/>
                  </a:cubicBezTo>
                  <a:cubicBezTo>
                    <a:pt x="5838" y="15311"/>
                    <a:pt x="6138" y="14911"/>
                    <a:pt x="6405" y="14544"/>
                  </a:cubicBezTo>
                  <a:cubicBezTo>
                    <a:pt x="7005" y="13810"/>
                    <a:pt x="7706" y="13243"/>
                    <a:pt x="8473" y="12743"/>
                  </a:cubicBezTo>
                  <a:cubicBezTo>
                    <a:pt x="9974" y="11742"/>
                    <a:pt x="11475" y="11008"/>
                    <a:pt x="12743" y="10141"/>
                  </a:cubicBezTo>
                  <a:cubicBezTo>
                    <a:pt x="14010" y="9240"/>
                    <a:pt x="15044" y="8206"/>
                    <a:pt x="15645" y="7072"/>
                  </a:cubicBezTo>
                  <a:cubicBezTo>
                    <a:pt x="16212" y="5971"/>
                    <a:pt x="16412" y="4904"/>
                    <a:pt x="16512" y="4036"/>
                  </a:cubicBezTo>
                  <a:cubicBezTo>
                    <a:pt x="16512" y="3803"/>
                    <a:pt x="16545" y="3636"/>
                    <a:pt x="16545" y="3403"/>
                  </a:cubicBezTo>
                  <a:lnTo>
                    <a:pt x="16545" y="2869"/>
                  </a:lnTo>
                  <a:cubicBezTo>
                    <a:pt x="16545" y="2535"/>
                    <a:pt x="16512" y="2235"/>
                    <a:pt x="16512" y="2035"/>
                  </a:cubicBezTo>
                  <a:cubicBezTo>
                    <a:pt x="16512" y="1835"/>
                    <a:pt x="16479" y="1668"/>
                    <a:pt x="16479" y="1535"/>
                  </a:cubicBezTo>
                  <a:cubicBezTo>
                    <a:pt x="16412" y="1401"/>
                    <a:pt x="16412" y="1368"/>
                    <a:pt x="16412" y="1368"/>
                  </a:cubicBezTo>
                  <a:cubicBezTo>
                    <a:pt x="16345" y="867"/>
                    <a:pt x="16245" y="534"/>
                    <a:pt x="16012" y="334"/>
                  </a:cubicBezTo>
                  <a:cubicBezTo>
                    <a:pt x="15912" y="67"/>
                    <a:pt x="15845" y="0"/>
                    <a:pt x="158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59" name="Google Shape;2959;p24"/>
            <p:cNvSpPr/>
            <p:nvPr/>
          </p:nvSpPr>
          <p:spPr>
            <a:xfrm>
              <a:off x="10119395" y="1094910"/>
              <a:ext cx="819551" cy="1132155"/>
            </a:xfrm>
            <a:custGeom>
              <a:avLst/>
              <a:gdLst/>
              <a:ahLst/>
              <a:cxnLst/>
              <a:rect l="l" t="t" r="r" b="b"/>
              <a:pathLst>
                <a:path w="36376" h="50251" extrusionOk="0">
                  <a:moveTo>
                    <a:pt x="1369" y="1"/>
                  </a:moveTo>
                  <a:cubicBezTo>
                    <a:pt x="1207" y="1"/>
                    <a:pt x="1140" y="246"/>
                    <a:pt x="1334" y="616"/>
                  </a:cubicBezTo>
                  <a:cubicBezTo>
                    <a:pt x="1334" y="616"/>
                    <a:pt x="1368" y="649"/>
                    <a:pt x="1435" y="816"/>
                  </a:cubicBezTo>
                  <a:cubicBezTo>
                    <a:pt x="1435" y="916"/>
                    <a:pt x="1468" y="983"/>
                    <a:pt x="1501" y="1116"/>
                  </a:cubicBezTo>
                  <a:cubicBezTo>
                    <a:pt x="1501" y="1216"/>
                    <a:pt x="1501" y="1383"/>
                    <a:pt x="1535" y="1483"/>
                  </a:cubicBezTo>
                  <a:cubicBezTo>
                    <a:pt x="1635" y="2117"/>
                    <a:pt x="1435" y="2951"/>
                    <a:pt x="867" y="3985"/>
                  </a:cubicBezTo>
                  <a:cubicBezTo>
                    <a:pt x="634" y="4485"/>
                    <a:pt x="300" y="5119"/>
                    <a:pt x="134" y="5820"/>
                  </a:cubicBezTo>
                  <a:cubicBezTo>
                    <a:pt x="100" y="6053"/>
                    <a:pt x="34" y="6220"/>
                    <a:pt x="34" y="6420"/>
                  </a:cubicBezTo>
                  <a:cubicBezTo>
                    <a:pt x="34" y="6587"/>
                    <a:pt x="0" y="6787"/>
                    <a:pt x="34" y="6987"/>
                  </a:cubicBezTo>
                  <a:cubicBezTo>
                    <a:pt x="34" y="7221"/>
                    <a:pt x="100" y="7387"/>
                    <a:pt x="134" y="7588"/>
                  </a:cubicBezTo>
                  <a:cubicBezTo>
                    <a:pt x="167" y="7754"/>
                    <a:pt x="167" y="7955"/>
                    <a:pt x="267" y="8155"/>
                  </a:cubicBezTo>
                  <a:cubicBezTo>
                    <a:pt x="334" y="8321"/>
                    <a:pt x="367" y="8555"/>
                    <a:pt x="501" y="8755"/>
                  </a:cubicBezTo>
                  <a:lnTo>
                    <a:pt x="667" y="9055"/>
                  </a:lnTo>
                  <a:cubicBezTo>
                    <a:pt x="701" y="9155"/>
                    <a:pt x="801" y="9255"/>
                    <a:pt x="867" y="9322"/>
                  </a:cubicBezTo>
                  <a:cubicBezTo>
                    <a:pt x="1001" y="9556"/>
                    <a:pt x="1201" y="9656"/>
                    <a:pt x="1368" y="9823"/>
                  </a:cubicBezTo>
                  <a:cubicBezTo>
                    <a:pt x="1601" y="9956"/>
                    <a:pt x="1801" y="10089"/>
                    <a:pt x="2002" y="10156"/>
                  </a:cubicBezTo>
                  <a:cubicBezTo>
                    <a:pt x="2869" y="10556"/>
                    <a:pt x="3803" y="10623"/>
                    <a:pt x="4637" y="10923"/>
                  </a:cubicBezTo>
                  <a:cubicBezTo>
                    <a:pt x="5037" y="11057"/>
                    <a:pt x="5471" y="11257"/>
                    <a:pt x="5804" y="11490"/>
                  </a:cubicBezTo>
                  <a:lnTo>
                    <a:pt x="5938" y="11590"/>
                  </a:lnTo>
                  <a:lnTo>
                    <a:pt x="5971" y="11624"/>
                  </a:lnTo>
                  <a:cubicBezTo>
                    <a:pt x="5971" y="11657"/>
                    <a:pt x="6004" y="11724"/>
                    <a:pt x="6038" y="11724"/>
                  </a:cubicBezTo>
                  <a:lnTo>
                    <a:pt x="6138" y="11757"/>
                  </a:lnTo>
                  <a:cubicBezTo>
                    <a:pt x="6171" y="11791"/>
                    <a:pt x="6271" y="11891"/>
                    <a:pt x="6338" y="11924"/>
                  </a:cubicBezTo>
                  <a:cubicBezTo>
                    <a:pt x="6505" y="12091"/>
                    <a:pt x="6638" y="12224"/>
                    <a:pt x="6772" y="12424"/>
                  </a:cubicBezTo>
                  <a:cubicBezTo>
                    <a:pt x="7039" y="12791"/>
                    <a:pt x="7272" y="13225"/>
                    <a:pt x="7506" y="13659"/>
                  </a:cubicBezTo>
                  <a:cubicBezTo>
                    <a:pt x="7639" y="13892"/>
                    <a:pt x="7806" y="14126"/>
                    <a:pt x="7973" y="14326"/>
                  </a:cubicBezTo>
                  <a:cubicBezTo>
                    <a:pt x="8106" y="14459"/>
                    <a:pt x="8173" y="14593"/>
                    <a:pt x="8306" y="14659"/>
                  </a:cubicBezTo>
                  <a:cubicBezTo>
                    <a:pt x="8339" y="14693"/>
                    <a:pt x="8373" y="14759"/>
                    <a:pt x="8473" y="14793"/>
                  </a:cubicBezTo>
                  <a:lnTo>
                    <a:pt x="8540" y="14826"/>
                  </a:lnTo>
                  <a:lnTo>
                    <a:pt x="8606" y="14893"/>
                  </a:lnTo>
                  <a:lnTo>
                    <a:pt x="8640" y="14926"/>
                  </a:lnTo>
                  <a:lnTo>
                    <a:pt x="8706" y="14993"/>
                  </a:lnTo>
                  <a:cubicBezTo>
                    <a:pt x="8773" y="15060"/>
                    <a:pt x="8840" y="15093"/>
                    <a:pt x="8873" y="15126"/>
                  </a:cubicBezTo>
                  <a:lnTo>
                    <a:pt x="9273" y="15393"/>
                  </a:lnTo>
                  <a:cubicBezTo>
                    <a:pt x="9540" y="15493"/>
                    <a:pt x="9807" y="15627"/>
                    <a:pt x="10107" y="15660"/>
                  </a:cubicBezTo>
                  <a:cubicBezTo>
                    <a:pt x="10641" y="15793"/>
                    <a:pt x="11175" y="15827"/>
                    <a:pt x="11675" y="15894"/>
                  </a:cubicBezTo>
                  <a:cubicBezTo>
                    <a:pt x="12176" y="15927"/>
                    <a:pt x="12643" y="15994"/>
                    <a:pt x="13110" y="16160"/>
                  </a:cubicBezTo>
                  <a:lnTo>
                    <a:pt x="13810" y="16427"/>
                  </a:lnTo>
                  <a:lnTo>
                    <a:pt x="14477" y="16761"/>
                  </a:lnTo>
                  <a:cubicBezTo>
                    <a:pt x="15345" y="17228"/>
                    <a:pt x="16145" y="17828"/>
                    <a:pt x="17012" y="18429"/>
                  </a:cubicBezTo>
                  <a:cubicBezTo>
                    <a:pt x="17846" y="18996"/>
                    <a:pt x="18780" y="19563"/>
                    <a:pt x="19648" y="20063"/>
                  </a:cubicBezTo>
                  <a:cubicBezTo>
                    <a:pt x="19848" y="20163"/>
                    <a:pt x="20115" y="20263"/>
                    <a:pt x="20348" y="20397"/>
                  </a:cubicBezTo>
                  <a:cubicBezTo>
                    <a:pt x="20615" y="20497"/>
                    <a:pt x="20882" y="20564"/>
                    <a:pt x="21149" y="20630"/>
                  </a:cubicBezTo>
                  <a:cubicBezTo>
                    <a:pt x="21449" y="20664"/>
                    <a:pt x="21716" y="20730"/>
                    <a:pt x="21983" y="20730"/>
                  </a:cubicBezTo>
                  <a:cubicBezTo>
                    <a:pt x="22216" y="20730"/>
                    <a:pt x="22516" y="20730"/>
                    <a:pt x="22716" y="20664"/>
                  </a:cubicBezTo>
                  <a:cubicBezTo>
                    <a:pt x="23183" y="20630"/>
                    <a:pt x="23650" y="20597"/>
                    <a:pt x="24117" y="20597"/>
                  </a:cubicBezTo>
                  <a:cubicBezTo>
                    <a:pt x="24551" y="20597"/>
                    <a:pt x="25018" y="20597"/>
                    <a:pt x="25452" y="20630"/>
                  </a:cubicBezTo>
                  <a:cubicBezTo>
                    <a:pt x="26286" y="20764"/>
                    <a:pt x="27186" y="21064"/>
                    <a:pt x="28020" y="21431"/>
                  </a:cubicBezTo>
                  <a:cubicBezTo>
                    <a:pt x="28854" y="21798"/>
                    <a:pt x="29688" y="22331"/>
                    <a:pt x="30322" y="22965"/>
                  </a:cubicBezTo>
                  <a:lnTo>
                    <a:pt x="30522" y="23232"/>
                  </a:lnTo>
                  <a:lnTo>
                    <a:pt x="30622" y="23299"/>
                  </a:lnTo>
                  <a:lnTo>
                    <a:pt x="30689" y="23432"/>
                  </a:lnTo>
                  <a:lnTo>
                    <a:pt x="31022" y="23999"/>
                  </a:lnTo>
                  <a:cubicBezTo>
                    <a:pt x="31156" y="24233"/>
                    <a:pt x="31223" y="24433"/>
                    <a:pt x="31323" y="24633"/>
                  </a:cubicBezTo>
                  <a:cubicBezTo>
                    <a:pt x="31389" y="24833"/>
                    <a:pt x="31456" y="25067"/>
                    <a:pt x="31523" y="25267"/>
                  </a:cubicBezTo>
                  <a:cubicBezTo>
                    <a:pt x="31790" y="26101"/>
                    <a:pt x="31823" y="27001"/>
                    <a:pt x="31723" y="27835"/>
                  </a:cubicBezTo>
                  <a:cubicBezTo>
                    <a:pt x="31690" y="28669"/>
                    <a:pt x="31489" y="29503"/>
                    <a:pt x="31323" y="30270"/>
                  </a:cubicBezTo>
                  <a:cubicBezTo>
                    <a:pt x="31156" y="31004"/>
                    <a:pt x="30989" y="31738"/>
                    <a:pt x="30856" y="32405"/>
                  </a:cubicBezTo>
                  <a:cubicBezTo>
                    <a:pt x="30555" y="33673"/>
                    <a:pt x="30622" y="34740"/>
                    <a:pt x="30655" y="35241"/>
                  </a:cubicBezTo>
                  <a:lnTo>
                    <a:pt x="30655" y="35174"/>
                  </a:lnTo>
                  <a:cubicBezTo>
                    <a:pt x="30689" y="36141"/>
                    <a:pt x="31122" y="36942"/>
                    <a:pt x="31389" y="37642"/>
                  </a:cubicBezTo>
                  <a:cubicBezTo>
                    <a:pt x="31690" y="38343"/>
                    <a:pt x="31856" y="39010"/>
                    <a:pt x="31856" y="39644"/>
                  </a:cubicBezTo>
                  <a:cubicBezTo>
                    <a:pt x="31856" y="39811"/>
                    <a:pt x="31823" y="39944"/>
                    <a:pt x="31823" y="40111"/>
                  </a:cubicBezTo>
                  <a:cubicBezTo>
                    <a:pt x="31790" y="40278"/>
                    <a:pt x="31723" y="40444"/>
                    <a:pt x="31690" y="40578"/>
                  </a:cubicBezTo>
                  <a:cubicBezTo>
                    <a:pt x="31623" y="40845"/>
                    <a:pt x="31489" y="41145"/>
                    <a:pt x="31389" y="41412"/>
                  </a:cubicBezTo>
                  <a:cubicBezTo>
                    <a:pt x="31156" y="41946"/>
                    <a:pt x="30956" y="42413"/>
                    <a:pt x="30789" y="42846"/>
                  </a:cubicBezTo>
                  <a:cubicBezTo>
                    <a:pt x="30722" y="42980"/>
                    <a:pt x="30689" y="43113"/>
                    <a:pt x="30655" y="43180"/>
                  </a:cubicBezTo>
                  <a:cubicBezTo>
                    <a:pt x="30622" y="43280"/>
                    <a:pt x="30622" y="43413"/>
                    <a:pt x="30555" y="43480"/>
                  </a:cubicBezTo>
                  <a:cubicBezTo>
                    <a:pt x="30489" y="43680"/>
                    <a:pt x="30455" y="43847"/>
                    <a:pt x="30455" y="44014"/>
                  </a:cubicBezTo>
                  <a:cubicBezTo>
                    <a:pt x="30455" y="44247"/>
                    <a:pt x="30389" y="44347"/>
                    <a:pt x="30389" y="44481"/>
                  </a:cubicBezTo>
                  <a:lnTo>
                    <a:pt x="30389" y="44781"/>
                  </a:lnTo>
                  <a:cubicBezTo>
                    <a:pt x="30389" y="44899"/>
                    <a:pt x="30389" y="44955"/>
                    <a:pt x="30393" y="44955"/>
                  </a:cubicBezTo>
                  <a:cubicBezTo>
                    <a:pt x="30399" y="44955"/>
                    <a:pt x="30415" y="44823"/>
                    <a:pt x="30455" y="44581"/>
                  </a:cubicBezTo>
                  <a:lnTo>
                    <a:pt x="30455" y="44581"/>
                  </a:lnTo>
                  <a:cubicBezTo>
                    <a:pt x="30355" y="45481"/>
                    <a:pt x="30389" y="46315"/>
                    <a:pt x="30655" y="47083"/>
                  </a:cubicBezTo>
                  <a:cubicBezTo>
                    <a:pt x="30889" y="47783"/>
                    <a:pt x="31356" y="48350"/>
                    <a:pt x="31856" y="48684"/>
                  </a:cubicBezTo>
                  <a:cubicBezTo>
                    <a:pt x="32323" y="49084"/>
                    <a:pt x="32824" y="49251"/>
                    <a:pt x="33191" y="49418"/>
                  </a:cubicBezTo>
                  <a:cubicBezTo>
                    <a:pt x="33558" y="49584"/>
                    <a:pt x="33891" y="49684"/>
                    <a:pt x="34191" y="49784"/>
                  </a:cubicBezTo>
                  <a:cubicBezTo>
                    <a:pt x="35325" y="50118"/>
                    <a:pt x="35626" y="50185"/>
                    <a:pt x="35626" y="50185"/>
                  </a:cubicBezTo>
                  <a:cubicBezTo>
                    <a:pt x="35763" y="50231"/>
                    <a:pt x="35880" y="50251"/>
                    <a:pt x="35975" y="50251"/>
                  </a:cubicBezTo>
                  <a:cubicBezTo>
                    <a:pt x="36362" y="50251"/>
                    <a:pt x="36375" y="49913"/>
                    <a:pt x="35893" y="49618"/>
                  </a:cubicBezTo>
                  <a:cubicBezTo>
                    <a:pt x="35893" y="49618"/>
                    <a:pt x="35659" y="49518"/>
                    <a:pt x="34525" y="49184"/>
                  </a:cubicBezTo>
                  <a:cubicBezTo>
                    <a:pt x="34225" y="49117"/>
                    <a:pt x="33891" y="49017"/>
                    <a:pt x="33524" y="48850"/>
                  </a:cubicBezTo>
                  <a:cubicBezTo>
                    <a:pt x="33157" y="48684"/>
                    <a:pt x="32724" y="48517"/>
                    <a:pt x="32323" y="48183"/>
                  </a:cubicBezTo>
                  <a:cubicBezTo>
                    <a:pt x="31890" y="47916"/>
                    <a:pt x="31523" y="47449"/>
                    <a:pt x="31323" y="46816"/>
                  </a:cubicBezTo>
                  <a:cubicBezTo>
                    <a:pt x="31152" y="46277"/>
                    <a:pt x="31127" y="45641"/>
                    <a:pt x="31144" y="44909"/>
                  </a:cubicBezTo>
                  <a:lnTo>
                    <a:pt x="31144" y="44909"/>
                  </a:lnTo>
                  <a:cubicBezTo>
                    <a:pt x="31144" y="44913"/>
                    <a:pt x="31145" y="44915"/>
                    <a:pt x="31146" y="44915"/>
                  </a:cubicBezTo>
                  <a:cubicBezTo>
                    <a:pt x="31150" y="44915"/>
                    <a:pt x="31156" y="44856"/>
                    <a:pt x="31156" y="44748"/>
                  </a:cubicBezTo>
                  <a:lnTo>
                    <a:pt x="31156" y="44447"/>
                  </a:lnTo>
                  <a:cubicBezTo>
                    <a:pt x="31156" y="44314"/>
                    <a:pt x="31189" y="44180"/>
                    <a:pt x="31189" y="44080"/>
                  </a:cubicBezTo>
                  <a:cubicBezTo>
                    <a:pt x="31189" y="43947"/>
                    <a:pt x="31223" y="43780"/>
                    <a:pt x="31289" y="43613"/>
                  </a:cubicBezTo>
                  <a:cubicBezTo>
                    <a:pt x="31323" y="43513"/>
                    <a:pt x="31323" y="43447"/>
                    <a:pt x="31356" y="43347"/>
                  </a:cubicBezTo>
                  <a:cubicBezTo>
                    <a:pt x="31389" y="43280"/>
                    <a:pt x="31456" y="43146"/>
                    <a:pt x="31489" y="43080"/>
                  </a:cubicBezTo>
                  <a:cubicBezTo>
                    <a:pt x="31656" y="42646"/>
                    <a:pt x="31856" y="42179"/>
                    <a:pt x="32123" y="41645"/>
                  </a:cubicBezTo>
                  <a:cubicBezTo>
                    <a:pt x="32223" y="41412"/>
                    <a:pt x="32357" y="41112"/>
                    <a:pt x="32457" y="40778"/>
                  </a:cubicBezTo>
                  <a:lnTo>
                    <a:pt x="32557" y="40278"/>
                  </a:lnTo>
                  <a:cubicBezTo>
                    <a:pt x="32557" y="40111"/>
                    <a:pt x="32624" y="39944"/>
                    <a:pt x="32624" y="39744"/>
                  </a:cubicBezTo>
                  <a:cubicBezTo>
                    <a:pt x="32657" y="38977"/>
                    <a:pt x="32457" y="38176"/>
                    <a:pt x="32157" y="37442"/>
                  </a:cubicBezTo>
                  <a:cubicBezTo>
                    <a:pt x="31856" y="36675"/>
                    <a:pt x="31489" y="35975"/>
                    <a:pt x="31489" y="35241"/>
                  </a:cubicBezTo>
                  <a:lnTo>
                    <a:pt x="31489" y="35174"/>
                  </a:lnTo>
                  <a:cubicBezTo>
                    <a:pt x="31456" y="34740"/>
                    <a:pt x="31456" y="33806"/>
                    <a:pt x="31723" y="32572"/>
                  </a:cubicBezTo>
                  <a:cubicBezTo>
                    <a:pt x="31856" y="31938"/>
                    <a:pt x="32023" y="31238"/>
                    <a:pt x="32223" y="30471"/>
                  </a:cubicBezTo>
                  <a:cubicBezTo>
                    <a:pt x="32457" y="29670"/>
                    <a:pt x="32657" y="28836"/>
                    <a:pt x="32724" y="27935"/>
                  </a:cubicBezTo>
                  <a:cubicBezTo>
                    <a:pt x="32957" y="26101"/>
                    <a:pt x="32624" y="23899"/>
                    <a:pt x="31122" y="22265"/>
                  </a:cubicBezTo>
                  <a:cubicBezTo>
                    <a:pt x="30355" y="21498"/>
                    <a:pt x="29488" y="20964"/>
                    <a:pt x="28554" y="20497"/>
                  </a:cubicBezTo>
                  <a:cubicBezTo>
                    <a:pt x="27653" y="20063"/>
                    <a:pt x="26686" y="19763"/>
                    <a:pt x="25685" y="19596"/>
                  </a:cubicBezTo>
                  <a:cubicBezTo>
                    <a:pt x="25185" y="19596"/>
                    <a:pt x="24718" y="19563"/>
                    <a:pt x="24218" y="19563"/>
                  </a:cubicBezTo>
                  <a:cubicBezTo>
                    <a:pt x="23717" y="19596"/>
                    <a:pt x="23217" y="19596"/>
                    <a:pt x="22783" y="19630"/>
                  </a:cubicBezTo>
                  <a:cubicBezTo>
                    <a:pt x="22516" y="19663"/>
                    <a:pt x="22316" y="19663"/>
                    <a:pt x="22049" y="19663"/>
                  </a:cubicBezTo>
                  <a:cubicBezTo>
                    <a:pt x="21849" y="19663"/>
                    <a:pt x="21649" y="19663"/>
                    <a:pt x="21449" y="19630"/>
                  </a:cubicBezTo>
                  <a:cubicBezTo>
                    <a:pt x="21215" y="19596"/>
                    <a:pt x="21015" y="19563"/>
                    <a:pt x="20815" y="19463"/>
                  </a:cubicBezTo>
                  <a:cubicBezTo>
                    <a:pt x="20615" y="19396"/>
                    <a:pt x="20381" y="19263"/>
                    <a:pt x="20181" y="19163"/>
                  </a:cubicBezTo>
                  <a:cubicBezTo>
                    <a:pt x="19347" y="18729"/>
                    <a:pt x="18480" y="18229"/>
                    <a:pt x="17646" y="17628"/>
                  </a:cubicBezTo>
                  <a:cubicBezTo>
                    <a:pt x="16812" y="17061"/>
                    <a:pt x="15945" y="16427"/>
                    <a:pt x="14978" y="15927"/>
                  </a:cubicBezTo>
                  <a:lnTo>
                    <a:pt x="14210" y="15593"/>
                  </a:lnTo>
                  <a:lnTo>
                    <a:pt x="13443" y="15326"/>
                  </a:lnTo>
                  <a:cubicBezTo>
                    <a:pt x="12876" y="15160"/>
                    <a:pt x="12342" y="15093"/>
                    <a:pt x="11809" y="15060"/>
                  </a:cubicBezTo>
                  <a:cubicBezTo>
                    <a:pt x="11275" y="14993"/>
                    <a:pt x="10775" y="14960"/>
                    <a:pt x="10308" y="14893"/>
                  </a:cubicBezTo>
                  <a:cubicBezTo>
                    <a:pt x="10041" y="14826"/>
                    <a:pt x="9874" y="14759"/>
                    <a:pt x="9674" y="14659"/>
                  </a:cubicBezTo>
                  <a:cubicBezTo>
                    <a:pt x="9607" y="14626"/>
                    <a:pt x="9507" y="14593"/>
                    <a:pt x="9440" y="14493"/>
                  </a:cubicBezTo>
                  <a:cubicBezTo>
                    <a:pt x="9374" y="14493"/>
                    <a:pt x="9340" y="14459"/>
                    <a:pt x="9307" y="14426"/>
                  </a:cubicBezTo>
                  <a:lnTo>
                    <a:pt x="9273" y="14392"/>
                  </a:lnTo>
                  <a:lnTo>
                    <a:pt x="9207" y="14326"/>
                  </a:lnTo>
                  <a:cubicBezTo>
                    <a:pt x="9173" y="14292"/>
                    <a:pt x="9173" y="14259"/>
                    <a:pt x="9140" y="14259"/>
                  </a:cubicBezTo>
                  <a:lnTo>
                    <a:pt x="8973" y="14159"/>
                  </a:lnTo>
                  <a:cubicBezTo>
                    <a:pt x="8940" y="14159"/>
                    <a:pt x="8873" y="14126"/>
                    <a:pt x="8840" y="14092"/>
                  </a:cubicBezTo>
                  <a:cubicBezTo>
                    <a:pt x="8773" y="14059"/>
                    <a:pt x="8706" y="13959"/>
                    <a:pt x="8640" y="13892"/>
                  </a:cubicBezTo>
                  <a:cubicBezTo>
                    <a:pt x="8473" y="13725"/>
                    <a:pt x="8339" y="13559"/>
                    <a:pt x="8206" y="13325"/>
                  </a:cubicBezTo>
                  <a:cubicBezTo>
                    <a:pt x="7973" y="12925"/>
                    <a:pt x="7772" y="12458"/>
                    <a:pt x="7472" y="12057"/>
                  </a:cubicBezTo>
                  <a:cubicBezTo>
                    <a:pt x="7305" y="11824"/>
                    <a:pt x="7139" y="11624"/>
                    <a:pt x="6938" y="11424"/>
                  </a:cubicBezTo>
                  <a:lnTo>
                    <a:pt x="6538" y="11157"/>
                  </a:lnTo>
                  <a:lnTo>
                    <a:pt x="6471" y="11123"/>
                  </a:lnTo>
                  <a:lnTo>
                    <a:pt x="6505" y="11123"/>
                  </a:lnTo>
                  <a:lnTo>
                    <a:pt x="6471" y="11090"/>
                  </a:lnTo>
                  <a:lnTo>
                    <a:pt x="6305" y="10957"/>
                  </a:lnTo>
                  <a:cubicBezTo>
                    <a:pt x="6105" y="10790"/>
                    <a:pt x="5838" y="10656"/>
                    <a:pt x="5638" y="10556"/>
                  </a:cubicBezTo>
                  <a:cubicBezTo>
                    <a:pt x="5371" y="10456"/>
                    <a:pt x="5171" y="10390"/>
                    <a:pt x="4937" y="10290"/>
                  </a:cubicBezTo>
                  <a:cubicBezTo>
                    <a:pt x="3970" y="9956"/>
                    <a:pt x="3036" y="9923"/>
                    <a:pt x="2335" y="9589"/>
                  </a:cubicBezTo>
                  <a:cubicBezTo>
                    <a:pt x="1601" y="9289"/>
                    <a:pt x="1134" y="8722"/>
                    <a:pt x="934" y="7988"/>
                  </a:cubicBezTo>
                  <a:cubicBezTo>
                    <a:pt x="867" y="7821"/>
                    <a:pt x="834" y="7621"/>
                    <a:pt x="801" y="7454"/>
                  </a:cubicBezTo>
                  <a:cubicBezTo>
                    <a:pt x="767" y="7287"/>
                    <a:pt x="767" y="7121"/>
                    <a:pt x="701" y="6954"/>
                  </a:cubicBezTo>
                  <a:cubicBezTo>
                    <a:pt x="667" y="6620"/>
                    <a:pt x="701" y="6320"/>
                    <a:pt x="767" y="5986"/>
                  </a:cubicBezTo>
                  <a:cubicBezTo>
                    <a:pt x="934" y="5319"/>
                    <a:pt x="1168" y="4786"/>
                    <a:pt x="1435" y="4252"/>
                  </a:cubicBezTo>
                  <a:cubicBezTo>
                    <a:pt x="1935" y="3151"/>
                    <a:pt x="2202" y="2150"/>
                    <a:pt x="2102" y="1450"/>
                  </a:cubicBezTo>
                  <a:cubicBezTo>
                    <a:pt x="2035" y="1283"/>
                    <a:pt x="2035" y="1116"/>
                    <a:pt x="2002" y="983"/>
                  </a:cubicBezTo>
                  <a:cubicBezTo>
                    <a:pt x="1968" y="883"/>
                    <a:pt x="1935" y="749"/>
                    <a:pt x="1868" y="649"/>
                  </a:cubicBezTo>
                  <a:cubicBezTo>
                    <a:pt x="1835" y="483"/>
                    <a:pt x="1801" y="416"/>
                    <a:pt x="1801" y="416"/>
                  </a:cubicBezTo>
                  <a:cubicBezTo>
                    <a:pt x="1649" y="125"/>
                    <a:pt x="1485" y="1"/>
                    <a:pt x="13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60" name="Google Shape;2960;p24"/>
            <p:cNvSpPr/>
            <p:nvPr/>
          </p:nvSpPr>
          <p:spPr>
            <a:xfrm>
              <a:off x="10203995" y="1045614"/>
              <a:ext cx="732766" cy="593688"/>
            </a:xfrm>
            <a:custGeom>
              <a:avLst/>
              <a:gdLst/>
              <a:ahLst/>
              <a:cxnLst/>
              <a:rect l="l" t="t" r="r" b="b"/>
              <a:pathLst>
                <a:path w="32524" h="26351" extrusionOk="0">
                  <a:moveTo>
                    <a:pt x="80" y="0"/>
                  </a:moveTo>
                  <a:lnTo>
                    <a:pt x="80" y="0"/>
                  </a:lnTo>
                  <a:cubicBezTo>
                    <a:pt x="6" y="0"/>
                    <a:pt x="1" y="141"/>
                    <a:pt x="115" y="369"/>
                  </a:cubicBezTo>
                  <a:cubicBezTo>
                    <a:pt x="115" y="369"/>
                    <a:pt x="181" y="436"/>
                    <a:pt x="215" y="602"/>
                  </a:cubicBezTo>
                  <a:cubicBezTo>
                    <a:pt x="248" y="669"/>
                    <a:pt x="281" y="802"/>
                    <a:pt x="348" y="936"/>
                  </a:cubicBezTo>
                  <a:cubicBezTo>
                    <a:pt x="381" y="1103"/>
                    <a:pt x="415" y="1269"/>
                    <a:pt x="448" y="1470"/>
                  </a:cubicBezTo>
                  <a:cubicBezTo>
                    <a:pt x="548" y="1870"/>
                    <a:pt x="548" y="2504"/>
                    <a:pt x="415" y="3304"/>
                  </a:cubicBezTo>
                  <a:cubicBezTo>
                    <a:pt x="348" y="3671"/>
                    <a:pt x="248" y="4138"/>
                    <a:pt x="181" y="4672"/>
                  </a:cubicBezTo>
                  <a:cubicBezTo>
                    <a:pt x="81" y="5172"/>
                    <a:pt x="48" y="5806"/>
                    <a:pt x="215" y="6473"/>
                  </a:cubicBezTo>
                  <a:cubicBezTo>
                    <a:pt x="248" y="6607"/>
                    <a:pt x="281" y="6840"/>
                    <a:pt x="381" y="7207"/>
                  </a:cubicBezTo>
                  <a:cubicBezTo>
                    <a:pt x="415" y="7374"/>
                    <a:pt x="515" y="7607"/>
                    <a:pt x="582" y="7841"/>
                  </a:cubicBezTo>
                  <a:cubicBezTo>
                    <a:pt x="682" y="8108"/>
                    <a:pt x="782" y="8341"/>
                    <a:pt x="1049" y="8608"/>
                  </a:cubicBezTo>
                  <a:cubicBezTo>
                    <a:pt x="1282" y="8842"/>
                    <a:pt x="1616" y="8975"/>
                    <a:pt x="1949" y="9042"/>
                  </a:cubicBezTo>
                  <a:cubicBezTo>
                    <a:pt x="2283" y="9142"/>
                    <a:pt x="2683" y="9209"/>
                    <a:pt x="3017" y="9309"/>
                  </a:cubicBezTo>
                  <a:cubicBezTo>
                    <a:pt x="3684" y="9542"/>
                    <a:pt x="4418" y="9842"/>
                    <a:pt x="5051" y="10443"/>
                  </a:cubicBezTo>
                  <a:cubicBezTo>
                    <a:pt x="5385" y="10676"/>
                    <a:pt x="5685" y="11010"/>
                    <a:pt x="6019" y="11310"/>
                  </a:cubicBezTo>
                  <a:cubicBezTo>
                    <a:pt x="6352" y="11610"/>
                    <a:pt x="6619" y="11977"/>
                    <a:pt x="6953" y="12311"/>
                  </a:cubicBezTo>
                  <a:cubicBezTo>
                    <a:pt x="7120" y="12478"/>
                    <a:pt x="7286" y="12644"/>
                    <a:pt x="7520" y="12811"/>
                  </a:cubicBezTo>
                  <a:lnTo>
                    <a:pt x="7787" y="13045"/>
                  </a:lnTo>
                  <a:cubicBezTo>
                    <a:pt x="7887" y="13145"/>
                    <a:pt x="8020" y="13178"/>
                    <a:pt x="8087" y="13278"/>
                  </a:cubicBezTo>
                  <a:cubicBezTo>
                    <a:pt x="8287" y="13378"/>
                    <a:pt x="8521" y="13545"/>
                    <a:pt x="8721" y="13645"/>
                  </a:cubicBezTo>
                  <a:lnTo>
                    <a:pt x="9054" y="13812"/>
                  </a:lnTo>
                  <a:lnTo>
                    <a:pt x="9221" y="13879"/>
                  </a:lnTo>
                  <a:lnTo>
                    <a:pt x="9288" y="13945"/>
                  </a:lnTo>
                  <a:cubicBezTo>
                    <a:pt x="9355" y="13945"/>
                    <a:pt x="9388" y="13979"/>
                    <a:pt x="9421" y="13979"/>
                  </a:cubicBezTo>
                  <a:cubicBezTo>
                    <a:pt x="9922" y="14145"/>
                    <a:pt x="10455" y="14145"/>
                    <a:pt x="10922" y="14145"/>
                  </a:cubicBezTo>
                  <a:cubicBezTo>
                    <a:pt x="11389" y="14145"/>
                    <a:pt x="11856" y="14145"/>
                    <a:pt x="12290" y="14212"/>
                  </a:cubicBezTo>
                  <a:lnTo>
                    <a:pt x="12457" y="14279"/>
                  </a:lnTo>
                  <a:lnTo>
                    <a:pt x="12557" y="14279"/>
                  </a:lnTo>
                  <a:lnTo>
                    <a:pt x="12790" y="14446"/>
                  </a:lnTo>
                  <a:cubicBezTo>
                    <a:pt x="12957" y="14546"/>
                    <a:pt x="13091" y="14712"/>
                    <a:pt x="13257" y="14879"/>
                  </a:cubicBezTo>
                  <a:cubicBezTo>
                    <a:pt x="13591" y="15213"/>
                    <a:pt x="13858" y="15613"/>
                    <a:pt x="14225" y="15880"/>
                  </a:cubicBezTo>
                  <a:lnTo>
                    <a:pt x="14592" y="16147"/>
                  </a:lnTo>
                  <a:cubicBezTo>
                    <a:pt x="14725" y="16214"/>
                    <a:pt x="14859" y="16280"/>
                    <a:pt x="14925" y="16314"/>
                  </a:cubicBezTo>
                  <a:lnTo>
                    <a:pt x="14892" y="16314"/>
                  </a:lnTo>
                  <a:cubicBezTo>
                    <a:pt x="15959" y="16881"/>
                    <a:pt x="17260" y="17214"/>
                    <a:pt x="18595" y="17214"/>
                  </a:cubicBezTo>
                  <a:cubicBezTo>
                    <a:pt x="18722" y="17221"/>
                    <a:pt x="18849" y="17224"/>
                    <a:pt x="18977" y="17224"/>
                  </a:cubicBezTo>
                  <a:cubicBezTo>
                    <a:pt x="20156" y="17224"/>
                    <a:pt x="21357" y="16968"/>
                    <a:pt x="22531" y="16847"/>
                  </a:cubicBezTo>
                  <a:cubicBezTo>
                    <a:pt x="22962" y="16791"/>
                    <a:pt x="23402" y="16761"/>
                    <a:pt x="23840" y="16761"/>
                  </a:cubicBezTo>
                  <a:cubicBezTo>
                    <a:pt x="24688" y="16761"/>
                    <a:pt x="25530" y="16872"/>
                    <a:pt x="26300" y="17114"/>
                  </a:cubicBezTo>
                  <a:cubicBezTo>
                    <a:pt x="27468" y="17481"/>
                    <a:pt x="28535" y="18148"/>
                    <a:pt x="29402" y="18849"/>
                  </a:cubicBezTo>
                  <a:cubicBezTo>
                    <a:pt x="30270" y="19616"/>
                    <a:pt x="30903" y="20483"/>
                    <a:pt x="31370" y="21317"/>
                  </a:cubicBezTo>
                  <a:cubicBezTo>
                    <a:pt x="31804" y="22184"/>
                    <a:pt x="32071" y="22985"/>
                    <a:pt x="32204" y="23686"/>
                  </a:cubicBezTo>
                  <a:cubicBezTo>
                    <a:pt x="32238" y="24086"/>
                    <a:pt x="32304" y="24353"/>
                    <a:pt x="32304" y="24653"/>
                  </a:cubicBezTo>
                  <a:cubicBezTo>
                    <a:pt x="32371" y="24953"/>
                    <a:pt x="32371" y="25153"/>
                    <a:pt x="32371" y="25353"/>
                  </a:cubicBezTo>
                  <a:lnTo>
                    <a:pt x="32371" y="25820"/>
                  </a:lnTo>
                  <a:lnTo>
                    <a:pt x="32371" y="25987"/>
                  </a:lnTo>
                  <a:cubicBezTo>
                    <a:pt x="32371" y="26226"/>
                    <a:pt x="32417" y="26351"/>
                    <a:pt x="32453" y="26351"/>
                  </a:cubicBezTo>
                  <a:cubicBezTo>
                    <a:pt x="32494" y="26351"/>
                    <a:pt x="32523" y="26201"/>
                    <a:pt x="32471" y="25887"/>
                  </a:cubicBezTo>
                  <a:lnTo>
                    <a:pt x="32471" y="25720"/>
                  </a:lnTo>
                  <a:lnTo>
                    <a:pt x="32471" y="25287"/>
                  </a:lnTo>
                  <a:cubicBezTo>
                    <a:pt x="32471" y="25053"/>
                    <a:pt x="32471" y="24820"/>
                    <a:pt x="32438" y="24519"/>
                  </a:cubicBezTo>
                  <a:cubicBezTo>
                    <a:pt x="32438" y="24219"/>
                    <a:pt x="32371" y="23952"/>
                    <a:pt x="32304" y="23552"/>
                  </a:cubicBezTo>
                  <a:cubicBezTo>
                    <a:pt x="32204" y="22852"/>
                    <a:pt x="31937" y="21984"/>
                    <a:pt x="31470" y="21117"/>
                  </a:cubicBezTo>
                  <a:cubicBezTo>
                    <a:pt x="31037" y="20183"/>
                    <a:pt x="30403" y="19316"/>
                    <a:pt x="29469" y="18515"/>
                  </a:cubicBezTo>
                  <a:cubicBezTo>
                    <a:pt x="28602" y="17715"/>
                    <a:pt x="27534" y="17047"/>
                    <a:pt x="26267" y="16647"/>
                  </a:cubicBezTo>
                  <a:cubicBezTo>
                    <a:pt x="25434" y="16355"/>
                    <a:pt x="24526" y="16244"/>
                    <a:pt x="23614" y="16244"/>
                  </a:cubicBezTo>
                  <a:cubicBezTo>
                    <a:pt x="23173" y="16244"/>
                    <a:pt x="22732" y="16270"/>
                    <a:pt x="22297" y="16314"/>
                  </a:cubicBezTo>
                  <a:cubicBezTo>
                    <a:pt x="21050" y="16438"/>
                    <a:pt x="19861" y="16650"/>
                    <a:pt x="18677" y="16650"/>
                  </a:cubicBezTo>
                  <a:cubicBezTo>
                    <a:pt x="18594" y="16650"/>
                    <a:pt x="18511" y="16649"/>
                    <a:pt x="18428" y="16647"/>
                  </a:cubicBezTo>
                  <a:cubicBezTo>
                    <a:pt x="17127" y="16647"/>
                    <a:pt x="15926" y="16314"/>
                    <a:pt x="14925" y="15780"/>
                  </a:cubicBezTo>
                  <a:lnTo>
                    <a:pt x="14892" y="15780"/>
                  </a:lnTo>
                  <a:lnTo>
                    <a:pt x="14625" y="15646"/>
                  </a:lnTo>
                  <a:cubicBezTo>
                    <a:pt x="14558" y="15613"/>
                    <a:pt x="14425" y="15513"/>
                    <a:pt x="14358" y="15446"/>
                  </a:cubicBezTo>
                  <a:cubicBezTo>
                    <a:pt x="14025" y="15146"/>
                    <a:pt x="13758" y="14813"/>
                    <a:pt x="13424" y="14479"/>
                  </a:cubicBezTo>
                  <a:cubicBezTo>
                    <a:pt x="13291" y="14312"/>
                    <a:pt x="13091" y="14145"/>
                    <a:pt x="12924" y="13979"/>
                  </a:cubicBezTo>
                  <a:lnTo>
                    <a:pt x="12590" y="13712"/>
                  </a:lnTo>
                  <a:cubicBezTo>
                    <a:pt x="12590" y="13678"/>
                    <a:pt x="12524" y="13678"/>
                    <a:pt x="12457" y="13678"/>
                  </a:cubicBezTo>
                  <a:lnTo>
                    <a:pt x="12390" y="13678"/>
                  </a:lnTo>
                  <a:lnTo>
                    <a:pt x="12223" y="13645"/>
                  </a:lnTo>
                  <a:cubicBezTo>
                    <a:pt x="11723" y="13545"/>
                    <a:pt x="11223" y="13545"/>
                    <a:pt x="10756" y="13545"/>
                  </a:cubicBezTo>
                  <a:cubicBezTo>
                    <a:pt x="10255" y="13545"/>
                    <a:pt x="9788" y="13545"/>
                    <a:pt x="9388" y="13445"/>
                  </a:cubicBezTo>
                  <a:lnTo>
                    <a:pt x="9355" y="13445"/>
                  </a:lnTo>
                  <a:lnTo>
                    <a:pt x="9254" y="13378"/>
                  </a:lnTo>
                  <a:lnTo>
                    <a:pt x="9088" y="13311"/>
                  </a:lnTo>
                  <a:lnTo>
                    <a:pt x="8754" y="13145"/>
                  </a:lnTo>
                  <a:cubicBezTo>
                    <a:pt x="8554" y="13045"/>
                    <a:pt x="8387" y="12945"/>
                    <a:pt x="8187" y="12811"/>
                  </a:cubicBezTo>
                  <a:cubicBezTo>
                    <a:pt x="8087" y="12778"/>
                    <a:pt x="7954" y="12711"/>
                    <a:pt x="7887" y="12644"/>
                  </a:cubicBezTo>
                  <a:lnTo>
                    <a:pt x="7620" y="12444"/>
                  </a:lnTo>
                  <a:cubicBezTo>
                    <a:pt x="7453" y="12311"/>
                    <a:pt x="7286" y="12144"/>
                    <a:pt x="7120" y="11977"/>
                  </a:cubicBezTo>
                  <a:cubicBezTo>
                    <a:pt x="6786" y="11644"/>
                    <a:pt x="6519" y="11310"/>
                    <a:pt x="6186" y="10976"/>
                  </a:cubicBezTo>
                  <a:cubicBezTo>
                    <a:pt x="5852" y="10643"/>
                    <a:pt x="5518" y="10309"/>
                    <a:pt x="5185" y="10042"/>
                  </a:cubicBezTo>
                  <a:cubicBezTo>
                    <a:pt x="5018" y="9876"/>
                    <a:pt x="4851" y="9776"/>
                    <a:pt x="4685" y="9642"/>
                  </a:cubicBezTo>
                  <a:cubicBezTo>
                    <a:pt x="4518" y="9509"/>
                    <a:pt x="4351" y="9375"/>
                    <a:pt x="4117" y="9309"/>
                  </a:cubicBezTo>
                  <a:cubicBezTo>
                    <a:pt x="3751" y="9142"/>
                    <a:pt x="3384" y="9008"/>
                    <a:pt x="3017" y="8875"/>
                  </a:cubicBezTo>
                  <a:cubicBezTo>
                    <a:pt x="2283" y="8708"/>
                    <a:pt x="1582" y="8675"/>
                    <a:pt x="1215" y="8308"/>
                  </a:cubicBezTo>
                  <a:cubicBezTo>
                    <a:pt x="1015" y="8108"/>
                    <a:pt x="882" y="7874"/>
                    <a:pt x="782" y="7674"/>
                  </a:cubicBezTo>
                  <a:cubicBezTo>
                    <a:pt x="715" y="7474"/>
                    <a:pt x="615" y="7274"/>
                    <a:pt x="582" y="7107"/>
                  </a:cubicBezTo>
                  <a:cubicBezTo>
                    <a:pt x="515" y="6707"/>
                    <a:pt x="448" y="6473"/>
                    <a:pt x="415" y="6340"/>
                  </a:cubicBezTo>
                  <a:cubicBezTo>
                    <a:pt x="248" y="5706"/>
                    <a:pt x="281" y="5139"/>
                    <a:pt x="381" y="4639"/>
                  </a:cubicBezTo>
                  <a:cubicBezTo>
                    <a:pt x="448" y="4138"/>
                    <a:pt x="548" y="3671"/>
                    <a:pt x="615" y="3271"/>
                  </a:cubicBezTo>
                  <a:cubicBezTo>
                    <a:pt x="748" y="2437"/>
                    <a:pt x="748" y="1803"/>
                    <a:pt x="682" y="1336"/>
                  </a:cubicBezTo>
                  <a:cubicBezTo>
                    <a:pt x="615" y="1136"/>
                    <a:pt x="582" y="969"/>
                    <a:pt x="548" y="802"/>
                  </a:cubicBezTo>
                  <a:cubicBezTo>
                    <a:pt x="515" y="669"/>
                    <a:pt x="448" y="536"/>
                    <a:pt x="415" y="469"/>
                  </a:cubicBezTo>
                  <a:cubicBezTo>
                    <a:pt x="381" y="302"/>
                    <a:pt x="348" y="269"/>
                    <a:pt x="348" y="269"/>
                  </a:cubicBezTo>
                  <a:cubicBezTo>
                    <a:pt x="233" y="82"/>
                    <a:pt x="136" y="0"/>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61" name="Google Shape;2961;p24"/>
            <p:cNvSpPr/>
            <p:nvPr/>
          </p:nvSpPr>
          <p:spPr>
            <a:xfrm>
              <a:off x="9389648" y="991722"/>
              <a:ext cx="1574329" cy="3117792"/>
            </a:xfrm>
            <a:custGeom>
              <a:avLst/>
              <a:gdLst/>
              <a:ahLst/>
              <a:cxnLst/>
              <a:rect l="l" t="t" r="r" b="b"/>
              <a:pathLst>
                <a:path w="69877" h="138384" extrusionOk="0">
                  <a:moveTo>
                    <a:pt x="14034" y="0"/>
                  </a:moveTo>
                  <a:cubicBezTo>
                    <a:pt x="13967" y="0"/>
                    <a:pt x="13860" y="484"/>
                    <a:pt x="13777" y="1460"/>
                  </a:cubicBezTo>
                  <a:cubicBezTo>
                    <a:pt x="13777" y="1460"/>
                    <a:pt x="13744" y="1560"/>
                    <a:pt x="13710" y="1860"/>
                  </a:cubicBezTo>
                  <a:cubicBezTo>
                    <a:pt x="13677" y="2027"/>
                    <a:pt x="13610" y="2194"/>
                    <a:pt x="13577" y="2461"/>
                  </a:cubicBezTo>
                  <a:cubicBezTo>
                    <a:pt x="13510" y="2661"/>
                    <a:pt x="13410" y="2961"/>
                    <a:pt x="13343" y="3228"/>
                  </a:cubicBezTo>
                  <a:cubicBezTo>
                    <a:pt x="13110" y="3862"/>
                    <a:pt x="12776" y="4629"/>
                    <a:pt x="12176" y="5396"/>
                  </a:cubicBezTo>
                  <a:cubicBezTo>
                    <a:pt x="11542" y="6197"/>
                    <a:pt x="10575" y="6997"/>
                    <a:pt x="9374" y="7831"/>
                  </a:cubicBezTo>
                  <a:cubicBezTo>
                    <a:pt x="8206" y="8665"/>
                    <a:pt x="6772" y="9699"/>
                    <a:pt x="5671" y="11334"/>
                  </a:cubicBezTo>
                  <a:cubicBezTo>
                    <a:pt x="5404" y="11734"/>
                    <a:pt x="5071" y="12134"/>
                    <a:pt x="4904" y="12668"/>
                  </a:cubicBezTo>
                  <a:cubicBezTo>
                    <a:pt x="4737" y="13168"/>
                    <a:pt x="4737" y="13735"/>
                    <a:pt x="4770" y="14302"/>
                  </a:cubicBezTo>
                  <a:cubicBezTo>
                    <a:pt x="4904" y="15403"/>
                    <a:pt x="5237" y="16537"/>
                    <a:pt x="5438" y="17705"/>
                  </a:cubicBezTo>
                  <a:cubicBezTo>
                    <a:pt x="5571" y="18339"/>
                    <a:pt x="5604" y="18906"/>
                    <a:pt x="5504" y="19540"/>
                  </a:cubicBezTo>
                  <a:cubicBezTo>
                    <a:pt x="5404" y="20173"/>
                    <a:pt x="5037" y="20674"/>
                    <a:pt x="4537" y="21141"/>
                  </a:cubicBezTo>
                  <a:cubicBezTo>
                    <a:pt x="3570" y="22008"/>
                    <a:pt x="2235" y="22575"/>
                    <a:pt x="1068" y="23576"/>
                  </a:cubicBezTo>
                  <a:cubicBezTo>
                    <a:pt x="768" y="23843"/>
                    <a:pt x="534" y="24176"/>
                    <a:pt x="334" y="24510"/>
                  </a:cubicBezTo>
                  <a:lnTo>
                    <a:pt x="201" y="24810"/>
                  </a:lnTo>
                  <a:cubicBezTo>
                    <a:pt x="167" y="24877"/>
                    <a:pt x="167" y="25010"/>
                    <a:pt x="100" y="25077"/>
                  </a:cubicBezTo>
                  <a:cubicBezTo>
                    <a:pt x="34" y="25310"/>
                    <a:pt x="34" y="25510"/>
                    <a:pt x="34" y="25711"/>
                  </a:cubicBezTo>
                  <a:cubicBezTo>
                    <a:pt x="0" y="26545"/>
                    <a:pt x="334" y="27345"/>
                    <a:pt x="668" y="28079"/>
                  </a:cubicBezTo>
                  <a:cubicBezTo>
                    <a:pt x="1001" y="28846"/>
                    <a:pt x="1435" y="29547"/>
                    <a:pt x="1835" y="30314"/>
                  </a:cubicBezTo>
                  <a:cubicBezTo>
                    <a:pt x="2235" y="31048"/>
                    <a:pt x="2569" y="31882"/>
                    <a:pt x="2569" y="32716"/>
                  </a:cubicBezTo>
                  <a:cubicBezTo>
                    <a:pt x="2602" y="33316"/>
                    <a:pt x="2502" y="34250"/>
                    <a:pt x="1902" y="35484"/>
                  </a:cubicBezTo>
                  <a:cubicBezTo>
                    <a:pt x="1668" y="36051"/>
                    <a:pt x="1268" y="36718"/>
                    <a:pt x="934" y="37486"/>
                  </a:cubicBezTo>
                  <a:cubicBezTo>
                    <a:pt x="601" y="38220"/>
                    <a:pt x="201" y="39087"/>
                    <a:pt x="234" y="40154"/>
                  </a:cubicBezTo>
                  <a:cubicBezTo>
                    <a:pt x="334" y="40688"/>
                    <a:pt x="534" y="41155"/>
                    <a:pt x="668" y="41655"/>
                  </a:cubicBezTo>
                  <a:cubicBezTo>
                    <a:pt x="768" y="42156"/>
                    <a:pt x="934" y="42656"/>
                    <a:pt x="1168" y="43156"/>
                  </a:cubicBezTo>
                  <a:cubicBezTo>
                    <a:pt x="1368" y="43657"/>
                    <a:pt x="1535" y="44191"/>
                    <a:pt x="1768" y="44691"/>
                  </a:cubicBezTo>
                  <a:cubicBezTo>
                    <a:pt x="2035" y="45191"/>
                    <a:pt x="2269" y="45725"/>
                    <a:pt x="2569" y="46259"/>
                  </a:cubicBezTo>
                  <a:cubicBezTo>
                    <a:pt x="3703" y="48394"/>
                    <a:pt x="5371" y="50495"/>
                    <a:pt x="7539" y="52196"/>
                  </a:cubicBezTo>
                  <a:cubicBezTo>
                    <a:pt x="8673" y="53030"/>
                    <a:pt x="9841" y="53764"/>
                    <a:pt x="11175" y="54364"/>
                  </a:cubicBezTo>
                  <a:cubicBezTo>
                    <a:pt x="12509" y="54932"/>
                    <a:pt x="13877" y="55432"/>
                    <a:pt x="15345" y="55732"/>
                  </a:cubicBezTo>
                  <a:cubicBezTo>
                    <a:pt x="15678" y="55832"/>
                    <a:pt x="16045" y="55866"/>
                    <a:pt x="16412" y="55932"/>
                  </a:cubicBezTo>
                  <a:cubicBezTo>
                    <a:pt x="16746" y="55999"/>
                    <a:pt x="17113" y="56066"/>
                    <a:pt x="17513" y="56099"/>
                  </a:cubicBezTo>
                  <a:cubicBezTo>
                    <a:pt x="17880" y="56199"/>
                    <a:pt x="18247" y="56232"/>
                    <a:pt x="18614" y="56266"/>
                  </a:cubicBezTo>
                  <a:cubicBezTo>
                    <a:pt x="19014" y="56333"/>
                    <a:pt x="19381" y="56366"/>
                    <a:pt x="19748" y="56366"/>
                  </a:cubicBezTo>
                  <a:cubicBezTo>
                    <a:pt x="21249" y="56433"/>
                    <a:pt x="22750" y="56533"/>
                    <a:pt x="24218" y="56833"/>
                  </a:cubicBezTo>
                  <a:cubicBezTo>
                    <a:pt x="24918" y="56933"/>
                    <a:pt x="25619" y="57200"/>
                    <a:pt x="26353" y="57433"/>
                  </a:cubicBezTo>
                  <a:cubicBezTo>
                    <a:pt x="27020" y="57734"/>
                    <a:pt x="27720" y="58067"/>
                    <a:pt x="28287" y="58501"/>
                  </a:cubicBezTo>
                  <a:cubicBezTo>
                    <a:pt x="28921" y="58868"/>
                    <a:pt x="29455" y="59368"/>
                    <a:pt x="30022" y="59868"/>
                  </a:cubicBezTo>
                  <a:lnTo>
                    <a:pt x="30856" y="60669"/>
                  </a:lnTo>
                  <a:cubicBezTo>
                    <a:pt x="31123" y="60902"/>
                    <a:pt x="31423" y="61169"/>
                    <a:pt x="31723" y="61369"/>
                  </a:cubicBezTo>
                  <a:cubicBezTo>
                    <a:pt x="32924" y="62270"/>
                    <a:pt x="34225" y="63037"/>
                    <a:pt x="35392" y="63871"/>
                  </a:cubicBezTo>
                  <a:cubicBezTo>
                    <a:pt x="36560" y="64672"/>
                    <a:pt x="37594" y="65673"/>
                    <a:pt x="38194" y="66873"/>
                  </a:cubicBezTo>
                  <a:cubicBezTo>
                    <a:pt x="38561" y="67574"/>
                    <a:pt x="38728" y="68374"/>
                    <a:pt x="38861" y="69175"/>
                  </a:cubicBezTo>
                  <a:cubicBezTo>
                    <a:pt x="38928" y="69942"/>
                    <a:pt x="38928" y="70709"/>
                    <a:pt x="38928" y="71443"/>
                  </a:cubicBezTo>
                  <a:cubicBezTo>
                    <a:pt x="38895" y="72211"/>
                    <a:pt x="38928" y="72911"/>
                    <a:pt x="39028" y="73545"/>
                  </a:cubicBezTo>
                  <a:cubicBezTo>
                    <a:pt x="39095" y="73878"/>
                    <a:pt x="39128" y="74179"/>
                    <a:pt x="39228" y="74412"/>
                  </a:cubicBezTo>
                  <a:cubicBezTo>
                    <a:pt x="39328" y="74712"/>
                    <a:pt x="39395" y="74913"/>
                    <a:pt x="39462" y="75113"/>
                  </a:cubicBezTo>
                  <a:cubicBezTo>
                    <a:pt x="39896" y="76314"/>
                    <a:pt x="40729" y="77281"/>
                    <a:pt x="41263" y="78315"/>
                  </a:cubicBezTo>
                  <a:cubicBezTo>
                    <a:pt x="41563" y="78882"/>
                    <a:pt x="41764" y="79416"/>
                    <a:pt x="41830" y="79983"/>
                  </a:cubicBezTo>
                  <a:cubicBezTo>
                    <a:pt x="41864" y="80550"/>
                    <a:pt x="41730" y="81150"/>
                    <a:pt x="41563" y="81717"/>
                  </a:cubicBezTo>
                  <a:cubicBezTo>
                    <a:pt x="41397" y="82251"/>
                    <a:pt x="41063" y="82751"/>
                    <a:pt x="40629" y="83152"/>
                  </a:cubicBezTo>
                  <a:cubicBezTo>
                    <a:pt x="40229" y="83585"/>
                    <a:pt x="39695" y="83886"/>
                    <a:pt x="39128" y="84119"/>
                  </a:cubicBezTo>
                  <a:cubicBezTo>
                    <a:pt x="38061" y="84586"/>
                    <a:pt x="36827" y="84886"/>
                    <a:pt x="35626" y="85387"/>
                  </a:cubicBezTo>
                  <a:cubicBezTo>
                    <a:pt x="35059" y="85620"/>
                    <a:pt x="34458" y="85954"/>
                    <a:pt x="33958" y="86387"/>
                  </a:cubicBezTo>
                  <a:cubicBezTo>
                    <a:pt x="33724" y="86588"/>
                    <a:pt x="33524" y="86854"/>
                    <a:pt x="33291" y="87088"/>
                  </a:cubicBezTo>
                  <a:cubicBezTo>
                    <a:pt x="33091" y="87321"/>
                    <a:pt x="32891" y="87622"/>
                    <a:pt x="32724" y="87888"/>
                  </a:cubicBezTo>
                  <a:cubicBezTo>
                    <a:pt x="32390" y="88422"/>
                    <a:pt x="32090" y="88989"/>
                    <a:pt x="31923" y="89623"/>
                  </a:cubicBezTo>
                  <a:cubicBezTo>
                    <a:pt x="31723" y="90257"/>
                    <a:pt x="31656" y="90924"/>
                    <a:pt x="31590" y="91558"/>
                  </a:cubicBezTo>
                  <a:cubicBezTo>
                    <a:pt x="31523" y="92825"/>
                    <a:pt x="31623" y="94093"/>
                    <a:pt x="31890" y="95327"/>
                  </a:cubicBezTo>
                  <a:cubicBezTo>
                    <a:pt x="32157" y="96595"/>
                    <a:pt x="32490" y="97796"/>
                    <a:pt x="32857" y="98963"/>
                  </a:cubicBezTo>
                  <a:cubicBezTo>
                    <a:pt x="33591" y="101331"/>
                    <a:pt x="34525" y="103633"/>
                    <a:pt x="35059" y="105968"/>
                  </a:cubicBezTo>
                  <a:cubicBezTo>
                    <a:pt x="35226" y="106568"/>
                    <a:pt x="35326" y="107169"/>
                    <a:pt x="35392" y="107769"/>
                  </a:cubicBezTo>
                  <a:cubicBezTo>
                    <a:pt x="35526" y="108403"/>
                    <a:pt x="35592" y="108970"/>
                    <a:pt x="35726" y="109571"/>
                  </a:cubicBezTo>
                  <a:cubicBezTo>
                    <a:pt x="35926" y="110772"/>
                    <a:pt x="36193" y="111939"/>
                    <a:pt x="36493" y="113073"/>
                  </a:cubicBezTo>
                  <a:cubicBezTo>
                    <a:pt x="37060" y="115375"/>
                    <a:pt x="37861" y="117576"/>
                    <a:pt x="38995" y="119544"/>
                  </a:cubicBezTo>
                  <a:cubicBezTo>
                    <a:pt x="40062" y="121546"/>
                    <a:pt x="41530" y="123247"/>
                    <a:pt x="43098" y="124615"/>
                  </a:cubicBezTo>
                  <a:cubicBezTo>
                    <a:pt x="44699" y="126049"/>
                    <a:pt x="46467" y="127083"/>
                    <a:pt x="48202" y="127984"/>
                  </a:cubicBezTo>
                  <a:cubicBezTo>
                    <a:pt x="49869" y="128951"/>
                    <a:pt x="51604" y="129652"/>
                    <a:pt x="53238" y="130285"/>
                  </a:cubicBezTo>
                  <a:cubicBezTo>
                    <a:pt x="54873" y="130853"/>
                    <a:pt x="56407" y="131420"/>
                    <a:pt x="57875" y="131920"/>
                  </a:cubicBezTo>
                  <a:cubicBezTo>
                    <a:pt x="59276" y="132420"/>
                    <a:pt x="60610" y="132887"/>
                    <a:pt x="61778" y="133354"/>
                  </a:cubicBezTo>
                  <a:cubicBezTo>
                    <a:pt x="64113" y="134322"/>
                    <a:pt x="65881" y="135322"/>
                    <a:pt x="67015" y="136156"/>
                  </a:cubicBezTo>
                  <a:cubicBezTo>
                    <a:pt x="67582" y="136557"/>
                    <a:pt x="67949" y="136924"/>
                    <a:pt x="68249" y="137124"/>
                  </a:cubicBezTo>
                  <a:cubicBezTo>
                    <a:pt x="68416" y="137257"/>
                    <a:pt x="68516" y="137324"/>
                    <a:pt x="68583" y="137391"/>
                  </a:cubicBezTo>
                  <a:lnTo>
                    <a:pt x="68683" y="137457"/>
                  </a:lnTo>
                  <a:cubicBezTo>
                    <a:pt x="69307" y="138066"/>
                    <a:pt x="69681" y="138383"/>
                    <a:pt x="69770" y="138383"/>
                  </a:cubicBezTo>
                  <a:cubicBezTo>
                    <a:pt x="69876" y="138383"/>
                    <a:pt x="69578" y="137933"/>
                    <a:pt x="68816" y="136990"/>
                  </a:cubicBezTo>
                  <a:cubicBezTo>
                    <a:pt x="68816" y="136990"/>
                    <a:pt x="68816" y="136957"/>
                    <a:pt x="68750" y="136924"/>
                  </a:cubicBezTo>
                  <a:cubicBezTo>
                    <a:pt x="68649" y="136890"/>
                    <a:pt x="68549" y="136790"/>
                    <a:pt x="68416" y="136657"/>
                  </a:cubicBezTo>
                  <a:cubicBezTo>
                    <a:pt x="68116" y="136423"/>
                    <a:pt x="67749" y="136056"/>
                    <a:pt x="67148" y="135656"/>
                  </a:cubicBezTo>
                  <a:cubicBezTo>
                    <a:pt x="66048" y="134822"/>
                    <a:pt x="64280" y="133788"/>
                    <a:pt x="61911" y="132821"/>
                  </a:cubicBezTo>
                  <a:cubicBezTo>
                    <a:pt x="60710" y="132320"/>
                    <a:pt x="59376" y="131820"/>
                    <a:pt x="57942" y="131320"/>
                  </a:cubicBezTo>
                  <a:cubicBezTo>
                    <a:pt x="56474" y="130819"/>
                    <a:pt x="54940" y="130319"/>
                    <a:pt x="53305" y="129718"/>
                  </a:cubicBezTo>
                  <a:cubicBezTo>
                    <a:pt x="51704" y="129085"/>
                    <a:pt x="49969" y="128384"/>
                    <a:pt x="48302" y="127417"/>
                  </a:cubicBezTo>
                  <a:cubicBezTo>
                    <a:pt x="46600" y="126483"/>
                    <a:pt x="44899" y="125449"/>
                    <a:pt x="43298" y="124081"/>
                  </a:cubicBezTo>
                  <a:cubicBezTo>
                    <a:pt x="41730" y="122713"/>
                    <a:pt x="40363" y="121046"/>
                    <a:pt x="39262" y="119077"/>
                  </a:cubicBezTo>
                  <a:cubicBezTo>
                    <a:pt x="38194" y="117109"/>
                    <a:pt x="37394" y="114941"/>
                    <a:pt x="36793" y="112706"/>
                  </a:cubicBezTo>
                  <a:cubicBezTo>
                    <a:pt x="36526" y="111572"/>
                    <a:pt x="36260" y="110405"/>
                    <a:pt x="36059" y="109237"/>
                  </a:cubicBezTo>
                  <a:cubicBezTo>
                    <a:pt x="35959" y="108637"/>
                    <a:pt x="35859" y="108070"/>
                    <a:pt x="35759" y="107469"/>
                  </a:cubicBezTo>
                  <a:cubicBezTo>
                    <a:pt x="35626" y="106902"/>
                    <a:pt x="35559" y="106302"/>
                    <a:pt x="35426" y="105701"/>
                  </a:cubicBezTo>
                  <a:cubicBezTo>
                    <a:pt x="34859" y="103299"/>
                    <a:pt x="33925" y="101031"/>
                    <a:pt x="33224" y="98629"/>
                  </a:cubicBezTo>
                  <a:cubicBezTo>
                    <a:pt x="32891" y="97462"/>
                    <a:pt x="32557" y="96261"/>
                    <a:pt x="32290" y="95060"/>
                  </a:cubicBezTo>
                  <a:cubicBezTo>
                    <a:pt x="32090" y="93859"/>
                    <a:pt x="31923" y="92592"/>
                    <a:pt x="32023" y="91391"/>
                  </a:cubicBezTo>
                  <a:cubicBezTo>
                    <a:pt x="32057" y="90791"/>
                    <a:pt x="32123" y="90190"/>
                    <a:pt x="32290" y="89590"/>
                  </a:cubicBezTo>
                  <a:cubicBezTo>
                    <a:pt x="32457" y="89023"/>
                    <a:pt x="32724" y="88422"/>
                    <a:pt x="33057" y="87922"/>
                  </a:cubicBezTo>
                  <a:cubicBezTo>
                    <a:pt x="33224" y="87688"/>
                    <a:pt x="33391" y="87421"/>
                    <a:pt x="33591" y="87221"/>
                  </a:cubicBezTo>
                  <a:cubicBezTo>
                    <a:pt x="33758" y="87021"/>
                    <a:pt x="34025" y="86788"/>
                    <a:pt x="34225" y="86588"/>
                  </a:cubicBezTo>
                  <a:cubicBezTo>
                    <a:pt x="34692" y="86221"/>
                    <a:pt x="35226" y="85920"/>
                    <a:pt x="35759" y="85687"/>
                  </a:cubicBezTo>
                  <a:cubicBezTo>
                    <a:pt x="36893" y="85220"/>
                    <a:pt x="38128" y="84920"/>
                    <a:pt x="39295" y="84419"/>
                  </a:cubicBezTo>
                  <a:cubicBezTo>
                    <a:pt x="39896" y="84186"/>
                    <a:pt x="40429" y="83852"/>
                    <a:pt x="40930" y="83385"/>
                  </a:cubicBezTo>
                  <a:cubicBezTo>
                    <a:pt x="41397" y="82952"/>
                    <a:pt x="41764" y="82385"/>
                    <a:pt x="41964" y="81751"/>
                  </a:cubicBezTo>
                  <a:cubicBezTo>
                    <a:pt x="42064" y="81417"/>
                    <a:pt x="42130" y="81117"/>
                    <a:pt x="42197" y="80783"/>
                  </a:cubicBezTo>
                  <a:cubicBezTo>
                    <a:pt x="42231" y="80517"/>
                    <a:pt x="42264" y="80183"/>
                    <a:pt x="42231" y="79849"/>
                  </a:cubicBezTo>
                  <a:cubicBezTo>
                    <a:pt x="42197" y="79182"/>
                    <a:pt x="41930" y="78548"/>
                    <a:pt x="41630" y="78015"/>
                  </a:cubicBezTo>
                  <a:cubicBezTo>
                    <a:pt x="41063" y="76914"/>
                    <a:pt x="40262" y="75947"/>
                    <a:pt x="39896" y="74879"/>
                  </a:cubicBezTo>
                  <a:cubicBezTo>
                    <a:pt x="39862" y="74712"/>
                    <a:pt x="39762" y="74512"/>
                    <a:pt x="39695" y="74245"/>
                  </a:cubicBezTo>
                  <a:cubicBezTo>
                    <a:pt x="39629" y="74012"/>
                    <a:pt x="39595" y="73745"/>
                    <a:pt x="39529" y="73445"/>
                  </a:cubicBezTo>
                  <a:cubicBezTo>
                    <a:pt x="39429" y="72878"/>
                    <a:pt x="39395" y="72211"/>
                    <a:pt x="39429" y="71443"/>
                  </a:cubicBezTo>
                  <a:cubicBezTo>
                    <a:pt x="39462" y="69942"/>
                    <a:pt x="39395" y="68174"/>
                    <a:pt x="38628" y="66607"/>
                  </a:cubicBezTo>
                  <a:cubicBezTo>
                    <a:pt x="38028" y="65272"/>
                    <a:pt x="36893" y="64238"/>
                    <a:pt x="35693" y="63404"/>
                  </a:cubicBezTo>
                  <a:cubicBezTo>
                    <a:pt x="34525" y="62570"/>
                    <a:pt x="33224" y="61836"/>
                    <a:pt x="32057" y="60936"/>
                  </a:cubicBezTo>
                  <a:cubicBezTo>
                    <a:pt x="31723" y="60702"/>
                    <a:pt x="31456" y="60502"/>
                    <a:pt x="31189" y="60235"/>
                  </a:cubicBezTo>
                  <a:lnTo>
                    <a:pt x="30355" y="59501"/>
                  </a:lnTo>
                  <a:cubicBezTo>
                    <a:pt x="29788" y="58934"/>
                    <a:pt x="29221" y="58434"/>
                    <a:pt x="28554" y="58034"/>
                  </a:cubicBezTo>
                  <a:cubicBezTo>
                    <a:pt x="27920" y="57567"/>
                    <a:pt x="27220" y="57233"/>
                    <a:pt x="26519" y="56933"/>
                  </a:cubicBezTo>
                  <a:cubicBezTo>
                    <a:pt x="25785" y="56666"/>
                    <a:pt x="25052" y="56433"/>
                    <a:pt x="24284" y="56266"/>
                  </a:cubicBezTo>
                  <a:cubicBezTo>
                    <a:pt x="22783" y="55932"/>
                    <a:pt x="21282" y="55899"/>
                    <a:pt x="19781" y="55832"/>
                  </a:cubicBezTo>
                  <a:cubicBezTo>
                    <a:pt x="19414" y="55832"/>
                    <a:pt x="19047" y="55765"/>
                    <a:pt x="18680" y="55732"/>
                  </a:cubicBezTo>
                  <a:cubicBezTo>
                    <a:pt x="18347" y="55699"/>
                    <a:pt x="17947" y="55665"/>
                    <a:pt x="17580" y="55599"/>
                  </a:cubicBezTo>
                  <a:cubicBezTo>
                    <a:pt x="17213" y="55565"/>
                    <a:pt x="16879" y="55532"/>
                    <a:pt x="16512" y="55432"/>
                  </a:cubicBezTo>
                  <a:cubicBezTo>
                    <a:pt x="16112" y="55365"/>
                    <a:pt x="15745" y="55332"/>
                    <a:pt x="15411" y="55232"/>
                  </a:cubicBezTo>
                  <a:cubicBezTo>
                    <a:pt x="14010" y="54932"/>
                    <a:pt x="12609" y="54431"/>
                    <a:pt x="11342" y="53897"/>
                  </a:cubicBezTo>
                  <a:cubicBezTo>
                    <a:pt x="10041" y="53364"/>
                    <a:pt x="8873" y="52597"/>
                    <a:pt x="7773" y="51829"/>
                  </a:cubicBezTo>
                  <a:cubicBezTo>
                    <a:pt x="5671" y="50161"/>
                    <a:pt x="4037" y="48093"/>
                    <a:pt x="2902" y="46025"/>
                  </a:cubicBezTo>
                  <a:cubicBezTo>
                    <a:pt x="2602" y="45525"/>
                    <a:pt x="2369" y="44991"/>
                    <a:pt x="2102" y="44491"/>
                  </a:cubicBezTo>
                  <a:cubicBezTo>
                    <a:pt x="1868" y="43990"/>
                    <a:pt x="1702" y="43423"/>
                    <a:pt x="1501" y="42923"/>
                  </a:cubicBezTo>
                  <a:cubicBezTo>
                    <a:pt x="1268" y="42423"/>
                    <a:pt x="1168" y="41922"/>
                    <a:pt x="1001" y="41422"/>
                  </a:cubicBezTo>
                  <a:cubicBezTo>
                    <a:pt x="868" y="40988"/>
                    <a:pt x="668" y="40488"/>
                    <a:pt x="601" y="40054"/>
                  </a:cubicBezTo>
                  <a:cubicBezTo>
                    <a:pt x="567" y="39187"/>
                    <a:pt x="934" y="38353"/>
                    <a:pt x="1268" y="37586"/>
                  </a:cubicBezTo>
                  <a:cubicBezTo>
                    <a:pt x="1602" y="36852"/>
                    <a:pt x="1935" y="36185"/>
                    <a:pt x="2235" y="35551"/>
                  </a:cubicBezTo>
                  <a:cubicBezTo>
                    <a:pt x="2836" y="34350"/>
                    <a:pt x="3003" y="33316"/>
                    <a:pt x="2902" y="32649"/>
                  </a:cubicBezTo>
                  <a:cubicBezTo>
                    <a:pt x="2869" y="31715"/>
                    <a:pt x="2502" y="30848"/>
                    <a:pt x="2102" y="30080"/>
                  </a:cubicBezTo>
                  <a:cubicBezTo>
                    <a:pt x="1735" y="29347"/>
                    <a:pt x="1268" y="28579"/>
                    <a:pt x="934" y="27879"/>
                  </a:cubicBezTo>
                  <a:cubicBezTo>
                    <a:pt x="601" y="27178"/>
                    <a:pt x="334" y="26411"/>
                    <a:pt x="367" y="25677"/>
                  </a:cubicBezTo>
                  <a:cubicBezTo>
                    <a:pt x="401" y="25510"/>
                    <a:pt x="401" y="25310"/>
                    <a:pt x="434" y="25144"/>
                  </a:cubicBezTo>
                  <a:cubicBezTo>
                    <a:pt x="501" y="25043"/>
                    <a:pt x="501" y="24977"/>
                    <a:pt x="534" y="24877"/>
                  </a:cubicBezTo>
                  <a:lnTo>
                    <a:pt x="668" y="24643"/>
                  </a:lnTo>
                  <a:cubicBezTo>
                    <a:pt x="834" y="24310"/>
                    <a:pt x="1068" y="24043"/>
                    <a:pt x="1335" y="23809"/>
                  </a:cubicBezTo>
                  <a:cubicBezTo>
                    <a:pt x="2402" y="22842"/>
                    <a:pt x="3736" y="22241"/>
                    <a:pt x="4770" y="21341"/>
                  </a:cubicBezTo>
                  <a:cubicBezTo>
                    <a:pt x="5037" y="21074"/>
                    <a:pt x="5237" y="20840"/>
                    <a:pt x="5471" y="20540"/>
                  </a:cubicBezTo>
                  <a:cubicBezTo>
                    <a:pt x="5538" y="20407"/>
                    <a:pt x="5638" y="20240"/>
                    <a:pt x="5704" y="20073"/>
                  </a:cubicBezTo>
                  <a:lnTo>
                    <a:pt x="5838" y="19573"/>
                  </a:lnTo>
                  <a:cubicBezTo>
                    <a:pt x="5971" y="18906"/>
                    <a:pt x="5871" y="18305"/>
                    <a:pt x="5805" y="17672"/>
                  </a:cubicBezTo>
                  <a:cubicBezTo>
                    <a:pt x="5571" y="16471"/>
                    <a:pt x="5237" y="15370"/>
                    <a:pt x="5137" y="14302"/>
                  </a:cubicBezTo>
                  <a:cubicBezTo>
                    <a:pt x="5037" y="13802"/>
                    <a:pt x="5037" y="13235"/>
                    <a:pt x="5204" y="12801"/>
                  </a:cubicBezTo>
                  <a:cubicBezTo>
                    <a:pt x="5338" y="12334"/>
                    <a:pt x="5671" y="11967"/>
                    <a:pt x="5905" y="11534"/>
                  </a:cubicBezTo>
                  <a:cubicBezTo>
                    <a:pt x="7005" y="9966"/>
                    <a:pt x="8373" y="8965"/>
                    <a:pt x="9541" y="8065"/>
                  </a:cubicBezTo>
                  <a:cubicBezTo>
                    <a:pt x="10741" y="7231"/>
                    <a:pt x="11742" y="6464"/>
                    <a:pt x="12376" y="5630"/>
                  </a:cubicBezTo>
                  <a:cubicBezTo>
                    <a:pt x="13043" y="4796"/>
                    <a:pt x="13377" y="3995"/>
                    <a:pt x="13577" y="3361"/>
                  </a:cubicBezTo>
                  <a:cubicBezTo>
                    <a:pt x="13677" y="3028"/>
                    <a:pt x="13777" y="2794"/>
                    <a:pt x="13844" y="2527"/>
                  </a:cubicBezTo>
                  <a:cubicBezTo>
                    <a:pt x="13910" y="2294"/>
                    <a:pt x="13910" y="2127"/>
                    <a:pt x="13944" y="1960"/>
                  </a:cubicBezTo>
                  <a:cubicBezTo>
                    <a:pt x="14010" y="1627"/>
                    <a:pt x="14044" y="1493"/>
                    <a:pt x="14044" y="1493"/>
                  </a:cubicBezTo>
                  <a:cubicBezTo>
                    <a:pt x="14128" y="501"/>
                    <a:pt x="14102" y="0"/>
                    <a:pt x="140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62" name="Google Shape;2962;p24"/>
            <p:cNvSpPr/>
            <p:nvPr/>
          </p:nvSpPr>
          <p:spPr>
            <a:xfrm>
              <a:off x="9719578" y="1544473"/>
              <a:ext cx="415679" cy="246140"/>
            </a:xfrm>
            <a:custGeom>
              <a:avLst/>
              <a:gdLst/>
              <a:ahLst/>
              <a:cxnLst/>
              <a:rect l="l" t="t" r="r" b="b"/>
              <a:pathLst>
                <a:path w="18450" h="10925" extrusionOk="0">
                  <a:moveTo>
                    <a:pt x="6115" y="0"/>
                  </a:moveTo>
                  <a:cubicBezTo>
                    <a:pt x="6078" y="0"/>
                    <a:pt x="6041" y="3"/>
                    <a:pt x="6004" y="9"/>
                  </a:cubicBezTo>
                  <a:lnTo>
                    <a:pt x="5671" y="9"/>
                  </a:lnTo>
                  <a:lnTo>
                    <a:pt x="5371" y="42"/>
                  </a:lnTo>
                  <a:cubicBezTo>
                    <a:pt x="5171" y="109"/>
                    <a:pt x="4937" y="143"/>
                    <a:pt x="4770" y="209"/>
                  </a:cubicBezTo>
                  <a:cubicBezTo>
                    <a:pt x="4603" y="276"/>
                    <a:pt x="4403" y="343"/>
                    <a:pt x="4237" y="443"/>
                  </a:cubicBezTo>
                  <a:cubicBezTo>
                    <a:pt x="4070" y="476"/>
                    <a:pt x="3903" y="610"/>
                    <a:pt x="3736" y="710"/>
                  </a:cubicBezTo>
                  <a:cubicBezTo>
                    <a:pt x="3569" y="810"/>
                    <a:pt x="3436" y="976"/>
                    <a:pt x="3336" y="1110"/>
                  </a:cubicBezTo>
                  <a:cubicBezTo>
                    <a:pt x="3202" y="1210"/>
                    <a:pt x="3069" y="1343"/>
                    <a:pt x="3002" y="1510"/>
                  </a:cubicBezTo>
                  <a:cubicBezTo>
                    <a:pt x="2602" y="2111"/>
                    <a:pt x="2335" y="2678"/>
                    <a:pt x="2068" y="3178"/>
                  </a:cubicBezTo>
                  <a:cubicBezTo>
                    <a:pt x="1835" y="3678"/>
                    <a:pt x="1568" y="4045"/>
                    <a:pt x="1268" y="4346"/>
                  </a:cubicBezTo>
                  <a:cubicBezTo>
                    <a:pt x="1201" y="4379"/>
                    <a:pt x="1168" y="4479"/>
                    <a:pt x="1068" y="4512"/>
                  </a:cubicBezTo>
                  <a:cubicBezTo>
                    <a:pt x="1001" y="4546"/>
                    <a:pt x="934" y="4612"/>
                    <a:pt x="867" y="4646"/>
                  </a:cubicBezTo>
                  <a:cubicBezTo>
                    <a:pt x="734" y="4712"/>
                    <a:pt x="601" y="4779"/>
                    <a:pt x="534" y="4813"/>
                  </a:cubicBezTo>
                  <a:cubicBezTo>
                    <a:pt x="334" y="4879"/>
                    <a:pt x="200" y="4879"/>
                    <a:pt x="200" y="4879"/>
                  </a:cubicBezTo>
                  <a:cubicBezTo>
                    <a:pt x="9" y="4943"/>
                    <a:pt x="1" y="5282"/>
                    <a:pt x="234" y="5282"/>
                  </a:cubicBezTo>
                  <a:cubicBezTo>
                    <a:pt x="244" y="5282"/>
                    <a:pt x="256" y="5281"/>
                    <a:pt x="267" y="5280"/>
                  </a:cubicBezTo>
                  <a:cubicBezTo>
                    <a:pt x="267" y="5280"/>
                    <a:pt x="400" y="5280"/>
                    <a:pt x="667" y="5179"/>
                  </a:cubicBezTo>
                  <a:cubicBezTo>
                    <a:pt x="767" y="5146"/>
                    <a:pt x="901" y="5146"/>
                    <a:pt x="1068" y="5013"/>
                  </a:cubicBezTo>
                  <a:cubicBezTo>
                    <a:pt x="1168" y="4979"/>
                    <a:pt x="1234" y="4879"/>
                    <a:pt x="1334" y="4846"/>
                  </a:cubicBezTo>
                  <a:cubicBezTo>
                    <a:pt x="1401" y="4779"/>
                    <a:pt x="1501" y="4712"/>
                    <a:pt x="1568" y="4646"/>
                  </a:cubicBezTo>
                  <a:cubicBezTo>
                    <a:pt x="1902" y="4346"/>
                    <a:pt x="2202" y="3879"/>
                    <a:pt x="2502" y="3378"/>
                  </a:cubicBezTo>
                  <a:cubicBezTo>
                    <a:pt x="2769" y="2878"/>
                    <a:pt x="3069" y="2311"/>
                    <a:pt x="3436" y="1810"/>
                  </a:cubicBezTo>
                  <a:cubicBezTo>
                    <a:pt x="3536" y="1677"/>
                    <a:pt x="3669" y="1544"/>
                    <a:pt x="3736" y="1443"/>
                  </a:cubicBezTo>
                  <a:cubicBezTo>
                    <a:pt x="3870" y="1343"/>
                    <a:pt x="4003" y="1210"/>
                    <a:pt x="4103" y="1143"/>
                  </a:cubicBezTo>
                  <a:cubicBezTo>
                    <a:pt x="4237" y="1043"/>
                    <a:pt x="4370" y="943"/>
                    <a:pt x="4537" y="876"/>
                  </a:cubicBezTo>
                  <a:cubicBezTo>
                    <a:pt x="4670" y="843"/>
                    <a:pt x="4837" y="776"/>
                    <a:pt x="5004" y="710"/>
                  </a:cubicBezTo>
                  <a:cubicBezTo>
                    <a:pt x="5319" y="615"/>
                    <a:pt x="5641" y="550"/>
                    <a:pt x="5942" y="550"/>
                  </a:cubicBezTo>
                  <a:cubicBezTo>
                    <a:pt x="6280" y="550"/>
                    <a:pt x="6592" y="632"/>
                    <a:pt x="6838" y="843"/>
                  </a:cubicBezTo>
                  <a:cubicBezTo>
                    <a:pt x="7072" y="1043"/>
                    <a:pt x="7239" y="1343"/>
                    <a:pt x="7405" y="1644"/>
                  </a:cubicBezTo>
                  <a:cubicBezTo>
                    <a:pt x="7572" y="1944"/>
                    <a:pt x="7706" y="2277"/>
                    <a:pt x="7872" y="2611"/>
                  </a:cubicBezTo>
                  <a:cubicBezTo>
                    <a:pt x="8206" y="3211"/>
                    <a:pt x="8573" y="3945"/>
                    <a:pt x="9173" y="4379"/>
                  </a:cubicBezTo>
                  <a:cubicBezTo>
                    <a:pt x="9407" y="4646"/>
                    <a:pt x="9774" y="4813"/>
                    <a:pt x="10174" y="4946"/>
                  </a:cubicBezTo>
                  <a:cubicBezTo>
                    <a:pt x="10443" y="4995"/>
                    <a:pt x="10729" y="5026"/>
                    <a:pt x="11034" y="5026"/>
                  </a:cubicBezTo>
                  <a:cubicBezTo>
                    <a:pt x="11145" y="5026"/>
                    <a:pt x="11259" y="5022"/>
                    <a:pt x="11375" y="5013"/>
                  </a:cubicBezTo>
                  <a:cubicBezTo>
                    <a:pt x="12176" y="4946"/>
                    <a:pt x="12909" y="4612"/>
                    <a:pt x="13543" y="4546"/>
                  </a:cubicBezTo>
                  <a:cubicBezTo>
                    <a:pt x="13877" y="4546"/>
                    <a:pt x="14110" y="4646"/>
                    <a:pt x="14344" y="4846"/>
                  </a:cubicBezTo>
                  <a:cubicBezTo>
                    <a:pt x="14577" y="5046"/>
                    <a:pt x="14744" y="5346"/>
                    <a:pt x="14877" y="5680"/>
                  </a:cubicBezTo>
                  <a:cubicBezTo>
                    <a:pt x="15011" y="6013"/>
                    <a:pt x="15111" y="6347"/>
                    <a:pt x="15211" y="6681"/>
                  </a:cubicBezTo>
                  <a:cubicBezTo>
                    <a:pt x="15278" y="6981"/>
                    <a:pt x="15344" y="7314"/>
                    <a:pt x="15378" y="7648"/>
                  </a:cubicBezTo>
                  <a:cubicBezTo>
                    <a:pt x="15445" y="8315"/>
                    <a:pt x="15545" y="8949"/>
                    <a:pt x="15745" y="9516"/>
                  </a:cubicBezTo>
                  <a:cubicBezTo>
                    <a:pt x="15912" y="10083"/>
                    <a:pt x="16245" y="10617"/>
                    <a:pt x="16745" y="10817"/>
                  </a:cubicBezTo>
                  <a:cubicBezTo>
                    <a:pt x="16950" y="10899"/>
                    <a:pt x="17132" y="10925"/>
                    <a:pt x="17294" y="10925"/>
                  </a:cubicBezTo>
                  <a:cubicBezTo>
                    <a:pt x="17529" y="10925"/>
                    <a:pt x="17722" y="10870"/>
                    <a:pt x="17880" y="10850"/>
                  </a:cubicBezTo>
                  <a:lnTo>
                    <a:pt x="18247" y="10717"/>
                  </a:lnTo>
                  <a:cubicBezTo>
                    <a:pt x="18449" y="10641"/>
                    <a:pt x="18421" y="10449"/>
                    <a:pt x="18279" y="10449"/>
                  </a:cubicBezTo>
                  <a:cubicBezTo>
                    <a:pt x="18234" y="10449"/>
                    <a:pt x="18177" y="10469"/>
                    <a:pt x="18113" y="10517"/>
                  </a:cubicBezTo>
                  <a:cubicBezTo>
                    <a:pt x="18113" y="10517"/>
                    <a:pt x="18013" y="10550"/>
                    <a:pt x="17780" y="10617"/>
                  </a:cubicBezTo>
                  <a:cubicBezTo>
                    <a:pt x="17690" y="10632"/>
                    <a:pt x="17581" y="10647"/>
                    <a:pt x="17457" y="10647"/>
                  </a:cubicBezTo>
                  <a:cubicBezTo>
                    <a:pt x="17304" y="10647"/>
                    <a:pt x="17130" y="10624"/>
                    <a:pt x="16946" y="10550"/>
                  </a:cubicBezTo>
                  <a:cubicBezTo>
                    <a:pt x="16612" y="10450"/>
                    <a:pt x="16379" y="10016"/>
                    <a:pt x="16212" y="9516"/>
                  </a:cubicBezTo>
                  <a:cubicBezTo>
                    <a:pt x="16045" y="9016"/>
                    <a:pt x="16012" y="8382"/>
                    <a:pt x="15912" y="7715"/>
                  </a:cubicBezTo>
                  <a:cubicBezTo>
                    <a:pt x="15878" y="7381"/>
                    <a:pt x="15845" y="7014"/>
                    <a:pt x="15745" y="6647"/>
                  </a:cubicBezTo>
                  <a:cubicBezTo>
                    <a:pt x="15678" y="6280"/>
                    <a:pt x="15578" y="5947"/>
                    <a:pt x="15411" y="5546"/>
                  </a:cubicBezTo>
                  <a:cubicBezTo>
                    <a:pt x="15278" y="5213"/>
                    <a:pt x="15078" y="4846"/>
                    <a:pt x="14777" y="4512"/>
                  </a:cubicBezTo>
                  <a:cubicBezTo>
                    <a:pt x="14611" y="4379"/>
                    <a:pt x="14410" y="4212"/>
                    <a:pt x="14210" y="4145"/>
                  </a:cubicBezTo>
                  <a:cubicBezTo>
                    <a:pt x="14010" y="4045"/>
                    <a:pt x="13743" y="4012"/>
                    <a:pt x="13543" y="4012"/>
                  </a:cubicBezTo>
                  <a:cubicBezTo>
                    <a:pt x="13110" y="4012"/>
                    <a:pt x="12743" y="4145"/>
                    <a:pt x="12376" y="4212"/>
                  </a:cubicBezTo>
                  <a:cubicBezTo>
                    <a:pt x="12009" y="4312"/>
                    <a:pt x="11675" y="4379"/>
                    <a:pt x="11342" y="4446"/>
                  </a:cubicBezTo>
                  <a:cubicBezTo>
                    <a:pt x="11260" y="4454"/>
                    <a:pt x="11179" y="4458"/>
                    <a:pt x="11099" y="4458"/>
                  </a:cubicBezTo>
                  <a:cubicBezTo>
                    <a:pt x="10549" y="4458"/>
                    <a:pt x="10023" y="4265"/>
                    <a:pt x="9674" y="3945"/>
                  </a:cubicBezTo>
                  <a:cubicBezTo>
                    <a:pt x="9207" y="3545"/>
                    <a:pt x="8873" y="2978"/>
                    <a:pt x="8540" y="2344"/>
                  </a:cubicBezTo>
                  <a:cubicBezTo>
                    <a:pt x="8373" y="2011"/>
                    <a:pt x="8239" y="1677"/>
                    <a:pt x="8039" y="1343"/>
                  </a:cubicBezTo>
                  <a:cubicBezTo>
                    <a:pt x="7839" y="1010"/>
                    <a:pt x="7606" y="676"/>
                    <a:pt x="7239" y="376"/>
                  </a:cubicBezTo>
                  <a:cubicBezTo>
                    <a:pt x="7172" y="343"/>
                    <a:pt x="7072" y="276"/>
                    <a:pt x="6938" y="209"/>
                  </a:cubicBezTo>
                  <a:cubicBezTo>
                    <a:pt x="6872" y="176"/>
                    <a:pt x="6772" y="143"/>
                    <a:pt x="6672" y="109"/>
                  </a:cubicBezTo>
                  <a:cubicBezTo>
                    <a:pt x="6454" y="55"/>
                    <a:pt x="6280" y="0"/>
                    <a:pt x="61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63" name="Google Shape;2963;p24"/>
            <p:cNvSpPr/>
            <p:nvPr/>
          </p:nvSpPr>
          <p:spPr>
            <a:xfrm>
              <a:off x="10093846" y="1486504"/>
              <a:ext cx="370483" cy="268670"/>
            </a:xfrm>
            <a:custGeom>
              <a:avLst/>
              <a:gdLst/>
              <a:ahLst/>
              <a:cxnLst/>
              <a:rect l="l" t="t" r="r" b="b"/>
              <a:pathLst>
                <a:path w="16444" h="11925" extrusionOk="0">
                  <a:moveTo>
                    <a:pt x="5749" y="1"/>
                  </a:moveTo>
                  <a:cubicBezTo>
                    <a:pt x="5525" y="1"/>
                    <a:pt x="5304" y="29"/>
                    <a:pt x="5104" y="47"/>
                  </a:cubicBezTo>
                  <a:cubicBezTo>
                    <a:pt x="4904" y="80"/>
                    <a:pt x="4670" y="114"/>
                    <a:pt x="4503" y="147"/>
                  </a:cubicBezTo>
                  <a:cubicBezTo>
                    <a:pt x="4336" y="214"/>
                    <a:pt x="4136" y="314"/>
                    <a:pt x="3970" y="414"/>
                  </a:cubicBezTo>
                  <a:cubicBezTo>
                    <a:pt x="3269" y="848"/>
                    <a:pt x="2902" y="1548"/>
                    <a:pt x="2635" y="2115"/>
                  </a:cubicBezTo>
                  <a:cubicBezTo>
                    <a:pt x="2402" y="2716"/>
                    <a:pt x="2235" y="3283"/>
                    <a:pt x="2001" y="3783"/>
                  </a:cubicBezTo>
                  <a:cubicBezTo>
                    <a:pt x="1801" y="4283"/>
                    <a:pt x="1601" y="4717"/>
                    <a:pt x="1334" y="4950"/>
                  </a:cubicBezTo>
                  <a:cubicBezTo>
                    <a:pt x="1101" y="5217"/>
                    <a:pt x="834" y="5284"/>
                    <a:pt x="634" y="5317"/>
                  </a:cubicBezTo>
                  <a:lnTo>
                    <a:pt x="334" y="5317"/>
                  </a:lnTo>
                  <a:cubicBezTo>
                    <a:pt x="100" y="5317"/>
                    <a:pt x="0" y="5651"/>
                    <a:pt x="300" y="5718"/>
                  </a:cubicBezTo>
                  <a:lnTo>
                    <a:pt x="667" y="5718"/>
                  </a:lnTo>
                  <a:cubicBezTo>
                    <a:pt x="934" y="5718"/>
                    <a:pt x="1301" y="5618"/>
                    <a:pt x="1635" y="5284"/>
                  </a:cubicBezTo>
                  <a:cubicBezTo>
                    <a:pt x="2302" y="4650"/>
                    <a:pt x="2602" y="3483"/>
                    <a:pt x="3102" y="2382"/>
                  </a:cubicBezTo>
                  <a:cubicBezTo>
                    <a:pt x="3336" y="1782"/>
                    <a:pt x="3669" y="1248"/>
                    <a:pt x="4236" y="948"/>
                  </a:cubicBezTo>
                  <a:cubicBezTo>
                    <a:pt x="4336" y="881"/>
                    <a:pt x="4470" y="848"/>
                    <a:pt x="4637" y="781"/>
                  </a:cubicBezTo>
                  <a:cubicBezTo>
                    <a:pt x="4770" y="747"/>
                    <a:pt x="4937" y="747"/>
                    <a:pt x="5104" y="714"/>
                  </a:cubicBezTo>
                  <a:cubicBezTo>
                    <a:pt x="5437" y="714"/>
                    <a:pt x="5737" y="714"/>
                    <a:pt x="6004" y="781"/>
                  </a:cubicBezTo>
                  <a:cubicBezTo>
                    <a:pt x="6571" y="948"/>
                    <a:pt x="6972" y="1448"/>
                    <a:pt x="7272" y="2048"/>
                  </a:cubicBezTo>
                  <a:cubicBezTo>
                    <a:pt x="7572" y="2615"/>
                    <a:pt x="7806" y="3249"/>
                    <a:pt x="8106" y="3816"/>
                  </a:cubicBezTo>
                  <a:cubicBezTo>
                    <a:pt x="8239" y="4083"/>
                    <a:pt x="8439" y="4383"/>
                    <a:pt x="8506" y="4483"/>
                  </a:cubicBezTo>
                  <a:lnTo>
                    <a:pt x="8506" y="4450"/>
                  </a:lnTo>
                  <a:cubicBezTo>
                    <a:pt x="8640" y="4584"/>
                    <a:pt x="8740" y="4750"/>
                    <a:pt x="8840" y="4884"/>
                  </a:cubicBezTo>
                  <a:cubicBezTo>
                    <a:pt x="8973" y="4984"/>
                    <a:pt x="9107" y="5117"/>
                    <a:pt x="9273" y="5251"/>
                  </a:cubicBezTo>
                  <a:cubicBezTo>
                    <a:pt x="9574" y="5451"/>
                    <a:pt x="9940" y="5618"/>
                    <a:pt x="10307" y="5718"/>
                  </a:cubicBezTo>
                  <a:cubicBezTo>
                    <a:pt x="11075" y="5884"/>
                    <a:pt x="11775" y="5784"/>
                    <a:pt x="12342" y="5918"/>
                  </a:cubicBezTo>
                  <a:cubicBezTo>
                    <a:pt x="12642" y="5985"/>
                    <a:pt x="12909" y="6118"/>
                    <a:pt x="13109" y="6285"/>
                  </a:cubicBezTo>
                  <a:cubicBezTo>
                    <a:pt x="13310" y="6485"/>
                    <a:pt x="13510" y="6752"/>
                    <a:pt x="13643" y="6985"/>
                  </a:cubicBezTo>
                  <a:cubicBezTo>
                    <a:pt x="13943" y="7519"/>
                    <a:pt x="14010" y="8086"/>
                    <a:pt x="14010" y="8653"/>
                  </a:cubicBezTo>
                  <a:cubicBezTo>
                    <a:pt x="14010" y="9254"/>
                    <a:pt x="13943" y="9854"/>
                    <a:pt x="14110" y="10388"/>
                  </a:cubicBezTo>
                  <a:cubicBezTo>
                    <a:pt x="14143" y="10521"/>
                    <a:pt x="14244" y="10621"/>
                    <a:pt x="14277" y="10755"/>
                  </a:cubicBezTo>
                  <a:cubicBezTo>
                    <a:pt x="14310" y="10888"/>
                    <a:pt x="14410" y="10988"/>
                    <a:pt x="14477" y="11088"/>
                  </a:cubicBezTo>
                  <a:cubicBezTo>
                    <a:pt x="14644" y="11255"/>
                    <a:pt x="14811" y="11422"/>
                    <a:pt x="14977" y="11522"/>
                  </a:cubicBezTo>
                  <a:cubicBezTo>
                    <a:pt x="15144" y="11589"/>
                    <a:pt x="15311" y="11689"/>
                    <a:pt x="15444" y="11722"/>
                  </a:cubicBezTo>
                  <a:cubicBezTo>
                    <a:pt x="15611" y="11755"/>
                    <a:pt x="15745" y="11822"/>
                    <a:pt x="15811" y="11822"/>
                  </a:cubicBezTo>
                  <a:cubicBezTo>
                    <a:pt x="15978" y="11889"/>
                    <a:pt x="16112" y="11922"/>
                    <a:pt x="16112" y="11922"/>
                  </a:cubicBezTo>
                  <a:cubicBezTo>
                    <a:pt x="16129" y="11924"/>
                    <a:pt x="16145" y="11925"/>
                    <a:pt x="16161" y="11925"/>
                  </a:cubicBezTo>
                  <a:cubicBezTo>
                    <a:pt x="16415" y="11925"/>
                    <a:pt x="16443" y="11679"/>
                    <a:pt x="16412" y="11522"/>
                  </a:cubicBezTo>
                  <a:cubicBezTo>
                    <a:pt x="16412" y="11522"/>
                    <a:pt x="16278" y="11455"/>
                    <a:pt x="16112" y="11422"/>
                  </a:cubicBezTo>
                  <a:cubicBezTo>
                    <a:pt x="15978" y="11388"/>
                    <a:pt x="15911" y="11322"/>
                    <a:pt x="15778" y="11288"/>
                  </a:cubicBezTo>
                  <a:cubicBezTo>
                    <a:pt x="15645" y="11255"/>
                    <a:pt x="15478" y="11188"/>
                    <a:pt x="15344" y="11088"/>
                  </a:cubicBezTo>
                  <a:cubicBezTo>
                    <a:pt x="15078" y="10921"/>
                    <a:pt x="14777" y="10621"/>
                    <a:pt x="14677" y="10221"/>
                  </a:cubicBezTo>
                  <a:cubicBezTo>
                    <a:pt x="14611" y="9787"/>
                    <a:pt x="14644" y="9254"/>
                    <a:pt x="14677" y="8686"/>
                  </a:cubicBezTo>
                  <a:cubicBezTo>
                    <a:pt x="14677" y="8053"/>
                    <a:pt x="14644" y="7352"/>
                    <a:pt x="14310" y="6718"/>
                  </a:cubicBezTo>
                  <a:cubicBezTo>
                    <a:pt x="14177" y="6418"/>
                    <a:pt x="13977" y="6118"/>
                    <a:pt x="13676" y="5851"/>
                  </a:cubicBezTo>
                  <a:cubicBezTo>
                    <a:pt x="13410" y="5584"/>
                    <a:pt x="13009" y="5384"/>
                    <a:pt x="12642" y="5284"/>
                  </a:cubicBezTo>
                  <a:cubicBezTo>
                    <a:pt x="11909" y="5117"/>
                    <a:pt x="11175" y="5151"/>
                    <a:pt x="10608" y="5051"/>
                  </a:cubicBezTo>
                  <a:cubicBezTo>
                    <a:pt x="10007" y="4884"/>
                    <a:pt x="9574" y="4550"/>
                    <a:pt x="9273" y="4050"/>
                  </a:cubicBezTo>
                  <a:lnTo>
                    <a:pt x="9273" y="4016"/>
                  </a:lnTo>
                  <a:cubicBezTo>
                    <a:pt x="9173" y="3883"/>
                    <a:pt x="9006" y="3683"/>
                    <a:pt x="8906" y="3416"/>
                  </a:cubicBezTo>
                  <a:cubicBezTo>
                    <a:pt x="8606" y="2882"/>
                    <a:pt x="8339" y="2249"/>
                    <a:pt x="8006" y="1615"/>
                  </a:cubicBezTo>
                  <a:cubicBezTo>
                    <a:pt x="7839" y="1348"/>
                    <a:pt x="7639" y="1014"/>
                    <a:pt x="7339" y="714"/>
                  </a:cubicBezTo>
                  <a:cubicBezTo>
                    <a:pt x="7239" y="581"/>
                    <a:pt x="7072" y="447"/>
                    <a:pt x="6905" y="347"/>
                  </a:cubicBezTo>
                  <a:cubicBezTo>
                    <a:pt x="6671" y="214"/>
                    <a:pt x="6505" y="114"/>
                    <a:pt x="6305" y="80"/>
                  </a:cubicBezTo>
                  <a:cubicBezTo>
                    <a:pt x="6123" y="20"/>
                    <a:pt x="5935" y="1"/>
                    <a:pt x="57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64" name="Google Shape;2964;p24"/>
            <p:cNvSpPr/>
            <p:nvPr/>
          </p:nvSpPr>
          <p:spPr>
            <a:xfrm>
              <a:off x="10471359" y="2438126"/>
              <a:ext cx="393757" cy="235619"/>
            </a:xfrm>
            <a:custGeom>
              <a:avLst/>
              <a:gdLst/>
              <a:ahLst/>
              <a:cxnLst/>
              <a:rect l="l" t="t" r="r" b="b"/>
              <a:pathLst>
                <a:path w="17477" h="10458" extrusionOk="0">
                  <a:moveTo>
                    <a:pt x="5787" y="1"/>
                  </a:moveTo>
                  <a:cubicBezTo>
                    <a:pt x="5647" y="1"/>
                    <a:pt x="5509" y="20"/>
                    <a:pt x="5393" y="39"/>
                  </a:cubicBezTo>
                  <a:cubicBezTo>
                    <a:pt x="5126" y="73"/>
                    <a:pt x="4960" y="173"/>
                    <a:pt x="4793" y="306"/>
                  </a:cubicBezTo>
                  <a:cubicBezTo>
                    <a:pt x="4526" y="506"/>
                    <a:pt x="4226" y="740"/>
                    <a:pt x="3959" y="1007"/>
                  </a:cubicBezTo>
                  <a:lnTo>
                    <a:pt x="3592" y="1373"/>
                  </a:lnTo>
                  <a:cubicBezTo>
                    <a:pt x="3459" y="1507"/>
                    <a:pt x="3392" y="1674"/>
                    <a:pt x="3292" y="1840"/>
                  </a:cubicBezTo>
                  <a:cubicBezTo>
                    <a:pt x="3192" y="2141"/>
                    <a:pt x="3058" y="2474"/>
                    <a:pt x="2925" y="2741"/>
                  </a:cubicBezTo>
                  <a:cubicBezTo>
                    <a:pt x="2725" y="3342"/>
                    <a:pt x="2525" y="3909"/>
                    <a:pt x="2258" y="4342"/>
                  </a:cubicBezTo>
                  <a:cubicBezTo>
                    <a:pt x="2124" y="4576"/>
                    <a:pt x="2024" y="4743"/>
                    <a:pt x="1857" y="4876"/>
                  </a:cubicBezTo>
                  <a:cubicBezTo>
                    <a:pt x="1691" y="5009"/>
                    <a:pt x="1557" y="5076"/>
                    <a:pt x="1390" y="5076"/>
                  </a:cubicBezTo>
                  <a:cubicBezTo>
                    <a:pt x="1090" y="5076"/>
                    <a:pt x="790" y="4909"/>
                    <a:pt x="623" y="4843"/>
                  </a:cubicBezTo>
                  <a:cubicBezTo>
                    <a:pt x="456" y="4743"/>
                    <a:pt x="390" y="4676"/>
                    <a:pt x="390" y="4676"/>
                  </a:cubicBezTo>
                  <a:cubicBezTo>
                    <a:pt x="358" y="4651"/>
                    <a:pt x="323" y="4640"/>
                    <a:pt x="288" y="4640"/>
                  </a:cubicBezTo>
                  <a:cubicBezTo>
                    <a:pt x="140" y="4640"/>
                    <a:pt x="0" y="4841"/>
                    <a:pt x="190" y="4976"/>
                  </a:cubicBezTo>
                  <a:cubicBezTo>
                    <a:pt x="190" y="4976"/>
                    <a:pt x="256" y="5043"/>
                    <a:pt x="456" y="5176"/>
                  </a:cubicBezTo>
                  <a:cubicBezTo>
                    <a:pt x="690" y="5310"/>
                    <a:pt x="957" y="5510"/>
                    <a:pt x="1457" y="5510"/>
                  </a:cubicBezTo>
                  <a:cubicBezTo>
                    <a:pt x="1691" y="5510"/>
                    <a:pt x="1957" y="5410"/>
                    <a:pt x="2191" y="5243"/>
                  </a:cubicBezTo>
                  <a:cubicBezTo>
                    <a:pt x="2391" y="5076"/>
                    <a:pt x="2558" y="4876"/>
                    <a:pt x="2725" y="4642"/>
                  </a:cubicBezTo>
                  <a:cubicBezTo>
                    <a:pt x="3025" y="4142"/>
                    <a:pt x="3225" y="3575"/>
                    <a:pt x="3459" y="3008"/>
                  </a:cubicBezTo>
                  <a:cubicBezTo>
                    <a:pt x="3592" y="2708"/>
                    <a:pt x="3725" y="2408"/>
                    <a:pt x="3892" y="2174"/>
                  </a:cubicBezTo>
                  <a:cubicBezTo>
                    <a:pt x="3959" y="2041"/>
                    <a:pt x="4059" y="1874"/>
                    <a:pt x="4126" y="1807"/>
                  </a:cubicBezTo>
                  <a:cubicBezTo>
                    <a:pt x="4259" y="1707"/>
                    <a:pt x="4359" y="1574"/>
                    <a:pt x="4459" y="1474"/>
                  </a:cubicBezTo>
                  <a:cubicBezTo>
                    <a:pt x="4726" y="1240"/>
                    <a:pt x="4960" y="1040"/>
                    <a:pt x="5226" y="873"/>
                  </a:cubicBezTo>
                  <a:cubicBezTo>
                    <a:pt x="5449" y="749"/>
                    <a:pt x="5635" y="681"/>
                    <a:pt x="5798" y="681"/>
                  </a:cubicBezTo>
                  <a:cubicBezTo>
                    <a:pt x="5855" y="681"/>
                    <a:pt x="5909" y="689"/>
                    <a:pt x="5960" y="706"/>
                  </a:cubicBezTo>
                  <a:cubicBezTo>
                    <a:pt x="6194" y="740"/>
                    <a:pt x="6394" y="1007"/>
                    <a:pt x="6561" y="1240"/>
                  </a:cubicBezTo>
                  <a:cubicBezTo>
                    <a:pt x="6728" y="1507"/>
                    <a:pt x="6861" y="1840"/>
                    <a:pt x="6961" y="2141"/>
                  </a:cubicBezTo>
                  <a:cubicBezTo>
                    <a:pt x="7261" y="2741"/>
                    <a:pt x="7461" y="3375"/>
                    <a:pt x="7795" y="3975"/>
                  </a:cubicBezTo>
                  <a:cubicBezTo>
                    <a:pt x="7962" y="4242"/>
                    <a:pt x="8229" y="4542"/>
                    <a:pt x="8462" y="4809"/>
                  </a:cubicBezTo>
                  <a:cubicBezTo>
                    <a:pt x="8729" y="5043"/>
                    <a:pt x="9096" y="5243"/>
                    <a:pt x="9530" y="5343"/>
                  </a:cubicBezTo>
                  <a:cubicBezTo>
                    <a:pt x="9643" y="5364"/>
                    <a:pt x="9760" y="5372"/>
                    <a:pt x="9877" y="5372"/>
                  </a:cubicBezTo>
                  <a:cubicBezTo>
                    <a:pt x="10138" y="5372"/>
                    <a:pt x="10400" y="5333"/>
                    <a:pt x="10630" y="5310"/>
                  </a:cubicBezTo>
                  <a:cubicBezTo>
                    <a:pt x="10813" y="5273"/>
                    <a:pt x="10986" y="5246"/>
                    <a:pt x="11149" y="5246"/>
                  </a:cubicBezTo>
                  <a:cubicBezTo>
                    <a:pt x="11283" y="5246"/>
                    <a:pt x="11410" y="5264"/>
                    <a:pt x="11531" y="5310"/>
                  </a:cubicBezTo>
                  <a:cubicBezTo>
                    <a:pt x="12065" y="5476"/>
                    <a:pt x="12465" y="6010"/>
                    <a:pt x="12765" y="6577"/>
                  </a:cubicBezTo>
                  <a:lnTo>
                    <a:pt x="12799" y="6711"/>
                  </a:lnTo>
                  <a:lnTo>
                    <a:pt x="12799" y="6744"/>
                  </a:lnTo>
                  <a:lnTo>
                    <a:pt x="12865" y="6811"/>
                  </a:lnTo>
                  <a:lnTo>
                    <a:pt x="12899" y="6844"/>
                  </a:lnTo>
                  <a:cubicBezTo>
                    <a:pt x="12932" y="6911"/>
                    <a:pt x="12965" y="6977"/>
                    <a:pt x="13032" y="7044"/>
                  </a:cubicBezTo>
                  <a:cubicBezTo>
                    <a:pt x="13099" y="7178"/>
                    <a:pt x="13199" y="7344"/>
                    <a:pt x="13266" y="7478"/>
                  </a:cubicBezTo>
                  <a:cubicBezTo>
                    <a:pt x="13432" y="7745"/>
                    <a:pt x="13566" y="8045"/>
                    <a:pt x="13733" y="8345"/>
                  </a:cubicBezTo>
                  <a:cubicBezTo>
                    <a:pt x="14066" y="8879"/>
                    <a:pt x="14366" y="9413"/>
                    <a:pt x="14767" y="9846"/>
                  </a:cubicBezTo>
                  <a:cubicBezTo>
                    <a:pt x="14933" y="10046"/>
                    <a:pt x="15200" y="10213"/>
                    <a:pt x="15434" y="10347"/>
                  </a:cubicBezTo>
                  <a:cubicBezTo>
                    <a:pt x="15590" y="10425"/>
                    <a:pt x="15735" y="10457"/>
                    <a:pt x="15882" y="10457"/>
                  </a:cubicBezTo>
                  <a:cubicBezTo>
                    <a:pt x="15986" y="10457"/>
                    <a:pt x="16090" y="10441"/>
                    <a:pt x="16201" y="10413"/>
                  </a:cubicBezTo>
                  <a:cubicBezTo>
                    <a:pt x="16668" y="10313"/>
                    <a:pt x="16901" y="10046"/>
                    <a:pt x="17068" y="9880"/>
                  </a:cubicBezTo>
                  <a:lnTo>
                    <a:pt x="17335" y="9646"/>
                  </a:lnTo>
                  <a:cubicBezTo>
                    <a:pt x="17477" y="9448"/>
                    <a:pt x="17306" y="9298"/>
                    <a:pt x="17067" y="9298"/>
                  </a:cubicBezTo>
                  <a:cubicBezTo>
                    <a:pt x="17025" y="9298"/>
                    <a:pt x="16980" y="9302"/>
                    <a:pt x="16935" y="9313"/>
                  </a:cubicBezTo>
                  <a:cubicBezTo>
                    <a:pt x="16935" y="9313"/>
                    <a:pt x="16901" y="9413"/>
                    <a:pt x="16735" y="9546"/>
                  </a:cubicBezTo>
                  <a:cubicBezTo>
                    <a:pt x="16568" y="9679"/>
                    <a:pt x="16368" y="9880"/>
                    <a:pt x="16034" y="9980"/>
                  </a:cubicBezTo>
                  <a:cubicBezTo>
                    <a:pt x="15991" y="9989"/>
                    <a:pt x="15946" y="9994"/>
                    <a:pt x="15900" y="9994"/>
                  </a:cubicBezTo>
                  <a:cubicBezTo>
                    <a:pt x="15629" y="9994"/>
                    <a:pt x="15319" y="9827"/>
                    <a:pt x="15033" y="9513"/>
                  </a:cubicBezTo>
                  <a:cubicBezTo>
                    <a:pt x="14733" y="9146"/>
                    <a:pt x="14433" y="8645"/>
                    <a:pt x="14133" y="8078"/>
                  </a:cubicBezTo>
                  <a:cubicBezTo>
                    <a:pt x="14033" y="7811"/>
                    <a:pt x="13866" y="7511"/>
                    <a:pt x="13733" y="7211"/>
                  </a:cubicBezTo>
                  <a:cubicBezTo>
                    <a:pt x="13632" y="7044"/>
                    <a:pt x="13566" y="6911"/>
                    <a:pt x="13466" y="6744"/>
                  </a:cubicBezTo>
                  <a:lnTo>
                    <a:pt x="13366" y="6510"/>
                  </a:lnTo>
                  <a:lnTo>
                    <a:pt x="13299" y="6477"/>
                  </a:lnTo>
                  <a:lnTo>
                    <a:pt x="13299" y="6410"/>
                  </a:lnTo>
                  <a:lnTo>
                    <a:pt x="13232" y="6310"/>
                  </a:lnTo>
                  <a:cubicBezTo>
                    <a:pt x="13132" y="6177"/>
                    <a:pt x="13065" y="6010"/>
                    <a:pt x="12965" y="5843"/>
                  </a:cubicBezTo>
                  <a:cubicBezTo>
                    <a:pt x="12865" y="5677"/>
                    <a:pt x="12765" y="5543"/>
                    <a:pt x="12632" y="5376"/>
                  </a:cubicBezTo>
                  <a:cubicBezTo>
                    <a:pt x="12432" y="5076"/>
                    <a:pt x="12098" y="4809"/>
                    <a:pt x="11698" y="4676"/>
                  </a:cubicBezTo>
                  <a:cubicBezTo>
                    <a:pt x="11481" y="4609"/>
                    <a:pt x="11272" y="4584"/>
                    <a:pt x="11076" y="4584"/>
                  </a:cubicBezTo>
                  <a:cubicBezTo>
                    <a:pt x="10880" y="4584"/>
                    <a:pt x="10697" y="4609"/>
                    <a:pt x="10530" y="4642"/>
                  </a:cubicBezTo>
                  <a:cubicBezTo>
                    <a:pt x="10330" y="4659"/>
                    <a:pt x="10163" y="4668"/>
                    <a:pt x="10013" y="4668"/>
                  </a:cubicBezTo>
                  <a:cubicBezTo>
                    <a:pt x="9863" y="4668"/>
                    <a:pt x="9730" y="4659"/>
                    <a:pt x="9596" y="4642"/>
                  </a:cubicBezTo>
                  <a:cubicBezTo>
                    <a:pt x="9296" y="4542"/>
                    <a:pt x="9096" y="4409"/>
                    <a:pt x="8896" y="4209"/>
                  </a:cubicBezTo>
                  <a:cubicBezTo>
                    <a:pt x="8629" y="4009"/>
                    <a:pt x="8462" y="3809"/>
                    <a:pt x="8362" y="3542"/>
                  </a:cubicBezTo>
                  <a:cubicBezTo>
                    <a:pt x="8062" y="3075"/>
                    <a:pt x="7862" y="2474"/>
                    <a:pt x="7561" y="1840"/>
                  </a:cubicBezTo>
                  <a:cubicBezTo>
                    <a:pt x="7395" y="1540"/>
                    <a:pt x="7261" y="1207"/>
                    <a:pt x="7061" y="873"/>
                  </a:cubicBezTo>
                  <a:cubicBezTo>
                    <a:pt x="6861" y="540"/>
                    <a:pt x="6561" y="206"/>
                    <a:pt x="6094" y="39"/>
                  </a:cubicBezTo>
                  <a:cubicBezTo>
                    <a:pt x="5995" y="11"/>
                    <a:pt x="5890" y="1"/>
                    <a:pt x="57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65" name="Google Shape;2965;p24"/>
            <p:cNvSpPr/>
            <p:nvPr/>
          </p:nvSpPr>
          <p:spPr>
            <a:xfrm>
              <a:off x="10444075" y="3010163"/>
              <a:ext cx="411848" cy="198422"/>
            </a:xfrm>
            <a:custGeom>
              <a:avLst/>
              <a:gdLst/>
              <a:ahLst/>
              <a:cxnLst/>
              <a:rect l="l" t="t" r="r" b="b"/>
              <a:pathLst>
                <a:path w="18280" h="8807" extrusionOk="0">
                  <a:moveTo>
                    <a:pt x="5403" y="1"/>
                  </a:moveTo>
                  <a:cubicBezTo>
                    <a:pt x="4970" y="1"/>
                    <a:pt x="4603" y="34"/>
                    <a:pt x="4269" y="167"/>
                  </a:cubicBezTo>
                  <a:cubicBezTo>
                    <a:pt x="4102" y="201"/>
                    <a:pt x="3936" y="301"/>
                    <a:pt x="3769" y="368"/>
                  </a:cubicBezTo>
                  <a:cubicBezTo>
                    <a:pt x="3635" y="501"/>
                    <a:pt x="3469" y="634"/>
                    <a:pt x="3369" y="735"/>
                  </a:cubicBezTo>
                  <a:cubicBezTo>
                    <a:pt x="3102" y="1035"/>
                    <a:pt x="2935" y="1335"/>
                    <a:pt x="2802" y="1635"/>
                  </a:cubicBezTo>
                  <a:cubicBezTo>
                    <a:pt x="2568" y="2236"/>
                    <a:pt x="2435" y="2803"/>
                    <a:pt x="2234" y="3203"/>
                  </a:cubicBezTo>
                  <a:cubicBezTo>
                    <a:pt x="2034" y="3670"/>
                    <a:pt x="1734" y="3903"/>
                    <a:pt x="1434" y="3970"/>
                  </a:cubicBezTo>
                  <a:cubicBezTo>
                    <a:pt x="1344" y="3979"/>
                    <a:pt x="1262" y="3983"/>
                    <a:pt x="1185" y="3983"/>
                  </a:cubicBezTo>
                  <a:cubicBezTo>
                    <a:pt x="975" y="3983"/>
                    <a:pt x="804" y="3952"/>
                    <a:pt x="633" y="3903"/>
                  </a:cubicBezTo>
                  <a:cubicBezTo>
                    <a:pt x="433" y="3870"/>
                    <a:pt x="366" y="3837"/>
                    <a:pt x="366" y="3837"/>
                  </a:cubicBezTo>
                  <a:cubicBezTo>
                    <a:pt x="337" y="3824"/>
                    <a:pt x="308" y="3818"/>
                    <a:pt x="281" y="3818"/>
                  </a:cubicBezTo>
                  <a:cubicBezTo>
                    <a:pt x="97" y="3818"/>
                    <a:pt x="0" y="4083"/>
                    <a:pt x="233" y="4170"/>
                  </a:cubicBezTo>
                  <a:cubicBezTo>
                    <a:pt x="233" y="4170"/>
                    <a:pt x="366" y="4237"/>
                    <a:pt x="567" y="4304"/>
                  </a:cubicBezTo>
                  <a:cubicBezTo>
                    <a:pt x="728" y="4331"/>
                    <a:pt x="956" y="4380"/>
                    <a:pt x="1284" y="4380"/>
                  </a:cubicBezTo>
                  <a:cubicBezTo>
                    <a:pt x="1362" y="4380"/>
                    <a:pt x="1445" y="4377"/>
                    <a:pt x="1534" y="4370"/>
                  </a:cubicBezTo>
                  <a:cubicBezTo>
                    <a:pt x="1734" y="4370"/>
                    <a:pt x="1968" y="4237"/>
                    <a:pt x="2201" y="4070"/>
                  </a:cubicBezTo>
                  <a:cubicBezTo>
                    <a:pt x="2401" y="3903"/>
                    <a:pt x="2568" y="3703"/>
                    <a:pt x="2701" y="3470"/>
                  </a:cubicBezTo>
                  <a:cubicBezTo>
                    <a:pt x="2935" y="3003"/>
                    <a:pt x="3068" y="2402"/>
                    <a:pt x="3302" y="1902"/>
                  </a:cubicBezTo>
                  <a:cubicBezTo>
                    <a:pt x="3435" y="1635"/>
                    <a:pt x="3569" y="1402"/>
                    <a:pt x="3769" y="1202"/>
                  </a:cubicBezTo>
                  <a:cubicBezTo>
                    <a:pt x="3936" y="1001"/>
                    <a:pt x="4203" y="868"/>
                    <a:pt x="4469" y="801"/>
                  </a:cubicBezTo>
                  <a:cubicBezTo>
                    <a:pt x="4695" y="726"/>
                    <a:pt x="4920" y="689"/>
                    <a:pt x="5117" y="689"/>
                  </a:cubicBezTo>
                  <a:cubicBezTo>
                    <a:pt x="5182" y="689"/>
                    <a:pt x="5245" y="693"/>
                    <a:pt x="5303" y="701"/>
                  </a:cubicBezTo>
                  <a:cubicBezTo>
                    <a:pt x="5604" y="801"/>
                    <a:pt x="5870" y="868"/>
                    <a:pt x="6071" y="1068"/>
                  </a:cubicBezTo>
                  <a:cubicBezTo>
                    <a:pt x="6538" y="1468"/>
                    <a:pt x="6904" y="2002"/>
                    <a:pt x="7271" y="2536"/>
                  </a:cubicBezTo>
                  <a:cubicBezTo>
                    <a:pt x="7638" y="3103"/>
                    <a:pt x="8072" y="3637"/>
                    <a:pt x="8706" y="3970"/>
                  </a:cubicBezTo>
                  <a:cubicBezTo>
                    <a:pt x="8806" y="4004"/>
                    <a:pt x="8906" y="4037"/>
                    <a:pt x="8973" y="4104"/>
                  </a:cubicBezTo>
                  <a:lnTo>
                    <a:pt x="8939" y="4104"/>
                  </a:lnTo>
                  <a:cubicBezTo>
                    <a:pt x="9067" y="4155"/>
                    <a:pt x="9215" y="4226"/>
                    <a:pt x="9397" y="4226"/>
                  </a:cubicBezTo>
                  <a:cubicBezTo>
                    <a:pt x="9453" y="4226"/>
                    <a:pt x="9511" y="4219"/>
                    <a:pt x="9573" y="4204"/>
                  </a:cubicBezTo>
                  <a:cubicBezTo>
                    <a:pt x="9773" y="4170"/>
                    <a:pt x="9940" y="4104"/>
                    <a:pt x="10107" y="4004"/>
                  </a:cubicBezTo>
                  <a:cubicBezTo>
                    <a:pt x="10407" y="3837"/>
                    <a:pt x="10607" y="3670"/>
                    <a:pt x="10874" y="3637"/>
                  </a:cubicBezTo>
                  <a:cubicBezTo>
                    <a:pt x="10966" y="3597"/>
                    <a:pt x="11063" y="3578"/>
                    <a:pt x="11162" y="3578"/>
                  </a:cubicBezTo>
                  <a:cubicBezTo>
                    <a:pt x="11313" y="3578"/>
                    <a:pt x="11466" y="3623"/>
                    <a:pt x="11608" y="3703"/>
                  </a:cubicBezTo>
                  <a:cubicBezTo>
                    <a:pt x="11875" y="3837"/>
                    <a:pt x="12041" y="4004"/>
                    <a:pt x="12142" y="4270"/>
                  </a:cubicBezTo>
                  <a:cubicBezTo>
                    <a:pt x="12442" y="4771"/>
                    <a:pt x="12442" y="5438"/>
                    <a:pt x="12742" y="6105"/>
                  </a:cubicBezTo>
                  <a:cubicBezTo>
                    <a:pt x="12775" y="6138"/>
                    <a:pt x="12775" y="6205"/>
                    <a:pt x="12809" y="6272"/>
                  </a:cubicBezTo>
                  <a:lnTo>
                    <a:pt x="12909" y="6372"/>
                  </a:lnTo>
                  <a:lnTo>
                    <a:pt x="13076" y="6605"/>
                  </a:lnTo>
                  <a:cubicBezTo>
                    <a:pt x="13209" y="6705"/>
                    <a:pt x="13276" y="6839"/>
                    <a:pt x="13409" y="6972"/>
                  </a:cubicBezTo>
                  <a:cubicBezTo>
                    <a:pt x="13609" y="7206"/>
                    <a:pt x="13876" y="7439"/>
                    <a:pt x="14076" y="7639"/>
                  </a:cubicBezTo>
                  <a:cubicBezTo>
                    <a:pt x="14543" y="8006"/>
                    <a:pt x="14977" y="8340"/>
                    <a:pt x="15477" y="8540"/>
                  </a:cubicBezTo>
                  <a:cubicBezTo>
                    <a:pt x="15944" y="8774"/>
                    <a:pt x="16445" y="8807"/>
                    <a:pt x="16812" y="8807"/>
                  </a:cubicBezTo>
                  <a:cubicBezTo>
                    <a:pt x="17245" y="8807"/>
                    <a:pt x="17545" y="8674"/>
                    <a:pt x="17746" y="8607"/>
                  </a:cubicBezTo>
                  <a:cubicBezTo>
                    <a:pt x="17812" y="8540"/>
                    <a:pt x="17912" y="8507"/>
                    <a:pt x="17946" y="8473"/>
                  </a:cubicBezTo>
                  <a:cubicBezTo>
                    <a:pt x="17979" y="8440"/>
                    <a:pt x="18046" y="8440"/>
                    <a:pt x="18046" y="8440"/>
                  </a:cubicBezTo>
                  <a:cubicBezTo>
                    <a:pt x="18279" y="8273"/>
                    <a:pt x="18079" y="8006"/>
                    <a:pt x="17645" y="7873"/>
                  </a:cubicBezTo>
                  <a:cubicBezTo>
                    <a:pt x="17645" y="7873"/>
                    <a:pt x="17579" y="7973"/>
                    <a:pt x="17412" y="8006"/>
                  </a:cubicBezTo>
                  <a:cubicBezTo>
                    <a:pt x="17245" y="8040"/>
                    <a:pt x="16978" y="8140"/>
                    <a:pt x="16645" y="8140"/>
                  </a:cubicBezTo>
                  <a:cubicBezTo>
                    <a:pt x="16378" y="8140"/>
                    <a:pt x="15944" y="8040"/>
                    <a:pt x="15544" y="7840"/>
                  </a:cubicBezTo>
                  <a:cubicBezTo>
                    <a:pt x="15110" y="7673"/>
                    <a:pt x="14710" y="7339"/>
                    <a:pt x="14276" y="6972"/>
                  </a:cubicBezTo>
                  <a:cubicBezTo>
                    <a:pt x="14076" y="6739"/>
                    <a:pt x="13909" y="6539"/>
                    <a:pt x="13709" y="6339"/>
                  </a:cubicBezTo>
                  <a:cubicBezTo>
                    <a:pt x="13576" y="6238"/>
                    <a:pt x="13476" y="6138"/>
                    <a:pt x="13409" y="6005"/>
                  </a:cubicBezTo>
                  <a:lnTo>
                    <a:pt x="13276" y="5838"/>
                  </a:lnTo>
                  <a:lnTo>
                    <a:pt x="13242" y="5738"/>
                  </a:lnTo>
                  <a:cubicBezTo>
                    <a:pt x="13209" y="5738"/>
                    <a:pt x="13209" y="5738"/>
                    <a:pt x="13209" y="5705"/>
                  </a:cubicBezTo>
                  <a:cubicBezTo>
                    <a:pt x="12975" y="5171"/>
                    <a:pt x="12975" y="4504"/>
                    <a:pt x="12642" y="3803"/>
                  </a:cubicBezTo>
                  <a:cubicBezTo>
                    <a:pt x="12475" y="3470"/>
                    <a:pt x="12208" y="3136"/>
                    <a:pt x="11808" y="2969"/>
                  </a:cubicBezTo>
                  <a:cubicBezTo>
                    <a:pt x="11542" y="2849"/>
                    <a:pt x="11276" y="2763"/>
                    <a:pt x="10985" y="2763"/>
                  </a:cubicBezTo>
                  <a:cubicBezTo>
                    <a:pt x="10874" y="2763"/>
                    <a:pt x="10760" y="2775"/>
                    <a:pt x="10640" y="2803"/>
                  </a:cubicBezTo>
                  <a:cubicBezTo>
                    <a:pt x="10240" y="2869"/>
                    <a:pt x="9940" y="3070"/>
                    <a:pt x="9706" y="3203"/>
                  </a:cubicBezTo>
                  <a:cubicBezTo>
                    <a:pt x="9573" y="3303"/>
                    <a:pt x="9473" y="3336"/>
                    <a:pt x="9406" y="3336"/>
                  </a:cubicBezTo>
                  <a:cubicBezTo>
                    <a:pt x="9373" y="3336"/>
                    <a:pt x="9273" y="3336"/>
                    <a:pt x="9206" y="3303"/>
                  </a:cubicBezTo>
                  <a:lnTo>
                    <a:pt x="9139" y="3303"/>
                  </a:lnTo>
                  <a:cubicBezTo>
                    <a:pt x="9106" y="3303"/>
                    <a:pt x="9039" y="3236"/>
                    <a:pt x="8939" y="3203"/>
                  </a:cubicBezTo>
                  <a:cubicBezTo>
                    <a:pt x="8539" y="3003"/>
                    <a:pt x="8139" y="2536"/>
                    <a:pt x="7772" y="2035"/>
                  </a:cubicBezTo>
                  <a:cubicBezTo>
                    <a:pt x="7405" y="1535"/>
                    <a:pt x="7038" y="901"/>
                    <a:pt x="6437" y="468"/>
                  </a:cubicBezTo>
                  <a:cubicBezTo>
                    <a:pt x="6204" y="234"/>
                    <a:pt x="5770" y="67"/>
                    <a:pt x="5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66" name="Google Shape;2966;p24"/>
            <p:cNvSpPr/>
            <p:nvPr/>
          </p:nvSpPr>
          <p:spPr>
            <a:xfrm>
              <a:off x="10371145" y="3133064"/>
              <a:ext cx="299717" cy="263421"/>
            </a:xfrm>
            <a:custGeom>
              <a:avLst/>
              <a:gdLst/>
              <a:ahLst/>
              <a:cxnLst/>
              <a:rect l="l" t="t" r="r" b="b"/>
              <a:pathLst>
                <a:path w="13303" h="11692" extrusionOk="0">
                  <a:moveTo>
                    <a:pt x="2713" y="0"/>
                  </a:moveTo>
                  <a:cubicBezTo>
                    <a:pt x="2265" y="0"/>
                    <a:pt x="1833" y="141"/>
                    <a:pt x="1502" y="383"/>
                  </a:cubicBezTo>
                  <a:cubicBezTo>
                    <a:pt x="1002" y="717"/>
                    <a:pt x="635" y="1184"/>
                    <a:pt x="401" y="1617"/>
                  </a:cubicBezTo>
                  <a:cubicBezTo>
                    <a:pt x="201" y="2084"/>
                    <a:pt x="68" y="2518"/>
                    <a:pt x="34" y="2885"/>
                  </a:cubicBezTo>
                  <a:cubicBezTo>
                    <a:pt x="1" y="3052"/>
                    <a:pt x="1" y="3252"/>
                    <a:pt x="1" y="3385"/>
                  </a:cubicBezTo>
                  <a:cubicBezTo>
                    <a:pt x="34" y="3552"/>
                    <a:pt x="34" y="3686"/>
                    <a:pt x="34" y="3752"/>
                  </a:cubicBezTo>
                  <a:cubicBezTo>
                    <a:pt x="34" y="3886"/>
                    <a:pt x="68" y="3952"/>
                    <a:pt x="68" y="4019"/>
                  </a:cubicBezTo>
                  <a:lnTo>
                    <a:pt x="68" y="4086"/>
                  </a:lnTo>
                  <a:cubicBezTo>
                    <a:pt x="108" y="4193"/>
                    <a:pt x="185" y="4235"/>
                    <a:pt x="261" y="4235"/>
                  </a:cubicBezTo>
                  <a:cubicBezTo>
                    <a:pt x="376" y="4235"/>
                    <a:pt x="488" y="4139"/>
                    <a:pt x="468" y="4019"/>
                  </a:cubicBezTo>
                  <a:lnTo>
                    <a:pt x="468" y="3919"/>
                  </a:lnTo>
                  <a:cubicBezTo>
                    <a:pt x="468" y="3886"/>
                    <a:pt x="401" y="3786"/>
                    <a:pt x="401" y="3719"/>
                  </a:cubicBezTo>
                  <a:lnTo>
                    <a:pt x="401" y="3385"/>
                  </a:lnTo>
                  <a:cubicBezTo>
                    <a:pt x="401" y="3219"/>
                    <a:pt x="401" y="3085"/>
                    <a:pt x="468" y="2918"/>
                  </a:cubicBezTo>
                  <a:cubicBezTo>
                    <a:pt x="501" y="2585"/>
                    <a:pt x="635" y="2218"/>
                    <a:pt x="835" y="1851"/>
                  </a:cubicBezTo>
                  <a:cubicBezTo>
                    <a:pt x="1035" y="1451"/>
                    <a:pt x="1368" y="1050"/>
                    <a:pt x="1802" y="783"/>
                  </a:cubicBezTo>
                  <a:cubicBezTo>
                    <a:pt x="2057" y="613"/>
                    <a:pt x="2367" y="511"/>
                    <a:pt x="2678" y="511"/>
                  </a:cubicBezTo>
                  <a:cubicBezTo>
                    <a:pt x="2856" y="511"/>
                    <a:pt x="3034" y="544"/>
                    <a:pt x="3203" y="617"/>
                  </a:cubicBezTo>
                  <a:cubicBezTo>
                    <a:pt x="3337" y="617"/>
                    <a:pt x="3403" y="717"/>
                    <a:pt x="3537" y="783"/>
                  </a:cubicBezTo>
                  <a:cubicBezTo>
                    <a:pt x="3670" y="884"/>
                    <a:pt x="3704" y="950"/>
                    <a:pt x="3804" y="1050"/>
                  </a:cubicBezTo>
                  <a:cubicBezTo>
                    <a:pt x="3970" y="1217"/>
                    <a:pt x="4037" y="1451"/>
                    <a:pt x="4137" y="1751"/>
                  </a:cubicBezTo>
                  <a:cubicBezTo>
                    <a:pt x="4304" y="2285"/>
                    <a:pt x="4337" y="2952"/>
                    <a:pt x="4704" y="3585"/>
                  </a:cubicBezTo>
                  <a:lnTo>
                    <a:pt x="4804" y="3719"/>
                  </a:lnTo>
                  <a:cubicBezTo>
                    <a:pt x="4838" y="3786"/>
                    <a:pt x="4871" y="3786"/>
                    <a:pt x="4904" y="3852"/>
                  </a:cubicBezTo>
                  <a:lnTo>
                    <a:pt x="5071" y="4019"/>
                  </a:lnTo>
                  <a:cubicBezTo>
                    <a:pt x="5205" y="4119"/>
                    <a:pt x="5338" y="4219"/>
                    <a:pt x="5505" y="4286"/>
                  </a:cubicBezTo>
                  <a:cubicBezTo>
                    <a:pt x="5638" y="4419"/>
                    <a:pt x="5805" y="4453"/>
                    <a:pt x="5972" y="4519"/>
                  </a:cubicBezTo>
                  <a:cubicBezTo>
                    <a:pt x="6139" y="4553"/>
                    <a:pt x="6305" y="4586"/>
                    <a:pt x="6405" y="4586"/>
                  </a:cubicBezTo>
                  <a:cubicBezTo>
                    <a:pt x="6706" y="4586"/>
                    <a:pt x="6906" y="4620"/>
                    <a:pt x="7173" y="4720"/>
                  </a:cubicBezTo>
                  <a:cubicBezTo>
                    <a:pt x="7406" y="4786"/>
                    <a:pt x="7673" y="4886"/>
                    <a:pt x="7840" y="5053"/>
                  </a:cubicBezTo>
                  <a:cubicBezTo>
                    <a:pt x="8207" y="5387"/>
                    <a:pt x="8507" y="5887"/>
                    <a:pt x="8707" y="6421"/>
                  </a:cubicBezTo>
                  <a:cubicBezTo>
                    <a:pt x="9141" y="7522"/>
                    <a:pt x="9241" y="8823"/>
                    <a:pt x="9674" y="9890"/>
                  </a:cubicBezTo>
                  <a:cubicBezTo>
                    <a:pt x="9875" y="10424"/>
                    <a:pt x="10208" y="10924"/>
                    <a:pt x="10642" y="11258"/>
                  </a:cubicBezTo>
                  <a:cubicBezTo>
                    <a:pt x="11042" y="11591"/>
                    <a:pt x="11542" y="11691"/>
                    <a:pt x="11943" y="11691"/>
                  </a:cubicBezTo>
                  <a:cubicBezTo>
                    <a:pt x="12310" y="11691"/>
                    <a:pt x="12610" y="11591"/>
                    <a:pt x="12810" y="11558"/>
                  </a:cubicBezTo>
                  <a:cubicBezTo>
                    <a:pt x="12977" y="11524"/>
                    <a:pt x="13110" y="11491"/>
                    <a:pt x="13110" y="11491"/>
                  </a:cubicBezTo>
                  <a:cubicBezTo>
                    <a:pt x="13302" y="11409"/>
                    <a:pt x="13246" y="11191"/>
                    <a:pt x="13090" y="11191"/>
                  </a:cubicBezTo>
                  <a:cubicBezTo>
                    <a:pt x="13056" y="11191"/>
                    <a:pt x="13018" y="11201"/>
                    <a:pt x="12977" y="11224"/>
                  </a:cubicBezTo>
                  <a:cubicBezTo>
                    <a:pt x="12977" y="11224"/>
                    <a:pt x="12843" y="11258"/>
                    <a:pt x="12677" y="11324"/>
                  </a:cubicBezTo>
                  <a:cubicBezTo>
                    <a:pt x="12610" y="11324"/>
                    <a:pt x="12476" y="11358"/>
                    <a:pt x="12343" y="11358"/>
                  </a:cubicBezTo>
                  <a:lnTo>
                    <a:pt x="11876" y="11358"/>
                  </a:lnTo>
                  <a:cubicBezTo>
                    <a:pt x="11609" y="11324"/>
                    <a:pt x="11209" y="11224"/>
                    <a:pt x="10875" y="10991"/>
                  </a:cubicBezTo>
                  <a:cubicBezTo>
                    <a:pt x="10608" y="10724"/>
                    <a:pt x="10342" y="10290"/>
                    <a:pt x="10175" y="9790"/>
                  </a:cubicBezTo>
                  <a:cubicBezTo>
                    <a:pt x="9841" y="8789"/>
                    <a:pt x="9775" y="7555"/>
                    <a:pt x="9341" y="6287"/>
                  </a:cubicBezTo>
                  <a:cubicBezTo>
                    <a:pt x="9141" y="5687"/>
                    <a:pt x="8807" y="5053"/>
                    <a:pt x="8273" y="4586"/>
                  </a:cubicBezTo>
                  <a:cubicBezTo>
                    <a:pt x="8007" y="4353"/>
                    <a:pt x="7673" y="4253"/>
                    <a:pt x="7373" y="4119"/>
                  </a:cubicBezTo>
                  <a:cubicBezTo>
                    <a:pt x="7073" y="4052"/>
                    <a:pt x="6739" y="4019"/>
                    <a:pt x="6506" y="3952"/>
                  </a:cubicBezTo>
                  <a:cubicBezTo>
                    <a:pt x="6339" y="3952"/>
                    <a:pt x="6239" y="3919"/>
                    <a:pt x="6139" y="3919"/>
                  </a:cubicBezTo>
                  <a:cubicBezTo>
                    <a:pt x="6039" y="3886"/>
                    <a:pt x="5905" y="3886"/>
                    <a:pt x="5838" y="3786"/>
                  </a:cubicBezTo>
                  <a:cubicBezTo>
                    <a:pt x="5772" y="3752"/>
                    <a:pt x="5638" y="3686"/>
                    <a:pt x="5538" y="3585"/>
                  </a:cubicBezTo>
                  <a:lnTo>
                    <a:pt x="5371" y="3452"/>
                  </a:lnTo>
                  <a:lnTo>
                    <a:pt x="5338" y="3419"/>
                  </a:lnTo>
                  <a:lnTo>
                    <a:pt x="5305" y="3352"/>
                  </a:lnTo>
                  <a:cubicBezTo>
                    <a:pt x="5004" y="2918"/>
                    <a:pt x="4904" y="2285"/>
                    <a:pt x="4738" y="1684"/>
                  </a:cubicBezTo>
                  <a:cubicBezTo>
                    <a:pt x="4671" y="1351"/>
                    <a:pt x="4537" y="1017"/>
                    <a:pt x="4304" y="717"/>
                  </a:cubicBezTo>
                  <a:cubicBezTo>
                    <a:pt x="4204" y="550"/>
                    <a:pt x="4037" y="417"/>
                    <a:pt x="3870" y="350"/>
                  </a:cubicBezTo>
                  <a:cubicBezTo>
                    <a:pt x="3737" y="250"/>
                    <a:pt x="3570" y="183"/>
                    <a:pt x="3403" y="116"/>
                  </a:cubicBezTo>
                  <a:cubicBezTo>
                    <a:pt x="3177" y="37"/>
                    <a:pt x="2943" y="0"/>
                    <a:pt x="27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67" name="Google Shape;2967;p24"/>
            <p:cNvSpPr/>
            <p:nvPr/>
          </p:nvSpPr>
          <p:spPr>
            <a:xfrm>
              <a:off x="9841330" y="1567972"/>
              <a:ext cx="27059" cy="11288"/>
            </a:xfrm>
            <a:custGeom>
              <a:avLst/>
              <a:gdLst/>
              <a:ahLst/>
              <a:cxnLst/>
              <a:rect l="l" t="t" r="r" b="b"/>
              <a:pathLst>
                <a:path w="1201" h="501" extrusionOk="0">
                  <a:moveTo>
                    <a:pt x="634" y="0"/>
                  </a:moveTo>
                  <a:cubicBezTo>
                    <a:pt x="500" y="0"/>
                    <a:pt x="334" y="0"/>
                    <a:pt x="200" y="34"/>
                  </a:cubicBezTo>
                  <a:cubicBezTo>
                    <a:pt x="100" y="100"/>
                    <a:pt x="0" y="134"/>
                    <a:pt x="0" y="134"/>
                  </a:cubicBezTo>
                  <a:lnTo>
                    <a:pt x="33" y="400"/>
                  </a:lnTo>
                  <a:cubicBezTo>
                    <a:pt x="33" y="400"/>
                    <a:pt x="133" y="400"/>
                    <a:pt x="267" y="434"/>
                  </a:cubicBezTo>
                  <a:cubicBezTo>
                    <a:pt x="367" y="467"/>
                    <a:pt x="500" y="501"/>
                    <a:pt x="600" y="501"/>
                  </a:cubicBezTo>
                  <a:lnTo>
                    <a:pt x="1101" y="501"/>
                  </a:lnTo>
                  <a:cubicBezTo>
                    <a:pt x="1134" y="501"/>
                    <a:pt x="1201" y="300"/>
                    <a:pt x="1168" y="267"/>
                  </a:cubicBezTo>
                  <a:cubicBezTo>
                    <a:pt x="1168" y="267"/>
                    <a:pt x="1134" y="200"/>
                    <a:pt x="1001" y="134"/>
                  </a:cubicBezTo>
                  <a:cubicBezTo>
                    <a:pt x="934" y="100"/>
                    <a:pt x="767" y="0"/>
                    <a:pt x="6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68" name="Google Shape;2968;p24"/>
            <p:cNvSpPr/>
            <p:nvPr/>
          </p:nvSpPr>
          <p:spPr>
            <a:xfrm>
              <a:off x="9847323" y="1587506"/>
              <a:ext cx="27847" cy="12189"/>
            </a:xfrm>
            <a:custGeom>
              <a:avLst/>
              <a:gdLst/>
              <a:ahLst/>
              <a:cxnLst/>
              <a:rect l="l" t="t" r="r" b="b"/>
              <a:pathLst>
                <a:path w="1236" h="541" extrusionOk="0">
                  <a:moveTo>
                    <a:pt x="568" y="0"/>
                  </a:moveTo>
                  <a:cubicBezTo>
                    <a:pt x="368" y="67"/>
                    <a:pt x="1" y="234"/>
                    <a:pt x="1" y="234"/>
                  </a:cubicBezTo>
                  <a:lnTo>
                    <a:pt x="34" y="467"/>
                  </a:lnTo>
                  <a:cubicBezTo>
                    <a:pt x="34" y="467"/>
                    <a:pt x="304" y="541"/>
                    <a:pt x="549" y="541"/>
                  </a:cubicBezTo>
                  <a:cubicBezTo>
                    <a:pt x="590" y="541"/>
                    <a:pt x="630" y="539"/>
                    <a:pt x="668" y="534"/>
                  </a:cubicBezTo>
                  <a:cubicBezTo>
                    <a:pt x="868" y="467"/>
                    <a:pt x="1235" y="367"/>
                    <a:pt x="1235" y="367"/>
                  </a:cubicBezTo>
                  <a:lnTo>
                    <a:pt x="1235" y="101"/>
                  </a:lnTo>
                  <a:cubicBezTo>
                    <a:pt x="1235" y="101"/>
                    <a:pt x="835" y="0"/>
                    <a:pt x="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69" name="Google Shape;2969;p24"/>
            <p:cNvSpPr/>
            <p:nvPr/>
          </p:nvSpPr>
          <p:spPr>
            <a:xfrm>
              <a:off x="9856357" y="1612311"/>
              <a:ext cx="28568" cy="14599"/>
            </a:xfrm>
            <a:custGeom>
              <a:avLst/>
              <a:gdLst/>
              <a:ahLst/>
              <a:cxnLst/>
              <a:rect l="l" t="t" r="r" b="b"/>
              <a:pathLst>
                <a:path w="1268" h="648" extrusionOk="0">
                  <a:moveTo>
                    <a:pt x="1134" y="0"/>
                  </a:moveTo>
                  <a:cubicBezTo>
                    <a:pt x="1134" y="0"/>
                    <a:pt x="1034" y="0"/>
                    <a:pt x="934" y="34"/>
                  </a:cubicBezTo>
                  <a:cubicBezTo>
                    <a:pt x="801" y="100"/>
                    <a:pt x="634" y="100"/>
                    <a:pt x="534" y="134"/>
                  </a:cubicBezTo>
                  <a:cubicBezTo>
                    <a:pt x="467" y="167"/>
                    <a:pt x="334" y="267"/>
                    <a:pt x="200" y="300"/>
                  </a:cubicBezTo>
                  <a:cubicBezTo>
                    <a:pt x="100" y="334"/>
                    <a:pt x="0" y="367"/>
                    <a:pt x="0" y="367"/>
                  </a:cubicBezTo>
                  <a:lnTo>
                    <a:pt x="34" y="634"/>
                  </a:lnTo>
                  <a:lnTo>
                    <a:pt x="300" y="634"/>
                  </a:lnTo>
                  <a:cubicBezTo>
                    <a:pt x="340" y="644"/>
                    <a:pt x="381" y="648"/>
                    <a:pt x="424" y="648"/>
                  </a:cubicBezTo>
                  <a:cubicBezTo>
                    <a:pt x="526" y="648"/>
                    <a:pt x="630" y="624"/>
                    <a:pt x="701" y="601"/>
                  </a:cubicBezTo>
                  <a:cubicBezTo>
                    <a:pt x="834" y="534"/>
                    <a:pt x="1001" y="467"/>
                    <a:pt x="1101" y="367"/>
                  </a:cubicBezTo>
                  <a:lnTo>
                    <a:pt x="1268" y="200"/>
                  </a:lnTo>
                  <a:lnTo>
                    <a:pt x="11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70" name="Google Shape;2970;p24"/>
            <p:cNvSpPr/>
            <p:nvPr/>
          </p:nvSpPr>
          <p:spPr>
            <a:xfrm>
              <a:off x="9868366" y="1628082"/>
              <a:ext cx="33840" cy="21066"/>
            </a:xfrm>
            <a:custGeom>
              <a:avLst/>
              <a:gdLst/>
              <a:ahLst/>
              <a:cxnLst/>
              <a:rect l="l" t="t" r="r" b="b"/>
              <a:pathLst>
                <a:path w="1502" h="935" extrusionOk="0">
                  <a:moveTo>
                    <a:pt x="1435" y="1"/>
                  </a:moveTo>
                  <a:cubicBezTo>
                    <a:pt x="1435" y="1"/>
                    <a:pt x="968" y="134"/>
                    <a:pt x="668" y="268"/>
                  </a:cubicBezTo>
                  <a:cubicBezTo>
                    <a:pt x="435" y="434"/>
                    <a:pt x="68" y="735"/>
                    <a:pt x="68" y="735"/>
                  </a:cubicBezTo>
                  <a:cubicBezTo>
                    <a:pt x="1" y="735"/>
                    <a:pt x="134" y="935"/>
                    <a:pt x="134" y="935"/>
                  </a:cubicBezTo>
                  <a:cubicBezTo>
                    <a:pt x="134" y="935"/>
                    <a:pt x="601" y="801"/>
                    <a:pt x="902" y="668"/>
                  </a:cubicBezTo>
                  <a:cubicBezTo>
                    <a:pt x="1135" y="501"/>
                    <a:pt x="1502" y="234"/>
                    <a:pt x="1502" y="234"/>
                  </a:cubicBezTo>
                  <a:cubicBezTo>
                    <a:pt x="1502" y="168"/>
                    <a:pt x="1435" y="1"/>
                    <a:pt x="14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71" name="Google Shape;2971;p24"/>
            <p:cNvSpPr/>
            <p:nvPr/>
          </p:nvSpPr>
          <p:spPr>
            <a:xfrm>
              <a:off x="9887156" y="1656650"/>
              <a:ext cx="16560" cy="12054"/>
            </a:xfrm>
            <a:custGeom>
              <a:avLst/>
              <a:gdLst/>
              <a:ahLst/>
              <a:cxnLst/>
              <a:rect l="l" t="t" r="r" b="b"/>
              <a:pathLst>
                <a:path w="735" h="535" extrusionOk="0">
                  <a:moveTo>
                    <a:pt x="601" y="0"/>
                  </a:moveTo>
                  <a:cubicBezTo>
                    <a:pt x="601" y="0"/>
                    <a:pt x="368" y="0"/>
                    <a:pt x="268" y="67"/>
                  </a:cubicBezTo>
                  <a:cubicBezTo>
                    <a:pt x="168" y="67"/>
                    <a:pt x="134" y="167"/>
                    <a:pt x="101" y="200"/>
                  </a:cubicBezTo>
                  <a:lnTo>
                    <a:pt x="1" y="301"/>
                  </a:lnTo>
                  <a:cubicBezTo>
                    <a:pt x="1" y="334"/>
                    <a:pt x="101" y="534"/>
                    <a:pt x="101" y="534"/>
                  </a:cubicBezTo>
                  <a:lnTo>
                    <a:pt x="201" y="534"/>
                  </a:lnTo>
                  <a:cubicBezTo>
                    <a:pt x="301" y="534"/>
                    <a:pt x="401" y="534"/>
                    <a:pt x="468" y="501"/>
                  </a:cubicBezTo>
                  <a:cubicBezTo>
                    <a:pt x="601" y="401"/>
                    <a:pt x="735" y="200"/>
                    <a:pt x="735" y="200"/>
                  </a:cubicBezTo>
                  <a:cubicBezTo>
                    <a:pt x="735" y="167"/>
                    <a:pt x="601"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72" name="Google Shape;2972;p24"/>
            <p:cNvSpPr/>
            <p:nvPr/>
          </p:nvSpPr>
          <p:spPr>
            <a:xfrm>
              <a:off x="10013414" y="1660075"/>
              <a:ext cx="30100" cy="13135"/>
            </a:xfrm>
            <a:custGeom>
              <a:avLst/>
              <a:gdLst/>
              <a:ahLst/>
              <a:cxnLst/>
              <a:rect l="l" t="t" r="r" b="b"/>
              <a:pathLst>
                <a:path w="1336" h="583" extrusionOk="0">
                  <a:moveTo>
                    <a:pt x="934" y="0"/>
                  </a:moveTo>
                  <a:cubicBezTo>
                    <a:pt x="827" y="0"/>
                    <a:pt x="701" y="15"/>
                    <a:pt x="635" y="15"/>
                  </a:cubicBezTo>
                  <a:cubicBezTo>
                    <a:pt x="501" y="48"/>
                    <a:pt x="334" y="149"/>
                    <a:pt x="201" y="215"/>
                  </a:cubicBezTo>
                  <a:cubicBezTo>
                    <a:pt x="68" y="315"/>
                    <a:pt x="1" y="382"/>
                    <a:pt x="1" y="382"/>
                  </a:cubicBezTo>
                  <a:lnTo>
                    <a:pt x="134" y="582"/>
                  </a:lnTo>
                  <a:cubicBezTo>
                    <a:pt x="134" y="582"/>
                    <a:pt x="201" y="582"/>
                    <a:pt x="334" y="549"/>
                  </a:cubicBezTo>
                  <a:cubicBezTo>
                    <a:pt x="468" y="515"/>
                    <a:pt x="568" y="515"/>
                    <a:pt x="701" y="482"/>
                  </a:cubicBezTo>
                  <a:cubicBezTo>
                    <a:pt x="835" y="482"/>
                    <a:pt x="968" y="382"/>
                    <a:pt x="1068" y="382"/>
                  </a:cubicBezTo>
                  <a:cubicBezTo>
                    <a:pt x="1202" y="382"/>
                    <a:pt x="1302" y="349"/>
                    <a:pt x="1302" y="349"/>
                  </a:cubicBezTo>
                  <a:cubicBezTo>
                    <a:pt x="1302" y="315"/>
                    <a:pt x="1335" y="82"/>
                    <a:pt x="1335" y="82"/>
                  </a:cubicBezTo>
                  <a:lnTo>
                    <a:pt x="1068" y="15"/>
                  </a:lnTo>
                  <a:cubicBezTo>
                    <a:pt x="1035" y="4"/>
                    <a:pt x="987" y="0"/>
                    <a:pt x="9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73" name="Google Shape;2973;p24"/>
            <p:cNvSpPr/>
            <p:nvPr/>
          </p:nvSpPr>
          <p:spPr>
            <a:xfrm>
              <a:off x="10009674" y="1688215"/>
              <a:ext cx="33840" cy="13541"/>
            </a:xfrm>
            <a:custGeom>
              <a:avLst/>
              <a:gdLst/>
              <a:ahLst/>
              <a:cxnLst/>
              <a:rect l="l" t="t" r="r" b="b"/>
              <a:pathLst>
                <a:path w="1502" h="601" extrusionOk="0">
                  <a:moveTo>
                    <a:pt x="1401" y="0"/>
                  </a:moveTo>
                  <a:cubicBezTo>
                    <a:pt x="1401" y="0"/>
                    <a:pt x="967" y="0"/>
                    <a:pt x="667" y="100"/>
                  </a:cubicBezTo>
                  <a:cubicBezTo>
                    <a:pt x="400" y="134"/>
                    <a:pt x="0" y="334"/>
                    <a:pt x="0" y="334"/>
                  </a:cubicBezTo>
                  <a:lnTo>
                    <a:pt x="33" y="601"/>
                  </a:lnTo>
                  <a:cubicBezTo>
                    <a:pt x="33" y="601"/>
                    <a:pt x="500" y="601"/>
                    <a:pt x="801" y="567"/>
                  </a:cubicBezTo>
                  <a:cubicBezTo>
                    <a:pt x="1067" y="501"/>
                    <a:pt x="1501" y="267"/>
                    <a:pt x="1501" y="267"/>
                  </a:cubicBezTo>
                  <a:cubicBezTo>
                    <a:pt x="1501" y="234"/>
                    <a:pt x="1468" y="67"/>
                    <a:pt x="14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74" name="Google Shape;2974;p24"/>
            <p:cNvSpPr/>
            <p:nvPr/>
          </p:nvSpPr>
          <p:spPr>
            <a:xfrm>
              <a:off x="10018686" y="1716445"/>
              <a:ext cx="24828" cy="11197"/>
            </a:xfrm>
            <a:custGeom>
              <a:avLst/>
              <a:gdLst/>
              <a:ahLst/>
              <a:cxnLst/>
              <a:rect l="l" t="t" r="r" b="b"/>
              <a:pathLst>
                <a:path w="1102" h="497" extrusionOk="0">
                  <a:moveTo>
                    <a:pt x="728" y="0"/>
                  </a:moveTo>
                  <a:cubicBezTo>
                    <a:pt x="649" y="0"/>
                    <a:pt x="567" y="4"/>
                    <a:pt x="501" y="15"/>
                  </a:cubicBezTo>
                  <a:cubicBezTo>
                    <a:pt x="301" y="48"/>
                    <a:pt x="0" y="215"/>
                    <a:pt x="0" y="215"/>
                  </a:cubicBezTo>
                  <a:lnTo>
                    <a:pt x="67" y="482"/>
                  </a:lnTo>
                  <a:cubicBezTo>
                    <a:pt x="67" y="482"/>
                    <a:pt x="215" y="497"/>
                    <a:pt x="373" y="497"/>
                  </a:cubicBezTo>
                  <a:cubicBezTo>
                    <a:pt x="453" y="497"/>
                    <a:pt x="534" y="493"/>
                    <a:pt x="601" y="482"/>
                  </a:cubicBezTo>
                  <a:cubicBezTo>
                    <a:pt x="801" y="415"/>
                    <a:pt x="1101" y="248"/>
                    <a:pt x="1101" y="248"/>
                  </a:cubicBezTo>
                  <a:cubicBezTo>
                    <a:pt x="1101" y="248"/>
                    <a:pt x="1068" y="48"/>
                    <a:pt x="1034" y="15"/>
                  </a:cubicBezTo>
                  <a:cubicBezTo>
                    <a:pt x="1034" y="15"/>
                    <a:pt x="886"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75" name="Google Shape;2975;p24"/>
            <p:cNvSpPr/>
            <p:nvPr/>
          </p:nvSpPr>
          <p:spPr>
            <a:xfrm>
              <a:off x="10025445" y="1738569"/>
              <a:ext cx="19556" cy="12797"/>
            </a:xfrm>
            <a:custGeom>
              <a:avLst/>
              <a:gdLst/>
              <a:ahLst/>
              <a:cxnLst/>
              <a:rect l="l" t="t" r="r" b="b"/>
              <a:pathLst>
                <a:path w="868" h="568" extrusionOk="0">
                  <a:moveTo>
                    <a:pt x="768" y="0"/>
                  </a:moveTo>
                  <a:cubicBezTo>
                    <a:pt x="768" y="0"/>
                    <a:pt x="468" y="34"/>
                    <a:pt x="334" y="67"/>
                  </a:cubicBezTo>
                  <a:cubicBezTo>
                    <a:pt x="201" y="167"/>
                    <a:pt x="1" y="267"/>
                    <a:pt x="1" y="267"/>
                  </a:cubicBezTo>
                  <a:lnTo>
                    <a:pt x="1" y="534"/>
                  </a:lnTo>
                  <a:cubicBezTo>
                    <a:pt x="1" y="534"/>
                    <a:pt x="34" y="567"/>
                    <a:pt x="167" y="567"/>
                  </a:cubicBezTo>
                  <a:cubicBezTo>
                    <a:pt x="301" y="567"/>
                    <a:pt x="434" y="567"/>
                    <a:pt x="501" y="534"/>
                  </a:cubicBezTo>
                  <a:cubicBezTo>
                    <a:pt x="668" y="434"/>
                    <a:pt x="868" y="234"/>
                    <a:pt x="868" y="234"/>
                  </a:cubicBezTo>
                  <a:cubicBezTo>
                    <a:pt x="868" y="234"/>
                    <a:pt x="801" y="34"/>
                    <a:pt x="7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76" name="Google Shape;2976;p24"/>
            <p:cNvSpPr/>
            <p:nvPr/>
          </p:nvSpPr>
          <p:spPr>
            <a:xfrm>
              <a:off x="10029951" y="1759612"/>
              <a:ext cx="24085" cy="22553"/>
            </a:xfrm>
            <a:custGeom>
              <a:avLst/>
              <a:gdLst/>
              <a:ahLst/>
              <a:cxnLst/>
              <a:rect l="l" t="t" r="r" b="b"/>
              <a:pathLst>
                <a:path w="1069" h="1001" extrusionOk="0">
                  <a:moveTo>
                    <a:pt x="935" y="0"/>
                  </a:moveTo>
                  <a:cubicBezTo>
                    <a:pt x="935" y="0"/>
                    <a:pt x="835" y="67"/>
                    <a:pt x="735" y="100"/>
                  </a:cubicBezTo>
                  <a:cubicBezTo>
                    <a:pt x="601" y="134"/>
                    <a:pt x="434" y="234"/>
                    <a:pt x="334" y="300"/>
                  </a:cubicBezTo>
                  <a:cubicBezTo>
                    <a:pt x="268" y="434"/>
                    <a:pt x="134" y="567"/>
                    <a:pt x="101" y="667"/>
                  </a:cubicBezTo>
                  <a:cubicBezTo>
                    <a:pt x="67" y="801"/>
                    <a:pt x="1" y="901"/>
                    <a:pt x="1" y="901"/>
                  </a:cubicBezTo>
                  <a:lnTo>
                    <a:pt x="234" y="1001"/>
                  </a:lnTo>
                  <a:cubicBezTo>
                    <a:pt x="234" y="1001"/>
                    <a:pt x="301" y="968"/>
                    <a:pt x="401" y="901"/>
                  </a:cubicBezTo>
                  <a:cubicBezTo>
                    <a:pt x="468" y="801"/>
                    <a:pt x="601" y="767"/>
                    <a:pt x="668" y="667"/>
                  </a:cubicBezTo>
                  <a:cubicBezTo>
                    <a:pt x="768" y="634"/>
                    <a:pt x="835" y="501"/>
                    <a:pt x="935" y="434"/>
                  </a:cubicBezTo>
                  <a:cubicBezTo>
                    <a:pt x="968" y="334"/>
                    <a:pt x="1068" y="267"/>
                    <a:pt x="1068" y="267"/>
                  </a:cubicBezTo>
                  <a:cubicBezTo>
                    <a:pt x="1068" y="267"/>
                    <a:pt x="935" y="10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77" name="Google Shape;2977;p24"/>
            <p:cNvSpPr/>
            <p:nvPr/>
          </p:nvSpPr>
          <p:spPr>
            <a:xfrm>
              <a:off x="10050251" y="1791920"/>
              <a:ext cx="12797" cy="11625"/>
            </a:xfrm>
            <a:custGeom>
              <a:avLst/>
              <a:gdLst/>
              <a:ahLst/>
              <a:cxnLst/>
              <a:rect l="l" t="t" r="r" b="b"/>
              <a:pathLst>
                <a:path w="568" h="516" extrusionOk="0">
                  <a:moveTo>
                    <a:pt x="367" y="1"/>
                  </a:moveTo>
                  <a:cubicBezTo>
                    <a:pt x="367" y="34"/>
                    <a:pt x="200" y="34"/>
                    <a:pt x="134" y="34"/>
                  </a:cubicBezTo>
                  <a:lnTo>
                    <a:pt x="0" y="201"/>
                  </a:lnTo>
                  <a:lnTo>
                    <a:pt x="0" y="468"/>
                  </a:lnTo>
                  <a:cubicBezTo>
                    <a:pt x="0" y="468"/>
                    <a:pt x="34" y="468"/>
                    <a:pt x="100" y="501"/>
                  </a:cubicBezTo>
                  <a:cubicBezTo>
                    <a:pt x="134" y="512"/>
                    <a:pt x="163" y="516"/>
                    <a:pt x="192" y="516"/>
                  </a:cubicBezTo>
                  <a:cubicBezTo>
                    <a:pt x="249" y="516"/>
                    <a:pt x="301" y="501"/>
                    <a:pt x="367" y="501"/>
                  </a:cubicBezTo>
                  <a:cubicBezTo>
                    <a:pt x="434" y="468"/>
                    <a:pt x="467" y="401"/>
                    <a:pt x="534" y="334"/>
                  </a:cubicBezTo>
                  <a:cubicBezTo>
                    <a:pt x="567" y="234"/>
                    <a:pt x="567" y="201"/>
                    <a:pt x="567" y="201"/>
                  </a:cubicBezTo>
                  <a:cubicBezTo>
                    <a:pt x="567" y="201"/>
                    <a:pt x="434" y="34"/>
                    <a:pt x="3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78" name="Google Shape;2978;p24"/>
            <p:cNvSpPr/>
            <p:nvPr/>
          </p:nvSpPr>
          <p:spPr>
            <a:xfrm>
              <a:off x="10217829" y="1522124"/>
              <a:ext cx="18813" cy="11288"/>
            </a:xfrm>
            <a:custGeom>
              <a:avLst/>
              <a:gdLst/>
              <a:ahLst/>
              <a:cxnLst/>
              <a:rect l="l" t="t" r="r" b="b"/>
              <a:pathLst>
                <a:path w="835" h="501" extrusionOk="0">
                  <a:moveTo>
                    <a:pt x="468" y="0"/>
                  </a:moveTo>
                  <a:cubicBezTo>
                    <a:pt x="301" y="0"/>
                    <a:pt x="68" y="34"/>
                    <a:pt x="68" y="34"/>
                  </a:cubicBezTo>
                  <a:lnTo>
                    <a:pt x="1" y="301"/>
                  </a:lnTo>
                  <a:cubicBezTo>
                    <a:pt x="1" y="301"/>
                    <a:pt x="234" y="467"/>
                    <a:pt x="401" y="501"/>
                  </a:cubicBezTo>
                  <a:cubicBezTo>
                    <a:pt x="568" y="501"/>
                    <a:pt x="835" y="434"/>
                    <a:pt x="835" y="434"/>
                  </a:cubicBezTo>
                  <a:lnTo>
                    <a:pt x="835" y="167"/>
                  </a:lnTo>
                  <a:cubicBezTo>
                    <a:pt x="835" y="167"/>
                    <a:pt x="601" y="0"/>
                    <a:pt x="4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79" name="Google Shape;2979;p24"/>
            <p:cNvSpPr/>
            <p:nvPr/>
          </p:nvSpPr>
          <p:spPr>
            <a:xfrm>
              <a:off x="10219338" y="1543167"/>
              <a:ext cx="22575" cy="11288"/>
            </a:xfrm>
            <a:custGeom>
              <a:avLst/>
              <a:gdLst/>
              <a:ahLst/>
              <a:cxnLst/>
              <a:rect l="l" t="t" r="r" b="b"/>
              <a:pathLst>
                <a:path w="1002" h="501" extrusionOk="0">
                  <a:moveTo>
                    <a:pt x="501" y="0"/>
                  </a:moveTo>
                  <a:cubicBezTo>
                    <a:pt x="268" y="0"/>
                    <a:pt x="1" y="100"/>
                    <a:pt x="1" y="100"/>
                  </a:cubicBezTo>
                  <a:lnTo>
                    <a:pt x="1" y="367"/>
                  </a:lnTo>
                  <a:cubicBezTo>
                    <a:pt x="1" y="367"/>
                    <a:pt x="268" y="501"/>
                    <a:pt x="501" y="501"/>
                  </a:cubicBezTo>
                  <a:cubicBezTo>
                    <a:pt x="701" y="501"/>
                    <a:pt x="1001" y="367"/>
                    <a:pt x="1001" y="367"/>
                  </a:cubicBezTo>
                  <a:lnTo>
                    <a:pt x="1001" y="100"/>
                  </a:lnTo>
                  <a:cubicBezTo>
                    <a:pt x="1001" y="100"/>
                    <a:pt x="701" y="0"/>
                    <a:pt x="5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80" name="Google Shape;2980;p24"/>
            <p:cNvSpPr/>
            <p:nvPr/>
          </p:nvSpPr>
          <p:spPr>
            <a:xfrm>
              <a:off x="10220848" y="1563466"/>
              <a:ext cx="30844" cy="12031"/>
            </a:xfrm>
            <a:custGeom>
              <a:avLst/>
              <a:gdLst/>
              <a:ahLst/>
              <a:cxnLst/>
              <a:rect l="l" t="t" r="r" b="b"/>
              <a:pathLst>
                <a:path w="1369" h="534" extrusionOk="0">
                  <a:moveTo>
                    <a:pt x="1335" y="0"/>
                  </a:moveTo>
                  <a:cubicBezTo>
                    <a:pt x="1334" y="0"/>
                    <a:pt x="934" y="0"/>
                    <a:pt x="668" y="33"/>
                  </a:cubicBezTo>
                  <a:cubicBezTo>
                    <a:pt x="434" y="100"/>
                    <a:pt x="0" y="200"/>
                    <a:pt x="0" y="200"/>
                  </a:cubicBezTo>
                  <a:lnTo>
                    <a:pt x="0" y="467"/>
                  </a:lnTo>
                  <a:cubicBezTo>
                    <a:pt x="0" y="467"/>
                    <a:pt x="434" y="534"/>
                    <a:pt x="701" y="534"/>
                  </a:cubicBezTo>
                  <a:cubicBezTo>
                    <a:pt x="1001" y="467"/>
                    <a:pt x="1368" y="267"/>
                    <a:pt x="1368" y="267"/>
                  </a:cubicBezTo>
                  <a:cubicBezTo>
                    <a:pt x="1368" y="200"/>
                    <a:pt x="1301" y="0"/>
                    <a:pt x="13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81" name="Google Shape;2981;p24"/>
            <p:cNvSpPr/>
            <p:nvPr/>
          </p:nvSpPr>
          <p:spPr>
            <a:xfrm>
              <a:off x="10231369" y="1587506"/>
              <a:ext cx="27081" cy="12910"/>
            </a:xfrm>
            <a:custGeom>
              <a:avLst/>
              <a:gdLst/>
              <a:ahLst/>
              <a:cxnLst/>
              <a:rect l="l" t="t" r="r" b="b"/>
              <a:pathLst>
                <a:path w="1202" h="573" extrusionOk="0">
                  <a:moveTo>
                    <a:pt x="901" y="0"/>
                  </a:moveTo>
                  <a:cubicBezTo>
                    <a:pt x="851" y="34"/>
                    <a:pt x="784" y="34"/>
                    <a:pt x="718" y="34"/>
                  </a:cubicBezTo>
                  <a:cubicBezTo>
                    <a:pt x="651" y="34"/>
                    <a:pt x="584" y="34"/>
                    <a:pt x="534" y="67"/>
                  </a:cubicBezTo>
                  <a:cubicBezTo>
                    <a:pt x="334" y="101"/>
                    <a:pt x="0" y="234"/>
                    <a:pt x="0" y="234"/>
                  </a:cubicBezTo>
                  <a:lnTo>
                    <a:pt x="0" y="467"/>
                  </a:lnTo>
                  <a:cubicBezTo>
                    <a:pt x="0" y="467"/>
                    <a:pt x="290" y="573"/>
                    <a:pt x="542" y="573"/>
                  </a:cubicBezTo>
                  <a:cubicBezTo>
                    <a:pt x="574" y="573"/>
                    <a:pt x="605" y="571"/>
                    <a:pt x="634" y="568"/>
                  </a:cubicBezTo>
                  <a:cubicBezTo>
                    <a:pt x="734" y="534"/>
                    <a:pt x="868" y="467"/>
                    <a:pt x="1001" y="401"/>
                  </a:cubicBezTo>
                  <a:cubicBezTo>
                    <a:pt x="1135" y="301"/>
                    <a:pt x="1201" y="267"/>
                    <a:pt x="1201" y="267"/>
                  </a:cubicBezTo>
                  <a:cubicBezTo>
                    <a:pt x="1201" y="267"/>
                    <a:pt x="1135" y="67"/>
                    <a:pt x="11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82" name="Google Shape;2982;p24"/>
            <p:cNvSpPr/>
            <p:nvPr/>
          </p:nvSpPr>
          <p:spPr>
            <a:xfrm>
              <a:off x="10253156" y="1605394"/>
              <a:ext cx="20322" cy="11445"/>
            </a:xfrm>
            <a:custGeom>
              <a:avLst/>
              <a:gdLst/>
              <a:ahLst/>
              <a:cxnLst/>
              <a:rect l="l" t="t" r="r" b="b"/>
              <a:pathLst>
                <a:path w="902" h="508" extrusionOk="0">
                  <a:moveTo>
                    <a:pt x="479" y="0"/>
                  </a:moveTo>
                  <a:cubicBezTo>
                    <a:pt x="451" y="0"/>
                    <a:pt x="425" y="2"/>
                    <a:pt x="401" y="7"/>
                  </a:cubicBezTo>
                  <a:cubicBezTo>
                    <a:pt x="234" y="74"/>
                    <a:pt x="1" y="174"/>
                    <a:pt x="1" y="174"/>
                  </a:cubicBezTo>
                  <a:lnTo>
                    <a:pt x="1" y="441"/>
                  </a:lnTo>
                  <a:cubicBezTo>
                    <a:pt x="1" y="441"/>
                    <a:pt x="268" y="507"/>
                    <a:pt x="501" y="507"/>
                  </a:cubicBezTo>
                  <a:cubicBezTo>
                    <a:pt x="635" y="474"/>
                    <a:pt x="901" y="307"/>
                    <a:pt x="901" y="307"/>
                  </a:cubicBezTo>
                  <a:cubicBezTo>
                    <a:pt x="901" y="307"/>
                    <a:pt x="868" y="107"/>
                    <a:pt x="868" y="74"/>
                  </a:cubicBezTo>
                  <a:cubicBezTo>
                    <a:pt x="868" y="74"/>
                    <a:pt x="648" y="0"/>
                    <a:pt x="4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83" name="Google Shape;2983;p24"/>
            <p:cNvSpPr/>
            <p:nvPr/>
          </p:nvSpPr>
          <p:spPr>
            <a:xfrm>
              <a:off x="10362877" y="1634661"/>
              <a:ext cx="20322" cy="12729"/>
            </a:xfrm>
            <a:custGeom>
              <a:avLst/>
              <a:gdLst/>
              <a:ahLst/>
              <a:cxnLst/>
              <a:rect l="l" t="t" r="r" b="b"/>
              <a:pathLst>
                <a:path w="902" h="565" extrusionOk="0">
                  <a:moveTo>
                    <a:pt x="205" y="1"/>
                  </a:moveTo>
                  <a:cubicBezTo>
                    <a:pt x="109" y="1"/>
                    <a:pt x="34" y="9"/>
                    <a:pt x="34" y="9"/>
                  </a:cubicBezTo>
                  <a:lnTo>
                    <a:pt x="1" y="242"/>
                  </a:lnTo>
                  <a:cubicBezTo>
                    <a:pt x="1" y="242"/>
                    <a:pt x="201" y="476"/>
                    <a:pt x="368" y="509"/>
                  </a:cubicBezTo>
                  <a:cubicBezTo>
                    <a:pt x="439" y="552"/>
                    <a:pt x="535" y="564"/>
                    <a:pt x="622" y="564"/>
                  </a:cubicBezTo>
                  <a:cubicBezTo>
                    <a:pt x="737" y="564"/>
                    <a:pt x="835" y="543"/>
                    <a:pt x="835" y="543"/>
                  </a:cubicBezTo>
                  <a:cubicBezTo>
                    <a:pt x="835" y="543"/>
                    <a:pt x="902" y="343"/>
                    <a:pt x="868" y="309"/>
                  </a:cubicBezTo>
                  <a:cubicBezTo>
                    <a:pt x="868" y="309"/>
                    <a:pt x="668" y="109"/>
                    <a:pt x="501" y="42"/>
                  </a:cubicBezTo>
                  <a:cubicBezTo>
                    <a:pt x="418" y="9"/>
                    <a:pt x="301" y="1"/>
                    <a:pt x="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84" name="Google Shape;2984;p24"/>
            <p:cNvSpPr/>
            <p:nvPr/>
          </p:nvSpPr>
          <p:spPr>
            <a:xfrm>
              <a:off x="10359880" y="1661900"/>
              <a:ext cx="26315" cy="11310"/>
            </a:xfrm>
            <a:custGeom>
              <a:avLst/>
              <a:gdLst/>
              <a:ahLst/>
              <a:cxnLst/>
              <a:rect l="l" t="t" r="r" b="b"/>
              <a:pathLst>
                <a:path w="1168" h="502" extrusionOk="0">
                  <a:moveTo>
                    <a:pt x="101" y="1"/>
                  </a:moveTo>
                  <a:cubicBezTo>
                    <a:pt x="101" y="68"/>
                    <a:pt x="0" y="268"/>
                    <a:pt x="0" y="268"/>
                  </a:cubicBezTo>
                  <a:cubicBezTo>
                    <a:pt x="0" y="268"/>
                    <a:pt x="34" y="301"/>
                    <a:pt x="167" y="401"/>
                  </a:cubicBezTo>
                  <a:lnTo>
                    <a:pt x="534" y="501"/>
                  </a:lnTo>
                  <a:cubicBezTo>
                    <a:pt x="668" y="501"/>
                    <a:pt x="834" y="501"/>
                    <a:pt x="968" y="468"/>
                  </a:cubicBezTo>
                  <a:cubicBezTo>
                    <a:pt x="1101" y="434"/>
                    <a:pt x="1168" y="401"/>
                    <a:pt x="1168" y="401"/>
                  </a:cubicBezTo>
                  <a:cubicBezTo>
                    <a:pt x="1168" y="401"/>
                    <a:pt x="1135" y="168"/>
                    <a:pt x="1135" y="134"/>
                  </a:cubicBezTo>
                  <a:cubicBezTo>
                    <a:pt x="1135" y="134"/>
                    <a:pt x="1035" y="134"/>
                    <a:pt x="968" y="101"/>
                  </a:cubicBezTo>
                  <a:cubicBezTo>
                    <a:pt x="834" y="68"/>
                    <a:pt x="701" y="1"/>
                    <a:pt x="6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85" name="Google Shape;2985;p24"/>
            <p:cNvSpPr/>
            <p:nvPr/>
          </p:nvSpPr>
          <p:spPr>
            <a:xfrm>
              <a:off x="10364386" y="1689724"/>
              <a:ext cx="24828" cy="11288"/>
            </a:xfrm>
            <a:custGeom>
              <a:avLst/>
              <a:gdLst/>
              <a:ahLst/>
              <a:cxnLst/>
              <a:rect l="l" t="t" r="r" b="b"/>
              <a:pathLst>
                <a:path w="1102" h="501" extrusionOk="0">
                  <a:moveTo>
                    <a:pt x="501" y="0"/>
                  </a:moveTo>
                  <a:cubicBezTo>
                    <a:pt x="301" y="0"/>
                    <a:pt x="1" y="100"/>
                    <a:pt x="1" y="100"/>
                  </a:cubicBezTo>
                  <a:lnTo>
                    <a:pt x="1" y="367"/>
                  </a:lnTo>
                  <a:cubicBezTo>
                    <a:pt x="1" y="367"/>
                    <a:pt x="334" y="500"/>
                    <a:pt x="568" y="500"/>
                  </a:cubicBezTo>
                  <a:cubicBezTo>
                    <a:pt x="801" y="500"/>
                    <a:pt x="1101" y="300"/>
                    <a:pt x="1101" y="300"/>
                  </a:cubicBezTo>
                  <a:cubicBezTo>
                    <a:pt x="1101" y="300"/>
                    <a:pt x="1068" y="100"/>
                    <a:pt x="1001" y="33"/>
                  </a:cubicBezTo>
                  <a:cubicBezTo>
                    <a:pt x="1001" y="33"/>
                    <a:pt x="668" y="0"/>
                    <a:pt x="5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86" name="Google Shape;2986;p24"/>
            <p:cNvSpPr/>
            <p:nvPr/>
          </p:nvSpPr>
          <p:spPr>
            <a:xfrm>
              <a:off x="10377161" y="1720523"/>
              <a:ext cx="24085" cy="11310"/>
            </a:xfrm>
            <a:custGeom>
              <a:avLst/>
              <a:gdLst/>
              <a:ahLst/>
              <a:cxnLst/>
              <a:rect l="l" t="t" r="r" b="b"/>
              <a:pathLst>
                <a:path w="1069" h="502" extrusionOk="0">
                  <a:moveTo>
                    <a:pt x="534" y="1"/>
                  </a:moveTo>
                  <a:cubicBezTo>
                    <a:pt x="334" y="1"/>
                    <a:pt x="1" y="134"/>
                    <a:pt x="1" y="134"/>
                  </a:cubicBezTo>
                  <a:lnTo>
                    <a:pt x="1" y="368"/>
                  </a:lnTo>
                  <a:cubicBezTo>
                    <a:pt x="1" y="368"/>
                    <a:pt x="334" y="501"/>
                    <a:pt x="534" y="501"/>
                  </a:cubicBezTo>
                  <a:cubicBezTo>
                    <a:pt x="735" y="501"/>
                    <a:pt x="1068" y="368"/>
                    <a:pt x="1068" y="368"/>
                  </a:cubicBezTo>
                  <a:lnTo>
                    <a:pt x="1068" y="134"/>
                  </a:lnTo>
                  <a:cubicBezTo>
                    <a:pt x="1068" y="134"/>
                    <a:pt x="735" y="1"/>
                    <a:pt x="5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87" name="Google Shape;2987;p24"/>
            <p:cNvSpPr/>
            <p:nvPr/>
          </p:nvSpPr>
          <p:spPr>
            <a:xfrm>
              <a:off x="10145868" y="1949225"/>
              <a:ext cx="442512" cy="241792"/>
            </a:xfrm>
            <a:custGeom>
              <a:avLst/>
              <a:gdLst/>
              <a:ahLst/>
              <a:cxnLst/>
              <a:rect l="l" t="t" r="r" b="b"/>
              <a:pathLst>
                <a:path w="19641" h="10732" extrusionOk="0">
                  <a:moveTo>
                    <a:pt x="3739" y="0"/>
                  </a:moveTo>
                  <a:cubicBezTo>
                    <a:pt x="3498" y="0"/>
                    <a:pt x="3258" y="30"/>
                    <a:pt x="3028" y="90"/>
                  </a:cubicBezTo>
                  <a:cubicBezTo>
                    <a:pt x="2828" y="190"/>
                    <a:pt x="2661" y="224"/>
                    <a:pt x="2494" y="324"/>
                  </a:cubicBezTo>
                  <a:cubicBezTo>
                    <a:pt x="2328" y="391"/>
                    <a:pt x="2161" y="491"/>
                    <a:pt x="2027" y="591"/>
                  </a:cubicBezTo>
                  <a:cubicBezTo>
                    <a:pt x="1761" y="824"/>
                    <a:pt x="1527" y="1091"/>
                    <a:pt x="1427" y="1391"/>
                  </a:cubicBezTo>
                  <a:cubicBezTo>
                    <a:pt x="1127" y="1992"/>
                    <a:pt x="993" y="2492"/>
                    <a:pt x="827" y="2859"/>
                  </a:cubicBezTo>
                  <a:cubicBezTo>
                    <a:pt x="660" y="3259"/>
                    <a:pt x="493" y="3560"/>
                    <a:pt x="360" y="3726"/>
                  </a:cubicBezTo>
                  <a:cubicBezTo>
                    <a:pt x="293" y="3826"/>
                    <a:pt x="260" y="3893"/>
                    <a:pt x="193" y="3926"/>
                  </a:cubicBezTo>
                  <a:cubicBezTo>
                    <a:pt x="159" y="3993"/>
                    <a:pt x="126" y="3993"/>
                    <a:pt x="126" y="3993"/>
                  </a:cubicBezTo>
                  <a:cubicBezTo>
                    <a:pt x="0" y="4119"/>
                    <a:pt x="65" y="4340"/>
                    <a:pt x="204" y="4340"/>
                  </a:cubicBezTo>
                  <a:cubicBezTo>
                    <a:pt x="249" y="4340"/>
                    <a:pt x="303" y="4317"/>
                    <a:pt x="360" y="4260"/>
                  </a:cubicBezTo>
                  <a:lnTo>
                    <a:pt x="460" y="4193"/>
                  </a:lnTo>
                  <a:lnTo>
                    <a:pt x="660" y="3993"/>
                  </a:lnTo>
                  <a:cubicBezTo>
                    <a:pt x="827" y="3760"/>
                    <a:pt x="1027" y="3493"/>
                    <a:pt x="1194" y="3059"/>
                  </a:cubicBezTo>
                  <a:cubicBezTo>
                    <a:pt x="1427" y="2692"/>
                    <a:pt x="1594" y="2192"/>
                    <a:pt x="1827" y="1692"/>
                  </a:cubicBezTo>
                  <a:cubicBezTo>
                    <a:pt x="1961" y="1491"/>
                    <a:pt x="2128" y="1225"/>
                    <a:pt x="2328" y="1058"/>
                  </a:cubicBezTo>
                  <a:cubicBezTo>
                    <a:pt x="2528" y="891"/>
                    <a:pt x="2828" y="758"/>
                    <a:pt x="3128" y="691"/>
                  </a:cubicBezTo>
                  <a:cubicBezTo>
                    <a:pt x="3289" y="657"/>
                    <a:pt x="3452" y="640"/>
                    <a:pt x="3616" y="640"/>
                  </a:cubicBezTo>
                  <a:cubicBezTo>
                    <a:pt x="4095" y="640"/>
                    <a:pt x="4573" y="784"/>
                    <a:pt x="4996" y="1058"/>
                  </a:cubicBezTo>
                  <a:cubicBezTo>
                    <a:pt x="5263" y="1225"/>
                    <a:pt x="5497" y="1491"/>
                    <a:pt x="5697" y="1758"/>
                  </a:cubicBezTo>
                  <a:cubicBezTo>
                    <a:pt x="5830" y="1925"/>
                    <a:pt x="5864" y="2058"/>
                    <a:pt x="5964" y="2225"/>
                  </a:cubicBezTo>
                  <a:cubicBezTo>
                    <a:pt x="5997" y="2392"/>
                    <a:pt x="6097" y="2592"/>
                    <a:pt x="6164" y="2759"/>
                  </a:cubicBezTo>
                  <a:cubicBezTo>
                    <a:pt x="6331" y="3159"/>
                    <a:pt x="6497" y="3526"/>
                    <a:pt x="6831" y="3860"/>
                  </a:cubicBezTo>
                  <a:cubicBezTo>
                    <a:pt x="6998" y="4027"/>
                    <a:pt x="7198" y="4193"/>
                    <a:pt x="7431" y="4260"/>
                  </a:cubicBezTo>
                  <a:cubicBezTo>
                    <a:pt x="7531" y="4327"/>
                    <a:pt x="7631" y="4360"/>
                    <a:pt x="7765" y="4393"/>
                  </a:cubicBezTo>
                  <a:cubicBezTo>
                    <a:pt x="7865" y="4427"/>
                    <a:pt x="7998" y="4427"/>
                    <a:pt x="8132" y="4427"/>
                  </a:cubicBezTo>
                  <a:cubicBezTo>
                    <a:pt x="8632" y="4427"/>
                    <a:pt x="8999" y="4260"/>
                    <a:pt x="9333" y="4093"/>
                  </a:cubicBezTo>
                  <a:cubicBezTo>
                    <a:pt x="9633" y="3993"/>
                    <a:pt x="9966" y="3826"/>
                    <a:pt x="10267" y="3660"/>
                  </a:cubicBezTo>
                  <a:cubicBezTo>
                    <a:pt x="10700" y="3393"/>
                    <a:pt x="11201" y="3193"/>
                    <a:pt x="11668" y="3193"/>
                  </a:cubicBezTo>
                  <a:cubicBezTo>
                    <a:pt x="12135" y="3193"/>
                    <a:pt x="12635" y="3393"/>
                    <a:pt x="13102" y="3726"/>
                  </a:cubicBezTo>
                  <a:cubicBezTo>
                    <a:pt x="13336" y="3893"/>
                    <a:pt x="13536" y="4060"/>
                    <a:pt x="13803" y="4227"/>
                  </a:cubicBezTo>
                  <a:cubicBezTo>
                    <a:pt x="13969" y="4393"/>
                    <a:pt x="14203" y="4560"/>
                    <a:pt x="14336" y="4760"/>
                  </a:cubicBezTo>
                  <a:cubicBezTo>
                    <a:pt x="14637" y="5161"/>
                    <a:pt x="14837" y="5661"/>
                    <a:pt x="14937" y="6161"/>
                  </a:cubicBezTo>
                  <a:cubicBezTo>
                    <a:pt x="15037" y="6662"/>
                    <a:pt x="15104" y="7162"/>
                    <a:pt x="15170" y="7596"/>
                  </a:cubicBezTo>
                  <a:cubicBezTo>
                    <a:pt x="15204" y="8063"/>
                    <a:pt x="15337" y="8530"/>
                    <a:pt x="15504" y="8863"/>
                  </a:cubicBezTo>
                  <a:cubicBezTo>
                    <a:pt x="15671" y="9230"/>
                    <a:pt x="15871" y="9497"/>
                    <a:pt x="16038" y="9664"/>
                  </a:cubicBezTo>
                  <a:cubicBezTo>
                    <a:pt x="16204" y="9831"/>
                    <a:pt x="16371" y="9897"/>
                    <a:pt x="16438" y="9931"/>
                  </a:cubicBezTo>
                  <a:lnTo>
                    <a:pt x="16371" y="9931"/>
                  </a:lnTo>
                  <a:cubicBezTo>
                    <a:pt x="16972" y="10364"/>
                    <a:pt x="17505" y="10498"/>
                    <a:pt x="17872" y="10565"/>
                  </a:cubicBezTo>
                  <a:cubicBezTo>
                    <a:pt x="18306" y="10665"/>
                    <a:pt x="18606" y="10698"/>
                    <a:pt x="18806" y="10698"/>
                  </a:cubicBezTo>
                  <a:cubicBezTo>
                    <a:pt x="19206" y="10731"/>
                    <a:pt x="19307" y="10731"/>
                    <a:pt x="19307" y="10731"/>
                  </a:cubicBezTo>
                  <a:cubicBezTo>
                    <a:pt x="19607" y="10731"/>
                    <a:pt x="19640" y="10431"/>
                    <a:pt x="19440" y="10331"/>
                  </a:cubicBezTo>
                  <a:cubicBezTo>
                    <a:pt x="19440" y="10331"/>
                    <a:pt x="19340" y="10331"/>
                    <a:pt x="18940" y="10264"/>
                  </a:cubicBezTo>
                  <a:cubicBezTo>
                    <a:pt x="18706" y="10231"/>
                    <a:pt x="18439" y="10231"/>
                    <a:pt x="18039" y="10164"/>
                  </a:cubicBezTo>
                  <a:cubicBezTo>
                    <a:pt x="17672" y="10064"/>
                    <a:pt x="17205" y="9931"/>
                    <a:pt x="16771" y="9564"/>
                  </a:cubicBezTo>
                  <a:lnTo>
                    <a:pt x="16705" y="9564"/>
                  </a:lnTo>
                  <a:cubicBezTo>
                    <a:pt x="16638" y="9497"/>
                    <a:pt x="16271" y="9230"/>
                    <a:pt x="16004" y="8663"/>
                  </a:cubicBezTo>
                  <a:cubicBezTo>
                    <a:pt x="15871" y="8363"/>
                    <a:pt x="15804" y="7996"/>
                    <a:pt x="15771" y="7529"/>
                  </a:cubicBezTo>
                  <a:cubicBezTo>
                    <a:pt x="15671" y="7062"/>
                    <a:pt x="15637" y="6562"/>
                    <a:pt x="15537" y="6028"/>
                  </a:cubicBezTo>
                  <a:cubicBezTo>
                    <a:pt x="15470" y="5494"/>
                    <a:pt x="15270" y="4860"/>
                    <a:pt x="14870" y="4360"/>
                  </a:cubicBezTo>
                  <a:cubicBezTo>
                    <a:pt x="14703" y="4060"/>
                    <a:pt x="14470" y="3893"/>
                    <a:pt x="14203" y="3660"/>
                  </a:cubicBezTo>
                  <a:cubicBezTo>
                    <a:pt x="13969" y="3426"/>
                    <a:pt x="13769" y="3259"/>
                    <a:pt x="13502" y="3093"/>
                  </a:cubicBezTo>
                  <a:cubicBezTo>
                    <a:pt x="13002" y="2759"/>
                    <a:pt x="12435" y="2392"/>
                    <a:pt x="11701" y="2392"/>
                  </a:cubicBezTo>
                  <a:cubicBezTo>
                    <a:pt x="11001" y="2425"/>
                    <a:pt x="10467" y="2692"/>
                    <a:pt x="9966" y="2926"/>
                  </a:cubicBezTo>
                  <a:cubicBezTo>
                    <a:pt x="9666" y="3059"/>
                    <a:pt x="9366" y="3226"/>
                    <a:pt x="9032" y="3393"/>
                  </a:cubicBezTo>
                  <a:cubicBezTo>
                    <a:pt x="8766" y="3560"/>
                    <a:pt x="8465" y="3693"/>
                    <a:pt x="8165" y="3693"/>
                  </a:cubicBezTo>
                  <a:cubicBezTo>
                    <a:pt x="8098" y="3660"/>
                    <a:pt x="8032" y="3660"/>
                    <a:pt x="7965" y="3660"/>
                  </a:cubicBezTo>
                  <a:cubicBezTo>
                    <a:pt x="7865" y="3593"/>
                    <a:pt x="7832" y="3593"/>
                    <a:pt x="7765" y="3560"/>
                  </a:cubicBezTo>
                  <a:cubicBezTo>
                    <a:pt x="7598" y="3526"/>
                    <a:pt x="7498" y="3393"/>
                    <a:pt x="7365" y="3326"/>
                  </a:cubicBezTo>
                  <a:cubicBezTo>
                    <a:pt x="7164" y="3093"/>
                    <a:pt x="6998" y="2759"/>
                    <a:pt x="6831" y="2425"/>
                  </a:cubicBezTo>
                  <a:cubicBezTo>
                    <a:pt x="6798" y="2259"/>
                    <a:pt x="6697" y="2092"/>
                    <a:pt x="6631" y="1892"/>
                  </a:cubicBezTo>
                  <a:cubicBezTo>
                    <a:pt x="6531" y="1725"/>
                    <a:pt x="6431" y="1525"/>
                    <a:pt x="6297" y="1358"/>
                  </a:cubicBezTo>
                  <a:cubicBezTo>
                    <a:pt x="6030" y="991"/>
                    <a:pt x="5697" y="691"/>
                    <a:pt x="5363" y="491"/>
                  </a:cubicBezTo>
                  <a:cubicBezTo>
                    <a:pt x="4873" y="164"/>
                    <a:pt x="4301" y="0"/>
                    <a:pt x="3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88" name="Google Shape;2988;p24"/>
            <p:cNvSpPr/>
            <p:nvPr/>
          </p:nvSpPr>
          <p:spPr>
            <a:xfrm>
              <a:off x="10241147" y="1982299"/>
              <a:ext cx="23319" cy="10319"/>
            </a:xfrm>
            <a:custGeom>
              <a:avLst/>
              <a:gdLst/>
              <a:ahLst/>
              <a:cxnLst/>
              <a:rect l="l" t="t" r="r" b="b"/>
              <a:pathLst>
                <a:path w="1035" h="458" extrusionOk="0">
                  <a:moveTo>
                    <a:pt x="610" y="0"/>
                  </a:moveTo>
                  <a:cubicBezTo>
                    <a:pt x="559" y="0"/>
                    <a:pt x="509" y="7"/>
                    <a:pt x="467" y="23"/>
                  </a:cubicBezTo>
                  <a:cubicBezTo>
                    <a:pt x="400" y="23"/>
                    <a:pt x="267" y="57"/>
                    <a:pt x="167" y="123"/>
                  </a:cubicBezTo>
                  <a:cubicBezTo>
                    <a:pt x="67" y="224"/>
                    <a:pt x="0" y="257"/>
                    <a:pt x="0" y="257"/>
                  </a:cubicBezTo>
                  <a:lnTo>
                    <a:pt x="133" y="457"/>
                  </a:lnTo>
                  <a:lnTo>
                    <a:pt x="567" y="457"/>
                  </a:lnTo>
                  <a:cubicBezTo>
                    <a:pt x="734" y="424"/>
                    <a:pt x="1034" y="257"/>
                    <a:pt x="1034" y="257"/>
                  </a:cubicBezTo>
                  <a:cubicBezTo>
                    <a:pt x="1034" y="257"/>
                    <a:pt x="967" y="57"/>
                    <a:pt x="934" y="57"/>
                  </a:cubicBezTo>
                  <a:cubicBezTo>
                    <a:pt x="934" y="57"/>
                    <a:pt x="765" y="0"/>
                    <a:pt x="6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89" name="Google Shape;2989;p24"/>
            <p:cNvSpPr/>
            <p:nvPr/>
          </p:nvSpPr>
          <p:spPr>
            <a:xfrm>
              <a:off x="10243400" y="2005370"/>
              <a:ext cx="26315" cy="11288"/>
            </a:xfrm>
            <a:custGeom>
              <a:avLst/>
              <a:gdLst/>
              <a:ahLst/>
              <a:cxnLst/>
              <a:rect l="l" t="t" r="r" b="b"/>
              <a:pathLst>
                <a:path w="1168" h="501" extrusionOk="0">
                  <a:moveTo>
                    <a:pt x="601" y="0"/>
                  </a:moveTo>
                  <a:cubicBezTo>
                    <a:pt x="334" y="0"/>
                    <a:pt x="0" y="100"/>
                    <a:pt x="0" y="100"/>
                  </a:cubicBezTo>
                  <a:lnTo>
                    <a:pt x="0" y="367"/>
                  </a:lnTo>
                  <a:cubicBezTo>
                    <a:pt x="0" y="367"/>
                    <a:pt x="367" y="500"/>
                    <a:pt x="601" y="500"/>
                  </a:cubicBezTo>
                  <a:cubicBezTo>
                    <a:pt x="834" y="500"/>
                    <a:pt x="1168" y="367"/>
                    <a:pt x="1168" y="367"/>
                  </a:cubicBezTo>
                  <a:lnTo>
                    <a:pt x="1168" y="100"/>
                  </a:lnTo>
                  <a:cubicBezTo>
                    <a:pt x="1168" y="100"/>
                    <a:pt x="801"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90" name="Google Shape;2990;p24"/>
            <p:cNvSpPr/>
            <p:nvPr/>
          </p:nvSpPr>
          <p:spPr>
            <a:xfrm>
              <a:off x="10247906" y="2024565"/>
              <a:ext cx="24828" cy="11625"/>
            </a:xfrm>
            <a:custGeom>
              <a:avLst/>
              <a:gdLst/>
              <a:ahLst/>
              <a:cxnLst/>
              <a:rect l="l" t="t" r="r" b="b"/>
              <a:pathLst>
                <a:path w="1102" h="516" extrusionOk="0">
                  <a:moveTo>
                    <a:pt x="633" y="1"/>
                  </a:moveTo>
                  <a:cubicBezTo>
                    <a:pt x="590" y="1"/>
                    <a:pt x="545" y="4"/>
                    <a:pt x="501" y="15"/>
                  </a:cubicBezTo>
                  <a:cubicBezTo>
                    <a:pt x="401" y="15"/>
                    <a:pt x="267" y="82"/>
                    <a:pt x="167" y="182"/>
                  </a:cubicBezTo>
                  <a:cubicBezTo>
                    <a:pt x="67" y="249"/>
                    <a:pt x="0" y="349"/>
                    <a:pt x="0" y="349"/>
                  </a:cubicBezTo>
                  <a:lnTo>
                    <a:pt x="167" y="516"/>
                  </a:lnTo>
                  <a:cubicBezTo>
                    <a:pt x="167" y="482"/>
                    <a:pt x="434" y="482"/>
                    <a:pt x="601" y="416"/>
                  </a:cubicBezTo>
                  <a:cubicBezTo>
                    <a:pt x="767" y="382"/>
                    <a:pt x="1068" y="249"/>
                    <a:pt x="1068" y="249"/>
                  </a:cubicBezTo>
                  <a:cubicBezTo>
                    <a:pt x="1068" y="249"/>
                    <a:pt x="1068" y="49"/>
                    <a:pt x="1101" y="49"/>
                  </a:cubicBezTo>
                  <a:cubicBezTo>
                    <a:pt x="1101" y="49"/>
                    <a:pt x="1001" y="15"/>
                    <a:pt x="868" y="15"/>
                  </a:cubicBezTo>
                  <a:cubicBezTo>
                    <a:pt x="801" y="15"/>
                    <a:pt x="719" y="1"/>
                    <a:pt x="6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91" name="Google Shape;2991;p24"/>
            <p:cNvSpPr/>
            <p:nvPr/>
          </p:nvSpPr>
          <p:spPr>
            <a:xfrm>
              <a:off x="10262934" y="2050452"/>
              <a:ext cx="22575" cy="11288"/>
            </a:xfrm>
            <a:custGeom>
              <a:avLst/>
              <a:gdLst/>
              <a:ahLst/>
              <a:cxnLst/>
              <a:rect l="l" t="t" r="r" b="b"/>
              <a:pathLst>
                <a:path w="1002" h="501" extrusionOk="0">
                  <a:moveTo>
                    <a:pt x="467" y="1"/>
                  </a:moveTo>
                  <a:cubicBezTo>
                    <a:pt x="301" y="1"/>
                    <a:pt x="0" y="101"/>
                    <a:pt x="0" y="101"/>
                  </a:cubicBezTo>
                  <a:lnTo>
                    <a:pt x="0" y="367"/>
                  </a:lnTo>
                  <a:cubicBezTo>
                    <a:pt x="0" y="367"/>
                    <a:pt x="301" y="501"/>
                    <a:pt x="501" y="501"/>
                  </a:cubicBezTo>
                  <a:cubicBezTo>
                    <a:pt x="734" y="501"/>
                    <a:pt x="1001" y="334"/>
                    <a:pt x="1001" y="334"/>
                  </a:cubicBezTo>
                  <a:cubicBezTo>
                    <a:pt x="1001" y="267"/>
                    <a:pt x="968" y="67"/>
                    <a:pt x="934" y="34"/>
                  </a:cubicBezTo>
                  <a:cubicBezTo>
                    <a:pt x="934" y="34"/>
                    <a:pt x="634" y="1"/>
                    <a:pt x="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92" name="Google Shape;2992;p24"/>
            <p:cNvSpPr/>
            <p:nvPr/>
          </p:nvSpPr>
          <p:spPr>
            <a:xfrm>
              <a:off x="10441056" y="2066989"/>
              <a:ext cx="18790" cy="11288"/>
            </a:xfrm>
            <a:custGeom>
              <a:avLst/>
              <a:gdLst/>
              <a:ahLst/>
              <a:cxnLst/>
              <a:rect l="l" t="t" r="r" b="b"/>
              <a:pathLst>
                <a:path w="834" h="501" extrusionOk="0">
                  <a:moveTo>
                    <a:pt x="434" y="0"/>
                  </a:moveTo>
                  <a:cubicBezTo>
                    <a:pt x="234" y="0"/>
                    <a:pt x="0" y="100"/>
                    <a:pt x="0" y="100"/>
                  </a:cubicBezTo>
                  <a:lnTo>
                    <a:pt x="0" y="334"/>
                  </a:lnTo>
                  <a:cubicBezTo>
                    <a:pt x="0" y="334"/>
                    <a:pt x="234" y="501"/>
                    <a:pt x="367" y="501"/>
                  </a:cubicBezTo>
                  <a:cubicBezTo>
                    <a:pt x="567" y="501"/>
                    <a:pt x="834" y="434"/>
                    <a:pt x="834" y="434"/>
                  </a:cubicBezTo>
                  <a:lnTo>
                    <a:pt x="834" y="167"/>
                  </a:lnTo>
                  <a:cubicBezTo>
                    <a:pt x="834" y="167"/>
                    <a:pt x="567" y="0"/>
                    <a:pt x="4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93" name="Google Shape;2993;p24"/>
            <p:cNvSpPr/>
            <p:nvPr/>
          </p:nvSpPr>
          <p:spPr>
            <a:xfrm>
              <a:off x="10437293" y="2097810"/>
              <a:ext cx="24828" cy="11806"/>
            </a:xfrm>
            <a:custGeom>
              <a:avLst/>
              <a:gdLst/>
              <a:ahLst/>
              <a:cxnLst/>
              <a:rect l="l" t="t" r="r" b="b"/>
              <a:pathLst>
                <a:path w="1102" h="524" extrusionOk="0">
                  <a:moveTo>
                    <a:pt x="501" y="0"/>
                  </a:moveTo>
                  <a:cubicBezTo>
                    <a:pt x="334" y="67"/>
                    <a:pt x="34" y="234"/>
                    <a:pt x="34" y="234"/>
                  </a:cubicBezTo>
                  <a:cubicBezTo>
                    <a:pt x="0" y="234"/>
                    <a:pt x="67" y="467"/>
                    <a:pt x="67" y="467"/>
                  </a:cubicBezTo>
                  <a:cubicBezTo>
                    <a:pt x="67" y="467"/>
                    <a:pt x="236" y="523"/>
                    <a:pt x="405" y="523"/>
                  </a:cubicBezTo>
                  <a:cubicBezTo>
                    <a:pt x="461" y="523"/>
                    <a:pt x="517" y="517"/>
                    <a:pt x="567" y="500"/>
                  </a:cubicBezTo>
                  <a:cubicBezTo>
                    <a:pt x="701" y="500"/>
                    <a:pt x="834" y="467"/>
                    <a:pt x="901" y="400"/>
                  </a:cubicBezTo>
                  <a:cubicBezTo>
                    <a:pt x="1001" y="300"/>
                    <a:pt x="1068" y="267"/>
                    <a:pt x="1068" y="267"/>
                  </a:cubicBezTo>
                  <a:cubicBezTo>
                    <a:pt x="1101" y="267"/>
                    <a:pt x="1001" y="100"/>
                    <a:pt x="9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94" name="Google Shape;2994;p24"/>
            <p:cNvSpPr/>
            <p:nvPr/>
          </p:nvSpPr>
          <p:spPr>
            <a:xfrm>
              <a:off x="10438803" y="2125252"/>
              <a:ext cx="25572" cy="12617"/>
            </a:xfrm>
            <a:custGeom>
              <a:avLst/>
              <a:gdLst/>
              <a:ahLst/>
              <a:cxnLst/>
              <a:rect l="l" t="t" r="r" b="b"/>
              <a:pathLst>
                <a:path w="1135" h="560" extrusionOk="0">
                  <a:moveTo>
                    <a:pt x="990" y="1"/>
                  </a:moveTo>
                  <a:cubicBezTo>
                    <a:pt x="981" y="1"/>
                    <a:pt x="973" y="5"/>
                    <a:pt x="967" y="16"/>
                  </a:cubicBezTo>
                  <a:cubicBezTo>
                    <a:pt x="967" y="16"/>
                    <a:pt x="867" y="50"/>
                    <a:pt x="801" y="50"/>
                  </a:cubicBezTo>
                  <a:cubicBezTo>
                    <a:pt x="701" y="50"/>
                    <a:pt x="600" y="50"/>
                    <a:pt x="500" y="83"/>
                  </a:cubicBezTo>
                  <a:cubicBezTo>
                    <a:pt x="300" y="116"/>
                    <a:pt x="0" y="250"/>
                    <a:pt x="0" y="250"/>
                  </a:cubicBezTo>
                  <a:lnTo>
                    <a:pt x="0" y="517"/>
                  </a:lnTo>
                  <a:cubicBezTo>
                    <a:pt x="0" y="517"/>
                    <a:pt x="213" y="559"/>
                    <a:pt x="436" y="559"/>
                  </a:cubicBezTo>
                  <a:cubicBezTo>
                    <a:pt x="491" y="559"/>
                    <a:pt x="547" y="557"/>
                    <a:pt x="600" y="550"/>
                  </a:cubicBezTo>
                  <a:cubicBezTo>
                    <a:pt x="701" y="517"/>
                    <a:pt x="867" y="417"/>
                    <a:pt x="967" y="350"/>
                  </a:cubicBezTo>
                  <a:cubicBezTo>
                    <a:pt x="1101" y="250"/>
                    <a:pt x="1134" y="183"/>
                    <a:pt x="1134" y="183"/>
                  </a:cubicBezTo>
                  <a:cubicBezTo>
                    <a:pt x="1134" y="127"/>
                    <a:pt x="1040" y="1"/>
                    <a:pt x="9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95" name="Google Shape;2995;p24"/>
            <p:cNvSpPr/>
            <p:nvPr/>
          </p:nvSpPr>
          <p:spPr>
            <a:xfrm>
              <a:off x="10450068" y="2152671"/>
              <a:ext cx="24828" cy="11625"/>
            </a:xfrm>
            <a:custGeom>
              <a:avLst/>
              <a:gdLst/>
              <a:ahLst/>
              <a:cxnLst/>
              <a:rect l="l" t="t" r="r" b="b"/>
              <a:pathLst>
                <a:path w="1102" h="516" extrusionOk="0">
                  <a:moveTo>
                    <a:pt x="1001" y="0"/>
                  </a:moveTo>
                  <a:cubicBezTo>
                    <a:pt x="1001" y="0"/>
                    <a:pt x="668" y="0"/>
                    <a:pt x="501" y="33"/>
                  </a:cubicBezTo>
                  <a:cubicBezTo>
                    <a:pt x="301" y="67"/>
                    <a:pt x="0" y="234"/>
                    <a:pt x="0" y="234"/>
                  </a:cubicBezTo>
                  <a:lnTo>
                    <a:pt x="34" y="500"/>
                  </a:lnTo>
                  <a:cubicBezTo>
                    <a:pt x="34" y="500"/>
                    <a:pt x="182" y="515"/>
                    <a:pt x="350" y="515"/>
                  </a:cubicBezTo>
                  <a:cubicBezTo>
                    <a:pt x="434" y="515"/>
                    <a:pt x="523" y="512"/>
                    <a:pt x="601" y="500"/>
                  </a:cubicBezTo>
                  <a:cubicBezTo>
                    <a:pt x="801" y="400"/>
                    <a:pt x="1101" y="200"/>
                    <a:pt x="1101" y="200"/>
                  </a:cubicBez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96" name="Google Shape;2996;p24"/>
            <p:cNvSpPr/>
            <p:nvPr/>
          </p:nvSpPr>
          <p:spPr>
            <a:xfrm>
              <a:off x="10476360" y="2165445"/>
              <a:ext cx="14307" cy="15050"/>
            </a:xfrm>
            <a:custGeom>
              <a:avLst/>
              <a:gdLst/>
              <a:ahLst/>
              <a:cxnLst/>
              <a:rect l="l" t="t" r="r" b="b"/>
              <a:pathLst>
                <a:path w="635" h="668" extrusionOk="0">
                  <a:moveTo>
                    <a:pt x="334" y="0"/>
                  </a:moveTo>
                  <a:lnTo>
                    <a:pt x="268" y="100"/>
                  </a:lnTo>
                  <a:cubicBezTo>
                    <a:pt x="201" y="134"/>
                    <a:pt x="134" y="167"/>
                    <a:pt x="134" y="234"/>
                  </a:cubicBezTo>
                  <a:cubicBezTo>
                    <a:pt x="101" y="267"/>
                    <a:pt x="1" y="467"/>
                    <a:pt x="1" y="467"/>
                  </a:cubicBezTo>
                  <a:cubicBezTo>
                    <a:pt x="1" y="467"/>
                    <a:pt x="134" y="634"/>
                    <a:pt x="201" y="667"/>
                  </a:cubicBezTo>
                  <a:cubicBezTo>
                    <a:pt x="201" y="667"/>
                    <a:pt x="268" y="667"/>
                    <a:pt x="334" y="634"/>
                  </a:cubicBezTo>
                  <a:cubicBezTo>
                    <a:pt x="435" y="601"/>
                    <a:pt x="501" y="567"/>
                    <a:pt x="535" y="467"/>
                  </a:cubicBezTo>
                  <a:cubicBezTo>
                    <a:pt x="635" y="400"/>
                    <a:pt x="635" y="267"/>
                    <a:pt x="635" y="167"/>
                  </a:cubicBezTo>
                  <a:cubicBezTo>
                    <a:pt x="635" y="67"/>
                    <a:pt x="601"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97" name="Google Shape;2997;p24"/>
            <p:cNvSpPr/>
            <p:nvPr/>
          </p:nvSpPr>
          <p:spPr>
            <a:xfrm>
              <a:off x="10498913" y="2186488"/>
              <a:ext cx="12054" cy="18813"/>
            </a:xfrm>
            <a:custGeom>
              <a:avLst/>
              <a:gdLst/>
              <a:ahLst/>
              <a:cxnLst/>
              <a:rect l="l" t="t" r="r" b="b"/>
              <a:pathLst>
                <a:path w="535" h="835" extrusionOk="0">
                  <a:moveTo>
                    <a:pt x="201" y="0"/>
                  </a:moveTo>
                  <a:cubicBezTo>
                    <a:pt x="201" y="0"/>
                    <a:pt x="167" y="34"/>
                    <a:pt x="134" y="134"/>
                  </a:cubicBezTo>
                  <a:cubicBezTo>
                    <a:pt x="134" y="200"/>
                    <a:pt x="34" y="234"/>
                    <a:pt x="34" y="334"/>
                  </a:cubicBezTo>
                  <a:cubicBezTo>
                    <a:pt x="1" y="400"/>
                    <a:pt x="1" y="667"/>
                    <a:pt x="1" y="667"/>
                  </a:cubicBezTo>
                  <a:cubicBezTo>
                    <a:pt x="1" y="701"/>
                    <a:pt x="201" y="801"/>
                    <a:pt x="201" y="834"/>
                  </a:cubicBezTo>
                  <a:lnTo>
                    <a:pt x="334" y="701"/>
                  </a:lnTo>
                  <a:cubicBezTo>
                    <a:pt x="434" y="667"/>
                    <a:pt x="468" y="534"/>
                    <a:pt x="501" y="467"/>
                  </a:cubicBezTo>
                  <a:cubicBezTo>
                    <a:pt x="534" y="367"/>
                    <a:pt x="534" y="234"/>
                    <a:pt x="501" y="167"/>
                  </a:cubicBezTo>
                  <a:cubicBezTo>
                    <a:pt x="501" y="67"/>
                    <a:pt x="468" y="0"/>
                    <a:pt x="4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98" name="Google Shape;2998;p24"/>
            <p:cNvSpPr/>
            <p:nvPr/>
          </p:nvSpPr>
          <p:spPr>
            <a:xfrm>
              <a:off x="10592863" y="2469803"/>
              <a:ext cx="21809" cy="11310"/>
            </a:xfrm>
            <a:custGeom>
              <a:avLst/>
              <a:gdLst/>
              <a:ahLst/>
              <a:cxnLst/>
              <a:rect l="l" t="t" r="r" b="b"/>
              <a:pathLst>
                <a:path w="968" h="502" extrusionOk="0">
                  <a:moveTo>
                    <a:pt x="467" y="1"/>
                  </a:moveTo>
                  <a:cubicBezTo>
                    <a:pt x="300" y="1"/>
                    <a:pt x="0" y="134"/>
                    <a:pt x="0" y="134"/>
                  </a:cubicBezTo>
                  <a:lnTo>
                    <a:pt x="0" y="401"/>
                  </a:lnTo>
                  <a:cubicBezTo>
                    <a:pt x="0" y="401"/>
                    <a:pt x="267" y="501"/>
                    <a:pt x="467" y="501"/>
                  </a:cubicBezTo>
                  <a:cubicBezTo>
                    <a:pt x="634" y="501"/>
                    <a:pt x="934" y="401"/>
                    <a:pt x="934" y="401"/>
                  </a:cubicBezTo>
                  <a:cubicBezTo>
                    <a:pt x="968" y="401"/>
                    <a:pt x="968" y="168"/>
                    <a:pt x="934" y="134"/>
                  </a:cubicBezTo>
                  <a:cubicBezTo>
                    <a:pt x="934" y="134"/>
                    <a:pt x="634" y="1"/>
                    <a:pt x="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99" name="Google Shape;2999;p24"/>
            <p:cNvSpPr/>
            <p:nvPr/>
          </p:nvSpPr>
          <p:spPr>
            <a:xfrm>
              <a:off x="10589101" y="2487647"/>
              <a:ext cx="24828" cy="11490"/>
            </a:xfrm>
            <a:custGeom>
              <a:avLst/>
              <a:gdLst/>
              <a:ahLst/>
              <a:cxnLst/>
              <a:rect l="l" t="t" r="r" b="b"/>
              <a:pathLst>
                <a:path w="1102" h="510" extrusionOk="0">
                  <a:moveTo>
                    <a:pt x="633" y="0"/>
                  </a:moveTo>
                  <a:cubicBezTo>
                    <a:pt x="586" y="0"/>
                    <a:pt x="541" y="3"/>
                    <a:pt x="501" y="9"/>
                  </a:cubicBezTo>
                  <a:cubicBezTo>
                    <a:pt x="301" y="43"/>
                    <a:pt x="0" y="176"/>
                    <a:pt x="0" y="176"/>
                  </a:cubicBezTo>
                  <a:lnTo>
                    <a:pt x="0" y="443"/>
                  </a:lnTo>
                  <a:cubicBezTo>
                    <a:pt x="0" y="443"/>
                    <a:pt x="334" y="510"/>
                    <a:pt x="534" y="510"/>
                  </a:cubicBezTo>
                  <a:cubicBezTo>
                    <a:pt x="768" y="476"/>
                    <a:pt x="1035" y="310"/>
                    <a:pt x="1035" y="310"/>
                  </a:cubicBezTo>
                  <a:cubicBezTo>
                    <a:pt x="1101" y="276"/>
                    <a:pt x="1035" y="43"/>
                    <a:pt x="1035" y="43"/>
                  </a:cubicBezTo>
                  <a:cubicBezTo>
                    <a:pt x="1035" y="43"/>
                    <a:pt x="821" y="0"/>
                    <a:pt x="6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00" name="Google Shape;3000;p24"/>
            <p:cNvSpPr/>
            <p:nvPr/>
          </p:nvSpPr>
          <p:spPr>
            <a:xfrm>
              <a:off x="10598879" y="2512655"/>
              <a:ext cx="23319" cy="9778"/>
            </a:xfrm>
            <a:custGeom>
              <a:avLst/>
              <a:gdLst/>
              <a:ahLst/>
              <a:cxnLst/>
              <a:rect l="l" t="t" r="r" b="b"/>
              <a:pathLst>
                <a:path w="1035" h="434" extrusionOk="0">
                  <a:moveTo>
                    <a:pt x="434" y="0"/>
                  </a:moveTo>
                  <a:cubicBezTo>
                    <a:pt x="267" y="0"/>
                    <a:pt x="0" y="100"/>
                    <a:pt x="0" y="100"/>
                  </a:cubicBezTo>
                  <a:lnTo>
                    <a:pt x="0" y="367"/>
                  </a:lnTo>
                  <a:cubicBezTo>
                    <a:pt x="0" y="367"/>
                    <a:pt x="267" y="434"/>
                    <a:pt x="500" y="434"/>
                  </a:cubicBezTo>
                  <a:cubicBezTo>
                    <a:pt x="567" y="434"/>
                    <a:pt x="734" y="400"/>
                    <a:pt x="834" y="334"/>
                  </a:cubicBezTo>
                  <a:cubicBezTo>
                    <a:pt x="901" y="234"/>
                    <a:pt x="1001" y="200"/>
                    <a:pt x="1001" y="200"/>
                  </a:cubicBezTo>
                  <a:cubicBezTo>
                    <a:pt x="1034" y="200"/>
                    <a:pt x="901" y="34"/>
                    <a:pt x="9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01" name="Google Shape;3001;p24"/>
            <p:cNvSpPr/>
            <p:nvPr/>
          </p:nvSpPr>
          <p:spPr>
            <a:xfrm>
              <a:off x="10608634" y="2535185"/>
              <a:ext cx="20322" cy="11648"/>
            </a:xfrm>
            <a:custGeom>
              <a:avLst/>
              <a:gdLst/>
              <a:ahLst/>
              <a:cxnLst/>
              <a:rect l="l" t="t" r="r" b="b"/>
              <a:pathLst>
                <a:path w="902" h="517" extrusionOk="0">
                  <a:moveTo>
                    <a:pt x="635" y="1"/>
                  </a:moveTo>
                  <a:cubicBezTo>
                    <a:pt x="534" y="1"/>
                    <a:pt x="468" y="1"/>
                    <a:pt x="368" y="34"/>
                  </a:cubicBezTo>
                  <a:cubicBezTo>
                    <a:pt x="268" y="68"/>
                    <a:pt x="34" y="234"/>
                    <a:pt x="34" y="234"/>
                  </a:cubicBezTo>
                  <a:cubicBezTo>
                    <a:pt x="1" y="234"/>
                    <a:pt x="101" y="501"/>
                    <a:pt x="101" y="501"/>
                  </a:cubicBezTo>
                  <a:cubicBezTo>
                    <a:pt x="101" y="501"/>
                    <a:pt x="205" y="516"/>
                    <a:pt x="323" y="516"/>
                  </a:cubicBezTo>
                  <a:cubicBezTo>
                    <a:pt x="382" y="516"/>
                    <a:pt x="445" y="512"/>
                    <a:pt x="501" y="501"/>
                  </a:cubicBezTo>
                  <a:cubicBezTo>
                    <a:pt x="601" y="435"/>
                    <a:pt x="668" y="401"/>
                    <a:pt x="768" y="334"/>
                  </a:cubicBezTo>
                  <a:lnTo>
                    <a:pt x="901" y="201"/>
                  </a:lnTo>
                  <a:cubicBezTo>
                    <a:pt x="901" y="134"/>
                    <a:pt x="768" y="1"/>
                    <a:pt x="7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02" name="Google Shape;3002;p24"/>
            <p:cNvSpPr/>
            <p:nvPr/>
          </p:nvSpPr>
          <p:spPr>
            <a:xfrm>
              <a:off x="10426006" y="3160483"/>
              <a:ext cx="21832" cy="11490"/>
            </a:xfrm>
            <a:custGeom>
              <a:avLst/>
              <a:gdLst/>
              <a:ahLst/>
              <a:cxnLst/>
              <a:rect l="l" t="t" r="r" b="b"/>
              <a:pathLst>
                <a:path w="969" h="510" extrusionOk="0">
                  <a:moveTo>
                    <a:pt x="468" y="0"/>
                  </a:moveTo>
                  <a:cubicBezTo>
                    <a:pt x="268" y="0"/>
                    <a:pt x="1" y="134"/>
                    <a:pt x="1" y="134"/>
                  </a:cubicBezTo>
                  <a:lnTo>
                    <a:pt x="1" y="367"/>
                  </a:lnTo>
                  <a:cubicBezTo>
                    <a:pt x="1" y="367"/>
                    <a:pt x="268" y="500"/>
                    <a:pt x="435" y="500"/>
                  </a:cubicBezTo>
                  <a:cubicBezTo>
                    <a:pt x="468" y="507"/>
                    <a:pt x="507" y="510"/>
                    <a:pt x="547" y="510"/>
                  </a:cubicBezTo>
                  <a:cubicBezTo>
                    <a:pt x="709" y="510"/>
                    <a:pt x="902" y="467"/>
                    <a:pt x="902" y="467"/>
                  </a:cubicBezTo>
                  <a:cubicBezTo>
                    <a:pt x="902" y="434"/>
                    <a:pt x="935" y="200"/>
                    <a:pt x="968" y="167"/>
                  </a:cubicBezTo>
                  <a:cubicBezTo>
                    <a:pt x="968" y="167"/>
                    <a:pt x="701" y="33"/>
                    <a:pt x="4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03" name="Google Shape;3003;p24"/>
            <p:cNvSpPr/>
            <p:nvPr/>
          </p:nvSpPr>
          <p:spPr>
            <a:xfrm>
              <a:off x="10426772" y="3178507"/>
              <a:ext cx="19556" cy="10544"/>
            </a:xfrm>
            <a:custGeom>
              <a:avLst/>
              <a:gdLst/>
              <a:ahLst/>
              <a:cxnLst/>
              <a:rect l="l" t="t" r="r" b="b"/>
              <a:pathLst>
                <a:path w="868" h="468" extrusionOk="0">
                  <a:moveTo>
                    <a:pt x="467" y="1"/>
                  </a:moveTo>
                  <a:cubicBezTo>
                    <a:pt x="334" y="1"/>
                    <a:pt x="134" y="34"/>
                    <a:pt x="134" y="34"/>
                  </a:cubicBezTo>
                  <a:cubicBezTo>
                    <a:pt x="67" y="34"/>
                    <a:pt x="0" y="234"/>
                    <a:pt x="0" y="234"/>
                  </a:cubicBezTo>
                  <a:cubicBezTo>
                    <a:pt x="0" y="234"/>
                    <a:pt x="234" y="468"/>
                    <a:pt x="467" y="468"/>
                  </a:cubicBezTo>
                  <a:cubicBezTo>
                    <a:pt x="634" y="468"/>
                    <a:pt x="868" y="334"/>
                    <a:pt x="868" y="334"/>
                  </a:cubicBezTo>
                  <a:lnTo>
                    <a:pt x="868" y="67"/>
                  </a:lnTo>
                  <a:cubicBezTo>
                    <a:pt x="868" y="67"/>
                    <a:pt x="567" y="1"/>
                    <a:pt x="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04" name="Google Shape;3004;p24"/>
            <p:cNvSpPr/>
            <p:nvPr/>
          </p:nvSpPr>
          <p:spPr>
            <a:xfrm>
              <a:off x="10429768" y="3200316"/>
              <a:ext cx="16560" cy="11288"/>
            </a:xfrm>
            <a:custGeom>
              <a:avLst/>
              <a:gdLst/>
              <a:ahLst/>
              <a:cxnLst/>
              <a:rect l="l" t="t" r="r" b="b"/>
              <a:pathLst>
                <a:path w="735" h="501" extrusionOk="0">
                  <a:moveTo>
                    <a:pt x="368" y="0"/>
                  </a:moveTo>
                  <a:cubicBezTo>
                    <a:pt x="268" y="0"/>
                    <a:pt x="201" y="33"/>
                    <a:pt x="101" y="67"/>
                  </a:cubicBezTo>
                  <a:cubicBezTo>
                    <a:pt x="34" y="100"/>
                    <a:pt x="1" y="167"/>
                    <a:pt x="1" y="167"/>
                  </a:cubicBezTo>
                  <a:cubicBezTo>
                    <a:pt x="1" y="200"/>
                    <a:pt x="67" y="400"/>
                    <a:pt x="67" y="400"/>
                  </a:cubicBezTo>
                  <a:cubicBezTo>
                    <a:pt x="67" y="400"/>
                    <a:pt x="101" y="434"/>
                    <a:pt x="201" y="434"/>
                  </a:cubicBezTo>
                  <a:cubicBezTo>
                    <a:pt x="268" y="500"/>
                    <a:pt x="368" y="500"/>
                    <a:pt x="401" y="500"/>
                  </a:cubicBezTo>
                  <a:cubicBezTo>
                    <a:pt x="534" y="500"/>
                    <a:pt x="735" y="367"/>
                    <a:pt x="735" y="367"/>
                  </a:cubicBezTo>
                  <a:lnTo>
                    <a:pt x="735" y="100"/>
                  </a:lnTo>
                  <a:cubicBezTo>
                    <a:pt x="735" y="100"/>
                    <a:pt x="501" y="0"/>
                    <a:pt x="3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05" name="Google Shape;3005;p24"/>
            <p:cNvSpPr/>
            <p:nvPr/>
          </p:nvSpPr>
          <p:spPr>
            <a:xfrm>
              <a:off x="10528968" y="3273966"/>
              <a:ext cx="24828" cy="11288"/>
            </a:xfrm>
            <a:custGeom>
              <a:avLst/>
              <a:gdLst/>
              <a:ahLst/>
              <a:cxnLst/>
              <a:rect l="l" t="t" r="r" b="b"/>
              <a:pathLst>
                <a:path w="1102" h="501" extrusionOk="0">
                  <a:moveTo>
                    <a:pt x="601" y="0"/>
                  </a:moveTo>
                  <a:cubicBezTo>
                    <a:pt x="368" y="0"/>
                    <a:pt x="34" y="67"/>
                    <a:pt x="34" y="67"/>
                  </a:cubicBezTo>
                  <a:lnTo>
                    <a:pt x="1" y="300"/>
                  </a:lnTo>
                  <a:cubicBezTo>
                    <a:pt x="1" y="300"/>
                    <a:pt x="301" y="467"/>
                    <a:pt x="501" y="500"/>
                  </a:cubicBezTo>
                  <a:cubicBezTo>
                    <a:pt x="701" y="500"/>
                    <a:pt x="1035" y="434"/>
                    <a:pt x="1035" y="434"/>
                  </a:cubicBezTo>
                  <a:cubicBezTo>
                    <a:pt x="1102" y="400"/>
                    <a:pt x="1102" y="167"/>
                    <a:pt x="1102" y="167"/>
                  </a:cubicBezTo>
                  <a:cubicBezTo>
                    <a:pt x="1102" y="167"/>
                    <a:pt x="768"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06" name="Google Shape;3006;p24"/>
            <p:cNvSpPr/>
            <p:nvPr/>
          </p:nvSpPr>
          <p:spPr>
            <a:xfrm>
              <a:off x="10523719" y="3254410"/>
              <a:ext cx="24828" cy="11625"/>
            </a:xfrm>
            <a:custGeom>
              <a:avLst/>
              <a:gdLst/>
              <a:ahLst/>
              <a:cxnLst/>
              <a:rect l="l" t="t" r="r" b="b"/>
              <a:pathLst>
                <a:path w="1102" h="516" extrusionOk="0">
                  <a:moveTo>
                    <a:pt x="201" y="1"/>
                  </a:moveTo>
                  <a:cubicBezTo>
                    <a:pt x="67" y="1"/>
                    <a:pt x="0" y="34"/>
                    <a:pt x="0" y="34"/>
                  </a:cubicBezTo>
                  <a:lnTo>
                    <a:pt x="0" y="301"/>
                  </a:lnTo>
                  <a:lnTo>
                    <a:pt x="167" y="368"/>
                  </a:lnTo>
                  <a:cubicBezTo>
                    <a:pt x="267" y="434"/>
                    <a:pt x="401" y="468"/>
                    <a:pt x="501" y="501"/>
                  </a:cubicBezTo>
                  <a:cubicBezTo>
                    <a:pt x="567" y="512"/>
                    <a:pt x="653" y="516"/>
                    <a:pt x="737" y="516"/>
                  </a:cubicBezTo>
                  <a:cubicBezTo>
                    <a:pt x="905" y="516"/>
                    <a:pt x="1068" y="501"/>
                    <a:pt x="1068" y="501"/>
                  </a:cubicBezTo>
                  <a:cubicBezTo>
                    <a:pt x="1068" y="501"/>
                    <a:pt x="1101" y="301"/>
                    <a:pt x="1068" y="268"/>
                  </a:cubicBezTo>
                  <a:cubicBezTo>
                    <a:pt x="1068" y="268"/>
                    <a:pt x="768" y="34"/>
                    <a:pt x="5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07" name="Google Shape;3007;p24"/>
            <p:cNvSpPr/>
            <p:nvPr/>
          </p:nvSpPr>
          <p:spPr>
            <a:xfrm>
              <a:off x="10536493" y="3306274"/>
              <a:ext cx="24828" cy="11625"/>
            </a:xfrm>
            <a:custGeom>
              <a:avLst/>
              <a:gdLst/>
              <a:ahLst/>
              <a:cxnLst/>
              <a:rect l="l" t="t" r="r" b="b"/>
              <a:pathLst>
                <a:path w="1102" h="516" extrusionOk="0">
                  <a:moveTo>
                    <a:pt x="768" y="0"/>
                  </a:moveTo>
                  <a:cubicBezTo>
                    <a:pt x="668" y="0"/>
                    <a:pt x="534" y="0"/>
                    <a:pt x="467" y="34"/>
                  </a:cubicBezTo>
                  <a:cubicBezTo>
                    <a:pt x="267" y="67"/>
                    <a:pt x="0" y="234"/>
                    <a:pt x="0" y="234"/>
                  </a:cubicBezTo>
                  <a:lnTo>
                    <a:pt x="34" y="501"/>
                  </a:lnTo>
                  <a:cubicBezTo>
                    <a:pt x="34" y="501"/>
                    <a:pt x="182" y="516"/>
                    <a:pt x="350" y="516"/>
                  </a:cubicBezTo>
                  <a:cubicBezTo>
                    <a:pt x="434" y="516"/>
                    <a:pt x="523" y="512"/>
                    <a:pt x="601" y="501"/>
                  </a:cubicBezTo>
                  <a:cubicBezTo>
                    <a:pt x="668" y="467"/>
                    <a:pt x="801" y="367"/>
                    <a:pt x="868" y="334"/>
                  </a:cubicBezTo>
                  <a:cubicBezTo>
                    <a:pt x="1001" y="234"/>
                    <a:pt x="1035" y="201"/>
                    <a:pt x="1035" y="201"/>
                  </a:cubicBezTo>
                  <a:cubicBezTo>
                    <a:pt x="1101" y="201"/>
                    <a:pt x="968" y="34"/>
                    <a:pt x="9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08" name="Google Shape;3008;p24"/>
            <p:cNvSpPr/>
            <p:nvPr/>
          </p:nvSpPr>
          <p:spPr>
            <a:xfrm>
              <a:off x="10544018" y="3333333"/>
              <a:ext cx="21043" cy="12707"/>
            </a:xfrm>
            <a:custGeom>
              <a:avLst/>
              <a:gdLst/>
              <a:ahLst/>
              <a:cxnLst/>
              <a:rect l="l" t="t" r="r" b="b"/>
              <a:pathLst>
                <a:path w="934" h="564" extrusionOk="0">
                  <a:moveTo>
                    <a:pt x="834" y="0"/>
                  </a:moveTo>
                  <a:cubicBezTo>
                    <a:pt x="834" y="0"/>
                    <a:pt x="534" y="0"/>
                    <a:pt x="367" y="34"/>
                  </a:cubicBezTo>
                  <a:lnTo>
                    <a:pt x="133" y="167"/>
                  </a:lnTo>
                  <a:cubicBezTo>
                    <a:pt x="100" y="200"/>
                    <a:pt x="0" y="267"/>
                    <a:pt x="0" y="267"/>
                  </a:cubicBezTo>
                  <a:lnTo>
                    <a:pt x="0" y="501"/>
                  </a:lnTo>
                  <a:cubicBezTo>
                    <a:pt x="0" y="501"/>
                    <a:pt x="33" y="534"/>
                    <a:pt x="167" y="534"/>
                  </a:cubicBezTo>
                  <a:cubicBezTo>
                    <a:pt x="211" y="556"/>
                    <a:pt x="256" y="564"/>
                    <a:pt x="298" y="564"/>
                  </a:cubicBezTo>
                  <a:cubicBezTo>
                    <a:pt x="382" y="564"/>
                    <a:pt x="456" y="534"/>
                    <a:pt x="500" y="534"/>
                  </a:cubicBezTo>
                  <a:cubicBezTo>
                    <a:pt x="701" y="467"/>
                    <a:pt x="934" y="300"/>
                    <a:pt x="934" y="300"/>
                  </a:cubicBezTo>
                  <a:cubicBezTo>
                    <a:pt x="934" y="267"/>
                    <a:pt x="867" y="34"/>
                    <a:pt x="8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09" name="Google Shape;3009;p24"/>
            <p:cNvSpPr/>
            <p:nvPr/>
          </p:nvSpPr>
          <p:spPr>
            <a:xfrm>
              <a:off x="10552264" y="3353700"/>
              <a:ext cx="18813" cy="11963"/>
            </a:xfrm>
            <a:custGeom>
              <a:avLst/>
              <a:gdLst/>
              <a:ahLst/>
              <a:cxnLst/>
              <a:rect l="l" t="t" r="r" b="b"/>
              <a:pathLst>
                <a:path w="835" h="531" extrusionOk="0">
                  <a:moveTo>
                    <a:pt x="521" y="1"/>
                  </a:moveTo>
                  <a:cubicBezTo>
                    <a:pt x="457" y="1"/>
                    <a:pt x="390" y="8"/>
                    <a:pt x="335" y="30"/>
                  </a:cubicBezTo>
                  <a:cubicBezTo>
                    <a:pt x="168" y="97"/>
                    <a:pt x="1" y="297"/>
                    <a:pt x="1" y="297"/>
                  </a:cubicBezTo>
                  <a:lnTo>
                    <a:pt x="134" y="531"/>
                  </a:lnTo>
                  <a:cubicBezTo>
                    <a:pt x="134" y="531"/>
                    <a:pt x="401" y="531"/>
                    <a:pt x="501" y="464"/>
                  </a:cubicBezTo>
                  <a:cubicBezTo>
                    <a:pt x="635" y="431"/>
                    <a:pt x="835" y="264"/>
                    <a:pt x="835" y="264"/>
                  </a:cubicBezTo>
                  <a:cubicBezTo>
                    <a:pt x="835" y="264"/>
                    <a:pt x="768" y="64"/>
                    <a:pt x="768" y="30"/>
                  </a:cubicBezTo>
                  <a:cubicBezTo>
                    <a:pt x="768" y="30"/>
                    <a:pt x="650" y="1"/>
                    <a:pt x="5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10" name="Google Shape;3010;p24"/>
            <p:cNvSpPr/>
            <p:nvPr/>
          </p:nvSpPr>
          <p:spPr>
            <a:xfrm>
              <a:off x="10570311" y="3385940"/>
              <a:ext cx="19556" cy="11288"/>
            </a:xfrm>
            <a:custGeom>
              <a:avLst/>
              <a:gdLst/>
              <a:ahLst/>
              <a:cxnLst/>
              <a:rect l="l" t="t" r="r" b="b"/>
              <a:pathLst>
                <a:path w="868" h="501" extrusionOk="0">
                  <a:moveTo>
                    <a:pt x="601" y="0"/>
                  </a:moveTo>
                  <a:cubicBezTo>
                    <a:pt x="551" y="17"/>
                    <a:pt x="509" y="17"/>
                    <a:pt x="468" y="17"/>
                  </a:cubicBezTo>
                  <a:cubicBezTo>
                    <a:pt x="426" y="17"/>
                    <a:pt x="384" y="17"/>
                    <a:pt x="334" y="34"/>
                  </a:cubicBezTo>
                  <a:cubicBezTo>
                    <a:pt x="301" y="34"/>
                    <a:pt x="201" y="100"/>
                    <a:pt x="134" y="134"/>
                  </a:cubicBezTo>
                  <a:cubicBezTo>
                    <a:pt x="34" y="167"/>
                    <a:pt x="1" y="200"/>
                    <a:pt x="1" y="200"/>
                  </a:cubicBezTo>
                  <a:lnTo>
                    <a:pt x="1" y="467"/>
                  </a:lnTo>
                  <a:cubicBezTo>
                    <a:pt x="1" y="467"/>
                    <a:pt x="101" y="467"/>
                    <a:pt x="167" y="501"/>
                  </a:cubicBezTo>
                  <a:lnTo>
                    <a:pt x="501" y="501"/>
                  </a:lnTo>
                  <a:cubicBezTo>
                    <a:pt x="668" y="434"/>
                    <a:pt x="868" y="200"/>
                    <a:pt x="868" y="200"/>
                  </a:cubicBezTo>
                  <a:cubicBezTo>
                    <a:pt x="868" y="200"/>
                    <a:pt x="801" y="34"/>
                    <a:pt x="7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11" name="Google Shape;3011;p24"/>
            <p:cNvSpPr/>
            <p:nvPr/>
          </p:nvSpPr>
          <p:spPr>
            <a:xfrm>
              <a:off x="10559046" y="3043237"/>
              <a:ext cx="13541" cy="11288"/>
            </a:xfrm>
            <a:custGeom>
              <a:avLst/>
              <a:gdLst/>
              <a:ahLst/>
              <a:cxnLst/>
              <a:rect l="l" t="t" r="r" b="b"/>
              <a:pathLst>
                <a:path w="601" h="501" extrusionOk="0">
                  <a:moveTo>
                    <a:pt x="300" y="0"/>
                  </a:moveTo>
                  <a:cubicBezTo>
                    <a:pt x="167" y="0"/>
                    <a:pt x="0" y="134"/>
                    <a:pt x="0" y="134"/>
                  </a:cubicBezTo>
                  <a:lnTo>
                    <a:pt x="0" y="367"/>
                  </a:lnTo>
                  <a:cubicBezTo>
                    <a:pt x="0" y="367"/>
                    <a:pt x="167" y="501"/>
                    <a:pt x="300" y="501"/>
                  </a:cubicBezTo>
                  <a:cubicBezTo>
                    <a:pt x="434" y="501"/>
                    <a:pt x="601" y="367"/>
                    <a:pt x="601" y="367"/>
                  </a:cubicBezTo>
                  <a:lnTo>
                    <a:pt x="601" y="134"/>
                  </a:lnTo>
                  <a:cubicBezTo>
                    <a:pt x="601" y="134"/>
                    <a:pt x="434" y="0"/>
                    <a:pt x="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12" name="Google Shape;3012;p24"/>
            <p:cNvSpPr/>
            <p:nvPr/>
          </p:nvSpPr>
          <p:spPr>
            <a:xfrm>
              <a:off x="10565061" y="3059008"/>
              <a:ext cx="23319" cy="10544"/>
            </a:xfrm>
            <a:custGeom>
              <a:avLst/>
              <a:gdLst/>
              <a:ahLst/>
              <a:cxnLst/>
              <a:rect l="l" t="t" r="r" b="b"/>
              <a:pathLst>
                <a:path w="1035" h="468" extrusionOk="0">
                  <a:moveTo>
                    <a:pt x="500" y="1"/>
                  </a:moveTo>
                  <a:cubicBezTo>
                    <a:pt x="334" y="1"/>
                    <a:pt x="0" y="134"/>
                    <a:pt x="0" y="134"/>
                  </a:cubicBezTo>
                  <a:lnTo>
                    <a:pt x="0" y="368"/>
                  </a:lnTo>
                  <a:cubicBezTo>
                    <a:pt x="0" y="368"/>
                    <a:pt x="334" y="468"/>
                    <a:pt x="534" y="468"/>
                  </a:cubicBezTo>
                  <a:cubicBezTo>
                    <a:pt x="600" y="468"/>
                    <a:pt x="767" y="435"/>
                    <a:pt x="867" y="334"/>
                  </a:cubicBezTo>
                  <a:cubicBezTo>
                    <a:pt x="934" y="268"/>
                    <a:pt x="1034" y="201"/>
                    <a:pt x="1034" y="201"/>
                  </a:cubicBezTo>
                  <a:cubicBezTo>
                    <a:pt x="1034" y="201"/>
                    <a:pt x="1001" y="1"/>
                    <a:pt x="9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13" name="Google Shape;3013;p24"/>
            <p:cNvSpPr/>
            <p:nvPr/>
          </p:nvSpPr>
          <p:spPr>
            <a:xfrm>
              <a:off x="10573307" y="3073720"/>
              <a:ext cx="26338" cy="11625"/>
            </a:xfrm>
            <a:custGeom>
              <a:avLst/>
              <a:gdLst/>
              <a:ahLst/>
              <a:cxnLst/>
              <a:rect l="l" t="t" r="r" b="b"/>
              <a:pathLst>
                <a:path w="1169" h="516" extrusionOk="0">
                  <a:moveTo>
                    <a:pt x="636" y="0"/>
                  </a:moveTo>
                  <a:cubicBezTo>
                    <a:pt x="601" y="0"/>
                    <a:pt x="568" y="4"/>
                    <a:pt x="535" y="15"/>
                  </a:cubicBezTo>
                  <a:cubicBezTo>
                    <a:pt x="468" y="15"/>
                    <a:pt x="335" y="48"/>
                    <a:pt x="234" y="48"/>
                  </a:cubicBezTo>
                  <a:lnTo>
                    <a:pt x="68" y="48"/>
                  </a:lnTo>
                  <a:cubicBezTo>
                    <a:pt x="68" y="115"/>
                    <a:pt x="1" y="315"/>
                    <a:pt x="1" y="315"/>
                  </a:cubicBezTo>
                  <a:cubicBezTo>
                    <a:pt x="1" y="315"/>
                    <a:pt x="68" y="382"/>
                    <a:pt x="201" y="449"/>
                  </a:cubicBezTo>
                  <a:cubicBezTo>
                    <a:pt x="335" y="515"/>
                    <a:pt x="501" y="515"/>
                    <a:pt x="635" y="515"/>
                  </a:cubicBezTo>
                  <a:cubicBezTo>
                    <a:pt x="735" y="515"/>
                    <a:pt x="868" y="482"/>
                    <a:pt x="1002" y="382"/>
                  </a:cubicBezTo>
                  <a:cubicBezTo>
                    <a:pt x="1068" y="315"/>
                    <a:pt x="1168" y="282"/>
                    <a:pt x="1168" y="282"/>
                  </a:cubicBezTo>
                  <a:cubicBezTo>
                    <a:pt x="1168" y="215"/>
                    <a:pt x="1068" y="48"/>
                    <a:pt x="1068" y="15"/>
                  </a:cubicBezTo>
                  <a:lnTo>
                    <a:pt x="868" y="15"/>
                  </a:lnTo>
                  <a:cubicBezTo>
                    <a:pt x="779" y="15"/>
                    <a:pt x="705" y="0"/>
                    <a:pt x="6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14" name="Google Shape;3014;p24"/>
            <p:cNvSpPr/>
            <p:nvPr/>
          </p:nvSpPr>
          <p:spPr>
            <a:xfrm>
              <a:off x="10581576" y="3092825"/>
              <a:ext cx="27081" cy="11310"/>
            </a:xfrm>
            <a:custGeom>
              <a:avLst/>
              <a:gdLst/>
              <a:ahLst/>
              <a:cxnLst/>
              <a:rect l="l" t="t" r="r" b="b"/>
              <a:pathLst>
                <a:path w="1202" h="502" extrusionOk="0">
                  <a:moveTo>
                    <a:pt x="601" y="1"/>
                  </a:moveTo>
                  <a:cubicBezTo>
                    <a:pt x="334" y="1"/>
                    <a:pt x="1" y="134"/>
                    <a:pt x="1" y="134"/>
                  </a:cubicBezTo>
                  <a:lnTo>
                    <a:pt x="1" y="368"/>
                  </a:lnTo>
                  <a:cubicBezTo>
                    <a:pt x="1" y="368"/>
                    <a:pt x="334" y="501"/>
                    <a:pt x="601" y="501"/>
                  </a:cubicBezTo>
                  <a:cubicBezTo>
                    <a:pt x="835" y="501"/>
                    <a:pt x="1168" y="335"/>
                    <a:pt x="1168" y="335"/>
                  </a:cubicBezTo>
                  <a:cubicBezTo>
                    <a:pt x="1202" y="301"/>
                    <a:pt x="1168" y="101"/>
                    <a:pt x="1168" y="34"/>
                  </a:cubicBezTo>
                  <a:cubicBezTo>
                    <a:pt x="1168" y="34"/>
                    <a:pt x="801" y="1"/>
                    <a:pt x="6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15" name="Google Shape;3015;p24"/>
            <p:cNvSpPr/>
            <p:nvPr/>
          </p:nvSpPr>
          <p:spPr>
            <a:xfrm>
              <a:off x="10687557" y="3104856"/>
              <a:ext cx="21066" cy="10544"/>
            </a:xfrm>
            <a:custGeom>
              <a:avLst/>
              <a:gdLst/>
              <a:ahLst/>
              <a:cxnLst/>
              <a:rect l="l" t="t" r="r" b="b"/>
              <a:pathLst>
                <a:path w="935" h="468" extrusionOk="0">
                  <a:moveTo>
                    <a:pt x="467" y="1"/>
                  </a:moveTo>
                  <a:cubicBezTo>
                    <a:pt x="401" y="1"/>
                    <a:pt x="300" y="67"/>
                    <a:pt x="267" y="67"/>
                  </a:cubicBezTo>
                  <a:lnTo>
                    <a:pt x="134" y="67"/>
                  </a:lnTo>
                  <a:cubicBezTo>
                    <a:pt x="100" y="67"/>
                    <a:pt x="0" y="268"/>
                    <a:pt x="0" y="268"/>
                  </a:cubicBezTo>
                  <a:cubicBezTo>
                    <a:pt x="0" y="268"/>
                    <a:pt x="100" y="334"/>
                    <a:pt x="167" y="401"/>
                  </a:cubicBezTo>
                  <a:cubicBezTo>
                    <a:pt x="300" y="468"/>
                    <a:pt x="434" y="468"/>
                    <a:pt x="501" y="468"/>
                  </a:cubicBezTo>
                  <a:cubicBezTo>
                    <a:pt x="667" y="434"/>
                    <a:pt x="901" y="334"/>
                    <a:pt x="901" y="334"/>
                  </a:cubicBezTo>
                  <a:lnTo>
                    <a:pt x="934" y="134"/>
                  </a:lnTo>
                  <a:lnTo>
                    <a:pt x="767" y="67"/>
                  </a:lnTo>
                  <a:cubicBezTo>
                    <a:pt x="667" y="1"/>
                    <a:pt x="567" y="1"/>
                    <a:pt x="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16" name="Google Shape;3016;p24"/>
            <p:cNvSpPr/>
            <p:nvPr/>
          </p:nvSpPr>
          <p:spPr>
            <a:xfrm>
              <a:off x="10691319" y="3133424"/>
              <a:ext cx="15050" cy="11490"/>
            </a:xfrm>
            <a:custGeom>
              <a:avLst/>
              <a:gdLst/>
              <a:ahLst/>
              <a:cxnLst/>
              <a:rect l="l" t="t" r="r" b="b"/>
              <a:pathLst>
                <a:path w="668" h="510" extrusionOk="0">
                  <a:moveTo>
                    <a:pt x="300" y="0"/>
                  </a:moveTo>
                  <a:cubicBezTo>
                    <a:pt x="167" y="34"/>
                    <a:pt x="0" y="200"/>
                    <a:pt x="0" y="200"/>
                  </a:cubicBezTo>
                  <a:cubicBezTo>
                    <a:pt x="0" y="234"/>
                    <a:pt x="100" y="467"/>
                    <a:pt x="100" y="467"/>
                  </a:cubicBezTo>
                  <a:cubicBezTo>
                    <a:pt x="100" y="467"/>
                    <a:pt x="228" y="510"/>
                    <a:pt x="348" y="510"/>
                  </a:cubicBezTo>
                  <a:cubicBezTo>
                    <a:pt x="378" y="510"/>
                    <a:pt x="407" y="507"/>
                    <a:pt x="434" y="501"/>
                  </a:cubicBezTo>
                  <a:cubicBezTo>
                    <a:pt x="467" y="501"/>
                    <a:pt x="567" y="467"/>
                    <a:pt x="600" y="401"/>
                  </a:cubicBezTo>
                  <a:lnTo>
                    <a:pt x="667" y="334"/>
                  </a:lnTo>
                  <a:lnTo>
                    <a:pt x="667" y="67"/>
                  </a:lnTo>
                  <a:cubicBezTo>
                    <a:pt x="667" y="67"/>
                    <a:pt x="634" y="34"/>
                    <a:pt x="567" y="34"/>
                  </a:cubicBezTo>
                  <a:cubicBezTo>
                    <a:pt x="467" y="0"/>
                    <a:pt x="400" y="0"/>
                    <a:pt x="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17" name="Google Shape;3017;p24"/>
            <p:cNvSpPr/>
            <p:nvPr/>
          </p:nvSpPr>
          <p:spPr>
            <a:xfrm>
              <a:off x="10708600" y="3158973"/>
              <a:ext cx="20300" cy="12369"/>
            </a:xfrm>
            <a:custGeom>
              <a:avLst/>
              <a:gdLst/>
              <a:ahLst/>
              <a:cxnLst/>
              <a:rect l="l" t="t" r="r" b="b"/>
              <a:pathLst>
                <a:path w="901" h="549" extrusionOk="0">
                  <a:moveTo>
                    <a:pt x="701" y="0"/>
                  </a:moveTo>
                  <a:cubicBezTo>
                    <a:pt x="701" y="0"/>
                    <a:pt x="667" y="34"/>
                    <a:pt x="567" y="34"/>
                  </a:cubicBezTo>
                  <a:cubicBezTo>
                    <a:pt x="551" y="50"/>
                    <a:pt x="509" y="50"/>
                    <a:pt x="467" y="50"/>
                  </a:cubicBezTo>
                  <a:cubicBezTo>
                    <a:pt x="426" y="50"/>
                    <a:pt x="384" y="50"/>
                    <a:pt x="367" y="67"/>
                  </a:cubicBezTo>
                  <a:cubicBezTo>
                    <a:pt x="300" y="67"/>
                    <a:pt x="200" y="100"/>
                    <a:pt x="134" y="167"/>
                  </a:cubicBezTo>
                  <a:cubicBezTo>
                    <a:pt x="67" y="201"/>
                    <a:pt x="0" y="234"/>
                    <a:pt x="0" y="234"/>
                  </a:cubicBezTo>
                  <a:lnTo>
                    <a:pt x="0" y="501"/>
                  </a:lnTo>
                  <a:cubicBezTo>
                    <a:pt x="0" y="501"/>
                    <a:pt x="67" y="501"/>
                    <a:pt x="167" y="534"/>
                  </a:cubicBezTo>
                  <a:cubicBezTo>
                    <a:pt x="189" y="545"/>
                    <a:pt x="223" y="549"/>
                    <a:pt x="261" y="549"/>
                  </a:cubicBezTo>
                  <a:cubicBezTo>
                    <a:pt x="337" y="549"/>
                    <a:pt x="434" y="534"/>
                    <a:pt x="501" y="534"/>
                  </a:cubicBezTo>
                  <a:cubicBezTo>
                    <a:pt x="567" y="501"/>
                    <a:pt x="701" y="401"/>
                    <a:pt x="801" y="334"/>
                  </a:cubicBezTo>
                  <a:cubicBezTo>
                    <a:pt x="868" y="234"/>
                    <a:pt x="901" y="167"/>
                    <a:pt x="901" y="167"/>
                  </a:cubicBezTo>
                  <a:cubicBezTo>
                    <a:pt x="901" y="100"/>
                    <a:pt x="734" y="0"/>
                    <a:pt x="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18" name="Google Shape;3018;p24"/>
            <p:cNvSpPr/>
            <p:nvPr/>
          </p:nvSpPr>
          <p:spPr>
            <a:xfrm>
              <a:off x="9604585" y="1811454"/>
              <a:ext cx="457742" cy="310937"/>
            </a:xfrm>
            <a:custGeom>
              <a:avLst/>
              <a:gdLst/>
              <a:ahLst/>
              <a:cxnLst/>
              <a:rect l="l" t="t" r="r" b="b"/>
              <a:pathLst>
                <a:path w="20317" h="13801" extrusionOk="0">
                  <a:moveTo>
                    <a:pt x="167" y="0"/>
                  </a:moveTo>
                  <a:cubicBezTo>
                    <a:pt x="81" y="0"/>
                    <a:pt x="1" y="60"/>
                    <a:pt x="1" y="201"/>
                  </a:cubicBezTo>
                  <a:lnTo>
                    <a:pt x="1" y="568"/>
                  </a:lnTo>
                  <a:cubicBezTo>
                    <a:pt x="34" y="835"/>
                    <a:pt x="1" y="1168"/>
                    <a:pt x="34" y="1569"/>
                  </a:cubicBezTo>
                  <a:cubicBezTo>
                    <a:pt x="34" y="2469"/>
                    <a:pt x="201" y="3637"/>
                    <a:pt x="701" y="4904"/>
                  </a:cubicBezTo>
                  <a:cubicBezTo>
                    <a:pt x="1168" y="6205"/>
                    <a:pt x="2135" y="7506"/>
                    <a:pt x="3370" y="8407"/>
                  </a:cubicBezTo>
                  <a:cubicBezTo>
                    <a:pt x="4637" y="9341"/>
                    <a:pt x="6038" y="9908"/>
                    <a:pt x="7306" y="10308"/>
                  </a:cubicBezTo>
                  <a:cubicBezTo>
                    <a:pt x="9808" y="11109"/>
                    <a:pt x="13110" y="11509"/>
                    <a:pt x="15645" y="12143"/>
                  </a:cubicBezTo>
                  <a:cubicBezTo>
                    <a:pt x="16946" y="12477"/>
                    <a:pt x="18013" y="12843"/>
                    <a:pt x="18781" y="13177"/>
                  </a:cubicBezTo>
                  <a:cubicBezTo>
                    <a:pt x="19148" y="13344"/>
                    <a:pt x="19448" y="13477"/>
                    <a:pt x="19648" y="13611"/>
                  </a:cubicBezTo>
                  <a:cubicBezTo>
                    <a:pt x="19815" y="13711"/>
                    <a:pt x="19948" y="13777"/>
                    <a:pt x="19948" y="13777"/>
                  </a:cubicBezTo>
                  <a:cubicBezTo>
                    <a:pt x="19986" y="13793"/>
                    <a:pt x="20021" y="13801"/>
                    <a:pt x="20054" y="13801"/>
                  </a:cubicBezTo>
                  <a:cubicBezTo>
                    <a:pt x="20226" y="13801"/>
                    <a:pt x="20316" y="13596"/>
                    <a:pt x="20148" y="13344"/>
                  </a:cubicBezTo>
                  <a:cubicBezTo>
                    <a:pt x="20148" y="13344"/>
                    <a:pt x="20048" y="13244"/>
                    <a:pt x="19848" y="13144"/>
                  </a:cubicBezTo>
                  <a:cubicBezTo>
                    <a:pt x="19648" y="12977"/>
                    <a:pt x="19348" y="12843"/>
                    <a:pt x="18981" y="12643"/>
                  </a:cubicBezTo>
                  <a:cubicBezTo>
                    <a:pt x="18180" y="12243"/>
                    <a:pt x="17113" y="11809"/>
                    <a:pt x="15812" y="11476"/>
                  </a:cubicBezTo>
                  <a:cubicBezTo>
                    <a:pt x="13210" y="10742"/>
                    <a:pt x="9941" y="10242"/>
                    <a:pt x="7506" y="9508"/>
                  </a:cubicBezTo>
                  <a:cubicBezTo>
                    <a:pt x="6305" y="9141"/>
                    <a:pt x="4937" y="8640"/>
                    <a:pt x="3770" y="7807"/>
                  </a:cubicBezTo>
                  <a:cubicBezTo>
                    <a:pt x="2602" y="6973"/>
                    <a:pt x="1668" y="5805"/>
                    <a:pt x="1168" y="4638"/>
                  </a:cubicBezTo>
                  <a:cubicBezTo>
                    <a:pt x="668" y="3470"/>
                    <a:pt x="468" y="2336"/>
                    <a:pt x="434" y="1502"/>
                  </a:cubicBezTo>
                  <a:cubicBezTo>
                    <a:pt x="367" y="1068"/>
                    <a:pt x="367" y="735"/>
                    <a:pt x="367" y="535"/>
                  </a:cubicBezTo>
                  <a:lnTo>
                    <a:pt x="367" y="201"/>
                  </a:lnTo>
                  <a:cubicBezTo>
                    <a:pt x="367" y="77"/>
                    <a:pt x="264"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19" name="Google Shape;3019;p24"/>
            <p:cNvSpPr/>
            <p:nvPr/>
          </p:nvSpPr>
          <p:spPr>
            <a:xfrm>
              <a:off x="10628934" y="1585253"/>
              <a:ext cx="131530" cy="284847"/>
            </a:xfrm>
            <a:custGeom>
              <a:avLst/>
              <a:gdLst/>
              <a:ahLst/>
              <a:cxnLst/>
              <a:rect l="l" t="t" r="r" b="b"/>
              <a:pathLst>
                <a:path w="5838" h="12643" extrusionOk="0">
                  <a:moveTo>
                    <a:pt x="234" y="0"/>
                  </a:moveTo>
                  <a:cubicBezTo>
                    <a:pt x="67" y="0"/>
                    <a:pt x="0" y="334"/>
                    <a:pt x="167" y="367"/>
                  </a:cubicBezTo>
                  <a:cubicBezTo>
                    <a:pt x="167" y="367"/>
                    <a:pt x="234" y="367"/>
                    <a:pt x="367" y="401"/>
                  </a:cubicBezTo>
                  <a:cubicBezTo>
                    <a:pt x="434" y="467"/>
                    <a:pt x="668" y="501"/>
                    <a:pt x="868" y="567"/>
                  </a:cubicBezTo>
                  <a:cubicBezTo>
                    <a:pt x="1268" y="734"/>
                    <a:pt x="1902" y="934"/>
                    <a:pt x="2502" y="1368"/>
                  </a:cubicBezTo>
                  <a:cubicBezTo>
                    <a:pt x="3069" y="1768"/>
                    <a:pt x="3670" y="2335"/>
                    <a:pt x="4037" y="3036"/>
                  </a:cubicBezTo>
                  <a:cubicBezTo>
                    <a:pt x="4404" y="3703"/>
                    <a:pt x="4670" y="4437"/>
                    <a:pt x="4770" y="5171"/>
                  </a:cubicBezTo>
                  <a:cubicBezTo>
                    <a:pt x="5071" y="6538"/>
                    <a:pt x="5104" y="8406"/>
                    <a:pt x="5204" y="9907"/>
                  </a:cubicBezTo>
                  <a:cubicBezTo>
                    <a:pt x="5237" y="10675"/>
                    <a:pt x="5271" y="11342"/>
                    <a:pt x="5338" y="11809"/>
                  </a:cubicBezTo>
                  <a:cubicBezTo>
                    <a:pt x="5371" y="12243"/>
                    <a:pt x="5404" y="12543"/>
                    <a:pt x="5404" y="12543"/>
                  </a:cubicBezTo>
                  <a:cubicBezTo>
                    <a:pt x="5421" y="12609"/>
                    <a:pt x="5504" y="12643"/>
                    <a:pt x="5596" y="12643"/>
                  </a:cubicBezTo>
                  <a:cubicBezTo>
                    <a:pt x="5688" y="12643"/>
                    <a:pt x="5788" y="12609"/>
                    <a:pt x="5838" y="12543"/>
                  </a:cubicBezTo>
                  <a:cubicBezTo>
                    <a:pt x="5838" y="12543"/>
                    <a:pt x="5771" y="12243"/>
                    <a:pt x="5771" y="11775"/>
                  </a:cubicBezTo>
                  <a:lnTo>
                    <a:pt x="5771" y="9907"/>
                  </a:lnTo>
                  <a:cubicBezTo>
                    <a:pt x="5771" y="8406"/>
                    <a:pt x="5838" y="6538"/>
                    <a:pt x="5538" y="5037"/>
                  </a:cubicBezTo>
                  <a:cubicBezTo>
                    <a:pt x="5371" y="4270"/>
                    <a:pt x="5104" y="3436"/>
                    <a:pt x="4604" y="2702"/>
                  </a:cubicBezTo>
                  <a:cubicBezTo>
                    <a:pt x="4170" y="1902"/>
                    <a:pt x="3436" y="1335"/>
                    <a:pt x="2769" y="901"/>
                  </a:cubicBezTo>
                  <a:cubicBezTo>
                    <a:pt x="2102" y="501"/>
                    <a:pt x="1435" y="267"/>
                    <a:pt x="1001" y="167"/>
                  </a:cubicBezTo>
                  <a:cubicBezTo>
                    <a:pt x="768" y="67"/>
                    <a:pt x="567" y="67"/>
                    <a:pt x="434" y="34"/>
                  </a:cubicBezTo>
                  <a:cubicBezTo>
                    <a:pt x="334" y="0"/>
                    <a:pt x="234"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20" name="Google Shape;3020;p24"/>
            <p:cNvSpPr/>
            <p:nvPr/>
          </p:nvSpPr>
          <p:spPr>
            <a:xfrm>
              <a:off x="10331222" y="3428319"/>
              <a:ext cx="469998" cy="385488"/>
            </a:xfrm>
            <a:custGeom>
              <a:avLst/>
              <a:gdLst/>
              <a:ahLst/>
              <a:cxnLst/>
              <a:rect l="l" t="t" r="r" b="b"/>
              <a:pathLst>
                <a:path w="20861" h="17110" extrusionOk="0">
                  <a:moveTo>
                    <a:pt x="193" y="1"/>
                  </a:moveTo>
                  <a:cubicBezTo>
                    <a:pt x="90" y="1"/>
                    <a:pt x="1" y="85"/>
                    <a:pt x="38" y="254"/>
                  </a:cubicBezTo>
                  <a:cubicBezTo>
                    <a:pt x="38" y="254"/>
                    <a:pt x="72" y="388"/>
                    <a:pt x="105" y="621"/>
                  </a:cubicBezTo>
                  <a:cubicBezTo>
                    <a:pt x="138" y="755"/>
                    <a:pt x="172" y="855"/>
                    <a:pt x="238" y="1021"/>
                  </a:cubicBezTo>
                  <a:cubicBezTo>
                    <a:pt x="305" y="1222"/>
                    <a:pt x="372" y="1388"/>
                    <a:pt x="439" y="1588"/>
                  </a:cubicBezTo>
                  <a:cubicBezTo>
                    <a:pt x="772" y="2422"/>
                    <a:pt x="1339" y="3490"/>
                    <a:pt x="2173" y="4591"/>
                  </a:cubicBezTo>
                  <a:cubicBezTo>
                    <a:pt x="3841" y="6792"/>
                    <a:pt x="6410" y="9027"/>
                    <a:pt x="8578" y="10628"/>
                  </a:cubicBezTo>
                  <a:cubicBezTo>
                    <a:pt x="10746" y="12229"/>
                    <a:pt x="13615" y="13997"/>
                    <a:pt x="16083" y="15198"/>
                  </a:cubicBezTo>
                  <a:cubicBezTo>
                    <a:pt x="17284" y="15832"/>
                    <a:pt x="18418" y="16299"/>
                    <a:pt x="19219" y="16633"/>
                  </a:cubicBezTo>
                  <a:cubicBezTo>
                    <a:pt x="19986" y="16933"/>
                    <a:pt x="20486" y="17100"/>
                    <a:pt x="20486" y="17100"/>
                  </a:cubicBezTo>
                  <a:cubicBezTo>
                    <a:pt x="20515" y="17106"/>
                    <a:pt x="20543" y="17109"/>
                    <a:pt x="20568" y="17109"/>
                  </a:cubicBezTo>
                  <a:cubicBezTo>
                    <a:pt x="20802" y="17109"/>
                    <a:pt x="20861" y="16847"/>
                    <a:pt x="20620" y="16666"/>
                  </a:cubicBezTo>
                  <a:cubicBezTo>
                    <a:pt x="20620" y="16666"/>
                    <a:pt x="20153" y="16499"/>
                    <a:pt x="19385" y="16166"/>
                  </a:cubicBezTo>
                  <a:cubicBezTo>
                    <a:pt x="18585" y="15832"/>
                    <a:pt x="17484" y="15298"/>
                    <a:pt x="16317" y="14664"/>
                  </a:cubicBezTo>
                  <a:cubicBezTo>
                    <a:pt x="13915" y="13397"/>
                    <a:pt x="11113" y="11596"/>
                    <a:pt x="8978" y="9994"/>
                  </a:cubicBezTo>
                  <a:cubicBezTo>
                    <a:pt x="6910" y="8460"/>
                    <a:pt x="4275" y="6292"/>
                    <a:pt x="2607" y="4224"/>
                  </a:cubicBezTo>
                  <a:cubicBezTo>
                    <a:pt x="1739" y="3190"/>
                    <a:pt x="1139" y="2156"/>
                    <a:pt x="805" y="1422"/>
                  </a:cubicBezTo>
                  <a:cubicBezTo>
                    <a:pt x="739" y="1255"/>
                    <a:pt x="639" y="1088"/>
                    <a:pt x="605" y="921"/>
                  </a:cubicBezTo>
                  <a:cubicBezTo>
                    <a:pt x="572" y="755"/>
                    <a:pt x="505" y="621"/>
                    <a:pt x="472" y="488"/>
                  </a:cubicBezTo>
                  <a:cubicBezTo>
                    <a:pt x="439" y="288"/>
                    <a:pt x="405" y="154"/>
                    <a:pt x="405" y="154"/>
                  </a:cubicBezTo>
                  <a:cubicBezTo>
                    <a:pt x="361" y="52"/>
                    <a:pt x="273" y="1"/>
                    <a:pt x="1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3021" name="Google Shape;3021;p24"/>
          <p:cNvSpPr/>
          <p:nvPr/>
        </p:nvSpPr>
        <p:spPr>
          <a:xfrm>
            <a:off x="539813" y="4352300"/>
            <a:ext cx="346825" cy="265750"/>
          </a:xfrm>
          <a:custGeom>
            <a:avLst/>
            <a:gdLst/>
            <a:ahLst/>
            <a:cxnLst/>
            <a:rect l="l" t="t" r="r" b="b"/>
            <a:pathLst>
              <a:path w="13873" h="10630" extrusionOk="0">
                <a:moveTo>
                  <a:pt x="12638" y="8642"/>
                </a:moveTo>
                <a:cubicBezTo>
                  <a:pt x="12282" y="8704"/>
                  <a:pt x="11906" y="8788"/>
                  <a:pt x="11571" y="8976"/>
                </a:cubicBezTo>
                <a:cubicBezTo>
                  <a:pt x="11383" y="9081"/>
                  <a:pt x="11173" y="9102"/>
                  <a:pt x="10964" y="9102"/>
                </a:cubicBezTo>
                <a:cubicBezTo>
                  <a:pt x="10608" y="9102"/>
                  <a:pt x="10253" y="9207"/>
                  <a:pt x="9981" y="9374"/>
                </a:cubicBezTo>
                <a:cubicBezTo>
                  <a:pt x="9081" y="9813"/>
                  <a:pt x="8119" y="9918"/>
                  <a:pt x="7156" y="10106"/>
                </a:cubicBezTo>
                <a:cubicBezTo>
                  <a:pt x="6591" y="10190"/>
                  <a:pt x="6047" y="10232"/>
                  <a:pt x="5503" y="10336"/>
                </a:cubicBezTo>
                <a:cubicBezTo>
                  <a:pt x="5315" y="10357"/>
                  <a:pt x="5126" y="10525"/>
                  <a:pt x="4917" y="10629"/>
                </a:cubicBezTo>
                <a:cubicBezTo>
                  <a:pt x="4394" y="10525"/>
                  <a:pt x="3913" y="10253"/>
                  <a:pt x="3411" y="10023"/>
                </a:cubicBezTo>
                <a:cubicBezTo>
                  <a:pt x="2929" y="9813"/>
                  <a:pt x="2469" y="9583"/>
                  <a:pt x="1946" y="9500"/>
                </a:cubicBezTo>
                <a:cubicBezTo>
                  <a:pt x="1151" y="9374"/>
                  <a:pt x="816" y="8809"/>
                  <a:pt x="628" y="8244"/>
                </a:cubicBezTo>
                <a:cubicBezTo>
                  <a:pt x="377" y="7428"/>
                  <a:pt x="209" y="6570"/>
                  <a:pt x="84" y="5712"/>
                </a:cubicBezTo>
                <a:cubicBezTo>
                  <a:pt x="0" y="5189"/>
                  <a:pt x="42" y="4624"/>
                  <a:pt x="42" y="4101"/>
                </a:cubicBezTo>
                <a:cubicBezTo>
                  <a:pt x="42" y="3829"/>
                  <a:pt x="168" y="3578"/>
                  <a:pt x="377" y="3390"/>
                </a:cubicBezTo>
                <a:cubicBezTo>
                  <a:pt x="774" y="3034"/>
                  <a:pt x="1151" y="2637"/>
                  <a:pt x="1465" y="2197"/>
                </a:cubicBezTo>
                <a:cubicBezTo>
                  <a:pt x="1569" y="2072"/>
                  <a:pt x="1716" y="1967"/>
                  <a:pt x="1862" y="1883"/>
                </a:cubicBezTo>
                <a:cubicBezTo>
                  <a:pt x="3453" y="1067"/>
                  <a:pt x="5168" y="607"/>
                  <a:pt x="6947" y="314"/>
                </a:cubicBezTo>
                <a:lnTo>
                  <a:pt x="7888" y="147"/>
                </a:lnTo>
                <a:cubicBezTo>
                  <a:pt x="8411" y="105"/>
                  <a:pt x="8935" y="21"/>
                  <a:pt x="9458" y="0"/>
                </a:cubicBezTo>
                <a:cubicBezTo>
                  <a:pt x="9939" y="0"/>
                  <a:pt x="10420" y="84"/>
                  <a:pt x="10901" y="126"/>
                </a:cubicBezTo>
                <a:cubicBezTo>
                  <a:pt x="11048" y="147"/>
                  <a:pt x="11173" y="209"/>
                  <a:pt x="11299" y="293"/>
                </a:cubicBezTo>
                <a:cubicBezTo>
                  <a:pt x="11487" y="398"/>
                  <a:pt x="11676" y="440"/>
                  <a:pt x="11885" y="461"/>
                </a:cubicBezTo>
                <a:cubicBezTo>
                  <a:pt x="12387" y="523"/>
                  <a:pt x="12805" y="753"/>
                  <a:pt x="12994" y="1256"/>
                </a:cubicBezTo>
                <a:cubicBezTo>
                  <a:pt x="13182" y="1674"/>
                  <a:pt x="13391" y="2093"/>
                  <a:pt x="13580" y="2532"/>
                </a:cubicBezTo>
                <a:cubicBezTo>
                  <a:pt x="13873" y="3243"/>
                  <a:pt x="13873" y="3976"/>
                  <a:pt x="13768" y="4708"/>
                </a:cubicBezTo>
                <a:cubicBezTo>
                  <a:pt x="13684" y="5210"/>
                  <a:pt x="13580" y="5691"/>
                  <a:pt x="13433" y="6173"/>
                </a:cubicBezTo>
                <a:cubicBezTo>
                  <a:pt x="13182" y="6905"/>
                  <a:pt x="13161" y="7658"/>
                  <a:pt x="12868" y="8391"/>
                </a:cubicBezTo>
                <a:cubicBezTo>
                  <a:pt x="12764" y="8432"/>
                  <a:pt x="12722" y="8495"/>
                  <a:pt x="12638" y="8642"/>
                </a:cubicBezTo>
                <a:close/>
                <a:moveTo>
                  <a:pt x="9918" y="7700"/>
                </a:moveTo>
                <a:cubicBezTo>
                  <a:pt x="9876" y="7742"/>
                  <a:pt x="9771" y="7658"/>
                  <a:pt x="9771" y="7763"/>
                </a:cubicBezTo>
                <a:lnTo>
                  <a:pt x="9918" y="7700"/>
                </a:lnTo>
                <a:cubicBezTo>
                  <a:pt x="10085" y="7637"/>
                  <a:pt x="10253" y="7658"/>
                  <a:pt x="10336" y="7491"/>
                </a:cubicBezTo>
                <a:cubicBezTo>
                  <a:pt x="10860" y="7512"/>
                  <a:pt x="11362" y="7491"/>
                  <a:pt x="11864" y="7177"/>
                </a:cubicBezTo>
                <a:cubicBezTo>
                  <a:pt x="11090" y="7114"/>
                  <a:pt x="11048" y="7114"/>
                  <a:pt x="10357" y="7512"/>
                </a:cubicBezTo>
                <a:cubicBezTo>
                  <a:pt x="10211" y="7533"/>
                  <a:pt x="10023" y="7512"/>
                  <a:pt x="9918" y="7700"/>
                </a:cubicBezTo>
                <a:close/>
                <a:moveTo>
                  <a:pt x="5942" y="5670"/>
                </a:moveTo>
                <a:cubicBezTo>
                  <a:pt x="6424" y="5650"/>
                  <a:pt x="6905" y="5650"/>
                  <a:pt x="7386" y="5608"/>
                </a:cubicBezTo>
                <a:cubicBezTo>
                  <a:pt x="7428" y="5608"/>
                  <a:pt x="7491" y="5524"/>
                  <a:pt x="7491" y="5461"/>
                </a:cubicBezTo>
                <a:cubicBezTo>
                  <a:pt x="7512" y="5398"/>
                  <a:pt x="7407" y="5294"/>
                  <a:pt x="7303" y="5315"/>
                </a:cubicBezTo>
                <a:cubicBezTo>
                  <a:pt x="6863" y="5357"/>
                  <a:pt x="6445" y="5461"/>
                  <a:pt x="6026" y="5629"/>
                </a:cubicBezTo>
                <a:cubicBezTo>
                  <a:pt x="6005" y="5650"/>
                  <a:pt x="6005" y="5670"/>
                  <a:pt x="5942" y="5670"/>
                </a:cubicBezTo>
                <a:cubicBezTo>
                  <a:pt x="5859" y="5712"/>
                  <a:pt x="5754" y="5670"/>
                  <a:pt x="5691" y="5712"/>
                </a:cubicBezTo>
                <a:cubicBezTo>
                  <a:pt x="5650" y="5712"/>
                  <a:pt x="5608" y="5754"/>
                  <a:pt x="5587" y="5817"/>
                </a:cubicBezTo>
                <a:cubicBezTo>
                  <a:pt x="5629" y="5838"/>
                  <a:pt x="5712" y="5859"/>
                  <a:pt x="5733" y="5859"/>
                </a:cubicBezTo>
                <a:cubicBezTo>
                  <a:pt x="5817" y="5817"/>
                  <a:pt x="5859" y="5733"/>
                  <a:pt x="5942" y="5670"/>
                </a:cubicBezTo>
                <a:close/>
                <a:moveTo>
                  <a:pt x="10567" y="1318"/>
                </a:moveTo>
                <a:cubicBezTo>
                  <a:pt x="10608" y="1235"/>
                  <a:pt x="10608" y="1151"/>
                  <a:pt x="10462" y="1130"/>
                </a:cubicBezTo>
                <a:cubicBezTo>
                  <a:pt x="10462" y="1130"/>
                  <a:pt x="10441" y="1172"/>
                  <a:pt x="10441" y="1214"/>
                </a:cubicBezTo>
                <a:cubicBezTo>
                  <a:pt x="10504" y="1235"/>
                  <a:pt x="10546" y="1256"/>
                  <a:pt x="10567" y="1318"/>
                </a:cubicBezTo>
                <a:cubicBezTo>
                  <a:pt x="10713" y="1904"/>
                  <a:pt x="10943" y="2490"/>
                  <a:pt x="11194" y="3055"/>
                </a:cubicBezTo>
                <a:cubicBezTo>
                  <a:pt x="11194" y="3097"/>
                  <a:pt x="11257" y="3097"/>
                  <a:pt x="11299" y="3097"/>
                </a:cubicBezTo>
                <a:cubicBezTo>
                  <a:pt x="11445" y="2490"/>
                  <a:pt x="11445" y="2281"/>
                  <a:pt x="11278" y="1988"/>
                </a:cubicBezTo>
                <a:cubicBezTo>
                  <a:pt x="11132" y="1695"/>
                  <a:pt x="10985" y="1360"/>
                  <a:pt x="10567" y="1318"/>
                </a:cubicBezTo>
                <a:close/>
                <a:moveTo>
                  <a:pt x="1946" y="3097"/>
                </a:moveTo>
                <a:cubicBezTo>
                  <a:pt x="1862" y="3097"/>
                  <a:pt x="1779" y="3055"/>
                  <a:pt x="1737" y="3118"/>
                </a:cubicBezTo>
                <a:cubicBezTo>
                  <a:pt x="1423" y="3432"/>
                  <a:pt x="1193" y="3766"/>
                  <a:pt x="1130" y="4248"/>
                </a:cubicBezTo>
                <a:cubicBezTo>
                  <a:pt x="1130" y="4352"/>
                  <a:pt x="1256" y="4478"/>
                  <a:pt x="1423" y="4478"/>
                </a:cubicBezTo>
                <a:cubicBezTo>
                  <a:pt x="1507" y="4478"/>
                  <a:pt x="1653" y="4415"/>
                  <a:pt x="1674" y="4352"/>
                </a:cubicBezTo>
                <a:cubicBezTo>
                  <a:pt x="1862" y="3934"/>
                  <a:pt x="1988" y="3515"/>
                  <a:pt x="1946" y="3097"/>
                </a:cubicBezTo>
                <a:cubicBezTo>
                  <a:pt x="2093" y="2950"/>
                  <a:pt x="2260" y="2888"/>
                  <a:pt x="2406" y="2741"/>
                </a:cubicBezTo>
                <a:cubicBezTo>
                  <a:pt x="2448" y="2720"/>
                  <a:pt x="2448" y="2699"/>
                  <a:pt x="2448" y="2678"/>
                </a:cubicBezTo>
                <a:cubicBezTo>
                  <a:pt x="2385" y="2637"/>
                  <a:pt x="2302" y="2616"/>
                  <a:pt x="2260" y="2637"/>
                </a:cubicBezTo>
                <a:cubicBezTo>
                  <a:pt x="2093" y="2720"/>
                  <a:pt x="1988" y="2909"/>
                  <a:pt x="1946" y="3097"/>
                </a:cubicBezTo>
                <a:close/>
                <a:moveTo>
                  <a:pt x="8851" y="8056"/>
                </a:moveTo>
                <a:cubicBezTo>
                  <a:pt x="8014" y="8328"/>
                  <a:pt x="7198" y="8579"/>
                  <a:pt x="6361" y="8872"/>
                </a:cubicBezTo>
                <a:cubicBezTo>
                  <a:pt x="6235" y="8914"/>
                  <a:pt x="6110" y="8976"/>
                  <a:pt x="5984" y="9060"/>
                </a:cubicBezTo>
                <a:cubicBezTo>
                  <a:pt x="5942" y="9102"/>
                  <a:pt x="5942" y="9207"/>
                  <a:pt x="5922" y="9332"/>
                </a:cubicBezTo>
                <a:cubicBezTo>
                  <a:pt x="6591" y="9102"/>
                  <a:pt x="7219" y="8914"/>
                  <a:pt x="7826" y="8683"/>
                </a:cubicBezTo>
                <a:cubicBezTo>
                  <a:pt x="8139" y="8558"/>
                  <a:pt x="8453" y="8370"/>
                  <a:pt x="8746" y="8223"/>
                </a:cubicBezTo>
                <a:cubicBezTo>
                  <a:pt x="8830" y="8181"/>
                  <a:pt x="8830" y="8119"/>
                  <a:pt x="8851" y="8056"/>
                </a:cubicBezTo>
                <a:cubicBezTo>
                  <a:pt x="8935" y="8035"/>
                  <a:pt x="8997" y="8014"/>
                  <a:pt x="9081" y="8014"/>
                </a:cubicBezTo>
                <a:cubicBezTo>
                  <a:pt x="9060" y="8014"/>
                  <a:pt x="9039" y="7972"/>
                  <a:pt x="9039" y="7972"/>
                </a:cubicBezTo>
                <a:cubicBezTo>
                  <a:pt x="8976" y="8014"/>
                  <a:pt x="8893" y="8035"/>
                  <a:pt x="8851" y="8056"/>
                </a:cubicBezTo>
                <a:close/>
                <a:moveTo>
                  <a:pt x="3599" y="8265"/>
                </a:moveTo>
                <a:cubicBezTo>
                  <a:pt x="3641" y="8139"/>
                  <a:pt x="3766" y="8035"/>
                  <a:pt x="3745" y="7930"/>
                </a:cubicBezTo>
                <a:cubicBezTo>
                  <a:pt x="3725" y="7533"/>
                  <a:pt x="3850" y="7135"/>
                  <a:pt x="3662" y="6779"/>
                </a:cubicBezTo>
                <a:cubicBezTo>
                  <a:pt x="3118" y="6654"/>
                  <a:pt x="2595" y="6549"/>
                  <a:pt x="2093" y="6445"/>
                </a:cubicBezTo>
                <a:cubicBezTo>
                  <a:pt x="2051" y="6403"/>
                  <a:pt x="1967" y="6445"/>
                  <a:pt x="1883" y="6445"/>
                </a:cubicBezTo>
                <a:cubicBezTo>
                  <a:pt x="1862" y="6445"/>
                  <a:pt x="1821" y="6466"/>
                  <a:pt x="1821" y="6487"/>
                </a:cubicBezTo>
                <a:cubicBezTo>
                  <a:pt x="1779" y="6507"/>
                  <a:pt x="1779" y="6570"/>
                  <a:pt x="1821" y="6591"/>
                </a:cubicBezTo>
                <a:cubicBezTo>
                  <a:pt x="1862" y="6675"/>
                  <a:pt x="1946" y="6779"/>
                  <a:pt x="2030" y="6800"/>
                </a:cubicBezTo>
                <a:cubicBezTo>
                  <a:pt x="2406" y="6905"/>
                  <a:pt x="2825" y="6989"/>
                  <a:pt x="3243" y="7093"/>
                </a:cubicBezTo>
                <a:cubicBezTo>
                  <a:pt x="3348" y="7114"/>
                  <a:pt x="3432" y="7198"/>
                  <a:pt x="3515" y="7240"/>
                </a:cubicBezTo>
                <a:cubicBezTo>
                  <a:pt x="3536" y="7282"/>
                  <a:pt x="3536" y="7303"/>
                  <a:pt x="3536" y="7344"/>
                </a:cubicBezTo>
                <a:cubicBezTo>
                  <a:pt x="3536" y="7386"/>
                  <a:pt x="3494" y="7407"/>
                  <a:pt x="3494" y="7407"/>
                </a:cubicBezTo>
                <a:cubicBezTo>
                  <a:pt x="3013" y="7428"/>
                  <a:pt x="2595" y="7282"/>
                  <a:pt x="2155" y="7219"/>
                </a:cubicBezTo>
                <a:cubicBezTo>
                  <a:pt x="2134" y="7219"/>
                  <a:pt x="2072" y="7303"/>
                  <a:pt x="2051" y="7344"/>
                </a:cubicBezTo>
                <a:cubicBezTo>
                  <a:pt x="2051" y="7386"/>
                  <a:pt x="2051" y="7428"/>
                  <a:pt x="2072" y="7428"/>
                </a:cubicBezTo>
                <a:cubicBezTo>
                  <a:pt x="2448" y="7554"/>
                  <a:pt x="2804" y="7700"/>
                  <a:pt x="3139" y="7826"/>
                </a:cubicBezTo>
                <a:cubicBezTo>
                  <a:pt x="3348" y="7909"/>
                  <a:pt x="3557" y="8035"/>
                  <a:pt x="3599" y="8265"/>
                </a:cubicBezTo>
                <a:cubicBezTo>
                  <a:pt x="3243" y="8328"/>
                  <a:pt x="2929" y="8160"/>
                  <a:pt x="2595" y="8077"/>
                </a:cubicBezTo>
                <a:cubicBezTo>
                  <a:pt x="2469" y="8035"/>
                  <a:pt x="2344" y="8014"/>
                  <a:pt x="2197" y="7972"/>
                </a:cubicBezTo>
                <a:cubicBezTo>
                  <a:pt x="2155" y="7972"/>
                  <a:pt x="2072" y="8056"/>
                  <a:pt x="2072" y="8077"/>
                </a:cubicBezTo>
                <a:cubicBezTo>
                  <a:pt x="2093" y="8328"/>
                  <a:pt x="2155" y="8537"/>
                  <a:pt x="2197" y="8788"/>
                </a:cubicBezTo>
                <a:cubicBezTo>
                  <a:pt x="2616" y="8872"/>
                  <a:pt x="3013" y="8955"/>
                  <a:pt x="3411" y="9018"/>
                </a:cubicBezTo>
                <a:cubicBezTo>
                  <a:pt x="3620" y="8663"/>
                  <a:pt x="3620" y="8663"/>
                  <a:pt x="3599" y="8265"/>
                </a:cubicBezTo>
                <a:close/>
                <a:moveTo>
                  <a:pt x="9290" y="7303"/>
                </a:moveTo>
                <a:cubicBezTo>
                  <a:pt x="8746" y="7240"/>
                  <a:pt x="8160" y="7303"/>
                  <a:pt x="7700" y="6926"/>
                </a:cubicBezTo>
                <a:cubicBezTo>
                  <a:pt x="7616" y="6884"/>
                  <a:pt x="7491" y="6884"/>
                  <a:pt x="7386" y="6884"/>
                </a:cubicBezTo>
                <a:lnTo>
                  <a:pt x="5922" y="6884"/>
                </a:lnTo>
                <a:cubicBezTo>
                  <a:pt x="5817" y="6884"/>
                  <a:pt x="5712" y="6905"/>
                  <a:pt x="5608" y="6968"/>
                </a:cubicBezTo>
                <a:cubicBezTo>
                  <a:pt x="5545" y="6989"/>
                  <a:pt x="5503" y="7031"/>
                  <a:pt x="5440" y="7093"/>
                </a:cubicBezTo>
                <a:cubicBezTo>
                  <a:pt x="5419" y="7135"/>
                  <a:pt x="5398" y="7219"/>
                  <a:pt x="5398" y="7282"/>
                </a:cubicBezTo>
                <a:cubicBezTo>
                  <a:pt x="5398" y="7323"/>
                  <a:pt x="5482" y="7407"/>
                  <a:pt x="5524" y="7407"/>
                </a:cubicBezTo>
                <a:cubicBezTo>
                  <a:pt x="5922" y="7512"/>
                  <a:pt x="6361" y="7323"/>
                  <a:pt x="6758" y="7533"/>
                </a:cubicBezTo>
                <a:cubicBezTo>
                  <a:pt x="6696" y="7595"/>
                  <a:pt x="6675" y="7658"/>
                  <a:pt x="6633" y="7700"/>
                </a:cubicBezTo>
                <a:cubicBezTo>
                  <a:pt x="6340" y="7805"/>
                  <a:pt x="6026" y="7847"/>
                  <a:pt x="5712" y="7867"/>
                </a:cubicBezTo>
                <a:cubicBezTo>
                  <a:pt x="5419" y="7909"/>
                  <a:pt x="5315" y="8035"/>
                  <a:pt x="5336" y="8349"/>
                </a:cubicBezTo>
                <a:cubicBezTo>
                  <a:pt x="5378" y="8558"/>
                  <a:pt x="5503" y="8663"/>
                  <a:pt x="5691" y="8600"/>
                </a:cubicBezTo>
                <a:cubicBezTo>
                  <a:pt x="6863" y="8286"/>
                  <a:pt x="8014" y="7930"/>
                  <a:pt x="9144" y="7428"/>
                </a:cubicBezTo>
                <a:cubicBezTo>
                  <a:pt x="9207" y="7407"/>
                  <a:pt x="9248" y="7323"/>
                  <a:pt x="9290" y="7303"/>
                </a:cubicBezTo>
                <a:cubicBezTo>
                  <a:pt x="10211" y="7031"/>
                  <a:pt x="11152" y="6800"/>
                  <a:pt x="12115" y="6570"/>
                </a:cubicBezTo>
                <a:cubicBezTo>
                  <a:pt x="12220" y="6445"/>
                  <a:pt x="12324" y="6256"/>
                  <a:pt x="12199" y="6026"/>
                </a:cubicBezTo>
                <a:cubicBezTo>
                  <a:pt x="12115" y="6026"/>
                  <a:pt x="12010" y="6026"/>
                  <a:pt x="11906" y="6047"/>
                </a:cubicBezTo>
                <a:cubicBezTo>
                  <a:pt x="11550" y="6152"/>
                  <a:pt x="11173" y="6256"/>
                  <a:pt x="10818" y="6340"/>
                </a:cubicBezTo>
                <a:cubicBezTo>
                  <a:pt x="10776" y="6340"/>
                  <a:pt x="10713" y="6277"/>
                  <a:pt x="10671" y="6235"/>
                </a:cubicBezTo>
                <a:cubicBezTo>
                  <a:pt x="10671" y="6194"/>
                  <a:pt x="10671" y="6152"/>
                  <a:pt x="10713" y="6152"/>
                </a:cubicBezTo>
                <a:cubicBezTo>
                  <a:pt x="10880" y="6047"/>
                  <a:pt x="11048" y="5942"/>
                  <a:pt x="11257" y="5859"/>
                </a:cubicBezTo>
                <a:cubicBezTo>
                  <a:pt x="11571" y="5733"/>
                  <a:pt x="11906" y="5650"/>
                  <a:pt x="12240" y="5545"/>
                </a:cubicBezTo>
                <a:cubicBezTo>
                  <a:pt x="12429" y="5503"/>
                  <a:pt x="12533" y="5357"/>
                  <a:pt x="12554" y="5189"/>
                </a:cubicBezTo>
                <a:cubicBezTo>
                  <a:pt x="12617" y="5001"/>
                  <a:pt x="12659" y="4792"/>
                  <a:pt x="12512" y="4582"/>
                </a:cubicBezTo>
                <a:cubicBezTo>
                  <a:pt x="12429" y="4582"/>
                  <a:pt x="12303" y="4582"/>
                  <a:pt x="12220" y="4624"/>
                </a:cubicBezTo>
                <a:cubicBezTo>
                  <a:pt x="11780" y="4875"/>
                  <a:pt x="11299" y="5126"/>
                  <a:pt x="10860" y="5357"/>
                </a:cubicBezTo>
                <a:cubicBezTo>
                  <a:pt x="10713" y="5440"/>
                  <a:pt x="10629" y="5566"/>
                  <a:pt x="10546" y="5754"/>
                </a:cubicBezTo>
                <a:cubicBezTo>
                  <a:pt x="10378" y="6131"/>
                  <a:pt x="10106" y="6445"/>
                  <a:pt x="9813" y="6717"/>
                </a:cubicBezTo>
                <a:cubicBezTo>
                  <a:pt x="9667" y="6905"/>
                  <a:pt x="9479" y="7114"/>
                  <a:pt x="9290" y="7303"/>
                </a:cubicBezTo>
                <a:close/>
                <a:moveTo>
                  <a:pt x="9562" y="2218"/>
                </a:moveTo>
                <a:cubicBezTo>
                  <a:pt x="9395" y="2406"/>
                  <a:pt x="9165" y="2490"/>
                  <a:pt x="8893" y="2511"/>
                </a:cubicBezTo>
                <a:cubicBezTo>
                  <a:pt x="8411" y="2532"/>
                  <a:pt x="7930" y="2574"/>
                  <a:pt x="7428" y="2595"/>
                </a:cubicBezTo>
                <a:lnTo>
                  <a:pt x="7010" y="2595"/>
                </a:lnTo>
                <a:cubicBezTo>
                  <a:pt x="6654" y="2616"/>
                  <a:pt x="6570" y="2720"/>
                  <a:pt x="6591" y="3118"/>
                </a:cubicBezTo>
                <a:cubicBezTo>
                  <a:pt x="6633" y="3369"/>
                  <a:pt x="6758" y="3515"/>
                  <a:pt x="6989" y="3453"/>
                </a:cubicBezTo>
                <a:lnTo>
                  <a:pt x="8642" y="3139"/>
                </a:lnTo>
                <a:cubicBezTo>
                  <a:pt x="8997" y="3055"/>
                  <a:pt x="9395" y="3013"/>
                  <a:pt x="9771" y="2929"/>
                </a:cubicBezTo>
                <a:cubicBezTo>
                  <a:pt x="9792" y="2929"/>
                  <a:pt x="9834" y="3013"/>
                  <a:pt x="9876" y="3055"/>
                </a:cubicBezTo>
                <a:cubicBezTo>
                  <a:pt x="9897" y="3097"/>
                  <a:pt x="9876" y="3139"/>
                  <a:pt x="9834" y="3160"/>
                </a:cubicBezTo>
                <a:cubicBezTo>
                  <a:pt x="9709" y="3222"/>
                  <a:pt x="9604" y="3306"/>
                  <a:pt x="9479" y="3348"/>
                </a:cubicBezTo>
                <a:cubicBezTo>
                  <a:pt x="8935" y="3474"/>
                  <a:pt x="8370" y="3620"/>
                  <a:pt x="7847" y="3725"/>
                </a:cubicBezTo>
                <a:cubicBezTo>
                  <a:pt x="7533" y="3787"/>
                  <a:pt x="7261" y="3850"/>
                  <a:pt x="6947" y="3955"/>
                </a:cubicBezTo>
                <a:cubicBezTo>
                  <a:pt x="6863" y="3976"/>
                  <a:pt x="6779" y="4101"/>
                  <a:pt x="6779" y="4185"/>
                </a:cubicBezTo>
                <a:cubicBezTo>
                  <a:pt x="6779" y="4373"/>
                  <a:pt x="6842" y="4582"/>
                  <a:pt x="6863" y="4771"/>
                </a:cubicBezTo>
                <a:cubicBezTo>
                  <a:pt x="6968" y="4771"/>
                  <a:pt x="7051" y="4792"/>
                  <a:pt x="7114" y="4771"/>
                </a:cubicBezTo>
                <a:cubicBezTo>
                  <a:pt x="7826" y="4562"/>
                  <a:pt x="8516" y="4269"/>
                  <a:pt x="9248" y="4206"/>
                </a:cubicBezTo>
                <a:cubicBezTo>
                  <a:pt x="9353" y="4206"/>
                  <a:pt x="9479" y="4185"/>
                  <a:pt x="9520" y="4101"/>
                </a:cubicBezTo>
                <a:cubicBezTo>
                  <a:pt x="9771" y="3871"/>
                  <a:pt x="10106" y="3871"/>
                  <a:pt x="10357" y="3746"/>
                </a:cubicBezTo>
                <a:cubicBezTo>
                  <a:pt x="10441" y="3683"/>
                  <a:pt x="10525" y="3620"/>
                  <a:pt x="10525" y="3515"/>
                </a:cubicBezTo>
                <a:cubicBezTo>
                  <a:pt x="10546" y="3369"/>
                  <a:pt x="10525" y="3243"/>
                  <a:pt x="10504" y="3118"/>
                </a:cubicBezTo>
                <a:cubicBezTo>
                  <a:pt x="10357" y="2323"/>
                  <a:pt x="9918" y="1695"/>
                  <a:pt x="9479" y="1046"/>
                </a:cubicBezTo>
                <a:cubicBezTo>
                  <a:pt x="9395" y="921"/>
                  <a:pt x="9165" y="900"/>
                  <a:pt x="8997" y="963"/>
                </a:cubicBezTo>
                <a:cubicBezTo>
                  <a:pt x="8370" y="1256"/>
                  <a:pt x="7700" y="1444"/>
                  <a:pt x="7010" y="1549"/>
                </a:cubicBezTo>
                <a:cubicBezTo>
                  <a:pt x="6779" y="1590"/>
                  <a:pt x="6549" y="1674"/>
                  <a:pt x="6340" y="1779"/>
                </a:cubicBezTo>
                <a:cubicBezTo>
                  <a:pt x="6277" y="1800"/>
                  <a:pt x="6235" y="1883"/>
                  <a:pt x="6235" y="1946"/>
                </a:cubicBezTo>
                <a:cubicBezTo>
                  <a:pt x="6256" y="2009"/>
                  <a:pt x="6277" y="2113"/>
                  <a:pt x="6361" y="2197"/>
                </a:cubicBezTo>
                <a:cubicBezTo>
                  <a:pt x="6382" y="2260"/>
                  <a:pt x="6486" y="2281"/>
                  <a:pt x="6549" y="2281"/>
                </a:cubicBezTo>
                <a:cubicBezTo>
                  <a:pt x="7386" y="2302"/>
                  <a:pt x="8223" y="2365"/>
                  <a:pt x="9060" y="2197"/>
                </a:cubicBezTo>
                <a:cubicBezTo>
                  <a:pt x="9207" y="2155"/>
                  <a:pt x="9395" y="2093"/>
                  <a:pt x="9562" y="2218"/>
                </a:cubicBezTo>
                <a:close/>
                <a:moveTo>
                  <a:pt x="9876" y="5419"/>
                </a:moveTo>
                <a:lnTo>
                  <a:pt x="9876" y="5043"/>
                </a:lnTo>
                <a:cubicBezTo>
                  <a:pt x="9876" y="4813"/>
                  <a:pt x="9709" y="4708"/>
                  <a:pt x="9458" y="4708"/>
                </a:cubicBezTo>
                <a:cubicBezTo>
                  <a:pt x="9060" y="4708"/>
                  <a:pt x="8683" y="4813"/>
                  <a:pt x="8328" y="4938"/>
                </a:cubicBezTo>
                <a:cubicBezTo>
                  <a:pt x="8202" y="5001"/>
                  <a:pt x="8160" y="5147"/>
                  <a:pt x="8265" y="5252"/>
                </a:cubicBezTo>
                <a:cubicBezTo>
                  <a:pt x="8370" y="5336"/>
                  <a:pt x="8516" y="5419"/>
                  <a:pt x="8516" y="5566"/>
                </a:cubicBezTo>
                <a:cubicBezTo>
                  <a:pt x="8516" y="5712"/>
                  <a:pt x="8516" y="5838"/>
                  <a:pt x="8537" y="5963"/>
                </a:cubicBezTo>
                <a:cubicBezTo>
                  <a:pt x="8558" y="6173"/>
                  <a:pt x="8746" y="6340"/>
                  <a:pt x="8955" y="6340"/>
                </a:cubicBezTo>
                <a:cubicBezTo>
                  <a:pt x="9311" y="6361"/>
                  <a:pt x="9583" y="6235"/>
                  <a:pt x="9709" y="5922"/>
                </a:cubicBezTo>
                <a:cubicBezTo>
                  <a:pt x="9792" y="5712"/>
                  <a:pt x="9834" y="5503"/>
                  <a:pt x="9876" y="5419"/>
                </a:cubicBezTo>
                <a:close/>
                <a:moveTo>
                  <a:pt x="5001" y="3034"/>
                </a:moveTo>
                <a:cubicBezTo>
                  <a:pt x="5106" y="2929"/>
                  <a:pt x="5210" y="2825"/>
                  <a:pt x="5252" y="2720"/>
                </a:cubicBezTo>
                <a:cubicBezTo>
                  <a:pt x="5315" y="2574"/>
                  <a:pt x="5210" y="2406"/>
                  <a:pt x="5085" y="2281"/>
                </a:cubicBezTo>
                <a:cubicBezTo>
                  <a:pt x="5022" y="2218"/>
                  <a:pt x="4896" y="2176"/>
                  <a:pt x="4813" y="2176"/>
                </a:cubicBezTo>
                <a:cubicBezTo>
                  <a:pt x="4582" y="2218"/>
                  <a:pt x="4373" y="2302"/>
                  <a:pt x="4080" y="2385"/>
                </a:cubicBezTo>
                <a:cubicBezTo>
                  <a:pt x="4290" y="2616"/>
                  <a:pt x="4499" y="2804"/>
                  <a:pt x="4624" y="3013"/>
                </a:cubicBezTo>
                <a:cubicBezTo>
                  <a:pt x="4792" y="3222"/>
                  <a:pt x="4875" y="3474"/>
                  <a:pt x="4980" y="3725"/>
                </a:cubicBezTo>
                <a:cubicBezTo>
                  <a:pt x="5043" y="3871"/>
                  <a:pt x="5126" y="3997"/>
                  <a:pt x="5210" y="4164"/>
                </a:cubicBezTo>
                <a:cubicBezTo>
                  <a:pt x="5252" y="4248"/>
                  <a:pt x="5336" y="4310"/>
                  <a:pt x="5419" y="4373"/>
                </a:cubicBezTo>
                <a:cubicBezTo>
                  <a:pt x="5503" y="4394"/>
                  <a:pt x="5629" y="4394"/>
                  <a:pt x="5712" y="4373"/>
                </a:cubicBezTo>
                <a:cubicBezTo>
                  <a:pt x="5754" y="4352"/>
                  <a:pt x="5817" y="4269"/>
                  <a:pt x="5817" y="4206"/>
                </a:cubicBezTo>
                <a:cubicBezTo>
                  <a:pt x="5754" y="3955"/>
                  <a:pt x="5712" y="3683"/>
                  <a:pt x="5650" y="3453"/>
                </a:cubicBezTo>
                <a:cubicBezTo>
                  <a:pt x="5608" y="3306"/>
                  <a:pt x="5461" y="3202"/>
                  <a:pt x="5294" y="3160"/>
                </a:cubicBezTo>
                <a:cubicBezTo>
                  <a:pt x="5189" y="3118"/>
                  <a:pt x="5085" y="3055"/>
                  <a:pt x="5001" y="3034"/>
                </a:cubicBezTo>
                <a:close/>
                <a:moveTo>
                  <a:pt x="1883" y="5147"/>
                </a:moveTo>
                <a:cubicBezTo>
                  <a:pt x="1674" y="5670"/>
                  <a:pt x="1737" y="5838"/>
                  <a:pt x="2134" y="5963"/>
                </a:cubicBezTo>
                <a:cubicBezTo>
                  <a:pt x="2511" y="6068"/>
                  <a:pt x="2929" y="6152"/>
                  <a:pt x="3348" y="6256"/>
                </a:cubicBezTo>
                <a:cubicBezTo>
                  <a:pt x="3453" y="6277"/>
                  <a:pt x="3557" y="6256"/>
                  <a:pt x="3662" y="6235"/>
                </a:cubicBezTo>
                <a:cubicBezTo>
                  <a:pt x="3725" y="6194"/>
                  <a:pt x="3766" y="6152"/>
                  <a:pt x="3808" y="6089"/>
                </a:cubicBezTo>
                <a:cubicBezTo>
                  <a:pt x="3850" y="5922"/>
                  <a:pt x="3766" y="5733"/>
                  <a:pt x="3620" y="5670"/>
                </a:cubicBezTo>
                <a:cubicBezTo>
                  <a:pt x="3013" y="5461"/>
                  <a:pt x="2469" y="5315"/>
                  <a:pt x="1883" y="5147"/>
                </a:cubicBezTo>
                <a:close/>
                <a:moveTo>
                  <a:pt x="8935" y="544"/>
                </a:moveTo>
                <a:cubicBezTo>
                  <a:pt x="8788" y="544"/>
                  <a:pt x="8663" y="502"/>
                  <a:pt x="8558" y="523"/>
                </a:cubicBezTo>
                <a:cubicBezTo>
                  <a:pt x="7637" y="649"/>
                  <a:pt x="6717" y="816"/>
                  <a:pt x="5775" y="963"/>
                </a:cubicBezTo>
                <a:cubicBezTo>
                  <a:pt x="5754" y="963"/>
                  <a:pt x="5712" y="1005"/>
                  <a:pt x="5670" y="1025"/>
                </a:cubicBezTo>
                <a:cubicBezTo>
                  <a:pt x="5629" y="1067"/>
                  <a:pt x="5545" y="1109"/>
                  <a:pt x="5545" y="1151"/>
                </a:cubicBezTo>
                <a:cubicBezTo>
                  <a:pt x="5545" y="1214"/>
                  <a:pt x="5566" y="1256"/>
                  <a:pt x="5629" y="1318"/>
                </a:cubicBezTo>
                <a:cubicBezTo>
                  <a:pt x="5775" y="1465"/>
                  <a:pt x="5984" y="1528"/>
                  <a:pt x="6194" y="1465"/>
                </a:cubicBezTo>
                <a:cubicBezTo>
                  <a:pt x="6528" y="1423"/>
                  <a:pt x="6800" y="1318"/>
                  <a:pt x="7093" y="1235"/>
                </a:cubicBezTo>
                <a:lnTo>
                  <a:pt x="8579" y="837"/>
                </a:lnTo>
                <a:cubicBezTo>
                  <a:pt x="8725" y="795"/>
                  <a:pt x="8872" y="753"/>
                  <a:pt x="8935" y="544"/>
                </a:cubicBezTo>
                <a:close/>
                <a:moveTo>
                  <a:pt x="5524" y="6382"/>
                </a:moveTo>
                <a:cubicBezTo>
                  <a:pt x="5587" y="6403"/>
                  <a:pt x="5629" y="6445"/>
                  <a:pt x="5650" y="6445"/>
                </a:cubicBezTo>
                <a:cubicBezTo>
                  <a:pt x="6173" y="6445"/>
                  <a:pt x="6675" y="6445"/>
                  <a:pt x="7198" y="6403"/>
                </a:cubicBezTo>
                <a:cubicBezTo>
                  <a:pt x="7261" y="6403"/>
                  <a:pt x="7323" y="6382"/>
                  <a:pt x="7386" y="6361"/>
                </a:cubicBezTo>
                <a:cubicBezTo>
                  <a:pt x="7428" y="6340"/>
                  <a:pt x="7428" y="6256"/>
                  <a:pt x="7470" y="6194"/>
                </a:cubicBezTo>
                <a:cubicBezTo>
                  <a:pt x="7470" y="6173"/>
                  <a:pt x="7428" y="6152"/>
                  <a:pt x="7407" y="6152"/>
                </a:cubicBezTo>
                <a:cubicBezTo>
                  <a:pt x="6738" y="5922"/>
                  <a:pt x="6131" y="6047"/>
                  <a:pt x="5524" y="6382"/>
                </a:cubicBezTo>
                <a:close/>
                <a:moveTo>
                  <a:pt x="4394" y="7303"/>
                </a:moveTo>
                <a:cubicBezTo>
                  <a:pt x="4373" y="7930"/>
                  <a:pt x="4269" y="8537"/>
                  <a:pt x="4080" y="9123"/>
                </a:cubicBezTo>
                <a:cubicBezTo>
                  <a:pt x="4059" y="9269"/>
                  <a:pt x="4059" y="9395"/>
                  <a:pt x="4080" y="9520"/>
                </a:cubicBezTo>
                <a:cubicBezTo>
                  <a:pt x="4080" y="9583"/>
                  <a:pt x="4164" y="9625"/>
                  <a:pt x="4206" y="9646"/>
                </a:cubicBezTo>
                <a:cubicBezTo>
                  <a:pt x="4269" y="9646"/>
                  <a:pt x="4373" y="9604"/>
                  <a:pt x="4373" y="9583"/>
                </a:cubicBezTo>
                <a:cubicBezTo>
                  <a:pt x="4394" y="9228"/>
                  <a:pt x="4394" y="8914"/>
                  <a:pt x="4415" y="8579"/>
                </a:cubicBezTo>
                <a:cubicBezTo>
                  <a:pt x="4394" y="8160"/>
                  <a:pt x="4394" y="7742"/>
                  <a:pt x="4394" y="7303"/>
                </a:cubicBezTo>
                <a:close/>
                <a:moveTo>
                  <a:pt x="1214" y="6507"/>
                </a:moveTo>
                <a:cubicBezTo>
                  <a:pt x="1256" y="5942"/>
                  <a:pt x="1318" y="5524"/>
                  <a:pt x="1235" y="5126"/>
                </a:cubicBezTo>
                <a:cubicBezTo>
                  <a:pt x="1235" y="5085"/>
                  <a:pt x="1109" y="5022"/>
                  <a:pt x="1025" y="4938"/>
                </a:cubicBezTo>
                <a:cubicBezTo>
                  <a:pt x="984" y="5022"/>
                  <a:pt x="921" y="5106"/>
                  <a:pt x="900" y="5189"/>
                </a:cubicBezTo>
                <a:cubicBezTo>
                  <a:pt x="879" y="5231"/>
                  <a:pt x="900" y="5315"/>
                  <a:pt x="900" y="5357"/>
                </a:cubicBezTo>
                <a:cubicBezTo>
                  <a:pt x="1025" y="5733"/>
                  <a:pt x="1109" y="6026"/>
                  <a:pt x="1214" y="6507"/>
                </a:cubicBezTo>
                <a:close/>
                <a:moveTo>
                  <a:pt x="10336" y="8223"/>
                </a:moveTo>
                <a:cubicBezTo>
                  <a:pt x="10818" y="8181"/>
                  <a:pt x="11236" y="8160"/>
                  <a:pt x="11613" y="8139"/>
                </a:cubicBezTo>
                <a:cubicBezTo>
                  <a:pt x="11676" y="8139"/>
                  <a:pt x="11759" y="8119"/>
                  <a:pt x="11801" y="8056"/>
                </a:cubicBezTo>
                <a:cubicBezTo>
                  <a:pt x="11822" y="8035"/>
                  <a:pt x="11864" y="7951"/>
                  <a:pt x="11864" y="7909"/>
                </a:cubicBezTo>
                <a:cubicBezTo>
                  <a:pt x="11864" y="7867"/>
                  <a:pt x="11801" y="7826"/>
                  <a:pt x="11780" y="7826"/>
                </a:cubicBezTo>
                <a:cubicBezTo>
                  <a:pt x="11341" y="7909"/>
                  <a:pt x="10839" y="7909"/>
                  <a:pt x="10336" y="8223"/>
                </a:cubicBezTo>
                <a:close/>
                <a:moveTo>
                  <a:pt x="3327" y="1737"/>
                </a:moveTo>
                <a:cubicBezTo>
                  <a:pt x="3620" y="2113"/>
                  <a:pt x="3934" y="2009"/>
                  <a:pt x="4248" y="1862"/>
                </a:cubicBezTo>
                <a:cubicBezTo>
                  <a:pt x="4290" y="1841"/>
                  <a:pt x="4352" y="1758"/>
                  <a:pt x="4352" y="1737"/>
                </a:cubicBezTo>
                <a:cubicBezTo>
                  <a:pt x="4352" y="1674"/>
                  <a:pt x="4290" y="1590"/>
                  <a:pt x="4248" y="1569"/>
                </a:cubicBezTo>
                <a:cubicBezTo>
                  <a:pt x="3913" y="1381"/>
                  <a:pt x="3599" y="1486"/>
                  <a:pt x="3327" y="1737"/>
                </a:cubicBezTo>
                <a:close/>
                <a:moveTo>
                  <a:pt x="3118" y="4875"/>
                </a:moveTo>
                <a:cubicBezTo>
                  <a:pt x="3201" y="4373"/>
                  <a:pt x="3181" y="3955"/>
                  <a:pt x="3181" y="3515"/>
                </a:cubicBezTo>
                <a:cubicBezTo>
                  <a:pt x="3181" y="3432"/>
                  <a:pt x="3118" y="3327"/>
                  <a:pt x="3097" y="3222"/>
                </a:cubicBezTo>
                <a:cubicBezTo>
                  <a:pt x="3034" y="3306"/>
                  <a:pt x="2992" y="3348"/>
                  <a:pt x="2992" y="3432"/>
                </a:cubicBezTo>
                <a:lnTo>
                  <a:pt x="2992" y="4624"/>
                </a:lnTo>
                <a:cubicBezTo>
                  <a:pt x="3013" y="4687"/>
                  <a:pt x="3076" y="4729"/>
                  <a:pt x="3118" y="4875"/>
                </a:cubicBezTo>
                <a:close/>
                <a:moveTo>
                  <a:pt x="11927" y="2281"/>
                </a:moveTo>
                <a:cubicBezTo>
                  <a:pt x="11822" y="2532"/>
                  <a:pt x="11822" y="2804"/>
                  <a:pt x="11948" y="3055"/>
                </a:cubicBezTo>
                <a:cubicBezTo>
                  <a:pt x="11989" y="3118"/>
                  <a:pt x="12073" y="3139"/>
                  <a:pt x="12136" y="3139"/>
                </a:cubicBezTo>
                <a:cubicBezTo>
                  <a:pt x="12199" y="3139"/>
                  <a:pt x="12282" y="3076"/>
                  <a:pt x="12303" y="3034"/>
                </a:cubicBezTo>
                <a:cubicBezTo>
                  <a:pt x="12345" y="2699"/>
                  <a:pt x="12220" y="2469"/>
                  <a:pt x="11927" y="2281"/>
                </a:cubicBezTo>
                <a:close/>
                <a:moveTo>
                  <a:pt x="5901" y="4834"/>
                </a:moveTo>
                <a:cubicBezTo>
                  <a:pt x="5838" y="4813"/>
                  <a:pt x="5817" y="4729"/>
                  <a:pt x="5754" y="4729"/>
                </a:cubicBezTo>
                <a:cubicBezTo>
                  <a:pt x="5629" y="4708"/>
                  <a:pt x="5503" y="4729"/>
                  <a:pt x="5419" y="4875"/>
                </a:cubicBezTo>
                <a:cubicBezTo>
                  <a:pt x="5398" y="4917"/>
                  <a:pt x="5398" y="5001"/>
                  <a:pt x="5419" y="5043"/>
                </a:cubicBezTo>
                <a:cubicBezTo>
                  <a:pt x="5440" y="5106"/>
                  <a:pt x="5524" y="5126"/>
                  <a:pt x="5587" y="5126"/>
                </a:cubicBezTo>
                <a:cubicBezTo>
                  <a:pt x="5691" y="5126"/>
                  <a:pt x="5754" y="5085"/>
                  <a:pt x="5838" y="5043"/>
                </a:cubicBezTo>
                <a:cubicBezTo>
                  <a:pt x="5901" y="5001"/>
                  <a:pt x="5901" y="4917"/>
                  <a:pt x="5901" y="4834"/>
                </a:cubicBezTo>
                <a:close/>
                <a:moveTo>
                  <a:pt x="11194" y="4582"/>
                </a:moveTo>
                <a:cubicBezTo>
                  <a:pt x="11048" y="4478"/>
                  <a:pt x="10860" y="4499"/>
                  <a:pt x="10713" y="4582"/>
                </a:cubicBezTo>
                <a:cubicBezTo>
                  <a:pt x="10650" y="4603"/>
                  <a:pt x="10629" y="4687"/>
                  <a:pt x="10629" y="4729"/>
                </a:cubicBezTo>
                <a:cubicBezTo>
                  <a:pt x="10629" y="4792"/>
                  <a:pt x="10734" y="4834"/>
                  <a:pt x="10755" y="4834"/>
                </a:cubicBezTo>
                <a:cubicBezTo>
                  <a:pt x="10964" y="4813"/>
                  <a:pt x="11090" y="4729"/>
                  <a:pt x="11194" y="4582"/>
                </a:cubicBezTo>
                <a:close/>
                <a:moveTo>
                  <a:pt x="1423" y="7826"/>
                </a:moveTo>
                <a:lnTo>
                  <a:pt x="1423" y="7323"/>
                </a:lnTo>
                <a:cubicBezTo>
                  <a:pt x="1318" y="7491"/>
                  <a:pt x="1339" y="7616"/>
                  <a:pt x="1423" y="7826"/>
                </a:cubicBezTo>
                <a:close/>
                <a:moveTo>
                  <a:pt x="12220" y="4059"/>
                </a:moveTo>
                <a:cubicBezTo>
                  <a:pt x="12282" y="4038"/>
                  <a:pt x="12345" y="4038"/>
                  <a:pt x="12408" y="3976"/>
                </a:cubicBezTo>
                <a:cubicBezTo>
                  <a:pt x="12429" y="3955"/>
                  <a:pt x="12408" y="3850"/>
                  <a:pt x="12387" y="3829"/>
                </a:cubicBezTo>
                <a:cubicBezTo>
                  <a:pt x="12303" y="3746"/>
                  <a:pt x="12178" y="3787"/>
                  <a:pt x="12178" y="3892"/>
                </a:cubicBezTo>
                <a:cubicBezTo>
                  <a:pt x="12115" y="3955"/>
                  <a:pt x="12199" y="3997"/>
                  <a:pt x="12220" y="4059"/>
                </a:cubicBezTo>
                <a:close/>
                <a:moveTo>
                  <a:pt x="4373" y="6173"/>
                </a:moveTo>
                <a:cubicBezTo>
                  <a:pt x="4352" y="6068"/>
                  <a:pt x="4331" y="6068"/>
                  <a:pt x="4331" y="6173"/>
                </a:cubicBezTo>
                <a:cubicBezTo>
                  <a:pt x="4331" y="6194"/>
                  <a:pt x="4352" y="6235"/>
                  <a:pt x="4352" y="6256"/>
                </a:cubicBezTo>
                <a:cubicBezTo>
                  <a:pt x="4352" y="6235"/>
                  <a:pt x="4373" y="6194"/>
                  <a:pt x="4373" y="6173"/>
                </a:cubicBezTo>
                <a:close/>
                <a:moveTo>
                  <a:pt x="4018" y="5001"/>
                </a:moveTo>
                <a:cubicBezTo>
                  <a:pt x="3976" y="4938"/>
                  <a:pt x="3976" y="4875"/>
                  <a:pt x="3955" y="4813"/>
                </a:cubicBezTo>
                <a:lnTo>
                  <a:pt x="3725" y="4980"/>
                </a:lnTo>
                <a:cubicBezTo>
                  <a:pt x="3745" y="5022"/>
                  <a:pt x="3787" y="5085"/>
                  <a:pt x="3829" y="5085"/>
                </a:cubicBezTo>
                <a:cubicBezTo>
                  <a:pt x="3913" y="5085"/>
                  <a:pt x="3955" y="5022"/>
                  <a:pt x="4018" y="5001"/>
                </a:cubicBezTo>
                <a:close/>
                <a:moveTo>
                  <a:pt x="2260" y="4269"/>
                </a:moveTo>
                <a:cubicBezTo>
                  <a:pt x="2239" y="4290"/>
                  <a:pt x="2197" y="4290"/>
                  <a:pt x="2197" y="4310"/>
                </a:cubicBezTo>
                <a:cubicBezTo>
                  <a:pt x="2197" y="4352"/>
                  <a:pt x="2176" y="4394"/>
                  <a:pt x="2197" y="4415"/>
                </a:cubicBezTo>
                <a:cubicBezTo>
                  <a:pt x="2260" y="4478"/>
                  <a:pt x="2281" y="4457"/>
                  <a:pt x="2281" y="4373"/>
                </a:cubicBezTo>
                <a:cubicBezTo>
                  <a:pt x="2302" y="4352"/>
                  <a:pt x="2281" y="4290"/>
                  <a:pt x="2260" y="4269"/>
                </a:cubicBezTo>
                <a:close/>
                <a:moveTo>
                  <a:pt x="3745" y="4206"/>
                </a:moveTo>
                <a:cubicBezTo>
                  <a:pt x="3766" y="4143"/>
                  <a:pt x="3745" y="4080"/>
                  <a:pt x="3683" y="4101"/>
                </a:cubicBezTo>
                <a:cubicBezTo>
                  <a:pt x="3662" y="4101"/>
                  <a:pt x="3683" y="4164"/>
                  <a:pt x="3683" y="4185"/>
                </a:cubicBezTo>
                <a:cubicBezTo>
                  <a:pt x="3683" y="4206"/>
                  <a:pt x="3725" y="4206"/>
                  <a:pt x="3745" y="4206"/>
                </a:cubicBezTo>
                <a:close/>
                <a:moveTo>
                  <a:pt x="1653" y="8600"/>
                </a:moveTo>
                <a:lnTo>
                  <a:pt x="1653" y="8537"/>
                </a:lnTo>
                <a:cubicBezTo>
                  <a:pt x="1653" y="8495"/>
                  <a:pt x="1632" y="8495"/>
                  <a:pt x="1590" y="8495"/>
                </a:cubicBezTo>
                <a:cubicBezTo>
                  <a:pt x="1569" y="8537"/>
                  <a:pt x="1549" y="8558"/>
                  <a:pt x="1569" y="8579"/>
                </a:cubicBezTo>
                <a:cubicBezTo>
                  <a:pt x="1569" y="8642"/>
                  <a:pt x="1590" y="8663"/>
                  <a:pt x="1632" y="8704"/>
                </a:cubicBezTo>
                <a:cubicBezTo>
                  <a:pt x="1632" y="8663"/>
                  <a:pt x="1632" y="8642"/>
                  <a:pt x="1653" y="8600"/>
                </a:cubicBezTo>
                <a:close/>
                <a:moveTo>
                  <a:pt x="4875" y="4206"/>
                </a:moveTo>
                <a:cubicBezTo>
                  <a:pt x="4854" y="4185"/>
                  <a:pt x="4813" y="4164"/>
                  <a:pt x="4813" y="4143"/>
                </a:cubicBezTo>
                <a:cubicBezTo>
                  <a:pt x="4792" y="4185"/>
                  <a:pt x="4771" y="4248"/>
                  <a:pt x="4729" y="4269"/>
                </a:cubicBezTo>
                <a:cubicBezTo>
                  <a:pt x="4729" y="4290"/>
                  <a:pt x="4771" y="4310"/>
                  <a:pt x="4792" y="4310"/>
                </a:cubicBezTo>
                <a:cubicBezTo>
                  <a:pt x="4813" y="4290"/>
                  <a:pt x="4854" y="4269"/>
                  <a:pt x="4875" y="4206"/>
                </a:cubicBezTo>
                <a:close/>
                <a:moveTo>
                  <a:pt x="5022" y="1360"/>
                </a:moveTo>
                <a:cubicBezTo>
                  <a:pt x="5001" y="1339"/>
                  <a:pt x="5001" y="1277"/>
                  <a:pt x="4980" y="1277"/>
                </a:cubicBezTo>
                <a:cubicBezTo>
                  <a:pt x="4917" y="1277"/>
                  <a:pt x="4875" y="1318"/>
                  <a:pt x="4813" y="1339"/>
                </a:cubicBezTo>
                <a:cubicBezTo>
                  <a:pt x="4854" y="1360"/>
                  <a:pt x="4875" y="1423"/>
                  <a:pt x="4875" y="1423"/>
                </a:cubicBezTo>
                <a:cubicBezTo>
                  <a:pt x="4917" y="1423"/>
                  <a:pt x="4980" y="1381"/>
                  <a:pt x="5022" y="1360"/>
                </a:cubicBezTo>
                <a:close/>
                <a:moveTo>
                  <a:pt x="11717" y="1653"/>
                </a:moveTo>
                <a:lnTo>
                  <a:pt x="11759" y="1737"/>
                </a:lnTo>
                <a:lnTo>
                  <a:pt x="11780" y="1653"/>
                </a:lnTo>
                <a:close/>
                <a:moveTo>
                  <a:pt x="5608" y="2051"/>
                </a:moveTo>
                <a:lnTo>
                  <a:pt x="5629" y="2113"/>
                </a:lnTo>
                <a:lnTo>
                  <a:pt x="5650" y="205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Title and six columns">
  <p:cSld name="CUSTOM_7">
    <p:spTree>
      <p:nvGrpSpPr>
        <p:cNvPr id="3022" name="Shape 3022"/>
        <p:cNvGrpSpPr/>
        <p:nvPr/>
      </p:nvGrpSpPr>
      <p:grpSpPr>
        <a:xfrm>
          <a:off x="0" y="0"/>
          <a:ext cx="0" cy="0"/>
          <a:chOff x="0" y="0"/>
          <a:chExt cx="0" cy="0"/>
        </a:xfrm>
      </p:grpSpPr>
      <p:pic>
        <p:nvPicPr>
          <p:cNvPr id="3023" name="Google Shape;3023;p25"/>
          <p:cNvPicPr preferRelativeResize="0"/>
          <p:nvPr/>
        </p:nvPicPr>
        <p:blipFill rotWithShape="1">
          <a:blip r:embed="rId2"/>
          <a:srcRect b="15598"/>
          <a:stretch>
            <a:fillRect/>
          </a:stretch>
        </p:blipFill>
        <p:spPr>
          <a:xfrm rot="10800000" flipH="1">
            <a:off x="0" y="0"/>
            <a:ext cx="9144003" cy="5143501"/>
          </a:xfrm>
          <a:prstGeom prst="rect">
            <a:avLst/>
          </a:prstGeom>
          <a:noFill/>
          <a:ln>
            <a:noFill/>
          </a:ln>
        </p:spPr>
      </p:pic>
      <p:sp>
        <p:nvSpPr>
          <p:cNvPr id="3024" name="Google Shape;3024;p25"/>
          <p:cNvSpPr txBox="1"/>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3025" name="Google Shape;3025;p25"/>
          <p:cNvSpPr txBox="1"/>
          <p:nvPr>
            <p:ph type="subTitle" idx="1"/>
          </p:nvPr>
        </p:nvSpPr>
        <p:spPr>
          <a:xfrm>
            <a:off x="1109152" y="1792350"/>
            <a:ext cx="1986000" cy="635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p:txBody>
      </p:sp>
      <p:sp>
        <p:nvSpPr>
          <p:cNvPr id="3026" name="Google Shape;3026;p25"/>
          <p:cNvSpPr txBox="1"/>
          <p:nvPr>
            <p:ph type="subTitle" idx="2"/>
          </p:nvPr>
        </p:nvSpPr>
        <p:spPr>
          <a:xfrm>
            <a:off x="3579000" y="1792350"/>
            <a:ext cx="1986000" cy="635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p:txBody>
      </p:sp>
      <p:sp>
        <p:nvSpPr>
          <p:cNvPr id="3027" name="Google Shape;3027;p25"/>
          <p:cNvSpPr txBox="1"/>
          <p:nvPr>
            <p:ph type="subTitle" idx="3"/>
          </p:nvPr>
        </p:nvSpPr>
        <p:spPr>
          <a:xfrm>
            <a:off x="1109152" y="3222575"/>
            <a:ext cx="1986000" cy="635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p:txBody>
      </p:sp>
      <p:sp>
        <p:nvSpPr>
          <p:cNvPr id="3028" name="Google Shape;3028;p25"/>
          <p:cNvSpPr txBox="1"/>
          <p:nvPr>
            <p:ph type="subTitle" idx="4"/>
          </p:nvPr>
        </p:nvSpPr>
        <p:spPr>
          <a:xfrm>
            <a:off x="3579000" y="3222575"/>
            <a:ext cx="1986000" cy="635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p:txBody>
      </p:sp>
      <p:sp>
        <p:nvSpPr>
          <p:cNvPr id="3029" name="Google Shape;3029;p25"/>
          <p:cNvSpPr txBox="1"/>
          <p:nvPr>
            <p:ph type="subTitle" idx="5"/>
          </p:nvPr>
        </p:nvSpPr>
        <p:spPr>
          <a:xfrm>
            <a:off x="6048848" y="1792350"/>
            <a:ext cx="1986000" cy="635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p:txBody>
      </p:sp>
      <p:sp>
        <p:nvSpPr>
          <p:cNvPr id="3030" name="Google Shape;3030;p25"/>
          <p:cNvSpPr txBox="1"/>
          <p:nvPr>
            <p:ph type="subTitle" idx="6"/>
          </p:nvPr>
        </p:nvSpPr>
        <p:spPr>
          <a:xfrm>
            <a:off x="6048848" y="3222575"/>
            <a:ext cx="1986000" cy="635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p:txBody>
      </p:sp>
      <p:sp>
        <p:nvSpPr>
          <p:cNvPr id="3031" name="Google Shape;3031;p25"/>
          <p:cNvSpPr txBox="1"/>
          <p:nvPr>
            <p:ph type="subTitle" idx="7"/>
          </p:nvPr>
        </p:nvSpPr>
        <p:spPr>
          <a:xfrm>
            <a:off x="1113052" y="1415333"/>
            <a:ext cx="1978200" cy="4926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Font typeface="Bebas Neue" panose="020B0606020202050201"/>
              <a:buNone/>
              <a:defRPr sz="2400">
                <a:solidFill>
                  <a:schemeClr val="dk1"/>
                </a:solidFill>
                <a:latin typeface="Averia Serif Libre" panose="02000603000000000004"/>
                <a:ea typeface="Averia Serif Libre" panose="02000603000000000004"/>
                <a:cs typeface="Averia Serif Libre" panose="02000603000000000004"/>
                <a:sym typeface="Averia Serif Libre" panose="02000603000000000004"/>
              </a:defRPr>
            </a:lvl1pPr>
            <a:lvl2pPr lvl="1"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2pPr>
            <a:lvl3pPr lvl="2"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3pPr>
            <a:lvl4pPr lvl="3"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4pPr>
            <a:lvl5pPr lvl="4"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5pPr>
            <a:lvl6pPr lvl="5"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6pPr>
            <a:lvl7pPr lvl="6"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7pPr>
            <a:lvl8pPr lvl="7"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8pPr>
            <a:lvl9pPr lvl="8"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9pPr>
          </a:lstStyle>
          <a:p/>
        </p:txBody>
      </p:sp>
      <p:sp>
        <p:nvSpPr>
          <p:cNvPr id="3032" name="Google Shape;3032;p25"/>
          <p:cNvSpPr txBox="1"/>
          <p:nvPr>
            <p:ph type="subTitle" idx="8"/>
          </p:nvPr>
        </p:nvSpPr>
        <p:spPr>
          <a:xfrm>
            <a:off x="3582900" y="1415333"/>
            <a:ext cx="1978200" cy="4926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Font typeface="Bebas Neue" panose="020B0606020202050201"/>
              <a:buNone/>
              <a:defRPr sz="2400">
                <a:solidFill>
                  <a:schemeClr val="dk1"/>
                </a:solidFill>
                <a:latin typeface="Averia Serif Libre" panose="02000603000000000004"/>
                <a:ea typeface="Averia Serif Libre" panose="02000603000000000004"/>
                <a:cs typeface="Averia Serif Libre" panose="02000603000000000004"/>
                <a:sym typeface="Averia Serif Libre" panose="02000603000000000004"/>
              </a:defRPr>
            </a:lvl1pPr>
            <a:lvl2pPr lvl="1"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2pPr>
            <a:lvl3pPr lvl="2"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3pPr>
            <a:lvl4pPr lvl="3"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4pPr>
            <a:lvl5pPr lvl="4"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5pPr>
            <a:lvl6pPr lvl="5"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6pPr>
            <a:lvl7pPr lvl="6"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7pPr>
            <a:lvl8pPr lvl="7"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8pPr>
            <a:lvl9pPr lvl="8"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9pPr>
          </a:lstStyle>
          <a:p/>
        </p:txBody>
      </p:sp>
      <p:sp>
        <p:nvSpPr>
          <p:cNvPr id="3033" name="Google Shape;3033;p25"/>
          <p:cNvSpPr txBox="1"/>
          <p:nvPr>
            <p:ph type="subTitle" idx="9"/>
          </p:nvPr>
        </p:nvSpPr>
        <p:spPr>
          <a:xfrm>
            <a:off x="6052748" y="1415333"/>
            <a:ext cx="1978200" cy="4926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Font typeface="Bebas Neue" panose="020B0606020202050201"/>
              <a:buNone/>
              <a:defRPr sz="2400">
                <a:solidFill>
                  <a:schemeClr val="dk1"/>
                </a:solidFill>
                <a:latin typeface="Averia Serif Libre" panose="02000603000000000004"/>
                <a:ea typeface="Averia Serif Libre" panose="02000603000000000004"/>
                <a:cs typeface="Averia Serif Libre" panose="02000603000000000004"/>
                <a:sym typeface="Averia Serif Libre" panose="02000603000000000004"/>
              </a:defRPr>
            </a:lvl1pPr>
            <a:lvl2pPr lvl="1"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2pPr>
            <a:lvl3pPr lvl="2"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3pPr>
            <a:lvl4pPr lvl="3"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4pPr>
            <a:lvl5pPr lvl="4"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5pPr>
            <a:lvl6pPr lvl="5"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6pPr>
            <a:lvl7pPr lvl="6"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7pPr>
            <a:lvl8pPr lvl="7"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8pPr>
            <a:lvl9pPr lvl="8"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9pPr>
          </a:lstStyle>
          <a:p/>
        </p:txBody>
      </p:sp>
      <p:sp>
        <p:nvSpPr>
          <p:cNvPr id="3034" name="Google Shape;3034;p25"/>
          <p:cNvSpPr txBox="1"/>
          <p:nvPr>
            <p:ph type="subTitle" idx="13"/>
          </p:nvPr>
        </p:nvSpPr>
        <p:spPr>
          <a:xfrm>
            <a:off x="1113052" y="2845534"/>
            <a:ext cx="1978200" cy="4926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Font typeface="Bebas Neue" panose="020B0606020202050201"/>
              <a:buNone/>
              <a:defRPr sz="2400">
                <a:solidFill>
                  <a:schemeClr val="dk1"/>
                </a:solidFill>
                <a:latin typeface="Averia Serif Libre" panose="02000603000000000004"/>
                <a:ea typeface="Averia Serif Libre" panose="02000603000000000004"/>
                <a:cs typeface="Averia Serif Libre" panose="02000603000000000004"/>
                <a:sym typeface="Averia Serif Libre" panose="02000603000000000004"/>
              </a:defRPr>
            </a:lvl1pPr>
            <a:lvl2pPr lvl="1"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2pPr>
            <a:lvl3pPr lvl="2"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3pPr>
            <a:lvl4pPr lvl="3"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4pPr>
            <a:lvl5pPr lvl="4"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5pPr>
            <a:lvl6pPr lvl="5"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6pPr>
            <a:lvl7pPr lvl="6"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7pPr>
            <a:lvl8pPr lvl="7"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8pPr>
            <a:lvl9pPr lvl="8"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9pPr>
          </a:lstStyle>
          <a:p/>
        </p:txBody>
      </p:sp>
      <p:sp>
        <p:nvSpPr>
          <p:cNvPr id="3035" name="Google Shape;3035;p25"/>
          <p:cNvSpPr txBox="1"/>
          <p:nvPr>
            <p:ph type="subTitle" idx="14"/>
          </p:nvPr>
        </p:nvSpPr>
        <p:spPr>
          <a:xfrm>
            <a:off x="3582900" y="2845534"/>
            <a:ext cx="1978200" cy="4926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Font typeface="Bebas Neue" panose="020B0606020202050201"/>
              <a:buNone/>
              <a:defRPr sz="2400">
                <a:solidFill>
                  <a:schemeClr val="dk1"/>
                </a:solidFill>
                <a:latin typeface="Averia Serif Libre" panose="02000603000000000004"/>
                <a:ea typeface="Averia Serif Libre" panose="02000603000000000004"/>
                <a:cs typeface="Averia Serif Libre" panose="02000603000000000004"/>
                <a:sym typeface="Averia Serif Libre" panose="02000603000000000004"/>
              </a:defRPr>
            </a:lvl1pPr>
            <a:lvl2pPr lvl="1"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2pPr>
            <a:lvl3pPr lvl="2"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3pPr>
            <a:lvl4pPr lvl="3"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4pPr>
            <a:lvl5pPr lvl="4"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5pPr>
            <a:lvl6pPr lvl="5"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6pPr>
            <a:lvl7pPr lvl="6"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7pPr>
            <a:lvl8pPr lvl="7"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8pPr>
            <a:lvl9pPr lvl="8"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9pPr>
          </a:lstStyle>
          <a:p/>
        </p:txBody>
      </p:sp>
      <p:sp>
        <p:nvSpPr>
          <p:cNvPr id="3036" name="Google Shape;3036;p25"/>
          <p:cNvSpPr txBox="1"/>
          <p:nvPr>
            <p:ph type="subTitle" idx="15"/>
          </p:nvPr>
        </p:nvSpPr>
        <p:spPr>
          <a:xfrm>
            <a:off x="6052748" y="2845534"/>
            <a:ext cx="1978200" cy="4926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Font typeface="Bebas Neue" panose="020B0606020202050201"/>
              <a:buNone/>
              <a:defRPr sz="2400">
                <a:solidFill>
                  <a:schemeClr val="dk1"/>
                </a:solidFill>
                <a:latin typeface="Averia Serif Libre" panose="02000603000000000004"/>
                <a:ea typeface="Averia Serif Libre" panose="02000603000000000004"/>
                <a:cs typeface="Averia Serif Libre" panose="02000603000000000004"/>
                <a:sym typeface="Averia Serif Libre" panose="02000603000000000004"/>
              </a:defRPr>
            </a:lvl1pPr>
            <a:lvl2pPr lvl="1"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2pPr>
            <a:lvl3pPr lvl="2"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3pPr>
            <a:lvl4pPr lvl="3"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4pPr>
            <a:lvl5pPr lvl="4"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5pPr>
            <a:lvl6pPr lvl="5"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6pPr>
            <a:lvl7pPr lvl="6"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7pPr>
            <a:lvl8pPr lvl="7"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8pPr>
            <a:lvl9pPr lvl="8"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9pPr>
          </a:lstStyle>
          <a:p/>
        </p:txBody>
      </p:sp>
      <p:grpSp>
        <p:nvGrpSpPr>
          <p:cNvPr id="3037" name="Google Shape;3037;p25"/>
          <p:cNvGrpSpPr/>
          <p:nvPr/>
        </p:nvGrpSpPr>
        <p:grpSpPr>
          <a:xfrm>
            <a:off x="181126" y="4713123"/>
            <a:ext cx="773903" cy="308152"/>
            <a:chOff x="-1595374" y="1392648"/>
            <a:chExt cx="773903" cy="308152"/>
          </a:xfrm>
        </p:grpSpPr>
        <p:sp>
          <p:nvSpPr>
            <p:cNvPr id="3038" name="Google Shape;3038;p25"/>
            <p:cNvSpPr/>
            <p:nvPr/>
          </p:nvSpPr>
          <p:spPr>
            <a:xfrm rot="-382644" flipH="1">
              <a:off x="-1249523" y="1431010"/>
              <a:ext cx="415668" cy="246134"/>
            </a:xfrm>
            <a:custGeom>
              <a:avLst/>
              <a:gdLst/>
              <a:ahLst/>
              <a:cxnLst/>
              <a:rect l="l" t="t" r="r" b="b"/>
              <a:pathLst>
                <a:path w="18450" h="10925" extrusionOk="0">
                  <a:moveTo>
                    <a:pt x="6115" y="0"/>
                  </a:moveTo>
                  <a:cubicBezTo>
                    <a:pt x="6078" y="0"/>
                    <a:pt x="6041" y="3"/>
                    <a:pt x="6004" y="9"/>
                  </a:cubicBezTo>
                  <a:lnTo>
                    <a:pt x="5671" y="9"/>
                  </a:lnTo>
                  <a:lnTo>
                    <a:pt x="5371" y="42"/>
                  </a:lnTo>
                  <a:cubicBezTo>
                    <a:pt x="5171" y="109"/>
                    <a:pt x="4937" y="143"/>
                    <a:pt x="4770" y="209"/>
                  </a:cubicBezTo>
                  <a:cubicBezTo>
                    <a:pt x="4603" y="276"/>
                    <a:pt x="4403" y="343"/>
                    <a:pt x="4237" y="443"/>
                  </a:cubicBezTo>
                  <a:cubicBezTo>
                    <a:pt x="4070" y="476"/>
                    <a:pt x="3903" y="610"/>
                    <a:pt x="3736" y="710"/>
                  </a:cubicBezTo>
                  <a:cubicBezTo>
                    <a:pt x="3569" y="810"/>
                    <a:pt x="3436" y="976"/>
                    <a:pt x="3336" y="1110"/>
                  </a:cubicBezTo>
                  <a:cubicBezTo>
                    <a:pt x="3202" y="1210"/>
                    <a:pt x="3069" y="1343"/>
                    <a:pt x="3002" y="1510"/>
                  </a:cubicBezTo>
                  <a:cubicBezTo>
                    <a:pt x="2602" y="2111"/>
                    <a:pt x="2335" y="2678"/>
                    <a:pt x="2068" y="3178"/>
                  </a:cubicBezTo>
                  <a:cubicBezTo>
                    <a:pt x="1835" y="3678"/>
                    <a:pt x="1568" y="4045"/>
                    <a:pt x="1268" y="4346"/>
                  </a:cubicBezTo>
                  <a:cubicBezTo>
                    <a:pt x="1201" y="4379"/>
                    <a:pt x="1168" y="4479"/>
                    <a:pt x="1068" y="4512"/>
                  </a:cubicBezTo>
                  <a:cubicBezTo>
                    <a:pt x="1001" y="4546"/>
                    <a:pt x="934" y="4612"/>
                    <a:pt x="867" y="4646"/>
                  </a:cubicBezTo>
                  <a:cubicBezTo>
                    <a:pt x="734" y="4712"/>
                    <a:pt x="601" y="4779"/>
                    <a:pt x="534" y="4813"/>
                  </a:cubicBezTo>
                  <a:cubicBezTo>
                    <a:pt x="334" y="4879"/>
                    <a:pt x="200" y="4879"/>
                    <a:pt x="200" y="4879"/>
                  </a:cubicBezTo>
                  <a:cubicBezTo>
                    <a:pt x="9" y="4943"/>
                    <a:pt x="1" y="5282"/>
                    <a:pt x="234" y="5282"/>
                  </a:cubicBezTo>
                  <a:cubicBezTo>
                    <a:pt x="244" y="5282"/>
                    <a:pt x="256" y="5281"/>
                    <a:pt x="267" y="5280"/>
                  </a:cubicBezTo>
                  <a:cubicBezTo>
                    <a:pt x="267" y="5280"/>
                    <a:pt x="400" y="5280"/>
                    <a:pt x="667" y="5179"/>
                  </a:cubicBezTo>
                  <a:cubicBezTo>
                    <a:pt x="767" y="5146"/>
                    <a:pt x="901" y="5146"/>
                    <a:pt x="1068" y="5013"/>
                  </a:cubicBezTo>
                  <a:cubicBezTo>
                    <a:pt x="1168" y="4979"/>
                    <a:pt x="1234" y="4879"/>
                    <a:pt x="1334" y="4846"/>
                  </a:cubicBezTo>
                  <a:cubicBezTo>
                    <a:pt x="1401" y="4779"/>
                    <a:pt x="1501" y="4712"/>
                    <a:pt x="1568" y="4646"/>
                  </a:cubicBezTo>
                  <a:cubicBezTo>
                    <a:pt x="1902" y="4346"/>
                    <a:pt x="2202" y="3879"/>
                    <a:pt x="2502" y="3378"/>
                  </a:cubicBezTo>
                  <a:cubicBezTo>
                    <a:pt x="2769" y="2878"/>
                    <a:pt x="3069" y="2311"/>
                    <a:pt x="3436" y="1810"/>
                  </a:cubicBezTo>
                  <a:cubicBezTo>
                    <a:pt x="3536" y="1677"/>
                    <a:pt x="3669" y="1544"/>
                    <a:pt x="3736" y="1443"/>
                  </a:cubicBezTo>
                  <a:cubicBezTo>
                    <a:pt x="3870" y="1343"/>
                    <a:pt x="4003" y="1210"/>
                    <a:pt x="4103" y="1143"/>
                  </a:cubicBezTo>
                  <a:cubicBezTo>
                    <a:pt x="4237" y="1043"/>
                    <a:pt x="4370" y="943"/>
                    <a:pt x="4537" y="876"/>
                  </a:cubicBezTo>
                  <a:cubicBezTo>
                    <a:pt x="4670" y="843"/>
                    <a:pt x="4837" y="776"/>
                    <a:pt x="5004" y="710"/>
                  </a:cubicBezTo>
                  <a:cubicBezTo>
                    <a:pt x="5319" y="615"/>
                    <a:pt x="5641" y="550"/>
                    <a:pt x="5942" y="550"/>
                  </a:cubicBezTo>
                  <a:cubicBezTo>
                    <a:pt x="6280" y="550"/>
                    <a:pt x="6592" y="632"/>
                    <a:pt x="6838" y="843"/>
                  </a:cubicBezTo>
                  <a:cubicBezTo>
                    <a:pt x="7072" y="1043"/>
                    <a:pt x="7239" y="1343"/>
                    <a:pt x="7405" y="1644"/>
                  </a:cubicBezTo>
                  <a:cubicBezTo>
                    <a:pt x="7572" y="1944"/>
                    <a:pt x="7706" y="2277"/>
                    <a:pt x="7872" y="2611"/>
                  </a:cubicBezTo>
                  <a:cubicBezTo>
                    <a:pt x="8206" y="3211"/>
                    <a:pt x="8573" y="3945"/>
                    <a:pt x="9173" y="4379"/>
                  </a:cubicBezTo>
                  <a:cubicBezTo>
                    <a:pt x="9407" y="4646"/>
                    <a:pt x="9774" y="4813"/>
                    <a:pt x="10174" y="4946"/>
                  </a:cubicBezTo>
                  <a:cubicBezTo>
                    <a:pt x="10443" y="4995"/>
                    <a:pt x="10729" y="5026"/>
                    <a:pt x="11034" y="5026"/>
                  </a:cubicBezTo>
                  <a:cubicBezTo>
                    <a:pt x="11145" y="5026"/>
                    <a:pt x="11259" y="5022"/>
                    <a:pt x="11375" y="5013"/>
                  </a:cubicBezTo>
                  <a:cubicBezTo>
                    <a:pt x="12176" y="4946"/>
                    <a:pt x="12909" y="4612"/>
                    <a:pt x="13543" y="4546"/>
                  </a:cubicBezTo>
                  <a:cubicBezTo>
                    <a:pt x="13877" y="4546"/>
                    <a:pt x="14110" y="4646"/>
                    <a:pt x="14344" y="4846"/>
                  </a:cubicBezTo>
                  <a:cubicBezTo>
                    <a:pt x="14577" y="5046"/>
                    <a:pt x="14744" y="5346"/>
                    <a:pt x="14877" y="5680"/>
                  </a:cubicBezTo>
                  <a:cubicBezTo>
                    <a:pt x="15011" y="6013"/>
                    <a:pt x="15111" y="6347"/>
                    <a:pt x="15211" y="6681"/>
                  </a:cubicBezTo>
                  <a:cubicBezTo>
                    <a:pt x="15278" y="6981"/>
                    <a:pt x="15344" y="7314"/>
                    <a:pt x="15378" y="7648"/>
                  </a:cubicBezTo>
                  <a:cubicBezTo>
                    <a:pt x="15445" y="8315"/>
                    <a:pt x="15545" y="8949"/>
                    <a:pt x="15745" y="9516"/>
                  </a:cubicBezTo>
                  <a:cubicBezTo>
                    <a:pt x="15912" y="10083"/>
                    <a:pt x="16245" y="10617"/>
                    <a:pt x="16745" y="10817"/>
                  </a:cubicBezTo>
                  <a:cubicBezTo>
                    <a:pt x="16950" y="10899"/>
                    <a:pt x="17132" y="10925"/>
                    <a:pt x="17294" y="10925"/>
                  </a:cubicBezTo>
                  <a:cubicBezTo>
                    <a:pt x="17529" y="10925"/>
                    <a:pt x="17722" y="10870"/>
                    <a:pt x="17880" y="10850"/>
                  </a:cubicBezTo>
                  <a:lnTo>
                    <a:pt x="18247" y="10717"/>
                  </a:lnTo>
                  <a:cubicBezTo>
                    <a:pt x="18449" y="10641"/>
                    <a:pt x="18421" y="10449"/>
                    <a:pt x="18279" y="10449"/>
                  </a:cubicBezTo>
                  <a:cubicBezTo>
                    <a:pt x="18234" y="10449"/>
                    <a:pt x="18177" y="10469"/>
                    <a:pt x="18113" y="10517"/>
                  </a:cubicBezTo>
                  <a:cubicBezTo>
                    <a:pt x="18113" y="10517"/>
                    <a:pt x="18013" y="10550"/>
                    <a:pt x="17780" y="10617"/>
                  </a:cubicBezTo>
                  <a:cubicBezTo>
                    <a:pt x="17690" y="10632"/>
                    <a:pt x="17581" y="10647"/>
                    <a:pt x="17457" y="10647"/>
                  </a:cubicBezTo>
                  <a:cubicBezTo>
                    <a:pt x="17304" y="10647"/>
                    <a:pt x="17130" y="10624"/>
                    <a:pt x="16946" y="10550"/>
                  </a:cubicBezTo>
                  <a:cubicBezTo>
                    <a:pt x="16612" y="10450"/>
                    <a:pt x="16379" y="10016"/>
                    <a:pt x="16212" y="9516"/>
                  </a:cubicBezTo>
                  <a:cubicBezTo>
                    <a:pt x="16045" y="9016"/>
                    <a:pt x="16012" y="8382"/>
                    <a:pt x="15912" y="7715"/>
                  </a:cubicBezTo>
                  <a:cubicBezTo>
                    <a:pt x="15878" y="7381"/>
                    <a:pt x="15845" y="7014"/>
                    <a:pt x="15745" y="6647"/>
                  </a:cubicBezTo>
                  <a:cubicBezTo>
                    <a:pt x="15678" y="6280"/>
                    <a:pt x="15578" y="5947"/>
                    <a:pt x="15411" y="5546"/>
                  </a:cubicBezTo>
                  <a:cubicBezTo>
                    <a:pt x="15278" y="5213"/>
                    <a:pt x="15078" y="4846"/>
                    <a:pt x="14777" y="4512"/>
                  </a:cubicBezTo>
                  <a:cubicBezTo>
                    <a:pt x="14611" y="4379"/>
                    <a:pt x="14410" y="4212"/>
                    <a:pt x="14210" y="4145"/>
                  </a:cubicBezTo>
                  <a:cubicBezTo>
                    <a:pt x="14010" y="4045"/>
                    <a:pt x="13743" y="4012"/>
                    <a:pt x="13543" y="4012"/>
                  </a:cubicBezTo>
                  <a:cubicBezTo>
                    <a:pt x="13110" y="4012"/>
                    <a:pt x="12743" y="4145"/>
                    <a:pt x="12376" y="4212"/>
                  </a:cubicBezTo>
                  <a:cubicBezTo>
                    <a:pt x="12009" y="4312"/>
                    <a:pt x="11675" y="4379"/>
                    <a:pt x="11342" y="4446"/>
                  </a:cubicBezTo>
                  <a:cubicBezTo>
                    <a:pt x="11260" y="4454"/>
                    <a:pt x="11179" y="4458"/>
                    <a:pt x="11099" y="4458"/>
                  </a:cubicBezTo>
                  <a:cubicBezTo>
                    <a:pt x="10549" y="4458"/>
                    <a:pt x="10023" y="4265"/>
                    <a:pt x="9674" y="3945"/>
                  </a:cubicBezTo>
                  <a:cubicBezTo>
                    <a:pt x="9207" y="3545"/>
                    <a:pt x="8873" y="2978"/>
                    <a:pt x="8540" y="2344"/>
                  </a:cubicBezTo>
                  <a:cubicBezTo>
                    <a:pt x="8373" y="2011"/>
                    <a:pt x="8239" y="1677"/>
                    <a:pt x="8039" y="1343"/>
                  </a:cubicBezTo>
                  <a:cubicBezTo>
                    <a:pt x="7839" y="1010"/>
                    <a:pt x="7606" y="676"/>
                    <a:pt x="7239" y="376"/>
                  </a:cubicBezTo>
                  <a:cubicBezTo>
                    <a:pt x="7172" y="343"/>
                    <a:pt x="7072" y="276"/>
                    <a:pt x="6938" y="209"/>
                  </a:cubicBezTo>
                  <a:cubicBezTo>
                    <a:pt x="6872" y="176"/>
                    <a:pt x="6772" y="143"/>
                    <a:pt x="6672" y="109"/>
                  </a:cubicBezTo>
                  <a:cubicBezTo>
                    <a:pt x="6454" y="55"/>
                    <a:pt x="6280" y="0"/>
                    <a:pt x="61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39" name="Google Shape;3039;p25"/>
            <p:cNvSpPr/>
            <p:nvPr/>
          </p:nvSpPr>
          <p:spPr>
            <a:xfrm rot="-382644" flipH="1">
              <a:off x="-1581599" y="1412392"/>
              <a:ext cx="370474" cy="268663"/>
            </a:xfrm>
            <a:custGeom>
              <a:avLst/>
              <a:gdLst/>
              <a:ahLst/>
              <a:cxnLst/>
              <a:rect l="l" t="t" r="r" b="b"/>
              <a:pathLst>
                <a:path w="16444" h="11925" extrusionOk="0">
                  <a:moveTo>
                    <a:pt x="5749" y="1"/>
                  </a:moveTo>
                  <a:cubicBezTo>
                    <a:pt x="5525" y="1"/>
                    <a:pt x="5304" y="29"/>
                    <a:pt x="5104" y="47"/>
                  </a:cubicBezTo>
                  <a:cubicBezTo>
                    <a:pt x="4904" y="80"/>
                    <a:pt x="4670" y="114"/>
                    <a:pt x="4503" y="147"/>
                  </a:cubicBezTo>
                  <a:cubicBezTo>
                    <a:pt x="4336" y="214"/>
                    <a:pt x="4136" y="314"/>
                    <a:pt x="3970" y="414"/>
                  </a:cubicBezTo>
                  <a:cubicBezTo>
                    <a:pt x="3269" y="848"/>
                    <a:pt x="2902" y="1548"/>
                    <a:pt x="2635" y="2115"/>
                  </a:cubicBezTo>
                  <a:cubicBezTo>
                    <a:pt x="2402" y="2716"/>
                    <a:pt x="2235" y="3283"/>
                    <a:pt x="2001" y="3783"/>
                  </a:cubicBezTo>
                  <a:cubicBezTo>
                    <a:pt x="1801" y="4283"/>
                    <a:pt x="1601" y="4717"/>
                    <a:pt x="1334" y="4950"/>
                  </a:cubicBezTo>
                  <a:cubicBezTo>
                    <a:pt x="1101" y="5217"/>
                    <a:pt x="834" y="5284"/>
                    <a:pt x="634" y="5317"/>
                  </a:cubicBezTo>
                  <a:lnTo>
                    <a:pt x="334" y="5317"/>
                  </a:lnTo>
                  <a:cubicBezTo>
                    <a:pt x="100" y="5317"/>
                    <a:pt x="0" y="5651"/>
                    <a:pt x="300" y="5718"/>
                  </a:cubicBezTo>
                  <a:lnTo>
                    <a:pt x="667" y="5718"/>
                  </a:lnTo>
                  <a:cubicBezTo>
                    <a:pt x="934" y="5718"/>
                    <a:pt x="1301" y="5618"/>
                    <a:pt x="1635" y="5284"/>
                  </a:cubicBezTo>
                  <a:cubicBezTo>
                    <a:pt x="2302" y="4650"/>
                    <a:pt x="2602" y="3483"/>
                    <a:pt x="3102" y="2382"/>
                  </a:cubicBezTo>
                  <a:cubicBezTo>
                    <a:pt x="3336" y="1782"/>
                    <a:pt x="3669" y="1248"/>
                    <a:pt x="4236" y="948"/>
                  </a:cubicBezTo>
                  <a:cubicBezTo>
                    <a:pt x="4336" y="881"/>
                    <a:pt x="4470" y="848"/>
                    <a:pt x="4637" y="781"/>
                  </a:cubicBezTo>
                  <a:cubicBezTo>
                    <a:pt x="4770" y="747"/>
                    <a:pt x="4937" y="747"/>
                    <a:pt x="5104" y="714"/>
                  </a:cubicBezTo>
                  <a:cubicBezTo>
                    <a:pt x="5437" y="714"/>
                    <a:pt x="5737" y="714"/>
                    <a:pt x="6004" y="781"/>
                  </a:cubicBezTo>
                  <a:cubicBezTo>
                    <a:pt x="6571" y="948"/>
                    <a:pt x="6972" y="1448"/>
                    <a:pt x="7272" y="2048"/>
                  </a:cubicBezTo>
                  <a:cubicBezTo>
                    <a:pt x="7572" y="2615"/>
                    <a:pt x="7806" y="3249"/>
                    <a:pt x="8106" y="3816"/>
                  </a:cubicBezTo>
                  <a:cubicBezTo>
                    <a:pt x="8239" y="4083"/>
                    <a:pt x="8439" y="4383"/>
                    <a:pt x="8506" y="4483"/>
                  </a:cubicBezTo>
                  <a:lnTo>
                    <a:pt x="8506" y="4450"/>
                  </a:lnTo>
                  <a:cubicBezTo>
                    <a:pt x="8640" y="4584"/>
                    <a:pt x="8740" y="4750"/>
                    <a:pt x="8840" y="4884"/>
                  </a:cubicBezTo>
                  <a:cubicBezTo>
                    <a:pt x="8973" y="4984"/>
                    <a:pt x="9107" y="5117"/>
                    <a:pt x="9273" y="5251"/>
                  </a:cubicBezTo>
                  <a:cubicBezTo>
                    <a:pt x="9574" y="5451"/>
                    <a:pt x="9940" y="5618"/>
                    <a:pt x="10307" y="5718"/>
                  </a:cubicBezTo>
                  <a:cubicBezTo>
                    <a:pt x="11075" y="5884"/>
                    <a:pt x="11775" y="5784"/>
                    <a:pt x="12342" y="5918"/>
                  </a:cubicBezTo>
                  <a:cubicBezTo>
                    <a:pt x="12642" y="5985"/>
                    <a:pt x="12909" y="6118"/>
                    <a:pt x="13109" y="6285"/>
                  </a:cubicBezTo>
                  <a:cubicBezTo>
                    <a:pt x="13310" y="6485"/>
                    <a:pt x="13510" y="6752"/>
                    <a:pt x="13643" y="6985"/>
                  </a:cubicBezTo>
                  <a:cubicBezTo>
                    <a:pt x="13943" y="7519"/>
                    <a:pt x="14010" y="8086"/>
                    <a:pt x="14010" y="8653"/>
                  </a:cubicBezTo>
                  <a:cubicBezTo>
                    <a:pt x="14010" y="9254"/>
                    <a:pt x="13943" y="9854"/>
                    <a:pt x="14110" y="10388"/>
                  </a:cubicBezTo>
                  <a:cubicBezTo>
                    <a:pt x="14143" y="10521"/>
                    <a:pt x="14244" y="10621"/>
                    <a:pt x="14277" y="10755"/>
                  </a:cubicBezTo>
                  <a:cubicBezTo>
                    <a:pt x="14310" y="10888"/>
                    <a:pt x="14410" y="10988"/>
                    <a:pt x="14477" y="11088"/>
                  </a:cubicBezTo>
                  <a:cubicBezTo>
                    <a:pt x="14644" y="11255"/>
                    <a:pt x="14811" y="11422"/>
                    <a:pt x="14977" y="11522"/>
                  </a:cubicBezTo>
                  <a:cubicBezTo>
                    <a:pt x="15144" y="11589"/>
                    <a:pt x="15311" y="11689"/>
                    <a:pt x="15444" y="11722"/>
                  </a:cubicBezTo>
                  <a:cubicBezTo>
                    <a:pt x="15611" y="11755"/>
                    <a:pt x="15745" y="11822"/>
                    <a:pt x="15811" y="11822"/>
                  </a:cubicBezTo>
                  <a:cubicBezTo>
                    <a:pt x="15978" y="11889"/>
                    <a:pt x="16112" y="11922"/>
                    <a:pt x="16112" y="11922"/>
                  </a:cubicBezTo>
                  <a:cubicBezTo>
                    <a:pt x="16129" y="11924"/>
                    <a:pt x="16145" y="11925"/>
                    <a:pt x="16161" y="11925"/>
                  </a:cubicBezTo>
                  <a:cubicBezTo>
                    <a:pt x="16415" y="11925"/>
                    <a:pt x="16443" y="11679"/>
                    <a:pt x="16412" y="11522"/>
                  </a:cubicBezTo>
                  <a:cubicBezTo>
                    <a:pt x="16412" y="11522"/>
                    <a:pt x="16278" y="11455"/>
                    <a:pt x="16112" y="11422"/>
                  </a:cubicBezTo>
                  <a:cubicBezTo>
                    <a:pt x="15978" y="11388"/>
                    <a:pt x="15911" y="11322"/>
                    <a:pt x="15778" y="11288"/>
                  </a:cubicBezTo>
                  <a:cubicBezTo>
                    <a:pt x="15645" y="11255"/>
                    <a:pt x="15478" y="11188"/>
                    <a:pt x="15344" y="11088"/>
                  </a:cubicBezTo>
                  <a:cubicBezTo>
                    <a:pt x="15078" y="10921"/>
                    <a:pt x="14777" y="10621"/>
                    <a:pt x="14677" y="10221"/>
                  </a:cubicBezTo>
                  <a:cubicBezTo>
                    <a:pt x="14611" y="9787"/>
                    <a:pt x="14644" y="9254"/>
                    <a:pt x="14677" y="8686"/>
                  </a:cubicBezTo>
                  <a:cubicBezTo>
                    <a:pt x="14677" y="8053"/>
                    <a:pt x="14644" y="7352"/>
                    <a:pt x="14310" y="6718"/>
                  </a:cubicBezTo>
                  <a:cubicBezTo>
                    <a:pt x="14177" y="6418"/>
                    <a:pt x="13977" y="6118"/>
                    <a:pt x="13676" y="5851"/>
                  </a:cubicBezTo>
                  <a:cubicBezTo>
                    <a:pt x="13410" y="5584"/>
                    <a:pt x="13009" y="5384"/>
                    <a:pt x="12642" y="5284"/>
                  </a:cubicBezTo>
                  <a:cubicBezTo>
                    <a:pt x="11909" y="5117"/>
                    <a:pt x="11175" y="5151"/>
                    <a:pt x="10608" y="5051"/>
                  </a:cubicBezTo>
                  <a:cubicBezTo>
                    <a:pt x="10007" y="4884"/>
                    <a:pt x="9574" y="4550"/>
                    <a:pt x="9273" y="4050"/>
                  </a:cubicBezTo>
                  <a:lnTo>
                    <a:pt x="9273" y="4016"/>
                  </a:lnTo>
                  <a:cubicBezTo>
                    <a:pt x="9173" y="3883"/>
                    <a:pt x="9006" y="3683"/>
                    <a:pt x="8906" y="3416"/>
                  </a:cubicBezTo>
                  <a:cubicBezTo>
                    <a:pt x="8606" y="2882"/>
                    <a:pt x="8339" y="2249"/>
                    <a:pt x="8006" y="1615"/>
                  </a:cubicBezTo>
                  <a:cubicBezTo>
                    <a:pt x="7839" y="1348"/>
                    <a:pt x="7639" y="1014"/>
                    <a:pt x="7339" y="714"/>
                  </a:cubicBezTo>
                  <a:cubicBezTo>
                    <a:pt x="7239" y="581"/>
                    <a:pt x="7072" y="447"/>
                    <a:pt x="6905" y="347"/>
                  </a:cubicBezTo>
                  <a:cubicBezTo>
                    <a:pt x="6671" y="214"/>
                    <a:pt x="6505" y="114"/>
                    <a:pt x="6305" y="80"/>
                  </a:cubicBezTo>
                  <a:cubicBezTo>
                    <a:pt x="6123" y="20"/>
                    <a:pt x="5935" y="1"/>
                    <a:pt x="57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40" name="Google Shape;3040;p25"/>
            <p:cNvSpPr/>
            <p:nvPr/>
          </p:nvSpPr>
          <p:spPr>
            <a:xfrm rot="-382644" flipH="1">
              <a:off x="-993544" y="1447030"/>
              <a:ext cx="27058" cy="11287"/>
            </a:xfrm>
            <a:custGeom>
              <a:avLst/>
              <a:gdLst/>
              <a:ahLst/>
              <a:cxnLst/>
              <a:rect l="l" t="t" r="r" b="b"/>
              <a:pathLst>
                <a:path w="1201" h="501" extrusionOk="0">
                  <a:moveTo>
                    <a:pt x="634" y="0"/>
                  </a:moveTo>
                  <a:cubicBezTo>
                    <a:pt x="500" y="0"/>
                    <a:pt x="334" y="0"/>
                    <a:pt x="200" y="34"/>
                  </a:cubicBezTo>
                  <a:cubicBezTo>
                    <a:pt x="100" y="100"/>
                    <a:pt x="0" y="134"/>
                    <a:pt x="0" y="134"/>
                  </a:cubicBezTo>
                  <a:lnTo>
                    <a:pt x="33" y="400"/>
                  </a:lnTo>
                  <a:cubicBezTo>
                    <a:pt x="33" y="400"/>
                    <a:pt x="133" y="400"/>
                    <a:pt x="267" y="434"/>
                  </a:cubicBezTo>
                  <a:cubicBezTo>
                    <a:pt x="367" y="467"/>
                    <a:pt x="500" y="501"/>
                    <a:pt x="600" y="501"/>
                  </a:cubicBezTo>
                  <a:lnTo>
                    <a:pt x="1101" y="501"/>
                  </a:lnTo>
                  <a:cubicBezTo>
                    <a:pt x="1134" y="501"/>
                    <a:pt x="1201" y="300"/>
                    <a:pt x="1168" y="267"/>
                  </a:cubicBezTo>
                  <a:cubicBezTo>
                    <a:pt x="1168" y="267"/>
                    <a:pt x="1134" y="200"/>
                    <a:pt x="1001" y="134"/>
                  </a:cubicBezTo>
                  <a:cubicBezTo>
                    <a:pt x="934" y="100"/>
                    <a:pt x="767" y="0"/>
                    <a:pt x="6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41" name="Google Shape;3041;p25"/>
            <p:cNvSpPr/>
            <p:nvPr/>
          </p:nvSpPr>
          <p:spPr>
            <a:xfrm rot="-382644" flipH="1">
              <a:off x="-998066" y="1467148"/>
              <a:ext cx="27846" cy="12188"/>
            </a:xfrm>
            <a:custGeom>
              <a:avLst/>
              <a:gdLst/>
              <a:ahLst/>
              <a:cxnLst/>
              <a:rect l="l" t="t" r="r" b="b"/>
              <a:pathLst>
                <a:path w="1236" h="541" extrusionOk="0">
                  <a:moveTo>
                    <a:pt x="568" y="0"/>
                  </a:moveTo>
                  <a:cubicBezTo>
                    <a:pt x="368" y="67"/>
                    <a:pt x="1" y="234"/>
                    <a:pt x="1" y="234"/>
                  </a:cubicBezTo>
                  <a:lnTo>
                    <a:pt x="34" y="467"/>
                  </a:lnTo>
                  <a:cubicBezTo>
                    <a:pt x="34" y="467"/>
                    <a:pt x="304" y="541"/>
                    <a:pt x="549" y="541"/>
                  </a:cubicBezTo>
                  <a:cubicBezTo>
                    <a:pt x="590" y="541"/>
                    <a:pt x="630" y="539"/>
                    <a:pt x="668" y="534"/>
                  </a:cubicBezTo>
                  <a:cubicBezTo>
                    <a:pt x="868" y="467"/>
                    <a:pt x="1235" y="367"/>
                    <a:pt x="1235" y="367"/>
                  </a:cubicBezTo>
                  <a:lnTo>
                    <a:pt x="1235" y="101"/>
                  </a:lnTo>
                  <a:cubicBezTo>
                    <a:pt x="1235" y="101"/>
                    <a:pt x="835" y="0"/>
                    <a:pt x="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42" name="Google Shape;3042;p25"/>
            <p:cNvSpPr/>
            <p:nvPr/>
          </p:nvSpPr>
          <p:spPr>
            <a:xfrm rot="-382644" flipH="1">
              <a:off x="-1004874" y="1492836"/>
              <a:ext cx="28567" cy="14599"/>
            </a:xfrm>
            <a:custGeom>
              <a:avLst/>
              <a:gdLst/>
              <a:ahLst/>
              <a:cxnLst/>
              <a:rect l="l" t="t" r="r" b="b"/>
              <a:pathLst>
                <a:path w="1268" h="648" extrusionOk="0">
                  <a:moveTo>
                    <a:pt x="1134" y="0"/>
                  </a:moveTo>
                  <a:cubicBezTo>
                    <a:pt x="1134" y="0"/>
                    <a:pt x="1034" y="0"/>
                    <a:pt x="934" y="34"/>
                  </a:cubicBezTo>
                  <a:cubicBezTo>
                    <a:pt x="801" y="100"/>
                    <a:pt x="634" y="100"/>
                    <a:pt x="534" y="134"/>
                  </a:cubicBezTo>
                  <a:cubicBezTo>
                    <a:pt x="467" y="167"/>
                    <a:pt x="334" y="267"/>
                    <a:pt x="200" y="300"/>
                  </a:cubicBezTo>
                  <a:cubicBezTo>
                    <a:pt x="100" y="334"/>
                    <a:pt x="0" y="367"/>
                    <a:pt x="0" y="367"/>
                  </a:cubicBezTo>
                  <a:lnTo>
                    <a:pt x="34" y="634"/>
                  </a:lnTo>
                  <a:lnTo>
                    <a:pt x="300" y="634"/>
                  </a:lnTo>
                  <a:cubicBezTo>
                    <a:pt x="340" y="644"/>
                    <a:pt x="381" y="648"/>
                    <a:pt x="424" y="648"/>
                  </a:cubicBezTo>
                  <a:cubicBezTo>
                    <a:pt x="526" y="648"/>
                    <a:pt x="630" y="624"/>
                    <a:pt x="701" y="601"/>
                  </a:cubicBezTo>
                  <a:cubicBezTo>
                    <a:pt x="834" y="534"/>
                    <a:pt x="1001" y="467"/>
                    <a:pt x="1101" y="367"/>
                  </a:cubicBezTo>
                  <a:lnTo>
                    <a:pt x="1268" y="200"/>
                  </a:lnTo>
                  <a:lnTo>
                    <a:pt x="11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43" name="Google Shape;3043;p25"/>
            <p:cNvSpPr/>
            <p:nvPr/>
          </p:nvSpPr>
          <p:spPr>
            <a:xfrm rot="-382644" flipH="1">
              <a:off x="-1019953" y="1510116"/>
              <a:ext cx="33839" cy="21065"/>
            </a:xfrm>
            <a:custGeom>
              <a:avLst/>
              <a:gdLst/>
              <a:ahLst/>
              <a:cxnLst/>
              <a:rect l="l" t="t" r="r" b="b"/>
              <a:pathLst>
                <a:path w="1502" h="935" extrusionOk="0">
                  <a:moveTo>
                    <a:pt x="1435" y="1"/>
                  </a:moveTo>
                  <a:cubicBezTo>
                    <a:pt x="1435" y="1"/>
                    <a:pt x="968" y="134"/>
                    <a:pt x="668" y="268"/>
                  </a:cubicBezTo>
                  <a:cubicBezTo>
                    <a:pt x="435" y="434"/>
                    <a:pt x="68" y="735"/>
                    <a:pt x="68" y="735"/>
                  </a:cubicBezTo>
                  <a:cubicBezTo>
                    <a:pt x="1" y="735"/>
                    <a:pt x="134" y="935"/>
                    <a:pt x="134" y="935"/>
                  </a:cubicBezTo>
                  <a:cubicBezTo>
                    <a:pt x="134" y="935"/>
                    <a:pt x="601" y="801"/>
                    <a:pt x="902" y="668"/>
                  </a:cubicBezTo>
                  <a:cubicBezTo>
                    <a:pt x="1135" y="501"/>
                    <a:pt x="1502" y="234"/>
                    <a:pt x="1502" y="234"/>
                  </a:cubicBezTo>
                  <a:cubicBezTo>
                    <a:pt x="1502" y="168"/>
                    <a:pt x="1435" y="1"/>
                    <a:pt x="14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44" name="Google Shape;3044;p25"/>
            <p:cNvSpPr/>
            <p:nvPr/>
          </p:nvSpPr>
          <p:spPr>
            <a:xfrm rot="-382644" flipH="1">
              <a:off x="-1018727" y="1539661"/>
              <a:ext cx="16559" cy="12053"/>
            </a:xfrm>
            <a:custGeom>
              <a:avLst/>
              <a:gdLst/>
              <a:ahLst/>
              <a:cxnLst/>
              <a:rect l="l" t="t" r="r" b="b"/>
              <a:pathLst>
                <a:path w="735" h="535" extrusionOk="0">
                  <a:moveTo>
                    <a:pt x="601" y="0"/>
                  </a:moveTo>
                  <a:cubicBezTo>
                    <a:pt x="601" y="0"/>
                    <a:pt x="368" y="0"/>
                    <a:pt x="268" y="67"/>
                  </a:cubicBezTo>
                  <a:cubicBezTo>
                    <a:pt x="168" y="67"/>
                    <a:pt x="134" y="167"/>
                    <a:pt x="101" y="200"/>
                  </a:cubicBezTo>
                  <a:lnTo>
                    <a:pt x="1" y="301"/>
                  </a:lnTo>
                  <a:cubicBezTo>
                    <a:pt x="1" y="334"/>
                    <a:pt x="101" y="534"/>
                    <a:pt x="101" y="534"/>
                  </a:cubicBezTo>
                  <a:lnTo>
                    <a:pt x="201" y="534"/>
                  </a:lnTo>
                  <a:cubicBezTo>
                    <a:pt x="301" y="534"/>
                    <a:pt x="401" y="534"/>
                    <a:pt x="468" y="501"/>
                  </a:cubicBezTo>
                  <a:cubicBezTo>
                    <a:pt x="601" y="401"/>
                    <a:pt x="735" y="200"/>
                    <a:pt x="735" y="200"/>
                  </a:cubicBezTo>
                  <a:cubicBezTo>
                    <a:pt x="735" y="167"/>
                    <a:pt x="601"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45" name="Google Shape;3045;p25"/>
            <p:cNvSpPr/>
            <p:nvPr/>
          </p:nvSpPr>
          <p:spPr>
            <a:xfrm rot="-382644" flipH="1">
              <a:off x="-1157258" y="1557837"/>
              <a:ext cx="30099" cy="13135"/>
            </a:xfrm>
            <a:custGeom>
              <a:avLst/>
              <a:gdLst/>
              <a:ahLst/>
              <a:cxnLst/>
              <a:rect l="l" t="t" r="r" b="b"/>
              <a:pathLst>
                <a:path w="1336" h="583" extrusionOk="0">
                  <a:moveTo>
                    <a:pt x="934" y="0"/>
                  </a:moveTo>
                  <a:cubicBezTo>
                    <a:pt x="827" y="0"/>
                    <a:pt x="701" y="15"/>
                    <a:pt x="635" y="15"/>
                  </a:cubicBezTo>
                  <a:cubicBezTo>
                    <a:pt x="501" y="48"/>
                    <a:pt x="334" y="149"/>
                    <a:pt x="201" y="215"/>
                  </a:cubicBezTo>
                  <a:cubicBezTo>
                    <a:pt x="68" y="315"/>
                    <a:pt x="1" y="382"/>
                    <a:pt x="1" y="382"/>
                  </a:cubicBezTo>
                  <a:lnTo>
                    <a:pt x="134" y="582"/>
                  </a:lnTo>
                  <a:cubicBezTo>
                    <a:pt x="134" y="582"/>
                    <a:pt x="201" y="582"/>
                    <a:pt x="334" y="549"/>
                  </a:cubicBezTo>
                  <a:cubicBezTo>
                    <a:pt x="468" y="515"/>
                    <a:pt x="568" y="515"/>
                    <a:pt x="701" y="482"/>
                  </a:cubicBezTo>
                  <a:cubicBezTo>
                    <a:pt x="835" y="482"/>
                    <a:pt x="968" y="382"/>
                    <a:pt x="1068" y="382"/>
                  </a:cubicBezTo>
                  <a:cubicBezTo>
                    <a:pt x="1202" y="382"/>
                    <a:pt x="1302" y="349"/>
                    <a:pt x="1302" y="349"/>
                  </a:cubicBezTo>
                  <a:cubicBezTo>
                    <a:pt x="1302" y="315"/>
                    <a:pt x="1335" y="82"/>
                    <a:pt x="1335" y="82"/>
                  </a:cubicBezTo>
                  <a:lnTo>
                    <a:pt x="1068" y="15"/>
                  </a:lnTo>
                  <a:cubicBezTo>
                    <a:pt x="1035" y="4"/>
                    <a:pt x="987" y="0"/>
                    <a:pt x="9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46" name="Google Shape;3046;p25"/>
            <p:cNvSpPr/>
            <p:nvPr/>
          </p:nvSpPr>
          <p:spPr>
            <a:xfrm rot="-382644" flipH="1">
              <a:off x="-1154122" y="1585593"/>
              <a:ext cx="33839" cy="13540"/>
            </a:xfrm>
            <a:custGeom>
              <a:avLst/>
              <a:gdLst/>
              <a:ahLst/>
              <a:cxnLst/>
              <a:rect l="l" t="t" r="r" b="b"/>
              <a:pathLst>
                <a:path w="1502" h="601" extrusionOk="0">
                  <a:moveTo>
                    <a:pt x="1401" y="0"/>
                  </a:moveTo>
                  <a:cubicBezTo>
                    <a:pt x="1401" y="0"/>
                    <a:pt x="967" y="0"/>
                    <a:pt x="667" y="100"/>
                  </a:cubicBezTo>
                  <a:cubicBezTo>
                    <a:pt x="400" y="134"/>
                    <a:pt x="0" y="334"/>
                    <a:pt x="0" y="334"/>
                  </a:cubicBezTo>
                  <a:lnTo>
                    <a:pt x="33" y="601"/>
                  </a:lnTo>
                  <a:cubicBezTo>
                    <a:pt x="33" y="601"/>
                    <a:pt x="500" y="601"/>
                    <a:pt x="801" y="567"/>
                  </a:cubicBezTo>
                  <a:cubicBezTo>
                    <a:pt x="1067" y="501"/>
                    <a:pt x="1501" y="267"/>
                    <a:pt x="1501" y="267"/>
                  </a:cubicBezTo>
                  <a:cubicBezTo>
                    <a:pt x="1501" y="234"/>
                    <a:pt x="1468" y="67"/>
                    <a:pt x="14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47" name="Google Shape;3047;p25"/>
            <p:cNvSpPr/>
            <p:nvPr/>
          </p:nvSpPr>
          <p:spPr>
            <a:xfrm rot="-382644" flipH="1">
              <a:off x="-1151088" y="1614156"/>
              <a:ext cx="24827" cy="11197"/>
            </a:xfrm>
            <a:custGeom>
              <a:avLst/>
              <a:gdLst/>
              <a:ahLst/>
              <a:cxnLst/>
              <a:rect l="l" t="t" r="r" b="b"/>
              <a:pathLst>
                <a:path w="1102" h="497" extrusionOk="0">
                  <a:moveTo>
                    <a:pt x="728" y="0"/>
                  </a:moveTo>
                  <a:cubicBezTo>
                    <a:pt x="649" y="0"/>
                    <a:pt x="567" y="4"/>
                    <a:pt x="501" y="15"/>
                  </a:cubicBezTo>
                  <a:cubicBezTo>
                    <a:pt x="301" y="48"/>
                    <a:pt x="0" y="215"/>
                    <a:pt x="0" y="215"/>
                  </a:cubicBezTo>
                  <a:lnTo>
                    <a:pt x="67" y="482"/>
                  </a:lnTo>
                  <a:cubicBezTo>
                    <a:pt x="67" y="482"/>
                    <a:pt x="215" y="497"/>
                    <a:pt x="373" y="497"/>
                  </a:cubicBezTo>
                  <a:cubicBezTo>
                    <a:pt x="453" y="497"/>
                    <a:pt x="534" y="493"/>
                    <a:pt x="601" y="482"/>
                  </a:cubicBezTo>
                  <a:cubicBezTo>
                    <a:pt x="801" y="415"/>
                    <a:pt x="1101" y="248"/>
                    <a:pt x="1101" y="248"/>
                  </a:cubicBezTo>
                  <a:cubicBezTo>
                    <a:pt x="1101" y="248"/>
                    <a:pt x="1068" y="48"/>
                    <a:pt x="1034" y="15"/>
                  </a:cubicBezTo>
                  <a:cubicBezTo>
                    <a:pt x="1034" y="15"/>
                    <a:pt x="886"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48" name="Google Shape;3048;p25"/>
            <p:cNvSpPr/>
            <p:nvPr/>
          </p:nvSpPr>
          <p:spPr>
            <a:xfrm rot="-382644" flipH="1">
              <a:off x="-1150003" y="1636596"/>
              <a:ext cx="19556" cy="12797"/>
            </a:xfrm>
            <a:custGeom>
              <a:avLst/>
              <a:gdLst/>
              <a:ahLst/>
              <a:cxnLst/>
              <a:rect l="l" t="t" r="r" b="b"/>
              <a:pathLst>
                <a:path w="868" h="568" extrusionOk="0">
                  <a:moveTo>
                    <a:pt x="768" y="0"/>
                  </a:moveTo>
                  <a:cubicBezTo>
                    <a:pt x="768" y="0"/>
                    <a:pt x="468" y="34"/>
                    <a:pt x="334" y="67"/>
                  </a:cubicBezTo>
                  <a:cubicBezTo>
                    <a:pt x="201" y="167"/>
                    <a:pt x="1" y="267"/>
                    <a:pt x="1" y="267"/>
                  </a:cubicBezTo>
                  <a:lnTo>
                    <a:pt x="1" y="534"/>
                  </a:lnTo>
                  <a:cubicBezTo>
                    <a:pt x="1" y="534"/>
                    <a:pt x="34" y="567"/>
                    <a:pt x="167" y="567"/>
                  </a:cubicBezTo>
                  <a:cubicBezTo>
                    <a:pt x="301" y="567"/>
                    <a:pt x="434" y="567"/>
                    <a:pt x="501" y="534"/>
                  </a:cubicBezTo>
                  <a:cubicBezTo>
                    <a:pt x="668" y="434"/>
                    <a:pt x="868" y="234"/>
                    <a:pt x="868" y="234"/>
                  </a:cubicBezTo>
                  <a:cubicBezTo>
                    <a:pt x="868" y="234"/>
                    <a:pt x="801" y="34"/>
                    <a:pt x="7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49" name="Google Shape;3049;p25"/>
            <p:cNvSpPr/>
            <p:nvPr/>
          </p:nvSpPr>
          <p:spPr>
            <a:xfrm rot="-382644" flipH="1">
              <a:off x="-1156117" y="1658230"/>
              <a:ext cx="24084" cy="22552"/>
            </a:xfrm>
            <a:custGeom>
              <a:avLst/>
              <a:gdLst/>
              <a:ahLst/>
              <a:cxnLst/>
              <a:rect l="l" t="t" r="r" b="b"/>
              <a:pathLst>
                <a:path w="1069" h="1001" extrusionOk="0">
                  <a:moveTo>
                    <a:pt x="935" y="0"/>
                  </a:moveTo>
                  <a:cubicBezTo>
                    <a:pt x="935" y="0"/>
                    <a:pt x="835" y="67"/>
                    <a:pt x="735" y="100"/>
                  </a:cubicBezTo>
                  <a:cubicBezTo>
                    <a:pt x="601" y="134"/>
                    <a:pt x="434" y="234"/>
                    <a:pt x="334" y="300"/>
                  </a:cubicBezTo>
                  <a:cubicBezTo>
                    <a:pt x="268" y="434"/>
                    <a:pt x="134" y="567"/>
                    <a:pt x="101" y="667"/>
                  </a:cubicBezTo>
                  <a:cubicBezTo>
                    <a:pt x="67" y="801"/>
                    <a:pt x="1" y="901"/>
                    <a:pt x="1" y="901"/>
                  </a:cubicBezTo>
                  <a:lnTo>
                    <a:pt x="234" y="1001"/>
                  </a:lnTo>
                  <a:cubicBezTo>
                    <a:pt x="234" y="1001"/>
                    <a:pt x="301" y="968"/>
                    <a:pt x="401" y="901"/>
                  </a:cubicBezTo>
                  <a:cubicBezTo>
                    <a:pt x="468" y="801"/>
                    <a:pt x="601" y="767"/>
                    <a:pt x="668" y="667"/>
                  </a:cubicBezTo>
                  <a:cubicBezTo>
                    <a:pt x="768" y="634"/>
                    <a:pt x="835" y="501"/>
                    <a:pt x="935" y="434"/>
                  </a:cubicBezTo>
                  <a:cubicBezTo>
                    <a:pt x="968" y="334"/>
                    <a:pt x="1068" y="267"/>
                    <a:pt x="1068" y="267"/>
                  </a:cubicBezTo>
                  <a:cubicBezTo>
                    <a:pt x="1068" y="267"/>
                    <a:pt x="935" y="10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50" name="Google Shape;3050;p25"/>
            <p:cNvSpPr/>
            <p:nvPr/>
          </p:nvSpPr>
          <p:spPr>
            <a:xfrm rot="-382644" flipH="1">
              <a:off x="-1364576" y="1442827"/>
              <a:ext cx="18812" cy="11287"/>
            </a:xfrm>
            <a:custGeom>
              <a:avLst/>
              <a:gdLst/>
              <a:ahLst/>
              <a:cxnLst/>
              <a:rect l="l" t="t" r="r" b="b"/>
              <a:pathLst>
                <a:path w="835" h="501" extrusionOk="0">
                  <a:moveTo>
                    <a:pt x="468" y="0"/>
                  </a:moveTo>
                  <a:cubicBezTo>
                    <a:pt x="301" y="0"/>
                    <a:pt x="68" y="34"/>
                    <a:pt x="68" y="34"/>
                  </a:cubicBezTo>
                  <a:lnTo>
                    <a:pt x="1" y="301"/>
                  </a:lnTo>
                  <a:cubicBezTo>
                    <a:pt x="1" y="301"/>
                    <a:pt x="234" y="467"/>
                    <a:pt x="401" y="501"/>
                  </a:cubicBezTo>
                  <a:cubicBezTo>
                    <a:pt x="568" y="501"/>
                    <a:pt x="835" y="434"/>
                    <a:pt x="835" y="434"/>
                  </a:cubicBezTo>
                  <a:lnTo>
                    <a:pt x="835" y="167"/>
                  </a:lnTo>
                  <a:cubicBezTo>
                    <a:pt x="835" y="167"/>
                    <a:pt x="601" y="0"/>
                    <a:pt x="4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51" name="Google Shape;3051;p25"/>
            <p:cNvSpPr/>
            <p:nvPr/>
          </p:nvSpPr>
          <p:spPr>
            <a:xfrm rot="-382644" flipH="1">
              <a:off x="-1367489" y="1464116"/>
              <a:ext cx="22574" cy="11287"/>
            </a:xfrm>
            <a:custGeom>
              <a:avLst/>
              <a:gdLst/>
              <a:ahLst/>
              <a:cxnLst/>
              <a:rect l="l" t="t" r="r" b="b"/>
              <a:pathLst>
                <a:path w="1002" h="501" extrusionOk="0">
                  <a:moveTo>
                    <a:pt x="501" y="0"/>
                  </a:moveTo>
                  <a:cubicBezTo>
                    <a:pt x="268" y="0"/>
                    <a:pt x="1" y="100"/>
                    <a:pt x="1" y="100"/>
                  </a:cubicBezTo>
                  <a:lnTo>
                    <a:pt x="1" y="367"/>
                  </a:lnTo>
                  <a:cubicBezTo>
                    <a:pt x="1" y="367"/>
                    <a:pt x="268" y="501"/>
                    <a:pt x="501" y="501"/>
                  </a:cubicBezTo>
                  <a:cubicBezTo>
                    <a:pt x="701" y="501"/>
                    <a:pt x="1001" y="367"/>
                    <a:pt x="1001" y="367"/>
                  </a:cubicBezTo>
                  <a:lnTo>
                    <a:pt x="1001" y="100"/>
                  </a:lnTo>
                  <a:cubicBezTo>
                    <a:pt x="1001" y="100"/>
                    <a:pt x="701" y="0"/>
                    <a:pt x="5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52" name="Google Shape;3052;p25"/>
            <p:cNvSpPr/>
            <p:nvPr/>
          </p:nvSpPr>
          <p:spPr>
            <a:xfrm rot="-382644" flipH="1">
              <a:off x="-1374936" y="1484914"/>
              <a:ext cx="30843" cy="12031"/>
            </a:xfrm>
            <a:custGeom>
              <a:avLst/>
              <a:gdLst/>
              <a:ahLst/>
              <a:cxnLst/>
              <a:rect l="l" t="t" r="r" b="b"/>
              <a:pathLst>
                <a:path w="1369" h="534" extrusionOk="0">
                  <a:moveTo>
                    <a:pt x="1335" y="0"/>
                  </a:moveTo>
                  <a:cubicBezTo>
                    <a:pt x="1334" y="0"/>
                    <a:pt x="934" y="0"/>
                    <a:pt x="668" y="33"/>
                  </a:cubicBezTo>
                  <a:cubicBezTo>
                    <a:pt x="434" y="100"/>
                    <a:pt x="0" y="200"/>
                    <a:pt x="0" y="200"/>
                  </a:cubicBezTo>
                  <a:lnTo>
                    <a:pt x="0" y="467"/>
                  </a:lnTo>
                  <a:cubicBezTo>
                    <a:pt x="0" y="467"/>
                    <a:pt x="434" y="534"/>
                    <a:pt x="701" y="534"/>
                  </a:cubicBezTo>
                  <a:cubicBezTo>
                    <a:pt x="1001" y="467"/>
                    <a:pt x="1368" y="267"/>
                    <a:pt x="1368" y="267"/>
                  </a:cubicBezTo>
                  <a:cubicBezTo>
                    <a:pt x="1368" y="200"/>
                    <a:pt x="1301" y="0"/>
                    <a:pt x="13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53" name="Google Shape;3053;p25"/>
            <p:cNvSpPr/>
            <p:nvPr/>
          </p:nvSpPr>
          <p:spPr>
            <a:xfrm rot="-382644" flipH="1">
              <a:off x="-1378923" y="1509761"/>
              <a:ext cx="27080" cy="12909"/>
            </a:xfrm>
            <a:custGeom>
              <a:avLst/>
              <a:gdLst/>
              <a:ahLst/>
              <a:cxnLst/>
              <a:rect l="l" t="t" r="r" b="b"/>
              <a:pathLst>
                <a:path w="1202" h="573" extrusionOk="0">
                  <a:moveTo>
                    <a:pt x="901" y="0"/>
                  </a:moveTo>
                  <a:cubicBezTo>
                    <a:pt x="851" y="34"/>
                    <a:pt x="784" y="34"/>
                    <a:pt x="718" y="34"/>
                  </a:cubicBezTo>
                  <a:cubicBezTo>
                    <a:pt x="651" y="34"/>
                    <a:pt x="584" y="34"/>
                    <a:pt x="534" y="67"/>
                  </a:cubicBezTo>
                  <a:cubicBezTo>
                    <a:pt x="334" y="101"/>
                    <a:pt x="0" y="234"/>
                    <a:pt x="0" y="234"/>
                  </a:cubicBezTo>
                  <a:lnTo>
                    <a:pt x="0" y="467"/>
                  </a:lnTo>
                  <a:cubicBezTo>
                    <a:pt x="0" y="467"/>
                    <a:pt x="290" y="573"/>
                    <a:pt x="542" y="573"/>
                  </a:cubicBezTo>
                  <a:cubicBezTo>
                    <a:pt x="574" y="573"/>
                    <a:pt x="605" y="571"/>
                    <a:pt x="634" y="568"/>
                  </a:cubicBezTo>
                  <a:cubicBezTo>
                    <a:pt x="734" y="534"/>
                    <a:pt x="868" y="467"/>
                    <a:pt x="1001" y="401"/>
                  </a:cubicBezTo>
                  <a:cubicBezTo>
                    <a:pt x="1135" y="301"/>
                    <a:pt x="1201" y="267"/>
                    <a:pt x="1201" y="267"/>
                  </a:cubicBezTo>
                  <a:cubicBezTo>
                    <a:pt x="1201" y="267"/>
                    <a:pt x="1135" y="67"/>
                    <a:pt x="11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54" name="Google Shape;3054;p25"/>
            <p:cNvSpPr/>
            <p:nvPr/>
          </p:nvSpPr>
          <p:spPr>
            <a:xfrm rot="-382644" flipH="1">
              <a:off x="-1391930" y="1529588"/>
              <a:ext cx="20322" cy="11445"/>
            </a:xfrm>
            <a:custGeom>
              <a:avLst/>
              <a:gdLst/>
              <a:ahLst/>
              <a:cxnLst/>
              <a:rect l="l" t="t" r="r" b="b"/>
              <a:pathLst>
                <a:path w="902" h="508" extrusionOk="0">
                  <a:moveTo>
                    <a:pt x="479" y="0"/>
                  </a:moveTo>
                  <a:cubicBezTo>
                    <a:pt x="451" y="0"/>
                    <a:pt x="425" y="2"/>
                    <a:pt x="401" y="7"/>
                  </a:cubicBezTo>
                  <a:cubicBezTo>
                    <a:pt x="234" y="74"/>
                    <a:pt x="1" y="174"/>
                    <a:pt x="1" y="174"/>
                  </a:cubicBezTo>
                  <a:lnTo>
                    <a:pt x="1" y="441"/>
                  </a:lnTo>
                  <a:cubicBezTo>
                    <a:pt x="1" y="441"/>
                    <a:pt x="268" y="507"/>
                    <a:pt x="501" y="507"/>
                  </a:cubicBezTo>
                  <a:cubicBezTo>
                    <a:pt x="635" y="474"/>
                    <a:pt x="901" y="307"/>
                    <a:pt x="901" y="307"/>
                  </a:cubicBezTo>
                  <a:cubicBezTo>
                    <a:pt x="901" y="307"/>
                    <a:pt x="868" y="107"/>
                    <a:pt x="868" y="74"/>
                  </a:cubicBezTo>
                  <a:cubicBezTo>
                    <a:pt x="868" y="74"/>
                    <a:pt x="648" y="0"/>
                    <a:pt x="4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55" name="Google Shape;3055;p25"/>
            <p:cNvSpPr/>
            <p:nvPr/>
          </p:nvSpPr>
          <p:spPr>
            <a:xfrm rot="-382644" flipH="1">
              <a:off x="-1497647" y="1570856"/>
              <a:ext cx="20322" cy="12729"/>
            </a:xfrm>
            <a:custGeom>
              <a:avLst/>
              <a:gdLst/>
              <a:ahLst/>
              <a:cxnLst/>
              <a:rect l="l" t="t" r="r" b="b"/>
              <a:pathLst>
                <a:path w="902" h="565" extrusionOk="0">
                  <a:moveTo>
                    <a:pt x="205" y="1"/>
                  </a:moveTo>
                  <a:cubicBezTo>
                    <a:pt x="109" y="1"/>
                    <a:pt x="34" y="9"/>
                    <a:pt x="34" y="9"/>
                  </a:cubicBezTo>
                  <a:lnTo>
                    <a:pt x="1" y="242"/>
                  </a:lnTo>
                  <a:cubicBezTo>
                    <a:pt x="1" y="242"/>
                    <a:pt x="201" y="476"/>
                    <a:pt x="368" y="509"/>
                  </a:cubicBezTo>
                  <a:cubicBezTo>
                    <a:pt x="439" y="552"/>
                    <a:pt x="535" y="564"/>
                    <a:pt x="622" y="564"/>
                  </a:cubicBezTo>
                  <a:cubicBezTo>
                    <a:pt x="737" y="564"/>
                    <a:pt x="835" y="543"/>
                    <a:pt x="835" y="543"/>
                  </a:cubicBezTo>
                  <a:cubicBezTo>
                    <a:pt x="835" y="543"/>
                    <a:pt x="902" y="343"/>
                    <a:pt x="868" y="309"/>
                  </a:cubicBezTo>
                  <a:cubicBezTo>
                    <a:pt x="868" y="309"/>
                    <a:pt x="668" y="109"/>
                    <a:pt x="501" y="42"/>
                  </a:cubicBezTo>
                  <a:cubicBezTo>
                    <a:pt x="418" y="9"/>
                    <a:pt x="301" y="1"/>
                    <a:pt x="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56" name="Google Shape;3056;p25"/>
            <p:cNvSpPr/>
            <p:nvPr/>
          </p:nvSpPr>
          <p:spPr>
            <a:xfrm rot="-382644" flipH="1">
              <a:off x="-1497697" y="1597930"/>
              <a:ext cx="26314" cy="11310"/>
            </a:xfrm>
            <a:custGeom>
              <a:avLst/>
              <a:gdLst/>
              <a:ahLst/>
              <a:cxnLst/>
              <a:rect l="l" t="t" r="r" b="b"/>
              <a:pathLst>
                <a:path w="1168" h="502" extrusionOk="0">
                  <a:moveTo>
                    <a:pt x="101" y="1"/>
                  </a:moveTo>
                  <a:cubicBezTo>
                    <a:pt x="101" y="68"/>
                    <a:pt x="0" y="268"/>
                    <a:pt x="0" y="268"/>
                  </a:cubicBezTo>
                  <a:cubicBezTo>
                    <a:pt x="0" y="268"/>
                    <a:pt x="34" y="301"/>
                    <a:pt x="167" y="401"/>
                  </a:cubicBezTo>
                  <a:lnTo>
                    <a:pt x="534" y="501"/>
                  </a:lnTo>
                  <a:cubicBezTo>
                    <a:pt x="668" y="501"/>
                    <a:pt x="834" y="501"/>
                    <a:pt x="968" y="468"/>
                  </a:cubicBezTo>
                  <a:cubicBezTo>
                    <a:pt x="1101" y="434"/>
                    <a:pt x="1168" y="401"/>
                    <a:pt x="1168" y="401"/>
                  </a:cubicBezTo>
                  <a:cubicBezTo>
                    <a:pt x="1168" y="401"/>
                    <a:pt x="1135" y="168"/>
                    <a:pt x="1135" y="134"/>
                  </a:cubicBezTo>
                  <a:cubicBezTo>
                    <a:pt x="1135" y="134"/>
                    <a:pt x="1035" y="134"/>
                    <a:pt x="968" y="101"/>
                  </a:cubicBezTo>
                  <a:cubicBezTo>
                    <a:pt x="834" y="68"/>
                    <a:pt x="701" y="1"/>
                    <a:pt x="6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57" name="Google Shape;3057;p25"/>
            <p:cNvSpPr/>
            <p:nvPr/>
          </p:nvSpPr>
          <p:spPr>
            <a:xfrm rot="-382644" flipH="1">
              <a:off x="-1497603" y="1625999"/>
              <a:ext cx="24827" cy="11287"/>
            </a:xfrm>
            <a:custGeom>
              <a:avLst/>
              <a:gdLst/>
              <a:ahLst/>
              <a:cxnLst/>
              <a:rect l="l" t="t" r="r" b="b"/>
              <a:pathLst>
                <a:path w="1102" h="501" extrusionOk="0">
                  <a:moveTo>
                    <a:pt x="501" y="0"/>
                  </a:moveTo>
                  <a:cubicBezTo>
                    <a:pt x="301" y="0"/>
                    <a:pt x="1" y="100"/>
                    <a:pt x="1" y="100"/>
                  </a:cubicBezTo>
                  <a:lnTo>
                    <a:pt x="1" y="367"/>
                  </a:lnTo>
                  <a:cubicBezTo>
                    <a:pt x="1" y="367"/>
                    <a:pt x="334" y="500"/>
                    <a:pt x="568" y="500"/>
                  </a:cubicBezTo>
                  <a:cubicBezTo>
                    <a:pt x="801" y="500"/>
                    <a:pt x="1101" y="300"/>
                    <a:pt x="1101" y="300"/>
                  </a:cubicBezTo>
                  <a:cubicBezTo>
                    <a:pt x="1101" y="300"/>
                    <a:pt x="1068" y="100"/>
                    <a:pt x="1001" y="33"/>
                  </a:cubicBezTo>
                  <a:cubicBezTo>
                    <a:pt x="1001" y="33"/>
                    <a:pt x="668" y="0"/>
                    <a:pt x="5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58" name="Google Shape;3058;p25"/>
            <p:cNvSpPr/>
            <p:nvPr/>
          </p:nvSpPr>
          <p:spPr>
            <a:xfrm rot="-382644" flipH="1">
              <a:off x="-1506135" y="1657984"/>
              <a:ext cx="24084" cy="11310"/>
            </a:xfrm>
            <a:custGeom>
              <a:avLst/>
              <a:gdLst/>
              <a:ahLst/>
              <a:cxnLst/>
              <a:rect l="l" t="t" r="r" b="b"/>
              <a:pathLst>
                <a:path w="1069" h="502" extrusionOk="0">
                  <a:moveTo>
                    <a:pt x="534" y="1"/>
                  </a:moveTo>
                  <a:cubicBezTo>
                    <a:pt x="334" y="1"/>
                    <a:pt x="1" y="134"/>
                    <a:pt x="1" y="134"/>
                  </a:cubicBezTo>
                  <a:lnTo>
                    <a:pt x="1" y="368"/>
                  </a:lnTo>
                  <a:cubicBezTo>
                    <a:pt x="1" y="368"/>
                    <a:pt x="334" y="501"/>
                    <a:pt x="534" y="501"/>
                  </a:cubicBezTo>
                  <a:cubicBezTo>
                    <a:pt x="735" y="501"/>
                    <a:pt x="1068" y="368"/>
                    <a:pt x="1068" y="368"/>
                  </a:cubicBezTo>
                  <a:lnTo>
                    <a:pt x="1068" y="134"/>
                  </a:lnTo>
                  <a:cubicBezTo>
                    <a:pt x="1068" y="134"/>
                    <a:pt x="735" y="1"/>
                    <a:pt x="5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3059" name="Google Shape;3059;p25"/>
          <p:cNvGrpSpPr/>
          <p:nvPr/>
        </p:nvGrpSpPr>
        <p:grpSpPr>
          <a:xfrm rot="-5400000">
            <a:off x="515502" y="3323598"/>
            <a:ext cx="1968701" cy="3321985"/>
            <a:chOff x="-2204723" y="822723"/>
            <a:chExt cx="1968701" cy="3321985"/>
          </a:xfrm>
        </p:grpSpPr>
        <p:sp>
          <p:nvSpPr>
            <p:cNvPr id="3060" name="Google Shape;3060;p25"/>
            <p:cNvSpPr/>
            <p:nvPr/>
          </p:nvSpPr>
          <p:spPr>
            <a:xfrm rot="6000037" flipH="1">
              <a:off x="-960171" y="3481403"/>
              <a:ext cx="353966" cy="101249"/>
            </a:xfrm>
            <a:custGeom>
              <a:avLst/>
              <a:gdLst/>
              <a:ahLst/>
              <a:cxnLst/>
              <a:rect l="l" t="t" r="r" b="b"/>
              <a:pathLst>
                <a:path w="15711" h="4494" extrusionOk="0">
                  <a:moveTo>
                    <a:pt x="12157" y="0"/>
                  </a:moveTo>
                  <a:lnTo>
                    <a:pt x="12124" y="67"/>
                  </a:lnTo>
                  <a:cubicBezTo>
                    <a:pt x="11957" y="301"/>
                    <a:pt x="11824" y="467"/>
                    <a:pt x="11657" y="668"/>
                  </a:cubicBezTo>
                  <a:cubicBezTo>
                    <a:pt x="11557" y="734"/>
                    <a:pt x="11490" y="868"/>
                    <a:pt x="11390" y="968"/>
                  </a:cubicBezTo>
                  <a:lnTo>
                    <a:pt x="11290" y="1068"/>
                  </a:lnTo>
                  <a:lnTo>
                    <a:pt x="11023" y="1335"/>
                  </a:lnTo>
                  <a:cubicBezTo>
                    <a:pt x="10289" y="2002"/>
                    <a:pt x="9355" y="2402"/>
                    <a:pt x="8521" y="2569"/>
                  </a:cubicBezTo>
                  <a:cubicBezTo>
                    <a:pt x="8388" y="2636"/>
                    <a:pt x="8321" y="2636"/>
                    <a:pt x="8188" y="2669"/>
                  </a:cubicBezTo>
                  <a:cubicBezTo>
                    <a:pt x="8054" y="2702"/>
                    <a:pt x="7988" y="2702"/>
                    <a:pt x="7854" y="2702"/>
                  </a:cubicBezTo>
                  <a:cubicBezTo>
                    <a:pt x="7776" y="2714"/>
                    <a:pt x="7699" y="2717"/>
                    <a:pt x="7621" y="2717"/>
                  </a:cubicBezTo>
                  <a:cubicBezTo>
                    <a:pt x="7465" y="2717"/>
                    <a:pt x="7309" y="2702"/>
                    <a:pt x="7154" y="2702"/>
                  </a:cubicBezTo>
                  <a:cubicBezTo>
                    <a:pt x="6687" y="2669"/>
                    <a:pt x="6186" y="2536"/>
                    <a:pt x="5786" y="2335"/>
                  </a:cubicBezTo>
                  <a:cubicBezTo>
                    <a:pt x="5553" y="2235"/>
                    <a:pt x="5352" y="2069"/>
                    <a:pt x="5152" y="1969"/>
                  </a:cubicBezTo>
                  <a:cubicBezTo>
                    <a:pt x="4986" y="1835"/>
                    <a:pt x="4785" y="1668"/>
                    <a:pt x="4619" y="1502"/>
                  </a:cubicBezTo>
                  <a:cubicBezTo>
                    <a:pt x="4485" y="1368"/>
                    <a:pt x="4385" y="1235"/>
                    <a:pt x="4285" y="1135"/>
                  </a:cubicBezTo>
                  <a:lnTo>
                    <a:pt x="4052" y="868"/>
                  </a:lnTo>
                  <a:lnTo>
                    <a:pt x="4018" y="801"/>
                  </a:lnTo>
                  <a:cubicBezTo>
                    <a:pt x="4018" y="794"/>
                    <a:pt x="4017" y="792"/>
                    <a:pt x="4015" y="792"/>
                  </a:cubicBezTo>
                  <a:cubicBezTo>
                    <a:pt x="4006" y="792"/>
                    <a:pt x="3985" y="834"/>
                    <a:pt x="3985" y="834"/>
                  </a:cubicBezTo>
                  <a:lnTo>
                    <a:pt x="3851" y="968"/>
                  </a:lnTo>
                  <a:lnTo>
                    <a:pt x="3651" y="1201"/>
                  </a:lnTo>
                  <a:lnTo>
                    <a:pt x="3484" y="1368"/>
                  </a:lnTo>
                  <a:cubicBezTo>
                    <a:pt x="3384" y="1468"/>
                    <a:pt x="3318" y="1502"/>
                    <a:pt x="3218" y="1602"/>
                  </a:cubicBezTo>
                  <a:cubicBezTo>
                    <a:pt x="2517" y="2069"/>
                    <a:pt x="1650" y="2069"/>
                    <a:pt x="1049" y="2302"/>
                  </a:cubicBezTo>
                  <a:cubicBezTo>
                    <a:pt x="482" y="2469"/>
                    <a:pt x="149" y="2669"/>
                    <a:pt x="149" y="2669"/>
                  </a:cubicBezTo>
                  <a:cubicBezTo>
                    <a:pt x="0" y="2788"/>
                    <a:pt x="117" y="3013"/>
                    <a:pt x="262" y="3013"/>
                  </a:cubicBezTo>
                  <a:cubicBezTo>
                    <a:pt x="279" y="3013"/>
                    <a:pt x="298" y="3010"/>
                    <a:pt x="316" y="3003"/>
                  </a:cubicBezTo>
                  <a:cubicBezTo>
                    <a:pt x="316" y="3003"/>
                    <a:pt x="582" y="2836"/>
                    <a:pt x="1149" y="2702"/>
                  </a:cubicBezTo>
                  <a:cubicBezTo>
                    <a:pt x="1416" y="2669"/>
                    <a:pt x="1750" y="2636"/>
                    <a:pt x="2184" y="2536"/>
                  </a:cubicBezTo>
                  <a:cubicBezTo>
                    <a:pt x="2584" y="2502"/>
                    <a:pt x="3051" y="2369"/>
                    <a:pt x="3518" y="2069"/>
                  </a:cubicBezTo>
                  <a:cubicBezTo>
                    <a:pt x="3706" y="1974"/>
                    <a:pt x="3984" y="1732"/>
                    <a:pt x="3987" y="1732"/>
                  </a:cubicBezTo>
                  <a:lnTo>
                    <a:pt x="3987" y="1732"/>
                  </a:lnTo>
                  <a:cubicBezTo>
                    <a:pt x="3988" y="1732"/>
                    <a:pt x="3987" y="1733"/>
                    <a:pt x="3985" y="1735"/>
                  </a:cubicBezTo>
                  <a:lnTo>
                    <a:pt x="4018" y="1802"/>
                  </a:lnTo>
                  <a:cubicBezTo>
                    <a:pt x="4052" y="1802"/>
                    <a:pt x="4018" y="1802"/>
                    <a:pt x="4052" y="1835"/>
                  </a:cubicBezTo>
                  <a:lnTo>
                    <a:pt x="4185" y="2002"/>
                  </a:lnTo>
                  <a:cubicBezTo>
                    <a:pt x="4385" y="2202"/>
                    <a:pt x="4619" y="2436"/>
                    <a:pt x="4819" y="2569"/>
                  </a:cubicBezTo>
                  <a:cubicBezTo>
                    <a:pt x="5019" y="2769"/>
                    <a:pt x="5286" y="2903"/>
                    <a:pt x="5519" y="3036"/>
                  </a:cubicBezTo>
                  <a:cubicBezTo>
                    <a:pt x="5986" y="3303"/>
                    <a:pt x="6553" y="3436"/>
                    <a:pt x="7120" y="3503"/>
                  </a:cubicBezTo>
                  <a:cubicBezTo>
                    <a:pt x="7276" y="3503"/>
                    <a:pt x="7461" y="3518"/>
                    <a:pt x="7637" y="3518"/>
                  </a:cubicBezTo>
                  <a:cubicBezTo>
                    <a:pt x="7725" y="3518"/>
                    <a:pt x="7810" y="3514"/>
                    <a:pt x="7888" y="3503"/>
                  </a:cubicBezTo>
                  <a:cubicBezTo>
                    <a:pt x="8021" y="3470"/>
                    <a:pt x="8154" y="3470"/>
                    <a:pt x="8288" y="3470"/>
                  </a:cubicBezTo>
                  <a:cubicBezTo>
                    <a:pt x="8388" y="3436"/>
                    <a:pt x="8521" y="3436"/>
                    <a:pt x="8655" y="3370"/>
                  </a:cubicBezTo>
                  <a:cubicBezTo>
                    <a:pt x="9589" y="3203"/>
                    <a:pt x="10590" y="2669"/>
                    <a:pt x="11423" y="1935"/>
                  </a:cubicBezTo>
                  <a:cubicBezTo>
                    <a:pt x="11557" y="1835"/>
                    <a:pt x="11657" y="1702"/>
                    <a:pt x="11724" y="1635"/>
                  </a:cubicBezTo>
                  <a:lnTo>
                    <a:pt x="11857" y="1468"/>
                  </a:lnTo>
                  <a:lnTo>
                    <a:pt x="11890" y="1435"/>
                  </a:lnTo>
                  <a:cubicBezTo>
                    <a:pt x="11957" y="1435"/>
                    <a:pt x="11957" y="1468"/>
                    <a:pt x="11957" y="1468"/>
                  </a:cubicBezTo>
                  <a:lnTo>
                    <a:pt x="11957" y="1502"/>
                  </a:lnTo>
                  <a:cubicBezTo>
                    <a:pt x="11957" y="1535"/>
                    <a:pt x="11957" y="1502"/>
                    <a:pt x="11991" y="1602"/>
                  </a:cubicBezTo>
                  <a:cubicBezTo>
                    <a:pt x="12024" y="1702"/>
                    <a:pt x="12091" y="1835"/>
                    <a:pt x="12157" y="1969"/>
                  </a:cubicBezTo>
                  <a:cubicBezTo>
                    <a:pt x="12291" y="2169"/>
                    <a:pt x="12458" y="2369"/>
                    <a:pt x="12624" y="2602"/>
                  </a:cubicBezTo>
                  <a:cubicBezTo>
                    <a:pt x="13325" y="3303"/>
                    <a:pt x="14125" y="3670"/>
                    <a:pt x="14626" y="3970"/>
                  </a:cubicBezTo>
                  <a:cubicBezTo>
                    <a:pt x="15126" y="4270"/>
                    <a:pt x="15393" y="4470"/>
                    <a:pt x="15393" y="4470"/>
                  </a:cubicBezTo>
                  <a:cubicBezTo>
                    <a:pt x="15420" y="4486"/>
                    <a:pt x="15446" y="4494"/>
                    <a:pt x="15472" y="4494"/>
                  </a:cubicBezTo>
                  <a:cubicBezTo>
                    <a:pt x="15606" y="4494"/>
                    <a:pt x="15711" y="4289"/>
                    <a:pt x="15626" y="4037"/>
                  </a:cubicBezTo>
                  <a:cubicBezTo>
                    <a:pt x="15626" y="4037"/>
                    <a:pt x="15326" y="3803"/>
                    <a:pt x="14826" y="3470"/>
                  </a:cubicBezTo>
                  <a:cubicBezTo>
                    <a:pt x="14359" y="3136"/>
                    <a:pt x="13625" y="2769"/>
                    <a:pt x="13025" y="2069"/>
                  </a:cubicBezTo>
                  <a:cubicBezTo>
                    <a:pt x="12891" y="1902"/>
                    <a:pt x="12791" y="1735"/>
                    <a:pt x="12658" y="1535"/>
                  </a:cubicBezTo>
                  <a:cubicBezTo>
                    <a:pt x="12624" y="1401"/>
                    <a:pt x="12558" y="1335"/>
                    <a:pt x="12524" y="1201"/>
                  </a:cubicBezTo>
                  <a:lnTo>
                    <a:pt x="12458" y="901"/>
                  </a:lnTo>
                  <a:cubicBezTo>
                    <a:pt x="12391" y="801"/>
                    <a:pt x="12357" y="701"/>
                    <a:pt x="12324" y="568"/>
                  </a:cubicBezTo>
                  <a:lnTo>
                    <a:pt x="12191" y="234"/>
                  </a:lnTo>
                  <a:lnTo>
                    <a:pt x="12157" y="67"/>
                  </a:lnTo>
                  <a:lnTo>
                    <a:pt x="12157" y="34"/>
                  </a:lnTo>
                  <a:lnTo>
                    <a:pt x="1215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61" name="Google Shape;3061;p25"/>
            <p:cNvSpPr/>
            <p:nvPr/>
          </p:nvSpPr>
          <p:spPr>
            <a:xfrm rot="-382644" flipH="1">
              <a:off x="-2034872" y="930209"/>
              <a:ext cx="1491785" cy="3141367"/>
            </a:xfrm>
            <a:custGeom>
              <a:avLst/>
              <a:gdLst/>
              <a:ahLst/>
              <a:cxnLst/>
              <a:rect l="l" t="t" r="r" b="b"/>
              <a:pathLst>
                <a:path w="66215" h="139434" extrusionOk="0">
                  <a:moveTo>
                    <a:pt x="15812" y="0"/>
                  </a:moveTo>
                  <a:cubicBezTo>
                    <a:pt x="15745" y="0"/>
                    <a:pt x="15711" y="134"/>
                    <a:pt x="15711" y="367"/>
                  </a:cubicBezTo>
                  <a:cubicBezTo>
                    <a:pt x="15711" y="634"/>
                    <a:pt x="15745" y="1001"/>
                    <a:pt x="15812" y="1501"/>
                  </a:cubicBezTo>
                  <a:cubicBezTo>
                    <a:pt x="15812" y="1501"/>
                    <a:pt x="15845" y="1535"/>
                    <a:pt x="15845" y="1668"/>
                  </a:cubicBezTo>
                  <a:cubicBezTo>
                    <a:pt x="15845" y="1801"/>
                    <a:pt x="15878" y="1968"/>
                    <a:pt x="15878" y="2168"/>
                  </a:cubicBezTo>
                  <a:cubicBezTo>
                    <a:pt x="15878" y="2368"/>
                    <a:pt x="15912" y="2635"/>
                    <a:pt x="15912" y="2969"/>
                  </a:cubicBezTo>
                  <a:lnTo>
                    <a:pt x="15912" y="3469"/>
                  </a:lnTo>
                  <a:cubicBezTo>
                    <a:pt x="15912" y="3636"/>
                    <a:pt x="15878" y="3836"/>
                    <a:pt x="15878" y="4036"/>
                  </a:cubicBezTo>
                  <a:cubicBezTo>
                    <a:pt x="15812" y="4870"/>
                    <a:pt x="15645" y="5871"/>
                    <a:pt x="15044" y="6872"/>
                  </a:cubicBezTo>
                  <a:cubicBezTo>
                    <a:pt x="14511" y="7906"/>
                    <a:pt x="13543" y="8873"/>
                    <a:pt x="12309" y="9707"/>
                  </a:cubicBezTo>
                  <a:cubicBezTo>
                    <a:pt x="11041" y="10541"/>
                    <a:pt x="9540" y="11308"/>
                    <a:pt x="8006" y="12309"/>
                  </a:cubicBezTo>
                  <a:cubicBezTo>
                    <a:pt x="7239" y="12843"/>
                    <a:pt x="6472" y="13410"/>
                    <a:pt x="5838" y="14210"/>
                  </a:cubicBezTo>
                  <a:cubicBezTo>
                    <a:pt x="5538" y="14577"/>
                    <a:pt x="5204" y="15011"/>
                    <a:pt x="5004" y="15511"/>
                  </a:cubicBezTo>
                  <a:cubicBezTo>
                    <a:pt x="4737" y="15978"/>
                    <a:pt x="4637" y="16512"/>
                    <a:pt x="4503" y="17012"/>
                  </a:cubicBezTo>
                  <a:cubicBezTo>
                    <a:pt x="4303" y="18046"/>
                    <a:pt x="4203" y="19080"/>
                    <a:pt x="4003" y="20148"/>
                  </a:cubicBezTo>
                  <a:cubicBezTo>
                    <a:pt x="4003" y="20248"/>
                    <a:pt x="3970" y="20381"/>
                    <a:pt x="3903" y="20515"/>
                  </a:cubicBezTo>
                  <a:cubicBezTo>
                    <a:pt x="3903" y="20582"/>
                    <a:pt x="3903" y="20582"/>
                    <a:pt x="3870" y="20648"/>
                  </a:cubicBezTo>
                  <a:lnTo>
                    <a:pt x="3803" y="20815"/>
                  </a:lnTo>
                  <a:cubicBezTo>
                    <a:pt x="3670" y="21049"/>
                    <a:pt x="3569" y="21315"/>
                    <a:pt x="3403" y="21516"/>
                  </a:cubicBezTo>
                  <a:cubicBezTo>
                    <a:pt x="3136" y="21983"/>
                    <a:pt x="2836" y="22416"/>
                    <a:pt x="2502" y="22883"/>
                  </a:cubicBezTo>
                  <a:cubicBezTo>
                    <a:pt x="1868" y="23851"/>
                    <a:pt x="1168" y="24851"/>
                    <a:pt x="968" y="26152"/>
                  </a:cubicBezTo>
                  <a:cubicBezTo>
                    <a:pt x="801" y="27386"/>
                    <a:pt x="1168" y="28687"/>
                    <a:pt x="1535" y="29821"/>
                  </a:cubicBezTo>
                  <a:cubicBezTo>
                    <a:pt x="1735" y="30389"/>
                    <a:pt x="1902" y="30922"/>
                    <a:pt x="2035" y="31523"/>
                  </a:cubicBezTo>
                  <a:cubicBezTo>
                    <a:pt x="2068" y="31656"/>
                    <a:pt x="2068" y="31823"/>
                    <a:pt x="2068" y="31923"/>
                  </a:cubicBezTo>
                  <a:lnTo>
                    <a:pt x="2068" y="32156"/>
                  </a:lnTo>
                  <a:lnTo>
                    <a:pt x="2068" y="32323"/>
                  </a:lnTo>
                  <a:cubicBezTo>
                    <a:pt x="2035" y="32557"/>
                    <a:pt x="1968" y="32857"/>
                    <a:pt x="1868" y="33157"/>
                  </a:cubicBezTo>
                  <a:cubicBezTo>
                    <a:pt x="1501" y="34258"/>
                    <a:pt x="734" y="35325"/>
                    <a:pt x="300" y="36593"/>
                  </a:cubicBezTo>
                  <a:cubicBezTo>
                    <a:pt x="167" y="36927"/>
                    <a:pt x="67" y="37260"/>
                    <a:pt x="34" y="37660"/>
                  </a:cubicBezTo>
                  <a:cubicBezTo>
                    <a:pt x="0" y="37827"/>
                    <a:pt x="34" y="38027"/>
                    <a:pt x="34" y="38194"/>
                  </a:cubicBezTo>
                  <a:cubicBezTo>
                    <a:pt x="34" y="38394"/>
                    <a:pt x="67" y="38561"/>
                    <a:pt x="134" y="38728"/>
                  </a:cubicBezTo>
                  <a:cubicBezTo>
                    <a:pt x="234" y="39395"/>
                    <a:pt x="501" y="40029"/>
                    <a:pt x="801" y="40663"/>
                  </a:cubicBezTo>
                  <a:cubicBezTo>
                    <a:pt x="1368" y="41863"/>
                    <a:pt x="2035" y="43031"/>
                    <a:pt x="2736" y="44165"/>
                  </a:cubicBezTo>
                  <a:cubicBezTo>
                    <a:pt x="3069" y="44732"/>
                    <a:pt x="3469" y="45266"/>
                    <a:pt x="3803" y="45866"/>
                  </a:cubicBezTo>
                  <a:cubicBezTo>
                    <a:pt x="3970" y="46100"/>
                    <a:pt x="4137" y="46400"/>
                    <a:pt x="4303" y="46700"/>
                  </a:cubicBezTo>
                  <a:lnTo>
                    <a:pt x="4337" y="46834"/>
                  </a:lnTo>
                  <a:lnTo>
                    <a:pt x="4370" y="46867"/>
                  </a:lnTo>
                  <a:cubicBezTo>
                    <a:pt x="4370" y="46900"/>
                    <a:pt x="4403" y="46934"/>
                    <a:pt x="4403" y="46934"/>
                  </a:cubicBezTo>
                  <a:lnTo>
                    <a:pt x="4570" y="47167"/>
                  </a:lnTo>
                  <a:lnTo>
                    <a:pt x="4904" y="47568"/>
                  </a:lnTo>
                  <a:cubicBezTo>
                    <a:pt x="5838" y="48602"/>
                    <a:pt x="6972" y="49502"/>
                    <a:pt x="8239" y="50069"/>
                  </a:cubicBezTo>
                  <a:cubicBezTo>
                    <a:pt x="9507" y="50670"/>
                    <a:pt x="10875" y="51037"/>
                    <a:pt x="12209" y="51270"/>
                  </a:cubicBezTo>
                  <a:cubicBezTo>
                    <a:pt x="13543" y="51537"/>
                    <a:pt x="14911" y="51670"/>
                    <a:pt x="16245" y="51837"/>
                  </a:cubicBezTo>
                  <a:cubicBezTo>
                    <a:pt x="17579" y="52004"/>
                    <a:pt x="18914" y="52171"/>
                    <a:pt x="20215" y="52404"/>
                  </a:cubicBezTo>
                  <a:cubicBezTo>
                    <a:pt x="21482" y="52671"/>
                    <a:pt x="22750" y="53071"/>
                    <a:pt x="23851" y="53705"/>
                  </a:cubicBezTo>
                  <a:cubicBezTo>
                    <a:pt x="24418" y="54005"/>
                    <a:pt x="24918" y="54406"/>
                    <a:pt x="25385" y="54839"/>
                  </a:cubicBezTo>
                  <a:cubicBezTo>
                    <a:pt x="25652" y="55040"/>
                    <a:pt x="25852" y="55273"/>
                    <a:pt x="26052" y="55507"/>
                  </a:cubicBezTo>
                  <a:cubicBezTo>
                    <a:pt x="26252" y="55740"/>
                    <a:pt x="26419" y="56007"/>
                    <a:pt x="26653" y="56240"/>
                  </a:cubicBezTo>
                  <a:cubicBezTo>
                    <a:pt x="27386" y="57341"/>
                    <a:pt x="28054" y="58509"/>
                    <a:pt x="28921" y="59543"/>
                  </a:cubicBezTo>
                  <a:lnTo>
                    <a:pt x="29254" y="59910"/>
                  </a:lnTo>
                  <a:lnTo>
                    <a:pt x="29488" y="60110"/>
                  </a:lnTo>
                  <a:lnTo>
                    <a:pt x="29755" y="60277"/>
                  </a:lnTo>
                  <a:cubicBezTo>
                    <a:pt x="30088" y="60510"/>
                    <a:pt x="30389" y="60610"/>
                    <a:pt x="30722" y="60744"/>
                  </a:cubicBezTo>
                  <a:cubicBezTo>
                    <a:pt x="31389" y="60944"/>
                    <a:pt x="32023" y="61111"/>
                    <a:pt x="32657" y="61277"/>
                  </a:cubicBezTo>
                  <a:cubicBezTo>
                    <a:pt x="33257" y="61444"/>
                    <a:pt x="33891" y="61611"/>
                    <a:pt x="34492" y="61778"/>
                  </a:cubicBezTo>
                  <a:cubicBezTo>
                    <a:pt x="35059" y="62011"/>
                    <a:pt x="35592" y="62211"/>
                    <a:pt x="35993" y="62545"/>
                  </a:cubicBezTo>
                  <a:cubicBezTo>
                    <a:pt x="36360" y="62912"/>
                    <a:pt x="36693" y="63379"/>
                    <a:pt x="36860" y="63879"/>
                  </a:cubicBezTo>
                  <a:cubicBezTo>
                    <a:pt x="37027" y="64380"/>
                    <a:pt x="37093" y="64913"/>
                    <a:pt x="37060" y="65514"/>
                  </a:cubicBezTo>
                  <a:cubicBezTo>
                    <a:pt x="37027" y="66681"/>
                    <a:pt x="36726" y="67849"/>
                    <a:pt x="36560" y="69050"/>
                  </a:cubicBezTo>
                  <a:cubicBezTo>
                    <a:pt x="36426" y="70050"/>
                    <a:pt x="36426" y="71118"/>
                    <a:pt x="36726" y="72052"/>
                  </a:cubicBezTo>
                  <a:cubicBezTo>
                    <a:pt x="37060" y="72952"/>
                    <a:pt x="37560" y="73620"/>
                    <a:pt x="37927" y="74053"/>
                  </a:cubicBezTo>
                  <a:lnTo>
                    <a:pt x="37894" y="74020"/>
                  </a:lnTo>
                  <a:lnTo>
                    <a:pt x="37894" y="74020"/>
                  </a:lnTo>
                  <a:cubicBezTo>
                    <a:pt x="38695" y="75021"/>
                    <a:pt x="39662" y="75854"/>
                    <a:pt x="40529" y="76688"/>
                  </a:cubicBezTo>
                  <a:cubicBezTo>
                    <a:pt x="41397" y="77522"/>
                    <a:pt x="42264" y="78390"/>
                    <a:pt x="42764" y="79424"/>
                  </a:cubicBezTo>
                  <a:cubicBezTo>
                    <a:pt x="43031" y="79924"/>
                    <a:pt x="43198" y="80524"/>
                    <a:pt x="43198" y="81058"/>
                  </a:cubicBezTo>
                  <a:cubicBezTo>
                    <a:pt x="43198" y="81625"/>
                    <a:pt x="43064" y="82192"/>
                    <a:pt x="42831" y="82726"/>
                  </a:cubicBezTo>
                  <a:cubicBezTo>
                    <a:pt x="42564" y="83260"/>
                    <a:pt x="42264" y="83793"/>
                    <a:pt x="41864" y="84194"/>
                  </a:cubicBezTo>
                  <a:cubicBezTo>
                    <a:pt x="41430" y="84594"/>
                    <a:pt x="40930" y="84894"/>
                    <a:pt x="40396" y="85128"/>
                  </a:cubicBezTo>
                  <a:cubicBezTo>
                    <a:pt x="39328" y="85595"/>
                    <a:pt x="38061" y="85862"/>
                    <a:pt x="36760" y="86062"/>
                  </a:cubicBezTo>
                  <a:cubicBezTo>
                    <a:pt x="35526" y="86262"/>
                    <a:pt x="34191" y="86462"/>
                    <a:pt x="32890" y="86962"/>
                  </a:cubicBezTo>
                  <a:cubicBezTo>
                    <a:pt x="32223" y="87229"/>
                    <a:pt x="31589" y="87563"/>
                    <a:pt x="31056" y="88030"/>
                  </a:cubicBezTo>
                  <a:cubicBezTo>
                    <a:pt x="30489" y="88463"/>
                    <a:pt x="30055" y="89064"/>
                    <a:pt x="29755" y="89731"/>
                  </a:cubicBezTo>
                  <a:cubicBezTo>
                    <a:pt x="29688" y="89898"/>
                    <a:pt x="29588" y="90065"/>
                    <a:pt x="29555" y="90231"/>
                  </a:cubicBezTo>
                  <a:lnTo>
                    <a:pt x="29388" y="90732"/>
                  </a:lnTo>
                  <a:cubicBezTo>
                    <a:pt x="29355" y="90899"/>
                    <a:pt x="29355" y="91099"/>
                    <a:pt x="29321" y="91265"/>
                  </a:cubicBezTo>
                  <a:cubicBezTo>
                    <a:pt x="29254" y="91466"/>
                    <a:pt x="29254" y="91632"/>
                    <a:pt x="29254" y="91799"/>
                  </a:cubicBezTo>
                  <a:cubicBezTo>
                    <a:pt x="29254" y="92533"/>
                    <a:pt x="29355" y="93200"/>
                    <a:pt x="29488" y="93867"/>
                  </a:cubicBezTo>
                  <a:cubicBezTo>
                    <a:pt x="30055" y="96469"/>
                    <a:pt x="31089" y="98904"/>
                    <a:pt x="32023" y="101273"/>
                  </a:cubicBezTo>
                  <a:cubicBezTo>
                    <a:pt x="33024" y="103574"/>
                    <a:pt x="32890" y="106143"/>
                    <a:pt x="33091" y="108645"/>
                  </a:cubicBezTo>
                  <a:cubicBezTo>
                    <a:pt x="33224" y="109946"/>
                    <a:pt x="33391" y="111213"/>
                    <a:pt x="33891" y="112414"/>
                  </a:cubicBezTo>
                  <a:cubicBezTo>
                    <a:pt x="34358" y="113615"/>
                    <a:pt x="35059" y="114716"/>
                    <a:pt x="35926" y="115583"/>
                  </a:cubicBezTo>
                  <a:cubicBezTo>
                    <a:pt x="36827" y="116450"/>
                    <a:pt x="37761" y="117217"/>
                    <a:pt x="38728" y="117885"/>
                  </a:cubicBezTo>
                  <a:cubicBezTo>
                    <a:pt x="39729" y="118552"/>
                    <a:pt x="40696" y="119119"/>
                    <a:pt x="41663" y="119753"/>
                  </a:cubicBezTo>
                  <a:cubicBezTo>
                    <a:pt x="42564" y="120386"/>
                    <a:pt x="43531" y="120953"/>
                    <a:pt x="44365" y="121621"/>
                  </a:cubicBezTo>
                  <a:lnTo>
                    <a:pt x="44999" y="122121"/>
                  </a:lnTo>
                  <a:cubicBezTo>
                    <a:pt x="45166" y="122288"/>
                    <a:pt x="45366" y="122454"/>
                    <a:pt x="45566" y="122655"/>
                  </a:cubicBezTo>
                  <a:cubicBezTo>
                    <a:pt x="46000" y="123055"/>
                    <a:pt x="46400" y="123388"/>
                    <a:pt x="46834" y="123722"/>
                  </a:cubicBezTo>
                  <a:cubicBezTo>
                    <a:pt x="48568" y="124990"/>
                    <a:pt x="50503" y="125757"/>
                    <a:pt x="52238" y="126424"/>
                  </a:cubicBezTo>
                  <a:cubicBezTo>
                    <a:pt x="54006" y="127091"/>
                    <a:pt x="55673" y="127758"/>
                    <a:pt x="57074" y="128559"/>
                  </a:cubicBezTo>
                  <a:cubicBezTo>
                    <a:pt x="57775" y="128926"/>
                    <a:pt x="58442" y="129393"/>
                    <a:pt x="59076" y="129793"/>
                  </a:cubicBezTo>
                  <a:cubicBezTo>
                    <a:pt x="59710" y="130227"/>
                    <a:pt x="60343" y="130627"/>
                    <a:pt x="60877" y="131061"/>
                  </a:cubicBezTo>
                  <a:cubicBezTo>
                    <a:pt x="61945" y="131895"/>
                    <a:pt x="62879" y="132728"/>
                    <a:pt x="63579" y="133496"/>
                  </a:cubicBezTo>
                  <a:cubicBezTo>
                    <a:pt x="64246" y="134296"/>
                    <a:pt x="64747" y="135097"/>
                    <a:pt x="65047" y="135764"/>
                  </a:cubicBezTo>
                  <a:cubicBezTo>
                    <a:pt x="65113" y="135931"/>
                    <a:pt x="65214" y="136098"/>
                    <a:pt x="65247" y="136264"/>
                  </a:cubicBezTo>
                  <a:cubicBezTo>
                    <a:pt x="65347" y="136398"/>
                    <a:pt x="65380" y="136565"/>
                    <a:pt x="65414" y="136665"/>
                  </a:cubicBezTo>
                  <a:cubicBezTo>
                    <a:pt x="65514" y="136965"/>
                    <a:pt x="65547" y="137232"/>
                    <a:pt x="65580" y="137398"/>
                  </a:cubicBezTo>
                  <a:cubicBezTo>
                    <a:pt x="65614" y="137565"/>
                    <a:pt x="65681" y="137732"/>
                    <a:pt x="65681" y="137799"/>
                  </a:cubicBezTo>
                  <a:lnTo>
                    <a:pt x="65681" y="137966"/>
                  </a:lnTo>
                  <a:cubicBezTo>
                    <a:pt x="65714" y="138232"/>
                    <a:pt x="65747" y="138433"/>
                    <a:pt x="65747" y="138599"/>
                  </a:cubicBezTo>
                  <a:cubicBezTo>
                    <a:pt x="65747" y="138766"/>
                    <a:pt x="65747" y="138933"/>
                    <a:pt x="65781" y="139066"/>
                  </a:cubicBezTo>
                  <a:cubicBezTo>
                    <a:pt x="65847" y="139300"/>
                    <a:pt x="65914" y="139433"/>
                    <a:pt x="65947" y="139433"/>
                  </a:cubicBezTo>
                  <a:cubicBezTo>
                    <a:pt x="66014" y="139433"/>
                    <a:pt x="66081" y="139300"/>
                    <a:pt x="66114" y="139066"/>
                  </a:cubicBezTo>
                  <a:cubicBezTo>
                    <a:pt x="66181" y="138799"/>
                    <a:pt x="66214" y="138433"/>
                    <a:pt x="66114" y="137899"/>
                  </a:cubicBezTo>
                  <a:lnTo>
                    <a:pt x="66114" y="137732"/>
                  </a:lnTo>
                  <a:cubicBezTo>
                    <a:pt x="66114" y="137599"/>
                    <a:pt x="66081" y="137465"/>
                    <a:pt x="66047" y="137265"/>
                  </a:cubicBezTo>
                  <a:cubicBezTo>
                    <a:pt x="66014" y="137065"/>
                    <a:pt x="65947" y="136798"/>
                    <a:pt x="65881" y="136498"/>
                  </a:cubicBezTo>
                  <a:cubicBezTo>
                    <a:pt x="65847" y="136398"/>
                    <a:pt x="65747" y="136231"/>
                    <a:pt x="65714" y="136064"/>
                  </a:cubicBezTo>
                  <a:cubicBezTo>
                    <a:pt x="65681" y="135897"/>
                    <a:pt x="65580" y="135731"/>
                    <a:pt x="65514" y="135564"/>
                  </a:cubicBezTo>
                  <a:cubicBezTo>
                    <a:pt x="65214" y="134797"/>
                    <a:pt x="64680" y="133963"/>
                    <a:pt x="63946" y="133129"/>
                  </a:cubicBezTo>
                  <a:cubicBezTo>
                    <a:pt x="63245" y="132295"/>
                    <a:pt x="62278" y="131428"/>
                    <a:pt x="61177" y="130594"/>
                  </a:cubicBezTo>
                  <a:cubicBezTo>
                    <a:pt x="60610" y="130127"/>
                    <a:pt x="60010" y="129726"/>
                    <a:pt x="59376" y="129293"/>
                  </a:cubicBezTo>
                  <a:cubicBezTo>
                    <a:pt x="58709" y="128892"/>
                    <a:pt x="58075" y="128425"/>
                    <a:pt x="57341" y="127992"/>
                  </a:cubicBezTo>
                  <a:cubicBezTo>
                    <a:pt x="55874" y="127225"/>
                    <a:pt x="54172" y="126491"/>
                    <a:pt x="52404" y="125824"/>
                  </a:cubicBezTo>
                  <a:cubicBezTo>
                    <a:pt x="50670" y="125123"/>
                    <a:pt x="48768" y="124389"/>
                    <a:pt x="47167" y="123155"/>
                  </a:cubicBezTo>
                  <a:cubicBezTo>
                    <a:pt x="46767" y="122888"/>
                    <a:pt x="46367" y="122555"/>
                    <a:pt x="46000" y="122154"/>
                  </a:cubicBezTo>
                  <a:cubicBezTo>
                    <a:pt x="45600" y="121787"/>
                    <a:pt x="45166" y="121420"/>
                    <a:pt x="44732" y="121087"/>
                  </a:cubicBezTo>
                  <a:cubicBezTo>
                    <a:pt x="43865" y="120386"/>
                    <a:pt x="42931" y="119786"/>
                    <a:pt x="41997" y="119152"/>
                  </a:cubicBezTo>
                  <a:cubicBezTo>
                    <a:pt x="40062" y="117951"/>
                    <a:pt x="38061" y="116750"/>
                    <a:pt x="36426" y="115083"/>
                  </a:cubicBezTo>
                  <a:cubicBezTo>
                    <a:pt x="35659" y="114249"/>
                    <a:pt x="35025" y="113248"/>
                    <a:pt x="34558" y="112147"/>
                  </a:cubicBezTo>
                  <a:cubicBezTo>
                    <a:pt x="34091" y="111080"/>
                    <a:pt x="33924" y="109879"/>
                    <a:pt x="33858" y="108645"/>
                  </a:cubicBezTo>
                  <a:cubicBezTo>
                    <a:pt x="33758" y="107410"/>
                    <a:pt x="33758" y="106143"/>
                    <a:pt x="33658" y="104875"/>
                  </a:cubicBezTo>
                  <a:cubicBezTo>
                    <a:pt x="33558" y="104241"/>
                    <a:pt x="33491" y="103574"/>
                    <a:pt x="33357" y="102940"/>
                  </a:cubicBezTo>
                  <a:cubicBezTo>
                    <a:pt x="33324" y="102640"/>
                    <a:pt x="33191" y="102307"/>
                    <a:pt x="33091" y="101973"/>
                  </a:cubicBezTo>
                  <a:lnTo>
                    <a:pt x="32757" y="101072"/>
                  </a:lnTo>
                  <a:cubicBezTo>
                    <a:pt x="31856" y="98637"/>
                    <a:pt x="30822" y="96269"/>
                    <a:pt x="30322" y="93767"/>
                  </a:cubicBezTo>
                  <a:cubicBezTo>
                    <a:pt x="30188" y="93133"/>
                    <a:pt x="30155" y="92533"/>
                    <a:pt x="30155" y="91933"/>
                  </a:cubicBezTo>
                  <a:cubicBezTo>
                    <a:pt x="30188" y="91766"/>
                    <a:pt x="30155" y="91599"/>
                    <a:pt x="30188" y="91466"/>
                  </a:cubicBezTo>
                  <a:cubicBezTo>
                    <a:pt x="30222" y="91366"/>
                    <a:pt x="30222" y="91199"/>
                    <a:pt x="30255" y="91065"/>
                  </a:cubicBezTo>
                  <a:lnTo>
                    <a:pt x="30389" y="90632"/>
                  </a:lnTo>
                  <a:cubicBezTo>
                    <a:pt x="30422" y="90532"/>
                    <a:pt x="30522" y="90365"/>
                    <a:pt x="30555" y="90231"/>
                  </a:cubicBezTo>
                  <a:cubicBezTo>
                    <a:pt x="30822" y="89698"/>
                    <a:pt x="31156" y="89197"/>
                    <a:pt x="31589" y="88797"/>
                  </a:cubicBezTo>
                  <a:cubicBezTo>
                    <a:pt x="32056" y="88430"/>
                    <a:pt x="32590" y="88130"/>
                    <a:pt x="33191" y="87930"/>
                  </a:cubicBezTo>
                  <a:cubicBezTo>
                    <a:pt x="34358" y="87463"/>
                    <a:pt x="35592" y="87263"/>
                    <a:pt x="36893" y="87062"/>
                  </a:cubicBezTo>
                  <a:cubicBezTo>
                    <a:pt x="38194" y="86796"/>
                    <a:pt x="39529" y="86595"/>
                    <a:pt x="40763" y="86062"/>
                  </a:cubicBezTo>
                  <a:cubicBezTo>
                    <a:pt x="41397" y="85762"/>
                    <a:pt x="42030" y="85395"/>
                    <a:pt x="42531" y="84894"/>
                  </a:cubicBezTo>
                  <a:cubicBezTo>
                    <a:pt x="43031" y="84394"/>
                    <a:pt x="43398" y="83793"/>
                    <a:pt x="43698" y="83193"/>
                  </a:cubicBezTo>
                  <a:cubicBezTo>
                    <a:pt x="43998" y="82559"/>
                    <a:pt x="44165" y="81859"/>
                    <a:pt x="44165" y="81125"/>
                  </a:cubicBezTo>
                  <a:cubicBezTo>
                    <a:pt x="44165" y="80424"/>
                    <a:pt x="43932" y="79724"/>
                    <a:pt x="43665" y="79090"/>
                  </a:cubicBezTo>
                  <a:cubicBezTo>
                    <a:pt x="43064" y="77856"/>
                    <a:pt x="42097" y="76922"/>
                    <a:pt x="41230" y="76055"/>
                  </a:cubicBezTo>
                  <a:cubicBezTo>
                    <a:pt x="40329" y="75187"/>
                    <a:pt x="39395" y="74353"/>
                    <a:pt x="38695" y="73453"/>
                  </a:cubicBezTo>
                  <a:cubicBezTo>
                    <a:pt x="38394" y="73086"/>
                    <a:pt x="37994" y="72552"/>
                    <a:pt x="37727" y="71785"/>
                  </a:cubicBezTo>
                  <a:cubicBezTo>
                    <a:pt x="37527" y="71051"/>
                    <a:pt x="37494" y="70084"/>
                    <a:pt x="37594" y="69150"/>
                  </a:cubicBezTo>
                  <a:cubicBezTo>
                    <a:pt x="37727" y="68015"/>
                    <a:pt x="38027" y="66815"/>
                    <a:pt x="38094" y="65547"/>
                  </a:cubicBezTo>
                  <a:cubicBezTo>
                    <a:pt x="38161" y="64880"/>
                    <a:pt x="38061" y="64213"/>
                    <a:pt x="37861" y="63546"/>
                  </a:cubicBezTo>
                  <a:cubicBezTo>
                    <a:pt x="37594" y="62878"/>
                    <a:pt x="37193" y="62278"/>
                    <a:pt x="36693" y="61778"/>
                  </a:cubicBezTo>
                  <a:cubicBezTo>
                    <a:pt x="36560" y="61644"/>
                    <a:pt x="36393" y="61578"/>
                    <a:pt x="36226" y="61444"/>
                  </a:cubicBezTo>
                  <a:cubicBezTo>
                    <a:pt x="36059" y="61377"/>
                    <a:pt x="35926" y="61277"/>
                    <a:pt x="35759" y="61211"/>
                  </a:cubicBezTo>
                  <a:cubicBezTo>
                    <a:pt x="35426" y="61044"/>
                    <a:pt x="35159" y="60910"/>
                    <a:pt x="34825" y="60810"/>
                  </a:cubicBezTo>
                  <a:cubicBezTo>
                    <a:pt x="34191" y="60610"/>
                    <a:pt x="33558" y="60510"/>
                    <a:pt x="32924" y="60310"/>
                  </a:cubicBezTo>
                  <a:cubicBezTo>
                    <a:pt x="32323" y="60210"/>
                    <a:pt x="31723" y="60043"/>
                    <a:pt x="31156" y="59843"/>
                  </a:cubicBezTo>
                  <a:cubicBezTo>
                    <a:pt x="30889" y="59710"/>
                    <a:pt x="30589" y="59609"/>
                    <a:pt x="30355" y="59443"/>
                  </a:cubicBezTo>
                  <a:lnTo>
                    <a:pt x="30222" y="59376"/>
                  </a:lnTo>
                  <a:lnTo>
                    <a:pt x="30088" y="59243"/>
                  </a:lnTo>
                  <a:lnTo>
                    <a:pt x="29822" y="58909"/>
                  </a:lnTo>
                  <a:cubicBezTo>
                    <a:pt x="28988" y="57942"/>
                    <a:pt x="28354" y="56841"/>
                    <a:pt x="27553" y="55707"/>
                  </a:cubicBezTo>
                  <a:cubicBezTo>
                    <a:pt x="27353" y="55406"/>
                    <a:pt x="27153" y="55106"/>
                    <a:pt x="26919" y="54873"/>
                  </a:cubicBezTo>
                  <a:cubicBezTo>
                    <a:pt x="26719" y="54606"/>
                    <a:pt x="26486" y="54372"/>
                    <a:pt x="26219" y="54106"/>
                  </a:cubicBezTo>
                  <a:cubicBezTo>
                    <a:pt x="25685" y="53672"/>
                    <a:pt x="25152" y="53205"/>
                    <a:pt x="24518" y="52871"/>
                  </a:cubicBezTo>
                  <a:cubicBezTo>
                    <a:pt x="23317" y="52171"/>
                    <a:pt x="21916" y="51737"/>
                    <a:pt x="20582" y="51437"/>
                  </a:cubicBezTo>
                  <a:cubicBezTo>
                    <a:pt x="19214" y="51203"/>
                    <a:pt x="17846" y="51037"/>
                    <a:pt x="16512" y="50903"/>
                  </a:cubicBezTo>
                  <a:cubicBezTo>
                    <a:pt x="13843" y="50603"/>
                    <a:pt x="11142" y="50370"/>
                    <a:pt x="8740" y="49269"/>
                  </a:cubicBezTo>
                  <a:cubicBezTo>
                    <a:pt x="7539" y="48735"/>
                    <a:pt x="6505" y="47934"/>
                    <a:pt x="5671" y="46967"/>
                  </a:cubicBezTo>
                  <a:lnTo>
                    <a:pt x="5371" y="46600"/>
                  </a:lnTo>
                  <a:lnTo>
                    <a:pt x="5204" y="46433"/>
                  </a:lnTo>
                  <a:lnTo>
                    <a:pt x="5171" y="46400"/>
                  </a:lnTo>
                  <a:lnTo>
                    <a:pt x="5071" y="46267"/>
                  </a:lnTo>
                  <a:cubicBezTo>
                    <a:pt x="4904" y="46000"/>
                    <a:pt x="4704" y="45700"/>
                    <a:pt x="4537" y="45399"/>
                  </a:cubicBezTo>
                  <a:cubicBezTo>
                    <a:pt x="4170" y="44866"/>
                    <a:pt x="3836" y="44265"/>
                    <a:pt x="3469" y="43731"/>
                  </a:cubicBezTo>
                  <a:cubicBezTo>
                    <a:pt x="2736" y="42664"/>
                    <a:pt x="2068" y="41530"/>
                    <a:pt x="1535" y="40362"/>
                  </a:cubicBezTo>
                  <a:cubicBezTo>
                    <a:pt x="1301" y="39762"/>
                    <a:pt x="1034" y="39195"/>
                    <a:pt x="901" y="38594"/>
                  </a:cubicBezTo>
                  <a:cubicBezTo>
                    <a:pt x="801" y="38027"/>
                    <a:pt x="834" y="37494"/>
                    <a:pt x="1034" y="36893"/>
                  </a:cubicBezTo>
                  <a:cubicBezTo>
                    <a:pt x="1468" y="35759"/>
                    <a:pt x="2202" y="34692"/>
                    <a:pt x="2635" y="33424"/>
                  </a:cubicBezTo>
                  <a:cubicBezTo>
                    <a:pt x="2736" y="33090"/>
                    <a:pt x="2836" y="32824"/>
                    <a:pt x="2869" y="32423"/>
                  </a:cubicBezTo>
                  <a:lnTo>
                    <a:pt x="2869" y="32257"/>
                  </a:lnTo>
                  <a:lnTo>
                    <a:pt x="2869" y="32123"/>
                  </a:lnTo>
                  <a:lnTo>
                    <a:pt x="2836" y="31890"/>
                  </a:lnTo>
                  <a:cubicBezTo>
                    <a:pt x="2836" y="31723"/>
                    <a:pt x="2836" y="31556"/>
                    <a:pt x="2802" y="31389"/>
                  </a:cubicBezTo>
                  <a:cubicBezTo>
                    <a:pt x="2669" y="30722"/>
                    <a:pt x="2502" y="30155"/>
                    <a:pt x="2302" y="29555"/>
                  </a:cubicBezTo>
                  <a:cubicBezTo>
                    <a:pt x="1902" y="28420"/>
                    <a:pt x="1568" y="27320"/>
                    <a:pt x="1735" y="26219"/>
                  </a:cubicBezTo>
                  <a:cubicBezTo>
                    <a:pt x="1902" y="25151"/>
                    <a:pt x="2535" y="24184"/>
                    <a:pt x="3169" y="23250"/>
                  </a:cubicBezTo>
                  <a:cubicBezTo>
                    <a:pt x="3469" y="22816"/>
                    <a:pt x="3803" y="22349"/>
                    <a:pt x="4070" y="21849"/>
                  </a:cubicBezTo>
                  <a:cubicBezTo>
                    <a:pt x="4237" y="21582"/>
                    <a:pt x="4370" y="21349"/>
                    <a:pt x="4503" y="21082"/>
                  </a:cubicBezTo>
                  <a:lnTo>
                    <a:pt x="4570" y="20882"/>
                  </a:lnTo>
                  <a:cubicBezTo>
                    <a:pt x="4637" y="20815"/>
                    <a:pt x="4670" y="20682"/>
                    <a:pt x="4670" y="20648"/>
                  </a:cubicBezTo>
                  <a:cubicBezTo>
                    <a:pt x="4670" y="20515"/>
                    <a:pt x="4704" y="20348"/>
                    <a:pt x="4737" y="20215"/>
                  </a:cubicBezTo>
                  <a:cubicBezTo>
                    <a:pt x="5004" y="19147"/>
                    <a:pt x="5037" y="18046"/>
                    <a:pt x="5237" y="17079"/>
                  </a:cubicBezTo>
                  <a:cubicBezTo>
                    <a:pt x="5337" y="16579"/>
                    <a:pt x="5471" y="16145"/>
                    <a:pt x="5671" y="15711"/>
                  </a:cubicBezTo>
                  <a:cubicBezTo>
                    <a:pt x="5838" y="15311"/>
                    <a:pt x="6138" y="14911"/>
                    <a:pt x="6405" y="14544"/>
                  </a:cubicBezTo>
                  <a:cubicBezTo>
                    <a:pt x="7005" y="13810"/>
                    <a:pt x="7706" y="13243"/>
                    <a:pt x="8473" y="12743"/>
                  </a:cubicBezTo>
                  <a:cubicBezTo>
                    <a:pt x="9974" y="11742"/>
                    <a:pt x="11475" y="11008"/>
                    <a:pt x="12743" y="10141"/>
                  </a:cubicBezTo>
                  <a:cubicBezTo>
                    <a:pt x="14010" y="9240"/>
                    <a:pt x="15044" y="8206"/>
                    <a:pt x="15645" y="7072"/>
                  </a:cubicBezTo>
                  <a:cubicBezTo>
                    <a:pt x="16212" y="5971"/>
                    <a:pt x="16412" y="4904"/>
                    <a:pt x="16512" y="4036"/>
                  </a:cubicBezTo>
                  <a:cubicBezTo>
                    <a:pt x="16512" y="3803"/>
                    <a:pt x="16545" y="3636"/>
                    <a:pt x="16545" y="3403"/>
                  </a:cubicBezTo>
                  <a:lnTo>
                    <a:pt x="16545" y="2869"/>
                  </a:lnTo>
                  <a:cubicBezTo>
                    <a:pt x="16545" y="2535"/>
                    <a:pt x="16512" y="2235"/>
                    <a:pt x="16512" y="2035"/>
                  </a:cubicBezTo>
                  <a:cubicBezTo>
                    <a:pt x="16512" y="1835"/>
                    <a:pt x="16479" y="1668"/>
                    <a:pt x="16479" y="1535"/>
                  </a:cubicBezTo>
                  <a:cubicBezTo>
                    <a:pt x="16412" y="1401"/>
                    <a:pt x="16412" y="1368"/>
                    <a:pt x="16412" y="1368"/>
                  </a:cubicBezTo>
                  <a:cubicBezTo>
                    <a:pt x="16345" y="867"/>
                    <a:pt x="16245" y="534"/>
                    <a:pt x="16012" y="334"/>
                  </a:cubicBezTo>
                  <a:cubicBezTo>
                    <a:pt x="15912" y="67"/>
                    <a:pt x="15845" y="0"/>
                    <a:pt x="158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62" name="Google Shape;3062;p25"/>
            <p:cNvSpPr/>
            <p:nvPr/>
          </p:nvSpPr>
          <p:spPr>
            <a:xfrm rot="-382644" flipH="1">
              <a:off x="-2050197" y="1048337"/>
              <a:ext cx="819530" cy="1132126"/>
            </a:xfrm>
            <a:custGeom>
              <a:avLst/>
              <a:gdLst/>
              <a:ahLst/>
              <a:cxnLst/>
              <a:rect l="l" t="t" r="r" b="b"/>
              <a:pathLst>
                <a:path w="36376" h="50251" extrusionOk="0">
                  <a:moveTo>
                    <a:pt x="1369" y="1"/>
                  </a:moveTo>
                  <a:cubicBezTo>
                    <a:pt x="1207" y="1"/>
                    <a:pt x="1140" y="246"/>
                    <a:pt x="1334" y="616"/>
                  </a:cubicBezTo>
                  <a:cubicBezTo>
                    <a:pt x="1334" y="616"/>
                    <a:pt x="1368" y="649"/>
                    <a:pt x="1435" y="816"/>
                  </a:cubicBezTo>
                  <a:cubicBezTo>
                    <a:pt x="1435" y="916"/>
                    <a:pt x="1468" y="983"/>
                    <a:pt x="1501" y="1116"/>
                  </a:cubicBezTo>
                  <a:cubicBezTo>
                    <a:pt x="1501" y="1216"/>
                    <a:pt x="1501" y="1383"/>
                    <a:pt x="1535" y="1483"/>
                  </a:cubicBezTo>
                  <a:cubicBezTo>
                    <a:pt x="1635" y="2117"/>
                    <a:pt x="1435" y="2951"/>
                    <a:pt x="867" y="3985"/>
                  </a:cubicBezTo>
                  <a:cubicBezTo>
                    <a:pt x="634" y="4485"/>
                    <a:pt x="300" y="5119"/>
                    <a:pt x="134" y="5820"/>
                  </a:cubicBezTo>
                  <a:cubicBezTo>
                    <a:pt x="100" y="6053"/>
                    <a:pt x="34" y="6220"/>
                    <a:pt x="34" y="6420"/>
                  </a:cubicBezTo>
                  <a:cubicBezTo>
                    <a:pt x="34" y="6587"/>
                    <a:pt x="0" y="6787"/>
                    <a:pt x="34" y="6987"/>
                  </a:cubicBezTo>
                  <a:cubicBezTo>
                    <a:pt x="34" y="7221"/>
                    <a:pt x="100" y="7387"/>
                    <a:pt x="134" y="7588"/>
                  </a:cubicBezTo>
                  <a:cubicBezTo>
                    <a:pt x="167" y="7754"/>
                    <a:pt x="167" y="7955"/>
                    <a:pt x="267" y="8155"/>
                  </a:cubicBezTo>
                  <a:cubicBezTo>
                    <a:pt x="334" y="8321"/>
                    <a:pt x="367" y="8555"/>
                    <a:pt x="501" y="8755"/>
                  </a:cubicBezTo>
                  <a:lnTo>
                    <a:pt x="667" y="9055"/>
                  </a:lnTo>
                  <a:cubicBezTo>
                    <a:pt x="701" y="9155"/>
                    <a:pt x="801" y="9255"/>
                    <a:pt x="867" y="9322"/>
                  </a:cubicBezTo>
                  <a:cubicBezTo>
                    <a:pt x="1001" y="9556"/>
                    <a:pt x="1201" y="9656"/>
                    <a:pt x="1368" y="9823"/>
                  </a:cubicBezTo>
                  <a:cubicBezTo>
                    <a:pt x="1601" y="9956"/>
                    <a:pt x="1801" y="10089"/>
                    <a:pt x="2002" y="10156"/>
                  </a:cubicBezTo>
                  <a:cubicBezTo>
                    <a:pt x="2869" y="10556"/>
                    <a:pt x="3803" y="10623"/>
                    <a:pt x="4637" y="10923"/>
                  </a:cubicBezTo>
                  <a:cubicBezTo>
                    <a:pt x="5037" y="11057"/>
                    <a:pt x="5471" y="11257"/>
                    <a:pt x="5804" y="11490"/>
                  </a:cubicBezTo>
                  <a:lnTo>
                    <a:pt x="5938" y="11590"/>
                  </a:lnTo>
                  <a:lnTo>
                    <a:pt x="5971" y="11624"/>
                  </a:lnTo>
                  <a:cubicBezTo>
                    <a:pt x="5971" y="11657"/>
                    <a:pt x="6004" y="11724"/>
                    <a:pt x="6038" y="11724"/>
                  </a:cubicBezTo>
                  <a:lnTo>
                    <a:pt x="6138" y="11757"/>
                  </a:lnTo>
                  <a:cubicBezTo>
                    <a:pt x="6171" y="11791"/>
                    <a:pt x="6271" y="11891"/>
                    <a:pt x="6338" y="11924"/>
                  </a:cubicBezTo>
                  <a:cubicBezTo>
                    <a:pt x="6505" y="12091"/>
                    <a:pt x="6638" y="12224"/>
                    <a:pt x="6772" y="12424"/>
                  </a:cubicBezTo>
                  <a:cubicBezTo>
                    <a:pt x="7039" y="12791"/>
                    <a:pt x="7272" y="13225"/>
                    <a:pt x="7506" y="13659"/>
                  </a:cubicBezTo>
                  <a:cubicBezTo>
                    <a:pt x="7639" y="13892"/>
                    <a:pt x="7806" y="14126"/>
                    <a:pt x="7973" y="14326"/>
                  </a:cubicBezTo>
                  <a:cubicBezTo>
                    <a:pt x="8106" y="14459"/>
                    <a:pt x="8173" y="14593"/>
                    <a:pt x="8306" y="14659"/>
                  </a:cubicBezTo>
                  <a:cubicBezTo>
                    <a:pt x="8339" y="14693"/>
                    <a:pt x="8373" y="14759"/>
                    <a:pt x="8473" y="14793"/>
                  </a:cubicBezTo>
                  <a:lnTo>
                    <a:pt x="8540" y="14826"/>
                  </a:lnTo>
                  <a:lnTo>
                    <a:pt x="8606" y="14893"/>
                  </a:lnTo>
                  <a:lnTo>
                    <a:pt x="8640" y="14926"/>
                  </a:lnTo>
                  <a:lnTo>
                    <a:pt x="8706" y="14993"/>
                  </a:lnTo>
                  <a:cubicBezTo>
                    <a:pt x="8773" y="15060"/>
                    <a:pt x="8840" y="15093"/>
                    <a:pt x="8873" y="15126"/>
                  </a:cubicBezTo>
                  <a:lnTo>
                    <a:pt x="9273" y="15393"/>
                  </a:lnTo>
                  <a:cubicBezTo>
                    <a:pt x="9540" y="15493"/>
                    <a:pt x="9807" y="15627"/>
                    <a:pt x="10107" y="15660"/>
                  </a:cubicBezTo>
                  <a:cubicBezTo>
                    <a:pt x="10641" y="15793"/>
                    <a:pt x="11175" y="15827"/>
                    <a:pt x="11675" y="15894"/>
                  </a:cubicBezTo>
                  <a:cubicBezTo>
                    <a:pt x="12176" y="15927"/>
                    <a:pt x="12643" y="15994"/>
                    <a:pt x="13110" y="16160"/>
                  </a:cubicBezTo>
                  <a:lnTo>
                    <a:pt x="13810" y="16427"/>
                  </a:lnTo>
                  <a:lnTo>
                    <a:pt x="14477" y="16761"/>
                  </a:lnTo>
                  <a:cubicBezTo>
                    <a:pt x="15345" y="17228"/>
                    <a:pt x="16145" y="17828"/>
                    <a:pt x="17012" y="18429"/>
                  </a:cubicBezTo>
                  <a:cubicBezTo>
                    <a:pt x="17846" y="18996"/>
                    <a:pt x="18780" y="19563"/>
                    <a:pt x="19648" y="20063"/>
                  </a:cubicBezTo>
                  <a:cubicBezTo>
                    <a:pt x="19848" y="20163"/>
                    <a:pt x="20115" y="20263"/>
                    <a:pt x="20348" y="20397"/>
                  </a:cubicBezTo>
                  <a:cubicBezTo>
                    <a:pt x="20615" y="20497"/>
                    <a:pt x="20882" y="20564"/>
                    <a:pt x="21149" y="20630"/>
                  </a:cubicBezTo>
                  <a:cubicBezTo>
                    <a:pt x="21449" y="20664"/>
                    <a:pt x="21716" y="20730"/>
                    <a:pt x="21983" y="20730"/>
                  </a:cubicBezTo>
                  <a:cubicBezTo>
                    <a:pt x="22216" y="20730"/>
                    <a:pt x="22516" y="20730"/>
                    <a:pt x="22716" y="20664"/>
                  </a:cubicBezTo>
                  <a:cubicBezTo>
                    <a:pt x="23183" y="20630"/>
                    <a:pt x="23650" y="20597"/>
                    <a:pt x="24117" y="20597"/>
                  </a:cubicBezTo>
                  <a:cubicBezTo>
                    <a:pt x="24551" y="20597"/>
                    <a:pt x="25018" y="20597"/>
                    <a:pt x="25452" y="20630"/>
                  </a:cubicBezTo>
                  <a:cubicBezTo>
                    <a:pt x="26286" y="20764"/>
                    <a:pt x="27186" y="21064"/>
                    <a:pt x="28020" y="21431"/>
                  </a:cubicBezTo>
                  <a:cubicBezTo>
                    <a:pt x="28854" y="21798"/>
                    <a:pt x="29688" y="22331"/>
                    <a:pt x="30322" y="22965"/>
                  </a:cubicBezTo>
                  <a:lnTo>
                    <a:pt x="30522" y="23232"/>
                  </a:lnTo>
                  <a:lnTo>
                    <a:pt x="30622" y="23299"/>
                  </a:lnTo>
                  <a:lnTo>
                    <a:pt x="30689" y="23432"/>
                  </a:lnTo>
                  <a:lnTo>
                    <a:pt x="31022" y="23999"/>
                  </a:lnTo>
                  <a:cubicBezTo>
                    <a:pt x="31156" y="24233"/>
                    <a:pt x="31223" y="24433"/>
                    <a:pt x="31323" y="24633"/>
                  </a:cubicBezTo>
                  <a:cubicBezTo>
                    <a:pt x="31389" y="24833"/>
                    <a:pt x="31456" y="25067"/>
                    <a:pt x="31523" y="25267"/>
                  </a:cubicBezTo>
                  <a:cubicBezTo>
                    <a:pt x="31790" y="26101"/>
                    <a:pt x="31823" y="27001"/>
                    <a:pt x="31723" y="27835"/>
                  </a:cubicBezTo>
                  <a:cubicBezTo>
                    <a:pt x="31690" y="28669"/>
                    <a:pt x="31489" y="29503"/>
                    <a:pt x="31323" y="30270"/>
                  </a:cubicBezTo>
                  <a:cubicBezTo>
                    <a:pt x="31156" y="31004"/>
                    <a:pt x="30989" y="31738"/>
                    <a:pt x="30856" y="32405"/>
                  </a:cubicBezTo>
                  <a:cubicBezTo>
                    <a:pt x="30555" y="33673"/>
                    <a:pt x="30622" y="34740"/>
                    <a:pt x="30655" y="35241"/>
                  </a:cubicBezTo>
                  <a:lnTo>
                    <a:pt x="30655" y="35174"/>
                  </a:lnTo>
                  <a:cubicBezTo>
                    <a:pt x="30689" y="36141"/>
                    <a:pt x="31122" y="36942"/>
                    <a:pt x="31389" y="37642"/>
                  </a:cubicBezTo>
                  <a:cubicBezTo>
                    <a:pt x="31690" y="38343"/>
                    <a:pt x="31856" y="39010"/>
                    <a:pt x="31856" y="39644"/>
                  </a:cubicBezTo>
                  <a:cubicBezTo>
                    <a:pt x="31856" y="39811"/>
                    <a:pt x="31823" y="39944"/>
                    <a:pt x="31823" y="40111"/>
                  </a:cubicBezTo>
                  <a:cubicBezTo>
                    <a:pt x="31790" y="40278"/>
                    <a:pt x="31723" y="40444"/>
                    <a:pt x="31690" y="40578"/>
                  </a:cubicBezTo>
                  <a:cubicBezTo>
                    <a:pt x="31623" y="40845"/>
                    <a:pt x="31489" y="41145"/>
                    <a:pt x="31389" y="41412"/>
                  </a:cubicBezTo>
                  <a:cubicBezTo>
                    <a:pt x="31156" y="41946"/>
                    <a:pt x="30956" y="42413"/>
                    <a:pt x="30789" y="42846"/>
                  </a:cubicBezTo>
                  <a:cubicBezTo>
                    <a:pt x="30722" y="42980"/>
                    <a:pt x="30689" y="43113"/>
                    <a:pt x="30655" y="43180"/>
                  </a:cubicBezTo>
                  <a:cubicBezTo>
                    <a:pt x="30622" y="43280"/>
                    <a:pt x="30622" y="43413"/>
                    <a:pt x="30555" y="43480"/>
                  </a:cubicBezTo>
                  <a:cubicBezTo>
                    <a:pt x="30489" y="43680"/>
                    <a:pt x="30455" y="43847"/>
                    <a:pt x="30455" y="44014"/>
                  </a:cubicBezTo>
                  <a:cubicBezTo>
                    <a:pt x="30455" y="44247"/>
                    <a:pt x="30389" y="44347"/>
                    <a:pt x="30389" y="44481"/>
                  </a:cubicBezTo>
                  <a:lnTo>
                    <a:pt x="30389" y="44781"/>
                  </a:lnTo>
                  <a:cubicBezTo>
                    <a:pt x="30389" y="44899"/>
                    <a:pt x="30389" y="44955"/>
                    <a:pt x="30393" y="44955"/>
                  </a:cubicBezTo>
                  <a:cubicBezTo>
                    <a:pt x="30399" y="44955"/>
                    <a:pt x="30415" y="44823"/>
                    <a:pt x="30455" y="44581"/>
                  </a:cubicBezTo>
                  <a:lnTo>
                    <a:pt x="30455" y="44581"/>
                  </a:lnTo>
                  <a:cubicBezTo>
                    <a:pt x="30355" y="45481"/>
                    <a:pt x="30389" y="46315"/>
                    <a:pt x="30655" y="47083"/>
                  </a:cubicBezTo>
                  <a:cubicBezTo>
                    <a:pt x="30889" y="47783"/>
                    <a:pt x="31356" y="48350"/>
                    <a:pt x="31856" y="48684"/>
                  </a:cubicBezTo>
                  <a:cubicBezTo>
                    <a:pt x="32323" y="49084"/>
                    <a:pt x="32824" y="49251"/>
                    <a:pt x="33191" y="49418"/>
                  </a:cubicBezTo>
                  <a:cubicBezTo>
                    <a:pt x="33558" y="49584"/>
                    <a:pt x="33891" y="49684"/>
                    <a:pt x="34191" y="49784"/>
                  </a:cubicBezTo>
                  <a:cubicBezTo>
                    <a:pt x="35325" y="50118"/>
                    <a:pt x="35626" y="50185"/>
                    <a:pt x="35626" y="50185"/>
                  </a:cubicBezTo>
                  <a:cubicBezTo>
                    <a:pt x="35763" y="50231"/>
                    <a:pt x="35880" y="50251"/>
                    <a:pt x="35975" y="50251"/>
                  </a:cubicBezTo>
                  <a:cubicBezTo>
                    <a:pt x="36362" y="50251"/>
                    <a:pt x="36375" y="49913"/>
                    <a:pt x="35893" y="49618"/>
                  </a:cubicBezTo>
                  <a:cubicBezTo>
                    <a:pt x="35893" y="49618"/>
                    <a:pt x="35659" y="49518"/>
                    <a:pt x="34525" y="49184"/>
                  </a:cubicBezTo>
                  <a:cubicBezTo>
                    <a:pt x="34225" y="49117"/>
                    <a:pt x="33891" y="49017"/>
                    <a:pt x="33524" y="48850"/>
                  </a:cubicBezTo>
                  <a:cubicBezTo>
                    <a:pt x="33157" y="48684"/>
                    <a:pt x="32724" y="48517"/>
                    <a:pt x="32323" y="48183"/>
                  </a:cubicBezTo>
                  <a:cubicBezTo>
                    <a:pt x="31890" y="47916"/>
                    <a:pt x="31523" y="47449"/>
                    <a:pt x="31323" y="46816"/>
                  </a:cubicBezTo>
                  <a:cubicBezTo>
                    <a:pt x="31152" y="46277"/>
                    <a:pt x="31127" y="45641"/>
                    <a:pt x="31144" y="44909"/>
                  </a:cubicBezTo>
                  <a:lnTo>
                    <a:pt x="31144" y="44909"/>
                  </a:lnTo>
                  <a:cubicBezTo>
                    <a:pt x="31144" y="44913"/>
                    <a:pt x="31145" y="44915"/>
                    <a:pt x="31146" y="44915"/>
                  </a:cubicBezTo>
                  <a:cubicBezTo>
                    <a:pt x="31150" y="44915"/>
                    <a:pt x="31156" y="44856"/>
                    <a:pt x="31156" y="44748"/>
                  </a:cubicBezTo>
                  <a:lnTo>
                    <a:pt x="31156" y="44447"/>
                  </a:lnTo>
                  <a:cubicBezTo>
                    <a:pt x="31156" y="44314"/>
                    <a:pt x="31189" y="44180"/>
                    <a:pt x="31189" y="44080"/>
                  </a:cubicBezTo>
                  <a:cubicBezTo>
                    <a:pt x="31189" y="43947"/>
                    <a:pt x="31223" y="43780"/>
                    <a:pt x="31289" y="43613"/>
                  </a:cubicBezTo>
                  <a:cubicBezTo>
                    <a:pt x="31323" y="43513"/>
                    <a:pt x="31323" y="43447"/>
                    <a:pt x="31356" y="43347"/>
                  </a:cubicBezTo>
                  <a:cubicBezTo>
                    <a:pt x="31389" y="43280"/>
                    <a:pt x="31456" y="43146"/>
                    <a:pt x="31489" y="43080"/>
                  </a:cubicBezTo>
                  <a:cubicBezTo>
                    <a:pt x="31656" y="42646"/>
                    <a:pt x="31856" y="42179"/>
                    <a:pt x="32123" y="41645"/>
                  </a:cubicBezTo>
                  <a:cubicBezTo>
                    <a:pt x="32223" y="41412"/>
                    <a:pt x="32357" y="41112"/>
                    <a:pt x="32457" y="40778"/>
                  </a:cubicBezTo>
                  <a:lnTo>
                    <a:pt x="32557" y="40278"/>
                  </a:lnTo>
                  <a:cubicBezTo>
                    <a:pt x="32557" y="40111"/>
                    <a:pt x="32624" y="39944"/>
                    <a:pt x="32624" y="39744"/>
                  </a:cubicBezTo>
                  <a:cubicBezTo>
                    <a:pt x="32657" y="38977"/>
                    <a:pt x="32457" y="38176"/>
                    <a:pt x="32157" y="37442"/>
                  </a:cubicBezTo>
                  <a:cubicBezTo>
                    <a:pt x="31856" y="36675"/>
                    <a:pt x="31489" y="35975"/>
                    <a:pt x="31489" y="35241"/>
                  </a:cubicBezTo>
                  <a:lnTo>
                    <a:pt x="31489" y="35174"/>
                  </a:lnTo>
                  <a:cubicBezTo>
                    <a:pt x="31456" y="34740"/>
                    <a:pt x="31456" y="33806"/>
                    <a:pt x="31723" y="32572"/>
                  </a:cubicBezTo>
                  <a:cubicBezTo>
                    <a:pt x="31856" y="31938"/>
                    <a:pt x="32023" y="31238"/>
                    <a:pt x="32223" y="30471"/>
                  </a:cubicBezTo>
                  <a:cubicBezTo>
                    <a:pt x="32457" y="29670"/>
                    <a:pt x="32657" y="28836"/>
                    <a:pt x="32724" y="27935"/>
                  </a:cubicBezTo>
                  <a:cubicBezTo>
                    <a:pt x="32957" y="26101"/>
                    <a:pt x="32624" y="23899"/>
                    <a:pt x="31122" y="22265"/>
                  </a:cubicBezTo>
                  <a:cubicBezTo>
                    <a:pt x="30355" y="21498"/>
                    <a:pt x="29488" y="20964"/>
                    <a:pt x="28554" y="20497"/>
                  </a:cubicBezTo>
                  <a:cubicBezTo>
                    <a:pt x="27653" y="20063"/>
                    <a:pt x="26686" y="19763"/>
                    <a:pt x="25685" y="19596"/>
                  </a:cubicBezTo>
                  <a:cubicBezTo>
                    <a:pt x="25185" y="19596"/>
                    <a:pt x="24718" y="19563"/>
                    <a:pt x="24218" y="19563"/>
                  </a:cubicBezTo>
                  <a:cubicBezTo>
                    <a:pt x="23717" y="19596"/>
                    <a:pt x="23217" y="19596"/>
                    <a:pt x="22783" y="19630"/>
                  </a:cubicBezTo>
                  <a:cubicBezTo>
                    <a:pt x="22516" y="19663"/>
                    <a:pt x="22316" y="19663"/>
                    <a:pt x="22049" y="19663"/>
                  </a:cubicBezTo>
                  <a:cubicBezTo>
                    <a:pt x="21849" y="19663"/>
                    <a:pt x="21649" y="19663"/>
                    <a:pt x="21449" y="19630"/>
                  </a:cubicBezTo>
                  <a:cubicBezTo>
                    <a:pt x="21215" y="19596"/>
                    <a:pt x="21015" y="19563"/>
                    <a:pt x="20815" y="19463"/>
                  </a:cubicBezTo>
                  <a:cubicBezTo>
                    <a:pt x="20615" y="19396"/>
                    <a:pt x="20381" y="19263"/>
                    <a:pt x="20181" y="19163"/>
                  </a:cubicBezTo>
                  <a:cubicBezTo>
                    <a:pt x="19347" y="18729"/>
                    <a:pt x="18480" y="18229"/>
                    <a:pt x="17646" y="17628"/>
                  </a:cubicBezTo>
                  <a:cubicBezTo>
                    <a:pt x="16812" y="17061"/>
                    <a:pt x="15945" y="16427"/>
                    <a:pt x="14978" y="15927"/>
                  </a:cubicBezTo>
                  <a:lnTo>
                    <a:pt x="14210" y="15593"/>
                  </a:lnTo>
                  <a:lnTo>
                    <a:pt x="13443" y="15326"/>
                  </a:lnTo>
                  <a:cubicBezTo>
                    <a:pt x="12876" y="15160"/>
                    <a:pt x="12342" y="15093"/>
                    <a:pt x="11809" y="15060"/>
                  </a:cubicBezTo>
                  <a:cubicBezTo>
                    <a:pt x="11275" y="14993"/>
                    <a:pt x="10775" y="14960"/>
                    <a:pt x="10308" y="14893"/>
                  </a:cubicBezTo>
                  <a:cubicBezTo>
                    <a:pt x="10041" y="14826"/>
                    <a:pt x="9874" y="14759"/>
                    <a:pt x="9674" y="14659"/>
                  </a:cubicBezTo>
                  <a:cubicBezTo>
                    <a:pt x="9607" y="14626"/>
                    <a:pt x="9507" y="14593"/>
                    <a:pt x="9440" y="14493"/>
                  </a:cubicBezTo>
                  <a:cubicBezTo>
                    <a:pt x="9374" y="14493"/>
                    <a:pt x="9340" y="14459"/>
                    <a:pt x="9307" y="14426"/>
                  </a:cubicBezTo>
                  <a:lnTo>
                    <a:pt x="9273" y="14392"/>
                  </a:lnTo>
                  <a:lnTo>
                    <a:pt x="9207" y="14326"/>
                  </a:lnTo>
                  <a:cubicBezTo>
                    <a:pt x="9173" y="14292"/>
                    <a:pt x="9173" y="14259"/>
                    <a:pt x="9140" y="14259"/>
                  </a:cubicBezTo>
                  <a:lnTo>
                    <a:pt x="8973" y="14159"/>
                  </a:lnTo>
                  <a:cubicBezTo>
                    <a:pt x="8940" y="14159"/>
                    <a:pt x="8873" y="14126"/>
                    <a:pt x="8840" y="14092"/>
                  </a:cubicBezTo>
                  <a:cubicBezTo>
                    <a:pt x="8773" y="14059"/>
                    <a:pt x="8706" y="13959"/>
                    <a:pt x="8640" y="13892"/>
                  </a:cubicBezTo>
                  <a:cubicBezTo>
                    <a:pt x="8473" y="13725"/>
                    <a:pt x="8339" y="13559"/>
                    <a:pt x="8206" y="13325"/>
                  </a:cubicBezTo>
                  <a:cubicBezTo>
                    <a:pt x="7973" y="12925"/>
                    <a:pt x="7772" y="12458"/>
                    <a:pt x="7472" y="12057"/>
                  </a:cubicBezTo>
                  <a:cubicBezTo>
                    <a:pt x="7305" y="11824"/>
                    <a:pt x="7139" y="11624"/>
                    <a:pt x="6938" y="11424"/>
                  </a:cubicBezTo>
                  <a:lnTo>
                    <a:pt x="6538" y="11157"/>
                  </a:lnTo>
                  <a:lnTo>
                    <a:pt x="6471" y="11123"/>
                  </a:lnTo>
                  <a:lnTo>
                    <a:pt x="6505" y="11123"/>
                  </a:lnTo>
                  <a:lnTo>
                    <a:pt x="6471" y="11090"/>
                  </a:lnTo>
                  <a:lnTo>
                    <a:pt x="6305" y="10957"/>
                  </a:lnTo>
                  <a:cubicBezTo>
                    <a:pt x="6105" y="10790"/>
                    <a:pt x="5838" y="10656"/>
                    <a:pt x="5638" y="10556"/>
                  </a:cubicBezTo>
                  <a:cubicBezTo>
                    <a:pt x="5371" y="10456"/>
                    <a:pt x="5171" y="10390"/>
                    <a:pt x="4937" y="10290"/>
                  </a:cubicBezTo>
                  <a:cubicBezTo>
                    <a:pt x="3970" y="9956"/>
                    <a:pt x="3036" y="9923"/>
                    <a:pt x="2335" y="9589"/>
                  </a:cubicBezTo>
                  <a:cubicBezTo>
                    <a:pt x="1601" y="9289"/>
                    <a:pt x="1134" y="8722"/>
                    <a:pt x="934" y="7988"/>
                  </a:cubicBezTo>
                  <a:cubicBezTo>
                    <a:pt x="867" y="7821"/>
                    <a:pt x="834" y="7621"/>
                    <a:pt x="801" y="7454"/>
                  </a:cubicBezTo>
                  <a:cubicBezTo>
                    <a:pt x="767" y="7287"/>
                    <a:pt x="767" y="7121"/>
                    <a:pt x="701" y="6954"/>
                  </a:cubicBezTo>
                  <a:cubicBezTo>
                    <a:pt x="667" y="6620"/>
                    <a:pt x="701" y="6320"/>
                    <a:pt x="767" y="5986"/>
                  </a:cubicBezTo>
                  <a:cubicBezTo>
                    <a:pt x="934" y="5319"/>
                    <a:pt x="1168" y="4786"/>
                    <a:pt x="1435" y="4252"/>
                  </a:cubicBezTo>
                  <a:cubicBezTo>
                    <a:pt x="1935" y="3151"/>
                    <a:pt x="2202" y="2150"/>
                    <a:pt x="2102" y="1450"/>
                  </a:cubicBezTo>
                  <a:cubicBezTo>
                    <a:pt x="2035" y="1283"/>
                    <a:pt x="2035" y="1116"/>
                    <a:pt x="2002" y="983"/>
                  </a:cubicBezTo>
                  <a:cubicBezTo>
                    <a:pt x="1968" y="883"/>
                    <a:pt x="1935" y="749"/>
                    <a:pt x="1868" y="649"/>
                  </a:cubicBezTo>
                  <a:cubicBezTo>
                    <a:pt x="1835" y="483"/>
                    <a:pt x="1801" y="416"/>
                    <a:pt x="1801" y="416"/>
                  </a:cubicBezTo>
                  <a:cubicBezTo>
                    <a:pt x="1649" y="125"/>
                    <a:pt x="1485" y="1"/>
                    <a:pt x="13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63" name="Google Shape;3063;p25"/>
            <p:cNvSpPr/>
            <p:nvPr/>
          </p:nvSpPr>
          <p:spPr>
            <a:xfrm rot="-382644" flipH="1">
              <a:off x="-2083137" y="1005591"/>
              <a:ext cx="732747" cy="593673"/>
            </a:xfrm>
            <a:custGeom>
              <a:avLst/>
              <a:gdLst/>
              <a:ahLst/>
              <a:cxnLst/>
              <a:rect l="l" t="t" r="r" b="b"/>
              <a:pathLst>
                <a:path w="32524" h="26351" extrusionOk="0">
                  <a:moveTo>
                    <a:pt x="80" y="0"/>
                  </a:moveTo>
                  <a:lnTo>
                    <a:pt x="80" y="0"/>
                  </a:lnTo>
                  <a:cubicBezTo>
                    <a:pt x="6" y="0"/>
                    <a:pt x="1" y="141"/>
                    <a:pt x="115" y="369"/>
                  </a:cubicBezTo>
                  <a:cubicBezTo>
                    <a:pt x="115" y="369"/>
                    <a:pt x="181" y="436"/>
                    <a:pt x="215" y="602"/>
                  </a:cubicBezTo>
                  <a:cubicBezTo>
                    <a:pt x="248" y="669"/>
                    <a:pt x="281" y="802"/>
                    <a:pt x="348" y="936"/>
                  </a:cubicBezTo>
                  <a:cubicBezTo>
                    <a:pt x="381" y="1103"/>
                    <a:pt x="415" y="1269"/>
                    <a:pt x="448" y="1470"/>
                  </a:cubicBezTo>
                  <a:cubicBezTo>
                    <a:pt x="548" y="1870"/>
                    <a:pt x="548" y="2504"/>
                    <a:pt x="415" y="3304"/>
                  </a:cubicBezTo>
                  <a:cubicBezTo>
                    <a:pt x="348" y="3671"/>
                    <a:pt x="248" y="4138"/>
                    <a:pt x="181" y="4672"/>
                  </a:cubicBezTo>
                  <a:cubicBezTo>
                    <a:pt x="81" y="5172"/>
                    <a:pt x="48" y="5806"/>
                    <a:pt x="215" y="6473"/>
                  </a:cubicBezTo>
                  <a:cubicBezTo>
                    <a:pt x="248" y="6607"/>
                    <a:pt x="281" y="6840"/>
                    <a:pt x="381" y="7207"/>
                  </a:cubicBezTo>
                  <a:cubicBezTo>
                    <a:pt x="415" y="7374"/>
                    <a:pt x="515" y="7607"/>
                    <a:pt x="582" y="7841"/>
                  </a:cubicBezTo>
                  <a:cubicBezTo>
                    <a:pt x="682" y="8108"/>
                    <a:pt x="782" y="8341"/>
                    <a:pt x="1049" y="8608"/>
                  </a:cubicBezTo>
                  <a:cubicBezTo>
                    <a:pt x="1282" y="8842"/>
                    <a:pt x="1616" y="8975"/>
                    <a:pt x="1949" y="9042"/>
                  </a:cubicBezTo>
                  <a:cubicBezTo>
                    <a:pt x="2283" y="9142"/>
                    <a:pt x="2683" y="9209"/>
                    <a:pt x="3017" y="9309"/>
                  </a:cubicBezTo>
                  <a:cubicBezTo>
                    <a:pt x="3684" y="9542"/>
                    <a:pt x="4418" y="9842"/>
                    <a:pt x="5051" y="10443"/>
                  </a:cubicBezTo>
                  <a:cubicBezTo>
                    <a:pt x="5385" y="10676"/>
                    <a:pt x="5685" y="11010"/>
                    <a:pt x="6019" y="11310"/>
                  </a:cubicBezTo>
                  <a:cubicBezTo>
                    <a:pt x="6352" y="11610"/>
                    <a:pt x="6619" y="11977"/>
                    <a:pt x="6953" y="12311"/>
                  </a:cubicBezTo>
                  <a:cubicBezTo>
                    <a:pt x="7120" y="12478"/>
                    <a:pt x="7286" y="12644"/>
                    <a:pt x="7520" y="12811"/>
                  </a:cubicBezTo>
                  <a:lnTo>
                    <a:pt x="7787" y="13045"/>
                  </a:lnTo>
                  <a:cubicBezTo>
                    <a:pt x="7887" y="13145"/>
                    <a:pt x="8020" y="13178"/>
                    <a:pt x="8087" y="13278"/>
                  </a:cubicBezTo>
                  <a:cubicBezTo>
                    <a:pt x="8287" y="13378"/>
                    <a:pt x="8521" y="13545"/>
                    <a:pt x="8721" y="13645"/>
                  </a:cubicBezTo>
                  <a:lnTo>
                    <a:pt x="9054" y="13812"/>
                  </a:lnTo>
                  <a:lnTo>
                    <a:pt x="9221" y="13879"/>
                  </a:lnTo>
                  <a:lnTo>
                    <a:pt x="9288" y="13945"/>
                  </a:lnTo>
                  <a:cubicBezTo>
                    <a:pt x="9355" y="13945"/>
                    <a:pt x="9388" y="13979"/>
                    <a:pt x="9421" y="13979"/>
                  </a:cubicBezTo>
                  <a:cubicBezTo>
                    <a:pt x="9922" y="14145"/>
                    <a:pt x="10455" y="14145"/>
                    <a:pt x="10922" y="14145"/>
                  </a:cubicBezTo>
                  <a:cubicBezTo>
                    <a:pt x="11389" y="14145"/>
                    <a:pt x="11856" y="14145"/>
                    <a:pt x="12290" y="14212"/>
                  </a:cubicBezTo>
                  <a:lnTo>
                    <a:pt x="12457" y="14279"/>
                  </a:lnTo>
                  <a:lnTo>
                    <a:pt x="12557" y="14279"/>
                  </a:lnTo>
                  <a:lnTo>
                    <a:pt x="12790" y="14446"/>
                  </a:lnTo>
                  <a:cubicBezTo>
                    <a:pt x="12957" y="14546"/>
                    <a:pt x="13091" y="14712"/>
                    <a:pt x="13257" y="14879"/>
                  </a:cubicBezTo>
                  <a:cubicBezTo>
                    <a:pt x="13591" y="15213"/>
                    <a:pt x="13858" y="15613"/>
                    <a:pt x="14225" y="15880"/>
                  </a:cubicBezTo>
                  <a:lnTo>
                    <a:pt x="14592" y="16147"/>
                  </a:lnTo>
                  <a:cubicBezTo>
                    <a:pt x="14725" y="16214"/>
                    <a:pt x="14859" y="16280"/>
                    <a:pt x="14925" y="16314"/>
                  </a:cubicBezTo>
                  <a:lnTo>
                    <a:pt x="14892" y="16314"/>
                  </a:lnTo>
                  <a:cubicBezTo>
                    <a:pt x="15959" y="16881"/>
                    <a:pt x="17260" y="17214"/>
                    <a:pt x="18595" y="17214"/>
                  </a:cubicBezTo>
                  <a:cubicBezTo>
                    <a:pt x="18722" y="17221"/>
                    <a:pt x="18849" y="17224"/>
                    <a:pt x="18977" y="17224"/>
                  </a:cubicBezTo>
                  <a:cubicBezTo>
                    <a:pt x="20156" y="17224"/>
                    <a:pt x="21357" y="16968"/>
                    <a:pt x="22531" y="16847"/>
                  </a:cubicBezTo>
                  <a:cubicBezTo>
                    <a:pt x="22962" y="16791"/>
                    <a:pt x="23402" y="16761"/>
                    <a:pt x="23840" y="16761"/>
                  </a:cubicBezTo>
                  <a:cubicBezTo>
                    <a:pt x="24688" y="16761"/>
                    <a:pt x="25530" y="16872"/>
                    <a:pt x="26300" y="17114"/>
                  </a:cubicBezTo>
                  <a:cubicBezTo>
                    <a:pt x="27468" y="17481"/>
                    <a:pt x="28535" y="18148"/>
                    <a:pt x="29402" y="18849"/>
                  </a:cubicBezTo>
                  <a:cubicBezTo>
                    <a:pt x="30270" y="19616"/>
                    <a:pt x="30903" y="20483"/>
                    <a:pt x="31370" y="21317"/>
                  </a:cubicBezTo>
                  <a:cubicBezTo>
                    <a:pt x="31804" y="22184"/>
                    <a:pt x="32071" y="22985"/>
                    <a:pt x="32204" y="23686"/>
                  </a:cubicBezTo>
                  <a:cubicBezTo>
                    <a:pt x="32238" y="24086"/>
                    <a:pt x="32304" y="24353"/>
                    <a:pt x="32304" y="24653"/>
                  </a:cubicBezTo>
                  <a:cubicBezTo>
                    <a:pt x="32371" y="24953"/>
                    <a:pt x="32371" y="25153"/>
                    <a:pt x="32371" y="25353"/>
                  </a:cubicBezTo>
                  <a:lnTo>
                    <a:pt x="32371" y="25820"/>
                  </a:lnTo>
                  <a:lnTo>
                    <a:pt x="32371" y="25987"/>
                  </a:lnTo>
                  <a:cubicBezTo>
                    <a:pt x="32371" y="26226"/>
                    <a:pt x="32417" y="26351"/>
                    <a:pt x="32453" y="26351"/>
                  </a:cubicBezTo>
                  <a:cubicBezTo>
                    <a:pt x="32494" y="26351"/>
                    <a:pt x="32523" y="26201"/>
                    <a:pt x="32471" y="25887"/>
                  </a:cubicBezTo>
                  <a:lnTo>
                    <a:pt x="32471" y="25720"/>
                  </a:lnTo>
                  <a:lnTo>
                    <a:pt x="32471" y="25287"/>
                  </a:lnTo>
                  <a:cubicBezTo>
                    <a:pt x="32471" y="25053"/>
                    <a:pt x="32471" y="24820"/>
                    <a:pt x="32438" y="24519"/>
                  </a:cubicBezTo>
                  <a:cubicBezTo>
                    <a:pt x="32438" y="24219"/>
                    <a:pt x="32371" y="23952"/>
                    <a:pt x="32304" y="23552"/>
                  </a:cubicBezTo>
                  <a:cubicBezTo>
                    <a:pt x="32204" y="22852"/>
                    <a:pt x="31937" y="21984"/>
                    <a:pt x="31470" y="21117"/>
                  </a:cubicBezTo>
                  <a:cubicBezTo>
                    <a:pt x="31037" y="20183"/>
                    <a:pt x="30403" y="19316"/>
                    <a:pt x="29469" y="18515"/>
                  </a:cubicBezTo>
                  <a:cubicBezTo>
                    <a:pt x="28602" y="17715"/>
                    <a:pt x="27534" y="17047"/>
                    <a:pt x="26267" y="16647"/>
                  </a:cubicBezTo>
                  <a:cubicBezTo>
                    <a:pt x="25434" y="16355"/>
                    <a:pt x="24526" y="16244"/>
                    <a:pt x="23614" y="16244"/>
                  </a:cubicBezTo>
                  <a:cubicBezTo>
                    <a:pt x="23173" y="16244"/>
                    <a:pt x="22732" y="16270"/>
                    <a:pt x="22297" y="16314"/>
                  </a:cubicBezTo>
                  <a:cubicBezTo>
                    <a:pt x="21050" y="16438"/>
                    <a:pt x="19861" y="16650"/>
                    <a:pt x="18677" y="16650"/>
                  </a:cubicBezTo>
                  <a:cubicBezTo>
                    <a:pt x="18594" y="16650"/>
                    <a:pt x="18511" y="16649"/>
                    <a:pt x="18428" y="16647"/>
                  </a:cubicBezTo>
                  <a:cubicBezTo>
                    <a:pt x="17127" y="16647"/>
                    <a:pt x="15926" y="16314"/>
                    <a:pt x="14925" y="15780"/>
                  </a:cubicBezTo>
                  <a:lnTo>
                    <a:pt x="14892" y="15780"/>
                  </a:lnTo>
                  <a:lnTo>
                    <a:pt x="14625" y="15646"/>
                  </a:lnTo>
                  <a:cubicBezTo>
                    <a:pt x="14558" y="15613"/>
                    <a:pt x="14425" y="15513"/>
                    <a:pt x="14358" y="15446"/>
                  </a:cubicBezTo>
                  <a:cubicBezTo>
                    <a:pt x="14025" y="15146"/>
                    <a:pt x="13758" y="14813"/>
                    <a:pt x="13424" y="14479"/>
                  </a:cubicBezTo>
                  <a:cubicBezTo>
                    <a:pt x="13291" y="14312"/>
                    <a:pt x="13091" y="14145"/>
                    <a:pt x="12924" y="13979"/>
                  </a:cubicBezTo>
                  <a:lnTo>
                    <a:pt x="12590" y="13712"/>
                  </a:lnTo>
                  <a:cubicBezTo>
                    <a:pt x="12590" y="13678"/>
                    <a:pt x="12524" y="13678"/>
                    <a:pt x="12457" y="13678"/>
                  </a:cubicBezTo>
                  <a:lnTo>
                    <a:pt x="12390" y="13678"/>
                  </a:lnTo>
                  <a:lnTo>
                    <a:pt x="12223" y="13645"/>
                  </a:lnTo>
                  <a:cubicBezTo>
                    <a:pt x="11723" y="13545"/>
                    <a:pt x="11223" y="13545"/>
                    <a:pt x="10756" y="13545"/>
                  </a:cubicBezTo>
                  <a:cubicBezTo>
                    <a:pt x="10255" y="13545"/>
                    <a:pt x="9788" y="13545"/>
                    <a:pt x="9388" y="13445"/>
                  </a:cubicBezTo>
                  <a:lnTo>
                    <a:pt x="9355" y="13445"/>
                  </a:lnTo>
                  <a:lnTo>
                    <a:pt x="9254" y="13378"/>
                  </a:lnTo>
                  <a:lnTo>
                    <a:pt x="9088" y="13311"/>
                  </a:lnTo>
                  <a:lnTo>
                    <a:pt x="8754" y="13145"/>
                  </a:lnTo>
                  <a:cubicBezTo>
                    <a:pt x="8554" y="13045"/>
                    <a:pt x="8387" y="12945"/>
                    <a:pt x="8187" y="12811"/>
                  </a:cubicBezTo>
                  <a:cubicBezTo>
                    <a:pt x="8087" y="12778"/>
                    <a:pt x="7954" y="12711"/>
                    <a:pt x="7887" y="12644"/>
                  </a:cubicBezTo>
                  <a:lnTo>
                    <a:pt x="7620" y="12444"/>
                  </a:lnTo>
                  <a:cubicBezTo>
                    <a:pt x="7453" y="12311"/>
                    <a:pt x="7286" y="12144"/>
                    <a:pt x="7120" y="11977"/>
                  </a:cubicBezTo>
                  <a:cubicBezTo>
                    <a:pt x="6786" y="11644"/>
                    <a:pt x="6519" y="11310"/>
                    <a:pt x="6186" y="10976"/>
                  </a:cubicBezTo>
                  <a:cubicBezTo>
                    <a:pt x="5852" y="10643"/>
                    <a:pt x="5518" y="10309"/>
                    <a:pt x="5185" y="10042"/>
                  </a:cubicBezTo>
                  <a:cubicBezTo>
                    <a:pt x="5018" y="9876"/>
                    <a:pt x="4851" y="9776"/>
                    <a:pt x="4685" y="9642"/>
                  </a:cubicBezTo>
                  <a:cubicBezTo>
                    <a:pt x="4518" y="9509"/>
                    <a:pt x="4351" y="9375"/>
                    <a:pt x="4117" y="9309"/>
                  </a:cubicBezTo>
                  <a:cubicBezTo>
                    <a:pt x="3751" y="9142"/>
                    <a:pt x="3384" y="9008"/>
                    <a:pt x="3017" y="8875"/>
                  </a:cubicBezTo>
                  <a:cubicBezTo>
                    <a:pt x="2283" y="8708"/>
                    <a:pt x="1582" y="8675"/>
                    <a:pt x="1215" y="8308"/>
                  </a:cubicBezTo>
                  <a:cubicBezTo>
                    <a:pt x="1015" y="8108"/>
                    <a:pt x="882" y="7874"/>
                    <a:pt x="782" y="7674"/>
                  </a:cubicBezTo>
                  <a:cubicBezTo>
                    <a:pt x="715" y="7474"/>
                    <a:pt x="615" y="7274"/>
                    <a:pt x="582" y="7107"/>
                  </a:cubicBezTo>
                  <a:cubicBezTo>
                    <a:pt x="515" y="6707"/>
                    <a:pt x="448" y="6473"/>
                    <a:pt x="415" y="6340"/>
                  </a:cubicBezTo>
                  <a:cubicBezTo>
                    <a:pt x="248" y="5706"/>
                    <a:pt x="281" y="5139"/>
                    <a:pt x="381" y="4639"/>
                  </a:cubicBezTo>
                  <a:cubicBezTo>
                    <a:pt x="448" y="4138"/>
                    <a:pt x="548" y="3671"/>
                    <a:pt x="615" y="3271"/>
                  </a:cubicBezTo>
                  <a:cubicBezTo>
                    <a:pt x="748" y="2437"/>
                    <a:pt x="748" y="1803"/>
                    <a:pt x="682" y="1336"/>
                  </a:cubicBezTo>
                  <a:cubicBezTo>
                    <a:pt x="615" y="1136"/>
                    <a:pt x="582" y="969"/>
                    <a:pt x="548" y="802"/>
                  </a:cubicBezTo>
                  <a:cubicBezTo>
                    <a:pt x="515" y="669"/>
                    <a:pt x="448" y="536"/>
                    <a:pt x="415" y="469"/>
                  </a:cubicBezTo>
                  <a:cubicBezTo>
                    <a:pt x="381" y="302"/>
                    <a:pt x="348" y="269"/>
                    <a:pt x="348" y="269"/>
                  </a:cubicBezTo>
                  <a:cubicBezTo>
                    <a:pt x="233" y="82"/>
                    <a:pt x="136" y="0"/>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64" name="Google Shape;3064;p25"/>
            <p:cNvSpPr/>
            <p:nvPr/>
          </p:nvSpPr>
          <p:spPr>
            <a:xfrm rot="-382644" flipH="1">
              <a:off x="-1978593" y="900510"/>
              <a:ext cx="1574288" cy="3117711"/>
            </a:xfrm>
            <a:custGeom>
              <a:avLst/>
              <a:gdLst/>
              <a:ahLst/>
              <a:cxnLst/>
              <a:rect l="l" t="t" r="r" b="b"/>
              <a:pathLst>
                <a:path w="69877" h="138384" extrusionOk="0">
                  <a:moveTo>
                    <a:pt x="14034" y="0"/>
                  </a:moveTo>
                  <a:cubicBezTo>
                    <a:pt x="13967" y="0"/>
                    <a:pt x="13860" y="484"/>
                    <a:pt x="13777" y="1460"/>
                  </a:cubicBezTo>
                  <a:cubicBezTo>
                    <a:pt x="13777" y="1460"/>
                    <a:pt x="13744" y="1560"/>
                    <a:pt x="13710" y="1860"/>
                  </a:cubicBezTo>
                  <a:cubicBezTo>
                    <a:pt x="13677" y="2027"/>
                    <a:pt x="13610" y="2194"/>
                    <a:pt x="13577" y="2461"/>
                  </a:cubicBezTo>
                  <a:cubicBezTo>
                    <a:pt x="13510" y="2661"/>
                    <a:pt x="13410" y="2961"/>
                    <a:pt x="13343" y="3228"/>
                  </a:cubicBezTo>
                  <a:cubicBezTo>
                    <a:pt x="13110" y="3862"/>
                    <a:pt x="12776" y="4629"/>
                    <a:pt x="12176" y="5396"/>
                  </a:cubicBezTo>
                  <a:cubicBezTo>
                    <a:pt x="11542" y="6197"/>
                    <a:pt x="10575" y="6997"/>
                    <a:pt x="9374" y="7831"/>
                  </a:cubicBezTo>
                  <a:cubicBezTo>
                    <a:pt x="8206" y="8665"/>
                    <a:pt x="6772" y="9699"/>
                    <a:pt x="5671" y="11334"/>
                  </a:cubicBezTo>
                  <a:cubicBezTo>
                    <a:pt x="5404" y="11734"/>
                    <a:pt x="5071" y="12134"/>
                    <a:pt x="4904" y="12668"/>
                  </a:cubicBezTo>
                  <a:cubicBezTo>
                    <a:pt x="4737" y="13168"/>
                    <a:pt x="4737" y="13735"/>
                    <a:pt x="4770" y="14302"/>
                  </a:cubicBezTo>
                  <a:cubicBezTo>
                    <a:pt x="4904" y="15403"/>
                    <a:pt x="5237" y="16537"/>
                    <a:pt x="5438" y="17705"/>
                  </a:cubicBezTo>
                  <a:cubicBezTo>
                    <a:pt x="5571" y="18339"/>
                    <a:pt x="5604" y="18906"/>
                    <a:pt x="5504" y="19540"/>
                  </a:cubicBezTo>
                  <a:cubicBezTo>
                    <a:pt x="5404" y="20173"/>
                    <a:pt x="5037" y="20674"/>
                    <a:pt x="4537" y="21141"/>
                  </a:cubicBezTo>
                  <a:cubicBezTo>
                    <a:pt x="3570" y="22008"/>
                    <a:pt x="2235" y="22575"/>
                    <a:pt x="1068" y="23576"/>
                  </a:cubicBezTo>
                  <a:cubicBezTo>
                    <a:pt x="768" y="23843"/>
                    <a:pt x="534" y="24176"/>
                    <a:pt x="334" y="24510"/>
                  </a:cubicBezTo>
                  <a:lnTo>
                    <a:pt x="201" y="24810"/>
                  </a:lnTo>
                  <a:cubicBezTo>
                    <a:pt x="167" y="24877"/>
                    <a:pt x="167" y="25010"/>
                    <a:pt x="100" y="25077"/>
                  </a:cubicBezTo>
                  <a:cubicBezTo>
                    <a:pt x="34" y="25310"/>
                    <a:pt x="34" y="25510"/>
                    <a:pt x="34" y="25711"/>
                  </a:cubicBezTo>
                  <a:cubicBezTo>
                    <a:pt x="0" y="26545"/>
                    <a:pt x="334" y="27345"/>
                    <a:pt x="668" y="28079"/>
                  </a:cubicBezTo>
                  <a:cubicBezTo>
                    <a:pt x="1001" y="28846"/>
                    <a:pt x="1435" y="29547"/>
                    <a:pt x="1835" y="30314"/>
                  </a:cubicBezTo>
                  <a:cubicBezTo>
                    <a:pt x="2235" y="31048"/>
                    <a:pt x="2569" y="31882"/>
                    <a:pt x="2569" y="32716"/>
                  </a:cubicBezTo>
                  <a:cubicBezTo>
                    <a:pt x="2602" y="33316"/>
                    <a:pt x="2502" y="34250"/>
                    <a:pt x="1902" y="35484"/>
                  </a:cubicBezTo>
                  <a:cubicBezTo>
                    <a:pt x="1668" y="36051"/>
                    <a:pt x="1268" y="36718"/>
                    <a:pt x="934" y="37486"/>
                  </a:cubicBezTo>
                  <a:cubicBezTo>
                    <a:pt x="601" y="38220"/>
                    <a:pt x="201" y="39087"/>
                    <a:pt x="234" y="40154"/>
                  </a:cubicBezTo>
                  <a:cubicBezTo>
                    <a:pt x="334" y="40688"/>
                    <a:pt x="534" y="41155"/>
                    <a:pt x="668" y="41655"/>
                  </a:cubicBezTo>
                  <a:cubicBezTo>
                    <a:pt x="768" y="42156"/>
                    <a:pt x="934" y="42656"/>
                    <a:pt x="1168" y="43156"/>
                  </a:cubicBezTo>
                  <a:cubicBezTo>
                    <a:pt x="1368" y="43657"/>
                    <a:pt x="1535" y="44191"/>
                    <a:pt x="1768" y="44691"/>
                  </a:cubicBezTo>
                  <a:cubicBezTo>
                    <a:pt x="2035" y="45191"/>
                    <a:pt x="2269" y="45725"/>
                    <a:pt x="2569" y="46259"/>
                  </a:cubicBezTo>
                  <a:cubicBezTo>
                    <a:pt x="3703" y="48394"/>
                    <a:pt x="5371" y="50495"/>
                    <a:pt x="7539" y="52196"/>
                  </a:cubicBezTo>
                  <a:cubicBezTo>
                    <a:pt x="8673" y="53030"/>
                    <a:pt x="9841" y="53764"/>
                    <a:pt x="11175" y="54364"/>
                  </a:cubicBezTo>
                  <a:cubicBezTo>
                    <a:pt x="12509" y="54932"/>
                    <a:pt x="13877" y="55432"/>
                    <a:pt x="15345" y="55732"/>
                  </a:cubicBezTo>
                  <a:cubicBezTo>
                    <a:pt x="15678" y="55832"/>
                    <a:pt x="16045" y="55866"/>
                    <a:pt x="16412" y="55932"/>
                  </a:cubicBezTo>
                  <a:cubicBezTo>
                    <a:pt x="16746" y="55999"/>
                    <a:pt x="17113" y="56066"/>
                    <a:pt x="17513" y="56099"/>
                  </a:cubicBezTo>
                  <a:cubicBezTo>
                    <a:pt x="17880" y="56199"/>
                    <a:pt x="18247" y="56232"/>
                    <a:pt x="18614" y="56266"/>
                  </a:cubicBezTo>
                  <a:cubicBezTo>
                    <a:pt x="19014" y="56333"/>
                    <a:pt x="19381" y="56366"/>
                    <a:pt x="19748" y="56366"/>
                  </a:cubicBezTo>
                  <a:cubicBezTo>
                    <a:pt x="21249" y="56433"/>
                    <a:pt x="22750" y="56533"/>
                    <a:pt x="24218" y="56833"/>
                  </a:cubicBezTo>
                  <a:cubicBezTo>
                    <a:pt x="24918" y="56933"/>
                    <a:pt x="25619" y="57200"/>
                    <a:pt x="26353" y="57433"/>
                  </a:cubicBezTo>
                  <a:cubicBezTo>
                    <a:pt x="27020" y="57734"/>
                    <a:pt x="27720" y="58067"/>
                    <a:pt x="28287" y="58501"/>
                  </a:cubicBezTo>
                  <a:cubicBezTo>
                    <a:pt x="28921" y="58868"/>
                    <a:pt x="29455" y="59368"/>
                    <a:pt x="30022" y="59868"/>
                  </a:cubicBezTo>
                  <a:lnTo>
                    <a:pt x="30856" y="60669"/>
                  </a:lnTo>
                  <a:cubicBezTo>
                    <a:pt x="31123" y="60902"/>
                    <a:pt x="31423" y="61169"/>
                    <a:pt x="31723" y="61369"/>
                  </a:cubicBezTo>
                  <a:cubicBezTo>
                    <a:pt x="32924" y="62270"/>
                    <a:pt x="34225" y="63037"/>
                    <a:pt x="35392" y="63871"/>
                  </a:cubicBezTo>
                  <a:cubicBezTo>
                    <a:pt x="36560" y="64672"/>
                    <a:pt x="37594" y="65673"/>
                    <a:pt x="38194" y="66873"/>
                  </a:cubicBezTo>
                  <a:cubicBezTo>
                    <a:pt x="38561" y="67574"/>
                    <a:pt x="38728" y="68374"/>
                    <a:pt x="38861" y="69175"/>
                  </a:cubicBezTo>
                  <a:cubicBezTo>
                    <a:pt x="38928" y="69942"/>
                    <a:pt x="38928" y="70709"/>
                    <a:pt x="38928" y="71443"/>
                  </a:cubicBezTo>
                  <a:cubicBezTo>
                    <a:pt x="38895" y="72211"/>
                    <a:pt x="38928" y="72911"/>
                    <a:pt x="39028" y="73545"/>
                  </a:cubicBezTo>
                  <a:cubicBezTo>
                    <a:pt x="39095" y="73878"/>
                    <a:pt x="39128" y="74179"/>
                    <a:pt x="39228" y="74412"/>
                  </a:cubicBezTo>
                  <a:cubicBezTo>
                    <a:pt x="39328" y="74712"/>
                    <a:pt x="39395" y="74913"/>
                    <a:pt x="39462" y="75113"/>
                  </a:cubicBezTo>
                  <a:cubicBezTo>
                    <a:pt x="39896" y="76314"/>
                    <a:pt x="40729" y="77281"/>
                    <a:pt x="41263" y="78315"/>
                  </a:cubicBezTo>
                  <a:cubicBezTo>
                    <a:pt x="41563" y="78882"/>
                    <a:pt x="41764" y="79416"/>
                    <a:pt x="41830" y="79983"/>
                  </a:cubicBezTo>
                  <a:cubicBezTo>
                    <a:pt x="41864" y="80550"/>
                    <a:pt x="41730" y="81150"/>
                    <a:pt x="41563" y="81717"/>
                  </a:cubicBezTo>
                  <a:cubicBezTo>
                    <a:pt x="41397" y="82251"/>
                    <a:pt x="41063" y="82751"/>
                    <a:pt x="40629" y="83152"/>
                  </a:cubicBezTo>
                  <a:cubicBezTo>
                    <a:pt x="40229" y="83585"/>
                    <a:pt x="39695" y="83886"/>
                    <a:pt x="39128" y="84119"/>
                  </a:cubicBezTo>
                  <a:cubicBezTo>
                    <a:pt x="38061" y="84586"/>
                    <a:pt x="36827" y="84886"/>
                    <a:pt x="35626" y="85387"/>
                  </a:cubicBezTo>
                  <a:cubicBezTo>
                    <a:pt x="35059" y="85620"/>
                    <a:pt x="34458" y="85954"/>
                    <a:pt x="33958" y="86387"/>
                  </a:cubicBezTo>
                  <a:cubicBezTo>
                    <a:pt x="33724" y="86588"/>
                    <a:pt x="33524" y="86854"/>
                    <a:pt x="33291" y="87088"/>
                  </a:cubicBezTo>
                  <a:cubicBezTo>
                    <a:pt x="33091" y="87321"/>
                    <a:pt x="32891" y="87622"/>
                    <a:pt x="32724" y="87888"/>
                  </a:cubicBezTo>
                  <a:cubicBezTo>
                    <a:pt x="32390" y="88422"/>
                    <a:pt x="32090" y="88989"/>
                    <a:pt x="31923" y="89623"/>
                  </a:cubicBezTo>
                  <a:cubicBezTo>
                    <a:pt x="31723" y="90257"/>
                    <a:pt x="31656" y="90924"/>
                    <a:pt x="31590" y="91558"/>
                  </a:cubicBezTo>
                  <a:cubicBezTo>
                    <a:pt x="31523" y="92825"/>
                    <a:pt x="31623" y="94093"/>
                    <a:pt x="31890" y="95327"/>
                  </a:cubicBezTo>
                  <a:cubicBezTo>
                    <a:pt x="32157" y="96595"/>
                    <a:pt x="32490" y="97796"/>
                    <a:pt x="32857" y="98963"/>
                  </a:cubicBezTo>
                  <a:cubicBezTo>
                    <a:pt x="33591" y="101331"/>
                    <a:pt x="34525" y="103633"/>
                    <a:pt x="35059" y="105968"/>
                  </a:cubicBezTo>
                  <a:cubicBezTo>
                    <a:pt x="35226" y="106568"/>
                    <a:pt x="35326" y="107169"/>
                    <a:pt x="35392" y="107769"/>
                  </a:cubicBezTo>
                  <a:cubicBezTo>
                    <a:pt x="35526" y="108403"/>
                    <a:pt x="35592" y="108970"/>
                    <a:pt x="35726" y="109571"/>
                  </a:cubicBezTo>
                  <a:cubicBezTo>
                    <a:pt x="35926" y="110772"/>
                    <a:pt x="36193" y="111939"/>
                    <a:pt x="36493" y="113073"/>
                  </a:cubicBezTo>
                  <a:cubicBezTo>
                    <a:pt x="37060" y="115375"/>
                    <a:pt x="37861" y="117576"/>
                    <a:pt x="38995" y="119544"/>
                  </a:cubicBezTo>
                  <a:cubicBezTo>
                    <a:pt x="40062" y="121546"/>
                    <a:pt x="41530" y="123247"/>
                    <a:pt x="43098" y="124615"/>
                  </a:cubicBezTo>
                  <a:cubicBezTo>
                    <a:pt x="44699" y="126049"/>
                    <a:pt x="46467" y="127083"/>
                    <a:pt x="48202" y="127984"/>
                  </a:cubicBezTo>
                  <a:cubicBezTo>
                    <a:pt x="49869" y="128951"/>
                    <a:pt x="51604" y="129652"/>
                    <a:pt x="53238" y="130285"/>
                  </a:cubicBezTo>
                  <a:cubicBezTo>
                    <a:pt x="54873" y="130853"/>
                    <a:pt x="56407" y="131420"/>
                    <a:pt x="57875" y="131920"/>
                  </a:cubicBezTo>
                  <a:cubicBezTo>
                    <a:pt x="59276" y="132420"/>
                    <a:pt x="60610" y="132887"/>
                    <a:pt x="61778" y="133354"/>
                  </a:cubicBezTo>
                  <a:cubicBezTo>
                    <a:pt x="64113" y="134322"/>
                    <a:pt x="65881" y="135322"/>
                    <a:pt x="67015" y="136156"/>
                  </a:cubicBezTo>
                  <a:cubicBezTo>
                    <a:pt x="67582" y="136557"/>
                    <a:pt x="67949" y="136924"/>
                    <a:pt x="68249" y="137124"/>
                  </a:cubicBezTo>
                  <a:cubicBezTo>
                    <a:pt x="68416" y="137257"/>
                    <a:pt x="68516" y="137324"/>
                    <a:pt x="68583" y="137391"/>
                  </a:cubicBezTo>
                  <a:lnTo>
                    <a:pt x="68683" y="137457"/>
                  </a:lnTo>
                  <a:cubicBezTo>
                    <a:pt x="69307" y="138066"/>
                    <a:pt x="69681" y="138383"/>
                    <a:pt x="69770" y="138383"/>
                  </a:cubicBezTo>
                  <a:cubicBezTo>
                    <a:pt x="69876" y="138383"/>
                    <a:pt x="69578" y="137933"/>
                    <a:pt x="68816" y="136990"/>
                  </a:cubicBezTo>
                  <a:cubicBezTo>
                    <a:pt x="68816" y="136990"/>
                    <a:pt x="68816" y="136957"/>
                    <a:pt x="68750" y="136924"/>
                  </a:cubicBezTo>
                  <a:cubicBezTo>
                    <a:pt x="68649" y="136890"/>
                    <a:pt x="68549" y="136790"/>
                    <a:pt x="68416" y="136657"/>
                  </a:cubicBezTo>
                  <a:cubicBezTo>
                    <a:pt x="68116" y="136423"/>
                    <a:pt x="67749" y="136056"/>
                    <a:pt x="67148" y="135656"/>
                  </a:cubicBezTo>
                  <a:cubicBezTo>
                    <a:pt x="66048" y="134822"/>
                    <a:pt x="64280" y="133788"/>
                    <a:pt x="61911" y="132821"/>
                  </a:cubicBezTo>
                  <a:cubicBezTo>
                    <a:pt x="60710" y="132320"/>
                    <a:pt x="59376" y="131820"/>
                    <a:pt x="57942" y="131320"/>
                  </a:cubicBezTo>
                  <a:cubicBezTo>
                    <a:pt x="56474" y="130819"/>
                    <a:pt x="54940" y="130319"/>
                    <a:pt x="53305" y="129718"/>
                  </a:cubicBezTo>
                  <a:cubicBezTo>
                    <a:pt x="51704" y="129085"/>
                    <a:pt x="49969" y="128384"/>
                    <a:pt x="48302" y="127417"/>
                  </a:cubicBezTo>
                  <a:cubicBezTo>
                    <a:pt x="46600" y="126483"/>
                    <a:pt x="44899" y="125449"/>
                    <a:pt x="43298" y="124081"/>
                  </a:cubicBezTo>
                  <a:cubicBezTo>
                    <a:pt x="41730" y="122713"/>
                    <a:pt x="40363" y="121046"/>
                    <a:pt x="39262" y="119077"/>
                  </a:cubicBezTo>
                  <a:cubicBezTo>
                    <a:pt x="38194" y="117109"/>
                    <a:pt x="37394" y="114941"/>
                    <a:pt x="36793" y="112706"/>
                  </a:cubicBezTo>
                  <a:cubicBezTo>
                    <a:pt x="36526" y="111572"/>
                    <a:pt x="36260" y="110405"/>
                    <a:pt x="36059" y="109237"/>
                  </a:cubicBezTo>
                  <a:cubicBezTo>
                    <a:pt x="35959" y="108637"/>
                    <a:pt x="35859" y="108070"/>
                    <a:pt x="35759" y="107469"/>
                  </a:cubicBezTo>
                  <a:cubicBezTo>
                    <a:pt x="35626" y="106902"/>
                    <a:pt x="35559" y="106302"/>
                    <a:pt x="35426" y="105701"/>
                  </a:cubicBezTo>
                  <a:cubicBezTo>
                    <a:pt x="34859" y="103299"/>
                    <a:pt x="33925" y="101031"/>
                    <a:pt x="33224" y="98629"/>
                  </a:cubicBezTo>
                  <a:cubicBezTo>
                    <a:pt x="32891" y="97462"/>
                    <a:pt x="32557" y="96261"/>
                    <a:pt x="32290" y="95060"/>
                  </a:cubicBezTo>
                  <a:cubicBezTo>
                    <a:pt x="32090" y="93859"/>
                    <a:pt x="31923" y="92592"/>
                    <a:pt x="32023" y="91391"/>
                  </a:cubicBezTo>
                  <a:cubicBezTo>
                    <a:pt x="32057" y="90791"/>
                    <a:pt x="32123" y="90190"/>
                    <a:pt x="32290" y="89590"/>
                  </a:cubicBezTo>
                  <a:cubicBezTo>
                    <a:pt x="32457" y="89023"/>
                    <a:pt x="32724" y="88422"/>
                    <a:pt x="33057" y="87922"/>
                  </a:cubicBezTo>
                  <a:cubicBezTo>
                    <a:pt x="33224" y="87688"/>
                    <a:pt x="33391" y="87421"/>
                    <a:pt x="33591" y="87221"/>
                  </a:cubicBezTo>
                  <a:cubicBezTo>
                    <a:pt x="33758" y="87021"/>
                    <a:pt x="34025" y="86788"/>
                    <a:pt x="34225" y="86588"/>
                  </a:cubicBezTo>
                  <a:cubicBezTo>
                    <a:pt x="34692" y="86221"/>
                    <a:pt x="35226" y="85920"/>
                    <a:pt x="35759" y="85687"/>
                  </a:cubicBezTo>
                  <a:cubicBezTo>
                    <a:pt x="36893" y="85220"/>
                    <a:pt x="38128" y="84920"/>
                    <a:pt x="39295" y="84419"/>
                  </a:cubicBezTo>
                  <a:cubicBezTo>
                    <a:pt x="39896" y="84186"/>
                    <a:pt x="40429" y="83852"/>
                    <a:pt x="40930" y="83385"/>
                  </a:cubicBezTo>
                  <a:cubicBezTo>
                    <a:pt x="41397" y="82952"/>
                    <a:pt x="41764" y="82385"/>
                    <a:pt x="41964" y="81751"/>
                  </a:cubicBezTo>
                  <a:cubicBezTo>
                    <a:pt x="42064" y="81417"/>
                    <a:pt x="42130" y="81117"/>
                    <a:pt x="42197" y="80783"/>
                  </a:cubicBezTo>
                  <a:cubicBezTo>
                    <a:pt x="42231" y="80517"/>
                    <a:pt x="42264" y="80183"/>
                    <a:pt x="42231" y="79849"/>
                  </a:cubicBezTo>
                  <a:cubicBezTo>
                    <a:pt x="42197" y="79182"/>
                    <a:pt x="41930" y="78548"/>
                    <a:pt x="41630" y="78015"/>
                  </a:cubicBezTo>
                  <a:cubicBezTo>
                    <a:pt x="41063" y="76914"/>
                    <a:pt x="40262" y="75947"/>
                    <a:pt x="39896" y="74879"/>
                  </a:cubicBezTo>
                  <a:cubicBezTo>
                    <a:pt x="39862" y="74712"/>
                    <a:pt x="39762" y="74512"/>
                    <a:pt x="39695" y="74245"/>
                  </a:cubicBezTo>
                  <a:cubicBezTo>
                    <a:pt x="39629" y="74012"/>
                    <a:pt x="39595" y="73745"/>
                    <a:pt x="39529" y="73445"/>
                  </a:cubicBezTo>
                  <a:cubicBezTo>
                    <a:pt x="39429" y="72878"/>
                    <a:pt x="39395" y="72211"/>
                    <a:pt x="39429" y="71443"/>
                  </a:cubicBezTo>
                  <a:cubicBezTo>
                    <a:pt x="39462" y="69942"/>
                    <a:pt x="39395" y="68174"/>
                    <a:pt x="38628" y="66607"/>
                  </a:cubicBezTo>
                  <a:cubicBezTo>
                    <a:pt x="38028" y="65272"/>
                    <a:pt x="36893" y="64238"/>
                    <a:pt x="35693" y="63404"/>
                  </a:cubicBezTo>
                  <a:cubicBezTo>
                    <a:pt x="34525" y="62570"/>
                    <a:pt x="33224" y="61836"/>
                    <a:pt x="32057" y="60936"/>
                  </a:cubicBezTo>
                  <a:cubicBezTo>
                    <a:pt x="31723" y="60702"/>
                    <a:pt x="31456" y="60502"/>
                    <a:pt x="31189" y="60235"/>
                  </a:cubicBezTo>
                  <a:lnTo>
                    <a:pt x="30355" y="59501"/>
                  </a:lnTo>
                  <a:cubicBezTo>
                    <a:pt x="29788" y="58934"/>
                    <a:pt x="29221" y="58434"/>
                    <a:pt x="28554" y="58034"/>
                  </a:cubicBezTo>
                  <a:cubicBezTo>
                    <a:pt x="27920" y="57567"/>
                    <a:pt x="27220" y="57233"/>
                    <a:pt x="26519" y="56933"/>
                  </a:cubicBezTo>
                  <a:cubicBezTo>
                    <a:pt x="25785" y="56666"/>
                    <a:pt x="25052" y="56433"/>
                    <a:pt x="24284" y="56266"/>
                  </a:cubicBezTo>
                  <a:cubicBezTo>
                    <a:pt x="22783" y="55932"/>
                    <a:pt x="21282" y="55899"/>
                    <a:pt x="19781" y="55832"/>
                  </a:cubicBezTo>
                  <a:cubicBezTo>
                    <a:pt x="19414" y="55832"/>
                    <a:pt x="19047" y="55765"/>
                    <a:pt x="18680" y="55732"/>
                  </a:cubicBezTo>
                  <a:cubicBezTo>
                    <a:pt x="18347" y="55699"/>
                    <a:pt x="17947" y="55665"/>
                    <a:pt x="17580" y="55599"/>
                  </a:cubicBezTo>
                  <a:cubicBezTo>
                    <a:pt x="17213" y="55565"/>
                    <a:pt x="16879" y="55532"/>
                    <a:pt x="16512" y="55432"/>
                  </a:cubicBezTo>
                  <a:cubicBezTo>
                    <a:pt x="16112" y="55365"/>
                    <a:pt x="15745" y="55332"/>
                    <a:pt x="15411" y="55232"/>
                  </a:cubicBezTo>
                  <a:cubicBezTo>
                    <a:pt x="14010" y="54932"/>
                    <a:pt x="12609" y="54431"/>
                    <a:pt x="11342" y="53897"/>
                  </a:cubicBezTo>
                  <a:cubicBezTo>
                    <a:pt x="10041" y="53364"/>
                    <a:pt x="8873" y="52597"/>
                    <a:pt x="7773" y="51829"/>
                  </a:cubicBezTo>
                  <a:cubicBezTo>
                    <a:pt x="5671" y="50161"/>
                    <a:pt x="4037" y="48093"/>
                    <a:pt x="2902" y="46025"/>
                  </a:cubicBezTo>
                  <a:cubicBezTo>
                    <a:pt x="2602" y="45525"/>
                    <a:pt x="2369" y="44991"/>
                    <a:pt x="2102" y="44491"/>
                  </a:cubicBezTo>
                  <a:cubicBezTo>
                    <a:pt x="1868" y="43990"/>
                    <a:pt x="1702" y="43423"/>
                    <a:pt x="1501" y="42923"/>
                  </a:cubicBezTo>
                  <a:cubicBezTo>
                    <a:pt x="1268" y="42423"/>
                    <a:pt x="1168" y="41922"/>
                    <a:pt x="1001" y="41422"/>
                  </a:cubicBezTo>
                  <a:cubicBezTo>
                    <a:pt x="868" y="40988"/>
                    <a:pt x="668" y="40488"/>
                    <a:pt x="601" y="40054"/>
                  </a:cubicBezTo>
                  <a:cubicBezTo>
                    <a:pt x="567" y="39187"/>
                    <a:pt x="934" y="38353"/>
                    <a:pt x="1268" y="37586"/>
                  </a:cubicBezTo>
                  <a:cubicBezTo>
                    <a:pt x="1602" y="36852"/>
                    <a:pt x="1935" y="36185"/>
                    <a:pt x="2235" y="35551"/>
                  </a:cubicBezTo>
                  <a:cubicBezTo>
                    <a:pt x="2836" y="34350"/>
                    <a:pt x="3003" y="33316"/>
                    <a:pt x="2902" y="32649"/>
                  </a:cubicBezTo>
                  <a:cubicBezTo>
                    <a:pt x="2869" y="31715"/>
                    <a:pt x="2502" y="30848"/>
                    <a:pt x="2102" y="30080"/>
                  </a:cubicBezTo>
                  <a:cubicBezTo>
                    <a:pt x="1735" y="29347"/>
                    <a:pt x="1268" y="28579"/>
                    <a:pt x="934" y="27879"/>
                  </a:cubicBezTo>
                  <a:cubicBezTo>
                    <a:pt x="601" y="27178"/>
                    <a:pt x="334" y="26411"/>
                    <a:pt x="367" y="25677"/>
                  </a:cubicBezTo>
                  <a:cubicBezTo>
                    <a:pt x="401" y="25510"/>
                    <a:pt x="401" y="25310"/>
                    <a:pt x="434" y="25144"/>
                  </a:cubicBezTo>
                  <a:cubicBezTo>
                    <a:pt x="501" y="25043"/>
                    <a:pt x="501" y="24977"/>
                    <a:pt x="534" y="24877"/>
                  </a:cubicBezTo>
                  <a:lnTo>
                    <a:pt x="668" y="24643"/>
                  </a:lnTo>
                  <a:cubicBezTo>
                    <a:pt x="834" y="24310"/>
                    <a:pt x="1068" y="24043"/>
                    <a:pt x="1335" y="23809"/>
                  </a:cubicBezTo>
                  <a:cubicBezTo>
                    <a:pt x="2402" y="22842"/>
                    <a:pt x="3736" y="22241"/>
                    <a:pt x="4770" y="21341"/>
                  </a:cubicBezTo>
                  <a:cubicBezTo>
                    <a:pt x="5037" y="21074"/>
                    <a:pt x="5237" y="20840"/>
                    <a:pt x="5471" y="20540"/>
                  </a:cubicBezTo>
                  <a:cubicBezTo>
                    <a:pt x="5538" y="20407"/>
                    <a:pt x="5638" y="20240"/>
                    <a:pt x="5704" y="20073"/>
                  </a:cubicBezTo>
                  <a:lnTo>
                    <a:pt x="5838" y="19573"/>
                  </a:lnTo>
                  <a:cubicBezTo>
                    <a:pt x="5971" y="18906"/>
                    <a:pt x="5871" y="18305"/>
                    <a:pt x="5805" y="17672"/>
                  </a:cubicBezTo>
                  <a:cubicBezTo>
                    <a:pt x="5571" y="16471"/>
                    <a:pt x="5237" y="15370"/>
                    <a:pt x="5137" y="14302"/>
                  </a:cubicBezTo>
                  <a:cubicBezTo>
                    <a:pt x="5037" y="13802"/>
                    <a:pt x="5037" y="13235"/>
                    <a:pt x="5204" y="12801"/>
                  </a:cubicBezTo>
                  <a:cubicBezTo>
                    <a:pt x="5338" y="12334"/>
                    <a:pt x="5671" y="11967"/>
                    <a:pt x="5905" y="11534"/>
                  </a:cubicBezTo>
                  <a:cubicBezTo>
                    <a:pt x="7005" y="9966"/>
                    <a:pt x="8373" y="8965"/>
                    <a:pt x="9541" y="8065"/>
                  </a:cubicBezTo>
                  <a:cubicBezTo>
                    <a:pt x="10741" y="7231"/>
                    <a:pt x="11742" y="6464"/>
                    <a:pt x="12376" y="5630"/>
                  </a:cubicBezTo>
                  <a:cubicBezTo>
                    <a:pt x="13043" y="4796"/>
                    <a:pt x="13377" y="3995"/>
                    <a:pt x="13577" y="3361"/>
                  </a:cubicBezTo>
                  <a:cubicBezTo>
                    <a:pt x="13677" y="3028"/>
                    <a:pt x="13777" y="2794"/>
                    <a:pt x="13844" y="2527"/>
                  </a:cubicBezTo>
                  <a:cubicBezTo>
                    <a:pt x="13910" y="2294"/>
                    <a:pt x="13910" y="2127"/>
                    <a:pt x="13944" y="1960"/>
                  </a:cubicBezTo>
                  <a:cubicBezTo>
                    <a:pt x="14010" y="1627"/>
                    <a:pt x="14044" y="1493"/>
                    <a:pt x="14044" y="1493"/>
                  </a:cubicBezTo>
                  <a:cubicBezTo>
                    <a:pt x="14128" y="501"/>
                    <a:pt x="14102" y="0"/>
                    <a:pt x="140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65" name="Google Shape;3065;p25"/>
            <p:cNvSpPr/>
            <p:nvPr/>
          </p:nvSpPr>
          <p:spPr>
            <a:xfrm rot="-382644" flipH="1">
              <a:off x="-1143924" y="1685694"/>
              <a:ext cx="457730" cy="310928"/>
            </a:xfrm>
            <a:custGeom>
              <a:avLst/>
              <a:gdLst/>
              <a:ahLst/>
              <a:cxnLst/>
              <a:rect l="l" t="t" r="r" b="b"/>
              <a:pathLst>
                <a:path w="20317" h="13801" extrusionOk="0">
                  <a:moveTo>
                    <a:pt x="167" y="0"/>
                  </a:moveTo>
                  <a:cubicBezTo>
                    <a:pt x="81" y="0"/>
                    <a:pt x="1" y="60"/>
                    <a:pt x="1" y="201"/>
                  </a:cubicBezTo>
                  <a:lnTo>
                    <a:pt x="1" y="568"/>
                  </a:lnTo>
                  <a:cubicBezTo>
                    <a:pt x="34" y="835"/>
                    <a:pt x="1" y="1168"/>
                    <a:pt x="34" y="1569"/>
                  </a:cubicBezTo>
                  <a:cubicBezTo>
                    <a:pt x="34" y="2469"/>
                    <a:pt x="201" y="3637"/>
                    <a:pt x="701" y="4904"/>
                  </a:cubicBezTo>
                  <a:cubicBezTo>
                    <a:pt x="1168" y="6205"/>
                    <a:pt x="2135" y="7506"/>
                    <a:pt x="3370" y="8407"/>
                  </a:cubicBezTo>
                  <a:cubicBezTo>
                    <a:pt x="4637" y="9341"/>
                    <a:pt x="6038" y="9908"/>
                    <a:pt x="7306" y="10308"/>
                  </a:cubicBezTo>
                  <a:cubicBezTo>
                    <a:pt x="9808" y="11109"/>
                    <a:pt x="13110" y="11509"/>
                    <a:pt x="15645" y="12143"/>
                  </a:cubicBezTo>
                  <a:cubicBezTo>
                    <a:pt x="16946" y="12477"/>
                    <a:pt x="18013" y="12843"/>
                    <a:pt x="18781" y="13177"/>
                  </a:cubicBezTo>
                  <a:cubicBezTo>
                    <a:pt x="19148" y="13344"/>
                    <a:pt x="19448" y="13477"/>
                    <a:pt x="19648" y="13611"/>
                  </a:cubicBezTo>
                  <a:cubicBezTo>
                    <a:pt x="19815" y="13711"/>
                    <a:pt x="19948" y="13777"/>
                    <a:pt x="19948" y="13777"/>
                  </a:cubicBezTo>
                  <a:cubicBezTo>
                    <a:pt x="19986" y="13793"/>
                    <a:pt x="20021" y="13801"/>
                    <a:pt x="20054" y="13801"/>
                  </a:cubicBezTo>
                  <a:cubicBezTo>
                    <a:pt x="20226" y="13801"/>
                    <a:pt x="20316" y="13596"/>
                    <a:pt x="20148" y="13344"/>
                  </a:cubicBezTo>
                  <a:cubicBezTo>
                    <a:pt x="20148" y="13344"/>
                    <a:pt x="20048" y="13244"/>
                    <a:pt x="19848" y="13144"/>
                  </a:cubicBezTo>
                  <a:cubicBezTo>
                    <a:pt x="19648" y="12977"/>
                    <a:pt x="19348" y="12843"/>
                    <a:pt x="18981" y="12643"/>
                  </a:cubicBezTo>
                  <a:cubicBezTo>
                    <a:pt x="18180" y="12243"/>
                    <a:pt x="17113" y="11809"/>
                    <a:pt x="15812" y="11476"/>
                  </a:cubicBezTo>
                  <a:cubicBezTo>
                    <a:pt x="13210" y="10742"/>
                    <a:pt x="9941" y="10242"/>
                    <a:pt x="7506" y="9508"/>
                  </a:cubicBezTo>
                  <a:cubicBezTo>
                    <a:pt x="6305" y="9141"/>
                    <a:pt x="4937" y="8640"/>
                    <a:pt x="3770" y="7807"/>
                  </a:cubicBezTo>
                  <a:cubicBezTo>
                    <a:pt x="2602" y="6973"/>
                    <a:pt x="1668" y="5805"/>
                    <a:pt x="1168" y="4638"/>
                  </a:cubicBezTo>
                  <a:cubicBezTo>
                    <a:pt x="668" y="3470"/>
                    <a:pt x="468" y="2336"/>
                    <a:pt x="434" y="1502"/>
                  </a:cubicBezTo>
                  <a:cubicBezTo>
                    <a:pt x="367" y="1068"/>
                    <a:pt x="367" y="735"/>
                    <a:pt x="367" y="535"/>
                  </a:cubicBezTo>
                  <a:lnTo>
                    <a:pt x="367" y="201"/>
                  </a:lnTo>
                  <a:cubicBezTo>
                    <a:pt x="367" y="77"/>
                    <a:pt x="264"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66" name="Google Shape;3066;p25"/>
            <p:cNvSpPr/>
            <p:nvPr/>
          </p:nvSpPr>
          <p:spPr>
            <a:xfrm rot="-382644" flipH="1">
              <a:off x="-1863287" y="1556641"/>
              <a:ext cx="131527" cy="284839"/>
            </a:xfrm>
            <a:custGeom>
              <a:avLst/>
              <a:gdLst/>
              <a:ahLst/>
              <a:cxnLst/>
              <a:rect l="l" t="t" r="r" b="b"/>
              <a:pathLst>
                <a:path w="5838" h="12643" extrusionOk="0">
                  <a:moveTo>
                    <a:pt x="234" y="0"/>
                  </a:moveTo>
                  <a:cubicBezTo>
                    <a:pt x="67" y="0"/>
                    <a:pt x="0" y="334"/>
                    <a:pt x="167" y="367"/>
                  </a:cubicBezTo>
                  <a:cubicBezTo>
                    <a:pt x="167" y="367"/>
                    <a:pt x="234" y="367"/>
                    <a:pt x="367" y="401"/>
                  </a:cubicBezTo>
                  <a:cubicBezTo>
                    <a:pt x="434" y="467"/>
                    <a:pt x="668" y="501"/>
                    <a:pt x="868" y="567"/>
                  </a:cubicBezTo>
                  <a:cubicBezTo>
                    <a:pt x="1268" y="734"/>
                    <a:pt x="1902" y="934"/>
                    <a:pt x="2502" y="1368"/>
                  </a:cubicBezTo>
                  <a:cubicBezTo>
                    <a:pt x="3069" y="1768"/>
                    <a:pt x="3670" y="2335"/>
                    <a:pt x="4037" y="3036"/>
                  </a:cubicBezTo>
                  <a:cubicBezTo>
                    <a:pt x="4404" y="3703"/>
                    <a:pt x="4670" y="4437"/>
                    <a:pt x="4770" y="5171"/>
                  </a:cubicBezTo>
                  <a:cubicBezTo>
                    <a:pt x="5071" y="6538"/>
                    <a:pt x="5104" y="8406"/>
                    <a:pt x="5204" y="9907"/>
                  </a:cubicBezTo>
                  <a:cubicBezTo>
                    <a:pt x="5237" y="10675"/>
                    <a:pt x="5271" y="11342"/>
                    <a:pt x="5338" y="11809"/>
                  </a:cubicBezTo>
                  <a:cubicBezTo>
                    <a:pt x="5371" y="12243"/>
                    <a:pt x="5404" y="12543"/>
                    <a:pt x="5404" y="12543"/>
                  </a:cubicBezTo>
                  <a:cubicBezTo>
                    <a:pt x="5421" y="12609"/>
                    <a:pt x="5504" y="12643"/>
                    <a:pt x="5596" y="12643"/>
                  </a:cubicBezTo>
                  <a:cubicBezTo>
                    <a:pt x="5688" y="12643"/>
                    <a:pt x="5788" y="12609"/>
                    <a:pt x="5838" y="12543"/>
                  </a:cubicBezTo>
                  <a:cubicBezTo>
                    <a:pt x="5838" y="12543"/>
                    <a:pt x="5771" y="12243"/>
                    <a:pt x="5771" y="11775"/>
                  </a:cubicBezTo>
                  <a:lnTo>
                    <a:pt x="5771" y="9907"/>
                  </a:lnTo>
                  <a:cubicBezTo>
                    <a:pt x="5771" y="8406"/>
                    <a:pt x="5838" y="6538"/>
                    <a:pt x="5538" y="5037"/>
                  </a:cubicBezTo>
                  <a:cubicBezTo>
                    <a:pt x="5371" y="4270"/>
                    <a:pt x="5104" y="3436"/>
                    <a:pt x="4604" y="2702"/>
                  </a:cubicBezTo>
                  <a:cubicBezTo>
                    <a:pt x="4170" y="1902"/>
                    <a:pt x="3436" y="1335"/>
                    <a:pt x="2769" y="901"/>
                  </a:cubicBezTo>
                  <a:cubicBezTo>
                    <a:pt x="2102" y="501"/>
                    <a:pt x="1435" y="267"/>
                    <a:pt x="1001" y="167"/>
                  </a:cubicBezTo>
                  <a:cubicBezTo>
                    <a:pt x="768" y="67"/>
                    <a:pt x="567" y="67"/>
                    <a:pt x="434" y="34"/>
                  </a:cubicBezTo>
                  <a:cubicBezTo>
                    <a:pt x="334" y="0"/>
                    <a:pt x="234"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67" name="Google Shape;3067;p25"/>
            <p:cNvSpPr/>
            <p:nvPr/>
          </p:nvSpPr>
          <p:spPr>
            <a:xfrm rot="-382644" flipH="1">
              <a:off x="-942556" y="2392261"/>
              <a:ext cx="413347" cy="757214"/>
            </a:xfrm>
            <a:custGeom>
              <a:avLst/>
              <a:gdLst/>
              <a:ahLst/>
              <a:cxnLst/>
              <a:rect l="l" t="t" r="r" b="b"/>
              <a:pathLst>
                <a:path w="18347" h="33610" extrusionOk="0">
                  <a:moveTo>
                    <a:pt x="12676" y="534"/>
                  </a:moveTo>
                  <a:cubicBezTo>
                    <a:pt x="12943" y="534"/>
                    <a:pt x="13177" y="568"/>
                    <a:pt x="13477" y="568"/>
                  </a:cubicBezTo>
                  <a:cubicBezTo>
                    <a:pt x="13777" y="634"/>
                    <a:pt x="14044" y="668"/>
                    <a:pt x="14344" y="734"/>
                  </a:cubicBezTo>
                  <a:cubicBezTo>
                    <a:pt x="14945" y="901"/>
                    <a:pt x="15512" y="1235"/>
                    <a:pt x="16012" y="1735"/>
                  </a:cubicBezTo>
                  <a:cubicBezTo>
                    <a:pt x="16479" y="2235"/>
                    <a:pt x="16813" y="3003"/>
                    <a:pt x="17013" y="3803"/>
                  </a:cubicBezTo>
                  <a:cubicBezTo>
                    <a:pt x="17380" y="5404"/>
                    <a:pt x="17179" y="7372"/>
                    <a:pt x="16612" y="9307"/>
                  </a:cubicBezTo>
                  <a:cubicBezTo>
                    <a:pt x="16312" y="10308"/>
                    <a:pt x="15945" y="11242"/>
                    <a:pt x="15478" y="12209"/>
                  </a:cubicBezTo>
                  <a:cubicBezTo>
                    <a:pt x="15211" y="12676"/>
                    <a:pt x="15011" y="13177"/>
                    <a:pt x="14778" y="13677"/>
                  </a:cubicBezTo>
                  <a:cubicBezTo>
                    <a:pt x="14511" y="14144"/>
                    <a:pt x="14277" y="14644"/>
                    <a:pt x="13977" y="15145"/>
                  </a:cubicBezTo>
                  <a:cubicBezTo>
                    <a:pt x="13443" y="16145"/>
                    <a:pt x="12876" y="17146"/>
                    <a:pt x="12509" y="18314"/>
                  </a:cubicBezTo>
                  <a:cubicBezTo>
                    <a:pt x="12476" y="18580"/>
                    <a:pt x="12343" y="18881"/>
                    <a:pt x="12309" y="19181"/>
                  </a:cubicBezTo>
                  <a:lnTo>
                    <a:pt x="12209" y="19648"/>
                  </a:lnTo>
                  <a:lnTo>
                    <a:pt x="12176" y="19848"/>
                  </a:lnTo>
                  <a:lnTo>
                    <a:pt x="12176" y="20015"/>
                  </a:lnTo>
                  <a:lnTo>
                    <a:pt x="12176" y="20148"/>
                  </a:lnTo>
                  <a:cubicBezTo>
                    <a:pt x="12176" y="20749"/>
                    <a:pt x="12276" y="21349"/>
                    <a:pt x="12376" y="21916"/>
                  </a:cubicBezTo>
                  <a:cubicBezTo>
                    <a:pt x="12643" y="23084"/>
                    <a:pt x="12976" y="24184"/>
                    <a:pt x="13210" y="25252"/>
                  </a:cubicBezTo>
                  <a:cubicBezTo>
                    <a:pt x="13310" y="25752"/>
                    <a:pt x="13377" y="26319"/>
                    <a:pt x="13443" y="26853"/>
                  </a:cubicBezTo>
                  <a:cubicBezTo>
                    <a:pt x="13477" y="27387"/>
                    <a:pt x="13443" y="27887"/>
                    <a:pt x="13310" y="28387"/>
                  </a:cubicBezTo>
                  <a:cubicBezTo>
                    <a:pt x="13177" y="28854"/>
                    <a:pt x="13010" y="29355"/>
                    <a:pt x="12776" y="29822"/>
                  </a:cubicBezTo>
                  <a:cubicBezTo>
                    <a:pt x="12509" y="30255"/>
                    <a:pt x="12276" y="30689"/>
                    <a:pt x="11942" y="31056"/>
                  </a:cubicBezTo>
                  <a:cubicBezTo>
                    <a:pt x="11309" y="31757"/>
                    <a:pt x="10475" y="32324"/>
                    <a:pt x="9607" y="32524"/>
                  </a:cubicBezTo>
                  <a:cubicBezTo>
                    <a:pt x="9325" y="32592"/>
                    <a:pt x="9029" y="32626"/>
                    <a:pt x="8729" y="32626"/>
                  </a:cubicBezTo>
                  <a:cubicBezTo>
                    <a:pt x="8001" y="32626"/>
                    <a:pt x="7253" y="32425"/>
                    <a:pt x="6639" y="32023"/>
                  </a:cubicBezTo>
                  <a:cubicBezTo>
                    <a:pt x="5771" y="31423"/>
                    <a:pt x="5138" y="30422"/>
                    <a:pt x="4871" y="29355"/>
                  </a:cubicBezTo>
                  <a:cubicBezTo>
                    <a:pt x="4771" y="28821"/>
                    <a:pt x="4671" y="28254"/>
                    <a:pt x="4671" y="27687"/>
                  </a:cubicBezTo>
                  <a:lnTo>
                    <a:pt x="4671" y="27554"/>
                  </a:lnTo>
                  <a:lnTo>
                    <a:pt x="4671" y="27487"/>
                  </a:lnTo>
                  <a:lnTo>
                    <a:pt x="4671" y="27387"/>
                  </a:lnTo>
                  <a:lnTo>
                    <a:pt x="4671" y="27187"/>
                  </a:lnTo>
                  <a:lnTo>
                    <a:pt x="4671" y="26753"/>
                  </a:lnTo>
                  <a:cubicBezTo>
                    <a:pt x="4671" y="26486"/>
                    <a:pt x="4704" y="26219"/>
                    <a:pt x="4771" y="25919"/>
                  </a:cubicBezTo>
                  <a:cubicBezTo>
                    <a:pt x="4937" y="24852"/>
                    <a:pt x="5304" y="23717"/>
                    <a:pt x="5371" y="22550"/>
                  </a:cubicBezTo>
                  <a:cubicBezTo>
                    <a:pt x="5471" y="21983"/>
                    <a:pt x="5438" y="21382"/>
                    <a:pt x="5304" y="20849"/>
                  </a:cubicBezTo>
                  <a:lnTo>
                    <a:pt x="5304" y="20749"/>
                  </a:lnTo>
                  <a:cubicBezTo>
                    <a:pt x="5304" y="20715"/>
                    <a:pt x="5271" y="20649"/>
                    <a:pt x="5271" y="20582"/>
                  </a:cubicBezTo>
                  <a:lnTo>
                    <a:pt x="5138" y="20382"/>
                  </a:lnTo>
                  <a:cubicBezTo>
                    <a:pt x="5037" y="20248"/>
                    <a:pt x="5004" y="20148"/>
                    <a:pt x="4937" y="20015"/>
                  </a:cubicBezTo>
                  <a:cubicBezTo>
                    <a:pt x="4804" y="19815"/>
                    <a:pt x="4671" y="19581"/>
                    <a:pt x="4504" y="19381"/>
                  </a:cubicBezTo>
                  <a:cubicBezTo>
                    <a:pt x="3937" y="18580"/>
                    <a:pt x="3270" y="18013"/>
                    <a:pt x="2769" y="17413"/>
                  </a:cubicBezTo>
                  <a:cubicBezTo>
                    <a:pt x="2269" y="16879"/>
                    <a:pt x="1835" y="16379"/>
                    <a:pt x="1602" y="15912"/>
                  </a:cubicBezTo>
                  <a:cubicBezTo>
                    <a:pt x="1335" y="15512"/>
                    <a:pt x="1201" y="15145"/>
                    <a:pt x="1135" y="14878"/>
                  </a:cubicBezTo>
                  <a:lnTo>
                    <a:pt x="1135" y="14844"/>
                  </a:lnTo>
                  <a:cubicBezTo>
                    <a:pt x="634" y="13343"/>
                    <a:pt x="634" y="11842"/>
                    <a:pt x="901" y="10508"/>
                  </a:cubicBezTo>
                  <a:cubicBezTo>
                    <a:pt x="1201" y="9207"/>
                    <a:pt x="1702" y="8040"/>
                    <a:pt x="2302" y="7072"/>
                  </a:cubicBezTo>
                  <a:cubicBezTo>
                    <a:pt x="2869" y="6138"/>
                    <a:pt x="3503" y="5338"/>
                    <a:pt x="4137" y="4671"/>
                  </a:cubicBezTo>
                  <a:cubicBezTo>
                    <a:pt x="4737" y="4003"/>
                    <a:pt x="5371" y="3470"/>
                    <a:pt x="5905" y="3036"/>
                  </a:cubicBezTo>
                  <a:cubicBezTo>
                    <a:pt x="7039" y="2169"/>
                    <a:pt x="7940" y="1702"/>
                    <a:pt x="8507" y="1468"/>
                  </a:cubicBezTo>
                  <a:cubicBezTo>
                    <a:pt x="9107" y="1201"/>
                    <a:pt x="9374" y="1135"/>
                    <a:pt x="9374" y="1135"/>
                  </a:cubicBezTo>
                  <a:cubicBezTo>
                    <a:pt x="9681" y="1028"/>
                    <a:pt x="9860" y="889"/>
                    <a:pt x="9906" y="777"/>
                  </a:cubicBezTo>
                  <a:lnTo>
                    <a:pt x="9906" y="777"/>
                  </a:lnTo>
                  <a:cubicBezTo>
                    <a:pt x="9926" y="823"/>
                    <a:pt x="9988" y="853"/>
                    <a:pt x="10083" y="853"/>
                  </a:cubicBezTo>
                  <a:cubicBezTo>
                    <a:pt x="10152" y="853"/>
                    <a:pt x="10239" y="837"/>
                    <a:pt x="10341" y="801"/>
                  </a:cubicBezTo>
                  <a:cubicBezTo>
                    <a:pt x="10341" y="801"/>
                    <a:pt x="10475" y="801"/>
                    <a:pt x="10641" y="734"/>
                  </a:cubicBezTo>
                  <a:cubicBezTo>
                    <a:pt x="10808" y="701"/>
                    <a:pt x="11108" y="668"/>
                    <a:pt x="11442" y="634"/>
                  </a:cubicBezTo>
                  <a:cubicBezTo>
                    <a:pt x="11776" y="568"/>
                    <a:pt x="12176" y="534"/>
                    <a:pt x="12676" y="534"/>
                  </a:cubicBezTo>
                  <a:close/>
                  <a:moveTo>
                    <a:pt x="12976" y="0"/>
                  </a:moveTo>
                  <a:cubicBezTo>
                    <a:pt x="12443" y="34"/>
                    <a:pt x="12009" y="67"/>
                    <a:pt x="11642" y="134"/>
                  </a:cubicBezTo>
                  <a:cubicBezTo>
                    <a:pt x="11275" y="201"/>
                    <a:pt x="10975" y="234"/>
                    <a:pt x="10808" y="301"/>
                  </a:cubicBezTo>
                  <a:cubicBezTo>
                    <a:pt x="10608" y="334"/>
                    <a:pt x="10508" y="367"/>
                    <a:pt x="10508" y="367"/>
                  </a:cubicBezTo>
                  <a:cubicBezTo>
                    <a:pt x="10147" y="454"/>
                    <a:pt x="9961" y="584"/>
                    <a:pt x="9912" y="688"/>
                  </a:cubicBezTo>
                  <a:lnTo>
                    <a:pt x="9912" y="688"/>
                  </a:lnTo>
                  <a:cubicBezTo>
                    <a:pt x="9890" y="628"/>
                    <a:pt x="9807" y="588"/>
                    <a:pt x="9660" y="588"/>
                  </a:cubicBezTo>
                  <a:cubicBezTo>
                    <a:pt x="9547" y="588"/>
                    <a:pt x="9396" y="612"/>
                    <a:pt x="9207" y="668"/>
                  </a:cubicBezTo>
                  <a:cubicBezTo>
                    <a:pt x="9207" y="668"/>
                    <a:pt x="9174" y="701"/>
                    <a:pt x="9007" y="734"/>
                  </a:cubicBezTo>
                  <a:cubicBezTo>
                    <a:pt x="8840" y="801"/>
                    <a:pt x="8607" y="868"/>
                    <a:pt x="8306" y="1001"/>
                  </a:cubicBezTo>
                  <a:cubicBezTo>
                    <a:pt x="7673" y="1301"/>
                    <a:pt x="6772" y="1735"/>
                    <a:pt x="5605" y="2636"/>
                  </a:cubicBezTo>
                  <a:cubicBezTo>
                    <a:pt x="5004" y="3069"/>
                    <a:pt x="4370" y="3636"/>
                    <a:pt x="3703" y="4304"/>
                  </a:cubicBezTo>
                  <a:cubicBezTo>
                    <a:pt x="3103" y="5004"/>
                    <a:pt x="2436" y="5838"/>
                    <a:pt x="1802" y="6839"/>
                  </a:cubicBezTo>
                  <a:cubicBezTo>
                    <a:pt x="1201" y="7839"/>
                    <a:pt x="634" y="9040"/>
                    <a:pt x="334" y="10475"/>
                  </a:cubicBezTo>
                  <a:cubicBezTo>
                    <a:pt x="34" y="11842"/>
                    <a:pt x="1" y="13510"/>
                    <a:pt x="534" y="15145"/>
                  </a:cubicBezTo>
                  <a:lnTo>
                    <a:pt x="534" y="15078"/>
                  </a:lnTo>
                  <a:cubicBezTo>
                    <a:pt x="634" y="15378"/>
                    <a:pt x="768" y="15845"/>
                    <a:pt x="1035" y="16346"/>
                  </a:cubicBezTo>
                  <a:cubicBezTo>
                    <a:pt x="1335" y="16846"/>
                    <a:pt x="1735" y="17413"/>
                    <a:pt x="2302" y="18013"/>
                  </a:cubicBezTo>
                  <a:cubicBezTo>
                    <a:pt x="2836" y="18647"/>
                    <a:pt x="3470" y="19248"/>
                    <a:pt x="4003" y="19981"/>
                  </a:cubicBezTo>
                  <a:cubicBezTo>
                    <a:pt x="4137" y="20182"/>
                    <a:pt x="4237" y="20348"/>
                    <a:pt x="4370" y="20549"/>
                  </a:cubicBezTo>
                  <a:cubicBezTo>
                    <a:pt x="4470" y="20649"/>
                    <a:pt x="4504" y="20749"/>
                    <a:pt x="4537" y="20849"/>
                  </a:cubicBezTo>
                  <a:lnTo>
                    <a:pt x="4604" y="20982"/>
                  </a:lnTo>
                  <a:lnTo>
                    <a:pt x="4637" y="21082"/>
                  </a:lnTo>
                  <a:cubicBezTo>
                    <a:pt x="4771" y="21549"/>
                    <a:pt x="4771" y="22050"/>
                    <a:pt x="4704" y="22550"/>
                  </a:cubicBezTo>
                  <a:cubicBezTo>
                    <a:pt x="4637" y="23551"/>
                    <a:pt x="4237" y="24651"/>
                    <a:pt x="4037" y="25852"/>
                  </a:cubicBezTo>
                  <a:cubicBezTo>
                    <a:pt x="4003" y="26186"/>
                    <a:pt x="3970" y="26486"/>
                    <a:pt x="3970" y="26820"/>
                  </a:cubicBezTo>
                  <a:lnTo>
                    <a:pt x="3970" y="27320"/>
                  </a:lnTo>
                  <a:lnTo>
                    <a:pt x="3970" y="27554"/>
                  </a:lnTo>
                  <a:lnTo>
                    <a:pt x="3970" y="27587"/>
                  </a:lnTo>
                  <a:lnTo>
                    <a:pt x="3970" y="27720"/>
                  </a:lnTo>
                  <a:cubicBezTo>
                    <a:pt x="3970" y="28354"/>
                    <a:pt x="4037" y="28988"/>
                    <a:pt x="4204" y="29588"/>
                  </a:cubicBezTo>
                  <a:cubicBezTo>
                    <a:pt x="4504" y="30856"/>
                    <a:pt x="5204" y="32057"/>
                    <a:pt x="6338" y="32824"/>
                  </a:cubicBezTo>
                  <a:cubicBezTo>
                    <a:pt x="7118" y="33368"/>
                    <a:pt x="8049" y="33610"/>
                    <a:pt x="8953" y="33610"/>
                  </a:cubicBezTo>
                  <a:cubicBezTo>
                    <a:pt x="9324" y="33610"/>
                    <a:pt x="9691" y="33569"/>
                    <a:pt x="10041" y="33491"/>
                  </a:cubicBezTo>
                  <a:cubicBezTo>
                    <a:pt x="11142" y="33224"/>
                    <a:pt x="12143" y="32557"/>
                    <a:pt x="12876" y="31690"/>
                  </a:cubicBezTo>
                  <a:cubicBezTo>
                    <a:pt x="13277" y="31223"/>
                    <a:pt x="13610" y="30722"/>
                    <a:pt x="13844" y="30222"/>
                  </a:cubicBezTo>
                  <a:cubicBezTo>
                    <a:pt x="14111" y="29722"/>
                    <a:pt x="14311" y="29188"/>
                    <a:pt x="14478" y="28588"/>
                  </a:cubicBezTo>
                  <a:cubicBezTo>
                    <a:pt x="14711" y="27387"/>
                    <a:pt x="14611" y="26186"/>
                    <a:pt x="14344" y="25052"/>
                  </a:cubicBezTo>
                  <a:cubicBezTo>
                    <a:pt x="14111" y="23884"/>
                    <a:pt x="13710" y="22817"/>
                    <a:pt x="13510" y="21716"/>
                  </a:cubicBezTo>
                  <a:cubicBezTo>
                    <a:pt x="13377" y="21182"/>
                    <a:pt x="13310" y="20649"/>
                    <a:pt x="13310" y="20082"/>
                  </a:cubicBezTo>
                  <a:lnTo>
                    <a:pt x="13310" y="20015"/>
                  </a:lnTo>
                  <a:lnTo>
                    <a:pt x="13310" y="19981"/>
                  </a:lnTo>
                  <a:lnTo>
                    <a:pt x="13343" y="19748"/>
                  </a:lnTo>
                  <a:lnTo>
                    <a:pt x="13443" y="19348"/>
                  </a:lnTo>
                  <a:cubicBezTo>
                    <a:pt x="13477" y="19081"/>
                    <a:pt x="13544" y="18814"/>
                    <a:pt x="13644" y="18547"/>
                  </a:cubicBezTo>
                  <a:cubicBezTo>
                    <a:pt x="13944" y="17513"/>
                    <a:pt x="14478" y="16512"/>
                    <a:pt x="14978" y="15512"/>
                  </a:cubicBezTo>
                  <a:lnTo>
                    <a:pt x="15712" y="14011"/>
                  </a:lnTo>
                  <a:cubicBezTo>
                    <a:pt x="15979" y="13510"/>
                    <a:pt x="16179" y="13010"/>
                    <a:pt x="16446" y="12509"/>
                  </a:cubicBezTo>
                  <a:cubicBezTo>
                    <a:pt x="16879" y="11509"/>
                    <a:pt x="17280" y="10475"/>
                    <a:pt x="17546" y="9474"/>
                  </a:cubicBezTo>
                  <a:cubicBezTo>
                    <a:pt x="18147" y="7439"/>
                    <a:pt x="18347" y="5404"/>
                    <a:pt x="17947" y="3603"/>
                  </a:cubicBezTo>
                  <a:cubicBezTo>
                    <a:pt x="17713" y="2736"/>
                    <a:pt x="17313" y="1902"/>
                    <a:pt x="16712" y="1335"/>
                  </a:cubicBezTo>
                  <a:cubicBezTo>
                    <a:pt x="16145" y="734"/>
                    <a:pt x="15445" y="367"/>
                    <a:pt x="14778" y="201"/>
                  </a:cubicBezTo>
                  <a:cubicBezTo>
                    <a:pt x="14444" y="101"/>
                    <a:pt x="14111" y="67"/>
                    <a:pt x="13810" y="34"/>
                  </a:cubicBezTo>
                  <a:cubicBezTo>
                    <a:pt x="13510" y="34"/>
                    <a:pt x="13210" y="0"/>
                    <a:pt x="12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68" name="Google Shape;3068;p25"/>
            <p:cNvSpPr/>
            <p:nvPr/>
          </p:nvSpPr>
          <p:spPr>
            <a:xfrm rot="-382644" flipH="1">
              <a:off x="-1016155" y="2327825"/>
              <a:ext cx="555373" cy="887276"/>
            </a:xfrm>
            <a:custGeom>
              <a:avLst/>
              <a:gdLst/>
              <a:ahLst/>
              <a:cxnLst/>
              <a:rect l="l" t="t" r="r" b="b"/>
              <a:pathLst>
                <a:path w="24651" h="39383" extrusionOk="0">
                  <a:moveTo>
                    <a:pt x="16897" y="0"/>
                  </a:moveTo>
                  <a:cubicBezTo>
                    <a:pt x="16399" y="0"/>
                    <a:pt x="15956" y="25"/>
                    <a:pt x="15578" y="38"/>
                  </a:cubicBezTo>
                  <a:cubicBezTo>
                    <a:pt x="15144" y="71"/>
                    <a:pt x="14811" y="105"/>
                    <a:pt x="14544" y="172"/>
                  </a:cubicBezTo>
                  <a:cubicBezTo>
                    <a:pt x="14310" y="205"/>
                    <a:pt x="14177" y="205"/>
                    <a:pt x="14177" y="205"/>
                  </a:cubicBezTo>
                  <a:cubicBezTo>
                    <a:pt x="13563" y="324"/>
                    <a:pt x="13325" y="443"/>
                    <a:pt x="13450" y="443"/>
                  </a:cubicBezTo>
                  <a:cubicBezTo>
                    <a:pt x="13536" y="443"/>
                    <a:pt x="13790" y="387"/>
                    <a:pt x="14210" y="238"/>
                  </a:cubicBezTo>
                  <a:cubicBezTo>
                    <a:pt x="14210" y="238"/>
                    <a:pt x="14277" y="238"/>
                    <a:pt x="14544" y="205"/>
                  </a:cubicBezTo>
                  <a:cubicBezTo>
                    <a:pt x="14744" y="205"/>
                    <a:pt x="15077" y="138"/>
                    <a:pt x="15544" y="105"/>
                  </a:cubicBezTo>
                  <a:cubicBezTo>
                    <a:pt x="15867" y="92"/>
                    <a:pt x="16254" y="71"/>
                    <a:pt x="16691" y="71"/>
                  </a:cubicBezTo>
                  <a:cubicBezTo>
                    <a:pt x="17431" y="71"/>
                    <a:pt x="18316" y="133"/>
                    <a:pt x="19280" y="405"/>
                  </a:cubicBezTo>
                  <a:cubicBezTo>
                    <a:pt x="20081" y="605"/>
                    <a:pt x="20882" y="972"/>
                    <a:pt x="21615" y="1573"/>
                  </a:cubicBezTo>
                  <a:cubicBezTo>
                    <a:pt x="22383" y="2140"/>
                    <a:pt x="22950" y="2974"/>
                    <a:pt x="23383" y="3974"/>
                  </a:cubicBezTo>
                  <a:cubicBezTo>
                    <a:pt x="24217" y="6009"/>
                    <a:pt x="24184" y="8511"/>
                    <a:pt x="23617" y="11013"/>
                  </a:cubicBezTo>
                  <a:cubicBezTo>
                    <a:pt x="23383" y="12247"/>
                    <a:pt x="22950" y="13548"/>
                    <a:pt x="22383" y="14749"/>
                  </a:cubicBezTo>
                  <a:cubicBezTo>
                    <a:pt x="21782" y="15950"/>
                    <a:pt x="21015" y="17084"/>
                    <a:pt x="20181" y="18251"/>
                  </a:cubicBezTo>
                  <a:cubicBezTo>
                    <a:pt x="19347" y="19385"/>
                    <a:pt x="18447" y="20586"/>
                    <a:pt x="18013" y="22021"/>
                  </a:cubicBezTo>
                  <a:cubicBezTo>
                    <a:pt x="17879" y="22387"/>
                    <a:pt x="17746" y="22721"/>
                    <a:pt x="17713" y="23088"/>
                  </a:cubicBezTo>
                  <a:lnTo>
                    <a:pt x="17679" y="23221"/>
                  </a:lnTo>
                  <a:lnTo>
                    <a:pt x="17679" y="23388"/>
                  </a:lnTo>
                  <a:lnTo>
                    <a:pt x="17679" y="23688"/>
                  </a:lnTo>
                  <a:cubicBezTo>
                    <a:pt x="17679" y="23855"/>
                    <a:pt x="17679" y="24055"/>
                    <a:pt x="17713" y="24222"/>
                  </a:cubicBezTo>
                  <a:cubicBezTo>
                    <a:pt x="17779" y="24956"/>
                    <a:pt x="18013" y="25690"/>
                    <a:pt x="18213" y="26390"/>
                  </a:cubicBezTo>
                  <a:cubicBezTo>
                    <a:pt x="18680" y="27758"/>
                    <a:pt x="19247" y="29092"/>
                    <a:pt x="19514" y="30460"/>
                  </a:cubicBezTo>
                  <a:cubicBezTo>
                    <a:pt x="19681" y="31127"/>
                    <a:pt x="19714" y="31861"/>
                    <a:pt x="19614" y="32528"/>
                  </a:cubicBezTo>
                  <a:cubicBezTo>
                    <a:pt x="19614" y="32695"/>
                    <a:pt x="19581" y="32862"/>
                    <a:pt x="19547" y="33028"/>
                  </a:cubicBezTo>
                  <a:lnTo>
                    <a:pt x="19514" y="33262"/>
                  </a:lnTo>
                  <a:cubicBezTo>
                    <a:pt x="19514" y="33295"/>
                    <a:pt x="19447" y="33395"/>
                    <a:pt x="19414" y="33462"/>
                  </a:cubicBezTo>
                  <a:lnTo>
                    <a:pt x="19214" y="33929"/>
                  </a:lnTo>
                  <a:lnTo>
                    <a:pt x="19014" y="34396"/>
                  </a:lnTo>
                  <a:cubicBezTo>
                    <a:pt x="18713" y="35030"/>
                    <a:pt x="18346" y="35564"/>
                    <a:pt x="17879" y="36064"/>
                  </a:cubicBezTo>
                  <a:cubicBezTo>
                    <a:pt x="17679" y="36297"/>
                    <a:pt x="17412" y="36564"/>
                    <a:pt x="17179" y="36764"/>
                  </a:cubicBezTo>
                  <a:cubicBezTo>
                    <a:pt x="16912" y="36965"/>
                    <a:pt x="16679" y="37198"/>
                    <a:pt x="16378" y="37365"/>
                  </a:cubicBezTo>
                  <a:cubicBezTo>
                    <a:pt x="15845" y="37732"/>
                    <a:pt x="15244" y="38032"/>
                    <a:pt x="14677" y="38232"/>
                  </a:cubicBezTo>
                  <a:cubicBezTo>
                    <a:pt x="14043" y="38466"/>
                    <a:pt x="13443" y="38599"/>
                    <a:pt x="12843" y="38666"/>
                  </a:cubicBezTo>
                  <a:cubicBezTo>
                    <a:pt x="12476" y="38705"/>
                    <a:pt x="12101" y="38727"/>
                    <a:pt x="11724" y="38727"/>
                  </a:cubicBezTo>
                  <a:cubicBezTo>
                    <a:pt x="10828" y="38727"/>
                    <a:pt x="9918" y="38604"/>
                    <a:pt x="9073" y="38299"/>
                  </a:cubicBezTo>
                  <a:cubicBezTo>
                    <a:pt x="7872" y="37932"/>
                    <a:pt x="6705" y="37098"/>
                    <a:pt x="5938" y="35997"/>
                  </a:cubicBezTo>
                  <a:cubicBezTo>
                    <a:pt x="5571" y="35463"/>
                    <a:pt x="5270" y="34830"/>
                    <a:pt x="5104" y="34163"/>
                  </a:cubicBezTo>
                  <a:lnTo>
                    <a:pt x="5004" y="33662"/>
                  </a:lnTo>
                  <a:lnTo>
                    <a:pt x="4904" y="33195"/>
                  </a:lnTo>
                  <a:cubicBezTo>
                    <a:pt x="4870" y="33028"/>
                    <a:pt x="4870" y="32862"/>
                    <a:pt x="4870" y="32695"/>
                  </a:cubicBezTo>
                  <a:lnTo>
                    <a:pt x="4870" y="32428"/>
                  </a:lnTo>
                  <a:lnTo>
                    <a:pt x="4870" y="32361"/>
                  </a:lnTo>
                  <a:lnTo>
                    <a:pt x="4870" y="32261"/>
                  </a:lnTo>
                  <a:lnTo>
                    <a:pt x="4870" y="32128"/>
                  </a:lnTo>
                  <a:cubicBezTo>
                    <a:pt x="4770" y="31461"/>
                    <a:pt x="4870" y="30760"/>
                    <a:pt x="5037" y="30093"/>
                  </a:cubicBezTo>
                  <a:cubicBezTo>
                    <a:pt x="5204" y="29392"/>
                    <a:pt x="5437" y="28725"/>
                    <a:pt x="5671" y="28025"/>
                  </a:cubicBezTo>
                  <a:cubicBezTo>
                    <a:pt x="5871" y="27291"/>
                    <a:pt x="6004" y="26557"/>
                    <a:pt x="6004" y="25790"/>
                  </a:cubicBezTo>
                  <a:cubicBezTo>
                    <a:pt x="6004" y="25623"/>
                    <a:pt x="6004" y="25423"/>
                    <a:pt x="5938" y="25256"/>
                  </a:cubicBezTo>
                  <a:cubicBezTo>
                    <a:pt x="5938" y="25089"/>
                    <a:pt x="5904" y="24889"/>
                    <a:pt x="5871" y="24722"/>
                  </a:cubicBezTo>
                  <a:lnTo>
                    <a:pt x="5771" y="24422"/>
                  </a:lnTo>
                  <a:lnTo>
                    <a:pt x="5771" y="24356"/>
                  </a:lnTo>
                  <a:cubicBezTo>
                    <a:pt x="5771" y="24356"/>
                    <a:pt x="5771" y="24289"/>
                    <a:pt x="5737" y="24255"/>
                  </a:cubicBezTo>
                  <a:lnTo>
                    <a:pt x="5671" y="24122"/>
                  </a:lnTo>
                  <a:cubicBezTo>
                    <a:pt x="5571" y="23955"/>
                    <a:pt x="5504" y="23855"/>
                    <a:pt x="5371" y="23688"/>
                  </a:cubicBezTo>
                  <a:cubicBezTo>
                    <a:pt x="4537" y="22454"/>
                    <a:pt x="3603" y="21387"/>
                    <a:pt x="2769" y="20253"/>
                  </a:cubicBezTo>
                  <a:cubicBezTo>
                    <a:pt x="1935" y="19118"/>
                    <a:pt x="1168" y="18018"/>
                    <a:pt x="667" y="16750"/>
                  </a:cubicBezTo>
                  <a:cubicBezTo>
                    <a:pt x="567" y="16417"/>
                    <a:pt x="434" y="16116"/>
                    <a:pt x="400" y="15783"/>
                  </a:cubicBezTo>
                  <a:cubicBezTo>
                    <a:pt x="334" y="15516"/>
                    <a:pt x="367" y="15182"/>
                    <a:pt x="334" y="14849"/>
                  </a:cubicBezTo>
                  <a:cubicBezTo>
                    <a:pt x="267" y="14682"/>
                    <a:pt x="334" y="14515"/>
                    <a:pt x="334" y="14348"/>
                  </a:cubicBezTo>
                  <a:lnTo>
                    <a:pt x="367" y="13848"/>
                  </a:lnTo>
                  <a:cubicBezTo>
                    <a:pt x="367" y="13514"/>
                    <a:pt x="434" y="13214"/>
                    <a:pt x="500" y="12881"/>
                  </a:cubicBezTo>
                  <a:cubicBezTo>
                    <a:pt x="701" y="11613"/>
                    <a:pt x="1168" y="10412"/>
                    <a:pt x="1701" y="9378"/>
                  </a:cubicBezTo>
                  <a:cubicBezTo>
                    <a:pt x="1935" y="8844"/>
                    <a:pt x="2268" y="8377"/>
                    <a:pt x="2569" y="7877"/>
                  </a:cubicBezTo>
                  <a:cubicBezTo>
                    <a:pt x="2902" y="7410"/>
                    <a:pt x="3236" y="6943"/>
                    <a:pt x="3569" y="6543"/>
                  </a:cubicBezTo>
                  <a:cubicBezTo>
                    <a:pt x="4937" y="4875"/>
                    <a:pt x="6438" y="3607"/>
                    <a:pt x="7839" y="2740"/>
                  </a:cubicBezTo>
                  <a:cubicBezTo>
                    <a:pt x="8206" y="2540"/>
                    <a:pt x="8506" y="2340"/>
                    <a:pt x="8840" y="2173"/>
                  </a:cubicBezTo>
                  <a:cubicBezTo>
                    <a:pt x="9107" y="1939"/>
                    <a:pt x="9440" y="1839"/>
                    <a:pt x="9740" y="1706"/>
                  </a:cubicBezTo>
                  <a:cubicBezTo>
                    <a:pt x="10274" y="1406"/>
                    <a:pt x="10841" y="1239"/>
                    <a:pt x="11241" y="1072"/>
                  </a:cubicBezTo>
                  <a:cubicBezTo>
                    <a:pt x="11442" y="1005"/>
                    <a:pt x="11608" y="905"/>
                    <a:pt x="11775" y="872"/>
                  </a:cubicBezTo>
                  <a:cubicBezTo>
                    <a:pt x="11942" y="839"/>
                    <a:pt x="12075" y="772"/>
                    <a:pt x="12209" y="739"/>
                  </a:cubicBezTo>
                  <a:cubicBezTo>
                    <a:pt x="12409" y="705"/>
                    <a:pt x="12542" y="672"/>
                    <a:pt x="12542" y="672"/>
                  </a:cubicBezTo>
                  <a:cubicBezTo>
                    <a:pt x="13278" y="482"/>
                    <a:pt x="13490" y="309"/>
                    <a:pt x="13167" y="309"/>
                  </a:cubicBezTo>
                  <a:cubicBezTo>
                    <a:pt x="13036" y="309"/>
                    <a:pt x="12817" y="338"/>
                    <a:pt x="12509" y="405"/>
                  </a:cubicBezTo>
                  <a:cubicBezTo>
                    <a:pt x="12509" y="405"/>
                    <a:pt x="12409" y="438"/>
                    <a:pt x="12175" y="505"/>
                  </a:cubicBezTo>
                  <a:cubicBezTo>
                    <a:pt x="12042" y="538"/>
                    <a:pt x="11909" y="572"/>
                    <a:pt x="11742" y="605"/>
                  </a:cubicBezTo>
                  <a:cubicBezTo>
                    <a:pt x="11575" y="705"/>
                    <a:pt x="11375" y="739"/>
                    <a:pt x="11175" y="839"/>
                  </a:cubicBezTo>
                  <a:cubicBezTo>
                    <a:pt x="10741" y="1005"/>
                    <a:pt x="10207" y="1172"/>
                    <a:pt x="9607" y="1439"/>
                  </a:cubicBezTo>
                  <a:cubicBezTo>
                    <a:pt x="9340" y="1606"/>
                    <a:pt x="9040" y="1706"/>
                    <a:pt x="8706" y="1906"/>
                  </a:cubicBezTo>
                  <a:cubicBezTo>
                    <a:pt x="8406" y="2073"/>
                    <a:pt x="8072" y="2273"/>
                    <a:pt x="7706" y="2507"/>
                  </a:cubicBezTo>
                  <a:cubicBezTo>
                    <a:pt x="6338" y="3374"/>
                    <a:pt x="4770" y="4608"/>
                    <a:pt x="3369" y="6343"/>
                  </a:cubicBezTo>
                  <a:cubicBezTo>
                    <a:pt x="3036" y="6743"/>
                    <a:pt x="2702" y="7243"/>
                    <a:pt x="2368" y="7710"/>
                  </a:cubicBezTo>
                  <a:cubicBezTo>
                    <a:pt x="2035" y="8211"/>
                    <a:pt x="1701" y="8711"/>
                    <a:pt x="1434" y="9245"/>
                  </a:cubicBezTo>
                  <a:cubicBezTo>
                    <a:pt x="867" y="10346"/>
                    <a:pt x="400" y="11546"/>
                    <a:pt x="167" y="12847"/>
                  </a:cubicBezTo>
                  <a:cubicBezTo>
                    <a:pt x="100" y="13181"/>
                    <a:pt x="33" y="13514"/>
                    <a:pt x="33" y="13848"/>
                  </a:cubicBezTo>
                  <a:lnTo>
                    <a:pt x="0" y="14348"/>
                  </a:lnTo>
                  <a:lnTo>
                    <a:pt x="0" y="14849"/>
                  </a:lnTo>
                  <a:cubicBezTo>
                    <a:pt x="33" y="15182"/>
                    <a:pt x="33" y="15549"/>
                    <a:pt x="67" y="15883"/>
                  </a:cubicBezTo>
                  <a:cubicBezTo>
                    <a:pt x="100" y="16216"/>
                    <a:pt x="200" y="16550"/>
                    <a:pt x="334" y="16884"/>
                  </a:cubicBezTo>
                  <a:cubicBezTo>
                    <a:pt x="834" y="18218"/>
                    <a:pt x="1668" y="19385"/>
                    <a:pt x="2502" y="20519"/>
                  </a:cubicBezTo>
                  <a:cubicBezTo>
                    <a:pt x="3336" y="21620"/>
                    <a:pt x="4236" y="22754"/>
                    <a:pt x="5037" y="23922"/>
                  </a:cubicBezTo>
                  <a:cubicBezTo>
                    <a:pt x="5170" y="24089"/>
                    <a:pt x="5237" y="24222"/>
                    <a:pt x="5337" y="24389"/>
                  </a:cubicBezTo>
                  <a:lnTo>
                    <a:pt x="5404" y="24489"/>
                  </a:lnTo>
                  <a:lnTo>
                    <a:pt x="5404" y="24556"/>
                  </a:lnTo>
                  <a:lnTo>
                    <a:pt x="5404" y="24622"/>
                  </a:lnTo>
                  <a:lnTo>
                    <a:pt x="5437" y="24889"/>
                  </a:lnTo>
                  <a:cubicBezTo>
                    <a:pt x="5504" y="25056"/>
                    <a:pt x="5537" y="25223"/>
                    <a:pt x="5537" y="25390"/>
                  </a:cubicBezTo>
                  <a:cubicBezTo>
                    <a:pt x="5571" y="25556"/>
                    <a:pt x="5571" y="25723"/>
                    <a:pt x="5571" y="25890"/>
                  </a:cubicBezTo>
                  <a:cubicBezTo>
                    <a:pt x="5571" y="26590"/>
                    <a:pt x="5437" y="27291"/>
                    <a:pt x="5237" y="27958"/>
                  </a:cubicBezTo>
                  <a:cubicBezTo>
                    <a:pt x="5037" y="28659"/>
                    <a:pt x="4770" y="29326"/>
                    <a:pt x="4603" y="30060"/>
                  </a:cubicBezTo>
                  <a:cubicBezTo>
                    <a:pt x="4403" y="30760"/>
                    <a:pt x="4336" y="31494"/>
                    <a:pt x="4403" y="32261"/>
                  </a:cubicBezTo>
                  <a:lnTo>
                    <a:pt x="4403" y="32395"/>
                  </a:lnTo>
                  <a:lnTo>
                    <a:pt x="4403" y="32461"/>
                  </a:lnTo>
                  <a:lnTo>
                    <a:pt x="4403" y="32495"/>
                  </a:lnTo>
                  <a:lnTo>
                    <a:pt x="4403" y="32795"/>
                  </a:lnTo>
                  <a:cubicBezTo>
                    <a:pt x="4403" y="32962"/>
                    <a:pt x="4403" y="33162"/>
                    <a:pt x="4437" y="33329"/>
                  </a:cubicBezTo>
                  <a:lnTo>
                    <a:pt x="4537" y="33896"/>
                  </a:lnTo>
                  <a:cubicBezTo>
                    <a:pt x="4570" y="34096"/>
                    <a:pt x="4603" y="34263"/>
                    <a:pt x="4670" y="34429"/>
                  </a:cubicBezTo>
                  <a:cubicBezTo>
                    <a:pt x="4870" y="35130"/>
                    <a:pt x="5170" y="35830"/>
                    <a:pt x="5571" y="36431"/>
                  </a:cubicBezTo>
                  <a:cubicBezTo>
                    <a:pt x="6405" y="37632"/>
                    <a:pt x="7672" y="38466"/>
                    <a:pt x="8940" y="38933"/>
                  </a:cubicBezTo>
                  <a:cubicBezTo>
                    <a:pt x="9824" y="39250"/>
                    <a:pt x="10739" y="39382"/>
                    <a:pt x="11642" y="39382"/>
                  </a:cubicBezTo>
                  <a:cubicBezTo>
                    <a:pt x="12069" y="39382"/>
                    <a:pt x="12492" y="39353"/>
                    <a:pt x="12909" y="39300"/>
                  </a:cubicBezTo>
                  <a:cubicBezTo>
                    <a:pt x="13543" y="39233"/>
                    <a:pt x="14210" y="39099"/>
                    <a:pt x="14844" y="38866"/>
                  </a:cubicBezTo>
                  <a:cubicBezTo>
                    <a:pt x="15511" y="38632"/>
                    <a:pt x="16078" y="38299"/>
                    <a:pt x="16679" y="37932"/>
                  </a:cubicBezTo>
                  <a:cubicBezTo>
                    <a:pt x="16945" y="37765"/>
                    <a:pt x="17212" y="37532"/>
                    <a:pt x="17513" y="37298"/>
                  </a:cubicBezTo>
                  <a:cubicBezTo>
                    <a:pt x="17746" y="37065"/>
                    <a:pt x="18046" y="36831"/>
                    <a:pt x="18246" y="36564"/>
                  </a:cubicBezTo>
                  <a:cubicBezTo>
                    <a:pt x="18713" y="36064"/>
                    <a:pt x="19114" y="35430"/>
                    <a:pt x="19447" y="34796"/>
                  </a:cubicBezTo>
                  <a:lnTo>
                    <a:pt x="19714" y="34296"/>
                  </a:lnTo>
                  <a:lnTo>
                    <a:pt x="19914" y="33796"/>
                  </a:lnTo>
                  <a:cubicBezTo>
                    <a:pt x="19914" y="33729"/>
                    <a:pt x="19948" y="33696"/>
                    <a:pt x="20014" y="33562"/>
                  </a:cubicBezTo>
                  <a:lnTo>
                    <a:pt x="20048" y="33295"/>
                  </a:lnTo>
                  <a:cubicBezTo>
                    <a:pt x="20081" y="33128"/>
                    <a:pt x="20114" y="32928"/>
                    <a:pt x="20114" y="32762"/>
                  </a:cubicBezTo>
                  <a:cubicBezTo>
                    <a:pt x="20214" y="32028"/>
                    <a:pt x="20114" y="31260"/>
                    <a:pt x="20014" y="30560"/>
                  </a:cubicBezTo>
                  <a:cubicBezTo>
                    <a:pt x="19714" y="29126"/>
                    <a:pt x="19114" y="27791"/>
                    <a:pt x="18713" y="26424"/>
                  </a:cubicBezTo>
                  <a:cubicBezTo>
                    <a:pt x="18447" y="25723"/>
                    <a:pt x="18280" y="25056"/>
                    <a:pt x="18213" y="24356"/>
                  </a:cubicBezTo>
                  <a:cubicBezTo>
                    <a:pt x="18180" y="24122"/>
                    <a:pt x="18180" y="23955"/>
                    <a:pt x="18180" y="23788"/>
                  </a:cubicBezTo>
                  <a:lnTo>
                    <a:pt x="18180" y="23555"/>
                  </a:lnTo>
                  <a:lnTo>
                    <a:pt x="18180" y="23455"/>
                  </a:lnTo>
                  <a:lnTo>
                    <a:pt x="18213" y="23355"/>
                  </a:lnTo>
                  <a:cubicBezTo>
                    <a:pt x="18246" y="23021"/>
                    <a:pt x="18346" y="22688"/>
                    <a:pt x="18447" y="22354"/>
                  </a:cubicBezTo>
                  <a:cubicBezTo>
                    <a:pt x="18914" y="20986"/>
                    <a:pt x="19747" y="19852"/>
                    <a:pt x="20548" y="18651"/>
                  </a:cubicBezTo>
                  <a:cubicBezTo>
                    <a:pt x="21349" y="17517"/>
                    <a:pt x="22183" y="16350"/>
                    <a:pt x="22750" y="15082"/>
                  </a:cubicBezTo>
                  <a:cubicBezTo>
                    <a:pt x="23383" y="13848"/>
                    <a:pt x="23750" y="12547"/>
                    <a:pt x="24051" y="11246"/>
                  </a:cubicBezTo>
                  <a:cubicBezTo>
                    <a:pt x="24584" y="8711"/>
                    <a:pt x="24651" y="6109"/>
                    <a:pt x="23750" y="4041"/>
                  </a:cubicBezTo>
                  <a:cubicBezTo>
                    <a:pt x="23350" y="2974"/>
                    <a:pt x="22683" y="2073"/>
                    <a:pt x="21882" y="1472"/>
                  </a:cubicBezTo>
                  <a:cubicBezTo>
                    <a:pt x="21082" y="872"/>
                    <a:pt x="20214" y="472"/>
                    <a:pt x="19414" y="272"/>
                  </a:cubicBezTo>
                  <a:cubicBezTo>
                    <a:pt x="18480" y="53"/>
                    <a:pt x="17630" y="0"/>
                    <a:pt x="16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69" name="Google Shape;3069;p25"/>
            <p:cNvSpPr/>
            <p:nvPr/>
          </p:nvSpPr>
          <p:spPr>
            <a:xfrm rot="-382644" flipH="1">
              <a:off x="-901772" y="2442747"/>
              <a:ext cx="192784" cy="221126"/>
            </a:xfrm>
            <a:custGeom>
              <a:avLst/>
              <a:gdLst/>
              <a:ahLst/>
              <a:cxnLst/>
              <a:rect l="l" t="t" r="r" b="b"/>
              <a:pathLst>
                <a:path w="8557" h="9815" extrusionOk="0">
                  <a:moveTo>
                    <a:pt x="4415" y="0"/>
                  </a:moveTo>
                  <a:cubicBezTo>
                    <a:pt x="4213" y="0"/>
                    <a:pt x="4014" y="16"/>
                    <a:pt x="3820" y="44"/>
                  </a:cubicBezTo>
                  <a:cubicBezTo>
                    <a:pt x="3387" y="111"/>
                    <a:pt x="2920" y="244"/>
                    <a:pt x="2553" y="411"/>
                  </a:cubicBezTo>
                  <a:cubicBezTo>
                    <a:pt x="1752" y="744"/>
                    <a:pt x="1152" y="1145"/>
                    <a:pt x="751" y="1478"/>
                  </a:cubicBezTo>
                  <a:cubicBezTo>
                    <a:pt x="551" y="1645"/>
                    <a:pt x="418" y="1812"/>
                    <a:pt x="284" y="1912"/>
                  </a:cubicBezTo>
                  <a:lnTo>
                    <a:pt x="118" y="2079"/>
                  </a:lnTo>
                  <a:cubicBezTo>
                    <a:pt x="0" y="2196"/>
                    <a:pt x="192" y="2391"/>
                    <a:pt x="331" y="2391"/>
                  </a:cubicBezTo>
                  <a:cubicBezTo>
                    <a:pt x="350" y="2391"/>
                    <a:pt x="368" y="2387"/>
                    <a:pt x="384" y="2379"/>
                  </a:cubicBezTo>
                  <a:cubicBezTo>
                    <a:pt x="384" y="2379"/>
                    <a:pt x="418" y="2312"/>
                    <a:pt x="551" y="2246"/>
                  </a:cubicBezTo>
                  <a:cubicBezTo>
                    <a:pt x="618" y="2145"/>
                    <a:pt x="785" y="1979"/>
                    <a:pt x="985" y="1879"/>
                  </a:cubicBezTo>
                  <a:cubicBezTo>
                    <a:pt x="1385" y="1578"/>
                    <a:pt x="1986" y="1211"/>
                    <a:pt x="2719" y="945"/>
                  </a:cubicBezTo>
                  <a:cubicBezTo>
                    <a:pt x="3086" y="811"/>
                    <a:pt x="3453" y="744"/>
                    <a:pt x="3887" y="711"/>
                  </a:cubicBezTo>
                  <a:cubicBezTo>
                    <a:pt x="3999" y="692"/>
                    <a:pt x="4113" y="684"/>
                    <a:pt x="4228" y="684"/>
                  </a:cubicBezTo>
                  <a:cubicBezTo>
                    <a:pt x="4524" y="684"/>
                    <a:pt x="4823" y="739"/>
                    <a:pt x="5088" y="811"/>
                  </a:cubicBezTo>
                  <a:cubicBezTo>
                    <a:pt x="5822" y="1078"/>
                    <a:pt x="6489" y="1612"/>
                    <a:pt x="6889" y="2246"/>
                  </a:cubicBezTo>
                  <a:cubicBezTo>
                    <a:pt x="7289" y="2813"/>
                    <a:pt x="7590" y="3647"/>
                    <a:pt x="7723" y="4480"/>
                  </a:cubicBezTo>
                  <a:cubicBezTo>
                    <a:pt x="7823" y="5314"/>
                    <a:pt x="7790" y="6248"/>
                    <a:pt x="7623" y="6982"/>
                  </a:cubicBezTo>
                  <a:cubicBezTo>
                    <a:pt x="7456" y="7783"/>
                    <a:pt x="7223" y="8417"/>
                    <a:pt x="6989" y="8884"/>
                  </a:cubicBezTo>
                  <a:cubicBezTo>
                    <a:pt x="6922" y="9117"/>
                    <a:pt x="6822" y="9284"/>
                    <a:pt x="6756" y="9417"/>
                  </a:cubicBezTo>
                  <a:lnTo>
                    <a:pt x="6656" y="9584"/>
                  </a:lnTo>
                  <a:cubicBezTo>
                    <a:pt x="6631" y="9681"/>
                    <a:pt x="6767" y="9814"/>
                    <a:pt x="6881" y="9814"/>
                  </a:cubicBezTo>
                  <a:cubicBezTo>
                    <a:pt x="6923" y="9814"/>
                    <a:pt x="6962" y="9796"/>
                    <a:pt x="6989" y="9751"/>
                  </a:cubicBezTo>
                  <a:cubicBezTo>
                    <a:pt x="6989" y="9751"/>
                    <a:pt x="7056" y="9718"/>
                    <a:pt x="7123" y="9584"/>
                  </a:cubicBezTo>
                  <a:cubicBezTo>
                    <a:pt x="7223" y="9451"/>
                    <a:pt x="7323" y="9284"/>
                    <a:pt x="7456" y="9050"/>
                  </a:cubicBezTo>
                  <a:cubicBezTo>
                    <a:pt x="7723" y="8583"/>
                    <a:pt x="7990" y="7916"/>
                    <a:pt x="8223" y="7082"/>
                  </a:cubicBezTo>
                  <a:cubicBezTo>
                    <a:pt x="8423" y="6282"/>
                    <a:pt x="8557" y="5314"/>
                    <a:pt x="8423" y="4380"/>
                  </a:cubicBezTo>
                  <a:cubicBezTo>
                    <a:pt x="8290" y="3413"/>
                    <a:pt x="7990" y="2479"/>
                    <a:pt x="7489" y="1778"/>
                  </a:cubicBezTo>
                  <a:cubicBezTo>
                    <a:pt x="7089" y="1078"/>
                    <a:pt x="6255" y="377"/>
                    <a:pt x="5288" y="111"/>
                  </a:cubicBezTo>
                  <a:cubicBezTo>
                    <a:pt x="4995" y="32"/>
                    <a:pt x="4702" y="0"/>
                    <a:pt x="4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70" name="Google Shape;3070;p25"/>
            <p:cNvSpPr/>
            <p:nvPr/>
          </p:nvSpPr>
          <p:spPr>
            <a:xfrm rot="-382644" flipH="1">
              <a:off x="-741988" y="2967758"/>
              <a:ext cx="109628" cy="111723"/>
            </a:xfrm>
            <a:custGeom>
              <a:avLst/>
              <a:gdLst/>
              <a:ahLst/>
              <a:cxnLst/>
              <a:rect l="l" t="t" r="r" b="b"/>
              <a:pathLst>
                <a:path w="4866" h="4959" extrusionOk="0">
                  <a:moveTo>
                    <a:pt x="253" y="1"/>
                  </a:moveTo>
                  <a:cubicBezTo>
                    <a:pt x="187" y="1"/>
                    <a:pt x="133" y="12"/>
                    <a:pt x="133" y="37"/>
                  </a:cubicBezTo>
                  <a:cubicBezTo>
                    <a:pt x="133" y="37"/>
                    <a:pt x="100" y="204"/>
                    <a:pt x="33" y="471"/>
                  </a:cubicBezTo>
                  <a:cubicBezTo>
                    <a:pt x="33" y="571"/>
                    <a:pt x="0" y="738"/>
                    <a:pt x="0" y="905"/>
                  </a:cubicBezTo>
                  <a:lnTo>
                    <a:pt x="0" y="1505"/>
                  </a:lnTo>
                  <a:lnTo>
                    <a:pt x="0" y="1839"/>
                  </a:lnTo>
                  <a:cubicBezTo>
                    <a:pt x="0" y="1939"/>
                    <a:pt x="33" y="2039"/>
                    <a:pt x="33" y="2172"/>
                  </a:cubicBezTo>
                  <a:cubicBezTo>
                    <a:pt x="100" y="2439"/>
                    <a:pt x="167" y="2639"/>
                    <a:pt x="200" y="2873"/>
                  </a:cubicBezTo>
                  <a:cubicBezTo>
                    <a:pt x="334" y="3340"/>
                    <a:pt x="600" y="3807"/>
                    <a:pt x="867" y="4140"/>
                  </a:cubicBezTo>
                  <a:cubicBezTo>
                    <a:pt x="1001" y="4340"/>
                    <a:pt x="1201" y="4474"/>
                    <a:pt x="1434" y="4641"/>
                  </a:cubicBezTo>
                  <a:cubicBezTo>
                    <a:pt x="1534" y="4674"/>
                    <a:pt x="1668" y="4774"/>
                    <a:pt x="1801" y="4807"/>
                  </a:cubicBezTo>
                  <a:cubicBezTo>
                    <a:pt x="1868" y="4874"/>
                    <a:pt x="2035" y="4874"/>
                    <a:pt x="2168" y="4941"/>
                  </a:cubicBezTo>
                  <a:cubicBezTo>
                    <a:pt x="2257" y="4953"/>
                    <a:pt x="2349" y="4958"/>
                    <a:pt x="2442" y="4958"/>
                  </a:cubicBezTo>
                  <a:cubicBezTo>
                    <a:pt x="2874" y="4958"/>
                    <a:pt x="3334" y="4839"/>
                    <a:pt x="3636" y="4674"/>
                  </a:cubicBezTo>
                  <a:cubicBezTo>
                    <a:pt x="3869" y="4607"/>
                    <a:pt x="4003" y="4474"/>
                    <a:pt x="4170" y="4340"/>
                  </a:cubicBezTo>
                  <a:cubicBezTo>
                    <a:pt x="4270" y="4240"/>
                    <a:pt x="4303" y="4207"/>
                    <a:pt x="4370" y="4174"/>
                  </a:cubicBezTo>
                  <a:lnTo>
                    <a:pt x="4537" y="4007"/>
                  </a:lnTo>
                  <a:lnTo>
                    <a:pt x="4837" y="3707"/>
                  </a:lnTo>
                  <a:cubicBezTo>
                    <a:pt x="4866" y="3649"/>
                    <a:pt x="4721" y="3493"/>
                    <a:pt x="4659" y="3493"/>
                  </a:cubicBezTo>
                  <a:cubicBezTo>
                    <a:pt x="4649" y="3493"/>
                    <a:pt x="4641" y="3497"/>
                    <a:pt x="4637" y="3506"/>
                  </a:cubicBezTo>
                  <a:cubicBezTo>
                    <a:pt x="4637" y="3506"/>
                    <a:pt x="4503" y="3573"/>
                    <a:pt x="4303" y="3740"/>
                  </a:cubicBezTo>
                  <a:cubicBezTo>
                    <a:pt x="4270" y="3807"/>
                    <a:pt x="4170" y="3840"/>
                    <a:pt x="4136" y="3873"/>
                  </a:cubicBezTo>
                  <a:cubicBezTo>
                    <a:pt x="4036" y="3940"/>
                    <a:pt x="4003" y="3973"/>
                    <a:pt x="3936" y="4007"/>
                  </a:cubicBezTo>
                  <a:cubicBezTo>
                    <a:pt x="3803" y="4040"/>
                    <a:pt x="3636" y="4174"/>
                    <a:pt x="3469" y="4207"/>
                  </a:cubicBezTo>
                  <a:cubicBezTo>
                    <a:pt x="3244" y="4309"/>
                    <a:pt x="3007" y="4349"/>
                    <a:pt x="2773" y="4349"/>
                  </a:cubicBezTo>
                  <a:cubicBezTo>
                    <a:pt x="2624" y="4349"/>
                    <a:pt x="2477" y="4333"/>
                    <a:pt x="2335" y="4307"/>
                  </a:cubicBezTo>
                  <a:cubicBezTo>
                    <a:pt x="2268" y="4240"/>
                    <a:pt x="2168" y="4240"/>
                    <a:pt x="2102" y="4207"/>
                  </a:cubicBezTo>
                  <a:lnTo>
                    <a:pt x="1835" y="4073"/>
                  </a:lnTo>
                  <a:cubicBezTo>
                    <a:pt x="1701" y="3973"/>
                    <a:pt x="1534" y="3873"/>
                    <a:pt x="1468" y="3707"/>
                  </a:cubicBezTo>
                  <a:cubicBezTo>
                    <a:pt x="1268" y="3473"/>
                    <a:pt x="1034" y="3073"/>
                    <a:pt x="867" y="2706"/>
                  </a:cubicBezTo>
                  <a:cubicBezTo>
                    <a:pt x="801" y="2506"/>
                    <a:pt x="701" y="2306"/>
                    <a:pt x="667" y="2072"/>
                  </a:cubicBezTo>
                  <a:cubicBezTo>
                    <a:pt x="634" y="2005"/>
                    <a:pt x="634" y="1872"/>
                    <a:pt x="600" y="1805"/>
                  </a:cubicBezTo>
                  <a:cubicBezTo>
                    <a:pt x="600" y="1705"/>
                    <a:pt x="534" y="1572"/>
                    <a:pt x="534" y="1505"/>
                  </a:cubicBezTo>
                  <a:cubicBezTo>
                    <a:pt x="500" y="1305"/>
                    <a:pt x="500" y="1138"/>
                    <a:pt x="500" y="971"/>
                  </a:cubicBezTo>
                  <a:lnTo>
                    <a:pt x="500" y="504"/>
                  </a:lnTo>
                  <a:lnTo>
                    <a:pt x="500" y="71"/>
                  </a:lnTo>
                  <a:cubicBezTo>
                    <a:pt x="500" y="29"/>
                    <a:pt x="360" y="1"/>
                    <a:pt x="2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3071" name="Google Shape;3071;p25"/>
          <p:cNvGrpSpPr/>
          <p:nvPr/>
        </p:nvGrpSpPr>
        <p:grpSpPr>
          <a:xfrm>
            <a:off x="6359122" y="4652805"/>
            <a:ext cx="1365447" cy="575393"/>
            <a:chOff x="3114672" y="4243105"/>
            <a:chExt cx="1365447" cy="575393"/>
          </a:xfrm>
        </p:grpSpPr>
        <p:grpSp>
          <p:nvGrpSpPr>
            <p:cNvPr id="3072" name="Google Shape;3072;p25"/>
            <p:cNvGrpSpPr/>
            <p:nvPr/>
          </p:nvGrpSpPr>
          <p:grpSpPr>
            <a:xfrm rot="-5400000">
              <a:off x="3582894" y="3921273"/>
              <a:ext cx="429004" cy="1365447"/>
              <a:chOff x="-590156" y="1082373"/>
              <a:chExt cx="429004" cy="1365447"/>
            </a:xfrm>
          </p:grpSpPr>
          <p:sp>
            <p:nvSpPr>
              <p:cNvPr id="3073" name="Google Shape;3073;p25"/>
              <p:cNvSpPr/>
              <p:nvPr/>
            </p:nvSpPr>
            <p:spPr>
              <a:xfrm rot="-382644" flipH="1">
                <a:off x="-588709" y="1090032"/>
                <a:ext cx="139795" cy="33839"/>
              </a:xfrm>
              <a:custGeom>
                <a:avLst/>
                <a:gdLst/>
                <a:ahLst/>
                <a:cxnLst/>
                <a:rect l="l" t="t" r="r" b="b"/>
                <a:pathLst>
                  <a:path w="6205" h="1502" extrusionOk="0">
                    <a:moveTo>
                      <a:pt x="4537" y="1"/>
                    </a:moveTo>
                    <a:cubicBezTo>
                      <a:pt x="4370" y="1"/>
                      <a:pt x="4203" y="68"/>
                      <a:pt x="4036" y="68"/>
                    </a:cubicBezTo>
                    <a:cubicBezTo>
                      <a:pt x="3703" y="101"/>
                      <a:pt x="3336" y="134"/>
                      <a:pt x="3036" y="201"/>
                    </a:cubicBezTo>
                    <a:cubicBezTo>
                      <a:pt x="2469" y="301"/>
                      <a:pt x="1701" y="535"/>
                      <a:pt x="1134" y="735"/>
                    </a:cubicBezTo>
                    <a:cubicBezTo>
                      <a:pt x="534" y="935"/>
                      <a:pt x="67" y="1102"/>
                      <a:pt x="67" y="1102"/>
                    </a:cubicBezTo>
                    <a:cubicBezTo>
                      <a:pt x="0" y="1135"/>
                      <a:pt x="67" y="1435"/>
                      <a:pt x="167" y="1502"/>
                    </a:cubicBezTo>
                    <a:cubicBezTo>
                      <a:pt x="167" y="1502"/>
                      <a:pt x="601" y="1435"/>
                      <a:pt x="1234" y="1302"/>
                    </a:cubicBezTo>
                    <a:cubicBezTo>
                      <a:pt x="1835" y="1202"/>
                      <a:pt x="2569" y="1068"/>
                      <a:pt x="3169" y="935"/>
                    </a:cubicBezTo>
                    <a:cubicBezTo>
                      <a:pt x="3436" y="902"/>
                      <a:pt x="3803" y="868"/>
                      <a:pt x="4136" y="768"/>
                    </a:cubicBezTo>
                    <a:lnTo>
                      <a:pt x="4637" y="635"/>
                    </a:lnTo>
                    <a:cubicBezTo>
                      <a:pt x="4804" y="635"/>
                      <a:pt x="4904" y="601"/>
                      <a:pt x="5070" y="601"/>
                    </a:cubicBezTo>
                    <a:cubicBezTo>
                      <a:pt x="5671" y="501"/>
                      <a:pt x="6138" y="435"/>
                      <a:pt x="6138" y="435"/>
                    </a:cubicBezTo>
                    <a:cubicBezTo>
                      <a:pt x="6171" y="435"/>
                      <a:pt x="6205" y="68"/>
                      <a:pt x="6138" y="68"/>
                    </a:cubicBezTo>
                    <a:cubicBezTo>
                      <a:pt x="6138" y="68"/>
                      <a:pt x="5671" y="1"/>
                      <a:pt x="50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74" name="Google Shape;3074;p25"/>
              <p:cNvSpPr/>
              <p:nvPr/>
            </p:nvSpPr>
            <p:spPr>
              <a:xfrm rot="-382644" flipH="1">
                <a:off x="-401665" y="1132842"/>
                <a:ext cx="42851" cy="52944"/>
              </a:xfrm>
              <a:custGeom>
                <a:avLst/>
                <a:gdLst/>
                <a:ahLst/>
                <a:cxnLst/>
                <a:rect l="l" t="t" r="r" b="b"/>
                <a:pathLst>
                  <a:path w="1902" h="2350" extrusionOk="0">
                    <a:moveTo>
                      <a:pt x="1702" y="0"/>
                    </a:moveTo>
                    <a:cubicBezTo>
                      <a:pt x="1702" y="0"/>
                      <a:pt x="1668" y="0"/>
                      <a:pt x="1568" y="34"/>
                    </a:cubicBezTo>
                    <a:cubicBezTo>
                      <a:pt x="1502" y="67"/>
                      <a:pt x="1368" y="134"/>
                      <a:pt x="1235" y="201"/>
                    </a:cubicBezTo>
                    <a:cubicBezTo>
                      <a:pt x="1001" y="334"/>
                      <a:pt x="701" y="567"/>
                      <a:pt x="501" y="834"/>
                    </a:cubicBezTo>
                    <a:cubicBezTo>
                      <a:pt x="267" y="1068"/>
                      <a:pt x="101" y="1468"/>
                      <a:pt x="67" y="1735"/>
                    </a:cubicBezTo>
                    <a:cubicBezTo>
                      <a:pt x="1" y="1902"/>
                      <a:pt x="1" y="2035"/>
                      <a:pt x="1" y="2135"/>
                    </a:cubicBezTo>
                    <a:lnTo>
                      <a:pt x="1" y="2302"/>
                    </a:lnTo>
                    <a:cubicBezTo>
                      <a:pt x="1" y="2326"/>
                      <a:pt x="134" y="2349"/>
                      <a:pt x="236" y="2349"/>
                    </a:cubicBezTo>
                    <a:cubicBezTo>
                      <a:pt x="278" y="2349"/>
                      <a:pt x="315" y="2345"/>
                      <a:pt x="334" y="2335"/>
                    </a:cubicBezTo>
                    <a:cubicBezTo>
                      <a:pt x="334" y="2335"/>
                      <a:pt x="367" y="2302"/>
                      <a:pt x="401" y="2202"/>
                    </a:cubicBezTo>
                    <a:cubicBezTo>
                      <a:pt x="434" y="2135"/>
                      <a:pt x="501" y="2035"/>
                      <a:pt x="568" y="1902"/>
                    </a:cubicBezTo>
                    <a:cubicBezTo>
                      <a:pt x="701" y="1668"/>
                      <a:pt x="868" y="1468"/>
                      <a:pt x="1035" y="1235"/>
                    </a:cubicBezTo>
                    <a:cubicBezTo>
                      <a:pt x="1201" y="1068"/>
                      <a:pt x="1368" y="834"/>
                      <a:pt x="1568" y="634"/>
                    </a:cubicBezTo>
                    <a:cubicBezTo>
                      <a:pt x="1668" y="534"/>
                      <a:pt x="1768" y="467"/>
                      <a:pt x="1835" y="367"/>
                    </a:cubicBezTo>
                    <a:lnTo>
                      <a:pt x="1902" y="301"/>
                    </a:lnTo>
                    <a:cubicBezTo>
                      <a:pt x="1902" y="301"/>
                      <a:pt x="1735" y="0"/>
                      <a:pt x="17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75" name="Google Shape;3075;p25"/>
              <p:cNvSpPr/>
              <p:nvPr/>
            </p:nvSpPr>
            <p:spPr>
              <a:xfrm rot="-382644" flipH="1">
                <a:off x="-322787" y="1226487"/>
                <a:ext cx="32240" cy="71689"/>
              </a:xfrm>
              <a:custGeom>
                <a:avLst/>
                <a:gdLst/>
                <a:ahLst/>
                <a:cxnLst/>
                <a:rect l="l" t="t" r="r" b="b"/>
                <a:pathLst>
                  <a:path w="1431" h="3182" extrusionOk="0">
                    <a:moveTo>
                      <a:pt x="1135" y="1"/>
                    </a:moveTo>
                    <a:cubicBezTo>
                      <a:pt x="1121" y="1"/>
                      <a:pt x="1110" y="4"/>
                      <a:pt x="1102" y="13"/>
                    </a:cubicBezTo>
                    <a:cubicBezTo>
                      <a:pt x="1102" y="13"/>
                      <a:pt x="935" y="179"/>
                      <a:pt x="735" y="446"/>
                    </a:cubicBezTo>
                    <a:cubicBezTo>
                      <a:pt x="601" y="580"/>
                      <a:pt x="534" y="746"/>
                      <a:pt x="434" y="913"/>
                    </a:cubicBezTo>
                    <a:cubicBezTo>
                      <a:pt x="368" y="1080"/>
                      <a:pt x="268" y="1247"/>
                      <a:pt x="234" y="1414"/>
                    </a:cubicBezTo>
                    <a:cubicBezTo>
                      <a:pt x="67" y="2047"/>
                      <a:pt x="1" y="3048"/>
                      <a:pt x="1" y="3048"/>
                    </a:cubicBezTo>
                    <a:cubicBezTo>
                      <a:pt x="1" y="3081"/>
                      <a:pt x="268" y="3182"/>
                      <a:pt x="368" y="3182"/>
                    </a:cubicBezTo>
                    <a:cubicBezTo>
                      <a:pt x="368" y="3182"/>
                      <a:pt x="735" y="2248"/>
                      <a:pt x="935" y="1680"/>
                    </a:cubicBezTo>
                    <a:cubicBezTo>
                      <a:pt x="1035" y="1547"/>
                      <a:pt x="1068" y="1380"/>
                      <a:pt x="1102" y="1213"/>
                    </a:cubicBezTo>
                    <a:cubicBezTo>
                      <a:pt x="1168" y="1047"/>
                      <a:pt x="1202" y="847"/>
                      <a:pt x="1235" y="713"/>
                    </a:cubicBezTo>
                    <a:lnTo>
                      <a:pt x="1402" y="213"/>
                    </a:lnTo>
                    <a:cubicBezTo>
                      <a:pt x="1431" y="184"/>
                      <a:pt x="1230" y="1"/>
                      <a:pt x="1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76" name="Google Shape;3076;p25"/>
              <p:cNvSpPr/>
              <p:nvPr/>
            </p:nvSpPr>
            <p:spPr>
              <a:xfrm rot="-382644" flipH="1">
                <a:off x="-276293" y="1369210"/>
                <a:ext cx="36858" cy="132788"/>
              </a:xfrm>
              <a:custGeom>
                <a:avLst/>
                <a:gdLst/>
                <a:ahLst/>
                <a:cxnLst/>
                <a:rect l="l" t="t" r="r" b="b"/>
                <a:pathLst>
                  <a:path w="1636" h="5894" extrusionOk="0">
                    <a:moveTo>
                      <a:pt x="1104" y="1"/>
                    </a:moveTo>
                    <a:cubicBezTo>
                      <a:pt x="998" y="1"/>
                      <a:pt x="801" y="71"/>
                      <a:pt x="801" y="123"/>
                    </a:cubicBezTo>
                    <a:cubicBezTo>
                      <a:pt x="801" y="123"/>
                      <a:pt x="801" y="223"/>
                      <a:pt x="835" y="390"/>
                    </a:cubicBezTo>
                    <a:cubicBezTo>
                      <a:pt x="868" y="556"/>
                      <a:pt x="935" y="823"/>
                      <a:pt x="935" y="1123"/>
                    </a:cubicBezTo>
                    <a:cubicBezTo>
                      <a:pt x="968" y="1690"/>
                      <a:pt x="901" y="2391"/>
                      <a:pt x="835" y="2958"/>
                    </a:cubicBezTo>
                    <a:cubicBezTo>
                      <a:pt x="768" y="3492"/>
                      <a:pt x="635" y="4192"/>
                      <a:pt x="434" y="4726"/>
                    </a:cubicBezTo>
                    <a:cubicBezTo>
                      <a:pt x="334" y="5026"/>
                      <a:pt x="234" y="5226"/>
                      <a:pt x="134" y="5393"/>
                    </a:cubicBezTo>
                    <a:lnTo>
                      <a:pt x="1" y="5660"/>
                    </a:lnTo>
                    <a:cubicBezTo>
                      <a:pt x="1" y="5693"/>
                      <a:pt x="268" y="5860"/>
                      <a:pt x="334" y="5893"/>
                    </a:cubicBezTo>
                    <a:cubicBezTo>
                      <a:pt x="334" y="5893"/>
                      <a:pt x="368" y="5827"/>
                      <a:pt x="501" y="5660"/>
                    </a:cubicBezTo>
                    <a:cubicBezTo>
                      <a:pt x="635" y="5493"/>
                      <a:pt x="801" y="5293"/>
                      <a:pt x="935" y="4993"/>
                    </a:cubicBezTo>
                    <a:cubicBezTo>
                      <a:pt x="1202" y="4459"/>
                      <a:pt x="1468" y="3692"/>
                      <a:pt x="1535" y="3058"/>
                    </a:cubicBezTo>
                    <a:cubicBezTo>
                      <a:pt x="1635" y="2491"/>
                      <a:pt x="1635" y="1690"/>
                      <a:pt x="1468" y="1057"/>
                    </a:cubicBezTo>
                    <a:cubicBezTo>
                      <a:pt x="1435" y="790"/>
                      <a:pt x="1302" y="490"/>
                      <a:pt x="1268" y="323"/>
                    </a:cubicBezTo>
                    <a:cubicBezTo>
                      <a:pt x="1235" y="156"/>
                      <a:pt x="1168" y="23"/>
                      <a:pt x="1168" y="23"/>
                    </a:cubicBezTo>
                    <a:cubicBezTo>
                      <a:pt x="1161" y="7"/>
                      <a:pt x="1137" y="1"/>
                      <a:pt x="11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77" name="Google Shape;3077;p25"/>
              <p:cNvSpPr/>
              <p:nvPr/>
            </p:nvSpPr>
            <p:spPr>
              <a:xfrm rot="-382644" flipH="1">
                <a:off x="-233438" y="1794649"/>
                <a:ext cx="68399" cy="73784"/>
              </a:xfrm>
              <a:custGeom>
                <a:avLst/>
                <a:gdLst/>
                <a:ahLst/>
                <a:cxnLst/>
                <a:rect l="l" t="t" r="r" b="b"/>
                <a:pathLst>
                  <a:path w="3036" h="3275" extrusionOk="0">
                    <a:moveTo>
                      <a:pt x="323" y="0"/>
                    </a:moveTo>
                    <a:cubicBezTo>
                      <a:pt x="265" y="0"/>
                      <a:pt x="0" y="109"/>
                      <a:pt x="0" y="139"/>
                    </a:cubicBezTo>
                    <a:cubicBezTo>
                      <a:pt x="0" y="139"/>
                      <a:pt x="0" y="239"/>
                      <a:pt x="67" y="339"/>
                    </a:cubicBezTo>
                    <a:cubicBezTo>
                      <a:pt x="101" y="473"/>
                      <a:pt x="134" y="639"/>
                      <a:pt x="234" y="840"/>
                    </a:cubicBezTo>
                    <a:cubicBezTo>
                      <a:pt x="334" y="1273"/>
                      <a:pt x="634" y="1774"/>
                      <a:pt x="934" y="2107"/>
                    </a:cubicBezTo>
                    <a:cubicBezTo>
                      <a:pt x="1235" y="2441"/>
                      <a:pt x="1668" y="2808"/>
                      <a:pt x="2102" y="2974"/>
                    </a:cubicBezTo>
                    <a:cubicBezTo>
                      <a:pt x="2269" y="3108"/>
                      <a:pt x="2469" y="3141"/>
                      <a:pt x="2602" y="3175"/>
                    </a:cubicBezTo>
                    <a:cubicBezTo>
                      <a:pt x="2736" y="3241"/>
                      <a:pt x="2802" y="3275"/>
                      <a:pt x="2802" y="3275"/>
                    </a:cubicBezTo>
                    <a:cubicBezTo>
                      <a:pt x="2836" y="3275"/>
                      <a:pt x="2969" y="2974"/>
                      <a:pt x="3036" y="2908"/>
                    </a:cubicBezTo>
                    <a:cubicBezTo>
                      <a:pt x="3036" y="2908"/>
                      <a:pt x="3003" y="2841"/>
                      <a:pt x="2903" y="2774"/>
                    </a:cubicBezTo>
                    <a:cubicBezTo>
                      <a:pt x="2769" y="2674"/>
                      <a:pt x="2636" y="2607"/>
                      <a:pt x="2469" y="2474"/>
                    </a:cubicBezTo>
                    <a:cubicBezTo>
                      <a:pt x="2135" y="2274"/>
                      <a:pt x="1802" y="1907"/>
                      <a:pt x="1568" y="1607"/>
                    </a:cubicBezTo>
                    <a:cubicBezTo>
                      <a:pt x="1301" y="1307"/>
                      <a:pt x="968" y="940"/>
                      <a:pt x="768" y="606"/>
                    </a:cubicBezTo>
                    <a:cubicBezTo>
                      <a:pt x="634" y="439"/>
                      <a:pt x="568" y="306"/>
                      <a:pt x="467" y="172"/>
                    </a:cubicBezTo>
                    <a:cubicBezTo>
                      <a:pt x="401" y="106"/>
                      <a:pt x="334" y="6"/>
                      <a:pt x="334" y="6"/>
                    </a:cubicBezTo>
                    <a:cubicBezTo>
                      <a:pt x="334" y="2"/>
                      <a:pt x="330" y="0"/>
                      <a:pt x="3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78" name="Google Shape;3078;p25"/>
              <p:cNvSpPr/>
              <p:nvPr/>
            </p:nvSpPr>
            <p:spPr>
              <a:xfrm rot="-382644" flipH="1">
                <a:off x="-335789" y="1896301"/>
                <a:ext cx="77434" cy="27824"/>
              </a:xfrm>
              <a:custGeom>
                <a:avLst/>
                <a:gdLst/>
                <a:ahLst/>
                <a:cxnLst/>
                <a:rect l="l" t="t" r="r" b="b"/>
                <a:pathLst>
                  <a:path w="3437" h="1235" extrusionOk="0">
                    <a:moveTo>
                      <a:pt x="134" y="0"/>
                    </a:moveTo>
                    <a:cubicBezTo>
                      <a:pt x="101" y="0"/>
                      <a:pt x="1" y="401"/>
                      <a:pt x="67" y="401"/>
                    </a:cubicBezTo>
                    <a:cubicBezTo>
                      <a:pt x="67" y="401"/>
                      <a:pt x="1001" y="801"/>
                      <a:pt x="1635" y="968"/>
                    </a:cubicBezTo>
                    <a:cubicBezTo>
                      <a:pt x="2269" y="1135"/>
                      <a:pt x="3303" y="1235"/>
                      <a:pt x="3303" y="1235"/>
                    </a:cubicBezTo>
                    <a:cubicBezTo>
                      <a:pt x="3336" y="1235"/>
                      <a:pt x="3436" y="934"/>
                      <a:pt x="3403" y="834"/>
                    </a:cubicBezTo>
                    <a:cubicBezTo>
                      <a:pt x="3403" y="834"/>
                      <a:pt x="2436" y="434"/>
                      <a:pt x="1802" y="267"/>
                    </a:cubicBezTo>
                    <a:cubicBezTo>
                      <a:pt x="1168" y="101"/>
                      <a:pt x="134" y="0"/>
                      <a:pt x="1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79" name="Google Shape;3079;p25"/>
              <p:cNvSpPr/>
              <p:nvPr/>
            </p:nvSpPr>
            <p:spPr>
              <a:xfrm rot="-382644" flipH="1">
                <a:off x="-482797" y="1943800"/>
                <a:ext cx="92461" cy="75271"/>
              </a:xfrm>
              <a:custGeom>
                <a:avLst/>
                <a:gdLst/>
                <a:ahLst/>
                <a:cxnLst/>
                <a:rect l="l" t="t" r="r" b="b"/>
                <a:pathLst>
                  <a:path w="4104" h="3341" extrusionOk="0">
                    <a:moveTo>
                      <a:pt x="134" y="0"/>
                    </a:moveTo>
                    <a:cubicBezTo>
                      <a:pt x="34" y="0"/>
                      <a:pt x="1" y="367"/>
                      <a:pt x="34" y="367"/>
                    </a:cubicBezTo>
                    <a:lnTo>
                      <a:pt x="301" y="434"/>
                    </a:lnTo>
                    <a:cubicBezTo>
                      <a:pt x="434" y="534"/>
                      <a:pt x="635" y="568"/>
                      <a:pt x="835" y="701"/>
                    </a:cubicBezTo>
                    <a:cubicBezTo>
                      <a:pt x="1302" y="901"/>
                      <a:pt x="1769" y="1235"/>
                      <a:pt x="2136" y="1535"/>
                    </a:cubicBezTo>
                    <a:cubicBezTo>
                      <a:pt x="2469" y="1802"/>
                      <a:pt x="2936" y="2235"/>
                      <a:pt x="3236" y="2602"/>
                    </a:cubicBezTo>
                    <a:cubicBezTo>
                      <a:pt x="3403" y="2836"/>
                      <a:pt x="3503" y="3003"/>
                      <a:pt x="3603" y="3103"/>
                    </a:cubicBezTo>
                    <a:cubicBezTo>
                      <a:pt x="3670" y="3236"/>
                      <a:pt x="3737" y="3336"/>
                      <a:pt x="3737" y="3336"/>
                    </a:cubicBezTo>
                    <a:cubicBezTo>
                      <a:pt x="3740" y="3339"/>
                      <a:pt x="3744" y="3341"/>
                      <a:pt x="3750" y="3341"/>
                    </a:cubicBezTo>
                    <a:cubicBezTo>
                      <a:pt x="3810" y="3341"/>
                      <a:pt x="4012" y="3194"/>
                      <a:pt x="4104" y="3103"/>
                    </a:cubicBezTo>
                    <a:lnTo>
                      <a:pt x="3970" y="2869"/>
                    </a:lnTo>
                    <a:cubicBezTo>
                      <a:pt x="3904" y="2736"/>
                      <a:pt x="3803" y="2502"/>
                      <a:pt x="3670" y="2269"/>
                    </a:cubicBezTo>
                    <a:cubicBezTo>
                      <a:pt x="3437" y="1802"/>
                      <a:pt x="3003" y="1268"/>
                      <a:pt x="2603" y="934"/>
                    </a:cubicBezTo>
                    <a:cubicBezTo>
                      <a:pt x="2169" y="601"/>
                      <a:pt x="1602" y="267"/>
                      <a:pt x="1068" y="134"/>
                    </a:cubicBezTo>
                    <a:cubicBezTo>
                      <a:pt x="801" y="67"/>
                      <a:pt x="534" y="34"/>
                      <a:pt x="401" y="34"/>
                    </a:cubicBezTo>
                    <a:cubicBezTo>
                      <a:pt x="201" y="0"/>
                      <a:pt x="134" y="0"/>
                      <a:pt x="1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80" name="Google Shape;3080;p25"/>
              <p:cNvSpPr/>
              <p:nvPr/>
            </p:nvSpPr>
            <p:spPr>
              <a:xfrm rot="-382644" flipH="1">
                <a:off x="-484810" y="2065281"/>
                <a:ext cx="22574" cy="57360"/>
              </a:xfrm>
              <a:custGeom>
                <a:avLst/>
                <a:gdLst/>
                <a:ahLst/>
                <a:cxnLst/>
                <a:rect l="l" t="t" r="r" b="b"/>
                <a:pathLst>
                  <a:path w="1002" h="2546" extrusionOk="0">
                    <a:moveTo>
                      <a:pt x="718" y="0"/>
                    </a:moveTo>
                    <a:cubicBezTo>
                      <a:pt x="626" y="0"/>
                      <a:pt x="534" y="8"/>
                      <a:pt x="534" y="25"/>
                    </a:cubicBezTo>
                    <a:cubicBezTo>
                      <a:pt x="534" y="25"/>
                      <a:pt x="434" y="192"/>
                      <a:pt x="401" y="425"/>
                    </a:cubicBezTo>
                    <a:cubicBezTo>
                      <a:pt x="368" y="692"/>
                      <a:pt x="234" y="993"/>
                      <a:pt x="201" y="1193"/>
                    </a:cubicBezTo>
                    <a:cubicBezTo>
                      <a:pt x="67" y="1626"/>
                      <a:pt x="1" y="2427"/>
                      <a:pt x="1" y="2427"/>
                    </a:cubicBezTo>
                    <a:cubicBezTo>
                      <a:pt x="1" y="2454"/>
                      <a:pt x="174" y="2545"/>
                      <a:pt x="276" y="2545"/>
                    </a:cubicBezTo>
                    <a:cubicBezTo>
                      <a:pt x="301" y="2545"/>
                      <a:pt x="321" y="2540"/>
                      <a:pt x="334" y="2527"/>
                    </a:cubicBezTo>
                    <a:cubicBezTo>
                      <a:pt x="334" y="2527"/>
                      <a:pt x="735" y="1860"/>
                      <a:pt x="868" y="1359"/>
                    </a:cubicBezTo>
                    <a:cubicBezTo>
                      <a:pt x="935" y="1093"/>
                      <a:pt x="1001" y="759"/>
                      <a:pt x="935" y="492"/>
                    </a:cubicBezTo>
                    <a:cubicBezTo>
                      <a:pt x="935" y="225"/>
                      <a:pt x="901" y="25"/>
                      <a:pt x="901" y="25"/>
                    </a:cubicBezTo>
                    <a:cubicBezTo>
                      <a:pt x="901" y="8"/>
                      <a:pt x="810"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81" name="Google Shape;3081;p25"/>
              <p:cNvSpPr/>
              <p:nvPr/>
            </p:nvSpPr>
            <p:spPr>
              <a:xfrm rot="-382644" flipH="1">
                <a:off x="-431256" y="2147480"/>
                <a:ext cx="37534" cy="78064"/>
              </a:xfrm>
              <a:custGeom>
                <a:avLst/>
                <a:gdLst/>
                <a:ahLst/>
                <a:cxnLst/>
                <a:rect l="l" t="t" r="r" b="b"/>
                <a:pathLst>
                  <a:path w="1666" h="3465" extrusionOk="0">
                    <a:moveTo>
                      <a:pt x="1410" y="1"/>
                    </a:moveTo>
                    <a:cubicBezTo>
                      <a:pt x="1407" y="1"/>
                      <a:pt x="1403" y="2"/>
                      <a:pt x="1401" y="4"/>
                    </a:cubicBezTo>
                    <a:cubicBezTo>
                      <a:pt x="1401" y="4"/>
                      <a:pt x="1301" y="71"/>
                      <a:pt x="1234" y="137"/>
                    </a:cubicBezTo>
                    <a:cubicBezTo>
                      <a:pt x="1134" y="237"/>
                      <a:pt x="1001" y="304"/>
                      <a:pt x="901" y="471"/>
                    </a:cubicBezTo>
                    <a:cubicBezTo>
                      <a:pt x="601" y="771"/>
                      <a:pt x="334" y="1238"/>
                      <a:pt x="234" y="1572"/>
                    </a:cubicBezTo>
                    <a:cubicBezTo>
                      <a:pt x="100" y="1905"/>
                      <a:pt x="0" y="2406"/>
                      <a:pt x="0" y="2773"/>
                    </a:cubicBezTo>
                    <a:cubicBezTo>
                      <a:pt x="0" y="2939"/>
                      <a:pt x="67" y="3106"/>
                      <a:pt x="67" y="3240"/>
                    </a:cubicBezTo>
                    <a:lnTo>
                      <a:pt x="67" y="3440"/>
                    </a:lnTo>
                    <a:cubicBezTo>
                      <a:pt x="67" y="3456"/>
                      <a:pt x="150" y="3465"/>
                      <a:pt x="242" y="3465"/>
                    </a:cubicBezTo>
                    <a:cubicBezTo>
                      <a:pt x="334" y="3465"/>
                      <a:pt x="434" y="3456"/>
                      <a:pt x="467" y="3440"/>
                    </a:cubicBezTo>
                    <a:cubicBezTo>
                      <a:pt x="467" y="3440"/>
                      <a:pt x="467" y="3406"/>
                      <a:pt x="501" y="3273"/>
                    </a:cubicBezTo>
                    <a:cubicBezTo>
                      <a:pt x="501" y="3173"/>
                      <a:pt x="567" y="3006"/>
                      <a:pt x="601" y="2839"/>
                    </a:cubicBezTo>
                    <a:cubicBezTo>
                      <a:pt x="667" y="2506"/>
                      <a:pt x="834" y="2105"/>
                      <a:pt x="934" y="1805"/>
                    </a:cubicBezTo>
                    <a:cubicBezTo>
                      <a:pt x="1068" y="1505"/>
                      <a:pt x="1168" y="1105"/>
                      <a:pt x="1335" y="805"/>
                    </a:cubicBezTo>
                    <a:cubicBezTo>
                      <a:pt x="1435" y="638"/>
                      <a:pt x="1501" y="504"/>
                      <a:pt x="1568" y="438"/>
                    </a:cubicBezTo>
                    <a:cubicBezTo>
                      <a:pt x="1601" y="304"/>
                      <a:pt x="1635" y="271"/>
                      <a:pt x="1635" y="271"/>
                    </a:cubicBezTo>
                    <a:cubicBezTo>
                      <a:pt x="1666" y="209"/>
                      <a:pt x="1464" y="1"/>
                      <a:pt x="14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82" name="Google Shape;3082;p25"/>
              <p:cNvSpPr/>
              <p:nvPr/>
            </p:nvSpPr>
            <p:spPr>
              <a:xfrm rot="-382644" flipH="1">
                <a:off x="-396609" y="2289605"/>
                <a:ext cx="35349" cy="76825"/>
              </a:xfrm>
              <a:custGeom>
                <a:avLst/>
                <a:gdLst/>
                <a:ahLst/>
                <a:cxnLst/>
                <a:rect l="l" t="t" r="r" b="b"/>
                <a:pathLst>
                  <a:path w="1569" h="3410" extrusionOk="0">
                    <a:moveTo>
                      <a:pt x="384" y="0"/>
                    </a:moveTo>
                    <a:cubicBezTo>
                      <a:pt x="374" y="0"/>
                      <a:pt x="367" y="2"/>
                      <a:pt x="367" y="7"/>
                    </a:cubicBezTo>
                    <a:cubicBezTo>
                      <a:pt x="367" y="7"/>
                      <a:pt x="334" y="40"/>
                      <a:pt x="301" y="174"/>
                    </a:cubicBezTo>
                    <a:cubicBezTo>
                      <a:pt x="234" y="274"/>
                      <a:pt x="167" y="407"/>
                      <a:pt x="134" y="641"/>
                    </a:cubicBezTo>
                    <a:cubicBezTo>
                      <a:pt x="0" y="1008"/>
                      <a:pt x="34" y="1508"/>
                      <a:pt x="134" y="1875"/>
                    </a:cubicBezTo>
                    <a:cubicBezTo>
                      <a:pt x="234" y="2208"/>
                      <a:pt x="501" y="2675"/>
                      <a:pt x="734" y="2942"/>
                    </a:cubicBezTo>
                    <a:lnTo>
                      <a:pt x="1068" y="3309"/>
                    </a:lnTo>
                    <a:lnTo>
                      <a:pt x="1201" y="3409"/>
                    </a:lnTo>
                    <a:cubicBezTo>
                      <a:pt x="1235" y="3409"/>
                      <a:pt x="1501" y="3209"/>
                      <a:pt x="1568" y="3209"/>
                    </a:cubicBezTo>
                    <a:lnTo>
                      <a:pt x="1501" y="3042"/>
                    </a:lnTo>
                    <a:cubicBezTo>
                      <a:pt x="1435" y="2976"/>
                      <a:pt x="1368" y="2842"/>
                      <a:pt x="1268" y="2675"/>
                    </a:cubicBezTo>
                    <a:cubicBezTo>
                      <a:pt x="1101" y="2375"/>
                      <a:pt x="1001" y="2008"/>
                      <a:pt x="901" y="1708"/>
                    </a:cubicBezTo>
                    <a:cubicBezTo>
                      <a:pt x="834" y="1408"/>
                      <a:pt x="734" y="1041"/>
                      <a:pt x="734" y="707"/>
                    </a:cubicBezTo>
                    <a:cubicBezTo>
                      <a:pt x="701" y="541"/>
                      <a:pt x="734" y="407"/>
                      <a:pt x="734" y="307"/>
                    </a:cubicBezTo>
                    <a:lnTo>
                      <a:pt x="734" y="140"/>
                    </a:lnTo>
                    <a:cubicBezTo>
                      <a:pt x="705" y="83"/>
                      <a:pt x="453" y="0"/>
                      <a:pt x="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83" name="Google Shape;3083;p25"/>
              <p:cNvSpPr/>
              <p:nvPr/>
            </p:nvSpPr>
            <p:spPr>
              <a:xfrm rot="-382644" flipH="1">
                <a:off x="-505431" y="2400562"/>
                <a:ext cx="78109" cy="43054"/>
              </a:xfrm>
              <a:custGeom>
                <a:avLst/>
                <a:gdLst/>
                <a:ahLst/>
                <a:cxnLst/>
                <a:rect l="l" t="t" r="r" b="b"/>
                <a:pathLst>
                  <a:path w="3467" h="1911" extrusionOk="0">
                    <a:moveTo>
                      <a:pt x="153" y="0"/>
                    </a:moveTo>
                    <a:cubicBezTo>
                      <a:pt x="108" y="0"/>
                      <a:pt x="0" y="282"/>
                      <a:pt x="31" y="342"/>
                    </a:cubicBezTo>
                    <a:lnTo>
                      <a:pt x="198" y="409"/>
                    </a:lnTo>
                    <a:cubicBezTo>
                      <a:pt x="298" y="442"/>
                      <a:pt x="431" y="542"/>
                      <a:pt x="598" y="609"/>
                    </a:cubicBezTo>
                    <a:cubicBezTo>
                      <a:pt x="865" y="776"/>
                      <a:pt x="1265" y="1076"/>
                      <a:pt x="1532" y="1243"/>
                    </a:cubicBezTo>
                    <a:cubicBezTo>
                      <a:pt x="1865" y="1410"/>
                      <a:pt x="2299" y="1610"/>
                      <a:pt x="2666" y="1743"/>
                    </a:cubicBezTo>
                    <a:cubicBezTo>
                      <a:pt x="2833" y="1777"/>
                      <a:pt x="3000" y="1843"/>
                      <a:pt x="3133" y="1877"/>
                    </a:cubicBezTo>
                    <a:cubicBezTo>
                      <a:pt x="3266" y="1910"/>
                      <a:pt x="3333" y="1910"/>
                      <a:pt x="3333" y="1910"/>
                    </a:cubicBezTo>
                    <a:cubicBezTo>
                      <a:pt x="3367" y="1910"/>
                      <a:pt x="3467" y="1610"/>
                      <a:pt x="3467" y="1577"/>
                    </a:cubicBezTo>
                    <a:lnTo>
                      <a:pt x="3300" y="1510"/>
                    </a:lnTo>
                    <a:cubicBezTo>
                      <a:pt x="3200" y="1443"/>
                      <a:pt x="3100" y="1376"/>
                      <a:pt x="2933" y="1276"/>
                    </a:cubicBezTo>
                    <a:cubicBezTo>
                      <a:pt x="2633" y="1110"/>
                      <a:pt x="2266" y="843"/>
                      <a:pt x="1966" y="676"/>
                    </a:cubicBezTo>
                    <a:cubicBezTo>
                      <a:pt x="1632" y="509"/>
                      <a:pt x="1198" y="276"/>
                      <a:pt x="831" y="176"/>
                    </a:cubicBezTo>
                    <a:cubicBezTo>
                      <a:pt x="665" y="109"/>
                      <a:pt x="498" y="75"/>
                      <a:pt x="364" y="42"/>
                    </a:cubicBezTo>
                    <a:cubicBezTo>
                      <a:pt x="264" y="9"/>
                      <a:pt x="164" y="9"/>
                      <a:pt x="164" y="9"/>
                    </a:cubicBezTo>
                    <a:cubicBezTo>
                      <a:pt x="161" y="3"/>
                      <a:pt x="157" y="0"/>
                      <a:pt x="1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3084" name="Google Shape;3084;p25"/>
            <p:cNvSpPr/>
            <p:nvPr/>
          </p:nvSpPr>
          <p:spPr>
            <a:xfrm rot="2508735">
              <a:off x="3568551" y="4295760"/>
              <a:ext cx="255590" cy="255590"/>
            </a:xfrm>
            <a:prstGeom prst="mathPlus">
              <a:avLst>
                <a:gd name="adj1" fmla="val 18896"/>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3085" name="Google Shape;3085;p25"/>
          <p:cNvSpPr/>
          <p:nvPr/>
        </p:nvSpPr>
        <p:spPr>
          <a:xfrm flipH="1">
            <a:off x="3091258" y="4816570"/>
            <a:ext cx="353969" cy="101250"/>
          </a:xfrm>
          <a:custGeom>
            <a:avLst/>
            <a:gdLst/>
            <a:ahLst/>
            <a:cxnLst/>
            <a:rect l="l" t="t" r="r" b="b"/>
            <a:pathLst>
              <a:path w="15711" h="4494" extrusionOk="0">
                <a:moveTo>
                  <a:pt x="12157" y="0"/>
                </a:moveTo>
                <a:lnTo>
                  <a:pt x="12124" y="67"/>
                </a:lnTo>
                <a:cubicBezTo>
                  <a:pt x="11957" y="301"/>
                  <a:pt x="11824" y="467"/>
                  <a:pt x="11657" y="668"/>
                </a:cubicBezTo>
                <a:cubicBezTo>
                  <a:pt x="11557" y="734"/>
                  <a:pt x="11490" y="868"/>
                  <a:pt x="11390" y="968"/>
                </a:cubicBezTo>
                <a:lnTo>
                  <a:pt x="11290" y="1068"/>
                </a:lnTo>
                <a:lnTo>
                  <a:pt x="11023" y="1335"/>
                </a:lnTo>
                <a:cubicBezTo>
                  <a:pt x="10289" y="2002"/>
                  <a:pt x="9355" y="2402"/>
                  <a:pt x="8521" y="2569"/>
                </a:cubicBezTo>
                <a:cubicBezTo>
                  <a:pt x="8388" y="2636"/>
                  <a:pt x="8321" y="2636"/>
                  <a:pt x="8188" y="2669"/>
                </a:cubicBezTo>
                <a:cubicBezTo>
                  <a:pt x="8054" y="2702"/>
                  <a:pt x="7988" y="2702"/>
                  <a:pt x="7854" y="2702"/>
                </a:cubicBezTo>
                <a:cubicBezTo>
                  <a:pt x="7776" y="2714"/>
                  <a:pt x="7699" y="2717"/>
                  <a:pt x="7621" y="2717"/>
                </a:cubicBezTo>
                <a:cubicBezTo>
                  <a:pt x="7465" y="2717"/>
                  <a:pt x="7309" y="2702"/>
                  <a:pt x="7154" y="2702"/>
                </a:cubicBezTo>
                <a:cubicBezTo>
                  <a:pt x="6687" y="2669"/>
                  <a:pt x="6186" y="2536"/>
                  <a:pt x="5786" y="2335"/>
                </a:cubicBezTo>
                <a:cubicBezTo>
                  <a:pt x="5553" y="2235"/>
                  <a:pt x="5352" y="2069"/>
                  <a:pt x="5152" y="1969"/>
                </a:cubicBezTo>
                <a:cubicBezTo>
                  <a:pt x="4986" y="1835"/>
                  <a:pt x="4785" y="1668"/>
                  <a:pt x="4619" y="1502"/>
                </a:cubicBezTo>
                <a:cubicBezTo>
                  <a:pt x="4485" y="1368"/>
                  <a:pt x="4385" y="1235"/>
                  <a:pt x="4285" y="1135"/>
                </a:cubicBezTo>
                <a:lnTo>
                  <a:pt x="4052" y="868"/>
                </a:lnTo>
                <a:lnTo>
                  <a:pt x="4018" y="801"/>
                </a:lnTo>
                <a:cubicBezTo>
                  <a:pt x="4018" y="794"/>
                  <a:pt x="4017" y="792"/>
                  <a:pt x="4015" y="792"/>
                </a:cubicBezTo>
                <a:cubicBezTo>
                  <a:pt x="4006" y="792"/>
                  <a:pt x="3985" y="834"/>
                  <a:pt x="3985" y="834"/>
                </a:cubicBezTo>
                <a:lnTo>
                  <a:pt x="3851" y="968"/>
                </a:lnTo>
                <a:lnTo>
                  <a:pt x="3651" y="1201"/>
                </a:lnTo>
                <a:lnTo>
                  <a:pt x="3484" y="1368"/>
                </a:lnTo>
                <a:cubicBezTo>
                  <a:pt x="3384" y="1468"/>
                  <a:pt x="3318" y="1502"/>
                  <a:pt x="3218" y="1602"/>
                </a:cubicBezTo>
                <a:cubicBezTo>
                  <a:pt x="2517" y="2069"/>
                  <a:pt x="1650" y="2069"/>
                  <a:pt x="1049" y="2302"/>
                </a:cubicBezTo>
                <a:cubicBezTo>
                  <a:pt x="482" y="2469"/>
                  <a:pt x="149" y="2669"/>
                  <a:pt x="149" y="2669"/>
                </a:cubicBezTo>
                <a:cubicBezTo>
                  <a:pt x="0" y="2788"/>
                  <a:pt x="117" y="3013"/>
                  <a:pt x="262" y="3013"/>
                </a:cubicBezTo>
                <a:cubicBezTo>
                  <a:pt x="279" y="3013"/>
                  <a:pt x="298" y="3010"/>
                  <a:pt x="316" y="3003"/>
                </a:cubicBezTo>
                <a:cubicBezTo>
                  <a:pt x="316" y="3003"/>
                  <a:pt x="582" y="2836"/>
                  <a:pt x="1149" y="2702"/>
                </a:cubicBezTo>
                <a:cubicBezTo>
                  <a:pt x="1416" y="2669"/>
                  <a:pt x="1750" y="2636"/>
                  <a:pt x="2184" y="2536"/>
                </a:cubicBezTo>
                <a:cubicBezTo>
                  <a:pt x="2584" y="2502"/>
                  <a:pt x="3051" y="2369"/>
                  <a:pt x="3518" y="2069"/>
                </a:cubicBezTo>
                <a:cubicBezTo>
                  <a:pt x="3706" y="1974"/>
                  <a:pt x="3984" y="1732"/>
                  <a:pt x="3987" y="1732"/>
                </a:cubicBezTo>
                <a:lnTo>
                  <a:pt x="3987" y="1732"/>
                </a:lnTo>
                <a:cubicBezTo>
                  <a:pt x="3988" y="1732"/>
                  <a:pt x="3987" y="1733"/>
                  <a:pt x="3985" y="1735"/>
                </a:cubicBezTo>
                <a:lnTo>
                  <a:pt x="4018" y="1802"/>
                </a:lnTo>
                <a:cubicBezTo>
                  <a:pt x="4052" y="1802"/>
                  <a:pt x="4018" y="1802"/>
                  <a:pt x="4052" y="1835"/>
                </a:cubicBezTo>
                <a:lnTo>
                  <a:pt x="4185" y="2002"/>
                </a:lnTo>
                <a:cubicBezTo>
                  <a:pt x="4385" y="2202"/>
                  <a:pt x="4619" y="2436"/>
                  <a:pt x="4819" y="2569"/>
                </a:cubicBezTo>
                <a:cubicBezTo>
                  <a:pt x="5019" y="2769"/>
                  <a:pt x="5286" y="2903"/>
                  <a:pt x="5519" y="3036"/>
                </a:cubicBezTo>
                <a:cubicBezTo>
                  <a:pt x="5986" y="3303"/>
                  <a:pt x="6553" y="3436"/>
                  <a:pt x="7120" y="3503"/>
                </a:cubicBezTo>
                <a:cubicBezTo>
                  <a:pt x="7276" y="3503"/>
                  <a:pt x="7461" y="3518"/>
                  <a:pt x="7637" y="3518"/>
                </a:cubicBezTo>
                <a:cubicBezTo>
                  <a:pt x="7725" y="3518"/>
                  <a:pt x="7810" y="3514"/>
                  <a:pt x="7888" y="3503"/>
                </a:cubicBezTo>
                <a:cubicBezTo>
                  <a:pt x="8021" y="3470"/>
                  <a:pt x="8154" y="3470"/>
                  <a:pt x="8288" y="3470"/>
                </a:cubicBezTo>
                <a:cubicBezTo>
                  <a:pt x="8388" y="3436"/>
                  <a:pt x="8521" y="3436"/>
                  <a:pt x="8655" y="3370"/>
                </a:cubicBezTo>
                <a:cubicBezTo>
                  <a:pt x="9589" y="3203"/>
                  <a:pt x="10590" y="2669"/>
                  <a:pt x="11423" y="1935"/>
                </a:cubicBezTo>
                <a:cubicBezTo>
                  <a:pt x="11557" y="1835"/>
                  <a:pt x="11657" y="1702"/>
                  <a:pt x="11724" y="1635"/>
                </a:cubicBezTo>
                <a:lnTo>
                  <a:pt x="11857" y="1468"/>
                </a:lnTo>
                <a:lnTo>
                  <a:pt x="11890" y="1435"/>
                </a:lnTo>
                <a:cubicBezTo>
                  <a:pt x="11957" y="1435"/>
                  <a:pt x="11957" y="1468"/>
                  <a:pt x="11957" y="1468"/>
                </a:cubicBezTo>
                <a:lnTo>
                  <a:pt x="11957" y="1502"/>
                </a:lnTo>
                <a:cubicBezTo>
                  <a:pt x="11957" y="1535"/>
                  <a:pt x="11957" y="1502"/>
                  <a:pt x="11991" y="1602"/>
                </a:cubicBezTo>
                <a:cubicBezTo>
                  <a:pt x="12024" y="1702"/>
                  <a:pt x="12091" y="1835"/>
                  <a:pt x="12157" y="1969"/>
                </a:cubicBezTo>
                <a:cubicBezTo>
                  <a:pt x="12291" y="2169"/>
                  <a:pt x="12458" y="2369"/>
                  <a:pt x="12624" y="2602"/>
                </a:cubicBezTo>
                <a:cubicBezTo>
                  <a:pt x="13325" y="3303"/>
                  <a:pt x="14125" y="3670"/>
                  <a:pt x="14626" y="3970"/>
                </a:cubicBezTo>
                <a:cubicBezTo>
                  <a:pt x="15126" y="4270"/>
                  <a:pt x="15393" y="4470"/>
                  <a:pt x="15393" y="4470"/>
                </a:cubicBezTo>
                <a:cubicBezTo>
                  <a:pt x="15420" y="4486"/>
                  <a:pt x="15446" y="4494"/>
                  <a:pt x="15472" y="4494"/>
                </a:cubicBezTo>
                <a:cubicBezTo>
                  <a:pt x="15606" y="4494"/>
                  <a:pt x="15711" y="4289"/>
                  <a:pt x="15626" y="4037"/>
                </a:cubicBezTo>
                <a:cubicBezTo>
                  <a:pt x="15626" y="4037"/>
                  <a:pt x="15326" y="3803"/>
                  <a:pt x="14826" y="3470"/>
                </a:cubicBezTo>
                <a:cubicBezTo>
                  <a:pt x="14359" y="3136"/>
                  <a:pt x="13625" y="2769"/>
                  <a:pt x="13025" y="2069"/>
                </a:cubicBezTo>
                <a:cubicBezTo>
                  <a:pt x="12891" y="1902"/>
                  <a:pt x="12791" y="1735"/>
                  <a:pt x="12658" y="1535"/>
                </a:cubicBezTo>
                <a:cubicBezTo>
                  <a:pt x="12624" y="1401"/>
                  <a:pt x="12558" y="1335"/>
                  <a:pt x="12524" y="1201"/>
                </a:cubicBezTo>
                <a:lnTo>
                  <a:pt x="12458" y="901"/>
                </a:lnTo>
                <a:cubicBezTo>
                  <a:pt x="12391" y="801"/>
                  <a:pt x="12357" y="701"/>
                  <a:pt x="12324" y="568"/>
                </a:cubicBezTo>
                <a:lnTo>
                  <a:pt x="12191" y="234"/>
                </a:lnTo>
                <a:lnTo>
                  <a:pt x="12157" y="67"/>
                </a:lnTo>
                <a:lnTo>
                  <a:pt x="12157" y="34"/>
                </a:lnTo>
                <a:lnTo>
                  <a:pt x="1215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86" name="Google Shape;3086;p25"/>
          <p:cNvSpPr/>
          <p:nvPr/>
        </p:nvSpPr>
        <p:spPr>
          <a:xfrm>
            <a:off x="5209368" y="4934778"/>
            <a:ext cx="472718" cy="95605"/>
          </a:xfrm>
          <a:custGeom>
            <a:avLst/>
            <a:gdLst/>
            <a:ahLst/>
            <a:cxnLst/>
            <a:rect l="l" t="t" r="r" b="b"/>
            <a:pathLst>
              <a:path w="21296" h="4307" extrusionOk="0">
                <a:moveTo>
                  <a:pt x="13664" y="1"/>
                </a:moveTo>
                <a:cubicBezTo>
                  <a:pt x="13660" y="1"/>
                  <a:pt x="13656" y="9"/>
                  <a:pt x="13656" y="29"/>
                </a:cubicBezTo>
                <a:lnTo>
                  <a:pt x="13623" y="63"/>
                </a:lnTo>
                <a:lnTo>
                  <a:pt x="13523" y="129"/>
                </a:lnTo>
                <a:lnTo>
                  <a:pt x="13356" y="296"/>
                </a:lnTo>
                <a:lnTo>
                  <a:pt x="13089" y="596"/>
                </a:lnTo>
                <a:cubicBezTo>
                  <a:pt x="12956" y="730"/>
                  <a:pt x="12822" y="796"/>
                  <a:pt x="12689" y="897"/>
                </a:cubicBezTo>
                <a:cubicBezTo>
                  <a:pt x="12589" y="1030"/>
                  <a:pt x="12456" y="1097"/>
                  <a:pt x="12322" y="1197"/>
                </a:cubicBezTo>
                <a:lnTo>
                  <a:pt x="11955" y="1430"/>
                </a:lnTo>
                <a:cubicBezTo>
                  <a:pt x="11455" y="1764"/>
                  <a:pt x="10854" y="1931"/>
                  <a:pt x="10321" y="2064"/>
                </a:cubicBezTo>
                <a:cubicBezTo>
                  <a:pt x="9912" y="2153"/>
                  <a:pt x="9465" y="2204"/>
                  <a:pt x="9003" y="2204"/>
                </a:cubicBezTo>
                <a:cubicBezTo>
                  <a:pt x="8257" y="2204"/>
                  <a:pt x="7472" y="2073"/>
                  <a:pt x="6751" y="1764"/>
                </a:cubicBezTo>
                <a:cubicBezTo>
                  <a:pt x="6451" y="1697"/>
                  <a:pt x="6184" y="1530"/>
                  <a:pt x="5918" y="1364"/>
                </a:cubicBezTo>
                <a:lnTo>
                  <a:pt x="5517" y="1097"/>
                </a:lnTo>
                <a:lnTo>
                  <a:pt x="5350" y="930"/>
                </a:lnTo>
                <a:lnTo>
                  <a:pt x="5017" y="630"/>
                </a:lnTo>
                <a:cubicBezTo>
                  <a:pt x="4917" y="563"/>
                  <a:pt x="4817" y="430"/>
                  <a:pt x="4683" y="363"/>
                </a:cubicBezTo>
                <a:lnTo>
                  <a:pt x="4483" y="763"/>
                </a:lnTo>
                <a:cubicBezTo>
                  <a:pt x="4416" y="963"/>
                  <a:pt x="4283" y="1130"/>
                  <a:pt x="4183" y="1364"/>
                </a:cubicBezTo>
                <a:lnTo>
                  <a:pt x="3949" y="1730"/>
                </a:lnTo>
                <a:cubicBezTo>
                  <a:pt x="3849" y="1797"/>
                  <a:pt x="3783" y="1964"/>
                  <a:pt x="3683" y="2064"/>
                </a:cubicBezTo>
                <a:cubicBezTo>
                  <a:pt x="2982" y="2931"/>
                  <a:pt x="2015" y="3398"/>
                  <a:pt x="1348" y="3632"/>
                </a:cubicBezTo>
                <a:cubicBezTo>
                  <a:pt x="1181" y="3732"/>
                  <a:pt x="1014" y="3765"/>
                  <a:pt x="914" y="3799"/>
                </a:cubicBezTo>
                <a:cubicBezTo>
                  <a:pt x="747" y="3865"/>
                  <a:pt x="614" y="3865"/>
                  <a:pt x="514" y="3899"/>
                </a:cubicBezTo>
                <a:cubicBezTo>
                  <a:pt x="347" y="3899"/>
                  <a:pt x="247" y="3932"/>
                  <a:pt x="247" y="3932"/>
                </a:cubicBezTo>
                <a:cubicBezTo>
                  <a:pt x="0" y="3963"/>
                  <a:pt x="10" y="4306"/>
                  <a:pt x="223" y="4306"/>
                </a:cubicBezTo>
                <a:cubicBezTo>
                  <a:pt x="241" y="4306"/>
                  <a:pt x="260" y="4304"/>
                  <a:pt x="280" y="4299"/>
                </a:cubicBezTo>
                <a:cubicBezTo>
                  <a:pt x="280" y="4299"/>
                  <a:pt x="414" y="4299"/>
                  <a:pt x="614" y="4266"/>
                </a:cubicBezTo>
                <a:cubicBezTo>
                  <a:pt x="680" y="4232"/>
                  <a:pt x="814" y="4232"/>
                  <a:pt x="981" y="4199"/>
                </a:cubicBezTo>
                <a:cubicBezTo>
                  <a:pt x="1114" y="4132"/>
                  <a:pt x="1281" y="4099"/>
                  <a:pt x="1481" y="4065"/>
                </a:cubicBezTo>
                <a:cubicBezTo>
                  <a:pt x="2182" y="3799"/>
                  <a:pt x="3282" y="3365"/>
                  <a:pt x="4116" y="2398"/>
                </a:cubicBezTo>
                <a:cubicBezTo>
                  <a:pt x="4250" y="2264"/>
                  <a:pt x="4316" y="2131"/>
                  <a:pt x="4416" y="2031"/>
                </a:cubicBezTo>
                <a:cubicBezTo>
                  <a:pt x="4483" y="1897"/>
                  <a:pt x="4617" y="1730"/>
                  <a:pt x="4683" y="1597"/>
                </a:cubicBezTo>
                <a:lnTo>
                  <a:pt x="4817" y="1397"/>
                </a:lnTo>
                <a:lnTo>
                  <a:pt x="4850" y="1364"/>
                </a:lnTo>
                <a:lnTo>
                  <a:pt x="4917" y="1297"/>
                </a:lnTo>
                <a:lnTo>
                  <a:pt x="4950" y="1364"/>
                </a:lnTo>
                <a:lnTo>
                  <a:pt x="4984" y="1397"/>
                </a:lnTo>
                <a:cubicBezTo>
                  <a:pt x="5084" y="1430"/>
                  <a:pt x="5117" y="1530"/>
                  <a:pt x="5184" y="1564"/>
                </a:cubicBezTo>
                <a:lnTo>
                  <a:pt x="5617" y="1864"/>
                </a:lnTo>
                <a:cubicBezTo>
                  <a:pt x="5918" y="2031"/>
                  <a:pt x="6184" y="2231"/>
                  <a:pt x="6518" y="2364"/>
                </a:cubicBezTo>
                <a:cubicBezTo>
                  <a:pt x="7371" y="2748"/>
                  <a:pt x="8278" y="2914"/>
                  <a:pt x="9135" y="2914"/>
                </a:cubicBezTo>
                <a:cubicBezTo>
                  <a:pt x="9619" y="2914"/>
                  <a:pt x="10087" y="2861"/>
                  <a:pt x="10521" y="2765"/>
                </a:cubicBezTo>
                <a:cubicBezTo>
                  <a:pt x="11121" y="2598"/>
                  <a:pt x="11788" y="2398"/>
                  <a:pt x="12355" y="2064"/>
                </a:cubicBezTo>
                <a:cubicBezTo>
                  <a:pt x="12522" y="1964"/>
                  <a:pt x="12656" y="1864"/>
                  <a:pt x="12822" y="1764"/>
                </a:cubicBezTo>
                <a:cubicBezTo>
                  <a:pt x="12956" y="1630"/>
                  <a:pt x="13123" y="1564"/>
                  <a:pt x="13256" y="1430"/>
                </a:cubicBezTo>
                <a:cubicBezTo>
                  <a:pt x="13423" y="1364"/>
                  <a:pt x="13523" y="1230"/>
                  <a:pt x="13656" y="1097"/>
                </a:cubicBezTo>
                <a:lnTo>
                  <a:pt x="13690" y="1063"/>
                </a:lnTo>
                <a:lnTo>
                  <a:pt x="13790" y="1197"/>
                </a:lnTo>
                <a:lnTo>
                  <a:pt x="14123" y="1564"/>
                </a:lnTo>
                <a:lnTo>
                  <a:pt x="14490" y="1931"/>
                </a:lnTo>
                <a:cubicBezTo>
                  <a:pt x="14624" y="2064"/>
                  <a:pt x="14791" y="2131"/>
                  <a:pt x="14924" y="2264"/>
                </a:cubicBezTo>
                <a:cubicBezTo>
                  <a:pt x="15491" y="2631"/>
                  <a:pt x="16125" y="2898"/>
                  <a:pt x="16759" y="3065"/>
                </a:cubicBezTo>
                <a:cubicBezTo>
                  <a:pt x="17387" y="3222"/>
                  <a:pt x="17997" y="3269"/>
                  <a:pt x="18541" y="3269"/>
                </a:cubicBezTo>
                <a:cubicBezTo>
                  <a:pt x="19037" y="3269"/>
                  <a:pt x="19478" y="3230"/>
                  <a:pt x="19827" y="3198"/>
                </a:cubicBezTo>
                <a:cubicBezTo>
                  <a:pt x="20595" y="3098"/>
                  <a:pt x="21028" y="3031"/>
                  <a:pt x="21028" y="3031"/>
                </a:cubicBezTo>
                <a:cubicBezTo>
                  <a:pt x="21295" y="2965"/>
                  <a:pt x="21195" y="2698"/>
                  <a:pt x="20995" y="2598"/>
                </a:cubicBezTo>
                <a:cubicBezTo>
                  <a:pt x="20995" y="2598"/>
                  <a:pt x="20528" y="2698"/>
                  <a:pt x="19794" y="2731"/>
                </a:cubicBezTo>
                <a:cubicBezTo>
                  <a:pt x="19602" y="2740"/>
                  <a:pt x="19394" y="2746"/>
                  <a:pt x="19171" y="2746"/>
                </a:cubicBezTo>
                <a:cubicBezTo>
                  <a:pt x="18504" y="2746"/>
                  <a:pt x="17709" y="2689"/>
                  <a:pt x="16859" y="2464"/>
                </a:cubicBezTo>
                <a:cubicBezTo>
                  <a:pt x="16292" y="2364"/>
                  <a:pt x="15758" y="2097"/>
                  <a:pt x="15258" y="1730"/>
                </a:cubicBezTo>
                <a:cubicBezTo>
                  <a:pt x="15124" y="1630"/>
                  <a:pt x="14991" y="1530"/>
                  <a:pt x="14857" y="1430"/>
                </a:cubicBezTo>
                <a:lnTo>
                  <a:pt x="14524" y="1097"/>
                </a:lnTo>
                <a:cubicBezTo>
                  <a:pt x="14424" y="963"/>
                  <a:pt x="14324" y="897"/>
                  <a:pt x="14190" y="730"/>
                </a:cubicBezTo>
                <a:lnTo>
                  <a:pt x="13690" y="63"/>
                </a:lnTo>
                <a:cubicBezTo>
                  <a:pt x="13690" y="40"/>
                  <a:pt x="13674" y="1"/>
                  <a:pt x="136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87" name="Google Shape;3087;p25"/>
          <p:cNvSpPr/>
          <p:nvPr/>
        </p:nvSpPr>
        <p:spPr>
          <a:xfrm>
            <a:off x="3917793" y="4811986"/>
            <a:ext cx="389153" cy="110430"/>
          </a:xfrm>
          <a:custGeom>
            <a:avLst/>
            <a:gdLst/>
            <a:ahLst/>
            <a:cxnLst/>
            <a:rect l="l" t="t" r="r" b="b"/>
            <a:pathLst>
              <a:path w="16094" h="4567" extrusionOk="0">
                <a:moveTo>
                  <a:pt x="4528" y="0"/>
                </a:moveTo>
                <a:cubicBezTo>
                  <a:pt x="4523" y="0"/>
                  <a:pt x="4519" y="7"/>
                  <a:pt x="4519" y="30"/>
                </a:cubicBezTo>
                <a:lnTo>
                  <a:pt x="4319" y="297"/>
                </a:lnTo>
                <a:cubicBezTo>
                  <a:pt x="4185" y="463"/>
                  <a:pt x="4085" y="630"/>
                  <a:pt x="3985" y="797"/>
                </a:cubicBezTo>
                <a:cubicBezTo>
                  <a:pt x="3685" y="1231"/>
                  <a:pt x="3352" y="1631"/>
                  <a:pt x="3051" y="1998"/>
                </a:cubicBezTo>
                <a:cubicBezTo>
                  <a:pt x="2484" y="2732"/>
                  <a:pt x="1750" y="3165"/>
                  <a:pt x="1217" y="3265"/>
                </a:cubicBezTo>
                <a:lnTo>
                  <a:pt x="850" y="3265"/>
                </a:lnTo>
                <a:cubicBezTo>
                  <a:pt x="716" y="3265"/>
                  <a:pt x="650" y="3232"/>
                  <a:pt x="550" y="3232"/>
                </a:cubicBezTo>
                <a:cubicBezTo>
                  <a:pt x="416" y="3165"/>
                  <a:pt x="349" y="3132"/>
                  <a:pt x="349" y="3132"/>
                </a:cubicBezTo>
                <a:cubicBezTo>
                  <a:pt x="334" y="3126"/>
                  <a:pt x="319" y="3123"/>
                  <a:pt x="304" y="3123"/>
                </a:cubicBezTo>
                <a:cubicBezTo>
                  <a:pt x="150" y="3123"/>
                  <a:pt x="0" y="3405"/>
                  <a:pt x="183" y="3465"/>
                </a:cubicBezTo>
                <a:lnTo>
                  <a:pt x="416" y="3599"/>
                </a:lnTo>
                <a:cubicBezTo>
                  <a:pt x="516" y="3632"/>
                  <a:pt x="650" y="3632"/>
                  <a:pt x="750" y="3666"/>
                </a:cubicBezTo>
                <a:lnTo>
                  <a:pt x="1217" y="3666"/>
                </a:lnTo>
                <a:cubicBezTo>
                  <a:pt x="1550" y="3632"/>
                  <a:pt x="1984" y="3499"/>
                  <a:pt x="2351" y="3265"/>
                </a:cubicBezTo>
                <a:cubicBezTo>
                  <a:pt x="2718" y="3065"/>
                  <a:pt x="3085" y="2732"/>
                  <a:pt x="3418" y="2331"/>
                </a:cubicBezTo>
                <a:cubicBezTo>
                  <a:pt x="3752" y="1964"/>
                  <a:pt x="4085" y="1564"/>
                  <a:pt x="4419" y="1130"/>
                </a:cubicBezTo>
                <a:lnTo>
                  <a:pt x="4552" y="964"/>
                </a:lnTo>
                <a:lnTo>
                  <a:pt x="4552" y="1030"/>
                </a:lnTo>
                <a:lnTo>
                  <a:pt x="4686" y="1130"/>
                </a:lnTo>
                <a:lnTo>
                  <a:pt x="4986" y="1431"/>
                </a:lnTo>
                <a:cubicBezTo>
                  <a:pt x="5386" y="1864"/>
                  <a:pt x="5853" y="2231"/>
                  <a:pt x="6354" y="2465"/>
                </a:cubicBezTo>
                <a:cubicBezTo>
                  <a:pt x="6854" y="2732"/>
                  <a:pt x="7421" y="2898"/>
                  <a:pt x="7988" y="2898"/>
                </a:cubicBezTo>
                <a:cubicBezTo>
                  <a:pt x="8522" y="2898"/>
                  <a:pt x="9089" y="2765"/>
                  <a:pt x="9589" y="2565"/>
                </a:cubicBezTo>
                <a:cubicBezTo>
                  <a:pt x="10090" y="2365"/>
                  <a:pt x="10657" y="2098"/>
                  <a:pt x="11090" y="1798"/>
                </a:cubicBezTo>
                <a:cubicBezTo>
                  <a:pt x="11224" y="1731"/>
                  <a:pt x="11357" y="1698"/>
                  <a:pt x="11491" y="1597"/>
                </a:cubicBezTo>
                <a:lnTo>
                  <a:pt x="11557" y="1564"/>
                </a:lnTo>
                <a:lnTo>
                  <a:pt x="11591" y="1564"/>
                </a:lnTo>
                <a:cubicBezTo>
                  <a:pt x="11610" y="1564"/>
                  <a:pt x="11618" y="1559"/>
                  <a:pt x="11624" y="1559"/>
                </a:cubicBezTo>
                <a:cubicBezTo>
                  <a:pt x="11638" y="1559"/>
                  <a:pt x="11638" y="1593"/>
                  <a:pt x="11758" y="1831"/>
                </a:cubicBezTo>
                <a:cubicBezTo>
                  <a:pt x="12024" y="2331"/>
                  <a:pt x="12325" y="2798"/>
                  <a:pt x="12591" y="3232"/>
                </a:cubicBezTo>
                <a:cubicBezTo>
                  <a:pt x="12925" y="3632"/>
                  <a:pt x="13259" y="3966"/>
                  <a:pt x="13692" y="4233"/>
                </a:cubicBezTo>
                <a:cubicBezTo>
                  <a:pt x="14093" y="4466"/>
                  <a:pt x="14526" y="4566"/>
                  <a:pt x="14860" y="4566"/>
                </a:cubicBezTo>
                <a:cubicBezTo>
                  <a:pt x="15227" y="4566"/>
                  <a:pt x="15494" y="4533"/>
                  <a:pt x="15660" y="4466"/>
                </a:cubicBezTo>
                <a:cubicBezTo>
                  <a:pt x="15827" y="4433"/>
                  <a:pt x="15894" y="4399"/>
                  <a:pt x="15894" y="4399"/>
                </a:cubicBezTo>
                <a:cubicBezTo>
                  <a:pt x="16094" y="4299"/>
                  <a:pt x="15994" y="4033"/>
                  <a:pt x="15727" y="3966"/>
                </a:cubicBezTo>
                <a:cubicBezTo>
                  <a:pt x="15727" y="3966"/>
                  <a:pt x="15660" y="4033"/>
                  <a:pt x="15494" y="4066"/>
                </a:cubicBezTo>
                <a:cubicBezTo>
                  <a:pt x="15327" y="4066"/>
                  <a:pt x="15093" y="4099"/>
                  <a:pt x="14826" y="4099"/>
                </a:cubicBezTo>
                <a:cubicBezTo>
                  <a:pt x="14526" y="4066"/>
                  <a:pt x="14226" y="3966"/>
                  <a:pt x="13892" y="3766"/>
                </a:cubicBezTo>
                <a:cubicBezTo>
                  <a:pt x="13559" y="3566"/>
                  <a:pt x="13259" y="3232"/>
                  <a:pt x="13025" y="2865"/>
                </a:cubicBezTo>
                <a:cubicBezTo>
                  <a:pt x="12758" y="2431"/>
                  <a:pt x="12525" y="1964"/>
                  <a:pt x="12325" y="1531"/>
                </a:cubicBezTo>
                <a:cubicBezTo>
                  <a:pt x="12225" y="1397"/>
                  <a:pt x="12191" y="1231"/>
                  <a:pt x="12091" y="1064"/>
                </a:cubicBezTo>
                <a:lnTo>
                  <a:pt x="11924" y="730"/>
                </a:lnTo>
                <a:lnTo>
                  <a:pt x="11891" y="630"/>
                </a:lnTo>
                <a:lnTo>
                  <a:pt x="11891" y="597"/>
                </a:lnTo>
                <a:cubicBezTo>
                  <a:pt x="11891" y="586"/>
                  <a:pt x="11887" y="582"/>
                  <a:pt x="11882" y="582"/>
                </a:cubicBezTo>
                <a:cubicBezTo>
                  <a:pt x="11872" y="582"/>
                  <a:pt x="11858" y="597"/>
                  <a:pt x="11858" y="597"/>
                </a:cubicBezTo>
                <a:lnTo>
                  <a:pt x="11691" y="697"/>
                </a:lnTo>
                <a:lnTo>
                  <a:pt x="11090" y="1030"/>
                </a:lnTo>
                <a:cubicBezTo>
                  <a:pt x="11024" y="1097"/>
                  <a:pt x="10890" y="1130"/>
                  <a:pt x="10757" y="1231"/>
                </a:cubicBezTo>
                <a:cubicBezTo>
                  <a:pt x="9856" y="1731"/>
                  <a:pt x="8855" y="2131"/>
                  <a:pt x="8022" y="2131"/>
                </a:cubicBezTo>
                <a:cubicBezTo>
                  <a:pt x="7188" y="2131"/>
                  <a:pt x="6220" y="1698"/>
                  <a:pt x="5486" y="930"/>
                </a:cubicBezTo>
                <a:cubicBezTo>
                  <a:pt x="5386" y="864"/>
                  <a:pt x="5253" y="764"/>
                  <a:pt x="5186" y="697"/>
                </a:cubicBezTo>
                <a:lnTo>
                  <a:pt x="4753" y="230"/>
                </a:lnTo>
                <a:lnTo>
                  <a:pt x="4652" y="96"/>
                </a:lnTo>
                <a:lnTo>
                  <a:pt x="4552" y="30"/>
                </a:lnTo>
                <a:cubicBezTo>
                  <a:pt x="4552" y="30"/>
                  <a:pt x="4538" y="0"/>
                  <a:pt x="45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Numbers and text">
  <p:cSld name="CUSTOM_8">
    <p:spTree>
      <p:nvGrpSpPr>
        <p:cNvPr id="3088" name="Shape 3088"/>
        <p:cNvGrpSpPr/>
        <p:nvPr/>
      </p:nvGrpSpPr>
      <p:grpSpPr>
        <a:xfrm>
          <a:off x="0" y="0"/>
          <a:ext cx="0" cy="0"/>
          <a:chOff x="0" y="0"/>
          <a:chExt cx="0" cy="0"/>
        </a:xfrm>
      </p:grpSpPr>
      <p:pic>
        <p:nvPicPr>
          <p:cNvPr id="3089" name="Google Shape;3089;p26"/>
          <p:cNvPicPr preferRelativeResize="0"/>
          <p:nvPr/>
        </p:nvPicPr>
        <p:blipFill rotWithShape="1">
          <a:blip r:embed="rId2"/>
          <a:srcRect b="15598"/>
          <a:stretch>
            <a:fillRect/>
          </a:stretch>
        </p:blipFill>
        <p:spPr>
          <a:xfrm rot="10800000" flipH="1">
            <a:off x="0" y="0"/>
            <a:ext cx="9144003" cy="5143501"/>
          </a:xfrm>
          <a:prstGeom prst="rect">
            <a:avLst/>
          </a:prstGeom>
          <a:noFill/>
          <a:ln>
            <a:noFill/>
          </a:ln>
        </p:spPr>
      </p:pic>
      <p:sp>
        <p:nvSpPr>
          <p:cNvPr id="3090" name="Google Shape;3090;p26"/>
          <p:cNvSpPr txBox="1"/>
          <p:nvPr>
            <p:ph type="title" hasCustomPrompt="1"/>
          </p:nvPr>
        </p:nvSpPr>
        <p:spPr>
          <a:xfrm>
            <a:off x="713225" y="611757"/>
            <a:ext cx="4696800" cy="768900"/>
          </a:xfrm>
          <a:prstGeom prst="rect">
            <a:avLst/>
          </a:prstGeom>
          <a:noFill/>
        </p:spPr>
        <p:txBody>
          <a:bodyPr spcFirstLastPara="1" wrap="square" lIns="91425" tIns="91425" rIns="91425" bIns="91425" anchor="b" anchorCtr="0">
            <a:noAutofit/>
          </a:bodyPr>
          <a:lstStyle>
            <a:lvl1pPr lvl="0" algn="ctr" rtl="0">
              <a:spcBef>
                <a:spcPts val="0"/>
              </a:spcBef>
              <a:spcAft>
                <a:spcPts val="0"/>
              </a:spcAft>
              <a:buClr>
                <a:schemeClr val="lt1"/>
              </a:buClr>
              <a:buSzPts val="6000"/>
              <a:buNone/>
              <a:defRPr sz="4500"/>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3091" name="Google Shape;3091;p26"/>
          <p:cNvSpPr txBox="1"/>
          <p:nvPr>
            <p:ph type="subTitle" idx="1"/>
          </p:nvPr>
        </p:nvSpPr>
        <p:spPr>
          <a:xfrm>
            <a:off x="713225" y="1300677"/>
            <a:ext cx="4696800" cy="5988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dk1"/>
              </a:buClr>
              <a:buSzPts val="2400"/>
              <a:buFont typeface="PT Sans" panose="020B0503020203020204"/>
              <a:buNone/>
              <a:defRPr sz="1600">
                <a:solidFill>
                  <a:schemeClr val="dk1"/>
                </a:solidFill>
              </a:defRPr>
            </a:lvl1pPr>
            <a:lvl2pPr lvl="1" algn="ctr" rtl="0">
              <a:lnSpc>
                <a:spcPct val="100000"/>
              </a:lnSpc>
              <a:spcBef>
                <a:spcPts val="0"/>
              </a:spcBef>
              <a:spcAft>
                <a:spcPts val="0"/>
              </a:spcAft>
              <a:buClr>
                <a:schemeClr val="dk1"/>
              </a:buClr>
              <a:buSzPts val="2100"/>
              <a:buNone/>
              <a:defRPr sz="2100">
                <a:solidFill>
                  <a:schemeClr val="dk1"/>
                </a:solidFill>
              </a:defRPr>
            </a:lvl2pPr>
            <a:lvl3pPr lvl="2" algn="ctr" rtl="0">
              <a:lnSpc>
                <a:spcPct val="100000"/>
              </a:lnSpc>
              <a:spcBef>
                <a:spcPts val="0"/>
              </a:spcBef>
              <a:spcAft>
                <a:spcPts val="0"/>
              </a:spcAft>
              <a:buClr>
                <a:schemeClr val="dk1"/>
              </a:buClr>
              <a:buSzPts val="2100"/>
              <a:buNone/>
              <a:defRPr sz="2100">
                <a:solidFill>
                  <a:schemeClr val="dk1"/>
                </a:solidFill>
              </a:defRPr>
            </a:lvl3pPr>
            <a:lvl4pPr lvl="3" algn="ctr" rtl="0">
              <a:lnSpc>
                <a:spcPct val="100000"/>
              </a:lnSpc>
              <a:spcBef>
                <a:spcPts val="0"/>
              </a:spcBef>
              <a:spcAft>
                <a:spcPts val="0"/>
              </a:spcAft>
              <a:buClr>
                <a:schemeClr val="dk1"/>
              </a:buClr>
              <a:buSzPts val="2100"/>
              <a:buFont typeface="PT Sans" panose="020B0503020203020204"/>
              <a:buNone/>
              <a:defRPr sz="2100">
                <a:solidFill>
                  <a:schemeClr val="dk1"/>
                </a:solidFill>
                <a:latin typeface="PT Sans" panose="020B0503020203020204"/>
                <a:ea typeface="PT Sans" panose="020B0503020203020204"/>
                <a:cs typeface="PT Sans" panose="020B0503020203020204"/>
                <a:sym typeface="PT Sans" panose="020B0503020203020204"/>
              </a:defRPr>
            </a:lvl4pPr>
            <a:lvl5pPr lvl="4" algn="ctr" rtl="0">
              <a:lnSpc>
                <a:spcPct val="100000"/>
              </a:lnSpc>
              <a:spcBef>
                <a:spcPts val="0"/>
              </a:spcBef>
              <a:spcAft>
                <a:spcPts val="0"/>
              </a:spcAft>
              <a:buClr>
                <a:schemeClr val="dk1"/>
              </a:buClr>
              <a:buSzPts val="2100"/>
              <a:buFont typeface="PT Sans" panose="020B0503020203020204"/>
              <a:buNone/>
              <a:defRPr sz="2100">
                <a:solidFill>
                  <a:schemeClr val="dk1"/>
                </a:solidFill>
                <a:latin typeface="PT Sans" panose="020B0503020203020204"/>
                <a:ea typeface="PT Sans" panose="020B0503020203020204"/>
                <a:cs typeface="PT Sans" panose="020B0503020203020204"/>
                <a:sym typeface="PT Sans" panose="020B0503020203020204"/>
              </a:defRPr>
            </a:lvl5pPr>
            <a:lvl6pPr lvl="5" algn="ctr" rtl="0">
              <a:lnSpc>
                <a:spcPct val="100000"/>
              </a:lnSpc>
              <a:spcBef>
                <a:spcPts val="0"/>
              </a:spcBef>
              <a:spcAft>
                <a:spcPts val="0"/>
              </a:spcAft>
              <a:buClr>
                <a:schemeClr val="dk1"/>
              </a:buClr>
              <a:buSzPts val="2100"/>
              <a:buFont typeface="PT Sans" panose="020B0503020203020204"/>
              <a:buNone/>
              <a:defRPr sz="2100">
                <a:solidFill>
                  <a:schemeClr val="dk1"/>
                </a:solidFill>
                <a:latin typeface="PT Sans" panose="020B0503020203020204"/>
                <a:ea typeface="PT Sans" panose="020B0503020203020204"/>
                <a:cs typeface="PT Sans" panose="020B0503020203020204"/>
                <a:sym typeface="PT Sans" panose="020B0503020203020204"/>
              </a:defRPr>
            </a:lvl6pPr>
            <a:lvl7pPr lvl="6" algn="ctr" rtl="0">
              <a:lnSpc>
                <a:spcPct val="100000"/>
              </a:lnSpc>
              <a:spcBef>
                <a:spcPts val="0"/>
              </a:spcBef>
              <a:spcAft>
                <a:spcPts val="0"/>
              </a:spcAft>
              <a:buClr>
                <a:schemeClr val="dk1"/>
              </a:buClr>
              <a:buSzPts val="2100"/>
              <a:buFont typeface="PT Sans" panose="020B0503020203020204"/>
              <a:buNone/>
              <a:defRPr sz="2100">
                <a:solidFill>
                  <a:schemeClr val="dk1"/>
                </a:solidFill>
                <a:latin typeface="PT Sans" panose="020B0503020203020204"/>
                <a:ea typeface="PT Sans" panose="020B0503020203020204"/>
                <a:cs typeface="PT Sans" panose="020B0503020203020204"/>
                <a:sym typeface="PT Sans" panose="020B0503020203020204"/>
              </a:defRPr>
            </a:lvl7pPr>
            <a:lvl8pPr lvl="7" algn="ctr" rtl="0">
              <a:lnSpc>
                <a:spcPct val="100000"/>
              </a:lnSpc>
              <a:spcBef>
                <a:spcPts val="0"/>
              </a:spcBef>
              <a:spcAft>
                <a:spcPts val="0"/>
              </a:spcAft>
              <a:buClr>
                <a:schemeClr val="dk1"/>
              </a:buClr>
              <a:buSzPts val="2100"/>
              <a:buFont typeface="PT Sans" panose="020B0503020203020204"/>
              <a:buNone/>
              <a:defRPr sz="2100">
                <a:solidFill>
                  <a:schemeClr val="dk1"/>
                </a:solidFill>
                <a:latin typeface="PT Sans" panose="020B0503020203020204"/>
                <a:ea typeface="PT Sans" panose="020B0503020203020204"/>
                <a:cs typeface="PT Sans" panose="020B0503020203020204"/>
                <a:sym typeface="PT Sans" panose="020B0503020203020204"/>
              </a:defRPr>
            </a:lvl8pPr>
            <a:lvl9pPr lvl="8" algn="ctr" rtl="0">
              <a:lnSpc>
                <a:spcPct val="100000"/>
              </a:lnSpc>
              <a:spcBef>
                <a:spcPts val="0"/>
              </a:spcBef>
              <a:spcAft>
                <a:spcPts val="0"/>
              </a:spcAft>
              <a:buClr>
                <a:schemeClr val="dk1"/>
              </a:buClr>
              <a:buSzPts val="2100"/>
              <a:buFont typeface="PT Sans" panose="020B0503020203020204"/>
              <a:buNone/>
              <a:defRPr sz="2100">
                <a:solidFill>
                  <a:schemeClr val="dk1"/>
                </a:solidFill>
                <a:latin typeface="PT Sans" panose="020B0503020203020204"/>
                <a:ea typeface="PT Sans" panose="020B0503020203020204"/>
                <a:cs typeface="PT Sans" panose="020B0503020203020204"/>
                <a:sym typeface="PT Sans" panose="020B0503020203020204"/>
              </a:defRPr>
            </a:lvl9pPr>
          </a:lstStyle>
          <a:p/>
        </p:txBody>
      </p:sp>
      <p:sp>
        <p:nvSpPr>
          <p:cNvPr id="3092" name="Google Shape;3092;p26"/>
          <p:cNvSpPr txBox="1"/>
          <p:nvPr>
            <p:ph type="title" idx="2" hasCustomPrompt="1"/>
          </p:nvPr>
        </p:nvSpPr>
        <p:spPr>
          <a:xfrm>
            <a:off x="713225" y="1964012"/>
            <a:ext cx="4696800" cy="768900"/>
          </a:xfrm>
          <a:prstGeom prst="rect">
            <a:avLst/>
          </a:prstGeom>
          <a:noFill/>
        </p:spPr>
        <p:txBody>
          <a:bodyPr spcFirstLastPara="1" wrap="square" lIns="91425" tIns="91425" rIns="91425" bIns="91425" anchor="b" anchorCtr="0">
            <a:noAutofit/>
          </a:bodyPr>
          <a:lstStyle>
            <a:lvl1pPr lvl="0" algn="ctr" rtl="0">
              <a:spcBef>
                <a:spcPts val="0"/>
              </a:spcBef>
              <a:spcAft>
                <a:spcPts val="0"/>
              </a:spcAft>
              <a:buClr>
                <a:schemeClr val="lt1"/>
              </a:buClr>
              <a:buSzPts val="6000"/>
              <a:buNone/>
              <a:defRPr sz="4500"/>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3093" name="Google Shape;3093;p26"/>
          <p:cNvSpPr txBox="1"/>
          <p:nvPr>
            <p:ph type="subTitle" idx="3"/>
          </p:nvPr>
        </p:nvSpPr>
        <p:spPr>
          <a:xfrm>
            <a:off x="713225" y="2652933"/>
            <a:ext cx="4696800" cy="5988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dk1"/>
              </a:buClr>
              <a:buSzPts val="2400"/>
              <a:buFont typeface="PT Sans" panose="020B0503020203020204"/>
              <a:buNone/>
              <a:defRPr sz="1600">
                <a:solidFill>
                  <a:schemeClr val="dk1"/>
                </a:solidFill>
              </a:defRPr>
            </a:lvl1pPr>
            <a:lvl2pPr lvl="1" algn="ctr" rtl="0">
              <a:lnSpc>
                <a:spcPct val="100000"/>
              </a:lnSpc>
              <a:spcBef>
                <a:spcPts val="0"/>
              </a:spcBef>
              <a:spcAft>
                <a:spcPts val="0"/>
              </a:spcAft>
              <a:buClr>
                <a:schemeClr val="dk1"/>
              </a:buClr>
              <a:buSzPts val="2100"/>
              <a:buNone/>
              <a:defRPr sz="2100">
                <a:solidFill>
                  <a:schemeClr val="dk1"/>
                </a:solidFill>
              </a:defRPr>
            </a:lvl2pPr>
            <a:lvl3pPr lvl="2" algn="ctr" rtl="0">
              <a:lnSpc>
                <a:spcPct val="100000"/>
              </a:lnSpc>
              <a:spcBef>
                <a:spcPts val="0"/>
              </a:spcBef>
              <a:spcAft>
                <a:spcPts val="0"/>
              </a:spcAft>
              <a:buClr>
                <a:schemeClr val="dk1"/>
              </a:buClr>
              <a:buSzPts val="2100"/>
              <a:buNone/>
              <a:defRPr sz="2100">
                <a:solidFill>
                  <a:schemeClr val="dk1"/>
                </a:solidFill>
              </a:defRPr>
            </a:lvl3pPr>
            <a:lvl4pPr lvl="3" algn="ctr" rtl="0">
              <a:lnSpc>
                <a:spcPct val="100000"/>
              </a:lnSpc>
              <a:spcBef>
                <a:spcPts val="0"/>
              </a:spcBef>
              <a:spcAft>
                <a:spcPts val="0"/>
              </a:spcAft>
              <a:buClr>
                <a:schemeClr val="dk1"/>
              </a:buClr>
              <a:buSzPts val="2100"/>
              <a:buFont typeface="PT Sans" panose="020B0503020203020204"/>
              <a:buNone/>
              <a:defRPr sz="2100">
                <a:solidFill>
                  <a:schemeClr val="dk1"/>
                </a:solidFill>
                <a:latin typeface="PT Sans" panose="020B0503020203020204"/>
                <a:ea typeface="PT Sans" panose="020B0503020203020204"/>
                <a:cs typeface="PT Sans" panose="020B0503020203020204"/>
                <a:sym typeface="PT Sans" panose="020B0503020203020204"/>
              </a:defRPr>
            </a:lvl4pPr>
            <a:lvl5pPr lvl="4" algn="ctr" rtl="0">
              <a:lnSpc>
                <a:spcPct val="100000"/>
              </a:lnSpc>
              <a:spcBef>
                <a:spcPts val="0"/>
              </a:spcBef>
              <a:spcAft>
                <a:spcPts val="0"/>
              </a:spcAft>
              <a:buClr>
                <a:schemeClr val="dk1"/>
              </a:buClr>
              <a:buSzPts val="2100"/>
              <a:buFont typeface="PT Sans" panose="020B0503020203020204"/>
              <a:buNone/>
              <a:defRPr sz="2100">
                <a:solidFill>
                  <a:schemeClr val="dk1"/>
                </a:solidFill>
                <a:latin typeface="PT Sans" panose="020B0503020203020204"/>
                <a:ea typeface="PT Sans" panose="020B0503020203020204"/>
                <a:cs typeface="PT Sans" panose="020B0503020203020204"/>
                <a:sym typeface="PT Sans" panose="020B0503020203020204"/>
              </a:defRPr>
            </a:lvl5pPr>
            <a:lvl6pPr lvl="5" algn="ctr" rtl="0">
              <a:lnSpc>
                <a:spcPct val="100000"/>
              </a:lnSpc>
              <a:spcBef>
                <a:spcPts val="0"/>
              </a:spcBef>
              <a:spcAft>
                <a:spcPts val="0"/>
              </a:spcAft>
              <a:buClr>
                <a:schemeClr val="dk1"/>
              </a:buClr>
              <a:buSzPts val="2100"/>
              <a:buFont typeface="PT Sans" panose="020B0503020203020204"/>
              <a:buNone/>
              <a:defRPr sz="2100">
                <a:solidFill>
                  <a:schemeClr val="dk1"/>
                </a:solidFill>
                <a:latin typeface="PT Sans" panose="020B0503020203020204"/>
                <a:ea typeface="PT Sans" panose="020B0503020203020204"/>
                <a:cs typeface="PT Sans" panose="020B0503020203020204"/>
                <a:sym typeface="PT Sans" panose="020B0503020203020204"/>
              </a:defRPr>
            </a:lvl6pPr>
            <a:lvl7pPr lvl="6" algn="ctr" rtl="0">
              <a:lnSpc>
                <a:spcPct val="100000"/>
              </a:lnSpc>
              <a:spcBef>
                <a:spcPts val="0"/>
              </a:spcBef>
              <a:spcAft>
                <a:spcPts val="0"/>
              </a:spcAft>
              <a:buClr>
                <a:schemeClr val="dk1"/>
              </a:buClr>
              <a:buSzPts val="2100"/>
              <a:buFont typeface="PT Sans" panose="020B0503020203020204"/>
              <a:buNone/>
              <a:defRPr sz="2100">
                <a:solidFill>
                  <a:schemeClr val="dk1"/>
                </a:solidFill>
                <a:latin typeface="PT Sans" panose="020B0503020203020204"/>
                <a:ea typeface="PT Sans" panose="020B0503020203020204"/>
                <a:cs typeface="PT Sans" panose="020B0503020203020204"/>
                <a:sym typeface="PT Sans" panose="020B0503020203020204"/>
              </a:defRPr>
            </a:lvl7pPr>
            <a:lvl8pPr lvl="7" algn="ctr" rtl="0">
              <a:lnSpc>
                <a:spcPct val="100000"/>
              </a:lnSpc>
              <a:spcBef>
                <a:spcPts val="0"/>
              </a:spcBef>
              <a:spcAft>
                <a:spcPts val="0"/>
              </a:spcAft>
              <a:buClr>
                <a:schemeClr val="dk1"/>
              </a:buClr>
              <a:buSzPts val="2100"/>
              <a:buFont typeface="PT Sans" panose="020B0503020203020204"/>
              <a:buNone/>
              <a:defRPr sz="2100">
                <a:solidFill>
                  <a:schemeClr val="dk1"/>
                </a:solidFill>
                <a:latin typeface="PT Sans" panose="020B0503020203020204"/>
                <a:ea typeface="PT Sans" panose="020B0503020203020204"/>
                <a:cs typeface="PT Sans" panose="020B0503020203020204"/>
                <a:sym typeface="PT Sans" panose="020B0503020203020204"/>
              </a:defRPr>
            </a:lvl8pPr>
            <a:lvl9pPr lvl="8" algn="ctr" rtl="0">
              <a:lnSpc>
                <a:spcPct val="100000"/>
              </a:lnSpc>
              <a:spcBef>
                <a:spcPts val="0"/>
              </a:spcBef>
              <a:spcAft>
                <a:spcPts val="0"/>
              </a:spcAft>
              <a:buClr>
                <a:schemeClr val="dk1"/>
              </a:buClr>
              <a:buSzPts val="2100"/>
              <a:buFont typeface="PT Sans" panose="020B0503020203020204"/>
              <a:buNone/>
              <a:defRPr sz="2100">
                <a:solidFill>
                  <a:schemeClr val="dk1"/>
                </a:solidFill>
                <a:latin typeface="PT Sans" panose="020B0503020203020204"/>
                <a:ea typeface="PT Sans" panose="020B0503020203020204"/>
                <a:cs typeface="PT Sans" panose="020B0503020203020204"/>
                <a:sym typeface="PT Sans" panose="020B0503020203020204"/>
              </a:defRPr>
            </a:lvl9pPr>
          </a:lstStyle>
          <a:p/>
        </p:txBody>
      </p:sp>
      <p:sp>
        <p:nvSpPr>
          <p:cNvPr id="3094" name="Google Shape;3094;p26"/>
          <p:cNvSpPr txBox="1"/>
          <p:nvPr>
            <p:ph type="title" idx="4" hasCustomPrompt="1"/>
          </p:nvPr>
        </p:nvSpPr>
        <p:spPr>
          <a:xfrm>
            <a:off x="713225" y="3316268"/>
            <a:ext cx="4696800" cy="768900"/>
          </a:xfrm>
          <a:prstGeom prst="rect">
            <a:avLst/>
          </a:prstGeom>
          <a:noFill/>
        </p:spPr>
        <p:txBody>
          <a:bodyPr spcFirstLastPara="1" wrap="square" lIns="91425" tIns="91425" rIns="91425" bIns="91425" anchor="b" anchorCtr="0">
            <a:noAutofit/>
          </a:bodyPr>
          <a:lstStyle>
            <a:lvl1pPr lvl="0" algn="ctr" rtl="0">
              <a:spcBef>
                <a:spcPts val="0"/>
              </a:spcBef>
              <a:spcAft>
                <a:spcPts val="0"/>
              </a:spcAft>
              <a:buClr>
                <a:schemeClr val="lt1"/>
              </a:buClr>
              <a:buSzPts val="6000"/>
              <a:buNone/>
              <a:defRPr sz="4500"/>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3095" name="Google Shape;3095;p26"/>
          <p:cNvSpPr txBox="1"/>
          <p:nvPr>
            <p:ph type="subTitle" idx="5"/>
          </p:nvPr>
        </p:nvSpPr>
        <p:spPr>
          <a:xfrm>
            <a:off x="713225" y="4005189"/>
            <a:ext cx="4696800" cy="5988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dk1"/>
              </a:buClr>
              <a:buSzPts val="2400"/>
              <a:buFont typeface="PT Sans" panose="020B0503020203020204"/>
              <a:buNone/>
              <a:defRPr sz="1600">
                <a:solidFill>
                  <a:schemeClr val="dk1"/>
                </a:solidFill>
              </a:defRPr>
            </a:lvl1pPr>
            <a:lvl2pPr lvl="1" algn="ctr" rtl="0">
              <a:lnSpc>
                <a:spcPct val="100000"/>
              </a:lnSpc>
              <a:spcBef>
                <a:spcPts val="0"/>
              </a:spcBef>
              <a:spcAft>
                <a:spcPts val="0"/>
              </a:spcAft>
              <a:buClr>
                <a:schemeClr val="dk1"/>
              </a:buClr>
              <a:buSzPts val="2100"/>
              <a:buNone/>
              <a:defRPr sz="2100">
                <a:solidFill>
                  <a:schemeClr val="dk1"/>
                </a:solidFill>
              </a:defRPr>
            </a:lvl2pPr>
            <a:lvl3pPr lvl="2" algn="ctr" rtl="0">
              <a:lnSpc>
                <a:spcPct val="100000"/>
              </a:lnSpc>
              <a:spcBef>
                <a:spcPts val="0"/>
              </a:spcBef>
              <a:spcAft>
                <a:spcPts val="0"/>
              </a:spcAft>
              <a:buClr>
                <a:schemeClr val="dk1"/>
              </a:buClr>
              <a:buSzPts val="2100"/>
              <a:buNone/>
              <a:defRPr sz="2100">
                <a:solidFill>
                  <a:schemeClr val="dk1"/>
                </a:solidFill>
              </a:defRPr>
            </a:lvl3pPr>
            <a:lvl4pPr lvl="3" algn="ctr" rtl="0">
              <a:lnSpc>
                <a:spcPct val="100000"/>
              </a:lnSpc>
              <a:spcBef>
                <a:spcPts val="0"/>
              </a:spcBef>
              <a:spcAft>
                <a:spcPts val="0"/>
              </a:spcAft>
              <a:buClr>
                <a:schemeClr val="dk1"/>
              </a:buClr>
              <a:buSzPts val="2100"/>
              <a:buFont typeface="PT Sans" panose="020B0503020203020204"/>
              <a:buNone/>
              <a:defRPr sz="2100">
                <a:solidFill>
                  <a:schemeClr val="dk1"/>
                </a:solidFill>
                <a:latin typeface="PT Sans" panose="020B0503020203020204"/>
                <a:ea typeface="PT Sans" panose="020B0503020203020204"/>
                <a:cs typeface="PT Sans" panose="020B0503020203020204"/>
                <a:sym typeface="PT Sans" panose="020B0503020203020204"/>
              </a:defRPr>
            </a:lvl4pPr>
            <a:lvl5pPr lvl="4" algn="ctr" rtl="0">
              <a:lnSpc>
                <a:spcPct val="100000"/>
              </a:lnSpc>
              <a:spcBef>
                <a:spcPts val="0"/>
              </a:spcBef>
              <a:spcAft>
                <a:spcPts val="0"/>
              </a:spcAft>
              <a:buClr>
                <a:schemeClr val="dk1"/>
              </a:buClr>
              <a:buSzPts val="2100"/>
              <a:buFont typeface="PT Sans" panose="020B0503020203020204"/>
              <a:buNone/>
              <a:defRPr sz="2100">
                <a:solidFill>
                  <a:schemeClr val="dk1"/>
                </a:solidFill>
                <a:latin typeface="PT Sans" panose="020B0503020203020204"/>
                <a:ea typeface="PT Sans" panose="020B0503020203020204"/>
                <a:cs typeface="PT Sans" panose="020B0503020203020204"/>
                <a:sym typeface="PT Sans" panose="020B0503020203020204"/>
              </a:defRPr>
            </a:lvl5pPr>
            <a:lvl6pPr lvl="5" algn="ctr" rtl="0">
              <a:lnSpc>
                <a:spcPct val="100000"/>
              </a:lnSpc>
              <a:spcBef>
                <a:spcPts val="0"/>
              </a:spcBef>
              <a:spcAft>
                <a:spcPts val="0"/>
              </a:spcAft>
              <a:buClr>
                <a:schemeClr val="dk1"/>
              </a:buClr>
              <a:buSzPts val="2100"/>
              <a:buFont typeface="PT Sans" panose="020B0503020203020204"/>
              <a:buNone/>
              <a:defRPr sz="2100">
                <a:solidFill>
                  <a:schemeClr val="dk1"/>
                </a:solidFill>
                <a:latin typeface="PT Sans" panose="020B0503020203020204"/>
                <a:ea typeface="PT Sans" panose="020B0503020203020204"/>
                <a:cs typeface="PT Sans" panose="020B0503020203020204"/>
                <a:sym typeface="PT Sans" panose="020B0503020203020204"/>
              </a:defRPr>
            </a:lvl6pPr>
            <a:lvl7pPr lvl="6" algn="ctr" rtl="0">
              <a:lnSpc>
                <a:spcPct val="100000"/>
              </a:lnSpc>
              <a:spcBef>
                <a:spcPts val="0"/>
              </a:spcBef>
              <a:spcAft>
                <a:spcPts val="0"/>
              </a:spcAft>
              <a:buClr>
                <a:schemeClr val="dk1"/>
              </a:buClr>
              <a:buSzPts val="2100"/>
              <a:buFont typeface="PT Sans" panose="020B0503020203020204"/>
              <a:buNone/>
              <a:defRPr sz="2100">
                <a:solidFill>
                  <a:schemeClr val="dk1"/>
                </a:solidFill>
                <a:latin typeface="PT Sans" panose="020B0503020203020204"/>
                <a:ea typeface="PT Sans" panose="020B0503020203020204"/>
                <a:cs typeface="PT Sans" panose="020B0503020203020204"/>
                <a:sym typeface="PT Sans" panose="020B0503020203020204"/>
              </a:defRPr>
            </a:lvl7pPr>
            <a:lvl8pPr lvl="7" algn="ctr" rtl="0">
              <a:lnSpc>
                <a:spcPct val="100000"/>
              </a:lnSpc>
              <a:spcBef>
                <a:spcPts val="0"/>
              </a:spcBef>
              <a:spcAft>
                <a:spcPts val="0"/>
              </a:spcAft>
              <a:buClr>
                <a:schemeClr val="dk1"/>
              </a:buClr>
              <a:buSzPts val="2100"/>
              <a:buFont typeface="PT Sans" panose="020B0503020203020204"/>
              <a:buNone/>
              <a:defRPr sz="2100">
                <a:solidFill>
                  <a:schemeClr val="dk1"/>
                </a:solidFill>
                <a:latin typeface="PT Sans" panose="020B0503020203020204"/>
                <a:ea typeface="PT Sans" panose="020B0503020203020204"/>
                <a:cs typeface="PT Sans" panose="020B0503020203020204"/>
                <a:sym typeface="PT Sans" panose="020B0503020203020204"/>
              </a:defRPr>
            </a:lvl8pPr>
            <a:lvl9pPr lvl="8" algn="ctr" rtl="0">
              <a:lnSpc>
                <a:spcPct val="100000"/>
              </a:lnSpc>
              <a:spcBef>
                <a:spcPts val="0"/>
              </a:spcBef>
              <a:spcAft>
                <a:spcPts val="0"/>
              </a:spcAft>
              <a:buClr>
                <a:schemeClr val="dk1"/>
              </a:buClr>
              <a:buSzPts val="2100"/>
              <a:buFont typeface="PT Sans" panose="020B0503020203020204"/>
              <a:buNone/>
              <a:defRPr sz="2100">
                <a:solidFill>
                  <a:schemeClr val="dk1"/>
                </a:solidFill>
                <a:latin typeface="PT Sans" panose="020B0503020203020204"/>
                <a:ea typeface="PT Sans" panose="020B0503020203020204"/>
                <a:cs typeface="PT Sans" panose="020B0503020203020204"/>
                <a:sym typeface="PT Sans" panose="020B0503020203020204"/>
              </a:defRPr>
            </a:lvl9pPr>
          </a:lstStyle>
          <a:p/>
        </p:txBody>
      </p:sp>
      <p:grpSp>
        <p:nvGrpSpPr>
          <p:cNvPr id="3096" name="Google Shape;3096;p26"/>
          <p:cNvGrpSpPr/>
          <p:nvPr/>
        </p:nvGrpSpPr>
        <p:grpSpPr>
          <a:xfrm>
            <a:off x="7394307" y="-129"/>
            <a:ext cx="2072927" cy="5143763"/>
            <a:chOff x="7265845" y="-20654"/>
            <a:chExt cx="2072927" cy="5143763"/>
          </a:xfrm>
        </p:grpSpPr>
        <p:sp>
          <p:nvSpPr>
            <p:cNvPr id="3097" name="Google Shape;3097;p26"/>
            <p:cNvSpPr/>
            <p:nvPr/>
          </p:nvSpPr>
          <p:spPr>
            <a:xfrm flipH="1">
              <a:off x="8968528" y="5291"/>
              <a:ext cx="365819" cy="950395"/>
            </a:xfrm>
            <a:custGeom>
              <a:avLst/>
              <a:gdLst/>
              <a:ahLst/>
              <a:cxnLst/>
              <a:rect l="l" t="t" r="r" b="b"/>
              <a:pathLst>
                <a:path w="15129" h="39305" extrusionOk="0">
                  <a:moveTo>
                    <a:pt x="9530" y="1"/>
                  </a:moveTo>
                  <a:cubicBezTo>
                    <a:pt x="9054" y="1"/>
                    <a:pt x="9018" y="375"/>
                    <a:pt x="9658" y="503"/>
                  </a:cubicBezTo>
                  <a:cubicBezTo>
                    <a:pt x="9658" y="503"/>
                    <a:pt x="9925" y="570"/>
                    <a:pt x="10325" y="637"/>
                  </a:cubicBezTo>
                  <a:cubicBezTo>
                    <a:pt x="10759" y="737"/>
                    <a:pt x="11359" y="837"/>
                    <a:pt x="12127" y="1137"/>
                  </a:cubicBezTo>
                  <a:cubicBezTo>
                    <a:pt x="12827" y="1437"/>
                    <a:pt x="13694" y="1904"/>
                    <a:pt x="14195" y="2771"/>
                  </a:cubicBezTo>
                  <a:cubicBezTo>
                    <a:pt x="14462" y="3172"/>
                    <a:pt x="14595" y="3739"/>
                    <a:pt x="14495" y="4239"/>
                  </a:cubicBezTo>
                  <a:cubicBezTo>
                    <a:pt x="14462" y="4773"/>
                    <a:pt x="14128" y="5240"/>
                    <a:pt x="13761" y="5740"/>
                  </a:cubicBezTo>
                  <a:cubicBezTo>
                    <a:pt x="13328" y="6241"/>
                    <a:pt x="12827" y="6674"/>
                    <a:pt x="12427" y="7275"/>
                  </a:cubicBezTo>
                  <a:cubicBezTo>
                    <a:pt x="11960" y="7842"/>
                    <a:pt x="11593" y="8576"/>
                    <a:pt x="11493" y="9343"/>
                  </a:cubicBezTo>
                  <a:cubicBezTo>
                    <a:pt x="11359" y="10143"/>
                    <a:pt x="11526" y="10977"/>
                    <a:pt x="11927" y="11678"/>
                  </a:cubicBezTo>
                  <a:cubicBezTo>
                    <a:pt x="12260" y="12412"/>
                    <a:pt x="12760" y="12979"/>
                    <a:pt x="13127" y="13579"/>
                  </a:cubicBezTo>
                  <a:cubicBezTo>
                    <a:pt x="13494" y="14146"/>
                    <a:pt x="13761" y="14747"/>
                    <a:pt x="13795" y="15347"/>
                  </a:cubicBezTo>
                  <a:cubicBezTo>
                    <a:pt x="13828" y="15981"/>
                    <a:pt x="13661" y="16648"/>
                    <a:pt x="13361" y="17182"/>
                  </a:cubicBezTo>
                  <a:cubicBezTo>
                    <a:pt x="13094" y="17782"/>
                    <a:pt x="12660" y="18182"/>
                    <a:pt x="12160" y="18683"/>
                  </a:cubicBezTo>
                  <a:cubicBezTo>
                    <a:pt x="11660" y="19150"/>
                    <a:pt x="11159" y="19784"/>
                    <a:pt x="10959" y="20484"/>
                  </a:cubicBezTo>
                  <a:cubicBezTo>
                    <a:pt x="10926" y="20651"/>
                    <a:pt x="10892" y="20851"/>
                    <a:pt x="10826" y="21018"/>
                  </a:cubicBezTo>
                  <a:cubicBezTo>
                    <a:pt x="10759" y="21185"/>
                    <a:pt x="10759" y="21418"/>
                    <a:pt x="10759" y="21585"/>
                  </a:cubicBezTo>
                  <a:lnTo>
                    <a:pt x="10759" y="22119"/>
                  </a:lnTo>
                  <a:lnTo>
                    <a:pt x="10759" y="22352"/>
                  </a:lnTo>
                  <a:lnTo>
                    <a:pt x="10759" y="22519"/>
                  </a:lnTo>
                  <a:lnTo>
                    <a:pt x="10792" y="22652"/>
                  </a:lnTo>
                  <a:cubicBezTo>
                    <a:pt x="10926" y="23353"/>
                    <a:pt x="11226" y="24087"/>
                    <a:pt x="11593" y="24687"/>
                  </a:cubicBezTo>
                  <a:cubicBezTo>
                    <a:pt x="11927" y="25321"/>
                    <a:pt x="12394" y="25921"/>
                    <a:pt x="12460" y="26455"/>
                  </a:cubicBezTo>
                  <a:cubicBezTo>
                    <a:pt x="12560" y="26989"/>
                    <a:pt x="12293" y="27589"/>
                    <a:pt x="11927" y="28156"/>
                  </a:cubicBezTo>
                  <a:cubicBezTo>
                    <a:pt x="11493" y="28757"/>
                    <a:pt x="11093" y="29290"/>
                    <a:pt x="10526" y="29691"/>
                  </a:cubicBezTo>
                  <a:cubicBezTo>
                    <a:pt x="10059" y="30158"/>
                    <a:pt x="9425" y="30525"/>
                    <a:pt x="8824" y="30992"/>
                  </a:cubicBezTo>
                  <a:cubicBezTo>
                    <a:pt x="8557" y="31192"/>
                    <a:pt x="8257" y="31525"/>
                    <a:pt x="7990" y="31792"/>
                  </a:cubicBezTo>
                  <a:cubicBezTo>
                    <a:pt x="7890" y="31959"/>
                    <a:pt x="7790" y="32092"/>
                    <a:pt x="7657" y="32259"/>
                  </a:cubicBezTo>
                  <a:cubicBezTo>
                    <a:pt x="7623" y="32293"/>
                    <a:pt x="7523" y="32359"/>
                    <a:pt x="7490" y="32459"/>
                  </a:cubicBezTo>
                  <a:lnTo>
                    <a:pt x="7357" y="32693"/>
                  </a:lnTo>
                  <a:cubicBezTo>
                    <a:pt x="7190" y="33026"/>
                    <a:pt x="7056" y="33360"/>
                    <a:pt x="6923" y="33660"/>
                  </a:cubicBezTo>
                  <a:cubicBezTo>
                    <a:pt x="6790" y="33960"/>
                    <a:pt x="6656" y="34294"/>
                    <a:pt x="6556" y="34594"/>
                  </a:cubicBezTo>
                  <a:cubicBezTo>
                    <a:pt x="6056" y="35795"/>
                    <a:pt x="5622" y="36929"/>
                    <a:pt x="4988" y="37763"/>
                  </a:cubicBezTo>
                  <a:cubicBezTo>
                    <a:pt x="4688" y="38130"/>
                    <a:pt x="4321" y="38464"/>
                    <a:pt x="3954" y="38630"/>
                  </a:cubicBezTo>
                  <a:cubicBezTo>
                    <a:pt x="3679" y="38757"/>
                    <a:pt x="3431" y="38804"/>
                    <a:pt x="3193" y="38804"/>
                  </a:cubicBezTo>
                  <a:cubicBezTo>
                    <a:pt x="3055" y="38804"/>
                    <a:pt x="2921" y="38788"/>
                    <a:pt x="2787" y="38764"/>
                  </a:cubicBezTo>
                  <a:cubicBezTo>
                    <a:pt x="2019" y="38630"/>
                    <a:pt x="1486" y="38264"/>
                    <a:pt x="1119" y="38030"/>
                  </a:cubicBezTo>
                  <a:cubicBezTo>
                    <a:pt x="952" y="37930"/>
                    <a:pt x="785" y="37830"/>
                    <a:pt x="685" y="37730"/>
                  </a:cubicBezTo>
                  <a:lnTo>
                    <a:pt x="585" y="37630"/>
                  </a:lnTo>
                  <a:cubicBezTo>
                    <a:pt x="459" y="37533"/>
                    <a:pt x="348" y="37492"/>
                    <a:pt x="262" y="37492"/>
                  </a:cubicBezTo>
                  <a:cubicBezTo>
                    <a:pt x="53" y="37492"/>
                    <a:pt x="1" y="37736"/>
                    <a:pt x="285" y="37997"/>
                  </a:cubicBezTo>
                  <a:lnTo>
                    <a:pt x="418" y="38130"/>
                  </a:lnTo>
                  <a:cubicBezTo>
                    <a:pt x="485" y="38163"/>
                    <a:pt x="652" y="38297"/>
                    <a:pt x="819" y="38430"/>
                  </a:cubicBezTo>
                  <a:cubicBezTo>
                    <a:pt x="1186" y="38664"/>
                    <a:pt x="1786" y="39031"/>
                    <a:pt x="2653" y="39264"/>
                  </a:cubicBezTo>
                  <a:cubicBezTo>
                    <a:pt x="2824" y="39289"/>
                    <a:pt x="3004" y="39304"/>
                    <a:pt x="3188" y="39304"/>
                  </a:cubicBezTo>
                  <a:cubicBezTo>
                    <a:pt x="3506" y="39304"/>
                    <a:pt x="3837" y="39258"/>
                    <a:pt x="4154" y="39131"/>
                  </a:cubicBezTo>
                  <a:cubicBezTo>
                    <a:pt x="4721" y="38964"/>
                    <a:pt x="5122" y="38530"/>
                    <a:pt x="5489" y="38097"/>
                  </a:cubicBezTo>
                  <a:cubicBezTo>
                    <a:pt x="6222" y="37163"/>
                    <a:pt x="6656" y="35995"/>
                    <a:pt x="7257" y="34794"/>
                  </a:cubicBezTo>
                  <a:cubicBezTo>
                    <a:pt x="7357" y="34494"/>
                    <a:pt x="7523" y="34194"/>
                    <a:pt x="7657" y="33927"/>
                  </a:cubicBezTo>
                  <a:cubicBezTo>
                    <a:pt x="7824" y="33627"/>
                    <a:pt x="7957" y="33327"/>
                    <a:pt x="8124" y="33026"/>
                  </a:cubicBezTo>
                  <a:lnTo>
                    <a:pt x="8257" y="32826"/>
                  </a:lnTo>
                  <a:cubicBezTo>
                    <a:pt x="8291" y="32760"/>
                    <a:pt x="8324" y="32693"/>
                    <a:pt x="8391" y="32626"/>
                  </a:cubicBezTo>
                  <a:lnTo>
                    <a:pt x="8658" y="32259"/>
                  </a:lnTo>
                  <a:cubicBezTo>
                    <a:pt x="8858" y="31992"/>
                    <a:pt x="9091" y="31792"/>
                    <a:pt x="9358" y="31592"/>
                  </a:cubicBezTo>
                  <a:cubicBezTo>
                    <a:pt x="9858" y="31158"/>
                    <a:pt x="10526" y="30825"/>
                    <a:pt x="11126" y="30324"/>
                  </a:cubicBezTo>
                  <a:cubicBezTo>
                    <a:pt x="11693" y="29824"/>
                    <a:pt x="12260" y="29257"/>
                    <a:pt x="12660" y="28623"/>
                  </a:cubicBezTo>
                  <a:cubicBezTo>
                    <a:pt x="12861" y="28323"/>
                    <a:pt x="13094" y="27956"/>
                    <a:pt x="13194" y="27589"/>
                  </a:cubicBezTo>
                  <a:cubicBezTo>
                    <a:pt x="13328" y="27189"/>
                    <a:pt x="13394" y="26689"/>
                    <a:pt x="13328" y="26288"/>
                  </a:cubicBezTo>
                  <a:cubicBezTo>
                    <a:pt x="13294" y="25855"/>
                    <a:pt x="13094" y="25488"/>
                    <a:pt x="12927" y="25154"/>
                  </a:cubicBezTo>
                  <a:cubicBezTo>
                    <a:pt x="12727" y="24854"/>
                    <a:pt x="12527" y="24520"/>
                    <a:pt x="12360" y="24253"/>
                  </a:cubicBezTo>
                  <a:cubicBezTo>
                    <a:pt x="12093" y="23653"/>
                    <a:pt x="11826" y="23086"/>
                    <a:pt x="11693" y="22452"/>
                  </a:cubicBezTo>
                  <a:lnTo>
                    <a:pt x="11660" y="22319"/>
                  </a:lnTo>
                  <a:lnTo>
                    <a:pt x="11660" y="22252"/>
                  </a:lnTo>
                  <a:lnTo>
                    <a:pt x="11660" y="21985"/>
                  </a:lnTo>
                  <a:lnTo>
                    <a:pt x="11660" y="21518"/>
                  </a:lnTo>
                  <a:cubicBezTo>
                    <a:pt x="11660" y="21418"/>
                    <a:pt x="11660" y="21218"/>
                    <a:pt x="11693" y="21118"/>
                  </a:cubicBezTo>
                  <a:cubicBezTo>
                    <a:pt x="11693" y="20951"/>
                    <a:pt x="11760" y="20818"/>
                    <a:pt x="11793" y="20684"/>
                  </a:cubicBezTo>
                  <a:cubicBezTo>
                    <a:pt x="11960" y="20184"/>
                    <a:pt x="12293" y="19750"/>
                    <a:pt x="12760" y="19283"/>
                  </a:cubicBezTo>
                  <a:cubicBezTo>
                    <a:pt x="13194" y="18816"/>
                    <a:pt x="13795" y="18283"/>
                    <a:pt x="14128" y="17549"/>
                  </a:cubicBezTo>
                  <a:cubicBezTo>
                    <a:pt x="14495" y="16848"/>
                    <a:pt x="14662" y="16114"/>
                    <a:pt x="14628" y="15280"/>
                  </a:cubicBezTo>
                  <a:cubicBezTo>
                    <a:pt x="14595" y="14446"/>
                    <a:pt x="14195" y="13679"/>
                    <a:pt x="13795" y="13045"/>
                  </a:cubicBezTo>
                  <a:cubicBezTo>
                    <a:pt x="13361" y="12445"/>
                    <a:pt x="12861" y="11878"/>
                    <a:pt x="12594" y="11311"/>
                  </a:cubicBezTo>
                  <a:cubicBezTo>
                    <a:pt x="12260" y="10710"/>
                    <a:pt x="12127" y="10110"/>
                    <a:pt x="12227" y="9476"/>
                  </a:cubicBezTo>
                  <a:cubicBezTo>
                    <a:pt x="12260" y="8842"/>
                    <a:pt x="12560" y="8309"/>
                    <a:pt x="12927" y="7775"/>
                  </a:cubicBezTo>
                  <a:cubicBezTo>
                    <a:pt x="13294" y="7241"/>
                    <a:pt x="13761" y="6774"/>
                    <a:pt x="14161" y="6241"/>
                  </a:cubicBezTo>
                  <a:cubicBezTo>
                    <a:pt x="14595" y="5674"/>
                    <a:pt x="14962" y="5073"/>
                    <a:pt x="15062" y="4339"/>
                  </a:cubicBezTo>
                  <a:cubicBezTo>
                    <a:pt x="15129" y="3639"/>
                    <a:pt x="14962" y="2972"/>
                    <a:pt x="14628" y="2471"/>
                  </a:cubicBezTo>
                  <a:cubicBezTo>
                    <a:pt x="14328" y="1937"/>
                    <a:pt x="13895" y="1571"/>
                    <a:pt x="13461" y="1270"/>
                  </a:cubicBezTo>
                  <a:cubicBezTo>
                    <a:pt x="13061" y="970"/>
                    <a:pt x="12627" y="803"/>
                    <a:pt x="12227" y="637"/>
                  </a:cubicBezTo>
                  <a:cubicBezTo>
                    <a:pt x="11426" y="336"/>
                    <a:pt x="10759" y="203"/>
                    <a:pt x="10292" y="136"/>
                  </a:cubicBezTo>
                  <a:cubicBezTo>
                    <a:pt x="9825" y="36"/>
                    <a:pt x="9592" y="3"/>
                    <a:pt x="9592" y="3"/>
                  </a:cubicBezTo>
                  <a:cubicBezTo>
                    <a:pt x="9570" y="1"/>
                    <a:pt x="9550" y="1"/>
                    <a:pt x="95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98" name="Google Shape;3098;p26"/>
            <p:cNvSpPr/>
            <p:nvPr/>
          </p:nvSpPr>
          <p:spPr>
            <a:xfrm flipH="1">
              <a:off x="9338748" y="701433"/>
              <a:ext cx="24" cy="24"/>
            </a:xfrm>
            <a:custGeom>
              <a:avLst/>
              <a:gdLst/>
              <a:ahLst/>
              <a:cxnLst/>
              <a:rect l="l" t="t" r="r" b="b"/>
              <a:pathLst>
                <a:path w="1" h="1" fill="none" extrusionOk="0">
                  <a:moveTo>
                    <a:pt x="1" y="0"/>
                  </a:moveTo>
                  <a:close/>
                </a:path>
              </a:pathLst>
            </a:custGeom>
            <a:solidFill>
              <a:schemeClr val="dk1"/>
            </a:solidFill>
            <a:ln w="5000" cap="flat" cmpd="sng">
              <a:solidFill>
                <a:srgbClr val="02570B"/>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99" name="Google Shape;3099;p26"/>
            <p:cNvSpPr/>
            <p:nvPr/>
          </p:nvSpPr>
          <p:spPr>
            <a:xfrm flipH="1">
              <a:off x="9139505" y="-4575"/>
              <a:ext cx="167398" cy="781232"/>
            </a:xfrm>
            <a:custGeom>
              <a:avLst/>
              <a:gdLst/>
              <a:ahLst/>
              <a:cxnLst/>
              <a:rect l="l" t="t" r="r" b="b"/>
              <a:pathLst>
                <a:path w="6923" h="32309" extrusionOk="0">
                  <a:moveTo>
                    <a:pt x="4881" y="1"/>
                  </a:moveTo>
                  <a:cubicBezTo>
                    <a:pt x="4761" y="1"/>
                    <a:pt x="4752" y="142"/>
                    <a:pt x="4954" y="344"/>
                  </a:cubicBezTo>
                  <a:cubicBezTo>
                    <a:pt x="4954" y="344"/>
                    <a:pt x="5087" y="411"/>
                    <a:pt x="5288" y="611"/>
                  </a:cubicBezTo>
                  <a:cubicBezTo>
                    <a:pt x="5521" y="844"/>
                    <a:pt x="5821" y="1211"/>
                    <a:pt x="6122" y="1678"/>
                  </a:cubicBezTo>
                  <a:cubicBezTo>
                    <a:pt x="6422" y="2179"/>
                    <a:pt x="6655" y="2846"/>
                    <a:pt x="6488" y="3546"/>
                  </a:cubicBezTo>
                  <a:cubicBezTo>
                    <a:pt x="6322" y="4314"/>
                    <a:pt x="5855" y="5014"/>
                    <a:pt x="5421" y="5848"/>
                  </a:cubicBezTo>
                  <a:cubicBezTo>
                    <a:pt x="4954" y="6649"/>
                    <a:pt x="4487" y="7549"/>
                    <a:pt x="4354" y="8583"/>
                  </a:cubicBezTo>
                  <a:cubicBezTo>
                    <a:pt x="4287" y="9584"/>
                    <a:pt x="4454" y="10685"/>
                    <a:pt x="4787" y="11686"/>
                  </a:cubicBezTo>
                  <a:cubicBezTo>
                    <a:pt x="5154" y="12653"/>
                    <a:pt x="5688" y="13554"/>
                    <a:pt x="5788" y="14488"/>
                  </a:cubicBezTo>
                  <a:cubicBezTo>
                    <a:pt x="5821" y="14721"/>
                    <a:pt x="5788" y="14988"/>
                    <a:pt x="5788" y="15188"/>
                  </a:cubicBezTo>
                  <a:cubicBezTo>
                    <a:pt x="5755" y="15388"/>
                    <a:pt x="5755" y="15655"/>
                    <a:pt x="5655" y="15855"/>
                  </a:cubicBezTo>
                  <a:cubicBezTo>
                    <a:pt x="5521" y="16255"/>
                    <a:pt x="5354" y="16689"/>
                    <a:pt x="5188" y="17089"/>
                  </a:cubicBezTo>
                  <a:cubicBezTo>
                    <a:pt x="5121" y="17223"/>
                    <a:pt x="5087" y="17323"/>
                    <a:pt x="4987" y="17423"/>
                  </a:cubicBezTo>
                  <a:lnTo>
                    <a:pt x="4921" y="17590"/>
                  </a:lnTo>
                  <a:lnTo>
                    <a:pt x="4854" y="17690"/>
                  </a:lnTo>
                  <a:lnTo>
                    <a:pt x="4821" y="17823"/>
                  </a:lnTo>
                  <a:cubicBezTo>
                    <a:pt x="4754" y="18057"/>
                    <a:pt x="4654" y="18257"/>
                    <a:pt x="4520" y="18490"/>
                  </a:cubicBezTo>
                  <a:cubicBezTo>
                    <a:pt x="4420" y="18691"/>
                    <a:pt x="4287" y="18891"/>
                    <a:pt x="4120" y="19057"/>
                  </a:cubicBezTo>
                  <a:cubicBezTo>
                    <a:pt x="3953" y="19224"/>
                    <a:pt x="3787" y="19391"/>
                    <a:pt x="3620" y="19658"/>
                  </a:cubicBezTo>
                  <a:cubicBezTo>
                    <a:pt x="3453" y="19891"/>
                    <a:pt x="3420" y="20192"/>
                    <a:pt x="3353" y="20392"/>
                  </a:cubicBezTo>
                  <a:cubicBezTo>
                    <a:pt x="3320" y="20592"/>
                    <a:pt x="3320" y="20825"/>
                    <a:pt x="3320" y="21026"/>
                  </a:cubicBezTo>
                  <a:cubicBezTo>
                    <a:pt x="3353" y="21392"/>
                    <a:pt x="3420" y="21693"/>
                    <a:pt x="3420" y="21893"/>
                  </a:cubicBezTo>
                  <a:lnTo>
                    <a:pt x="3420" y="21859"/>
                  </a:lnTo>
                  <a:cubicBezTo>
                    <a:pt x="3420" y="22393"/>
                    <a:pt x="3653" y="22894"/>
                    <a:pt x="3953" y="23227"/>
                  </a:cubicBezTo>
                  <a:cubicBezTo>
                    <a:pt x="4187" y="23594"/>
                    <a:pt x="4520" y="23928"/>
                    <a:pt x="4754" y="24261"/>
                  </a:cubicBezTo>
                  <a:cubicBezTo>
                    <a:pt x="4987" y="24595"/>
                    <a:pt x="5121" y="24995"/>
                    <a:pt x="5154" y="25362"/>
                  </a:cubicBezTo>
                  <a:cubicBezTo>
                    <a:pt x="5188" y="25729"/>
                    <a:pt x="5121" y="26096"/>
                    <a:pt x="5087" y="26496"/>
                  </a:cubicBezTo>
                  <a:cubicBezTo>
                    <a:pt x="4954" y="27230"/>
                    <a:pt x="4487" y="27830"/>
                    <a:pt x="3953" y="28197"/>
                  </a:cubicBezTo>
                  <a:cubicBezTo>
                    <a:pt x="3420" y="28598"/>
                    <a:pt x="2819" y="28864"/>
                    <a:pt x="2319" y="29165"/>
                  </a:cubicBezTo>
                  <a:cubicBezTo>
                    <a:pt x="1818" y="29398"/>
                    <a:pt x="1318" y="29698"/>
                    <a:pt x="985" y="30032"/>
                  </a:cubicBezTo>
                  <a:cubicBezTo>
                    <a:pt x="784" y="30165"/>
                    <a:pt x="651" y="30366"/>
                    <a:pt x="518" y="30532"/>
                  </a:cubicBezTo>
                  <a:cubicBezTo>
                    <a:pt x="384" y="30699"/>
                    <a:pt x="317" y="30866"/>
                    <a:pt x="217" y="31033"/>
                  </a:cubicBezTo>
                  <a:cubicBezTo>
                    <a:pt x="184" y="31166"/>
                    <a:pt x="151" y="31333"/>
                    <a:pt x="117" y="31433"/>
                  </a:cubicBezTo>
                  <a:cubicBezTo>
                    <a:pt x="51" y="31566"/>
                    <a:pt x="17" y="31700"/>
                    <a:pt x="17" y="31767"/>
                  </a:cubicBezTo>
                  <a:lnTo>
                    <a:pt x="17" y="32033"/>
                  </a:lnTo>
                  <a:cubicBezTo>
                    <a:pt x="0" y="32217"/>
                    <a:pt x="51" y="32309"/>
                    <a:pt x="113" y="32309"/>
                  </a:cubicBezTo>
                  <a:cubicBezTo>
                    <a:pt x="176" y="32309"/>
                    <a:pt x="251" y="32217"/>
                    <a:pt x="284" y="32033"/>
                  </a:cubicBezTo>
                  <a:cubicBezTo>
                    <a:pt x="284" y="32033"/>
                    <a:pt x="317" y="31933"/>
                    <a:pt x="317" y="31767"/>
                  </a:cubicBezTo>
                  <a:cubicBezTo>
                    <a:pt x="317" y="31700"/>
                    <a:pt x="351" y="31600"/>
                    <a:pt x="384" y="31500"/>
                  </a:cubicBezTo>
                  <a:cubicBezTo>
                    <a:pt x="451" y="31400"/>
                    <a:pt x="451" y="31233"/>
                    <a:pt x="518" y="31099"/>
                  </a:cubicBezTo>
                  <a:cubicBezTo>
                    <a:pt x="718" y="30532"/>
                    <a:pt x="1452" y="29899"/>
                    <a:pt x="2486" y="29398"/>
                  </a:cubicBezTo>
                  <a:cubicBezTo>
                    <a:pt x="3019" y="29165"/>
                    <a:pt x="3620" y="28864"/>
                    <a:pt x="4187" y="28431"/>
                  </a:cubicBezTo>
                  <a:cubicBezTo>
                    <a:pt x="4787" y="28031"/>
                    <a:pt x="5321" y="27363"/>
                    <a:pt x="5488" y="26529"/>
                  </a:cubicBezTo>
                  <a:cubicBezTo>
                    <a:pt x="5554" y="26163"/>
                    <a:pt x="5655" y="25729"/>
                    <a:pt x="5621" y="25262"/>
                  </a:cubicBezTo>
                  <a:cubicBezTo>
                    <a:pt x="5554" y="24862"/>
                    <a:pt x="5388" y="24395"/>
                    <a:pt x="5154" y="24028"/>
                  </a:cubicBezTo>
                  <a:cubicBezTo>
                    <a:pt x="4921" y="23661"/>
                    <a:pt x="4554" y="23327"/>
                    <a:pt x="4320" y="22994"/>
                  </a:cubicBezTo>
                  <a:cubicBezTo>
                    <a:pt x="4053" y="22660"/>
                    <a:pt x="3853" y="22260"/>
                    <a:pt x="3853" y="21859"/>
                  </a:cubicBezTo>
                  <a:cubicBezTo>
                    <a:pt x="3853" y="21693"/>
                    <a:pt x="3820" y="21392"/>
                    <a:pt x="3820" y="21026"/>
                  </a:cubicBezTo>
                  <a:cubicBezTo>
                    <a:pt x="3820" y="20692"/>
                    <a:pt x="3820" y="20258"/>
                    <a:pt x="4020" y="19925"/>
                  </a:cubicBezTo>
                  <a:cubicBezTo>
                    <a:pt x="4153" y="19758"/>
                    <a:pt x="4320" y="19591"/>
                    <a:pt x="4487" y="19391"/>
                  </a:cubicBezTo>
                  <a:cubicBezTo>
                    <a:pt x="4654" y="19191"/>
                    <a:pt x="4821" y="18991"/>
                    <a:pt x="4954" y="18724"/>
                  </a:cubicBezTo>
                  <a:cubicBezTo>
                    <a:pt x="5087" y="18490"/>
                    <a:pt x="5188" y="18224"/>
                    <a:pt x="5321" y="17923"/>
                  </a:cubicBezTo>
                  <a:lnTo>
                    <a:pt x="5321" y="17890"/>
                  </a:lnTo>
                  <a:lnTo>
                    <a:pt x="5354" y="17823"/>
                  </a:lnTo>
                  <a:lnTo>
                    <a:pt x="5454" y="17656"/>
                  </a:lnTo>
                  <a:cubicBezTo>
                    <a:pt x="5488" y="17523"/>
                    <a:pt x="5554" y="17423"/>
                    <a:pt x="5655" y="17356"/>
                  </a:cubicBezTo>
                  <a:cubicBezTo>
                    <a:pt x="5855" y="16923"/>
                    <a:pt x="6021" y="16522"/>
                    <a:pt x="6155" y="16022"/>
                  </a:cubicBezTo>
                  <a:cubicBezTo>
                    <a:pt x="6222" y="15755"/>
                    <a:pt x="6222" y="15522"/>
                    <a:pt x="6288" y="15255"/>
                  </a:cubicBezTo>
                  <a:cubicBezTo>
                    <a:pt x="6288" y="15021"/>
                    <a:pt x="6288" y="14721"/>
                    <a:pt x="6222" y="14488"/>
                  </a:cubicBezTo>
                  <a:cubicBezTo>
                    <a:pt x="6155" y="13920"/>
                    <a:pt x="5988" y="13420"/>
                    <a:pt x="5788" y="12953"/>
                  </a:cubicBezTo>
                  <a:cubicBezTo>
                    <a:pt x="5554" y="12486"/>
                    <a:pt x="5354" y="12019"/>
                    <a:pt x="5188" y="11552"/>
                  </a:cubicBezTo>
                  <a:cubicBezTo>
                    <a:pt x="4854" y="10585"/>
                    <a:pt x="4687" y="9584"/>
                    <a:pt x="4787" y="8617"/>
                  </a:cubicBezTo>
                  <a:cubicBezTo>
                    <a:pt x="4854" y="7683"/>
                    <a:pt x="5288" y="6815"/>
                    <a:pt x="5755" y="6015"/>
                  </a:cubicBezTo>
                  <a:cubicBezTo>
                    <a:pt x="6188" y="5214"/>
                    <a:pt x="6655" y="4480"/>
                    <a:pt x="6822" y="3646"/>
                  </a:cubicBezTo>
                  <a:cubicBezTo>
                    <a:pt x="6922" y="3213"/>
                    <a:pt x="6855" y="2813"/>
                    <a:pt x="6789" y="2446"/>
                  </a:cubicBezTo>
                  <a:cubicBezTo>
                    <a:pt x="6655" y="2079"/>
                    <a:pt x="6522" y="1778"/>
                    <a:pt x="6355" y="1545"/>
                  </a:cubicBezTo>
                  <a:cubicBezTo>
                    <a:pt x="6021" y="1045"/>
                    <a:pt x="5755" y="678"/>
                    <a:pt x="5488" y="444"/>
                  </a:cubicBezTo>
                  <a:cubicBezTo>
                    <a:pt x="5254" y="244"/>
                    <a:pt x="5121" y="111"/>
                    <a:pt x="5121" y="111"/>
                  </a:cubicBezTo>
                  <a:cubicBezTo>
                    <a:pt x="5022" y="34"/>
                    <a:pt x="4939" y="1"/>
                    <a:pt x="48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00" name="Google Shape;3100;p26"/>
            <p:cNvSpPr/>
            <p:nvPr/>
          </p:nvSpPr>
          <p:spPr>
            <a:xfrm flipH="1">
              <a:off x="8466019" y="872990"/>
              <a:ext cx="516630" cy="263997"/>
            </a:xfrm>
            <a:custGeom>
              <a:avLst/>
              <a:gdLst/>
              <a:ahLst/>
              <a:cxnLst/>
              <a:rect l="l" t="t" r="r" b="b"/>
              <a:pathLst>
                <a:path w="21366" h="10918" extrusionOk="0">
                  <a:moveTo>
                    <a:pt x="8236" y="1"/>
                  </a:moveTo>
                  <a:cubicBezTo>
                    <a:pt x="7955" y="1"/>
                    <a:pt x="7679" y="52"/>
                    <a:pt x="7422" y="144"/>
                  </a:cubicBezTo>
                  <a:cubicBezTo>
                    <a:pt x="5587" y="911"/>
                    <a:pt x="4720" y="2645"/>
                    <a:pt x="3920" y="3946"/>
                  </a:cubicBezTo>
                  <a:cubicBezTo>
                    <a:pt x="3519" y="4613"/>
                    <a:pt x="3119" y="5214"/>
                    <a:pt x="2719" y="5714"/>
                  </a:cubicBezTo>
                  <a:cubicBezTo>
                    <a:pt x="2519" y="5948"/>
                    <a:pt x="2285" y="6148"/>
                    <a:pt x="2085" y="6381"/>
                  </a:cubicBezTo>
                  <a:cubicBezTo>
                    <a:pt x="1885" y="6582"/>
                    <a:pt x="1685" y="6748"/>
                    <a:pt x="1518" y="6915"/>
                  </a:cubicBezTo>
                  <a:cubicBezTo>
                    <a:pt x="1118" y="7149"/>
                    <a:pt x="851" y="7415"/>
                    <a:pt x="584" y="7549"/>
                  </a:cubicBezTo>
                  <a:cubicBezTo>
                    <a:pt x="350" y="7649"/>
                    <a:pt x="217" y="7749"/>
                    <a:pt x="217" y="7749"/>
                  </a:cubicBezTo>
                  <a:cubicBezTo>
                    <a:pt x="1" y="7884"/>
                    <a:pt x="47" y="8128"/>
                    <a:pt x="232" y="8128"/>
                  </a:cubicBezTo>
                  <a:cubicBezTo>
                    <a:pt x="275" y="8128"/>
                    <a:pt x="326" y="8114"/>
                    <a:pt x="384" y="8083"/>
                  </a:cubicBezTo>
                  <a:cubicBezTo>
                    <a:pt x="384" y="8083"/>
                    <a:pt x="517" y="7983"/>
                    <a:pt x="751" y="7882"/>
                  </a:cubicBezTo>
                  <a:cubicBezTo>
                    <a:pt x="1017" y="7782"/>
                    <a:pt x="1351" y="7549"/>
                    <a:pt x="1751" y="7249"/>
                  </a:cubicBezTo>
                  <a:cubicBezTo>
                    <a:pt x="1918" y="7082"/>
                    <a:pt x="2185" y="6915"/>
                    <a:pt x="2385" y="6715"/>
                  </a:cubicBezTo>
                  <a:cubicBezTo>
                    <a:pt x="2585" y="6481"/>
                    <a:pt x="2852" y="6248"/>
                    <a:pt x="3052" y="5981"/>
                  </a:cubicBezTo>
                  <a:cubicBezTo>
                    <a:pt x="3453" y="5447"/>
                    <a:pt x="3920" y="4880"/>
                    <a:pt x="4353" y="4213"/>
                  </a:cubicBezTo>
                  <a:cubicBezTo>
                    <a:pt x="4553" y="3846"/>
                    <a:pt x="4787" y="3513"/>
                    <a:pt x="5020" y="3212"/>
                  </a:cubicBezTo>
                  <a:cubicBezTo>
                    <a:pt x="5220" y="2812"/>
                    <a:pt x="5454" y="2479"/>
                    <a:pt x="5721" y="2178"/>
                  </a:cubicBezTo>
                  <a:cubicBezTo>
                    <a:pt x="6221" y="1578"/>
                    <a:pt x="6888" y="978"/>
                    <a:pt x="7589" y="744"/>
                  </a:cubicBezTo>
                  <a:cubicBezTo>
                    <a:pt x="7756" y="677"/>
                    <a:pt x="7931" y="644"/>
                    <a:pt x="8106" y="644"/>
                  </a:cubicBezTo>
                  <a:cubicBezTo>
                    <a:pt x="8281" y="644"/>
                    <a:pt x="8456" y="677"/>
                    <a:pt x="8623" y="744"/>
                  </a:cubicBezTo>
                  <a:cubicBezTo>
                    <a:pt x="8956" y="844"/>
                    <a:pt x="9257" y="1111"/>
                    <a:pt x="9524" y="1411"/>
                  </a:cubicBezTo>
                  <a:cubicBezTo>
                    <a:pt x="10024" y="1978"/>
                    <a:pt x="10257" y="2745"/>
                    <a:pt x="10558" y="3446"/>
                  </a:cubicBezTo>
                  <a:cubicBezTo>
                    <a:pt x="10691" y="3813"/>
                    <a:pt x="10858" y="4180"/>
                    <a:pt x="11058" y="4580"/>
                  </a:cubicBezTo>
                  <a:cubicBezTo>
                    <a:pt x="11258" y="4947"/>
                    <a:pt x="11558" y="5381"/>
                    <a:pt x="12059" y="5581"/>
                  </a:cubicBezTo>
                  <a:cubicBezTo>
                    <a:pt x="12305" y="5687"/>
                    <a:pt x="12571" y="5727"/>
                    <a:pt x="12835" y="5727"/>
                  </a:cubicBezTo>
                  <a:cubicBezTo>
                    <a:pt x="13071" y="5727"/>
                    <a:pt x="13306" y="5695"/>
                    <a:pt x="13526" y="5648"/>
                  </a:cubicBezTo>
                  <a:cubicBezTo>
                    <a:pt x="13727" y="5614"/>
                    <a:pt x="13960" y="5547"/>
                    <a:pt x="14194" y="5447"/>
                  </a:cubicBezTo>
                  <a:lnTo>
                    <a:pt x="14794" y="5214"/>
                  </a:lnTo>
                  <a:cubicBezTo>
                    <a:pt x="15228" y="4980"/>
                    <a:pt x="15595" y="4814"/>
                    <a:pt x="15961" y="4714"/>
                  </a:cubicBezTo>
                  <a:cubicBezTo>
                    <a:pt x="16204" y="4633"/>
                    <a:pt x="16434" y="4589"/>
                    <a:pt x="16645" y="4589"/>
                  </a:cubicBezTo>
                  <a:cubicBezTo>
                    <a:pt x="16782" y="4589"/>
                    <a:pt x="16910" y="4607"/>
                    <a:pt x="17029" y="4647"/>
                  </a:cubicBezTo>
                  <a:cubicBezTo>
                    <a:pt x="17296" y="4780"/>
                    <a:pt x="17563" y="5080"/>
                    <a:pt x="17729" y="5414"/>
                  </a:cubicBezTo>
                  <a:cubicBezTo>
                    <a:pt x="17896" y="5781"/>
                    <a:pt x="18063" y="6115"/>
                    <a:pt x="18130" y="6481"/>
                  </a:cubicBezTo>
                  <a:cubicBezTo>
                    <a:pt x="18363" y="7249"/>
                    <a:pt x="18430" y="7949"/>
                    <a:pt x="18630" y="8616"/>
                  </a:cubicBezTo>
                  <a:cubicBezTo>
                    <a:pt x="18797" y="9283"/>
                    <a:pt x="19097" y="9884"/>
                    <a:pt x="19531" y="10251"/>
                  </a:cubicBezTo>
                  <a:cubicBezTo>
                    <a:pt x="19898" y="10618"/>
                    <a:pt x="20298" y="10785"/>
                    <a:pt x="20598" y="10818"/>
                  </a:cubicBezTo>
                  <a:cubicBezTo>
                    <a:pt x="20865" y="10918"/>
                    <a:pt x="21032" y="10918"/>
                    <a:pt x="21032" y="10918"/>
                  </a:cubicBezTo>
                  <a:cubicBezTo>
                    <a:pt x="21365" y="10918"/>
                    <a:pt x="21365" y="10618"/>
                    <a:pt x="21132" y="10484"/>
                  </a:cubicBezTo>
                  <a:cubicBezTo>
                    <a:pt x="21132" y="10484"/>
                    <a:pt x="20998" y="10484"/>
                    <a:pt x="20765" y="10418"/>
                  </a:cubicBezTo>
                  <a:cubicBezTo>
                    <a:pt x="20498" y="10384"/>
                    <a:pt x="20164" y="10217"/>
                    <a:pt x="19831" y="9917"/>
                  </a:cubicBezTo>
                  <a:cubicBezTo>
                    <a:pt x="19564" y="9617"/>
                    <a:pt x="19297" y="9117"/>
                    <a:pt x="19130" y="8483"/>
                  </a:cubicBezTo>
                  <a:cubicBezTo>
                    <a:pt x="18997" y="7882"/>
                    <a:pt x="18897" y="7149"/>
                    <a:pt x="18730" y="6381"/>
                  </a:cubicBezTo>
                  <a:cubicBezTo>
                    <a:pt x="18630" y="5948"/>
                    <a:pt x="18497" y="5581"/>
                    <a:pt x="18296" y="5147"/>
                  </a:cubicBezTo>
                  <a:cubicBezTo>
                    <a:pt x="18096" y="4780"/>
                    <a:pt x="17863" y="4380"/>
                    <a:pt x="17329" y="4113"/>
                  </a:cubicBezTo>
                  <a:cubicBezTo>
                    <a:pt x="17106" y="4002"/>
                    <a:pt x="16853" y="3959"/>
                    <a:pt x="16605" y="3959"/>
                  </a:cubicBezTo>
                  <a:cubicBezTo>
                    <a:pt x="16334" y="3959"/>
                    <a:pt x="16070" y="4010"/>
                    <a:pt x="15861" y="4080"/>
                  </a:cubicBezTo>
                  <a:cubicBezTo>
                    <a:pt x="15394" y="4213"/>
                    <a:pt x="15027" y="4413"/>
                    <a:pt x="14594" y="4580"/>
                  </a:cubicBezTo>
                  <a:cubicBezTo>
                    <a:pt x="14394" y="4714"/>
                    <a:pt x="14227" y="4747"/>
                    <a:pt x="14027" y="4814"/>
                  </a:cubicBezTo>
                  <a:cubicBezTo>
                    <a:pt x="13793" y="4914"/>
                    <a:pt x="13626" y="4947"/>
                    <a:pt x="13426" y="4980"/>
                  </a:cubicBezTo>
                  <a:cubicBezTo>
                    <a:pt x="13256" y="5027"/>
                    <a:pt x="13086" y="5052"/>
                    <a:pt x="12922" y="5052"/>
                  </a:cubicBezTo>
                  <a:cubicBezTo>
                    <a:pt x="12733" y="5052"/>
                    <a:pt x="12553" y="5019"/>
                    <a:pt x="12392" y="4947"/>
                  </a:cubicBezTo>
                  <a:cubicBezTo>
                    <a:pt x="12125" y="4814"/>
                    <a:pt x="11892" y="4580"/>
                    <a:pt x="11725" y="4247"/>
                  </a:cubicBezTo>
                  <a:cubicBezTo>
                    <a:pt x="11558" y="3913"/>
                    <a:pt x="11392" y="3546"/>
                    <a:pt x="11258" y="3212"/>
                  </a:cubicBezTo>
                  <a:cubicBezTo>
                    <a:pt x="10958" y="2479"/>
                    <a:pt x="10691" y="1645"/>
                    <a:pt x="10091" y="944"/>
                  </a:cubicBezTo>
                  <a:cubicBezTo>
                    <a:pt x="9790" y="611"/>
                    <a:pt x="9423" y="277"/>
                    <a:pt x="8923" y="110"/>
                  </a:cubicBezTo>
                  <a:cubicBezTo>
                    <a:pt x="8698" y="35"/>
                    <a:pt x="8466" y="1"/>
                    <a:pt x="82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01" name="Google Shape;3101;p26"/>
            <p:cNvSpPr/>
            <p:nvPr/>
          </p:nvSpPr>
          <p:spPr>
            <a:xfrm flipH="1">
              <a:off x="8782197" y="899830"/>
              <a:ext cx="17772" cy="18594"/>
            </a:xfrm>
            <a:custGeom>
              <a:avLst/>
              <a:gdLst/>
              <a:ahLst/>
              <a:cxnLst/>
              <a:rect l="l" t="t" r="r" b="b"/>
              <a:pathLst>
                <a:path w="735" h="769" extrusionOk="0">
                  <a:moveTo>
                    <a:pt x="568" y="1"/>
                  </a:moveTo>
                  <a:cubicBezTo>
                    <a:pt x="568" y="1"/>
                    <a:pt x="334" y="101"/>
                    <a:pt x="201" y="201"/>
                  </a:cubicBezTo>
                  <a:cubicBezTo>
                    <a:pt x="134" y="335"/>
                    <a:pt x="0" y="601"/>
                    <a:pt x="0" y="601"/>
                  </a:cubicBezTo>
                  <a:cubicBezTo>
                    <a:pt x="0" y="601"/>
                    <a:pt x="134" y="768"/>
                    <a:pt x="167" y="768"/>
                  </a:cubicBezTo>
                  <a:cubicBezTo>
                    <a:pt x="167" y="768"/>
                    <a:pt x="401" y="668"/>
                    <a:pt x="534" y="535"/>
                  </a:cubicBezTo>
                  <a:cubicBezTo>
                    <a:pt x="634" y="435"/>
                    <a:pt x="734" y="168"/>
                    <a:pt x="734" y="168"/>
                  </a:cubicBezTo>
                  <a:lnTo>
                    <a:pt x="56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02" name="Google Shape;3102;p26"/>
            <p:cNvSpPr/>
            <p:nvPr/>
          </p:nvSpPr>
          <p:spPr>
            <a:xfrm flipH="1">
              <a:off x="8766867" y="911122"/>
              <a:ext cx="27468" cy="32304"/>
            </a:xfrm>
            <a:custGeom>
              <a:avLst/>
              <a:gdLst/>
              <a:ahLst/>
              <a:cxnLst/>
              <a:rect l="l" t="t" r="r" b="b"/>
              <a:pathLst>
                <a:path w="1136" h="1336" extrusionOk="0">
                  <a:moveTo>
                    <a:pt x="968" y="1"/>
                  </a:moveTo>
                  <a:cubicBezTo>
                    <a:pt x="968" y="1"/>
                    <a:pt x="835" y="34"/>
                    <a:pt x="735" y="134"/>
                  </a:cubicBezTo>
                  <a:cubicBezTo>
                    <a:pt x="601" y="201"/>
                    <a:pt x="468" y="335"/>
                    <a:pt x="335" y="468"/>
                  </a:cubicBezTo>
                  <a:cubicBezTo>
                    <a:pt x="268" y="568"/>
                    <a:pt x="134" y="735"/>
                    <a:pt x="101" y="902"/>
                  </a:cubicBezTo>
                  <a:lnTo>
                    <a:pt x="1" y="1168"/>
                  </a:lnTo>
                  <a:cubicBezTo>
                    <a:pt x="68" y="1202"/>
                    <a:pt x="234" y="1302"/>
                    <a:pt x="268" y="1335"/>
                  </a:cubicBezTo>
                  <a:cubicBezTo>
                    <a:pt x="268" y="1335"/>
                    <a:pt x="335" y="1235"/>
                    <a:pt x="435" y="1135"/>
                  </a:cubicBezTo>
                  <a:cubicBezTo>
                    <a:pt x="501" y="1002"/>
                    <a:pt x="635" y="902"/>
                    <a:pt x="735" y="802"/>
                  </a:cubicBezTo>
                  <a:lnTo>
                    <a:pt x="968" y="401"/>
                  </a:lnTo>
                  <a:cubicBezTo>
                    <a:pt x="1068" y="301"/>
                    <a:pt x="1135" y="201"/>
                    <a:pt x="1135" y="201"/>
                  </a:cubicBezTo>
                  <a:cubicBezTo>
                    <a:pt x="1135" y="168"/>
                    <a:pt x="968" y="1"/>
                    <a:pt x="9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03" name="Google Shape;3103;p26"/>
            <p:cNvSpPr/>
            <p:nvPr/>
          </p:nvSpPr>
          <p:spPr>
            <a:xfrm flipH="1">
              <a:off x="8755575" y="934528"/>
              <a:ext cx="20190" cy="25824"/>
            </a:xfrm>
            <a:custGeom>
              <a:avLst/>
              <a:gdLst/>
              <a:ahLst/>
              <a:cxnLst/>
              <a:rect l="l" t="t" r="r" b="b"/>
              <a:pathLst>
                <a:path w="835" h="1068" extrusionOk="0">
                  <a:moveTo>
                    <a:pt x="634" y="0"/>
                  </a:moveTo>
                  <a:cubicBezTo>
                    <a:pt x="634" y="0"/>
                    <a:pt x="334" y="234"/>
                    <a:pt x="200" y="401"/>
                  </a:cubicBezTo>
                  <a:cubicBezTo>
                    <a:pt x="67" y="601"/>
                    <a:pt x="0" y="934"/>
                    <a:pt x="0" y="934"/>
                  </a:cubicBezTo>
                  <a:cubicBezTo>
                    <a:pt x="0" y="934"/>
                    <a:pt x="167" y="1068"/>
                    <a:pt x="200" y="1068"/>
                  </a:cubicBezTo>
                  <a:cubicBezTo>
                    <a:pt x="200" y="1068"/>
                    <a:pt x="501" y="834"/>
                    <a:pt x="634" y="667"/>
                  </a:cubicBezTo>
                  <a:cubicBezTo>
                    <a:pt x="734" y="434"/>
                    <a:pt x="834" y="100"/>
                    <a:pt x="834" y="100"/>
                  </a:cubicBezTo>
                  <a:lnTo>
                    <a:pt x="6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04" name="Google Shape;3104;p26"/>
            <p:cNvSpPr/>
            <p:nvPr/>
          </p:nvSpPr>
          <p:spPr>
            <a:xfrm flipH="1">
              <a:off x="8741864" y="960328"/>
              <a:ext cx="21012" cy="26816"/>
            </a:xfrm>
            <a:custGeom>
              <a:avLst/>
              <a:gdLst/>
              <a:ahLst/>
              <a:cxnLst/>
              <a:rect l="l" t="t" r="r" b="b"/>
              <a:pathLst>
                <a:path w="869" h="1109" extrusionOk="0">
                  <a:moveTo>
                    <a:pt x="735" y="1"/>
                  </a:moveTo>
                  <a:cubicBezTo>
                    <a:pt x="735" y="1"/>
                    <a:pt x="668" y="34"/>
                    <a:pt x="535" y="134"/>
                  </a:cubicBezTo>
                  <a:cubicBezTo>
                    <a:pt x="435" y="201"/>
                    <a:pt x="301" y="334"/>
                    <a:pt x="201" y="434"/>
                  </a:cubicBezTo>
                  <a:cubicBezTo>
                    <a:pt x="101" y="635"/>
                    <a:pt x="1" y="1001"/>
                    <a:pt x="1" y="1001"/>
                  </a:cubicBezTo>
                  <a:cubicBezTo>
                    <a:pt x="1" y="1030"/>
                    <a:pt x="124" y="1108"/>
                    <a:pt x="180" y="1108"/>
                  </a:cubicBezTo>
                  <a:cubicBezTo>
                    <a:pt x="189" y="1108"/>
                    <a:pt x="196" y="1106"/>
                    <a:pt x="201" y="1102"/>
                  </a:cubicBezTo>
                  <a:cubicBezTo>
                    <a:pt x="201" y="1102"/>
                    <a:pt x="501" y="835"/>
                    <a:pt x="635" y="668"/>
                  </a:cubicBezTo>
                  <a:cubicBezTo>
                    <a:pt x="668" y="601"/>
                    <a:pt x="735" y="468"/>
                    <a:pt x="801" y="368"/>
                  </a:cubicBezTo>
                  <a:lnTo>
                    <a:pt x="868" y="201"/>
                  </a:lnTo>
                  <a:lnTo>
                    <a:pt x="73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05" name="Google Shape;3105;p26"/>
            <p:cNvSpPr/>
            <p:nvPr/>
          </p:nvSpPr>
          <p:spPr>
            <a:xfrm flipH="1">
              <a:off x="8724938" y="999862"/>
              <a:ext cx="12936" cy="21786"/>
            </a:xfrm>
            <a:custGeom>
              <a:avLst/>
              <a:gdLst/>
              <a:ahLst/>
              <a:cxnLst/>
              <a:rect l="l" t="t" r="r" b="b"/>
              <a:pathLst>
                <a:path w="535" h="901" extrusionOk="0">
                  <a:moveTo>
                    <a:pt x="168" y="0"/>
                  </a:moveTo>
                  <a:lnTo>
                    <a:pt x="68" y="367"/>
                  </a:lnTo>
                  <a:lnTo>
                    <a:pt x="68" y="567"/>
                  </a:lnTo>
                  <a:cubicBezTo>
                    <a:pt x="1" y="667"/>
                    <a:pt x="1" y="701"/>
                    <a:pt x="1" y="701"/>
                  </a:cubicBezTo>
                  <a:cubicBezTo>
                    <a:pt x="1" y="734"/>
                    <a:pt x="168" y="868"/>
                    <a:pt x="168" y="901"/>
                  </a:cubicBezTo>
                  <a:cubicBezTo>
                    <a:pt x="168" y="901"/>
                    <a:pt x="268" y="868"/>
                    <a:pt x="335" y="767"/>
                  </a:cubicBezTo>
                  <a:cubicBezTo>
                    <a:pt x="435" y="701"/>
                    <a:pt x="501" y="534"/>
                    <a:pt x="501" y="467"/>
                  </a:cubicBezTo>
                  <a:cubicBezTo>
                    <a:pt x="535" y="234"/>
                    <a:pt x="435" y="0"/>
                    <a:pt x="4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06" name="Google Shape;3106;p26"/>
            <p:cNvSpPr/>
            <p:nvPr/>
          </p:nvSpPr>
          <p:spPr>
            <a:xfrm flipH="1">
              <a:off x="8565230" y="1007116"/>
              <a:ext cx="28266" cy="20190"/>
            </a:xfrm>
            <a:custGeom>
              <a:avLst/>
              <a:gdLst/>
              <a:ahLst/>
              <a:cxnLst/>
              <a:rect l="l" t="t" r="r" b="b"/>
              <a:pathLst>
                <a:path w="1169" h="835" extrusionOk="0">
                  <a:moveTo>
                    <a:pt x="835" y="0"/>
                  </a:moveTo>
                  <a:cubicBezTo>
                    <a:pt x="701" y="0"/>
                    <a:pt x="535" y="67"/>
                    <a:pt x="401" y="101"/>
                  </a:cubicBezTo>
                  <a:cubicBezTo>
                    <a:pt x="334" y="201"/>
                    <a:pt x="201" y="267"/>
                    <a:pt x="134" y="401"/>
                  </a:cubicBezTo>
                  <a:cubicBezTo>
                    <a:pt x="34" y="534"/>
                    <a:pt x="1" y="601"/>
                    <a:pt x="1" y="601"/>
                  </a:cubicBezTo>
                  <a:cubicBezTo>
                    <a:pt x="1" y="668"/>
                    <a:pt x="134" y="768"/>
                    <a:pt x="134" y="834"/>
                  </a:cubicBezTo>
                  <a:cubicBezTo>
                    <a:pt x="134" y="834"/>
                    <a:pt x="201" y="768"/>
                    <a:pt x="334" y="734"/>
                  </a:cubicBezTo>
                  <a:cubicBezTo>
                    <a:pt x="468" y="701"/>
                    <a:pt x="568" y="668"/>
                    <a:pt x="668" y="568"/>
                  </a:cubicBezTo>
                  <a:cubicBezTo>
                    <a:pt x="735" y="534"/>
                    <a:pt x="868" y="401"/>
                    <a:pt x="968" y="367"/>
                  </a:cubicBezTo>
                  <a:cubicBezTo>
                    <a:pt x="1035" y="267"/>
                    <a:pt x="1135" y="234"/>
                    <a:pt x="1135" y="234"/>
                  </a:cubicBezTo>
                  <a:cubicBezTo>
                    <a:pt x="1168" y="234"/>
                    <a:pt x="1068" y="0"/>
                    <a:pt x="10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07" name="Google Shape;3107;p26"/>
            <p:cNvSpPr/>
            <p:nvPr/>
          </p:nvSpPr>
          <p:spPr>
            <a:xfrm flipH="1">
              <a:off x="8562812" y="1036157"/>
              <a:ext cx="19392" cy="17772"/>
            </a:xfrm>
            <a:custGeom>
              <a:avLst/>
              <a:gdLst/>
              <a:ahLst/>
              <a:cxnLst/>
              <a:rect l="l" t="t" r="r" b="b"/>
              <a:pathLst>
                <a:path w="802" h="735" extrusionOk="0">
                  <a:moveTo>
                    <a:pt x="635" y="0"/>
                  </a:moveTo>
                  <a:cubicBezTo>
                    <a:pt x="635" y="0"/>
                    <a:pt x="334" y="67"/>
                    <a:pt x="201" y="200"/>
                  </a:cubicBezTo>
                  <a:cubicBezTo>
                    <a:pt x="168" y="234"/>
                    <a:pt x="68" y="367"/>
                    <a:pt x="34" y="467"/>
                  </a:cubicBezTo>
                  <a:cubicBezTo>
                    <a:pt x="1" y="534"/>
                    <a:pt x="1" y="634"/>
                    <a:pt x="1" y="634"/>
                  </a:cubicBezTo>
                  <a:cubicBezTo>
                    <a:pt x="34" y="634"/>
                    <a:pt x="201" y="701"/>
                    <a:pt x="201" y="734"/>
                  </a:cubicBezTo>
                  <a:cubicBezTo>
                    <a:pt x="201" y="734"/>
                    <a:pt x="234" y="701"/>
                    <a:pt x="334" y="667"/>
                  </a:cubicBezTo>
                  <a:cubicBezTo>
                    <a:pt x="368" y="634"/>
                    <a:pt x="501" y="567"/>
                    <a:pt x="535" y="534"/>
                  </a:cubicBezTo>
                  <a:cubicBezTo>
                    <a:pt x="668" y="467"/>
                    <a:pt x="801" y="167"/>
                    <a:pt x="801" y="167"/>
                  </a:cubicBezTo>
                  <a:lnTo>
                    <a:pt x="63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08" name="Google Shape;3108;p26"/>
            <p:cNvSpPr/>
            <p:nvPr/>
          </p:nvSpPr>
          <p:spPr>
            <a:xfrm flipH="1">
              <a:off x="8552317" y="1057121"/>
              <a:ext cx="29064" cy="25026"/>
            </a:xfrm>
            <a:custGeom>
              <a:avLst/>
              <a:gdLst/>
              <a:ahLst/>
              <a:cxnLst/>
              <a:rect l="l" t="t" r="r" b="b"/>
              <a:pathLst>
                <a:path w="1202" h="1035" extrusionOk="0">
                  <a:moveTo>
                    <a:pt x="1068" y="1"/>
                  </a:moveTo>
                  <a:lnTo>
                    <a:pt x="834" y="101"/>
                  </a:lnTo>
                  <a:cubicBezTo>
                    <a:pt x="667" y="134"/>
                    <a:pt x="534" y="201"/>
                    <a:pt x="434" y="301"/>
                  </a:cubicBezTo>
                  <a:cubicBezTo>
                    <a:pt x="200" y="468"/>
                    <a:pt x="0" y="835"/>
                    <a:pt x="0" y="835"/>
                  </a:cubicBezTo>
                  <a:cubicBezTo>
                    <a:pt x="0" y="868"/>
                    <a:pt x="167" y="1001"/>
                    <a:pt x="200" y="1035"/>
                  </a:cubicBezTo>
                  <a:cubicBezTo>
                    <a:pt x="200" y="1035"/>
                    <a:pt x="567" y="835"/>
                    <a:pt x="734" y="668"/>
                  </a:cubicBezTo>
                  <a:lnTo>
                    <a:pt x="1034" y="368"/>
                  </a:lnTo>
                  <a:lnTo>
                    <a:pt x="1201" y="201"/>
                  </a:lnTo>
                  <a:lnTo>
                    <a:pt x="106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09" name="Google Shape;3109;p26"/>
            <p:cNvSpPr/>
            <p:nvPr/>
          </p:nvSpPr>
          <p:spPr>
            <a:xfrm flipH="1">
              <a:off x="8548304" y="1088579"/>
              <a:ext cx="17748" cy="17772"/>
            </a:xfrm>
            <a:custGeom>
              <a:avLst/>
              <a:gdLst/>
              <a:ahLst/>
              <a:cxnLst/>
              <a:rect l="l" t="t" r="r" b="b"/>
              <a:pathLst>
                <a:path w="734" h="735" extrusionOk="0">
                  <a:moveTo>
                    <a:pt x="567" y="1"/>
                  </a:moveTo>
                  <a:cubicBezTo>
                    <a:pt x="567" y="1"/>
                    <a:pt x="334" y="67"/>
                    <a:pt x="200" y="201"/>
                  </a:cubicBezTo>
                  <a:cubicBezTo>
                    <a:pt x="100" y="334"/>
                    <a:pt x="0" y="568"/>
                    <a:pt x="0" y="568"/>
                  </a:cubicBezTo>
                  <a:cubicBezTo>
                    <a:pt x="0" y="634"/>
                    <a:pt x="167" y="734"/>
                    <a:pt x="167" y="734"/>
                  </a:cubicBezTo>
                  <a:cubicBezTo>
                    <a:pt x="167" y="734"/>
                    <a:pt x="400" y="668"/>
                    <a:pt x="534" y="534"/>
                  </a:cubicBezTo>
                  <a:cubicBezTo>
                    <a:pt x="634" y="401"/>
                    <a:pt x="734" y="167"/>
                    <a:pt x="734" y="167"/>
                  </a:cubicBezTo>
                  <a:lnTo>
                    <a:pt x="56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10" name="Google Shape;3110;p26"/>
            <p:cNvSpPr/>
            <p:nvPr/>
          </p:nvSpPr>
          <p:spPr>
            <a:xfrm flipH="1">
              <a:off x="8537809" y="1112783"/>
              <a:ext cx="16152" cy="20190"/>
            </a:xfrm>
            <a:custGeom>
              <a:avLst/>
              <a:gdLst/>
              <a:ahLst/>
              <a:cxnLst/>
              <a:rect l="l" t="t" r="r" b="b"/>
              <a:pathLst>
                <a:path w="668" h="835" extrusionOk="0">
                  <a:moveTo>
                    <a:pt x="367" y="0"/>
                  </a:moveTo>
                  <a:cubicBezTo>
                    <a:pt x="367" y="0"/>
                    <a:pt x="201" y="167"/>
                    <a:pt x="134" y="300"/>
                  </a:cubicBezTo>
                  <a:cubicBezTo>
                    <a:pt x="67" y="334"/>
                    <a:pt x="67" y="401"/>
                    <a:pt x="34" y="501"/>
                  </a:cubicBezTo>
                  <a:cubicBezTo>
                    <a:pt x="0" y="534"/>
                    <a:pt x="0" y="634"/>
                    <a:pt x="0" y="634"/>
                  </a:cubicBezTo>
                  <a:cubicBezTo>
                    <a:pt x="34" y="667"/>
                    <a:pt x="167" y="801"/>
                    <a:pt x="167" y="834"/>
                  </a:cubicBezTo>
                  <a:lnTo>
                    <a:pt x="334" y="734"/>
                  </a:lnTo>
                  <a:cubicBezTo>
                    <a:pt x="401" y="701"/>
                    <a:pt x="501" y="634"/>
                    <a:pt x="534" y="534"/>
                  </a:cubicBezTo>
                  <a:cubicBezTo>
                    <a:pt x="668" y="367"/>
                    <a:pt x="601" y="67"/>
                    <a:pt x="601" y="67"/>
                  </a:cubicBezTo>
                  <a:lnTo>
                    <a:pt x="36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11" name="Google Shape;3111;p26"/>
            <p:cNvSpPr/>
            <p:nvPr/>
          </p:nvSpPr>
          <p:spPr>
            <a:xfrm flipH="1">
              <a:off x="8521681" y="1128911"/>
              <a:ext cx="16950" cy="20190"/>
            </a:xfrm>
            <a:custGeom>
              <a:avLst/>
              <a:gdLst/>
              <a:ahLst/>
              <a:cxnLst/>
              <a:rect l="l" t="t" r="r" b="b"/>
              <a:pathLst>
                <a:path w="701" h="835" extrusionOk="0">
                  <a:moveTo>
                    <a:pt x="534" y="0"/>
                  </a:moveTo>
                  <a:cubicBezTo>
                    <a:pt x="534" y="0"/>
                    <a:pt x="234" y="67"/>
                    <a:pt x="100" y="234"/>
                  </a:cubicBezTo>
                  <a:cubicBezTo>
                    <a:pt x="67" y="367"/>
                    <a:pt x="0" y="467"/>
                    <a:pt x="0" y="567"/>
                  </a:cubicBezTo>
                  <a:lnTo>
                    <a:pt x="0" y="734"/>
                  </a:lnTo>
                  <a:lnTo>
                    <a:pt x="200" y="834"/>
                  </a:lnTo>
                  <a:lnTo>
                    <a:pt x="334" y="701"/>
                  </a:lnTo>
                  <a:lnTo>
                    <a:pt x="501" y="534"/>
                  </a:lnTo>
                  <a:cubicBezTo>
                    <a:pt x="567" y="401"/>
                    <a:pt x="701" y="167"/>
                    <a:pt x="701" y="167"/>
                  </a:cubicBezTo>
                  <a:lnTo>
                    <a:pt x="5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12" name="Google Shape;3112;p26"/>
            <p:cNvSpPr/>
            <p:nvPr/>
          </p:nvSpPr>
          <p:spPr>
            <a:xfrm flipH="1">
              <a:off x="8500717" y="1145837"/>
              <a:ext cx="12912" cy="12138"/>
            </a:xfrm>
            <a:custGeom>
              <a:avLst/>
              <a:gdLst/>
              <a:ahLst/>
              <a:cxnLst/>
              <a:rect l="l" t="t" r="r" b="b"/>
              <a:pathLst>
                <a:path w="534" h="502" extrusionOk="0">
                  <a:moveTo>
                    <a:pt x="200" y="1"/>
                  </a:moveTo>
                  <a:cubicBezTo>
                    <a:pt x="200" y="1"/>
                    <a:pt x="67" y="101"/>
                    <a:pt x="34" y="168"/>
                  </a:cubicBezTo>
                  <a:cubicBezTo>
                    <a:pt x="0" y="301"/>
                    <a:pt x="67" y="501"/>
                    <a:pt x="67" y="501"/>
                  </a:cubicBezTo>
                  <a:lnTo>
                    <a:pt x="334" y="501"/>
                  </a:lnTo>
                  <a:cubicBezTo>
                    <a:pt x="334" y="501"/>
                    <a:pt x="467" y="435"/>
                    <a:pt x="501" y="334"/>
                  </a:cubicBezTo>
                  <a:cubicBezTo>
                    <a:pt x="534" y="201"/>
                    <a:pt x="467" y="1"/>
                    <a:pt x="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13" name="Google Shape;3113;p26"/>
            <p:cNvSpPr/>
            <p:nvPr/>
          </p:nvSpPr>
          <p:spPr>
            <a:xfrm flipH="1">
              <a:off x="8342628" y="747713"/>
              <a:ext cx="423198" cy="183212"/>
            </a:xfrm>
            <a:custGeom>
              <a:avLst/>
              <a:gdLst/>
              <a:ahLst/>
              <a:cxnLst/>
              <a:rect l="l" t="t" r="r" b="b"/>
              <a:pathLst>
                <a:path w="17502" h="7577" extrusionOk="0">
                  <a:moveTo>
                    <a:pt x="7234" y="1"/>
                  </a:moveTo>
                  <a:cubicBezTo>
                    <a:pt x="6746" y="1"/>
                    <a:pt x="6237" y="162"/>
                    <a:pt x="5827" y="421"/>
                  </a:cubicBezTo>
                  <a:cubicBezTo>
                    <a:pt x="5160" y="788"/>
                    <a:pt x="4726" y="1322"/>
                    <a:pt x="4293" y="1822"/>
                  </a:cubicBezTo>
                  <a:cubicBezTo>
                    <a:pt x="3892" y="2322"/>
                    <a:pt x="3492" y="2856"/>
                    <a:pt x="3158" y="3356"/>
                  </a:cubicBezTo>
                  <a:cubicBezTo>
                    <a:pt x="2491" y="4324"/>
                    <a:pt x="1924" y="5258"/>
                    <a:pt x="1324" y="5525"/>
                  </a:cubicBezTo>
                  <a:cubicBezTo>
                    <a:pt x="1181" y="5614"/>
                    <a:pt x="1047" y="5646"/>
                    <a:pt x="928" y="5646"/>
                  </a:cubicBezTo>
                  <a:cubicBezTo>
                    <a:pt x="825" y="5646"/>
                    <a:pt x="734" y="5622"/>
                    <a:pt x="657" y="5591"/>
                  </a:cubicBezTo>
                  <a:cubicBezTo>
                    <a:pt x="490" y="5525"/>
                    <a:pt x="423" y="5458"/>
                    <a:pt x="423" y="5458"/>
                  </a:cubicBezTo>
                  <a:cubicBezTo>
                    <a:pt x="386" y="5428"/>
                    <a:pt x="342" y="5415"/>
                    <a:pt x="299" y="5415"/>
                  </a:cubicBezTo>
                  <a:cubicBezTo>
                    <a:pt x="148" y="5415"/>
                    <a:pt x="1" y="5577"/>
                    <a:pt x="156" y="5758"/>
                  </a:cubicBezTo>
                  <a:cubicBezTo>
                    <a:pt x="156" y="5758"/>
                    <a:pt x="256" y="5825"/>
                    <a:pt x="456" y="5958"/>
                  </a:cubicBezTo>
                  <a:cubicBezTo>
                    <a:pt x="557" y="5992"/>
                    <a:pt x="590" y="6025"/>
                    <a:pt x="657" y="6025"/>
                  </a:cubicBezTo>
                  <a:cubicBezTo>
                    <a:pt x="757" y="6025"/>
                    <a:pt x="823" y="6092"/>
                    <a:pt x="923" y="6092"/>
                  </a:cubicBezTo>
                  <a:cubicBezTo>
                    <a:pt x="990" y="6092"/>
                    <a:pt x="1124" y="6092"/>
                    <a:pt x="1224" y="6025"/>
                  </a:cubicBezTo>
                  <a:cubicBezTo>
                    <a:pt x="1290" y="6025"/>
                    <a:pt x="1424" y="5992"/>
                    <a:pt x="1491" y="5958"/>
                  </a:cubicBezTo>
                  <a:cubicBezTo>
                    <a:pt x="2258" y="5591"/>
                    <a:pt x="2892" y="4657"/>
                    <a:pt x="3592" y="3690"/>
                  </a:cubicBezTo>
                  <a:cubicBezTo>
                    <a:pt x="3926" y="3256"/>
                    <a:pt x="4293" y="2756"/>
                    <a:pt x="4726" y="2256"/>
                  </a:cubicBezTo>
                  <a:cubicBezTo>
                    <a:pt x="5093" y="1755"/>
                    <a:pt x="5560" y="1288"/>
                    <a:pt x="6094" y="988"/>
                  </a:cubicBezTo>
                  <a:cubicBezTo>
                    <a:pt x="6327" y="855"/>
                    <a:pt x="6594" y="755"/>
                    <a:pt x="6894" y="755"/>
                  </a:cubicBezTo>
                  <a:cubicBezTo>
                    <a:pt x="6928" y="732"/>
                    <a:pt x="6968" y="725"/>
                    <a:pt x="7013" y="725"/>
                  </a:cubicBezTo>
                  <a:cubicBezTo>
                    <a:pt x="7102" y="725"/>
                    <a:pt x="7206" y="755"/>
                    <a:pt x="7295" y="755"/>
                  </a:cubicBezTo>
                  <a:cubicBezTo>
                    <a:pt x="7461" y="755"/>
                    <a:pt x="7595" y="788"/>
                    <a:pt x="7728" y="821"/>
                  </a:cubicBezTo>
                  <a:cubicBezTo>
                    <a:pt x="7828" y="855"/>
                    <a:pt x="7962" y="921"/>
                    <a:pt x="8095" y="988"/>
                  </a:cubicBezTo>
                  <a:cubicBezTo>
                    <a:pt x="8229" y="1021"/>
                    <a:pt x="8329" y="1122"/>
                    <a:pt x="8462" y="1188"/>
                  </a:cubicBezTo>
                  <a:cubicBezTo>
                    <a:pt x="8729" y="1422"/>
                    <a:pt x="8896" y="1522"/>
                    <a:pt x="8996" y="1755"/>
                  </a:cubicBezTo>
                  <a:cubicBezTo>
                    <a:pt x="9296" y="2122"/>
                    <a:pt x="9430" y="2689"/>
                    <a:pt x="9763" y="3256"/>
                  </a:cubicBezTo>
                  <a:cubicBezTo>
                    <a:pt x="9830" y="3423"/>
                    <a:pt x="9963" y="3523"/>
                    <a:pt x="10097" y="3657"/>
                  </a:cubicBezTo>
                  <a:cubicBezTo>
                    <a:pt x="10230" y="3790"/>
                    <a:pt x="10397" y="3924"/>
                    <a:pt x="10497" y="3957"/>
                  </a:cubicBezTo>
                  <a:cubicBezTo>
                    <a:pt x="10764" y="4090"/>
                    <a:pt x="11097" y="4190"/>
                    <a:pt x="11398" y="4257"/>
                  </a:cubicBezTo>
                  <a:cubicBezTo>
                    <a:pt x="11481" y="4265"/>
                    <a:pt x="11560" y="4270"/>
                    <a:pt x="11636" y="4270"/>
                  </a:cubicBezTo>
                  <a:cubicBezTo>
                    <a:pt x="11865" y="4270"/>
                    <a:pt x="12065" y="4232"/>
                    <a:pt x="12265" y="4157"/>
                  </a:cubicBezTo>
                  <a:cubicBezTo>
                    <a:pt x="12498" y="4090"/>
                    <a:pt x="12665" y="3990"/>
                    <a:pt x="12832" y="3924"/>
                  </a:cubicBezTo>
                  <a:cubicBezTo>
                    <a:pt x="13166" y="3757"/>
                    <a:pt x="13399" y="3690"/>
                    <a:pt x="13499" y="3690"/>
                  </a:cubicBezTo>
                  <a:lnTo>
                    <a:pt x="13566" y="3690"/>
                  </a:lnTo>
                  <a:cubicBezTo>
                    <a:pt x="13694" y="3682"/>
                    <a:pt x="13820" y="3678"/>
                    <a:pt x="13943" y="3678"/>
                  </a:cubicBezTo>
                  <a:cubicBezTo>
                    <a:pt x="14810" y="3678"/>
                    <a:pt x="15533" y="3886"/>
                    <a:pt x="16001" y="4324"/>
                  </a:cubicBezTo>
                  <a:cubicBezTo>
                    <a:pt x="16501" y="4824"/>
                    <a:pt x="16768" y="5425"/>
                    <a:pt x="16902" y="5925"/>
                  </a:cubicBezTo>
                  <a:cubicBezTo>
                    <a:pt x="17002" y="6425"/>
                    <a:pt x="17002" y="6792"/>
                    <a:pt x="17068" y="7026"/>
                  </a:cubicBezTo>
                  <a:cubicBezTo>
                    <a:pt x="17102" y="7293"/>
                    <a:pt x="17102" y="7426"/>
                    <a:pt x="17102" y="7426"/>
                  </a:cubicBezTo>
                  <a:cubicBezTo>
                    <a:pt x="17117" y="7520"/>
                    <a:pt x="17199" y="7577"/>
                    <a:pt x="17284" y="7577"/>
                  </a:cubicBezTo>
                  <a:cubicBezTo>
                    <a:pt x="17382" y="7577"/>
                    <a:pt x="17484" y="7503"/>
                    <a:pt x="17502" y="7326"/>
                  </a:cubicBezTo>
                  <a:lnTo>
                    <a:pt x="17502" y="6926"/>
                  </a:lnTo>
                  <a:cubicBezTo>
                    <a:pt x="17469" y="6659"/>
                    <a:pt x="17469" y="6259"/>
                    <a:pt x="17335" y="5691"/>
                  </a:cubicBezTo>
                  <a:cubicBezTo>
                    <a:pt x="17235" y="5191"/>
                    <a:pt x="16968" y="4491"/>
                    <a:pt x="16334" y="3857"/>
                  </a:cubicBezTo>
                  <a:cubicBezTo>
                    <a:pt x="16001" y="3590"/>
                    <a:pt x="15601" y="3323"/>
                    <a:pt x="15100" y="3190"/>
                  </a:cubicBezTo>
                  <a:cubicBezTo>
                    <a:pt x="14740" y="3118"/>
                    <a:pt x="14362" y="3063"/>
                    <a:pt x="13966" y="3063"/>
                  </a:cubicBezTo>
                  <a:cubicBezTo>
                    <a:pt x="13813" y="3063"/>
                    <a:pt x="13657" y="3071"/>
                    <a:pt x="13499" y="3090"/>
                  </a:cubicBezTo>
                  <a:lnTo>
                    <a:pt x="13566" y="3090"/>
                  </a:lnTo>
                  <a:cubicBezTo>
                    <a:pt x="13399" y="3090"/>
                    <a:pt x="12999" y="3123"/>
                    <a:pt x="12632" y="3290"/>
                  </a:cubicBezTo>
                  <a:cubicBezTo>
                    <a:pt x="12334" y="3398"/>
                    <a:pt x="12036" y="3550"/>
                    <a:pt x="11721" y="3550"/>
                  </a:cubicBezTo>
                  <a:cubicBezTo>
                    <a:pt x="11647" y="3550"/>
                    <a:pt x="11573" y="3542"/>
                    <a:pt x="11498" y="3523"/>
                  </a:cubicBezTo>
                  <a:cubicBezTo>
                    <a:pt x="11298" y="3490"/>
                    <a:pt x="11097" y="3423"/>
                    <a:pt x="10897" y="3290"/>
                  </a:cubicBezTo>
                  <a:cubicBezTo>
                    <a:pt x="10764" y="3256"/>
                    <a:pt x="10730" y="3190"/>
                    <a:pt x="10630" y="3123"/>
                  </a:cubicBezTo>
                  <a:cubicBezTo>
                    <a:pt x="10564" y="3090"/>
                    <a:pt x="10464" y="2990"/>
                    <a:pt x="10430" y="2856"/>
                  </a:cubicBezTo>
                  <a:cubicBezTo>
                    <a:pt x="10163" y="2422"/>
                    <a:pt x="9997" y="1822"/>
                    <a:pt x="9663" y="1322"/>
                  </a:cubicBezTo>
                  <a:cubicBezTo>
                    <a:pt x="9496" y="1021"/>
                    <a:pt x="9163" y="788"/>
                    <a:pt x="8929" y="621"/>
                  </a:cubicBezTo>
                  <a:cubicBezTo>
                    <a:pt x="8796" y="521"/>
                    <a:pt x="8662" y="454"/>
                    <a:pt x="8496" y="354"/>
                  </a:cubicBezTo>
                  <a:cubicBezTo>
                    <a:pt x="8329" y="288"/>
                    <a:pt x="8162" y="188"/>
                    <a:pt x="7995" y="154"/>
                  </a:cubicBezTo>
                  <a:cubicBezTo>
                    <a:pt x="7760" y="48"/>
                    <a:pt x="7500" y="1"/>
                    <a:pt x="7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14" name="Google Shape;3114;p26"/>
            <p:cNvSpPr/>
            <p:nvPr/>
          </p:nvSpPr>
          <p:spPr>
            <a:xfrm flipH="1">
              <a:off x="7714746" y="245712"/>
              <a:ext cx="485728" cy="212808"/>
            </a:xfrm>
            <a:custGeom>
              <a:avLst/>
              <a:gdLst/>
              <a:ahLst/>
              <a:cxnLst/>
              <a:rect l="l" t="t" r="r" b="b"/>
              <a:pathLst>
                <a:path w="20088" h="8801" extrusionOk="0">
                  <a:moveTo>
                    <a:pt x="7230" y="0"/>
                  </a:moveTo>
                  <a:cubicBezTo>
                    <a:pt x="6997" y="0"/>
                    <a:pt x="6797" y="0"/>
                    <a:pt x="6597" y="34"/>
                  </a:cubicBezTo>
                  <a:cubicBezTo>
                    <a:pt x="6230" y="67"/>
                    <a:pt x="5829" y="234"/>
                    <a:pt x="5496" y="367"/>
                  </a:cubicBezTo>
                  <a:cubicBezTo>
                    <a:pt x="5129" y="534"/>
                    <a:pt x="4795" y="734"/>
                    <a:pt x="4562" y="1001"/>
                  </a:cubicBezTo>
                  <a:cubicBezTo>
                    <a:pt x="4262" y="1234"/>
                    <a:pt x="4061" y="1468"/>
                    <a:pt x="3795" y="1701"/>
                  </a:cubicBezTo>
                  <a:cubicBezTo>
                    <a:pt x="3328" y="2168"/>
                    <a:pt x="2894" y="2569"/>
                    <a:pt x="2460" y="2869"/>
                  </a:cubicBezTo>
                  <a:cubicBezTo>
                    <a:pt x="2165" y="3090"/>
                    <a:pt x="1834" y="3221"/>
                    <a:pt x="1560" y="3221"/>
                  </a:cubicBezTo>
                  <a:cubicBezTo>
                    <a:pt x="1462" y="3221"/>
                    <a:pt x="1372" y="3204"/>
                    <a:pt x="1293" y="3169"/>
                  </a:cubicBezTo>
                  <a:cubicBezTo>
                    <a:pt x="959" y="3036"/>
                    <a:pt x="759" y="2802"/>
                    <a:pt x="626" y="2635"/>
                  </a:cubicBezTo>
                  <a:cubicBezTo>
                    <a:pt x="459" y="2402"/>
                    <a:pt x="425" y="2335"/>
                    <a:pt x="425" y="2335"/>
                  </a:cubicBezTo>
                  <a:cubicBezTo>
                    <a:pt x="373" y="2273"/>
                    <a:pt x="308" y="2246"/>
                    <a:pt x="247" y="2246"/>
                  </a:cubicBezTo>
                  <a:cubicBezTo>
                    <a:pt x="113" y="2246"/>
                    <a:pt x="0" y="2375"/>
                    <a:pt x="92" y="2535"/>
                  </a:cubicBezTo>
                  <a:cubicBezTo>
                    <a:pt x="92" y="2535"/>
                    <a:pt x="192" y="2669"/>
                    <a:pt x="292" y="2869"/>
                  </a:cubicBezTo>
                  <a:cubicBezTo>
                    <a:pt x="459" y="3069"/>
                    <a:pt x="692" y="3369"/>
                    <a:pt x="1126" y="3569"/>
                  </a:cubicBezTo>
                  <a:cubicBezTo>
                    <a:pt x="1274" y="3633"/>
                    <a:pt x="1435" y="3656"/>
                    <a:pt x="1610" y="3656"/>
                  </a:cubicBezTo>
                  <a:cubicBezTo>
                    <a:pt x="1711" y="3656"/>
                    <a:pt x="1817" y="3648"/>
                    <a:pt x="1927" y="3636"/>
                  </a:cubicBezTo>
                  <a:cubicBezTo>
                    <a:pt x="2227" y="3569"/>
                    <a:pt x="2460" y="3469"/>
                    <a:pt x="2727" y="3303"/>
                  </a:cubicBezTo>
                  <a:cubicBezTo>
                    <a:pt x="3227" y="2969"/>
                    <a:pt x="3694" y="2535"/>
                    <a:pt x="4195" y="2068"/>
                  </a:cubicBezTo>
                  <a:cubicBezTo>
                    <a:pt x="4428" y="1868"/>
                    <a:pt x="4695" y="1635"/>
                    <a:pt x="4929" y="1401"/>
                  </a:cubicBezTo>
                  <a:cubicBezTo>
                    <a:pt x="5196" y="1201"/>
                    <a:pt x="5429" y="1034"/>
                    <a:pt x="5729" y="901"/>
                  </a:cubicBezTo>
                  <a:cubicBezTo>
                    <a:pt x="5896" y="868"/>
                    <a:pt x="6063" y="801"/>
                    <a:pt x="6230" y="734"/>
                  </a:cubicBezTo>
                  <a:cubicBezTo>
                    <a:pt x="6396" y="667"/>
                    <a:pt x="6563" y="667"/>
                    <a:pt x="6730" y="634"/>
                  </a:cubicBezTo>
                  <a:cubicBezTo>
                    <a:pt x="6897" y="567"/>
                    <a:pt x="7030" y="567"/>
                    <a:pt x="7197" y="567"/>
                  </a:cubicBezTo>
                  <a:cubicBezTo>
                    <a:pt x="7297" y="634"/>
                    <a:pt x="7464" y="634"/>
                    <a:pt x="7597" y="701"/>
                  </a:cubicBezTo>
                  <a:cubicBezTo>
                    <a:pt x="7864" y="834"/>
                    <a:pt x="8064" y="1034"/>
                    <a:pt x="8231" y="1335"/>
                  </a:cubicBezTo>
                  <a:cubicBezTo>
                    <a:pt x="8431" y="1635"/>
                    <a:pt x="8565" y="1902"/>
                    <a:pt x="8731" y="2235"/>
                  </a:cubicBezTo>
                  <a:cubicBezTo>
                    <a:pt x="8865" y="2569"/>
                    <a:pt x="9065" y="2902"/>
                    <a:pt x="9265" y="3203"/>
                  </a:cubicBezTo>
                  <a:cubicBezTo>
                    <a:pt x="9399" y="3336"/>
                    <a:pt x="9465" y="3503"/>
                    <a:pt x="9632" y="3636"/>
                  </a:cubicBezTo>
                  <a:cubicBezTo>
                    <a:pt x="9732" y="3670"/>
                    <a:pt x="9765" y="3736"/>
                    <a:pt x="9866" y="3803"/>
                  </a:cubicBezTo>
                  <a:lnTo>
                    <a:pt x="10099" y="3970"/>
                  </a:lnTo>
                  <a:cubicBezTo>
                    <a:pt x="10433" y="4203"/>
                    <a:pt x="10800" y="4237"/>
                    <a:pt x="11233" y="4237"/>
                  </a:cubicBezTo>
                  <a:cubicBezTo>
                    <a:pt x="11633" y="4237"/>
                    <a:pt x="12000" y="4070"/>
                    <a:pt x="12334" y="3970"/>
                  </a:cubicBezTo>
                  <a:cubicBezTo>
                    <a:pt x="13001" y="3670"/>
                    <a:pt x="13635" y="3236"/>
                    <a:pt x="14235" y="3236"/>
                  </a:cubicBezTo>
                  <a:cubicBezTo>
                    <a:pt x="14502" y="3236"/>
                    <a:pt x="14802" y="3336"/>
                    <a:pt x="15069" y="3536"/>
                  </a:cubicBezTo>
                  <a:cubicBezTo>
                    <a:pt x="15136" y="3569"/>
                    <a:pt x="15203" y="3636"/>
                    <a:pt x="15269" y="3670"/>
                  </a:cubicBezTo>
                  <a:lnTo>
                    <a:pt x="15436" y="3836"/>
                  </a:lnTo>
                  <a:cubicBezTo>
                    <a:pt x="15603" y="3970"/>
                    <a:pt x="15703" y="4036"/>
                    <a:pt x="15770" y="4170"/>
                  </a:cubicBezTo>
                  <a:cubicBezTo>
                    <a:pt x="16103" y="4737"/>
                    <a:pt x="16370" y="5404"/>
                    <a:pt x="16604" y="6005"/>
                  </a:cubicBezTo>
                  <a:cubicBezTo>
                    <a:pt x="16904" y="6572"/>
                    <a:pt x="17137" y="7172"/>
                    <a:pt x="17438" y="7672"/>
                  </a:cubicBezTo>
                  <a:cubicBezTo>
                    <a:pt x="17738" y="8173"/>
                    <a:pt x="18105" y="8640"/>
                    <a:pt x="18605" y="8740"/>
                  </a:cubicBezTo>
                  <a:cubicBezTo>
                    <a:pt x="18717" y="8782"/>
                    <a:pt x="18823" y="8800"/>
                    <a:pt x="18920" y="8800"/>
                  </a:cubicBezTo>
                  <a:cubicBezTo>
                    <a:pt x="19056" y="8800"/>
                    <a:pt x="19175" y="8765"/>
                    <a:pt x="19272" y="8706"/>
                  </a:cubicBezTo>
                  <a:cubicBezTo>
                    <a:pt x="19439" y="8640"/>
                    <a:pt x="19606" y="8540"/>
                    <a:pt x="19706" y="8473"/>
                  </a:cubicBezTo>
                  <a:cubicBezTo>
                    <a:pt x="19773" y="8373"/>
                    <a:pt x="19873" y="8340"/>
                    <a:pt x="19906" y="8306"/>
                  </a:cubicBezTo>
                  <a:lnTo>
                    <a:pt x="19973" y="8206"/>
                  </a:lnTo>
                  <a:cubicBezTo>
                    <a:pt x="20087" y="8046"/>
                    <a:pt x="20013" y="7917"/>
                    <a:pt x="19901" y="7917"/>
                  </a:cubicBezTo>
                  <a:cubicBezTo>
                    <a:pt x="19850" y="7917"/>
                    <a:pt x="19791" y="7943"/>
                    <a:pt x="19739" y="8006"/>
                  </a:cubicBezTo>
                  <a:lnTo>
                    <a:pt x="19673" y="8039"/>
                  </a:lnTo>
                  <a:cubicBezTo>
                    <a:pt x="19606" y="8073"/>
                    <a:pt x="19572" y="8139"/>
                    <a:pt x="19472" y="8206"/>
                  </a:cubicBezTo>
                  <a:cubicBezTo>
                    <a:pt x="19342" y="8284"/>
                    <a:pt x="19129" y="8404"/>
                    <a:pt x="18915" y="8404"/>
                  </a:cubicBezTo>
                  <a:cubicBezTo>
                    <a:pt x="18856" y="8404"/>
                    <a:pt x="18796" y="8395"/>
                    <a:pt x="18739" y="8373"/>
                  </a:cubicBezTo>
                  <a:cubicBezTo>
                    <a:pt x="18438" y="8306"/>
                    <a:pt x="18105" y="7906"/>
                    <a:pt x="17838" y="7472"/>
                  </a:cubicBezTo>
                  <a:cubicBezTo>
                    <a:pt x="17604" y="7005"/>
                    <a:pt x="17404" y="6472"/>
                    <a:pt x="17137" y="5838"/>
                  </a:cubicBezTo>
                  <a:cubicBezTo>
                    <a:pt x="16904" y="5204"/>
                    <a:pt x="16737" y="4537"/>
                    <a:pt x="16303" y="3870"/>
                  </a:cubicBezTo>
                  <a:cubicBezTo>
                    <a:pt x="16237" y="3703"/>
                    <a:pt x="16070" y="3536"/>
                    <a:pt x="15937" y="3403"/>
                  </a:cubicBezTo>
                  <a:lnTo>
                    <a:pt x="15736" y="3203"/>
                  </a:lnTo>
                  <a:cubicBezTo>
                    <a:pt x="15636" y="3169"/>
                    <a:pt x="15570" y="3069"/>
                    <a:pt x="15470" y="3036"/>
                  </a:cubicBezTo>
                  <a:cubicBezTo>
                    <a:pt x="15136" y="2802"/>
                    <a:pt x="14736" y="2635"/>
                    <a:pt x="14269" y="2635"/>
                  </a:cubicBezTo>
                  <a:cubicBezTo>
                    <a:pt x="13802" y="2635"/>
                    <a:pt x="13401" y="2736"/>
                    <a:pt x="13068" y="2902"/>
                  </a:cubicBezTo>
                  <a:cubicBezTo>
                    <a:pt x="12734" y="3069"/>
                    <a:pt x="12401" y="3236"/>
                    <a:pt x="12100" y="3369"/>
                  </a:cubicBezTo>
                  <a:cubicBezTo>
                    <a:pt x="11800" y="3503"/>
                    <a:pt x="11500" y="3569"/>
                    <a:pt x="11233" y="3569"/>
                  </a:cubicBezTo>
                  <a:cubicBezTo>
                    <a:pt x="11200" y="3592"/>
                    <a:pt x="11174" y="3599"/>
                    <a:pt x="11150" y="3599"/>
                  </a:cubicBezTo>
                  <a:cubicBezTo>
                    <a:pt x="11103" y="3599"/>
                    <a:pt x="11066" y="3569"/>
                    <a:pt x="11000" y="3569"/>
                  </a:cubicBezTo>
                  <a:cubicBezTo>
                    <a:pt x="10933" y="3569"/>
                    <a:pt x="10900" y="3569"/>
                    <a:pt x="10800" y="3536"/>
                  </a:cubicBezTo>
                  <a:lnTo>
                    <a:pt x="10599" y="3503"/>
                  </a:lnTo>
                  <a:cubicBezTo>
                    <a:pt x="10566" y="3469"/>
                    <a:pt x="10499" y="3469"/>
                    <a:pt x="10499" y="3469"/>
                  </a:cubicBezTo>
                  <a:lnTo>
                    <a:pt x="10433" y="3403"/>
                  </a:lnTo>
                  <a:cubicBezTo>
                    <a:pt x="9966" y="3136"/>
                    <a:pt x="9599" y="2635"/>
                    <a:pt x="9298" y="2002"/>
                  </a:cubicBezTo>
                  <a:cubicBezTo>
                    <a:pt x="9132" y="1701"/>
                    <a:pt x="8965" y="1368"/>
                    <a:pt x="8765" y="1034"/>
                  </a:cubicBezTo>
                  <a:cubicBezTo>
                    <a:pt x="8598" y="701"/>
                    <a:pt x="8264" y="334"/>
                    <a:pt x="7831" y="167"/>
                  </a:cubicBezTo>
                  <a:cubicBezTo>
                    <a:pt x="7664" y="34"/>
                    <a:pt x="7430" y="34"/>
                    <a:pt x="72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15" name="Google Shape;3115;p26"/>
            <p:cNvSpPr/>
            <p:nvPr/>
          </p:nvSpPr>
          <p:spPr>
            <a:xfrm flipH="1">
              <a:off x="8400491" y="290059"/>
              <a:ext cx="472574" cy="304837"/>
            </a:xfrm>
            <a:custGeom>
              <a:avLst/>
              <a:gdLst/>
              <a:ahLst/>
              <a:cxnLst/>
              <a:rect l="l" t="t" r="r" b="b"/>
              <a:pathLst>
                <a:path w="19544" h="12607" extrusionOk="0">
                  <a:moveTo>
                    <a:pt x="6326" y="1"/>
                  </a:moveTo>
                  <a:cubicBezTo>
                    <a:pt x="6092" y="1"/>
                    <a:pt x="5892" y="34"/>
                    <a:pt x="5692" y="68"/>
                  </a:cubicBezTo>
                  <a:cubicBezTo>
                    <a:pt x="5492" y="168"/>
                    <a:pt x="5325" y="201"/>
                    <a:pt x="5092" y="301"/>
                  </a:cubicBezTo>
                  <a:cubicBezTo>
                    <a:pt x="4891" y="368"/>
                    <a:pt x="4725" y="468"/>
                    <a:pt x="4558" y="535"/>
                  </a:cubicBezTo>
                  <a:cubicBezTo>
                    <a:pt x="4391" y="568"/>
                    <a:pt x="4191" y="735"/>
                    <a:pt x="4058" y="868"/>
                  </a:cubicBezTo>
                  <a:cubicBezTo>
                    <a:pt x="3724" y="1135"/>
                    <a:pt x="3524" y="1469"/>
                    <a:pt x="3357" y="1735"/>
                  </a:cubicBezTo>
                  <a:cubicBezTo>
                    <a:pt x="2990" y="2369"/>
                    <a:pt x="2690" y="2903"/>
                    <a:pt x="2390" y="3403"/>
                  </a:cubicBezTo>
                  <a:cubicBezTo>
                    <a:pt x="2089" y="3870"/>
                    <a:pt x="1756" y="4304"/>
                    <a:pt x="1489" y="4504"/>
                  </a:cubicBezTo>
                  <a:cubicBezTo>
                    <a:pt x="1276" y="4646"/>
                    <a:pt x="1063" y="4687"/>
                    <a:pt x="885" y="4687"/>
                  </a:cubicBezTo>
                  <a:cubicBezTo>
                    <a:pt x="813" y="4687"/>
                    <a:pt x="746" y="4681"/>
                    <a:pt x="688" y="4671"/>
                  </a:cubicBezTo>
                  <a:cubicBezTo>
                    <a:pt x="588" y="4638"/>
                    <a:pt x="522" y="4638"/>
                    <a:pt x="488" y="4571"/>
                  </a:cubicBezTo>
                  <a:cubicBezTo>
                    <a:pt x="422" y="4537"/>
                    <a:pt x="388" y="4537"/>
                    <a:pt x="388" y="4537"/>
                  </a:cubicBezTo>
                  <a:cubicBezTo>
                    <a:pt x="353" y="4514"/>
                    <a:pt x="318" y="4504"/>
                    <a:pt x="284" y="4504"/>
                  </a:cubicBezTo>
                  <a:cubicBezTo>
                    <a:pt x="122" y="4504"/>
                    <a:pt x="1" y="4733"/>
                    <a:pt x="221" y="4871"/>
                  </a:cubicBezTo>
                  <a:cubicBezTo>
                    <a:pt x="221" y="4871"/>
                    <a:pt x="255" y="4871"/>
                    <a:pt x="322" y="4904"/>
                  </a:cubicBezTo>
                  <a:cubicBezTo>
                    <a:pt x="388" y="4938"/>
                    <a:pt x="488" y="5004"/>
                    <a:pt x="588" y="5038"/>
                  </a:cubicBezTo>
                  <a:cubicBezTo>
                    <a:pt x="686" y="5074"/>
                    <a:pt x="811" y="5098"/>
                    <a:pt x="949" y="5098"/>
                  </a:cubicBezTo>
                  <a:cubicBezTo>
                    <a:pt x="1188" y="5098"/>
                    <a:pt x="1469" y="5028"/>
                    <a:pt x="1723" y="4838"/>
                  </a:cubicBezTo>
                  <a:cubicBezTo>
                    <a:pt x="2556" y="4237"/>
                    <a:pt x="3090" y="3136"/>
                    <a:pt x="3824" y="2002"/>
                  </a:cubicBezTo>
                  <a:cubicBezTo>
                    <a:pt x="4024" y="1735"/>
                    <a:pt x="4191" y="1469"/>
                    <a:pt x="4424" y="1235"/>
                  </a:cubicBezTo>
                  <a:cubicBezTo>
                    <a:pt x="4658" y="1035"/>
                    <a:pt x="5025" y="968"/>
                    <a:pt x="5325" y="801"/>
                  </a:cubicBezTo>
                  <a:cubicBezTo>
                    <a:pt x="5492" y="701"/>
                    <a:pt x="5659" y="668"/>
                    <a:pt x="5825" y="635"/>
                  </a:cubicBezTo>
                  <a:cubicBezTo>
                    <a:pt x="5992" y="635"/>
                    <a:pt x="6159" y="635"/>
                    <a:pt x="6326" y="568"/>
                  </a:cubicBezTo>
                  <a:cubicBezTo>
                    <a:pt x="6593" y="635"/>
                    <a:pt x="6926" y="668"/>
                    <a:pt x="7193" y="868"/>
                  </a:cubicBezTo>
                  <a:cubicBezTo>
                    <a:pt x="7360" y="968"/>
                    <a:pt x="7427" y="1135"/>
                    <a:pt x="7560" y="1202"/>
                  </a:cubicBezTo>
                  <a:cubicBezTo>
                    <a:pt x="7660" y="1335"/>
                    <a:pt x="7760" y="1469"/>
                    <a:pt x="7860" y="1635"/>
                  </a:cubicBezTo>
                  <a:cubicBezTo>
                    <a:pt x="8027" y="1969"/>
                    <a:pt x="8194" y="2236"/>
                    <a:pt x="8361" y="2569"/>
                  </a:cubicBezTo>
                  <a:cubicBezTo>
                    <a:pt x="8694" y="3237"/>
                    <a:pt x="8928" y="3904"/>
                    <a:pt x="9361" y="4504"/>
                  </a:cubicBezTo>
                  <a:cubicBezTo>
                    <a:pt x="9595" y="4804"/>
                    <a:pt x="9828" y="5071"/>
                    <a:pt x="10095" y="5338"/>
                  </a:cubicBezTo>
                  <a:cubicBezTo>
                    <a:pt x="10395" y="5572"/>
                    <a:pt x="10729" y="5838"/>
                    <a:pt x="11096" y="6005"/>
                  </a:cubicBezTo>
                  <a:cubicBezTo>
                    <a:pt x="11863" y="6339"/>
                    <a:pt x="12664" y="6405"/>
                    <a:pt x="13264" y="6672"/>
                  </a:cubicBezTo>
                  <a:cubicBezTo>
                    <a:pt x="13898" y="6906"/>
                    <a:pt x="14398" y="7406"/>
                    <a:pt x="14732" y="8040"/>
                  </a:cubicBezTo>
                  <a:cubicBezTo>
                    <a:pt x="15065" y="8674"/>
                    <a:pt x="15366" y="9341"/>
                    <a:pt x="15599" y="9975"/>
                  </a:cubicBezTo>
                  <a:cubicBezTo>
                    <a:pt x="15866" y="10575"/>
                    <a:pt x="16166" y="11176"/>
                    <a:pt x="16533" y="11676"/>
                  </a:cubicBezTo>
                  <a:cubicBezTo>
                    <a:pt x="16900" y="12176"/>
                    <a:pt x="17400" y="12510"/>
                    <a:pt x="17901" y="12577"/>
                  </a:cubicBezTo>
                  <a:cubicBezTo>
                    <a:pt x="17967" y="12599"/>
                    <a:pt x="18042" y="12606"/>
                    <a:pt x="18117" y="12606"/>
                  </a:cubicBezTo>
                  <a:cubicBezTo>
                    <a:pt x="18268" y="12606"/>
                    <a:pt x="18423" y="12577"/>
                    <a:pt x="18535" y="12577"/>
                  </a:cubicBezTo>
                  <a:cubicBezTo>
                    <a:pt x="18701" y="12577"/>
                    <a:pt x="18868" y="12543"/>
                    <a:pt x="19002" y="12510"/>
                  </a:cubicBezTo>
                  <a:cubicBezTo>
                    <a:pt x="19102" y="12510"/>
                    <a:pt x="19202" y="12476"/>
                    <a:pt x="19235" y="12410"/>
                  </a:cubicBezTo>
                  <a:cubicBezTo>
                    <a:pt x="19268" y="12376"/>
                    <a:pt x="19335" y="12376"/>
                    <a:pt x="19335" y="12376"/>
                  </a:cubicBezTo>
                  <a:cubicBezTo>
                    <a:pt x="19543" y="12257"/>
                    <a:pt x="19460" y="12032"/>
                    <a:pt x="19297" y="12032"/>
                  </a:cubicBezTo>
                  <a:cubicBezTo>
                    <a:pt x="19278" y="12032"/>
                    <a:pt x="19257" y="12036"/>
                    <a:pt x="19235" y="12043"/>
                  </a:cubicBezTo>
                  <a:cubicBezTo>
                    <a:pt x="19235" y="12043"/>
                    <a:pt x="19202" y="12076"/>
                    <a:pt x="19168" y="12076"/>
                  </a:cubicBezTo>
                  <a:cubicBezTo>
                    <a:pt x="19102" y="12076"/>
                    <a:pt x="19035" y="12143"/>
                    <a:pt x="18901" y="12176"/>
                  </a:cubicBezTo>
                  <a:cubicBezTo>
                    <a:pt x="18835" y="12210"/>
                    <a:pt x="18701" y="12243"/>
                    <a:pt x="18535" y="12243"/>
                  </a:cubicBezTo>
                  <a:cubicBezTo>
                    <a:pt x="18401" y="12243"/>
                    <a:pt x="18201" y="12243"/>
                    <a:pt x="18034" y="12210"/>
                  </a:cubicBezTo>
                  <a:cubicBezTo>
                    <a:pt x="17667" y="12143"/>
                    <a:pt x="17267" y="11876"/>
                    <a:pt x="16933" y="11409"/>
                  </a:cubicBezTo>
                  <a:cubicBezTo>
                    <a:pt x="16600" y="11009"/>
                    <a:pt x="16366" y="10408"/>
                    <a:pt x="16099" y="9808"/>
                  </a:cubicBezTo>
                  <a:cubicBezTo>
                    <a:pt x="15866" y="9174"/>
                    <a:pt x="15666" y="8507"/>
                    <a:pt x="15266" y="7806"/>
                  </a:cubicBezTo>
                  <a:cubicBezTo>
                    <a:pt x="14899" y="7073"/>
                    <a:pt x="14332" y="6405"/>
                    <a:pt x="13531" y="6072"/>
                  </a:cubicBezTo>
                  <a:cubicBezTo>
                    <a:pt x="12764" y="5738"/>
                    <a:pt x="11997" y="5672"/>
                    <a:pt x="11396" y="5371"/>
                  </a:cubicBezTo>
                  <a:cubicBezTo>
                    <a:pt x="11096" y="5238"/>
                    <a:pt x="10862" y="5038"/>
                    <a:pt x="10596" y="4838"/>
                  </a:cubicBezTo>
                  <a:cubicBezTo>
                    <a:pt x="10362" y="4638"/>
                    <a:pt x="10162" y="4371"/>
                    <a:pt x="9995" y="4137"/>
                  </a:cubicBezTo>
                  <a:cubicBezTo>
                    <a:pt x="9662" y="3637"/>
                    <a:pt x="9361" y="2970"/>
                    <a:pt x="9028" y="2303"/>
                  </a:cubicBezTo>
                  <a:cubicBezTo>
                    <a:pt x="8861" y="1969"/>
                    <a:pt x="8661" y="1635"/>
                    <a:pt x="8427" y="1302"/>
                  </a:cubicBezTo>
                  <a:cubicBezTo>
                    <a:pt x="8361" y="1135"/>
                    <a:pt x="8194" y="968"/>
                    <a:pt x="8060" y="801"/>
                  </a:cubicBezTo>
                  <a:cubicBezTo>
                    <a:pt x="7894" y="668"/>
                    <a:pt x="7760" y="501"/>
                    <a:pt x="7560" y="368"/>
                  </a:cubicBezTo>
                  <a:cubicBezTo>
                    <a:pt x="7226" y="68"/>
                    <a:pt x="6726" y="1"/>
                    <a:pt x="63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16" name="Google Shape;3116;p26"/>
            <p:cNvSpPr/>
            <p:nvPr/>
          </p:nvSpPr>
          <p:spPr>
            <a:xfrm flipH="1">
              <a:off x="8568470" y="782653"/>
              <a:ext cx="21786" cy="12356"/>
            </a:xfrm>
            <a:custGeom>
              <a:avLst/>
              <a:gdLst/>
              <a:ahLst/>
              <a:cxnLst/>
              <a:rect l="l" t="t" r="r" b="b"/>
              <a:pathLst>
                <a:path w="901" h="511" extrusionOk="0">
                  <a:moveTo>
                    <a:pt x="513" y="1"/>
                  </a:moveTo>
                  <a:cubicBezTo>
                    <a:pt x="473" y="1"/>
                    <a:pt x="434" y="3"/>
                    <a:pt x="401" y="10"/>
                  </a:cubicBezTo>
                  <a:cubicBezTo>
                    <a:pt x="234" y="43"/>
                    <a:pt x="0" y="177"/>
                    <a:pt x="0" y="177"/>
                  </a:cubicBezTo>
                  <a:lnTo>
                    <a:pt x="0" y="444"/>
                  </a:lnTo>
                  <a:cubicBezTo>
                    <a:pt x="0" y="444"/>
                    <a:pt x="267" y="510"/>
                    <a:pt x="501" y="510"/>
                  </a:cubicBezTo>
                  <a:cubicBezTo>
                    <a:pt x="667" y="477"/>
                    <a:pt x="901" y="310"/>
                    <a:pt x="901" y="310"/>
                  </a:cubicBezTo>
                  <a:cubicBezTo>
                    <a:pt x="901" y="277"/>
                    <a:pt x="834" y="43"/>
                    <a:pt x="868" y="43"/>
                  </a:cubicBezTo>
                  <a:cubicBezTo>
                    <a:pt x="868" y="43"/>
                    <a:pt x="675"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17" name="Google Shape;3117;p26"/>
            <p:cNvSpPr/>
            <p:nvPr/>
          </p:nvSpPr>
          <p:spPr>
            <a:xfrm flipH="1">
              <a:off x="8561191" y="798782"/>
              <a:ext cx="20190" cy="12356"/>
            </a:xfrm>
            <a:custGeom>
              <a:avLst/>
              <a:gdLst/>
              <a:ahLst/>
              <a:cxnLst/>
              <a:rect l="l" t="t" r="r" b="b"/>
              <a:pathLst>
                <a:path w="835" h="511" extrusionOk="0">
                  <a:moveTo>
                    <a:pt x="423" y="1"/>
                  </a:moveTo>
                  <a:cubicBezTo>
                    <a:pt x="391" y="1"/>
                    <a:pt x="360" y="4"/>
                    <a:pt x="334" y="10"/>
                  </a:cubicBezTo>
                  <a:cubicBezTo>
                    <a:pt x="200" y="44"/>
                    <a:pt x="0" y="177"/>
                    <a:pt x="0" y="177"/>
                  </a:cubicBezTo>
                  <a:lnTo>
                    <a:pt x="0" y="411"/>
                  </a:lnTo>
                  <a:cubicBezTo>
                    <a:pt x="0" y="411"/>
                    <a:pt x="234" y="511"/>
                    <a:pt x="434" y="511"/>
                  </a:cubicBezTo>
                  <a:cubicBezTo>
                    <a:pt x="601" y="477"/>
                    <a:pt x="801" y="310"/>
                    <a:pt x="801" y="310"/>
                  </a:cubicBezTo>
                  <a:cubicBezTo>
                    <a:pt x="834" y="310"/>
                    <a:pt x="734" y="77"/>
                    <a:pt x="701" y="44"/>
                  </a:cubicBezTo>
                  <a:cubicBezTo>
                    <a:pt x="701" y="44"/>
                    <a:pt x="551"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18" name="Google Shape;3118;p26"/>
            <p:cNvSpPr/>
            <p:nvPr/>
          </p:nvSpPr>
          <p:spPr>
            <a:xfrm flipH="1">
              <a:off x="8553937" y="823203"/>
              <a:ext cx="20190" cy="12138"/>
            </a:xfrm>
            <a:custGeom>
              <a:avLst/>
              <a:gdLst/>
              <a:ahLst/>
              <a:cxnLst/>
              <a:rect l="l" t="t" r="r" b="b"/>
              <a:pathLst>
                <a:path w="835" h="502" extrusionOk="0">
                  <a:moveTo>
                    <a:pt x="668" y="1"/>
                  </a:moveTo>
                  <a:cubicBezTo>
                    <a:pt x="668" y="1"/>
                    <a:pt x="434" y="1"/>
                    <a:pt x="334" y="34"/>
                  </a:cubicBezTo>
                  <a:cubicBezTo>
                    <a:pt x="234" y="34"/>
                    <a:pt x="201" y="101"/>
                    <a:pt x="134" y="134"/>
                  </a:cubicBezTo>
                  <a:cubicBezTo>
                    <a:pt x="34" y="168"/>
                    <a:pt x="0" y="201"/>
                    <a:pt x="0" y="201"/>
                  </a:cubicBezTo>
                  <a:lnTo>
                    <a:pt x="0" y="468"/>
                  </a:lnTo>
                  <a:cubicBezTo>
                    <a:pt x="0" y="468"/>
                    <a:pt x="67" y="468"/>
                    <a:pt x="167" y="501"/>
                  </a:cubicBezTo>
                  <a:lnTo>
                    <a:pt x="467" y="501"/>
                  </a:lnTo>
                  <a:cubicBezTo>
                    <a:pt x="534" y="468"/>
                    <a:pt x="634" y="435"/>
                    <a:pt x="701" y="335"/>
                  </a:cubicBezTo>
                  <a:lnTo>
                    <a:pt x="834" y="201"/>
                  </a:lnTo>
                  <a:cubicBezTo>
                    <a:pt x="834" y="168"/>
                    <a:pt x="701" y="1"/>
                    <a:pt x="6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19" name="Google Shape;3119;p26"/>
            <p:cNvSpPr/>
            <p:nvPr/>
          </p:nvSpPr>
          <p:spPr>
            <a:xfrm flipH="1">
              <a:off x="8384557" y="854662"/>
              <a:ext cx="33102" cy="12936"/>
            </a:xfrm>
            <a:custGeom>
              <a:avLst/>
              <a:gdLst/>
              <a:ahLst/>
              <a:cxnLst/>
              <a:rect l="l" t="t" r="r" b="b"/>
              <a:pathLst>
                <a:path w="1369" h="535" extrusionOk="0">
                  <a:moveTo>
                    <a:pt x="1235" y="1"/>
                  </a:moveTo>
                  <a:cubicBezTo>
                    <a:pt x="1235" y="1"/>
                    <a:pt x="868" y="1"/>
                    <a:pt x="601" y="34"/>
                  </a:cubicBezTo>
                  <a:cubicBezTo>
                    <a:pt x="368" y="68"/>
                    <a:pt x="1" y="201"/>
                    <a:pt x="1" y="201"/>
                  </a:cubicBezTo>
                  <a:lnTo>
                    <a:pt x="1" y="468"/>
                  </a:lnTo>
                  <a:cubicBezTo>
                    <a:pt x="1" y="468"/>
                    <a:pt x="401" y="535"/>
                    <a:pt x="701" y="535"/>
                  </a:cubicBezTo>
                  <a:cubicBezTo>
                    <a:pt x="935" y="468"/>
                    <a:pt x="1335" y="234"/>
                    <a:pt x="1335" y="234"/>
                  </a:cubicBezTo>
                  <a:cubicBezTo>
                    <a:pt x="1368" y="201"/>
                    <a:pt x="1268" y="1"/>
                    <a:pt x="12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20" name="Google Shape;3120;p26"/>
            <p:cNvSpPr/>
            <p:nvPr/>
          </p:nvSpPr>
          <p:spPr>
            <a:xfrm flipH="1">
              <a:off x="8378923" y="875650"/>
              <a:ext cx="26622" cy="13734"/>
            </a:xfrm>
            <a:custGeom>
              <a:avLst/>
              <a:gdLst/>
              <a:ahLst/>
              <a:cxnLst/>
              <a:rect l="l" t="t" r="r" b="b"/>
              <a:pathLst>
                <a:path w="1101" h="568" extrusionOk="0">
                  <a:moveTo>
                    <a:pt x="1034" y="0"/>
                  </a:moveTo>
                  <a:cubicBezTo>
                    <a:pt x="1034" y="0"/>
                    <a:pt x="701" y="0"/>
                    <a:pt x="500" y="34"/>
                  </a:cubicBezTo>
                  <a:cubicBezTo>
                    <a:pt x="267" y="134"/>
                    <a:pt x="0" y="334"/>
                    <a:pt x="0" y="334"/>
                  </a:cubicBezTo>
                  <a:cubicBezTo>
                    <a:pt x="0" y="367"/>
                    <a:pt x="67" y="567"/>
                    <a:pt x="67" y="567"/>
                  </a:cubicBezTo>
                  <a:cubicBezTo>
                    <a:pt x="67" y="567"/>
                    <a:pt x="400" y="567"/>
                    <a:pt x="601" y="534"/>
                  </a:cubicBezTo>
                  <a:cubicBezTo>
                    <a:pt x="834" y="467"/>
                    <a:pt x="1101" y="234"/>
                    <a:pt x="1101" y="234"/>
                  </a:cubicBezTo>
                  <a:cubicBezTo>
                    <a:pt x="1101" y="234"/>
                    <a:pt x="1068" y="34"/>
                    <a:pt x="10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21" name="Google Shape;3121;p26"/>
            <p:cNvSpPr/>
            <p:nvPr/>
          </p:nvSpPr>
          <p:spPr>
            <a:xfrm flipH="1">
              <a:off x="8373265" y="898234"/>
              <a:ext cx="20190" cy="11050"/>
            </a:xfrm>
            <a:custGeom>
              <a:avLst/>
              <a:gdLst/>
              <a:ahLst/>
              <a:cxnLst/>
              <a:rect l="l" t="t" r="r" b="b"/>
              <a:pathLst>
                <a:path w="835" h="457" extrusionOk="0">
                  <a:moveTo>
                    <a:pt x="401" y="0"/>
                  </a:moveTo>
                  <a:cubicBezTo>
                    <a:pt x="234" y="0"/>
                    <a:pt x="34" y="167"/>
                    <a:pt x="34" y="167"/>
                  </a:cubicBezTo>
                  <a:cubicBezTo>
                    <a:pt x="0" y="167"/>
                    <a:pt x="67" y="401"/>
                    <a:pt x="67" y="401"/>
                  </a:cubicBezTo>
                  <a:cubicBezTo>
                    <a:pt x="67" y="401"/>
                    <a:pt x="217" y="457"/>
                    <a:pt x="335" y="457"/>
                  </a:cubicBezTo>
                  <a:cubicBezTo>
                    <a:pt x="374" y="457"/>
                    <a:pt x="409" y="451"/>
                    <a:pt x="434" y="434"/>
                  </a:cubicBezTo>
                  <a:lnTo>
                    <a:pt x="701" y="334"/>
                  </a:lnTo>
                  <a:cubicBezTo>
                    <a:pt x="768" y="267"/>
                    <a:pt x="834" y="234"/>
                    <a:pt x="834" y="234"/>
                  </a:cubicBezTo>
                  <a:cubicBezTo>
                    <a:pt x="834" y="200"/>
                    <a:pt x="768" y="34"/>
                    <a:pt x="768" y="34"/>
                  </a:cubicBezTo>
                  <a:cubicBezTo>
                    <a:pt x="768" y="34"/>
                    <a:pt x="734" y="0"/>
                    <a:pt x="6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22" name="Google Shape;3122;p26"/>
            <p:cNvSpPr/>
            <p:nvPr/>
          </p:nvSpPr>
          <p:spPr>
            <a:xfrm flipH="1">
              <a:off x="8712026" y="319921"/>
              <a:ext cx="22608" cy="12840"/>
            </a:xfrm>
            <a:custGeom>
              <a:avLst/>
              <a:gdLst/>
              <a:ahLst/>
              <a:cxnLst/>
              <a:rect l="l" t="t" r="r" b="b"/>
              <a:pathLst>
                <a:path w="935" h="531" extrusionOk="0">
                  <a:moveTo>
                    <a:pt x="834" y="0"/>
                  </a:moveTo>
                  <a:cubicBezTo>
                    <a:pt x="834" y="0"/>
                    <a:pt x="534" y="0"/>
                    <a:pt x="401" y="33"/>
                  </a:cubicBezTo>
                  <a:cubicBezTo>
                    <a:pt x="267" y="100"/>
                    <a:pt x="34" y="267"/>
                    <a:pt x="34" y="267"/>
                  </a:cubicBezTo>
                  <a:cubicBezTo>
                    <a:pt x="0" y="267"/>
                    <a:pt x="100" y="500"/>
                    <a:pt x="100" y="500"/>
                  </a:cubicBezTo>
                  <a:cubicBezTo>
                    <a:pt x="100" y="500"/>
                    <a:pt x="219" y="530"/>
                    <a:pt x="348" y="530"/>
                  </a:cubicBezTo>
                  <a:cubicBezTo>
                    <a:pt x="412" y="530"/>
                    <a:pt x="478" y="523"/>
                    <a:pt x="534" y="500"/>
                  </a:cubicBezTo>
                  <a:cubicBezTo>
                    <a:pt x="701" y="434"/>
                    <a:pt x="934" y="234"/>
                    <a:pt x="934" y="234"/>
                  </a:cubicBezTo>
                  <a:cubicBezTo>
                    <a:pt x="934" y="234"/>
                    <a:pt x="834" y="67"/>
                    <a:pt x="8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23" name="Google Shape;3123;p26"/>
            <p:cNvSpPr/>
            <p:nvPr/>
          </p:nvSpPr>
          <p:spPr>
            <a:xfrm flipH="1">
              <a:off x="8701532" y="340087"/>
              <a:ext cx="25848" cy="14532"/>
            </a:xfrm>
            <a:custGeom>
              <a:avLst/>
              <a:gdLst/>
              <a:ahLst/>
              <a:cxnLst/>
              <a:rect l="l" t="t" r="r" b="b"/>
              <a:pathLst>
                <a:path w="1069" h="601" extrusionOk="0">
                  <a:moveTo>
                    <a:pt x="1001" y="0"/>
                  </a:moveTo>
                  <a:cubicBezTo>
                    <a:pt x="1001" y="0"/>
                    <a:pt x="668" y="0"/>
                    <a:pt x="468" y="100"/>
                  </a:cubicBezTo>
                  <a:cubicBezTo>
                    <a:pt x="301" y="133"/>
                    <a:pt x="1" y="334"/>
                    <a:pt x="1" y="334"/>
                  </a:cubicBezTo>
                  <a:lnTo>
                    <a:pt x="34" y="600"/>
                  </a:lnTo>
                  <a:cubicBezTo>
                    <a:pt x="34" y="600"/>
                    <a:pt x="401" y="600"/>
                    <a:pt x="634" y="567"/>
                  </a:cubicBezTo>
                  <a:cubicBezTo>
                    <a:pt x="835" y="467"/>
                    <a:pt x="1068" y="267"/>
                    <a:pt x="1068" y="267"/>
                  </a:cubicBezTo>
                  <a:cubicBezTo>
                    <a:pt x="1068" y="234"/>
                    <a:pt x="1035" y="0"/>
                    <a:pt x="10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24" name="Google Shape;3124;p26"/>
            <p:cNvSpPr/>
            <p:nvPr/>
          </p:nvSpPr>
          <p:spPr>
            <a:xfrm flipH="1">
              <a:off x="8678150" y="367265"/>
              <a:ext cx="39558" cy="12356"/>
            </a:xfrm>
            <a:custGeom>
              <a:avLst/>
              <a:gdLst/>
              <a:ahLst/>
              <a:cxnLst/>
              <a:rect l="l" t="t" r="r" b="b"/>
              <a:pathLst>
                <a:path w="1636" h="511" extrusionOk="0">
                  <a:moveTo>
                    <a:pt x="1016" y="1"/>
                  </a:moveTo>
                  <a:cubicBezTo>
                    <a:pt x="942" y="1"/>
                    <a:pt x="868" y="3"/>
                    <a:pt x="801" y="10"/>
                  </a:cubicBezTo>
                  <a:cubicBezTo>
                    <a:pt x="501" y="44"/>
                    <a:pt x="1" y="177"/>
                    <a:pt x="1" y="177"/>
                  </a:cubicBezTo>
                  <a:lnTo>
                    <a:pt x="1" y="444"/>
                  </a:lnTo>
                  <a:cubicBezTo>
                    <a:pt x="1" y="444"/>
                    <a:pt x="501" y="511"/>
                    <a:pt x="835" y="511"/>
                  </a:cubicBezTo>
                  <a:cubicBezTo>
                    <a:pt x="1135" y="477"/>
                    <a:pt x="1635" y="310"/>
                    <a:pt x="1635" y="310"/>
                  </a:cubicBezTo>
                  <a:cubicBezTo>
                    <a:pt x="1635" y="310"/>
                    <a:pt x="1602" y="110"/>
                    <a:pt x="1635" y="44"/>
                  </a:cubicBezTo>
                  <a:cubicBezTo>
                    <a:pt x="1635" y="44"/>
                    <a:pt x="1315" y="1"/>
                    <a:pt x="10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25" name="Google Shape;3125;p26"/>
            <p:cNvSpPr/>
            <p:nvPr/>
          </p:nvSpPr>
          <p:spPr>
            <a:xfrm flipH="1">
              <a:off x="8670896" y="393307"/>
              <a:ext cx="31482" cy="14556"/>
            </a:xfrm>
            <a:custGeom>
              <a:avLst/>
              <a:gdLst/>
              <a:ahLst/>
              <a:cxnLst/>
              <a:rect l="l" t="t" r="r" b="b"/>
              <a:pathLst>
                <a:path w="1302" h="602" extrusionOk="0">
                  <a:moveTo>
                    <a:pt x="1268" y="1"/>
                  </a:moveTo>
                  <a:cubicBezTo>
                    <a:pt x="1268" y="1"/>
                    <a:pt x="835" y="1"/>
                    <a:pt x="601" y="67"/>
                  </a:cubicBezTo>
                  <a:cubicBezTo>
                    <a:pt x="334" y="134"/>
                    <a:pt x="1" y="368"/>
                    <a:pt x="1" y="368"/>
                  </a:cubicBezTo>
                  <a:cubicBezTo>
                    <a:pt x="1" y="401"/>
                    <a:pt x="101" y="601"/>
                    <a:pt x="101" y="601"/>
                  </a:cubicBezTo>
                  <a:cubicBezTo>
                    <a:pt x="101" y="601"/>
                    <a:pt x="468" y="601"/>
                    <a:pt x="701" y="534"/>
                  </a:cubicBezTo>
                  <a:cubicBezTo>
                    <a:pt x="968" y="468"/>
                    <a:pt x="1302" y="267"/>
                    <a:pt x="1302" y="267"/>
                  </a:cubicBezTo>
                  <a:cubicBezTo>
                    <a:pt x="1302" y="267"/>
                    <a:pt x="1268" y="67"/>
                    <a:pt x="1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26" name="Google Shape;3126;p26"/>
            <p:cNvSpPr/>
            <p:nvPr/>
          </p:nvSpPr>
          <p:spPr>
            <a:xfrm flipH="1">
              <a:off x="8554735" y="457844"/>
              <a:ext cx="26646" cy="14532"/>
            </a:xfrm>
            <a:custGeom>
              <a:avLst/>
              <a:gdLst/>
              <a:ahLst/>
              <a:cxnLst/>
              <a:rect l="l" t="t" r="r" b="b"/>
              <a:pathLst>
                <a:path w="1102" h="601" extrusionOk="0">
                  <a:moveTo>
                    <a:pt x="1001" y="0"/>
                  </a:moveTo>
                  <a:cubicBezTo>
                    <a:pt x="1001" y="0"/>
                    <a:pt x="667" y="0"/>
                    <a:pt x="467" y="100"/>
                  </a:cubicBezTo>
                  <a:cubicBezTo>
                    <a:pt x="300" y="134"/>
                    <a:pt x="0" y="367"/>
                    <a:pt x="0" y="367"/>
                  </a:cubicBezTo>
                  <a:lnTo>
                    <a:pt x="34" y="601"/>
                  </a:lnTo>
                  <a:cubicBezTo>
                    <a:pt x="34" y="601"/>
                    <a:pt x="434" y="601"/>
                    <a:pt x="634" y="534"/>
                  </a:cubicBezTo>
                  <a:cubicBezTo>
                    <a:pt x="834" y="434"/>
                    <a:pt x="1101" y="234"/>
                    <a:pt x="1101" y="234"/>
                  </a:cubicBezTo>
                  <a:cubicBezTo>
                    <a:pt x="1101" y="234"/>
                    <a:pt x="1034" y="34"/>
                    <a:pt x="10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27" name="Google Shape;3127;p26"/>
            <p:cNvSpPr/>
            <p:nvPr/>
          </p:nvSpPr>
          <p:spPr>
            <a:xfrm flipH="1">
              <a:off x="8543443" y="488480"/>
              <a:ext cx="25050" cy="14556"/>
            </a:xfrm>
            <a:custGeom>
              <a:avLst/>
              <a:gdLst/>
              <a:ahLst/>
              <a:cxnLst/>
              <a:rect l="l" t="t" r="r" b="b"/>
              <a:pathLst>
                <a:path w="1036" h="602" extrusionOk="0">
                  <a:moveTo>
                    <a:pt x="935" y="1"/>
                  </a:moveTo>
                  <a:cubicBezTo>
                    <a:pt x="935" y="1"/>
                    <a:pt x="601" y="1"/>
                    <a:pt x="435" y="101"/>
                  </a:cubicBezTo>
                  <a:cubicBezTo>
                    <a:pt x="268" y="134"/>
                    <a:pt x="1" y="334"/>
                    <a:pt x="1" y="334"/>
                  </a:cubicBezTo>
                  <a:lnTo>
                    <a:pt x="68" y="601"/>
                  </a:lnTo>
                  <a:cubicBezTo>
                    <a:pt x="68" y="601"/>
                    <a:pt x="435" y="601"/>
                    <a:pt x="635" y="501"/>
                  </a:cubicBezTo>
                  <a:cubicBezTo>
                    <a:pt x="802" y="434"/>
                    <a:pt x="1035" y="201"/>
                    <a:pt x="1035" y="201"/>
                  </a:cubicBezTo>
                  <a:cubicBezTo>
                    <a:pt x="1035" y="201"/>
                    <a:pt x="968"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28" name="Google Shape;3128;p26"/>
            <p:cNvSpPr/>
            <p:nvPr/>
          </p:nvSpPr>
          <p:spPr>
            <a:xfrm flipH="1">
              <a:off x="8524897" y="522283"/>
              <a:ext cx="29064" cy="14629"/>
            </a:xfrm>
            <a:custGeom>
              <a:avLst/>
              <a:gdLst/>
              <a:ahLst/>
              <a:cxnLst/>
              <a:rect l="l" t="t" r="r" b="b"/>
              <a:pathLst>
                <a:path w="1202" h="605" extrusionOk="0">
                  <a:moveTo>
                    <a:pt x="1141" y="1"/>
                  </a:moveTo>
                  <a:cubicBezTo>
                    <a:pt x="1139" y="1"/>
                    <a:pt x="1137" y="2"/>
                    <a:pt x="1135" y="4"/>
                  </a:cubicBezTo>
                  <a:cubicBezTo>
                    <a:pt x="1135" y="4"/>
                    <a:pt x="734" y="4"/>
                    <a:pt x="534" y="104"/>
                  </a:cubicBezTo>
                  <a:cubicBezTo>
                    <a:pt x="334" y="137"/>
                    <a:pt x="0" y="371"/>
                    <a:pt x="0" y="371"/>
                  </a:cubicBezTo>
                  <a:lnTo>
                    <a:pt x="34" y="604"/>
                  </a:lnTo>
                  <a:cubicBezTo>
                    <a:pt x="34" y="604"/>
                    <a:pt x="401" y="604"/>
                    <a:pt x="668" y="571"/>
                  </a:cubicBezTo>
                  <a:cubicBezTo>
                    <a:pt x="868" y="471"/>
                    <a:pt x="1201" y="237"/>
                    <a:pt x="1201" y="237"/>
                  </a:cubicBezTo>
                  <a:cubicBezTo>
                    <a:pt x="1201" y="206"/>
                    <a:pt x="1172" y="1"/>
                    <a:pt x="11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29" name="Google Shape;3129;p26"/>
            <p:cNvSpPr/>
            <p:nvPr/>
          </p:nvSpPr>
          <p:spPr>
            <a:xfrm flipH="1">
              <a:off x="8503135" y="544142"/>
              <a:ext cx="32280" cy="16950"/>
            </a:xfrm>
            <a:custGeom>
              <a:avLst/>
              <a:gdLst/>
              <a:ahLst/>
              <a:cxnLst/>
              <a:rect l="l" t="t" r="r" b="b"/>
              <a:pathLst>
                <a:path w="1335" h="701" extrusionOk="0">
                  <a:moveTo>
                    <a:pt x="1268" y="0"/>
                  </a:moveTo>
                  <a:cubicBezTo>
                    <a:pt x="1268" y="0"/>
                    <a:pt x="835" y="34"/>
                    <a:pt x="601" y="134"/>
                  </a:cubicBezTo>
                  <a:cubicBezTo>
                    <a:pt x="334" y="234"/>
                    <a:pt x="1" y="501"/>
                    <a:pt x="1" y="501"/>
                  </a:cubicBezTo>
                  <a:lnTo>
                    <a:pt x="134" y="701"/>
                  </a:lnTo>
                  <a:cubicBezTo>
                    <a:pt x="134" y="701"/>
                    <a:pt x="568" y="634"/>
                    <a:pt x="768" y="534"/>
                  </a:cubicBezTo>
                  <a:cubicBezTo>
                    <a:pt x="1035" y="467"/>
                    <a:pt x="1335" y="201"/>
                    <a:pt x="1335" y="201"/>
                  </a:cubicBezTo>
                  <a:lnTo>
                    <a:pt x="126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30" name="Google Shape;3130;p26"/>
            <p:cNvSpPr/>
            <p:nvPr/>
          </p:nvSpPr>
          <p:spPr>
            <a:xfrm flipH="1">
              <a:off x="8484565" y="573666"/>
              <a:ext cx="32304" cy="16467"/>
            </a:xfrm>
            <a:custGeom>
              <a:avLst/>
              <a:gdLst/>
              <a:ahLst/>
              <a:cxnLst/>
              <a:rect l="l" t="t" r="r" b="b"/>
              <a:pathLst>
                <a:path w="1336" h="681" extrusionOk="0">
                  <a:moveTo>
                    <a:pt x="1261" y="0"/>
                  </a:moveTo>
                  <a:cubicBezTo>
                    <a:pt x="1253" y="0"/>
                    <a:pt x="1244" y="4"/>
                    <a:pt x="1235" y="14"/>
                  </a:cubicBezTo>
                  <a:lnTo>
                    <a:pt x="1002" y="14"/>
                  </a:lnTo>
                  <a:cubicBezTo>
                    <a:pt x="835" y="14"/>
                    <a:pt x="668" y="80"/>
                    <a:pt x="535" y="114"/>
                  </a:cubicBezTo>
                  <a:cubicBezTo>
                    <a:pt x="301" y="180"/>
                    <a:pt x="1" y="481"/>
                    <a:pt x="1" y="481"/>
                  </a:cubicBezTo>
                  <a:lnTo>
                    <a:pt x="134" y="681"/>
                  </a:lnTo>
                  <a:cubicBezTo>
                    <a:pt x="134" y="681"/>
                    <a:pt x="535" y="614"/>
                    <a:pt x="768" y="514"/>
                  </a:cubicBezTo>
                  <a:cubicBezTo>
                    <a:pt x="868" y="481"/>
                    <a:pt x="1002" y="347"/>
                    <a:pt x="1135" y="314"/>
                  </a:cubicBezTo>
                  <a:cubicBezTo>
                    <a:pt x="1268" y="247"/>
                    <a:pt x="1335" y="180"/>
                    <a:pt x="1335" y="180"/>
                  </a:cubicBezTo>
                  <a:cubicBezTo>
                    <a:pt x="1335" y="152"/>
                    <a:pt x="1310" y="0"/>
                    <a:pt x="12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31" name="Google Shape;3131;p26"/>
            <p:cNvSpPr/>
            <p:nvPr/>
          </p:nvSpPr>
          <p:spPr>
            <a:xfrm flipH="1">
              <a:off x="8465221" y="596564"/>
              <a:ext cx="26646" cy="15354"/>
            </a:xfrm>
            <a:custGeom>
              <a:avLst/>
              <a:gdLst/>
              <a:ahLst/>
              <a:cxnLst/>
              <a:rect l="l" t="t" r="r" b="b"/>
              <a:pathLst>
                <a:path w="1102" h="635" extrusionOk="0">
                  <a:moveTo>
                    <a:pt x="1002" y="1"/>
                  </a:moveTo>
                  <a:cubicBezTo>
                    <a:pt x="1001" y="1"/>
                    <a:pt x="1000" y="1"/>
                    <a:pt x="1000" y="1"/>
                  </a:cubicBezTo>
                  <a:lnTo>
                    <a:pt x="1000" y="1"/>
                  </a:lnTo>
                  <a:cubicBezTo>
                    <a:pt x="1001" y="1"/>
                    <a:pt x="1002" y="1"/>
                    <a:pt x="1002" y="1"/>
                  </a:cubicBezTo>
                  <a:close/>
                  <a:moveTo>
                    <a:pt x="1000" y="1"/>
                  </a:moveTo>
                  <a:cubicBezTo>
                    <a:pt x="974" y="3"/>
                    <a:pt x="628" y="37"/>
                    <a:pt x="468" y="101"/>
                  </a:cubicBezTo>
                  <a:cubicBezTo>
                    <a:pt x="301" y="167"/>
                    <a:pt x="1" y="368"/>
                    <a:pt x="1" y="368"/>
                  </a:cubicBezTo>
                  <a:lnTo>
                    <a:pt x="68" y="634"/>
                  </a:lnTo>
                  <a:lnTo>
                    <a:pt x="268" y="634"/>
                  </a:lnTo>
                  <a:cubicBezTo>
                    <a:pt x="401" y="634"/>
                    <a:pt x="501" y="634"/>
                    <a:pt x="635" y="568"/>
                  </a:cubicBezTo>
                  <a:cubicBezTo>
                    <a:pt x="835" y="468"/>
                    <a:pt x="1102" y="201"/>
                    <a:pt x="1102" y="201"/>
                  </a:cubicBezTo>
                  <a:cubicBezTo>
                    <a:pt x="1102" y="168"/>
                    <a:pt x="973" y="6"/>
                    <a:pt x="10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32" name="Google Shape;3132;p26"/>
            <p:cNvSpPr/>
            <p:nvPr/>
          </p:nvSpPr>
          <p:spPr>
            <a:xfrm flipH="1">
              <a:off x="8020793" y="264258"/>
              <a:ext cx="19392" cy="12936"/>
            </a:xfrm>
            <a:custGeom>
              <a:avLst/>
              <a:gdLst/>
              <a:ahLst/>
              <a:cxnLst/>
              <a:rect l="l" t="t" r="r" b="b"/>
              <a:pathLst>
                <a:path w="802" h="535" extrusionOk="0">
                  <a:moveTo>
                    <a:pt x="401" y="0"/>
                  </a:moveTo>
                  <a:cubicBezTo>
                    <a:pt x="168" y="0"/>
                    <a:pt x="1" y="267"/>
                    <a:pt x="1" y="267"/>
                  </a:cubicBezTo>
                  <a:lnTo>
                    <a:pt x="134" y="467"/>
                  </a:lnTo>
                  <a:cubicBezTo>
                    <a:pt x="134" y="467"/>
                    <a:pt x="334" y="534"/>
                    <a:pt x="435" y="534"/>
                  </a:cubicBezTo>
                  <a:cubicBezTo>
                    <a:pt x="501" y="534"/>
                    <a:pt x="735" y="434"/>
                    <a:pt x="735" y="434"/>
                  </a:cubicBezTo>
                  <a:cubicBezTo>
                    <a:pt x="768" y="434"/>
                    <a:pt x="801" y="234"/>
                    <a:pt x="801" y="167"/>
                  </a:cubicBezTo>
                  <a:cubicBezTo>
                    <a:pt x="801" y="167"/>
                    <a:pt x="768" y="134"/>
                    <a:pt x="668" y="101"/>
                  </a:cubicBezTo>
                  <a:cubicBezTo>
                    <a:pt x="601" y="67"/>
                    <a:pt x="468" y="0"/>
                    <a:pt x="4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33" name="Google Shape;3133;p26"/>
            <p:cNvSpPr/>
            <p:nvPr/>
          </p:nvSpPr>
          <p:spPr>
            <a:xfrm flipH="1">
              <a:off x="8012717" y="297772"/>
              <a:ext cx="21810" cy="12840"/>
            </a:xfrm>
            <a:custGeom>
              <a:avLst/>
              <a:gdLst/>
              <a:ahLst/>
              <a:cxnLst/>
              <a:rect l="l" t="t" r="r" b="b"/>
              <a:pathLst>
                <a:path w="902" h="531" extrusionOk="0">
                  <a:moveTo>
                    <a:pt x="554" y="1"/>
                  </a:moveTo>
                  <a:cubicBezTo>
                    <a:pt x="490" y="1"/>
                    <a:pt x="423" y="4"/>
                    <a:pt x="367" y="15"/>
                  </a:cubicBezTo>
                  <a:lnTo>
                    <a:pt x="100" y="149"/>
                  </a:lnTo>
                  <a:cubicBezTo>
                    <a:pt x="34" y="182"/>
                    <a:pt x="0" y="216"/>
                    <a:pt x="0" y="216"/>
                  </a:cubicBezTo>
                  <a:lnTo>
                    <a:pt x="0" y="482"/>
                  </a:lnTo>
                  <a:cubicBezTo>
                    <a:pt x="0" y="482"/>
                    <a:pt x="34" y="516"/>
                    <a:pt x="167" y="516"/>
                  </a:cubicBezTo>
                  <a:cubicBezTo>
                    <a:pt x="201" y="527"/>
                    <a:pt x="238" y="531"/>
                    <a:pt x="276" y="531"/>
                  </a:cubicBezTo>
                  <a:cubicBezTo>
                    <a:pt x="352" y="531"/>
                    <a:pt x="434" y="516"/>
                    <a:pt x="501" y="516"/>
                  </a:cubicBezTo>
                  <a:cubicBezTo>
                    <a:pt x="701" y="416"/>
                    <a:pt x="901" y="249"/>
                    <a:pt x="901" y="249"/>
                  </a:cubicBezTo>
                  <a:cubicBezTo>
                    <a:pt x="901" y="249"/>
                    <a:pt x="868" y="49"/>
                    <a:pt x="801" y="15"/>
                  </a:cubicBezTo>
                  <a:cubicBezTo>
                    <a:pt x="801" y="15"/>
                    <a:pt x="682" y="1"/>
                    <a:pt x="5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34" name="Google Shape;3134;p26"/>
            <p:cNvSpPr/>
            <p:nvPr/>
          </p:nvSpPr>
          <p:spPr>
            <a:xfrm flipH="1">
              <a:off x="8003867" y="315520"/>
              <a:ext cx="20166" cy="12042"/>
            </a:xfrm>
            <a:custGeom>
              <a:avLst/>
              <a:gdLst/>
              <a:ahLst/>
              <a:cxnLst/>
              <a:rect l="l" t="t" r="r" b="b"/>
              <a:pathLst>
                <a:path w="834" h="498" extrusionOk="0">
                  <a:moveTo>
                    <a:pt x="549" y="0"/>
                  </a:moveTo>
                  <a:cubicBezTo>
                    <a:pt x="489" y="0"/>
                    <a:pt x="434" y="4"/>
                    <a:pt x="400" y="15"/>
                  </a:cubicBezTo>
                  <a:cubicBezTo>
                    <a:pt x="267" y="82"/>
                    <a:pt x="67" y="249"/>
                    <a:pt x="67" y="249"/>
                  </a:cubicBezTo>
                  <a:cubicBezTo>
                    <a:pt x="0" y="249"/>
                    <a:pt x="100" y="482"/>
                    <a:pt x="100" y="482"/>
                  </a:cubicBezTo>
                  <a:cubicBezTo>
                    <a:pt x="100" y="482"/>
                    <a:pt x="204" y="497"/>
                    <a:pt x="322" y="497"/>
                  </a:cubicBezTo>
                  <a:cubicBezTo>
                    <a:pt x="382" y="497"/>
                    <a:pt x="445" y="493"/>
                    <a:pt x="500" y="482"/>
                  </a:cubicBezTo>
                  <a:cubicBezTo>
                    <a:pt x="634" y="449"/>
                    <a:pt x="834" y="282"/>
                    <a:pt x="834" y="282"/>
                  </a:cubicBezTo>
                  <a:cubicBezTo>
                    <a:pt x="834" y="282"/>
                    <a:pt x="767" y="82"/>
                    <a:pt x="801" y="15"/>
                  </a:cubicBezTo>
                  <a:cubicBezTo>
                    <a:pt x="801" y="15"/>
                    <a:pt x="667" y="0"/>
                    <a:pt x="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35" name="Google Shape;3135;p26"/>
            <p:cNvSpPr/>
            <p:nvPr/>
          </p:nvSpPr>
          <p:spPr>
            <a:xfrm flipH="1">
              <a:off x="7990132" y="336049"/>
              <a:ext cx="20190" cy="13734"/>
            </a:xfrm>
            <a:custGeom>
              <a:avLst/>
              <a:gdLst/>
              <a:ahLst/>
              <a:cxnLst/>
              <a:rect l="l" t="t" r="r" b="b"/>
              <a:pathLst>
                <a:path w="835" h="568" extrusionOk="0">
                  <a:moveTo>
                    <a:pt x="767" y="0"/>
                  </a:moveTo>
                  <a:cubicBezTo>
                    <a:pt x="767" y="0"/>
                    <a:pt x="534" y="0"/>
                    <a:pt x="367" y="67"/>
                  </a:cubicBezTo>
                  <a:cubicBezTo>
                    <a:pt x="234" y="134"/>
                    <a:pt x="33" y="300"/>
                    <a:pt x="33" y="300"/>
                  </a:cubicBezTo>
                  <a:cubicBezTo>
                    <a:pt x="0" y="300"/>
                    <a:pt x="67" y="567"/>
                    <a:pt x="67" y="567"/>
                  </a:cubicBezTo>
                  <a:cubicBezTo>
                    <a:pt x="67" y="567"/>
                    <a:pt x="334" y="567"/>
                    <a:pt x="500" y="501"/>
                  </a:cubicBezTo>
                  <a:cubicBezTo>
                    <a:pt x="667" y="467"/>
                    <a:pt x="834" y="267"/>
                    <a:pt x="834" y="267"/>
                  </a:cubicBezTo>
                  <a:cubicBezTo>
                    <a:pt x="834" y="267"/>
                    <a:pt x="767" y="67"/>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36" name="Google Shape;3136;p26"/>
            <p:cNvSpPr/>
            <p:nvPr/>
          </p:nvSpPr>
          <p:spPr>
            <a:xfrm flipH="1">
              <a:off x="7967548" y="355393"/>
              <a:ext cx="21012" cy="14556"/>
            </a:xfrm>
            <a:custGeom>
              <a:avLst/>
              <a:gdLst/>
              <a:ahLst/>
              <a:cxnLst/>
              <a:rect l="l" t="t" r="r" b="b"/>
              <a:pathLst>
                <a:path w="869" h="602" extrusionOk="0">
                  <a:moveTo>
                    <a:pt x="768" y="1"/>
                  </a:moveTo>
                  <a:cubicBezTo>
                    <a:pt x="768" y="1"/>
                    <a:pt x="501" y="1"/>
                    <a:pt x="368" y="101"/>
                  </a:cubicBezTo>
                  <a:cubicBezTo>
                    <a:pt x="268" y="134"/>
                    <a:pt x="34" y="334"/>
                    <a:pt x="34" y="334"/>
                  </a:cubicBezTo>
                  <a:cubicBezTo>
                    <a:pt x="1" y="334"/>
                    <a:pt x="101" y="601"/>
                    <a:pt x="101" y="601"/>
                  </a:cubicBezTo>
                  <a:cubicBezTo>
                    <a:pt x="101" y="601"/>
                    <a:pt x="368" y="601"/>
                    <a:pt x="534" y="535"/>
                  </a:cubicBezTo>
                  <a:cubicBezTo>
                    <a:pt x="701" y="468"/>
                    <a:pt x="868" y="201"/>
                    <a:pt x="868" y="201"/>
                  </a:cubicBezTo>
                  <a:cubicBezTo>
                    <a:pt x="835" y="201"/>
                    <a:pt x="768" y="34"/>
                    <a:pt x="7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37" name="Google Shape;3137;p26"/>
            <p:cNvSpPr/>
            <p:nvPr/>
          </p:nvSpPr>
          <p:spPr>
            <a:xfrm flipH="1">
              <a:off x="8020793" y="283457"/>
              <a:ext cx="16152" cy="12840"/>
            </a:xfrm>
            <a:custGeom>
              <a:avLst/>
              <a:gdLst/>
              <a:ahLst/>
              <a:cxnLst/>
              <a:rect l="l" t="t" r="r" b="b"/>
              <a:pathLst>
                <a:path w="668" h="531" extrusionOk="0">
                  <a:moveTo>
                    <a:pt x="338" y="0"/>
                  </a:moveTo>
                  <a:cubicBezTo>
                    <a:pt x="323" y="0"/>
                    <a:pt x="310" y="2"/>
                    <a:pt x="301" y="7"/>
                  </a:cubicBezTo>
                  <a:cubicBezTo>
                    <a:pt x="167" y="74"/>
                    <a:pt x="0" y="207"/>
                    <a:pt x="0" y="207"/>
                  </a:cubicBezTo>
                  <a:cubicBezTo>
                    <a:pt x="0" y="274"/>
                    <a:pt x="100" y="474"/>
                    <a:pt x="100" y="474"/>
                  </a:cubicBezTo>
                  <a:cubicBezTo>
                    <a:pt x="100" y="474"/>
                    <a:pt x="213" y="530"/>
                    <a:pt x="297" y="530"/>
                  </a:cubicBezTo>
                  <a:cubicBezTo>
                    <a:pt x="326" y="530"/>
                    <a:pt x="351" y="524"/>
                    <a:pt x="367" y="507"/>
                  </a:cubicBezTo>
                  <a:cubicBezTo>
                    <a:pt x="501" y="474"/>
                    <a:pt x="667" y="307"/>
                    <a:pt x="667" y="307"/>
                  </a:cubicBezTo>
                  <a:cubicBezTo>
                    <a:pt x="667" y="274"/>
                    <a:pt x="634" y="74"/>
                    <a:pt x="601" y="74"/>
                  </a:cubicBezTo>
                  <a:cubicBezTo>
                    <a:pt x="601" y="74"/>
                    <a:pt x="429" y="0"/>
                    <a:pt x="3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38" name="Google Shape;3138;p26"/>
            <p:cNvSpPr/>
            <p:nvPr/>
          </p:nvSpPr>
          <p:spPr>
            <a:xfrm flipH="1">
              <a:off x="8923360" y="1620104"/>
              <a:ext cx="17772" cy="13734"/>
            </a:xfrm>
            <a:custGeom>
              <a:avLst/>
              <a:gdLst/>
              <a:ahLst/>
              <a:cxnLst/>
              <a:rect l="l" t="t" r="r" b="b"/>
              <a:pathLst>
                <a:path w="735" h="568" extrusionOk="0">
                  <a:moveTo>
                    <a:pt x="535" y="1"/>
                  </a:moveTo>
                  <a:cubicBezTo>
                    <a:pt x="401" y="1"/>
                    <a:pt x="335" y="34"/>
                    <a:pt x="234" y="68"/>
                  </a:cubicBezTo>
                  <a:cubicBezTo>
                    <a:pt x="68" y="168"/>
                    <a:pt x="1" y="435"/>
                    <a:pt x="1" y="435"/>
                  </a:cubicBezTo>
                  <a:lnTo>
                    <a:pt x="201" y="568"/>
                  </a:lnTo>
                  <a:cubicBezTo>
                    <a:pt x="201" y="568"/>
                    <a:pt x="401" y="501"/>
                    <a:pt x="501" y="435"/>
                  </a:cubicBezTo>
                  <a:lnTo>
                    <a:pt x="668" y="268"/>
                  </a:lnTo>
                  <a:lnTo>
                    <a:pt x="735" y="201"/>
                  </a:lnTo>
                  <a:cubicBezTo>
                    <a:pt x="735" y="134"/>
                    <a:pt x="701" y="1"/>
                    <a:pt x="7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39" name="Google Shape;3139;p26"/>
            <p:cNvSpPr/>
            <p:nvPr/>
          </p:nvSpPr>
          <p:spPr>
            <a:xfrm flipH="1">
              <a:off x="8905611" y="1641092"/>
              <a:ext cx="28242" cy="19368"/>
            </a:xfrm>
            <a:custGeom>
              <a:avLst/>
              <a:gdLst/>
              <a:ahLst/>
              <a:cxnLst/>
              <a:rect l="l" t="t" r="r" b="b"/>
              <a:pathLst>
                <a:path w="1168" h="801" extrusionOk="0">
                  <a:moveTo>
                    <a:pt x="867" y="0"/>
                  </a:moveTo>
                  <a:cubicBezTo>
                    <a:pt x="734" y="34"/>
                    <a:pt x="567" y="67"/>
                    <a:pt x="434" y="134"/>
                  </a:cubicBezTo>
                  <a:cubicBezTo>
                    <a:pt x="334" y="200"/>
                    <a:pt x="200" y="300"/>
                    <a:pt x="100" y="400"/>
                  </a:cubicBezTo>
                  <a:cubicBezTo>
                    <a:pt x="34" y="534"/>
                    <a:pt x="0" y="634"/>
                    <a:pt x="0" y="634"/>
                  </a:cubicBezTo>
                  <a:lnTo>
                    <a:pt x="167" y="801"/>
                  </a:lnTo>
                  <a:lnTo>
                    <a:pt x="334" y="701"/>
                  </a:lnTo>
                  <a:cubicBezTo>
                    <a:pt x="434" y="667"/>
                    <a:pt x="567" y="634"/>
                    <a:pt x="667" y="567"/>
                  </a:cubicBezTo>
                  <a:cubicBezTo>
                    <a:pt x="734" y="567"/>
                    <a:pt x="867" y="467"/>
                    <a:pt x="934" y="400"/>
                  </a:cubicBezTo>
                  <a:cubicBezTo>
                    <a:pt x="1034" y="334"/>
                    <a:pt x="1101" y="300"/>
                    <a:pt x="1101" y="300"/>
                  </a:cubicBezTo>
                  <a:cubicBezTo>
                    <a:pt x="1168" y="300"/>
                    <a:pt x="1101" y="67"/>
                    <a:pt x="11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40" name="Google Shape;3140;p26"/>
            <p:cNvSpPr/>
            <p:nvPr/>
          </p:nvSpPr>
          <p:spPr>
            <a:xfrm flipH="1">
              <a:off x="8892699" y="1672550"/>
              <a:ext cx="27444" cy="16950"/>
            </a:xfrm>
            <a:custGeom>
              <a:avLst/>
              <a:gdLst/>
              <a:ahLst/>
              <a:cxnLst/>
              <a:rect l="l" t="t" r="r" b="b"/>
              <a:pathLst>
                <a:path w="1135" h="701" extrusionOk="0">
                  <a:moveTo>
                    <a:pt x="1034" y="0"/>
                  </a:moveTo>
                  <a:cubicBezTo>
                    <a:pt x="1034" y="0"/>
                    <a:pt x="667" y="33"/>
                    <a:pt x="467" y="100"/>
                  </a:cubicBezTo>
                  <a:cubicBezTo>
                    <a:pt x="234" y="200"/>
                    <a:pt x="0" y="434"/>
                    <a:pt x="0" y="434"/>
                  </a:cubicBezTo>
                  <a:cubicBezTo>
                    <a:pt x="0" y="500"/>
                    <a:pt x="100" y="701"/>
                    <a:pt x="100" y="701"/>
                  </a:cubicBezTo>
                  <a:cubicBezTo>
                    <a:pt x="100" y="701"/>
                    <a:pt x="467" y="667"/>
                    <a:pt x="667" y="567"/>
                  </a:cubicBezTo>
                  <a:cubicBezTo>
                    <a:pt x="868" y="467"/>
                    <a:pt x="1134" y="234"/>
                    <a:pt x="1134" y="234"/>
                  </a:cubicBezTo>
                  <a:cubicBezTo>
                    <a:pt x="1134" y="234"/>
                    <a:pt x="1068" y="33"/>
                    <a:pt x="10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41" name="Google Shape;3141;p26"/>
            <p:cNvSpPr/>
            <p:nvPr/>
          </p:nvSpPr>
          <p:spPr>
            <a:xfrm flipH="1">
              <a:off x="8875773" y="1697552"/>
              <a:ext cx="18570" cy="12719"/>
            </a:xfrm>
            <a:custGeom>
              <a:avLst/>
              <a:gdLst/>
              <a:ahLst/>
              <a:cxnLst/>
              <a:rect l="l" t="t" r="r" b="b"/>
              <a:pathLst>
                <a:path w="768" h="526" extrusionOk="0">
                  <a:moveTo>
                    <a:pt x="534" y="0"/>
                  </a:moveTo>
                  <a:cubicBezTo>
                    <a:pt x="534" y="0"/>
                    <a:pt x="368" y="0"/>
                    <a:pt x="268" y="34"/>
                  </a:cubicBezTo>
                  <a:cubicBezTo>
                    <a:pt x="167" y="67"/>
                    <a:pt x="1" y="200"/>
                    <a:pt x="1" y="200"/>
                  </a:cubicBezTo>
                  <a:lnTo>
                    <a:pt x="1" y="467"/>
                  </a:lnTo>
                  <a:cubicBezTo>
                    <a:pt x="1" y="467"/>
                    <a:pt x="101" y="467"/>
                    <a:pt x="167" y="501"/>
                  </a:cubicBezTo>
                  <a:cubicBezTo>
                    <a:pt x="217" y="517"/>
                    <a:pt x="276" y="526"/>
                    <a:pt x="330" y="526"/>
                  </a:cubicBezTo>
                  <a:cubicBezTo>
                    <a:pt x="384" y="526"/>
                    <a:pt x="434" y="517"/>
                    <a:pt x="468" y="501"/>
                  </a:cubicBezTo>
                  <a:cubicBezTo>
                    <a:pt x="568" y="467"/>
                    <a:pt x="634" y="367"/>
                    <a:pt x="701" y="300"/>
                  </a:cubicBezTo>
                  <a:cubicBezTo>
                    <a:pt x="768" y="200"/>
                    <a:pt x="768" y="134"/>
                    <a:pt x="768" y="134"/>
                  </a:cubicBezTo>
                  <a:cubicBezTo>
                    <a:pt x="768" y="134"/>
                    <a:pt x="568" y="0"/>
                    <a:pt x="5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42" name="Google Shape;3142;p26"/>
            <p:cNvSpPr/>
            <p:nvPr/>
          </p:nvSpPr>
          <p:spPr>
            <a:xfrm flipH="1">
              <a:off x="8774145" y="1698350"/>
              <a:ext cx="18570" cy="12477"/>
            </a:xfrm>
            <a:custGeom>
              <a:avLst/>
              <a:gdLst/>
              <a:ahLst/>
              <a:cxnLst/>
              <a:rect l="l" t="t" r="r" b="b"/>
              <a:pathLst>
                <a:path w="768" h="516" extrusionOk="0">
                  <a:moveTo>
                    <a:pt x="534" y="1"/>
                  </a:moveTo>
                  <a:cubicBezTo>
                    <a:pt x="434" y="1"/>
                    <a:pt x="368" y="1"/>
                    <a:pt x="334" y="34"/>
                  </a:cubicBezTo>
                  <a:cubicBezTo>
                    <a:pt x="201" y="101"/>
                    <a:pt x="34" y="267"/>
                    <a:pt x="34" y="267"/>
                  </a:cubicBezTo>
                  <a:cubicBezTo>
                    <a:pt x="1" y="267"/>
                    <a:pt x="67" y="501"/>
                    <a:pt x="67" y="501"/>
                  </a:cubicBezTo>
                  <a:cubicBezTo>
                    <a:pt x="67" y="501"/>
                    <a:pt x="186" y="516"/>
                    <a:pt x="314" y="516"/>
                  </a:cubicBezTo>
                  <a:cubicBezTo>
                    <a:pt x="379" y="516"/>
                    <a:pt x="445" y="512"/>
                    <a:pt x="501" y="501"/>
                  </a:cubicBezTo>
                  <a:cubicBezTo>
                    <a:pt x="568" y="468"/>
                    <a:pt x="668" y="367"/>
                    <a:pt x="701" y="334"/>
                  </a:cubicBezTo>
                  <a:cubicBezTo>
                    <a:pt x="735" y="234"/>
                    <a:pt x="768" y="201"/>
                    <a:pt x="768" y="201"/>
                  </a:cubicBezTo>
                  <a:cubicBezTo>
                    <a:pt x="735" y="167"/>
                    <a:pt x="668" y="1"/>
                    <a:pt x="6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43" name="Google Shape;3143;p26"/>
            <p:cNvSpPr/>
            <p:nvPr/>
          </p:nvSpPr>
          <p:spPr>
            <a:xfrm flipH="1">
              <a:off x="8201466" y="1241300"/>
              <a:ext cx="117781" cy="280440"/>
            </a:xfrm>
            <a:custGeom>
              <a:avLst/>
              <a:gdLst/>
              <a:ahLst/>
              <a:cxnLst/>
              <a:rect l="l" t="t" r="r" b="b"/>
              <a:pathLst>
                <a:path w="4871" h="11598" extrusionOk="0">
                  <a:moveTo>
                    <a:pt x="1271" y="0"/>
                  </a:moveTo>
                  <a:cubicBezTo>
                    <a:pt x="1157" y="0"/>
                    <a:pt x="1055" y="200"/>
                    <a:pt x="1168" y="256"/>
                  </a:cubicBezTo>
                  <a:cubicBezTo>
                    <a:pt x="1168" y="256"/>
                    <a:pt x="1435" y="423"/>
                    <a:pt x="1768" y="723"/>
                  </a:cubicBezTo>
                  <a:cubicBezTo>
                    <a:pt x="1968" y="856"/>
                    <a:pt x="2135" y="1056"/>
                    <a:pt x="2335" y="1257"/>
                  </a:cubicBezTo>
                  <a:cubicBezTo>
                    <a:pt x="2535" y="1490"/>
                    <a:pt x="2769" y="1724"/>
                    <a:pt x="2969" y="2024"/>
                  </a:cubicBezTo>
                  <a:cubicBezTo>
                    <a:pt x="3002" y="2091"/>
                    <a:pt x="3103" y="2157"/>
                    <a:pt x="3136" y="2224"/>
                  </a:cubicBezTo>
                  <a:lnTo>
                    <a:pt x="3269" y="2491"/>
                  </a:lnTo>
                  <a:cubicBezTo>
                    <a:pt x="3336" y="2658"/>
                    <a:pt x="3469" y="2824"/>
                    <a:pt x="3536" y="2991"/>
                  </a:cubicBezTo>
                  <a:cubicBezTo>
                    <a:pt x="3636" y="3158"/>
                    <a:pt x="3703" y="3358"/>
                    <a:pt x="3803" y="3525"/>
                  </a:cubicBezTo>
                  <a:cubicBezTo>
                    <a:pt x="3870" y="3692"/>
                    <a:pt x="3970" y="3858"/>
                    <a:pt x="4003" y="4059"/>
                  </a:cubicBezTo>
                  <a:cubicBezTo>
                    <a:pt x="4037" y="4225"/>
                    <a:pt x="4137" y="4426"/>
                    <a:pt x="4170" y="4592"/>
                  </a:cubicBezTo>
                  <a:cubicBezTo>
                    <a:pt x="4203" y="4759"/>
                    <a:pt x="4203" y="4993"/>
                    <a:pt x="4270" y="5159"/>
                  </a:cubicBezTo>
                  <a:cubicBezTo>
                    <a:pt x="4270" y="5259"/>
                    <a:pt x="4303" y="5360"/>
                    <a:pt x="4303" y="5426"/>
                  </a:cubicBezTo>
                  <a:lnTo>
                    <a:pt x="4303" y="5693"/>
                  </a:lnTo>
                  <a:lnTo>
                    <a:pt x="4303" y="6193"/>
                  </a:lnTo>
                  <a:cubicBezTo>
                    <a:pt x="4203" y="6827"/>
                    <a:pt x="4103" y="7594"/>
                    <a:pt x="3703" y="8262"/>
                  </a:cubicBezTo>
                  <a:cubicBezTo>
                    <a:pt x="3336" y="8929"/>
                    <a:pt x="2836" y="9563"/>
                    <a:pt x="2302" y="9963"/>
                  </a:cubicBezTo>
                  <a:cubicBezTo>
                    <a:pt x="2169" y="10096"/>
                    <a:pt x="2035" y="10196"/>
                    <a:pt x="1935" y="10330"/>
                  </a:cubicBezTo>
                  <a:cubicBezTo>
                    <a:pt x="1735" y="10396"/>
                    <a:pt x="1635" y="10497"/>
                    <a:pt x="1501" y="10563"/>
                  </a:cubicBezTo>
                  <a:cubicBezTo>
                    <a:pt x="1201" y="10730"/>
                    <a:pt x="1001" y="10863"/>
                    <a:pt x="801" y="10930"/>
                  </a:cubicBezTo>
                  <a:cubicBezTo>
                    <a:pt x="367" y="11097"/>
                    <a:pt x="134" y="11230"/>
                    <a:pt x="134" y="11230"/>
                  </a:cubicBezTo>
                  <a:cubicBezTo>
                    <a:pt x="0" y="11330"/>
                    <a:pt x="100" y="11564"/>
                    <a:pt x="167" y="11597"/>
                  </a:cubicBezTo>
                  <a:cubicBezTo>
                    <a:pt x="167" y="11597"/>
                    <a:pt x="434" y="11531"/>
                    <a:pt x="868" y="11364"/>
                  </a:cubicBezTo>
                  <a:cubicBezTo>
                    <a:pt x="1101" y="11264"/>
                    <a:pt x="1335" y="11164"/>
                    <a:pt x="1635" y="10997"/>
                  </a:cubicBezTo>
                  <a:cubicBezTo>
                    <a:pt x="1802" y="10897"/>
                    <a:pt x="1935" y="10830"/>
                    <a:pt x="2102" y="10730"/>
                  </a:cubicBezTo>
                  <a:cubicBezTo>
                    <a:pt x="2235" y="10597"/>
                    <a:pt x="2369" y="10530"/>
                    <a:pt x="2535" y="10396"/>
                  </a:cubicBezTo>
                  <a:cubicBezTo>
                    <a:pt x="3169" y="9929"/>
                    <a:pt x="3770" y="9329"/>
                    <a:pt x="4170" y="8562"/>
                  </a:cubicBezTo>
                  <a:cubicBezTo>
                    <a:pt x="4637" y="7828"/>
                    <a:pt x="4804" y="6994"/>
                    <a:pt x="4870" y="6227"/>
                  </a:cubicBezTo>
                  <a:lnTo>
                    <a:pt x="4870" y="5660"/>
                  </a:lnTo>
                  <a:lnTo>
                    <a:pt x="4870" y="5360"/>
                  </a:lnTo>
                  <a:cubicBezTo>
                    <a:pt x="4870" y="5259"/>
                    <a:pt x="4837" y="5159"/>
                    <a:pt x="4837" y="5059"/>
                  </a:cubicBezTo>
                  <a:lnTo>
                    <a:pt x="4704" y="4426"/>
                  </a:lnTo>
                  <a:cubicBezTo>
                    <a:pt x="4637" y="4225"/>
                    <a:pt x="4604" y="4025"/>
                    <a:pt x="4504" y="3825"/>
                  </a:cubicBezTo>
                  <a:cubicBezTo>
                    <a:pt x="4437" y="3592"/>
                    <a:pt x="4337" y="3425"/>
                    <a:pt x="4270" y="3225"/>
                  </a:cubicBezTo>
                  <a:cubicBezTo>
                    <a:pt x="4137" y="3058"/>
                    <a:pt x="4103" y="2858"/>
                    <a:pt x="3970" y="2691"/>
                  </a:cubicBezTo>
                  <a:cubicBezTo>
                    <a:pt x="3836" y="2524"/>
                    <a:pt x="3770" y="2357"/>
                    <a:pt x="3636" y="2191"/>
                  </a:cubicBezTo>
                  <a:cubicBezTo>
                    <a:pt x="3603" y="2091"/>
                    <a:pt x="3503" y="2024"/>
                    <a:pt x="3469" y="1924"/>
                  </a:cubicBezTo>
                  <a:cubicBezTo>
                    <a:pt x="3436" y="1857"/>
                    <a:pt x="3336" y="1824"/>
                    <a:pt x="3303" y="1724"/>
                  </a:cubicBezTo>
                  <a:cubicBezTo>
                    <a:pt x="3036" y="1423"/>
                    <a:pt x="2836" y="1190"/>
                    <a:pt x="2602" y="990"/>
                  </a:cubicBezTo>
                  <a:cubicBezTo>
                    <a:pt x="2335" y="756"/>
                    <a:pt x="2169" y="556"/>
                    <a:pt x="1968" y="423"/>
                  </a:cubicBezTo>
                  <a:lnTo>
                    <a:pt x="1335" y="22"/>
                  </a:lnTo>
                  <a:cubicBezTo>
                    <a:pt x="1314" y="7"/>
                    <a:pt x="1292" y="0"/>
                    <a:pt x="12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44" name="Google Shape;3144;p26"/>
            <p:cNvSpPr/>
            <p:nvPr/>
          </p:nvSpPr>
          <p:spPr>
            <a:xfrm flipH="1">
              <a:off x="7627892" y="576737"/>
              <a:ext cx="578071" cy="256574"/>
            </a:xfrm>
            <a:custGeom>
              <a:avLst/>
              <a:gdLst/>
              <a:ahLst/>
              <a:cxnLst/>
              <a:rect l="l" t="t" r="r" b="b"/>
              <a:pathLst>
                <a:path w="23907" h="10611" extrusionOk="0">
                  <a:moveTo>
                    <a:pt x="23735" y="0"/>
                  </a:moveTo>
                  <a:cubicBezTo>
                    <a:pt x="23662" y="0"/>
                    <a:pt x="23579" y="55"/>
                    <a:pt x="23535" y="187"/>
                  </a:cubicBezTo>
                  <a:cubicBezTo>
                    <a:pt x="23535" y="187"/>
                    <a:pt x="23502" y="320"/>
                    <a:pt x="23435" y="520"/>
                  </a:cubicBezTo>
                  <a:cubicBezTo>
                    <a:pt x="23435" y="620"/>
                    <a:pt x="23335" y="721"/>
                    <a:pt x="23269" y="854"/>
                  </a:cubicBezTo>
                  <a:cubicBezTo>
                    <a:pt x="23202" y="887"/>
                    <a:pt x="23169" y="987"/>
                    <a:pt x="23135" y="1054"/>
                  </a:cubicBezTo>
                  <a:cubicBezTo>
                    <a:pt x="23102" y="1121"/>
                    <a:pt x="23002" y="1188"/>
                    <a:pt x="22968" y="1288"/>
                  </a:cubicBezTo>
                  <a:cubicBezTo>
                    <a:pt x="22868" y="1354"/>
                    <a:pt x="22835" y="1454"/>
                    <a:pt x="22768" y="1521"/>
                  </a:cubicBezTo>
                  <a:lnTo>
                    <a:pt x="22501" y="1788"/>
                  </a:lnTo>
                  <a:cubicBezTo>
                    <a:pt x="22335" y="1955"/>
                    <a:pt x="22134" y="2055"/>
                    <a:pt x="21934" y="2222"/>
                  </a:cubicBezTo>
                  <a:cubicBezTo>
                    <a:pt x="21467" y="2555"/>
                    <a:pt x="20967" y="2855"/>
                    <a:pt x="20333" y="3056"/>
                  </a:cubicBezTo>
                  <a:cubicBezTo>
                    <a:pt x="19132" y="3556"/>
                    <a:pt x="17665" y="3856"/>
                    <a:pt x="16197" y="4156"/>
                  </a:cubicBezTo>
                  <a:cubicBezTo>
                    <a:pt x="14796" y="4390"/>
                    <a:pt x="13328" y="4657"/>
                    <a:pt x="12027" y="4857"/>
                  </a:cubicBezTo>
                  <a:cubicBezTo>
                    <a:pt x="9459" y="5324"/>
                    <a:pt x="6156" y="5991"/>
                    <a:pt x="3721" y="7292"/>
                  </a:cubicBezTo>
                  <a:cubicBezTo>
                    <a:pt x="2520" y="7892"/>
                    <a:pt x="1586" y="8660"/>
                    <a:pt x="986" y="9293"/>
                  </a:cubicBezTo>
                  <a:cubicBezTo>
                    <a:pt x="686" y="9560"/>
                    <a:pt x="452" y="9827"/>
                    <a:pt x="319" y="10027"/>
                  </a:cubicBezTo>
                  <a:cubicBezTo>
                    <a:pt x="185" y="10194"/>
                    <a:pt x="119" y="10327"/>
                    <a:pt x="119" y="10327"/>
                  </a:cubicBezTo>
                  <a:cubicBezTo>
                    <a:pt x="1" y="10469"/>
                    <a:pt x="116" y="10610"/>
                    <a:pt x="253" y="10610"/>
                  </a:cubicBezTo>
                  <a:cubicBezTo>
                    <a:pt x="310" y="10610"/>
                    <a:pt x="370" y="10586"/>
                    <a:pt x="419" y="10528"/>
                  </a:cubicBezTo>
                  <a:cubicBezTo>
                    <a:pt x="419" y="10528"/>
                    <a:pt x="486" y="10394"/>
                    <a:pt x="619" y="10227"/>
                  </a:cubicBezTo>
                  <a:cubicBezTo>
                    <a:pt x="753" y="10061"/>
                    <a:pt x="953" y="9827"/>
                    <a:pt x="1253" y="9527"/>
                  </a:cubicBezTo>
                  <a:cubicBezTo>
                    <a:pt x="1853" y="8993"/>
                    <a:pt x="2787" y="8293"/>
                    <a:pt x="3955" y="7726"/>
                  </a:cubicBezTo>
                  <a:cubicBezTo>
                    <a:pt x="6323" y="6558"/>
                    <a:pt x="9592" y="5991"/>
                    <a:pt x="12127" y="5524"/>
                  </a:cubicBezTo>
                  <a:cubicBezTo>
                    <a:pt x="13395" y="5290"/>
                    <a:pt x="14863" y="5024"/>
                    <a:pt x="16330" y="4723"/>
                  </a:cubicBezTo>
                  <a:cubicBezTo>
                    <a:pt x="17798" y="4457"/>
                    <a:pt x="19232" y="4056"/>
                    <a:pt x="20500" y="3523"/>
                  </a:cubicBezTo>
                  <a:cubicBezTo>
                    <a:pt x="21134" y="3289"/>
                    <a:pt x="21701" y="2955"/>
                    <a:pt x="22168" y="2622"/>
                  </a:cubicBezTo>
                  <a:cubicBezTo>
                    <a:pt x="22368" y="2455"/>
                    <a:pt x="22635" y="2288"/>
                    <a:pt x="22802" y="2055"/>
                  </a:cubicBezTo>
                  <a:lnTo>
                    <a:pt x="23035" y="1821"/>
                  </a:lnTo>
                  <a:cubicBezTo>
                    <a:pt x="23135" y="1688"/>
                    <a:pt x="23169" y="1621"/>
                    <a:pt x="23235" y="1521"/>
                  </a:cubicBezTo>
                  <a:cubicBezTo>
                    <a:pt x="23302" y="1454"/>
                    <a:pt x="23369" y="1354"/>
                    <a:pt x="23402" y="1288"/>
                  </a:cubicBezTo>
                  <a:lnTo>
                    <a:pt x="23535" y="1021"/>
                  </a:lnTo>
                  <a:cubicBezTo>
                    <a:pt x="23636" y="854"/>
                    <a:pt x="23702" y="721"/>
                    <a:pt x="23769" y="620"/>
                  </a:cubicBezTo>
                  <a:lnTo>
                    <a:pt x="23869" y="220"/>
                  </a:lnTo>
                  <a:cubicBezTo>
                    <a:pt x="23906" y="89"/>
                    <a:pt x="23828" y="0"/>
                    <a:pt x="237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45" name="Google Shape;3145;p26"/>
            <p:cNvSpPr/>
            <p:nvPr/>
          </p:nvSpPr>
          <p:spPr>
            <a:xfrm flipH="1">
              <a:off x="8955616" y="677350"/>
              <a:ext cx="372662" cy="364465"/>
            </a:xfrm>
            <a:custGeom>
              <a:avLst/>
              <a:gdLst/>
              <a:ahLst/>
              <a:cxnLst/>
              <a:rect l="l" t="t" r="r" b="b"/>
              <a:pathLst>
                <a:path w="15412" h="15073" extrusionOk="0">
                  <a:moveTo>
                    <a:pt x="15180" y="0"/>
                  </a:moveTo>
                  <a:cubicBezTo>
                    <a:pt x="15073" y="0"/>
                    <a:pt x="14949" y="82"/>
                    <a:pt x="14911" y="195"/>
                  </a:cubicBezTo>
                  <a:lnTo>
                    <a:pt x="14911" y="496"/>
                  </a:lnTo>
                  <a:cubicBezTo>
                    <a:pt x="14911" y="562"/>
                    <a:pt x="14978" y="696"/>
                    <a:pt x="14911" y="829"/>
                  </a:cubicBezTo>
                  <a:cubicBezTo>
                    <a:pt x="14911" y="963"/>
                    <a:pt x="14878" y="1129"/>
                    <a:pt x="14878" y="1296"/>
                  </a:cubicBezTo>
                  <a:cubicBezTo>
                    <a:pt x="14744" y="1963"/>
                    <a:pt x="14377" y="2831"/>
                    <a:pt x="13577" y="3565"/>
                  </a:cubicBezTo>
                  <a:cubicBezTo>
                    <a:pt x="12843" y="4332"/>
                    <a:pt x="11742" y="4999"/>
                    <a:pt x="10708" y="5699"/>
                  </a:cubicBezTo>
                  <a:cubicBezTo>
                    <a:pt x="10174" y="6033"/>
                    <a:pt x="9641" y="6400"/>
                    <a:pt x="9174" y="6834"/>
                  </a:cubicBezTo>
                  <a:cubicBezTo>
                    <a:pt x="8907" y="7000"/>
                    <a:pt x="8707" y="7234"/>
                    <a:pt x="8507" y="7467"/>
                  </a:cubicBezTo>
                  <a:cubicBezTo>
                    <a:pt x="8306" y="7667"/>
                    <a:pt x="8140" y="7901"/>
                    <a:pt x="7973" y="8134"/>
                  </a:cubicBezTo>
                  <a:cubicBezTo>
                    <a:pt x="7239" y="9035"/>
                    <a:pt x="6705" y="10169"/>
                    <a:pt x="6138" y="11303"/>
                  </a:cubicBezTo>
                  <a:cubicBezTo>
                    <a:pt x="5571" y="12404"/>
                    <a:pt x="4904" y="13472"/>
                    <a:pt x="4003" y="14005"/>
                  </a:cubicBezTo>
                  <a:cubicBezTo>
                    <a:pt x="3069" y="14539"/>
                    <a:pt x="2069" y="14639"/>
                    <a:pt x="1402" y="14639"/>
                  </a:cubicBezTo>
                  <a:cubicBezTo>
                    <a:pt x="1035" y="14639"/>
                    <a:pt x="768" y="14572"/>
                    <a:pt x="568" y="14572"/>
                  </a:cubicBezTo>
                  <a:lnTo>
                    <a:pt x="267" y="14572"/>
                  </a:lnTo>
                  <a:cubicBezTo>
                    <a:pt x="67" y="14572"/>
                    <a:pt x="1" y="14906"/>
                    <a:pt x="234" y="14973"/>
                  </a:cubicBezTo>
                  <a:cubicBezTo>
                    <a:pt x="234" y="14973"/>
                    <a:pt x="334" y="14973"/>
                    <a:pt x="534" y="15006"/>
                  </a:cubicBezTo>
                  <a:cubicBezTo>
                    <a:pt x="701" y="15039"/>
                    <a:pt x="1001" y="15073"/>
                    <a:pt x="1368" y="15073"/>
                  </a:cubicBezTo>
                  <a:lnTo>
                    <a:pt x="1935" y="15073"/>
                  </a:lnTo>
                  <a:cubicBezTo>
                    <a:pt x="2202" y="15073"/>
                    <a:pt x="2402" y="15039"/>
                    <a:pt x="2669" y="15006"/>
                  </a:cubicBezTo>
                  <a:cubicBezTo>
                    <a:pt x="3169" y="14973"/>
                    <a:pt x="3703" y="14806"/>
                    <a:pt x="4237" y="14506"/>
                  </a:cubicBezTo>
                  <a:cubicBezTo>
                    <a:pt x="4737" y="14172"/>
                    <a:pt x="5271" y="13739"/>
                    <a:pt x="5671" y="13238"/>
                  </a:cubicBezTo>
                  <a:cubicBezTo>
                    <a:pt x="6072" y="12738"/>
                    <a:pt x="6405" y="12171"/>
                    <a:pt x="6705" y="11637"/>
                  </a:cubicBezTo>
                  <a:cubicBezTo>
                    <a:pt x="7339" y="10503"/>
                    <a:pt x="7906" y="9402"/>
                    <a:pt x="8540" y="8568"/>
                  </a:cubicBezTo>
                  <a:lnTo>
                    <a:pt x="9040" y="7968"/>
                  </a:lnTo>
                  <a:cubicBezTo>
                    <a:pt x="9240" y="7734"/>
                    <a:pt x="9441" y="7567"/>
                    <a:pt x="9674" y="7367"/>
                  </a:cubicBezTo>
                  <a:cubicBezTo>
                    <a:pt x="10141" y="6967"/>
                    <a:pt x="10641" y="6633"/>
                    <a:pt x="11108" y="6233"/>
                  </a:cubicBezTo>
                  <a:cubicBezTo>
                    <a:pt x="12143" y="5533"/>
                    <a:pt x="13210" y="4832"/>
                    <a:pt x="14011" y="3965"/>
                  </a:cubicBezTo>
                  <a:cubicBezTo>
                    <a:pt x="14844" y="3131"/>
                    <a:pt x="15245" y="2063"/>
                    <a:pt x="15345" y="1330"/>
                  </a:cubicBezTo>
                  <a:cubicBezTo>
                    <a:pt x="15345" y="1163"/>
                    <a:pt x="15378" y="996"/>
                    <a:pt x="15378" y="829"/>
                  </a:cubicBezTo>
                  <a:cubicBezTo>
                    <a:pt x="15412" y="662"/>
                    <a:pt x="15378" y="529"/>
                    <a:pt x="15378" y="462"/>
                  </a:cubicBezTo>
                  <a:cubicBezTo>
                    <a:pt x="15345" y="296"/>
                    <a:pt x="15345" y="162"/>
                    <a:pt x="15345" y="162"/>
                  </a:cubicBezTo>
                  <a:cubicBezTo>
                    <a:pt x="15330" y="47"/>
                    <a:pt x="15260" y="0"/>
                    <a:pt x="151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3146" name="Google Shape;3146;p26"/>
            <p:cNvGrpSpPr/>
            <p:nvPr/>
          </p:nvGrpSpPr>
          <p:grpSpPr>
            <a:xfrm flipH="1">
              <a:off x="7265845" y="-20654"/>
              <a:ext cx="2069687" cy="5143763"/>
              <a:chOff x="3610" y="8"/>
              <a:chExt cx="2069687" cy="5143763"/>
            </a:xfrm>
          </p:grpSpPr>
          <p:sp>
            <p:nvSpPr>
              <p:cNvPr id="3147" name="Google Shape;3147;p26"/>
              <p:cNvSpPr/>
              <p:nvPr/>
            </p:nvSpPr>
            <p:spPr>
              <a:xfrm>
                <a:off x="627889" y="3237468"/>
                <a:ext cx="41058" cy="76989"/>
              </a:xfrm>
              <a:custGeom>
                <a:avLst/>
                <a:gdLst/>
                <a:ahLst/>
                <a:cxnLst/>
                <a:rect l="l" t="t" r="r" b="b"/>
                <a:pathLst>
                  <a:path w="1698" h="3184" extrusionOk="0">
                    <a:moveTo>
                      <a:pt x="1396" y="1"/>
                    </a:moveTo>
                    <a:cubicBezTo>
                      <a:pt x="1383" y="1"/>
                      <a:pt x="1373" y="5"/>
                      <a:pt x="1368" y="14"/>
                    </a:cubicBezTo>
                    <a:cubicBezTo>
                      <a:pt x="1368" y="14"/>
                      <a:pt x="1202" y="214"/>
                      <a:pt x="1001" y="448"/>
                    </a:cubicBezTo>
                    <a:cubicBezTo>
                      <a:pt x="801" y="715"/>
                      <a:pt x="568" y="1082"/>
                      <a:pt x="401" y="1382"/>
                    </a:cubicBezTo>
                    <a:cubicBezTo>
                      <a:pt x="301" y="1715"/>
                      <a:pt x="134" y="2116"/>
                      <a:pt x="67" y="2449"/>
                    </a:cubicBezTo>
                    <a:cubicBezTo>
                      <a:pt x="34" y="2783"/>
                      <a:pt x="1" y="3050"/>
                      <a:pt x="1" y="3050"/>
                    </a:cubicBezTo>
                    <a:cubicBezTo>
                      <a:pt x="1" y="3083"/>
                      <a:pt x="334" y="3183"/>
                      <a:pt x="334" y="3183"/>
                    </a:cubicBezTo>
                    <a:cubicBezTo>
                      <a:pt x="334" y="3183"/>
                      <a:pt x="735" y="2282"/>
                      <a:pt x="1035" y="1715"/>
                    </a:cubicBezTo>
                    <a:cubicBezTo>
                      <a:pt x="1202" y="1415"/>
                      <a:pt x="1335" y="1048"/>
                      <a:pt x="1468" y="748"/>
                    </a:cubicBezTo>
                    <a:cubicBezTo>
                      <a:pt x="1569" y="448"/>
                      <a:pt x="1669" y="214"/>
                      <a:pt x="1669" y="214"/>
                    </a:cubicBezTo>
                    <a:cubicBezTo>
                      <a:pt x="1697" y="157"/>
                      <a:pt x="1479" y="1"/>
                      <a:pt x="13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48" name="Google Shape;3148;p26"/>
              <p:cNvSpPr/>
              <p:nvPr/>
            </p:nvSpPr>
            <p:spPr>
              <a:xfrm>
                <a:off x="615001" y="3378873"/>
                <a:ext cx="27662" cy="156324"/>
              </a:xfrm>
              <a:custGeom>
                <a:avLst/>
                <a:gdLst/>
                <a:ahLst/>
                <a:cxnLst/>
                <a:rect l="l" t="t" r="r" b="b"/>
                <a:pathLst>
                  <a:path w="1144" h="6465" extrusionOk="0">
                    <a:moveTo>
                      <a:pt x="578" y="0"/>
                    </a:moveTo>
                    <a:cubicBezTo>
                      <a:pt x="539" y="0"/>
                      <a:pt x="509" y="11"/>
                      <a:pt x="500" y="37"/>
                    </a:cubicBezTo>
                    <a:cubicBezTo>
                      <a:pt x="500" y="37"/>
                      <a:pt x="434" y="171"/>
                      <a:pt x="400" y="371"/>
                    </a:cubicBezTo>
                    <a:cubicBezTo>
                      <a:pt x="334" y="571"/>
                      <a:pt x="234" y="838"/>
                      <a:pt x="200" y="1171"/>
                    </a:cubicBezTo>
                    <a:cubicBezTo>
                      <a:pt x="33" y="1838"/>
                      <a:pt x="0" y="2672"/>
                      <a:pt x="33" y="3273"/>
                    </a:cubicBezTo>
                    <a:cubicBezTo>
                      <a:pt x="67" y="3940"/>
                      <a:pt x="200" y="4740"/>
                      <a:pt x="400" y="5374"/>
                    </a:cubicBezTo>
                    <a:cubicBezTo>
                      <a:pt x="500" y="5708"/>
                      <a:pt x="567" y="5941"/>
                      <a:pt x="667" y="6175"/>
                    </a:cubicBezTo>
                    <a:cubicBezTo>
                      <a:pt x="734" y="6342"/>
                      <a:pt x="767" y="6442"/>
                      <a:pt x="767" y="6442"/>
                    </a:cubicBezTo>
                    <a:cubicBezTo>
                      <a:pt x="783" y="6458"/>
                      <a:pt x="815" y="6464"/>
                      <a:pt x="852" y="6464"/>
                    </a:cubicBezTo>
                    <a:cubicBezTo>
                      <a:pt x="969" y="6464"/>
                      <a:pt x="1143" y="6400"/>
                      <a:pt x="1067" y="6375"/>
                    </a:cubicBezTo>
                    <a:cubicBezTo>
                      <a:pt x="1067" y="6375"/>
                      <a:pt x="1067" y="6242"/>
                      <a:pt x="1034" y="6041"/>
                    </a:cubicBezTo>
                    <a:cubicBezTo>
                      <a:pt x="1001" y="5841"/>
                      <a:pt x="934" y="5574"/>
                      <a:pt x="901" y="5241"/>
                    </a:cubicBezTo>
                    <a:cubicBezTo>
                      <a:pt x="834" y="4607"/>
                      <a:pt x="767" y="3840"/>
                      <a:pt x="734" y="3239"/>
                    </a:cubicBezTo>
                    <a:cubicBezTo>
                      <a:pt x="734" y="2672"/>
                      <a:pt x="701" y="1872"/>
                      <a:pt x="734" y="1238"/>
                    </a:cubicBezTo>
                    <a:cubicBezTo>
                      <a:pt x="734" y="904"/>
                      <a:pt x="767" y="671"/>
                      <a:pt x="834" y="437"/>
                    </a:cubicBezTo>
                    <a:cubicBezTo>
                      <a:pt x="867" y="237"/>
                      <a:pt x="867" y="104"/>
                      <a:pt x="867" y="104"/>
                    </a:cubicBezTo>
                    <a:cubicBezTo>
                      <a:pt x="867" y="79"/>
                      <a:pt x="687" y="0"/>
                      <a:pt x="5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49" name="Google Shape;3149;p26"/>
              <p:cNvSpPr/>
              <p:nvPr/>
            </p:nvSpPr>
            <p:spPr>
              <a:xfrm>
                <a:off x="683551" y="3621181"/>
                <a:ext cx="66156" cy="105425"/>
              </a:xfrm>
              <a:custGeom>
                <a:avLst/>
                <a:gdLst/>
                <a:ahLst/>
                <a:cxnLst/>
                <a:rect l="l" t="t" r="r" b="b"/>
                <a:pathLst>
                  <a:path w="2736" h="4360" extrusionOk="0">
                    <a:moveTo>
                      <a:pt x="300" y="1"/>
                    </a:moveTo>
                    <a:cubicBezTo>
                      <a:pt x="193" y="1"/>
                      <a:pt x="0" y="65"/>
                      <a:pt x="0" y="90"/>
                    </a:cubicBezTo>
                    <a:cubicBezTo>
                      <a:pt x="0" y="90"/>
                      <a:pt x="34" y="190"/>
                      <a:pt x="34" y="357"/>
                    </a:cubicBezTo>
                    <a:cubicBezTo>
                      <a:pt x="34" y="524"/>
                      <a:pt x="67" y="724"/>
                      <a:pt x="100" y="991"/>
                    </a:cubicBezTo>
                    <a:cubicBezTo>
                      <a:pt x="201" y="1524"/>
                      <a:pt x="401" y="2091"/>
                      <a:pt x="668" y="2558"/>
                    </a:cubicBezTo>
                    <a:cubicBezTo>
                      <a:pt x="901" y="3025"/>
                      <a:pt x="1335" y="3526"/>
                      <a:pt x="1735" y="3859"/>
                    </a:cubicBezTo>
                    <a:cubicBezTo>
                      <a:pt x="1868" y="3926"/>
                      <a:pt x="1935" y="4026"/>
                      <a:pt x="2035" y="4059"/>
                    </a:cubicBezTo>
                    <a:cubicBezTo>
                      <a:pt x="2102" y="4160"/>
                      <a:pt x="2202" y="4193"/>
                      <a:pt x="2269" y="4226"/>
                    </a:cubicBezTo>
                    <a:cubicBezTo>
                      <a:pt x="2402" y="4326"/>
                      <a:pt x="2502" y="4360"/>
                      <a:pt x="2502" y="4360"/>
                    </a:cubicBezTo>
                    <a:cubicBezTo>
                      <a:pt x="2536" y="4360"/>
                      <a:pt x="2702" y="4059"/>
                      <a:pt x="2736" y="4059"/>
                    </a:cubicBezTo>
                    <a:cubicBezTo>
                      <a:pt x="2736" y="4059"/>
                      <a:pt x="2702" y="3959"/>
                      <a:pt x="2569" y="3893"/>
                    </a:cubicBezTo>
                    <a:cubicBezTo>
                      <a:pt x="2502" y="3859"/>
                      <a:pt x="2435" y="3826"/>
                      <a:pt x="2369" y="3726"/>
                    </a:cubicBezTo>
                    <a:cubicBezTo>
                      <a:pt x="2335" y="3626"/>
                      <a:pt x="2235" y="3559"/>
                      <a:pt x="2169" y="3492"/>
                    </a:cubicBezTo>
                    <a:cubicBezTo>
                      <a:pt x="1835" y="3125"/>
                      <a:pt x="1568" y="2592"/>
                      <a:pt x="1335" y="2225"/>
                    </a:cubicBezTo>
                    <a:cubicBezTo>
                      <a:pt x="1101" y="1825"/>
                      <a:pt x="834" y="1324"/>
                      <a:pt x="668" y="857"/>
                    </a:cubicBezTo>
                    <a:cubicBezTo>
                      <a:pt x="567" y="590"/>
                      <a:pt x="501" y="390"/>
                      <a:pt x="434" y="257"/>
                    </a:cubicBezTo>
                    <a:cubicBezTo>
                      <a:pt x="401" y="90"/>
                      <a:pt x="367" y="23"/>
                      <a:pt x="367" y="23"/>
                    </a:cubicBezTo>
                    <a:cubicBezTo>
                      <a:pt x="359" y="7"/>
                      <a:pt x="334" y="1"/>
                      <a:pt x="3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50" name="Google Shape;3150;p26"/>
              <p:cNvSpPr/>
              <p:nvPr/>
            </p:nvSpPr>
            <p:spPr>
              <a:xfrm>
                <a:off x="805419" y="3779753"/>
                <a:ext cx="165294" cy="100178"/>
              </a:xfrm>
              <a:custGeom>
                <a:avLst/>
                <a:gdLst/>
                <a:ahLst/>
                <a:cxnLst/>
                <a:rect l="l" t="t" r="r" b="b"/>
                <a:pathLst>
                  <a:path w="6836" h="4143" extrusionOk="0">
                    <a:moveTo>
                      <a:pt x="188" y="1"/>
                    </a:moveTo>
                    <a:cubicBezTo>
                      <a:pt x="119" y="1"/>
                      <a:pt x="0" y="305"/>
                      <a:pt x="64" y="337"/>
                    </a:cubicBezTo>
                    <a:cubicBezTo>
                      <a:pt x="64" y="337"/>
                      <a:pt x="631" y="570"/>
                      <a:pt x="1298" y="904"/>
                    </a:cubicBezTo>
                    <a:cubicBezTo>
                      <a:pt x="1465" y="1004"/>
                      <a:pt x="1665" y="1104"/>
                      <a:pt x="1832" y="1171"/>
                    </a:cubicBezTo>
                    <a:cubicBezTo>
                      <a:pt x="1999" y="1304"/>
                      <a:pt x="2199" y="1371"/>
                      <a:pt x="2366" y="1504"/>
                    </a:cubicBezTo>
                    <a:cubicBezTo>
                      <a:pt x="2699" y="1704"/>
                      <a:pt x="3066" y="1938"/>
                      <a:pt x="3400" y="2071"/>
                    </a:cubicBezTo>
                    <a:cubicBezTo>
                      <a:pt x="3733" y="2238"/>
                      <a:pt x="4067" y="2505"/>
                      <a:pt x="4467" y="2705"/>
                    </a:cubicBezTo>
                    <a:cubicBezTo>
                      <a:pt x="4634" y="2839"/>
                      <a:pt x="4834" y="2905"/>
                      <a:pt x="5001" y="3039"/>
                    </a:cubicBezTo>
                    <a:cubicBezTo>
                      <a:pt x="5168" y="3139"/>
                      <a:pt x="5334" y="3239"/>
                      <a:pt x="5501" y="3372"/>
                    </a:cubicBezTo>
                    <a:cubicBezTo>
                      <a:pt x="6135" y="3806"/>
                      <a:pt x="6569" y="4140"/>
                      <a:pt x="6569" y="4140"/>
                    </a:cubicBezTo>
                    <a:cubicBezTo>
                      <a:pt x="6573" y="4142"/>
                      <a:pt x="6578" y="4143"/>
                      <a:pt x="6584" y="4143"/>
                    </a:cubicBezTo>
                    <a:cubicBezTo>
                      <a:pt x="6661" y="4143"/>
                      <a:pt x="6836" y="3935"/>
                      <a:pt x="6836" y="3873"/>
                    </a:cubicBezTo>
                    <a:cubicBezTo>
                      <a:pt x="6836" y="3873"/>
                      <a:pt x="6402" y="3472"/>
                      <a:pt x="5835" y="2972"/>
                    </a:cubicBezTo>
                    <a:cubicBezTo>
                      <a:pt x="5701" y="2839"/>
                      <a:pt x="5535" y="2672"/>
                      <a:pt x="5368" y="2538"/>
                    </a:cubicBezTo>
                    <a:cubicBezTo>
                      <a:pt x="5168" y="2405"/>
                      <a:pt x="5001" y="2305"/>
                      <a:pt x="4834" y="2171"/>
                    </a:cubicBezTo>
                    <a:cubicBezTo>
                      <a:pt x="4467" y="1938"/>
                      <a:pt x="4134" y="1671"/>
                      <a:pt x="3800" y="1471"/>
                    </a:cubicBezTo>
                    <a:cubicBezTo>
                      <a:pt x="3466" y="1304"/>
                      <a:pt x="3033" y="1137"/>
                      <a:pt x="2666" y="904"/>
                    </a:cubicBezTo>
                    <a:cubicBezTo>
                      <a:pt x="2466" y="804"/>
                      <a:pt x="2299" y="704"/>
                      <a:pt x="2065" y="637"/>
                    </a:cubicBezTo>
                    <a:cubicBezTo>
                      <a:pt x="1865" y="537"/>
                      <a:pt x="1665" y="504"/>
                      <a:pt x="1498" y="404"/>
                    </a:cubicBezTo>
                    <a:cubicBezTo>
                      <a:pt x="731" y="170"/>
                      <a:pt x="197" y="3"/>
                      <a:pt x="197" y="3"/>
                    </a:cubicBezTo>
                    <a:cubicBezTo>
                      <a:pt x="194" y="2"/>
                      <a:pt x="191" y="1"/>
                      <a:pt x="1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51" name="Google Shape;3151;p26"/>
              <p:cNvSpPr/>
              <p:nvPr/>
            </p:nvSpPr>
            <p:spPr>
              <a:xfrm>
                <a:off x="1046542" y="3961248"/>
                <a:ext cx="87096" cy="131394"/>
              </a:xfrm>
              <a:custGeom>
                <a:avLst/>
                <a:gdLst/>
                <a:ahLst/>
                <a:cxnLst/>
                <a:rect l="l" t="t" r="r" b="b"/>
                <a:pathLst>
                  <a:path w="3602" h="5434" extrusionOk="0">
                    <a:moveTo>
                      <a:pt x="226" y="0"/>
                    </a:moveTo>
                    <a:cubicBezTo>
                      <a:pt x="179" y="0"/>
                      <a:pt x="1" y="271"/>
                      <a:pt x="32" y="303"/>
                    </a:cubicBezTo>
                    <a:cubicBezTo>
                      <a:pt x="32" y="303"/>
                      <a:pt x="166" y="370"/>
                      <a:pt x="266" y="503"/>
                    </a:cubicBezTo>
                    <a:cubicBezTo>
                      <a:pt x="433" y="636"/>
                      <a:pt x="666" y="803"/>
                      <a:pt x="866" y="1037"/>
                    </a:cubicBezTo>
                    <a:cubicBezTo>
                      <a:pt x="1267" y="1504"/>
                      <a:pt x="1734" y="2104"/>
                      <a:pt x="2067" y="2604"/>
                    </a:cubicBezTo>
                    <a:cubicBezTo>
                      <a:pt x="2367" y="3105"/>
                      <a:pt x="2768" y="3772"/>
                      <a:pt x="2935" y="4339"/>
                    </a:cubicBezTo>
                    <a:cubicBezTo>
                      <a:pt x="3035" y="4639"/>
                      <a:pt x="3101" y="4873"/>
                      <a:pt x="3168" y="5106"/>
                    </a:cubicBezTo>
                    <a:cubicBezTo>
                      <a:pt x="3201" y="5273"/>
                      <a:pt x="3235" y="5373"/>
                      <a:pt x="3235" y="5373"/>
                    </a:cubicBezTo>
                    <a:cubicBezTo>
                      <a:pt x="3249" y="5415"/>
                      <a:pt x="3309" y="5434"/>
                      <a:pt x="3378" y="5434"/>
                    </a:cubicBezTo>
                    <a:cubicBezTo>
                      <a:pt x="3473" y="5434"/>
                      <a:pt x="3582" y="5398"/>
                      <a:pt x="3602" y="5340"/>
                    </a:cubicBezTo>
                    <a:cubicBezTo>
                      <a:pt x="3602" y="5340"/>
                      <a:pt x="3568" y="5206"/>
                      <a:pt x="3568" y="5006"/>
                    </a:cubicBezTo>
                    <a:cubicBezTo>
                      <a:pt x="3568" y="4806"/>
                      <a:pt x="3535" y="4506"/>
                      <a:pt x="3435" y="4172"/>
                    </a:cubicBezTo>
                    <a:cubicBezTo>
                      <a:pt x="3368" y="3505"/>
                      <a:pt x="3001" y="2705"/>
                      <a:pt x="2668" y="2171"/>
                    </a:cubicBezTo>
                    <a:cubicBezTo>
                      <a:pt x="2267" y="1637"/>
                      <a:pt x="1734" y="1003"/>
                      <a:pt x="1200" y="636"/>
                    </a:cubicBezTo>
                    <a:cubicBezTo>
                      <a:pt x="933" y="436"/>
                      <a:pt x="700" y="303"/>
                      <a:pt x="533" y="169"/>
                    </a:cubicBezTo>
                    <a:cubicBezTo>
                      <a:pt x="333" y="103"/>
                      <a:pt x="233" y="3"/>
                      <a:pt x="233" y="3"/>
                    </a:cubicBezTo>
                    <a:cubicBezTo>
                      <a:pt x="231" y="1"/>
                      <a:pt x="229"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52" name="Google Shape;3152;p26"/>
              <p:cNvSpPr/>
              <p:nvPr/>
            </p:nvSpPr>
            <p:spPr>
              <a:xfrm>
                <a:off x="1100560" y="4368004"/>
                <a:ext cx="68574" cy="104699"/>
              </a:xfrm>
              <a:custGeom>
                <a:avLst/>
                <a:gdLst/>
                <a:ahLst/>
                <a:cxnLst/>
                <a:rect l="l" t="t" r="r" b="b"/>
                <a:pathLst>
                  <a:path w="2836" h="4330" extrusionOk="0">
                    <a:moveTo>
                      <a:pt x="2619" y="1"/>
                    </a:moveTo>
                    <a:cubicBezTo>
                      <a:pt x="2527" y="1"/>
                      <a:pt x="2435" y="9"/>
                      <a:pt x="2435" y="26"/>
                    </a:cubicBezTo>
                    <a:cubicBezTo>
                      <a:pt x="2435" y="26"/>
                      <a:pt x="2435" y="126"/>
                      <a:pt x="2368" y="293"/>
                    </a:cubicBezTo>
                    <a:cubicBezTo>
                      <a:pt x="2335" y="393"/>
                      <a:pt x="2335" y="626"/>
                      <a:pt x="2268" y="860"/>
                    </a:cubicBezTo>
                    <a:cubicBezTo>
                      <a:pt x="2135" y="1360"/>
                      <a:pt x="1868" y="1894"/>
                      <a:pt x="1668" y="2294"/>
                    </a:cubicBezTo>
                    <a:cubicBezTo>
                      <a:pt x="1434" y="2661"/>
                      <a:pt x="1101" y="3162"/>
                      <a:pt x="701" y="3462"/>
                    </a:cubicBezTo>
                    <a:cubicBezTo>
                      <a:pt x="534" y="3629"/>
                      <a:pt x="367" y="3729"/>
                      <a:pt x="267" y="3829"/>
                    </a:cubicBezTo>
                    <a:cubicBezTo>
                      <a:pt x="133" y="3929"/>
                      <a:pt x="33" y="3996"/>
                      <a:pt x="33" y="3996"/>
                    </a:cubicBezTo>
                    <a:cubicBezTo>
                      <a:pt x="0" y="4029"/>
                      <a:pt x="133" y="4329"/>
                      <a:pt x="200" y="4329"/>
                    </a:cubicBezTo>
                    <a:lnTo>
                      <a:pt x="467" y="4196"/>
                    </a:lnTo>
                    <a:cubicBezTo>
                      <a:pt x="600" y="4129"/>
                      <a:pt x="834" y="4029"/>
                      <a:pt x="1034" y="3862"/>
                    </a:cubicBezTo>
                    <a:cubicBezTo>
                      <a:pt x="1534" y="3562"/>
                      <a:pt x="2001" y="3062"/>
                      <a:pt x="2302" y="2628"/>
                    </a:cubicBezTo>
                    <a:cubicBezTo>
                      <a:pt x="2602" y="2161"/>
                      <a:pt x="2802" y="1494"/>
                      <a:pt x="2802" y="960"/>
                    </a:cubicBezTo>
                    <a:cubicBezTo>
                      <a:pt x="2835" y="693"/>
                      <a:pt x="2802" y="460"/>
                      <a:pt x="2802" y="293"/>
                    </a:cubicBezTo>
                    <a:lnTo>
                      <a:pt x="2802" y="26"/>
                    </a:lnTo>
                    <a:cubicBezTo>
                      <a:pt x="2802" y="9"/>
                      <a:pt x="2710" y="1"/>
                      <a:pt x="26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53" name="Google Shape;3153;p26"/>
              <p:cNvSpPr/>
              <p:nvPr/>
            </p:nvSpPr>
            <p:spPr>
              <a:xfrm>
                <a:off x="946533" y="4492749"/>
                <a:ext cx="100758" cy="65504"/>
              </a:xfrm>
              <a:custGeom>
                <a:avLst/>
                <a:gdLst/>
                <a:ahLst/>
                <a:cxnLst/>
                <a:rect l="l" t="t" r="r" b="b"/>
                <a:pathLst>
                  <a:path w="4167" h="2709" extrusionOk="0">
                    <a:moveTo>
                      <a:pt x="3878" y="1"/>
                    </a:moveTo>
                    <a:cubicBezTo>
                      <a:pt x="3874" y="1"/>
                      <a:pt x="3870" y="2"/>
                      <a:pt x="3868" y="4"/>
                    </a:cubicBezTo>
                    <a:cubicBezTo>
                      <a:pt x="3868" y="4"/>
                      <a:pt x="3568" y="204"/>
                      <a:pt x="3201" y="471"/>
                    </a:cubicBezTo>
                    <a:cubicBezTo>
                      <a:pt x="3134" y="538"/>
                      <a:pt x="3001" y="571"/>
                      <a:pt x="2901" y="671"/>
                    </a:cubicBezTo>
                    <a:cubicBezTo>
                      <a:pt x="2801" y="738"/>
                      <a:pt x="2701" y="805"/>
                      <a:pt x="2567" y="871"/>
                    </a:cubicBezTo>
                    <a:cubicBezTo>
                      <a:pt x="2367" y="1005"/>
                      <a:pt x="2167" y="1138"/>
                      <a:pt x="2000" y="1238"/>
                    </a:cubicBezTo>
                    <a:lnTo>
                      <a:pt x="1366" y="1639"/>
                    </a:lnTo>
                    <a:lnTo>
                      <a:pt x="733" y="2005"/>
                    </a:lnTo>
                    <a:cubicBezTo>
                      <a:pt x="332" y="2239"/>
                      <a:pt x="32" y="2406"/>
                      <a:pt x="32" y="2406"/>
                    </a:cubicBezTo>
                    <a:cubicBezTo>
                      <a:pt x="1" y="2469"/>
                      <a:pt x="117" y="2709"/>
                      <a:pt x="214" y="2709"/>
                    </a:cubicBezTo>
                    <a:cubicBezTo>
                      <a:pt x="221" y="2709"/>
                      <a:pt x="226" y="2708"/>
                      <a:pt x="232" y="2706"/>
                    </a:cubicBezTo>
                    <a:cubicBezTo>
                      <a:pt x="232" y="2706"/>
                      <a:pt x="566" y="2639"/>
                      <a:pt x="1033" y="2472"/>
                    </a:cubicBezTo>
                    <a:cubicBezTo>
                      <a:pt x="1300" y="2372"/>
                      <a:pt x="1500" y="2306"/>
                      <a:pt x="1733" y="2172"/>
                    </a:cubicBezTo>
                    <a:cubicBezTo>
                      <a:pt x="2000" y="2072"/>
                      <a:pt x="2200" y="1972"/>
                      <a:pt x="2401" y="1839"/>
                    </a:cubicBezTo>
                    <a:cubicBezTo>
                      <a:pt x="2634" y="1705"/>
                      <a:pt x="2834" y="1538"/>
                      <a:pt x="3034" y="1372"/>
                    </a:cubicBezTo>
                    <a:cubicBezTo>
                      <a:pt x="3134" y="1305"/>
                      <a:pt x="3234" y="1205"/>
                      <a:pt x="3335" y="1138"/>
                    </a:cubicBezTo>
                    <a:lnTo>
                      <a:pt x="3568" y="871"/>
                    </a:lnTo>
                    <a:cubicBezTo>
                      <a:pt x="3868" y="504"/>
                      <a:pt x="4135" y="238"/>
                      <a:pt x="4135" y="238"/>
                    </a:cubicBezTo>
                    <a:cubicBezTo>
                      <a:pt x="4166" y="206"/>
                      <a:pt x="3936" y="1"/>
                      <a:pt x="3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54" name="Google Shape;3154;p26"/>
              <p:cNvSpPr/>
              <p:nvPr/>
            </p:nvSpPr>
            <p:spPr>
              <a:xfrm>
                <a:off x="764216" y="4591234"/>
                <a:ext cx="109705" cy="47683"/>
              </a:xfrm>
              <a:custGeom>
                <a:avLst/>
                <a:gdLst/>
                <a:ahLst/>
                <a:cxnLst/>
                <a:rect l="l" t="t" r="r" b="b"/>
                <a:pathLst>
                  <a:path w="4537" h="1972" extrusionOk="0">
                    <a:moveTo>
                      <a:pt x="3603" y="1"/>
                    </a:moveTo>
                    <a:cubicBezTo>
                      <a:pt x="3102" y="1"/>
                      <a:pt x="2502" y="134"/>
                      <a:pt x="2035" y="301"/>
                    </a:cubicBezTo>
                    <a:cubicBezTo>
                      <a:pt x="1568" y="501"/>
                      <a:pt x="1001" y="801"/>
                      <a:pt x="601" y="1135"/>
                    </a:cubicBezTo>
                    <a:cubicBezTo>
                      <a:pt x="400" y="1268"/>
                      <a:pt x="267" y="1435"/>
                      <a:pt x="167" y="1568"/>
                    </a:cubicBezTo>
                    <a:lnTo>
                      <a:pt x="0" y="1735"/>
                    </a:lnTo>
                    <a:cubicBezTo>
                      <a:pt x="0" y="1766"/>
                      <a:pt x="175" y="1972"/>
                      <a:pt x="198" y="1972"/>
                    </a:cubicBezTo>
                    <a:cubicBezTo>
                      <a:pt x="199" y="1972"/>
                      <a:pt x="200" y="1971"/>
                      <a:pt x="200" y="1969"/>
                    </a:cubicBezTo>
                    <a:cubicBezTo>
                      <a:pt x="200" y="1969"/>
                      <a:pt x="267" y="1935"/>
                      <a:pt x="400" y="1835"/>
                    </a:cubicBezTo>
                    <a:cubicBezTo>
                      <a:pt x="534" y="1769"/>
                      <a:pt x="701" y="1668"/>
                      <a:pt x="901" y="1568"/>
                    </a:cubicBezTo>
                    <a:cubicBezTo>
                      <a:pt x="1268" y="1302"/>
                      <a:pt x="1835" y="1135"/>
                      <a:pt x="2235" y="968"/>
                    </a:cubicBezTo>
                    <a:cubicBezTo>
                      <a:pt x="2669" y="835"/>
                      <a:pt x="3202" y="634"/>
                      <a:pt x="3669" y="568"/>
                    </a:cubicBezTo>
                    <a:cubicBezTo>
                      <a:pt x="3903" y="468"/>
                      <a:pt x="4070" y="468"/>
                      <a:pt x="4236" y="434"/>
                    </a:cubicBezTo>
                    <a:cubicBezTo>
                      <a:pt x="4403" y="401"/>
                      <a:pt x="4503" y="401"/>
                      <a:pt x="4503" y="401"/>
                    </a:cubicBezTo>
                    <a:cubicBezTo>
                      <a:pt x="4537" y="401"/>
                      <a:pt x="4537" y="1"/>
                      <a:pt x="45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55" name="Google Shape;3155;p26"/>
              <p:cNvSpPr/>
              <p:nvPr/>
            </p:nvSpPr>
            <p:spPr>
              <a:xfrm>
                <a:off x="660967" y="4647646"/>
                <a:ext cx="66979" cy="110889"/>
              </a:xfrm>
              <a:custGeom>
                <a:avLst/>
                <a:gdLst/>
                <a:ahLst/>
                <a:cxnLst/>
                <a:rect l="l" t="t" r="r" b="b"/>
                <a:pathLst>
                  <a:path w="2770" h="4586" extrusionOk="0">
                    <a:moveTo>
                      <a:pt x="2509" y="0"/>
                    </a:moveTo>
                    <a:cubicBezTo>
                      <a:pt x="2506" y="0"/>
                      <a:pt x="2504" y="1"/>
                      <a:pt x="2502" y="3"/>
                    </a:cubicBezTo>
                    <a:cubicBezTo>
                      <a:pt x="2502" y="3"/>
                      <a:pt x="2435" y="103"/>
                      <a:pt x="2302" y="169"/>
                    </a:cubicBezTo>
                    <a:cubicBezTo>
                      <a:pt x="2169" y="269"/>
                      <a:pt x="2002" y="403"/>
                      <a:pt x="1802" y="603"/>
                    </a:cubicBezTo>
                    <a:cubicBezTo>
                      <a:pt x="1368" y="937"/>
                      <a:pt x="968" y="1470"/>
                      <a:pt x="701" y="1937"/>
                    </a:cubicBezTo>
                    <a:cubicBezTo>
                      <a:pt x="467" y="2371"/>
                      <a:pt x="201" y="3005"/>
                      <a:pt x="134" y="3572"/>
                    </a:cubicBezTo>
                    <a:cubicBezTo>
                      <a:pt x="100" y="3805"/>
                      <a:pt x="34" y="4072"/>
                      <a:pt x="34" y="4239"/>
                    </a:cubicBezTo>
                    <a:cubicBezTo>
                      <a:pt x="0" y="4406"/>
                      <a:pt x="0" y="4472"/>
                      <a:pt x="0" y="4472"/>
                    </a:cubicBezTo>
                    <a:cubicBezTo>
                      <a:pt x="25" y="4548"/>
                      <a:pt x="201" y="4585"/>
                      <a:pt x="301" y="4585"/>
                    </a:cubicBezTo>
                    <a:cubicBezTo>
                      <a:pt x="334" y="4585"/>
                      <a:pt x="359" y="4581"/>
                      <a:pt x="367" y="4573"/>
                    </a:cubicBezTo>
                    <a:cubicBezTo>
                      <a:pt x="367" y="4573"/>
                      <a:pt x="434" y="4472"/>
                      <a:pt x="467" y="4306"/>
                    </a:cubicBezTo>
                    <a:cubicBezTo>
                      <a:pt x="501" y="4172"/>
                      <a:pt x="601" y="3972"/>
                      <a:pt x="668" y="3739"/>
                    </a:cubicBezTo>
                    <a:cubicBezTo>
                      <a:pt x="834" y="3272"/>
                      <a:pt x="1135" y="2738"/>
                      <a:pt x="1335" y="2304"/>
                    </a:cubicBezTo>
                    <a:cubicBezTo>
                      <a:pt x="1535" y="1904"/>
                      <a:pt x="1835" y="1337"/>
                      <a:pt x="2169" y="970"/>
                    </a:cubicBezTo>
                    <a:cubicBezTo>
                      <a:pt x="2335" y="803"/>
                      <a:pt x="2469" y="636"/>
                      <a:pt x="2602" y="503"/>
                    </a:cubicBezTo>
                    <a:cubicBezTo>
                      <a:pt x="2669" y="403"/>
                      <a:pt x="2769" y="303"/>
                      <a:pt x="2769" y="303"/>
                    </a:cubicBezTo>
                    <a:cubicBezTo>
                      <a:pt x="2769" y="271"/>
                      <a:pt x="2559" y="0"/>
                      <a:pt x="25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56" name="Google Shape;3156;p26"/>
              <p:cNvSpPr/>
              <p:nvPr/>
            </p:nvSpPr>
            <p:spPr>
              <a:xfrm>
                <a:off x="660169" y="4824547"/>
                <a:ext cx="36318" cy="90965"/>
              </a:xfrm>
              <a:custGeom>
                <a:avLst/>
                <a:gdLst/>
                <a:ahLst/>
                <a:cxnLst/>
                <a:rect l="l" t="t" r="r" b="b"/>
                <a:pathLst>
                  <a:path w="1502" h="3762" extrusionOk="0">
                    <a:moveTo>
                      <a:pt x="267" y="0"/>
                    </a:moveTo>
                    <a:cubicBezTo>
                      <a:pt x="167" y="0"/>
                      <a:pt x="67" y="9"/>
                      <a:pt x="67" y="25"/>
                    </a:cubicBezTo>
                    <a:cubicBezTo>
                      <a:pt x="67" y="25"/>
                      <a:pt x="33" y="125"/>
                      <a:pt x="33" y="259"/>
                    </a:cubicBezTo>
                    <a:cubicBezTo>
                      <a:pt x="33" y="359"/>
                      <a:pt x="0" y="526"/>
                      <a:pt x="0" y="759"/>
                    </a:cubicBezTo>
                    <a:cubicBezTo>
                      <a:pt x="0" y="1159"/>
                      <a:pt x="33" y="1660"/>
                      <a:pt x="133" y="2027"/>
                    </a:cubicBezTo>
                    <a:cubicBezTo>
                      <a:pt x="167" y="2260"/>
                      <a:pt x="234" y="2460"/>
                      <a:pt x="334" y="2660"/>
                    </a:cubicBezTo>
                    <a:cubicBezTo>
                      <a:pt x="467" y="2861"/>
                      <a:pt x="567" y="3094"/>
                      <a:pt x="701" y="3261"/>
                    </a:cubicBezTo>
                    <a:cubicBezTo>
                      <a:pt x="734" y="3328"/>
                      <a:pt x="834" y="3361"/>
                      <a:pt x="867" y="3461"/>
                    </a:cubicBezTo>
                    <a:cubicBezTo>
                      <a:pt x="901" y="3528"/>
                      <a:pt x="1001" y="3594"/>
                      <a:pt x="1034" y="3628"/>
                    </a:cubicBezTo>
                    <a:cubicBezTo>
                      <a:pt x="1168" y="3694"/>
                      <a:pt x="1201" y="3761"/>
                      <a:pt x="1201" y="3761"/>
                    </a:cubicBezTo>
                    <a:cubicBezTo>
                      <a:pt x="1234" y="3761"/>
                      <a:pt x="1468" y="3528"/>
                      <a:pt x="1501" y="3494"/>
                    </a:cubicBezTo>
                    <a:lnTo>
                      <a:pt x="1401" y="3328"/>
                    </a:lnTo>
                    <a:cubicBezTo>
                      <a:pt x="1368" y="3294"/>
                      <a:pt x="1334" y="3261"/>
                      <a:pt x="1301" y="3161"/>
                    </a:cubicBezTo>
                    <a:cubicBezTo>
                      <a:pt x="1301" y="3127"/>
                      <a:pt x="1234" y="3027"/>
                      <a:pt x="1201" y="2961"/>
                    </a:cubicBezTo>
                    <a:cubicBezTo>
                      <a:pt x="1134" y="2794"/>
                      <a:pt x="1067" y="2594"/>
                      <a:pt x="1001" y="2427"/>
                    </a:cubicBezTo>
                    <a:cubicBezTo>
                      <a:pt x="901" y="2260"/>
                      <a:pt x="867" y="2027"/>
                      <a:pt x="834" y="1860"/>
                    </a:cubicBezTo>
                    <a:cubicBezTo>
                      <a:pt x="734" y="1493"/>
                      <a:pt x="667" y="1093"/>
                      <a:pt x="567" y="692"/>
                    </a:cubicBezTo>
                    <a:cubicBezTo>
                      <a:pt x="534" y="526"/>
                      <a:pt x="500" y="359"/>
                      <a:pt x="500" y="259"/>
                    </a:cubicBezTo>
                    <a:cubicBezTo>
                      <a:pt x="467" y="125"/>
                      <a:pt x="467" y="25"/>
                      <a:pt x="467" y="25"/>
                    </a:cubicBezTo>
                    <a:cubicBezTo>
                      <a:pt x="467" y="9"/>
                      <a:pt x="367"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57" name="Google Shape;3157;p26"/>
              <p:cNvSpPr/>
              <p:nvPr/>
            </p:nvSpPr>
            <p:spPr>
              <a:xfrm>
                <a:off x="735272" y="4956545"/>
                <a:ext cx="126558" cy="61393"/>
              </a:xfrm>
              <a:custGeom>
                <a:avLst/>
                <a:gdLst/>
                <a:ahLst/>
                <a:cxnLst/>
                <a:rect l="l" t="t" r="r" b="b"/>
                <a:pathLst>
                  <a:path w="5234" h="2539" extrusionOk="0">
                    <a:moveTo>
                      <a:pt x="283" y="1"/>
                    </a:moveTo>
                    <a:cubicBezTo>
                      <a:pt x="203" y="1"/>
                      <a:pt x="0" y="241"/>
                      <a:pt x="63" y="304"/>
                    </a:cubicBezTo>
                    <a:lnTo>
                      <a:pt x="263" y="504"/>
                    </a:lnTo>
                    <a:cubicBezTo>
                      <a:pt x="397" y="637"/>
                      <a:pt x="597" y="804"/>
                      <a:pt x="797" y="971"/>
                    </a:cubicBezTo>
                    <a:cubicBezTo>
                      <a:pt x="1230" y="1338"/>
                      <a:pt x="1831" y="1671"/>
                      <a:pt x="2331" y="1905"/>
                    </a:cubicBezTo>
                    <a:cubicBezTo>
                      <a:pt x="2832" y="2138"/>
                      <a:pt x="3565" y="2338"/>
                      <a:pt x="4099" y="2405"/>
                    </a:cubicBezTo>
                    <a:cubicBezTo>
                      <a:pt x="4399" y="2472"/>
                      <a:pt x="4633" y="2505"/>
                      <a:pt x="4800" y="2505"/>
                    </a:cubicBezTo>
                    <a:cubicBezTo>
                      <a:pt x="4966" y="2539"/>
                      <a:pt x="5100" y="2539"/>
                      <a:pt x="5100" y="2539"/>
                    </a:cubicBezTo>
                    <a:cubicBezTo>
                      <a:pt x="5200" y="2505"/>
                      <a:pt x="5233" y="2205"/>
                      <a:pt x="5133" y="2138"/>
                    </a:cubicBezTo>
                    <a:cubicBezTo>
                      <a:pt x="5133" y="2138"/>
                      <a:pt x="5067" y="2072"/>
                      <a:pt x="4900" y="2038"/>
                    </a:cubicBezTo>
                    <a:lnTo>
                      <a:pt x="4266" y="1838"/>
                    </a:lnTo>
                    <a:cubicBezTo>
                      <a:pt x="3766" y="1705"/>
                      <a:pt x="3132" y="1404"/>
                      <a:pt x="2665" y="1204"/>
                    </a:cubicBezTo>
                    <a:cubicBezTo>
                      <a:pt x="2231" y="1004"/>
                      <a:pt x="1597" y="737"/>
                      <a:pt x="1130" y="470"/>
                    </a:cubicBezTo>
                    <a:cubicBezTo>
                      <a:pt x="897" y="337"/>
                      <a:pt x="663" y="204"/>
                      <a:pt x="563" y="137"/>
                    </a:cubicBezTo>
                    <a:lnTo>
                      <a:pt x="296" y="3"/>
                    </a:lnTo>
                    <a:cubicBezTo>
                      <a:pt x="293" y="1"/>
                      <a:pt x="288" y="1"/>
                      <a:pt x="2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58" name="Google Shape;3158;p26"/>
              <p:cNvSpPr/>
              <p:nvPr/>
            </p:nvSpPr>
            <p:spPr>
              <a:xfrm>
                <a:off x="894860" y="5013078"/>
                <a:ext cx="83058" cy="36391"/>
              </a:xfrm>
              <a:custGeom>
                <a:avLst/>
                <a:gdLst/>
                <a:ahLst/>
                <a:cxnLst/>
                <a:rect l="l" t="t" r="r" b="b"/>
                <a:pathLst>
                  <a:path w="3435" h="1505" extrusionOk="0">
                    <a:moveTo>
                      <a:pt x="668" y="0"/>
                    </a:moveTo>
                    <a:cubicBezTo>
                      <a:pt x="501" y="0"/>
                      <a:pt x="335" y="34"/>
                      <a:pt x="201" y="34"/>
                    </a:cubicBezTo>
                    <a:cubicBezTo>
                      <a:pt x="134" y="67"/>
                      <a:pt x="34" y="67"/>
                      <a:pt x="34" y="67"/>
                    </a:cubicBezTo>
                    <a:cubicBezTo>
                      <a:pt x="1" y="67"/>
                      <a:pt x="1" y="467"/>
                      <a:pt x="34" y="467"/>
                    </a:cubicBezTo>
                    <a:cubicBezTo>
                      <a:pt x="34" y="467"/>
                      <a:pt x="68" y="501"/>
                      <a:pt x="201" y="501"/>
                    </a:cubicBezTo>
                    <a:cubicBezTo>
                      <a:pt x="301" y="501"/>
                      <a:pt x="468" y="534"/>
                      <a:pt x="635" y="567"/>
                    </a:cubicBezTo>
                    <a:cubicBezTo>
                      <a:pt x="968" y="668"/>
                      <a:pt x="1369" y="801"/>
                      <a:pt x="1669" y="868"/>
                    </a:cubicBezTo>
                    <a:cubicBezTo>
                      <a:pt x="1969" y="968"/>
                      <a:pt x="2369" y="1034"/>
                      <a:pt x="2670" y="1201"/>
                    </a:cubicBezTo>
                    <a:cubicBezTo>
                      <a:pt x="2836" y="1301"/>
                      <a:pt x="2970" y="1368"/>
                      <a:pt x="3036" y="1401"/>
                    </a:cubicBezTo>
                    <a:cubicBezTo>
                      <a:pt x="3137" y="1435"/>
                      <a:pt x="3170" y="1501"/>
                      <a:pt x="3170" y="1501"/>
                    </a:cubicBezTo>
                    <a:cubicBezTo>
                      <a:pt x="3172" y="1504"/>
                      <a:pt x="3175" y="1505"/>
                      <a:pt x="3179" y="1505"/>
                    </a:cubicBezTo>
                    <a:cubicBezTo>
                      <a:pt x="3233" y="1505"/>
                      <a:pt x="3435" y="1293"/>
                      <a:pt x="3403" y="1168"/>
                    </a:cubicBezTo>
                    <a:lnTo>
                      <a:pt x="3303" y="1034"/>
                    </a:lnTo>
                    <a:cubicBezTo>
                      <a:pt x="3237" y="968"/>
                      <a:pt x="3137" y="834"/>
                      <a:pt x="2970" y="701"/>
                    </a:cubicBezTo>
                    <a:cubicBezTo>
                      <a:pt x="2670" y="467"/>
                      <a:pt x="2203" y="234"/>
                      <a:pt x="1869" y="134"/>
                    </a:cubicBezTo>
                    <a:cubicBezTo>
                      <a:pt x="1502" y="34"/>
                      <a:pt x="1035" y="0"/>
                      <a:pt x="6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59" name="Google Shape;3159;p26"/>
              <p:cNvSpPr/>
              <p:nvPr/>
            </p:nvSpPr>
            <p:spPr>
              <a:xfrm>
                <a:off x="1026351" y="5084603"/>
                <a:ext cx="65359" cy="59168"/>
              </a:xfrm>
              <a:custGeom>
                <a:avLst/>
                <a:gdLst/>
                <a:ahLst/>
                <a:cxnLst/>
                <a:rect l="l" t="t" r="r" b="b"/>
                <a:pathLst>
                  <a:path w="2703" h="2447" extrusionOk="0">
                    <a:moveTo>
                      <a:pt x="226" y="1"/>
                    </a:moveTo>
                    <a:cubicBezTo>
                      <a:pt x="185" y="1"/>
                      <a:pt x="0" y="215"/>
                      <a:pt x="0" y="245"/>
                    </a:cubicBezTo>
                    <a:cubicBezTo>
                      <a:pt x="0" y="245"/>
                      <a:pt x="567" y="1079"/>
                      <a:pt x="1068" y="1546"/>
                    </a:cubicBezTo>
                    <a:cubicBezTo>
                      <a:pt x="1334" y="1746"/>
                      <a:pt x="1668" y="2013"/>
                      <a:pt x="1935" y="2179"/>
                    </a:cubicBezTo>
                    <a:cubicBezTo>
                      <a:pt x="2235" y="2346"/>
                      <a:pt x="2502" y="2446"/>
                      <a:pt x="2502" y="2446"/>
                    </a:cubicBezTo>
                    <a:cubicBezTo>
                      <a:pt x="2535" y="2446"/>
                      <a:pt x="2702" y="2213"/>
                      <a:pt x="2702" y="2179"/>
                    </a:cubicBezTo>
                    <a:cubicBezTo>
                      <a:pt x="2702" y="2179"/>
                      <a:pt x="2502" y="2013"/>
                      <a:pt x="2268" y="1746"/>
                    </a:cubicBezTo>
                    <a:cubicBezTo>
                      <a:pt x="2035" y="1479"/>
                      <a:pt x="1768" y="1212"/>
                      <a:pt x="1535" y="979"/>
                    </a:cubicBezTo>
                    <a:cubicBezTo>
                      <a:pt x="1068" y="578"/>
                      <a:pt x="234" y="11"/>
                      <a:pt x="234" y="11"/>
                    </a:cubicBezTo>
                    <a:cubicBezTo>
                      <a:pt x="234" y="4"/>
                      <a:pt x="231" y="1"/>
                      <a:pt x="2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60" name="Google Shape;3160;p26"/>
              <p:cNvSpPr/>
              <p:nvPr/>
            </p:nvSpPr>
            <p:spPr>
              <a:xfrm>
                <a:off x="18118" y="8"/>
                <a:ext cx="1939841" cy="3204140"/>
              </a:xfrm>
              <a:custGeom>
                <a:avLst/>
                <a:gdLst/>
                <a:ahLst/>
                <a:cxnLst/>
                <a:rect l="l" t="t" r="r" b="b"/>
                <a:pathLst>
                  <a:path w="80225" h="132512" extrusionOk="0">
                    <a:moveTo>
                      <a:pt x="80135" y="0"/>
                    </a:moveTo>
                    <a:cubicBezTo>
                      <a:pt x="80081" y="0"/>
                      <a:pt x="79955" y="83"/>
                      <a:pt x="79758" y="309"/>
                    </a:cubicBezTo>
                    <a:cubicBezTo>
                      <a:pt x="79624" y="409"/>
                      <a:pt x="79491" y="542"/>
                      <a:pt x="79324" y="742"/>
                    </a:cubicBezTo>
                    <a:cubicBezTo>
                      <a:pt x="79157" y="976"/>
                      <a:pt x="78990" y="1209"/>
                      <a:pt x="78824" y="1509"/>
                    </a:cubicBezTo>
                    <a:cubicBezTo>
                      <a:pt x="78824" y="1509"/>
                      <a:pt x="78790" y="1543"/>
                      <a:pt x="78724" y="1676"/>
                    </a:cubicBezTo>
                    <a:cubicBezTo>
                      <a:pt x="78657" y="1743"/>
                      <a:pt x="78590" y="1976"/>
                      <a:pt x="78457" y="2210"/>
                    </a:cubicBezTo>
                    <a:cubicBezTo>
                      <a:pt x="78323" y="2477"/>
                      <a:pt x="78157" y="2810"/>
                      <a:pt x="78090" y="3177"/>
                    </a:cubicBezTo>
                    <a:cubicBezTo>
                      <a:pt x="78056" y="3377"/>
                      <a:pt x="77990" y="3578"/>
                      <a:pt x="77923" y="3811"/>
                    </a:cubicBezTo>
                    <a:cubicBezTo>
                      <a:pt x="77856" y="4011"/>
                      <a:pt x="77823" y="4245"/>
                      <a:pt x="77790" y="4512"/>
                    </a:cubicBezTo>
                    <a:cubicBezTo>
                      <a:pt x="77623" y="5546"/>
                      <a:pt x="77623" y="6847"/>
                      <a:pt x="77856" y="8314"/>
                    </a:cubicBezTo>
                    <a:cubicBezTo>
                      <a:pt x="77990" y="9015"/>
                      <a:pt x="78157" y="9815"/>
                      <a:pt x="78323" y="10583"/>
                    </a:cubicBezTo>
                    <a:cubicBezTo>
                      <a:pt x="78357" y="10816"/>
                      <a:pt x="78423" y="11016"/>
                      <a:pt x="78423" y="11216"/>
                    </a:cubicBezTo>
                    <a:cubicBezTo>
                      <a:pt x="78423" y="11316"/>
                      <a:pt x="78457" y="11417"/>
                      <a:pt x="78457" y="11517"/>
                    </a:cubicBezTo>
                    <a:lnTo>
                      <a:pt x="78457" y="11817"/>
                    </a:lnTo>
                    <a:cubicBezTo>
                      <a:pt x="78490" y="12017"/>
                      <a:pt x="78457" y="12184"/>
                      <a:pt x="78423" y="12384"/>
                    </a:cubicBezTo>
                    <a:cubicBezTo>
                      <a:pt x="78357" y="12584"/>
                      <a:pt x="78323" y="12818"/>
                      <a:pt x="78257" y="13018"/>
                    </a:cubicBezTo>
                    <a:cubicBezTo>
                      <a:pt x="77956" y="13852"/>
                      <a:pt x="77423" y="14585"/>
                      <a:pt x="76756" y="15386"/>
                    </a:cubicBezTo>
                    <a:cubicBezTo>
                      <a:pt x="76122" y="16187"/>
                      <a:pt x="75355" y="16987"/>
                      <a:pt x="74687" y="17888"/>
                    </a:cubicBezTo>
                    <a:cubicBezTo>
                      <a:pt x="74354" y="18355"/>
                      <a:pt x="74087" y="18855"/>
                      <a:pt x="73820" y="19389"/>
                    </a:cubicBezTo>
                    <a:cubicBezTo>
                      <a:pt x="73587" y="19989"/>
                      <a:pt x="73453" y="20556"/>
                      <a:pt x="73353" y="21190"/>
                    </a:cubicBezTo>
                    <a:cubicBezTo>
                      <a:pt x="73286" y="21824"/>
                      <a:pt x="73353" y="22424"/>
                      <a:pt x="73487" y="23058"/>
                    </a:cubicBezTo>
                    <a:cubicBezTo>
                      <a:pt x="73620" y="23659"/>
                      <a:pt x="73787" y="24226"/>
                      <a:pt x="73753" y="24826"/>
                    </a:cubicBezTo>
                    <a:cubicBezTo>
                      <a:pt x="73753" y="25360"/>
                      <a:pt x="73520" y="25927"/>
                      <a:pt x="73253" y="26494"/>
                    </a:cubicBezTo>
                    <a:cubicBezTo>
                      <a:pt x="72953" y="27028"/>
                      <a:pt x="72586" y="27528"/>
                      <a:pt x="72119" y="27928"/>
                    </a:cubicBezTo>
                    <a:cubicBezTo>
                      <a:pt x="71185" y="28829"/>
                      <a:pt x="69951" y="29363"/>
                      <a:pt x="68650" y="29730"/>
                    </a:cubicBezTo>
                    <a:cubicBezTo>
                      <a:pt x="65981" y="30497"/>
                      <a:pt x="63146" y="31064"/>
                      <a:pt x="60177" y="31664"/>
                    </a:cubicBezTo>
                    <a:cubicBezTo>
                      <a:pt x="59443" y="31831"/>
                      <a:pt x="58676" y="31931"/>
                      <a:pt x="57942" y="32098"/>
                    </a:cubicBezTo>
                    <a:lnTo>
                      <a:pt x="56808" y="32365"/>
                    </a:lnTo>
                    <a:cubicBezTo>
                      <a:pt x="56441" y="32498"/>
                      <a:pt x="56074" y="32565"/>
                      <a:pt x="55674" y="32665"/>
                    </a:cubicBezTo>
                    <a:cubicBezTo>
                      <a:pt x="54940" y="32832"/>
                      <a:pt x="54139" y="33032"/>
                      <a:pt x="53406" y="33199"/>
                    </a:cubicBezTo>
                    <a:cubicBezTo>
                      <a:pt x="52605" y="33366"/>
                      <a:pt x="51838" y="33566"/>
                      <a:pt x="51071" y="33866"/>
                    </a:cubicBezTo>
                    <a:cubicBezTo>
                      <a:pt x="50270" y="34166"/>
                      <a:pt x="49503" y="34666"/>
                      <a:pt x="48969" y="35367"/>
                    </a:cubicBezTo>
                    <a:cubicBezTo>
                      <a:pt x="48435" y="36067"/>
                      <a:pt x="48102" y="36868"/>
                      <a:pt x="47802" y="37602"/>
                    </a:cubicBezTo>
                    <a:cubicBezTo>
                      <a:pt x="47735" y="37769"/>
                      <a:pt x="47635" y="37936"/>
                      <a:pt x="47601" y="38236"/>
                    </a:cubicBezTo>
                    <a:cubicBezTo>
                      <a:pt x="47568" y="38369"/>
                      <a:pt x="47568" y="38503"/>
                      <a:pt x="47568" y="38603"/>
                    </a:cubicBezTo>
                    <a:lnTo>
                      <a:pt x="47568" y="38936"/>
                    </a:lnTo>
                    <a:cubicBezTo>
                      <a:pt x="47568" y="39403"/>
                      <a:pt x="47601" y="39770"/>
                      <a:pt x="47601" y="40170"/>
                    </a:cubicBezTo>
                    <a:cubicBezTo>
                      <a:pt x="47601" y="40537"/>
                      <a:pt x="47468" y="40838"/>
                      <a:pt x="47335" y="41171"/>
                    </a:cubicBezTo>
                    <a:cubicBezTo>
                      <a:pt x="47234" y="41405"/>
                      <a:pt x="46934" y="41672"/>
                      <a:pt x="46634" y="41905"/>
                    </a:cubicBezTo>
                    <a:cubicBezTo>
                      <a:pt x="46000" y="42405"/>
                      <a:pt x="45266" y="42772"/>
                      <a:pt x="44566" y="43339"/>
                    </a:cubicBezTo>
                    <a:cubicBezTo>
                      <a:pt x="44399" y="43439"/>
                      <a:pt x="44232" y="43606"/>
                      <a:pt x="44066" y="43773"/>
                    </a:cubicBezTo>
                    <a:lnTo>
                      <a:pt x="43932" y="43906"/>
                    </a:lnTo>
                    <a:cubicBezTo>
                      <a:pt x="43899" y="43940"/>
                      <a:pt x="43799" y="44040"/>
                      <a:pt x="43799" y="44073"/>
                    </a:cubicBezTo>
                    <a:lnTo>
                      <a:pt x="43632" y="44373"/>
                    </a:lnTo>
                    <a:cubicBezTo>
                      <a:pt x="43432" y="44740"/>
                      <a:pt x="43232" y="45174"/>
                      <a:pt x="43098" y="45574"/>
                    </a:cubicBezTo>
                    <a:cubicBezTo>
                      <a:pt x="42965" y="46041"/>
                      <a:pt x="42898" y="46442"/>
                      <a:pt x="42898" y="46942"/>
                    </a:cubicBezTo>
                    <a:cubicBezTo>
                      <a:pt x="42831" y="47442"/>
                      <a:pt x="42998" y="47943"/>
                      <a:pt x="43232" y="48376"/>
                    </a:cubicBezTo>
                    <a:cubicBezTo>
                      <a:pt x="43665" y="49244"/>
                      <a:pt x="44399" y="49844"/>
                      <a:pt x="45066" y="50378"/>
                    </a:cubicBezTo>
                    <a:cubicBezTo>
                      <a:pt x="45733" y="50911"/>
                      <a:pt x="46401" y="51445"/>
                      <a:pt x="47001" y="52012"/>
                    </a:cubicBezTo>
                    <a:cubicBezTo>
                      <a:pt x="47635" y="52579"/>
                      <a:pt x="48235" y="53180"/>
                      <a:pt x="48635" y="53847"/>
                    </a:cubicBezTo>
                    <a:cubicBezTo>
                      <a:pt x="49069" y="54514"/>
                      <a:pt x="49369" y="55248"/>
                      <a:pt x="49403" y="56048"/>
                    </a:cubicBezTo>
                    <a:cubicBezTo>
                      <a:pt x="49469" y="56849"/>
                      <a:pt x="49403" y="57616"/>
                      <a:pt x="49236" y="58450"/>
                    </a:cubicBezTo>
                    <a:lnTo>
                      <a:pt x="49102" y="59084"/>
                    </a:lnTo>
                    <a:lnTo>
                      <a:pt x="49069" y="59251"/>
                    </a:lnTo>
                    <a:lnTo>
                      <a:pt x="49069" y="59284"/>
                    </a:lnTo>
                    <a:lnTo>
                      <a:pt x="48936" y="59584"/>
                    </a:lnTo>
                    <a:lnTo>
                      <a:pt x="48869" y="59718"/>
                    </a:lnTo>
                    <a:cubicBezTo>
                      <a:pt x="48802" y="59751"/>
                      <a:pt x="48769" y="59784"/>
                      <a:pt x="48769" y="59851"/>
                    </a:cubicBezTo>
                    <a:lnTo>
                      <a:pt x="48736" y="60018"/>
                    </a:lnTo>
                    <a:lnTo>
                      <a:pt x="48702" y="60285"/>
                    </a:lnTo>
                    <a:cubicBezTo>
                      <a:pt x="48635" y="60452"/>
                      <a:pt x="48602" y="60685"/>
                      <a:pt x="48535" y="60852"/>
                    </a:cubicBezTo>
                    <a:cubicBezTo>
                      <a:pt x="48269" y="61552"/>
                      <a:pt x="47768" y="62186"/>
                      <a:pt x="47201" y="62720"/>
                    </a:cubicBezTo>
                    <a:cubicBezTo>
                      <a:pt x="45967" y="63754"/>
                      <a:pt x="44399" y="64421"/>
                      <a:pt x="42798" y="65055"/>
                    </a:cubicBezTo>
                    <a:cubicBezTo>
                      <a:pt x="41230" y="65689"/>
                      <a:pt x="39562" y="66289"/>
                      <a:pt x="38095" y="67290"/>
                    </a:cubicBezTo>
                    <a:cubicBezTo>
                      <a:pt x="37728" y="67557"/>
                      <a:pt x="37394" y="67857"/>
                      <a:pt x="37061" y="68190"/>
                    </a:cubicBezTo>
                    <a:lnTo>
                      <a:pt x="36193" y="69091"/>
                    </a:lnTo>
                    <a:cubicBezTo>
                      <a:pt x="35593" y="69692"/>
                      <a:pt x="34959" y="70259"/>
                      <a:pt x="34359" y="70792"/>
                    </a:cubicBezTo>
                    <a:cubicBezTo>
                      <a:pt x="33091" y="71927"/>
                      <a:pt x="31757" y="72961"/>
                      <a:pt x="30723" y="74395"/>
                    </a:cubicBezTo>
                    <a:cubicBezTo>
                      <a:pt x="30156" y="75062"/>
                      <a:pt x="29755" y="75896"/>
                      <a:pt x="29488" y="76730"/>
                    </a:cubicBezTo>
                    <a:cubicBezTo>
                      <a:pt x="29288" y="77597"/>
                      <a:pt x="29155" y="78465"/>
                      <a:pt x="29288" y="79365"/>
                    </a:cubicBezTo>
                    <a:cubicBezTo>
                      <a:pt x="29322" y="79599"/>
                      <a:pt x="29322" y="79799"/>
                      <a:pt x="29388" y="80032"/>
                    </a:cubicBezTo>
                    <a:lnTo>
                      <a:pt x="29488" y="80633"/>
                    </a:lnTo>
                    <a:cubicBezTo>
                      <a:pt x="29589" y="80866"/>
                      <a:pt x="29622" y="81066"/>
                      <a:pt x="29655" y="81267"/>
                    </a:cubicBezTo>
                    <a:lnTo>
                      <a:pt x="29889" y="81867"/>
                    </a:lnTo>
                    <a:cubicBezTo>
                      <a:pt x="30122" y="82634"/>
                      <a:pt x="30456" y="83401"/>
                      <a:pt x="30789" y="84135"/>
                    </a:cubicBezTo>
                    <a:cubicBezTo>
                      <a:pt x="31123" y="84869"/>
                      <a:pt x="31457" y="85570"/>
                      <a:pt x="31657" y="86270"/>
                    </a:cubicBezTo>
                    <a:cubicBezTo>
                      <a:pt x="31890" y="86971"/>
                      <a:pt x="31890" y="87704"/>
                      <a:pt x="31857" y="88438"/>
                    </a:cubicBezTo>
                    <a:lnTo>
                      <a:pt x="31857" y="88472"/>
                    </a:lnTo>
                    <a:cubicBezTo>
                      <a:pt x="31857" y="88905"/>
                      <a:pt x="31723" y="89572"/>
                      <a:pt x="31423" y="90306"/>
                    </a:cubicBezTo>
                    <a:cubicBezTo>
                      <a:pt x="31190" y="91107"/>
                      <a:pt x="30756" y="92041"/>
                      <a:pt x="30756" y="93108"/>
                    </a:cubicBezTo>
                    <a:cubicBezTo>
                      <a:pt x="30789" y="93575"/>
                      <a:pt x="30889" y="94042"/>
                      <a:pt x="31090" y="94443"/>
                    </a:cubicBezTo>
                    <a:cubicBezTo>
                      <a:pt x="31223" y="94643"/>
                      <a:pt x="31356" y="94876"/>
                      <a:pt x="31457" y="95043"/>
                    </a:cubicBezTo>
                    <a:cubicBezTo>
                      <a:pt x="31590" y="95143"/>
                      <a:pt x="31723" y="95310"/>
                      <a:pt x="31890" y="95477"/>
                    </a:cubicBezTo>
                    <a:cubicBezTo>
                      <a:pt x="32190" y="95777"/>
                      <a:pt x="32457" y="96077"/>
                      <a:pt x="32858" y="96311"/>
                    </a:cubicBezTo>
                    <a:cubicBezTo>
                      <a:pt x="33224" y="96577"/>
                      <a:pt x="33691" y="96778"/>
                      <a:pt x="34192" y="96811"/>
                    </a:cubicBezTo>
                    <a:cubicBezTo>
                      <a:pt x="34266" y="96821"/>
                      <a:pt x="34341" y="96826"/>
                      <a:pt x="34415" y="96826"/>
                    </a:cubicBezTo>
                    <a:cubicBezTo>
                      <a:pt x="34839" y="96826"/>
                      <a:pt x="35252" y="96671"/>
                      <a:pt x="35593" y="96444"/>
                    </a:cubicBezTo>
                    <a:cubicBezTo>
                      <a:pt x="36026" y="96211"/>
                      <a:pt x="36360" y="95810"/>
                      <a:pt x="36594" y="95477"/>
                    </a:cubicBezTo>
                    <a:cubicBezTo>
                      <a:pt x="37094" y="94776"/>
                      <a:pt x="37461" y="93976"/>
                      <a:pt x="37761" y="93208"/>
                    </a:cubicBezTo>
                    <a:cubicBezTo>
                      <a:pt x="38061" y="92408"/>
                      <a:pt x="38261" y="91574"/>
                      <a:pt x="38428" y="90740"/>
                    </a:cubicBezTo>
                    <a:cubicBezTo>
                      <a:pt x="38528" y="90306"/>
                      <a:pt x="38562" y="89873"/>
                      <a:pt x="38595" y="89439"/>
                    </a:cubicBezTo>
                    <a:cubicBezTo>
                      <a:pt x="38628" y="89206"/>
                      <a:pt x="38628" y="88972"/>
                      <a:pt x="38628" y="88772"/>
                    </a:cubicBezTo>
                    <a:lnTo>
                      <a:pt x="38695" y="88205"/>
                    </a:lnTo>
                    <a:cubicBezTo>
                      <a:pt x="38795" y="86570"/>
                      <a:pt x="39262" y="84969"/>
                      <a:pt x="39896" y="83435"/>
                    </a:cubicBezTo>
                    <a:cubicBezTo>
                      <a:pt x="40563" y="81934"/>
                      <a:pt x="41397" y="80466"/>
                      <a:pt x="42531" y="79232"/>
                    </a:cubicBezTo>
                    <a:cubicBezTo>
                      <a:pt x="43098" y="78631"/>
                      <a:pt x="43699" y="78064"/>
                      <a:pt x="44399" y="77631"/>
                    </a:cubicBezTo>
                    <a:cubicBezTo>
                      <a:pt x="45100" y="77230"/>
                      <a:pt x="45867" y="76930"/>
                      <a:pt x="46634" y="76897"/>
                    </a:cubicBezTo>
                    <a:cubicBezTo>
                      <a:pt x="46691" y="76894"/>
                      <a:pt x="46749" y="76893"/>
                      <a:pt x="46806" y="76893"/>
                    </a:cubicBezTo>
                    <a:cubicBezTo>
                      <a:pt x="47544" y="76893"/>
                      <a:pt x="48252" y="77092"/>
                      <a:pt x="48902" y="77464"/>
                    </a:cubicBezTo>
                    <a:cubicBezTo>
                      <a:pt x="49603" y="77897"/>
                      <a:pt x="50203" y="78431"/>
                      <a:pt x="50403" y="79132"/>
                    </a:cubicBezTo>
                    <a:cubicBezTo>
                      <a:pt x="50604" y="79866"/>
                      <a:pt x="50470" y="80699"/>
                      <a:pt x="50303" y="81533"/>
                    </a:cubicBezTo>
                    <a:cubicBezTo>
                      <a:pt x="50137" y="82367"/>
                      <a:pt x="49903" y="83235"/>
                      <a:pt x="49703" y="84102"/>
                    </a:cubicBezTo>
                    <a:cubicBezTo>
                      <a:pt x="49636" y="84302"/>
                      <a:pt x="49603" y="84569"/>
                      <a:pt x="49569" y="84769"/>
                    </a:cubicBezTo>
                    <a:cubicBezTo>
                      <a:pt x="49536" y="84969"/>
                      <a:pt x="49536" y="85203"/>
                      <a:pt x="49469" y="85436"/>
                    </a:cubicBezTo>
                    <a:lnTo>
                      <a:pt x="49436" y="85770"/>
                    </a:lnTo>
                    <a:cubicBezTo>
                      <a:pt x="49403" y="85937"/>
                      <a:pt x="49436" y="86037"/>
                      <a:pt x="49436" y="86137"/>
                    </a:cubicBezTo>
                    <a:cubicBezTo>
                      <a:pt x="49436" y="86404"/>
                      <a:pt x="49436" y="86637"/>
                      <a:pt x="49469" y="86871"/>
                    </a:cubicBezTo>
                    <a:cubicBezTo>
                      <a:pt x="49569" y="87805"/>
                      <a:pt x="49803" y="88705"/>
                      <a:pt x="50103" y="89539"/>
                    </a:cubicBezTo>
                    <a:cubicBezTo>
                      <a:pt x="50637" y="91240"/>
                      <a:pt x="51304" y="92875"/>
                      <a:pt x="51437" y="94543"/>
                    </a:cubicBezTo>
                    <a:lnTo>
                      <a:pt x="51437" y="95143"/>
                    </a:lnTo>
                    <a:lnTo>
                      <a:pt x="51437" y="95443"/>
                    </a:lnTo>
                    <a:lnTo>
                      <a:pt x="51437" y="95477"/>
                    </a:lnTo>
                    <a:lnTo>
                      <a:pt x="51437" y="95577"/>
                    </a:lnTo>
                    <a:lnTo>
                      <a:pt x="51404" y="95744"/>
                    </a:lnTo>
                    <a:lnTo>
                      <a:pt x="51304" y="96044"/>
                    </a:lnTo>
                    <a:lnTo>
                      <a:pt x="51237" y="96311"/>
                    </a:lnTo>
                    <a:cubicBezTo>
                      <a:pt x="51204" y="96544"/>
                      <a:pt x="51104" y="96711"/>
                      <a:pt x="51037" y="96911"/>
                    </a:cubicBezTo>
                    <a:cubicBezTo>
                      <a:pt x="50704" y="97712"/>
                      <a:pt x="50237" y="98412"/>
                      <a:pt x="49736" y="99113"/>
                    </a:cubicBezTo>
                    <a:cubicBezTo>
                      <a:pt x="49236" y="99813"/>
                      <a:pt x="48736" y="100580"/>
                      <a:pt x="48302" y="101381"/>
                    </a:cubicBezTo>
                    <a:cubicBezTo>
                      <a:pt x="47902" y="102148"/>
                      <a:pt x="47568" y="103049"/>
                      <a:pt x="47435" y="103949"/>
                    </a:cubicBezTo>
                    <a:cubicBezTo>
                      <a:pt x="47368" y="104883"/>
                      <a:pt x="47368" y="105751"/>
                      <a:pt x="47401" y="106618"/>
                    </a:cubicBezTo>
                    <a:cubicBezTo>
                      <a:pt x="47435" y="107452"/>
                      <a:pt x="47535" y="108319"/>
                      <a:pt x="47435" y="109086"/>
                    </a:cubicBezTo>
                    <a:cubicBezTo>
                      <a:pt x="47368" y="109820"/>
                      <a:pt x="46934" y="110487"/>
                      <a:pt x="46401" y="111088"/>
                    </a:cubicBezTo>
                    <a:cubicBezTo>
                      <a:pt x="46100" y="111321"/>
                      <a:pt x="45800" y="111622"/>
                      <a:pt x="45533" y="111888"/>
                    </a:cubicBezTo>
                    <a:cubicBezTo>
                      <a:pt x="45200" y="112122"/>
                      <a:pt x="44866" y="112322"/>
                      <a:pt x="44533" y="112556"/>
                    </a:cubicBezTo>
                    <a:cubicBezTo>
                      <a:pt x="43132" y="113423"/>
                      <a:pt x="41564" y="113957"/>
                      <a:pt x="40196" y="114957"/>
                    </a:cubicBezTo>
                    <a:cubicBezTo>
                      <a:pt x="39529" y="115458"/>
                      <a:pt x="38895" y="116091"/>
                      <a:pt x="38428" y="116792"/>
                    </a:cubicBezTo>
                    <a:cubicBezTo>
                      <a:pt x="38295" y="116959"/>
                      <a:pt x="38195" y="117126"/>
                      <a:pt x="38095" y="117326"/>
                    </a:cubicBezTo>
                    <a:cubicBezTo>
                      <a:pt x="37961" y="117559"/>
                      <a:pt x="37894" y="117726"/>
                      <a:pt x="37794" y="117926"/>
                    </a:cubicBezTo>
                    <a:lnTo>
                      <a:pt x="37561" y="118493"/>
                    </a:lnTo>
                    <a:cubicBezTo>
                      <a:pt x="37528" y="118727"/>
                      <a:pt x="37427" y="118927"/>
                      <a:pt x="37394" y="119127"/>
                    </a:cubicBezTo>
                    <a:cubicBezTo>
                      <a:pt x="37194" y="119928"/>
                      <a:pt x="37194" y="120761"/>
                      <a:pt x="37194" y="121562"/>
                    </a:cubicBezTo>
                    <a:cubicBezTo>
                      <a:pt x="37194" y="122329"/>
                      <a:pt x="37194" y="123096"/>
                      <a:pt x="37061" y="123797"/>
                    </a:cubicBezTo>
                    <a:cubicBezTo>
                      <a:pt x="36960" y="124497"/>
                      <a:pt x="36694" y="125131"/>
                      <a:pt x="36260" y="125765"/>
                    </a:cubicBezTo>
                    <a:cubicBezTo>
                      <a:pt x="35893" y="126399"/>
                      <a:pt x="35459" y="126966"/>
                      <a:pt x="34926" y="127433"/>
                    </a:cubicBezTo>
                    <a:cubicBezTo>
                      <a:pt x="33892" y="128400"/>
                      <a:pt x="32557" y="128834"/>
                      <a:pt x="31190" y="128934"/>
                    </a:cubicBezTo>
                    <a:cubicBezTo>
                      <a:pt x="30833" y="128968"/>
                      <a:pt x="30480" y="128982"/>
                      <a:pt x="30131" y="128982"/>
                    </a:cubicBezTo>
                    <a:cubicBezTo>
                      <a:pt x="29109" y="128982"/>
                      <a:pt x="28115" y="128858"/>
                      <a:pt x="27120" y="128734"/>
                    </a:cubicBezTo>
                    <a:cubicBezTo>
                      <a:pt x="25786" y="128567"/>
                      <a:pt x="24518" y="128400"/>
                      <a:pt x="23217" y="128334"/>
                    </a:cubicBezTo>
                    <a:cubicBezTo>
                      <a:pt x="23096" y="128330"/>
                      <a:pt x="22975" y="128329"/>
                      <a:pt x="22854" y="128329"/>
                    </a:cubicBezTo>
                    <a:cubicBezTo>
                      <a:pt x="21709" y="128329"/>
                      <a:pt x="20571" y="128478"/>
                      <a:pt x="19515" y="128901"/>
                    </a:cubicBezTo>
                    <a:cubicBezTo>
                      <a:pt x="18914" y="129101"/>
                      <a:pt x="18414" y="129401"/>
                      <a:pt x="17914" y="129668"/>
                    </a:cubicBezTo>
                    <a:cubicBezTo>
                      <a:pt x="17413" y="129968"/>
                      <a:pt x="16946" y="130302"/>
                      <a:pt x="16513" y="130602"/>
                    </a:cubicBezTo>
                    <a:cubicBezTo>
                      <a:pt x="15579" y="131236"/>
                      <a:pt x="14778" y="131903"/>
                      <a:pt x="13877" y="131936"/>
                    </a:cubicBezTo>
                    <a:cubicBezTo>
                      <a:pt x="13795" y="131942"/>
                      <a:pt x="13714" y="131945"/>
                      <a:pt x="13633" y="131945"/>
                    </a:cubicBezTo>
                    <a:cubicBezTo>
                      <a:pt x="12791" y="131945"/>
                      <a:pt x="12003" y="131646"/>
                      <a:pt x="11242" y="131402"/>
                    </a:cubicBezTo>
                    <a:cubicBezTo>
                      <a:pt x="10408" y="131102"/>
                      <a:pt x="9608" y="130802"/>
                      <a:pt x="8907" y="130468"/>
                    </a:cubicBezTo>
                    <a:cubicBezTo>
                      <a:pt x="7439" y="129901"/>
                      <a:pt x="6205" y="129334"/>
                      <a:pt x="5071" y="129134"/>
                    </a:cubicBezTo>
                    <a:cubicBezTo>
                      <a:pt x="4689" y="129063"/>
                      <a:pt x="4325" y="129034"/>
                      <a:pt x="3988" y="129034"/>
                    </a:cubicBezTo>
                    <a:cubicBezTo>
                      <a:pt x="3383" y="129034"/>
                      <a:pt x="2867" y="129127"/>
                      <a:pt x="2503" y="129234"/>
                    </a:cubicBezTo>
                    <a:cubicBezTo>
                      <a:pt x="2369" y="129268"/>
                      <a:pt x="2236" y="129268"/>
                      <a:pt x="2102" y="129301"/>
                    </a:cubicBezTo>
                    <a:cubicBezTo>
                      <a:pt x="2036" y="129334"/>
                      <a:pt x="1935" y="129334"/>
                      <a:pt x="1869" y="129401"/>
                    </a:cubicBezTo>
                    <a:cubicBezTo>
                      <a:pt x="1735" y="129434"/>
                      <a:pt x="1669" y="129468"/>
                      <a:pt x="1669" y="129468"/>
                    </a:cubicBezTo>
                    <a:cubicBezTo>
                      <a:pt x="1035" y="129735"/>
                      <a:pt x="601" y="130001"/>
                      <a:pt x="368" y="130235"/>
                    </a:cubicBezTo>
                    <a:cubicBezTo>
                      <a:pt x="101" y="130435"/>
                      <a:pt x="1" y="130602"/>
                      <a:pt x="34" y="130635"/>
                    </a:cubicBezTo>
                    <a:cubicBezTo>
                      <a:pt x="42" y="130643"/>
                      <a:pt x="57" y="130647"/>
                      <a:pt x="80" y="130647"/>
                    </a:cubicBezTo>
                    <a:cubicBezTo>
                      <a:pt x="154" y="130647"/>
                      <a:pt x="305" y="130604"/>
                      <a:pt x="534" y="130502"/>
                    </a:cubicBezTo>
                    <a:cubicBezTo>
                      <a:pt x="835" y="130402"/>
                      <a:pt x="1235" y="130168"/>
                      <a:pt x="1835" y="129935"/>
                    </a:cubicBezTo>
                    <a:cubicBezTo>
                      <a:pt x="1835" y="129935"/>
                      <a:pt x="1902" y="129901"/>
                      <a:pt x="2036" y="129835"/>
                    </a:cubicBezTo>
                    <a:cubicBezTo>
                      <a:pt x="2102" y="129835"/>
                      <a:pt x="2202" y="129801"/>
                      <a:pt x="2269" y="129768"/>
                    </a:cubicBezTo>
                    <a:cubicBezTo>
                      <a:pt x="2369" y="129768"/>
                      <a:pt x="2503" y="129735"/>
                      <a:pt x="2603" y="129668"/>
                    </a:cubicBezTo>
                    <a:cubicBezTo>
                      <a:pt x="2913" y="129606"/>
                      <a:pt x="3353" y="129531"/>
                      <a:pt x="3897" y="129531"/>
                    </a:cubicBezTo>
                    <a:cubicBezTo>
                      <a:pt x="4229" y="129531"/>
                      <a:pt x="4600" y="129559"/>
                      <a:pt x="5004" y="129634"/>
                    </a:cubicBezTo>
                    <a:cubicBezTo>
                      <a:pt x="6038" y="129801"/>
                      <a:pt x="7273" y="130335"/>
                      <a:pt x="8707" y="130969"/>
                    </a:cubicBezTo>
                    <a:cubicBezTo>
                      <a:pt x="9407" y="131302"/>
                      <a:pt x="10208" y="131603"/>
                      <a:pt x="11042" y="131936"/>
                    </a:cubicBezTo>
                    <a:cubicBezTo>
                      <a:pt x="11803" y="132210"/>
                      <a:pt x="12675" y="132512"/>
                      <a:pt x="13633" y="132512"/>
                    </a:cubicBezTo>
                    <a:cubicBezTo>
                      <a:pt x="13725" y="132512"/>
                      <a:pt x="13817" y="132509"/>
                      <a:pt x="13911" y="132503"/>
                    </a:cubicBezTo>
                    <a:cubicBezTo>
                      <a:pt x="14444" y="132503"/>
                      <a:pt x="15011" y="132303"/>
                      <a:pt x="15445" y="132003"/>
                    </a:cubicBezTo>
                    <a:cubicBezTo>
                      <a:pt x="15912" y="131769"/>
                      <a:pt x="16346" y="131436"/>
                      <a:pt x="16779" y="131136"/>
                    </a:cubicBezTo>
                    <a:cubicBezTo>
                      <a:pt x="17213" y="130835"/>
                      <a:pt x="17647" y="130568"/>
                      <a:pt x="18180" y="130268"/>
                    </a:cubicBezTo>
                    <a:cubicBezTo>
                      <a:pt x="18614" y="130001"/>
                      <a:pt x="19181" y="129735"/>
                      <a:pt x="19681" y="129501"/>
                    </a:cubicBezTo>
                    <a:cubicBezTo>
                      <a:pt x="20645" y="129140"/>
                      <a:pt x="21690" y="128996"/>
                      <a:pt x="22817" y="128996"/>
                    </a:cubicBezTo>
                    <a:cubicBezTo>
                      <a:pt x="22939" y="128996"/>
                      <a:pt x="23061" y="128997"/>
                      <a:pt x="23184" y="129001"/>
                    </a:cubicBezTo>
                    <a:cubicBezTo>
                      <a:pt x="24385" y="129067"/>
                      <a:pt x="25686" y="129268"/>
                      <a:pt x="27020" y="129434"/>
                    </a:cubicBezTo>
                    <a:cubicBezTo>
                      <a:pt x="28049" y="129563"/>
                      <a:pt x="29098" y="129711"/>
                      <a:pt x="30197" y="129711"/>
                    </a:cubicBezTo>
                    <a:cubicBezTo>
                      <a:pt x="30523" y="129711"/>
                      <a:pt x="30854" y="129698"/>
                      <a:pt x="31190" y="129668"/>
                    </a:cubicBezTo>
                    <a:cubicBezTo>
                      <a:pt x="31890" y="129634"/>
                      <a:pt x="32624" y="129468"/>
                      <a:pt x="33358" y="129234"/>
                    </a:cubicBezTo>
                    <a:cubicBezTo>
                      <a:pt x="34058" y="128934"/>
                      <a:pt x="34726" y="128500"/>
                      <a:pt x="35293" y="128000"/>
                    </a:cubicBezTo>
                    <a:cubicBezTo>
                      <a:pt x="35893" y="127500"/>
                      <a:pt x="36393" y="126899"/>
                      <a:pt x="36760" y="126232"/>
                    </a:cubicBezTo>
                    <a:cubicBezTo>
                      <a:pt x="36860" y="126065"/>
                      <a:pt x="36960" y="125898"/>
                      <a:pt x="37061" y="125732"/>
                    </a:cubicBezTo>
                    <a:lnTo>
                      <a:pt x="37194" y="125465"/>
                    </a:lnTo>
                    <a:lnTo>
                      <a:pt x="37294" y="125165"/>
                    </a:lnTo>
                    <a:cubicBezTo>
                      <a:pt x="37461" y="124798"/>
                      <a:pt x="37561" y="124431"/>
                      <a:pt x="37628" y="123997"/>
                    </a:cubicBezTo>
                    <a:cubicBezTo>
                      <a:pt x="37928" y="122396"/>
                      <a:pt x="37594" y="120795"/>
                      <a:pt x="37961" y="119394"/>
                    </a:cubicBezTo>
                    <a:cubicBezTo>
                      <a:pt x="38028" y="119160"/>
                      <a:pt x="38095" y="118994"/>
                      <a:pt x="38128" y="118827"/>
                    </a:cubicBezTo>
                    <a:lnTo>
                      <a:pt x="38361" y="118293"/>
                    </a:lnTo>
                    <a:cubicBezTo>
                      <a:pt x="38395" y="118126"/>
                      <a:pt x="38528" y="117959"/>
                      <a:pt x="38595" y="117793"/>
                    </a:cubicBezTo>
                    <a:cubicBezTo>
                      <a:pt x="38695" y="117626"/>
                      <a:pt x="38762" y="117459"/>
                      <a:pt x="38895" y="117292"/>
                    </a:cubicBezTo>
                    <a:cubicBezTo>
                      <a:pt x="39295" y="116659"/>
                      <a:pt x="39863" y="116125"/>
                      <a:pt x="40463" y="115658"/>
                    </a:cubicBezTo>
                    <a:cubicBezTo>
                      <a:pt x="41731" y="114791"/>
                      <a:pt x="43298" y="114223"/>
                      <a:pt x="44766" y="113323"/>
                    </a:cubicBezTo>
                    <a:cubicBezTo>
                      <a:pt x="45133" y="113123"/>
                      <a:pt x="45467" y="112889"/>
                      <a:pt x="45867" y="112622"/>
                    </a:cubicBezTo>
                    <a:cubicBezTo>
                      <a:pt x="46167" y="112389"/>
                      <a:pt x="46501" y="112089"/>
                      <a:pt x="46801" y="111755"/>
                    </a:cubicBezTo>
                    <a:cubicBezTo>
                      <a:pt x="46968" y="111588"/>
                      <a:pt x="47101" y="111421"/>
                      <a:pt x="47268" y="111255"/>
                    </a:cubicBezTo>
                    <a:cubicBezTo>
                      <a:pt x="47401" y="111055"/>
                      <a:pt x="47535" y="110888"/>
                      <a:pt x="47635" y="110654"/>
                    </a:cubicBezTo>
                    <a:cubicBezTo>
                      <a:pt x="47902" y="110254"/>
                      <a:pt x="48002" y="109787"/>
                      <a:pt x="48102" y="109320"/>
                    </a:cubicBezTo>
                    <a:cubicBezTo>
                      <a:pt x="48235" y="108419"/>
                      <a:pt x="48102" y="107552"/>
                      <a:pt x="48068" y="106718"/>
                    </a:cubicBezTo>
                    <a:cubicBezTo>
                      <a:pt x="48002" y="105884"/>
                      <a:pt x="48002" y="104983"/>
                      <a:pt x="48102" y="104216"/>
                    </a:cubicBezTo>
                    <a:cubicBezTo>
                      <a:pt x="48235" y="103416"/>
                      <a:pt x="48502" y="102648"/>
                      <a:pt x="48902" y="101915"/>
                    </a:cubicBezTo>
                    <a:cubicBezTo>
                      <a:pt x="49269" y="101147"/>
                      <a:pt x="49770" y="100447"/>
                      <a:pt x="50270" y="99746"/>
                    </a:cubicBezTo>
                    <a:cubicBezTo>
                      <a:pt x="50770" y="98979"/>
                      <a:pt x="51271" y="98245"/>
                      <a:pt x="51638" y="97411"/>
                    </a:cubicBezTo>
                    <a:lnTo>
                      <a:pt x="51904" y="96778"/>
                    </a:lnTo>
                    <a:lnTo>
                      <a:pt x="52005" y="96444"/>
                    </a:lnTo>
                    <a:lnTo>
                      <a:pt x="52105" y="96110"/>
                    </a:lnTo>
                    <a:lnTo>
                      <a:pt x="52138" y="95944"/>
                    </a:lnTo>
                    <a:lnTo>
                      <a:pt x="52138" y="95877"/>
                    </a:lnTo>
                    <a:lnTo>
                      <a:pt x="52138" y="95744"/>
                    </a:lnTo>
                    <a:lnTo>
                      <a:pt x="52138" y="95377"/>
                    </a:lnTo>
                    <a:cubicBezTo>
                      <a:pt x="52171" y="95110"/>
                      <a:pt x="52138" y="94910"/>
                      <a:pt x="52138" y="94643"/>
                    </a:cubicBezTo>
                    <a:cubicBezTo>
                      <a:pt x="52005" y="92775"/>
                      <a:pt x="51304" y="91107"/>
                      <a:pt x="50770" y="89439"/>
                    </a:cubicBezTo>
                    <a:cubicBezTo>
                      <a:pt x="50503" y="88605"/>
                      <a:pt x="50270" y="87771"/>
                      <a:pt x="50170" y="86937"/>
                    </a:cubicBezTo>
                    <a:cubicBezTo>
                      <a:pt x="50137" y="86737"/>
                      <a:pt x="50137" y="86537"/>
                      <a:pt x="50137" y="86303"/>
                    </a:cubicBezTo>
                    <a:lnTo>
                      <a:pt x="50137" y="86037"/>
                    </a:lnTo>
                    <a:lnTo>
                      <a:pt x="50170" y="85703"/>
                    </a:lnTo>
                    <a:cubicBezTo>
                      <a:pt x="50170" y="85470"/>
                      <a:pt x="50237" y="85269"/>
                      <a:pt x="50270" y="85069"/>
                    </a:cubicBezTo>
                    <a:lnTo>
                      <a:pt x="50403" y="84435"/>
                    </a:lnTo>
                    <a:cubicBezTo>
                      <a:pt x="50570" y="83568"/>
                      <a:pt x="50804" y="82734"/>
                      <a:pt x="51004" y="81867"/>
                    </a:cubicBezTo>
                    <a:cubicBezTo>
                      <a:pt x="51237" y="80966"/>
                      <a:pt x="51404" y="80032"/>
                      <a:pt x="51104" y="79032"/>
                    </a:cubicBezTo>
                    <a:cubicBezTo>
                      <a:pt x="50937" y="78565"/>
                      <a:pt x="50737" y="78064"/>
                      <a:pt x="50337" y="77731"/>
                    </a:cubicBezTo>
                    <a:lnTo>
                      <a:pt x="50103" y="77464"/>
                    </a:lnTo>
                    <a:cubicBezTo>
                      <a:pt x="50003" y="77397"/>
                      <a:pt x="49903" y="77364"/>
                      <a:pt x="49803" y="77264"/>
                    </a:cubicBezTo>
                    <a:lnTo>
                      <a:pt x="49503" y="77064"/>
                    </a:lnTo>
                    <a:cubicBezTo>
                      <a:pt x="49436" y="77030"/>
                      <a:pt x="49303" y="76930"/>
                      <a:pt x="49236" y="76897"/>
                    </a:cubicBezTo>
                    <a:cubicBezTo>
                      <a:pt x="48532" y="76486"/>
                      <a:pt x="47673" y="76178"/>
                      <a:pt x="46818" y="76178"/>
                    </a:cubicBezTo>
                    <a:cubicBezTo>
                      <a:pt x="46701" y="76178"/>
                      <a:pt x="46584" y="76184"/>
                      <a:pt x="46467" y="76196"/>
                    </a:cubicBezTo>
                    <a:cubicBezTo>
                      <a:pt x="45500" y="76230"/>
                      <a:pt x="44599" y="76597"/>
                      <a:pt x="43799" y="77064"/>
                    </a:cubicBezTo>
                    <a:cubicBezTo>
                      <a:pt x="42998" y="77531"/>
                      <a:pt x="42331" y="78131"/>
                      <a:pt x="41731" y="78798"/>
                    </a:cubicBezTo>
                    <a:cubicBezTo>
                      <a:pt x="40496" y="80132"/>
                      <a:pt x="39596" y="81700"/>
                      <a:pt x="38929" y="83301"/>
                    </a:cubicBezTo>
                    <a:cubicBezTo>
                      <a:pt x="38261" y="84936"/>
                      <a:pt x="37794" y="86637"/>
                      <a:pt x="37628" y="88372"/>
                    </a:cubicBezTo>
                    <a:lnTo>
                      <a:pt x="37594" y="89039"/>
                    </a:lnTo>
                    <a:cubicBezTo>
                      <a:pt x="37594" y="89239"/>
                      <a:pt x="37561" y="89406"/>
                      <a:pt x="37561" y="89606"/>
                    </a:cubicBezTo>
                    <a:cubicBezTo>
                      <a:pt x="37494" y="89973"/>
                      <a:pt x="37461" y="90406"/>
                      <a:pt x="37394" y="90773"/>
                    </a:cubicBezTo>
                    <a:cubicBezTo>
                      <a:pt x="37261" y="91574"/>
                      <a:pt x="37061" y="92308"/>
                      <a:pt x="36760" y="93075"/>
                    </a:cubicBezTo>
                    <a:cubicBezTo>
                      <a:pt x="36493" y="93809"/>
                      <a:pt x="36160" y="94543"/>
                      <a:pt x="35726" y="95110"/>
                    </a:cubicBezTo>
                    <a:cubicBezTo>
                      <a:pt x="35309" y="95687"/>
                      <a:pt x="34769" y="96079"/>
                      <a:pt x="34195" y="96079"/>
                    </a:cubicBezTo>
                    <a:cubicBezTo>
                      <a:pt x="34172" y="96079"/>
                      <a:pt x="34148" y="96078"/>
                      <a:pt x="34125" y="96077"/>
                    </a:cubicBezTo>
                    <a:cubicBezTo>
                      <a:pt x="33558" y="96044"/>
                      <a:pt x="32958" y="95577"/>
                      <a:pt x="32457" y="95043"/>
                    </a:cubicBezTo>
                    <a:cubicBezTo>
                      <a:pt x="32324" y="94910"/>
                      <a:pt x="32257" y="94743"/>
                      <a:pt x="32124" y="94609"/>
                    </a:cubicBezTo>
                    <a:cubicBezTo>
                      <a:pt x="32057" y="94476"/>
                      <a:pt x="31957" y="94309"/>
                      <a:pt x="31890" y="94209"/>
                    </a:cubicBezTo>
                    <a:cubicBezTo>
                      <a:pt x="31757" y="93909"/>
                      <a:pt x="31657" y="93609"/>
                      <a:pt x="31657" y="93275"/>
                    </a:cubicBezTo>
                    <a:cubicBezTo>
                      <a:pt x="31657" y="92475"/>
                      <a:pt x="31990" y="91641"/>
                      <a:pt x="32290" y="90873"/>
                    </a:cubicBezTo>
                    <a:cubicBezTo>
                      <a:pt x="32591" y="90073"/>
                      <a:pt x="32791" y="89272"/>
                      <a:pt x="32791" y="88705"/>
                    </a:cubicBezTo>
                    <a:lnTo>
                      <a:pt x="32791" y="88739"/>
                    </a:lnTo>
                    <a:cubicBezTo>
                      <a:pt x="32891" y="87905"/>
                      <a:pt x="32891" y="87037"/>
                      <a:pt x="32624" y="86203"/>
                    </a:cubicBezTo>
                    <a:cubicBezTo>
                      <a:pt x="32391" y="85369"/>
                      <a:pt x="31990" y="84602"/>
                      <a:pt x="31657" y="83902"/>
                    </a:cubicBezTo>
                    <a:cubicBezTo>
                      <a:pt x="31323" y="83135"/>
                      <a:pt x="31056" y="82434"/>
                      <a:pt x="30789" y="81700"/>
                    </a:cubicBezTo>
                    <a:lnTo>
                      <a:pt x="30589" y="81133"/>
                    </a:lnTo>
                    <a:cubicBezTo>
                      <a:pt x="30556" y="80933"/>
                      <a:pt x="30489" y="80766"/>
                      <a:pt x="30456" y="80566"/>
                    </a:cubicBezTo>
                    <a:lnTo>
                      <a:pt x="30356" y="79966"/>
                    </a:lnTo>
                    <a:cubicBezTo>
                      <a:pt x="30356" y="79765"/>
                      <a:pt x="30356" y="79599"/>
                      <a:pt x="30289" y="79399"/>
                    </a:cubicBezTo>
                    <a:cubicBezTo>
                      <a:pt x="30189" y="78631"/>
                      <a:pt x="30289" y="77897"/>
                      <a:pt x="30456" y="77130"/>
                    </a:cubicBezTo>
                    <a:cubicBezTo>
                      <a:pt x="30689" y="76430"/>
                      <a:pt x="31056" y="75729"/>
                      <a:pt x="31523" y="75095"/>
                    </a:cubicBezTo>
                    <a:cubicBezTo>
                      <a:pt x="32457" y="73861"/>
                      <a:pt x="33758" y="72760"/>
                      <a:pt x="35026" y="71626"/>
                    </a:cubicBezTo>
                    <a:cubicBezTo>
                      <a:pt x="35626" y="71059"/>
                      <a:pt x="36260" y="70525"/>
                      <a:pt x="36894" y="69892"/>
                    </a:cubicBezTo>
                    <a:lnTo>
                      <a:pt x="37761" y="68958"/>
                    </a:lnTo>
                    <a:cubicBezTo>
                      <a:pt x="38061" y="68724"/>
                      <a:pt x="38361" y="68457"/>
                      <a:pt x="38695" y="68224"/>
                    </a:cubicBezTo>
                    <a:cubicBezTo>
                      <a:pt x="40029" y="67290"/>
                      <a:pt x="41597" y="66723"/>
                      <a:pt x="43198" y="66056"/>
                    </a:cubicBezTo>
                    <a:cubicBezTo>
                      <a:pt x="43965" y="65722"/>
                      <a:pt x="44766" y="65388"/>
                      <a:pt x="45567" y="65022"/>
                    </a:cubicBezTo>
                    <a:cubicBezTo>
                      <a:pt x="46367" y="64588"/>
                      <a:pt x="47101" y="64121"/>
                      <a:pt x="47802" y="63554"/>
                    </a:cubicBezTo>
                    <a:cubicBezTo>
                      <a:pt x="48535" y="62920"/>
                      <a:pt x="49102" y="62186"/>
                      <a:pt x="49403" y="61252"/>
                    </a:cubicBezTo>
                    <a:cubicBezTo>
                      <a:pt x="49436" y="61052"/>
                      <a:pt x="49536" y="60785"/>
                      <a:pt x="49569" y="60585"/>
                    </a:cubicBezTo>
                    <a:lnTo>
                      <a:pt x="49603" y="60251"/>
                    </a:lnTo>
                    <a:lnTo>
                      <a:pt x="49703" y="60118"/>
                    </a:lnTo>
                    <a:lnTo>
                      <a:pt x="49803" y="59851"/>
                    </a:lnTo>
                    <a:lnTo>
                      <a:pt x="49870" y="59718"/>
                    </a:lnTo>
                    <a:cubicBezTo>
                      <a:pt x="49903" y="59651"/>
                      <a:pt x="49903" y="59618"/>
                      <a:pt x="49903" y="59584"/>
                    </a:cubicBezTo>
                    <a:lnTo>
                      <a:pt x="49936" y="59418"/>
                    </a:lnTo>
                    <a:lnTo>
                      <a:pt x="50070" y="58784"/>
                    </a:lnTo>
                    <a:cubicBezTo>
                      <a:pt x="50237" y="57916"/>
                      <a:pt x="50303" y="57049"/>
                      <a:pt x="50237" y="56115"/>
                    </a:cubicBezTo>
                    <a:cubicBezTo>
                      <a:pt x="50203" y="55215"/>
                      <a:pt x="49870" y="54281"/>
                      <a:pt x="49369" y="53547"/>
                    </a:cubicBezTo>
                    <a:cubicBezTo>
                      <a:pt x="48369" y="51979"/>
                      <a:pt x="46901" y="50945"/>
                      <a:pt x="45600" y="49911"/>
                    </a:cubicBezTo>
                    <a:cubicBezTo>
                      <a:pt x="44933" y="49410"/>
                      <a:pt x="44299" y="48810"/>
                      <a:pt x="43965" y="48210"/>
                    </a:cubicBezTo>
                    <a:cubicBezTo>
                      <a:pt x="43632" y="47576"/>
                      <a:pt x="43632" y="46842"/>
                      <a:pt x="43899" y="46075"/>
                    </a:cubicBezTo>
                    <a:cubicBezTo>
                      <a:pt x="44032" y="45708"/>
                      <a:pt x="44132" y="45341"/>
                      <a:pt x="44366" y="45007"/>
                    </a:cubicBezTo>
                    <a:lnTo>
                      <a:pt x="44499" y="44707"/>
                    </a:lnTo>
                    <a:cubicBezTo>
                      <a:pt x="44566" y="44674"/>
                      <a:pt x="44499" y="44674"/>
                      <a:pt x="44566" y="44607"/>
                    </a:cubicBezTo>
                    <a:lnTo>
                      <a:pt x="44633" y="44540"/>
                    </a:lnTo>
                    <a:cubicBezTo>
                      <a:pt x="44766" y="44407"/>
                      <a:pt x="44899" y="44273"/>
                      <a:pt x="45066" y="44173"/>
                    </a:cubicBezTo>
                    <a:cubicBezTo>
                      <a:pt x="45633" y="43706"/>
                      <a:pt x="46401" y="43339"/>
                      <a:pt x="47101" y="42772"/>
                    </a:cubicBezTo>
                    <a:cubicBezTo>
                      <a:pt x="47468" y="42505"/>
                      <a:pt x="47802" y="42205"/>
                      <a:pt x="48068" y="41738"/>
                    </a:cubicBezTo>
                    <a:cubicBezTo>
                      <a:pt x="48269" y="41271"/>
                      <a:pt x="48402" y="40838"/>
                      <a:pt x="48402" y="40371"/>
                    </a:cubicBezTo>
                    <a:cubicBezTo>
                      <a:pt x="48435" y="39904"/>
                      <a:pt x="48369" y="39503"/>
                      <a:pt x="48369" y="39103"/>
                    </a:cubicBezTo>
                    <a:cubicBezTo>
                      <a:pt x="48369" y="38703"/>
                      <a:pt x="48402" y="38503"/>
                      <a:pt x="48569" y="38069"/>
                    </a:cubicBezTo>
                    <a:cubicBezTo>
                      <a:pt x="48869" y="37302"/>
                      <a:pt x="49136" y="36601"/>
                      <a:pt x="49603" y="36034"/>
                    </a:cubicBezTo>
                    <a:cubicBezTo>
                      <a:pt x="50036" y="35434"/>
                      <a:pt x="50637" y="35067"/>
                      <a:pt x="51371" y="34767"/>
                    </a:cubicBezTo>
                    <a:cubicBezTo>
                      <a:pt x="52071" y="34500"/>
                      <a:pt x="52805" y="34266"/>
                      <a:pt x="53572" y="34099"/>
                    </a:cubicBezTo>
                    <a:cubicBezTo>
                      <a:pt x="54306" y="33899"/>
                      <a:pt x="55073" y="33699"/>
                      <a:pt x="55807" y="33532"/>
                    </a:cubicBezTo>
                    <a:cubicBezTo>
                      <a:pt x="56174" y="33399"/>
                      <a:pt x="56574" y="33332"/>
                      <a:pt x="56941" y="33232"/>
                    </a:cubicBezTo>
                    <a:lnTo>
                      <a:pt x="58076" y="32999"/>
                    </a:lnTo>
                    <a:cubicBezTo>
                      <a:pt x="58809" y="32832"/>
                      <a:pt x="59510" y="32698"/>
                      <a:pt x="60277" y="32532"/>
                    </a:cubicBezTo>
                    <a:cubicBezTo>
                      <a:pt x="63246" y="31931"/>
                      <a:pt x="66081" y="31331"/>
                      <a:pt x="68783" y="30564"/>
                    </a:cubicBezTo>
                    <a:cubicBezTo>
                      <a:pt x="70117" y="30197"/>
                      <a:pt x="71485" y="29596"/>
                      <a:pt x="72486" y="28595"/>
                    </a:cubicBezTo>
                    <a:cubicBezTo>
                      <a:pt x="72986" y="28095"/>
                      <a:pt x="73420" y="27528"/>
                      <a:pt x="73753" y="26928"/>
                    </a:cubicBezTo>
                    <a:cubicBezTo>
                      <a:pt x="74087" y="26361"/>
                      <a:pt x="74320" y="25693"/>
                      <a:pt x="74320" y="24993"/>
                    </a:cubicBezTo>
                    <a:cubicBezTo>
                      <a:pt x="74387" y="24259"/>
                      <a:pt x="74154" y="23659"/>
                      <a:pt x="74054" y="23058"/>
                    </a:cubicBezTo>
                    <a:cubicBezTo>
                      <a:pt x="73920" y="22491"/>
                      <a:pt x="73820" y="21891"/>
                      <a:pt x="73920" y="21357"/>
                    </a:cubicBezTo>
                    <a:cubicBezTo>
                      <a:pt x="73987" y="20823"/>
                      <a:pt x="74120" y="20256"/>
                      <a:pt x="74320" y="19756"/>
                    </a:cubicBezTo>
                    <a:cubicBezTo>
                      <a:pt x="74554" y="19255"/>
                      <a:pt x="74787" y="18755"/>
                      <a:pt x="75121" y="18355"/>
                    </a:cubicBezTo>
                    <a:cubicBezTo>
                      <a:pt x="76389" y="16587"/>
                      <a:pt x="77990" y="15219"/>
                      <a:pt x="78724" y="13351"/>
                    </a:cubicBezTo>
                    <a:cubicBezTo>
                      <a:pt x="78790" y="13084"/>
                      <a:pt x="78824" y="12884"/>
                      <a:pt x="78924" y="12651"/>
                    </a:cubicBezTo>
                    <a:cubicBezTo>
                      <a:pt x="78924" y="12417"/>
                      <a:pt x="78990" y="12184"/>
                      <a:pt x="78957" y="11917"/>
                    </a:cubicBezTo>
                    <a:lnTo>
                      <a:pt x="78957" y="11583"/>
                    </a:lnTo>
                    <a:cubicBezTo>
                      <a:pt x="78957" y="11483"/>
                      <a:pt x="78924" y="11383"/>
                      <a:pt x="78924" y="11250"/>
                    </a:cubicBezTo>
                    <a:lnTo>
                      <a:pt x="78790" y="10649"/>
                    </a:lnTo>
                    <a:cubicBezTo>
                      <a:pt x="78624" y="9815"/>
                      <a:pt x="78457" y="9048"/>
                      <a:pt x="78323" y="8348"/>
                    </a:cubicBezTo>
                    <a:cubicBezTo>
                      <a:pt x="78090" y="6913"/>
                      <a:pt x="78056" y="5679"/>
                      <a:pt x="78223" y="4712"/>
                    </a:cubicBezTo>
                    <a:cubicBezTo>
                      <a:pt x="78257" y="4478"/>
                      <a:pt x="78290" y="4211"/>
                      <a:pt x="78323" y="4011"/>
                    </a:cubicBezTo>
                    <a:cubicBezTo>
                      <a:pt x="78390" y="3811"/>
                      <a:pt x="78457" y="3578"/>
                      <a:pt x="78490" y="3411"/>
                    </a:cubicBezTo>
                    <a:cubicBezTo>
                      <a:pt x="78590" y="3077"/>
                      <a:pt x="78757" y="2810"/>
                      <a:pt x="78824" y="2543"/>
                    </a:cubicBezTo>
                    <a:cubicBezTo>
                      <a:pt x="78924" y="2310"/>
                      <a:pt x="78990" y="2110"/>
                      <a:pt x="79091" y="2010"/>
                    </a:cubicBezTo>
                    <a:cubicBezTo>
                      <a:pt x="79124" y="1876"/>
                      <a:pt x="79157" y="1843"/>
                      <a:pt x="79157" y="1843"/>
                    </a:cubicBezTo>
                    <a:cubicBezTo>
                      <a:pt x="79324" y="1576"/>
                      <a:pt x="79424" y="1343"/>
                      <a:pt x="79724" y="1009"/>
                    </a:cubicBezTo>
                    <a:cubicBezTo>
                      <a:pt x="79824" y="842"/>
                      <a:pt x="79924" y="642"/>
                      <a:pt x="79991" y="509"/>
                    </a:cubicBezTo>
                    <a:cubicBezTo>
                      <a:pt x="80158" y="208"/>
                      <a:pt x="80225" y="42"/>
                      <a:pt x="80158" y="8"/>
                    </a:cubicBezTo>
                    <a:cubicBezTo>
                      <a:pt x="80153" y="3"/>
                      <a:pt x="80145" y="0"/>
                      <a:pt x="801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61" name="Google Shape;3161;p26"/>
              <p:cNvSpPr/>
              <p:nvPr/>
            </p:nvSpPr>
            <p:spPr>
              <a:xfrm>
                <a:off x="3610" y="24236"/>
                <a:ext cx="2069687" cy="3284563"/>
              </a:xfrm>
              <a:custGeom>
                <a:avLst/>
                <a:gdLst/>
                <a:ahLst/>
                <a:cxnLst/>
                <a:rect l="l" t="t" r="r" b="b"/>
                <a:pathLst>
                  <a:path w="85595" h="135838" extrusionOk="0">
                    <a:moveTo>
                      <a:pt x="85546" y="1"/>
                    </a:moveTo>
                    <a:cubicBezTo>
                      <a:pt x="85502" y="1"/>
                      <a:pt x="85407" y="103"/>
                      <a:pt x="85261" y="307"/>
                    </a:cubicBezTo>
                    <a:cubicBezTo>
                      <a:pt x="85094" y="541"/>
                      <a:pt x="84894" y="874"/>
                      <a:pt x="84694" y="1408"/>
                    </a:cubicBezTo>
                    <a:cubicBezTo>
                      <a:pt x="84694" y="1408"/>
                      <a:pt x="84627" y="1508"/>
                      <a:pt x="84594" y="1642"/>
                    </a:cubicBezTo>
                    <a:cubicBezTo>
                      <a:pt x="84594" y="1675"/>
                      <a:pt x="84561" y="1742"/>
                      <a:pt x="84527" y="1875"/>
                    </a:cubicBezTo>
                    <a:cubicBezTo>
                      <a:pt x="84461" y="1975"/>
                      <a:pt x="84461" y="2142"/>
                      <a:pt x="84427" y="2242"/>
                    </a:cubicBezTo>
                    <a:cubicBezTo>
                      <a:pt x="84327" y="2842"/>
                      <a:pt x="84227" y="3743"/>
                      <a:pt x="84394" y="4911"/>
                    </a:cubicBezTo>
                    <a:cubicBezTo>
                      <a:pt x="84494" y="5511"/>
                      <a:pt x="84594" y="6178"/>
                      <a:pt x="84727" y="6879"/>
                    </a:cubicBezTo>
                    <a:cubicBezTo>
                      <a:pt x="84894" y="7579"/>
                      <a:pt x="85061" y="8380"/>
                      <a:pt x="85094" y="9247"/>
                    </a:cubicBezTo>
                    <a:cubicBezTo>
                      <a:pt x="85161" y="9481"/>
                      <a:pt x="85161" y="9714"/>
                      <a:pt x="85161" y="9914"/>
                    </a:cubicBezTo>
                    <a:cubicBezTo>
                      <a:pt x="85094" y="10148"/>
                      <a:pt x="85094" y="10348"/>
                      <a:pt x="85061" y="10581"/>
                    </a:cubicBezTo>
                    <a:cubicBezTo>
                      <a:pt x="85061" y="10848"/>
                      <a:pt x="84994" y="11048"/>
                      <a:pt x="84928" y="11315"/>
                    </a:cubicBezTo>
                    <a:cubicBezTo>
                      <a:pt x="84894" y="11549"/>
                      <a:pt x="84794" y="11749"/>
                      <a:pt x="84727" y="12016"/>
                    </a:cubicBezTo>
                    <a:cubicBezTo>
                      <a:pt x="84561" y="12483"/>
                      <a:pt x="84327" y="12916"/>
                      <a:pt x="83960" y="13350"/>
                    </a:cubicBezTo>
                    <a:cubicBezTo>
                      <a:pt x="83693" y="13817"/>
                      <a:pt x="83260" y="14184"/>
                      <a:pt x="82859" y="14584"/>
                    </a:cubicBezTo>
                    <a:cubicBezTo>
                      <a:pt x="81959" y="15385"/>
                      <a:pt x="81025" y="16219"/>
                      <a:pt x="80224" y="17319"/>
                    </a:cubicBezTo>
                    <a:cubicBezTo>
                      <a:pt x="79857" y="17853"/>
                      <a:pt x="79490" y="18487"/>
                      <a:pt x="79324" y="19187"/>
                    </a:cubicBezTo>
                    <a:cubicBezTo>
                      <a:pt x="79090" y="19855"/>
                      <a:pt x="79057" y="20588"/>
                      <a:pt x="79090" y="21356"/>
                    </a:cubicBezTo>
                    <a:cubicBezTo>
                      <a:pt x="79157" y="22823"/>
                      <a:pt x="79424" y="24358"/>
                      <a:pt x="79157" y="25926"/>
                    </a:cubicBezTo>
                    <a:cubicBezTo>
                      <a:pt x="78823" y="27493"/>
                      <a:pt x="78023" y="29028"/>
                      <a:pt x="76755" y="30229"/>
                    </a:cubicBezTo>
                    <a:cubicBezTo>
                      <a:pt x="75521" y="31430"/>
                      <a:pt x="73853" y="32263"/>
                      <a:pt x="72085" y="33064"/>
                    </a:cubicBezTo>
                    <a:cubicBezTo>
                      <a:pt x="70384" y="33898"/>
                      <a:pt x="68483" y="34498"/>
                      <a:pt x="66481" y="34999"/>
                    </a:cubicBezTo>
                    <a:cubicBezTo>
                      <a:pt x="65981" y="35166"/>
                      <a:pt x="65480" y="35266"/>
                      <a:pt x="64980" y="35399"/>
                    </a:cubicBezTo>
                    <a:cubicBezTo>
                      <a:pt x="64713" y="35499"/>
                      <a:pt x="64480" y="35532"/>
                      <a:pt x="64213" y="35599"/>
                    </a:cubicBezTo>
                    <a:lnTo>
                      <a:pt x="64013" y="35666"/>
                    </a:lnTo>
                    <a:lnTo>
                      <a:pt x="63913" y="35666"/>
                    </a:lnTo>
                    <a:lnTo>
                      <a:pt x="63846" y="35699"/>
                    </a:lnTo>
                    <a:lnTo>
                      <a:pt x="63412" y="35766"/>
                    </a:lnTo>
                    <a:cubicBezTo>
                      <a:pt x="62378" y="36033"/>
                      <a:pt x="61311" y="36366"/>
                      <a:pt x="60310" y="36867"/>
                    </a:cubicBezTo>
                    <a:cubicBezTo>
                      <a:pt x="59309" y="37367"/>
                      <a:pt x="58309" y="38068"/>
                      <a:pt x="57708" y="39168"/>
                    </a:cubicBezTo>
                    <a:cubicBezTo>
                      <a:pt x="57408" y="39702"/>
                      <a:pt x="57341" y="40336"/>
                      <a:pt x="57174" y="40870"/>
                    </a:cubicBezTo>
                    <a:cubicBezTo>
                      <a:pt x="57141" y="41170"/>
                      <a:pt x="57008" y="41437"/>
                      <a:pt x="56908" y="41704"/>
                    </a:cubicBezTo>
                    <a:cubicBezTo>
                      <a:pt x="56808" y="42004"/>
                      <a:pt x="56674" y="42237"/>
                      <a:pt x="56541" y="42504"/>
                    </a:cubicBezTo>
                    <a:lnTo>
                      <a:pt x="56307" y="43005"/>
                    </a:lnTo>
                    <a:cubicBezTo>
                      <a:pt x="56174" y="43171"/>
                      <a:pt x="56040" y="43338"/>
                      <a:pt x="55907" y="43538"/>
                    </a:cubicBezTo>
                    <a:cubicBezTo>
                      <a:pt x="55640" y="43905"/>
                      <a:pt x="55240" y="44339"/>
                      <a:pt x="54839" y="44739"/>
                    </a:cubicBezTo>
                    <a:cubicBezTo>
                      <a:pt x="54406" y="45173"/>
                      <a:pt x="53872" y="45573"/>
                      <a:pt x="53372" y="46107"/>
                    </a:cubicBezTo>
                    <a:cubicBezTo>
                      <a:pt x="52871" y="46607"/>
                      <a:pt x="52371" y="47341"/>
                      <a:pt x="52204" y="48208"/>
                    </a:cubicBezTo>
                    <a:cubicBezTo>
                      <a:pt x="51837" y="50010"/>
                      <a:pt x="52571" y="51844"/>
                      <a:pt x="53405" y="53612"/>
                    </a:cubicBezTo>
                    <a:cubicBezTo>
                      <a:pt x="53839" y="54513"/>
                      <a:pt x="54172" y="55447"/>
                      <a:pt x="54339" y="56514"/>
                    </a:cubicBezTo>
                    <a:cubicBezTo>
                      <a:pt x="54406" y="56748"/>
                      <a:pt x="54372" y="57048"/>
                      <a:pt x="54406" y="57281"/>
                    </a:cubicBezTo>
                    <a:cubicBezTo>
                      <a:pt x="54406" y="57548"/>
                      <a:pt x="54473" y="57848"/>
                      <a:pt x="54473" y="58082"/>
                    </a:cubicBezTo>
                    <a:cubicBezTo>
                      <a:pt x="54473" y="58349"/>
                      <a:pt x="54473" y="58616"/>
                      <a:pt x="54406" y="58883"/>
                    </a:cubicBezTo>
                    <a:cubicBezTo>
                      <a:pt x="54372" y="59116"/>
                      <a:pt x="54372" y="59416"/>
                      <a:pt x="54306" y="59683"/>
                    </a:cubicBezTo>
                    <a:cubicBezTo>
                      <a:pt x="54072" y="60751"/>
                      <a:pt x="53639" y="61785"/>
                      <a:pt x="52971" y="62719"/>
                    </a:cubicBezTo>
                    <a:cubicBezTo>
                      <a:pt x="52304" y="63619"/>
                      <a:pt x="51370" y="64420"/>
                      <a:pt x="50403" y="65087"/>
                    </a:cubicBezTo>
                    <a:cubicBezTo>
                      <a:pt x="49402" y="65754"/>
                      <a:pt x="48335" y="66355"/>
                      <a:pt x="47234" y="66888"/>
                    </a:cubicBezTo>
                    <a:cubicBezTo>
                      <a:pt x="46700" y="67188"/>
                      <a:pt x="46167" y="67455"/>
                      <a:pt x="45633" y="67789"/>
                    </a:cubicBezTo>
                    <a:cubicBezTo>
                      <a:pt x="45366" y="67956"/>
                      <a:pt x="45133" y="68189"/>
                      <a:pt x="44866" y="68423"/>
                    </a:cubicBezTo>
                    <a:cubicBezTo>
                      <a:pt x="44732" y="68589"/>
                      <a:pt x="44666" y="68756"/>
                      <a:pt x="44565" y="68923"/>
                    </a:cubicBezTo>
                    <a:cubicBezTo>
                      <a:pt x="44565" y="69023"/>
                      <a:pt x="44532" y="69123"/>
                      <a:pt x="44532" y="69223"/>
                    </a:cubicBezTo>
                    <a:cubicBezTo>
                      <a:pt x="44532" y="69290"/>
                      <a:pt x="44532" y="69423"/>
                      <a:pt x="44565" y="69523"/>
                    </a:cubicBezTo>
                    <a:cubicBezTo>
                      <a:pt x="44666" y="69890"/>
                      <a:pt x="44899" y="70124"/>
                      <a:pt x="45133" y="70391"/>
                    </a:cubicBezTo>
                    <a:cubicBezTo>
                      <a:pt x="45333" y="70591"/>
                      <a:pt x="45533" y="70858"/>
                      <a:pt x="45800" y="71058"/>
                    </a:cubicBezTo>
                    <a:cubicBezTo>
                      <a:pt x="45900" y="71191"/>
                      <a:pt x="46033" y="71291"/>
                      <a:pt x="46167" y="71392"/>
                    </a:cubicBezTo>
                    <a:lnTo>
                      <a:pt x="46567" y="71625"/>
                    </a:lnTo>
                    <a:cubicBezTo>
                      <a:pt x="46700" y="71725"/>
                      <a:pt x="46867" y="71792"/>
                      <a:pt x="47034" y="71859"/>
                    </a:cubicBezTo>
                    <a:cubicBezTo>
                      <a:pt x="47167" y="71925"/>
                      <a:pt x="47334" y="72025"/>
                      <a:pt x="47501" y="72025"/>
                    </a:cubicBezTo>
                    <a:cubicBezTo>
                      <a:pt x="47723" y="72081"/>
                      <a:pt x="47946" y="72103"/>
                      <a:pt x="48167" y="72103"/>
                    </a:cubicBezTo>
                    <a:cubicBezTo>
                      <a:pt x="48609" y="72103"/>
                      <a:pt x="49046" y="72014"/>
                      <a:pt x="49469" y="71925"/>
                    </a:cubicBezTo>
                    <a:cubicBezTo>
                      <a:pt x="50069" y="71792"/>
                      <a:pt x="50670" y="71592"/>
                      <a:pt x="51237" y="71458"/>
                    </a:cubicBezTo>
                    <a:cubicBezTo>
                      <a:pt x="51742" y="71314"/>
                      <a:pt x="52259" y="71245"/>
                      <a:pt x="52769" y="71245"/>
                    </a:cubicBezTo>
                    <a:cubicBezTo>
                      <a:pt x="53440" y="71245"/>
                      <a:pt x="54100" y="71364"/>
                      <a:pt x="54706" y="71592"/>
                    </a:cubicBezTo>
                    <a:cubicBezTo>
                      <a:pt x="55240" y="71758"/>
                      <a:pt x="55673" y="72192"/>
                      <a:pt x="55974" y="72626"/>
                    </a:cubicBezTo>
                    <a:cubicBezTo>
                      <a:pt x="56240" y="73126"/>
                      <a:pt x="56474" y="73693"/>
                      <a:pt x="56574" y="74227"/>
                    </a:cubicBezTo>
                    <a:cubicBezTo>
                      <a:pt x="56874" y="75428"/>
                      <a:pt x="56908" y="76729"/>
                      <a:pt x="56841" y="78030"/>
                    </a:cubicBezTo>
                    <a:cubicBezTo>
                      <a:pt x="56808" y="78697"/>
                      <a:pt x="56707" y="79297"/>
                      <a:pt x="56574" y="79964"/>
                    </a:cubicBezTo>
                    <a:lnTo>
                      <a:pt x="56207" y="81966"/>
                    </a:lnTo>
                    <a:cubicBezTo>
                      <a:pt x="56140" y="82299"/>
                      <a:pt x="56140" y="82700"/>
                      <a:pt x="56074" y="83033"/>
                    </a:cubicBezTo>
                    <a:cubicBezTo>
                      <a:pt x="56040" y="83367"/>
                      <a:pt x="56007" y="83734"/>
                      <a:pt x="56007" y="84067"/>
                    </a:cubicBezTo>
                    <a:cubicBezTo>
                      <a:pt x="56040" y="84734"/>
                      <a:pt x="56007" y="85435"/>
                      <a:pt x="56074" y="86135"/>
                    </a:cubicBezTo>
                    <a:cubicBezTo>
                      <a:pt x="56174" y="87570"/>
                      <a:pt x="56374" y="88937"/>
                      <a:pt x="56474" y="90372"/>
                    </a:cubicBezTo>
                    <a:cubicBezTo>
                      <a:pt x="56474" y="90705"/>
                      <a:pt x="56507" y="91072"/>
                      <a:pt x="56507" y="91406"/>
                    </a:cubicBezTo>
                    <a:lnTo>
                      <a:pt x="56474" y="92440"/>
                    </a:lnTo>
                    <a:lnTo>
                      <a:pt x="56474" y="92974"/>
                    </a:lnTo>
                    <a:lnTo>
                      <a:pt x="56374" y="93474"/>
                    </a:lnTo>
                    <a:lnTo>
                      <a:pt x="56307" y="93974"/>
                    </a:lnTo>
                    <a:cubicBezTo>
                      <a:pt x="56307" y="94141"/>
                      <a:pt x="56240" y="94308"/>
                      <a:pt x="56207" y="94475"/>
                    </a:cubicBezTo>
                    <a:cubicBezTo>
                      <a:pt x="55907" y="95876"/>
                      <a:pt x="55340" y="97143"/>
                      <a:pt x="54806" y="98544"/>
                    </a:cubicBezTo>
                    <a:cubicBezTo>
                      <a:pt x="54673" y="98878"/>
                      <a:pt x="54539" y="99245"/>
                      <a:pt x="54406" y="99578"/>
                    </a:cubicBezTo>
                    <a:cubicBezTo>
                      <a:pt x="54339" y="99912"/>
                      <a:pt x="54172" y="100245"/>
                      <a:pt x="54072" y="100612"/>
                    </a:cubicBezTo>
                    <a:lnTo>
                      <a:pt x="53805" y="101713"/>
                    </a:lnTo>
                    <a:lnTo>
                      <a:pt x="53639" y="102814"/>
                    </a:lnTo>
                    <a:cubicBezTo>
                      <a:pt x="53405" y="104315"/>
                      <a:pt x="53672" y="105783"/>
                      <a:pt x="53839" y="107251"/>
                    </a:cubicBezTo>
                    <a:cubicBezTo>
                      <a:pt x="54006" y="108718"/>
                      <a:pt x="54072" y="110153"/>
                      <a:pt x="53539" y="111487"/>
                    </a:cubicBezTo>
                    <a:cubicBezTo>
                      <a:pt x="53305" y="112154"/>
                      <a:pt x="52905" y="112788"/>
                      <a:pt x="52404" y="113288"/>
                    </a:cubicBezTo>
                    <a:lnTo>
                      <a:pt x="51671" y="114055"/>
                    </a:lnTo>
                    <a:lnTo>
                      <a:pt x="51237" y="114389"/>
                    </a:lnTo>
                    <a:cubicBezTo>
                      <a:pt x="51070" y="114489"/>
                      <a:pt x="50970" y="114589"/>
                      <a:pt x="50803" y="114656"/>
                    </a:cubicBezTo>
                    <a:cubicBezTo>
                      <a:pt x="49536" y="115390"/>
                      <a:pt x="48135" y="115723"/>
                      <a:pt x="46734" y="116224"/>
                    </a:cubicBezTo>
                    <a:cubicBezTo>
                      <a:pt x="46067" y="116457"/>
                      <a:pt x="45366" y="116757"/>
                      <a:pt x="44732" y="117124"/>
                    </a:cubicBezTo>
                    <a:cubicBezTo>
                      <a:pt x="44065" y="117491"/>
                      <a:pt x="43531" y="118058"/>
                      <a:pt x="43131" y="118659"/>
                    </a:cubicBezTo>
                    <a:cubicBezTo>
                      <a:pt x="43031" y="118825"/>
                      <a:pt x="42898" y="118992"/>
                      <a:pt x="42831" y="119159"/>
                    </a:cubicBezTo>
                    <a:lnTo>
                      <a:pt x="42664" y="119726"/>
                    </a:lnTo>
                    <a:cubicBezTo>
                      <a:pt x="42631" y="119893"/>
                      <a:pt x="42564" y="120093"/>
                      <a:pt x="42531" y="120260"/>
                    </a:cubicBezTo>
                    <a:cubicBezTo>
                      <a:pt x="42497" y="120427"/>
                      <a:pt x="42464" y="120627"/>
                      <a:pt x="42464" y="120794"/>
                    </a:cubicBezTo>
                    <a:cubicBezTo>
                      <a:pt x="42331" y="121561"/>
                      <a:pt x="42331" y="122261"/>
                      <a:pt x="42364" y="122962"/>
                    </a:cubicBezTo>
                    <a:cubicBezTo>
                      <a:pt x="42397" y="124429"/>
                      <a:pt x="42564" y="125797"/>
                      <a:pt x="42331" y="127131"/>
                    </a:cubicBezTo>
                    <a:cubicBezTo>
                      <a:pt x="42164" y="127799"/>
                      <a:pt x="41964" y="128432"/>
                      <a:pt x="41630" y="128999"/>
                    </a:cubicBezTo>
                    <a:cubicBezTo>
                      <a:pt x="41230" y="129566"/>
                      <a:pt x="40829" y="130067"/>
                      <a:pt x="40329" y="130500"/>
                    </a:cubicBezTo>
                    <a:cubicBezTo>
                      <a:pt x="39328" y="131434"/>
                      <a:pt x="38128" y="132002"/>
                      <a:pt x="36860" y="132268"/>
                    </a:cubicBezTo>
                    <a:cubicBezTo>
                      <a:pt x="36209" y="132368"/>
                      <a:pt x="35567" y="132410"/>
                      <a:pt x="34929" y="132410"/>
                    </a:cubicBezTo>
                    <a:cubicBezTo>
                      <a:pt x="34291" y="132410"/>
                      <a:pt x="33658" y="132368"/>
                      <a:pt x="33024" y="132302"/>
                    </a:cubicBezTo>
                    <a:cubicBezTo>
                      <a:pt x="31790" y="132135"/>
                      <a:pt x="30522" y="131935"/>
                      <a:pt x="29321" y="131768"/>
                    </a:cubicBezTo>
                    <a:cubicBezTo>
                      <a:pt x="28164" y="131616"/>
                      <a:pt x="27090" y="131464"/>
                      <a:pt x="25999" y="131464"/>
                    </a:cubicBezTo>
                    <a:cubicBezTo>
                      <a:pt x="25894" y="131464"/>
                      <a:pt x="25790" y="131465"/>
                      <a:pt x="25685" y="131468"/>
                    </a:cubicBezTo>
                    <a:cubicBezTo>
                      <a:pt x="24484" y="131468"/>
                      <a:pt x="23317" y="131668"/>
                      <a:pt x="22283" y="132102"/>
                    </a:cubicBezTo>
                    <a:cubicBezTo>
                      <a:pt x="21215" y="132569"/>
                      <a:pt x="20281" y="133069"/>
                      <a:pt x="19347" y="133569"/>
                    </a:cubicBezTo>
                    <a:cubicBezTo>
                      <a:pt x="18447" y="134070"/>
                      <a:pt x="17513" y="134570"/>
                      <a:pt x="16646" y="134937"/>
                    </a:cubicBezTo>
                    <a:cubicBezTo>
                      <a:pt x="15712" y="135304"/>
                      <a:pt x="14811" y="135504"/>
                      <a:pt x="13944" y="135504"/>
                    </a:cubicBezTo>
                    <a:cubicBezTo>
                      <a:pt x="13043" y="135504"/>
                      <a:pt x="12209" y="135304"/>
                      <a:pt x="11442" y="135104"/>
                    </a:cubicBezTo>
                    <a:cubicBezTo>
                      <a:pt x="9874" y="134603"/>
                      <a:pt x="8506" y="134003"/>
                      <a:pt x="7272" y="133603"/>
                    </a:cubicBezTo>
                    <a:cubicBezTo>
                      <a:pt x="6177" y="133188"/>
                      <a:pt x="5134" y="132958"/>
                      <a:pt x="4284" y="132958"/>
                    </a:cubicBezTo>
                    <a:cubicBezTo>
                      <a:pt x="4176" y="132958"/>
                      <a:pt x="4071" y="132961"/>
                      <a:pt x="3970" y="132969"/>
                    </a:cubicBezTo>
                    <a:cubicBezTo>
                      <a:pt x="3703" y="133002"/>
                      <a:pt x="3503" y="133002"/>
                      <a:pt x="3303" y="133069"/>
                    </a:cubicBezTo>
                    <a:cubicBezTo>
                      <a:pt x="3103" y="133102"/>
                      <a:pt x="2869" y="133136"/>
                      <a:pt x="2702" y="133169"/>
                    </a:cubicBezTo>
                    <a:cubicBezTo>
                      <a:pt x="2369" y="133302"/>
                      <a:pt x="2102" y="133336"/>
                      <a:pt x="1868" y="133469"/>
                    </a:cubicBezTo>
                    <a:cubicBezTo>
                      <a:pt x="1668" y="133569"/>
                      <a:pt x="1501" y="133636"/>
                      <a:pt x="1368" y="133669"/>
                    </a:cubicBezTo>
                    <a:cubicBezTo>
                      <a:pt x="1235" y="133736"/>
                      <a:pt x="1201" y="133769"/>
                      <a:pt x="1201" y="133769"/>
                    </a:cubicBezTo>
                    <a:cubicBezTo>
                      <a:pt x="968" y="133903"/>
                      <a:pt x="734" y="134003"/>
                      <a:pt x="701" y="134270"/>
                    </a:cubicBezTo>
                    <a:cubicBezTo>
                      <a:pt x="534" y="134403"/>
                      <a:pt x="401" y="134470"/>
                      <a:pt x="301" y="134570"/>
                    </a:cubicBezTo>
                    <a:cubicBezTo>
                      <a:pt x="67" y="134737"/>
                      <a:pt x="0" y="134804"/>
                      <a:pt x="0" y="134837"/>
                    </a:cubicBezTo>
                    <a:cubicBezTo>
                      <a:pt x="0" y="134856"/>
                      <a:pt x="11" y="134864"/>
                      <a:pt x="31" y="134864"/>
                    </a:cubicBezTo>
                    <a:cubicBezTo>
                      <a:pt x="83" y="134864"/>
                      <a:pt x="199" y="134809"/>
                      <a:pt x="367" y="134737"/>
                    </a:cubicBezTo>
                    <a:cubicBezTo>
                      <a:pt x="501" y="134637"/>
                      <a:pt x="667" y="134570"/>
                      <a:pt x="834" y="134470"/>
                    </a:cubicBezTo>
                    <a:cubicBezTo>
                      <a:pt x="1001" y="134337"/>
                      <a:pt x="1201" y="134270"/>
                      <a:pt x="1468" y="134136"/>
                    </a:cubicBezTo>
                    <a:cubicBezTo>
                      <a:pt x="1468" y="134136"/>
                      <a:pt x="1501" y="134103"/>
                      <a:pt x="1635" y="134070"/>
                    </a:cubicBezTo>
                    <a:cubicBezTo>
                      <a:pt x="1735" y="134003"/>
                      <a:pt x="1902" y="133936"/>
                      <a:pt x="2135" y="133836"/>
                    </a:cubicBezTo>
                    <a:cubicBezTo>
                      <a:pt x="2335" y="133736"/>
                      <a:pt x="2636" y="133669"/>
                      <a:pt x="2969" y="133569"/>
                    </a:cubicBezTo>
                    <a:cubicBezTo>
                      <a:pt x="3136" y="133503"/>
                      <a:pt x="3303" y="133469"/>
                      <a:pt x="3503" y="133436"/>
                    </a:cubicBezTo>
                    <a:cubicBezTo>
                      <a:pt x="3703" y="133403"/>
                      <a:pt x="3903" y="133403"/>
                      <a:pt x="4137" y="133336"/>
                    </a:cubicBezTo>
                    <a:cubicBezTo>
                      <a:pt x="4235" y="133328"/>
                      <a:pt x="4336" y="133325"/>
                      <a:pt x="4441" y="133325"/>
                    </a:cubicBezTo>
                    <a:cubicBezTo>
                      <a:pt x="5262" y="133325"/>
                      <a:pt x="6274" y="133552"/>
                      <a:pt x="7339" y="133936"/>
                    </a:cubicBezTo>
                    <a:cubicBezTo>
                      <a:pt x="8573" y="134337"/>
                      <a:pt x="9974" y="134937"/>
                      <a:pt x="11542" y="135437"/>
                    </a:cubicBezTo>
                    <a:cubicBezTo>
                      <a:pt x="12342" y="135637"/>
                      <a:pt x="13210" y="135838"/>
                      <a:pt x="14144" y="135838"/>
                    </a:cubicBezTo>
                    <a:cubicBezTo>
                      <a:pt x="15044" y="135838"/>
                      <a:pt x="16012" y="135637"/>
                      <a:pt x="16912" y="135271"/>
                    </a:cubicBezTo>
                    <a:cubicBezTo>
                      <a:pt x="17846" y="134904"/>
                      <a:pt x="18714" y="134403"/>
                      <a:pt x="19648" y="133903"/>
                    </a:cubicBezTo>
                    <a:cubicBezTo>
                      <a:pt x="20582" y="133403"/>
                      <a:pt x="21549" y="132902"/>
                      <a:pt x="22550" y="132469"/>
                    </a:cubicBezTo>
                    <a:cubicBezTo>
                      <a:pt x="23550" y="132102"/>
                      <a:pt x="24685" y="131901"/>
                      <a:pt x="25852" y="131901"/>
                    </a:cubicBezTo>
                    <a:cubicBezTo>
                      <a:pt x="26986" y="131901"/>
                      <a:pt x="28187" y="132002"/>
                      <a:pt x="29388" y="132168"/>
                    </a:cubicBezTo>
                    <a:cubicBezTo>
                      <a:pt x="30589" y="132335"/>
                      <a:pt x="31823" y="132602"/>
                      <a:pt x="33091" y="132735"/>
                    </a:cubicBezTo>
                    <a:cubicBezTo>
                      <a:pt x="33753" y="132788"/>
                      <a:pt x="34433" y="132840"/>
                      <a:pt x="35122" y="132840"/>
                    </a:cubicBezTo>
                    <a:cubicBezTo>
                      <a:pt x="35752" y="132840"/>
                      <a:pt x="36389" y="132796"/>
                      <a:pt x="37027" y="132669"/>
                    </a:cubicBezTo>
                    <a:cubicBezTo>
                      <a:pt x="38361" y="132435"/>
                      <a:pt x="39662" y="131801"/>
                      <a:pt x="40663" y="130834"/>
                    </a:cubicBezTo>
                    <a:cubicBezTo>
                      <a:pt x="41163" y="130400"/>
                      <a:pt x="41597" y="129833"/>
                      <a:pt x="41997" y="129266"/>
                    </a:cubicBezTo>
                    <a:cubicBezTo>
                      <a:pt x="42364" y="128632"/>
                      <a:pt x="42597" y="127965"/>
                      <a:pt x="42731" y="127265"/>
                    </a:cubicBezTo>
                    <a:cubicBezTo>
                      <a:pt x="42998" y="125830"/>
                      <a:pt x="42831" y="124429"/>
                      <a:pt x="42764" y="122995"/>
                    </a:cubicBezTo>
                    <a:cubicBezTo>
                      <a:pt x="42731" y="122295"/>
                      <a:pt x="42731" y="121594"/>
                      <a:pt x="42864" y="120927"/>
                    </a:cubicBezTo>
                    <a:cubicBezTo>
                      <a:pt x="42864" y="120760"/>
                      <a:pt x="42898" y="120593"/>
                      <a:pt x="42931" y="120427"/>
                    </a:cubicBezTo>
                    <a:cubicBezTo>
                      <a:pt x="42998" y="120260"/>
                      <a:pt x="42998" y="120093"/>
                      <a:pt x="43064" y="119926"/>
                    </a:cubicBezTo>
                    <a:lnTo>
                      <a:pt x="43231" y="119426"/>
                    </a:lnTo>
                    <a:cubicBezTo>
                      <a:pt x="43331" y="119259"/>
                      <a:pt x="43398" y="119126"/>
                      <a:pt x="43498" y="118959"/>
                    </a:cubicBezTo>
                    <a:cubicBezTo>
                      <a:pt x="43865" y="118392"/>
                      <a:pt x="44399" y="117925"/>
                      <a:pt x="44999" y="117558"/>
                    </a:cubicBezTo>
                    <a:cubicBezTo>
                      <a:pt x="45600" y="117158"/>
                      <a:pt x="46267" y="116924"/>
                      <a:pt x="46934" y="116657"/>
                    </a:cubicBezTo>
                    <a:cubicBezTo>
                      <a:pt x="48335" y="116224"/>
                      <a:pt x="49769" y="115823"/>
                      <a:pt x="51070" y="115089"/>
                    </a:cubicBezTo>
                    <a:cubicBezTo>
                      <a:pt x="51204" y="114989"/>
                      <a:pt x="51370" y="114923"/>
                      <a:pt x="51537" y="114789"/>
                    </a:cubicBezTo>
                    <a:lnTo>
                      <a:pt x="52004" y="114456"/>
                    </a:lnTo>
                    <a:cubicBezTo>
                      <a:pt x="52238" y="114222"/>
                      <a:pt x="52538" y="113955"/>
                      <a:pt x="52771" y="113655"/>
                    </a:cubicBezTo>
                    <a:cubicBezTo>
                      <a:pt x="53272" y="113121"/>
                      <a:pt x="53705" y="112454"/>
                      <a:pt x="54006" y="111754"/>
                    </a:cubicBezTo>
                    <a:cubicBezTo>
                      <a:pt x="54272" y="111053"/>
                      <a:pt x="54439" y="110286"/>
                      <a:pt x="54439" y="109552"/>
                    </a:cubicBezTo>
                    <a:cubicBezTo>
                      <a:pt x="54439" y="108752"/>
                      <a:pt x="54406" y="108051"/>
                      <a:pt x="54339" y="107284"/>
                    </a:cubicBezTo>
                    <a:cubicBezTo>
                      <a:pt x="54172" y="105816"/>
                      <a:pt x="53905" y="104382"/>
                      <a:pt x="54106" y="102947"/>
                    </a:cubicBezTo>
                    <a:lnTo>
                      <a:pt x="54272" y="101913"/>
                    </a:lnTo>
                    <a:lnTo>
                      <a:pt x="54573" y="100879"/>
                    </a:lnTo>
                    <a:cubicBezTo>
                      <a:pt x="54673" y="100479"/>
                      <a:pt x="54773" y="100145"/>
                      <a:pt x="54906" y="99812"/>
                    </a:cubicBezTo>
                    <a:cubicBezTo>
                      <a:pt x="55006" y="99478"/>
                      <a:pt x="55173" y="99145"/>
                      <a:pt x="55273" y="98811"/>
                    </a:cubicBezTo>
                    <a:cubicBezTo>
                      <a:pt x="55840" y="97477"/>
                      <a:pt x="56441" y="96143"/>
                      <a:pt x="56741" y="94708"/>
                    </a:cubicBezTo>
                    <a:cubicBezTo>
                      <a:pt x="56841" y="94541"/>
                      <a:pt x="56841" y="94308"/>
                      <a:pt x="56874" y="94141"/>
                    </a:cubicBezTo>
                    <a:lnTo>
                      <a:pt x="56941" y="93607"/>
                    </a:lnTo>
                    <a:lnTo>
                      <a:pt x="57041" y="93074"/>
                    </a:lnTo>
                    <a:lnTo>
                      <a:pt x="57041" y="92540"/>
                    </a:lnTo>
                    <a:lnTo>
                      <a:pt x="57074" y="91439"/>
                    </a:lnTo>
                    <a:cubicBezTo>
                      <a:pt x="57074" y="91072"/>
                      <a:pt x="57041" y="90739"/>
                      <a:pt x="57041" y="90372"/>
                    </a:cubicBezTo>
                    <a:cubicBezTo>
                      <a:pt x="56874" y="87536"/>
                      <a:pt x="56274" y="84768"/>
                      <a:pt x="56774" y="82099"/>
                    </a:cubicBezTo>
                    <a:cubicBezTo>
                      <a:pt x="57375" y="79464"/>
                      <a:pt x="57775" y="76729"/>
                      <a:pt x="57174" y="74127"/>
                    </a:cubicBezTo>
                    <a:cubicBezTo>
                      <a:pt x="57008" y="73560"/>
                      <a:pt x="56774" y="72959"/>
                      <a:pt x="56441" y="72426"/>
                    </a:cubicBezTo>
                    <a:cubicBezTo>
                      <a:pt x="56174" y="71892"/>
                      <a:pt x="55607" y="71392"/>
                      <a:pt x="55006" y="71191"/>
                    </a:cubicBezTo>
                    <a:cubicBezTo>
                      <a:pt x="54364" y="70916"/>
                      <a:pt x="53650" y="70792"/>
                      <a:pt x="52938" y="70792"/>
                    </a:cubicBezTo>
                    <a:cubicBezTo>
                      <a:pt x="52357" y="70792"/>
                      <a:pt x="51777" y="70875"/>
                      <a:pt x="51237" y="71025"/>
                    </a:cubicBezTo>
                    <a:cubicBezTo>
                      <a:pt x="50603" y="71125"/>
                      <a:pt x="50036" y="71358"/>
                      <a:pt x="49436" y="71458"/>
                    </a:cubicBezTo>
                    <a:cubicBezTo>
                      <a:pt x="49058" y="71547"/>
                      <a:pt x="48650" y="71621"/>
                      <a:pt x="48262" y="71621"/>
                    </a:cubicBezTo>
                    <a:cubicBezTo>
                      <a:pt x="48068" y="71621"/>
                      <a:pt x="47879" y="71603"/>
                      <a:pt x="47701" y="71558"/>
                    </a:cubicBezTo>
                    <a:cubicBezTo>
                      <a:pt x="47534" y="71558"/>
                      <a:pt x="47401" y="71458"/>
                      <a:pt x="47267" y="71425"/>
                    </a:cubicBezTo>
                    <a:cubicBezTo>
                      <a:pt x="47167" y="71392"/>
                      <a:pt x="47034" y="71358"/>
                      <a:pt x="46900" y="71258"/>
                    </a:cubicBezTo>
                    <a:lnTo>
                      <a:pt x="46534" y="71058"/>
                    </a:lnTo>
                    <a:cubicBezTo>
                      <a:pt x="46400" y="70958"/>
                      <a:pt x="46333" y="70858"/>
                      <a:pt x="46200" y="70758"/>
                    </a:cubicBezTo>
                    <a:cubicBezTo>
                      <a:pt x="45933" y="70591"/>
                      <a:pt x="45766" y="70357"/>
                      <a:pt x="45566" y="70124"/>
                    </a:cubicBezTo>
                    <a:cubicBezTo>
                      <a:pt x="45366" y="69924"/>
                      <a:pt x="45166" y="69690"/>
                      <a:pt x="45099" y="69457"/>
                    </a:cubicBezTo>
                    <a:cubicBezTo>
                      <a:pt x="44932" y="69023"/>
                      <a:pt x="45433" y="68589"/>
                      <a:pt x="45933" y="68256"/>
                    </a:cubicBezTo>
                    <a:cubicBezTo>
                      <a:pt x="46433" y="67922"/>
                      <a:pt x="47001" y="67689"/>
                      <a:pt x="47534" y="67389"/>
                    </a:cubicBezTo>
                    <a:cubicBezTo>
                      <a:pt x="48602" y="66788"/>
                      <a:pt x="49736" y="66254"/>
                      <a:pt x="50737" y="65554"/>
                    </a:cubicBezTo>
                    <a:cubicBezTo>
                      <a:pt x="51737" y="64887"/>
                      <a:pt x="52671" y="64053"/>
                      <a:pt x="53372" y="63086"/>
                    </a:cubicBezTo>
                    <a:cubicBezTo>
                      <a:pt x="54072" y="62118"/>
                      <a:pt x="54573" y="61017"/>
                      <a:pt x="54773" y="59883"/>
                    </a:cubicBezTo>
                    <a:cubicBezTo>
                      <a:pt x="54873" y="59616"/>
                      <a:pt x="54873" y="59350"/>
                      <a:pt x="54906" y="59049"/>
                    </a:cubicBezTo>
                    <a:cubicBezTo>
                      <a:pt x="54940" y="58782"/>
                      <a:pt x="54940" y="58516"/>
                      <a:pt x="54940" y="58215"/>
                    </a:cubicBezTo>
                    <a:cubicBezTo>
                      <a:pt x="54940" y="57915"/>
                      <a:pt x="54906" y="57682"/>
                      <a:pt x="54906" y="57381"/>
                    </a:cubicBezTo>
                    <a:cubicBezTo>
                      <a:pt x="54873" y="57081"/>
                      <a:pt x="54873" y="56781"/>
                      <a:pt x="54839" y="56548"/>
                    </a:cubicBezTo>
                    <a:cubicBezTo>
                      <a:pt x="54673" y="55447"/>
                      <a:pt x="54272" y="54446"/>
                      <a:pt x="53872" y="53545"/>
                    </a:cubicBezTo>
                    <a:cubicBezTo>
                      <a:pt x="53438" y="52678"/>
                      <a:pt x="53038" y="51777"/>
                      <a:pt x="52838" y="50910"/>
                    </a:cubicBezTo>
                    <a:cubicBezTo>
                      <a:pt x="52738" y="50677"/>
                      <a:pt x="52738" y="50443"/>
                      <a:pt x="52705" y="50243"/>
                    </a:cubicBezTo>
                    <a:lnTo>
                      <a:pt x="52571" y="49609"/>
                    </a:lnTo>
                    <a:lnTo>
                      <a:pt x="52571" y="49009"/>
                    </a:lnTo>
                    <a:cubicBezTo>
                      <a:pt x="52605" y="48775"/>
                      <a:pt x="52605" y="48609"/>
                      <a:pt x="52671" y="48408"/>
                    </a:cubicBezTo>
                    <a:cubicBezTo>
                      <a:pt x="52838" y="47608"/>
                      <a:pt x="53238" y="47007"/>
                      <a:pt x="53739" y="46507"/>
                    </a:cubicBezTo>
                    <a:cubicBezTo>
                      <a:pt x="54239" y="46007"/>
                      <a:pt x="54739" y="45540"/>
                      <a:pt x="55206" y="45106"/>
                    </a:cubicBezTo>
                    <a:cubicBezTo>
                      <a:pt x="55673" y="44672"/>
                      <a:pt x="56040" y="44239"/>
                      <a:pt x="56341" y="43838"/>
                    </a:cubicBezTo>
                    <a:cubicBezTo>
                      <a:pt x="56474" y="43605"/>
                      <a:pt x="56574" y="43438"/>
                      <a:pt x="56707" y="43238"/>
                    </a:cubicBezTo>
                    <a:cubicBezTo>
                      <a:pt x="56841" y="43038"/>
                      <a:pt x="56908" y="42871"/>
                      <a:pt x="57008" y="42704"/>
                    </a:cubicBezTo>
                    <a:cubicBezTo>
                      <a:pt x="57141" y="42404"/>
                      <a:pt x="57241" y="42171"/>
                      <a:pt x="57375" y="41870"/>
                    </a:cubicBezTo>
                    <a:cubicBezTo>
                      <a:pt x="57441" y="41570"/>
                      <a:pt x="57575" y="41270"/>
                      <a:pt x="57608" y="41003"/>
                    </a:cubicBezTo>
                    <a:cubicBezTo>
                      <a:pt x="57742" y="40403"/>
                      <a:pt x="57842" y="39836"/>
                      <a:pt x="58108" y="39369"/>
                    </a:cubicBezTo>
                    <a:lnTo>
                      <a:pt x="58209" y="39202"/>
                    </a:lnTo>
                    <a:lnTo>
                      <a:pt x="58342" y="39035"/>
                    </a:lnTo>
                    <a:lnTo>
                      <a:pt x="58575" y="38701"/>
                    </a:lnTo>
                    <a:cubicBezTo>
                      <a:pt x="58742" y="38501"/>
                      <a:pt x="58942" y="38335"/>
                      <a:pt x="59176" y="38101"/>
                    </a:cubicBezTo>
                    <a:cubicBezTo>
                      <a:pt x="59376" y="37901"/>
                      <a:pt x="59610" y="37767"/>
                      <a:pt x="59843" y="37601"/>
                    </a:cubicBezTo>
                    <a:cubicBezTo>
                      <a:pt x="60077" y="37434"/>
                      <a:pt x="60277" y="37334"/>
                      <a:pt x="60544" y="37200"/>
                    </a:cubicBezTo>
                    <a:cubicBezTo>
                      <a:pt x="61511" y="36700"/>
                      <a:pt x="62545" y="36366"/>
                      <a:pt x="63579" y="36100"/>
                    </a:cubicBezTo>
                    <a:lnTo>
                      <a:pt x="63946" y="36033"/>
                    </a:lnTo>
                    <a:lnTo>
                      <a:pt x="64046" y="35999"/>
                    </a:lnTo>
                    <a:lnTo>
                      <a:pt x="64179" y="35999"/>
                    </a:lnTo>
                    <a:lnTo>
                      <a:pt x="64380" y="35933"/>
                    </a:lnTo>
                    <a:cubicBezTo>
                      <a:pt x="64613" y="35866"/>
                      <a:pt x="64880" y="35833"/>
                      <a:pt x="65113" y="35733"/>
                    </a:cubicBezTo>
                    <a:cubicBezTo>
                      <a:pt x="65614" y="35566"/>
                      <a:pt x="66114" y="35432"/>
                      <a:pt x="66615" y="35332"/>
                    </a:cubicBezTo>
                    <a:cubicBezTo>
                      <a:pt x="68616" y="34832"/>
                      <a:pt x="70584" y="34232"/>
                      <a:pt x="72285" y="33364"/>
                    </a:cubicBezTo>
                    <a:cubicBezTo>
                      <a:pt x="74053" y="32564"/>
                      <a:pt x="75754" y="31696"/>
                      <a:pt x="77055" y="30429"/>
                    </a:cubicBezTo>
                    <a:cubicBezTo>
                      <a:pt x="78356" y="29161"/>
                      <a:pt x="79190" y="27560"/>
                      <a:pt x="79524" y="25926"/>
                    </a:cubicBezTo>
                    <a:cubicBezTo>
                      <a:pt x="79791" y="24258"/>
                      <a:pt x="79457" y="22723"/>
                      <a:pt x="79424" y="21256"/>
                    </a:cubicBezTo>
                    <a:cubicBezTo>
                      <a:pt x="79390" y="20555"/>
                      <a:pt x="79424" y="19855"/>
                      <a:pt x="79590" y="19187"/>
                    </a:cubicBezTo>
                    <a:cubicBezTo>
                      <a:pt x="79757" y="18520"/>
                      <a:pt x="80091" y="17987"/>
                      <a:pt x="80458" y="17420"/>
                    </a:cubicBezTo>
                    <a:cubicBezTo>
                      <a:pt x="81225" y="16385"/>
                      <a:pt x="82192" y="15552"/>
                      <a:pt x="83060" y="14751"/>
                    </a:cubicBezTo>
                    <a:cubicBezTo>
                      <a:pt x="83460" y="14384"/>
                      <a:pt x="83894" y="13984"/>
                      <a:pt x="84227" y="13517"/>
                    </a:cubicBezTo>
                    <a:cubicBezTo>
                      <a:pt x="84561" y="13050"/>
                      <a:pt x="84794" y="12583"/>
                      <a:pt x="85028" y="12082"/>
                    </a:cubicBezTo>
                    <a:cubicBezTo>
                      <a:pt x="85094" y="11849"/>
                      <a:pt x="85161" y="11582"/>
                      <a:pt x="85228" y="11349"/>
                    </a:cubicBezTo>
                    <a:cubicBezTo>
                      <a:pt x="85261" y="11148"/>
                      <a:pt x="85328" y="10882"/>
                      <a:pt x="85361" y="10648"/>
                    </a:cubicBezTo>
                    <a:cubicBezTo>
                      <a:pt x="85395" y="10381"/>
                      <a:pt x="85395" y="10181"/>
                      <a:pt x="85428" y="9914"/>
                    </a:cubicBezTo>
                    <a:cubicBezTo>
                      <a:pt x="85395" y="9714"/>
                      <a:pt x="85395" y="9481"/>
                      <a:pt x="85395" y="9247"/>
                    </a:cubicBezTo>
                    <a:cubicBezTo>
                      <a:pt x="85295" y="8346"/>
                      <a:pt x="85161" y="7546"/>
                      <a:pt x="85028" y="6845"/>
                    </a:cubicBezTo>
                    <a:cubicBezTo>
                      <a:pt x="84894" y="6145"/>
                      <a:pt x="84761" y="5511"/>
                      <a:pt x="84694" y="4911"/>
                    </a:cubicBezTo>
                    <a:cubicBezTo>
                      <a:pt x="84527" y="3743"/>
                      <a:pt x="84594" y="2876"/>
                      <a:pt x="84727" y="2342"/>
                    </a:cubicBezTo>
                    <a:cubicBezTo>
                      <a:pt x="84761" y="2175"/>
                      <a:pt x="84761" y="2075"/>
                      <a:pt x="84794" y="1975"/>
                    </a:cubicBezTo>
                    <a:cubicBezTo>
                      <a:pt x="84861" y="1875"/>
                      <a:pt x="84861" y="1808"/>
                      <a:pt x="84894" y="1708"/>
                    </a:cubicBezTo>
                    <a:cubicBezTo>
                      <a:pt x="84928" y="1575"/>
                      <a:pt x="84961" y="1508"/>
                      <a:pt x="84961" y="1508"/>
                    </a:cubicBezTo>
                    <a:cubicBezTo>
                      <a:pt x="85128" y="1008"/>
                      <a:pt x="85295" y="674"/>
                      <a:pt x="85428" y="407"/>
                    </a:cubicBezTo>
                    <a:cubicBezTo>
                      <a:pt x="85528" y="174"/>
                      <a:pt x="85595" y="40"/>
                      <a:pt x="85561" y="7"/>
                    </a:cubicBezTo>
                    <a:cubicBezTo>
                      <a:pt x="85557" y="3"/>
                      <a:pt x="85552" y="1"/>
                      <a:pt x="855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62" name="Google Shape;3162;p26"/>
              <p:cNvSpPr/>
              <p:nvPr/>
            </p:nvSpPr>
            <p:spPr>
              <a:xfrm>
                <a:off x="217240" y="2600833"/>
                <a:ext cx="520378" cy="286267"/>
              </a:xfrm>
              <a:custGeom>
                <a:avLst/>
                <a:gdLst/>
                <a:ahLst/>
                <a:cxnLst/>
                <a:rect l="l" t="t" r="r" b="b"/>
                <a:pathLst>
                  <a:path w="21521" h="11839" extrusionOk="0">
                    <a:moveTo>
                      <a:pt x="7674" y="0"/>
                    </a:moveTo>
                    <a:cubicBezTo>
                      <a:pt x="7235" y="0"/>
                      <a:pt x="6877" y="191"/>
                      <a:pt x="6543" y="358"/>
                    </a:cubicBezTo>
                    <a:cubicBezTo>
                      <a:pt x="6176" y="558"/>
                      <a:pt x="5842" y="858"/>
                      <a:pt x="5509" y="1092"/>
                    </a:cubicBezTo>
                    <a:lnTo>
                      <a:pt x="5275" y="1325"/>
                    </a:lnTo>
                    <a:lnTo>
                      <a:pt x="5142" y="1425"/>
                    </a:lnTo>
                    <a:lnTo>
                      <a:pt x="5009" y="1559"/>
                    </a:lnTo>
                    <a:lnTo>
                      <a:pt x="4642" y="2059"/>
                    </a:lnTo>
                    <a:cubicBezTo>
                      <a:pt x="4441" y="2359"/>
                      <a:pt x="4175" y="2693"/>
                      <a:pt x="3974" y="2993"/>
                    </a:cubicBezTo>
                    <a:cubicBezTo>
                      <a:pt x="3541" y="3594"/>
                      <a:pt x="3107" y="4161"/>
                      <a:pt x="2674" y="4561"/>
                    </a:cubicBezTo>
                    <a:cubicBezTo>
                      <a:pt x="2273" y="4995"/>
                      <a:pt x="1806" y="5328"/>
                      <a:pt x="1439" y="5362"/>
                    </a:cubicBezTo>
                    <a:cubicBezTo>
                      <a:pt x="1413" y="5364"/>
                      <a:pt x="1388" y="5365"/>
                      <a:pt x="1363" y="5365"/>
                    </a:cubicBezTo>
                    <a:cubicBezTo>
                      <a:pt x="1009" y="5365"/>
                      <a:pt x="795" y="5151"/>
                      <a:pt x="639" y="4995"/>
                    </a:cubicBezTo>
                    <a:cubicBezTo>
                      <a:pt x="505" y="4828"/>
                      <a:pt x="439" y="4694"/>
                      <a:pt x="439" y="4694"/>
                    </a:cubicBezTo>
                    <a:cubicBezTo>
                      <a:pt x="376" y="4595"/>
                      <a:pt x="290" y="4551"/>
                      <a:pt x="216" y="4551"/>
                    </a:cubicBezTo>
                    <a:cubicBezTo>
                      <a:pt x="92" y="4551"/>
                      <a:pt x="1" y="4673"/>
                      <a:pt x="105" y="4861"/>
                    </a:cubicBezTo>
                    <a:cubicBezTo>
                      <a:pt x="105" y="4861"/>
                      <a:pt x="172" y="5028"/>
                      <a:pt x="339" y="5228"/>
                    </a:cubicBezTo>
                    <a:cubicBezTo>
                      <a:pt x="472" y="5362"/>
                      <a:pt x="539" y="5495"/>
                      <a:pt x="772" y="5595"/>
                    </a:cubicBezTo>
                    <a:cubicBezTo>
                      <a:pt x="876" y="5699"/>
                      <a:pt x="1062" y="5783"/>
                      <a:pt x="1281" y="5783"/>
                    </a:cubicBezTo>
                    <a:cubicBezTo>
                      <a:pt x="1343" y="5783"/>
                      <a:pt x="1407" y="5776"/>
                      <a:pt x="1473" y="5762"/>
                    </a:cubicBezTo>
                    <a:cubicBezTo>
                      <a:pt x="2006" y="5695"/>
                      <a:pt x="2507" y="5295"/>
                      <a:pt x="3007" y="4895"/>
                    </a:cubicBezTo>
                    <a:cubicBezTo>
                      <a:pt x="3507" y="4428"/>
                      <a:pt x="3974" y="3894"/>
                      <a:pt x="4408" y="3293"/>
                    </a:cubicBezTo>
                    <a:cubicBezTo>
                      <a:pt x="4675" y="3027"/>
                      <a:pt x="4875" y="2726"/>
                      <a:pt x="5142" y="2393"/>
                    </a:cubicBezTo>
                    <a:cubicBezTo>
                      <a:pt x="5242" y="2226"/>
                      <a:pt x="5375" y="2059"/>
                      <a:pt x="5509" y="1926"/>
                    </a:cubicBezTo>
                    <a:lnTo>
                      <a:pt x="5576" y="1859"/>
                    </a:lnTo>
                    <a:lnTo>
                      <a:pt x="5709" y="1759"/>
                    </a:lnTo>
                    <a:lnTo>
                      <a:pt x="5909" y="1592"/>
                    </a:lnTo>
                    <a:cubicBezTo>
                      <a:pt x="6209" y="1359"/>
                      <a:pt x="6543" y="1092"/>
                      <a:pt x="6877" y="925"/>
                    </a:cubicBezTo>
                    <a:cubicBezTo>
                      <a:pt x="7167" y="780"/>
                      <a:pt x="7483" y="685"/>
                      <a:pt x="7758" y="685"/>
                    </a:cubicBezTo>
                    <a:cubicBezTo>
                      <a:pt x="7799" y="685"/>
                      <a:pt x="7838" y="687"/>
                      <a:pt x="7877" y="692"/>
                    </a:cubicBezTo>
                    <a:cubicBezTo>
                      <a:pt x="8177" y="725"/>
                      <a:pt x="8478" y="925"/>
                      <a:pt x="8678" y="1225"/>
                    </a:cubicBezTo>
                    <a:cubicBezTo>
                      <a:pt x="8878" y="1525"/>
                      <a:pt x="9078" y="1892"/>
                      <a:pt x="9245" y="2226"/>
                    </a:cubicBezTo>
                    <a:cubicBezTo>
                      <a:pt x="9578" y="2926"/>
                      <a:pt x="9912" y="3660"/>
                      <a:pt x="10412" y="4261"/>
                    </a:cubicBezTo>
                    <a:cubicBezTo>
                      <a:pt x="10879" y="4861"/>
                      <a:pt x="11580" y="5428"/>
                      <a:pt x="12481" y="5695"/>
                    </a:cubicBezTo>
                    <a:cubicBezTo>
                      <a:pt x="12811" y="5788"/>
                      <a:pt x="13152" y="5817"/>
                      <a:pt x="13493" y="5817"/>
                    </a:cubicBezTo>
                    <a:cubicBezTo>
                      <a:pt x="14013" y="5817"/>
                      <a:pt x="14532" y="5749"/>
                      <a:pt x="15016" y="5728"/>
                    </a:cubicBezTo>
                    <a:cubicBezTo>
                      <a:pt x="15383" y="5728"/>
                      <a:pt x="15750" y="5728"/>
                      <a:pt x="16050" y="5895"/>
                    </a:cubicBezTo>
                    <a:cubicBezTo>
                      <a:pt x="16350" y="6062"/>
                      <a:pt x="16550" y="6362"/>
                      <a:pt x="16717" y="6696"/>
                    </a:cubicBezTo>
                    <a:cubicBezTo>
                      <a:pt x="17017" y="7363"/>
                      <a:pt x="17084" y="8130"/>
                      <a:pt x="17317" y="8897"/>
                    </a:cubicBezTo>
                    <a:cubicBezTo>
                      <a:pt x="17517" y="9665"/>
                      <a:pt x="17718" y="10365"/>
                      <a:pt x="18151" y="10899"/>
                    </a:cubicBezTo>
                    <a:cubicBezTo>
                      <a:pt x="18318" y="11199"/>
                      <a:pt x="18585" y="11399"/>
                      <a:pt x="18852" y="11566"/>
                    </a:cubicBezTo>
                    <a:cubicBezTo>
                      <a:pt x="19152" y="11733"/>
                      <a:pt x="19419" y="11833"/>
                      <a:pt x="19686" y="11833"/>
                    </a:cubicBezTo>
                    <a:cubicBezTo>
                      <a:pt x="19743" y="11836"/>
                      <a:pt x="19799" y="11838"/>
                      <a:pt x="19853" y="11838"/>
                    </a:cubicBezTo>
                    <a:cubicBezTo>
                      <a:pt x="20298" y="11838"/>
                      <a:pt x="20615" y="11726"/>
                      <a:pt x="20853" y="11666"/>
                    </a:cubicBezTo>
                    <a:cubicBezTo>
                      <a:pt x="20987" y="11599"/>
                      <a:pt x="21053" y="11566"/>
                      <a:pt x="21153" y="11533"/>
                    </a:cubicBezTo>
                    <a:cubicBezTo>
                      <a:pt x="21187" y="11499"/>
                      <a:pt x="21220" y="11499"/>
                      <a:pt x="21220" y="11499"/>
                    </a:cubicBezTo>
                    <a:cubicBezTo>
                      <a:pt x="21520" y="11366"/>
                      <a:pt x="21387" y="11066"/>
                      <a:pt x="21020" y="11066"/>
                    </a:cubicBezTo>
                    <a:cubicBezTo>
                      <a:pt x="21020" y="11066"/>
                      <a:pt x="20987" y="11066"/>
                      <a:pt x="20953" y="11099"/>
                    </a:cubicBezTo>
                    <a:cubicBezTo>
                      <a:pt x="20853" y="11099"/>
                      <a:pt x="20786" y="11166"/>
                      <a:pt x="20653" y="11199"/>
                    </a:cubicBezTo>
                    <a:cubicBezTo>
                      <a:pt x="20501" y="11224"/>
                      <a:pt x="20234" y="11288"/>
                      <a:pt x="19938" y="11288"/>
                    </a:cubicBezTo>
                    <a:cubicBezTo>
                      <a:pt x="19845" y="11288"/>
                      <a:pt x="19749" y="11282"/>
                      <a:pt x="19652" y="11266"/>
                    </a:cubicBezTo>
                    <a:cubicBezTo>
                      <a:pt x="19452" y="11266"/>
                      <a:pt x="19219" y="11199"/>
                      <a:pt x="19019" y="11066"/>
                    </a:cubicBezTo>
                    <a:cubicBezTo>
                      <a:pt x="18852" y="10932"/>
                      <a:pt x="18652" y="10765"/>
                      <a:pt x="18485" y="10532"/>
                    </a:cubicBezTo>
                    <a:cubicBezTo>
                      <a:pt x="18185" y="10065"/>
                      <a:pt x="17984" y="9398"/>
                      <a:pt x="17818" y="8697"/>
                    </a:cubicBezTo>
                    <a:cubicBezTo>
                      <a:pt x="17651" y="7997"/>
                      <a:pt x="17618" y="7196"/>
                      <a:pt x="17217" y="6362"/>
                    </a:cubicBezTo>
                    <a:cubicBezTo>
                      <a:pt x="17050" y="5929"/>
                      <a:pt x="16817" y="5528"/>
                      <a:pt x="16350" y="5261"/>
                    </a:cubicBezTo>
                    <a:cubicBezTo>
                      <a:pt x="15883" y="5028"/>
                      <a:pt x="15383" y="5028"/>
                      <a:pt x="14982" y="5028"/>
                    </a:cubicBezTo>
                    <a:cubicBezTo>
                      <a:pt x="14469" y="5048"/>
                      <a:pt x="13991" y="5102"/>
                      <a:pt x="13541" y="5102"/>
                    </a:cubicBezTo>
                    <a:cubicBezTo>
                      <a:pt x="13231" y="5102"/>
                      <a:pt x="12933" y="5076"/>
                      <a:pt x="12647" y="4995"/>
                    </a:cubicBezTo>
                    <a:cubicBezTo>
                      <a:pt x="11947" y="4761"/>
                      <a:pt x="11380" y="4327"/>
                      <a:pt x="10979" y="3760"/>
                    </a:cubicBezTo>
                    <a:cubicBezTo>
                      <a:pt x="10546" y="3260"/>
                      <a:pt x="10212" y="2560"/>
                      <a:pt x="9845" y="1859"/>
                    </a:cubicBezTo>
                    <a:cubicBezTo>
                      <a:pt x="9679" y="1525"/>
                      <a:pt x="9478" y="1159"/>
                      <a:pt x="9178" y="758"/>
                    </a:cubicBezTo>
                    <a:cubicBezTo>
                      <a:pt x="8878" y="425"/>
                      <a:pt x="8478" y="58"/>
                      <a:pt x="7944" y="24"/>
                    </a:cubicBezTo>
                    <a:cubicBezTo>
                      <a:pt x="7850" y="8"/>
                      <a:pt x="7760" y="0"/>
                      <a:pt x="76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63" name="Google Shape;3163;p26"/>
              <p:cNvSpPr/>
              <p:nvPr/>
            </p:nvSpPr>
            <p:spPr>
              <a:xfrm>
                <a:off x="222149" y="1610009"/>
                <a:ext cx="400929" cy="193730"/>
              </a:xfrm>
              <a:custGeom>
                <a:avLst/>
                <a:gdLst/>
                <a:ahLst/>
                <a:cxnLst/>
                <a:rect l="l" t="t" r="r" b="b"/>
                <a:pathLst>
                  <a:path w="16581" h="8012" extrusionOk="0">
                    <a:moveTo>
                      <a:pt x="7143" y="0"/>
                    </a:moveTo>
                    <a:cubicBezTo>
                      <a:pt x="7008" y="0"/>
                      <a:pt x="6874" y="12"/>
                      <a:pt x="6740" y="39"/>
                    </a:cubicBezTo>
                    <a:cubicBezTo>
                      <a:pt x="6073" y="205"/>
                      <a:pt x="5506" y="572"/>
                      <a:pt x="5072" y="1006"/>
                    </a:cubicBezTo>
                    <a:cubicBezTo>
                      <a:pt x="4172" y="1840"/>
                      <a:pt x="3571" y="2807"/>
                      <a:pt x="2938" y="3474"/>
                    </a:cubicBezTo>
                    <a:cubicBezTo>
                      <a:pt x="2604" y="3808"/>
                      <a:pt x="2304" y="4075"/>
                      <a:pt x="1970" y="4208"/>
                    </a:cubicBezTo>
                    <a:cubicBezTo>
                      <a:pt x="1791" y="4280"/>
                      <a:pt x="1622" y="4313"/>
                      <a:pt x="1468" y="4313"/>
                    </a:cubicBezTo>
                    <a:cubicBezTo>
                      <a:pt x="1334" y="4313"/>
                      <a:pt x="1211" y="4288"/>
                      <a:pt x="1103" y="4242"/>
                    </a:cubicBezTo>
                    <a:cubicBezTo>
                      <a:pt x="603" y="4075"/>
                      <a:pt x="402" y="3841"/>
                      <a:pt x="402" y="3841"/>
                    </a:cubicBezTo>
                    <a:cubicBezTo>
                      <a:pt x="371" y="3816"/>
                      <a:pt x="336" y="3805"/>
                      <a:pt x="301" y="3805"/>
                    </a:cubicBezTo>
                    <a:cubicBezTo>
                      <a:pt x="150" y="3805"/>
                      <a:pt x="0" y="4006"/>
                      <a:pt x="136" y="4142"/>
                    </a:cubicBezTo>
                    <a:cubicBezTo>
                      <a:pt x="138" y="4136"/>
                      <a:pt x="142" y="4133"/>
                      <a:pt x="148" y="4133"/>
                    </a:cubicBezTo>
                    <a:cubicBezTo>
                      <a:pt x="202" y="4133"/>
                      <a:pt x="391" y="4432"/>
                      <a:pt x="969" y="4675"/>
                    </a:cubicBezTo>
                    <a:cubicBezTo>
                      <a:pt x="1128" y="4746"/>
                      <a:pt x="1333" y="4788"/>
                      <a:pt x="1550" y="4788"/>
                    </a:cubicBezTo>
                    <a:cubicBezTo>
                      <a:pt x="1744" y="4788"/>
                      <a:pt x="1948" y="4754"/>
                      <a:pt x="2137" y="4675"/>
                    </a:cubicBezTo>
                    <a:cubicBezTo>
                      <a:pt x="2571" y="4509"/>
                      <a:pt x="2971" y="4175"/>
                      <a:pt x="3304" y="3841"/>
                    </a:cubicBezTo>
                    <a:cubicBezTo>
                      <a:pt x="4005" y="3141"/>
                      <a:pt x="4639" y="2207"/>
                      <a:pt x="5473" y="1473"/>
                    </a:cubicBezTo>
                    <a:cubicBezTo>
                      <a:pt x="5906" y="1073"/>
                      <a:pt x="6340" y="806"/>
                      <a:pt x="6840" y="706"/>
                    </a:cubicBezTo>
                    <a:cubicBezTo>
                      <a:pt x="6916" y="696"/>
                      <a:pt x="6991" y="691"/>
                      <a:pt x="7067" y="691"/>
                    </a:cubicBezTo>
                    <a:cubicBezTo>
                      <a:pt x="7491" y="691"/>
                      <a:pt x="7912" y="841"/>
                      <a:pt x="8308" y="1039"/>
                    </a:cubicBezTo>
                    <a:lnTo>
                      <a:pt x="8341" y="1073"/>
                    </a:lnTo>
                    <a:cubicBezTo>
                      <a:pt x="8441" y="1139"/>
                      <a:pt x="8575" y="1173"/>
                      <a:pt x="8642" y="1306"/>
                    </a:cubicBezTo>
                    <a:cubicBezTo>
                      <a:pt x="8742" y="1406"/>
                      <a:pt x="8808" y="1640"/>
                      <a:pt x="8908" y="1840"/>
                    </a:cubicBezTo>
                    <a:cubicBezTo>
                      <a:pt x="9075" y="2307"/>
                      <a:pt x="9109" y="2907"/>
                      <a:pt x="9442" y="3575"/>
                    </a:cubicBezTo>
                    <a:cubicBezTo>
                      <a:pt x="9576" y="3741"/>
                      <a:pt x="9676" y="3875"/>
                      <a:pt x="9809" y="4008"/>
                    </a:cubicBezTo>
                    <a:cubicBezTo>
                      <a:pt x="9842" y="4042"/>
                      <a:pt x="9943" y="4142"/>
                      <a:pt x="10009" y="4175"/>
                    </a:cubicBezTo>
                    <a:cubicBezTo>
                      <a:pt x="10109" y="4275"/>
                      <a:pt x="10176" y="4308"/>
                      <a:pt x="10276" y="4342"/>
                    </a:cubicBezTo>
                    <a:cubicBezTo>
                      <a:pt x="10532" y="4481"/>
                      <a:pt x="10820" y="4540"/>
                      <a:pt x="11096" y="4540"/>
                    </a:cubicBezTo>
                    <a:cubicBezTo>
                      <a:pt x="11215" y="4540"/>
                      <a:pt x="11332" y="4529"/>
                      <a:pt x="11444" y="4509"/>
                    </a:cubicBezTo>
                    <a:cubicBezTo>
                      <a:pt x="12177" y="4342"/>
                      <a:pt x="12745" y="3975"/>
                      <a:pt x="13245" y="3875"/>
                    </a:cubicBezTo>
                    <a:cubicBezTo>
                      <a:pt x="13286" y="3868"/>
                      <a:pt x="13328" y="3865"/>
                      <a:pt x="13372" y="3865"/>
                    </a:cubicBezTo>
                    <a:cubicBezTo>
                      <a:pt x="13784" y="3865"/>
                      <a:pt x="14280" y="4140"/>
                      <a:pt x="14613" y="4442"/>
                    </a:cubicBezTo>
                    <a:cubicBezTo>
                      <a:pt x="15413" y="5142"/>
                      <a:pt x="15747" y="6110"/>
                      <a:pt x="15947" y="6777"/>
                    </a:cubicBezTo>
                    <a:cubicBezTo>
                      <a:pt x="16080" y="7110"/>
                      <a:pt x="16114" y="7344"/>
                      <a:pt x="16147" y="7544"/>
                    </a:cubicBezTo>
                    <a:cubicBezTo>
                      <a:pt x="16180" y="7711"/>
                      <a:pt x="16180" y="7844"/>
                      <a:pt x="16180" y="7844"/>
                    </a:cubicBezTo>
                    <a:cubicBezTo>
                      <a:pt x="16209" y="7958"/>
                      <a:pt x="16286" y="8011"/>
                      <a:pt x="16365" y="8011"/>
                    </a:cubicBezTo>
                    <a:cubicBezTo>
                      <a:pt x="16471" y="8011"/>
                      <a:pt x="16581" y="7916"/>
                      <a:pt x="16581" y="7744"/>
                    </a:cubicBezTo>
                    <a:cubicBezTo>
                      <a:pt x="16581" y="7744"/>
                      <a:pt x="16581" y="7678"/>
                      <a:pt x="16514" y="7477"/>
                    </a:cubicBezTo>
                    <a:cubicBezTo>
                      <a:pt x="16481" y="7311"/>
                      <a:pt x="16447" y="7010"/>
                      <a:pt x="16347" y="6643"/>
                    </a:cubicBezTo>
                    <a:cubicBezTo>
                      <a:pt x="16280" y="6277"/>
                      <a:pt x="16147" y="5843"/>
                      <a:pt x="15947" y="5376"/>
                    </a:cubicBezTo>
                    <a:cubicBezTo>
                      <a:pt x="15747" y="4909"/>
                      <a:pt x="15446" y="4408"/>
                      <a:pt x="14979" y="4008"/>
                    </a:cubicBezTo>
                    <a:cubicBezTo>
                      <a:pt x="14779" y="3808"/>
                      <a:pt x="14479" y="3575"/>
                      <a:pt x="14179" y="3474"/>
                    </a:cubicBezTo>
                    <a:cubicBezTo>
                      <a:pt x="13946" y="3329"/>
                      <a:pt x="13613" y="3235"/>
                      <a:pt x="13288" y="3235"/>
                    </a:cubicBezTo>
                    <a:cubicBezTo>
                      <a:pt x="13240" y="3235"/>
                      <a:pt x="13192" y="3237"/>
                      <a:pt x="13145" y="3241"/>
                    </a:cubicBezTo>
                    <a:cubicBezTo>
                      <a:pt x="12411" y="3341"/>
                      <a:pt x="11844" y="3741"/>
                      <a:pt x="11310" y="3841"/>
                    </a:cubicBezTo>
                    <a:cubicBezTo>
                      <a:pt x="11239" y="3849"/>
                      <a:pt x="11174" y="3853"/>
                      <a:pt x="11113" y="3853"/>
                    </a:cubicBezTo>
                    <a:cubicBezTo>
                      <a:pt x="10915" y="3853"/>
                      <a:pt x="10763" y="3810"/>
                      <a:pt x="10610" y="3708"/>
                    </a:cubicBezTo>
                    <a:cubicBezTo>
                      <a:pt x="10410" y="3575"/>
                      <a:pt x="10143" y="3374"/>
                      <a:pt x="10076" y="3208"/>
                    </a:cubicBezTo>
                    <a:cubicBezTo>
                      <a:pt x="9842" y="2741"/>
                      <a:pt x="9776" y="2174"/>
                      <a:pt x="9609" y="1573"/>
                    </a:cubicBezTo>
                    <a:cubicBezTo>
                      <a:pt x="9509" y="1340"/>
                      <a:pt x="9409" y="1039"/>
                      <a:pt x="9175" y="806"/>
                    </a:cubicBezTo>
                    <a:cubicBezTo>
                      <a:pt x="9009" y="539"/>
                      <a:pt x="8742" y="472"/>
                      <a:pt x="8608" y="372"/>
                    </a:cubicBezTo>
                    <a:lnTo>
                      <a:pt x="8608" y="372"/>
                    </a:lnTo>
                    <a:lnTo>
                      <a:pt x="8642" y="406"/>
                    </a:lnTo>
                    <a:cubicBezTo>
                      <a:pt x="8215" y="192"/>
                      <a:pt x="7681" y="0"/>
                      <a:pt x="7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64" name="Google Shape;3164;p26"/>
              <p:cNvSpPr/>
              <p:nvPr/>
            </p:nvSpPr>
            <p:spPr>
              <a:xfrm>
                <a:off x="239123" y="2074894"/>
                <a:ext cx="381536" cy="171194"/>
              </a:xfrm>
              <a:custGeom>
                <a:avLst/>
                <a:gdLst/>
                <a:ahLst/>
                <a:cxnLst/>
                <a:rect l="l" t="t" r="r" b="b"/>
                <a:pathLst>
                  <a:path w="15779" h="7080" extrusionOk="0">
                    <a:moveTo>
                      <a:pt x="12544" y="1"/>
                    </a:moveTo>
                    <a:cubicBezTo>
                      <a:pt x="12154" y="1"/>
                      <a:pt x="11762" y="81"/>
                      <a:pt x="11409" y="227"/>
                    </a:cubicBezTo>
                    <a:cubicBezTo>
                      <a:pt x="11275" y="293"/>
                      <a:pt x="11109" y="327"/>
                      <a:pt x="10942" y="427"/>
                    </a:cubicBezTo>
                    <a:cubicBezTo>
                      <a:pt x="10808" y="493"/>
                      <a:pt x="10642" y="594"/>
                      <a:pt x="10508" y="727"/>
                    </a:cubicBezTo>
                    <a:cubicBezTo>
                      <a:pt x="10275" y="960"/>
                      <a:pt x="10008" y="1227"/>
                      <a:pt x="9841" y="1461"/>
                    </a:cubicBezTo>
                    <a:cubicBezTo>
                      <a:pt x="9107" y="2495"/>
                      <a:pt x="8740" y="3729"/>
                      <a:pt x="8106" y="4430"/>
                    </a:cubicBezTo>
                    <a:cubicBezTo>
                      <a:pt x="7940" y="4596"/>
                      <a:pt x="7773" y="4763"/>
                      <a:pt x="7606" y="4797"/>
                    </a:cubicBezTo>
                    <a:cubicBezTo>
                      <a:pt x="7473" y="4830"/>
                      <a:pt x="7406" y="4897"/>
                      <a:pt x="7272" y="4897"/>
                    </a:cubicBezTo>
                    <a:cubicBezTo>
                      <a:pt x="7206" y="4863"/>
                      <a:pt x="7156" y="4863"/>
                      <a:pt x="7106" y="4863"/>
                    </a:cubicBezTo>
                    <a:cubicBezTo>
                      <a:pt x="7056" y="4863"/>
                      <a:pt x="7006" y="4863"/>
                      <a:pt x="6939" y="4830"/>
                    </a:cubicBezTo>
                    <a:cubicBezTo>
                      <a:pt x="6505" y="4763"/>
                      <a:pt x="6072" y="4330"/>
                      <a:pt x="5605" y="3963"/>
                    </a:cubicBezTo>
                    <a:cubicBezTo>
                      <a:pt x="5338" y="3762"/>
                      <a:pt x="5104" y="3562"/>
                      <a:pt x="4804" y="3396"/>
                    </a:cubicBezTo>
                    <a:cubicBezTo>
                      <a:pt x="4671" y="3295"/>
                      <a:pt x="4504" y="3262"/>
                      <a:pt x="4337" y="3162"/>
                    </a:cubicBezTo>
                    <a:cubicBezTo>
                      <a:pt x="4170" y="3129"/>
                      <a:pt x="3970" y="3095"/>
                      <a:pt x="3803" y="3095"/>
                    </a:cubicBezTo>
                    <a:lnTo>
                      <a:pt x="3570" y="3095"/>
                    </a:lnTo>
                    <a:lnTo>
                      <a:pt x="3303" y="3162"/>
                    </a:lnTo>
                    <a:cubicBezTo>
                      <a:pt x="3136" y="3229"/>
                      <a:pt x="3003" y="3295"/>
                      <a:pt x="2836" y="3396"/>
                    </a:cubicBezTo>
                    <a:cubicBezTo>
                      <a:pt x="2669" y="3462"/>
                      <a:pt x="2569" y="3596"/>
                      <a:pt x="2436" y="3662"/>
                    </a:cubicBezTo>
                    <a:cubicBezTo>
                      <a:pt x="2336" y="3796"/>
                      <a:pt x="2236" y="3929"/>
                      <a:pt x="2135" y="4063"/>
                    </a:cubicBezTo>
                    <a:cubicBezTo>
                      <a:pt x="1802" y="4596"/>
                      <a:pt x="1769" y="5130"/>
                      <a:pt x="1635" y="5564"/>
                    </a:cubicBezTo>
                    <a:cubicBezTo>
                      <a:pt x="1568" y="5964"/>
                      <a:pt x="1435" y="6331"/>
                      <a:pt x="1235" y="6498"/>
                    </a:cubicBezTo>
                    <a:cubicBezTo>
                      <a:pt x="1068" y="6665"/>
                      <a:pt x="801" y="6665"/>
                      <a:pt x="634" y="6665"/>
                    </a:cubicBezTo>
                    <a:cubicBezTo>
                      <a:pt x="568" y="6665"/>
                      <a:pt x="468" y="6631"/>
                      <a:pt x="434" y="6631"/>
                    </a:cubicBezTo>
                    <a:lnTo>
                      <a:pt x="334" y="6631"/>
                    </a:lnTo>
                    <a:cubicBezTo>
                      <a:pt x="134" y="6631"/>
                      <a:pt x="1" y="6965"/>
                      <a:pt x="267" y="6998"/>
                    </a:cubicBezTo>
                    <a:lnTo>
                      <a:pt x="334" y="6998"/>
                    </a:lnTo>
                    <a:cubicBezTo>
                      <a:pt x="434" y="6998"/>
                      <a:pt x="468" y="7065"/>
                      <a:pt x="601" y="7065"/>
                    </a:cubicBezTo>
                    <a:cubicBezTo>
                      <a:pt x="645" y="7065"/>
                      <a:pt x="720" y="7080"/>
                      <a:pt x="814" y="7080"/>
                    </a:cubicBezTo>
                    <a:cubicBezTo>
                      <a:pt x="860" y="7080"/>
                      <a:pt x="912" y="7076"/>
                      <a:pt x="968" y="7065"/>
                    </a:cubicBezTo>
                    <a:cubicBezTo>
                      <a:pt x="1068" y="6998"/>
                      <a:pt x="1135" y="6998"/>
                      <a:pt x="1235" y="6965"/>
                    </a:cubicBezTo>
                    <a:cubicBezTo>
                      <a:pt x="1302" y="6931"/>
                      <a:pt x="1402" y="6898"/>
                      <a:pt x="1468" y="6798"/>
                    </a:cubicBezTo>
                    <a:cubicBezTo>
                      <a:pt x="2135" y="6231"/>
                      <a:pt x="2069" y="5097"/>
                      <a:pt x="2569" y="4296"/>
                    </a:cubicBezTo>
                    <a:cubicBezTo>
                      <a:pt x="2602" y="4229"/>
                      <a:pt x="2669" y="4129"/>
                      <a:pt x="2769" y="4063"/>
                    </a:cubicBezTo>
                    <a:cubicBezTo>
                      <a:pt x="2836" y="3996"/>
                      <a:pt x="2936" y="3929"/>
                      <a:pt x="3069" y="3896"/>
                    </a:cubicBezTo>
                    <a:cubicBezTo>
                      <a:pt x="3136" y="3829"/>
                      <a:pt x="3270" y="3762"/>
                      <a:pt x="3403" y="3762"/>
                    </a:cubicBezTo>
                    <a:lnTo>
                      <a:pt x="3570" y="3729"/>
                    </a:lnTo>
                    <a:lnTo>
                      <a:pt x="3737" y="3729"/>
                    </a:lnTo>
                    <a:cubicBezTo>
                      <a:pt x="4237" y="3729"/>
                      <a:pt x="4637" y="4096"/>
                      <a:pt x="5104" y="4463"/>
                    </a:cubicBezTo>
                    <a:cubicBezTo>
                      <a:pt x="5304" y="4630"/>
                      <a:pt x="5571" y="4830"/>
                      <a:pt x="5805" y="5063"/>
                    </a:cubicBezTo>
                    <a:cubicBezTo>
                      <a:pt x="6072" y="5264"/>
                      <a:pt x="6338" y="5430"/>
                      <a:pt x="6739" y="5497"/>
                    </a:cubicBezTo>
                    <a:cubicBezTo>
                      <a:pt x="6906" y="5564"/>
                      <a:pt x="7106" y="5564"/>
                      <a:pt x="7272" y="5564"/>
                    </a:cubicBezTo>
                    <a:lnTo>
                      <a:pt x="7773" y="5430"/>
                    </a:lnTo>
                    <a:cubicBezTo>
                      <a:pt x="8106" y="5297"/>
                      <a:pt x="8340" y="5063"/>
                      <a:pt x="8573" y="4830"/>
                    </a:cubicBezTo>
                    <a:cubicBezTo>
                      <a:pt x="8940" y="4396"/>
                      <a:pt x="9241" y="3896"/>
                      <a:pt x="9474" y="3329"/>
                    </a:cubicBezTo>
                    <a:cubicBezTo>
                      <a:pt x="9741" y="2795"/>
                      <a:pt x="9974" y="2261"/>
                      <a:pt x="10308" y="1794"/>
                    </a:cubicBezTo>
                    <a:cubicBezTo>
                      <a:pt x="10642" y="1294"/>
                      <a:pt x="11008" y="927"/>
                      <a:pt x="11509" y="760"/>
                    </a:cubicBezTo>
                    <a:cubicBezTo>
                      <a:pt x="11877" y="622"/>
                      <a:pt x="12214" y="548"/>
                      <a:pt x="12552" y="548"/>
                    </a:cubicBezTo>
                    <a:cubicBezTo>
                      <a:pt x="12703" y="548"/>
                      <a:pt x="12855" y="563"/>
                      <a:pt x="13010" y="594"/>
                    </a:cubicBezTo>
                    <a:cubicBezTo>
                      <a:pt x="13510" y="660"/>
                      <a:pt x="13944" y="927"/>
                      <a:pt x="14244" y="1227"/>
                    </a:cubicBezTo>
                    <a:cubicBezTo>
                      <a:pt x="14544" y="1461"/>
                      <a:pt x="14744" y="1794"/>
                      <a:pt x="14911" y="2095"/>
                    </a:cubicBezTo>
                    <a:cubicBezTo>
                      <a:pt x="15045" y="2395"/>
                      <a:pt x="15145" y="2628"/>
                      <a:pt x="15211" y="2795"/>
                    </a:cubicBezTo>
                    <a:cubicBezTo>
                      <a:pt x="15245" y="2962"/>
                      <a:pt x="15278" y="3062"/>
                      <a:pt x="15278" y="3062"/>
                    </a:cubicBezTo>
                    <a:cubicBezTo>
                      <a:pt x="15294" y="3158"/>
                      <a:pt x="15378" y="3200"/>
                      <a:pt x="15477" y="3200"/>
                    </a:cubicBezTo>
                    <a:cubicBezTo>
                      <a:pt x="15584" y="3200"/>
                      <a:pt x="15709" y="3149"/>
                      <a:pt x="15779" y="3062"/>
                    </a:cubicBezTo>
                    <a:cubicBezTo>
                      <a:pt x="15779" y="3062"/>
                      <a:pt x="15745" y="2962"/>
                      <a:pt x="15678" y="2762"/>
                    </a:cubicBezTo>
                    <a:cubicBezTo>
                      <a:pt x="15645" y="2562"/>
                      <a:pt x="15578" y="2295"/>
                      <a:pt x="15412" y="1961"/>
                    </a:cubicBezTo>
                    <a:cubicBezTo>
                      <a:pt x="15245" y="1628"/>
                      <a:pt x="14978" y="1261"/>
                      <a:pt x="14644" y="927"/>
                    </a:cubicBezTo>
                    <a:cubicBezTo>
                      <a:pt x="14311" y="560"/>
                      <a:pt x="13810" y="227"/>
                      <a:pt x="13243" y="93"/>
                    </a:cubicBezTo>
                    <a:cubicBezTo>
                      <a:pt x="13017" y="30"/>
                      <a:pt x="12781" y="1"/>
                      <a:pt x="125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65" name="Google Shape;3165;p26"/>
              <p:cNvSpPr/>
              <p:nvPr/>
            </p:nvSpPr>
            <p:spPr>
              <a:xfrm>
                <a:off x="552085" y="1739638"/>
                <a:ext cx="19368" cy="12017"/>
              </a:xfrm>
              <a:custGeom>
                <a:avLst/>
                <a:gdLst/>
                <a:ahLst/>
                <a:cxnLst/>
                <a:rect l="l" t="t" r="r" b="b"/>
                <a:pathLst>
                  <a:path w="801" h="497" extrusionOk="0">
                    <a:moveTo>
                      <a:pt x="455" y="0"/>
                    </a:moveTo>
                    <a:cubicBezTo>
                      <a:pt x="400" y="0"/>
                      <a:pt x="345" y="4"/>
                      <a:pt x="300" y="15"/>
                    </a:cubicBezTo>
                    <a:cubicBezTo>
                      <a:pt x="167" y="82"/>
                      <a:pt x="0" y="248"/>
                      <a:pt x="0" y="248"/>
                    </a:cubicBezTo>
                    <a:cubicBezTo>
                      <a:pt x="0" y="282"/>
                      <a:pt x="100" y="482"/>
                      <a:pt x="100" y="482"/>
                    </a:cubicBezTo>
                    <a:cubicBezTo>
                      <a:pt x="100" y="482"/>
                      <a:pt x="204" y="497"/>
                      <a:pt x="313" y="497"/>
                    </a:cubicBezTo>
                    <a:cubicBezTo>
                      <a:pt x="367" y="497"/>
                      <a:pt x="423" y="493"/>
                      <a:pt x="467" y="482"/>
                    </a:cubicBezTo>
                    <a:cubicBezTo>
                      <a:pt x="601" y="449"/>
                      <a:pt x="767" y="282"/>
                      <a:pt x="767" y="282"/>
                    </a:cubicBezTo>
                    <a:cubicBezTo>
                      <a:pt x="801" y="248"/>
                      <a:pt x="701" y="82"/>
                      <a:pt x="667" y="15"/>
                    </a:cubicBezTo>
                    <a:cubicBezTo>
                      <a:pt x="667" y="15"/>
                      <a:pt x="564" y="0"/>
                      <a:pt x="4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66" name="Google Shape;3166;p26"/>
              <p:cNvSpPr/>
              <p:nvPr/>
            </p:nvSpPr>
            <p:spPr>
              <a:xfrm>
                <a:off x="564973" y="1757725"/>
                <a:ext cx="24228" cy="13734"/>
              </a:xfrm>
              <a:custGeom>
                <a:avLst/>
                <a:gdLst/>
                <a:ahLst/>
                <a:cxnLst/>
                <a:rect l="l" t="t" r="r" b="b"/>
                <a:pathLst>
                  <a:path w="1002" h="568" extrusionOk="0">
                    <a:moveTo>
                      <a:pt x="902" y="1"/>
                    </a:moveTo>
                    <a:cubicBezTo>
                      <a:pt x="902" y="1"/>
                      <a:pt x="568" y="1"/>
                      <a:pt x="401" y="67"/>
                    </a:cubicBezTo>
                    <a:cubicBezTo>
                      <a:pt x="234" y="168"/>
                      <a:pt x="1" y="368"/>
                      <a:pt x="1" y="368"/>
                    </a:cubicBezTo>
                    <a:lnTo>
                      <a:pt x="134" y="568"/>
                    </a:lnTo>
                    <a:cubicBezTo>
                      <a:pt x="134" y="568"/>
                      <a:pt x="468" y="568"/>
                      <a:pt x="635" y="501"/>
                    </a:cubicBezTo>
                    <a:cubicBezTo>
                      <a:pt x="801" y="401"/>
                      <a:pt x="1002" y="201"/>
                      <a:pt x="1002" y="201"/>
                    </a:cubicBezTo>
                    <a:cubicBezTo>
                      <a:pt x="1002" y="201"/>
                      <a:pt x="935" y="1"/>
                      <a:pt x="9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67" name="Google Shape;3167;p26"/>
              <p:cNvSpPr/>
              <p:nvPr/>
            </p:nvSpPr>
            <p:spPr>
              <a:xfrm>
                <a:off x="579505" y="1778350"/>
                <a:ext cx="17772" cy="12017"/>
              </a:xfrm>
              <a:custGeom>
                <a:avLst/>
                <a:gdLst/>
                <a:ahLst/>
                <a:cxnLst/>
                <a:rect l="l" t="t" r="r" b="b"/>
                <a:pathLst>
                  <a:path w="735" h="497" extrusionOk="0">
                    <a:moveTo>
                      <a:pt x="440" y="0"/>
                    </a:moveTo>
                    <a:cubicBezTo>
                      <a:pt x="386" y="0"/>
                      <a:pt x="334" y="4"/>
                      <a:pt x="301" y="15"/>
                    </a:cubicBezTo>
                    <a:cubicBezTo>
                      <a:pt x="167" y="48"/>
                      <a:pt x="0" y="215"/>
                      <a:pt x="0" y="215"/>
                    </a:cubicBezTo>
                    <a:cubicBezTo>
                      <a:pt x="0" y="249"/>
                      <a:pt x="67" y="482"/>
                      <a:pt x="67" y="482"/>
                    </a:cubicBezTo>
                    <a:cubicBezTo>
                      <a:pt x="67" y="482"/>
                      <a:pt x="186" y="497"/>
                      <a:pt x="304" y="497"/>
                    </a:cubicBezTo>
                    <a:cubicBezTo>
                      <a:pt x="364" y="497"/>
                      <a:pt x="423" y="493"/>
                      <a:pt x="467" y="482"/>
                    </a:cubicBezTo>
                    <a:cubicBezTo>
                      <a:pt x="567" y="415"/>
                      <a:pt x="734" y="249"/>
                      <a:pt x="734" y="249"/>
                    </a:cubicBezTo>
                    <a:cubicBezTo>
                      <a:pt x="734" y="249"/>
                      <a:pt x="701" y="48"/>
                      <a:pt x="667" y="15"/>
                    </a:cubicBezTo>
                    <a:cubicBezTo>
                      <a:pt x="667" y="15"/>
                      <a:pt x="549" y="0"/>
                      <a:pt x="4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68" name="Google Shape;3168;p26"/>
              <p:cNvSpPr/>
              <p:nvPr/>
            </p:nvSpPr>
            <p:spPr>
              <a:xfrm>
                <a:off x="318965" y="2170695"/>
                <a:ext cx="22608" cy="20190"/>
              </a:xfrm>
              <a:custGeom>
                <a:avLst/>
                <a:gdLst/>
                <a:ahLst/>
                <a:cxnLst/>
                <a:rect l="l" t="t" r="r" b="b"/>
                <a:pathLst>
                  <a:path w="935" h="835" extrusionOk="0">
                    <a:moveTo>
                      <a:pt x="835" y="1"/>
                    </a:moveTo>
                    <a:cubicBezTo>
                      <a:pt x="835" y="1"/>
                      <a:pt x="768" y="1"/>
                      <a:pt x="635" y="34"/>
                    </a:cubicBezTo>
                    <a:cubicBezTo>
                      <a:pt x="501" y="101"/>
                      <a:pt x="401" y="167"/>
                      <a:pt x="301" y="201"/>
                    </a:cubicBezTo>
                    <a:cubicBezTo>
                      <a:pt x="234" y="301"/>
                      <a:pt x="134" y="434"/>
                      <a:pt x="101" y="501"/>
                    </a:cubicBezTo>
                    <a:lnTo>
                      <a:pt x="1" y="668"/>
                    </a:lnTo>
                    <a:cubicBezTo>
                      <a:pt x="1" y="668"/>
                      <a:pt x="168" y="801"/>
                      <a:pt x="168" y="835"/>
                    </a:cubicBezTo>
                    <a:lnTo>
                      <a:pt x="335" y="768"/>
                    </a:lnTo>
                    <a:cubicBezTo>
                      <a:pt x="435" y="701"/>
                      <a:pt x="568" y="634"/>
                      <a:pt x="601" y="601"/>
                    </a:cubicBezTo>
                    <a:cubicBezTo>
                      <a:pt x="668" y="534"/>
                      <a:pt x="735" y="434"/>
                      <a:pt x="802" y="368"/>
                    </a:cubicBezTo>
                    <a:lnTo>
                      <a:pt x="935" y="267"/>
                    </a:lnTo>
                    <a:cubicBezTo>
                      <a:pt x="935" y="201"/>
                      <a:pt x="835" y="1"/>
                      <a:pt x="8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69" name="Google Shape;3169;p26"/>
              <p:cNvSpPr/>
              <p:nvPr/>
            </p:nvSpPr>
            <p:spPr>
              <a:xfrm>
                <a:off x="340752" y="2185227"/>
                <a:ext cx="16974" cy="17748"/>
              </a:xfrm>
              <a:custGeom>
                <a:avLst/>
                <a:gdLst/>
                <a:ahLst/>
                <a:cxnLst/>
                <a:rect l="l" t="t" r="r" b="b"/>
                <a:pathLst>
                  <a:path w="702" h="734" extrusionOk="0">
                    <a:moveTo>
                      <a:pt x="568" y="0"/>
                    </a:moveTo>
                    <a:cubicBezTo>
                      <a:pt x="568" y="0"/>
                      <a:pt x="267" y="33"/>
                      <a:pt x="134" y="167"/>
                    </a:cubicBezTo>
                    <a:cubicBezTo>
                      <a:pt x="67" y="334"/>
                      <a:pt x="1" y="567"/>
                      <a:pt x="1" y="567"/>
                    </a:cubicBezTo>
                    <a:cubicBezTo>
                      <a:pt x="1" y="567"/>
                      <a:pt x="201" y="701"/>
                      <a:pt x="134" y="734"/>
                    </a:cubicBezTo>
                    <a:cubicBezTo>
                      <a:pt x="134" y="734"/>
                      <a:pt x="401" y="600"/>
                      <a:pt x="501" y="534"/>
                    </a:cubicBezTo>
                    <a:cubicBezTo>
                      <a:pt x="601" y="434"/>
                      <a:pt x="701" y="200"/>
                      <a:pt x="701" y="200"/>
                    </a:cubicBezTo>
                    <a:lnTo>
                      <a:pt x="56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70" name="Google Shape;3170;p26"/>
              <p:cNvSpPr/>
              <p:nvPr/>
            </p:nvSpPr>
            <p:spPr>
              <a:xfrm>
                <a:off x="360918" y="2199735"/>
                <a:ext cx="13734" cy="16152"/>
              </a:xfrm>
              <a:custGeom>
                <a:avLst/>
                <a:gdLst/>
                <a:ahLst/>
                <a:cxnLst/>
                <a:rect l="l" t="t" r="r" b="b"/>
                <a:pathLst>
                  <a:path w="568" h="668" extrusionOk="0">
                    <a:moveTo>
                      <a:pt x="334" y="0"/>
                    </a:moveTo>
                    <a:cubicBezTo>
                      <a:pt x="334" y="0"/>
                      <a:pt x="134" y="101"/>
                      <a:pt x="67" y="167"/>
                    </a:cubicBezTo>
                    <a:cubicBezTo>
                      <a:pt x="34" y="267"/>
                      <a:pt x="1" y="501"/>
                      <a:pt x="1" y="501"/>
                    </a:cubicBezTo>
                    <a:cubicBezTo>
                      <a:pt x="1" y="501"/>
                      <a:pt x="201" y="634"/>
                      <a:pt x="201" y="668"/>
                    </a:cubicBezTo>
                    <a:cubicBezTo>
                      <a:pt x="201" y="668"/>
                      <a:pt x="401" y="601"/>
                      <a:pt x="501" y="467"/>
                    </a:cubicBezTo>
                    <a:cubicBezTo>
                      <a:pt x="534" y="401"/>
                      <a:pt x="568" y="301"/>
                      <a:pt x="568" y="234"/>
                    </a:cubicBezTo>
                    <a:lnTo>
                      <a:pt x="568" y="101"/>
                    </a:lnTo>
                    <a:lnTo>
                      <a:pt x="3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71" name="Google Shape;3171;p26"/>
              <p:cNvSpPr/>
              <p:nvPr/>
            </p:nvSpPr>
            <p:spPr>
              <a:xfrm>
                <a:off x="548047" y="2094891"/>
                <a:ext cx="14532" cy="14532"/>
              </a:xfrm>
              <a:custGeom>
                <a:avLst/>
                <a:gdLst/>
                <a:ahLst/>
                <a:cxnLst/>
                <a:rect l="l" t="t" r="r" b="b"/>
                <a:pathLst>
                  <a:path w="601" h="601" extrusionOk="0">
                    <a:moveTo>
                      <a:pt x="434" y="0"/>
                    </a:moveTo>
                    <a:cubicBezTo>
                      <a:pt x="434" y="0"/>
                      <a:pt x="201" y="67"/>
                      <a:pt x="134" y="133"/>
                    </a:cubicBezTo>
                    <a:cubicBezTo>
                      <a:pt x="34" y="234"/>
                      <a:pt x="0" y="434"/>
                      <a:pt x="0" y="434"/>
                    </a:cubicBezTo>
                    <a:cubicBezTo>
                      <a:pt x="0" y="467"/>
                      <a:pt x="134" y="600"/>
                      <a:pt x="167" y="600"/>
                    </a:cubicBezTo>
                    <a:cubicBezTo>
                      <a:pt x="167" y="600"/>
                      <a:pt x="367" y="567"/>
                      <a:pt x="467" y="467"/>
                    </a:cubicBezTo>
                    <a:cubicBezTo>
                      <a:pt x="534" y="400"/>
                      <a:pt x="601" y="167"/>
                      <a:pt x="601" y="167"/>
                    </a:cubicBezTo>
                    <a:lnTo>
                      <a:pt x="4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72" name="Google Shape;3172;p26"/>
              <p:cNvSpPr/>
              <p:nvPr/>
            </p:nvSpPr>
            <p:spPr>
              <a:xfrm>
                <a:off x="554503" y="2109399"/>
                <a:ext cx="21786" cy="21810"/>
              </a:xfrm>
              <a:custGeom>
                <a:avLst/>
                <a:gdLst/>
                <a:ahLst/>
                <a:cxnLst/>
                <a:rect l="l" t="t" r="r" b="b"/>
                <a:pathLst>
                  <a:path w="901" h="902" extrusionOk="0">
                    <a:moveTo>
                      <a:pt x="734" y="0"/>
                    </a:moveTo>
                    <a:cubicBezTo>
                      <a:pt x="734" y="0"/>
                      <a:pt x="434" y="167"/>
                      <a:pt x="267" y="301"/>
                    </a:cubicBezTo>
                    <a:cubicBezTo>
                      <a:pt x="167" y="467"/>
                      <a:pt x="0" y="734"/>
                      <a:pt x="0" y="734"/>
                    </a:cubicBezTo>
                    <a:cubicBezTo>
                      <a:pt x="0" y="801"/>
                      <a:pt x="167" y="901"/>
                      <a:pt x="167" y="901"/>
                    </a:cubicBezTo>
                    <a:cubicBezTo>
                      <a:pt x="167" y="901"/>
                      <a:pt x="434" y="801"/>
                      <a:pt x="601" y="634"/>
                    </a:cubicBezTo>
                    <a:cubicBezTo>
                      <a:pt x="734" y="467"/>
                      <a:pt x="901" y="167"/>
                      <a:pt x="901" y="167"/>
                    </a:cubicBezTo>
                    <a:lnTo>
                      <a:pt x="7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73" name="Google Shape;3173;p26"/>
              <p:cNvSpPr/>
              <p:nvPr/>
            </p:nvSpPr>
            <p:spPr>
              <a:xfrm>
                <a:off x="570631" y="2122311"/>
                <a:ext cx="18570" cy="23406"/>
              </a:xfrm>
              <a:custGeom>
                <a:avLst/>
                <a:gdLst/>
                <a:ahLst/>
                <a:cxnLst/>
                <a:rect l="l" t="t" r="r" b="b"/>
                <a:pathLst>
                  <a:path w="768" h="968" extrusionOk="0">
                    <a:moveTo>
                      <a:pt x="567" y="0"/>
                    </a:moveTo>
                    <a:cubicBezTo>
                      <a:pt x="567" y="0"/>
                      <a:pt x="534" y="100"/>
                      <a:pt x="434" y="134"/>
                    </a:cubicBezTo>
                    <a:cubicBezTo>
                      <a:pt x="367" y="200"/>
                      <a:pt x="267" y="267"/>
                      <a:pt x="234" y="334"/>
                    </a:cubicBezTo>
                    <a:cubicBezTo>
                      <a:pt x="167" y="434"/>
                      <a:pt x="100" y="501"/>
                      <a:pt x="67" y="601"/>
                    </a:cubicBezTo>
                    <a:lnTo>
                      <a:pt x="0" y="767"/>
                    </a:lnTo>
                    <a:cubicBezTo>
                      <a:pt x="0" y="801"/>
                      <a:pt x="100" y="968"/>
                      <a:pt x="100" y="968"/>
                    </a:cubicBezTo>
                    <a:lnTo>
                      <a:pt x="267" y="867"/>
                    </a:lnTo>
                    <a:cubicBezTo>
                      <a:pt x="401" y="834"/>
                      <a:pt x="501" y="767"/>
                      <a:pt x="567" y="667"/>
                    </a:cubicBezTo>
                    <a:cubicBezTo>
                      <a:pt x="668" y="601"/>
                      <a:pt x="701" y="467"/>
                      <a:pt x="734" y="334"/>
                    </a:cubicBezTo>
                    <a:cubicBezTo>
                      <a:pt x="768" y="200"/>
                      <a:pt x="768" y="134"/>
                      <a:pt x="768" y="134"/>
                    </a:cubicBezTo>
                    <a:cubicBezTo>
                      <a:pt x="768" y="100"/>
                      <a:pt x="567" y="0"/>
                      <a:pt x="5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74" name="Google Shape;3174;p26"/>
              <p:cNvSpPr/>
              <p:nvPr/>
            </p:nvSpPr>
            <p:spPr>
              <a:xfrm>
                <a:off x="397212" y="2638505"/>
                <a:ext cx="24228" cy="12138"/>
              </a:xfrm>
              <a:custGeom>
                <a:avLst/>
                <a:gdLst/>
                <a:ahLst/>
                <a:cxnLst/>
                <a:rect l="l" t="t" r="r" b="b"/>
                <a:pathLst>
                  <a:path w="1002" h="502" extrusionOk="0">
                    <a:moveTo>
                      <a:pt x="434" y="1"/>
                    </a:moveTo>
                    <a:cubicBezTo>
                      <a:pt x="368" y="1"/>
                      <a:pt x="267" y="34"/>
                      <a:pt x="201" y="34"/>
                    </a:cubicBezTo>
                    <a:cubicBezTo>
                      <a:pt x="101" y="101"/>
                      <a:pt x="34" y="101"/>
                      <a:pt x="34" y="101"/>
                    </a:cubicBezTo>
                    <a:lnTo>
                      <a:pt x="1" y="334"/>
                    </a:lnTo>
                    <a:lnTo>
                      <a:pt x="167" y="434"/>
                    </a:lnTo>
                    <a:cubicBezTo>
                      <a:pt x="267" y="468"/>
                      <a:pt x="401" y="501"/>
                      <a:pt x="501" y="501"/>
                    </a:cubicBezTo>
                    <a:cubicBezTo>
                      <a:pt x="601" y="501"/>
                      <a:pt x="734" y="468"/>
                      <a:pt x="835" y="434"/>
                    </a:cubicBezTo>
                    <a:lnTo>
                      <a:pt x="1001" y="334"/>
                    </a:lnTo>
                    <a:cubicBezTo>
                      <a:pt x="1001" y="334"/>
                      <a:pt x="935" y="134"/>
                      <a:pt x="868" y="101"/>
                    </a:cubicBezTo>
                    <a:cubicBezTo>
                      <a:pt x="868" y="101"/>
                      <a:pt x="768" y="34"/>
                      <a:pt x="701" y="34"/>
                    </a:cubicBezTo>
                    <a:cubicBezTo>
                      <a:pt x="601" y="34"/>
                      <a:pt x="534" y="1"/>
                      <a:pt x="4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75" name="Google Shape;3175;p26"/>
              <p:cNvSpPr/>
              <p:nvPr/>
            </p:nvSpPr>
            <p:spPr>
              <a:xfrm>
                <a:off x="387540" y="2665853"/>
                <a:ext cx="42702" cy="15572"/>
              </a:xfrm>
              <a:custGeom>
                <a:avLst/>
                <a:gdLst/>
                <a:ahLst/>
                <a:cxnLst/>
                <a:rect l="l" t="t" r="r" b="b"/>
                <a:pathLst>
                  <a:path w="1766" h="644" extrusionOk="0">
                    <a:moveTo>
                      <a:pt x="1644" y="0"/>
                    </a:moveTo>
                    <a:cubicBezTo>
                      <a:pt x="1640" y="0"/>
                      <a:pt x="1637" y="1"/>
                      <a:pt x="1635" y="4"/>
                    </a:cubicBezTo>
                    <a:cubicBezTo>
                      <a:pt x="1635" y="4"/>
                      <a:pt x="1101" y="37"/>
                      <a:pt x="801" y="137"/>
                    </a:cubicBezTo>
                    <a:cubicBezTo>
                      <a:pt x="467" y="171"/>
                      <a:pt x="0" y="371"/>
                      <a:pt x="0" y="371"/>
                    </a:cubicBezTo>
                    <a:lnTo>
                      <a:pt x="67" y="638"/>
                    </a:lnTo>
                    <a:cubicBezTo>
                      <a:pt x="67" y="638"/>
                      <a:pt x="152" y="643"/>
                      <a:pt x="276" y="643"/>
                    </a:cubicBezTo>
                    <a:cubicBezTo>
                      <a:pt x="462" y="643"/>
                      <a:pt x="734" y="631"/>
                      <a:pt x="934" y="571"/>
                    </a:cubicBezTo>
                    <a:cubicBezTo>
                      <a:pt x="1268" y="471"/>
                      <a:pt x="1735" y="204"/>
                      <a:pt x="1735" y="204"/>
                    </a:cubicBezTo>
                    <a:cubicBezTo>
                      <a:pt x="1766" y="173"/>
                      <a:pt x="1683" y="0"/>
                      <a:pt x="16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76" name="Google Shape;3176;p26"/>
              <p:cNvSpPr/>
              <p:nvPr/>
            </p:nvSpPr>
            <p:spPr>
              <a:xfrm>
                <a:off x="403668" y="2690130"/>
                <a:ext cx="33900" cy="15717"/>
              </a:xfrm>
              <a:custGeom>
                <a:avLst/>
                <a:gdLst/>
                <a:ahLst/>
                <a:cxnLst/>
                <a:rect l="l" t="t" r="r" b="b"/>
                <a:pathLst>
                  <a:path w="1402" h="650" extrusionOk="0">
                    <a:moveTo>
                      <a:pt x="1168" y="1"/>
                    </a:moveTo>
                    <a:cubicBezTo>
                      <a:pt x="1168" y="1"/>
                      <a:pt x="1101" y="34"/>
                      <a:pt x="968" y="34"/>
                    </a:cubicBezTo>
                    <a:cubicBezTo>
                      <a:pt x="834" y="67"/>
                      <a:pt x="701" y="67"/>
                      <a:pt x="601" y="134"/>
                    </a:cubicBezTo>
                    <a:cubicBezTo>
                      <a:pt x="367" y="201"/>
                      <a:pt x="0" y="368"/>
                      <a:pt x="0" y="368"/>
                    </a:cubicBezTo>
                    <a:lnTo>
                      <a:pt x="34" y="634"/>
                    </a:lnTo>
                    <a:cubicBezTo>
                      <a:pt x="34" y="634"/>
                      <a:pt x="227" y="649"/>
                      <a:pt x="434" y="649"/>
                    </a:cubicBezTo>
                    <a:cubicBezTo>
                      <a:pt x="538" y="649"/>
                      <a:pt x="645" y="646"/>
                      <a:pt x="734" y="634"/>
                    </a:cubicBezTo>
                    <a:cubicBezTo>
                      <a:pt x="834" y="568"/>
                      <a:pt x="1001" y="501"/>
                      <a:pt x="1135" y="401"/>
                    </a:cubicBezTo>
                    <a:cubicBezTo>
                      <a:pt x="1268" y="368"/>
                      <a:pt x="1335" y="301"/>
                      <a:pt x="1335" y="301"/>
                    </a:cubicBezTo>
                    <a:cubicBezTo>
                      <a:pt x="1401" y="301"/>
                      <a:pt x="1268" y="67"/>
                      <a:pt x="11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77" name="Google Shape;3177;p26"/>
              <p:cNvSpPr/>
              <p:nvPr/>
            </p:nvSpPr>
            <p:spPr>
              <a:xfrm>
                <a:off x="423834" y="2710296"/>
                <a:ext cx="24228" cy="12114"/>
              </a:xfrm>
              <a:custGeom>
                <a:avLst/>
                <a:gdLst/>
                <a:ahLst/>
                <a:cxnLst/>
                <a:rect l="l" t="t" r="r" b="b"/>
                <a:pathLst>
                  <a:path w="1002" h="501" extrusionOk="0">
                    <a:moveTo>
                      <a:pt x="768" y="1"/>
                    </a:moveTo>
                    <a:cubicBezTo>
                      <a:pt x="718" y="17"/>
                      <a:pt x="668" y="17"/>
                      <a:pt x="617" y="17"/>
                    </a:cubicBezTo>
                    <a:cubicBezTo>
                      <a:pt x="567" y="17"/>
                      <a:pt x="517" y="17"/>
                      <a:pt x="467" y="34"/>
                    </a:cubicBezTo>
                    <a:cubicBezTo>
                      <a:pt x="401" y="34"/>
                      <a:pt x="267" y="67"/>
                      <a:pt x="167" y="101"/>
                    </a:cubicBezTo>
                    <a:lnTo>
                      <a:pt x="0" y="201"/>
                    </a:lnTo>
                    <a:lnTo>
                      <a:pt x="0" y="434"/>
                    </a:lnTo>
                    <a:cubicBezTo>
                      <a:pt x="0" y="434"/>
                      <a:pt x="67" y="434"/>
                      <a:pt x="167" y="501"/>
                    </a:cubicBezTo>
                    <a:lnTo>
                      <a:pt x="501" y="501"/>
                    </a:lnTo>
                    <a:cubicBezTo>
                      <a:pt x="634" y="468"/>
                      <a:pt x="768" y="401"/>
                      <a:pt x="834" y="334"/>
                    </a:cubicBezTo>
                    <a:cubicBezTo>
                      <a:pt x="968" y="234"/>
                      <a:pt x="1001" y="201"/>
                      <a:pt x="1001" y="201"/>
                    </a:cubicBezTo>
                    <a:cubicBezTo>
                      <a:pt x="1001" y="201"/>
                      <a:pt x="934" y="34"/>
                      <a:pt x="9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78" name="Google Shape;3178;p26"/>
              <p:cNvSpPr/>
              <p:nvPr/>
            </p:nvSpPr>
            <p:spPr>
              <a:xfrm>
                <a:off x="555301" y="2756262"/>
                <a:ext cx="41976" cy="12138"/>
              </a:xfrm>
              <a:custGeom>
                <a:avLst/>
                <a:gdLst/>
                <a:ahLst/>
                <a:cxnLst/>
                <a:rect l="l" t="t" r="r" b="b"/>
                <a:pathLst>
                  <a:path w="1736" h="502" extrusionOk="0">
                    <a:moveTo>
                      <a:pt x="868" y="1"/>
                    </a:moveTo>
                    <a:cubicBezTo>
                      <a:pt x="701" y="1"/>
                      <a:pt x="501" y="68"/>
                      <a:pt x="334" y="68"/>
                    </a:cubicBezTo>
                    <a:cubicBezTo>
                      <a:pt x="167" y="101"/>
                      <a:pt x="34" y="101"/>
                      <a:pt x="34" y="101"/>
                    </a:cubicBezTo>
                    <a:cubicBezTo>
                      <a:pt x="1" y="101"/>
                      <a:pt x="1" y="335"/>
                      <a:pt x="1" y="335"/>
                    </a:cubicBezTo>
                    <a:cubicBezTo>
                      <a:pt x="1" y="335"/>
                      <a:pt x="134" y="401"/>
                      <a:pt x="301" y="435"/>
                    </a:cubicBezTo>
                    <a:cubicBezTo>
                      <a:pt x="468" y="468"/>
                      <a:pt x="701" y="501"/>
                      <a:pt x="868" y="501"/>
                    </a:cubicBezTo>
                    <a:cubicBezTo>
                      <a:pt x="1035" y="468"/>
                      <a:pt x="1302" y="468"/>
                      <a:pt x="1468" y="401"/>
                    </a:cubicBezTo>
                    <a:cubicBezTo>
                      <a:pt x="1635" y="301"/>
                      <a:pt x="1735" y="268"/>
                      <a:pt x="1735" y="268"/>
                    </a:cubicBezTo>
                    <a:cubicBezTo>
                      <a:pt x="1735" y="268"/>
                      <a:pt x="1702" y="68"/>
                      <a:pt x="17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79" name="Google Shape;3179;p26"/>
              <p:cNvSpPr/>
              <p:nvPr/>
            </p:nvSpPr>
            <p:spPr>
              <a:xfrm>
                <a:off x="576265" y="2788542"/>
                <a:ext cx="33102" cy="13734"/>
              </a:xfrm>
              <a:custGeom>
                <a:avLst/>
                <a:gdLst/>
                <a:ahLst/>
                <a:cxnLst/>
                <a:rect l="l" t="t" r="r" b="b"/>
                <a:pathLst>
                  <a:path w="1369" h="568" extrusionOk="0">
                    <a:moveTo>
                      <a:pt x="1302" y="0"/>
                    </a:moveTo>
                    <a:cubicBezTo>
                      <a:pt x="1302" y="0"/>
                      <a:pt x="868" y="0"/>
                      <a:pt x="635" y="67"/>
                    </a:cubicBezTo>
                    <a:cubicBezTo>
                      <a:pt x="368" y="100"/>
                      <a:pt x="1" y="300"/>
                      <a:pt x="1" y="300"/>
                    </a:cubicBezTo>
                    <a:lnTo>
                      <a:pt x="34" y="567"/>
                    </a:lnTo>
                    <a:cubicBezTo>
                      <a:pt x="34" y="567"/>
                      <a:pt x="468" y="567"/>
                      <a:pt x="701" y="501"/>
                    </a:cubicBezTo>
                    <a:cubicBezTo>
                      <a:pt x="968" y="467"/>
                      <a:pt x="1335" y="267"/>
                      <a:pt x="1335" y="267"/>
                    </a:cubicBezTo>
                    <a:cubicBezTo>
                      <a:pt x="1369" y="267"/>
                      <a:pt x="1335" y="67"/>
                      <a:pt x="13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80" name="Google Shape;3180;p26"/>
              <p:cNvSpPr/>
              <p:nvPr/>
            </p:nvSpPr>
            <p:spPr>
              <a:xfrm>
                <a:off x="583543" y="2812722"/>
                <a:ext cx="28242" cy="14556"/>
              </a:xfrm>
              <a:custGeom>
                <a:avLst/>
                <a:gdLst/>
                <a:ahLst/>
                <a:cxnLst/>
                <a:rect l="l" t="t" r="r" b="b"/>
                <a:pathLst>
                  <a:path w="1168" h="602" extrusionOk="0">
                    <a:moveTo>
                      <a:pt x="1068" y="1"/>
                    </a:moveTo>
                    <a:cubicBezTo>
                      <a:pt x="1068" y="1"/>
                      <a:pt x="701" y="1"/>
                      <a:pt x="500" y="101"/>
                    </a:cubicBezTo>
                    <a:cubicBezTo>
                      <a:pt x="300" y="134"/>
                      <a:pt x="0" y="335"/>
                      <a:pt x="0" y="335"/>
                    </a:cubicBezTo>
                    <a:lnTo>
                      <a:pt x="33" y="601"/>
                    </a:lnTo>
                    <a:cubicBezTo>
                      <a:pt x="33" y="601"/>
                      <a:pt x="400" y="601"/>
                      <a:pt x="667" y="568"/>
                    </a:cubicBezTo>
                    <a:cubicBezTo>
                      <a:pt x="867" y="468"/>
                      <a:pt x="1168" y="234"/>
                      <a:pt x="1168" y="234"/>
                    </a:cubicBezTo>
                    <a:lnTo>
                      <a:pt x="106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81" name="Google Shape;3181;p26"/>
              <p:cNvSpPr/>
              <p:nvPr/>
            </p:nvSpPr>
            <p:spPr>
              <a:xfrm>
                <a:off x="602089" y="2849839"/>
                <a:ext cx="25026" cy="13275"/>
              </a:xfrm>
              <a:custGeom>
                <a:avLst/>
                <a:gdLst/>
                <a:ahLst/>
                <a:cxnLst/>
                <a:rect l="l" t="t" r="r" b="b"/>
                <a:pathLst>
                  <a:path w="1035" h="549" extrusionOk="0">
                    <a:moveTo>
                      <a:pt x="934" y="0"/>
                    </a:moveTo>
                    <a:cubicBezTo>
                      <a:pt x="934" y="0"/>
                      <a:pt x="634" y="0"/>
                      <a:pt x="467" y="67"/>
                    </a:cubicBezTo>
                    <a:cubicBezTo>
                      <a:pt x="301" y="100"/>
                      <a:pt x="67" y="267"/>
                      <a:pt x="67" y="267"/>
                    </a:cubicBezTo>
                    <a:cubicBezTo>
                      <a:pt x="0" y="267"/>
                      <a:pt x="100" y="534"/>
                      <a:pt x="100" y="534"/>
                    </a:cubicBezTo>
                    <a:cubicBezTo>
                      <a:pt x="100" y="534"/>
                      <a:pt x="249" y="549"/>
                      <a:pt x="397" y="549"/>
                    </a:cubicBezTo>
                    <a:cubicBezTo>
                      <a:pt x="471" y="549"/>
                      <a:pt x="545" y="545"/>
                      <a:pt x="601" y="534"/>
                    </a:cubicBezTo>
                    <a:cubicBezTo>
                      <a:pt x="768" y="434"/>
                      <a:pt x="1034" y="234"/>
                      <a:pt x="1034" y="234"/>
                    </a:cubicBezTo>
                    <a:cubicBezTo>
                      <a:pt x="1034" y="201"/>
                      <a:pt x="934" y="34"/>
                      <a:pt x="9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82" name="Google Shape;3182;p26"/>
              <p:cNvSpPr/>
              <p:nvPr/>
            </p:nvSpPr>
            <p:spPr>
              <a:xfrm>
                <a:off x="635143" y="2888551"/>
                <a:ext cx="18594" cy="12114"/>
              </a:xfrm>
              <a:custGeom>
                <a:avLst/>
                <a:gdLst/>
                <a:ahLst/>
                <a:cxnLst/>
                <a:rect l="l" t="t" r="r" b="b"/>
                <a:pathLst>
                  <a:path w="769" h="501" extrusionOk="0">
                    <a:moveTo>
                      <a:pt x="368" y="1"/>
                    </a:moveTo>
                    <a:cubicBezTo>
                      <a:pt x="268" y="1"/>
                      <a:pt x="201" y="34"/>
                      <a:pt x="101" y="67"/>
                    </a:cubicBezTo>
                    <a:cubicBezTo>
                      <a:pt x="34" y="134"/>
                      <a:pt x="1" y="167"/>
                      <a:pt x="1" y="167"/>
                    </a:cubicBezTo>
                    <a:cubicBezTo>
                      <a:pt x="1" y="201"/>
                      <a:pt x="68" y="401"/>
                      <a:pt x="68" y="401"/>
                    </a:cubicBezTo>
                    <a:cubicBezTo>
                      <a:pt x="68" y="401"/>
                      <a:pt x="101" y="468"/>
                      <a:pt x="201" y="468"/>
                    </a:cubicBezTo>
                    <a:cubicBezTo>
                      <a:pt x="268" y="501"/>
                      <a:pt x="335" y="501"/>
                      <a:pt x="401" y="501"/>
                    </a:cubicBezTo>
                    <a:cubicBezTo>
                      <a:pt x="568" y="501"/>
                      <a:pt x="768" y="367"/>
                      <a:pt x="768" y="367"/>
                    </a:cubicBezTo>
                    <a:cubicBezTo>
                      <a:pt x="768" y="334"/>
                      <a:pt x="768" y="134"/>
                      <a:pt x="735" y="134"/>
                    </a:cubicBezTo>
                    <a:cubicBezTo>
                      <a:pt x="735" y="134"/>
                      <a:pt x="535" y="1"/>
                      <a:pt x="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83" name="Google Shape;3183;p26"/>
              <p:cNvSpPr/>
              <p:nvPr/>
            </p:nvSpPr>
            <p:spPr>
              <a:xfrm>
                <a:off x="386355" y="2370881"/>
                <a:ext cx="725207" cy="731880"/>
              </a:xfrm>
              <a:custGeom>
                <a:avLst/>
                <a:gdLst/>
                <a:ahLst/>
                <a:cxnLst/>
                <a:rect l="l" t="t" r="r" b="b"/>
                <a:pathLst>
                  <a:path w="29992" h="30268" extrusionOk="0">
                    <a:moveTo>
                      <a:pt x="29808" y="0"/>
                    </a:moveTo>
                    <a:cubicBezTo>
                      <a:pt x="29732" y="0"/>
                      <a:pt x="29628" y="48"/>
                      <a:pt x="29504" y="161"/>
                    </a:cubicBezTo>
                    <a:cubicBezTo>
                      <a:pt x="29504" y="161"/>
                      <a:pt x="29504" y="194"/>
                      <a:pt x="29404" y="261"/>
                    </a:cubicBezTo>
                    <a:cubicBezTo>
                      <a:pt x="29370" y="361"/>
                      <a:pt x="29237" y="495"/>
                      <a:pt x="29170" y="695"/>
                    </a:cubicBezTo>
                    <a:cubicBezTo>
                      <a:pt x="29070" y="861"/>
                      <a:pt x="28937" y="1095"/>
                      <a:pt x="28837" y="1395"/>
                    </a:cubicBezTo>
                    <a:cubicBezTo>
                      <a:pt x="28703" y="1729"/>
                      <a:pt x="28570" y="2062"/>
                      <a:pt x="28503" y="2429"/>
                    </a:cubicBezTo>
                    <a:cubicBezTo>
                      <a:pt x="28269" y="3230"/>
                      <a:pt x="28236" y="4197"/>
                      <a:pt x="28236" y="5231"/>
                    </a:cubicBezTo>
                    <a:cubicBezTo>
                      <a:pt x="28236" y="6332"/>
                      <a:pt x="28336" y="7433"/>
                      <a:pt x="28236" y="8667"/>
                    </a:cubicBezTo>
                    <a:cubicBezTo>
                      <a:pt x="28136" y="11069"/>
                      <a:pt x="26401" y="13437"/>
                      <a:pt x="24066" y="14738"/>
                    </a:cubicBezTo>
                    <a:cubicBezTo>
                      <a:pt x="22899" y="15405"/>
                      <a:pt x="21665" y="16006"/>
                      <a:pt x="20531" y="16773"/>
                    </a:cubicBezTo>
                    <a:cubicBezTo>
                      <a:pt x="19396" y="17540"/>
                      <a:pt x="18496" y="18574"/>
                      <a:pt x="17862" y="19675"/>
                    </a:cubicBezTo>
                    <a:cubicBezTo>
                      <a:pt x="17762" y="19775"/>
                      <a:pt x="17695" y="19942"/>
                      <a:pt x="17595" y="20075"/>
                    </a:cubicBezTo>
                    <a:cubicBezTo>
                      <a:pt x="17562" y="20242"/>
                      <a:pt x="17495" y="20375"/>
                      <a:pt x="17428" y="20542"/>
                    </a:cubicBezTo>
                    <a:cubicBezTo>
                      <a:pt x="17328" y="20842"/>
                      <a:pt x="17228" y="21109"/>
                      <a:pt x="17162" y="21443"/>
                    </a:cubicBezTo>
                    <a:cubicBezTo>
                      <a:pt x="16995" y="22110"/>
                      <a:pt x="16861" y="22777"/>
                      <a:pt x="16828" y="23444"/>
                    </a:cubicBezTo>
                    <a:cubicBezTo>
                      <a:pt x="16761" y="24111"/>
                      <a:pt x="16761" y="24845"/>
                      <a:pt x="16728" y="25446"/>
                    </a:cubicBezTo>
                    <a:cubicBezTo>
                      <a:pt x="16695" y="26080"/>
                      <a:pt x="16494" y="26613"/>
                      <a:pt x="15994" y="26947"/>
                    </a:cubicBezTo>
                    <a:cubicBezTo>
                      <a:pt x="15494" y="27280"/>
                      <a:pt x="14827" y="27514"/>
                      <a:pt x="14193" y="27614"/>
                    </a:cubicBezTo>
                    <a:cubicBezTo>
                      <a:pt x="13559" y="27781"/>
                      <a:pt x="12892" y="27881"/>
                      <a:pt x="12225" y="27948"/>
                    </a:cubicBezTo>
                    <a:cubicBezTo>
                      <a:pt x="11723" y="28038"/>
                      <a:pt x="11226" y="28073"/>
                      <a:pt x="10734" y="28073"/>
                    </a:cubicBezTo>
                    <a:cubicBezTo>
                      <a:pt x="9950" y="28073"/>
                      <a:pt x="9180" y="27983"/>
                      <a:pt x="8422" y="27881"/>
                    </a:cubicBezTo>
                    <a:cubicBezTo>
                      <a:pt x="7311" y="27726"/>
                      <a:pt x="6228" y="27544"/>
                      <a:pt x="5227" y="27544"/>
                    </a:cubicBezTo>
                    <a:cubicBezTo>
                      <a:pt x="5146" y="27544"/>
                      <a:pt x="5066" y="27545"/>
                      <a:pt x="4986" y="27547"/>
                    </a:cubicBezTo>
                    <a:cubicBezTo>
                      <a:pt x="3885" y="27581"/>
                      <a:pt x="2918" y="27881"/>
                      <a:pt x="2218" y="28248"/>
                    </a:cubicBezTo>
                    <a:cubicBezTo>
                      <a:pt x="2017" y="28348"/>
                      <a:pt x="1884" y="28448"/>
                      <a:pt x="1717" y="28548"/>
                    </a:cubicBezTo>
                    <a:cubicBezTo>
                      <a:pt x="1550" y="28615"/>
                      <a:pt x="1417" y="28715"/>
                      <a:pt x="1317" y="28848"/>
                    </a:cubicBezTo>
                    <a:cubicBezTo>
                      <a:pt x="1050" y="29015"/>
                      <a:pt x="850" y="29215"/>
                      <a:pt x="683" y="29349"/>
                    </a:cubicBezTo>
                    <a:cubicBezTo>
                      <a:pt x="383" y="29682"/>
                      <a:pt x="216" y="29849"/>
                      <a:pt x="216" y="29849"/>
                    </a:cubicBezTo>
                    <a:cubicBezTo>
                      <a:pt x="1" y="30086"/>
                      <a:pt x="36" y="30267"/>
                      <a:pt x="186" y="30267"/>
                    </a:cubicBezTo>
                    <a:cubicBezTo>
                      <a:pt x="269" y="30267"/>
                      <a:pt x="386" y="30212"/>
                      <a:pt x="516" y="30082"/>
                    </a:cubicBezTo>
                    <a:lnTo>
                      <a:pt x="983" y="29615"/>
                    </a:lnTo>
                    <a:cubicBezTo>
                      <a:pt x="1150" y="29515"/>
                      <a:pt x="1317" y="29349"/>
                      <a:pt x="1550" y="29182"/>
                    </a:cubicBezTo>
                    <a:cubicBezTo>
                      <a:pt x="1650" y="29082"/>
                      <a:pt x="1817" y="29015"/>
                      <a:pt x="1917" y="28915"/>
                    </a:cubicBezTo>
                    <a:cubicBezTo>
                      <a:pt x="2084" y="28848"/>
                      <a:pt x="2218" y="28715"/>
                      <a:pt x="2384" y="28615"/>
                    </a:cubicBezTo>
                    <a:cubicBezTo>
                      <a:pt x="3051" y="28281"/>
                      <a:pt x="3919" y="28048"/>
                      <a:pt x="4919" y="28048"/>
                    </a:cubicBezTo>
                    <a:cubicBezTo>
                      <a:pt x="4989" y="28045"/>
                      <a:pt x="5059" y="28044"/>
                      <a:pt x="5129" y="28044"/>
                    </a:cubicBezTo>
                    <a:cubicBezTo>
                      <a:pt x="6131" y="28044"/>
                      <a:pt x="7168" y="28259"/>
                      <a:pt x="8322" y="28415"/>
                    </a:cubicBezTo>
                    <a:cubicBezTo>
                      <a:pt x="9142" y="28551"/>
                      <a:pt x="10025" y="28657"/>
                      <a:pt x="10938" y="28657"/>
                    </a:cubicBezTo>
                    <a:cubicBezTo>
                      <a:pt x="11361" y="28657"/>
                      <a:pt x="11791" y="28634"/>
                      <a:pt x="12225" y="28581"/>
                    </a:cubicBezTo>
                    <a:cubicBezTo>
                      <a:pt x="12892" y="28548"/>
                      <a:pt x="13592" y="28415"/>
                      <a:pt x="14259" y="28281"/>
                    </a:cubicBezTo>
                    <a:cubicBezTo>
                      <a:pt x="14993" y="28181"/>
                      <a:pt x="15660" y="27948"/>
                      <a:pt x="16328" y="27547"/>
                    </a:cubicBezTo>
                    <a:cubicBezTo>
                      <a:pt x="16661" y="27280"/>
                      <a:pt x="16928" y="27014"/>
                      <a:pt x="17095" y="26613"/>
                    </a:cubicBezTo>
                    <a:cubicBezTo>
                      <a:pt x="17262" y="26280"/>
                      <a:pt x="17328" y="25879"/>
                      <a:pt x="17362" y="25546"/>
                    </a:cubicBezTo>
                    <a:cubicBezTo>
                      <a:pt x="17395" y="24845"/>
                      <a:pt x="17395" y="24178"/>
                      <a:pt x="17428" y="23544"/>
                    </a:cubicBezTo>
                    <a:cubicBezTo>
                      <a:pt x="17495" y="22911"/>
                      <a:pt x="17595" y="22277"/>
                      <a:pt x="17762" y="21710"/>
                    </a:cubicBezTo>
                    <a:cubicBezTo>
                      <a:pt x="17862" y="21410"/>
                      <a:pt x="17995" y="21109"/>
                      <a:pt x="18062" y="20842"/>
                    </a:cubicBezTo>
                    <a:cubicBezTo>
                      <a:pt x="18096" y="20676"/>
                      <a:pt x="18196" y="20542"/>
                      <a:pt x="18229" y="20409"/>
                    </a:cubicBezTo>
                    <a:cubicBezTo>
                      <a:pt x="18329" y="20275"/>
                      <a:pt x="18362" y="20175"/>
                      <a:pt x="18429" y="20042"/>
                    </a:cubicBezTo>
                    <a:cubicBezTo>
                      <a:pt x="19030" y="19041"/>
                      <a:pt x="19830" y="18074"/>
                      <a:pt x="20898" y="17373"/>
                    </a:cubicBezTo>
                    <a:cubicBezTo>
                      <a:pt x="21932" y="16606"/>
                      <a:pt x="23166" y="16039"/>
                      <a:pt x="24367" y="15339"/>
                    </a:cubicBezTo>
                    <a:cubicBezTo>
                      <a:pt x="25568" y="14605"/>
                      <a:pt x="26702" y="13671"/>
                      <a:pt x="27436" y="12503"/>
                    </a:cubicBezTo>
                    <a:cubicBezTo>
                      <a:pt x="27669" y="12203"/>
                      <a:pt x="27869" y="11936"/>
                      <a:pt x="28003" y="11603"/>
                    </a:cubicBezTo>
                    <a:cubicBezTo>
                      <a:pt x="28036" y="11436"/>
                      <a:pt x="28103" y="11336"/>
                      <a:pt x="28203" y="11169"/>
                    </a:cubicBezTo>
                    <a:cubicBezTo>
                      <a:pt x="28269" y="11002"/>
                      <a:pt x="28336" y="10835"/>
                      <a:pt x="28370" y="10669"/>
                    </a:cubicBezTo>
                    <a:cubicBezTo>
                      <a:pt x="28636" y="10035"/>
                      <a:pt x="28703" y="9368"/>
                      <a:pt x="28736" y="8734"/>
                    </a:cubicBezTo>
                    <a:cubicBezTo>
                      <a:pt x="28837" y="7500"/>
                      <a:pt x="28703" y="6332"/>
                      <a:pt x="28703" y="5265"/>
                    </a:cubicBezTo>
                    <a:cubicBezTo>
                      <a:pt x="28670" y="4231"/>
                      <a:pt x="28703" y="3363"/>
                      <a:pt x="28870" y="2596"/>
                    </a:cubicBezTo>
                    <a:cubicBezTo>
                      <a:pt x="28970" y="2229"/>
                      <a:pt x="29070" y="1929"/>
                      <a:pt x="29170" y="1662"/>
                    </a:cubicBezTo>
                    <a:cubicBezTo>
                      <a:pt x="29304" y="1395"/>
                      <a:pt x="29404" y="1195"/>
                      <a:pt x="29504" y="995"/>
                    </a:cubicBezTo>
                    <a:cubicBezTo>
                      <a:pt x="29570" y="761"/>
                      <a:pt x="29704" y="661"/>
                      <a:pt x="29737" y="561"/>
                    </a:cubicBezTo>
                    <a:cubicBezTo>
                      <a:pt x="29804" y="495"/>
                      <a:pt x="29837" y="428"/>
                      <a:pt x="29837" y="428"/>
                    </a:cubicBezTo>
                    <a:cubicBezTo>
                      <a:pt x="29992" y="185"/>
                      <a:pt x="29956" y="0"/>
                      <a:pt x="298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84" name="Google Shape;3184;p26"/>
              <p:cNvSpPr/>
              <p:nvPr/>
            </p:nvSpPr>
            <p:spPr>
              <a:xfrm>
                <a:off x="685969" y="2216710"/>
                <a:ext cx="287162" cy="191070"/>
              </a:xfrm>
              <a:custGeom>
                <a:avLst/>
                <a:gdLst/>
                <a:ahLst/>
                <a:cxnLst/>
                <a:rect l="l" t="t" r="r" b="b"/>
                <a:pathLst>
                  <a:path w="11876" h="7902" extrusionOk="0">
                    <a:moveTo>
                      <a:pt x="200" y="1"/>
                    </a:moveTo>
                    <a:cubicBezTo>
                      <a:pt x="112" y="1"/>
                      <a:pt x="34" y="44"/>
                      <a:pt x="34" y="132"/>
                    </a:cubicBezTo>
                    <a:lnTo>
                      <a:pt x="34" y="433"/>
                    </a:lnTo>
                    <a:cubicBezTo>
                      <a:pt x="0" y="633"/>
                      <a:pt x="0" y="900"/>
                      <a:pt x="0" y="1233"/>
                    </a:cubicBezTo>
                    <a:cubicBezTo>
                      <a:pt x="0" y="1900"/>
                      <a:pt x="134" y="2801"/>
                      <a:pt x="501" y="3802"/>
                    </a:cubicBezTo>
                    <a:cubicBezTo>
                      <a:pt x="934" y="4802"/>
                      <a:pt x="1635" y="5803"/>
                      <a:pt x="2602" y="6570"/>
                    </a:cubicBezTo>
                    <a:cubicBezTo>
                      <a:pt x="3069" y="6937"/>
                      <a:pt x="3603" y="7204"/>
                      <a:pt x="4137" y="7438"/>
                    </a:cubicBezTo>
                    <a:cubicBezTo>
                      <a:pt x="4670" y="7638"/>
                      <a:pt x="5238" y="7805"/>
                      <a:pt x="5771" y="7871"/>
                    </a:cubicBezTo>
                    <a:cubicBezTo>
                      <a:pt x="5995" y="7886"/>
                      <a:pt x="6232" y="7901"/>
                      <a:pt x="6480" y="7901"/>
                    </a:cubicBezTo>
                    <a:cubicBezTo>
                      <a:pt x="6785" y="7901"/>
                      <a:pt x="7107" y="7878"/>
                      <a:pt x="7439" y="7805"/>
                    </a:cubicBezTo>
                    <a:cubicBezTo>
                      <a:pt x="7706" y="7771"/>
                      <a:pt x="8006" y="7671"/>
                      <a:pt x="8306" y="7604"/>
                    </a:cubicBezTo>
                    <a:cubicBezTo>
                      <a:pt x="8607" y="7471"/>
                      <a:pt x="8907" y="7404"/>
                      <a:pt x="9140" y="7237"/>
                    </a:cubicBezTo>
                    <a:cubicBezTo>
                      <a:pt x="9374" y="7104"/>
                      <a:pt x="9641" y="6904"/>
                      <a:pt x="9908" y="6737"/>
                    </a:cubicBezTo>
                    <a:cubicBezTo>
                      <a:pt x="10108" y="6537"/>
                      <a:pt x="10341" y="6370"/>
                      <a:pt x="10508" y="6103"/>
                    </a:cubicBezTo>
                    <a:cubicBezTo>
                      <a:pt x="10875" y="5636"/>
                      <a:pt x="11175" y="5136"/>
                      <a:pt x="11375" y="4636"/>
                    </a:cubicBezTo>
                    <a:cubicBezTo>
                      <a:pt x="11809" y="3635"/>
                      <a:pt x="11876" y="2734"/>
                      <a:pt x="11876" y="2067"/>
                    </a:cubicBezTo>
                    <a:cubicBezTo>
                      <a:pt x="11876" y="1734"/>
                      <a:pt x="11842" y="1433"/>
                      <a:pt x="11842" y="1267"/>
                    </a:cubicBezTo>
                    <a:lnTo>
                      <a:pt x="11842" y="966"/>
                    </a:lnTo>
                    <a:cubicBezTo>
                      <a:pt x="11842" y="878"/>
                      <a:pt x="11777" y="835"/>
                      <a:pt x="11701" y="835"/>
                    </a:cubicBezTo>
                    <a:cubicBezTo>
                      <a:pt x="11606" y="835"/>
                      <a:pt x="11494" y="903"/>
                      <a:pt x="11475" y="1033"/>
                    </a:cubicBezTo>
                    <a:lnTo>
                      <a:pt x="11475" y="1267"/>
                    </a:lnTo>
                    <a:cubicBezTo>
                      <a:pt x="11475" y="1433"/>
                      <a:pt x="11509" y="1700"/>
                      <a:pt x="11475" y="2034"/>
                    </a:cubicBezTo>
                    <a:cubicBezTo>
                      <a:pt x="11475" y="2634"/>
                      <a:pt x="11309" y="3568"/>
                      <a:pt x="10942" y="4435"/>
                    </a:cubicBezTo>
                    <a:cubicBezTo>
                      <a:pt x="10708" y="4869"/>
                      <a:pt x="10475" y="5303"/>
                      <a:pt x="10108" y="5703"/>
                    </a:cubicBezTo>
                    <a:cubicBezTo>
                      <a:pt x="9941" y="5903"/>
                      <a:pt x="9707" y="6070"/>
                      <a:pt x="9507" y="6237"/>
                    </a:cubicBezTo>
                    <a:cubicBezTo>
                      <a:pt x="9307" y="6370"/>
                      <a:pt x="9107" y="6537"/>
                      <a:pt x="8840" y="6637"/>
                    </a:cubicBezTo>
                    <a:cubicBezTo>
                      <a:pt x="8607" y="6770"/>
                      <a:pt x="8340" y="6871"/>
                      <a:pt x="8106" y="6937"/>
                    </a:cubicBezTo>
                    <a:cubicBezTo>
                      <a:pt x="7839" y="6971"/>
                      <a:pt x="7606" y="7071"/>
                      <a:pt x="7339" y="7104"/>
                    </a:cubicBezTo>
                    <a:cubicBezTo>
                      <a:pt x="7130" y="7143"/>
                      <a:pt x="6925" y="7157"/>
                      <a:pt x="6726" y="7157"/>
                    </a:cubicBezTo>
                    <a:cubicBezTo>
                      <a:pt x="6418" y="7157"/>
                      <a:pt x="6122" y="7124"/>
                      <a:pt x="5838" y="7104"/>
                    </a:cubicBezTo>
                    <a:cubicBezTo>
                      <a:pt x="5338" y="7071"/>
                      <a:pt x="4871" y="6937"/>
                      <a:pt x="4370" y="6770"/>
                    </a:cubicBezTo>
                    <a:cubicBezTo>
                      <a:pt x="3870" y="6604"/>
                      <a:pt x="3370" y="6370"/>
                      <a:pt x="2969" y="6037"/>
                    </a:cubicBezTo>
                    <a:cubicBezTo>
                      <a:pt x="2102" y="5403"/>
                      <a:pt x="1435" y="4536"/>
                      <a:pt x="1001" y="3602"/>
                    </a:cubicBezTo>
                    <a:cubicBezTo>
                      <a:pt x="601" y="2701"/>
                      <a:pt x="467" y="1800"/>
                      <a:pt x="434" y="1200"/>
                    </a:cubicBezTo>
                    <a:lnTo>
                      <a:pt x="434" y="433"/>
                    </a:lnTo>
                    <a:lnTo>
                      <a:pt x="434" y="199"/>
                    </a:lnTo>
                    <a:cubicBezTo>
                      <a:pt x="434" y="69"/>
                      <a:pt x="310" y="1"/>
                      <a:pt x="2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85" name="Google Shape;3185;p26"/>
              <p:cNvSpPr/>
              <p:nvPr/>
            </p:nvSpPr>
            <p:spPr>
              <a:xfrm rot="2507687">
                <a:off x="492095" y="3172939"/>
                <a:ext cx="292139" cy="292139"/>
              </a:xfrm>
              <a:prstGeom prst="mathPlus">
                <a:avLst>
                  <a:gd name="adj1" fmla="val 18896"/>
                </a:avLst>
              </a:prstGeom>
              <a:solidFill>
                <a:srgbClr val="CC4125"/>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Numbers and text 1">
  <p:cSld name="CUSTOM_8_1">
    <p:spTree>
      <p:nvGrpSpPr>
        <p:cNvPr id="3186" name="Shape 3186"/>
        <p:cNvGrpSpPr/>
        <p:nvPr/>
      </p:nvGrpSpPr>
      <p:grpSpPr>
        <a:xfrm>
          <a:off x="0" y="0"/>
          <a:ext cx="0" cy="0"/>
          <a:chOff x="0" y="0"/>
          <a:chExt cx="0" cy="0"/>
        </a:xfrm>
      </p:grpSpPr>
      <p:pic>
        <p:nvPicPr>
          <p:cNvPr id="3187" name="Google Shape;3187;p27"/>
          <p:cNvPicPr preferRelativeResize="0"/>
          <p:nvPr/>
        </p:nvPicPr>
        <p:blipFill rotWithShape="1">
          <a:blip r:embed="rId2"/>
          <a:srcRect b="15598"/>
          <a:stretch>
            <a:fillRect/>
          </a:stretch>
        </p:blipFill>
        <p:spPr>
          <a:xfrm rot="10800000">
            <a:off x="0" y="0"/>
            <a:ext cx="9144003" cy="5143501"/>
          </a:xfrm>
          <a:prstGeom prst="rect">
            <a:avLst/>
          </a:prstGeom>
          <a:noFill/>
          <a:ln>
            <a:noFill/>
          </a:ln>
        </p:spPr>
      </p:pic>
      <p:sp>
        <p:nvSpPr>
          <p:cNvPr id="3188" name="Google Shape;3188;p27"/>
          <p:cNvSpPr txBox="1"/>
          <p:nvPr>
            <p:ph type="title" hasCustomPrompt="1"/>
          </p:nvPr>
        </p:nvSpPr>
        <p:spPr>
          <a:xfrm>
            <a:off x="1483375" y="1807300"/>
            <a:ext cx="1067100" cy="4068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chemeClr val="lt1"/>
              </a:buClr>
              <a:buSzPts val="6000"/>
              <a:buNone/>
              <a:defRPr sz="3000">
                <a:solidFill>
                  <a:schemeClr val="dk1"/>
                </a:solidFill>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3189" name="Google Shape;3189;p27"/>
          <p:cNvSpPr txBox="1"/>
          <p:nvPr>
            <p:ph type="subTitle" idx="1"/>
          </p:nvPr>
        </p:nvSpPr>
        <p:spPr>
          <a:xfrm>
            <a:off x="938500" y="3474325"/>
            <a:ext cx="2173200" cy="881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PT Sans" panose="020B0503020203020204"/>
              <a:buNone/>
              <a:defRPr/>
            </a:lvl1pPr>
            <a:lvl2pPr lvl="1" algn="ctr" rtl="0">
              <a:lnSpc>
                <a:spcPct val="100000"/>
              </a:lnSpc>
              <a:spcBef>
                <a:spcPts val="0"/>
              </a:spcBef>
              <a:spcAft>
                <a:spcPts val="0"/>
              </a:spcAft>
              <a:buSzPts val="2100"/>
              <a:buNone/>
              <a:defRPr sz="2100"/>
            </a:lvl2pPr>
            <a:lvl3pPr lvl="2" algn="ctr" rtl="0">
              <a:lnSpc>
                <a:spcPct val="100000"/>
              </a:lnSpc>
              <a:spcBef>
                <a:spcPts val="0"/>
              </a:spcBef>
              <a:spcAft>
                <a:spcPts val="0"/>
              </a:spcAft>
              <a:buSzPts val="2100"/>
              <a:buNone/>
              <a:defRPr sz="2100"/>
            </a:lvl3pPr>
            <a:lvl4pPr lvl="3" algn="ctr" rtl="0">
              <a:lnSpc>
                <a:spcPct val="100000"/>
              </a:lnSpc>
              <a:spcBef>
                <a:spcPts val="0"/>
              </a:spcBef>
              <a:spcAft>
                <a:spcPts val="0"/>
              </a:spcAft>
              <a:buSzPts val="2100"/>
              <a:buFont typeface="PT Sans" panose="020B0503020203020204"/>
              <a:buNone/>
              <a:defRPr sz="2100">
                <a:latin typeface="PT Sans" panose="020B0503020203020204"/>
                <a:ea typeface="PT Sans" panose="020B0503020203020204"/>
                <a:cs typeface="PT Sans" panose="020B0503020203020204"/>
                <a:sym typeface="PT Sans" panose="020B0503020203020204"/>
              </a:defRPr>
            </a:lvl4pPr>
            <a:lvl5pPr lvl="4" algn="ctr" rtl="0">
              <a:lnSpc>
                <a:spcPct val="100000"/>
              </a:lnSpc>
              <a:spcBef>
                <a:spcPts val="0"/>
              </a:spcBef>
              <a:spcAft>
                <a:spcPts val="0"/>
              </a:spcAft>
              <a:buSzPts val="2100"/>
              <a:buFont typeface="PT Sans" panose="020B0503020203020204"/>
              <a:buNone/>
              <a:defRPr sz="2100">
                <a:latin typeface="PT Sans" panose="020B0503020203020204"/>
                <a:ea typeface="PT Sans" panose="020B0503020203020204"/>
                <a:cs typeface="PT Sans" panose="020B0503020203020204"/>
                <a:sym typeface="PT Sans" panose="020B0503020203020204"/>
              </a:defRPr>
            </a:lvl5pPr>
            <a:lvl6pPr lvl="5" algn="ctr" rtl="0">
              <a:lnSpc>
                <a:spcPct val="100000"/>
              </a:lnSpc>
              <a:spcBef>
                <a:spcPts val="0"/>
              </a:spcBef>
              <a:spcAft>
                <a:spcPts val="0"/>
              </a:spcAft>
              <a:buSzPts val="2100"/>
              <a:buFont typeface="PT Sans" panose="020B0503020203020204"/>
              <a:buNone/>
              <a:defRPr sz="2100">
                <a:latin typeface="PT Sans" panose="020B0503020203020204"/>
                <a:ea typeface="PT Sans" panose="020B0503020203020204"/>
                <a:cs typeface="PT Sans" panose="020B0503020203020204"/>
                <a:sym typeface="PT Sans" panose="020B0503020203020204"/>
              </a:defRPr>
            </a:lvl6pPr>
            <a:lvl7pPr lvl="6" algn="ctr" rtl="0">
              <a:lnSpc>
                <a:spcPct val="100000"/>
              </a:lnSpc>
              <a:spcBef>
                <a:spcPts val="0"/>
              </a:spcBef>
              <a:spcAft>
                <a:spcPts val="0"/>
              </a:spcAft>
              <a:buSzPts val="2100"/>
              <a:buFont typeface="PT Sans" panose="020B0503020203020204"/>
              <a:buNone/>
              <a:defRPr sz="2100">
                <a:latin typeface="PT Sans" panose="020B0503020203020204"/>
                <a:ea typeface="PT Sans" panose="020B0503020203020204"/>
                <a:cs typeface="PT Sans" panose="020B0503020203020204"/>
                <a:sym typeface="PT Sans" panose="020B0503020203020204"/>
              </a:defRPr>
            </a:lvl7pPr>
            <a:lvl8pPr lvl="7" algn="ctr" rtl="0">
              <a:lnSpc>
                <a:spcPct val="100000"/>
              </a:lnSpc>
              <a:spcBef>
                <a:spcPts val="0"/>
              </a:spcBef>
              <a:spcAft>
                <a:spcPts val="0"/>
              </a:spcAft>
              <a:buSzPts val="2100"/>
              <a:buFont typeface="PT Sans" panose="020B0503020203020204"/>
              <a:buNone/>
              <a:defRPr sz="2100">
                <a:latin typeface="PT Sans" panose="020B0503020203020204"/>
                <a:ea typeface="PT Sans" panose="020B0503020203020204"/>
                <a:cs typeface="PT Sans" panose="020B0503020203020204"/>
                <a:sym typeface="PT Sans" panose="020B0503020203020204"/>
              </a:defRPr>
            </a:lvl8pPr>
            <a:lvl9pPr lvl="8" algn="ctr" rtl="0">
              <a:lnSpc>
                <a:spcPct val="100000"/>
              </a:lnSpc>
              <a:spcBef>
                <a:spcPts val="0"/>
              </a:spcBef>
              <a:spcAft>
                <a:spcPts val="0"/>
              </a:spcAft>
              <a:buSzPts val="2100"/>
              <a:buFont typeface="PT Sans" panose="020B0503020203020204"/>
              <a:buNone/>
              <a:defRPr sz="2100">
                <a:latin typeface="PT Sans" panose="020B0503020203020204"/>
                <a:ea typeface="PT Sans" panose="020B0503020203020204"/>
                <a:cs typeface="PT Sans" panose="020B0503020203020204"/>
                <a:sym typeface="PT Sans" panose="020B0503020203020204"/>
              </a:defRPr>
            </a:lvl9pPr>
          </a:lstStyle>
          <a:p/>
        </p:txBody>
      </p:sp>
      <p:sp>
        <p:nvSpPr>
          <p:cNvPr id="3190" name="Google Shape;3190;p27"/>
          <p:cNvSpPr txBox="1"/>
          <p:nvPr>
            <p:ph type="subTitle" idx="2"/>
          </p:nvPr>
        </p:nvSpPr>
        <p:spPr>
          <a:xfrm>
            <a:off x="938500" y="2977300"/>
            <a:ext cx="2173200" cy="5055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dk1"/>
              </a:buClr>
              <a:buSzPts val="2400"/>
              <a:buFont typeface="Bebas Neue" panose="020B0606020202050201"/>
              <a:buNone/>
              <a:defRPr sz="2400">
                <a:solidFill>
                  <a:schemeClr val="dk1"/>
                </a:solidFill>
                <a:latin typeface="Averia Serif Libre" panose="02000603000000000004"/>
                <a:ea typeface="Averia Serif Libre" panose="02000603000000000004"/>
                <a:cs typeface="Averia Serif Libre" panose="02000603000000000004"/>
                <a:sym typeface="Averia Serif Libre" panose="02000603000000000004"/>
              </a:defRPr>
            </a:lvl1pPr>
            <a:lvl2pPr lvl="1" algn="ctr" rtl="0">
              <a:lnSpc>
                <a:spcPct val="100000"/>
              </a:lnSpc>
              <a:spcBef>
                <a:spcPts val="0"/>
              </a:spcBef>
              <a:spcAft>
                <a:spcPts val="0"/>
              </a:spcAft>
              <a:buClr>
                <a:schemeClr val="dk1"/>
              </a:buClr>
              <a:buSzPts val="2400"/>
              <a:buFont typeface="Bebas Neue" panose="020B0606020202050201"/>
              <a:buNone/>
              <a:defRPr sz="2400">
                <a:solidFill>
                  <a:schemeClr val="dk1"/>
                </a:solidFill>
                <a:latin typeface="Bebas Neue" panose="020B0606020202050201"/>
                <a:ea typeface="Bebas Neue" panose="020B0606020202050201"/>
                <a:cs typeface="Bebas Neue" panose="020B0606020202050201"/>
                <a:sym typeface="Bebas Neue" panose="020B0606020202050201"/>
              </a:defRPr>
            </a:lvl2pPr>
            <a:lvl3pPr lvl="2" algn="ctr" rtl="0">
              <a:lnSpc>
                <a:spcPct val="100000"/>
              </a:lnSpc>
              <a:spcBef>
                <a:spcPts val="0"/>
              </a:spcBef>
              <a:spcAft>
                <a:spcPts val="0"/>
              </a:spcAft>
              <a:buClr>
                <a:schemeClr val="dk1"/>
              </a:buClr>
              <a:buSzPts val="2400"/>
              <a:buFont typeface="Bebas Neue" panose="020B0606020202050201"/>
              <a:buNone/>
              <a:defRPr sz="2400">
                <a:solidFill>
                  <a:schemeClr val="dk1"/>
                </a:solidFill>
                <a:latin typeface="Bebas Neue" panose="020B0606020202050201"/>
                <a:ea typeface="Bebas Neue" panose="020B0606020202050201"/>
                <a:cs typeface="Bebas Neue" panose="020B0606020202050201"/>
                <a:sym typeface="Bebas Neue" panose="020B0606020202050201"/>
              </a:defRPr>
            </a:lvl3pPr>
            <a:lvl4pPr lvl="3" algn="ctr" rtl="0">
              <a:lnSpc>
                <a:spcPct val="100000"/>
              </a:lnSpc>
              <a:spcBef>
                <a:spcPts val="0"/>
              </a:spcBef>
              <a:spcAft>
                <a:spcPts val="0"/>
              </a:spcAft>
              <a:buClr>
                <a:schemeClr val="dk1"/>
              </a:buClr>
              <a:buSzPts val="2400"/>
              <a:buFont typeface="Bebas Neue" panose="020B0606020202050201"/>
              <a:buNone/>
              <a:defRPr sz="2400">
                <a:solidFill>
                  <a:schemeClr val="dk1"/>
                </a:solidFill>
                <a:latin typeface="Bebas Neue" panose="020B0606020202050201"/>
                <a:ea typeface="Bebas Neue" panose="020B0606020202050201"/>
                <a:cs typeface="Bebas Neue" panose="020B0606020202050201"/>
                <a:sym typeface="Bebas Neue" panose="020B0606020202050201"/>
              </a:defRPr>
            </a:lvl4pPr>
            <a:lvl5pPr lvl="4" algn="ctr" rtl="0">
              <a:lnSpc>
                <a:spcPct val="100000"/>
              </a:lnSpc>
              <a:spcBef>
                <a:spcPts val="0"/>
              </a:spcBef>
              <a:spcAft>
                <a:spcPts val="0"/>
              </a:spcAft>
              <a:buClr>
                <a:schemeClr val="dk1"/>
              </a:buClr>
              <a:buSzPts val="2400"/>
              <a:buFont typeface="Bebas Neue" panose="020B0606020202050201"/>
              <a:buNone/>
              <a:defRPr sz="2400">
                <a:solidFill>
                  <a:schemeClr val="dk1"/>
                </a:solidFill>
                <a:latin typeface="Bebas Neue" panose="020B0606020202050201"/>
                <a:ea typeface="Bebas Neue" panose="020B0606020202050201"/>
                <a:cs typeface="Bebas Neue" panose="020B0606020202050201"/>
                <a:sym typeface="Bebas Neue" panose="020B0606020202050201"/>
              </a:defRPr>
            </a:lvl5pPr>
            <a:lvl6pPr lvl="5" algn="ctr" rtl="0">
              <a:lnSpc>
                <a:spcPct val="100000"/>
              </a:lnSpc>
              <a:spcBef>
                <a:spcPts val="0"/>
              </a:spcBef>
              <a:spcAft>
                <a:spcPts val="0"/>
              </a:spcAft>
              <a:buClr>
                <a:schemeClr val="dk1"/>
              </a:buClr>
              <a:buSzPts val="2400"/>
              <a:buFont typeface="Bebas Neue" panose="020B0606020202050201"/>
              <a:buNone/>
              <a:defRPr sz="2400">
                <a:solidFill>
                  <a:schemeClr val="dk1"/>
                </a:solidFill>
                <a:latin typeface="Bebas Neue" panose="020B0606020202050201"/>
                <a:ea typeface="Bebas Neue" panose="020B0606020202050201"/>
                <a:cs typeface="Bebas Neue" panose="020B0606020202050201"/>
                <a:sym typeface="Bebas Neue" panose="020B0606020202050201"/>
              </a:defRPr>
            </a:lvl6pPr>
            <a:lvl7pPr lvl="6" algn="ctr" rtl="0">
              <a:lnSpc>
                <a:spcPct val="100000"/>
              </a:lnSpc>
              <a:spcBef>
                <a:spcPts val="0"/>
              </a:spcBef>
              <a:spcAft>
                <a:spcPts val="0"/>
              </a:spcAft>
              <a:buClr>
                <a:schemeClr val="dk1"/>
              </a:buClr>
              <a:buSzPts val="2400"/>
              <a:buFont typeface="Bebas Neue" panose="020B0606020202050201"/>
              <a:buNone/>
              <a:defRPr sz="2400">
                <a:solidFill>
                  <a:schemeClr val="dk1"/>
                </a:solidFill>
                <a:latin typeface="Bebas Neue" panose="020B0606020202050201"/>
                <a:ea typeface="Bebas Neue" panose="020B0606020202050201"/>
                <a:cs typeface="Bebas Neue" panose="020B0606020202050201"/>
                <a:sym typeface="Bebas Neue" panose="020B0606020202050201"/>
              </a:defRPr>
            </a:lvl7pPr>
            <a:lvl8pPr lvl="7" algn="ctr" rtl="0">
              <a:lnSpc>
                <a:spcPct val="100000"/>
              </a:lnSpc>
              <a:spcBef>
                <a:spcPts val="0"/>
              </a:spcBef>
              <a:spcAft>
                <a:spcPts val="0"/>
              </a:spcAft>
              <a:buClr>
                <a:schemeClr val="dk1"/>
              </a:buClr>
              <a:buSzPts val="2400"/>
              <a:buFont typeface="Bebas Neue" panose="020B0606020202050201"/>
              <a:buNone/>
              <a:defRPr sz="2400">
                <a:solidFill>
                  <a:schemeClr val="dk1"/>
                </a:solidFill>
                <a:latin typeface="Bebas Neue" panose="020B0606020202050201"/>
                <a:ea typeface="Bebas Neue" panose="020B0606020202050201"/>
                <a:cs typeface="Bebas Neue" panose="020B0606020202050201"/>
                <a:sym typeface="Bebas Neue" panose="020B0606020202050201"/>
              </a:defRPr>
            </a:lvl8pPr>
            <a:lvl9pPr lvl="8" algn="ctr" rtl="0">
              <a:lnSpc>
                <a:spcPct val="100000"/>
              </a:lnSpc>
              <a:spcBef>
                <a:spcPts val="0"/>
              </a:spcBef>
              <a:spcAft>
                <a:spcPts val="0"/>
              </a:spcAft>
              <a:buClr>
                <a:schemeClr val="dk1"/>
              </a:buClr>
              <a:buSzPts val="2400"/>
              <a:buFont typeface="Bebas Neue" panose="020B0606020202050201"/>
              <a:buNone/>
              <a:defRPr sz="2400">
                <a:solidFill>
                  <a:schemeClr val="dk1"/>
                </a:solidFill>
                <a:latin typeface="Bebas Neue" panose="020B0606020202050201"/>
                <a:ea typeface="Bebas Neue" panose="020B0606020202050201"/>
                <a:cs typeface="Bebas Neue" panose="020B0606020202050201"/>
                <a:sym typeface="Bebas Neue" panose="020B0606020202050201"/>
              </a:defRPr>
            </a:lvl9pPr>
          </a:lstStyle>
          <a:p/>
        </p:txBody>
      </p:sp>
      <p:sp>
        <p:nvSpPr>
          <p:cNvPr id="3191" name="Google Shape;3191;p27"/>
          <p:cNvSpPr txBox="1"/>
          <p:nvPr>
            <p:ph type="title" idx="3" hasCustomPrompt="1"/>
          </p:nvPr>
        </p:nvSpPr>
        <p:spPr>
          <a:xfrm>
            <a:off x="4033775" y="1807300"/>
            <a:ext cx="1067100" cy="4068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chemeClr val="lt1"/>
              </a:buClr>
              <a:buSzPts val="6000"/>
              <a:buNone/>
              <a:defRPr sz="3000">
                <a:solidFill>
                  <a:schemeClr val="dk1"/>
                </a:solidFill>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3192" name="Google Shape;3192;p27"/>
          <p:cNvSpPr txBox="1"/>
          <p:nvPr>
            <p:ph type="subTitle" idx="4"/>
          </p:nvPr>
        </p:nvSpPr>
        <p:spPr>
          <a:xfrm>
            <a:off x="3485400" y="3474325"/>
            <a:ext cx="2173200" cy="881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PT Sans" panose="020B0503020203020204"/>
              <a:buNone/>
              <a:defRPr/>
            </a:lvl1pPr>
            <a:lvl2pPr lvl="1" algn="ctr" rtl="0">
              <a:lnSpc>
                <a:spcPct val="100000"/>
              </a:lnSpc>
              <a:spcBef>
                <a:spcPts val="0"/>
              </a:spcBef>
              <a:spcAft>
                <a:spcPts val="0"/>
              </a:spcAft>
              <a:buSzPts val="2100"/>
              <a:buNone/>
              <a:defRPr sz="2100"/>
            </a:lvl2pPr>
            <a:lvl3pPr lvl="2" algn="ctr" rtl="0">
              <a:lnSpc>
                <a:spcPct val="100000"/>
              </a:lnSpc>
              <a:spcBef>
                <a:spcPts val="0"/>
              </a:spcBef>
              <a:spcAft>
                <a:spcPts val="0"/>
              </a:spcAft>
              <a:buSzPts val="2100"/>
              <a:buNone/>
              <a:defRPr sz="2100"/>
            </a:lvl3pPr>
            <a:lvl4pPr lvl="3" algn="ctr" rtl="0">
              <a:lnSpc>
                <a:spcPct val="100000"/>
              </a:lnSpc>
              <a:spcBef>
                <a:spcPts val="0"/>
              </a:spcBef>
              <a:spcAft>
                <a:spcPts val="0"/>
              </a:spcAft>
              <a:buSzPts val="2100"/>
              <a:buFont typeface="PT Sans" panose="020B0503020203020204"/>
              <a:buNone/>
              <a:defRPr sz="2100">
                <a:latin typeface="PT Sans" panose="020B0503020203020204"/>
                <a:ea typeface="PT Sans" panose="020B0503020203020204"/>
                <a:cs typeface="PT Sans" panose="020B0503020203020204"/>
                <a:sym typeface="PT Sans" panose="020B0503020203020204"/>
              </a:defRPr>
            </a:lvl4pPr>
            <a:lvl5pPr lvl="4" algn="ctr" rtl="0">
              <a:lnSpc>
                <a:spcPct val="100000"/>
              </a:lnSpc>
              <a:spcBef>
                <a:spcPts val="0"/>
              </a:spcBef>
              <a:spcAft>
                <a:spcPts val="0"/>
              </a:spcAft>
              <a:buSzPts val="2100"/>
              <a:buFont typeface="PT Sans" panose="020B0503020203020204"/>
              <a:buNone/>
              <a:defRPr sz="2100">
                <a:latin typeface="PT Sans" panose="020B0503020203020204"/>
                <a:ea typeface="PT Sans" panose="020B0503020203020204"/>
                <a:cs typeface="PT Sans" panose="020B0503020203020204"/>
                <a:sym typeface="PT Sans" panose="020B0503020203020204"/>
              </a:defRPr>
            </a:lvl5pPr>
            <a:lvl6pPr lvl="5" algn="ctr" rtl="0">
              <a:lnSpc>
                <a:spcPct val="100000"/>
              </a:lnSpc>
              <a:spcBef>
                <a:spcPts val="0"/>
              </a:spcBef>
              <a:spcAft>
                <a:spcPts val="0"/>
              </a:spcAft>
              <a:buSzPts val="2100"/>
              <a:buFont typeface="PT Sans" panose="020B0503020203020204"/>
              <a:buNone/>
              <a:defRPr sz="2100">
                <a:latin typeface="PT Sans" panose="020B0503020203020204"/>
                <a:ea typeface="PT Sans" panose="020B0503020203020204"/>
                <a:cs typeface="PT Sans" panose="020B0503020203020204"/>
                <a:sym typeface="PT Sans" panose="020B0503020203020204"/>
              </a:defRPr>
            </a:lvl6pPr>
            <a:lvl7pPr lvl="6" algn="ctr" rtl="0">
              <a:lnSpc>
                <a:spcPct val="100000"/>
              </a:lnSpc>
              <a:spcBef>
                <a:spcPts val="0"/>
              </a:spcBef>
              <a:spcAft>
                <a:spcPts val="0"/>
              </a:spcAft>
              <a:buSzPts val="2100"/>
              <a:buFont typeface="PT Sans" panose="020B0503020203020204"/>
              <a:buNone/>
              <a:defRPr sz="2100">
                <a:latin typeface="PT Sans" panose="020B0503020203020204"/>
                <a:ea typeface="PT Sans" panose="020B0503020203020204"/>
                <a:cs typeface="PT Sans" panose="020B0503020203020204"/>
                <a:sym typeface="PT Sans" panose="020B0503020203020204"/>
              </a:defRPr>
            </a:lvl7pPr>
            <a:lvl8pPr lvl="7" algn="ctr" rtl="0">
              <a:lnSpc>
                <a:spcPct val="100000"/>
              </a:lnSpc>
              <a:spcBef>
                <a:spcPts val="0"/>
              </a:spcBef>
              <a:spcAft>
                <a:spcPts val="0"/>
              </a:spcAft>
              <a:buSzPts val="2100"/>
              <a:buFont typeface="PT Sans" panose="020B0503020203020204"/>
              <a:buNone/>
              <a:defRPr sz="2100">
                <a:latin typeface="PT Sans" panose="020B0503020203020204"/>
                <a:ea typeface="PT Sans" panose="020B0503020203020204"/>
                <a:cs typeface="PT Sans" panose="020B0503020203020204"/>
                <a:sym typeface="PT Sans" panose="020B0503020203020204"/>
              </a:defRPr>
            </a:lvl8pPr>
            <a:lvl9pPr lvl="8" algn="ctr" rtl="0">
              <a:lnSpc>
                <a:spcPct val="100000"/>
              </a:lnSpc>
              <a:spcBef>
                <a:spcPts val="0"/>
              </a:spcBef>
              <a:spcAft>
                <a:spcPts val="0"/>
              </a:spcAft>
              <a:buSzPts val="2100"/>
              <a:buFont typeface="PT Sans" panose="020B0503020203020204"/>
              <a:buNone/>
              <a:defRPr sz="2100">
                <a:latin typeface="PT Sans" panose="020B0503020203020204"/>
                <a:ea typeface="PT Sans" panose="020B0503020203020204"/>
                <a:cs typeface="PT Sans" panose="020B0503020203020204"/>
                <a:sym typeface="PT Sans" panose="020B0503020203020204"/>
              </a:defRPr>
            </a:lvl9pPr>
          </a:lstStyle>
          <a:p/>
        </p:txBody>
      </p:sp>
      <p:sp>
        <p:nvSpPr>
          <p:cNvPr id="3193" name="Google Shape;3193;p27"/>
          <p:cNvSpPr txBox="1"/>
          <p:nvPr>
            <p:ph type="subTitle" idx="5"/>
          </p:nvPr>
        </p:nvSpPr>
        <p:spPr>
          <a:xfrm>
            <a:off x="3485400" y="2977300"/>
            <a:ext cx="2173200" cy="5055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dk1"/>
              </a:buClr>
              <a:buSzPts val="2400"/>
              <a:buFont typeface="Bebas Neue" panose="020B0606020202050201"/>
              <a:buNone/>
              <a:defRPr sz="2400">
                <a:solidFill>
                  <a:schemeClr val="dk1"/>
                </a:solidFill>
                <a:latin typeface="Averia Serif Libre" panose="02000603000000000004"/>
                <a:ea typeface="Averia Serif Libre" panose="02000603000000000004"/>
                <a:cs typeface="Averia Serif Libre" panose="02000603000000000004"/>
                <a:sym typeface="Averia Serif Libre" panose="02000603000000000004"/>
              </a:defRPr>
            </a:lvl1pPr>
            <a:lvl2pPr lvl="1" algn="ctr" rtl="0">
              <a:lnSpc>
                <a:spcPct val="100000"/>
              </a:lnSpc>
              <a:spcBef>
                <a:spcPts val="0"/>
              </a:spcBef>
              <a:spcAft>
                <a:spcPts val="0"/>
              </a:spcAft>
              <a:buClr>
                <a:schemeClr val="dk1"/>
              </a:buClr>
              <a:buSzPts val="2400"/>
              <a:buFont typeface="Bebas Neue" panose="020B0606020202050201"/>
              <a:buNone/>
              <a:defRPr sz="2400">
                <a:solidFill>
                  <a:schemeClr val="dk1"/>
                </a:solidFill>
                <a:latin typeface="Bebas Neue" panose="020B0606020202050201"/>
                <a:ea typeface="Bebas Neue" panose="020B0606020202050201"/>
                <a:cs typeface="Bebas Neue" panose="020B0606020202050201"/>
                <a:sym typeface="Bebas Neue" panose="020B0606020202050201"/>
              </a:defRPr>
            </a:lvl2pPr>
            <a:lvl3pPr lvl="2" algn="ctr" rtl="0">
              <a:lnSpc>
                <a:spcPct val="100000"/>
              </a:lnSpc>
              <a:spcBef>
                <a:spcPts val="0"/>
              </a:spcBef>
              <a:spcAft>
                <a:spcPts val="0"/>
              </a:spcAft>
              <a:buClr>
                <a:schemeClr val="dk1"/>
              </a:buClr>
              <a:buSzPts val="2400"/>
              <a:buFont typeface="Bebas Neue" panose="020B0606020202050201"/>
              <a:buNone/>
              <a:defRPr sz="2400">
                <a:solidFill>
                  <a:schemeClr val="dk1"/>
                </a:solidFill>
                <a:latin typeface="Bebas Neue" panose="020B0606020202050201"/>
                <a:ea typeface="Bebas Neue" panose="020B0606020202050201"/>
                <a:cs typeface="Bebas Neue" panose="020B0606020202050201"/>
                <a:sym typeface="Bebas Neue" panose="020B0606020202050201"/>
              </a:defRPr>
            </a:lvl3pPr>
            <a:lvl4pPr lvl="3" algn="ctr" rtl="0">
              <a:lnSpc>
                <a:spcPct val="100000"/>
              </a:lnSpc>
              <a:spcBef>
                <a:spcPts val="0"/>
              </a:spcBef>
              <a:spcAft>
                <a:spcPts val="0"/>
              </a:spcAft>
              <a:buClr>
                <a:schemeClr val="dk1"/>
              </a:buClr>
              <a:buSzPts val="2400"/>
              <a:buFont typeface="Bebas Neue" panose="020B0606020202050201"/>
              <a:buNone/>
              <a:defRPr sz="2400">
                <a:solidFill>
                  <a:schemeClr val="dk1"/>
                </a:solidFill>
                <a:latin typeface="Bebas Neue" panose="020B0606020202050201"/>
                <a:ea typeface="Bebas Neue" panose="020B0606020202050201"/>
                <a:cs typeface="Bebas Neue" panose="020B0606020202050201"/>
                <a:sym typeface="Bebas Neue" panose="020B0606020202050201"/>
              </a:defRPr>
            </a:lvl4pPr>
            <a:lvl5pPr lvl="4" algn="ctr" rtl="0">
              <a:lnSpc>
                <a:spcPct val="100000"/>
              </a:lnSpc>
              <a:spcBef>
                <a:spcPts val="0"/>
              </a:spcBef>
              <a:spcAft>
                <a:spcPts val="0"/>
              </a:spcAft>
              <a:buClr>
                <a:schemeClr val="dk1"/>
              </a:buClr>
              <a:buSzPts val="2400"/>
              <a:buFont typeface="Bebas Neue" panose="020B0606020202050201"/>
              <a:buNone/>
              <a:defRPr sz="2400">
                <a:solidFill>
                  <a:schemeClr val="dk1"/>
                </a:solidFill>
                <a:latin typeface="Bebas Neue" panose="020B0606020202050201"/>
                <a:ea typeface="Bebas Neue" panose="020B0606020202050201"/>
                <a:cs typeface="Bebas Neue" panose="020B0606020202050201"/>
                <a:sym typeface="Bebas Neue" panose="020B0606020202050201"/>
              </a:defRPr>
            </a:lvl5pPr>
            <a:lvl6pPr lvl="5" algn="ctr" rtl="0">
              <a:lnSpc>
                <a:spcPct val="100000"/>
              </a:lnSpc>
              <a:spcBef>
                <a:spcPts val="0"/>
              </a:spcBef>
              <a:spcAft>
                <a:spcPts val="0"/>
              </a:spcAft>
              <a:buClr>
                <a:schemeClr val="dk1"/>
              </a:buClr>
              <a:buSzPts val="2400"/>
              <a:buFont typeface="Bebas Neue" panose="020B0606020202050201"/>
              <a:buNone/>
              <a:defRPr sz="2400">
                <a:solidFill>
                  <a:schemeClr val="dk1"/>
                </a:solidFill>
                <a:latin typeface="Bebas Neue" panose="020B0606020202050201"/>
                <a:ea typeface="Bebas Neue" panose="020B0606020202050201"/>
                <a:cs typeface="Bebas Neue" panose="020B0606020202050201"/>
                <a:sym typeface="Bebas Neue" panose="020B0606020202050201"/>
              </a:defRPr>
            </a:lvl6pPr>
            <a:lvl7pPr lvl="6" algn="ctr" rtl="0">
              <a:lnSpc>
                <a:spcPct val="100000"/>
              </a:lnSpc>
              <a:spcBef>
                <a:spcPts val="0"/>
              </a:spcBef>
              <a:spcAft>
                <a:spcPts val="0"/>
              </a:spcAft>
              <a:buClr>
                <a:schemeClr val="dk1"/>
              </a:buClr>
              <a:buSzPts val="2400"/>
              <a:buFont typeface="Bebas Neue" panose="020B0606020202050201"/>
              <a:buNone/>
              <a:defRPr sz="2400">
                <a:solidFill>
                  <a:schemeClr val="dk1"/>
                </a:solidFill>
                <a:latin typeface="Bebas Neue" panose="020B0606020202050201"/>
                <a:ea typeface="Bebas Neue" panose="020B0606020202050201"/>
                <a:cs typeface="Bebas Neue" panose="020B0606020202050201"/>
                <a:sym typeface="Bebas Neue" panose="020B0606020202050201"/>
              </a:defRPr>
            </a:lvl7pPr>
            <a:lvl8pPr lvl="7" algn="ctr" rtl="0">
              <a:lnSpc>
                <a:spcPct val="100000"/>
              </a:lnSpc>
              <a:spcBef>
                <a:spcPts val="0"/>
              </a:spcBef>
              <a:spcAft>
                <a:spcPts val="0"/>
              </a:spcAft>
              <a:buClr>
                <a:schemeClr val="dk1"/>
              </a:buClr>
              <a:buSzPts val="2400"/>
              <a:buFont typeface="Bebas Neue" panose="020B0606020202050201"/>
              <a:buNone/>
              <a:defRPr sz="2400">
                <a:solidFill>
                  <a:schemeClr val="dk1"/>
                </a:solidFill>
                <a:latin typeface="Bebas Neue" panose="020B0606020202050201"/>
                <a:ea typeface="Bebas Neue" panose="020B0606020202050201"/>
                <a:cs typeface="Bebas Neue" panose="020B0606020202050201"/>
                <a:sym typeface="Bebas Neue" panose="020B0606020202050201"/>
              </a:defRPr>
            </a:lvl8pPr>
            <a:lvl9pPr lvl="8" algn="ctr" rtl="0">
              <a:lnSpc>
                <a:spcPct val="100000"/>
              </a:lnSpc>
              <a:spcBef>
                <a:spcPts val="0"/>
              </a:spcBef>
              <a:spcAft>
                <a:spcPts val="0"/>
              </a:spcAft>
              <a:buClr>
                <a:schemeClr val="dk1"/>
              </a:buClr>
              <a:buSzPts val="2400"/>
              <a:buFont typeface="Bebas Neue" panose="020B0606020202050201"/>
              <a:buNone/>
              <a:defRPr sz="2400">
                <a:solidFill>
                  <a:schemeClr val="dk1"/>
                </a:solidFill>
                <a:latin typeface="Bebas Neue" panose="020B0606020202050201"/>
                <a:ea typeface="Bebas Neue" panose="020B0606020202050201"/>
                <a:cs typeface="Bebas Neue" panose="020B0606020202050201"/>
                <a:sym typeface="Bebas Neue" panose="020B0606020202050201"/>
              </a:defRPr>
            </a:lvl9pPr>
          </a:lstStyle>
          <a:p/>
        </p:txBody>
      </p:sp>
      <p:sp>
        <p:nvSpPr>
          <p:cNvPr id="3194" name="Google Shape;3194;p27"/>
          <p:cNvSpPr txBox="1"/>
          <p:nvPr>
            <p:ph type="title" idx="6" hasCustomPrompt="1"/>
          </p:nvPr>
        </p:nvSpPr>
        <p:spPr>
          <a:xfrm>
            <a:off x="6593525" y="1807300"/>
            <a:ext cx="1067100" cy="4068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chemeClr val="lt1"/>
              </a:buClr>
              <a:buSzPts val="6000"/>
              <a:buNone/>
              <a:defRPr sz="3000">
                <a:solidFill>
                  <a:schemeClr val="dk1"/>
                </a:solidFill>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3195" name="Google Shape;3195;p27"/>
          <p:cNvSpPr txBox="1"/>
          <p:nvPr>
            <p:ph type="subTitle" idx="7"/>
          </p:nvPr>
        </p:nvSpPr>
        <p:spPr>
          <a:xfrm>
            <a:off x="6032300" y="3474325"/>
            <a:ext cx="2173200" cy="881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PT Sans" panose="020B0503020203020204"/>
              <a:buNone/>
              <a:defRPr/>
            </a:lvl1pPr>
            <a:lvl2pPr lvl="1" algn="ctr" rtl="0">
              <a:lnSpc>
                <a:spcPct val="100000"/>
              </a:lnSpc>
              <a:spcBef>
                <a:spcPts val="0"/>
              </a:spcBef>
              <a:spcAft>
                <a:spcPts val="0"/>
              </a:spcAft>
              <a:buSzPts val="2100"/>
              <a:buNone/>
              <a:defRPr sz="2100"/>
            </a:lvl2pPr>
            <a:lvl3pPr lvl="2" algn="ctr" rtl="0">
              <a:lnSpc>
                <a:spcPct val="100000"/>
              </a:lnSpc>
              <a:spcBef>
                <a:spcPts val="0"/>
              </a:spcBef>
              <a:spcAft>
                <a:spcPts val="0"/>
              </a:spcAft>
              <a:buSzPts val="2100"/>
              <a:buNone/>
              <a:defRPr sz="2100"/>
            </a:lvl3pPr>
            <a:lvl4pPr lvl="3" algn="ctr" rtl="0">
              <a:lnSpc>
                <a:spcPct val="100000"/>
              </a:lnSpc>
              <a:spcBef>
                <a:spcPts val="0"/>
              </a:spcBef>
              <a:spcAft>
                <a:spcPts val="0"/>
              </a:spcAft>
              <a:buSzPts val="2100"/>
              <a:buFont typeface="PT Sans" panose="020B0503020203020204"/>
              <a:buNone/>
              <a:defRPr sz="2100">
                <a:latin typeface="PT Sans" panose="020B0503020203020204"/>
                <a:ea typeface="PT Sans" panose="020B0503020203020204"/>
                <a:cs typeface="PT Sans" panose="020B0503020203020204"/>
                <a:sym typeface="PT Sans" panose="020B0503020203020204"/>
              </a:defRPr>
            </a:lvl4pPr>
            <a:lvl5pPr lvl="4" algn="ctr" rtl="0">
              <a:lnSpc>
                <a:spcPct val="100000"/>
              </a:lnSpc>
              <a:spcBef>
                <a:spcPts val="0"/>
              </a:spcBef>
              <a:spcAft>
                <a:spcPts val="0"/>
              </a:spcAft>
              <a:buSzPts val="2100"/>
              <a:buFont typeface="PT Sans" panose="020B0503020203020204"/>
              <a:buNone/>
              <a:defRPr sz="2100">
                <a:latin typeface="PT Sans" panose="020B0503020203020204"/>
                <a:ea typeface="PT Sans" panose="020B0503020203020204"/>
                <a:cs typeface="PT Sans" panose="020B0503020203020204"/>
                <a:sym typeface="PT Sans" panose="020B0503020203020204"/>
              </a:defRPr>
            </a:lvl5pPr>
            <a:lvl6pPr lvl="5" algn="ctr" rtl="0">
              <a:lnSpc>
                <a:spcPct val="100000"/>
              </a:lnSpc>
              <a:spcBef>
                <a:spcPts val="0"/>
              </a:spcBef>
              <a:spcAft>
                <a:spcPts val="0"/>
              </a:spcAft>
              <a:buSzPts val="2100"/>
              <a:buFont typeface="PT Sans" panose="020B0503020203020204"/>
              <a:buNone/>
              <a:defRPr sz="2100">
                <a:latin typeface="PT Sans" panose="020B0503020203020204"/>
                <a:ea typeface="PT Sans" panose="020B0503020203020204"/>
                <a:cs typeface="PT Sans" panose="020B0503020203020204"/>
                <a:sym typeface="PT Sans" panose="020B0503020203020204"/>
              </a:defRPr>
            </a:lvl6pPr>
            <a:lvl7pPr lvl="6" algn="ctr" rtl="0">
              <a:lnSpc>
                <a:spcPct val="100000"/>
              </a:lnSpc>
              <a:spcBef>
                <a:spcPts val="0"/>
              </a:spcBef>
              <a:spcAft>
                <a:spcPts val="0"/>
              </a:spcAft>
              <a:buSzPts val="2100"/>
              <a:buFont typeface="PT Sans" panose="020B0503020203020204"/>
              <a:buNone/>
              <a:defRPr sz="2100">
                <a:latin typeface="PT Sans" panose="020B0503020203020204"/>
                <a:ea typeface="PT Sans" panose="020B0503020203020204"/>
                <a:cs typeface="PT Sans" panose="020B0503020203020204"/>
                <a:sym typeface="PT Sans" panose="020B0503020203020204"/>
              </a:defRPr>
            </a:lvl7pPr>
            <a:lvl8pPr lvl="7" algn="ctr" rtl="0">
              <a:lnSpc>
                <a:spcPct val="100000"/>
              </a:lnSpc>
              <a:spcBef>
                <a:spcPts val="0"/>
              </a:spcBef>
              <a:spcAft>
                <a:spcPts val="0"/>
              </a:spcAft>
              <a:buSzPts val="2100"/>
              <a:buFont typeface="PT Sans" panose="020B0503020203020204"/>
              <a:buNone/>
              <a:defRPr sz="2100">
                <a:latin typeface="PT Sans" panose="020B0503020203020204"/>
                <a:ea typeface="PT Sans" panose="020B0503020203020204"/>
                <a:cs typeface="PT Sans" panose="020B0503020203020204"/>
                <a:sym typeface="PT Sans" panose="020B0503020203020204"/>
              </a:defRPr>
            </a:lvl8pPr>
            <a:lvl9pPr lvl="8" algn="ctr" rtl="0">
              <a:lnSpc>
                <a:spcPct val="100000"/>
              </a:lnSpc>
              <a:spcBef>
                <a:spcPts val="0"/>
              </a:spcBef>
              <a:spcAft>
                <a:spcPts val="0"/>
              </a:spcAft>
              <a:buSzPts val="2100"/>
              <a:buFont typeface="PT Sans" panose="020B0503020203020204"/>
              <a:buNone/>
              <a:defRPr sz="2100">
                <a:latin typeface="PT Sans" panose="020B0503020203020204"/>
                <a:ea typeface="PT Sans" panose="020B0503020203020204"/>
                <a:cs typeface="PT Sans" panose="020B0503020203020204"/>
                <a:sym typeface="PT Sans" panose="020B0503020203020204"/>
              </a:defRPr>
            </a:lvl9pPr>
          </a:lstStyle>
          <a:p/>
        </p:txBody>
      </p:sp>
      <p:sp>
        <p:nvSpPr>
          <p:cNvPr id="3196" name="Google Shape;3196;p27"/>
          <p:cNvSpPr txBox="1"/>
          <p:nvPr>
            <p:ph type="subTitle" idx="8"/>
          </p:nvPr>
        </p:nvSpPr>
        <p:spPr>
          <a:xfrm>
            <a:off x="6032300" y="2977300"/>
            <a:ext cx="2173200" cy="5055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dk1"/>
              </a:buClr>
              <a:buSzPts val="2400"/>
              <a:buFont typeface="Bebas Neue" panose="020B0606020202050201"/>
              <a:buNone/>
              <a:defRPr sz="2400">
                <a:solidFill>
                  <a:schemeClr val="dk1"/>
                </a:solidFill>
                <a:latin typeface="Averia Serif Libre" panose="02000603000000000004"/>
                <a:ea typeface="Averia Serif Libre" panose="02000603000000000004"/>
                <a:cs typeface="Averia Serif Libre" panose="02000603000000000004"/>
                <a:sym typeface="Averia Serif Libre" panose="02000603000000000004"/>
              </a:defRPr>
            </a:lvl1pPr>
            <a:lvl2pPr lvl="1" algn="ctr" rtl="0">
              <a:lnSpc>
                <a:spcPct val="100000"/>
              </a:lnSpc>
              <a:spcBef>
                <a:spcPts val="0"/>
              </a:spcBef>
              <a:spcAft>
                <a:spcPts val="0"/>
              </a:spcAft>
              <a:buClr>
                <a:schemeClr val="dk1"/>
              </a:buClr>
              <a:buSzPts val="2400"/>
              <a:buFont typeface="Bebas Neue" panose="020B0606020202050201"/>
              <a:buNone/>
              <a:defRPr sz="2400">
                <a:solidFill>
                  <a:schemeClr val="dk1"/>
                </a:solidFill>
                <a:latin typeface="Bebas Neue" panose="020B0606020202050201"/>
                <a:ea typeface="Bebas Neue" panose="020B0606020202050201"/>
                <a:cs typeface="Bebas Neue" panose="020B0606020202050201"/>
                <a:sym typeface="Bebas Neue" panose="020B0606020202050201"/>
              </a:defRPr>
            </a:lvl2pPr>
            <a:lvl3pPr lvl="2" algn="ctr" rtl="0">
              <a:lnSpc>
                <a:spcPct val="100000"/>
              </a:lnSpc>
              <a:spcBef>
                <a:spcPts val="0"/>
              </a:spcBef>
              <a:spcAft>
                <a:spcPts val="0"/>
              </a:spcAft>
              <a:buClr>
                <a:schemeClr val="dk1"/>
              </a:buClr>
              <a:buSzPts val="2400"/>
              <a:buFont typeface="Bebas Neue" panose="020B0606020202050201"/>
              <a:buNone/>
              <a:defRPr sz="2400">
                <a:solidFill>
                  <a:schemeClr val="dk1"/>
                </a:solidFill>
                <a:latin typeface="Bebas Neue" panose="020B0606020202050201"/>
                <a:ea typeface="Bebas Neue" panose="020B0606020202050201"/>
                <a:cs typeface="Bebas Neue" panose="020B0606020202050201"/>
                <a:sym typeface="Bebas Neue" panose="020B0606020202050201"/>
              </a:defRPr>
            </a:lvl3pPr>
            <a:lvl4pPr lvl="3" algn="ctr" rtl="0">
              <a:lnSpc>
                <a:spcPct val="100000"/>
              </a:lnSpc>
              <a:spcBef>
                <a:spcPts val="0"/>
              </a:spcBef>
              <a:spcAft>
                <a:spcPts val="0"/>
              </a:spcAft>
              <a:buClr>
                <a:schemeClr val="dk1"/>
              </a:buClr>
              <a:buSzPts val="2400"/>
              <a:buFont typeface="Bebas Neue" panose="020B0606020202050201"/>
              <a:buNone/>
              <a:defRPr sz="2400">
                <a:solidFill>
                  <a:schemeClr val="dk1"/>
                </a:solidFill>
                <a:latin typeface="Bebas Neue" panose="020B0606020202050201"/>
                <a:ea typeface="Bebas Neue" panose="020B0606020202050201"/>
                <a:cs typeface="Bebas Neue" panose="020B0606020202050201"/>
                <a:sym typeface="Bebas Neue" panose="020B0606020202050201"/>
              </a:defRPr>
            </a:lvl4pPr>
            <a:lvl5pPr lvl="4" algn="ctr" rtl="0">
              <a:lnSpc>
                <a:spcPct val="100000"/>
              </a:lnSpc>
              <a:spcBef>
                <a:spcPts val="0"/>
              </a:spcBef>
              <a:spcAft>
                <a:spcPts val="0"/>
              </a:spcAft>
              <a:buClr>
                <a:schemeClr val="dk1"/>
              </a:buClr>
              <a:buSzPts val="2400"/>
              <a:buFont typeface="Bebas Neue" panose="020B0606020202050201"/>
              <a:buNone/>
              <a:defRPr sz="2400">
                <a:solidFill>
                  <a:schemeClr val="dk1"/>
                </a:solidFill>
                <a:latin typeface="Bebas Neue" panose="020B0606020202050201"/>
                <a:ea typeface="Bebas Neue" panose="020B0606020202050201"/>
                <a:cs typeface="Bebas Neue" panose="020B0606020202050201"/>
                <a:sym typeface="Bebas Neue" panose="020B0606020202050201"/>
              </a:defRPr>
            </a:lvl5pPr>
            <a:lvl6pPr lvl="5" algn="ctr" rtl="0">
              <a:lnSpc>
                <a:spcPct val="100000"/>
              </a:lnSpc>
              <a:spcBef>
                <a:spcPts val="0"/>
              </a:spcBef>
              <a:spcAft>
                <a:spcPts val="0"/>
              </a:spcAft>
              <a:buClr>
                <a:schemeClr val="dk1"/>
              </a:buClr>
              <a:buSzPts val="2400"/>
              <a:buFont typeface="Bebas Neue" panose="020B0606020202050201"/>
              <a:buNone/>
              <a:defRPr sz="2400">
                <a:solidFill>
                  <a:schemeClr val="dk1"/>
                </a:solidFill>
                <a:latin typeface="Bebas Neue" panose="020B0606020202050201"/>
                <a:ea typeface="Bebas Neue" panose="020B0606020202050201"/>
                <a:cs typeface="Bebas Neue" panose="020B0606020202050201"/>
                <a:sym typeface="Bebas Neue" panose="020B0606020202050201"/>
              </a:defRPr>
            </a:lvl6pPr>
            <a:lvl7pPr lvl="6" algn="ctr" rtl="0">
              <a:lnSpc>
                <a:spcPct val="100000"/>
              </a:lnSpc>
              <a:spcBef>
                <a:spcPts val="0"/>
              </a:spcBef>
              <a:spcAft>
                <a:spcPts val="0"/>
              </a:spcAft>
              <a:buClr>
                <a:schemeClr val="dk1"/>
              </a:buClr>
              <a:buSzPts val="2400"/>
              <a:buFont typeface="Bebas Neue" panose="020B0606020202050201"/>
              <a:buNone/>
              <a:defRPr sz="2400">
                <a:solidFill>
                  <a:schemeClr val="dk1"/>
                </a:solidFill>
                <a:latin typeface="Bebas Neue" panose="020B0606020202050201"/>
                <a:ea typeface="Bebas Neue" panose="020B0606020202050201"/>
                <a:cs typeface="Bebas Neue" panose="020B0606020202050201"/>
                <a:sym typeface="Bebas Neue" panose="020B0606020202050201"/>
              </a:defRPr>
            </a:lvl7pPr>
            <a:lvl8pPr lvl="7" algn="ctr" rtl="0">
              <a:lnSpc>
                <a:spcPct val="100000"/>
              </a:lnSpc>
              <a:spcBef>
                <a:spcPts val="0"/>
              </a:spcBef>
              <a:spcAft>
                <a:spcPts val="0"/>
              </a:spcAft>
              <a:buClr>
                <a:schemeClr val="dk1"/>
              </a:buClr>
              <a:buSzPts val="2400"/>
              <a:buFont typeface="Bebas Neue" panose="020B0606020202050201"/>
              <a:buNone/>
              <a:defRPr sz="2400">
                <a:solidFill>
                  <a:schemeClr val="dk1"/>
                </a:solidFill>
                <a:latin typeface="Bebas Neue" panose="020B0606020202050201"/>
                <a:ea typeface="Bebas Neue" panose="020B0606020202050201"/>
                <a:cs typeface="Bebas Neue" panose="020B0606020202050201"/>
                <a:sym typeface="Bebas Neue" panose="020B0606020202050201"/>
              </a:defRPr>
            </a:lvl8pPr>
            <a:lvl9pPr lvl="8" algn="ctr" rtl="0">
              <a:lnSpc>
                <a:spcPct val="100000"/>
              </a:lnSpc>
              <a:spcBef>
                <a:spcPts val="0"/>
              </a:spcBef>
              <a:spcAft>
                <a:spcPts val="0"/>
              </a:spcAft>
              <a:buClr>
                <a:schemeClr val="dk1"/>
              </a:buClr>
              <a:buSzPts val="2400"/>
              <a:buFont typeface="Bebas Neue" panose="020B0606020202050201"/>
              <a:buNone/>
              <a:defRPr sz="2400">
                <a:solidFill>
                  <a:schemeClr val="dk1"/>
                </a:solidFill>
                <a:latin typeface="Bebas Neue" panose="020B0606020202050201"/>
                <a:ea typeface="Bebas Neue" panose="020B0606020202050201"/>
                <a:cs typeface="Bebas Neue" panose="020B0606020202050201"/>
                <a:sym typeface="Bebas Neue" panose="020B0606020202050201"/>
              </a:defRPr>
            </a:lvl9pPr>
          </a:lstStyle>
          <a:p/>
        </p:txBody>
      </p:sp>
      <p:sp>
        <p:nvSpPr>
          <p:cNvPr id="3197" name="Google Shape;3197;p27"/>
          <p:cNvSpPr txBox="1"/>
          <p:nvPr>
            <p:ph type="title" idx="9"/>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3198" name="Google Shape;3198;p27"/>
          <p:cNvGrpSpPr/>
          <p:nvPr/>
        </p:nvGrpSpPr>
        <p:grpSpPr>
          <a:xfrm>
            <a:off x="-1121091" y="4953213"/>
            <a:ext cx="744752" cy="317042"/>
            <a:chOff x="-1377541" y="1119951"/>
            <a:chExt cx="744752" cy="317042"/>
          </a:xfrm>
        </p:grpSpPr>
        <p:sp>
          <p:nvSpPr>
            <p:cNvPr id="3199" name="Google Shape;3199;p27"/>
            <p:cNvSpPr/>
            <p:nvPr/>
          </p:nvSpPr>
          <p:spPr>
            <a:xfrm flipH="1">
              <a:off x="-1048467" y="1177920"/>
              <a:ext cx="415679" cy="246140"/>
            </a:xfrm>
            <a:custGeom>
              <a:avLst/>
              <a:gdLst/>
              <a:ahLst/>
              <a:cxnLst/>
              <a:rect l="l" t="t" r="r" b="b"/>
              <a:pathLst>
                <a:path w="18450" h="10925" extrusionOk="0">
                  <a:moveTo>
                    <a:pt x="6115" y="0"/>
                  </a:moveTo>
                  <a:cubicBezTo>
                    <a:pt x="6078" y="0"/>
                    <a:pt x="6041" y="3"/>
                    <a:pt x="6004" y="9"/>
                  </a:cubicBezTo>
                  <a:lnTo>
                    <a:pt x="5671" y="9"/>
                  </a:lnTo>
                  <a:lnTo>
                    <a:pt x="5371" y="42"/>
                  </a:lnTo>
                  <a:cubicBezTo>
                    <a:pt x="5171" y="109"/>
                    <a:pt x="4937" y="143"/>
                    <a:pt x="4770" y="209"/>
                  </a:cubicBezTo>
                  <a:cubicBezTo>
                    <a:pt x="4603" y="276"/>
                    <a:pt x="4403" y="343"/>
                    <a:pt x="4237" y="443"/>
                  </a:cubicBezTo>
                  <a:cubicBezTo>
                    <a:pt x="4070" y="476"/>
                    <a:pt x="3903" y="610"/>
                    <a:pt x="3736" y="710"/>
                  </a:cubicBezTo>
                  <a:cubicBezTo>
                    <a:pt x="3569" y="810"/>
                    <a:pt x="3436" y="976"/>
                    <a:pt x="3336" y="1110"/>
                  </a:cubicBezTo>
                  <a:cubicBezTo>
                    <a:pt x="3202" y="1210"/>
                    <a:pt x="3069" y="1343"/>
                    <a:pt x="3002" y="1510"/>
                  </a:cubicBezTo>
                  <a:cubicBezTo>
                    <a:pt x="2602" y="2111"/>
                    <a:pt x="2335" y="2678"/>
                    <a:pt x="2068" y="3178"/>
                  </a:cubicBezTo>
                  <a:cubicBezTo>
                    <a:pt x="1835" y="3678"/>
                    <a:pt x="1568" y="4045"/>
                    <a:pt x="1268" y="4346"/>
                  </a:cubicBezTo>
                  <a:cubicBezTo>
                    <a:pt x="1201" y="4379"/>
                    <a:pt x="1168" y="4479"/>
                    <a:pt x="1068" y="4512"/>
                  </a:cubicBezTo>
                  <a:cubicBezTo>
                    <a:pt x="1001" y="4546"/>
                    <a:pt x="934" y="4612"/>
                    <a:pt x="867" y="4646"/>
                  </a:cubicBezTo>
                  <a:cubicBezTo>
                    <a:pt x="734" y="4712"/>
                    <a:pt x="601" y="4779"/>
                    <a:pt x="534" y="4813"/>
                  </a:cubicBezTo>
                  <a:cubicBezTo>
                    <a:pt x="334" y="4879"/>
                    <a:pt x="200" y="4879"/>
                    <a:pt x="200" y="4879"/>
                  </a:cubicBezTo>
                  <a:cubicBezTo>
                    <a:pt x="9" y="4943"/>
                    <a:pt x="1" y="5282"/>
                    <a:pt x="234" y="5282"/>
                  </a:cubicBezTo>
                  <a:cubicBezTo>
                    <a:pt x="244" y="5282"/>
                    <a:pt x="256" y="5281"/>
                    <a:pt x="267" y="5280"/>
                  </a:cubicBezTo>
                  <a:cubicBezTo>
                    <a:pt x="267" y="5280"/>
                    <a:pt x="400" y="5280"/>
                    <a:pt x="667" y="5179"/>
                  </a:cubicBezTo>
                  <a:cubicBezTo>
                    <a:pt x="767" y="5146"/>
                    <a:pt x="901" y="5146"/>
                    <a:pt x="1068" y="5013"/>
                  </a:cubicBezTo>
                  <a:cubicBezTo>
                    <a:pt x="1168" y="4979"/>
                    <a:pt x="1234" y="4879"/>
                    <a:pt x="1334" y="4846"/>
                  </a:cubicBezTo>
                  <a:cubicBezTo>
                    <a:pt x="1401" y="4779"/>
                    <a:pt x="1501" y="4712"/>
                    <a:pt x="1568" y="4646"/>
                  </a:cubicBezTo>
                  <a:cubicBezTo>
                    <a:pt x="1902" y="4346"/>
                    <a:pt x="2202" y="3879"/>
                    <a:pt x="2502" y="3378"/>
                  </a:cubicBezTo>
                  <a:cubicBezTo>
                    <a:pt x="2769" y="2878"/>
                    <a:pt x="3069" y="2311"/>
                    <a:pt x="3436" y="1810"/>
                  </a:cubicBezTo>
                  <a:cubicBezTo>
                    <a:pt x="3536" y="1677"/>
                    <a:pt x="3669" y="1544"/>
                    <a:pt x="3736" y="1443"/>
                  </a:cubicBezTo>
                  <a:cubicBezTo>
                    <a:pt x="3870" y="1343"/>
                    <a:pt x="4003" y="1210"/>
                    <a:pt x="4103" y="1143"/>
                  </a:cubicBezTo>
                  <a:cubicBezTo>
                    <a:pt x="4237" y="1043"/>
                    <a:pt x="4370" y="943"/>
                    <a:pt x="4537" y="876"/>
                  </a:cubicBezTo>
                  <a:cubicBezTo>
                    <a:pt x="4670" y="843"/>
                    <a:pt x="4837" y="776"/>
                    <a:pt x="5004" y="710"/>
                  </a:cubicBezTo>
                  <a:cubicBezTo>
                    <a:pt x="5319" y="615"/>
                    <a:pt x="5641" y="550"/>
                    <a:pt x="5942" y="550"/>
                  </a:cubicBezTo>
                  <a:cubicBezTo>
                    <a:pt x="6280" y="550"/>
                    <a:pt x="6592" y="632"/>
                    <a:pt x="6838" y="843"/>
                  </a:cubicBezTo>
                  <a:cubicBezTo>
                    <a:pt x="7072" y="1043"/>
                    <a:pt x="7239" y="1343"/>
                    <a:pt x="7405" y="1644"/>
                  </a:cubicBezTo>
                  <a:cubicBezTo>
                    <a:pt x="7572" y="1944"/>
                    <a:pt x="7706" y="2277"/>
                    <a:pt x="7872" y="2611"/>
                  </a:cubicBezTo>
                  <a:cubicBezTo>
                    <a:pt x="8206" y="3211"/>
                    <a:pt x="8573" y="3945"/>
                    <a:pt x="9173" y="4379"/>
                  </a:cubicBezTo>
                  <a:cubicBezTo>
                    <a:pt x="9407" y="4646"/>
                    <a:pt x="9774" y="4813"/>
                    <a:pt x="10174" y="4946"/>
                  </a:cubicBezTo>
                  <a:cubicBezTo>
                    <a:pt x="10443" y="4995"/>
                    <a:pt x="10729" y="5026"/>
                    <a:pt x="11034" y="5026"/>
                  </a:cubicBezTo>
                  <a:cubicBezTo>
                    <a:pt x="11145" y="5026"/>
                    <a:pt x="11259" y="5022"/>
                    <a:pt x="11375" y="5013"/>
                  </a:cubicBezTo>
                  <a:cubicBezTo>
                    <a:pt x="12176" y="4946"/>
                    <a:pt x="12909" y="4612"/>
                    <a:pt x="13543" y="4546"/>
                  </a:cubicBezTo>
                  <a:cubicBezTo>
                    <a:pt x="13877" y="4546"/>
                    <a:pt x="14110" y="4646"/>
                    <a:pt x="14344" y="4846"/>
                  </a:cubicBezTo>
                  <a:cubicBezTo>
                    <a:pt x="14577" y="5046"/>
                    <a:pt x="14744" y="5346"/>
                    <a:pt x="14877" y="5680"/>
                  </a:cubicBezTo>
                  <a:cubicBezTo>
                    <a:pt x="15011" y="6013"/>
                    <a:pt x="15111" y="6347"/>
                    <a:pt x="15211" y="6681"/>
                  </a:cubicBezTo>
                  <a:cubicBezTo>
                    <a:pt x="15278" y="6981"/>
                    <a:pt x="15344" y="7314"/>
                    <a:pt x="15378" y="7648"/>
                  </a:cubicBezTo>
                  <a:cubicBezTo>
                    <a:pt x="15445" y="8315"/>
                    <a:pt x="15545" y="8949"/>
                    <a:pt x="15745" y="9516"/>
                  </a:cubicBezTo>
                  <a:cubicBezTo>
                    <a:pt x="15912" y="10083"/>
                    <a:pt x="16245" y="10617"/>
                    <a:pt x="16745" y="10817"/>
                  </a:cubicBezTo>
                  <a:cubicBezTo>
                    <a:pt x="16950" y="10899"/>
                    <a:pt x="17132" y="10925"/>
                    <a:pt x="17294" y="10925"/>
                  </a:cubicBezTo>
                  <a:cubicBezTo>
                    <a:pt x="17529" y="10925"/>
                    <a:pt x="17722" y="10870"/>
                    <a:pt x="17880" y="10850"/>
                  </a:cubicBezTo>
                  <a:lnTo>
                    <a:pt x="18247" y="10717"/>
                  </a:lnTo>
                  <a:cubicBezTo>
                    <a:pt x="18449" y="10641"/>
                    <a:pt x="18421" y="10449"/>
                    <a:pt x="18279" y="10449"/>
                  </a:cubicBezTo>
                  <a:cubicBezTo>
                    <a:pt x="18234" y="10449"/>
                    <a:pt x="18177" y="10469"/>
                    <a:pt x="18113" y="10517"/>
                  </a:cubicBezTo>
                  <a:cubicBezTo>
                    <a:pt x="18113" y="10517"/>
                    <a:pt x="18013" y="10550"/>
                    <a:pt x="17780" y="10617"/>
                  </a:cubicBezTo>
                  <a:cubicBezTo>
                    <a:pt x="17690" y="10632"/>
                    <a:pt x="17581" y="10647"/>
                    <a:pt x="17457" y="10647"/>
                  </a:cubicBezTo>
                  <a:cubicBezTo>
                    <a:pt x="17304" y="10647"/>
                    <a:pt x="17130" y="10624"/>
                    <a:pt x="16946" y="10550"/>
                  </a:cubicBezTo>
                  <a:cubicBezTo>
                    <a:pt x="16612" y="10450"/>
                    <a:pt x="16379" y="10016"/>
                    <a:pt x="16212" y="9516"/>
                  </a:cubicBezTo>
                  <a:cubicBezTo>
                    <a:pt x="16045" y="9016"/>
                    <a:pt x="16012" y="8382"/>
                    <a:pt x="15912" y="7715"/>
                  </a:cubicBezTo>
                  <a:cubicBezTo>
                    <a:pt x="15878" y="7381"/>
                    <a:pt x="15845" y="7014"/>
                    <a:pt x="15745" y="6647"/>
                  </a:cubicBezTo>
                  <a:cubicBezTo>
                    <a:pt x="15678" y="6280"/>
                    <a:pt x="15578" y="5947"/>
                    <a:pt x="15411" y="5546"/>
                  </a:cubicBezTo>
                  <a:cubicBezTo>
                    <a:pt x="15278" y="5213"/>
                    <a:pt x="15078" y="4846"/>
                    <a:pt x="14777" y="4512"/>
                  </a:cubicBezTo>
                  <a:cubicBezTo>
                    <a:pt x="14611" y="4379"/>
                    <a:pt x="14410" y="4212"/>
                    <a:pt x="14210" y="4145"/>
                  </a:cubicBezTo>
                  <a:cubicBezTo>
                    <a:pt x="14010" y="4045"/>
                    <a:pt x="13743" y="4012"/>
                    <a:pt x="13543" y="4012"/>
                  </a:cubicBezTo>
                  <a:cubicBezTo>
                    <a:pt x="13110" y="4012"/>
                    <a:pt x="12743" y="4145"/>
                    <a:pt x="12376" y="4212"/>
                  </a:cubicBezTo>
                  <a:cubicBezTo>
                    <a:pt x="12009" y="4312"/>
                    <a:pt x="11675" y="4379"/>
                    <a:pt x="11342" y="4446"/>
                  </a:cubicBezTo>
                  <a:cubicBezTo>
                    <a:pt x="11260" y="4454"/>
                    <a:pt x="11179" y="4458"/>
                    <a:pt x="11099" y="4458"/>
                  </a:cubicBezTo>
                  <a:cubicBezTo>
                    <a:pt x="10549" y="4458"/>
                    <a:pt x="10023" y="4265"/>
                    <a:pt x="9674" y="3945"/>
                  </a:cubicBezTo>
                  <a:cubicBezTo>
                    <a:pt x="9207" y="3545"/>
                    <a:pt x="8873" y="2978"/>
                    <a:pt x="8540" y="2344"/>
                  </a:cubicBezTo>
                  <a:cubicBezTo>
                    <a:pt x="8373" y="2011"/>
                    <a:pt x="8239" y="1677"/>
                    <a:pt x="8039" y="1343"/>
                  </a:cubicBezTo>
                  <a:cubicBezTo>
                    <a:pt x="7839" y="1010"/>
                    <a:pt x="7606" y="676"/>
                    <a:pt x="7239" y="376"/>
                  </a:cubicBezTo>
                  <a:cubicBezTo>
                    <a:pt x="7172" y="343"/>
                    <a:pt x="7072" y="276"/>
                    <a:pt x="6938" y="209"/>
                  </a:cubicBezTo>
                  <a:cubicBezTo>
                    <a:pt x="6872" y="176"/>
                    <a:pt x="6772" y="143"/>
                    <a:pt x="6672" y="109"/>
                  </a:cubicBezTo>
                  <a:cubicBezTo>
                    <a:pt x="6454" y="55"/>
                    <a:pt x="6280" y="0"/>
                    <a:pt x="61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00" name="Google Shape;3200;p27"/>
            <p:cNvSpPr/>
            <p:nvPr/>
          </p:nvSpPr>
          <p:spPr>
            <a:xfrm flipH="1">
              <a:off x="-1377541" y="1119951"/>
              <a:ext cx="370483" cy="268670"/>
            </a:xfrm>
            <a:custGeom>
              <a:avLst/>
              <a:gdLst/>
              <a:ahLst/>
              <a:cxnLst/>
              <a:rect l="l" t="t" r="r" b="b"/>
              <a:pathLst>
                <a:path w="16444" h="11925" extrusionOk="0">
                  <a:moveTo>
                    <a:pt x="5749" y="1"/>
                  </a:moveTo>
                  <a:cubicBezTo>
                    <a:pt x="5525" y="1"/>
                    <a:pt x="5304" y="29"/>
                    <a:pt x="5104" y="47"/>
                  </a:cubicBezTo>
                  <a:cubicBezTo>
                    <a:pt x="4904" y="80"/>
                    <a:pt x="4670" y="114"/>
                    <a:pt x="4503" y="147"/>
                  </a:cubicBezTo>
                  <a:cubicBezTo>
                    <a:pt x="4336" y="214"/>
                    <a:pt x="4136" y="314"/>
                    <a:pt x="3970" y="414"/>
                  </a:cubicBezTo>
                  <a:cubicBezTo>
                    <a:pt x="3269" y="848"/>
                    <a:pt x="2902" y="1548"/>
                    <a:pt x="2635" y="2115"/>
                  </a:cubicBezTo>
                  <a:cubicBezTo>
                    <a:pt x="2402" y="2716"/>
                    <a:pt x="2235" y="3283"/>
                    <a:pt x="2001" y="3783"/>
                  </a:cubicBezTo>
                  <a:cubicBezTo>
                    <a:pt x="1801" y="4283"/>
                    <a:pt x="1601" y="4717"/>
                    <a:pt x="1334" y="4950"/>
                  </a:cubicBezTo>
                  <a:cubicBezTo>
                    <a:pt x="1101" y="5217"/>
                    <a:pt x="834" y="5284"/>
                    <a:pt x="634" y="5317"/>
                  </a:cubicBezTo>
                  <a:lnTo>
                    <a:pt x="334" y="5317"/>
                  </a:lnTo>
                  <a:cubicBezTo>
                    <a:pt x="100" y="5317"/>
                    <a:pt x="0" y="5651"/>
                    <a:pt x="300" y="5718"/>
                  </a:cubicBezTo>
                  <a:lnTo>
                    <a:pt x="667" y="5718"/>
                  </a:lnTo>
                  <a:cubicBezTo>
                    <a:pt x="934" y="5718"/>
                    <a:pt x="1301" y="5618"/>
                    <a:pt x="1635" y="5284"/>
                  </a:cubicBezTo>
                  <a:cubicBezTo>
                    <a:pt x="2302" y="4650"/>
                    <a:pt x="2602" y="3483"/>
                    <a:pt x="3102" y="2382"/>
                  </a:cubicBezTo>
                  <a:cubicBezTo>
                    <a:pt x="3336" y="1782"/>
                    <a:pt x="3669" y="1248"/>
                    <a:pt x="4236" y="948"/>
                  </a:cubicBezTo>
                  <a:cubicBezTo>
                    <a:pt x="4336" y="881"/>
                    <a:pt x="4470" y="848"/>
                    <a:pt x="4637" y="781"/>
                  </a:cubicBezTo>
                  <a:cubicBezTo>
                    <a:pt x="4770" y="747"/>
                    <a:pt x="4937" y="747"/>
                    <a:pt x="5104" y="714"/>
                  </a:cubicBezTo>
                  <a:cubicBezTo>
                    <a:pt x="5437" y="714"/>
                    <a:pt x="5737" y="714"/>
                    <a:pt x="6004" y="781"/>
                  </a:cubicBezTo>
                  <a:cubicBezTo>
                    <a:pt x="6571" y="948"/>
                    <a:pt x="6972" y="1448"/>
                    <a:pt x="7272" y="2048"/>
                  </a:cubicBezTo>
                  <a:cubicBezTo>
                    <a:pt x="7572" y="2615"/>
                    <a:pt x="7806" y="3249"/>
                    <a:pt x="8106" y="3816"/>
                  </a:cubicBezTo>
                  <a:cubicBezTo>
                    <a:pt x="8239" y="4083"/>
                    <a:pt x="8439" y="4383"/>
                    <a:pt x="8506" y="4483"/>
                  </a:cubicBezTo>
                  <a:lnTo>
                    <a:pt x="8506" y="4450"/>
                  </a:lnTo>
                  <a:cubicBezTo>
                    <a:pt x="8640" y="4584"/>
                    <a:pt x="8740" y="4750"/>
                    <a:pt x="8840" y="4884"/>
                  </a:cubicBezTo>
                  <a:cubicBezTo>
                    <a:pt x="8973" y="4984"/>
                    <a:pt x="9107" y="5117"/>
                    <a:pt x="9273" y="5251"/>
                  </a:cubicBezTo>
                  <a:cubicBezTo>
                    <a:pt x="9574" y="5451"/>
                    <a:pt x="9940" y="5618"/>
                    <a:pt x="10307" y="5718"/>
                  </a:cubicBezTo>
                  <a:cubicBezTo>
                    <a:pt x="11075" y="5884"/>
                    <a:pt x="11775" y="5784"/>
                    <a:pt x="12342" y="5918"/>
                  </a:cubicBezTo>
                  <a:cubicBezTo>
                    <a:pt x="12642" y="5985"/>
                    <a:pt x="12909" y="6118"/>
                    <a:pt x="13109" y="6285"/>
                  </a:cubicBezTo>
                  <a:cubicBezTo>
                    <a:pt x="13310" y="6485"/>
                    <a:pt x="13510" y="6752"/>
                    <a:pt x="13643" y="6985"/>
                  </a:cubicBezTo>
                  <a:cubicBezTo>
                    <a:pt x="13943" y="7519"/>
                    <a:pt x="14010" y="8086"/>
                    <a:pt x="14010" y="8653"/>
                  </a:cubicBezTo>
                  <a:cubicBezTo>
                    <a:pt x="14010" y="9254"/>
                    <a:pt x="13943" y="9854"/>
                    <a:pt x="14110" y="10388"/>
                  </a:cubicBezTo>
                  <a:cubicBezTo>
                    <a:pt x="14143" y="10521"/>
                    <a:pt x="14244" y="10621"/>
                    <a:pt x="14277" y="10755"/>
                  </a:cubicBezTo>
                  <a:cubicBezTo>
                    <a:pt x="14310" y="10888"/>
                    <a:pt x="14410" y="10988"/>
                    <a:pt x="14477" y="11088"/>
                  </a:cubicBezTo>
                  <a:cubicBezTo>
                    <a:pt x="14644" y="11255"/>
                    <a:pt x="14811" y="11422"/>
                    <a:pt x="14977" y="11522"/>
                  </a:cubicBezTo>
                  <a:cubicBezTo>
                    <a:pt x="15144" y="11589"/>
                    <a:pt x="15311" y="11689"/>
                    <a:pt x="15444" y="11722"/>
                  </a:cubicBezTo>
                  <a:cubicBezTo>
                    <a:pt x="15611" y="11755"/>
                    <a:pt x="15745" y="11822"/>
                    <a:pt x="15811" y="11822"/>
                  </a:cubicBezTo>
                  <a:cubicBezTo>
                    <a:pt x="15978" y="11889"/>
                    <a:pt x="16112" y="11922"/>
                    <a:pt x="16112" y="11922"/>
                  </a:cubicBezTo>
                  <a:cubicBezTo>
                    <a:pt x="16129" y="11924"/>
                    <a:pt x="16145" y="11925"/>
                    <a:pt x="16161" y="11925"/>
                  </a:cubicBezTo>
                  <a:cubicBezTo>
                    <a:pt x="16415" y="11925"/>
                    <a:pt x="16443" y="11679"/>
                    <a:pt x="16412" y="11522"/>
                  </a:cubicBezTo>
                  <a:cubicBezTo>
                    <a:pt x="16412" y="11522"/>
                    <a:pt x="16278" y="11455"/>
                    <a:pt x="16112" y="11422"/>
                  </a:cubicBezTo>
                  <a:cubicBezTo>
                    <a:pt x="15978" y="11388"/>
                    <a:pt x="15911" y="11322"/>
                    <a:pt x="15778" y="11288"/>
                  </a:cubicBezTo>
                  <a:cubicBezTo>
                    <a:pt x="15645" y="11255"/>
                    <a:pt x="15478" y="11188"/>
                    <a:pt x="15344" y="11088"/>
                  </a:cubicBezTo>
                  <a:cubicBezTo>
                    <a:pt x="15078" y="10921"/>
                    <a:pt x="14777" y="10621"/>
                    <a:pt x="14677" y="10221"/>
                  </a:cubicBezTo>
                  <a:cubicBezTo>
                    <a:pt x="14611" y="9787"/>
                    <a:pt x="14644" y="9254"/>
                    <a:pt x="14677" y="8686"/>
                  </a:cubicBezTo>
                  <a:cubicBezTo>
                    <a:pt x="14677" y="8053"/>
                    <a:pt x="14644" y="7352"/>
                    <a:pt x="14310" y="6718"/>
                  </a:cubicBezTo>
                  <a:cubicBezTo>
                    <a:pt x="14177" y="6418"/>
                    <a:pt x="13977" y="6118"/>
                    <a:pt x="13676" y="5851"/>
                  </a:cubicBezTo>
                  <a:cubicBezTo>
                    <a:pt x="13410" y="5584"/>
                    <a:pt x="13009" y="5384"/>
                    <a:pt x="12642" y="5284"/>
                  </a:cubicBezTo>
                  <a:cubicBezTo>
                    <a:pt x="11909" y="5117"/>
                    <a:pt x="11175" y="5151"/>
                    <a:pt x="10608" y="5051"/>
                  </a:cubicBezTo>
                  <a:cubicBezTo>
                    <a:pt x="10007" y="4884"/>
                    <a:pt x="9574" y="4550"/>
                    <a:pt x="9273" y="4050"/>
                  </a:cubicBezTo>
                  <a:lnTo>
                    <a:pt x="9273" y="4016"/>
                  </a:lnTo>
                  <a:cubicBezTo>
                    <a:pt x="9173" y="3883"/>
                    <a:pt x="9006" y="3683"/>
                    <a:pt x="8906" y="3416"/>
                  </a:cubicBezTo>
                  <a:cubicBezTo>
                    <a:pt x="8606" y="2882"/>
                    <a:pt x="8339" y="2249"/>
                    <a:pt x="8006" y="1615"/>
                  </a:cubicBezTo>
                  <a:cubicBezTo>
                    <a:pt x="7839" y="1348"/>
                    <a:pt x="7639" y="1014"/>
                    <a:pt x="7339" y="714"/>
                  </a:cubicBezTo>
                  <a:cubicBezTo>
                    <a:pt x="7239" y="581"/>
                    <a:pt x="7072" y="447"/>
                    <a:pt x="6905" y="347"/>
                  </a:cubicBezTo>
                  <a:cubicBezTo>
                    <a:pt x="6671" y="214"/>
                    <a:pt x="6505" y="114"/>
                    <a:pt x="6305" y="80"/>
                  </a:cubicBezTo>
                  <a:cubicBezTo>
                    <a:pt x="6123" y="20"/>
                    <a:pt x="5935" y="1"/>
                    <a:pt x="57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01" name="Google Shape;3201;p27"/>
            <p:cNvSpPr/>
            <p:nvPr/>
          </p:nvSpPr>
          <p:spPr>
            <a:xfrm flipH="1">
              <a:off x="-781600" y="1201419"/>
              <a:ext cx="27059" cy="11288"/>
            </a:xfrm>
            <a:custGeom>
              <a:avLst/>
              <a:gdLst/>
              <a:ahLst/>
              <a:cxnLst/>
              <a:rect l="l" t="t" r="r" b="b"/>
              <a:pathLst>
                <a:path w="1201" h="501" extrusionOk="0">
                  <a:moveTo>
                    <a:pt x="634" y="0"/>
                  </a:moveTo>
                  <a:cubicBezTo>
                    <a:pt x="500" y="0"/>
                    <a:pt x="334" y="0"/>
                    <a:pt x="200" y="34"/>
                  </a:cubicBezTo>
                  <a:cubicBezTo>
                    <a:pt x="100" y="100"/>
                    <a:pt x="0" y="134"/>
                    <a:pt x="0" y="134"/>
                  </a:cubicBezTo>
                  <a:lnTo>
                    <a:pt x="33" y="400"/>
                  </a:lnTo>
                  <a:cubicBezTo>
                    <a:pt x="33" y="400"/>
                    <a:pt x="133" y="400"/>
                    <a:pt x="267" y="434"/>
                  </a:cubicBezTo>
                  <a:cubicBezTo>
                    <a:pt x="367" y="467"/>
                    <a:pt x="500" y="501"/>
                    <a:pt x="600" y="501"/>
                  </a:cubicBezTo>
                  <a:lnTo>
                    <a:pt x="1101" y="501"/>
                  </a:lnTo>
                  <a:cubicBezTo>
                    <a:pt x="1134" y="501"/>
                    <a:pt x="1201" y="300"/>
                    <a:pt x="1168" y="267"/>
                  </a:cubicBezTo>
                  <a:cubicBezTo>
                    <a:pt x="1168" y="267"/>
                    <a:pt x="1134" y="200"/>
                    <a:pt x="1001" y="134"/>
                  </a:cubicBezTo>
                  <a:cubicBezTo>
                    <a:pt x="934" y="100"/>
                    <a:pt x="767" y="0"/>
                    <a:pt x="6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02" name="Google Shape;3202;p27"/>
            <p:cNvSpPr/>
            <p:nvPr/>
          </p:nvSpPr>
          <p:spPr>
            <a:xfrm flipH="1">
              <a:off x="-788381" y="1220953"/>
              <a:ext cx="27847" cy="12189"/>
            </a:xfrm>
            <a:custGeom>
              <a:avLst/>
              <a:gdLst/>
              <a:ahLst/>
              <a:cxnLst/>
              <a:rect l="l" t="t" r="r" b="b"/>
              <a:pathLst>
                <a:path w="1236" h="541" extrusionOk="0">
                  <a:moveTo>
                    <a:pt x="568" y="0"/>
                  </a:moveTo>
                  <a:cubicBezTo>
                    <a:pt x="368" y="67"/>
                    <a:pt x="1" y="234"/>
                    <a:pt x="1" y="234"/>
                  </a:cubicBezTo>
                  <a:lnTo>
                    <a:pt x="34" y="467"/>
                  </a:lnTo>
                  <a:cubicBezTo>
                    <a:pt x="34" y="467"/>
                    <a:pt x="304" y="541"/>
                    <a:pt x="549" y="541"/>
                  </a:cubicBezTo>
                  <a:cubicBezTo>
                    <a:pt x="590" y="541"/>
                    <a:pt x="630" y="539"/>
                    <a:pt x="668" y="534"/>
                  </a:cubicBezTo>
                  <a:cubicBezTo>
                    <a:pt x="868" y="467"/>
                    <a:pt x="1235" y="367"/>
                    <a:pt x="1235" y="367"/>
                  </a:cubicBezTo>
                  <a:lnTo>
                    <a:pt x="1235" y="101"/>
                  </a:lnTo>
                  <a:cubicBezTo>
                    <a:pt x="1235" y="101"/>
                    <a:pt x="835" y="0"/>
                    <a:pt x="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03" name="Google Shape;3203;p27"/>
            <p:cNvSpPr/>
            <p:nvPr/>
          </p:nvSpPr>
          <p:spPr>
            <a:xfrm flipH="1">
              <a:off x="-798137" y="1245758"/>
              <a:ext cx="28568" cy="14599"/>
            </a:xfrm>
            <a:custGeom>
              <a:avLst/>
              <a:gdLst/>
              <a:ahLst/>
              <a:cxnLst/>
              <a:rect l="l" t="t" r="r" b="b"/>
              <a:pathLst>
                <a:path w="1268" h="648" extrusionOk="0">
                  <a:moveTo>
                    <a:pt x="1134" y="0"/>
                  </a:moveTo>
                  <a:cubicBezTo>
                    <a:pt x="1134" y="0"/>
                    <a:pt x="1034" y="0"/>
                    <a:pt x="934" y="34"/>
                  </a:cubicBezTo>
                  <a:cubicBezTo>
                    <a:pt x="801" y="100"/>
                    <a:pt x="634" y="100"/>
                    <a:pt x="534" y="134"/>
                  </a:cubicBezTo>
                  <a:cubicBezTo>
                    <a:pt x="467" y="167"/>
                    <a:pt x="334" y="267"/>
                    <a:pt x="200" y="300"/>
                  </a:cubicBezTo>
                  <a:cubicBezTo>
                    <a:pt x="100" y="334"/>
                    <a:pt x="0" y="367"/>
                    <a:pt x="0" y="367"/>
                  </a:cubicBezTo>
                  <a:lnTo>
                    <a:pt x="34" y="634"/>
                  </a:lnTo>
                  <a:lnTo>
                    <a:pt x="300" y="634"/>
                  </a:lnTo>
                  <a:cubicBezTo>
                    <a:pt x="340" y="644"/>
                    <a:pt x="381" y="648"/>
                    <a:pt x="424" y="648"/>
                  </a:cubicBezTo>
                  <a:cubicBezTo>
                    <a:pt x="526" y="648"/>
                    <a:pt x="630" y="624"/>
                    <a:pt x="701" y="601"/>
                  </a:cubicBezTo>
                  <a:cubicBezTo>
                    <a:pt x="834" y="534"/>
                    <a:pt x="1001" y="467"/>
                    <a:pt x="1101" y="367"/>
                  </a:cubicBezTo>
                  <a:lnTo>
                    <a:pt x="1268" y="200"/>
                  </a:lnTo>
                  <a:lnTo>
                    <a:pt x="11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04" name="Google Shape;3204;p27"/>
            <p:cNvSpPr/>
            <p:nvPr/>
          </p:nvSpPr>
          <p:spPr>
            <a:xfrm flipH="1">
              <a:off x="-815417" y="1261529"/>
              <a:ext cx="33840" cy="21066"/>
            </a:xfrm>
            <a:custGeom>
              <a:avLst/>
              <a:gdLst/>
              <a:ahLst/>
              <a:cxnLst/>
              <a:rect l="l" t="t" r="r" b="b"/>
              <a:pathLst>
                <a:path w="1502" h="935" extrusionOk="0">
                  <a:moveTo>
                    <a:pt x="1435" y="1"/>
                  </a:moveTo>
                  <a:cubicBezTo>
                    <a:pt x="1435" y="1"/>
                    <a:pt x="968" y="134"/>
                    <a:pt x="668" y="268"/>
                  </a:cubicBezTo>
                  <a:cubicBezTo>
                    <a:pt x="435" y="434"/>
                    <a:pt x="68" y="735"/>
                    <a:pt x="68" y="735"/>
                  </a:cubicBezTo>
                  <a:cubicBezTo>
                    <a:pt x="1" y="735"/>
                    <a:pt x="134" y="935"/>
                    <a:pt x="134" y="935"/>
                  </a:cubicBezTo>
                  <a:cubicBezTo>
                    <a:pt x="134" y="935"/>
                    <a:pt x="601" y="801"/>
                    <a:pt x="902" y="668"/>
                  </a:cubicBezTo>
                  <a:cubicBezTo>
                    <a:pt x="1135" y="501"/>
                    <a:pt x="1502" y="234"/>
                    <a:pt x="1502" y="234"/>
                  </a:cubicBezTo>
                  <a:cubicBezTo>
                    <a:pt x="1502" y="168"/>
                    <a:pt x="1435" y="1"/>
                    <a:pt x="14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05" name="Google Shape;3205;p27"/>
            <p:cNvSpPr/>
            <p:nvPr/>
          </p:nvSpPr>
          <p:spPr>
            <a:xfrm flipH="1">
              <a:off x="-816927" y="1290097"/>
              <a:ext cx="16560" cy="12054"/>
            </a:xfrm>
            <a:custGeom>
              <a:avLst/>
              <a:gdLst/>
              <a:ahLst/>
              <a:cxnLst/>
              <a:rect l="l" t="t" r="r" b="b"/>
              <a:pathLst>
                <a:path w="735" h="535" extrusionOk="0">
                  <a:moveTo>
                    <a:pt x="601" y="0"/>
                  </a:moveTo>
                  <a:cubicBezTo>
                    <a:pt x="601" y="0"/>
                    <a:pt x="368" y="0"/>
                    <a:pt x="268" y="67"/>
                  </a:cubicBezTo>
                  <a:cubicBezTo>
                    <a:pt x="168" y="67"/>
                    <a:pt x="134" y="167"/>
                    <a:pt x="101" y="200"/>
                  </a:cubicBezTo>
                  <a:lnTo>
                    <a:pt x="1" y="301"/>
                  </a:lnTo>
                  <a:cubicBezTo>
                    <a:pt x="1" y="334"/>
                    <a:pt x="101" y="534"/>
                    <a:pt x="101" y="534"/>
                  </a:cubicBezTo>
                  <a:lnTo>
                    <a:pt x="201" y="534"/>
                  </a:lnTo>
                  <a:cubicBezTo>
                    <a:pt x="301" y="534"/>
                    <a:pt x="401" y="534"/>
                    <a:pt x="468" y="501"/>
                  </a:cubicBezTo>
                  <a:cubicBezTo>
                    <a:pt x="601" y="401"/>
                    <a:pt x="735" y="200"/>
                    <a:pt x="735" y="200"/>
                  </a:cubicBezTo>
                  <a:cubicBezTo>
                    <a:pt x="735" y="167"/>
                    <a:pt x="601"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06" name="Google Shape;3206;p27"/>
            <p:cNvSpPr/>
            <p:nvPr/>
          </p:nvSpPr>
          <p:spPr>
            <a:xfrm flipH="1">
              <a:off x="-956725" y="1293522"/>
              <a:ext cx="30100" cy="13135"/>
            </a:xfrm>
            <a:custGeom>
              <a:avLst/>
              <a:gdLst/>
              <a:ahLst/>
              <a:cxnLst/>
              <a:rect l="l" t="t" r="r" b="b"/>
              <a:pathLst>
                <a:path w="1336" h="583" extrusionOk="0">
                  <a:moveTo>
                    <a:pt x="934" y="0"/>
                  </a:moveTo>
                  <a:cubicBezTo>
                    <a:pt x="827" y="0"/>
                    <a:pt x="701" y="15"/>
                    <a:pt x="635" y="15"/>
                  </a:cubicBezTo>
                  <a:cubicBezTo>
                    <a:pt x="501" y="48"/>
                    <a:pt x="334" y="149"/>
                    <a:pt x="201" y="215"/>
                  </a:cubicBezTo>
                  <a:cubicBezTo>
                    <a:pt x="68" y="315"/>
                    <a:pt x="1" y="382"/>
                    <a:pt x="1" y="382"/>
                  </a:cubicBezTo>
                  <a:lnTo>
                    <a:pt x="134" y="582"/>
                  </a:lnTo>
                  <a:cubicBezTo>
                    <a:pt x="134" y="582"/>
                    <a:pt x="201" y="582"/>
                    <a:pt x="334" y="549"/>
                  </a:cubicBezTo>
                  <a:cubicBezTo>
                    <a:pt x="468" y="515"/>
                    <a:pt x="568" y="515"/>
                    <a:pt x="701" y="482"/>
                  </a:cubicBezTo>
                  <a:cubicBezTo>
                    <a:pt x="835" y="482"/>
                    <a:pt x="968" y="382"/>
                    <a:pt x="1068" y="382"/>
                  </a:cubicBezTo>
                  <a:cubicBezTo>
                    <a:pt x="1202" y="382"/>
                    <a:pt x="1302" y="349"/>
                    <a:pt x="1302" y="349"/>
                  </a:cubicBezTo>
                  <a:cubicBezTo>
                    <a:pt x="1302" y="315"/>
                    <a:pt x="1335" y="82"/>
                    <a:pt x="1335" y="82"/>
                  </a:cubicBezTo>
                  <a:lnTo>
                    <a:pt x="1068" y="15"/>
                  </a:lnTo>
                  <a:cubicBezTo>
                    <a:pt x="1035" y="4"/>
                    <a:pt x="987" y="0"/>
                    <a:pt x="9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07" name="Google Shape;3207;p27"/>
            <p:cNvSpPr/>
            <p:nvPr/>
          </p:nvSpPr>
          <p:spPr>
            <a:xfrm flipH="1">
              <a:off x="-956725" y="1321662"/>
              <a:ext cx="33840" cy="13541"/>
            </a:xfrm>
            <a:custGeom>
              <a:avLst/>
              <a:gdLst/>
              <a:ahLst/>
              <a:cxnLst/>
              <a:rect l="l" t="t" r="r" b="b"/>
              <a:pathLst>
                <a:path w="1502" h="601" extrusionOk="0">
                  <a:moveTo>
                    <a:pt x="1401" y="0"/>
                  </a:moveTo>
                  <a:cubicBezTo>
                    <a:pt x="1401" y="0"/>
                    <a:pt x="967" y="0"/>
                    <a:pt x="667" y="100"/>
                  </a:cubicBezTo>
                  <a:cubicBezTo>
                    <a:pt x="400" y="134"/>
                    <a:pt x="0" y="334"/>
                    <a:pt x="0" y="334"/>
                  </a:cubicBezTo>
                  <a:lnTo>
                    <a:pt x="33" y="601"/>
                  </a:lnTo>
                  <a:cubicBezTo>
                    <a:pt x="33" y="601"/>
                    <a:pt x="500" y="601"/>
                    <a:pt x="801" y="567"/>
                  </a:cubicBezTo>
                  <a:cubicBezTo>
                    <a:pt x="1067" y="501"/>
                    <a:pt x="1501" y="267"/>
                    <a:pt x="1501" y="267"/>
                  </a:cubicBezTo>
                  <a:cubicBezTo>
                    <a:pt x="1501" y="234"/>
                    <a:pt x="1468" y="67"/>
                    <a:pt x="14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08" name="Google Shape;3208;p27"/>
            <p:cNvSpPr/>
            <p:nvPr/>
          </p:nvSpPr>
          <p:spPr>
            <a:xfrm flipH="1">
              <a:off x="-956725" y="1349892"/>
              <a:ext cx="24828" cy="11197"/>
            </a:xfrm>
            <a:custGeom>
              <a:avLst/>
              <a:gdLst/>
              <a:ahLst/>
              <a:cxnLst/>
              <a:rect l="l" t="t" r="r" b="b"/>
              <a:pathLst>
                <a:path w="1102" h="497" extrusionOk="0">
                  <a:moveTo>
                    <a:pt x="728" y="0"/>
                  </a:moveTo>
                  <a:cubicBezTo>
                    <a:pt x="649" y="0"/>
                    <a:pt x="567" y="4"/>
                    <a:pt x="501" y="15"/>
                  </a:cubicBezTo>
                  <a:cubicBezTo>
                    <a:pt x="301" y="48"/>
                    <a:pt x="0" y="215"/>
                    <a:pt x="0" y="215"/>
                  </a:cubicBezTo>
                  <a:lnTo>
                    <a:pt x="67" y="482"/>
                  </a:lnTo>
                  <a:cubicBezTo>
                    <a:pt x="67" y="482"/>
                    <a:pt x="215" y="497"/>
                    <a:pt x="373" y="497"/>
                  </a:cubicBezTo>
                  <a:cubicBezTo>
                    <a:pt x="453" y="497"/>
                    <a:pt x="534" y="493"/>
                    <a:pt x="601" y="482"/>
                  </a:cubicBezTo>
                  <a:cubicBezTo>
                    <a:pt x="801" y="415"/>
                    <a:pt x="1101" y="248"/>
                    <a:pt x="1101" y="248"/>
                  </a:cubicBezTo>
                  <a:cubicBezTo>
                    <a:pt x="1101" y="248"/>
                    <a:pt x="1068" y="48"/>
                    <a:pt x="1034" y="15"/>
                  </a:cubicBezTo>
                  <a:cubicBezTo>
                    <a:pt x="1034" y="15"/>
                    <a:pt x="886"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09" name="Google Shape;3209;p27"/>
            <p:cNvSpPr/>
            <p:nvPr/>
          </p:nvSpPr>
          <p:spPr>
            <a:xfrm flipH="1">
              <a:off x="-958212" y="1372016"/>
              <a:ext cx="19556" cy="12797"/>
            </a:xfrm>
            <a:custGeom>
              <a:avLst/>
              <a:gdLst/>
              <a:ahLst/>
              <a:cxnLst/>
              <a:rect l="l" t="t" r="r" b="b"/>
              <a:pathLst>
                <a:path w="868" h="568" extrusionOk="0">
                  <a:moveTo>
                    <a:pt x="768" y="0"/>
                  </a:moveTo>
                  <a:cubicBezTo>
                    <a:pt x="768" y="0"/>
                    <a:pt x="468" y="34"/>
                    <a:pt x="334" y="67"/>
                  </a:cubicBezTo>
                  <a:cubicBezTo>
                    <a:pt x="201" y="167"/>
                    <a:pt x="1" y="267"/>
                    <a:pt x="1" y="267"/>
                  </a:cubicBezTo>
                  <a:lnTo>
                    <a:pt x="1" y="534"/>
                  </a:lnTo>
                  <a:cubicBezTo>
                    <a:pt x="1" y="534"/>
                    <a:pt x="34" y="567"/>
                    <a:pt x="167" y="567"/>
                  </a:cubicBezTo>
                  <a:cubicBezTo>
                    <a:pt x="301" y="567"/>
                    <a:pt x="434" y="567"/>
                    <a:pt x="501" y="534"/>
                  </a:cubicBezTo>
                  <a:cubicBezTo>
                    <a:pt x="668" y="434"/>
                    <a:pt x="868" y="234"/>
                    <a:pt x="868" y="234"/>
                  </a:cubicBezTo>
                  <a:cubicBezTo>
                    <a:pt x="868" y="234"/>
                    <a:pt x="801" y="34"/>
                    <a:pt x="7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10" name="Google Shape;3210;p27"/>
            <p:cNvSpPr/>
            <p:nvPr/>
          </p:nvSpPr>
          <p:spPr>
            <a:xfrm flipH="1">
              <a:off x="-967247" y="1393059"/>
              <a:ext cx="24085" cy="22553"/>
            </a:xfrm>
            <a:custGeom>
              <a:avLst/>
              <a:gdLst/>
              <a:ahLst/>
              <a:cxnLst/>
              <a:rect l="l" t="t" r="r" b="b"/>
              <a:pathLst>
                <a:path w="1069" h="1001" extrusionOk="0">
                  <a:moveTo>
                    <a:pt x="935" y="0"/>
                  </a:moveTo>
                  <a:cubicBezTo>
                    <a:pt x="935" y="0"/>
                    <a:pt x="835" y="67"/>
                    <a:pt x="735" y="100"/>
                  </a:cubicBezTo>
                  <a:cubicBezTo>
                    <a:pt x="601" y="134"/>
                    <a:pt x="434" y="234"/>
                    <a:pt x="334" y="300"/>
                  </a:cubicBezTo>
                  <a:cubicBezTo>
                    <a:pt x="268" y="434"/>
                    <a:pt x="134" y="567"/>
                    <a:pt x="101" y="667"/>
                  </a:cubicBezTo>
                  <a:cubicBezTo>
                    <a:pt x="67" y="801"/>
                    <a:pt x="1" y="901"/>
                    <a:pt x="1" y="901"/>
                  </a:cubicBezTo>
                  <a:lnTo>
                    <a:pt x="234" y="1001"/>
                  </a:lnTo>
                  <a:cubicBezTo>
                    <a:pt x="234" y="1001"/>
                    <a:pt x="301" y="968"/>
                    <a:pt x="401" y="901"/>
                  </a:cubicBezTo>
                  <a:cubicBezTo>
                    <a:pt x="468" y="801"/>
                    <a:pt x="601" y="767"/>
                    <a:pt x="668" y="667"/>
                  </a:cubicBezTo>
                  <a:cubicBezTo>
                    <a:pt x="768" y="634"/>
                    <a:pt x="835" y="501"/>
                    <a:pt x="935" y="434"/>
                  </a:cubicBezTo>
                  <a:cubicBezTo>
                    <a:pt x="968" y="334"/>
                    <a:pt x="1068" y="267"/>
                    <a:pt x="1068" y="267"/>
                  </a:cubicBezTo>
                  <a:cubicBezTo>
                    <a:pt x="1068" y="267"/>
                    <a:pt x="935" y="10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11" name="Google Shape;3211;p27"/>
            <p:cNvSpPr/>
            <p:nvPr/>
          </p:nvSpPr>
          <p:spPr>
            <a:xfrm flipH="1">
              <a:off x="-976259" y="1425367"/>
              <a:ext cx="12797" cy="11625"/>
            </a:xfrm>
            <a:custGeom>
              <a:avLst/>
              <a:gdLst/>
              <a:ahLst/>
              <a:cxnLst/>
              <a:rect l="l" t="t" r="r" b="b"/>
              <a:pathLst>
                <a:path w="568" h="516" extrusionOk="0">
                  <a:moveTo>
                    <a:pt x="367" y="1"/>
                  </a:moveTo>
                  <a:cubicBezTo>
                    <a:pt x="367" y="34"/>
                    <a:pt x="200" y="34"/>
                    <a:pt x="134" y="34"/>
                  </a:cubicBezTo>
                  <a:lnTo>
                    <a:pt x="0" y="201"/>
                  </a:lnTo>
                  <a:lnTo>
                    <a:pt x="0" y="468"/>
                  </a:lnTo>
                  <a:cubicBezTo>
                    <a:pt x="0" y="468"/>
                    <a:pt x="34" y="468"/>
                    <a:pt x="100" y="501"/>
                  </a:cubicBezTo>
                  <a:cubicBezTo>
                    <a:pt x="134" y="512"/>
                    <a:pt x="163" y="516"/>
                    <a:pt x="192" y="516"/>
                  </a:cubicBezTo>
                  <a:cubicBezTo>
                    <a:pt x="249" y="516"/>
                    <a:pt x="301" y="501"/>
                    <a:pt x="367" y="501"/>
                  </a:cubicBezTo>
                  <a:cubicBezTo>
                    <a:pt x="434" y="468"/>
                    <a:pt x="467" y="401"/>
                    <a:pt x="534" y="334"/>
                  </a:cubicBezTo>
                  <a:cubicBezTo>
                    <a:pt x="567" y="234"/>
                    <a:pt x="567" y="201"/>
                    <a:pt x="567" y="201"/>
                  </a:cubicBezTo>
                  <a:cubicBezTo>
                    <a:pt x="567" y="201"/>
                    <a:pt x="434" y="34"/>
                    <a:pt x="3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12" name="Google Shape;3212;p27"/>
            <p:cNvSpPr/>
            <p:nvPr/>
          </p:nvSpPr>
          <p:spPr>
            <a:xfrm flipH="1">
              <a:off x="-1149852" y="1155571"/>
              <a:ext cx="18813" cy="11288"/>
            </a:xfrm>
            <a:custGeom>
              <a:avLst/>
              <a:gdLst/>
              <a:ahLst/>
              <a:cxnLst/>
              <a:rect l="l" t="t" r="r" b="b"/>
              <a:pathLst>
                <a:path w="835" h="501" extrusionOk="0">
                  <a:moveTo>
                    <a:pt x="468" y="0"/>
                  </a:moveTo>
                  <a:cubicBezTo>
                    <a:pt x="301" y="0"/>
                    <a:pt x="68" y="34"/>
                    <a:pt x="68" y="34"/>
                  </a:cubicBezTo>
                  <a:lnTo>
                    <a:pt x="1" y="301"/>
                  </a:lnTo>
                  <a:cubicBezTo>
                    <a:pt x="1" y="301"/>
                    <a:pt x="234" y="467"/>
                    <a:pt x="401" y="501"/>
                  </a:cubicBezTo>
                  <a:cubicBezTo>
                    <a:pt x="568" y="501"/>
                    <a:pt x="835" y="434"/>
                    <a:pt x="835" y="434"/>
                  </a:cubicBezTo>
                  <a:lnTo>
                    <a:pt x="835" y="167"/>
                  </a:lnTo>
                  <a:cubicBezTo>
                    <a:pt x="835" y="167"/>
                    <a:pt x="601" y="0"/>
                    <a:pt x="4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13" name="Google Shape;3213;p27"/>
            <p:cNvSpPr/>
            <p:nvPr/>
          </p:nvSpPr>
          <p:spPr>
            <a:xfrm flipH="1">
              <a:off x="-1155124" y="1176614"/>
              <a:ext cx="22575" cy="11288"/>
            </a:xfrm>
            <a:custGeom>
              <a:avLst/>
              <a:gdLst/>
              <a:ahLst/>
              <a:cxnLst/>
              <a:rect l="l" t="t" r="r" b="b"/>
              <a:pathLst>
                <a:path w="1002" h="501" extrusionOk="0">
                  <a:moveTo>
                    <a:pt x="501" y="0"/>
                  </a:moveTo>
                  <a:cubicBezTo>
                    <a:pt x="268" y="0"/>
                    <a:pt x="1" y="100"/>
                    <a:pt x="1" y="100"/>
                  </a:cubicBezTo>
                  <a:lnTo>
                    <a:pt x="1" y="367"/>
                  </a:lnTo>
                  <a:cubicBezTo>
                    <a:pt x="1" y="367"/>
                    <a:pt x="268" y="501"/>
                    <a:pt x="501" y="501"/>
                  </a:cubicBezTo>
                  <a:cubicBezTo>
                    <a:pt x="701" y="501"/>
                    <a:pt x="1001" y="367"/>
                    <a:pt x="1001" y="367"/>
                  </a:cubicBezTo>
                  <a:lnTo>
                    <a:pt x="1001" y="100"/>
                  </a:lnTo>
                  <a:cubicBezTo>
                    <a:pt x="1001" y="100"/>
                    <a:pt x="701" y="0"/>
                    <a:pt x="5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14" name="Google Shape;3214;p27"/>
            <p:cNvSpPr/>
            <p:nvPr/>
          </p:nvSpPr>
          <p:spPr>
            <a:xfrm flipH="1">
              <a:off x="-1164902" y="1196913"/>
              <a:ext cx="30844" cy="12031"/>
            </a:xfrm>
            <a:custGeom>
              <a:avLst/>
              <a:gdLst/>
              <a:ahLst/>
              <a:cxnLst/>
              <a:rect l="l" t="t" r="r" b="b"/>
              <a:pathLst>
                <a:path w="1369" h="534" extrusionOk="0">
                  <a:moveTo>
                    <a:pt x="1335" y="0"/>
                  </a:moveTo>
                  <a:cubicBezTo>
                    <a:pt x="1334" y="0"/>
                    <a:pt x="934" y="0"/>
                    <a:pt x="668" y="33"/>
                  </a:cubicBezTo>
                  <a:cubicBezTo>
                    <a:pt x="434" y="100"/>
                    <a:pt x="0" y="200"/>
                    <a:pt x="0" y="200"/>
                  </a:cubicBezTo>
                  <a:lnTo>
                    <a:pt x="0" y="467"/>
                  </a:lnTo>
                  <a:cubicBezTo>
                    <a:pt x="0" y="467"/>
                    <a:pt x="434" y="534"/>
                    <a:pt x="701" y="534"/>
                  </a:cubicBezTo>
                  <a:cubicBezTo>
                    <a:pt x="1001" y="467"/>
                    <a:pt x="1368" y="267"/>
                    <a:pt x="1368" y="267"/>
                  </a:cubicBezTo>
                  <a:cubicBezTo>
                    <a:pt x="1368" y="200"/>
                    <a:pt x="1301" y="0"/>
                    <a:pt x="13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15" name="Google Shape;3215;p27"/>
            <p:cNvSpPr/>
            <p:nvPr/>
          </p:nvSpPr>
          <p:spPr>
            <a:xfrm flipH="1">
              <a:off x="-1171661" y="1220953"/>
              <a:ext cx="27081" cy="12910"/>
            </a:xfrm>
            <a:custGeom>
              <a:avLst/>
              <a:gdLst/>
              <a:ahLst/>
              <a:cxnLst/>
              <a:rect l="l" t="t" r="r" b="b"/>
              <a:pathLst>
                <a:path w="1202" h="573" extrusionOk="0">
                  <a:moveTo>
                    <a:pt x="901" y="0"/>
                  </a:moveTo>
                  <a:cubicBezTo>
                    <a:pt x="851" y="34"/>
                    <a:pt x="784" y="34"/>
                    <a:pt x="718" y="34"/>
                  </a:cubicBezTo>
                  <a:cubicBezTo>
                    <a:pt x="651" y="34"/>
                    <a:pt x="584" y="34"/>
                    <a:pt x="534" y="67"/>
                  </a:cubicBezTo>
                  <a:cubicBezTo>
                    <a:pt x="334" y="101"/>
                    <a:pt x="0" y="234"/>
                    <a:pt x="0" y="234"/>
                  </a:cubicBezTo>
                  <a:lnTo>
                    <a:pt x="0" y="467"/>
                  </a:lnTo>
                  <a:cubicBezTo>
                    <a:pt x="0" y="467"/>
                    <a:pt x="290" y="573"/>
                    <a:pt x="542" y="573"/>
                  </a:cubicBezTo>
                  <a:cubicBezTo>
                    <a:pt x="574" y="573"/>
                    <a:pt x="605" y="571"/>
                    <a:pt x="634" y="568"/>
                  </a:cubicBezTo>
                  <a:cubicBezTo>
                    <a:pt x="734" y="534"/>
                    <a:pt x="868" y="467"/>
                    <a:pt x="1001" y="401"/>
                  </a:cubicBezTo>
                  <a:cubicBezTo>
                    <a:pt x="1135" y="301"/>
                    <a:pt x="1201" y="267"/>
                    <a:pt x="1201" y="267"/>
                  </a:cubicBezTo>
                  <a:cubicBezTo>
                    <a:pt x="1201" y="267"/>
                    <a:pt x="1135" y="67"/>
                    <a:pt x="11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16" name="Google Shape;3216;p27"/>
            <p:cNvSpPr/>
            <p:nvPr/>
          </p:nvSpPr>
          <p:spPr>
            <a:xfrm flipH="1">
              <a:off x="-1186689" y="1238842"/>
              <a:ext cx="20322" cy="11445"/>
            </a:xfrm>
            <a:custGeom>
              <a:avLst/>
              <a:gdLst/>
              <a:ahLst/>
              <a:cxnLst/>
              <a:rect l="l" t="t" r="r" b="b"/>
              <a:pathLst>
                <a:path w="902" h="508" extrusionOk="0">
                  <a:moveTo>
                    <a:pt x="479" y="0"/>
                  </a:moveTo>
                  <a:cubicBezTo>
                    <a:pt x="451" y="0"/>
                    <a:pt x="425" y="2"/>
                    <a:pt x="401" y="7"/>
                  </a:cubicBezTo>
                  <a:cubicBezTo>
                    <a:pt x="234" y="74"/>
                    <a:pt x="1" y="174"/>
                    <a:pt x="1" y="174"/>
                  </a:cubicBezTo>
                  <a:lnTo>
                    <a:pt x="1" y="441"/>
                  </a:lnTo>
                  <a:cubicBezTo>
                    <a:pt x="1" y="441"/>
                    <a:pt x="268" y="507"/>
                    <a:pt x="501" y="507"/>
                  </a:cubicBezTo>
                  <a:cubicBezTo>
                    <a:pt x="635" y="474"/>
                    <a:pt x="901" y="307"/>
                    <a:pt x="901" y="307"/>
                  </a:cubicBezTo>
                  <a:cubicBezTo>
                    <a:pt x="901" y="307"/>
                    <a:pt x="868" y="107"/>
                    <a:pt x="868" y="74"/>
                  </a:cubicBezTo>
                  <a:cubicBezTo>
                    <a:pt x="868" y="74"/>
                    <a:pt x="648" y="0"/>
                    <a:pt x="4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17" name="Google Shape;3217;p27"/>
            <p:cNvSpPr/>
            <p:nvPr/>
          </p:nvSpPr>
          <p:spPr>
            <a:xfrm flipH="1">
              <a:off x="-1296410" y="1268108"/>
              <a:ext cx="20322" cy="12729"/>
            </a:xfrm>
            <a:custGeom>
              <a:avLst/>
              <a:gdLst/>
              <a:ahLst/>
              <a:cxnLst/>
              <a:rect l="l" t="t" r="r" b="b"/>
              <a:pathLst>
                <a:path w="902" h="565" extrusionOk="0">
                  <a:moveTo>
                    <a:pt x="205" y="1"/>
                  </a:moveTo>
                  <a:cubicBezTo>
                    <a:pt x="109" y="1"/>
                    <a:pt x="34" y="9"/>
                    <a:pt x="34" y="9"/>
                  </a:cubicBezTo>
                  <a:lnTo>
                    <a:pt x="1" y="242"/>
                  </a:lnTo>
                  <a:cubicBezTo>
                    <a:pt x="1" y="242"/>
                    <a:pt x="201" y="476"/>
                    <a:pt x="368" y="509"/>
                  </a:cubicBezTo>
                  <a:cubicBezTo>
                    <a:pt x="439" y="552"/>
                    <a:pt x="535" y="564"/>
                    <a:pt x="622" y="564"/>
                  </a:cubicBezTo>
                  <a:cubicBezTo>
                    <a:pt x="737" y="564"/>
                    <a:pt x="835" y="543"/>
                    <a:pt x="835" y="543"/>
                  </a:cubicBezTo>
                  <a:cubicBezTo>
                    <a:pt x="835" y="543"/>
                    <a:pt x="902" y="343"/>
                    <a:pt x="868" y="309"/>
                  </a:cubicBezTo>
                  <a:cubicBezTo>
                    <a:pt x="868" y="309"/>
                    <a:pt x="668" y="109"/>
                    <a:pt x="501" y="42"/>
                  </a:cubicBezTo>
                  <a:cubicBezTo>
                    <a:pt x="418" y="9"/>
                    <a:pt x="301" y="1"/>
                    <a:pt x="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18" name="Google Shape;3218;p27"/>
            <p:cNvSpPr/>
            <p:nvPr/>
          </p:nvSpPr>
          <p:spPr>
            <a:xfrm flipH="1">
              <a:off x="-1299406" y="1295347"/>
              <a:ext cx="26315" cy="11310"/>
            </a:xfrm>
            <a:custGeom>
              <a:avLst/>
              <a:gdLst/>
              <a:ahLst/>
              <a:cxnLst/>
              <a:rect l="l" t="t" r="r" b="b"/>
              <a:pathLst>
                <a:path w="1168" h="502" extrusionOk="0">
                  <a:moveTo>
                    <a:pt x="101" y="1"/>
                  </a:moveTo>
                  <a:cubicBezTo>
                    <a:pt x="101" y="68"/>
                    <a:pt x="0" y="268"/>
                    <a:pt x="0" y="268"/>
                  </a:cubicBezTo>
                  <a:cubicBezTo>
                    <a:pt x="0" y="268"/>
                    <a:pt x="34" y="301"/>
                    <a:pt x="167" y="401"/>
                  </a:cubicBezTo>
                  <a:lnTo>
                    <a:pt x="534" y="501"/>
                  </a:lnTo>
                  <a:cubicBezTo>
                    <a:pt x="668" y="501"/>
                    <a:pt x="834" y="501"/>
                    <a:pt x="968" y="468"/>
                  </a:cubicBezTo>
                  <a:cubicBezTo>
                    <a:pt x="1101" y="434"/>
                    <a:pt x="1168" y="401"/>
                    <a:pt x="1168" y="401"/>
                  </a:cubicBezTo>
                  <a:cubicBezTo>
                    <a:pt x="1168" y="401"/>
                    <a:pt x="1135" y="168"/>
                    <a:pt x="1135" y="134"/>
                  </a:cubicBezTo>
                  <a:cubicBezTo>
                    <a:pt x="1135" y="134"/>
                    <a:pt x="1035" y="134"/>
                    <a:pt x="968" y="101"/>
                  </a:cubicBezTo>
                  <a:cubicBezTo>
                    <a:pt x="834" y="68"/>
                    <a:pt x="701" y="1"/>
                    <a:pt x="6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19" name="Google Shape;3219;p27"/>
            <p:cNvSpPr/>
            <p:nvPr/>
          </p:nvSpPr>
          <p:spPr>
            <a:xfrm flipH="1">
              <a:off x="-1302426" y="1323171"/>
              <a:ext cx="24828" cy="11288"/>
            </a:xfrm>
            <a:custGeom>
              <a:avLst/>
              <a:gdLst/>
              <a:ahLst/>
              <a:cxnLst/>
              <a:rect l="l" t="t" r="r" b="b"/>
              <a:pathLst>
                <a:path w="1102" h="501" extrusionOk="0">
                  <a:moveTo>
                    <a:pt x="501" y="0"/>
                  </a:moveTo>
                  <a:cubicBezTo>
                    <a:pt x="301" y="0"/>
                    <a:pt x="1" y="100"/>
                    <a:pt x="1" y="100"/>
                  </a:cubicBezTo>
                  <a:lnTo>
                    <a:pt x="1" y="367"/>
                  </a:lnTo>
                  <a:cubicBezTo>
                    <a:pt x="1" y="367"/>
                    <a:pt x="334" y="500"/>
                    <a:pt x="568" y="500"/>
                  </a:cubicBezTo>
                  <a:cubicBezTo>
                    <a:pt x="801" y="500"/>
                    <a:pt x="1101" y="300"/>
                    <a:pt x="1101" y="300"/>
                  </a:cubicBezTo>
                  <a:cubicBezTo>
                    <a:pt x="1101" y="300"/>
                    <a:pt x="1068" y="100"/>
                    <a:pt x="1001" y="33"/>
                  </a:cubicBezTo>
                  <a:cubicBezTo>
                    <a:pt x="1001" y="33"/>
                    <a:pt x="668" y="0"/>
                    <a:pt x="5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20" name="Google Shape;3220;p27"/>
            <p:cNvSpPr/>
            <p:nvPr/>
          </p:nvSpPr>
          <p:spPr>
            <a:xfrm flipH="1">
              <a:off x="-1314457" y="1353970"/>
              <a:ext cx="24085" cy="11310"/>
            </a:xfrm>
            <a:custGeom>
              <a:avLst/>
              <a:gdLst/>
              <a:ahLst/>
              <a:cxnLst/>
              <a:rect l="l" t="t" r="r" b="b"/>
              <a:pathLst>
                <a:path w="1069" h="502" extrusionOk="0">
                  <a:moveTo>
                    <a:pt x="534" y="1"/>
                  </a:moveTo>
                  <a:cubicBezTo>
                    <a:pt x="334" y="1"/>
                    <a:pt x="1" y="134"/>
                    <a:pt x="1" y="134"/>
                  </a:cubicBezTo>
                  <a:lnTo>
                    <a:pt x="1" y="368"/>
                  </a:lnTo>
                  <a:cubicBezTo>
                    <a:pt x="1" y="368"/>
                    <a:pt x="334" y="501"/>
                    <a:pt x="534" y="501"/>
                  </a:cubicBezTo>
                  <a:cubicBezTo>
                    <a:pt x="735" y="501"/>
                    <a:pt x="1068" y="368"/>
                    <a:pt x="1068" y="368"/>
                  </a:cubicBezTo>
                  <a:lnTo>
                    <a:pt x="1068" y="134"/>
                  </a:lnTo>
                  <a:cubicBezTo>
                    <a:pt x="1068" y="134"/>
                    <a:pt x="735" y="1"/>
                    <a:pt x="5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3221" name="Google Shape;3221;p27"/>
          <p:cNvGrpSpPr/>
          <p:nvPr/>
        </p:nvGrpSpPr>
        <p:grpSpPr>
          <a:xfrm>
            <a:off x="-1373041" y="4536209"/>
            <a:ext cx="442512" cy="256076"/>
            <a:chOff x="-1501591" y="1582672"/>
            <a:chExt cx="442512" cy="256076"/>
          </a:xfrm>
        </p:grpSpPr>
        <p:sp>
          <p:nvSpPr>
            <p:cNvPr id="3222" name="Google Shape;3222;p27"/>
            <p:cNvSpPr/>
            <p:nvPr/>
          </p:nvSpPr>
          <p:spPr>
            <a:xfrm flipH="1">
              <a:off x="-1501591" y="1582672"/>
              <a:ext cx="442512" cy="241792"/>
            </a:xfrm>
            <a:custGeom>
              <a:avLst/>
              <a:gdLst/>
              <a:ahLst/>
              <a:cxnLst/>
              <a:rect l="l" t="t" r="r" b="b"/>
              <a:pathLst>
                <a:path w="19641" h="10732" extrusionOk="0">
                  <a:moveTo>
                    <a:pt x="3739" y="0"/>
                  </a:moveTo>
                  <a:cubicBezTo>
                    <a:pt x="3498" y="0"/>
                    <a:pt x="3258" y="30"/>
                    <a:pt x="3028" y="90"/>
                  </a:cubicBezTo>
                  <a:cubicBezTo>
                    <a:pt x="2828" y="190"/>
                    <a:pt x="2661" y="224"/>
                    <a:pt x="2494" y="324"/>
                  </a:cubicBezTo>
                  <a:cubicBezTo>
                    <a:pt x="2328" y="391"/>
                    <a:pt x="2161" y="491"/>
                    <a:pt x="2027" y="591"/>
                  </a:cubicBezTo>
                  <a:cubicBezTo>
                    <a:pt x="1761" y="824"/>
                    <a:pt x="1527" y="1091"/>
                    <a:pt x="1427" y="1391"/>
                  </a:cubicBezTo>
                  <a:cubicBezTo>
                    <a:pt x="1127" y="1992"/>
                    <a:pt x="993" y="2492"/>
                    <a:pt x="827" y="2859"/>
                  </a:cubicBezTo>
                  <a:cubicBezTo>
                    <a:pt x="660" y="3259"/>
                    <a:pt x="493" y="3560"/>
                    <a:pt x="360" y="3726"/>
                  </a:cubicBezTo>
                  <a:cubicBezTo>
                    <a:pt x="293" y="3826"/>
                    <a:pt x="260" y="3893"/>
                    <a:pt x="193" y="3926"/>
                  </a:cubicBezTo>
                  <a:cubicBezTo>
                    <a:pt x="159" y="3993"/>
                    <a:pt x="126" y="3993"/>
                    <a:pt x="126" y="3993"/>
                  </a:cubicBezTo>
                  <a:cubicBezTo>
                    <a:pt x="0" y="4119"/>
                    <a:pt x="65" y="4340"/>
                    <a:pt x="204" y="4340"/>
                  </a:cubicBezTo>
                  <a:cubicBezTo>
                    <a:pt x="249" y="4340"/>
                    <a:pt x="303" y="4317"/>
                    <a:pt x="360" y="4260"/>
                  </a:cubicBezTo>
                  <a:lnTo>
                    <a:pt x="460" y="4193"/>
                  </a:lnTo>
                  <a:lnTo>
                    <a:pt x="660" y="3993"/>
                  </a:lnTo>
                  <a:cubicBezTo>
                    <a:pt x="827" y="3760"/>
                    <a:pt x="1027" y="3493"/>
                    <a:pt x="1194" y="3059"/>
                  </a:cubicBezTo>
                  <a:cubicBezTo>
                    <a:pt x="1427" y="2692"/>
                    <a:pt x="1594" y="2192"/>
                    <a:pt x="1827" y="1692"/>
                  </a:cubicBezTo>
                  <a:cubicBezTo>
                    <a:pt x="1961" y="1491"/>
                    <a:pt x="2128" y="1225"/>
                    <a:pt x="2328" y="1058"/>
                  </a:cubicBezTo>
                  <a:cubicBezTo>
                    <a:pt x="2528" y="891"/>
                    <a:pt x="2828" y="758"/>
                    <a:pt x="3128" y="691"/>
                  </a:cubicBezTo>
                  <a:cubicBezTo>
                    <a:pt x="3289" y="657"/>
                    <a:pt x="3452" y="640"/>
                    <a:pt x="3616" y="640"/>
                  </a:cubicBezTo>
                  <a:cubicBezTo>
                    <a:pt x="4095" y="640"/>
                    <a:pt x="4573" y="784"/>
                    <a:pt x="4996" y="1058"/>
                  </a:cubicBezTo>
                  <a:cubicBezTo>
                    <a:pt x="5263" y="1225"/>
                    <a:pt x="5497" y="1491"/>
                    <a:pt x="5697" y="1758"/>
                  </a:cubicBezTo>
                  <a:cubicBezTo>
                    <a:pt x="5830" y="1925"/>
                    <a:pt x="5864" y="2058"/>
                    <a:pt x="5964" y="2225"/>
                  </a:cubicBezTo>
                  <a:cubicBezTo>
                    <a:pt x="5997" y="2392"/>
                    <a:pt x="6097" y="2592"/>
                    <a:pt x="6164" y="2759"/>
                  </a:cubicBezTo>
                  <a:cubicBezTo>
                    <a:pt x="6331" y="3159"/>
                    <a:pt x="6497" y="3526"/>
                    <a:pt x="6831" y="3860"/>
                  </a:cubicBezTo>
                  <a:cubicBezTo>
                    <a:pt x="6998" y="4027"/>
                    <a:pt x="7198" y="4193"/>
                    <a:pt x="7431" y="4260"/>
                  </a:cubicBezTo>
                  <a:cubicBezTo>
                    <a:pt x="7531" y="4327"/>
                    <a:pt x="7631" y="4360"/>
                    <a:pt x="7765" y="4393"/>
                  </a:cubicBezTo>
                  <a:cubicBezTo>
                    <a:pt x="7865" y="4427"/>
                    <a:pt x="7998" y="4427"/>
                    <a:pt x="8132" y="4427"/>
                  </a:cubicBezTo>
                  <a:cubicBezTo>
                    <a:pt x="8632" y="4427"/>
                    <a:pt x="8999" y="4260"/>
                    <a:pt x="9333" y="4093"/>
                  </a:cubicBezTo>
                  <a:cubicBezTo>
                    <a:pt x="9633" y="3993"/>
                    <a:pt x="9966" y="3826"/>
                    <a:pt x="10267" y="3660"/>
                  </a:cubicBezTo>
                  <a:cubicBezTo>
                    <a:pt x="10700" y="3393"/>
                    <a:pt x="11201" y="3193"/>
                    <a:pt x="11668" y="3193"/>
                  </a:cubicBezTo>
                  <a:cubicBezTo>
                    <a:pt x="12135" y="3193"/>
                    <a:pt x="12635" y="3393"/>
                    <a:pt x="13102" y="3726"/>
                  </a:cubicBezTo>
                  <a:cubicBezTo>
                    <a:pt x="13336" y="3893"/>
                    <a:pt x="13536" y="4060"/>
                    <a:pt x="13803" y="4227"/>
                  </a:cubicBezTo>
                  <a:cubicBezTo>
                    <a:pt x="13969" y="4393"/>
                    <a:pt x="14203" y="4560"/>
                    <a:pt x="14336" y="4760"/>
                  </a:cubicBezTo>
                  <a:cubicBezTo>
                    <a:pt x="14637" y="5161"/>
                    <a:pt x="14837" y="5661"/>
                    <a:pt x="14937" y="6161"/>
                  </a:cubicBezTo>
                  <a:cubicBezTo>
                    <a:pt x="15037" y="6662"/>
                    <a:pt x="15104" y="7162"/>
                    <a:pt x="15170" y="7596"/>
                  </a:cubicBezTo>
                  <a:cubicBezTo>
                    <a:pt x="15204" y="8063"/>
                    <a:pt x="15337" y="8530"/>
                    <a:pt x="15504" y="8863"/>
                  </a:cubicBezTo>
                  <a:cubicBezTo>
                    <a:pt x="15671" y="9230"/>
                    <a:pt x="15871" y="9497"/>
                    <a:pt x="16038" y="9664"/>
                  </a:cubicBezTo>
                  <a:cubicBezTo>
                    <a:pt x="16204" y="9831"/>
                    <a:pt x="16371" y="9897"/>
                    <a:pt x="16438" y="9931"/>
                  </a:cubicBezTo>
                  <a:lnTo>
                    <a:pt x="16371" y="9931"/>
                  </a:lnTo>
                  <a:cubicBezTo>
                    <a:pt x="16972" y="10364"/>
                    <a:pt x="17505" y="10498"/>
                    <a:pt x="17872" y="10565"/>
                  </a:cubicBezTo>
                  <a:cubicBezTo>
                    <a:pt x="18306" y="10665"/>
                    <a:pt x="18606" y="10698"/>
                    <a:pt x="18806" y="10698"/>
                  </a:cubicBezTo>
                  <a:cubicBezTo>
                    <a:pt x="19206" y="10731"/>
                    <a:pt x="19307" y="10731"/>
                    <a:pt x="19307" y="10731"/>
                  </a:cubicBezTo>
                  <a:cubicBezTo>
                    <a:pt x="19607" y="10731"/>
                    <a:pt x="19640" y="10431"/>
                    <a:pt x="19440" y="10331"/>
                  </a:cubicBezTo>
                  <a:cubicBezTo>
                    <a:pt x="19440" y="10331"/>
                    <a:pt x="19340" y="10331"/>
                    <a:pt x="18940" y="10264"/>
                  </a:cubicBezTo>
                  <a:cubicBezTo>
                    <a:pt x="18706" y="10231"/>
                    <a:pt x="18439" y="10231"/>
                    <a:pt x="18039" y="10164"/>
                  </a:cubicBezTo>
                  <a:cubicBezTo>
                    <a:pt x="17672" y="10064"/>
                    <a:pt x="17205" y="9931"/>
                    <a:pt x="16771" y="9564"/>
                  </a:cubicBezTo>
                  <a:lnTo>
                    <a:pt x="16705" y="9564"/>
                  </a:lnTo>
                  <a:cubicBezTo>
                    <a:pt x="16638" y="9497"/>
                    <a:pt x="16271" y="9230"/>
                    <a:pt x="16004" y="8663"/>
                  </a:cubicBezTo>
                  <a:cubicBezTo>
                    <a:pt x="15871" y="8363"/>
                    <a:pt x="15804" y="7996"/>
                    <a:pt x="15771" y="7529"/>
                  </a:cubicBezTo>
                  <a:cubicBezTo>
                    <a:pt x="15671" y="7062"/>
                    <a:pt x="15637" y="6562"/>
                    <a:pt x="15537" y="6028"/>
                  </a:cubicBezTo>
                  <a:cubicBezTo>
                    <a:pt x="15470" y="5494"/>
                    <a:pt x="15270" y="4860"/>
                    <a:pt x="14870" y="4360"/>
                  </a:cubicBezTo>
                  <a:cubicBezTo>
                    <a:pt x="14703" y="4060"/>
                    <a:pt x="14470" y="3893"/>
                    <a:pt x="14203" y="3660"/>
                  </a:cubicBezTo>
                  <a:cubicBezTo>
                    <a:pt x="13969" y="3426"/>
                    <a:pt x="13769" y="3259"/>
                    <a:pt x="13502" y="3093"/>
                  </a:cubicBezTo>
                  <a:cubicBezTo>
                    <a:pt x="13002" y="2759"/>
                    <a:pt x="12435" y="2392"/>
                    <a:pt x="11701" y="2392"/>
                  </a:cubicBezTo>
                  <a:cubicBezTo>
                    <a:pt x="11001" y="2425"/>
                    <a:pt x="10467" y="2692"/>
                    <a:pt x="9966" y="2926"/>
                  </a:cubicBezTo>
                  <a:cubicBezTo>
                    <a:pt x="9666" y="3059"/>
                    <a:pt x="9366" y="3226"/>
                    <a:pt x="9032" y="3393"/>
                  </a:cubicBezTo>
                  <a:cubicBezTo>
                    <a:pt x="8766" y="3560"/>
                    <a:pt x="8465" y="3693"/>
                    <a:pt x="8165" y="3693"/>
                  </a:cubicBezTo>
                  <a:cubicBezTo>
                    <a:pt x="8098" y="3660"/>
                    <a:pt x="8032" y="3660"/>
                    <a:pt x="7965" y="3660"/>
                  </a:cubicBezTo>
                  <a:cubicBezTo>
                    <a:pt x="7865" y="3593"/>
                    <a:pt x="7832" y="3593"/>
                    <a:pt x="7765" y="3560"/>
                  </a:cubicBezTo>
                  <a:cubicBezTo>
                    <a:pt x="7598" y="3526"/>
                    <a:pt x="7498" y="3393"/>
                    <a:pt x="7365" y="3326"/>
                  </a:cubicBezTo>
                  <a:cubicBezTo>
                    <a:pt x="7164" y="3093"/>
                    <a:pt x="6998" y="2759"/>
                    <a:pt x="6831" y="2425"/>
                  </a:cubicBezTo>
                  <a:cubicBezTo>
                    <a:pt x="6798" y="2259"/>
                    <a:pt x="6697" y="2092"/>
                    <a:pt x="6631" y="1892"/>
                  </a:cubicBezTo>
                  <a:cubicBezTo>
                    <a:pt x="6531" y="1725"/>
                    <a:pt x="6431" y="1525"/>
                    <a:pt x="6297" y="1358"/>
                  </a:cubicBezTo>
                  <a:cubicBezTo>
                    <a:pt x="6030" y="991"/>
                    <a:pt x="5697" y="691"/>
                    <a:pt x="5363" y="491"/>
                  </a:cubicBezTo>
                  <a:cubicBezTo>
                    <a:pt x="4873" y="164"/>
                    <a:pt x="4301" y="0"/>
                    <a:pt x="3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23" name="Google Shape;3223;p27"/>
            <p:cNvSpPr/>
            <p:nvPr/>
          </p:nvSpPr>
          <p:spPr>
            <a:xfrm flipH="1">
              <a:off x="-1177677" y="1615746"/>
              <a:ext cx="23319" cy="10319"/>
            </a:xfrm>
            <a:custGeom>
              <a:avLst/>
              <a:gdLst/>
              <a:ahLst/>
              <a:cxnLst/>
              <a:rect l="l" t="t" r="r" b="b"/>
              <a:pathLst>
                <a:path w="1035" h="458" extrusionOk="0">
                  <a:moveTo>
                    <a:pt x="610" y="0"/>
                  </a:moveTo>
                  <a:cubicBezTo>
                    <a:pt x="559" y="0"/>
                    <a:pt x="509" y="7"/>
                    <a:pt x="467" y="23"/>
                  </a:cubicBezTo>
                  <a:cubicBezTo>
                    <a:pt x="400" y="23"/>
                    <a:pt x="267" y="57"/>
                    <a:pt x="167" y="123"/>
                  </a:cubicBezTo>
                  <a:cubicBezTo>
                    <a:pt x="67" y="224"/>
                    <a:pt x="0" y="257"/>
                    <a:pt x="0" y="257"/>
                  </a:cubicBezTo>
                  <a:lnTo>
                    <a:pt x="133" y="457"/>
                  </a:lnTo>
                  <a:lnTo>
                    <a:pt x="567" y="457"/>
                  </a:lnTo>
                  <a:cubicBezTo>
                    <a:pt x="734" y="424"/>
                    <a:pt x="1034" y="257"/>
                    <a:pt x="1034" y="257"/>
                  </a:cubicBezTo>
                  <a:cubicBezTo>
                    <a:pt x="1034" y="257"/>
                    <a:pt x="967" y="57"/>
                    <a:pt x="934" y="57"/>
                  </a:cubicBezTo>
                  <a:cubicBezTo>
                    <a:pt x="934" y="57"/>
                    <a:pt x="765" y="0"/>
                    <a:pt x="6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24" name="Google Shape;3224;p27"/>
            <p:cNvSpPr/>
            <p:nvPr/>
          </p:nvSpPr>
          <p:spPr>
            <a:xfrm flipH="1">
              <a:off x="-1182926" y="1638817"/>
              <a:ext cx="26315" cy="11288"/>
            </a:xfrm>
            <a:custGeom>
              <a:avLst/>
              <a:gdLst/>
              <a:ahLst/>
              <a:cxnLst/>
              <a:rect l="l" t="t" r="r" b="b"/>
              <a:pathLst>
                <a:path w="1168" h="501" extrusionOk="0">
                  <a:moveTo>
                    <a:pt x="601" y="0"/>
                  </a:moveTo>
                  <a:cubicBezTo>
                    <a:pt x="334" y="0"/>
                    <a:pt x="0" y="100"/>
                    <a:pt x="0" y="100"/>
                  </a:cubicBezTo>
                  <a:lnTo>
                    <a:pt x="0" y="367"/>
                  </a:lnTo>
                  <a:cubicBezTo>
                    <a:pt x="0" y="367"/>
                    <a:pt x="367" y="500"/>
                    <a:pt x="601" y="500"/>
                  </a:cubicBezTo>
                  <a:cubicBezTo>
                    <a:pt x="834" y="500"/>
                    <a:pt x="1168" y="367"/>
                    <a:pt x="1168" y="367"/>
                  </a:cubicBezTo>
                  <a:lnTo>
                    <a:pt x="1168" y="100"/>
                  </a:lnTo>
                  <a:cubicBezTo>
                    <a:pt x="1168" y="100"/>
                    <a:pt x="801"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25" name="Google Shape;3225;p27"/>
            <p:cNvSpPr/>
            <p:nvPr/>
          </p:nvSpPr>
          <p:spPr>
            <a:xfrm flipH="1">
              <a:off x="-1185945" y="1658012"/>
              <a:ext cx="24828" cy="11625"/>
            </a:xfrm>
            <a:custGeom>
              <a:avLst/>
              <a:gdLst/>
              <a:ahLst/>
              <a:cxnLst/>
              <a:rect l="l" t="t" r="r" b="b"/>
              <a:pathLst>
                <a:path w="1102" h="516" extrusionOk="0">
                  <a:moveTo>
                    <a:pt x="633" y="1"/>
                  </a:moveTo>
                  <a:cubicBezTo>
                    <a:pt x="590" y="1"/>
                    <a:pt x="545" y="4"/>
                    <a:pt x="501" y="15"/>
                  </a:cubicBezTo>
                  <a:cubicBezTo>
                    <a:pt x="401" y="15"/>
                    <a:pt x="267" y="82"/>
                    <a:pt x="167" y="182"/>
                  </a:cubicBezTo>
                  <a:cubicBezTo>
                    <a:pt x="67" y="249"/>
                    <a:pt x="0" y="349"/>
                    <a:pt x="0" y="349"/>
                  </a:cubicBezTo>
                  <a:lnTo>
                    <a:pt x="167" y="516"/>
                  </a:lnTo>
                  <a:cubicBezTo>
                    <a:pt x="167" y="482"/>
                    <a:pt x="434" y="482"/>
                    <a:pt x="601" y="416"/>
                  </a:cubicBezTo>
                  <a:cubicBezTo>
                    <a:pt x="767" y="382"/>
                    <a:pt x="1068" y="249"/>
                    <a:pt x="1068" y="249"/>
                  </a:cubicBezTo>
                  <a:cubicBezTo>
                    <a:pt x="1068" y="249"/>
                    <a:pt x="1068" y="49"/>
                    <a:pt x="1101" y="49"/>
                  </a:cubicBezTo>
                  <a:cubicBezTo>
                    <a:pt x="1101" y="49"/>
                    <a:pt x="1001" y="15"/>
                    <a:pt x="868" y="15"/>
                  </a:cubicBezTo>
                  <a:cubicBezTo>
                    <a:pt x="801" y="15"/>
                    <a:pt x="719" y="1"/>
                    <a:pt x="6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26" name="Google Shape;3226;p27"/>
            <p:cNvSpPr/>
            <p:nvPr/>
          </p:nvSpPr>
          <p:spPr>
            <a:xfrm flipH="1">
              <a:off x="-1198720" y="1683899"/>
              <a:ext cx="22575" cy="11288"/>
            </a:xfrm>
            <a:custGeom>
              <a:avLst/>
              <a:gdLst/>
              <a:ahLst/>
              <a:cxnLst/>
              <a:rect l="l" t="t" r="r" b="b"/>
              <a:pathLst>
                <a:path w="1002" h="501" extrusionOk="0">
                  <a:moveTo>
                    <a:pt x="467" y="1"/>
                  </a:moveTo>
                  <a:cubicBezTo>
                    <a:pt x="301" y="1"/>
                    <a:pt x="0" y="101"/>
                    <a:pt x="0" y="101"/>
                  </a:cubicBezTo>
                  <a:lnTo>
                    <a:pt x="0" y="367"/>
                  </a:lnTo>
                  <a:cubicBezTo>
                    <a:pt x="0" y="367"/>
                    <a:pt x="301" y="501"/>
                    <a:pt x="501" y="501"/>
                  </a:cubicBezTo>
                  <a:cubicBezTo>
                    <a:pt x="734" y="501"/>
                    <a:pt x="1001" y="334"/>
                    <a:pt x="1001" y="334"/>
                  </a:cubicBezTo>
                  <a:cubicBezTo>
                    <a:pt x="1001" y="267"/>
                    <a:pt x="968" y="67"/>
                    <a:pt x="934" y="34"/>
                  </a:cubicBezTo>
                  <a:cubicBezTo>
                    <a:pt x="934" y="34"/>
                    <a:pt x="634" y="1"/>
                    <a:pt x="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27" name="Google Shape;3227;p27"/>
            <p:cNvSpPr/>
            <p:nvPr/>
          </p:nvSpPr>
          <p:spPr>
            <a:xfrm flipH="1">
              <a:off x="-1373057" y="1700436"/>
              <a:ext cx="18790" cy="11288"/>
            </a:xfrm>
            <a:custGeom>
              <a:avLst/>
              <a:gdLst/>
              <a:ahLst/>
              <a:cxnLst/>
              <a:rect l="l" t="t" r="r" b="b"/>
              <a:pathLst>
                <a:path w="834" h="501" extrusionOk="0">
                  <a:moveTo>
                    <a:pt x="434" y="0"/>
                  </a:moveTo>
                  <a:cubicBezTo>
                    <a:pt x="234" y="0"/>
                    <a:pt x="0" y="100"/>
                    <a:pt x="0" y="100"/>
                  </a:cubicBezTo>
                  <a:lnTo>
                    <a:pt x="0" y="334"/>
                  </a:lnTo>
                  <a:cubicBezTo>
                    <a:pt x="0" y="334"/>
                    <a:pt x="234" y="501"/>
                    <a:pt x="367" y="501"/>
                  </a:cubicBezTo>
                  <a:cubicBezTo>
                    <a:pt x="567" y="501"/>
                    <a:pt x="834" y="434"/>
                    <a:pt x="834" y="434"/>
                  </a:cubicBezTo>
                  <a:lnTo>
                    <a:pt x="834" y="167"/>
                  </a:lnTo>
                  <a:cubicBezTo>
                    <a:pt x="834" y="167"/>
                    <a:pt x="567" y="0"/>
                    <a:pt x="4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28" name="Google Shape;3228;p27"/>
            <p:cNvSpPr/>
            <p:nvPr/>
          </p:nvSpPr>
          <p:spPr>
            <a:xfrm flipH="1">
              <a:off x="-1375333" y="1731257"/>
              <a:ext cx="24828" cy="11806"/>
            </a:xfrm>
            <a:custGeom>
              <a:avLst/>
              <a:gdLst/>
              <a:ahLst/>
              <a:cxnLst/>
              <a:rect l="l" t="t" r="r" b="b"/>
              <a:pathLst>
                <a:path w="1102" h="524" extrusionOk="0">
                  <a:moveTo>
                    <a:pt x="501" y="0"/>
                  </a:moveTo>
                  <a:cubicBezTo>
                    <a:pt x="334" y="67"/>
                    <a:pt x="34" y="234"/>
                    <a:pt x="34" y="234"/>
                  </a:cubicBezTo>
                  <a:cubicBezTo>
                    <a:pt x="0" y="234"/>
                    <a:pt x="67" y="467"/>
                    <a:pt x="67" y="467"/>
                  </a:cubicBezTo>
                  <a:cubicBezTo>
                    <a:pt x="67" y="467"/>
                    <a:pt x="236" y="523"/>
                    <a:pt x="405" y="523"/>
                  </a:cubicBezTo>
                  <a:cubicBezTo>
                    <a:pt x="461" y="523"/>
                    <a:pt x="517" y="517"/>
                    <a:pt x="567" y="500"/>
                  </a:cubicBezTo>
                  <a:cubicBezTo>
                    <a:pt x="701" y="500"/>
                    <a:pt x="834" y="467"/>
                    <a:pt x="901" y="400"/>
                  </a:cubicBezTo>
                  <a:cubicBezTo>
                    <a:pt x="1001" y="300"/>
                    <a:pt x="1068" y="267"/>
                    <a:pt x="1068" y="267"/>
                  </a:cubicBezTo>
                  <a:cubicBezTo>
                    <a:pt x="1101" y="267"/>
                    <a:pt x="1001" y="100"/>
                    <a:pt x="9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29" name="Google Shape;3229;p27"/>
            <p:cNvSpPr/>
            <p:nvPr/>
          </p:nvSpPr>
          <p:spPr>
            <a:xfrm flipH="1">
              <a:off x="-1377586" y="1758699"/>
              <a:ext cx="25572" cy="12617"/>
            </a:xfrm>
            <a:custGeom>
              <a:avLst/>
              <a:gdLst/>
              <a:ahLst/>
              <a:cxnLst/>
              <a:rect l="l" t="t" r="r" b="b"/>
              <a:pathLst>
                <a:path w="1135" h="560" extrusionOk="0">
                  <a:moveTo>
                    <a:pt x="990" y="1"/>
                  </a:moveTo>
                  <a:cubicBezTo>
                    <a:pt x="981" y="1"/>
                    <a:pt x="973" y="5"/>
                    <a:pt x="967" y="16"/>
                  </a:cubicBezTo>
                  <a:cubicBezTo>
                    <a:pt x="967" y="16"/>
                    <a:pt x="867" y="50"/>
                    <a:pt x="801" y="50"/>
                  </a:cubicBezTo>
                  <a:cubicBezTo>
                    <a:pt x="701" y="50"/>
                    <a:pt x="600" y="50"/>
                    <a:pt x="500" y="83"/>
                  </a:cubicBezTo>
                  <a:cubicBezTo>
                    <a:pt x="300" y="116"/>
                    <a:pt x="0" y="250"/>
                    <a:pt x="0" y="250"/>
                  </a:cubicBezTo>
                  <a:lnTo>
                    <a:pt x="0" y="517"/>
                  </a:lnTo>
                  <a:cubicBezTo>
                    <a:pt x="0" y="517"/>
                    <a:pt x="213" y="559"/>
                    <a:pt x="436" y="559"/>
                  </a:cubicBezTo>
                  <a:cubicBezTo>
                    <a:pt x="491" y="559"/>
                    <a:pt x="547" y="557"/>
                    <a:pt x="600" y="550"/>
                  </a:cubicBezTo>
                  <a:cubicBezTo>
                    <a:pt x="701" y="517"/>
                    <a:pt x="867" y="417"/>
                    <a:pt x="967" y="350"/>
                  </a:cubicBezTo>
                  <a:cubicBezTo>
                    <a:pt x="1101" y="250"/>
                    <a:pt x="1134" y="183"/>
                    <a:pt x="1134" y="183"/>
                  </a:cubicBezTo>
                  <a:cubicBezTo>
                    <a:pt x="1134" y="127"/>
                    <a:pt x="1040" y="1"/>
                    <a:pt x="9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30" name="Google Shape;3230;p27"/>
            <p:cNvSpPr/>
            <p:nvPr/>
          </p:nvSpPr>
          <p:spPr>
            <a:xfrm flipH="1">
              <a:off x="-1388107" y="1786118"/>
              <a:ext cx="24828" cy="11625"/>
            </a:xfrm>
            <a:custGeom>
              <a:avLst/>
              <a:gdLst/>
              <a:ahLst/>
              <a:cxnLst/>
              <a:rect l="l" t="t" r="r" b="b"/>
              <a:pathLst>
                <a:path w="1102" h="516" extrusionOk="0">
                  <a:moveTo>
                    <a:pt x="1001" y="0"/>
                  </a:moveTo>
                  <a:cubicBezTo>
                    <a:pt x="1001" y="0"/>
                    <a:pt x="668" y="0"/>
                    <a:pt x="501" y="33"/>
                  </a:cubicBezTo>
                  <a:cubicBezTo>
                    <a:pt x="301" y="67"/>
                    <a:pt x="0" y="234"/>
                    <a:pt x="0" y="234"/>
                  </a:cubicBezTo>
                  <a:lnTo>
                    <a:pt x="34" y="500"/>
                  </a:lnTo>
                  <a:cubicBezTo>
                    <a:pt x="34" y="500"/>
                    <a:pt x="182" y="515"/>
                    <a:pt x="350" y="515"/>
                  </a:cubicBezTo>
                  <a:cubicBezTo>
                    <a:pt x="434" y="515"/>
                    <a:pt x="523" y="512"/>
                    <a:pt x="601" y="500"/>
                  </a:cubicBezTo>
                  <a:cubicBezTo>
                    <a:pt x="801" y="400"/>
                    <a:pt x="1101" y="200"/>
                    <a:pt x="1101" y="200"/>
                  </a:cubicBez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31" name="Google Shape;3231;p27"/>
            <p:cNvSpPr/>
            <p:nvPr/>
          </p:nvSpPr>
          <p:spPr>
            <a:xfrm flipH="1">
              <a:off x="-1403878" y="1798892"/>
              <a:ext cx="14307" cy="15050"/>
            </a:xfrm>
            <a:custGeom>
              <a:avLst/>
              <a:gdLst/>
              <a:ahLst/>
              <a:cxnLst/>
              <a:rect l="l" t="t" r="r" b="b"/>
              <a:pathLst>
                <a:path w="635" h="668" extrusionOk="0">
                  <a:moveTo>
                    <a:pt x="334" y="0"/>
                  </a:moveTo>
                  <a:lnTo>
                    <a:pt x="268" y="100"/>
                  </a:lnTo>
                  <a:cubicBezTo>
                    <a:pt x="201" y="134"/>
                    <a:pt x="134" y="167"/>
                    <a:pt x="134" y="234"/>
                  </a:cubicBezTo>
                  <a:cubicBezTo>
                    <a:pt x="101" y="267"/>
                    <a:pt x="1" y="467"/>
                    <a:pt x="1" y="467"/>
                  </a:cubicBezTo>
                  <a:cubicBezTo>
                    <a:pt x="1" y="467"/>
                    <a:pt x="134" y="634"/>
                    <a:pt x="201" y="667"/>
                  </a:cubicBezTo>
                  <a:cubicBezTo>
                    <a:pt x="201" y="667"/>
                    <a:pt x="268" y="667"/>
                    <a:pt x="334" y="634"/>
                  </a:cubicBezTo>
                  <a:cubicBezTo>
                    <a:pt x="435" y="601"/>
                    <a:pt x="501" y="567"/>
                    <a:pt x="535" y="467"/>
                  </a:cubicBezTo>
                  <a:cubicBezTo>
                    <a:pt x="635" y="400"/>
                    <a:pt x="635" y="267"/>
                    <a:pt x="635" y="167"/>
                  </a:cubicBezTo>
                  <a:cubicBezTo>
                    <a:pt x="635" y="67"/>
                    <a:pt x="601"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32" name="Google Shape;3232;p27"/>
            <p:cNvSpPr/>
            <p:nvPr/>
          </p:nvSpPr>
          <p:spPr>
            <a:xfrm flipH="1">
              <a:off x="-1424178" y="1819935"/>
              <a:ext cx="12054" cy="18813"/>
            </a:xfrm>
            <a:custGeom>
              <a:avLst/>
              <a:gdLst/>
              <a:ahLst/>
              <a:cxnLst/>
              <a:rect l="l" t="t" r="r" b="b"/>
              <a:pathLst>
                <a:path w="535" h="835" extrusionOk="0">
                  <a:moveTo>
                    <a:pt x="201" y="0"/>
                  </a:moveTo>
                  <a:cubicBezTo>
                    <a:pt x="201" y="0"/>
                    <a:pt x="167" y="34"/>
                    <a:pt x="134" y="134"/>
                  </a:cubicBezTo>
                  <a:cubicBezTo>
                    <a:pt x="134" y="200"/>
                    <a:pt x="34" y="234"/>
                    <a:pt x="34" y="334"/>
                  </a:cubicBezTo>
                  <a:cubicBezTo>
                    <a:pt x="1" y="400"/>
                    <a:pt x="1" y="667"/>
                    <a:pt x="1" y="667"/>
                  </a:cubicBezTo>
                  <a:cubicBezTo>
                    <a:pt x="1" y="701"/>
                    <a:pt x="201" y="801"/>
                    <a:pt x="201" y="834"/>
                  </a:cubicBezTo>
                  <a:lnTo>
                    <a:pt x="334" y="701"/>
                  </a:lnTo>
                  <a:cubicBezTo>
                    <a:pt x="434" y="667"/>
                    <a:pt x="468" y="534"/>
                    <a:pt x="501" y="467"/>
                  </a:cubicBezTo>
                  <a:cubicBezTo>
                    <a:pt x="534" y="367"/>
                    <a:pt x="534" y="234"/>
                    <a:pt x="501" y="167"/>
                  </a:cubicBezTo>
                  <a:cubicBezTo>
                    <a:pt x="501" y="67"/>
                    <a:pt x="468" y="0"/>
                    <a:pt x="4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3233" name="Google Shape;3233;p27"/>
          <p:cNvGrpSpPr/>
          <p:nvPr/>
        </p:nvGrpSpPr>
        <p:grpSpPr>
          <a:xfrm>
            <a:off x="366448" y="5103723"/>
            <a:ext cx="393757" cy="237624"/>
            <a:chOff x="-1778327" y="2071573"/>
            <a:chExt cx="393757" cy="237624"/>
          </a:xfrm>
        </p:grpSpPr>
        <p:sp>
          <p:nvSpPr>
            <p:cNvPr id="3234" name="Google Shape;3234;p27"/>
            <p:cNvSpPr/>
            <p:nvPr/>
          </p:nvSpPr>
          <p:spPr>
            <a:xfrm flipH="1">
              <a:off x="-1778327" y="2071573"/>
              <a:ext cx="393757" cy="235619"/>
            </a:xfrm>
            <a:custGeom>
              <a:avLst/>
              <a:gdLst/>
              <a:ahLst/>
              <a:cxnLst/>
              <a:rect l="l" t="t" r="r" b="b"/>
              <a:pathLst>
                <a:path w="17477" h="10458" extrusionOk="0">
                  <a:moveTo>
                    <a:pt x="5787" y="1"/>
                  </a:moveTo>
                  <a:cubicBezTo>
                    <a:pt x="5647" y="1"/>
                    <a:pt x="5509" y="20"/>
                    <a:pt x="5393" y="39"/>
                  </a:cubicBezTo>
                  <a:cubicBezTo>
                    <a:pt x="5126" y="73"/>
                    <a:pt x="4960" y="173"/>
                    <a:pt x="4793" y="306"/>
                  </a:cubicBezTo>
                  <a:cubicBezTo>
                    <a:pt x="4526" y="506"/>
                    <a:pt x="4226" y="740"/>
                    <a:pt x="3959" y="1007"/>
                  </a:cubicBezTo>
                  <a:lnTo>
                    <a:pt x="3592" y="1373"/>
                  </a:lnTo>
                  <a:cubicBezTo>
                    <a:pt x="3459" y="1507"/>
                    <a:pt x="3392" y="1674"/>
                    <a:pt x="3292" y="1840"/>
                  </a:cubicBezTo>
                  <a:cubicBezTo>
                    <a:pt x="3192" y="2141"/>
                    <a:pt x="3058" y="2474"/>
                    <a:pt x="2925" y="2741"/>
                  </a:cubicBezTo>
                  <a:cubicBezTo>
                    <a:pt x="2725" y="3342"/>
                    <a:pt x="2525" y="3909"/>
                    <a:pt x="2258" y="4342"/>
                  </a:cubicBezTo>
                  <a:cubicBezTo>
                    <a:pt x="2124" y="4576"/>
                    <a:pt x="2024" y="4743"/>
                    <a:pt x="1857" y="4876"/>
                  </a:cubicBezTo>
                  <a:cubicBezTo>
                    <a:pt x="1691" y="5009"/>
                    <a:pt x="1557" y="5076"/>
                    <a:pt x="1390" y="5076"/>
                  </a:cubicBezTo>
                  <a:cubicBezTo>
                    <a:pt x="1090" y="5076"/>
                    <a:pt x="790" y="4909"/>
                    <a:pt x="623" y="4843"/>
                  </a:cubicBezTo>
                  <a:cubicBezTo>
                    <a:pt x="456" y="4743"/>
                    <a:pt x="390" y="4676"/>
                    <a:pt x="390" y="4676"/>
                  </a:cubicBezTo>
                  <a:cubicBezTo>
                    <a:pt x="358" y="4651"/>
                    <a:pt x="323" y="4640"/>
                    <a:pt x="288" y="4640"/>
                  </a:cubicBezTo>
                  <a:cubicBezTo>
                    <a:pt x="140" y="4640"/>
                    <a:pt x="0" y="4841"/>
                    <a:pt x="190" y="4976"/>
                  </a:cubicBezTo>
                  <a:cubicBezTo>
                    <a:pt x="190" y="4976"/>
                    <a:pt x="256" y="5043"/>
                    <a:pt x="456" y="5176"/>
                  </a:cubicBezTo>
                  <a:cubicBezTo>
                    <a:pt x="690" y="5310"/>
                    <a:pt x="957" y="5510"/>
                    <a:pt x="1457" y="5510"/>
                  </a:cubicBezTo>
                  <a:cubicBezTo>
                    <a:pt x="1691" y="5510"/>
                    <a:pt x="1957" y="5410"/>
                    <a:pt x="2191" y="5243"/>
                  </a:cubicBezTo>
                  <a:cubicBezTo>
                    <a:pt x="2391" y="5076"/>
                    <a:pt x="2558" y="4876"/>
                    <a:pt x="2725" y="4642"/>
                  </a:cubicBezTo>
                  <a:cubicBezTo>
                    <a:pt x="3025" y="4142"/>
                    <a:pt x="3225" y="3575"/>
                    <a:pt x="3459" y="3008"/>
                  </a:cubicBezTo>
                  <a:cubicBezTo>
                    <a:pt x="3592" y="2708"/>
                    <a:pt x="3725" y="2408"/>
                    <a:pt x="3892" y="2174"/>
                  </a:cubicBezTo>
                  <a:cubicBezTo>
                    <a:pt x="3959" y="2041"/>
                    <a:pt x="4059" y="1874"/>
                    <a:pt x="4126" y="1807"/>
                  </a:cubicBezTo>
                  <a:cubicBezTo>
                    <a:pt x="4259" y="1707"/>
                    <a:pt x="4359" y="1574"/>
                    <a:pt x="4459" y="1474"/>
                  </a:cubicBezTo>
                  <a:cubicBezTo>
                    <a:pt x="4726" y="1240"/>
                    <a:pt x="4960" y="1040"/>
                    <a:pt x="5226" y="873"/>
                  </a:cubicBezTo>
                  <a:cubicBezTo>
                    <a:pt x="5449" y="749"/>
                    <a:pt x="5635" y="681"/>
                    <a:pt x="5798" y="681"/>
                  </a:cubicBezTo>
                  <a:cubicBezTo>
                    <a:pt x="5855" y="681"/>
                    <a:pt x="5909" y="689"/>
                    <a:pt x="5960" y="706"/>
                  </a:cubicBezTo>
                  <a:cubicBezTo>
                    <a:pt x="6194" y="740"/>
                    <a:pt x="6394" y="1007"/>
                    <a:pt x="6561" y="1240"/>
                  </a:cubicBezTo>
                  <a:cubicBezTo>
                    <a:pt x="6728" y="1507"/>
                    <a:pt x="6861" y="1840"/>
                    <a:pt x="6961" y="2141"/>
                  </a:cubicBezTo>
                  <a:cubicBezTo>
                    <a:pt x="7261" y="2741"/>
                    <a:pt x="7461" y="3375"/>
                    <a:pt x="7795" y="3975"/>
                  </a:cubicBezTo>
                  <a:cubicBezTo>
                    <a:pt x="7962" y="4242"/>
                    <a:pt x="8229" y="4542"/>
                    <a:pt x="8462" y="4809"/>
                  </a:cubicBezTo>
                  <a:cubicBezTo>
                    <a:pt x="8729" y="5043"/>
                    <a:pt x="9096" y="5243"/>
                    <a:pt x="9530" y="5343"/>
                  </a:cubicBezTo>
                  <a:cubicBezTo>
                    <a:pt x="9643" y="5364"/>
                    <a:pt x="9760" y="5372"/>
                    <a:pt x="9877" y="5372"/>
                  </a:cubicBezTo>
                  <a:cubicBezTo>
                    <a:pt x="10138" y="5372"/>
                    <a:pt x="10400" y="5333"/>
                    <a:pt x="10630" y="5310"/>
                  </a:cubicBezTo>
                  <a:cubicBezTo>
                    <a:pt x="10813" y="5273"/>
                    <a:pt x="10986" y="5246"/>
                    <a:pt x="11149" y="5246"/>
                  </a:cubicBezTo>
                  <a:cubicBezTo>
                    <a:pt x="11283" y="5246"/>
                    <a:pt x="11410" y="5264"/>
                    <a:pt x="11531" y="5310"/>
                  </a:cubicBezTo>
                  <a:cubicBezTo>
                    <a:pt x="12065" y="5476"/>
                    <a:pt x="12465" y="6010"/>
                    <a:pt x="12765" y="6577"/>
                  </a:cubicBezTo>
                  <a:lnTo>
                    <a:pt x="12799" y="6711"/>
                  </a:lnTo>
                  <a:lnTo>
                    <a:pt x="12799" y="6744"/>
                  </a:lnTo>
                  <a:lnTo>
                    <a:pt x="12865" y="6811"/>
                  </a:lnTo>
                  <a:lnTo>
                    <a:pt x="12899" y="6844"/>
                  </a:lnTo>
                  <a:cubicBezTo>
                    <a:pt x="12932" y="6911"/>
                    <a:pt x="12965" y="6977"/>
                    <a:pt x="13032" y="7044"/>
                  </a:cubicBezTo>
                  <a:cubicBezTo>
                    <a:pt x="13099" y="7178"/>
                    <a:pt x="13199" y="7344"/>
                    <a:pt x="13266" y="7478"/>
                  </a:cubicBezTo>
                  <a:cubicBezTo>
                    <a:pt x="13432" y="7745"/>
                    <a:pt x="13566" y="8045"/>
                    <a:pt x="13733" y="8345"/>
                  </a:cubicBezTo>
                  <a:cubicBezTo>
                    <a:pt x="14066" y="8879"/>
                    <a:pt x="14366" y="9413"/>
                    <a:pt x="14767" y="9846"/>
                  </a:cubicBezTo>
                  <a:cubicBezTo>
                    <a:pt x="14933" y="10046"/>
                    <a:pt x="15200" y="10213"/>
                    <a:pt x="15434" y="10347"/>
                  </a:cubicBezTo>
                  <a:cubicBezTo>
                    <a:pt x="15590" y="10425"/>
                    <a:pt x="15735" y="10457"/>
                    <a:pt x="15882" y="10457"/>
                  </a:cubicBezTo>
                  <a:cubicBezTo>
                    <a:pt x="15986" y="10457"/>
                    <a:pt x="16090" y="10441"/>
                    <a:pt x="16201" y="10413"/>
                  </a:cubicBezTo>
                  <a:cubicBezTo>
                    <a:pt x="16668" y="10313"/>
                    <a:pt x="16901" y="10046"/>
                    <a:pt x="17068" y="9880"/>
                  </a:cubicBezTo>
                  <a:lnTo>
                    <a:pt x="17335" y="9646"/>
                  </a:lnTo>
                  <a:cubicBezTo>
                    <a:pt x="17477" y="9448"/>
                    <a:pt x="17306" y="9298"/>
                    <a:pt x="17067" y="9298"/>
                  </a:cubicBezTo>
                  <a:cubicBezTo>
                    <a:pt x="17025" y="9298"/>
                    <a:pt x="16980" y="9302"/>
                    <a:pt x="16935" y="9313"/>
                  </a:cubicBezTo>
                  <a:cubicBezTo>
                    <a:pt x="16935" y="9313"/>
                    <a:pt x="16901" y="9413"/>
                    <a:pt x="16735" y="9546"/>
                  </a:cubicBezTo>
                  <a:cubicBezTo>
                    <a:pt x="16568" y="9679"/>
                    <a:pt x="16368" y="9880"/>
                    <a:pt x="16034" y="9980"/>
                  </a:cubicBezTo>
                  <a:cubicBezTo>
                    <a:pt x="15991" y="9989"/>
                    <a:pt x="15946" y="9994"/>
                    <a:pt x="15900" y="9994"/>
                  </a:cubicBezTo>
                  <a:cubicBezTo>
                    <a:pt x="15629" y="9994"/>
                    <a:pt x="15319" y="9827"/>
                    <a:pt x="15033" y="9513"/>
                  </a:cubicBezTo>
                  <a:cubicBezTo>
                    <a:pt x="14733" y="9146"/>
                    <a:pt x="14433" y="8645"/>
                    <a:pt x="14133" y="8078"/>
                  </a:cubicBezTo>
                  <a:cubicBezTo>
                    <a:pt x="14033" y="7811"/>
                    <a:pt x="13866" y="7511"/>
                    <a:pt x="13733" y="7211"/>
                  </a:cubicBezTo>
                  <a:cubicBezTo>
                    <a:pt x="13632" y="7044"/>
                    <a:pt x="13566" y="6911"/>
                    <a:pt x="13466" y="6744"/>
                  </a:cubicBezTo>
                  <a:lnTo>
                    <a:pt x="13366" y="6510"/>
                  </a:lnTo>
                  <a:lnTo>
                    <a:pt x="13299" y="6477"/>
                  </a:lnTo>
                  <a:lnTo>
                    <a:pt x="13299" y="6410"/>
                  </a:lnTo>
                  <a:lnTo>
                    <a:pt x="13232" y="6310"/>
                  </a:lnTo>
                  <a:cubicBezTo>
                    <a:pt x="13132" y="6177"/>
                    <a:pt x="13065" y="6010"/>
                    <a:pt x="12965" y="5843"/>
                  </a:cubicBezTo>
                  <a:cubicBezTo>
                    <a:pt x="12865" y="5677"/>
                    <a:pt x="12765" y="5543"/>
                    <a:pt x="12632" y="5376"/>
                  </a:cubicBezTo>
                  <a:cubicBezTo>
                    <a:pt x="12432" y="5076"/>
                    <a:pt x="12098" y="4809"/>
                    <a:pt x="11698" y="4676"/>
                  </a:cubicBezTo>
                  <a:cubicBezTo>
                    <a:pt x="11481" y="4609"/>
                    <a:pt x="11272" y="4584"/>
                    <a:pt x="11076" y="4584"/>
                  </a:cubicBezTo>
                  <a:cubicBezTo>
                    <a:pt x="10880" y="4584"/>
                    <a:pt x="10697" y="4609"/>
                    <a:pt x="10530" y="4642"/>
                  </a:cubicBezTo>
                  <a:cubicBezTo>
                    <a:pt x="10330" y="4659"/>
                    <a:pt x="10163" y="4668"/>
                    <a:pt x="10013" y="4668"/>
                  </a:cubicBezTo>
                  <a:cubicBezTo>
                    <a:pt x="9863" y="4668"/>
                    <a:pt x="9730" y="4659"/>
                    <a:pt x="9596" y="4642"/>
                  </a:cubicBezTo>
                  <a:cubicBezTo>
                    <a:pt x="9296" y="4542"/>
                    <a:pt x="9096" y="4409"/>
                    <a:pt x="8896" y="4209"/>
                  </a:cubicBezTo>
                  <a:cubicBezTo>
                    <a:pt x="8629" y="4009"/>
                    <a:pt x="8462" y="3809"/>
                    <a:pt x="8362" y="3542"/>
                  </a:cubicBezTo>
                  <a:cubicBezTo>
                    <a:pt x="8062" y="3075"/>
                    <a:pt x="7862" y="2474"/>
                    <a:pt x="7561" y="1840"/>
                  </a:cubicBezTo>
                  <a:cubicBezTo>
                    <a:pt x="7395" y="1540"/>
                    <a:pt x="7261" y="1207"/>
                    <a:pt x="7061" y="873"/>
                  </a:cubicBezTo>
                  <a:cubicBezTo>
                    <a:pt x="6861" y="540"/>
                    <a:pt x="6561" y="206"/>
                    <a:pt x="6094" y="39"/>
                  </a:cubicBezTo>
                  <a:cubicBezTo>
                    <a:pt x="5995" y="11"/>
                    <a:pt x="5890" y="1"/>
                    <a:pt x="57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35" name="Google Shape;3235;p27"/>
            <p:cNvSpPr/>
            <p:nvPr/>
          </p:nvSpPr>
          <p:spPr>
            <a:xfrm flipH="1">
              <a:off x="-1527883" y="2103250"/>
              <a:ext cx="21809" cy="11310"/>
            </a:xfrm>
            <a:custGeom>
              <a:avLst/>
              <a:gdLst/>
              <a:ahLst/>
              <a:cxnLst/>
              <a:rect l="l" t="t" r="r" b="b"/>
              <a:pathLst>
                <a:path w="968" h="502" extrusionOk="0">
                  <a:moveTo>
                    <a:pt x="467" y="1"/>
                  </a:moveTo>
                  <a:cubicBezTo>
                    <a:pt x="300" y="1"/>
                    <a:pt x="0" y="134"/>
                    <a:pt x="0" y="134"/>
                  </a:cubicBezTo>
                  <a:lnTo>
                    <a:pt x="0" y="401"/>
                  </a:lnTo>
                  <a:cubicBezTo>
                    <a:pt x="0" y="401"/>
                    <a:pt x="267" y="501"/>
                    <a:pt x="467" y="501"/>
                  </a:cubicBezTo>
                  <a:cubicBezTo>
                    <a:pt x="634" y="501"/>
                    <a:pt x="934" y="401"/>
                    <a:pt x="934" y="401"/>
                  </a:cubicBezTo>
                  <a:cubicBezTo>
                    <a:pt x="968" y="401"/>
                    <a:pt x="968" y="168"/>
                    <a:pt x="934" y="134"/>
                  </a:cubicBezTo>
                  <a:cubicBezTo>
                    <a:pt x="934" y="134"/>
                    <a:pt x="634" y="1"/>
                    <a:pt x="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36" name="Google Shape;3236;p27"/>
            <p:cNvSpPr/>
            <p:nvPr/>
          </p:nvSpPr>
          <p:spPr>
            <a:xfrm flipH="1">
              <a:off x="-1527140" y="2121094"/>
              <a:ext cx="24828" cy="11490"/>
            </a:xfrm>
            <a:custGeom>
              <a:avLst/>
              <a:gdLst/>
              <a:ahLst/>
              <a:cxnLst/>
              <a:rect l="l" t="t" r="r" b="b"/>
              <a:pathLst>
                <a:path w="1102" h="510" extrusionOk="0">
                  <a:moveTo>
                    <a:pt x="633" y="0"/>
                  </a:moveTo>
                  <a:cubicBezTo>
                    <a:pt x="586" y="0"/>
                    <a:pt x="541" y="3"/>
                    <a:pt x="501" y="9"/>
                  </a:cubicBezTo>
                  <a:cubicBezTo>
                    <a:pt x="301" y="43"/>
                    <a:pt x="0" y="176"/>
                    <a:pt x="0" y="176"/>
                  </a:cubicBezTo>
                  <a:lnTo>
                    <a:pt x="0" y="443"/>
                  </a:lnTo>
                  <a:cubicBezTo>
                    <a:pt x="0" y="443"/>
                    <a:pt x="334" y="510"/>
                    <a:pt x="534" y="510"/>
                  </a:cubicBezTo>
                  <a:cubicBezTo>
                    <a:pt x="768" y="476"/>
                    <a:pt x="1035" y="310"/>
                    <a:pt x="1035" y="310"/>
                  </a:cubicBezTo>
                  <a:cubicBezTo>
                    <a:pt x="1101" y="276"/>
                    <a:pt x="1035" y="43"/>
                    <a:pt x="1035" y="43"/>
                  </a:cubicBezTo>
                  <a:cubicBezTo>
                    <a:pt x="1035" y="43"/>
                    <a:pt x="821" y="0"/>
                    <a:pt x="6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37" name="Google Shape;3237;p27"/>
            <p:cNvSpPr/>
            <p:nvPr/>
          </p:nvSpPr>
          <p:spPr>
            <a:xfrm flipH="1">
              <a:off x="-1535408" y="2146102"/>
              <a:ext cx="23319" cy="9778"/>
            </a:xfrm>
            <a:custGeom>
              <a:avLst/>
              <a:gdLst/>
              <a:ahLst/>
              <a:cxnLst/>
              <a:rect l="l" t="t" r="r" b="b"/>
              <a:pathLst>
                <a:path w="1035" h="434" extrusionOk="0">
                  <a:moveTo>
                    <a:pt x="434" y="0"/>
                  </a:moveTo>
                  <a:cubicBezTo>
                    <a:pt x="267" y="0"/>
                    <a:pt x="0" y="100"/>
                    <a:pt x="0" y="100"/>
                  </a:cubicBezTo>
                  <a:lnTo>
                    <a:pt x="0" y="367"/>
                  </a:lnTo>
                  <a:cubicBezTo>
                    <a:pt x="0" y="367"/>
                    <a:pt x="267" y="434"/>
                    <a:pt x="500" y="434"/>
                  </a:cubicBezTo>
                  <a:cubicBezTo>
                    <a:pt x="567" y="434"/>
                    <a:pt x="734" y="400"/>
                    <a:pt x="834" y="334"/>
                  </a:cubicBezTo>
                  <a:cubicBezTo>
                    <a:pt x="901" y="234"/>
                    <a:pt x="1001" y="200"/>
                    <a:pt x="1001" y="200"/>
                  </a:cubicBezTo>
                  <a:cubicBezTo>
                    <a:pt x="1034" y="200"/>
                    <a:pt x="901" y="34"/>
                    <a:pt x="9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38" name="Google Shape;3238;p27"/>
            <p:cNvSpPr/>
            <p:nvPr/>
          </p:nvSpPr>
          <p:spPr>
            <a:xfrm flipH="1">
              <a:off x="-1542167" y="2168632"/>
              <a:ext cx="20322" cy="11648"/>
            </a:xfrm>
            <a:custGeom>
              <a:avLst/>
              <a:gdLst/>
              <a:ahLst/>
              <a:cxnLst/>
              <a:rect l="l" t="t" r="r" b="b"/>
              <a:pathLst>
                <a:path w="902" h="517" extrusionOk="0">
                  <a:moveTo>
                    <a:pt x="635" y="1"/>
                  </a:moveTo>
                  <a:cubicBezTo>
                    <a:pt x="534" y="1"/>
                    <a:pt x="468" y="1"/>
                    <a:pt x="368" y="34"/>
                  </a:cubicBezTo>
                  <a:cubicBezTo>
                    <a:pt x="268" y="68"/>
                    <a:pt x="34" y="234"/>
                    <a:pt x="34" y="234"/>
                  </a:cubicBezTo>
                  <a:cubicBezTo>
                    <a:pt x="1" y="234"/>
                    <a:pt x="101" y="501"/>
                    <a:pt x="101" y="501"/>
                  </a:cubicBezTo>
                  <a:cubicBezTo>
                    <a:pt x="101" y="501"/>
                    <a:pt x="205" y="516"/>
                    <a:pt x="323" y="516"/>
                  </a:cubicBezTo>
                  <a:cubicBezTo>
                    <a:pt x="382" y="516"/>
                    <a:pt x="445" y="512"/>
                    <a:pt x="501" y="501"/>
                  </a:cubicBezTo>
                  <a:cubicBezTo>
                    <a:pt x="601" y="435"/>
                    <a:pt x="668" y="401"/>
                    <a:pt x="768" y="334"/>
                  </a:cubicBezTo>
                  <a:lnTo>
                    <a:pt x="901" y="201"/>
                  </a:lnTo>
                  <a:cubicBezTo>
                    <a:pt x="901" y="134"/>
                    <a:pt x="768" y="1"/>
                    <a:pt x="7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39" name="Google Shape;3239;p27"/>
            <p:cNvSpPr/>
            <p:nvPr/>
          </p:nvSpPr>
          <p:spPr>
            <a:xfrm flipH="1">
              <a:off x="-1648892" y="2209456"/>
              <a:ext cx="17326" cy="11963"/>
            </a:xfrm>
            <a:custGeom>
              <a:avLst/>
              <a:gdLst/>
              <a:ahLst/>
              <a:cxnLst/>
              <a:rect l="l" t="t" r="r" b="b"/>
              <a:pathLst>
                <a:path w="769" h="531" extrusionOk="0">
                  <a:moveTo>
                    <a:pt x="326" y="1"/>
                  </a:moveTo>
                  <a:cubicBezTo>
                    <a:pt x="214" y="1"/>
                    <a:pt x="101" y="57"/>
                    <a:pt x="101" y="57"/>
                  </a:cubicBezTo>
                  <a:lnTo>
                    <a:pt x="1" y="290"/>
                  </a:lnTo>
                  <a:cubicBezTo>
                    <a:pt x="1" y="290"/>
                    <a:pt x="201" y="457"/>
                    <a:pt x="368" y="524"/>
                  </a:cubicBezTo>
                  <a:cubicBezTo>
                    <a:pt x="382" y="529"/>
                    <a:pt x="399" y="531"/>
                    <a:pt x="418" y="531"/>
                  </a:cubicBezTo>
                  <a:cubicBezTo>
                    <a:pt x="530" y="531"/>
                    <a:pt x="701" y="457"/>
                    <a:pt x="701" y="457"/>
                  </a:cubicBezTo>
                  <a:cubicBezTo>
                    <a:pt x="701" y="424"/>
                    <a:pt x="768" y="257"/>
                    <a:pt x="768" y="224"/>
                  </a:cubicBezTo>
                  <a:cubicBezTo>
                    <a:pt x="768" y="224"/>
                    <a:pt x="601" y="57"/>
                    <a:pt x="435" y="24"/>
                  </a:cubicBezTo>
                  <a:cubicBezTo>
                    <a:pt x="401" y="7"/>
                    <a:pt x="364" y="1"/>
                    <a:pt x="3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40" name="Google Shape;3240;p27"/>
            <p:cNvSpPr/>
            <p:nvPr/>
          </p:nvSpPr>
          <p:spPr>
            <a:xfrm flipH="1">
              <a:off x="-1660157" y="2233271"/>
              <a:ext cx="18069" cy="11288"/>
            </a:xfrm>
            <a:custGeom>
              <a:avLst/>
              <a:gdLst/>
              <a:ahLst/>
              <a:cxnLst/>
              <a:rect l="l" t="t" r="r" b="b"/>
              <a:pathLst>
                <a:path w="802" h="501" extrusionOk="0">
                  <a:moveTo>
                    <a:pt x="368" y="1"/>
                  </a:moveTo>
                  <a:cubicBezTo>
                    <a:pt x="234" y="1"/>
                    <a:pt x="1" y="101"/>
                    <a:pt x="1" y="101"/>
                  </a:cubicBezTo>
                  <a:lnTo>
                    <a:pt x="1" y="368"/>
                  </a:lnTo>
                  <a:cubicBezTo>
                    <a:pt x="1" y="368"/>
                    <a:pt x="234" y="501"/>
                    <a:pt x="368" y="501"/>
                  </a:cubicBezTo>
                  <a:cubicBezTo>
                    <a:pt x="468" y="501"/>
                    <a:pt x="568" y="434"/>
                    <a:pt x="635" y="401"/>
                  </a:cubicBezTo>
                  <a:cubicBezTo>
                    <a:pt x="735" y="368"/>
                    <a:pt x="768" y="334"/>
                    <a:pt x="768" y="334"/>
                  </a:cubicBezTo>
                  <a:cubicBezTo>
                    <a:pt x="801" y="301"/>
                    <a:pt x="735" y="67"/>
                    <a:pt x="735" y="67"/>
                  </a:cubicBezTo>
                  <a:cubicBezTo>
                    <a:pt x="735" y="67"/>
                    <a:pt x="668" y="34"/>
                    <a:pt x="601" y="34"/>
                  </a:cubicBezTo>
                  <a:cubicBezTo>
                    <a:pt x="501" y="1"/>
                    <a:pt x="468" y="1"/>
                    <a:pt x="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41" name="Google Shape;3241;p27"/>
            <p:cNvSpPr/>
            <p:nvPr/>
          </p:nvSpPr>
          <p:spPr>
            <a:xfrm flipH="1">
              <a:off x="-1674441" y="2252804"/>
              <a:ext cx="19579" cy="11310"/>
            </a:xfrm>
            <a:custGeom>
              <a:avLst/>
              <a:gdLst/>
              <a:ahLst/>
              <a:cxnLst/>
              <a:rect l="l" t="t" r="r" b="b"/>
              <a:pathLst>
                <a:path w="869" h="502" extrusionOk="0">
                  <a:moveTo>
                    <a:pt x="568" y="1"/>
                  </a:moveTo>
                  <a:cubicBezTo>
                    <a:pt x="535" y="18"/>
                    <a:pt x="493" y="18"/>
                    <a:pt x="451" y="18"/>
                  </a:cubicBezTo>
                  <a:cubicBezTo>
                    <a:pt x="410" y="18"/>
                    <a:pt x="368" y="18"/>
                    <a:pt x="335" y="34"/>
                  </a:cubicBezTo>
                  <a:cubicBezTo>
                    <a:pt x="268" y="34"/>
                    <a:pt x="201" y="101"/>
                    <a:pt x="101" y="134"/>
                  </a:cubicBezTo>
                  <a:cubicBezTo>
                    <a:pt x="34" y="168"/>
                    <a:pt x="1" y="201"/>
                    <a:pt x="1" y="201"/>
                  </a:cubicBezTo>
                  <a:lnTo>
                    <a:pt x="1" y="468"/>
                  </a:lnTo>
                  <a:cubicBezTo>
                    <a:pt x="1" y="468"/>
                    <a:pt x="68" y="468"/>
                    <a:pt x="168" y="501"/>
                  </a:cubicBezTo>
                  <a:lnTo>
                    <a:pt x="501" y="501"/>
                  </a:lnTo>
                  <a:cubicBezTo>
                    <a:pt x="568" y="468"/>
                    <a:pt x="668" y="435"/>
                    <a:pt x="735" y="335"/>
                  </a:cubicBezTo>
                  <a:lnTo>
                    <a:pt x="868" y="201"/>
                  </a:lnTo>
                  <a:cubicBezTo>
                    <a:pt x="868" y="168"/>
                    <a:pt x="768" y="1"/>
                    <a:pt x="7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42" name="Google Shape;3242;p27"/>
            <p:cNvSpPr/>
            <p:nvPr/>
          </p:nvSpPr>
          <p:spPr>
            <a:xfrm flipH="1">
              <a:off x="-1690978" y="2272360"/>
              <a:ext cx="27847" cy="12797"/>
            </a:xfrm>
            <a:custGeom>
              <a:avLst/>
              <a:gdLst/>
              <a:ahLst/>
              <a:cxnLst/>
              <a:rect l="l" t="t" r="r" b="b"/>
              <a:pathLst>
                <a:path w="1236" h="568" extrusionOk="0">
                  <a:moveTo>
                    <a:pt x="1168" y="0"/>
                  </a:moveTo>
                  <a:cubicBezTo>
                    <a:pt x="1168" y="0"/>
                    <a:pt x="801" y="0"/>
                    <a:pt x="535" y="67"/>
                  </a:cubicBezTo>
                  <a:cubicBezTo>
                    <a:pt x="334" y="100"/>
                    <a:pt x="1" y="300"/>
                    <a:pt x="1" y="300"/>
                  </a:cubicBezTo>
                  <a:lnTo>
                    <a:pt x="34" y="567"/>
                  </a:lnTo>
                  <a:cubicBezTo>
                    <a:pt x="34" y="567"/>
                    <a:pt x="401" y="567"/>
                    <a:pt x="668" y="501"/>
                  </a:cubicBezTo>
                  <a:cubicBezTo>
                    <a:pt x="868" y="467"/>
                    <a:pt x="1202" y="267"/>
                    <a:pt x="1202" y="267"/>
                  </a:cubicBezTo>
                  <a:cubicBezTo>
                    <a:pt x="1235" y="234"/>
                    <a:pt x="1202" y="0"/>
                    <a:pt x="11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43" name="Google Shape;3243;p27"/>
            <p:cNvSpPr/>
            <p:nvPr/>
          </p:nvSpPr>
          <p:spPr>
            <a:xfrm flipH="1">
              <a:off x="-1704496" y="2297909"/>
              <a:ext cx="15050" cy="11288"/>
            </a:xfrm>
            <a:custGeom>
              <a:avLst/>
              <a:gdLst/>
              <a:ahLst/>
              <a:cxnLst/>
              <a:rect l="l" t="t" r="r" b="b"/>
              <a:pathLst>
                <a:path w="668" h="501" extrusionOk="0">
                  <a:moveTo>
                    <a:pt x="334" y="0"/>
                  </a:moveTo>
                  <a:cubicBezTo>
                    <a:pt x="201" y="0"/>
                    <a:pt x="0" y="134"/>
                    <a:pt x="0" y="134"/>
                  </a:cubicBezTo>
                  <a:lnTo>
                    <a:pt x="0" y="367"/>
                  </a:lnTo>
                  <a:cubicBezTo>
                    <a:pt x="0" y="367"/>
                    <a:pt x="201" y="501"/>
                    <a:pt x="334" y="501"/>
                  </a:cubicBezTo>
                  <a:cubicBezTo>
                    <a:pt x="467" y="501"/>
                    <a:pt x="668" y="367"/>
                    <a:pt x="668" y="367"/>
                  </a:cubicBezTo>
                  <a:lnTo>
                    <a:pt x="668" y="134"/>
                  </a:lnTo>
                  <a:cubicBezTo>
                    <a:pt x="668" y="134"/>
                    <a:pt x="467" y="0"/>
                    <a:pt x="3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3244" name="Google Shape;3244;p27"/>
          <p:cNvGrpSpPr/>
          <p:nvPr/>
        </p:nvGrpSpPr>
        <p:grpSpPr>
          <a:xfrm rot="-5618440">
            <a:off x="-997740" y="3326664"/>
            <a:ext cx="1634649" cy="3160115"/>
            <a:chOff x="-1937479" y="625169"/>
            <a:chExt cx="1634619" cy="3160058"/>
          </a:xfrm>
        </p:grpSpPr>
        <p:sp>
          <p:nvSpPr>
            <p:cNvPr id="3245" name="Google Shape;3245;p27"/>
            <p:cNvSpPr/>
            <p:nvPr/>
          </p:nvSpPr>
          <p:spPr>
            <a:xfrm flipH="1">
              <a:off x="-1937479" y="643779"/>
              <a:ext cx="1491824" cy="3141448"/>
            </a:xfrm>
            <a:custGeom>
              <a:avLst/>
              <a:gdLst/>
              <a:ahLst/>
              <a:cxnLst/>
              <a:rect l="l" t="t" r="r" b="b"/>
              <a:pathLst>
                <a:path w="66215" h="139434" extrusionOk="0">
                  <a:moveTo>
                    <a:pt x="15812" y="0"/>
                  </a:moveTo>
                  <a:cubicBezTo>
                    <a:pt x="15745" y="0"/>
                    <a:pt x="15711" y="134"/>
                    <a:pt x="15711" y="367"/>
                  </a:cubicBezTo>
                  <a:cubicBezTo>
                    <a:pt x="15711" y="634"/>
                    <a:pt x="15745" y="1001"/>
                    <a:pt x="15812" y="1501"/>
                  </a:cubicBezTo>
                  <a:cubicBezTo>
                    <a:pt x="15812" y="1501"/>
                    <a:pt x="15845" y="1535"/>
                    <a:pt x="15845" y="1668"/>
                  </a:cubicBezTo>
                  <a:cubicBezTo>
                    <a:pt x="15845" y="1801"/>
                    <a:pt x="15878" y="1968"/>
                    <a:pt x="15878" y="2168"/>
                  </a:cubicBezTo>
                  <a:cubicBezTo>
                    <a:pt x="15878" y="2368"/>
                    <a:pt x="15912" y="2635"/>
                    <a:pt x="15912" y="2969"/>
                  </a:cubicBezTo>
                  <a:lnTo>
                    <a:pt x="15912" y="3469"/>
                  </a:lnTo>
                  <a:cubicBezTo>
                    <a:pt x="15912" y="3636"/>
                    <a:pt x="15878" y="3836"/>
                    <a:pt x="15878" y="4036"/>
                  </a:cubicBezTo>
                  <a:cubicBezTo>
                    <a:pt x="15812" y="4870"/>
                    <a:pt x="15645" y="5871"/>
                    <a:pt x="15044" y="6872"/>
                  </a:cubicBezTo>
                  <a:cubicBezTo>
                    <a:pt x="14511" y="7906"/>
                    <a:pt x="13543" y="8873"/>
                    <a:pt x="12309" y="9707"/>
                  </a:cubicBezTo>
                  <a:cubicBezTo>
                    <a:pt x="11041" y="10541"/>
                    <a:pt x="9540" y="11308"/>
                    <a:pt x="8006" y="12309"/>
                  </a:cubicBezTo>
                  <a:cubicBezTo>
                    <a:pt x="7239" y="12843"/>
                    <a:pt x="6472" y="13410"/>
                    <a:pt x="5838" y="14210"/>
                  </a:cubicBezTo>
                  <a:cubicBezTo>
                    <a:pt x="5538" y="14577"/>
                    <a:pt x="5204" y="15011"/>
                    <a:pt x="5004" y="15511"/>
                  </a:cubicBezTo>
                  <a:cubicBezTo>
                    <a:pt x="4737" y="15978"/>
                    <a:pt x="4637" y="16512"/>
                    <a:pt x="4503" y="17012"/>
                  </a:cubicBezTo>
                  <a:cubicBezTo>
                    <a:pt x="4303" y="18046"/>
                    <a:pt x="4203" y="19080"/>
                    <a:pt x="4003" y="20148"/>
                  </a:cubicBezTo>
                  <a:cubicBezTo>
                    <a:pt x="4003" y="20248"/>
                    <a:pt x="3970" y="20381"/>
                    <a:pt x="3903" y="20515"/>
                  </a:cubicBezTo>
                  <a:cubicBezTo>
                    <a:pt x="3903" y="20582"/>
                    <a:pt x="3903" y="20582"/>
                    <a:pt x="3870" y="20648"/>
                  </a:cubicBezTo>
                  <a:lnTo>
                    <a:pt x="3803" y="20815"/>
                  </a:lnTo>
                  <a:cubicBezTo>
                    <a:pt x="3670" y="21049"/>
                    <a:pt x="3569" y="21315"/>
                    <a:pt x="3403" y="21516"/>
                  </a:cubicBezTo>
                  <a:cubicBezTo>
                    <a:pt x="3136" y="21983"/>
                    <a:pt x="2836" y="22416"/>
                    <a:pt x="2502" y="22883"/>
                  </a:cubicBezTo>
                  <a:cubicBezTo>
                    <a:pt x="1868" y="23851"/>
                    <a:pt x="1168" y="24851"/>
                    <a:pt x="968" y="26152"/>
                  </a:cubicBezTo>
                  <a:cubicBezTo>
                    <a:pt x="801" y="27386"/>
                    <a:pt x="1168" y="28687"/>
                    <a:pt x="1535" y="29821"/>
                  </a:cubicBezTo>
                  <a:cubicBezTo>
                    <a:pt x="1735" y="30389"/>
                    <a:pt x="1902" y="30922"/>
                    <a:pt x="2035" y="31523"/>
                  </a:cubicBezTo>
                  <a:cubicBezTo>
                    <a:pt x="2068" y="31656"/>
                    <a:pt x="2068" y="31823"/>
                    <a:pt x="2068" y="31923"/>
                  </a:cubicBezTo>
                  <a:lnTo>
                    <a:pt x="2068" y="32156"/>
                  </a:lnTo>
                  <a:lnTo>
                    <a:pt x="2068" y="32323"/>
                  </a:lnTo>
                  <a:cubicBezTo>
                    <a:pt x="2035" y="32557"/>
                    <a:pt x="1968" y="32857"/>
                    <a:pt x="1868" y="33157"/>
                  </a:cubicBezTo>
                  <a:cubicBezTo>
                    <a:pt x="1501" y="34258"/>
                    <a:pt x="734" y="35325"/>
                    <a:pt x="300" y="36593"/>
                  </a:cubicBezTo>
                  <a:cubicBezTo>
                    <a:pt x="167" y="36927"/>
                    <a:pt x="67" y="37260"/>
                    <a:pt x="34" y="37660"/>
                  </a:cubicBezTo>
                  <a:cubicBezTo>
                    <a:pt x="0" y="37827"/>
                    <a:pt x="34" y="38027"/>
                    <a:pt x="34" y="38194"/>
                  </a:cubicBezTo>
                  <a:cubicBezTo>
                    <a:pt x="34" y="38394"/>
                    <a:pt x="67" y="38561"/>
                    <a:pt x="134" y="38728"/>
                  </a:cubicBezTo>
                  <a:cubicBezTo>
                    <a:pt x="234" y="39395"/>
                    <a:pt x="501" y="40029"/>
                    <a:pt x="801" y="40663"/>
                  </a:cubicBezTo>
                  <a:cubicBezTo>
                    <a:pt x="1368" y="41863"/>
                    <a:pt x="2035" y="43031"/>
                    <a:pt x="2736" y="44165"/>
                  </a:cubicBezTo>
                  <a:cubicBezTo>
                    <a:pt x="3069" y="44732"/>
                    <a:pt x="3469" y="45266"/>
                    <a:pt x="3803" y="45866"/>
                  </a:cubicBezTo>
                  <a:cubicBezTo>
                    <a:pt x="3970" y="46100"/>
                    <a:pt x="4137" y="46400"/>
                    <a:pt x="4303" y="46700"/>
                  </a:cubicBezTo>
                  <a:lnTo>
                    <a:pt x="4337" y="46834"/>
                  </a:lnTo>
                  <a:lnTo>
                    <a:pt x="4370" y="46867"/>
                  </a:lnTo>
                  <a:cubicBezTo>
                    <a:pt x="4370" y="46900"/>
                    <a:pt x="4403" y="46934"/>
                    <a:pt x="4403" y="46934"/>
                  </a:cubicBezTo>
                  <a:lnTo>
                    <a:pt x="4570" y="47167"/>
                  </a:lnTo>
                  <a:lnTo>
                    <a:pt x="4904" y="47568"/>
                  </a:lnTo>
                  <a:cubicBezTo>
                    <a:pt x="5838" y="48602"/>
                    <a:pt x="6972" y="49502"/>
                    <a:pt x="8239" y="50069"/>
                  </a:cubicBezTo>
                  <a:cubicBezTo>
                    <a:pt x="9507" y="50670"/>
                    <a:pt x="10875" y="51037"/>
                    <a:pt x="12209" y="51270"/>
                  </a:cubicBezTo>
                  <a:cubicBezTo>
                    <a:pt x="13543" y="51537"/>
                    <a:pt x="14911" y="51670"/>
                    <a:pt x="16245" y="51837"/>
                  </a:cubicBezTo>
                  <a:cubicBezTo>
                    <a:pt x="17579" y="52004"/>
                    <a:pt x="18914" y="52171"/>
                    <a:pt x="20215" y="52404"/>
                  </a:cubicBezTo>
                  <a:cubicBezTo>
                    <a:pt x="21482" y="52671"/>
                    <a:pt x="22750" y="53071"/>
                    <a:pt x="23851" y="53705"/>
                  </a:cubicBezTo>
                  <a:cubicBezTo>
                    <a:pt x="24418" y="54005"/>
                    <a:pt x="24918" y="54406"/>
                    <a:pt x="25385" y="54839"/>
                  </a:cubicBezTo>
                  <a:cubicBezTo>
                    <a:pt x="25652" y="55040"/>
                    <a:pt x="25852" y="55273"/>
                    <a:pt x="26052" y="55507"/>
                  </a:cubicBezTo>
                  <a:cubicBezTo>
                    <a:pt x="26252" y="55740"/>
                    <a:pt x="26419" y="56007"/>
                    <a:pt x="26653" y="56240"/>
                  </a:cubicBezTo>
                  <a:cubicBezTo>
                    <a:pt x="27386" y="57341"/>
                    <a:pt x="28054" y="58509"/>
                    <a:pt x="28921" y="59543"/>
                  </a:cubicBezTo>
                  <a:lnTo>
                    <a:pt x="29254" y="59910"/>
                  </a:lnTo>
                  <a:lnTo>
                    <a:pt x="29488" y="60110"/>
                  </a:lnTo>
                  <a:lnTo>
                    <a:pt x="29755" y="60277"/>
                  </a:lnTo>
                  <a:cubicBezTo>
                    <a:pt x="30088" y="60510"/>
                    <a:pt x="30389" y="60610"/>
                    <a:pt x="30722" y="60744"/>
                  </a:cubicBezTo>
                  <a:cubicBezTo>
                    <a:pt x="31389" y="60944"/>
                    <a:pt x="32023" y="61111"/>
                    <a:pt x="32657" y="61277"/>
                  </a:cubicBezTo>
                  <a:cubicBezTo>
                    <a:pt x="33257" y="61444"/>
                    <a:pt x="33891" y="61611"/>
                    <a:pt x="34492" y="61778"/>
                  </a:cubicBezTo>
                  <a:cubicBezTo>
                    <a:pt x="35059" y="62011"/>
                    <a:pt x="35592" y="62211"/>
                    <a:pt x="35993" y="62545"/>
                  </a:cubicBezTo>
                  <a:cubicBezTo>
                    <a:pt x="36360" y="62912"/>
                    <a:pt x="36693" y="63379"/>
                    <a:pt x="36860" y="63879"/>
                  </a:cubicBezTo>
                  <a:cubicBezTo>
                    <a:pt x="37027" y="64380"/>
                    <a:pt x="37093" y="64913"/>
                    <a:pt x="37060" y="65514"/>
                  </a:cubicBezTo>
                  <a:cubicBezTo>
                    <a:pt x="37027" y="66681"/>
                    <a:pt x="36726" y="67849"/>
                    <a:pt x="36560" y="69050"/>
                  </a:cubicBezTo>
                  <a:cubicBezTo>
                    <a:pt x="36426" y="70050"/>
                    <a:pt x="36426" y="71118"/>
                    <a:pt x="36726" y="72052"/>
                  </a:cubicBezTo>
                  <a:cubicBezTo>
                    <a:pt x="37060" y="72952"/>
                    <a:pt x="37560" y="73620"/>
                    <a:pt x="37927" y="74053"/>
                  </a:cubicBezTo>
                  <a:lnTo>
                    <a:pt x="37894" y="74020"/>
                  </a:lnTo>
                  <a:lnTo>
                    <a:pt x="37894" y="74020"/>
                  </a:lnTo>
                  <a:cubicBezTo>
                    <a:pt x="38695" y="75021"/>
                    <a:pt x="39662" y="75854"/>
                    <a:pt x="40529" y="76688"/>
                  </a:cubicBezTo>
                  <a:cubicBezTo>
                    <a:pt x="41397" y="77522"/>
                    <a:pt x="42264" y="78390"/>
                    <a:pt x="42764" y="79424"/>
                  </a:cubicBezTo>
                  <a:cubicBezTo>
                    <a:pt x="43031" y="79924"/>
                    <a:pt x="43198" y="80524"/>
                    <a:pt x="43198" y="81058"/>
                  </a:cubicBezTo>
                  <a:cubicBezTo>
                    <a:pt x="43198" y="81625"/>
                    <a:pt x="43064" y="82192"/>
                    <a:pt x="42831" y="82726"/>
                  </a:cubicBezTo>
                  <a:cubicBezTo>
                    <a:pt x="42564" y="83260"/>
                    <a:pt x="42264" y="83793"/>
                    <a:pt x="41864" y="84194"/>
                  </a:cubicBezTo>
                  <a:cubicBezTo>
                    <a:pt x="41430" y="84594"/>
                    <a:pt x="40930" y="84894"/>
                    <a:pt x="40396" y="85128"/>
                  </a:cubicBezTo>
                  <a:cubicBezTo>
                    <a:pt x="39328" y="85595"/>
                    <a:pt x="38061" y="85862"/>
                    <a:pt x="36760" y="86062"/>
                  </a:cubicBezTo>
                  <a:cubicBezTo>
                    <a:pt x="35526" y="86262"/>
                    <a:pt x="34191" y="86462"/>
                    <a:pt x="32890" y="86962"/>
                  </a:cubicBezTo>
                  <a:cubicBezTo>
                    <a:pt x="32223" y="87229"/>
                    <a:pt x="31589" y="87563"/>
                    <a:pt x="31056" y="88030"/>
                  </a:cubicBezTo>
                  <a:cubicBezTo>
                    <a:pt x="30489" y="88463"/>
                    <a:pt x="30055" y="89064"/>
                    <a:pt x="29755" y="89731"/>
                  </a:cubicBezTo>
                  <a:cubicBezTo>
                    <a:pt x="29688" y="89898"/>
                    <a:pt x="29588" y="90065"/>
                    <a:pt x="29555" y="90231"/>
                  </a:cubicBezTo>
                  <a:lnTo>
                    <a:pt x="29388" y="90732"/>
                  </a:lnTo>
                  <a:cubicBezTo>
                    <a:pt x="29355" y="90899"/>
                    <a:pt x="29355" y="91099"/>
                    <a:pt x="29321" y="91265"/>
                  </a:cubicBezTo>
                  <a:cubicBezTo>
                    <a:pt x="29254" y="91466"/>
                    <a:pt x="29254" y="91632"/>
                    <a:pt x="29254" y="91799"/>
                  </a:cubicBezTo>
                  <a:cubicBezTo>
                    <a:pt x="29254" y="92533"/>
                    <a:pt x="29355" y="93200"/>
                    <a:pt x="29488" y="93867"/>
                  </a:cubicBezTo>
                  <a:cubicBezTo>
                    <a:pt x="30055" y="96469"/>
                    <a:pt x="31089" y="98904"/>
                    <a:pt x="32023" y="101273"/>
                  </a:cubicBezTo>
                  <a:cubicBezTo>
                    <a:pt x="33024" y="103574"/>
                    <a:pt x="32890" y="106143"/>
                    <a:pt x="33091" y="108645"/>
                  </a:cubicBezTo>
                  <a:cubicBezTo>
                    <a:pt x="33224" y="109946"/>
                    <a:pt x="33391" y="111213"/>
                    <a:pt x="33891" y="112414"/>
                  </a:cubicBezTo>
                  <a:cubicBezTo>
                    <a:pt x="34358" y="113615"/>
                    <a:pt x="35059" y="114716"/>
                    <a:pt x="35926" y="115583"/>
                  </a:cubicBezTo>
                  <a:cubicBezTo>
                    <a:pt x="36827" y="116450"/>
                    <a:pt x="37761" y="117217"/>
                    <a:pt x="38728" y="117885"/>
                  </a:cubicBezTo>
                  <a:cubicBezTo>
                    <a:pt x="39729" y="118552"/>
                    <a:pt x="40696" y="119119"/>
                    <a:pt x="41663" y="119753"/>
                  </a:cubicBezTo>
                  <a:cubicBezTo>
                    <a:pt x="42564" y="120386"/>
                    <a:pt x="43531" y="120953"/>
                    <a:pt x="44365" y="121621"/>
                  </a:cubicBezTo>
                  <a:lnTo>
                    <a:pt x="44999" y="122121"/>
                  </a:lnTo>
                  <a:cubicBezTo>
                    <a:pt x="45166" y="122288"/>
                    <a:pt x="45366" y="122454"/>
                    <a:pt x="45566" y="122655"/>
                  </a:cubicBezTo>
                  <a:cubicBezTo>
                    <a:pt x="46000" y="123055"/>
                    <a:pt x="46400" y="123388"/>
                    <a:pt x="46834" y="123722"/>
                  </a:cubicBezTo>
                  <a:cubicBezTo>
                    <a:pt x="48568" y="124990"/>
                    <a:pt x="50503" y="125757"/>
                    <a:pt x="52238" y="126424"/>
                  </a:cubicBezTo>
                  <a:cubicBezTo>
                    <a:pt x="54006" y="127091"/>
                    <a:pt x="55673" y="127758"/>
                    <a:pt x="57074" y="128559"/>
                  </a:cubicBezTo>
                  <a:cubicBezTo>
                    <a:pt x="57775" y="128926"/>
                    <a:pt x="58442" y="129393"/>
                    <a:pt x="59076" y="129793"/>
                  </a:cubicBezTo>
                  <a:cubicBezTo>
                    <a:pt x="59710" y="130227"/>
                    <a:pt x="60343" y="130627"/>
                    <a:pt x="60877" y="131061"/>
                  </a:cubicBezTo>
                  <a:cubicBezTo>
                    <a:pt x="61945" y="131895"/>
                    <a:pt x="62879" y="132728"/>
                    <a:pt x="63579" y="133496"/>
                  </a:cubicBezTo>
                  <a:cubicBezTo>
                    <a:pt x="64246" y="134296"/>
                    <a:pt x="64747" y="135097"/>
                    <a:pt x="65047" y="135764"/>
                  </a:cubicBezTo>
                  <a:cubicBezTo>
                    <a:pt x="65113" y="135931"/>
                    <a:pt x="65214" y="136098"/>
                    <a:pt x="65247" y="136264"/>
                  </a:cubicBezTo>
                  <a:cubicBezTo>
                    <a:pt x="65347" y="136398"/>
                    <a:pt x="65380" y="136565"/>
                    <a:pt x="65414" y="136665"/>
                  </a:cubicBezTo>
                  <a:cubicBezTo>
                    <a:pt x="65514" y="136965"/>
                    <a:pt x="65547" y="137232"/>
                    <a:pt x="65580" y="137398"/>
                  </a:cubicBezTo>
                  <a:cubicBezTo>
                    <a:pt x="65614" y="137565"/>
                    <a:pt x="65681" y="137732"/>
                    <a:pt x="65681" y="137799"/>
                  </a:cubicBezTo>
                  <a:lnTo>
                    <a:pt x="65681" y="137966"/>
                  </a:lnTo>
                  <a:cubicBezTo>
                    <a:pt x="65714" y="138232"/>
                    <a:pt x="65747" y="138433"/>
                    <a:pt x="65747" y="138599"/>
                  </a:cubicBezTo>
                  <a:cubicBezTo>
                    <a:pt x="65747" y="138766"/>
                    <a:pt x="65747" y="138933"/>
                    <a:pt x="65781" y="139066"/>
                  </a:cubicBezTo>
                  <a:cubicBezTo>
                    <a:pt x="65847" y="139300"/>
                    <a:pt x="65914" y="139433"/>
                    <a:pt x="65947" y="139433"/>
                  </a:cubicBezTo>
                  <a:cubicBezTo>
                    <a:pt x="66014" y="139433"/>
                    <a:pt x="66081" y="139300"/>
                    <a:pt x="66114" y="139066"/>
                  </a:cubicBezTo>
                  <a:cubicBezTo>
                    <a:pt x="66181" y="138799"/>
                    <a:pt x="66214" y="138433"/>
                    <a:pt x="66114" y="137899"/>
                  </a:cubicBezTo>
                  <a:lnTo>
                    <a:pt x="66114" y="137732"/>
                  </a:lnTo>
                  <a:cubicBezTo>
                    <a:pt x="66114" y="137599"/>
                    <a:pt x="66081" y="137465"/>
                    <a:pt x="66047" y="137265"/>
                  </a:cubicBezTo>
                  <a:cubicBezTo>
                    <a:pt x="66014" y="137065"/>
                    <a:pt x="65947" y="136798"/>
                    <a:pt x="65881" y="136498"/>
                  </a:cubicBezTo>
                  <a:cubicBezTo>
                    <a:pt x="65847" y="136398"/>
                    <a:pt x="65747" y="136231"/>
                    <a:pt x="65714" y="136064"/>
                  </a:cubicBezTo>
                  <a:cubicBezTo>
                    <a:pt x="65681" y="135897"/>
                    <a:pt x="65580" y="135731"/>
                    <a:pt x="65514" y="135564"/>
                  </a:cubicBezTo>
                  <a:cubicBezTo>
                    <a:pt x="65214" y="134797"/>
                    <a:pt x="64680" y="133963"/>
                    <a:pt x="63946" y="133129"/>
                  </a:cubicBezTo>
                  <a:cubicBezTo>
                    <a:pt x="63245" y="132295"/>
                    <a:pt x="62278" y="131428"/>
                    <a:pt x="61177" y="130594"/>
                  </a:cubicBezTo>
                  <a:cubicBezTo>
                    <a:pt x="60610" y="130127"/>
                    <a:pt x="60010" y="129726"/>
                    <a:pt x="59376" y="129293"/>
                  </a:cubicBezTo>
                  <a:cubicBezTo>
                    <a:pt x="58709" y="128892"/>
                    <a:pt x="58075" y="128425"/>
                    <a:pt x="57341" y="127992"/>
                  </a:cubicBezTo>
                  <a:cubicBezTo>
                    <a:pt x="55874" y="127225"/>
                    <a:pt x="54172" y="126491"/>
                    <a:pt x="52404" y="125824"/>
                  </a:cubicBezTo>
                  <a:cubicBezTo>
                    <a:pt x="50670" y="125123"/>
                    <a:pt x="48768" y="124389"/>
                    <a:pt x="47167" y="123155"/>
                  </a:cubicBezTo>
                  <a:cubicBezTo>
                    <a:pt x="46767" y="122888"/>
                    <a:pt x="46367" y="122555"/>
                    <a:pt x="46000" y="122154"/>
                  </a:cubicBezTo>
                  <a:cubicBezTo>
                    <a:pt x="45600" y="121787"/>
                    <a:pt x="45166" y="121420"/>
                    <a:pt x="44732" y="121087"/>
                  </a:cubicBezTo>
                  <a:cubicBezTo>
                    <a:pt x="43865" y="120386"/>
                    <a:pt x="42931" y="119786"/>
                    <a:pt x="41997" y="119152"/>
                  </a:cubicBezTo>
                  <a:cubicBezTo>
                    <a:pt x="40062" y="117951"/>
                    <a:pt x="38061" y="116750"/>
                    <a:pt x="36426" y="115083"/>
                  </a:cubicBezTo>
                  <a:cubicBezTo>
                    <a:pt x="35659" y="114249"/>
                    <a:pt x="35025" y="113248"/>
                    <a:pt x="34558" y="112147"/>
                  </a:cubicBezTo>
                  <a:cubicBezTo>
                    <a:pt x="34091" y="111080"/>
                    <a:pt x="33924" y="109879"/>
                    <a:pt x="33858" y="108645"/>
                  </a:cubicBezTo>
                  <a:cubicBezTo>
                    <a:pt x="33758" y="107410"/>
                    <a:pt x="33758" y="106143"/>
                    <a:pt x="33658" y="104875"/>
                  </a:cubicBezTo>
                  <a:cubicBezTo>
                    <a:pt x="33558" y="104241"/>
                    <a:pt x="33491" y="103574"/>
                    <a:pt x="33357" y="102940"/>
                  </a:cubicBezTo>
                  <a:cubicBezTo>
                    <a:pt x="33324" y="102640"/>
                    <a:pt x="33191" y="102307"/>
                    <a:pt x="33091" y="101973"/>
                  </a:cubicBezTo>
                  <a:lnTo>
                    <a:pt x="32757" y="101072"/>
                  </a:lnTo>
                  <a:cubicBezTo>
                    <a:pt x="31856" y="98637"/>
                    <a:pt x="30822" y="96269"/>
                    <a:pt x="30322" y="93767"/>
                  </a:cubicBezTo>
                  <a:cubicBezTo>
                    <a:pt x="30188" y="93133"/>
                    <a:pt x="30155" y="92533"/>
                    <a:pt x="30155" y="91933"/>
                  </a:cubicBezTo>
                  <a:cubicBezTo>
                    <a:pt x="30188" y="91766"/>
                    <a:pt x="30155" y="91599"/>
                    <a:pt x="30188" y="91466"/>
                  </a:cubicBezTo>
                  <a:cubicBezTo>
                    <a:pt x="30222" y="91366"/>
                    <a:pt x="30222" y="91199"/>
                    <a:pt x="30255" y="91065"/>
                  </a:cubicBezTo>
                  <a:lnTo>
                    <a:pt x="30389" y="90632"/>
                  </a:lnTo>
                  <a:cubicBezTo>
                    <a:pt x="30422" y="90532"/>
                    <a:pt x="30522" y="90365"/>
                    <a:pt x="30555" y="90231"/>
                  </a:cubicBezTo>
                  <a:cubicBezTo>
                    <a:pt x="30822" y="89698"/>
                    <a:pt x="31156" y="89197"/>
                    <a:pt x="31589" y="88797"/>
                  </a:cubicBezTo>
                  <a:cubicBezTo>
                    <a:pt x="32056" y="88430"/>
                    <a:pt x="32590" y="88130"/>
                    <a:pt x="33191" y="87930"/>
                  </a:cubicBezTo>
                  <a:cubicBezTo>
                    <a:pt x="34358" y="87463"/>
                    <a:pt x="35592" y="87263"/>
                    <a:pt x="36893" y="87062"/>
                  </a:cubicBezTo>
                  <a:cubicBezTo>
                    <a:pt x="38194" y="86796"/>
                    <a:pt x="39529" y="86595"/>
                    <a:pt x="40763" y="86062"/>
                  </a:cubicBezTo>
                  <a:cubicBezTo>
                    <a:pt x="41397" y="85762"/>
                    <a:pt x="42030" y="85395"/>
                    <a:pt x="42531" y="84894"/>
                  </a:cubicBezTo>
                  <a:cubicBezTo>
                    <a:pt x="43031" y="84394"/>
                    <a:pt x="43398" y="83793"/>
                    <a:pt x="43698" y="83193"/>
                  </a:cubicBezTo>
                  <a:cubicBezTo>
                    <a:pt x="43998" y="82559"/>
                    <a:pt x="44165" y="81859"/>
                    <a:pt x="44165" y="81125"/>
                  </a:cubicBezTo>
                  <a:cubicBezTo>
                    <a:pt x="44165" y="80424"/>
                    <a:pt x="43932" y="79724"/>
                    <a:pt x="43665" y="79090"/>
                  </a:cubicBezTo>
                  <a:cubicBezTo>
                    <a:pt x="43064" y="77856"/>
                    <a:pt x="42097" y="76922"/>
                    <a:pt x="41230" y="76055"/>
                  </a:cubicBezTo>
                  <a:cubicBezTo>
                    <a:pt x="40329" y="75187"/>
                    <a:pt x="39395" y="74353"/>
                    <a:pt x="38695" y="73453"/>
                  </a:cubicBezTo>
                  <a:cubicBezTo>
                    <a:pt x="38394" y="73086"/>
                    <a:pt x="37994" y="72552"/>
                    <a:pt x="37727" y="71785"/>
                  </a:cubicBezTo>
                  <a:cubicBezTo>
                    <a:pt x="37527" y="71051"/>
                    <a:pt x="37494" y="70084"/>
                    <a:pt x="37594" y="69150"/>
                  </a:cubicBezTo>
                  <a:cubicBezTo>
                    <a:pt x="37727" y="68015"/>
                    <a:pt x="38027" y="66815"/>
                    <a:pt x="38094" y="65547"/>
                  </a:cubicBezTo>
                  <a:cubicBezTo>
                    <a:pt x="38161" y="64880"/>
                    <a:pt x="38061" y="64213"/>
                    <a:pt x="37861" y="63546"/>
                  </a:cubicBezTo>
                  <a:cubicBezTo>
                    <a:pt x="37594" y="62878"/>
                    <a:pt x="37193" y="62278"/>
                    <a:pt x="36693" y="61778"/>
                  </a:cubicBezTo>
                  <a:cubicBezTo>
                    <a:pt x="36560" y="61644"/>
                    <a:pt x="36393" y="61578"/>
                    <a:pt x="36226" y="61444"/>
                  </a:cubicBezTo>
                  <a:cubicBezTo>
                    <a:pt x="36059" y="61377"/>
                    <a:pt x="35926" y="61277"/>
                    <a:pt x="35759" y="61211"/>
                  </a:cubicBezTo>
                  <a:cubicBezTo>
                    <a:pt x="35426" y="61044"/>
                    <a:pt x="35159" y="60910"/>
                    <a:pt x="34825" y="60810"/>
                  </a:cubicBezTo>
                  <a:cubicBezTo>
                    <a:pt x="34191" y="60610"/>
                    <a:pt x="33558" y="60510"/>
                    <a:pt x="32924" y="60310"/>
                  </a:cubicBezTo>
                  <a:cubicBezTo>
                    <a:pt x="32323" y="60210"/>
                    <a:pt x="31723" y="60043"/>
                    <a:pt x="31156" y="59843"/>
                  </a:cubicBezTo>
                  <a:cubicBezTo>
                    <a:pt x="30889" y="59710"/>
                    <a:pt x="30589" y="59609"/>
                    <a:pt x="30355" y="59443"/>
                  </a:cubicBezTo>
                  <a:lnTo>
                    <a:pt x="30222" y="59376"/>
                  </a:lnTo>
                  <a:lnTo>
                    <a:pt x="30088" y="59243"/>
                  </a:lnTo>
                  <a:lnTo>
                    <a:pt x="29822" y="58909"/>
                  </a:lnTo>
                  <a:cubicBezTo>
                    <a:pt x="28988" y="57942"/>
                    <a:pt x="28354" y="56841"/>
                    <a:pt x="27553" y="55707"/>
                  </a:cubicBezTo>
                  <a:cubicBezTo>
                    <a:pt x="27353" y="55406"/>
                    <a:pt x="27153" y="55106"/>
                    <a:pt x="26919" y="54873"/>
                  </a:cubicBezTo>
                  <a:cubicBezTo>
                    <a:pt x="26719" y="54606"/>
                    <a:pt x="26486" y="54372"/>
                    <a:pt x="26219" y="54106"/>
                  </a:cubicBezTo>
                  <a:cubicBezTo>
                    <a:pt x="25685" y="53672"/>
                    <a:pt x="25152" y="53205"/>
                    <a:pt x="24518" y="52871"/>
                  </a:cubicBezTo>
                  <a:cubicBezTo>
                    <a:pt x="23317" y="52171"/>
                    <a:pt x="21916" y="51737"/>
                    <a:pt x="20582" y="51437"/>
                  </a:cubicBezTo>
                  <a:cubicBezTo>
                    <a:pt x="19214" y="51203"/>
                    <a:pt x="17846" y="51037"/>
                    <a:pt x="16512" y="50903"/>
                  </a:cubicBezTo>
                  <a:cubicBezTo>
                    <a:pt x="13843" y="50603"/>
                    <a:pt x="11142" y="50370"/>
                    <a:pt x="8740" y="49269"/>
                  </a:cubicBezTo>
                  <a:cubicBezTo>
                    <a:pt x="7539" y="48735"/>
                    <a:pt x="6505" y="47934"/>
                    <a:pt x="5671" y="46967"/>
                  </a:cubicBezTo>
                  <a:lnTo>
                    <a:pt x="5371" y="46600"/>
                  </a:lnTo>
                  <a:lnTo>
                    <a:pt x="5204" y="46433"/>
                  </a:lnTo>
                  <a:lnTo>
                    <a:pt x="5171" y="46400"/>
                  </a:lnTo>
                  <a:lnTo>
                    <a:pt x="5071" y="46267"/>
                  </a:lnTo>
                  <a:cubicBezTo>
                    <a:pt x="4904" y="46000"/>
                    <a:pt x="4704" y="45700"/>
                    <a:pt x="4537" y="45399"/>
                  </a:cubicBezTo>
                  <a:cubicBezTo>
                    <a:pt x="4170" y="44866"/>
                    <a:pt x="3836" y="44265"/>
                    <a:pt x="3469" y="43731"/>
                  </a:cubicBezTo>
                  <a:cubicBezTo>
                    <a:pt x="2736" y="42664"/>
                    <a:pt x="2068" y="41530"/>
                    <a:pt x="1535" y="40362"/>
                  </a:cubicBezTo>
                  <a:cubicBezTo>
                    <a:pt x="1301" y="39762"/>
                    <a:pt x="1034" y="39195"/>
                    <a:pt x="901" y="38594"/>
                  </a:cubicBezTo>
                  <a:cubicBezTo>
                    <a:pt x="801" y="38027"/>
                    <a:pt x="834" y="37494"/>
                    <a:pt x="1034" y="36893"/>
                  </a:cubicBezTo>
                  <a:cubicBezTo>
                    <a:pt x="1468" y="35759"/>
                    <a:pt x="2202" y="34692"/>
                    <a:pt x="2635" y="33424"/>
                  </a:cubicBezTo>
                  <a:cubicBezTo>
                    <a:pt x="2736" y="33090"/>
                    <a:pt x="2836" y="32824"/>
                    <a:pt x="2869" y="32423"/>
                  </a:cubicBezTo>
                  <a:lnTo>
                    <a:pt x="2869" y="32257"/>
                  </a:lnTo>
                  <a:lnTo>
                    <a:pt x="2869" y="32123"/>
                  </a:lnTo>
                  <a:lnTo>
                    <a:pt x="2836" y="31890"/>
                  </a:lnTo>
                  <a:cubicBezTo>
                    <a:pt x="2836" y="31723"/>
                    <a:pt x="2836" y="31556"/>
                    <a:pt x="2802" y="31389"/>
                  </a:cubicBezTo>
                  <a:cubicBezTo>
                    <a:pt x="2669" y="30722"/>
                    <a:pt x="2502" y="30155"/>
                    <a:pt x="2302" y="29555"/>
                  </a:cubicBezTo>
                  <a:cubicBezTo>
                    <a:pt x="1902" y="28420"/>
                    <a:pt x="1568" y="27320"/>
                    <a:pt x="1735" y="26219"/>
                  </a:cubicBezTo>
                  <a:cubicBezTo>
                    <a:pt x="1902" y="25151"/>
                    <a:pt x="2535" y="24184"/>
                    <a:pt x="3169" y="23250"/>
                  </a:cubicBezTo>
                  <a:cubicBezTo>
                    <a:pt x="3469" y="22816"/>
                    <a:pt x="3803" y="22349"/>
                    <a:pt x="4070" y="21849"/>
                  </a:cubicBezTo>
                  <a:cubicBezTo>
                    <a:pt x="4237" y="21582"/>
                    <a:pt x="4370" y="21349"/>
                    <a:pt x="4503" y="21082"/>
                  </a:cubicBezTo>
                  <a:lnTo>
                    <a:pt x="4570" y="20882"/>
                  </a:lnTo>
                  <a:cubicBezTo>
                    <a:pt x="4637" y="20815"/>
                    <a:pt x="4670" y="20682"/>
                    <a:pt x="4670" y="20648"/>
                  </a:cubicBezTo>
                  <a:cubicBezTo>
                    <a:pt x="4670" y="20515"/>
                    <a:pt x="4704" y="20348"/>
                    <a:pt x="4737" y="20215"/>
                  </a:cubicBezTo>
                  <a:cubicBezTo>
                    <a:pt x="5004" y="19147"/>
                    <a:pt x="5037" y="18046"/>
                    <a:pt x="5237" y="17079"/>
                  </a:cubicBezTo>
                  <a:cubicBezTo>
                    <a:pt x="5337" y="16579"/>
                    <a:pt x="5471" y="16145"/>
                    <a:pt x="5671" y="15711"/>
                  </a:cubicBezTo>
                  <a:cubicBezTo>
                    <a:pt x="5838" y="15311"/>
                    <a:pt x="6138" y="14911"/>
                    <a:pt x="6405" y="14544"/>
                  </a:cubicBezTo>
                  <a:cubicBezTo>
                    <a:pt x="7005" y="13810"/>
                    <a:pt x="7706" y="13243"/>
                    <a:pt x="8473" y="12743"/>
                  </a:cubicBezTo>
                  <a:cubicBezTo>
                    <a:pt x="9974" y="11742"/>
                    <a:pt x="11475" y="11008"/>
                    <a:pt x="12743" y="10141"/>
                  </a:cubicBezTo>
                  <a:cubicBezTo>
                    <a:pt x="14010" y="9240"/>
                    <a:pt x="15044" y="8206"/>
                    <a:pt x="15645" y="7072"/>
                  </a:cubicBezTo>
                  <a:cubicBezTo>
                    <a:pt x="16212" y="5971"/>
                    <a:pt x="16412" y="4904"/>
                    <a:pt x="16512" y="4036"/>
                  </a:cubicBezTo>
                  <a:cubicBezTo>
                    <a:pt x="16512" y="3803"/>
                    <a:pt x="16545" y="3636"/>
                    <a:pt x="16545" y="3403"/>
                  </a:cubicBezTo>
                  <a:lnTo>
                    <a:pt x="16545" y="2869"/>
                  </a:lnTo>
                  <a:cubicBezTo>
                    <a:pt x="16545" y="2535"/>
                    <a:pt x="16512" y="2235"/>
                    <a:pt x="16512" y="2035"/>
                  </a:cubicBezTo>
                  <a:cubicBezTo>
                    <a:pt x="16512" y="1835"/>
                    <a:pt x="16479" y="1668"/>
                    <a:pt x="16479" y="1535"/>
                  </a:cubicBezTo>
                  <a:cubicBezTo>
                    <a:pt x="16412" y="1401"/>
                    <a:pt x="16412" y="1368"/>
                    <a:pt x="16412" y="1368"/>
                  </a:cubicBezTo>
                  <a:cubicBezTo>
                    <a:pt x="16345" y="867"/>
                    <a:pt x="16245" y="534"/>
                    <a:pt x="16012" y="334"/>
                  </a:cubicBezTo>
                  <a:cubicBezTo>
                    <a:pt x="15912" y="67"/>
                    <a:pt x="15845" y="0"/>
                    <a:pt x="158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46" name="Google Shape;3246;p27"/>
            <p:cNvSpPr/>
            <p:nvPr/>
          </p:nvSpPr>
          <p:spPr>
            <a:xfrm flipH="1">
              <a:off x="-1852158" y="728357"/>
              <a:ext cx="819551" cy="1132155"/>
            </a:xfrm>
            <a:custGeom>
              <a:avLst/>
              <a:gdLst/>
              <a:ahLst/>
              <a:cxnLst/>
              <a:rect l="l" t="t" r="r" b="b"/>
              <a:pathLst>
                <a:path w="36376" h="50251" extrusionOk="0">
                  <a:moveTo>
                    <a:pt x="1369" y="1"/>
                  </a:moveTo>
                  <a:cubicBezTo>
                    <a:pt x="1207" y="1"/>
                    <a:pt x="1140" y="246"/>
                    <a:pt x="1334" y="616"/>
                  </a:cubicBezTo>
                  <a:cubicBezTo>
                    <a:pt x="1334" y="616"/>
                    <a:pt x="1368" y="649"/>
                    <a:pt x="1435" y="816"/>
                  </a:cubicBezTo>
                  <a:cubicBezTo>
                    <a:pt x="1435" y="916"/>
                    <a:pt x="1468" y="983"/>
                    <a:pt x="1501" y="1116"/>
                  </a:cubicBezTo>
                  <a:cubicBezTo>
                    <a:pt x="1501" y="1216"/>
                    <a:pt x="1501" y="1383"/>
                    <a:pt x="1535" y="1483"/>
                  </a:cubicBezTo>
                  <a:cubicBezTo>
                    <a:pt x="1635" y="2117"/>
                    <a:pt x="1435" y="2951"/>
                    <a:pt x="867" y="3985"/>
                  </a:cubicBezTo>
                  <a:cubicBezTo>
                    <a:pt x="634" y="4485"/>
                    <a:pt x="300" y="5119"/>
                    <a:pt x="134" y="5820"/>
                  </a:cubicBezTo>
                  <a:cubicBezTo>
                    <a:pt x="100" y="6053"/>
                    <a:pt x="34" y="6220"/>
                    <a:pt x="34" y="6420"/>
                  </a:cubicBezTo>
                  <a:cubicBezTo>
                    <a:pt x="34" y="6587"/>
                    <a:pt x="0" y="6787"/>
                    <a:pt x="34" y="6987"/>
                  </a:cubicBezTo>
                  <a:cubicBezTo>
                    <a:pt x="34" y="7221"/>
                    <a:pt x="100" y="7387"/>
                    <a:pt x="134" y="7588"/>
                  </a:cubicBezTo>
                  <a:cubicBezTo>
                    <a:pt x="167" y="7754"/>
                    <a:pt x="167" y="7955"/>
                    <a:pt x="267" y="8155"/>
                  </a:cubicBezTo>
                  <a:cubicBezTo>
                    <a:pt x="334" y="8321"/>
                    <a:pt x="367" y="8555"/>
                    <a:pt x="501" y="8755"/>
                  </a:cubicBezTo>
                  <a:lnTo>
                    <a:pt x="667" y="9055"/>
                  </a:lnTo>
                  <a:cubicBezTo>
                    <a:pt x="701" y="9155"/>
                    <a:pt x="801" y="9255"/>
                    <a:pt x="867" y="9322"/>
                  </a:cubicBezTo>
                  <a:cubicBezTo>
                    <a:pt x="1001" y="9556"/>
                    <a:pt x="1201" y="9656"/>
                    <a:pt x="1368" y="9823"/>
                  </a:cubicBezTo>
                  <a:cubicBezTo>
                    <a:pt x="1601" y="9956"/>
                    <a:pt x="1801" y="10089"/>
                    <a:pt x="2002" y="10156"/>
                  </a:cubicBezTo>
                  <a:cubicBezTo>
                    <a:pt x="2869" y="10556"/>
                    <a:pt x="3803" y="10623"/>
                    <a:pt x="4637" y="10923"/>
                  </a:cubicBezTo>
                  <a:cubicBezTo>
                    <a:pt x="5037" y="11057"/>
                    <a:pt x="5471" y="11257"/>
                    <a:pt x="5804" y="11490"/>
                  </a:cubicBezTo>
                  <a:lnTo>
                    <a:pt x="5938" y="11590"/>
                  </a:lnTo>
                  <a:lnTo>
                    <a:pt x="5971" y="11624"/>
                  </a:lnTo>
                  <a:cubicBezTo>
                    <a:pt x="5971" y="11657"/>
                    <a:pt x="6004" y="11724"/>
                    <a:pt x="6038" y="11724"/>
                  </a:cubicBezTo>
                  <a:lnTo>
                    <a:pt x="6138" y="11757"/>
                  </a:lnTo>
                  <a:cubicBezTo>
                    <a:pt x="6171" y="11791"/>
                    <a:pt x="6271" y="11891"/>
                    <a:pt x="6338" y="11924"/>
                  </a:cubicBezTo>
                  <a:cubicBezTo>
                    <a:pt x="6505" y="12091"/>
                    <a:pt x="6638" y="12224"/>
                    <a:pt x="6772" y="12424"/>
                  </a:cubicBezTo>
                  <a:cubicBezTo>
                    <a:pt x="7039" y="12791"/>
                    <a:pt x="7272" y="13225"/>
                    <a:pt x="7506" y="13659"/>
                  </a:cubicBezTo>
                  <a:cubicBezTo>
                    <a:pt x="7639" y="13892"/>
                    <a:pt x="7806" y="14126"/>
                    <a:pt x="7973" y="14326"/>
                  </a:cubicBezTo>
                  <a:cubicBezTo>
                    <a:pt x="8106" y="14459"/>
                    <a:pt x="8173" y="14593"/>
                    <a:pt x="8306" y="14659"/>
                  </a:cubicBezTo>
                  <a:cubicBezTo>
                    <a:pt x="8339" y="14693"/>
                    <a:pt x="8373" y="14759"/>
                    <a:pt x="8473" y="14793"/>
                  </a:cubicBezTo>
                  <a:lnTo>
                    <a:pt x="8540" y="14826"/>
                  </a:lnTo>
                  <a:lnTo>
                    <a:pt x="8606" y="14893"/>
                  </a:lnTo>
                  <a:lnTo>
                    <a:pt x="8640" y="14926"/>
                  </a:lnTo>
                  <a:lnTo>
                    <a:pt x="8706" y="14993"/>
                  </a:lnTo>
                  <a:cubicBezTo>
                    <a:pt x="8773" y="15060"/>
                    <a:pt x="8840" y="15093"/>
                    <a:pt x="8873" y="15126"/>
                  </a:cubicBezTo>
                  <a:lnTo>
                    <a:pt x="9273" y="15393"/>
                  </a:lnTo>
                  <a:cubicBezTo>
                    <a:pt x="9540" y="15493"/>
                    <a:pt x="9807" y="15627"/>
                    <a:pt x="10107" y="15660"/>
                  </a:cubicBezTo>
                  <a:cubicBezTo>
                    <a:pt x="10641" y="15793"/>
                    <a:pt x="11175" y="15827"/>
                    <a:pt x="11675" y="15894"/>
                  </a:cubicBezTo>
                  <a:cubicBezTo>
                    <a:pt x="12176" y="15927"/>
                    <a:pt x="12643" y="15994"/>
                    <a:pt x="13110" y="16160"/>
                  </a:cubicBezTo>
                  <a:lnTo>
                    <a:pt x="13810" y="16427"/>
                  </a:lnTo>
                  <a:lnTo>
                    <a:pt x="14477" y="16761"/>
                  </a:lnTo>
                  <a:cubicBezTo>
                    <a:pt x="15345" y="17228"/>
                    <a:pt x="16145" y="17828"/>
                    <a:pt x="17012" y="18429"/>
                  </a:cubicBezTo>
                  <a:cubicBezTo>
                    <a:pt x="17846" y="18996"/>
                    <a:pt x="18780" y="19563"/>
                    <a:pt x="19648" y="20063"/>
                  </a:cubicBezTo>
                  <a:cubicBezTo>
                    <a:pt x="19848" y="20163"/>
                    <a:pt x="20115" y="20263"/>
                    <a:pt x="20348" y="20397"/>
                  </a:cubicBezTo>
                  <a:cubicBezTo>
                    <a:pt x="20615" y="20497"/>
                    <a:pt x="20882" y="20564"/>
                    <a:pt x="21149" y="20630"/>
                  </a:cubicBezTo>
                  <a:cubicBezTo>
                    <a:pt x="21449" y="20664"/>
                    <a:pt x="21716" y="20730"/>
                    <a:pt x="21983" y="20730"/>
                  </a:cubicBezTo>
                  <a:cubicBezTo>
                    <a:pt x="22216" y="20730"/>
                    <a:pt x="22516" y="20730"/>
                    <a:pt x="22716" y="20664"/>
                  </a:cubicBezTo>
                  <a:cubicBezTo>
                    <a:pt x="23183" y="20630"/>
                    <a:pt x="23650" y="20597"/>
                    <a:pt x="24117" y="20597"/>
                  </a:cubicBezTo>
                  <a:cubicBezTo>
                    <a:pt x="24551" y="20597"/>
                    <a:pt x="25018" y="20597"/>
                    <a:pt x="25452" y="20630"/>
                  </a:cubicBezTo>
                  <a:cubicBezTo>
                    <a:pt x="26286" y="20764"/>
                    <a:pt x="27186" y="21064"/>
                    <a:pt x="28020" y="21431"/>
                  </a:cubicBezTo>
                  <a:cubicBezTo>
                    <a:pt x="28854" y="21798"/>
                    <a:pt x="29688" y="22331"/>
                    <a:pt x="30322" y="22965"/>
                  </a:cubicBezTo>
                  <a:lnTo>
                    <a:pt x="30522" y="23232"/>
                  </a:lnTo>
                  <a:lnTo>
                    <a:pt x="30622" y="23299"/>
                  </a:lnTo>
                  <a:lnTo>
                    <a:pt x="30689" y="23432"/>
                  </a:lnTo>
                  <a:lnTo>
                    <a:pt x="31022" y="23999"/>
                  </a:lnTo>
                  <a:cubicBezTo>
                    <a:pt x="31156" y="24233"/>
                    <a:pt x="31223" y="24433"/>
                    <a:pt x="31323" y="24633"/>
                  </a:cubicBezTo>
                  <a:cubicBezTo>
                    <a:pt x="31389" y="24833"/>
                    <a:pt x="31456" y="25067"/>
                    <a:pt x="31523" y="25267"/>
                  </a:cubicBezTo>
                  <a:cubicBezTo>
                    <a:pt x="31790" y="26101"/>
                    <a:pt x="31823" y="27001"/>
                    <a:pt x="31723" y="27835"/>
                  </a:cubicBezTo>
                  <a:cubicBezTo>
                    <a:pt x="31690" y="28669"/>
                    <a:pt x="31489" y="29503"/>
                    <a:pt x="31323" y="30270"/>
                  </a:cubicBezTo>
                  <a:cubicBezTo>
                    <a:pt x="31156" y="31004"/>
                    <a:pt x="30989" y="31738"/>
                    <a:pt x="30856" y="32405"/>
                  </a:cubicBezTo>
                  <a:cubicBezTo>
                    <a:pt x="30555" y="33673"/>
                    <a:pt x="30622" y="34740"/>
                    <a:pt x="30655" y="35241"/>
                  </a:cubicBezTo>
                  <a:lnTo>
                    <a:pt x="30655" y="35174"/>
                  </a:lnTo>
                  <a:cubicBezTo>
                    <a:pt x="30689" y="36141"/>
                    <a:pt x="31122" y="36942"/>
                    <a:pt x="31389" y="37642"/>
                  </a:cubicBezTo>
                  <a:cubicBezTo>
                    <a:pt x="31690" y="38343"/>
                    <a:pt x="31856" y="39010"/>
                    <a:pt x="31856" y="39644"/>
                  </a:cubicBezTo>
                  <a:cubicBezTo>
                    <a:pt x="31856" y="39811"/>
                    <a:pt x="31823" y="39944"/>
                    <a:pt x="31823" y="40111"/>
                  </a:cubicBezTo>
                  <a:cubicBezTo>
                    <a:pt x="31790" y="40278"/>
                    <a:pt x="31723" y="40444"/>
                    <a:pt x="31690" y="40578"/>
                  </a:cubicBezTo>
                  <a:cubicBezTo>
                    <a:pt x="31623" y="40845"/>
                    <a:pt x="31489" y="41145"/>
                    <a:pt x="31389" y="41412"/>
                  </a:cubicBezTo>
                  <a:cubicBezTo>
                    <a:pt x="31156" y="41946"/>
                    <a:pt x="30956" y="42413"/>
                    <a:pt x="30789" y="42846"/>
                  </a:cubicBezTo>
                  <a:cubicBezTo>
                    <a:pt x="30722" y="42980"/>
                    <a:pt x="30689" y="43113"/>
                    <a:pt x="30655" y="43180"/>
                  </a:cubicBezTo>
                  <a:cubicBezTo>
                    <a:pt x="30622" y="43280"/>
                    <a:pt x="30622" y="43413"/>
                    <a:pt x="30555" y="43480"/>
                  </a:cubicBezTo>
                  <a:cubicBezTo>
                    <a:pt x="30489" y="43680"/>
                    <a:pt x="30455" y="43847"/>
                    <a:pt x="30455" y="44014"/>
                  </a:cubicBezTo>
                  <a:cubicBezTo>
                    <a:pt x="30455" y="44247"/>
                    <a:pt x="30389" y="44347"/>
                    <a:pt x="30389" y="44481"/>
                  </a:cubicBezTo>
                  <a:lnTo>
                    <a:pt x="30389" y="44781"/>
                  </a:lnTo>
                  <a:cubicBezTo>
                    <a:pt x="30389" y="44899"/>
                    <a:pt x="30389" y="44955"/>
                    <a:pt x="30393" y="44955"/>
                  </a:cubicBezTo>
                  <a:cubicBezTo>
                    <a:pt x="30399" y="44955"/>
                    <a:pt x="30415" y="44823"/>
                    <a:pt x="30455" y="44581"/>
                  </a:cubicBezTo>
                  <a:lnTo>
                    <a:pt x="30455" y="44581"/>
                  </a:lnTo>
                  <a:cubicBezTo>
                    <a:pt x="30355" y="45481"/>
                    <a:pt x="30389" y="46315"/>
                    <a:pt x="30655" y="47083"/>
                  </a:cubicBezTo>
                  <a:cubicBezTo>
                    <a:pt x="30889" y="47783"/>
                    <a:pt x="31356" y="48350"/>
                    <a:pt x="31856" y="48684"/>
                  </a:cubicBezTo>
                  <a:cubicBezTo>
                    <a:pt x="32323" y="49084"/>
                    <a:pt x="32824" y="49251"/>
                    <a:pt x="33191" y="49418"/>
                  </a:cubicBezTo>
                  <a:cubicBezTo>
                    <a:pt x="33558" y="49584"/>
                    <a:pt x="33891" y="49684"/>
                    <a:pt x="34191" y="49784"/>
                  </a:cubicBezTo>
                  <a:cubicBezTo>
                    <a:pt x="35325" y="50118"/>
                    <a:pt x="35626" y="50185"/>
                    <a:pt x="35626" y="50185"/>
                  </a:cubicBezTo>
                  <a:cubicBezTo>
                    <a:pt x="35763" y="50231"/>
                    <a:pt x="35880" y="50251"/>
                    <a:pt x="35975" y="50251"/>
                  </a:cubicBezTo>
                  <a:cubicBezTo>
                    <a:pt x="36362" y="50251"/>
                    <a:pt x="36375" y="49913"/>
                    <a:pt x="35893" y="49618"/>
                  </a:cubicBezTo>
                  <a:cubicBezTo>
                    <a:pt x="35893" y="49618"/>
                    <a:pt x="35659" y="49518"/>
                    <a:pt x="34525" y="49184"/>
                  </a:cubicBezTo>
                  <a:cubicBezTo>
                    <a:pt x="34225" y="49117"/>
                    <a:pt x="33891" y="49017"/>
                    <a:pt x="33524" y="48850"/>
                  </a:cubicBezTo>
                  <a:cubicBezTo>
                    <a:pt x="33157" y="48684"/>
                    <a:pt x="32724" y="48517"/>
                    <a:pt x="32323" y="48183"/>
                  </a:cubicBezTo>
                  <a:cubicBezTo>
                    <a:pt x="31890" y="47916"/>
                    <a:pt x="31523" y="47449"/>
                    <a:pt x="31323" y="46816"/>
                  </a:cubicBezTo>
                  <a:cubicBezTo>
                    <a:pt x="31152" y="46277"/>
                    <a:pt x="31127" y="45641"/>
                    <a:pt x="31144" y="44909"/>
                  </a:cubicBezTo>
                  <a:lnTo>
                    <a:pt x="31144" y="44909"/>
                  </a:lnTo>
                  <a:cubicBezTo>
                    <a:pt x="31144" y="44913"/>
                    <a:pt x="31145" y="44915"/>
                    <a:pt x="31146" y="44915"/>
                  </a:cubicBezTo>
                  <a:cubicBezTo>
                    <a:pt x="31150" y="44915"/>
                    <a:pt x="31156" y="44856"/>
                    <a:pt x="31156" y="44748"/>
                  </a:cubicBezTo>
                  <a:lnTo>
                    <a:pt x="31156" y="44447"/>
                  </a:lnTo>
                  <a:cubicBezTo>
                    <a:pt x="31156" y="44314"/>
                    <a:pt x="31189" y="44180"/>
                    <a:pt x="31189" y="44080"/>
                  </a:cubicBezTo>
                  <a:cubicBezTo>
                    <a:pt x="31189" y="43947"/>
                    <a:pt x="31223" y="43780"/>
                    <a:pt x="31289" y="43613"/>
                  </a:cubicBezTo>
                  <a:cubicBezTo>
                    <a:pt x="31323" y="43513"/>
                    <a:pt x="31323" y="43447"/>
                    <a:pt x="31356" y="43347"/>
                  </a:cubicBezTo>
                  <a:cubicBezTo>
                    <a:pt x="31389" y="43280"/>
                    <a:pt x="31456" y="43146"/>
                    <a:pt x="31489" y="43080"/>
                  </a:cubicBezTo>
                  <a:cubicBezTo>
                    <a:pt x="31656" y="42646"/>
                    <a:pt x="31856" y="42179"/>
                    <a:pt x="32123" y="41645"/>
                  </a:cubicBezTo>
                  <a:cubicBezTo>
                    <a:pt x="32223" y="41412"/>
                    <a:pt x="32357" y="41112"/>
                    <a:pt x="32457" y="40778"/>
                  </a:cubicBezTo>
                  <a:lnTo>
                    <a:pt x="32557" y="40278"/>
                  </a:lnTo>
                  <a:cubicBezTo>
                    <a:pt x="32557" y="40111"/>
                    <a:pt x="32624" y="39944"/>
                    <a:pt x="32624" y="39744"/>
                  </a:cubicBezTo>
                  <a:cubicBezTo>
                    <a:pt x="32657" y="38977"/>
                    <a:pt x="32457" y="38176"/>
                    <a:pt x="32157" y="37442"/>
                  </a:cubicBezTo>
                  <a:cubicBezTo>
                    <a:pt x="31856" y="36675"/>
                    <a:pt x="31489" y="35975"/>
                    <a:pt x="31489" y="35241"/>
                  </a:cubicBezTo>
                  <a:lnTo>
                    <a:pt x="31489" y="35174"/>
                  </a:lnTo>
                  <a:cubicBezTo>
                    <a:pt x="31456" y="34740"/>
                    <a:pt x="31456" y="33806"/>
                    <a:pt x="31723" y="32572"/>
                  </a:cubicBezTo>
                  <a:cubicBezTo>
                    <a:pt x="31856" y="31938"/>
                    <a:pt x="32023" y="31238"/>
                    <a:pt x="32223" y="30471"/>
                  </a:cubicBezTo>
                  <a:cubicBezTo>
                    <a:pt x="32457" y="29670"/>
                    <a:pt x="32657" y="28836"/>
                    <a:pt x="32724" y="27935"/>
                  </a:cubicBezTo>
                  <a:cubicBezTo>
                    <a:pt x="32957" y="26101"/>
                    <a:pt x="32624" y="23899"/>
                    <a:pt x="31122" y="22265"/>
                  </a:cubicBezTo>
                  <a:cubicBezTo>
                    <a:pt x="30355" y="21498"/>
                    <a:pt x="29488" y="20964"/>
                    <a:pt x="28554" y="20497"/>
                  </a:cubicBezTo>
                  <a:cubicBezTo>
                    <a:pt x="27653" y="20063"/>
                    <a:pt x="26686" y="19763"/>
                    <a:pt x="25685" y="19596"/>
                  </a:cubicBezTo>
                  <a:cubicBezTo>
                    <a:pt x="25185" y="19596"/>
                    <a:pt x="24718" y="19563"/>
                    <a:pt x="24218" y="19563"/>
                  </a:cubicBezTo>
                  <a:cubicBezTo>
                    <a:pt x="23717" y="19596"/>
                    <a:pt x="23217" y="19596"/>
                    <a:pt x="22783" y="19630"/>
                  </a:cubicBezTo>
                  <a:cubicBezTo>
                    <a:pt x="22516" y="19663"/>
                    <a:pt x="22316" y="19663"/>
                    <a:pt x="22049" y="19663"/>
                  </a:cubicBezTo>
                  <a:cubicBezTo>
                    <a:pt x="21849" y="19663"/>
                    <a:pt x="21649" y="19663"/>
                    <a:pt x="21449" y="19630"/>
                  </a:cubicBezTo>
                  <a:cubicBezTo>
                    <a:pt x="21215" y="19596"/>
                    <a:pt x="21015" y="19563"/>
                    <a:pt x="20815" y="19463"/>
                  </a:cubicBezTo>
                  <a:cubicBezTo>
                    <a:pt x="20615" y="19396"/>
                    <a:pt x="20381" y="19263"/>
                    <a:pt x="20181" y="19163"/>
                  </a:cubicBezTo>
                  <a:cubicBezTo>
                    <a:pt x="19347" y="18729"/>
                    <a:pt x="18480" y="18229"/>
                    <a:pt x="17646" y="17628"/>
                  </a:cubicBezTo>
                  <a:cubicBezTo>
                    <a:pt x="16812" y="17061"/>
                    <a:pt x="15945" y="16427"/>
                    <a:pt x="14978" y="15927"/>
                  </a:cubicBezTo>
                  <a:lnTo>
                    <a:pt x="14210" y="15593"/>
                  </a:lnTo>
                  <a:lnTo>
                    <a:pt x="13443" y="15326"/>
                  </a:lnTo>
                  <a:cubicBezTo>
                    <a:pt x="12876" y="15160"/>
                    <a:pt x="12342" y="15093"/>
                    <a:pt x="11809" y="15060"/>
                  </a:cubicBezTo>
                  <a:cubicBezTo>
                    <a:pt x="11275" y="14993"/>
                    <a:pt x="10775" y="14960"/>
                    <a:pt x="10308" y="14893"/>
                  </a:cubicBezTo>
                  <a:cubicBezTo>
                    <a:pt x="10041" y="14826"/>
                    <a:pt x="9874" y="14759"/>
                    <a:pt x="9674" y="14659"/>
                  </a:cubicBezTo>
                  <a:cubicBezTo>
                    <a:pt x="9607" y="14626"/>
                    <a:pt x="9507" y="14593"/>
                    <a:pt x="9440" y="14493"/>
                  </a:cubicBezTo>
                  <a:cubicBezTo>
                    <a:pt x="9374" y="14493"/>
                    <a:pt x="9340" y="14459"/>
                    <a:pt x="9307" y="14426"/>
                  </a:cubicBezTo>
                  <a:lnTo>
                    <a:pt x="9273" y="14392"/>
                  </a:lnTo>
                  <a:lnTo>
                    <a:pt x="9207" y="14326"/>
                  </a:lnTo>
                  <a:cubicBezTo>
                    <a:pt x="9173" y="14292"/>
                    <a:pt x="9173" y="14259"/>
                    <a:pt x="9140" y="14259"/>
                  </a:cubicBezTo>
                  <a:lnTo>
                    <a:pt x="8973" y="14159"/>
                  </a:lnTo>
                  <a:cubicBezTo>
                    <a:pt x="8940" y="14159"/>
                    <a:pt x="8873" y="14126"/>
                    <a:pt x="8840" y="14092"/>
                  </a:cubicBezTo>
                  <a:cubicBezTo>
                    <a:pt x="8773" y="14059"/>
                    <a:pt x="8706" y="13959"/>
                    <a:pt x="8640" y="13892"/>
                  </a:cubicBezTo>
                  <a:cubicBezTo>
                    <a:pt x="8473" y="13725"/>
                    <a:pt x="8339" y="13559"/>
                    <a:pt x="8206" y="13325"/>
                  </a:cubicBezTo>
                  <a:cubicBezTo>
                    <a:pt x="7973" y="12925"/>
                    <a:pt x="7772" y="12458"/>
                    <a:pt x="7472" y="12057"/>
                  </a:cubicBezTo>
                  <a:cubicBezTo>
                    <a:pt x="7305" y="11824"/>
                    <a:pt x="7139" y="11624"/>
                    <a:pt x="6938" y="11424"/>
                  </a:cubicBezTo>
                  <a:lnTo>
                    <a:pt x="6538" y="11157"/>
                  </a:lnTo>
                  <a:lnTo>
                    <a:pt x="6471" y="11123"/>
                  </a:lnTo>
                  <a:lnTo>
                    <a:pt x="6505" y="11123"/>
                  </a:lnTo>
                  <a:lnTo>
                    <a:pt x="6471" y="11090"/>
                  </a:lnTo>
                  <a:lnTo>
                    <a:pt x="6305" y="10957"/>
                  </a:lnTo>
                  <a:cubicBezTo>
                    <a:pt x="6105" y="10790"/>
                    <a:pt x="5838" y="10656"/>
                    <a:pt x="5638" y="10556"/>
                  </a:cubicBezTo>
                  <a:cubicBezTo>
                    <a:pt x="5371" y="10456"/>
                    <a:pt x="5171" y="10390"/>
                    <a:pt x="4937" y="10290"/>
                  </a:cubicBezTo>
                  <a:cubicBezTo>
                    <a:pt x="3970" y="9956"/>
                    <a:pt x="3036" y="9923"/>
                    <a:pt x="2335" y="9589"/>
                  </a:cubicBezTo>
                  <a:cubicBezTo>
                    <a:pt x="1601" y="9289"/>
                    <a:pt x="1134" y="8722"/>
                    <a:pt x="934" y="7988"/>
                  </a:cubicBezTo>
                  <a:cubicBezTo>
                    <a:pt x="867" y="7821"/>
                    <a:pt x="834" y="7621"/>
                    <a:pt x="801" y="7454"/>
                  </a:cubicBezTo>
                  <a:cubicBezTo>
                    <a:pt x="767" y="7287"/>
                    <a:pt x="767" y="7121"/>
                    <a:pt x="701" y="6954"/>
                  </a:cubicBezTo>
                  <a:cubicBezTo>
                    <a:pt x="667" y="6620"/>
                    <a:pt x="701" y="6320"/>
                    <a:pt x="767" y="5986"/>
                  </a:cubicBezTo>
                  <a:cubicBezTo>
                    <a:pt x="934" y="5319"/>
                    <a:pt x="1168" y="4786"/>
                    <a:pt x="1435" y="4252"/>
                  </a:cubicBezTo>
                  <a:cubicBezTo>
                    <a:pt x="1935" y="3151"/>
                    <a:pt x="2202" y="2150"/>
                    <a:pt x="2102" y="1450"/>
                  </a:cubicBezTo>
                  <a:cubicBezTo>
                    <a:pt x="2035" y="1283"/>
                    <a:pt x="2035" y="1116"/>
                    <a:pt x="2002" y="983"/>
                  </a:cubicBezTo>
                  <a:cubicBezTo>
                    <a:pt x="1968" y="883"/>
                    <a:pt x="1935" y="749"/>
                    <a:pt x="1868" y="649"/>
                  </a:cubicBezTo>
                  <a:cubicBezTo>
                    <a:pt x="1835" y="483"/>
                    <a:pt x="1801" y="416"/>
                    <a:pt x="1801" y="416"/>
                  </a:cubicBezTo>
                  <a:cubicBezTo>
                    <a:pt x="1649" y="125"/>
                    <a:pt x="1485" y="1"/>
                    <a:pt x="13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47" name="Google Shape;3247;p27"/>
            <p:cNvSpPr/>
            <p:nvPr/>
          </p:nvSpPr>
          <p:spPr>
            <a:xfrm flipH="1">
              <a:off x="-1849972" y="679061"/>
              <a:ext cx="732766" cy="593688"/>
            </a:xfrm>
            <a:custGeom>
              <a:avLst/>
              <a:gdLst/>
              <a:ahLst/>
              <a:cxnLst/>
              <a:rect l="l" t="t" r="r" b="b"/>
              <a:pathLst>
                <a:path w="32524" h="26351" extrusionOk="0">
                  <a:moveTo>
                    <a:pt x="80" y="0"/>
                  </a:moveTo>
                  <a:lnTo>
                    <a:pt x="80" y="0"/>
                  </a:lnTo>
                  <a:cubicBezTo>
                    <a:pt x="6" y="0"/>
                    <a:pt x="1" y="141"/>
                    <a:pt x="115" y="369"/>
                  </a:cubicBezTo>
                  <a:cubicBezTo>
                    <a:pt x="115" y="369"/>
                    <a:pt x="181" y="436"/>
                    <a:pt x="215" y="602"/>
                  </a:cubicBezTo>
                  <a:cubicBezTo>
                    <a:pt x="248" y="669"/>
                    <a:pt x="281" y="802"/>
                    <a:pt x="348" y="936"/>
                  </a:cubicBezTo>
                  <a:cubicBezTo>
                    <a:pt x="381" y="1103"/>
                    <a:pt x="415" y="1269"/>
                    <a:pt x="448" y="1470"/>
                  </a:cubicBezTo>
                  <a:cubicBezTo>
                    <a:pt x="548" y="1870"/>
                    <a:pt x="548" y="2504"/>
                    <a:pt x="415" y="3304"/>
                  </a:cubicBezTo>
                  <a:cubicBezTo>
                    <a:pt x="348" y="3671"/>
                    <a:pt x="248" y="4138"/>
                    <a:pt x="181" y="4672"/>
                  </a:cubicBezTo>
                  <a:cubicBezTo>
                    <a:pt x="81" y="5172"/>
                    <a:pt x="48" y="5806"/>
                    <a:pt x="215" y="6473"/>
                  </a:cubicBezTo>
                  <a:cubicBezTo>
                    <a:pt x="248" y="6607"/>
                    <a:pt x="281" y="6840"/>
                    <a:pt x="381" y="7207"/>
                  </a:cubicBezTo>
                  <a:cubicBezTo>
                    <a:pt x="415" y="7374"/>
                    <a:pt x="515" y="7607"/>
                    <a:pt x="582" y="7841"/>
                  </a:cubicBezTo>
                  <a:cubicBezTo>
                    <a:pt x="682" y="8108"/>
                    <a:pt x="782" y="8341"/>
                    <a:pt x="1049" y="8608"/>
                  </a:cubicBezTo>
                  <a:cubicBezTo>
                    <a:pt x="1282" y="8842"/>
                    <a:pt x="1616" y="8975"/>
                    <a:pt x="1949" y="9042"/>
                  </a:cubicBezTo>
                  <a:cubicBezTo>
                    <a:pt x="2283" y="9142"/>
                    <a:pt x="2683" y="9209"/>
                    <a:pt x="3017" y="9309"/>
                  </a:cubicBezTo>
                  <a:cubicBezTo>
                    <a:pt x="3684" y="9542"/>
                    <a:pt x="4418" y="9842"/>
                    <a:pt x="5051" y="10443"/>
                  </a:cubicBezTo>
                  <a:cubicBezTo>
                    <a:pt x="5385" y="10676"/>
                    <a:pt x="5685" y="11010"/>
                    <a:pt x="6019" y="11310"/>
                  </a:cubicBezTo>
                  <a:cubicBezTo>
                    <a:pt x="6352" y="11610"/>
                    <a:pt x="6619" y="11977"/>
                    <a:pt x="6953" y="12311"/>
                  </a:cubicBezTo>
                  <a:cubicBezTo>
                    <a:pt x="7120" y="12478"/>
                    <a:pt x="7286" y="12644"/>
                    <a:pt x="7520" y="12811"/>
                  </a:cubicBezTo>
                  <a:lnTo>
                    <a:pt x="7787" y="13045"/>
                  </a:lnTo>
                  <a:cubicBezTo>
                    <a:pt x="7887" y="13145"/>
                    <a:pt x="8020" y="13178"/>
                    <a:pt x="8087" y="13278"/>
                  </a:cubicBezTo>
                  <a:cubicBezTo>
                    <a:pt x="8287" y="13378"/>
                    <a:pt x="8521" y="13545"/>
                    <a:pt x="8721" y="13645"/>
                  </a:cubicBezTo>
                  <a:lnTo>
                    <a:pt x="9054" y="13812"/>
                  </a:lnTo>
                  <a:lnTo>
                    <a:pt x="9221" y="13879"/>
                  </a:lnTo>
                  <a:lnTo>
                    <a:pt x="9288" y="13945"/>
                  </a:lnTo>
                  <a:cubicBezTo>
                    <a:pt x="9355" y="13945"/>
                    <a:pt x="9388" y="13979"/>
                    <a:pt x="9421" y="13979"/>
                  </a:cubicBezTo>
                  <a:cubicBezTo>
                    <a:pt x="9922" y="14145"/>
                    <a:pt x="10455" y="14145"/>
                    <a:pt x="10922" y="14145"/>
                  </a:cubicBezTo>
                  <a:cubicBezTo>
                    <a:pt x="11389" y="14145"/>
                    <a:pt x="11856" y="14145"/>
                    <a:pt x="12290" y="14212"/>
                  </a:cubicBezTo>
                  <a:lnTo>
                    <a:pt x="12457" y="14279"/>
                  </a:lnTo>
                  <a:lnTo>
                    <a:pt x="12557" y="14279"/>
                  </a:lnTo>
                  <a:lnTo>
                    <a:pt x="12790" y="14446"/>
                  </a:lnTo>
                  <a:cubicBezTo>
                    <a:pt x="12957" y="14546"/>
                    <a:pt x="13091" y="14712"/>
                    <a:pt x="13257" y="14879"/>
                  </a:cubicBezTo>
                  <a:cubicBezTo>
                    <a:pt x="13591" y="15213"/>
                    <a:pt x="13858" y="15613"/>
                    <a:pt x="14225" y="15880"/>
                  </a:cubicBezTo>
                  <a:lnTo>
                    <a:pt x="14592" y="16147"/>
                  </a:lnTo>
                  <a:cubicBezTo>
                    <a:pt x="14725" y="16214"/>
                    <a:pt x="14859" y="16280"/>
                    <a:pt x="14925" y="16314"/>
                  </a:cubicBezTo>
                  <a:lnTo>
                    <a:pt x="14892" y="16314"/>
                  </a:lnTo>
                  <a:cubicBezTo>
                    <a:pt x="15959" y="16881"/>
                    <a:pt x="17260" y="17214"/>
                    <a:pt x="18595" y="17214"/>
                  </a:cubicBezTo>
                  <a:cubicBezTo>
                    <a:pt x="18722" y="17221"/>
                    <a:pt x="18849" y="17224"/>
                    <a:pt x="18977" y="17224"/>
                  </a:cubicBezTo>
                  <a:cubicBezTo>
                    <a:pt x="20156" y="17224"/>
                    <a:pt x="21357" y="16968"/>
                    <a:pt x="22531" y="16847"/>
                  </a:cubicBezTo>
                  <a:cubicBezTo>
                    <a:pt x="22962" y="16791"/>
                    <a:pt x="23402" y="16761"/>
                    <a:pt x="23840" y="16761"/>
                  </a:cubicBezTo>
                  <a:cubicBezTo>
                    <a:pt x="24688" y="16761"/>
                    <a:pt x="25530" y="16872"/>
                    <a:pt x="26300" y="17114"/>
                  </a:cubicBezTo>
                  <a:cubicBezTo>
                    <a:pt x="27468" y="17481"/>
                    <a:pt x="28535" y="18148"/>
                    <a:pt x="29402" y="18849"/>
                  </a:cubicBezTo>
                  <a:cubicBezTo>
                    <a:pt x="30270" y="19616"/>
                    <a:pt x="30903" y="20483"/>
                    <a:pt x="31370" y="21317"/>
                  </a:cubicBezTo>
                  <a:cubicBezTo>
                    <a:pt x="31804" y="22184"/>
                    <a:pt x="32071" y="22985"/>
                    <a:pt x="32204" y="23686"/>
                  </a:cubicBezTo>
                  <a:cubicBezTo>
                    <a:pt x="32238" y="24086"/>
                    <a:pt x="32304" y="24353"/>
                    <a:pt x="32304" y="24653"/>
                  </a:cubicBezTo>
                  <a:cubicBezTo>
                    <a:pt x="32371" y="24953"/>
                    <a:pt x="32371" y="25153"/>
                    <a:pt x="32371" y="25353"/>
                  </a:cubicBezTo>
                  <a:lnTo>
                    <a:pt x="32371" y="25820"/>
                  </a:lnTo>
                  <a:lnTo>
                    <a:pt x="32371" y="25987"/>
                  </a:lnTo>
                  <a:cubicBezTo>
                    <a:pt x="32371" y="26226"/>
                    <a:pt x="32417" y="26351"/>
                    <a:pt x="32453" y="26351"/>
                  </a:cubicBezTo>
                  <a:cubicBezTo>
                    <a:pt x="32494" y="26351"/>
                    <a:pt x="32523" y="26201"/>
                    <a:pt x="32471" y="25887"/>
                  </a:cubicBezTo>
                  <a:lnTo>
                    <a:pt x="32471" y="25720"/>
                  </a:lnTo>
                  <a:lnTo>
                    <a:pt x="32471" y="25287"/>
                  </a:lnTo>
                  <a:cubicBezTo>
                    <a:pt x="32471" y="25053"/>
                    <a:pt x="32471" y="24820"/>
                    <a:pt x="32438" y="24519"/>
                  </a:cubicBezTo>
                  <a:cubicBezTo>
                    <a:pt x="32438" y="24219"/>
                    <a:pt x="32371" y="23952"/>
                    <a:pt x="32304" y="23552"/>
                  </a:cubicBezTo>
                  <a:cubicBezTo>
                    <a:pt x="32204" y="22852"/>
                    <a:pt x="31937" y="21984"/>
                    <a:pt x="31470" y="21117"/>
                  </a:cubicBezTo>
                  <a:cubicBezTo>
                    <a:pt x="31037" y="20183"/>
                    <a:pt x="30403" y="19316"/>
                    <a:pt x="29469" y="18515"/>
                  </a:cubicBezTo>
                  <a:cubicBezTo>
                    <a:pt x="28602" y="17715"/>
                    <a:pt x="27534" y="17047"/>
                    <a:pt x="26267" y="16647"/>
                  </a:cubicBezTo>
                  <a:cubicBezTo>
                    <a:pt x="25434" y="16355"/>
                    <a:pt x="24526" y="16244"/>
                    <a:pt x="23614" y="16244"/>
                  </a:cubicBezTo>
                  <a:cubicBezTo>
                    <a:pt x="23173" y="16244"/>
                    <a:pt x="22732" y="16270"/>
                    <a:pt x="22297" y="16314"/>
                  </a:cubicBezTo>
                  <a:cubicBezTo>
                    <a:pt x="21050" y="16438"/>
                    <a:pt x="19861" y="16650"/>
                    <a:pt x="18677" y="16650"/>
                  </a:cubicBezTo>
                  <a:cubicBezTo>
                    <a:pt x="18594" y="16650"/>
                    <a:pt x="18511" y="16649"/>
                    <a:pt x="18428" y="16647"/>
                  </a:cubicBezTo>
                  <a:cubicBezTo>
                    <a:pt x="17127" y="16647"/>
                    <a:pt x="15926" y="16314"/>
                    <a:pt x="14925" y="15780"/>
                  </a:cubicBezTo>
                  <a:lnTo>
                    <a:pt x="14892" y="15780"/>
                  </a:lnTo>
                  <a:lnTo>
                    <a:pt x="14625" y="15646"/>
                  </a:lnTo>
                  <a:cubicBezTo>
                    <a:pt x="14558" y="15613"/>
                    <a:pt x="14425" y="15513"/>
                    <a:pt x="14358" y="15446"/>
                  </a:cubicBezTo>
                  <a:cubicBezTo>
                    <a:pt x="14025" y="15146"/>
                    <a:pt x="13758" y="14813"/>
                    <a:pt x="13424" y="14479"/>
                  </a:cubicBezTo>
                  <a:cubicBezTo>
                    <a:pt x="13291" y="14312"/>
                    <a:pt x="13091" y="14145"/>
                    <a:pt x="12924" y="13979"/>
                  </a:cubicBezTo>
                  <a:lnTo>
                    <a:pt x="12590" y="13712"/>
                  </a:lnTo>
                  <a:cubicBezTo>
                    <a:pt x="12590" y="13678"/>
                    <a:pt x="12524" y="13678"/>
                    <a:pt x="12457" y="13678"/>
                  </a:cubicBezTo>
                  <a:lnTo>
                    <a:pt x="12390" y="13678"/>
                  </a:lnTo>
                  <a:lnTo>
                    <a:pt x="12223" y="13645"/>
                  </a:lnTo>
                  <a:cubicBezTo>
                    <a:pt x="11723" y="13545"/>
                    <a:pt x="11223" y="13545"/>
                    <a:pt x="10756" y="13545"/>
                  </a:cubicBezTo>
                  <a:cubicBezTo>
                    <a:pt x="10255" y="13545"/>
                    <a:pt x="9788" y="13545"/>
                    <a:pt x="9388" y="13445"/>
                  </a:cubicBezTo>
                  <a:lnTo>
                    <a:pt x="9355" y="13445"/>
                  </a:lnTo>
                  <a:lnTo>
                    <a:pt x="9254" y="13378"/>
                  </a:lnTo>
                  <a:lnTo>
                    <a:pt x="9088" y="13311"/>
                  </a:lnTo>
                  <a:lnTo>
                    <a:pt x="8754" y="13145"/>
                  </a:lnTo>
                  <a:cubicBezTo>
                    <a:pt x="8554" y="13045"/>
                    <a:pt x="8387" y="12945"/>
                    <a:pt x="8187" y="12811"/>
                  </a:cubicBezTo>
                  <a:cubicBezTo>
                    <a:pt x="8087" y="12778"/>
                    <a:pt x="7954" y="12711"/>
                    <a:pt x="7887" y="12644"/>
                  </a:cubicBezTo>
                  <a:lnTo>
                    <a:pt x="7620" y="12444"/>
                  </a:lnTo>
                  <a:cubicBezTo>
                    <a:pt x="7453" y="12311"/>
                    <a:pt x="7286" y="12144"/>
                    <a:pt x="7120" y="11977"/>
                  </a:cubicBezTo>
                  <a:cubicBezTo>
                    <a:pt x="6786" y="11644"/>
                    <a:pt x="6519" y="11310"/>
                    <a:pt x="6186" y="10976"/>
                  </a:cubicBezTo>
                  <a:cubicBezTo>
                    <a:pt x="5852" y="10643"/>
                    <a:pt x="5518" y="10309"/>
                    <a:pt x="5185" y="10042"/>
                  </a:cubicBezTo>
                  <a:cubicBezTo>
                    <a:pt x="5018" y="9876"/>
                    <a:pt x="4851" y="9776"/>
                    <a:pt x="4685" y="9642"/>
                  </a:cubicBezTo>
                  <a:cubicBezTo>
                    <a:pt x="4518" y="9509"/>
                    <a:pt x="4351" y="9375"/>
                    <a:pt x="4117" y="9309"/>
                  </a:cubicBezTo>
                  <a:cubicBezTo>
                    <a:pt x="3751" y="9142"/>
                    <a:pt x="3384" y="9008"/>
                    <a:pt x="3017" y="8875"/>
                  </a:cubicBezTo>
                  <a:cubicBezTo>
                    <a:pt x="2283" y="8708"/>
                    <a:pt x="1582" y="8675"/>
                    <a:pt x="1215" y="8308"/>
                  </a:cubicBezTo>
                  <a:cubicBezTo>
                    <a:pt x="1015" y="8108"/>
                    <a:pt x="882" y="7874"/>
                    <a:pt x="782" y="7674"/>
                  </a:cubicBezTo>
                  <a:cubicBezTo>
                    <a:pt x="715" y="7474"/>
                    <a:pt x="615" y="7274"/>
                    <a:pt x="582" y="7107"/>
                  </a:cubicBezTo>
                  <a:cubicBezTo>
                    <a:pt x="515" y="6707"/>
                    <a:pt x="448" y="6473"/>
                    <a:pt x="415" y="6340"/>
                  </a:cubicBezTo>
                  <a:cubicBezTo>
                    <a:pt x="248" y="5706"/>
                    <a:pt x="281" y="5139"/>
                    <a:pt x="381" y="4639"/>
                  </a:cubicBezTo>
                  <a:cubicBezTo>
                    <a:pt x="448" y="4138"/>
                    <a:pt x="548" y="3671"/>
                    <a:pt x="615" y="3271"/>
                  </a:cubicBezTo>
                  <a:cubicBezTo>
                    <a:pt x="748" y="2437"/>
                    <a:pt x="748" y="1803"/>
                    <a:pt x="682" y="1336"/>
                  </a:cubicBezTo>
                  <a:cubicBezTo>
                    <a:pt x="615" y="1136"/>
                    <a:pt x="582" y="969"/>
                    <a:pt x="548" y="802"/>
                  </a:cubicBezTo>
                  <a:cubicBezTo>
                    <a:pt x="515" y="669"/>
                    <a:pt x="448" y="536"/>
                    <a:pt x="415" y="469"/>
                  </a:cubicBezTo>
                  <a:cubicBezTo>
                    <a:pt x="381" y="302"/>
                    <a:pt x="348" y="269"/>
                    <a:pt x="348" y="269"/>
                  </a:cubicBezTo>
                  <a:cubicBezTo>
                    <a:pt x="233" y="82"/>
                    <a:pt x="136" y="0"/>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48" name="Google Shape;3248;p27"/>
            <p:cNvSpPr/>
            <p:nvPr/>
          </p:nvSpPr>
          <p:spPr>
            <a:xfrm flipH="1">
              <a:off x="-1877188" y="625169"/>
              <a:ext cx="1574329" cy="3117792"/>
            </a:xfrm>
            <a:custGeom>
              <a:avLst/>
              <a:gdLst/>
              <a:ahLst/>
              <a:cxnLst/>
              <a:rect l="l" t="t" r="r" b="b"/>
              <a:pathLst>
                <a:path w="69877" h="138384" extrusionOk="0">
                  <a:moveTo>
                    <a:pt x="14034" y="0"/>
                  </a:moveTo>
                  <a:cubicBezTo>
                    <a:pt x="13967" y="0"/>
                    <a:pt x="13860" y="484"/>
                    <a:pt x="13777" y="1460"/>
                  </a:cubicBezTo>
                  <a:cubicBezTo>
                    <a:pt x="13777" y="1460"/>
                    <a:pt x="13744" y="1560"/>
                    <a:pt x="13710" y="1860"/>
                  </a:cubicBezTo>
                  <a:cubicBezTo>
                    <a:pt x="13677" y="2027"/>
                    <a:pt x="13610" y="2194"/>
                    <a:pt x="13577" y="2461"/>
                  </a:cubicBezTo>
                  <a:cubicBezTo>
                    <a:pt x="13510" y="2661"/>
                    <a:pt x="13410" y="2961"/>
                    <a:pt x="13343" y="3228"/>
                  </a:cubicBezTo>
                  <a:cubicBezTo>
                    <a:pt x="13110" y="3862"/>
                    <a:pt x="12776" y="4629"/>
                    <a:pt x="12176" y="5396"/>
                  </a:cubicBezTo>
                  <a:cubicBezTo>
                    <a:pt x="11542" y="6197"/>
                    <a:pt x="10575" y="6997"/>
                    <a:pt x="9374" y="7831"/>
                  </a:cubicBezTo>
                  <a:cubicBezTo>
                    <a:pt x="8206" y="8665"/>
                    <a:pt x="6772" y="9699"/>
                    <a:pt x="5671" y="11334"/>
                  </a:cubicBezTo>
                  <a:cubicBezTo>
                    <a:pt x="5404" y="11734"/>
                    <a:pt x="5071" y="12134"/>
                    <a:pt x="4904" y="12668"/>
                  </a:cubicBezTo>
                  <a:cubicBezTo>
                    <a:pt x="4737" y="13168"/>
                    <a:pt x="4737" y="13735"/>
                    <a:pt x="4770" y="14302"/>
                  </a:cubicBezTo>
                  <a:cubicBezTo>
                    <a:pt x="4904" y="15403"/>
                    <a:pt x="5237" y="16537"/>
                    <a:pt x="5438" y="17705"/>
                  </a:cubicBezTo>
                  <a:cubicBezTo>
                    <a:pt x="5571" y="18339"/>
                    <a:pt x="5604" y="18906"/>
                    <a:pt x="5504" y="19540"/>
                  </a:cubicBezTo>
                  <a:cubicBezTo>
                    <a:pt x="5404" y="20173"/>
                    <a:pt x="5037" y="20674"/>
                    <a:pt x="4537" y="21141"/>
                  </a:cubicBezTo>
                  <a:cubicBezTo>
                    <a:pt x="3570" y="22008"/>
                    <a:pt x="2235" y="22575"/>
                    <a:pt x="1068" y="23576"/>
                  </a:cubicBezTo>
                  <a:cubicBezTo>
                    <a:pt x="768" y="23843"/>
                    <a:pt x="534" y="24176"/>
                    <a:pt x="334" y="24510"/>
                  </a:cubicBezTo>
                  <a:lnTo>
                    <a:pt x="201" y="24810"/>
                  </a:lnTo>
                  <a:cubicBezTo>
                    <a:pt x="167" y="24877"/>
                    <a:pt x="167" y="25010"/>
                    <a:pt x="100" y="25077"/>
                  </a:cubicBezTo>
                  <a:cubicBezTo>
                    <a:pt x="34" y="25310"/>
                    <a:pt x="34" y="25510"/>
                    <a:pt x="34" y="25711"/>
                  </a:cubicBezTo>
                  <a:cubicBezTo>
                    <a:pt x="0" y="26545"/>
                    <a:pt x="334" y="27345"/>
                    <a:pt x="668" y="28079"/>
                  </a:cubicBezTo>
                  <a:cubicBezTo>
                    <a:pt x="1001" y="28846"/>
                    <a:pt x="1435" y="29547"/>
                    <a:pt x="1835" y="30314"/>
                  </a:cubicBezTo>
                  <a:cubicBezTo>
                    <a:pt x="2235" y="31048"/>
                    <a:pt x="2569" y="31882"/>
                    <a:pt x="2569" y="32716"/>
                  </a:cubicBezTo>
                  <a:cubicBezTo>
                    <a:pt x="2602" y="33316"/>
                    <a:pt x="2502" y="34250"/>
                    <a:pt x="1902" y="35484"/>
                  </a:cubicBezTo>
                  <a:cubicBezTo>
                    <a:pt x="1668" y="36051"/>
                    <a:pt x="1268" y="36718"/>
                    <a:pt x="934" y="37486"/>
                  </a:cubicBezTo>
                  <a:cubicBezTo>
                    <a:pt x="601" y="38220"/>
                    <a:pt x="201" y="39087"/>
                    <a:pt x="234" y="40154"/>
                  </a:cubicBezTo>
                  <a:cubicBezTo>
                    <a:pt x="334" y="40688"/>
                    <a:pt x="534" y="41155"/>
                    <a:pt x="668" y="41655"/>
                  </a:cubicBezTo>
                  <a:cubicBezTo>
                    <a:pt x="768" y="42156"/>
                    <a:pt x="934" y="42656"/>
                    <a:pt x="1168" y="43156"/>
                  </a:cubicBezTo>
                  <a:cubicBezTo>
                    <a:pt x="1368" y="43657"/>
                    <a:pt x="1535" y="44191"/>
                    <a:pt x="1768" y="44691"/>
                  </a:cubicBezTo>
                  <a:cubicBezTo>
                    <a:pt x="2035" y="45191"/>
                    <a:pt x="2269" y="45725"/>
                    <a:pt x="2569" y="46259"/>
                  </a:cubicBezTo>
                  <a:cubicBezTo>
                    <a:pt x="3703" y="48394"/>
                    <a:pt x="5371" y="50495"/>
                    <a:pt x="7539" y="52196"/>
                  </a:cubicBezTo>
                  <a:cubicBezTo>
                    <a:pt x="8673" y="53030"/>
                    <a:pt x="9841" y="53764"/>
                    <a:pt x="11175" y="54364"/>
                  </a:cubicBezTo>
                  <a:cubicBezTo>
                    <a:pt x="12509" y="54932"/>
                    <a:pt x="13877" y="55432"/>
                    <a:pt x="15345" y="55732"/>
                  </a:cubicBezTo>
                  <a:cubicBezTo>
                    <a:pt x="15678" y="55832"/>
                    <a:pt x="16045" y="55866"/>
                    <a:pt x="16412" y="55932"/>
                  </a:cubicBezTo>
                  <a:cubicBezTo>
                    <a:pt x="16746" y="55999"/>
                    <a:pt x="17113" y="56066"/>
                    <a:pt x="17513" y="56099"/>
                  </a:cubicBezTo>
                  <a:cubicBezTo>
                    <a:pt x="17880" y="56199"/>
                    <a:pt x="18247" y="56232"/>
                    <a:pt x="18614" y="56266"/>
                  </a:cubicBezTo>
                  <a:cubicBezTo>
                    <a:pt x="19014" y="56333"/>
                    <a:pt x="19381" y="56366"/>
                    <a:pt x="19748" y="56366"/>
                  </a:cubicBezTo>
                  <a:cubicBezTo>
                    <a:pt x="21249" y="56433"/>
                    <a:pt x="22750" y="56533"/>
                    <a:pt x="24218" y="56833"/>
                  </a:cubicBezTo>
                  <a:cubicBezTo>
                    <a:pt x="24918" y="56933"/>
                    <a:pt x="25619" y="57200"/>
                    <a:pt x="26353" y="57433"/>
                  </a:cubicBezTo>
                  <a:cubicBezTo>
                    <a:pt x="27020" y="57734"/>
                    <a:pt x="27720" y="58067"/>
                    <a:pt x="28287" y="58501"/>
                  </a:cubicBezTo>
                  <a:cubicBezTo>
                    <a:pt x="28921" y="58868"/>
                    <a:pt x="29455" y="59368"/>
                    <a:pt x="30022" y="59868"/>
                  </a:cubicBezTo>
                  <a:lnTo>
                    <a:pt x="30856" y="60669"/>
                  </a:lnTo>
                  <a:cubicBezTo>
                    <a:pt x="31123" y="60902"/>
                    <a:pt x="31423" y="61169"/>
                    <a:pt x="31723" y="61369"/>
                  </a:cubicBezTo>
                  <a:cubicBezTo>
                    <a:pt x="32924" y="62270"/>
                    <a:pt x="34225" y="63037"/>
                    <a:pt x="35392" y="63871"/>
                  </a:cubicBezTo>
                  <a:cubicBezTo>
                    <a:pt x="36560" y="64672"/>
                    <a:pt x="37594" y="65673"/>
                    <a:pt x="38194" y="66873"/>
                  </a:cubicBezTo>
                  <a:cubicBezTo>
                    <a:pt x="38561" y="67574"/>
                    <a:pt x="38728" y="68374"/>
                    <a:pt x="38861" y="69175"/>
                  </a:cubicBezTo>
                  <a:cubicBezTo>
                    <a:pt x="38928" y="69942"/>
                    <a:pt x="38928" y="70709"/>
                    <a:pt x="38928" y="71443"/>
                  </a:cubicBezTo>
                  <a:cubicBezTo>
                    <a:pt x="38895" y="72211"/>
                    <a:pt x="38928" y="72911"/>
                    <a:pt x="39028" y="73545"/>
                  </a:cubicBezTo>
                  <a:cubicBezTo>
                    <a:pt x="39095" y="73878"/>
                    <a:pt x="39128" y="74179"/>
                    <a:pt x="39228" y="74412"/>
                  </a:cubicBezTo>
                  <a:cubicBezTo>
                    <a:pt x="39328" y="74712"/>
                    <a:pt x="39395" y="74913"/>
                    <a:pt x="39462" y="75113"/>
                  </a:cubicBezTo>
                  <a:cubicBezTo>
                    <a:pt x="39896" y="76314"/>
                    <a:pt x="40729" y="77281"/>
                    <a:pt x="41263" y="78315"/>
                  </a:cubicBezTo>
                  <a:cubicBezTo>
                    <a:pt x="41563" y="78882"/>
                    <a:pt x="41764" y="79416"/>
                    <a:pt x="41830" y="79983"/>
                  </a:cubicBezTo>
                  <a:cubicBezTo>
                    <a:pt x="41864" y="80550"/>
                    <a:pt x="41730" y="81150"/>
                    <a:pt x="41563" y="81717"/>
                  </a:cubicBezTo>
                  <a:cubicBezTo>
                    <a:pt x="41397" y="82251"/>
                    <a:pt x="41063" y="82751"/>
                    <a:pt x="40629" y="83152"/>
                  </a:cubicBezTo>
                  <a:cubicBezTo>
                    <a:pt x="40229" y="83585"/>
                    <a:pt x="39695" y="83886"/>
                    <a:pt x="39128" y="84119"/>
                  </a:cubicBezTo>
                  <a:cubicBezTo>
                    <a:pt x="38061" y="84586"/>
                    <a:pt x="36827" y="84886"/>
                    <a:pt x="35626" y="85387"/>
                  </a:cubicBezTo>
                  <a:cubicBezTo>
                    <a:pt x="35059" y="85620"/>
                    <a:pt x="34458" y="85954"/>
                    <a:pt x="33958" y="86387"/>
                  </a:cubicBezTo>
                  <a:cubicBezTo>
                    <a:pt x="33724" y="86588"/>
                    <a:pt x="33524" y="86854"/>
                    <a:pt x="33291" y="87088"/>
                  </a:cubicBezTo>
                  <a:cubicBezTo>
                    <a:pt x="33091" y="87321"/>
                    <a:pt x="32891" y="87622"/>
                    <a:pt x="32724" y="87888"/>
                  </a:cubicBezTo>
                  <a:cubicBezTo>
                    <a:pt x="32390" y="88422"/>
                    <a:pt x="32090" y="88989"/>
                    <a:pt x="31923" y="89623"/>
                  </a:cubicBezTo>
                  <a:cubicBezTo>
                    <a:pt x="31723" y="90257"/>
                    <a:pt x="31656" y="90924"/>
                    <a:pt x="31590" y="91558"/>
                  </a:cubicBezTo>
                  <a:cubicBezTo>
                    <a:pt x="31523" y="92825"/>
                    <a:pt x="31623" y="94093"/>
                    <a:pt x="31890" y="95327"/>
                  </a:cubicBezTo>
                  <a:cubicBezTo>
                    <a:pt x="32157" y="96595"/>
                    <a:pt x="32490" y="97796"/>
                    <a:pt x="32857" y="98963"/>
                  </a:cubicBezTo>
                  <a:cubicBezTo>
                    <a:pt x="33591" y="101331"/>
                    <a:pt x="34525" y="103633"/>
                    <a:pt x="35059" y="105968"/>
                  </a:cubicBezTo>
                  <a:cubicBezTo>
                    <a:pt x="35226" y="106568"/>
                    <a:pt x="35326" y="107169"/>
                    <a:pt x="35392" y="107769"/>
                  </a:cubicBezTo>
                  <a:cubicBezTo>
                    <a:pt x="35526" y="108403"/>
                    <a:pt x="35592" y="108970"/>
                    <a:pt x="35726" y="109571"/>
                  </a:cubicBezTo>
                  <a:cubicBezTo>
                    <a:pt x="35926" y="110772"/>
                    <a:pt x="36193" y="111939"/>
                    <a:pt x="36493" y="113073"/>
                  </a:cubicBezTo>
                  <a:cubicBezTo>
                    <a:pt x="37060" y="115375"/>
                    <a:pt x="37861" y="117576"/>
                    <a:pt x="38995" y="119544"/>
                  </a:cubicBezTo>
                  <a:cubicBezTo>
                    <a:pt x="40062" y="121546"/>
                    <a:pt x="41530" y="123247"/>
                    <a:pt x="43098" y="124615"/>
                  </a:cubicBezTo>
                  <a:cubicBezTo>
                    <a:pt x="44699" y="126049"/>
                    <a:pt x="46467" y="127083"/>
                    <a:pt x="48202" y="127984"/>
                  </a:cubicBezTo>
                  <a:cubicBezTo>
                    <a:pt x="49869" y="128951"/>
                    <a:pt x="51604" y="129652"/>
                    <a:pt x="53238" y="130285"/>
                  </a:cubicBezTo>
                  <a:cubicBezTo>
                    <a:pt x="54873" y="130853"/>
                    <a:pt x="56407" y="131420"/>
                    <a:pt x="57875" y="131920"/>
                  </a:cubicBezTo>
                  <a:cubicBezTo>
                    <a:pt x="59276" y="132420"/>
                    <a:pt x="60610" y="132887"/>
                    <a:pt x="61778" y="133354"/>
                  </a:cubicBezTo>
                  <a:cubicBezTo>
                    <a:pt x="64113" y="134322"/>
                    <a:pt x="65881" y="135322"/>
                    <a:pt x="67015" y="136156"/>
                  </a:cubicBezTo>
                  <a:cubicBezTo>
                    <a:pt x="67582" y="136557"/>
                    <a:pt x="67949" y="136924"/>
                    <a:pt x="68249" y="137124"/>
                  </a:cubicBezTo>
                  <a:cubicBezTo>
                    <a:pt x="68416" y="137257"/>
                    <a:pt x="68516" y="137324"/>
                    <a:pt x="68583" y="137391"/>
                  </a:cubicBezTo>
                  <a:lnTo>
                    <a:pt x="68683" y="137457"/>
                  </a:lnTo>
                  <a:cubicBezTo>
                    <a:pt x="69307" y="138066"/>
                    <a:pt x="69681" y="138383"/>
                    <a:pt x="69770" y="138383"/>
                  </a:cubicBezTo>
                  <a:cubicBezTo>
                    <a:pt x="69876" y="138383"/>
                    <a:pt x="69578" y="137933"/>
                    <a:pt x="68816" y="136990"/>
                  </a:cubicBezTo>
                  <a:cubicBezTo>
                    <a:pt x="68816" y="136990"/>
                    <a:pt x="68816" y="136957"/>
                    <a:pt x="68750" y="136924"/>
                  </a:cubicBezTo>
                  <a:cubicBezTo>
                    <a:pt x="68649" y="136890"/>
                    <a:pt x="68549" y="136790"/>
                    <a:pt x="68416" y="136657"/>
                  </a:cubicBezTo>
                  <a:cubicBezTo>
                    <a:pt x="68116" y="136423"/>
                    <a:pt x="67749" y="136056"/>
                    <a:pt x="67148" y="135656"/>
                  </a:cubicBezTo>
                  <a:cubicBezTo>
                    <a:pt x="66048" y="134822"/>
                    <a:pt x="64280" y="133788"/>
                    <a:pt x="61911" y="132821"/>
                  </a:cubicBezTo>
                  <a:cubicBezTo>
                    <a:pt x="60710" y="132320"/>
                    <a:pt x="59376" y="131820"/>
                    <a:pt x="57942" y="131320"/>
                  </a:cubicBezTo>
                  <a:cubicBezTo>
                    <a:pt x="56474" y="130819"/>
                    <a:pt x="54940" y="130319"/>
                    <a:pt x="53305" y="129718"/>
                  </a:cubicBezTo>
                  <a:cubicBezTo>
                    <a:pt x="51704" y="129085"/>
                    <a:pt x="49969" y="128384"/>
                    <a:pt x="48302" y="127417"/>
                  </a:cubicBezTo>
                  <a:cubicBezTo>
                    <a:pt x="46600" y="126483"/>
                    <a:pt x="44899" y="125449"/>
                    <a:pt x="43298" y="124081"/>
                  </a:cubicBezTo>
                  <a:cubicBezTo>
                    <a:pt x="41730" y="122713"/>
                    <a:pt x="40363" y="121046"/>
                    <a:pt x="39262" y="119077"/>
                  </a:cubicBezTo>
                  <a:cubicBezTo>
                    <a:pt x="38194" y="117109"/>
                    <a:pt x="37394" y="114941"/>
                    <a:pt x="36793" y="112706"/>
                  </a:cubicBezTo>
                  <a:cubicBezTo>
                    <a:pt x="36526" y="111572"/>
                    <a:pt x="36260" y="110405"/>
                    <a:pt x="36059" y="109237"/>
                  </a:cubicBezTo>
                  <a:cubicBezTo>
                    <a:pt x="35959" y="108637"/>
                    <a:pt x="35859" y="108070"/>
                    <a:pt x="35759" y="107469"/>
                  </a:cubicBezTo>
                  <a:cubicBezTo>
                    <a:pt x="35626" y="106902"/>
                    <a:pt x="35559" y="106302"/>
                    <a:pt x="35426" y="105701"/>
                  </a:cubicBezTo>
                  <a:cubicBezTo>
                    <a:pt x="34859" y="103299"/>
                    <a:pt x="33925" y="101031"/>
                    <a:pt x="33224" y="98629"/>
                  </a:cubicBezTo>
                  <a:cubicBezTo>
                    <a:pt x="32891" y="97462"/>
                    <a:pt x="32557" y="96261"/>
                    <a:pt x="32290" y="95060"/>
                  </a:cubicBezTo>
                  <a:cubicBezTo>
                    <a:pt x="32090" y="93859"/>
                    <a:pt x="31923" y="92592"/>
                    <a:pt x="32023" y="91391"/>
                  </a:cubicBezTo>
                  <a:cubicBezTo>
                    <a:pt x="32057" y="90791"/>
                    <a:pt x="32123" y="90190"/>
                    <a:pt x="32290" y="89590"/>
                  </a:cubicBezTo>
                  <a:cubicBezTo>
                    <a:pt x="32457" y="89023"/>
                    <a:pt x="32724" y="88422"/>
                    <a:pt x="33057" y="87922"/>
                  </a:cubicBezTo>
                  <a:cubicBezTo>
                    <a:pt x="33224" y="87688"/>
                    <a:pt x="33391" y="87421"/>
                    <a:pt x="33591" y="87221"/>
                  </a:cubicBezTo>
                  <a:cubicBezTo>
                    <a:pt x="33758" y="87021"/>
                    <a:pt x="34025" y="86788"/>
                    <a:pt x="34225" y="86588"/>
                  </a:cubicBezTo>
                  <a:cubicBezTo>
                    <a:pt x="34692" y="86221"/>
                    <a:pt x="35226" y="85920"/>
                    <a:pt x="35759" y="85687"/>
                  </a:cubicBezTo>
                  <a:cubicBezTo>
                    <a:pt x="36893" y="85220"/>
                    <a:pt x="38128" y="84920"/>
                    <a:pt x="39295" y="84419"/>
                  </a:cubicBezTo>
                  <a:cubicBezTo>
                    <a:pt x="39896" y="84186"/>
                    <a:pt x="40429" y="83852"/>
                    <a:pt x="40930" y="83385"/>
                  </a:cubicBezTo>
                  <a:cubicBezTo>
                    <a:pt x="41397" y="82952"/>
                    <a:pt x="41764" y="82385"/>
                    <a:pt x="41964" y="81751"/>
                  </a:cubicBezTo>
                  <a:cubicBezTo>
                    <a:pt x="42064" y="81417"/>
                    <a:pt x="42130" y="81117"/>
                    <a:pt x="42197" y="80783"/>
                  </a:cubicBezTo>
                  <a:cubicBezTo>
                    <a:pt x="42231" y="80517"/>
                    <a:pt x="42264" y="80183"/>
                    <a:pt x="42231" y="79849"/>
                  </a:cubicBezTo>
                  <a:cubicBezTo>
                    <a:pt x="42197" y="79182"/>
                    <a:pt x="41930" y="78548"/>
                    <a:pt x="41630" y="78015"/>
                  </a:cubicBezTo>
                  <a:cubicBezTo>
                    <a:pt x="41063" y="76914"/>
                    <a:pt x="40262" y="75947"/>
                    <a:pt x="39896" y="74879"/>
                  </a:cubicBezTo>
                  <a:cubicBezTo>
                    <a:pt x="39862" y="74712"/>
                    <a:pt x="39762" y="74512"/>
                    <a:pt x="39695" y="74245"/>
                  </a:cubicBezTo>
                  <a:cubicBezTo>
                    <a:pt x="39629" y="74012"/>
                    <a:pt x="39595" y="73745"/>
                    <a:pt x="39529" y="73445"/>
                  </a:cubicBezTo>
                  <a:cubicBezTo>
                    <a:pt x="39429" y="72878"/>
                    <a:pt x="39395" y="72211"/>
                    <a:pt x="39429" y="71443"/>
                  </a:cubicBezTo>
                  <a:cubicBezTo>
                    <a:pt x="39462" y="69942"/>
                    <a:pt x="39395" y="68174"/>
                    <a:pt x="38628" y="66607"/>
                  </a:cubicBezTo>
                  <a:cubicBezTo>
                    <a:pt x="38028" y="65272"/>
                    <a:pt x="36893" y="64238"/>
                    <a:pt x="35693" y="63404"/>
                  </a:cubicBezTo>
                  <a:cubicBezTo>
                    <a:pt x="34525" y="62570"/>
                    <a:pt x="33224" y="61836"/>
                    <a:pt x="32057" y="60936"/>
                  </a:cubicBezTo>
                  <a:cubicBezTo>
                    <a:pt x="31723" y="60702"/>
                    <a:pt x="31456" y="60502"/>
                    <a:pt x="31189" y="60235"/>
                  </a:cubicBezTo>
                  <a:lnTo>
                    <a:pt x="30355" y="59501"/>
                  </a:lnTo>
                  <a:cubicBezTo>
                    <a:pt x="29788" y="58934"/>
                    <a:pt x="29221" y="58434"/>
                    <a:pt x="28554" y="58034"/>
                  </a:cubicBezTo>
                  <a:cubicBezTo>
                    <a:pt x="27920" y="57567"/>
                    <a:pt x="27220" y="57233"/>
                    <a:pt x="26519" y="56933"/>
                  </a:cubicBezTo>
                  <a:cubicBezTo>
                    <a:pt x="25785" y="56666"/>
                    <a:pt x="25052" y="56433"/>
                    <a:pt x="24284" y="56266"/>
                  </a:cubicBezTo>
                  <a:cubicBezTo>
                    <a:pt x="22783" y="55932"/>
                    <a:pt x="21282" y="55899"/>
                    <a:pt x="19781" y="55832"/>
                  </a:cubicBezTo>
                  <a:cubicBezTo>
                    <a:pt x="19414" y="55832"/>
                    <a:pt x="19047" y="55765"/>
                    <a:pt x="18680" y="55732"/>
                  </a:cubicBezTo>
                  <a:cubicBezTo>
                    <a:pt x="18347" y="55699"/>
                    <a:pt x="17947" y="55665"/>
                    <a:pt x="17580" y="55599"/>
                  </a:cubicBezTo>
                  <a:cubicBezTo>
                    <a:pt x="17213" y="55565"/>
                    <a:pt x="16879" y="55532"/>
                    <a:pt x="16512" y="55432"/>
                  </a:cubicBezTo>
                  <a:cubicBezTo>
                    <a:pt x="16112" y="55365"/>
                    <a:pt x="15745" y="55332"/>
                    <a:pt x="15411" y="55232"/>
                  </a:cubicBezTo>
                  <a:cubicBezTo>
                    <a:pt x="14010" y="54932"/>
                    <a:pt x="12609" y="54431"/>
                    <a:pt x="11342" y="53897"/>
                  </a:cubicBezTo>
                  <a:cubicBezTo>
                    <a:pt x="10041" y="53364"/>
                    <a:pt x="8873" y="52597"/>
                    <a:pt x="7773" y="51829"/>
                  </a:cubicBezTo>
                  <a:cubicBezTo>
                    <a:pt x="5671" y="50161"/>
                    <a:pt x="4037" y="48093"/>
                    <a:pt x="2902" y="46025"/>
                  </a:cubicBezTo>
                  <a:cubicBezTo>
                    <a:pt x="2602" y="45525"/>
                    <a:pt x="2369" y="44991"/>
                    <a:pt x="2102" y="44491"/>
                  </a:cubicBezTo>
                  <a:cubicBezTo>
                    <a:pt x="1868" y="43990"/>
                    <a:pt x="1702" y="43423"/>
                    <a:pt x="1501" y="42923"/>
                  </a:cubicBezTo>
                  <a:cubicBezTo>
                    <a:pt x="1268" y="42423"/>
                    <a:pt x="1168" y="41922"/>
                    <a:pt x="1001" y="41422"/>
                  </a:cubicBezTo>
                  <a:cubicBezTo>
                    <a:pt x="868" y="40988"/>
                    <a:pt x="668" y="40488"/>
                    <a:pt x="601" y="40054"/>
                  </a:cubicBezTo>
                  <a:cubicBezTo>
                    <a:pt x="567" y="39187"/>
                    <a:pt x="934" y="38353"/>
                    <a:pt x="1268" y="37586"/>
                  </a:cubicBezTo>
                  <a:cubicBezTo>
                    <a:pt x="1602" y="36852"/>
                    <a:pt x="1935" y="36185"/>
                    <a:pt x="2235" y="35551"/>
                  </a:cubicBezTo>
                  <a:cubicBezTo>
                    <a:pt x="2836" y="34350"/>
                    <a:pt x="3003" y="33316"/>
                    <a:pt x="2902" y="32649"/>
                  </a:cubicBezTo>
                  <a:cubicBezTo>
                    <a:pt x="2869" y="31715"/>
                    <a:pt x="2502" y="30848"/>
                    <a:pt x="2102" y="30080"/>
                  </a:cubicBezTo>
                  <a:cubicBezTo>
                    <a:pt x="1735" y="29347"/>
                    <a:pt x="1268" y="28579"/>
                    <a:pt x="934" y="27879"/>
                  </a:cubicBezTo>
                  <a:cubicBezTo>
                    <a:pt x="601" y="27178"/>
                    <a:pt x="334" y="26411"/>
                    <a:pt x="367" y="25677"/>
                  </a:cubicBezTo>
                  <a:cubicBezTo>
                    <a:pt x="401" y="25510"/>
                    <a:pt x="401" y="25310"/>
                    <a:pt x="434" y="25144"/>
                  </a:cubicBezTo>
                  <a:cubicBezTo>
                    <a:pt x="501" y="25043"/>
                    <a:pt x="501" y="24977"/>
                    <a:pt x="534" y="24877"/>
                  </a:cubicBezTo>
                  <a:lnTo>
                    <a:pt x="668" y="24643"/>
                  </a:lnTo>
                  <a:cubicBezTo>
                    <a:pt x="834" y="24310"/>
                    <a:pt x="1068" y="24043"/>
                    <a:pt x="1335" y="23809"/>
                  </a:cubicBezTo>
                  <a:cubicBezTo>
                    <a:pt x="2402" y="22842"/>
                    <a:pt x="3736" y="22241"/>
                    <a:pt x="4770" y="21341"/>
                  </a:cubicBezTo>
                  <a:cubicBezTo>
                    <a:pt x="5037" y="21074"/>
                    <a:pt x="5237" y="20840"/>
                    <a:pt x="5471" y="20540"/>
                  </a:cubicBezTo>
                  <a:cubicBezTo>
                    <a:pt x="5538" y="20407"/>
                    <a:pt x="5638" y="20240"/>
                    <a:pt x="5704" y="20073"/>
                  </a:cubicBezTo>
                  <a:lnTo>
                    <a:pt x="5838" y="19573"/>
                  </a:lnTo>
                  <a:cubicBezTo>
                    <a:pt x="5971" y="18906"/>
                    <a:pt x="5871" y="18305"/>
                    <a:pt x="5805" y="17672"/>
                  </a:cubicBezTo>
                  <a:cubicBezTo>
                    <a:pt x="5571" y="16471"/>
                    <a:pt x="5237" y="15370"/>
                    <a:pt x="5137" y="14302"/>
                  </a:cubicBezTo>
                  <a:cubicBezTo>
                    <a:pt x="5037" y="13802"/>
                    <a:pt x="5037" y="13235"/>
                    <a:pt x="5204" y="12801"/>
                  </a:cubicBezTo>
                  <a:cubicBezTo>
                    <a:pt x="5338" y="12334"/>
                    <a:pt x="5671" y="11967"/>
                    <a:pt x="5905" y="11534"/>
                  </a:cubicBezTo>
                  <a:cubicBezTo>
                    <a:pt x="7005" y="9966"/>
                    <a:pt x="8373" y="8965"/>
                    <a:pt x="9541" y="8065"/>
                  </a:cubicBezTo>
                  <a:cubicBezTo>
                    <a:pt x="10741" y="7231"/>
                    <a:pt x="11742" y="6464"/>
                    <a:pt x="12376" y="5630"/>
                  </a:cubicBezTo>
                  <a:cubicBezTo>
                    <a:pt x="13043" y="4796"/>
                    <a:pt x="13377" y="3995"/>
                    <a:pt x="13577" y="3361"/>
                  </a:cubicBezTo>
                  <a:cubicBezTo>
                    <a:pt x="13677" y="3028"/>
                    <a:pt x="13777" y="2794"/>
                    <a:pt x="13844" y="2527"/>
                  </a:cubicBezTo>
                  <a:cubicBezTo>
                    <a:pt x="13910" y="2294"/>
                    <a:pt x="13910" y="2127"/>
                    <a:pt x="13944" y="1960"/>
                  </a:cubicBezTo>
                  <a:cubicBezTo>
                    <a:pt x="14010" y="1627"/>
                    <a:pt x="14044" y="1493"/>
                    <a:pt x="14044" y="1493"/>
                  </a:cubicBezTo>
                  <a:cubicBezTo>
                    <a:pt x="14128" y="501"/>
                    <a:pt x="14102" y="0"/>
                    <a:pt x="140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49" name="Google Shape;3249;p27"/>
            <p:cNvSpPr/>
            <p:nvPr/>
          </p:nvSpPr>
          <p:spPr>
            <a:xfrm flipH="1">
              <a:off x="-975538" y="1444901"/>
              <a:ext cx="457742" cy="310937"/>
            </a:xfrm>
            <a:custGeom>
              <a:avLst/>
              <a:gdLst/>
              <a:ahLst/>
              <a:cxnLst/>
              <a:rect l="l" t="t" r="r" b="b"/>
              <a:pathLst>
                <a:path w="20317" h="13801" extrusionOk="0">
                  <a:moveTo>
                    <a:pt x="167" y="0"/>
                  </a:moveTo>
                  <a:cubicBezTo>
                    <a:pt x="81" y="0"/>
                    <a:pt x="1" y="60"/>
                    <a:pt x="1" y="201"/>
                  </a:cubicBezTo>
                  <a:lnTo>
                    <a:pt x="1" y="568"/>
                  </a:lnTo>
                  <a:cubicBezTo>
                    <a:pt x="34" y="835"/>
                    <a:pt x="1" y="1168"/>
                    <a:pt x="34" y="1569"/>
                  </a:cubicBezTo>
                  <a:cubicBezTo>
                    <a:pt x="34" y="2469"/>
                    <a:pt x="201" y="3637"/>
                    <a:pt x="701" y="4904"/>
                  </a:cubicBezTo>
                  <a:cubicBezTo>
                    <a:pt x="1168" y="6205"/>
                    <a:pt x="2135" y="7506"/>
                    <a:pt x="3370" y="8407"/>
                  </a:cubicBezTo>
                  <a:cubicBezTo>
                    <a:pt x="4637" y="9341"/>
                    <a:pt x="6038" y="9908"/>
                    <a:pt x="7306" y="10308"/>
                  </a:cubicBezTo>
                  <a:cubicBezTo>
                    <a:pt x="9808" y="11109"/>
                    <a:pt x="13110" y="11509"/>
                    <a:pt x="15645" y="12143"/>
                  </a:cubicBezTo>
                  <a:cubicBezTo>
                    <a:pt x="16946" y="12477"/>
                    <a:pt x="18013" y="12843"/>
                    <a:pt x="18781" y="13177"/>
                  </a:cubicBezTo>
                  <a:cubicBezTo>
                    <a:pt x="19148" y="13344"/>
                    <a:pt x="19448" y="13477"/>
                    <a:pt x="19648" y="13611"/>
                  </a:cubicBezTo>
                  <a:cubicBezTo>
                    <a:pt x="19815" y="13711"/>
                    <a:pt x="19948" y="13777"/>
                    <a:pt x="19948" y="13777"/>
                  </a:cubicBezTo>
                  <a:cubicBezTo>
                    <a:pt x="19986" y="13793"/>
                    <a:pt x="20021" y="13801"/>
                    <a:pt x="20054" y="13801"/>
                  </a:cubicBezTo>
                  <a:cubicBezTo>
                    <a:pt x="20226" y="13801"/>
                    <a:pt x="20316" y="13596"/>
                    <a:pt x="20148" y="13344"/>
                  </a:cubicBezTo>
                  <a:cubicBezTo>
                    <a:pt x="20148" y="13344"/>
                    <a:pt x="20048" y="13244"/>
                    <a:pt x="19848" y="13144"/>
                  </a:cubicBezTo>
                  <a:cubicBezTo>
                    <a:pt x="19648" y="12977"/>
                    <a:pt x="19348" y="12843"/>
                    <a:pt x="18981" y="12643"/>
                  </a:cubicBezTo>
                  <a:cubicBezTo>
                    <a:pt x="18180" y="12243"/>
                    <a:pt x="17113" y="11809"/>
                    <a:pt x="15812" y="11476"/>
                  </a:cubicBezTo>
                  <a:cubicBezTo>
                    <a:pt x="13210" y="10742"/>
                    <a:pt x="9941" y="10242"/>
                    <a:pt x="7506" y="9508"/>
                  </a:cubicBezTo>
                  <a:cubicBezTo>
                    <a:pt x="6305" y="9141"/>
                    <a:pt x="4937" y="8640"/>
                    <a:pt x="3770" y="7807"/>
                  </a:cubicBezTo>
                  <a:cubicBezTo>
                    <a:pt x="2602" y="6973"/>
                    <a:pt x="1668" y="5805"/>
                    <a:pt x="1168" y="4638"/>
                  </a:cubicBezTo>
                  <a:cubicBezTo>
                    <a:pt x="668" y="3470"/>
                    <a:pt x="468" y="2336"/>
                    <a:pt x="434" y="1502"/>
                  </a:cubicBezTo>
                  <a:cubicBezTo>
                    <a:pt x="367" y="1068"/>
                    <a:pt x="367" y="735"/>
                    <a:pt x="367" y="535"/>
                  </a:cubicBezTo>
                  <a:lnTo>
                    <a:pt x="367" y="201"/>
                  </a:lnTo>
                  <a:cubicBezTo>
                    <a:pt x="367" y="77"/>
                    <a:pt x="264"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50" name="Google Shape;3250;p27"/>
            <p:cNvSpPr/>
            <p:nvPr/>
          </p:nvSpPr>
          <p:spPr>
            <a:xfrm flipH="1">
              <a:off x="-1673675" y="1218700"/>
              <a:ext cx="131530" cy="284847"/>
            </a:xfrm>
            <a:custGeom>
              <a:avLst/>
              <a:gdLst/>
              <a:ahLst/>
              <a:cxnLst/>
              <a:rect l="l" t="t" r="r" b="b"/>
              <a:pathLst>
                <a:path w="5838" h="12643" extrusionOk="0">
                  <a:moveTo>
                    <a:pt x="234" y="0"/>
                  </a:moveTo>
                  <a:cubicBezTo>
                    <a:pt x="67" y="0"/>
                    <a:pt x="0" y="334"/>
                    <a:pt x="167" y="367"/>
                  </a:cubicBezTo>
                  <a:cubicBezTo>
                    <a:pt x="167" y="367"/>
                    <a:pt x="234" y="367"/>
                    <a:pt x="367" y="401"/>
                  </a:cubicBezTo>
                  <a:cubicBezTo>
                    <a:pt x="434" y="467"/>
                    <a:pt x="668" y="501"/>
                    <a:pt x="868" y="567"/>
                  </a:cubicBezTo>
                  <a:cubicBezTo>
                    <a:pt x="1268" y="734"/>
                    <a:pt x="1902" y="934"/>
                    <a:pt x="2502" y="1368"/>
                  </a:cubicBezTo>
                  <a:cubicBezTo>
                    <a:pt x="3069" y="1768"/>
                    <a:pt x="3670" y="2335"/>
                    <a:pt x="4037" y="3036"/>
                  </a:cubicBezTo>
                  <a:cubicBezTo>
                    <a:pt x="4404" y="3703"/>
                    <a:pt x="4670" y="4437"/>
                    <a:pt x="4770" y="5171"/>
                  </a:cubicBezTo>
                  <a:cubicBezTo>
                    <a:pt x="5071" y="6538"/>
                    <a:pt x="5104" y="8406"/>
                    <a:pt x="5204" y="9907"/>
                  </a:cubicBezTo>
                  <a:cubicBezTo>
                    <a:pt x="5237" y="10675"/>
                    <a:pt x="5271" y="11342"/>
                    <a:pt x="5338" y="11809"/>
                  </a:cubicBezTo>
                  <a:cubicBezTo>
                    <a:pt x="5371" y="12243"/>
                    <a:pt x="5404" y="12543"/>
                    <a:pt x="5404" y="12543"/>
                  </a:cubicBezTo>
                  <a:cubicBezTo>
                    <a:pt x="5421" y="12609"/>
                    <a:pt x="5504" y="12643"/>
                    <a:pt x="5596" y="12643"/>
                  </a:cubicBezTo>
                  <a:cubicBezTo>
                    <a:pt x="5688" y="12643"/>
                    <a:pt x="5788" y="12609"/>
                    <a:pt x="5838" y="12543"/>
                  </a:cubicBezTo>
                  <a:cubicBezTo>
                    <a:pt x="5838" y="12543"/>
                    <a:pt x="5771" y="12243"/>
                    <a:pt x="5771" y="11775"/>
                  </a:cubicBezTo>
                  <a:lnTo>
                    <a:pt x="5771" y="9907"/>
                  </a:lnTo>
                  <a:cubicBezTo>
                    <a:pt x="5771" y="8406"/>
                    <a:pt x="5838" y="6538"/>
                    <a:pt x="5538" y="5037"/>
                  </a:cubicBezTo>
                  <a:cubicBezTo>
                    <a:pt x="5371" y="4270"/>
                    <a:pt x="5104" y="3436"/>
                    <a:pt x="4604" y="2702"/>
                  </a:cubicBezTo>
                  <a:cubicBezTo>
                    <a:pt x="4170" y="1902"/>
                    <a:pt x="3436" y="1335"/>
                    <a:pt x="2769" y="901"/>
                  </a:cubicBezTo>
                  <a:cubicBezTo>
                    <a:pt x="2102" y="501"/>
                    <a:pt x="1435" y="267"/>
                    <a:pt x="1001" y="167"/>
                  </a:cubicBezTo>
                  <a:cubicBezTo>
                    <a:pt x="768" y="67"/>
                    <a:pt x="567" y="67"/>
                    <a:pt x="434" y="34"/>
                  </a:cubicBezTo>
                  <a:cubicBezTo>
                    <a:pt x="334" y="0"/>
                    <a:pt x="234"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51" name="Google Shape;3251;p27"/>
            <p:cNvSpPr/>
            <p:nvPr/>
          </p:nvSpPr>
          <p:spPr>
            <a:xfrm flipH="1">
              <a:off x="-1714432" y="3061766"/>
              <a:ext cx="469998" cy="385488"/>
            </a:xfrm>
            <a:custGeom>
              <a:avLst/>
              <a:gdLst/>
              <a:ahLst/>
              <a:cxnLst/>
              <a:rect l="l" t="t" r="r" b="b"/>
              <a:pathLst>
                <a:path w="20861" h="17110" extrusionOk="0">
                  <a:moveTo>
                    <a:pt x="193" y="1"/>
                  </a:moveTo>
                  <a:cubicBezTo>
                    <a:pt x="90" y="1"/>
                    <a:pt x="1" y="85"/>
                    <a:pt x="38" y="254"/>
                  </a:cubicBezTo>
                  <a:cubicBezTo>
                    <a:pt x="38" y="254"/>
                    <a:pt x="72" y="388"/>
                    <a:pt x="105" y="621"/>
                  </a:cubicBezTo>
                  <a:cubicBezTo>
                    <a:pt x="138" y="755"/>
                    <a:pt x="172" y="855"/>
                    <a:pt x="238" y="1021"/>
                  </a:cubicBezTo>
                  <a:cubicBezTo>
                    <a:pt x="305" y="1222"/>
                    <a:pt x="372" y="1388"/>
                    <a:pt x="439" y="1588"/>
                  </a:cubicBezTo>
                  <a:cubicBezTo>
                    <a:pt x="772" y="2422"/>
                    <a:pt x="1339" y="3490"/>
                    <a:pt x="2173" y="4591"/>
                  </a:cubicBezTo>
                  <a:cubicBezTo>
                    <a:pt x="3841" y="6792"/>
                    <a:pt x="6410" y="9027"/>
                    <a:pt x="8578" y="10628"/>
                  </a:cubicBezTo>
                  <a:cubicBezTo>
                    <a:pt x="10746" y="12229"/>
                    <a:pt x="13615" y="13997"/>
                    <a:pt x="16083" y="15198"/>
                  </a:cubicBezTo>
                  <a:cubicBezTo>
                    <a:pt x="17284" y="15832"/>
                    <a:pt x="18418" y="16299"/>
                    <a:pt x="19219" y="16633"/>
                  </a:cubicBezTo>
                  <a:cubicBezTo>
                    <a:pt x="19986" y="16933"/>
                    <a:pt x="20486" y="17100"/>
                    <a:pt x="20486" y="17100"/>
                  </a:cubicBezTo>
                  <a:cubicBezTo>
                    <a:pt x="20515" y="17106"/>
                    <a:pt x="20543" y="17109"/>
                    <a:pt x="20568" y="17109"/>
                  </a:cubicBezTo>
                  <a:cubicBezTo>
                    <a:pt x="20802" y="17109"/>
                    <a:pt x="20861" y="16847"/>
                    <a:pt x="20620" y="16666"/>
                  </a:cubicBezTo>
                  <a:cubicBezTo>
                    <a:pt x="20620" y="16666"/>
                    <a:pt x="20153" y="16499"/>
                    <a:pt x="19385" y="16166"/>
                  </a:cubicBezTo>
                  <a:cubicBezTo>
                    <a:pt x="18585" y="15832"/>
                    <a:pt x="17484" y="15298"/>
                    <a:pt x="16317" y="14664"/>
                  </a:cubicBezTo>
                  <a:cubicBezTo>
                    <a:pt x="13915" y="13397"/>
                    <a:pt x="11113" y="11596"/>
                    <a:pt x="8978" y="9994"/>
                  </a:cubicBezTo>
                  <a:cubicBezTo>
                    <a:pt x="6910" y="8460"/>
                    <a:pt x="4275" y="6292"/>
                    <a:pt x="2607" y="4224"/>
                  </a:cubicBezTo>
                  <a:cubicBezTo>
                    <a:pt x="1739" y="3190"/>
                    <a:pt x="1139" y="2156"/>
                    <a:pt x="805" y="1422"/>
                  </a:cubicBezTo>
                  <a:cubicBezTo>
                    <a:pt x="739" y="1255"/>
                    <a:pt x="639" y="1088"/>
                    <a:pt x="605" y="921"/>
                  </a:cubicBezTo>
                  <a:cubicBezTo>
                    <a:pt x="572" y="755"/>
                    <a:pt x="505" y="621"/>
                    <a:pt x="472" y="488"/>
                  </a:cubicBezTo>
                  <a:cubicBezTo>
                    <a:pt x="439" y="288"/>
                    <a:pt x="405" y="154"/>
                    <a:pt x="405" y="154"/>
                  </a:cubicBezTo>
                  <a:cubicBezTo>
                    <a:pt x="361" y="52"/>
                    <a:pt x="273" y="1"/>
                    <a:pt x="1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52" name="Google Shape;3252;p27"/>
            <p:cNvSpPr/>
            <p:nvPr/>
          </p:nvSpPr>
          <p:spPr>
            <a:xfrm flipH="1">
              <a:off x="-878546" y="2165636"/>
              <a:ext cx="413358" cy="757233"/>
            </a:xfrm>
            <a:custGeom>
              <a:avLst/>
              <a:gdLst/>
              <a:ahLst/>
              <a:cxnLst/>
              <a:rect l="l" t="t" r="r" b="b"/>
              <a:pathLst>
                <a:path w="18347" h="33610" extrusionOk="0">
                  <a:moveTo>
                    <a:pt x="12676" y="534"/>
                  </a:moveTo>
                  <a:cubicBezTo>
                    <a:pt x="12943" y="534"/>
                    <a:pt x="13177" y="568"/>
                    <a:pt x="13477" y="568"/>
                  </a:cubicBezTo>
                  <a:cubicBezTo>
                    <a:pt x="13777" y="634"/>
                    <a:pt x="14044" y="668"/>
                    <a:pt x="14344" y="734"/>
                  </a:cubicBezTo>
                  <a:cubicBezTo>
                    <a:pt x="14945" y="901"/>
                    <a:pt x="15512" y="1235"/>
                    <a:pt x="16012" y="1735"/>
                  </a:cubicBezTo>
                  <a:cubicBezTo>
                    <a:pt x="16479" y="2235"/>
                    <a:pt x="16813" y="3003"/>
                    <a:pt x="17013" y="3803"/>
                  </a:cubicBezTo>
                  <a:cubicBezTo>
                    <a:pt x="17380" y="5404"/>
                    <a:pt x="17179" y="7372"/>
                    <a:pt x="16612" y="9307"/>
                  </a:cubicBezTo>
                  <a:cubicBezTo>
                    <a:pt x="16312" y="10308"/>
                    <a:pt x="15945" y="11242"/>
                    <a:pt x="15478" y="12209"/>
                  </a:cubicBezTo>
                  <a:cubicBezTo>
                    <a:pt x="15211" y="12676"/>
                    <a:pt x="15011" y="13177"/>
                    <a:pt x="14778" y="13677"/>
                  </a:cubicBezTo>
                  <a:cubicBezTo>
                    <a:pt x="14511" y="14144"/>
                    <a:pt x="14277" y="14644"/>
                    <a:pt x="13977" y="15145"/>
                  </a:cubicBezTo>
                  <a:cubicBezTo>
                    <a:pt x="13443" y="16145"/>
                    <a:pt x="12876" y="17146"/>
                    <a:pt x="12509" y="18314"/>
                  </a:cubicBezTo>
                  <a:cubicBezTo>
                    <a:pt x="12476" y="18580"/>
                    <a:pt x="12343" y="18881"/>
                    <a:pt x="12309" y="19181"/>
                  </a:cubicBezTo>
                  <a:lnTo>
                    <a:pt x="12209" y="19648"/>
                  </a:lnTo>
                  <a:lnTo>
                    <a:pt x="12176" y="19848"/>
                  </a:lnTo>
                  <a:lnTo>
                    <a:pt x="12176" y="20015"/>
                  </a:lnTo>
                  <a:lnTo>
                    <a:pt x="12176" y="20148"/>
                  </a:lnTo>
                  <a:cubicBezTo>
                    <a:pt x="12176" y="20749"/>
                    <a:pt x="12276" y="21349"/>
                    <a:pt x="12376" y="21916"/>
                  </a:cubicBezTo>
                  <a:cubicBezTo>
                    <a:pt x="12643" y="23084"/>
                    <a:pt x="12976" y="24184"/>
                    <a:pt x="13210" y="25252"/>
                  </a:cubicBezTo>
                  <a:cubicBezTo>
                    <a:pt x="13310" y="25752"/>
                    <a:pt x="13377" y="26319"/>
                    <a:pt x="13443" y="26853"/>
                  </a:cubicBezTo>
                  <a:cubicBezTo>
                    <a:pt x="13477" y="27387"/>
                    <a:pt x="13443" y="27887"/>
                    <a:pt x="13310" y="28387"/>
                  </a:cubicBezTo>
                  <a:cubicBezTo>
                    <a:pt x="13177" y="28854"/>
                    <a:pt x="13010" y="29355"/>
                    <a:pt x="12776" y="29822"/>
                  </a:cubicBezTo>
                  <a:cubicBezTo>
                    <a:pt x="12509" y="30255"/>
                    <a:pt x="12276" y="30689"/>
                    <a:pt x="11942" y="31056"/>
                  </a:cubicBezTo>
                  <a:cubicBezTo>
                    <a:pt x="11309" y="31757"/>
                    <a:pt x="10475" y="32324"/>
                    <a:pt x="9607" y="32524"/>
                  </a:cubicBezTo>
                  <a:cubicBezTo>
                    <a:pt x="9325" y="32592"/>
                    <a:pt x="9029" y="32626"/>
                    <a:pt x="8729" y="32626"/>
                  </a:cubicBezTo>
                  <a:cubicBezTo>
                    <a:pt x="8001" y="32626"/>
                    <a:pt x="7253" y="32425"/>
                    <a:pt x="6639" y="32023"/>
                  </a:cubicBezTo>
                  <a:cubicBezTo>
                    <a:pt x="5771" y="31423"/>
                    <a:pt x="5138" y="30422"/>
                    <a:pt x="4871" y="29355"/>
                  </a:cubicBezTo>
                  <a:cubicBezTo>
                    <a:pt x="4771" y="28821"/>
                    <a:pt x="4671" y="28254"/>
                    <a:pt x="4671" y="27687"/>
                  </a:cubicBezTo>
                  <a:lnTo>
                    <a:pt x="4671" y="27554"/>
                  </a:lnTo>
                  <a:lnTo>
                    <a:pt x="4671" y="27487"/>
                  </a:lnTo>
                  <a:lnTo>
                    <a:pt x="4671" y="27387"/>
                  </a:lnTo>
                  <a:lnTo>
                    <a:pt x="4671" y="27187"/>
                  </a:lnTo>
                  <a:lnTo>
                    <a:pt x="4671" y="26753"/>
                  </a:lnTo>
                  <a:cubicBezTo>
                    <a:pt x="4671" y="26486"/>
                    <a:pt x="4704" y="26219"/>
                    <a:pt x="4771" y="25919"/>
                  </a:cubicBezTo>
                  <a:cubicBezTo>
                    <a:pt x="4937" y="24852"/>
                    <a:pt x="5304" y="23717"/>
                    <a:pt x="5371" y="22550"/>
                  </a:cubicBezTo>
                  <a:cubicBezTo>
                    <a:pt x="5471" y="21983"/>
                    <a:pt x="5438" y="21382"/>
                    <a:pt x="5304" y="20849"/>
                  </a:cubicBezTo>
                  <a:lnTo>
                    <a:pt x="5304" y="20749"/>
                  </a:lnTo>
                  <a:cubicBezTo>
                    <a:pt x="5304" y="20715"/>
                    <a:pt x="5271" y="20649"/>
                    <a:pt x="5271" y="20582"/>
                  </a:cubicBezTo>
                  <a:lnTo>
                    <a:pt x="5138" y="20382"/>
                  </a:lnTo>
                  <a:cubicBezTo>
                    <a:pt x="5037" y="20248"/>
                    <a:pt x="5004" y="20148"/>
                    <a:pt x="4937" y="20015"/>
                  </a:cubicBezTo>
                  <a:cubicBezTo>
                    <a:pt x="4804" y="19815"/>
                    <a:pt x="4671" y="19581"/>
                    <a:pt x="4504" y="19381"/>
                  </a:cubicBezTo>
                  <a:cubicBezTo>
                    <a:pt x="3937" y="18580"/>
                    <a:pt x="3270" y="18013"/>
                    <a:pt x="2769" y="17413"/>
                  </a:cubicBezTo>
                  <a:cubicBezTo>
                    <a:pt x="2269" y="16879"/>
                    <a:pt x="1835" y="16379"/>
                    <a:pt x="1602" y="15912"/>
                  </a:cubicBezTo>
                  <a:cubicBezTo>
                    <a:pt x="1335" y="15512"/>
                    <a:pt x="1201" y="15145"/>
                    <a:pt x="1135" y="14878"/>
                  </a:cubicBezTo>
                  <a:lnTo>
                    <a:pt x="1135" y="14844"/>
                  </a:lnTo>
                  <a:cubicBezTo>
                    <a:pt x="634" y="13343"/>
                    <a:pt x="634" y="11842"/>
                    <a:pt x="901" y="10508"/>
                  </a:cubicBezTo>
                  <a:cubicBezTo>
                    <a:pt x="1201" y="9207"/>
                    <a:pt x="1702" y="8040"/>
                    <a:pt x="2302" y="7072"/>
                  </a:cubicBezTo>
                  <a:cubicBezTo>
                    <a:pt x="2869" y="6138"/>
                    <a:pt x="3503" y="5338"/>
                    <a:pt x="4137" y="4671"/>
                  </a:cubicBezTo>
                  <a:cubicBezTo>
                    <a:pt x="4737" y="4003"/>
                    <a:pt x="5371" y="3470"/>
                    <a:pt x="5905" y="3036"/>
                  </a:cubicBezTo>
                  <a:cubicBezTo>
                    <a:pt x="7039" y="2169"/>
                    <a:pt x="7940" y="1702"/>
                    <a:pt x="8507" y="1468"/>
                  </a:cubicBezTo>
                  <a:cubicBezTo>
                    <a:pt x="9107" y="1201"/>
                    <a:pt x="9374" y="1135"/>
                    <a:pt x="9374" y="1135"/>
                  </a:cubicBezTo>
                  <a:cubicBezTo>
                    <a:pt x="9681" y="1028"/>
                    <a:pt x="9860" y="889"/>
                    <a:pt x="9906" y="777"/>
                  </a:cubicBezTo>
                  <a:lnTo>
                    <a:pt x="9906" y="777"/>
                  </a:lnTo>
                  <a:cubicBezTo>
                    <a:pt x="9926" y="823"/>
                    <a:pt x="9988" y="853"/>
                    <a:pt x="10083" y="853"/>
                  </a:cubicBezTo>
                  <a:cubicBezTo>
                    <a:pt x="10152" y="853"/>
                    <a:pt x="10239" y="837"/>
                    <a:pt x="10341" y="801"/>
                  </a:cubicBezTo>
                  <a:cubicBezTo>
                    <a:pt x="10341" y="801"/>
                    <a:pt x="10475" y="801"/>
                    <a:pt x="10641" y="734"/>
                  </a:cubicBezTo>
                  <a:cubicBezTo>
                    <a:pt x="10808" y="701"/>
                    <a:pt x="11108" y="668"/>
                    <a:pt x="11442" y="634"/>
                  </a:cubicBezTo>
                  <a:cubicBezTo>
                    <a:pt x="11776" y="568"/>
                    <a:pt x="12176" y="534"/>
                    <a:pt x="12676" y="534"/>
                  </a:cubicBezTo>
                  <a:close/>
                  <a:moveTo>
                    <a:pt x="12976" y="0"/>
                  </a:moveTo>
                  <a:cubicBezTo>
                    <a:pt x="12443" y="34"/>
                    <a:pt x="12009" y="67"/>
                    <a:pt x="11642" y="134"/>
                  </a:cubicBezTo>
                  <a:cubicBezTo>
                    <a:pt x="11275" y="201"/>
                    <a:pt x="10975" y="234"/>
                    <a:pt x="10808" y="301"/>
                  </a:cubicBezTo>
                  <a:cubicBezTo>
                    <a:pt x="10608" y="334"/>
                    <a:pt x="10508" y="367"/>
                    <a:pt x="10508" y="367"/>
                  </a:cubicBezTo>
                  <a:cubicBezTo>
                    <a:pt x="10147" y="454"/>
                    <a:pt x="9961" y="584"/>
                    <a:pt x="9912" y="688"/>
                  </a:cubicBezTo>
                  <a:lnTo>
                    <a:pt x="9912" y="688"/>
                  </a:lnTo>
                  <a:cubicBezTo>
                    <a:pt x="9890" y="628"/>
                    <a:pt x="9807" y="588"/>
                    <a:pt x="9660" y="588"/>
                  </a:cubicBezTo>
                  <a:cubicBezTo>
                    <a:pt x="9547" y="588"/>
                    <a:pt x="9396" y="612"/>
                    <a:pt x="9207" y="668"/>
                  </a:cubicBezTo>
                  <a:cubicBezTo>
                    <a:pt x="9207" y="668"/>
                    <a:pt x="9174" y="701"/>
                    <a:pt x="9007" y="734"/>
                  </a:cubicBezTo>
                  <a:cubicBezTo>
                    <a:pt x="8840" y="801"/>
                    <a:pt x="8607" y="868"/>
                    <a:pt x="8306" y="1001"/>
                  </a:cubicBezTo>
                  <a:cubicBezTo>
                    <a:pt x="7673" y="1301"/>
                    <a:pt x="6772" y="1735"/>
                    <a:pt x="5605" y="2636"/>
                  </a:cubicBezTo>
                  <a:cubicBezTo>
                    <a:pt x="5004" y="3069"/>
                    <a:pt x="4370" y="3636"/>
                    <a:pt x="3703" y="4304"/>
                  </a:cubicBezTo>
                  <a:cubicBezTo>
                    <a:pt x="3103" y="5004"/>
                    <a:pt x="2436" y="5838"/>
                    <a:pt x="1802" y="6839"/>
                  </a:cubicBezTo>
                  <a:cubicBezTo>
                    <a:pt x="1201" y="7839"/>
                    <a:pt x="634" y="9040"/>
                    <a:pt x="334" y="10475"/>
                  </a:cubicBezTo>
                  <a:cubicBezTo>
                    <a:pt x="34" y="11842"/>
                    <a:pt x="1" y="13510"/>
                    <a:pt x="534" y="15145"/>
                  </a:cubicBezTo>
                  <a:lnTo>
                    <a:pt x="534" y="15078"/>
                  </a:lnTo>
                  <a:cubicBezTo>
                    <a:pt x="634" y="15378"/>
                    <a:pt x="768" y="15845"/>
                    <a:pt x="1035" y="16346"/>
                  </a:cubicBezTo>
                  <a:cubicBezTo>
                    <a:pt x="1335" y="16846"/>
                    <a:pt x="1735" y="17413"/>
                    <a:pt x="2302" y="18013"/>
                  </a:cubicBezTo>
                  <a:cubicBezTo>
                    <a:pt x="2836" y="18647"/>
                    <a:pt x="3470" y="19248"/>
                    <a:pt x="4003" y="19981"/>
                  </a:cubicBezTo>
                  <a:cubicBezTo>
                    <a:pt x="4137" y="20182"/>
                    <a:pt x="4237" y="20348"/>
                    <a:pt x="4370" y="20549"/>
                  </a:cubicBezTo>
                  <a:cubicBezTo>
                    <a:pt x="4470" y="20649"/>
                    <a:pt x="4504" y="20749"/>
                    <a:pt x="4537" y="20849"/>
                  </a:cubicBezTo>
                  <a:lnTo>
                    <a:pt x="4604" y="20982"/>
                  </a:lnTo>
                  <a:lnTo>
                    <a:pt x="4637" y="21082"/>
                  </a:lnTo>
                  <a:cubicBezTo>
                    <a:pt x="4771" y="21549"/>
                    <a:pt x="4771" y="22050"/>
                    <a:pt x="4704" y="22550"/>
                  </a:cubicBezTo>
                  <a:cubicBezTo>
                    <a:pt x="4637" y="23551"/>
                    <a:pt x="4237" y="24651"/>
                    <a:pt x="4037" y="25852"/>
                  </a:cubicBezTo>
                  <a:cubicBezTo>
                    <a:pt x="4003" y="26186"/>
                    <a:pt x="3970" y="26486"/>
                    <a:pt x="3970" y="26820"/>
                  </a:cubicBezTo>
                  <a:lnTo>
                    <a:pt x="3970" y="27320"/>
                  </a:lnTo>
                  <a:lnTo>
                    <a:pt x="3970" y="27554"/>
                  </a:lnTo>
                  <a:lnTo>
                    <a:pt x="3970" y="27587"/>
                  </a:lnTo>
                  <a:lnTo>
                    <a:pt x="3970" y="27720"/>
                  </a:lnTo>
                  <a:cubicBezTo>
                    <a:pt x="3970" y="28354"/>
                    <a:pt x="4037" y="28988"/>
                    <a:pt x="4204" y="29588"/>
                  </a:cubicBezTo>
                  <a:cubicBezTo>
                    <a:pt x="4504" y="30856"/>
                    <a:pt x="5204" y="32057"/>
                    <a:pt x="6338" y="32824"/>
                  </a:cubicBezTo>
                  <a:cubicBezTo>
                    <a:pt x="7118" y="33368"/>
                    <a:pt x="8049" y="33610"/>
                    <a:pt x="8953" y="33610"/>
                  </a:cubicBezTo>
                  <a:cubicBezTo>
                    <a:pt x="9324" y="33610"/>
                    <a:pt x="9691" y="33569"/>
                    <a:pt x="10041" y="33491"/>
                  </a:cubicBezTo>
                  <a:cubicBezTo>
                    <a:pt x="11142" y="33224"/>
                    <a:pt x="12143" y="32557"/>
                    <a:pt x="12876" y="31690"/>
                  </a:cubicBezTo>
                  <a:cubicBezTo>
                    <a:pt x="13277" y="31223"/>
                    <a:pt x="13610" y="30722"/>
                    <a:pt x="13844" y="30222"/>
                  </a:cubicBezTo>
                  <a:cubicBezTo>
                    <a:pt x="14111" y="29722"/>
                    <a:pt x="14311" y="29188"/>
                    <a:pt x="14478" y="28588"/>
                  </a:cubicBezTo>
                  <a:cubicBezTo>
                    <a:pt x="14711" y="27387"/>
                    <a:pt x="14611" y="26186"/>
                    <a:pt x="14344" y="25052"/>
                  </a:cubicBezTo>
                  <a:cubicBezTo>
                    <a:pt x="14111" y="23884"/>
                    <a:pt x="13710" y="22817"/>
                    <a:pt x="13510" y="21716"/>
                  </a:cubicBezTo>
                  <a:cubicBezTo>
                    <a:pt x="13377" y="21182"/>
                    <a:pt x="13310" y="20649"/>
                    <a:pt x="13310" y="20082"/>
                  </a:cubicBezTo>
                  <a:lnTo>
                    <a:pt x="13310" y="20015"/>
                  </a:lnTo>
                  <a:lnTo>
                    <a:pt x="13310" y="19981"/>
                  </a:lnTo>
                  <a:lnTo>
                    <a:pt x="13343" y="19748"/>
                  </a:lnTo>
                  <a:lnTo>
                    <a:pt x="13443" y="19348"/>
                  </a:lnTo>
                  <a:cubicBezTo>
                    <a:pt x="13477" y="19081"/>
                    <a:pt x="13544" y="18814"/>
                    <a:pt x="13644" y="18547"/>
                  </a:cubicBezTo>
                  <a:cubicBezTo>
                    <a:pt x="13944" y="17513"/>
                    <a:pt x="14478" y="16512"/>
                    <a:pt x="14978" y="15512"/>
                  </a:cubicBezTo>
                  <a:lnTo>
                    <a:pt x="15712" y="14011"/>
                  </a:lnTo>
                  <a:cubicBezTo>
                    <a:pt x="15979" y="13510"/>
                    <a:pt x="16179" y="13010"/>
                    <a:pt x="16446" y="12509"/>
                  </a:cubicBezTo>
                  <a:cubicBezTo>
                    <a:pt x="16879" y="11509"/>
                    <a:pt x="17280" y="10475"/>
                    <a:pt x="17546" y="9474"/>
                  </a:cubicBezTo>
                  <a:cubicBezTo>
                    <a:pt x="18147" y="7439"/>
                    <a:pt x="18347" y="5404"/>
                    <a:pt x="17947" y="3603"/>
                  </a:cubicBezTo>
                  <a:cubicBezTo>
                    <a:pt x="17713" y="2736"/>
                    <a:pt x="17313" y="1902"/>
                    <a:pt x="16712" y="1335"/>
                  </a:cubicBezTo>
                  <a:cubicBezTo>
                    <a:pt x="16145" y="734"/>
                    <a:pt x="15445" y="367"/>
                    <a:pt x="14778" y="201"/>
                  </a:cubicBezTo>
                  <a:cubicBezTo>
                    <a:pt x="14444" y="101"/>
                    <a:pt x="14111" y="67"/>
                    <a:pt x="13810" y="34"/>
                  </a:cubicBezTo>
                  <a:cubicBezTo>
                    <a:pt x="13510" y="34"/>
                    <a:pt x="13210" y="0"/>
                    <a:pt x="12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53" name="Google Shape;3253;p27"/>
            <p:cNvSpPr/>
            <p:nvPr/>
          </p:nvSpPr>
          <p:spPr>
            <a:xfrm flipH="1">
              <a:off x="-952197" y="2100907"/>
              <a:ext cx="555387" cy="887299"/>
            </a:xfrm>
            <a:custGeom>
              <a:avLst/>
              <a:gdLst/>
              <a:ahLst/>
              <a:cxnLst/>
              <a:rect l="l" t="t" r="r" b="b"/>
              <a:pathLst>
                <a:path w="24651" h="39383" extrusionOk="0">
                  <a:moveTo>
                    <a:pt x="16897" y="0"/>
                  </a:moveTo>
                  <a:cubicBezTo>
                    <a:pt x="16399" y="0"/>
                    <a:pt x="15956" y="25"/>
                    <a:pt x="15578" y="38"/>
                  </a:cubicBezTo>
                  <a:cubicBezTo>
                    <a:pt x="15144" y="71"/>
                    <a:pt x="14811" y="105"/>
                    <a:pt x="14544" y="172"/>
                  </a:cubicBezTo>
                  <a:cubicBezTo>
                    <a:pt x="14310" y="205"/>
                    <a:pt x="14177" y="205"/>
                    <a:pt x="14177" y="205"/>
                  </a:cubicBezTo>
                  <a:cubicBezTo>
                    <a:pt x="13563" y="324"/>
                    <a:pt x="13325" y="443"/>
                    <a:pt x="13450" y="443"/>
                  </a:cubicBezTo>
                  <a:cubicBezTo>
                    <a:pt x="13536" y="443"/>
                    <a:pt x="13790" y="387"/>
                    <a:pt x="14210" y="238"/>
                  </a:cubicBezTo>
                  <a:cubicBezTo>
                    <a:pt x="14210" y="238"/>
                    <a:pt x="14277" y="238"/>
                    <a:pt x="14544" y="205"/>
                  </a:cubicBezTo>
                  <a:cubicBezTo>
                    <a:pt x="14744" y="205"/>
                    <a:pt x="15077" y="138"/>
                    <a:pt x="15544" y="105"/>
                  </a:cubicBezTo>
                  <a:cubicBezTo>
                    <a:pt x="15867" y="92"/>
                    <a:pt x="16254" y="71"/>
                    <a:pt x="16691" y="71"/>
                  </a:cubicBezTo>
                  <a:cubicBezTo>
                    <a:pt x="17431" y="71"/>
                    <a:pt x="18316" y="133"/>
                    <a:pt x="19280" y="405"/>
                  </a:cubicBezTo>
                  <a:cubicBezTo>
                    <a:pt x="20081" y="605"/>
                    <a:pt x="20882" y="972"/>
                    <a:pt x="21615" y="1573"/>
                  </a:cubicBezTo>
                  <a:cubicBezTo>
                    <a:pt x="22383" y="2140"/>
                    <a:pt x="22950" y="2974"/>
                    <a:pt x="23383" y="3974"/>
                  </a:cubicBezTo>
                  <a:cubicBezTo>
                    <a:pt x="24217" y="6009"/>
                    <a:pt x="24184" y="8511"/>
                    <a:pt x="23617" y="11013"/>
                  </a:cubicBezTo>
                  <a:cubicBezTo>
                    <a:pt x="23383" y="12247"/>
                    <a:pt x="22950" y="13548"/>
                    <a:pt x="22383" y="14749"/>
                  </a:cubicBezTo>
                  <a:cubicBezTo>
                    <a:pt x="21782" y="15950"/>
                    <a:pt x="21015" y="17084"/>
                    <a:pt x="20181" y="18251"/>
                  </a:cubicBezTo>
                  <a:cubicBezTo>
                    <a:pt x="19347" y="19385"/>
                    <a:pt x="18447" y="20586"/>
                    <a:pt x="18013" y="22021"/>
                  </a:cubicBezTo>
                  <a:cubicBezTo>
                    <a:pt x="17879" y="22387"/>
                    <a:pt x="17746" y="22721"/>
                    <a:pt x="17713" y="23088"/>
                  </a:cubicBezTo>
                  <a:lnTo>
                    <a:pt x="17679" y="23221"/>
                  </a:lnTo>
                  <a:lnTo>
                    <a:pt x="17679" y="23388"/>
                  </a:lnTo>
                  <a:lnTo>
                    <a:pt x="17679" y="23688"/>
                  </a:lnTo>
                  <a:cubicBezTo>
                    <a:pt x="17679" y="23855"/>
                    <a:pt x="17679" y="24055"/>
                    <a:pt x="17713" y="24222"/>
                  </a:cubicBezTo>
                  <a:cubicBezTo>
                    <a:pt x="17779" y="24956"/>
                    <a:pt x="18013" y="25690"/>
                    <a:pt x="18213" y="26390"/>
                  </a:cubicBezTo>
                  <a:cubicBezTo>
                    <a:pt x="18680" y="27758"/>
                    <a:pt x="19247" y="29092"/>
                    <a:pt x="19514" y="30460"/>
                  </a:cubicBezTo>
                  <a:cubicBezTo>
                    <a:pt x="19681" y="31127"/>
                    <a:pt x="19714" y="31861"/>
                    <a:pt x="19614" y="32528"/>
                  </a:cubicBezTo>
                  <a:cubicBezTo>
                    <a:pt x="19614" y="32695"/>
                    <a:pt x="19581" y="32862"/>
                    <a:pt x="19547" y="33028"/>
                  </a:cubicBezTo>
                  <a:lnTo>
                    <a:pt x="19514" y="33262"/>
                  </a:lnTo>
                  <a:cubicBezTo>
                    <a:pt x="19514" y="33295"/>
                    <a:pt x="19447" y="33395"/>
                    <a:pt x="19414" y="33462"/>
                  </a:cubicBezTo>
                  <a:lnTo>
                    <a:pt x="19214" y="33929"/>
                  </a:lnTo>
                  <a:lnTo>
                    <a:pt x="19014" y="34396"/>
                  </a:lnTo>
                  <a:cubicBezTo>
                    <a:pt x="18713" y="35030"/>
                    <a:pt x="18346" y="35564"/>
                    <a:pt x="17879" y="36064"/>
                  </a:cubicBezTo>
                  <a:cubicBezTo>
                    <a:pt x="17679" y="36297"/>
                    <a:pt x="17412" y="36564"/>
                    <a:pt x="17179" y="36764"/>
                  </a:cubicBezTo>
                  <a:cubicBezTo>
                    <a:pt x="16912" y="36965"/>
                    <a:pt x="16679" y="37198"/>
                    <a:pt x="16378" y="37365"/>
                  </a:cubicBezTo>
                  <a:cubicBezTo>
                    <a:pt x="15845" y="37732"/>
                    <a:pt x="15244" y="38032"/>
                    <a:pt x="14677" y="38232"/>
                  </a:cubicBezTo>
                  <a:cubicBezTo>
                    <a:pt x="14043" y="38466"/>
                    <a:pt x="13443" y="38599"/>
                    <a:pt x="12843" y="38666"/>
                  </a:cubicBezTo>
                  <a:cubicBezTo>
                    <a:pt x="12476" y="38705"/>
                    <a:pt x="12101" y="38727"/>
                    <a:pt x="11724" y="38727"/>
                  </a:cubicBezTo>
                  <a:cubicBezTo>
                    <a:pt x="10828" y="38727"/>
                    <a:pt x="9918" y="38604"/>
                    <a:pt x="9073" y="38299"/>
                  </a:cubicBezTo>
                  <a:cubicBezTo>
                    <a:pt x="7872" y="37932"/>
                    <a:pt x="6705" y="37098"/>
                    <a:pt x="5938" y="35997"/>
                  </a:cubicBezTo>
                  <a:cubicBezTo>
                    <a:pt x="5571" y="35463"/>
                    <a:pt x="5270" y="34830"/>
                    <a:pt x="5104" y="34163"/>
                  </a:cubicBezTo>
                  <a:lnTo>
                    <a:pt x="5004" y="33662"/>
                  </a:lnTo>
                  <a:lnTo>
                    <a:pt x="4904" y="33195"/>
                  </a:lnTo>
                  <a:cubicBezTo>
                    <a:pt x="4870" y="33028"/>
                    <a:pt x="4870" y="32862"/>
                    <a:pt x="4870" y="32695"/>
                  </a:cubicBezTo>
                  <a:lnTo>
                    <a:pt x="4870" y="32428"/>
                  </a:lnTo>
                  <a:lnTo>
                    <a:pt x="4870" y="32361"/>
                  </a:lnTo>
                  <a:lnTo>
                    <a:pt x="4870" y="32261"/>
                  </a:lnTo>
                  <a:lnTo>
                    <a:pt x="4870" y="32128"/>
                  </a:lnTo>
                  <a:cubicBezTo>
                    <a:pt x="4770" y="31461"/>
                    <a:pt x="4870" y="30760"/>
                    <a:pt x="5037" y="30093"/>
                  </a:cubicBezTo>
                  <a:cubicBezTo>
                    <a:pt x="5204" y="29392"/>
                    <a:pt x="5437" y="28725"/>
                    <a:pt x="5671" y="28025"/>
                  </a:cubicBezTo>
                  <a:cubicBezTo>
                    <a:pt x="5871" y="27291"/>
                    <a:pt x="6004" y="26557"/>
                    <a:pt x="6004" y="25790"/>
                  </a:cubicBezTo>
                  <a:cubicBezTo>
                    <a:pt x="6004" y="25623"/>
                    <a:pt x="6004" y="25423"/>
                    <a:pt x="5938" y="25256"/>
                  </a:cubicBezTo>
                  <a:cubicBezTo>
                    <a:pt x="5938" y="25089"/>
                    <a:pt x="5904" y="24889"/>
                    <a:pt x="5871" y="24722"/>
                  </a:cubicBezTo>
                  <a:lnTo>
                    <a:pt x="5771" y="24422"/>
                  </a:lnTo>
                  <a:lnTo>
                    <a:pt x="5771" y="24356"/>
                  </a:lnTo>
                  <a:cubicBezTo>
                    <a:pt x="5771" y="24356"/>
                    <a:pt x="5771" y="24289"/>
                    <a:pt x="5737" y="24255"/>
                  </a:cubicBezTo>
                  <a:lnTo>
                    <a:pt x="5671" y="24122"/>
                  </a:lnTo>
                  <a:cubicBezTo>
                    <a:pt x="5571" y="23955"/>
                    <a:pt x="5504" y="23855"/>
                    <a:pt x="5371" y="23688"/>
                  </a:cubicBezTo>
                  <a:cubicBezTo>
                    <a:pt x="4537" y="22454"/>
                    <a:pt x="3603" y="21387"/>
                    <a:pt x="2769" y="20253"/>
                  </a:cubicBezTo>
                  <a:cubicBezTo>
                    <a:pt x="1935" y="19118"/>
                    <a:pt x="1168" y="18018"/>
                    <a:pt x="667" y="16750"/>
                  </a:cubicBezTo>
                  <a:cubicBezTo>
                    <a:pt x="567" y="16417"/>
                    <a:pt x="434" y="16116"/>
                    <a:pt x="400" y="15783"/>
                  </a:cubicBezTo>
                  <a:cubicBezTo>
                    <a:pt x="334" y="15516"/>
                    <a:pt x="367" y="15182"/>
                    <a:pt x="334" y="14849"/>
                  </a:cubicBezTo>
                  <a:cubicBezTo>
                    <a:pt x="267" y="14682"/>
                    <a:pt x="334" y="14515"/>
                    <a:pt x="334" y="14348"/>
                  </a:cubicBezTo>
                  <a:lnTo>
                    <a:pt x="367" y="13848"/>
                  </a:lnTo>
                  <a:cubicBezTo>
                    <a:pt x="367" y="13514"/>
                    <a:pt x="434" y="13214"/>
                    <a:pt x="500" y="12881"/>
                  </a:cubicBezTo>
                  <a:cubicBezTo>
                    <a:pt x="701" y="11613"/>
                    <a:pt x="1168" y="10412"/>
                    <a:pt x="1701" y="9378"/>
                  </a:cubicBezTo>
                  <a:cubicBezTo>
                    <a:pt x="1935" y="8844"/>
                    <a:pt x="2268" y="8377"/>
                    <a:pt x="2569" y="7877"/>
                  </a:cubicBezTo>
                  <a:cubicBezTo>
                    <a:pt x="2902" y="7410"/>
                    <a:pt x="3236" y="6943"/>
                    <a:pt x="3569" y="6543"/>
                  </a:cubicBezTo>
                  <a:cubicBezTo>
                    <a:pt x="4937" y="4875"/>
                    <a:pt x="6438" y="3607"/>
                    <a:pt x="7839" y="2740"/>
                  </a:cubicBezTo>
                  <a:cubicBezTo>
                    <a:pt x="8206" y="2540"/>
                    <a:pt x="8506" y="2340"/>
                    <a:pt x="8840" y="2173"/>
                  </a:cubicBezTo>
                  <a:cubicBezTo>
                    <a:pt x="9107" y="1939"/>
                    <a:pt x="9440" y="1839"/>
                    <a:pt x="9740" y="1706"/>
                  </a:cubicBezTo>
                  <a:cubicBezTo>
                    <a:pt x="10274" y="1406"/>
                    <a:pt x="10841" y="1239"/>
                    <a:pt x="11241" y="1072"/>
                  </a:cubicBezTo>
                  <a:cubicBezTo>
                    <a:pt x="11442" y="1005"/>
                    <a:pt x="11608" y="905"/>
                    <a:pt x="11775" y="872"/>
                  </a:cubicBezTo>
                  <a:cubicBezTo>
                    <a:pt x="11942" y="839"/>
                    <a:pt x="12075" y="772"/>
                    <a:pt x="12209" y="739"/>
                  </a:cubicBezTo>
                  <a:cubicBezTo>
                    <a:pt x="12409" y="705"/>
                    <a:pt x="12542" y="672"/>
                    <a:pt x="12542" y="672"/>
                  </a:cubicBezTo>
                  <a:cubicBezTo>
                    <a:pt x="13278" y="482"/>
                    <a:pt x="13490" y="309"/>
                    <a:pt x="13167" y="309"/>
                  </a:cubicBezTo>
                  <a:cubicBezTo>
                    <a:pt x="13036" y="309"/>
                    <a:pt x="12817" y="338"/>
                    <a:pt x="12509" y="405"/>
                  </a:cubicBezTo>
                  <a:cubicBezTo>
                    <a:pt x="12509" y="405"/>
                    <a:pt x="12409" y="438"/>
                    <a:pt x="12175" y="505"/>
                  </a:cubicBezTo>
                  <a:cubicBezTo>
                    <a:pt x="12042" y="538"/>
                    <a:pt x="11909" y="572"/>
                    <a:pt x="11742" y="605"/>
                  </a:cubicBezTo>
                  <a:cubicBezTo>
                    <a:pt x="11575" y="705"/>
                    <a:pt x="11375" y="739"/>
                    <a:pt x="11175" y="839"/>
                  </a:cubicBezTo>
                  <a:cubicBezTo>
                    <a:pt x="10741" y="1005"/>
                    <a:pt x="10207" y="1172"/>
                    <a:pt x="9607" y="1439"/>
                  </a:cubicBezTo>
                  <a:cubicBezTo>
                    <a:pt x="9340" y="1606"/>
                    <a:pt x="9040" y="1706"/>
                    <a:pt x="8706" y="1906"/>
                  </a:cubicBezTo>
                  <a:cubicBezTo>
                    <a:pt x="8406" y="2073"/>
                    <a:pt x="8072" y="2273"/>
                    <a:pt x="7706" y="2507"/>
                  </a:cubicBezTo>
                  <a:cubicBezTo>
                    <a:pt x="6338" y="3374"/>
                    <a:pt x="4770" y="4608"/>
                    <a:pt x="3369" y="6343"/>
                  </a:cubicBezTo>
                  <a:cubicBezTo>
                    <a:pt x="3036" y="6743"/>
                    <a:pt x="2702" y="7243"/>
                    <a:pt x="2368" y="7710"/>
                  </a:cubicBezTo>
                  <a:cubicBezTo>
                    <a:pt x="2035" y="8211"/>
                    <a:pt x="1701" y="8711"/>
                    <a:pt x="1434" y="9245"/>
                  </a:cubicBezTo>
                  <a:cubicBezTo>
                    <a:pt x="867" y="10346"/>
                    <a:pt x="400" y="11546"/>
                    <a:pt x="167" y="12847"/>
                  </a:cubicBezTo>
                  <a:cubicBezTo>
                    <a:pt x="100" y="13181"/>
                    <a:pt x="33" y="13514"/>
                    <a:pt x="33" y="13848"/>
                  </a:cubicBezTo>
                  <a:lnTo>
                    <a:pt x="0" y="14348"/>
                  </a:lnTo>
                  <a:lnTo>
                    <a:pt x="0" y="14849"/>
                  </a:lnTo>
                  <a:cubicBezTo>
                    <a:pt x="33" y="15182"/>
                    <a:pt x="33" y="15549"/>
                    <a:pt x="67" y="15883"/>
                  </a:cubicBezTo>
                  <a:cubicBezTo>
                    <a:pt x="100" y="16216"/>
                    <a:pt x="200" y="16550"/>
                    <a:pt x="334" y="16884"/>
                  </a:cubicBezTo>
                  <a:cubicBezTo>
                    <a:pt x="834" y="18218"/>
                    <a:pt x="1668" y="19385"/>
                    <a:pt x="2502" y="20519"/>
                  </a:cubicBezTo>
                  <a:cubicBezTo>
                    <a:pt x="3336" y="21620"/>
                    <a:pt x="4236" y="22754"/>
                    <a:pt x="5037" y="23922"/>
                  </a:cubicBezTo>
                  <a:cubicBezTo>
                    <a:pt x="5170" y="24089"/>
                    <a:pt x="5237" y="24222"/>
                    <a:pt x="5337" y="24389"/>
                  </a:cubicBezTo>
                  <a:lnTo>
                    <a:pt x="5404" y="24489"/>
                  </a:lnTo>
                  <a:lnTo>
                    <a:pt x="5404" y="24556"/>
                  </a:lnTo>
                  <a:lnTo>
                    <a:pt x="5404" y="24622"/>
                  </a:lnTo>
                  <a:lnTo>
                    <a:pt x="5437" y="24889"/>
                  </a:lnTo>
                  <a:cubicBezTo>
                    <a:pt x="5504" y="25056"/>
                    <a:pt x="5537" y="25223"/>
                    <a:pt x="5537" y="25390"/>
                  </a:cubicBezTo>
                  <a:cubicBezTo>
                    <a:pt x="5571" y="25556"/>
                    <a:pt x="5571" y="25723"/>
                    <a:pt x="5571" y="25890"/>
                  </a:cubicBezTo>
                  <a:cubicBezTo>
                    <a:pt x="5571" y="26590"/>
                    <a:pt x="5437" y="27291"/>
                    <a:pt x="5237" y="27958"/>
                  </a:cubicBezTo>
                  <a:cubicBezTo>
                    <a:pt x="5037" y="28659"/>
                    <a:pt x="4770" y="29326"/>
                    <a:pt x="4603" y="30060"/>
                  </a:cubicBezTo>
                  <a:cubicBezTo>
                    <a:pt x="4403" y="30760"/>
                    <a:pt x="4336" y="31494"/>
                    <a:pt x="4403" y="32261"/>
                  </a:cubicBezTo>
                  <a:lnTo>
                    <a:pt x="4403" y="32395"/>
                  </a:lnTo>
                  <a:lnTo>
                    <a:pt x="4403" y="32461"/>
                  </a:lnTo>
                  <a:lnTo>
                    <a:pt x="4403" y="32495"/>
                  </a:lnTo>
                  <a:lnTo>
                    <a:pt x="4403" y="32795"/>
                  </a:lnTo>
                  <a:cubicBezTo>
                    <a:pt x="4403" y="32962"/>
                    <a:pt x="4403" y="33162"/>
                    <a:pt x="4437" y="33329"/>
                  </a:cubicBezTo>
                  <a:lnTo>
                    <a:pt x="4537" y="33896"/>
                  </a:lnTo>
                  <a:cubicBezTo>
                    <a:pt x="4570" y="34096"/>
                    <a:pt x="4603" y="34263"/>
                    <a:pt x="4670" y="34429"/>
                  </a:cubicBezTo>
                  <a:cubicBezTo>
                    <a:pt x="4870" y="35130"/>
                    <a:pt x="5170" y="35830"/>
                    <a:pt x="5571" y="36431"/>
                  </a:cubicBezTo>
                  <a:cubicBezTo>
                    <a:pt x="6405" y="37632"/>
                    <a:pt x="7672" y="38466"/>
                    <a:pt x="8940" y="38933"/>
                  </a:cubicBezTo>
                  <a:cubicBezTo>
                    <a:pt x="9824" y="39250"/>
                    <a:pt x="10739" y="39382"/>
                    <a:pt x="11642" y="39382"/>
                  </a:cubicBezTo>
                  <a:cubicBezTo>
                    <a:pt x="12069" y="39382"/>
                    <a:pt x="12492" y="39353"/>
                    <a:pt x="12909" y="39300"/>
                  </a:cubicBezTo>
                  <a:cubicBezTo>
                    <a:pt x="13543" y="39233"/>
                    <a:pt x="14210" y="39099"/>
                    <a:pt x="14844" y="38866"/>
                  </a:cubicBezTo>
                  <a:cubicBezTo>
                    <a:pt x="15511" y="38632"/>
                    <a:pt x="16078" y="38299"/>
                    <a:pt x="16679" y="37932"/>
                  </a:cubicBezTo>
                  <a:cubicBezTo>
                    <a:pt x="16945" y="37765"/>
                    <a:pt x="17212" y="37532"/>
                    <a:pt x="17513" y="37298"/>
                  </a:cubicBezTo>
                  <a:cubicBezTo>
                    <a:pt x="17746" y="37065"/>
                    <a:pt x="18046" y="36831"/>
                    <a:pt x="18246" y="36564"/>
                  </a:cubicBezTo>
                  <a:cubicBezTo>
                    <a:pt x="18713" y="36064"/>
                    <a:pt x="19114" y="35430"/>
                    <a:pt x="19447" y="34796"/>
                  </a:cubicBezTo>
                  <a:lnTo>
                    <a:pt x="19714" y="34296"/>
                  </a:lnTo>
                  <a:lnTo>
                    <a:pt x="19914" y="33796"/>
                  </a:lnTo>
                  <a:cubicBezTo>
                    <a:pt x="19914" y="33729"/>
                    <a:pt x="19948" y="33696"/>
                    <a:pt x="20014" y="33562"/>
                  </a:cubicBezTo>
                  <a:lnTo>
                    <a:pt x="20048" y="33295"/>
                  </a:lnTo>
                  <a:cubicBezTo>
                    <a:pt x="20081" y="33128"/>
                    <a:pt x="20114" y="32928"/>
                    <a:pt x="20114" y="32762"/>
                  </a:cubicBezTo>
                  <a:cubicBezTo>
                    <a:pt x="20214" y="32028"/>
                    <a:pt x="20114" y="31260"/>
                    <a:pt x="20014" y="30560"/>
                  </a:cubicBezTo>
                  <a:cubicBezTo>
                    <a:pt x="19714" y="29126"/>
                    <a:pt x="19114" y="27791"/>
                    <a:pt x="18713" y="26424"/>
                  </a:cubicBezTo>
                  <a:cubicBezTo>
                    <a:pt x="18447" y="25723"/>
                    <a:pt x="18280" y="25056"/>
                    <a:pt x="18213" y="24356"/>
                  </a:cubicBezTo>
                  <a:cubicBezTo>
                    <a:pt x="18180" y="24122"/>
                    <a:pt x="18180" y="23955"/>
                    <a:pt x="18180" y="23788"/>
                  </a:cubicBezTo>
                  <a:lnTo>
                    <a:pt x="18180" y="23555"/>
                  </a:lnTo>
                  <a:lnTo>
                    <a:pt x="18180" y="23455"/>
                  </a:lnTo>
                  <a:lnTo>
                    <a:pt x="18213" y="23355"/>
                  </a:lnTo>
                  <a:cubicBezTo>
                    <a:pt x="18246" y="23021"/>
                    <a:pt x="18346" y="22688"/>
                    <a:pt x="18447" y="22354"/>
                  </a:cubicBezTo>
                  <a:cubicBezTo>
                    <a:pt x="18914" y="20986"/>
                    <a:pt x="19747" y="19852"/>
                    <a:pt x="20548" y="18651"/>
                  </a:cubicBezTo>
                  <a:cubicBezTo>
                    <a:pt x="21349" y="17517"/>
                    <a:pt x="22183" y="16350"/>
                    <a:pt x="22750" y="15082"/>
                  </a:cubicBezTo>
                  <a:cubicBezTo>
                    <a:pt x="23383" y="13848"/>
                    <a:pt x="23750" y="12547"/>
                    <a:pt x="24051" y="11246"/>
                  </a:cubicBezTo>
                  <a:cubicBezTo>
                    <a:pt x="24584" y="8711"/>
                    <a:pt x="24651" y="6109"/>
                    <a:pt x="23750" y="4041"/>
                  </a:cubicBezTo>
                  <a:cubicBezTo>
                    <a:pt x="23350" y="2974"/>
                    <a:pt x="22683" y="2073"/>
                    <a:pt x="21882" y="1472"/>
                  </a:cubicBezTo>
                  <a:cubicBezTo>
                    <a:pt x="21082" y="872"/>
                    <a:pt x="20214" y="472"/>
                    <a:pt x="19414" y="272"/>
                  </a:cubicBezTo>
                  <a:cubicBezTo>
                    <a:pt x="18480" y="53"/>
                    <a:pt x="17630" y="0"/>
                    <a:pt x="16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54" name="Google Shape;3254;p27"/>
            <p:cNvSpPr/>
            <p:nvPr/>
          </p:nvSpPr>
          <p:spPr>
            <a:xfrm flipH="1">
              <a:off x="-813164" y="2209749"/>
              <a:ext cx="192789" cy="221132"/>
            </a:xfrm>
            <a:custGeom>
              <a:avLst/>
              <a:gdLst/>
              <a:ahLst/>
              <a:cxnLst/>
              <a:rect l="l" t="t" r="r" b="b"/>
              <a:pathLst>
                <a:path w="8557" h="9815" extrusionOk="0">
                  <a:moveTo>
                    <a:pt x="4415" y="0"/>
                  </a:moveTo>
                  <a:cubicBezTo>
                    <a:pt x="4213" y="0"/>
                    <a:pt x="4014" y="16"/>
                    <a:pt x="3820" y="44"/>
                  </a:cubicBezTo>
                  <a:cubicBezTo>
                    <a:pt x="3387" y="111"/>
                    <a:pt x="2920" y="244"/>
                    <a:pt x="2553" y="411"/>
                  </a:cubicBezTo>
                  <a:cubicBezTo>
                    <a:pt x="1752" y="744"/>
                    <a:pt x="1152" y="1145"/>
                    <a:pt x="751" y="1478"/>
                  </a:cubicBezTo>
                  <a:cubicBezTo>
                    <a:pt x="551" y="1645"/>
                    <a:pt x="418" y="1812"/>
                    <a:pt x="284" y="1912"/>
                  </a:cubicBezTo>
                  <a:lnTo>
                    <a:pt x="118" y="2079"/>
                  </a:lnTo>
                  <a:cubicBezTo>
                    <a:pt x="0" y="2196"/>
                    <a:pt x="192" y="2391"/>
                    <a:pt x="331" y="2391"/>
                  </a:cubicBezTo>
                  <a:cubicBezTo>
                    <a:pt x="350" y="2391"/>
                    <a:pt x="368" y="2387"/>
                    <a:pt x="384" y="2379"/>
                  </a:cubicBezTo>
                  <a:cubicBezTo>
                    <a:pt x="384" y="2379"/>
                    <a:pt x="418" y="2312"/>
                    <a:pt x="551" y="2246"/>
                  </a:cubicBezTo>
                  <a:cubicBezTo>
                    <a:pt x="618" y="2145"/>
                    <a:pt x="785" y="1979"/>
                    <a:pt x="985" y="1879"/>
                  </a:cubicBezTo>
                  <a:cubicBezTo>
                    <a:pt x="1385" y="1578"/>
                    <a:pt x="1986" y="1211"/>
                    <a:pt x="2719" y="945"/>
                  </a:cubicBezTo>
                  <a:cubicBezTo>
                    <a:pt x="3086" y="811"/>
                    <a:pt x="3453" y="744"/>
                    <a:pt x="3887" y="711"/>
                  </a:cubicBezTo>
                  <a:cubicBezTo>
                    <a:pt x="3999" y="692"/>
                    <a:pt x="4113" y="684"/>
                    <a:pt x="4228" y="684"/>
                  </a:cubicBezTo>
                  <a:cubicBezTo>
                    <a:pt x="4524" y="684"/>
                    <a:pt x="4823" y="739"/>
                    <a:pt x="5088" y="811"/>
                  </a:cubicBezTo>
                  <a:cubicBezTo>
                    <a:pt x="5822" y="1078"/>
                    <a:pt x="6489" y="1612"/>
                    <a:pt x="6889" y="2246"/>
                  </a:cubicBezTo>
                  <a:cubicBezTo>
                    <a:pt x="7289" y="2813"/>
                    <a:pt x="7590" y="3647"/>
                    <a:pt x="7723" y="4480"/>
                  </a:cubicBezTo>
                  <a:cubicBezTo>
                    <a:pt x="7823" y="5314"/>
                    <a:pt x="7790" y="6248"/>
                    <a:pt x="7623" y="6982"/>
                  </a:cubicBezTo>
                  <a:cubicBezTo>
                    <a:pt x="7456" y="7783"/>
                    <a:pt x="7223" y="8417"/>
                    <a:pt x="6989" y="8884"/>
                  </a:cubicBezTo>
                  <a:cubicBezTo>
                    <a:pt x="6922" y="9117"/>
                    <a:pt x="6822" y="9284"/>
                    <a:pt x="6756" y="9417"/>
                  </a:cubicBezTo>
                  <a:lnTo>
                    <a:pt x="6656" y="9584"/>
                  </a:lnTo>
                  <a:cubicBezTo>
                    <a:pt x="6631" y="9681"/>
                    <a:pt x="6767" y="9814"/>
                    <a:pt x="6881" y="9814"/>
                  </a:cubicBezTo>
                  <a:cubicBezTo>
                    <a:pt x="6923" y="9814"/>
                    <a:pt x="6962" y="9796"/>
                    <a:pt x="6989" y="9751"/>
                  </a:cubicBezTo>
                  <a:cubicBezTo>
                    <a:pt x="6989" y="9751"/>
                    <a:pt x="7056" y="9718"/>
                    <a:pt x="7123" y="9584"/>
                  </a:cubicBezTo>
                  <a:cubicBezTo>
                    <a:pt x="7223" y="9451"/>
                    <a:pt x="7323" y="9284"/>
                    <a:pt x="7456" y="9050"/>
                  </a:cubicBezTo>
                  <a:cubicBezTo>
                    <a:pt x="7723" y="8583"/>
                    <a:pt x="7990" y="7916"/>
                    <a:pt x="8223" y="7082"/>
                  </a:cubicBezTo>
                  <a:cubicBezTo>
                    <a:pt x="8423" y="6282"/>
                    <a:pt x="8557" y="5314"/>
                    <a:pt x="8423" y="4380"/>
                  </a:cubicBezTo>
                  <a:cubicBezTo>
                    <a:pt x="8290" y="3413"/>
                    <a:pt x="7990" y="2479"/>
                    <a:pt x="7489" y="1778"/>
                  </a:cubicBezTo>
                  <a:cubicBezTo>
                    <a:pt x="7089" y="1078"/>
                    <a:pt x="6255" y="377"/>
                    <a:pt x="5288" y="111"/>
                  </a:cubicBezTo>
                  <a:cubicBezTo>
                    <a:pt x="4995" y="32"/>
                    <a:pt x="4702" y="0"/>
                    <a:pt x="4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55" name="Google Shape;3255;p27"/>
            <p:cNvSpPr/>
            <p:nvPr/>
          </p:nvSpPr>
          <p:spPr>
            <a:xfrm flipH="1">
              <a:off x="-706349" y="2744995"/>
              <a:ext cx="109631" cy="111726"/>
            </a:xfrm>
            <a:custGeom>
              <a:avLst/>
              <a:gdLst/>
              <a:ahLst/>
              <a:cxnLst/>
              <a:rect l="l" t="t" r="r" b="b"/>
              <a:pathLst>
                <a:path w="4866" h="4959" extrusionOk="0">
                  <a:moveTo>
                    <a:pt x="253" y="1"/>
                  </a:moveTo>
                  <a:cubicBezTo>
                    <a:pt x="187" y="1"/>
                    <a:pt x="133" y="12"/>
                    <a:pt x="133" y="37"/>
                  </a:cubicBezTo>
                  <a:cubicBezTo>
                    <a:pt x="133" y="37"/>
                    <a:pt x="100" y="204"/>
                    <a:pt x="33" y="471"/>
                  </a:cubicBezTo>
                  <a:cubicBezTo>
                    <a:pt x="33" y="571"/>
                    <a:pt x="0" y="738"/>
                    <a:pt x="0" y="905"/>
                  </a:cubicBezTo>
                  <a:lnTo>
                    <a:pt x="0" y="1505"/>
                  </a:lnTo>
                  <a:lnTo>
                    <a:pt x="0" y="1839"/>
                  </a:lnTo>
                  <a:cubicBezTo>
                    <a:pt x="0" y="1939"/>
                    <a:pt x="33" y="2039"/>
                    <a:pt x="33" y="2172"/>
                  </a:cubicBezTo>
                  <a:cubicBezTo>
                    <a:pt x="100" y="2439"/>
                    <a:pt x="167" y="2639"/>
                    <a:pt x="200" y="2873"/>
                  </a:cubicBezTo>
                  <a:cubicBezTo>
                    <a:pt x="334" y="3340"/>
                    <a:pt x="600" y="3807"/>
                    <a:pt x="867" y="4140"/>
                  </a:cubicBezTo>
                  <a:cubicBezTo>
                    <a:pt x="1001" y="4340"/>
                    <a:pt x="1201" y="4474"/>
                    <a:pt x="1434" y="4641"/>
                  </a:cubicBezTo>
                  <a:cubicBezTo>
                    <a:pt x="1534" y="4674"/>
                    <a:pt x="1668" y="4774"/>
                    <a:pt x="1801" y="4807"/>
                  </a:cubicBezTo>
                  <a:cubicBezTo>
                    <a:pt x="1868" y="4874"/>
                    <a:pt x="2035" y="4874"/>
                    <a:pt x="2168" y="4941"/>
                  </a:cubicBezTo>
                  <a:cubicBezTo>
                    <a:pt x="2257" y="4953"/>
                    <a:pt x="2349" y="4958"/>
                    <a:pt x="2442" y="4958"/>
                  </a:cubicBezTo>
                  <a:cubicBezTo>
                    <a:pt x="2874" y="4958"/>
                    <a:pt x="3334" y="4839"/>
                    <a:pt x="3636" y="4674"/>
                  </a:cubicBezTo>
                  <a:cubicBezTo>
                    <a:pt x="3869" y="4607"/>
                    <a:pt x="4003" y="4474"/>
                    <a:pt x="4170" y="4340"/>
                  </a:cubicBezTo>
                  <a:cubicBezTo>
                    <a:pt x="4270" y="4240"/>
                    <a:pt x="4303" y="4207"/>
                    <a:pt x="4370" y="4174"/>
                  </a:cubicBezTo>
                  <a:lnTo>
                    <a:pt x="4537" y="4007"/>
                  </a:lnTo>
                  <a:lnTo>
                    <a:pt x="4837" y="3707"/>
                  </a:lnTo>
                  <a:cubicBezTo>
                    <a:pt x="4866" y="3649"/>
                    <a:pt x="4721" y="3493"/>
                    <a:pt x="4659" y="3493"/>
                  </a:cubicBezTo>
                  <a:cubicBezTo>
                    <a:pt x="4649" y="3493"/>
                    <a:pt x="4641" y="3497"/>
                    <a:pt x="4637" y="3506"/>
                  </a:cubicBezTo>
                  <a:cubicBezTo>
                    <a:pt x="4637" y="3506"/>
                    <a:pt x="4503" y="3573"/>
                    <a:pt x="4303" y="3740"/>
                  </a:cubicBezTo>
                  <a:cubicBezTo>
                    <a:pt x="4270" y="3807"/>
                    <a:pt x="4170" y="3840"/>
                    <a:pt x="4136" y="3873"/>
                  </a:cubicBezTo>
                  <a:cubicBezTo>
                    <a:pt x="4036" y="3940"/>
                    <a:pt x="4003" y="3973"/>
                    <a:pt x="3936" y="4007"/>
                  </a:cubicBezTo>
                  <a:cubicBezTo>
                    <a:pt x="3803" y="4040"/>
                    <a:pt x="3636" y="4174"/>
                    <a:pt x="3469" y="4207"/>
                  </a:cubicBezTo>
                  <a:cubicBezTo>
                    <a:pt x="3244" y="4309"/>
                    <a:pt x="3007" y="4349"/>
                    <a:pt x="2773" y="4349"/>
                  </a:cubicBezTo>
                  <a:cubicBezTo>
                    <a:pt x="2624" y="4349"/>
                    <a:pt x="2477" y="4333"/>
                    <a:pt x="2335" y="4307"/>
                  </a:cubicBezTo>
                  <a:cubicBezTo>
                    <a:pt x="2268" y="4240"/>
                    <a:pt x="2168" y="4240"/>
                    <a:pt x="2102" y="4207"/>
                  </a:cubicBezTo>
                  <a:lnTo>
                    <a:pt x="1835" y="4073"/>
                  </a:lnTo>
                  <a:cubicBezTo>
                    <a:pt x="1701" y="3973"/>
                    <a:pt x="1534" y="3873"/>
                    <a:pt x="1468" y="3707"/>
                  </a:cubicBezTo>
                  <a:cubicBezTo>
                    <a:pt x="1268" y="3473"/>
                    <a:pt x="1034" y="3073"/>
                    <a:pt x="867" y="2706"/>
                  </a:cubicBezTo>
                  <a:cubicBezTo>
                    <a:pt x="801" y="2506"/>
                    <a:pt x="701" y="2306"/>
                    <a:pt x="667" y="2072"/>
                  </a:cubicBezTo>
                  <a:cubicBezTo>
                    <a:pt x="634" y="2005"/>
                    <a:pt x="634" y="1872"/>
                    <a:pt x="600" y="1805"/>
                  </a:cubicBezTo>
                  <a:cubicBezTo>
                    <a:pt x="600" y="1705"/>
                    <a:pt x="534" y="1572"/>
                    <a:pt x="534" y="1505"/>
                  </a:cubicBezTo>
                  <a:cubicBezTo>
                    <a:pt x="500" y="1305"/>
                    <a:pt x="500" y="1138"/>
                    <a:pt x="500" y="971"/>
                  </a:cubicBezTo>
                  <a:lnTo>
                    <a:pt x="500" y="504"/>
                  </a:lnTo>
                  <a:lnTo>
                    <a:pt x="500" y="71"/>
                  </a:lnTo>
                  <a:cubicBezTo>
                    <a:pt x="500" y="29"/>
                    <a:pt x="360" y="1"/>
                    <a:pt x="2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3256" name="Google Shape;3256;p27"/>
          <p:cNvGrpSpPr/>
          <p:nvPr/>
        </p:nvGrpSpPr>
        <p:grpSpPr>
          <a:xfrm>
            <a:off x="542622" y="4356030"/>
            <a:ext cx="1295666" cy="914234"/>
            <a:chOff x="2320822" y="4053305"/>
            <a:chExt cx="1295666" cy="914234"/>
          </a:xfrm>
        </p:grpSpPr>
        <p:grpSp>
          <p:nvGrpSpPr>
            <p:cNvPr id="3257" name="Google Shape;3257;p27"/>
            <p:cNvGrpSpPr/>
            <p:nvPr/>
          </p:nvGrpSpPr>
          <p:grpSpPr>
            <a:xfrm rot="-3703538">
              <a:off x="2795037" y="3868208"/>
              <a:ext cx="347237" cy="1284428"/>
              <a:chOff x="-347221" y="897782"/>
              <a:chExt cx="347232" cy="1284413"/>
            </a:xfrm>
          </p:grpSpPr>
          <p:sp>
            <p:nvSpPr>
              <p:cNvPr id="3258" name="Google Shape;3258;p27"/>
              <p:cNvSpPr/>
              <p:nvPr/>
            </p:nvSpPr>
            <p:spPr>
              <a:xfrm flipH="1">
                <a:off x="-341206" y="897782"/>
                <a:ext cx="139799" cy="33840"/>
              </a:xfrm>
              <a:custGeom>
                <a:avLst/>
                <a:gdLst/>
                <a:ahLst/>
                <a:cxnLst/>
                <a:rect l="l" t="t" r="r" b="b"/>
                <a:pathLst>
                  <a:path w="6205" h="1502" extrusionOk="0">
                    <a:moveTo>
                      <a:pt x="4537" y="1"/>
                    </a:moveTo>
                    <a:cubicBezTo>
                      <a:pt x="4370" y="1"/>
                      <a:pt x="4203" y="68"/>
                      <a:pt x="4036" y="68"/>
                    </a:cubicBezTo>
                    <a:cubicBezTo>
                      <a:pt x="3703" y="101"/>
                      <a:pt x="3336" y="134"/>
                      <a:pt x="3036" y="201"/>
                    </a:cubicBezTo>
                    <a:cubicBezTo>
                      <a:pt x="2469" y="301"/>
                      <a:pt x="1701" y="535"/>
                      <a:pt x="1134" y="735"/>
                    </a:cubicBezTo>
                    <a:cubicBezTo>
                      <a:pt x="534" y="935"/>
                      <a:pt x="67" y="1102"/>
                      <a:pt x="67" y="1102"/>
                    </a:cubicBezTo>
                    <a:cubicBezTo>
                      <a:pt x="0" y="1135"/>
                      <a:pt x="67" y="1435"/>
                      <a:pt x="167" y="1502"/>
                    </a:cubicBezTo>
                    <a:cubicBezTo>
                      <a:pt x="167" y="1502"/>
                      <a:pt x="601" y="1435"/>
                      <a:pt x="1234" y="1302"/>
                    </a:cubicBezTo>
                    <a:cubicBezTo>
                      <a:pt x="1835" y="1202"/>
                      <a:pt x="2569" y="1068"/>
                      <a:pt x="3169" y="935"/>
                    </a:cubicBezTo>
                    <a:cubicBezTo>
                      <a:pt x="3436" y="902"/>
                      <a:pt x="3803" y="868"/>
                      <a:pt x="4136" y="768"/>
                    </a:cubicBezTo>
                    <a:lnTo>
                      <a:pt x="4637" y="635"/>
                    </a:lnTo>
                    <a:cubicBezTo>
                      <a:pt x="4804" y="635"/>
                      <a:pt x="4904" y="601"/>
                      <a:pt x="5070" y="601"/>
                    </a:cubicBezTo>
                    <a:cubicBezTo>
                      <a:pt x="5671" y="501"/>
                      <a:pt x="6138" y="435"/>
                      <a:pt x="6138" y="435"/>
                    </a:cubicBezTo>
                    <a:cubicBezTo>
                      <a:pt x="6171" y="435"/>
                      <a:pt x="6205" y="68"/>
                      <a:pt x="6138" y="68"/>
                    </a:cubicBezTo>
                    <a:cubicBezTo>
                      <a:pt x="6138" y="68"/>
                      <a:pt x="5671" y="1"/>
                      <a:pt x="50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59" name="Google Shape;3259;p27"/>
              <p:cNvSpPr/>
              <p:nvPr/>
            </p:nvSpPr>
            <p:spPr>
              <a:xfrm flipH="1">
                <a:off x="-160830" y="955662"/>
                <a:ext cx="42852" cy="52945"/>
              </a:xfrm>
              <a:custGeom>
                <a:avLst/>
                <a:gdLst/>
                <a:ahLst/>
                <a:cxnLst/>
                <a:rect l="l" t="t" r="r" b="b"/>
                <a:pathLst>
                  <a:path w="1902" h="2350" extrusionOk="0">
                    <a:moveTo>
                      <a:pt x="1702" y="0"/>
                    </a:moveTo>
                    <a:cubicBezTo>
                      <a:pt x="1702" y="0"/>
                      <a:pt x="1668" y="0"/>
                      <a:pt x="1568" y="34"/>
                    </a:cubicBezTo>
                    <a:cubicBezTo>
                      <a:pt x="1502" y="67"/>
                      <a:pt x="1368" y="134"/>
                      <a:pt x="1235" y="201"/>
                    </a:cubicBezTo>
                    <a:cubicBezTo>
                      <a:pt x="1001" y="334"/>
                      <a:pt x="701" y="567"/>
                      <a:pt x="501" y="834"/>
                    </a:cubicBezTo>
                    <a:cubicBezTo>
                      <a:pt x="267" y="1068"/>
                      <a:pt x="101" y="1468"/>
                      <a:pt x="67" y="1735"/>
                    </a:cubicBezTo>
                    <a:cubicBezTo>
                      <a:pt x="1" y="1902"/>
                      <a:pt x="1" y="2035"/>
                      <a:pt x="1" y="2135"/>
                    </a:cubicBezTo>
                    <a:lnTo>
                      <a:pt x="1" y="2302"/>
                    </a:lnTo>
                    <a:cubicBezTo>
                      <a:pt x="1" y="2326"/>
                      <a:pt x="134" y="2349"/>
                      <a:pt x="236" y="2349"/>
                    </a:cubicBezTo>
                    <a:cubicBezTo>
                      <a:pt x="278" y="2349"/>
                      <a:pt x="315" y="2345"/>
                      <a:pt x="334" y="2335"/>
                    </a:cubicBezTo>
                    <a:cubicBezTo>
                      <a:pt x="334" y="2335"/>
                      <a:pt x="367" y="2302"/>
                      <a:pt x="401" y="2202"/>
                    </a:cubicBezTo>
                    <a:cubicBezTo>
                      <a:pt x="434" y="2135"/>
                      <a:pt x="501" y="2035"/>
                      <a:pt x="568" y="1902"/>
                    </a:cubicBezTo>
                    <a:cubicBezTo>
                      <a:pt x="701" y="1668"/>
                      <a:pt x="868" y="1468"/>
                      <a:pt x="1035" y="1235"/>
                    </a:cubicBezTo>
                    <a:cubicBezTo>
                      <a:pt x="1201" y="1068"/>
                      <a:pt x="1368" y="834"/>
                      <a:pt x="1568" y="634"/>
                    </a:cubicBezTo>
                    <a:cubicBezTo>
                      <a:pt x="1668" y="534"/>
                      <a:pt x="1768" y="467"/>
                      <a:pt x="1835" y="367"/>
                    </a:cubicBezTo>
                    <a:lnTo>
                      <a:pt x="1902" y="301"/>
                    </a:lnTo>
                    <a:cubicBezTo>
                      <a:pt x="1902" y="301"/>
                      <a:pt x="1735" y="0"/>
                      <a:pt x="17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60" name="Google Shape;3260;p27"/>
              <p:cNvSpPr/>
              <p:nvPr/>
            </p:nvSpPr>
            <p:spPr>
              <a:xfrm flipH="1">
                <a:off x="-93849" y="1056844"/>
                <a:ext cx="32240" cy="71690"/>
              </a:xfrm>
              <a:custGeom>
                <a:avLst/>
                <a:gdLst/>
                <a:ahLst/>
                <a:cxnLst/>
                <a:rect l="l" t="t" r="r" b="b"/>
                <a:pathLst>
                  <a:path w="1431" h="3182" extrusionOk="0">
                    <a:moveTo>
                      <a:pt x="1135" y="1"/>
                    </a:moveTo>
                    <a:cubicBezTo>
                      <a:pt x="1121" y="1"/>
                      <a:pt x="1110" y="4"/>
                      <a:pt x="1102" y="13"/>
                    </a:cubicBezTo>
                    <a:cubicBezTo>
                      <a:pt x="1102" y="13"/>
                      <a:pt x="935" y="179"/>
                      <a:pt x="735" y="446"/>
                    </a:cubicBezTo>
                    <a:cubicBezTo>
                      <a:pt x="601" y="580"/>
                      <a:pt x="534" y="746"/>
                      <a:pt x="434" y="913"/>
                    </a:cubicBezTo>
                    <a:cubicBezTo>
                      <a:pt x="368" y="1080"/>
                      <a:pt x="268" y="1247"/>
                      <a:pt x="234" y="1414"/>
                    </a:cubicBezTo>
                    <a:cubicBezTo>
                      <a:pt x="67" y="2047"/>
                      <a:pt x="1" y="3048"/>
                      <a:pt x="1" y="3048"/>
                    </a:cubicBezTo>
                    <a:cubicBezTo>
                      <a:pt x="1" y="3081"/>
                      <a:pt x="268" y="3182"/>
                      <a:pt x="368" y="3182"/>
                    </a:cubicBezTo>
                    <a:cubicBezTo>
                      <a:pt x="368" y="3182"/>
                      <a:pt x="735" y="2248"/>
                      <a:pt x="935" y="1680"/>
                    </a:cubicBezTo>
                    <a:cubicBezTo>
                      <a:pt x="1035" y="1547"/>
                      <a:pt x="1068" y="1380"/>
                      <a:pt x="1102" y="1213"/>
                    </a:cubicBezTo>
                    <a:cubicBezTo>
                      <a:pt x="1168" y="1047"/>
                      <a:pt x="1202" y="847"/>
                      <a:pt x="1235" y="713"/>
                    </a:cubicBezTo>
                    <a:lnTo>
                      <a:pt x="1402" y="213"/>
                    </a:lnTo>
                    <a:cubicBezTo>
                      <a:pt x="1431" y="184"/>
                      <a:pt x="1230" y="1"/>
                      <a:pt x="1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61" name="Google Shape;3261;p27"/>
              <p:cNvSpPr/>
              <p:nvPr/>
            </p:nvSpPr>
            <p:spPr>
              <a:xfrm flipH="1">
                <a:off x="-66903" y="1203920"/>
                <a:ext cx="36859" cy="132792"/>
              </a:xfrm>
              <a:custGeom>
                <a:avLst/>
                <a:gdLst/>
                <a:ahLst/>
                <a:cxnLst/>
                <a:rect l="l" t="t" r="r" b="b"/>
                <a:pathLst>
                  <a:path w="1636" h="5894" extrusionOk="0">
                    <a:moveTo>
                      <a:pt x="1104" y="1"/>
                    </a:moveTo>
                    <a:cubicBezTo>
                      <a:pt x="998" y="1"/>
                      <a:pt x="801" y="71"/>
                      <a:pt x="801" y="123"/>
                    </a:cubicBezTo>
                    <a:cubicBezTo>
                      <a:pt x="801" y="123"/>
                      <a:pt x="801" y="223"/>
                      <a:pt x="835" y="390"/>
                    </a:cubicBezTo>
                    <a:cubicBezTo>
                      <a:pt x="868" y="556"/>
                      <a:pt x="935" y="823"/>
                      <a:pt x="935" y="1123"/>
                    </a:cubicBezTo>
                    <a:cubicBezTo>
                      <a:pt x="968" y="1690"/>
                      <a:pt x="901" y="2391"/>
                      <a:pt x="835" y="2958"/>
                    </a:cubicBezTo>
                    <a:cubicBezTo>
                      <a:pt x="768" y="3492"/>
                      <a:pt x="635" y="4192"/>
                      <a:pt x="434" y="4726"/>
                    </a:cubicBezTo>
                    <a:cubicBezTo>
                      <a:pt x="334" y="5026"/>
                      <a:pt x="234" y="5226"/>
                      <a:pt x="134" y="5393"/>
                    </a:cubicBezTo>
                    <a:lnTo>
                      <a:pt x="1" y="5660"/>
                    </a:lnTo>
                    <a:cubicBezTo>
                      <a:pt x="1" y="5693"/>
                      <a:pt x="268" y="5860"/>
                      <a:pt x="334" y="5893"/>
                    </a:cubicBezTo>
                    <a:cubicBezTo>
                      <a:pt x="334" y="5893"/>
                      <a:pt x="368" y="5827"/>
                      <a:pt x="501" y="5660"/>
                    </a:cubicBezTo>
                    <a:cubicBezTo>
                      <a:pt x="635" y="5493"/>
                      <a:pt x="801" y="5293"/>
                      <a:pt x="935" y="4993"/>
                    </a:cubicBezTo>
                    <a:cubicBezTo>
                      <a:pt x="1202" y="4459"/>
                      <a:pt x="1468" y="3692"/>
                      <a:pt x="1535" y="3058"/>
                    </a:cubicBezTo>
                    <a:cubicBezTo>
                      <a:pt x="1635" y="2491"/>
                      <a:pt x="1635" y="1690"/>
                      <a:pt x="1468" y="1057"/>
                    </a:cubicBezTo>
                    <a:cubicBezTo>
                      <a:pt x="1435" y="790"/>
                      <a:pt x="1302" y="490"/>
                      <a:pt x="1268" y="323"/>
                    </a:cubicBezTo>
                    <a:cubicBezTo>
                      <a:pt x="1235" y="156"/>
                      <a:pt x="1168" y="23"/>
                      <a:pt x="1168" y="23"/>
                    </a:cubicBezTo>
                    <a:cubicBezTo>
                      <a:pt x="1161" y="7"/>
                      <a:pt x="1137" y="1"/>
                      <a:pt x="11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62" name="Google Shape;3262;p27"/>
              <p:cNvSpPr/>
              <p:nvPr/>
            </p:nvSpPr>
            <p:spPr>
              <a:xfrm flipH="1">
                <a:off x="-68390" y="1633432"/>
                <a:ext cx="68401" cy="73786"/>
              </a:xfrm>
              <a:custGeom>
                <a:avLst/>
                <a:gdLst/>
                <a:ahLst/>
                <a:cxnLst/>
                <a:rect l="l" t="t" r="r" b="b"/>
                <a:pathLst>
                  <a:path w="3036" h="3275" extrusionOk="0">
                    <a:moveTo>
                      <a:pt x="323" y="0"/>
                    </a:moveTo>
                    <a:cubicBezTo>
                      <a:pt x="265" y="0"/>
                      <a:pt x="0" y="109"/>
                      <a:pt x="0" y="139"/>
                    </a:cubicBezTo>
                    <a:cubicBezTo>
                      <a:pt x="0" y="139"/>
                      <a:pt x="0" y="239"/>
                      <a:pt x="67" y="339"/>
                    </a:cubicBezTo>
                    <a:cubicBezTo>
                      <a:pt x="101" y="473"/>
                      <a:pt x="134" y="639"/>
                      <a:pt x="234" y="840"/>
                    </a:cubicBezTo>
                    <a:cubicBezTo>
                      <a:pt x="334" y="1273"/>
                      <a:pt x="634" y="1774"/>
                      <a:pt x="934" y="2107"/>
                    </a:cubicBezTo>
                    <a:cubicBezTo>
                      <a:pt x="1235" y="2441"/>
                      <a:pt x="1668" y="2808"/>
                      <a:pt x="2102" y="2974"/>
                    </a:cubicBezTo>
                    <a:cubicBezTo>
                      <a:pt x="2269" y="3108"/>
                      <a:pt x="2469" y="3141"/>
                      <a:pt x="2602" y="3175"/>
                    </a:cubicBezTo>
                    <a:cubicBezTo>
                      <a:pt x="2736" y="3241"/>
                      <a:pt x="2802" y="3275"/>
                      <a:pt x="2802" y="3275"/>
                    </a:cubicBezTo>
                    <a:cubicBezTo>
                      <a:pt x="2836" y="3275"/>
                      <a:pt x="2969" y="2974"/>
                      <a:pt x="3036" y="2908"/>
                    </a:cubicBezTo>
                    <a:cubicBezTo>
                      <a:pt x="3036" y="2908"/>
                      <a:pt x="3003" y="2841"/>
                      <a:pt x="2903" y="2774"/>
                    </a:cubicBezTo>
                    <a:cubicBezTo>
                      <a:pt x="2769" y="2674"/>
                      <a:pt x="2636" y="2607"/>
                      <a:pt x="2469" y="2474"/>
                    </a:cubicBezTo>
                    <a:cubicBezTo>
                      <a:pt x="2135" y="2274"/>
                      <a:pt x="1802" y="1907"/>
                      <a:pt x="1568" y="1607"/>
                    </a:cubicBezTo>
                    <a:cubicBezTo>
                      <a:pt x="1301" y="1307"/>
                      <a:pt x="968" y="940"/>
                      <a:pt x="768" y="606"/>
                    </a:cubicBezTo>
                    <a:cubicBezTo>
                      <a:pt x="634" y="439"/>
                      <a:pt x="568" y="306"/>
                      <a:pt x="467" y="172"/>
                    </a:cubicBezTo>
                    <a:cubicBezTo>
                      <a:pt x="401" y="106"/>
                      <a:pt x="334" y="6"/>
                      <a:pt x="334" y="6"/>
                    </a:cubicBezTo>
                    <a:cubicBezTo>
                      <a:pt x="334" y="2"/>
                      <a:pt x="330" y="0"/>
                      <a:pt x="3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63" name="Google Shape;3263;p27"/>
              <p:cNvSpPr/>
              <p:nvPr/>
            </p:nvSpPr>
            <p:spPr>
              <a:xfrm flipH="1">
                <a:off x="-178877" y="1723732"/>
                <a:ext cx="77436" cy="27825"/>
              </a:xfrm>
              <a:custGeom>
                <a:avLst/>
                <a:gdLst/>
                <a:ahLst/>
                <a:cxnLst/>
                <a:rect l="l" t="t" r="r" b="b"/>
                <a:pathLst>
                  <a:path w="3437" h="1235" extrusionOk="0">
                    <a:moveTo>
                      <a:pt x="134" y="0"/>
                    </a:moveTo>
                    <a:cubicBezTo>
                      <a:pt x="101" y="0"/>
                      <a:pt x="1" y="401"/>
                      <a:pt x="67" y="401"/>
                    </a:cubicBezTo>
                    <a:cubicBezTo>
                      <a:pt x="67" y="401"/>
                      <a:pt x="1001" y="801"/>
                      <a:pt x="1635" y="968"/>
                    </a:cubicBezTo>
                    <a:cubicBezTo>
                      <a:pt x="2269" y="1135"/>
                      <a:pt x="3303" y="1235"/>
                      <a:pt x="3303" y="1235"/>
                    </a:cubicBezTo>
                    <a:cubicBezTo>
                      <a:pt x="3336" y="1235"/>
                      <a:pt x="3436" y="934"/>
                      <a:pt x="3403" y="834"/>
                    </a:cubicBezTo>
                    <a:cubicBezTo>
                      <a:pt x="3403" y="834"/>
                      <a:pt x="2436" y="434"/>
                      <a:pt x="1802" y="267"/>
                    </a:cubicBezTo>
                    <a:cubicBezTo>
                      <a:pt x="1168" y="101"/>
                      <a:pt x="134" y="0"/>
                      <a:pt x="1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64" name="Google Shape;3264;p27"/>
              <p:cNvSpPr/>
              <p:nvPr/>
            </p:nvSpPr>
            <p:spPr>
              <a:xfrm flipH="1">
                <a:off x="-332937" y="1755297"/>
                <a:ext cx="92463" cy="75273"/>
              </a:xfrm>
              <a:custGeom>
                <a:avLst/>
                <a:gdLst/>
                <a:ahLst/>
                <a:cxnLst/>
                <a:rect l="l" t="t" r="r" b="b"/>
                <a:pathLst>
                  <a:path w="4104" h="3341" extrusionOk="0">
                    <a:moveTo>
                      <a:pt x="134" y="0"/>
                    </a:moveTo>
                    <a:cubicBezTo>
                      <a:pt x="34" y="0"/>
                      <a:pt x="1" y="367"/>
                      <a:pt x="34" y="367"/>
                    </a:cubicBezTo>
                    <a:lnTo>
                      <a:pt x="301" y="434"/>
                    </a:lnTo>
                    <a:cubicBezTo>
                      <a:pt x="434" y="534"/>
                      <a:pt x="635" y="568"/>
                      <a:pt x="835" y="701"/>
                    </a:cubicBezTo>
                    <a:cubicBezTo>
                      <a:pt x="1302" y="901"/>
                      <a:pt x="1769" y="1235"/>
                      <a:pt x="2136" y="1535"/>
                    </a:cubicBezTo>
                    <a:cubicBezTo>
                      <a:pt x="2469" y="1802"/>
                      <a:pt x="2936" y="2235"/>
                      <a:pt x="3236" y="2602"/>
                    </a:cubicBezTo>
                    <a:cubicBezTo>
                      <a:pt x="3403" y="2836"/>
                      <a:pt x="3503" y="3003"/>
                      <a:pt x="3603" y="3103"/>
                    </a:cubicBezTo>
                    <a:cubicBezTo>
                      <a:pt x="3670" y="3236"/>
                      <a:pt x="3737" y="3336"/>
                      <a:pt x="3737" y="3336"/>
                    </a:cubicBezTo>
                    <a:cubicBezTo>
                      <a:pt x="3740" y="3339"/>
                      <a:pt x="3744" y="3341"/>
                      <a:pt x="3750" y="3341"/>
                    </a:cubicBezTo>
                    <a:cubicBezTo>
                      <a:pt x="3810" y="3341"/>
                      <a:pt x="4012" y="3194"/>
                      <a:pt x="4104" y="3103"/>
                    </a:cubicBezTo>
                    <a:lnTo>
                      <a:pt x="3970" y="2869"/>
                    </a:lnTo>
                    <a:cubicBezTo>
                      <a:pt x="3904" y="2736"/>
                      <a:pt x="3803" y="2502"/>
                      <a:pt x="3670" y="2269"/>
                    </a:cubicBezTo>
                    <a:cubicBezTo>
                      <a:pt x="3437" y="1802"/>
                      <a:pt x="3003" y="1268"/>
                      <a:pt x="2603" y="934"/>
                    </a:cubicBezTo>
                    <a:cubicBezTo>
                      <a:pt x="2169" y="601"/>
                      <a:pt x="1602" y="267"/>
                      <a:pt x="1068" y="134"/>
                    </a:cubicBezTo>
                    <a:cubicBezTo>
                      <a:pt x="801" y="67"/>
                      <a:pt x="534" y="34"/>
                      <a:pt x="401" y="34"/>
                    </a:cubicBezTo>
                    <a:cubicBezTo>
                      <a:pt x="201" y="0"/>
                      <a:pt x="134" y="0"/>
                      <a:pt x="1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65" name="Google Shape;3265;p27"/>
              <p:cNvSpPr/>
              <p:nvPr/>
            </p:nvSpPr>
            <p:spPr>
              <a:xfrm flipH="1">
                <a:off x="-347221" y="1871980"/>
                <a:ext cx="22575" cy="57361"/>
              </a:xfrm>
              <a:custGeom>
                <a:avLst/>
                <a:gdLst/>
                <a:ahLst/>
                <a:cxnLst/>
                <a:rect l="l" t="t" r="r" b="b"/>
                <a:pathLst>
                  <a:path w="1002" h="2546" extrusionOk="0">
                    <a:moveTo>
                      <a:pt x="718" y="0"/>
                    </a:moveTo>
                    <a:cubicBezTo>
                      <a:pt x="626" y="0"/>
                      <a:pt x="534" y="8"/>
                      <a:pt x="534" y="25"/>
                    </a:cubicBezTo>
                    <a:cubicBezTo>
                      <a:pt x="534" y="25"/>
                      <a:pt x="434" y="192"/>
                      <a:pt x="401" y="425"/>
                    </a:cubicBezTo>
                    <a:cubicBezTo>
                      <a:pt x="368" y="692"/>
                      <a:pt x="234" y="993"/>
                      <a:pt x="201" y="1193"/>
                    </a:cubicBezTo>
                    <a:cubicBezTo>
                      <a:pt x="67" y="1626"/>
                      <a:pt x="1" y="2427"/>
                      <a:pt x="1" y="2427"/>
                    </a:cubicBezTo>
                    <a:cubicBezTo>
                      <a:pt x="1" y="2454"/>
                      <a:pt x="174" y="2545"/>
                      <a:pt x="276" y="2545"/>
                    </a:cubicBezTo>
                    <a:cubicBezTo>
                      <a:pt x="301" y="2545"/>
                      <a:pt x="321" y="2540"/>
                      <a:pt x="334" y="2527"/>
                    </a:cubicBezTo>
                    <a:cubicBezTo>
                      <a:pt x="334" y="2527"/>
                      <a:pt x="735" y="1860"/>
                      <a:pt x="868" y="1359"/>
                    </a:cubicBezTo>
                    <a:cubicBezTo>
                      <a:pt x="935" y="1093"/>
                      <a:pt x="1001" y="759"/>
                      <a:pt x="935" y="492"/>
                    </a:cubicBezTo>
                    <a:cubicBezTo>
                      <a:pt x="935" y="225"/>
                      <a:pt x="901" y="25"/>
                      <a:pt x="901" y="25"/>
                    </a:cubicBezTo>
                    <a:cubicBezTo>
                      <a:pt x="901" y="8"/>
                      <a:pt x="810"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66" name="Google Shape;3266;p27"/>
              <p:cNvSpPr/>
              <p:nvPr/>
            </p:nvSpPr>
            <p:spPr>
              <a:xfrm flipH="1">
                <a:off x="-304324" y="1960387"/>
                <a:ext cx="37535" cy="78066"/>
              </a:xfrm>
              <a:custGeom>
                <a:avLst/>
                <a:gdLst/>
                <a:ahLst/>
                <a:cxnLst/>
                <a:rect l="l" t="t" r="r" b="b"/>
                <a:pathLst>
                  <a:path w="1666" h="3465" extrusionOk="0">
                    <a:moveTo>
                      <a:pt x="1410" y="1"/>
                    </a:moveTo>
                    <a:cubicBezTo>
                      <a:pt x="1407" y="1"/>
                      <a:pt x="1403" y="2"/>
                      <a:pt x="1401" y="4"/>
                    </a:cubicBezTo>
                    <a:cubicBezTo>
                      <a:pt x="1401" y="4"/>
                      <a:pt x="1301" y="71"/>
                      <a:pt x="1234" y="137"/>
                    </a:cubicBezTo>
                    <a:cubicBezTo>
                      <a:pt x="1134" y="237"/>
                      <a:pt x="1001" y="304"/>
                      <a:pt x="901" y="471"/>
                    </a:cubicBezTo>
                    <a:cubicBezTo>
                      <a:pt x="601" y="771"/>
                      <a:pt x="334" y="1238"/>
                      <a:pt x="234" y="1572"/>
                    </a:cubicBezTo>
                    <a:cubicBezTo>
                      <a:pt x="100" y="1905"/>
                      <a:pt x="0" y="2406"/>
                      <a:pt x="0" y="2773"/>
                    </a:cubicBezTo>
                    <a:cubicBezTo>
                      <a:pt x="0" y="2939"/>
                      <a:pt x="67" y="3106"/>
                      <a:pt x="67" y="3240"/>
                    </a:cubicBezTo>
                    <a:lnTo>
                      <a:pt x="67" y="3440"/>
                    </a:lnTo>
                    <a:cubicBezTo>
                      <a:pt x="67" y="3456"/>
                      <a:pt x="150" y="3465"/>
                      <a:pt x="242" y="3465"/>
                    </a:cubicBezTo>
                    <a:cubicBezTo>
                      <a:pt x="334" y="3465"/>
                      <a:pt x="434" y="3456"/>
                      <a:pt x="467" y="3440"/>
                    </a:cubicBezTo>
                    <a:cubicBezTo>
                      <a:pt x="467" y="3440"/>
                      <a:pt x="467" y="3406"/>
                      <a:pt x="501" y="3273"/>
                    </a:cubicBezTo>
                    <a:cubicBezTo>
                      <a:pt x="501" y="3173"/>
                      <a:pt x="567" y="3006"/>
                      <a:pt x="601" y="2839"/>
                    </a:cubicBezTo>
                    <a:cubicBezTo>
                      <a:pt x="667" y="2506"/>
                      <a:pt x="834" y="2105"/>
                      <a:pt x="934" y="1805"/>
                    </a:cubicBezTo>
                    <a:cubicBezTo>
                      <a:pt x="1068" y="1505"/>
                      <a:pt x="1168" y="1105"/>
                      <a:pt x="1335" y="805"/>
                    </a:cubicBezTo>
                    <a:cubicBezTo>
                      <a:pt x="1435" y="638"/>
                      <a:pt x="1501" y="504"/>
                      <a:pt x="1568" y="438"/>
                    </a:cubicBezTo>
                    <a:cubicBezTo>
                      <a:pt x="1601" y="304"/>
                      <a:pt x="1635" y="271"/>
                      <a:pt x="1635" y="271"/>
                    </a:cubicBezTo>
                    <a:cubicBezTo>
                      <a:pt x="1666" y="209"/>
                      <a:pt x="1464" y="1"/>
                      <a:pt x="14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67" name="Google Shape;3267;p27"/>
              <p:cNvSpPr/>
              <p:nvPr/>
            </p:nvSpPr>
            <p:spPr>
              <a:xfrm flipH="1">
                <a:off x="-285602" y="2105368"/>
                <a:ext cx="35350" cy="76827"/>
              </a:xfrm>
              <a:custGeom>
                <a:avLst/>
                <a:gdLst/>
                <a:ahLst/>
                <a:cxnLst/>
                <a:rect l="l" t="t" r="r" b="b"/>
                <a:pathLst>
                  <a:path w="1569" h="3410" extrusionOk="0">
                    <a:moveTo>
                      <a:pt x="384" y="0"/>
                    </a:moveTo>
                    <a:cubicBezTo>
                      <a:pt x="374" y="0"/>
                      <a:pt x="367" y="2"/>
                      <a:pt x="367" y="7"/>
                    </a:cubicBezTo>
                    <a:cubicBezTo>
                      <a:pt x="367" y="7"/>
                      <a:pt x="334" y="40"/>
                      <a:pt x="301" y="174"/>
                    </a:cubicBezTo>
                    <a:cubicBezTo>
                      <a:pt x="234" y="274"/>
                      <a:pt x="167" y="407"/>
                      <a:pt x="134" y="641"/>
                    </a:cubicBezTo>
                    <a:cubicBezTo>
                      <a:pt x="0" y="1008"/>
                      <a:pt x="34" y="1508"/>
                      <a:pt x="134" y="1875"/>
                    </a:cubicBezTo>
                    <a:cubicBezTo>
                      <a:pt x="234" y="2208"/>
                      <a:pt x="501" y="2675"/>
                      <a:pt x="734" y="2942"/>
                    </a:cubicBezTo>
                    <a:lnTo>
                      <a:pt x="1068" y="3309"/>
                    </a:lnTo>
                    <a:lnTo>
                      <a:pt x="1201" y="3409"/>
                    </a:lnTo>
                    <a:cubicBezTo>
                      <a:pt x="1235" y="3409"/>
                      <a:pt x="1501" y="3209"/>
                      <a:pt x="1568" y="3209"/>
                    </a:cubicBezTo>
                    <a:lnTo>
                      <a:pt x="1501" y="3042"/>
                    </a:lnTo>
                    <a:cubicBezTo>
                      <a:pt x="1435" y="2976"/>
                      <a:pt x="1368" y="2842"/>
                      <a:pt x="1268" y="2675"/>
                    </a:cubicBezTo>
                    <a:cubicBezTo>
                      <a:pt x="1101" y="2375"/>
                      <a:pt x="1001" y="2008"/>
                      <a:pt x="901" y="1708"/>
                    </a:cubicBezTo>
                    <a:cubicBezTo>
                      <a:pt x="834" y="1408"/>
                      <a:pt x="734" y="1041"/>
                      <a:pt x="734" y="707"/>
                    </a:cubicBezTo>
                    <a:cubicBezTo>
                      <a:pt x="701" y="541"/>
                      <a:pt x="734" y="407"/>
                      <a:pt x="734" y="307"/>
                    </a:cubicBezTo>
                    <a:lnTo>
                      <a:pt x="734" y="140"/>
                    </a:lnTo>
                    <a:cubicBezTo>
                      <a:pt x="705" y="83"/>
                      <a:pt x="453" y="0"/>
                      <a:pt x="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3268" name="Google Shape;3268;p27"/>
            <p:cNvSpPr/>
            <p:nvPr/>
          </p:nvSpPr>
          <p:spPr>
            <a:xfrm rot="2508735">
              <a:off x="2840863" y="4181335"/>
              <a:ext cx="255590" cy="255590"/>
            </a:xfrm>
            <a:prstGeom prst="mathPlus">
              <a:avLst>
                <a:gd name="adj1" fmla="val 18896"/>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3269" name="Google Shape;3269;p27"/>
          <p:cNvGrpSpPr/>
          <p:nvPr/>
        </p:nvGrpSpPr>
        <p:grpSpPr>
          <a:xfrm rot="3911427" flipH="1">
            <a:off x="7432221" y="3403681"/>
            <a:ext cx="1634606" cy="3160032"/>
            <a:chOff x="-1937479" y="625169"/>
            <a:chExt cx="1634619" cy="3160058"/>
          </a:xfrm>
        </p:grpSpPr>
        <p:sp>
          <p:nvSpPr>
            <p:cNvPr id="3270" name="Google Shape;3270;p27"/>
            <p:cNvSpPr/>
            <p:nvPr/>
          </p:nvSpPr>
          <p:spPr>
            <a:xfrm flipH="1">
              <a:off x="-1937479" y="643779"/>
              <a:ext cx="1491824" cy="3141448"/>
            </a:xfrm>
            <a:custGeom>
              <a:avLst/>
              <a:gdLst/>
              <a:ahLst/>
              <a:cxnLst/>
              <a:rect l="l" t="t" r="r" b="b"/>
              <a:pathLst>
                <a:path w="66215" h="139434" extrusionOk="0">
                  <a:moveTo>
                    <a:pt x="15812" y="0"/>
                  </a:moveTo>
                  <a:cubicBezTo>
                    <a:pt x="15745" y="0"/>
                    <a:pt x="15711" y="134"/>
                    <a:pt x="15711" y="367"/>
                  </a:cubicBezTo>
                  <a:cubicBezTo>
                    <a:pt x="15711" y="634"/>
                    <a:pt x="15745" y="1001"/>
                    <a:pt x="15812" y="1501"/>
                  </a:cubicBezTo>
                  <a:cubicBezTo>
                    <a:pt x="15812" y="1501"/>
                    <a:pt x="15845" y="1535"/>
                    <a:pt x="15845" y="1668"/>
                  </a:cubicBezTo>
                  <a:cubicBezTo>
                    <a:pt x="15845" y="1801"/>
                    <a:pt x="15878" y="1968"/>
                    <a:pt x="15878" y="2168"/>
                  </a:cubicBezTo>
                  <a:cubicBezTo>
                    <a:pt x="15878" y="2368"/>
                    <a:pt x="15912" y="2635"/>
                    <a:pt x="15912" y="2969"/>
                  </a:cubicBezTo>
                  <a:lnTo>
                    <a:pt x="15912" y="3469"/>
                  </a:lnTo>
                  <a:cubicBezTo>
                    <a:pt x="15912" y="3636"/>
                    <a:pt x="15878" y="3836"/>
                    <a:pt x="15878" y="4036"/>
                  </a:cubicBezTo>
                  <a:cubicBezTo>
                    <a:pt x="15812" y="4870"/>
                    <a:pt x="15645" y="5871"/>
                    <a:pt x="15044" y="6872"/>
                  </a:cubicBezTo>
                  <a:cubicBezTo>
                    <a:pt x="14511" y="7906"/>
                    <a:pt x="13543" y="8873"/>
                    <a:pt x="12309" y="9707"/>
                  </a:cubicBezTo>
                  <a:cubicBezTo>
                    <a:pt x="11041" y="10541"/>
                    <a:pt x="9540" y="11308"/>
                    <a:pt x="8006" y="12309"/>
                  </a:cubicBezTo>
                  <a:cubicBezTo>
                    <a:pt x="7239" y="12843"/>
                    <a:pt x="6472" y="13410"/>
                    <a:pt x="5838" y="14210"/>
                  </a:cubicBezTo>
                  <a:cubicBezTo>
                    <a:pt x="5538" y="14577"/>
                    <a:pt x="5204" y="15011"/>
                    <a:pt x="5004" y="15511"/>
                  </a:cubicBezTo>
                  <a:cubicBezTo>
                    <a:pt x="4737" y="15978"/>
                    <a:pt x="4637" y="16512"/>
                    <a:pt x="4503" y="17012"/>
                  </a:cubicBezTo>
                  <a:cubicBezTo>
                    <a:pt x="4303" y="18046"/>
                    <a:pt x="4203" y="19080"/>
                    <a:pt x="4003" y="20148"/>
                  </a:cubicBezTo>
                  <a:cubicBezTo>
                    <a:pt x="4003" y="20248"/>
                    <a:pt x="3970" y="20381"/>
                    <a:pt x="3903" y="20515"/>
                  </a:cubicBezTo>
                  <a:cubicBezTo>
                    <a:pt x="3903" y="20582"/>
                    <a:pt x="3903" y="20582"/>
                    <a:pt x="3870" y="20648"/>
                  </a:cubicBezTo>
                  <a:lnTo>
                    <a:pt x="3803" y="20815"/>
                  </a:lnTo>
                  <a:cubicBezTo>
                    <a:pt x="3670" y="21049"/>
                    <a:pt x="3569" y="21315"/>
                    <a:pt x="3403" y="21516"/>
                  </a:cubicBezTo>
                  <a:cubicBezTo>
                    <a:pt x="3136" y="21983"/>
                    <a:pt x="2836" y="22416"/>
                    <a:pt x="2502" y="22883"/>
                  </a:cubicBezTo>
                  <a:cubicBezTo>
                    <a:pt x="1868" y="23851"/>
                    <a:pt x="1168" y="24851"/>
                    <a:pt x="968" y="26152"/>
                  </a:cubicBezTo>
                  <a:cubicBezTo>
                    <a:pt x="801" y="27386"/>
                    <a:pt x="1168" y="28687"/>
                    <a:pt x="1535" y="29821"/>
                  </a:cubicBezTo>
                  <a:cubicBezTo>
                    <a:pt x="1735" y="30389"/>
                    <a:pt x="1902" y="30922"/>
                    <a:pt x="2035" y="31523"/>
                  </a:cubicBezTo>
                  <a:cubicBezTo>
                    <a:pt x="2068" y="31656"/>
                    <a:pt x="2068" y="31823"/>
                    <a:pt x="2068" y="31923"/>
                  </a:cubicBezTo>
                  <a:lnTo>
                    <a:pt x="2068" y="32156"/>
                  </a:lnTo>
                  <a:lnTo>
                    <a:pt x="2068" y="32323"/>
                  </a:lnTo>
                  <a:cubicBezTo>
                    <a:pt x="2035" y="32557"/>
                    <a:pt x="1968" y="32857"/>
                    <a:pt x="1868" y="33157"/>
                  </a:cubicBezTo>
                  <a:cubicBezTo>
                    <a:pt x="1501" y="34258"/>
                    <a:pt x="734" y="35325"/>
                    <a:pt x="300" y="36593"/>
                  </a:cubicBezTo>
                  <a:cubicBezTo>
                    <a:pt x="167" y="36927"/>
                    <a:pt x="67" y="37260"/>
                    <a:pt x="34" y="37660"/>
                  </a:cubicBezTo>
                  <a:cubicBezTo>
                    <a:pt x="0" y="37827"/>
                    <a:pt x="34" y="38027"/>
                    <a:pt x="34" y="38194"/>
                  </a:cubicBezTo>
                  <a:cubicBezTo>
                    <a:pt x="34" y="38394"/>
                    <a:pt x="67" y="38561"/>
                    <a:pt x="134" y="38728"/>
                  </a:cubicBezTo>
                  <a:cubicBezTo>
                    <a:pt x="234" y="39395"/>
                    <a:pt x="501" y="40029"/>
                    <a:pt x="801" y="40663"/>
                  </a:cubicBezTo>
                  <a:cubicBezTo>
                    <a:pt x="1368" y="41863"/>
                    <a:pt x="2035" y="43031"/>
                    <a:pt x="2736" y="44165"/>
                  </a:cubicBezTo>
                  <a:cubicBezTo>
                    <a:pt x="3069" y="44732"/>
                    <a:pt x="3469" y="45266"/>
                    <a:pt x="3803" y="45866"/>
                  </a:cubicBezTo>
                  <a:cubicBezTo>
                    <a:pt x="3970" y="46100"/>
                    <a:pt x="4137" y="46400"/>
                    <a:pt x="4303" y="46700"/>
                  </a:cubicBezTo>
                  <a:lnTo>
                    <a:pt x="4337" y="46834"/>
                  </a:lnTo>
                  <a:lnTo>
                    <a:pt x="4370" y="46867"/>
                  </a:lnTo>
                  <a:cubicBezTo>
                    <a:pt x="4370" y="46900"/>
                    <a:pt x="4403" y="46934"/>
                    <a:pt x="4403" y="46934"/>
                  </a:cubicBezTo>
                  <a:lnTo>
                    <a:pt x="4570" y="47167"/>
                  </a:lnTo>
                  <a:lnTo>
                    <a:pt x="4904" y="47568"/>
                  </a:lnTo>
                  <a:cubicBezTo>
                    <a:pt x="5838" y="48602"/>
                    <a:pt x="6972" y="49502"/>
                    <a:pt x="8239" y="50069"/>
                  </a:cubicBezTo>
                  <a:cubicBezTo>
                    <a:pt x="9507" y="50670"/>
                    <a:pt x="10875" y="51037"/>
                    <a:pt x="12209" y="51270"/>
                  </a:cubicBezTo>
                  <a:cubicBezTo>
                    <a:pt x="13543" y="51537"/>
                    <a:pt x="14911" y="51670"/>
                    <a:pt x="16245" y="51837"/>
                  </a:cubicBezTo>
                  <a:cubicBezTo>
                    <a:pt x="17579" y="52004"/>
                    <a:pt x="18914" y="52171"/>
                    <a:pt x="20215" y="52404"/>
                  </a:cubicBezTo>
                  <a:cubicBezTo>
                    <a:pt x="21482" y="52671"/>
                    <a:pt x="22750" y="53071"/>
                    <a:pt x="23851" y="53705"/>
                  </a:cubicBezTo>
                  <a:cubicBezTo>
                    <a:pt x="24418" y="54005"/>
                    <a:pt x="24918" y="54406"/>
                    <a:pt x="25385" y="54839"/>
                  </a:cubicBezTo>
                  <a:cubicBezTo>
                    <a:pt x="25652" y="55040"/>
                    <a:pt x="25852" y="55273"/>
                    <a:pt x="26052" y="55507"/>
                  </a:cubicBezTo>
                  <a:cubicBezTo>
                    <a:pt x="26252" y="55740"/>
                    <a:pt x="26419" y="56007"/>
                    <a:pt x="26653" y="56240"/>
                  </a:cubicBezTo>
                  <a:cubicBezTo>
                    <a:pt x="27386" y="57341"/>
                    <a:pt x="28054" y="58509"/>
                    <a:pt x="28921" y="59543"/>
                  </a:cubicBezTo>
                  <a:lnTo>
                    <a:pt x="29254" y="59910"/>
                  </a:lnTo>
                  <a:lnTo>
                    <a:pt x="29488" y="60110"/>
                  </a:lnTo>
                  <a:lnTo>
                    <a:pt x="29755" y="60277"/>
                  </a:lnTo>
                  <a:cubicBezTo>
                    <a:pt x="30088" y="60510"/>
                    <a:pt x="30389" y="60610"/>
                    <a:pt x="30722" y="60744"/>
                  </a:cubicBezTo>
                  <a:cubicBezTo>
                    <a:pt x="31389" y="60944"/>
                    <a:pt x="32023" y="61111"/>
                    <a:pt x="32657" y="61277"/>
                  </a:cubicBezTo>
                  <a:cubicBezTo>
                    <a:pt x="33257" y="61444"/>
                    <a:pt x="33891" y="61611"/>
                    <a:pt x="34492" y="61778"/>
                  </a:cubicBezTo>
                  <a:cubicBezTo>
                    <a:pt x="35059" y="62011"/>
                    <a:pt x="35592" y="62211"/>
                    <a:pt x="35993" y="62545"/>
                  </a:cubicBezTo>
                  <a:cubicBezTo>
                    <a:pt x="36360" y="62912"/>
                    <a:pt x="36693" y="63379"/>
                    <a:pt x="36860" y="63879"/>
                  </a:cubicBezTo>
                  <a:cubicBezTo>
                    <a:pt x="37027" y="64380"/>
                    <a:pt x="37093" y="64913"/>
                    <a:pt x="37060" y="65514"/>
                  </a:cubicBezTo>
                  <a:cubicBezTo>
                    <a:pt x="37027" y="66681"/>
                    <a:pt x="36726" y="67849"/>
                    <a:pt x="36560" y="69050"/>
                  </a:cubicBezTo>
                  <a:cubicBezTo>
                    <a:pt x="36426" y="70050"/>
                    <a:pt x="36426" y="71118"/>
                    <a:pt x="36726" y="72052"/>
                  </a:cubicBezTo>
                  <a:cubicBezTo>
                    <a:pt x="37060" y="72952"/>
                    <a:pt x="37560" y="73620"/>
                    <a:pt x="37927" y="74053"/>
                  </a:cubicBezTo>
                  <a:lnTo>
                    <a:pt x="37894" y="74020"/>
                  </a:lnTo>
                  <a:lnTo>
                    <a:pt x="37894" y="74020"/>
                  </a:lnTo>
                  <a:cubicBezTo>
                    <a:pt x="38695" y="75021"/>
                    <a:pt x="39662" y="75854"/>
                    <a:pt x="40529" y="76688"/>
                  </a:cubicBezTo>
                  <a:cubicBezTo>
                    <a:pt x="41397" y="77522"/>
                    <a:pt x="42264" y="78390"/>
                    <a:pt x="42764" y="79424"/>
                  </a:cubicBezTo>
                  <a:cubicBezTo>
                    <a:pt x="43031" y="79924"/>
                    <a:pt x="43198" y="80524"/>
                    <a:pt x="43198" y="81058"/>
                  </a:cubicBezTo>
                  <a:cubicBezTo>
                    <a:pt x="43198" y="81625"/>
                    <a:pt x="43064" y="82192"/>
                    <a:pt x="42831" y="82726"/>
                  </a:cubicBezTo>
                  <a:cubicBezTo>
                    <a:pt x="42564" y="83260"/>
                    <a:pt x="42264" y="83793"/>
                    <a:pt x="41864" y="84194"/>
                  </a:cubicBezTo>
                  <a:cubicBezTo>
                    <a:pt x="41430" y="84594"/>
                    <a:pt x="40930" y="84894"/>
                    <a:pt x="40396" y="85128"/>
                  </a:cubicBezTo>
                  <a:cubicBezTo>
                    <a:pt x="39328" y="85595"/>
                    <a:pt x="38061" y="85862"/>
                    <a:pt x="36760" y="86062"/>
                  </a:cubicBezTo>
                  <a:cubicBezTo>
                    <a:pt x="35526" y="86262"/>
                    <a:pt x="34191" y="86462"/>
                    <a:pt x="32890" y="86962"/>
                  </a:cubicBezTo>
                  <a:cubicBezTo>
                    <a:pt x="32223" y="87229"/>
                    <a:pt x="31589" y="87563"/>
                    <a:pt x="31056" y="88030"/>
                  </a:cubicBezTo>
                  <a:cubicBezTo>
                    <a:pt x="30489" y="88463"/>
                    <a:pt x="30055" y="89064"/>
                    <a:pt x="29755" y="89731"/>
                  </a:cubicBezTo>
                  <a:cubicBezTo>
                    <a:pt x="29688" y="89898"/>
                    <a:pt x="29588" y="90065"/>
                    <a:pt x="29555" y="90231"/>
                  </a:cubicBezTo>
                  <a:lnTo>
                    <a:pt x="29388" y="90732"/>
                  </a:lnTo>
                  <a:cubicBezTo>
                    <a:pt x="29355" y="90899"/>
                    <a:pt x="29355" y="91099"/>
                    <a:pt x="29321" y="91265"/>
                  </a:cubicBezTo>
                  <a:cubicBezTo>
                    <a:pt x="29254" y="91466"/>
                    <a:pt x="29254" y="91632"/>
                    <a:pt x="29254" y="91799"/>
                  </a:cubicBezTo>
                  <a:cubicBezTo>
                    <a:pt x="29254" y="92533"/>
                    <a:pt x="29355" y="93200"/>
                    <a:pt x="29488" y="93867"/>
                  </a:cubicBezTo>
                  <a:cubicBezTo>
                    <a:pt x="30055" y="96469"/>
                    <a:pt x="31089" y="98904"/>
                    <a:pt x="32023" y="101273"/>
                  </a:cubicBezTo>
                  <a:cubicBezTo>
                    <a:pt x="33024" y="103574"/>
                    <a:pt x="32890" y="106143"/>
                    <a:pt x="33091" y="108645"/>
                  </a:cubicBezTo>
                  <a:cubicBezTo>
                    <a:pt x="33224" y="109946"/>
                    <a:pt x="33391" y="111213"/>
                    <a:pt x="33891" y="112414"/>
                  </a:cubicBezTo>
                  <a:cubicBezTo>
                    <a:pt x="34358" y="113615"/>
                    <a:pt x="35059" y="114716"/>
                    <a:pt x="35926" y="115583"/>
                  </a:cubicBezTo>
                  <a:cubicBezTo>
                    <a:pt x="36827" y="116450"/>
                    <a:pt x="37761" y="117217"/>
                    <a:pt x="38728" y="117885"/>
                  </a:cubicBezTo>
                  <a:cubicBezTo>
                    <a:pt x="39729" y="118552"/>
                    <a:pt x="40696" y="119119"/>
                    <a:pt x="41663" y="119753"/>
                  </a:cubicBezTo>
                  <a:cubicBezTo>
                    <a:pt x="42564" y="120386"/>
                    <a:pt x="43531" y="120953"/>
                    <a:pt x="44365" y="121621"/>
                  </a:cubicBezTo>
                  <a:lnTo>
                    <a:pt x="44999" y="122121"/>
                  </a:lnTo>
                  <a:cubicBezTo>
                    <a:pt x="45166" y="122288"/>
                    <a:pt x="45366" y="122454"/>
                    <a:pt x="45566" y="122655"/>
                  </a:cubicBezTo>
                  <a:cubicBezTo>
                    <a:pt x="46000" y="123055"/>
                    <a:pt x="46400" y="123388"/>
                    <a:pt x="46834" y="123722"/>
                  </a:cubicBezTo>
                  <a:cubicBezTo>
                    <a:pt x="48568" y="124990"/>
                    <a:pt x="50503" y="125757"/>
                    <a:pt x="52238" y="126424"/>
                  </a:cubicBezTo>
                  <a:cubicBezTo>
                    <a:pt x="54006" y="127091"/>
                    <a:pt x="55673" y="127758"/>
                    <a:pt x="57074" y="128559"/>
                  </a:cubicBezTo>
                  <a:cubicBezTo>
                    <a:pt x="57775" y="128926"/>
                    <a:pt x="58442" y="129393"/>
                    <a:pt x="59076" y="129793"/>
                  </a:cubicBezTo>
                  <a:cubicBezTo>
                    <a:pt x="59710" y="130227"/>
                    <a:pt x="60343" y="130627"/>
                    <a:pt x="60877" y="131061"/>
                  </a:cubicBezTo>
                  <a:cubicBezTo>
                    <a:pt x="61945" y="131895"/>
                    <a:pt x="62879" y="132728"/>
                    <a:pt x="63579" y="133496"/>
                  </a:cubicBezTo>
                  <a:cubicBezTo>
                    <a:pt x="64246" y="134296"/>
                    <a:pt x="64747" y="135097"/>
                    <a:pt x="65047" y="135764"/>
                  </a:cubicBezTo>
                  <a:cubicBezTo>
                    <a:pt x="65113" y="135931"/>
                    <a:pt x="65214" y="136098"/>
                    <a:pt x="65247" y="136264"/>
                  </a:cubicBezTo>
                  <a:cubicBezTo>
                    <a:pt x="65347" y="136398"/>
                    <a:pt x="65380" y="136565"/>
                    <a:pt x="65414" y="136665"/>
                  </a:cubicBezTo>
                  <a:cubicBezTo>
                    <a:pt x="65514" y="136965"/>
                    <a:pt x="65547" y="137232"/>
                    <a:pt x="65580" y="137398"/>
                  </a:cubicBezTo>
                  <a:cubicBezTo>
                    <a:pt x="65614" y="137565"/>
                    <a:pt x="65681" y="137732"/>
                    <a:pt x="65681" y="137799"/>
                  </a:cubicBezTo>
                  <a:lnTo>
                    <a:pt x="65681" y="137966"/>
                  </a:lnTo>
                  <a:cubicBezTo>
                    <a:pt x="65714" y="138232"/>
                    <a:pt x="65747" y="138433"/>
                    <a:pt x="65747" y="138599"/>
                  </a:cubicBezTo>
                  <a:cubicBezTo>
                    <a:pt x="65747" y="138766"/>
                    <a:pt x="65747" y="138933"/>
                    <a:pt x="65781" y="139066"/>
                  </a:cubicBezTo>
                  <a:cubicBezTo>
                    <a:pt x="65847" y="139300"/>
                    <a:pt x="65914" y="139433"/>
                    <a:pt x="65947" y="139433"/>
                  </a:cubicBezTo>
                  <a:cubicBezTo>
                    <a:pt x="66014" y="139433"/>
                    <a:pt x="66081" y="139300"/>
                    <a:pt x="66114" y="139066"/>
                  </a:cubicBezTo>
                  <a:cubicBezTo>
                    <a:pt x="66181" y="138799"/>
                    <a:pt x="66214" y="138433"/>
                    <a:pt x="66114" y="137899"/>
                  </a:cubicBezTo>
                  <a:lnTo>
                    <a:pt x="66114" y="137732"/>
                  </a:lnTo>
                  <a:cubicBezTo>
                    <a:pt x="66114" y="137599"/>
                    <a:pt x="66081" y="137465"/>
                    <a:pt x="66047" y="137265"/>
                  </a:cubicBezTo>
                  <a:cubicBezTo>
                    <a:pt x="66014" y="137065"/>
                    <a:pt x="65947" y="136798"/>
                    <a:pt x="65881" y="136498"/>
                  </a:cubicBezTo>
                  <a:cubicBezTo>
                    <a:pt x="65847" y="136398"/>
                    <a:pt x="65747" y="136231"/>
                    <a:pt x="65714" y="136064"/>
                  </a:cubicBezTo>
                  <a:cubicBezTo>
                    <a:pt x="65681" y="135897"/>
                    <a:pt x="65580" y="135731"/>
                    <a:pt x="65514" y="135564"/>
                  </a:cubicBezTo>
                  <a:cubicBezTo>
                    <a:pt x="65214" y="134797"/>
                    <a:pt x="64680" y="133963"/>
                    <a:pt x="63946" y="133129"/>
                  </a:cubicBezTo>
                  <a:cubicBezTo>
                    <a:pt x="63245" y="132295"/>
                    <a:pt x="62278" y="131428"/>
                    <a:pt x="61177" y="130594"/>
                  </a:cubicBezTo>
                  <a:cubicBezTo>
                    <a:pt x="60610" y="130127"/>
                    <a:pt x="60010" y="129726"/>
                    <a:pt x="59376" y="129293"/>
                  </a:cubicBezTo>
                  <a:cubicBezTo>
                    <a:pt x="58709" y="128892"/>
                    <a:pt x="58075" y="128425"/>
                    <a:pt x="57341" y="127992"/>
                  </a:cubicBezTo>
                  <a:cubicBezTo>
                    <a:pt x="55874" y="127225"/>
                    <a:pt x="54172" y="126491"/>
                    <a:pt x="52404" y="125824"/>
                  </a:cubicBezTo>
                  <a:cubicBezTo>
                    <a:pt x="50670" y="125123"/>
                    <a:pt x="48768" y="124389"/>
                    <a:pt x="47167" y="123155"/>
                  </a:cubicBezTo>
                  <a:cubicBezTo>
                    <a:pt x="46767" y="122888"/>
                    <a:pt x="46367" y="122555"/>
                    <a:pt x="46000" y="122154"/>
                  </a:cubicBezTo>
                  <a:cubicBezTo>
                    <a:pt x="45600" y="121787"/>
                    <a:pt x="45166" y="121420"/>
                    <a:pt x="44732" y="121087"/>
                  </a:cubicBezTo>
                  <a:cubicBezTo>
                    <a:pt x="43865" y="120386"/>
                    <a:pt x="42931" y="119786"/>
                    <a:pt x="41997" y="119152"/>
                  </a:cubicBezTo>
                  <a:cubicBezTo>
                    <a:pt x="40062" y="117951"/>
                    <a:pt x="38061" y="116750"/>
                    <a:pt x="36426" y="115083"/>
                  </a:cubicBezTo>
                  <a:cubicBezTo>
                    <a:pt x="35659" y="114249"/>
                    <a:pt x="35025" y="113248"/>
                    <a:pt x="34558" y="112147"/>
                  </a:cubicBezTo>
                  <a:cubicBezTo>
                    <a:pt x="34091" y="111080"/>
                    <a:pt x="33924" y="109879"/>
                    <a:pt x="33858" y="108645"/>
                  </a:cubicBezTo>
                  <a:cubicBezTo>
                    <a:pt x="33758" y="107410"/>
                    <a:pt x="33758" y="106143"/>
                    <a:pt x="33658" y="104875"/>
                  </a:cubicBezTo>
                  <a:cubicBezTo>
                    <a:pt x="33558" y="104241"/>
                    <a:pt x="33491" y="103574"/>
                    <a:pt x="33357" y="102940"/>
                  </a:cubicBezTo>
                  <a:cubicBezTo>
                    <a:pt x="33324" y="102640"/>
                    <a:pt x="33191" y="102307"/>
                    <a:pt x="33091" y="101973"/>
                  </a:cubicBezTo>
                  <a:lnTo>
                    <a:pt x="32757" y="101072"/>
                  </a:lnTo>
                  <a:cubicBezTo>
                    <a:pt x="31856" y="98637"/>
                    <a:pt x="30822" y="96269"/>
                    <a:pt x="30322" y="93767"/>
                  </a:cubicBezTo>
                  <a:cubicBezTo>
                    <a:pt x="30188" y="93133"/>
                    <a:pt x="30155" y="92533"/>
                    <a:pt x="30155" y="91933"/>
                  </a:cubicBezTo>
                  <a:cubicBezTo>
                    <a:pt x="30188" y="91766"/>
                    <a:pt x="30155" y="91599"/>
                    <a:pt x="30188" y="91466"/>
                  </a:cubicBezTo>
                  <a:cubicBezTo>
                    <a:pt x="30222" y="91366"/>
                    <a:pt x="30222" y="91199"/>
                    <a:pt x="30255" y="91065"/>
                  </a:cubicBezTo>
                  <a:lnTo>
                    <a:pt x="30389" y="90632"/>
                  </a:lnTo>
                  <a:cubicBezTo>
                    <a:pt x="30422" y="90532"/>
                    <a:pt x="30522" y="90365"/>
                    <a:pt x="30555" y="90231"/>
                  </a:cubicBezTo>
                  <a:cubicBezTo>
                    <a:pt x="30822" y="89698"/>
                    <a:pt x="31156" y="89197"/>
                    <a:pt x="31589" y="88797"/>
                  </a:cubicBezTo>
                  <a:cubicBezTo>
                    <a:pt x="32056" y="88430"/>
                    <a:pt x="32590" y="88130"/>
                    <a:pt x="33191" y="87930"/>
                  </a:cubicBezTo>
                  <a:cubicBezTo>
                    <a:pt x="34358" y="87463"/>
                    <a:pt x="35592" y="87263"/>
                    <a:pt x="36893" y="87062"/>
                  </a:cubicBezTo>
                  <a:cubicBezTo>
                    <a:pt x="38194" y="86796"/>
                    <a:pt x="39529" y="86595"/>
                    <a:pt x="40763" y="86062"/>
                  </a:cubicBezTo>
                  <a:cubicBezTo>
                    <a:pt x="41397" y="85762"/>
                    <a:pt x="42030" y="85395"/>
                    <a:pt x="42531" y="84894"/>
                  </a:cubicBezTo>
                  <a:cubicBezTo>
                    <a:pt x="43031" y="84394"/>
                    <a:pt x="43398" y="83793"/>
                    <a:pt x="43698" y="83193"/>
                  </a:cubicBezTo>
                  <a:cubicBezTo>
                    <a:pt x="43998" y="82559"/>
                    <a:pt x="44165" y="81859"/>
                    <a:pt x="44165" y="81125"/>
                  </a:cubicBezTo>
                  <a:cubicBezTo>
                    <a:pt x="44165" y="80424"/>
                    <a:pt x="43932" y="79724"/>
                    <a:pt x="43665" y="79090"/>
                  </a:cubicBezTo>
                  <a:cubicBezTo>
                    <a:pt x="43064" y="77856"/>
                    <a:pt x="42097" y="76922"/>
                    <a:pt x="41230" y="76055"/>
                  </a:cubicBezTo>
                  <a:cubicBezTo>
                    <a:pt x="40329" y="75187"/>
                    <a:pt x="39395" y="74353"/>
                    <a:pt x="38695" y="73453"/>
                  </a:cubicBezTo>
                  <a:cubicBezTo>
                    <a:pt x="38394" y="73086"/>
                    <a:pt x="37994" y="72552"/>
                    <a:pt x="37727" y="71785"/>
                  </a:cubicBezTo>
                  <a:cubicBezTo>
                    <a:pt x="37527" y="71051"/>
                    <a:pt x="37494" y="70084"/>
                    <a:pt x="37594" y="69150"/>
                  </a:cubicBezTo>
                  <a:cubicBezTo>
                    <a:pt x="37727" y="68015"/>
                    <a:pt x="38027" y="66815"/>
                    <a:pt x="38094" y="65547"/>
                  </a:cubicBezTo>
                  <a:cubicBezTo>
                    <a:pt x="38161" y="64880"/>
                    <a:pt x="38061" y="64213"/>
                    <a:pt x="37861" y="63546"/>
                  </a:cubicBezTo>
                  <a:cubicBezTo>
                    <a:pt x="37594" y="62878"/>
                    <a:pt x="37193" y="62278"/>
                    <a:pt x="36693" y="61778"/>
                  </a:cubicBezTo>
                  <a:cubicBezTo>
                    <a:pt x="36560" y="61644"/>
                    <a:pt x="36393" y="61578"/>
                    <a:pt x="36226" y="61444"/>
                  </a:cubicBezTo>
                  <a:cubicBezTo>
                    <a:pt x="36059" y="61377"/>
                    <a:pt x="35926" y="61277"/>
                    <a:pt x="35759" y="61211"/>
                  </a:cubicBezTo>
                  <a:cubicBezTo>
                    <a:pt x="35426" y="61044"/>
                    <a:pt x="35159" y="60910"/>
                    <a:pt x="34825" y="60810"/>
                  </a:cubicBezTo>
                  <a:cubicBezTo>
                    <a:pt x="34191" y="60610"/>
                    <a:pt x="33558" y="60510"/>
                    <a:pt x="32924" y="60310"/>
                  </a:cubicBezTo>
                  <a:cubicBezTo>
                    <a:pt x="32323" y="60210"/>
                    <a:pt x="31723" y="60043"/>
                    <a:pt x="31156" y="59843"/>
                  </a:cubicBezTo>
                  <a:cubicBezTo>
                    <a:pt x="30889" y="59710"/>
                    <a:pt x="30589" y="59609"/>
                    <a:pt x="30355" y="59443"/>
                  </a:cubicBezTo>
                  <a:lnTo>
                    <a:pt x="30222" y="59376"/>
                  </a:lnTo>
                  <a:lnTo>
                    <a:pt x="30088" y="59243"/>
                  </a:lnTo>
                  <a:lnTo>
                    <a:pt x="29822" y="58909"/>
                  </a:lnTo>
                  <a:cubicBezTo>
                    <a:pt x="28988" y="57942"/>
                    <a:pt x="28354" y="56841"/>
                    <a:pt x="27553" y="55707"/>
                  </a:cubicBezTo>
                  <a:cubicBezTo>
                    <a:pt x="27353" y="55406"/>
                    <a:pt x="27153" y="55106"/>
                    <a:pt x="26919" y="54873"/>
                  </a:cubicBezTo>
                  <a:cubicBezTo>
                    <a:pt x="26719" y="54606"/>
                    <a:pt x="26486" y="54372"/>
                    <a:pt x="26219" y="54106"/>
                  </a:cubicBezTo>
                  <a:cubicBezTo>
                    <a:pt x="25685" y="53672"/>
                    <a:pt x="25152" y="53205"/>
                    <a:pt x="24518" y="52871"/>
                  </a:cubicBezTo>
                  <a:cubicBezTo>
                    <a:pt x="23317" y="52171"/>
                    <a:pt x="21916" y="51737"/>
                    <a:pt x="20582" y="51437"/>
                  </a:cubicBezTo>
                  <a:cubicBezTo>
                    <a:pt x="19214" y="51203"/>
                    <a:pt x="17846" y="51037"/>
                    <a:pt x="16512" y="50903"/>
                  </a:cubicBezTo>
                  <a:cubicBezTo>
                    <a:pt x="13843" y="50603"/>
                    <a:pt x="11142" y="50370"/>
                    <a:pt x="8740" y="49269"/>
                  </a:cubicBezTo>
                  <a:cubicBezTo>
                    <a:pt x="7539" y="48735"/>
                    <a:pt x="6505" y="47934"/>
                    <a:pt x="5671" y="46967"/>
                  </a:cubicBezTo>
                  <a:lnTo>
                    <a:pt x="5371" y="46600"/>
                  </a:lnTo>
                  <a:lnTo>
                    <a:pt x="5204" y="46433"/>
                  </a:lnTo>
                  <a:lnTo>
                    <a:pt x="5171" y="46400"/>
                  </a:lnTo>
                  <a:lnTo>
                    <a:pt x="5071" y="46267"/>
                  </a:lnTo>
                  <a:cubicBezTo>
                    <a:pt x="4904" y="46000"/>
                    <a:pt x="4704" y="45700"/>
                    <a:pt x="4537" y="45399"/>
                  </a:cubicBezTo>
                  <a:cubicBezTo>
                    <a:pt x="4170" y="44866"/>
                    <a:pt x="3836" y="44265"/>
                    <a:pt x="3469" y="43731"/>
                  </a:cubicBezTo>
                  <a:cubicBezTo>
                    <a:pt x="2736" y="42664"/>
                    <a:pt x="2068" y="41530"/>
                    <a:pt x="1535" y="40362"/>
                  </a:cubicBezTo>
                  <a:cubicBezTo>
                    <a:pt x="1301" y="39762"/>
                    <a:pt x="1034" y="39195"/>
                    <a:pt x="901" y="38594"/>
                  </a:cubicBezTo>
                  <a:cubicBezTo>
                    <a:pt x="801" y="38027"/>
                    <a:pt x="834" y="37494"/>
                    <a:pt x="1034" y="36893"/>
                  </a:cubicBezTo>
                  <a:cubicBezTo>
                    <a:pt x="1468" y="35759"/>
                    <a:pt x="2202" y="34692"/>
                    <a:pt x="2635" y="33424"/>
                  </a:cubicBezTo>
                  <a:cubicBezTo>
                    <a:pt x="2736" y="33090"/>
                    <a:pt x="2836" y="32824"/>
                    <a:pt x="2869" y="32423"/>
                  </a:cubicBezTo>
                  <a:lnTo>
                    <a:pt x="2869" y="32257"/>
                  </a:lnTo>
                  <a:lnTo>
                    <a:pt x="2869" y="32123"/>
                  </a:lnTo>
                  <a:lnTo>
                    <a:pt x="2836" y="31890"/>
                  </a:lnTo>
                  <a:cubicBezTo>
                    <a:pt x="2836" y="31723"/>
                    <a:pt x="2836" y="31556"/>
                    <a:pt x="2802" y="31389"/>
                  </a:cubicBezTo>
                  <a:cubicBezTo>
                    <a:pt x="2669" y="30722"/>
                    <a:pt x="2502" y="30155"/>
                    <a:pt x="2302" y="29555"/>
                  </a:cubicBezTo>
                  <a:cubicBezTo>
                    <a:pt x="1902" y="28420"/>
                    <a:pt x="1568" y="27320"/>
                    <a:pt x="1735" y="26219"/>
                  </a:cubicBezTo>
                  <a:cubicBezTo>
                    <a:pt x="1902" y="25151"/>
                    <a:pt x="2535" y="24184"/>
                    <a:pt x="3169" y="23250"/>
                  </a:cubicBezTo>
                  <a:cubicBezTo>
                    <a:pt x="3469" y="22816"/>
                    <a:pt x="3803" y="22349"/>
                    <a:pt x="4070" y="21849"/>
                  </a:cubicBezTo>
                  <a:cubicBezTo>
                    <a:pt x="4237" y="21582"/>
                    <a:pt x="4370" y="21349"/>
                    <a:pt x="4503" y="21082"/>
                  </a:cubicBezTo>
                  <a:lnTo>
                    <a:pt x="4570" y="20882"/>
                  </a:lnTo>
                  <a:cubicBezTo>
                    <a:pt x="4637" y="20815"/>
                    <a:pt x="4670" y="20682"/>
                    <a:pt x="4670" y="20648"/>
                  </a:cubicBezTo>
                  <a:cubicBezTo>
                    <a:pt x="4670" y="20515"/>
                    <a:pt x="4704" y="20348"/>
                    <a:pt x="4737" y="20215"/>
                  </a:cubicBezTo>
                  <a:cubicBezTo>
                    <a:pt x="5004" y="19147"/>
                    <a:pt x="5037" y="18046"/>
                    <a:pt x="5237" y="17079"/>
                  </a:cubicBezTo>
                  <a:cubicBezTo>
                    <a:pt x="5337" y="16579"/>
                    <a:pt x="5471" y="16145"/>
                    <a:pt x="5671" y="15711"/>
                  </a:cubicBezTo>
                  <a:cubicBezTo>
                    <a:pt x="5838" y="15311"/>
                    <a:pt x="6138" y="14911"/>
                    <a:pt x="6405" y="14544"/>
                  </a:cubicBezTo>
                  <a:cubicBezTo>
                    <a:pt x="7005" y="13810"/>
                    <a:pt x="7706" y="13243"/>
                    <a:pt x="8473" y="12743"/>
                  </a:cubicBezTo>
                  <a:cubicBezTo>
                    <a:pt x="9974" y="11742"/>
                    <a:pt x="11475" y="11008"/>
                    <a:pt x="12743" y="10141"/>
                  </a:cubicBezTo>
                  <a:cubicBezTo>
                    <a:pt x="14010" y="9240"/>
                    <a:pt x="15044" y="8206"/>
                    <a:pt x="15645" y="7072"/>
                  </a:cubicBezTo>
                  <a:cubicBezTo>
                    <a:pt x="16212" y="5971"/>
                    <a:pt x="16412" y="4904"/>
                    <a:pt x="16512" y="4036"/>
                  </a:cubicBezTo>
                  <a:cubicBezTo>
                    <a:pt x="16512" y="3803"/>
                    <a:pt x="16545" y="3636"/>
                    <a:pt x="16545" y="3403"/>
                  </a:cubicBezTo>
                  <a:lnTo>
                    <a:pt x="16545" y="2869"/>
                  </a:lnTo>
                  <a:cubicBezTo>
                    <a:pt x="16545" y="2535"/>
                    <a:pt x="16512" y="2235"/>
                    <a:pt x="16512" y="2035"/>
                  </a:cubicBezTo>
                  <a:cubicBezTo>
                    <a:pt x="16512" y="1835"/>
                    <a:pt x="16479" y="1668"/>
                    <a:pt x="16479" y="1535"/>
                  </a:cubicBezTo>
                  <a:cubicBezTo>
                    <a:pt x="16412" y="1401"/>
                    <a:pt x="16412" y="1368"/>
                    <a:pt x="16412" y="1368"/>
                  </a:cubicBezTo>
                  <a:cubicBezTo>
                    <a:pt x="16345" y="867"/>
                    <a:pt x="16245" y="534"/>
                    <a:pt x="16012" y="334"/>
                  </a:cubicBezTo>
                  <a:cubicBezTo>
                    <a:pt x="15912" y="67"/>
                    <a:pt x="15845" y="0"/>
                    <a:pt x="158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71" name="Google Shape;3271;p27"/>
            <p:cNvSpPr/>
            <p:nvPr/>
          </p:nvSpPr>
          <p:spPr>
            <a:xfrm flipH="1">
              <a:off x="-1852158" y="728357"/>
              <a:ext cx="819551" cy="1132155"/>
            </a:xfrm>
            <a:custGeom>
              <a:avLst/>
              <a:gdLst/>
              <a:ahLst/>
              <a:cxnLst/>
              <a:rect l="l" t="t" r="r" b="b"/>
              <a:pathLst>
                <a:path w="36376" h="50251" extrusionOk="0">
                  <a:moveTo>
                    <a:pt x="1369" y="1"/>
                  </a:moveTo>
                  <a:cubicBezTo>
                    <a:pt x="1207" y="1"/>
                    <a:pt x="1140" y="246"/>
                    <a:pt x="1334" y="616"/>
                  </a:cubicBezTo>
                  <a:cubicBezTo>
                    <a:pt x="1334" y="616"/>
                    <a:pt x="1368" y="649"/>
                    <a:pt x="1435" y="816"/>
                  </a:cubicBezTo>
                  <a:cubicBezTo>
                    <a:pt x="1435" y="916"/>
                    <a:pt x="1468" y="983"/>
                    <a:pt x="1501" y="1116"/>
                  </a:cubicBezTo>
                  <a:cubicBezTo>
                    <a:pt x="1501" y="1216"/>
                    <a:pt x="1501" y="1383"/>
                    <a:pt x="1535" y="1483"/>
                  </a:cubicBezTo>
                  <a:cubicBezTo>
                    <a:pt x="1635" y="2117"/>
                    <a:pt x="1435" y="2951"/>
                    <a:pt x="867" y="3985"/>
                  </a:cubicBezTo>
                  <a:cubicBezTo>
                    <a:pt x="634" y="4485"/>
                    <a:pt x="300" y="5119"/>
                    <a:pt x="134" y="5820"/>
                  </a:cubicBezTo>
                  <a:cubicBezTo>
                    <a:pt x="100" y="6053"/>
                    <a:pt x="34" y="6220"/>
                    <a:pt x="34" y="6420"/>
                  </a:cubicBezTo>
                  <a:cubicBezTo>
                    <a:pt x="34" y="6587"/>
                    <a:pt x="0" y="6787"/>
                    <a:pt x="34" y="6987"/>
                  </a:cubicBezTo>
                  <a:cubicBezTo>
                    <a:pt x="34" y="7221"/>
                    <a:pt x="100" y="7387"/>
                    <a:pt x="134" y="7588"/>
                  </a:cubicBezTo>
                  <a:cubicBezTo>
                    <a:pt x="167" y="7754"/>
                    <a:pt x="167" y="7955"/>
                    <a:pt x="267" y="8155"/>
                  </a:cubicBezTo>
                  <a:cubicBezTo>
                    <a:pt x="334" y="8321"/>
                    <a:pt x="367" y="8555"/>
                    <a:pt x="501" y="8755"/>
                  </a:cubicBezTo>
                  <a:lnTo>
                    <a:pt x="667" y="9055"/>
                  </a:lnTo>
                  <a:cubicBezTo>
                    <a:pt x="701" y="9155"/>
                    <a:pt x="801" y="9255"/>
                    <a:pt x="867" y="9322"/>
                  </a:cubicBezTo>
                  <a:cubicBezTo>
                    <a:pt x="1001" y="9556"/>
                    <a:pt x="1201" y="9656"/>
                    <a:pt x="1368" y="9823"/>
                  </a:cubicBezTo>
                  <a:cubicBezTo>
                    <a:pt x="1601" y="9956"/>
                    <a:pt x="1801" y="10089"/>
                    <a:pt x="2002" y="10156"/>
                  </a:cubicBezTo>
                  <a:cubicBezTo>
                    <a:pt x="2869" y="10556"/>
                    <a:pt x="3803" y="10623"/>
                    <a:pt x="4637" y="10923"/>
                  </a:cubicBezTo>
                  <a:cubicBezTo>
                    <a:pt x="5037" y="11057"/>
                    <a:pt x="5471" y="11257"/>
                    <a:pt x="5804" y="11490"/>
                  </a:cubicBezTo>
                  <a:lnTo>
                    <a:pt x="5938" y="11590"/>
                  </a:lnTo>
                  <a:lnTo>
                    <a:pt x="5971" y="11624"/>
                  </a:lnTo>
                  <a:cubicBezTo>
                    <a:pt x="5971" y="11657"/>
                    <a:pt x="6004" y="11724"/>
                    <a:pt x="6038" y="11724"/>
                  </a:cubicBezTo>
                  <a:lnTo>
                    <a:pt x="6138" y="11757"/>
                  </a:lnTo>
                  <a:cubicBezTo>
                    <a:pt x="6171" y="11791"/>
                    <a:pt x="6271" y="11891"/>
                    <a:pt x="6338" y="11924"/>
                  </a:cubicBezTo>
                  <a:cubicBezTo>
                    <a:pt x="6505" y="12091"/>
                    <a:pt x="6638" y="12224"/>
                    <a:pt x="6772" y="12424"/>
                  </a:cubicBezTo>
                  <a:cubicBezTo>
                    <a:pt x="7039" y="12791"/>
                    <a:pt x="7272" y="13225"/>
                    <a:pt x="7506" y="13659"/>
                  </a:cubicBezTo>
                  <a:cubicBezTo>
                    <a:pt x="7639" y="13892"/>
                    <a:pt x="7806" y="14126"/>
                    <a:pt x="7973" y="14326"/>
                  </a:cubicBezTo>
                  <a:cubicBezTo>
                    <a:pt x="8106" y="14459"/>
                    <a:pt x="8173" y="14593"/>
                    <a:pt x="8306" y="14659"/>
                  </a:cubicBezTo>
                  <a:cubicBezTo>
                    <a:pt x="8339" y="14693"/>
                    <a:pt x="8373" y="14759"/>
                    <a:pt x="8473" y="14793"/>
                  </a:cubicBezTo>
                  <a:lnTo>
                    <a:pt x="8540" y="14826"/>
                  </a:lnTo>
                  <a:lnTo>
                    <a:pt x="8606" y="14893"/>
                  </a:lnTo>
                  <a:lnTo>
                    <a:pt x="8640" y="14926"/>
                  </a:lnTo>
                  <a:lnTo>
                    <a:pt x="8706" y="14993"/>
                  </a:lnTo>
                  <a:cubicBezTo>
                    <a:pt x="8773" y="15060"/>
                    <a:pt x="8840" y="15093"/>
                    <a:pt x="8873" y="15126"/>
                  </a:cubicBezTo>
                  <a:lnTo>
                    <a:pt x="9273" y="15393"/>
                  </a:lnTo>
                  <a:cubicBezTo>
                    <a:pt x="9540" y="15493"/>
                    <a:pt x="9807" y="15627"/>
                    <a:pt x="10107" y="15660"/>
                  </a:cubicBezTo>
                  <a:cubicBezTo>
                    <a:pt x="10641" y="15793"/>
                    <a:pt x="11175" y="15827"/>
                    <a:pt x="11675" y="15894"/>
                  </a:cubicBezTo>
                  <a:cubicBezTo>
                    <a:pt x="12176" y="15927"/>
                    <a:pt x="12643" y="15994"/>
                    <a:pt x="13110" y="16160"/>
                  </a:cubicBezTo>
                  <a:lnTo>
                    <a:pt x="13810" y="16427"/>
                  </a:lnTo>
                  <a:lnTo>
                    <a:pt x="14477" y="16761"/>
                  </a:lnTo>
                  <a:cubicBezTo>
                    <a:pt x="15345" y="17228"/>
                    <a:pt x="16145" y="17828"/>
                    <a:pt x="17012" y="18429"/>
                  </a:cubicBezTo>
                  <a:cubicBezTo>
                    <a:pt x="17846" y="18996"/>
                    <a:pt x="18780" y="19563"/>
                    <a:pt x="19648" y="20063"/>
                  </a:cubicBezTo>
                  <a:cubicBezTo>
                    <a:pt x="19848" y="20163"/>
                    <a:pt x="20115" y="20263"/>
                    <a:pt x="20348" y="20397"/>
                  </a:cubicBezTo>
                  <a:cubicBezTo>
                    <a:pt x="20615" y="20497"/>
                    <a:pt x="20882" y="20564"/>
                    <a:pt x="21149" y="20630"/>
                  </a:cubicBezTo>
                  <a:cubicBezTo>
                    <a:pt x="21449" y="20664"/>
                    <a:pt x="21716" y="20730"/>
                    <a:pt x="21983" y="20730"/>
                  </a:cubicBezTo>
                  <a:cubicBezTo>
                    <a:pt x="22216" y="20730"/>
                    <a:pt x="22516" y="20730"/>
                    <a:pt x="22716" y="20664"/>
                  </a:cubicBezTo>
                  <a:cubicBezTo>
                    <a:pt x="23183" y="20630"/>
                    <a:pt x="23650" y="20597"/>
                    <a:pt x="24117" y="20597"/>
                  </a:cubicBezTo>
                  <a:cubicBezTo>
                    <a:pt x="24551" y="20597"/>
                    <a:pt x="25018" y="20597"/>
                    <a:pt x="25452" y="20630"/>
                  </a:cubicBezTo>
                  <a:cubicBezTo>
                    <a:pt x="26286" y="20764"/>
                    <a:pt x="27186" y="21064"/>
                    <a:pt x="28020" y="21431"/>
                  </a:cubicBezTo>
                  <a:cubicBezTo>
                    <a:pt x="28854" y="21798"/>
                    <a:pt x="29688" y="22331"/>
                    <a:pt x="30322" y="22965"/>
                  </a:cubicBezTo>
                  <a:lnTo>
                    <a:pt x="30522" y="23232"/>
                  </a:lnTo>
                  <a:lnTo>
                    <a:pt x="30622" y="23299"/>
                  </a:lnTo>
                  <a:lnTo>
                    <a:pt x="30689" y="23432"/>
                  </a:lnTo>
                  <a:lnTo>
                    <a:pt x="31022" y="23999"/>
                  </a:lnTo>
                  <a:cubicBezTo>
                    <a:pt x="31156" y="24233"/>
                    <a:pt x="31223" y="24433"/>
                    <a:pt x="31323" y="24633"/>
                  </a:cubicBezTo>
                  <a:cubicBezTo>
                    <a:pt x="31389" y="24833"/>
                    <a:pt x="31456" y="25067"/>
                    <a:pt x="31523" y="25267"/>
                  </a:cubicBezTo>
                  <a:cubicBezTo>
                    <a:pt x="31790" y="26101"/>
                    <a:pt x="31823" y="27001"/>
                    <a:pt x="31723" y="27835"/>
                  </a:cubicBezTo>
                  <a:cubicBezTo>
                    <a:pt x="31690" y="28669"/>
                    <a:pt x="31489" y="29503"/>
                    <a:pt x="31323" y="30270"/>
                  </a:cubicBezTo>
                  <a:cubicBezTo>
                    <a:pt x="31156" y="31004"/>
                    <a:pt x="30989" y="31738"/>
                    <a:pt x="30856" y="32405"/>
                  </a:cubicBezTo>
                  <a:cubicBezTo>
                    <a:pt x="30555" y="33673"/>
                    <a:pt x="30622" y="34740"/>
                    <a:pt x="30655" y="35241"/>
                  </a:cubicBezTo>
                  <a:lnTo>
                    <a:pt x="30655" y="35174"/>
                  </a:lnTo>
                  <a:cubicBezTo>
                    <a:pt x="30689" y="36141"/>
                    <a:pt x="31122" y="36942"/>
                    <a:pt x="31389" y="37642"/>
                  </a:cubicBezTo>
                  <a:cubicBezTo>
                    <a:pt x="31690" y="38343"/>
                    <a:pt x="31856" y="39010"/>
                    <a:pt x="31856" y="39644"/>
                  </a:cubicBezTo>
                  <a:cubicBezTo>
                    <a:pt x="31856" y="39811"/>
                    <a:pt x="31823" y="39944"/>
                    <a:pt x="31823" y="40111"/>
                  </a:cubicBezTo>
                  <a:cubicBezTo>
                    <a:pt x="31790" y="40278"/>
                    <a:pt x="31723" y="40444"/>
                    <a:pt x="31690" y="40578"/>
                  </a:cubicBezTo>
                  <a:cubicBezTo>
                    <a:pt x="31623" y="40845"/>
                    <a:pt x="31489" y="41145"/>
                    <a:pt x="31389" y="41412"/>
                  </a:cubicBezTo>
                  <a:cubicBezTo>
                    <a:pt x="31156" y="41946"/>
                    <a:pt x="30956" y="42413"/>
                    <a:pt x="30789" y="42846"/>
                  </a:cubicBezTo>
                  <a:cubicBezTo>
                    <a:pt x="30722" y="42980"/>
                    <a:pt x="30689" y="43113"/>
                    <a:pt x="30655" y="43180"/>
                  </a:cubicBezTo>
                  <a:cubicBezTo>
                    <a:pt x="30622" y="43280"/>
                    <a:pt x="30622" y="43413"/>
                    <a:pt x="30555" y="43480"/>
                  </a:cubicBezTo>
                  <a:cubicBezTo>
                    <a:pt x="30489" y="43680"/>
                    <a:pt x="30455" y="43847"/>
                    <a:pt x="30455" y="44014"/>
                  </a:cubicBezTo>
                  <a:cubicBezTo>
                    <a:pt x="30455" y="44247"/>
                    <a:pt x="30389" y="44347"/>
                    <a:pt x="30389" y="44481"/>
                  </a:cubicBezTo>
                  <a:lnTo>
                    <a:pt x="30389" y="44781"/>
                  </a:lnTo>
                  <a:cubicBezTo>
                    <a:pt x="30389" y="44899"/>
                    <a:pt x="30389" y="44955"/>
                    <a:pt x="30393" y="44955"/>
                  </a:cubicBezTo>
                  <a:cubicBezTo>
                    <a:pt x="30399" y="44955"/>
                    <a:pt x="30415" y="44823"/>
                    <a:pt x="30455" y="44581"/>
                  </a:cubicBezTo>
                  <a:lnTo>
                    <a:pt x="30455" y="44581"/>
                  </a:lnTo>
                  <a:cubicBezTo>
                    <a:pt x="30355" y="45481"/>
                    <a:pt x="30389" y="46315"/>
                    <a:pt x="30655" y="47083"/>
                  </a:cubicBezTo>
                  <a:cubicBezTo>
                    <a:pt x="30889" y="47783"/>
                    <a:pt x="31356" y="48350"/>
                    <a:pt x="31856" y="48684"/>
                  </a:cubicBezTo>
                  <a:cubicBezTo>
                    <a:pt x="32323" y="49084"/>
                    <a:pt x="32824" y="49251"/>
                    <a:pt x="33191" y="49418"/>
                  </a:cubicBezTo>
                  <a:cubicBezTo>
                    <a:pt x="33558" y="49584"/>
                    <a:pt x="33891" y="49684"/>
                    <a:pt x="34191" y="49784"/>
                  </a:cubicBezTo>
                  <a:cubicBezTo>
                    <a:pt x="35325" y="50118"/>
                    <a:pt x="35626" y="50185"/>
                    <a:pt x="35626" y="50185"/>
                  </a:cubicBezTo>
                  <a:cubicBezTo>
                    <a:pt x="35763" y="50231"/>
                    <a:pt x="35880" y="50251"/>
                    <a:pt x="35975" y="50251"/>
                  </a:cubicBezTo>
                  <a:cubicBezTo>
                    <a:pt x="36362" y="50251"/>
                    <a:pt x="36375" y="49913"/>
                    <a:pt x="35893" y="49618"/>
                  </a:cubicBezTo>
                  <a:cubicBezTo>
                    <a:pt x="35893" y="49618"/>
                    <a:pt x="35659" y="49518"/>
                    <a:pt x="34525" y="49184"/>
                  </a:cubicBezTo>
                  <a:cubicBezTo>
                    <a:pt x="34225" y="49117"/>
                    <a:pt x="33891" y="49017"/>
                    <a:pt x="33524" y="48850"/>
                  </a:cubicBezTo>
                  <a:cubicBezTo>
                    <a:pt x="33157" y="48684"/>
                    <a:pt x="32724" y="48517"/>
                    <a:pt x="32323" y="48183"/>
                  </a:cubicBezTo>
                  <a:cubicBezTo>
                    <a:pt x="31890" y="47916"/>
                    <a:pt x="31523" y="47449"/>
                    <a:pt x="31323" y="46816"/>
                  </a:cubicBezTo>
                  <a:cubicBezTo>
                    <a:pt x="31152" y="46277"/>
                    <a:pt x="31127" y="45641"/>
                    <a:pt x="31144" y="44909"/>
                  </a:cubicBezTo>
                  <a:lnTo>
                    <a:pt x="31144" y="44909"/>
                  </a:lnTo>
                  <a:cubicBezTo>
                    <a:pt x="31144" y="44913"/>
                    <a:pt x="31145" y="44915"/>
                    <a:pt x="31146" y="44915"/>
                  </a:cubicBezTo>
                  <a:cubicBezTo>
                    <a:pt x="31150" y="44915"/>
                    <a:pt x="31156" y="44856"/>
                    <a:pt x="31156" y="44748"/>
                  </a:cubicBezTo>
                  <a:lnTo>
                    <a:pt x="31156" y="44447"/>
                  </a:lnTo>
                  <a:cubicBezTo>
                    <a:pt x="31156" y="44314"/>
                    <a:pt x="31189" y="44180"/>
                    <a:pt x="31189" y="44080"/>
                  </a:cubicBezTo>
                  <a:cubicBezTo>
                    <a:pt x="31189" y="43947"/>
                    <a:pt x="31223" y="43780"/>
                    <a:pt x="31289" y="43613"/>
                  </a:cubicBezTo>
                  <a:cubicBezTo>
                    <a:pt x="31323" y="43513"/>
                    <a:pt x="31323" y="43447"/>
                    <a:pt x="31356" y="43347"/>
                  </a:cubicBezTo>
                  <a:cubicBezTo>
                    <a:pt x="31389" y="43280"/>
                    <a:pt x="31456" y="43146"/>
                    <a:pt x="31489" y="43080"/>
                  </a:cubicBezTo>
                  <a:cubicBezTo>
                    <a:pt x="31656" y="42646"/>
                    <a:pt x="31856" y="42179"/>
                    <a:pt x="32123" y="41645"/>
                  </a:cubicBezTo>
                  <a:cubicBezTo>
                    <a:pt x="32223" y="41412"/>
                    <a:pt x="32357" y="41112"/>
                    <a:pt x="32457" y="40778"/>
                  </a:cubicBezTo>
                  <a:lnTo>
                    <a:pt x="32557" y="40278"/>
                  </a:lnTo>
                  <a:cubicBezTo>
                    <a:pt x="32557" y="40111"/>
                    <a:pt x="32624" y="39944"/>
                    <a:pt x="32624" y="39744"/>
                  </a:cubicBezTo>
                  <a:cubicBezTo>
                    <a:pt x="32657" y="38977"/>
                    <a:pt x="32457" y="38176"/>
                    <a:pt x="32157" y="37442"/>
                  </a:cubicBezTo>
                  <a:cubicBezTo>
                    <a:pt x="31856" y="36675"/>
                    <a:pt x="31489" y="35975"/>
                    <a:pt x="31489" y="35241"/>
                  </a:cubicBezTo>
                  <a:lnTo>
                    <a:pt x="31489" y="35174"/>
                  </a:lnTo>
                  <a:cubicBezTo>
                    <a:pt x="31456" y="34740"/>
                    <a:pt x="31456" y="33806"/>
                    <a:pt x="31723" y="32572"/>
                  </a:cubicBezTo>
                  <a:cubicBezTo>
                    <a:pt x="31856" y="31938"/>
                    <a:pt x="32023" y="31238"/>
                    <a:pt x="32223" y="30471"/>
                  </a:cubicBezTo>
                  <a:cubicBezTo>
                    <a:pt x="32457" y="29670"/>
                    <a:pt x="32657" y="28836"/>
                    <a:pt x="32724" y="27935"/>
                  </a:cubicBezTo>
                  <a:cubicBezTo>
                    <a:pt x="32957" y="26101"/>
                    <a:pt x="32624" y="23899"/>
                    <a:pt x="31122" y="22265"/>
                  </a:cubicBezTo>
                  <a:cubicBezTo>
                    <a:pt x="30355" y="21498"/>
                    <a:pt x="29488" y="20964"/>
                    <a:pt x="28554" y="20497"/>
                  </a:cubicBezTo>
                  <a:cubicBezTo>
                    <a:pt x="27653" y="20063"/>
                    <a:pt x="26686" y="19763"/>
                    <a:pt x="25685" y="19596"/>
                  </a:cubicBezTo>
                  <a:cubicBezTo>
                    <a:pt x="25185" y="19596"/>
                    <a:pt x="24718" y="19563"/>
                    <a:pt x="24218" y="19563"/>
                  </a:cubicBezTo>
                  <a:cubicBezTo>
                    <a:pt x="23717" y="19596"/>
                    <a:pt x="23217" y="19596"/>
                    <a:pt x="22783" y="19630"/>
                  </a:cubicBezTo>
                  <a:cubicBezTo>
                    <a:pt x="22516" y="19663"/>
                    <a:pt x="22316" y="19663"/>
                    <a:pt x="22049" y="19663"/>
                  </a:cubicBezTo>
                  <a:cubicBezTo>
                    <a:pt x="21849" y="19663"/>
                    <a:pt x="21649" y="19663"/>
                    <a:pt x="21449" y="19630"/>
                  </a:cubicBezTo>
                  <a:cubicBezTo>
                    <a:pt x="21215" y="19596"/>
                    <a:pt x="21015" y="19563"/>
                    <a:pt x="20815" y="19463"/>
                  </a:cubicBezTo>
                  <a:cubicBezTo>
                    <a:pt x="20615" y="19396"/>
                    <a:pt x="20381" y="19263"/>
                    <a:pt x="20181" y="19163"/>
                  </a:cubicBezTo>
                  <a:cubicBezTo>
                    <a:pt x="19347" y="18729"/>
                    <a:pt x="18480" y="18229"/>
                    <a:pt x="17646" y="17628"/>
                  </a:cubicBezTo>
                  <a:cubicBezTo>
                    <a:pt x="16812" y="17061"/>
                    <a:pt x="15945" y="16427"/>
                    <a:pt x="14978" y="15927"/>
                  </a:cubicBezTo>
                  <a:lnTo>
                    <a:pt x="14210" y="15593"/>
                  </a:lnTo>
                  <a:lnTo>
                    <a:pt x="13443" y="15326"/>
                  </a:lnTo>
                  <a:cubicBezTo>
                    <a:pt x="12876" y="15160"/>
                    <a:pt x="12342" y="15093"/>
                    <a:pt x="11809" y="15060"/>
                  </a:cubicBezTo>
                  <a:cubicBezTo>
                    <a:pt x="11275" y="14993"/>
                    <a:pt x="10775" y="14960"/>
                    <a:pt x="10308" y="14893"/>
                  </a:cubicBezTo>
                  <a:cubicBezTo>
                    <a:pt x="10041" y="14826"/>
                    <a:pt x="9874" y="14759"/>
                    <a:pt x="9674" y="14659"/>
                  </a:cubicBezTo>
                  <a:cubicBezTo>
                    <a:pt x="9607" y="14626"/>
                    <a:pt x="9507" y="14593"/>
                    <a:pt x="9440" y="14493"/>
                  </a:cubicBezTo>
                  <a:cubicBezTo>
                    <a:pt x="9374" y="14493"/>
                    <a:pt x="9340" y="14459"/>
                    <a:pt x="9307" y="14426"/>
                  </a:cubicBezTo>
                  <a:lnTo>
                    <a:pt x="9273" y="14392"/>
                  </a:lnTo>
                  <a:lnTo>
                    <a:pt x="9207" y="14326"/>
                  </a:lnTo>
                  <a:cubicBezTo>
                    <a:pt x="9173" y="14292"/>
                    <a:pt x="9173" y="14259"/>
                    <a:pt x="9140" y="14259"/>
                  </a:cubicBezTo>
                  <a:lnTo>
                    <a:pt x="8973" y="14159"/>
                  </a:lnTo>
                  <a:cubicBezTo>
                    <a:pt x="8940" y="14159"/>
                    <a:pt x="8873" y="14126"/>
                    <a:pt x="8840" y="14092"/>
                  </a:cubicBezTo>
                  <a:cubicBezTo>
                    <a:pt x="8773" y="14059"/>
                    <a:pt x="8706" y="13959"/>
                    <a:pt x="8640" y="13892"/>
                  </a:cubicBezTo>
                  <a:cubicBezTo>
                    <a:pt x="8473" y="13725"/>
                    <a:pt x="8339" y="13559"/>
                    <a:pt x="8206" y="13325"/>
                  </a:cubicBezTo>
                  <a:cubicBezTo>
                    <a:pt x="7973" y="12925"/>
                    <a:pt x="7772" y="12458"/>
                    <a:pt x="7472" y="12057"/>
                  </a:cubicBezTo>
                  <a:cubicBezTo>
                    <a:pt x="7305" y="11824"/>
                    <a:pt x="7139" y="11624"/>
                    <a:pt x="6938" y="11424"/>
                  </a:cubicBezTo>
                  <a:lnTo>
                    <a:pt x="6538" y="11157"/>
                  </a:lnTo>
                  <a:lnTo>
                    <a:pt x="6471" y="11123"/>
                  </a:lnTo>
                  <a:lnTo>
                    <a:pt x="6505" y="11123"/>
                  </a:lnTo>
                  <a:lnTo>
                    <a:pt x="6471" y="11090"/>
                  </a:lnTo>
                  <a:lnTo>
                    <a:pt x="6305" y="10957"/>
                  </a:lnTo>
                  <a:cubicBezTo>
                    <a:pt x="6105" y="10790"/>
                    <a:pt x="5838" y="10656"/>
                    <a:pt x="5638" y="10556"/>
                  </a:cubicBezTo>
                  <a:cubicBezTo>
                    <a:pt x="5371" y="10456"/>
                    <a:pt x="5171" y="10390"/>
                    <a:pt x="4937" y="10290"/>
                  </a:cubicBezTo>
                  <a:cubicBezTo>
                    <a:pt x="3970" y="9956"/>
                    <a:pt x="3036" y="9923"/>
                    <a:pt x="2335" y="9589"/>
                  </a:cubicBezTo>
                  <a:cubicBezTo>
                    <a:pt x="1601" y="9289"/>
                    <a:pt x="1134" y="8722"/>
                    <a:pt x="934" y="7988"/>
                  </a:cubicBezTo>
                  <a:cubicBezTo>
                    <a:pt x="867" y="7821"/>
                    <a:pt x="834" y="7621"/>
                    <a:pt x="801" y="7454"/>
                  </a:cubicBezTo>
                  <a:cubicBezTo>
                    <a:pt x="767" y="7287"/>
                    <a:pt x="767" y="7121"/>
                    <a:pt x="701" y="6954"/>
                  </a:cubicBezTo>
                  <a:cubicBezTo>
                    <a:pt x="667" y="6620"/>
                    <a:pt x="701" y="6320"/>
                    <a:pt x="767" y="5986"/>
                  </a:cubicBezTo>
                  <a:cubicBezTo>
                    <a:pt x="934" y="5319"/>
                    <a:pt x="1168" y="4786"/>
                    <a:pt x="1435" y="4252"/>
                  </a:cubicBezTo>
                  <a:cubicBezTo>
                    <a:pt x="1935" y="3151"/>
                    <a:pt x="2202" y="2150"/>
                    <a:pt x="2102" y="1450"/>
                  </a:cubicBezTo>
                  <a:cubicBezTo>
                    <a:pt x="2035" y="1283"/>
                    <a:pt x="2035" y="1116"/>
                    <a:pt x="2002" y="983"/>
                  </a:cubicBezTo>
                  <a:cubicBezTo>
                    <a:pt x="1968" y="883"/>
                    <a:pt x="1935" y="749"/>
                    <a:pt x="1868" y="649"/>
                  </a:cubicBezTo>
                  <a:cubicBezTo>
                    <a:pt x="1835" y="483"/>
                    <a:pt x="1801" y="416"/>
                    <a:pt x="1801" y="416"/>
                  </a:cubicBezTo>
                  <a:cubicBezTo>
                    <a:pt x="1649" y="125"/>
                    <a:pt x="1485" y="1"/>
                    <a:pt x="13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72" name="Google Shape;3272;p27"/>
            <p:cNvSpPr/>
            <p:nvPr/>
          </p:nvSpPr>
          <p:spPr>
            <a:xfrm flipH="1">
              <a:off x="-1849972" y="679061"/>
              <a:ext cx="732766" cy="593688"/>
            </a:xfrm>
            <a:custGeom>
              <a:avLst/>
              <a:gdLst/>
              <a:ahLst/>
              <a:cxnLst/>
              <a:rect l="l" t="t" r="r" b="b"/>
              <a:pathLst>
                <a:path w="32524" h="26351" extrusionOk="0">
                  <a:moveTo>
                    <a:pt x="80" y="0"/>
                  </a:moveTo>
                  <a:lnTo>
                    <a:pt x="80" y="0"/>
                  </a:lnTo>
                  <a:cubicBezTo>
                    <a:pt x="6" y="0"/>
                    <a:pt x="1" y="141"/>
                    <a:pt x="115" y="369"/>
                  </a:cubicBezTo>
                  <a:cubicBezTo>
                    <a:pt x="115" y="369"/>
                    <a:pt x="181" y="436"/>
                    <a:pt x="215" y="602"/>
                  </a:cubicBezTo>
                  <a:cubicBezTo>
                    <a:pt x="248" y="669"/>
                    <a:pt x="281" y="802"/>
                    <a:pt x="348" y="936"/>
                  </a:cubicBezTo>
                  <a:cubicBezTo>
                    <a:pt x="381" y="1103"/>
                    <a:pt x="415" y="1269"/>
                    <a:pt x="448" y="1470"/>
                  </a:cubicBezTo>
                  <a:cubicBezTo>
                    <a:pt x="548" y="1870"/>
                    <a:pt x="548" y="2504"/>
                    <a:pt x="415" y="3304"/>
                  </a:cubicBezTo>
                  <a:cubicBezTo>
                    <a:pt x="348" y="3671"/>
                    <a:pt x="248" y="4138"/>
                    <a:pt x="181" y="4672"/>
                  </a:cubicBezTo>
                  <a:cubicBezTo>
                    <a:pt x="81" y="5172"/>
                    <a:pt x="48" y="5806"/>
                    <a:pt x="215" y="6473"/>
                  </a:cubicBezTo>
                  <a:cubicBezTo>
                    <a:pt x="248" y="6607"/>
                    <a:pt x="281" y="6840"/>
                    <a:pt x="381" y="7207"/>
                  </a:cubicBezTo>
                  <a:cubicBezTo>
                    <a:pt x="415" y="7374"/>
                    <a:pt x="515" y="7607"/>
                    <a:pt x="582" y="7841"/>
                  </a:cubicBezTo>
                  <a:cubicBezTo>
                    <a:pt x="682" y="8108"/>
                    <a:pt x="782" y="8341"/>
                    <a:pt x="1049" y="8608"/>
                  </a:cubicBezTo>
                  <a:cubicBezTo>
                    <a:pt x="1282" y="8842"/>
                    <a:pt x="1616" y="8975"/>
                    <a:pt x="1949" y="9042"/>
                  </a:cubicBezTo>
                  <a:cubicBezTo>
                    <a:pt x="2283" y="9142"/>
                    <a:pt x="2683" y="9209"/>
                    <a:pt x="3017" y="9309"/>
                  </a:cubicBezTo>
                  <a:cubicBezTo>
                    <a:pt x="3684" y="9542"/>
                    <a:pt x="4418" y="9842"/>
                    <a:pt x="5051" y="10443"/>
                  </a:cubicBezTo>
                  <a:cubicBezTo>
                    <a:pt x="5385" y="10676"/>
                    <a:pt x="5685" y="11010"/>
                    <a:pt x="6019" y="11310"/>
                  </a:cubicBezTo>
                  <a:cubicBezTo>
                    <a:pt x="6352" y="11610"/>
                    <a:pt x="6619" y="11977"/>
                    <a:pt x="6953" y="12311"/>
                  </a:cubicBezTo>
                  <a:cubicBezTo>
                    <a:pt x="7120" y="12478"/>
                    <a:pt x="7286" y="12644"/>
                    <a:pt x="7520" y="12811"/>
                  </a:cubicBezTo>
                  <a:lnTo>
                    <a:pt x="7787" y="13045"/>
                  </a:lnTo>
                  <a:cubicBezTo>
                    <a:pt x="7887" y="13145"/>
                    <a:pt x="8020" y="13178"/>
                    <a:pt x="8087" y="13278"/>
                  </a:cubicBezTo>
                  <a:cubicBezTo>
                    <a:pt x="8287" y="13378"/>
                    <a:pt x="8521" y="13545"/>
                    <a:pt x="8721" y="13645"/>
                  </a:cubicBezTo>
                  <a:lnTo>
                    <a:pt x="9054" y="13812"/>
                  </a:lnTo>
                  <a:lnTo>
                    <a:pt x="9221" y="13879"/>
                  </a:lnTo>
                  <a:lnTo>
                    <a:pt x="9288" y="13945"/>
                  </a:lnTo>
                  <a:cubicBezTo>
                    <a:pt x="9355" y="13945"/>
                    <a:pt x="9388" y="13979"/>
                    <a:pt x="9421" y="13979"/>
                  </a:cubicBezTo>
                  <a:cubicBezTo>
                    <a:pt x="9922" y="14145"/>
                    <a:pt x="10455" y="14145"/>
                    <a:pt x="10922" y="14145"/>
                  </a:cubicBezTo>
                  <a:cubicBezTo>
                    <a:pt x="11389" y="14145"/>
                    <a:pt x="11856" y="14145"/>
                    <a:pt x="12290" y="14212"/>
                  </a:cubicBezTo>
                  <a:lnTo>
                    <a:pt x="12457" y="14279"/>
                  </a:lnTo>
                  <a:lnTo>
                    <a:pt x="12557" y="14279"/>
                  </a:lnTo>
                  <a:lnTo>
                    <a:pt x="12790" y="14446"/>
                  </a:lnTo>
                  <a:cubicBezTo>
                    <a:pt x="12957" y="14546"/>
                    <a:pt x="13091" y="14712"/>
                    <a:pt x="13257" y="14879"/>
                  </a:cubicBezTo>
                  <a:cubicBezTo>
                    <a:pt x="13591" y="15213"/>
                    <a:pt x="13858" y="15613"/>
                    <a:pt x="14225" y="15880"/>
                  </a:cubicBezTo>
                  <a:lnTo>
                    <a:pt x="14592" y="16147"/>
                  </a:lnTo>
                  <a:cubicBezTo>
                    <a:pt x="14725" y="16214"/>
                    <a:pt x="14859" y="16280"/>
                    <a:pt x="14925" y="16314"/>
                  </a:cubicBezTo>
                  <a:lnTo>
                    <a:pt x="14892" y="16314"/>
                  </a:lnTo>
                  <a:cubicBezTo>
                    <a:pt x="15959" y="16881"/>
                    <a:pt x="17260" y="17214"/>
                    <a:pt x="18595" y="17214"/>
                  </a:cubicBezTo>
                  <a:cubicBezTo>
                    <a:pt x="18722" y="17221"/>
                    <a:pt x="18849" y="17224"/>
                    <a:pt x="18977" y="17224"/>
                  </a:cubicBezTo>
                  <a:cubicBezTo>
                    <a:pt x="20156" y="17224"/>
                    <a:pt x="21357" y="16968"/>
                    <a:pt x="22531" y="16847"/>
                  </a:cubicBezTo>
                  <a:cubicBezTo>
                    <a:pt x="22962" y="16791"/>
                    <a:pt x="23402" y="16761"/>
                    <a:pt x="23840" y="16761"/>
                  </a:cubicBezTo>
                  <a:cubicBezTo>
                    <a:pt x="24688" y="16761"/>
                    <a:pt x="25530" y="16872"/>
                    <a:pt x="26300" y="17114"/>
                  </a:cubicBezTo>
                  <a:cubicBezTo>
                    <a:pt x="27468" y="17481"/>
                    <a:pt x="28535" y="18148"/>
                    <a:pt x="29402" y="18849"/>
                  </a:cubicBezTo>
                  <a:cubicBezTo>
                    <a:pt x="30270" y="19616"/>
                    <a:pt x="30903" y="20483"/>
                    <a:pt x="31370" y="21317"/>
                  </a:cubicBezTo>
                  <a:cubicBezTo>
                    <a:pt x="31804" y="22184"/>
                    <a:pt x="32071" y="22985"/>
                    <a:pt x="32204" y="23686"/>
                  </a:cubicBezTo>
                  <a:cubicBezTo>
                    <a:pt x="32238" y="24086"/>
                    <a:pt x="32304" y="24353"/>
                    <a:pt x="32304" y="24653"/>
                  </a:cubicBezTo>
                  <a:cubicBezTo>
                    <a:pt x="32371" y="24953"/>
                    <a:pt x="32371" y="25153"/>
                    <a:pt x="32371" y="25353"/>
                  </a:cubicBezTo>
                  <a:lnTo>
                    <a:pt x="32371" y="25820"/>
                  </a:lnTo>
                  <a:lnTo>
                    <a:pt x="32371" y="25987"/>
                  </a:lnTo>
                  <a:cubicBezTo>
                    <a:pt x="32371" y="26226"/>
                    <a:pt x="32417" y="26351"/>
                    <a:pt x="32453" y="26351"/>
                  </a:cubicBezTo>
                  <a:cubicBezTo>
                    <a:pt x="32494" y="26351"/>
                    <a:pt x="32523" y="26201"/>
                    <a:pt x="32471" y="25887"/>
                  </a:cubicBezTo>
                  <a:lnTo>
                    <a:pt x="32471" y="25720"/>
                  </a:lnTo>
                  <a:lnTo>
                    <a:pt x="32471" y="25287"/>
                  </a:lnTo>
                  <a:cubicBezTo>
                    <a:pt x="32471" y="25053"/>
                    <a:pt x="32471" y="24820"/>
                    <a:pt x="32438" y="24519"/>
                  </a:cubicBezTo>
                  <a:cubicBezTo>
                    <a:pt x="32438" y="24219"/>
                    <a:pt x="32371" y="23952"/>
                    <a:pt x="32304" y="23552"/>
                  </a:cubicBezTo>
                  <a:cubicBezTo>
                    <a:pt x="32204" y="22852"/>
                    <a:pt x="31937" y="21984"/>
                    <a:pt x="31470" y="21117"/>
                  </a:cubicBezTo>
                  <a:cubicBezTo>
                    <a:pt x="31037" y="20183"/>
                    <a:pt x="30403" y="19316"/>
                    <a:pt x="29469" y="18515"/>
                  </a:cubicBezTo>
                  <a:cubicBezTo>
                    <a:pt x="28602" y="17715"/>
                    <a:pt x="27534" y="17047"/>
                    <a:pt x="26267" y="16647"/>
                  </a:cubicBezTo>
                  <a:cubicBezTo>
                    <a:pt x="25434" y="16355"/>
                    <a:pt x="24526" y="16244"/>
                    <a:pt x="23614" y="16244"/>
                  </a:cubicBezTo>
                  <a:cubicBezTo>
                    <a:pt x="23173" y="16244"/>
                    <a:pt x="22732" y="16270"/>
                    <a:pt x="22297" y="16314"/>
                  </a:cubicBezTo>
                  <a:cubicBezTo>
                    <a:pt x="21050" y="16438"/>
                    <a:pt x="19861" y="16650"/>
                    <a:pt x="18677" y="16650"/>
                  </a:cubicBezTo>
                  <a:cubicBezTo>
                    <a:pt x="18594" y="16650"/>
                    <a:pt x="18511" y="16649"/>
                    <a:pt x="18428" y="16647"/>
                  </a:cubicBezTo>
                  <a:cubicBezTo>
                    <a:pt x="17127" y="16647"/>
                    <a:pt x="15926" y="16314"/>
                    <a:pt x="14925" y="15780"/>
                  </a:cubicBezTo>
                  <a:lnTo>
                    <a:pt x="14892" y="15780"/>
                  </a:lnTo>
                  <a:lnTo>
                    <a:pt x="14625" y="15646"/>
                  </a:lnTo>
                  <a:cubicBezTo>
                    <a:pt x="14558" y="15613"/>
                    <a:pt x="14425" y="15513"/>
                    <a:pt x="14358" y="15446"/>
                  </a:cubicBezTo>
                  <a:cubicBezTo>
                    <a:pt x="14025" y="15146"/>
                    <a:pt x="13758" y="14813"/>
                    <a:pt x="13424" y="14479"/>
                  </a:cubicBezTo>
                  <a:cubicBezTo>
                    <a:pt x="13291" y="14312"/>
                    <a:pt x="13091" y="14145"/>
                    <a:pt x="12924" y="13979"/>
                  </a:cubicBezTo>
                  <a:lnTo>
                    <a:pt x="12590" y="13712"/>
                  </a:lnTo>
                  <a:cubicBezTo>
                    <a:pt x="12590" y="13678"/>
                    <a:pt x="12524" y="13678"/>
                    <a:pt x="12457" y="13678"/>
                  </a:cubicBezTo>
                  <a:lnTo>
                    <a:pt x="12390" y="13678"/>
                  </a:lnTo>
                  <a:lnTo>
                    <a:pt x="12223" y="13645"/>
                  </a:lnTo>
                  <a:cubicBezTo>
                    <a:pt x="11723" y="13545"/>
                    <a:pt x="11223" y="13545"/>
                    <a:pt x="10756" y="13545"/>
                  </a:cubicBezTo>
                  <a:cubicBezTo>
                    <a:pt x="10255" y="13545"/>
                    <a:pt x="9788" y="13545"/>
                    <a:pt x="9388" y="13445"/>
                  </a:cubicBezTo>
                  <a:lnTo>
                    <a:pt x="9355" y="13445"/>
                  </a:lnTo>
                  <a:lnTo>
                    <a:pt x="9254" y="13378"/>
                  </a:lnTo>
                  <a:lnTo>
                    <a:pt x="9088" y="13311"/>
                  </a:lnTo>
                  <a:lnTo>
                    <a:pt x="8754" y="13145"/>
                  </a:lnTo>
                  <a:cubicBezTo>
                    <a:pt x="8554" y="13045"/>
                    <a:pt x="8387" y="12945"/>
                    <a:pt x="8187" y="12811"/>
                  </a:cubicBezTo>
                  <a:cubicBezTo>
                    <a:pt x="8087" y="12778"/>
                    <a:pt x="7954" y="12711"/>
                    <a:pt x="7887" y="12644"/>
                  </a:cubicBezTo>
                  <a:lnTo>
                    <a:pt x="7620" y="12444"/>
                  </a:lnTo>
                  <a:cubicBezTo>
                    <a:pt x="7453" y="12311"/>
                    <a:pt x="7286" y="12144"/>
                    <a:pt x="7120" y="11977"/>
                  </a:cubicBezTo>
                  <a:cubicBezTo>
                    <a:pt x="6786" y="11644"/>
                    <a:pt x="6519" y="11310"/>
                    <a:pt x="6186" y="10976"/>
                  </a:cubicBezTo>
                  <a:cubicBezTo>
                    <a:pt x="5852" y="10643"/>
                    <a:pt x="5518" y="10309"/>
                    <a:pt x="5185" y="10042"/>
                  </a:cubicBezTo>
                  <a:cubicBezTo>
                    <a:pt x="5018" y="9876"/>
                    <a:pt x="4851" y="9776"/>
                    <a:pt x="4685" y="9642"/>
                  </a:cubicBezTo>
                  <a:cubicBezTo>
                    <a:pt x="4518" y="9509"/>
                    <a:pt x="4351" y="9375"/>
                    <a:pt x="4117" y="9309"/>
                  </a:cubicBezTo>
                  <a:cubicBezTo>
                    <a:pt x="3751" y="9142"/>
                    <a:pt x="3384" y="9008"/>
                    <a:pt x="3017" y="8875"/>
                  </a:cubicBezTo>
                  <a:cubicBezTo>
                    <a:pt x="2283" y="8708"/>
                    <a:pt x="1582" y="8675"/>
                    <a:pt x="1215" y="8308"/>
                  </a:cubicBezTo>
                  <a:cubicBezTo>
                    <a:pt x="1015" y="8108"/>
                    <a:pt x="882" y="7874"/>
                    <a:pt x="782" y="7674"/>
                  </a:cubicBezTo>
                  <a:cubicBezTo>
                    <a:pt x="715" y="7474"/>
                    <a:pt x="615" y="7274"/>
                    <a:pt x="582" y="7107"/>
                  </a:cubicBezTo>
                  <a:cubicBezTo>
                    <a:pt x="515" y="6707"/>
                    <a:pt x="448" y="6473"/>
                    <a:pt x="415" y="6340"/>
                  </a:cubicBezTo>
                  <a:cubicBezTo>
                    <a:pt x="248" y="5706"/>
                    <a:pt x="281" y="5139"/>
                    <a:pt x="381" y="4639"/>
                  </a:cubicBezTo>
                  <a:cubicBezTo>
                    <a:pt x="448" y="4138"/>
                    <a:pt x="548" y="3671"/>
                    <a:pt x="615" y="3271"/>
                  </a:cubicBezTo>
                  <a:cubicBezTo>
                    <a:pt x="748" y="2437"/>
                    <a:pt x="748" y="1803"/>
                    <a:pt x="682" y="1336"/>
                  </a:cubicBezTo>
                  <a:cubicBezTo>
                    <a:pt x="615" y="1136"/>
                    <a:pt x="582" y="969"/>
                    <a:pt x="548" y="802"/>
                  </a:cubicBezTo>
                  <a:cubicBezTo>
                    <a:pt x="515" y="669"/>
                    <a:pt x="448" y="536"/>
                    <a:pt x="415" y="469"/>
                  </a:cubicBezTo>
                  <a:cubicBezTo>
                    <a:pt x="381" y="302"/>
                    <a:pt x="348" y="269"/>
                    <a:pt x="348" y="269"/>
                  </a:cubicBezTo>
                  <a:cubicBezTo>
                    <a:pt x="233" y="82"/>
                    <a:pt x="136" y="0"/>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73" name="Google Shape;3273;p27"/>
            <p:cNvSpPr/>
            <p:nvPr/>
          </p:nvSpPr>
          <p:spPr>
            <a:xfrm flipH="1">
              <a:off x="-1877188" y="625169"/>
              <a:ext cx="1574329" cy="3117792"/>
            </a:xfrm>
            <a:custGeom>
              <a:avLst/>
              <a:gdLst/>
              <a:ahLst/>
              <a:cxnLst/>
              <a:rect l="l" t="t" r="r" b="b"/>
              <a:pathLst>
                <a:path w="69877" h="138384" extrusionOk="0">
                  <a:moveTo>
                    <a:pt x="14034" y="0"/>
                  </a:moveTo>
                  <a:cubicBezTo>
                    <a:pt x="13967" y="0"/>
                    <a:pt x="13860" y="484"/>
                    <a:pt x="13777" y="1460"/>
                  </a:cubicBezTo>
                  <a:cubicBezTo>
                    <a:pt x="13777" y="1460"/>
                    <a:pt x="13744" y="1560"/>
                    <a:pt x="13710" y="1860"/>
                  </a:cubicBezTo>
                  <a:cubicBezTo>
                    <a:pt x="13677" y="2027"/>
                    <a:pt x="13610" y="2194"/>
                    <a:pt x="13577" y="2461"/>
                  </a:cubicBezTo>
                  <a:cubicBezTo>
                    <a:pt x="13510" y="2661"/>
                    <a:pt x="13410" y="2961"/>
                    <a:pt x="13343" y="3228"/>
                  </a:cubicBezTo>
                  <a:cubicBezTo>
                    <a:pt x="13110" y="3862"/>
                    <a:pt x="12776" y="4629"/>
                    <a:pt x="12176" y="5396"/>
                  </a:cubicBezTo>
                  <a:cubicBezTo>
                    <a:pt x="11542" y="6197"/>
                    <a:pt x="10575" y="6997"/>
                    <a:pt x="9374" y="7831"/>
                  </a:cubicBezTo>
                  <a:cubicBezTo>
                    <a:pt x="8206" y="8665"/>
                    <a:pt x="6772" y="9699"/>
                    <a:pt x="5671" y="11334"/>
                  </a:cubicBezTo>
                  <a:cubicBezTo>
                    <a:pt x="5404" y="11734"/>
                    <a:pt x="5071" y="12134"/>
                    <a:pt x="4904" y="12668"/>
                  </a:cubicBezTo>
                  <a:cubicBezTo>
                    <a:pt x="4737" y="13168"/>
                    <a:pt x="4737" y="13735"/>
                    <a:pt x="4770" y="14302"/>
                  </a:cubicBezTo>
                  <a:cubicBezTo>
                    <a:pt x="4904" y="15403"/>
                    <a:pt x="5237" y="16537"/>
                    <a:pt x="5438" y="17705"/>
                  </a:cubicBezTo>
                  <a:cubicBezTo>
                    <a:pt x="5571" y="18339"/>
                    <a:pt x="5604" y="18906"/>
                    <a:pt x="5504" y="19540"/>
                  </a:cubicBezTo>
                  <a:cubicBezTo>
                    <a:pt x="5404" y="20173"/>
                    <a:pt x="5037" y="20674"/>
                    <a:pt x="4537" y="21141"/>
                  </a:cubicBezTo>
                  <a:cubicBezTo>
                    <a:pt x="3570" y="22008"/>
                    <a:pt x="2235" y="22575"/>
                    <a:pt x="1068" y="23576"/>
                  </a:cubicBezTo>
                  <a:cubicBezTo>
                    <a:pt x="768" y="23843"/>
                    <a:pt x="534" y="24176"/>
                    <a:pt x="334" y="24510"/>
                  </a:cubicBezTo>
                  <a:lnTo>
                    <a:pt x="201" y="24810"/>
                  </a:lnTo>
                  <a:cubicBezTo>
                    <a:pt x="167" y="24877"/>
                    <a:pt x="167" y="25010"/>
                    <a:pt x="100" y="25077"/>
                  </a:cubicBezTo>
                  <a:cubicBezTo>
                    <a:pt x="34" y="25310"/>
                    <a:pt x="34" y="25510"/>
                    <a:pt x="34" y="25711"/>
                  </a:cubicBezTo>
                  <a:cubicBezTo>
                    <a:pt x="0" y="26545"/>
                    <a:pt x="334" y="27345"/>
                    <a:pt x="668" y="28079"/>
                  </a:cubicBezTo>
                  <a:cubicBezTo>
                    <a:pt x="1001" y="28846"/>
                    <a:pt x="1435" y="29547"/>
                    <a:pt x="1835" y="30314"/>
                  </a:cubicBezTo>
                  <a:cubicBezTo>
                    <a:pt x="2235" y="31048"/>
                    <a:pt x="2569" y="31882"/>
                    <a:pt x="2569" y="32716"/>
                  </a:cubicBezTo>
                  <a:cubicBezTo>
                    <a:pt x="2602" y="33316"/>
                    <a:pt x="2502" y="34250"/>
                    <a:pt x="1902" y="35484"/>
                  </a:cubicBezTo>
                  <a:cubicBezTo>
                    <a:pt x="1668" y="36051"/>
                    <a:pt x="1268" y="36718"/>
                    <a:pt x="934" y="37486"/>
                  </a:cubicBezTo>
                  <a:cubicBezTo>
                    <a:pt x="601" y="38220"/>
                    <a:pt x="201" y="39087"/>
                    <a:pt x="234" y="40154"/>
                  </a:cubicBezTo>
                  <a:cubicBezTo>
                    <a:pt x="334" y="40688"/>
                    <a:pt x="534" y="41155"/>
                    <a:pt x="668" y="41655"/>
                  </a:cubicBezTo>
                  <a:cubicBezTo>
                    <a:pt x="768" y="42156"/>
                    <a:pt x="934" y="42656"/>
                    <a:pt x="1168" y="43156"/>
                  </a:cubicBezTo>
                  <a:cubicBezTo>
                    <a:pt x="1368" y="43657"/>
                    <a:pt x="1535" y="44191"/>
                    <a:pt x="1768" y="44691"/>
                  </a:cubicBezTo>
                  <a:cubicBezTo>
                    <a:pt x="2035" y="45191"/>
                    <a:pt x="2269" y="45725"/>
                    <a:pt x="2569" y="46259"/>
                  </a:cubicBezTo>
                  <a:cubicBezTo>
                    <a:pt x="3703" y="48394"/>
                    <a:pt x="5371" y="50495"/>
                    <a:pt x="7539" y="52196"/>
                  </a:cubicBezTo>
                  <a:cubicBezTo>
                    <a:pt x="8673" y="53030"/>
                    <a:pt x="9841" y="53764"/>
                    <a:pt x="11175" y="54364"/>
                  </a:cubicBezTo>
                  <a:cubicBezTo>
                    <a:pt x="12509" y="54932"/>
                    <a:pt x="13877" y="55432"/>
                    <a:pt x="15345" y="55732"/>
                  </a:cubicBezTo>
                  <a:cubicBezTo>
                    <a:pt x="15678" y="55832"/>
                    <a:pt x="16045" y="55866"/>
                    <a:pt x="16412" y="55932"/>
                  </a:cubicBezTo>
                  <a:cubicBezTo>
                    <a:pt x="16746" y="55999"/>
                    <a:pt x="17113" y="56066"/>
                    <a:pt x="17513" y="56099"/>
                  </a:cubicBezTo>
                  <a:cubicBezTo>
                    <a:pt x="17880" y="56199"/>
                    <a:pt x="18247" y="56232"/>
                    <a:pt x="18614" y="56266"/>
                  </a:cubicBezTo>
                  <a:cubicBezTo>
                    <a:pt x="19014" y="56333"/>
                    <a:pt x="19381" y="56366"/>
                    <a:pt x="19748" y="56366"/>
                  </a:cubicBezTo>
                  <a:cubicBezTo>
                    <a:pt x="21249" y="56433"/>
                    <a:pt x="22750" y="56533"/>
                    <a:pt x="24218" y="56833"/>
                  </a:cubicBezTo>
                  <a:cubicBezTo>
                    <a:pt x="24918" y="56933"/>
                    <a:pt x="25619" y="57200"/>
                    <a:pt x="26353" y="57433"/>
                  </a:cubicBezTo>
                  <a:cubicBezTo>
                    <a:pt x="27020" y="57734"/>
                    <a:pt x="27720" y="58067"/>
                    <a:pt x="28287" y="58501"/>
                  </a:cubicBezTo>
                  <a:cubicBezTo>
                    <a:pt x="28921" y="58868"/>
                    <a:pt x="29455" y="59368"/>
                    <a:pt x="30022" y="59868"/>
                  </a:cubicBezTo>
                  <a:lnTo>
                    <a:pt x="30856" y="60669"/>
                  </a:lnTo>
                  <a:cubicBezTo>
                    <a:pt x="31123" y="60902"/>
                    <a:pt x="31423" y="61169"/>
                    <a:pt x="31723" y="61369"/>
                  </a:cubicBezTo>
                  <a:cubicBezTo>
                    <a:pt x="32924" y="62270"/>
                    <a:pt x="34225" y="63037"/>
                    <a:pt x="35392" y="63871"/>
                  </a:cubicBezTo>
                  <a:cubicBezTo>
                    <a:pt x="36560" y="64672"/>
                    <a:pt x="37594" y="65673"/>
                    <a:pt x="38194" y="66873"/>
                  </a:cubicBezTo>
                  <a:cubicBezTo>
                    <a:pt x="38561" y="67574"/>
                    <a:pt x="38728" y="68374"/>
                    <a:pt x="38861" y="69175"/>
                  </a:cubicBezTo>
                  <a:cubicBezTo>
                    <a:pt x="38928" y="69942"/>
                    <a:pt x="38928" y="70709"/>
                    <a:pt x="38928" y="71443"/>
                  </a:cubicBezTo>
                  <a:cubicBezTo>
                    <a:pt x="38895" y="72211"/>
                    <a:pt x="38928" y="72911"/>
                    <a:pt x="39028" y="73545"/>
                  </a:cubicBezTo>
                  <a:cubicBezTo>
                    <a:pt x="39095" y="73878"/>
                    <a:pt x="39128" y="74179"/>
                    <a:pt x="39228" y="74412"/>
                  </a:cubicBezTo>
                  <a:cubicBezTo>
                    <a:pt x="39328" y="74712"/>
                    <a:pt x="39395" y="74913"/>
                    <a:pt x="39462" y="75113"/>
                  </a:cubicBezTo>
                  <a:cubicBezTo>
                    <a:pt x="39896" y="76314"/>
                    <a:pt x="40729" y="77281"/>
                    <a:pt x="41263" y="78315"/>
                  </a:cubicBezTo>
                  <a:cubicBezTo>
                    <a:pt x="41563" y="78882"/>
                    <a:pt x="41764" y="79416"/>
                    <a:pt x="41830" y="79983"/>
                  </a:cubicBezTo>
                  <a:cubicBezTo>
                    <a:pt x="41864" y="80550"/>
                    <a:pt x="41730" y="81150"/>
                    <a:pt x="41563" y="81717"/>
                  </a:cubicBezTo>
                  <a:cubicBezTo>
                    <a:pt x="41397" y="82251"/>
                    <a:pt x="41063" y="82751"/>
                    <a:pt x="40629" y="83152"/>
                  </a:cubicBezTo>
                  <a:cubicBezTo>
                    <a:pt x="40229" y="83585"/>
                    <a:pt x="39695" y="83886"/>
                    <a:pt x="39128" y="84119"/>
                  </a:cubicBezTo>
                  <a:cubicBezTo>
                    <a:pt x="38061" y="84586"/>
                    <a:pt x="36827" y="84886"/>
                    <a:pt x="35626" y="85387"/>
                  </a:cubicBezTo>
                  <a:cubicBezTo>
                    <a:pt x="35059" y="85620"/>
                    <a:pt x="34458" y="85954"/>
                    <a:pt x="33958" y="86387"/>
                  </a:cubicBezTo>
                  <a:cubicBezTo>
                    <a:pt x="33724" y="86588"/>
                    <a:pt x="33524" y="86854"/>
                    <a:pt x="33291" y="87088"/>
                  </a:cubicBezTo>
                  <a:cubicBezTo>
                    <a:pt x="33091" y="87321"/>
                    <a:pt x="32891" y="87622"/>
                    <a:pt x="32724" y="87888"/>
                  </a:cubicBezTo>
                  <a:cubicBezTo>
                    <a:pt x="32390" y="88422"/>
                    <a:pt x="32090" y="88989"/>
                    <a:pt x="31923" y="89623"/>
                  </a:cubicBezTo>
                  <a:cubicBezTo>
                    <a:pt x="31723" y="90257"/>
                    <a:pt x="31656" y="90924"/>
                    <a:pt x="31590" y="91558"/>
                  </a:cubicBezTo>
                  <a:cubicBezTo>
                    <a:pt x="31523" y="92825"/>
                    <a:pt x="31623" y="94093"/>
                    <a:pt x="31890" y="95327"/>
                  </a:cubicBezTo>
                  <a:cubicBezTo>
                    <a:pt x="32157" y="96595"/>
                    <a:pt x="32490" y="97796"/>
                    <a:pt x="32857" y="98963"/>
                  </a:cubicBezTo>
                  <a:cubicBezTo>
                    <a:pt x="33591" y="101331"/>
                    <a:pt x="34525" y="103633"/>
                    <a:pt x="35059" y="105968"/>
                  </a:cubicBezTo>
                  <a:cubicBezTo>
                    <a:pt x="35226" y="106568"/>
                    <a:pt x="35326" y="107169"/>
                    <a:pt x="35392" y="107769"/>
                  </a:cubicBezTo>
                  <a:cubicBezTo>
                    <a:pt x="35526" y="108403"/>
                    <a:pt x="35592" y="108970"/>
                    <a:pt x="35726" y="109571"/>
                  </a:cubicBezTo>
                  <a:cubicBezTo>
                    <a:pt x="35926" y="110772"/>
                    <a:pt x="36193" y="111939"/>
                    <a:pt x="36493" y="113073"/>
                  </a:cubicBezTo>
                  <a:cubicBezTo>
                    <a:pt x="37060" y="115375"/>
                    <a:pt x="37861" y="117576"/>
                    <a:pt x="38995" y="119544"/>
                  </a:cubicBezTo>
                  <a:cubicBezTo>
                    <a:pt x="40062" y="121546"/>
                    <a:pt x="41530" y="123247"/>
                    <a:pt x="43098" y="124615"/>
                  </a:cubicBezTo>
                  <a:cubicBezTo>
                    <a:pt x="44699" y="126049"/>
                    <a:pt x="46467" y="127083"/>
                    <a:pt x="48202" y="127984"/>
                  </a:cubicBezTo>
                  <a:cubicBezTo>
                    <a:pt x="49869" y="128951"/>
                    <a:pt x="51604" y="129652"/>
                    <a:pt x="53238" y="130285"/>
                  </a:cubicBezTo>
                  <a:cubicBezTo>
                    <a:pt x="54873" y="130853"/>
                    <a:pt x="56407" y="131420"/>
                    <a:pt x="57875" y="131920"/>
                  </a:cubicBezTo>
                  <a:cubicBezTo>
                    <a:pt x="59276" y="132420"/>
                    <a:pt x="60610" y="132887"/>
                    <a:pt x="61778" y="133354"/>
                  </a:cubicBezTo>
                  <a:cubicBezTo>
                    <a:pt x="64113" y="134322"/>
                    <a:pt x="65881" y="135322"/>
                    <a:pt x="67015" y="136156"/>
                  </a:cubicBezTo>
                  <a:cubicBezTo>
                    <a:pt x="67582" y="136557"/>
                    <a:pt x="67949" y="136924"/>
                    <a:pt x="68249" y="137124"/>
                  </a:cubicBezTo>
                  <a:cubicBezTo>
                    <a:pt x="68416" y="137257"/>
                    <a:pt x="68516" y="137324"/>
                    <a:pt x="68583" y="137391"/>
                  </a:cubicBezTo>
                  <a:lnTo>
                    <a:pt x="68683" y="137457"/>
                  </a:lnTo>
                  <a:cubicBezTo>
                    <a:pt x="69307" y="138066"/>
                    <a:pt x="69681" y="138383"/>
                    <a:pt x="69770" y="138383"/>
                  </a:cubicBezTo>
                  <a:cubicBezTo>
                    <a:pt x="69876" y="138383"/>
                    <a:pt x="69578" y="137933"/>
                    <a:pt x="68816" y="136990"/>
                  </a:cubicBezTo>
                  <a:cubicBezTo>
                    <a:pt x="68816" y="136990"/>
                    <a:pt x="68816" y="136957"/>
                    <a:pt x="68750" y="136924"/>
                  </a:cubicBezTo>
                  <a:cubicBezTo>
                    <a:pt x="68649" y="136890"/>
                    <a:pt x="68549" y="136790"/>
                    <a:pt x="68416" y="136657"/>
                  </a:cubicBezTo>
                  <a:cubicBezTo>
                    <a:pt x="68116" y="136423"/>
                    <a:pt x="67749" y="136056"/>
                    <a:pt x="67148" y="135656"/>
                  </a:cubicBezTo>
                  <a:cubicBezTo>
                    <a:pt x="66048" y="134822"/>
                    <a:pt x="64280" y="133788"/>
                    <a:pt x="61911" y="132821"/>
                  </a:cubicBezTo>
                  <a:cubicBezTo>
                    <a:pt x="60710" y="132320"/>
                    <a:pt x="59376" y="131820"/>
                    <a:pt x="57942" y="131320"/>
                  </a:cubicBezTo>
                  <a:cubicBezTo>
                    <a:pt x="56474" y="130819"/>
                    <a:pt x="54940" y="130319"/>
                    <a:pt x="53305" y="129718"/>
                  </a:cubicBezTo>
                  <a:cubicBezTo>
                    <a:pt x="51704" y="129085"/>
                    <a:pt x="49969" y="128384"/>
                    <a:pt x="48302" y="127417"/>
                  </a:cubicBezTo>
                  <a:cubicBezTo>
                    <a:pt x="46600" y="126483"/>
                    <a:pt x="44899" y="125449"/>
                    <a:pt x="43298" y="124081"/>
                  </a:cubicBezTo>
                  <a:cubicBezTo>
                    <a:pt x="41730" y="122713"/>
                    <a:pt x="40363" y="121046"/>
                    <a:pt x="39262" y="119077"/>
                  </a:cubicBezTo>
                  <a:cubicBezTo>
                    <a:pt x="38194" y="117109"/>
                    <a:pt x="37394" y="114941"/>
                    <a:pt x="36793" y="112706"/>
                  </a:cubicBezTo>
                  <a:cubicBezTo>
                    <a:pt x="36526" y="111572"/>
                    <a:pt x="36260" y="110405"/>
                    <a:pt x="36059" y="109237"/>
                  </a:cubicBezTo>
                  <a:cubicBezTo>
                    <a:pt x="35959" y="108637"/>
                    <a:pt x="35859" y="108070"/>
                    <a:pt x="35759" y="107469"/>
                  </a:cubicBezTo>
                  <a:cubicBezTo>
                    <a:pt x="35626" y="106902"/>
                    <a:pt x="35559" y="106302"/>
                    <a:pt x="35426" y="105701"/>
                  </a:cubicBezTo>
                  <a:cubicBezTo>
                    <a:pt x="34859" y="103299"/>
                    <a:pt x="33925" y="101031"/>
                    <a:pt x="33224" y="98629"/>
                  </a:cubicBezTo>
                  <a:cubicBezTo>
                    <a:pt x="32891" y="97462"/>
                    <a:pt x="32557" y="96261"/>
                    <a:pt x="32290" y="95060"/>
                  </a:cubicBezTo>
                  <a:cubicBezTo>
                    <a:pt x="32090" y="93859"/>
                    <a:pt x="31923" y="92592"/>
                    <a:pt x="32023" y="91391"/>
                  </a:cubicBezTo>
                  <a:cubicBezTo>
                    <a:pt x="32057" y="90791"/>
                    <a:pt x="32123" y="90190"/>
                    <a:pt x="32290" y="89590"/>
                  </a:cubicBezTo>
                  <a:cubicBezTo>
                    <a:pt x="32457" y="89023"/>
                    <a:pt x="32724" y="88422"/>
                    <a:pt x="33057" y="87922"/>
                  </a:cubicBezTo>
                  <a:cubicBezTo>
                    <a:pt x="33224" y="87688"/>
                    <a:pt x="33391" y="87421"/>
                    <a:pt x="33591" y="87221"/>
                  </a:cubicBezTo>
                  <a:cubicBezTo>
                    <a:pt x="33758" y="87021"/>
                    <a:pt x="34025" y="86788"/>
                    <a:pt x="34225" y="86588"/>
                  </a:cubicBezTo>
                  <a:cubicBezTo>
                    <a:pt x="34692" y="86221"/>
                    <a:pt x="35226" y="85920"/>
                    <a:pt x="35759" y="85687"/>
                  </a:cubicBezTo>
                  <a:cubicBezTo>
                    <a:pt x="36893" y="85220"/>
                    <a:pt x="38128" y="84920"/>
                    <a:pt x="39295" y="84419"/>
                  </a:cubicBezTo>
                  <a:cubicBezTo>
                    <a:pt x="39896" y="84186"/>
                    <a:pt x="40429" y="83852"/>
                    <a:pt x="40930" y="83385"/>
                  </a:cubicBezTo>
                  <a:cubicBezTo>
                    <a:pt x="41397" y="82952"/>
                    <a:pt x="41764" y="82385"/>
                    <a:pt x="41964" y="81751"/>
                  </a:cubicBezTo>
                  <a:cubicBezTo>
                    <a:pt x="42064" y="81417"/>
                    <a:pt x="42130" y="81117"/>
                    <a:pt x="42197" y="80783"/>
                  </a:cubicBezTo>
                  <a:cubicBezTo>
                    <a:pt x="42231" y="80517"/>
                    <a:pt x="42264" y="80183"/>
                    <a:pt x="42231" y="79849"/>
                  </a:cubicBezTo>
                  <a:cubicBezTo>
                    <a:pt x="42197" y="79182"/>
                    <a:pt x="41930" y="78548"/>
                    <a:pt x="41630" y="78015"/>
                  </a:cubicBezTo>
                  <a:cubicBezTo>
                    <a:pt x="41063" y="76914"/>
                    <a:pt x="40262" y="75947"/>
                    <a:pt x="39896" y="74879"/>
                  </a:cubicBezTo>
                  <a:cubicBezTo>
                    <a:pt x="39862" y="74712"/>
                    <a:pt x="39762" y="74512"/>
                    <a:pt x="39695" y="74245"/>
                  </a:cubicBezTo>
                  <a:cubicBezTo>
                    <a:pt x="39629" y="74012"/>
                    <a:pt x="39595" y="73745"/>
                    <a:pt x="39529" y="73445"/>
                  </a:cubicBezTo>
                  <a:cubicBezTo>
                    <a:pt x="39429" y="72878"/>
                    <a:pt x="39395" y="72211"/>
                    <a:pt x="39429" y="71443"/>
                  </a:cubicBezTo>
                  <a:cubicBezTo>
                    <a:pt x="39462" y="69942"/>
                    <a:pt x="39395" y="68174"/>
                    <a:pt x="38628" y="66607"/>
                  </a:cubicBezTo>
                  <a:cubicBezTo>
                    <a:pt x="38028" y="65272"/>
                    <a:pt x="36893" y="64238"/>
                    <a:pt x="35693" y="63404"/>
                  </a:cubicBezTo>
                  <a:cubicBezTo>
                    <a:pt x="34525" y="62570"/>
                    <a:pt x="33224" y="61836"/>
                    <a:pt x="32057" y="60936"/>
                  </a:cubicBezTo>
                  <a:cubicBezTo>
                    <a:pt x="31723" y="60702"/>
                    <a:pt x="31456" y="60502"/>
                    <a:pt x="31189" y="60235"/>
                  </a:cubicBezTo>
                  <a:lnTo>
                    <a:pt x="30355" y="59501"/>
                  </a:lnTo>
                  <a:cubicBezTo>
                    <a:pt x="29788" y="58934"/>
                    <a:pt x="29221" y="58434"/>
                    <a:pt x="28554" y="58034"/>
                  </a:cubicBezTo>
                  <a:cubicBezTo>
                    <a:pt x="27920" y="57567"/>
                    <a:pt x="27220" y="57233"/>
                    <a:pt x="26519" y="56933"/>
                  </a:cubicBezTo>
                  <a:cubicBezTo>
                    <a:pt x="25785" y="56666"/>
                    <a:pt x="25052" y="56433"/>
                    <a:pt x="24284" y="56266"/>
                  </a:cubicBezTo>
                  <a:cubicBezTo>
                    <a:pt x="22783" y="55932"/>
                    <a:pt x="21282" y="55899"/>
                    <a:pt x="19781" y="55832"/>
                  </a:cubicBezTo>
                  <a:cubicBezTo>
                    <a:pt x="19414" y="55832"/>
                    <a:pt x="19047" y="55765"/>
                    <a:pt x="18680" y="55732"/>
                  </a:cubicBezTo>
                  <a:cubicBezTo>
                    <a:pt x="18347" y="55699"/>
                    <a:pt x="17947" y="55665"/>
                    <a:pt x="17580" y="55599"/>
                  </a:cubicBezTo>
                  <a:cubicBezTo>
                    <a:pt x="17213" y="55565"/>
                    <a:pt x="16879" y="55532"/>
                    <a:pt x="16512" y="55432"/>
                  </a:cubicBezTo>
                  <a:cubicBezTo>
                    <a:pt x="16112" y="55365"/>
                    <a:pt x="15745" y="55332"/>
                    <a:pt x="15411" y="55232"/>
                  </a:cubicBezTo>
                  <a:cubicBezTo>
                    <a:pt x="14010" y="54932"/>
                    <a:pt x="12609" y="54431"/>
                    <a:pt x="11342" y="53897"/>
                  </a:cubicBezTo>
                  <a:cubicBezTo>
                    <a:pt x="10041" y="53364"/>
                    <a:pt x="8873" y="52597"/>
                    <a:pt x="7773" y="51829"/>
                  </a:cubicBezTo>
                  <a:cubicBezTo>
                    <a:pt x="5671" y="50161"/>
                    <a:pt x="4037" y="48093"/>
                    <a:pt x="2902" y="46025"/>
                  </a:cubicBezTo>
                  <a:cubicBezTo>
                    <a:pt x="2602" y="45525"/>
                    <a:pt x="2369" y="44991"/>
                    <a:pt x="2102" y="44491"/>
                  </a:cubicBezTo>
                  <a:cubicBezTo>
                    <a:pt x="1868" y="43990"/>
                    <a:pt x="1702" y="43423"/>
                    <a:pt x="1501" y="42923"/>
                  </a:cubicBezTo>
                  <a:cubicBezTo>
                    <a:pt x="1268" y="42423"/>
                    <a:pt x="1168" y="41922"/>
                    <a:pt x="1001" y="41422"/>
                  </a:cubicBezTo>
                  <a:cubicBezTo>
                    <a:pt x="868" y="40988"/>
                    <a:pt x="668" y="40488"/>
                    <a:pt x="601" y="40054"/>
                  </a:cubicBezTo>
                  <a:cubicBezTo>
                    <a:pt x="567" y="39187"/>
                    <a:pt x="934" y="38353"/>
                    <a:pt x="1268" y="37586"/>
                  </a:cubicBezTo>
                  <a:cubicBezTo>
                    <a:pt x="1602" y="36852"/>
                    <a:pt x="1935" y="36185"/>
                    <a:pt x="2235" y="35551"/>
                  </a:cubicBezTo>
                  <a:cubicBezTo>
                    <a:pt x="2836" y="34350"/>
                    <a:pt x="3003" y="33316"/>
                    <a:pt x="2902" y="32649"/>
                  </a:cubicBezTo>
                  <a:cubicBezTo>
                    <a:pt x="2869" y="31715"/>
                    <a:pt x="2502" y="30848"/>
                    <a:pt x="2102" y="30080"/>
                  </a:cubicBezTo>
                  <a:cubicBezTo>
                    <a:pt x="1735" y="29347"/>
                    <a:pt x="1268" y="28579"/>
                    <a:pt x="934" y="27879"/>
                  </a:cubicBezTo>
                  <a:cubicBezTo>
                    <a:pt x="601" y="27178"/>
                    <a:pt x="334" y="26411"/>
                    <a:pt x="367" y="25677"/>
                  </a:cubicBezTo>
                  <a:cubicBezTo>
                    <a:pt x="401" y="25510"/>
                    <a:pt x="401" y="25310"/>
                    <a:pt x="434" y="25144"/>
                  </a:cubicBezTo>
                  <a:cubicBezTo>
                    <a:pt x="501" y="25043"/>
                    <a:pt x="501" y="24977"/>
                    <a:pt x="534" y="24877"/>
                  </a:cubicBezTo>
                  <a:lnTo>
                    <a:pt x="668" y="24643"/>
                  </a:lnTo>
                  <a:cubicBezTo>
                    <a:pt x="834" y="24310"/>
                    <a:pt x="1068" y="24043"/>
                    <a:pt x="1335" y="23809"/>
                  </a:cubicBezTo>
                  <a:cubicBezTo>
                    <a:pt x="2402" y="22842"/>
                    <a:pt x="3736" y="22241"/>
                    <a:pt x="4770" y="21341"/>
                  </a:cubicBezTo>
                  <a:cubicBezTo>
                    <a:pt x="5037" y="21074"/>
                    <a:pt x="5237" y="20840"/>
                    <a:pt x="5471" y="20540"/>
                  </a:cubicBezTo>
                  <a:cubicBezTo>
                    <a:pt x="5538" y="20407"/>
                    <a:pt x="5638" y="20240"/>
                    <a:pt x="5704" y="20073"/>
                  </a:cubicBezTo>
                  <a:lnTo>
                    <a:pt x="5838" y="19573"/>
                  </a:lnTo>
                  <a:cubicBezTo>
                    <a:pt x="5971" y="18906"/>
                    <a:pt x="5871" y="18305"/>
                    <a:pt x="5805" y="17672"/>
                  </a:cubicBezTo>
                  <a:cubicBezTo>
                    <a:pt x="5571" y="16471"/>
                    <a:pt x="5237" y="15370"/>
                    <a:pt x="5137" y="14302"/>
                  </a:cubicBezTo>
                  <a:cubicBezTo>
                    <a:pt x="5037" y="13802"/>
                    <a:pt x="5037" y="13235"/>
                    <a:pt x="5204" y="12801"/>
                  </a:cubicBezTo>
                  <a:cubicBezTo>
                    <a:pt x="5338" y="12334"/>
                    <a:pt x="5671" y="11967"/>
                    <a:pt x="5905" y="11534"/>
                  </a:cubicBezTo>
                  <a:cubicBezTo>
                    <a:pt x="7005" y="9966"/>
                    <a:pt x="8373" y="8965"/>
                    <a:pt x="9541" y="8065"/>
                  </a:cubicBezTo>
                  <a:cubicBezTo>
                    <a:pt x="10741" y="7231"/>
                    <a:pt x="11742" y="6464"/>
                    <a:pt x="12376" y="5630"/>
                  </a:cubicBezTo>
                  <a:cubicBezTo>
                    <a:pt x="13043" y="4796"/>
                    <a:pt x="13377" y="3995"/>
                    <a:pt x="13577" y="3361"/>
                  </a:cubicBezTo>
                  <a:cubicBezTo>
                    <a:pt x="13677" y="3028"/>
                    <a:pt x="13777" y="2794"/>
                    <a:pt x="13844" y="2527"/>
                  </a:cubicBezTo>
                  <a:cubicBezTo>
                    <a:pt x="13910" y="2294"/>
                    <a:pt x="13910" y="2127"/>
                    <a:pt x="13944" y="1960"/>
                  </a:cubicBezTo>
                  <a:cubicBezTo>
                    <a:pt x="14010" y="1627"/>
                    <a:pt x="14044" y="1493"/>
                    <a:pt x="14044" y="1493"/>
                  </a:cubicBezTo>
                  <a:cubicBezTo>
                    <a:pt x="14128" y="501"/>
                    <a:pt x="14102" y="0"/>
                    <a:pt x="140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74" name="Google Shape;3274;p27"/>
            <p:cNvSpPr/>
            <p:nvPr/>
          </p:nvSpPr>
          <p:spPr>
            <a:xfrm flipH="1">
              <a:off x="-975538" y="1444901"/>
              <a:ext cx="457742" cy="310937"/>
            </a:xfrm>
            <a:custGeom>
              <a:avLst/>
              <a:gdLst/>
              <a:ahLst/>
              <a:cxnLst/>
              <a:rect l="l" t="t" r="r" b="b"/>
              <a:pathLst>
                <a:path w="20317" h="13801" extrusionOk="0">
                  <a:moveTo>
                    <a:pt x="167" y="0"/>
                  </a:moveTo>
                  <a:cubicBezTo>
                    <a:pt x="81" y="0"/>
                    <a:pt x="1" y="60"/>
                    <a:pt x="1" y="201"/>
                  </a:cubicBezTo>
                  <a:lnTo>
                    <a:pt x="1" y="568"/>
                  </a:lnTo>
                  <a:cubicBezTo>
                    <a:pt x="34" y="835"/>
                    <a:pt x="1" y="1168"/>
                    <a:pt x="34" y="1569"/>
                  </a:cubicBezTo>
                  <a:cubicBezTo>
                    <a:pt x="34" y="2469"/>
                    <a:pt x="201" y="3637"/>
                    <a:pt x="701" y="4904"/>
                  </a:cubicBezTo>
                  <a:cubicBezTo>
                    <a:pt x="1168" y="6205"/>
                    <a:pt x="2135" y="7506"/>
                    <a:pt x="3370" y="8407"/>
                  </a:cubicBezTo>
                  <a:cubicBezTo>
                    <a:pt x="4637" y="9341"/>
                    <a:pt x="6038" y="9908"/>
                    <a:pt x="7306" y="10308"/>
                  </a:cubicBezTo>
                  <a:cubicBezTo>
                    <a:pt x="9808" y="11109"/>
                    <a:pt x="13110" y="11509"/>
                    <a:pt x="15645" y="12143"/>
                  </a:cubicBezTo>
                  <a:cubicBezTo>
                    <a:pt x="16946" y="12477"/>
                    <a:pt x="18013" y="12843"/>
                    <a:pt x="18781" y="13177"/>
                  </a:cubicBezTo>
                  <a:cubicBezTo>
                    <a:pt x="19148" y="13344"/>
                    <a:pt x="19448" y="13477"/>
                    <a:pt x="19648" y="13611"/>
                  </a:cubicBezTo>
                  <a:cubicBezTo>
                    <a:pt x="19815" y="13711"/>
                    <a:pt x="19948" y="13777"/>
                    <a:pt x="19948" y="13777"/>
                  </a:cubicBezTo>
                  <a:cubicBezTo>
                    <a:pt x="19986" y="13793"/>
                    <a:pt x="20021" y="13801"/>
                    <a:pt x="20054" y="13801"/>
                  </a:cubicBezTo>
                  <a:cubicBezTo>
                    <a:pt x="20226" y="13801"/>
                    <a:pt x="20316" y="13596"/>
                    <a:pt x="20148" y="13344"/>
                  </a:cubicBezTo>
                  <a:cubicBezTo>
                    <a:pt x="20148" y="13344"/>
                    <a:pt x="20048" y="13244"/>
                    <a:pt x="19848" y="13144"/>
                  </a:cubicBezTo>
                  <a:cubicBezTo>
                    <a:pt x="19648" y="12977"/>
                    <a:pt x="19348" y="12843"/>
                    <a:pt x="18981" y="12643"/>
                  </a:cubicBezTo>
                  <a:cubicBezTo>
                    <a:pt x="18180" y="12243"/>
                    <a:pt x="17113" y="11809"/>
                    <a:pt x="15812" y="11476"/>
                  </a:cubicBezTo>
                  <a:cubicBezTo>
                    <a:pt x="13210" y="10742"/>
                    <a:pt x="9941" y="10242"/>
                    <a:pt x="7506" y="9508"/>
                  </a:cubicBezTo>
                  <a:cubicBezTo>
                    <a:pt x="6305" y="9141"/>
                    <a:pt x="4937" y="8640"/>
                    <a:pt x="3770" y="7807"/>
                  </a:cubicBezTo>
                  <a:cubicBezTo>
                    <a:pt x="2602" y="6973"/>
                    <a:pt x="1668" y="5805"/>
                    <a:pt x="1168" y="4638"/>
                  </a:cubicBezTo>
                  <a:cubicBezTo>
                    <a:pt x="668" y="3470"/>
                    <a:pt x="468" y="2336"/>
                    <a:pt x="434" y="1502"/>
                  </a:cubicBezTo>
                  <a:cubicBezTo>
                    <a:pt x="367" y="1068"/>
                    <a:pt x="367" y="735"/>
                    <a:pt x="367" y="535"/>
                  </a:cubicBezTo>
                  <a:lnTo>
                    <a:pt x="367" y="201"/>
                  </a:lnTo>
                  <a:cubicBezTo>
                    <a:pt x="367" y="77"/>
                    <a:pt x="264"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75" name="Google Shape;3275;p27"/>
            <p:cNvSpPr/>
            <p:nvPr/>
          </p:nvSpPr>
          <p:spPr>
            <a:xfrm flipH="1">
              <a:off x="-1673675" y="1218700"/>
              <a:ext cx="131530" cy="284847"/>
            </a:xfrm>
            <a:custGeom>
              <a:avLst/>
              <a:gdLst/>
              <a:ahLst/>
              <a:cxnLst/>
              <a:rect l="l" t="t" r="r" b="b"/>
              <a:pathLst>
                <a:path w="5838" h="12643" extrusionOk="0">
                  <a:moveTo>
                    <a:pt x="234" y="0"/>
                  </a:moveTo>
                  <a:cubicBezTo>
                    <a:pt x="67" y="0"/>
                    <a:pt x="0" y="334"/>
                    <a:pt x="167" y="367"/>
                  </a:cubicBezTo>
                  <a:cubicBezTo>
                    <a:pt x="167" y="367"/>
                    <a:pt x="234" y="367"/>
                    <a:pt x="367" y="401"/>
                  </a:cubicBezTo>
                  <a:cubicBezTo>
                    <a:pt x="434" y="467"/>
                    <a:pt x="668" y="501"/>
                    <a:pt x="868" y="567"/>
                  </a:cubicBezTo>
                  <a:cubicBezTo>
                    <a:pt x="1268" y="734"/>
                    <a:pt x="1902" y="934"/>
                    <a:pt x="2502" y="1368"/>
                  </a:cubicBezTo>
                  <a:cubicBezTo>
                    <a:pt x="3069" y="1768"/>
                    <a:pt x="3670" y="2335"/>
                    <a:pt x="4037" y="3036"/>
                  </a:cubicBezTo>
                  <a:cubicBezTo>
                    <a:pt x="4404" y="3703"/>
                    <a:pt x="4670" y="4437"/>
                    <a:pt x="4770" y="5171"/>
                  </a:cubicBezTo>
                  <a:cubicBezTo>
                    <a:pt x="5071" y="6538"/>
                    <a:pt x="5104" y="8406"/>
                    <a:pt x="5204" y="9907"/>
                  </a:cubicBezTo>
                  <a:cubicBezTo>
                    <a:pt x="5237" y="10675"/>
                    <a:pt x="5271" y="11342"/>
                    <a:pt x="5338" y="11809"/>
                  </a:cubicBezTo>
                  <a:cubicBezTo>
                    <a:pt x="5371" y="12243"/>
                    <a:pt x="5404" y="12543"/>
                    <a:pt x="5404" y="12543"/>
                  </a:cubicBezTo>
                  <a:cubicBezTo>
                    <a:pt x="5421" y="12609"/>
                    <a:pt x="5504" y="12643"/>
                    <a:pt x="5596" y="12643"/>
                  </a:cubicBezTo>
                  <a:cubicBezTo>
                    <a:pt x="5688" y="12643"/>
                    <a:pt x="5788" y="12609"/>
                    <a:pt x="5838" y="12543"/>
                  </a:cubicBezTo>
                  <a:cubicBezTo>
                    <a:pt x="5838" y="12543"/>
                    <a:pt x="5771" y="12243"/>
                    <a:pt x="5771" y="11775"/>
                  </a:cubicBezTo>
                  <a:lnTo>
                    <a:pt x="5771" y="9907"/>
                  </a:lnTo>
                  <a:cubicBezTo>
                    <a:pt x="5771" y="8406"/>
                    <a:pt x="5838" y="6538"/>
                    <a:pt x="5538" y="5037"/>
                  </a:cubicBezTo>
                  <a:cubicBezTo>
                    <a:pt x="5371" y="4270"/>
                    <a:pt x="5104" y="3436"/>
                    <a:pt x="4604" y="2702"/>
                  </a:cubicBezTo>
                  <a:cubicBezTo>
                    <a:pt x="4170" y="1902"/>
                    <a:pt x="3436" y="1335"/>
                    <a:pt x="2769" y="901"/>
                  </a:cubicBezTo>
                  <a:cubicBezTo>
                    <a:pt x="2102" y="501"/>
                    <a:pt x="1435" y="267"/>
                    <a:pt x="1001" y="167"/>
                  </a:cubicBezTo>
                  <a:cubicBezTo>
                    <a:pt x="768" y="67"/>
                    <a:pt x="567" y="67"/>
                    <a:pt x="434" y="34"/>
                  </a:cubicBezTo>
                  <a:cubicBezTo>
                    <a:pt x="334" y="0"/>
                    <a:pt x="234"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76" name="Google Shape;3276;p27"/>
            <p:cNvSpPr/>
            <p:nvPr/>
          </p:nvSpPr>
          <p:spPr>
            <a:xfrm flipH="1">
              <a:off x="-1714432" y="3061766"/>
              <a:ext cx="469998" cy="385488"/>
            </a:xfrm>
            <a:custGeom>
              <a:avLst/>
              <a:gdLst/>
              <a:ahLst/>
              <a:cxnLst/>
              <a:rect l="l" t="t" r="r" b="b"/>
              <a:pathLst>
                <a:path w="20861" h="17110" extrusionOk="0">
                  <a:moveTo>
                    <a:pt x="193" y="1"/>
                  </a:moveTo>
                  <a:cubicBezTo>
                    <a:pt x="90" y="1"/>
                    <a:pt x="1" y="85"/>
                    <a:pt x="38" y="254"/>
                  </a:cubicBezTo>
                  <a:cubicBezTo>
                    <a:pt x="38" y="254"/>
                    <a:pt x="72" y="388"/>
                    <a:pt x="105" y="621"/>
                  </a:cubicBezTo>
                  <a:cubicBezTo>
                    <a:pt x="138" y="755"/>
                    <a:pt x="172" y="855"/>
                    <a:pt x="238" y="1021"/>
                  </a:cubicBezTo>
                  <a:cubicBezTo>
                    <a:pt x="305" y="1222"/>
                    <a:pt x="372" y="1388"/>
                    <a:pt x="439" y="1588"/>
                  </a:cubicBezTo>
                  <a:cubicBezTo>
                    <a:pt x="772" y="2422"/>
                    <a:pt x="1339" y="3490"/>
                    <a:pt x="2173" y="4591"/>
                  </a:cubicBezTo>
                  <a:cubicBezTo>
                    <a:pt x="3841" y="6792"/>
                    <a:pt x="6410" y="9027"/>
                    <a:pt x="8578" y="10628"/>
                  </a:cubicBezTo>
                  <a:cubicBezTo>
                    <a:pt x="10746" y="12229"/>
                    <a:pt x="13615" y="13997"/>
                    <a:pt x="16083" y="15198"/>
                  </a:cubicBezTo>
                  <a:cubicBezTo>
                    <a:pt x="17284" y="15832"/>
                    <a:pt x="18418" y="16299"/>
                    <a:pt x="19219" y="16633"/>
                  </a:cubicBezTo>
                  <a:cubicBezTo>
                    <a:pt x="19986" y="16933"/>
                    <a:pt x="20486" y="17100"/>
                    <a:pt x="20486" y="17100"/>
                  </a:cubicBezTo>
                  <a:cubicBezTo>
                    <a:pt x="20515" y="17106"/>
                    <a:pt x="20543" y="17109"/>
                    <a:pt x="20568" y="17109"/>
                  </a:cubicBezTo>
                  <a:cubicBezTo>
                    <a:pt x="20802" y="17109"/>
                    <a:pt x="20861" y="16847"/>
                    <a:pt x="20620" y="16666"/>
                  </a:cubicBezTo>
                  <a:cubicBezTo>
                    <a:pt x="20620" y="16666"/>
                    <a:pt x="20153" y="16499"/>
                    <a:pt x="19385" y="16166"/>
                  </a:cubicBezTo>
                  <a:cubicBezTo>
                    <a:pt x="18585" y="15832"/>
                    <a:pt x="17484" y="15298"/>
                    <a:pt x="16317" y="14664"/>
                  </a:cubicBezTo>
                  <a:cubicBezTo>
                    <a:pt x="13915" y="13397"/>
                    <a:pt x="11113" y="11596"/>
                    <a:pt x="8978" y="9994"/>
                  </a:cubicBezTo>
                  <a:cubicBezTo>
                    <a:pt x="6910" y="8460"/>
                    <a:pt x="4275" y="6292"/>
                    <a:pt x="2607" y="4224"/>
                  </a:cubicBezTo>
                  <a:cubicBezTo>
                    <a:pt x="1739" y="3190"/>
                    <a:pt x="1139" y="2156"/>
                    <a:pt x="805" y="1422"/>
                  </a:cubicBezTo>
                  <a:cubicBezTo>
                    <a:pt x="739" y="1255"/>
                    <a:pt x="639" y="1088"/>
                    <a:pt x="605" y="921"/>
                  </a:cubicBezTo>
                  <a:cubicBezTo>
                    <a:pt x="572" y="755"/>
                    <a:pt x="505" y="621"/>
                    <a:pt x="472" y="488"/>
                  </a:cubicBezTo>
                  <a:cubicBezTo>
                    <a:pt x="439" y="288"/>
                    <a:pt x="405" y="154"/>
                    <a:pt x="405" y="154"/>
                  </a:cubicBezTo>
                  <a:cubicBezTo>
                    <a:pt x="361" y="52"/>
                    <a:pt x="273" y="1"/>
                    <a:pt x="1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3277" name="Google Shape;3277;p27"/>
          <p:cNvGrpSpPr/>
          <p:nvPr/>
        </p:nvGrpSpPr>
        <p:grpSpPr>
          <a:xfrm>
            <a:off x="8746209" y="4280134"/>
            <a:ext cx="442512" cy="256076"/>
            <a:chOff x="-1501591" y="1582672"/>
            <a:chExt cx="442512" cy="256076"/>
          </a:xfrm>
        </p:grpSpPr>
        <p:sp>
          <p:nvSpPr>
            <p:cNvPr id="3278" name="Google Shape;3278;p27"/>
            <p:cNvSpPr/>
            <p:nvPr/>
          </p:nvSpPr>
          <p:spPr>
            <a:xfrm flipH="1">
              <a:off x="-1501591" y="1582672"/>
              <a:ext cx="442512" cy="241792"/>
            </a:xfrm>
            <a:custGeom>
              <a:avLst/>
              <a:gdLst/>
              <a:ahLst/>
              <a:cxnLst/>
              <a:rect l="l" t="t" r="r" b="b"/>
              <a:pathLst>
                <a:path w="19641" h="10732" extrusionOk="0">
                  <a:moveTo>
                    <a:pt x="3739" y="0"/>
                  </a:moveTo>
                  <a:cubicBezTo>
                    <a:pt x="3498" y="0"/>
                    <a:pt x="3258" y="30"/>
                    <a:pt x="3028" y="90"/>
                  </a:cubicBezTo>
                  <a:cubicBezTo>
                    <a:pt x="2828" y="190"/>
                    <a:pt x="2661" y="224"/>
                    <a:pt x="2494" y="324"/>
                  </a:cubicBezTo>
                  <a:cubicBezTo>
                    <a:pt x="2328" y="391"/>
                    <a:pt x="2161" y="491"/>
                    <a:pt x="2027" y="591"/>
                  </a:cubicBezTo>
                  <a:cubicBezTo>
                    <a:pt x="1761" y="824"/>
                    <a:pt x="1527" y="1091"/>
                    <a:pt x="1427" y="1391"/>
                  </a:cubicBezTo>
                  <a:cubicBezTo>
                    <a:pt x="1127" y="1992"/>
                    <a:pt x="993" y="2492"/>
                    <a:pt x="827" y="2859"/>
                  </a:cubicBezTo>
                  <a:cubicBezTo>
                    <a:pt x="660" y="3259"/>
                    <a:pt x="493" y="3560"/>
                    <a:pt x="360" y="3726"/>
                  </a:cubicBezTo>
                  <a:cubicBezTo>
                    <a:pt x="293" y="3826"/>
                    <a:pt x="260" y="3893"/>
                    <a:pt x="193" y="3926"/>
                  </a:cubicBezTo>
                  <a:cubicBezTo>
                    <a:pt x="159" y="3993"/>
                    <a:pt x="126" y="3993"/>
                    <a:pt x="126" y="3993"/>
                  </a:cubicBezTo>
                  <a:cubicBezTo>
                    <a:pt x="0" y="4119"/>
                    <a:pt x="65" y="4340"/>
                    <a:pt x="204" y="4340"/>
                  </a:cubicBezTo>
                  <a:cubicBezTo>
                    <a:pt x="249" y="4340"/>
                    <a:pt x="303" y="4317"/>
                    <a:pt x="360" y="4260"/>
                  </a:cubicBezTo>
                  <a:lnTo>
                    <a:pt x="460" y="4193"/>
                  </a:lnTo>
                  <a:lnTo>
                    <a:pt x="660" y="3993"/>
                  </a:lnTo>
                  <a:cubicBezTo>
                    <a:pt x="827" y="3760"/>
                    <a:pt x="1027" y="3493"/>
                    <a:pt x="1194" y="3059"/>
                  </a:cubicBezTo>
                  <a:cubicBezTo>
                    <a:pt x="1427" y="2692"/>
                    <a:pt x="1594" y="2192"/>
                    <a:pt x="1827" y="1692"/>
                  </a:cubicBezTo>
                  <a:cubicBezTo>
                    <a:pt x="1961" y="1491"/>
                    <a:pt x="2128" y="1225"/>
                    <a:pt x="2328" y="1058"/>
                  </a:cubicBezTo>
                  <a:cubicBezTo>
                    <a:pt x="2528" y="891"/>
                    <a:pt x="2828" y="758"/>
                    <a:pt x="3128" y="691"/>
                  </a:cubicBezTo>
                  <a:cubicBezTo>
                    <a:pt x="3289" y="657"/>
                    <a:pt x="3452" y="640"/>
                    <a:pt x="3616" y="640"/>
                  </a:cubicBezTo>
                  <a:cubicBezTo>
                    <a:pt x="4095" y="640"/>
                    <a:pt x="4573" y="784"/>
                    <a:pt x="4996" y="1058"/>
                  </a:cubicBezTo>
                  <a:cubicBezTo>
                    <a:pt x="5263" y="1225"/>
                    <a:pt x="5497" y="1491"/>
                    <a:pt x="5697" y="1758"/>
                  </a:cubicBezTo>
                  <a:cubicBezTo>
                    <a:pt x="5830" y="1925"/>
                    <a:pt x="5864" y="2058"/>
                    <a:pt x="5964" y="2225"/>
                  </a:cubicBezTo>
                  <a:cubicBezTo>
                    <a:pt x="5997" y="2392"/>
                    <a:pt x="6097" y="2592"/>
                    <a:pt x="6164" y="2759"/>
                  </a:cubicBezTo>
                  <a:cubicBezTo>
                    <a:pt x="6331" y="3159"/>
                    <a:pt x="6497" y="3526"/>
                    <a:pt x="6831" y="3860"/>
                  </a:cubicBezTo>
                  <a:cubicBezTo>
                    <a:pt x="6998" y="4027"/>
                    <a:pt x="7198" y="4193"/>
                    <a:pt x="7431" y="4260"/>
                  </a:cubicBezTo>
                  <a:cubicBezTo>
                    <a:pt x="7531" y="4327"/>
                    <a:pt x="7631" y="4360"/>
                    <a:pt x="7765" y="4393"/>
                  </a:cubicBezTo>
                  <a:cubicBezTo>
                    <a:pt x="7865" y="4427"/>
                    <a:pt x="7998" y="4427"/>
                    <a:pt x="8132" y="4427"/>
                  </a:cubicBezTo>
                  <a:cubicBezTo>
                    <a:pt x="8632" y="4427"/>
                    <a:pt x="8999" y="4260"/>
                    <a:pt x="9333" y="4093"/>
                  </a:cubicBezTo>
                  <a:cubicBezTo>
                    <a:pt x="9633" y="3993"/>
                    <a:pt x="9966" y="3826"/>
                    <a:pt x="10267" y="3660"/>
                  </a:cubicBezTo>
                  <a:cubicBezTo>
                    <a:pt x="10700" y="3393"/>
                    <a:pt x="11201" y="3193"/>
                    <a:pt x="11668" y="3193"/>
                  </a:cubicBezTo>
                  <a:cubicBezTo>
                    <a:pt x="12135" y="3193"/>
                    <a:pt x="12635" y="3393"/>
                    <a:pt x="13102" y="3726"/>
                  </a:cubicBezTo>
                  <a:cubicBezTo>
                    <a:pt x="13336" y="3893"/>
                    <a:pt x="13536" y="4060"/>
                    <a:pt x="13803" y="4227"/>
                  </a:cubicBezTo>
                  <a:cubicBezTo>
                    <a:pt x="13969" y="4393"/>
                    <a:pt x="14203" y="4560"/>
                    <a:pt x="14336" y="4760"/>
                  </a:cubicBezTo>
                  <a:cubicBezTo>
                    <a:pt x="14637" y="5161"/>
                    <a:pt x="14837" y="5661"/>
                    <a:pt x="14937" y="6161"/>
                  </a:cubicBezTo>
                  <a:cubicBezTo>
                    <a:pt x="15037" y="6662"/>
                    <a:pt x="15104" y="7162"/>
                    <a:pt x="15170" y="7596"/>
                  </a:cubicBezTo>
                  <a:cubicBezTo>
                    <a:pt x="15204" y="8063"/>
                    <a:pt x="15337" y="8530"/>
                    <a:pt x="15504" y="8863"/>
                  </a:cubicBezTo>
                  <a:cubicBezTo>
                    <a:pt x="15671" y="9230"/>
                    <a:pt x="15871" y="9497"/>
                    <a:pt x="16038" y="9664"/>
                  </a:cubicBezTo>
                  <a:cubicBezTo>
                    <a:pt x="16204" y="9831"/>
                    <a:pt x="16371" y="9897"/>
                    <a:pt x="16438" y="9931"/>
                  </a:cubicBezTo>
                  <a:lnTo>
                    <a:pt x="16371" y="9931"/>
                  </a:lnTo>
                  <a:cubicBezTo>
                    <a:pt x="16972" y="10364"/>
                    <a:pt x="17505" y="10498"/>
                    <a:pt x="17872" y="10565"/>
                  </a:cubicBezTo>
                  <a:cubicBezTo>
                    <a:pt x="18306" y="10665"/>
                    <a:pt x="18606" y="10698"/>
                    <a:pt x="18806" y="10698"/>
                  </a:cubicBezTo>
                  <a:cubicBezTo>
                    <a:pt x="19206" y="10731"/>
                    <a:pt x="19307" y="10731"/>
                    <a:pt x="19307" y="10731"/>
                  </a:cubicBezTo>
                  <a:cubicBezTo>
                    <a:pt x="19607" y="10731"/>
                    <a:pt x="19640" y="10431"/>
                    <a:pt x="19440" y="10331"/>
                  </a:cubicBezTo>
                  <a:cubicBezTo>
                    <a:pt x="19440" y="10331"/>
                    <a:pt x="19340" y="10331"/>
                    <a:pt x="18940" y="10264"/>
                  </a:cubicBezTo>
                  <a:cubicBezTo>
                    <a:pt x="18706" y="10231"/>
                    <a:pt x="18439" y="10231"/>
                    <a:pt x="18039" y="10164"/>
                  </a:cubicBezTo>
                  <a:cubicBezTo>
                    <a:pt x="17672" y="10064"/>
                    <a:pt x="17205" y="9931"/>
                    <a:pt x="16771" y="9564"/>
                  </a:cubicBezTo>
                  <a:lnTo>
                    <a:pt x="16705" y="9564"/>
                  </a:lnTo>
                  <a:cubicBezTo>
                    <a:pt x="16638" y="9497"/>
                    <a:pt x="16271" y="9230"/>
                    <a:pt x="16004" y="8663"/>
                  </a:cubicBezTo>
                  <a:cubicBezTo>
                    <a:pt x="15871" y="8363"/>
                    <a:pt x="15804" y="7996"/>
                    <a:pt x="15771" y="7529"/>
                  </a:cubicBezTo>
                  <a:cubicBezTo>
                    <a:pt x="15671" y="7062"/>
                    <a:pt x="15637" y="6562"/>
                    <a:pt x="15537" y="6028"/>
                  </a:cubicBezTo>
                  <a:cubicBezTo>
                    <a:pt x="15470" y="5494"/>
                    <a:pt x="15270" y="4860"/>
                    <a:pt x="14870" y="4360"/>
                  </a:cubicBezTo>
                  <a:cubicBezTo>
                    <a:pt x="14703" y="4060"/>
                    <a:pt x="14470" y="3893"/>
                    <a:pt x="14203" y="3660"/>
                  </a:cubicBezTo>
                  <a:cubicBezTo>
                    <a:pt x="13969" y="3426"/>
                    <a:pt x="13769" y="3259"/>
                    <a:pt x="13502" y="3093"/>
                  </a:cubicBezTo>
                  <a:cubicBezTo>
                    <a:pt x="13002" y="2759"/>
                    <a:pt x="12435" y="2392"/>
                    <a:pt x="11701" y="2392"/>
                  </a:cubicBezTo>
                  <a:cubicBezTo>
                    <a:pt x="11001" y="2425"/>
                    <a:pt x="10467" y="2692"/>
                    <a:pt x="9966" y="2926"/>
                  </a:cubicBezTo>
                  <a:cubicBezTo>
                    <a:pt x="9666" y="3059"/>
                    <a:pt x="9366" y="3226"/>
                    <a:pt x="9032" y="3393"/>
                  </a:cubicBezTo>
                  <a:cubicBezTo>
                    <a:pt x="8766" y="3560"/>
                    <a:pt x="8465" y="3693"/>
                    <a:pt x="8165" y="3693"/>
                  </a:cubicBezTo>
                  <a:cubicBezTo>
                    <a:pt x="8098" y="3660"/>
                    <a:pt x="8032" y="3660"/>
                    <a:pt x="7965" y="3660"/>
                  </a:cubicBezTo>
                  <a:cubicBezTo>
                    <a:pt x="7865" y="3593"/>
                    <a:pt x="7832" y="3593"/>
                    <a:pt x="7765" y="3560"/>
                  </a:cubicBezTo>
                  <a:cubicBezTo>
                    <a:pt x="7598" y="3526"/>
                    <a:pt x="7498" y="3393"/>
                    <a:pt x="7365" y="3326"/>
                  </a:cubicBezTo>
                  <a:cubicBezTo>
                    <a:pt x="7164" y="3093"/>
                    <a:pt x="6998" y="2759"/>
                    <a:pt x="6831" y="2425"/>
                  </a:cubicBezTo>
                  <a:cubicBezTo>
                    <a:pt x="6798" y="2259"/>
                    <a:pt x="6697" y="2092"/>
                    <a:pt x="6631" y="1892"/>
                  </a:cubicBezTo>
                  <a:cubicBezTo>
                    <a:pt x="6531" y="1725"/>
                    <a:pt x="6431" y="1525"/>
                    <a:pt x="6297" y="1358"/>
                  </a:cubicBezTo>
                  <a:cubicBezTo>
                    <a:pt x="6030" y="991"/>
                    <a:pt x="5697" y="691"/>
                    <a:pt x="5363" y="491"/>
                  </a:cubicBezTo>
                  <a:cubicBezTo>
                    <a:pt x="4873" y="164"/>
                    <a:pt x="4301" y="0"/>
                    <a:pt x="3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79" name="Google Shape;3279;p27"/>
            <p:cNvSpPr/>
            <p:nvPr/>
          </p:nvSpPr>
          <p:spPr>
            <a:xfrm flipH="1">
              <a:off x="-1177677" y="1615746"/>
              <a:ext cx="23319" cy="10319"/>
            </a:xfrm>
            <a:custGeom>
              <a:avLst/>
              <a:gdLst/>
              <a:ahLst/>
              <a:cxnLst/>
              <a:rect l="l" t="t" r="r" b="b"/>
              <a:pathLst>
                <a:path w="1035" h="458" extrusionOk="0">
                  <a:moveTo>
                    <a:pt x="610" y="0"/>
                  </a:moveTo>
                  <a:cubicBezTo>
                    <a:pt x="559" y="0"/>
                    <a:pt x="509" y="7"/>
                    <a:pt x="467" y="23"/>
                  </a:cubicBezTo>
                  <a:cubicBezTo>
                    <a:pt x="400" y="23"/>
                    <a:pt x="267" y="57"/>
                    <a:pt x="167" y="123"/>
                  </a:cubicBezTo>
                  <a:cubicBezTo>
                    <a:pt x="67" y="224"/>
                    <a:pt x="0" y="257"/>
                    <a:pt x="0" y="257"/>
                  </a:cubicBezTo>
                  <a:lnTo>
                    <a:pt x="133" y="457"/>
                  </a:lnTo>
                  <a:lnTo>
                    <a:pt x="567" y="457"/>
                  </a:lnTo>
                  <a:cubicBezTo>
                    <a:pt x="734" y="424"/>
                    <a:pt x="1034" y="257"/>
                    <a:pt x="1034" y="257"/>
                  </a:cubicBezTo>
                  <a:cubicBezTo>
                    <a:pt x="1034" y="257"/>
                    <a:pt x="967" y="57"/>
                    <a:pt x="934" y="57"/>
                  </a:cubicBezTo>
                  <a:cubicBezTo>
                    <a:pt x="934" y="57"/>
                    <a:pt x="765" y="0"/>
                    <a:pt x="6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80" name="Google Shape;3280;p27"/>
            <p:cNvSpPr/>
            <p:nvPr/>
          </p:nvSpPr>
          <p:spPr>
            <a:xfrm flipH="1">
              <a:off x="-1182926" y="1638817"/>
              <a:ext cx="26315" cy="11288"/>
            </a:xfrm>
            <a:custGeom>
              <a:avLst/>
              <a:gdLst/>
              <a:ahLst/>
              <a:cxnLst/>
              <a:rect l="l" t="t" r="r" b="b"/>
              <a:pathLst>
                <a:path w="1168" h="501" extrusionOk="0">
                  <a:moveTo>
                    <a:pt x="601" y="0"/>
                  </a:moveTo>
                  <a:cubicBezTo>
                    <a:pt x="334" y="0"/>
                    <a:pt x="0" y="100"/>
                    <a:pt x="0" y="100"/>
                  </a:cubicBezTo>
                  <a:lnTo>
                    <a:pt x="0" y="367"/>
                  </a:lnTo>
                  <a:cubicBezTo>
                    <a:pt x="0" y="367"/>
                    <a:pt x="367" y="500"/>
                    <a:pt x="601" y="500"/>
                  </a:cubicBezTo>
                  <a:cubicBezTo>
                    <a:pt x="834" y="500"/>
                    <a:pt x="1168" y="367"/>
                    <a:pt x="1168" y="367"/>
                  </a:cubicBezTo>
                  <a:lnTo>
                    <a:pt x="1168" y="100"/>
                  </a:lnTo>
                  <a:cubicBezTo>
                    <a:pt x="1168" y="100"/>
                    <a:pt x="801"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81" name="Google Shape;3281;p27"/>
            <p:cNvSpPr/>
            <p:nvPr/>
          </p:nvSpPr>
          <p:spPr>
            <a:xfrm flipH="1">
              <a:off x="-1185945" y="1658012"/>
              <a:ext cx="24828" cy="11625"/>
            </a:xfrm>
            <a:custGeom>
              <a:avLst/>
              <a:gdLst/>
              <a:ahLst/>
              <a:cxnLst/>
              <a:rect l="l" t="t" r="r" b="b"/>
              <a:pathLst>
                <a:path w="1102" h="516" extrusionOk="0">
                  <a:moveTo>
                    <a:pt x="633" y="1"/>
                  </a:moveTo>
                  <a:cubicBezTo>
                    <a:pt x="590" y="1"/>
                    <a:pt x="545" y="4"/>
                    <a:pt x="501" y="15"/>
                  </a:cubicBezTo>
                  <a:cubicBezTo>
                    <a:pt x="401" y="15"/>
                    <a:pt x="267" y="82"/>
                    <a:pt x="167" y="182"/>
                  </a:cubicBezTo>
                  <a:cubicBezTo>
                    <a:pt x="67" y="249"/>
                    <a:pt x="0" y="349"/>
                    <a:pt x="0" y="349"/>
                  </a:cubicBezTo>
                  <a:lnTo>
                    <a:pt x="167" y="516"/>
                  </a:lnTo>
                  <a:cubicBezTo>
                    <a:pt x="167" y="482"/>
                    <a:pt x="434" y="482"/>
                    <a:pt x="601" y="416"/>
                  </a:cubicBezTo>
                  <a:cubicBezTo>
                    <a:pt x="767" y="382"/>
                    <a:pt x="1068" y="249"/>
                    <a:pt x="1068" y="249"/>
                  </a:cubicBezTo>
                  <a:cubicBezTo>
                    <a:pt x="1068" y="249"/>
                    <a:pt x="1068" y="49"/>
                    <a:pt x="1101" y="49"/>
                  </a:cubicBezTo>
                  <a:cubicBezTo>
                    <a:pt x="1101" y="49"/>
                    <a:pt x="1001" y="15"/>
                    <a:pt x="868" y="15"/>
                  </a:cubicBezTo>
                  <a:cubicBezTo>
                    <a:pt x="801" y="15"/>
                    <a:pt x="719" y="1"/>
                    <a:pt x="6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82" name="Google Shape;3282;p27"/>
            <p:cNvSpPr/>
            <p:nvPr/>
          </p:nvSpPr>
          <p:spPr>
            <a:xfrm flipH="1">
              <a:off x="-1198720" y="1683899"/>
              <a:ext cx="22575" cy="11288"/>
            </a:xfrm>
            <a:custGeom>
              <a:avLst/>
              <a:gdLst/>
              <a:ahLst/>
              <a:cxnLst/>
              <a:rect l="l" t="t" r="r" b="b"/>
              <a:pathLst>
                <a:path w="1002" h="501" extrusionOk="0">
                  <a:moveTo>
                    <a:pt x="467" y="1"/>
                  </a:moveTo>
                  <a:cubicBezTo>
                    <a:pt x="301" y="1"/>
                    <a:pt x="0" y="101"/>
                    <a:pt x="0" y="101"/>
                  </a:cubicBezTo>
                  <a:lnTo>
                    <a:pt x="0" y="367"/>
                  </a:lnTo>
                  <a:cubicBezTo>
                    <a:pt x="0" y="367"/>
                    <a:pt x="301" y="501"/>
                    <a:pt x="501" y="501"/>
                  </a:cubicBezTo>
                  <a:cubicBezTo>
                    <a:pt x="734" y="501"/>
                    <a:pt x="1001" y="334"/>
                    <a:pt x="1001" y="334"/>
                  </a:cubicBezTo>
                  <a:cubicBezTo>
                    <a:pt x="1001" y="267"/>
                    <a:pt x="968" y="67"/>
                    <a:pt x="934" y="34"/>
                  </a:cubicBezTo>
                  <a:cubicBezTo>
                    <a:pt x="934" y="34"/>
                    <a:pt x="634" y="1"/>
                    <a:pt x="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83" name="Google Shape;3283;p27"/>
            <p:cNvSpPr/>
            <p:nvPr/>
          </p:nvSpPr>
          <p:spPr>
            <a:xfrm flipH="1">
              <a:off x="-1373057" y="1700436"/>
              <a:ext cx="18790" cy="11288"/>
            </a:xfrm>
            <a:custGeom>
              <a:avLst/>
              <a:gdLst/>
              <a:ahLst/>
              <a:cxnLst/>
              <a:rect l="l" t="t" r="r" b="b"/>
              <a:pathLst>
                <a:path w="834" h="501" extrusionOk="0">
                  <a:moveTo>
                    <a:pt x="434" y="0"/>
                  </a:moveTo>
                  <a:cubicBezTo>
                    <a:pt x="234" y="0"/>
                    <a:pt x="0" y="100"/>
                    <a:pt x="0" y="100"/>
                  </a:cubicBezTo>
                  <a:lnTo>
                    <a:pt x="0" y="334"/>
                  </a:lnTo>
                  <a:cubicBezTo>
                    <a:pt x="0" y="334"/>
                    <a:pt x="234" y="501"/>
                    <a:pt x="367" y="501"/>
                  </a:cubicBezTo>
                  <a:cubicBezTo>
                    <a:pt x="567" y="501"/>
                    <a:pt x="834" y="434"/>
                    <a:pt x="834" y="434"/>
                  </a:cubicBezTo>
                  <a:lnTo>
                    <a:pt x="834" y="167"/>
                  </a:lnTo>
                  <a:cubicBezTo>
                    <a:pt x="834" y="167"/>
                    <a:pt x="567" y="0"/>
                    <a:pt x="4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84" name="Google Shape;3284;p27"/>
            <p:cNvSpPr/>
            <p:nvPr/>
          </p:nvSpPr>
          <p:spPr>
            <a:xfrm flipH="1">
              <a:off x="-1375333" y="1731257"/>
              <a:ext cx="24828" cy="11806"/>
            </a:xfrm>
            <a:custGeom>
              <a:avLst/>
              <a:gdLst/>
              <a:ahLst/>
              <a:cxnLst/>
              <a:rect l="l" t="t" r="r" b="b"/>
              <a:pathLst>
                <a:path w="1102" h="524" extrusionOk="0">
                  <a:moveTo>
                    <a:pt x="501" y="0"/>
                  </a:moveTo>
                  <a:cubicBezTo>
                    <a:pt x="334" y="67"/>
                    <a:pt x="34" y="234"/>
                    <a:pt x="34" y="234"/>
                  </a:cubicBezTo>
                  <a:cubicBezTo>
                    <a:pt x="0" y="234"/>
                    <a:pt x="67" y="467"/>
                    <a:pt x="67" y="467"/>
                  </a:cubicBezTo>
                  <a:cubicBezTo>
                    <a:pt x="67" y="467"/>
                    <a:pt x="236" y="523"/>
                    <a:pt x="405" y="523"/>
                  </a:cubicBezTo>
                  <a:cubicBezTo>
                    <a:pt x="461" y="523"/>
                    <a:pt x="517" y="517"/>
                    <a:pt x="567" y="500"/>
                  </a:cubicBezTo>
                  <a:cubicBezTo>
                    <a:pt x="701" y="500"/>
                    <a:pt x="834" y="467"/>
                    <a:pt x="901" y="400"/>
                  </a:cubicBezTo>
                  <a:cubicBezTo>
                    <a:pt x="1001" y="300"/>
                    <a:pt x="1068" y="267"/>
                    <a:pt x="1068" y="267"/>
                  </a:cubicBezTo>
                  <a:cubicBezTo>
                    <a:pt x="1101" y="267"/>
                    <a:pt x="1001" y="100"/>
                    <a:pt x="9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85" name="Google Shape;3285;p27"/>
            <p:cNvSpPr/>
            <p:nvPr/>
          </p:nvSpPr>
          <p:spPr>
            <a:xfrm flipH="1">
              <a:off x="-1377586" y="1758699"/>
              <a:ext cx="25572" cy="12617"/>
            </a:xfrm>
            <a:custGeom>
              <a:avLst/>
              <a:gdLst/>
              <a:ahLst/>
              <a:cxnLst/>
              <a:rect l="l" t="t" r="r" b="b"/>
              <a:pathLst>
                <a:path w="1135" h="560" extrusionOk="0">
                  <a:moveTo>
                    <a:pt x="990" y="1"/>
                  </a:moveTo>
                  <a:cubicBezTo>
                    <a:pt x="981" y="1"/>
                    <a:pt x="973" y="5"/>
                    <a:pt x="967" y="16"/>
                  </a:cubicBezTo>
                  <a:cubicBezTo>
                    <a:pt x="967" y="16"/>
                    <a:pt x="867" y="50"/>
                    <a:pt x="801" y="50"/>
                  </a:cubicBezTo>
                  <a:cubicBezTo>
                    <a:pt x="701" y="50"/>
                    <a:pt x="600" y="50"/>
                    <a:pt x="500" y="83"/>
                  </a:cubicBezTo>
                  <a:cubicBezTo>
                    <a:pt x="300" y="116"/>
                    <a:pt x="0" y="250"/>
                    <a:pt x="0" y="250"/>
                  </a:cubicBezTo>
                  <a:lnTo>
                    <a:pt x="0" y="517"/>
                  </a:lnTo>
                  <a:cubicBezTo>
                    <a:pt x="0" y="517"/>
                    <a:pt x="213" y="559"/>
                    <a:pt x="436" y="559"/>
                  </a:cubicBezTo>
                  <a:cubicBezTo>
                    <a:pt x="491" y="559"/>
                    <a:pt x="547" y="557"/>
                    <a:pt x="600" y="550"/>
                  </a:cubicBezTo>
                  <a:cubicBezTo>
                    <a:pt x="701" y="517"/>
                    <a:pt x="867" y="417"/>
                    <a:pt x="967" y="350"/>
                  </a:cubicBezTo>
                  <a:cubicBezTo>
                    <a:pt x="1101" y="250"/>
                    <a:pt x="1134" y="183"/>
                    <a:pt x="1134" y="183"/>
                  </a:cubicBezTo>
                  <a:cubicBezTo>
                    <a:pt x="1134" y="127"/>
                    <a:pt x="1040" y="1"/>
                    <a:pt x="9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86" name="Google Shape;3286;p27"/>
            <p:cNvSpPr/>
            <p:nvPr/>
          </p:nvSpPr>
          <p:spPr>
            <a:xfrm flipH="1">
              <a:off x="-1388107" y="1786118"/>
              <a:ext cx="24828" cy="11625"/>
            </a:xfrm>
            <a:custGeom>
              <a:avLst/>
              <a:gdLst/>
              <a:ahLst/>
              <a:cxnLst/>
              <a:rect l="l" t="t" r="r" b="b"/>
              <a:pathLst>
                <a:path w="1102" h="516" extrusionOk="0">
                  <a:moveTo>
                    <a:pt x="1001" y="0"/>
                  </a:moveTo>
                  <a:cubicBezTo>
                    <a:pt x="1001" y="0"/>
                    <a:pt x="668" y="0"/>
                    <a:pt x="501" y="33"/>
                  </a:cubicBezTo>
                  <a:cubicBezTo>
                    <a:pt x="301" y="67"/>
                    <a:pt x="0" y="234"/>
                    <a:pt x="0" y="234"/>
                  </a:cubicBezTo>
                  <a:lnTo>
                    <a:pt x="34" y="500"/>
                  </a:lnTo>
                  <a:cubicBezTo>
                    <a:pt x="34" y="500"/>
                    <a:pt x="182" y="515"/>
                    <a:pt x="350" y="515"/>
                  </a:cubicBezTo>
                  <a:cubicBezTo>
                    <a:pt x="434" y="515"/>
                    <a:pt x="523" y="512"/>
                    <a:pt x="601" y="500"/>
                  </a:cubicBezTo>
                  <a:cubicBezTo>
                    <a:pt x="801" y="400"/>
                    <a:pt x="1101" y="200"/>
                    <a:pt x="1101" y="200"/>
                  </a:cubicBez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87" name="Google Shape;3287;p27"/>
            <p:cNvSpPr/>
            <p:nvPr/>
          </p:nvSpPr>
          <p:spPr>
            <a:xfrm flipH="1">
              <a:off x="-1403878" y="1798892"/>
              <a:ext cx="14307" cy="15050"/>
            </a:xfrm>
            <a:custGeom>
              <a:avLst/>
              <a:gdLst/>
              <a:ahLst/>
              <a:cxnLst/>
              <a:rect l="l" t="t" r="r" b="b"/>
              <a:pathLst>
                <a:path w="635" h="668" extrusionOk="0">
                  <a:moveTo>
                    <a:pt x="334" y="0"/>
                  </a:moveTo>
                  <a:lnTo>
                    <a:pt x="268" y="100"/>
                  </a:lnTo>
                  <a:cubicBezTo>
                    <a:pt x="201" y="134"/>
                    <a:pt x="134" y="167"/>
                    <a:pt x="134" y="234"/>
                  </a:cubicBezTo>
                  <a:cubicBezTo>
                    <a:pt x="101" y="267"/>
                    <a:pt x="1" y="467"/>
                    <a:pt x="1" y="467"/>
                  </a:cubicBezTo>
                  <a:cubicBezTo>
                    <a:pt x="1" y="467"/>
                    <a:pt x="134" y="634"/>
                    <a:pt x="201" y="667"/>
                  </a:cubicBezTo>
                  <a:cubicBezTo>
                    <a:pt x="201" y="667"/>
                    <a:pt x="268" y="667"/>
                    <a:pt x="334" y="634"/>
                  </a:cubicBezTo>
                  <a:cubicBezTo>
                    <a:pt x="435" y="601"/>
                    <a:pt x="501" y="567"/>
                    <a:pt x="535" y="467"/>
                  </a:cubicBezTo>
                  <a:cubicBezTo>
                    <a:pt x="635" y="400"/>
                    <a:pt x="635" y="267"/>
                    <a:pt x="635" y="167"/>
                  </a:cubicBezTo>
                  <a:cubicBezTo>
                    <a:pt x="635" y="67"/>
                    <a:pt x="601"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88" name="Google Shape;3288;p27"/>
            <p:cNvSpPr/>
            <p:nvPr/>
          </p:nvSpPr>
          <p:spPr>
            <a:xfrm flipH="1">
              <a:off x="-1424178" y="1819935"/>
              <a:ext cx="12054" cy="18813"/>
            </a:xfrm>
            <a:custGeom>
              <a:avLst/>
              <a:gdLst/>
              <a:ahLst/>
              <a:cxnLst/>
              <a:rect l="l" t="t" r="r" b="b"/>
              <a:pathLst>
                <a:path w="535" h="835" extrusionOk="0">
                  <a:moveTo>
                    <a:pt x="201" y="0"/>
                  </a:moveTo>
                  <a:cubicBezTo>
                    <a:pt x="201" y="0"/>
                    <a:pt x="167" y="34"/>
                    <a:pt x="134" y="134"/>
                  </a:cubicBezTo>
                  <a:cubicBezTo>
                    <a:pt x="134" y="200"/>
                    <a:pt x="34" y="234"/>
                    <a:pt x="34" y="334"/>
                  </a:cubicBezTo>
                  <a:cubicBezTo>
                    <a:pt x="1" y="400"/>
                    <a:pt x="1" y="667"/>
                    <a:pt x="1" y="667"/>
                  </a:cubicBezTo>
                  <a:cubicBezTo>
                    <a:pt x="1" y="701"/>
                    <a:pt x="201" y="801"/>
                    <a:pt x="201" y="834"/>
                  </a:cubicBezTo>
                  <a:lnTo>
                    <a:pt x="334" y="701"/>
                  </a:lnTo>
                  <a:cubicBezTo>
                    <a:pt x="434" y="667"/>
                    <a:pt x="468" y="534"/>
                    <a:pt x="501" y="467"/>
                  </a:cubicBezTo>
                  <a:cubicBezTo>
                    <a:pt x="534" y="367"/>
                    <a:pt x="534" y="234"/>
                    <a:pt x="501" y="167"/>
                  </a:cubicBezTo>
                  <a:cubicBezTo>
                    <a:pt x="501" y="67"/>
                    <a:pt x="468" y="0"/>
                    <a:pt x="4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3289" name="Google Shape;3289;p27"/>
          <p:cNvGrpSpPr/>
          <p:nvPr/>
        </p:nvGrpSpPr>
        <p:grpSpPr>
          <a:xfrm>
            <a:off x="8770586" y="4787910"/>
            <a:ext cx="393757" cy="237624"/>
            <a:chOff x="-1778327" y="2071573"/>
            <a:chExt cx="393757" cy="237624"/>
          </a:xfrm>
        </p:grpSpPr>
        <p:sp>
          <p:nvSpPr>
            <p:cNvPr id="3290" name="Google Shape;3290;p27"/>
            <p:cNvSpPr/>
            <p:nvPr/>
          </p:nvSpPr>
          <p:spPr>
            <a:xfrm flipH="1">
              <a:off x="-1778327" y="2071573"/>
              <a:ext cx="393757" cy="235619"/>
            </a:xfrm>
            <a:custGeom>
              <a:avLst/>
              <a:gdLst/>
              <a:ahLst/>
              <a:cxnLst/>
              <a:rect l="l" t="t" r="r" b="b"/>
              <a:pathLst>
                <a:path w="17477" h="10458" extrusionOk="0">
                  <a:moveTo>
                    <a:pt x="5787" y="1"/>
                  </a:moveTo>
                  <a:cubicBezTo>
                    <a:pt x="5647" y="1"/>
                    <a:pt x="5509" y="20"/>
                    <a:pt x="5393" y="39"/>
                  </a:cubicBezTo>
                  <a:cubicBezTo>
                    <a:pt x="5126" y="73"/>
                    <a:pt x="4960" y="173"/>
                    <a:pt x="4793" y="306"/>
                  </a:cubicBezTo>
                  <a:cubicBezTo>
                    <a:pt x="4526" y="506"/>
                    <a:pt x="4226" y="740"/>
                    <a:pt x="3959" y="1007"/>
                  </a:cubicBezTo>
                  <a:lnTo>
                    <a:pt x="3592" y="1373"/>
                  </a:lnTo>
                  <a:cubicBezTo>
                    <a:pt x="3459" y="1507"/>
                    <a:pt x="3392" y="1674"/>
                    <a:pt x="3292" y="1840"/>
                  </a:cubicBezTo>
                  <a:cubicBezTo>
                    <a:pt x="3192" y="2141"/>
                    <a:pt x="3058" y="2474"/>
                    <a:pt x="2925" y="2741"/>
                  </a:cubicBezTo>
                  <a:cubicBezTo>
                    <a:pt x="2725" y="3342"/>
                    <a:pt x="2525" y="3909"/>
                    <a:pt x="2258" y="4342"/>
                  </a:cubicBezTo>
                  <a:cubicBezTo>
                    <a:pt x="2124" y="4576"/>
                    <a:pt x="2024" y="4743"/>
                    <a:pt x="1857" y="4876"/>
                  </a:cubicBezTo>
                  <a:cubicBezTo>
                    <a:pt x="1691" y="5009"/>
                    <a:pt x="1557" y="5076"/>
                    <a:pt x="1390" y="5076"/>
                  </a:cubicBezTo>
                  <a:cubicBezTo>
                    <a:pt x="1090" y="5076"/>
                    <a:pt x="790" y="4909"/>
                    <a:pt x="623" y="4843"/>
                  </a:cubicBezTo>
                  <a:cubicBezTo>
                    <a:pt x="456" y="4743"/>
                    <a:pt x="390" y="4676"/>
                    <a:pt x="390" y="4676"/>
                  </a:cubicBezTo>
                  <a:cubicBezTo>
                    <a:pt x="358" y="4651"/>
                    <a:pt x="323" y="4640"/>
                    <a:pt x="288" y="4640"/>
                  </a:cubicBezTo>
                  <a:cubicBezTo>
                    <a:pt x="140" y="4640"/>
                    <a:pt x="0" y="4841"/>
                    <a:pt x="190" y="4976"/>
                  </a:cubicBezTo>
                  <a:cubicBezTo>
                    <a:pt x="190" y="4976"/>
                    <a:pt x="256" y="5043"/>
                    <a:pt x="456" y="5176"/>
                  </a:cubicBezTo>
                  <a:cubicBezTo>
                    <a:pt x="690" y="5310"/>
                    <a:pt x="957" y="5510"/>
                    <a:pt x="1457" y="5510"/>
                  </a:cubicBezTo>
                  <a:cubicBezTo>
                    <a:pt x="1691" y="5510"/>
                    <a:pt x="1957" y="5410"/>
                    <a:pt x="2191" y="5243"/>
                  </a:cubicBezTo>
                  <a:cubicBezTo>
                    <a:pt x="2391" y="5076"/>
                    <a:pt x="2558" y="4876"/>
                    <a:pt x="2725" y="4642"/>
                  </a:cubicBezTo>
                  <a:cubicBezTo>
                    <a:pt x="3025" y="4142"/>
                    <a:pt x="3225" y="3575"/>
                    <a:pt x="3459" y="3008"/>
                  </a:cubicBezTo>
                  <a:cubicBezTo>
                    <a:pt x="3592" y="2708"/>
                    <a:pt x="3725" y="2408"/>
                    <a:pt x="3892" y="2174"/>
                  </a:cubicBezTo>
                  <a:cubicBezTo>
                    <a:pt x="3959" y="2041"/>
                    <a:pt x="4059" y="1874"/>
                    <a:pt x="4126" y="1807"/>
                  </a:cubicBezTo>
                  <a:cubicBezTo>
                    <a:pt x="4259" y="1707"/>
                    <a:pt x="4359" y="1574"/>
                    <a:pt x="4459" y="1474"/>
                  </a:cubicBezTo>
                  <a:cubicBezTo>
                    <a:pt x="4726" y="1240"/>
                    <a:pt x="4960" y="1040"/>
                    <a:pt x="5226" y="873"/>
                  </a:cubicBezTo>
                  <a:cubicBezTo>
                    <a:pt x="5449" y="749"/>
                    <a:pt x="5635" y="681"/>
                    <a:pt x="5798" y="681"/>
                  </a:cubicBezTo>
                  <a:cubicBezTo>
                    <a:pt x="5855" y="681"/>
                    <a:pt x="5909" y="689"/>
                    <a:pt x="5960" y="706"/>
                  </a:cubicBezTo>
                  <a:cubicBezTo>
                    <a:pt x="6194" y="740"/>
                    <a:pt x="6394" y="1007"/>
                    <a:pt x="6561" y="1240"/>
                  </a:cubicBezTo>
                  <a:cubicBezTo>
                    <a:pt x="6728" y="1507"/>
                    <a:pt x="6861" y="1840"/>
                    <a:pt x="6961" y="2141"/>
                  </a:cubicBezTo>
                  <a:cubicBezTo>
                    <a:pt x="7261" y="2741"/>
                    <a:pt x="7461" y="3375"/>
                    <a:pt x="7795" y="3975"/>
                  </a:cubicBezTo>
                  <a:cubicBezTo>
                    <a:pt x="7962" y="4242"/>
                    <a:pt x="8229" y="4542"/>
                    <a:pt x="8462" y="4809"/>
                  </a:cubicBezTo>
                  <a:cubicBezTo>
                    <a:pt x="8729" y="5043"/>
                    <a:pt x="9096" y="5243"/>
                    <a:pt x="9530" y="5343"/>
                  </a:cubicBezTo>
                  <a:cubicBezTo>
                    <a:pt x="9643" y="5364"/>
                    <a:pt x="9760" y="5372"/>
                    <a:pt x="9877" y="5372"/>
                  </a:cubicBezTo>
                  <a:cubicBezTo>
                    <a:pt x="10138" y="5372"/>
                    <a:pt x="10400" y="5333"/>
                    <a:pt x="10630" y="5310"/>
                  </a:cubicBezTo>
                  <a:cubicBezTo>
                    <a:pt x="10813" y="5273"/>
                    <a:pt x="10986" y="5246"/>
                    <a:pt x="11149" y="5246"/>
                  </a:cubicBezTo>
                  <a:cubicBezTo>
                    <a:pt x="11283" y="5246"/>
                    <a:pt x="11410" y="5264"/>
                    <a:pt x="11531" y="5310"/>
                  </a:cubicBezTo>
                  <a:cubicBezTo>
                    <a:pt x="12065" y="5476"/>
                    <a:pt x="12465" y="6010"/>
                    <a:pt x="12765" y="6577"/>
                  </a:cubicBezTo>
                  <a:lnTo>
                    <a:pt x="12799" y="6711"/>
                  </a:lnTo>
                  <a:lnTo>
                    <a:pt x="12799" y="6744"/>
                  </a:lnTo>
                  <a:lnTo>
                    <a:pt x="12865" y="6811"/>
                  </a:lnTo>
                  <a:lnTo>
                    <a:pt x="12899" y="6844"/>
                  </a:lnTo>
                  <a:cubicBezTo>
                    <a:pt x="12932" y="6911"/>
                    <a:pt x="12965" y="6977"/>
                    <a:pt x="13032" y="7044"/>
                  </a:cubicBezTo>
                  <a:cubicBezTo>
                    <a:pt x="13099" y="7178"/>
                    <a:pt x="13199" y="7344"/>
                    <a:pt x="13266" y="7478"/>
                  </a:cubicBezTo>
                  <a:cubicBezTo>
                    <a:pt x="13432" y="7745"/>
                    <a:pt x="13566" y="8045"/>
                    <a:pt x="13733" y="8345"/>
                  </a:cubicBezTo>
                  <a:cubicBezTo>
                    <a:pt x="14066" y="8879"/>
                    <a:pt x="14366" y="9413"/>
                    <a:pt x="14767" y="9846"/>
                  </a:cubicBezTo>
                  <a:cubicBezTo>
                    <a:pt x="14933" y="10046"/>
                    <a:pt x="15200" y="10213"/>
                    <a:pt x="15434" y="10347"/>
                  </a:cubicBezTo>
                  <a:cubicBezTo>
                    <a:pt x="15590" y="10425"/>
                    <a:pt x="15735" y="10457"/>
                    <a:pt x="15882" y="10457"/>
                  </a:cubicBezTo>
                  <a:cubicBezTo>
                    <a:pt x="15986" y="10457"/>
                    <a:pt x="16090" y="10441"/>
                    <a:pt x="16201" y="10413"/>
                  </a:cubicBezTo>
                  <a:cubicBezTo>
                    <a:pt x="16668" y="10313"/>
                    <a:pt x="16901" y="10046"/>
                    <a:pt x="17068" y="9880"/>
                  </a:cubicBezTo>
                  <a:lnTo>
                    <a:pt x="17335" y="9646"/>
                  </a:lnTo>
                  <a:cubicBezTo>
                    <a:pt x="17477" y="9448"/>
                    <a:pt x="17306" y="9298"/>
                    <a:pt x="17067" y="9298"/>
                  </a:cubicBezTo>
                  <a:cubicBezTo>
                    <a:pt x="17025" y="9298"/>
                    <a:pt x="16980" y="9302"/>
                    <a:pt x="16935" y="9313"/>
                  </a:cubicBezTo>
                  <a:cubicBezTo>
                    <a:pt x="16935" y="9313"/>
                    <a:pt x="16901" y="9413"/>
                    <a:pt x="16735" y="9546"/>
                  </a:cubicBezTo>
                  <a:cubicBezTo>
                    <a:pt x="16568" y="9679"/>
                    <a:pt x="16368" y="9880"/>
                    <a:pt x="16034" y="9980"/>
                  </a:cubicBezTo>
                  <a:cubicBezTo>
                    <a:pt x="15991" y="9989"/>
                    <a:pt x="15946" y="9994"/>
                    <a:pt x="15900" y="9994"/>
                  </a:cubicBezTo>
                  <a:cubicBezTo>
                    <a:pt x="15629" y="9994"/>
                    <a:pt x="15319" y="9827"/>
                    <a:pt x="15033" y="9513"/>
                  </a:cubicBezTo>
                  <a:cubicBezTo>
                    <a:pt x="14733" y="9146"/>
                    <a:pt x="14433" y="8645"/>
                    <a:pt x="14133" y="8078"/>
                  </a:cubicBezTo>
                  <a:cubicBezTo>
                    <a:pt x="14033" y="7811"/>
                    <a:pt x="13866" y="7511"/>
                    <a:pt x="13733" y="7211"/>
                  </a:cubicBezTo>
                  <a:cubicBezTo>
                    <a:pt x="13632" y="7044"/>
                    <a:pt x="13566" y="6911"/>
                    <a:pt x="13466" y="6744"/>
                  </a:cubicBezTo>
                  <a:lnTo>
                    <a:pt x="13366" y="6510"/>
                  </a:lnTo>
                  <a:lnTo>
                    <a:pt x="13299" y="6477"/>
                  </a:lnTo>
                  <a:lnTo>
                    <a:pt x="13299" y="6410"/>
                  </a:lnTo>
                  <a:lnTo>
                    <a:pt x="13232" y="6310"/>
                  </a:lnTo>
                  <a:cubicBezTo>
                    <a:pt x="13132" y="6177"/>
                    <a:pt x="13065" y="6010"/>
                    <a:pt x="12965" y="5843"/>
                  </a:cubicBezTo>
                  <a:cubicBezTo>
                    <a:pt x="12865" y="5677"/>
                    <a:pt x="12765" y="5543"/>
                    <a:pt x="12632" y="5376"/>
                  </a:cubicBezTo>
                  <a:cubicBezTo>
                    <a:pt x="12432" y="5076"/>
                    <a:pt x="12098" y="4809"/>
                    <a:pt x="11698" y="4676"/>
                  </a:cubicBezTo>
                  <a:cubicBezTo>
                    <a:pt x="11481" y="4609"/>
                    <a:pt x="11272" y="4584"/>
                    <a:pt x="11076" y="4584"/>
                  </a:cubicBezTo>
                  <a:cubicBezTo>
                    <a:pt x="10880" y="4584"/>
                    <a:pt x="10697" y="4609"/>
                    <a:pt x="10530" y="4642"/>
                  </a:cubicBezTo>
                  <a:cubicBezTo>
                    <a:pt x="10330" y="4659"/>
                    <a:pt x="10163" y="4668"/>
                    <a:pt x="10013" y="4668"/>
                  </a:cubicBezTo>
                  <a:cubicBezTo>
                    <a:pt x="9863" y="4668"/>
                    <a:pt x="9730" y="4659"/>
                    <a:pt x="9596" y="4642"/>
                  </a:cubicBezTo>
                  <a:cubicBezTo>
                    <a:pt x="9296" y="4542"/>
                    <a:pt x="9096" y="4409"/>
                    <a:pt x="8896" y="4209"/>
                  </a:cubicBezTo>
                  <a:cubicBezTo>
                    <a:pt x="8629" y="4009"/>
                    <a:pt x="8462" y="3809"/>
                    <a:pt x="8362" y="3542"/>
                  </a:cubicBezTo>
                  <a:cubicBezTo>
                    <a:pt x="8062" y="3075"/>
                    <a:pt x="7862" y="2474"/>
                    <a:pt x="7561" y="1840"/>
                  </a:cubicBezTo>
                  <a:cubicBezTo>
                    <a:pt x="7395" y="1540"/>
                    <a:pt x="7261" y="1207"/>
                    <a:pt x="7061" y="873"/>
                  </a:cubicBezTo>
                  <a:cubicBezTo>
                    <a:pt x="6861" y="540"/>
                    <a:pt x="6561" y="206"/>
                    <a:pt x="6094" y="39"/>
                  </a:cubicBezTo>
                  <a:cubicBezTo>
                    <a:pt x="5995" y="11"/>
                    <a:pt x="5890" y="1"/>
                    <a:pt x="57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91" name="Google Shape;3291;p27"/>
            <p:cNvSpPr/>
            <p:nvPr/>
          </p:nvSpPr>
          <p:spPr>
            <a:xfrm flipH="1">
              <a:off x="-1527883" y="2103250"/>
              <a:ext cx="21809" cy="11310"/>
            </a:xfrm>
            <a:custGeom>
              <a:avLst/>
              <a:gdLst/>
              <a:ahLst/>
              <a:cxnLst/>
              <a:rect l="l" t="t" r="r" b="b"/>
              <a:pathLst>
                <a:path w="968" h="502" extrusionOk="0">
                  <a:moveTo>
                    <a:pt x="467" y="1"/>
                  </a:moveTo>
                  <a:cubicBezTo>
                    <a:pt x="300" y="1"/>
                    <a:pt x="0" y="134"/>
                    <a:pt x="0" y="134"/>
                  </a:cubicBezTo>
                  <a:lnTo>
                    <a:pt x="0" y="401"/>
                  </a:lnTo>
                  <a:cubicBezTo>
                    <a:pt x="0" y="401"/>
                    <a:pt x="267" y="501"/>
                    <a:pt x="467" y="501"/>
                  </a:cubicBezTo>
                  <a:cubicBezTo>
                    <a:pt x="634" y="501"/>
                    <a:pt x="934" y="401"/>
                    <a:pt x="934" y="401"/>
                  </a:cubicBezTo>
                  <a:cubicBezTo>
                    <a:pt x="968" y="401"/>
                    <a:pt x="968" y="168"/>
                    <a:pt x="934" y="134"/>
                  </a:cubicBezTo>
                  <a:cubicBezTo>
                    <a:pt x="934" y="134"/>
                    <a:pt x="634" y="1"/>
                    <a:pt x="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92" name="Google Shape;3292;p27"/>
            <p:cNvSpPr/>
            <p:nvPr/>
          </p:nvSpPr>
          <p:spPr>
            <a:xfrm flipH="1">
              <a:off x="-1527140" y="2121094"/>
              <a:ext cx="24828" cy="11490"/>
            </a:xfrm>
            <a:custGeom>
              <a:avLst/>
              <a:gdLst/>
              <a:ahLst/>
              <a:cxnLst/>
              <a:rect l="l" t="t" r="r" b="b"/>
              <a:pathLst>
                <a:path w="1102" h="510" extrusionOk="0">
                  <a:moveTo>
                    <a:pt x="633" y="0"/>
                  </a:moveTo>
                  <a:cubicBezTo>
                    <a:pt x="586" y="0"/>
                    <a:pt x="541" y="3"/>
                    <a:pt x="501" y="9"/>
                  </a:cubicBezTo>
                  <a:cubicBezTo>
                    <a:pt x="301" y="43"/>
                    <a:pt x="0" y="176"/>
                    <a:pt x="0" y="176"/>
                  </a:cubicBezTo>
                  <a:lnTo>
                    <a:pt x="0" y="443"/>
                  </a:lnTo>
                  <a:cubicBezTo>
                    <a:pt x="0" y="443"/>
                    <a:pt x="334" y="510"/>
                    <a:pt x="534" y="510"/>
                  </a:cubicBezTo>
                  <a:cubicBezTo>
                    <a:pt x="768" y="476"/>
                    <a:pt x="1035" y="310"/>
                    <a:pt x="1035" y="310"/>
                  </a:cubicBezTo>
                  <a:cubicBezTo>
                    <a:pt x="1101" y="276"/>
                    <a:pt x="1035" y="43"/>
                    <a:pt x="1035" y="43"/>
                  </a:cubicBezTo>
                  <a:cubicBezTo>
                    <a:pt x="1035" y="43"/>
                    <a:pt x="821" y="0"/>
                    <a:pt x="6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93" name="Google Shape;3293;p27"/>
            <p:cNvSpPr/>
            <p:nvPr/>
          </p:nvSpPr>
          <p:spPr>
            <a:xfrm flipH="1">
              <a:off x="-1535408" y="2146102"/>
              <a:ext cx="23319" cy="9778"/>
            </a:xfrm>
            <a:custGeom>
              <a:avLst/>
              <a:gdLst/>
              <a:ahLst/>
              <a:cxnLst/>
              <a:rect l="l" t="t" r="r" b="b"/>
              <a:pathLst>
                <a:path w="1035" h="434" extrusionOk="0">
                  <a:moveTo>
                    <a:pt x="434" y="0"/>
                  </a:moveTo>
                  <a:cubicBezTo>
                    <a:pt x="267" y="0"/>
                    <a:pt x="0" y="100"/>
                    <a:pt x="0" y="100"/>
                  </a:cubicBezTo>
                  <a:lnTo>
                    <a:pt x="0" y="367"/>
                  </a:lnTo>
                  <a:cubicBezTo>
                    <a:pt x="0" y="367"/>
                    <a:pt x="267" y="434"/>
                    <a:pt x="500" y="434"/>
                  </a:cubicBezTo>
                  <a:cubicBezTo>
                    <a:pt x="567" y="434"/>
                    <a:pt x="734" y="400"/>
                    <a:pt x="834" y="334"/>
                  </a:cubicBezTo>
                  <a:cubicBezTo>
                    <a:pt x="901" y="234"/>
                    <a:pt x="1001" y="200"/>
                    <a:pt x="1001" y="200"/>
                  </a:cubicBezTo>
                  <a:cubicBezTo>
                    <a:pt x="1034" y="200"/>
                    <a:pt x="901" y="34"/>
                    <a:pt x="9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94" name="Google Shape;3294;p27"/>
            <p:cNvSpPr/>
            <p:nvPr/>
          </p:nvSpPr>
          <p:spPr>
            <a:xfrm flipH="1">
              <a:off x="-1542167" y="2168632"/>
              <a:ext cx="20322" cy="11648"/>
            </a:xfrm>
            <a:custGeom>
              <a:avLst/>
              <a:gdLst/>
              <a:ahLst/>
              <a:cxnLst/>
              <a:rect l="l" t="t" r="r" b="b"/>
              <a:pathLst>
                <a:path w="902" h="517" extrusionOk="0">
                  <a:moveTo>
                    <a:pt x="635" y="1"/>
                  </a:moveTo>
                  <a:cubicBezTo>
                    <a:pt x="534" y="1"/>
                    <a:pt x="468" y="1"/>
                    <a:pt x="368" y="34"/>
                  </a:cubicBezTo>
                  <a:cubicBezTo>
                    <a:pt x="268" y="68"/>
                    <a:pt x="34" y="234"/>
                    <a:pt x="34" y="234"/>
                  </a:cubicBezTo>
                  <a:cubicBezTo>
                    <a:pt x="1" y="234"/>
                    <a:pt x="101" y="501"/>
                    <a:pt x="101" y="501"/>
                  </a:cubicBezTo>
                  <a:cubicBezTo>
                    <a:pt x="101" y="501"/>
                    <a:pt x="205" y="516"/>
                    <a:pt x="323" y="516"/>
                  </a:cubicBezTo>
                  <a:cubicBezTo>
                    <a:pt x="382" y="516"/>
                    <a:pt x="445" y="512"/>
                    <a:pt x="501" y="501"/>
                  </a:cubicBezTo>
                  <a:cubicBezTo>
                    <a:pt x="601" y="435"/>
                    <a:pt x="668" y="401"/>
                    <a:pt x="768" y="334"/>
                  </a:cubicBezTo>
                  <a:lnTo>
                    <a:pt x="901" y="201"/>
                  </a:lnTo>
                  <a:cubicBezTo>
                    <a:pt x="901" y="134"/>
                    <a:pt x="768" y="1"/>
                    <a:pt x="7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95" name="Google Shape;3295;p27"/>
            <p:cNvSpPr/>
            <p:nvPr/>
          </p:nvSpPr>
          <p:spPr>
            <a:xfrm flipH="1">
              <a:off x="-1648892" y="2209456"/>
              <a:ext cx="17326" cy="11963"/>
            </a:xfrm>
            <a:custGeom>
              <a:avLst/>
              <a:gdLst/>
              <a:ahLst/>
              <a:cxnLst/>
              <a:rect l="l" t="t" r="r" b="b"/>
              <a:pathLst>
                <a:path w="769" h="531" extrusionOk="0">
                  <a:moveTo>
                    <a:pt x="326" y="1"/>
                  </a:moveTo>
                  <a:cubicBezTo>
                    <a:pt x="214" y="1"/>
                    <a:pt x="101" y="57"/>
                    <a:pt x="101" y="57"/>
                  </a:cubicBezTo>
                  <a:lnTo>
                    <a:pt x="1" y="290"/>
                  </a:lnTo>
                  <a:cubicBezTo>
                    <a:pt x="1" y="290"/>
                    <a:pt x="201" y="457"/>
                    <a:pt x="368" y="524"/>
                  </a:cubicBezTo>
                  <a:cubicBezTo>
                    <a:pt x="382" y="529"/>
                    <a:pt x="399" y="531"/>
                    <a:pt x="418" y="531"/>
                  </a:cubicBezTo>
                  <a:cubicBezTo>
                    <a:pt x="530" y="531"/>
                    <a:pt x="701" y="457"/>
                    <a:pt x="701" y="457"/>
                  </a:cubicBezTo>
                  <a:cubicBezTo>
                    <a:pt x="701" y="424"/>
                    <a:pt x="768" y="257"/>
                    <a:pt x="768" y="224"/>
                  </a:cubicBezTo>
                  <a:cubicBezTo>
                    <a:pt x="768" y="224"/>
                    <a:pt x="601" y="57"/>
                    <a:pt x="435" y="24"/>
                  </a:cubicBezTo>
                  <a:cubicBezTo>
                    <a:pt x="401" y="7"/>
                    <a:pt x="364" y="1"/>
                    <a:pt x="3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96" name="Google Shape;3296;p27"/>
            <p:cNvSpPr/>
            <p:nvPr/>
          </p:nvSpPr>
          <p:spPr>
            <a:xfrm flipH="1">
              <a:off x="-1660157" y="2233271"/>
              <a:ext cx="18069" cy="11288"/>
            </a:xfrm>
            <a:custGeom>
              <a:avLst/>
              <a:gdLst/>
              <a:ahLst/>
              <a:cxnLst/>
              <a:rect l="l" t="t" r="r" b="b"/>
              <a:pathLst>
                <a:path w="802" h="501" extrusionOk="0">
                  <a:moveTo>
                    <a:pt x="368" y="1"/>
                  </a:moveTo>
                  <a:cubicBezTo>
                    <a:pt x="234" y="1"/>
                    <a:pt x="1" y="101"/>
                    <a:pt x="1" y="101"/>
                  </a:cubicBezTo>
                  <a:lnTo>
                    <a:pt x="1" y="368"/>
                  </a:lnTo>
                  <a:cubicBezTo>
                    <a:pt x="1" y="368"/>
                    <a:pt x="234" y="501"/>
                    <a:pt x="368" y="501"/>
                  </a:cubicBezTo>
                  <a:cubicBezTo>
                    <a:pt x="468" y="501"/>
                    <a:pt x="568" y="434"/>
                    <a:pt x="635" y="401"/>
                  </a:cubicBezTo>
                  <a:cubicBezTo>
                    <a:pt x="735" y="368"/>
                    <a:pt x="768" y="334"/>
                    <a:pt x="768" y="334"/>
                  </a:cubicBezTo>
                  <a:cubicBezTo>
                    <a:pt x="801" y="301"/>
                    <a:pt x="735" y="67"/>
                    <a:pt x="735" y="67"/>
                  </a:cubicBezTo>
                  <a:cubicBezTo>
                    <a:pt x="735" y="67"/>
                    <a:pt x="668" y="34"/>
                    <a:pt x="601" y="34"/>
                  </a:cubicBezTo>
                  <a:cubicBezTo>
                    <a:pt x="501" y="1"/>
                    <a:pt x="468" y="1"/>
                    <a:pt x="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97" name="Google Shape;3297;p27"/>
            <p:cNvSpPr/>
            <p:nvPr/>
          </p:nvSpPr>
          <p:spPr>
            <a:xfrm flipH="1">
              <a:off x="-1674441" y="2252804"/>
              <a:ext cx="19579" cy="11310"/>
            </a:xfrm>
            <a:custGeom>
              <a:avLst/>
              <a:gdLst/>
              <a:ahLst/>
              <a:cxnLst/>
              <a:rect l="l" t="t" r="r" b="b"/>
              <a:pathLst>
                <a:path w="869" h="502" extrusionOk="0">
                  <a:moveTo>
                    <a:pt x="568" y="1"/>
                  </a:moveTo>
                  <a:cubicBezTo>
                    <a:pt x="535" y="18"/>
                    <a:pt x="493" y="18"/>
                    <a:pt x="451" y="18"/>
                  </a:cubicBezTo>
                  <a:cubicBezTo>
                    <a:pt x="410" y="18"/>
                    <a:pt x="368" y="18"/>
                    <a:pt x="335" y="34"/>
                  </a:cubicBezTo>
                  <a:cubicBezTo>
                    <a:pt x="268" y="34"/>
                    <a:pt x="201" y="101"/>
                    <a:pt x="101" y="134"/>
                  </a:cubicBezTo>
                  <a:cubicBezTo>
                    <a:pt x="34" y="168"/>
                    <a:pt x="1" y="201"/>
                    <a:pt x="1" y="201"/>
                  </a:cubicBezTo>
                  <a:lnTo>
                    <a:pt x="1" y="468"/>
                  </a:lnTo>
                  <a:cubicBezTo>
                    <a:pt x="1" y="468"/>
                    <a:pt x="68" y="468"/>
                    <a:pt x="168" y="501"/>
                  </a:cubicBezTo>
                  <a:lnTo>
                    <a:pt x="501" y="501"/>
                  </a:lnTo>
                  <a:cubicBezTo>
                    <a:pt x="568" y="468"/>
                    <a:pt x="668" y="435"/>
                    <a:pt x="735" y="335"/>
                  </a:cubicBezTo>
                  <a:lnTo>
                    <a:pt x="868" y="201"/>
                  </a:lnTo>
                  <a:cubicBezTo>
                    <a:pt x="868" y="168"/>
                    <a:pt x="768" y="1"/>
                    <a:pt x="7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98" name="Google Shape;3298;p27"/>
            <p:cNvSpPr/>
            <p:nvPr/>
          </p:nvSpPr>
          <p:spPr>
            <a:xfrm flipH="1">
              <a:off x="-1690978" y="2272360"/>
              <a:ext cx="27847" cy="12797"/>
            </a:xfrm>
            <a:custGeom>
              <a:avLst/>
              <a:gdLst/>
              <a:ahLst/>
              <a:cxnLst/>
              <a:rect l="l" t="t" r="r" b="b"/>
              <a:pathLst>
                <a:path w="1236" h="568" extrusionOk="0">
                  <a:moveTo>
                    <a:pt x="1168" y="0"/>
                  </a:moveTo>
                  <a:cubicBezTo>
                    <a:pt x="1168" y="0"/>
                    <a:pt x="801" y="0"/>
                    <a:pt x="535" y="67"/>
                  </a:cubicBezTo>
                  <a:cubicBezTo>
                    <a:pt x="334" y="100"/>
                    <a:pt x="1" y="300"/>
                    <a:pt x="1" y="300"/>
                  </a:cubicBezTo>
                  <a:lnTo>
                    <a:pt x="34" y="567"/>
                  </a:lnTo>
                  <a:cubicBezTo>
                    <a:pt x="34" y="567"/>
                    <a:pt x="401" y="567"/>
                    <a:pt x="668" y="501"/>
                  </a:cubicBezTo>
                  <a:cubicBezTo>
                    <a:pt x="868" y="467"/>
                    <a:pt x="1202" y="267"/>
                    <a:pt x="1202" y="267"/>
                  </a:cubicBezTo>
                  <a:cubicBezTo>
                    <a:pt x="1235" y="234"/>
                    <a:pt x="1202" y="0"/>
                    <a:pt x="11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99" name="Google Shape;3299;p27"/>
            <p:cNvSpPr/>
            <p:nvPr/>
          </p:nvSpPr>
          <p:spPr>
            <a:xfrm flipH="1">
              <a:off x="-1704496" y="2297909"/>
              <a:ext cx="15050" cy="11288"/>
            </a:xfrm>
            <a:custGeom>
              <a:avLst/>
              <a:gdLst/>
              <a:ahLst/>
              <a:cxnLst/>
              <a:rect l="l" t="t" r="r" b="b"/>
              <a:pathLst>
                <a:path w="668" h="501" extrusionOk="0">
                  <a:moveTo>
                    <a:pt x="334" y="0"/>
                  </a:moveTo>
                  <a:cubicBezTo>
                    <a:pt x="201" y="0"/>
                    <a:pt x="0" y="134"/>
                    <a:pt x="0" y="134"/>
                  </a:cubicBezTo>
                  <a:lnTo>
                    <a:pt x="0" y="367"/>
                  </a:lnTo>
                  <a:cubicBezTo>
                    <a:pt x="0" y="367"/>
                    <a:pt x="201" y="501"/>
                    <a:pt x="334" y="501"/>
                  </a:cubicBezTo>
                  <a:cubicBezTo>
                    <a:pt x="467" y="501"/>
                    <a:pt x="668" y="367"/>
                    <a:pt x="668" y="367"/>
                  </a:cubicBezTo>
                  <a:lnTo>
                    <a:pt x="668" y="134"/>
                  </a:lnTo>
                  <a:cubicBezTo>
                    <a:pt x="668" y="134"/>
                    <a:pt x="467" y="0"/>
                    <a:pt x="3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3300" name="Google Shape;3300;p27"/>
          <p:cNvSpPr/>
          <p:nvPr/>
        </p:nvSpPr>
        <p:spPr>
          <a:xfrm>
            <a:off x="7660616" y="4720640"/>
            <a:ext cx="446656" cy="67265"/>
          </a:xfrm>
          <a:custGeom>
            <a:avLst/>
            <a:gdLst/>
            <a:ahLst/>
            <a:cxnLst/>
            <a:rect l="l" t="t" r="r" b="b"/>
            <a:pathLst>
              <a:path w="21116" h="3180" extrusionOk="0">
                <a:moveTo>
                  <a:pt x="10841" y="1"/>
                </a:moveTo>
                <a:cubicBezTo>
                  <a:pt x="10675" y="201"/>
                  <a:pt x="10474" y="468"/>
                  <a:pt x="10241" y="701"/>
                </a:cubicBezTo>
                <a:cubicBezTo>
                  <a:pt x="10141" y="835"/>
                  <a:pt x="10041" y="968"/>
                  <a:pt x="9907" y="1068"/>
                </a:cubicBezTo>
                <a:lnTo>
                  <a:pt x="9874" y="1135"/>
                </a:lnTo>
                <a:lnTo>
                  <a:pt x="9841" y="1168"/>
                </a:lnTo>
                <a:lnTo>
                  <a:pt x="9741" y="1268"/>
                </a:lnTo>
                <a:cubicBezTo>
                  <a:pt x="9540" y="1468"/>
                  <a:pt x="9307" y="1635"/>
                  <a:pt x="9040" y="1769"/>
                </a:cubicBezTo>
                <a:cubicBezTo>
                  <a:pt x="8572" y="2003"/>
                  <a:pt x="8053" y="2108"/>
                  <a:pt x="7527" y="2108"/>
                </a:cubicBezTo>
                <a:cubicBezTo>
                  <a:pt x="7453" y="2108"/>
                  <a:pt x="7379" y="2106"/>
                  <a:pt x="7306" y="2102"/>
                </a:cubicBezTo>
                <a:cubicBezTo>
                  <a:pt x="6672" y="2036"/>
                  <a:pt x="6071" y="1802"/>
                  <a:pt x="5571" y="1468"/>
                </a:cubicBezTo>
                <a:cubicBezTo>
                  <a:pt x="5471" y="1335"/>
                  <a:pt x="5337" y="1268"/>
                  <a:pt x="5204" y="1168"/>
                </a:cubicBezTo>
                <a:lnTo>
                  <a:pt x="5037" y="1035"/>
                </a:lnTo>
                <a:lnTo>
                  <a:pt x="4904" y="935"/>
                </a:lnTo>
                <a:lnTo>
                  <a:pt x="4804" y="801"/>
                </a:lnTo>
                <a:lnTo>
                  <a:pt x="4537" y="534"/>
                </a:lnTo>
                <a:lnTo>
                  <a:pt x="4504" y="501"/>
                </a:lnTo>
                <a:lnTo>
                  <a:pt x="4403" y="568"/>
                </a:lnTo>
                <a:lnTo>
                  <a:pt x="4237" y="701"/>
                </a:lnTo>
                <a:cubicBezTo>
                  <a:pt x="4137" y="868"/>
                  <a:pt x="3970" y="1001"/>
                  <a:pt x="3836" y="1135"/>
                </a:cubicBezTo>
                <a:cubicBezTo>
                  <a:pt x="3002" y="1902"/>
                  <a:pt x="2068" y="2369"/>
                  <a:pt x="1368" y="2503"/>
                </a:cubicBezTo>
                <a:cubicBezTo>
                  <a:pt x="1034" y="2569"/>
                  <a:pt x="734" y="2636"/>
                  <a:pt x="534" y="2636"/>
                </a:cubicBezTo>
                <a:lnTo>
                  <a:pt x="234" y="2636"/>
                </a:lnTo>
                <a:cubicBezTo>
                  <a:pt x="0" y="2669"/>
                  <a:pt x="0" y="3003"/>
                  <a:pt x="234" y="3003"/>
                </a:cubicBezTo>
                <a:lnTo>
                  <a:pt x="567" y="3003"/>
                </a:lnTo>
                <a:cubicBezTo>
                  <a:pt x="801" y="3003"/>
                  <a:pt x="1134" y="2970"/>
                  <a:pt x="1501" y="2903"/>
                </a:cubicBezTo>
                <a:cubicBezTo>
                  <a:pt x="1702" y="2836"/>
                  <a:pt x="1902" y="2836"/>
                  <a:pt x="2135" y="2736"/>
                </a:cubicBezTo>
                <a:cubicBezTo>
                  <a:pt x="2369" y="2669"/>
                  <a:pt x="2569" y="2603"/>
                  <a:pt x="2836" y="2469"/>
                </a:cubicBezTo>
                <a:cubicBezTo>
                  <a:pt x="3303" y="2236"/>
                  <a:pt x="3803" y="1869"/>
                  <a:pt x="4237" y="1502"/>
                </a:cubicBezTo>
                <a:lnTo>
                  <a:pt x="4403" y="1335"/>
                </a:lnTo>
                <a:lnTo>
                  <a:pt x="4470" y="1302"/>
                </a:lnTo>
                <a:cubicBezTo>
                  <a:pt x="4470" y="1302"/>
                  <a:pt x="4470" y="1272"/>
                  <a:pt x="4480" y="1272"/>
                </a:cubicBezTo>
                <a:cubicBezTo>
                  <a:pt x="4485" y="1272"/>
                  <a:pt x="4492" y="1279"/>
                  <a:pt x="4504" y="1302"/>
                </a:cubicBezTo>
                <a:lnTo>
                  <a:pt x="4570" y="1368"/>
                </a:lnTo>
                <a:lnTo>
                  <a:pt x="4637" y="1402"/>
                </a:lnTo>
                <a:lnTo>
                  <a:pt x="4670" y="1468"/>
                </a:lnTo>
                <a:lnTo>
                  <a:pt x="4870" y="1635"/>
                </a:lnTo>
                <a:cubicBezTo>
                  <a:pt x="5004" y="1769"/>
                  <a:pt x="5171" y="1869"/>
                  <a:pt x="5304" y="1969"/>
                </a:cubicBezTo>
                <a:cubicBezTo>
                  <a:pt x="5871" y="2369"/>
                  <a:pt x="6538" y="2669"/>
                  <a:pt x="7306" y="2736"/>
                </a:cubicBezTo>
                <a:cubicBezTo>
                  <a:pt x="7486" y="2771"/>
                  <a:pt x="7674" y="2787"/>
                  <a:pt x="7863" y="2787"/>
                </a:cubicBezTo>
                <a:cubicBezTo>
                  <a:pt x="8406" y="2787"/>
                  <a:pt x="8962" y="2650"/>
                  <a:pt x="9407" y="2402"/>
                </a:cubicBezTo>
                <a:cubicBezTo>
                  <a:pt x="9741" y="2236"/>
                  <a:pt x="10041" y="2036"/>
                  <a:pt x="10308" y="1835"/>
                </a:cubicBezTo>
                <a:lnTo>
                  <a:pt x="10474" y="1669"/>
                </a:lnTo>
                <a:cubicBezTo>
                  <a:pt x="10508" y="1802"/>
                  <a:pt x="10575" y="1969"/>
                  <a:pt x="10675" y="2136"/>
                </a:cubicBezTo>
                <a:cubicBezTo>
                  <a:pt x="10841" y="2436"/>
                  <a:pt x="11175" y="2703"/>
                  <a:pt x="11509" y="2869"/>
                </a:cubicBezTo>
                <a:cubicBezTo>
                  <a:pt x="11922" y="3106"/>
                  <a:pt x="12359" y="3179"/>
                  <a:pt x="12792" y="3179"/>
                </a:cubicBezTo>
                <a:cubicBezTo>
                  <a:pt x="13092" y="3179"/>
                  <a:pt x="13390" y="3144"/>
                  <a:pt x="13677" y="3103"/>
                </a:cubicBezTo>
                <a:cubicBezTo>
                  <a:pt x="14377" y="2970"/>
                  <a:pt x="15044" y="2703"/>
                  <a:pt x="15678" y="2436"/>
                </a:cubicBezTo>
                <a:cubicBezTo>
                  <a:pt x="15978" y="2302"/>
                  <a:pt x="16245" y="2136"/>
                  <a:pt x="16545" y="1935"/>
                </a:cubicBezTo>
                <a:cubicBezTo>
                  <a:pt x="16646" y="1835"/>
                  <a:pt x="16679" y="1802"/>
                  <a:pt x="16746" y="1769"/>
                </a:cubicBezTo>
                <a:lnTo>
                  <a:pt x="16846" y="1669"/>
                </a:lnTo>
                <a:lnTo>
                  <a:pt x="16879" y="1635"/>
                </a:lnTo>
                <a:cubicBezTo>
                  <a:pt x="16925" y="1612"/>
                  <a:pt x="16955" y="1573"/>
                  <a:pt x="16969" y="1573"/>
                </a:cubicBezTo>
                <a:cubicBezTo>
                  <a:pt x="16976" y="1573"/>
                  <a:pt x="16979" y="1581"/>
                  <a:pt x="16979" y="1602"/>
                </a:cubicBezTo>
                <a:cubicBezTo>
                  <a:pt x="17012" y="1602"/>
                  <a:pt x="17012" y="1635"/>
                  <a:pt x="17012" y="1635"/>
                </a:cubicBezTo>
                <a:lnTo>
                  <a:pt x="17046" y="1702"/>
                </a:lnTo>
                <a:cubicBezTo>
                  <a:pt x="17113" y="1702"/>
                  <a:pt x="17113" y="1769"/>
                  <a:pt x="17146" y="1802"/>
                </a:cubicBezTo>
                <a:cubicBezTo>
                  <a:pt x="17279" y="1935"/>
                  <a:pt x="17346" y="2036"/>
                  <a:pt x="17479" y="2136"/>
                </a:cubicBezTo>
                <a:cubicBezTo>
                  <a:pt x="17680" y="2336"/>
                  <a:pt x="17946" y="2503"/>
                  <a:pt x="18180" y="2636"/>
                </a:cubicBezTo>
                <a:cubicBezTo>
                  <a:pt x="18647" y="2869"/>
                  <a:pt x="19114" y="3003"/>
                  <a:pt x="19514" y="3103"/>
                </a:cubicBezTo>
                <a:cubicBezTo>
                  <a:pt x="19731" y="3120"/>
                  <a:pt x="19923" y="3128"/>
                  <a:pt x="20085" y="3128"/>
                </a:cubicBezTo>
                <a:cubicBezTo>
                  <a:pt x="20248" y="3128"/>
                  <a:pt x="20382" y="3120"/>
                  <a:pt x="20482" y="3103"/>
                </a:cubicBezTo>
                <a:cubicBezTo>
                  <a:pt x="20682" y="3036"/>
                  <a:pt x="20815" y="3003"/>
                  <a:pt x="20815" y="3003"/>
                </a:cubicBezTo>
                <a:cubicBezTo>
                  <a:pt x="21115" y="2869"/>
                  <a:pt x="20882" y="2603"/>
                  <a:pt x="20582" y="2569"/>
                </a:cubicBezTo>
                <a:cubicBezTo>
                  <a:pt x="20582" y="2569"/>
                  <a:pt x="20548" y="2636"/>
                  <a:pt x="20515" y="2636"/>
                </a:cubicBezTo>
                <a:cubicBezTo>
                  <a:pt x="20482" y="2636"/>
                  <a:pt x="20382" y="2669"/>
                  <a:pt x="20315" y="2669"/>
                </a:cubicBezTo>
                <a:cubicBezTo>
                  <a:pt x="20218" y="2683"/>
                  <a:pt x="20116" y="2691"/>
                  <a:pt x="20005" y="2691"/>
                </a:cubicBezTo>
                <a:cubicBezTo>
                  <a:pt x="19849" y="2691"/>
                  <a:pt x="19676" y="2675"/>
                  <a:pt x="19481" y="2636"/>
                </a:cubicBezTo>
                <a:cubicBezTo>
                  <a:pt x="19147" y="2569"/>
                  <a:pt x="18714" y="2402"/>
                  <a:pt x="18313" y="2169"/>
                </a:cubicBezTo>
                <a:cubicBezTo>
                  <a:pt x="18080" y="2036"/>
                  <a:pt x="17880" y="1869"/>
                  <a:pt x="17713" y="1702"/>
                </a:cubicBezTo>
                <a:cubicBezTo>
                  <a:pt x="17646" y="1635"/>
                  <a:pt x="17546" y="1502"/>
                  <a:pt x="17479" y="1402"/>
                </a:cubicBezTo>
                <a:cubicBezTo>
                  <a:pt x="17479" y="1368"/>
                  <a:pt x="17413" y="1368"/>
                  <a:pt x="17413" y="1335"/>
                </a:cubicBezTo>
                <a:lnTo>
                  <a:pt x="17379" y="1302"/>
                </a:lnTo>
                <a:lnTo>
                  <a:pt x="17346" y="1202"/>
                </a:lnTo>
                <a:cubicBezTo>
                  <a:pt x="17313" y="1068"/>
                  <a:pt x="17213" y="968"/>
                  <a:pt x="17179" y="835"/>
                </a:cubicBezTo>
                <a:lnTo>
                  <a:pt x="17079" y="668"/>
                </a:lnTo>
                <a:cubicBezTo>
                  <a:pt x="17046" y="668"/>
                  <a:pt x="17046" y="635"/>
                  <a:pt x="17046" y="635"/>
                </a:cubicBezTo>
                <a:lnTo>
                  <a:pt x="17012" y="668"/>
                </a:lnTo>
                <a:lnTo>
                  <a:pt x="16912" y="735"/>
                </a:lnTo>
                <a:cubicBezTo>
                  <a:pt x="16812" y="868"/>
                  <a:pt x="16712" y="968"/>
                  <a:pt x="16579" y="1035"/>
                </a:cubicBezTo>
                <a:cubicBezTo>
                  <a:pt x="16545" y="1068"/>
                  <a:pt x="16479" y="1135"/>
                  <a:pt x="16412" y="1168"/>
                </a:cubicBezTo>
                <a:lnTo>
                  <a:pt x="16345" y="1235"/>
                </a:lnTo>
                <a:cubicBezTo>
                  <a:pt x="16312" y="1302"/>
                  <a:pt x="16212" y="1335"/>
                  <a:pt x="16179" y="1368"/>
                </a:cubicBezTo>
                <a:cubicBezTo>
                  <a:pt x="15912" y="1535"/>
                  <a:pt x="15645" y="1702"/>
                  <a:pt x="15345" y="1835"/>
                </a:cubicBezTo>
                <a:cubicBezTo>
                  <a:pt x="14744" y="2136"/>
                  <a:pt x="14144" y="2336"/>
                  <a:pt x="13510" y="2402"/>
                </a:cubicBezTo>
                <a:cubicBezTo>
                  <a:pt x="13269" y="2441"/>
                  <a:pt x="13029" y="2464"/>
                  <a:pt x="12795" y="2464"/>
                </a:cubicBezTo>
                <a:cubicBezTo>
                  <a:pt x="12414" y="2464"/>
                  <a:pt x="12052" y="2401"/>
                  <a:pt x="11742" y="2236"/>
                </a:cubicBezTo>
                <a:cubicBezTo>
                  <a:pt x="11542" y="2136"/>
                  <a:pt x="11342" y="1969"/>
                  <a:pt x="11208" y="1735"/>
                </a:cubicBezTo>
                <a:cubicBezTo>
                  <a:pt x="11142" y="1635"/>
                  <a:pt x="11075" y="1535"/>
                  <a:pt x="11042" y="1368"/>
                </a:cubicBezTo>
                <a:cubicBezTo>
                  <a:pt x="10975" y="1035"/>
                  <a:pt x="10908" y="668"/>
                  <a:pt x="10875" y="368"/>
                </a:cubicBezTo>
                <a:cubicBezTo>
                  <a:pt x="10875" y="201"/>
                  <a:pt x="10841" y="101"/>
                  <a:pt x="10841"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01" name="Google Shape;3301;p27"/>
          <p:cNvSpPr/>
          <p:nvPr/>
        </p:nvSpPr>
        <p:spPr>
          <a:xfrm>
            <a:off x="1617427" y="4875662"/>
            <a:ext cx="220874" cy="62104"/>
          </a:xfrm>
          <a:custGeom>
            <a:avLst/>
            <a:gdLst/>
            <a:ahLst/>
            <a:cxnLst/>
            <a:rect l="l" t="t" r="r" b="b"/>
            <a:pathLst>
              <a:path w="10442" h="2936" extrusionOk="0">
                <a:moveTo>
                  <a:pt x="5338" y="0"/>
                </a:moveTo>
                <a:lnTo>
                  <a:pt x="5204" y="167"/>
                </a:lnTo>
                <a:cubicBezTo>
                  <a:pt x="5071" y="334"/>
                  <a:pt x="4904" y="500"/>
                  <a:pt x="4737" y="667"/>
                </a:cubicBezTo>
                <a:lnTo>
                  <a:pt x="4604" y="834"/>
                </a:lnTo>
                <a:lnTo>
                  <a:pt x="4437" y="934"/>
                </a:lnTo>
                <a:cubicBezTo>
                  <a:pt x="4337" y="1034"/>
                  <a:pt x="4237" y="1168"/>
                  <a:pt x="4103" y="1234"/>
                </a:cubicBezTo>
                <a:lnTo>
                  <a:pt x="3736" y="1501"/>
                </a:lnTo>
                <a:lnTo>
                  <a:pt x="3536" y="1601"/>
                </a:lnTo>
                <a:lnTo>
                  <a:pt x="3336" y="1701"/>
                </a:lnTo>
                <a:cubicBezTo>
                  <a:pt x="3169" y="1768"/>
                  <a:pt x="3036" y="1868"/>
                  <a:pt x="2902" y="1901"/>
                </a:cubicBezTo>
                <a:cubicBezTo>
                  <a:pt x="2602" y="2002"/>
                  <a:pt x="2369" y="2102"/>
                  <a:pt x="2069" y="2168"/>
                </a:cubicBezTo>
                <a:cubicBezTo>
                  <a:pt x="1535" y="2268"/>
                  <a:pt x="1034" y="2368"/>
                  <a:pt x="701" y="2435"/>
                </a:cubicBezTo>
                <a:cubicBezTo>
                  <a:pt x="334" y="2502"/>
                  <a:pt x="100" y="2535"/>
                  <a:pt x="100" y="2535"/>
                </a:cubicBezTo>
                <a:cubicBezTo>
                  <a:pt x="0" y="2569"/>
                  <a:pt x="34" y="2902"/>
                  <a:pt x="167" y="2902"/>
                </a:cubicBezTo>
                <a:cubicBezTo>
                  <a:pt x="167" y="2902"/>
                  <a:pt x="367" y="2902"/>
                  <a:pt x="734" y="2869"/>
                </a:cubicBezTo>
                <a:cubicBezTo>
                  <a:pt x="1101" y="2802"/>
                  <a:pt x="1602" y="2769"/>
                  <a:pt x="2202" y="2669"/>
                </a:cubicBezTo>
                <a:cubicBezTo>
                  <a:pt x="2502" y="2602"/>
                  <a:pt x="2769" y="2535"/>
                  <a:pt x="3103" y="2435"/>
                </a:cubicBezTo>
                <a:cubicBezTo>
                  <a:pt x="3269" y="2402"/>
                  <a:pt x="3403" y="2335"/>
                  <a:pt x="3570" y="2268"/>
                </a:cubicBezTo>
                <a:lnTo>
                  <a:pt x="3836" y="2202"/>
                </a:lnTo>
                <a:lnTo>
                  <a:pt x="4037" y="2068"/>
                </a:lnTo>
                <a:cubicBezTo>
                  <a:pt x="4203" y="1968"/>
                  <a:pt x="4370" y="1901"/>
                  <a:pt x="4504" y="1835"/>
                </a:cubicBezTo>
                <a:cubicBezTo>
                  <a:pt x="4670" y="1735"/>
                  <a:pt x="4770" y="1601"/>
                  <a:pt x="4904" y="1535"/>
                </a:cubicBezTo>
                <a:lnTo>
                  <a:pt x="5104" y="1368"/>
                </a:lnTo>
                <a:lnTo>
                  <a:pt x="5271" y="1201"/>
                </a:lnTo>
                <a:lnTo>
                  <a:pt x="5371" y="1101"/>
                </a:lnTo>
                <a:lnTo>
                  <a:pt x="5404" y="1068"/>
                </a:lnTo>
                <a:lnTo>
                  <a:pt x="5704" y="1368"/>
                </a:lnTo>
                <a:cubicBezTo>
                  <a:pt x="5838" y="1501"/>
                  <a:pt x="5938" y="1568"/>
                  <a:pt x="6071" y="1701"/>
                </a:cubicBezTo>
                <a:cubicBezTo>
                  <a:pt x="6205" y="1768"/>
                  <a:pt x="6305" y="1901"/>
                  <a:pt x="6472" y="2002"/>
                </a:cubicBezTo>
                <a:cubicBezTo>
                  <a:pt x="7072" y="2402"/>
                  <a:pt x="7706" y="2602"/>
                  <a:pt x="8273" y="2769"/>
                </a:cubicBezTo>
                <a:cubicBezTo>
                  <a:pt x="8573" y="2835"/>
                  <a:pt x="8873" y="2869"/>
                  <a:pt x="9107" y="2902"/>
                </a:cubicBezTo>
                <a:cubicBezTo>
                  <a:pt x="9374" y="2902"/>
                  <a:pt x="9607" y="2936"/>
                  <a:pt x="9774" y="2936"/>
                </a:cubicBezTo>
                <a:lnTo>
                  <a:pt x="10374" y="2936"/>
                </a:lnTo>
                <a:cubicBezTo>
                  <a:pt x="10441" y="2936"/>
                  <a:pt x="10441" y="2602"/>
                  <a:pt x="10241" y="2535"/>
                </a:cubicBezTo>
                <a:cubicBezTo>
                  <a:pt x="10241" y="2535"/>
                  <a:pt x="10041" y="2535"/>
                  <a:pt x="9707" y="2502"/>
                </a:cubicBezTo>
                <a:cubicBezTo>
                  <a:pt x="9507" y="2502"/>
                  <a:pt x="9340" y="2435"/>
                  <a:pt x="9074" y="2402"/>
                </a:cubicBezTo>
                <a:cubicBezTo>
                  <a:pt x="8840" y="2368"/>
                  <a:pt x="8573" y="2268"/>
                  <a:pt x="8340" y="2202"/>
                </a:cubicBezTo>
                <a:cubicBezTo>
                  <a:pt x="7839" y="2035"/>
                  <a:pt x="7239" y="1768"/>
                  <a:pt x="6772" y="1401"/>
                </a:cubicBezTo>
                <a:cubicBezTo>
                  <a:pt x="6672" y="1334"/>
                  <a:pt x="6572" y="1201"/>
                  <a:pt x="6438" y="1101"/>
                </a:cubicBezTo>
                <a:cubicBezTo>
                  <a:pt x="6338" y="1034"/>
                  <a:pt x="6238" y="901"/>
                  <a:pt x="6105" y="834"/>
                </a:cubicBezTo>
                <a:cubicBezTo>
                  <a:pt x="6005" y="701"/>
                  <a:pt x="5905" y="567"/>
                  <a:pt x="5771" y="434"/>
                </a:cubicBezTo>
                <a:cubicBezTo>
                  <a:pt x="5704" y="334"/>
                  <a:pt x="5571" y="234"/>
                  <a:pt x="5504" y="100"/>
                </a:cubicBezTo>
                <a:cubicBezTo>
                  <a:pt x="5404" y="67"/>
                  <a:pt x="5371" y="33"/>
                  <a:pt x="5338"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Thanks">
  <p:cSld name="CUSTOM_3_1">
    <p:spTree>
      <p:nvGrpSpPr>
        <p:cNvPr id="3302" name="Shape 3302"/>
        <p:cNvGrpSpPr/>
        <p:nvPr/>
      </p:nvGrpSpPr>
      <p:grpSpPr>
        <a:xfrm>
          <a:off x="0" y="0"/>
          <a:ext cx="0" cy="0"/>
          <a:chOff x="0" y="0"/>
          <a:chExt cx="0" cy="0"/>
        </a:xfrm>
      </p:grpSpPr>
      <p:pic>
        <p:nvPicPr>
          <p:cNvPr id="3303" name="Google Shape;3303;p28"/>
          <p:cNvPicPr preferRelativeResize="0"/>
          <p:nvPr/>
        </p:nvPicPr>
        <p:blipFill rotWithShape="1">
          <a:blip r:embed="rId2"/>
          <a:srcRect b="15598"/>
          <a:stretch>
            <a:fillRect/>
          </a:stretch>
        </p:blipFill>
        <p:spPr>
          <a:xfrm flipH="1">
            <a:off x="0" y="0"/>
            <a:ext cx="9144003" cy="5143501"/>
          </a:xfrm>
          <a:prstGeom prst="rect">
            <a:avLst/>
          </a:prstGeom>
          <a:noFill/>
          <a:ln>
            <a:noFill/>
          </a:ln>
        </p:spPr>
      </p:pic>
      <p:sp>
        <p:nvSpPr>
          <p:cNvPr id="3304" name="Google Shape;3304;p28"/>
          <p:cNvSpPr txBox="1"/>
          <p:nvPr>
            <p:ph type="title"/>
          </p:nvPr>
        </p:nvSpPr>
        <p:spPr>
          <a:xfrm>
            <a:off x="2347938" y="677525"/>
            <a:ext cx="4448100" cy="1058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500"/>
              <a:buNone/>
              <a:defRPr sz="60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3305" name="Google Shape;3305;p28"/>
          <p:cNvSpPr txBox="1"/>
          <p:nvPr>
            <p:ph type="subTitle" idx="1"/>
          </p:nvPr>
        </p:nvSpPr>
        <p:spPr>
          <a:xfrm>
            <a:off x="2347900" y="1841450"/>
            <a:ext cx="4448100" cy="1058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p:txBody>
      </p:sp>
      <p:sp>
        <p:nvSpPr>
          <p:cNvPr id="3306" name="Google Shape;3306;p28"/>
          <p:cNvSpPr txBox="1"/>
          <p:nvPr/>
        </p:nvSpPr>
        <p:spPr>
          <a:xfrm>
            <a:off x="2099100" y="3611950"/>
            <a:ext cx="4945800" cy="556200"/>
          </a:xfrm>
          <a:prstGeom prst="rect">
            <a:avLst/>
          </a:prstGeom>
          <a:noFill/>
          <a:ln>
            <a:noFill/>
          </a:ln>
        </p:spPr>
        <p:txBody>
          <a:bodyPr spcFirstLastPara="1" wrap="square" lIns="91425" tIns="91425" rIns="91425" bIns="91425" anchor="t" anchorCtr="0">
            <a:noAutofit/>
          </a:bodyPr>
          <a:lstStyle/>
          <a:p>
            <a:pPr marL="0" lvl="0" indent="0" algn="ctr" rtl="0">
              <a:spcBef>
                <a:spcPts val="300"/>
              </a:spcBef>
              <a:spcAft>
                <a:spcPts val="0"/>
              </a:spcAft>
              <a:buNone/>
            </a:pPr>
            <a:r>
              <a:rPr lang="en-GB" sz="1200" b="1">
                <a:solidFill>
                  <a:schemeClr val="dk1"/>
                </a:solidFill>
                <a:latin typeface="Average Sans" panose="02000503040000020003"/>
                <a:ea typeface="Average Sans" panose="02000503040000020003"/>
                <a:cs typeface="Average Sans" panose="02000503040000020003"/>
                <a:sym typeface="Average Sans" panose="02000503040000020003"/>
              </a:rPr>
              <a:t>CREDITS:</a:t>
            </a:r>
            <a:r>
              <a:rPr lang="en-GB" sz="1200">
                <a:solidFill>
                  <a:schemeClr val="dk1"/>
                </a:solidFill>
                <a:latin typeface="Average Sans" panose="02000503040000020003"/>
                <a:ea typeface="Average Sans" panose="02000503040000020003"/>
                <a:cs typeface="Average Sans" panose="02000503040000020003"/>
                <a:sym typeface="Average Sans" panose="02000503040000020003"/>
              </a:rPr>
              <a:t> This presentation template was created by </a:t>
            </a:r>
            <a:r>
              <a:rPr lang="en-GB" sz="1200" b="1">
                <a:solidFill>
                  <a:schemeClr val="hlink"/>
                </a:solidFill>
                <a:uFill>
                  <a:noFill/>
                </a:uFill>
                <a:latin typeface="Average Sans" panose="02000503040000020003"/>
                <a:ea typeface="Average Sans" panose="02000503040000020003"/>
                <a:cs typeface="Average Sans" panose="02000503040000020003"/>
                <a:sym typeface="Average Sans" panose="02000503040000020003"/>
                <a:hlinkClick r:id="rId3"/>
              </a:rPr>
              <a:t>Slidesgo</a:t>
            </a:r>
            <a:r>
              <a:rPr lang="en-GB" sz="1200">
                <a:solidFill>
                  <a:schemeClr val="dk1"/>
                </a:solidFill>
                <a:latin typeface="Average Sans" panose="02000503040000020003"/>
                <a:ea typeface="Average Sans" panose="02000503040000020003"/>
                <a:cs typeface="Average Sans" panose="02000503040000020003"/>
                <a:sym typeface="Average Sans" panose="02000503040000020003"/>
              </a:rPr>
              <a:t>, and includes icons by </a:t>
            </a:r>
            <a:r>
              <a:rPr lang="en-GB" sz="1200" b="1">
                <a:solidFill>
                  <a:schemeClr val="dk1"/>
                </a:solidFill>
                <a:uFill>
                  <a:noFill/>
                </a:uFill>
                <a:latin typeface="Average Sans" panose="02000503040000020003"/>
                <a:ea typeface="Average Sans" panose="02000503040000020003"/>
                <a:cs typeface="Average Sans" panose="02000503040000020003"/>
                <a:sym typeface="Average Sans" panose="02000503040000020003"/>
                <a:hlinkClick r:id="rId4"/>
              </a:rPr>
              <a:t>Flaticon</a:t>
            </a:r>
            <a:r>
              <a:rPr lang="en-GB" sz="1200">
                <a:solidFill>
                  <a:schemeClr val="dk1"/>
                </a:solidFill>
                <a:latin typeface="Average Sans" panose="02000503040000020003"/>
                <a:ea typeface="Average Sans" panose="02000503040000020003"/>
                <a:cs typeface="Average Sans" panose="02000503040000020003"/>
                <a:sym typeface="Average Sans" panose="02000503040000020003"/>
              </a:rPr>
              <a:t>, and infographics &amp; images by </a:t>
            </a:r>
            <a:r>
              <a:rPr lang="en-GB" sz="1200" b="1">
                <a:solidFill>
                  <a:schemeClr val="dk1"/>
                </a:solidFill>
                <a:uFill>
                  <a:noFill/>
                </a:uFill>
                <a:latin typeface="Average Sans" panose="02000503040000020003"/>
                <a:ea typeface="Average Sans" panose="02000503040000020003"/>
                <a:cs typeface="Average Sans" panose="02000503040000020003"/>
                <a:sym typeface="Average Sans" panose="02000503040000020003"/>
                <a:hlinkClick r:id="rId5"/>
              </a:rPr>
              <a:t>Freepik</a:t>
            </a:r>
            <a:r>
              <a:rPr lang="en-GB" sz="1200">
                <a:solidFill>
                  <a:schemeClr val="dk1"/>
                </a:solidFill>
                <a:latin typeface="Average Sans" panose="02000503040000020003"/>
                <a:ea typeface="Average Sans" panose="02000503040000020003"/>
                <a:cs typeface="Average Sans" panose="02000503040000020003"/>
                <a:sym typeface="Average Sans" panose="02000503040000020003"/>
              </a:rPr>
              <a:t> </a:t>
            </a:r>
            <a:endParaRPr sz="1200" b="1">
              <a:solidFill>
                <a:schemeClr val="dk1"/>
              </a:solidFill>
              <a:latin typeface="Average Sans" panose="02000503040000020003"/>
              <a:ea typeface="Average Sans" panose="02000503040000020003"/>
              <a:cs typeface="Average Sans" panose="02000503040000020003"/>
              <a:sym typeface="Average Sans" panose="02000503040000020003"/>
            </a:endParaRPr>
          </a:p>
        </p:txBody>
      </p:sp>
      <p:grpSp>
        <p:nvGrpSpPr>
          <p:cNvPr id="3307" name="Google Shape;3307;p28"/>
          <p:cNvGrpSpPr/>
          <p:nvPr/>
        </p:nvGrpSpPr>
        <p:grpSpPr>
          <a:xfrm flipH="1">
            <a:off x="-48365" y="-373153"/>
            <a:ext cx="1937490" cy="3160058"/>
            <a:chOff x="4380800" y="129075"/>
            <a:chExt cx="2149900" cy="3506500"/>
          </a:xfrm>
        </p:grpSpPr>
        <p:sp>
          <p:nvSpPr>
            <p:cNvPr id="3308" name="Google Shape;3308;p28"/>
            <p:cNvSpPr/>
            <p:nvPr/>
          </p:nvSpPr>
          <p:spPr>
            <a:xfrm>
              <a:off x="5075925" y="3035950"/>
              <a:ext cx="392775" cy="112350"/>
            </a:xfrm>
            <a:custGeom>
              <a:avLst/>
              <a:gdLst/>
              <a:ahLst/>
              <a:cxnLst/>
              <a:rect l="l" t="t" r="r" b="b"/>
              <a:pathLst>
                <a:path w="15711" h="4494" extrusionOk="0">
                  <a:moveTo>
                    <a:pt x="12157" y="0"/>
                  </a:moveTo>
                  <a:lnTo>
                    <a:pt x="12124" y="67"/>
                  </a:lnTo>
                  <a:cubicBezTo>
                    <a:pt x="11957" y="301"/>
                    <a:pt x="11824" y="467"/>
                    <a:pt x="11657" y="668"/>
                  </a:cubicBezTo>
                  <a:cubicBezTo>
                    <a:pt x="11557" y="734"/>
                    <a:pt x="11490" y="868"/>
                    <a:pt x="11390" y="968"/>
                  </a:cubicBezTo>
                  <a:lnTo>
                    <a:pt x="11290" y="1068"/>
                  </a:lnTo>
                  <a:lnTo>
                    <a:pt x="11023" y="1335"/>
                  </a:lnTo>
                  <a:cubicBezTo>
                    <a:pt x="10289" y="2002"/>
                    <a:pt x="9355" y="2402"/>
                    <a:pt x="8521" y="2569"/>
                  </a:cubicBezTo>
                  <a:cubicBezTo>
                    <a:pt x="8388" y="2636"/>
                    <a:pt x="8321" y="2636"/>
                    <a:pt x="8188" y="2669"/>
                  </a:cubicBezTo>
                  <a:cubicBezTo>
                    <a:pt x="8054" y="2702"/>
                    <a:pt x="7988" y="2702"/>
                    <a:pt x="7854" y="2702"/>
                  </a:cubicBezTo>
                  <a:cubicBezTo>
                    <a:pt x="7776" y="2714"/>
                    <a:pt x="7699" y="2717"/>
                    <a:pt x="7621" y="2717"/>
                  </a:cubicBezTo>
                  <a:cubicBezTo>
                    <a:pt x="7465" y="2717"/>
                    <a:pt x="7309" y="2702"/>
                    <a:pt x="7154" y="2702"/>
                  </a:cubicBezTo>
                  <a:cubicBezTo>
                    <a:pt x="6687" y="2669"/>
                    <a:pt x="6186" y="2536"/>
                    <a:pt x="5786" y="2335"/>
                  </a:cubicBezTo>
                  <a:cubicBezTo>
                    <a:pt x="5553" y="2235"/>
                    <a:pt x="5352" y="2069"/>
                    <a:pt x="5152" y="1969"/>
                  </a:cubicBezTo>
                  <a:cubicBezTo>
                    <a:pt x="4986" y="1835"/>
                    <a:pt x="4785" y="1668"/>
                    <a:pt x="4619" y="1502"/>
                  </a:cubicBezTo>
                  <a:cubicBezTo>
                    <a:pt x="4485" y="1368"/>
                    <a:pt x="4385" y="1235"/>
                    <a:pt x="4285" y="1135"/>
                  </a:cubicBezTo>
                  <a:lnTo>
                    <a:pt x="4052" y="868"/>
                  </a:lnTo>
                  <a:lnTo>
                    <a:pt x="4018" y="801"/>
                  </a:lnTo>
                  <a:cubicBezTo>
                    <a:pt x="4018" y="794"/>
                    <a:pt x="4017" y="792"/>
                    <a:pt x="4015" y="792"/>
                  </a:cubicBezTo>
                  <a:cubicBezTo>
                    <a:pt x="4006" y="792"/>
                    <a:pt x="3985" y="834"/>
                    <a:pt x="3985" y="834"/>
                  </a:cubicBezTo>
                  <a:lnTo>
                    <a:pt x="3851" y="968"/>
                  </a:lnTo>
                  <a:lnTo>
                    <a:pt x="3651" y="1201"/>
                  </a:lnTo>
                  <a:lnTo>
                    <a:pt x="3484" y="1368"/>
                  </a:lnTo>
                  <a:cubicBezTo>
                    <a:pt x="3384" y="1468"/>
                    <a:pt x="3318" y="1502"/>
                    <a:pt x="3218" y="1602"/>
                  </a:cubicBezTo>
                  <a:cubicBezTo>
                    <a:pt x="2517" y="2069"/>
                    <a:pt x="1650" y="2069"/>
                    <a:pt x="1049" y="2302"/>
                  </a:cubicBezTo>
                  <a:cubicBezTo>
                    <a:pt x="482" y="2469"/>
                    <a:pt x="149" y="2669"/>
                    <a:pt x="149" y="2669"/>
                  </a:cubicBezTo>
                  <a:cubicBezTo>
                    <a:pt x="0" y="2788"/>
                    <a:pt x="117" y="3013"/>
                    <a:pt x="262" y="3013"/>
                  </a:cubicBezTo>
                  <a:cubicBezTo>
                    <a:pt x="279" y="3013"/>
                    <a:pt x="298" y="3010"/>
                    <a:pt x="316" y="3003"/>
                  </a:cubicBezTo>
                  <a:cubicBezTo>
                    <a:pt x="316" y="3003"/>
                    <a:pt x="582" y="2836"/>
                    <a:pt x="1149" y="2702"/>
                  </a:cubicBezTo>
                  <a:cubicBezTo>
                    <a:pt x="1416" y="2669"/>
                    <a:pt x="1750" y="2636"/>
                    <a:pt x="2184" y="2536"/>
                  </a:cubicBezTo>
                  <a:cubicBezTo>
                    <a:pt x="2584" y="2502"/>
                    <a:pt x="3051" y="2369"/>
                    <a:pt x="3518" y="2069"/>
                  </a:cubicBezTo>
                  <a:cubicBezTo>
                    <a:pt x="3706" y="1974"/>
                    <a:pt x="3984" y="1732"/>
                    <a:pt x="3987" y="1732"/>
                  </a:cubicBezTo>
                  <a:lnTo>
                    <a:pt x="3987" y="1732"/>
                  </a:lnTo>
                  <a:cubicBezTo>
                    <a:pt x="3988" y="1732"/>
                    <a:pt x="3987" y="1733"/>
                    <a:pt x="3985" y="1735"/>
                  </a:cubicBezTo>
                  <a:lnTo>
                    <a:pt x="4018" y="1802"/>
                  </a:lnTo>
                  <a:cubicBezTo>
                    <a:pt x="4052" y="1802"/>
                    <a:pt x="4018" y="1802"/>
                    <a:pt x="4052" y="1835"/>
                  </a:cubicBezTo>
                  <a:lnTo>
                    <a:pt x="4185" y="2002"/>
                  </a:lnTo>
                  <a:cubicBezTo>
                    <a:pt x="4385" y="2202"/>
                    <a:pt x="4619" y="2436"/>
                    <a:pt x="4819" y="2569"/>
                  </a:cubicBezTo>
                  <a:cubicBezTo>
                    <a:pt x="5019" y="2769"/>
                    <a:pt x="5286" y="2903"/>
                    <a:pt x="5519" y="3036"/>
                  </a:cubicBezTo>
                  <a:cubicBezTo>
                    <a:pt x="5986" y="3303"/>
                    <a:pt x="6553" y="3436"/>
                    <a:pt x="7120" y="3503"/>
                  </a:cubicBezTo>
                  <a:cubicBezTo>
                    <a:pt x="7276" y="3503"/>
                    <a:pt x="7461" y="3518"/>
                    <a:pt x="7637" y="3518"/>
                  </a:cubicBezTo>
                  <a:cubicBezTo>
                    <a:pt x="7725" y="3518"/>
                    <a:pt x="7810" y="3514"/>
                    <a:pt x="7888" y="3503"/>
                  </a:cubicBezTo>
                  <a:cubicBezTo>
                    <a:pt x="8021" y="3470"/>
                    <a:pt x="8154" y="3470"/>
                    <a:pt x="8288" y="3470"/>
                  </a:cubicBezTo>
                  <a:cubicBezTo>
                    <a:pt x="8388" y="3436"/>
                    <a:pt x="8521" y="3436"/>
                    <a:pt x="8655" y="3370"/>
                  </a:cubicBezTo>
                  <a:cubicBezTo>
                    <a:pt x="9589" y="3203"/>
                    <a:pt x="10590" y="2669"/>
                    <a:pt x="11423" y="1935"/>
                  </a:cubicBezTo>
                  <a:cubicBezTo>
                    <a:pt x="11557" y="1835"/>
                    <a:pt x="11657" y="1702"/>
                    <a:pt x="11724" y="1635"/>
                  </a:cubicBezTo>
                  <a:lnTo>
                    <a:pt x="11857" y="1468"/>
                  </a:lnTo>
                  <a:lnTo>
                    <a:pt x="11890" y="1435"/>
                  </a:lnTo>
                  <a:cubicBezTo>
                    <a:pt x="11957" y="1435"/>
                    <a:pt x="11957" y="1468"/>
                    <a:pt x="11957" y="1468"/>
                  </a:cubicBezTo>
                  <a:lnTo>
                    <a:pt x="11957" y="1502"/>
                  </a:lnTo>
                  <a:cubicBezTo>
                    <a:pt x="11957" y="1535"/>
                    <a:pt x="11957" y="1502"/>
                    <a:pt x="11991" y="1602"/>
                  </a:cubicBezTo>
                  <a:cubicBezTo>
                    <a:pt x="12024" y="1702"/>
                    <a:pt x="12091" y="1835"/>
                    <a:pt x="12157" y="1969"/>
                  </a:cubicBezTo>
                  <a:cubicBezTo>
                    <a:pt x="12291" y="2169"/>
                    <a:pt x="12458" y="2369"/>
                    <a:pt x="12624" y="2602"/>
                  </a:cubicBezTo>
                  <a:cubicBezTo>
                    <a:pt x="13325" y="3303"/>
                    <a:pt x="14125" y="3670"/>
                    <a:pt x="14626" y="3970"/>
                  </a:cubicBezTo>
                  <a:cubicBezTo>
                    <a:pt x="15126" y="4270"/>
                    <a:pt x="15393" y="4470"/>
                    <a:pt x="15393" y="4470"/>
                  </a:cubicBezTo>
                  <a:cubicBezTo>
                    <a:pt x="15420" y="4486"/>
                    <a:pt x="15446" y="4494"/>
                    <a:pt x="15472" y="4494"/>
                  </a:cubicBezTo>
                  <a:cubicBezTo>
                    <a:pt x="15606" y="4494"/>
                    <a:pt x="15711" y="4289"/>
                    <a:pt x="15626" y="4037"/>
                  </a:cubicBezTo>
                  <a:cubicBezTo>
                    <a:pt x="15626" y="4037"/>
                    <a:pt x="15326" y="3803"/>
                    <a:pt x="14826" y="3470"/>
                  </a:cubicBezTo>
                  <a:cubicBezTo>
                    <a:pt x="14359" y="3136"/>
                    <a:pt x="13625" y="2769"/>
                    <a:pt x="13025" y="2069"/>
                  </a:cubicBezTo>
                  <a:cubicBezTo>
                    <a:pt x="12891" y="1902"/>
                    <a:pt x="12791" y="1735"/>
                    <a:pt x="12658" y="1535"/>
                  </a:cubicBezTo>
                  <a:cubicBezTo>
                    <a:pt x="12624" y="1401"/>
                    <a:pt x="12558" y="1335"/>
                    <a:pt x="12524" y="1201"/>
                  </a:cubicBezTo>
                  <a:lnTo>
                    <a:pt x="12458" y="901"/>
                  </a:lnTo>
                  <a:cubicBezTo>
                    <a:pt x="12391" y="801"/>
                    <a:pt x="12357" y="701"/>
                    <a:pt x="12324" y="568"/>
                  </a:cubicBezTo>
                  <a:lnTo>
                    <a:pt x="12191" y="234"/>
                  </a:lnTo>
                  <a:lnTo>
                    <a:pt x="12157" y="67"/>
                  </a:lnTo>
                  <a:lnTo>
                    <a:pt x="12157" y="34"/>
                  </a:lnTo>
                  <a:lnTo>
                    <a:pt x="1215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09" name="Google Shape;3309;p28"/>
            <p:cNvSpPr/>
            <p:nvPr/>
          </p:nvSpPr>
          <p:spPr>
            <a:xfrm>
              <a:off x="4875325" y="149725"/>
              <a:ext cx="1655375" cy="3485850"/>
            </a:xfrm>
            <a:custGeom>
              <a:avLst/>
              <a:gdLst/>
              <a:ahLst/>
              <a:cxnLst/>
              <a:rect l="l" t="t" r="r" b="b"/>
              <a:pathLst>
                <a:path w="66215" h="139434" extrusionOk="0">
                  <a:moveTo>
                    <a:pt x="15812" y="0"/>
                  </a:moveTo>
                  <a:cubicBezTo>
                    <a:pt x="15745" y="0"/>
                    <a:pt x="15711" y="134"/>
                    <a:pt x="15711" y="367"/>
                  </a:cubicBezTo>
                  <a:cubicBezTo>
                    <a:pt x="15711" y="634"/>
                    <a:pt x="15745" y="1001"/>
                    <a:pt x="15812" y="1501"/>
                  </a:cubicBezTo>
                  <a:cubicBezTo>
                    <a:pt x="15812" y="1501"/>
                    <a:pt x="15845" y="1535"/>
                    <a:pt x="15845" y="1668"/>
                  </a:cubicBezTo>
                  <a:cubicBezTo>
                    <a:pt x="15845" y="1801"/>
                    <a:pt x="15878" y="1968"/>
                    <a:pt x="15878" y="2168"/>
                  </a:cubicBezTo>
                  <a:cubicBezTo>
                    <a:pt x="15878" y="2368"/>
                    <a:pt x="15912" y="2635"/>
                    <a:pt x="15912" y="2969"/>
                  </a:cubicBezTo>
                  <a:lnTo>
                    <a:pt x="15912" y="3469"/>
                  </a:lnTo>
                  <a:cubicBezTo>
                    <a:pt x="15912" y="3636"/>
                    <a:pt x="15878" y="3836"/>
                    <a:pt x="15878" y="4036"/>
                  </a:cubicBezTo>
                  <a:cubicBezTo>
                    <a:pt x="15812" y="4870"/>
                    <a:pt x="15645" y="5871"/>
                    <a:pt x="15044" y="6872"/>
                  </a:cubicBezTo>
                  <a:cubicBezTo>
                    <a:pt x="14511" y="7906"/>
                    <a:pt x="13543" y="8873"/>
                    <a:pt x="12309" y="9707"/>
                  </a:cubicBezTo>
                  <a:cubicBezTo>
                    <a:pt x="11041" y="10541"/>
                    <a:pt x="9540" y="11308"/>
                    <a:pt x="8006" y="12309"/>
                  </a:cubicBezTo>
                  <a:cubicBezTo>
                    <a:pt x="7239" y="12843"/>
                    <a:pt x="6472" y="13410"/>
                    <a:pt x="5838" y="14210"/>
                  </a:cubicBezTo>
                  <a:cubicBezTo>
                    <a:pt x="5538" y="14577"/>
                    <a:pt x="5204" y="15011"/>
                    <a:pt x="5004" y="15511"/>
                  </a:cubicBezTo>
                  <a:cubicBezTo>
                    <a:pt x="4737" y="15978"/>
                    <a:pt x="4637" y="16512"/>
                    <a:pt x="4503" y="17012"/>
                  </a:cubicBezTo>
                  <a:cubicBezTo>
                    <a:pt x="4303" y="18046"/>
                    <a:pt x="4203" y="19080"/>
                    <a:pt x="4003" y="20148"/>
                  </a:cubicBezTo>
                  <a:cubicBezTo>
                    <a:pt x="4003" y="20248"/>
                    <a:pt x="3970" y="20381"/>
                    <a:pt x="3903" y="20515"/>
                  </a:cubicBezTo>
                  <a:cubicBezTo>
                    <a:pt x="3903" y="20582"/>
                    <a:pt x="3903" y="20582"/>
                    <a:pt x="3870" y="20648"/>
                  </a:cubicBezTo>
                  <a:lnTo>
                    <a:pt x="3803" y="20815"/>
                  </a:lnTo>
                  <a:cubicBezTo>
                    <a:pt x="3670" y="21049"/>
                    <a:pt x="3569" y="21315"/>
                    <a:pt x="3403" y="21516"/>
                  </a:cubicBezTo>
                  <a:cubicBezTo>
                    <a:pt x="3136" y="21983"/>
                    <a:pt x="2836" y="22416"/>
                    <a:pt x="2502" y="22883"/>
                  </a:cubicBezTo>
                  <a:cubicBezTo>
                    <a:pt x="1868" y="23851"/>
                    <a:pt x="1168" y="24851"/>
                    <a:pt x="968" y="26152"/>
                  </a:cubicBezTo>
                  <a:cubicBezTo>
                    <a:pt x="801" y="27386"/>
                    <a:pt x="1168" y="28687"/>
                    <a:pt x="1535" y="29821"/>
                  </a:cubicBezTo>
                  <a:cubicBezTo>
                    <a:pt x="1735" y="30389"/>
                    <a:pt x="1902" y="30922"/>
                    <a:pt x="2035" y="31523"/>
                  </a:cubicBezTo>
                  <a:cubicBezTo>
                    <a:pt x="2068" y="31656"/>
                    <a:pt x="2068" y="31823"/>
                    <a:pt x="2068" y="31923"/>
                  </a:cubicBezTo>
                  <a:lnTo>
                    <a:pt x="2068" y="32156"/>
                  </a:lnTo>
                  <a:lnTo>
                    <a:pt x="2068" y="32323"/>
                  </a:lnTo>
                  <a:cubicBezTo>
                    <a:pt x="2035" y="32557"/>
                    <a:pt x="1968" y="32857"/>
                    <a:pt x="1868" y="33157"/>
                  </a:cubicBezTo>
                  <a:cubicBezTo>
                    <a:pt x="1501" y="34258"/>
                    <a:pt x="734" y="35325"/>
                    <a:pt x="300" y="36593"/>
                  </a:cubicBezTo>
                  <a:cubicBezTo>
                    <a:pt x="167" y="36927"/>
                    <a:pt x="67" y="37260"/>
                    <a:pt x="34" y="37660"/>
                  </a:cubicBezTo>
                  <a:cubicBezTo>
                    <a:pt x="0" y="37827"/>
                    <a:pt x="34" y="38027"/>
                    <a:pt x="34" y="38194"/>
                  </a:cubicBezTo>
                  <a:cubicBezTo>
                    <a:pt x="34" y="38394"/>
                    <a:pt x="67" y="38561"/>
                    <a:pt x="134" y="38728"/>
                  </a:cubicBezTo>
                  <a:cubicBezTo>
                    <a:pt x="234" y="39395"/>
                    <a:pt x="501" y="40029"/>
                    <a:pt x="801" y="40663"/>
                  </a:cubicBezTo>
                  <a:cubicBezTo>
                    <a:pt x="1368" y="41863"/>
                    <a:pt x="2035" y="43031"/>
                    <a:pt x="2736" y="44165"/>
                  </a:cubicBezTo>
                  <a:cubicBezTo>
                    <a:pt x="3069" y="44732"/>
                    <a:pt x="3469" y="45266"/>
                    <a:pt x="3803" y="45866"/>
                  </a:cubicBezTo>
                  <a:cubicBezTo>
                    <a:pt x="3970" y="46100"/>
                    <a:pt x="4137" y="46400"/>
                    <a:pt x="4303" y="46700"/>
                  </a:cubicBezTo>
                  <a:lnTo>
                    <a:pt x="4337" y="46834"/>
                  </a:lnTo>
                  <a:lnTo>
                    <a:pt x="4370" y="46867"/>
                  </a:lnTo>
                  <a:cubicBezTo>
                    <a:pt x="4370" y="46900"/>
                    <a:pt x="4403" y="46934"/>
                    <a:pt x="4403" y="46934"/>
                  </a:cubicBezTo>
                  <a:lnTo>
                    <a:pt x="4570" y="47167"/>
                  </a:lnTo>
                  <a:lnTo>
                    <a:pt x="4904" y="47568"/>
                  </a:lnTo>
                  <a:cubicBezTo>
                    <a:pt x="5838" y="48602"/>
                    <a:pt x="6972" y="49502"/>
                    <a:pt x="8239" y="50069"/>
                  </a:cubicBezTo>
                  <a:cubicBezTo>
                    <a:pt x="9507" y="50670"/>
                    <a:pt x="10875" y="51037"/>
                    <a:pt x="12209" y="51270"/>
                  </a:cubicBezTo>
                  <a:cubicBezTo>
                    <a:pt x="13543" y="51537"/>
                    <a:pt x="14911" y="51670"/>
                    <a:pt x="16245" y="51837"/>
                  </a:cubicBezTo>
                  <a:cubicBezTo>
                    <a:pt x="17579" y="52004"/>
                    <a:pt x="18914" y="52171"/>
                    <a:pt x="20215" y="52404"/>
                  </a:cubicBezTo>
                  <a:cubicBezTo>
                    <a:pt x="21482" y="52671"/>
                    <a:pt x="22750" y="53071"/>
                    <a:pt x="23851" y="53705"/>
                  </a:cubicBezTo>
                  <a:cubicBezTo>
                    <a:pt x="24418" y="54005"/>
                    <a:pt x="24918" y="54406"/>
                    <a:pt x="25385" y="54839"/>
                  </a:cubicBezTo>
                  <a:cubicBezTo>
                    <a:pt x="25652" y="55040"/>
                    <a:pt x="25852" y="55273"/>
                    <a:pt x="26052" y="55507"/>
                  </a:cubicBezTo>
                  <a:cubicBezTo>
                    <a:pt x="26252" y="55740"/>
                    <a:pt x="26419" y="56007"/>
                    <a:pt x="26653" y="56240"/>
                  </a:cubicBezTo>
                  <a:cubicBezTo>
                    <a:pt x="27386" y="57341"/>
                    <a:pt x="28054" y="58509"/>
                    <a:pt x="28921" y="59543"/>
                  </a:cubicBezTo>
                  <a:lnTo>
                    <a:pt x="29254" y="59910"/>
                  </a:lnTo>
                  <a:lnTo>
                    <a:pt x="29488" y="60110"/>
                  </a:lnTo>
                  <a:lnTo>
                    <a:pt x="29755" y="60277"/>
                  </a:lnTo>
                  <a:cubicBezTo>
                    <a:pt x="30088" y="60510"/>
                    <a:pt x="30389" y="60610"/>
                    <a:pt x="30722" y="60744"/>
                  </a:cubicBezTo>
                  <a:cubicBezTo>
                    <a:pt x="31389" y="60944"/>
                    <a:pt x="32023" y="61111"/>
                    <a:pt x="32657" y="61277"/>
                  </a:cubicBezTo>
                  <a:cubicBezTo>
                    <a:pt x="33257" y="61444"/>
                    <a:pt x="33891" y="61611"/>
                    <a:pt x="34492" y="61778"/>
                  </a:cubicBezTo>
                  <a:cubicBezTo>
                    <a:pt x="35059" y="62011"/>
                    <a:pt x="35592" y="62211"/>
                    <a:pt x="35993" y="62545"/>
                  </a:cubicBezTo>
                  <a:cubicBezTo>
                    <a:pt x="36360" y="62912"/>
                    <a:pt x="36693" y="63379"/>
                    <a:pt x="36860" y="63879"/>
                  </a:cubicBezTo>
                  <a:cubicBezTo>
                    <a:pt x="37027" y="64380"/>
                    <a:pt x="37093" y="64913"/>
                    <a:pt x="37060" y="65514"/>
                  </a:cubicBezTo>
                  <a:cubicBezTo>
                    <a:pt x="37027" y="66681"/>
                    <a:pt x="36726" y="67849"/>
                    <a:pt x="36560" y="69050"/>
                  </a:cubicBezTo>
                  <a:cubicBezTo>
                    <a:pt x="36426" y="70050"/>
                    <a:pt x="36426" y="71118"/>
                    <a:pt x="36726" y="72052"/>
                  </a:cubicBezTo>
                  <a:cubicBezTo>
                    <a:pt x="37060" y="72952"/>
                    <a:pt x="37560" y="73620"/>
                    <a:pt x="37927" y="74053"/>
                  </a:cubicBezTo>
                  <a:lnTo>
                    <a:pt x="37894" y="74020"/>
                  </a:lnTo>
                  <a:lnTo>
                    <a:pt x="37894" y="74020"/>
                  </a:lnTo>
                  <a:cubicBezTo>
                    <a:pt x="38695" y="75021"/>
                    <a:pt x="39662" y="75854"/>
                    <a:pt x="40529" y="76688"/>
                  </a:cubicBezTo>
                  <a:cubicBezTo>
                    <a:pt x="41397" y="77522"/>
                    <a:pt x="42264" y="78390"/>
                    <a:pt x="42764" y="79424"/>
                  </a:cubicBezTo>
                  <a:cubicBezTo>
                    <a:pt x="43031" y="79924"/>
                    <a:pt x="43198" y="80524"/>
                    <a:pt x="43198" y="81058"/>
                  </a:cubicBezTo>
                  <a:cubicBezTo>
                    <a:pt x="43198" y="81625"/>
                    <a:pt x="43064" y="82192"/>
                    <a:pt x="42831" y="82726"/>
                  </a:cubicBezTo>
                  <a:cubicBezTo>
                    <a:pt x="42564" y="83260"/>
                    <a:pt x="42264" y="83793"/>
                    <a:pt x="41864" y="84194"/>
                  </a:cubicBezTo>
                  <a:cubicBezTo>
                    <a:pt x="41430" y="84594"/>
                    <a:pt x="40930" y="84894"/>
                    <a:pt x="40396" y="85128"/>
                  </a:cubicBezTo>
                  <a:cubicBezTo>
                    <a:pt x="39328" y="85595"/>
                    <a:pt x="38061" y="85862"/>
                    <a:pt x="36760" y="86062"/>
                  </a:cubicBezTo>
                  <a:cubicBezTo>
                    <a:pt x="35526" y="86262"/>
                    <a:pt x="34191" y="86462"/>
                    <a:pt x="32890" y="86962"/>
                  </a:cubicBezTo>
                  <a:cubicBezTo>
                    <a:pt x="32223" y="87229"/>
                    <a:pt x="31589" y="87563"/>
                    <a:pt x="31056" y="88030"/>
                  </a:cubicBezTo>
                  <a:cubicBezTo>
                    <a:pt x="30489" y="88463"/>
                    <a:pt x="30055" y="89064"/>
                    <a:pt x="29755" y="89731"/>
                  </a:cubicBezTo>
                  <a:cubicBezTo>
                    <a:pt x="29688" y="89898"/>
                    <a:pt x="29588" y="90065"/>
                    <a:pt x="29555" y="90231"/>
                  </a:cubicBezTo>
                  <a:lnTo>
                    <a:pt x="29388" y="90732"/>
                  </a:lnTo>
                  <a:cubicBezTo>
                    <a:pt x="29355" y="90899"/>
                    <a:pt x="29355" y="91099"/>
                    <a:pt x="29321" y="91265"/>
                  </a:cubicBezTo>
                  <a:cubicBezTo>
                    <a:pt x="29254" y="91466"/>
                    <a:pt x="29254" y="91632"/>
                    <a:pt x="29254" y="91799"/>
                  </a:cubicBezTo>
                  <a:cubicBezTo>
                    <a:pt x="29254" y="92533"/>
                    <a:pt x="29355" y="93200"/>
                    <a:pt x="29488" y="93867"/>
                  </a:cubicBezTo>
                  <a:cubicBezTo>
                    <a:pt x="30055" y="96469"/>
                    <a:pt x="31089" y="98904"/>
                    <a:pt x="32023" y="101273"/>
                  </a:cubicBezTo>
                  <a:cubicBezTo>
                    <a:pt x="33024" y="103574"/>
                    <a:pt x="32890" y="106143"/>
                    <a:pt x="33091" y="108645"/>
                  </a:cubicBezTo>
                  <a:cubicBezTo>
                    <a:pt x="33224" y="109946"/>
                    <a:pt x="33391" y="111213"/>
                    <a:pt x="33891" y="112414"/>
                  </a:cubicBezTo>
                  <a:cubicBezTo>
                    <a:pt x="34358" y="113615"/>
                    <a:pt x="35059" y="114716"/>
                    <a:pt x="35926" y="115583"/>
                  </a:cubicBezTo>
                  <a:cubicBezTo>
                    <a:pt x="36827" y="116450"/>
                    <a:pt x="37761" y="117217"/>
                    <a:pt x="38728" y="117885"/>
                  </a:cubicBezTo>
                  <a:cubicBezTo>
                    <a:pt x="39729" y="118552"/>
                    <a:pt x="40696" y="119119"/>
                    <a:pt x="41663" y="119753"/>
                  </a:cubicBezTo>
                  <a:cubicBezTo>
                    <a:pt x="42564" y="120386"/>
                    <a:pt x="43531" y="120953"/>
                    <a:pt x="44365" y="121621"/>
                  </a:cubicBezTo>
                  <a:lnTo>
                    <a:pt x="44999" y="122121"/>
                  </a:lnTo>
                  <a:cubicBezTo>
                    <a:pt x="45166" y="122288"/>
                    <a:pt x="45366" y="122454"/>
                    <a:pt x="45566" y="122655"/>
                  </a:cubicBezTo>
                  <a:cubicBezTo>
                    <a:pt x="46000" y="123055"/>
                    <a:pt x="46400" y="123388"/>
                    <a:pt x="46834" y="123722"/>
                  </a:cubicBezTo>
                  <a:cubicBezTo>
                    <a:pt x="48568" y="124990"/>
                    <a:pt x="50503" y="125757"/>
                    <a:pt x="52238" y="126424"/>
                  </a:cubicBezTo>
                  <a:cubicBezTo>
                    <a:pt x="54006" y="127091"/>
                    <a:pt x="55673" y="127758"/>
                    <a:pt x="57074" y="128559"/>
                  </a:cubicBezTo>
                  <a:cubicBezTo>
                    <a:pt x="57775" y="128926"/>
                    <a:pt x="58442" y="129393"/>
                    <a:pt x="59076" y="129793"/>
                  </a:cubicBezTo>
                  <a:cubicBezTo>
                    <a:pt x="59710" y="130227"/>
                    <a:pt x="60343" y="130627"/>
                    <a:pt x="60877" y="131061"/>
                  </a:cubicBezTo>
                  <a:cubicBezTo>
                    <a:pt x="61945" y="131895"/>
                    <a:pt x="62879" y="132728"/>
                    <a:pt x="63579" y="133496"/>
                  </a:cubicBezTo>
                  <a:cubicBezTo>
                    <a:pt x="64246" y="134296"/>
                    <a:pt x="64747" y="135097"/>
                    <a:pt x="65047" y="135764"/>
                  </a:cubicBezTo>
                  <a:cubicBezTo>
                    <a:pt x="65113" y="135931"/>
                    <a:pt x="65214" y="136098"/>
                    <a:pt x="65247" y="136264"/>
                  </a:cubicBezTo>
                  <a:cubicBezTo>
                    <a:pt x="65347" y="136398"/>
                    <a:pt x="65380" y="136565"/>
                    <a:pt x="65414" y="136665"/>
                  </a:cubicBezTo>
                  <a:cubicBezTo>
                    <a:pt x="65514" y="136965"/>
                    <a:pt x="65547" y="137232"/>
                    <a:pt x="65580" y="137398"/>
                  </a:cubicBezTo>
                  <a:cubicBezTo>
                    <a:pt x="65614" y="137565"/>
                    <a:pt x="65681" y="137732"/>
                    <a:pt x="65681" y="137799"/>
                  </a:cubicBezTo>
                  <a:lnTo>
                    <a:pt x="65681" y="137966"/>
                  </a:lnTo>
                  <a:cubicBezTo>
                    <a:pt x="65714" y="138232"/>
                    <a:pt x="65747" y="138433"/>
                    <a:pt x="65747" y="138599"/>
                  </a:cubicBezTo>
                  <a:cubicBezTo>
                    <a:pt x="65747" y="138766"/>
                    <a:pt x="65747" y="138933"/>
                    <a:pt x="65781" y="139066"/>
                  </a:cubicBezTo>
                  <a:cubicBezTo>
                    <a:pt x="65847" y="139300"/>
                    <a:pt x="65914" y="139433"/>
                    <a:pt x="65947" y="139433"/>
                  </a:cubicBezTo>
                  <a:cubicBezTo>
                    <a:pt x="66014" y="139433"/>
                    <a:pt x="66081" y="139300"/>
                    <a:pt x="66114" y="139066"/>
                  </a:cubicBezTo>
                  <a:cubicBezTo>
                    <a:pt x="66181" y="138799"/>
                    <a:pt x="66214" y="138433"/>
                    <a:pt x="66114" y="137899"/>
                  </a:cubicBezTo>
                  <a:lnTo>
                    <a:pt x="66114" y="137732"/>
                  </a:lnTo>
                  <a:cubicBezTo>
                    <a:pt x="66114" y="137599"/>
                    <a:pt x="66081" y="137465"/>
                    <a:pt x="66047" y="137265"/>
                  </a:cubicBezTo>
                  <a:cubicBezTo>
                    <a:pt x="66014" y="137065"/>
                    <a:pt x="65947" y="136798"/>
                    <a:pt x="65881" y="136498"/>
                  </a:cubicBezTo>
                  <a:cubicBezTo>
                    <a:pt x="65847" y="136398"/>
                    <a:pt x="65747" y="136231"/>
                    <a:pt x="65714" y="136064"/>
                  </a:cubicBezTo>
                  <a:cubicBezTo>
                    <a:pt x="65681" y="135897"/>
                    <a:pt x="65580" y="135731"/>
                    <a:pt x="65514" y="135564"/>
                  </a:cubicBezTo>
                  <a:cubicBezTo>
                    <a:pt x="65214" y="134797"/>
                    <a:pt x="64680" y="133963"/>
                    <a:pt x="63946" y="133129"/>
                  </a:cubicBezTo>
                  <a:cubicBezTo>
                    <a:pt x="63245" y="132295"/>
                    <a:pt x="62278" y="131428"/>
                    <a:pt x="61177" y="130594"/>
                  </a:cubicBezTo>
                  <a:cubicBezTo>
                    <a:pt x="60610" y="130127"/>
                    <a:pt x="60010" y="129726"/>
                    <a:pt x="59376" y="129293"/>
                  </a:cubicBezTo>
                  <a:cubicBezTo>
                    <a:pt x="58709" y="128892"/>
                    <a:pt x="58075" y="128425"/>
                    <a:pt x="57341" y="127992"/>
                  </a:cubicBezTo>
                  <a:cubicBezTo>
                    <a:pt x="55874" y="127225"/>
                    <a:pt x="54172" y="126491"/>
                    <a:pt x="52404" y="125824"/>
                  </a:cubicBezTo>
                  <a:cubicBezTo>
                    <a:pt x="50670" y="125123"/>
                    <a:pt x="48768" y="124389"/>
                    <a:pt x="47167" y="123155"/>
                  </a:cubicBezTo>
                  <a:cubicBezTo>
                    <a:pt x="46767" y="122888"/>
                    <a:pt x="46367" y="122555"/>
                    <a:pt x="46000" y="122154"/>
                  </a:cubicBezTo>
                  <a:cubicBezTo>
                    <a:pt x="45600" y="121787"/>
                    <a:pt x="45166" y="121420"/>
                    <a:pt x="44732" y="121087"/>
                  </a:cubicBezTo>
                  <a:cubicBezTo>
                    <a:pt x="43865" y="120386"/>
                    <a:pt x="42931" y="119786"/>
                    <a:pt x="41997" y="119152"/>
                  </a:cubicBezTo>
                  <a:cubicBezTo>
                    <a:pt x="40062" y="117951"/>
                    <a:pt x="38061" y="116750"/>
                    <a:pt x="36426" y="115083"/>
                  </a:cubicBezTo>
                  <a:cubicBezTo>
                    <a:pt x="35659" y="114249"/>
                    <a:pt x="35025" y="113248"/>
                    <a:pt x="34558" y="112147"/>
                  </a:cubicBezTo>
                  <a:cubicBezTo>
                    <a:pt x="34091" y="111080"/>
                    <a:pt x="33924" y="109879"/>
                    <a:pt x="33858" y="108645"/>
                  </a:cubicBezTo>
                  <a:cubicBezTo>
                    <a:pt x="33758" y="107410"/>
                    <a:pt x="33758" y="106143"/>
                    <a:pt x="33658" y="104875"/>
                  </a:cubicBezTo>
                  <a:cubicBezTo>
                    <a:pt x="33558" y="104241"/>
                    <a:pt x="33491" y="103574"/>
                    <a:pt x="33357" y="102940"/>
                  </a:cubicBezTo>
                  <a:cubicBezTo>
                    <a:pt x="33324" y="102640"/>
                    <a:pt x="33191" y="102307"/>
                    <a:pt x="33091" y="101973"/>
                  </a:cubicBezTo>
                  <a:lnTo>
                    <a:pt x="32757" y="101072"/>
                  </a:lnTo>
                  <a:cubicBezTo>
                    <a:pt x="31856" y="98637"/>
                    <a:pt x="30822" y="96269"/>
                    <a:pt x="30322" y="93767"/>
                  </a:cubicBezTo>
                  <a:cubicBezTo>
                    <a:pt x="30188" y="93133"/>
                    <a:pt x="30155" y="92533"/>
                    <a:pt x="30155" y="91933"/>
                  </a:cubicBezTo>
                  <a:cubicBezTo>
                    <a:pt x="30188" y="91766"/>
                    <a:pt x="30155" y="91599"/>
                    <a:pt x="30188" y="91466"/>
                  </a:cubicBezTo>
                  <a:cubicBezTo>
                    <a:pt x="30222" y="91366"/>
                    <a:pt x="30222" y="91199"/>
                    <a:pt x="30255" y="91065"/>
                  </a:cubicBezTo>
                  <a:lnTo>
                    <a:pt x="30389" y="90632"/>
                  </a:lnTo>
                  <a:cubicBezTo>
                    <a:pt x="30422" y="90532"/>
                    <a:pt x="30522" y="90365"/>
                    <a:pt x="30555" y="90231"/>
                  </a:cubicBezTo>
                  <a:cubicBezTo>
                    <a:pt x="30822" y="89698"/>
                    <a:pt x="31156" y="89197"/>
                    <a:pt x="31589" y="88797"/>
                  </a:cubicBezTo>
                  <a:cubicBezTo>
                    <a:pt x="32056" y="88430"/>
                    <a:pt x="32590" y="88130"/>
                    <a:pt x="33191" y="87930"/>
                  </a:cubicBezTo>
                  <a:cubicBezTo>
                    <a:pt x="34358" y="87463"/>
                    <a:pt x="35592" y="87263"/>
                    <a:pt x="36893" y="87062"/>
                  </a:cubicBezTo>
                  <a:cubicBezTo>
                    <a:pt x="38194" y="86796"/>
                    <a:pt x="39529" y="86595"/>
                    <a:pt x="40763" y="86062"/>
                  </a:cubicBezTo>
                  <a:cubicBezTo>
                    <a:pt x="41397" y="85762"/>
                    <a:pt x="42030" y="85395"/>
                    <a:pt x="42531" y="84894"/>
                  </a:cubicBezTo>
                  <a:cubicBezTo>
                    <a:pt x="43031" y="84394"/>
                    <a:pt x="43398" y="83793"/>
                    <a:pt x="43698" y="83193"/>
                  </a:cubicBezTo>
                  <a:cubicBezTo>
                    <a:pt x="43998" y="82559"/>
                    <a:pt x="44165" y="81859"/>
                    <a:pt x="44165" y="81125"/>
                  </a:cubicBezTo>
                  <a:cubicBezTo>
                    <a:pt x="44165" y="80424"/>
                    <a:pt x="43932" y="79724"/>
                    <a:pt x="43665" y="79090"/>
                  </a:cubicBezTo>
                  <a:cubicBezTo>
                    <a:pt x="43064" y="77856"/>
                    <a:pt x="42097" y="76922"/>
                    <a:pt x="41230" y="76055"/>
                  </a:cubicBezTo>
                  <a:cubicBezTo>
                    <a:pt x="40329" y="75187"/>
                    <a:pt x="39395" y="74353"/>
                    <a:pt x="38695" y="73453"/>
                  </a:cubicBezTo>
                  <a:cubicBezTo>
                    <a:pt x="38394" y="73086"/>
                    <a:pt x="37994" y="72552"/>
                    <a:pt x="37727" y="71785"/>
                  </a:cubicBezTo>
                  <a:cubicBezTo>
                    <a:pt x="37527" y="71051"/>
                    <a:pt x="37494" y="70084"/>
                    <a:pt x="37594" y="69150"/>
                  </a:cubicBezTo>
                  <a:cubicBezTo>
                    <a:pt x="37727" y="68015"/>
                    <a:pt x="38027" y="66815"/>
                    <a:pt x="38094" y="65547"/>
                  </a:cubicBezTo>
                  <a:cubicBezTo>
                    <a:pt x="38161" y="64880"/>
                    <a:pt x="38061" y="64213"/>
                    <a:pt x="37861" y="63546"/>
                  </a:cubicBezTo>
                  <a:cubicBezTo>
                    <a:pt x="37594" y="62878"/>
                    <a:pt x="37193" y="62278"/>
                    <a:pt x="36693" y="61778"/>
                  </a:cubicBezTo>
                  <a:cubicBezTo>
                    <a:pt x="36560" y="61644"/>
                    <a:pt x="36393" y="61578"/>
                    <a:pt x="36226" y="61444"/>
                  </a:cubicBezTo>
                  <a:cubicBezTo>
                    <a:pt x="36059" y="61377"/>
                    <a:pt x="35926" y="61277"/>
                    <a:pt x="35759" y="61211"/>
                  </a:cubicBezTo>
                  <a:cubicBezTo>
                    <a:pt x="35426" y="61044"/>
                    <a:pt x="35159" y="60910"/>
                    <a:pt x="34825" y="60810"/>
                  </a:cubicBezTo>
                  <a:cubicBezTo>
                    <a:pt x="34191" y="60610"/>
                    <a:pt x="33558" y="60510"/>
                    <a:pt x="32924" y="60310"/>
                  </a:cubicBezTo>
                  <a:cubicBezTo>
                    <a:pt x="32323" y="60210"/>
                    <a:pt x="31723" y="60043"/>
                    <a:pt x="31156" y="59843"/>
                  </a:cubicBezTo>
                  <a:cubicBezTo>
                    <a:pt x="30889" y="59710"/>
                    <a:pt x="30589" y="59609"/>
                    <a:pt x="30355" y="59443"/>
                  </a:cubicBezTo>
                  <a:lnTo>
                    <a:pt x="30222" y="59376"/>
                  </a:lnTo>
                  <a:lnTo>
                    <a:pt x="30088" y="59243"/>
                  </a:lnTo>
                  <a:lnTo>
                    <a:pt x="29822" y="58909"/>
                  </a:lnTo>
                  <a:cubicBezTo>
                    <a:pt x="28988" y="57942"/>
                    <a:pt x="28354" y="56841"/>
                    <a:pt x="27553" y="55707"/>
                  </a:cubicBezTo>
                  <a:cubicBezTo>
                    <a:pt x="27353" y="55406"/>
                    <a:pt x="27153" y="55106"/>
                    <a:pt x="26919" y="54873"/>
                  </a:cubicBezTo>
                  <a:cubicBezTo>
                    <a:pt x="26719" y="54606"/>
                    <a:pt x="26486" y="54372"/>
                    <a:pt x="26219" y="54106"/>
                  </a:cubicBezTo>
                  <a:cubicBezTo>
                    <a:pt x="25685" y="53672"/>
                    <a:pt x="25152" y="53205"/>
                    <a:pt x="24518" y="52871"/>
                  </a:cubicBezTo>
                  <a:cubicBezTo>
                    <a:pt x="23317" y="52171"/>
                    <a:pt x="21916" y="51737"/>
                    <a:pt x="20582" y="51437"/>
                  </a:cubicBezTo>
                  <a:cubicBezTo>
                    <a:pt x="19214" y="51203"/>
                    <a:pt x="17846" y="51037"/>
                    <a:pt x="16512" y="50903"/>
                  </a:cubicBezTo>
                  <a:cubicBezTo>
                    <a:pt x="13843" y="50603"/>
                    <a:pt x="11142" y="50370"/>
                    <a:pt x="8740" y="49269"/>
                  </a:cubicBezTo>
                  <a:cubicBezTo>
                    <a:pt x="7539" y="48735"/>
                    <a:pt x="6505" y="47934"/>
                    <a:pt x="5671" y="46967"/>
                  </a:cubicBezTo>
                  <a:lnTo>
                    <a:pt x="5371" y="46600"/>
                  </a:lnTo>
                  <a:lnTo>
                    <a:pt x="5204" y="46433"/>
                  </a:lnTo>
                  <a:lnTo>
                    <a:pt x="5171" y="46400"/>
                  </a:lnTo>
                  <a:lnTo>
                    <a:pt x="5071" y="46267"/>
                  </a:lnTo>
                  <a:cubicBezTo>
                    <a:pt x="4904" y="46000"/>
                    <a:pt x="4704" y="45700"/>
                    <a:pt x="4537" y="45399"/>
                  </a:cubicBezTo>
                  <a:cubicBezTo>
                    <a:pt x="4170" y="44866"/>
                    <a:pt x="3836" y="44265"/>
                    <a:pt x="3469" y="43731"/>
                  </a:cubicBezTo>
                  <a:cubicBezTo>
                    <a:pt x="2736" y="42664"/>
                    <a:pt x="2068" y="41530"/>
                    <a:pt x="1535" y="40362"/>
                  </a:cubicBezTo>
                  <a:cubicBezTo>
                    <a:pt x="1301" y="39762"/>
                    <a:pt x="1034" y="39195"/>
                    <a:pt x="901" y="38594"/>
                  </a:cubicBezTo>
                  <a:cubicBezTo>
                    <a:pt x="801" y="38027"/>
                    <a:pt x="834" y="37494"/>
                    <a:pt x="1034" y="36893"/>
                  </a:cubicBezTo>
                  <a:cubicBezTo>
                    <a:pt x="1468" y="35759"/>
                    <a:pt x="2202" y="34692"/>
                    <a:pt x="2635" y="33424"/>
                  </a:cubicBezTo>
                  <a:cubicBezTo>
                    <a:pt x="2736" y="33090"/>
                    <a:pt x="2836" y="32824"/>
                    <a:pt x="2869" y="32423"/>
                  </a:cubicBezTo>
                  <a:lnTo>
                    <a:pt x="2869" y="32257"/>
                  </a:lnTo>
                  <a:lnTo>
                    <a:pt x="2869" y="32123"/>
                  </a:lnTo>
                  <a:lnTo>
                    <a:pt x="2836" y="31890"/>
                  </a:lnTo>
                  <a:cubicBezTo>
                    <a:pt x="2836" y="31723"/>
                    <a:pt x="2836" y="31556"/>
                    <a:pt x="2802" y="31389"/>
                  </a:cubicBezTo>
                  <a:cubicBezTo>
                    <a:pt x="2669" y="30722"/>
                    <a:pt x="2502" y="30155"/>
                    <a:pt x="2302" y="29555"/>
                  </a:cubicBezTo>
                  <a:cubicBezTo>
                    <a:pt x="1902" y="28420"/>
                    <a:pt x="1568" y="27320"/>
                    <a:pt x="1735" y="26219"/>
                  </a:cubicBezTo>
                  <a:cubicBezTo>
                    <a:pt x="1902" y="25151"/>
                    <a:pt x="2535" y="24184"/>
                    <a:pt x="3169" y="23250"/>
                  </a:cubicBezTo>
                  <a:cubicBezTo>
                    <a:pt x="3469" y="22816"/>
                    <a:pt x="3803" y="22349"/>
                    <a:pt x="4070" y="21849"/>
                  </a:cubicBezTo>
                  <a:cubicBezTo>
                    <a:pt x="4237" y="21582"/>
                    <a:pt x="4370" y="21349"/>
                    <a:pt x="4503" y="21082"/>
                  </a:cubicBezTo>
                  <a:lnTo>
                    <a:pt x="4570" y="20882"/>
                  </a:lnTo>
                  <a:cubicBezTo>
                    <a:pt x="4637" y="20815"/>
                    <a:pt x="4670" y="20682"/>
                    <a:pt x="4670" y="20648"/>
                  </a:cubicBezTo>
                  <a:cubicBezTo>
                    <a:pt x="4670" y="20515"/>
                    <a:pt x="4704" y="20348"/>
                    <a:pt x="4737" y="20215"/>
                  </a:cubicBezTo>
                  <a:cubicBezTo>
                    <a:pt x="5004" y="19147"/>
                    <a:pt x="5037" y="18046"/>
                    <a:pt x="5237" y="17079"/>
                  </a:cubicBezTo>
                  <a:cubicBezTo>
                    <a:pt x="5337" y="16579"/>
                    <a:pt x="5471" y="16145"/>
                    <a:pt x="5671" y="15711"/>
                  </a:cubicBezTo>
                  <a:cubicBezTo>
                    <a:pt x="5838" y="15311"/>
                    <a:pt x="6138" y="14911"/>
                    <a:pt x="6405" y="14544"/>
                  </a:cubicBezTo>
                  <a:cubicBezTo>
                    <a:pt x="7005" y="13810"/>
                    <a:pt x="7706" y="13243"/>
                    <a:pt x="8473" y="12743"/>
                  </a:cubicBezTo>
                  <a:cubicBezTo>
                    <a:pt x="9974" y="11742"/>
                    <a:pt x="11475" y="11008"/>
                    <a:pt x="12743" y="10141"/>
                  </a:cubicBezTo>
                  <a:cubicBezTo>
                    <a:pt x="14010" y="9240"/>
                    <a:pt x="15044" y="8206"/>
                    <a:pt x="15645" y="7072"/>
                  </a:cubicBezTo>
                  <a:cubicBezTo>
                    <a:pt x="16212" y="5971"/>
                    <a:pt x="16412" y="4904"/>
                    <a:pt x="16512" y="4036"/>
                  </a:cubicBezTo>
                  <a:cubicBezTo>
                    <a:pt x="16512" y="3803"/>
                    <a:pt x="16545" y="3636"/>
                    <a:pt x="16545" y="3403"/>
                  </a:cubicBezTo>
                  <a:lnTo>
                    <a:pt x="16545" y="2869"/>
                  </a:lnTo>
                  <a:cubicBezTo>
                    <a:pt x="16545" y="2535"/>
                    <a:pt x="16512" y="2235"/>
                    <a:pt x="16512" y="2035"/>
                  </a:cubicBezTo>
                  <a:cubicBezTo>
                    <a:pt x="16512" y="1835"/>
                    <a:pt x="16479" y="1668"/>
                    <a:pt x="16479" y="1535"/>
                  </a:cubicBezTo>
                  <a:cubicBezTo>
                    <a:pt x="16412" y="1401"/>
                    <a:pt x="16412" y="1368"/>
                    <a:pt x="16412" y="1368"/>
                  </a:cubicBezTo>
                  <a:cubicBezTo>
                    <a:pt x="16345" y="867"/>
                    <a:pt x="16245" y="534"/>
                    <a:pt x="16012" y="334"/>
                  </a:cubicBezTo>
                  <a:cubicBezTo>
                    <a:pt x="15912" y="67"/>
                    <a:pt x="15845" y="0"/>
                    <a:pt x="158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10" name="Google Shape;3310;p28"/>
            <p:cNvSpPr/>
            <p:nvPr/>
          </p:nvSpPr>
          <p:spPr>
            <a:xfrm>
              <a:off x="5526625" y="243575"/>
              <a:ext cx="909400" cy="1256275"/>
            </a:xfrm>
            <a:custGeom>
              <a:avLst/>
              <a:gdLst/>
              <a:ahLst/>
              <a:cxnLst/>
              <a:rect l="l" t="t" r="r" b="b"/>
              <a:pathLst>
                <a:path w="36376" h="50251" extrusionOk="0">
                  <a:moveTo>
                    <a:pt x="1369" y="1"/>
                  </a:moveTo>
                  <a:cubicBezTo>
                    <a:pt x="1207" y="1"/>
                    <a:pt x="1140" y="246"/>
                    <a:pt x="1334" y="616"/>
                  </a:cubicBezTo>
                  <a:cubicBezTo>
                    <a:pt x="1334" y="616"/>
                    <a:pt x="1368" y="649"/>
                    <a:pt x="1435" y="816"/>
                  </a:cubicBezTo>
                  <a:cubicBezTo>
                    <a:pt x="1435" y="916"/>
                    <a:pt x="1468" y="983"/>
                    <a:pt x="1501" y="1116"/>
                  </a:cubicBezTo>
                  <a:cubicBezTo>
                    <a:pt x="1501" y="1216"/>
                    <a:pt x="1501" y="1383"/>
                    <a:pt x="1535" y="1483"/>
                  </a:cubicBezTo>
                  <a:cubicBezTo>
                    <a:pt x="1635" y="2117"/>
                    <a:pt x="1435" y="2951"/>
                    <a:pt x="867" y="3985"/>
                  </a:cubicBezTo>
                  <a:cubicBezTo>
                    <a:pt x="634" y="4485"/>
                    <a:pt x="300" y="5119"/>
                    <a:pt x="134" y="5820"/>
                  </a:cubicBezTo>
                  <a:cubicBezTo>
                    <a:pt x="100" y="6053"/>
                    <a:pt x="34" y="6220"/>
                    <a:pt x="34" y="6420"/>
                  </a:cubicBezTo>
                  <a:cubicBezTo>
                    <a:pt x="34" y="6587"/>
                    <a:pt x="0" y="6787"/>
                    <a:pt x="34" y="6987"/>
                  </a:cubicBezTo>
                  <a:cubicBezTo>
                    <a:pt x="34" y="7221"/>
                    <a:pt x="100" y="7387"/>
                    <a:pt x="134" y="7588"/>
                  </a:cubicBezTo>
                  <a:cubicBezTo>
                    <a:pt x="167" y="7754"/>
                    <a:pt x="167" y="7955"/>
                    <a:pt x="267" y="8155"/>
                  </a:cubicBezTo>
                  <a:cubicBezTo>
                    <a:pt x="334" y="8321"/>
                    <a:pt x="367" y="8555"/>
                    <a:pt x="501" y="8755"/>
                  </a:cubicBezTo>
                  <a:lnTo>
                    <a:pt x="667" y="9055"/>
                  </a:lnTo>
                  <a:cubicBezTo>
                    <a:pt x="701" y="9155"/>
                    <a:pt x="801" y="9255"/>
                    <a:pt x="867" y="9322"/>
                  </a:cubicBezTo>
                  <a:cubicBezTo>
                    <a:pt x="1001" y="9556"/>
                    <a:pt x="1201" y="9656"/>
                    <a:pt x="1368" y="9823"/>
                  </a:cubicBezTo>
                  <a:cubicBezTo>
                    <a:pt x="1601" y="9956"/>
                    <a:pt x="1801" y="10089"/>
                    <a:pt x="2002" y="10156"/>
                  </a:cubicBezTo>
                  <a:cubicBezTo>
                    <a:pt x="2869" y="10556"/>
                    <a:pt x="3803" y="10623"/>
                    <a:pt x="4637" y="10923"/>
                  </a:cubicBezTo>
                  <a:cubicBezTo>
                    <a:pt x="5037" y="11057"/>
                    <a:pt x="5471" y="11257"/>
                    <a:pt x="5804" y="11490"/>
                  </a:cubicBezTo>
                  <a:lnTo>
                    <a:pt x="5938" y="11590"/>
                  </a:lnTo>
                  <a:lnTo>
                    <a:pt x="5971" y="11624"/>
                  </a:lnTo>
                  <a:cubicBezTo>
                    <a:pt x="5971" y="11657"/>
                    <a:pt x="6004" y="11724"/>
                    <a:pt x="6038" y="11724"/>
                  </a:cubicBezTo>
                  <a:lnTo>
                    <a:pt x="6138" y="11757"/>
                  </a:lnTo>
                  <a:cubicBezTo>
                    <a:pt x="6171" y="11791"/>
                    <a:pt x="6271" y="11891"/>
                    <a:pt x="6338" y="11924"/>
                  </a:cubicBezTo>
                  <a:cubicBezTo>
                    <a:pt x="6505" y="12091"/>
                    <a:pt x="6638" y="12224"/>
                    <a:pt x="6772" y="12424"/>
                  </a:cubicBezTo>
                  <a:cubicBezTo>
                    <a:pt x="7039" y="12791"/>
                    <a:pt x="7272" y="13225"/>
                    <a:pt x="7506" y="13659"/>
                  </a:cubicBezTo>
                  <a:cubicBezTo>
                    <a:pt x="7639" y="13892"/>
                    <a:pt x="7806" y="14126"/>
                    <a:pt x="7973" y="14326"/>
                  </a:cubicBezTo>
                  <a:cubicBezTo>
                    <a:pt x="8106" y="14459"/>
                    <a:pt x="8173" y="14593"/>
                    <a:pt x="8306" y="14659"/>
                  </a:cubicBezTo>
                  <a:cubicBezTo>
                    <a:pt x="8339" y="14693"/>
                    <a:pt x="8373" y="14759"/>
                    <a:pt x="8473" y="14793"/>
                  </a:cubicBezTo>
                  <a:lnTo>
                    <a:pt x="8540" y="14826"/>
                  </a:lnTo>
                  <a:lnTo>
                    <a:pt x="8606" y="14893"/>
                  </a:lnTo>
                  <a:lnTo>
                    <a:pt x="8640" y="14926"/>
                  </a:lnTo>
                  <a:lnTo>
                    <a:pt x="8706" y="14993"/>
                  </a:lnTo>
                  <a:cubicBezTo>
                    <a:pt x="8773" y="15060"/>
                    <a:pt x="8840" y="15093"/>
                    <a:pt x="8873" y="15126"/>
                  </a:cubicBezTo>
                  <a:lnTo>
                    <a:pt x="9273" y="15393"/>
                  </a:lnTo>
                  <a:cubicBezTo>
                    <a:pt x="9540" y="15493"/>
                    <a:pt x="9807" y="15627"/>
                    <a:pt x="10107" y="15660"/>
                  </a:cubicBezTo>
                  <a:cubicBezTo>
                    <a:pt x="10641" y="15793"/>
                    <a:pt x="11175" y="15827"/>
                    <a:pt x="11675" y="15894"/>
                  </a:cubicBezTo>
                  <a:cubicBezTo>
                    <a:pt x="12176" y="15927"/>
                    <a:pt x="12643" y="15994"/>
                    <a:pt x="13110" y="16160"/>
                  </a:cubicBezTo>
                  <a:lnTo>
                    <a:pt x="13810" y="16427"/>
                  </a:lnTo>
                  <a:lnTo>
                    <a:pt x="14477" y="16761"/>
                  </a:lnTo>
                  <a:cubicBezTo>
                    <a:pt x="15345" y="17228"/>
                    <a:pt x="16145" y="17828"/>
                    <a:pt x="17012" y="18429"/>
                  </a:cubicBezTo>
                  <a:cubicBezTo>
                    <a:pt x="17846" y="18996"/>
                    <a:pt x="18780" y="19563"/>
                    <a:pt x="19648" y="20063"/>
                  </a:cubicBezTo>
                  <a:cubicBezTo>
                    <a:pt x="19848" y="20163"/>
                    <a:pt x="20115" y="20263"/>
                    <a:pt x="20348" y="20397"/>
                  </a:cubicBezTo>
                  <a:cubicBezTo>
                    <a:pt x="20615" y="20497"/>
                    <a:pt x="20882" y="20564"/>
                    <a:pt x="21149" y="20630"/>
                  </a:cubicBezTo>
                  <a:cubicBezTo>
                    <a:pt x="21449" y="20664"/>
                    <a:pt x="21716" y="20730"/>
                    <a:pt x="21983" y="20730"/>
                  </a:cubicBezTo>
                  <a:cubicBezTo>
                    <a:pt x="22216" y="20730"/>
                    <a:pt x="22516" y="20730"/>
                    <a:pt x="22716" y="20664"/>
                  </a:cubicBezTo>
                  <a:cubicBezTo>
                    <a:pt x="23183" y="20630"/>
                    <a:pt x="23650" y="20597"/>
                    <a:pt x="24117" y="20597"/>
                  </a:cubicBezTo>
                  <a:cubicBezTo>
                    <a:pt x="24551" y="20597"/>
                    <a:pt x="25018" y="20597"/>
                    <a:pt x="25452" y="20630"/>
                  </a:cubicBezTo>
                  <a:cubicBezTo>
                    <a:pt x="26286" y="20764"/>
                    <a:pt x="27186" y="21064"/>
                    <a:pt x="28020" y="21431"/>
                  </a:cubicBezTo>
                  <a:cubicBezTo>
                    <a:pt x="28854" y="21798"/>
                    <a:pt x="29688" y="22331"/>
                    <a:pt x="30322" y="22965"/>
                  </a:cubicBezTo>
                  <a:lnTo>
                    <a:pt x="30522" y="23232"/>
                  </a:lnTo>
                  <a:lnTo>
                    <a:pt x="30622" y="23299"/>
                  </a:lnTo>
                  <a:lnTo>
                    <a:pt x="30689" y="23432"/>
                  </a:lnTo>
                  <a:lnTo>
                    <a:pt x="31022" y="23999"/>
                  </a:lnTo>
                  <a:cubicBezTo>
                    <a:pt x="31156" y="24233"/>
                    <a:pt x="31223" y="24433"/>
                    <a:pt x="31323" y="24633"/>
                  </a:cubicBezTo>
                  <a:cubicBezTo>
                    <a:pt x="31389" y="24833"/>
                    <a:pt x="31456" y="25067"/>
                    <a:pt x="31523" y="25267"/>
                  </a:cubicBezTo>
                  <a:cubicBezTo>
                    <a:pt x="31790" y="26101"/>
                    <a:pt x="31823" y="27001"/>
                    <a:pt x="31723" y="27835"/>
                  </a:cubicBezTo>
                  <a:cubicBezTo>
                    <a:pt x="31690" y="28669"/>
                    <a:pt x="31489" y="29503"/>
                    <a:pt x="31323" y="30270"/>
                  </a:cubicBezTo>
                  <a:cubicBezTo>
                    <a:pt x="31156" y="31004"/>
                    <a:pt x="30989" y="31738"/>
                    <a:pt x="30856" y="32405"/>
                  </a:cubicBezTo>
                  <a:cubicBezTo>
                    <a:pt x="30555" y="33673"/>
                    <a:pt x="30622" y="34740"/>
                    <a:pt x="30655" y="35241"/>
                  </a:cubicBezTo>
                  <a:lnTo>
                    <a:pt x="30655" y="35174"/>
                  </a:lnTo>
                  <a:cubicBezTo>
                    <a:pt x="30689" y="36141"/>
                    <a:pt x="31122" y="36942"/>
                    <a:pt x="31389" y="37642"/>
                  </a:cubicBezTo>
                  <a:cubicBezTo>
                    <a:pt x="31690" y="38343"/>
                    <a:pt x="31856" y="39010"/>
                    <a:pt x="31856" y="39644"/>
                  </a:cubicBezTo>
                  <a:cubicBezTo>
                    <a:pt x="31856" y="39811"/>
                    <a:pt x="31823" y="39944"/>
                    <a:pt x="31823" y="40111"/>
                  </a:cubicBezTo>
                  <a:cubicBezTo>
                    <a:pt x="31790" y="40278"/>
                    <a:pt x="31723" y="40444"/>
                    <a:pt x="31690" y="40578"/>
                  </a:cubicBezTo>
                  <a:cubicBezTo>
                    <a:pt x="31623" y="40845"/>
                    <a:pt x="31489" y="41145"/>
                    <a:pt x="31389" y="41412"/>
                  </a:cubicBezTo>
                  <a:cubicBezTo>
                    <a:pt x="31156" y="41946"/>
                    <a:pt x="30956" y="42413"/>
                    <a:pt x="30789" y="42846"/>
                  </a:cubicBezTo>
                  <a:cubicBezTo>
                    <a:pt x="30722" y="42980"/>
                    <a:pt x="30689" y="43113"/>
                    <a:pt x="30655" y="43180"/>
                  </a:cubicBezTo>
                  <a:cubicBezTo>
                    <a:pt x="30622" y="43280"/>
                    <a:pt x="30622" y="43413"/>
                    <a:pt x="30555" y="43480"/>
                  </a:cubicBezTo>
                  <a:cubicBezTo>
                    <a:pt x="30489" y="43680"/>
                    <a:pt x="30455" y="43847"/>
                    <a:pt x="30455" y="44014"/>
                  </a:cubicBezTo>
                  <a:cubicBezTo>
                    <a:pt x="30455" y="44247"/>
                    <a:pt x="30389" y="44347"/>
                    <a:pt x="30389" y="44481"/>
                  </a:cubicBezTo>
                  <a:lnTo>
                    <a:pt x="30389" y="44781"/>
                  </a:lnTo>
                  <a:cubicBezTo>
                    <a:pt x="30389" y="44899"/>
                    <a:pt x="30389" y="44955"/>
                    <a:pt x="30393" y="44955"/>
                  </a:cubicBezTo>
                  <a:cubicBezTo>
                    <a:pt x="30399" y="44955"/>
                    <a:pt x="30415" y="44823"/>
                    <a:pt x="30455" y="44581"/>
                  </a:cubicBezTo>
                  <a:lnTo>
                    <a:pt x="30455" y="44581"/>
                  </a:lnTo>
                  <a:cubicBezTo>
                    <a:pt x="30355" y="45481"/>
                    <a:pt x="30389" y="46315"/>
                    <a:pt x="30655" y="47083"/>
                  </a:cubicBezTo>
                  <a:cubicBezTo>
                    <a:pt x="30889" y="47783"/>
                    <a:pt x="31356" y="48350"/>
                    <a:pt x="31856" y="48684"/>
                  </a:cubicBezTo>
                  <a:cubicBezTo>
                    <a:pt x="32323" y="49084"/>
                    <a:pt x="32824" y="49251"/>
                    <a:pt x="33191" y="49418"/>
                  </a:cubicBezTo>
                  <a:cubicBezTo>
                    <a:pt x="33558" y="49584"/>
                    <a:pt x="33891" y="49684"/>
                    <a:pt x="34191" y="49784"/>
                  </a:cubicBezTo>
                  <a:cubicBezTo>
                    <a:pt x="35325" y="50118"/>
                    <a:pt x="35626" y="50185"/>
                    <a:pt x="35626" y="50185"/>
                  </a:cubicBezTo>
                  <a:cubicBezTo>
                    <a:pt x="35763" y="50231"/>
                    <a:pt x="35880" y="50251"/>
                    <a:pt x="35975" y="50251"/>
                  </a:cubicBezTo>
                  <a:cubicBezTo>
                    <a:pt x="36362" y="50251"/>
                    <a:pt x="36375" y="49913"/>
                    <a:pt x="35893" y="49618"/>
                  </a:cubicBezTo>
                  <a:cubicBezTo>
                    <a:pt x="35893" y="49618"/>
                    <a:pt x="35659" y="49518"/>
                    <a:pt x="34525" y="49184"/>
                  </a:cubicBezTo>
                  <a:cubicBezTo>
                    <a:pt x="34225" y="49117"/>
                    <a:pt x="33891" y="49017"/>
                    <a:pt x="33524" y="48850"/>
                  </a:cubicBezTo>
                  <a:cubicBezTo>
                    <a:pt x="33157" y="48684"/>
                    <a:pt x="32724" y="48517"/>
                    <a:pt x="32323" y="48183"/>
                  </a:cubicBezTo>
                  <a:cubicBezTo>
                    <a:pt x="31890" y="47916"/>
                    <a:pt x="31523" y="47449"/>
                    <a:pt x="31323" y="46816"/>
                  </a:cubicBezTo>
                  <a:cubicBezTo>
                    <a:pt x="31152" y="46277"/>
                    <a:pt x="31127" y="45641"/>
                    <a:pt x="31144" y="44909"/>
                  </a:cubicBezTo>
                  <a:lnTo>
                    <a:pt x="31144" y="44909"/>
                  </a:lnTo>
                  <a:cubicBezTo>
                    <a:pt x="31144" y="44913"/>
                    <a:pt x="31145" y="44915"/>
                    <a:pt x="31146" y="44915"/>
                  </a:cubicBezTo>
                  <a:cubicBezTo>
                    <a:pt x="31150" y="44915"/>
                    <a:pt x="31156" y="44856"/>
                    <a:pt x="31156" y="44748"/>
                  </a:cubicBezTo>
                  <a:lnTo>
                    <a:pt x="31156" y="44447"/>
                  </a:lnTo>
                  <a:cubicBezTo>
                    <a:pt x="31156" y="44314"/>
                    <a:pt x="31189" y="44180"/>
                    <a:pt x="31189" y="44080"/>
                  </a:cubicBezTo>
                  <a:cubicBezTo>
                    <a:pt x="31189" y="43947"/>
                    <a:pt x="31223" y="43780"/>
                    <a:pt x="31289" y="43613"/>
                  </a:cubicBezTo>
                  <a:cubicBezTo>
                    <a:pt x="31323" y="43513"/>
                    <a:pt x="31323" y="43447"/>
                    <a:pt x="31356" y="43347"/>
                  </a:cubicBezTo>
                  <a:cubicBezTo>
                    <a:pt x="31389" y="43280"/>
                    <a:pt x="31456" y="43146"/>
                    <a:pt x="31489" y="43080"/>
                  </a:cubicBezTo>
                  <a:cubicBezTo>
                    <a:pt x="31656" y="42646"/>
                    <a:pt x="31856" y="42179"/>
                    <a:pt x="32123" y="41645"/>
                  </a:cubicBezTo>
                  <a:cubicBezTo>
                    <a:pt x="32223" y="41412"/>
                    <a:pt x="32357" y="41112"/>
                    <a:pt x="32457" y="40778"/>
                  </a:cubicBezTo>
                  <a:lnTo>
                    <a:pt x="32557" y="40278"/>
                  </a:lnTo>
                  <a:cubicBezTo>
                    <a:pt x="32557" y="40111"/>
                    <a:pt x="32624" y="39944"/>
                    <a:pt x="32624" y="39744"/>
                  </a:cubicBezTo>
                  <a:cubicBezTo>
                    <a:pt x="32657" y="38977"/>
                    <a:pt x="32457" y="38176"/>
                    <a:pt x="32157" y="37442"/>
                  </a:cubicBezTo>
                  <a:cubicBezTo>
                    <a:pt x="31856" y="36675"/>
                    <a:pt x="31489" y="35975"/>
                    <a:pt x="31489" y="35241"/>
                  </a:cubicBezTo>
                  <a:lnTo>
                    <a:pt x="31489" y="35174"/>
                  </a:lnTo>
                  <a:cubicBezTo>
                    <a:pt x="31456" y="34740"/>
                    <a:pt x="31456" y="33806"/>
                    <a:pt x="31723" y="32572"/>
                  </a:cubicBezTo>
                  <a:cubicBezTo>
                    <a:pt x="31856" y="31938"/>
                    <a:pt x="32023" y="31238"/>
                    <a:pt x="32223" y="30471"/>
                  </a:cubicBezTo>
                  <a:cubicBezTo>
                    <a:pt x="32457" y="29670"/>
                    <a:pt x="32657" y="28836"/>
                    <a:pt x="32724" y="27935"/>
                  </a:cubicBezTo>
                  <a:cubicBezTo>
                    <a:pt x="32957" y="26101"/>
                    <a:pt x="32624" y="23899"/>
                    <a:pt x="31122" y="22265"/>
                  </a:cubicBezTo>
                  <a:cubicBezTo>
                    <a:pt x="30355" y="21498"/>
                    <a:pt x="29488" y="20964"/>
                    <a:pt x="28554" y="20497"/>
                  </a:cubicBezTo>
                  <a:cubicBezTo>
                    <a:pt x="27653" y="20063"/>
                    <a:pt x="26686" y="19763"/>
                    <a:pt x="25685" y="19596"/>
                  </a:cubicBezTo>
                  <a:cubicBezTo>
                    <a:pt x="25185" y="19596"/>
                    <a:pt x="24718" y="19563"/>
                    <a:pt x="24218" y="19563"/>
                  </a:cubicBezTo>
                  <a:cubicBezTo>
                    <a:pt x="23717" y="19596"/>
                    <a:pt x="23217" y="19596"/>
                    <a:pt x="22783" y="19630"/>
                  </a:cubicBezTo>
                  <a:cubicBezTo>
                    <a:pt x="22516" y="19663"/>
                    <a:pt x="22316" y="19663"/>
                    <a:pt x="22049" y="19663"/>
                  </a:cubicBezTo>
                  <a:cubicBezTo>
                    <a:pt x="21849" y="19663"/>
                    <a:pt x="21649" y="19663"/>
                    <a:pt x="21449" y="19630"/>
                  </a:cubicBezTo>
                  <a:cubicBezTo>
                    <a:pt x="21215" y="19596"/>
                    <a:pt x="21015" y="19563"/>
                    <a:pt x="20815" y="19463"/>
                  </a:cubicBezTo>
                  <a:cubicBezTo>
                    <a:pt x="20615" y="19396"/>
                    <a:pt x="20381" y="19263"/>
                    <a:pt x="20181" y="19163"/>
                  </a:cubicBezTo>
                  <a:cubicBezTo>
                    <a:pt x="19347" y="18729"/>
                    <a:pt x="18480" y="18229"/>
                    <a:pt x="17646" y="17628"/>
                  </a:cubicBezTo>
                  <a:cubicBezTo>
                    <a:pt x="16812" y="17061"/>
                    <a:pt x="15945" y="16427"/>
                    <a:pt x="14978" y="15927"/>
                  </a:cubicBezTo>
                  <a:lnTo>
                    <a:pt x="14210" y="15593"/>
                  </a:lnTo>
                  <a:lnTo>
                    <a:pt x="13443" y="15326"/>
                  </a:lnTo>
                  <a:cubicBezTo>
                    <a:pt x="12876" y="15160"/>
                    <a:pt x="12342" y="15093"/>
                    <a:pt x="11809" y="15060"/>
                  </a:cubicBezTo>
                  <a:cubicBezTo>
                    <a:pt x="11275" y="14993"/>
                    <a:pt x="10775" y="14960"/>
                    <a:pt x="10308" y="14893"/>
                  </a:cubicBezTo>
                  <a:cubicBezTo>
                    <a:pt x="10041" y="14826"/>
                    <a:pt x="9874" y="14759"/>
                    <a:pt x="9674" y="14659"/>
                  </a:cubicBezTo>
                  <a:cubicBezTo>
                    <a:pt x="9607" y="14626"/>
                    <a:pt x="9507" y="14593"/>
                    <a:pt x="9440" y="14493"/>
                  </a:cubicBezTo>
                  <a:cubicBezTo>
                    <a:pt x="9374" y="14493"/>
                    <a:pt x="9340" y="14459"/>
                    <a:pt x="9307" y="14426"/>
                  </a:cubicBezTo>
                  <a:lnTo>
                    <a:pt x="9273" y="14392"/>
                  </a:lnTo>
                  <a:lnTo>
                    <a:pt x="9207" y="14326"/>
                  </a:lnTo>
                  <a:cubicBezTo>
                    <a:pt x="9173" y="14292"/>
                    <a:pt x="9173" y="14259"/>
                    <a:pt x="9140" y="14259"/>
                  </a:cubicBezTo>
                  <a:lnTo>
                    <a:pt x="8973" y="14159"/>
                  </a:lnTo>
                  <a:cubicBezTo>
                    <a:pt x="8940" y="14159"/>
                    <a:pt x="8873" y="14126"/>
                    <a:pt x="8840" y="14092"/>
                  </a:cubicBezTo>
                  <a:cubicBezTo>
                    <a:pt x="8773" y="14059"/>
                    <a:pt x="8706" y="13959"/>
                    <a:pt x="8640" y="13892"/>
                  </a:cubicBezTo>
                  <a:cubicBezTo>
                    <a:pt x="8473" y="13725"/>
                    <a:pt x="8339" y="13559"/>
                    <a:pt x="8206" y="13325"/>
                  </a:cubicBezTo>
                  <a:cubicBezTo>
                    <a:pt x="7973" y="12925"/>
                    <a:pt x="7772" y="12458"/>
                    <a:pt x="7472" y="12057"/>
                  </a:cubicBezTo>
                  <a:cubicBezTo>
                    <a:pt x="7305" y="11824"/>
                    <a:pt x="7139" y="11624"/>
                    <a:pt x="6938" y="11424"/>
                  </a:cubicBezTo>
                  <a:lnTo>
                    <a:pt x="6538" y="11157"/>
                  </a:lnTo>
                  <a:lnTo>
                    <a:pt x="6471" y="11123"/>
                  </a:lnTo>
                  <a:lnTo>
                    <a:pt x="6505" y="11123"/>
                  </a:lnTo>
                  <a:lnTo>
                    <a:pt x="6471" y="11090"/>
                  </a:lnTo>
                  <a:lnTo>
                    <a:pt x="6305" y="10957"/>
                  </a:lnTo>
                  <a:cubicBezTo>
                    <a:pt x="6105" y="10790"/>
                    <a:pt x="5838" y="10656"/>
                    <a:pt x="5638" y="10556"/>
                  </a:cubicBezTo>
                  <a:cubicBezTo>
                    <a:pt x="5371" y="10456"/>
                    <a:pt x="5171" y="10390"/>
                    <a:pt x="4937" y="10290"/>
                  </a:cubicBezTo>
                  <a:cubicBezTo>
                    <a:pt x="3970" y="9956"/>
                    <a:pt x="3036" y="9923"/>
                    <a:pt x="2335" y="9589"/>
                  </a:cubicBezTo>
                  <a:cubicBezTo>
                    <a:pt x="1601" y="9289"/>
                    <a:pt x="1134" y="8722"/>
                    <a:pt x="934" y="7988"/>
                  </a:cubicBezTo>
                  <a:cubicBezTo>
                    <a:pt x="867" y="7821"/>
                    <a:pt x="834" y="7621"/>
                    <a:pt x="801" y="7454"/>
                  </a:cubicBezTo>
                  <a:cubicBezTo>
                    <a:pt x="767" y="7287"/>
                    <a:pt x="767" y="7121"/>
                    <a:pt x="701" y="6954"/>
                  </a:cubicBezTo>
                  <a:cubicBezTo>
                    <a:pt x="667" y="6620"/>
                    <a:pt x="701" y="6320"/>
                    <a:pt x="767" y="5986"/>
                  </a:cubicBezTo>
                  <a:cubicBezTo>
                    <a:pt x="934" y="5319"/>
                    <a:pt x="1168" y="4786"/>
                    <a:pt x="1435" y="4252"/>
                  </a:cubicBezTo>
                  <a:cubicBezTo>
                    <a:pt x="1935" y="3151"/>
                    <a:pt x="2202" y="2150"/>
                    <a:pt x="2102" y="1450"/>
                  </a:cubicBezTo>
                  <a:cubicBezTo>
                    <a:pt x="2035" y="1283"/>
                    <a:pt x="2035" y="1116"/>
                    <a:pt x="2002" y="983"/>
                  </a:cubicBezTo>
                  <a:cubicBezTo>
                    <a:pt x="1968" y="883"/>
                    <a:pt x="1935" y="749"/>
                    <a:pt x="1868" y="649"/>
                  </a:cubicBezTo>
                  <a:cubicBezTo>
                    <a:pt x="1835" y="483"/>
                    <a:pt x="1801" y="416"/>
                    <a:pt x="1801" y="416"/>
                  </a:cubicBezTo>
                  <a:cubicBezTo>
                    <a:pt x="1649" y="125"/>
                    <a:pt x="1485" y="1"/>
                    <a:pt x="13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11" name="Google Shape;3311;p28"/>
            <p:cNvSpPr/>
            <p:nvPr/>
          </p:nvSpPr>
          <p:spPr>
            <a:xfrm>
              <a:off x="5620500" y="188875"/>
              <a:ext cx="813100" cy="658775"/>
            </a:xfrm>
            <a:custGeom>
              <a:avLst/>
              <a:gdLst/>
              <a:ahLst/>
              <a:cxnLst/>
              <a:rect l="l" t="t" r="r" b="b"/>
              <a:pathLst>
                <a:path w="32524" h="26351" extrusionOk="0">
                  <a:moveTo>
                    <a:pt x="80" y="0"/>
                  </a:moveTo>
                  <a:lnTo>
                    <a:pt x="80" y="0"/>
                  </a:lnTo>
                  <a:cubicBezTo>
                    <a:pt x="6" y="0"/>
                    <a:pt x="1" y="141"/>
                    <a:pt x="115" y="369"/>
                  </a:cubicBezTo>
                  <a:cubicBezTo>
                    <a:pt x="115" y="369"/>
                    <a:pt x="181" y="436"/>
                    <a:pt x="215" y="602"/>
                  </a:cubicBezTo>
                  <a:cubicBezTo>
                    <a:pt x="248" y="669"/>
                    <a:pt x="281" y="802"/>
                    <a:pt x="348" y="936"/>
                  </a:cubicBezTo>
                  <a:cubicBezTo>
                    <a:pt x="381" y="1103"/>
                    <a:pt x="415" y="1269"/>
                    <a:pt x="448" y="1470"/>
                  </a:cubicBezTo>
                  <a:cubicBezTo>
                    <a:pt x="548" y="1870"/>
                    <a:pt x="548" y="2504"/>
                    <a:pt x="415" y="3304"/>
                  </a:cubicBezTo>
                  <a:cubicBezTo>
                    <a:pt x="348" y="3671"/>
                    <a:pt x="248" y="4138"/>
                    <a:pt x="181" y="4672"/>
                  </a:cubicBezTo>
                  <a:cubicBezTo>
                    <a:pt x="81" y="5172"/>
                    <a:pt x="48" y="5806"/>
                    <a:pt x="215" y="6473"/>
                  </a:cubicBezTo>
                  <a:cubicBezTo>
                    <a:pt x="248" y="6607"/>
                    <a:pt x="281" y="6840"/>
                    <a:pt x="381" y="7207"/>
                  </a:cubicBezTo>
                  <a:cubicBezTo>
                    <a:pt x="415" y="7374"/>
                    <a:pt x="515" y="7607"/>
                    <a:pt x="582" y="7841"/>
                  </a:cubicBezTo>
                  <a:cubicBezTo>
                    <a:pt x="682" y="8108"/>
                    <a:pt x="782" y="8341"/>
                    <a:pt x="1049" y="8608"/>
                  </a:cubicBezTo>
                  <a:cubicBezTo>
                    <a:pt x="1282" y="8842"/>
                    <a:pt x="1616" y="8975"/>
                    <a:pt x="1949" y="9042"/>
                  </a:cubicBezTo>
                  <a:cubicBezTo>
                    <a:pt x="2283" y="9142"/>
                    <a:pt x="2683" y="9209"/>
                    <a:pt x="3017" y="9309"/>
                  </a:cubicBezTo>
                  <a:cubicBezTo>
                    <a:pt x="3684" y="9542"/>
                    <a:pt x="4418" y="9842"/>
                    <a:pt x="5051" y="10443"/>
                  </a:cubicBezTo>
                  <a:cubicBezTo>
                    <a:pt x="5385" y="10676"/>
                    <a:pt x="5685" y="11010"/>
                    <a:pt x="6019" y="11310"/>
                  </a:cubicBezTo>
                  <a:cubicBezTo>
                    <a:pt x="6352" y="11610"/>
                    <a:pt x="6619" y="11977"/>
                    <a:pt x="6953" y="12311"/>
                  </a:cubicBezTo>
                  <a:cubicBezTo>
                    <a:pt x="7120" y="12478"/>
                    <a:pt x="7286" y="12644"/>
                    <a:pt x="7520" y="12811"/>
                  </a:cubicBezTo>
                  <a:lnTo>
                    <a:pt x="7787" y="13045"/>
                  </a:lnTo>
                  <a:cubicBezTo>
                    <a:pt x="7887" y="13145"/>
                    <a:pt x="8020" y="13178"/>
                    <a:pt x="8087" y="13278"/>
                  </a:cubicBezTo>
                  <a:cubicBezTo>
                    <a:pt x="8287" y="13378"/>
                    <a:pt x="8521" y="13545"/>
                    <a:pt x="8721" y="13645"/>
                  </a:cubicBezTo>
                  <a:lnTo>
                    <a:pt x="9054" y="13812"/>
                  </a:lnTo>
                  <a:lnTo>
                    <a:pt x="9221" y="13879"/>
                  </a:lnTo>
                  <a:lnTo>
                    <a:pt x="9288" y="13945"/>
                  </a:lnTo>
                  <a:cubicBezTo>
                    <a:pt x="9355" y="13945"/>
                    <a:pt x="9388" y="13979"/>
                    <a:pt x="9421" y="13979"/>
                  </a:cubicBezTo>
                  <a:cubicBezTo>
                    <a:pt x="9922" y="14145"/>
                    <a:pt x="10455" y="14145"/>
                    <a:pt x="10922" y="14145"/>
                  </a:cubicBezTo>
                  <a:cubicBezTo>
                    <a:pt x="11389" y="14145"/>
                    <a:pt x="11856" y="14145"/>
                    <a:pt x="12290" y="14212"/>
                  </a:cubicBezTo>
                  <a:lnTo>
                    <a:pt x="12457" y="14279"/>
                  </a:lnTo>
                  <a:lnTo>
                    <a:pt x="12557" y="14279"/>
                  </a:lnTo>
                  <a:lnTo>
                    <a:pt x="12790" y="14446"/>
                  </a:lnTo>
                  <a:cubicBezTo>
                    <a:pt x="12957" y="14546"/>
                    <a:pt x="13091" y="14712"/>
                    <a:pt x="13257" y="14879"/>
                  </a:cubicBezTo>
                  <a:cubicBezTo>
                    <a:pt x="13591" y="15213"/>
                    <a:pt x="13858" y="15613"/>
                    <a:pt x="14225" y="15880"/>
                  </a:cubicBezTo>
                  <a:lnTo>
                    <a:pt x="14592" y="16147"/>
                  </a:lnTo>
                  <a:cubicBezTo>
                    <a:pt x="14725" y="16214"/>
                    <a:pt x="14859" y="16280"/>
                    <a:pt x="14925" y="16314"/>
                  </a:cubicBezTo>
                  <a:lnTo>
                    <a:pt x="14892" y="16314"/>
                  </a:lnTo>
                  <a:cubicBezTo>
                    <a:pt x="15959" y="16881"/>
                    <a:pt x="17260" y="17214"/>
                    <a:pt x="18595" y="17214"/>
                  </a:cubicBezTo>
                  <a:cubicBezTo>
                    <a:pt x="18722" y="17221"/>
                    <a:pt x="18849" y="17224"/>
                    <a:pt x="18977" y="17224"/>
                  </a:cubicBezTo>
                  <a:cubicBezTo>
                    <a:pt x="20156" y="17224"/>
                    <a:pt x="21357" y="16968"/>
                    <a:pt x="22531" y="16847"/>
                  </a:cubicBezTo>
                  <a:cubicBezTo>
                    <a:pt x="22962" y="16791"/>
                    <a:pt x="23402" y="16761"/>
                    <a:pt x="23840" y="16761"/>
                  </a:cubicBezTo>
                  <a:cubicBezTo>
                    <a:pt x="24688" y="16761"/>
                    <a:pt x="25530" y="16872"/>
                    <a:pt x="26300" y="17114"/>
                  </a:cubicBezTo>
                  <a:cubicBezTo>
                    <a:pt x="27468" y="17481"/>
                    <a:pt x="28535" y="18148"/>
                    <a:pt x="29402" y="18849"/>
                  </a:cubicBezTo>
                  <a:cubicBezTo>
                    <a:pt x="30270" y="19616"/>
                    <a:pt x="30903" y="20483"/>
                    <a:pt x="31370" y="21317"/>
                  </a:cubicBezTo>
                  <a:cubicBezTo>
                    <a:pt x="31804" y="22184"/>
                    <a:pt x="32071" y="22985"/>
                    <a:pt x="32204" y="23686"/>
                  </a:cubicBezTo>
                  <a:cubicBezTo>
                    <a:pt x="32238" y="24086"/>
                    <a:pt x="32304" y="24353"/>
                    <a:pt x="32304" y="24653"/>
                  </a:cubicBezTo>
                  <a:cubicBezTo>
                    <a:pt x="32371" y="24953"/>
                    <a:pt x="32371" y="25153"/>
                    <a:pt x="32371" y="25353"/>
                  </a:cubicBezTo>
                  <a:lnTo>
                    <a:pt x="32371" y="25820"/>
                  </a:lnTo>
                  <a:lnTo>
                    <a:pt x="32371" y="25987"/>
                  </a:lnTo>
                  <a:cubicBezTo>
                    <a:pt x="32371" y="26226"/>
                    <a:pt x="32417" y="26351"/>
                    <a:pt x="32453" y="26351"/>
                  </a:cubicBezTo>
                  <a:cubicBezTo>
                    <a:pt x="32494" y="26351"/>
                    <a:pt x="32523" y="26201"/>
                    <a:pt x="32471" y="25887"/>
                  </a:cubicBezTo>
                  <a:lnTo>
                    <a:pt x="32471" y="25720"/>
                  </a:lnTo>
                  <a:lnTo>
                    <a:pt x="32471" y="25287"/>
                  </a:lnTo>
                  <a:cubicBezTo>
                    <a:pt x="32471" y="25053"/>
                    <a:pt x="32471" y="24820"/>
                    <a:pt x="32438" y="24519"/>
                  </a:cubicBezTo>
                  <a:cubicBezTo>
                    <a:pt x="32438" y="24219"/>
                    <a:pt x="32371" y="23952"/>
                    <a:pt x="32304" y="23552"/>
                  </a:cubicBezTo>
                  <a:cubicBezTo>
                    <a:pt x="32204" y="22852"/>
                    <a:pt x="31937" y="21984"/>
                    <a:pt x="31470" y="21117"/>
                  </a:cubicBezTo>
                  <a:cubicBezTo>
                    <a:pt x="31037" y="20183"/>
                    <a:pt x="30403" y="19316"/>
                    <a:pt x="29469" y="18515"/>
                  </a:cubicBezTo>
                  <a:cubicBezTo>
                    <a:pt x="28602" y="17715"/>
                    <a:pt x="27534" y="17047"/>
                    <a:pt x="26267" y="16647"/>
                  </a:cubicBezTo>
                  <a:cubicBezTo>
                    <a:pt x="25434" y="16355"/>
                    <a:pt x="24526" y="16244"/>
                    <a:pt x="23614" y="16244"/>
                  </a:cubicBezTo>
                  <a:cubicBezTo>
                    <a:pt x="23173" y="16244"/>
                    <a:pt x="22732" y="16270"/>
                    <a:pt x="22297" y="16314"/>
                  </a:cubicBezTo>
                  <a:cubicBezTo>
                    <a:pt x="21050" y="16438"/>
                    <a:pt x="19861" y="16650"/>
                    <a:pt x="18677" y="16650"/>
                  </a:cubicBezTo>
                  <a:cubicBezTo>
                    <a:pt x="18594" y="16650"/>
                    <a:pt x="18511" y="16649"/>
                    <a:pt x="18428" y="16647"/>
                  </a:cubicBezTo>
                  <a:cubicBezTo>
                    <a:pt x="17127" y="16647"/>
                    <a:pt x="15926" y="16314"/>
                    <a:pt x="14925" y="15780"/>
                  </a:cubicBezTo>
                  <a:lnTo>
                    <a:pt x="14892" y="15780"/>
                  </a:lnTo>
                  <a:lnTo>
                    <a:pt x="14625" y="15646"/>
                  </a:lnTo>
                  <a:cubicBezTo>
                    <a:pt x="14558" y="15613"/>
                    <a:pt x="14425" y="15513"/>
                    <a:pt x="14358" y="15446"/>
                  </a:cubicBezTo>
                  <a:cubicBezTo>
                    <a:pt x="14025" y="15146"/>
                    <a:pt x="13758" y="14813"/>
                    <a:pt x="13424" y="14479"/>
                  </a:cubicBezTo>
                  <a:cubicBezTo>
                    <a:pt x="13291" y="14312"/>
                    <a:pt x="13091" y="14145"/>
                    <a:pt x="12924" y="13979"/>
                  </a:cubicBezTo>
                  <a:lnTo>
                    <a:pt x="12590" y="13712"/>
                  </a:lnTo>
                  <a:cubicBezTo>
                    <a:pt x="12590" y="13678"/>
                    <a:pt x="12524" y="13678"/>
                    <a:pt x="12457" y="13678"/>
                  </a:cubicBezTo>
                  <a:lnTo>
                    <a:pt x="12390" y="13678"/>
                  </a:lnTo>
                  <a:lnTo>
                    <a:pt x="12223" y="13645"/>
                  </a:lnTo>
                  <a:cubicBezTo>
                    <a:pt x="11723" y="13545"/>
                    <a:pt x="11223" y="13545"/>
                    <a:pt x="10756" y="13545"/>
                  </a:cubicBezTo>
                  <a:cubicBezTo>
                    <a:pt x="10255" y="13545"/>
                    <a:pt x="9788" y="13545"/>
                    <a:pt x="9388" y="13445"/>
                  </a:cubicBezTo>
                  <a:lnTo>
                    <a:pt x="9355" y="13445"/>
                  </a:lnTo>
                  <a:lnTo>
                    <a:pt x="9254" y="13378"/>
                  </a:lnTo>
                  <a:lnTo>
                    <a:pt x="9088" y="13311"/>
                  </a:lnTo>
                  <a:lnTo>
                    <a:pt x="8754" y="13145"/>
                  </a:lnTo>
                  <a:cubicBezTo>
                    <a:pt x="8554" y="13045"/>
                    <a:pt x="8387" y="12945"/>
                    <a:pt x="8187" y="12811"/>
                  </a:cubicBezTo>
                  <a:cubicBezTo>
                    <a:pt x="8087" y="12778"/>
                    <a:pt x="7954" y="12711"/>
                    <a:pt x="7887" y="12644"/>
                  </a:cubicBezTo>
                  <a:lnTo>
                    <a:pt x="7620" y="12444"/>
                  </a:lnTo>
                  <a:cubicBezTo>
                    <a:pt x="7453" y="12311"/>
                    <a:pt x="7286" y="12144"/>
                    <a:pt x="7120" y="11977"/>
                  </a:cubicBezTo>
                  <a:cubicBezTo>
                    <a:pt x="6786" y="11644"/>
                    <a:pt x="6519" y="11310"/>
                    <a:pt x="6186" y="10976"/>
                  </a:cubicBezTo>
                  <a:cubicBezTo>
                    <a:pt x="5852" y="10643"/>
                    <a:pt x="5518" y="10309"/>
                    <a:pt x="5185" y="10042"/>
                  </a:cubicBezTo>
                  <a:cubicBezTo>
                    <a:pt x="5018" y="9876"/>
                    <a:pt x="4851" y="9776"/>
                    <a:pt x="4685" y="9642"/>
                  </a:cubicBezTo>
                  <a:cubicBezTo>
                    <a:pt x="4518" y="9509"/>
                    <a:pt x="4351" y="9375"/>
                    <a:pt x="4117" y="9309"/>
                  </a:cubicBezTo>
                  <a:cubicBezTo>
                    <a:pt x="3751" y="9142"/>
                    <a:pt x="3384" y="9008"/>
                    <a:pt x="3017" y="8875"/>
                  </a:cubicBezTo>
                  <a:cubicBezTo>
                    <a:pt x="2283" y="8708"/>
                    <a:pt x="1582" y="8675"/>
                    <a:pt x="1215" y="8308"/>
                  </a:cubicBezTo>
                  <a:cubicBezTo>
                    <a:pt x="1015" y="8108"/>
                    <a:pt x="882" y="7874"/>
                    <a:pt x="782" y="7674"/>
                  </a:cubicBezTo>
                  <a:cubicBezTo>
                    <a:pt x="715" y="7474"/>
                    <a:pt x="615" y="7274"/>
                    <a:pt x="582" y="7107"/>
                  </a:cubicBezTo>
                  <a:cubicBezTo>
                    <a:pt x="515" y="6707"/>
                    <a:pt x="448" y="6473"/>
                    <a:pt x="415" y="6340"/>
                  </a:cubicBezTo>
                  <a:cubicBezTo>
                    <a:pt x="248" y="5706"/>
                    <a:pt x="281" y="5139"/>
                    <a:pt x="381" y="4639"/>
                  </a:cubicBezTo>
                  <a:cubicBezTo>
                    <a:pt x="448" y="4138"/>
                    <a:pt x="548" y="3671"/>
                    <a:pt x="615" y="3271"/>
                  </a:cubicBezTo>
                  <a:cubicBezTo>
                    <a:pt x="748" y="2437"/>
                    <a:pt x="748" y="1803"/>
                    <a:pt x="682" y="1336"/>
                  </a:cubicBezTo>
                  <a:cubicBezTo>
                    <a:pt x="615" y="1136"/>
                    <a:pt x="582" y="969"/>
                    <a:pt x="548" y="802"/>
                  </a:cubicBezTo>
                  <a:cubicBezTo>
                    <a:pt x="515" y="669"/>
                    <a:pt x="448" y="536"/>
                    <a:pt x="415" y="469"/>
                  </a:cubicBezTo>
                  <a:cubicBezTo>
                    <a:pt x="381" y="302"/>
                    <a:pt x="348" y="269"/>
                    <a:pt x="348" y="269"/>
                  </a:cubicBezTo>
                  <a:cubicBezTo>
                    <a:pt x="233" y="82"/>
                    <a:pt x="136" y="0"/>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12" name="Google Shape;3312;p28"/>
            <p:cNvSpPr/>
            <p:nvPr/>
          </p:nvSpPr>
          <p:spPr>
            <a:xfrm>
              <a:off x="4716875" y="129075"/>
              <a:ext cx="1746925" cy="3459600"/>
            </a:xfrm>
            <a:custGeom>
              <a:avLst/>
              <a:gdLst/>
              <a:ahLst/>
              <a:cxnLst/>
              <a:rect l="l" t="t" r="r" b="b"/>
              <a:pathLst>
                <a:path w="69877" h="138384" extrusionOk="0">
                  <a:moveTo>
                    <a:pt x="14034" y="0"/>
                  </a:moveTo>
                  <a:cubicBezTo>
                    <a:pt x="13967" y="0"/>
                    <a:pt x="13860" y="484"/>
                    <a:pt x="13777" y="1460"/>
                  </a:cubicBezTo>
                  <a:cubicBezTo>
                    <a:pt x="13777" y="1460"/>
                    <a:pt x="13744" y="1560"/>
                    <a:pt x="13710" y="1860"/>
                  </a:cubicBezTo>
                  <a:cubicBezTo>
                    <a:pt x="13677" y="2027"/>
                    <a:pt x="13610" y="2194"/>
                    <a:pt x="13577" y="2461"/>
                  </a:cubicBezTo>
                  <a:cubicBezTo>
                    <a:pt x="13510" y="2661"/>
                    <a:pt x="13410" y="2961"/>
                    <a:pt x="13343" y="3228"/>
                  </a:cubicBezTo>
                  <a:cubicBezTo>
                    <a:pt x="13110" y="3862"/>
                    <a:pt x="12776" y="4629"/>
                    <a:pt x="12176" y="5396"/>
                  </a:cubicBezTo>
                  <a:cubicBezTo>
                    <a:pt x="11542" y="6197"/>
                    <a:pt x="10575" y="6997"/>
                    <a:pt x="9374" y="7831"/>
                  </a:cubicBezTo>
                  <a:cubicBezTo>
                    <a:pt x="8206" y="8665"/>
                    <a:pt x="6772" y="9699"/>
                    <a:pt x="5671" y="11334"/>
                  </a:cubicBezTo>
                  <a:cubicBezTo>
                    <a:pt x="5404" y="11734"/>
                    <a:pt x="5071" y="12134"/>
                    <a:pt x="4904" y="12668"/>
                  </a:cubicBezTo>
                  <a:cubicBezTo>
                    <a:pt x="4737" y="13168"/>
                    <a:pt x="4737" y="13735"/>
                    <a:pt x="4770" y="14302"/>
                  </a:cubicBezTo>
                  <a:cubicBezTo>
                    <a:pt x="4904" y="15403"/>
                    <a:pt x="5237" y="16537"/>
                    <a:pt x="5438" y="17705"/>
                  </a:cubicBezTo>
                  <a:cubicBezTo>
                    <a:pt x="5571" y="18339"/>
                    <a:pt x="5604" y="18906"/>
                    <a:pt x="5504" y="19540"/>
                  </a:cubicBezTo>
                  <a:cubicBezTo>
                    <a:pt x="5404" y="20173"/>
                    <a:pt x="5037" y="20674"/>
                    <a:pt x="4537" y="21141"/>
                  </a:cubicBezTo>
                  <a:cubicBezTo>
                    <a:pt x="3570" y="22008"/>
                    <a:pt x="2235" y="22575"/>
                    <a:pt x="1068" y="23576"/>
                  </a:cubicBezTo>
                  <a:cubicBezTo>
                    <a:pt x="768" y="23843"/>
                    <a:pt x="534" y="24176"/>
                    <a:pt x="334" y="24510"/>
                  </a:cubicBezTo>
                  <a:lnTo>
                    <a:pt x="201" y="24810"/>
                  </a:lnTo>
                  <a:cubicBezTo>
                    <a:pt x="167" y="24877"/>
                    <a:pt x="167" y="25010"/>
                    <a:pt x="100" y="25077"/>
                  </a:cubicBezTo>
                  <a:cubicBezTo>
                    <a:pt x="34" y="25310"/>
                    <a:pt x="34" y="25510"/>
                    <a:pt x="34" y="25711"/>
                  </a:cubicBezTo>
                  <a:cubicBezTo>
                    <a:pt x="0" y="26545"/>
                    <a:pt x="334" y="27345"/>
                    <a:pt x="668" y="28079"/>
                  </a:cubicBezTo>
                  <a:cubicBezTo>
                    <a:pt x="1001" y="28846"/>
                    <a:pt x="1435" y="29547"/>
                    <a:pt x="1835" y="30314"/>
                  </a:cubicBezTo>
                  <a:cubicBezTo>
                    <a:pt x="2235" y="31048"/>
                    <a:pt x="2569" y="31882"/>
                    <a:pt x="2569" y="32716"/>
                  </a:cubicBezTo>
                  <a:cubicBezTo>
                    <a:pt x="2602" y="33316"/>
                    <a:pt x="2502" y="34250"/>
                    <a:pt x="1902" y="35484"/>
                  </a:cubicBezTo>
                  <a:cubicBezTo>
                    <a:pt x="1668" y="36051"/>
                    <a:pt x="1268" y="36718"/>
                    <a:pt x="934" y="37486"/>
                  </a:cubicBezTo>
                  <a:cubicBezTo>
                    <a:pt x="601" y="38220"/>
                    <a:pt x="201" y="39087"/>
                    <a:pt x="234" y="40154"/>
                  </a:cubicBezTo>
                  <a:cubicBezTo>
                    <a:pt x="334" y="40688"/>
                    <a:pt x="534" y="41155"/>
                    <a:pt x="668" y="41655"/>
                  </a:cubicBezTo>
                  <a:cubicBezTo>
                    <a:pt x="768" y="42156"/>
                    <a:pt x="934" y="42656"/>
                    <a:pt x="1168" y="43156"/>
                  </a:cubicBezTo>
                  <a:cubicBezTo>
                    <a:pt x="1368" y="43657"/>
                    <a:pt x="1535" y="44191"/>
                    <a:pt x="1768" y="44691"/>
                  </a:cubicBezTo>
                  <a:cubicBezTo>
                    <a:pt x="2035" y="45191"/>
                    <a:pt x="2269" y="45725"/>
                    <a:pt x="2569" y="46259"/>
                  </a:cubicBezTo>
                  <a:cubicBezTo>
                    <a:pt x="3703" y="48394"/>
                    <a:pt x="5371" y="50495"/>
                    <a:pt x="7539" y="52196"/>
                  </a:cubicBezTo>
                  <a:cubicBezTo>
                    <a:pt x="8673" y="53030"/>
                    <a:pt x="9841" y="53764"/>
                    <a:pt x="11175" y="54364"/>
                  </a:cubicBezTo>
                  <a:cubicBezTo>
                    <a:pt x="12509" y="54932"/>
                    <a:pt x="13877" y="55432"/>
                    <a:pt x="15345" y="55732"/>
                  </a:cubicBezTo>
                  <a:cubicBezTo>
                    <a:pt x="15678" y="55832"/>
                    <a:pt x="16045" y="55866"/>
                    <a:pt x="16412" y="55932"/>
                  </a:cubicBezTo>
                  <a:cubicBezTo>
                    <a:pt x="16746" y="55999"/>
                    <a:pt x="17113" y="56066"/>
                    <a:pt x="17513" y="56099"/>
                  </a:cubicBezTo>
                  <a:cubicBezTo>
                    <a:pt x="17880" y="56199"/>
                    <a:pt x="18247" y="56232"/>
                    <a:pt x="18614" y="56266"/>
                  </a:cubicBezTo>
                  <a:cubicBezTo>
                    <a:pt x="19014" y="56333"/>
                    <a:pt x="19381" y="56366"/>
                    <a:pt x="19748" y="56366"/>
                  </a:cubicBezTo>
                  <a:cubicBezTo>
                    <a:pt x="21249" y="56433"/>
                    <a:pt x="22750" y="56533"/>
                    <a:pt x="24218" y="56833"/>
                  </a:cubicBezTo>
                  <a:cubicBezTo>
                    <a:pt x="24918" y="56933"/>
                    <a:pt x="25619" y="57200"/>
                    <a:pt x="26353" y="57433"/>
                  </a:cubicBezTo>
                  <a:cubicBezTo>
                    <a:pt x="27020" y="57734"/>
                    <a:pt x="27720" y="58067"/>
                    <a:pt x="28287" y="58501"/>
                  </a:cubicBezTo>
                  <a:cubicBezTo>
                    <a:pt x="28921" y="58868"/>
                    <a:pt x="29455" y="59368"/>
                    <a:pt x="30022" y="59868"/>
                  </a:cubicBezTo>
                  <a:lnTo>
                    <a:pt x="30856" y="60669"/>
                  </a:lnTo>
                  <a:cubicBezTo>
                    <a:pt x="31123" y="60902"/>
                    <a:pt x="31423" y="61169"/>
                    <a:pt x="31723" y="61369"/>
                  </a:cubicBezTo>
                  <a:cubicBezTo>
                    <a:pt x="32924" y="62270"/>
                    <a:pt x="34225" y="63037"/>
                    <a:pt x="35392" y="63871"/>
                  </a:cubicBezTo>
                  <a:cubicBezTo>
                    <a:pt x="36560" y="64672"/>
                    <a:pt x="37594" y="65673"/>
                    <a:pt x="38194" y="66873"/>
                  </a:cubicBezTo>
                  <a:cubicBezTo>
                    <a:pt x="38561" y="67574"/>
                    <a:pt x="38728" y="68374"/>
                    <a:pt x="38861" y="69175"/>
                  </a:cubicBezTo>
                  <a:cubicBezTo>
                    <a:pt x="38928" y="69942"/>
                    <a:pt x="38928" y="70709"/>
                    <a:pt x="38928" y="71443"/>
                  </a:cubicBezTo>
                  <a:cubicBezTo>
                    <a:pt x="38895" y="72211"/>
                    <a:pt x="38928" y="72911"/>
                    <a:pt x="39028" y="73545"/>
                  </a:cubicBezTo>
                  <a:cubicBezTo>
                    <a:pt x="39095" y="73878"/>
                    <a:pt x="39128" y="74179"/>
                    <a:pt x="39228" y="74412"/>
                  </a:cubicBezTo>
                  <a:cubicBezTo>
                    <a:pt x="39328" y="74712"/>
                    <a:pt x="39395" y="74913"/>
                    <a:pt x="39462" y="75113"/>
                  </a:cubicBezTo>
                  <a:cubicBezTo>
                    <a:pt x="39896" y="76314"/>
                    <a:pt x="40729" y="77281"/>
                    <a:pt x="41263" y="78315"/>
                  </a:cubicBezTo>
                  <a:cubicBezTo>
                    <a:pt x="41563" y="78882"/>
                    <a:pt x="41764" y="79416"/>
                    <a:pt x="41830" y="79983"/>
                  </a:cubicBezTo>
                  <a:cubicBezTo>
                    <a:pt x="41864" y="80550"/>
                    <a:pt x="41730" y="81150"/>
                    <a:pt x="41563" y="81717"/>
                  </a:cubicBezTo>
                  <a:cubicBezTo>
                    <a:pt x="41397" y="82251"/>
                    <a:pt x="41063" y="82751"/>
                    <a:pt x="40629" y="83152"/>
                  </a:cubicBezTo>
                  <a:cubicBezTo>
                    <a:pt x="40229" y="83585"/>
                    <a:pt x="39695" y="83886"/>
                    <a:pt x="39128" y="84119"/>
                  </a:cubicBezTo>
                  <a:cubicBezTo>
                    <a:pt x="38061" y="84586"/>
                    <a:pt x="36827" y="84886"/>
                    <a:pt x="35626" y="85387"/>
                  </a:cubicBezTo>
                  <a:cubicBezTo>
                    <a:pt x="35059" y="85620"/>
                    <a:pt x="34458" y="85954"/>
                    <a:pt x="33958" y="86387"/>
                  </a:cubicBezTo>
                  <a:cubicBezTo>
                    <a:pt x="33724" y="86588"/>
                    <a:pt x="33524" y="86854"/>
                    <a:pt x="33291" y="87088"/>
                  </a:cubicBezTo>
                  <a:cubicBezTo>
                    <a:pt x="33091" y="87321"/>
                    <a:pt x="32891" y="87622"/>
                    <a:pt x="32724" y="87888"/>
                  </a:cubicBezTo>
                  <a:cubicBezTo>
                    <a:pt x="32390" y="88422"/>
                    <a:pt x="32090" y="88989"/>
                    <a:pt x="31923" y="89623"/>
                  </a:cubicBezTo>
                  <a:cubicBezTo>
                    <a:pt x="31723" y="90257"/>
                    <a:pt x="31656" y="90924"/>
                    <a:pt x="31590" y="91558"/>
                  </a:cubicBezTo>
                  <a:cubicBezTo>
                    <a:pt x="31523" y="92825"/>
                    <a:pt x="31623" y="94093"/>
                    <a:pt x="31890" y="95327"/>
                  </a:cubicBezTo>
                  <a:cubicBezTo>
                    <a:pt x="32157" y="96595"/>
                    <a:pt x="32490" y="97796"/>
                    <a:pt x="32857" y="98963"/>
                  </a:cubicBezTo>
                  <a:cubicBezTo>
                    <a:pt x="33591" y="101331"/>
                    <a:pt x="34525" y="103633"/>
                    <a:pt x="35059" y="105968"/>
                  </a:cubicBezTo>
                  <a:cubicBezTo>
                    <a:pt x="35226" y="106568"/>
                    <a:pt x="35326" y="107169"/>
                    <a:pt x="35392" y="107769"/>
                  </a:cubicBezTo>
                  <a:cubicBezTo>
                    <a:pt x="35526" y="108403"/>
                    <a:pt x="35592" y="108970"/>
                    <a:pt x="35726" y="109571"/>
                  </a:cubicBezTo>
                  <a:cubicBezTo>
                    <a:pt x="35926" y="110772"/>
                    <a:pt x="36193" y="111939"/>
                    <a:pt x="36493" y="113073"/>
                  </a:cubicBezTo>
                  <a:cubicBezTo>
                    <a:pt x="37060" y="115375"/>
                    <a:pt x="37861" y="117576"/>
                    <a:pt x="38995" y="119544"/>
                  </a:cubicBezTo>
                  <a:cubicBezTo>
                    <a:pt x="40062" y="121546"/>
                    <a:pt x="41530" y="123247"/>
                    <a:pt x="43098" y="124615"/>
                  </a:cubicBezTo>
                  <a:cubicBezTo>
                    <a:pt x="44699" y="126049"/>
                    <a:pt x="46467" y="127083"/>
                    <a:pt x="48202" y="127984"/>
                  </a:cubicBezTo>
                  <a:cubicBezTo>
                    <a:pt x="49869" y="128951"/>
                    <a:pt x="51604" y="129652"/>
                    <a:pt x="53238" y="130285"/>
                  </a:cubicBezTo>
                  <a:cubicBezTo>
                    <a:pt x="54873" y="130853"/>
                    <a:pt x="56407" y="131420"/>
                    <a:pt x="57875" y="131920"/>
                  </a:cubicBezTo>
                  <a:cubicBezTo>
                    <a:pt x="59276" y="132420"/>
                    <a:pt x="60610" y="132887"/>
                    <a:pt x="61778" y="133354"/>
                  </a:cubicBezTo>
                  <a:cubicBezTo>
                    <a:pt x="64113" y="134322"/>
                    <a:pt x="65881" y="135322"/>
                    <a:pt x="67015" y="136156"/>
                  </a:cubicBezTo>
                  <a:cubicBezTo>
                    <a:pt x="67582" y="136557"/>
                    <a:pt x="67949" y="136924"/>
                    <a:pt x="68249" y="137124"/>
                  </a:cubicBezTo>
                  <a:cubicBezTo>
                    <a:pt x="68416" y="137257"/>
                    <a:pt x="68516" y="137324"/>
                    <a:pt x="68583" y="137391"/>
                  </a:cubicBezTo>
                  <a:lnTo>
                    <a:pt x="68683" y="137457"/>
                  </a:lnTo>
                  <a:cubicBezTo>
                    <a:pt x="69307" y="138066"/>
                    <a:pt x="69681" y="138383"/>
                    <a:pt x="69770" y="138383"/>
                  </a:cubicBezTo>
                  <a:cubicBezTo>
                    <a:pt x="69876" y="138383"/>
                    <a:pt x="69578" y="137933"/>
                    <a:pt x="68816" y="136990"/>
                  </a:cubicBezTo>
                  <a:cubicBezTo>
                    <a:pt x="68816" y="136990"/>
                    <a:pt x="68816" y="136957"/>
                    <a:pt x="68750" y="136924"/>
                  </a:cubicBezTo>
                  <a:cubicBezTo>
                    <a:pt x="68649" y="136890"/>
                    <a:pt x="68549" y="136790"/>
                    <a:pt x="68416" y="136657"/>
                  </a:cubicBezTo>
                  <a:cubicBezTo>
                    <a:pt x="68116" y="136423"/>
                    <a:pt x="67749" y="136056"/>
                    <a:pt x="67148" y="135656"/>
                  </a:cubicBezTo>
                  <a:cubicBezTo>
                    <a:pt x="66048" y="134822"/>
                    <a:pt x="64280" y="133788"/>
                    <a:pt x="61911" y="132821"/>
                  </a:cubicBezTo>
                  <a:cubicBezTo>
                    <a:pt x="60710" y="132320"/>
                    <a:pt x="59376" y="131820"/>
                    <a:pt x="57942" y="131320"/>
                  </a:cubicBezTo>
                  <a:cubicBezTo>
                    <a:pt x="56474" y="130819"/>
                    <a:pt x="54940" y="130319"/>
                    <a:pt x="53305" y="129718"/>
                  </a:cubicBezTo>
                  <a:cubicBezTo>
                    <a:pt x="51704" y="129085"/>
                    <a:pt x="49969" y="128384"/>
                    <a:pt x="48302" y="127417"/>
                  </a:cubicBezTo>
                  <a:cubicBezTo>
                    <a:pt x="46600" y="126483"/>
                    <a:pt x="44899" y="125449"/>
                    <a:pt x="43298" y="124081"/>
                  </a:cubicBezTo>
                  <a:cubicBezTo>
                    <a:pt x="41730" y="122713"/>
                    <a:pt x="40363" y="121046"/>
                    <a:pt x="39262" y="119077"/>
                  </a:cubicBezTo>
                  <a:cubicBezTo>
                    <a:pt x="38194" y="117109"/>
                    <a:pt x="37394" y="114941"/>
                    <a:pt x="36793" y="112706"/>
                  </a:cubicBezTo>
                  <a:cubicBezTo>
                    <a:pt x="36526" y="111572"/>
                    <a:pt x="36260" y="110405"/>
                    <a:pt x="36059" y="109237"/>
                  </a:cubicBezTo>
                  <a:cubicBezTo>
                    <a:pt x="35959" y="108637"/>
                    <a:pt x="35859" y="108070"/>
                    <a:pt x="35759" y="107469"/>
                  </a:cubicBezTo>
                  <a:cubicBezTo>
                    <a:pt x="35626" y="106902"/>
                    <a:pt x="35559" y="106302"/>
                    <a:pt x="35426" y="105701"/>
                  </a:cubicBezTo>
                  <a:cubicBezTo>
                    <a:pt x="34859" y="103299"/>
                    <a:pt x="33925" y="101031"/>
                    <a:pt x="33224" y="98629"/>
                  </a:cubicBezTo>
                  <a:cubicBezTo>
                    <a:pt x="32891" y="97462"/>
                    <a:pt x="32557" y="96261"/>
                    <a:pt x="32290" y="95060"/>
                  </a:cubicBezTo>
                  <a:cubicBezTo>
                    <a:pt x="32090" y="93859"/>
                    <a:pt x="31923" y="92592"/>
                    <a:pt x="32023" y="91391"/>
                  </a:cubicBezTo>
                  <a:cubicBezTo>
                    <a:pt x="32057" y="90791"/>
                    <a:pt x="32123" y="90190"/>
                    <a:pt x="32290" y="89590"/>
                  </a:cubicBezTo>
                  <a:cubicBezTo>
                    <a:pt x="32457" y="89023"/>
                    <a:pt x="32724" y="88422"/>
                    <a:pt x="33057" y="87922"/>
                  </a:cubicBezTo>
                  <a:cubicBezTo>
                    <a:pt x="33224" y="87688"/>
                    <a:pt x="33391" y="87421"/>
                    <a:pt x="33591" y="87221"/>
                  </a:cubicBezTo>
                  <a:cubicBezTo>
                    <a:pt x="33758" y="87021"/>
                    <a:pt x="34025" y="86788"/>
                    <a:pt x="34225" y="86588"/>
                  </a:cubicBezTo>
                  <a:cubicBezTo>
                    <a:pt x="34692" y="86221"/>
                    <a:pt x="35226" y="85920"/>
                    <a:pt x="35759" y="85687"/>
                  </a:cubicBezTo>
                  <a:cubicBezTo>
                    <a:pt x="36893" y="85220"/>
                    <a:pt x="38128" y="84920"/>
                    <a:pt x="39295" y="84419"/>
                  </a:cubicBezTo>
                  <a:cubicBezTo>
                    <a:pt x="39896" y="84186"/>
                    <a:pt x="40429" y="83852"/>
                    <a:pt x="40930" y="83385"/>
                  </a:cubicBezTo>
                  <a:cubicBezTo>
                    <a:pt x="41397" y="82952"/>
                    <a:pt x="41764" y="82385"/>
                    <a:pt x="41964" y="81751"/>
                  </a:cubicBezTo>
                  <a:cubicBezTo>
                    <a:pt x="42064" y="81417"/>
                    <a:pt x="42130" y="81117"/>
                    <a:pt x="42197" y="80783"/>
                  </a:cubicBezTo>
                  <a:cubicBezTo>
                    <a:pt x="42231" y="80517"/>
                    <a:pt x="42264" y="80183"/>
                    <a:pt x="42231" y="79849"/>
                  </a:cubicBezTo>
                  <a:cubicBezTo>
                    <a:pt x="42197" y="79182"/>
                    <a:pt x="41930" y="78548"/>
                    <a:pt x="41630" y="78015"/>
                  </a:cubicBezTo>
                  <a:cubicBezTo>
                    <a:pt x="41063" y="76914"/>
                    <a:pt x="40262" y="75947"/>
                    <a:pt x="39896" y="74879"/>
                  </a:cubicBezTo>
                  <a:cubicBezTo>
                    <a:pt x="39862" y="74712"/>
                    <a:pt x="39762" y="74512"/>
                    <a:pt x="39695" y="74245"/>
                  </a:cubicBezTo>
                  <a:cubicBezTo>
                    <a:pt x="39629" y="74012"/>
                    <a:pt x="39595" y="73745"/>
                    <a:pt x="39529" y="73445"/>
                  </a:cubicBezTo>
                  <a:cubicBezTo>
                    <a:pt x="39429" y="72878"/>
                    <a:pt x="39395" y="72211"/>
                    <a:pt x="39429" y="71443"/>
                  </a:cubicBezTo>
                  <a:cubicBezTo>
                    <a:pt x="39462" y="69942"/>
                    <a:pt x="39395" y="68174"/>
                    <a:pt x="38628" y="66607"/>
                  </a:cubicBezTo>
                  <a:cubicBezTo>
                    <a:pt x="38028" y="65272"/>
                    <a:pt x="36893" y="64238"/>
                    <a:pt x="35693" y="63404"/>
                  </a:cubicBezTo>
                  <a:cubicBezTo>
                    <a:pt x="34525" y="62570"/>
                    <a:pt x="33224" y="61836"/>
                    <a:pt x="32057" y="60936"/>
                  </a:cubicBezTo>
                  <a:cubicBezTo>
                    <a:pt x="31723" y="60702"/>
                    <a:pt x="31456" y="60502"/>
                    <a:pt x="31189" y="60235"/>
                  </a:cubicBezTo>
                  <a:lnTo>
                    <a:pt x="30355" y="59501"/>
                  </a:lnTo>
                  <a:cubicBezTo>
                    <a:pt x="29788" y="58934"/>
                    <a:pt x="29221" y="58434"/>
                    <a:pt x="28554" y="58034"/>
                  </a:cubicBezTo>
                  <a:cubicBezTo>
                    <a:pt x="27920" y="57567"/>
                    <a:pt x="27220" y="57233"/>
                    <a:pt x="26519" y="56933"/>
                  </a:cubicBezTo>
                  <a:cubicBezTo>
                    <a:pt x="25785" y="56666"/>
                    <a:pt x="25052" y="56433"/>
                    <a:pt x="24284" y="56266"/>
                  </a:cubicBezTo>
                  <a:cubicBezTo>
                    <a:pt x="22783" y="55932"/>
                    <a:pt x="21282" y="55899"/>
                    <a:pt x="19781" y="55832"/>
                  </a:cubicBezTo>
                  <a:cubicBezTo>
                    <a:pt x="19414" y="55832"/>
                    <a:pt x="19047" y="55765"/>
                    <a:pt x="18680" y="55732"/>
                  </a:cubicBezTo>
                  <a:cubicBezTo>
                    <a:pt x="18347" y="55699"/>
                    <a:pt x="17947" y="55665"/>
                    <a:pt x="17580" y="55599"/>
                  </a:cubicBezTo>
                  <a:cubicBezTo>
                    <a:pt x="17213" y="55565"/>
                    <a:pt x="16879" y="55532"/>
                    <a:pt x="16512" y="55432"/>
                  </a:cubicBezTo>
                  <a:cubicBezTo>
                    <a:pt x="16112" y="55365"/>
                    <a:pt x="15745" y="55332"/>
                    <a:pt x="15411" y="55232"/>
                  </a:cubicBezTo>
                  <a:cubicBezTo>
                    <a:pt x="14010" y="54932"/>
                    <a:pt x="12609" y="54431"/>
                    <a:pt x="11342" y="53897"/>
                  </a:cubicBezTo>
                  <a:cubicBezTo>
                    <a:pt x="10041" y="53364"/>
                    <a:pt x="8873" y="52597"/>
                    <a:pt x="7773" y="51829"/>
                  </a:cubicBezTo>
                  <a:cubicBezTo>
                    <a:pt x="5671" y="50161"/>
                    <a:pt x="4037" y="48093"/>
                    <a:pt x="2902" y="46025"/>
                  </a:cubicBezTo>
                  <a:cubicBezTo>
                    <a:pt x="2602" y="45525"/>
                    <a:pt x="2369" y="44991"/>
                    <a:pt x="2102" y="44491"/>
                  </a:cubicBezTo>
                  <a:cubicBezTo>
                    <a:pt x="1868" y="43990"/>
                    <a:pt x="1702" y="43423"/>
                    <a:pt x="1501" y="42923"/>
                  </a:cubicBezTo>
                  <a:cubicBezTo>
                    <a:pt x="1268" y="42423"/>
                    <a:pt x="1168" y="41922"/>
                    <a:pt x="1001" y="41422"/>
                  </a:cubicBezTo>
                  <a:cubicBezTo>
                    <a:pt x="868" y="40988"/>
                    <a:pt x="668" y="40488"/>
                    <a:pt x="601" y="40054"/>
                  </a:cubicBezTo>
                  <a:cubicBezTo>
                    <a:pt x="567" y="39187"/>
                    <a:pt x="934" y="38353"/>
                    <a:pt x="1268" y="37586"/>
                  </a:cubicBezTo>
                  <a:cubicBezTo>
                    <a:pt x="1602" y="36852"/>
                    <a:pt x="1935" y="36185"/>
                    <a:pt x="2235" y="35551"/>
                  </a:cubicBezTo>
                  <a:cubicBezTo>
                    <a:pt x="2836" y="34350"/>
                    <a:pt x="3003" y="33316"/>
                    <a:pt x="2902" y="32649"/>
                  </a:cubicBezTo>
                  <a:cubicBezTo>
                    <a:pt x="2869" y="31715"/>
                    <a:pt x="2502" y="30848"/>
                    <a:pt x="2102" y="30080"/>
                  </a:cubicBezTo>
                  <a:cubicBezTo>
                    <a:pt x="1735" y="29347"/>
                    <a:pt x="1268" y="28579"/>
                    <a:pt x="934" y="27879"/>
                  </a:cubicBezTo>
                  <a:cubicBezTo>
                    <a:pt x="601" y="27178"/>
                    <a:pt x="334" y="26411"/>
                    <a:pt x="367" y="25677"/>
                  </a:cubicBezTo>
                  <a:cubicBezTo>
                    <a:pt x="401" y="25510"/>
                    <a:pt x="401" y="25310"/>
                    <a:pt x="434" y="25144"/>
                  </a:cubicBezTo>
                  <a:cubicBezTo>
                    <a:pt x="501" y="25043"/>
                    <a:pt x="501" y="24977"/>
                    <a:pt x="534" y="24877"/>
                  </a:cubicBezTo>
                  <a:lnTo>
                    <a:pt x="668" y="24643"/>
                  </a:lnTo>
                  <a:cubicBezTo>
                    <a:pt x="834" y="24310"/>
                    <a:pt x="1068" y="24043"/>
                    <a:pt x="1335" y="23809"/>
                  </a:cubicBezTo>
                  <a:cubicBezTo>
                    <a:pt x="2402" y="22842"/>
                    <a:pt x="3736" y="22241"/>
                    <a:pt x="4770" y="21341"/>
                  </a:cubicBezTo>
                  <a:cubicBezTo>
                    <a:pt x="5037" y="21074"/>
                    <a:pt x="5237" y="20840"/>
                    <a:pt x="5471" y="20540"/>
                  </a:cubicBezTo>
                  <a:cubicBezTo>
                    <a:pt x="5538" y="20407"/>
                    <a:pt x="5638" y="20240"/>
                    <a:pt x="5704" y="20073"/>
                  </a:cubicBezTo>
                  <a:lnTo>
                    <a:pt x="5838" y="19573"/>
                  </a:lnTo>
                  <a:cubicBezTo>
                    <a:pt x="5971" y="18906"/>
                    <a:pt x="5871" y="18305"/>
                    <a:pt x="5805" y="17672"/>
                  </a:cubicBezTo>
                  <a:cubicBezTo>
                    <a:pt x="5571" y="16471"/>
                    <a:pt x="5237" y="15370"/>
                    <a:pt x="5137" y="14302"/>
                  </a:cubicBezTo>
                  <a:cubicBezTo>
                    <a:pt x="5037" y="13802"/>
                    <a:pt x="5037" y="13235"/>
                    <a:pt x="5204" y="12801"/>
                  </a:cubicBezTo>
                  <a:cubicBezTo>
                    <a:pt x="5338" y="12334"/>
                    <a:pt x="5671" y="11967"/>
                    <a:pt x="5905" y="11534"/>
                  </a:cubicBezTo>
                  <a:cubicBezTo>
                    <a:pt x="7005" y="9966"/>
                    <a:pt x="8373" y="8965"/>
                    <a:pt x="9541" y="8065"/>
                  </a:cubicBezTo>
                  <a:cubicBezTo>
                    <a:pt x="10741" y="7231"/>
                    <a:pt x="11742" y="6464"/>
                    <a:pt x="12376" y="5630"/>
                  </a:cubicBezTo>
                  <a:cubicBezTo>
                    <a:pt x="13043" y="4796"/>
                    <a:pt x="13377" y="3995"/>
                    <a:pt x="13577" y="3361"/>
                  </a:cubicBezTo>
                  <a:cubicBezTo>
                    <a:pt x="13677" y="3028"/>
                    <a:pt x="13777" y="2794"/>
                    <a:pt x="13844" y="2527"/>
                  </a:cubicBezTo>
                  <a:cubicBezTo>
                    <a:pt x="13910" y="2294"/>
                    <a:pt x="13910" y="2127"/>
                    <a:pt x="13944" y="1960"/>
                  </a:cubicBezTo>
                  <a:cubicBezTo>
                    <a:pt x="14010" y="1627"/>
                    <a:pt x="14044" y="1493"/>
                    <a:pt x="14044" y="1493"/>
                  </a:cubicBezTo>
                  <a:cubicBezTo>
                    <a:pt x="14128" y="501"/>
                    <a:pt x="14102" y="0"/>
                    <a:pt x="140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13" name="Google Shape;3313;p28"/>
            <p:cNvSpPr/>
            <p:nvPr/>
          </p:nvSpPr>
          <p:spPr>
            <a:xfrm>
              <a:off x="5082975" y="742425"/>
              <a:ext cx="461250" cy="273125"/>
            </a:xfrm>
            <a:custGeom>
              <a:avLst/>
              <a:gdLst/>
              <a:ahLst/>
              <a:cxnLst/>
              <a:rect l="l" t="t" r="r" b="b"/>
              <a:pathLst>
                <a:path w="18450" h="10925" extrusionOk="0">
                  <a:moveTo>
                    <a:pt x="6115" y="0"/>
                  </a:moveTo>
                  <a:cubicBezTo>
                    <a:pt x="6078" y="0"/>
                    <a:pt x="6041" y="3"/>
                    <a:pt x="6004" y="9"/>
                  </a:cubicBezTo>
                  <a:lnTo>
                    <a:pt x="5671" y="9"/>
                  </a:lnTo>
                  <a:lnTo>
                    <a:pt x="5371" y="42"/>
                  </a:lnTo>
                  <a:cubicBezTo>
                    <a:pt x="5171" y="109"/>
                    <a:pt x="4937" y="143"/>
                    <a:pt x="4770" y="209"/>
                  </a:cubicBezTo>
                  <a:cubicBezTo>
                    <a:pt x="4603" y="276"/>
                    <a:pt x="4403" y="343"/>
                    <a:pt x="4237" y="443"/>
                  </a:cubicBezTo>
                  <a:cubicBezTo>
                    <a:pt x="4070" y="476"/>
                    <a:pt x="3903" y="610"/>
                    <a:pt x="3736" y="710"/>
                  </a:cubicBezTo>
                  <a:cubicBezTo>
                    <a:pt x="3569" y="810"/>
                    <a:pt x="3436" y="976"/>
                    <a:pt x="3336" y="1110"/>
                  </a:cubicBezTo>
                  <a:cubicBezTo>
                    <a:pt x="3202" y="1210"/>
                    <a:pt x="3069" y="1343"/>
                    <a:pt x="3002" y="1510"/>
                  </a:cubicBezTo>
                  <a:cubicBezTo>
                    <a:pt x="2602" y="2111"/>
                    <a:pt x="2335" y="2678"/>
                    <a:pt x="2068" y="3178"/>
                  </a:cubicBezTo>
                  <a:cubicBezTo>
                    <a:pt x="1835" y="3678"/>
                    <a:pt x="1568" y="4045"/>
                    <a:pt x="1268" y="4346"/>
                  </a:cubicBezTo>
                  <a:cubicBezTo>
                    <a:pt x="1201" y="4379"/>
                    <a:pt x="1168" y="4479"/>
                    <a:pt x="1068" y="4512"/>
                  </a:cubicBezTo>
                  <a:cubicBezTo>
                    <a:pt x="1001" y="4546"/>
                    <a:pt x="934" y="4612"/>
                    <a:pt x="867" y="4646"/>
                  </a:cubicBezTo>
                  <a:cubicBezTo>
                    <a:pt x="734" y="4712"/>
                    <a:pt x="601" y="4779"/>
                    <a:pt x="534" y="4813"/>
                  </a:cubicBezTo>
                  <a:cubicBezTo>
                    <a:pt x="334" y="4879"/>
                    <a:pt x="200" y="4879"/>
                    <a:pt x="200" y="4879"/>
                  </a:cubicBezTo>
                  <a:cubicBezTo>
                    <a:pt x="9" y="4943"/>
                    <a:pt x="1" y="5282"/>
                    <a:pt x="234" y="5282"/>
                  </a:cubicBezTo>
                  <a:cubicBezTo>
                    <a:pt x="244" y="5282"/>
                    <a:pt x="256" y="5281"/>
                    <a:pt x="267" y="5280"/>
                  </a:cubicBezTo>
                  <a:cubicBezTo>
                    <a:pt x="267" y="5280"/>
                    <a:pt x="400" y="5280"/>
                    <a:pt x="667" y="5179"/>
                  </a:cubicBezTo>
                  <a:cubicBezTo>
                    <a:pt x="767" y="5146"/>
                    <a:pt x="901" y="5146"/>
                    <a:pt x="1068" y="5013"/>
                  </a:cubicBezTo>
                  <a:cubicBezTo>
                    <a:pt x="1168" y="4979"/>
                    <a:pt x="1234" y="4879"/>
                    <a:pt x="1334" y="4846"/>
                  </a:cubicBezTo>
                  <a:cubicBezTo>
                    <a:pt x="1401" y="4779"/>
                    <a:pt x="1501" y="4712"/>
                    <a:pt x="1568" y="4646"/>
                  </a:cubicBezTo>
                  <a:cubicBezTo>
                    <a:pt x="1902" y="4346"/>
                    <a:pt x="2202" y="3879"/>
                    <a:pt x="2502" y="3378"/>
                  </a:cubicBezTo>
                  <a:cubicBezTo>
                    <a:pt x="2769" y="2878"/>
                    <a:pt x="3069" y="2311"/>
                    <a:pt x="3436" y="1810"/>
                  </a:cubicBezTo>
                  <a:cubicBezTo>
                    <a:pt x="3536" y="1677"/>
                    <a:pt x="3669" y="1544"/>
                    <a:pt x="3736" y="1443"/>
                  </a:cubicBezTo>
                  <a:cubicBezTo>
                    <a:pt x="3870" y="1343"/>
                    <a:pt x="4003" y="1210"/>
                    <a:pt x="4103" y="1143"/>
                  </a:cubicBezTo>
                  <a:cubicBezTo>
                    <a:pt x="4237" y="1043"/>
                    <a:pt x="4370" y="943"/>
                    <a:pt x="4537" y="876"/>
                  </a:cubicBezTo>
                  <a:cubicBezTo>
                    <a:pt x="4670" y="843"/>
                    <a:pt x="4837" y="776"/>
                    <a:pt x="5004" y="710"/>
                  </a:cubicBezTo>
                  <a:cubicBezTo>
                    <a:pt x="5319" y="615"/>
                    <a:pt x="5641" y="550"/>
                    <a:pt x="5942" y="550"/>
                  </a:cubicBezTo>
                  <a:cubicBezTo>
                    <a:pt x="6280" y="550"/>
                    <a:pt x="6592" y="632"/>
                    <a:pt x="6838" y="843"/>
                  </a:cubicBezTo>
                  <a:cubicBezTo>
                    <a:pt x="7072" y="1043"/>
                    <a:pt x="7239" y="1343"/>
                    <a:pt x="7405" y="1644"/>
                  </a:cubicBezTo>
                  <a:cubicBezTo>
                    <a:pt x="7572" y="1944"/>
                    <a:pt x="7706" y="2277"/>
                    <a:pt x="7872" y="2611"/>
                  </a:cubicBezTo>
                  <a:cubicBezTo>
                    <a:pt x="8206" y="3211"/>
                    <a:pt x="8573" y="3945"/>
                    <a:pt x="9173" y="4379"/>
                  </a:cubicBezTo>
                  <a:cubicBezTo>
                    <a:pt x="9407" y="4646"/>
                    <a:pt x="9774" y="4813"/>
                    <a:pt x="10174" y="4946"/>
                  </a:cubicBezTo>
                  <a:cubicBezTo>
                    <a:pt x="10443" y="4995"/>
                    <a:pt x="10729" y="5026"/>
                    <a:pt x="11034" y="5026"/>
                  </a:cubicBezTo>
                  <a:cubicBezTo>
                    <a:pt x="11145" y="5026"/>
                    <a:pt x="11259" y="5022"/>
                    <a:pt x="11375" y="5013"/>
                  </a:cubicBezTo>
                  <a:cubicBezTo>
                    <a:pt x="12176" y="4946"/>
                    <a:pt x="12909" y="4612"/>
                    <a:pt x="13543" y="4546"/>
                  </a:cubicBezTo>
                  <a:cubicBezTo>
                    <a:pt x="13877" y="4546"/>
                    <a:pt x="14110" y="4646"/>
                    <a:pt x="14344" y="4846"/>
                  </a:cubicBezTo>
                  <a:cubicBezTo>
                    <a:pt x="14577" y="5046"/>
                    <a:pt x="14744" y="5346"/>
                    <a:pt x="14877" y="5680"/>
                  </a:cubicBezTo>
                  <a:cubicBezTo>
                    <a:pt x="15011" y="6013"/>
                    <a:pt x="15111" y="6347"/>
                    <a:pt x="15211" y="6681"/>
                  </a:cubicBezTo>
                  <a:cubicBezTo>
                    <a:pt x="15278" y="6981"/>
                    <a:pt x="15344" y="7314"/>
                    <a:pt x="15378" y="7648"/>
                  </a:cubicBezTo>
                  <a:cubicBezTo>
                    <a:pt x="15445" y="8315"/>
                    <a:pt x="15545" y="8949"/>
                    <a:pt x="15745" y="9516"/>
                  </a:cubicBezTo>
                  <a:cubicBezTo>
                    <a:pt x="15912" y="10083"/>
                    <a:pt x="16245" y="10617"/>
                    <a:pt x="16745" y="10817"/>
                  </a:cubicBezTo>
                  <a:cubicBezTo>
                    <a:pt x="16950" y="10899"/>
                    <a:pt x="17132" y="10925"/>
                    <a:pt x="17294" y="10925"/>
                  </a:cubicBezTo>
                  <a:cubicBezTo>
                    <a:pt x="17529" y="10925"/>
                    <a:pt x="17722" y="10870"/>
                    <a:pt x="17880" y="10850"/>
                  </a:cubicBezTo>
                  <a:lnTo>
                    <a:pt x="18247" y="10717"/>
                  </a:lnTo>
                  <a:cubicBezTo>
                    <a:pt x="18449" y="10641"/>
                    <a:pt x="18421" y="10449"/>
                    <a:pt x="18279" y="10449"/>
                  </a:cubicBezTo>
                  <a:cubicBezTo>
                    <a:pt x="18234" y="10449"/>
                    <a:pt x="18177" y="10469"/>
                    <a:pt x="18113" y="10517"/>
                  </a:cubicBezTo>
                  <a:cubicBezTo>
                    <a:pt x="18113" y="10517"/>
                    <a:pt x="18013" y="10550"/>
                    <a:pt x="17780" y="10617"/>
                  </a:cubicBezTo>
                  <a:cubicBezTo>
                    <a:pt x="17690" y="10632"/>
                    <a:pt x="17581" y="10647"/>
                    <a:pt x="17457" y="10647"/>
                  </a:cubicBezTo>
                  <a:cubicBezTo>
                    <a:pt x="17304" y="10647"/>
                    <a:pt x="17130" y="10624"/>
                    <a:pt x="16946" y="10550"/>
                  </a:cubicBezTo>
                  <a:cubicBezTo>
                    <a:pt x="16612" y="10450"/>
                    <a:pt x="16379" y="10016"/>
                    <a:pt x="16212" y="9516"/>
                  </a:cubicBezTo>
                  <a:cubicBezTo>
                    <a:pt x="16045" y="9016"/>
                    <a:pt x="16012" y="8382"/>
                    <a:pt x="15912" y="7715"/>
                  </a:cubicBezTo>
                  <a:cubicBezTo>
                    <a:pt x="15878" y="7381"/>
                    <a:pt x="15845" y="7014"/>
                    <a:pt x="15745" y="6647"/>
                  </a:cubicBezTo>
                  <a:cubicBezTo>
                    <a:pt x="15678" y="6280"/>
                    <a:pt x="15578" y="5947"/>
                    <a:pt x="15411" y="5546"/>
                  </a:cubicBezTo>
                  <a:cubicBezTo>
                    <a:pt x="15278" y="5213"/>
                    <a:pt x="15078" y="4846"/>
                    <a:pt x="14777" y="4512"/>
                  </a:cubicBezTo>
                  <a:cubicBezTo>
                    <a:pt x="14611" y="4379"/>
                    <a:pt x="14410" y="4212"/>
                    <a:pt x="14210" y="4145"/>
                  </a:cubicBezTo>
                  <a:cubicBezTo>
                    <a:pt x="14010" y="4045"/>
                    <a:pt x="13743" y="4012"/>
                    <a:pt x="13543" y="4012"/>
                  </a:cubicBezTo>
                  <a:cubicBezTo>
                    <a:pt x="13110" y="4012"/>
                    <a:pt x="12743" y="4145"/>
                    <a:pt x="12376" y="4212"/>
                  </a:cubicBezTo>
                  <a:cubicBezTo>
                    <a:pt x="12009" y="4312"/>
                    <a:pt x="11675" y="4379"/>
                    <a:pt x="11342" y="4446"/>
                  </a:cubicBezTo>
                  <a:cubicBezTo>
                    <a:pt x="11260" y="4454"/>
                    <a:pt x="11179" y="4458"/>
                    <a:pt x="11099" y="4458"/>
                  </a:cubicBezTo>
                  <a:cubicBezTo>
                    <a:pt x="10549" y="4458"/>
                    <a:pt x="10023" y="4265"/>
                    <a:pt x="9674" y="3945"/>
                  </a:cubicBezTo>
                  <a:cubicBezTo>
                    <a:pt x="9207" y="3545"/>
                    <a:pt x="8873" y="2978"/>
                    <a:pt x="8540" y="2344"/>
                  </a:cubicBezTo>
                  <a:cubicBezTo>
                    <a:pt x="8373" y="2011"/>
                    <a:pt x="8239" y="1677"/>
                    <a:pt x="8039" y="1343"/>
                  </a:cubicBezTo>
                  <a:cubicBezTo>
                    <a:pt x="7839" y="1010"/>
                    <a:pt x="7606" y="676"/>
                    <a:pt x="7239" y="376"/>
                  </a:cubicBezTo>
                  <a:cubicBezTo>
                    <a:pt x="7172" y="343"/>
                    <a:pt x="7072" y="276"/>
                    <a:pt x="6938" y="209"/>
                  </a:cubicBezTo>
                  <a:cubicBezTo>
                    <a:pt x="6872" y="176"/>
                    <a:pt x="6772" y="143"/>
                    <a:pt x="6672" y="109"/>
                  </a:cubicBezTo>
                  <a:cubicBezTo>
                    <a:pt x="6454" y="55"/>
                    <a:pt x="6280" y="0"/>
                    <a:pt x="61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14" name="Google Shape;3314;p28"/>
            <p:cNvSpPr/>
            <p:nvPr/>
          </p:nvSpPr>
          <p:spPr>
            <a:xfrm>
              <a:off x="5498275" y="678100"/>
              <a:ext cx="411100" cy="298125"/>
            </a:xfrm>
            <a:custGeom>
              <a:avLst/>
              <a:gdLst/>
              <a:ahLst/>
              <a:cxnLst/>
              <a:rect l="l" t="t" r="r" b="b"/>
              <a:pathLst>
                <a:path w="16444" h="11925" extrusionOk="0">
                  <a:moveTo>
                    <a:pt x="5749" y="1"/>
                  </a:moveTo>
                  <a:cubicBezTo>
                    <a:pt x="5525" y="1"/>
                    <a:pt x="5304" y="29"/>
                    <a:pt x="5104" y="47"/>
                  </a:cubicBezTo>
                  <a:cubicBezTo>
                    <a:pt x="4904" y="80"/>
                    <a:pt x="4670" y="114"/>
                    <a:pt x="4503" y="147"/>
                  </a:cubicBezTo>
                  <a:cubicBezTo>
                    <a:pt x="4336" y="214"/>
                    <a:pt x="4136" y="314"/>
                    <a:pt x="3970" y="414"/>
                  </a:cubicBezTo>
                  <a:cubicBezTo>
                    <a:pt x="3269" y="848"/>
                    <a:pt x="2902" y="1548"/>
                    <a:pt x="2635" y="2115"/>
                  </a:cubicBezTo>
                  <a:cubicBezTo>
                    <a:pt x="2402" y="2716"/>
                    <a:pt x="2235" y="3283"/>
                    <a:pt x="2001" y="3783"/>
                  </a:cubicBezTo>
                  <a:cubicBezTo>
                    <a:pt x="1801" y="4283"/>
                    <a:pt x="1601" y="4717"/>
                    <a:pt x="1334" y="4950"/>
                  </a:cubicBezTo>
                  <a:cubicBezTo>
                    <a:pt x="1101" y="5217"/>
                    <a:pt x="834" y="5284"/>
                    <a:pt x="634" y="5317"/>
                  </a:cubicBezTo>
                  <a:lnTo>
                    <a:pt x="334" y="5317"/>
                  </a:lnTo>
                  <a:cubicBezTo>
                    <a:pt x="100" y="5317"/>
                    <a:pt x="0" y="5651"/>
                    <a:pt x="300" y="5718"/>
                  </a:cubicBezTo>
                  <a:lnTo>
                    <a:pt x="667" y="5718"/>
                  </a:lnTo>
                  <a:cubicBezTo>
                    <a:pt x="934" y="5718"/>
                    <a:pt x="1301" y="5618"/>
                    <a:pt x="1635" y="5284"/>
                  </a:cubicBezTo>
                  <a:cubicBezTo>
                    <a:pt x="2302" y="4650"/>
                    <a:pt x="2602" y="3483"/>
                    <a:pt x="3102" y="2382"/>
                  </a:cubicBezTo>
                  <a:cubicBezTo>
                    <a:pt x="3336" y="1782"/>
                    <a:pt x="3669" y="1248"/>
                    <a:pt x="4236" y="948"/>
                  </a:cubicBezTo>
                  <a:cubicBezTo>
                    <a:pt x="4336" y="881"/>
                    <a:pt x="4470" y="848"/>
                    <a:pt x="4637" y="781"/>
                  </a:cubicBezTo>
                  <a:cubicBezTo>
                    <a:pt x="4770" y="747"/>
                    <a:pt x="4937" y="747"/>
                    <a:pt x="5104" y="714"/>
                  </a:cubicBezTo>
                  <a:cubicBezTo>
                    <a:pt x="5437" y="714"/>
                    <a:pt x="5737" y="714"/>
                    <a:pt x="6004" y="781"/>
                  </a:cubicBezTo>
                  <a:cubicBezTo>
                    <a:pt x="6571" y="948"/>
                    <a:pt x="6972" y="1448"/>
                    <a:pt x="7272" y="2048"/>
                  </a:cubicBezTo>
                  <a:cubicBezTo>
                    <a:pt x="7572" y="2615"/>
                    <a:pt x="7806" y="3249"/>
                    <a:pt x="8106" y="3816"/>
                  </a:cubicBezTo>
                  <a:cubicBezTo>
                    <a:pt x="8239" y="4083"/>
                    <a:pt x="8439" y="4383"/>
                    <a:pt x="8506" y="4483"/>
                  </a:cubicBezTo>
                  <a:lnTo>
                    <a:pt x="8506" y="4450"/>
                  </a:lnTo>
                  <a:cubicBezTo>
                    <a:pt x="8640" y="4584"/>
                    <a:pt x="8740" y="4750"/>
                    <a:pt x="8840" y="4884"/>
                  </a:cubicBezTo>
                  <a:cubicBezTo>
                    <a:pt x="8973" y="4984"/>
                    <a:pt x="9107" y="5117"/>
                    <a:pt x="9273" y="5251"/>
                  </a:cubicBezTo>
                  <a:cubicBezTo>
                    <a:pt x="9574" y="5451"/>
                    <a:pt x="9940" y="5618"/>
                    <a:pt x="10307" y="5718"/>
                  </a:cubicBezTo>
                  <a:cubicBezTo>
                    <a:pt x="11075" y="5884"/>
                    <a:pt x="11775" y="5784"/>
                    <a:pt x="12342" y="5918"/>
                  </a:cubicBezTo>
                  <a:cubicBezTo>
                    <a:pt x="12642" y="5985"/>
                    <a:pt x="12909" y="6118"/>
                    <a:pt x="13109" y="6285"/>
                  </a:cubicBezTo>
                  <a:cubicBezTo>
                    <a:pt x="13310" y="6485"/>
                    <a:pt x="13510" y="6752"/>
                    <a:pt x="13643" y="6985"/>
                  </a:cubicBezTo>
                  <a:cubicBezTo>
                    <a:pt x="13943" y="7519"/>
                    <a:pt x="14010" y="8086"/>
                    <a:pt x="14010" y="8653"/>
                  </a:cubicBezTo>
                  <a:cubicBezTo>
                    <a:pt x="14010" y="9254"/>
                    <a:pt x="13943" y="9854"/>
                    <a:pt x="14110" y="10388"/>
                  </a:cubicBezTo>
                  <a:cubicBezTo>
                    <a:pt x="14143" y="10521"/>
                    <a:pt x="14244" y="10621"/>
                    <a:pt x="14277" y="10755"/>
                  </a:cubicBezTo>
                  <a:cubicBezTo>
                    <a:pt x="14310" y="10888"/>
                    <a:pt x="14410" y="10988"/>
                    <a:pt x="14477" y="11088"/>
                  </a:cubicBezTo>
                  <a:cubicBezTo>
                    <a:pt x="14644" y="11255"/>
                    <a:pt x="14811" y="11422"/>
                    <a:pt x="14977" y="11522"/>
                  </a:cubicBezTo>
                  <a:cubicBezTo>
                    <a:pt x="15144" y="11589"/>
                    <a:pt x="15311" y="11689"/>
                    <a:pt x="15444" y="11722"/>
                  </a:cubicBezTo>
                  <a:cubicBezTo>
                    <a:pt x="15611" y="11755"/>
                    <a:pt x="15745" y="11822"/>
                    <a:pt x="15811" y="11822"/>
                  </a:cubicBezTo>
                  <a:cubicBezTo>
                    <a:pt x="15978" y="11889"/>
                    <a:pt x="16112" y="11922"/>
                    <a:pt x="16112" y="11922"/>
                  </a:cubicBezTo>
                  <a:cubicBezTo>
                    <a:pt x="16129" y="11924"/>
                    <a:pt x="16145" y="11925"/>
                    <a:pt x="16161" y="11925"/>
                  </a:cubicBezTo>
                  <a:cubicBezTo>
                    <a:pt x="16415" y="11925"/>
                    <a:pt x="16443" y="11679"/>
                    <a:pt x="16412" y="11522"/>
                  </a:cubicBezTo>
                  <a:cubicBezTo>
                    <a:pt x="16412" y="11522"/>
                    <a:pt x="16278" y="11455"/>
                    <a:pt x="16112" y="11422"/>
                  </a:cubicBezTo>
                  <a:cubicBezTo>
                    <a:pt x="15978" y="11388"/>
                    <a:pt x="15911" y="11322"/>
                    <a:pt x="15778" y="11288"/>
                  </a:cubicBezTo>
                  <a:cubicBezTo>
                    <a:pt x="15645" y="11255"/>
                    <a:pt x="15478" y="11188"/>
                    <a:pt x="15344" y="11088"/>
                  </a:cubicBezTo>
                  <a:cubicBezTo>
                    <a:pt x="15078" y="10921"/>
                    <a:pt x="14777" y="10621"/>
                    <a:pt x="14677" y="10221"/>
                  </a:cubicBezTo>
                  <a:cubicBezTo>
                    <a:pt x="14611" y="9787"/>
                    <a:pt x="14644" y="9254"/>
                    <a:pt x="14677" y="8686"/>
                  </a:cubicBezTo>
                  <a:cubicBezTo>
                    <a:pt x="14677" y="8053"/>
                    <a:pt x="14644" y="7352"/>
                    <a:pt x="14310" y="6718"/>
                  </a:cubicBezTo>
                  <a:cubicBezTo>
                    <a:pt x="14177" y="6418"/>
                    <a:pt x="13977" y="6118"/>
                    <a:pt x="13676" y="5851"/>
                  </a:cubicBezTo>
                  <a:cubicBezTo>
                    <a:pt x="13410" y="5584"/>
                    <a:pt x="13009" y="5384"/>
                    <a:pt x="12642" y="5284"/>
                  </a:cubicBezTo>
                  <a:cubicBezTo>
                    <a:pt x="11909" y="5117"/>
                    <a:pt x="11175" y="5151"/>
                    <a:pt x="10608" y="5051"/>
                  </a:cubicBezTo>
                  <a:cubicBezTo>
                    <a:pt x="10007" y="4884"/>
                    <a:pt x="9574" y="4550"/>
                    <a:pt x="9273" y="4050"/>
                  </a:cubicBezTo>
                  <a:lnTo>
                    <a:pt x="9273" y="4016"/>
                  </a:lnTo>
                  <a:cubicBezTo>
                    <a:pt x="9173" y="3883"/>
                    <a:pt x="9006" y="3683"/>
                    <a:pt x="8906" y="3416"/>
                  </a:cubicBezTo>
                  <a:cubicBezTo>
                    <a:pt x="8606" y="2882"/>
                    <a:pt x="8339" y="2249"/>
                    <a:pt x="8006" y="1615"/>
                  </a:cubicBezTo>
                  <a:cubicBezTo>
                    <a:pt x="7839" y="1348"/>
                    <a:pt x="7639" y="1014"/>
                    <a:pt x="7339" y="714"/>
                  </a:cubicBezTo>
                  <a:cubicBezTo>
                    <a:pt x="7239" y="581"/>
                    <a:pt x="7072" y="447"/>
                    <a:pt x="6905" y="347"/>
                  </a:cubicBezTo>
                  <a:cubicBezTo>
                    <a:pt x="6671" y="214"/>
                    <a:pt x="6505" y="114"/>
                    <a:pt x="6305" y="80"/>
                  </a:cubicBezTo>
                  <a:cubicBezTo>
                    <a:pt x="6123" y="20"/>
                    <a:pt x="5935" y="1"/>
                    <a:pt x="57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15" name="Google Shape;3315;p28"/>
            <p:cNvSpPr/>
            <p:nvPr/>
          </p:nvSpPr>
          <p:spPr>
            <a:xfrm>
              <a:off x="5917175" y="1734050"/>
              <a:ext cx="436925" cy="261450"/>
            </a:xfrm>
            <a:custGeom>
              <a:avLst/>
              <a:gdLst/>
              <a:ahLst/>
              <a:cxnLst/>
              <a:rect l="l" t="t" r="r" b="b"/>
              <a:pathLst>
                <a:path w="17477" h="10458" extrusionOk="0">
                  <a:moveTo>
                    <a:pt x="5787" y="1"/>
                  </a:moveTo>
                  <a:cubicBezTo>
                    <a:pt x="5647" y="1"/>
                    <a:pt x="5509" y="20"/>
                    <a:pt x="5393" y="39"/>
                  </a:cubicBezTo>
                  <a:cubicBezTo>
                    <a:pt x="5126" y="73"/>
                    <a:pt x="4960" y="173"/>
                    <a:pt x="4793" y="306"/>
                  </a:cubicBezTo>
                  <a:cubicBezTo>
                    <a:pt x="4526" y="506"/>
                    <a:pt x="4226" y="740"/>
                    <a:pt x="3959" y="1007"/>
                  </a:cubicBezTo>
                  <a:lnTo>
                    <a:pt x="3592" y="1373"/>
                  </a:lnTo>
                  <a:cubicBezTo>
                    <a:pt x="3459" y="1507"/>
                    <a:pt x="3392" y="1674"/>
                    <a:pt x="3292" y="1840"/>
                  </a:cubicBezTo>
                  <a:cubicBezTo>
                    <a:pt x="3192" y="2141"/>
                    <a:pt x="3058" y="2474"/>
                    <a:pt x="2925" y="2741"/>
                  </a:cubicBezTo>
                  <a:cubicBezTo>
                    <a:pt x="2725" y="3342"/>
                    <a:pt x="2525" y="3909"/>
                    <a:pt x="2258" y="4342"/>
                  </a:cubicBezTo>
                  <a:cubicBezTo>
                    <a:pt x="2124" y="4576"/>
                    <a:pt x="2024" y="4743"/>
                    <a:pt x="1857" y="4876"/>
                  </a:cubicBezTo>
                  <a:cubicBezTo>
                    <a:pt x="1691" y="5009"/>
                    <a:pt x="1557" y="5076"/>
                    <a:pt x="1390" y="5076"/>
                  </a:cubicBezTo>
                  <a:cubicBezTo>
                    <a:pt x="1090" y="5076"/>
                    <a:pt x="790" y="4909"/>
                    <a:pt x="623" y="4843"/>
                  </a:cubicBezTo>
                  <a:cubicBezTo>
                    <a:pt x="456" y="4743"/>
                    <a:pt x="390" y="4676"/>
                    <a:pt x="390" y="4676"/>
                  </a:cubicBezTo>
                  <a:cubicBezTo>
                    <a:pt x="358" y="4651"/>
                    <a:pt x="323" y="4640"/>
                    <a:pt x="288" y="4640"/>
                  </a:cubicBezTo>
                  <a:cubicBezTo>
                    <a:pt x="140" y="4640"/>
                    <a:pt x="0" y="4841"/>
                    <a:pt x="190" y="4976"/>
                  </a:cubicBezTo>
                  <a:cubicBezTo>
                    <a:pt x="190" y="4976"/>
                    <a:pt x="256" y="5043"/>
                    <a:pt x="456" y="5176"/>
                  </a:cubicBezTo>
                  <a:cubicBezTo>
                    <a:pt x="690" y="5310"/>
                    <a:pt x="957" y="5510"/>
                    <a:pt x="1457" y="5510"/>
                  </a:cubicBezTo>
                  <a:cubicBezTo>
                    <a:pt x="1691" y="5510"/>
                    <a:pt x="1957" y="5410"/>
                    <a:pt x="2191" y="5243"/>
                  </a:cubicBezTo>
                  <a:cubicBezTo>
                    <a:pt x="2391" y="5076"/>
                    <a:pt x="2558" y="4876"/>
                    <a:pt x="2725" y="4642"/>
                  </a:cubicBezTo>
                  <a:cubicBezTo>
                    <a:pt x="3025" y="4142"/>
                    <a:pt x="3225" y="3575"/>
                    <a:pt x="3459" y="3008"/>
                  </a:cubicBezTo>
                  <a:cubicBezTo>
                    <a:pt x="3592" y="2708"/>
                    <a:pt x="3725" y="2408"/>
                    <a:pt x="3892" y="2174"/>
                  </a:cubicBezTo>
                  <a:cubicBezTo>
                    <a:pt x="3959" y="2041"/>
                    <a:pt x="4059" y="1874"/>
                    <a:pt x="4126" y="1807"/>
                  </a:cubicBezTo>
                  <a:cubicBezTo>
                    <a:pt x="4259" y="1707"/>
                    <a:pt x="4359" y="1574"/>
                    <a:pt x="4459" y="1474"/>
                  </a:cubicBezTo>
                  <a:cubicBezTo>
                    <a:pt x="4726" y="1240"/>
                    <a:pt x="4960" y="1040"/>
                    <a:pt x="5226" y="873"/>
                  </a:cubicBezTo>
                  <a:cubicBezTo>
                    <a:pt x="5449" y="749"/>
                    <a:pt x="5635" y="681"/>
                    <a:pt x="5798" y="681"/>
                  </a:cubicBezTo>
                  <a:cubicBezTo>
                    <a:pt x="5855" y="681"/>
                    <a:pt x="5909" y="689"/>
                    <a:pt x="5960" y="706"/>
                  </a:cubicBezTo>
                  <a:cubicBezTo>
                    <a:pt x="6194" y="740"/>
                    <a:pt x="6394" y="1007"/>
                    <a:pt x="6561" y="1240"/>
                  </a:cubicBezTo>
                  <a:cubicBezTo>
                    <a:pt x="6728" y="1507"/>
                    <a:pt x="6861" y="1840"/>
                    <a:pt x="6961" y="2141"/>
                  </a:cubicBezTo>
                  <a:cubicBezTo>
                    <a:pt x="7261" y="2741"/>
                    <a:pt x="7461" y="3375"/>
                    <a:pt x="7795" y="3975"/>
                  </a:cubicBezTo>
                  <a:cubicBezTo>
                    <a:pt x="7962" y="4242"/>
                    <a:pt x="8229" y="4542"/>
                    <a:pt x="8462" y="4809"/>
                  </a:cubicBezTo>
                  <a:cubicBezTo>
                    <a:pt x="8729" y="5043"/>
                    <a:pt x="9096" y="5243"/>
                    <a:pt x="9530" y="5343"/>
                  </a:cubicBezTo>
                  <a:cubicBezTo>
                    <a:pt x="9643" y="5364"/>
                    <a:pt x="9760" y="5372"/>
                    <a:pt x="9877" y="5372"/>
                  </a:cubicBezTo>
                  <a:cubicBezTo>
                    <a:pt x="10138" y="5372"/>
                    <a:pt x="10400" y="5333"/>
                    <a:pt x="10630" y="5310"/>
                  </a:cubicBezTo>
                  <a:cubicBezTo>
                    <a:pt x="10813" y="5273"/>
                    <a:pt x="10986" y="5246"/>
                    <a:pt x="11149" y="5246"/>
                  </a:cubicBezTo>
                  <a:cubicBezTo>
                    <a:pt x="11283" y="5246"/>
                    <a:pt x="11410" y="5264"/>
                    <a:pt x="11531" y="5310"/>
                  </a:cubicBezTo>
                  <a:cubicBezTo>
                    <a:pt x="12065" y="5476"/>
                    <a:pt x="12465" y="6010"/>
                    <a:pt x="12765" y="6577"/>
                  </a:cubicBezTo>
                  <a:lnTo>
                    <a:pt x="12799" y="6711"/>
                  </a:lnTo>
                  <a:lnTo>
                    <a:pt x="12799" y="6744"/>
                  </a:lnTo>
                  <a:lnTo>
                    <a:pt x="12865" y="6811"/>
                  </a:lnTo>
                  <a:lnTo>
                    <a:pt x="12899" y="6844"/>
                  </a:lnTo>
                  <a:cubicBezTo>
                    <a:pt x="12932" y="6911"/>
                    <a:pt x="12965" y="6977"/>
                    <a:pt x="13032" y="7044"/>
                  </a:cubicBezTo>
                  <a:cubicBezTo>
                    <a:pt x="13099" y="7178"/>
                    <a:pt x="13199" y="7344"/>
                    <a:pt x="13266" y="7478"/>
                  </a:cubicBezTo>
                  <a:cubicBezTo>
                    <a:pt x="13432" y="7745"/>
                    <a:pt x="13566" y="8045"/>
                    <a:pt x="13733" y="8345"/>
                  </a:cubicBezTo>
                  <a:cubicBezTo>
                    <a:pt x="14066" y="8879"/>
                    <a:pt x="14366" y="9413"/>
                    <a:pt x="14767" y="9846"/>
                  </a:cubicBezTo>
                  <a:cubicBezTo>
                    <a:pt x="14933" y="10046"/>
                    <a:pt x="15200" y="10213"/>
                    <a:pt x="15434" y="10347"/>
                  </a:cubicBezTo>
                  <a:cubicBezTo>
                    <a:pt x="15590" y="10425"/>
                    <a:pt x="15735" y="10457"/>
                    <a:pt x="15882" y="10457"/>
                  </a:cubicBezTo>
                  <a:cubicBezTo>
                    <a:pt x="15986" y="10457"/>
                    <a:pt x="16090" y="10441"/>
                    <a:pt x="16201" y="10413"/>
                  </a:cubicBezTo>
                  <a:cubicBezTo>
                    <a:pt x="16668" y="10313"/>
                    <a:pt x="16901" y="10046"/>
                    <a:pt x="17068" y="9880"/>
                  </a:cubicBezTo>
                  <a:lnTo>
                    <a:pt x="17335" y="9646"/>
                  </a:lnTo>
                  <a:cubicBezTo>
                    <a:pt x="17477" y="9448"/>
                    <a:pt x="17306" y="9298"/>
                    <a:pt x="17067" y="9298"/>
                  </a:cubicBezTo>
                  <a:cubicBezTo>
                    <a:pt x="17025" y="9298"/>
                    <a:pt x="16980" y="9302"/>
                    <a:pt x="16935" y="9313"/>
                  </a:cubicBezTo>
                  <a:cubicBezTo>
                    <a:pt x="16935" y="9313"/>
                    <a:pt x="16901" y="9413"/>
                    <a:pt x="16735" y="9546"/>
                  </a:cubicBezTo>
                  <a:cubicBezTo>
                    <a:pt x="16568" y="9679"/>
                    <a:pt x="16368" y="9880"/>
                    <a:pt x="16034" y="9980"/>
                  </a:cubicBezTo>
                  <a:cubicBezTo>
                    <a:pt x="15991" y="9989"/>
                    <a:pt x="15946" y="9994"/>
                    <a:pt x="15900" y="9994"/>
                  </a:cubicBezTo>
                  <a:cubicBezTo>
                    <a:pt x="15629" y="9994"/>
                    <a:pt x="15319" y="9827"/>
                    <a:pt x="15033" y="9513"/>
                  </a:cubicBezTo>
                  <a:cubicBezTo>
                    <a:pt x="14733" y="9146"/>
                    <a:pt x="14433" y="8645"/>
                    <a:pt x="14133" y="8078"/>
                  </a:cubicBezTo>
                  <a:cubicBezTo>
                    <a:pt x="14033" y="7811"/>
                    <a:pt x="13866" y="7511"/>
                    <a:pt x="13733" y="7211"/>
                  </a:cubicBezTo>
                  <a:cubicBezTo>
                    <a:pt x="13632" y="7044"/>
                    <a:pt x="13566" y="6911"/>
                    <a:pt x="13466" y="6744"/>
                  </a:cubicBezTo>
                  <a:lnTo>
                    <a:pt x="13366" y="6510"/>
                  </a:lnTo>
                  <a:lnTo>
                    <a:pt x="13299" y="6477"/>
                  </a:lnTo>
                  <a:lnTo>
                    <a:pt x="13299" y="6410"/>
                  </a:lnTo>
                  <a:lnTo>
                    <a:pt x="13232" y="6310"/>
                  </a:lnTo>
                  <a:cubicBezTo>
                    <a:pt x="13132" y="6177"/>
                    <a:pt x="13065" y="6010"/>
                    <a:pt x="12965" y="5843"/>
                  </a:cubicBezTo>
                  <a:cubicBezTo>
                    <a:pt x="12865" y="5677"/>
                    <a:pt x="12765" y="5543"/>
                    <a:pt x="12632" y="5376"/>
                  </a:cubicBezTo>
                  <a:cubicBezTo>
                    <a:pt x="12432" y="5076"/>
                    <a:pt x="12098" y="4809"/>
                    <a:pt x="11698" y="4676"/>
                  </a:cubicBezTo>
                  <a:cubicBezTo>
                    <a:pt x="11481" y="4609"/>
                    <a:pt x="11272" y="4584"/>
                    <a:pt x="11076" y="4584"/>
                  </a:cubicBezTo>
                  <a:cubicBezTo>
                    <a:pt x="10880" y="4584"/>
                    <a:pt x="10697" y="4609"/>
                    <a:pt x="10530" y="4642"/>
                  </a:cubicBezTo>
                  <a:cubicBezTo>
                    <a:pt x="10330" y="4659"/>
                    <a:pt x="10163" y="4668"/>
                    <a:pt x="10013" y="4668"/>
                  </a:cubicBezTo>
                  <a:cubicBezTo>
                    <a:pt x="9863" y="4668"/>
                    <a:pt x="9730" y="4659"/>
                    <a:pt x="9596" y="4642"/>
                  </a:cubicBezTo>
                  <a:cubicBezTo>
                    <a:pt x="9296" y="4542"/>
                    <a:pt x="9096" y="4409"/>
                    <a:pt x="8896" y="4209"/>
                  </a:cubicBezTo>
                  <a:cubicBezTo>
                    <a:pt x="8629" y="4009"/>
                    <a:pt x="8462" y="3809"/>
                    <a:pt x="8362" y="3542"/>
                  </a:cubicBezTo>
                  <a:cubicBezTo>
                    <a:pt x="8062" y="3075"/>
                    <a:pt x="7862" y="2474"/>
                    <a:pt x="7561" y="1840"/>
                  </a:cubicBezTo>
                  <a:cubicBezTo>
                    <a:pt x="7395" y="1540"/>
                    <a:pt x="7261" y="1207"/>
                    <a:pt x="7061" y="873"/>
                  </a:cubicBezTo>
                  <a:cubicBezTo>
                    <a:pt x="6861" y="540"/>
                    <a:pt x="6561" y="206"/>
                    <a:pt x="6094" y="39"/>
                  </a:cubicBezTo>
                  <a:cubicBezTo>
                    <a:pt x="5995" y="11"/>
                    <a:pt x="5890" y="1"/>
                    <a:pt x="57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16" name="Google Shape;3316;p28"/>
            <p:cNvSpPr/>
            <p:nvPr/>
          </p:nvSpPr>
          <p:spPr>
            <a:xfrm>
              <a:off x="5886900" y="2368800"/>
              <a:ext cx="457000" cy="220175"/>
            </a:xfrm>
            <a:custGeom>
              <a:avLst/>
              <a:gdLst/>
              <a:ahLst/>
              <a:cxnLst/>
              <a:rect l="l" t="t" r="r" b="b"/>
              <a:pathLst>
                <a:path w="18280" h="8807" extrusionOk="0">
                  <a:moveTo>
                    <a:pt x="5403" y="1"/>
                  </a:moveTo>
                  <a:cubicBezTo>
                    <a:pt x="4970" y="1"/>
                    <a:pt x="4603" y="34"/>
                    <a:pt x="4269" y="167"/>
                  </a:cubicBezTo>
                  <a:cubicBezTo>
                    <a:pt x="4102" y="201"/>
                    <a:pt x="3936" y="301"/>
                    <a:pt x="3769" y="368"/>
                  </a:cubicBezTo>
                  <a:cubicBezTo>
                    <a:pt x="3635" y="501"/>
                    <a:pt x="3469" y="634"/>
                    <a:pt x="3369" y="735"/>
                  </a:cubicBezTo>
                  <a:cubicBezTo>
                    <a:pt x="3102" y="1035"/>
                    <a:pt x="2935" y="1335"/>
                    <a:pt x="2802" y="1635"/>
                  </a:cubicBezTo>
                  <a:cubicBezTo>
                    <a:pt x="2568" y="2236"/>
                    <a:pt x="2435" y="2803"/>
                    <a:pt x="2234" y="3203"/>
                  </a:cubicBezTo>
                  <a:cubicBezTo>
                    <a:pt x="2034" y="3670"/>
                    <a:pt x="1734" y="3903"/>
                    <a:pt x="1434" y="3970"/>
                  </a:cubicBezTo>
                  <a:cubicBezTo>
                    <a:pt x="1344" y="3979"/>
                    <a:pt x="1262" y="3983"/>
                    <a:pt x="1185" y="3983"/>
                  </a:cubicBezTo>
                  <a:cubicBezTo>
                    <a:pt x="975" y="3983"/>
                    <a:pt x="804" y="3952"/>
                    <a:pt x="633" y="3903"/>
                  </a:cubicBezTo>
                  <a:cubicBezTo>
                    <a:pt x="433" y="3870"/>
                    <a:pt x="366" y="3837"/>
                    <a:pt x="366" y="3837"/>
                  </a:cubicBezTo>
                  <a:cubicBezTo>
                    <a:pt x="337" y="3824"/>
                    <a:pt x="308" y="3818"/>
                    <a:pt x="281" y="3818"/>
                  </a:cubicBezTo>
                  <a:cubicBezTo>
                    <a:pt x="97" y="3818"/>
                    <a:pt x="0" y="4083"/>
                    <a:pt x="233" y="4170"/>
                  </a:cubicBezTo>
                  <a:cubicBezTo>
                    <a:pt x="233" y="4170"/>
                    <a:pt x="366" y="4237"/>
                    <a:pt x="567" y="4304"/>
                  </a:cubicBezTo>
                  <a:cubicBezTo>
                    <a:pt x="728" y="4331"/>
                    <a:pt x="956" y="4380"/>
                    <a:pt x="1284" y="4380"/>
                  </a:cubicBezTo>
                  <a:cubicBezTo>
                    <a:pt x="1362" y="4380"/>
                    <a:pt x="1445" y="4377"/>
                    <a:pt x="1534" y="4370"/>
                  </a:cubicBezTo>
                  <a:cubicBezTo>
                    <a:pt x="1734" y="4370"/>
                    <a:pt x="1968" y="4237"/>
                    <a:pt x="2201" y="4070"/>
                  </a:cubicBezTo>
                  <a:cubicBezTo>
                    <a:pt x="2401" y="3903"/>
                    <a:pt x="2568" y="3703"/>
                    <a:pt x="2701" y="3470"/>
                  </a:cubicBezTo>
                  <a:cubicBezTo>
                    <a:pt x="2935" y="3003"/>
                    <a:pt x="3068" y="2402"/>
                    <a:pt x="3302" y="1902"/>
                  </a:cubicBezTo>
                  <a:cubicBezTo>
                    <a:pt x="3435" y="1635"/>
                    <a:pt x="3569" y="1402"/>
                    <a:pt x="3769" y="1202"/>
                  </a:cubicBezTo>
                  <a:cubicBezTo>
                    <a:pt x="3936" y="1001"/>
                    <a:pt x="4203" y="868"/>
                    <a:pt x="4469" y="801"/>
                  </a:cubicBezTo>
                  <a:cubicBezTo>
                    <a:pt x="4695" y="726"/>
                    <a:pt x="4920" y="689"/>
                    <a:pt x="5117" y="689"/>
                  </a:cubicBezTo>
                  <a:cubicBezTo>
                    <a:pt x="5182" y="689"/>
                    <a:pt x="5245" y="693"/>
                    <a:pt x="5303" y="701"/>
                  </a:cubicBezTo>
                  <a:cubicBezTo>
                    <a:pt x="5604" y="801"/>
                    <a:pt x="5870" y="868"/>
                    <a:pt x="6071" y="1068"/>
                  </a:cubicBezTo>
                  <a:cubicBezTo>
                    <a:pt x="6538" y="1468"/>
                    <a:pt x="6904" y="2002"/>
                    <a:pt x="7271" y="2536"/>
                  </a:cubicBezTo>
                  <a:cubicBezTo>
                    <a:pt x="7638" y="3103"/>
                    <a:pt x="8072" y="3637"/>
                    <a:pt x="8706" y="3970"/>
                  </a:cubicBezTo>
                  <a:cubicBezTo>
                    <a:pt x="8806" y="4004"/>
                    <a:pt x="8906" y="4037"/>
                    <a:pt x="8973" y="4104"/>
                  </a:cubicBezTo>
                  <a:lnTo>
                    <a:pt x="8939" y="4104"/>
                  </a:lnTo>
                  <a:cubicBezTo>
                    <a:pt x="9067" y="4155"/>
                    <a:pt x="9215" y="4226"/>
                    <a:pt x="9397" y="4226"/>
                  </a:cubicBezTo>
                  <a:cubicBezTo>
                    <a:pt x="9453" y="4226"/>
                    <a:pt x="9511" y="4219"/>
                    <a:pt x="9573" y="4204"/>
                  </a:cubicBezTo>
                  <a:cubicBezTo>
                    <a:pt x="9773" y="4170"/>
                    <a:pt x="9940" y="4104"/>
                    <a:pt x="10107" y="4004"/>
                  </a:cubicBezTo>
                  <a:cubicBezTo>
                    <a:pt x="10407" y="3837"/>
                    <a:pt x="10607" y="3670"/>
                    <a:pt x="10874" y="3637"/>
                  </a:cubicBezTo>
                  <a:cubicBezTo>
                    <a:pt x="10966" y="3597"/>
                    <a:pt x="11063" y="3578"/>
                    <a:pt x="11162" y="3578"/>
                  </a:cubicBezTo>
                  <a:cubicBezTo>
                    <a:pt x="11313" y="3578"/>
                    <a:pt x="11466" y="3623"/>
                    <a:pt x="11608" y="3703"/>
                  </a:cubicBezTo>
                  <a:cubicBezTo>
                    <a:pt x="11875" y="3837"/>
                    <a:pt x="12041" y="4004"/>
                    <a:pt x="12142" y="4270"/>
                  </a:cubicBezTo>
                  <a:cubicBezTo>
                    <a:pt x="12442" y="4771"/>
                    <a:pt x="12442" y="5438"/>
                    <a:pt x="12742" y="6105"/>
                  </a:cubicBezTo>
                  <a:cubicBezTo>
                    <a:pt x="12775" y="6138"/>
                    <a:pt x="12775" y="6205"/>
                    <a:pt x="12809" y="6272"/>
                  </a:cubicBezTo>
                  <a:lnTo>
                    <a:pt x="12909" y="6372"/>
                  </a:lnTo>
                  <a:lnTo>
                    <a:pt x="13076" y="6605"/>
                  </a:lnTo>
                  <a:cubicBezTo>
                    <a:pt x="13209" y="6705"/>
                    <a:pt x="13276" y="6839"/>
                    <a:pt x="13409" y="6972"/>
                  </a:cubicBezTo>
                  <a:cubicBezTo>
                    <a:pt x="13609" y="7206"/>
                    <a:pt x="13876" y="7439"/>
                    <a:pt x="14076" y="7639"/>
                  </a:cubicBezTo>
                  <a:cubicBezTo>
                    <a:pt x="14543" y="8006"/>
                    <a:pt x="14977" y="8340"/>
                    <a:pt x="15477" y="8540"/>
                  </a:cubicBezTo>
                  <a:cubicBezTo>
                    <a:pt x="15944" y="8774"/>
                    <a:pt x="16445" y="8807"/>
                    <a:pt x="16812" y="8807"/>
                  </a:cubicBezTo>
                  <a:cubicBezTo>
                    <a:pt x="17245" y="8807"/>
                    <a:pt x="17545" y="8674"/>
                    <a:pt x="17746" y="8607"/>
                  </a:cubicBezTo>
                  <a:cubicBezTo>
                    <a:pt x="17812" y="8540"/>
                    <a:pt x="17912" y="8507"/>
                    <a:pt x="17946" y="8473"/>
                  </a:cubicBezTo>
                  <a:cubicBezTo>
                    <a:pt x="17979" y="8440"/>
                    <a:pt x="18046" y="8440"/>
                    <a:pt x="18046" y="8440"/>
                  </a:cubicBezTo>
                  <a:cubicBezTo>
                    <a:pt x="18279" y="8273"/>
                    <a:pt x="18079" y="8006"/>
                    <a:pt x="17645" y="7873"/>
                  </a:cubicBezTo>
                  <a:cubicBezTo>
                    <a:pt x="17645" y="7873"/>
                    <a:pt x="17579" y="7973"/>
                    <a:pt x="17412" y="8006"/>
                  </a:cubicBezTo>
                  <a:cubicBezTo>
                    <a:pt x="17245" y="8040"/>
                    <a:pt x="16978" y="8140"/>
                    <a:pt x="16645" y="8140"/>
                  </a:cubicBezTo>
                  <a:cubicBezTo>
                    <a:pt x="16378" y="8140"/>
                    <a:pt x="15944" y="8040"/>
                    <a:pt x="15544" y="7840"/>
                  </a:cubicBezTo>
                  <a:cubicBezTo>
                    <a:pt x="15110" y="7673"/>
                    <a:pt x="14710" y="7339"/>
                    <a:pt x="14276" y="6972"/>
                  </a:cubicBezTo>
                  <a:cubicBezTo>
                    <a:pt x="14076" y="6739"/>
                    <a:pt x="13909" y="6539"/>
                    <a:pt x="13709" y="6339"/>
                  </a:cubicBezTo>
                  <a:cubicBezTo>
                    <a:pt x="13576" y="6238"/>
                    <a:pt x="13476" y="6138"/>
                    <a:pt x="13409" y="6005"/>
                  </a:cubicBezTo>
                  <a:lnTo>
                    <a:pt x="13276" y="5838"/>
                  </a:lnTo>
                  <a:lnTo>
                    <a:pt x="13242" y="5738"/>
                  </a:lnTo>
                  <a:cubicBezTo>
                    <a:pt x="13209" y="5738"/>
                    <a:pt x="13209" y="5738"/>
                    <a:pt x="13209" y="5705"/>
                  </a:cubicBezTo>
                  <a:cubicBezTo>
                    <a:pt x="12975" y="5171"/>
                    <a:pt x="12975" y="4504"/>
                    <a:pt x="12642" y="3803"/>
                  </a:cubicBezTo>
                  <a:cubicBezTo>
                    <a:pt x="12475" y="3470"/>
                    <a:pt x="12208" y="3136"/>
                    <a:pt x="11808" y="2969"/>
                  </a:cubicBezTo>
                  <a:cubicBezTo>
                    <a:pt x="11542" y="2849"/>
                    <a:pt x="11276" y="2763"/>
                    <a:pt x="10985" y="2763"/>
                  </a:cubicBezTo>
                  <a:cubicBezTo>
                    <a:pt x="10874" y="2763"/>
                    <a:pt x="10760" y="2775"/>
                    <a:pt x="10640" y="2803"/>
                  </a:cubicBezTo>
                  <a:cubicBezTo>
                    <a:pt x="10240" y="2869"/>
                    <a:pt x="9940" y="3070"/>
                    <a:pt x="9706" y="3203"/>
                  </a:cubicBezTo>
                  <a:cubicBezTo>
                    <a:pt x="9573" y="3303"/>
                    <a:pt x="9473" y="3336"/>
                    <a:pt x="9406" y="3336"/>
                  </a:cubicBezTo>
                  <a:cubicBezTo>
                    <a:pt x="9373" y="3336"/>
                    <a:pt x="9273" y="3336"/>
                    <a:pt x="9206" y="3303"/>
                  </a:cubicBezTo>
                  <a:lnTo>
                    <a:pt x="9139" y="3303"/>
                  </a:lnTo>
                  <a:cubicBezTo>
                    <a:pt x="9106" y="3303"/>
                    <a:pt x="9039" y="3236"/>
                    <a:pt x="8939" y="3203"/>
                  </a:cubicBezTo>
                  <a:cubicBezTo>
                    <a:pt x="8539" y="3003"/>
                    <a:pt x="8139" y="2536"/>
                    <a:pt x="7772" y="2035"/>
                  </a:cubicBezTo>
                  <a:cubicBezTo>
                    <a:pt x="7405" y="1535"/>
                    <a:pt x="7038" y="901"/>
                    <a:pt x="6437" y="468"/>
                  </a:cubicBezTo>
                  <a:cubicBezTo>
                    <a:pt x="6204" y="234"/>
                    <a:pt x="5770" y="67"/>
                    <a:pt x="5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17" name="Google Shape;3317;p28"/>
            <p:cNvSpPr/>
            <p:nvPr/>
          </p:nvSpPr>
          <p:spPr>
            <a:xfrm>
              <a:off x="5805975" y="2505175"/>
              <a:ext cx="332575" cy="292300"/>
            </a:xfrm>
            <a:custGeom>
              <a:avLst/>
              <a:gdLst/>
              <a:ahLst/>
              <a:cxnLst/>
              <a:rect l="l" t="t" r="r" b="b"/>
              <a:pathLst>
                <a:path w="13303" h="11692" extrusionOk="0">
                  <a:moveTo>
                    <a:pt x="2713" y="0"/>
                  </a:moveTo>
                  <a:cubicBezTo>
                    <a:pt x="2265" y="0"/>
                    <a:pt x="1833" y="141"/>
                    <a:pt x="1502" y="383"/>
                  </a:cubicBezTo>
                  <a:cubicBezTo>
                    <a:pt x="1002" y="717"/>
                    <a:pt x="635" y="1184"/>
                    <a:pt x="401" y="1617"/>
                  </a:cubicBezTo>
                  <a:cubicBezTo>
                    <a:pt x="201" y="2084"/>
                    <a:pt x="68" y="2518"/>
                    <a:pt x="34" y="2885"/>
                  </a:cubicBezTo>
                  <a:cubicBezTo>
                    <a:pt x="1" y="3052"/>
                    <a:pt x="1" y="3252"/>
                    <a:pt x="1" y="3385"/>
                  </a:cubicBezTo>
                  <a:cubicBezTo>
                    <a:pt x="34" y="3552"/>
                    <a:pt x="34" y="3686"/>
                    <a:pt x="34" y="3752"/>
                  </a:cubicBezTo>
                  <a:cubicBezTo>
                    <a:pt x="34" y="3886"/>
                    <a:pt x="68" y="3952"/>
                    <a:pt x="68" y="4019"/>
                  </a:cubicBezTo>
                  <a:lnTo>
                    <a:pt x="68" y="4086"/>
                  </a:lnTo>
                  <a:cubicBezTo>
                    <a:pt x="108" y="4193"/>
                    <a:pt x="185" y="4235"/>
                    <a:pt x="261" y="4235"/>
                  </a:cubicBezTo>
                  <a:cubicBezTo>
                    <a:pt x="376" y="4235"/>
                    <a:pt x="488" y="4139"/>
                    <a:pt x="468" y="4019"/>
                  </a:cubicBezTo>
                  <a:lnTo>
                    <a:pt x="468" y="3919"/>
                  </a:lnTo>
                  <a:cubicBezTo>
                    <a:pt x="468" y="3886"/>
                    <a:pt x="401" y="3786"/>
                    <a:pt x="401" y="3719"/>
                  </a:cubicBezTo>
                  <a:lnTo>
                    <a:pt x="401" y="3385"/>
                  </a:lnTo>
                  <a:cubicBezTo>
                    <a:pt x="401" y="3219"/>
                    <a:pt x="401" y="3085"/>
                    <a:pt x="468" y="2918"/>
                  </a:cubicBezTo>
                  <a:cubicBezTo>
                    <a:pt x="501" y="2585"/>
                    <a:pt x="635" y="2218"/>
                    <a:pt x="835" y="1851"/>
                  </a:cubicBezTo>
                  <a:cubicBezTo>
                    <a:pt x="1035" y="1451"/>
                    <a:pt x="1368" y="1050"/>
                    <a:pt x="1802" y="783"/>
                  </a:cubicBezTo>
                  <a:cubicBezTo>
                    <a:pt x="2057" y="613"/>
                    <a:pt x="2367" y="511"/>
                    <a:pt x="2678" y="511"/>
                  </a:cubicBezTo>
                  <a:cubicBezTo>
                    <a:pt x="2856" y="511"/>
                    <a:pt x="3034" y="544"/>
                    <a:pt x="3203" y="617"/>
                  </a:cubicBezTo>
                  <a:cubicBezTo>
                    <a:pt x="3337" y="617"/>
                    <a:pt x="3403" y="717"/>
                    <a:pt x="3537" y="783"/>
                  </a:cubicBezTo>
                  <a:cubicBezTo>
                    <a:pt x="3670" y="884"/>
                    <a:pt x="3704" y="950"/>
                    <a:pt x="3804" y="1050"/>
                  </a:cubicBezTo>
                  <a:cubicBezTo>
                    <a:pt x="3970" y="1217"/>
                    <a:pt x="4037" y="1451"/>
                    <a:pt x="4137" y="1751"/>
                  </a:cubicBezTo>
                  <a:cubicBezTo>
                    <a:pt x="4304" y="2285"/>
                    <a:pt x="4337" y="2952"/>
                    <a:pt x="4704" y="3585"/>
                  </a:cubicBezTo>
                  <a:lnTo>
                    <a:pt x="4804" y="3719"/>
                  </a:lnTo>
                  <a:cubicBezTo>
                    <a:pt x="4838" y="3786"/>
                    <a:pt x="4871" y="3786"/>
                    <a:pt x="4904" y="3852"/>
                  </a:cubicBezTo>
                  <a:lnTo>
                    <a:pt x="5071" y="4019"/>
                  </a:lnTo>
                  <a:cubicBezTo>
                    <a:pt x="5205" y="4119"/>
                    <a:pt x="5338" y="4219"/>
                    <a:pt x="5505" y="4286"/>
                  </a:cubicBezTo>
                  <a:cubicBezTo>
                    <a:pt x="5638" y="4419"/>
                    <a:pt x="5805" y="4453"/>
                    <a:pt x="5972" y="4519"/>
                  </a:cubicBezTo>
                  <a:cubicBezTo>
                    <a:pt x="6139" y="4553"/>
                    <a:pt x="6305" y="4586"/>
                    <a:pt x="6405" y="4586"/>
                  </a:cubicBezTo>
                  <a:cubicBezTo>
                    <a:pt x="6706" y="4586"/>
                    <a:pt x="6906" y="4620"/>
                    <a:pt x="7173" y="4720"/>
                  </a:cubicBezTo>
                  <a:cubicBezTo>
                    <a:pt x="7406" y="4786"/>
                    <a:pt x="7673" y="4886"/>
                    <a:pt x="7840" y="5053"/>
                  </a:cubicBezTo>
                  <a:cubicBezTo>
                    <a:pt x="8207" y="5387"/>
                    <a:pt x="8507" y="5887"/>
                    <a:pt x="8707" y="6421"/>
                  </a:cubicBezTo>
                  <a:cubicBezTo>
                    <a:pt x="9141" y="7522"/>
                    <a:pt x="9241" y="8823"/>
                    <a:pt x="9674" y="9890"/>
                  </a:cubicBezTo>
                  <a:cubicBezTo>
                    <a:pt x="9875" y="10424"/>
                    <a:pt x="10208" y="10924"/>
                    <a:pt x="10642" y="11258"/>
                  </a:cubicBezTo>
                  <a:cubicBezTo>
                    <a:pt x="11042" y="11591"/>
                    <a:pt x="11542" y="11691"/>
                    <a:pt x="11943" y="11691"/>
                  </a:cubicBezTo>
                  <a:cubicBezTo>
                    <a:pt x="12310" y="11691"/>
                    <a:pt x="12610" y="11591"/>
                    <a:pt x="12810" y="11558"/>
                  </a:cubicBezTo>
                  <a:cubicBezTo>
                    <a:pt x="12977" y="11524"/>
                    <a:pt x="13110" y="11491"/>
                    <a:pt x="13110" y="11491"/>
                  </a:cubicBezTo>
                  <a:cubicBezTo>
                    <a:pt x="13302" y="11409"/>
                    <a:pt x="13246" y="11191"/>
                    <a:pt x="13090" y="11191"/>
                  </a:cubicBezTo>
                  <a:cubicBezTo>
                    <a:pt x="13056" y="11191"/>
                    <a:pt x="13018" y="11201"/>
                    <a:pt x="12977" y="11224"/>
                  </a:cubicBezTo>
                  <a:cubicBezTo>
                    <a:pt x="12977" y="11224"/>
                    <a:pt x="12843" y="11258"/>
                    <a:pt x="12677" y="11324"/>
                  </a:cubicBezTo>
                  <a:cubicBezTo>
                    <a:pt x="12610" y="11324"/>
                    <a:pt x="12476" y="11358"/>
                    <a:pt x="12343" y="11358"/>
                  </a:cubicBezTo>
                  <a:lnTo>
                    <a:pt x="11876" y="11358"/>
                  </a:lnTo>
                  <a:cubicBezTo>
                    <a:pt x="11609" y="11324"/>
                    <a:pt x="11209" y="11224"/>
                    <a:pt x="10875" y="10991"/>
                  </a:cubicBezTo>
                  <a:cubicBezTo>
                    <a:pt x="10608" y="10724"/>
                    <a:pt x="10342" y="10290"/>
                    <a:pt x="10175" y="9790"/>
                  </a:cubicBezTo>
                  <a:cubicBezTo>
                    <a:pt x="9841" y="8789"/>
                    <a:pt x="9775" y="7555"/>
                    <a:pt x="9341" y="6287"/>
                  </a:cubicBezTo>
                  <a:cubicBezTo>
                    <a:pt x="9141" y="5687"/>
                    <a:pt x="8807" y="5053"/>
                    <a:pt x="8273" y="4586"/>
                  </a:cubicBezTo>
                  <a:cubicBezTo>
                    <a:pt x="8007" y="4353"/>
                    <a:pt x="7673" y="4253"/>
                    <a:pt x="7373" y="4119"/>
                  </a:cubicBezTo>
                  <a:cubicBezTo>
                    <a:pt x="7073" y="4052"/>
                    <a:pt x="6739" y="4019"/>
                    <a:pt x="6506" y="3952"/>
                  </a:cubicBezTo>
                  <a:cubicBezTo>
                    <a:pt x="6339" y="3952"/>
                    <a:pt x="6239" y="3919"/>
                    <a:pt x="6139" y="3919"/>
                  </a:cubicBezTo>
                  <a:cubicBezTo>
                    <a:pt x="6039" y="3886"/>
                    <a:pt x="5905" y="3886"/>
                    <a:pt x="5838" y="3786"/>
                  </a:cubicBezTo>
                  <a:cubicBezTo>
                    <a:pt x="5772" y="3752"/>
                    <a:pt x="5638" y="3686"/>
                    <a:pt x="5538" y="3585"/>
                  </a:cubicBezTo>
                  <a:lnTo>
                    <a:pt x="5371" y="3452"/>
                  </a:lnTo>
                  <a:lnTo>
                    <a:pt x="5338" y="3419"/>
                  </a:lnTo>
                  <a:lnTo>
                    <a:pt x="5305" y="3352"/>
                  </a:lnTo>
                  <a:cubicBezTo>
                    <a:pt x="5004" y="2918"/>
                    <a:pt x="4904" y="2285"/>
                    <a:pt x="4738" y="1684"/>
                  </a:cubicBezTo>
                  <a:cubicBezTo>
                    <a:pt x="4671" y="1351"/>
                    <a:pt x="4537" y="1017"/>
                    <a:pt x="4304" y="717"/>
                  </a:cubicBezTo>
                  <a:cubicBezTo>
                    <a:pt x="4204" y="550"/>
                    <a:pt x="4037" y="417"/>
                    <a:pt x="3870" y="350"/>
                  </a:cubicBezTo>
                  <a:cubicBezTo>
                    <a:pt x="3737" y="250"/>
                    <a:pt x="3570" y="183"/>
                    <a:pt x="3403" y="116"/>
                  </a:cubicBezTo>
                  <a:cubicBezTo>
                    <a:pt x="3177" y="37"/>
                    <a:pt x="2943" y="0"/>
                    <a:pt x="27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18" name="Google Shape;3318;p28"/>
            <p:cNvSpPr/>
            <p:nvPr/>
          </p:nvSpPr>
          <p:spPr>
            <a:xfrm>
              <a:off x="5218075" y="768500"/>
              <a:ext cx="30025" cy="12525"/>
            </a:xfrm>
            <a:custGeom>
              <a:avLst/>
              <a:gdLst/>
              <a:ahLst/>
              <a:cxnLst/>
              <a:rect l="l" t="t" r="r" b="b"/>
              <a:pathLst>
                <a:path w="1201" h="501" extrusionOk="0">
                  <a:moveTo>
                    <a:pt x="634" y="0"/>
                  </a:moveTo>
                  <a:cubicBezTo>
                    <a:pt x="500" y="0"/>
                    <a:pt x="334" y="0"/>
                    <a:pt x="200" y="34"/>
                  </a:cubicBezTo>
                  <a:cubicBezTo>
                    <a:pt x="100" y="100"/>
                    <a:pt x="0" y="134"/>
                    <a:pt x="0" y="134"/>
                  </a:cubicBezTo>
                  <a:lnTo>
                    <a:pt x="33" y="400"/>
                  </a:lnTo>
                  <a:cubicBezTo>
                    <a:pt x="33" y="400"/>
                    <a:pt x="133" y="400"/>
                    <a:pt x="267" y="434"/>
                  </a:cubicBezTo>
                  <a:cubicBezTo>
                    <a:pt x="367" y="467"/>
                    <a:pt x="500" y="501"/>
                    <a:pt x="600" y="501"/>
                  </a:cubicBezTo>
                  <a:lnTo>
                    <a:pt x="1101" y="501"/>
                  </a:lnTo>
                  <a:cubicBezTo>
                    <a:pt x="1134" y="501"/>
                    <a:pt x="1201" y="300"/>
                    <a:pt x="1168" y="267"/>
                  </a:cubicBezTo>
                  <a:cubicBezTo>
                    <a:pt x="1168" y="267"/>
                    <a:pt x="1134" y="200"/>
                    <a:pt x="1001" y="134"/>
                  </a:cubicBezTo>
                  <a:cubicBezTo>
                    <a:pt x="934" y="100"/>
                    <a:pt x="767" y="0"/>
                    <a:pt x="6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19" name="Google Shape;3319;p28"/>
            <p:cNvSpPr/>
            <p:nvPr/>
          </p:nvSpPr>
          <p:spPr>
            <a:xfrm>
              <a:off x="5224725" y="790175"/>
              <a:ext cx="30900" cy="13525"/>
            </a:xfrm>
            <a:custGeom>
              <a:avLst/>
              <a:gdLst/>
              <a:ahLst/>
              <a:cxnLst/>
              <a:rect l="l" t="t" r="r" b="b"/>
              <a:pathLst>
                <a:path w="1236" h="541" extrusionOk="0">
                  <a:moveTo>
                    <a:pt x="568" y="0"/>
                  </a:moveTo>
                  <a:cubicBezTo>
                    <a:pt x="368" y="67"/>
                    <a:pt x="1" y="234"/>
                    <a:pt x="1" y="234"/>
                  </a:cubicBezTo>
                  <a:lnTo>
                    <a:pt x="34" y="467"/>
                  </a:lnTo>
                  <a:cubicBezTo>
                    <a:pt x="34" y="467"/>
                    <a:pt x="304" y="541"/>
                    <a:pt x="549" y="541"/>
                  </a:cubicBezTo>
                  <a:cubicBezTo>
                    <a:pt x="590" y="541"/>
                    <a:pt x="630" y="539"/>
                    <a:pt x="668" y="534"/>
                  </a:cubicBezTo>
                  <a:cubicBezTo>
                    <a:pt x="868" y="467"/>
                    <a:pt x="1235" y="367"/>
                    <a:pt x="1235" y="367"/>
                  </a:cubicBezTo>
                  <a:lnTo>
                    <a:pt x="1235" y="101"/>
                  </a:lnTo>
                  <a:cubicBezTo>
                    <a:pt x="1235" y="101"/>
                    <a:pt x="835" y="0"/>
                    <a:pt x="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20" name="Google Shape;3320;p28"/>
            <p:cNvSpPr/>
            <p:nvPr/>
          </p:nvSpPr>
          <p:spPr>
            <a:xfrm>
              <a:off x="5234750" y="817700"/>
              <a:ext cx="31700" cy="16200"/>
            </a:xfrm>
            <a:custGeom>
              <a:avLst/>
              <a:gdLst/>
              <a:ahLst/>
              <a:cxnLst/>
              <a:rect l="l" t="t" r="r" b="b"/>
              <a:pathLst>
                <a:path w="1268" h="648" extrusionOk="0">
                  <a:moveTo>
                    <a:pt x="1134" y="0"/>
                  </a:moveTo>
                  <a:cubicBezTo>
                    <a:pt x="1134" y="0"/>
                    <a:pt x="1034" y="0"/>
                    <a:pt x="934" y="34"/>
                  </a:cubicBezTo>
                  <a:cubicBezTo>
                    <a:pt x="801" y="100"/>
                    <a:pt x="634" y="100"/>
                    <a:pt x="534" y="134"/>
                  </a:cubicBezTo>
                  <a:cubicBezTo>
                    <a:pt x="467" y="167"/>
                    <a:pt x="334" y="267"/>
                    <a:pt x="200" y="300"/>
                  </a:cubicBezTo>
                  <a:cubicBezTo>
                    <a:pt x="100" y="334"/>
                    <a:pt x="0" y="367"/>
                    <a:pt x="0" y="367"/>
                  </a:cubicBezTo>
                  <a:lnTo>
                    <a:pt x="34" y="634"/>
                  </a:lnTo>
                  <a:lnTo>
                    <a:pt x="300" y="634"/>
                  </a:lnTo>
                  <a:cubicBezTo>
                    <a:pt x="340" y="644"/>
                    <a:pt x="381" y="648"/>
                    <a:pt x="424" y="648"/>
                  </a:cubicBezTo>
                  <a:cubicBezTo>
                    <a:pt x="526" y="648"/>
                    <a:pt x="630" y="624"/>
                    <a:pt x="701" y="601"/>
                  </a:cubicBezTo>
                  <a:cubicBezTo>
                    <a:pt x="834" y="534"/>
                    <a:pt x="1001" y="467"/>
                    <a:pt x="1101" y="367"/>
                  </a:cubicBezTo>
                  <a:lnTo>
                    <a:pt x="1268" y="200"/>
                  </a:lnTo>
                  <a:lnTo>
                    <a:pt x="11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21" name="Google Shape;3321;p28"/>
            <p:cNvSpPr/>
            <p:nvPr/>
          </p:nvSpPr>
          <p:spPr>
            <a:xfrm>
              <a:off x="5248075" y="835200"/>
              <a:ext cx="37550" cy="23375"/>
            </a:xfrm>
            <a:custGeom>
              <a:avLst/>
              <a:gdLst/>
              <a:ahLst/>
              <a:cxnLst/>
              <a:rect l="l" t="t" r="r" b="b"/>
              <a:pathLst>
                <a:path w="1502" h="935" extrusionOk="0">
                  <a:moveTo>
                    <a:pt x="1435" y="1"/>
                  </a:moveTo>
                  <a:cubicBezTo>
                    <a:pt x="1435" y="1"/>
                    <a:pt x="968" y="134"/>
                    <a:pt x="668" y="268"/>
                  </a:cubicBezTo>
                  <a:cubicBezTo>
                    <a:pt x="435" y="434"/>
                    <a:pt x="68" y="735"/>
                    <a:pt x="68" y="735"/>
                  </a:cubicBezTo>
                  <a:cubicBezTo>
                    <a:pt x="1" y="735"/>
                    <a:pt x="134" y="935"/>
                    <a:pt x="134" y="935"/>
                  </a:cubicBezTo>
                  <a:cubicBezTo>
                    <a:pt x="134" y="935"/>
                    <a:pt x="601" y="801"/>
                    <a:pt x="902" y="668"/>
                  </a:cubicBezTo>
                  <a:cubicBezTo>
                    <a:pt x="1135" y="501"/>
                    <a:pt x="1502" y="234"/>
                    <a:pt x="1502" y="234"/>
                  </a:cubicBezTo>
                  <a:cubicBezTo>
                    <a:pt x="1502" y="168"/>
                    <a:pt x="1435" y="1"/>
                    <a:pt x="14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22" name="Google Shape;3322;p28"/>
            <p:cNvSpPr/>
            <p:nvPr/>
          </p:nvSpPr>
          <p:spPr>
            <a:xfrm>
              <a:off x="5268925" y="866900"/>
              <a:ext cx="18375" cy="13375"/>
            </a:xfrm>
            <a:custGeom>
              <a:avLst/>
              <a:gdLst/>
              <a:ahLst/>
              <a:cxnLst/>
              <a:rect l="l" t="t" r="r" b="b"/>
              <a:pathLst>
                <a:path w="735" h="535" extrusionOk="0">
                  <a:moveTo>
                    <a:pt x="601" y="0"/>
                  </a:moveTo>
                  <a:cubicBezTo>
                    <a:pt x="601" y="0"/>
                    <a:pt x="368" y="0"/>
                    <a:pt x="268" y="67"/>
                  </a:cubicBezTo>
                  <a:cubicBezTo>
                    <a:pt x="168" y="67"/>
                    <a:pt x="134" y="167"/>
                    <a:pt x="101" y="200"/>
                  </a:cubicBezTo>
                  <a:lnTo>
                    <a:pt x="1" y="301"/>
                  </a:lnTo>
                  <a:cubicBezTo>
                    <a:pt x="1" y="334"/>
                    <a:pt x="101" y="534"/>
                    <a:pt x="101" y="534"/>
                  </a:cubicBezTo>
                  <a:lnTo>
                    <a:pt x="201" y="534"/>
                  </a:lnTo>
                  <a:cubicBezTo>
                    <a:pt x="301" y="534"/>
                    <a:pt x="401" y="534"/>
                    <a:pt x="468" y="501"/>
                  </a:cubicBezTo>
                  <a:cubicBezTo>
                    <a:pt x="601" y="401"/>
                    <a:pt x="735" y="200"/>
                    <a:pt x="735" y="200"/>
                  </a:cubicBezTo>
                  <a:cubicBezTo>
                    <a:pt x="735" y="167"/>
                    <a:pt x="601"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23" name="Google Shape;3323;p28"/>
            <p:cNvSpPr/>
            <p:nvPr/>
          </p:nvSpPr>
          <p:spPr>
            <a:xfrm>
              <a:off x="5409025" y="870700"/>
              <a:ext cx="33400" cy="14575"/>
            </a:xfrm>
            <a:custGeom>
              <a:avLst/>
              <a:gdLst/>
              <a:ahLst/>
              <a:cxnLst/>
              <a:rect l="l" t="t" r="r" b="b"/>
              <a:pathLst>
                <a:path w="1336" h="583" extrusionOk="0">
                  <a:moveTo>
                    <a:pt x="934" y="0"/>
                  </a:moveTo>
                  <a:cubicBezTo>
                    <a:pt x="827" y="0"/>
                    <a:pt x="701" y="15"/>
                    <a:pt x="635" y="15"/>
                  </a:cubicBezTo>
                  <a:cubicBezTo>
                    <a:pt x="501" y="48"/>
                    <a:pt x="334" y="149"/>
                    <a:pt x="201" y="215"/>
                  </a:cubicBezTo>
                  <a:cubicBezTo>
                    <a:pt x="68" y="315"/>
                    <a:pt x="1" y="382"/>
                    <a:pt x="1" y="382"/>
                  </a:cubicBezTo>
                  <a:lnTo>
                    <a:pt x="134" y="582"/>
                  </a:lnTo>
                  <a:cubicBezTo>
                    <a:pt x="134" y="582"/>
                    <a:pt x="201" y="582"/>
                    <a:pt x="334" y="549"/>
                  </a:cubicBezTo>
                  <a:cubicBezTo>
                    <a:pt x="468" y="515"/>
                    <a:pt x="568" y="515"/>
                    <a:pt x="701" y="482"/>
                  </a:cubicBezTo>
                  <a:cubicBezTo>
                    <a:pt x="835" y="482"/>
                    <a:pt x="968" y="382"/>
                    <a:pt x="1068" y="382"/>
                  </a:cubicBezTo>
                  <a:cubicBezTo>
                    <a:pt x="1202" y="382"/>
                    <a:pt x="1302" y="349"/>
                    <a:pt x="1302" y="349"/>
                  </a:cubicBezTo>
                  <a:cubicBezTo>
                    <a:pt x="1302" y="315"/>
                    <a:pt x="1335" y="82"/>
                    <a:pt x="1335" y="82"/>
                  </a:cubicBezTo>
                  <a:lnTo>
                    <a:pt x="1068" y="15"/>
                  </a:lnTo>
                  <a:cubicBezTo>
                    <a:pt x="1035" y="4"/>
                    <a:pt x="987" y="0"/>
                    <a:pt x="9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24" name="Google Shape;3324;p28"/>
            <p:cNvSpPr/>
            <p:nvPr/>
          </p:nvSpPr>
          <p:spPr>
            <a:xfrm>
              <a:off x="5404875" y="901925"/>
              <a:ext cx="37550" cy="15025"/>
            </a:xfrm>
            <a:custGeom>
              <a:avLst/>
              <a:gdLst/>
              <a:ahLst/>
              <a:cxnLst/>
              <a:rect l="l" t="t" r="r" b="b"/>
              <a:pathLst>
                <a:path w="1502" h="601" extrusionOk="0">
                  <a:moveTo>
                    <a:pt x="1401" y="0"/>
                  </a:moveTo>
                  <a:cubicBezTo>
                    <a:pt x="1401" y="0"/>
                    <a:pt x="967" y="0"/>
                    <a:pt x="667" y="100"/>
                  </a:cubicBezTo>
                  <a:cubicBezTo>
                    <a:pt x="400" y="134"/>
                    <a:pt x="0" y="334"/>
                    <a:pt x="0" y="334"/>
                  </a:cubicBezTo>
                  <a:lnTo>
                    <a:pt x="33" y="601"/>
                  </a:lnTo>
                  <a:cubicBezTo>
                    <a:pt x="33" y="601"/>
                    <a:pt x="500" y="601"/>
                    <a:pt x="801" y="567"/>
                  </a:cubicBezTo>
                  <a:cubicBezTo>
                    <a:pt x="1067" y="501"/>
                    <a:pt x="1501" y="267"/>
                    <a:pt x="1501" y="267"/>
                  </a:cubicBezTo>
                  <a:cubicBezTo>
                    <a:pt x="1501" y="234"/>
                    <a:pt x="1468" y="67"/>
                    <a:pt x="14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25" name="Google Shape;3325;p28"/>
            <p:cNvSpPr/>
            <p:nvPr/>
          </p:nvSpPr>
          <p:spPr>
            <a:xfrm>
              <a:off x="5414875" y="933250"/>
              <a:ext cx="27550" cy="12425"/>
            </a:xfrm>
            <a:custGeom>
              <a:avLst/>
              <a:gdLst/>
              <a:ahLst/>
              <a:cxnLst/>
              <a:rect l="l" t="t" r="r" b="b"/>
              <a:pathLst>
                <a:path w="1102" h="497" extrusionOk="0">
                  <a:moveTo>
                    <a:pt x="728" y="0"/>
                  </a:moveTo>
                  <a:cubicBezTo>
                    <a:pt x="649" y="0"/>
                    <a:pt x="567" y="4"/>
                    <a:pt x="501" y="15"/>
                  </a:cubicBezTo>
                  <a:cubicBezTo>
                    <a:pt x="301" y="48"/>
                    <a:pt x="0" y="215"/>
                    <a:pt x="0" y="215"/>
                  </a:cubicBezTo>
                  <a:lnTo>
                    <a:pt x="67" y="482"/>
                  </a:lnTo>
                  <a:cubicBezTo>
                    <a:pt x="67" y="482"/>
                    <a:pt x="215" y="497"/>
                    <a:pt x="373" y="497"/>
                  </a:cubicBezTo>
                  <a:cubicBezTo>
                    <a:pt x="453" y="497"/>
                    <a:pt x="534" y="493"/>
                    <a:pt x="601" y="482"/>
                  </a:cubicBezTo>
                  <a:cubicBezTo>
                    <a:pt x="801" y="415"/>
                    <a:pt x="1101" y="248"/>
                    <a:pt x="1101" y="248"/>
                  </a:cubicBezTo>
                  <a:cubicBezTo>
                    <a:pt x="1101" y="248"/>
                    <a:pt x="1068" y="48"/>
                    <a:pt x="1034" y="15"/>
                  </a:cubicBezTo>
                  <a:cubicBezTo>
                    <a:pt x="1034" y="15"/>
                    <a:pt x="886"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26" name="Google Shape;3326;p28"/>
            <p:cNvSpPr/>
            <p:nvPr/>
          </p:nvSpPr>
          <p:spPr>
            <a:xfrm>
              <a:off x="5422375" y="957800"/>
              <a:ext cx="21700" cy="14200"/>
            </a:xfrm>
            <a:custGeom>
              <a:avLst/>
              <a:gdLst/>
              <a:ahLst/>
              <a:cxnLst/>
              <a:rect l="l" t="t" r="r" b="b"/>
              <a:pathLst>
                <a:path w="868" h="568" extrusionOk="0">
                  <a:moveTo>
                    <a:pt x="768" y="0"/>
                  </a:moveTo>
                  <a:cubicBezTo>
                    <a:pt x="768" y="0"/>
                    <a:pt x="468" y="34"/>
                    <a:pt x="334" y="67"/>
                  </a:cubicBezTo>
                  <a:cubicBezTo>
                    <a:pt x="201" y="167"/>
                    <a:pt x="1" y="267"/>
                    <a:pt x="1" y="267"/>
                  </a:cubicBezTo>
                  <a:lnTo>
                    <a:pt x="1" y="534"/>
                  </a:lnTo>
                  <a:cubicBezTo>
                    <a:pt x="1" y="534"/>
                    <a:pt x="34" y="567"/>
                    <a:pt x="167" y="567"/>
                  </a:cubicBezTo>
                  <a:cubicBezTo>
                    <a:pt x="301" y="567"/>
                    <a:pt x="434" y="567"/>
                    <a:pt x="501" y="534"/>
                  </a:cubicBezTo>
                  <a:cubicBezTo>
                    <a:pt x="668" y="434"/>
                    <a:pt x="868" y="234"/>
                    <a:pt x="868" y="234"/>
                  </a:cubicBezTo>
                  <a:cubicBezTo>
                    <a:pt x="868" y="234"/>
                    <a:pt x="801" y="34"/>
                    <a:pt x="7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27" name="Google Shape;3327;p28"/>
            <p:cNvSpPr/>
            <p:nvPr/>
          </p:nvSpPr>
          <p:spPr>
            <a:xfrm>
              <a:off x="5427375" y="981150"/>
              <a:ext cx="26725" cy="25025"/>
            </a:xfrm>
            <a:custGeom>
              <a:avLst/>
              <a:gdLst/>
              <a:ahLst/>
              <a:cxnLst/>
              <a:rect l="l" t="t" r="r" b="b"/>
              <a:pathLst>
                <a:path w="1069" h="1001" extrusionOk="0">
                  <a:moveTo>
                    <a:pt x="935" y="0"/>
                  </a:moveTo>
                  <a:cubicBezTo>
                    <a:pt x="935" y="0"/>
                    <a:pt x="835" y="67"/>
                    <a:pt x="735" y="100"/>
                  </a:cubicBezTo>
                  <a:cubicBezTo>
                    <a:pt x="601" y="134"/>
                    <a:pt x="434" y="234"/>
                    <a:pt x="334" y="300"/>
                  </a:cubicBezTo>
                  <a:cubicBezTo>
                    <a:pt x="268" y="434"/>
                    <a:pt x="134" y="567"/>
                    <a:pt x="101" y="667"/>
                  </a:cubicBezTo>
                  <a:cubicBezTo>
                    <a:pt x="67" y="801"/>
                    <a:pt x="1" y="901"/>
                    <a:pt x="1" y="901"/>
                  </a:cubicBezTo>
                  <a:lnTo>
                    <a:pt x="234" y="1001"/>
                  </a:lnTo>
                  <a:cubicBezTo>
                    <a:pt x="234" y="1001"/>
                    <a:pt x="301" y="968"/>
                    <a:pt x="401" y="901"/>
                  </a:cubicBezTo>
                  <a:cubicBezTo>
                    <a:pt x="468" y="801"/>
                    <a:pt x="601" y="767"/>
                    <a:pt x="668" y="667"/>
                  </a:cubicBezTo>
                  <a:cubicBezTo>
                    <a:pt x="768" y="634"/>
                    <a:pt x="835" y="501"/>
                    <a:pt x="935" y="434"/>
                  </a:cubicBezTo>
                  <a:cubicBezTo>
                    <a:pt x="968" y="334"/>
                    <a:pt x="1068" y="267"/>
                    <a:pt x="1068" y="267"/>
                  </a:cubicBezTo>
                  <a:cubicBezTo>
                    <a:pt x="1068" y="267"/>
                    <a:pt x="935" y="10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28" name="Google Shape;3328;p28"/>
            <p:cNvSpPr/>
            <p:nvPr/>
          </p:nvSpPr>
          <p:spPr>
            <a:xfrm>
              <a:off x="5449900" y="1017000"/>
              <a:ext cx="14200" cy="12900"/>
            </a:xfrm>
            <a:custGeom>
              <a:avLst/>
              <a:gdLst/>
              <a:ahLst/>
              <a:cxnLst/>
              <a:rect l="l" t="t" r="r" b="b"/>
              <a:pathLst>
                <a:path w="568" h="516" extrusionOk="0">
                  <a:moveTo>
                    <a:pt x="367" y="1"/>
                  </a:moveTo>
                  <a:cubicBezTo>
                    <a:pt x="367" y="34"/>
                    <a:pt x="200" y="34"/>
                    <a:pt x="134" y="34"/>
                  </a:cubicBezTo>
                  <a:lnTo>
                    <a:pt x="0" y="201"/>
                  </a:lnTo>
                  <a:lnTo>
                    <a:pt x="0" y="468"/>
                  </a:lnTo>
                  <a:cubicBezTo>
                    <a:pt x="0" y="468"/>
                    <a:pt x="34" y="468"/>
                    <a:pt x="100" y="501"/>
                  </a:cubicBezTo>
                  <a:cubicBezTo>
                    <a:pt x="134" y="512"/>
                    <a:pt x="163" y="516"/>
                    <a:pt x="192" y="516"/>
                  </a:cubicBezTo>
                  <a:cubicBezTo>
                    <a:pt x="249" y="516"/>
                    <a:pt x="301" y="501"/>
                    <a:pt x="367" y="501"/>
                  </a:cubicBezTo>
                  <a:cubicBezTo>
                    <a:pt x="434" y="468"/>
                    <a:pt x="467" y="401"/>
                    <a:pt x="534" y="334"/>
                  </a:cubicBezTo>
                  <a:cubicBezTo>
                    <a:pt x="567" y="234"/>
                    <a:pt x="567" y="201"/>
                    <a:pt x="567" y="201"/>
                  </a:cubicBezTo>
                  <a:cubicBezTo>
                    <a:pt x="567" y="201"/>
                    <a:pt x="434" y="34"/>
                    <a:pt x="3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29" name="Google Shape;3329;p28"/>
            <p:cNvSpPr/>
            <p:nvPr/>
          </p:nvSpPr>
          <p:spPr>
            <a:xfrm>
              <a:off x="5635850" y="717625"/>
              <a:ext cx="20875" cy="12525"/>
            </a:xfrm>
            <a:custGeom>
              <a:avLst/>
              <a:gdLst/>
              <a:ahLst/>
              <a:cxnLst/>
              <a:rect l="l" t="t" r="r" b="b"/>
              <a:pathLst>
                <a:path w="835" h="501" extrusionOk="0">
                  <a:moveTo>
                    <a:pt x="468" y="0"/>
                  </a:moveTo>
                  <a:cubicBezTo>
                    <a:pt x="301" y="0"/>
                    <a:pt x="68" y="34"/>
                    <a:pt x="68" y="34"/>
                  </a:cubicBezTo>
                  <a:lnTo>
                    <a:pt x="1" y="301"/>
                  </a:lnTo>
                  <a:cubicBezTo>
                    <a:pt x="1" y="301"/>
                    <a:pt x="234" y="467"/>
                    <a:pt x="401" y="501"/>
                  </a:cubicBezTo>
                  <a:cubicBezTo>
                    <a:pt x="568" y="501"/>
                    <a:pt x="835" y="434"/>
                    <a:pt x="835" y="434"/>
                  </a:cubicBezTo>
                  <a:lnTo>
                    <a:pt x="835" y="167"/>
                  </a:lnTo>
                  <a:cubicBezTo>
                    <a:pt x="835" y="167"/>
                    <a:pt x="601" y="0"/>
                    <a:pt x="4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30" name="Google Shape;3330;p28"/>
            <p:cNvSpPr/>
            <p:nvPr/>
          </p:nvSpPr>
          <p:spPr>
            <a:xfrm>
              <a:off x="5637525" y="740975"/>
              <a:ext cx="25050" cy="12525"/>
            </a:xfrm>
            <a:custGeom>
              <a:avLst/>
              <a:gdLst/>
              <a:ahLst/>
              <a:cxnLst/>
              <a:rect l="l" t="t" r="r" b="b"/>
              <a:pathLst>
                <a:path w="1002" h="501" extrusionOk="0">
                  <a:moveTo>
                    <a:pt x="501" y="0"/>
                  </a:moveTo>
                  <a:cubicBezTo>
                    <a:pt x="268" y="0"/>
                    <a:pt x="1" y="100"/>
                    <a:pt x="1" y="100"/>
                  </a:cubicBezTo>
                  <a:lnTo>
                    <a:pt x="1" y="367"/>
                  </a:lnTo>
                  <a:cubicBezTo>
                    <a:pt x="1" y="367"/>
                    <a:pt x="268" y="501"/>
                    <a:pt x="501" y="501"/>
                  </a:cubicBezTo>
                  <a:cubicBezTo>
                    <a:pt x="701" y="501"/>
                    <a:pt x="1001" y="367"/>
                    <a:pt x="1001" y="367"/>
                  </a:cubicBezTo>
                  <a:lnTo>
                    <a:pt x="1001" y="100"/>
                  </a:lnTo>
                  <a:cubicBezTo>
                    <a:pt x="1001" y="100"/>
                    <a:pt x="701" y="0"/>
                    <a:pt x="5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31" name="Google Shape;3331;p28"/>
            <p:cNvSpPr/>
            <p:nvPr/>
          </p:nvSpPr>
          <p:spPr>
            <a:xfrm>
              <a:off x="5639200" y="763500"/>
              <a:ext cx="34225" cy="13350"/>
            </a:xfrm>
            <a:custGeom>
              <a:avLst/>
              <a:gdLst/>
              <a:ahLst/>
              <a:cxnLst/>
              <a:rect l="l" t="t" r="r" b="b"/>
              <a:pathLst>
                <a:path w="1369" h="534" extrusionOk="0">
                  <a:moveTo>
                    <a:pt x="1335" y="0"/>
                  </a:moveTo>
                  <a:cubicBezTo>
                    <a:pt x="1334" y="0"/>
                    <a:pt x="934" y="0"/>
                    <a:pt x="668" y="33"/>
                  </a:cubicBezTo>
                  <a:cubicBezTo>
                    <a:pt x="434" y="100"/>
                    <a:pt x="0" y="200"/>
                    <a:pt x="0" y="200"/>
                  </a:cubicBezTo>
                  <a:lnTo>
                    <a:pt x="0" y="467"/>
                  </a:lnTo>
                  <a:cubicBezTo>
                    <a:pt x="0" y="467"/>
                    <a:pt x="434" y="534"/>
                    <a:pt x="701" y="534"/>
                  </a:cubicBezTo>
                  <a:cubicBezTo>
                    <a:pt x="1001" y="467"/>
                    <a:pt x="1368" y="267"/>
                    <a:pt x="1368" y="267"/>
                  </a:cubicBezTo>
                  <a:cubicBezTo>
                    <a:pt x="1368" y="200"/>
                    <a:pt x="1301" y="0"/>
                    <a:pt x="13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32" name="Google Shape;3332;p28"/>
            <p:cNvSpPr/>
            <p:nvPr/>
          </p:nvSpPr>
          <p:spPr>
            <a:xfrm>
              <a:off x="5650875" y="790175"/>
              <a:ext cx="30050" cy="14325"/>
            </a:xfrm>
            <a:custGeom>
              <a:avLst/>
              <a:gdLst/>
              <a:ahLst/>
              <a:cxnLst/>
              <a:rect l="l" t="t" r="r" b="b"/>
              <a:pathLst>
                <a:path w="1202" h="573" extrusionOk="0">
                  <a:moveTo>
                    <a:pt x="901" y="0"/>
                  </a:moveTo>
                  <a:cubicBezTo>
                    <a:pt x="851" y="34"/>
                    <a:pt x="784" y="34"/>
                    <a:pt x="718" y="34"/>
                  </a:cubicBezTo>
                  <a:cubicBezTo>
                    <a:pt x="651" y="34"/>
                    <a:pt x="584" y="34"/>
                    <a:pt x="534" y="67"/>
                  </a:cubicBezTo>
                  <a:cubicBezTo>
                    <a:pt x="334" y="101"/>
                    <a:pt x="0" y="234"/>
                    <a:pt x="0" y="234"/>
                  </a:cubicBezTo>
                  <a:lnTo>
                    <a:pt x="0" y="467"/>
                  </a:lnTo>
                  <a:cubicBezTo>
                    <a:pt x="0" y="467"/>
                    <a:pt x="290" y="573"/>
                    <a:pt x="542" y="573"/>
                  </a:cubicBezTo>
                  <a:cubicBezTo>
                    <a:pt x="574" y="573"/>
                    <a:pt x="605" y="571"/>
                    <a:pt x="634" y="568"/>
                  </a:cubicBezTo>
                  <a:cubicBezTo>
                    <a:pt x="734" y="534"/>
                    <a:pt x="868" y="467"/>
                    <a:pt x="1001" y="401"/>
                  </a:cubicBezTo>
                  <a:cubicBezTo>
                    <a:pt x="1135" y="301"/>
                    <a:pt x="1201" y="267"/>
                    <a:pt x="1201" y="267"/>
                  </a:cubicBezTo>
                  <a:cubicBezTo>
                    <a:pt x="1201" y="267"/>
                    <a:pt x="1135" y="67"/>
                    <a:pt x="11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33" name="Google Shape;3333;p28"/>
            <p:cNvSpPr/>
            <p:nvPr/>
          </p:nvSpPr>
          <p:spPr>
            <a:xfrm>
              <a:off x="5675050" y="810025"/>
              <a:ext cx="22550" cy="12700"/>
            </a:xfrm>
            <a:custGeom>
              <a:avLst/>
              <a:gdLst/>
              <a:ahLst/>
              <a:cxnLst/>
              <a:rect l="l" t="t" r="r" b="b"/>
              <a:pathLst>
                <a:path w="902" h="508" extrusionOk="0">
                  <a:moveTo>
                    <a:pt x="479" y="0"/>
                  </a:moveTo>
                  <a:cubicBezTo>
                    <a:pt x="451" y="0"/>
                    <a:pt x="425" y="2"/>
                    <a:pt x="401" y="7"/>
                  </a:cubicBezTo>
                  <a:cubicBezTo>
                    <a:pt x="234" y="74"/>
                    <a:pt x="1" y="174"/>
                    <a:pt x="1" y="174"/>
                  </a:cubicBezTo>
                  <a:lnTo>
                    <a:pt x="1" y="441"/>
                  </a:lnTo>
                  <a:cubicBezTo>
                    <a:pt x="1" y="441"/>
                    <a:pt x="268" y="507"/>
                    <a:pt x="501" y="507"/>
                  </a:cubicBezTo>
                  <a:cubicBezTo>
                    <a:pt x="635" y="474"/>
                    <a:pt x="901" y="307"/>
                    <a:pt x="901" y="307"/>
                  </a:cubicBezTo>
                  <a:cubicBezTo>
                    <a:pt x="901" y="307"/>
                    <a:pt x="868" y="107"/>
                    <a:pt x="868" y="74"/>
                  </a:cubicBezTo>
                  <a:cubicBezTo>
                    <a:pt x="868" y="74"/>
                    <a:pt x="648" y="0"/>
                    <a:pt x="4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34" name="Google Shape;3334;p28"/>
            <p:cNvSpPr/>
            <p:nvPr/>
          </p:nvSpPr>
          <p:spPr>
            <a:xfrm>
              <a:off x="5796800" y="842500"/>
              <a:ext cx="22550" cy="14125"/>
            </a:xfrm>
            <a:custGeom>
              <a:avLst/>
              <a:gdLst/>
              <a:ahLst/>
              <a:cxnLst/>
              <a:rect l="l" t="t" r="r" b="b"/>
              <a:pathLst>
                <a:path w="902" h="565" extrusionOk="0">
                  <a:moveTo>
                    <a:pt x="205" y="1"/>
                  </a:moveTo>
                  <a:cubicBezTo>
                    <a:pt x="109" y="1"/>
                    <a:pt x="34" y="9"/>
                    <a:pt x="34" y="9"/>
                  </a:cubicBezTo>
                  <a:lnTo>
                    <a:pt x="1" y="242"/>
                  </a:lnTo>
                  <a:cubicBezTo>
                    <a:pt x="1" y="242"/>
                    <a:pt x="201" y="476"/>
                    <a:pt x="368" y="509"/>
                  </a:cubicBezTo>
                  <a:cubicBezTo>
                    <a:pt x="439" y="552"/>
                    <a:pt x="535" y="564"/>
                    <a:pt x="622" y="564"/>
                  </a:cubicBezTo>
                  <a:cubicBezTo>
                    <a:pt x="737" y="564"/>
                    <a:pt x="835" y="543"/>
                    <a:pt x="835" y="543"/>
                  </a:cubicBezTo>
                  <a:cubicBezTo>
                    <a:pt x="835" y="543"/>
                    <a:pt x="902" y="343"/>
                    <a:pt x="868" y="309"/>
                  </a:cubicBezTo>
                  <a:cubicBezTo>
                    <a:pt x="868" y="309"/>
                    <a:pt x="668" y="109"/>
                    <a:pt x="501" y="42"/>
                  </a:cubicBezTo>
                  <a:cubicBezTo>
                    <a:pt x="418" y="9"/>
                    <a:pt x="301" y="1"/>
                    <a:pt x="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35" name="Google Shape;3335;p28"/>
            <p:cNvSpPr/>
            <p:nvPr/>
          </p:nvSpPr>
          <p:spPr>
            <a:xfrm>
              <a:off x="5793475" y="872725"/>
              <a:ext cx="29200" cy="12550"/>
            </a:xfrm>
            <a:custGeom>
              <a:avLst/>
              <a:gdLst/>
              <a:ahLst/>
              <a:cxnLst/>
              <a:rect l="l" t="t" r="r" b="b"/>
              <a:pathLst>
                <a:path w="1168" h="502" extrusionOk="0">
                  <a:moveTo>
                    <a:pt x="101" y="1"/>
                  </a:moveTo>
                  <a:cubicBezTo>
                    <a:pt x="101" y="68"/>
                    <a:pt x="0" y="268"/>
                    <a:pt x="0" y="268"/>
                  </a:cubicBezTo>
                  <a:cubicBezTo>
                    <a:pt x="0" y="268"/>
                    <a:pt x="34" y="301"/>
                    <a:pt x="167" y="401"/>
                  </a:cubicBezTo>
                  <a:lnTo>
                    <a:pt x="534" y="501"/>
                  </a:lnTo>
                  <a:cubicBezTo>
                    <a:pt x="668" y="501"/>
                    <a:pt x="834" y="501"/>
                    <a:pt x="968" y="468"/>
                  </a:cubicBezTo>
                  <a:cubicBezTo>
                    <a:pt x="1101" y="434"/>
                    <a:pt x="1168" y="401"/>
                    <a:pt x="1168" y="401"/>
                  </a:cubicBezTo>
                  <a:cubicBezTo>
                    <a:pt x="1168" y="401"/>
                    <a:pt x="1135" y="168"/>
                    <a:pt x="1135" y="134"/>
                  </a:cubicBezTo>
                  <a:cubicBezTo>
                    <a:pt x="1135" y="134"/>
                    <a:pt x="1035" y="134"/>
                    <a:pt x="968" y="101"/>
                  </a:cubicBezTo>
                  <a:cubicBezTo>
                    <a:pt x="834" y="68"/>
                    <a:pt x="701" y="1"/>
                    <a:pt x="6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36" name="Google Shape;3336;p28"/>
            <p:cNvSpPr/>
            <p:nvPr/>
          </p:nvSpPr>
          <p:spPr>
            <a:xfrm>
              <a:off x="5798475" y="903600"/>
              <a:ext cx="27550" cy="12525"/>
            </a:xfrm>
            <a:custGeom>
              <a:avLst/>
              <a:gdLst/>
              <a:ahLst/>
              <a:cxnLst/>
              <a:rect l="l" t="t" r="r" b="b"/>
              <a:pathLst>
                <a:path w="1102" h="501" extrusionOk="0">
                  <a:moveTo>
                    <a:pt x="501" y="0"/>
                  </a:moveTo>
                  <a:cubicBezTo>
                    <a:pt x="301" y="0"/>
                    <a:pt x="1" y="100"/>
                    <a:pt x="1" y="100"/>
                  </a:cubicBezTo>
                  <a:lnTo>
                    <a:pt x="1" y="367"/>
                  </a:lnTo>
                  <a:cubicBezTo>
                    <a:pt x="1" y="367"/>
                    <a:pt x="334" y="500"/>
                    <a:pt x="568" y="500"/>
                  </a:cubicBezTo>
                  <a:cubicBezTo>
                    <a:pt x="801" y="500"/>
                    <a:pt x="1101" y="300"/>
                    <a:pt x="1101" y="300"/>
                  </a:cubicBezTo>
                  <a:cubicBezTo>
                    <a:pt x="1101" y="300"/>
                    <a:pt x="1068" y="100"/>
                    <a:pt x="1001" y="33"/>
                  </a:cubicBezTo>
                  <a:cubicBezTo>
                    <a:pt x="1001" y="33"/>
                    <a:pt x="668" y="0"/>
                    <a:pt x="5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37" name="Google Shape;3337;p28"/>
            <p:cNvSpPr/>
            <p:nvPr/>
          </p:nvSpPr>
          <p:spPr>
            <a:xfrm>
              <a:off x="5812650" y="937775"/>
              <a:ext cx="26725" cy="12550"/>
            </a:xfrm>
            <a:custGeom>
              <a:avLst/>
              <a:gdLst/>
              <a:ahLst/>
              <a:cxnLst/>
              <a:rect l="l" t="t" r="r" b="b"/>
              <a:pathLst>
                <a:path w="1069" h="502" extrusionOk="0">
                  <a:moveTo>
                    <a:pt x="534" y="1"/>
                  </a:moveTo>
                  <a:cubicBezTo>
                    <a:pt x="334" y="1"/>
                    <a:pt x="1" y="134"/>
                    <a:pt x="1" y="134"/>
                  </a:cubicBezTo>
                  <a:lnTo>
                    <a:pt x="1" y="368"/>
                  </a:lnTo>
                  <a:cubicBezTo>
                    <a:pt x="1" y="368"/>
                    <a:pt x="334" y="501"/>
                    <a:pt x="534" y="501"/>
                  </a:cubicBezTo>
                  <a:cubicBezTo>
                    <a:pt x="735" y="501"/>
                    <a:pt x="1068" y="368"/>
                    <a:pt x="1068" y="368"/>
                  </a:cubicBezTo>
                  <a:lnTo>
                    <a:pt x="1068" y="134"/>
                  </a:lnTo>
                  <a:cubicBezTo>
                    <a:pt x="1068" y="134"/>
                    <a:pt x="735" y="1"/>
                    <a:pt x="5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38" name="Google Shape;3338;p28"/>
            <p:cNvSpPr/>
            <p:nvPr/>
          </p:nvSpPr>
          <p:spPr>
            <a:xfrm>
              <a:off x="5556000" y="1191550"/>
              <a:ext cx="491025" cy="268300"/>
            </a:xfrm>
            <a:custGeom>
              <a:avLst/>
              <a:gdLst/>
              <a:ahLst/>
              <a:cxnLst/>
              <a:rect l="l" t="t" r="r" b="b"/>
              <a:pathLst>
                <a:path w="19641" h="10732" extrusionOk="0">
                  <a:moveTo>
                    <a:pt x="3739" y="0"/>
                  </a:moveTo>
                  <a:cubicBezTo>
                    <a:pt x="3498" y="0"/>
                    <a:pt x="3258" y="30"/>
                    <a:pt x="3028" y="90"/>
                  </a:cubicBezTo>
                  <a:cubicBezTo>
                    <a:pt x="2828" y="190"/>
                    <a:pt x="2661" y="224"/>
                    <a:pt x="2494" y="324"/>
                  </a:cubicBezTo>
                  <a:cubicBezTo>
                    <a:pt x="2328" y="391"/>
                    <a:pt x="2161" y="491"/>
                    <a:pt x="2027" y="591"/>
                  </a:cubicBezTo>
                  <a:cubicBezTo>
                    <a:pt x="1761" y="824"/>
                    <a:pt x="1527" y="1091"/>
                    <a:pt x="1427" y="1391"/>
                  </a:cubicBezTo>
                  <a:cubicBezTo>
                    <a:pt x="1127" y="1992"/>
                    <a:pt x="993" y="2492"/>
                    <a:pt x="827" y="2859"/>
                  </a:cubicBezTo>
                  <a:cubicBezTo>
                    <a:pt x="660" y="3259"/>
                    <a:pt x="493" y="3560"/>
                    <a:pt x="360" y="3726"/>
                  </a:cubicBezTo>
                  <a:cubicBezTo>
                    <a:pt x="293" y="3826"/>
                    <a:pt x="260" y="3893"/>
                    <a:pt x="193" y="3926"/>
                  </a:cubicBezTo>
                  <a:cubicBezTo>
                    <a:pt x="159" y="3993"/>
                    <a:pt x="126" y="3993"/>
                    <a:pt x="126" y="3993"/>
                  </a:cubicBezTo>
                  <a:cubicBezTo>
                    <a:pt x="0" y="4119"/>
                    <a:pt x="65" y="4340"/>
                    <a:pt x="204" y="4340"/>
                  </a:cubicBezTo>
                  <a:cubicBezTo>
                    <a:pt x="249" y="4340"/>
                    <a:pt x="303" y="4317"/>
                    <a:pt x="360" y="4260"/>
                  </a:cubicBezTo>
                  <a:lnTo>
                    <a:pt x="460" y="4193"/>
                  </a:lnTo>
                  <a:lnTo>
                    <a:pt x="660" y="3993"/>
                  </a:lnTo>
                  <a:cubicBezTo>
                    <a:pt x="827" y="3760"/>
                    <a:pt x="1027" y="3493"/>
                    <a:pt x="1194" y="3059"/>
                  </a:cubicBezTo>
                  <a:cubicBezTo>
                    <a:pt x="1427" y="2692"/>
                    <a:pt x="1594" y="2192"/>
                    <a:pt x="1827" y="1692"/>
                  </a:cubicBezTo>
                  <a:cubicBezTo>
                    <a:pt x="1961" y="1491"/>
                    <a:pt x="2128" y="1225"/>
                    <a:pt x="2328" y="1058"/>
                  </a:cubicBezTo>
                  <a:cubicBezTo>
                    <a:pt x="2528" y="891"/>
                    <a:pt x="2828" y="758"/>
                    <a:pt x="3128" y="691"/>
                  </a:cubicBezTo>
                  <a:cubicBezTo>
                    <a:pt x="3289" y="657"/>
                    <a:pt x="3452" y="640"/>
                    <a:pt x="3616" y="640"/>
                  </a:cubicBezTo>
                  <a:cubicBezTo>
                    <a:pt x="4095" y="640"/>
                    <a:pt x="4573" y="784"/>
                    <a:pt x="4996" y="1058"/>
                  </a:cubicBezTo>
                  <a:cubicBezTo>
                    <a:pt x="5263" y="1225"/>
                    <a:pt x="5497" y="1491"/>
                    <a:pt x="5697" y="1758"/>
                  </a:cubicBezTo>
                  <a:cubicBezTo>
                    <a:pt x="5830" y="1925"/>
                    <a:pt x="5864" y="2058"/>
                    <a:pt x="5964" y="2225"/>
                  </a:cubicBezTo>
                  <a:cubicBezTo>
                    <a:pt x="5997" y="2392"/>
                    <a:pt x="6097" y="2592"/>
                    <a:pt x="6164" y="2759"/>
                  </a:cubicBezTo>
                  <a:cubicBezTo>
                    <a:pt x="6331" y="3159"/>
                    <a:pt x="6497" y="3526"/>
                    <a:pt x="6831" y="3860"/>
                  </a:cubicBezTo>
                  <a:cubicBezTo>
                    <a:pt x="6998" y="4027"/>
                    <a:pt x="7198" y="4193"/>
                    <a:pt x="7431" y="4260"/>
                  </a:cubicBezTo>
                  <a:cubicBezTo>
                    <a:pt x="7531" y="4327"/>
                    <a:pt x="7631" y="4360"/>
                    <a:pt x="7765" y="4393"/>
                  </a:cubicBezTo>
                  <a:cubicBezTo>
                    <a:pt x="7865" y="4427"/>
                    <a:pt x="7998" y="4427"/>
                    <a:pt x="8132" y="4427"/>
                  </a:cubicBezTo>
                  <a:cubicBezTo>
                    <a:pt x="8632" y="4427"/>
                    <a:pt x="8999" y="4260"/>
                    <a:pt x="9333" y="4093"/>
                  </a:cubicBezTo>
                  <a:cubicBezTo>
                    <a:pt x="9633" y="3993"/>
                    <a:pt x="9966" y="3826"/>
                    <a:pt x="10267" y="3660"/>
                  </a:cubicBezTo>
                  <a:cubicBezTo>
                    <a:pt x="10700" y="3393"/>
                    <a:pt x="11201" y="3193"/>
                    <a:pt x="11668" y="3193"/>
                  </a:cubicBezTo>
                  <a:cubicBezTo>
                    <a:pt x="12135" y="3193"/>
                    <a:pt x="12635" y="3393"/>
                    <a:pt x="13102" y="3726"/>
                  </a:cubicBezTo>
                  <a:cubicBezTo>
                    <a:pt x="13336" y="3893"/>
                    <a:pt x="13536" y="4060"/>
                    <a:pt x="13803" y="4227"/>
                  </a:cubicBezTo>
                  <a:cubicBezTo>
                    <a:pt x="13969" y="4393"/>
                    <a:pt x="14203" y="4560"/>
                    <a:pt x="14336" y="4760"/>
                  </a:cubicBezTo>
                  <a:cubicBezTo>
                    <a:pt x="14637" y="5161"/>
                    <a:pt x="14837" y="5661"/>
                    <a:pt x="14937" y="6161"/>
                  </a:cubicBezTo>
                  <a:cubicBezTo>
                    <a:pt x="15037" y="6662"/>
                    <a:pt x="15104" y="7162"/>
                    <a:pt x="15170" y="7596"/>
                  </a:cubicBezTo>
                  <a:cubicBezTo>
                    <a:pt x="15204" y="8063"/>
                    <a:pt x="15337" y="8530"/>
                    <a:pt x="15504" y="8863"/>
                  </a:cubicBezTo>
                  <a:cubicBezTo>
                    <a:pt x="15671" y="9230"/>
                    <a:pt x="15871" y="9497"/>
                    <a:pt x="16038" y="9664"/>
                  </a:cubicBezTo>
                  <a:cubicBezTo>
                    <a:pt x="16204" y="9831"/>
                    <a:pt x="16371" y="9897"/>
                    <a:pt x="16438" y="9931"/>
                  </a:cubicBezTo>
                  <a:lnTo>
                    <a:pt x="16371" y="9931"/>
                  </a:lnTo>
                  <a:cubicBezTo>
                    <a:pt x="16972" y="10364"/>
                    <a:pt x="17505" y="10498"/>
                    <a:pt x="17872" y="10565"/>
                  </a:cubicBezTo>
                  <a:cubicBezTo>
                    <a:pt x="18306" y="10665"/>
                    <a:pt x="18606" y="10698"/>
                    <a:pt x="18806" y="10698"/>
                  </a:cubicBezTo>
                  <a:cubicBezTo>
                    <a:pt x="19206" y="10731"/>
                    <a:pt x="19307" y="10731"/>
                    <a:pt x="19307" y="10731"/>
                  </a:cubicBezTo>
                  <a:cubicBezTo>
                    <a:pt x="19607" y="10731"/>
                    <a:pt x="19640" y="10431"/>
                    <a:pt x="19440" y="10331"/>
                  </a:cubicBezTo>
                  <a:cubicBezTo>
                    <a:pt x="19440" y="10331"/>
                    <a:pt x="19340" y="10331"/>
                    <a:pt x="18940" y="10264"/>
                  </a:cubicBezTo>
                  <a:cubicBezTo>
                    <a:pt x="18706" y="10231"/>
                    <a:pt x="18439" y="10231"/>
                    <a:pt x="18039" y="10164"/>
                  </a:cubicBezTo>
                  <a:cubicBezTo>
                    <a:pt x="17672" y="10064"/>
                    <a:pt x="17205" y="9931"/>
                    <a:pt x="16771" y="9564"/>
                  </a:cubicBezTo>
                  <a:lnTo>
                    <a:pt x="16705" y="9564"/>
                  </a:lnTo>
                  <a:cubicBezTo>
                    <a:pt x="16638" y="9497"/>
                    <a:pt x="16271" y="9230"/>
                    <a:pt x="16004" y="8663"/>
                  </a:cubicBezTo>
                  <a:cubicBezTo>
                    <a:pt x="15871" y="8363"/>
                    <a:pt x="15804" y="7996"/>
                    <a:pt x="15771" y="7529"/>
                  </a:cubicBezTo>
                  <a:cubicBezTo>
                    <a:pt x="15671" y="7062"/>
                    <a:pt x="15637" y="6562"/>
                    <a:pt x="15537" y="6028"/>
                  </a:cubicBezTo>
                  <a:cubicBezTo>
                    <a:pt x="15470" y="5494"/>
                    <a:pt x="15270" y="4860"/>
                    <a:pt x="14870" y="4360"/>
                  </a:cubicBezTo>
                  <a:cubicBezTo>
                    <a:pt x="14703" y="4060"/>
                    <a:pt x="14470" y="3893"/>
                    <a:pt x="14203" y="3660"/>
                  </a:cubicBezTo>
                  <a:cubicBezTo>
                    <a:pt x="13969" y="3426"/>
                    <a:pt x="13769" y="3259"/>
                    <a:pt x="13502" y="3093"/>
                  </a:cubicBezTo>
                  <a:cubicBezTo>
                    <a:pt x="13002" y="2759"/>
                    <a:pt x="12435" y="2392"/>
                    <a:pt x="11701" y="2392"/>
                  </a:cubicBezTo>
                  <a:cubicBezTo>
                    <a:pt x="11001" y="2425"/>
                    <a:pt x="10467" y="2692"/>
                    <a:pt x="9966" y="2926"/>
                  </a:cubicBezTo>
                  <a:cubicBezTo>
                    <a:pt x="9666" y="3059"/>
                    <a:pt x="9366" y="3226"/>
                    <a:pt x="9032" y="3393"/>
                  </a:cubicBezTo>
                  <a:cubicBezTo>
                    <a:pt x="8766" y="3560"/>
                    <a:pt x="8465" y="3693"/>
                    <a:pt x="8165" y="3693"/>
                  </a:cubicBezTo>
                  <a:cubicBezTo>
                    <a:pt x="8098" y="3660"/>
                    <a:pt x="8032" y="3660"/>
                    <a:pt x="7965" y="3660"/>
                  </a:cubicBezTo>
                  <a:cubicBezTo>
                    <a:pt x="7865" y="3593"/>
                    <a:pt x="7832" y="3593"/>
                    <a:pt x="7765" y="3560"/>
                  </a:cubicBezTo>
                  <a:cubicBezTo>
                    <a:pt x="7598" y="3526"/>
                    <a:pt x="7498" y="3393"/>
                    <a:pt x="7365" y="3326"/>
                  </a:cubicBezTo>
                  <a:cubicBezTo>
                    <a:pt x="7164" y="3093"/>
                    <a:pt x="6998" y="2759"/>
                    <a:pt x="6831" y="2425"/>
                  </a:cubicBezTo>
                  <a:cubicBezTo>
                    <a:pt x="6798" y="2259"/>
                    <a:pt x="6697" y="2092"/>
                    <a:pt x="6631" y="1892"/>
                  </a:cubicBezTo>
                  <a:cubicBezTo>
                    <a:pt x="6531" y="1725"/>
                    <a:pt x="6431" y="1525"/>
                    <a:pt x="6297" y="1358"/>
                  </a:cubicBezTo>
                  <a:cubicBezTo>
                    <a:pt x="6030" y="991"/>
                    <a:pt x="5697" y="691"/>
                    <a:pt x="5363" y="491"/>
                  </a:cubicBezTo>
                  <a:cubicBezTo>
                    <a:pt x="4873" y="164"/>
                    <a:pt x="4301" y="0"/>
                    <a:pt x="3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39" name="Google Shape;3339;p28"/>
            <p:cNvSpPr/>
            <p:nvPr/>
          </p:nvSpPr>
          <p:spPr>
            <a:xfrm>
              <a:off x="5661725" y="1228250"/>
              <a:ext cx="25875" cy="11450"/>
            </a:xfrm>
            <a:custGeom>
              <a:avLst/>
              <a:gdLst/>
              <a:ahLst/>
              <a:cxnLst/>
              <a:rect l="l" t="t" r="r" b="b"/>
              <a:pathLst>
                <a:path w="1035" h="458" extrusionOk="0">
                  <a:moveTo>
                    <a:pt x="610" y="0"/>
                  </a:moveTo>
                  <a:cubicBezTo>
                    <a:pt x="559" y="0"/>
                    <a:pt x="509" y="7"/>
                    <a:pt x="467" y="23"/>
                  </a:cubicBezTo>
                  <a:cubicBezTo>
                    <a:pt x="400" y="23"/>
                    <a:pt x="267" y="57"/>
                    <a:pt x="167" y="123"/>
                  </a:cubicBezTo>
                  <a:cubicBezTo>
                    <a:pt x="67" y="224"/>
                    <a:pt x="0" y="257"/>
                    <a:pt x="0" y="257"/>
                  </a:cubicBezTo>
                  <a:lnTo>
                    <a:pt x="133" y="457"/>
                  </a:lnTo>
                  <a:lnTo>
                    <a:pt x="567" y="457"/>
                  </a:lnTo>
                  <a:cubicBezTo>
                    <a:pt x="734" y="424"/>
                    <a:pt x="1034" y="257"/>
                    <a:pt x="1034" y="257"/>
                  </a:cubicBezTo>
                  <a:cubicBezTo>
                    <a:pt x="1034" y="257"/>
                    <a:pt x="967" y="57"/>
                    <a:pt x="934" y="57"/>
                  </a:cubicBezTo>
                  <a:cubicBezTo>
                    <a:pt x="934" y="57"/>
                    <a:pt x="765" y="0"/>
                    <a:pt x="6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40" name="Google Shape;3340;p28"/>
            <p:cNvSpPr/>
            <p:nvPr/>
          </p:nvSpPr>
          <p:spPr>
            <a:xfrm>
              <a:off x="5664225" y="1253850"/>
              <a:ext cx="29200" cy="12525"/>
            </a:xfrm>
            <a:custGeom>
              <a:avLst/>
              <a:gdLst/>
              <a:ahLst/>
              <a:cxnLst/>
              <a:rect l="l" t="t" r="r" b="b"/>
              <a:pathLst>
                <a:path w="1168" h="501" extrusionOk="0">
                  <a:moveTo>
                    <a:pt x="601" y="0"/>
                  </a:moveTo>
                  <a:cubicBezTo>
                    <a:pt x="334" y="0"/>
                    <a:pt x="0" y="100"/>
                    <a:pt x="0" y="100"/>
                  </a:cubicBezTo>
                  <a:lnTo>
                    <a:pt x="0" y="367"/>
                  </a:lnTo>
                  <a:cubicBezTo>
                    <a:pt x="0" y="367"/>
                    <a:pt x="367" y="500"/>
                    <a:pt x="601" y="500"/>
                  </a:cubicBezTo>
                  <a:cubicBezTo>
                    <a:pt x="834" y="500"/>
                    <a:pt x="1168" y="367"/>
                    <a:pt x="1168" y="367"/>
                  </a:cubicBezTo>
                  <a:lnTo>
                    <a:pt x="1168" y="100"/>
                  </a:lnTo>
                  <a:cubicBezTo>
                    <a:pt x="1168" y="100"/>
                    <a:pt x="801"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41" name="Google Shape;3341;p28"/>
            <p:cNvSpPr/>
            <p:nvPr/>
          </p:nvSpPr>
          <p:spPr>
            <a:xfrm>
              <a:off x="5669225" y="1275150"/>
              <a:ext cx="27550" cy="12900"/>
            </a:xfrm>
            <a:custGeom>
              <a:avLst/>
              <a:gdLst/>
              <a:ahLst/>
              <a:cxnLst/>
              <a:rect l="l" t="t" r="r" b="b"/>
              <a:pathLst>
                <a:path w="1102" h="516" extrusionOk="0">
                  <a:moveTo>
                    <a:pt x="633" y="1"/>
                  </a:moveTo>
                  <a:cubicBezTo>
                    <a:pt x="590" y="1"/>
                    <a:pt x="545" y="4"/>
                    <a:pt x="501" y="15"/>
                  </a:cubicBezTo>
                  <a:cubicBezTo>
                    <a:pt x="401" y="15"/>
                    <a:pt x="267" y="82"/>
                    <a:pt x="167" y="182"/>
                  </a:cubicBezTo>
                  <a:cubicBezTo>
                    <a:pt x="67" y="249"/>
                    <a:pt x="0" y="349"/>
                    <a:pt x="0" y="349"/>
                  </a:cubicBezTo>
                  <a:lnTo>
                    <a:pt x="167" y="516"/>
                  </a:lnTo>
                  <a:cubicBezTo>
                    <a:pt x="167" y="482"/>
                    <a:pt x="434" y="482"/>
                    <a:pt x="601" y="416"/>
                  </a:cubicBezTo>
                  <a:cubicBezTo>
                    <a:pt x="767" y="382"/>
                    <a:pt x="1068" y="249"/>
                    <a:pt x="1068" y="249"/>
                  </a:cubicBezTo>
                  <a:cubicBezTo>
                    <a:pt x="1068" y="249"/>
                    <a:pt x="1068" y="49"/>
                    <a:pt x="1101" y="49"/>
                  </a:cubicBezTo>
                  <a:cubicBezTo>
                    <a:pt x="1101" y="49"/>
                    <a:pt x="1001" y="15"/>
                    <a:pt x="868" y="15"/>
                  </a:cubicBezTo>
                  <a:cubicBezTo>
                    <a:pt x="801" y="15"/>
                    <a:pt x="719" y="1"/>
                    <a:pt x="6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42" name="Google Shape;3342;p28"/>
            <p:cNvSpPr/>
            <p:nvPr/>
          </p:nvSpPr>
          <p:spPr>
            <a:xfrm>
              <a:off x="5685900" y="1303875"/>
              <a:ext cx="25050" cy="12525"/>
            </a:xfrm>
            <a:custGeom>
              <a:avLst/>
              <a:gdLst/>
              <a:ahLst/>
              <a:cxnLst/>
              <a:rect l="l" t="t" r="r" b="b"/>
              <a:pathLst>
                <a:path w="1002" h="501" extrusionOk="0">
                  <a:moveTo>
                    <a:pt x="467" y="1"/>
                  </a:moveTo>
                  <a:cubicBezTo>
                    <a:pt x="301" y="1"/>
                    <a:pt x="0" y="101"/>
                    <a:pt x="0" y="101"/>
                  </a:cubicBezTo>
                  <a:lnTo>
                    <a:pt x="0" y="367"/>
                  </a:lnTo>
                  <a:cubicBezTo>
                    <a:pt x="0" y="367"/>
                    <a:pt x="301" y="501"/>
                    <a:pt x="501" y="501"/>
                  </a:cubicBezTo>
                  <a:cubicBezTo>
                    <a:pt x="734" y="501"/>
                    <a:pt x="1001" y="334"/>
                    <a:pt x="1001" y="334"/>
                  </a:cubicBezTo>
                  <a:cubicBezTo>
                    <a:pt x="1001" y="267"/>
                    <a:pt x="968" y="67"/>
                    <a:pt x="934" y="34"/>
                  </a:cubicBezTo>
                  <a:cubicBezTo>
                    <a:pt x="934" y="34"/>
                    <a:pt x="634" y="1"/>
                    <a:pt x="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43" name="Google Shape;3343;p28"/>
            <p:cNvSpPr/>
            <p:nvPr/>
          </p:nvSpPr>
          <p:spPr>
            <a:xfrm>
              <a:off x="5883550" y="1322225"/>
              <a:ext cx="20850" cy="12525"/>
            </a:xfrm>
            <a:custGeom>
              <a:avLst/>
              <a:gdLst/>
              <a:ahLst/>
              <a:cxnLst/>
              <a:rect l="l" t="t" r="r" b="b"/>
              <a:pathLst>
                <a:path w="834" h="501" extrusionOk="0">
                  <a:moveTo>
                    <a:pt x="434" y="0"/>
                  </a:moveTo>
                  <a:cubicBezTo>
                    <a:pt x="234" y="0"/>
                    <a:pt x="0" y="100"/>
                    <a:pt x="0" y="100"/>
                  </a:cubicBezTo>
                  <a:lnTo>
                    <a:pt x="0" y="334"/>
                  </a:lnTo>
                  <a:cubicBezTo>
                    <a:pt x="0" y="334"/>
                    <a:pt x="234" y="501"/>
                    <a:pt x="367" y="501"/>
                  </a:cubicBezTo>
                  <a:cubicBezTo>
                    <a:pt x="567" y="501"/>
                    <a:pt x="834" y="434"/>
                    <a:pt x="834" y="434"/>
                  </a:cubicBezTo>
                  <a:lnTo>
                    <a:pt x="834" y="167"/>
                  </a:lnTo>
                  <a:cubicBezTo>
                    <a:pt x="834" y="167"/>
                    <a:pt x="567" y="0"/>
                    <a:pt x="4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44" name="Google Shape;3344;p28"/>
            <p:cNvSpPr/>
            <p:nvPr/>
          </p:nvSpPr>
          <p:spPr>
            <a:xfrm>
              <a:off x="5879375" y="1356425"/>
              <a:ext cx="27550" cy="13100"/>
            </a:xfrm>
            <a:custGeom>
              <a:avLst/>
              <a:gdLst/>
              <a:ahLst/>
              <a:cxnLst/>
              <a:rect l="l" t="t" r="r" b="b"/>
              <a:pathLst>
                <a:path w="1102" h="524" extrusionOk="0">
                  <a:moveTo>
                    <a:pt x="501" y="0"/>
                  </a:moveTo>
                  <a:cubicBezTo>
                    <a:pt x="334" y="67"/>
                    <a:pt x="34" y="234"/>
                    <a:pt x="34" y="234"/>
                  </a:cubicBezTo>
                  <a:cubicBezTo>
                    <a:pt x="0" y="234"/>
                    <a:pt x="67" y="467"/>
                    <a:pt x="67" y="467"/>
                  </a:cubicBezTo>
                  <a:cubicBezTo>
                    <a:pt x="67" y="467"/>
                    <a:pt x="236" y="523"/>
                    <a:pt x="405" y="523"/>
                  </a:cubicBezTo>
                  <a:cubicBezTo>
                    <a:pt x="461" y="523"/>
                    <a:pt x="517" y="517"/>
                    <a:pt x="567" y="500"/>
                  </a:cubicBezTo>
                  <a:cubicBezTo>
                    <a:pt x="701" y="500"/>
                    <a:pt x="834" y="467"/>
                    <a:pt x="901" y="400"/>
                  </a:cubicBezTo>
                  <a:cubicBezTo>
                    <a:pt x="1001" y="300"/>
                    <a:pt x="1068" y="267"/>
                    <a:pt x="1068" y="267"/>
                  </a:cubicBezTo>
                  <a:cubicBezTo>
                    <a:pt x="1101" y="267"/>
                    <a:pt x="1001" y="100"/>
                    <a:pt x="9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45" name="Google Shape;3345;p28"/>
            <p:cNvSpPr/>
            <p:nvPr/>
          </p:nvSpPr>
          <p:spPr>
            <a:xfrm>
              <a:off x="5881050" y="1386875"/>
              <a:ext cx="28375" cy="14000"/>
            </a:xfrm>
            <a:custGeom>
              <a:avLst/>
              <a:gdLst/>
              <a:ahLst/>
              <a:cxnLst/>
              <a:rect l="l" t="t" r="r" b="b"/>
              <a:pathLst>
                <a:path w="1135" h="560" extrusionOk="0">
                  <a:moveTo>
                    <a:pt x="990" y="1"/>
                  </a:moveTo>
                  <a:cubicBezTo>
                    <a:pt x="981" y="1"/>
                    <a:pt x="973" y="5"/>
                    <a:pt x="967" y="16"/>
                  </a:cubicBezTo>
                  <a:cubicBezTo>
                    <a:pt x="967" y="16"/>
                    <a:pt x="867" y="50"/>
                    <a:pt x="801" y="50"/>
                  </a:cubicBezTo>
                  <a:cubicBezTo>
                    <a:pt x="701" y="50"/>
                    <a:pt x="600" y="50"/>
                    <a:pt x="500" y="83"/>
                  </a:cubicBezTo>
                  <a:cubicBezTo>
                    <a:pt x="300" y="116"/>
                    <a:pt x="0" y="250"/>
                    <a:pt x="0" y="250"/>
                  </a:cubicBezTo>
                  <a:lnTo>
                    <a:pt x="0" y="517"/>
                  </a:lnTo>
                  <a:cubicBezTo>
                    <a:pt x="0" y="517"/>
                    <a:pt x="213" y="559"/>
                    <a:pt x="436" y="559"/>
                  </a:cubicBezTo>
                  <a:cubicBezTo>
                    <a:pt x="491" y="559"/>
                    <a:pt x="547" y="557"/>
                    <a:pt x="600" y="550"/>
                  </a:cubicBezTo>
                  <a:cubicBezTo>
                    <a:pt x="701" y="517"/>
                    <a:pt x="867" y="417"/>
                    <a:pt x="967" y="350"/>
                  </a:cubicBezTo>
                  <a:cubicBezTo>
                    <a:pt x="1101" y="250"/>
                    <a:pt x="1134" y="183"/>
                    <a:pt x="1134" y="183"/>
                  </a:cubicBezTo>
                  <a:cubicBezTo>
                    <a:pt x="1134" y="127"/>
                    <a:pt x="1040" y="1"/>
                    <a:pt x="9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46" name="Google Shape;3346;p28"/>
            <p:cNvSpPr/>
            <p:nvPr/>
          </p:nvSpPr>
          <p:spPr>
            <a:xfrm>
              <a:off x="5893550" y="1417300"/>
              <a:ext cx="27550" cy="12900"/>
            </a:xfrm>
            <a:custGeom>
              <a:avLst/>
              <a:gdLst/>
              <a:ahLst/>
              <a:cxnLst/>
              <a:rect l="l" t="t" r="r" b="b"/>
              <a:pathLst>
                <a:path w="1102" h="516" extrusionOk="0">
                  <a:moveTo>
                    <a:pt x="1001" y="0"/>
                  </a:moveTo>
                  <a:cubicBezTo>
                    <a:pt x="1001" y="0"/>
                    <a:pt x="668" y="0"/>
                    <a:pt x="501" y="33"/>
                  </a:cubicBezTo>
                  <a:cubicBezTo>
                    <a:pt x="301" y="67"/>
                    <a:pt x="0" y="234"/>
                    <a:pt x="0" y="234"/>
                  </a:cubicBezTo>
                  <a:lnTo>
                    <a:pt x="34" y="500"/>
                  </a:lnTo>
                  <a:cubicBezTo>
                    <a:pt x="34" y="500"/>
                    <a:pt x="182" y="515"/>
                    <a:pt x="350" y="515"/>
                  </a:cubicBezTo>
                  <a:cubicBezTo>
                    <a:pt x="434" y="515"/>
                    <a:pt x="523" y="512"/>
                    <a:pt x="601" y="500"/>
                  </a:cubicBezTo>
                  <a:cubicBezTo>
                    <a:pt x="801" y="400"/>
                    <a:pt x="1101" y="200"/>
                    <a:pt x="1101" y="200"/>
                  </a:cubicBez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47" name="Google Shape;3347;p28"/>
            <p:cNvSpPr/>
            <p:nvPr/>
          </p:nvSpPr>
          <p:spPr>
            <a:xfrm>
              <a:off x="5922725" y="1431475"/>
              <a:ext cx="15875" cy="16700"/>
            </a:xfrm>
            <a:custGeom>
              <a:avLst/>
              <a:gdLst/>
              <a:ahLst/>
              <a:cxnLst/>
              <a:rect l="l" t="t" r="r" b="b"/>
              <a:pathLst>
                <a:path w="635" h="668" extrusionOk="0">
                  <a:moveTo>
                    <a:pt x="334" y="0"/>
                  </a:moveTo>
                  <a:lnTo>
                    <a:pt x="268" y="100"/>
                  </a:lnTo>
                  <a:cubicBezTo>
                    <a:pt x="201" y="134"/>
                    <a:pt x="134" y="167"/>
                    <a:pt x="134" y="234"/>
                  </a:cubicBezTo>
                  <a:cubicBezTo>
                    <a:pt x="101" y="267"/>
                    <a:pt x="1" y="467"/>
                    <a:pt x="1" y="467"/>
                  </a:cubicBezTo>
                  <a:cubicBezTo>
                    <a:pt x="1" y="467"/>
                    <a:pt x="134" y="634"/>
                    <a:pt x="201" y="667"/>
                  </a:cubicBezTo>
                  <a:cubicBezTo>
                    <a:pt x="201" y="667"/>
                    <a:pt x="268" y="667"/>
                    <a:pt x="334" y="634"/>
                  </a:cubicBezTo>
                  <a:cubicBezTo>
                    <a:pt x="435" y="601"/>
                    <a:pt x="501" y="567"/>
                    <a:pt x="535" y="467"/>
                  </a:cubicBezTo>
                  <a:cubicBezTo>
                    <a:pt x="635" y="400"/>
                    <a:pt x="635" y="267"/>
                    <a:pt x="635" y="167"/>
                  </a:cubicBezTo>
                  <a:cubicBezTo>
                    <a:pt x="635" y="67"/>
                    <a:pt x="601"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48" name="Google Shape;3348;p28"/>
            <p:cNvSpPr/>
            <p:nvPr/>
          </p:nvSpPr>
          <p:spPr>
            <a:xfrm>
              <a:off x="5947750" y="1454825"/>
              <a:ext cx="13375" cy="20875"/>
            </a:xfrm>
            <a:custGeom>
              <a:avLst/>
              <a:gdLst/>
              <a:ahLst/>
              <a:cxnLst/>
              <a:rect l="l" t="t" r="r" b="b"/>
              <a:pathLst>
                <a:path w="535" h="835" extrusionOk="0">
                  <a:moveTo>
                    <a:pt x="201" y="0"/>
                  </a:moveTo>
                  <a:cubicBezTo>
                    <a:pt x="201" y="0"/>
                    <a:pt x="167" y="34"/>
                    <a:pt x="134" y="134"/>
                  </a:cubicBezTo>
                  <a:cubicBezTo>
                    <a:pt x="134" y="200"/>
                    <a:pt x="34" y="234"/>
                    <a:pt x="34" y="334"/>
                  </a:cubicBezTo>
                  <a:cubicBezTo>
                    <a:pt x="1" y="400"/>
                    <a:pt x="1" y="667"/>
                    <a:pt x="1" y="667"/>
                  </a:cubicBezTo>
                  <a:cubicBezTo>
                    <a:pt x="1" y="701"/>
                    <a:pt x="201" y="801"/>
                    <a:pt x="201" y="834"/>
                  </a:cubicBezTo>
                  <a:lnTo>
                    <a:pt x="334" y="701"/>
                  </a:lnTo>
                  <a:cubicBezTo>
                    <a:pt x="434" y="667"/>
                    <a:pt x="468" y="534"/>
                    <a:pt x="501" y="467"/>
                  </a:cubicBezTo>
                  <a:cubicBezTo>
                    <a:pt x="534" y="367"/>
                    <a:pt x="534" y="234"/>
                    <a:pt x="501" y="167"/>
                  </a:cubicBezTo>
                  <a:cubicBezTo>
                    <a:pt x="501" y="67"/>
                    <a:pt x="468" y="0"/>
                    <a:pt x="4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49" name="Google Shape;3349;p28"/>
            <p:cNvSpPr/>
            <p:nvPr/>
          </p:nvSpPr>
          <p:spPr>
            <a:xfrm>
              <a:off x="6052000" y="1769200"/>
              <a:ext cx="24200" cy="12550"/>
            </a:xfrm>
            <a:custGeom>
              <a:avLst/>
              <a:gdLst/>
              <a:ahLst/>
              <a:cxnLst/>
              <a:rect l="l" t="t" r="r" b="b"/>
              <a:pathLst>
                <a:path w="968" h="502" extrusionOk="0">
                  <a:moveTo>
                    <a:pt x="467" y="1"/>
                  </a:moveTo>
                  <a:cubicBezTo>
                    <a:pt x="300" y="1"/>
                    <a:pt x="0" y="134"/>
                    <a:pt x="0" y="134"/>
                  </a:cubicBezTo>
                  <a:lnTo>
                    <a:pt x="0" y="401"/>
                  </a:lnTo>
                  <a:cubicBezTo>
                    <a:pt x="0" y="401"/>
                    <a:pt x="267" y="501"/>
                    <a:pt x="467" y="501"/>
                  </a:cubicBezTo>
                  <a:cubicBezTo>
                    <a:pt x="634" y="501"/>
                    <a:pt x="934" y="401"/>
                    <a:pt x="934" y="401"/>
                  </a:cubicBezTo>
                  <a:cubicBezTo>
                    <a:pt x="968" y="401"/>
                    <a:pt x="968" y="168"/>
                    <a:pt x="934" y="134"/>
                  </a:cubicBezTo>
                  <a:cubicBezTo>
                    <a:pt x="934" y="134"/>
                    <a:pt x="634" y="1"/>
                    <a:pt x="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50" name="Google Shape;3350;p28"/>
            <p:cNvSpPr/>
            <p:nvPr/>
          </p:nvSpPr>
          <p:spPr>
            <a:xfrm>
              <a:off x="6047825" y="1789000"/>
              <a:ext cx="27550" cy="12750"/>
            </a:xfrm>
            <a:custGeom>
              <a:avLst/>
              <a:gdLst/>
              <a:ahLst/>
              <a:cxnLst/>
              <a:rect l="l" t="t" r="r" b="b"/>
              <a:pathLst>
                <a:path w="1102" h="510" extrusionOk="0">
                  <a:moveTo>
                    <a:pt x="633" y="0"/>
                  </a:moveTo>
                  <a:cubicBezTo>
                    <a:pt x="586" y="0"/>
                    <a:pt x="541" y="3"/>
                    <a:pt x="501" y="9"/>
                  </a:cubicBezTo>
                  <a:cubicBezTo>
                    <a:pt x="301" y="43"/>
                    <a:pt x="0" y="176"/>
                    <a:pt x="0" y="176"/>
                  </a:cubicBezTo>
                  <a:lnTo>
                    <a:pt x="0" y="443"/>
                  </a:lnTo>
                  <a:cubicBezTo>
                    <a:pt x="0" y="443"/>
                    <a:pt x="334" y="510"/>
                    <a:pt x="534" y="510"/>
                  </a:cubicBezTo>
                  <a:cubicBezTo>
                    <a:pt x="768" y="476"/>
                    <a:pt x="1035" y="310"/>
                    <a:pt x="1035" y="310"/>
                  </a:cubicBezTo>
                  <a:cubicBezTo>
                    <a:pt x="1101" y="276"/>
                    <a:pt x="1035" y="43"/>
                    <a:pt x="1035" y="43"/>
                  </a:cubicBezTo>
                  <a:cubicBezTo>
                    <a:pt x="1035" y="43"/>
                    <a:pt x="821" y="0"/>
                    <a:pt x="6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51" name="Google Shape;3351;p28"/>
            <p:cNvSpPr/>
            <p:nvPr/>
          </p:nvSpPr>
          <p:spPr>
            <a:xfrm>
              <a:off x="6058675" y="1816750"/>
              <a:ext cx="25875" cy="10850"/>
            </a:xfrm>
            <a:custGeom>
              <a:avLst/>
              <a:gdLst/>
              <a:ahLst/>
              <a:cxnLst/>
              <a:rect l="l" t="t" r="r" b="b"/>
              <a:pathLst>
                <a:path w="1035" h="434" extrusionOk="0">
                  <a:moveTo>
                    <a:pt x="434" y="0"/>
                  </a:moveTo>
                  <a:cubicBezTo>
                    <a:pt x="267" y="0"/>
                    <a:pt x="0" y="100"/>
                    <a:pt x="0" y="100"/>
                  </a:cubicBezTo>
                  <a:lnTo>
                    <a:pt x="0" y="367"/>
                  </a:lnTo>
                  <a:cubicBezTo>
                    <a:pt x="0" y="367"/>
                    <a:pt x="267" y="434"/>
                    <a:pt x="500" y="434"/>
                  </a:cubicBezTo>
                  <a:cubicBezTo>
                    <a:pt x="567" y="434"/>
                    <a:pt x="734" y="400"/>
                    <a:pt x="834" y="334"/>
                  </a:cubicBezTo>
                  <a:cubicBezTo>
                    <a:pt x="901" y="234"/>
                    <a:pt x="1001" y="200"/>
                    <a:pt x="1001" y="200"/>
                  </a:cubicBezTo>
                  <a:cubicBezTo>
                    <a:pt x="1034" y="200"/>
                    <a:pt x="901" y="34"/>
                    <a:pt x="9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52" name="Google Shape;3352;p28"/>
            <p:cNvSpPr/>
            <p:nvPr/>
          </p:nvSpPr>
          <p:spPr>
            <a:xfrm>
              <a:off x="6069500" y="1841750"/>
              <a:ext cx="22550" cy="12925"/>
            </a:xfrm>
            <a:custGeom>
              <a:avLst/>
              <a:gdLst/>
              <a:ahLst/>
              <a:cxnLst/>
              <a:rect l="l" t="t" r="r" b="b"/>
              <a:pathLst>
                <a:path w="902" h="517" extrusionOk="0">
                  <a:moveTo>
                    <a:pt x="635" y="1"/>
                  </a:moveTo>
                  <a:cubicBezTo>
                    <a:pt x="534" y="1"/>
                    <a:pt x="468" y="1"/>
                    <a:pt x="368" y="34"/>
                  </a:cubicBezTo>
                  <a:cubicBezTo>
                    <a:pt x="268" y="68"/>
                    <a:pt x="34" y="234"/>
                    <a:pt x="34" y="234"/>
                  </a:cubicBezTo>
                  <a:cubicBezTo>
                    <a:pt x="1" y="234"/>
                    <a:pt x="101" y="501"/>
                    <a:pt x="101" y="501"/>
                  </a:cubicBezTo>
                  <a:cubicBezTo>
                    <a:pt x="101" y="501"/>
                    <a:pt x="205" y="516"/>
                    <a:pt x="323" y="516"/>
                  </a:cubicBezTo>
                  <a:cubicBezTo>
                    <a:pt x="382" y="516"/>
                    <a:pt x="445" y="512"/>
                    <a:pt x="501" y="501"/>
                  </a:cubicBezTo>
                  <a:cubicBezTo>
                    <a:pt x="601" y="435"/>
                    <a:pt x="668" y="401"/>
                    <a:pt x="768" y="334"/>
                  </a:cubicBezTo>
                  <a:lnTo>
                    <a:pt x="901" y="201"/>
                  </a:lnTo>
                  <a:cubicBezTo>
                    <a:pt x="901" y="134"/>
                    <a:pt x="768" y="1"/>
                    <a:pt x="7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53" name="Google Shape;3353;p28"/>
            <p:cNvSpPr/>
            <p:nvPr/>
          </p:nvSpPr>
          <p:spPr>
            <a:xfrm>
              <a:off x="6191250" y="1887050"/>
              <a:ext cx="19225" cy="13275"/>
            </a:xfrm>
            <a:custGeom>
              <a:avLst/>
              <a:gdLst/>
              <a:ahLst/>
              <a:cxnLst/>
              <a:rect l="l" t="t" r="r" b="b"/>
              <a:pathLst>
                <a:path w="769" h="531" extrusionOk="0">
                  <a:moveTo>
                    <a:pt x="326" y="1"/>
                  </a:moveTo>
                  <a:cubicBezTo>
                    <a:pt x="214" y="1"/>
                    <a:pt x="101" y="57"/>
                    <a:pt x="101" y="57"/>
                  </a:cubicBezTo>
                  <a:lnTo>
                    <a:pt x="1" y="290"/>
                  </a:lnTo>
                  <a:cubicBezTo>
                    <a:pt x="1" y="290"/>
                    <a:pt x="201" y="457"/>
                    <a:pt x="368" y="524"/>
                  </a:cubicBezTo>
                  <a:cubicBezTo>
                    <a:pt x="382" y="529"/>
                    <a:pt x="399" y="531"/>
                    <a:pt x="418" y="531"/>
                  </a:cubicBezTo>
                  <a:cubicBezTo>
                    <a:pt x="530" y="531"/>
                    <a:pt x="701" y="457"/>
                    <a:pt x="701" y="457"/>
                  </a:cubicBezTo>
                  <a:cubicBezTo>
                    <a:pt x="701" y="424"/>
                    <a:pt x="768" y="257"/>
                    <a:pt x="768" y="224"/>
                  </a:cubicBezTo>
                  <a:cubicBezTo>
                    <a:pt x="768" y="224"/>
                    <a:pt x="601" y="57"/>
                    <a:pt x="435" y="24"/>
                  </a:cubicBezTo>
                  <a:cubicBezTo>
                    <a:pt x="401" y="7"/>
                    <a:pt x="364" y="1"/>
                    <a:pt x="3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54" name="Google Shape;3354;p28"/>
            <p:cNvSpPr/>
            <p:nvPr/>
          </p:nvSpPr>
          <p:spPr>
            <a:xfrm>
              <a:off x="6202925" y="1913475"/>
              <a:ext cx="20050" cy="12525"/>
            </a:xfrm>
            <a:custGeom>
              <a:avLst/>
              <a:gdLst/>
              <a:ahLst/>
              <a:cxnLst/>
              <a:rect l="l" t="t" r="r" b="b"/>
              <a:pathLst>
                <a:path w="802" h="501" extrusionOk="0">
                  <a:moveTo>
                    <a:pt x="368" y="1"/>
                  </a:moveTo>
                  <a:cubicBezTo>
                    <a:pt x="234" y="1"/>
                    <a:pt x="1" y="101"/>
                    <a:pt x="1" y="101"/>
                  </a:cubicBezTo>
                  <a:lnTo>
                    <a:pt x="1" y="368"/>
                  </a:lnTo>
                  <a:cubicBezTo>
                    <a:pt x="1" y="368"/>
                    <a:pt x="234" y="501"/>
                    <a:pt x="368" y="501"/>
                  </a:cubicBezTo>
                  <a:cubicBezTo>
                    <a:pt x="468" y="501"/>
                    <a:pt x="568" y="434"/>
                    <a:pt x="635" y="401"/>
                  </a:cubicBezTo>
                  <a:cubicBezTo>
                    <a:pt x="735" y="368"/>
                    <a:pt x="768" y="334"/>
                    <a:pt x="768" y="334"/>
                  </a:cubicBezTo>
                  <a:cubicBezTo>
                    <a:pt x="801" y="301"/>
                    <a:pt x="735" y="67"/>
                    <a:pt x="735" y="67"/>
                  </a:cubicBezTo>
                  <a:cubicBezTo>
                    <a:pt x="735" y="67"/>
                    <a:pt x="668" y="34"/>
                    <a:pt x="601" y="34"/>
                  </a:cubicBezTo>
                  <a:cubicBezTo>
                    <a:pt x="501" y="1"/>
                    <a:pt x="468" y="1"/>
                    <a:pt x="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55" name="Google Shape;3355;p28"/>
            <p:cNvSpPr/>
            <p:nvPr/>
          </p:nvSpPr>
          <p:spPr>
            <a:xfrm>
              <a:off x="6217100" y="1935150"/>
              <a:ext cx="21725" cy="12550"/>
            </a:xfrm>
            <a:custGeom>
              <a:avLst/>
              <a:gdLst/>
              <a:ahLst/>
              <a:cxnLst/>
              <a:rect l="l" t="t" r="r" b="b"/>
              <a:pathLst>
                <a:path w="869" h="502" extrusionOk="0">
                  <a:moveTo>
                    <a:pt x="568" y="1"/>
                  </a:moveTo>
                  <a:cubicBezTo>
                    <a:pt x="535" y="18"/>
                    <a:pt x="493" y="18"/>
                    <a:pt x="451" y="18"/>
                  </a:cubicBezTo>
                  <a:cubicBezTo>
                    <a:pt x="410" y="18"/>
                    <a:pt x="368" y="18"/>
                    <a:pt x="335" y="34"/>
                  </a:cubicBezTo>
                  <a:cubicBezTo>
                    <a:pt x="268" y="34"/>
                    <a:pt x="201" y="101"/>
                    <a:pt x="101" y="134"/>
                  </a:cubicBezTo>
                  <a:cubicBezTo>
                    <a:pt x="34" y="168"/>
                    <a:pt x="1" y="201"/>
                    <a:pt x="1" y="201"/>
                  </a:cubicBezTo>
                  <a:lnTo>
                    <a:pt x="1" y="468"/>
                  </a:lnTo>
                  <a:cubicBezTo>
                    <a:pt x="1" y="468"/>
                    <a:pt x="68" y="468"/>
                    <a:pt x="168" y="501"/>
                  </a:cubicBezTo>
                  <a:lnTo>
                    <a:pt x="501" y="501"/>
                  </a:lnTo>
                  <a:cubicBezTo>
                    <a:pt x="568" y="468"/>
                    <a:pt x="668" y="435"/>
                    <a:pt x="735" y="335"/>
                  </a:cubicBezTo>
                  <a:lnTo>
                    <a:pt x="868" y="201"/>
                  </a:lnTo>
                  <a:cubicBezTo>
                    <a:pt x="868" y="168"/>
                    <a:pt x="768" y="1"/>
                    <a:pt x="7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56" name="Google Shape;3356;p28"/>
            <p:cNvSpPr/>
            <p:nvPr/>
          </p:nvSpPr>
          <p:spPr>
            <a:xfrm>
              <a:off x="6226275" y="1956850"/>
              <a:ext cx="30900" cy="14200"/>
            </a:xfrm>
            <a:custGeom>
              <a:avLst/>
              <a:gdLst/>
              <a:ahLst/>
              <a:cxnLst/>
              <a:rect l="l" t="t" r="r" b="b"/>
              <a:pathLst>
                <a:path w="1236" h="568" extrusionOk="0">
                  <a:moveTo>
                    <a:pt x="1168" y="0"/>
                  </a:moveTo>
                  <a:cubicBezTo>
                    <a:pt x="1168" y="0"/>
                    <a:pt x="801" y="0"/>
                    <a:pt x="535" y="67"/>
                  </a:cubicBezTo>
                  <a:cubicBezTo>
                    <a:pt x="334" y="100"/>
                    <a:pt x="1" y="300"/>
                    <a:pt x="1" y="300"/>
                  </a:cubicBezTo>
                  <a:lnTo>
                    <a:pt x="34" y="567"/>
                  </a:lnTo>
                  <a:cubicBezTo>
                    <a:pt x="34" y="567"/>
                    <a:pt x="401" y="567"/>
                    <a:pt x="668" y="501"/>
                  </a:cubicBezTo>
                  <a:cubicBezTo>
                    <a:pt x="868" y="467"/>
                    <a:pt x="1202" y="267"/>
                    <a:pt x="1202" y="267"/>
                  </a:cubicBezTo>
                  <a:cubicBezTo>
                    <a:pt x="1235" y="234"/>
                    <a:pt x="1202" y="0"/>
                    <a:pt x="11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57" name="Google Shape;3357;p28"/>
            <p:cNvSpPr/>
            <p:nvPr/>
          </p:nvSpPr>
          <p:spPr>
            <a:xfrm>
              <a:off x="6255475" y="1985200"/>
              <a:ext cx="16700" cy="12525"/>
            </a:xfrm>
            <a:custGeom>
              <a:avLst/>
              <a:gdLst/>
              <a:ahLst/>
              <a:cxnLst/>
              <a:rect l="l" t="t" r="r" b="b"/>
              <a:pathLst>
                <a:path w="668" h="501" extrusionOk="0">
                  <a:moveTo>
                    <a:pt x="334" y="0"/>
                  </a:moveTo>
                  <a:cubicBezTo>
                    <a:pt x="201" y="0"/>
                    <a:pt x="0" y="134"/>
                    <a:pt x="0" y="134"/>
                  </a:cubicBezTo>
                  <a:lnTo>
                    <a:pt x="0" y="367"/>
                  </a:lnTo>
                  <a:cubicBezTo>
                    <a:pt x="0" y="367"/>
                    <a:pt x="201" y="501"/>
                    <a:pt x="334" y="501"/>
                  </a:cubicBezTo>
                  <a:cubicBezTo>
                    <a:pt x="467" y="501"/>
                    <a:pt x="668" y="367"/>
                    <a:pt x="668" y="367"/>
                  </a:cubicBezTo>
                  <a:lnTo>
                    <a:pt x="668" y="134"/>
                  </a:lnTo>
                  <a:cubicBezTo>
                    <a:pt x="668" y="134"/>
                    <a:pt x="467" y="0"/>
                    <a:pt x="3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58" name="Google Shape;3358;p28"/>
            <p:cNvSpPr/>
            <p:nvPr/>
          </p:nvSpPr>
          <p:spPr>
            <a:xfrm>
              <a:off x="5866850" y="2535600"/>
              <a:ext cx="24225" cy="12750"/>
            </a:xfrm>
            <a:custGeom>
              <a:avLst/>
              <a:gdLst/>
              <a:ahLst/>
              <a:cxnLst/>
              <a:rect l="l" t="t" r="r" b="b"/>
              <a:pathLst>
                <a:path w="969" h="510" extrusionOk="0">
                  <a:moveTo>
                    <a:pt x="468" y="0"/>
                  </a:moveTo>
                  <a:cubicBezTo>
                    <a:pt x="268" y="0"/>
                    <a:pt x="1" y="134"/>
                    <a:pt x="1" y="134"/>
                  </a:cubicBezTo>
                  <a:lnTo>
                    <a:pt x="1" y="367"/>
                  </a:lnTo>
                  <a:cubicBezTo>
                    <a:pt x="1" y="367"/>
                    <a:pt x="268" y="500"/>
                    <a:pt x="435" y="500"/>
                  </a:cubicBezTo>
                  <a:cubicBezTo>
                    <a:pt x="468" y="507"/>
                    <a:pt x="507" y="510"/>
                    <a:pt x="547" y="510"/>
                  </a:cubicBezTo>
                  <a:cubicBezTo>
                    <a:pt x="709" y="510"/>
                    <a:pt x="902" y="467"/>
                    <a:pt x="902" y="467"/>
                  </a:cubicBezTo>
                  <a:cubicBezTo>
                    <a:pt x="902" y="434"/>
                    <a:pt x="935" y="200"/>
                    <a:pt x="968" y="167"/>
                  </a:cubicBezTo>
                  <a:cubicBezTo>
                    <a:pt x="968" y="167"/>
                    <a:pt x="701" y="33"/>
                    <a:pt x="4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59" name="Google Shape;3359;p28"/>
            <p:cNvSpPr/>
            <p:nvPr/>
          </p:nvSpPr>
          <p:spPr>
            <a:xfrm>
              <a:off x="5867700" y="2555600"/>
              <a:ext cx="21700" cy="11700"/>
            </a:xfrm>
            <a:custGeom>
              <a:avLst/>
              <a:gdLst/>
              <a:ahLst/>
              <a:cxnLst/>
              <a:rect l="l" t="t" r="r" b="b"/>
              <a:pathLst>
                <a:path w="868" h="468" extrusionOk="0">
                  <a:moveTo>
                    <a:pt x="467" y="1"/>
                  </a:moveTo>
                  <a:cubicBezTo>
                    <a:pt x="334" y="1"/>
                    <a:pt x="134" y="34"/>
                    <a:pt x="134" y="34"/>
                  </a:cubicBezTo>
                  <a:cubicBezTo>
                    <a:pt x="67" y="34"/>
                    <a:pt x="0" y="234"/>
                    <a:pt x="0" y="234"/>
                  </a:cubicBezTo>
                  <a:cubicBezTo>
                    <a:pt x="0" y="234"/>
                    <a:pt x="234" y="468"/>
                    <a:pt x="467" y="468"/>
                  </a:cubicBezTo>
                  <a:cubicBezTo>
                    <a:pt x="634" y="468"/>
                    <a:pt x="868" y="334"/>
                    <a:pt x="868" y="334"/>
                  </a:cubicBezTo>
                  <a:lnTo>
                    <a:pt x="868" y="67"/>
                  </a:lnTo>
                  <a:cubicBezTo>
                    <a:pt x="868" y="67"/>
                    <a:pt x="567" y="1"/>
                    <a:pt x="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60" name="Google Shape;3360;p28"/>
            <p:cNvSpPr/>
            <p:nvPr/>
          </p:nvSpPr>
          <p:spPr>
            <a:xfrm>
              <a:off x="5871025" y="2579800"/>
              <a:ext cx="18375" cy="12525"/>
            </a:xfrm>
            <a:custGeom>
              <a:avLst/>
              <a:gdLst/>
              <a:ahLst/>
              <a:cxnLst/>
              <a:rect l="l" t="t" r="r" b="b"/>
              <a:pathLst>
                <a:path w="735" h="501" extrusionOk="0">
                  <a:moveTo>
                    <a:pt x="368" y="0"/>
                  </a:moveTo>
                  <a:cubicBezTo>
                    <a:pt x="268" y="0"/>
                    <a:pt x="201" y="33"/>
                    <a:pt x="101" y="67"/>
                  </a:cubicBezTo>
                  <a:cubicBezTo>
                    <a:pt x="34" y="100"/>
                    <a:pt x="1" y="167"/>
                    <a:pt x="1" y="167"/>
                  </a:cubicBezTo>
                  <a:cubicBezTo>
                    <a:pt x="1" y="200"/>
                    <a:pt x="67" y="400"/>
                    <a:pt x="67" y="400"/>
                  </a:cubicBezTo>
                  <a:cubicBezTo>
                    <a:pt x="67" y="400"/>
                    <a:pt x="101" y="434"/>
                    <a:pt x="201" y="434"/>
                  </a:cubicBezTo>
                  <a:cubicBezTo>
                    <a:pt x="268" y="500"/>
                    <a:pt x="368" y="500"/>
                    <a:pt x="401" y="500"/>
                  </a:cubicBezTo>
                  <a:cubicBezTo>
                    <a:pt x="534" y="500"/>
                    <a:pt x="735" y="367"/>
                    <a:pt x="735" y="367"/>
                  </a:cubicBezTo>
                  <a:lnTo>
                    <a:pt x="735" y="100"/>
                  </a:lnTo>
                  <a:cubicBezTo>
                    <a:pt x="735" y="100"/>
                    <a:pt x="501" y="0"/>
                    <a:pt x="3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61" name="Google Shape;3361;p28"/>
            <p:cNvSpPr/>
            <p:nvPr/>
          </p:nvSpPr>
          <p:spPr>
            <a:xfrm>
              <a:off x="5981100" y="2661525"/>
              <a:ext cx="27550" cy="12525"/>
            </a:xfrm>
            <a:custGeom>
              <a:avLst/>
              <a:gdLst/>
              <a:ahLst/>
              <a:cxnLst/>
              <a:rect l="l" t="t" r="r" b="b"/>
              <a:pathLst>
                <a:path w="1102" h="501" extrusionOk="0">
                  <a:moveTo>
                    <a:pt x="601" y="0"/>
                  </a:moveTo>
                  <a:cubicBezTo>
                    <a:pt x="368" y="0"/>
                    <a:pt x="34" y="67"/>
                    <a:pt x="34" y="67"/>
                  </a:cubicBezTo>
                  <a:lnTo>
                    <a:pt x="1" y="300"/>
                  </a:lnTo>
                  <a:cubicBezTo>
                    <a:pt x="1" y="300"/>
                    <a:pt x="301" y="467"/>
                    <a:pt x="501" y="500"/>
                  </a:cubicBezTo>
                  <a:cubicBezTo>
                    <a:pt x="701" y="500"/>
                    <a:pt x="1035" y="434"/>
                    <a:pt x="1035" y="434"/>
                  </a:cubicBezTo>
                  <a:cubicBezTo>
                    <a:pt x="1102" y="400"/>
                    <a:pt x="1102" y="167"/>
                    <a:pt x="1102" y="167"/>
                  </a:cubicBezTo>
                  <a:cubicBezTo>
                    <a:pt x="1102" y="167"/>
                    <a:pt x="768"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62" name="Google Shape;3362;p28"/>
            <p:cNvSpPr/>
            <p:nvPr/>
          </p:nvSpPr>
          <p:spPr>
            <a:xfrm>
              <a:off x="5975275" y="2639825"/>
              <a:ext cx="27550" cy="12900"/>
            </a:xfrm>
            <a:custGeom>
              <a:avLst/>
              <a:gdLst/>
              <a:ahLst/>
              <a:cxnLst/>
              <a:rect l="l" t="t" r="r" b="b"/>
              <a:pathLst>
                <a:path w="1102" h="516" extrusionOk="0">
                  <a:moveTo>
                    <a:pt x="201" y="1"/>
                  </a:moveTo>
                  <a:cubicBezTo>
                    <a:pt x="67" y="1"/>
                    <a:pt x="0" y="34"/>
                    <a:pt x="0" y="34"/>
                  </a:cubicBezTo>
                  <a:lnTo>
                    <a:pt x="0" y="301"/>
                  </a:lnTo>
                  <a:lnTo>
                    <a:pt x="167" y="368"/>
                  </a:lnTo>
                  <a:cubicBezTo>
                    <a:pt x="267" y="434"/>
                    <a:pt x="401" y="468"/>
                    <a:pt x="501" y="501"/>
                  </a:cubicBezTo>
                  <a:cubicBezTo>
                    <a:pt x="567" y="512"/>
                    <a:pt x="653" y="516"/>
                    <a:pt x="737" y="516"/>
                  </a:cubicBezTo>
                  <a:cubicBezTo>
                    <a:pt x="905" y="516"/>
                    <a:pt x="1068" y="501"/>
                    <a:pt x="1068" y="501"/>
                  </a:cubicBezTo>
                  <a:cubicBezTo>
                    <a:pt x="1068" y="501"/>
                    <a:pt x="1101" y="301"/>
                    <a:pt x="1068" y="268"/>
                  </a:cubicBezTo>
                  <a:cubicBezTo>
                    <a:pt x="1068" y="268"/>
                    <a:pt x="768" y="34"/>
                    <a:pt x="5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63" name="Google Shape;3363;p28"/>
            <p:cNvSpPr/>
            <p:nvPr/>
          </p:nvSpPr>
          <p:spPr>
            <a:xfrm>
              <a:off x="5989450" y="2697375"/>
              <a:ext cx="27550" cy="12900"/>
            </a:xfrm>
            <a:custGeom>
              <a:avLst/>
              <a:gdLst/>
              <a:ahLst/>
              <a:cxnLst/>
              <a:rect l="l" t="t" r="r" b="b"/>
              <a:pathLst>
                <a:path w="1102" h="516" extrusionOk="0">
                  <a:moveTo>
                    <a:pt x="768" y="0"/>
                  </a:moveTo>
                  <a:cubicBezTo>
                    <a:pt x="668" y="0"/>
                    <a:pt x="534" y="0"/>
                    <a:pt x="467" y="34"/>
                  </a:cubicBezTo>
                  <a:cubicBezTo>
                    <a:pt x="267" y="67"/>
                    <a:pt x="0" y="234"/>
                    <a:pt x="0" y="234"/>
                  </a:cubicBezTo>
                  <a:lnTo>
                    <a:pt x="34" y="501"/>
                  </a:lnTo>
                  <a:cubicBezTo>
                    <a:pt x="34" y="501"/>
                    <a:pt x="182" y="516"/>
                    <a:pt x="350" y="516"/>
                  </a:cubicBezTo>
                  <a:cubicBezTo>
                    <a:pt x="434" y="516"/>
                    <a:pt x="523" y="512"/>
                    <a:pt x="601" y="501"/>
                  </a:cubicBezTo>
                  <a:cubicBezTo>
                    <a:pt x="668" y="467"/>
                    <a:pt x="801" y="367"/>
                    <a:pt x="868" y="334"/>
                  </a:cubicBezTo>
                  <a:cubicBezTo>
                    <a:pt x="1001" y="234"/>
                    <a:pt x="1035" y="201"/>
                    <a:pt x="1035" y="201"/>
                  </a:cubicBezTo>
                  <a:cubicBezTo>
                    <a:pt x="1101" y="201"/>
                    <a:pt x="968" y="34"/>
                    <a:pt x="9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64" name="Google Shape;3364;p28"/>
            <p:cNvSpPr/>
            <p:nvPr/>
          </p:nvSpPr>
          <p:spPr>
            <a:xfrm>
              <a:off x="5997800" y="2727400"/>
              <a:ext cx="23350" cy="14100"/>
            </a:xfrm>
            <a:custGeom>
              <a:avLst/>
              <a:gdLst/>
              <a:ahLst/>
              <a:cxnLst/>
              <a:rect l="l" t="t" r="r" b="b"/>
              <a:pathLst>
                <a:path w="934" h="564" extrusionOk="0">
                  <a:moveTo>
                    <a:pt x="834" y="0"/>
                  </a:moveTo>
                  <a:cubicBezTo>
                    <a:pt x="834" y="0"/>
                    <a:pt x="534" y="0"/>
                    <a:pt x="367" y="34"/>
                  </a:cubicBezTo>
                  <a:lnTo>
                    <a:pt x="133" y="167"/>
                  </a:lnTo>
                  <a:cubicBezTo>
                    <a:pt x="100" y="200"/>
                    <a:pt x="0" y="267"/>
                    <a:pt x="0" y="267"/>
                  </a:cubicBezTo>
                  <a:lnTo>
                    <a:pt x="0" y="501"/>
                  </a:lnTo>
                  <a:cubicBezTo>
                    <a:pt x="0" y="501"/>
                    <a:pt x="33" y="534"/>
                    <a:pt x="167" y="534"/>
                  </a:cubicBezTo>
                  <a:cubicBezTo>
                    <a:pt x="211" y="556"/>
                    <a:pt x="256" y="564"/>
                    <a:pt x="298" y="564"/>
                  </a:cubicBezTo>
                  <a:cubicBezTo>
                    <a:pt x="382" y="564"/>
                    <a:pt x="456" y="534"/>
                    <a:pt x="500" y="534"/>
                  </a:cubicBezTo>
                  <a:cubicBezTo>
                    <a:pt x="701" y="467"/>
                    <a:pt x="934" y="300"/>
                    <a:pt x="934" y="300"/>
                  </a:cubicBezTo>
                  <a:cubicBezTo>
                    <a:pt x="934" y="267"/>
                    <a:pt x="867" y="34"/>
                    <a:pt x="8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65" name="Google Shape;3365;p28"/>
            <p:cNvSpPr/>
            <p:nvPr/>
          </p:nvSpPr>
          <p:spPr>
            <a:xfrm>
              <a:off x="6006950" y="2750000"/>
              <a:ext cx="20875" cy="13275"/>
            </a:xfrm>
            <a:custGeom>
              <a:avLst/>
              <a:gdLst/>
              <a:ahLst/>
              <a:cxnLst/>
              <a:rect l="l" t="t" r="r" b="b"/>
              <a:pathLst>
                <a:path w="835" h="531" extrusionOk="0">
                  <a:moveTo>
                    <a:pt x="521" y="1"/>
                  </a:moveTo>
                  <a:cubicBezTo>
                    <a:pt x="457" y="1"/>
                    <a:pt x="390" y="8"/>
                    <a:pt x="335" y="30"/>
                  </a:cubicBezTo>
                  <a:cubicBezTo>
                    <a:pt x="168" y="97"/>
                    <a:pt x="1" y="297"/>
                    <a:pt x="1" y="297"/>
                  </a:cubicBezTo>
                  <a:lnTo>
                    <a:pt x="134" y="531"/>
                  </a:lnTo>
                  <a:cubicBezTo>
                    <a:pt x="134" y="531"/>
                    <a:pt x="401" y="531"/>
                    <a:pt x="501" y="464"/>
                  </a:cubicBezTo>
                  <a:cubicBezTo>
                    <a:pt x="635" y="431"/>
                    <a:pt x="835" y="264"/>
                    <a:pt x="835" y="264"/>
                  </a:cubicBezTo>
                  <a:cubicBezTo>
                    <a:pt x="835" y="264"/>
                    <a:pt x="768" y="64"/>
                    <a:pt x="768" y="30"/>
                  </a:cubicBezTo>
                  <a:cubicBezTo>
                    <a:pt x="768" y="30"/>
                    <a:pt x="650" y="1"/>
                    <a:pt x="5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66" name="Google Shape;3366;p28"/>
            <p:cNvSpPr/>
            <p:nvPr/>
          </p:nvSpPr>
          <p:spPr>
            <a:xfrm>
              <a:off x="6026975" y="2785775"/>
              <a:ext cx="21700" cy="12525"/>
            </a:xfrm>
            <a:custGeom>
              <a:avLst/>
              <a:gdLst/>
              <a:ahLst/>
              <a:cxnLst/>
              <a:rect l="l" t="t" r="r" b="b"/>
              <a:pathLst>
                <a:path w="868" h="501" extrusionOk="0">
                  <a:moveTo>
                    <a:pt x="601" y="0"/>
                  </a:moveTo>
                  <a:cubicBezTo>
                    <a:pt x="551" y="17"/>
                    <a:pt x="509" y="17"/>
                    <a:pt x="468" y="17"/>
                  </a:cubicBezTo>
                  <a:cubicBezTo>
                    <a:pt x="426" y="17"/>
                    <a:pt x="384" y="17"/>
                    <a:pt x="334" y="34"/>
                  </a:cubicBezTo>
                  <a:cubicBezTo>
                    <a:pt x="301" y="34"/>
                    <a:pt x="201" y="100"/>
                    <a:pt x="134" y="134"/>
                  </a:cubicBezTo>
                  <a:cubicBezTo>
                    <a:pt x="34" y="167"/>
                    <a:pt x="1" y="200"/>
                    <a:pt x="1" y="200"/>
                  </a:cubicBezTo>
                  <a:lnTo>
                    <a:pt x="1" y="467"/>
                  </a:lnTo>
                  <a:cubicBezTo>
                    <a:pt x="1" y="467"/>
                    <a:pt x="101" y="467"/>
                    <a:pt x="167" y="501"/>
                  </a:cubicBezTo>
                  <a:lnTo>
                    <a:pt x="501" y="501"/>
                  </a:lnTo>
                  <a:cubicBezTo>
                    <a:pt x="668" y="434"/>
                    <a:pt x="868" y="200"/>
                    <a:pt x="868" y="200"/>
                  </a:cubicBezTo>
                  <a:cubicBezTo>
                    <a:pt x="868" y="200"/>
                    <a:pt x="801" y="34"/>
                    <a:pt x="7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67" name="Google Shape;3367;p28"/>
            <p:cNvSpPr/>
            <p:nvPr/>
          </p:nvSpPr>
          <p:spPr>
            <a:xfrm>
              <a:off x="6014475" y="2405500"/>
              <a:ext cx="15025" cy="12525"/>
            </a:xfrm>
            <a:custGeom>
              <a:avLst/>
              <a:gdLst/>
              <a:ahLst/>
              <a:cxnLst/>
              <a:rect l="l" t="t" r="r" b="b"/>
              <a:pathLst>
                <a:path w="601" h="501" extrusionOk="0">
                  <a:moveTo>
                    <a:pt x="300" y="0"/>
                  </a:moveTo>
                  <a:cubicBezTo>
                    <a:pt x="167" y="0"/>
                    <a:pt x="0" y="134"/>
                    <a:pt x="0" y="134"/>
                  </a:cubicBezTo>
                  <a:lnTo>
                    <a:pt x="0" y="367"/>
                  </a:lnTo>
                  <a:cubicBezTo>
                    <a:pt x="0" y="367"/>
                    <a:pt x="167" y="501"/>
                    <a:pt x="300" y="501"/>
                  </a:cubicBezTo>
                  <a:cubicBezTo>
                    <a:pt x="434" y="501"/>
                    <a:pt x="601" y="367"/>
                    <a:pt x="601" y="367"/>
                  </a:cubicBezTo>
                  <a:lnTo>
                    <a:pt x="601" y="134"/>
                  </a:lnTo>
                  <a:cubicBezTo>
                    <a:pt x="601" y="134"/>
                    <a:pt x="434" y="0"/>
                    <a:pt x="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68" name="Google Shape;3368;p28"/>
            <p:cNvSpPr/>
            <p:nvPr/>
          </p:nvSpPr>
          <p:spPr>
            <a:xfrm>
              <a:off x="6021150" y="2423000"/>
              <a:ext cx="25875" cy="11700"/>
            </a:xfrm>
            <a:custGeom>
              <a:avLst/>
              <a:gdLst/>
              <a:ahLst/>
              <a:cxnLst/>
              <a:rect l="l" t="t" r="r" b="b"/>
              <a:pathLst>
                <a:path w="1035" h="468" extrusionOk="0">
                  <a:moveTo>
                    <a:pt x="500" y="1"/>
                  </a:moveTo>
                  <a:cubicBezTo>
                    <a:pt x="334" y="1"/>
                    <a:pt x="0" y="134"/>
                    <a:pt x="0" y="134"/>
                  </a:cubicBezTo>
                  <a:lnTo>
                    <a:pt x="0" y="368"/>
                  </a:lnTo>
                  <a:cubicBezTo>
                    <a:pt x="0" y="368"/>
                    <a:pt x="334" y="468"/>
                    <a:pt x="534" y="468"/>
                  </a:cubicBezTo>
                  <a:cubicBezTo>
                    <a:pt x="600" y="468"/>
                    <a:pt x="767" y="435"/>
                    <a:pt x="867" y="334"/>
                  </a:cubicBezTo>
                  <a:cubicBezTo>
                    <a:pt x="934" y="268"/>
                    <a:pt x="1034" y="201"/>
                    <a:pt x="1034" y="201"/>
                  </a:cubicBezTo>
                  <a:cubicBezTo>
                    <a:pt x="1034" y="201"/>
                    <a:pt x="1001" y="1"/>
                    <a:pt x="9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69" name="Google Shape;3369;p28"/>
            <p:cNvSpPr/>
            <p:nvPr/>
          </p:nvSpPr>
          <p:spPr>
            <a:xfrm>
              <a:off x="6030300" y="2439325"/>
              <a:ext cx="29225" cy="12900"/>
            </a:xfrm>
            <a:custGeom>
              <a:avLst/>
              <a:gdLst/>
              <a:ahLst/>
              <a:cxnLst/>
              <a:rect l="l" t="t" r="r" b="b"/>
              <a:pathLst>
                <a:path w="1169" h="516" extrusionOk="0">
                  <a:moveTo>
                    <a:pt x="636" y="0"/>
                  </a:moveTo>
                  <a:cubicBezTo>
                    <a:pt x="601" y="0"/>
                    <a:pt x="568" y="4"/>
                    <a:pt x="535" y="15"/>
                  </a:cubicBezTo>
                  <a:cubicBezTo>
                    <a:pt x="468" y="15"/>
                    <a:pt x="335" y="48"/>
                    <a:pt x="234" y="48"/>
                  </a:cubicBezTo>
                  <a:lnTo>
                    <a:pt x="68" y="48"/>
                  </a:lnTo>
                  <a:cubicBezTo>
                    <a:pt x="68" y="115"/>
                    <a:pt x="1" y="315"/>
                    <a:pt x="1" y="315"/>
                  </a:cubicBezTo>
                  <a:cubicBezTo>
                    <a:pt x="1" y="315"/>
                    <a:pt x="68" y="382"/>
                    <a:pt x="201" y="449"/>
                  </a:cubicBezTo>
                  <a:cubicBezTo>
                    <a:pt x="335" y="515"/>
                    <a:pt x="501" y="515"/>
                    <a:pt x="635" y="515"/>
                  </a:cubicBezTo>
                  <a:cubicBezTo>
                    <a:pt x="735" y="515"/>
                    <a:pt x="868" y="482"/>
                    <a:pt x="1002" y="382"/>
                  </a:cubicBezTo>
                  <a:cubicBezTo>
                    <a:pt x="1068" y="315"/>
                    <a:pt x="1168" y="282"/>
                    <a:pt x="1168" y="282"/>
                  </a:cubicBezTo>
                  <a:cubicBezTo>
                    <a:pt x="1168" y="215"/>
                    <a:pt x="1068" y="48"/>
                    <a:pt x="1068" y="15"/>
                  </a:cubicBezTo>
                  <a:lnTo>
                    <a:pt x="868" y="15"/>
                  </a:lnTo>
                  <a:cubicBezTo>
                    <a:pt x="779" y="15"/>
                    <a:pt x="705" y="0"/>
                    <a:pt x="6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70" name="Google Shape;3370;p28"/>
            <p:cNvSpPr/>
            <p:nvPr/>
          </p:nvSpPr>
          <p:spPr>
            <a:xfrm>
              <a:off x="6039475" y="2460525"/>
              <a:ext cx="30050" cy="12550"/>
            </a:xfrm>
            <a:custGeom>
              <a:avLst/>
              <a:gdLst/>
              <a:ahLst/>
              <a:cxnLst/>
              <a:rect l="l" t="t" r="r" b="b"/>
              <a:pathLst>
                <a:path w="1202" h="502" extrusionOk="0">
                  <a:moveTo>
                    <a:pt x="601" y="1"/>
                  </a:moveTo>
                  <a:cubicBezTo>
                    <a:pt x="334" y="1"/>
                    <a:pt x="1" y="134"/>
                    <a:pt x="1" y="134"/>
                  </a:cubicBezTo>
                  <a:lnTo>
                    <a:pt x="1" y="368"/>
                  </a:lnTo>
                  <a:cubicBezTo>
                    <a:pt x="1" y="368"/>
                    <a:pt x="334" y="501"/>
                    <a:pt x="601" y="501"/>
                  </a:cubicBezTo>
                  <a:cubicBezTo>
                    <a:pt x="835" y="501"/>
                    <a:pt x="1168" y="335"/>
                    <a:pt x="1168" y="335"/>
                  </a:cubicBezTo>
                  <a:cubicBezTo>
                    <a:pt x="1202" y="301"/>
                    <a:pt x="1168" y="101"/>
                    <a:pt x="1168" y="34"/>
                  </a:cubicBezTo>
                  <a:cubicBezTo>
                    <a:pt x="1168" y="34"/>
                    <a:pt x="801" y="1"/>
                    <a:pt x="6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71" name="Google Shape;3371;p28"/>
            <p:cNvSpPr/>
            <p:nvPr/>
          </p:nvSpPr>
          <p:spPr>
            <a:xfrm>
              <a:off x="6157075" y="2473875"/>
              <a:ext cx="23375" cy="11700"/>
            </a:xfrm>
            <a:custGeom>
              <a:avLst/>
              <a:gdLst/>
              <a:ahLst/>
              <a:cxnLst/>
              <a:rect l="l" t="t" r="r" b="b"/>
              <a:pathLst>
                <a:path w="935" h="468" extrusionOk="0">
                  <a:moveTo>
                    <a:pt x="467" y="1"/>
                  </a:moveTo>
                  <a:cubicBezTo>
                    <a:pt x="401" y="1"/>
                    <a:pt x="300" y="67"/>
                    <a:pt x="267" y="67"/>
                  </a:cubicBezTo>
                  <a:lnTo>
                    <a:pt x="134" y="67"/>
                  </a:lnTo>
                  <a:cubicBezTo>
                    <a:pt x="100" y="67"/>
                    <a:pt x="0" y="268"/>
                    <a:pt x="0" y="268"/>
                  </a:cubicBezTo>
                  <a:cubicBezTo>
                    <a:pt x="0" y="268"/>
                    <a:pt x="100" y="334"/>
                    <a:pt x="167" y="401"/>
                  </a:cubicBezTo>
                  <a:cubicBezTo>
                    <a:pt x="300" y="468"/>
                    <a:pt x="434" y="468"/>
                    <a:pt x="501" y="468"/>
                  </a:cubicBezTo>
                  <a:cubicBezTo>
                    <a:pt x="667" y="434"/>
                    <a:pt x="901" y="334"/>
                    <a:pt x="901" y="334"/>
                  </a:cubicBezTo>
                  <a:lnTo>
                    <a:pt x="934" y="134"/>
                  </a:lnTo>
                  <a:lnTo>
                    <a:pt x="767" y="67"/>
                  </a:lnTo>
                  <a:cubicBezTo>
                    <a:pt x="667" y="1"/>
                    <a:pt x="567" y="1"/>
                    <a:pt x="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72" name="Google Shape;3372;p28"/>
            <p:cNvSpPr/>
            <p:nvPr/>
          </p:nvSpPr>
          <p:spPr>
            <a:xfrm>
              <a:off x="6161250" y="2505575"/>
              <a:ext cx="16700" cy="12750"/>
            </a:xfrm>
            <a:custGeom>
              <a:avLst/>
              <a:gdLst/>
              <a:ahLst/>
              <a:cxnLst/>
              <a:rect l="l" t="t" r="r" b="b"/>
              <a:pathLst>
                <a:path w="668" h="510" extrusionOk="0">
                  <a:moveTo>
                    <a:pt x="300" y="0"/>
                  </a:moveTo>
                  <a:cubicBezTo>
                    <a:pt x="167" y="34"/>
                    <a:pt x="0" y="200"/>
                    <a:pt x="0" y="200"/>
                  </a:cubicBezTo>
                  <a:cubicBezTo>
                    <a:pt x="0" y="234"/>
                    <a:pt x="100" y="467"/>
                    <a:pt x="100" y="467"/>
                  </a:cubicBezTo>
                  <a:cubicBezTo>
                    <a:pt x="100" y="467"/>
                    <a:pt x="228" y="510"/>
                    <a:pt x="348" y="510"/>
                  </a:cubicBezTo>
                  <a:cubicBezTo>
                    <a:pt x="378" y="510"/>
                    <a:pt x="407" y="507"/>
                    <a:pt x="434" y="501"/>
                  </a:cubicBezTo>
                  <a:cubicBezTo>
                    <a:pt x="467" y="501"/>
                    <a:pt x="567" y="467"/>
                    <a:pt x="600" y="401"/>
                  </a:cubicBezTo>
                  <a:lnTo>
                    <a:pt x="667" y="334"/>
                  </a:lnTo>
                  <a:lnTo>
                    <a:pt x="667" y="67"/>
                  </a:lnTo>
                  <a:cubicBezTo>
                    <a:pt x="667" y="67"/>
                    <a:pt x="634" y="34"/>
                    <a:pt x="567" y="34"/>
                  </a:cubicBezTo>
                  <a:cubicBezTo>
                    <a:pt x="467" y="0"/>
                    <a:pt x="400" y="0"/>
                    <a:pt x="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73" name="Google Shape;3373;p28"/>
            <p:cNvSpPr/>
            <p:nvPr/>
          </p:nvSpPr>
          <p:spPr>
            <a:xfrm>
              <a:off x="6180425" y="2533925"/>
              <a:ext cx="22525" cy="13725"/>
            </a:xfrm>
            <a:custGeom>
              <a:avLst/>
              <a:gdLst/>
              <a:ahLst/>
              <a:cxnLst/>
              <a:rect l="l" t="t" r="r" b="b"/>
              <a:pathLst>
                <a:path w="901" h="549" extrusionOk="0">
                  <a:moveTo>
                    <a:pt x="701" y="0"/>
                  </a:moveTo>
                  <a:cubicBezTo>
                    <a:pt x="701" y="0"/>
                    <a:pt x="667" y="34"/>
                    <a:pt x="567" y="34"/>
                  </a:cubicBezTo>
                  <a:cubicBezTo>
                    <a:pt x="551" y="50"/>
                    <a:pt x="509" y="50"/>
                    <a:pt x="467" y="50"/>
                  </a:cubicBezTo>
                  <a:cubicBezTo>
                    <a:pt x="426" y="50"/>
                    <a:pt x="384" y="50"/>
                    <a:pt x="367" y="67"/>
                  </a:cubicBezTo>
                  <a:cubicBezTo>
                    <a:pt x="300" y="67"/>
                    <a:pt x="200" y="100"/>
                    <a:pt x="134" y="167"/>
                  </a:cubicBezTo>
                  <a:cubicBezTo>
                    <a:pt x="67" y="201"/>
                    <a:pt x="0" y="234"/>
                    <a:pt x="0" y="234"/>
                  </a:cubicBezTo>
                  <a:lnTo>
                    <a:pt x="0" y="501"/>
                  </a:lnTo>
                  <a:cubicBezTo>
                    <a:pt x="0" y="501"/>
                    <a:pt x="67" y="501"/>
                    <a:pt x="167" y="534"/>
                  </a:cubicBezTo>
                  <a:cubicBezTo>
                    <a:pt x="189" y="545"/>
                    <a:pt x="223" y="549"/>
                    <a:pt x="261" y="549"/>
                  </a:cubicBezTo>
                  <a:cubicBezTo>
                    <a:pt x="337" y="549"/>
                    <a:pt x="434" y="534"/>
                    <a:pt x="501" y="534"/>
                  </a:cubicBezTo>
                  <a:cubicBezTo>
                    <a:pt x="567" y="501"/>
                    <a:pt x="701" y="401"/>
                    <a:pt x="801" y="334"/>
                  </a:cubicBezTo>
                  <a:cubicBezTo>
                    <a:pt x="868" y="234"/>
                    <a:pt x="901" y="167"/>
                    <a:pt x="901" y="167"/>
                  </a:cubicBezTo>
                  <a:cubicBezTo>
                    <a:pt x="901" y="100"/>
                    <a:pt x="734" y="0"/>
                    <a:pt x="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74" name="Google Shape;3374;p28"/>
            <p:cNvSpPr/>
            <p:nvPr/>
          </p:nvSpPr>
          <p:spPr>
            <a:xfrm>
              <a:off x="6196275" y="2556075"/>
              <a:ext cx="25025" cy="13275"/>
            </a:xfrm>
            <a:custGeom>
              <a:avLst/>
              <a:gdLst/>
              <a:ahLst/>
              <a:cxnLst/>
              <a:rect l="l" t="t" r="r" b="b"/>
              <a:pathLst>
                <a:path w="1001" h="531" extrusionOk="0">
                  <a:moveTo>
                    <a:pt x="604" y="0"/>
                  </a:moveTo>
                  <a:cubicBezTo>
                    <a:pt x="530" y="0"/>
                    <a:pt x="456" y="4"/>
                    <a:pt x="400" y="15"/>
                  </a:cubicBezTo>
                  <a:lnTo>
                    <a:pt x="167" y="148"/>
                  </a:lnTo>
                  <a:lnTo>
                    <a:pt x="0" y="215"/>
                  </a:lnTo>
                  <a:lnTo>
                    <a:pt x="0" y="482"/>
                  </a:lnTo>
                  <a:cubicBezTo>
                    <a:pt x="0" y="482"/>
                    <a:pt x="67" y="515"/>
                    <a:pt x="200" y="515"/>
                  </a:cubicBezTo>
                  <a:cubicBezTo>
                    <a:pt x="222" y="527"/>
                    <a:pt x="252" y="530"/>
                    <a:pt x="287" y="530"/>
                  </a:cubicBezTo>
                  <a:cubicBezTo>
                    <a:pt x="356" y="530"/>
                    <a:pt x="445" y="515"/>
                    <a:pt x="534" y="515"/>
                  </a:cubicBezTo>
                  <a:cubicBezTo>
                    <a:pt x="701" y="449"/>
                    <a:pt x="934" y="282"/>
                    <a:pt x="934" y="282"/>
                  </a:cubicBezTo>
                  <a:cubicBezTo>
                    <a:pt x="1001" y="215"/>
                    <a:pt x="934" y="15"/>
                    <a:pt x="901" y="15"/>
                  </a:cubicBezTo>
                  <a:cubicBezTo>
                    <a:pt x="901" y="15"/>
                    <a:pt x="752" y="0"/>
                    <a:pt x="6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75" name="Google Shape;3375;p28"/>
            <p:cNvSpPr/>
            <p:nvPr/>
          </p:nvSpPr>
          <p:spPr>
            <a:xfrm>
              <a:off x="6225450" y="2571925"/>
              <a:ext cx="22550" cy="13275"/>
            </a:xfrm>
            <a:custGeom>
              <a:avLst/>
              <a:gdLst/>
              <a:ahLst/>
              <a:cxnLst/>
              <a:rect l="l" t="t" r="r" b="b"/>
              <a:pathLst>
                <a:path w="902" h="531" extrusionOk="0">
                  <a:moveTo>
                    <a:pt x="563" y="0"/>
                  </a:moveTo>
                  <a:cubicBezTo>
                    <a:pt x="493" y="0"/>
                    <a:pt x="423" y="4"/>
                    <a:pt x="367" y="15"/>
                  </a:cubicBezTo>
                  <a:lnTo>
                    <a:pt x="101" y="148"/>
                  </a:lnTo>
                  <a:cubicBezTo>
                    <a:pt x="34" y="182"/>
                    <a:pt x="1" y="215"/>
                    <a:pt x="1" y="215"/>
                  </a:cubicBezTo>
                  <a:lnTo>
                    <a:pt x="1" y="482"/>
                  </a:lnTo>
                  <a:cubicBezTo>
                    <a:pt x="1" y="482"/>
                    <a:pt x="34" y="515"/>
                    <a:pt x="167" y="515"/>
                  </a:cubicBezTo>
                  <a:cubicBezTo>
                    <a:pt x="201" y="526"/>
                    <a:pt x="238" y="530"/>
                    <a:pt x="276" y="530"/>
                  </a:cubicBezTo>
                  <a:cubicBezTo>
                    <a:pt x="353" y="530"/>
                    <a:pt x="434" y="515"/>
                    <a:pt x="501" y="515"/>
                  </a:cubicBezTo>
                  <a:cubicBezTo>
                    <a:pt x="701" y="415"/>
                    <a:pt x="901" y="248"/>
                    <a:pt x="901" y="248"/>
                  </a:cubicBezTo>
                  <a:cubicBezTo>
                    <a:pt x="901" y="215"/>
                    <a:pt x="868" y="15"/>
                    <a:pt x="834" y="15"/>
                  </a:cubicBezTo>
                  <a:cubicBezTo>
                    <a:pt x="834" y="15"/>
                    <a:pt x="701" y="0"/>
                    <a:pt x="5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76" name="Google Shape;3376;p28"/>
            <p:cNvSpPr/>
            <p:nvPr/>
          </p:nvSpPr>
          <p:spPr>
            <a:xfrm>
              <a:off x="4955375" y="1038675"/>
              <a:ext cx="507925" cy="345025"/>
            </a:xfrm>
            <a:custGeom>
              <a:avLst/>
              <a:gdLst/>
              <a:ahLst/>
              <a:cxnLst/>
              <a:rect l="l" t="t" r="r" b="b"/>
              <a:pathLst>
                <a:path w="20317" h="13801" extrusionOk="0">
                  <a:moveTo>
                    <a:pt x="167" y="0"/>
                  </a:moveTo>
                  <a:cubicBezTo>
                    <a:pt x="81" y="0"/>
                    <a:pt x="1" y="60"/>
                    <a:pt x="1" y="201"/>
                  </a:cubicBezTo>
                  <a:lnTo>
                    <a:pt x="1" y="568"/>
                  </a:lnTo>
                  <a:cubicBezTo>
                    <a:pt x="34" y="835"/>
                    <a:pt x="1" y="1168"/>
                    <a:pt x="34" y="1569"/>
                  </a:cubicBezTo>
                  <a:cubicBezTo>
                    <a:pt x="34" y="2469"/>
                    <a:pt x="201" y="3637"/>
                    <a:pt x="701" y="4904"/>
                  </a:cubicBezTo>
                  <a:cubicBezTo>
                    <a:pt x="1168" y="6205"/>
                    <a:pt x="2135" y="7506"/>
                    <a:pt x="3370" y="8407"/>
                  </a:cubicBezTo>
                  <a:cubicBezTo>
                    <a:pt x="4637" y="9341"/>
                    <a:pt x="6038" y="9908"/>
                    <a:pt x="7306" y="10308"/>
                  </a:cubicBezTo>
                  <a:cubicBezTo>
                    <a:pt x="9808" y="11109"/>
                    <a:pt x="13110" y="11509"/>
                    <a:pt x="15645" y="12143"/>
                  </a:cubicBezTo>
                  <a:cubicBezTo>
                    <a:pt x="16946" y="12477"/>
                    <a:pt x="18013" y="12843"/>
                    <a:pt x="18781" y="13177"/>
                  </a:cubicBezTo>
                  <a:cubicBezTo>
                    <a:pt x="19148" y="13344"/>
                    <a:pt x="19448" y="13477"/>
                    <a:pt x="19648" y="13611"/>
                  </a:cubicBezTo>
                  <a:cubicBezTo>
                    <a:pt x="19815" y="13711"/>
                    <a:pt x="19948" y="13777"/>
                    <a:pt x="19948" y="13777"/>
                  </a:cubicBezTo>
                  <a:cubicBezTo>
                    <a:pt x="19986" y="13793"/>
                    <a:pt x="20021" y="13801"/>
                    <a:pt x="20054" y="13801"/>
                  </a:cubicBezTo>
                  <a:cubicBezTo>
                    <a:pt x="20226" y="13801"/>
                    <a:pt x="20316" y="13596"/>
                    <a:pt x="20148" y="13344"/>
                  </a:cubicBezTo>
                  <a:cubicBezTo>
                    <a:pt x="20148" y="13344"/>
                    <a:pt x="20048" y="13244"/>
                    <a:pt x="19848" y="13144"/>
                  </a:cubicBezTo>
                  <a:cubicBezTo>
                    <a:pt x="19648" y="12977"/>
                    <a:pt x="19348" y="12843"/>
                    <a:pt x="18981" y="12643"/>
                  </a:cubicBezTo>
                  <a:cubicBezTo>
                    <a:pt x="18180" y="12243"/>
                    <a:pt x="17113" y="11809"/>
                    <a:pt x="15812" y="11476"/>
                  </a:cubicBezTo>
                  <a:cubicBezTo>
                    <a:pt x="13210" y="10742"/>
                    <a:pt x="9941" y="10242"/>
                    <a:pt x="7506" y="9508"/>
                  </a:cubicBezTo>
                  <a:cubicBezTo>
                    <a:pt x="6305" y="9141"/>
                    <a:pt x="4937" y="8640"/>
                    <a:pt x="3770" y="7807"/>
                  </a:cubicBezTo>
                  <a:cubicBezTo>
                    <a:pt x="2602" y="6973"/>
                    <a:pt x="1668" y="5805"/>
                    <a:pt x="1168" y="4638"/>
                  </a:cubicBezTo>
                  <a:cubicBezTo>
                    <a:pt x="668" y="3470"/>
                    <a:pt x="468" y="2336"/>
                    <a:pt x="434" y="1502"/>
                  </a:cubicBezTo>
                  <a:cubicBezTo>
                    <a:pt x="367" y="1068"/>
                    <a:pt x="367" y="735"/>
                    <a:pt x="367" y="535"/>
                  </a:cubicBezTo>
                  <a:lnTo>
                    <a:pt x="367" y="201"/>
                  </a:lnTo>
                  <a:cubicBezTo>
                    <a:pt x="367" y="77"/>
                    <a:pt x="264"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77" name="Google Shape;3377;p28"/>
            <p:cNvSpPr/>
            <p:nvPr/>
          </p:nvSpPr>
          <p:spPr>
            <a:xfrm>
              <a:off x="6092025" y="787675"/>
              <a:ext cx="145950" cy="316075"/>
            </a:xfrm>
            <a:custGeom>
              <a:avLst/>
              <a:gdLst/>
              <a:ahLst/>
              <a:cxnLst/>
              <a:rect l="l" t="t" r="r" b="b"/>
              <a:pathLst>
                <a:path w="5838" h="12643" extrusionOk="0">
                  <a:moveTo>
                    <a:pt x="234" y="0"/>
                  </a:moveTo>
                  <a:cubicBezTo>
                    <a:pt x="67" y="0"/>
                    <a:pt x="0" y="334"/>
                    <a:pt x="167" y="367"/>
                  </a:cubicBezTo>
                  <a:cubicBezTo>
                    <a:pt x="167" y="367"/>
                    <a:pt x="234" y="367"/>
                    <a:pt x="367" y="401"/>
                  </a:cubicBezTo>
                  <a:cubicBezTo>
                    <a:pt x="434" y="467"/>
                    <a:pt x="668" y="501"/>
                    <a:pt x="868" y="567"/>
                  </a:cubicBezTo>
                  <a:cubicBezTo>
                    <a:pt x="1268" y="734"/>
                    <a:pt x="1902" y="934"/>
                    <a:pt x="2502" y="1368"/>
                  </a:cubicBezTo>
                  <a:cubicBezTo>
                    <a:pt x="3069" y="1768"/>
                    <a:pt x="3670" y="2335"/>
                    <a:pt x="4037" y="3036"/>
                  </a:cubicBezTo>
                  <a:cubicBezTo>
                    <a:pt x="4404" y="3703"/>
                    <a:pt x="4670" y="4437"/>
                    <a:pt x="4770" y="5171"/>
                  </a:cubicBezTo>
                  <a:cubicBezTo>
                    <a:pt x="5071" y="6538"/>
                    <a:pt x="5104" y="8406"/>
                    <a:pt x="5204" y="9907"/>
                  </a:cubicBezTo>
                  <a:cubicBezTo>
                    <a:pt x="5237" y="10675"/>
                    <a:pt x="5271" y="11342"/>
                    <a:pt x="5338" y="11809"/>
                  </a:cubicBezTo>
                  <a:cubicBezTo>
                    <a:pt x="5371" y="12243"/>
                    <a:pt x="5404" y="12543"/>
                    <a:pt x="5404" y="12543"/>
                  </a:cubicBezTo>
                  <a:cubicBezTo>
                    <a:pt x="5421" y="12609"/>
                    <a:pt x="5504" y="12643"/>
                    <a:pt x="5596" y="12643"/>
                  </a:cubicBezTo>
                  <a:cubicBezTo>
                    <a:pt x="5688" y="12643"/>
                    <a:pt x="5788" y="12609"/>
                    <a:pt x="5838" y="12543"/>
                  </a:cubicBezTo>
                  <a:cubicBezTo>
                    <a:pt x="5838" y="12543"/>
                    <a:pt x="5771" y="12243"/>
                    <a:pt x="5771" y="11775"/>
                  </a:cubicBezTo>
                  <a:lnTo>
                    <a:pt x="5771" y="9907"/>
                  </a:lnTo>
                  <a:cubicBezTo>
                    <a:pt x="5771" y="8406"/>
                    <a:pt x="5838" y="6538"/>
                    <a:pt x="5538" y="5037"/>
                  </a:cubicBezTo>
                  <a:cubicBezTo>
                    <a:pt x="5371" y="4270"/>
                    <a:pt x="5104" y="3436"/>
                    <a:pt x="4604" y="2702"/>
                  </a:cubicBezTo>
                  <a:cubicBezTo>
                    <a:pt x="4170" y="1902"/>
                    <a:pt x="3436" y="1335"/>
                    <a:pt x="2769" y="901"/>
                  </a:cubicBezTo>
                  <a:cubicBezTo>
                    <a:pt x="2102" y="501"/>
                    <a:pt x="1435" y="267"/>
                    <a:pt x="1001" y="167"/>
                  </a:cubicBezTo>
                  <a:cubicBezTo>
                    <a:pt x="768" y="67"/>
                    <a:pt x="567" y="67"/>
                    <a:pt x="434" y="34"/>
                  </a:cubicBezTo>
                  <a:cubicBezTo>
                    <a:pt x="334" y="0"/>
                    <a:pt x="234"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78" name="Google Shape;3378;p28"/>
            <p:cNvSpPr/>
            <p:nvPr/>
          </p:nvSpPr>
          <p:spPr>
            <a:xfrm>
              <a:off x="5761675" y="2832800"/>
              <a:ext cx="521525" cy="427750"/>
            </a:xfrm>
            <a:custGeom>
              <a:avLst/>
              <a:gdLst/>
              <a:ahLst/>
              <a:cxnLst/>
              <a:rect l="l" t="t" r="r" b="b"/>
              <a:pathLst>
                <a:path w="20861" h="17110" extrusionOk="0">
                  <a:moveTo>
                    <a:pt x="193" y="1"/>
                  </a:moveTo>
                  <a:cubicBezTo>
                    <a:pt x="90" y="1"/>
                    <a:pt x="1" y="85"/>
                    <a:pt x="38" y="254"/>
                  </a:cubicBezTo>
                  <a:cubicBezTo>
                    <a:pt x="38" y="254"/>
                    <a:pt x="72" y="388"/>
                    <a:pt x="105" y="621"/>
                  </a:cubicBezTo>
                  <a:cubicBezTo>
                    <a:pt x="138" y="755"/>
                    <a:pt x="172" y="855"/>
                    <a:pt x="238" y="1021"/>
                  </a:cubicBezTo>
                  <a:cubicBezTo>
                    <a:pt x="305" y="1222"/>
                    <a:pt x="372" y="1388"/>
                    <a:pt x="439" y="1588"/>
                  </a:cubicBezTo>
                  <a:cubicBezTo>
                    <a:pt x="772" y="2422"/>
                    <a:pt x="1339" y="3490"/>
                    <a:pt x="2173" y="4591"/>
                  </a:cubicBezTo>
                  <a:cubicBezTo>
                    <a:pt x="3841" y="6792"/>
                    <a:pt x="6410" y="9027"/>
                    <a:pt x="8578" y="10628"/>
                  </a:cubicBezTo>
                  <a:cubicBezTo>
                    <a:pt x="10746" y="12229"/>
                    <a:pt x="13615" y="13997"/>
                    <a:pt x="16083" y="15198"/>
                  </a:cubicBezTo>
                  <a:cubicBezTo>
                    <a:pt x="17284" y="15832"/>
                    <a:pt x="18418" y="16299"/>
                    <a:pt x="19219" y="16633"/>
                  </a:cubicBezTo>
                  <a:cubicBezTo>
                    <a:pt x="19986" y="16933"/>
                    <a:pt x="20486" y="17100"/>
                    <a:pt x="20486" y="17100"/>
                  </a:cubicBezTo>
                  <a:cubicBezTo>
                    <a:pt x="20515" y="17106"/>
                    <a:pt x="20543" y="17109"/>
                    <a:pt x="20568" y="17109"/>
                  </a:cubicBezTo>
                  <a:cubicBezTo>
                    <a:pt x="20802" y="17109"/>
                    <a:pt x="20861" y="16847"/>
                    <a:pt x="20620" y="16666"/>
                  </a:cubicBezTo>
                  <a:cubicBezTo>
                    <a:pt x="20620" y="16666"/>
                    <a:pt x="20153" y="16499"/>
                    <a:pt x="19385" y="16166"/>
                  </a:cubicBezTo>
                  <a:cubicBezTo>
                    <a:pt x="18585" y="15832"/>
                    <a:pt x="17484" y="15298"/>
                    <a:pt x="16317" y="14664"/>
                  </a:cubicBezTo>
                  <a:cubicBezTo>
                    <a:pt x="13915" y="13397"/>
                    <a:pt x="11113" y="11596"/>
                    <a:pt x="8978" y="9994"/>
                  </a:cubicBezTo>
                  <a:cubicBezTo>
                    <a:pt x="6910" y="8460"/>
                    <a:pt x="4275" y="6292"/>
                    <a:pt x="2607" y="4224"/>
                  </a:cubicBezTo>
                  <a:cubicBezTo>
                    <a:pt x="1739" y="3190"/>
                    <a:pt x="1139" y="2156"/>
                    <a:pt x="805" y="1422"/>
                  </a:cubicBezTo>
                  <a:cubicBezTo>
                    <a:pt x="739" y="1255"/>
                    <a:pt x="639" y="1088"/>
                    <a:pt x="605" y="921"/>
                  </a:cubicBezTo>
                  <a:cubicBezTo>
                    <a:pt x="572" y="755"/>
                    <a:pt x="505" y="621"/>
                    <a:pt x="472" y="488"/>
                  </a:cubicBezTo>
                  <a:cubicBezTo>
                    <a:pt x="439" y="288"/>
                    <a:pt x="405" y="154"/>
                    <a:pt x="405" y="154"/>
                  </a:cubicBezTo>
                  <a:cubicBezTo>
                    <a:pt x="361" y="52"/>
                    <a:pt x="273" y="1"/>
                    <a:pt x="1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79" name="Google Shape;3379;p28"/>
            <p:cNvSpPr/>
            <p:nvPr/>
          </p:nvSpPr>
          <p:spPr>
            <a:xfrm>
              <a:off x="4604300" y="431575"/>
              <a:ext cx="155125" cy="37550"/>
            </a:xfrm>
            <a:custGeom>
              <a:avLst/>
              <a:gdLst/>
              <a:ahLst/>
              <a:cxnLst/>
              <a:rect l="l" t="t" r="r" b="b"/>
              <a:pathLst>
                <a:path w="6205" h="1502" extrusionOk="0">
                  <a:moveTo>
                    <a:pt x="4537" y="1"/>
                  </a:moveTo>
                  <a:cubicBezTo>
                    <a:pt x="4370" y="1"/>
                    <a:pt x="4203" y="68"/>
                    <a:pt x="4036" y="68"/>
                  </a:cubicBezTo>
                  <a:cubicBezTo>
                    <a:pt x="3703" y="101"/>
                    <a:pt x="3336" y="134"/>
                    <a:pt x="3036" y="201"/>
                  </a:cubicBezTo>
                  <a:cubicBezTo>
                    <a:pt x="2469" y="301"/>
                    <a:pt x="1701" y="535"/>
                    <a:pt x="1134" y="735"/>
                  </a:cubicBezTo>
                  <a:cubicBezTo>
                    <a:pt x="534" y="935"/>
                    <a:pt x="67" y="1102"/>
                    <a:pt x="67" y="1102"/>
                  </a:cubicBezTo>
                  <a:cubicBezTo>
                    <a:pt x="0" y="1135"/>
                    <a:pt x="67" y="1435"/>
                    <a:pt x="167" y="1502"/>
                  </a:cubicBezTo>
                  <a:cubicBezTo>
                    <a:pt x="167" y="1502"/>
                    <a:pt x="601" y="1435"/>
                    <a:pt x="1234" y="1302"/>
                  </a:cubicBezTo>
                  <a:cubicBezTo>
                    <a:pt x="1835" y="1202"/>
                    <a:pt x="2569" y="1068"/>
                    <a:pt x="3169" y="935"/>
                  </a:cubicBezTo>
                  <a:cubicBezTo>
                    <a:pt x="3436" y="902"/>
                    <a:pt x="3803" y="868"/>
                    <a:pt x="4136" y="768"/>
                  </a:cubicBezTo>
                  <a:lnTo>
                    <a:pt x="4637" y="635"/>
                  </a:lnTo>
                  <a:cubicBezTo>
                    <a:pt x="4804" y="635"/>
                    <a:pt x="4904" y="601"/>
                    <a:pt x="5070" y="601"/>
                  </a:cubicBezTo>
                  <a:cubicBezTo>
                    <a:pt x="5671" y="501"/>
                    <a:pt x="6138" y="435"/>
                    <a:pt x="6138" y="435"/>
                  </a:cubicBezTo>
                  <a:cubicBezTo>
                    <a:pt x="6171" y="435"/>
                    <a:pt x="6205" y="68"/>
                    <a:pt x="6138" y="68"/>
                  </a:cubicBezTo>
                  <a:cubicBezTo>
                    <a:pt x="6138" y="68"/>
                    <a:pt x="5671" y="1"/>
                    <a:pt x="50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80" name="Google Shape;3380;p28"/>
            <p:cNvSpPr/>
            <p:nvPr/>
          </p:nvSpPr>
          <p:spPr>
            <a:xfrm>
              <a:off x="4511725" y="495800"/>
              <a:ext cx="47550" cy="58750"/>
            </a:xfrm>
            <a:custGeom>
              <a:avLst/>
              <a:gdLst/>
              <a:ahLst/>
              <a:cxnLst/>
              <a:rect l="l" t="t" r="r" b="b"/>
              <a:pathLst>
                <a:path w="1902" h="2350" extrusionOk="0">
                  <a:moveTo>
                    <a:pt x="1702" y="0"/>
                  </a:moveTo>
                  <a:cubicBezTo>
                    <a:pt x="1702" y="0"/>
                    <a:pt x="1668" y="0"/>
                    <a:pt x="1568" y="34"/>
                  </a:cubicBezTo>
                  <a:cubicBezTo>
                    <a:pt x="1502" y="67"/>
                    <a:pt x="1368" y="134"/>
                    <a:pt x="1235" y="201"/>
                  </a:cubicBezTo>
                  <a:cubicBezTo>
                    <a:pt x="1001" y="334"/>
                    <a:pt x="701" y="567"/>
                    <a:pt x="501" y="834"/>
                  </a:cubicBezTo>
                  <a:cubicBezTo>
                    <a:pt x="267" y="1068"/>
                    <a:pt x="101" y="1468"/>
                    <a:pt x="67" y="1735"/>
                  </a:cubicBezTo>
                  <a:cubicBezTo>
                    <a:pt x="1" y="1902"/>
                    <a:pt x="1" y="2035"/>
                    <a:pt x="1" y="2135"/>
                  </a:cubicBezTo>
                  <a:lnTo>
                    <a:pt x="1" y="2302"/>
                  </a:lnTo>
                  <a:cubicBezTo>
                    <a:pt x="1" y="2326"/>
                    <a:pt x="134" y="2349"/>
                    <a:pt x="236" y="2349"/>
                  </a:cubicBezTo>
                  <a:cubicBezTo>
                    <a:pt x="278" y="2349"/>
                    <a:pt x="315" y="2345"/>
                    <a:pt x="334" y="2335"/>
                  </a:cubicBezTo>
                  <a:cubicBezTo>
                    <a:pt x="334" y="2335"/>
                    <a:pt x="367" y="2302"/>
                    <a:pt x="401" y="2202"/>
                  </a:cubicBezTo>
                  <a:cubicBezTo>
                    <a:pt x="434" y="2135"/>
                    <a:pt x="501" y="2035"/>
                    <a:pt x="568" y="1902"/>
                  </a:cubicBezTo>
                  <a:cubicBezTo>
                    <a:pt x="701" y="1668"/>
                    <a:pt x="868" y="1468"/>
                    <a:pt x="1035" y="1235"/>
                  </a:cubicBezTo>
                  <a:cubicBezTo>
                    <a:pt x="1201" y="1068"/>
                    <a:pt x="1368" y="834"/>
                    <a:pt x="1568" y="634"/>
                  </a:cubicBezTo>
                  <a:cubicBezTo>
                    <a:pt x="1668" y="534"/>
                    <a:pt x="1768" y="467"/>
                    <a:pt x="1835" y="367"/>
                  </a:cubicBezTo>
                  <a:lnTo>
                    <a:pt x="1902" y="301"/>
                  </a:lnTo>
                  <a:cubicBezTo>
                    <a:pt x="1902" y="301"/>
                    <a:pt x="1735" y="0"/>
                    <a:pt x="17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81" name="Google Shape;3381;p28"/>
            <p:cNvSpPr/>
            <p:nvPr/>
          </p:nvSpPr>
          <p:spPr>
            <a:xfrm>
              <a:off x="4449175" y="608075"/>
              <a:ext cx="35775" cy="79550"/>
            </a:xfrm>
            <a:custGeom>
              <a:avLst/>
              <a:gdLst/>
              <a:ahLst/>
              <a:cxnLst/>
              <a:rect l="l" t="t" r="r" b="b"/>
              <a:pathLst>
                <a:path w="1431" h="3182" extrusionOk="0">
                  <a:moveTo>
                    <a:pt x="1135" y="1"/>
                  </a:moveTo>
                  <a:cubicBezTo>
                    <a:pt x="1121" y="1"/>
                    <a:pt x="1110" y="4"/>
                    <a:pt x="1102" y="13"/>
                  </a:cubicBezTo>
                  <a:cubicBezTo>
                    <a:pt x="1102" y="13"/>
                    <a:pt x="935" y="179"/>
                    <a:pt x="735" y="446"/>
                  </a:cubicBezTo>
                  <a:cubicBezTo>
                    <a:pt x="601" y="580"/>
                    <a:pt x="534" y="746"/>
                    <a:pt x="434" y="913"/>
                  </a:cubicBezTo>
                  <a:cubicBezTo>
                    <a:pt x="368" y="1080"/>
                    <a:pt x="268" y="1247"/>
                    <a:pt x="234" y="1414"/>
                  </a:cubicBezTo>
                  <a:cubicBezTo>
                    <a:pt x="67" y="2047"/>
                    <a:pt x="1" y="3048"/>
                    <a:pt x="1" y="3048"/>
                  </a:cubicBezTo>
                  <a:cubicBezTo>
                    <a:pt x="1" y="3081"/>
                    <a:pt x="268" y="3182"/>
                    <a:pt x="368" y="3182"/>
                  </a:cubicBezTo>
                  <a:cubicBezTo>
                    <a:pt x="368" y="3182"/>
                    <a:pt x="735" y="2248"/>
                    <a:pt x="935" y="1680"/>
                  </a:cubicBezTo>
                  <a:cubicBezTo>
                    <a:pt x="1035" y="1547"/>
                    <a:pt x="1068" y="1380"/>
                    <a:pt x="1102" y="1213"/>
                  </a:cubicBezTo>
                  <a:cubicBezTo>
                    <a:pt x="1168" y="1047"/>
                    <a:pt x="1202" y="847"/>
                    <a:pt x="1235" y="713"/>
                  </a:cubicBezTo>
                  <a:lnTo>
                    <a:pt x="1402" y="213"/>
                  </a:lnTo>
                  <a:cubicBezTo>
                    <a:pt x="1431" y="184"/>
                    <a:pt x="1230" y="1"/>
                    <a:pt x="1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82" name="Google Shape;3382;p28"/>
            <p:cNvSpPr/>
            <p:nvPr/>
          </p:nvSpPr>
          <p:spPr>
            <a:xfrm>
              <a:off x="4414150" y="771275"/>
              <a:ext cx="40900" cy="147350"/>
            </a:xfrm>
            <a:custGeom>
              <a:avLst/>
              <a:gdLst/>
              <a:ahLst/>
              <a:cxnLst/>
              <a:rect l="l" t="t" r="r" b="b"/>
              <a:pathLst>
                <a:path w="1636" h="5894" extrusionOk="0">
                  <a:moveTo>
                    <a:pt x="1104" y="1"/>
                  </a:moveTo>
                  <a:cubicBezTo>
                    <a:pt x="998" y="1"/>
                    <a:pt x="801" y="71"/>
                    <a:pt x="801" y="123"/>
                  </a:cubicBezTo>
                  <a:cubicBezTo>
                    <a:pt x="801" y="123"/>
                    <a:pt x="801" y="223"/>
                    <a:pt x="835" y="390"/>
                  </a:cubicBezTo>
                  <a:cubicBezTo>
                    <a:pt x="868" y="556"/>
                    <a:pt x="935" y="823"/>
                    <a:pt x="935" y="1123"/>
                  </a:cubicBezTo>
                  <a:cubicBezTo>
                    <a:pt x="968" y="1690"/>
                    <a:pt x="901" y="2391"/>
                    <a:pt x="835" y="2958"/>
                  </a:cubicBezTo>
                  <a:cubicBezTo>
                    <a:pt x="768" y="3492"/>
                    <a:pt x="635" y="4192"/>
                    <a:pt x="434" y="4726"/>
                  </a:cubicBezTo>
                  <a:cubicBezTo>
                    <a:pt x="334" y="5026"/>
                    <a:pt x="234" y="5226"/>
                    <a:pt x="134" y="5393"/>
                  </a:cubicBezTo>
                  <a:lnTo>
                    <a:pt x="1" y="5660"/>
                  </a:lnTo>
                  <a:cubicBezTo>
                    <a:pt x="1" y="5693"/>
                    <a:pt x="268" y="5860"/>
                    <a:pt x="334" y="5893"/>
                  </a:cubicBezTo>
                  <a:cubicBezTo>
                    <a:pt x="334" y="5893"/>
                    <a:pt x="368" y="5827"/>
                    <a:pt x="501" y="5660"/>
                  </a:cubicBezTo>
                  <a:cubicBezTo>
                    <a:pt x="635" y="5493"/>
                    <a:pt x="801" y="5293"/>
                    <a:pt x="935" y="4993"/>
                  </a:cubicBezTo>
                  <a:cubicBezTo>
                    <a:pt x="1202" y="4459"/>
                    <a:pt x="1468" y="3692"/>
                    <a:pt x="1535" y="3058"/>
                  </a:cubicBezTo>
                  <a:cubicBezTo>
                    <a:pt x="1635" y="2491"/>
                    <a:pt x="1635" y="1690"/>
                    <a:pt x="1468" y="1057"/>
                  </a:cubicBezTo>
                  <a:cubicBezTo>
                    <a:pt x="1435" y="790"/>
                    <a:pt x="1302" y="490"/>
                    <a:pt x="1268" y="323"/>
                  </a:cubicBezTo>
                  <a:cubicBezTo>
                    <a:pt x="1235" y="156"/>
                    <a:pt x="1168" y="23"/>
                    <a:pt x="1168" y="23"/>
                  </a:cubicBezTo>
                  <a:cubicBezTo>
                    <a:pt x="1161" y="7"/>
                    <a:pt x="1137" y="1"/>
                    <a:pt x="11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83" name="Google Shape;3383;p28"/>
            <p:cNvSpPr/>
            <p:nvPr/>
          </p:nvSpPr>
          <p:spPr>
            <a:xfrm>
              <a:off x="4380800" y="1247875"/>
              <a:ext cx="75900" cy="81875"/>
            </a:xfrm>
            <a:custGeom>
              <a:avLst/>
              <a:gdLst/>
              <a:ahLst/>
              <a:cxnLst/>
              <a:rect l="l" t="t" r="r" b="b"/>
              <a:pathLst>
                <a:path w="3036" h="3275" extrusionOk="0">
                  <a:moveTo>
                    <a:pt x="323" y="0"/>
                  </a:moveTo>
                  <a:cubicBezTo>
                    <a:pt x="265" y="0"/>
                    <a:pt x="0" y="109"/>
                    <a:pt x="0" y="139"/>
                  </a:cubicBezTo>
                  <a:cubicBezTo>
                    <a:pt x="0" y="139"/>
                    <a:pt x="0" y="239"/>
                    <a:pt x="67" y="339"/>
                  </a:cubicBezTo>
                  <a:cubicBezTo>
                    <a:pt x="101" y="473"/>
                    <a:pt x="134" y="639"/>
                    <a:pt x="234" y="840"/>
                  </a:cubicBezTo>
                  <a:cubicBezTo>
                    <a:pt x="334" y="1273"/>
                    <a:pt x="634" y="1774"/>
                    <a:pt x="934" y="2107"/>
                  </a:cubicBezTo>
                  <a:cubicBezTo>
                    <a:pt x="1235" y="2441"/>
                    <a:pt x="1668" y="2808"/>
                    <a:pt x="2102" y="2974"/>
                  </a:cubicBezTo>
                  <a:cubicBezTo>
                    <a:pt x="2269" y="3108"/>
                    <a:pt x="2469" y="3141"/>
                    <a:pt x="2602" y="3175"/>
                  </a:cubicBezTo>
                  <a:cubicBezTo>
                    <a:pt x="2736" y="3241"/>
                    <a:pt x="2802" y="3275"/>
                    <a:pt x="2802" y="3275"/>
                  </a:cubicBezTo>
                  <a:cubicBezTo>
                    <a:pt x="2836" y="3275"/>
                    <a:pt x="2969" y="2974"/>
                    <a:pt x="3036" y="2908"/>
                  </a:cubicBezTo>
                  <a:cubicBezTo>
                    <a:pt x="3036" y="2908"/>
                    <a:pt x="3003" y="2841"/>
                    <a:pt x="2903" y="2774"/>
                  </a:cubicBezTo>
                  <a:cubicBezTo>
                    <a:pt x="2769" y="2674"/>
                    <a:pt x="2636" y="2607"/>
                    <a:pt x="2469" y="2474"/>
                  </a:cubicBezTo>
                  <a:cubicBezTo>
                    <a:pt x="2135" y="2274"/>
                    <a:pt x="1802" y="1907"/>
                    <a:pt x="1568" y="1607"/>
                  </a:cubicBezTo>
                  <a:cubicBezTo>
                    <a:pt x="1301" y="1307"/>
                    <a:pt x="968" y="940"/>
                    <a:pt x="768" y="606"/>
                  </a:cubicBezTo>
                  <a:cubicBezTo>
                    <a:pt x="634" y="439"/>
                    <a:pt x="568" y="306"/>
                    <a:pt x="467" y="172"/>
                  </a:cubicBezTo>
                  <a:cubicBezTo>
                    <a:pt x="401" y="106"/>
                    <a:pt x="334" y="6"/>
                    <a:pt x="334" y="6"/>
                  </a:cubicBezTo>
                  <a:cubicBezTo>
                    <a:pt x="334" y="2"/>
                    <a:pt x="330" y="0"/>
                    <a:pt x="3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84" name="Google Shape;3384;p28"/>
            <p:cNvSpPr/>
            <p:nvPr/>
          </p:nvSpPr>
          <p:spPr>
            <a:xfrm>
              <a:off x="4493375" y="1348075"/>
              <a:ext cx="85925" cy="30875"/>
            </a:xfrm>
            <a:custGeom>
              <a:avLst/>
              <a:gdLst/>
              <a:ahLst/>
              <a:cxnLst/>
              <a:rect l="l" t="t" r="r" b="b"/>
              <a:pathLst>
                <a:path w="3437" h="1235" extrusionOk="0">
                  <a:moveTo>
                    <a:pt x="134" y="0"/>
                  </a:moveTo>
                  <a:cubicBezTo>
                    <a:pt x="101" y="0"/>
                    <a:pt x="1" y="401"/>
                    <a:pt x="67" y="401"/>
                  </a:cubicBezTo>
                  <a:cubicBezTo>
                    <a:pt x="67" y="401"/>
                    <a:pt x="1001" y="801"/>
                    <a:pt x="1635" y="968"/>
                  </a:cubicBezTo>
                  <a:cubicBezTo>
                    <a:pt x="2269" y="1135"/>
                    <a:pt x="3303" y="1235"/>
                    <a:pt x="3303" y="1235"/>
                  </a:cubicBezTo>
                  <a:cubicBezTo>
                    <a:pt x="3336" y="1235"/>
                    <a:pt x="3436" y="934"/>
                    <a:pt x="3403" y="834"/>
                  </a:cubicBezTo>
                  <a:cubicBezTo>
                    <a:pt x="3403" y="834"/>
                    <a:pt x="2436" y="434"/>
                    <a:pt x="1802" y="267"/>
                  </a:cubicBezTo>
                  <a:cubicBezTo>
                    <a:pt x="1168" y="101"/>
                    <a:pt x="134" y="0"/>
                    <a:pt x="1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85" name="Google Shape;3385;p28"/>
            <p:cNvSpPr/>
            <p:nvPr/>
          </p:nvSpPr>
          <p:spPr>
            <a:xfrm>
              <a:off x="4647650" y="1383100"/>
              <a:ext cx="102600" cy="83525"/>
            </a:xfrm>
            <a:custGeom>
              <a:avLst/>
              <a:gdLst/>
              <a:ahLst/>
              <a:cxnLst/>
              <a:rect l="l" t="t" r="r" b="b"/>
              <a:pathLst>
                <a:path w="4104" h="3341" extrusionOk="0">
                  <a:moveTo>
                    <a:pt x="134" y="0"/>
                  </a:moveTo>
                  <a:cubicBezTo>
                    <a:pt x="34" y="0"/>
                    <a:pt x="1" y="367"/>
                    <a:pt x="34" y="367"/>
                  </a:cubicBezTo>
                  <a:lnTo>
                    <a:pt x="301" y="434"/>
                  </a:lnTo>
                  <a:cubicBezTo>
                    <a:pt x="434" y="534"/>
                    <a:pt x="635" y="568"/>
                    <a:pt x="835" y="701"/>
                  </a:cubicBezTo>
                  <a:cubicBezTo>
                    <a:pt x="1302" y="901"/>
                    <a:pt x="1769" y="1235"/>
                    <a:pt x="2136" y="1535"/>
                  </a:cubicBezTo>
                  <a:cubicBezTo>
                    <a:pt x="2469" y="1802"/>
                    <a:pt x="2936" y="2235"/>
                    <a:pt x="3236" y="2602"/>
                  </a:cubicBezTo>
                  <a:cubicBezTo>
                    <a:pt x="3403" y="2836"/>
                    <a:pt x="3503" y="3003"/>
                    <a:pt x="3603" y="3103"/>
                  </a:cubicBezTo>
                  <a:cubicBezTo>
                    <a:pt x="3670" y="3236"/>
                    <a:pt x="3737" y="3336"/>
                    <a:pt x="3737" y="3336"/>
                  </a:cubicBezTo>
                  <a:cubicBezTo>
                    <a:pt x="3740" y="3339"/>
                    <a:pt x="3744" y="3341"/>
                    <a:pt x="3750" y="3341"/>
                  </a:cubicBezTo>
                  <a:cubicBezTo>
                    <a:pt x="3810" y="3341"/>
                    <a:pt x="4012" y="3194"/>
                    <a:pt x="4104" y="3103"/>
                  </a:cubicBezTo>
                  <a:lnTo>
                    <a:pt x="3970" y="2869"/>
                  </a:lnTo>
                  <a:cubicBezTo>
                    <a:pt x="3904" y="2736"/>
                    <a:pt x="3803" y="2502"/>
                    <a:pt x="3670" y="2269"/>
                  </a:cubicBezTo>
                  <a:cubicBezTo>
                    <a:pt x="3437" y="1802"/>
                    <a:pt x="3003" y="1268"/>
                    <a:pt x="2603" y="934"/>
                  </a:cubicBezTo>
                  <a:cubicBezTo>
                    <a:pt x="2169" y="601"/>
                    <a:pt x="1602" y="267"/>
                    <a:pt x="1068" y="134"/>
                  </a:cubicBezTo>
                  <a:cubicBezTo>
                    <a:pt x="801" y="67"/>
                    <a:pt x="534" y="34"/>
                    <a:pt x="401" y="34"/>
                  </a:cubicBezTo>
                  <a:cubicBezTo>
                    <a:pt x="201" y="0"/>
                    <a:pt x="134" y="0"/>
                    <a:pt x="1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86" name="Google Shape;3386;p28"/>
            <p:cNvSpPr/>
            <p:nvPr/>
          </p:nvSpPr>
          <p:spPr>
            <a:xfrm>
              <a:off x="4741050" y="1512575"/>
              <a:ext cx="25050" cy="63650"/>
            </a:xfrm>
            <a:custGeom>
              <a:avLst/>
              <a:gdLst/>
              <a:ahLst/>
              <a:cxnLst/>
              <a:rect l="l" t="t" r="r" b="b"/>
              <a:pathLst>
                <a:path w="1002" h="2546" extrusionOk="0">
                  <a:moveTo>
                    <a:pt x="718" y="0"/>
                  </a:moveTo>
                  <a:cubicBezTo>
                    <a:pt x="626" y="0"/>
                    <a:pt x="534" y="8"/>
                    <a:pt x="534" y="25"/>
                  </a:cubicBezTo>
                  <a:cubicBezTo>
                    <a:pt x="534" y="25"/>
                    <a:pt x="434" y="192"/>
                    <a:pt x="401" y="425"/>
                  </a:cubicBezTo>
                  <a:cubicBezTo>
                    <a:pt x="368" y="692"/>
                    <a:pt x="234" y="993"/>
                    <a:pt x="201" y="1193"/>
                  </a:cubicBezTo>
                  <a:cubicBezTo>
                    <a:pt x="67" y="1626"/>
                    <a:pt x="1" y="2427"/>
                    <a:pt x="1" y="2427"/>
                  </a:cubicBezTo>
                  <a:cubicBezTo>
                    <a:pt x="1" y="2454"/>
                    <a:pt x="174" y="2545"/>
                    <a:pt x="276" y="2545"/>
                  </a:cubicBezTo>
                  <a:cubicBezTo>
                    <a:pt x="301" y="2545"/>
                    <a:pt x="321" y="2540"/>
                    <a:pt x="334" y="2527"/>
                  </a:cubicBezTo>
                  <a:cubicBezTo>
                    <a:pt x="334" y="2527"/>
                    <a:pt x="735" y="1860"/>
                    <a:pt x="868" y="1359"/>
                  </a:cubicBezTo>
                  <a:cubicBezTo>
                    <a:pt x="935" y="1093"/>
                    <a:pt x="1001" y="759"/>
                    <a:pt x="935" y="492"/>
                  </a:cubicBezTo>
                  <a:cubicBezTo>
                    <a:pt x="935" y="225"/>
                    <a:pt x="901" y="25"/>
                    <a:pt x="901" y="25"/>
                  </a:cubicBezTo>
                  <a:cubicBezTo>
                    <a:pt x="901" y="8"/>
                    <a:pt x="810"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87" name="Google Shape;3387;p28"/>
            <p:cNvSpPr/>
            <p:nvPr/>
          </p:nvSpPr>
          <p:spPr>
            <a:xfrm>
              <a:off x="4676850" y="1610675"/>
              <a:ext cx="41650" cy="86625"/>
            </a:xfrm>
            <a:custGeom>
              <a:avLst/>
              <a:gdLst/>
              <a:ahLst/>
              <a:cxnLst/>
              <a:rect l="l" t="t" r="r" b="b"/>
              <a:pathLst>
                <a:path w="1666" h="3465" extrusionOk="0">
                  <a:moveTo>
                    <a:pt x="1410" y="1"/>
                  </a:moveTo>
                  <a:cubicBezTo>
                    <a:pt x="1407" y="1"/>
                    <a:pt x="1403" y="2"/>
                    <a:pt x="1401" y="4"/>
                  </a:cubicBezTo>
                  <a:cubicBezTo>
                    <a:pt x="1401" y="4"/>
                    <a:pt x="1301" y="71"/>
                    <a:pt x="1234" y="137"/>
                  </a:cubicBezTo>
                  <a:cubicBezTo>
                    <a:pt x="1134" y="237"/>
                    <a:pt x="1001" y="304"/>
                    <a:pt x="901" y="471"/>
                  </a:cubicBezTo>
                  <a:cubicBezTo>
                    <a:pt x="601" y="771"/>
                    <a:pt x="334" y="1238"/>
                    <a:pt x="234" y="1572"/>
                  </a:cubicBezTo>
                  <a:cubicBezTo>
                    <a:pt x="100" y="1905"/>
                    <a:pt x="0" y="2406"/>
                    <a:pt x="0" y="2773"/>
                  </a:cubicBezTo>
                  <a:cubicBezTo>
                    <a:pt x="0" y="2939"/>
                    <a:pt x="67" y="3106"/>
                    <a:pt x="67" y="3240"/>
                  </a:cubicBezTo>
                  <a:lnTo>
                    <a:pt x="67" y="3440"/>
                  </a:lnTo>
                  <a:cubicBezTo>
                    <a:pt x="67" y="3456"/>
                    <a:pt x="150" y="3465"/>
                    <a:pt x="242" y="3465"/>
                  </a:cubicBezTo>
                  <a:cubicBezTo>
                    <a:pt x="334" y="3465"/>
                    <a:pt x="434" y="3456"/>
                    <a:pt x="467" y="3440"/>
                  </a:cubicBezTo>
                  <a:cubicBezTo>
                    <a:pt x="467" y="3440"/>
                    <a:pt x="467" y="3406"/>
                    <a:pt x="501" y="3273"/>
                  </a:cubicBezTo>
                  <a:cubicBezTo>
                    <a:pt x="501" y="3173"/>
                    <a:pt x="567" y="3006"/>
                    <a:pt x="601" y="2839"/>
                  </a:cubicBezTo>
                  <a:cubicBezTo>
                    <a:pt x="667" y="2506"/>
                    <a:pt x="834" y="2105"/>
                    <a:pt x="934" y="1805"/>
                  </a:cubicBezTo>
                  <a:cubicBezTo>
                    <a:pt x="1068" y="1505"/>
                    <a:pt x="1168" y="1105"/>
                    <a:pt x="1335" y="805"/>
                  </a:cubicBezTo>
                  <a:cubicBezTo>
                    <a:pt x="1435" y="638"/>
                    <a:pt x="1501" y="504"/>
                    <a:pt x="1568" y="438"/>
                  </a:cubicBezTo>
                  <a:cubicBezTo>
                    <a:pt x="1601" y="304"/>
                    <a:pt x="1635" y="271"/>
                    <a:pt x="1635" y="271"/>
                  </a:cubicBezTo>
                  <a:cubicBezTo>
                    <a:pt x="1666" y="209"/>
                    <a:pt x="1464" y="1"/>
                    <a:pt x="14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88" name="Google Shape;3388;p28"/>
            <p:cNvSpPr/>
            <p:nvPr/>
          </p:nvSpPr>
          <p:spPr>
            <a:xfrm>
              <a:off x="4658500" y="1771550"/>
              <a:ext cx="39225" cy="85250"/>
            </a:xfrm>
            <a:custGeom>
              <a:avLst/>
              <a:gdLst/>
              <a:ahLst/>
              <a:cxnLst/>
              <a:rect l="l" t="t" r="r" b="b"/>
              <a:pathLst>
                <a:path w="1569" h="3410" extrusionOk="0">
                  <a:moveTo>
                    <a:pt x="384" y="0"/>
                  </a:moveTo>
                  <a:cubicBezTo>
                    <a:pt x="374" y="0"/>
                    <a:pt x="367" y="2"/>
                    <a:pt x="367" y="7"/>
                  </a:cubicBezTo>
                  <a:cubicBezTo>
                    <a:pt x="367" y="7"/>
                    <a:pt x="334" y="40"/>
                    <a:pt x="301" y="174"/>
                  </a:cubicBezTo>
                  <a:cubicBezTo>
                    <a:pt x="234" y="274"/>
                    <a:pt x="167" y="407"/>
                    <a:pt x="134" y="641"/>
                  </a:cubicBezTo>
                  <a:cubicBezTo>
                    <a:pt x="0" y="1008"/>
                    <a:pt x="34" y="1508"/>
                    <a:pt x="134" y="1875"/>
                  </a:cubicBezTo>
                  <a:cubicBezTo>
                    <a:pt x="234" y="2208"/>
                    <a:pt x="501" y="2675"/>
                    <a:pt x="734" y="2942"/>
                  </a:cubicBezTo>
                  <a:lnTo>
                    <a:pt x="1068" y="3309"/>
                  </a:lnTo>
                  <a:lnTo>
                    <a:pt x="1201" y="3409"/>
                  </a:lnTo>
                  <a:cubicBezTo>
                    <a:pt x="1235" y="3409"/>
                    <a:pt x="1501" y="3209"/>
                    <a:pt x="1568" y="3209"/>
                  </a:cubicBezTo>
                  <a:lnTo>
                    <a:pt x="1501" y="3042"/>
                  </a:lnTo>
                  <a:cubicBezTo>
                    <a:pt x="1435" y="2976"/>
                    <a:pt x="1368" y="2842"/>
                    <a:pt x="1268" y="2675"/>
                  </a:cubicBezTo>
                  <a:cubicBezTo>
                    <a:pt x="1101" y="2375"/>
                    <a:pt x="1001" y="2008"/>
                    <a:pt x="901" y="1708"/>
                  </a:cubicBezTo>
                  <a:cubicBezTo>
                    <a:pt x="834" y="1408"/>
                    <a:pt x="734" y="1041"/>
                    <a:pt x="734" y="707"/>
                  </a:cubicBezTo>
                  <a:cubicBezTo>
                    <a:pt x="701" y="541"/>
                    <a:pt x="734" y="407"/>
                    <a:pt x="734" y="307"/>
                  </a:cubicBezTo>
                  <a:lnTo>
                    <a:pt x="734" y="140"/>
                  </a:lnTo>
                  <a:cubicBezTo>
                    <a:pt x="705" y="83"/>
                    <a:pt x="453" y="0"/>
                    <a:pt x="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89" name="Google Shape;3389;p28"/>
            <p:cNvSpPr/>
            <p:nvPr/>
          </p:nvSpPr>
          <p:spPr>
            <a:xfrm>
              <a:off x="4742800" y="1883250"/>
              <a:ext cx="86675" cy="47775"/>
            </a:xfrm>
            <a:custGeom>
              <a:avLst/>
              <a:gdLst/>
              <a:ahLst/>
              <a:cxnLst/>
              <a:rect l="l" t="t" r="r" b="b"/>
              <a:pathLst>
                <a:path w="3467" h="1911" extrusionOk="0">
                  <a:moveTo>
                    <a:pt x="153" y="0"/>
                  </a:moveTo>
                  <a:cubicBezTo>
                    <a:pt x="108" y="0"/>
                    <a:pt x="0" y="282"/>
                    <a:pt x="31" y="342"/>
                  </a:cubicBezTo>
                  <a:lnTo>
                    <a:pt x="198" y="409"/>
                  </a:lnTo>
                  <a:cubicBezTo>
                    <a:pt x="298" y="442"/>
                    <a:pt x="431" y="542"/>
                    <a:pt x="598" y="609"/>
                  </a:cubicBezTo>
                  <a:cubicBezTo>
                    <a:pt x="865" y="776"/>
                    <a:pt x="1265" y="1076"/>
                    <a:pt x="1532" y="1243"/>
                  </a:cubicBezTo>
                  <a:cubicBezTo>
                    <a:pt x="1865" y="1410"/>
                    <a:pt x="2299" y="1610"/>
                    <a:pt x="2666" y="1743"/>
                  </a:cubicBezTo>
                  <a:cubicBezTo>
                    <a:pt x="2833" y="1777"/>
                    <a:pt x="3000" y="1843"/>
                    <a:pt x="3133" y="1877"/>
                  </a:cubicBezTo>
                  <a:cubicBezTo>
                    <a:pt x="3266" y="1910"/>
                    <a:pt x="3333" y="1910"/>
                    <a:pt x="3333" y="1910"/>
                  </a:cubicBezTo>
                  <a:cubicBezTo>
                    <a:pt x="3367" y="1910"/>
                    <a:pt x="3467" y="1610"/>
                    <a:pt x="3467" y="1577"/>
                  </a:cubicBezTo>
                  <a:lnTo>
                    <a:pt x="3300" y="1510"/>
                  </a:lnTo>
                  <a:cubicBezTo>
                    <a:pt x="3200" y="1443"/>
                    <a:pt x="3100" y="1376"/>
                    <a:pt x="2933" y="1276"/>
                  </a:cubicBezTo>
                  <a:cubicBezTo>
                    <a:pt x="2633" y="1110"/>
                    <a:pt x="2266" y="843"/>
                    <a:pt x="1966" y="676"/>
                  </a:cubicBezTo>
                  <a:cubicBezTo>
                    <a:pt x="1632" y="509"/>
                    <a:pt x="1198" y="276"/>
                    <a:pt x="831" y="176"/>
                  </a:cubicBezTo>
                  <a:cubicBezTo>
                    <a:pt x="665" y="109"/>
                    <a:pt x="498" y="75"/>
                    <a:pt x="364" y="42"/>
                  </a:cubicBezTo>
                  <a:cubicBezTo>
                    <a:pt x="264" y="9"/>
                    <a:pt x="164" y="9"/>
                    <a:pt x="164" y="9"/>
                  </a:cubicBezTo>
                  <a:cubicBezTo>
                    <a:pt x="161" y="3"/>
                    <a:pt x="157" y="0"/>
                    <a:pt x="1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90" name="Google Shape;3390;p28"/>
            <p:cNvSpPr/>
            <p:nvPr/>
          </p:nvSpPr>
          <p:spPr>
            <a:xfrm>
              <a:off x="4897000" y="1838425"/>
              <a:ext cx="458675" cy="840250"/>
            </a:xfrm>
            <a:custGeom>
              <a:avLst/>
              <a:gdLst/>
              <a:ahLst/>
              <a:cxnLst/>
              <a:rect l="l" t="t" r="r" b="b"/>
              <a:pathLst>
                <a:path w="18347" h="33610" extrusionOk="0">
                  <a:moveTo>
                    <a:pt x="12676" y="534"/>
                  </a:moveTo>
                  <a:cubicBezTo>
                    <a:pt x="12943" y="534"/>
                    <a:pt x="13177" y="568"/>
                    <a:pt x="13477" y="568"/>
                  </a:cubicBezTo>
                  <a:cubicBezTo>
                    <a:pt x="13777" y="634"/>
                    <a:pt x="14044" y="668"/>
                    <a:pt x="14344" y="734"/>
                  </a:cubicBezTo>
                  <a:cubicBezTo>
                    <a:pt x="14945" y="901"/>
                    <a:pt x="15512" y="1235"/>
                    <a:pt x="16012" y="1735"/>
                  </a:cubicBezTo>
                  <a:cubicBezTo>
                    <a:pt x="16479" y="2235"/>
                    <a:pt x="16813" y="3003"/>
                    <a:pt x="17013" y="3803"/>
                  </a:cubicBezTo>
                  <a:cubicBezTo>
                    <a:pt x="17380" y="5404"/>
                    <a:pt x="17179" y="7372"/>
                    <a:pt x="16612" y="9307"/>
                  </a:cubicBezTo>
                  <a:cubicBezTo>
                    <a:pt x="16312" y="10308"/>
                    <a:pt x="15945" y="11242"/>
                    <a:pt x="15478" y="12209"/>
                  </a:cubicBezTo>
                  <a:cubicBezTo>
                    <a:pt x="15211" y="12676"/>
                    <a:pt x="15011" y="13177"/>
                    <a:pt x="14778" y="13677"/>
                  </a:cubicBezTo>
                  <a:cubicBezTo>
                    <a:pt x="14511" y="14144"/>
                    <a:pt x="14277" y="14644"/>
                    <a:pt x="13977" y="15145"/>
                  </a:cubicBezTo>
                  <a:cubicBezTo>
                    <a:pt x="13443" y="16145"/>
                    <a:pt x="12876" y="17146"/>
                    <a:pt x="12509" y="18314"/>
                  </a:cubicBezTo>
                  <a:cubicBezTo>
                    <a:pt x="12476" y="18580"/>
                    <a:pt x="12343" y="18881"/>
                    <a:pt x="12309" y="19181"/>
                  </a:cubicBezTo>
                  <a:lnTo>
                    <a:pt x="12209" y="19648"/>
                  </a:lnTo>
                  <a:lnTo>
                    <a:pt x="12176" y="19848"/>
                  </a:lnTo>
                  <a:lnTo>
                    <a:pt x="12176" y="20015"/>
                  </a:lnTo>
                  <a:lnTo>
                    <a:pt x="12176" y="20148"/>
                  </a:lnTo>
                  <a:cubicBezTo>
                    <a:pt x="12176" y="20749"/>
                    <a:pt x="12276" y="21349"/>
                    <a:pt x="12376" y="21916"/>
                  </a:cubicBezTo>
                  <a:cubicBezTo>
                    <a:pt x="12643" y="23084"/>
                    <a:pt x="12976" y="24184"/>
                    <a:pt x="13210" y="25252"/>
                  </a:cubicBezTo>
                  <a:cubicBezTo>
                    <a:pt x="13310" y="25752"/>
                    <a:pt x="13377" y="26319"/>
                    <a:pt x="13443" y="26853"/>
                  </a:cubicBezTo>
                  <a:cubicBezTo>
                    <a:pt x="13477" y="27387"/>
                    <a:pt x="13443" y="27887"/>
                    <a:pt x="13310" y="28387"/>
                  </a:cubicBezTo>
                  <a:cubicBezTo>
                    <a:pt x="13177" y="28854"/>
                    <a:pt x="13010" y="29355"/>
                    <a:pt x="12776" y="29822"/>
                  </a:cubicBezTo>
                  <a:cubicBezTo>
                    <a:pt x="12509" y="30255"/>
                    <a:pt x="12276" y="30689"/>
                    <a:pt x="11942" y="31056"/>
                  </a:cubicBezTo>
                  <a:cubicBezTo>
                    <a:pt x="11309" y="31757"/>
                    <a:pt x="10475" y="32324"/>
                    <a:pt x="9607" y="32524"/>
                  </a:cubicBezTo>
                  <a:cubicBezTo>
                    <a:pt x="9325" y="32592"/>
                    <a:pt x="9029" y="32626"/>
                    <a:pt x="8729" y="32626"/>
                  </a:cubicBezTo>
                  <a:cubicBezTo>
                    <a:pt x="8001" y="32626"/>
                    <a:pt x="7253" y="32425"/>
                    <a:pt x="6639" y="32023"/>
                  </a:cubicBezTo>
                  <a:cubicBezTo>
                    <a:pt x="5771" y="31423"/>
                    <a:pt x="5138" y="30422"/>
                    <a:pt x="4871" y="29355"/>
                  </a:cubicBezTo>
                  <a:cubicBezTo>
                    <a:pt x="4771" y="28821"/>
                    <a:pt x="4671" y="28254"/>
                    <a:pt x="4671" y="27687"/>
                  </a:cubicBezTo>
                  <a:lnTo>
                    <a:pt x="4671" y="27554"/>
                  </a:lnTo>
                  <a:lnTo>
                    <a:pt x="4671" y="27487"/>
                  </a:lnTo>
                  <a:lnTo>
                    <a:pt x="4671" y="27387"/>
                  </a:lnTo>
                  <a:lnTo>
                    <a:pt x="4671" y="27187"/>
                  </a:lnTo>
                  <a:lnTo>
                    <a:pt x="4671" y="26753"/>
                  </a:lnTo>
                  <a:cubicBezTo>
                    <a:pt x="4671" y="26486"/>
                    <a:pt x="4704" y="26219"/>
                    <a:pt x="4771" y="25919"/>
                  </a:cubicBezTo>
                  <a:cubicBezTo>
                    <a:pt x="4937" y="24852"/>
                    <a:pt x="5304" y="23717"/>
                    <a:pt x="5371" y="22550"/>
                  </a:cubicBezTo>
                  <a:cubicBezTo>
                    <a:pt x="5471" y="21983"/>
                    <a:pt x="5438" y="21382"/>
                    <a:pt x="5304" y="20849"/>
                  </a:cubicBezTo>
                  <a:lnTo>
                    <a:pt x="5304" y="20749"/>
                  </a:lnTo>
                  <a:cubicBezTo>
                    <a:pt x="5304" y="20715"/>
                    <a:pt x="5271" y="20649"/>
                    <a:pt x="5271" y="20582"/>
                  </a:cubicBezTo>
                  <a:lnTo>
                    <a:pt x="5138" y="20382"/>
                  </a:lnTo>
                  <a:cubicBezTo>
                    <a:pt x="5037" y="20248"/>
                    <a:pt x="5004" y="20148"/>
                    <a:pt x="4937" y="20015"/>
                  </a:cubicBezTo>
                  <a:cubicBezTo>
                    <a:pt x="4804" y="19815"/>
                    <a:pt x="4671" y="19581"/>
                    <a:pt x="4504" y="19381"/>
                  </a:cubicBezTo>
                  <a:cubicBezTo>
                    <a:pt x="3937" y="18580"/>
                    <a:pt x="3270" y="18013"/>
                    <a:pt x="2769" y="17413"/>
                  </a:cubicBezTo>
                  <a:cubicBezTo>
                    <a:pt x="2269" y="16879"/>
                    <a:pt x="1835" y="16379"/>
                    <a:pt x="1602" y="15912"/>
                  </a:cubicBezTo>
                  <a:cubicBezTo>
                    <a:pt x="1335" y="15512"/>
                    <a:pt x="1201" y="15145"/>
                    <a:pt x="1135" y="14878"/>
                  </a:cubicBezTo>
                  <a:lnTo>
                    <a:pt x="1135" y="14844"/>
                  </a:lnTo>
                  <a:cubicBezTo>
                    <a:pt x="634" y="13343"/>
                    <a:pt x="634" y="11842"/>
                    <a:pt x="901" y="10508"/>
                  </a:cubicBezTo>
                  <a:cubicBezTo>
                    <a:pt x="1201" y="9207"/>
                    <a:pt x="1702" y="8040"/>
                    <a:pt x="2302" y="7072"/>
                  </a:cubicBezTo>
                  <a:cubicBezTo>
                    <a:pt x="2869" y="6138"/>
                    <a:pt x="3503" y="5338"/>
                    <a:pt x="4137" y="4671"/>
                  </a:cubicBezTo>
                  <a:cubicBezTo>
                    <a:pt x="4737" y="4003"/>
                    <a:pt x="5371" y="3470"/>
                    <a:pt x="5905" y="3036"/>
                  </a:cubicBezTo>
                  <a:cubicBezTo>
                    <a:pt x="7039" y="2169"/>
                    <a:pt x="7940" y="1702"/>
                    <a:pt x="8507" y="1468"/>
                  </a:cubicBezTo>
                  <a:cubicBezTo>
                    <a:pt x="9107" y="1201"/>
                    <a:pt x="9374" y="1135"/>
                    <a:pt x="9374" y="1135"/>
                  </a:cubicBezTo>
                  <a:cubicBezTo>
                    <a:pt x="9681" y="1028"/>
                    <a:pt x="9860" y="889"/>
                    <a:pt x="9906" y="777"/>
                  </a:cubicBezTo>
                  <a:lnTo>
                    <a:pt x="9906" y="777"/>
                  </a:lnTo>
                  <a:cubicBezTo>
                    <a:pt x="9926" y="823"/>
                    <a:pt x="9988" y="853"/>
                    <a:pt x="10083" y="853"/>
                  </a:cubicBezTo>
                  <a:cubicBezTo>
                    <a:pt x="10152" y="853"/>
                    <a:pt x="10239" y="837"/>
                    <a:pt x="10341" y="801"/>
                  </a:cubicBezTo>
                  <a:cubicBezTo>
                    <a:pt x="10341" y="801"/>
                    <a:pt x="10475" y="801"/>
                    <a:pt x="10641" y="734"/>
                  </a:cubicBezTo>
                  <a:cubicBezTo>
                    <a:pt x="10808" y="701"/>
                    <a:pt x="11108" y="668"/>
                    <a:pt x="11442" y="634"/>
                  </a:cubicBezTo>
                  <a:cubicBezTo>
                    <a:pt x="11776" y="568"/>
                    <a:pt x="12176" y="534"/>
                    <a:pt x="12676" y="534"/>
                  </a:cubicBezTo>
                  <a:close/>
                  <a:moveTo>
                    <a:pt x="12976" y="0"/>
                  </a:moveTo>
                  <a:cubicBezTo>
                    <a:pt x="12443" y="34"/>
                    <a:pt x="12009" y="67"/>
                    <a:pt x="11642" y="134"/>
                  </a:cubicBezTo>
                  <a:cubicBezTo>
                    <a:pt x="11275" y="201"/>
                    <a:pt x="10975" y="234"/>
                    <a:pt x="10808" y="301"/>
                  </a:cubicBezTo>
                  <a:cubicBezTo>
                    <a:pt x="10608" y="334"/>
                    <a:pt x="10508" y="367"/>
                    <a:pt x="10508" y="367"/>
                  </a:cubicBezTo>
                  <a:cubicBezTo>
                    <a:pt x="10147" y="454"/>
                    <a:pt x="9961" y="584"/>
                    <a:pt x="9912" y="688"/>
                  </a:cubicBezTo>
                  <a:lnTo>
                    <a:pt x="9912" y="688"/>
                  </a:lnTo>
                  <a:cubicBezTo>
                    <a:pt x="9890" y="628"/>
                    <a:pt x="9807" y="588"/>
                    <a:pt x="9660" y="588"/>
                  </a:cubicBezTo>
                  <a:cubicBezTo>
                    <a:pt x="9547" y="588"/>
                    <a:pt x="9396" y="612"/>
                    <a:pt x="9207" y="668"/>
                  </a:cubicBezTo>
                  <a:cubicBezTo>
                    <a:pt x="9207" y="668"/>
                    <a:pt x="9174" y="701"/>
                    <a:pt x="9007" y="734"/>
                  </a:cubicBezTo>
                  <a:cubicBezTo>
                    <a:pt x="8840" y="801"/>
                    <a:pt x="8607" y="868"/>
                    <a:pt x="8306" y="1001"/>
                  </a:cubicBezTo>
                  <a:cubicBezTo>
                    <a:pt x="7673" y="1301"/>
                    <a:pt x="6772" y="1735"/>
                    <a:pt x="5605" y="2636"/>
                  </a:cubicBezTo>
                  <a:cubicBezTo>
                    <a:pt x="5004" y="3069"/>
                    <a:pt x="4370" y="3636"/>
                    <a:pt x="3703" y="4304"/>
                  </a:cubicBezTo>
                  <a:cubicBezTo>
                    <a:pt x="3103" y="5004"/>
                    <a:pt x="2436" y="5838"/>
                    <a:pt x="1802" y="6839"/>
                  </a:cubicBezTo>
                  <a:cubicBezTo>
                    <a:pt x="1201" y="7839"/>
                    <a:pt x="634" y="9040"/>
                    <a:pt x="334" y="10475"/>
                  </a:cubicBezTo>
                  <a:cubicBezTo>
                    <a:pt x="34" y="11842"/>
                    <a:pt x="1" y="13510"/>
                    <a:pt x="534" y="15145"/>
                  </a:cubicBezTo>
                  <a:lnTo>
                    <a:pt x="534" y="15078"/>
                  </a:lnTo>
                  <a:cubicBezTo>
                    <a:pt x="634" y="15378"/>
                    <a:pt x="768" y="15845"/>
                    <a:pt x="1035" y="16346"/>
                  </a:cubicBezTo>
                  <a:cubicBezTo>
                    <a:pt x="1335" y="16846"/>
                    <a:pt x="1735" y="17413"/>
                    <a:pt x="2302" y="18013"/>
                  </a:cubicBezTo>
                  <a:cubicBezTo>
                    <a:pt x="2836" y="18647"/>
                    <a:pt x="3470" y="19248"/>
                    <a:pt x="4003" y="19981"/>
                  </a:cubicBezTo>
                  <a:cubicBezTo>
                    <a:pt x="4137" y="20182"/>
                    <a:pt x="4237" y="20348"/>
                    <a:pt x="4370" y="20549"/>
                  </a:cubicBezTo>
                  <a:cubicBezTo>
                    <a:pt x="4470" y="20649"/>
                    <a:pt x="4504" y="20749"/>
                    <a:pt x="4537" y="20849"/>
                  </a:cubicBezTo>
                  <a:lnTo>
                    <a:pt x="4604" y="20982"/>
                  </a:lnTo>
                  <a:lnTo>
                    <a:pt x="4637" y="21082"/>
                  </a:lnTo>
                  <a:cubicBezTo>
                    <a:pt x="4771" y="21549"/>
                    <a:pt x="4771" y="22050"/>
                    <a:pt x="4704" y="22550"/>
                  </a:cubicBezTo>
                  <a:cubicBezTo>
                    <a:pt x="4637" y="23551"/>
                    <a:pt x="4237" y="24651"/>
                    <a:pt x="4037" y="25852"/>
                  </a:cubicBezTo>
                  <a:cubicBezTo>
                    <a:pt x="4003" y="26186"/>
                    <a:pt x="3970" y="26486"/>
                    <a:pt x="3970" y="26820"/>
                  </a:cubicBezTo>
                  <a:lnTo>
                    <a:pt x="3970" y="27320"/>
                  </a:lnTo>
                  <a:lnTo>
                    <a:pt x="3970" y="27554"/>
                  </a:lnTo>
                  <a:lnTo>
                    <a:pt x="3970" y="27587"/>
                  </a:lnTo>
                  <a:lnTo>
                    <a:pt x="3970" y="27720"/>
                  </a:lnTo>
                  <a:cubicBezTo>
                    <a:pt x="3970" y="28354"/>
                    <a:pt x="4037" y="28988"/>
                    <a:pt x="4204" y="29588"/>
                  </a:cubicBezTo>
                  <a:cubicBezTo>
                    <a:pt x="4504" y="30856"/>
                    <a:pt x="5204" y="32057"/>
                    <a:pt x="6338" y="32824"/>
                  </a:cubicBezTo>
                  <a:cubicBezTo>
                    <a:pt x="7118" y="33368"/>
                    <a:pt x="8049" y="33610"/>
                    <a:pt x="8953" y="33610"/>
                  </a:cubicBezTo>
                  <a:cubicBezTo>
                    <a:pt x="9324" y="33610"/>
                    <a:pt x="9691" y="33569"/>
                    <a:pt x="10041" y="33491"/>
                  </a:cubicBezTo>
                  <a:cubicBezTo>
                    <a:pt x="11142" y="33224"/>
                    <a:pt x="12143" y="32557"/>
                    <a:pt x="12876" y="31690"/>
                  </a:cubicBezTo>
                  <a:cubicBezTo>
                    <a:pt x="13277" y="31223"/>
                    <a:pt x="13610" y="30722"/>
                    <a:pt x="13844" y="30222"/>
                  </a:cubicBezTo>
                  <a:cubicBezTo>
                    <a:pt x="14111" y="29722"/>
                    <a:pt x="14311" y="29188"/>
                    <a:pt x="14478" y="28588"/>
                  </a:cubicBezTo>
                  <a:cubicBezTo>
                    <a:pt x="14711" y="27387"/>
                    <a:pt x="14611" y="26186"/>
                    <a:pt x="14344" y="25052"/>
                  </a:cubicBezTo>
                  <a:cubicBezTo>
                    <a:pt x="14111" y="23884"/>
                    <a:pt x="13710" y="22817"/>
                    <a:pt x="13510" y="21716"/>
                  </a:cubicBezTo>
                  <a:cubicBezTo>
                    <a:pt x="13377" y="21182"/>
                    <a:pt x="13310" y="20649"/>
                    <a:pt x="13310" y="20082"/>
                  </a:cubicBezTo>
                  <a:lnTo>
                    <a:pt x="13310" y="20015"/>
                  </a:lnTo>
                  <a:lnTo>
                    <a:pt x="13310" y="19981"/>
                  </a:lnTo>
                  <a:lnTo>
                    <a:pt x="13343" y="19748"/>
                  </a:lnTo>
                  <a:lnTo>
                    <a:pt x="13443" y="19348"/>
                  </a:lnTo>
                  <a:cubicBezTo>
                    <a:pt x="13477" y="19081"/>
                    <a:pt x="13544" y="18814"/>
                    <a:pt x="13644" y="18547"/>
                  </a:cubicBezTo>
                  <a:cubicBezTo>
                    <a:pt x="13944" y="17513"/>
                    <a:pt x="14478" y="16512"/>
                    <a:pt x="14978" y="15512"/>
                  </a:cubicBezTo>
                  <a:lnTo>
                    <a:pt x="15712" y="14011"/>
                  </a:lnTo>
                  <a:cubicBezTo>
                    <a:pt x="15979" y="13510"/>
                    <a:pt x="16179" y="13010"/>
                    <a:pt x="16446" y="12509"/>
                  </a:cubicBezTo>
                  <a:cubicBezTo>
                    <a:pt x="16879" y="11509"/>
                    <a:pt x="17280" y="10475"/>
                    <a:pt x="17546" y="9474"/>
                  </a:cubicBezTo>
                  <a:cubicBezTo>
                    <a:pt x="18147" y="7439"/>
                    <a:pt x="18347" y="5404"/>
                    <a:pt x="17947" y="3603"/>
                  </a:cubicBezTo>
                  <a:cubicBezTo>
                    <a:pt x="17713" y="2736"/>
                    <a:pt x="17313" y="1902"/>
                    <a:pt x="16712" y="1335"/>
                  </a:cubicBezTo>
                  <a:cubicBezTo>
                    <a:pt x="16145" y="734"/>
                    <a:pt x="15445" y="367"/>
                    <a:pt x="14778" y="201"/>
                  </a:cubicBezTo>
                  <a:cubicBezTo>
                    <a:pt x="14444" y="101"/>
                    <a:pt x="14111" y="67"/>
                    <a:pt x="13810" y="34"/>
                  </a:cubicBezTo>
                  <a:cubicBezTo>
                    <a:pt x="13510" y="34"/>
                    <a:pt x="13210" y="0"/>
                    <a:pt x="12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91" name="Google Shape;3391;p28"/>
            <p:cNvSpPr/>
            <p:nvPr/>
          </p:nvSpPr>
          <p:spPr>
            <a:xfrm>
              <a:off x="4821125" y="1766600"/>
              <a:ext cx="616275" cy="984575"/>
            </a:xfrm>
            <a:custGeom>
              <a:avLst/>
              <a:gdLst/>
              <a:ahLst/>
              <a:cxnLst/>
              <a:rect l="l" t="t" r="r" b="b"/>
              <a:pathLst>
                <a:path w="24651" h="39383" extrusionOk="0">
                  <a:moveTo>
                    <a:pt x="16897" y="0"/>
                  </a:moveTo>
                  <a:cubicBezTo>
                    <a:pt x="16399" y="0"/>
                    <a:pt x="15956" y="25"/>
                    <a:pt x="15578" y="38"/>
                  </a:cubicBezTo>
                  <a:cubicBezTo>
                    <a:pt x="15144" y="71"/>
                    <a:pt x="14811" y="105"/>
                    <a:pt x="14544" y="172"/>
                  </a:cubicBezTo>
                  <a:cubicBezTo>
                    <a:pt x="14310" y="205"/>
                    <a:pt x="14177" y="205"/>
                    <a:pt x="14177" y="205"/>
                  </a:cubicBezTo>
                  <a:cubicBezTo>
                    <a:pt x="13563" y="324"/>
                    <a:pt x="13325" y="443"/>
                    <a:pt x="13450" y="443"/>
                  </a:cubicBezTo>
                  <a:cubicBezTo>
                    <a:pt x="13536" y="443"/>
                    <a:pt x="13790" y="387"/>
                    <a:pt x="14210" y="238"/>
                  </a:cubicBezTo>
                  <a:cubicBezTo>
                    <a:pt x="14210" y="238"/>
                    <a:pt x="14277" y="238"/>
                    <a:pt x="14544" y="205"/>
                  </a:cubicBezTo>
                  <a:cubicBezTo>
                    <a:pt x="14744" y="205"/>
                    <a:pt x="15077" y="138"/>
                    <a:pt x="15544" y="105"/>
                  </a:cubicBezTo>
                  <a:cubicBezTo>
                    <a:pt x="15867" y="92"/>
                    <a:pt x="16254" y="71"/>
                    <a:pt x="16691" y="71"/>
                  </a:cubicBezTo>
                  <a:cubicBezTo>
                    <a:pt x="17431" y="71"/>
                    <a:pt x="18316" y="133"/>
                    <a:pt x="19280" y="405"/>
                  </a:cubicBezTo>
                  <a:cubicBezTo>
                    <a:pt x="20081" y="605"/>
                    <a:pt x="20882" y="972"/>
                    <a:pt x="21615" y="1573"/>
                  </a:cubicBezTo>
                  <a:cubicBezTo>
                    <a:pt x="22383" y="2140"/>
                    <a:pt x="22950" y="2974"/>
                    <a:pt x="23383" y="3974"/>
                  </a:cubicBezTo>
                  <a:cubicBezTo>
                    <a:pt x="24217" y="6009"/>
                    <a:pt x="24184" y="8511"/>
                    <a:pt x="23617" y="11013"/>
                  </a:cubicBezTo>
                  <a:cubicBezTo>
                    <a:pt x="23383" y="12247"/>
                    <a:pt x="22950" y="13548"/>
                    <a:pt x="22383" y="14749"/>
                  </a:cubicBezTo>
                  <a:cubicBezTo>
                    <a:pt x="21782" y="15950"/>
                    <a:pt x="21015" y="17084"/>
                    <a:pt x="20181" y="18251"/>
                  </a:cubicBezTo>
                  <a:cubicBezTo>
                    <a:pt x="19347" y="19385"/>
                    <a:pt x="18447" y="20586"/>
                    <a:pt x="18013" y="22021"/>
                  </a:cubicBezTo>
                  <a:cubicBezTo>
                    <a:pt x="17879" y="22387"/>
                    <a:pt x="17746" y="22721"/>
                    <a:pt x="17713" y="23088"/>
                  </a:cubicBezTo>
                  <a:lnTo>
                    <a:pt x="17679" y="23221"/>
                  </a:lnTo>
                  <a:lnTo>
                    <a:pt x="17679" y="23388"/>
                  </a:lnTo>
                  <a:lnTo>
                    <a:pt x="17679" y="23688"/>
                  </a:lnTo>
                  <a:cubicBezTo>
                    <a:pt x="17679" y="23855"/>
                    <a:pt x="17679" y="24055"/>
                    <a:pt x="17713" y="24222"/>
                  </a:cubicBezTo>
                  <a:cubicBezTo>
                    <a:pt x="17779" y="24956"/>
                    <a:pt x="18013" y="25690"/>
                    <a:pt x="18213" y="26390"/>
                  </a:cubicBezTo>
                  <a:cubicBezTo>
                    <a:pt x="18680" y="27758"/>
                    <a:pt x="19247" y="29092"/>
                    <a:pt x="19514" y="30460"/>
                  </a:cubicBezTo>
                  <a:cubicBezTo>
                    <a:pt x="19681" y="31127"/>
                    <a:pt x="19714" y="31861"/>
                    <a:pt x="19614" y="32528"/>
                  </a:cubicBezTo>
                  <a:cubicBezTo>
                    <a:pt x="19614" y="32695"/>
                    <a:pt x="19581" y="32862"/>
                    <a:pt x="19547" y="33028"/>
                  </a:cubicBezTo>
                  <a:lnTo>
                    <a:pt x="19514" y="33262"/>
                  </a:lnTo>
                  <a:cubicBezTo>
                    <a:pt x="19514" y="33295"/>
                    <a:pt x="19447" y="33395"/>
                    <a:pt x="19414" y="33462"/>
                  </a:cubicBezTo>
                  <a:lnTo>
                    <a:pt x="19214" y="33929"/>
                  </a:lnTo>
                  <a:lnTo>
                    <a:pt x="19014" y="34396"/>
                  </a:lnTo>
                  <a:cubicBezTo>
                    <a:pt x="18713" y="35030"/>
                    <a:pt x="18346" y="35564"/>
                    <a:pt x="17879" y="36064"/>
                  </a:cubicBezTo>
                  <a:cubicBezTo>
                    <a:pt x="17679" y="36297"/>
                    <a:pt x="17412" y="36564"/>
                    <a:pt x="17179" y="36764"/>
                  </a:cubicBezTo>
                  <a:cubicBezTo>
                    <a:pt x="16912" y="36965"/>
                    <a:pt x="16679" y="37198"/>
                    <a:pt x="16378" y="37365"/>
                  </a:cubicBezTo>
                  <a:cubicBezTo>
                    <a:pt x="15845" y="37732"/>
                    <a:pt x="15244" y="38032"/>
                    <a:pt x="14677" y="38232"/>
                  </a:cubicBezTo>
                  <a:cubicBezTo>
                    <a:pt x="14043" y="38466"/>
                    <a:pt x="13443" y="38599"/>
                    <a:pt x="12843" y="38666"/>
                  </a:cubicBezTo>
                  <a:cubicBezTo>
                    <a:pt x="12476" y="38705"/>
                    <a:pt x="12101" y="38727"/>
                    <a:pt x="11724" y="38727"/>
                  </a:cubicBezTo>
                  <a:cubicBezTo>
                    <a:pt x="10828" y="38727"/>
                    <a:pt x="9918" y="38604"/>
                    <a:pt x="9073" y="38299"/>
                  </a:cubicBezTo>
                  <a:cubicBezTo>
                    <a:pt x="7872" y="37932"/>
                    <a:pt x="6705" y="37098"/>
                    <a:pt x="5938" y="35997"/>
                  </a:cubicBezTo>
                  <a:cubicBezTo>
                    <a:pt x="5571" y="35463"/>
                    <a:pt x="5270" y="34830"/>
                    <a:pt x="5104" y="34163"/>
                  </a:cubicBezTo>
                  <a:lnTo>
                    <a:pt x="5004" y="33662"/>
                  </a:lnTo>
                  <a:lnTo>
                    <a:pt x="4904" y="33195"/>
                  </a:lnTo>
                  <a:cubicBezTo>
                    <a:pt x="4870" y="33028"/>
                    <a:pt x="4870" y="32862"/>
                    <a:pt x="4870" y="32695"/>
                  </a:cubicBezTo>
                  <a:lnTo>
                    <a:pt x="4870" y="32428"/>
                  </a:lnTo>
                  <a:lnTo>
                    <a:pt x="4870" y="32361"/>
                  </a:lnTo>
                  <a:lnTo>
                    <a:pt x="4870" y="32261"/>
                  </a:lnTo>
                  <a:lnTo>
                    <a:pt x="4870" y="32128"/>
                  </a:lnTo>
                  <a:cubicBezTo>
                    <a:pt x="4770" y="31461"/>
                    <a:pt x="4870" y="30760"/>
                    <a:pt x="5037" y="30093"/>
                  </a:cubicBezTo>
                  <a:cubicBezTo>
                    <a:pt x="5204" y="29392"/>
                    <a:pt x="5437" y="28725"/>
                    <a:pt x="5671" y="28025"/>
                  </a:cubicBezTo>
                  <a:cubicBezTo>
                    <a:pt x="5871" y="27291"/>
                    <a:pt x="6004" y="26557"/>
                    <a:pt x="6004" y="25790"/>
                  </a:cubicBezTo>
                  <a:cubicBezTo>
                    <a:pt x="6004" y="25623"/>
                    <a:pt x="6004" y="25423"/>
                    <a:pt x="5938" y="25256"/>
                  </a:cubicBezTo>
                  <a:cubicBezTo>
                    <a:pt x="5938" y="25089"/>
                    <a:pt x="5904" y="24889"/>
                    <a:pt x="5871" y="24722"/>
                  </a:cubicBezTo>
                  <a:lnTo>
                    <a:pt x="5771" y="24422"/>
                  </a:lnTo>
                  <a:lnTo>
                    <a:pt x="5771" y="24356"/>
                  </a:lnTo>
                  <a:cubicBezTo>
                    <a:pt x="5771" y="24356"/>
                    <a:pt x="5771" y="24289"/>
                    <a:pt x="5737" y="24255"/>
                  </a:cubicBezTo>
                  <a:lnTo>
                    <a:pt x="5671" y="24122"/>
                  </a:lnTo>
                  <a:cubicBezTo>
                    <a:pt x="5571" y="23955"/>
                    <a:pt x="5504" y="23855"/>
                    <a:pt x="5371" y="23688"/>
                  </a:cubicBezTo>
                  <a:cubicBezTo>
                    <a:pt x="4537" y="22454"/>
                    <a:pt x="3603" y="21387"/>
                    <a:pt x="2769" y="20253"/>
                  </a:cubicBezTo>
                  <a:cubicBezTo>
                    <a:pt x="1935" y="19118"/>
                    <a:pt x="1168" y="18018"/>
                    <a:pt x="667" y="16750"/>
                  </a:cubicBezTo>
                  <a:cubicBezTo>
                    <a:pt x="567" y="16417"/>
                    <a:pt x="434" y="16116"/>
                    <a:pt x="400" y="15783"/>
                  </a:cubicBezTo>
                  <a:cubicBezTo>
                    <a:pt x="334" y="15516"/>
                    <a:pt x="367" y="15182"/>
                    <a:pt x="334" y="14849"/>
                  </a:cubicBezTo>
                  <a:cubicBezTo>
                    <a:pt x="267" y="14682"/>
                    <a:pt x="334" y="14515"/>
                    <a:pt x="334" y="14348"/>
                  </a:cubicBezTo>
                  <a:lnTo>
                    <a:pt x="367" y="13848"/>
                  </a:lnTo>
                  <a:cubicBezTo>
                    <a:pt x="367" y="13514"/>
                    <a:pt x="434" y="13214"/>
                    <a:pt x="500" y="12881"/>
                  </a:cubicBezTo>
                  <a:cubicBezTo>
                    <a:pt x="701" y="11613"/>
                    <a:pt x="1168" y="10412"/>
                    <a:pt x="1701" y="9378"/>
                  </a:cubicBezTo>
                  <a:cubicBezTo>
                    <a:pt x="1935" y="8844"/>
                    <a:pt x="2268" y="8377"/>
                    <a:pt x="2569" y="7877"/>
                  </a:cubicBezTo>
                  <a:cubicBezTo>
                    <a:pt x="2902" y="7410"/>
                    <a:pt x="3236" y="6943"/>
                    <a:pt x="3569" y="6543"/>
                  </a:cubicBezTo>
                  <a:cubicBezTo>
                    <a:pt x="4937" y="4875"/>
                    <a:pt x="6438" y="3607"/>
                    <a:pt x="7839" y="2740"/>
                  </a:cubicBezTo>
                  <a:cubicBezTo>
                    <a:pt x="8206" y="2540"/>
                    <a:pt x="8506" y="2340"/>
                    <a:pt x="8840" y="2173"/>
                  </a:cubicBezTo>
                  <a:cubicBezTo>
                    <a:pt x="9107" y="1939"/>
                    <a:pt x="9440" y="1839"/>
                    <a:pt x="9740" y="1706"/>
                  </a:cubicBezTo>
                  <a:cubicBezTo>
                    <a:pt x="10274" y="1406"/>
                    <a:pt x="10841" y="1239"/>
                    <a:pt x="11241" y="1072"/>
                  </a:cubicBezTo>
                  <a:cubicBezTo>
                    <a:pt x="11442" y="1005"/>
                    <a:pt x="11608" y="905"/>
                    <a:pt x="11775" y="872"/>
                  </a:cubicBezTo>
                  <a:cubicBezTo>
                    <a:pt x="11942" y="839"/>
                    <a:pt x="12075" y="772"/>
                    <a:pt x="12209" y="739"/>
                  </a:cubicBezTo>
                  <a:cubicBezTo>
                    <a:pt x="12409" y="705"/>
                    <a:pt x="12542" y="672"/>
                    <a:pt x="12542" y="672"/>
                  </a:cubicBezTo>
                  <a:cubicBezTo>
                    <a:pt x="13278" y="482"/>
                    <a:pt x="13490" y="309"/>
                    <a:pt x="13167" y="309"/>
                  </a:cubicBezTo>
                  <a:cubicBezTo>
                    <a:pt x="13036" y="309"/>
                    <a:pt x="12817" y="338"/>
                    <a:pt x="12509" y="405"/>
                  </a:cubicBezTo>
                  <a:cubicBezTo>
                    <a:pt x="12509" y="405"/>
                    <a:pt x="12409" y="438"/>
                    <a:pt x="12175" y="505"/>
                  </a:cubicBezTo>
                  <a:cubicBezTo>
                    <a:pt x="12042" y="538"/>
                    <a:pt x="11909" y="572"/>
                    <a:pt x="11742" y="605"/>
                  </a:cubicBezTo>
                  <a:cubicBezTo>
                    <a:pt x="11575" y="705"/>
                    <a:pt x="11375" y="739"/>
                    <a:pt x="11175" y="839"/>
                  </a:cubicBezTo>
                  <a:cubicBezTo>
                    <a:pt x="10741" y="1005"/>
                    <a:pt x="10207" y="1172"/>
                    <a:pt x="9607" y="1439"/>
                  </a:cubicBezTo>
                  <a:cubicBezTo>
                    <a:pt x="9340" y="1606"/>
                    <a:pt x="9040" y="1706"/>
                    <a:pt x="8706" y="1906"/>
                  </a:cubicBezTo>
                  <a:cubicBezTo>
                    <a:pt x="8406" y="2073"/>
                    <a:pt x="8072" y="2273"/>
                    <a:pt x="7706" y="2507"/>
                  </a:cubicBezTo>
                  <a:cubicBezTo>
                    <a:pt x="6338" y="3374"/>
                    <a:pt x="4770" y="4608"/>
                    <a:pt x="3369" y="6343"/>
                  </a:cubicBezTo>
                  <a:cubicBezTo>
                    <a:pt x="3036" y="6743"/>
                    <a:pt x="2702" y="7243"/>
                    <a:pt x="2368" y="7710"/>
                  </a:cubicBezTo>
                  <a:cubicBezTo>
                    <a:pt x="2035" y="8211"/>
                    <a:pt x="1701" y="8711"/>
                    <a:pt x="1434" y="9245"/>
                  </a:cubicBezTo>
                  <a:cubicBezTo>
                    <a:pt x="867" y="10346"/>
                    <a:pt x="400" y="11546"/>
                    <a:pt x="167" y="12847"/>
                  </a:cubicBezTo>
                  <a:cubicBezTo>
                    <a:pt x="100" y="13181"/>
                    <a:pt x="33" y="13514"/>
                    <a:pt x="33" y="13848"/>
                  </a:cubicBezTo>
                  <a:lnTo>
                    <a:pt x="0" y="14348"/>
                  </a:lnTo>
                  <a:lnTo>
                    <a:pt x="0" y="14849"/>
                  </a:lnTo>
                  <a:cubicBezTo>
                    <a:pt x="33" y="15182"/>
                    <a:pt x="33" y="15549"/>
                    <a:pt x="67" y="15883"/>
                  </a:cubicBezTo>
                  <a:cubicBezTo>
                    <a:pt x="100" y="16216"/>
                    <a:pt x="200" y="16550"/>
                    <a:pt x="334" y="16884"/>
                  </a:cubicBezTo>
                  <a:cubicBezTo>
                    <a:pt x="834" y="18218"/>
                    <a:pt x="1668" y="19385"/>
                    <a:pt x="2502" y="20519"/>
                  </a:cubicBezTo>
                  <a:cubicBezTo>
                    <a:pt x="3336" y="21620"/>
                    <a:pt x="4236" y="22754"/>
                    <a:pt x="5037" y="23922"/>
                  </a:cubicBezTo>
                  <a:cubicBezTo>
                    <a:pt x="5170" y="24089"/>
                    <a:pt x="5237" y="24222"/>
                    <a:pt x="5337" y="24389"/>
                  </a:cubicBezTo>
                  <a:lnTo>
                    <a:pt x="5404" y="24489"/>
                  </a:lnTo>
                  <a:lnTo>
                    <a:pt x="5404" y="24556"/>
                  </a:lnTo>
                  <a:lnTo>
                    <a:pt x="5404" y="24622"/>
                  </a:lnTo>
                  <a:lnTo>
                    <a:pt x="5437" y="24889"/>
                  </a:lnTo>
                  <a:cubicBezTo>
                    <a:pt x="5504" y="25056"/>
                    <a:pt x="5537" y="25223"/>
                    <a:pt x="5537" y="25390"/>
                  </a:cubicBezTo>
                  <a:cubicBezTo>
                    <a:pt x="5571" y="25556"/>
                    <a:pt x="5571" y="25723"/>
                    <a:pt x="5571" y="25890"/>
                  </a:cubicBezTo>
                  <a:cubicBezTo>
                    <a:pt x="5571" y="26590"/>
                    <a:pt x="5437" y="27291"/>
                    <a:pt x="5237" y="27958"/>
                  </a:cubicBezTo>
                  <a:cubicBezTo>
                    <a:pt x="5037" y="28659"/>
                    <a:pt x="4770" y="29326"/>
                    <a:pt x="4603" y="30060"/>
                  </a:cubicBezTo>
                  <a:cubicBezTo>
                    <a:pt x="4403" y="30760"/>
                    <a:pt x="4336" y="31494"/>
                    <a:pt x="4403" y="32261"/>
                  </a:cubicBezTo>
                  <a:lnTo>
                    <a:pt x="4403" y="32395"/>
                  </a:lnTo>
                  <a:lnTo>
                    <a:pt x="4403" y="32461"/>
                  </a:lnTo>
                  <a:lnTo>
                    <a:pt x="4403" y="32495"/>
                  </a:lnTo>
                  <a:lnTo>
                    <a:pt x="4403" y="32795"/>
                  </a:lnTo>
                  <a:cubicBezTo>
                    <a:pt x="4403" y="32962"/>
                    <a:pt x="4403" y="33162"/>
                    <a:pt x="4437" y="33329"/>
                  </a:cubicBezTo>
                  <a:lnTo>
                    <a:pt x="4537" y="33896"/>
                  </a:lnTo>
                  <a:cubicBezTo>
                    <a:pt x="4570" y="34096"/>
                    <a:pt x="4603" y="34263"/>
                    <a:pt x="4670" y="34429"/>
                  </a:cubicBezTo>
                  <a:cubicBezTo>
                    <a:pt x="4870" y="35130"/>
                    <a:pt x="5170" y="35830"/>
                    <a:pt x="5571" y="36431"/>
                  </a:cubicBezTo>
                  <a:cubicBezTo>
                    <a:pt x="6405" y="37632"/>
                    <a:pt x="7672" y="38466"/>
                    <a:pt x="8940" y="38933"/>
                  </a:cubicBezTo>
                  <a:cubicBezTo>
                    <a:pt x="9824" y="39250"/>
                    <a:pt x="10739" y="39382"/>
                    <a:pt x="11642" y="39382"/>
                  </a:cubicBezTo>
                  <a:cubicBezTo>
                    <a:pt x="12069" y="39382"/>
                    <a:pt x="12492" y="39353"/>
                    <a:pt x="12909" y="39300"/>
                  </a:cubicBezTo>
                  <a:cubicBezTo>
                    <a:pt x="13543" y="39233"/>
                    <a:pt x="14210" y="39099"/>
                    <a:pt x="14844" y="38866"/>
                  </a:cubicBezTo>
                  <a:cubicBezTo>
                    <a:pt x="15511" y="38632"/>
                    <a:pt x="16078" y="38299"/>
                    <a:pt x="16679" y="37932"/>
                  </a:cubicBezTo>
                  <a:cubicBezTo>
                    <a:pt x="16945" y="37765"/>
                    <a:pt x="17212" y="37532"/>
                    <a:pt x="17513" y="37298"/>
                  </a:cubicBezTo>
                  <a:cubicBezTo>
                    <a:pt x="17746" y="37065"/>
                    <a:pt x="18046" y="36831"/>
                    <a:pt x="18246" y="36564"/>
                  </a:cubicBezTo>
                  <a:cubicBezTo>
                    <a:pt x="18713" y="36064"/>
                    <a:pt x="19114" y="35430"/>
                    <a:pt x="19447" y="34796"/>
                  </a:cubicBezTo>
                  <a:lnTo>
                    <a:pt x="19714" y="34296"/>
                  </a:lnTo>
                  <a:lnTo>
                    <a:pt x="19914" y="33796"/>
                  </a:lnTo>
                  <a:cubicBezTo>
                    <a:pt x="19914" y="33729"/>
                    <a:pt x="19948" y="33696"/>
                    <a:pt x="20014" y="33562"/>
                  </a:cubicBezTo>
                  <a:lnTo>
                    <a:pt x="20048" y="33295"/>
                  </a:lnTo>
                  <a:cubicBezTo>
                    <a:pt x="20081" y="33128"/>
                    <a:pt x="20114" y="32928"/>
                    <a:pt x="20114" y="32762"/>
                  </a:cubicBezTo>
                  <a:cubicBezTo>
                    <a:pt x="20214" y="32028"/>
                    <a:pt x="20114" y="31260"/>
                    <a:pt x="20014" y="30560"/>
                  </a:cubicBezTo>
                  <a:cubicBezTo>
                    <a:pt x="19714" y="29126"/>
                    <a:pt x="19114" y="27791"/>
                    <a:pt x="18713" y="26424"/>
                  </a:cubicBezTo>
                  <a:cubicBezTo>
                    <a:pt x="18447" y="25723"/>
                    <a:pt x="18280" y="25056"/>
                    <a:pt x="18213" y="24356"/>
                  </a:cubicBezTo>
                  <a:cubicBezTo>
                    <a:pt x="18180" y="24122"/>
                    <a:pt x="18180" y="23955"/>
                    <a:pt x="18180" y="23788"/>
                  </a:cubicBezTo>
                  <a:lnTo>
                    <a:pt x="18180" y="23555"/>
                  </a:lnTo>
                  <a:lnTo>
                    <a:pt x="18180" y="23455"/>
                  </a:lnTo>
                  <a:lnTo>
                    <a:pt x="18213" y="23355"/>
                  </a:lnTo>
                  <a:cubicBezTo>
                    <a:pt x="18246" y="23021"/>
                    <a:pt x="18346" y="22688"/>
                    <a:pt x="18447" y="22354"/>
                  </a:cubicBezTo>
                  <a:cubicBezTo>
                    <a:pt x="18914" y="20986"/>
                    <a:pt x="19747" y="19852"/>
                    <a:pt x="20548" y="18651"/>
                  </a:cubicBezTo>
                  <a:cubicBezTo>
                    <a:pt x="21349" y="17517"/>
                    <a:pt x="22183" y="16350"/>
                    <a:pt x="22750" y="15082"/>
                  </a:cubicBezTo>
                  <a:cubicBezTo>
                    <a:pt x="23383" y="13848"/>
                    <a:pt x="23750" y="12547"/>
                    <a:pt x="24051" y="11246"/>
                  </a:cubicBezTo>
                  <a:cubicBezTo>
                    <a:pt x="24584" y="8711"/>
                    <a:pt x="24651" y="6109"/>
                    <a:pt x="23750" y="4041"/>
                  </a:cubicBezTo>
                  <a:cubicBezTo>
                    <a:pt x="23350" y="2974"/>
                    <a:pt x="22683" y="2073"/>
                    <a:pt x="21882" y="1472"/>
                  </a:cubicBezTo>
                  <a:cubicBezTo>
                    <a:pt x="21082" y="872"/>
                    <a:pt x="20214" y="472"/>
                    <a:pt x="19414" y="272"/>
                  </a:cubicBezTo>
                  <a:cubicBezTo>
                    <a:pt x="18480" y="53"/>
                    <a:pt x="17630" y="0"/>
                    <a:pt x="16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92" name="Google Shape;3392;p28"/>
            <p:cNvSpPr/>
            <p:nvPr/>
          </p:nvSpPr>
          <p:spPr>
            <a:xfrm>
              <a:off x="5069200" y="1887375"/>
              <a:ext cx="213925" cy="245375"/>
            </a:xfrm>
            <a:custGeom>
              <a:avLst/>
              <a:gdLst/>
              <a:ahLst/>
              <a:cxnLst/>
              <a:rect l="l" t="t" r="r" b="b"/>
              <a:pathLst>
                <a:path w="8557" h="9815" extrusionOk="0">
                  <a:moveTo>
                    <a:pt x="4415" y="0"/>
                  </a:moveTo>
                  <a:cubicBezTo>
                    <a:pt x="4213" y="0"/>
                    <a:pt x="4014" y="16"/>
                    <a:pt x="3820" y="44"/>
                  </a:cubicBezTo>
                  <a:cubicBezTo>
                    <a:pt x="3387" y="111"/>
                    <a:pt x="2920" y="244"/>
                    <a:pt x="2553" y="411"/>
                  </a:cubicBezTo>
                  <a:cubicBezTo>
                    <a:pt x="1752" y="744"/>
                    <a:pt x="1152" y="1145"/>
                    <a:pt x="751" y="1478"/>
                  </a:cubicBezTo>
                  <a:cubicBezTo>
                    <a:pt x="551" y="1645"/>
                    <a:pt x="418" y="1812"/>
                    <a:pt x="284" y="1912"/>
                  </a:cubicBezTo>
                  <a:lnTo>
                    <a:pt x="118" y="2079"/>
                  </a:lnTo>
                  <a:cubicBezTo>
                    <a:pt x="0" y="2196"/>
                    <a:pt x="192" y="2391"/>
                    <a:pt x="331" y="2391"/>
                  </a:cubicBezTo>
                  <a:cubicBezTo>
                    <a:pt x="350" y="2391"/>
                    <a:pt x="368" y="2387"/>
                    <a:pt x="384" y="2379"/>
                  </a:cubicBezTo>
                  <a:cubicBezTo>
                    <a:pt x="384" y="2379"/>
                    <a:pt x="418" y="2312"/>
                    <a:pt x="551" y="2246"/>
                  </a:cubicBezTo>
                  <a:cubicBezTo>
                    <a:pt x="618" y="2145"/>
                    <a:pt x="785" y="1979"/>
                    <a:pt x="985" y="1879"/>
                  </a:cubicBezTo>
                  <a:cubicBezTo>
                    <a:pt x="1385" y="1578"/>
                    <a:pt x="1986" y="1211"/>
                    <a:pt x="2719" y="945"/>
                  </a:cubicBezTo>
                  <a:cubicBezTo>
                    <a:pt x="3086" y="811"/>
                    <a:pt x="3453" y="744"/>
                    <a:pt x="3887" y="711"/>
                  </a:cubicBezTo>
                  <a:cubicBezTo>
                    <a:pt x="3999" y="692"/>
                    <a:pt x="4113" y="684"/>
                    <a:pt x="4228" y="684"/>
                  </a:cubicBezTo>
                  <a:cubicBezTo>
                    <a:pt x="4524" y="684"/>
                    <a:pt x="4823" y="739"/>
                    <a:pt x="5088" y="811"/>
                  </a:cubicBezTo>
                  <a:cubicBezTo>
                    <a:pt x="5822" y="1078"/>
                    <a:pt x="6489" y="1612"/>
                    <a:pt x="6889" y="2246"/>
                  </a:cubicBezTo>
                  <a:cubicBezTo>
                    <a:pt x="7289" y="2813"/>
                    <a:pt x="7590" y="3647"/>
                    <a:pt x="7723" y="4480"/>
                  </a:cubicBezTo>
                  <a:cubicBezTo>
                    <a:pt x="7823" y="5314"/>
                    <a:pt x="7790" y="6248"/>
                    <a:pt x="7623" y="6982"/>
                  </a:cubicBezTo>
                  <a:cubicBezTo>
                    <a:pt x="7456" y="7783"/>
                    <a:pt x="7223" y="8417"/>
                    <a:pt x="6989" y="8884"/>
                  </a:cubicBezTo>
                  <a:cubicBezTo>
                    <a:pt x="6922" y="9117"/>
                    <a:pt x="6822" y="9284"/>
                    <a:pt x="6756" y="9417"/>
                  </a:cubicBezTo>
                  <a:lnTo>
                    <a:pt x="6656" y="9584"/>
                  </a:lnTo>
                  <a:cubicBezTo>
                    <a:pt x="6631" y="9681"/>
                    <a:pt x="6767" y="9814"/>
                    <a:pt x="6881" y="9814"/>
                  </a:cubicBezTo>
                  <a:cubicBezTo>
                    <a:pt x="6923" y="9814"/>
                    <a:pt x="6962" y="9796"/>
                    <a:pt x="6989" y="9751"/>
                  </a:cubicBezTo>
                  <a:cubicBezTo>
                    <a:pt x="6989" y="9751"/>
                    <a:pt x="7056" y="9718"/>
                    <a:pt x="7123" y="9584"/>
                  </a:cubicBezTo>
                  <a:cubicBezTo>
                    <a:pt x="7223" y="9451"/>
                    <a:pt x="7323" y="9284"/>
                    <a:pt x="7456" y="9050"/>
                  </a:cubicBezTo>
                  <a:cubicBezTo>
                    <a:pt x="7723" y="8583"/>
                    <a:pt x="7990" y="7916"/>
                    <a:pt x="8223" y="7082"/>
                  </a:cubicBezTo>
                  <a:cubicBezTo>
                    <a:pt x="8423" y="6282"/>
                    <a:pt x="8557" y="5314"/>
                    <a:pt x="8423" y="4380"/>
                  </a:cubicBezTo>
                  <a:cubicBezTo>
                    <a:pt x="8290" y="3413"/>
                    <a:pt x="7990" y="2479"/>
                    <a:pt x="7489" y="1778"/>
                  </a:cubicBezTo>
                  <a:cubicBezTo>
                    <a:pt x="7089" y="1078"/>
                    <a:pt x="6255" y="377"/>
                    <a:pt x="5288" y="111"/>
                  </a:cubicBezTo>
                  <a:cubicBezTo>
                    <a:pt x="4995" y="32"/>
                    <a:pt x="4702" y="0"/>
                    <a:pt x="4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93" name="Google Shape;3393;p28"/>
            <p:cNvSpPr/>
            <p:nvPr/>
          </p:nvSpPr>
          <p:spPr>
            <a:xfrm>
              <a:off x="5042950" y="2481300"/>
              <a:ext cx="121650" cy="123975"/>
            </a:xfrm>
            <a:custGeom>
              <a:avLst/>
              <a:gdLst/>
              <a:ahLst/>
              <a:cxnLst/>
              <a:rect l="l" t="t" r="r" b="b"/>
              <a:pathLst>
                <a:path w="4866" h="4959" extrusionOk="0">
                  <a:moveTo>
                    <a:pt x="253" y="1"/>
                  </a:moveTo>
                  <a:cubicBezTo>
                    <a:pt x="187" y="1"/>
                    <a:pt x="133" y="12"/>
                    <a:pt x="133" y="37"/>
                  </a:cubicBezTo>
                  <a:cubicBezTo>
                    <a:pt x="133" y="37"/>
                    <a:pt x="100" y="204"/>
                    <a:pt x="33" y="471"/>
                  </a:cubicBezTo>
                  <a:cubicBezTo>
                    <a:pt x="33" y="571"/>
                    <a:pt x="0" y="738"/>
                    <a:pt x="0" y="905"/>
                  </a:cubicBezTo>
                  <a:lnTo>
                    <a:pt x="0" y="1505"/>
                  </a:lnTo>
                  <a:lnTo>
                    <a:pt x="0" y="1839"/>
                  </a:lnTo>
                  <a:cubicBezTo>
                    <a:pt x="0" y="1939"/>
                    <a:pt x="33" y="2039"/>
                    <a:pt x="33" y="2172"/>
                  </a:cubicBezTo>
                  <a:cubicBezTo>
                    <a:pt x="100" y="2439"/>
                    <a:pt x="167" y="2639"/>
                    <a:pt x="200" y="2873"/>
                  </a:cubicBezTo>
                  <a:cubicBezTo>
                    <a:pt x="334" y="3340"/>
                    <a:pt x="600" y="3807"/>
                    <a:pt x="867" y="4140"/>
                  </a:cubicBezTo>
                  <a:cubicBezTo>
                    <a:pt x="1001" y="4340"/>
                    <a:pt x="1201" y="4474"/>
                    <a:pt x="1434" y="4641"/>
                  </a:cubicBezTo>
                  <a:cubicBezTo>
                    <a:pt x="1534" y="4674"/>
                    <a:pt x="1668" y="4774"/>
                    <a:pt x="1801" y="4807"/>
                  </a:cubicBezTo>
                  <a:cubicBezTo>
                    <a:pt x="1868" y="4874"/>
                    <a:pt x="2035" y="4874"/>
                    <a:pt x="2168" y="4941"/>
                  </a:cubicBezTo>
                  <a:cubicBezTo>
                    <a:pt x="2257" y="4953"/>
                    <a:pt x="2349" y="4958"/>
                    <a:pt x="2442" y="4958"/>
                  </a:cubicBezTo>
                  <a:cubicBezTo>
                    <a:pt x="2874" y="4958"/>
                    <a:pt x="3334" y="4839"/>
                    <a:pt x="3636" y="4674"/>
                  </a:cubicBezTo>
                  <a:cubicBezTo>
                    <a:pt x="3869" y="4607"/>
                    <a:pt x="4003" y="4474"/>
                    <a:pt x="4170" y="4340"/>
                  </a:cubicBezTo>
                  <a:cubicBezTo>
                    <a:pt x="4270" y="4240"/>
                    <a:pt x="4303" y="4207"/>
                    <a:pt x="4370" y="4174"/>
                  </a:cubicBezTo>
                  <a:lnTo>
                    <a:pt x="4537" y="4007"/>
                  </a:lnTo>
                  <a:lnTo>
                    <a:pt x="4837" y="3707"/>
                  </a:lnTo>
                  <a:cubicBezTo>
                    <a:pt x="4866" y="3649"/>
                    <a:pt x="4721" y="3493"/>
                    <a:pt x="4659" y="3493"/>
                  </a:cubicBezTo>
                  <a:cubicBezTo>
                    <a:pt x="4649" y="3493"/>
                    <a:pt x="4641" y="3497"/>
                    <a:pt x="4637" y="3506"/>
                  </a:cubicBezTo>
                  <a:cubicBezTo>
                    <a:pt x="4637" y="3506"/>
                    <a:pt x="4503" y="3573"/>
                    <a:pt x="4303" y="3740"/>
                  </a:cubicBezTo>
                  <a:cubicBezTo>
                    <a:pt x="4270" y="3807"/>
                    <a:pt x="4170" y="3840"/>
                    <a:pt x="4136" y="3873"/>
                  </a:cubicBezTo>
                  <a:cubicBezTo>
                    <a:pt x="4036" y="3940"/>
                    <a:pt x="4003" y="3973"/>
                    <a:pt x="3936" y="4007"/>
                  </a:cubicBezTo>
                  <a:cubicBezTo>
                    <a:pt x="3803" y="4040"/>
                    <a:pt x="3636" y="4174"/>
                    <a:pt x="3469" y="4207"/>
                  </a:cubicBezTo>
                  <a:cubicBezTo>
                    <a:pt x="3244" y="4309"/>
                    <a:pt x="3007" y="4349"/>
                    <a:pt x="2773" y="4349"/>
                  </a:cubicBezTo>
                  <a:cubicBezTo>
                    <a:pt x="2624" y="4349"/>
                    <a:pt x="2477" y="4333"/>
                    <a:pt x="2335" y="4307"/>
                  </a:cubicBezTo>
                  <a:cubicBezTo>
                    <a:pt x="2268" y="4240"/>
                    <a:pt x="2168" y="4240"/>
                    <a:pt x="2102" y="4207"/>
                  </a:cubicBezTo>
                  <a:lnTo>
                    <a:pt x="1835" y="4073"/>
                  </a:lnTo>
                  <a:cubicBezTo>
                    <a:pt x="1701" y="3973"/>
                    <a:pt x="1534" y="3873"/>
                    <a:pt x="1468" y="3707"/>
                  </a:cubicBezTo>
                  <a:cubicBezTo>
                    <a:pt x="1268" y="3473"/>
                    <a:pt x="1034" y="3073"/>
                    <a:pt x="867" y="2706"/>
                  </a:cubicBezTo>
                  <a:cubicBezTo>
                    <a:pt x="801" y="2506"/>
                    <a:pt x="701" y="2306"/>
                    <a:pt x="667" y="2072"/>
                  </a:cubicBezTo>
                  <a:cubicBezTo>
                    <a:pt x="634" y="2005"/>
                    <a:pt x="634" y="1872"/>
                    <a:pt x="600" y="1805"/>
                  </a:cubicBezTo>
                  <a:cubicBezTo>
                    <a:pt x="600" y="1705"/>
                    <a:pt x="534" y="1572"/>
                    <a:pt x="534" y="1505"/>
                  </a:cubicBezTo>
                  <a:cubicBezTo>
                    <a:pt x="500" y="1305"/>
                    <a:pt x="500" y="1138"/>
                    <a:pt x="500" y="971"/>
                  </a:cubicBezTo>
                  <a:lnTo>
                    <a:pt x="500" y="504"/>
                  </a:lnTo>
                  <a:lnTo>
                    <a:pt x="500" y="71"/>
                  </a:lnTo>
                  <a:cubicBezTo>
                    <a:pt x="500" y="29"/>
                    <a:pt x="360" y="1"/>
                    <a:pt x="2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3394" name="Google Shape;3394;p28"/>
          <p:cNvGrpSpPr/>
          <p:nvPr/>
        </p:nvGrpSpPr>
        <p:grpSpPr>
          <a:xfrm flipH="1">
            <a:off x="-394826" y="3931292"/>
            <a:ext cx="3576661" cy="1776821"/>
            <a:chOff x="2554175" y="3562475"/>
            <a:chExt cx="4028225" cy="2001150"/>
          </a:xfrm>
        </p:grpSpPr>
        <p:sp>
          <p:nvSpPr>
            <p:cNvPr id="3395" name="Google Shape;3395;p28"/>
            <p:cNvSpPr/>
            <p:nvPr/>
          </p:nvSpPr>
          <p:spPr>
            <a:xfrm>
              <a:off x="4471325" y="3738200"/>
              <a:ext cx="401525" cy="114200"/>
            </a:xfrm>
            <a:custGeom>
              <a:avLst/>
              <a:gdLst/>
              <a:ahLst/>
              <a:cxnLst/>
              <a:rect l="l" t="t" r="r" b="b"/>
              <a:pathLst>
                <a:path w="16061" h="4568" extrusionOk="0">
                  <a:moveTo>
                    <a:pt x="4527" y="1"/>
                  </a:moveTo>
                  <a:cubicBezTo>
                    <a:pt x="4522" y="1"/>
                    <a:pt x="4519" y="8"/>
                    <a:pt x="4519" y="31"/>
                  </a:cubicBezTo>
                  <a:lnTo>
                    <a:pt x="4318" y="297"/>
                  </a:lnTo>
                  <a:cubicBezTo>
                    <a:pt x="4185" y="464"/>
                    <a:pt x="4085" y="631"/>
                    <a:pt x="3985" y="798"/>
                  </a:cubicBezTo>
                  <a:cubicBezTo>
                    <a:pt x="3685" y="1231"/>
                    <a:pt x="3351" y="1632"/>
                    <a:pt x="3051" y="2032"/>
                  </a:cubicBezTo>
                  <a:cubicBezTo>
                    <a:pt x="2484" y="2733"/>
                    <a:pt x="1750" y="3200"/>
                    <a:pt x="1216" y="3266"/>
                  </a:cubicBezTo>
                  <a:lnTo>
                    <a:pt x="849" y="3266"/>
                  </a:lnTo>
                  <a:cubicBezTo>
                    <a:pt x="716" y="3266"/>
                    <a:pt x="649" y="3233"/>
                    <a:pt x="549" y="3233"/>
                  </a:cubicBezTo>
                  <a:cubicBezTo>
                    <a:pt x="416" y="3200"/>
                    <a:pt x="349" y="3133"/>
                    <a:pt x="349" y="3133"/>
                  </a:cubicBezTo>
                  <a:cubicBezTo>
                    <a:pt x="334" y="3127"/>
                    <a:pt x="319" y="3124"/>
                    <a:pt x="303" y="3124"/>
                  </a:cubicBezTo>
                  <a:cubicBezTo>
                    <a:pt x="149" y="3124"/>
                    <a:pt x="0" y="3406"/>
                    <a:pt x="182" y="3466"/>
                  </a:cubicBezTo>
                  <a:lnTo>
                    <a:pt x="416" y="3600"/>
                  </a:lnTo>
                  <a:cubicBezTo>
                    <a:pt x="516" y="3633"/>
                    <a:pt x="649" y="3633"/>
                    <a:pt x="749" y="3700"/>
                  </a:cubicBezTo>
                  <a:lnTo>
                    <a:pt x="1216" y="3700"/>
                  </a:lnTo>
                  <a:cubicBezTo>
                    <a:pt x="1550" y="3633"/>
                    <a:pt x="1983" y="3533"/>
                    <a:pt x="2350" y="3266"/>
                  </a:cubicBezTo>
                  <a:cubicBezTo>
                    <a:pt x="2717" y="3066"/>
                    <a:pt x="3118" y="2733"/>
                    <a:pt x="3451" y="2366"/>
                  </a:cubicBezTo>
                  <a:cubicBezTo>
                    <a:pt x="3751" y="1965"/>
                    <a:pt x="4085" y="1565"/>
                    <a:pt x="4419" y="1131"/>
                  </a:cubicBezTo>
                  <a:lnTo>
                    <a:pt x="4552" y="965"/>
                  </a:lnTo>
                  <a:lnTo>
                    <a:pt x="4552" y="1031"/>
                  </a:lnTo>
                  <a:lnTo>
                    <a:pt x="4685" y="1131"/>
                  </a:lnTo>
                  <a:lnTo>
                    <a:pt x="4986" y="1432"/>
                  </a:lnTo>
                  <a:cubicBezTo>
                    <a:pt x="5386" y="1865"/>
                    <a:pt x="5853" y="2232"/>
                    <a:pt x="6353" y="2466"/>
                  </a:cubicBezTo>
                  <a:cubicBezTo>
                    <a:pt x="6854" y="2733"/>
                    <a:pt x="7454" y="2899"/>
                    <a:pt x="7988" y="2899"/>
                  </a:cubicBezTo>
                  <a:cubicBezTo>
                    <a:pt x="8521" y="2899"/>
                    <a:pt x="9122" y="2766"/>
                    <a:pt x="9589" y="2566"/>
                  </a:cubicBezTo>
                  <a:cubicBezTo>
                    <a:pt x="10156" y="2366"/>
                    <a:pt x="10656" y="2099"/>
                    <a:pt x="11123" y="1799"/>
                  </a:cubicBezTo>
                  <a:cubicBezTo>
                    <a:pt x="11223" y="1732"/>
                    <a:pt x="11357" y="1698"/>
                    <a:pt x="11490" y="1598"/>
                  </a:cubicBezTo>
                  <a:lnTo>
                    <a:pt x="11557" y="1565"/>
                  </a:lnTo>
                  <a:lnTo>
                    <a:pt x="11624" y="1565"/>
                  </a:lnTo>
                  <a:cubicBezTo>
                    <a:pt x="11629" y="1565"/>
                    <a:pt x="11633" y="1564"/>
                    <a:pt x="11636" y="1564"/>
                  </a:cubicBezTo>
                  <a:cubicBezTo>
                    <a:pt x="11651" y="1564"/>
                    <a:pt x="11646" y="1587"/>
                    <a:pt x="11757" y="1865"/>
                  </a:cubicBezTo>
                  <a:cubicBezTo>
                    <a:pt x="12024" y="2366"/>
                    <a:pt x="12324" y="2799"/>
                    <a:pt x="12591" y="3233"/>
                  </a:cubicBezTo>
                  <a:cubicBezTo>
                    <a:pt x="12925" y="3633"/>
                    <a:pt x="13292" y="3967"/>
                    <a:pt x="13692" y="4234"/>
                  </a:cubicBezTo>
                  <a:cubicBezTo>
                    <a:pt x="14125" y="4467"/>
                    <a:pt x="14526" y="4567"/>
                    <a:pt x="14859" y="4567"/>
                  </a:cubicBezTo>
                  <a:cubicBezTo>
                    <a:pt x="15226" y="4567"/>
                    <a:pt x="15493" y="4534"/>
                    <a:pt x="15660" y="4467"/>
                  </a:cubicBezTo>
                  <a:cubicBezTo>
                    <a:pt x="15827" y="4434"/>
                    <a:pt x="15893" y="4400"/>
                    <a:pt x="15893" y="4400"/>
                  </a:cubicBezTo>
                  <a:cubicBezTo>
                    <a:pt x="16060" y="4300"/>
                    <a:pt x="15960" y="4033"/>
                    <a:pt x="15727" y="3967"/>
                  </a:cubicBezTo>
                  <a:cubicBezTo>
                    <a:pt x="15727" y="3967"/>
                    <a:pt x="15660" y="4033"/>
                    <a:pt x="15493" y="4067"/>
                  </a:cubicBezTo>
                  <a:cubicBezTo>
                    <a:pt x="15326" y="4067"/>
                    <a:pt x="15093" y="4100"/>
                    <a:pt x="14826" y="4100"/>
                  </a:cubicBezTo>
                  <a:cubicBezTo>
                    <a:pt x="14526" y="4067"/>
                    <a:pt x="14226" y="3967"/>
                    <a:pt x="13892" y="3767"/>
                  </a:cubicBezTo>
                  <a:cubicBezTo>
                    <a:pt x="13558" y="3566"/>
                    <a:pt x="13258" y="3233"/>
                    <a:pt x="13025" y="2866"/>
                  </a:cubicBezTo>
                  <a:cubicBezTo>
                    <a:pt x="12758" y="2432"/>
                    <a:pt x="12524" y="1965"/>
                    <a:pt x="12324" y="1532"/>
                  </a:cubicBezTo>
                  <a:cubicBezTo>
                    <a:pt x="12224" y="1398"/>
                    <a:pt x="12191" y="1231"/>
                    <a:pt x="12091" y="1065"/>
                  </a:cubicBezTo>
                  <a:lnTo>
                    <a:pt x="11924" y="731"/>
                  </a:lnTo>
                  <a:lnTo>
                    <a:pt x="11891" y="631"/>
                  </a:lnTo>
                  <a:lnTo>
                    <a:pt x="11891" y="598"/>
                  </a:lnTo>
                  <a:cubicBezTo>
                    <a:pt x="11891" y="587"/>
                    <a:pt x="11887" y="583"/>
                    <a:pt x="11882" y="583"/>
                  </a:cubicBezTo>
                  <a:cubicBezTo>
                    <a:pt x="11872" y="583"/>
                    <a:pt x="11857" y="598"/>
                    <a:pt x="11857" y="598"/>
                  </a:cubicBezTo>
                  <a:lnTo>
                    <a:pt x="11690" y="698"/>
                  </a:lnTo>
                  <a:lnTo>
                    <a:pt x="11090" y="1031"/>
                  </a:lnTo>
                  <a:cubicBezTo>
                    <a:pt x="11023" y="1098"/>
                    <a:pt x="10890" y="1131"/>
                    <a:pt x="10756" y="1231"/>
                  </a:cubicBezTo>
                  <a:cubicBezTo>
                    <a:pt x="9856" y="1732"/>
                    <a:pt x="8855" y="2132"/>
                    <a:pt x="8021" y="2132"/>
                  </a:cubicBezTo>
                  <a:cubicBezTo>
                    <a:pt x="7187" y="2132"/>
                    <a:pt x="6220" y="1698"/>
                    <a:pt x="5486" y="931"/>
                  </a:cubicBezTo>
                  <a:cubicBezTo>
                    <a:pt x="5386" y="865"/>
                    <a:pt x="5252" y="764"/>
                    <a:pt x="5186" y="698"/>
                  </a:cubicBezTo>
                  <a:lnTo>
                    <a:pt x="4752" y="231"/>
                  </a:lnTo>
                  <a:lnTo>
                    <a:pt x="4652" y="97"/>
                  </a:lnTo>
                  <a:lnTo>
                    <a:pt x="4552" y="31"/>
                  </a:lnTo>
                  <a:cubicBezTo>
                    <a:pt x="4552" y="31"/>
                    <a:pt x="4537" y="1"/>
                    <a:pt x="45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96" name="Google Shape;3396;p28"/>
            <p:cNvSpPr/>
            <p:nvPr/>
          </p:nvSpPr>
          <p:spPr>
            <a:xfrm>
              <a:off x="2554175" y="4914075"/>
              <a:ext cx="532400" cy="107675"/>
            </a:xfrm>
            <a:custGeom>
              <a:avLst/>
              <a:gdLst/>
              <a:ahLst/>
              <a:cxnLst/>
              <a:rect l="l" t="t" r="r" b="b"/>
              <a:pathLst>
                <a:path w="21296" h="4307" extrusionOk="0">
                  <a:moveTo>
                    <a:pt x="13664" y="1"/>
                  </a:moveTo>
                  <a:cubicBezTo>
                    <a:pt x="13660" y="1"/>
                    <a:pt x="13656" y="9"/>
                    <a:pt x="13656" y="29"/>
                  </a:cubicBezTo>
                  <a:lnTo>
                    <a:pt x="13623" y="63"/>
                  </a:lnTo>
                  <a:lnTo>
                    <a:pt x="13523" y="129"/>
                  </a:lnTo>
                  <a:lnTo>
                    <a:pt x="13356" y="296"/>
                  </a:lnTo>
                  <a:lnTo>
                    <a:pt x="13089" y="596"/>
                  </a:lnTo>
                  <a:cubicBezTo>
                    <a:pt x="12956" y="730"/>
                    <a:pt x="12822" y="796"/>
                    <a:pt x="12689" y="897"/>
                  </a:cubicBezTo>
                  <a:cubicBezTo>
                    <a:pt x="12589" y="1030"/>
                    <a:pt x="12456" y="1097"/>
                    <a:pt x="12322" y="1197"/>
                  </a:cubicBezTo>
                  <a:lnTo>
                    <a:pt x="11955" y="1430"/>
                  </a:lnTo>
                  <a:cubicBezTo>
                    <a:pt x="11455" y="1764"/>
                    <a:pt x="10854" y="1931"/>
                    <a:pt x="10321" y="2064"/>
                  </a:cubicBezTo>
                  <a:cubicBezTo>
                    <a:pt x="9912" y="2153"/>
                    <a:pt x="9465" y="2204"/>
                    <a:pt x="9003" y="2204"/>
                  </a:cubicBezTo>
                  <a:cubicBezTo>
                    <a:pt x="8257" y="2204"/>
                    <a:pt x="7472" y="2073"/>
                    <a:pt x="6751" y="1764"/>
                  </a:cubicBezTo>
                  <a:cubicBezTo>
                    <a:pt x="6451" y="1697"/>
                    <a:pt x="6184" y="1530"/>
                    <a:pt x="5918" y="1364"/>
                  </a:cubicBezTo>
                  <a:lnTo>
                    <a:pt x="5517" y="1097"/>
                  </a:lnTo>
                  <a:lnTo>
                    <a:pt x="5350" y="930"/>
                  </a:lnTo>
                  <a:lnTo>
                    <a:pt x="5017" y="630"/>
                  </a:lnTo>
                  <a:cubicBezTo>
                    <a:pt x="4917" y="563"/>
                    <a:pt x="4817" y="430"/>
                    <a:pt x="4683" y="363"/>
                  </a:cubicBezTo>
                  <a:lnTo>
                    <a:pt x="4483" y="763"/>
                  </a:lnTo>
                  <a:cubicBezTo>
                    <a:pt x="4416" y="963"/>
                    <a:pt x="4283" y="1130"/>
                    <a:pt x="4183" y="1364"/>
                  </a:cubicBezTo>
                  <a:lnTo>
                    <a:pt x="3949" y="1730"/>
                  </a:lnTo>
                  <a:cubicBezTo>
                    <a:pt x="3849" y="1797"/>
                    <a:pt x="3783" y="1964"/>
                    <a:pt x="3683" y="2064"/>
                  </a:cubicBezTo>
                  <a:cubicBezTo>
                    <a:pt x="2982" y="2931"/>
                    <a:pt x="2015" y="3398"/>
                    <a:pt x="1348" y="3632"/>
                  </a:cubicBezTo>
                  <a:cubicBezTo>
                    <a:pt x="1181" y="3732"/>
                    <a:pt x="1014" y="3765"/>
                    <a:pt x="914" y="3799"/>
                  </a:cubicBezTo>
                  <a:cubicBezTo>
                    <a:pt x="747" y="3865"/>
                    <a:pt x="614" y="3865"/>
                    <a:pt x="514" y="3899"/>
                  </a:cubicBezTo>
                  <a:cubicBezTo>
                    <a:pt x="347" y="3899"/>
                    <a:pt x="247" y="3932"/>
                    <a:pt x="247" y="3932"/>
                  </a:cubicBezTo>
                  <a:cubicBezTo>
                    <a:pt x="0" y="3963"/>
                    <a:pt x="10" y="4306"/>
                    <a:pt x="223" y="4306"/>
                  </a:cubicBezTo>
                  <a:cubicBezTo>
                    <a:pt x="241" y="4306"/>
                    <a:pt x="260" y="4304"/>
                    <a:pt x="280" y="4299"/>
                  </a:cubicBezTo>
                  <a:cubicBezTo>
                    <a:pt x="280" y="4299"/>
                    <a:pt x="414" y="4299"/>
                    <a:pt x="614" y="4266"/>
                  </a:cubicBezTo>
                  <a:cubicBezTo>
                    <a:pt x="680" y="4232"/>
                    <a:pt x="814" y="4232"/>
                    <a:pt x="981" y="4199"/>
                  </a:cubicBezTo>
                  <a:cubicBezTo>
                    <a:pt x="1114" y="4132"/>
                    <a:pt x="1281" y="4099"/>
                    <a:pt x="1481" y="4065"/>
                  </a:cubicBezTo>
                  <a:cubicBezTo>
                    <a:pt x="2182" y="3799"/>
                    <a:pt x="3282" y="3365"/>
                    <a:pt x="4116" y="2398"/>
                  </a:cubicBezTo>
                  <a:cubicBezTo>
                    <a:pt x="4250" y="2264"/>
                    <a:pt x="4316" y="2131"/>
                    <a:pt x="4416" y="2031"/>
                  </a:cubicBezTo>
                  <a:cubicBezTo>
                    <a:pt x="4483" y="1897"/>
                    <a:pt x="4617" y="1730"/>
                    <a:pt x="4683" y="1597"/>
                  </a:cubicBezTo>
                  <a:lnTo>
                    <a:pt x="4817" y="1397"/>
                  </a:lnTo>
                  <a:lnTo>
                    <a:pt x="4850" y="1364"/>
                  </a:lnTo>
                  <a:lnTo>
                    <a:pt x="4917" y="1297"/>
                  </a:lnTo>
                  <a:lnTo>
                    <a:pt x="4950" y="1364"/>
                  </a:lnTo>
                  <a:lnTo>
                    <a:pt x="4984" y="1397"/>
                  </a:lnTo>
                  <a:cubicBezTo>
                    <a:pt x="5084" y="1430"/>
                    <a:pt x="5117" y="1530"/>
                    <a:pt x="5184" y="1564"/>
                  </a:cubicBezTo>
                  <a:lnTo>
                    <a:pt x="5617" y="1864"/>
                  </a:lnTo>
                  <a:cubicBezTo>
                    <a:pt x="5918" y="2031"/>
                    <a:pt x="6184" y="2231"/>
                    <a:pt x="6518" y="2364"/>
                  </a:cubicBezTo>
                  <a:cubicBezTo>
                    <a:pt x="7371" y="2748"/>
                    <a:pt x="8278" y="2914"/>
                    <a:pt x="9135" y="2914"/>
                  </a:cubicBezTo>
                  <a:cubicBezTo>
                    <a:pt x="9619" y="2914"/>
                    <a:pt x="10087" y="2861"/>
                    <a:pt x="10521" y="2765"/>
                  </a:cubicBezTo>
                  <a:cubicBezTo>
                    <a:pt x="11121" y="2598"/>
                    <a:pt x="11788" y="2398"/>
                    <a:pt x="12355" y="2064"/>
                  </a:cubicBezTo>
                  <a:cubicBezTo>
                    <a:pt x="12522" y="1964"/>
                    <a:pt x="12656" y="1864"/>
                    <a:pt x="12822" y="1764"/>
                  </a:cubicBezTo>
                  <a:cubicBezTo>
                    <a:pt x="12956" y="1630"/>
                    <a:pt x="13123" y="1564"/>
                    <a:pt x="13256" y="1430"/>
                  </a:cubicBezTo>
                  <a:cubicBezTo>
                    <a:pt x="13423" y="1364"/>
                    <a:pt x="13523" y="1230"/>
                    <a:pt x="13656" y="1097"/>
                  </a:cubicBezTo>
                  <a:lnTo>
                    <a:pt x="13690" y="1063"/>
                  </a:lnTo>
                  <a:lnTo>
                    <a:pt x="13790" y="1197"/>
                  </a:lnTo>
                  <a:lnTo>
                    <a:pt x="14123" y="1564"/>
                  </a:lnTo>
                  <a:lnTo>
                    <a:pt x="14490" y="1931"/>
                  </a:lnTo>
                  <a:cubicBezTo>
                    <a:pt x="14624" y="2064"/>
                    <a:pt x="14791" y="2131"/>
                    <a:pt x="14924" y="2264"/>
                  </a:cubicBezTo>
                  <a:cubicBezTo>
                    <a:pt x="15491" y="2631"/>
                    <a:pt x="16125" y="2898"/>
                    <a:pt x="16759" y="3065"/>
                  </a:cubicBezTo>
                  <a:cubicBezTo>
                    <a:pt x="17387" y="3222"/>
                    <a:pt x="17997" y="3269"/>
                    <a:pt x="18541" y="3269"/>
                  </a:cubicBezTo>
                  <a:cubicBezTo>
                    <a:pt x="19037" y="3269"/>
                    <a:pt x="19478" y="3230"/>
                    <a:pt x="19827" y="3198"/>
                  </a:cubicBezTo>
                  <a:cubicBezTo>
                    <a:pt x="20595" y="3098"/>
                    <a:pt x="21028" y="3031"/>
                    <a:pt x="21028" y="3031"/>
                  </a:cubicBezTo>
                  <a:cubicBezTo>
                    <a:pt x="21295" y="2965"/>
                    <a:pt x="21195" y="2698"/>
                    <a:pt x="20995" y="2598"/>
                  </a:cubicBezTo>
                  <a:cubicBezTo>
                    <a:pt x="20995" y="2598"/>
                    <a:pt x="20528" y="2698"/>
                    <a:pt x="19794" y="2731"/>
                  </a:cubicBezTo>
                  <a:cubicBezTo>
                    <a:pt x="19602" y="2740"/>
                    <a:pt x="19394" y="2746"/>
                    <a:pt x="19171" y="2746"/>
                  </a:cubicBezTo>
                  <a:cubicBezTo>
                    <a:pt x="18504" y="2746"/>
                    <a:pt x="17709" y="2689"/>
                    <a:pt x="16859" y="2464"/>
                  </a:cubicBezTo>
                  <a:cubicBezTo>
                    <a:pt x="16292" y="2364"/>
                    <a:pt x="15758" y="2097"/>
                    <a:pt x="15258" y="1730"/>
                  </a:cubicBezTo>
                  <a:cubicBezTo>
                    <a:pt x="15124" y="1630"/>
                    <a:pt x="14991" y="1530"/>
                    <a:pt x="14857" y="1430"/>
                  </a:cubicBezTo>
                  <a:lnTo>
                    <a:pt x="14524" y="1097"/>
                  </a:lnTo>
                  <a:cubicBezTo>
                    <a:pt x="14424" y="963"/>
                    <a:pt x="14324" y="897"/>
                    <a:pt x="14190" y="730"/>
                  </a:cubicBezTo>
                  <a:lnTo>
                    <a:pt x="13690" y="63"/>
                  </a:lnTo>
                  <a:cubicBezTo>
                    <a:pt x="13690" y="40"/>
                    <a:pt x="13674" y="1"/>
                    <a:pt x="136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97" name="Google Shape;3397;p28"/>
            <p:cNvSpPr/>
            <p:nvPr/>
          </p:nvSpPr>
          <p:spPr>
            <a:xfrm>
              <a:off x="3706150" y="4020825"/>
              <a:ext cx="338600" cy="91750"/>
            </a:xfrm>
            <a:custGeom>
              <a:avLst/>
              <a:gdLst/>
              <a:ahLst/>
              <a:cxnLst/>
              <a:rect l="l" t="t" r="r" b="b"/>
              <a:pathLst>
                <a:path w="13544" h="3670" extrusionOk="0">
                  <a:moveTo>
                    <a:pt x="8173" y="0"/>
                  </a:moveTo>
                  <a:cubicBezTo>
                    <a:pt x="7773" y="267"/>
                    <a:pt x="7339" y="501"/>
                    <a:pt x="6972" y="701"/>
                  </a:cubicBezTo>
                  <a:cubicBezTo>
                    <a:pt x="6672" y="868"/>
                    <a:pt x="6338" y="1034"/>
                    <a:pt x="6005" y="1201"/>
                  </a:cubicBezTo>
                  <a:cubicBezTo>
                    <a:pt x="5638" y="1335"/>
                    <a:pt x="5304" y="1501"/>
                    <a:pt x="4937" y="1635"/>
                  </a:cubicBezTo>
                  <a:cubicBezTo>
                    <a:pt x="4570" y="1768"/>
                    <a:pt x="4170" y="1935"/>
                    <a:pt x="3803" y="1968"/>
                  </a:cubicBezTo>
                  <a:cubicBezTo>
                    <a:pt x="3636" y="2002"/>
                    <a:pt x="3436" y="2035"/>
                    <a:pt x="3270" y="2102"/>
                  </a:cubicBezTo>
                  <a:cubicBezTo>
                    <a:pt x="3103" y="2135"/>
                    <a:pt x="2903" y="2135"/>
                    <a:pt x="2736" y="2135"/>
                  </a:cubicBezTo>
                  <a:cubicBezTo>
                    <a:pt x="2569" y="2135"/>
                    <a:pt x="2402" y="2169"/>
                    <a:pt x="2235" y="2169"/>
                  </a:cubicBezTo>
                  <a:cubicBezTo>
                    <a:pt x="2180" y="2191"/>
                    <a:pt x="2128" y="2198"/>
                    <a:pt x="2077" y="2198"/>
                  </a:cubicBezTo>
                  <a:cubicBezTo>
                    <a:pt x="1976" y="2198"/>
                    <a:pt x="1880" y="2169"/>
                    <a:pt x="1768" y="2169"/>
                  </a:cubicBezTo>
                  <a:cubicBezTo>
                    <a:pt x="1468" y="2135"/>
                    <a:pt x="1168" y="2135"/>
                    <a:pt x="968" y="2102"/>
                  </a:cubicBezTo>
                  <a:cubicBezTo>
                    <a:pt x="501" y="2002"/>
                    <a:pt x="267" y="1968"/>
                    <a:pt x="267" y="1968"/>
                  </a:cubicBezTo>
                  <a:cubicBezTo>
                    <a:pt x="134" y="1968"/>
                    <a:pt x="1" y="2302"/>
                    <a:pt x="201" y="2335"/>
                  </a:cubicBezTo>
                  <a:cubicBezTo>
                    <a:pt x="201" y="2335"/>
                    <a:pt x="434" y="2435"/>
                    <a:pt x="901" y="2535"/>
                  </a:cubicBezTo>
                  <a:cubicBezTo>
                    <a:pt x="1135" y="2636"/>
                    <a:pt x="1402" y="2636"/>
                    <a:pt x="1735" y="2669"/>
                  </a:cubicBezTo>
                  <a:cubicBezTo>
                    <a:pt x="1902" y="2669"/>
                    <a:pt x="2069" y="2736"/>
                    <a:pt x="2235" y="2736"/>
                  </a:cubicBezTo>
                  <a:lnTo>
                    <a:pt x="2769" y="2736"/>
                  </a:lnTo>
                  <a:cubicBezTo>
                    <a:pt x="2869" y="2702"/>
                    <a:pt x="2961" y="2702"/>
                    <a:pt x="3053" y="2702"/>
                  </a:cubicBezTo>
                  <a:cubicBezTo>
                    <a:pt x="3144" y="2702"/>
                    <a:pt x="3236" y="2702"/>
                    <a:pt x="3336" y="2669"/>
                  </a:cubicBezTo>
                  <a:cubicBezTo>
                    <a:pt x="3536" y="2636"/>
                    <a:pt x="3737" y="2636"/>
                    <a:pt x="3937" y="2602"/>
                  </a:cubicBezTo>
                  <a:cubicBezTo>
                    <a:pt x="4370" y="2569"/>
                    <a:pt x="4737" y="2402"/>
                    <a:pt x="5138" y="2302"/>
                  </a:cubicBezTo>
                  <a:cubicBezTo>
                    <a:pt x="5571" y="2235"/>
                    <a:pt x="5938" y="2002"/>
                    <a:pt x="6305" y="1902"/>
                  </a:cubicBezTo>
                  <a:cubicBezTo>
                    <a:pt x="6672" y="1735"/>
                    <a:pt x="7039" y="1568"/>
                    <a:pt x="7372" y="1401"/>
                  </a:cubicBezTo>
                  <a:cubicBezTo>
                    <a:pt x="7506" y="1301"/>
                    <a:pt x="7706" y="1168"/>
                    <a:pt x="7873" y="1101"/>
                  </a:cubicBezTo>
                  <a:cubicBezTo>
                    <a:pt x="7940" y="1068"/>
                    <a:pt x="8040" y="968"/>
                    <a:pt x="8106" y="934"/>
                  </a:cubicBezTo>
                  <a:lnTo>
                    <a:pt x="8306" y="1134"/>
                  </a:lnTo>
                  <a:cubicBezTo>
                    <a:pt x="8440" y="1268"/>
                    <a:pt x="8607" y="1435"/>
                    <a:pt x="8773" y="1568"/>
                  </a:cubicBezTo>
                  <a:cubicBezTo>
                    <a:pt x="9107" y="1835"/>
                    <a:pt x="9441" y="2102"/>
                    <a:pt x="9774" y="2335"/>
                  </a:cubicBezTo>
                  <a:cubicBezTo>
                    <a:pt x="10141" y="2569"/>
                    <a:pt x="10475" y="2769"/>
                    <a:pt x="10808" y="2936"/>
                  </a:cubicBezTo>
                  <a:cubicBezTo>
                    <a:pt x="11475" y="3269"/>
                    <a:pt x="12109" y="3436"/>
                    <a:pt x="12576" y="3570"/>
                  </a:cubicBezTo>
                  <a:cubicBezTo>
                    <a:pt x="12776" y="3603"/>
                    <a:pt x="12976" y="3603"/>
                    <a:pt x="13110" y="3636"/>
                  </a:cubicBezTo>
                  <a:cubicBezTo>
                    <a:pt x="13243" y="3670"/>
                    <a:pt x="13310" y="3670"/>
                    <a:pt x="13310" y="3670"/>
                  </a:cubicBezTo>
                  <a:cubicBezTo>
                    <a:pt x="13477" y="3670"/>
                    <a:pt x="13544" y="3403"/>
                    <a:pt x="13310" y="3269"/>
                  </a:cubicBezTo>
                  <a:cubicBezTo>
                    <a:pt x="13310" y="3269"/>
                    <a:pt x="13277" y="3269"/>
                    <a:pt x="13143" y="3203"/>
                  </a:cubicBezTo>
                  <a:cubicBezTo>
                    <a:pt x="13010" y="3169"/>
                    <a:pt x="12843" y="3169"/>
                    <a:pt x="12643" y="3103"/>
                  </a:cubicBezTo>
                  <a:cubicBezTo>
                    <a:pt x="12243" y="2969"/>
                    <a:pt x="11642" y="2769"/>
                    <a:pt x="11008" y="2369"/>
                  </a:cubicBezTo>
                  <a:cubicBezTo>
                    <a:pt x="10742" y="2269"/>
                    <a:pt x="10441" y="2002"/>
                    <a:pt x="10108" y="1802"/>
                  </a:cubicBezTo>
                  <a:cubicBezTo>
                    <a:pt x="9808" y="1535"/>
                    <a:pt x="9507" y="1335"/>
                    <a:pt x="9240" y="1034"/>
                  </a:cubicBezTo>
                  <a:cubicBezTo>
                    <a:pt x="9074" y="934"/>
                    <a:pt x="8940" y="801"/>
                    <a:pt x="8807" y="634"/>
                  </a:cubicBezTo>
                  <a:lnTo>
                    <a:pt x="8607" y="434"/>
                  </a:lnTo>
                  <a:cubicBezTo>
                    <a:pt x="8440" y="301"/>
                    <a:pt x="8306" y="100"/>
                    <a:pt x="81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98" name="Google Shape;3398;p28"/>
            <p:cNvSpPr/>
            <p:nvPr/>
          </p:nvSpPr>
          <p:spPr>
            <a:xfrm>
              <a:off x="3403425" y="3729975"/>
              <a:ext cx="3178975" cy="1783400"/>
            </a:xfrm>
            <a:custGeom>
              <a:avLst/>
              <a:gdLst/>
              <a:ahLst/>
              <a:cxnLst/>
              <a:rect l="l" t="t" r="r" b="b"/>
              <a:pathLst>
                <a:path w="127159" h="71336" extrusionOk="0">
                  <a:moveTo>
                    <a:pt x="98163" y="1"/>
                  </a:moveTo>
                  <a:cubicBezTo>
                    <a:pt x="97767" y="1"/>
                    <a:pt x="97368" y="20"/>
                    <a:pt x="96970" y="59"/>
                  </a:cubicBezTo>
                  <a:cubicBezTo>
                    <a:pt x="96303" y="126"/>
                    <a:pt x="95636" y="260"/>
                    <a:pt x="94969" y="393"/>
                  </a:cubicBezTo>
                  <a:cubicBezTo>
                    <a:pt x="94302" y="560"/>
                    <a:pt x="93634" y="760"/>
                    <a:pt x="93034" y="1060"/>
                  </a:cubicBezTo>
                  <a:cubicBezTo>
                    <a:pt x="91733" y="1594"/>
                    <a:pt x="90532" y="2394"/>
                    <a:pt x="89365" y="3195"/>
                  </a:cubicBezTo>
                  <a:cubicBezTo>
                    <a:pt x="88197" y="3962"/>
                    <a:pt x="87063" y="4796"/>
                    <a:pt x="85795" y="5463"/>
                  </a:cubicBezTo>
                  <a:cubicBezTo>
                    <a:pt x="85195" y="5797"/>
                    <a:pt x="84528" y="6064"/>
                    <a:pt x="83861" y="6264"/>
                  </a:cubicBezTo>
                  <a:cubicBezTo>
                    <a:pt x="83527" y="6397"/>
                    <a:pt x="83127" y="6431"/>
                    <a:pt x="82793" y="6531"/>
                  </a:cubicBezTo>
                  <a:cubicBezTo>
                    <a:pt x="82426" y="6564"/>
                    <a:pt x="82093" y="6597"/>
                    <a:pt x="81726" y="6631"/>
                  </a:cubicBezTo>
                  <a:cubicBezTo>
                    <a:pt x="80925" y="6731"/>
                    <a:pt x="80191" y="6864"/>
                    <a:pt x="79424" y="7064"/>
                  </a:cubicBezTo>
                  <a:cubicBezTo>
                    <a:pt x="78690" y="7298"/>
                    <a:pt x="77957" y="7698"/>
                    <a:pt x="77289" y="8098"/>
                  </a:cubicBezTo>
                  <a:cubicBezTo>
                    <a:pt x="76689" y="8565"/>
                    <a:pt x="76055" y="9066"/>
                    <a:pt x="75521" y="9600"/>
                  </a:cubicBezTo>
                  <a:cubicBezTo>
                    <a:pt x="74954" y="10100"/>
                    <a:pt x="74421" y="10700"/>
                    <a:pt x="73887" y="11234"/>
                  </a:cubicBezTo>
                  <a:cubicBezTo>
                    <a:pt x="73387" y="11801"/>
                    <a:pt x="72853" y="12368"/>
                    <a:pt x="72286" y="12902"/>
                  </a:cubicBezTo>
                  <a:lnTo>
                    <a:pt x="71452" y="13702"/>
                  </a:lnTo>
                  <a:cubicBezTo>
                    <a:pt x="71285" y="13803"/>
                    <a:pt x="71185" y="13936"/>
                    <a:pt x="71052" y="14069"/>
                  </a:cubicBezTo>
                  <a:cubicBezTo>
                    <a:pt x="70885" y="14203"/>
                    <a:pt x="70751" y="14270"/>
                    <a:pt x="70585" y="14403"/>
                  </a:cubicBezTo>
                  <a:cubicBezTo>
                    <a:pt x="69384" y="15204"/>
                    <a:pt x="67883" y="15704"/>
                    <a:pt x="66415" y="16138"/>
                  </a:cubicBezTo>
                  <a:cubicBezTo>
                    <a:pt x="64914" y="16605"/>
                    <a:pt x="63413" y="17038"/>
                    <a:pt x="61912" y="17572"/>
                  </a:cubicBezTo>
                  <a:cubicBezTo>
                    <a:pt x="60411" y="18106"/>
                    <a:pt x="58910" y="18773"/>
                    <a:pt x="57575" y="19640"/>
                  </a:cubicBezTo>
                  <a:cubicBezTo>
                    <a:pt x="51538" y="22942"/>
                    <a:pt x="51404" y="31282"/>
                    <a:pt x="45667" y="33317"/>
                  </a:cubicBezTo>
                  <a:cubicBezTo>
                    <a:pt x="45050" y="33579"/>
                    <a:pt x="44411" y="33698"/>
                    <a:pt x="43775" y="33698"/>
                  </a:cubicBezTo>
                  <a:cubicBezTo>
                    <a:pt x="43035" y="33698"/>
                    <a:pt x="42297" y="33537"/>
                    <a:pt x="41597" y="33250"/>
                  </a:cubicBezTo>
                  <a:cubicBezTo>
                    <a:pt x="40330" y="32716"/>
                    <a:pt x="39062" y="31882"/>
                    <a:pt x="37661" y="31315"/>
                  </a:cubicBezTo>
                  <a:cubicBezTo>
                    <a:pt x="37328" y="31148"/>
                    <a:pt x="36927" y="31082"/>
                    <a:pt x="36560" y="30948"/>
                  </a:cubicBezTo>
                  <a:cubicBezTo>
                    <a:pt x="36193" y="30881"/>
                    <a:pt x="35826" y="30781"/>
                    <a:pt x="35426" y="30748"/>
                  </a:cubicBezTo>
                  <a:lnTo>
                    <a:pt x="34892" y="30648"/>
                  </a:lnTo>
                  <a:lnTo>
                    <a:pt x="34359" y="30615"/>
                  </a:lnTo>
                  <a:cubicBezTo>
                    <a:pt x="34236" y="30603"/>
                    <a:pt x="34110" y="30600"/>
                    <a:pt x="33983" y="30600"/>
                  </a:cubicBezTo>
                  <a:cubicBezTo>
                    <a:pt x="33729" y="30600"/>
                    <a:pt x="33469" y="30615"/>
                    <a:pt x="33225" y="30615"/>
                  </a:cubicBezTo>
                  <a:cubicBezTo>
                    <a:pt x="32491" y="30648"/>
                    <a:pt x="31724" y="30781"/>
                    <a:pt x="31023" y="31082"/>
                  </a:cubicBezTo>
                  <a:cubicBezTo>
                    <a:pt x="30323" y="31315"/>
                    <a:pt x="29689" y="31782"/>
                    <a:pt x="29155" y="32282"/>
                  </a:cubicBezTo>
                  <a:cubicBezTo>
                    <a:pt x="28054" y="33317"/>
                    <a:pt x="27387" y="34651"/>
                    <a:pt x="26820" y="35952"/>
                  </a:cubicBezTo>
                  <a:cubicBezTo>
                    <a:pt x="26220" y="37253"/>
                    <a:pt x="25686" y="38587"/>
                    <a:pt x="24985" y="39788"/>
                  </a:cubicBezTo>
                  <a:cubicBezTo>
                    <a:pt x="24252" y="40989"/>
                    <a:pt x="23251" y="41989"/>
                    <a:pt x="21983" y="42456"/>
                  </a:cubicBezTo>
                  <a:cubicBezTo>
                    <a:pt x="21349" y="42723"/>
                    <a:pt x="20649" y="42823"/>
                    <a:pt x="19982" y="42823"/>
                  </a:cubicBezTo>
                  <a:cubicBezTo>
                    <a:pt x="19348" y="42823"/>
                    <a:pt x="18681" y="42590"/>
                    <a:pt x="18080" y="42223"/>
                  </a:cubicBezTo>
                  <a:cubicBezTo>
                    <a:pt x="17513" y="41823"/>
                    <a:pt x="16913" y="41389"/>
                    <a:pt x="16346" y="40889"/>
                  </a:cubicBezTo>
                  <a:cubicBezTo>
                    <a:pt x="15745" y="40422"/>
                    <a:pt x="15145" y="39888"/>
                    <a:pt x="14344" y="39554"/>
                  </a:cubicBezTo>
                  <a:cubicBezTo>
                    <a:pt x="13853" y="39298"/>
                    <a:pt x="13292" y="39178"/>
                    <a:pt x="12734" y="39178"/>
                  </a:cubicBezTo>
                  <a:cubicBezTo>
                    <a:pt x="12421" y="39178"/>
                    <a:pt x="12109" y="39216"/>
                    <a:pt x="11809" y="39287"/>
                  </a:cubicBezTo>
                  <a:cubicBezTo>
                    <a:pt x="11676" y="39321"/>
                    <a:pt x="11576" y="39321"/>
                    <a:pt x="11476" y="39388"/>
                  </a:cubicBezTo>
                  <a:lnTo>
                    <a:pt x="11142" y="39488"/>
                  </a:lnTo>
                  <a:cubicBezTo>
                    <a:pt x="10909" y="39621"/>
                    <a:pt x="10709" y="39754"/>
                    <a:pt x="10542" y="39921"/>
                  </a:cubicBezTo>
                  <a:cubicBezTo>
                    <a:pt x="10208" y="40221"/>
                    <a:pt x="9975" y="40588"/>
                    <a:pt x="9741" y="40922"/>
                  </a:cubicBezTo>
                  <a:cubicBezTo>
                    <a:pt x="9341" y="41622"/>
                    <a:pt x="9007" y="42323"/>
                    <a:pt x="8640" y="42957"/>
                  </a:cubicBezTo>
                  <a:cubicBezTo>
                    <a:pt x="8407" y="43257"/>
                    <a:pt x="8207" y="43557"/>
                    <a:pt x="7973" y="43724"/>
                  </a:cubicBezTo>
                  <a:cubicBezTo>
                    <a:pt x="7873" y="43791"/>
                    <a:pt x="7673" y="43891"/>
                    <a:pt x="7540" y="43957"/>
                  </a:cubicBezTo>
                  <a:lnTo>
                    <a:pt x="7306" y="44058"/>
                  </a:lnTo>
                  <a:cubicBezTo>
                    <a:pt x="7206" y="44091"/>
                    <a:pt x="7139" y="44091"/>
                    <a:pt x="7039" y="44124"/>
                  </a:cubicBezTo>
                  <a:cubicBezTo>
                    <a:pt x="6644" y="44223"/>
                    <a:pt x="6226" y="44252"/>
                    <a:pt x="5785" y="44252"/>
                  </a:cubicBezTo>
                  <a:cubicBezTo>
                    <a:pt x="5480" y="44252"/>
                    <a:pt x="5165" y="44238"/>
                    <a:pt x="4838" y="44224"/>
                  </a:cubicBezTo>
                  <a:cubicBezTo>
                    <a:pt x="4665" y="44210"/>
                    <a:pt x="4488" y="44202"/>
                    <a:pt x="4308" y="44202"/>
                  </a:cubicBezTo>
                  <a:cubicBezTo>
                    <a:pt x="3652" y="44202"/>
                    <a:pt x="2957" y="44310"/>
                    <a:pt x="2303" y="44625"/>
                  </a:cubicBezTo>
                  <a:cubicBezTo>
                    <a:pt x="1902" y="44825"/>
                    <a:pt x="1569" y="45092"/>
                    <a:pt x="1235" y="45325"/>
                  </a:cubicBezTo>
                  <a:cubicBezTo>
                    <a:pt x="902" y="45625"/>
                    <a:pt x="635" y="45926"/>
                    <a:pt x="368" y="46326"/>
                  </a:cubicBezTo>
                  <a:cubicBezTo>
                    <a:pt x="134" y="46759"/>
                    <a:pt x="1" y="47293"/>
                    <a:pt x="134" y="47794"/>
                  </a:cubicBezTo>
                  <a:cubicBezTo>
                    <a:pt x="234" y="48294"/>
                    <a:pt x="501" y="48661"/>
                    <a:pt x="801" y="48994"/>
                  </a:cubicBezTo>
                  <a:cubicBezTo>
                    <a:pt x="1402" y="49662"/>
                    <a:pt x="2069" y="50095"/>
                    <a:pt x="2803" y="50495"/>
                  </a:cubicBezTo>
                  <a:cubicBezTo>
                    <a:pt x="3503" y="50862"/>
                    <a:pt x="4237" y="51196"/>
                    <a:pt x="4971" y="51563"/>
                  </a:cubicBezTo>
                  <a:cubicBezTo>
                    <a:pt x="7840" y="52797"/>
                    <a:pt x="10875" y="53631"/>
                    <a:pt x="13744" y="54598"/>
                  </a:cubicBezTo>
                  <a:cubicBezTo>
                    <a:pt x="14078" y="54698"/>
                    <a:pt x="14478" y="54832"/>
                    <a:pt x="14811" y="54965"/>
                  </a:cubicBezTo>
                  <a:cubicBezTo>
                    <a:pt x="15012" y="54999"/>
                    <a:pt x="15178" y="55099"/>
                    <a:pt x="15312" y="55165"/>
                  </a:cubicBezTo>
                  <a:lnTo>
                    <a:pt x="15745" y="55466"/>
                  </a:lnTo>
                  <a:cubicBezTo>
                    <a:pt x="16079" y="55666"/>
                    <a:pt x="16413" y="55866"/>
                    <a:pt x="16813" y="55999"/>
                  </a:cubicBezTo>
                  <a:cubicBezTo>
                    <a:pt x="17180" y="56166"/>
                    <a:pt x="17513" y="56333"/>
                    <a:pt x="17880" y="56466"/>
                  </a:cubicBezTo>
                  <a:cubicBezTo>
                    <a:pt x="18214" y="56600"/>
                    <a:pt x="18581" y="56767"/>
                    <a:pt x="18981" y="56833"/>
                  </a:cubicBezTo>
                  <a:cubicBezTo>
                    <a:pt x="19348" y="56933"/>
                    <a:pt x="19715" y="57033"/>
                    <a:pt x="20082" y="57134"/>
                  </a:cubicBezTo>
                  <a:cubicBezTo>
                    <a:pt x="20849" y="57267"/>
                    <a:pt x="21583" y="57434"/>
                    <a:pt x="22350" y="57467"/>
                  </a:cubicBezTo>
                  <a:cubicBezTo>
                    <a:pt x="22717" y="57534"/>
                    <a:pt x="23092" y="57551"/>
                    <a:pt x="23468" y="57551"/>
                  </a:cubicBezTo>
                  <a:cubicBezTo>
                    <a:pt x="23843" y="57551"/>
                    <a:pt x="24218" y="57534"/>
                    <a:pt x="24585" y="57534"/>
                  </a:cubicBezTo>
                  <a:cubicBezTo>
                    <a:pt x="25352" y="57467"/>
                    <a:pt x="26086" y="57434"/>
                    <a:pt x="26787" y="57334"/>
                  </a:cubicBezTo>
                  <a:cubicBezTo>
                    <a:pt x="28254" y="57134"/>
                    <a:pt x="29622" y="56800"/>
                    <a:pt x="31023" y="56500"/>
                  </a:cubicBezTo>
                  <a:cubicBezTo>
                    <a:pt x="32303" y="56219"/>
                    <a:pt x="33583" y="55996"/>
                    <a:pt x="34809" y="55996"/>
                  </a:cubicBezTo>
                  <a:cubicBezTo>
                    <a:pt x="34892" y="55996"/>
                    <a:pt x="34976" y="55997"/>
                    <a:pt x="35059" y="55999"/>
                  </a:cubicBezTo>
                  <a:cubicBezTo>
                    <a:pt x="35726" y="55999"/>
                    <a:pt x="36360" y="56133"/>
                    <a:pt x="36927" y="56333"/>
                  </a:cubicBezTo>
                  <a:cubicBezTo>
                    <a:pt x="37061" y="56366"/>
                    <a:pt x="37227" y="56433"/>
                    <a:pt x="37361" y="56500"/>
                  </a:cubicBezTo>
                  <a:lnTo>
                    <a:pt x="37761" y="56767"/>
                  </a:lnTo>
                  <a:cubicBezTo>
                    <a:pt x="38061" y="56933"/>
                    <a:pt x="38328" y="57100"/>
                    <a:pt x="38595" y="57267"/>
                  </a:cubicBezTo>
                  <a:cubicBezTo>
                    <a:pt x="39696" y="57934"/>
                    <a:pt x="40697" y="58701"/>
                    <a:pt x="41731" y="59469"/>
                  </a:cubicBezTo>
                  <a:cubicBezTo>
                    <a:pt x="42231" y="59835"/>
                    <a:pt x="42765" y="60169"/>
                    <a:pt x="43365" y="60469"/>
                  </a:cubicBezTo>
                  <a:cubicBezTo>
                    <a:pt x="43932" y="60769"/>
                    <a:pt x="44533" y="61003"/>
                    <a:pt x="45100" y="61136"/>
                  </a:cubicBezTo>
                  <a:cubicBezTo>
                    <a:pt x="46301" y="61437"/>
                    <a:pt x="47535" y="61470"/>
                    <a:pt x="48636" y="61470"/>
                  </a:cubicBezTo>
                  <a:cubicBezTo>
                    <a:pt x="49770" y="61470"/>
                    <a:pt x="50871" y="61403"/>
                    <a:pt x="51905" y="61403"/>
                  </a:cubicBezTo>
                  <a:cubicBezTo>
                    <a:pt x="52171" y="61395"/>
                    <a:pt x="52435" y="61390"/>
                    <a:pt x="52697" y="61390"/>
                  </a:cubicBezTo>
                  <a:cubicBezTo>
                    <a:pt x="54471" y="61390"/>
                    <a:pt x="56134" y="61606"/>
                    <a:pt x="57442" y="62304"/>
                  </a:cubicBezTo>
                  <a:cubicBezTo>
                    <a:pt x="58209" y="62671"/>
                    <a:pt x="58843" y="63171"/>
                    <a:pt x="59343" y="63772"/>
                  </a:cubicBezTo>
                  <a:cubicBezTo>
                    <a:pt x="59877" y="64339"/>
                    <a:pt x="60244" y="64972"/>
                    <a:pt x="60611" y="65573"/>
                  </a:cubicBezTo>
                  <a:cubicBezTo>
                    <a:pt x="61345" y="66740"/>
                    <a:pt x="61912" y="67808"/>
                    <a:pt x="62512" y="68608"/>
                  </a:cubicBezTo>
                  <a:cubicBezTo>
                    <a:pt x="63079" y="69409"/>
                    <a:pt x="63580" y="69976"/>
                    <a:pt x="64013" y="70310"/>
                  </a:cubicBezTo>
                  <a:cubicBezTo>
                    <a:pt x="64180" y="70476"/>
                    <a:pt x="64347" y="70610"/>
                    <a:pt x="64447" y="70677"/>
                  </a:cubicBezTo>
                  <a:cubicBezTo>
                    <a:pt x="64580" y="70777"/>
                    <a:pt x="64614" y="70810"/>
                    <a:pt x="64614" y="70810"/>
                  </a:cubicBezTo>
                  <a:cubicBezTo>
                    <a:pt x="65114" y="71110"/>
                    <a:pt x="65581" y="71310"/>
                    <a:pt x="66115" y="71310"/>
                  </a:cubicBezTo>
                  <a:cubicBezTo>
                    <a:pt x="66265" y="71327"/>
                    <a:pt x="66382" y="71335"/>
                    <a:pt x="66461" y="71335"/>
                  </a:cubicBezTo>
                  <a:cubicBezTo>
                    <a:pt x="66540" y="71335"/>
                    <a:pt x="66582" y="71327"/>
                    <a:pt x="66582" y="71310"/>
                  </a:cubicBezTo>
                  <a:cubicBezTo>
                    <a:pt x="66615" y="71277"/>
                    <a:pt x="66515" y="71144"/>
                    <a:pt x="66248" y="71010"/>
                  </a:cubicBezTo>
                  <a:cubicBezTo>
                    <a:pt x="66015" y="70877"/>
                    <a:pt x="65614" y="70677"/>
                    <a:pt x="65181" y="70343"/>
                  </a:cubicBezTo>
                  <a:cubicBezTo>
                    <a:pt x="65181" y="70343"/>
                    <a:pt x="65081" y="70310"/>
                    <a:pt x="65014" y="70210"/>
                  </a:cubicBezTo>
                  <a:cubicBezTo>
                    <a:pt x="64914" y="70176"/>
                    <a:pt x="64747" y="70043"/>
                    <a:pt x="64580" y="69876"/>
                  </a:cubicBezTo>
                  <a:cubicBezTo>
                    <a:pt x="64213" y="69609"/>
                    <a:pt x="63713" y="69042"/>
                    <a:pt x="63179" y="68275"/>
                  </a:cubicBezTo>
                  <a:cubicBezTo>
                    <a:pt x="62579" y="67508"/>
                    <a:pt x="62012" y="66474"/>
                    <a:pt x="61278" y="65273"/>
                  </a:cubicBezTo>
                  <a:cubicBezTo>
                    <a:pt x="60911" y="64639"/>
                    <a:pt x="60511" y="64005"/>
                    <a:pt x="59944" y="63371"/>
                  </a:cubicBezTo>
                  <a:cubicBezTo>
                    <a:pt x="59410" y="62771"/>
                    <a:pt x="58743" y="62170"/>
                    <a:pt x="57909" y="61770"/>
                  </a:cubicBezTo>
                  <a:cubicBezTo>
                    <a:pt x="56241" y="60870"/>
                    <a:pt x="54206" y="60736"/>
                    <a:pt x="52105" y="60736"/>
                  </a:cubicBezTo>
                  <a:cubicBezTo>
                    <a:pt x="51896" y="60730"/>
                    <a:pt x="51685" y="60727"/>
                    <a:pt x="51473" y="60727"/>
                  </a:cubicBezTo>
                  <a:cubicBezTo>
                    <a:pt x="50585" y="60727"/>
                    <a:pt x="49671" y="60774"/>
                    <a:pt x="48746" y="60774"/>
                  </a:cubicBezTo>
                  <a:cubicBezTo>
                    <a:pt x="47671" y="60774"/>
                    <a:pt x="46582" y="60710"/>
                    <a:pt x="45500" y="60436"/>
                  </a:cubicBezTo>
                  <a:cubicBezTo>
                    <a:pt x="44933" y="60269"/>
                    <a:pt x="44399" y="60069"/>
                    <a:pt x="43866" y="59802"/>
                  </a:cubicBezTo>
                  <a:cubicBezTo>
                    <a:pt x="43332" y="59502"/>
                    <a:pt x="42831" y="59168"/>
                    <a:pt x="42331" y="58835"/>
                  </a:cubicBezTo>
                  <a:cubicBezTo>
                    <a:pt x="41330" y="58134"/>
                    <a:pt x="40330" y="57300"/>
                    <a:pt x="39196" y="56600"/>
                  </a:cubicBezTo>
                  <a:cubicBezTo>
                    <a:pt x="38895" y="56400"/>
                    <a:pt x="38595" y="56200"/>
                    <a:pt x="38328" y="56066"/>
                  </a:cubicBezTo>
                  <a:lnTo>
                    <a:pt x="37861" y="55799"/>
                  </a:lnTo>
                  <a:cubicBezTo>
                    <a:pt x="37694" y="55733"/>
                    <a:pt x="37528" y="55666"/>
                    <a:pt x="37361" y="55599"/>
                  </a:cubicBezTo>
                  <a:cubicBezTo>
                    <a:pt x="36694" y="55332"/>
                    <a:pt x="35993" y="55232"/>
                    <a:pt x="35259" y="55232"/>
                  </a:cubicBezTo>
                  <a:cubicBezTo>
                    <a:pt x="35112" y="55225"/>
                    <a:pt x="34965" y="55222"/>
                    <a:pt x="34817" y="55222"/>
                  </a:cubicBezTo>
                  <a:cubicBezTo>
                    <a:pt x="33558" y="55222"/>
                    <a:pt x="32281" y="55464"/>
                    <a:pt x="31056" y="55733"/>
                  </a:cubicBezTo>
                  <a:cubicBezTo>
                    <a:pt x="29689" y="55999"/>
                    <a:pt x="28321" y="56333"/>
                    <a:pt x="26887" y="56500"/>
                  </a:cubicBezTo>
                  <a:cubicBezTo>
                    <a:pt x="26186" y="56600"/>
                    <a:pt x="25486" y="56633"/>
                    <a:pt x="24752" y="56700"/>
                  </a:cubicBezTo>
                  <a:cubicBezTo>
                    <a:pt x="24051" y="56667"/>
                    <a:pt x="23318" y="56700"/>
                    <a:pt x="22584" y="56633"/>
                  </a:cubicBezTo>
                  <a:cubicBezTo>
                    <a:pt x="21850" y="56600"/>
                    <a:pt x="21149" y="56433"/>
                    <a:pt x="20415" y="56300"/>
                  </a:cubicBezTo>
                  <a:cubicBezTo>
                    <a:pt x="20049" y="56166"/>
                    <a:pt x="19715" y="56099"/>
                    <a:pt x="19348" y="55999"/>
                  </a:cubicBezTo>
                  <a:cubicBezTo>
                    <a:pt x="18981" y="55933"/>
                    <a:pt x="18648" y="55799"/>
                    <a:pt x="18314" y="55666"/>
                  </a:cubicBezTo>
                  <a:cubicBezTo>
                    <a:pt x="17980" y="55599"/>
                    <a:pt x="17647" y="55432"/>
                    <a:pt x="17313" y="55266"/>
                  </a:cubicBezTo>
                  <a:cubicBezTo>
                    <a:pt x="16980" y="55132"/>
                    <a:pt x="16679" y="54932"/>
                    <a:pt x="16346" y="54765"/>
                  </a:cubicBezTo>
                  <a:lnTo>
                    <a:pt x="15846" y="54465"/>
                  </a:lnTo>
                  <a:cubicBezTo>
                    <a:pt x="15679" y="54365"/>
                    <a:pt x="15479" y="54298"/>
                    <a:pt x="15312" y="54198"/>
                  </a:cubicBezTo>
                  <a:cubicBezTo>
                    <a:pt x="14978" y="54065"/>
                    <a:pt x="14578" y="53931"/>
                    <a:pt x="14211" y="53798"/>
                  </a:cubicBezTo>
                  <a:cubicBezTo>
                    <a:pt x="11309" y="52797"/>
                    <a:pt x="8307" y="51930"/>
                    <a:pt x="5471" y="50729"/>
                  </a:cubicBezTo>
                  <a:cubicBezTo>
                    <a:pt x="4804" y="50429"/>
                    <a:pt x="4070" y="50095"/>
                    <a:pt x="3403" y="49728"/>
                  </a:cubicBezTo>
                  <a:cubicBezTo>
                    <a:pt x="2803" y="49328"/>
                    <a:pt x="2136" y="48894"/>
                    <a:pt x="1669" y="48394"/>
                  </a:cubicBezTo>
                  <a:cubicBezTo>
                    <a:pt x="1469" y="48094"/>
                    <a:pt x="1235" y="47827"/>
                    <a:pt x="1202" y="47560"/>
                  </a:cubicBezTo>
                  <a:cubicBezTo>
                    <a:pt x="1168" y="47260"/>
                    <a:pt x="1202" y="46960"/>
                    <a:pt x="1369" y="46726"/>
                  </a:cubicBezTo>
                  <a:cubicBezTo>
                    <a:pt x="1669" y="46126"/>
                    <a:pt x="2336" y="45725"/>
                    <a:pt x="2970" y="45325"/>
                  </a:cubicBezTo>
                  <a:cubicBezTo>
                    <a:pt x="3403" y="45121"/>
                    <a:pt x="3953" y="45034"/>
                    <a:pt x="4516" y="45034"/>
                  </a:cubicBezTo>
                  <a:cubicBezTo>
                    <a:pt x="4689" y="45034"/>
                    <a:pt x="4865" y="45042"/>
                    <a:pt x="5038" y="45058"/>
                  </a:cubicBezTo>
                  <a:cubicBezTo>
                    <a:pt x="5328" y="45071"/>
                    <a:pt x="5627" y="45083"/>
                    <a:pt x="5935" y="45083"/>
                  </a:cubicBezTo>
                  <a:cubicBezTo>
                    <a:pt x="6440" y="45083"/>
                    <a:pt x="6967" y="45049"/>
                    <a:pt x="7506" y="44925"/>
                  </a:cubicBezTo>
                  <a:cubicBezTo>
                    <a:pt x="7640" y="44925"/>
                    <a:pt x="7706" y="44891"/>
                    <a:pt x="7840" y="44825"/>
                  </a:cubicBezTo>
                  <a:lnTo>
                    <a:pt x="8140" y="44725"/>
                  </a:lnTo>
                  <a:cubicBezTo>
                    <a:pt x="8340" y="44625"/>
                    <a:pt x="8507" y="44491"/>
                    <a:pt x="8707" y="44391"/>
                  </a:cubicBezTo>
                  <a:cubicBezTo>
                    <a:pt x="9074" y="44091"/>
                    <a:pt x="9374" y="43724"/>
                    <a:pt x="9574" y="43390"/>
                  </a:cubicBezTo>
                  <a:cubicBezTo>
                    <a:pt x="10041" y="42657"/>
                    <a:pt x="10342" y="41956"/>
                    <a:pt x="10709" y="41322"/>
                  </a:cubicBezTo>
                  <a:cubicBezTo>
                    <a:pt x="10875" y="41055"/>
                    <a:pt x="11075" y="40755"/>
                    <a:pt x="11342" y="40555"/>
                  </a:cubicBezTo>
                  <a:lnTo>
                    <a:pt x="11709" y="40288"/>
                  </a:lnTo>
                  <a:lnTo>
                    <a:pt x="11909" y="40221"/>
                  </a:lnTo>
                  <a:cubicBezTo>
                    <a:pt x="12009" y="40221"/>
                    <a:pt x="12076" y="40155"/>
                    <a:pt x="12176" y="40155"/>
                  </a:cubicBezTo>
                  <a:cubicBezTo>
                    <a:pt x="12394" y="40100"/>
                    <a:pt x="12611" y="40074"/>
                    <a:pt x="12827" y="40074"/>
                  </a:cubicBezTo>
                  <a:cubicBezTo>
                    <a:pt x="13275" y="40074"/>
                    <a:pt x="13717" y="40186"/>
                    <a:pt x="14144" y="40388"/>
                  </a:cubicBezTo>
                  <a:cubicBezTo>
                    <a:pt x="15379" y="40955"/>
                    <a:pt x="16379" y="42223"/>
                    <a:pt x="17747" y="43057"/>
                  </a:cubicBezTo>
                  <a:cubicBezTo>
                    <a:pt x="18414" y="43457"/>
                    <a:pt x="19215" y="43791"/>
                    <a:pt x="20082" y="43824"/>
                  </a:cubicBezTo>
                  <a:cubicBezTo>
                    <a:pt x="20916" y="43791"/>
                    <a:pt x="21683" y="43657"/>
                    <a:pt x="22484" y="43424"/>
                  </a:cubicBezTo>
                  <a:cubicBezTo>
                    <a:pt x="23217" y="43157"/>
                    <a:pt x="23918" y="42723"/>
                    <a:pt x="24518" y="42156"/>
                  </a:cubicBezTo>
                  <a:cubicBezTo>
                    <a:pt x="25085" y="41656"/>
                    <a:pt x="25586" y="40989"/>
                    <a:pt x="25986" y="40355"/>
                  </a:cubicBezTo>
                  <a:cubicBezTo>
                    <a:pt x="26753" y="39087"/>
                    <a:pt x="27254" y="37720"/>
                    <a:pt x="27854" y="36452"/>
                  </a:cubicBezTo>
                  <a:cubicBezTo>
                    <a:pt x="28421" y="35151"/>
                    <a:pt x="29055" y="33950"/>
                    <a:pt x="29989" y="33083"/>
                  </a:cubicBezTo>
                  <a:cubicBezTo>
                    <a:pt x="30423" y="32616"/>
                    <a:pt x="30990" y="32282"/>
                    <a:pt x="31557" y="32016"/>
                  </a:cubicBezTo>
                  <a:cubicBezTo>
                    <a:pt x="32157" y="31782"/>
                    <a:pt x="32758" y="31649"/>
                    <a:pt x="33425" y="31615"/>
                  </a:cubicBezTo>
                  <a:cubicBezTo>
                    <a:pt x="33647" y="31615"/>
                    <a:pt x="33870" y="31600"/>
                    <a:pt x="34092" y="31600"/>
                  </a:cubicBezTo>
                  <a:cubicBezTo>
                    <a:pt x="34203" y="31600"/>
                    <a:pt x="34314" y="31604"/>
                    <a:pt x="34425" y="31615"/>
                  </a:cubicBezTo>
                  <a:lnTo>
                    <a:pt x="34926" y="31649"/>
                  </a:lnTo>
                  <a:lnTo>
                    <a:pt x="35426" y="31749"/>
                  </a:lnTo>
                  <a:cubicBezTo>
                    <a:pt x="35760" y="31782"/>
                    <a:pt x="36093" y="31882"/>
                    <a:pt x="36427" y="31949"/>
                  </a:cubicBezTo>
                  <a:cubicBezTo>
                    <a:pt x="36727" y="32016"/>
                    <a:pt x="37061" y="32149"/>
                    <a:pt x="37394" y="32282"/>
                  </a:cubicBezTo>
                  <a:cubicBezTo>
                    <a:pt x="38729" y="32816"/>
                    <a:pt x="39929" y="33617"/>
                    <a:pt x="41397" y="34217"/>
                  </a:cubicBezTo>
                  <a:cubicBezTo>
                    <a:pt x="42098" y="34484"/>
                    <a:pt x="42898" y="34651"/>
                    <a:pt x="43732" y="34718"/>
                  </a:cubicBezTo>
                  <a:cubicBezTo>
                    <a:pt x="43783" y="34722"/>
                    <a:pt x="43836" y="34724"/>
                    <a:pt x="43889" y="34724"/>
                  </a:cubicBezTo>
                  <a:cubicBezTo>
                    <a:pt x="44219" y="34724"/>
                    <a:pt x="44589" y="34646"/>
                    <a:pt x="44933" y="34617"/>
                  </a:cubicBezTo>
                  <a:cubicBezTo>
                    <a:pt x="45367" y="34551"/>
                    <a:pt x="45734" y="34417"/>
                    <a:pt x="46100" y="34284"/>
                  </a:cubicBezTo>
                  <a:cubicBezTo>
                    <a:pt x="46534" y="34150"/>
                    <a:pt x="46868" y="33950"/>
                    <a:pt x="47235" y="33784"/>
                  </a:cubicBezTo>
                  <a:cubicBezTo>
                    <a:pt x="47568" y="33583"/>
                    <a:pt x="47902" y="33383"/>
                    <a:pt x="48235" y="33116"/>
                  </a:cubicBezTo>
                  <a:cubicBezTo>
                    <a:pt x="48869" y="32616"/>
                    <a:pt x="49436" y="32082"/>
                    <a:pt x="49937" y="31449"/>
                  </a:cubicBezTo>
                  <a:cubicBezTo>
                    <a:pt x="50937" y="30214"/>
                    <a:pt x="51738" y="28813"/>
                    <a:pt x="52438" y="27446"/>
                  </a:cubicBezTo>
                  <a:cubicBezTo>
                    <a:pt x="52839" y="26778"/>
                    <a:pt x="53172" y="26078"/>
                    <a:pt x="53539" y="25411"/>
                  </a:cubicBezTo>
                  <a:cubicBezTo>
                    <a:pt x="53906" y="24777"/>
                    <a:pt x="54273" y="24110"/>
                    <a:pt x="54773" y="23543"/>
                  </a:cubicBezTo>
                  <a:cubicBezTo>
                    <a:pt x="55240" y="22942"/>
                    <a:pt x="55741" y="22375"/>
                    <a:pt x="56341" y="21875"/>
                  </a:cubicBezTo>
                  <a:cubicBezTo>
                    <a:pt x="56875" y="21375"/>
                    <a:pt x="57509" y="20908"/>
                    <a:pt x="58109" y="20474"/>
                  </a:cubicBezTo>
                  <a:cubicBezTo>
                    <a:pt x="59377" y="19640"/>
                    <a:pt x="60778" y="19040"/>
                    <a:pt x="62245" y="18473"/>
                  </a:cubicBezTo>
                  <a:cubicBezTo>
                    <a:pt x="63713" y="17939"/>
                    <a:pt x="65214" y="17539"/>
                    <a:pt x="66715" y="17072"/>
                  </a:cubicBezTo>
                  <a:cubicBezTo>
                    <a:pt x="68216" y="16605"/>
                    <a:pt x="69717" y="16104"/>
                    <a:pt x="71085" y="15204"/>
                  </a:cubicBezTo>
                  <a:lnTo>
                    <a:pt x="71585" y="14803"/>
                  </a:lnTo>
                  <a:cubicBezTo>
                    <a:pt x="71752" y="14703"/>
                    <a:pt x="71919" y="14536"/>
                    <a:pt x="72052" y="14403"/>
                  </a:cubicBezTo>
                  <a:lnTo>
                    <a:pt x="72886" y="13569"/>
                  </a:lnTo>
                  <a:cubicBezTo>
                    <a:pt x="73420" y="13035"/>
                    <a:pt x="73920" y="12435"/>
                    <a:pt x="74454" y="11901"/>
                  </a:cubicBezTo>
                  <a:cubicBezTo>
                    <a:pt x="74954" y="11367"/>
                    <a:pt x="75521" y="10767"/>
                    <a:pt x="76055" y="10267"/>
                  </a:cubicBezTo>
                  <a:cubicBezTo>
                    <a:pt x="76589" y="9733"/>
                    <a:pt x="77189" y="9266"/>
                    <a:pt x="77756" y="8866"/>
                  </a:cubicBezTo>
                  <a:cubicBezTo>
                    <a:pt x="78357" y="8465"/>
                    <a:pt x="79024" y="8132"/>
                    <a:pt x="79691" y="7932"/>
                  </a:cubicBezTo>
                  <a:cubicBezTo>
                    <a:pt x="80358" y="7732"/>
                    <a:pt x="81059" y="7598"/>
                    <a:pt x="81759" y="7565"/>
                  </a:cubicBezTo>
                  <a:lnTo>
                    <a:pt x="82893" y="7431"/>
                  </a:lnTo>
                  <a:lnTo>
                    <a:pt x="84028" y="7198"/>
                  </a:lnTo>
                  <a:cubicBezTo>
                    <a:pt x="84728" y="6931"/>
                    <a:pt x="85429" y="6697"/>
                    <a:pt x="86096" y="6297"/>
                  </a:cubicBezTo>
                  <a:cubicBezTo>
                    <a:pt x="87430" y="5597"/>
                    <a:pt x="88564" y="4729"/>
                    <a:pt x="89732" y="3929"/>
                  </a:cubicBezTo>
                  <a:cubicBezTo>
                    <a:pt x="90866" y="3095"/>
                    <a:pt x="92033" y="2394"/>
                    <a:pt x="93234" y="1861"/>
                  </a:cubicBezTo>
                  <a:cubicBezTo>
                    <a:pt x="94435" y="1294"/>
                    <a:pt x="95703" y="1060"/>
                    <a:pt x="96970" y="893"/>
                  </a:cubicBezTo>
                  <a:cubicBezTo>
                    <a:pt x="97435" y="834"/>
                    <a:pt x="97895" y="804"/>
                    <a:pt x="98348" y="804"/>
                  </a:cubicBezTo>
                  <a:cubicBezTo>
                    <a:pt x="99164" y="804"/>
                    <a:pt x="99956" y="900"/>
                    <a:pt x="100706" y="1093"/>
                  </a:cubicBezTo>
                  <a:cubicBezTo>
                    <a:pt x="101874" y="1394"/>
                    <a:pt x="102974" y="1861"/>
                    <a:pt x="104075" y="2361"/>
                  </a:cubicBezTo>
                  <a:cubicBezTo>
                    <a:pt x="105143" y="2861"/>
                    <a:pt x="106210" y="3362"/>
                    <a:pt x="107278" y="3762"/>
                  </a:cubicBezTo>
                  <a:cubicBezTo>
                    <a:pt x="107811" y="3962"/>
                    <a:pt x="108312" y="4196"/>
                    <a:pt x="108879" y="4296"/>
                  </a:cubicBezTo>
                  <a:cubicBezTo>
                    <a:pt x="109112" y="4396"/>
                    <a:pt x="109412" y="4429"/>
                    <a:pt x="109646" y="4529"/>
                  </a:cubicBezTo>
                  <a:cubicBezTo>
                    <a:pt x="109913" y="4563"/>
                    <a:pt x="110213" y="4596"/>
                    <a:pt x="110446" y="4629"/>
                  </a:cubicBezTo>
                  <a:cubicBezTo>
                    <a:pt x="111215" y="4748"/>
                    <a:pt x="111959" y="4790"/>
                    <a:pt x="112676" y="4790"/>
                  </a:cubicBezTo>
                  <a:cubicBezTo>
                    <a:pt x="113981" y="4790"/>
                    <a:pt x="115198" y="4649"/>
                    <a:pt x="116317" y="4563"/>
                  </a:cubicBezTo>
                  <a:cubicBezTo>
                    <a:pt x="116784" y="4529"/>
                    <a:pt x="117218" y="4463"/>
                    <a:pt x="117618" y="4429"/>
                  </a:cubicBezTo>
                  <a:cubicBezTo>
                    <a:pt x="118052" y="4396"/>
                    <a:pt x="118452" y="4362"/>
                    <a:pt x="118819" y="4296"/>
                  </a:cubicBezTo>
                  <a:cubicBezTo>
                    <a:pt x="119100" y="4284"/>
                    <a:pt x="119376" y="4276"/>
                    <a:pt x="119646" y="4276"/>
                  </a:cubicBezTo>
                  <a:cubicBezTo>
                    <a:pt x="120115" y="4276"/>
                    <a:pt x="120564" y="4299"/>
                    <a:pt x="120987" y="4362"/>
                  </a:cubicBezTo>
                  <a:cubicBezTo>
                    <a:pt x="122388" y="4529"/>
                    <a:pt x="123456" y="4963"/>
                    <a:pt x="124223" y="5530"/>
                  </a:cubicBezTo>
                  <a:cubicBezTo>
                    <a:pt x="124957" y="6064"/>
                    <a:pt x="125424" y="6631"/>
                    <a:pt x="125724" y="7031"/>
                  </a:cubicBezTo>
                  <a:cubicBezTo>
                    <a:pt x="125991" y="7431"/>
                    <a:pt x="126124" y="7631"/>
                    <a:pt x="126124" y="7631"/>
                  </a:cubicBezTo>
                  <a:cubicBezTo>
                    <a:pt x="126258" y="7898"/>
                    <a:pt x="126391" y="8098"/>
                    <a:pt x="126491" y="8265"/>
                  </a:cubicBezTo>
                  <a:cubicBezTo>
                    <a:pt x="126591" y="8432"/>
                    <a:pt x="126658" y="8599"/>
                    <a:pt x="126758" y="8732"/>
                  </a:cubicBezTo>
                  <a:cubicBezTo>
                    <a:pt x="126925" y="8966"/>
                    <a:pt x="127058" y="9066"/>
                    <a:pt x="127092" y="9066"/>
                  </a:cubicBezTo>
                  <a:cubicBezTo>
                    <a:pt x="127158" y="9032"/>
                    <a:pt x="127158" y="8899"/>
                    <a:pt x="127092" y="8599"/>
                  </a:cubicBezTo>
                  <a:cubicBezTo>
                    <a:pt x="127058" y="8432"/>
                    <a:pt x="126992" y="8265"/>
                    <a:pt x="126925" y="8065"/>
                  </a:cubicBezTo>
                  <a:cubicBezTo>
                    <a:pt x="126825" y="7865"/>
                    <a:pt x="126725" y="7598"/>
                    <a:pt x="126591" y="7365"/>
                  </a:cubicBezTo>
                  <a:cubicBezTo>
                    <a:pt x="126591" y="7365"/>
                    <a:pt x="126458" y="7131"/>
                    <a:pt x="126158" y="6697"/>
                  </a:cubicBezTo>
                  <a:cubicBezTo>
                    <a:pt x="125824" y="6264"/>
                    <a:pt x="125390" y="5597"/>
                    <a:pt x="124557" y="5030"/>
                  </a:cubicBezTo>
                  <a:cubicBezTo>
                    <a:pt x="123723" y="4429"/>
                    <a:pt x="122555" y="3895"/>
                    <a:pt x="121121" y="3729"/>
                  </a:cubicBezTo>
                  <a:cubicBezTo>
                    <a:pt x="120654" y="3640"/>
                    <a:pt x="120142" y="3610"/>
                    <a:pt x="119616" y="3610"/>
                  </a:cubicBezTo>
                  <a:cubicBezTo>
                    <a:pt x="119353" y="3610"/>
                    <a:pt x="119086" y="3617"/>
                    <a:pt x="118819" y="3629"/>
                  </a:cubicBezTo>
                  <a:lnTo>
                    <a:pt x="117585" y="3762"/>
                  </a:lnTo>
                  <a:cubicBezTo>
                    <a:pt x="117151" y="3795"/>
                    <a:pt x="116751" y="3862"/>
                    <a:pt x="116284" y="3895"/>
                  </a:cubicBezTo>
                  <a:cubicBezTo>
                    <a:pt x="115206" y="3978"/>
                    <a:pt x="114050" y="4100"/>
                    <a:pt x="112841" y="4100"/>
                  </a:cubicBezTo>
                  <a:cubicBezTo>
                    <a:pt x="112105" y="4100"/>
                    <a:pt x="111350" y="4055"/>
                    <a:pt x="110580" y="3929"/>
                  </a:cubicBezTo>
                  <a:cubicBezTo>
                    <a:pt x="108545" y="3629"/>
                    <a:pt x="106544" y="2628"/>
                    <a:pt x="104375" y="1627"/>
                  </a:cubicBezTo>
                  <a:cubicBezTo>
                    <a:pt x="103275" y="1127"/>
                    <a:pt x="102141" y="593"/>
                    <a:pt x="100906" y="293"/>
                  </a:cubicBezTo>
                  <a:cubicBezTo>
                    <a:pt x="100017" y="106"/>
                    <a:pt x="99095" y="1"/>
                    <a:pt x="981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99" name="Google Shape;3399;p28"/>
            <p:cNvSpPr/>
            <p:nvPr/>
          </p:nvSpPr>
          <p:spPr>
            <a:xfrm>
              <a:off x="3247500" y="3562475"/>
              <a:ext cx="3218225" cy="2001150"/>
            </a:xfrm>
            <a:custGeom>
              <a:avLst/>
              <a:gdLst/>
              <a:ahLst/>
              <a:cxnLst/>
              <a:rect l="l" t="t" r="r" b="b"/>
              <a:pathLst>
                <a:path w="128729" h="80046" extrusionOk="0">
                  <a:moveTo>
                    <a:pt x="105098" y="0"/>
                  </a:moveTo>
                  <a:cubicBezTo>
                    <a:pt x="104528" y="0"/>
                    <a:pt x="103947" y="42"/>
                    <a:pt x="103374" y="121"/>
                  </a:cubicBezTo>
                  <a:cubicBezTo>
                    <a:pt x="102173" y="288"/>
                    <a:pt x="100972" y="622"/>
                    <a:pt x="99738" y="1089"/>
                  </a:cubicBezTo>
                  <a:cubicBezTo>
                    <a:pt x="98537" y="1522"/>
                    <a:pt x="97370" y="2156"/>
                    <a:pt x="96202" y="2823"/>
                  </a:cubicBezTo>
                  <a:cubicBezTo>
                    <a:pt x="93867" y="4191"/>
                    <a:pt x="91832" y="6126"/>
                    <a:pt x="89230" y="7293"/>
                  </a:cubicBezTo>
                  <a:cubicBezTo>
                    <a:pt x="87963" y="7827"/>
                    <a:pt x="86562" y="8194"/>
                    <a:pt x="85128" y="8361"/>
                  </a:cubicBezTo>
                  <a:cubicBezTo>
                    <a:pt x="84360" y="8461"/>
                    <a:pt x="83660" y="8527"/>
                    <a:pt x="82893" y="8594"/>
                  </a:cubicBezTo>
                  <a:cubicBezTo>
                    <a:pt x="82526" y="8627"/>
                    <a:pt x="82159" y="8661"/>
                    <a:pt x="81792" y="8661"/>
                  </a:cubicBezTo>
                  <a:cubicBezTo>
                    <a:pt x="81392" y="8661"/>
                    <a:pt x="81025" y="8694"/>
                    <a:pt x="80658" y="8761"/>
                  </a:cubicBezTo>
                  <a:cubicBezTo>
                    <a:pt x="79890" y="8828"/>
                    <a:pt x="79157" y="9028"/>
                    <a:pt x="78389" y="9261"/>
                  </a:cubicBezTo>
                  <a:cubicBezTo>
                    <a:pt x="77689" y="9495"/>
                    <a:pt x="76955" y="9795"/>
                    <a:pt x="76288" y="10162"/>
                  </a:cubicBezTo>
                  <a:cubicBezTo>
                    <a:pt x="74887" y="10862"/>
                    <a:pt x="73653" y="11830"/>
                    <a:pt x="72452" y="12830"/>
                  </a:cubicBezTo>
                  <a:cubicBezTo>
                    <a:pt x="71218" y="13831"/>
                    <a:pt x="70117" y="14965"/>
                    <a:pt x="68849" y="15866"/>
                  </a:cubicBezTo>
                  <a:cubicBezTo>
                    <a:pt x="67615" y="16833"/>
                    <a:pt x="66214" y="17600"/>
                    <a:pt x="64813" y="18301"/>
                  </a:cubicBezTo>
                  <a:cubicBezTo>
                    <a:pt x="63379" y="19001"/>
                    <a:pt x="61944" y="19635"/>
                    <a:pt x="60510" y="20436"/>
                  </a:cubicBezTo>
                  <a:cubicBezTo>
                    <a:pt x="59109" y="21203"/>
                    <a:pt x="57808" y="22170"/>
                    <a:pt x="56707" y="23438"/>
                  </a:cubicBezTo>
                  <a:cubicBezTo>
                    <a:pt x="54539" y="25940"/>
                    <a:pt x="53705" y="29142"/>
                    <a:pt x="52137" y="31811"/>
                  </a:cubicBezTo>
                  <a:cubicBezTo>
                    <a:pt x="51770" y="32478"/>
                    <a:pt x="51303" y="33112"/>
                    <a:pt x="50703" y="33612"/>
                  </a:cubicBezTo>
                  <a:cubicBezTo>
                    <a:pt x="50169" y="34112"/>
                    <a:pt x="49469" y="34446"/>
                    <a:pt x="48768" y="34613"/>
                  </a:cubicBezTo>
                  <a:cubicBezTo>
                    <a:pt x="48363" y="34701"/>
                    <a:pt x="47968" y="34742"/>
                    <a:pt x="47571" y="34742"/>
                  </a:cubicBezTo>
                  <a:cubicBezTo>
                    <a:pt x="47217" y="34742"/>
                    <a:pt x="46862" y="34709"/>
                    <a:pt x="46500" y="34646"/>
                  </a:cubicBezTo>
                  <a:cubicBezTo>
                    <a:pt x="45766" y="34513"/>
                    <a:pt x="45032" y="34279"/>
                    <a:pt x="44298" y="34046"/>
                  </a:cubicBezTo>
                  <a:cubicBezTo>
                    <a:pt x="42831" y="33612"/>
                    <a:pt x="41430" y="33011"/>
                    <a:pt x="39962" y="32544"/>
                  </a:cubicBezTo>
                  <a:cubicBezTo>
                    <a:pt x="39195" y="32311"/>
                    <a:pt x="38461" y="32144"/>
                    <a:pt x="37694" y="32011"/>
                  </a:cubicBezTo>
                  <a:lnTo>
                    <a:pt x="37127" y="31977"/>
                  </a:lnTo>
                  <a:lnTo>
                    <a:pt x="36826" y="31944"/>
                  </a:lnTo>
                  <a:lnTo>
                    <a:pt x="36526" y="31944"/>
                  </a:lnTo>
                  <a:lnTo>
                    <a:pt x="35959" y="31977"/>
                  </a:lnTo>
                  <a:cubicBezTo>
                    <a:pt x="35759" y="31977"/>
                    <a:pt x="35592" y="32011"/>
                    <a:pt x="35359" y="32044"/>
                  </a:cubicBezTo>
                  <a:cubicBezTo>
                    <a:pt x="34992" y="32111"/>
                    <a:pt x="34658" y="32278"/>
                    <a:pt x="34291" y="32378"/>
                  </a:cubicBezTo>
                  <a:cubicBezTo>
                    <a:pt x="34124" y="32444"/>
                    <a:pt x="33958" y="32544"/>
                    <a:pt x="33791" y="32645"/>
                  </a:cubicBezTo>
                  <a:lnTo>
                    <a:pt x="33291" y="32945"/>
                  </a:lnTo>
                  <a:cubicBezTo>
                    <a:pt x="32957" y="33145"/>
                    <a:pt x="32657" y="33378"/>
                    <a:pt x="32357" y="33612"/>
                  </a:cubicBezTo>
                  <a:cubicBezTo>
                    <a:pt x="32090" y="33845"/>
                    <a:pt x="31823" y="34146"/>
                    <a:pt x="31589" y="34379"/>
                  </a:cubicBezTo>
                  <a:cubicBezTo>
                    <a:pt x="31289" y="34646"/>
                    <a:pt x="31122" y="34946"/>
                    <a:pt x="30855" y="35213"/>
                  </a:cubicBezTo>
                  <a:lnTo>
                    <a:pt x="30522" y="35647"/>
                  </a:lnTo>
                  <a:lnTo>
                    <a:pt x="30255" y="36147"/>
                  </a:lnTo>
                  <a:cubicBezTo>
                    <a:pt x="29955" y="36814"/>
                    <a:pt x="29688" y="37515"/>
                    <a:pt x="29521" y="38182"/>
                  </a:cubicBezTo>
                  <a:cubicBezTo>
                    <a:pt x="29154" y="39516"/>
                    <a:pt x="28987" y="40951"/>
                    <a:pt x="28354" y="42185"/>
                  </a:cubicBezTo>
                  <a:cubicBezTo>
                    <a:pt x="28287" y="42352"/>
                    <a:pt x="28187" y="42518"/>
                    <a:pt x="28120" y="42652"/>
                  </a:cubicBezTo>
                  <a:cubicBezTo>
                    <a:pt x="28020" y="42819"/>
                    <a:pt x="27953" y="42952"/>
                    <a:pt x="27820" y="43052"/>
                  </a:cubicBezTo>
                  <a:cubicBezTo>
                    <a:pt x="27753" y="43185"/>
                    <a:pt x="27586" y="43286"/>
                    <a:pt x="27453" y="43386"/>
                  </a:cubicBezTo>
                  <a:cubicBezTo>
                    <a:pt x="27320" y="43519"/>
                    <a:pt x="27186" y="43652"/>
                    <a:pt x="27019" y="43719"/>
                  </a:cubicBezTo>
                  <a:cubicBezTo>
                    <a:pt x="26546" y="44104"/>
                    <a:pt x="25968" y="44331"/>
                    <a:pt x="25378" y="44331"/>
                  </a:cubicBezTo>
                  <a:cubicBezTo>
                    <a:pt x="25303" y="44331"/>
                    <a:pt x="25227" y="44327"/>
                    <a:pt x="25151" y="44320"/>
                  </a:cubicBezTo>
                  <a:cubicBezTo>
                    <a:pt x="24484" y="44220"/>
                    <a:pt x="23850" y="43786"/>
                    <a:pt x="23283" y="43352"/>
                  </a:cubicBezTo>
                  <a:cubicBezTo>
                    <a:pt x="22650" y="42952"/>
                    <a:pt x="22083" y="42452"/>
                    <a:pt x="21315" y="42151"/>
                  </a:cubicBezTo>
                  <a:cubicBezTo>
                    <a:pt x="20581" y="41851"/>
                    <a:pt x="19814" y="41651"/>
                    <a:pt x="19014" y="41618"/>
                  </a:cubicBezTo>
                  <a:cubicBezTo>
                    <a:pt x="18902" y="41608"/>
                    <a:pt x="18789" y="41603"/>
                    <a:pt x="18676" y="41603"/>
                  </a:cubicBezTo>
                  <a:cubicBezTo>
                    <a:pt x="18014" y="41603"/>
                    <a:pt x="17334" y="41766"/>
                    <a:pt x="16679" y="42051"/>
                  </a:cubicBezTo>
                  <a:cubicBezTo>
                    <a:pt x="15945" y="42452"/>
                    <a:pt x="15311" y="42952"/>
                    <a:pt x="14777" y="43519"/>
                  </a:cubicBezTo>
                  <a:cubicBezTo>
                    <a:pt x="14244" y="44119"/>
                    <a:pt x="13777" y="44720"/>
                    <a:pt x="13276" y="45320"/>
                  </a:cubicBezTo>
                  <a:cubicBezTo>
                    <a:pt x="12776" y="45954"/>
                    <a:pt x="12276" y="46521"/>
                    <a:pt x="11675" y="46988"/>
                  </a:cubicBezTo>
                  <a:cubicBezTo>
                    <a:pt x="11108" y="47455"/>
                    <a:pt x="10441" y="47789"/>
                    <a:pt x="9674" y="47855"/>
                  </a:cubicBezTo>
                  <a:cubicBezTo>
                    <a:pt x="9507" y="47889"/>
                    <a:pt x="9340" y="47889"/>
                    <a:pt x="9140" y="47889"/>
                  </a:cubicBezTo>
                  <a:cubicBezTo>
                    <a:pt x="8940" y="47889"/>
                    <a:pt x="8773" y="47889"/>
                    <a:pt x="8573" y="47855"/>
                  </a:cubicBezTo>
                  <a:cubicBezTo>
                    <a:pt x="8173" y="47822"/>
                    <a:pt x="7772" y="47722"/>
                    <a:pt x="7339" y="47722"/>
                  </a:cubicBezTo>
                  <a:cubicBezTo>
                    <a:pt x="7243" y="47718"/>
                    <a:pt x="7146" y="47716"/>
                    <a:pt x="7048" y="47716"/>
                  </a:cubicBezTo>
                  <a:cubicBezTo>
                    <a:pt x="6364" y="47716"/>
                    <a:pt x="5637" y="47818"/>
                    <a:pt x="4937" y="48022"/>
                  </a:cubicBezTo>
                  <a:cubicBezTo>
                    <a:pt x="3336" y="48489"/>
                    <a:pt x="1968" y="49557"/>
                    <a:pt x="1134" y="50991"/>
                  </a:cubicBezTo>
                  <a:cubicBezTo>
                    <a:pt x="300" y="52392"/>
                    <a:pt x="0" y="54127"/>
                    <a:pt x="334" y="55728"/>
                  </a:cubicBezTo>
                  <a:cubicBezTo>
                    <a:pt x="667" y="57362"/>
                    <a:pt x="1635" y="58830"/>
                    <a:pt x="2936" y="59831"/>
                  </a:cubicBezTo>
                  <a:cubicBezTo>
                    <a:pt x="4236" y="60831"/>
                    <a:pt x="5671" y="61532"/>
                    <a:pt x="7139" y="62132"/>
                  </a:cubicBezTo>
                  <a:cubicBezTo>
                    <a:pt x="8606" y="62699"/>
                    <a:pt x="10141" y="63133"/>
                    <a:pt x="11642" y="63533"/>
                  </a:cubicBezTo>
                  <a:cubicBezTo>
                    <a:pt x="14644" y="64367"/>
                    <a:pt x="17646" y="65134"/>
                    <a:pt x="20315" y="66469"/>
                  </a:cubicBezTo>
                  <a:cubicBezTo>
                    <a:pt x="20682" y="66569"/>
                    <a:pt x="21015" y="66736"/>
                    <a:pt x="21349" y="66902"/>
                  </a:cubicBezTo>
                  <a:lnTo>
                    <a:pt x="21849" y="67169"/>
                  </a:lnTo>
                  <a:lnTo>
                    <a:pt x="22416" y="67369"/>
                  </a:lnTo>
                  <a:cubicBezTo>
                    <a:pt x="23117" y="67636"/>
                    <a:pt x="23817" y="67903"/>
                    <a:pt x="24518" y="68070"/>
                  </a:cubicBezTo>
                  <a:cubicBezTo>
                    <a:pt x="24918" y="68203"/>
                    <a:pt x="25251" y="68303"/>
                    <a:pt x="25618" y="68370"/>
                  </a:cubicBezTo>
                  <a:cubicBezTo>
                    <a:pt x="25985" y="68403"/>
                    <a:pt x="26319" y="68504"/>
                    <a:pt x="26686" y="68537"/>
                  </a:cubicBezTo>
                  <a:cubicBezTo>
                    <a:pt x="27420" y="68670"/>
                    <a:pt x="28154" y="68670"/>
                    <a:pt x="28854" y="68737"/>
                  </a:cubicBezTo>
                  <a:cubicBezTo>
                    <a:pt x="29099" y="68759"/>
                    <a:pt x="29340" y="68767"/>
                    <a:pt x="29578" y="68767"/>
                  </a:cubicBezTo>
                  <a:cubicBezTo>
                    <a:pt x="30055" y="68767"/>
                    <a:pt x="30522" y="68737"/>
                    <a:pt x="30989" y="68737"/>
                  </a:cubicBezTo>
                  <a:cubicBezTo>
                    <a:pt x="31689" y="68704"/>
                    <a:pt x="32390" y="68670"/>
                    <a:pt x="33090" y="68570"/>
                  </a:cubicBezTo>
                  <a:cubicBezTo>
                    <a:pt x="34458" y="68370"/>
                    <a:pt x="35792" y="68170"/>
                    <a:pt x="37127" y="68137"/>
                  </a:cubicBezTo>
                  <a:cubicBezTo>
                    <a:pt x="37422" y="68114"/>
                    <a:pt x="37715" y="68104"/>
                    <a:pt x="38007" y="68104"/>
                  </a:cubicBezTo>
                  <a:cubicBezTo>
                    <a:pt x="39032" y="68104"/>
                    <a:pt x="40028" y="68236"/>
                    <a:pt x="40963" y="68470"/>
                  </a:cubicBezTo>
                  <a:cubicBezTo>
                    <a:pt x="42197" y="68737"/>
                    <a:pt x="43331" y="69204"/>
                    <a:pt x="44465" y="69671"/>
                  </a:cubicBezTo>
                  <a:cubicBezTo>
                    <a:pt x="45599" y="70171"/>
                    <a:pt x="46667" y="70638"/>
                    <a:pt x="47768" y="71005"/>
                  </a:cubicBezTo>
                  <a:cubicBezTo>
                    <a:pt x="48301" y="71172"/>
                    <a:pt x="48802" y="71372"/>
                    <a:pt x="49335" y="71539"/>
                  </a:cubicBezTo>
                  <a:cubicBezTo>
                    <a:pt x="49836" y="71706"/>
                    <a:pt x="50369" y="71839"/>
                    <a:pt x="50936" y="71906"/>
                  </a:cubicBezTo>
                  <a:cubicBezTo>
                    <a:pt x="53038" y="72306"/>
                    <a:pt x="55039" y="72206"/>
                    <a:pt x="56841" y="72240"/>
                  </a:cubicBezTo>
                  <a:cubicBezTo>
                    <a:pt x="58642" y="72306"/>
                    <a:pt x="60276" y="72373"/>
                    <a:pt x="61544" y="72973"/>
                  </a:cubicBezTo>
                  <a:cubicBezTo>
                    <a:pt x="62812" y="73507"/>
                    <a:pt x="63612" y="74508"/>
                    <a:pt x="63979" y="75375"/>
                  </a:cubicBezTo>
                  <a:cubicBezTo>
                    <a:pt x="64379" y="76242"/>
                    <a:pt x="64513" y="77010"/>
                    <a:pt x="64613" y="77510"/>
                  </a:cubicBezTo>
                  <a:cubicBezTo>
                    <a:pt x="64646" y="77744"/>
                    <a:pt x="64680" y="77977"/>
                    <a:pt x="64680" y="78077"/>
                  </a:cubicBezTo>
                  <a:lnTo>
                    <a:pt x="64680" y="78311"/>
                  </a:lnTo>
                  <a:cubicBezTo>
                    <a:pt x="64713" y="78577"/>
                    <a:pt x="64780" y="78844"/>
                    <a:pt x="64780" y="79044"/>
                  </a:cubicBezTo>
                  <a:cubicBezTo>
                    <a:pt x="64780" y="79245"/>
                    <a:pt x="64813" y="79411"/>
                    <a:pt x="64813" y="79578"/>
                  </a:cubicBezTo>
                  <a:cubicBezTo>
                    <a:pt x="64813" y="79878"/>
                    <a:pt x="64846" y="80045"/>
                    <a:pt x="64880" y="80045"/>
                  </a:cubicBezTo>
                  <a:cubicBezTo>
                    <a:pt x="64946" y="80045"/>
                    <a:pt x="64980" y="79912"/>
                    <a:pt x="64980" y="79645"/>
                  </a:cubicBezTo>
                  <a:lnTo>
                    <a:pt x="64980" y="79078"/>
                  </a:lnTo>
                  <a:cubicBezTo>
                    <a:pt x="64980" y="78878"/>
                    <a:pt x="64980" y="78577"/>
                    <a:pt x="64946" y="78311"/>
                  </a:cubicBezTo>
                  <a:lnTo>
                    <a:pt x="64946" y="78077"/>
                  </a:lnTo>
                  <a:cubicBezTo>
                    <a:pt x="64946" y="77977"/>
                    <a:pt x="64880" y="77777"/>
                    <a:pt x="64846" y="77510"/>
                  </a:cubicBezTo>
                  <a:cubicBezTo>
                    <a:pt x="64780" y="77010"/>
                    <a:pt x="64646" y="76209"/>
                    <a:pt x="64213" y="75308"/>
                  </a:cubicBezTo>
                  <a:cubicBezTo>
                    <a:pt x="63812" y="74374"/>
                    <a:pt x="62978" y="73307"/>
                    <a:pt x="61644" y="72707"/>
                  </a:cubicBezTo>
                  <a:cubicBezTo>
                    <a:pt x="60310" y="72139"/>
                    <a:pt x="58642" y="72006"/>
                    <a:pt x="56841" y="71973"/>
                  </a:cubicBezTo>
                  <a:cubicBezTo>
                    <a:pt x="55039" y="71906"/>
                    <a:pt x="53038" y="72006"/>
                    <a:pt x="50970" y="71639"/>
                  </a:cubicBezTo>
                  <a:cubicBezTo>
                    <a:pt x="50469" y="71539"/>
                    <a:pt x="49936" y="71406"/>
                    <a:pt x="49435" y="71239"/>
                  </a:cubicBezTo>
                  <a:cubicBezTo>
                    <a:pt x="48868" y="71072"/>
                    <a:pt x="48368" y="70905"/>
                    <a:pt x="47834" y="70705"/>
                  </a:cubicBezTo>
                  <a:cubicBezTo>
                    <a:pt x="46800" y="70305"/>
                    <a:pt x="45699" y="69838"/>
                    <a:pt x="44599" y="69371"/>
                  </a:cubicBezTo>
                  <a:cubicBezTo>
                    <a:pt x="43464" y="68904"/>
                    <a:pt x="42297" y="68403"/>
                    <a:pt x="41029" y="68137"/>
                  </a:cubicBezTo>
                  <a:cubicBezTo>
                    <a:pt x="40033" y="67867"/>
                    <a:pt x="38971" y="67750"/>
                    <a:pt x="37897" y="67750"/>
                  </a:cubicBezTo>
                  <a:cubicBezTo>
                    <a:pt x="37641" y="67750"/>
                    <a:pt x="37384" y="67757"/>
                    <a:pt x="37127" y="67770"/>
                  </a:cubicBezTo>
                  <a:cubicBezTo>
                    <a:pt x="35759" y="67803"/>
                    <a:pt x="34425" y="68003"/>
                    <a:pt x="33024" y="68170"/>
                  </a:cubicBezTo>
                  <a:cubicBezTo>
                    <a:pt x="32323" y="68270"/>
                    <a:pt x="31656" y="68303"/>
                    <a:pt x="30956" y="68337"/>
                  </a:cubicBezTo>
                  <a:cubicBezTo>
                    <a:pt x="30489" y="68337"/>
                    <a:pt x="30007" y="68352"/>
                    <a:pt x="29530" y="68352"/>
                  </a:cubicBezTo>
                  <a:cubicBezTo>
                    <a:pt x="29291" y="68352"/>
                    <a:pt x="29054" y="68348"/>
                    <a:pt x="28821" y="68337"/>
                  </a:cubicBezTo>
                  <a:cubicBezTo>
                    <a:pt x="25985" y="68203"/>
                    <a:pt x="23117" y="67436"/>
                    <a:pt x="20448" y="66102"/>
                  </a:cubicBezTo>
                  <a:cubicBezTo>
                    <a:pt x="17746" y="64701"/>
                    <a:pt x="14677" y="63967"/>
                    <a:pt x="11675" y="63133"/>
                  </a:cubicBezTo>
                  <a:cubicBezTo>
                    <a:pt x="10174" y="62699"/>
                    <a:pt x="8673" y="62299"/>
                    <a:pt x="7239" y="61699"/>
                  </a:cubicBezTo>
                  <a:cubicBezTo>
                    <a:pt x="5771" y="61132"/>
                    <a:pt x="4337" y="60464"/>
                    <a:pt x="3136" y="59464"/>
                  </a:cubicBezTo>
                  <a:cubicBezTo>
                    <a:pt x="1935" y="58496"/>
                    <a:pt x="1001" y="57129"/>
                    <a:pt x="734" y="55628"/>
                  </a:cubicBezTo>
                  <a:cubicBezTo>
                    <a:pt x="400" y="54127"/>
                    <a:pt x="667" y="52492"/>
                    <a:pt x="1468" y="51158"/>
                  </a:cubicBezTo>
                  <a:cubicBezTo>
                    <a:pt x="2235" y="49824"/>
                    <a:pt x="3569" y="48823"/>
                    <a:pt x="5004" y="48423"/>
                  </a:cubicBezTo>
                  <a:cubicBezTo>
                    <a:pt x="5649" y="48226"/>
                    <a:pt x="6319" y="48148"/>
                    <a:pt x="6952" y="48148"/>
                  </a:cubicBezTo>
                  <a:cubicBezTo>
                    <a:pt x="7071" y="48148"/>
                    <a:pt x="7189" y="48150"/>
                    <a:pt x="7305" y="48156"/>
                  </a:cubicBezTo>
                  <a:cubicBezTo>
                    <a:pt x="7739" y="48156"/>
                    <a:pt x="8073" y="48256"/>
                    <a:pt x="8473" y="48289"/>
                  </a:cubicBezTo>
                  <a:cubicBezTo>
                    <a:pt x="8673" y="48322"/>
                    <a:pt x="8906" y="48322"/>
                    <a:pt x="9107" y="48322"/>
                  </a:cubicBezTo>
                  <a:cubicBezTo>
                    <a:pt x="9307" y="48322"/>
                    <a:pt x="9507" y="48322"/>
                    <a:pt x="9740" y="48289"/>
                  </a:cubicBezTo>
                  <a:cubicBezTo>
                    <a:pt x="10574" y="48156"/>
                    <a:pt x="11342" y="47789"/>
                    <a:pt x="11975" y="47288"/>
                  </a:cubicBezTo>
                  <a:cubicBezTo>
                    <a:pt x="12609" y="46788"/>
                    <a:pt x="13143" y="46188"/>
                    <a:pt x="13643" y="45587"/>
                  </a:cubicBezTo>
                  <a:cubicBezTo>
                    <a:pt x="14611" y="44353"/>
                    <a:pt x="15578" y="43085"/>
                    <a:pt x="16912" y="42452"/>
                  </a:cubicBezTo>
                  <a:cubicBezTo>
                    <a:pt x="17467" y="42202"/>
                    <a:pt x="18044" y="42068"/>
                    <a:pt x="18644" y="42068"/>
                  </a:cubicBezTo>
                  <a:cubicBezTo>
                    <a:pt x="18767" y="42068"/>
                    <a:pt x="18890" y="42073"/>
                    <a:pt x="19014" y="42085"/>
                  </a:cubicBezTo>
                  <a:cubicBezTo>
                    <a:pt x="19748" y="42118"/>
                    <a:pt x="20481" y="42318"/>
                    <a:pt x="21149" y="42585"/>
                  </a:cubicBezTo>
                  <a:cubicBezTo>
                    <a:pt x="21816" y="42852"/>
                    <a:pt x="22416" y="43286"/>
                    <a:pt x="23017" y="43753"/>
                  </a:cubicBezTo>
                  <a:cubicBezTo>
                    <a:pt x="23650" y="44186"/>
                    <a:pt x="24284" y="44653"/>
                    <a:pt x="25118" y="44787"/>
                  </a:cubicBezTo>
                  <a:cubicBezTo>
                    <a:pt x="25225" y="44804"/>
                    <a:pt x="25335" y="44813"/>
                    <a:pt x="25445" y="44813"/>
                  </a:cubicBezTo>
                  <a:cubicBezTo>
                    <a:pt x="25746" y="44813"/>
                    <a:pt x="26050" y="44751"/>
                    <a:pt x="26319" y="44653"/>
                  </a:cubicBezTo>
                  <a:cubicBezTo>
                    <a:pt x="26519" y="44553"/>
                    <a:pt x="26686" y="44486"/>
                    <a:pt x="26853" y="44420"/>
                  </a:cubicBezTo>
                  <a:cubicBezTo>
                    <a:pt x="27019" y="44320"/>
                    <a:pt x="27186" y="44186"/>
                    <a:pt x="27353" y="44119"/>
                  </a:cubicBezTo>
                  <a:cubicBezTo>
                    <a:pt x="27520" y="44019"/>
                    <a:pt x="27653" y="43919"/>
                    <a:pt x="27820" y="43786"/>
                  </a:cubicBezTo>
                  <a:cubicBezTo>
                    <a:pt x="27953" y="43686"/>
                    <a:pt x="28120" y="43586"/>
                    <a:pt x="28254" y="43419"/>
                  </a:cubicBezTo>
                  <a:cubicBezTo>
                    <a:pt x="28354" y="43286"/>
                    <a:pt x="28487" y="43119"/>
                    <a:pt x="28587" y="42952"/>
                  </a:cubicBezTo>
                  <a:cubicBezTo>
                    <a:pt x="28687" y="42785"/>
                    <a:pt x="28787" y="42618"/>
                    <a:pt x="28854" y="42452"/>
                  </a:cubicBezTo>
                  <a:cubicBezTo>
                    <a:pt x="29521" y="41084"/>
                    <a:pt x="29688" y="39650"/>
                    <a:pt x="30088" y="38315"/>
                  </a:cubicBezTo>
                  <a:cubicBezTo>
                    <a:pt x="30288" y="37648"/>
                    <a:pt x="30489" y="37014"/>
                    <a:pt x="30789" y="36414"/>
                  </a:cubicBezTo>
                  <a:lnTo>
                    <a:pt x="31022" y="35947"/>
                  </a:lnTo>
                  <a:lnTo>
                    <a:pt x="31356" y="35513"/>
                  </a:lnTo>
                  <a:cubicBezTo>
                    <a:pt x="31589" y="35280"/>
                    <a:pt x="31789" y="34980"/>
                    <a:pt x="32023" y="34746"/>
                  </a:cubicBezTo>
                  <a:cubicBezTo>
                    <a:pt x="32957" y="33679"/>
                    <a:pt x="34158" y="32811"/>
                    <a:pt x="35592" y="32578"/>
                  </a:cubicBezTo>
                  <a:cubicBezTo>
                    <a:pt x="35792" y="32578"/>
                    <a:pt x="35959" y="32511"/>
                    <a:pt x="36126" y="32478"/>
                  </a:cubicBezTo>
                  <a:lnTo>
                    <a:pt x="36660" y="32444"/>
                  </a:lnTo>
                  <a:lnTo>
                    <a:pt x="36926" y="32444"/>
                  </a:lnTo>
                  <a:lnTo>
                    <a:pt x="37160" y="32478"/>
                  </a:lnTo>
                  <a:lnTo>
                    <a:pt x="37727" y="32511"/>
                  </a:lnTo>
                  <a:cubicBezTo>
                    <a:pt x="38461" y="32611"/>
                    <a:pt x="39161" y="32778"/>
                    <a:pt x="39895" y="33011"/>
                  </a:cubicBezTo>
                  <a:cubicBezTo>
                    <a:pt x="41330" y="33478"/>
                    <a:pt x="42764" y="34079"/>
                    <a:pt x="44198" y="34513"/>
                  </a:cubicBezTo>
                  <a:cubicBezTo>
                    <a:pt x="44966" y="34746"/>
                    <a:pt x="45733" y="34980"/>
                    <a:pt x="46500" y="35113"/>
                  </a:cubicBezTo>
                  <a:cubicBezTo>
                    <a:pt x="46878" y="35176"/>
                    <a:pt x="47263" y="35209"/>
                    <a:pt x="47649" y="35209"/>
                  </a:cubicBezTo>
                  <a:cubicBezTo>
                    <a:pt x="48081" y="35209"/>
                    <a:pt x="48512" y="35168"/>
                    <a:pt x="48935" y="35080"/>
                  </a:cubicBezTo>
                  <a:cubicBezTo>
                    <a:pt x="49702" y="34913"/>
                    <a:pt x="50469" y="34479"/>
                    <a:pt x="51103" y="33945"/>
                  </a:cubicBezTo>
                  <a:cubicBezTo>
                    <a:pt x="51670" y="33412"/>
                    <a:pt x="52171" y="32778"/>
                    <a:pt x="52604" y="32077"/>
                  </a:cubicBezTo>
                  <a:cubicBezTo>
                    <a:pt x="53438" y="30676"/>
                    <a:pt x="54005" y="29175"/>
                    <a:pt x="54672" y="27774"/>
                  </a:cubicBezTo>
                  <a:cubicBezTo>
                    <a:pt x="55006" y="27007"/>
                    <a:pt x="55406" y="26340"/>
                    <a:pt x="55773" y="25640"/>
                  </a:cubicBezTo>
                  <a:cubicBezTo>
                    <a:pt x="56174" y="24972"/>
                    <a:pt x="56641" y="24305"/>
                    <a:pt x="57141" y="23705"/>
                  </a:cubicBezTo>
                  <a:cubicBezTo>
                    <a:pt x="58142" y="22571"/>
                    <a:pt x="59443" y="21603"/>
                    <a:pt x="60810" y="20836"/>
                  </a:cubicBezTo>
                  <a:cubicBezTo>
                    <a:pt x="62245" y="20036"/>
                    <a:pt x="63679" y="19435"/>
                    <a:pt x="65113" y="18701"/>
                  </a:cubicBezTo>
                  <a:cubicBezTo>
                    <a:pt x="66581" y="18001"/>
                    <a:pt x="67949" y="17234"/>
                    <a:pt x="69250" y="16266"/>
                  </a:cubicBezTo>
                  <a:cubicBezTo>
                    <a:pt x="70517" y="15299"/>
                    <a:pt x="71618" y="14198"/>
                    <a:pt x="72819" y="13231"/>
                  </a:cubicBezTo>
                  <a:cubicBezTo>
                    <a:pt x="73986" y="12197"/>
                    <a:pt x="75254" y="11296"/>
                    <a:pt x="76588" y="10595"/>
                  </a:cubicBezTo>
                  <a:cubicBezTo>
                    <a:pt x="77255" y="10229"/>
                    <a:pt x="77956" y="9928"/>
                    <a:pt x="78656" y="9661"/>
                  </a:cubicBezTo>
                  <a:cubicBezTo>
                    <a:pt x="79357" y="9461"/>
                    <a:pt x="80091" y="9295"/>
                    <a:pt x="80824" y="9194"/>
                  </a:cubicBezTo>
                  <a:cubicBezTo>
                    <a:pt x="81191" y="9161"/>
                    <a:pt x="81592" y="9128"/>
                    <a:pt x="81959" y="9128"/>
                  </a:cubicBezTo>
                  <a:cubicBezTo>
                    <a:pt x="82326" y="9094"/>
                    <a:pt x="82692" y="9094"/>
                    <a:pt x="83093" y="9061"/>
                  </a:cubicBezTo>
                  <a:cubicBezTo>
                    <a:pt x="83827" y="8994"/>
                    <a:pt x="84527" y="8928"/>
                    <a:pt x="85294" y="8828"/>
                  </a:cubicBezTo>
                  <a:cubicBezTo>
                    <a:pt x="86762" y="8627"/>
                    <a:pt x="88196" y="8294"/>
                    <a:pt x="89531" y="7727"/>
                  </a:cubicBezTo>
                  <a:cubicBezTo>
                    <a:pt x="92199" y="6459"/>
                    <a:pt x="94267" y="4524"/>
                    <a:pt x="96536" y="3190"/>
                  </a:cubicBezTo>
                  <a:cubicBezTo>
                    <a:pt x="97670" y="2490"/>
                    <a:pt x="98837" y="1923"/>
                    <a:pt x="100005" y="1456"/>
                  </a:cubicBezTo>
                  <a:cubicBezTo>
                    <a:pt x="101172" y="989"/>
                    <a:pt x="102340" y="655"/>
                    <a:pt x="103541" y="555"/>
                  </a:cubicBezTo>
                  <a:cubicBezTo>
                    <a:pt x="104092" y="492"/>
                    <a:pt x="104643" y="459"/>
                    <a:pt x="105191" y="459"/>
                  </a:cubicBezTo>
                  <a:cubicBezTo>
                    <a:pt x="105803" y="459"/>
                    <a:pt x="106411" y="500"/>
                    <a:pt x="107010" y="588"/>
                  </a:cubicBezTo>
                  <a:cubicBezTo>
                    <a:pt x="107544" y="622"/>
                    <a:pt x="108111" y="788"/>
                    <a:pt x="108644" y="922"/>
                  </a:cubicBezTo>
                  <a:cubicBezTo>
                    <a:pt x="109178" y="1089"/>
                    <a:pt x="109678" y="1255"/>
                    <a:pt x="110179" y="1422"/>
                  </a:cubicBezTo>
                  <a:cubicBezTo>
                    <a:pt x="112180" y="2156"/>
                    <a:pt x="113848" y="3157"/>
                    <a:pt x="115383" y="4124"/>
                  </a:cubicBezTo>
                  <a:cubicBezTo>
                    <a:pt x="118518" y="5925"/>
                    <a:pt x="121487" y="6493"/>
                    <a:pt x="123455" y="6626"/>
                  </a:cubicBezTo>
                  <a:cubicBezTo>
                    <a:pt x="123855" y="6679"/>
                    <a:pt x="124213" y="6695"/>
                    <a:pt x="124532" y="6695"/>
                  </a:cubicBezTo>
                  <a:cubicBezTo>
                    <a:pt x="125011" y="6695"/>
                    <a:pt x="125403" y="6659"/>
                    <a:pt x="125723" y="6659"/>
                  </a:cubicBezTo>
                  <a:lnTo>
                    <a:pt x="126324" y="6659"/>
                  </a:lnTo>
                  <a:cubicBezTo>
                    <a:pt x="126457" y="6626"/>
                    <a:pt x="126524" y="6626"/>
                    <a:pt x="126524" y="6626"/>
                  </a:cubicBezTo>
                  <a:cubicBezTo>
                    <a:pt x="128354" y="6391"/>
                    <a:pt x="128729" y="6217"/>
                    <a:pt x="127618" y="6217"/>
                  </a:cubicBezTo>
                  <a:cubicBezTo>
                    <a:pt x="127311" y="6217"/>
                    <a:pt x="126891" y="6230"/>
                    <a:pt x="126357" y="6259"/>
                  </a:cubicBezTo>
                  <a:cubicBezTo>
                    <a:pt x="126357" y="6259"/>
                    <a:pt x="126257" y="6292"/>
                    <a:pt x="126157" y="6292"/>
                  </a:cubicBezTo>
                  <a:lnTo>
                    <a:pt x="125556" y="6292"/>
                  </a:lnTo>
                  <a:cubicBezTo>
                    <a:pt x="125271" y="6292"/>
                    <a:pt x="124908" y="6314"/>
                    <a:pt x="124464" y="6314"/>
                  </a:cubicBezTo>
                  <a:cubicBezTo>
                    <a:pt x="124130" y="6314"/>
                    <a:pt x="123750" y="6302"/>
                    <a:pt x="123322" y="6259"/>
                  </a:cubicBezTo>
                  <a:cubicBezTo>
                    <a:pt x="121387" y="6126"/>
                    <a:pt x="118518" y="5525"/>
                    <a:pt x="115383" y="3757"/>
                  </a:cubicBezTo>
                  <a:cubicBezTo>
                    <a:pt x="113848" y="2823"/>
                    <a:pt x="112147" y="1756"/>
                    <a:pt x="110145" y="989"/>
                  </a:cubicBezTo>
                  <a:cubicBezTo>
                    <a:pt x="109645" y="822"/>
                    <a:pt x="109145" y="655"/>
                    <a:pt x="108578" y="488"/>
                  </a:cubicBezTo>
                  <a:cubicBezTo>
                    <a:pt x="108044" y="355"/>
                    <a:pt x="107510" y="188"/>
                    <a:pt x="106910" y="155"/>
                  </a:cubicBezTo>
                  <a:cubicBezTo>
                    <a:pt x="106334" y="50"/>
                    <a:pt x="105722" y="0"/>
                    <a:pt x="105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00" name="Google Shape;3400;p28"/>
            <p:cNvSpPr/>
            <p:nvPr/>
          </p:nvSpPr>
          <p:spPr>
            <a:xfrm>
              <a:off x="4704375" y="4670050"/>
              <a:ext cx="445325" cy="247475"/>
            </a:xfrm>
            <a:custGeom>
              <a:avLst/>
              <a:gdLst/>
              <a:ahLst/>
              <a:cxnLst/>
              <a:rect l="l" t="t" r="r" b="b"/>
              <a:pathLst>
                <a:path w="17813" h="9899" extrusionOk="0">
                  <a:moveTo>
                    <a:pt x="3546" y="0"/>
                  </a:moveTo>
                  <a:cubicBezTo>
                    <a:pt x="2909" y="0"/>
                    <a:pt x="2293" y="245"/>
                    <a:pt x="1868" y="617"/>
                  </a:cubicBezTo>
                  <a:cubicBezTo>
                    <a:pt x="1268" y="1051"/>
                    <a:pt x="967" y="1651"/>
                    <a:pt x="701" y="2151"/>
                  </a:cubicBezTo>
                  <a:cubicBezTo>
                    <a:pt x="467" y="2685"/>
                    <a:pt x="267" y="3152"/>
                    <a:pt x="200" y="3552"/>
                  </a:cubicBezTo>
                  <a:cubicBezTo>
                    <a:pt x="133" y="3986"/>
                    <a:pt x="67" y="4320"/>
                    <a:pt x="33" y="4520"/>
                  </a:cubicBezTo>
                  <a:cubicBezTo>
                    <a:pt x="0" y="4720"/>
                    <a:pt x="0" y="4853"/>
                    <a:pt x="0" y="4853"/>
                  </a:cubicBezTo>
                  <a:cubicBezTo>
                    <a:pt x="0" y="4995"/>
                    <a:pt x="94" y="5071"/>
                    <a:pt x="187" y="5071"/>
                  </a:cubicBezTo>
                  <a:cubicBezTo>
                    <a:pt x="270" y="5071"/>
                    <a:pt x="351" y="5012"/>
                    <a:pt x="367" y="4887"/>
                  </a:cubicBezTo>
                  <a:cubicBezTo>
                    <a:pt x="367" y="4887"/>
                    <a:pt x="367" y="4787"/>
                    <a:pt x="400" y="4553"/>
                  </a:cubicBezTo>
                  <a:cubicBezTo>
                    <a:pt x="467" y="4353"/>
                    <a:pt x="500" y="4019"/>
                    <a:pt x="634" y="3653"/>
                  </a:cubicBezTo>
                  <a:cubicBezTo>
                    <a:pt x="701" y="3286"/>
                    <a:pt x="867" y="2819"/>
                    <a:pt x="1101" y="2352"/>
                  </a:cubicBezTo>
                  <a:cubicBezTo>
                    <a:pt x="1368" y="1885"/>
                    <a:pt x="1701" y="1384"/>
                    <a:pt x="2168" y="1051"/>
                  </a:cubicBezTo>
                  <a:cubicBezTo>
                    <a:pt x="2526" y="795"/>
                    <a:pt x="2962" y="638"/>
                    <a:pt x="3431" y="638"/>
                  </a:cubicBezTo>
                  <a:cubicBezTo>
                    <a:pt x="3574" y="638"/>
                    <a:pt x="3721" y="652"/>
                    <a:pt x="3869" y="684"/>
                  </a:cubicBezTo>
                  <a:cubicBezTo>
                    <a:pt x="4036" y="717"/>
                    <a:pt x="4170" y="784"/>
                    <a:pt x="4336" y="817"/>
                  </a:cubicBezTo>
                  <a:cubicBezTo>
                    <a:pt x="4470" y="817"/>
                    <a:pt x="4470" y="851"/>
                    <a:pt x="4537" y="884"/>
                  </a:cubicBezTo>
                  <a:cubicBezTo>
                    <a:pt x="4570" y="951"/>
                    <a:pt x="4670" y="984"/>
                    <a:pt x="4703" y="1017"/>
                  </a:cubicBezTo>
                  <a:cubicBezTo>
                    <a:pt x="4904" y="1217"/>
                    <a:pt x="5137" y="1518"/>
                    <a:pt x="5270" y="1818"/>
                  </a:cubicBezTo>
                  <a:cubicBezTo>
                    <a:pt x="5504" y="2118"/>
                    <a:pt x="5671" y="2452"/>
                    <a:pt x="5904" y="2785"/>
                  </a:cubicBezTo>
                  <a:cubicBezTo>
                    <a:pt x="6038" y="2885"/>
                    <a:pt x="6171" y="3052"/>
                    <a:pt x="6371" y="3186"/>
                  </a:cubicBezTo>
                  <a:cubicBezTo>
                    <a:pt x="6471" y="3286"/>
                    <a:pt x="6538" y="3286"/>
                    <a:pt x="6671" y="3352"/>
                  </a:cubicBezTo>
                  <a:cubicBezTo>
                    <a:pt x="6838" y="3386"/>
                    <a:pt x="6872" y="3386"/>
                    <a:pt x="7005" y="3452"/>
                  </a:cubicBezTo>
                  <a:lnTo>
                    <a:pt x="7305" y="3486"/>
                  </a:lnTo>
                  <a:lnTo>
                    <a:pt x="7572" y="3486"/>
                  </a:lnTo>
                  <a:cubicBezTo>
                    <a:pt x="7772" y="3486"/>
                    <a:pt x="7939" y="3452"/>
                    <a:pt x="8173" y="3386"/>
                  </a:cubicBezTo>
                  <a:cubicBezTo>
                    <a:pt x="8339" y="3352"/>
                    <a:pt x="8506" y="3286"/>
                    <a:pt x="8673" y="3186"/>
                  </a:cubicBezTo>
                  <a:cubicBezTo>
                    <a:pt x="8840" y="3152"/>
                    <a:pt x="9006" y="3052"/>
                    <a:pt x="9107" y="2985"/>
                  </a:cubicBezTo>
                  <a:cubicBezTo>
                    <a:pt x="9407" y="2852"/>
                    <a:pt x="9674" y="2719"/>
                    <a:pt x="9940" y="2652"/>
                  </a:cubicBezTo>
                  <a:lnTo>
                    <a:pt x="10174" y="2618"/>
                  </a:lnTo>
                  <a:cubicBezTo>
                    <a:pt x="10241" y="2552"/>
                    <a:pt x="10341" y="2552"/>
                    <a:pt x="10407" y="2552"/>
                  </a:cubicBezTo>
                  <a:lnTo>
                    <a:pt x="10874" y="2552"/>
                  </a:lnTo>
                  <a:cubicBezTo>
                    <a:pt x="11041" y="2552"/>
                    <a:pt x="11175" y="2618"/>
                    <a:pt x="11341" y="2618"/>
                  </a:cubicBezTo>
                  <a:cubicBezTo>
                    <a:pt x="11475" y="2652"/>
                    <a:pt x="11642" y="2685"/>
                    <a:pt x="11742" y="2785"/>
                  </a:cubicBezTo>
                  <a:cubicBezTo>
                    <a:pt x="12042" y="2885"/>
                    <a:pt x="12309" y="3119"/>
                    <a:pt x="12509" y="3352"/>
                  </a:cubicBezTo>
                  <a:cubicBezTo>
                    <a:pt x="12909" y="3853"/>
                    <a:pt x="13209" y="4520"/>
                    <a:pt x="13476" y="5154"/>
                  </a:cubicBezTo>
                  <a:cubicBezTo>
                    <a:pt x="13710" y="5787"/>
                    <a:pt x="13910" y="6455"/>
                    <a:pt x="14143" y="7055"/>
                  </a:cubicBezTo>
                  <a:cubicBezTo>
                    <a:pt x="14344" y="7689"/>
                    <a:pt x="14544" y="8289"/>
                    <a:pt x="14877" y="8790"/>
                  </a:cubicBezTo>
                  <a:cubicBezTo>
                    <a:pt x="15211" y="9223"/>
                    <a:pt x="15645" y="9657"/>
                    <a:pt x="16078" y="9790"/>
                  </a:cubicBezTo>
                  <a:cubicBezTo>
                    <a:pt x="16312" y="9874"/>
                    <a:pt x="16512" y="9899"/>
                    <a:pt x="16687" y="9899"/>
                  </a:cubicBezTo>
                  <a:cubicBezTo>
                    <a:pt x="16862" y="9899"/>
                    <a:pt x="17012" y="9874"/>
                    <a:pt x="17146" y="9857"/>
                  </a:cubicBezTo>
                  <a:cubicBezTo>
                    <a:pt x="17379" y="9824"/>
                    <a:pt x="17513" y="9790"/>
                    <a:pt x="17513" y="9790"/>
                  </a:cubicBezTo>
                  <a:cubicBezTo>
                    <a:pt x="17813" y="9657"/>
                    <a:pt x="17679" y="9357"/>
                    <a:pt x="17446" y="9290"/>
                  </a:cubicBezTo>
                  <a:cubicBezTo>
                    <a:pt x="17446" y="9273"/>
                    <a:pt x="17440" y="9267"/>
                    <a:pt x="17427" y="9267"/>
                  </a:cubicBezTo>
                  <a:cubicBezTo>
                    <a:pt x="17387" y="9267"/>
                    <a:pt x="17287" y="9323"/>
                    <a:pt x="17112" y="9323"/>
                  </a:cubicBezTo>
                  <a:cubicBezTo>
                    <a:pt x="17046" y="9334"/>
                    <a:pt x="16968" y="9342"/>
                    <a:pt x="16881" y="9342"/>
                  </a:cubicBezTo>
                  <a:cubicBezTo>
                    <a:pt x="16708" y="9342"/>
                    <a:pt x="16501" y="9312"/>
                    <a:pt x="16278" y="9223"/>
                  </a:cubicBezTo>
                  <a:cubicBezTo>
                    <a:pt x="15945" y="9123"/>
                    <a:pt x="15645" y="8823"/>
                    <a:pt x="15378" y="8356"/>
                  </a:cubicBezTo>
                  <a:cubicBezTo>
                    <a:pt x="15077" y="7889"/>
                    <a:pt x="14911" y="7355"/>
                    <a:pt x="14711" y="6721"/>
                  </a:cubicBezTo>
                  <a:cubicBezTo>
                    <a:pt x="14544" y="6154"/>
                    <a:pt x="14377" y="5454"/>
                    <a:pt x="14110" y="4787"/>
                  </a:cubicBezTo>
                  <a:cubicBezTo>
                    <a:pt x="13877" y="4120"/>
                    <a:pt x="13576" y="3386"/>
                    <a:pt x="13076" y="2785"/>
                  </a:cubicBezTo>
                  <a:cubicBezTo>
                    <a:pt x="12576" y="2151"/>
                    <a:pt x="11742" y="1718"/>
                    <a:pt x="10941" y="1718"/>
                  </a:cubicBezTo>
                  <a:cubicBezTo>
                    <a:pt x="10841" y="1701"/>
                    <a:pt x="10741" y="1693"/>
                    <a:pt x="10645" y="1693"/>
                  </a:cubicBezTo>
                  <a:cubicBezTo>
                    <a:pt x="10549" y="1693"/>
                    <a:pt x="10458" y="1701"/>
                    <a:pt x="10374" y="1718"/>
                  </a:cubicBezTo>
                  <a:cubicBezTo>
                    <a:pt x="10241" y="1785"/>
                    <a:pt x="10174" y="1785"/>
                    <a:pt x="10074" y="1785"/>
                  </a:cubicBezTo>
                  <a:lnTo>
                    <a:pt x="9807" y="1851"/>
                  </a:lnTo>
                  <a:cubicBezTo>
                    <a:pt x="9440" y="1985"/>
                    <a:pt x="9107" y="2151"/>
                    <a:pt x="8840" y="2285"/>
                  </a:cubicBezTo>
                  <a:cubicBezTo>
                    <a:pt x="8394" y="2547"/>
                    <a:pt x="7969" y="2727"/>
                    <a:pt x="7531" y="2727"/>
                  </a:cubicBezTo>
                  <a:cubicBezTo>
                    <a:pt x="7413" y="2727"/>
                    <a:pt x="7293" y="2714"/>
                    <a:pt x="7172" y="2685"/>
                  </a:cubicBezTo>
                  <a:cubicBezTo>
                    <a:pt x="6671" y="2685"/>
                    <a:pt x="6271" y="2051"/>
                    <a:pt x="5904" y="1451"/>
                  </a:cubicBezTo>
                  <a:cubicBezTo>
                    <a:pt x="5704" y="1151"/>
                    <a:pt x="5504" y="817"/>
                    <a:pt x="5170" y="517"/>
                  </a:cubicBezTo>
                  <a:cubicBezTo>
                    <a:pt x="5104" y="450"/>
                    <a:pt x="5004" y="350"/>
                    <a:pt x="4904" y="317"/>
                  </a:cubicBezTo>
                  <a:cubicBezTo>
                    <a:pt x="4837" y="283"/>
                    <a:pt x="4703" y="183"/>
                    <a:pt x="4603" y="183"/>
                  </a:cubicBezTo>
                  <a:cubicBezTo>
                    <a:pt x="4403" y="150"/>
                    <a:pt x="4236" y="117"/>
                    <a:pt x="4036" y="50"/>
                  </a:cubicBezTo>
                  <a:cubicBezTo>
                    <a:pt x="3873" y="16"/>
                    <a:pt x="3709" y="0"/>
                    <a:pt x="35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01" name="Google Shape;3401;p28"/>
            <p:cNvSpPr/>
            <p:nvPr/>
          </p:nvSpPr>
          <p:spPr>
            <a:xfrm>
              <a:off x="5421850" y="4209600"/>
              <a:ext cx="394975" cy="193250"/>
            </a:xfrm>
            <a:custGeom>
              <a:avLst/>
              <a:gdLst/>
              <a:ahLst/>
              <a:cxnLst/>
              <a:rect l="l" t="t" r="r" b="b"/>
              <a:pathLst>
                <a:path w="15799" h="7730" extrusionOk="0">
                  <a:moveTo>
                    <a:pt x="2764" y="0"/>
                  </a:moveTo>
                  <a:cubicBezTo>
                    <a:pt x="2541" y="0"/>
                    <a:pt x="2325" y="26"/>
                    <a:pt x="2123" y="88"/>
                  </a:cubicBezTo>
                  <a:cubicBezTo>
                    <a:pt x="1656" y="222"/>
                    <a:pt x="1222" y="455"/>
                    <a:pt x="989" y="755"/>
                  </a:cubicBezTo>
                  <a:cubicBezTo>
                    <a:pt x="722" y="1055"/>
                    <a:pt x="555" y="1389"/>
                    <a:pt x="455" y="1623"/>
                  </a:cubicBezTo>
                  <a:cubicBezTo>
                    <a:pt x="322" y="1923"/>
                    <a:pt x="222" y="2123"/>
                    <a:pt x="188" y="2323"/>
                  </a:cubicBezTo>
                  <a:cubicBezTo>
                    <a:pt x="55" y="2757"/>
                    <a:pt x="22" y="2957"/>
                    <a:pt x="22" y="2957"/>
                  </a:cubicBezTo>
                  <a:cubicBezTo>
                    <a:pt x="1" y="3081"/>
                    <a:pt x="133" y="3166"/>
                    <a:pt x="245" y="3166"/>
                  </a:cubicBezTo>
                  <a:cubicBezTo>
                    <a:pt x="314" y="3166"/>
                    <a:pt x="376" y="3133"/>
                    <a:pt x="388" y="3057"/>
                  </a:cubicBezTo>
                  <a:cubicBezTo>
                    <a:pt x="388" y="3057"/>
                    <a:pt x="455" y="2823"/>
                    <a:pt x="555" y="2456"/>
                  </a:cubicBezTo>
                  <a:cubicBezTo>
                    <a:pt x="722" y="2090"/>
                    <a:pt x="889" y="1556"/>
                    <a:pt x="1356" y="1089"/>
                  </a:cubicBezTo>
                  <a:cubicBezTo>
                    <a:pt x="1556" y="822"/>
                    <a:pt x="1856" y="655"/>
                    <a:pt x="2223" y="588"/>
                  </a:cubicBezTo>
                  <a:cubicBezTo>
                    <a:pt x="2409" y="542"/>
                    <a:pt x="2595" y="517"/>
                    <a:pt x="2784" y="517"/>
                  </a:cubicBezTo>
                  <a:cubicBezTo>
                    <a:pt x="3002" y="517"/>
                    <a:pt x="3225" y="550"/>
                    <a:pt x="3457" y="622"/>
                  </a:cubicBezTo>
                  <a:lnTo>
                    <a:pt x="3624" y="689"/>
                  </a:lnTo>
                  <a:cubicBezTo>
                    <a:pt x="3624" y="689"/>
                    <a:pt x="3657" y="689"/>
                    <a:pt x="3691" y="722"/>
                  </a:cubicBezTo>
                  <a:cubicBezTo>
                    <a:pt x="3791" y="789"/>
                    <a:pt x="3858" y="855"/>
                    <a:pt x="3958" y="922"/>
                  </a:cubicBezTo>
                  <a:cubicBezTo>
                    <a:pt x="4124" y="1055"/>
                    <a:pt x="4291" y="1256"/>
                    <a:pt x="4458" y="1422"/>
                  </a:cubicBezTo>
                  <a:cubicBezTo>
                    <a:pt x="4792" y="1789"/>
                    <a:pt x="5225" y="2256"/>
                    <a:pt x="5892" y="2390"/>
                  </a:cubicBezTo>
                  <a:lnTo>
                    <a:pt x="5859" y="2390"/>
                  </a:lnTo>
                  <a:cubicBezTo>
                    <a:pt x="5992" y="2423"/>
                    <a:pt x="6193" y="2523"/>
                    <a:pt x="6459" y="2523"/>
                  </a:cubicBezTo>
                  <a:cubicBezTo>
                    <a:pt x="6693" y="2523"/>
                    <a:pt x="6993" y="2456"/>
                    <a:pt x="7293" y="2356"/>
                  </a:cubicBezTo>
                  <a:cubicBezTo>
                    <a:pt x="7860" y="2123"/>
                    <a:pt x="8361" y="1756"/>
                    <a:pt x="8828" y="1623"/>
                  </a:cubicBezTo>
                  <a:cubicBezTo>
                    <a:pt x="8895" y="1623"/>
                    <a:pt x="8961" y="1589"/>
                    <a:pt x="8995" y="1589"/>
                  </a:cubicBezTo>
                  <a:lnTo>
                    <a:pt x="9128" y="1589"/>
                  </a:lnTo>
                  <a:cubicBezTo>
                    <a:pt x="9228" y="1623"/>
                    <a:pt x="9362" y="1623"/>
                    <a:pt x="9495" y="1689"/>
                  </a:cubicBezTo>
                  <a:cubicBezTo>
                    <a:pt x="9728" y="1756"/>
                    <a:pt x="9995" y="1789"/>
                    <a:pt x="10129" y="1956"/>
                  </a:cubicBezTo>
                  <a:cubicBezTo>
                    <a:pt x="10462" y="2223"/>
                    <a:pt x="10396" y="2790"/>
                    <a:pt x="10362" y="3424"/>
                  </a:cubicBezTo>
                  <a:cubicBezTo>
                    <a:pt x="10362" y="3724"/>
                    <a:pt x="10362" y="4058"/>
                    <a:pt x="10396" y="4391"/>
                  </a:cubicBezTo>
                  <a:cubicBezTo>
                    <a:pt x="10462" y="4725"/>
                    <a:pt x="10529" y="5058"/>
                    <a:pt x="10696" y="5359"/>
                  </a:cubicBezTo>
                  <a:cubicBezTo>
                    <a:pt x="11029" y="5926"/>
                    <a:pt x="11463" y="6359"/>
                    <a:pt x="11897" y="6726"/>
                  </a:cubicBezTo>
                  <a:cubicBezTo>
                    <a:pt x="12667" y="7325"/>
                    <a:pt x="13511" y="7729"/>
                    <a:pt x="14219" y="7729"/>
                  </a:cubicBezTo>
                  <a:cubicBezTo>
                    <a:pt x="14338" y="7729"/>
                    <a:pt x="14454" y="7718"/>
                    <a:pt x="14565" y="7694"/>
                  </a:cubicBezTo>
                  <a:cubicBezTo>
                    <a:pt x="14799" y="7694"/>
                    <a:pt x="14932" y="7593"/>
                    <a:pt x="15066" y="7560"/>
                  </a:cubicBezTo>
                  <a:cubicBezTo>
                    <a:pt x="15199" y="7460"/>
                    <a:pt x="15332" y="7393"/>
                    <a:pt x="15399" y="7360"/>
                  </a:cubicBezTo>
                  <a:cubicBezTo>
                    <a:pt x="15566" y="7227"/>
                    <a:pt x="15666" y="7126"/>
                    <a:pt x="15666" y="7126"/>
                  </a:cubicBezTo>
                  <a:cubicBezTo>
                    <a:pt x="15798" y="6968"/>
                    <a:pt x="15658" y="6830"/>
                    <a:pt x="15477" y="6830"/>
                  </a:cubicBezTo>
                  <a:cubicBezTo>
                    <a:pt x="15430" y="6830"/>
                    <a:pt x="15381" y="6839"/>
                    <a:pt x="15332" y="6860"/>
                  </a:cubicBezTo>
                  <a:cubicBezTo>
                    <a:pt x="15332" y="6860"/>
                    <a:pt x="15066" y="7193"/>
                    <a:pt x="14465" y="7260"/>
                  </a:cubicBezTo>
                  <a:cubicBezTo>
                    <a:pt x="14400" y="7270"/>
                    <a:pt x="14333" y="7275"/>
                    <a:pt x="14263" y="7275"/>
                  </a:cubicBezTo>
                  <a:cubicBezTo>
                    <a:pt x="13654" y="7275"/>
                    <a:pt x="12882" y="6891"/>
                    <a:pt x="12164" y="6293"/>
                  </a:cubicBezTo>
                  <a:cubicBezTo>
                    <a:pt x="11797" y="5926"/>
                    <a:pt x="11396" y="5525"/>
                    <a:pt x="11163" y="5058"/>
                  </a:cubicBezTo>
                  <a:cubicBezTo>
                    <a:pt x="10896" y="4625"/>
                    <a:pt x="10896" y="4058"/>
                    <a:pt x="10963" y="3457"/>
                  </a:cubicBezTo>
                  <a:cubicBezTo>
                    <a:pt x="10996" y="3190"/>
                    <a:pt x="11029" y="2823"/>
                    <a:pt x="10996" y="2490"/>
                  </a:cubicBezTo>
                  <a:cubicBezTo>
                    <a:pt x="10996" y="2156"/>
                    <a:pt x="10863" y="1756"/>
                    <a:pt x="10562" y="1456"/>
                  </a:cubicBezTo>
                  <a:cubicBezTo>
                    <a:pt x="10296" y="1156"/>
                    <a:pt x="9962" y="1089"/>
                    <a:pt x="9662" y="955"/>
                  </a:cubicBezTo>
                  <a:cubicBezTo>
                    <a:pt x="9495" y="955"/>
                    <a:pt x="9362" y="922"/>
                    <a:pt x="9195" y="889"/>
                  </a:cubicBezTo>
                  <a:lnTo>
                    <a:pt x="8895" y="889"/>
                  </a:lnTo>
                  <a:cubicBezTo>
                    <a:pt x="8828" y="889"/>
                    <a:pt x="8728" y="922"/>
                    <a:pt x="8661" y="922"/>
                  </a:cubicBezTo>
                  <a:cubicBezTo>
                    <a:pt x="7994" y="1122"/>
                    <a:pt x="7527" y="1522"/>
                    <a:pt x="7060" y="1689"/>
                  </a:cubicBezTo>
                  <a:cubicBezTo>
                    <a:pt x="6873" y="1783"/>
                    <a:pt x="6694" y="1811"/>
                    <a:pt x="6539" y="1811"/>
                  </a:cubicBezTo>
                  <a:cubicBezTo>
                    <a:pt x="6361" y="1811"/>
                    <a:pt x="6215" y="1774"/>
                    <a:pt x="6126" y="1756"/>
                  </a:cubicBezTo>
                  <a:lnTo>
                    <a:pt x="6059" y="1756"/>
                  </a:lnTo>
                  <a:cubicBezTo>
                    <a:pt x="5626" y="1689"/>
                    <a:pt x="5292" y="1389"/>
                    <a:pt x="4892" y="1022"/>
                  </a:cubicBezTo>
                  <a:cubicBezTo>
                    <a:pt x="4725" y="822"/>
                    <a:pt x="4525" y="622"/>
                    <a:pt x="4325" y="455"/>
                  </a:cubicBezTo>
                  <a:cubicBezTo>
                    <a:pt x="4225" y="322"/>
                    <a:pt x="4124" y="288"/>
                    <a:pt x="3991" y="222"/>
                  </a:cubicBezTo>
                  <a:lnTo>
                    <a:pt x="3891" y="155"/>
                  </a:lnTo>
                  <a:cubicBezTo>
                    <a:pt x="3858" y="155"/>
                    <a:pt x="3824" y="121"/>
                    <a:pt x="3791" y="121"/>
                  </a:cubicBezTo>
                  <a:lnTo>
                    <a:pt x="3557" y="88"/>
                  </a:lnTo>
                  <a:cubicBezTo>
                    <a:pt x="3290" y="35"/>
                    <a:pt x="3022" y="0"/>
                    <a:pt x="27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02" name="Google Shape;3402;p28"/>
            <p:cNvSpPr/>
            <p:nvPr/>
          </p:nvSpPr>
          <p:spPr>
            <a:xfrm>
              <a:off x="5409875" y="4757550"/>
              <a:ext cx="420950" cy="194200"/>
            </a:xfrm>
            <a:custGeom>
              <a:avLst/>
              <a:gdLst/>
              <a:ahLst/>
              <a:cxnLst/>
              <a:rect l="l" t="t" r="r" b="b"/>
              <a:pathLst>
                <a:path w="16838" h="7768" extrusionOk="0">
                  <a:moveTo>
                    <a:pt x="2026" y="1"/>
                  </a:moveTo>
                  <a:cubicBezTo>
                    <a:pt x="1861" y="1"/>
                    <a:pt x="1690" y="30"/>
                    <a:pt x="1535" y="119"/>
                  </a:cubicBezTo>
                  <a:cubicBezTo>
                    <a:pt x="1101" y="319"/>
                    <a:pt x="867" y="686"/>
                    <a:pt x="701" y="1020"/>
                  </a:cubicBezTo>
                  <a:cubicBezTo>
                    <a:pt x="534" y="1353"/>
                    <a:pt x="434" y="1687"/>
                    <a:pt x="300" y="2021"/>
                  </a:cubicBezTo>
                  <a:cubicBezTo>
                    <a:pt x="267" y="2121"/>
                    <a:pt x="267" y="2187"/>
                    <a:pt x="200" y="2287"/>
                  </a:cubicBezTo>
                  <a:lnTo>
                    <a:pt x="167" y="2521"/>
                  </a:lnTo>
                  <a:cubicBezTo>
                    <a:pt x="134" y="2688"/>
                    <a:pt x="100" y="2854"/>
                    <a:pt x="100" y="3021"/>
                  </a:cubicBezTo>
                  <a:cubicBezTo>
                    <a:pt x="0" y="4356"/>
                    <a:pt x="200" y="5523"/>
                    <a:pt x="367" y="6324"/>
                  </a:cubicBezTo>
                  <a:cubicBezTo>
                    <a:pt x="534" y="7158"/>
                    <a:pt x="701" y="7625"/>
                    <a:pt x="701" y="7625"/>
                  </a:cubicBezTo>
                  <a:cubicBezTo>
                    <a:pt x="743" y="7722"/>
                    <a:pt x="825" y="7767"/>
                    <a:pt x="905" y="7767"/>
                  </a:cubicBezTo>
                  <a:cubicBezTo>
                    <a:pt x="1016" y="7767"/>
                    <a:pt x="1120" y="7680"/>
                    <a:pt x="1101" y="7524"/>
                  </a:cubicBezTo>
                  <a:cubicBezTo>
                    <a:pt x="1101" y="7524"/>
                    <a:pt x="968" y="7057"/>
                    <a:pt x="834" y="6290"/>
                  </a:cubicBezTo>
                  <a:cubicBezTo>
                    <a:pt x="701" y="5490"/>
                    <a:pt x="534" y="4356"/>
                    <a:pt x="667" y="3121"/>
                  </a:cubicBezTo>
                  <a:cubicBezTo>
                    <a:pt x="667" y="2955"/>
                    <a:pt x="701" y="2821"/>
                    <a:pt x="767" y="2654"/>
                  </a:cubicBezTo>
                  <a:lnTo>
                    <a:pt x="801" y="2454"/>
                  </a:lnTo>
                  <a:cubicBezTo>
                    <a:pt x="834" y="2387"/>
                    <a:pt x="834" y="2321"/>
                    <a:pt x="867" y="2221"/>
                  </a:cubicBezTo>
                  <a:cubicBezTo>
                    <a:pt x="1001" y="1887"/>
                    <a:pt x="1134" y="1620"/>
                    <a:pt x="1301" y="1320"/>
                  </a:cubicBezTo>
                  <a:cubicBezTo>
                    <a:pt x="1468" y="1053"/>
                    <a:pt x="1668" y="786"/>
                    <a:pt x="1868" y="686"/>
                  </a:cubicBezTo>
                  <a:cubicBezTo>
                    <a:pt x="1944" y="643"/>
                    <a:pt x="2016" y="624"/>
                    <a:pt x="2089" y="624"/>
                  </a:cubicBezTo>
                  <a:cubicBezTo>
                    <a:pt x="2241" y="624"/>
                    <a:pt x="2399" y="707"/>
                    <a:pt x="2602" y="820"/>
                  </a:cubicBezTo>
                  <a:cubicBezTo>
                    <a:pt x="3136" y="1153"/>
                    <a:pt x="3636" y="1687"/>
                    <a:pt x="4203" y="2121"/>
                  </a:cubicBezTo>
                  <a:cubicBezTo>
                    <a:pt x="4503" y="2321"/>
                    <a:pt x="4804" y="2521"/>
                    <a:pt x="5137" y="2688"/>
                  </a:cubicBezTo>
                  <a:cubicBezTo>
                    <a:pt x="5304" y="2788"/>
                    <a:pt x="5504" y="2854"/>
                    <a:pt x="5671" y="2888"/>
                  </a:cubicBezTo>
                  <a:cubicBezTo>
                    <a:pt x="5871" y="2955"/>
                    <a:pt x="6038" y="2955"/>
                    <a:pt x="6205" y="2988"/>
                  </a:cubicBezTo>
                  <a:cubicBezTo>
                    <a:pt x="6293" y="2997"/>
                    <a:pt x="6383" y="3001"/>
                    <a:pt x="6475" y="3001"/>
                  </a:cubicBezTo>
                  <a:cubicBezTo>
                    <a:pt x="7074" y="3001"/>
                    <a:pt x="7728" y="2823"/>
                    <a:pt x="8306" y="2621"/>
                  </a:cubicBezTo>
                  <a:cubicBezTo>
                    <a:pt x="8831" y="2385"/>
                    <a:pt x="9315" y="2169"/>
                    <a:pt x="9773" y="2169"/>
                  </a:cubicBezTo>
                  <a:cubicBezTo>
                    <a:pt x="9897" y="2169"/>
                    <a:pt x="10020" y="2185"/>
                    <a:pt x="10141" y="2221"/>
                  </a:cubicBezTo>
                  <a:cubicBezTo>
                    <a:pt x="10674" y="2387"/>
                    <a:pt x="11175" y="2955"/>
                    <a:pt x="11608" y="3455"/>
                  </a:cubicBezTo>
                  <a:cubicBezTo>
                    <a:pt x="12009" y="3955"/>
                    <a:pt x="12342" y="4556"/>
                    <a:pt x="12676" y="5123"/>
                  </a:cubicBezTo>
                  <a:cubicBezTo>
                    <a:pt x="13009" y="5656"/>
                    <a:pt x="13376" y="6190"/>
                    <a:pt x="13877" y="6557"/>
                  </a:cubicBezTo>
                  <a:cubicBezTo>
                    <a:pt x="14260" y="6886"/>
                    <a:pt x="14757" y="6967"/>
                    <a:pt x="15144" y="6967"/>
                  </a:cubicBezTo>
                  <a:cubicBezTo>
                    <a:pt x="15228" y="6967"/>
                    <a:pt x="15306" y="6963"/>
                    <a:pt x="15378" y="6957"/>
                  </a:cubicBezTo>
                  <a:cubicBezTo>
                    <a:pt x="15811" y="6857"/>
                    <a:pt x="16145" y="6724"/>
                    <a:pt x="16345" y="6657"/>
                  </a:cubicBezTo>
                  <a:cubicBezTo>
                    <a:pt x="16545" y="6524"/>
                    <a:pt x="16679" y="6490"/>
                    <a:pt x="16679" y="6490"/>
                  </a:cubicBezTo>
                  <a:cubicBezTo>
                    <a:pt x="16837" y="6385"/>
                    <a:pt x="16807" y="6174"/>
                    <a:pt x="16639" y="6174"/>
                  </a:cubicBezTo>
                  <a:cubicBezTo>
                    <a:pt x="16595" y="6174"/>
                    <a:pt x="16541" y="6189"/>
                    <a:pt x="16479" y="6224"/>
                  </a:cubicBezTo>
                  <a:cubicBezTo>
                    <a:pt x="16479" y="6224"/>
                    <a:pt x="16379" y="6290"/>
                    <a:pt x="16178" y="6357"/>
                  </a:cubicBezTo>
                  <a:cubicBezTo>
                    <a:pt x="15978" y="6390"/>
                    <a:pt x="15678" y="6524"/>
                    <a:pt x="15311" y="6557"/>
                  </a:cubicBezTo>
                  <a:cubicBezTo>
                    <a:pt x="15246" y="6570"/>
                    <a:pt x="15175" y="6577"/>
                    <a:pt x="15101" y="6577"/>
                  </a:cubicBezTo>
                  <a:cubicBezTo>
                    <a:pt x="14798" y="6577"/>
                    <a:pt x="14439" y="6465"/>
                    <a:pt x="14144" y="6224"/>
                  </a:cubicBezTo>
                  <a:cubicBezTo>
                    <a:pt x="13777" y="5957"/>
                    <a:pt x="13443" y="5456"/>
                    <a:pt x="13143" y="4889"/>
                  </a:cubicBezTo>
                  <a:cubicBezTo>
                    <a:pt x="12843" y="4322"/>
                    <a:pt x="12509" y="3688"/>
                    <a:pt x="12109" y="3121"/>
                  </a:cubicBezTo>
                  <a:cubicBezTo>
                    <a:pt x="12009" y="2988"/>
                    <a:pt x="11875" y="2821"/>
                    <a:pt x="11775" y="2688"/>
                  </a:cubicBezTo>
                  <a:cubicBezTo>
                    <a:pt x="11642" y="2521"/>
                    <a:pt x="11475" y="2387"/>
                    <a:pt x="11342" y="2287"/>
                  </a:cubicBezTo>
                  <a:cubicBezTo>
                    <a:pt x="11041" y="2021"/>
                    <a:pt x="10708" y="1787"/>
                    <a:pt x="10308" y="1654"/>
                  </a:cubicBezTo>
                  <a:cubicBezTo>
                    <a:pt x="10106" y="1592"/>
                    <a:pt x="9904" y="1566"/>
                    <a:pt x="9706" y="1566"/>
                  </a:cubicBezTo>
                  <a:cubicBezTo>
                    <a:pt x="9478" y="1566"/>
                    <a:pt x="9254" y="1600"/>
                    <a:pt x="9040" y="1654"/>
                  </a:cubicBezTo>
                  <a:cubicBezTo>
                    <a:pt x="8673" y="1720"/>
                    <a:pt x="8339" y="1854"/>
                    <a:pt x="8006" y="1987"/>
                  </a:cubicBezTo>
                  <a:cubicBezTo>
                    <a:pt x="7437" y="2197"/>
                    <a:pt x="6895" y="2326"/>
                    <a:pt x="6379" y="2326"/>
                  </a:cubicBezTo>
                  <a:cubicBezTo>
                    <a:pt x="6321" y="2326"/>
                    <a:pt x="6263" y="2324"/>
                    <a:pt x="6205" y="2321"/>
                  </a:cubicBezTo>
                  <a:cubicBezTo>
                    <a:pt x="6105" y="2287"/>
                    <a:pt x="5938" y="2287"/>
                    <a:pt x="5804" y="2221"/>
                  </a:cubicBezTo>
                  <a:cubicBezTo>
                    <a:pt x="5638" y="2221"/>
                    <a:pt x="5504" y="2154"/>
                    <a:pt x="5371" y="2121"/>
                  </a:cubicBezTo>
                  <a:cubicBezTo>
                    <a:pt x="5137" y="1987"/>
                    <a:pt x="4837" y="1820"/>
                    <a:pt x="4603" y="1620"/>
                  </a:cubicBezTo>
                  <a:cubicBezTo>
                    <a:pt x="4036" y="1187"/>
                    <a:pt x="3536" y="686"/>
                    <a:pt x="2869" y="286"/>
                  </a:cubicBezTo>
                  <a:cubicBezTo>
                    <a:pt x="2669" y="153"/>
                    <a:pt x="2502" y="52"/>
                    <a:pt x="2268" y="19"/>
                  </a:cubicBezTo>
                  <a:cubicBezTo>
                    <a:pt x="2191" y="8"/>
                    <a:pt x="2109" y="1"/>
                    <a:pt x="20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03" name="Google Shape;3403;p28"/>
            <p:cNvSpPr/>
            <p:nvPr/>
          </p:nvSpPr>
          <p:spPr>
            <a:xfrm>
              <a:off x="4053900" y="4830250"/>
              <a:ext cx="454175" cy="196100"/>
            </a:xfrm>
            <a:custGeom>
              <a:avLst/>
              <a:gdLst/>
              <a:ahLst/>
              <a:cxnLst/>
              <a:rect l="l" t="t" r="r" b="b"/>
              <a:pathLst>
                <a:path w="18167" h="7844" extrusionOk="0">
                  <a:moveTo>
                    <a:pt x="9442" y="1"/>
                  </a:moveTo>
                  <a:cubicBezTo>
                    <a:pt x="9145" y="1"/>
                    <a:pt x="8857" y="38"/>
                    <a:pt x="8607" y="113"/>
                  </a:cubicBezTo>
                  <a:cubicBezTo>
                    <a:pt x="8507" y="147"/>
                    <a:pt x="8373" y="180"/>
                    <a:pt x="8273" y="180"/>
                  </a:cubicBezTo>
                  <a:lnTo>
                    <a:pt x="8340" y="180"/>
                  </a:lnTo>
                  <a:cubicBezTo>
                    <a:pt x="7906" y="280"/>
                    <a:pt x="7573" y="580"/>
                    <a:pt x="7339" y="847"/>
                  </a:cubicBezTo>
                  <a:cubicBezTo>
                    <a:pt x="7072" y="1147"/>
                    <a:pt x="6872" y="1448"/>
                    <a:pt x="6672" y="1648"/>
                  </a:cubicBezTo>
                  <a:cubicBezTo>
                    <a:pt x="6405" y="1848"/>
                    <a:pt x="6205" y="2015"/>
                    <a:pt x="5905" y="2081"/>
                  </a:cubicBezTo>
                  <a:cubicBezTo>
                    <a:pt x="5812" y="2092"/>
                    <a:pt x="5722" y="2099"/>
                    <a:pt x="5636" y="2099"/>
                  </a:cubicBezTo>
                  <a:cubicBezTo>
                    <a:pt x="5443" y="2099"/>
                    <a:pt x="5265" y="2063"/>
                    <a:pt x="5104" y="1948"/>
                  </a:cubicBezTo>
                  <a:cubicBezTo>
                    <a:pt x="4670" y="1648"/>
                    <a:pt x="4437" y="780"/>
                    <a:pt x="3670" y="347"/>
                  </a:cubicBezTo>
                  <a:lnTo>
                    <a:pt x="3536" y="280"/>
                  </a:lnTo>
                  <a:cubicBezTo>
                    <a:pt x="3436" y="247"/>
                    <a:pt x="3403" y="247"/>
                    <a:pt x="3370" y="247"/>
                  </a:cubicBezTo>
                  <a:lnTo>
                    <a:pt x="3103" y="180"/>
                  </a:lnTo>
                  <a:cubicBezTo>
                    <a:pt x="2936" y="113"/>
                    <a:pt x="2736" y="113"/>
                    <a:pt x="2569" y="113"/>
                  </a:cubicBezTo>
                  <a:cubicBezTo>
                    <a:pt x="2402" y="113"/>
                    <a:pt x="2202" y="147"/>
                    <a:pt x="2035" y="147"/>
                  </a:cubicBezTo>
                  <a:cubicBezTo>
                    <a:pt x="1835" y="180"/>
                    <a:pt x="1668" y="247"/>
                    <a:pt x="1502" y="313"/>
                  </a:cubicBezTo>
                  <a:cubicBezTo>
                    <a:pt x="1168" y="480"/>
                    <a:pt x="901" y="747"/>
                    <a:pt x="701" y="981"/>
                  </a:cubicBezTo>
                  <a:cubicBezTo>
                    <a:pt x="601" y="1114"/>
                    <a:pt x="534" y="1281"/>
                    <a:pt x="434" y="1414"/>
                  </a:cubicBezTo>
                  <a:cubicBezTo>
                    <a:pt x="401" y="1514"/>
                    <a:pt x="334" y="1681"/>
                    <a:pt x="267" y="1814"/>
                  </a:cubicBezTo>
                  <a:cubicBezTo>
                    <a:pt x="67" y="2348"/>
                    <a:pt x="34" y="2849"/>
                    <a:pt x="34" y="3282"/>
                  </a:cubicBezTo>
                  <a:cubicBezTo>
                    <a:pt x="0" y="3682"/>
                    <a:pt x="34" y="4016"/>
                    <a:pt x="34" y="4250"/>
                  </a:cubicBezTo>
                  <a:cubicBezTo>
                    <a:pt x="67" y="4450"/>
                    <a:pt x="67" y="4583"/>
                    <a:pt x="67" y="4583"/>
                  </a:cubicBezTo>
                  <a:cubicBezTo>
                    <a:pt x="82" y="4688"/>
                    <a:pt x="158" y="4739"/>
                    <a:pt x="237" y="4739"/>
                  </a:cubicBezTo>
                  <a:cubicBezTo>
                    <a:pt x="333" y="4739"/>
                    <a:pt x="434" y="4663"/>
                    <a:pt x="434" y="4516"/>
                  </a:cubicBezTo>
                  <a:lnTo>
                    <a:pt x="434" y="4183"/>
                  </a:lnTo>
                  <a:cubicBezTo>
                    <a:pt x="434" y="3983"/>
                    <a:pt x="434" y="3649"/>
                    <a:pt x="501" y="3282"/>
                  </a:cubicBezTo>
                  <a:cubicBezTo>
                    <a:pt x="501" y="2849"/>
                    <a:pt x="568" y="2415"/>
                    <a:pt x="734" y="1948"/>
                  </a:cubicBezTo>
                  <a:cubicBezTo>
                    <a:pt x="868" y="1481"/>
                    <a:pt x="1201" y="1014"/>
                    <a:pt x="1702" y="814"/>
                  </a:cubicBezTo>
                  <a:cubicBezTo>
                    <a:pt x="1835" y="747"/>
                    <a:pt x="2002" y="747"/>
                    <a:pt x="2102" y="680"/>
                  </a:cubicBezTo>
                  <a:cubicBezTo>
                    <a:pt x="2235" y="680"/>
                    <a:pt x="2324" y="665"/>
                    <a:pt x="2418" y="665"/>
                  </a:cubicBezTo>
                  <a:cubicBezTo>
                    <a:pt x="2465" y="665"/>
                    <a:pt x="2513" y="669"/>
                    <a:pt x="2569" y="680"/>
                  </a:cubicBezTo>
                  <a:cubicBezTo>
                    <a:pt x="2736" y="747"/>
                    <a:pt x="2869" y="747"/>
                    <a:pt x="3036" y="780"/>
                  </a:cubicBezTo>
                  <a:lnTo>
                    <a:pt x="3303" y="814"/>
                  </a:lnTo>
                  <a:cubicBezTo>
                    <a:pt x="3336" y="847"/>
                    <a:pt x="3370" y="847"/>
                    <a:pt x="3370" y="847"/>
                  </a:cubicBezTo>
                  <a:lnTo>
                    <a:pt x="3470" y="914"/>
                  </a:lnTo>
                  <a:cubicBezTo>
                    <a:pt x="3703" y="1014"/>
                    <a:pt x="3870" y="1281"/>
                    <a:pt x="4070" y="1581"/>
                  </a:cubicBezTo>
                  <a:cubicBezTo>
                    <a:pt x="4304" y="1848"/>
                    <a:pt x="4470" y="2181"/>
                    <a:pt x="4837" y="2482"/>
                  </a:cubicBezTo>
                  <a:cubicBezTo>
                    <a:pt x="5134" y="2704"/>
                    <a:pt x="5462" y="2798"/>
                    <a:pt x="5786" y="2798"/>
                  </a:cubicBezTo>
                  <a:cubicBezTo>
                    <a:pt x="6335" y="2798"/>
                    <a:pt x="6870" y="2526"/>
                    <a:pt x="7206" y="2148"/>
                  </a:cubicBezTo>
                  <a:cubicBezTo>
                    <a:pt x="7506" y="1915"/>
                    <a:pt x="7706" y="1614"/>
                    <a:pt x="7906" y="1347"/>
                  </a:cubicBezTo>
                  <a:cubicBezTo>
                    <a:pt x="8140" y="1147"/>
                    <a:pt x="8340" y="981"/>
                    <a:pt x="8540" y="947"/>
                  </a:cubicBezTo>
                  <a:lnTo>
                    <a:pt x="8573" y="947"/>
                  </a:lnTo>
                  <a:cubicBezTo>
                    <a:pt x="8673" y="914"/>
                    <a:pt x="8740" y="914"/>
                    <a:pt x="8873" y="880"/>
                  </a:cubicBezTo>
                  <a:cubicBezTo>
                    <a:pt x="9074" y="805"/>
                    <a:pt x="9274" y="768"/>
                    <a:pt x="9488" y="768"/>
                  </a:cubicBezTo>
                  <a:cubicBezTo>
                    <a:pt x="9559" y="768"/>
                    <a:pt x="9632" y="772"/>
                    <a:pt x="9707" y="780"/>
                  </a:cubicBezTo>
                  <a:cubicBezTo>
                    <a:pt x="10008" y="814"/>
                    <a:pt x="10241" y="947"/>
                    <a:pt x="10508" y="1114"/>
                  </a:cubicBezTo>
                  <a:cubicBezTo>
                    <a:pt x="10975" y="1481"/>
                    <a:pt x="11309" y="2115"/>
                    <a:pt x="11575" y="2782"/>
                  </a:cubicBezTo>
                  <a:cubicBezTo>
                    <a:pt x="12176" y="4083"/>
                    <a:pt x="12576" y="5550"/>
                    <a:pt x="13477" y="6651"/>
                  </a:cubicBezTo>
                  <a:cubicBezTo>
                    <a:pt x="13877" y="7252"/>
                    <a:pt x="14511" y="7619"/>
                    <a:pt x="15078" y="7752"/>
                  </a:cubicBezTo>
                  <a:cubicBezTo>
                    <a:pt x="15321" y="7820"/>
                    <a:pt x="15553" y="7843"/>
                    <a:pt x="15769" y="7843"/>
                  </a:cubicBezTo>
                  <a:cubicBezTo>
                    <a:pt x="16088" y="7843"/>
                    <a:pt x="16374" y="7792"/>
                    <a:pt x="16612" y="7752"/>
                  </a:cubicBezTo>
                  <a:cubicBezTo>
                    <a:pt x="16846" y="7719"/>
                    <a:pt x="17013" y="7619"/>
                    <a:pt x="17179" y="7585"/>
                  </a:cubicBezTo>
                  <a:cubicBezTo>
                    <a:pt x="17346" y="7552"/>
                    <a:pt x="17446" y="7485"/>
                    <a:pt x="17580" y="7452"/>
                  </a:cubicBezTo>
                  <a:cubicBezTo>
                    <a:pt x="17780" y="7385"/>
                    <a:pt x="17913" y="7318"/>
                    <a:pt x="17913" y="7318"/>
                  </a:cubicBezTo>
                  <a:cubicBezTo>
                    <a:pt x="18166" y="7224"/>
                    <a:pt x="18060" y="6949"/>
                    <a:pt x="17764" y="6949"/>
                  </a:cubicBezTo>
                  <a:cubicBezTo>
                    <a:pt x="17747" y="6949"/>
                    <a:pt x="17731" y="6950"/>
                    <a:pt x="17713" y="6951"/>
                  </a:cubicBezTo>
                  <a:cubicBezTo>
                    <a:pt x="17713" y="6951"/>
                    <a:pt x="17580" y="6985"/>
                    <a:pt x="17380" y="7085"/>
                  </a:cubicBezTo>
                  <a:cubicBezTo>
                    <a:pt x="17279" y="7118"/>
                    <a:pt x="17179" y="7152"/>
                    <a:pt x="17013" y="7185"/>
                  </a:cubicBezTo>
                  <a:cubicBezTo>
                    <a:pt x="16879" y="7252"/>
                    <a:pt x="16712" y="7285"/>
                    <a:pt x="16512" y="7318"/>
                  </a:cubicBezTo>
                  <a:cubicBezTo>
                    <a:pt x="16326" y="7365"/>
                    <a:pt x="16134" y="7390"/>
                    <a:pt x="15930" y="7390"/>
                  </a:cubicBezTo>
                  <a:cubicBezTo>
                    <a:pt x="15695" y="7390"/>
                    <a:pt x="15446" y="7357"/>
                    <a:pt x="15178" y="7285"/>
                  </a:cubicBezTo>
                  <a:cubicBezTo>
                    <a:pt x="14678" y="7152"/>
                    <a:pt x="14211" y="6818"/>
                    <a:pt x="13844" y="6318"/>
                  </a:cubicBezTo>
                  <a:cubicBezTo>
                    <a:pt x="13076" y="5317"/>
                    <a:pt x="12743" y="3849"/>
                    <a:pt x="12176" y="2482"/>
                  </a:cubicBezTo>
                  <a:cubicBezTo>
                    <a:pt x="11876" y="1781"/>
                    <a:pt x="11509" y="1081"/>
                    <a:pt x="10875" y="514"/>
                  </a:cubicBezTo>
                  <a:cubicBezTo>
                    <a:pt x="10541" y="280"/>
                    <a:pt x="10174" y="80"/>
                    <a:pt x="9741" y="13"/>
                  </a:cubicBezTo>
                  <a:cubicBezTo>
                    <a:pt x="9641" y="5"/>
                    <a:pt x="9541" y="1"/>
                    <a:pt x="94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04" name="Google Shape;3404;p28"/>
            <p:cNvSpPr/>
            <p:nvPr/>
          </p:nvSpPr>
          <p:spPr>
            <a:xfrm>
              <a:off x="5743975" y="3920375"/>
              <a:ext cx="416275" cy="161350"/>
            </a:xfrm>
            <a:custGeom>
              <a:avLst/>
              <a:gdLst/>
              <a:ahLst/>
              <a:cxnLst/>
              <a:rect l="l" t="t" r="r" b="b"/>
              <a:pathLst>
                <a:path w="16651" h="6454" extrusionOk="0">
                  <a:moveTo>
                    <a:pt x="3860" y="1"/>
                  </a:moveTo>
                  <a:cubicBezTo>
                    <a:pt x="3763" y="1"/>
                    <a:pt x="3682" y="15"/>
                    <a:pt x="3615" y="15"/>
                  </a:cubicBezTo>
                  <a:cubicBezTo>
                    <a:pt x="3515" y="82"/>
                    <a:pt x="3448" y="82"/>
                    <a:pt x="3381" y="82"/>
                  </a:cubicBezTo>
                  <a:cubicBezTo>
                    <a:pt x="3348" y="82"/>
                    <a:pt x="3281" y="116"/>
                    <a:pt x="3215" y="116"/>
                  </a:cubicBezTo>
                  <a:cubicBezTo>
                    <a:pt x="3148" y="116"/>
                    <a:pt x="3015" y="149"/>
                    <a:pt x="2948" y="182"/>
                  </a:cubicBezTo>
                  <a:cubicBezTo>
                    <a:pt x="2848" y="249"/>
                    <a:pt x="2814" y="282"/>
                    <a:pt x="2714" y="316"/>
                  </a:cubicBezTo>
                  <a:cubicBezTo>
                    <a:pt x="2614" y="416"/>
                    <a:pt x="2514" y="449"/>
                    <a:pt x="2447" y="482"/>
                  </a:cubicBezTo>
                  <a:lnTo>
                    <a:pt x="2481" y="482"/>
                  </a:lnTo>
                  <a:cubicBezTo>
                    <a:pt x="2014" y="683"/>
                    <a:pt x="1647" y="1116"/>
                    <a:pt x="1480" y="1483"/>
                  </a:cubicBezTo>
                  <a:cubicBezTo>
                    <a:pt x="1280" y="1883"/>
                    <a:pt x="1180" y="2250"/>
                    <a:pt x="1147" y="2584"/>
                  </a:cubicBezTo>
                  <a:cubicBezTo>
                    <a:pt x="1013" y="3184"/>
                    <a:pt x="980" y="3651"/>
                    <a:pt x="813" y="3985"/>
                  </a:cubicBezTo>
                  <a:cubicBezTo>
                    <a:pt x="646" y="4319"/>
                    <a:pt x="479" y="4485"/>
                    <a:pt x="346" y="4552"/>
                  </a:cubicBezTo>
                  <a:cubicBezTo>
                    <a:pt x="213" y="4685"/>
                    <a:pt x="146" y="4685"/>
                    <a:pt x="146" y="4685"/>
                  </a:cubicBezTo>
                  <a:cubicBezTo>
                    <a:pt x="0" y="4773"/>
                    <a:pt x="33" y="5038"/>
                    <a:pt x="220" y="5038"/>
                  </a:cubicBezTo>
                  <a:cubicBezTo>
                    <a:pt x="248" y="5038"/>
                    <a:pt x="278" y="5032"/>
                    <a:pt x="313" y="5019"/>
                  </a:cubicBezTo>
                  <a:cubicBezTo>
                    <a:pt x="313" y="5019"/>
                    <a:pt x="379" y="5019"/>
                    <a:pt x="546" y="4886"/>
                  </a:cubicBezTo>
                  <a:cubicBezTo>
                    <a:pt x="713" y="4786"/>
                    <a:pt x="980" y="4552"/>
                    <a:pt x="1180" y="4185"/>
                  </a:cubicBezTo>
                  <a:cubicBezTo>
                    <a:pt x="1380" y="3785"/>
                    <a:pt x="1480" y="3284"/>
                    <a:pt x="1614" y="2651"/>
                  </a:cubicBezTo>
                  <a:cubicBezTo>
                    <a:pt x="1714" y="2084"/>
                    <a:pt x="1947" y="1316"/>
                    <a:pt x="2681" y="983"/>
                  </a:cubicBezTo>
                  <a:lnTo>
                    <a:pt x="2714" y="983"/>
                  </a:lnTo>
                  <a:cubicBezTo>
                    <a:pt x="2781" y="949"/>
                    <a:pt x="2848" y="916"/>
                    <a:pt x="2981" y="849"/>
                  </a:cubicBezTo>
                  <a:cubicBezTo>
                    <a:pt x="3048" y="849"/>
                    <a:pt x="3115" y="816"/>
                    <a:pt x="3181" y="783"/>
                  </a:cubicBezTo>
                  <a:cubicBezTo>
                    <a:pt x="3281" y="783"/>
                    <a:pt x="3348" y="783"/>
                    <a:pt x="3448" y="716"/>
                  </a:cubicBezTo>
                  <a:cubicBezTo>
                    <a:pt x="3556" y="684"/>
                    <a:pt x="3671" y="665"/>
                    <a:pt x="3789" y="665"/>
                  </a:cubicBezTo>
                  <a:cubicBezTo>
                    <a:pt x="4037" y="665"/>
                    <a:pt x="4301" y="746"/>
                    <a:pt x="4549" y="949"/>
                  </a:cubicBezTo>
                  <a:cubicBezTo>
                    <a:pt x="4949" y="1250"/>
                    <a:pt x="5316" y="1750"/>
                    <a:pt x="5750" y="2250"/>
                  </a:cubicBezTo>
                  <a:cubicBezTo>
                    <a:pt x="5950" y="2484"/>
                    <a:pt x="6184" y="2717"/>
                    <a:pt x="6517" y="2951"/>
                  </a:cubicBezTo>
                  <a:cubicBezTo>
                    <a:pt x="6851" y="3151"/>
                    <a:pt x="7284" y="3184"/>
                    <a:pt x="7651" y="3184"/>
                  </a:cubicBezTo>
                  <a:lnTo>
                    <a:pt x="7851" y="3184"/>
                  </a:lnTo>
                  <a:cubicBezTo>
                    <a:pt x="7951" y="3151"/>
                    <a:pt x="8052" y="3151"/>
                    <a:pt x="8152" y="3118"/>
                  </a:cubicBezTo>
                  <a:cubicBezTo>
                    <a:pt x="8819" y="2817"/>
                    <a:pt x="9186" y="2284"/>
                    <a:pt x="9653" y="2084"/>
                  </a:cubicBezTo>
                  <a:cubicBezTo>
                    <a:pt x="9853" y="1950"/>
                    <a:pt x="10120" y="1917"/>
                    <a:pt x="10353" y="1917"/>
                  </a:cubicBezTo>
                  <a:cubicBezTo>
                    <a:pt x="10620" y="1917"/>
                    <a:pt x="10887" y="1984"/>
                    <a:pt x="11120" y="2117"/>
                  </a:cubicBezTo>
                  <a:cubicBezTo>
                    <a:pt x="11487" y="2317"/>
                    <a:pt x="11621" y="2984"/>
                    <a:pt x="11854" y="3585"/>
                  </a:cubicBezTo>
                  <a:cubicBezTo>
                    <a:pt x="11954" y="3751"/>
                    <a:pt x="11988" y="3852"/>
                    <a:pt x="12054" y="4018"/>
                  </a:cubicBezTo>
                  <a:cubicBezTo>
                    <a:pt x="12121" y="4118"/>
                    <a:pt x="12121" y="4152"/>
                    <a:pt x="12188" y="4285"/>
                  </a:cubicBezTo>
                  <a:lnTo>
                    <a:pt x="12321" y="4485"/>
                  </a:lnTo>
                  <a:cubicBezTo>
                    <a:pt x="12488" y="4752"/>
                    <a:pt x="12655" y="4986"/>
                    <a:pt x="12855" y="5186"/>
                  </a:cubicBezTo>
                  <a:cubicBezTo>
                    <a:pt x="13255" y="5653"/>
                    <a:pt x="13656" y="6086"/>
                    <a:pt x="14156" y="6287"/>
                  </a:cubicBezTo>
                  <a:cubicBezTo>
                    <a:pt x="14406" y="6403"/>
                    <a:pt x="14665" y="6453"/>
                    <a:pt x="14911" y="6453"/>
                  </a:cubicBezTo>
                  <a:cubicBezTo>
                    <a:pt x="15157" y="6453"/>
                    <a:pt x="15390" y="6403"/>
                    <a:pt x="15590" y="6320"/>
                  </a:cubicBezTo>
                  <a:cubicBezTo>
                    <a:pt x="15757" y="6253"/>
                    <a:pt x="15924" y="6153"/>
                    <a:pt x="16024" y="6086"/>
                  </a:cubicBezTo>
                  <a:cubicBezTo>
                    <a:pt x="16157" y="5986"/>
                    <a:pt x="16257" y="5920"/>
                    <a:pt x="16324" y="5820"/>
                  </a:cubicBezTo>
                  <a:cubicBezTo>
                    <a:pt x="16458" y="5653"/>
                    <a:pt x="16524" y="5586"/>
                    <a:pt x="16524" y="5586"/>
                  </a:cubicBezTo>
                  <a:cubicBezTo>
                    <a:pt x="16651" y="5460"/>
                    <a:pt x="16547" y="5295"/>
                    <a:pt x="16417" y="5295"/>
                  </a:cubicBezTo>
                  <a:cubicBezTo>
                    <a:pt x="16376" y="5295"/>
                    <a:pt x="16331" y="5312"/>
                    <a:pt x="16291" y="5353"/>
                  </a:cubicBezTo>
                  <a:lnTo>
                    <a:pt x="16057" y="5553"/>
                  </a:lnTo>
                  <a:cubicBezTo>
                    <a:pt x="15991" y="5653"/>
                    <a:pt x="15890" y="5686"/>
                    <a:pt x="15790" y="5786"/>
                  </a:cubicBezTo>
                  <a:cubicBezTo>
                    <a:pt x="15690" y="5853"/>
                    <a:pt x="15557" y="5953"/>
                    <a:pt x="15390" y="5986"/>
                  </a:cubicBezTo>
                  <a:cubicBezTo>
                    <a:pt x="15275" y="6044"/>
                    <a:pt x="15136" y="6077"/>
                    <a:pt x="14985" y="6077"/>
                  </a:cubicBezTo>
                  <a:cubicBezTo>
                    <a:pt x="14785" y="6077"/>
                    <a:pt x="14565" y="6019"/>
                    <a:pt x="14356" y="5886"/>
                  </a:cubicBezTo>
                  <a:cubicBezTo>
                    <a:pt x="13989" y="5686"/>
                    <a:pt x="13622" y="5319"/>
                    <a:pt x="13289" y="4886"/>
                  </a:cubicBezTo>
                  <a:cubicBezTo>
                    <a:pt x="13122" y="4685"/>
                    <a:pt x="12955" y="4452"/>
                    <a:pt x="12788" y="4185"/>
                  </a:cubicBezTo>
                  <a:lnTo>
                    <a:pt x="12655" y="3985"/>
                  </a:lnTo>
                  <a:cubicBezTo>
                    <a:pt x="12621" y="3985"/>
                    <a:pt x="12621" y="3852"/>
                    <a:pt x="12555" y="3818"/>
                  </a:cubicBezTo>
                  <a:cubicBezTo>
                    <a:pt x="12488" y="3685"/>
                    <a:pt x="12455" y="3518"/>
                    <a:pt x="12388" y="3385"/>
                  </a:cubicBezTo>
                  <a:cubicBezTo>
                    <a:pt x="12321" y="3118"/>
                    <a:pt x="12221" y="2817"/>
                    <a:pt x="12121" y="2484"/>
                  </a:cubicBezTo>
                  <a:cubicBezTo>
                    <a:pt x="11988" y="2150"/>
                    <a:pt x="11788" y="1783"/>
                    <a:pt x="11454" y="1550"/>
                  </a:cubicBezTo>
                  <a:cubicBezTo>
                    <a:pt x="11054" y="1350"/>
                    <a:pt x="10720" y="1283"/>
                    <a:pt x="10353" y="1216"/>
                  </a:cubicBezTo>
                  <a:cubicBezTo>
                    <a:pt x="10306" y="1212"/>
                    <a:pt x="10258" y="1210"/>
                    <a:pt x="10211" y="1210"/>
                  </a:cubicBezTo>
                  <a:cubicBezTo>
                    <a:pt x="9892" y="1210"/>
                    <a:pt x="9576" y="1305"/>
                    <a:pt x="9286" y="1450"/>
                  </a:cubicBezTo>
                  <a:cubicBezTo>
                    <a:pt x="8652" y="1783"/>
                    <a:pt x="8218" y="2284"/>
                    <a:pt x="7851" y="2384"/>
                  </a:cubicBezTo>
                  <a:cubicBezTo>
                    <a:pt x="7718" y="2451"/>
                    <a:pt x="7618" y="2451"/>
                    <a:pt x="7551" y="2451"/>
                  </a:cubicBezTo>
                  <a:lnTo>
                    <a:pt x="7518" y="2451"/>
                  </a:lnTo>
                  <a:cubicBezTo>
                    <a:pt x="7494" y="2452"/>
                    <a:pt x="7470" y="2453"/>
                    <a:pt x="7447" y="2453"/>
                  </a:cubicBezTo>
                  <a:cubicBezTo>
                    <a:pt x="7007" y="2453"/>
                    <a:pt x="6595" y="2162"/>
                    <a:pt x="6184" y="1750"/>
                  </a:cubicBezTo>
                  <a:cubicBezTo>
                    <a:pt x="5817" y="1283"/>
                    <a:pt x="5450" y="716"/>
                    <a:pt x="4883" y="349"/>
                  </a:cubicBezTo>
                  <a:cubicBezTo>
                    <a:pt x="4816" y="316"/>
                    <a:pt x="4783" y="282"/>
                    <a:pt x="4682" y="216"/>
                  </a:cubicBezTo>
                  <a:cubicBezTo>
                    <a:pt x="4649" y="182"/>
                    <a:pt x="4549" y="182"/>
                    <a:pt x="4482" y="149"/>
                  </a:cubicBezTo>
                  <a:cubicBezTo>
                    <a:pt x="4315" y="82"/>
                    <a:pt x="4182" y="82"/>
                    <a:pt x="4015" y="15"/>
                  </a:cubicBezTo>
                  <a:cubicBezTo>
                    <a:pt x="3960" y="4"/>
                    <a:pt x="3908" y="1"/>
                    <a:pt x="38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05" name="Google Shape;3405;p28"/>
            <p:cNvSpPr/>
            <p:nvPr/>
          </p:nvSpPr>
          <p:spPr>
            <a:xfrm>
              <a:off x="5752600" y="5140500"/>
              <a:ext cx="458700" cy="205450"/>
            </a:xfrm>
            <a:custGeom>
              <a:avLst/>
              <a:gdLst/>
              <a:ahLst/>
              <a:cxnLst/>
              <a:rect l="l" t="t" r="r" b="b"/>
              <a:pathLst>
                <a:path w="18348" h="8218" extrusionOk="0">
                  <a:moveTo>
                    <a:pt x="12508" y="0"/>
                  </a:moveTo>
                  <a:cubicBezTo>
                    <a:pt x="12453" y="0"/>
                    <a:pt x="12398" y="4"/>
                    <a:pt x="12343" y="12"/>
                  </a:cubicBezTo>
                  <a:cubicBezTo>
                    <a:pt x="12210" y="12"/>
                    <a:pt x="12143" y="45"/>
                    <a:pt x="12010" y="45"/>
                  </a:cubicBezTo>
                  <a:cubicBezTo>
                    <a:pt x="11943" y="45"/>
                    <a:pt x="11809" y="145"/>
                    <a:pt x="11676" y="179"/>
                  </a:cubicBezTo>
                  <a:cubicBezTo>
                    <a:pt x="11543" y="246"/>
                    <a:pt x="11476" y="312"/>
                    <a:pt x="11376" y="379"/>
                  </a:cubicBezTo>
                  <a:lnTo>
                    <a:pt x="11176" y="579"/>
                  </a:lnTo>
                  <a:cubicBezTo>
                    <a:pt x="10642" y="1180"/>
                    <a:pt x="10308" y="1813"/>
                    <a:pt x="9975" y="2347"/>
                  </a:cubicBezTo>
                  <a:cubicBezTo>
                    <a:pt x="9641" y="2881"/>
                    <a:pt x="9308" y="3515"/>
                    <a:pt x="8941" y="4082"/>
                  </a:cubicBezTo>
                  <a:cubicBezTo>
                    <a:pt x="8774" y="4382"/>
                    <a:pt x="8540" y="4682"/>
                    <a:pt x="8340" y="4882"/>
                  </a:cubicBezTo>
                  <a:lnTo>
                    <a:pt x="8274" y="4949"/>
                  </a:lnTo>
                  <a:lnTo>
                    <a:pt x="8174" y="5016"/>
                  </a:lnTo>
                  <a:cubicBezTo>
                    <a:pt x="8174" y="5049"/>
                    <a:pt x="8107" y="5082"/>
                    <a:pt x="8007" y="5082"/>
                  </a:cubicBezTo>
                  <a:cubicBezTo>
                    <a:pt x="7840" y="5149"/>
                    <a:pt x="7707" y="5149"/>
                    <a:pt x="7540" y="5149"/>
                  </a:cubicBezTo>
                  <a:cubicBezTo>
                    <a:pt x="6939" y="5149"/>
                    <a:pt x="6339" y="4682"/>
                    <a:pt x="5605" y="4382"/>
                  </a:cubicBezTo>
                  <a:cubicBezTo>
                    <a:pt x="5505" y="4348"/>
                    <a:pt x="5405" y="4315"/>
                    <a:pt x="5305" y="4315"/>
                  </a:cubicBezTo>
                  <a:cubicBezTo>
                    <a:pt x="5271" y="4315"/>
                    <a:pt x="5238" y="4248"/>
                    <a:pt x="5138" y="4248"/>
                  </a:cubicBezTo>
                  <a:lnTo>
                    <a:pt x="4971" y="4248"/>
                  </a:lnTo>
                  <a:cubicBezTo>
                    <a:pt x="4771" y="4248"/>
                    <a:pt x="4604" y="4248"/>
                    <a:pt x="4404" y="4315"/>
                  </a:cubicBezTo>
                  <a:cubicBezTo>
                    <a:pt x="4004" y="4348"/>
                    <a:pt x="3637" y="4449"/>
                    <a:pt x="3337" y="4682"/>
                  </a:cubicBezTo>
                  <a:cubicBezTo>
                    <a:pt x="2736" y="5049"/>
                    <a:pt x="2336" y="5616"/>
                    <a:pt x="2069" y="6116"/>
                  </a:cubicBezTo>
                  <a:cubicBezTo>
                    <a:pt x="1769" y="6583"/>
                    <a:pt x="1569" y="7050"/>
                    <a:pt x="1302" y="7351"/>
                  </a:cubicBezTo>
                  <a:cubicBezTo>
                    <a:pt x="1269" y="7417"/>
                    <a:pt x="1168" y="7517"/>
                    <a:pt x="1135" y="7551"/>
                  </a:cubicBezTo>
                  <a:cubicBezTo>
                    <a:pt x="1102" y="7584"/>
                    <a:pt x="1068" y="7617"/>
                    <a:pt x="968" y="7684"/>
                  </a:cubicBezTo>
                  <a:cubicBezTo>
                    <a:pt x="935" y="7684"/>
                    <a:pt x="835" y="7718"/>
                    <a:pt x="802" y="7751"/>
                  </a:cubicBezTo>
                  <a:cubicBezTo>
                    <a:pt x="735" y="7751"/>
                    <a:pt x="668" y="7784"/>
                    <a:pt x="635" y="7784"/>
                  </a:cubicBezTo>
                  <a:cubicBezTo>
                    <a:pt x="601" y="7784"/>
                    <a:pt x="568" y="7851"/>
                    <a:pt x="501" y="7851"/>
                  </a:cubicBezTo>
                  <a:lnTo>
                    <a:pt x="335" y="7851"/>
                  </a:lnTo>
                  <a:cubicBezTo>
                    <a:pt x="101" y="7851"/>
                    <a:pt x="1" y="8218"/>
                    <a:pt x="335" y="8218"/>
                  </a:cubicBezTo>
                  <a:lnTo>
                    <a:pt x="568" y="8218"/>
                  </a:lnTo>
                  <a:cubicBezTo>
                    <a:pt x="601" y="8218"/>
                    <a:pt x="635" y="8185"/>
                    <a:pt x="735" y="8185"/>
                  </a:cubicBezTo>
                  <a:cubicBezTo>
                    <a:pt x="968" y="8118"/>
                    <a:pt x="1335" y="7918"/>
                    <a:pt x="1635" y="7584"/>
                  </a:cubicBezTo>
                  <a:cubicBezTo>
                    <a:pt x="1936" y="7251"/>
                    <a:pt x="2169" y="6817"/>
                    <a:pt x="2469" y="6350"/>
                  </a:cubicBezTo>
                  <a:cubicBezTo>
                    <a:pt x="2770" y="5883"/>
                    <a:pt x="3137" y="5383"/>
                    <a:pt x="3637" y="5082"/>
                  </a:cubicBezTo>
                  <a:cubicBezTo>
                    <a:pt x="3904" y="4916"/>
                    <a:pt x="4237" y="4849"/>
                    <a:pt x="4504" y="4782"/>
                  </a:cubicBezTo>
                  <a:lnTo>
                    <a:pt x="5138" y="4782"/>
                  </a:lnTo>
                  <a:cubicBezTo>
                    <a:pt x="5138" y="4782"/>
                    <a:pt x="5171" y="4849"/>
                    <a:pt x="5238" y="4849"/>
                  </a:cubicBezTo>
                  <a:cubicBezTo>
                    <a:pt x="5271" y="4882"/>
                    <a:pt x="5338" y="4882"/>
                    <a:pt x="5438" y="4916"/>
                  </a:cubicBezTo>
                  <a:cubicBezTo>
                    <a:pt x="5738" y="5049"/>
                    <a:pt x="6072" y="5249"/>
                    <a:pt x="6406" y="5416"/>
                  </a:cubicBezTo>
                  <a:cubicBezTo>
                    <a:pt x="6739" y="5583"/>
                    <a:pt x="7106" y="5749"/>
                    <a:pt x="7573" y="5783"/>
                  </a:cubicBezTo>
                  <a:cubicBezTo>
                    <a:pt x="7645" y="5804"/>
                    <a:pt x="7715" y="5811"/>
                    <a:pt x="7783" y="5811"/>
                  </a:cubicBezTo>
                  <a:cubicBezTo>
                    <a:pt x="7934" y="5811"/>
                    <a:pt x="8079" y="5773"/>
                    <a:pt x="8240" y="5749"/>
                  </a:cubicBezTo>
                  <a:cubicBezTo>
                    <a:pt x="8340" y="5716"/>
                    <a:pt x="8440" y="5716"/>
                    <a:pt x="8574" y="5616"/>
                  </a:cubicBezTo>
                  <a:cubicBezTo>
                    <a:pt x="8607" y="5583"/>
                    <a:pt x="8674" y="5549"/>
                    <a:pt x="8741" y="5516"/>
                  </a:cubicBezTo>
                  <a:lnTo>
                    <a:pt x="8841" y="5383"/>
                  </a:lnTo>
                  <a:cubicBezTo>
                    <a:pt x="9141" y="5082"/>
                    <a:pt x="9341" y="4749"/>
                    <a:pt x="9575" y="4449"/>
                  </a:cubicBezTo>
                  <a:cubicBezTo>
                    <a:pt x="9975" y="3848"/>
                    <a:pt x="10308" y="3214"/>
                    <a:pt x="10642" y="2681"/>
                  </a:cubicBezTo>
                  <a:cubicBezTo>
                    <a:pt x="10976" y="2114"/>
                    <a:pt x="11342" y="1513"/>
                    <a:pt x="11776" y="1046"/>
                  </a:cubicBezTo>
                  <a:cubicBezTo>
                    <a:pt x="11809" y="946"/>
                    <a:pt x="11910" y="913"/>
                    <a:pt x="11943" y="879"/>
                  </a:cubicBezTo>
                  <a:cubicBezTo>
                    <a:pt x="11976" y="846"/>
                    <a:pt x="12076" y="746"/>
                    <a:pt x="12110" y="746"/>
                  </a:cubicBezTo>
                  <a:cubicBezTo>
                    <a:pt x="12143" y="713"/>
                    <a:pt x="12343" y="679"/>
                    <a:pt x="12477" y="679"/>
                  </a:cubicBezTo>
                  <a:cubicBezTo>
                    <a:pt x="12539" y="665"/>
                    <a:pt x="12599" y="659"/>
                    <a:pt x="12657" y="659"/>
                  </a:cubicBezTo>
                  <a:cubicBezTo>
                    <a:pt x="12876" y="659"/>
                    <a:pt x="13066" y="754"/>
                    <a:pt x="13277" y="913"/>
                  </a:cubicBezTo>
                  <a:cubicBezTo>
                    <a:pt x="13778" y="1346"/>
                    <a:pt x="14111" y="2013"/>
                    <a:pt x="14411" y="2647"/>
                  </a:cubicBezTo>
                  <a:cubicBezTo>
                    <a:pt x="14678" y="3248"/>
                    <a:pt x="14945" y="3915"/>
                    <a:pt x="15179" y="4549"/>
                  </a:cubicBezTo>
                  <a:cubicBezTo>
                    <a:pt x="15679" y="5749"/>
                    <a:pt x="16179" y="6884"/>
                    <a:pt x="16813" y="7517"/>
                  </a:cubicBezTo>
                  <a:cubicBezTo>
                    <a:pt x="17113" y="7851"/>
                    <a:pt x="17447" y="8018"/>
                    <a:pt x="17680" y="8084"/>
                  </a:cubicBezTo>
                  <a:cubicBezTo>
                    <a:pt x="17814" y="8118"/>
                    <a:pt x="17914" y="8185"/>
                    <a:pt x="17981" y="8185"/>
                  </a:cubicBezTo>
                  <a:lnTo>
                    <a:pt x="18081" y="8185"/>
                  </a:lnTo>
                  <a:cubicBezTo>
                    <a:pt x="18347" y="8185"/>
                    <a:pt x="18314" y="7884"/>
                    <a:pt x="18047" y="7851"/>
                  </a:cubicBezTo>
                  <a:lnTo>
                    <a:pt x="17981" y="7851"/>
                  </a:lnTo>
                  <a:cubicBezTo>
                    <a:pt x="17947" y="7784"/>
                    <a:pt x="17847" y="7784"/>
                    <a:pt x="17780" y="7751"/>
                  </a:cubicBezTo>
                  <a:cubicBezTo>
                    <a:pt x="17547" y="7684"/>
                    <a:pt x="17313" y="7517"/>
                    <a:pt x="17047" y="7217"/>
                  </a:cubicBezTo>
                  <a:cubicBezTo>
                    <a:pt x="16546" y="6617"/>
                    <a:pt x="16113" y="5583"/>
                    <a:pt x="15646" y="4348"/>
                  </a:cubicBezTo>
                  <a:cubicBezTo>
                    <a:pt x="15445" y="3715"/>
                    <a:pt x="15179" y="3048"/>
                    <a:pt x="14878" y="2380"/>
                  </a:cubicBezTo>
                  <a:cubicBezTo>
                    <a:pt x="14545" y="1713"/>
                    <a:pt x="14278" y="1013"/>
                    <a:pt x="13611" y="412"/>
                  </a:cubicBezTo>
                  <a:cubicBezTo>
                    <a:pt x="13317" y="206"/>
                    <a:pt x="12919" y="0"/>
                    <a:pt x="125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06" name="Google Shape;3406;p28"/>
            <p:cNvSpPr/>
            <p:nvPr/>
          </p:nvSpPr>
          <p:spPr>
            <a:xfrm>
              <a:off x="4787750" y="4697975"/>
              <a:ext cx="24225" cy="10875"/>
            </a:xfrm>
            <a:custGeom>
              <a:avLst/>
              <a:gdLst/>
              <a:ahLst/>
              <a:cxnLst/>
              <a:rect l="l" t="t" r="r" b="b"/>
              <a:pathLst>
                <a:path w="969" h="435" extrusionOk="0">
                  <a:moveTo>
                    <a:pt x="501" y="0"/>
                  </a:moveTo>
                  <a:cubicBezTo>
                    <a:pt x="301" y="0"/>
                    <a:pt x="34" y="167"/>
                    <a:pt x="34" y="167"/>
                  </a:cubicBezTo>
                  <a:cubicBezTo>
                    <a:pt x="1" y="167"/>
                    <a:pt x="67" y="401"/>
                    <a:pt x="67" y="401"/>
                  </a:cubicBezTo>
                  <a:cubicBezTo>
                    <a:pt x="67" y="401"/>
                    <a:pt x="334" y="434"/>
                    <a:pt x="501" y="434"/>
                  </a:cubicBezTo>
                  <a:cubicBezTo>
                    <a:pt x="668" y="434"/>
                    <a:pt x="901" y="334"/>
                    <a:pt x="901" y="334"/>
                  </a:cubicBezTo>
                  <a:cubicBezTo>
                    <a:pt x="901" y="334"/>
                    <a:pt x="901" y="100"/>
                    <a:pt x="968" y="100"/>
                  </a:cubicBezTo>
                  <a:cubicBezTo>
                    <a:pt x="968" y="100"/>
                    <a:pt x="668" y="0"/>
                    <a:pt x="5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07" name="Google Shape;3407;p28"/>
            <p:cNvSpPr/>
            <p:nvPr/>
          </p:nvSpPr>
          <p:spPr>
            <a:xfrm>
              <a:off x="4793600" y="4717150"/>
              <a:ext cx="27550" cy="12525"/>
            </a:xfrm>
            <a:custGeom>
              <a:avLst/>
              <a:gdLst/>
              <a:ahLst/>
              <a:cxnLst/>
              <a:rect l="l" t="t" r="r" b="b"/>
              <a:pathLst>
                <a:path w="1102" h="501" extrusionOk="0">
                  <a:moveTo>
                    <a:pt x="567" y="1"/>
                  </a:moveTo>
                  <a:cubicBezTo>
                    <a:pt x="334" y="1"/>
                    <a:pt x="0" y="134"/>
                    <a:pt x="0" y="134"/>
                  </a:cubicBezTo>
                  <a:lnTo>
                    <a:pt x="0" y="401"/>
                  </a:lnTo>
                  <a:cubicBezTo>
                    <a:pt x="0" y="401"/>
                    <a:pt x="334" y="501"/>
                    <a:pt x="567" y="501"/>
                  </a:cubicBezTo>
                  <a:cubicBezTo>
                    <a:pt x="767" y="501"/>
                    <a:pt x="1101" y="401"/>
                    <a:pt x="1101" y="401"/>
                  </a:cubicBezTo>
                  <a:lnTo>
                    <a:pt x="1101" y="134"/>
                  </a:lnTo>
                  <a:cubicBezTo>
                    <a:pt x="1101" y="134"/>
                    <a:pt x="767" y="1"/>
                    <a:pt x="5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08" name="Google Shape;3408;p28"/>
            <p:cNvSpPr/>
            <p:nvPr/>
          </p:nvSpPr>
          <p:spPr>
            <a:xfrm>
              <a:off x="4811950" y="4743850"/>
              <a:ext cx="14200" cy="12525"/>
            </a:xfrm>
            <a:custGeom>
              <a:avLst/>
              <a:gdLst/>
              <a:ahLst/>
              <a:cxnLst/>
              <a:rect l="l" t="t" r="r" b="b"/>
              <a:pathLst>
                <a:path w="568" h="501" extrusionOk="0">
                  <a:moveTo>
                    <a:pt x="267" y="0"/>
                  </a:moveTo>
                  <a:cubicBezTo>
                    <a:pt x="167" y="0"/>
                    <a:pt x="0" y="100"/>
                    <a:pt x="0" y="100"/>
                  </a:cubicBezTo>
                  <a:lnTo>
                    <a:pt x="0" y="367"/>
                  </a:lnTo>
                  <a:cubicBezTo>
                    <a:pt x="0" y="367"/>
                    <a:pt x="167" y="500"/>
                    <a:pt x="267" y="500"/>
                  </a:cubicBezTo>
                  <a:cubicBezTo>
                    <a:pt x="400" y="500"/>
                    <a:pt x="567" y="367"/>
                    <a:pt x="567" y="367"/>
                  </a:cubicBezTo>
                  <a:lnTo>
                    <a:pt x="567" y="100"/>
                  </a:lnTo>
                  <a:cubicBezTo>
                    <a:pt x="567" y="100"/>
                    <a:pt x="400"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09" name="Google Shape;3409;p28"/>
            <p:cNvSpPr/>
            <p:nvPr/>
          </p:nvSpPr>
          <p:spPr>
            <a:xfrm>
              <a:off x="4830275" y="4766350"/>
              <a:ext cx="27550" cy="14300"/>
            </a:xfrm>
            <a:custGeom>
              <a:avLst/>
              <a:gdLst/>
              <a:ahLst/>
              <a:cxnLst/>
              <a:rect l="l" t="t" r="r" b="b"/>
              <a:pathLst>
                <a:path w="1102" h="572" extrusionOk="0">
                  <a:moveTo>
                    <a:pt x="835" y="1"/>
                  </a:moveTo>
                  <a:cubicBezTo>
                    <a:pt x="835" y="1"/>
                    <a:pt x="635" y="34"/>
                    <a:pt x="468" y="101"/>
                  </a:cubicBezTo>
                  <a:cubicBezTo>
                    <a:pt x="301" y="134"/>
                    <a:pt x="1" y="234"/>
                    <a:pt x="1" y="234"/>
                  </a:cubicBezTo>
                  <a:lnTo>
                    <a:pt x="1" y="501"/>
                  </a:lnTo>
                  <a:cubicBezTo>
                    <a:pt x="1" y="501"/>
                    <a:pt x="177" y="572"/>
                    <a:pt x="376" y="572"/>
                  </a:cubicBezTo>
                  <a:cubicBezTo>
                    <a:pt x="451" y="572"/>
                    <a:pt x="529" y="562"/>
                    <a:pt x="601" y="534"/>
                  </a:cubicBezTo>
                  <a:cubicBezTo>
                    <a:pt x="701" y="534"/>
                    <a:pt x="868" y="468"/>
                    <a:pt x="968" y="334"/>
                  </a:cubicBezTo>
                  <a:cubicBezTo>
                    <a:pt x="1035" y="268"/>
                    <a:pt x="1102" y="134"/>
                    <a:pt x="1102" y="134"/>
                  </a:cubicBezTo>
                  <a:cubicBezTo>
                    <a:pt x="1035" y="101"/>
                    <a:pt x="868" y="1"/>
                    <a:pt x="8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10" name="Google Shape;3410;p28"/>
            <p:cNvSpPr/>
            <p:nvPr/>
          </p:nvSpPr>
          <p:spPr>
            <a:xfrm>
              <a:off x="4972050" y="4750175"/>
              <a:ext cx="27550" cy="12400"/>
            </a:xfrm>
            <a:custGeom>
              <a:avLst/>
              <a:gdLst/>
              <a:ahLst/>
              <a:cxnLst/>
              <a:rect l="l" t="t" r="r" b="b"/>
              <a:pathLst>
                <a:path w="1102" h="496" extrusionOk="0">
                  <a:moveTo>
                    <a:pt x="494" y="1"/>
                  </a:moveTo>
                  <a:cubicBezTo>
                    <a:pt x="396" y="1"/>
                    <a:pt x="299" y="32"/>
                    <a:pt x="201" y="81"/>
                  </a:cubicBezTo>
                  <a:cubicBezTo>
                    <a:pt x="101" y="114"/>
                    <a:pt x="1" y="181"/>
                    <a:pt x="1" y="181"/>
                  </a:cubicBezTo>
                  <a:lnTo>
                    <a:pt x="134" y="414"/>
                  </a:lnTo>
                  <a:cubicBezTo>
                    <a:pt x="134" y="414"/>
                    <a:pt x="334" y="448"/>
                    <a:pt x="501" y="481"/>
                  </a:cubicBezTo>
                  <a:cubicBezTo>
                    <a:pt x="557" y="492"/>
                    <a:pt x="631" y="496"/>
                    <a:pt x="705" y="496"/>
                  </a:cubicBezTo>
                  <a:cubicBezTo>
                    <a:pt x="853" y="496"/>
                    <a:pt x="1001" y="481"/>
                    <a:pt x="1001" y="481"/>
                  </a:cubicBezTo>
                  <a:cubicBezTo>
                    <a:pt x="1035" y="448"/>
                    <a:pt x="1101" y="247"/>
                    <a:pt x="1035" y="247"/>
                  </a:cubicBezTo>
                  <a:cubicBezTo>
                    <a:pt x="1035" y="247"/>
                    <a:pt x="801" y="81"/>
                    <a:pt x="601" y="14"/>
                  </a:cubicBezTo>
                  <a:cubicBezTo>
                    <a:pt x="565" y="5"/>
                    <a:pt x="530" y="1"/>
                    <a:pt x="4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11" name="Google Shape;3411;p28"/>
            <p:cNvSpPr/>
            <p:nvPr/>
          </p:nvSpPr>
          <p:spPr>
            <a:xfrm>
              <a:off x="4985400" y="4788025"/>
              <a:ext cx="31700" cy="11700"/>
            </a:xfrm>
            <a:custGeom>
              <a:avLst/>
              <a:gdLst/>
              <a:ahLst/>
              <a:cxnLst/>
              <a:rect l="l" t="t" r="r" b="b"/>
              <a:pathLst>
                <a:path w="1268" h="468" extrusionOk="0">
                  <a:moveTo>
                    <a:pt x="634" y="1"/>
                  </a:moveTo>
                  <a:cubicBezTo>
                    <a:pt x="501" y="1"/>
                    <a:pt x="334" y="68"/>
                    <a:pt x="234" y="134"/>
                  </a:cubicBezTo>
                  <a:cubicBezTo>
                    <a:pt x="100" y="168"/>
                    <a:pt x="0" y="268"/>
                    <a:pt x="0" y="268"/>
                  </a:cubicBezTo>
                  <a:lnTo>
                    <a:pt x="134" y="468"/>
                  </a:lnTo>
                  <a:lnTo>
                    <a:pt x="634" y="468"/>
                  </a:lnTo>
                  <a:cubicBezTo>
                    <a:pt x="768" y="468"/>
                    <a:pt x="934" y="435"/>
                    <a:pt x="1068" y="401"/>
                  </a:cubicBezTo>
                  <a:cubicBezTo>
                    <a:pt x="1168" y="335"/>
                    <a:pt x="1268" y="268"/>
                    <a:pt x="1268" y="268"/>
                  </a:cubicBezTo>
                  <a:lnTo>
                    <a:pt x="1168" y="68"/>
                  </a:lnTo>
                  <a:lnTo>
                    <a:pt x="1001" y="68"/>
                  </a:lnTo>
                  <a:cubicBezTo>
                    <a:pt x="901" y="68"/>
                    <a:pt x="768" y="1"/>
                    <a:pt x="6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12" name="Google Shape;3412;p28"/>
            <p:cNvSpPr/>
            <p:nvPr/>
          </p:nvSpPr>
          <p:spPr>
            <a:xfrm>
              <a:off x="4986225" y="4769700"/>
              <a:ext cx="23375" cy="12525"/>
            </a:xfrm>
            <a:custGeom>
              <a:avLst/>
              <a:gdLst/>
              <a:ahLst/>
              <a:cxnLst/>
              <a:rect l="l" t="t" r="r" b="b"/>
              <a:pathLst>
                <a:path w="935" h="501" extrusionOk="0">
                  <a:moveTo>
                    <a:pt x="434" y="0"/>
                  </a:moveTo>
                  <a:cubicBezTo>
                    <a:pt x="268" y="0"/>
                    <a:pt x="1" y="100"/>
                    <a:pt x="1" y="100"/>
                  </a:cubicBezTo>
                  <a:lnTo>
                    <a:pt x="1" y="367"/>
                  </a:lnTo>
                  <a:cubicBezTo>
                    <a:pt x="1" y="367"/>
                    <a:pt x="301" y="500"/>
                    <a:pt x="468" y="500"/>
                  </a:cubicBezTo>
                  <a:cubicBezTo>
                    <a:pt x="668" y="500"/>
                    <a:pt x="935" y="334"/>
                    <a:pt x="935" y="334"/>
                  </a:cubicBezTo>
                  <a:cubicBezTo>
                    <a:pt x="935" y="300"/>
                    <a:pt x="901" y="67"/>
                    <a:pt x="835" y="33"/>
                  </a:cubicBezTo>
                  <a:cubicBezTo>
                    <a:pt x="835" y="33"/>
                    <a:pt x="601" y="0"/>
                    <a:pt x="4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13" name="Google Shape;3413;p28"/>
            <p:cNvSpPr/>
            <p:nvPr/>
          </p:nvSpPr>
          <p:spPr>
            <a:xfrm>
              <a:off x="4993725" y="4816150"/>
              <a:ext cx="31725" cy="13600"/>
            </a:xfrm>
            <a:custGeom>
              <a:avLst/>
              <a:gdLst/>
              <a:ahLst/>
              <a:cxnLst/>
              <a:rect l="l" t="t" r="r" b="b"/>
              <a:pathLst>
                <a:path w="1269" h="544" extrusionOk="0">
                  <a:moveTo>
                    <a:pt x="803" y="1"/>
                  </a:moveTo>
                  <a:cubicBezTo>
                    <a:pt x="746" y="1"/>
                    <a:pt x="688" y="3"/>
                    <a:pt x="635" y="10"/>
                  </a:cubicBezTo>
                  <a:cubicBezTo>
                    <a:pt x="501" y="43"/>
                    <a:pt x="335" y="110"/>
                    <a:pt x="234" y="177"/>
                  </a:cubicBezTo>
                  <a:cubicBezTo>
                    <a:pt x="101" y="277"/>
                    <a:pt x="1" y="344"/>
                    <a:pt x="1" y="344"/>
                  </a:cubicBezTo>
                  <a:lnTo>
                    <a:pt x="134" y="544"/>
                  </a:lnTo>
                  <a:cubicBezTo>
                    <a:pt x="134" y="544"/>
                    <a:pt x="234" y="510"/>
                    <a:pt x="335" y="510"/>
                  </a:cubicBezTo>
                  <a:cubicBezTo>
                    <a:pt x="385" y="494"/>
                    <a:pt x="451" y="494"/>
                    <a:pt x="514" y="494"/>
                  </a:cubicBezTo>
                  <a:cubicBezTo>
                    <a:pt x="576" y="494"/>
                    <a:pt x="635" y="494"/>
                    <a:pt x="668" y="477"/>
                  </a:cubicBezTo>
                  <a:cubicBezTo>
                    <a:pt x="902" y="444"/>
                    <a:pt x="1269" y="277"/>
                    <a:pt x="1269" y="277"/>
                  </a:cubicBezTo>
                  <a:cubicBezTo>
                    <a:pt x="1269" y="277"/>
                    <a:pt x="1235" y="43"/>
                    <a:pt x="1269" y="43"/>
                  </a:cubicBezTo>
                  <a:cubicBezTo>
                    <a:pt x="1269" y="43"/>
                    <a:pt x="1034" y="1"/>
                    <a:pt x="8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14" name="Google Shape;3414;p28"/>
            <p:cNvSpPr/>
            <p:nvPr/>
          </p:nvSpPr>
          <p:spPr>
            <a:xfrm>
              <a:off x="5013750" y="4835575"/>
              <a:ext cx="31725" cy="16700"/>
            </a:xfrm>
            <a:custGeom>
              <a:avLst/>
              <a:gdLst/>
              <a:ahLst/>
              <a:cxnLst/>
              <a:rect l="l" t="t" r="r" b="b"/>
              <a:pathLst>
                <a:path w="1269" h="668" extrusionOk="0">
                  <a:moveTo>
                    <a:pt x="1068" y="0"/>
                  </a:moveTo>
                  <a:cubicBezTo>
                    <a:pt x="1068" y="0"/>
                    <a:pt x="701" y="0"/>
                    <a:pt x="501" y="67"/>
                  </a:cubicBezTo>
                  <a:cubicBezTo>
                    <a:pt x="401" y="100"/>
                    <a:pt x="234" y="200"/>
                    <a:pt x="167" y="267"/>
                  </a:cubicBezTo>
                  <a:lnTo>
                    <a:pt x="1" y="434"/>
                  </a:lnTo>
                  <a:lnTo>
                    <a:pt x="134" y="667"/>
                  </a:lnTo>
                  <a:cubicBezTo>
                    <a:pt x="134" y="667"/>
                    <a:pt x="201" y="601"/>
                    <a:pt x="334" y="601"/>
                  </a:cubicBezTo>
                  <a:cubicBezTo>
                    <a:pt x="401" y="567"/>
                    <a:pt x="601" y="567"/>
                    <a:pt x="668" y="534"/>
                  </a:cubicBezTo>
                  <a:cubicBezTo>
                    <a:pt x="868" y="434"/>
                    <a:pt x="1201" y="234"/>
                    <a:pt x="1201" y="234"/>
                  </a:cubicBezTo>
                  <a:cubicBezTo>
                    <a:pt x="1268" y="234"/>
                    <a:pt x="1168" y="34"/>
                    <a:pt x="10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15" name="Google Shape;3415;p28"/>
            <p:cNvSpPr/>
            <p:nvPr/>
          </p:nvSpPr>
          <p:spPr>
            <a:xfrm>
              <a:off x="5030425" y="4861425"/>
              <a:ext cx="20875" cy="13375"/>
            </a:xfrm>
            <a:custGeom>
              <a:avLst/>
              <a:gdLst/>
              <a:ahLst/>
              <a:cxnLst/>
              <a:rect l="l" t="t" r="r" b="b"/>
              <a:pathLst>
                <a:path w="835" h="535" extrusionOk="0">
                  <a:moveTo>
                    <a:pt x="801" y="0"/>
                  </a:moveTo>
                  <a:cubicBezTo>
                    <a:pt x="801" y="0"/>
                    <a:pt x="534" y="0"/>
                    <a:pt x="368" y="34"/>
                  </a:cubicBezTo>
                  <a:cubicBezTo>
                    <a:pt x="234" y="134"/>
                    <a:pt x="34" y="301"/>
                    <a:pt x="34" y="301"/>
                  </a:cubicBezTo>
                  <a:cubicBezTo>
                    <a:pt x="1" y="301"/>
                    <a:pt x="101" y="534"/>
                    <a:pt x="101" y="534"/>
                  </a:cubicBezTo>
                  <a:cubicBezTo>
                    <a:pt x="101" y="534"/>
                    <a:pt x="334" y="534"/>
                    <a:pt x="501" y="501"/>
                  </a:cubicBezTo>
                  <a:cubicBezTo>
                    <a:pt x="668" y="467"/>
                    <a:pt x="835" y="234"/>
                    <a:pt x="835" y="234"/>
                  </a:cubicBezTo>
                  <a:cubicBezTo>
                    <a:pt x="835" y="234"/>
                    <a:pt x="801" y="34"/>
                    <a:pt x="8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16" name="Google Shape;3416;p28"/>
            <p:cNvSpPr/>
            <p:nvPr/>
          </p:nvSpPr>
          <p:spPr>
            <a:xfrm>
              <a:off x="5066300" y="4913125"/>
              <a:ext cx="25875" cy="12525"/>
            </a:xfrm>
            <a:custGeom>
              <a:avLst/>
              <a:gdLst/>
              <a:ahLst/>
              <a:cxnLst/>
              <a:rect l="l" t="t" r="r" b="b"/>
              <a:pathLst>
                <a:path w="1035" h="501" extrusionOk="0">
                  <a:moveTo>
                    <a:pt x="500" y="1"/>
                  </a:moveTo>
                  <a:cubicBezTo>
                    <a:pt x="267" y="67"/>
                    <a:pt x="0" y="167"/>
                    <a:pt x="0" y="167"/>
                  </a:cubicBezTo>
                  <a:lnTo>
                    <a:pt x="0" y="434"/>
                  </a:lnTo>
                  <a:cubicBezTo>
                    <a:pt x="0" y="434"/>
                    <a:pt x="334" y="501"/>
                    <a:pt x="534" y="501"/>
                  </a:cubicBezTo>
                  <a:cubicBezTo>
                    <a:pt x="734" y="468"/>
                    <a:pt x="1034" y="334"/>
                    <a:pt x="1034" y="334"/>
                  </a:cubicBezTo>
                  <a:lnTo>
                    <a:pt x="1034" y="101"/>
                  </a:lnTo>
                  <a:cubicBezTo>
                    <a:pt x="1034" y="101"/>
                    <a:pt x="701" y="1"/>
                    <a:pt x="5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17" name="Google Shape;3417;p28"/>
            <p:cNvSpPr/>
            <p:nvPr/>
          </p:nvSpPr>
          <p:spPr>
            <a:xfrm>
              <a:off x="5042100" y="4889775"/>
              <a:ext cx="25875" cy="17025"/>
            </a:xfrm>
            <a:custGeom>
              <a:avLst/>
              <a:gdLst/>
              <a:ahLst/>
              <a:cxnLst/>
              <a:rect l="l" t="t" r="r" b="b"/>
              <a:pathLst>
                <a:path w="1035" h="681" extrusionOk="0">
                  <a:moveTo>
                    <a:pt x="868" y="1"/>
                  </a:moveTo>
                  <a:cubicBezTo>
                    <a:pt x="868" y="1"/>
                    <a:pt x="534" y="67"/>
                    <a:pt x="401" y="167"/>
                  </a:cubicBezTo>
                  <a:cubicBezTo>
                    <a:pt x="334" y="167"/>
                    <a:pt x="234" y="234"/>
                    <a:pt x="167" y="267"/>
                  </a:cubicBezTo>
                  <a:lnTo>
                    <a:pt x="1" y="367"/>
                  </a:lnTo>
                  <a:lnTo>
                    <a:pt x="1" y="601"/>
                  </a:lnTo>
                  <a:cubicBezTo>
                    <a:pt x="1" y="601"/>
                    <a:pt x="67" y="668"/>
                    <a:pt x="201" y="668"/>
                  </a:cubicBezTo>
                  <a:cubicBezTo>
                    <a:pt x="237" y="677"/>
                    <a:pt x="275" y="681"/>
                    <a:pt x="314" y="681"/>
                  </a:cubicBezTo>
                  <a:cubicBezTo>
                    <a:pt x="421" y="681"/>
                    <a:pt x="537" y="650"/>
                    <a:pt x="634" y="601"/>
                  </a:cubicBezTo>
                  <a:cubicBezTo>
                    <a:pt x="868" y="501"/>
                    <a:pt x="1035" y="201"/>
                    <a:pt x="1035" y="201"/>
                  </a:cubicBezTo>
                  <a:cubicBezTo>
                    <a:pt x="1035" y="201"/>
                    <a:pt x="901" y="34"/>
                    <a:pt x="8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18" name="Google Shape;3418;p28"/>
            <p:cNvSpPr/>
            <p:nvPr/>
          </p:nvSpPr>
          <p:spPr>
            <a:xfrm>
              <a:off x="4116450" y="4858075"/>
              <a:ext cx="18375" cy="12550"/>
            </a:xfrm>
            <a:custGeom>
              <a:avLst/>
              <a:gdLst/>
              <a:ahLst/>
              <a:cxnLst/>
              <a:rect l="l" t="t" r="r" b="b"/>
              <a:pathLst>
                <a:path w="735" h="502" extrusionOk="0">
                  <a:moveTo>
                    <a:pt x="334" y="1"/>
                  </a:moveTo>
                  <a:cubicBezTo>
                    <a:pt x="234" y="34"/>
                    <a:pt x="134" y="101"/>
                    <a:pt x="67" y="168"/>
                  </a:cubicBezTo>
                  <a:cubicBezTo>
                    <a:pt x="34" y="234"/>
                    <a:pt x="0" y="301"/>
                    <a:pt x="0" y="301"/>
                  </a:cubicBezTo>
                  <a:lnTo>
                    <a:pt x="134" y="501"/>
                  </a:lnTo>
                  <a:lnTo>
                    <a:pt x="467" y="501"/>
                  </a:lnTo>
                  <a:cubicBezTo>
                    <a:pt x="501" y="501"/>
                    <a:pt x="534" y="468"/>
                    <a:pt x="634" y="435"/>
                  </a:cubicBezTo>
                  <a:cubicBezTo>
                    <a:pt x="701" y="368"/>
                    <a:pt x="734" y="335"/>
                    <a:pt x="734" y="335"/>
                  </a:cubicBezTo>
                  <a:lnTo>
                    <a:pt x="734" y="34"/>
                  </a:lnTo>
                  <a:cubicBezTo>
                    <a:pt x="734" y="34"/>
                    <a:pt x="701" y="34"/>
                    <a:pt x="6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19" name="Google Shape;3419;p28"/>
            <p:cNvSpPr/>
            <p:nvPr/>
          </p:nvSpPr>
          <p:spPr>
            <a:xfrm>
              <a:off x="4125625" y="4868925"/>
              <a:ext cx="16700" cy="16700"/>
            </a:xfrm>
            <a:custGeom>
              <a:avLst/>
              <a:gdLst/>
              <a:ahLst/>
              <a:cxnLst/>
              <a:rect l="l" t="t" r="r" b="b"/>
              <a:pathLst>
                <a:path w="668" h="668" extrusionOk="0">
                  <a:moveTo>
                    <a:pt x="534" y="1"/>
                  </a:moveTo>
                  <a:cubicBezTo>
                    <a:pt x="534" y="1"/>
                    <a:pt x="300" y="67"/>
                    <a:pt x="167" y="167"/>
                  </a:cubicBezTo>
                  <a:cubicBezTo>
                    <a:pt x="34" y="267"/>
                    <a:pt x="0" y="534"/>
                    <a:pt x="0" y="534"/>
                  </a:cubicBezTo>
                  <a:cubicBezTo>
                    <a:pt x="0" y="534"/>
                    <a:pt x="167" y="668"/>
                    <a:pt x="200" y="668"/>
                  </a:cubicBezTo>
                  <a:cubicBezTo>
                    <a:pt x="200" y="668"/>
                    <a:pt x="434" y="568"/>
                    <a:pt x="501" y="501"/>
                  </a:cubicBezTo>
                  <a:cubicBezTo>
                    <a:pt x="601" y="401"/>
                    <a:pt x="667" y="201"/>
                    <a:pt x="667" y="201"/>
                  </a:cubicBezTo>
                  <a:lnTo>
                    <a:pt x="53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20" name="Google Shape;3420;p28"/>
            <p:cNvSpPr/>
            <p:nvPr/>
          </p:nvSpPr>
          <p:spPr>
            <a:xfrm>
              <a:off x="4141450" y="4883100"/>
              <a:ext cx="13375" cy="17550"/>
            </a:xfrm>
            <a:custGeom>
              <a:avLst/>
              <a:gdLst/>
              <a:ahLst/>
              <a:cxnLst/>
              <a:rect l="l" t="t" r="r" b="b"/>
              <a:pathLst>
                <a:path w="535" h="702" extrusionOk="0">
                  <a:moveTo>
                    <a:pt x="301" y="1"/>
                  </a:moveTo>
                  <a:cubicBezTo>
                    <a:pt x="301" y="1"/>
                    <a:pt x="68" y="134"/>
                    <a:pt x="34" y="268"/>
                  </a:cubicBezTo>
                  <a:cubicBezTo>
                    <a:pt x="1" y="368"/>
                    <a:pt x="1" y="634"/>
                    <a:pt x="1" y="634"/>
                  </a:cubicBezTo>
                  <a:cubicBezTo>
                    <a:pt x="1" y="634"/>
                    <a:pt x="201" y="668"/>
                    <a:pt x="234" y="701"/>
                  </a:cubicBezTo>
                  <a:cubicBezTo>
                    <a:pt x="234" y="701"/>
                    <a:pt x="468" y="601"/>
                    <a:pt x="501" y="468"/>
                  </a:cubicBezTo>
                  <a:cubicBezTo>
                    <a:pt x="535" y="334"/>
                    <a:pt x="535" y="101"/>
                    <a:pt x="535" y="101"/>
                  </a:cubicBezTo>
                  <a:lnTo>
                    <a:pt x="3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21" name="Google Shape;3421;p28"/>
            <p:cNvSpPr/>
            <p:nvPr/>
          </p:nvSpPr>
          <p:spPr>
            <a:xfrm>
              <a:off x="4289075" y="4866425"/>
              <a:ext cx="15850" cy="20875"/>
            </a:xfrm>
            <a:custGeom>
              <a:avLst/>
              <a:gdLst/>
              <a:ahLst/>
              <a:cxnLst/>
              <a:rect l="l" t="t" r="r" b="b"/>
              <a:pathLst>
                <a:path w="634" h="835" extrusionOk="0">
                  <a:moveTo>
                    <a:pt x="501" y="1"/>
                  </a:moveTo>
                  <a:lnTo>
                    <a:pt x="334" y="101"/>
                  </a:lnTo>
                  <a:cubicBezTo>
                    <a:pt x="267" y="134"/>
                    <a:pt x="167" y="201"/>
                    <a:pt x="134" y="301"/>
                  </a:cubicBezTo>
                  <a:cubicBezTo>
                    <a:pt x="67" y="468"/>
                    <a:pt x="0" y="668"/>
                    <a:pt x="0" y="668"/>
                  </a:cubicBezTo>
                  <a:cubicBezTo>
                    <a:pt x="0" y="701"/>
                    <a:pt x="167" y="834"/>
                    <a:pt x="167" y="834"/>
                  </a:cubicBezTo>
                  <a:cubicBezTo>
                    <a:pt x="167" y="834"/>
                    <a:pt x="234" y="801"/>
                    <a:pt x="300" y="768"/>
                  </a:cubicBezTo>
                  <a:cubicBezTo>
                    <a:pt x="400" y="668"/>
                    <a:pt x="467" y="634"/>
                    <a:pt x="501" y="534"/>
                  </a:cubicBezTo>
                  <a:cubicBezTo>
                    <a:pt x="601" y="434"/>
                    <a:pt x="634" y="201"/>
                    <a:pt x="634" y="201"/>
                  </a:cubicBezTo>
                  <a:lnTo>
                    <a:pt x="5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22" name="Google Shape;3422;p28"/>
            <p:cNvSpPr/>
            <p:nvPr/>
          </p:nvSpPr>
          <p:spPr>
            <a:xfrm>
              <a:off x="4308250" y="4888100"/>
              <a:ext cx="17525" cy="27550"/>
            </a:xfrm>
            <a:custGeom>
              <a:avLst/>
              <a:gdLst/>
              <a:ahLst/>
              <a:cxnLst/>
              <a:rect l="l" t="t" r="r" b="b"/>
              <a:pathLst>
                <a:path w="701" h="1102" extrusionOk="0">
                  <a:moveTo>
                    <a:pt x="401" y="1"/>
                  </a:moveTo>
                  <a:cubicBezTo>
                    <a:pt x="401" y="1"/>
                    <a:pt x="301" y="268"/>
                    <a:pt x="167" y="434"/>
                  </a:cubicBezTo>
                  <a:cubicBezTo>
                    <a:pt x="134" y="501"/>
                    <a:pt x="67" y="635"/>
                    <a:pt x="34" y="768"/>
                  </a:cubicBezTo>
                  <a:cubicBezTo>
                    <a:pt x="0" y="901"/>
                    <a:pt x="0" y="968"/>
                    <a:pt x="0" y="968"/>
                  </a:cubicBezTo>
                  <a:cubicBezTo>
                    <a:pt x="0" y="968"/>
                    <a:pt x="201" y="1068"/>
                    <a:pt x="301" y="1102"/>
                  </a:cubicBezTo>
                  <a:lnTo>
                    <a:pt x="401" y="968"/>
                  </a:lnTo>
                  <a:cubicBezTo>
                    <a:pt x="467" y="901"/>
                    <a:pt x="567" y="768"/>
                    <a:pt x="634" y="668"/>
                  </a:cubicBezTo>
                  <a:cubicBezTo>
                    <a:pt x="668" y="568"/>
                    <a:pt x="701" y="401"/>
                    <a:pt x="701" y="268"/>
                  </a:cubicBezTo>
                  <a:cubicBezTo>
                    <a:pt x="701" y="134"/>
                    <a:pt x="668" y="1"/>
                    <a:pt x="6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23" name="Google Shape;3423;p28"/>
            <p:cNvSpPr/>
            <p:nvPr/>
          </p:nvSpPr>
          <p:spPr>
            <a:xfrm>
              <a:off x="4326600" y="4920625"/>
              <a:ext cx="14200" cy="20875"/>
            </a:xfrm>
            <a:custGeom>
              <a:avLst/>
              <a:gdLst/>
              <a:ahLst/>
              <a:cxnLst/>
              <a:rect l="l" t="t" r="r" b="b"/>
              <a:pathLst>
                <a:path w="568" h="835" extrusionOk="0">
                  <a:moveTo>
                    <a:pt x="267" y="1"/>
                  </a:moveTo>
                  <a:cubicBezTo>
                    <a:pt x="267" y="1"/>
                    <a:pt x="234" y="34"/>
                    <a:pt x="167" y="134"/>
                  </a:cubicBezTo>
                  <a:cubicBezTo>
                    <a:pt x="134" y="168"/>
                    <a:pt x="67" y="268"/>
                    <a:pt x="67" y="334"/>
                  </a:cubicBezTo>
                  <a:cubicBezTo>
                    <a:pt x="0" y="501"/>
                    <a:pt x="67" y="801"/>
                    <a:pt x="67" y="801"/>
                  </a:cubicBezTo>
                  <a:cubicBezTo>
                    <a:pt x="100" y="801"/>
                    <a:pt x="300" y="835"/>
                    <a:pt x="300" y="835"/>
                  </a:cubicBezTo>
                  <a:cubicBezTo>
                    <a:pt x="300" y="835"/>
                    <a:pt x="501" y="635"/>
                    <a:pt x="567" y="468"/>
                  </a:cubicBezTo>
                  <a:lnTo>
                    <a:pt x="567" y="168"/>
                  </a:lnTo>
                  <a:cubicBezTo>
                    <a:pt x="567" y="101"/>
                    <a:pt x="501" y="1"/>
                    <a:pt x="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24" name="Google Shape;3424;p28"/>
            <p:cNvSpPr/>
            <p:nvPr/>
          </p:nvSpPr>
          <p:spPr>
            <a:xfrm>
              <a:off x="4344100" y="4954825"/>
              <a:ext cx="13375" cy="20025"/>
            </a:xfrm>
            <a:custGeom>
              <a:avLst/>
              <a:gdLst/>
              <a:ahLst/>
              <a:cxnLst/>
              <a:rect l="l" t="t" r="r" b="b"/>
              <a:pathLst>
                <a:path w="535" h="801" extrusionOk="0">
                  <a:moveTo>
                    <a:pt x="168" y="0"/>
                  </a:moveTo>
                  <a:cubicBezTo>
                    <a:pt x="168" y="0"/>
                    <a:pt x="134" y="67"/>
                    <a:pt x="101" y="134"/>
                  </a:cubicBezTo>
                  <a:cubicBezTo>
                    <a:pt x="67" y="234"/>
                    <a:pt x="1" y="267"/>
                    <a:pt x="1" y="334"/>
                  </a:cubicBezTo>
                  <a:cubicBezTo>
                    <a:pt x="1" y="467"/>
                    <a:pt x="67" y="734"/>
                    <a:pt x="67" y="734"/>
                  </a:cubicBezTo>
                  <a:cubicBezTo>
                    <a:pt x="67" y="768"/>
                    <a:pt x="268" y="801"/>
                    <a:pt x="301" y="801"/>
                  </a:cubicBezTo>
                  <a:cubicBezTo>
                    <a:pt x="301" y="801"/>
                    <a:pt x="468" y="634"/>
                    <a:pt x="534" y="467"/>
                  </a:cubicBezTo>
                  <a:cubicBezTo>
                    <a:pt x="534" y="401"/>
                    <a:pt x="468" y="267"/>
                    <a:pt x="468" y="167"/>
                  </a:cubicBezTo>
                  <a:cubicBezTo>
                    <a:pt x="468" y="67"/>
                    <a:pt x="434" y="0"/>
                    <a:pt x="4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25" name="Google Shape;3425;p28"/>
            <p:cNvSpPr/>
            <p:nvPr/>
          </p:nvSpPr>
          <p:spPr>
            <a:xfrm>
              <a:off x="4366625" y="4992350"/>
              <a:ext cx="13375" cy="18375"/>
            </a:xfrm>
            <a:custGeom>
              <a:avLst/>
              <a:gdLst/>
              <a:ahLst/>
              <a:cxnLst/>
              <a:rect l="l" t="t" r="r" b="b"/>
              <a:pathLst>
                <a:path w="535" h="735" extrusionOk="0">
                  <a:moveTo>
                    <a:pt x="201" y="0"/>
                  </a:moveTo>
                  <a:cubicBezTo>
                    <a:pt x="201" y="0"/>
                    <a:pt x="67" y="167"/>
                    <a:pt x="34" y="267"/>
                  </a:cubicBezTo>
                  <a:cubicBezTo>
                    <a:pt x="0" y="401"/>
                    <a:pt x="0" y="634"/>
                    <a:pt x="0" y="634"/>
                  </a:cubicBezTo>
                  <a:cubicBezTo>
                    <a:pt x="34" y="634"/>
                    <a:pt x="201" y="668"/>
                    <a:pt x="234" y="734"/>
                  </a:cubicBezTo>
                  <a:cubicBezTo>
                    <a:pt x="234" y="734"/>
                    <a:pt x="467" y="601"/>
                    <a:pt x="501" y="434"/>
                  </a:cubicBezTo>
                  <a:cubicBezTo>
                    <a:pt x="534" y="301"/>
                    <a:pt x="467" y="0"/>
                    <a:pt x="4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26" name="Google Shape;3426;p28"/>
            <p:cNvSpPr/>
            <p:nvPr/>
          </p:nvSpPr>
          <p:spPr>
            <a:xfrm>
              <a:off x="5492425" y="4233475"/>
              <a:ext cx="16700" cy="18550"/>
            </a:xfrm>
            <a:custGeom>
              <a:avLst/>
              <a:gdLst/>
              <a:ahLst/>
              <a:cxnLst/>
              <a:rect l="l" t="t" r="r" b="b"/>
              <a:pathLst>
                <a:path w="668" h="742" extrusionOk="0">
                  <a:moveTo>
                    <a:pt x="501" y="0"/>
                  </a:moveTo>
                  <a:cubicBezTo>
                    <a:pt x="501" y="0"/>
                    <a:pt x="234" y="100"/>
                    <a:pt x="134" y="234"/>
                  </a:cubicBezTo>
                  <a:cubicBezTo>
                    <a:pt x="67" y="301"/>
                    <a:pt x="34" y="434"/>
                    <a:pt x="1" y="501"/>
                  </a:cubicBezTo>
                  <a:lnTo>
                    <a:pt x="1" y="668"/>
                  </a:lnTo>
                  <a:cubicBezTo>
                    <a:pt x="29" y="668"/>
                    <a:pt x="156" y="741"/>
                    <a:pt x="191" y="741"/>
                  </a:cubicBezTo>
                  <a:cubicBezTo>
                    <a:pt x="197" y="741"/>
                    <a:pt x="201" y="739"/>
                    <a:pt x="201" y="734"/>
                  </a:cubicBezTo>
                  <a:cubicBezTo>
                    <a:pt x="201" y="734"/>
                    <a:pt x="401" y="601"/>
                    <a:pt x="501" y="501"/>
                  </a:cubicBezTo>
                  <a:cubicBezTo>
                    <a:pt x="568" y="434"/>
                    <a:pt x="668" y="167"/>
                    <a:pt x="668" y="167"/>
                  </a:cubicBezTo>
                  <a:lnTo>
                    <a:pt x="5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27" name="Google Shape;3427;p28"/>
            <p:cNvSpPr/>
            <p:nvPr/>
          </p:nvSpPr>
          <p:spPr>
            <a:xfrm>
              <a:off x="5509100" y="4245150"/>
              <a:ext cx="12550" cy="20025"/>
            </a:xfrm>
            <a:custGeom>
              <a:avLst/>
              <a:gdLst/>
              <a:ahLst/>
              <a:cxnLst/>
              <a:rect l="l" t="t" r="r" b="b"/>
              <a:pathLst>
                <a:path w="502" h="801" extrusionOk="0">
                  <a:moveTo>
                    <a:pt x="334" y="0"/>
                  </a:moveTo>
                  <a:cubicBezTo>
                    <a:pt x="268" y="0"/>
                    <a:pt x="67" y="100"/>
                    <a:pt x="67" y="100"/>
                  </a:cubicBezTo>
                  <a:cubicBezTo>
                    <a:pt x="67" y="100"/>
                    <a:pt x="1" y="301"/>
                    <a:pt x="1" y="367"/>
                  </a:cubicBezTo>
                  <a:cubicBezTo>
                    <a:pt x="1" y="467"/>
                    <a:pt x="34" y="668"/>
                    <a:pt x="34" y="668"/>
                  </a:cubicBezTo>
                  <a:lnTo>
                    <a:pt x="234" y="801"/>
                  </a:lnTo>
                  <a:cubicBezTo>
                    <a:pt x="234" y="801"/>
                    <a:pt x="501" y="634"/>
                    <a:pt x="501" y="434"/>
                  </a:cubicBezTo>
                  <a:cubicBezTo>
                    <a:pt x="501" y="334"/>
                    <a:pt x="468" y="201"/>
                    <a:pt x="401" y="134"/>
                  </a:cubicBezTo>
                  <a:cubicBezTo>
                    <a:pt x="368" y="34"/>
                    <a:pt x="334" y="0"/>
                    <a:pt x="3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28" name="Google Shape;3428;p28"/>
            <p:cNvSpPr/>
            <p:nvPr/>
          </p:nvSpPr>
          <p:spPr>
            <a:xfrm>
              <a:off x="5529125" y="4257650"/>
              <a:ext cx="13350" cy="23700"/>
            </a:xfrm>
            <a:custGeom>
              <a:avLst/>
              <a:gdLst/>
              <a:ahLst/>
              <a:cxnLst/>
              <a:rect l="l" t="t" r="r" b="b"/>
              <a:pathLst>
                <a:path w="534" h="948" extrusionOk="0">
                  <a:moveTo>
                    <a:pt x="334" y="1"/>
                  </a:moveTo>
                  <a:cubicBezTo>
                    <a:pt x="334" y="1"/>
                    <a:pt x="100" y="201"/>
                    <a:pt x="34" y="368"/>
                  </a:cubicBezTo>
                  <a:cubicBezTo>
                    <a:pt x="0" y="601"/>
                    <a:pt x="0" y="868"/>
                    <a:pt x="0" y="868"/>
                  </a:cubicBezTo>
                  <a:cubicBezTo>
                    <a:pt x="0" y="917"/>
                    <a:pt x="108" y="948"/>
                    <a:pt x="165" y="948"/>
                  </a:cubicBezTo>
                  <a:cubicBezTo>
                    <a:pt x="186" y="948"/>
                    <a:pt x="200" y="944"/>
                    <a:pt x="200" y="935"/>
                  </a:cubicBezTo>
                  <a:cubicBezTo>
                    <a:pt x="200" y="935"/>
                    <a:pt x="401" y="701"/>
                    <a:pt x="434" y="601"/>
                  </a:cubicBezTo>
                  <a:cubicBezTo>
                    <a:pt x="534" y="434"/>
                    <a:pt x="534" y="134"/>
                    <a:pt x="534" y="134"/>
                  </a:cubicBezTo>
                  <a:cubicBezTo>
                    <a:pt x="534" y="101"/>
                    <a:pt x="334" y="1"/>
                    <a:pt x="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29" name="Google Shape;3429;p28"/>
            <p:cNvSpPr/>
            <p:nvPr/>
          </p:nvSpPr>
          <p:spPr>
            <a:xfrm>
              <a:off x="5651700" y="4281475"/>
              <a:ext cx="16700" cy="12900"/>
            </a:xfrm>
            <a:custGeom>
              <a:avLst/>
              <a:gdLst/>
              <a:ahLst/>
              <a:cxnLst/>
              <a:rect l="l" t="t" r="r" b="b"/>
              <a:pathLst>
                <a:path w="668" h="516" extrusionOk="0">
                  <a:moveTo>
                    <a:pt x="399" y="0"/>
                  </a:moveTo>
                  <a:cubicBezTo>
                    <a:pt x="349" y="0"/>
                    <a:pt x="301" y="4"/>
                    <a:pt x="268" y="15"/>
                  </a:cubicBezTo>
                  <a:cubicBezTo>
                    <a:pt x="134" y="48"/>
                    <a:pt x="1" y="315"/>
                    <a:pt x="1" y="315"/>
                  </a:cubicBezTo>
                  <a:cubicBezTo>
                    <a:pt x="1" y="349"/>
                    <a:pt x="134" y="482"/>
                    <a:pt x="168" y="515"/>
                  </a:cubicBezTo>
                  <a:cubicBezTo>
                    <a:pt x="168" y="515"/>
                    <a:pt x="334" y="515"/>
                    <a:pt x="434" y="482"/>
                  </a:cubicBezTo>
                  <a:cubicBezTo>
                    <a:pt x="534" y="415"/>
                    <a:pt x="668" y="249"/>
                    <a:pt x="668" y="249"/>
                  </a:cubicBezTo>
                  <a:cubicBezTo>
                    <a:pt x="668" y="215"/>
                    <a:pt x="601" y="15"/>
                    <a:pt x="601" y="15"/>
                  </a:cubicBezTo>
                  <a:cubicBezTo>
                    <a:pt x="601" y="15"/>
                    <a:pt x="497" y="0"/>
                    <a:pt x="3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30" name="Google Shape;3430;p28"/>
            <p:cNvSpPr/>
            <p:nvPr/>
          </p:nvSpPr>
          <p:spPr>
            <a:xfrm>
              <a:off x="5655050" y="4311850"/>
              <a:ext cx="17525" cy="20050"/>
            </a:xfrm>
            <a:custGeom>
              <a:avLst/>
              <a:gdLst/>
              <a:ahLst/>
              <a:cxnLst/>
              <a:rect l="l" t="t" r="r" b="b"/>
              <a:pathLst>
                <a:path w="701" h="802" extrusionOk="0">
                  <a:moveTo>
                    <a:pt x="567" y="1"/>
                  </a:moveTo>
                  <a:cubicBezTo>
                    <a:pt x="567" y="1"/>
                    <a:pt x="501" y="1"/>
                    <a:pt x="400" y="34"/>
                  </a:cubicBezTo>
                  <a:cubicBezTo>
                    <a:pt x="334" y="101"/>
                    <a:pt x="234" y="134"/>
                    <a:pt x="167" y="201"/>
                  </a:cubicBezTo>
                  <a:cubicBezTo>
                    <a:pt x="34" y="335"/>
                    <a:pt x="0" y="635"/>
                    <a:pt x="0" y="635"/>
                  </a:cubicBezTo>
                  <a:cubicBezTo>
                    <a:pt x="0" y="668"/>
                    <a:pt x="167" y="768"/>
                    <a:pt x="200" y="802"/>
                  </a:cubicBezTo>
                  <a:cubicBezTo>
                    <a:pt x="200" y="802"/>
                    <a:pt x="467" y="668"/>
                    <a:pt x="534" y="535"/>
                  </a:cubicBezTo>
                  <a:cubicBezTo>
                    <a:pt x="567" y="501"/>
                    <a:pt x="601" y="435"/>
                    <a:pt x="667" y="335"/>
                  </a:cubicBezTo>
                  <a:cubicBezTo>
                    <a:pt x="667" y="268"/>
                    <a:pt x="701" y="201"/>
                    <a:pt x="701" y="201"/>
                  </a:cubicBezTo>
                  <a:lnTo>
                    <a:pt x="56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31" name="Google Shape;3431;p28"/>
            <p:cNvSpPr/>
            <p:nvPr/>
          </p:nvSpPr>
          <p:spPr>
            <a:xfrm>
              <a:off x="5666725" y="4348550"/>
              <a:ext cx="15025" cy="24225"/>
            </a:xfrm>
            <a:custGeom>
              <a:avLst/>
              <a:gdLst/>
              <a:ahLst/>
              <a:cxnLst/>
              <a:rect l="l" t="t" r="r" b="b"/>
              <a:pathLst>
                <a:path w="601" h="969" extrusionOk="0">
                  <a:moveTo>
                    <a:pt x="367" y="1"/>
                  </a:moveTo>
                  <a:cubicBezTo>
                    <a:pt x="367" y="1"/>
                    <a:pt x="334" y="34"/>
                    <a:pt x="267" y="134"/>
                  </a:cubicBezTo>
                  <a:cubicBezTo>
                    <a:pt x="234" y="201"/>
                    <a:pt x="167" y="301"/>
                    <a:pt x="100" y="368"/>
                  </a:cubicBezTo>
                  <a:cubicBezTo>
                    <a:pt x="34" y="534"/>
                    <a:pt x="0" y="868"/>
                    <a:pt x="0" y="868"/>
                  </a:cubicBezTo>
                  <a:lnTo>
                    <a:pt x="200" y="968"/>
                  </a:lnTo>
                  <a:cubicBezTo>
                    <a:pt x="200" y="968"/>
                    <a:pt x="434" y="735"/>
                    <a:pt x="534" y="568"/>
                  </a:cubicBezTo>
                  <a:cubicBezTo>
                    <a:pt x="567" y="501"/>
                    <a:pt x="601" y="368"/>
                    <a:pt x="601" y="234"/>
                  </a:cubicBezTo>
                  <a:lnTo>
                    <a:pt x="601" y="34"/>
                  </a:lnTo>
                  <a:lnTo>
                    <a:pt x="36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32" name="Google Shape;3432;p28"/>
            <p:cNvSpPr/>
            <p:nvPr/>
          </p:nvSpPr>
          <p:spPr>
            <a:xfrm>
              <a:off x="5689225" y="4377750"/>
              <a:ext cx="12550" cy="14200"/>
            </a:xfrm>
            <a:custGeom>
              <a:avLst/>
              <a:gdLst/>
              <a:ahLst/>
              <a:cxnLst/>
              <a:rect l="l" t="t" r="r" b="b"/>
              <a:pathLst>
                <a:path w="502" h="568" extrusionOk="0">
                  <a:moveTo>
                    <a:pt x="134" y="0"/>
                  </a:moveTo>
                  <a:cubicBezTo>
                    <a:pt x="134" y="0"/>
                    <a:pt x="1" y="167"/>
                    <a:pt x="1" y="300"/>
                  </a:cubicBezTo>
                  <a:cubicBezTo>
                    <a:pt x="1" y="400"/>
                    <a:pt x="134" y="567"/>
                    <a:pt x="134" y="567"/>
                  </a:cubicBezTo>
                  <a:lnTo>
                    <a:pt x="368" y="567"/>
                  </a:lnTo>
                  <a:cubicBezTo>
                    <a:pt x="368" y="567"/>
                    <a:pt x="501" y="400"/>
                    <a:pt x="501" y="300"/>
                  </a:cubicBezTo>
                  <a:cubicBezTo>
                    <a:pt x="501" y="167"/>
                    <a:pt x="368" y="0"/>
                    <a:pt x="3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33" name="Google Shape;3433;p28"/>
            <p:cNvSpPr/>
            <p:nvPr/>
          </p:nvSpPr>
          <p:spPr>
            <a:xfrm>
              <a:off x="5727600" y="4400250"/>
              <a:ext cx="12525" cy="15875"/>
            </a:xfrm>
            <a:custGeom>
              <a:avLst/>
              <a:gdLst/>
              <a:ahLst/>
              <a:cxnLst/>
              <a:rect l="l" t="t" r="r" b="b"/>
              <a:pathLst>
                <a:path w="501" h="635" extrusionOk="0">
                  <a:moveTo>
                    <a:pt x="134" y="1"/>
                  </a:moveTo>
                  <a:cubicBezTo>
                    <a:pt x="134" y="1"/>
                    <a:pt x="0" y="234"/>
                    <a:pt x="0" y="334"/>
                  </a:cubicBezTo>
                  <a:cubicBezTo>
                    <a:pt x="0" y="401"/>
                    <a:pt x="67" y="468"/>
                    <a:pt x="100" y="568"/>
                  </a:cubicBezTo>
                  <a:lnTo>
                    <a:pt x="167" y="635"/>
                  </a:lnTo>
                  <a:cubicBezTo>
                    <a:pt x="220" y="635"/>
                    <a:pt x="338" y="592"/>
                    <a:pt x="400" y="592"/>
                  </a:cubicBezTo>
                  <a:cubicBezTo>
                    <a:pt x="415" y="592"/>
                    <a:pt x="427" y="595"/>
                    <a:pt x="434" y="601"/>
                  </a:cubicBezTo>
                  <a:cubicBezTo>
                    <a:pt x="434" y="601"/>
                    <a:pt x="467" y="501"/>
                    <a:pt x="467" y="468"/>
                  </a:cubicBezTo>
                  <a:cubicBezTo>
                    <a:pt x="501" y="434"/>
                    <a:pt x="501" y="334"/>
                    <a:pt x="501" y="301"/>
                  </a:cubicBezTo>
                  <a:cubicBezTo>
                    <a:pt x="501" y="168"/>
                    <a:pt x="401" y="1"/>
                    <a:pt x="4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34" name="Google Shape;3434;p28"/>
            <p:cNvSpPr/>
            <p:nvPr/>
          </p:nvSpPr>
          <p:spPr>
            <a:xfrm>
              <a:off x="5830175" y="3945775"/>
              <a:ext cx="16700" cy="19425"/>
            </a:xfrm>
            <a:custGeom>
              <a:avLst/>
              <a:gdLst/>
              <a:ahLst/>
              <a:cxnLst/>
              <a:rect l="l" t="t" r="r" b="b"/>
              <a:pathLst>
                <a:path w="668" h="777" extrusionOk="0">
                  <a:moveTo>
                    <a:pt x="501" y="0"/>
                  </a:moveTo>
                  <a:cubicBezTo>
                    <a:pt x="501" y="0"/>
                    <a:pt x="234" y="134"/>
                    <a:pt x="134" y="267"/>
                  </a:cubicBezTo>
                  <a:cubicBezTo>
                    <a:pt x="34" y="434"/>
                    <a:pt x="0" y="667"/>
                    <a:pt x="0" y="667"/>
                  </a:cubicBezTo>
                  <a:cubicBezTo>
                    <a:pt x="0" y="722"/>
                    <a:pt x="111" y="776"/>
                    <a:pt x="152" y="776"/>
                  </a:cubicBezTo>
                  <a:cubicBezTo>
                    <a:pt x="161" y="776"/>
                    <a:pt x="167" y="774"/>
                    <a:pt x="167" y="767"/>
                  </a:cubicBezTo>
                  <a:cubicBezTo>
                    <a:pt x="167" y="767"/>
                    <a:pt x="400" y="634"/>
                    <a:pt x="501" y="501"/>
                  </a:cubicBezTo>
                  <a:cubicBezTo>
                    <a:pt x="634" y="434"/>
                    <a:pt x="667" y="167"/>
                    <a:pt x="667" y="167"/>
                  </a:cubicBezTo>
                  <a:lnTo>
                    <a:pt x="5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35" name="Google Shape;3435;p28"/>
            <p:cNvSpPr/>
            <p:nvPr/>
          </p:nvSpPr>
          <p:spPr>
            <a:xfrm>
              <a:off x="5851025" y="3962450"/>
              <a:ext cx="13350" cy="20025"/>
            </a:xfrm>
            <a:custGeom>
              <a:avLst/>
              <a:gdLst/>
              <a:ahLst/>
              <a:cxnLst/>
              <a:rect l="l" t="t" r="r" b="b"/>
              <a:pathLst>
                <a:path w="534" h="801" extrusionOk="0">
                  <a:moveTo>
                    <a:pt x="234" y="0"/>
                  </a:moveTo>
                  <a:cubicBezTo>
                    <a:pt x="234" y="0"/>
                    <a:pt x="67" y="167"/>
                    <a:pt x="33" y="334"/>
                  </a:cubicBezTo>
                  <a:cubicBezTo>
                    <a:pt x="0" y="501"/>
                    <a:pt x="33" y="768"/>
                    <a:pt x="33" y="768"/>
                  </a:cubicBezTo>
                  <a:cubicBezTo>
                    <a:pt x="33" y="768"/>
                    <a:pt x="234" y="801"/>
                    <a:pt x="300" y="801"/>
                  </a:cubicBezTo>
                  <a:cubicBezTo>
                    <a:pt x="300" y="801"/>
                    <a:pt x="467" y="634"/>
                    <a:pt x="501" y="467"/>
                  </a:cubicBezTo>
                  <a:cubicBezTo>
                    <a:pt x="534" y="301"/>
                    <a:pt x="501" y="67"/>
                    <a:pt x="501" y="67"/>
                  </a:cubicBezTo>
                  <a:lnTo>
                    <a:pt x="2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36" name="Google Shape;3436;p28"/>
            <p:cNvSpPr/>
            <p:nvPr/>
          </p:nvSpPr>
          <p:spPr>
            <a:xfrm>
              <a:off x="5875200" y="3987475"/>
              <a:ext cx="13375" cy="24425"/>
            </a:xfrm>
            <a:custGeom>
              <a:avLst/>
              <a:gdLst/>
              <a:ahLst/>
              <a:cxnLst/>
              <a:rect l="l" t="t" r="r" b="b"/>
              <a:pathLst>
                <a:path w="535" h="977" extrusionOk="0">
                  <a:moveTo>
                    <a:pt x="334" y="0"/>
                  </a:moveTo>
                  <a:cubicBezTo>
                    <a:pt x="334" y="0"/>
                    <a:pt x="101" y="267"/>
                    <a:pt x="34" y="434"/>
                  </a:cubicBezTo>
                  <a:cubicBezTo>
                    <a:pt x="1" y="600"/>
                    <a:pt x="1" y="934"/>
                    <a:pt x="1" y="934"/>
                  </a:cubicBezTo>
                  <a:cubicBezTo>
                    <a:pt x="1" y="934"/>
                    <a:pt x="129" y="977"/>
                    <a:pt x="180" y="977"/>
                  </a:cubicBezTo>
                  <a:cubicBezTo>
                    <a:pt x="193" y="977"/>
                    <a:pt x="201" y="974"/>
                    <a:pt x="201" y="967"/>
                  </a:cubicBezTo>
                  <a:cubicBezTo>
                    <a:pt x="201" y="967"/>
                    <a:pt x="401" y="767"/>
                    <a:pt x="434" y="600"/>
                  </a:cubicBezTo>
                  <a:cubicBezTo>
                    <a:pt x="534" y="434"/>
                    <a:pt x="534" y="133"/>
                    <a:pt x="534" y="133"/>
                  </a:cubicBezTo>
                  <a:cubicBezTo>
                    <a:pt x="534" y="100"/>
                    <a:pt x="334" y="0"/>
                    <a:pt x="3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37" name="Google Shape;3437;p28"/>
            <p:cNvSpPr/>
            <p:nvPr/>
          </p:nvSpPr>
          <p:spPr>
            <a:xfrm>
              <a:off x="6001950" y="3978300"/>
              <a:ext cx="13375" cy="15025"/>
            </a:xfrm>
            <a:custGeom>
              <a:avLst/>
              <a:gdLst/>
              <a:ahLst/>
              <a:cxnLst/>
              <a:rect l="l" t="t" r="r" b="b"/>
              <a:pathLst>
                <a:path w="535" h="601" extrusionOk="0">
                  <a:moveTo>
                    <a:pt x="368" y="0"/>
                  </a:moveTo>
                  <a:cubicBezTo>
                    <a:pt x="368" y="0"/>
                    <a:pt x="168" y="100"/>
                    <a:pt x="101" y="167"/>
                  </a:cubicBezTo>
                  <a:cubicBezTo>
                    <a:pt x="1" y="200"/>
                    <a:pt x="1" y="434"/>
                    <a:pt x="1" y="434"/>
                  </a:cubicBezTo>
                  <a:lnTo>
                    <a:pt x="168" y="601"/>
                  </a:lnTo>
                  <a:cubicBezTo>
                    <a:pt x="168" y="601"/>
                    <a:pt x="368" y="500"/>
                    <a:pt x="468" y="434"/>
                  </a:cubicBezTo>
                  <a:cubicBezTo>
                    <a:pt x="535" y="367"/>
                    <a:pt x="535" y="167"/>
                    <a:pt x="535" y="167"/>
                  </a:cubicBezTo>
                  <a:lnTo>
                    <a:pt x="36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38" name="Google Shape;3438;p28"/>
            <p:cNvSpPr/>
            <p:nvPr/>
          </p:nvSpPr>
          <p:spPr>
            <a:xfrm>
              <a:off x="6006950" y="3997475"/>
              <a:ext cx="16725" cy="25875"/>
            </a:xfrm>
            <a:custGeom>
              <a:avLst/>
              <a:gdLst/>
              <a:ahLst/>
              <a:cxnLst/>
              <a:rect l="l" t="t" r="r" b="b"/>
              <a:pathLst>
                <a:path w="669" h="1035" extrusionOk="0">
                  <a:moveTo>
                    <a:pt x="435" y="0"/>
                  </a:moveTo>
                  <a:cubicBezTo>
                    <a:pt x="435" y="0"/>
                    <a:pt x="168" y="234"/>
                    <a:pt x="101" y="401"/>
                  </a:cubicBezTo>
                  <a:cubicBezTo>
                    <a:pt x="1" y="601"/>
                    <a:pt x="1" y="934"/>
                    <a:pt x="1" y="934"/>
                  </a:cubicBezTo>
                  <a:cubicBezTo>
                    <a:pt x="1" y="934"/>
                    <a:pt x="234" y="1034"/>
                    <a:pt x="268" y="1034"/>
                  </a:cubicBezTo>
                  <a:cubicBezTo>
                    <a:pt x="268" y="1034"/>
                    <a:pt x="501" y="768"/>
                    <a:pt x="601" y="601"/>
                  </a:cubicBezTo>
                  <a:cubicBezTo>
                    <a:pt x="668" y="401"/>
                    <a:pt x="668" y="67"/>
                    <a:pt x="668" y="67"/>
                  </a:cubicBezTo>
                  <a:cubicBezTo>
                    <a:pt x="635" y="67"/>
                    <a:pt x="435" y="0"/>
                    <a:pt x="4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39" name="Google Shape;3439;p28"/>
            <p:cNvSpPr/>
            <p:nvPr/>
          </p:nvSpPr>
          <p:spPr>
            <a:xfrm>
              <a:off x="6027800" y="4031650"/>
              <a:ext cx="15875" cy="21950"/>
            </a:xfrm>
            <a:custGeom>
              <a:avLst/>
              <a:gdLst/>
              <a:ahLst/>
              <a:cxnLst/>
              <a:rect l="l" t="t" r="r" b="b"/>
              <a:pathLst>
                <a:path w="635" h="878" extrusionOk="0">
                  <a:moveTo>
                    <a:pt x="334" y="1"/>
                  </a:moveTo>
                  <a:cubicBezTo>
                    <a:pt x="334" y="1"/>
                    <a:pt x="134" y="201"/>
                    <a:pt x="101" y="368"/>
                  </a:cubicBezTo>
                  <a:cubicBezTo>
                    <a:pt x="1" y="535"/>
                    <a:pt x="68" y="835"/>
                    <a:pt x="68" y="835"/>
                  </a:cubicBezTo>
                  <a:cubicBezTo>
                    <a:pt x="68" y="835"/>
                    <a:pt x="196" y="878"/>
                    <a:pt x="264" y="878"/>
                  </a:cubicBezTo>
                  <a:cubicBezTo>
                    <a:pt x="281" y="878"/>
                    <a:pt x="294" y="875"/>
                    <a:pt x="301" y="868"/>
                  </a:cubicBezTo>
                  <a:cubicBezTo>
                    <a:pt x="301" y="868"/>
                    <a:pt x="501" y="668"/>
                    <a:pt x="568" y="501"/>
                  </a:cubicBezTo>
                  <a:cubicBezTo>
                    <a:pt x="635" y="335"/>
                    <a:pt x="601" y="34"/>
                    <a:pt x="601" y="34"/>
                  </a:cubicBezTo>
                  <a:lnTo>
                    <a:pt x="33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40" name="Google Shape;3440;p28"/>
            <p:cNvSpPr/>
            <p:nvPr/>
          </p:nvSpPr>
          <p:spPr>
            <a:xfrm>
              <a:off x="6051150" y="4057525"/>
              <a:ext cx="12550" cy="27450"/>
            </a:xfrm>
            <a:custGeom>
              <a:avLst/>
              <a:gdLst/>
              <a:ahLst/>
              <a:cxnLst/>
              <a:rect l="l" t="t" r="r" b="b"/>
              <a:pathLst>
                <a:path w="502" h="1098" extrusionOk="0">
                  <a:moveTo>
                    <a:pt x="168" y="0"/>
                  </a:moveTo>
                  <a:cubicBezTo>
                    <a:pt x="168" y="0"/>
                    <a:pt x="1" y="334"/>
                    <a:pt x="1" y="500"/>
                  </a:cubicBezTo>
                  <a:cubicBezTo>
                    <a:pt x="1" y="701"/>
                    <a:pt x="34" y="1034"/>
                    <a:pt x="34" y="1034"/>
                  </a:cubicBezTo>
                  <a:cubicBezTo>
                    <a:pt x="34" y="1071"/>
                    <a:pt x="94" y="1097"/>
                    <a:pt x="154" y="1097"/>
                  </a:cubicBezTo>
                  <a:cubicBezTo>
                    <a:pt x="204" y="1097"/>
                    <a:pt x="253" y="1079"/>
                    <a:pt x="268" y="1034"/>
                  </a:cubicBezTo>
                  <a:cubicBezTo>
                    <a:pt x="268" y="1034"/>
                    <a:pt x="435" y="767"/>
                    <a:pt x="501" y="534"/>
                  </a:cubicBezTo>
                  <a:cubicBezTo>
                    <a:pt x="501" y="334"/>
                    <a:pt x="401" y="0"/>
                    <a:pt x="4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41" name="Google Shape;3441;p28"/>
            <p:cNvSpPr/>
            <p:nvPr/>
          </p:nvSpPr>
          <p:spPr>
            <a:xfrm>
              <a:off x="5872225" y="4481975"/>
              <a:ext cx="338800" cy="231750"/>
            </a:xfrm>
            <a:custGeom>
              <a:avLst/>
              <a:gdLst/>
              <a:ahLst/>
              <a:cxnLst/>
              <a:rect l="l" t="t" r="r" b="b"/>
              <a:pathLst>
                <a:path w="13552" h="9270" extrusionOk="0">
                  <a:moveTo>
                    <a:pt x="4122" y="1"/>
                  </a:moveTo>
                  <a:cubicBezTo>
                    <a:pt x="3389" y="34"/>
                    <a:pt x="2721" y="368"/>
                    <a:pt x="2321" y="835"/>
                  </a:cubicBezTo>
                  <a:cubicBezTo>
                    <a:pt x="2054" y="1035"/>
                    <a:pt x="1887" y="1335"/>
                    <a:pt x="1821" y="1569"/>
                  </a:cubicBezTo>
                  <a:cubicBezTo>
                    <a:pt x="1721" y="1869"/>
                    <a:pt x="1654" y="2136"/>
                    <a:pt x="1554" y="2336"/>
                  </a:cubicBezTo>
                  <a:cubicBezTo>
                    <a:pt x="1454" y="2803"/>
                    <a:pt x="1287" y="3203"/>
                    <a:pt x="1120" y="3470"/>
                  </a:cubicBezTo>
                  <a:cubicBezTo>
                    <a:pt x="953" y="3737"/>
                    <a:pt x="720" y="3837"/>
                    <a:pt x="620" y="3870"/>
                  </a:cubicBezTo>
                  <a:lnTo>
                    <a:pt x="353" y="3870"/>
                  </a:lnTo>
                  <a:cubicBezTo>
                    <a:pt x="345" y="3869"/>
                    <a:pt x="337" y="3868"/>
                    <a:pt x="329" y="3868"/>
                  </a:cubicBezTo>
                  <a:cubicBezTo>
                    <a:pt x="168" y="3868"/>
                    <a:pt x="0" y="4174"/>
                    <a:pt x="286" y="4237"/>
                  </a:cubicBezTo>
                  <a:cubicBezTo>
                    <a:pt x="286" y="4237"/>
                    <a:pt x="320" y="4304"/>
                    <a:pt x="353" y="4304"/>
                  </a:cubicBezTo>
                  <a:lnTo>
                    <a:pt x="653" y="4304"/>
                  </a:lnTo>
                  <a:cubicBezTo>
                    <a:pt x="887" y="4304"/>
                    <a:pt x="1287" y="4070"/>
                    <a:pt x="1487" y="3737"/>
                  </a:cubicBezTo>
                  <a:cubicBezTo>
                    <a:pt x="1721" y="3403"/>
                    <a:pt x="1887" y="3003"/>
                    <a:pt x="2054" y="2536"/>
                  </a:cubicBezTo>
                  <a:cubicBezTo>
                    <a:pt x="2288" y="2069"/>
                    <a:pt x="2388" y="1569"/>
                    <a:pt x="2788" y="1235"/>
                  </a:cubicBezTo>
                  <a:cubicBezTo>
                    <a:pt x="3155" y="901"/>
                    <a:pt x="3655" y="668"/>
                    <a:pt x="4189" y="668"/>
                  </a:cubicBezTo>
                  <a:cubicBezTo>
                    <a:pt x="4689" y="668"/>
                    <a:pt x="5290" y="901"/>
                    <a:pt x="5557" y="1335"/>
                  </a:cubicBezTo>
                  <a:cubicBezTo>
                    <a:pt x="5890" y="1735"/>
                    <a:pt x="5990" y="2369"/>
                    <a:pt x="6157" y="3003"/>
                  </a:cubicBezTo>
                  <a:cubicBezTo>
                    <a:pt x="6357" y="3637"/>
                    <a:pt x="6724" y="4337"/>
                    <a:pt x="7491" y="4537"/>
                  </a:cubicBezTo>
                  <a:cubicBezTo>
                    <a:pt x="7607" y="4579"/>
                    <a:pt x="7732" y="4598"/>
                    <a:pt x="7858" y="4598"/>
                  </a:cubicBezTo>
                  <a:cubicBezTo>
                    <a:pt x="8135" y="4598"/>
                    <a:pt x="8420" y="4508"/>
                    <a:pt x="8626" y="4371"/>
                  </a:cubicBezTo>
                  <a:cubicBezTo>
                    <a:pt x="8792" y="4237"/>
                    <a:pt x="8892" y="4171"/>
                    <a:pt x="9026" y="4037"/>
                  </a:cubicBezTo>
                  <a:lnTo>
                    <a:pt x="9126" y="3970"/>
                  </a:lnTo>
                  <a:lnTo>
                    <a:pt x="9159" y="3904"/>
                  </a:lnTo>
                  <a:lnTo>
                    <a:pt x="9326" y="3804"/>
                  </a:lnTo>
                  <a:cubicBezTo>
                    <a:pt x="9793" y="3403"/>
                    <a:pt x="10227" y="3070"/>
                    <a:pt x="10794" y="3070"/>
                  </a:cubicBezTo>
                  <a:cubicBezTo>
                    <a:pt x="10827" y="3059"/>
                    <a:pt x="10868" y="3055"/>
                    <a:pt x="10912" y="3055"/>
                  </a:cubicBezTo>
                  <a:cubicBezTo>
                    <a:pt x="11001" y="3055"/>
                    <a:pt x="11105" y="3070"/>
                    <a:pt x="11194" y="3070"/>
                  </a:cubicBezTo>
                  <a:cubicBezTo>
                    <a:pt x="11328" y="3070"/>
                    <a:pt x="11461" y="3136"/>
                    <a:pt x="11561" y="3170"/>
                  </a:cubicBezTo>
                  <a:cubicBezTo>
                    <a:pt x="11828" y="3303"/>
                    <a:pt x="12028" y="3403"/>
                    <a:pt x="12161" y="3637"/>
                  </a:cubicBezTo>
                  <a:cubicBezTo>
                    <a:pt x="12428" y="4037"/>
                    <a:pt x="12428" y="4571"/>
                    <a:pt x="12495" y="5171"/>
                  </a:cubicBezTo>
                  <a:cubicBezTo>
                    <a:pt x="12528" y="6305"/>
                    <a:pt x="12628" y="7339"/>
                    <a:pt x="12829" y="8040"/>
                  </a:cubicBezTo>
                  <a:cubicBezTo>
                    <a:pt x="12895" y="8407"/>
                    <a:pt x="12995" y="8707"/>
                    <a:pt x="13062" y="8874"/>
                  </a:cubicBezTo>
                  <a:cubicBezTo>
                    <a:pt x="13162" y="9074"/>
                    <a:pt x="13196" y="9174"/>
                    <a:pt x="13196" y="9174"/>
                  </a:cubicBezTo>
                  <a:cubicBezTo>
                    <a:pt x="13228" y="9239"/>
                    <a:pt x="13279" y="9269"/>
                    <a:pt x="13331" y="9269"/>
                  </a:cubicBezTo>
                  <a:cubicBezTo>
                    <a:pt x="13438" y="9269"/>
                    <a:pt x="13552" y="9143"/>
                    <a:pt x="13529" y="8941"/>
                  </a:cubicBezTo>
                  <a:cubicBezTo>
                    <a:pt x="13529" y="8941"/>
                    <a:pt x="13529" y="8841"/>
                    <a:pt x="13462" y="8674"/>
                  </a:cubicBezTo>
                  <a:cubicBezTo>
                    <a:pt x="13362" y="8507"/>
                    <a:pt x="13329" y="8207"/>
                    <a:pt x="13229" y="7873"/>
                  </a:cubicBezTo>
                  <a:cubicBezTo>
                    <a:pt x="13062" y="7206"/>
                    <a:pt x="13029" y="6205"/>
                    <a:pt x="13029" y="5071"/>
                  </a:cubicBezTo>
                  <a:cubicBezTo>
                    <a:pt x="12995" y="4537"/>
                    <a:pt x="13029" y="3837"/>
                    <a:pt x="12628" y="3203"/>
                  </a:cubicBezTo>
                  <a:cubicBezTo>
                    <a:pt x="12395" y="2870"/>
                    <a:pt x="12061" y="2636"/>
                    <a:pt x="11728" y="2503"/>
                  </a:cubicBezTo>
                  <a:cubicBezTo>
                    <a:pt x="11561" y="2436"/>
                    <a:pt x="11361" y="2403"/>
                    <a:pt x="11194" y="2369"/>
                  </a:cubicBezTo>
                  <a:cubicBezTo>
                    <a:pt x="11027" y="2369"/>
                    <a:pt x="10827" y="2336"/>
                    <a:pt x="10660" y="2336"/>
                  </a:cubicBezTo>
                  <a:cubicBezTo>
                    <a:pt x="10293" y="2336"/>
                    <a:pt x="9960" y="2436"/>
                    <a:pt x="9626" y="2603"/>
                  </a:cubicBezTo>
                  <a:cubicBezTo>
                    <a:pt x="9293" y="2770"/>
                    <a:pt x="9026" y="2936"/>
                    <a:pt x="8792" y="3170"/>
                  </a:cubicBezTo>
                  <a:lnTo>
                    <a:pt x="8626" y="3270"/>
                  </a:lnTo>
                  <a:lnTo>
                    <a:pt x="8559" y="3337"/>
                  </a:lnTo>
                  <a:cubicBezTo>
                    <a:pt x="8526" y="3337"/>
                    <a:pt x="8526" y="3337"/>
                    <a:pt x="8492" y="3370"/>
                  </a:cubicBezTo>
                  <a:lnTo>
                    <a:pt x="8392" y="3470"/>
                  </a:lnTo>
                  <a:cubicBezTo>
                    <a:pt x="8325" y="3570"/>
                    <a:pt x="8192" y="3670"/>
                    <a:pt x="8125" y="3704"/>
                  </a:cubicBezTo>
                  <a:cubicBezTo>
                    <a:pt x="7970" y="3792"/>
                    <a:pt x="7844" y="3822"/>
                    <a:pt x="7727" y="3822"/>
                  </a:cubicBezTo>
                  <a:cubicBezTo>
                    <a:pt x="7669" y="3822"/>
                    <a:pt x="7614" y="3815"/>
                    <a:pt x="7558" y="3804"/>
                  </a:cubicBezTo>
                  <a:cubicBezTo>
                    <a:pt x="7391" y="3737"/>
                    <a:pt x="7225" y="3637"/>
                    <a:pt x="7058" y="3403"/>
                  </a:cubicBezTo>
                  <a:cubicBezTo>
                    <a:pt x="6958" y="3203"/>
                    <a:pt x="6824" y="2970"/>
                    <a:pt x="6724" y="2703"/>
                  </a:cubicBezTo>
                  <a:cubicBezTo>
                    <a:pt x="6557" y="2202"/>
                    <a:pt x="6491" y="1502"/>
                    <a:pt x="6024" y="868"/>
                  </a:cubicBezTo>
                  <a:cubicBezTo>
                    <a:pt x="5557" y="234"/>
                    <a:pt x="4823" y="1"/>
                    <a:pt x="41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42" name="Google Shape;3442;p28"/>
            <p:cNvSpPr/>
            <p:nvPr/>
          </p:nvSpPr>
          <p:spPr>
            <a:xfrm>
              <a:off x="5973600" y="4518675"/>
              <a:ext cx="22550" cy="12525"/>
            </a:xfrm>
            <a:custGeom>
              <a:avLst/>
              <a:gdLst/>
              <a:ahLst/>
              <a:cxnLst/>
              <a:rect l="l" t="t" r="r" b="b"/>
              <a:pathLst>
                <a:path w="902" h="501" extrusionOk="0">
                  <a:moveTo>
                    <a:pt x="601" y="1"/>
                  </a:moveTo>
                  <a:cubicBezTo>
                    <a:pt x="551" y="17"/>
                    <a:pt x="509" y="17"/>
                    <a:pt x="468" y="17"/>
                  </a:cubicBezTo>
                  <a:cubicBezTo>
                    <a:pt x="426" y="17"/>
                    <a:pt x="384" y="17"/>
                    <a:pt x="334" y="34"/>
                  </a:cubicBezTo>
                  <a:cubicBezTo>
                    <a:pt x="301" y="34"/>
                    <a:pt x="234" y="67"/>
                    <a:pt x="134" y="101"/>
                  </a:cubicBezTo>
                  <a:cubicBezTo>
                    <a:pt x="67" y="134"/>
                    <a:pt x="1" y="201"/>
                    <a:pt x="1" y="201"/>
                  </a:cubicBezTo>
                  <a:lnTo>
                    <a:pt x="1" y="434"/>
                  </a:lnTo>
                  <a:cubicBezTo>
                    <a:pt x="1" y="434"/>
                    <a:pt x="101" y="434"/>
                    <a:pt x="167" y="501"/>
                  </a:cubicBezTo>
                  <a:lnTo>
                    <a:pt x="501" y="501"/>
                  </a:lnTo>
                  <a:cubicBezTo>
                    <a:pt x="668" y="401"/>
                    <a:pt x="901" y="201"/>
                    <a:pt x="901" y="201"/>
                  </a:cubicBezTo>
                  <a:lnTo>
                    <a:pt x="76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43" name="Google Shape;3443;p28"/>
            <p:cNvSpPr/>
            <p:nvPr/>
          </p:nvSpPr>
          <p:spPr>
            <a:xfrm>
              <a:off x="5977775" y="4536200"/>
              <a:ext cx="28375" cy="16700"/>
            </a:xfrm>
            <a:custGeom>
              <a:avLst/>
              <a:gdLst/>
              <a:ahLst/>
              <a:cxnLst/>
              <a:rect l="l" t="t" r="r" b="b"/>
              <a:pathLst>
                <a:path w="1135" h="668" extrusionOk="0">
                  <a:moveTo>
                    <a:pt x="1068" y="0"/>
                  </a:moveTo>
                  <a:lnTo>
                    <a:pt x="1068" y="0"/>
                  </a:lnTo>
                  <a:cubicBezTo>
                    <a:pt x="1068" y="0"/>
                    <a:pt x="968" y="33"/>
                    <a:pt x="834" y="33"/>
                  </a:cubicBezTo>
                  <a:cubicBezTo>
                    <a:pt x="768" y="67"/>
                    <a:pt x="601" y="67"/>
                    <a:pt x="501" y="134"/>
                  </a:cubicBezTo>
                  <a:cubicBezTo>
                    <a:pt x="301" y="200"/>
                    <a:pt x="0" y="400"/>
                    <a:pt x="0" y="400"/>
                  </a:cubicBezTo>
                  <a:cubicBezTo>
                    <a:pt x="0" y="467"/>
                    <a:pt x="101" y="667"/>
                    <a:pt x="101" y="667"/>
                  </a:cubicBezTo>
                  <a:cubicBezTo>
                    <a:pt x="101" y="667"/>
                    <a:pt x="434" y="667"/>
                    <a:pt x="634" y="567"/>
                  </a:cubicBezTo>
                  <a:cubicBezTo>
                    <a:pt x="768" y="534"/>
                    <a:pt x="901" y="467"/>
                    <a:pt x="968" y="367"/>
                  </a:cubicBezTo>
                  <a:cubicBezTo>
                    <a:pt x="1068" y="334"/>
                    <a:pt x="1135" y="234"/>
                    <a:pt x="1135" y="234"/>
                  </a:cubicBezTo>
                  <a:cubicBezTo>
                    <a:pt x="1135" y="234"/>
                    <a:pt x="1001" y="67"/>
                    <a:pt x="10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44" name="Google Shape;3444;p28"/>
            <p:cNvSpPr/>
            <p:nvPr/>
          </p:nvSpPr>
          <p:spPr>
            <a:xfrm>
              <a:off x="5984450" y="4558700"/>
              <a:ext cx="25025" cy="20875"/>
            </a:xfrm>
            <a:custGeom>
              <a:avLst/>
              <a:gdLst/>
              <a:ahLst/>
              <a:cxnLst/>
              <a:rect l="l" t="t" r="r" b="b"/>
              <a:pathLst>
                <a:path w="1001" h="835" extrusionOk="0">
                  <a:moveTo>
                    <a:pt x="834" y="1"/>
                  </a:moveTo>
                  <a:cubicBezTo>
                    <a:pt x="834" y="1"/>
                    <a:pt x="701" y="34"/>
                    <a:pt x="634" y="101"/>
                  </a:cubicBezTo>
                  <a:cubicBezTo>
                    <a:pt x="534" y="134"/>
                    <a:pt x="401" y="168"/>
                    <a:pt x="334" y="268"/>
                  </a:cubicBezTo>
                  <a:cubicBezTo>
                    <a:pt x="234" y="301"/>
                    <a:pt x="200" y="434"/>
                    <a:pt x="134" y="468"/>
                  </a:cubicBezTo>
                  <a:lnTo>
                    <a:pt x="0" y="601"/>
                  </a:lnTo>
                  <a:lnTo>
                    <a:pt x="34" y="835"/>
                  </a:lnTo>
                  <a:cubicBezTo>
                    <a:pt x="34" y="818"/>
                    <a:pt x="67" y="818"/>
                    <a:pt x="117" y="818"/>
                  </a:cubicBezTo>
                  <a:cubicBezTo>
                    <a:pt x="167" y="818"/>
                    <a:pt x="234" y="818"/>
                    <a:pt x="301" y="801"/>
                  </a:cubicBezTo>
                  <a:cubicBezTo>
                    <a:pt x="401" y="768"/>
                    <a:pt x="567" y="701"/>
                    <a:pt x="667" y="635"/>
                  </a:cubicBezTo>
                  <a:cubicBezTo>
                    <a:pt x="801" y="534"/>
                    <a:pt x="868" y="434"/>
                    <a:pt x="901" y="334"/>
                  </a:cubicBezTo>
                  <a:lnTo>
                    <a:pt x="1001" y="168"/>
                  </a:lnTo>
                  <a:cubicBezTo>
                    <a:pt x="1001" y="168"/>
                    <a:pt x="868" y="1"/>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45" name="Google Shape;3445;p28"/>
            <p:cNvSpPr/>
            <p:nvPr/>
          </p:nvSpPr>
          <p:spPr>
            <a:xfrm>
              <a:off x="5997800" y="4592075"/>
              <a:ext cx="17525" cy="15850"/>
            </a:xfrm>
            <a:custGeom>
              <a:avLst/>
              <a:gdLst/>
              <a:ahLst/>
              <a:cxnLst/>
              <a:rect l="l" t="t" r="r" b="b"/>
              <a:pathLst>
                <a:path w="701" h="634" extrusionOk="0">
                  <a:moveTo>
                    <a:pt x="534" y="0"/>
                  </a:moveTo>
                  <a:cubicBezTo>
                    <a:pt x="534" y="0"/>
                    <a:pt x="500" y="33"/>
                    <a:pt x="434" y="33"/>
                  </a:cubicBezTo>
                  <a:cubicBezTo>
                    <a:pt x="334" y="100"/>
                    <a:pt x="267" y="100"/>
                    <a:pt x="200" y="133"/>
                  </a:cubicBezTo>
                  <a:lnTo>
                    <a:pt x="0" y="334"/>
                  </a:lnTo>
                  <a:lnTo>
                    <a:pt x="0" y="600"/>
                  </a:lnTo>
                  <a:cubicBezTo>
                    <a:pt x="0" y="600"/>
                    <a:pt x="33" y="634"/>
                    <a:pt x="167" y="634"/>
                  </a:cubicBezTo>
                  <a:cubicBezTo>
                    <a:pt x="300" y="634"/>
                    <a:pt x="367" y="600"/>
                    <a:pt x="467" y="567"/>
                  </a:cubicBezTo>
                  <a:cubicBezTo>
                    <a:pt x="500" y="500"/>
                    <a:pt x="600" y="434"/>
                    <a:pt x="634" y="334"/>
                  </a:cubicBezTo>
                  <a:cubicBezTo>
                    <a:pt x="667" y="267"/>
                    <a:pt x="701" y="234"/>
                    <a:pt x="701" y="234"/>
                  </a:cubicBezTo>
                  <a:cubicBezTo>
                    <a:pt x="701" y="234"/>
                    <a:pt x="534" y="67"/>
                    <a:pt x="5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46" name="Google Shape;3446;p28"/>
            <p:cNvSpPr/>
            <p:nvPr/>
          </p:nvSpPr>
          <p:spPr>
            <a:xfrm>
              <a:off x="6139550" y="4575225"/>
              <a:ext cx="16700" cy="12700"/>
            </a:xfrm>
            <a:custGeom>
              <a:avLst/>
              <a:gdLst/>
              <a:ahLst/>
              <a:cxnLst/>
              <a:rect l="l" t="t" r="r" b="b"/>
              <a:pathLst>
                <a:path w="668" h="508" extrusionOk="0">
                  <a:moveTo>
                    <a:pt x="295" y="0"/>
                  </a:moveTo>
                  <a:cubicBezTo>
                    <a:pt x="274" y="0"/>
                    <a:pt x="253" y="2"/>
                    <a:pt x="234" y="7"/>
                  </a:cubicBezTo>
                  <a:cubicBezTo>
                    <a:pt x="201" y="7"/>
                    <a:pt x="134" y="40"/>
                    <a:pt x="67" y="107"/>
                  </a:cubicBezTo>
                  <a:lnTo>
                    <a:pt x="1" y="174"/>
                  </a:lnTo>
                  <a:lnTo>
                    <a:pt x="1" y="441"/>
                  </a:lnTo>
                  <a:cubicBezTo>
                    <a:pt x="1" y="441"/>
                    <a:pt x="34" y="474"/>
                    <a:pt x="134" y="474"/>
                  </a:cubicBezTo>
                  <a:cubicBezTo>
                    <a:pt x="201" y="507"/>
                    <a:pt x="301" y="507"/>
                    <a:pt x="368" y="507"/>
                  </a:cubicBezTo>
                  <a:cubicBezTo>
                    <a:pt x="501" y="474"/>
                    <a:pt x="668" y="307"/>
                    <a:pt x="668" y="307"/>
                  </a:cubicBezTo>
                  <a:cubicBezTo>
                    <a:pt x="668" y="274"/>
                    <a:pt x="635" y="107"/>
                    <a:pt x="568" y="74"/>
                  </a:cubicBezTo>
                  <a:cubicBezTo>
                    <a:pt x="568" y="74"/>
                    <a:pt x="421" y="0"/>
                    <a:pt x="2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47" name="Google Shape;3447;p28"/>
            <p:cNvSpPr/>
            <p:nvPr/>
          </p:nvSpPr>
          <p:spPr>
            <a:xfrm>
              <a:off x="6140400" y="4603750"/>
              <a:ext cx="30875" cy="15850"/>
            </a:xfrm>
            <a:custGeom>
              <a:avLst/>
              <a:gdLst/>
              <a:ahLst/>
              <a:cxnLst/>
              <a:rect l="l" t="t" r="r" b="b"/>
              <a:pathLst>
                <a:path w="1235" h="634" extrusionOk="0">
                  <a:moveTo>
                    <a:pt x="1134" y="0"/>
                  </a:moveTo>
                  <a:cubicBezTo>
                    <a:pt x="1134" y="0"/>
                    <a:pt x="1134" y="0"/>
                    <a:pt x="1134" y="0"/>
                  </a:cubicBezTo>
                  <a:lnTo>
                    <a:pt x="1134" y="0"/>
                  </a:lnTo>
                  <a:cubicBezTo>
                    <a:pt x="1134" y="0"/>
                    <a:pt x="1134" y="0"/>
                    <a:pt x="1134" y="0"/>
                  </a:cubicBezTo>
                  <a:close/>
                  <a:moveTo>
                    <a:pt x="1134" y="0"/>
                  </a:moveTo>
                  <a:cubicBezTo>
                    <a:pt x="1132" y="0"/>
                    <a:pt x="1065" y="1"/>
                    <a:pt x="934" y="33"/>
                  </a:cubicBezTo>
                  <a:cubicBezTo>
                    <a:pt x="801" y="67"/>
                    <a:pt x="634" y="67"/>
                    <a:pt x="567" y="133"/>
                  </a:cubicBezTo>
                  <a:cubicBezTo>
                    <a:pt x="467" y="133"/>
                    <a:pt x="334" y="200"/>
                    <a:pt x="234" y="267"/>
                  </a:cubicBezTo>
                  <a:cubicBezTo>
                    <a:pt x="100" y="300"/>
                    <a:pt x="0" y="334"/>
                    <a:pt x="0" y="334"/>
                  </a:cubicBezTo>
                  <a:lnTo>
                    <a:pt x="0" y="600"/>
                  </a:lnTo>
                  <a:cubicBezTo>
                    <a:pt x="0" y="600"/>
                    <a:pt x="134" y="634"/>
                    <a:pt x="267" y="634"/>
                  </a:cubicBezTo>
                  <a:cubicBezTo>
                    <a:pt x="400" y="634"/>
                    <a:pt x="567" y="634"/>
                    <a:pt x="667" y="600"/>
                  </a:cubicBezTo>
                  <a:cubicBezTo>
                    <a:pt x="801" y="534"/>
                    <a:pt x="934" y="467"/>
                    <a:pt x="1068" y="367"/>
                  </a:cubicBezTo>
                  <a:lnTo>
                    <a:pt x="1234" y="200"/>
                  </a:lnTo>
                  <a:cubicBezTo>
                    <a:pt x="1234" y="167"/>
                    <a:pt x="1101" y="0"/>
                    <a:pt x="11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48" name="Google Shape;3448;p28"/>
            <p:cNvSpPr/>
            <p:nvPr/>
          </p:nvSpPr>
          <p:spPr>
            <a:xfrm>
              <a:off x="6142900" y="4627925"/>
              <a:ext cx="22525" cy="15875"/>
            </a:xfrm>
            <a:custGeom>
              <a:avLst/>
              <a:gdLst/>
              <a:ahLst/>
              <a:cxnLst/>
              <a:rect l="l" t="t" r="r" b="b"/>
              <a:pathLst>
                <a:path w="901" h="635" extrusionOk="0">
                  <a:moveTo>
                    <a:pt x="834" y="0"/>
                  </a:moveTo>
                  <a:cubicBezTo>
                    <a:pt x="833" y="0"/>
                    <a:pt x="833" y="0"/>
                    <a:pt x="832" y="1"/>
                  </a:cubicBezTo>
                  <a:lnTo>
                    <a:pt x="832" y="1"/>
                  </a:lnTo>
                  <a:cubicBezTo>
                    <a:pt x="833" y="0"/>
                    <a:pt x="834" y="0"/>
                    <a:pt x="834" y="0"/>
                  </a:cubicBezTo>
                  <a:close/>
                  <a:moveTo>
                    <a:pt x="832" y="1"/>
                  </a:moveTo>
                  <a:cubicBezTo>
                    <a:pt x="806" y="4"/>
                    <a:pt x="526" y="38"/>
                    <a:pt x="367" y="134"/>
                  </a:cubicBezTo>
                  <a:cubicBezTo>
                    <a:pt x="334" y="167"/>
                    <a:pt x="234" y="234"/>
                    <a:pt x="167" y="301"/>
                  </a:cubicBezTo>
                  <a:cubicBezTo>
                    <a:pt x="67" y="334"/>
                    <a:pt x="34" y="367"/>
                    <a:pt x="34" y="367"/>
                  </a:cubicBezTo>
                  <a:cubicBezTo>
                    <a:pt x="0" y="367"/>
                    <a:pt x="67" y="634"/>
                    <a:pt x="67" y="634"/>
                  </a:cubicBezTo>
                  <a:lnTo>
                    <a:pt x="234" y="634"/>
                  </a:lnTo>
                  <a:cubicBezTo>
                    <a:pt x="367" y="634"/>
                    <a:pt x="501" y="567"/>
                    <a:pt x="567" y="534"/>
                  </a:cubicBezTo>
                  <a:cubicBezTo>
                    <a:pt x="734" y="467"/>
                    <a:pt x="901" y="201"/>
                    <a:pt x="901" y="201"/>
                  </a:cubicBezTo>
                  <a:cubicBezTo>
                    <a:pt x="901" y="168"/>
                    <a:pt x="805" y="7"/>
                    <a:pt x="8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49" name="Google Shape;3449;p28"/>
            <p:cNvSpPr/>
            <p:nvPr/>
          </p:nvSpPr>
          <p:spPr>
            <a:xfrm>
              <a:off x="6152900" y="4650450"/>
              <a:ext cx="25050" cy="14825"/>
            </a:xfrm>
            <a:custGeom>
              <a:avLst/>
              <a:gdLst/>
              <a:ahLst/>
              <a:cxnLst/>
              <a:rect l="l" t="t" r="r" b="b"/>
              <a:pathLst>
                <a:path w="1002" h="593" extrusionOk="0">
                  <a:moveTo>
                    <a:pt x="734" y="0"/>
                  </a:moveTo>
                  <a:cubicBezTo>
                    <a:pt x="634" y="0"/>
                    <a:pt x="501" y="0"/>
                    <a:pt x="434" y="33"/>
                  </a:cubicBezTo>
                  <a:lnTo>
                    <a:pt x="167" y="167"/>
                  </a:lnTo>
                  <a:lnTo>
                    <a:pt x="0" y="267"/>
                  </a:lnTo>
                  <a:lnTo>
                    <a:pt x="0" y="500"/>
                  </a:lnTo>
                  <a:cubicBezTo>
                    <a:pt x="0" y="500"/>
                    <a:pt x="101" y="567"/>
                    <a:pt x="234" y="567"/>
                  </a:cubicBezTo>
                  <a:cubicBezTo>
                    <a:pt x="284" y="584"/>
                    <a:pt x="342" y="592"/>
                    <a:pt x="405" y="592"/>
                  </a:cubicBezTo>
                  <a:cubicBezTo>
                    <a:pt x="467" y="592"/>
                    <a:pt x="534" y="584"/>
                    <a:pt x="601" y="567"/>
                  </a:cubicBezTo>
                  <a:cubicBezTo>
                    <a:pt x="668" y="500"/>
                    <a:pt x="801" y="467"/>
                    <a:pt x="901" y="400"/>
                  </a:cubicBezTo>
                  <a:lnTo>
                    <a:pt x="1001" y="267"/>
                  </a:lnTo>
                  <a:cubicBezTo>
                    <a:pt x="1001" y="267"/>
                    <a:pt x="901" y="100"/>
                    <a:pt x="9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50" name="Google Shape;3450;p28"/>
            <p:cNvSpPr/>
            <p:nvPr/>
          </p:nvSpPr>
          <p:spPr>
            <a:xfrm>
              <a:off x="6152075" y="4687125"/>
              <a:ext cx="23375" cy="12550"/>
            </a:xfrm>
            <a:custGeom>
              <a:avLst/>
              <a:gdLst/>
              <a:ahLst/>
              <a:cxnLst/>
              <a:rect l="l" t="t" r="r" b="b"/>
              <a:pathLst>
                <a:path w="935" h="502" extrusionOk="0">
                  <a:moveTo>
                    <a:pt x="434" y="1"/>
                  </a:moveTo>
                  <a:cubicBezTo>
                    <a:pt x="300" y="34"/>
                    <a:pt x="134" y="101"/>
                    <a:pt x="134" y="101"/>
                  </a:cubicBezTo>
                  <a:lnTo>
                    <a:pt x="0" y="301"/>
                  </a:lnTo>
                  <a:cubicBezTo>
                    <a:pt x="0" y="301"/>
                    <a:pt x="100" y="368"/>
                    <a:pt x="167" y="434"/>
                  </a:cubicBezTo>
                  <a:cubicBezTo>
                    <a:pt x="267" y="501"/>
                    <a:pt x="434" y="501"/>
                    <a:pt x="500" y="501"/>
                  </a:cubicBezTo>
                  <a:cubicBezTo>
                    <a:pt x="601" y="501"/>
                    <a:pt x="701" y="468"/>
                    <a:pt x="801" y="368"/>
                  </a:cubicBezTo>
                  <a:cubicBezTo>
                    <a:pt x="867" y="334"/>
                    <a:pt x="934" y="268"/>
                    <a:pt x="934" y="268"/>
                  </a:cubicBezTo>
                  <a:cubicBezTo>
                    <a:pt x="934" y="268"/>
                    <a:pt x="801" y="101"/>
                    <a:pt x="7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51" name="Google Shape;3451;p28"/>
            <p:cNvSpPr/>
            <p:nvPr/>
          </p:nvSpPr>
          <p:spPr>
            <a:xfrm>
              <a:off x="5454900" y="4794700"/>
              <a:ext cx="22550" cy="12550"/>
            </a:xfrm>
            <a:custGeom>
              <a:avLst/>
              <a:gdLst/>
              <a:ahLst/>
              <a:cxnLst/>
              <a:rect l="l" t="t" r="r" b="b"/>
              <a:pathLst>
                <a:path w="902" h="502" extrusionOk="0">
                  <a:moveTo>
                    <a:pt x="467" y="1"/>
                  </a:moveTo>
                  <a:cubicBezTo>
                    <a:pt x="267" y="1"/>
                    <a:pt x="0" y="134"/>
                    <a:pt x="0" y="134"/>
                  </a:cubicBezTo>
                  <a:lnTo>
                    <a:pt x="0" y="368"/>
                  </a:lnTo>
                  <a:cubicBezTo>
                    <a:pt x="0" y="368"/>
                    <a:pt x="234" y="501"/>
                    <a:pt x="467" y="501"/>
                  </a:cubicBezTo>
                  <a:cubicBezTo>
                    <a:pt x="634" y="501"/>
                    <a:pt x="901" y="368"/>
                    <a:pt x="901" y="368"/>
                  </a:cubicBezTo>
                  <a:lnTo>
                    <a:pt x="901" y="134"/>
                  </a:lnTo>
                  <a:cubicBezTo>
                    <a:pt x="901" y="134"/>
                    <a:pt x="634" y="1"/>
                    <a:pt x="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52" name="Google Shape;3452;p28"/>
            <p:cNvSpPr/>
            <p:nvPr/>
          </p:nvSpPr>
          <p:spPr>
            <a:xfrm>
              <a:off x="5475750" y="4818325"/>
              <a:ext cx="29200" cy="11425"/>
            </a:xfrm>
            <a:custGeom>
              <a:avLst/>
              <a:gdLst/>
              <a:ahLst/>
              <a:cxnLst/>
              <a:rect l="l" t="t" r="r" b="b"/>
              <a:pathLst>
                <a:path w="1168" h="457" extrusionOk="0">
                  <a:moveTo>
                    <a:pt x="735" y="0"/>
                  </a:moveTo>
                  <a:cubicBezTo>
                    <a:pt x="676" y="0"/>
                    <a:pt x="618" y="6"/>
                    <a:pt x="567" y="23"/>
                  </a:cubicBezTo>
                  <a:cubicBezTo>
                    <a:pt x="467" y="23"/>
                    <a:pt x="334" y="57"/>
                    <a:pt x="201" y="123"/>
                  </a:cubicBezTo>
                  <a:cubicBezTo>
                    <a:pt x="67" y="223"/>
                    <a:pt x="0" y="257"/>
                    <a:pt x="0" y="257"/>
                  </a:cubicBezTo>
                  <a:lnTo>
                    <a:pt x="134" y="457"/>
                  </a:lnTo>
                  <a:lnTo>
                    <a:pt x="634" y="457"/>
                  </a:lnTo>
                  <a:cubicBezTo>
                    <a:pt x="834" y="423"/>
                    <a:pt x="1168" y="257"/>
                    <a:pt x="1168" y="257"/>
                  </a:cubicBezTo>
                  <a:cubicBezTo>
                    <a:pt x="1168" y="226"/>
                    <a:pt x="1139" y="53"/>
                    <a:pt x="1109" y="53"/>
                  </a:cubicBezTo>
                  <a:cubicBezTo>
                    <a:pt x="1106" y="53"/>
                    <a:pt x="1104" y="54"/>
                    <a:pt x="1101" y="57"/>
                  </a:cubicBezTo>
                  <a:cubicBezTo>
                    <a:pt x="1101" y="57"/>
                    <a:pt x="914" y="0"/>
                    <a:pt x="7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53" name="Google Shape;3453;p28"/>
            <p:cNvSpPr/>
            <p:nvPr/>
          </p:nvSpPr>
          <p:spPr>
            <a:xfrm>
              <a:off x="5509100" y="4832725"/>
              <a:ext cx="13375" cy="13700"/>
            </a:xfrm>
            <a:custGeom>
              <a:avLst/>
              <a:gdLst/>
              <a:ahLst/>
              <a:cxnLst/>
              <a:rect l="l" t="t" r="r" b="b"/>
              <a:pathLst>
                <a:path w="535" h="548" extrusionOk="0">
                  <a:moveTo>
                    <a:pt x="335" y="0"/>
                  </a:moveTo>
                  <a:cubicBezTo>
                    <a:pt x="279" y="0"/>
                    <a:pt x="215" y="24"/>
                    <a:pt x="167" y="48"/>
                  </a:cubicBezTo>
                  <a:cubicBezTo>
                    <a:pt x="34" y="148"/>
                    <a:pt x="1" y="348"/>
                    <a:pt x="1" y="348"/>
                  </a:cubicBezTo>
                  <a:cubicBezTo>
                    <a:pt x="1" y="381"/>
                    <a:pt x="167" y="515"/>
                    <a:pt x="167" y="548"/>
                  </a:cubicBezTo>
                  <a:cubicBezTo>
                    <a:pt x="167" y="548"/>
                    <a:pt x="368" y="515"/>
                    <a:pt x="401" y="481"/>
                  </a:cubicBezTo>
                  <a:cubicBezTo>
                    <a:pt x="468" y="448"/>
                    <a:pt x="534" y="314"/>
                    <a:pt x="534" y="314"/>
                  </a:cubicBezTo>
                  <a:lnTo>
                    <a:pt x="534" y="48"/>
                  </a:lnTo>
                  <a:cubicBezTo>
                    <a:pt x="534" y="48"/>
                    <a:pt x="501" y="14"/>
                    <a:pt x="401" y="14"/>
                  </a:cubicBezTo>
                  <a:cubicBezTo>
                    <a:pt x="381" y="4"/>
                    <a:pt x="359" y="0"/>
                    <a:pt x="3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54" name="Google Shape;3454;p28"/>
            <p:cNvSpPr/>
            <p:nvPr/>
          </p:nvSpPr>
          <p:spPr>
            <a:xfrm>
              <a:off x="5531625" y="4843900"/>
              <a:ext cx="12525" cy="13375"/>
            </a:xfrm>
            <a:custGeom>
              <a:avLst/>
              <a:gdLst/>
              <a:ahLst/>
              <a:cxnLst/>
              <a:rect l="l" t="t" r="r" b="b"/>
              <a:pathLst>
                <a:path w="501" h="535" extrusionOk="0">
                  <a:moveTo>
                    <a:pt x="334" y="1"/>
                  </a:moveTo>
                  <a:cubicBezTo>
                    <a:pt x="334" y="1"/>
                    <a:pt x="267" y="1"/>
                    <a:pt x="234" y="34"/>
                  </a:cubicBezTo>
                  <a:cubicBezTo>
                    <a:pt x="134" y="68"/>
                    <a:pt x="100" y="68"/>
                    <a:pt x="67" y="101"/>
                  </a:cubicBezTo>
                  <a:cubicBezTo>
                    <a:pt x="0" y="201"/>
                    <a:pt x="0" y="334"/>
                    <a:pt x="0" y="334"/>
                  </a:cubicBezTo>
                  <a:cubicBezTo>
                    <a:pt x="65" y="334"/>
                    <a:pt x="130" y="524"/>
                    <a:pt x="164" y="534"/>
                  </a:cubicBezTo>
                  <a:lnTo>
                    <a:pt x="164" y="534"/>
                  </a:lnTo>
                  <a:cubicBezTo>
                    <a:pt x="158" y="528"/>
                    <a:pt x="404" y="465"/>
                    <a:pt x="467" y="401"/>
                  </a:cubicBezTo>
                  <a:cubicBezTo>
                    <a:pt x="467" y="368"/>
                    <a:pt x="501" y="268"/>
                    <a:pt x="501" y="234"/>
                  </a:cubicBezTo>
                  <a:lnTo>
                    <a:pt x="501" y="168"/>
                  </a:lnTo>
                  <a:lnTo>
                    <a:pt x="334" y="1"/>
                  </a:lnTo>
                  <a:close/>
                  <a:moveTo>
                    <a:pt x="164" y="534"/>
                  </a:moveTo>
                  <a:lnTo>
                    <a:pt x="164" y="534"/>
                  </a:lnTo>
                  <a:cubicBezTo>
                    <a:pt x="165" y="534"/>
                    <a:pt x="166" y="535"/>
                    <a:pt x="167" y="535"/>
                  </a:cubicBezTo>
                  <a:cubicBezTo>
                    <a:pt x="166" y="535"/>
                    <a:pt x="165" y="534"/>
                    <a:pt x="164" y="5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55" name="Google Shape;3455;p28"/>
            <p:cNvSpPr/>
            <p:nvPr/>
          </p:nvSpPr>
          <p:spPr>
            <a:xfrm>
              <a:off x="5647525" y="4824725"/>
              <a:ext cx="23375" cy="25200"/>
            </a:xfrm>
            <a:custGeom>
              <a:avLst/>
              <a:gdLst/>
              <a:ahLst/>
              <a:cxnLst/>
              <a:rect l="l" t="t" r="r" b="b"/>
              <a:pathLst>
                <a:path w="935" h="1008" extrusionOk="0">
                  <a:moveTo>
                    <a:pt x="802" y="1"/>
                  </a:moveTo>
                  <a:cubicBezTo>
                    <a:pt x="802" y="1"/>
                    <a:pt x="701" y="34"/>
                    <a:pt x="601" y="101"/>
                  </a:cubicBezTo>
                  <a:cubicBezTo>
                    <a:pt x="468" y="134"/>
                    <a:pt x="335" y="268"/>
                    <a:pt x="268" y="334"/>
                  </a:cubicBezTo>
                  <a:cubicBezTo>
                    <a:pt x="101" y="534"/>
                    <a:pt x="1" y="868"/>
                    <a:pt x="1" y="868"/>
                  </a:cubicBezTo>
                  <a:cubicBezTo>
                    <a:pt x="1" y="926"/>
                    <a:pt x="125" y="1008"/>
                    <a:pt x="159" y="1008"/>
                  </a:cubicBezTo>
                  <a:cubicBezTo>
                    <a:pt x="165" y="1008"/>
                    <a:pt x="168" y="1006"/>
                    <a:pt x="168" y="1001"/>
                  </a:cubicBezTo>
                  <a:cubicBezTo>
                    <a:pt x="168" y="1001"/>
                    <a:pt x="468" y="801"/>
                    <a:pt x="601" y="634"/>
                  </a:cubicBezTo>
                  <a:cubicBezTo>
                    <a:pt x="668" y="601"/>
                    <a:pt x="701" y="468"/>
                    <a:pt x="802" y="368"/>
                  </a:cubicBezTo>
                  <a:cubicBezTo>
                    <a:pt x="868" y="301"/>
                    <a:pt x="935" y="201"/>
                    <a:pt x="935" y="201"/>
                  </a:cubicBezTo>
                  <a:lnTo>
                    <a:pt x="80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56" name="Google Shape;3456;p28"/>
            <p:cNvSpPr/>
            <p:nvPr/>
          </p:nvSpPr>
          <p:spPr>
            <a:xfrm>
              <a:off x="5663375" y="4852250"/>
              <a:ext cx="25050" cy="25050"/>
            </a:xfrm>
            <a:custGeom>
              <a:avLst/>
              <a:gdLst/>
              <a:ahLst/>
              <a:cxnLst/>
              <a:rect l="l" t="t" r="r" b="b"/>
              <a:pathLst>
                <a:path w="1002" h="1002" extrusionOk="0">
                  <a:moveTo>
                    <a:pt x="835" y="0"/>
                  </a:moveTo>
                  <a:cubicBezTo>
                    <a:pt x="835" y="0"/>
                    <a:pt x="501" y="167"/>
                    <a:pt x="334" y="334"/>
                  </a:cubicBezTo>
                  <a:cubicBezTo>
                    <a:pt x="168" y="501"/>
                    <a:pt x="1" y="834"/>
                    <a:pt x="1" y="834"/>
                  </a:cubicBezTo>
                  <a:cubicBezTo>
                    <a:pt x="1" y="868"/>
                    <a:pt x="168" y="1001"/>
                    <a:pt x="168" y="1001"/>
                  </a:cubicBezTo>
                  <a:cubicBezTo>
                    <a:pt x="168" y="1001"/>
                    <a:pt x="501" y="834"/>
                    <a:pt x="668" y="668"/>
                  </a:cubicBezTo>
                  <a:cubicBezTo>
                    <a:pt x="835" y="501"/>
                    <a:pt x="1001" y="167"/>
                    <a:pt x="1001" y="167"/>
                  </a:cubicBezTo>
                  <a:lnTo>
                    <a:pt x="83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57" name="Google Shape;3457;p28"/>
            <p:cNvSpPr/>
            <p:nvPr/>
          </p:nvSpPr>
          <p:spPr>
            <a:xfrm>
              <a:off x="5685075" y="4871425"/>
              <a:ext cx="17525" cy="27550"/>
            </a:xfrm>
            <a:custGeom>
              <a:avLst/>
              <a:gdLst/>
              <a:ahLst/>
              <a:cxnLst/>
              <a:rect l="l" t="t" r="r" b="b"/>
              <a:pathLst>
                <a:path w="701" h="1102" extrusionOk="0">
                  <a:moveTo>
                    <a:pt x="434" y="1"/>
                  </a:moveTo>
                  <a:cubicBezTo>
                    <a:pt x="434" y="67"/>
                    <a:pt x="367" y="101"/>
                    <a:pt x="334" y="167"/>
                  </a:cubicBezTo>
                  <a:cubicBezTo>
                    <a:pt x="300" y="234"/>
                    <a:pt x="200" y="334"/>
                    <a:pt x="167" y="434"/>
                  </a:cubicBezTo>
                  <a:cubicBezTo>
                    <a:pt x="133" y="501"/>
                    <a:pt x="100" y="634"/>
                    <a:pt x="33" y="768"/>
                  </a:cubicBezTo>
                  <a:cubicBezTo>
                    <a:pt x="0" y="901"/>
                    <a:pt x="0" y="968"/>
                    <a:pt x="0" y="968"/>
                  </a:cubicBezTo>
                  <a:cubicBezTo>
                    <a:pt x="29" y="997"/>
                    <a:pt x="162" y="1079"/>
                    <a:pt x="171" y="1097"/>
                  </a:cubicBezTo>
                  <a:lnTo>
                    <a:pt x="171" y="1097"/>
                  </a:lnTo>
                  <a:lnTo>
                    <a:pt x="300" y="968"/>
                  </a:lnTo>
                  <a:cubicBezTo>
                    <a:pt x="367" y="901"/>
                    <a:pt x="500" y="768"/>
                    <a:pt x="534" y="668"/>
                  </a:cubicBezTo>
                  <a:cubicBezTo>
                    <a:pt x="634" y="568"/>
                    <a:pt x="667" y="401"/>
                    <a:pt x="667" y="268"/>
                  </a:cubicBezTo>
                  <a:cubicBezTo>
                    <a:pt x="701" y="134"/>
                    <a:pt x="667" y="1"/>
                    <a:pt x="667" y="1"/>
                  </a:cubicBezTo>
                  <a:close/>
                  <a:moveTo>
                    <a:pt x="171" y="1097"/>
                  </a:moveTo>
                  <a:lnTo>
                    <a:pt x="167" y="1101"/>
                  </a:lnTo>
                  <a:cubicBezTo>
                    <a:pt x="171" y="1101"/>
                    <a:pt x="172" y="1100"/>
                    <a:pt x="171" y="109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58" name="Google Shape;3458;p28"/>
            <p:cNvSpPr/>
            <p:nvPr/>
          </p:nvSpPr>
          <p:spPr>
            <a:xfrm>
              <a:off x="5697575" y="4900625"/>
              <a:ext cx="16700" cy="31700"/>
            </a:xfrm>
            <a:custGeom>
              <a:avLst/>
              <a:gdLst/>
              <a:ahLst/>
              <a:cxnLst/>
              <a:rect l="l" t="t" r="r" b="b"/>
              <a:pathLst>
                <a:path w="668" h="1268" extrusionOk="0">
                  <a:moveTo>
                    <a:pt x="467" y="0"/>
                  </a:moveTo>
                  <a:cubicBezTo>
                    <a:pt x="467" y="0"/>
                    <a:pt x="201" y="300"/>
                    <a:pt x="100" y="567"/>
                  </a:cubicBezTo>
                  <a:cubicBezTo>
                    <a:pt x="0" y="767"/>
                    <a:pt x="0" y="1168"/>
                    <a:pt x="0" y="1168"/>
                  </a:cubicBezTo>
                  <a:cubicBezTo>
                    <a:pt x="0" y="1168"/>
                    <a:pt x="157" y="1246"/>
                    <a:pt x="170" y="1264"/>
                  </a:cubicBezTo>
                  <a:lnTo>
                    <a:pt x="170" y="1264"/>
                  </a:lnTo>
                  <a:cubicBezTo>
                    <a:pt x="199" y="1227"/>
                    <a:pt x="438" y="922"/>
                    <a:pt x="501" y="734"/>
                  </a:cubicBezTo>
                  <a:cubicBezTo>
                    <a:pt x="634" y="501"/>
                    <a:pt x="668" y="134"/>
                    <a:pt x="668" y="134"/>
                  </a:cubicBezTo>
                  <a:lnTo>
                    <a:pt x="467" y="0"/>
                  </a:lnTo>
                  <a:close/>
                  <a:moveTo>
                    <a:pt x="170" y="1264"/>
                  </a:moveTo>
                  <a:cubicBezTo>
                    <a:pt x="168" y="1266"/>
                    <a:pt x="167" y="1268"/>
                    <a:pt x="167" y="1268"/>
                  </a:cubicBezTo>
                  <a:cubicBezTo>
                    <a:pt x="171" y="1268"/>
                    <a:pt x="172" y="1266"/>
                    <a:pt x="170" y="126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59" name="Google Shape;3459;p28"/>
            <p:cNvSpPr/>
            <p:nvPr/>
          </p:nvSpPr>
          <p:spPr>
            <a:xfrm>
              <a:off x="5731775" y="4923975"/>
              <a:ext cx="12525" cy="25025"/>
            </a:xfrm>
            <a:custGeom>
              <a:avLst/>
              <a:gdLst/>
              <a:ahLst/>
              <a:cxnLst/>
              <a:rect l="l" t="t" r="r" b="b"/>
              <a:pathLst>
                <a:path w="501" h="1001" extrusionOk="0">
                  <a:moveTo>
                    <a:pt x="300" y="0"/>
                  </a:moveTo>
                  <a:cubicBezTo>
                    <a:pt x="300" y="0"/>
                    <a:pt x="267" y="67"/>
                    <a:pt x="167" y="167"/>
                  </a:cubicBezTo>
                  <a:cubicBezTo>
                    <a:pt x="133" y="234"/>
                    <a:pt x="100" y="367"/>
                    <a:pt x="33" y="467"/>
                  </a:cubicBezTo>
                  <a:cubicBezTo>
                    <a:pt x="0" y="634"/>
                    <a:pt x="100" y="901"/>
                    <a:pt x="100" y="901"/>
                  </a:cubicBezTo>
                  <a:cubicBezTo>
                    <a:pt x="100" y="968"/>
                    <a:pt x="300" y="1001"/>
                    <a:pt x="300" y="1001"/>
                  </a:cubicBezTo>
                  <a:cubicBezTo>
                    <a:pt x="300" y="1001"/>
                    <a:pt x="467" y="701"/>
                    <a:pt x="500" y="534"/>
                  </a:cubicBezTo>
                  <a:lnTo>
                    <a:pt x="500" y="300"/>
                  </a:lnTo>
                  <a:lnTo>
                    <a:pt x="500" y="134"/>
                  </a:lnTo>
                  <a:cubicBezTo>
                    <a:pt x="500" y="67"/>
                    <a:pt x="300" y="0"/>
                    <a:pt x="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60" name="Google Shape;3460;p28"/>
            <p:cNvSpPr/>
            <p:nvPr/>
          </p:nvSpPr>
          <p:spPr>
            <a:xfrm>
              <a:off x="5846000" y="5270050"/>
              <a:ext cx="17550" cy="21100"/>
            </a:xfrm>
            <a:custGeom>
              <a:avLst/>
              <a:gdLst/>
              <a:ahLst/>
              <a:cxnLst/>
              <a:rect l="l" t="t" r="r" b="b"/>
              <a:pathLst>
                <a:path w="702" h="844" extrusionOk="0">
                  <a:moveTo>
                    <a:pt x="568" y="0"/>
                  </a:moveTo>
                  <a:lnTo>
                    <a:pt x="401" y="67"/>
                  </a:lnTo>
                  <a:cubicBezTo>
                    <a:pt x="335" y="134"/>
                    <a:pt x="234" y="201"/>
                    <a:pt x="168" y="301"/>
                  </a:cubicBezTo>
                  <a:cubicBezTo>
                    <a:pt x="34" y="467"/>
                    <a:pt x="1" y="734"/>
                    <a:pt x="1" y="734"/>
                  </a:cubicBezTo>
                  <a:cubicBezTo>
                    <a:pt x="1" y="789"/>
                    <a:pt x="112" y="843"/>
                    <a:pt x="153" y="843"/>
                  </a:cubicBezTo>
                  <a:cubicBezTo>
                    <a:pt x="162" y="843"/>
                    <a:pt x="168" y="840"/>
                    <a:pt x="168" y="834"/>
                  </a:cubicBezTo>
                  <a:cubicBezTo>
                    <a:pt x="168" y="834"/>
                    <a:pt x="401" y="668"/>
                    <a:pt x="501" y="534"/>
                  </a:cubicBezTo>
                  <a:cubicBezTo>
                    <a:pt x="535" y="501"/>
                    <a:pt x="568" y="401"/>
                    <a:pt x="601" y="334"/>
                  </a:cubicBezTo>
                  <a:cubicBezTo>
                    <a:pt x="668" y="234"/>
                    <a:pt x="702" y="201"/>
                    <a:pt x="702" y="201"/>
                  </a:cubicBezTo>
                  <a:lnTo>
                    <a:pt x="56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61" name="Google Shape;3461;p28"/>
            <p:cNvSpPr/>
            <p:nvPr/>
          </p:nvSpPr>
          <p:spPr>
            <a:xfrm>
              <a:off x="5879375" y="5275875"/>
              <a:ext cx="16700" cy="20875"/>
            </a:xfrm>
            <a:custGeom>
              <a:avLst/>
              <a:gdLst/>
              <a:ahLst/>
              <a:cxnLst/>
              <a:rect l="l" t="t" r="r" b="b"/>
              <a:pathLst>
                <a:path w="668" h="835" extrusionOk="0">
                  <a:moveTo>
                    <a:pt x="501" y="1"/>
                  </a:moveTo>
                  <a:cubicBezTo>
                    <a:pt x="501" y="1"/>
                    <a:pt x="434" y="68"/>
                    <a:pt x="367" y="101"/>
                  </a:cubicBezTo>
                  <a:cubicBezTo>
                    <a:pt x="267" y="134"/>
                    <a:pt x="167" y="234"/>
                    <a:pt x="100" y="301"/>
                  </a:cubicBezTo>
                  <a:cubicBezTo>
                    <a:pt x="34" y="435"/>
                    <a:pt x="0" y="735"/>
                    <a:pt x="0" y="735"/>
                  </a:cubicBezTo>
                  <a:cubicBezTo>
                    <a:pt x="0" y="735"/>
                    <a:pt x="167" y="835"/>
                    <a:pt x="200" y="835"/>
                  </a:cubicBezTo>
                  <a:cubicBezTo>
                    <a:pt x="200" y="835"/>
                    <a:pt x="434" y="668"/>
                    <a:pt x="534" y="568"/>
                  </a:cubicBezTo>
                  <a:cubicBezTo>
                    <a:pt x="567" y="501"/>
                    <a:pt x="567" y="435"/>
                    <a:pt x="601" y="334"/>
                  </a:cubicBezTo>
                  <a:cubicBezTo>
                    <a:pt x="667" y="268"/>
                    <a:pt x="667" y="168"/>
                    <a:pt x="667" y="168"/>
                  </a:cubicBezTo>
                  <a:lnTo>
                    <a:pt x="5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62" name="Google Shape;3462;p28"/>
            <p:cNvSpPr/>
            <p:nvPr/>
          </p:nvSpPr>
          <p:spPr>
            <a:xfrm>
              <a:off x="5902725" y="5285900"/>
              <a:ext cx="20025" cy="30050"/>
            </a:xfrm>
            <a:custGeom>
              <a:avLst/>
              <a:gdLst/>
              <a:ahLst/>
              <a:cxnLst/>
              <a:rect l="l" t="t" r="r" b="b"/>
              <a:pathLst>
                <a:path w="801" h="1202" extrusionOk="0">
                  <a:moveTo>
                    <a:pt x="601" y="0"/>
                  </a:moveTo>
                  <a:cubicBezTo>
                    <a:pt x="601" y="0"/>
                    <a:pt x="301" y="267"/>
                    <a:pt x="167" y="501"/>
                  </a:cubicBezTo>
                  <a:cubicBezTo>
                    <a:pt x="67" y="701"/>
                    <a:pt x="0" y="1101"/>
                    <a:pt x="0" y="1101"/>
                  </a:cubicBezTo>
                  <a:cubicBezTo>
                    <a:pt x="0" y="1101"/>
                    <a:pt x="234" y="1201"/>
                    <a:pt x="267" y="1201"/>
                  </a:cubicBezTo>
                  <a:cubicBezTo>
                    <a:pt x="267" y="1201"/>
                    <a:pt x="501" y="901"/>
                    <a:pt x="601" y="701"/>
                  </a:cubicBezTo>
                  <a:cubicBezTo>
                    <a:pt x="734" y="501"/>
                    <a:pt x="801" y="100"/>
                    <a:pt x="801" y="100"/>
                  </a:cubicBezTo>
                  <a:lnTo>
                    <a:pt x="6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63" name="Google Shape;3463;p28"/>
            <p:cNvSpPr/>
            <p:nvPr/>
          </p:nvSpPr>
          <p:spPr>
            <a:xfrm>
              <a:off x="6064500" y="5179975"/>
              <a:ext cx="25875" cy="23375"/>
            </a:xfrm>
            <a:custGeom>
              <a:avLst/>
              <a:gdLst/>
              <a:ahLst/>
              <a:cxnLst/>
              <a:rect l="l" t="t" r="r" b="b"/>
              <a:pathLst>
                <a:path w="1035" h="935" extrusionOk="0">
                  <a:moveTo>
                    <a:pt x="935" y="1"/>
                  </a:moveTo>
                  <a:cubicBezTo>
                    <a:pt x="935" y="1"/>
                    <a:pt x="534" y="101"/>
                    <a:pt x="334" y="268"/>
                  </a:cubicBezTo>
                  <a:cubicBezTo>
                    <a:pt x="167" y="434"/>
                    <a:pt x="1" y="801"/>
                    <a:pt x="1" y="801"/>
                  </a:cubicBezTo>
                  <a:cubicBezTo>
                    <a:pt x="1" y="801"/>
                    <a:pt x="167" y="935"/>
                    <a:pt x="201" y="935"/>
                  </a:cubicBezTo>
                  <a:cubicBezTo>
                    <a:pt x="201" y="935"/>
                    <a:pt x="501" y="768"/>
                    <a:pt x="668" y="635"/>
                  </a:cubicBezTo>
                  <a:cubicBezTo>
                    <a:pt x="801" y="501"/>
                    <a:pt x="1035" y="234"/>
                    <a:pt x="1035" y="234"/>
                  </a:cubicBezTo>
                  <a:lnTo>
                    <a:pt x="93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64" name="Google Shape;3464;p28"/>
            <p:cNvSpPr/>
            <p:nvPr/>
          </p:nvSpPr>
          <p:spPr>
            <a:xfrm>
              <a:off x="6080350" y="5203325"/>
              <a:ext cx="24200" cy="25050"/>
            </a:xfrm>
            <a:custGeom>
              <a:avLst/>
              <a:gdLst/>
              <a:ahLst/>
              <a:cxnLst/>
              <a:rect l="l" t="t" r="r" b="b"/>
              <a:pathLst>
                <a:path w="968" h="1002" extrusionOk="0">
                  <a:moveTo>
                    <a:pt x="734" y="1"/>
                  </a:moveTo>
                  <a:cubicBezTo>
                    <a:pt x="734" y="1"/>
                    <a:pt x="401" y="168"/>
                    <a:pt x="301" y="334"/>
                  </a:cubicBezTo>
                  <a:cubicBezTo>
                    <a:pt x="167" y="501"/>
                    <a:pt x="0" y="835"/>
                    <a:pt x="0" y="835"/>
                  </a:cubicBezTo>
                  <a:cubicBezTo>
                    <a:pt x="0" y="835"/>
                    <a:pt x="167" y="968"/>
                    <a:pt x="201" y="1002"/>
                  </a:cubicBezTo>
                  <a:cubicBezTo>
                    <a:pt x="201" y="1002"/>
                    <a:pt x="534" y="835"/>
                    <a:pt x="668" y="668"/>
                  </a:cubicBezTo>
                  <a:cubicBezTo>
                    <a:pt x="801" y="501"/>
                    <a:pt x="968" y="168"/>
                    <a:pt x="968" y="168"/>
                  </a:cubicBezTo>
                  <a:cubicBezTo>
                    <a:pt x="968" y="134"/>
                    <a:pt x="734" y="1"/>
                    <a:pt x="7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65" name="Google Shape;3465;p28"/>
            <p:cNvSpPr/>
            <p:nvPr/>
          </p:nvSpPr>
          <p:spPr>
            <a:xfrm>
              <a:off x="6100350" y="5230025"/>
              <a:ext cx="18375" cy="19200"/>
            </a:xfrm>
            <a:custGeom>
              <a:avLst/>
              <a:gdLst/>
              <a:ahLst/>
              <a:cxnLst/>
              <a:rect l="l" t="t" r="r" b="b"/>
              <a:pathLst>
                <a:path w="735" h="768" extrusionOk="0">
                  <a:moveTo>
                    <a:pt x="535" y="0"/>
                  </a:moveTo>
                  <a:cubicBezTo>
                    <a:pt x="535" y="0"/>
                    <a:pt x="268" y="100"/>
                    <a:pt x="201" y="234"/>
                  </a:cubicBezTo>
                  <a:cubicBezTo>
                    <a:pt x="68" y="334"/>
                    <a:pt x="1" y="601"/>
                    <a:pt x="1" y="601"/>
                  </a:cubicBezTo>
                  <a:cubicBezTo>
                    <a:pt x="1" y="601"/>
                    <a:pt x="101" y="767"/>
                    <a:pt x="201" y="767"/>
                  </a:cubicBezTo>
                  <a:cubicBezTo>
                    <a:pt x="201" y="767"/>
                    <a:pt x="435" y="667"/>
                    <a:pt x="568" y="567"/>
                  </a:cubicBezTo>
                  <a:cubicBezTo>
                    <a:pt x="668" y="434"/>
                    <a:pt x="735" y="134"/>
                    <a:pt x="735" y="134"/>
                  </a:cubicBezTo>
                  <a:lnTo>
                    <a:pt x="53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66" name="Google Shape;3466;p28"/>
            <p:cNvSpPr/>
            <p:nvPr/>
          </p:nvSpPr>
          <p:spPr>
            <a:xfrm>
              <a:off x="6111200" y="5261700"/>
              <a:ext cx="12525" cy="16700"/>
            </a:xfrm>
            <a:custGeom>
              <a:avLst/>
              <a:gdLst/>
              <a:ahLst/>
              <a:cxnLst/>
              <a:rect l="l" t="t" r="r" b="b"/>
              <a:pathLst>
                <a:path w="501" h="668" extrusionOk="0">
                  <a:moveTo>
                    <a:pt x="334" y="1"/>
                  </a:moveTo>
                  <a:cubicBezTo>
                    <a:pt x="334" y="1"/>
                    <a:pt x="267" y="1"/>
                    <a:pt x="234" y="34"/>
                  </a:cubicBezTo>
                  <a:lnTo>
                    <a:pt x="67" y="201"/>
                  </a:lnTo>
                  <a:cubicBezTo>
                    <a:pt x="1" y="234"/>
                    <a:pt x="1" y="334"/>
                    <a:pt x="1" y="368"/>
                  </a:cubicBezTo>
                  <a:lnTo>
                    <a:pt x="1" y="501"/>
                  </a:lnTo>
                  <a:cubicBezTo>
                    <a:pt x="1" y="535"/>
                    <a:pt x="167" y="668"/>
                    <a:pt x="167" y="668"/>
                  </a:cubicBezTo>
                  <a:cubicBezTo>
                    <a:pt x="167" y="668"/>
                    <a:pt x="267" y="668"/>
                    <a:pt x="301" y="635"/>
                  </a:cubicBezTo>
                  <a:lnTo>
                    <a:pt x="468" y="468"/>
                  </a:lnTo>
                  <a:cubicBezTo>
                    <a:pt x="501" y="401"/>
                    <a:pt x="501" y="334"/>
                    <a:pt x="501" y="301"/>
                  </a:cubicBezTo>
                  <a:lnTo>
                    <a:pt x="501" y="168"/>
                  </a:lnTo>
                  <a:lnTo>
                    <a:pt x="33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67" name="Google Shape;3467;p28"/>
            <p:cNvSpPr/>
            <p:nvPr/>
          </p:nvSpPr>
          <p:spPr>
            <a:xfrm>
              <a:off x="6130375" y="5282550"/>
              <a:ext cx="15875" cy="19775"/>
            </a:xfrm>
            <a:custGeom>
              <a:avLst/>
              <a:gdLst/>
              <a:ahLst/>
              <a:cxnLst/>
              <a:rect l="l" t="t" r="r" b="b"/>
              <a:pathLst>
                <a:path w="635" h="791" extrusionOk="0">
                  <a:moveTo>
                    <a:pt x="368" y="1"/>
                  </a:moveTo>
                  <a:cubicBezTo>
                    <a:pt x="368" y="1"/>
                    <a:pt x="201" y="168"/>
                    <a:pt x="134" y="301"/>
                  </a:cubicBezTo>
                  <a:cubicBezTo>
                    <a:pt x="34" y="468"/>
                    <a:pt x="1" y="735"/>
                    <a:pt x="1" y="735"/>
                  </a:cubicBezTo>
                  <a:cubicBezTo>
                    <a:pt x="1" y="735"/>
                    <a:pt x="113" y="791"/>
                    <a:pt x="170" y="791"/>
                  </a:cubicBezTo>
                  <a:cubicBezTo>
                    <a:pt x="188" y="791"/>
                    <a:pt x="201" y="785"/>
                    <a:pt x="201" y="768"/>
                  </a:cubicBezTo>
                  <a:cubicBezTo>
                    <a:pt x="201" y="768"/>
                    <a:pt x="468" y="635"/>
                    <a:pt x="535" y="501"/>
                  </a:cubicBezTo>
                  <a:cubicBezTo>
                    <a:pt x="568" y="401"/>
                    <a:pt x="635" y="334"/>
                    <a:pt x="635" y="201"/>
                  </a:cubicBezTo>
                  <a:lnTo>
                    <a:pt x="635" y="34"/>
                  </a:lnTo>
                  <a:lnTo>
                    <a:pt x="36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68" name="Google Shape;3468;p28"/>
            <p:cNvSpPr/>
            <p:nvPr/>
          </p:nvSpPr>
          <p:spPr>
            <a:xfrm>
              <a:off x="6139550" y="5311750"/>
              <a:ext cx="13375" cy="16700"/>
            </a:xfrm>
            <a:custGeom>
              <a:avLst/>
              <a:gdLst/>
              <a:ahLst/>
              <a:cxnLst/>
              <a:rect l="l" t="t" r="r" b="b"/>
              <a:pathLst>
                <a:path w="535" h="668" extrusionOk="0">
                  <a:moveTo>
                    <a:pt x="334" y="0"/>
                  </a:moveTo>
                  <a:cubicBezTo>
                    <a:pt x="334" y="0"/>
                    <a:pt x="168" y="67"/>
                    <a:pt x="101" y="200"/>
                  </a:cubicBezTo>
                  <a:cubicBezTo>
                    <a:pt x="1" y="300"/>
                    <a:pt x="1" y="534"/>
                    <a:pt x="1" y="534"/>
                  </a:cubicBezTo>
                  <a:cubicBezTo>
                    <a:pt x="1" y="534"/>
                    <a:pt x="168" y="667"/>
                    <a:pt x="201" y="667"/>
                  </a:cubicBezTo>
                  <a:cubicBezTo>
                    <a:pt x="201" y="667"/>
                    <a:pt x="368" y="567"/>
                    <a:pt x="468" y="467"/>
                  </a:cubicBezTo>
                  <a:cubicBezTo>
                    <a:pt x="534" y="367"/>
                    <a:pt x="534" y="134"/>
                    <a:pt x="534" y="134"/>
                  </a:cubicBezTo>
                  <a:lnTo>
                    <a:pt x="3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69" name="Google Shape;3469;p28"/>
            <p:cNvSpPr/>
            <p:nvPr/>
          </p:nvSpPr>
          <p:spPr>
            <a:xfrm>
              <a:off x="6164575" y="5332600"/>
              <a:ext cx="15025" cy="25650"/>
            </a:xfrm>
            <a:custGeom>
              <a:avLst/>
              <a:gdLst/>
              <a:ahLst/>
              <a:cxnLst/>
              <a:rect l="l" t="t" r="r" b="b"/>
              <a:pathLst>
                <a:path w="601" h="1026" extrusionOk="0">
                  <a:moveTo>
                    <a:pt x="234" y="0"/>
                  </a:moveTo>
                  <a:lnTo>
                    <a:pt x="167" y="167"/>
                  </a:lnTo>
                  <a:cubicBezTo>
                    <a:pt x="134" y="234"/>
                    <a:pt x="34" y="367"/>
                    <a:pt x="34" y="467"/>
                  </a:cubicBezTo>
                  <a:cubicBezTo>
                    <a:pt x="34" y="534"/>
                    <a:pt x="0" y="667"/>
                    <a:pt x="34" y="801"/>
                  </a:cubicBezTo>
                  <a:cubicBezTo>
                    <a:pt x="34" y="901"/>
                    <a:pt x="101" y="1001"/>
                    <a:pt x="101" y="1001"/>
                  </a:cubicBezTo>
                  <a:cubicBezTo>
                    <a:pt x="101" y="1018"/>
                    <a:pt x="151" y="1026"/>
                    <a:pt x="205" y="1026"/>
                  </a:cubicBezTo>
                  <a:cubicBezTo>
                    <a:pt x="259" y="1026"/>
                    <a:pt x="317" y="1018"/>
                    <a:pt x="334" y="1001"/>
                  </a:cubicBezTo>
                  <a:lnTo>
                    <a:pt x="434" y="834"/>
                  </a:lnTo>
                  <a:cubicBezTo>
                    <a:pt x="467" y="734"/>
                    <a:pt x="534" y="634"/>
                    <a:pt x="534" y="534"/>
                  </a:cubicBezTo>
                  <a:cubicBezTo>
                    <a:pt x="534" y="467"/>
                    <a:pt x="601" y="334"/>
                    <a:pt x="534" y="200"/>
                  </a:cubicBezTo>
                  <a:cubicBezTo>
                    <a:pt x="534" y="67"/>
                    <a:pt x="501" y="0"/>
                    <a:pt x="5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70" name="Google Shape;3470;p28"/>
            <p:cNvSpPr/>
            <p:nvPr/>
          </p:nvSpPr>
          <p:spPr>
            <a:xfrm>
              <a:off x="3478625" y="4820250"/>
              <a:ext cx="241725" cy="108800"/>
            </a:xfrm>
            <a:custGeom>
              <a:avLst/>
              <a:gdLst/>
              <a:ahLst/>
              <a:cxnLst/>
              <a:rect l="l" t="t" r="r" b="b"/>
              <a:pathLst>
                <a:path w="9669" h="4352" extrusionOk="0">
                  <a:moveTo>
                    <a:pt x="9381" y="1"/>
                  </a:moveTo>
                  <a:cubicBezTo>
                    <a:pt x="9346" y="1"/>
                    <a:pt x="9317" y="5"/>
                    <a:pt x="9302" y="13"/>
                  </a:cubicBezTo>
                  <a:cubicBezTo>
                    <a:pt x="9302" y="13"/>
                    <a:pt x="9302" y="80"/>
                    <a:pt x="9235" y="180"/>
                  </a:cubicBezTo>
                  <a:cubicBezTo>
                    <a:pt x="9235" y="313"/>
                    <a:pt x="9202" y="447"/>
                    <a:pt x="9168" y="580"/>
                  </a:cubicBezTo>
                  <a:cubicBezTo>
                    <a:pt x="9068" y="914"/>
                    <a:pt x="8901" y="1414"/>
                    <a:pt x="8668" y="1881"/>
                  </a:cubicBezTo>
                  <a:cubicBezTo>
                    <a:pt x="8368" y="2348"/>
                    <a:pt x="7967" y="2815"/>
                    <a:pt x="7467" y="3048"/>
                  </a:cubicBezTo>
                  <a:cubicBezTo>
                    <a:pt x="6967" y="3315"/>
                    <a:pt x="6366" y="3415"/>
                    <a:pt x="5833" y="3482"/>
                  </a:cubicBezTo>
                  <a:cubicBezTo>
                    <a:pt x="4798" y="3615"/>
                    <a:pt x="3331" y="3515"/>
                    <a:pt x="2163" y="3615"/>
                  </a:cubicBezTo>
                  <a:cubicBezTo>
                    <a:pt x="1563" y="3649"/>
                    <a:pt x="1062" y="3716"/>
                    <a:pt x="696" y="3816"/>
                  </a:cubicBezTo>
                  <a:cubicBezTo>
                    <a:pt x="329" y="3882"/>
                    <a:pt x="128" y="3982"/>
                    <a:pt x="128" y="3982"/>
                  </a:cubicBezTo>
                  <a:cubicBezTo>
                    <a:pt x="1" y="4014"/>
                    <a:pt x="56" y="4351"/>
                    <a:pt x="178" y="4351"/>
                  </a:cubicBezTo>
                  <a:cubicBezTo>
                    <a:pt x="184" y="4351"/>
                    <a:pt x="189" y="4351"/>
                    <a:pt x="195" y="4349"/>
                  </a:cubicBezTo>
                  <a:cubicBezTo>
                    <a:pt x="195" y="4349"/>
                    <a:pt x="395" y="4316"/>
                    <a:pt x="729" y="4249"/>
                  </a:cubicBezTo>
                  <a:cubicBezTo>
                    <a:pt x="1129" y="4216"/>
                    <a:pt x="1563" y="4183"/>
                    <a:pt x="2163" y="4183"/>
                  </a:cubicBezTo>
                  <a:cubicBezTo>
                    <a:pt x="2982" y="4207"/>
                    <a:pt x="3957" y="4300"/>
                    <a:pt x="4876" y="4300"/>
                  </a:cubicBezTo>
                  <a:cubicBezTo>
                    <a:pt x="5229" y="4300"/>
                    <a:pt x="5575" y="4286"/>
                    <a:pt x="5899" y="4249"/>
                  </a:cubicBezTo>
                  <a:cubicBezTo>
                    <a:pt x="6500" y="4183"/>
                    <a:pt x="7167" y="4049"/>
                    <a:pt x="7801" y="3682"/>
                  </a:cubicBezTo>
                  <a:cubicBezTo>
                    <a:pt x="8368" y="3315"/>
                    <a:pt x="8868" y="2715"/>
                    <a:pt x="9135" y="2181"/>
                  </a:cubicBezTo>
                  <a:cubicBezTo>
                    <a:pt x="9402" y="1614"/>
                    <a:pt x="9502" y="1080"/>
                    <a:pt x="9569" y="713"/>
                  </a:cubicBezTo>
                  <a:cubicBezTo>
                    <a:pt x="9635" y="547"/>
                    <a:pt x="9669" y="380"/>
                    <a:pt x="9669" y="313"/>
                  </a:cubicBezTo>
                  <a:lnTo>
                    <a:pt x="9669" y="146"/>
                  </a:lnTo>
                  <a:cubicBezTo>
                    <a:pt x="9669" y="44"/>
                    <a:pt x="9493" y="1"/>
                    <a:pt x="93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71" name="Google Shape;3471;p28"/>
            <p:cNvSpPr/>
            <p:nvPr/>
          </p:nvSpPr>
          <p:spPr>
            <a:xfrm>
              <a:off x="4719875" y="4004150"/>
              <a:ext cx="730050" cy="482700"/>
            </a:xfrm>
            <a:custGeom>
              <a:avLst/>
              <a:gdLst/>
              <a:ahLst/>
              <a:cxnLst/>
              <a:rect l="l" t="t" r="r" b="b"/>
              <a:pathLst>
                <a:path w="29202" h="19308" extrusionOk="0">
                  <a:moveTo>
                    <a:pt x="28734" y="0"/>
                  </a:moveTo>
                  <a:cubicBezTo>
                    <a:pt x="28734" y="0"/>
                    <a:pt x="28568" y="34"/>
                    <a:pt x="28234" y="100"/>
                  </a:cubicBezTo>
                  <a:cubicBezTo>
                    <a:pt x="28067" y="100"/>
                    <a:pt x="27834" y="167"/>
                    <a:pt x="27634" y="200"/>
                  </a:cubicBezTo>
                  <a:cubicBezTo>
                    <a:pt x="27400" y="267"/>
                    <a:pt x="27167" y="367"/>
                    <a:pt x="26900" y="467"/>
                  </a:cubicBezTo>
                  <a:cubicBezTo>
                    <a:pt x="26399" y="701"/>
                    <a:pt x="25766" y="1034"/>
                    <a:pt x="25165" y="1601"/>
                  </a:cubicBezTo>
                  <a:cubicBezTo>
                    <a:pt x="24598" y="2102"/>
                    <a:pt x="24064" y="2769"/>
                    <a:pt x="23464" y="3436"/>
                  </a:cubicBezTo>
                  <a:cubicBezTo>
                    <a:pt x="22897" y="4103"/>
                    <a:pt x="22230" y="4770"/>
                    <a:pt x="21429" y="5271"/>
                  </a:cubicBezTo>
                  <a:lnTo>
                    <a:pt x="20795" y="5638"/>
                  </a:lnTo>
                  <a:lnTo>
                    <a:pt x="20495" y="5838"/>
                  </a:lnTo>
                  <a:lnTo>
                    <a:pt x="20162" y="6004"/>
                  </a:lnTo>
                  <a:lnTo>
                    <a:pt x="19561" y="6338"/>
                  </a:lnTo>
                  <a:lnTo>
                    <a:pt x="18894" y="6605"/>
                  </a:lnTo>
                  <a:cubicBezTo>
                    <a:pt x="17993" y="6938"/>
                    <a:pt x="17059" y="7105"/>
                    <a:pt x="16092" y="7272"/>
                  </a:cubicBezTo>
                  <a:cubicBezTo>
                    <a:pt x="15592" y="7339"/>
                    <a:pt x="15125" y="7439"/>
                    <a:pt x="14658" y="7506"/>
                  </a:cubicBezTo>
                  <a:cubicBezTo>
                    <a:pt x="14224" y="7639"/>
                    <a:pt x="13757" y="7706"/>
                    <a:pt x="13323" y="7806"/>
                  </a:cubicBezTo>
                  <a:cubicBezTo>
                    <a:pt x="11622" y="8206"/>
                    <a:pt x="9721" y="8873"/>
                    <a:pt x="7919" y="9841"/>
                  </a:cubicBezTo>
                  <a:cubicBezTo>
                    <a:pt x="6118" y="10808"/>
                    <a:pt x="4450" y="12109"/>
                    <a:pt x="3283" y="13476"/>
                  </a:cubicBezTo>
                  <a:cubicBezTo>
                    <a:pt x="2082" y="14844"/>
                    <a:pt x="1281" y="16278"/>
                    <a:pt x="781" y="17279"/>
                  </a:cubicBezTo>
                  <a:cubicBezTo>
                    <a:pt x="648" y="17546"/>
                    <a:pt x="548" y="17780"/>
                    <a:pt x="447" y="17980"/>
                  </a:cubicBezTo>
                  <a:cubicBezTo>
                    <a:pt x="381" y="18180"/>
                    <a:pt x="281" y="18380"/>
                    <a:pt x="247" y="18513"/>
                  </a:cubicBezTo>
                  <a:cubicBezTo>
                    <a:pt x="147" y="18814"/>
                    <a:pt x="81" y="18980"/>
                    <a:pt x="81" y="18980"/>
                  </a:cubicBezTo>
                  <a:cubicBezTo>
                    <a:pt x="1" y="19179"/>
                    <a:pt x="76" y="19307"/>
                    <a:pt x="184" y="19307"/>
                  </a:cubicBezTo>
                  <a:cubicBezTo>
                    <a:pt x="258" y="19307"/>
                    <a:pt x="347" y="19249"/>
                    <a:pt x="414" y="19114"/>
                  </a:cubicBezTo>
                  <a:cubicBezTo>
                    <a:pt x="414" y="19114"/>
                    <a:pt x="481" y="18980"/>
                    <a:pt x="614" y="18680"/>
                  </a:cubicBezTo>
                  <a:cubicBezTo>
                    <a:pt x="714" y="18547"/>
                    <a:pt x="781" y="18380"/>
                    <a:pt x="881" y="18180"/>
                  </a:cubicBezTo>
                  <a:cubicBezTo>
                    <a:pt x="948" y="17980"/>
                    <a:pt x="1081" y="17780"/>
                    <a:pt x="1215" y="17513"/>
                  </a:cubicBezTo>
                  <a:cubicBezTo>
                    <a:pt x="1748" y="16512"/>
                    <a:pt x="2549" y="15178"/>
                    <a:pt x="3750" y="13877"/>
                  </a:cubicBezTo>
                  <a:cubicBezTo>
                    <a:pt x="4951" y="12542"/>
                    <a:pt x="6552" y="11375"/>
                    <a:pt x="8286" y="10474"/>
                  </a:cubicBezTo>
                  <a:cubicBezTo>
                    <a:pt x="10054" y="9540"/>
                    <a:pt x="11922" y="8940"/>
                    <a:pt x="13590" y="8506"/>
                  </a:cubicBezTo>
                  <a:cubicBezTo>
                    <a:pt x="13990" y="8440"/>
                    <a:pt x="14424" y="8306"/>
                    <a:pt x="14891" y="8206"/>
                  </a:cubicBezTo>
                  <a:cubicBezTo>
                    <a:pt x="15291" y="8139"/>
                    <a:pt x="15792" y="8039"/>
                    <a:pt x="16259" y="7973"/>
                  </a:cubicBezTo>
                  <a:cubicBezTo>
                    <a:pt x="17226" y="7806"/>
                    <a:pt x="18227" y="7606"/>
                    <a:pt x="19161" y="7205"/>
                  </a:cubicBezTo>
                  <a:lnTo>
                    <a:pt x="19895" y="6938"/>
                  </a:lnTo>
                  <a:lnTo>
                    <a:pt x="20562" y="6538"/>
                  </a:lnTo>
                  <a:lnTo>
                    <a:pt x="20895" y="6405"/>
                  </a:lnTo>
                  <a:lnTo>
                    <a:pt x="21229" y="6171"/>
                  </a:lnTo>
                  <a:cubicBezTo>
                    <a:pt x="21429" y="6038"/>
                    <a:pt x="21629" y="5904"/>
                    <a:pt x="21829" y="5771"/>
                  </a:cubicBezTo>
                  <a:cubicBezTo>
                    <a:pt x="22663" y="5204"/>
                    <a:pt x="23397" y="4503"/>
                    <a:pt x="23964" y="3803"/>
                  </a:cubicBezTo>
                  <a:cubicBezTo>
                    <a:pt x="24565" y="3136"/>
                    <a:pt x="25065" y="2469"/>
                    <a:pt x="25599" y="1968"/>
                  </a:cubicBezTo>
                  <a:cubicBezTo>
                    <a:pt x="26132" y="1468"/>
                    <a:pt x="26700" y="1134"/>
                    <a:pt x="27167" y="901"/>
                  </a:cubicBezTo>
                  <a:cubicBezTo>
                    <a:pt x="27433" y="801"/>
                    <a:pt x="27634" y="667"/>
                    <a:pt x="27867" y="634"/>
                  </a:cubicBezTo>
                  <a:cubicBezTo>
                    <a:pt x="28067" y="567"/>
                    <a:pt x="28267" y="501"/>
                    <a:pt x="28401" y="467"/>
                  </a:cubicBezTo>
                  <a:cubicBezTo>
                    <a:pt x="28701" y="434"/>
                    <a:pt x="28868" y="400"/>
                    <a:pt x="28868" y="400"/>
                  </a:cubicBezTo>
                  <a:cubicBezTo>
                    <a:pt x="29201" y="300"/>
                    <a:pt x="29135" y="0"/>
                    <a:pt x="287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72" name="Google Shape;3472;p28"/>
            <p:cNvSpPr/>
            <p:nvPr/>
          </p:nvSpPr>
          <p:spPr>
            <a:xfrm>
              <a:off x="4549575" y="5150750"/>
              <a:ext cx="621825" cy="295275"/>
            </a:xfrm>
            <a:custGeom>
              <a:avLst/>
              <a:gdLst/>
              <a:ahLst/>
              <a:cxnLst/>
              <a:rect l="l" t="t" r="r" b="b"/>
              <a:pathLst>
                <a:path w="24873" h="11811" extrusionOk="0">
                  <a:moveTo>
                    <a:pt x="314" y="0"/>
                  </a:moveTo>
                  <a:cubicBezTo>
                    <a:pt x="49" y="0"/>
                    <a:pt x="0" y="307"/>
                    <a:pt x="254" y="403"/>
                  </a:cubicBezTo>
                  <a:cubicBezTo>
                    <a:pt x="254" y="403"/>
                    <a:pt x="388" y="436"/>
                    <a:pt x="621" y="469"/>
                  </a:cubicBezTo>
                  <a:cubicBezTo>
                    <a:pt x="888" y="503"/>
                    <a:pt x="1255" y="569"/>
                    <a:pt x="1722" y="636"/>
                  </a:cubicBezTo>
                  <a:cubicBezTo>
                    <a:pt x="2656" y="770"/>
                    <a:pt x="3924" y="803"/>
                    <a:pt x="5391" y="803"/>
                  </a:cubicBezTo>
                  <a:cubicBezTo>
                    <a:pt x="6859" y="836"/>
                    <a:pt x="8494" y="836"/>
                    <a:pt x="10061" y="1036"/>
                  </a:cubicBezTo>
                  <a:cubicBezTo>
                    <a:pt x="11663" y="1270"/>
                    <a:pt x="13130" y="1837"/>
                    <a:pt x="14231" y="2638"/>
                  </a:cubicBezTo>
                  <a:cubicBezTo>
                    <a:pt x="15365" y="3438"/>
                    <a:pt x="16333" y="4672"/>
                    <a:pt x="17100" y="6107"/>
                  </a:cubicBezTo>
                  <a:cubicBezTo>
                    <a:pt x="17934" y="7474"/>
                    <a:pt x="18701" y="8975"/>
                    <a:pt x="19735" y="10110"/>
                  </a:cubicBezTo>
                  <a:cubicBezTo>
                    <a:pt x="20235" y="10643"/>
                    <a:pt x="20869" y="11110"/>
                    <a:pt x="21436" y="11344"/>
                  </a:cubicBezTo>
                  <a:cubicBezTo>
                    <a:pt x="22037" y="11611"/>
                    <a:pt x="22604" y="11744"/>
                    <a:pt x="23071" y="11777"/>
                  </a:cubicBezTo>
                  <a:cubicBezTo>
                    <a:pt x="23271" y="11811"/>
                    <a:pt x="23538" y="11811"/>
                    <a:pt x="23705" y="11811"/>
                  </a:cubicBezTo>
                  <a:lnTo>
                    <a:pt x="24172" y="11811"/>
                  </a:lnTo>
                  <a:cubicBezTo>
                    <a:pt x="24438" y="11777"/>
                    <a:pt x="24572" y="11777"/>
                    <a:pt x="24572" y="11777"/>
                  </a:cubicBezTo>
                  <a:cubicBezTo>
                    <a:pt x="24872" y="11744"/>
                    <a:pt x="24839" y="11411"/>
                    <a:pt x="24572" y="11411"/>
                  </a:cubicBezTo>
                  <a:cubicBezTo>
                    <a:pt x="24572" y="11411"/>
                    <a:pt x="24438" y="11444"/>
                    <a:pt x="24205" y="11444"/>
                  </a:cubicBezTo>
                  <a:lnTo>
                    <a:pt x="23738" y="11444"/>
                  </a:lnTo>
                  <a:cubicBezTo>
                    <a:pt x="23571" y="11444"/>
                    <a:pt x="23371" y="11444"/>
                    <a:pt x="23137" y="11411"/>
                  </a:cubicBezTo>
                  <a:cubicBezTo>
                    <a:pt x="22704" y="11310"/>
                    <a:pt x="22203" y="11177"/>
                    <a:pt x="21636" y="10944"/>
                  </a:cubicBezTo>
                  <a:cubicBezTo>
                    <a:pt x="21136" y="10643"/>
                    <a:pt x="20602" y="10276"/>
                    <a:pt x="20135" y="9743"/>
                  </a:cubicBezTo>
                  <a:cubicBezTo>
                    <a:pt x="19201" y="8675"/>
                    <a:pt x="18467" y="7174"/>
                    <a:pt x="17700" y="5773"/>
                  </a:cubicBezTo>
                  <a:cubicBezTo>
                    <a:pt x="16933" y="4339"/>
                    <a:pt x="15932" y="2938"/>
                    <a:pt x="14698" y="2070"/>
                  </a:cubicBezTo>
                  <a:cubicBezTo>
                    <a:pt x="13464" y="1170"/>
                    <a:pt x="11863" y="603"/>
                    <a:pt x="10195" y="403"/>
                  </a:cubicBezTo>
                  <a:cubicBezTo>
                    <a:pt x="9247" y="270"/>
                    <a:pt x="8299" y="234"/>
                    <a:pt x="7388" y="234"/>
                  </a:cubicBezTo>
                  <a:cubicBezTo>
                    <a:pt x="6696" y="234"/>
                    <a:pt x="6025" y="255"/>
                    <a:pt x="5391" y="269"/>
                  </a:cubicBezTo>
                  <a:cubicBezTo>
                    <a:pt x="4784" y="283"/>
                    <a:pt x="4216" y="291"/>
                    <a:pt x="3693" y="291"/>
                  </a:cubicBezTo>
                  <a:cubicBezTo>
                    <a:pt x="2953" y="291"/>
                    <a:pt x="2303" y="275"/>
                    <a:pt x="1756" y="236"/>
                  </a:cubicBezTo>
                  <a:cubicBezTo>
                    <a:pt x="1355" y="169"/>
                    <a:pt x="955" y="136"/>
                    <a:pt x="721" y="102"/>
                  </a:cubicBezTo>
                  <a:cubicBezTo>
                    <a:pt x="455" y="69"/>
                    <a:pt x="355" y="2"/>
                    <a:pt x="355" y="2"/>
                  </a:cubicBezTo>
                  <a:cubicBezTo>
                    <a:pt x="340" y="1"/>
                    <a:pt x="327" y="0"/>
                    <a:pt x="3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73" name="Google Shape;3473;p28"/>
            <p:cNvSpPr/>
            <p:nvPr/>
          </p:nvSpPr>
          <p:spPr>
            <a:xfrm>
              <a:off x="6048075" y="3873150"/>
              <a:ext cx="430975" cy="143800"/>
            </a:xfrm>
            <a:custGeom>
              <a:avLst/>
              <a:gdLst/>
              <a:ahLst/>
              <a:cxnLst/>
              <a:rect l="l" t="t" r="r" b="b"/>
              <a:pathLst>
                <a:path w="17239" h="5752" extrusionOk="0">
                  <a:moveTo>
                    <a:pt x="262" y="0"/>
                  </a:moveTo>
                  <a:cubicBezTo>
                    <a:pt x="109" y="0"/>
                    <a:pt x="0" y="242"/>
                    <a:pt x="157" y="337"/>
                  </a:cubicBezTo>
                  <a:cubicBezTo>
                    <a:pt x="157" y="337"/>
                    <a:pt x="491" y="403"/>
                    <a:pt x="1025" y="637"/>
                  </a:cubicBezTo>
                  <a:cubicBezTo>
                    <a:pt x="1558" y="804"/>
                    <a:pt x="2359" y="1004"/>
                    <a:pt x="3293" y="1171"/>
                  </a:cubicBezTo>
                  <a:cubicBezTo>
                    <a:pt x="5127" y="1471"/>
                    <a:pt x="7362" y="1571"/>
                    <a:pt x="9130" y="1804"/>
                  </a:cubicBezTo>
                  <a:cubicBezTo>
                    <a:pt x="9597" y="1871"/>
                    <a:pt x="10031" y="1871"/>
                    <a:pt x="10498" y="2005"/>
                  </a:cubicBezTo>
                  <a:cubicBezTo>
                    <a:pt x="10731" y="2071"/>
                    <a:pt x="10965" y="2105"/>
                    <a:pt x="11198" y="2171"/>
                  </a:cubicBezTo>
                  <a:cubicBezTo>
                    <a:pt x="11465" y="2238"/>
                    <a:pt x="11665" y="2305"/>
                    <a:pt x="11932" y="2371"/>
                  </a:cubicBezTo>
                  <a:cubicBezTo>
                    <a:pt x="12166" y="2405"/>
                    <a:pt x="12366" y="2538"/>
                    <a:pt x="12633" y="2638"/>
                  </a:cubicBezTo>
                  <a:cubicBezTo>
                    <a:pt x="12833" y="2738"/>
                    <a:pt x="13100" y="2805"/>
                    <a:pt x="13300" y="2905"/>
                  </a:cubicBezTo>
                  <a:cubicBezTo>
                    <a:pt x="13700" y="3172"/>
                    <a:pt x="14167" y="3372"/>
                    <a:pt x="14501" y="3639"/>
                  </a:cubicBezTo>
                  <a:cubicBezTo>
                    <a:pt x="14701" y="3739"/>
                    <a:pt x="14868" y="3873"/>
                    <a:pt x="15035" y="4006"/>
                  </a:cubicBezTo>
                  <a:cubicBezTo>
                    <a:pt x="15201" y="4106"/>
                    <a:pt x="15368" y="4239"/>
                    <a:pt x="15502" y="4373"/>
                  </a:cubicBezTo>
                  <a:cubicBezTo>
                    <a:pt x="15735" y="4606"/>
                    <a:pt x="16035" y="4840"/>
                    <a:pt x="16202" y="5040"/>
                  </a:cubicBezTo>
                  <a:cubicBezTo>
                    <a:pt x="16636" y="5440"/>
                    <a:pt x="16836" y="5707"/>
                    <a:pt x="16836" y="5707"/>
                  </a:cubicBezTo>
                  <a:cubicBezTo>
                    <a:pt x="16875" y="5738"/>
                    <a:pt x="16919" y="5751"/>
                    <a:pt x="16962" y="5751"/>
                  </a:cubicBezTo>
                  <a:cubicBezTo>
                    <a:pt x="17105" y="5751"/>
                    <a:pt x="17238" y="5609"/>
                    <a:pt x="17136" y="5507"/>
                  </a:cubicBezTo>
                  <a:cubicBezTo>
                    <a:pt x="17136" y="5507"/>
                    <a:pt x="16936" y="5240"/>
                    <a:pt x="16536" y="4807"/>
                  </a:cubicBezTo>
                  <a:cubicBezTo>
                    <a:pt x="16369" y="4540"/>
                    <a:pt x="16135" y="4340"/>
                    <a:pt x="15835" y="4039"/>
                  </a:cubicBezTo>
                  <a:cubicBezTo>
                    <a:pt x="15668" y="3906"/>
                    <a:pt x="15535" y="3739"/>
                    <a:pt x="15368" y="3639"/>
                  </a:cubicBezTo>
                  <a:cubicBezTo>
                    <a:pt x="15201" y="3506"/>
                    <a:pt x="15001" y="3339"/>
                    <a:pt x="14834" y="3205"/>
                  </a:cubicBezTo>
                  <a:cubicBezTo>
                    <a:pt x="14467" y="2905"/>
                    <a:pt x="14034" y="2672"/>
                    <a:pt x="13600" y="2405"/>
                  </a:cubicBezTo>
                  <a:cubicBezTo>
                    <a:pt x="13367" y="2305"/>
                    <a:pt x="13133" y="2205"/>
                    <a:pt x="12866" y="2071"/>
                  </a:cubicBezTo>
                  <a:cubicBezTo>
                    <a:pt x="12633" y="1971"/>
                    <a:pt x="12366" y="1871"/>
                    <a:pt x="12132" y="1804"/>
                  </a:cubicBezTo>
                  <a:lnTo>
                    <a:pt x="11365" y="1538"/>
                  </a:lnTo>
                  <a:cubicBezTo>
                    <a:pt x="11132" y="1471"/>
                    <a:pt x="10865" y="1404"/>
                    <a:pt x="10631" y="1371"/>
                  </a:cubicBezTo>
                  <a:cubicBezTo>
                    <a:pt x="10131" y="1237"/>
                    <a:pt x="9664" y="1204"/>
                    <a:pt x="9197" y="1137"/>
                  </a:cubicBezTo>
                  <a:cubicBezTo>
                    <a:pt x="7429" y="904"/>
                    <a:pt x="5161" y="904"/>
                    <a:pt x="3360" y="670"/>
                  </a:cubicBezTo>
                  <a:cubicBezTo>
                    <a:pt x="2492" y="537"/>
                    <a:pt x="1692" y="370"/>
                    <a:pt x="1158" y="237"/>
                  </a:cubicBezTo>
                  <a:cubicBezTo>
                    <a:pt x="624" y="70"/>
                    <a:pt x="291" y="3"/>
                    <a:pt x="291" y="3"/>
                  </a:cubicBezTo>
                  <a:cubicBezTo>
                    <a:pt x="281" y="1"/>
                    <a:pt x="271" y="0"/>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74" name="Google Shape;3474;p28"/>
            <p:cNvSpPr/>
            <p:nvPr/>
          </p:nvSpPr>
          <p:spPr>
            <a:xfrm>
              <a:off x="2973950" y="4152375"/>
              <a:ext cx="586300" cy="361025"/>
            </a:xfrm>
            <a:custGeom>
              <a:avLst/>
              <a:gdLst/>
              <a:ahLst/>
              <a:cxnLst/>
              <a:rect l="l" t="t" r="r" b="b"/>
              <a:pathLst>
                <a:path w="23452" h="14441" extrusionOk="0">
                  <a:moveTo>
                    <a:pt x="7068" y="0"/>
                  </a:moveTo>
                  <a:cubicBezTo>
                    <a:pt x="6719" y="0"/>
                    <a:pt x="6339" y="70"/>
                    <a:pt x="6005" y="209"/>
                  </a:cubicBezTo>
                  <a:cubicBezTo>
                    <a:pt x="5572" y="376"/>
                    <a:pt x="5238" y="643"/>
                    <a:pt x="4938" y="876"/>
                  </a:cubicBezTo>
                  <a:cubicBezTo>
                    <a:pt x="4337" y="1376"/>
                    <a:pt x="3870" y="1910"/>
                    <a:pt x="3403" y="2511"/>
                  </a:cubicBezTo>
                  <a:cubicBezTo>
                    <a:pt x="2536" y="3645"/>
                    <a:pt x="1869" y="4812"/>
                    <a:pt x="1335" y="5880"/>
                  </a:cubicBezTo>
                  <a:cubicBezTo>
                    <a:pt x="768" y="6980"/>
                    <a:pt x="401" y="8014"/>
                    <a:pt x="201" y="8882"/>
                  </a:cubicBezTo>
                  <a:cubicBezTo>
                    <a:pt x="34" y="9749"/>
                    <a:pt x="1" y="10550"/>
                    <a:pt x="335" y="11083"/>
                  </a:cubicBezTo>
                  <a:cubicBezTo>
                    <a:pt x="368" y="11250"/>
                    <a:pt x="501" y="11350"/>
                    <a:pt x="568" y="11417"/>
                  </a:cubicBezTo>
                  <a:cubicBezTo>
                    <a:pt x="668" y="11517"/>
                    <a:pt x="735" y="11550"/>
                    <a:pt x="835" y="11584"/>
                  </a:cubicBezTo>
                  <a:cubicBezTo>
                    <a:pt x="935" y="11684"/>
                    <a:pt x="1035" y="11684"/>
                    <a:pt x="1035" y="11684"/>
                  </a:cubicBezTo>
                  <a:cubicBezTo>
                    <a:pt x="1106" y="11712"/>
                    <a:pt x="1170" y="11722"/>
                    <a:pt x="1226" y="11722"/>
                  </a:cubicBezTo>
                  <a:cubicBezTo>
                    <a:pt x="1303" y="11722"/>
                    <a:pt x="1363" y="11703"/>
                    <a:pt x="1402" y="11684"/>
                  </a:cubicBezTo>
                  <a:cubicBezTo>
                    <a:pt x="1502" y="11650"/>
                    <a:pt x="1535" y="11550"/>
                    <a:pt x="1535" y="11517"/>
                  </a:cubicBezTo>
                  <a:cubicBezTo>
                    <a:pt x="1569" y="11384"/>
                    <a:pt x="1402" y="11317"/>
                    <a:pt x="1202" y="11217"/>
                  </a:cubicBezTo>
                  <a:cubicBezTo>
                    <a:pt x="1235" y="11217"/>
                    <a:pt x="935" y="11217"/>
                    <a:pt x="768" y="10883"/>
                  </a:cubicBezTo>
                  <a:cubicBezTo>
                    <a:pt x="568" y="10550"/>
                    <a:pt x="568" y="9882"/>
                    <a:pt x="768" y="9049"/>
                  </a:cubicBezTo>
                  <a:cubicBezTo>
                    <a:pt x="1235" y="7414"/>
                    <a:pt x="2336" y="5179"/>
                    <a:pt x="4037" y="3011"/>
                  </a:cubicBezTo>
                  <a:cubicBezTo>
                    <a:pt x="4504" y="2477"/>
                    <a:pt x="4938" y="1977"/>
                    <a:pt x="5505" y="1510"/>
                  </a:cubicBezTo>
                  <a:cubicBezTo>
                    <a:pt x="5738" y="1310"/>
                    <a:pt x="6039" y="1076"/>
                    <a:pt x="6339" y="976"/>
                  </a:cubicBezTo>
                  <a:cubicBezTo>
                    <a:pt x="6543" y="874"/>
                    <a:pt x="6785" y="831"/>
                    <a:pt x="7037" y="831"/>
                  </a:cubicBezTo>
                  <a:cubicBezTo>
                    <a:pt x="7115" y="831"/>
                    <a:pt x="7194" y="835"/>
                    <a:pt x="7273" y="843"/>
                  </a:cubicBezTo>
                  <a:cubicBezTo>
                    <a:pt x="8007" y="876"/>
                    <a:pt x="8707" y="1043"/>
                    <a:pt x="9441" y="1243"/>
                  </a:cubicBezTo>
                  <a:cubicBezTo>
                    <a:pt x="10208" y="1476"/>
                    <a:pt x="10942" y="1743"/>
                    <a:pt x="11676" y="2010"/>
                  </a:cubicBezTo>
                  <a:cubicBezTo>
                    <a:pt x="14578" y="3078"/>
                    <a:pt x="17380" y="4412"/>
                    <a:pt x="19848" y="5646"/>
                  </a:cubicBezTo>
                  <a:cubicBezTo>
                    <a:pt x="20416" y="5913"/>
                    <a:pt x="21016" y="6213"/>
                    <a:pt x="21516" y="6580"/>
                  </a:cubicBezTo>
                  <a:cubicBezTo>
                    <a:pt x="21750" y="6814"/>
                    <a:pt x="22017" y="7014"/>
                    <a:pt x="22183" y="7214"/>
                  </a:cubicBezTo>
                  <a:cubicBezTo>
                    <a:pt x="22384" y="7481"/>
                    <a:pt x="22450" y="7681"/>
                    <a:pt x="22517" y="7914"/>
                  </a:cubicBezTo>
                  <a:cubicBezTo>
                    <a:pt x="22550" y="8181"/>
                    <a:pt x="22450" y="8415"/>
                    <a:pt x="22384" y="8682"/>
                  </a:cubicBezTo>
                  <a:cubicBezTo>
                    <a:pt x="22284" y="8815"/>
                    <a:pt x="22250" y="8915"/>
                    <a:pt x="22183" y="9049"/>
                  </a:cubicBezTo>
                  <a:cubicBezTo>
                    <a:pt x="22083" y="9149"/>
                    <a:pt x="22050" y="9249"/>
                    <a:pt x="21917" y="9349"/>
                  </a:cubicBezTo>
                  <a:cubicBezTo>
                    <a:pt x="21550" y="9682"/>
                    <a:pt x="21016" y="9882"/>
                    <a:pt x="20416" y="9983"/>
                  </a:cubicBezTo>
                  <a:cubicBezTo>
                    <a:pt x="19248" y="10183"/>
                    <a:pt x="18114" y="10149"/>
                    <a:pt x="17213" y="10216"/>
                  </a:cubicBezTo>
                  <a:cubicBezTo>
                    <a:pt x="16746" y="10249"/>
                    <a:pt x="16313" y="10316"/>
                    <a:pt x="15946" y="10383"/>
                  </a:cubicBezTo>
                  <a:cubicBezTo>
                    <a:pt x="15746" y="10416"/>
                    <a:pt x="15579" y="10483"/>
                    <a:pt x="15479" y="10516"/>
                  </a:cubicBezTo>
                  <a:cubicBezTo>
                    <a:pt x="15312" y="10583"/>
                    <a:pt x="15178" y="10616"/>
                    <a:pt x="15078" y="10683"/>
                  </a:cubicBezTo>
                  <a:lnTo>
                    <a:pt x="15112" y="10683"/>
                  </a:lnTo>
                  <a:cubicBezTo>
                    <a:pt x="13911" y="11183"/>
                    <a:pt x="12977" y="11951"/>
                    <a:pt x="12143" y="12618"/>
                  </a:cubicBezTo>
                  <a:cubicBezTo>
                    <a:pt x="11309" y="13352"/>
                    <a:pt x="10475" y="13752"/>
                    <a:pt x="9574" y="13885"/>
                  </a:cubicBezTo>
                  <a:cubicBezTo>
                    <a:pt x="9403" y="13928"/>
                    <a:pt x="9219" y="13940"/>
                    <a:pt x="9036" y="13940"/>
                  </a:cubicBezTo>
                  <a:cubicBezTo>
                    <a:pt x="8792" y="13940"/>
                    <a:pt x="8550" y="13919"/>
                    <a:pt x="8340" y="13919"/>
                  </a:cubicBezTo>
                  <a:cubicBezTo>
                    <a:pt x="7973" y="13885"/>
                    <a:pt x="7573" y="13752"/>
                    <a:pt x="7239" y="13652"/>
                  </a:cubicBezTo>
                  <a:cubicBezTo>
                    <a:pt x="6572" y="13352"/>
                    <a:pt x="6005" y="13018"/>
                    <a:pt x="5472" y="12718"/>
                  </a:cubicBezTo>
                  <a:cubicBezTo>
                    <a:pt x="4404" y="12084"/>
                    <a:pt x="3537" y="11717"/>
                    <a:pt x="2970" y="11550"/>
                  </a:cubicBezTo>
                  <a:cubicBezTo>
                    <a:pt x="2670" y="11484"/>
                    <a:pt x="2469" y="11384"/>
                    <a:pt x="2303" y="11384"/>
                  </a:cubicBezTo>
                  <a:cubicBezTo>
                    <a:pt x="2136" y="11350"/>
                    <a:pt x="2036" y="11350"/>
                    <a:pt x="2036" y="11350"/>
                  </a:cubicBezTo>
                  <a:cubicBezTo>
                    <a:pt x="1427" y="11350"/>
                    <a:pt x="1464" y="11719"/>
                    <a:pt x="1823" y="11719"/>
                  </a:cubicBezTo>
                  <a:cubicBezTo>
                    <a:pt x="1837" y="11719"/>
                    <a:pt x="1853" y="11718"/>
                    <a:pt x="1869" y="11717"/>
                  </a:cubicBezTo>
                  <a:cubicBezTo>
                    <a:pt x="1869" y="11717"/>
                    <a:pt x="1936" y="11717"/>
                    <a:pt x="2069" y="11750"/>
                  </a:cubicBezTo>
                  <a:cubicBezTo>
                    <a:pt x="2236" y="11817"/>
                    <a:pt x="2403" y="11851"/>
                    <a:pt x="2703" y="11917"/>
                  </a:cubicBezTo>
                  <a:cubicBezTo>
                    <a:pt x="3237" y="12084"/>
                    <a:pt x="4037" y="12484"/>
                    <a:pt x="5071" y="13085"/>
                  </a:cubicBezTo>
                  <a:cubicBezTo>
                    <a:pt x="5605" y="13385"/>
                    <a:pt x="6205" y="13719"/>
                    <a:pt x="6939" y="14052"/>
                  </a:cubicBezTo>
                  <a:cubicBezTo>
                    <a:pt x="7340" y="14219"/>
                    <a:pt x="7740" y="14352"/>
                    <a:pt x="8207" y="14419"/>
                  </a:cubicBezTo>
                  <a:cubicBezTo>
                    <a:pt x="8474" y="14419"/>
                    <a:pt x="8730" y="14441"/>
                    <a:pt x="8993" y="14441"/>
                  </a:cubicBezTo>
                  <a:cubicBezTo>
                    <a:pt x="9191" y="14441"/>
                    <a:pt x="9393" y="14429"/>
                    <a:pt x="9608" y="14386"/>
                  </a:cubicBezTo>
                  <a:cubicBezTo>
                    <a:pt x="10075" y="14286"/>
                    <a:pt x="10575" y="14152"/>
                    <a:pt x="11076" y="13919"/>
                  </a:cubicBezTo>
                  <a:cubicBezTo>
                    <a:pt x="11576" y="13719"/>
                    <a:pt x="12043" y="13385"/>
                    <a:pt x="12443" y="13051"/>
                  </a:cubicBezTo>
                  <a:cubicBezTo>
                    <a:pt x="13344" y="12351"/>
                    <a:pt x="14211" y="11650"/>
                    <a:pt x="15345" y="11217"/>
                  </a:cubicBezTo>
                  <a:lnTo>
                    <a:pt x="15379" y="11217"/>
                  </a:lnTo>
                  <a:cubicBezTo>
                    <a:pt x="15445" y="11217"/>
                    <a:pt x="15545" y="11183"/>
                    <a:pt x="15679" y="11150"/>
                  </a:cubicBezTo>
                  <a:cubicBezTo>
                    <a:pt x="15746" y="11083"/>
                    <a:pt x="15912" y="11083"/>
                    <a:pt x="16046" y="11050"/>
                  </a:cubicBezTo>
                  <a:cubicBezTo>
                    <a:pt x="16346" y="11017"/>
                    <a:pt x="16713" y="10983"/>
                    <a:pt x="17180" y="10983"/>
                  </a:cubicBezTo>
                  <a:cubicBezTo>
                    <a:pt x="18081" y="10917"/>
                    <a:pt x="19215" y="11017"/>
                    <a:pt x="20516" y="10816"/>
                  </a:cubicBezTo>
                  <a:cubicBezTo>
                    <a:pt x="21183" y="10683"/>
                    <a:pt x="21883" y="10516"/>
                    <a:pt x="22517" y="9916"/>
                  </a:cubicBezTo>
                  <a:cubicBezTo>
                    <a:pt x="22684" y="9816"/>
                    <a:pt x="22751" y="9649"/>
                    <a:pt x="22884" y="9482"/>
                  </a:cubicBezTo>
                  <a:cubicBezTo>
                    <a:pt x="23017" y="9315"/>
                    <a:pt x="23084" y="9149"/>
                    <a:pt x="23184" y="8982"/>
                  </a:cubicBezTo>
                  <a:cubicBezTo>
                    <a:pt x="23351" y="8582"/>
                    <a:pt x="23451" y="8181"/>
                    <a:pt x="23384" y="7714"/>
                  </a:cubicBezTo>
                  <a:cubicBezTo>
                    <a:pt x="23351" y="7247"/>
                    <a:pt x="23117" y="6847"/>
                    <a:pt x="22884" y="6547"/>
                  </a:cubicBezTo>
                  <a:cubicBezTo>
                    <a:pt x="22617" y="6213"/>
                    <a:pt x="22350" y="5980"/>
                    <a:pt x="22050" y="5746"/>
                  </a:cubicBezTo>
                  <a:cubicBezTo>
                    <a:pt x="21450" y="5346"/>
                    <a:pt x="20849" y="5012"/>
                    <a:pt x="20249" y="4712"/>
                  </a:cubicBezTo>
                  <a:cubicBezTo>
                    <a:pt x="17780" y="3511"/>
                    <a:pt x="14945" y="2210"/>
                    <a:pt x="11943" y="1143"/>
                  </a:cubicBezTo>
                  <a:cubicBezTo>
                    <a:pt x="11209" y="876"/>
                    <a:pt x="10408" y="643"/>
                    <a:pt x="9675" y="409"/>
                  </a:cubicBezTo>
                  <a:cubicBezTo>
                    <a:pt x="8907" y="209"/>
                    <a:pt x="8107" y="42"/>
                    <a:pt x="7273" y="9"/>
                  </a:cubicBezTo>
                  <a:cubicBezTo>
                    <a:pt x="7206" y="3"/>
                    <a:pt x="7138" y="0"/>
                    <a:pt x="70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75" name="Google Shape;3475;p28"/>
            <p:cNvSpPr/>
            <p:nvPr/>
          </p:nvSpPr>
          <p:spPr>
            <a:xfrm>
              <a:off x="2878050" y="4066850"/>
              <a:ext cx="773075" cy="505625"/>
            </a:xfrm>
            <a:custGeom>
              <a:avLst/>
              <a:gdLst/>
              <a:ahLst/>
              <a:cxnLst/>
              <a:rect l="l" t="t" r="r" b="b"/>
              <a:pathLst>
                <a:path w="30923" h="20225" extrusionOk="0">
                  <a:moveTo>
                    <a:pt x="10426" y="514"/>
                  </a:moveTo>
                  <a:cubicBezTo>
                    <a:pt x="12092" y="514"/>
                    <a:pt x="13782" y="891"/>
                    <a:pt x="15345" y="1395"/>
                  </a:cubicBezTo>
                  <a:cubicBezTo>
                    <a:pt x="17313" y="1995"/>
                    <a:pt x="19148" y="2829"/>
                    <a:pt x="20849" y="3663"/>
                  </a:cubicBezTo>
                  <a:cubicBezTo>
                    <a:pt x="21683" y="4097"/>
                    <a:pt x="22550" y="4531"/>
                    <a:pt x="23418" y="4998"/>
                  </a:cubicBezTo>
                  <a:cubicBezTo>
                    <a:pt x="23885" y="5264"/>
                    <a:pt x="24318" y="5498"/>
                    <a:pt x="24752" y="5765"/>
                  </a:cubicBezTo>
                  <a:cubicBezTo>
                    <a:pt x="24985" y="5865"/>
                    <a:pt x="25219" y="5998"/>
                    <a:pt x="25419" y="6132"/>
                  </a:cubicBezTo>
                  <a:lnTo>
                    <a:pt x="25753" y="6332"/>
                  </a:lnTo>
                  <a:lnTo>
                    <a:pt x="25919" y="6432"/>
                  </a:lnTo>
                  <a:lnTo>
                    <a:pt x="26019" y="6465"/>
                  </a:lnTo>
                  <a:cubicBezTo>
                    <a:pt x="26086" y="6499"/>
                    <a:pt x="26086" y="6499"/>
                    <a:pt x="26153" y="6499"/>
                  </a:cubicBezTo>
                  <a:cubicBezTo>
                    <a:pt x="27087" y="6832"/>
                    <a:pt x="28021" y="7333"/>
                    <a:pt x="28821" y="8000"/>
                  </a:cubicBezTo>
                  <a:cubicBezTo>
                    <a:pt x="29555" y="8667"/>
                    <a:pt x="30156" y="9601"/>
                    <a:pt x="30256" y="10635"/>
                  </a:cubicBezTo>
                  <a:cubicBezTo>
                    <a:pt x="30389" y="11636"/>
                    <a:pt x="30056" y="12670"/>
                    <a:pt x="29489" y="13570"/>
                  </a:cubicBezTo>
                  <a:cubicBezTo>
                    <a:pt x="28888" y="14404"/>
                    <a:pt x="28054" y="15105"/>
                    <a:pt x="27187" y="15605"/>
                  </a:cubicBezTo>
                  <a:cubicBezTo>
                    <a:pt x="26320" y="16105"/>
                    <a:pt x="25319" y="16406"/>
                    <a:pt x="24318" y="16506"/>
                  </a:cubicBezTo>
                  <a:cubicBezTo>
                    <a:pt x="23818" y="16606"/>
                    <a:pt x="23318" y="16639"/>
                    <a:pt x="22817" y="16673"/>
                  </a:cubicBezTo>
                  <a:lnTo>
                    <a:pt x="22050" y="16806"/>
                  </a:lnTo>
                  <a:lnTo>
                    <a:pt x="21283" y="16939"/>
                  </a:lnTo>
                  <a:cubicBezTo>
                    <a:pt x="21049" y="16973"/>
                    <a:pt x="20849" y="17006"/>
                    <a:pt x="20582" y="17106"/>
                  </a:cubicBezTo>
                  <a:cubicBezTo>
                    <a:pt x="20349" y="17173"/>
                    <a:pt x="20082" y="17240"/>
                    <a:pt x="19882" y="17306"/>
                  </a:cubicBezTo>
                  <a:cubicBezTo>
                    <a:pt x="19415" y="17473"/>
                    <a:pt x="19014" y="17640"/>
                    <a:pt x="18581" y="17840"/>
                  </a:cubicBezTo>
                  <a:cubicBezTo>
                    <a:pt x="17747" y="18274"/>
                    <a:pt x="17013" y="18674"/>
                    <a:pt x="16246" y="19008"/>
                  </a:cubicBezTo>
                  <a:cubicBezTo>
                    <a:pt x="14958" y="19606"/>
                    <a:pt x="13671" y="19990"/>
                    <a:pt x="12552" y="19990"/>
                  </a:cubicBezTo>
                  <a:cubicBezTo>
                    <a:pt x="12425" y="19990"/>
                    <a:pt x="12299" y="19985"/>
                    <a:pt x="12176" y="19975"/>
                  </a:cubicBezTo>
                  <a:cubicBezTo>
                    <a:pt x="10975" y="19908"/>
                    <a:pt x="10041" y="19508"/>
                    <a:pt x="9474" y="19241"/>
                  </a:cubicBezTo>
                  <a:cubicBezTo>
                    <a:pt x="9174" y="19074"/>
                    <a:pt x="8974" y="18941"/>
                    <a:pt x="8807" y="18841"/>
                  </a:cubicBezTo>
                  <a:cubicBezTo>
                    <a:pt x="8674" y="18774"/>
                    <a:pt x="8574" y="18741"/>
                    <a:pt x="8574" y="18741"/>
                  </a:cubicBezTo>
                  <a:cubicBezTo>
                    <a:pt x="8333" y="18567"/>
                    <a:pt x="8162" y="18489"/>
                    <a:pt x="8090" y="18489"/>
                  </a:cubicBezTo>
                  <a:cubicBezTo>
                    <a:pt x="8046" y="18489"/>
                    <a:pt x="8041" y="18520"/>
                    <a:pt x="8082" y="18575"/>
                  </a:cubicBezTo>
                  <a:lnTo>
                    <a:pt x="8082" y="18575"/>
                  </a:lnTo>
                  <a:cubicBezTo>
                    <a:pt x="8004" y="18509"/>
                    <a:pt x="7891" y="18430"/>
                    <a:pt x="7740" y="18340"/>
                  </a:cubicBezTo>
                  <a:lnTo>
                    <a:pt x="7506" y="18240"/>
                  </a:lnTo>
                  <a:cubicBezTo>
                    <a:pt x="7339" y="18140"/>
                    <a:pt x="7073" y="18007"/>
                    <a:pt x="6806" y="17907"/>
                  </a:cubicBezTo>
                  <a:cubicBezTo>
                    <a:pt x="6172" y="17607"/>
                    <a:pt x="5238" y="17273"/>
                    <a:pt x="4137" y="16806"/>
                  </a:cubicBezTo>
                  <a:cubicBezTo>
                    <a:pt x="3570" y="16572"/>
                    <a:pt x="2970" y="16272"/>
                    <a:pt x="2369" y="15905"/>
                  </a:cubicBezTo>
                  <a:cubicBezTo>
                    <a:pt x="1802" y="15505"/>
                    <a:pt x="1202" y="15005"/>
                    <a:pt x="835" y="14304"/>
                  </a:cubicBezTo>
                  <a:cubicBezTo>
                    <a:pt x="468" y="13604"/>
                    <a:pt x="334" y="12770"/>
                    <a:pt x="468" y="11902"/>
                  </a:cubicBezTo>
                  <a:cubicBezTo>
                    <a:pt x="535" y="11002"/>
                    <a:pt x="835" y="10101"/>
                    <a:pt x="1168" y="9234"/>
                  </a:cubicBezTo>
                  <a:cubicBezTo>
                    <a:pt x="1869" y="7433"/>
                    <a:pt x="2836" y="5598"/>
                    <a:pt x="4037" y="3897"/>
                  </a:cubicBezTo>
                  <a:cubicBezTo>
                    <a:pt x="4638" y="3063"/>
                    <a:pt x="5338" y="2262"/>
                    <a:pt x="6205" y="1662"/>
                  </a:cubicBezTo>
                  <a:cubicBezTo>
                    <a:pt x="7073" y="1095"/>
                    <a:pt x="8073" y="728"/>
                    <a:pt x="9141" y="594"/>
                  </a:cubicBezTo>
                  <a:cubicBezTo>
                    <a:pt x="9566" y="540"/>
                    <a:pt x="9995" y="514"/>
                    <a:pt x="10426" y="514"/>
                  </a:cubicBezTo>
                  <a:close/>
                  <a:moveTo>
                    <a:pt x="10557" y="0"/>
                  </a:moveTo>
                  <a:cubicBezTo>
                    <a:pt x="10086" y="0"/>
                    <a:pt x="9613" y="30"/>
                    <a:pt x="9141" y="94"/>
                  </a:cubicBezTo>
                  <a:cubicBezTo>
                    <a:pt x="8007" y="261"/>
                    <a:pt x="6906" y="628"/>
                    <a:pt x="6005" y="1262"/>
                  </a:cubicBezTo>
                  <a:cubicBezTo>
                    <a:pt x="5038" y="1829"/>
                    <a:pt x="4337" y="2696"/>
                    <a:pt x="3704" y="3597"/>
                  </a:cubicBezTo>
                  <a:cubicBezTo>
                    <a:pt x="2503" y="5331"/>
                    <a:pt x="1535" y="7166"/>
                    <a:pt x="835" y="9000"/>
                  </a:cubicBezTo>
                  <a:cubicBezTo>
                    <a:pt x="501" y="9934"/>
                    <a:pt x="234" y="10835"/>
                    <a:pt x="101" y="11769"/>
                  </a:cubicBezTo>
                  <a:cubicBezTo>
                    <a:pt x="1" y="12670"/>
                    <a:pt x="101" y="13637"/>
                    <a:pt x="535" y="14404"/>
                  </a:cubicBezTo>
                  <a:cubicBezTo>
                    <a:pt x="968" y="15171"/>
                    <a:pt x="1569" y="15739"/>
                    <a:pt x="2202" y="16105"/>
                  </a:cubicBezTo>
                  <a:cubicBezTo>
                    <a:pt x="2836" y="16506"/>
                    <a:pt x="3403" y="16773"/>
                    <a:pt x="4004" y="17006"/>
                  </a:cubicBezTo>
                  <a:cubicBezTo>
                    <a:pt x="5138" y="17473"/>
                    <a:pt x="6039" y="17807"/>
                    <a:pt x="6672" y="18107"/>
                  </a:cubicBezTo>
                  <a:cubicBezTo>
                    <a:pt x="7006" y="18240"/>
                    <a:pt x="7206" y="18340"/>
                    <a:pt x="7373" y="18441"/>
                  </a:cubicBezTo>
                  <a:lnTo>
                    <a:pt x="7640" y="18574"/>
                  </a:lnTo>
                  <a:cubicBezTo>
                    <a:pt x="7891" y="18725"/>
                    <a:pt x="8071" y="18790"/>
                    <a:pt x="8159" y="18790"/>
                  </a:cubicBezTo>
                  <a:cubicBezTo>
                    <a:pt x="8225" y="18790"/>
                    <a:pt x="8239" y="18754"/>
                    <a:pt x="8193" y="18689"/>
                  </a:cubicBezTo>
                  <a:lnTo>
                    <a:pt x="8193" y="18689"/>
                  </a:lnTo>
                  <a:cubicBezTo>
                    <a:pt x="8272" y="18758"/>
                    <a:pt x="8386" y="18843"/>
                    <a:pt x="8540" y="18941"/>
                  </a:cubicBezTo>
                  <a:lnTo>
                    <a:pt x="8807" y="19041"/>
                  </a:lnTo>
                  <a:cubicBezTo>
                    <a:pt x="8907" y="19141"/>
                    <a:pt x="9174" y="19274"/>
                    <a:pt x="9474" y="19441"/>
                  </a:cubicBezTo>
                  <a:cubicBezTo>
                    <a:pt x="10041" y="19708"/>
                    <a:pt x="11009" y="20142"/>
                    <a:pt x="12243" y="20208"/>
                  </a:cubicBezTo>
                  <a:cubicBezTo>
                    <a:pt x="12381" y="20219"/>
                    <a:pt x="12523" y="20225"/>
                    <a:pt x="12667" y="20225"/>
                  </a:cubicBezTo>
                  <a:cubicBezTo>
                    <a:pt x="13839" y="20225"/>
                    <a:pt x="15176" y="19869"/>
                    <a:pt x="16513" y="19274"/>
                  </a:cubicBezTo>
                  <a:cubicBezTo>
                    <a:pt x="17247" y="18941"/>
                    <a:pt x="18014" y="18507"/>
                    <a:pt x="18848" y="18140"/>
                  </a:cubicBezTo>
                  <a:cubicBezTo>
                    <a:pt x="19615" y="17773"/>
                    <a:pt x="20516" y="17440"/>
                    <a:pt x="21450" y="17273"/>
                  </a:cubicBezTo>
                  <a:cubicBezTo>
                    <a:pt x="21950" y="17173"/>
                    <a:pt x="22417" y="17140"/>
                    <a:pt x="22917" y="17039"/>
                  </a:cubicBezTo>
                  <a:cubicBezTo>
                    <a:pt x="23418" y="16973"/>
                    <a:pt x="23918" y="16973"/>
                    <a:pt x="24418" y="16873"/>
                  </a:cubicBezTo>
                  <a:cubicBezTo>
                    <a:pt x="25452" y="16773"/>
                    <a:pt x="26520" y="16439"/>
                    <a:pt x="27487" y="15939"/>
                  </a:cubicBezTo>
                  <a:cubicBezTo>
                    <a:pt x="28421" y="15438"/>
                    <a:pt x="29322" y="14671"/>
                    <a:pt x="29922" y="13770"/>
                  </a:cubicBezTo>
                  <a:cubicBezTo>
                    <a:pt x="30556" y="12836"/>
                    <a:pt x="30923" y="11702"/>
                    <a:pt x="30823" y="10535"/>
                  </a:cubicBezTo>
                  <a:cubicBezTo>
                    <a:pt x="30623" y="9367"/>
                    <a:pt x="30022" y="8367"/>
                    <a:pt x="29188" y="7633"/>
                  </a:cubicBezTo>
                  <a:cubicBezTo>
                    <a:pt x="28354" y="6932"/>
                    <a:pt x="27354" y="6432"/>
                    <a:pt x="26353" y="6032"/>
                  </a:cubicBezTo>
                  <a:cubicBezTo>
                    <a:pt x="26286" y="6032"/>
                    <a:pt x="26186" y="5932"/>
                    <a:pt x="26053" y="5865"/>
                  </a:cubicBezTo>
                  <a:lnTo>
                    <a:pt x="25719" y="5665"/>
                  </a:lnTo>
                  <a:cubicBezTo>
                    <a:pt x="25519" y="5565"/>
                    <a:pt x="25252" y="5431"/>
                    <a:pt x="25052" y="5298"/>
                  </a:cubicBezTo>
                  <a:cubicBezTo>
                    <a:pt x="24585" y="5031"/>
                    <a:pt x="24185" y="4797"/>
                    <a:pt x="23718" y="4531"/>
                  </a:cubicBezTo>
                  <a:cubicBezTo>
                    <a:pt x="22851" y="4030"/>
                    <a:pt x="21983" y="3597"/>
                    <a:pt x="21149" y="3163"/>
                  </a:cubicBezTo>
                  <a:cubicBezTo>
                    <a:pt x="19415" y="2329"/>
                    <a:pt x="17547" y="1495"/>
                    <a:pt x="15545" y="861"/>
                  </a:cubicBezTo>
                  <a:cubicBezTo>
                    <a:pt x="13974" y="390"/>
                    <a:pt x="12278" y="0"/>
                    <a:pt x="105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76" name="Google Shape;3476;p28"/>
            <p:cNvSpPr/>
            <p:nvPr/>
          </p:nvSpPr>
          <p:spPr>
            <a:xfrm>
              <a:off x="3052350" y="4215300"/>
              <a:ext cx="194250" cy="168075"/>
            </a:xfrm>
            <a:custGeom>
              <a:avLst/>
              <a:gdLst/>
              <a:ahLst/>
              <a:cxnLst/>
              <a:rect l="l" t="t" r="r" b="b"/>
              <a:pathLst>
                <a:path w="7770" h="6723" extrusionOk="0">
                  <a:moveTo>
                    <a:pt x="4966" y="1"/>
                  </a:moveTo>
                  <a:cubicBezTo>
                    <a:pt x="4591" y="1"/>
                    <a:pt x="4204" y="50"/>
                    <a:pt x="3837" y="160"/>
                  </a:cubicBezTo>
                  <a:cubicBezTo>
                    <a:pt x="3103" y="360"/>
                    <a:pt x="2569" y="827"/>
                    <a:pt x="2169" y="1228"/>
                  </a:cubicBezTo>
                  <a:cubicBezTo>
                    <a:pt x="1335" y="2128"/>
                    <a:pt x="734" y="3496"/>
                    <a:pt x="434" y="4630"/>
                  </a:cubicBezTo>
                  <a:cubicBezTo>
                    <a:pt x="267" y="5197"/>
                    <a:pt x="201" y="5664"/>
                    <a:pt x="101" y="6031"/>
                  </a:cubicBezTo>
                  <a:cubicBezTo>
                    <a:pt x="34" y="6398"/>
                    <a:pt x="1" y="6632"/>
                    <a:pt x="1" y="6632"/>
                  </a:cubicBezTo>
                  <a:cubicBezTo>
                    <a:pt x="1" y="6671"/>
                    <a:pt x="95" y="6723"/>
                    <a:pt x="207" y="6723"/>
                  </a:cubicBezTo>
                  <a:cubicBezTo>
                    <a:pt x="283" y="6723"/>
                    <a:pt x="367" y="6699"/>
                    <a:pt x="434" y="6632"/>
                  </a:cubicBezTo>
                  <a:cubicBezTo>
                    <a:pt x="434" y="6632"/>
                    <a:pt x="668" y="5798"/>
                    <a:pt x="1035" y="4730"/>
                  </a:cubicBezTo>
                  <a:cubicBezTo>
                    <a:pt x="1402" y="3696"/>
                    <a:pt x="2035" y="2462"/>
                    <a:pt x="2736" y="1695"/>
                  </a:cubicBezTo>
                  <a:cubicBezTo>
                    <a:pt x="3069" y="1328"/>
                    <a:pt x="3536" y="961"/>
                    <a:pt x="4070" y="727"/>
                  </a:cubicBezTo>
                  <a:cubicBezTo>
                    <a:pt x="4383" y="610"/>
                    <a:pt x="4718" y="562"/>
                    <a:pt x="5050" y="562"/>
                  </a:cubicBezTo>
                  <a:cubicBezTo>
                    <a:pt x="5284" y="562"/>
                    <a:pt x="5517" y="586"/>
                    <a:pt x="5738" y="627"/>
                  </a:cubicBezTo>
                  <a:cubicBezTo>
                    <a:pt x="6238" y="727"/>
                    <a:pt x="6705" y="894"/>
                    <a:pt x="7039" y="1028"/>
                  </a:cubicBezTo>
                  <a:cubicBezTo>
                    <a:pt x="7206" y="1061"/>
                    <a:pt x="7339" y="1161"/>
                    <a:pt x="7406" y="1194"/>
                  </a:cubicBezTo>
                  <a:cubicBezTo>
                    <a:pt x="7506" y="1228"/>
                    <a:pt x="7539" y="1294"/>
                    <a:pt x="7539" y="1294"/>
                  </a:cubicBezTo>
                  <a:cubicBezTo>
                    <a:pt x="7543" y="1296"/>
                    <a:pt x="7546" y="1297"/>
                    <a:pt x="7550" y="1297"/>
                  </a:cubicBezTo>
                  <a:cubicBezTo>
                    <a:pt x="7623" y="1297"/>
                    <a:pt x="7769" y="1022"/>
                    <a:pt x="7706" y="928"/>
                  </a:cubicBezTo>
                  <a:cubicBezTo>
                    <a:pt x="7706" y="928"/>
                    <a:pt x="7673" y="894"/>
                    <a:pt x="7573" y="861"/>
                  </a:cubicBezTo>
                  <a:cubicBezTo>
                    <a:pt x="7506" y="827"/>
                    <a:pt x="7372" y="727"/>
                    <a:pt x="7206" y="661"/>
                  </a:cubicBezTo>
                  <a:cubicBezTo>
                    <a:pt x="6905" y="494"/>
                    <a:pt x="6405" y="260"/>
                    <a:pt x="5838" y="94"/>
                  </a:cubicBezTo>
                  <a:cubicBezTo>
                    <a:pt x="5568" y="34"/>
                    <a:pt x="5271" y="1"/>
                    <a:pt x="49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3477" name="Google Shape;3477;p28"/>
          <p:cNvGrpSpPr/>
          <p:nvPr/>
        </p:nvGrpSpPr>
        <p:grpSpPr>
          <a:xfrm flipH="1">
            <a:off x="7047881" y="-129"/>
            <a:ext cx="2072927" cy="5143763"/>
            <a:chOff x="370" y="8"/>
            <a:chExt cx="2072927" cy="5143763"/>
          </a:xfrm>
        </p:grpSpPr>
        <p:sp>
          <p:nvSpPr>
            <p:cNvPr id="3478" name="Google Shape;3478;p28"/>
            <p:cNvSpPr/>
            <p:nvPr/>
          </p:nvSpPr>
          <p:spPr>
            <a:xfrm>
              <a:off x="4795" y="25953"/>
              <a:ext cx="365819" cy="950395"/>
            </a:xfrm>
            <a:custGeom>
              <a:avLst/>
              <a:gdLst/>
              <a:ahLst/>
              <a:cxnLst/>
              <a:rect l="l" t="t" r="r" b="b"/>
              <a:pathLst>
                <a:path w="15129" h="39305" extrusionOk="0">
                  <a:moveTo>
                    <a:pt x="9530" y="1"/>
                  </a:moveTo>
                  <a:cubicBezTo>
                    <a:pt x="9054" y="1"/>
                    <a:pt x="9018" y="375"/>
                    <a:pt x="9658" y="503"/>
                  </a:cubicBezTo>
                  <a:cubicBezTo>
                    <a:pt x="9658" y="503"/>
                    <a:pt x="9925" y="570"/>
                    <a:pt x="10325" y="637"/>
                  </a:cubicBezTo>
                  <a:cubicBezTo>
                    <a:pt x="10759" y="737"/>
                    <a:pt x="11359" y="837"/>
                    <a:pt x="12127" y="1137"/>
                  </a:cubicBezTo>
                  <a:cubicBezTo>
                    <a:pt x="12827" y="1437"/>
                    <a:pt x="13694" y="1904"/>
                    <a:pt x="14195" y="2771"/>
                  </a:cubicBezTo>
                  <a:cubicBezTo>
                    <a:pt x="14462" y="3172"/>
                    <a:pt x="14595" y="3739"/>
                    <a:pt x="14495" y="4239"/>
                  </a:cubicBezTo>
                  <a:cubicBezTo>
                    <a:pt x="14462" y="4773"/>
                    <a:pt x="14128" y="5240"/>
                    <a:pt x="13761" y="5740"/>
                  </a:cubicBezTo>
                  <a:cubicBezTo>
                    <a:pt x="13328" y="6241"/>
                    <a:pt x="12827" y="6674"/>
                    <a:pt x="12427" y="7275"/>
                  </a:cubicBezTo>
                  <a:cubicBezTo>
                    <a:pt x="11960" y="7842"/>
                    <a:pt x="11593" y="8576"/>
                    <a:pt x="11493" y="9343"/>
                  </a:cubicBezTo>
                  <a:cubicBezTo>
                    <a:pt x="11359" y="10143"/>
                    <a:pt x="11526" y="10977"/>
                    <a:pt x="11927" y="11678"/>
                  </a:cubicBezTo>
                  <a:cubicBezTo>
                    <a:pt x="12260" y="12412"/>
                    <a:pt x="12760" y="12979"/>
                    <a:pt x="13127" y="13579"/>
                  </a:cubicBezTo>
                  <a:cubicBezTo>
                    <a:pt x="13494" y="14146"/>
                    <a:pt x="13761" y="14747"/>
                    <a:pt x="13795" y="15347"/>
                  </a:cubicBezTo>
                  <a:cubicBezTo>
                    <a:pt x="13828" y="15981"/>
                    <a:pt x="13661" y="16648"/>
                    <a:pt x="13361" y="17182"/>
                  </a:cubicBezTo>
                  <a:cubicBezTo>
                    <a:pt x="13094" y="17782"/>
                    <a:pt x="12660" y="18182"/>
                    <a:pt x="12160" y="18683"/>
                  </a:cubicBezTo>
                  <a:cubicBezTo>
                    <a:pt x="11660" y="19150"/>
                    <a:pt x="11159" y="19784"/>
                    <a:pt x="10959" y="20484"/>
                  </a:cubicBezTo>
                  <a:cubicBezTo>
                    <a:pt x="10926" y="20651"/>
                    <a:pt x="10892" y="20851"/>
                    <a:pt x="10826" y="21018"/>
                  </a:cubicBezTo>
                  <a:cubicBezTo>
                    <a:pt x="10759" y="21185"/>
                    <a:pt x="10759" y="21418"/>
                    <a:pt x="10759" y="21585"/>
                  </a:cubicBezTo>
                  <a:lnTo>
                    <a:pt x="10759" y="22119"/>
                  </a:lnTo>
                  <a:lnTo>
                    <a:pt x="10759" y="22352"/>
                  </a:lnTo>
                  <a:lnTo>
                    <a:pt x="10759" y="22519"/>
                  </a:lnTo>
                  <a:lnTo>
                    <a:pt x="10792" y="22652"/>
                  </a:lnTo>
                  <a:cubicBezTo>
                    <a:pt x="10926" y="23353"/>
                    <a:pt x="11226" y="24087"/>
                    <a:pt x="11593" y="24687"/>
                  </a:cubicBezTo>
                  <a:cubicBezTo>
                    <a:pt x="11927" y="25321"/>
                    <a:pt x="12394" y="25921"/>
                    <a:pt x="12460" y="26455"/>
                  </a:cubicBezTo>
                  <a:cubicBezTo>
                    <a:pt x="12560" y="26989"/>
                    <a:pt x="12293" y="27589"/>
                    <a:pt x="11927" y="28156"/>
                  </a:cubicBezTo>
                  <a:cubicBezTo>
                    <a:pt x="11493" y="28757"/>
                    <a:pt x="11093" y="29290"/>
                    <a:pt x="10526" y="29691"/>
                  </a:cubicBezTo>
                  <a:cubicBezTo>
                    <a:pt x="10059" y="30158"/>
                    <a:pt x="9425" y="30525"/>
                    <a:pt x="8824" y="30992"/>
                  </a:cubicBezTo>
                  <a:cubicBezTo>
                    <a:pt x="8557" y="31192"/>
                    <a:pt x="8257" y="31525"/>
                    <a:pt x="7990" y="31792"/>
                  </a:cubicBezTo>
                  <a:cubicBezTo>
                    <a:pt x="7890" y="31959"/>
                    <a:pt x="7790" y="32092"/>
                    <a:pt x="7657" y="32259"/>
                  </a:cubicBezTo>
                  <a:cubicBezTo>
                    <a:pt x="7623" y="32293"/>
                    <a:pt x="7523" y="32359"/>
                    <a:pt x="7490" y="32459"/>
                  </a:cubicBezTo>
                  <a:lnTo>
                    <a:pt x="7357" y="32693"/>
                  </a:lnTo>
                  <a:cubicBezTo>
                    <a:pt x="7190" y="33026"/>
                    <a:pt x="7056" y="33360"/>
                    <a:pt x="6923" y="33660"/>
                  </a:cubicBezTo>
                  <a:cubicBezTo>
                    <a:pt x="6790" y="33960"/>
                    <a:pt x="6656" y="34294"/>
                    <a:pt x="6556" y="34594"/>
                  </a:cubicBezTo>
                  <a:cubicBezTo>
                    <a:pt x="6056" y="35795"/>
                    <a:pt x="5622" y="36929"/>
                    <a:pt x="4988" y="37763"/>
                  </a:cubicBezTo>
                  <a:cubicBezTo>
                    <a:pt x="4688" y="38130"/>
                    <a:pt x="4321" y="38464"/>
                    <a:pt x="3954" y="38630"/>
                  </a:cubicBezTo>
                  <a:cubicBezTo>
                    <a:pt x="3679" y="38757"/>
                    <a:pt x="3431" y="38804"/>
                    <a:pt x="3193" y="38804"/>
                  </a:cubicBezTo>
                  <a:cubicBezTo>
                    <a:pt x="3055" y="38804"/>
                    <a:pt x="2921" y="38788"/>
                    <a:pt x="2787" y="38764"/>
                  </a:cubicBezTo>
                  <a:cubicBezTo>
                    <a:pt x="2019" y="38630"/>
                    <a:pt x="1486" y="38264"/>
                    <a:pt x="1119" y="38030"/>
                  </a:cubicBezTo>
                  <a:cubicBezTo>
                    <a:pt x="952" y="37930"/>
                    <a:pt x="785" y="37830"/>
                    <a:pt x="685" y="37730"/>
                  </a:cubicBezTo>
                  <a:lnTo>
                    <a:pt x="585" y="37630"/>
                  </a:lnTo>
                  <a:cubicBezTo>
                    <a:pt x="459" y="37533"/>
                    <a:pt x="348" y="37492"/>
                    <a:pt x="262" y="37492"/>
                  </a:cubicBezTo>
                  <a:cubicBezTo>
                    <a:pt x="53" y="37492"/>
                    <a:pt x="1" y="37736"/>
                    <a:pt x="285" y="37997"/>
                  </a:cubicBezTo>
                  <a:lnTo>
                    <a:pt x="418" y="38130"/>
                  </a:lnTo>
                  <a:cubicBezTo>
                    <a:pt x="485" y="38163"/>
                    <a:pt x="652" y="38297"/>
                    <a:pt x="819" y="38430"/>
                  </a:cubicBezTo>
                  <a:cubicBezTo>
                    <a:pt x="1186" y="38664"/>
                    <a:pt x="1786" y="39031"/>
                    <a:pt x="2653" y="39264"/>
                  </a:cubicBezTo>
                  <a:cubicBezTo>
                    <a:pt x="2824" y="39289"/>
                    <a:pt x="3004" y="39304"/>
                    <a:pt x="3188" y="39304"/>
                  </a:cubicBezTo>
                  <a:cubicBezTo>
                    <a:pt x="3506" y="39304"/>
                    <a:pt x="3837" y="39258"/>
                    <a:pt x="4154" y="39131"/>
                  </a:cubicBezTo>
                  <a:cubicBezTo>
                    <a:pt x="4721" y="38964"/>
                    <a:pt x="5122" y="38530"/>
                    <a:pt x="5489" y="38097"/>
                  </a:cubicBezTo>
                  <a:cubicBezTo>
                    <a:pt x="6222" y="37163"/>
                    <a:pt x="6656" y="35995"/>
                    <a:pt x="7257" y="34794"/>
                  </a:cubicBezTo>
                  <a:cubicBezTo>
                    <a:pt x="7357" y="34494"/>
                    <a:pt x="7523" y="34194"/>
                    <a:pt x="7657" y="33927"/>
                  </a:cubicBezTo>
                  <a:cubicBezTo>
                    <a:pt x="7824" y="33627"/>
                    <a:pt x="7957" y="33327"/>
                    <a:pt x="8124" y="33026"/>
                  </a:cubicBezTo>
                  <a:lnTo>
                    <a:pt x="8257" y="32826"/>
                  </a:lnTo>
                  <a:cubicBezTo>
                    <a:pt x="8291" y="32760"/>
                    <a:pt x="8324" y="32693"/>
                    <a:pt x="8391" y="32626"/>
                  </a:cubicBezTo>
                  <a:lnTo>
                    <a:pt x="8658" y="32259"/>
                  </a:lnTo>
                  <a:cubicBezTo>
                    <a:pt x="8858" y="31992"/>
                    <a:pt x="9091" y="31792"/>
                    <a:pt x="9358" y="31592"/>
                  </a:cubicBezTo>
                  <a:cubicBezTo>
                    <a:pt x="9858" y="31158"/>
                    <a:pt x="10526" y="30825"/>
                    <a:pt x="11126" y="30324"/>
                  </a:cubicBezTo>
                  <a:cubicBezTo>
                    <a:pt x="11693" y="29824"/>
                    <a:pt x="12260" y="29257"/>
                    <a:pt x="12660" y="28623"/>
                  </a:cubicBezTo>
                  <a:cubicBezTo>
                    <a:pt x="12861" y="28323"/>
                    <a:pt x="13094" y="27956"/>
                    <a:pt x="13194" y="27589"/>
                  </a:cubicBezTo>
                  <a:cubicBezTo>
                    <a:pt x="13328" y="27189"/>
                    <a:pt x="13394" y="26689"/>
                    <a:pt x="13328" y="26288"/>
                  </a:cubicBezTo>
                  <a:cubicBezTo>
                    <a:pt x="13294" y="25855"/>
                    <a:pt x="13094" y="25488"/>
                    <a:pt x="12927" y="25154"/>
                  </a:cubicBezTo>
                  <a:cubicBezTo>
                    <a:pt x="12727" y="24854"/>
                    <a:pt x="12527" y="24520"/>
                    <a:pt x="12360" y="24253"/>
                  </a:cubicBezTo>
                  <a:cubicBezTo>
                    <a:pt x="12093" y="23653"/>
                    <a:pt x="11826" y="23086"/>
                    <a:pt x="11693" y="22452"/>
                  </a:cubicBezTo>
                  <a:lnTo>
                    <a:pt x="11660" y="22319"/>
                  </a:lnTo>
                  <a:lnTo>
                    <a:pt x="11660" y="22252"/>
                  </a:lnTo>
                  <a:lnTo>
                    <a:pt x="11660" y="21985"/>
                  </a:lnTo>
                  <a:lnTo>
                    <a:pt x="11660" y="21518"/>
                  </a:lnTo>
                  <a:cubicBezTo>
                    <a:pt x="11660" y="21418"/>
                    <a:pt x="11660" y="21218"/>
                    <a:pt x="11693" y="21118"/>
                  </a:cubicBezTo>
                  <a:cubicBezTo>
                    <a:pt x="11693" y="20951"/>
                    <a:pt x="11760" y="20818"/>
                    <a:pt x="11793" y="20684"/>
                  </a:cubicBezTo>
                  <a:cubicBezTo>
                    <a:pt x="11960" y="20184"/>
                    <a:pt x="12293" y="19750"/>
                    <a:pt x="12760" y="19283"/>
                  </a:cubicBezTo>
                  <a:cubicBezTo>
                    <a:pt x="13194" y="18816"/>
                    <a:pt x="13795" y="18283"/>
                    <a:pt x="14128" y="17549"/>
                  </a:cubicBezTo>
                  <a:cubicBezTo>
                    <a:pt x="14495" y="16848"/>
                    <a:pt x="14662" y="16114"/>
                    <a:pt x="14628" y="15280"/>
                  </a:cubicBezTo>
                  <a:cubicBezTo>
                    <a:pt x="14595" y="14446"/>
                    <a:pt x="14195" y="13679"/>
                    <a:pt x="13795" y="13045"/>
                  </a:cubicBezTo>
                  <a:cubicBezTo>
                    <a:pt x="13361" y="12445"/>
                    <a:pt x="12861" y="11878"/>
                    <a:pt x="12594" y="11311"/>
                  </a:cubicBezTo>
                  <a:cubicBezTo>
                    <a:pt x="12260" y="10710"/>
                    <a:pt x="12127" y="10110"/>
                    <a:pt x="12227" y="9476"/>
                  </a:cubicBezTo>
                  <a:cubicBezTo>
                    <a:pt x="12260" y="8842"/>
                    <a:pt x="12560" y="8309"/>
                    <a:pt x="12927" y="7775"/>
                  </a:cubicBezTo>
                  <a:cubicBezTo>
                    <a:pt x="13294" y="7241"/>
                    <a:pt x="13761" y="6774"/>
                    <a:pt x="14161" y="6241"/>
                  </a:cubicBezTo>
                  <a:cubicBezTo>
                    <a:pt x="14595" y="5674"/>
                    <a:pt x="14962" y="5073"/>
                    <a:pt x="15062" y="4339"/>
                  </a:cubicBezTo>
                  <a:cubicBezTo>
                    <a:pt x="15129" y="3639"/>
                    <a:pt x="14962" y="2972"/>
                    <a:pt x="14628" y="2471"/>
                  </a:cubicBezTo>
                  <a:cubicBezTo>
                    <a:pt x="14328" y="1937"/>
                    <a:pt x="13895" y="1571"/>
                    <a:pt x="13461" y="1270"/>
                  </a:cubicBezTo>
                  <a:cubicBezTo>
                    <a:pt x="13061" y="970"/>
                    <a:pt x="12627" y="803"/>
                    <a:pt x="12227" y="637"/>
                  </a:cubicBezTo>
                  <a:cubicBezTo>
                    <a:pt x="11426" y="336"/>
                    <a:pt x="10759" y="203"/>
                    <a:pt x="10292" y="136"/>
                  </a:cubicBezTo>
                  <a:cubicBezTo>
                    <a:pt x="9825" y="36"/>
                    <a:pt x="9592" y="3"/>
                    <a:pt x="9592" y="3"/>
                  </a:cubicBezTo>
                  <a:cubicBezTo>
                    <a:pt x="9570" y="1"/>
                    <a:pt x="9550" y="1"/>
                    <a:pt x="95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79" name="Google Shape;3479;p28"/>
            <p:cNvSpPr/>
            <p:nvPr/>
          </p:nvSpPr>
          <p:spPr>
            <a:xfrm>
              <a:off x="370" y="722095"/>
              <a:ext cx="24" cy="24"/>
            </a:xfrm>
            <a:custGeom>
              <a:avLst/>
              <a:gdLst/>
              <a:ahLst/>
              <a:cxnLst/>
              <a:rect l="l" t="t" r="r" b="b"/>
              <a:pathLst>
                <a:path w="1" h="1" fill="none" extrusionOk="0">
                  <a:moveTo>
                    <a:pt x="1" y="0"/>
                  </a:moveTo>
                  <a:close/>
                </a:path>
              </a:pathLst>
            </a:custGeom>
            <a:solidFill>
              <a:schemeClr val="dk1"/>
            </a:solidFill>
            <a:ln w="5000" cap="flat" cmpd="sng">
              <a:solidFill>
                <a:srgbClr val="02570B"/>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80" name="Google Shape;3480;p28"/>
            <p:cNvSpPr/>
            <p:nvPr/>
          </p:nvSpPr>
          <p:spPr>
            <a:xfrm>
              <a:off x="32239" y="16088"/>
              <a:ext cx="167398" cy="781232"/>
            </a:xfrm>
            <a:custGeom>
              <a:avLst/>
              <a:gdLst/>
              <a:ahLst/>
              <a:cxnLst/>
              <a:rect l="l" t="t" r="r" b="b"/>
              <a:pathLst>
                <a:path w="6923" h="32309" extrusionOk="0">
                  <a:moveTo>
                    <a:pt x="4881" y="1"/>
                  </a:moveTo>
                  <a:cubicBezTo>
                    <a:pt x="4761" y="1"/>
                    <a:pt x="4752" y="142"/>
                    <a:pt x="4954" y="344"/>
                  </a:cubicBezTo>
                  <a:cubicBezTo>
                    <a:pt x="4954" y="344"/>
                    <a:pt x="5087" y="411"/>
                    <a:pt x="5288" y="611"/>
                  </a:cubicBezTo>
                  <a:cubicBezTo>
                    <a:pt x="5521" y="844"/>
                    <a:pt x="5821" y="1211"/>
                    <a:pt x="6122" y="1678"/>
                  </a:cubicBezTo>
                  <a:cubicBezTo>
                    <a:pt x="6422" y="2179"/>
                    <a:pt x="6655" y="2846"/>
                    <a:pt x="6488" y="3546"/>
                  </a:cubicBezTo>
                  <a:cubicBezTo>
                    <a:pt x="6322" y="4314"/>
                    <a:pt x="5855" y="5014"/>
                    <a:pt x="5421" y="5848"/>
                  </a:cubicBezTo>
                  <a:cubicBezTo>
                    <a:pt x="4954" y="6649"/>
                    <a:pt x="4487" y="7549"/>
                    <a:pt x="4354" y="8583"/>
                  </a:cubicBezTo>
                  <a:cubicBezTo>
                    <a:pt x="4287" y="9584"/>
                    <a:pt x="4454" y="10685"/>
                    <a:pt x="4787" y="11686"/>
                  </a:cubicBezTo>
                  <a:cubicBezTo>
                    <a:pt x="5154" y="12653"/>
                    <a:pt x="5688" y="13554"/>
                    <a:pt x="5788" y="14488"/>
                  </a:cubicBezTo>
                  <a:cubicBezTo>
                    <a:pt x="5821" y="14721"/>
                    <a:pt x="5788" y="14988"/>
                    <a:pt x="5788" y="15188"/>
                  </a:cubicBezTo>
                  <a:cubicBezTo>
                    <a:pt x="5755" y="15388"/>
                    <a:pt x="5755" y="15655"/>
                    <a:pt x="5655" y="15855"/>
                  </a:cubicBezTo>
                  <a:cubicBezTo>
                    <a:pt x="5521" y="16255"/>
                    <a:pt x="5354" y="16689"/>
                    <a:pt x="5188" y="17089"/>
                  </a:cubicBezTo>
                  <a:cubicBezTo>
                    <a:pt x="5121" y="17223"/>
                    <a:pt x="5087" y="17323"/>
                    <a:pt x="4987" y="17423"/>
                  </a:cubicBezTo>
                  <a:lnTo>
                    <a:pt x="4921" y="17590"/>
                  </a:lnTo>
                  <a:lnTo>
                    <a:pt x="4854" y="17690"/>
                  </a:lnTo>
                  <a:lnTo>
                    <a:pt x="4821" y="17823"/>
                  </a:lnTo>
                  <a:cubicBezTo>
                    <a:pt x="4754" y="18057"/>
                    <a:pt x="4654" y="18257"/>
                    <a:pt x="4520" y="18490"/>
                  </a:cubicBezTo>
                  <a:cubicBezTo>
                    <a:pt x="4420" y="18691"/>
                    <a:pt x="4287" y="18891"/>
                    <a:pt x="4120" y="19057"/>
                  </a:cubicBezTo>
                  <a:cubicBezTo>
                    <a:pt x="3953" y="19224"/>
                    <a:pt x="3787" y="19391"/>
                    <a:pt x="3620" y="19658"/>
                  </a:cubicBezTo>
                  <a:cubicBezTo>
                    <a:pt x="3453" y="19891"/>
                    <a:pt x="3420" y="20192"/>
                    <a:pt x="3353" y="20392"/>
                  </a:cubicBezTo>
                  <a:cubicBezTo>
                    <a:pt x="3320" y="20592"/>
                    <a:pt x="3320" y="20825"/>
                    <a:pt x="3320" y="21026"/>
                  </a:cubicBezTo>
                  <a:cubicBezTo>
                    <a:pt x="3353" y="21392"/>
                    <a:pt x="3420" y="21693"/>
                    <a:pt x="3420" y="21893"/>
                  </a:cubicBezTo>
                  <a:lnTo>
                    <a:pt x="3420" y="21859"/>
                  </a:lnTo>
                  <a:cubicBezTo>
                    <a:pt x="3420" y="22393"/>
                    <a:pt x="3653" y="22894"/>
                    <a:pt x="3953" y="23227"/>
                  </a:cubicBezTo>
                  <a:cubicBezTo>
                    <a:pt x="4187" y="23594"/>
                    <a:pt x="4520" y="23928"/>
                    <a:pt x="4754" y="24261"/>
                  </a:cubicBezTo>
                  <a:cubicBezTo>
                    <a:pt x="4987" y="24595"/>
                    <a:pt x="5121" y="24995"/>
                    <a:pt x="5154" y="25362"/>
                  </a:cubicBezTo>
                  <a:cubicBezTo>
                    <a:pt x="5188" y="25729"/>
                    <a:pt x="5121" y="26096"/>
                    <a:pt x="5087" y="26496"/>
                  </a:cubicBezTo>
                  <a:cubicBezTo>
                    <a:pt x="4954" y="27230"/>
                    <a:pt x="4487" y="27830"/>
                    <a:pt x="3953" y="28197"/>
                  </a:cubicBezTo>
                  <a:cubicBezTo>
                    <a:pt x="3420" y="28598"/>
                    <a:pt x="2819" y="28864"/>
                    <a:pt x="2319" y="29165"/>
                  </a:cubicBezTo>
                  <a:cubicBezTo>
                    <a:pt x="1818" y="29398"/>
                    <a:pt x="1318" y="29698"/>
                    <a:pt x="985" y="30032"/>
                  </a:cubicBezTo>
                  <a:cubicBezTo>
                    <a:pt x="784" y="30165"/>
                    <a:pt x="651" y="30366"/>
                    <a:pt x="518" y="30532"/>
                  </a:cubicBezTo>
                  <a:cubicBezTo>
                    <a:pt x="384" y="30699"/>
                    <a:pt x="317" y="30866"/>
                    <a:pt x="217" y="31033"/>
                  </a:cubicBezTo>
                  <a:cubicBezTo>
                    <a:pt x="184" y="31166"/>
                    <a:pt x="151" y="31333"/>
                    <a:pt x="117" y="31433"/>
                  </a:cubicBezTo>
                  <a:cubicBezTo>
                    <a:pt x="51" y="31566"/>
                    <a:pt x="17" y="31700"/>
                    <a:pt x="17" y="31767"/>
                  </a:cubicBezTo>
                  <a:lnTo>
                    <a:pt x="17" y="32033"/>
                  </a:lnTo>
                  <a:cubicBezTo>
                    <a:pt x="0" y="32217"/>
                    <a:pt x="51" y="32309"/>
                    <a:pt x="113" y="32309"/>
                  </a:cubicBezTo>
                  <a:cubicBezTo>
                    <a:pt x="176" y="32309"/>
                    <a:pt x="251" y="32217"/>
                    <a:pt x="284" y="32033"/>
                  </a:cubicBezTo>
                  <a:cubicBezTo>
                    <a:pt x="284" y="32033"/>
                    <a:pt x="317" y="31933"/>
                    <a:pt x="317" y="31767"/>
                  </a:cubicBezTo>
                  <a:cubicBezTo>
                    <a:pt x="317" y="31700"/>
                    <a:pt x="351" y="31600"/>
                    <a:pt x="384" y="31500"/>
                  </a:cubicBezTo>
                  <a:cubicBezTo>
                    <a:pt x="451" y="31400"/>
                    <a:pt x="451" y="31233"/>
                    <a:pt x="518" y="31099"/>
                  </a:cubicBezTo>
                  <a:cubicBezTo>
                    <a:pt x="718" y="30532"/>
                    <a:pt x="1452" y="29899"/>
                    <a:pt x="2486" y="29398"/>
                  </a:cubicBezTo>
                  <a:cubicBezTo>
                    <a:pt x="3019" y="29165"/>
                    <a:pt x="3620" y="28864"/>
                    <a:pt x="4187" y="28431"/>
                  </a:cubicBezTo>
                  <a:cubicBezTo>
                    <a:pt x="4787" y="28031"/>
                    <a:pt x="5321" y="27363"/>
                    <a:pt x="5488" y="26529"/>
                  </a:cubicBezTo>
                  <a:cubicBezTo>
                    <a:pt x="5554" y="26163"/>
                    <a:pt x="5655" y="25729"/>
                    <a:pt x="5621" y="25262"/>
                  </a:cubicBezTo>
                  <a:cubicBezTo>
                    <a:pt x="5554" y="24862"/>
                    <a:pt x="5388" y="24395"/>
                    <a:pt x="5154" y="24028"/>
                  </a:cubicBezTo>
                  <a:cubicBezTo>
                    <a:pt x="4921" y="23661"/>
                    <a:pt x="4554" y="23327"/>
                    <a:pt x="4320" y="22994"/>
                  </a:cubicBezTo>
                  <a:cubicBezTo>
                    <a:pt x="4053" y="22660"/>
                    <a:pt x="3853" y="22260"/>
                    <a:pt x="3853" y="21859"/>
                  </a:cubicBezTo>
                  <a:cubicBezTo>
                    <a:pt x="3853" y="21693"/>
                    <a:pt x="3820" y="21392"/>
                    <a:pt x="3820" y="21026"/>
                  </a:cubicBezTo>
                  <a:cubicBezTo>
                    <a:pt x="3820" y="20692"/>
                    <a:pt x="3820" y="20258"/>
                    <a:pt x="4020" y="19925"/>
                  </a:cubicBezTo>
                  <a:cubicBezTo>
                    <a:pt x="4153" y="19758"/>
                    <a:pt x="4320" y="19591"/>
                    <a:pt x="4487" y="19391"/>
                  </a:cubicBezTo>
                  <a:cubicBezTo>
                    <a:pt x="4654" y="19191"/>
                    <a:pt x="4821" y="18991"/>
                    <a:pt x="4954" y="18724"/>
                  </a:cubicBezTo>
                  <a:cubicBezTo>
                    <a:pt x="5087" y="18490"/>
                    <a:pt x="5188" y="18224"/>
                    <a:pt x="5321" y="17923"/>
                  </a:cubicBezTo>
                  <a:lnTo>
                    <a:pt x="5321" y="17890"/>
                  </a:lnTo>
                  <a:lnTo>
                    <a:pt x="5354" y="17823"/>
                  </a:lnTo>
                  <a:lnTo>
                    <a:pt x="5454" y="17656"/>
                  </a:lnTo>
                  <a:cubicBezTo>
                    <a:pt x="5488" y="17523"/>
                    <a:pt x="5554" y="17423"/>
                    <a:pt x="5655" y="17356"/>
                  </a:cubicBezTo>
                  <a:cubicBezTo>
                    <a:pt x="5855" y="16923"/>
                    <a:pt x="6021" y="16522"/>
                    <a:pt x="6155" y="16022"/>
                  </a:cubicBezTo>
                  <a:cubicBezTo>
                    <a:pt x="6222" y="15755"/>
                    <a:pt x="6222" y="15522"/>
                    <a:pt x="6288" y="15255"/>
                  </a:cubicBezTo>
                  <a:cubicBezTo>
                    <a:pt x="6288" y="15021"/>
                    <a:pt x="6288" y="14721"/>
                    <a:pt x="6222" y="14488"/>
                  </a:cubicBezTo>
                  <a:cubicBezTo>
                    <a:pt x="6155" y="13920"/>
                    <a:pt x="5988" y="13420"/>
                    <a:pt x="5788" y="12953"/>
                  </a:cubicBezTo>
                  <a:cubicBezTo>
                    <a:pt x="5554" y="12486"/>
                    <a:pt x="5354" y="12019"/>
                    <a:pt x="5188" y="11552"/>
                  </a:cubicBezTo>
                  <a:cubicBezTo>
                    <a:pt x="4854" y="10585"/>
                    <a:pt x="4687" y="9584"/>
                    <a:pt x="4787" y="8617"/>
                  </a:cubicBezTo>
                  <a:cubicBezTo>
                    <a:pt x="4854" y="7683"/>
                    <a:pt x="5288" y="6815"/>
                    <a:pt x="5755" y="6015"/>
                  </a:cubicBezTo>
                  <a:cubicBezTo>
                    <a:pt x="6188" y="5214"/>
                    <a:pt x="6655" y="4480"/>
                    <a:pt x="6822" y="3646"/>
                  </a:cubicBezTo>
                  <a:cubicBezTo>
                    <a:pt x="6922" y="3213"/>
                    <a:pt x="6855" y="2813"/>
                    <a:pt x="6789" y="2446"/>
                  </a:cubicBezTo>
                  <a:cubicBezTo>
                    <a:pt x="6655" y="2079"/>
                    <a:pt x="6522" y="1778"/>
                    <a:pt x="6355" y="1545"/>
                  </a:cubicBezTo>
                  <a:cubicBezTo>
                    <a:pt x="6021" y="1045"/>
                    <a:pt x="5755" y="678"/>
                    <a:pt x="5488" y="444"/>
                  </a:cubicBezTo>
                  <a:cubicBezTo>
                    <a:pt x="5254" y="244"/>
                    <a:pt x="5121" y="111"/>
                    <a:pt x="5121" y="111"/>
                  </a:cubicBezTo>
                  <a:cubicBezTo>
                    <a:pt x="5022" y="34"/>
                    <a:pt x="4939" y="1"/>
                    <a:pt x="48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81" name="Google Shape;3481;p28"/>
            <p:cNvSpPr/>
            <p:nvPr/>
          </p:nvSpPr>
          <p:spPr>
            <a:xfrm>
              <a:off x="356493" y="893652"/>
              <a:ext cx="516630" cy="263997"/>
            </a:xfrm>
            <a:custGeom>
              <a:avLst/>
              <a:gdLst/>
              <a:ahLst/>
              <a:cxnLst/>
              <a:rect l="l" t="t" r="r" b="b"/>
              <a:pathLst>
                <a:path w="21366" h="10918" extrusionOk="0">
                  <a:moveTo>
                    <a:pt x="8236" y="1"/>
                  </a:moveTo>
                  <a:cubicBezTo>
                    <a:pt x="7955" y="1"/>
                    <a:pt x="7679" y="52"/>
                    <a:pt x="7422" y="144"/>
                  </a:cubicBezTo>
                  <a:cubicBezTo>
                    <a:pt x="5587" y="911"/>
                    <a:pt x="4720" y="2645"/>
                    <a:pt x="3920" y="3946"/>
                  </a:cubicBezTo>
                  <a:cubicBezTo>
                    <a:pt x="3519" y="4613"/>
                    <a:pt x="3119" y="5214"/>
                    <a:pt x="2719" y="5714"/>
                  </a:cubicBezTo>
                  <a:cubicBezTo>
                    <a:pt x="2519" y="5948"/>
                    <a:pt x="2285" y="6148"/>
                    <a:pt x="2085" y="6381"/>
                  </a:cubicBezTo>
                  <a:cubicBezTo>
                    <a:pt x="1885" y="6582"/>
                    <a:pt x="1685" y="6748"/>
                    <a:pt x="1518" y="6915"/>
                  </a:cubicBezTo>
                  <a:cubicBezTo>
                    <a:pt x="1118" y="7149"/>
                    <a:pt x="851" y="7415"/>
                    <a:pt x="584" y="7549"/>
                  </a:cubicBezTo>
                  <a:cubicBezTo>
                    <a:pt x="350" y="7649"/>
                    <a:pt x="217" y="7749"/>
                    <a:pt x="217" y="7749"/>
                  </a:cubicBezTo>
                  <a:cubicBezTo>
                    <a:pt x="1" y="7884"/>
                    <a:pt x="47" y="8128"/>
                    <a:pt x="232" y="8128"/>
                  </a:cubicBezTo>
                  <a:cubicBezTo>
                    <a:pt x="275" y="8128"/>
                    <a:pt x="326" y="8114"/>
                    <a:pt x="384" y="8083"/>
                  </a:cubicBezTo>
                  <a:cubicBezTo>
                    <a:pt x="384" y="8083"/>
                    <a:pt x="517" y="7983"/>
                    <a:pt x="751" y="7882"/>
                  </a:cubicBezTo>
                  <a:cubicBezTo>
                    <a:pt x="1017" y="7782"/>
                    <a:pt x="1351" y="7549"/>
                    <a:pt x="1751" y="7249"/>
                  </a:cubicBezTo>
                  <a:cubicBezTo>
                    <a:pt x="1918" y="7082"/>
                    <a:pt x="2185" y="6915"/>
                    <a:pt x="2385" y="6715"/>
                  </a:cubicBezTo>
                  <a:cubicBezTo>
                    <a:pt x="2585" y="6481"/>
                    <a:pt x="2852" y="6248"/>
                    <a:pt x="3052" y="5981"/>
                  </a:cubicBezTo>
                  <a:cubicBezTo>
                    <a:pt x="3453" y="5447"/>
                    <a:pt x="3920" y="4880"/>
                    <a:pt x="4353" y="4213"/>
                  </a:cubicBezTo>
                  <a:cubicBezTo>
                    <a:pt x="4553" y="3846"/>
                    <a:pt x="4787" y="3513"/>
                    <a:pt x="5020" y="3212"/>
                  </a:cubicBezTo>
                  <a:cubicBezTo>
                    <a:pt x="5220" y="2812"/>
                    <a:pt x="5454" y="2479"/>
                    <a:pt x="5721" y="2178"/>
                  </a:cubicBezTo>
                  <a:cubicBezTo>
                    <a:pt x="6221" y="1578"/>
                    <a:pt x="6888" y="978"/>
                    <a:pt x="7589" y="744"/>
                  </a:cubicBezTo>
                  <a:cubicBezTo>
                    <a:pt x="7756" y="677"/>
                    <a:pt x="7931" y="644"/>
                    <a:pt x="8106" y="644"/>
                  </a:cubicBezTo>
                  <a:cubicBezTo>
                    <a:pt x="8281" y="644"/>
                    <a:pt x="8456" y="677"/>
                    <a:pt x="8623" y="744"/>
                  </a:cubicBezTo>
                  <a:cubicBezTo>
                    <a:pt x="8956" y="844"/>
                    <a:pt x="9257" y="1111"/>
                    <a:pt x="9524" y="1411"/>
                  </a:cubicBezTo>
                  <a:cubicBezTo>
                    <a:pt x="10024" y="1978"/>
                    <a:pt x="10257" y="2745"/>
                    <a:pt x="10558" y="3446"/>
                  </a:cubicBezTo>
                  <a:cubicBezTo>
                    <a:pt x="10691" y="3813"/>
                    <a:pt x="10858" y="4180"/>
                    <a:pt x="11058" y="4580"/>
                  </a:cubicBezTo>
                  <a:cubicBezTo>
                    <a:pt x="11258" y="4947"/>
                    <a:pt x="11558" y="5381"/>
                    <a:pt x="12059" y="5581"/>
                  </a:cubicBezTo>
                  <a:cubicBezTo>
                    <a:pt x="12305" y="5687"/>
                    <a:pt x="12571" y="5727"/>
                    <a:pt x="12835" y="5727"/>
                  </a:cubicBezTo>
                  <a:cubicBezTo>
                    <a:pt x="13071" y="5727"/>
                    <a:pt x="13306" y="5695"/>
                    <a:pt x="13526" y="5648"/>
                  </a:cubicBezTo>
                  <a:cubicBezTo>
                    <a:pt x="13727" y="5614"/>
                    <a:pt x="13960" y="5547"/>
                    <a:pt x="14194" y="5447"/>
                  </a:cubicBezTo>
                  <a:lnTo>
                    <a:pt x="14794" y="5214"/>
                  </a:lnTo>
                  <a:cubicBezTo>
                    <a:pt x="15228" y="4980"/>
                    <a:pt x="15595" y="4814"/>
                    <a:pt x="15961" y="4714"/>
                  </a:cubicBezTo>
                  <a:cubicBezTo>
                    <a:pt x="16204" y="4633"/>
                    <a:pt x="16434" y="4589"/>
                    <a:pt x="16645" y="4589"/>
                  </a:cubicBezTo>
                  <a:cubicBezTo>
                    <a:pt x="16782" y="4589"/>
                    <a:pt x="16910" y="4607"/>
                    <a:pt x="17029" y="4647"/>
                  </a:cubicBezTo>
                  <a:cubicBezTo>
                    <a:pt x="17296" y="4780"/>
                    <a:pt x="17563" y="5080"/>
                    <a:pt x="17729" y="5414"/>
                  </a:cubicBezTo>
                  <a:cubicBezTo>
                    <a:pt x="17896" y="5781"/>
                    <a:pt x="18063" y="6115"/>
                    <a:pt x="18130" y="6481"/>
                  </a:cubicBezTo>
                  <a:cubicBezTo>
                    <a:pt x="18363" y="7249"/>
                    <a:pt x="18430" y="7949"/>
                    <a:pt x="18630" y="8616"/>
                  </a:cubicBezTo>
                  <a:cubicBezTo>
                    <a:pt x="18797" y="9283"/>
                    <a:pt x="19097" y="9884"/>
                    <a:pt x="19531" y="10251"/>
                  </a:cubicBezTo>
                  <a:cubicBezTo>
                    <a:pt x="19898" y="10618"/>
                    <a:pt x="20298" y="10785"/>
                    <a:pt x="20598" y="10818"/>
                  </a:cubicBezTo>
                  <a:cubicBezTo>
                    <a:pt x="20865" y="10918"/>
                    <a:pt x="21032" y="10918"/>
                    <a:pt x="21032" y="10918"/>
                  </a:cubicBezTo>
                  <a:cubicBezTo>
                    <a:pt x="21365" y="10918"/>
                    <a:pt x="21365" y="10618"/>
                    <a:pt x="21132" y="10484"/>
                  </a:cubicBezTo>
                  <a:cubicBezTo>
                    <a:pt x="21132" y="10484"/>
                    <a:pt x="20998" y="10484"/>
                    <a:pt x="20765" y="10418"/>
                  </a:cubicBezTo>
                  <a:cubicBezTo>
                    <a:pt x="20498" y="10384"/>
                    <a:pt x="20164" y="10217"/>
                    <a:pt x="19831" y="9917"/>
                  </a:cubicBezTo>
                  <a:cubicBezTo>
                    <a:pt x="19564" y="9617"/>
                    <a:pt x="19297" y="9117"/>
                    <a:pt x="19130" y="8483"/>
                  </a:cubicBezTo>
                  <a:cubicBezTo>
                    <a:pt x="18997" y="7882"/>
                    <a:pt x="18897" y="7149"/>
                    <a:pt x="18730" y="6381"/>
                  </a:cubicBezTo>
                  <a:cubicBezTo>
                    <a:pt x="18630" y="5948"/>
                    <a:pt x="18497" y="5581"/>
                    <a:pt x="18296" y="5147"/>
                  </a:cubicBezTo>
                  <a:cubicBezTo>
                    <a:pt x="18096" y="4780"/>
                    <a:pt x="17863" y="4380"/>
                    <a:pt x="17329" y="4113"/>
                  </a:cubicBezTo>
                  <a:cubicBezTo>
                    <a:pt x="17106" y="4002"/>
                    <a:pt x="16853" y="3959"/>
                    <a:pt x="16605" y="3959"/>
                  </a:cubicBezTo>
                  <a:cubicBezTo>
                    <a:pt x="16334" y="3959"/>
                    <a:pt x="16070" y="4010"/>
                    <a:pt x="15861" y="4080"/>
                  </a:cubicBezTo>
                  <a:cubicBezTo>
                    <a:pt x="15394" y="4213"/>
                    <a:pt x="15027" y="4413"/>
                    <a:pt x="14594" y="4580"/>
                  </a:cubicBezTo>
                  <a:cubicBezTo>
                    <a:pt x="14394" y="4714"/>
                    <a:pt x="14227" y="4747"/>
                    <a:pt x="14027" y="4814"/>
                  </a:cubicBezTo>
                  <a:cubicBezTo>
                    <a:pt x="13793" y="4914"/>
                    <a:pt x="13626" y="4947"/>
                    <a:pt x="13426" y="4980"/>
                  </a:cubicBezTo>
                  <a:cubicBezTo>
                    <a:pt x="13256" y="5027"/>
                    <a:pt x="13086" y="5052"/>
                    <a:pt x="12922" y="5052"/>
                  </a:cubicBezTo>
                  <a:cubicBezTo>
                    <a:pt x="12733" y="5052"/>
                    <a:pt x="12553" y="5019"/>
                    <a:pt x="12392" y="4947"/>
                  </a:cubicBezTo>
                  <a:cubicBezTo>
                    <a:pt x="12125" y="4814"/>
                    <a:pt x="11892" y="4580"/>
                    <a:pt x="11725" y="4247"/>
                  </a:cubicBezTo>
                  <a:cubicBezTo>
                    <a:pt x="11558" y="3913"/>
                    <a:pt x="11392" y="3546"/>
                    <a:pt x="11258" y="3212"/>
                  </a:cubicBezTo>
                  <a:cubicBezTo>
                    <a:pt x="10958" y="2479"/>
                    <a:pt x="10691" y="1645"/>
                    <a:pt x="10091" y="944"/>
                  </a:cubicBezTo>
                  <a:cubicBezTo>
                    <a:pt x="9790" y="611"/>
                    <a:pt x="9423" y="277"/>
                    <a:pt x="8923" y="110"/>
                  </a:cubicBezTo>
                  <a:cubicBezTo>
                    <a:pt x="8698" y="35"/>
                    <a:pt x="8466" y="1"/>
                    <a:pt x="82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82" name="Google Shape;3482;p28"/>
            <p:cNvSpPr/>
            <p:nvPr/>
          </p:nvSpPr>
          <p:spPr>
            <a:xfrm>
              <a:off x="539173" y="920492"/>
              <a:ext cx="17772" cy="18594"/>
            </a:xfrm>
            <a:custGeom>
              <a:avLst/>
              <a:gdLst/>
              <a:ahLst/>
              <a:cxnLst/>
              <a:rect l="l" t="t" r="r" b="b"/>
              <a:pathLst>
                <a:path w="735" h="769" extrusionOk="0">
                  <a:moveTo>
                    <a:pt x="568" y="1"/>
                  </a:moveTo>
                  <a:cubicBezTo>
                    <a:pt x="568" y="1"/>
                    <a:pt x="334" y="101"/>
                    <a:pt x="201" y="201"/>
                  </a:cubicBezTo>
                  <a:cubicBezTo>
                    <a:pt x="134" y="335"/>
                    <a:pt x="0" y="601"/>
                    <a:pt x="0" y="601"/>
                  </a:cubicBezTo>
                  <a:cubicBezTo>
                    <a:pt x="0" y="601"/>
                    <a:pt x="134" y="768"/>
                    <a:pt x="167" y="768"/>
                  </a:cubicBezTo>
                  <a:cubicBezTo>
                    <a:pt x="167" y="768"/>
                    <a:pt x="401" y="668"/>
                    <a:pt x="534" y="535"/>
                  </a:cubicBezTo>
                  <a:cubicBezTo>
                    <a:pt x="634" y="435"/>
                    <a:pt x="734" y="168"/>
                    <a:pt x="734" y="168"/>
                  </a:cubicBezTo>
                  <a:lnTo>
                    <a:pt x="56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83" name="Google Shape;3483;p28"/>
            <p:cNvSpPr/>
            <p:nvPr/>
          </p:nvSpPr>
          <p:spPr>
            <a:xfrm>
              <a:off x="544807" y="931784"/>
              <a:ext cx="27468" cy="32304"/>
            </a:xfrm>
            <a:custGeom>
              <a:avLst/>
              <a:gdLst/>
              <a:ahLst/>
              <a:cxnLst/>
              <a:rect l="l" t="t" r="r" b="b"/>
              <a:pathLst>
                <a:path w="1136" h="1336" extrusionOk="0">
                  <a:moveTo>
                    <a:pt x="968" y="1"/>
                  </a:moveTo>
                  <a:cubicBezTo>
                    <a:pt x="968" y="1"/>
                    <a:pt x="835" y="34"/>
                    <a:pt x="735" y="134"/>
                  </a:cubicBezTo>
                  <a:cubicBezTo>
                    <a:pt x="601" y="201"/>
                    <a:pt x="468" y="335"/>
                    <a:pt x="335" y="468"/>
                  </a:cubicBezTo>
                  <a:cubicBezTo>
                    <a:pt x="268" y="568"/>
                    <a:pt x="134" y="735"/>
                    <a:pt x="101" y="902"/>
                  </a:cubicBezTo>
                  <a:lnTo>
                    <a:pt x="1" y="1168"/>
                  </a:lnTo>
                  <a:cubicBezTo>
                    <a:pt x="68" y="1202"/>
                    <a:pt x="234" y="1302"/>
                    <a:pt x="268" y="1335"/>
                  </a:cubicBezTo>
                  <a:cubicBezTo>
                    <a:pt x="268" y="1335"/>
                    <a:pt x="335" y="1235"/>
                    <a:pt x="435" y="1135"/>
                  </a:cubicBezTo>
                  <a:cubicBezTo>
                    <a:pt x="501" y="1002"/>
                    <a:pt x="635" y="902"/>
                    <a:pt x="735" y="802"/>
                  </a:cubicBezTo>
                  <a:lnTo>
                    <a:pt x="968" y="401"/>
                  </a:lnTo>
                  <a:cubicBezTo>
                    <a:pt x="1068" y="301"/>
                    <a:pt x="1135" y="201"/>
                    <a:pt x="1135" y="201"/>
                  </a:cubicBezTo>
                  <a:cubicBezTo>
                    <a:pt x="1135" y="168"/>
                    <a:pt x="968" y="1"/>
                    <a:pt x="9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84" name="Google Shape;3484;p28"/>
            <p:cNvSpPr/>
            <p:nvPr/>
          </p:nvSpPr>
          <p:spPr>
            <a:xfrm>
              <a:off x="563377" y="955191"/>
              <a:ext cx="20190" cy="25824"/>
            </a:xfrm>
            <a:custGeom>
              <a:avLst/>
              <a:gdLst/>
              <a:ahLst/>
              <a:cxnLst/>
              <a:rect l="l" t="t" r="r" b="b"/>
              <a:pathLst>
                <a:path w="835" h="1068" extrusionOk="0">
                  <a:moveTo>
                    <a:pt x="634" y="0"/>
                  </a:moveTo>
                  <a:cubicBezTo>
                    <a:pt x="634" y="0"/>
                    <a:pt x="334" y="234"/>
                    <a:pt x="200" y="401"/>
                  </a:cubicBezTo>
                  <a:cubicBezTo>
                    <a:pt x="67" y="601"/>
                    <a:pt x="0" y="934"/>
                    <a:pt x="0" y="934"/>
                  </a:cubicBezTo>
                  <a:cubicBezTo>
                    <a:pt x="0" y="934"/>
                    <a:pt x="167" y="1068"/>
                    <a:pt x="200" y="1068"/>
                  </a:cubicBezTo>
                  <a:cubicBezTo>
                    <a:pt x="200" y="1068"/>
                    <a:pt x="501" y="834"/>
                    <a:pt x="634" y="667"/>
                  </a:cubicBezTo>
                  <a:cubicBezTo>
                    <a:pt x="734" y="434"/>
                    <a:pt x="834" y="100"/>
                    <a:pt x="834" y="100"/>
                  </a:cubicBezTo>
                  <a:lnTo>
                    <a:pt x="6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85" name="Google Shape;3485;p28"/>
            <p:cNvSpPr/>
            <p:nvPr/>
          </p:nvSpPr>
          <p:spPr>
            <a:xfrm>
              <a:off x="576265" y="980991"/>
              <a:ext cx="21012" cy="26816"/>
            </a:xfrm>
            <a:custGeom>
              <a:avLst/>
              <a:gdLst/>
              <a:ahLst/>
              <a:cxnLst/>
              <a:rect l="l" t="t" r="r" b="b"/>
              <a:pathLst>
                <a:path w="869" h="1109" extrusionOk="0">
                  <a:moveTo>
                    <a:pt x="735" y="1"/>
                  </a:moveTo>
                  <a:cubicBezTo>
                    <a:pt x="735" y="1"/>
                    <a:pt x="668" y="34"/>
                    <a:pt x="535" y="134"/>
                  </a:cubicBezTo>
                  <a:cubicBezTo>
                    <a:pt x="435" y="201"/>
                    <a:pt x="301" y="334"/>
                    <a:pt x="201" y="434"/>
                  </a:cubicBezTo>
                  <a:cubicBezTo>
                    <a:pt x="101" y="635"/>
                    <a:pt x="1" y="1001"/>
                    <a:pt x="1" y="1001"/>
                  </a:cubicBezTo>
                  <a:cubicBezTo>
                    <a:pt x="1" y="1030"/>
                    <a:pt x="124" y="1108"/>
                    <a:pt x="180" y="1108"/>
                  </a:cubicBezTo>
                  <a:cubicBezTo>
                    <a:pt x="189" y="1108"/>
                    <a:pt x="196" y="1106"/>
                    <a:pt x="201" y="1102"/>
                  </a:cubicBezTo>
                  <a:cubicBezTo>
                    <a:pt x="201" y="1102"/>
                    <a:pt x="501" y="835"/>
                    <a:pt x="635" y="668"/>
                  </a:cubicBezTo>
                  <a:cubicBezTo>
                    <a:pt x="668" y="601"/>
                    <a:pt x="735" y="468"/>
                    <a:pt x="801" y="368"/>
                  </a:cubicBezTo>
                  <a:lnTo>
                    <a:pt x="868" y="201"/>
                  </a:lnTo>
                  <a:lnTo>
                    <a:pt x="73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86" name="Google Shape;3486;p28"/>
            <p:cNvSpPr/>
            <p:nvPr/>
          </p:nvSpPr>
          <p:spPr>
            <a:xfrm>
              <a:off x="601267" y="1020525"/>
              <a:ext cx="12936" cy="21786"/>
            </a:xfrm>
            <a:custGeom>
              <a:avLst/>
              <a:gdLst/>
              <a:ahLst/>
              <a:cxnLst/>
              <a:rect l="l" t="t" r="r" b="b"/>
              <a:pathLst>
                <a:path w="535" h="901" extrusionOk="0">
                  <a:moveTo>
                    <a:pt x="168" y="0"/>
                  </a:moveTo>
                  <a:lnTo>
                    <a:pt x="68" y="367"/>
                  </a:lnTo>
                  <a:lnTo>
                    <a:pt x="68" y="567"/>
                  </a:lnTo>
                  <a:cubicBezTo>
                    <a:pt x="1" y="667"/>
                    <a:pt x="1" y="701"/>
                    <a:pt x="1" y="701"/>
                  </a:cubicBezTo>
                  <a:cubicBezTo>
                    <a:pt x="1" y="734"/>
                    <a:pt x="168" y="868"/>
                    <a:pt x="168" y="901"/>
                  </a:cubicBezTo>
                  <a:cubicBezTo>
                    <a:pt x="168" y="901"/>
                    <a:pt x="268" y="868"/>
                    <a:pt x="335" y="767"/>
                  </a:cubicBezTo>
                  <a:cubicBezTo>
                    <a:pt x="435" y="701"/>
                    <a:pt x="501" y="534"/>
                    <a:pt x="501" y="467"/>
                  </a:cubicBezTo>
                  <a:cubicBezTo>
                    <a:pt x="535" y="234"/>
                    <a:pt x="435" y="0"/>
                    <a:pt x="4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87" name="Google Shape;3487;p28"/>
            <p:cNvSpPr/>
            <p:nvPr/>
          </p:nvSpPr>
          <p:spPr>
            <a:xfrm>
              <a:off x="745646" y="1027779"/>
              <a:ext cx="28266" cy="20190"/>
            </a:xfrm>
            <a:custGeom>
              <a:avLst/>
              <a:gdLst/>
              <a:ahLst/>
              <a:cxnLst/>
              <a:rect l="l" t="t" r="r" b="b"/>
              <a:pathLst>
                <a:path w="1169" h="835" extrusionOk="0">
                  <a:moveTo>
                    <a:pt x="835" y="0"/>
                  </a:moveTo>
                  <a:cubicBezTo>
                    <a:pt x="701" y="0"/>
                    <a:pt x="535" y="67"/>
                    <a:pt x="401" y="101"/>
                  </a:cubicBezTo>
                  <a:cubicBezTo>
                    <a:pt x="334" y="201"/>
                    <a:pt x="201" y="267"/>
                    <a:pt x="134" y="401"/>
                  </a:cubicBezTo>
                  <a:cubicBezTo>
                    <a:pt x="34" y="534"/>
                    <a:pt x="1" y="601"/>
                    <a:pt x="1" y="601"/>
                  </a:cubicBezTo>
                  <a:cubicBezTo>
                    <a:pt x="1" y="668"/>
                    <a:pt x="134" y="768"/>
                    <a:pt x="134" y="834"/>
                  </a:cubicBezTo>
                  <a:cubicBezTo>
                    <a:pt x="134" y="834"/>
                    <a:pt x="201" y="768"/>
                    <a:pt x="334" y="734"/>
                  </a:cubicBezTo>
                  <a:cubicBezTo>
                    <a:pt x="468" y="701"/>
                    <a:pt x="568" y="668"/>
                    <a:pt x="668" y="568"/>
                  </a:cubicBezTo>
                  <a:cubicBezTo>
                    <a:pt x="735" y="534"/>
                    <a:pt x="868" y="401"/>
                    <a:pt x="968" y="367"/>
                  </a:cubicBezTo>
                  <a:cubicBezTo>
                    <a:pt x="1035" y="267"/>
                    <a:pt x="1135" y="234"/>
                    <a:pt x="1135" y="234"/>
                  </a:cubicBezTo>
                  <a:cubicBezTo>
                    <a:pt x="1168" y="234"/>
                    <a:pt x="1068" y="0"/>
                    <a:pt x="10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88" name="Google Shape;3488;p28"/>
            <p:cNvSpPr/>
            <p:nvPr/>
          </p:nvSpPr>
          <p:spPr>
            <a:xfrm>
              <a:off x="756938" y="1056819"/>
              <a:ext cx="19392" cy="17772"/>
            </a:xfrm>
            <a:custGeom>
              <a:avLst/>
              <a:gdLst/>
              <a:ahLst/>
              <a:cxnLst/>
              <a:rect l="l" t="t" r="r" b="b"/>
              <a:pathLst>
                <a:path w="802" h="735" extrusionOk="0">
                  <a:moveTo>
                    <a:pt x="635" y="0"/>
                  </a:moveTo>
                  <a:cubicBezTo>
                    <a:pt x="635" y="0"/>
                    <a:pt x="334" y="67"/>
                    <a:pt x="201" y="200"/>
                  </a:cubicBezTo>
                  <a:cubicBezTo>
                    <a:pt x="168" y="234"/>
                    <a:pt x="68" y="367"/>
                    <a:pt x="34" y="467"/>
                  </a:cubicBezTo>
                  <a:cubicBezTo>
                    <a:pt x="1" y="534"/>
                    <a:pt x="1" y="634"/>
                    <a:pt x="1" y="634"/>
                  </a:cubicBezTo>
                  <a:cubicBezTo>
                    <a:pt x="34" y="634"/>
                    <a:pt x="201" y="701"/>
                    <a:pt x="201" y="734"/>
                  </a:cubicBezTo>
                  <a:cubicBezTo>
                    <a:pt x="201" y="734"/>
                    <a:pt x="234" y="701"/>
                    <a:pt x="334" y="667"/>
                  </a:cubicBezTo>
                  <a:cubicBezTo>
                    <a:pt x="368" y="634"/>
                    <a:pt x="501" y="567"/>
                    <a:pt x="535" y="534"/>
                  </a:cubicBezTo>
                  <a:cubicBezTo>
                    <a:pt x="668" y="467"/>
                    <a:pt x="801" y="167"/>
                    <a:pt x="801" y="167"/>
                  </a:cubicBezTo>
                  <a:lnTo>
                    <a:pt x="63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89" name="Google Shape;3489;p28"/>
            <p:cNvSpPr/>
            <p:nvPr/>
          </p:nvSpPr>
          <p:spPr>
            <a:xfrm>
              <a:off x="757760" y="1077783"/>
              <a:ext cx="29064" cy="25026"/>
            </a:xfrm>
            <a:custGeom>
              <a:avLst/>
              <a:gdLst/>
              <a:ahLst/>
              <a:cxnLst/>
              <a:rect l="l" t="t" r="r" b="b"/>
              <a:pathLst>
                <a:path w="1202" h="1035" extrusionOk="0">
                  <a:moveTo>
                    <a:pt x="1068" y="1"/>
                  </a:moveTo>
                  <a:lnTo>
                    <a:pt x="834" y="101"/>
                  </a:lnTo>
                  <a:cubicBezTo>
                    <a:pt x="667" y="134"/>
                    <a:pt x="534" y="201"/>
                    <a:pt x="434" y="301"/>
                  </a:cubicBezTo>
                  <a:cubicBezTo>
                    <a:pt x="200" y="468"/>
                    <a:pt x="0" y="835"/>
                    <a:pt x="0" y="835"/>
                  </a:cubicBezTo>
                  <a:cubicBezTo>
                    <a:pt x="0" y="868"/>
                    <a:pt x="167" y="1001"/>
                    <a:pt x="200" y="1035"/>
                  </a:cubicBezTo>
                  <a:cubicBezTo>
                    <a:pt x="200" y="1035"/>
                    <a:pt x="567" y="835"/>
                    <a:pt x="734" y="668"/>
                  </a:cubicBezTo>
                  <a:lnTo>
                    <a:pt x="1034" y="368"/>
                  </a:lnTo>
                  <a:lnTo>
                    <a:pt x="1201" y="201"/>
                  </a:lnTo>
                  <a:lnTo>
                    <a:pt x="106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90" name="Google Shape;3490;p28"/>
            <p:cNvSpPr/>
            <p:nvPr/>
          </p:nvSpPr>
          <p:spPr>
            <a:xfrm>
              <a:off x="773090" y="1109241"/>
              <a:ext cx="17748" cy="17772"/>
            </a:xfrm>
            <a:custGeom>
              <a:avLst/>
              <a:gdLst/>
              <a:ahLst/>
              <a:cxnLst/>
              <a:rect l="l" t="t" r="r" b="b"/>
              <a:pathLst>
                <a:path w="734" h="735" extrusionOk="0">
                  <a:moveTo>
                    <a:pt x="567" y="1"/>
                  </a:moveTo>
                  <a:cubicBezTo>
                    <a:pt x="567" y="1"/>
                    <a:pt x="334" y="67"/>
                    <a:pt x="200" y="201"/>
                  </a:cubicBezTo>
                  <a:cubicBezTo>
                    <a:pt x="100" y="334"/>
                    <a:pt x="0" y="568"/>
                    <a:pt x="0" y="568"/>
                  </a:cubicBezTo>
                  <a:cubicBezTo>
                    <a:pt x="0" y="634"/>
                    <a:pt x="167" y="734"/>
                    <a:pt x="167" y="734"/>
                  </a:cubicBezTo>
                  <a:cubicBezTo>
                    <a:pt x="167" y="734"/>
                    <a:pt x="400" y="668"/>
                    <a:pt x="534" y="534"/>
                  </a:cubicBezTo>
                  <a:cubicBezTo>
                    <a:pt x="634" y="401"/>
                    <a:pt x="734" y="167"/>
                    <a:pt x="734" y="167"/>
                  </a:cubicBezTo>
                  <a:lnTo>
                    <a:pt x="56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91" name="Google Shape;3491;p28"/>
            <p:cNvSpPr/>
            <p:nvPr/>
          </p:nvSpPr>
          <p:spPr>
            <a:xfrm>
              <a:off x="785180" y="1133445"/>
              <a:ext cx="16152" cy="20190"/>
            </a:xfrm>
            <a:custGeom>
              <a:avLst/>
              <a:gdLst/>
              <a:ahLst/>
              <a:cxnLst/>
              <a:rect l="l" t="t" r="r" b="b"/>
              <a:pathLst>
                <a:path w="668" h="835" extrusionOk="0">
                  <a:moveTo>
                    <a:pt x="367" y="0"/>
                  </a:moveTo>
                  <a:cubicBezTo>
                    <a:pt x="367" y="0"/>
                    <a:pt x="201" y="167"/>
                    <a:pt x="134" y="300"/>
                  </a:cubicBezTo>
                  <a:cubicBezTo>
                    <a:pt x="67" y="334"/>
                    <a:pt x="67" y="401"/>
                    <a:pt x="34" y="501"/>
                  </a:cubicBezTo>
                  <a:cubicBezTo>
                    <a:pt x="0" y="534"/>
                    <a:pt x="0" y="634"/>
                    <a:pt x="0" y="634"/>
                  </a:cubicBezTo>
                  <a:cubicBezTo>
                    <a:pt x="34" y="667"/>
                    <a:pt x="167" y="801"/>
                    <a:pt x="167" y="834"/>
                  </a:cubicBezTo>
                  <a:lnTo>
                    <a:pt x="334" y="734"/>
                  </a:lnTo>
                  <a:cubicBezTo>
                    <a:pt x="401" y="701"/>
                    <a:pt x="501" y="634"/>
                    <a:pt x="534" y="534"/>
                  </a:cubicBezTo>
                  <a:cubicBezTo>
                    <a:pt x="668" y="367"/>
                    <a:pt x="601" y="67"/>
                    <a:pt x="601" y="67"/>
                  </a:cubicBezTo>
                  <a:lnTo>
                    <a:pt x="36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92" name="Google Shape;3492;p28"/>
            <p:cNvSpPr/>
            <p:nvPr/>
          </p:nvSpPr>
          <p:spPr>
            <a:xfrm>
              <a:off x="800510" y="1149574"/>
              <a:ext cx="16950" cy="20190"/>
            </a:xfrm>
            <a:custGeom>
              <a:avLst/>
              <a:gdLst/>
              <a:ahLst/>
              <a:cxnLst/>
              <a:rect l="l" t="t" r="r" b="b"/>
              <a:pathLst>
                <a:path w="701" h="835" extrusionOk="0">
                  <a:moveTo>
                    <a:pt x="534" y="0"/>
                  </a:moveTo>
                  <a:cubicBezTo>
                    <a:pt x="534" y="0"/>
                    <a:pt x="234" y="67"/>
                    <a:pt x="100" y="234"/>
                  </a:cubicBezTo>
                  <a:cubicBezTo>
                    <a:pt x="67" y="367"/>
                    <a:pt x="0" y="467"/>
                    <a:pt x="0" y="567"/>
                  </a:cubicBezTo>
                  <a:lnTo>
                    <a:pt x="0" y="734"/>
                  </a:lnTo>
                  <a:lnTo>
                    <a:pt x="200" y="834"/>
                  </a:lnTo>
                  <a:lnTo>
                    <a:pt x="334" y="701"/>
                  </a:lnTo>
                  <a:lnTo>
                    <a:pt x="501" y="534"/>
                  </a:lnTo>
                  <a:cubicBezTo>
                    <a:pt x="567" y="401"/>
                    <a:pt x="701" y="167"/>
                    <a:pt x="701" y="167"/>
                  </a:cubicBezTo>
                  <a:lnTo>
                    <a:pt x="5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93" name="Google Shape;3493;p28"/>
            <p:cNvSpPr/>
            <p:nvPr/>
          </p:nvSpPr>
          <p:spPr>
            <a:xfrm>
              <a:off x="825512" y="1166500"/>
              <a:ext cx="12912" cy="12138"/>
            </a:xfrm>
            <a:custGeom>
              <a:avLst/>
              <a:gdLst/>
              <a:ahLst/>
              <a:cxnLst/>
              <a:rect l="l" t="t" r="r" b="b"/>
              <a:pathLst>
                <a:path w="534" h="502" extrusionOk="0">
                  <a:moveTo>
                    <a:pt x="200" y="1"/>
                  </a:moveTo>
                  <a:cubicBezTo>
                    <a:pt x="200" y="1"/>
                    <a:pt x="67" y="101"/>
                    <a:pt x="34" y="168"/>
                  </a:cubicBezTo>
                  <a:cubicBezTo>
                    <a:pt x="0" y="301"/>
                    <a:pt x="67" y="501"/>
                    <a:pt x="67" y="501"/>
                  </a:cubicBezTo>
                  <a:lnTo>
                    <a:pt x="334" y="501"/>
                  </a:lnTo>
                  <a:cubicBezTo>
                    <a:pt x="334" y="501"/>
                    <a:pt x="467" y="435"/>
                    <a:pt x="501" y="334"/>
                  </a:cubicBezTo>
                  <a:cubicBezTo>
                    <a:pt x="534" y="201"/>
                    <a:pt x="467" y="1"/>
                    <a:pt x="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94" name="Google Shape;3494;p28"/>
            <p:cNvSpPr/>
            <p:nvPr/>
          </p:nvSpPr>
          <p:spPr>
            <a:xfrm>
              <a:off x="573315" y="768376"/>
              <a:ext cx="423198" cy="183212"/>
            </a:xfrm>
            <a:custGeom>
              <a:avLst/>
              <a:gdLst/>
              <a:ahLst/>
              <a:cxnLst/>
              <a:rect l="l" t="t" r="r" b="b"/>
              <a:pathLst>
                <a:path w="17502" h="7577" extrusionOk="0">
                  <a:moveTo>
                    <a:pt x="7234" y="1"/>
                  </a:moveTo>
                  <a:cubicBezTo>
                    <a:pt x="6746" y="1"/>
                    <a:pt x="6237" y="162"/>
                    <a:pt x="5827" y="421"/>
                  </a:cubicBezTo>
                  <a:cubicBezTo>
                    <a:pt x="5160" y="788"/>
                    <a:pt x="4726" y="1322"/>
                    <a:pt x="4293" y="1822"/>
                  </a:cubicBezTo>
                  <a:cubicBezTo>
                    <a:pt x="3892" y="2322"/>
                    <a:pt x="3492" y="2856"/>
                    <a:pt x="3158" y="3356"/>
                  </a:cubicBezTo>
                  <a:cubicBezTo>
                    <a:pt x="2491" y="4324"/>
                    <a:pt x="1924" y="5258"/>
                    <a:pt x="1324" y="5525"/>
                  </a:cubicBezTo>
                  <a:cubicBezTo>
                    <a:pt x="1181" y="5614"/>
                    <a:pt x="1047" y="5646"/>
                    <a:pt x="928" y="5646"/>
                  </a:cubicBezTo>
                  <a:cubicBezTo>
                    <a:pt x="825" y="5646"/>
                    <a:pt x="734" y="5622"/>
                    <a:pt x="657" y="5591"/>
                  </a:cubicBezTo>
                  <a:cubicBezTo>
                    <a:pt x="490" y="5525"/>
                    <a:pt x="423" y="5458"/>
                    <a:pt x="423" y="5458"/>
                  </a:cubicBezTo>
                  <a:cubicBezTo>
                    <a:pt x="386" y="5428"/>
                    <a:pt x="342" y="5415"/>
                    <a:pt x="299" y="5415"/>
                  </a:cubicBezTo>
                  <a:cubicBezTo>
                    <a:pt x="148" y="5415"/>
                    <a:pt x="1" y="5577"/>
                    <a:pt x="156" y="5758"/>
                  </a:cubicBezTo>
                  <a:cubicBezTo>
                    <a:pt x="156" y="5758"/>
                    <a:pt x="256" y="5825"/>
                    <a:pt x="456" y="5958"/>
                  </a:cubicBezTo>
                  <a:cubicBezTo>
                    <a:pt x="557" y="5992"/>
                    <a:pt x="590" y="6025"/>
                    <a:pt x="657" y="6025"/>
                  </a:cubicBezTo>
                  <a:cubicBezTo>
                    <a:pt x="757" y="6025"/>
                    <a:pt x="823" y="6092"/>
                    <a:pt x="923" y="6092"/>
                  </a:cubicBezTo>
                  <a:cubicBezTo>
                    <a:pt x="990" y="6092"/>
                    <a:pt x="1124" y="6092"/>
                    <a:pt x="1224" y="6025"/>
                  </a:cubicBezTo>
                  <a:cubicBezTo>
                    <a:pt x="1290" y="6025"/>
                    <a:pt x="1424" y="5992"/>
                    <a:pt x="1491" y="5958"/>
                  </a:cubicBezTo>
                  <a:cubicBezTo>
                    <a:pt x="2258" y="5591"/>
                    <a:pt x="2892" y="4657"/>
                    <a:pt x="3592" y="3690"/>
                  </a:cubicBezTo>
                  <a:cubicBezTo>
                    <a:pt x="3926" y="3256"/>
                    <a:pt x="4293" y="2756"/>
                    <a:pt x="4726" y="2256"/>
                  </a:cubicBezTo>
                  <a:cubicBezTo>
                    <a:pt x="5093" y="1755"/>
                    <a:pt x="5560" y="1288"/>
                    <a:pt x="6094" y="988"/>
                  </a:cubicBezTo>
                  <a:cubicBezTo>
                    <a:pt x="6327" y="855"/>
                    <a:pt x="6594" y="755"/>
                    <a:pt x="6894" y="755"/>
                  </a:cubicBezTo>
                  <a:cubicBezTo>
                    <a:pt x="6928" y="732"/>
                    <a:pt x="6968" y="725"/>
                    <a:pt x="7013" y="725"/>
                  </a:cubicBezTo>
                  <a:cubicBezTo>
                    <a:pt x="7102" y="725"/>
                    <a:pt x="7206" y="755"/>
                    <a:pt x="7295" y="755"/>
                  </a:cubicBezTo>
                  <a:cubicBezTo>
                    <a:pt x="7461" y="755"/>
                    <a:pt x="7595" y="788"/>
                    <a:pt x="7728" y="821"/>
                  </a:cubicBezTo>
                  <a:cubicBezTo>
                    <a:pt x="7828" y="855"/>
                    <a:pt x="7962" y="921"/>
                    <a:pt x="8095" y="988"/>
                  </a:cubicBezTo>
                  <a:cubicBezTo>
                    <a:pt x="8229" y="1021"/>
                    <a:pt x="8329" y="1122"/>
                    <a:pt x="8462" y="1188"/>
                  </a:cubicBezTo>
                  <a:cubicBezTo>
                    <a:pt x="8729" y="1422"/>
                    <a:pt x="8896" y="1522"/>
                    <a:pt x="8996" y="1755"/>
                  </a:cubicBezTo>
                  <a:cubicBezTo>
                    <a:pt x="9296" y="2122"/>
                    <a:pt x="9430" y="2689"/>
                    <a:pt x="9763" y="3256"/>
                  </a:cubicBezTo>
                  <a:cubicBezTo>
                    <a:pt x="9830" y="3423"/>
                    <a:pt x="9963" y="3523"/>
                    <a:pt x="10097" y="3657"/>
                  </a:cubicBezTo>
                  <a:cubicBezTo>
                    <a:pt x="10230" y="3790"/>
                    <a:pt x="10397" y="3924"/>
                    <a:pt x="10497" y="3957"/>
                  </a:cubicBezTo>
                  <a:cubicBezTo>
                    <a:pt x="10764" y="4090"/>
                    <a:pt x="11097" y="4190"/>
                    <a:pt x="11398" y="4257"/>
                  </a:cubicBezTo>
                  <a:cubicBezTo>
                    <a:pt x="11481" y="4265"/>
                    <a:pt x="11560" y="4270"/>
                    <a:pt x="11636" y="4270"/>
                  </a:cubicBezTo>
                  <a:cubicBezTo>
                    <a:pt x="11865" y="4270"/>
                    <a:pt x="12065" y="4232"/>
                    <a:pt x="12265" y="4157"/>
                  </a:cubicBezTo>
                  <a:cubicBezTo>
                    <a:pt x="12498" y="4090"/>
                    <a:pt x="12665" y="3990"/>
                    <a:pt x="12832" y="3924"/>
                  </a:cubicBezTo>
                  <a:cubicBezTo>
                    <a:pt x="13166" y="3757"/>
                    <a:pt x="13399" y="3690"/>
                    <a:pt x="13499" y="3690"/>
                  </a:cubicBezTo>
                  <a:lnTo>
                    <a:pt x="13566" y="3690"/>
                  </a:lnTo>
                  <a:cubicBezTo>
                    <a:pt x="13694" y="3682"/>
                    <a:pt x="13820" y="3678"/>
                    <a:pt x="13943" y="3678"/>
                  </a:cubicBezTo>
                  <a:cubicBezTo>
                    <a:pt x="14810" y="3678"/>
                    <a:pt x="15533" y="3886"/>
                    <a:pt x="16001" y="4324"/>
                  </a:cubicBezTo>
                  <a:cubicBezTo>
                    <a:pt x="16501" y="4824"/>
                    <a:pt x="16768" y="5425"/>
                    <a:pt x="16902" y="5925"/>
                  </a:cubicBezTo>
                  <a:cubicBezTo>
                    <a:pt x="17002" y="6425"/>
                    <a:pt x="17002" y="6792"/>
                    <a:pt x="17068" y="7026"/>
                  </a:cubicBezTo>
                  <a:cubicBezTo>
                    <a:pt x="17102" y="7293"/>
                    <a:pt x="17102" y="7426"/>
                    <a:pt x="17102" y="7426"/>
                  </a:cubicBezTo>
                  <a:cubicBezTo>
                    <a:pt x="17117" y="7520"/>
                    <a:pt x="17199" y="7577"/>
                    <a:pt x="17284" y="7577"/>
                  </a:cubicBezTo>
                  <a:cubicBezTo>
                    <a:pt x="17382" y="7577"/>
                    <a:pt x="17484" y="7503"/>
                    <a:pt x="17502" y="7326"/>
                  </a:cubicBezTo>
                  <a:lnTo>
                    <a:pt x="17502" y="6926"/>
                  </a:lnTo>
                  <a:cubicBezTo>
                    <a:pt x="17469" y="6659"/>
                    <a:pt x="17469" y="6259"/>
                    <a:pt x="17335" y="5691"/>
                  </a:cubicBezTo>
                  <a:cubicBezTo>
                    <a:pt x="17235" y="5191"/>
                    <a:pt x="16968" y="4491"/>
                    <a:pt x="16334" y="3857"/>
                  </a:cubicBezTo>
                  <a:cubicBezTo>
                    <a:pt x="16001" y="3590"/>
                    <a:pt x="15601" y="3323"/>
                    <a:pt x="15100" y="3190"/>
                  </a:cubicBezTo>
                  <a:cubicBezTo>
                    <a:pt x="14740" y="3118"/>
                    <a:pt x="14362" y="3063"/>
                    <a:pt x="13966" y="3063"/>
                  </a:cubicBezTo>
                  <a:cubicBezTo>
                    <a:pt x="13813" y="3063"/>
                    <a:pt x="13657" y="3071"/>
                    <a:pt x="13499" y="3090"/>
                  </a:cubicBezTo>
                  <a:lnTo>
                    <a:pt x="13566" y="3090"/>
                  </a:lnTo>
                  <a:cubicBezTo>
                    <a:pt x="13399" y="3090"/>
                    <a:pt x="12999" y="3123"/>
                    <a:pt x="12632" y="3290"/>
                  </a:cubicBezTo>
                  <a:cubicBezTo>
                    <a:pt x="12334" y="3398"/>
                    <a:pt x="12036" y="3550"/>
                    <a:pt x="11721" y="3550"/>
                  </a:cubicBezTo>
                  <a:cubicBezTo>
                    <a:pt x="11647" y="3550"/>
                    <a:pt x="11573" y="3542"/>
                    <a:pt x="11498" y="3523"/>
                  </a:cubicBezTo>
                  <a:cubicBezTo>
                    <a:pt x="11298" y="3490"/>
                    <a:pt x="11097" y="3423"/>
                    <a:pt x="10897" y="3290"/>
                  </a:cubicBezTo>
                  <a:cubicBezTo>
                    <a:pt x="10764" y="3256"/>
                    <a:pt x="10730" y="3190"/>
                    <a:pt x="10630" y="3123"/>
                  </a:cubicBezTo>
                  <a:cubicBezTo>
                    <a:pt x="10564" y="3090"/>
                    <a:pt x="10464" y="2990"/>
                    <a:pt x="10430" y="2856"/>
                  </a:cubicBezTo>
                  <a:cubicBezTo>
                    <a:pt x="10163" y="2422"/>
                    <a:pt x="9997" y="1822"/>
                    <a:pt x="9663" y="1322"/>
                  </a:cubicBezTo>
                  <a:cubicBezTo>
                    <a:pt x="9496" y="1021"/>
                    <a:pt x="9163" y="788"/>
                    <a:pt x="8929" y="621"/>
                  </a:cubicBezTo>
                  <a:cubicBezTo>
                    <a:pt x="8796" y="521"/>
                    <a:pt x="8662" y="454"/>
                    <a:pt x="8496" y="354"/>
                  </a:cubicBezTo>
                  <a:cubicBezTo>
                    <a:pt x="8329" y="288"/>
                    <a:pt x="8162" y="188"/>
                    <a:pt x="7995" y="154"/>
                  </a:cubicBezTo>
                  <a:cubicBezTo>
                    <a:pt x="7760" y="48"/>
                    <a:pt x="7500" y="1"/>
                    <a:pt x="7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95" name="Google Shape;3495;p28"/>
            <p:cNvSpPr/>
            <p:nvPr/>
          </p:nvSpPr>
          <p:spPr>
            <a:xfrm>
              <a:off x="1138667" y="266375"/>
              <a:ext cx="485728" cy="212808"/>
            </a:xfrm>
            <a:custGeom>
              <a:avLst/>
              <a:gdLst/>
              <a:ahLst/>
              <a:cxnLst/>
              <a:rect l="l" t="t" r="r" b="b"/>
              <a:pathLst>
                <a:path w="20088" h="8801" extrusionOk="0">
                  <a:moveTo>
                    <a:pt x="7230" y="0"/>
                  </a:moveTo>
                  <a:cubicBezTo>
                    <a:pt x="6997" y="0"/>
                    <a:pt x="6797" y="0"/>
                    <a:pt x="6597" y="34"/>
                  </a:cubicBezTo>
                  <a:cubicBezTo>
                    <a:pt x="6230" y="67"/>
                    <a:pt x="5829" y="234"/>
                    <a:pt x="5496" y="367"/>
                  </a:cubicBezTo>
                  <a:cubicBezTo>
                    <a:pt x="5129" y="534"/>
                    <a:pt x="4795" y="734"/>
                    <a:pt x="4562" y="1001"/>
                  </a:cubicBezTo>
                  <a:cubicBezTo>
                    <a:pt x="4262" y="1234"/>
                    <a:pt x="4061" y="1468"/>
                    <a:pt x="3795" y="1701"/>
                  </a:cubicBezTo>
                  <a:cubicBezTo>
                    <a:pt x="3328" y="2168"/>
                    <a:pt x="2894" y="2569"/>
                    <a:pt x="2460" y="2869"/>
                  </a:cubicBezTo>
                  <a:cubicBezTo>
                    <a:pt x="2165" y="3090"/>
                    <a:pt x="1834" y="3221"/>
                    <a:pt x="1560" y="3221"/>
                  </a:cubicBezTo>
                  <a:cubicBezTo>
                    <a:pt x="1462" y="3221"/>
                    <a:pt x="1372" y="3204"/>
                    <a:pt x="1293" y="3169"/>
                  </a:cubicBezTo>
                  <a:cubicBezTo>
                    <a:pt x="959" y="3036"/>
                    <a:pt x="759" y="2802"/>
                    <a:pt x="626" y="2635"/>
                  </a:cubicBezTo>
                  <a:cubicBezTo>
                    <a:pt x="459" y="2402"/>
                    <a:pt x="425" y="2335"/>
                    <a:pt x="425" y="2335"/>
                  </a:cubicBezTo>
                  <a:cubicBezTo>
                    <a:pt x="373" y="2273"/>
                    <a:pt x="308" y="2246"/>
                    <a:pt x="247" y="2246"/>
                  </a:cubicBezTo>
                  <a:cubicBezTo>
                    <a:pt x="113" y="2246"/>
                    <a:pt x="0" y="2375"/>
                    <a:pt x="92" y="2535"/>
                  </a:cubicBezTo>
                  <a:cubicBezTo>
                    <a:pt x="92" y="2535"/>
                    <a:pt x="192" y="2669"/>
                    <a:pt x="292" y="2869"/>
                  </a:cubicBezTo>
                  <a:cubicBezTo>
                    <a:pt x="459" y="3069"/>
                    <a:pt x="692" y="3369"/>
                    <a:pt x="1126" y="3569"/>
                  </a:cubicBezTo>
                  <a:cubicBezTo>
                    <a:pt x="1274" y="3633"/>
                    <a:pt x="1435" y="3656"/>
                    <a:pt x="1610" y="3656"/>
                  </a:cubicBezTo>
                  <a:cubicBezTo>
                    <a:pt x="1711" y="3656"/>
                    <a:pt x="1817" y="3648"/>
                    <a:pt x="1927" y="3636"/>
                  </a:cubicBezTo>
                  <a:cubicBezTo>
                    <a:pt x="2227" y="3569"/>
                    <a:pt x="2460" y="3469"/>
                    <a:pt x="2727" y="3303"/>
                  </a:cubicBezTo>
                  <a:cubicBezTo>
                    <a:pt x="3227" y="2969"/>
                    <a:pt x="3694" y="2535"/>
                    <a:pt x="4195" y="2068"/>
                  </a:cubicBezTo>
                  <a:cubicBezTo>
                    <a:pt x="4428" y="1868"/>
                    <a:pt x="4695" y="1635"/>
                    <a:pt x="4929" y="1401"/>
                  </a:cubicBezTo>
                  <a:cubicBezTo>
                    <a:pt x="5196" y="1201"/>
                    <a:pt x="5429" y="1034"/>
                    <a:pt x="5729" y="901"/>
                  </a:cubicBezTo>
                  <a:cubicBezTo>
                    <a:pt x="5896" y="868"/>
                    <a:pt x="6063" y="801"/>
                    <a:pt x="6230" y="734"/>
                  </a:cubicBezTo>
                  <a:cubicBezTo>
                    <a:pt x="6396" y="667"/>
                    <a:pt x="6563" y="667"/>
                    <a:pt x="6730" y="634"/>
                  </a:cubicBezTo>
                  <a:cubicBezTo>
                    <a:pt x="6897" y="567"/>
                    <a:pt x="7030" y="567"/>
                    <a:pt x="7197" y="567"/>
                  </a:cubicBezTo>
                  <a:cubicBezTo>
                    <a:pt x="7297" y="634"/>
                    <a:pt x="7464" y="634"/>
                    <a:pt x="7597" y="701"/>
                  </a:cubicBezTo>
                  <a:cubicBezTo>
                    <a:pt x="7864" y="834"/>
                    <a:pt x="8064" y="1034"/>
                    <a:pt x="8231" y="1335"/>
                  </a:cubicBezTo>
                  <a:cubicBezTo>
                    <a:pt x="8431" y="1635"/>
                    <a:pt x="8565" y="1902"/>
                    <a:pt x="8731" y="2235"/>
                  </a:cubicBezTo>
                  <a:cubicBezTo>
                    <a:pt x="8865" y="2569"/>
                    <a:pt x="9065" y="2902"/>
                    <a:pt x="9265" y="3203"/>
                  </a:cubicBezTo>
                  <a:cubicBezTo>
                    <a:pt x="9399" y="3336"/>
                    <a:pt x="9465" y="3503"/>
                    <a:pt x="9632" y="3636"/>
                  </a:cubicBezTo>
                  <a:cubicBezTo>
                    <a:pt x="9732" y="3670"/>
                    <a:pt x="9765" y="3736"/>
                    <a:pt x="9866" y="3803"/>
                  </a:cubicBezTo>
                  <a:lnTo>
                    <a:pt x="10099" y="3970"/>
                  </a:lnTo>
                  <a:cubicBezTo>
                    <a:pt x="10433" y="4203"/>
                    <a:pt x="10800" y="4237"/>
                    <a:pt x="11233" y="4237"/>
                  </a:cubicBezTo>
                  <a:cubicBezTo>
                    <a:pt x="11633" y="4237"/>
                    <a:pt x="12000" y="4070"/>
                    <a:pt x="12334" y="3970"/>
                  </a:cubicBezTo>
                  <a:cubicBezTo>
                    <a:pt x="13001" y="3670"/>
                    <a:pt x="13635" y="3236"/>
                    <a:pt x="14235" y="3236"/>
                  </a:cubicBezTo>
                  <a:cubicBezTo>
                    <a:pt x="14502" y="3236"/>
                    <a:pt x="14802" y="3336"/>
                    <a:pt x="15069" y="3536"/>
                  </a:cubicBezTo>
                  <a:cubicBezTo>
                    <a:pt x="15136" y="3569"/>
                    <a:pt x="15203" y="3636"/>
                    <a:pt x="15269" y="3670"/>
                  </a:cubicBezTo>
                  <a:lnTo>
                    <a:pt x="15436" y="3836"/>
                  </a:lnTo>
                  <a:cubicBezTo>
                    <a:pt x="15603" y="3970"/>
                    <a:pt x="15703" y="4036"/>
                    <a:pt x="15770" y="4170"/>
                  </a:cubicBezTo>
                  <a:cubicBezTo>
                    <a:pt x="16103" y="4737"/>
                    <a:pt x="16370" y="5404"/>
                    <a:pt x="16604" y="6005"/>
                  </a:cubicBezTo>
                  <a:cubicBezTo>
                    <a:pt x="16904" y="6572"/>
                    <a:pt x="17137" y="7172"/>
                    <a:pt x="17438" y="7672"/>
                  </a:cubicBezTo>
                  <a:cubicBezTo>
                    <a:pt x="17738" y="8173"/>
                    <a:pt x="18105" y="8640"/>
                    <a:pt x="18605" y="8740"/>
                  </a:cubicBezTo>
                  <a:cubicBezTo>
                    <a:pt x="18717" y="8782"/>
                    <a:pt x="18823" y="8800"/>
                    <a:pt x="18920" y="8800"/>
                  </a:cubicBezTo>
                  <a:cubicBezTo>
                    <a:pt x="19056" y="8800"/>
                    <a:pt x="19175" y="8765"/>
                    <a:pt x="19272" y="8706"/>
                  </a:cubicBezTo>
                  <a:cubicBezTo>
                    <a:pt x="19439" y="8640"/>
                    <a:pt x="19606" y="8540"/>
                    <a:pt x="19706" y="8473"/>
                  </a:cubicBezTo>
                  <a:cubicBezTo>
                    <a:pt x="19773" y="8373"/>
                    <a:pt x="19873" y="8340"/>
                    <a:pt x="19906" y="8306"/>
                  </a:cubicBezTo>
                  <a:lnTo>
                    <a:pt x="19973" y="8206"/>
                  </a:lnTo>
                  <a:cubicBezTo>
                    <a:pt x="20087" y="8046"/>
                    <a:pt x="20013" y="7917"/>
                    <a:pt x="19901" y="7917"/>
                  </a:cubicBezTo>
                  <a:cubicBezTo>
                    <a:pt x="19850" y="7917"/>
                    <a:pt x="19791" y="7943"/>
                    <a:pt x="19739" y="8006"/>
                  </a:cubicBezTo>
                  <a:lnTo>
                    <a:pt x="19673" y="8039"/>
                  </a:lnTo>
                  <a:cubicBezTo>
                    <a:pt x="19606" y="8073"/>
                    <a:pt x="19572" y="8139"/>
                    <a:pt x="19472" y="8206"/>
                  </a:cubicBezTo>
                  <a:cubicBezTo>
                    <a:pt x="19342" y="8284"/>
                    <a:pt x="19129" y="8404"/>
                    <a:pt x="18915" y="8404"/>
                  </a:cubicBezTo>
                  <a:cubicBezTo>
                    <a:pt x="18856" y="8404"/>
                    <a:pt x="18796" y="8395"/>
                    <a:pt x="18739" y="8373"/>
                  </a:cubicBezTo>
                  <a:cubicBezTo>
                    <a:pt x="18438" y="8306"/>
                    <a:pt x="18105" y="7906"/>
                    <a:pt x="17838" y="7472"/>
                  </a:cubicBezTo>
                  <a:cubicBezTo>
                    <a:pt x="17604" y="7005"/>
                    <a:pt x="17404" y="6472"/>
                    <a:pt x="17137" y="5838"/>
                  </a:cubicBezTo>
                  <a:cubicBezTo>
                    <a:pt x="16904" y="5204"/>
                    <a:pt x="16737" y="4537"/>
                    <a:pt x="16303" y="3870"/>
                  </a:cubicBezTo>
                  <a:cubicBezTo>
                    <a:pt x="16237" y="3703"/>
                    <a:pt x="16070" y="3536"/>
                    <a:pt x="15937" y="3403"/>
                  </a:cubicBezTo>
                  <a:lnTo>
                    <a:pt x="15736" y="3203"/>
                  </a:lnTo>
                  <a:cubicBezTo>
                    <a:pt x="15636" y="3169"/>
                    <a:pt x="15570" y="3069"/>
                    <a:pt x="15470" y="3036"/>
                  </a:cubicBezTo>
                  <a:cubicBezTo>
                    <a:pt x="15136" y="2802"/>
                    <a:pt x="14736" y="2635"/>
                    <a:pt x="14269" y="2635"/>
                  </a:cubicBezTo>
                  <a:cubicBezTo>
                    <a:pt x="13802" y="2635"/>
                    <a:pt x="13401" y="2736"/>
                    <a:pt x="13068" y="2902"/>
                  </a:cubicBezTo>
                  <a:cubicBezTo>
                    <a:pt x="12734" y="3069"/>
                    <a:pt x="12401" y="3236"/>
                    <a:pt x="12100" y="3369"/>
                  </a:cubicBezTo>
                  <a:cubicBezTo>
                    <a:pt x="11800" y="3503"/>
                    <a:pt x="11500" y="3569"/>
                    <a:pt x="11233" y="3569"/>
                  </a:cubicBezTo>
                  <a:cubicBezTo>
                    <a:pt x="11200" y="3592"/>
                    <a:pt x="11174" y="3599"/>
                    <a:pt x="11150" y="3599"/>
                  </a:cubicBezTo>
                  <a:cubicBezTo>
                    <a:pt x="11103" y="3599"/>
                    <a:pt x="11066" y="3569"/>
                    <a:pt x="11000" y="3569"/>
                  </a:cubicBezTo>
                  <a:cubicBezTo>
                    <a:pt x="10933" y="3569"/>
                    <a:pt x="10900" y="3569"/>
                    <a:pt x="10800" y="3536"/>
                  </a:cubicBezTo>
                  <a:lnTo>
                    <a:pt x="10599" y="3503"/>
                  </a:lnTo>
                  <a:cubicBezTo>
                    <a:pt x="10566" y="3469"/>
                    <a:pt x="10499" y="3469"/>
                    <a:pt x="10499" y="3469"/>
                  </a:cubicBezTo>
                  <a:lnTo>
                    <a:pt x="10433" y="3403"/>
                  </a:lnTo>
                  <a:cubicBezTo>
                    <a:pt x="9966" y="3136"/>
                    <a:pt x="9599" y="2635"/>
                    <a:pt x="9298" y="2002"/>
                  </a:cubicBezTo>
                  <a:cubicBezTo>
                    <a:pt x="9132" y="1701"/>
                    <a:pt x="8965" y="1368"/>
                    <a:pt x="8765" y="1034"/>
                  </a:cubicBezTo>
                  <a:cubicBezTo>
                    <a:pt x="8598" y="701"/>
                    <a:pt x="8264" y="334"/>
                    <a:pt x="7831" y="167"/>
                  </a:cubicBezTo>
                  <a:cubicBezTo>
                    <a:pt x="7664" y="34"/>
                    <a:pt x="7430" y="34"/>
                    <a:pt x="72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96" name="Google Shape;3496;p28"/>
            <p:cNvSpPr/>
            <p:nvPr/>
          </p:nvSpPr>
          <p:spPr>
            <a:xfrm>
              <a:off x="466077" y="310721"/>
              <a:ext cx="472574" cy="304837"/>
            </a:xfrm>
            <a:custGeom>
              <a:avLst/>
              <a:gdLst/>
              <a:ahLst/>
              <a:cxnLst/>
              <a:rect l="l" t="t" r="r" b="b"/>
              <a:pathLst>
                <a:path w="19544" h="12607" extrusionOk="0">
                  <a:moveTo>
                    <a:pt x="6326" y="1"/>
                  </a:moveTo>
                  <a:cubicBezTo>
                    <a:pt x="6092" y="1"/>
                    <a:pt x="5892" y="34"/>
                    <a:pt x="5692" y="68"/>
                  </a:cubicBezTo>
                  <a:cubicBezTo>
                    <a:pt x="5492" y="168"/>
                    <a:pt x="5325" y="201"/>
                    <a:pt x="5092" y="301"/>
                  </a:cubicBezTo>
                  <a:cubicBezTo>
                    <a:pt x="4891" y="368"/>
                    <a:pt x="4725" y="468"/>
                    <a:pt x="4558" y="535"/>
                  </a:cubicBezTo>
                  <a:cubicBezTo>
                    <a:pt x="4391" y="568"/>
                    <a:pt x="4191" y="735"/>
                    <a:pt x="4058" y="868"/>
                  </a:cubicBezTo>
                  <a:cubicBezTo>
                    <a:pt x="3724" y="1135"/>
                    <a:pt x="3524" y="1469"/>
                    <a:pt x="3357" y="1735"/>
                  </a:cubicBezTo>
                  <a:cubicBezTo>
                    <a:pt x="2990" y="2369"/>
                    <a:pt x="2690" y="2903"/>
                    <a:pt x="2390" y="3403"/>
                  </a:cubicBezTo>
                  <a:cubicBezTo>
                    <a:pt x="2089" y="3870"/>
                    <a:pt x="1756" y="4304"/>
                    <a:pt x="1489" y="4504"/>
                  </a:cubicBezTo>
                  <a:cubicBezTo>
                    <a:pt x="1276" y="4646"/>
                    <a:pt x="1063" y="4687"/>
                    <a:pt x="885" y="4687"/>
                  </a:cubicBezTo>
                  <a:cubicBezTo>
                    <a:pt x="813" y="4687"/>
                    <a:pt x="746" y="4681"/>
                    <a:pt x="688" y="4671"/>
                  </a:cubicBezTo>
                  <a:cubicBezTo>
                    <a:pt x="588" y="4638"/>
                    <a:pt x="522" y="4638"/>
                    <a:pt x="488" y="4571"/>
                  </a:cubicBezTo>
                  <a:cubicBezTo>
                    <a:pt x="422" y="4537"/>
                    <a:pt x="388" y="4537"/>
                    <a:pt x="388" y="4537"/>
                  </a:cubicBezTo>
                  <a:cubicBezTo>
                    <a:pt x="353" y="4514"/>
                    <a:pt x="318" y="4504"/>
                    <a:pt x="284" y="4504"/>
                  </a:cubicBezTo>
                  <a:cubicBezTo>
                    <a:pt x="122" y="4504"/>
                    <a:pt x="1" y="4733"/>
                    <a:pt x="221" y="4871"/>
                  </a:cubicBezTo>
                  <a:cubicBezTo>
                    <a:pt x="221" y="4871"/>
                    <a:pt x="255" y="4871"/>
                    <a:pt x="322" y="4904"/>
                  </a:cubicBezTo>
                  <a:cubicBezTo>
                    <a:pt x="388" y="4938"/>
                    <a:pt x="488" y="5004"/>
                    <a:pt x="588" y="5038"/>
                  </a:cubicBezTo>
                  <a:cubicBezTo>
                    <a:pt x="686" y="5074"/>
                    <a:pt x="811" y="5098"/>
                    <a:pt x="949" y="5098"/>
                  </a:cubicBezTo>
                  <a:cubicBezTo>
                    <a:pt x="1188" y="5098"/>
                    <a:pt x="1469" y="5028"/>
                    <a:pt x="1723" y="4838"/>
                  </a:cubicBezTo>
                  <a:cubicBezTo>
                    <a:pt x="2556" y="4237"/>
                    <a:pt x="3090" y="3136"/>
                    <a:pt x="3824" y="2002"/>
                  </a:cubicBezTo>
                  <a:cubicBezTo>
                    <a:pt x="4024" y="1735"/>
                    <a:pt x="4191" y="1469"/>
                    <a:pt x="4424" y="1235"/>
                  </a:cubicBezTo>
                  <a:cubicBezTo>
                    <a:pt x="4658" y="1035"/>
                    <a:pt x="5025" y="968"/>
                    <a:pt x="5325" y="801"/>
                  </a:cubicBezTo>
                  <a:cubicBezTo>
                    <a:pt x="5492" y="701"/>
                    <a:pt x="5659" y="668"/>
                    <a:pt x="5825" y="635"/>
                  </a:cubicBezTo>
                  <a:cubicBezTo>
                    <a:pt x="5992" y="635"/>
                    <a:pt x="6159" y="635"/>
                    <a:pt x="6326" y="568"/>
                  </a:cubicBezTo>
                  <a:cubicBezTo>
                    <a:pt x="6593" y="635"/>
                    <a:pt x="6926" y="668"/>
                    <a:pt x="7193" y="868"/>
                  </a:cubicBezTo>
                  <a:cubicBezTo>
                    <a:pt x="7360" y="968"/>
                    <a:pt x="7427" y="1135"/>
                    <a:pt x="7560" y="1202"/>
                  </a:cubicBezTo>
                  <a:cubicBezTo>
                    <a:pt x="7660" y="1335"/>
                    <a:pt x="7760" y="1469"/>
                    <a:pt x="7860" y="1635"/>
                  </a:cubicBezTo>
                  <a:cubicBezTo>
                    <a:pt x="8027" y="1969"/>
                    <a:pt x="8194" y="2236"/>
                    <a:pt x="8361" y="2569"/>
                  </a:cubicBezTo>
                  <a:cubicBezTo>
                    <a:pt x="8694" y="3237"/>
                    <a:pt x="8928" y="3904"/>
                    <a:pt x="9361" y="4504"/>
                  </a:cubicBezTo>
                  <a:cubicBezTo>
                    <a:pt x="9595" y="4804"/>
                    <a:pt x="9828" y="5071"/>
                    <a:pt x="10095" y="5338"/>
                  </a:cubicBezTo>
                  <a:cubicBezTo>
                    <a:pt x="10395" y="5572"/>
                    <a:pt x="10729" y="5838"/>
                    <a:pt x="11096" y="6005"/>
                  </a:cubicBezTo>
                  <a:cubicBezTo>
                    <a:pt x="11863" y="6339"/>
                    <a:pt x="12664" y="6405"/>
                    <a:pt x="13264" y="6672"/>
                  </a:cubicBezTo>
                  <a:cubicBezTo>
                    <a:pt x="13898" y="6906"/>
                    <a:pt x="14398" y="7406"/>
                    <a:pt x="14732" y="8040"/>
                  </a:cubicBezTo>
                  <a:cubicBezTo>
                    <a:pt x="15065" y="8674"/>
                    <a:pt x="15366" y="9341"/>
                    <a:pt x="15599" y="9975"/>
                  </a:cubicBezTo>
                  <a:cubicBezTo>
                    <a:pt x="15866" y="10575"/>
                    <a:pt x="16166" y="11176"/>
                    <a:pt x="16533" y="11676"/>
                  </a:cubicBezTo>
                  <a:cubicBezTo>
                    <a:pt x="16900" y="12176"/>
                    <a:pt x="17400" y="12510"/>
                    <a:pt x="17901" y="12577"/>
                  </a:cubicBezTo>
                  <a:cubicBezTo>
                    <a:pt x="17967" y="12599"/>
                    <a:pt x="18042" y="12606"/>
                    <a:pt x="18117" y="12606"/>
                  </a:cubicBezTo>
                  <a:cubicBezTo>
                    <a:pt x="18268" y="12606"/>
                    <a:pt x="18423" y="12577"/>
                    <a:pt x="18535" y="12577"/>
                  </a:cubicBezTo>
                  <a:cubicBezTo>
                    <a:pt x="18701" y="12577"/>
                    <a:pt x="18868" y="12543"/>
                    <a:pt x="19002" y="12510"/>
                  </a:cubicBezTo>
                  <a:cubicBezTo>
                    <a:pt x="19102" y="12510"/>
                    <a:pt x="19202" y="12476"/>
                    <a:pt x="19235" y="12410"/>
                  </a:cubicBezTo>
                  <a:cubicBezTo>
                    <a:pt x="19268" y="12376"/>
                    <a:pt x="19335" y="12376"/>
                    <a:pt x="19335" y="12376"/>
                  </a:cubicBezTo>
                  <a:cubicBezTo>
                    <a:pt x="19543" y="12257"/>
                    <a:pt x="19460" y="12032"/>
                    <a:pt x="19297" y="12032"/>
                  </a:cubicBezTo>
                  <a:cubicBezTo>
                    <a:pt x="19278" y="12032"/>
                    <a:pt x="19257" y="12036"/>
                    <a:pt x="19235" y="12043"/>
                  </a:cubicBezTo>
                  <a:cubicBezTo>
                    <a:pt x="19235" y="12043"/>
                    <a:pt x="19202" y="12076"/>
                    <a:pt x="19168" y="12076"/>
                  </a:cubicBezTo>
                  <a:cubicBezTo>
                    <a:pt x="19102" y="12076"/>
                    <a:pt x="19035" y="12143"/>
                    <a:pt x="18901" y="12176"/>
                  </a:cubicBezTo>
                  <a:cubicBezTo>
                    <a:pt x="18835" y="12210"/>
                    <a:pt x="18701" y="12243"/>
                    <a:pt x="18535" y="12243"/>
                  </a:cubicBezTo>
                  <a:cubicBezTo>
                    <a:pt x="18401" y="12243"/>
                    <a:pt x="18201" y="12243"/>
                    <a:pt x="18034" y="12210"/>
                  </a:cubicBezTo>
                  <a:cubicBezTo>
                    <a:pt x="17667" y="12143"/>
                    <a:pt x="17267" y="11876"/>
                    <a:pt x="16933" y="11409"/>
                  </a:cubicBezTo>
                  <a:cubicBezTo>
                    <a:pt x="16600" y="11009"/>
                    <a:pt x="16366" y="10408"/>
                    <a:pt x="16099" y="9808"/>
                  </a:cubicBezTo>
                  <a:cubicBezTo>
                    <a:pt x="15866" y="9174"/>
                    <a:pt x="15666" y="8507"/>
                    <a:pt x="15266" y="7806"/>
                  </a:cubicBezTo>
                  <a:cubicBezTo>
                    <a:pt x="14899" y="7073"/>
                    <a:pt x="14332" y="6405"/>
                    <a:pt x="13531" y="6072"/>
                  </a:cubicBezTo>
                  <a:cubicBezTo>
                    <a:pt x="12764" y="5738"/>
                    <a:pt x="11997" y="5672"/>
                    <a:pt x="11396" y="5371"/>
                  </a:cubicBezTo>
                  <a:cubicBezTo>
                    <a:pt x="11096" y="5238"/>
                    <a:pt x="10862" y="5038"/>
                    <a:pt x="10596" y="4838"/>
                  </a:cubicBezTo>
                  <a:cubicBezTo>
                    <a:pt x="10362" y="4638"/>
                    <a:pt x="10162" y="4371"/>
                    <a:pt x="9995" y="4137"/>
                  </a:cubicBezTo>
                  <a:cubicBezTo>
                    <a:pt x="9662" y="3637"/>
                    <a:pt x="9361" y="2970"/>
                    <a:pt x="9028" y="2303"/>
                  </a:cubicBezTo>
                  <a:cubicBezTo>
                    <a:pt x="8861" y="1969"/>
                    <a:pt x="8661" y="1635"/>
                    <a:pt x="8427" y="1302"/>
                  </a:cubicBezTo>
                  <a:cubicBezTo>
                    <a:pt x="8361" y="1135"/>
                    <a:pt x="8194" y="968"/>
                    <a:pt x="8060" y="801"/>
                  </a:cubicBezTo>
                  <a:cubicBezTo>
                    <a:pt x="7894" y="668"/>
                    <a:pt x="7760" y="501"/>
                    <a:pt x="7560" y="368"/>
                  </a:cubicBezTo>
                  <a:cubicBezTo>
                    <a:pt x="7226" y="68"/>
                    <a:pt x="6726" y="1"/>
                    <a:pt x="63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97" name="Google Shape;3497;p28"/>
            <p:cNvSpPr/>
            <p:nvPr/>
          </p:nvSpPr>
          <p:spPr>
            <a:xfrm>
              <a:off x="748886" y="803316"/>
              <a:ext cx="21786" cy="12356"/>
            </a:xfrm>
            <a:custGeom>
              <a:avLst/>
              <a:gdLst/>
              <a:ahLst/>
              <a:cxnLst/>
              <a:rect l="l" t="t" r="r" b="b"/>
              <a:pathLst>
                <a:path w="901" h="511" extrusionOk="0">
                  <a:moveTo>
                    <a:pt x="513" y="1"/>
                  </a:moveTo>
                  <a:cubicBezTo>
                    <a:pt x="473" y="1"/>
                    <a:pt x="434" y="3"/>
                    <a:pt x="401" y="10"/>
                  </a:cubicBezTo>
                  <a:cubicBezTo>
                    <a:pt x="234" y="43"/>
                    <a:pt x="0" y="177"/>
                    <a:pt x="0" y="177"/>
                  </a:cubicBezTo>
                  <a:lnTo>
                    <a:pt x="0" y="444"/>
                  </a:lnTo>
                  <a:cubicBezTo>
                    <a:pt x="0" y="444"/>
                    <a:pt x="267" y="510"/>
                    <a:pt x="501" y="510"/>
                  </a:cubicBezTo>
                  <a:cubicBezTo>
                    <a:pt x="667" y="477"/>
                    <a:pt x="901" y="310"/>
                    <a:pt x="901" y="310"/>
                  </a:cubicBezTo>
                  <a:cubicBezTo>
                    <a:pt x="901" y="277"/>
                    <a:pt x="834" y="43"/>
                    <a:pt x="868" y="43"/>
                  </a:cubicBezTo>
                  <a:cubicBezTo>
                    <a:pt x="868" y="43"/>
                    <a:pt x="675"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98" name="Google Shape;3498;p28"/>
            <p:cNvSpPr/>
            <p:nvPr/>
          </p:nvSpPr>
          <p:spPr>
            <a:xfrm>
              <a:off x="757760" y="819444"/>
              <a:ext cx="20190" cy="12356"/>
            </a:xfrm>
            <a:custGeom>
              <a:avLst/>
              <a:gdLst/>
              <a:ahLst/>
              <a:cxnLst/>
              <a:rect l="l" t="t" r="r" b="b"/>
              <a:pathLst>
                <a:path w="835" h="511" extrusionOk="0">
                  <a:moveTo>
                    <a:pt x="423" y="1"/>
                  </a:moveTo>
                  <a:cubicBezTo>
                    <a:pt x="391" y="1"/>
                    <a:pt x="360" y="4"/>
                    <a:pt x="334" y="10"/>
                  </a:cubicBezTo>
                  <a:cubicBezTo>
                    <a:pt x="200" y="44"/>
                    <a:pt x="0" y="177"/>
                    <a:pt x="0" y="177"/>
                  </a:cubicBezTo>
                  <a:lnTo>
                    <a:pt x="0" y="411"/>
                  </a:lnTo>
                  <a:cubicBezTo>
                    <a:pt x="0" y="411"/>
                    <a:pt x="234" y="511"/>
                    <a:pt x="434" y="511"/>
                  </a:cubicBezTo>
                  <a:cubicBezTo>
                    <a:pt x="601" y="477"/>
                    <a:pt x="801" y="310"/>
                    <a:pt x="801" y="310"/>
                  </a:cubicBezTo>
                  <a:cubicBezTo>
                    <a:pt x="834" y="310"/>
                    <a:pt x="734" y="77"/>
                    <a:pt x="701" y="44"/>
                  </a:cubicBezTo>
                  <a:cubicBezTo>
                    <a:pt x="701" y="44"/>
                    <a:pt x="551"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99" name="Google Shape;3499;p28"/>
            <p:cNvSpPr/>
            <p:nvPr/>
          </p:nvSpPr>
          <p:spPr>
            <a:xfrm>
              <a:off x="765014" y="843866"/>
              <a:ext cx="20190" cy="12138"/>
            </a:xfrm>
            <a:custGeom>
              <a:avLst/>
              <a:gdLst/>
              <a:ahLst/>
              <a:cxnLst/>
              <a:rect l="l" t="t" r="r" b="b"/>
              <a:pathLst>
                <a:path w="835" h="502" extrusionOk="0">
                  <a:moveTo>
                    <a:pt x="668" y="1"/>
                  </a:moveTo>
                  <a:cubicBezTo>
                    <a:pt x="668" y="1"/>
                    <a:pt x="434" y="1"/>
                    <a:pt x="334" y="34"/>
                  </a:cubicBezTo>
                  <a:cubicBezTo>
                    <a:pt x="234" y="34"/>
                    <a:pt x="201" y="101"/>
                    <a:pt x="134" y="134"/>
                  </a:cubicBezTo>
                  <a:cubicBezTo>
                    <a:pt x="34" y="168"/>
                    <a:pt x="0" y="201"/>
                    <a:pt x="0" y="201"/>
                  </a:cubicBezTo>
                  <a:lnTo>
                    <a:pt x="0" y="468"/>
                  </a:lnTo>
                  <a:cubicBezTo>
                    <a:pt x="0" y="468"/>
                    <a:pt x="67" y="468"/>
                    <a:pt x="167" y="501"/>
                  </a:cubicBezTo>
                  <a:lnTo>
                    <a:pt x="467" y="501"/>
                  </a:lnTo>
                  <a:cubicBezTo>
                    <a:pt x="534" y="468"/>
                    <a:pt x="634" y="435"/>
                    <a:pt x="701" y="335"/>
                  </a:cubicBezTo>
                  <a:lnTo>
                    <a:pt x="834" y="201"/>
                  </a:lnTo>
                  <a:cubicBezTo>
                    <a:pt x="834" y="168"/>
                    <a:pt x="701" y="1"/>
                    <a:pt x="6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00" name="Google Shape;3500;p28"/>
            <p:cNvSpPr/>
            <p:nvPr/>
          </p:nvSpPr>
          <p:spPr>
            <a:xfrm>
              <a:off x="921483" y="875324"/>
              <a:ext cx="33102" cy="12936"/>
            </a:xfrm>
            <a:custGeom>
              <a:avLst/>
              <a:gdLst/>
              <a:ahLst/>
              <a:cxnLst/>
              <a:rect l="l" t="t" r="r" b="b"/>
              <a:pathLst>
                <a:path w="1369" h="535" extrusionOk="0">
                  <a:moveTo>
                    <a:pt x="1235" y="1"/>
                  </a:moveTo>
                  <a:cubicBezTo>
                    <a:pt x="1235" y="1"/>
                    <a:pt x="868" y="1"/>
                    <a:pt x="601" y="34"/>
                  </a:cubicBezTo>
                  <a:cubicBezTo>
                    <a:pt x="368" y="68"/>
                    <a:pt x="1" y="201"/>
                    <a:pt x="1" y="201"/>
                  </a:cubicBezTo>
                  <a:lnTo>
                    <a:pt x="1" y="468"/>
                  </a:lnTo>
                  <a:cubicBezTo>
                    <a:pt x="1" y="468"/>
                    <a:pt x="401" y="535"/>
                    <a:pt x="701" y="535"/>
                  </a:cubicBezTo>
                  <a:cubicBezTo>
                    <a:pt x="935" y="468"/>
                    <a:pt x="1335" y="234"/>
                    <a:pt x="1335" y="234"/>
                  </a:cubicBezTo>
                  <a:cubicBezTo>
                    <a:pt x="1368" y="201"/>
                    <a:pt x="1268" y="1"/>
                    <a:pt x="12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01" name="Google Shape;3501;p28"/>
            <p:cNvSpPr/>
            <p:nvPr/>
          </p:nvSpPr>
          <p:spPr>
            <a:xfrm>
              <a:off x="933597" y="896312"/>
              <a:ext cx="26622" cy="13734"/>
            </a:xfrm>
            <a:custGeom>
              <a:avLst/>
              <a:gdLst/>
              <a:ahLst/>
              <a:cxnLst/>
              <a:rect l="l" t="t" r="r" b="b"/>
              <a:pathLst>
                <a:path w="1101" h="568" extrusionOk="0">
                  <a:moveTo>
                    <a:pt x="1034" y="0"/>
                  </a:moveTo>
                  <a:cubicBezTo>
                    <a:pt x="1034" y="0"/>
                    <a:pt x="701" y="0"/>
                    <a:pt x="500" y="34"/>
                  </a:cubicBezTo>
                  <a:cubicBezTo>
                    <a:pt x="267" y="134"/>
                    <a:pt x="0" y="334"/>
                    <a:pt x="0" y="334"/>
                  </a:cubicBezTo>
                  <a:cubicBezTo>
                    <a:pt x="0" y="367"/>
                    <a:pt x="67" y="567"/>
                    <a:pt x="67" y="567"/>
                  </a:cubicBezTo>
                  <a:cubicBezTo>
                    <a:pt x="67" y="567"/>
                    <a:pt x="400" y="567"/>
                    <a:pt x="601" y="534"/>
                  </a:cubicBezTo>
                  <a:cubicBezTo>
                    <a:pt x="834" y="467"/>
                    <a:pt x="1101" y="234"/>
                    <a:pt x="1101" y="234"/>
                  </a:cubicBezTo>
                  <a:cubicBezTo>
                    <a:pt x="1101" y="234"/>
                    <a:pt x="1068" y="34"/>
                    <a:pt x="10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02" name="Google Shape;3502;p28"/>
            <p:cNvSpPr/>
            <p:nvPr/>
          </p:nvSpPr>
          <p:spPr>
            <a:xfrm>
              <a:off x="945687" y="918896"/>
              <a:ext cx="20190" cy="11050"/>
            </a:xfrm>
            <a:custGeom>
              <a:avLst/>
              <a:gdLst/>
              <a:ahLst/>
              <a:cxnLst/>
              <a:rect l="l" t="t" r="r" b="b"/>
              <a:pathLst>
                <a:path w="835" h="457" extrusionOk="0">
                  <a:moveTo>
                    <a:pt x="401" y="0"/>
                  </a:moveTo>
                  <a:cubicBezTo>
                    <a:pt x="234" y="0"/>
                    <a:pt x="34" y="167"/>
                    <a:pt x="34" y="167"/>
                  </a:cubicBezTo>
                  <a:cubicBezTo>
                    <a:pt x="0" y="167"/>
                    <a:pt x="67" y="401"/>
                    <a:pt x="67" y="401"/>
                  </a:cubicBezTo>
                  <a:cubicBezTo>
                    <a:pt x="67" y="401"/>
                    <a:pt x="217" y="457"/>
                    <a:pt x="335" y="457"/>
                  </a:cubicBezTo>
                  <a:cubicBezTo>
                    <a:pt x="374" y="457"/>
                    <a:pt x="409" y="451"/>
                    <a:pt x="434" y="434"/>
                  </a:cubicBezTo>
                  <a:lnTo>
                    <a:pt x="701" y="334"/>
                  </a:lnTo>
                  <a:cubicBezTo>
                    <a:pt x="768" y="267"/>
                    <a:pt x="834" y="234"/>
                    <a:pt x="834" y="234"/>
                  </a:cubicBezTo>
                  <a:cubicBezTo>
                    <a:pt x="834" y="200"/>
                    <a:pt x="768" y="34"/>
                    <a:pt x="768" y="34"/>
                  </a:cubicBezTo>
                  <a:cubicBezTo>
                    <a:pt x="768" y="34"/>
                    <a:pt x="734" y="0"/>
                    <a:pt x="6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03" name="Google Shape;3503;p28"/>
            <p:cNvSpPr/>
            <p:nvPr/>
          </p:nvSpPr>
          <p:spPr>
            <a:xfrm>
              <a:off x="604507" y="340583"/>
              <a:ext cx="22608" cy="12840"/>
            </a:xfrm>
            <a:custGeom>
              <a:avLst/>
              <a:gdLst/>
              <a:ahLst/>
              <a:cxnLst/>
              <a:rect l="l" t="t" r="r" b="b"/>
              <a:pathLst>
                <a:path w="935" h="531" extrusionOk="0">
                  <a:moveTo>
                    <a:pt x="834" y="0"/>
                  </a:moveTo>
                  <a:cubicBezTo>
                    <a:pt x="834" y="0"/>
                    <a:pt x="534" y="0"/>
                    <a:pt x="401" y="33"/>
                  </a:cubicBezTo>
                  <a:cubicBezTo>
                    <a:pt x="267" y="100"/>
                    <a:pt x="34" y="267"/>
                    <a:pt x="34" y="267"/>
                  </a:cubicBezTo>
                  <a:cubicBezTo>
                    <a:pt x="0" y="267"/>
                    <a:pt x="100" y="500"/>
                    <a:pt x="100" y="500"/>
                  </a:cubicBezTo>
                  <a:cubicBezTo>
                    <a:pt x="100" y="500"/>
                    <a:pt x="219" y="530"/>
                    <a:pt x="348" y="530"/>
                  </a:cubicBezTo>
                  <a:cubicBezTo>
                    <a:pt x="412" y="530"/>
                    <a:pt x="478" y="523"/>
                    <a:pt x="534" y="500"/>
                  </a:cubicBezTo>
                  <a:cubicBezTo>
                    <a:pt x="701" y="434"/>
                    <a:pt x="934" y="234"/>
                    <a:pt x="934" y="234"/>
                  </a:cubicBezTo>
                  <a:cubicBezTo>
                    <a:pt x="934" y="234"/>
                    <a:pt x="834" y="67"/>
                    <a:pt x="8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04" name="Google Shape;3504;p28"/>
            <p:cNvSpPr/>
            <p:nvPr/>
          </p:nvSpPr>
          <p:spPr>
            <a:xfrm>
              <a:off x="611761" y="360749"/>
              <a:ext cx="25848" cy="14532"/>
            </a:xfrm>
            <a:custGeom>
              <a:avLst/>
              <a:gdLst/>
              <a:ahLst/>
              <a:cxnLst/>
              <a:rect l="l" t="t" r="r" b="b"/>
              <a:pathLst>
                <a:path w="1069" h="601" extrusionOk="0">
                  <a:moveTo>
                    <a:pt x="1001" y="0"/>
                  </a:moveTo>
                  <a:cubicBezTo>
                    <a:pt x="1001" y="0"/>
                    <a:pt x="668" y="0"/>
                    <a:pt x="468" y="100"/>
                  </a:cubicBezTo>
                  <a:cubicBezTo>
                    <a:pt x="301" y="133"/>
                    <a:pt x="1" y="334"/>
                    <a:pt x="1" y="334"/>
                  </a:cubicBezTo>
                  <a:lnTo>
                    <a:pt x="34" y="600"/>
                  </a:lnTo>
                  <a:cubicBezTo>
                    <a:pt x="34" y="600"/>
                    <a:pt x="401" y="600"/>
                    <a:pt x="634" y="567"/>
                  </a:cubicBezTo>
                  <a:cubicBezTo>
                    <a:pt x="835" y="467"/>
                    <a:pt x="1068" y="267"/>
                    <a:pt x="1068" y="267"/>
                  </a:cubicBezTo>
                  <a:cubicBezTo>
                    <a:pt x="1068" y="234"/>
                    <a:pt x="1035" y="0"/>
                    <a:pt x="10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05" name="Google Shape;3505;p28"/>
            <p:cNvSpPr/>
            <p:nvPr/>
          </p:nvSpPr>
          <p:spPr>
            <a:xfrm>
              <a:off x="621433" y="387928"/>
              <a:ext cx="39558" cy="12356"/>
            </a:xfrm>
            <a:custGeom>
              <a:avLst/>
              <a:gdLst/>
              <a:ahLst/>
              <a:cxnLst/>
              <a:rect l="l" t="t" r="r" b="b"/>
              <a:pathLst>
                <a:path w="1636" h="511" extrusionOk="0">
                  <a:moveTo>
                    <a:pt x="1016" y="1"/>
                  </a:moveTo>
                  <a:cubicBezTo>
                    <a:pt x="942" y="1"/>
                    <a:pt x="868" y="3"/>
                    <a:pt x="801" y="10"/>
                  </a:cubicBezTo>
                  <a:cubicBezTo>
                    <a:pt x="501" y="44"/>
                    <a:pt x="1" y="177"/>
                    <a:pt x="1" y="177"/>
                  </a:cubicBezTo>
                  <a:lnTo>
                    <a:pt x="1" y="444"/>
                  </a:lnTo>
                  <a:cubicBezTo>
                    <a:pt x="1" y="444"/>
                    <a:pt x="501" y="511"/>
                    <a:pt x="835" y="511"/>
                  </a:cubicBezTo>
                  <a:cubicBezTo>
                    <a:pt x="1135" y="477"/>
                    <a:pt x="1635" y="310"/>
                    <a:pt x="1635" y="310"/>
                  </a:cubicBezTo>
                  <a:cubicBezTo>
                    <a:pt x="1635" y="310"/>
                    <a:pt x="1602" y="110"/>
                    <a:pt x="1635" y="44"/>
                  </a:cubicBezTo>
                  <a:cubicBezTo>
                    <a:pt x="1635" y="44"/>
                    <a:pt x="1315" y="1"/>
                    <a:pt x="10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06" name="Google Shape;3506;p28"/>
            <p:cNvSpPr/>
            <p:nvPr/>
          </p:nvSpPr>
          <p:spPr>
            <a:xfrm>
              <a:off x="636763" y="413970"/>
              <a:ext cx="31482" cy="14556"/>
            </a:xfrm>
            <a:custGeom>
              <a:avLst/>
              <a:gdLst/>
              <a:ahLst/>
              <a:cxnLst/>
              <a:rect l="l" t="t" r="r" b="b"/>
              <a:pathLst>
                <a:path w="1302" h="602" extrusionOk="0">
                  <a:moveTo>
                    <a:pt x="1268" y="1"/>
                  </a:moveTo>
                  <a:cubicBezTo>
                    <a:pt x="1268" y="1"/>
                    <a:pt x="835" y="1"/>
                    <a:pt x="601" y="67"/>
                  </a:cubicBezTo>
                  <a:cubicBezTo>
                    <a:pt x="334" y="134"/>
                    <a:pt x="1" y="368"/>
                    <a:pt x="1" y="368"/>
                  </a:cubicBezTo>
                  <a:cubicBezTo>
                    <a:pt x="1" y="401"/>
                    <a:pt x="101" y="601"/>
                    <a:pt x="101" y="601"/>
                  </a:cubicBezTo>
                  <a:cubicBezTo>
                    <a:pt x="101" y="601"/>
                    <a:pt x="468" y="601"/>
                    <a:pt x="701" y="534"/>
                  </a:cubicBezTo>
                  <a:cubicBezTo>
                    <a:pt x="968" y="468"/>
                    <a:pt x="1302" y="267"/>
                    <a:pt x="1302" y="267"/>
                  </a:cubicBezTo>
                  <a:cubicBezTo>
                    <a:pt x="1302" y="267"/>
                    <a:pt x="1268" y="67"/>
                    <a:pt x="1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07" name="Google Shape;3507;p28"/>
            <p:cNvSpPr/>
            <p:nvPr/>
          </p:nvSpPr>
          <p:spPr>
            <a:xfrm>
              <a:off x="757760" y="478506"/>
              <a:ext cx="26646" cy="14532"/>
            </a:xfrm>
            <a:custGeom>
              <a:avLst/>
              <a:gdLst/>
              <a:ahLst/>
              <a:cxnLst/>
              <a:rect l="l" t="t" r="r" b="b"/>
              <a:pathLst>
                <a:path w="1102" h="601" extrusionOk="0">
                  <a:moveTo>
                    <a:pt x="1001" y="0"/>
                  </a:moveTo>
                  <a:cubicBezTo>
                    <a:pt x="1001" y="0"/>
                    <a:pt x="667" y="0"/>
                    <a:pt x="467" y="100"/>
                  </a:cubicBezTo>
                  <a:cubicBezTo>
                    <a:pt x="300" y="134"/>
                    <a:pt x="0" y="367"/>
                    <a:pt x="0" y="367"/>
                  </a:cubicBezTo>
                  <a:lnTo>
                    <a:pt x="34" y="601"/>
                  </a:lnTo>
                  <a:cubicBezTo>
                    <a:pt x="34" y="601"/>
                    <a:pt x="434" y="601"/>
                    <a:pt x="634" y="534"/>
                  </a:cubicBezTo>
                  <a:cubicBezTo>
                    <a:pt x="834" y="434"/>
                    <a:pt x="1101" y="234"/>
                    <a:pt x="1101" y="234"/>
                  </a:cubicBezTo>
                  <a:cubicBezTo>
                    <a:pt x="1101" y="234"/>
                    <a:pt x="1034" y="34"/>
                    <a:pt x="10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08" name="Google Shape;3508;p28"/>
            <p:cNvSpPr/>
            <p:nvPr/>
          </p:nvSpPr>
          <p:spPr>
            <a:xfrm>
              <a:off x="770648" y="509142"/>
              <a:ext cx="25050" cy="14556"/>
            </a:xfrm>
            <a:custGeom>
              <a:avLst/>
              <a:gdLst/>
              <a:ahLst/>
              <a:cxnLst/>
              <a:rect l="l" t="t" r="r" b="b"/>
              <a:pathLst>
                <a:path w="1036" h="602" extrusionOk="0">
                  <a:moveTo>
                    <a:pt x="935" y="1"/>
                  </a:moveTo>
                  <a:cubicBezTo>
                    <a:pt x="935" y="1"/>
                    <a:pt x="601" y="1"/>
                    <a:pt x="435" y="101"/>
                  </a:cubicBezTo>
                  <a:cubicBezTo>
                    <a:pt x="268" y="134"/>
                    <a:pt x="1" y="334"/>
                    <a:pt x="1" y="334"/>
                  </a:cubicBezTo>
                  <a:lnTo>
                    <a:pt x="68" y="601"/>
                  </a:lnTo>
                  <a:cubicBezTo>
                    <a:pt x="68" y="601"/>
                    <a:pt x="435" y="601"/>
                    <a:pt x="635" y="501"/>
                  </a:cubicBezTo>
                  <a:cubicBezTo>
                    <a:pt x="802" y="434"/>
                    <a:pt x="1035" y="201"/>
                    <a:pt x="1035" y="201"/>
                  </a:cubicBezTo>
                  <a:cubicBezTo>
                    <a:pt x="1035" y="201"/>
                    <a:pt x="968"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09" name="Google Shape;3509;p28"/>
            <p:cNvSpPr/>
            <p:nvPr/>
          </p:nvSpPr>
          <p:spPr>
            <a:xfrm>
              <a:off x="785180" y="542946"/>
              <a:ext cx="29064" cy="14629"/>
            </a:xfrm>
            <a:custGeom>
              <a:avLst/>
              <a:gdLst/>
              <a:ahLst/>
              <a:cxnLst/>
              <a:rect l="l" t="t" r="r" b="b"/>
              <a:pathLst>
                <a:path w="1202" h="605" extrusionOk="0">
                  <a:moveTo>
                    <a:pt x="1141" y="1"/>
                  </a:moveTo>
                  <a:cubicBezTo>
                    <a:pt x="1139" y="1"/>
                    <a:pt x="1137" y="2"/>
                    <a:pt x="1135" y="4"/>
                  </a:cubicBezTo>
                  <a:cubicBezTo>
                    <a:pt x="1135" y="4"/>
                    <a:pt x="734" y="4"/>
                    <a:pt x="534" y="104"/>
                  </a:cubicBezTo>
                  <a:cubicBezTo>
                    <a:pt x="334" y="137"/>
                    <a:pt x="0" y="371"/>
                    <a:pt x="0" y="371"/>
                  </a:cubicBezTo>
                  <a:lnTo>
                    <a:pt x="34" y="604"/>
                  </a:lnTo>
                  <a:cubicBezTo>
                    <a:pt x="34" y="604"/>
                    <a:pt x="401" y="604"/>
                    <a:pt x="668" y="571"/>
                  </a:cubicBezTo>
                  <a:cubicBezTo>
                    <a:pt x="868" y="471"/>
                    <a:pt x="1201" y="237"/>
                    <a:pt x="1201" y="237"/>
                  </a:cubicBezTo>
                  <a:cubicBezTo>
                    <a:pt x="1201" y="206"/>
                    <a:pt x="1172" y="1"/>
                    <a:pt x="11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10" name="Google Shape;3510;p28"/>
            <p:cNvSpPr/>
            <p:nvPr/>
          </p:nvSpPr>
          <p:spPr>
            <a:xfrm>
              <a:off x="803726" y="564804"/>
              <a:ext cx="32280" cy="16950"/>
            </a:xfrm>
            <a:custGeom>
              <a:avLst/>
              <a:gdLst/>
              <a:ahLst/>
              <a:cxnLst/>
              <a:rect l="l" t="t" r="r" b="b"/>
              <a:pathLst>
                <a:path w="1335" h="701" extrusionOk="0">
                  <a:moveTo>
                    <a:pt x="1268" y="0"/>
                  </a:moveTo>
                  <a:cubicBezTo>
                    <a:pt x="1268" y="0"/>
                    <a:pt x="835" y="34"/>
                    <a:pt x="601" y="134"/>
                  </a:cubicBezTo>
                  <a:cubicBezTo>
                    <a:pt x="334" y="234"/>
                    <a:pt x="1" y="501"/>
                    <a:pt x="1" y="501"/>
                  </a:cubicBezTo>
                  <a:lnTo>
                    <a:pt x="134" y="701"/>
                  </a:lnTo>
                  <a:cubicBezTo>
                    <a:pt x="134" y="701"/>
                    <a:pt x="568" y="634"/>
                    <a:pt x="768" y="534"/>
                  </a:cubicBezTo>
                  <a:cubicBezTo>
                    <a:pt x="1035" y="467"/>
                    <a:pt x="1335" y="201"/>
                    <a:pt x="1335" y="201"/>
                  </a:cubicBezTo>
                  <a:lnTo>
                    <a:pt x="126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11" name="Google Shape;3511;p28"/>
            <p:cNvSpPr/>
            <p:nvPr/>
          </p:nvSpPr>
          <p:spPr>
            <a:xfrm>
              <a:off x="822272" y="594328"/>
              <a:ext cx="32304" cy="16467"/>
            </a:xfrm>
            <a:custGeom>
              <a:avLst/>
              <a:gdLst/>
              <a:ahLst/>
              <a:cxnLst/>
              <a:rect l="l" t="t" r="r" b="b"/>
              <a:pathLst>
                <a:path w="1336" h="681" extrusionOk="0">
                  <a:moveTo>
                    <a:pt x="1261" y="0"/>
                  </a:moveTo>
                  <a:cubicBezTo>
                    <a:pt x="1253" y="0"/>
                    <a:pt x="1244" y="4"/>
                    <a:pt x="1235" y="14"/>
                  </a:cubicBezTo>
                  <a:lnTo>
                    <a:pt x="1002" y="14"/>
                  </a:lnTo>
                  <a:cubicBezTo>
                    <a:pt x="835" y="14"/>
                    <a:pt x="668" y="80"/>
                    <a:pt x="535" y="114"/>
                  </a:cubicBezTo>
                  <a:cubicBezTo>
                    <a:pt x="301" y="180"/>
                    <a:pt x="1" y="481"/>
                    <a:pt x="1" y="481"/>
                  </a:cubicBezTo>
                  <a:lnTo>
                    <a:pt x="134" y="681"/>
                  </a:lnTo>
                  <a:cubicBezTo>
                    <a:pt x="134" y="681"/>
                    <a:pt x="535" y="614"/>
                    <a:pt x="768" y="514"/>
                  </a:cubicBezTo>
                  <a:cubicBezTo>
                    <a:pt x="868" y="481"/>
                    <a:pt x="1002" y="347"/>
                    <a:pt x="1135" y="314"/>
                  </a:cubicBezTo>
                  <a:cubicBezTo>
                    <a:pt x="1268" y="247"/>
                    <a:pt x="1335" y="180"/>
                    <a:pt x="1335" y="180"/>
                  </a:cubicBezTo>
                  <a:cubicBezTo>
                    <a:pt x="1335" y="152"/>
                    <a:pt x="1310" y="0"/>
                    <a:pt x="12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12" name="Google Shape;3512;p28"/>
            <p:cNvSpPr/>
            <p:nvPr/>
          </p:nvSpPr>
          <p:spPr>
            <a:xfrm>
              <a:off x="847274" y="617227"/>
              <a:ext cx="26646" cy="15354"/>
            </a:xfrm>
            <a:custGeom>
              <a:avLst/>
              <a:gdLst/>
              <a:ahLst/>
              <a:cxnLst/>
              <a:rect l="l" t="t" r="r" b="b"/>
              <a:pathLst>
                <a:path w="1102" h="635" extrusionOk="0">
                  <a:moveTo>
                    <a:pt x="1002" y="1"/>
                  </a:moveTo>
                  <a:cubicBezTo>
                    <a:pt x="1001" y="1"/>
                    <a:pt x="1000" y="1"/>
                    <a:pt x="1000" y="1"/>
                  </a:cubicBezTo>
                  <a:lnTo>
                    <a:pt x="1000" y="1"/>
                  </a:lnTo>
                  <a:cubicBezTo>
                    <a:pt x="1001" y="1"/>
                    <a:pt x="1002" y="1"/>
                    <a:pt x="1002" y="1"/>
                  </a:cubicBezTo>
                  <a:close/>
                  <a:moveTo>
                    <a:pt x="1000" y="1"/>
                  </a:moveTo>
                  <a:cubicBezTo>
                    <a:pt x="974" y="3"/>
                    <a:pt x="628" y="37"/>
                    <a:pt x="468" y="101"/>
                  </a:cubicBezTo>
                  <a:cubicBezTo>
                    <a:pt x="301" y="167"/>
                    <a:pt x="1" y="368"/>
                    <a:pt x="1" y="368"/>
                  </a:cubicBezTo>
                  <a:lnTo>
                    <a:pt x="68" y="634"/>
                  </a:lnTo>
                  <a:lnTo>
                    <a:pt x="268" y="634"/>
                  </a:lnTo>
                  <a:cubicBezTo>
                    <a:pt x="401" y="634"/>
                    <a:pt x="501" y="634"/>
                    <a:pt x="635" y="568"/>
                  </a:cubicBezTo>
                  <a:cubicBezTo>
                    <a:pt x="835" y="468"/>
                    <a:pt x="1102" y="201"/>
                    <a:pt x="1102" y="201"/>
                  </a:cubicBezTo>
                  <a:cubicBezTo>
                    <a:pt x="1102" y="168"/>
                    <a:pt x="973" y="6"/>
                    <a:pt x="10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13" name="Google Shape;3513;p28"/>
            <p:cNvSpPr/>
            <p:nvPr/>
          </p:nvSpPr>
          <p:spPr>
            <a:xfrm>
              <a:off x="1298957" y="284921"/>
              <a:ext cx="19392" cy="12936"/>
            </a:xfrm>
            <a:custGeom>
              <a:avLst/>
              <a:gdLst/>
              <a:ahLst/>
              <a:cxnLst/>
              <a:rect l="l" t="t" r="r" b="b"/>
              <a:pathLst>
                <a:path w="802" h="535" extrusionOk="0">
                  <a:moveTo>
                    <a:pt x="401" y="0"/>
                  </a:moveTo>
                  <a:cubicBezTo>
                    <a:pt x="168" y="0"/>
                    <a:pt x="1" y="267"/>
                    <a:pt x="1" y="267"/>
                  </a:cubicBezTo>
                  <a:lnTo>
                    <a:pt x="134" y="467"/>
                  </a:lnTo>
                  <a:cubicBezTo>
                    <a:pt x="134" y="467"/>
                    <a:pt x="334" y="534"/>
                    <a:pt x="435" y="534"/>
                  </a:cubicBezTo>
                  <a:cubicBezTo>
                    <a:pt x="501" y="534"/>
                    <a:pt x="735" y="434"/>
                    <a:pt x="735" y="434"/>
                  </a:cubicBezTo>
                  <a:cubicBezTo>
                    <a:pt x="768" y="434"/>
                    <a:pt x="801" y="234"/>
                    <a:pt x="801" y="167"/>
                  </a:cubicBezTo>
                  <a:cubicBezTo>
                    <a:pt x="801" y="167"/>
                    <a:pt x="768" y="134"/>
                    <a:pt x="668" y="101"/>
                  </a:cubicBezTo>
                  <a:cubicBezTo>
                    <a:pt x="601" y="67"/>
                    <a:pt x="468" y="0"/>
                    <a:pt x="4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14" name="Google Shape;3514;p28"/>
            <p:cNvSpPr/>
            <p:nvPr/>
          </p:nvSpPr>
          <p:spPr>
            <a:xfrm>
              <a:off x="1304615" y="318434"/>
              <a:ext cx="21810" cy="12840"/>
            </a:xfrm>
            <a:custGeom>
              <a:avLst/>
              <a:gdLst/>
              <a:ahLst/>
              <a:cxnLst/>
              <a:rect l="l" t="t" r="r" b="b"/>
              <a:pathLst>
                <a:path w="902" h="531" extrusionOk="0">
                  <a:moveTo>
                    <a:pt x="554" y="1"/>
                  </a:moveTo>
                  <a:cubicBezTo>
                    <a:pt x="490" y="1"/>
                    <a:pt x="423" y="4"/>
                    <a:pt x="367" y="15"/>
                  </a:cubicBezTo>
                  <a:lnTo>
                    <a:pt x="100" y="149"/>
                  </a:lnTo>
                  <a:cubicBezTo>
                    <a:pt x="34" y="182"/>
                    <a:pt x="0" y="216"/>
                    <a:pt x="0" y="216"/>
                  </a:cubicBezTo>
                  <a:lnTo>
                    <a:pt x="0" y="482"/>
                  </a:lnTo>
                  <a:cubicBezTo>
                    <a:pt x="0" y="482"/>
                    <a:pt x="34" y="516"/>
                    <a:pt x="167" y="516"/>
                  </a:cubicBezTo>
                  <a:cubicBezTo>
                    <a:pt x="201" y="527"/>
                    <a:pt x="238" y="531"/>
                    <a:pt x="276" y="531"/>
                  </a:cubicBezTo>
                  <a:cubicBezTo>
                    <a:pt x="352" y="531"/>
                    <a:pt x="434" y="516"/>
                    <a:pt x="501" y="516"/>
                  </a:cubicBezTo>
                  <a:cubicBezTo>
                    <a:pt x="701" y="416"/>
                    <a:pt x="901" y="249"/>
                    <a:pt x="901" y="249"/>
                  </a:cubicBezTo>
                  <a:cubicBezTo>
                    <a:pt x="901" y="249"/>
                    <a:pt x="868" y="49"/>
                    <a:pt x="801" y="15"/>
                  </a:cubicBezTo>
                  <a:cubicBezTo>
                    <a:pt x="801" y="15"/>
                    <a:pt x="682" y="1"/>
                    <a:pt x="5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15" name="Google Shape;3515;p28"/>
            <p:cNvSpPr/>
            <p:nvPr/>
          </p:nvSpPr>
          <p:spPr>
            <a:xfrm>
              <a:off x="1315109" y="336183"/>
              <a:ext cx="20166" cy="12042"/>
            </a:xfrm>
            <a:custGeom>
              <a:avLst/>
              <a:gdLst/>
              <a:ahLst/>
              <a:cxnLst/>
              <a:rect l="l" t="t" r="r" b="b"/>
              <a:pathLst>
                <a:path w="834" h="498" extrusionOk="0">
                  <a:moveTo>
                    <a:pt x="549" y="0"/>
                  </a:moveTo>
                  <a:cubicBezTo>
                    <a:pt x="489" y="0"/>
                    <a:pt x="434" y="4"/>
                    <a:pt x="400" y="15"/>
                  </a:cubicBezTo>
                  <a:cubicBezTo>
                    <a:pt x="267" y="82"/>
                    <a:pt x="67" y="249"/>
                    <a:pt x="67" y="249"/>
                  </a:cubicBezTo>
                  <a:cubicBezTo>
                    <a:pt x="0" y="249"/>
                    <a:pt x="100" y="482"/>
                    <a:pt x="100" y="482"/>
                  </a:cubicBezTo>
                  <a:cubicBezTo>
                    <a:pt x="100" y="482"/>
                    <a:pt x="204" y="497"/>
                    <a:pt x="322" y="497"/>
                  </a:cubicBezTo>
                  <a:cubicBezTo>
                    <a:pt x="382" y="497"/>
                    <a:pt x="445" y="493"/>
                    <a:pt x="500" y="482"/>
                  </a:cubicBezTo>
                  <a:cubicBezTo>
                    <a:pt x="634" y="449"/>
                    <a:pt x="834" y="282"/>
                    <a:pt x="834" y="282"/>
                  </a:cubicBezTo>
                  <a:cubicBezTo>
                    <a:pt x="834" y="282"/>
                    <a:pt x="767" y="82"/>
                    <a:pt x="801" y="15"/>
                  </a:cubicBezTo>
                  <a:cubicBezTo>
                    <a:pt x="801" y="15"/>
                    <a:pt x="667" y="0"/>
                    <a:pt x="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16" name="Google Shape;3516;p28"/>
            <p:cNvSpPr/>
            <p:nvPr/>
          </p:nvSpPr>
          <p:spPr>
            <a:xfrm>
              <a:off x="1328819" y="356711"/>
              <a:ext cx="20190" cy="13734"/>
            </a:xfrm>
            <a:custGeom>
              <a:avLst/>
              <a:gdLst/>
              <a:ahLst/>
              <a:cxnLst/>
              <a:rect l="l" t="t" r="r" b="b"/>
              <a:pathLst>
                <a:path w="835" h="568" extrusionOk="0">
                  <a:moveTo>
                    <a:pt x="767" y="0"/>
                  </a:moveTo>
                  <a:cubicBezTo>
                    <a:pt x="767" y="0"/>
                    <a:pt x="534" y="0"/>
                    <a:pt x="367" y="67"/>
                  </a:cubicBezTo>
                  <a:cubicBezTo>
                    <a:pt x="234" y="134"/>
                    <a:pt x="33" y="300"/>
                    <a:pt x="33" y="300"/>
                  </a:cubicBezTo>
                  <a:cubicBezTo>
                    <a:pt x="0" y="300"/>
                    <a:pt x="67" y="567"/>
                    <a:pt x="67" y="567"/>
                  </a:cubicBezTo>
                  <a:cubicBezTo>
                    <a:pt x="67" y="567"/>
                    <a:pt x="334" y="567"/>
                    <a:pt x="500" y="501"/>
                  </a:cubicBezTo>
                  <a:cubicBezTo>
                    <a:pt x="667" y="467"/>
                    <a:pt x="834" y="267"/>
                    <a:pt x="834" y="267"/>
                  </a:cubicBezTo>
                  <a:cubicBezTo>
                    <a:pt x="834" y="267"/>
                    <a:pt x="767" y="67"/>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17" name="Google Shape;3517;p28"/>
            <p:cNvSpPr/>
            <p:nvPr/>
          </p:nvSpPr>
          <p:spPr>
            <a:xfrm>
              <a:off x="1350581" y="376055"/>
              <a:ext cx="21012" cy="14556"/>
            </a:xfrm>
            <a:custGeom>
              <a:avLst/>
              <a:gdLst/>
              <a:ahLst/>
              <a:cxnLst/>
              <a:rect l="l" t="t" r="r" b="b"/>
              <a:pathLst>
                <a:path w="869" h="602" extrusionOk="0">
                  <a:moveTo>
                    <a:pt x="768" y="1"/>
                  </a:moveTo>
                  <a:cubicBezTo>
                    <a:pt x="768" y="1"/>
                    <a:pt x="501" y="1"/>
                    <a:pt x="368" y="101"/>
                  </a:cubicBezTo>
                  <a:cubicBezTo>
                    <a:pt x="268" y="134"/>
                    <a:pt x="34" y="334"/>
                    <a:pt x="34" y="334"/>
                  </a:cubicBezTo>
                  <a:cubicBezTo>
                    <a:pt x="1" y="334"/>
                    <a:pt x="101" y="601"/>
                    <a:pt x="101" y="601"/>
                  </a:cubicBezTo>
                  <a:cubicBezTo>
                    <a:pt x="101" y="601"/>
                    <a:pt x="368" y="601"/>
                    <a:pt x="534" y="535"/>
                  </a:cubicBezTo>
                  <a:cubicBezTo>
                    <a:pt x="701" y="468"/>
                    <a:pt x="868" y="201"/>
                    <a:pt x="868" y="201"/>
                  </a:cubicBezTo>
                  <a:cubicBezTo>
                    <a:pt x="835" y="201"/>
                    <a:pt x="768" y="34"/>
                    <a:pt x="7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18" name="Google Shape;3518;p28"/>
            <p:cNvSpPr/>
            <p:nvPr/>
          </p:nvSpPr>
          <p:spPr>
            <a:xfrm>
              <a:off x="1302197" y="304120"/>
              <a:ext cx="16152" cy="12840"/>
            </a:xfrm>
            <a:custGeom>
              <a:avLst/>
              <a:gdLst/>
              <a:ahLst/>
              <a:cxnLst/>
              <a:rect l="l" t="t" r="r" b="b"/>
              <a:pathLst>
                <a:path w="668" h="531" extrusionOk="0">
                  <a:moveTo>
                    <a:pt x="338" y="0"/>
                  </a:moveTo>
                  <a:cubicBezTo>
                    <a:pt x="323" y="0"/>
                    <a:pt x="310" y="2"/>
                    <a:pt x="301" y="7"/>
                  </a:cubicBezTo>
                  <a:cubicBezTo>
                    <a:pt x="167" y="74"/>
                    <a:pt x="0" y="207"/>
                    <a:pt x="0" y="207"/>
                  </a:cubicBezTo>
                  <a:cubicBezTo>
                    <a:pt x="0" y="274"/>
                    <a:pt x="100" y="474"/>
                    <a:pt x="100" y="474"/>
                  </a:cubicBezTo>
                  <a:cubicBezTo>
                    <a:pt x="100" y="474"/>
                    <a:pt x="213" y="530"/>
                    <a:pt x="297" y="530"/>
                  </a:cubicBezTo>
                  <a:cubicBezTo>
                    <a:pt x="326" y="530"/>
                    <a:pt x="351" y="524"/>
                    <a:pt x="367" y="507"/>
                  </a:cubicBezTo>
                  <a:cubicBezTo>
                    <a:pt x="501" y="474"/>
                    <a:pt x="667" y="307"/>
                    <a:pt x="667" y="307"/>
                  </a:cubicBezTo>
                  <a:cubicBezTo>
                    <a:pt x="667" y="274"/>
                    <a:pt x="634" y="74"/>
                    <a:pt x="601" y="74"/>
                  </a:cubicBezTo>
                  <a:cubicBezTo>
                    <a:pt x="601" y="74"/>
                    <a:pt x="429" y="0"/>
                    <a:pt x="3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19" name="Google Shape;3519;p28"/>
            <p:cNvSpPr/>
            <p:nvPr/>
          </p:nvSpPr>
          <p:spPr>
            <a:xfrm>
              <a:off x="398010" y="1640766"/>
              <a:ext cx="17772" cy="13734"/>
            </a:xfrm>
            <a:custGeom>
              <a:avLst/>
              <a:gdLst/>
              <a:ahLst/>
              <a:cxnLst/>
              <a:rect l="l" t="t" r="r" b="b"/>
              <a:pathLst>
                <a:path w="735" h="568" extrusionOk="0">
                  <a:moveTo>
                    <a:pt x="535" y="1"/>
                  </a:moveTo>
                  <a:cubicBezTo>
                    <a:pt x="401" y="1"/>
                    <a:pt x="335" y="34"/>
                    <a:pt x="234" y="68"/>
                  </a:cubicBezTo>
                  <a:cubicBezTo>
                    <a:pt x="68" y="168"/>
                    <a:pt x="1" y="435"/>
                    <a:pt x="1" y="435"/>
                  </a:cubicBezTo>
                  <a:lnTo>
                    <a:pt x="201" y="568"/>
                  </a:lnTo>
                  <a:cubicBezTo>
                    <a:pt x="201" y="568"/>
                    <a:pt x="401" y="501"/>
                    <a:pt x="501" y="435"/>
                  </a:cubicBezTo>
                  <a:lnTo>
                    <a:pt x="668" y="268"/>
                  </a:lnTo>
                  <a:lnTo>
                    <a:pt x="735" y="201"/>
                  </a:lnTo>
                  <a:cubicBezTo>
                    <a:pt x="735" y="134"/>
                    <a:pt x="701" y="1"/>
                    <a:pt x="7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20" name="Google Shape;3520;p28"/>
            <p:cNvSpPr/>
            <p:nvPr/>
          </p:nvSpPr>
          <p:spPr>
            <a:xfrm>
              <a:off x="405288" y="1661754"/>
              <a:ext cx="28242" cy="19368"/>
            </a:xfrm>
            <a:custGeom>
              <a:avLst/>
              <a:gdLst/>
              <a:ahLst/>
              <a:cxnLst/>
              <a:rect l="l" t="t" r="r" b="b"/>
              <a:pathLst>
                <a:path w="1168" h="801" extrusionOk="0">
                  <a:moveTo>
                    <a:pt x="867" y="0"/>
                  </a:moveTo>
                  <a:cubicBezTo>
                    <a:pt x="734" y="34"/>
                    <a:pt x="567" y="67"/>
                    <a:pt x="434" y="134"/>
                  </a:cubicBezTo>
                  <a:cubicBezTo>
                    <a:pt x="334" y="200"/>
                    <a:pt x="200" y="300"/>
                    <a:pt x="100" y="400"/>
                  </a:cubicBezTo>
                  <a:cubicBezTo>
                    <a:pt x="34" y="534"/>
                    <a:pt x="0" y="634"/>
                    <a:pt x="0" y="634"/>
                  </a:cubicBezTo>
                  <a:lnTo>
                    <a:pt x="167" y="801"/>
                  </a:lnTo>
                  <a:lnTo>
                    <a:pt x="334" y="701"/>
                  </a:lnTo>
                  <a:cubicBezTo>
                    <a:pt x="434" y="667"/>
                    <a:pt x="567" y="634"/>
                    <a:pt x="667" y="567"/>
                  </a:cubicBezTo>
                  <a:cubicBezTo>
                    <a:pt x="734" y="567"/>
                    <a:pt x="867" y="467"/>
                    <a:pt x="934" y="400"/>
                  </a:cubicBezTo>
                  <a:cubicBezTo>
                    <a:pt x="1034" y="334"/>
                    <a:pt x="1101" y="300"/>
                    <a:pt x="1101" y="300"/>
                  </a:cubicBezTo>
                  <a:cubicBezTo>
                    <a:pt x="1168" y="300"/>
                    <a:pt x="1101" y="67"/>
                    <a:pt x="11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21" name="Google Shape;3521;p28"/>
            <p:cNvSpPr/>
            <p:nvPr/>
          </p:nvSpPr>
          <p:spPr>
            <a:xfrm>
              <a:off x="418998" y="1693213"/>
              <a:ext cx="27444" cy="16950"/>
            </a:xfrm>
            <a:custGeom>
              <a:avLst/>
              <a:gdLst/>
              <a:ahLst/>
              <a:cxnLst/>
              <a:rect l="l" t="t" r="r" b="b"/>
              <a:pathLst>
                <a:path w="1135" h="701" extrusionOk="0">
                  <a:moveTo>
                    <a:pt x="1034" y="0"/>
                  </a:moveTo>
                  <a:cubicBezTo>
                    <a:pt x="1034" y="0"/>
                    <a:pt x="667" y="33"/>
                    <a:pt x="467" y="100"/>
                  </a:cubicBezTo>
                  <a:cubicBezTo>
                    <a:pt x="234" y="200"/>
                    <a:pt x="0" y="434"/>
                    <a:pt x="0" y="434"/>
                  </a:cubicBezTo>
                  <a:cubicBezTo>
                    <a:pt x="0" y="500"/>
                    <a:pt x="100" y="701"/>
                    <a:pt x="100" y="701"/>
                  </a:cubicBezTo>
                  <a:cubicBezTo>
                    <a:pt x="100" y="701"/>
                    <a:pt x="467" y="667"/>
                    <a:pt x="667" y="567"/>
                  </a:cubicBezTo>
                  <a:cubicBezTo>
                    <a:pt x="868" y="467"/>
                    <a:pt x="1134" y="234"/>
                    <a:pt x="1134" y="234"/>
                  </a:cubicBezTo>
                  <a:cubicBezTo>
                    <a:pt x="1134" y="234"/>
                    <a:pt x="1068" y="33"/>
                    <a:pt x="10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22" name="Google Shape;3522;p28"/>
            <p:cNvSpPr/>
            <p:nvPr/>
          </p:nvSpPr>
          <p:spPr>
            <a:xfrm>
              <a:off x="444798" y="1718215"/>
              <a:ext cx="18570" cy="12719"/>
            </a:xfrm>
            <a:custGeom>
              <a:avLst/>
              <a:gdLst/>
              <a:ahLst/>
              <a:cxnLst/>
              <a:rect l="l" t="t" r="r" b="b"/>
              <a:pathLst>
                <a:path w="768" h="526" extrusionOk="0">
                  <a:moveTo>
                    <a:pt x="534" y="0"/>
                  </a:moveTo>
                  <a:cubicBezTo>
                    <a:pt x="534" y="0"/>
                    <a:pt x="368" y="0"/>
                    <a:pt x="268" y="34"/>
                  </a:cubicBezTo>
                  <a:cubicBezTo>
                    <a:pt x="167" y="67"/>
                    <a:pt x="1" y="200"/>
                    <a:pt x="1" y="200"/>
                  </a:cubicBezTo>
                  <a:lnTo>
                    <a:pt x="1" y="467"/>
                  </a:lnTo>
                  <a:cubicBezTo>
                    <a:pt x="1" y="467"/>
                    <a:pt x="101" y="467"/>
                    <a:pt x="167" y="501"/>
                  </a:cubicBezTo>
                  <a:cubicBezTo>
                    <a:pt x="217" y="517"/>
                    <a:pt x="276" y="526"/>
                    <a:pt x="330" y="526"/>
                  </a:cubicBezTo>
                  <a:cubicBezTo>
                    <a:pt x="384" y="526"/>
                    <a:pt x="434" y="517"/>
                    <a:pt x="468" y="501"/>
                  </a:cubicBezTo>
                  <a:cubicBezTo>
                    <a:pt x="568" y="467"/>
                    <a:pt x="634" y="367"/>
                    <a:pt x="701" y="300"/>
                  </a:cubicBezTo>
                  <a:cubicBezTo>
                    <a:pt x="768" y="200"/>
                    <a:pt x="768" y="134"/>
                    <a:pt x="768" y="134"/>
                  </a:cubicBezTo>
                  <a:cubicBezTo>
                    <a:pt x="768" y="134"/>
                    <a:pt x="568" y="0"/>
                    <a:pt x="5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23" name="Google Shape;3523;p28"/>
            <p:cNvSpPr/>
            <p:nvPr/>
          </p:nvSpPr>
          <p:spPr>
            <a:xfrm>
              <a:off x="546427" y="1719013"/>
              <a:ext cx="18570" cy="12477"/>
            </a:xfrm>
            <a:custGeom>
              <a:avLst/>
              <a:gdLst/>
              <a:ahLst/>
              <a:cxnLst/>
              <a:rect l="l" t="t" r="r" b="b"/>
              <a:pathLst>
                <a:path w="768" h="516" extrusionOk="0">
                  <a:moveTo>
                    <a:pt x="534" y="1"/>
                  </a:moveTo>
                  <a:cubicBezTo>
                    <a:pt x="434" y="1"/>
                    <a:pt x="368" y="1"/>
                    <a:pt x="334" y="34"/>
                  </a:cubicBezTo>
                  <a:cubicBezTo>
                    <a:pt x="201" y="101"/>
                    <a:pt x="34" y="267"/>
                    <a:pt x="34" y="267"/>
                  </a:cubicBezTo>
                  <a:cubicBezTo>
                    <a:pt x="1" y="267"/>
                    <a:pt x="67" y="501"/>
                    <a:pt x="67" y="501"/>
                  </a:cubicBezTo>
                  <a:cubicBezTo>
                    <a:pt x="67" y="501"/>
                    <a:pt x="186" y="516"/>
                    <a:pt x="314" y="516"/>
                  </a:cubicBezTo>
                  <a:cubicBezTo>
                    <a:pt x="379" y="516"/>
                    <a:pt x="445" y="512"/>
                    <a:pt x="501" y="501"/>
                  </a:cubicBezTo>
                  <a:cubicBezTo>
                    <a:pt x="568" y="468"/>
                    <a:pt x="668" y="367"/>
                    <a:pt x="701" y="334"/>
                  </a:cubicBezTo>
                  <a:cubicBezTo>
                    <a:pt x="735" y="234"/>
                    <a:pt x="768" y="201"/>
                    <a:pt x="768" y="201"/>
                  </a:cubicBezTo>
                  <a:cubicBezTo>
                    <a:pt x="735" y="167"/>
                    <a:pt x="668" y="1"/>
                    <a:pt x="6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24" name="Google Shape;3524;p28"/>
            <p:cNvSpPr/>
            <p:nvPr/>
          </p:nvSpPr>
          <p:spPr>
            <a:xfrm>
              <a:off x="1019895" y="1261962"/>
              <a:ext cx="117781" cy="280440"/>
            </a:xfrm>
            <a:custGeom>
              <a:avLst/>
              <a:gdLst/>
              <a:ahLst/>
              <a:cxnLst/>
              <a:rect l="l" t="t" r="r" b="b"/>
              <a:pathLst>
                <a:path w="4871" h="11598" extrusionOk="0">
                  <a:moveTo>
                    <a:pt x="1271" y="0"/>
                  </a:moveTo>
                  <a:cubicBezTo>
                    <a:pt x="1157" y="0"/>
                    <a:pt x="1055" y="200"/>
                    <a:pt x="1168" y="256"/>
                  </a:cubicBezTo>
                  <a:cubicBezTo>
                    <a:pt x="1168" y="256"/>
                    <a:pt x="1435" y="423"/>
                    <a:pt x="1768" y="723"/>
                  </a:cubicBezTo>
                  <a:cubicBezTo>
                    <a:pt x="1968" y="856"/>
                    <a:pt x="2135" y="1056"/>
                    <a:pt x="2335" y="1257"/>
                  </a:cubicBezTo>
                  <a:cubicBezTo>
                    <a:pt x="2535" y="1490"/>
                    <a:pt x="2769" y="1724"/>
                    <a:pt x="2969" y="2024"/>
                  </a:cubicBezTo>
                  <a:cubicBezTo>
                    <a:pt x="3002" y="2091"/>
                    <a:pt x="3103" y="2157"/>
                    <a:pt x="3136" y="2224"/>
                  </a:cubicBezTo>
                  <a:lnTo>
                    <a:pt x="3269" y="2491"/>
                  </a:lnTo>
                  <a:cubicBezTo>
                    <a:pt x="3336" y="2658"/>
                    <a:pt x="3469" y="2824"/>
                    <a:pt x="3536" y="2991"/>
                  </a:cubicBezTo>
                  <a:cubicBezTo>
                    <a:pt x="3636" y="3158"/>
                    <a:pt x="3703" y="3358"/>
                    <a:pt x="3803" y="3525"/>
                  </a:cubicBezTo>
                  <a:cubicBezTo>
                    <a:pt x="3870" y="3692"/>
                    <a:pt x="3970" y="3858"/>
                    <a:pt x="4003" y="4059"/>
                  </a:cubicBezTo>
                  <a:cubicBezTo>
                    <a:pt x="4037" y="4225"/>
                    <a:pt x="4137" y="4426"/>
                    <a:pt x="4170" y="4592"/>
                  </a:cubicBezTo>
                  <a:cubicBezTo>
                    <a:pt x="4203" y="4759"/>
                    <a:pt x="4203" y="4993"/>
                    <a:pt x="4270" y="5159"/>
                  </a:cubicBezTo>
                  <a:cubicBezTo>
                    <a:pt x="4270" y="5259"/>
                    <a:pt x="4303" y="5360"/>
                    <a:pt x="4303" y="5426"/>
                  </a:cubicBezTo>
                  <a:lnTo>
                    <a:pt x="4303" y="5693"/>
                  </a:lnTo>
                  <a:lnTo>
                    <a:pt x="4303" y="6193"/>
                  </a:lnTo>
                  <a:cubicBezTo>
                    <a:pt x="4203" y="6827"/>
                    <a:pt x="4103" y="7594"/>
                    <a:pt x="3703" y="8262"/>
                  </a:cubicBezTo>
                  <a:cubicBezTo>
                    <a:pt x="3336" y="8929"/>
                    <a:pt x="2836" y="9563"/>
                    <a:pt x="2302" y="9963"/>
                  </a:cubicBezTo>
                  <a:cubicBezTo>
                    <a:pt x="2169" y="10096"/>
                    <a:pt x="2035" y="10196"/>
                    <a:pt x="1935" y="10330"/>
                  </a:cubicBezTo>
                  <a:cubicBezTo>
                    <a:pt x="1735" y="10396"/>
                    <a:pt x="1635" y="10497"/>
                    <a:pt x="1501" y="10563"/>
                  </a:cubicBezTo>
                  <a:cubicBezTo>
                    <a:pt x="1201" y="10730"/>
                    <a:pt x="1001" y="10863"/>
                    <a:pt x="801" y="10930"/>
                  </a:cubicBezTo>
                  <a:cubicBezTo>
                    <a:pt x="367" y="11097"/>
                    <a:pt x="134" y="11230"/>
                    <a:pt x="134" y="11230"/>
                  </a:cubicBezTo>
                  <a:cubicBezTo>
                    <a:pt x="0" y="11330"/>
                    <a:pt x="100" y="11564"/>
                    <a:pt x="167" y="11597"/>
                  </a:cubicBezTo>
                  <a:cubicBezTo>
                    <a:pt x="167" y="11597"/>
                    <a:pt x="434" y="11531"/>
                    <a:pt x="868" y="11364"/>
                  </a:cubicBezTo>
                  <a:cubicBezTo>
                    <a:pt x="1101" y="11264"/>
                    <a:pt x="1335" y="11164"/>
                    <a:pt x="1635" y="10997"/>
                  </a:cubicBezTo>
                  <a:cubicBezTo>
                    <a:pt x="1802" y="10897"/>
                    <a:pt x="1935" y="10830"/>
                    <a:pt x="2102" y="10730"/>
                  </a:cubicBezTo>
                  <a:cubicBezTo>
                    <a:pt x="2235" y="10597"/>
                    <a:pt x="2369" y="10530"/>
                    <a:pt x="2535" y="10396"/>
                  </a:cubicBezTo>
                  <a:cubicBezTo>
                    <a:pt x="3169" y="9929"/>
                    <a:pt x="3770" y="9329"/>
                    <a:pt x="4170" y="8562"/>
                  </a:cubicBezTo>
                  <a:cubicBezTo>
                    <a:pt x="4637" y="7828"/>
                    <a:pt x="4804" y="6994"/>
                    <a:pt x="4870" y="6227"/>
                  </a:cubicBezTo>
                  <a:lnTo>
                    <a:pt x="4870" y="5660"/>
                  </a:lnTo>
                  <a:lnTo>
                    <a:pt x="4870" y="5360"/>
                  </a:lnTo>
                  <a:cubicBezTo>
                    <a:pt x="4870" y="5259"/>
                    <a:pt x="4837" y="5159"/>
                    <a:pt x="4837" y="5059"/>
                  </a:cubicBezTo>
                  <a:lnTo>
                    <a:pt x="4704" y="4426"/>
                  </a:lnTo>
                  <a:cubicBezTo>
                    <a:pt x="4637" y="4225"/>
                    <a:pt x="4604" y="4025"/>
                    <a:pt x="4504" y="3825"/>
                  </a:cubicBezTo>
                  <a:cubicBezTo>
                    <a:pt x="4437" y="3592"/>
                    <a:pt x="4337" y="3425"/>
                    <a:pt x="4270" y="3225"/>
                  </a:cubicBezTo>
                  <a:cubicBezTo>
                    <a:pt x="4137" y="3058"/>
                    <a:pt x="4103" y="2858"/>
                    <a:pt x="3970" y="2691"/>
                  </a:cubicBezTo>
                  <a:cubicBezTo>
                    <a:pt x="3836" y="2524"/>
                    <a:pt x="3770" y="2357"/>
                    <a:pt x="3636" y="2191"/>
                  </a:cubicBezTo>
                  <a:cubicBezTo>
                    <a:pt x="3603" y="2091"/>
                    <a:pt x="3503" y="2024"/>
                    <a:pt x="3469" y="1924"/>
                  </a:cubicBezTo>
                  <a:cubicBezTo>
                    <a:pt x="3436" y="1857"/>
                    <a:pt x="3336" y="1824"/>
                    <a:pt x="3303" y="1724"/>
                  </a:cubicBezTo>
                  <a:cubicBezTo>
                    <a:pt x="3036" y="1423"/>
                    <a:pt x="2836" y="1190"/>
                    <a:pt x="2602" y="990"/>
                  </a:cubicBezTo>
                  <a:cubicBezTo>
                    <a:pt x="2335" y="756"/>
                    <a:pt x="2169" y="556"/>
                    <a:pt x="1968" y="423"/>
                  </a:cubicBezTo>
                  <a:lnTo>
                    <a:pt x="1335" y="22"/>
                  </a:lnTo>
                  <a:cubicBezTo>
                    <a:pt x="1314" y="7"/>
                    <a:pt x="1292" y="0"/>
                    <a:pt x="12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25" name="Google Shape;3525;p28"/>
            <p:cNvSpPr/>
            <p:nvPr/>
          </p:nvSpPr>
          <p:spPr>
            <a:xfrm>
              <a:off x="1133179" y="597399"/>
              <a:ext cx="578071" cy="256574"/>
            </a:xfrm>
            <a:custGeom>
              <a:avLst/>
              <a:gdLst/>
              <a:ahLst/>
              <a:cxnLst/>
              <a:rect l="l" t="t" r="r" b="b"/>
              <a:pathLst>
                <a:path w="23907" h="10611" extrusionOk="0">
                  <a:moveTo>
                    <a:pt x="23735" y="0"/>
                  </a:moveTo>
                  <a:cubicBezTo>
                    <a:pt x="23662" y="0"/>
                    <a:pt x="23579" y="55"/>
                    <a:pt x="23535" y="187"/>
                  </a:cubicBezTo>
                  <a:cubicBezTo>
                    <a:pt x="23535" y="187"/>
                    <a:pt x="23502" y="320"/>
                    <a:pt x="23435" y="520"/>
                  </a:cubicBezTo>
                  <a:cubicBezTo>
                    <a:pt x="23435" y="620"/>
                    <a:pt x="23335" y="721"/>
                    <a:pt x="23269" y="854"/>
                  </a:cubicBezTo>
                  <a:cubicBezTo>
                    <a:pt x="23202" y="887"/>
                    <a:pt x="23169" y="987"/>
                    <a:pt x="23135" y="1054"/>
                  </a:cubicBezTo>
                  <a:cubicBezTo>
                    <a:pt x="23102" y="1121"/>
                    <a:pt x="23002" y="1188"/>
                    <a:pt x="22968" y="1288"/>
                  </a:cubicBezTo>
                  <a:cubicBezTo>
                    <a:pt x="22868" y="1354"/>
                    <a:pt x="22835" y="1454"/>
                    <a:pt x="22768" y="1521"/>
                  </a:cubicBezTo>
                  <a:lnTo>
                    <a:pt x="22501" y="1788"/>
                  </a:lnTo>
                  <a:cubicBezTo>
                    <a:pt x="22335" y="1955"/>
                    <a:pt x="22134" y="2055"/>
                    <a:pt x="21934" y="2222"/>
                  </a:cubicBezTo>
                  <a:cubicBezTo>
                    <a:pt x="21467" y="2555"/>
                    <a:pt x="20967" y="2855"/>
                    <a:pt x="20333" y="3056"/>
                  </a:cubicBezTo>
                  <a:cubicBezTo>
                    <a:pt x="19132" y="3556"/>
                    <a:pt x="17665" y="3856"/>
                    <a:pt x="16197" y="4156"/>
                  </a:cubicBezTo>
                  <a:cubicBezTo>
                    <a:pt x="14796" y="4390"/>
                    <a:pt x="13328" y="4657"/>
                    <a:pt x="12027" y="4857"/>
                  </a:cubicBezTo>
                  <a:cubicBezTo>
                    <a:pt x="9459" y="5324"/>
                    <a:pt x="6156" y="5991"/>
                    <a:pt x="3721" y="7292"/>
                  </a:cubicBezTo>
                  <a:cubicBezTo>
                    <a:pt x="2520" y="7892"/>
                    <a:pt x="1586" y="8660"/>
                    <a:pt x="986" y="9293"/>
                  </a:cubicBezTo>
                  <a:cubicBezTo>
                    <a:pt x="686" y="9560"/>
                    <a:pt x="452" y="9827"/>
                    <a:pt x="319" y="10027"/>
                  </a:cubicBezTo>
                  <a:cubicBezTo>
                    <a:pt x="185" y="10194"/>
                    <a:pt x="119" y="10327"/>
                    <a:pt x="119" y="10327"/>
                  </a:cubicBezTo>
                  <a:cubicBezTo>
                    <a:pt x="1" y="10469"/>
                    <a:pt x="116" y="10610"/>
                    <a:pt x="253" y="10610"/>
                  </a:cubicBezTo>
                  <a:cubicBezTo>
                    <a:pt x="310" y="10610"/>
                    <a:pt x="370" y="10586"/>
                    <a:pt x="419" y="10528"/>
                  </a:cubicBezTo>
                  <a:cubicBezTo>
                    <a:pt x="419" y="10528"/>
                    <a:pt x="486" y="10394"/>
                    <a:pt x="619" y="10227"/>
                  </a:cubicBezTo>
                  <a:cubicBezTo>
                    <a:pt x="753" y="10061"/>
                    <a:pt x="953" y="9827"/>
                    <a:pt x="1253" y="9527"/>
                  </a:cubicBezTo>
                  <a:cubicBezTo>
                    <a:pt x="1853" y="8993"/>
                    <a:pt x="2787" y="8293"/>
                    <a:pt x="3955" y="7726"/>
                  </a:cubicBezTo>
                  <a:cubicBezTo>
                    <a:pt x="6323" y="6558"/>
                    <a:pt x="9592" y="5991"/>
                    <a:pt x="12127" y="5524"/>
                  </a:cubicBezTo>
                  <a:cubicBezTo>
                    <a:pt x="13395" y="5290"/>
                    <a:pt x="14863" y="5024"/>
                    <a:pt x="16330" y="4723"/>
                  </a:cubicBezTo>
                  <a:cubicBezTo>
                    <a:pt x="17798" y="4457"/>
                    <a:pt x="19232" y="4056"/>
                    <a:pt x="20500" y="3523"/>
                  </a:cubicBezTo>
                  <a:cubicBezTo>
                    <a:pt x="21134" y="3289"/>
                    <a:pt x="21701" y="2955"/>
                    <a:pt x="22168" y="2622"/>
                  </a:cubicBezTo>
                  <a:cubicBezTo>
                    <a:pt x="22368" y="2455"/>
                    <a:pt x="22635" y="2288"/>
                    <a:pt x="22802" y="2055"/>
                  </a:cubicBezTo>
                  <a:lnTo>
                    <a:pt x="23035" y="1821"/>
                  </a:lnTo>
                  <a:cubicBezTo>
                    <a:pt x="23135" y="1688"/>
                    <a:pt x="23169" y="1621"/>
                    <a:pt x="23235" y="1521"/>
                  </a:cubicBezTo>
                  <a:cubicBezTo>
                    <a:pt x="23302" y="1454"/>
                    <a:pt x="23369" y="1354"/>
                    <a:pt x="23402" y="1288"/>
                  </a:cubicBezTo>
                  <a:lnTo>
                    <a:pt x="23535" y="1021"/>
                  </a:lnTo>
                  <a:cubicBezTo>
                    <a:pt x="23636" y="854"/>
                    <a:pt x="23702" y="721"/>
                    <a:pt x="23769" y="620"/>
                  </a:cubicBezTo>
                  <a:lnTo>
                    <a:pt x="23869" y="220"/>
                  </a:lnTo>
                  <a:cubicBezTo>
                    <a:pt x="23906" y="89"/>
                    <a:pt x="23828" y="0"/>
                    <a:pt x="237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26" name="Google Shape;3526;p28"/>
            <p:cNvSpPr/>
            <p:nvPr/>
          </p:nvSpPr>
          <p:spPr>
            <a:xfrm>
              <a:off x="10864" y="698012"/>
              <a:ext cx="372662" cy="364465"/>
            </a:xfrm>
            <a:custGeom>
              <a:avLst/>
              <a:gdLst/>
              <a:ahLst/>
              <a:cxnLst/>
              <a:rect l="l" t="t" r="r" b="b"/>
              <a:pathLst>
                <a:path w="15412" h="15073" extrusionOk="0">
                  <a:moveTo>
                    <a:pt x="15180" y="0"/>
                  </a:moveTo>
                  <a:cubicBezTo>
                    <a:pt x="15073" y="0"/>
                    <a:pt x="14949" y="82"/>
                    <a:pt x="14911" y="195"/>
                  </a:cubicBezTo>
                  <a:lnTo>
                    <a:pt x="14911" y="496"/>
                  </a:lnTo>
                  <a:cubicBezTo>
                    <a:pt x="14911" y="562"/>
                    <a:pt x="14978" y="696"/>
                    <a:pt x="14911" y="829"/>
                  </a:cubicBezTo>
                  <a:cubicBezTo>
                    <a:pt x="14911" y="963"/>
                    <a:pt x="14878" y="1129"/>
                    <a:pt x="14878" y="1296"/>
                  </a:cubicBezTo>
                  <a:cubicBezTo>
                    <a:pt x="14744" y="1963"/>
                    <a:pt x="14377" y="2831"/>
                    <a:pt x="13577" y="3565"/>
                  </a:cubicBezTo>
                  <a:cubicBezTo>
                    <a:pt x="12843" y="4332"/>
                    <a:pt x="11742" y="4999"/>
                    <a:pt x="10708" y="5699"/>
                  </a:cubicBezTo>
                  <a:cubicBezTo>
                    <a:pt x="10174" y="6033"/>
                    <a:pt x="9641" y="6400"/>
                    <a:pt x="9174" y="6834"/>
                  </a:cubicBezTo>
                  <a:cubicBezTo>
                    <a:pt x="8907" y="7000"/>
                    <a:pt x="8707" y="7234"/>
                    <a:pt x="8507" y="7467"/>
                  </a:cubicBezTo>
                  <a:cubicBezTo>
                    <a:pt x="8306" y="7667"/>
                    <a:pt x="8140" y="7901"/>
                    <a:pt x="7973" y="8134"/>
                  </a:cubicBezTo>
                  <a:cubicBezTo>
                    <a:pt x="7239" y="9035"/>
                    <a:pt x="6705" y="10169"/>
                    <a:pt x="6138" y="11303"/>
                  </a:cubicBezTo>
                  <a:cubicBezTo>
                    <a:pt x="5571" y="12404"/>
                    <a:pt x="4904" y="13472"/>
                    <a:pt x="4003" y="14005"/>
                  </a:cubicBezTo>
                  <a:cubicBezTo>
                    <a:pt x="3069" y="14539"/>
                    <a:pt x="2069" y="14639"/>
                    <a:pt x="1402" y="14639"/>
                  </a:cubicBezTo>
                  <a:cubicBezTo>
                    <a:pt x="1035" y="14639"/>
                    <a:pt x="768" y="14572"/>
                    <a:pt x="568" y="14572"/>
                  </a:cubicBezTo>
                  <a:lnTo>
                    <a:pt x="267" y="14572"/>
                  </a:lnTo>
                  <a:cubicBezTo>
                    <a:pt x="67" y="14572"/>
                    <a:pt x="1" y="14906"/>
                    <a:pt x="234" y="14973"/>
                  </a:cubicBezTo>
                  <a:cubicBezTo>
                    <a:pt x="234" y="14973"/>
                    <a:pt x="334" y="14973"/>
                    <a:pt x="534" y="15006"/>
                  </a:cubicBezTo>
                  <a:cubicBezTo>
                    <a:pt x="701" y="15039"/>
                    <a:pt x="1001" y="15073"/>
                    <a:pt x="1368" y="15073"/>
                  </a:cubicBezTo>
                  <a:lnTo>
                    <a:pt x="1935" y="15073"/>
                  </a:lnTo>
                  <a:cubicBezTo>
                    <a:pt x="2202" y="15073"/>
                    <a:pt x="2402" y="15039"/>
                    <a:pt x="2669" y="15006"/>
                  </a:cubicBezTo>
                  <a:cubicBezTo>
                    <a:pt x="3169" y="14973"/>
                    <a:pt x="3703" y="14806"/>
                    <a:pt x="4237" y="14506"/>
                  </a:cubicBezTo>
                  <a:cubicBezTo>
                    <a:pt x="4737" y="14172"/>
                    <a:pt x="5271" y="13739"/>
                    <a:pt x="5671" y="13238"/>
                  </a:cubicBezTo>
                  <a:cubicBezTo>
                    <a:pt x="6072" y="12738"/>
                    <a:pt x="6405" y="12171"/>
                    <a:pt x="6705" y="11637"/>
                  </a:cubicBezTo>
                  <a:cubicBezTo>
                    <a:pt x="7339" y="10503"/>
                    <a:pt x="7906" y="9402"/>
                    <a:pt x="8540" y="8568"/>
                  </a:cubicBezTo>
                  <a:lnTo>
                    <a:pt x="9040" y="7968"/>
                  </a:lnTo>
                  <a:cubicBezTo>
                    <a:pt x="9240" y="7734"/>
                    <a:pt x="9441" y="7567"/>
                    <a:pt x="9674" y="7367"/>
                  </a:cubicBezTo>
                  <a:cubicBezTo>
                    <a:pt x="10141" y="6967"/>
                    <a:pt x="10641" y="6633"/>
                    <a:pt x="11108" y="6233"/>
                  </a:cubicBezTo>
                  <a:cubicBezTo>
                    <a:pt x="12143" y="5533"/>
                    <a:pt x="13210" y="4832"/>
                    <a:pt x="14011" y="3965"/>
                  </a:cubicBezTo>
                  <a:cubicBezTo>
                    <a:pt x="14844" y="3131"/>
                    <a:pt x="15245" y="2063"/>
                    <a:pt x="15345" y="1330"/>
                  </a:cubicBezTo>
                  <a:cubicBezTo>
                    <a:pt x="15345" y="1163"/>
                    <a:pt x="15378" y="996"/>
                    <a:pt x="15378" y="829"/>
                  </a:cubicBezTo>
                  <a:cubicBezTo>
                    <a:pt x="15412" y="662"/>
                    <a:pt x="15378" y="529"/>
                    <a:pt x="15378" y="462"/>
                  </a:cubicBezTo>
                  <a:cubicBezTo>
                    <a:pt x="15345" y="296"/>
                    <a:pt x="15345" y="162"/>
                    <a:pt x="15345" y="162"/>
                  </a:cubicBezTo>
                  <a:cubicBezTo>
                    <a:pt x="15330" y="47"/>
                    <a:pt x="15260" y="0"/>
                    <a:pt x="151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3527" name="Google Shape;3527;p28"/>
            <p:cNvGrpSpPr/>
            <p:nvPr/>
          </p:nvGrpSpPr>
          <p:grpSpPr>
            <a:xfrm>
              <a:off x="3610" y="8"/>
              <a:ext cx="2069687" cy="5143763"/>
              <a:chOff x="3610" y="8"/>
              <a:chExt cx="2069687" cy="5143763"/>
            </a:xfrm>
          </p:grpSpPr>
          <p:sp>
            <p:nvSpPr>
              <p:cNvPr id="3528" name="Google Shape;3528;p28"/>
              <p:cNvSpPr/>
              <p:nvPr/>
            </p:nvSpPr>
            <p:spPr>
              <a:xfrm>
                <a:off x="627889" y="3237468"/>
                <a:ext cx="41058" cy="76989"/>
              </a:xfrm>
              <a:custGeom>
                <a:avLst/>
                <a:gdLst/>
                <a:ahLst/>
                <a:cxnLst/>
                <a:rect l="l" t="t" r="r" b="b"/>
                <a:pathLst>
                  <a:path w="1698" h="3184" extrusionOk="0">
                    <a:moveTo>
                      <a:pt x="1396" y="1"/>
                    </a:moveTo>
                    <a:cubicBezTo>
                      <a:pt x="1383" y="1"/>
                      <a:pt x="1373" y="5"/>
                      <a:pt x="1368" y="14"/>
                    </a:cubicBezTo>
                    <a:cubicBezTo>
                      <a:pt x="1368" y="14"/>
                      <a:pt x="1202" y="214"/>
                      <a:pt x="1001" y="448"/>
                    </a:cubicBezTo>
                    <a:cubicBezTo>
                      <a:pt x="801" y="715"/>
                      <a:pt x="568" y="1082"/>
                      <a:pt x="401" y="1382"/>
                    </a:cubicBezTo>
                    <a:cubicBezTo>
                      <a:pt x="301" y="1715"/>
                      <a:pt x="134" y="2116"/>
                      <a:pt x="67" y="2449"/>
                    </a:cubicBezTo>
                    <a:cubicBezTo>
                      <a:pt x="34" y="2783"/>
                      <a:pt x="1" y="3050"/>
                      <a:pt x="1" y="3050"/>
                    </a:cubicBezTo>
                    <a:cubicBezTo>
                      <a:pt x="1" y="3083"/>
                      <a:pt x="334" y="3183"/>
                      <a:pt x="334" y="3183"/>
                    </a:cubicBezTo>
                    <a:cubicBezTo>
                      <a:pt x="334" y="3183"/>
                      <a:pt x="735" y="2282"/>
                      <a:pt x="1035" y="1715"/>
                    </a:cubicBezTo>
                    <a:cubicBezTo>
                      <a:pt x="1202" y="1415"/>
                      <a:pt x="1335" y="1048"/>
                      <a:pt x="1468" y="748"/>
                    </a:cubicBezTo>
                    <a:cubicBezTo>
                      <a:pt x="1569" y="448"/>
                      <a:pt x="1669" y="214"/>
                      <a:pt x="1669" y="214"/>
                    </a:cubicBezTo>
                    <a:cubicBezTo>
                      <a:pt x="1697" y="157"/>
                      <a:pt x="1479" y="1"/>
                      <a:pt x="13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29" name="Google Shape;3529;p28"/>
              <p:cNvSpPr/>
              <p:nvPr/>
            </p:nvSpPr>
            <p:spPr>
              <a:xfrm>
                <a:off x="615001" y="3378873"/>
                <a:ext cx="27662" cy="156324"/>
              </a:xfrm>
              <a:custGeom>
                <a:avLst/>
                <a:gdLst/>
                <a:ahLst/>
                <a:cxnLst/>
                <a:rect l="l" t="t" r="r" b="b"/>
                <a:pathLst>
                  <a:path w="1144" h="6465" extrusionOk="0">
                    <a:moveTo>
                      <a:pt x="578" y="0"/>
                    </a:moveTo>
                    <a:cubicBezTo>
                      <a:pt x="539" y="0"/>
                      <a:pt x="509" y="11"/>
                      <a:pt x="500" y="37"/>
                    </a:cubicBezTo>
                    <a:cubicBezTo>
                      <a:pt x="500" y="37"/>
                      <a:pt x="434" y="171"/>
                      <a:pt x="400" y="371"/>
                    </a:cubicBezTo>
                    <a:cubicBezTo>
                      <a:pt x="334" y="571"/>
                      <a:pt x="234" y="838"/>
                      <a:pt x="200" y="1171"/>
                    </a:cubicBezTo>
                    <a:cubicBezTo>
                      <a:pt x="33" y="1838"/>
                      <a:pt x="0" y="2672"/>
                      <a:pt x="33" y="3273"/>
                    </a:cubicBezTo>
                    <a:cubicBezTo>
                      <a:pt x="67" y="3940"/>
                      <a:pt x="200" y="4740"/>
                      <a:pt x="400" y="5374"/>
                    </a:cubicBezTo>
                    <a:cubicBezTo>
                      <a:pt x="500" y="5708"/>
                      <a:pt x="567" y="5941"/>
                      <a:pt x="667" y="6175"/>
                    </a:cubicBezTo>
                    <a:cubicBezTo>
                      <a:pt x="734" y="6342"/>
                      <a:pt x="767" y="6442"/>
                      <a:pt x="767" y="6442"/>
                    </a:cubicBezTo>
                    <a:cubicBezTo>
                      <a:pt x="783" y="6458"/>
                      <a:pt x="815" y="6464"/>
                      <a:pt x="852" y="6464"/>
                    </a:cubicBezTo>
                    <a:cubicBezTo>
                      <a:pt x="969" y="6464"/>
                      <a:pt x="1143" y="6400"/>
                      <a:pt x="1067" y="6375"/>
                    </a:cubicBezTo>
                    <a:cubicBezTo>
                      <a:pt x="1067" y="6375"/>
                      <a:pt x="1067" y="6242"/>
                      <a:pt x="1034" y="6041"/>
                    </a:cubicBezTo>
                    <a:cubicBezTo>
                      <a:pt x="1001" y="5841"/>
                      <a:pt x="934" y="5574"/>
                      <a:pt x="901" y="5241"/>
                    </a:cubicBezTo>
                    <a:cubicBezTo>
                      <a:pt x="834" y="4607"/>
                      <a:pt x="767" y="3840"/>
                      <a:pt x="734" y="3239"/>
                    </a:cubicBezTo>
                    <a:cubicBezTo>
                      <a:pt x="734" y="2672"/>
                      <a:pt x="701" y="1872"/>
                      <a:pt x="734" y="1238"/>
                    </a:cubicBezTo>
                    <a:cubicBezTo>
                      <a:pt x="734" y="904"/>
                      <a:pt x="767" y="671"/>
                      <a:pt x="834" y="437"/>
                    </a:cubicBezTo>
                    <a:cubicBezTo>
                      <a:pt x="867" y="237"/>
                      <a:pt x="867" y="104"/>
                      <a:pt x="867" y="104"/>
                    </a:cubicBezTo>
                    <a:cubicBezTo>
                      <a:pt x="867" y="79"/>
                      <a:pt x="687" y="0"/>
                      <a:pt x="5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30" name="Google Shape;3530;p28"/>
              <p:cNvSpPr/>
              <p:nvPr/>
            </p:nvSpPr>
            <p:spPr>
              <a:xfrm>
                <a:off x="683551" y="3621181"/>
                <a:ext cx="66156" cy="105425"/>
              </a:xfrm>
              <a:custGeom>
                <a:avLst/>
                <a:gdLst/>
                <a:ahLst/>
                <a:cxnLst/>
                <a:rect l="l" t="t" r="r" b="b"/>
                <a:pathLst>
                  <a:path w="2736" h="4360" extrusionOk="0">
                    <a:moveTo>
                      <a:pt x="300" y="1"/>
                    </a:moveTo>
                    <a:cubicBezTo>
                      <a:pt x="193" y="1"/>
                      <a:pt x="0" y="65"/>
                      <a:pt x="0" y="90"/>
                    </a:cubicBezTo>
                    <a:cubicBezTo>
                      <a:pt x="0" y="90"/>
                      <a:pt x="34" y="190"/>
                      <a:pt x="34" y="357"/>
                    </a:cubicBezTo>
                    <a:cubicBezTo>
                      <a:pt x="34" y="524"/>
                      <a:pt x="67" y="724"/>
                      <a:pt x="100" y="991"/>
                    </a:cubicBezTo>
                    <a:cubicBezTo>
                      <a:pt x="201" y="1524"/>
                      <a:pt x="401" y="2091"/>
                      <a:pt x="668" y="2558"/>
                    </a:cubicBezTo>
                    <a:cubicBezTo>
                      <a:pt x="901" y="3025"/>
                      <a:pt x="1335" y="3526"/>
                      <a:pt x="1735" y="3859"/>
                    </a:cubicBezTo>
                    <a:cubicBezTo>
                      <a:pt x="1868" y="3926"/>
                      <a:pt x="1935" y="4026"/>
                      <a:pt x="2035" y="4059"/>
                    </a:cubicBezTo>
                    <a:cubicBezTo>
                      <a:pt x="2102" y="4160"/>
                      <a:pt x="2202" y="4193"/>
                      <a:pt x="2269" y="4226"/>
                    </a:cubicBezTo>
                    <a:cubicBezTo>
                      <a:pt x="2402" y="4326"/>
                      <a:pt x="2502" y="4360"/>
                      <a:pt x="2502" y="4360"/>
                    </a:cubicBezTo>
                    <a:cubicBezTo>
                      <a:pt x="2536" y="4360"/>
                      <a:pt x="2702" y="4059"/>
                      <a:pt x="2736" y="4059"/>
                    </a:cubicBezTo>
                    <a:cubicBezTo>
                      <a:pt x="2736" y="4059"/>
                      <a:pt x="2702" y="3959"/>
                      <a:pt x="2569" y="3893"/>
                    </a:cubicBezTo>
                    <a:cubicBezTo>
                      <a:pt x="2502" y="3859"/>
                      <a:pt x="2435" y="3826"/>
                      <a:pt x="2369" y="3726"/>
                    </a:cubicBezTo>
                    <a:cubicBezTo>
                      <a:pt x="2335" y="3626"/>
                      <a:pt x="2235" y="3559"/>
                      <a:pt x="2169" y="3492"/>
                    </a:cubicBezTo>
                    <a:cubicBezTo>
                      <a:pt x="1835" y="3125"/>
                      <a:pt x="1568" y="2592"/>
                      <a:pt x="1335" y="2225"/>
                    </a:cubicBezTo>
                    <a:cubicBezTo>
                      <a:pt x="1101" y="1825"/>
                      <a:pt x="834" y="1324"/>
                      <a:pt x="668" y="857"/>
                    </a:cubicBezTo>
                    <a:cubicBezTo>
                      <a:pt x="567" y="590"/>
                      <a:pt x="501" y="390"/>
                      <a:pt x="434" y="257"/>
                    </a:cubicBezTo>
                    <a:cubicBezTo>
                      <a:pt x="401" y="90"/>
                      <a:pt x="367" y="23"/>
                      <a:pt x="367" y="23"/>
                    </a:cubicBezTo>
                    <a:cubicBezTo>
                      <a:pt x="359" y="7"/>
                      <a:pt x="334" y="1"/>
                      <a:pt x="3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31" name="Google Shape;3531;p28"/>
              <p:cNvSpPr/>
              <p:nvPr/>
            </p:nvSpPr>
            <p:spPr>
              <a:xfrm>
                <a:off x="805419" y="3779753"/>
                <a:ext cx="165294" cy="100178"/>
              </a:xfrm>
              <a:custGeom>
                <a:avLst/>
                <a:gdLst/>
                <a:ahLst/>
                <a:cxnLst/>
                <a:rect l="l" t="t" r="r" b="b"/>
                <a:pathLst>
                  <a:path w="6836" h="4143" extrusionOk="0">
                    <a:moveTo>
                      <a:pt x="188" y="1"/>
                    </a:moveTo>
                    <a:cubicBezTo>
                      <a:pt x="119" y="1"/>
                      <a:pt x="0" y="305"/>
                      <a:pt x="64" y="337"/>
                    </a:cubicBezTo>
                    <a:cubicBezTo>
                      <a:pt x="64" y="337"/>
                      <a:pt x="631" y="570"/>
                      <a:pt x="1298" y="904"/>
                    </a:cubicBezTo>
                    <a:cubicBezTo>
                      <a:pt x="1465" y="1004"/>
                      <a:pt x="1665" y="1104"/>
                      <a:pt x="1832" y="1171"/>
                    </a:cubicBezTo>
                    <a:cubicBezTo>
                      <a:pt x="1999" y="1304"/>
                      <a:pt x="2199" y="1371"/>
                      <a:pt x="2366" y="1504"/>
                    </a:cubicBezTo>
                    <a:cubicBezTo>
                      <a:pt x="2699" y="1704"/>
                      <a:pt x="3066" y="1938"/>
                      <a:pt x="3400" y="2071"/>
                    </a:cubicBezTo>
                    <a:cubicBezTo>
                      <a:pt x="3733" y="2238"/>
                      <a:pt x="4067" y="2505"/>
                      <a:pt x="4467" y="2705"/>
                    </a:cubicBezTo>
                    <a:cubicBezTo>
                      <a:pt x="4634" y="2839"/>
                      <a:pt x="4834" y="2905"/>
                      <a:pt x="5001" y="3039"/>
                    </a:cubicBezTo>
                    <a:cubicBezTo>
                      <a:pt x="5168" y="3139"/>
                      <a:pt x="5334" y="3239"/>
                      <a:pt x="5501" y="3372"/>
                    </a:cubicBezTo>
                    <a:cubicBezTo>
                      <a:pt x="6135" y="3806"/>
                      <a:pt x="6569" y="4140"/>
                      <a:pt x="6569" y="4140"/>
                    </a:cubicBezTo>
                    <a:cubicBezTo>
                      <a:pt x="6573" y="4142"/>
                      <a:pt x="6578" y="4143"/>
                      <a:pt x="6584" y="4143"/>
                    </a:cubicBezTo>
                    <a:cubicBezTo>
                      <a:pt x="6661" y="4143"/>
                      <a:pt x="6836" y="3935"/>
                      <a:pt x="6836" y="3873"/>
                    </a:cubicBezTo>
                    <a:cubicBezTo>
                      <a:pt x="6836" y="3873"/>
                      <a:pt x="6402" y="3472"/>
                      <a:pt x="5835" y="2972"/>
                    </a:cubicBezTo>
                    <a:cubicBezTo>
                      <a:pt x="5701" y="2839"/>
                      <a:pt x="5535" y="2672"/>
                      <a:pt x="5368" y="2538"/>
                    </a:cubicBezTo>
                    <a:cubicBezTo>
                      <a:pt x="5168" y="2405"/>
                      <a:pt x="5001" y="2305"/>
                      <a:pt x="4834" y="2171"/>
                    </a:cubicBezTo>
                    <a:cubicBezTo>
                      <a:pt x="4467" y="1938"/>
                      <a:pt x="4134" y="1671"/>
                      <a:pt x="3800" y="1471"/>
                    </a:cubicBezTo>
                    <a:cubicBezTo>
                      <a:pt x="3466" y="1304"/>
                      <a:pt x="3033" y="1137"/>
                      <a:pt x="2666" y="904"/>
                    </a:cubicBezTo>
                    <a:cubicBezTo>
                      <a:pt x="2466" y="804"/>
                      <a:pt x="2299" y="704"/>
                      <a:pt x="2065" y="637"/>
                    </a:cubicBezTo>
                    <a:cubicBezTo>
                      <a:pt x="1865" y="537"/>
                      <a:pt x="1665" y="504"/>
                      <a:pt x="1498" y="404"/>
                    </a:cubicBezTo>
                    <a:cubicBezTo>
                      <a:pt x="731" y="170"/>
                      <a:pt x="197" y="3"/>
                      <a:pt x="197" y="3"/>
                    </a:cubicBezTo>
                    <a:cubicBezTo>
                      <a:pt x="194" y="2"/>
                      <a:pt x="191" y="1"/>
                      <a:pt x="1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32" name="Google Shape;3532;p28"/>
              <p:cNvSpPr/>
              <p:nvPr/>
            </p:nvSpPr>
            <p:spPr>
              <a:xfrm>
                <a:off x="1046542" y="3961248"/>
                <a:ext cx="87096" cy="131394"/>
              </a:xfrm>
              <a:custGeom>
                <a:avLst/>
                <a:gdLst/>
                <a:ahLst/>
                <a:cxnLst/>
                <a:rect l="l" t="t" r="r" b="b"/>
                <a:pathLst>
                  <a:path w="3602" h="5434" extrusionOk="0">
                    <a:moveTo>
                      <a:pt x="226" y="0"/>
                    </a:moveTo>
                    <a:cubicBezTo>
                      <a:pt x="179" y="0"/>
                      <a:pt x="1" y="271"/>
                      <a:pt x="32" y="303"/>
                    </a:cubicBezTo>
                    <a:cubicBezTo>
                      <a:pt x="32" y="303"/>
                      <a:pt x="166" y="370"/>
                      <a:pt x="266" y="503"/>
                    </a:cubicBezTo>
                    <a:cubicBezTo>
                      <a:pt x="433" y="636"/>
                      <a:pt x="666" y="803"/>
                      <a:pt x="866" y="1037"/>
                    </a:cubicBezTo>
                    <a:cubicBezTo>
                      <a:pt x="1267" y="1504"/>
                      <a:pt x="1734" y="2104"/>
                      <a:pt x="2067" y="2604"/>
                    </a:cubicBezTo>
                    <a:cubicBezTo>
                      <a:pt x="2367" y="3105"/>
                      <a:pt x="2768" y="3772"/>
                      <a:pt x="2935" y="4339"/>
                    </a:cubicBezTo>
                    <a:cubicBezTo>
                      <a:pt x="3035" y="4639"/>
                      <a:pt x="3101" y="4873"/>
                      <a:pt x="3168" y="5106"/>
                    </a:cubicBezTo>
                    <a:cubicBezTo>
                      <a:pt x="3201" y="5273"/>
                      <a:pt x="3235" y="5373"/>
                      <a:pt x="3235" y="5373"/>
                    </a:cubicBezTo>
                    <a:cubicBezTo>
                      <a:pt x="3249" y="5415"/>
                      <a:pt x="3309" y="5434"/>
                      <a:pt x="3378" y="5434"/>
                    </a:cubicBezTo>
                    <a:cubicBezTo>
                      <a:pt x="3473" y="5434"/>
                      <a:pt x="3582" y="5398"/>
                      <a:pt x="3602" y="5340"/>
                    </a:cubicBezTo>
                    <a:cubicBezTo>
                      <a:pt x="3602" y="5340"/>
                      <a:pt x="3568" y="5206"/>
                      <a:pt x="3568" y="5006"/>
                    </a:cubicBezTo>
                    <a:cubicBezTo>
                      <a:pt x="3568" y="4806"/>
                      <a:pt x="3535" y="4506"/>
                      <a:pt x="3435" y="4172"/>
                    </a:cubicBezTo>
                    <a:cubicBezTo>
                      <a:pt x="3368" y="3505"/>
                      <a:pt x="3001" y="2705"/>
                      <a:pt x="2668" y="2171"/>
                    </a:cubicBezTo>
                    <a:cubicBezTo>
                      <a:pt x="2267" y="1637"/>
                      <a:pt x="1734" y="1003"/>
                      <a:pt x="1200" y="636"/>
                    </a:cubicBezTo>
                    <a:cubicBezTo>
                      <a:pt x="933" y="436"/>
                      <a:pt x="700" y="303"/>
                      <a:pt x="533" y="169"/>
                    </a:cubicBezTo>
                    <a:cubicBezTo>
                      <a:pt x="333" y="103"/>
                      <a:pt x="233" y="3"/>
                      <a:pt x="233" y="3"/>
                    </a:cubicBezTo>
                    <a:cubicBezTo>
                      <a:pt x="231" y="1"/>
                      <a:pt x="229"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33" name="Google Shape;3533;p28"/>
              <p:cNvSpPr/>
              <p:nvPr/>
            </p:nvSpPr>
            <p:spPr>
              <a:xfrm>
                <a:off x="1100560" y="4368004"/>
                <a:ext cx="68574" cy="104699"/>
              </a:xfrm>
              <a:custGeom>
                <a:avLst/>
                <a:gdLst/>
                <a:ahLst/>
                <a:cxnLst/>
                <a:rect l="l" t="t" r="r" b="b"/>
                <a:pathLst>
                  <a:path w="2836" h="4330" extrusionOk="0">
                    <a:moveTo>
                      <a:pt x="2619" y="1"/>
                    </a:moveTo>
                    <a:cubicBezTo>
                      <a:pt x="2527" y="1"/>
                      <a:pt x="2435" y="9"/>
                      <a:pt x="2435" y="26"/>
                    </a:cubicBezTo>
                    <a:cubicBezTo>
                      <a:pt x="2435" y="26"/>
                      <a:pt x="2435" y="126"/>
                      <a:pt x="2368" y="293"/>
                    </a:cubicBezTo>
                    <a:cubicBezTo>
                      <a:pt x="2335" y="393"/>
                      <a:pt x="2335" y="626"/>
                      <a:pt x="2268" y="860"/>
                    </a:cubicBezTo>
                    <a:cubicBezTo>
                      <a:pt x="2135" y="1360"/>
                      <a:pt x="1868" y="1894"/>
                      <a:pt x="1668" y="2294"/>
                    </a:cubicBezTo>
                    <a:cubicBezTo>
                      <a:pt x="1434" y="2661"/>
                      <a:pt x="1101" y="3162"/>
                      <a:pt x="701" y="3462"/>
                    </a:cubicBezTo>
                    <a:cubicBezTo>
                      <a:pt x="534" y="3629"/>
                      <a:pt x="367" y="3729"/>
                      <a:pt x="267" y="3829"/>
                    </a:cubicBezTo>
                    <a:cubicBezTo>
                      <a:pt x="133" y="3929"/>
                      <a:pt x="33" y="3996"/>
                      <a:pt x="33" y="3996"/>
                    </a:cubicBezTo>
                    <a:cubicBezTo>
                      <a:pt x="0" y="4029"/>
                      <a:pt x="133" y="4329"/>
                      <a:pt x="200" y="4329"/>
                    </a:cubicBezTo>
                    <a:lnTo>
                      <a:pt x="467" y="4196"/>
                    </a:lnTo>
                    <a:cubicBezTo>
                      <a:pt x="600" y="4129"/>
                      <a:pt x="834" y="4029"/>
                      <a:pt x="1034" y="3862"/>
                    </a:cubicBezTo>
                    <a:cubicBezTo>
                      <a:pt x="1534" y="3562"/>
                      <a:pt x="2001" y="3062"/>
                      <a:pt x="2302" y="2628"/>
                    </a:cubicBezTo>
                    <a:cubicBezTo>
                      <a:pt x="2602" y="2161"/>
                      <a:pt x="2802" y="1494"/>
                      <a:pt x="2802" y="960"/>
                    </a:cubicBezTo>
                    <a:cubicBezTo>
                      <a:pt x="2835" y="693"/>
                      <a:pt x="2802" y="460"/>
                      <a:pt x="2802" y="293"/>
                    </a:cubicBezTo>
                    <a:lnTo>
                      <a:pt x="2802" y="26"/>
                    </a:lnTo>
                    <a:cubicBezTo>
                      <a:pt x="2802" y="9"/>
                      <a:pt x="2710" y="1"/>
                      <a:pt x="26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34" name="Google Shape;3534;p28"/>
              <p:cNvSpPr/>
              <p:nvPr/>
            </p:nvSpPr>
            <p:spPr>
              <a:xfrm>
                <a:off x="946533" y="4492749"/>
                <a:ext cx="100758" cy="65504"/>
              </a:xfrm>
              <a:custGeom>
                <a:avLst/>
                <a:gdLst/>
                <a:ahLst/>
                <a:cxnLst/>
                <a:rect l="l" t="t" r="r" b="b"/>
                <a:pathLst>
                  <a:path w="4167" h="2709" extrusionOk="0">
                    <a:moveTo>
                      <a:pt x="3878" y="1"/>
                    </a:moveTo>
                    <a:cubicBezTo>
                      <a:pt x="3874" y="1"/>
                      <a:pt x="3870" y="2"/>
                      <a:pt x="3868" y="4"/>
                    </a:cubicBezTo>
                    <a:cubicBezTo>
                      <a:pt x="3868" y="4"/>
                      <a:pt x="3568" y="204"/>
                      <a:pt x="3201" y="471"/>
                    </a:cubicBezTo>
                    <a:cubicBezTo>
                      <a:pt x="3134" y="538"/>
                      <a:pt x="3001" y="571"/>
                      <a:pt x="2901" y="671"/>
                    </a:cubicBezTo>
                    <a:cubicBezTo>
                      <a:pt x="2801" y="738"/>
                      <a:pt x="2701" y="805"/>
                      <a:pt x="2567" y="871"/>
                    </a:cubicBezTo>
                    <a:cubicBezTo>
                      <a:pt x="2367" y="1005"/>
                      <a:pt x="2167" y="1138"/>
                      <a:pt x="2000" y="1238"/>
                    </a:cubicBezTo>
                    <a:lnTo>
                      <a:pt x="1366" y="1639"/>
                    </a:lnTo>
                    <a:lnTo>
                      <a:pt x="733" y="2005"/>
                    </a:lnTo>
                    <a:cubicBezTo>
                      <a:pt x="332" y="2239"/>
                      <a:pt x="32" y="2406"/>
                      <a:pt x="32" y="2406"/>
                    </a:cubicBezTo>
                    <a:cubicBezTo>
                      <a:pt x="1" y="2469"/>
                      <a:pt x="117" y="2709"/>
                      <a:pt x="214" y="2709"/>
                    </a:cubicBezTo>
                    <a:cubicBezTo>
                      <a:pt x="221" y="2709"/>
                      <a:pt x="226" y="2708"/>
                      <a:pt x="232" y="2706"/>
                    </a:cubicBezTo>
                    <a:cubicBezTo>
                      <a:pt x="232" y="2706"/>
                      <a:pt x="566" y="2639"/>
                      <a:pt x="1033" y="2472"/>
                    </a:cubicBezTo>
                    <a:cubicBezTo>
                      <a:pt x="1300" y="2372"/>
                      <a:pt x="1500" y="2306"/>
                      <a:pt x="1733" y="2172"/>
                    </a:cubicBezTo>
                    <a:cubicBezTo>
                      <a:pt x="2000" y="2072"/>
                      <a:pt x="2200" y="1972"/>
                      <a:pt x="2401" y="1839"/>
                    </a:cubicBezTo>
                    <a:cubicBezTo>
                      <a:pt x="2634" y="1705"/>
                      <a:pt x="2834" y="1538"/>
                      <a:pt x="3034" y="1372"/>
                    </a:cubicBezTo>
                    <a:cubicBezTo>
                      <a:pt x="3134" y="1305"/>
                      <a:pt x="3234" y="1205"/>
                      <a:pt x="3335" y="1138"/>
                    </a:cubicBezTo>
                    <a:lnTo>
                      <a:pt x="3568" y="871"/>
                    </a:lnTo>
                    <a:cubicBezTo>
                      <a:pt x="3868" y="504"/>
                      <a:pt x="4135" y="238"/>
                      <a:pt x="4135" y="238"/>
                    </a:cubicBezTo>
                    <a:cubicBezTo>
                      <a:pt x="4166" y="206"/>
                      <a:pt x="3936" y="1"/>
                      <a:pt x="3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35" name="Google Shape;3535;p28"/>
              <p:cNvSpPr/>
              <p:nvPr/>
            </p:nvSpPr>
            <p:spPr>
              <a:xfrm>
                <a:off x="764216" y="4591234"/>
                <a:ext cx="109705" cy="47683"/>
              </a:xfrm>
              <a:custGeom>
                <a:avLst/>
                <a:gdLst/>
                <a:ahLst/>
                <a:cxnLst/>
                <a:rect l="l" t="t" r="r" b="b"/>
                <a:pathLst>
                  <a:path w="4537" h="1972" extrusionOk="0">
                    <a:moveTo>
                      <a:pt x="3603" y="1"/>
                    </a:moveTo>
                    <a:cubicBezTo>
                      <a:pt x="3102" y="1"/>
                      <a:pt x="2502" y="134"/>
                      <a:pt x="2035" y="301"/>
                    </a:cubicBezTo>
                    <a:cubicBezTo>
                      <a:pt x="1568" y="501"/>
                      <a:pt x="1001" y="801"/>
                      <a:pt x="601" y="1135"/>
                    </a:cubicBezTo>
                    <a:cubicBezTo>
                      <a:pt x="400" y="1268"/>
                      <a:pt x="267" y="1435"/>
                      <a:pt x="167" y="1568"/>
                    </a:cubicBezTo>
                    <a:lnTo>
                      <a:pt x="0" y="1735"/>
                    </a:lnTo>
                    <a:cubicBezTo>
                      <a:pt x="0" y="1766"/>
                      <a:pt x="175" y="1972"/>
                      <a:pt x="198" y="1972"/>
                    </a:cubicBezTo>
                    <a:cubicBezTo>
                      <a:pt x="199" y="1972"/>
                      <a:pt x="200" y="1971"/>
                      <a:pt x="200" y="1969"/>
                    </a:cubicBezTo>
                    <a:cubicBezTo>
                      <a:pt x="200" y="1969"/>
                      <a:pt x="267" y="1935"/>
                      <a:pt x="400" y="1835"/>
                    </a:cubicBezTo>
                    <a:cubicBezTo>
                      <a:pt x="534" y="1769"/>
                      <a:pt x="701" y="1668"/>
                      <a:pt x="901" y="1568"/>
                    </a:cubicBezTo>
                    <a:cubicBezTo>
                      <a:pt x="1268" y="1302"/>
                      <a:pt x="1835" y="1135"/>
                      <a:pt x="2235" y="968"/>
                    </a:cubicBezTo>
                    <a:cubicBezTo>
                      <a:pt x="2669" y="835"/>
                      <a:pt x="3202" y="634"/>
                      <a:pt x="3669" y="568"/>
                    </a:cubicBezTo>
                    <a:cubicBezTo>
                      <a:pt x="3903" y="468"/>
                      <a:pt x="4070" y="468"/>
                      <a:pt x="4236" y="434"/>
                    </a:cubicBezTo>
                    <a:cubicBezTo>
                      <a:pt x="4403" y="401"/>
                      <a:pt x="4503" y="401"/>
                      <a:pt x="4503" y="401"/>
                    </a:cubicBezTo>
                    <a:cubicBezTo>
                      <a:pt x="4537" y="401"/>
                      <a:pt x="4537" y="1"/>
                      <a:pt x="45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36" name="Google Shape;3536;p28"/>
              <p:cNvSpPr/>
              <p:nvPr/>
            </p:nvSpPr>
            <p:spPr>
              <a:xfrm>
                <a:off x="660967" y="4647646"/>
                <a:ext cx="66979" cy="110889"/>
              </a:xfrm>
              <a:custGeom>
                <a:avLst/>
                <a:gdLst/>
                <a:ahLst/>
                <a:cxnLst/>
                <a:rect l="l" t="t" r="r" b="b"/>
                <a:pathLst>
                  <a:path w="2770" h="4586" extrusionOk="0">
                    <a:moveTo>
                      <a:pt x="2509" y="0"/>
                    </a:moveTo>
                    <a:cubicBezTo>
                      <a:pt x="2506" y="0"/>
                      <a:pt x="2504" y="1"/>
                      <a:pt x="2502" y="3"/>
                    </a:cubicBezTo>
                    <a:cubicBezTo>
                      <a:pt x="2502" y="3"/>
                      <a:pt x="2435" y="103"/>
                      <a:pt x="2302" y="169"/>
                    </a:cubicBezTo>
                    <a:cubicBezTo>
                      <a:pt x="2169" y="269"/>
                      <a:pt x="2002" y="403"/>
                      <a:pt x="1802" y="603"/>
                    </a:cubicBezTo>
                    <a:cubicBezTo>
                      <a:pt x="1368" y="937"/>
                      <a:pt x="968" y="1470"/>
                      <a:pt x="701" y="1937"/>
                    </a:cubicBezTo>
                    <a:cubicBezTo>
                      <a:pt x="467" y="2371"/>
                      <a:pt x="201" y="3005"/>
                      <a:pt x="134" y="3572"/>
                    </a:cubicBezTo>
                    <a:cubicBezTo>
                      <a:pt x="100" y="3805"/>
                      <a:pt x="34" y="4072"/>
                      <a:pt x="34" y="4239"/>
                    </a:cubicBezTo>
                    <a:cubicBezTo>
                      <a:pt x="0" y="4406"/>
                      <a:pt x="0" y="4472"/>
                      <a:pt x="0" y="4472"/>
                    </a:cubicBezTo>
                    <a:cubicBezTo>
                      <a:pt x="25" y="4548"/>
                      <a:pt x="201" y="4585"/>
                      <a:pt x="301" y="4585"/>
                    </a:cubicBezTo>
                    <a:cubicBezTo>
                      <a:pt x="334" y="4585"/>
                      <a:pt x="359" y="4581"/>
                      <a:pt x="367" y="4573"/>
                    </a:cubicBezTo>
                    <a:cubicBezTo>
                      <a:pt x="367" y="4573"/>
                      <a:pt x="434" y="4472"/>
                      <a:pt x="467" y="4306"/>
                    </a:cubicBezTo>
                    <a:cubicBezTo>
                      <a:pt x="501" y="4172"/>
                      <a:pt x="601" y="3972"/>
                      <a:pt x="668" y="3739"/>
                    </a:cubicBezTo>
                    <a:cubicBezTo>
                      <a:pt x="834" y="3272"/>
                      <a:pt x="1135" y="2738"/>
                      <a:pt x="1335" y="2304"/>
                    </a:cubicBezTo>
                    <a:cubicBezTo>
                      <a:pt x="1535" y="1904"/>
                      <a:pt x="1835" y="1337"/>
                      <a:pt x="2169" y="970"/>
                    </a:cubicBezTo>
                    <a:cubicBezTo>
                      <a:pt x="2335" y="803"/>
                      <a:pt x="2469" y="636"/>
                      <a:pt x="2602" y="503"/>
                    </a:cubicBezTo>
                    <a:cubicBezTo>
                      <a:pt x="2669" y="403"/>
                      <a:pt x="2769" y="303"/>
                      <a:pt x="2769" y="303"/>
                    </a:cubicBezTo>
                    <a:cubicBezTo>
                      <a:pt x="2769" y="271"/>
                      <a:pt x="2559" y="0"/>
                      <a:pt x="25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37" name="Google Shape;3537;p28"/>
              <p:cNvSpPr/>
              <p:nvPr/>
            </p:nvSpPr>
            <p:spPr>
              <a:xfrm>
                <a:off x="660169" y="4824547"/>
                <a:ext cx="36318" cy="90965"/>
              </a:xfrm>
              <a:custGeom>
                <a:avLst/>
                <a:gdLst/>
                <a:ahLst/>
                <a:cxnLst/>
                <a:rect l="l" t="t" r="r" b="b"/>
                <a:pathLst>
                  <a:path w="1502" h="3762" extrusionOk="0">
                    <a:moveTo>
                      <a:pt x="267" y="0"/>
                    </a:moveTo>
                    <a:cubicBezTo>
                      <a:pt x="167" y="0"/>
                      <a:pt x="67" y="9"/>
                      <a:pt x="67" y="25"/>
                    </a:cubicBezTo>
                    <a:cubicBezTo>
                      <a:pt x="67" y="25"/>
                      <a:pt x="33" y="125"/>
                      <a:pt x="33" y="259"/>
                    </a:cubicBezTo>
                    <a:cubicBezTo>
                      <a:pt x="33" y="359"/>
                      <a:pt x="0" y="526"/>
                      <a:pt x="0" y="759"/>
                    </a:cubicBezTo>
                    <a:cubicBezTo>
                      <a:pt x="0" y="1159"/>
                      <a:pt x="33" y="1660"/>
                      <a:pt x="133" y="2027"/>
                    </a:cubicBezTo>
                    <a:cubicBezTo>
                      <a:pt x="167" y="2260"/>
                      <a:pt x="234" y="2460"/>
                      <a:pt x="334" y="2660"/>
                    </a:cubicBezTo>
                    <a:cubicBezTo>
                      <a:pt x="467" y="2861"/>
                      <a:pt x="567" y="3094"/>
                      <a:pt x="701" y="3261"/>
                    </a:cubicBezTo>
                    <a:cubicBezTo>
                      <a:pt x="734" y="3328"/>
                      <a:pt x="834" y="3361"/>
                      <a:pt x="867" y="3461"/>
                    </a:cubicBezTo>
                    <a:cubicBezTo>
                      <a:pt x="901" y="3528"/>
                      <a:pt x="1001" y="3594"/>
                      <a:pt x="1034" y="3628"/>
                    </a:cubicBezTo>
                    <a:cubicBezTo>
                      <a:pt x="1168" y="3694"/>
                      <a:pt x="1201" y="3761"/>
                      <a:pt x="1201" y="3761"/>
                    </a:cubicBezTo>
                    <a:cubicBezTo>
                      <a:pt x="1234" y="3761"/>
                      <a:pt x="1468" y="3528"/>
                      <a:pt x="1501" y="3494"/>
                    </a:cubicBezTo>
                    <a:lnTo>
                      <a:pt x="1401" y="3328"/>
                    </a:lnTo>
                    <a:cubicBezTo>
                      <a:pt x="1368" y="3294"/>
                      <a:pt x="1334" y="3261"/>
                      <a:pt x="1301" y="3161"/>
                    </a:cubicBezTo>
                    <a:cubicBezTo>
                      <a:pt x="1301" y="3127"/>
                      <a:pt x="1234" y="3027"/>
                      <a:pt x="1201" y="2961"/>
                    </a:cubicBezTo>
                    <a:cubicBezTo>
                      <a:pt x="1134" y="2794"/>
                      <a:pt x="1067" y="2594"/>
                      <a:pt x="1001" y="2427"/>
                    </a:cubicBezTo>
                    <a:cubicBezTo>
                      <a:pt x="901" y="2260"/>
                      <a:pt x="867" y="2027"/>
                      <a:pt x="834" y="1860"/>
                    </a:cubicBezTo>
                    <a:cubicBezTo>
                      <a:pt x="734" y="1493"/>
                      <a:pt x="667" y="1093"/>
                      <a:pt x="567" y="692"/>
                    </a:cubicBezTo>
                    <a:cubicBezTo>
                      <a:pt x="534" y="526"/>
                      <a:pt x="500" y="359"/>
                      <a:pt x="500" y="259"/>
                    </a:cubicBezTo>
                    <a:cubicBezTo>
                      <a:pt x="467" y="125"/>
                      <a:pt x="467" y="25"/>
                      <a:pt x="467" y="25"/>
                    </a:cubicBezTo>
                    <a:cubicBezTo>
                      <a:pt x="467" y="9"/>
                      <a:pt x="367"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38" name="Google Shape;3538;p28"/>
              <p:cNvSpPr/>
              <p:nvPr/>
            </p:nvSpPr>
            <p:spPr>
              <a:xfrm>
                <a:off x="735272" y="4956545"/>
                <a:ext cx="126558" cy="61393"/>
              </a:xfrm>
              <a:custGeom>
                <a:avLst/>
                <a:gdLst/>
                <a:ahLst/>
                <a:cxnLst/>
                <a:rect l="l" t="t" r="r" b="b"/>
                <a:pathLst>
                  <a:path w="5234" h="2539" extrusionOk="0">
                    <a:moveTo>
                      <a:pt x="283" y="1"/>
                    </a:moveTo>
                    <a:cubicBezTo>
                      <a:pt x="203" y="1"/>
                      <a:pt x="0" y="241"/>
                      <a:pt x="63" y="304"/>
                    </a:cubicBezTo>
                    <a:lnTo>
                      <a:pt x="263" y="504"/>
                    </a:lnTo>
                    <a:cubicBezTo>
                      <a:pt x="397" y="637"/>
                      <a:pt x="597" y="804"/>
                      <a:pt x="797" y="971"/>
                    </a:cubicBezTo>
                    <a:cubicBezTo>
                      <a:pt x="1230" y="1338"/>
                      <a:pt x="1831" y="1671"/>
                      <a:pt x="2331" y="1905"/>
                    </a:cubicBezTo>
                    <a:cubicBezTo>
                      <a:pt x="2832" y="2138"/>
                      <a:pt x="3565" y="2338"/>
                      <a:pt x="4099" y="2405"/>
                    </a:cubicBezTo>
                    <a:cubicBezTo>
                      <a:pt x="4399" y="2472"/>
                      <a:pt x="4633" y="2505"/>
                      <a:pt x="4800" y="2505"/>
                    </a:cubicBezTo>
                    <a:cubicBezTo>
                      <a:pt x="4966" y="2539"/>
                      <a:pt x="5100" y="2539"/>
                      <a:pt x="5100" y="2539"/>
                    </a:cubicBezTo>
                    <a:cubicBezTo>
                      <a:pt x="5200" y="2505"/>
                      <a:pt x="5233" y="2205"/>
                      <a:pt x="5133" y="2138"/>
                    </a:cubicBezTo>
                    <a:cubicBezTo>
                      <a:pt x="5133" y="2138"/>
                      <a:pt x="5067" y="2072"/>
                      <a:pt x="4900" y="2038"/>
                    </a:cubicBezTo>
                    <a:lnTo>
                      <a:pt x="4266" y="1838"/>
                    </a:lnTo>
                    <a:cubicBezTo>
                      <a:pt x="3766" y="1705"/>
                      <a:pt x="3132" y="1404"/>
                      <a:pt x="2665" y="1204"/>
                    </a:cubicBezTo>
                    <a:cubicBezTo>
                      <a:pt x="2231" y="1004"/>
                      <a:pt x="1597" y="737"/>
                      <a:pt x="1130" y="470"/>
                    </a:cubicBezTo>
                    <a:cubicBezTo>
                      <a:pt x="897" y="337"/>
                      <a:pt x="663" y="204"/>
                      <a:pt x="563" y="137"/>
                    </a:cubicBezTo>
                    <a:lnTo>
                      <a:pt x="296" y="3"/>
                    </a:lnTo>
                    <a:cubicBezTo>
                      <a:pt x="293" y="1"/>
                      <a:pt x="288" y="1"/>
                      <a:pt x="2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39" name="Google Shape;3539;p28"/>
              <p:cNvSpPr/>
              <p:nvPr/>
            </p:nvSpPr>
            <p:spPr>
              <a:xfrm>
                <a:off x="894860" y="5013078"/>
                <a:ext cx="83058" cy="36391"/>
              </a:xfrm>
              <a:custGeom>
                <a:avLst/>
                <a:gdLst/>
                <a:ahLst/>
                <a:cxnLst/>
                <a:rect l="l" t="t" r="r" b="b"/>
                <a:pathLst>
                  <a:path w="3435" h="1505" extrusionOk="0">
                    <a:moveTo>
                      <a:pt x="668" y="0"/>
                    </a:moveTo>
                    <a:cubicBezTo>
                      <a:pt x="501" y="0"/>
                      <a:pt x="335" y="34"/>
                      <a:pt x="201" y="34"/>
                    </a:cubicBezTo>
                    <a:cubicBezTo>
                      <a:pt x="134" y="67"/>
                      <a:pt x="34" y="67"/>
                      <a:pt x="34" y="67"/>
                    </a:cubicBezTo>
                    <a:cubicBezTo>
                      <a:pt x="1" y="67"/>
                      <a:pt x="1" y="467"/>
                      <a:pt x="34" y="467"/>
                    </a:cubicBezTo>
                    <a:cubicBezTo>
                      <a:pt x="34" y="467"/>
                      <a:pt x="68" y="501"/>
                      <a:pt x="201" y="501"/>
                    </a:cubicBezTo>
                    <a:cubicBezTo>
                      <a:pt x="301" y="501"/>
                      <a:pt x="468" y="534"/>
                      <a:pt x="635" y="567"/>
                    </a:cubicBezTo>
                    <a:cubicBezTo>
                      <a:pt x="968" y="668"/>
                      <a:pt x="1369" y="801"/>
                      <a:pt x="1669" y="868"/>
                    </a:cubicBezTo>
                    <a:cubicBezTo>
                      <a:pt x="1969" y="968"/>
                      <a:pt x="2369" y="1034"/>
                      <a:pt x="2670" y="1201"/>
                    </a:cubicBezTo>
                    <a:cubicBezTo>
                      <a:pt x="2836" y="1301"/>
                      <a:pt x="2970" y="1368"/>
                      <a:pt x="3036" y="1401"/>
                    </a:cubicBezTo>
                    <a:cubicBezTo>
                      <a:pt x="3137" y="1435"/>
                      <a:pt x="3170" y="1501"/>
                      <a:pt x="3170" y="1501"/>
                    </a:cubicBezTo>
                    <a:cubicBezTo>
                      <a:pt x="3172" y="1504"/>
                      <a:pt x="3175" y="1505"/>
                      <a:pt x="3179" y="1505"/>
                    </a:cubicBezTo>
                    <a:cubicBezTo>
                      <a:pt x="3233" y="1505"/>
                      <a:pt x="3435" y="1293"/>
                      <a:pt x="3403" y="1168"/>
                    </a:cubicBezTo>
                    <a:lnTo>
                      <a:pt x="3303" y="1034"/>
                    </a:lnTo>
                    <a:cubicBezTo>
                      <a:pt x="3237" y="968"/>
                      <a:pt x="3137" y="834"/>
                      <a:pt x="2970" y="701"/>
                    </a:cubicBezTo>
                    <a:cubicBezTo>
                      <a:pt x="2670" y="467"/>
                      <a:pt x="2203" y="234"/>
                      <a:pt x="1869" y="134"/>
                    </a:cubicBezTo>
                    <a:cubicBezTo>
                      <a:pt x="1502" y="34"/>
                      <a:pt x="1035" y="0"/>
                      <a:pt x="6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40" name="Google Shape;3540;p28"/>
              <p:cNvSpPr/>
              <p:nvPr/>
            </p:nvSpPr>
            <p:spPr>
              <a:xfrm>
                <a:off x="1026351" y="5084603"/>
                <a:ext cx="65359" cy="59168"/>
              </a:xfrm>
              <a:custGeom>
                <a:avLst/>
                <a:gdLst/>
                <a:ahLst/>
                <a:cxnLst/>
                <a:rect l="l" t="t" r="r" b="b"/>
                <a:pathLst>
                  <a:path w="2703" h="2447" extrusionOk="0">
                    <a:moveTo>
                      <a:pt x="226" y="1"/>
                    </a:moveTo>
                    <a:cubicBezTo>
                      <a:pt x="185" y="1"/>
                      <a:pt x="0" y="215"/>
                      <a:pt x="0" y="245"/>
                    </a:cubicBezTo>
                    <a:cubicBezTo>
                      <a:pt x="0" y="245"/>
                      <a:pt x="567" y="1079"/>
                      <a:pt x="1068" y="1546"/>
                    </a:cubicBezTo>
                    <a:cubicBezTo>
                      <a:pt x="1334" y="1746"/>
                      <a:pt x="1668" y="2013"/>
                      <a:pt x="1935" y="2179"/>
                    </a:cubicBezTo>
                    <a:cubicBezTo>
                      <a:pt x="2235" y="2346"/>
                      <a:pt x="2502" y="2446"/>
                      <a:pt x="2502" y="2446"/>
                    </a:cubicBezTo>
                    <a:cubicBezTo>
                      <a:pt x="2535" y="2446"/>
                      <a:pt x="2702" y="2213"/>
                      <a:pt x="2702" y="2179"/>
                    </a:cubicBezTo>
                    <a:cubicBezTo>
                      <a:pt x="2702" y="2179"/>
                      <a:pt x="2502" y="2013"/>
                      <a:pt x="2268" y="1746"/>
                    </a:cubicBezTo>
                    <a:cubicBezTo>
                      <a:pt x="2035" y="1479"/>
                      <a:pt x="1768" y="1212"/>
                      <a:pt x="1535" y="979"/>
                    </a:cubicBezTo>
                    <a:cubicBezTo>
                      <a:pt x="1068" y="578"/>
                      <a:pt x="234" y="11"/>
                      <a:pt x="234" y="11"/>
                    </a:cubicBezTo>
                    <a:cubicBezTo>
                      <a:pt x="234" y="4"/>
                      <a:pt x="231" y="1"/>
                      <a:pt x="2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41" name="Google Shape;3541;p28"/>
              <p:cNvSpPr/>
              <p:nvPr/>
            </p:nvSpPr>
            <p:spPr>
              <a:xfrm>
                <a:off x="172991" y="4146805"/>
                <a:ext cx="510585" cy="76892"/>
              </a:xfrm>
              <a:custGeom>
                <a:avLst/>
                <a:gdLst/>
                <a:ahLst/>
                <a:cxnLst/>
                <a:rect l="l" t="t" r="r" b="b"/>
                <a:pathLst>
                  <a:path w="21116" h="3180" extrusionOk="0">
                    <a:moveTo>
                      <a:pt x="10841" y="1"/>
                    </a:moveTo>
                    <a:cubicBezTo>
                      <a:pt x="10675" y="201"/>
                      <a:pt x="10474" y="468"/>
                      <a:pt x="10241" y="701"/>
                    </a:cubicBezTo>
                    <a:cubicBezTo>
                      <a:pt x="10141" y="835"/>
                      <a:pt x="10041" y="968"/>
                      <a:pt x="9907" y="1068"/>
                    </a:cubicBezTo>
                    <a:lnTo>
                      <a:pt x="9874" y="1135"/>
                    </a:lnTo>
                    <a:lnTo>
                      <a:pt x="9841" y="1168"/>
                    </a:lnTo>
                    <a:lnTo>
                      <a:pt x="9741" y="1268"/>
                    </a:lnTo>
                    <a:cubicBezTo>
                      <a:pt x="9540" y="1468"/>
                      <a:pt x="9307" y="1635"/>
                      <a:pt x="9040" y="1769"/>
                    </a:cubicBezTo>
                    <a:cubicBezTo>
                      <a:pt x="8572" y="2003"/>
                      <a:pt x="8053" y="2108"/>
                      <a:pt x="7527" y="2108"/>
                    </a:cubicBezTo>
                    <a:cubicBezTo>
                      <a:pt x="7453" y="2108"/>
                      <a:pt x="7379" y="2106"/>
                      <a:pt x="7306" y="2102"/>
                    </a:cubicBezTo>
                    <a:cubicBezTo>
                      <a:pt x="6672" y="2036"/>
                      <a:pt x="6071" y="1802"/>
                      <a:pt x="5571" y="1468"/>
                    </a:cubicBezTo>
                    <a:cubicBezTo>
                      <a:pt x="5471" y="1335"/>
                      <a:pt x="5337" y="1268"/>
                      <a:pt x="5204" y="1168"/>
                    </a:cubicBezTo>
                    <a:lnTo>
                      <a:pt x="5037" y="1035"/>
                    </a:lnTo>
                    <a:lnTo>
                      <a:pt x="4904" y="935"/>
                    </a:lnTo>
                    <a:lnTo>
                      <a:pt x="4804" y="801"/>
                    </a:lnTo>
                    <a:lnTo>
                      <a:pt x="4537" y="534"/>
                    </a:lnTo>
                    <a:lnTo>
                      <a:pt x="4504" y="501"/>
                    </a:lnTo>
                    <a:lnTo>
                      <a:pt x="4403" y="568"/>
                    </a:lnTo>
                    <a:lnTo>
                      <a:pt x="4237" y="701"/>
                    </a:lnTo>
                    <a:cubicBezTo>
                      <a:pt x="4137" y="868"/>
                      <a:pt x="3970" y="1001"/>
                      <a:pt x="3836" y="1135"/>
                    </a:cubicBezTo>
                    <a:cubicBezTo>
                      <a:pt x="3002" y="1902"/>
                      <a:pt x="2068" y="2369"/>
                      <a:pt x="1368" y="2503"/>
                    </a:cubicBezTo>
                    <a:cubicBezTo>
                      <a:pt x="1034" y="2569"/>
                      <a:pt x="734" y="2636"/>
                      <a:pt x="534" y="2636"/>
                    </a:cubicBezTo>
                    <a:lnTo>
                      <a:pt x="234" y="2636"/>
                    </a:lnTo>
                    <a:cubicBezTo>
                      <a:pt x="0" y="2669"/>
                      <a:pt x="0" y="3003"/>
                      <a:pt x="234" y="3003"/>
                    </a:cubicBezTo>
                    <a:lnTo>
                      <a:pt x="567" y="3003"/>
                    </a:lnTo>
                    <a:cubicBezTo>
                      <a:pt x="801" y="3003"/>
                      <a:pt x="1134" y="2970"/>
                      <a:pt x="1501" y="2903"/>
                    </a:cubicBezTo>
                    <a:cubicBezTo>
                      <a:pt x="1702" y="2836"/>
                      <a:pt x="1902" y="2836"/>
                      <a:pt x="2135" y="2736"/>
                    </a:cubicBezTo>
                    <a:cubicBezTo>
                      <a:pt x="2369" y="2669"/>
                      <a:pt x="2569" y="2603"/>
                      <a:pt x="2836" y="2469"/>
                    </a:cubicBezTo>
                    <a:cubicBezTo>
                      <a:pt x="3303" y="2236"/>
                      <a:pt x="3803" y="1869"/>
                      <a:pt x="4237" y="1502"/>
                    </a:cubicBezTo>
                    <a:lnTo>
                      <a:pt x="4403" y="1335"/>
                    </a:lnTo>
                    <a:lnTo>
                      <a:pt x="4470" y="1302"/>
                    </a:lnTo>
                    <a:cubicBezTo>
                      <a:pt x="4470" y="1302"/>
                      <a:pt x="4470" y="1272"/>
                      <a:pt x="4480" y="1272"/>
                    </a:cubicBezTo>
                    <a:cubicBezTo>
                      <a:pt x="4485" y="1272"/>
                      <a:pt x="4492" y="1279"/>
                      <a:pt x="4504" y="1302"/>
                    </a:cubicBezTo>
                    <a:lnTo>
                      <a:pt x="4570" y="1368"/>
                    </a:lnTo>
                    <a:lnTo>
                      <a:pt x="4637" y="1402"/>
                    </a:lnTo>
                    <a:lnTo>
                      <a:pt x="4670" y="1468"/>
                    </a:lnTo>
                    <a:lnTo>
                      <a:pt x="4870" y="1635"/>
                    </a:lnTo>
                    <a:cubicBezTo>
                      <a:pt x="5004" y="1769"/>
                      <a:pt x="5171" y="1869"/>
                      <a:pt x="5304" y="1969"/>
                    </a:cubicBezTo>
                    <a:cubicBezTo>
                      <a:pt x="5871" y="2369"/>
                      <a:pt x="6538" y="2669"/>
                      <a:pt x="7306" y="2736"/>
                    </a:cubicBezTo>
                    <a:cubicBezTo>
                      <a:pt x="7486" y="2771"/>
                      <a:pt x="7674" y="2787"/>
                      <a:pt x="7863" y="2787"/>
                    </a:cubicBezTo>
                    <a:cubicBezTo>
                      <a:pt x="8406" y="2787"/>
                      <a:pt x="8962" y="2650"/>
                      <a:pt x="9407" y="2402"/>
                    </a:cubicBezTo>
                    <a:cubicBezTo>
                      <a:pt x="9741" y="2236"/>
                      <a:pt x="10041" y="2036"/>
                      <a:pt x="10308" y="1835"/>
                    </a:cubicBezTo>
                    <a:lnTo>
                      <a:pt x="10474" y="1669"/>
                    </a:lnTo>
                    <a:cubicBezTo>
                      <a:pt x="10508" y="1802"/>
                      <a:pt x="10575" y="1969"/>
                      <a:pt x="10675" y="2136"/>
                    </a:cubicBezTo>
                    <a:cubicBezTo>
                      <a:pt x="10841" y="2436"/>
                      <a:pt x="11175" y="2703"/>
                      <a:pt x="11509" y="2869"/>
                    </a:cubicBezTo>
                    <a:cubicBezTo>
                      <a:pt x="11922" y="3106"/>
                      <a:pt x="12359" y="3179"/>
                      <a:pt x="12792" y="3179"/>
                    </a:cubicBezTo>
                    <a:cubicBezTo>
                      <a:pt x="13092" y="3179"/>
                      <a:pt x="13390" y="3144"/>
                      <a:pt x="13677" y="3103"/>
                    </a:cubicBezTo>
                    <a:cubicBezTo>
                      <a:pt x="14377" y="2970"/>
                      <a:pt x="15044" y="2703"/>
                      <a:pt x="15678" y="2436"/>
                    </a:cubicBezTo>
                    <a:cubicBezTo>
                      <a:pt x="15978" y="2302"/>
                      <a:pt x="16245" y="2136"/>
                      <a:pt x="16545" y="1935"/>
                    </a:cubicBezTo>
                    <a:cubicBezTo>
                      <a:pt x="16646" y="1835"/>
                      <a:pt x="16679" y="1802"/>
                      <a:pt x="16746" y="1769"/>
                    </a:cubicBezTo>
                    <a:lnTo>
                      <a:pt x="16846" y="1669"/>
                    </a:lnTo>
                    <a:lnTo>
                      <a:pt x="16879" y="1635"/>
                    </a:lnTo>
                    <a:cubicBezTo>
                      <a:pt x="16925" y="1612"/>
                      <a:pt x="16955" y="1573"/>
                      <a:pt x="16969" y="1573"/>
                    </a:cubicBezTo>
                    <a:cubicBezTo>
                      <a:pt x="16976" y="1573"/>
                      <a:pt x="16979" y="1581"/>
                      <a:pt x="16979" y="1602"/>
                    </a:cubicBezTo>
                    <a:cubicBezTo>
                      <a:pt x="17012" y="1602"/>
                      <a:pt x="17012" y="1635"/>
                      <a:pt x="17012" y="1635"/>
                    </a:cubicBezTo>
                    <a:lnTo>
                      <a:pt x="17046" y="1702"/>
                    </a:lnTo>
                    <a:cubicBezTo>
                      <a:pt x="17113" y="1702"/>
                      <a:pt x="17113" y="1769"/>
                      <a:pt x="17146" y="1802"/>
                    </a:cubicBezTo>
                    <a:cubicBezTo>
                      <a:pt x="17279" y="1935"/>
                      <a:pt x="17346" y="2036"/>
                      <a:pt x="17479" y="2136"/>
                    </a:cubicBezTo>
                    <a:cubicBezTo>
                      <a:pt x="17680" y="2336"/>
                      <a:pt x="17946" y="2503"/>
                      <a:pt x="18180" y="2636"/>
                    </a:cubicBezTo>
                    <a:cubicBezTo>
                      <a:pt x="18647" y="2869"/>
                      <a:pt x="19114" y="3003"/>
                      <a:pt x="19514" y="3103"/>
                    </a:cubicBezTo>
                    <a:cubicBezTo>
                      <a:pt x="19731" y="3120"/>
                      <a:pt x="19923" y="3128"/>
                      <a:pt x="20085" y="3128"/>
                    </a:cubicBezTo>
                    <a:cubicBezTo>
                      <a:pt x="20248" y="3128"/>
                      <a:pt x="20382" y="3120"/>
                      <a:pt x="20482" y="3103"/>
                    </a:cubicBezTo>
                    <a:cubicBezTo>
                      <a:pt x="20682" y="3036"/>
                      <a:pt x="20815" y="3003"/>
                      <a:pt x="20815" y="3003"/>
                    </a:cubicBezTo>
                    <a:cubicBezTo>
                      <a:pt x="21115" y="2869"/>
                      <a:pt x="20882" y="2603"/>
                      <a:pt x="20582" y="2569"/>
                    </a:cubicBezTo>
                    <a:cubicBezTo>
                      <a:pt x="20582" y="2569"/>
                      <a:pt x="20548" y="2636"/>
                      <a:pt x="20515" y="2636"/>
                    </a:cubicBezTo>
                    <a:cubicBezTo>
                      <a:pt x="20482" y="2636"/>
                      <a:pt x="20382" y="2669"/>
                      <a:pt x="20315" y="2669"/>
                    </a:cubicBezTo>
                    <a:cubicBezTo>
                      <a:pt x="20218" y="2683"/>
                      <a:pt x="20116" y="2691"/>
                      <a:pt x="20005" y="2691"/>
                    </a:cubicBezTo>
                    <a:cubicBezTo>
                      <a:pt x="19849" y="2691"/>
                      <a:pt x="19676" y="2675"/>
                      <a:pt x="19481" y="2636"/>
                    </a:cubicBezTo>
                    <a:cubicBezTo>
                      <a:pt x="19147" y="2569"/>
                      <a:pt x="18714" y="2402"/>
                      <a:pt x="18313" y="2169"/>
                    </a:cubicBezTo>
                    <a:cubicBezTo>
                      <a:pt x="18080" y="2036"/>
                      <a:pt x="17880" y="1869"/>
                      <a:pt x="17713" y="1702"/>
                    </a:cubicBezTo>
                    <a:cubicBezTo>
                      <a:pt x="17646" y="1635"/>
                      <a:pt x="17546" y="1502"/>
                      <a:pt x="17479" y="1402"/>
                    </a:cubicBezTo>
                    <a:cubicBezTo>
                      <a:pt x="17479" y="1368"/>
                      <a:pt x="17413" y="1368"/>
                      <a:pt x="17413" y="1335"/>
                    </a:cubicBezTo>
                    <a:lnTo>
                      <a:pt x="17379" y="1302"/>
                    </a:lnTo>
                    <a:lnTo>
                      <a:pt x="17346" y="1202"/>
                    </a:lnTo>
                    <a:cubicBezTo>
                      <a:pt x="17313" y="1068"/>
                      <a:pt x="17213" y="968"/>
                      <a:pt x="17179" y="835"/>
                    </a:cubicBezTo>
                    <a:lnTo>
                      <a:pt x="17079" y="668"/>
                    </a:lnTo>
                    <a:cubicBezTo>
                      <a:pt x="17046" y="668"/>
                      <a:pt x="17046" y="635"/>
                      <a:pt x="17046" y="635"/>
                    </a:cubicBezTo>
                    <a:lnTo>
                      <a:pt x="17012" y="668"/>
                    </a:lnTo>
                    <a:lnTo>
                      <a:pt x="16912" y="735"/>
                    </a:lnTo>
                    <a:cubicBezTo>
                      <a:pt x="16812" y="868"/>
                      <a:pt x="16712" y="968"/>
                      <a:pt x="16579" y="1035"/>
                    </a:cubicBezTo>
                    <a:cubicBezTo>
                      <a:pt x="16545" y="1068"/>
                      <a:pt x="16479" y="1135"/>
                      <a:pt x="16412" y="1168"/>
                    </a:cubicBezTo>
                    <a:lnTo>
                      <a:pt x="16345" y="1235"/>
                    </a:lnTo>
                    <a:cubicBezTo>
                      <a:pt x="16312" y="1302"/>
                      <a:pt x="16212" y="1335"/>
                      <a:pt x="16179" y="1368"/>
                    </a:cubicBezTo>
                    <a:cubicBezTo>
                      <a:pt x="15912" y="1535"/>
                      <a:pt x="15645" y="1702"/>
                      <a:pt x="15345" y="1835"/>
                    </a:cubicBezTo>
                    <a:cubicBezTo>
                      <a:pt x="14744" y="2136"/>
                      <a:pt x="14144" y="2336"/>
                      <a:pt x="13510" y="2402"/>
                    </a:cubicBezTo>
                    <a:cubicBezTo>
                      <a:pt x="13269" y="2441"/>
                      <a:pt x="13029" y="2464"/>
                      <a:pt x="12795" y="2464"/>
                    </a:cubicBezTo>
                    <a:cubicBezTo>
                      <a:pt x="12414" y="2464"/>
                      <a:pt x="12052" y="2401"/>
                      <a:pt x="11742" y="2236"/>
                    </a:cubicBezTo>
                    <a:cubicBezTo>
                      <a:pt x="11542" y="2136"/>
                      <a:pt x="11342" y="1969"/>
                      <a:pt x="11208" y="1735"/>
                    </a:cubicBezTo>
                    <a:cubicBezTo>
                      <a:pt x="11142" y="1635"/>
                      <a:pt x="11075" y="1535"/>
                      <a:pt x="11042" y="1368"/>
                    </a:cubicBezTo>
                    <a:cubicBezTo>
                      <a:pt x="10975" y="1035"/>
                      <a:pt x="10908" y="668"/>
                      <a:pt x="10875" y="368"/>
                    </a:cubicBezTo>
                    <a:cubicBezTo>
                      <a:pt x="10875" y="201"/>
                      <a:pt x="10841" y="101"/>
                      <a:pt x="108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42" name="Google Shape;3542;p28"/>
              <p:cNvSpPr/>
              <p:nvPr/>
            </p:nvSpPr>
            <p:spPr>
              <a:xfrm>
                <a:off x="1059043" y="3265324"/>
                <a:ext cx="389153" cy="110430"/>
              </a:xfrm>
              <a:custGeom>
                <a:avLst/>
                <a:gdLst/>
                <a:ahLst/>
                <a:cxnLst/>
                <a:rect l="l" t="t" r="r" b="b"/>
                <a:pathLst>
                  <a:path w="16094" h="4567" extrusionOk="0">
                    <a:moveTo>
                      <a:pt x="4528" y="0"/>
                    </a:moveTo>
                    <a:cubicBezTo>
                      <a:pt x="4523" y="0"/>
                      <a:pt x="4519" y="7"/>
                      <a:pt x="4519" y="30"/>
                    </a:cubicBezTo>
                    <a:lnTo>
                      <a:pt x="4319" y="297"/>
                    </a:lnTo>
                    <a:cubicBezTo>
                      <a:pt x="4185" y="463"/>
                      <a:pt x="4085" y="630"/>
                      <a:pt x="3985" y="797"/>
                    </a:cubicBezTo>
                    <a:cubicBezTo>
                      <a:pt x="3685" y="1231"/>
                      <a:pt x="3352" y="1631"/>
                      <a:pt x="3051" y="1998"/>
                    </a:cubicBezTo>
                    <a:cubicBezTo>
                      <a:pt x="2484" y="2732"/>
                      <a:pt x="1750" y="3165"/>
                      <a:pt x="1217" y="3265"/>
                    </a:cubicBezTo>
                    <a:lnTo>
                      <a:pt x="850" y="3265"/>
                    </a:lnTo>
                    <a:cubicBezTo>
                      <a:pt x="716" y="3265"/>
                      <a:pt x="650" y="3232"/>
                      <a:pt x="550" y="3232"/>
                    </a:cubicBezTo>
                    <a:cubicBezTo>
                      <a:pt x="416" y="3165"/>
                      <a:pt x="349" y="3132"/>
                      <a:pt x="349" y="3132"/>
                    </a:cubicBezTo>
                    <a:cubicBezTo>
                      <a:pt x="334" y="3126"/>
                      <a:pt x="319" y="3123"/>
                      <a:pt x="304" y="3123"/>
                    </a:cubicBezTo>
                    <a:cubicBezTo>
                      <a:pt x="150" y="3123"/>
                      <a:pt x="0" y="3405"/>
                      <a:pt x="183" y="3465"/>
                    </a:cubicBezTo>
                    <a:lnTo>
                      <a:pt x="416" y="3599"/>
                    </a:lnTo>
                    <a:cubicBezTo>
                      <a:pt x="516" y="3632"/>
                      <a:pt x="650" y="3632"/>
                      <a:pt x="750" y="3666"/>
                    </a:cubicBezTo>
                    <a:lnTo>
                      <a:pt x="1217" y="3666"/>
                    </a:lnTo>
                    <a:cubicBezTo>
                      <a:pt x="1550" y="3632"/>
                      <a:pt x="1984" y="3499"/>
                      <a:pt x="2351" y="3265"/>
                    </a:cubicBezTo>
                    <a:cubicBezTo>
                      <a:pt x="2718" y="3065"/>
                      <a:pt x="3085" y="2732"/>
                      <a:pt x="3418" y="2331"/>
                    </a:cubicBezTo>
                    <a:cubicBezTo>
                      <a:pt x="3752" y="1964"/>
                      <a:pt x="4085" y="1564"/>
                      <a:pt x="4419" y="1130"/>
                    </a:cubicBezTo>
                    <a:lnTo>
                      <a:pt x="4552" y="964"/>
                    </a:lnTo>
                    <a:lnTo>
                      <a:pt x="4552" y="1030"/>
                    </a:lnTo>
                    <a:lnTo>
                      <a:pt x="4686" y="1130"/>
                    </a:lnTo>
                    <a:lnTo>
                      <a:pt x="4986" y="1431"/>
                    </a:lnTo>
                    <a:cubicBezTo>
                      <a:pt x="5386" y="1864"/>
                      <a:pt x="5853" y="2231"/>
                      <a:pt x="6354" y="2465"/>
                    </a:cubicBezTo>
                    <a:cubicBezTo>
                      <a:pt x="6854" y="2732"/>
                      <a:pt x="7421" y="2898"/>
                      <a:pt x="7988" y="2898"/>
                    </a:cubicBezTo>
                    <a:cubicBezTo>
                      <a:pt x="8522" y="2898"/>
                      <a:pt x="9089" y="2765"/>
                      <a:pt x="9589" y="2565"/>
                    </a:cubicBezTo>
                    <a:cubicBezTo>
                      <a:pt x="10090" y="2365"/>
                      <a:pt x="10657" y="2098"/>
                      <a:pt x="11090" y="1798"/>
                    </a:cubicBezTo>
                    <a:cubicBezTo>
                      <a:pt x="11224" y="1731"/>
                      <a:pt x="11357" y="1698"/>
                      <a:pt x="11491" y="1597"/>
                    </a:cubicBezTo>
                    <a:lnTo>
                      <a:pt x="11557" y="1564"/>
                    </a:lnTo>
                    <a:lnTo>
                      <a:pt x="11591" y="1564"/>
                    </a:lnTo>
                    <a:cubicBezTo>
                      <a:pt x="11610" y="1564"/>
                      <a:pt x="11618" y="1559"/>
                      <a:pt x="11624" y="1559"/>
                    </a:cubicBezTo>
                    <a:cubicBezTo>
                      <a:pt x="11638" y="1559"/>
                      <a:pt x="11638" y="1593"/>
                      <a:pt x="11758" y="1831"/>
                    </a:cubicBezTo>
                    <a:cubicBezTo>
                      <a:pt x="12024" y="2331"/>
                      <a:pt x="12325" y="2798"/>
                      <a:pt x="12591" y="3232"/>
                    </a:cubicBezTo>
                    <a:cubicBezTo>
                      <a:pt x="12925" y="3632"/>
                      <a:pt x="13259" y="3966"/>
                      <a:pt x="13692" y="4233"/>
                    </a:cubicBezTo>
                    <a:cubicBezTo>
                      <a:pt x="14093" y="4466"/>
                      <a:pt x="14526" y="4566"/>
                      <a:pt x="14860" y="4566"/>
                    </a:cubicBezTo>
                    <a:cubicBezTo>
                      <a:pt x="15227" y="4566"/>
                      <a:pt x="15494" y="4533"/>
                      <a:pt x="15660" y="4466"/>
                    </a:cubicBezTo>
                    <a:cubicBezTo>
                      <a:pt x="15827" y="4433"/>
                      <a:pt x="15894" y="4399"/>
                      <a:pt x="15894" y="4399"/>
                    </a:cubicBezTo>
                    <a:cubicBezTo>
                      <a:pt x="16094" y="4299"/>
                      <a:pt x="15994" y="4033"/>
                      <a:pt x="15727" y="3966"/>
                    </a:cubicBezTo>
                    <a:cubicBezTo>
                      <a:pt x="15727" y="3966"/>
                      <a:pt x="15660" y="4033"/>
                      <a:pt x="15494" y="4066"/>
                    </a:cubicBezTo>
                    <a:cubicBezTo>
                      <a:pt x="15327" y="4066"/>
                      <a:pt x="15093" y="4099"/>
                      <a:pt x="14826" y="4099"/>
                    </a:cubicBezTo>
                    <a:cubicBezTo>
                      <a:pt x="14526" y="4066"/>
                      <a:pt x="14226" y="3966"/>
                      <a:pt x="13892" y="3766"/>
                    </a:cubicBezTo>
                    <a:cubicBezTo>
                      <a:pt x="13559" y="3566"/>
                      <a:pt x="13259" y="3232"/>
                      <a:pt x="13025" y="2865"/>
                    </a:cubicBezTo>
                    <a:cubicBezTo>
                      <a:pt x="12758" y="2431"/>
                      <a:pt x="12525" y="1964"/>
                      <a:pt x="12325" y="1531"/>
                    </a:cubicBezTo>
                    <a:cubicBezTo>
                      <a:pt x="12225" y="1397"/>
                      <a:pt x="12191" y="1231"/>
                      <a:pt x="12091" y="1064"/>
                    </a:cubicBezTo>
                    <a:lnTo>
                      <a:pt x="11924" y="730"/>
                    </a:lnTo>
                    <a:lnTo>
                      <a:pt x="11891" y="630"/>
                    </a:lnTo>
                    <a:lnTo>
                      <a:pt x="11891" y="597"/>
                    </a:lnTo>
                    <a:cubicBezTo>
                      <a:pt x="11891" y="586"/>
                      <a:pt x="11887" y="582"/>
                      <a:pt x="11882" y="582"/>
                    </a:cubicBezTo>
                    <a:cubicBezTo>
                      <a:pt x="11872" y="582"/>
                      <a:pt x="11858" y="597"/>
                      <a:pt x="11858" y="597"/>
                    </a:cubicBezTo>
                    <a:lnTo>
                      <a:pt x="11691" y="697"/>
                    </a:lnTo>
                    <a:lnTo>
                      <a:pt x="11090" y="1030"/>
                    </a:lnTo>
                    <a:cubicBezTo>
                      <a:pt x="11024" y="1097"/>
                      <a:pt x="10890" y="1130"/>
                      <a:pt x="10757" y="1231"/>
                    </a:cubicBezTo>
                    <a:cubicBezTo>
                      <a:pt x="9856" y="1731"/>
                      <a:pt x="8855" y="2131"/>
                      <a:pt x="8022" y="2131"/>
                    </a:cubicBezTo>
                    <a:cubicBezTo>
                      <a:pt x="7188" y="2131"/>
                      <a:pt x="6220" y="1698"/>
                      <a:pt x="5486" y="930"/>
                    </a:cubicBezTo>
                    <a:cubicBezTo>
                      <a:pt x="5386" y="864"/>
                      <a:pt x="5253" y="764"/>
                      <a:pt x="5186" y="697"/>
                    </a:cubicBezTo>
                    <a:lnTo>
                      <a:pt x="4753" y="230"/>
                    </a:lnTo>
                    <a:lnTo>
                      <a:pt x="4652" y="96"/>
                    </a:lnTo>
                    <a:lnTo>
                      <a:pt x="4552" y="30"/>
                    </a:lnTo>
                    <a:cubicBezTo>
                      <a:pt x="4552" y="30"/>
                      <a:pt x="4538" y="0"/>
                      <a:pt x="45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43" name="Google Shape;3543;p28"/>
              <p:cNvSpPr/>
              <p:nvPr/>
            </p:nvSpPr>
            <p:spPr>
              <a:xfrm>
                <a:off x="1403511" y="4612319"/>
                <a:ext cx="514937" cy="104143"/>
              </a:xfrm>
              <a:custGeom>
                <a:avLst/>
                <a:gdLst/>
                <a:ahLst/>
                <a:cxnLst/>
                <a:rect l="l" t="t" r="r" b="b"/>
                <a:pathLst>
                  <a:path w="21296" h="4307" extrusionOk="0">
                    <a:moveTo>
                      <a:pt x="13664" y="1"/>
                    </a:moveTo>
                    <a:cubicBezTo>
                      <a:pt x="13660" y="1"/>
                      <a:pt x="13656" y="9"/>
                      <a:pt x="13656" y="29"/>
                    </a:cubicBezTo>
                    <a:lnTo>
                      <a:pt x="13623" y="63"/>
                    </a:lnTo>
                    <a:lnTo>
                      <a:pt x="13523" y="129"/>
                    </a:lnTo>
                    <a:lnTo>
                      <a:pt x="13356" y="296"/>
                    </a:lnTo>
                    <a:lnTo>
                      <a:pt x="13089" y="596"/>
                    </a:lnTo>
                    <a:cubicBezTo>
                      <a:pt x="12956" y="730"/>
                      <a:pt x="12822" y="796"/>
                      <a:pt x="12689" y="897"/>
                    </a:cubicBezTo>
                    <a:cubicBezTo>
                      <a:pt x="12589" y="1030"/>
                      <a:pt x="12456" y="1097"/>
                      <a:pt x="12322" y="1197"/>
                    </a:cubicBezTo>
                    <a:lnTo>
                      <a:pt x="11955" y="1430"/>
                    </a:lnTo>
                    <a:cubicBezTo>
                      <a:pt x="11455" y="1764"/>
                      <a:pt x="10854" y="1931"/>
                      <a:pt x="10321" y="2064"/>
                    </a:cubicBezTo>
                    <a:cubicBezTo>
                      <a:pt x="9912" y="2153"/>
                      <a:pt x="9465" y="2204"/>
                      <a:pt x="9003" y="2204"/>
                    </a:cubicBezTo>
                    <a:cubicBezTo>
                      <a:pt x="8257" y="2204"/>
                      <a:pt x="7472" y="2073"/>
                      <a:pt x="6751" y="1764"/>
                    </a:cubicBezTo>
                    <a:cubicBezTo>
                      <a:pt x="6451" y="1697"/>
                      <a:pt x="6184" y="1530"/>
                      <a:pt x="5918" y="1364"/>
                    </a:cubicBezTo>
                    <a:lnTo>
                      <a:pt x="5517" y="1097"/>
                    </a:lnTo>
                    <a:lnTo>
                      <a:pt x="5350" y="930"/>
                    </a:lnTo>
                    <a:lnTo>
                      <a:pt x="5017" y="630"/>
                    </a:lnTo>
                    <a:cubicBezTo>
                      <a:pt x="4917" y="563"/>
                      <a:pt x="4817" y="430"/>
                      <a:pt x="4683" y="363"/>
                    </a:cubicBezTo>
                    <a:lnTo>
                      <a:pt x="4483" y="763"/>
                    </a:lnTo>
                    <a:cubicBezTo>
                      <a:pt x="4416" y="963"/>
                      <a:pt x="4283" y="1130"/>
                      <a:pt x="4183" y="1364"/>
                    </a:cubicBezTo>
                    <a:lnTo>
                      <a:pt x="3949" y="1730"/>
                    </a:lnTo>
                    <a:cubicBezTo>
                      <a:pt x="3849" y="1797"/>
                      <a:pt x="3783" y="1964"/>
                      <a:pt x="3683" y="2064"/>
                    </a:cubicBezTo>
                    <a:cubicBezTo>
                      <a:pt x="2982" y="2931"/>
                      <a:pt x="2015" y="3398"/>
                      <a:pt x="1348" y="3632"/>
                    </a:cubicBezTo>
                    <a:cubicBezTo>
                      <a:pt x="1181" y="3732"/>
                      <a:pt x="1014" y="3765"/>
                      <a:pt x="914" y="3799"/>
                    </a:cubicBezTo>
                    <a:cubicBezTo>
                      <a:pt x="747" y="3865"/>
                      <a:pt x="614" y="3865"/>
                      <a:pt x="514" y="3899"/>
                    </a:cubicBezTo>
                    <a:cubicBezTo>
                      <a:pt x="347" y="3899"/>
                      <a:pt x="247" y="3932"/>
                      <a:pt x="247" y="3932"/>
                    </a:cubicBezTo>
                    <a:cubicBezTo>
                      <a:pt x="0" y="3963"/>
                      <a:pt x="10" y="4306"/>
                      <a:pt x="223" y="4306"/>
                    </a:cubicBezTo>
                    <a:cubicBezTo>
                      <a:pt x="241" y="4306"/>
                      <a:pt x="260" y="4304"/>
                      <a:pt x="280" y="4299"/>
                    </a:cubicBezTo>
                    <a:cubicBezTo>
                      <a:pt x="280" y="4299"/>
                      <a:pt x="414" y="4299"/>
                      <a:pt x="614" y="4266"/>
                    </a:cubicBezTo>
                    <a:cubicBezTo>
                      <a:pt x="680" y="4232"/>
                      <a:pt x="814" y="4232"/>
                      <a:pt x="981" y="4199"/>
                    </a:cubicBezTo>
                    <a:cubicBezTo>
                      <a:pt x="1114" y="4132"/>
                      <a:pt x="1281" y="4099"/>
                      <a:pt x="1481" y="4065"/>
                    </a:cubicBezTo>
                    <a:cubicBezTo>
                      <a:pt x="2182" y="3799"/>
                      <a:pt x="3282" y="3365"/>
                      <a:pt x="4116" y="2398"/>
                    </a:cubicBezTo>
                    <a:cubicBezTo>
                      <a:pt x="4250" y="2264"/>
                      <a:pt x="4316" y="2131"/>
                      <a:pt x="4416" y="2031"/>
                    </a:cubicBezTo>
                    <a:cubicBezTo>
                      <a:pt x="4483" y="1897"/>
                      <a:pt x="4617" y="1730"/>
                      <a:pt x="4683" y="1597"/>
                    </a:cubicBezTo>
                    <a:lnTo>
                      <a:pt x="4817" y="1397"/>
                    </a:lnTo>
                    <a:lnTo>
                      <a:pt x="4850" y="1364"/>
                    </a:lnTo>
                    <a:lnTo>
                      <a:pt x="4917" y="1297"/>
                    </a:lnTo>
                    <a:lnTo>
                      <a:pt x="4950" y="1364"/>
                    </a:lnTo>
                    <a:lnTo>
                      <a:pt x="4984" y="1397"/>
                    </a:lnTo>
                    <a:cubicBezTo>
                      <a:pt x="5084" y="1430"/>
                      <a:pt x="5117" y="1530"/>
                      <a:pt x="5184" y="1564"/>
                    </a:cubicBezTo>
                    <a:lnTo>
                      <a:pt x="5617" y="1864"/>
                    </a:lnTo>
                    <a:cubicBezTo>
                      <a:pt x="5918" y="2031"/>
                      <a:pt x="6184" y="2231"/>
                      <a:pt x="6518" y="2364"/>
                    </a:cubicBezTo>
                    <a:cubicBezTo>
                      <a:pt x="7371" y="2748"/>
                      <a:pt x="8278" y="2914"/>
                      <a:pt x="9135" y="2914"/>
                    </a:cubicBezTo>
                    <a:cubicBezTo>
                      <a:pt x="9619" y="2914"/>
                      <a:pt x="10087" y="2861"/>
                      <a:pt x="10521" y="2765"/>
                    </a:cubicBezTo>
                    <a:cubicBezTo>
                      <a:pt x="11121" y="2598"/>
                      <a:pt x="11788" y="2398"/>
                      <a:pt x="12355" y="2064"/>
                    </a:cubicBezTo>
                    <a:cubicBezTo>
                      <a:pt x="12522" y="1964"/>
                      <a:pt x="12656" y="1864"/>
                      <a:pt x="12822" y="1764"/>
                    </a:cubicBezTo>
                    <a:cubicBezTo>
                      <a:pt x="12956" y="1630"/>
                      <a:pt x="13123" y="1564"/>
                      <a:pt x="13256" y="1430"/>
                    </a:cubicBezTo>
                    <a:cubicBezTo>
                      <a:pt x="13423" y="1364"/>
                      <a:pt x="13523" y="1230"/>
                      <a:pt x="13656" y="1097"/>
                    </a:cubicBezTo>
                    <a:lnTo>
                      <a:pt x="13690" y="1063"/>
                    </a:lnTo>
                    <a:lnTo>
                      <a:pt x="13790" y="1197"/>
                    </a:lnTo>
                    <a:lnTo>
                      <a:pt x="14123" y="1564"/>
                    </a:lnTo>
                    <a:lnTo>
                      <a:pt x="14490" y="1931"/>
                    </a:lnTo>
                    <a:cubicBezTo>
                      <a:pt x="14624" y="2064"/>
                      <a:pt x="14791" y="2131"/>
                      <a:pt x="14924" y="2264"/>
                    </a:cubicBezTo>
                    <a:cubicBezTo>
                      <a:pt x="15491" y="2631"/>
                      <a:pt x="16125" y="2898"/>
                      <a:pt x="16759" y="3065"/>
                    </a:cubicBezTo>
                    <a:cubicBezTo>
                      <a:pt x="17387" y="3222"/>
                      <a:pt x="17997" y="3269"/>
                      <a:pt x="18541" y="3269"/>
                    </a:cubicBezTo>
                    <a:cubicBezTo>
                      <a:pt x="19037" y="3269"/>
                      <a:pt x="19478" y="3230"/>
                      <a:pt x="19827" y="3198"/>
                    </a:cubicBezTo>
                    <a:cubicBezTo>
                      <a:pt x="20595" y="3098"/>
                      <a:pt x="21028" y="3031"/>
                      <a:pt x="21028" y="3031"/>
                    </a:cubicBezTo>
                    <a:cubicBezTo>
                      <a:pt x="21295" y="2965"/>
                      <a:pt x="21195" y="2698"/>
                      <a:pt x="20995" y="2598"/>
                    </a:cubicBezTo>
                    <a:cubicBezTo>
                      <a:pt x="20995" y="2598"/>
                      <a:pt x="20528" y="2698"/>
                      <a:pt x="19794" y="2731"/>
                    </a:cubicBezTo>
                    <a:cubicBezTo>
                      <a:pt x="19602" y="2740"/>
                      <a:pt x="19394" y="2746"/>
                      <a:pt x="19171" y="2746"/>
                    </a:cubicBezTo>
                    <a:cubicBezTo>
                      <a:pt x="18504" y="2746"/>
                      <a:pt x="17709" y="2689"/>
                      <a:pt x="16859" y="2464"/>
                    </a:cubicBezTo>
                    <a:cubicBezTo>
                      <a:pt x="16292" y="2364"/>
                      <a:pt x="15758" y="2097"/>
                      <a:pt x="15258" y="1730"/>
                    </a:cubicBezTo>
                    <a:cubicBezTo>
                      <a:pt x="15124" y="1630"/>
                      <a:pt x="14991" y="1530"/>
                      <a:pt x="14857" y="1430"/>
                    </a:cubicBezTo>
                    <a:lnTo>
                      <a:pt x="14524" y="1097"/>
                    </a:lnTo>
                    <a:cubicBezTo>
                      <a:pt x="14424" y="963"/>
                      <a:pt x="14324" y="897"/>
                      <a:pt x="14190" y="730"/>
                    </a:cubicBezTo>
                    <a:lnTo>
                      <a:pt x="13690" y="63"/>
                    </a:lnTo>
                    <a:cubicBezTo>
                      <a:pt x="13690" y="40"/>
                      <a:pt x="13674" y="1"/>
                      <a:pt x="136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44" name="Google Shape;3544;p28"/>
              <p:cNvSpPr/>
              <p:nvPr/>
            </p:nvSpPr>
            <p:spPr>
              <a:xfrm>
                <a:off x="290747" y="3605609"/>
                <a:ext cx="250070" cy="96793"/>
              </a:xfrm>
              <a:custGeom>
                <a:avLst/>
                <a:gdLst/>
                <a:ahLst/>
                <a:cxnLst/>
                <a:rect l="l" t="t" r="r" b="b"/>
                <a:pathLst>
                  <a:path w="10342" h="4003" extrusionOk="0">
                    <a:moveTo>
                      <a:pt x="5338" y="0"/>
                    </a:moveTo>
                    <a:lnTo>
                      <a:pt x="5304" y="33"/>
                    </a:lnTo>
                    <a:lnTo>
                      <a:pt x="5171" y="234"/>
                    </a:lnTo>
                    <a:cubicBezTo>
                      <a:pt x="5004" y="500"/>
                      <a:pt x="4904" y="734"/>
                      <a:pt x="4737" y="1034"/>
                    </a:cubicBezTo>
                    <a:cubicBezTo>
                      <a:pt x="4670" y="1134"/>
                      <a:pt x="4637" y="1168"/>
                      <a:pt x="4604" y="1234"/>
                    </a:cubicBezTo>
                    <a:lnTo>
                      <a:pt x="4470" y="1468"/>
                    </a:lnTo>
                    <a:cubicBezTo>
                      <a:pt x="4404" y="1635"/>
                      <a:pt x="4270" y="1735"/>
                      <a:pt x="4170" y="1868"/>
                    </a:cubicBezTo>
                    <a:cubicBezTo>
                      <a:pt x="4103" y="2002"/>
                      <a:pt x="3970" y="2135"/>
                      <a:pt x="3837" y="2235"/>
                    </a:cubicBezTo>
                    <a:cubicBezTo>
                      <a:pt x="3636" y="2502"/>
                      <a:pt x="3336" y="2669"/>
                      <a:pt x="3103" y="2869"/>
                    </a:cubicBezTo>
                    <a:cubicBezTo>
                      <a:pt x="2969" y="2969"/>
                      <a:pt x="2802" y="3002"/>
                      <a:pt x="2669" y="3069"/>
                    </a:cubicBezTo>
                    <a:cubicBezTo>
                      <a:pt x="2569" y="3136"/>
                      <a:pt x="2436" y="3202"/>
                      <a:pt x="2269" y="3236"/>
                    </a:cubicBezTo>
                    <a:cubicBezTo>
                      <a:pt x="1969" y="3336"/>
                      <a:pt x="1735" y="3469"/>
                      <a:pt x="1468" y="3469"/>
                    </a:cubicBezTo>
                    <a:cubicBezTo>
                      <a:pt x="1235" y="3503"/>
                      <a:pt x="1001" y="3536"/>
                      <a:pt x="801" y="3536"/>
                    </a:cubicBezTo>
                    <a:lnTo>
                      <a:pt x="167" y="3536"/>
                    </a:lnTo>
                    <a:cubicBezTo>
                      <a:pt x="67" y="3536"/>
                      <a:pt x="0" y="3903"/>
                      <a:pt x="134" y="3903"/>
                    </a:cubicBezTo>
                    <a:cubicBezTo>
                      <a:pt x="134" y="3903"/>
                      <a:pt x="401" y="3903"/>
                      <a:pt x="801" y="3970"/>
                    </a:cubicBezTo>
                    <a:cubicBezTo>
                      <a:pt x="1001" y="3970"/>
                      <a:pt x="1268" y="3903"/>
                      <a:pt x="1568" y="3903"/>
                    </a:cubicBezTo>
                    <a:cubicBezTo>
                      <a:pt x="1835" y="3903"/>
                      <a:pt x="2135" y="3836"/>
                      <a:pt x="2469" y="3736"/>
                    </a:cubicBezTo>
                    <a:cubicBezTo>
                      <a:pt x="2636" y="3736"/>
                      <a:pt x="2802" y="3669"/>
                      <a:pt x="2969" y="3569"/>
                    </a:cubicBezTo>
                    <a:lnTo>
                      <a:pt x="3470" y="3336"/>
                    </a:lnTo>
                    <a:cubicBezTo>
                      <a:pt x="3770" y="3136"/>
                      <a:pt x="4103" y="2969"/>
                      <a:pt x="4337" y="2669"/>
                    </a:cubicBezTo>
                    <a:cubicBezTo>
                      <a:pt x="4470" y="2502"/>
                      <a:pt x="4604" y="2368"/>
                      <a:pt x="4737" y="2235"/>
                    </a:cubicBezTo>
                    <a:cubicBezTo>
                      <a:pt x="4837" y="2135"/>
                      <a:pt x="4937" y="1968"/>
                      <a:pt x="5071" y="1835"/>
                    </a:cubicBezTo>
                    <a:lnTo>
                      <a:pt x="5238" y="1635"/>
                    </a:lnTo>
                    <a:cubicBezTo>
                      <a:pt x="5271" y="1568"/>
                      <a:pt x="5304" y="1501"/>
                      <a:pt x="5338" y="1401"/>
                    </a:cubicBezTo>
                    <a:lnTo>
                      <a:pt x="5338" y="1368"/>
                    </a:lnTo>
                    <a:lnTo>
                      <a:pt x="5471" y="1568"/>
                    </a:lnTo>
                    <a:cubicBezTo>
                      <a:pt x="5671" y="1868"/>
                      <a:pt x="5938" y="2168"/>
                      <a:pt x="6172" y="2402"/>
                    </a:cubicBezTo>
                    <a:cubicBezTo>
                      <a:pt x="6672" y="2969"/>
                      <a:pt x="7306" y="3403"/>
                      <a:pt x="7939" y="3669"/>
                    </a:cubicBezTo>
                    <a:cubicBezTo>
                      <a:pt x="8573" y="3903"/>
                      <a:pt x="9140" y="4003"/>
                      <a:pt x="9574" y="4003"/>
                    </a:cubicBezTo>
                    <a:cubicBezTo>
                      <a:pt x="9774" y="4003"/>
                      <a:pt x="9941" y="3970"/>
                      <a:pt x="10074" y="3970"/>
                    </a:cubicBezTo>
                    <a:cubicBezTo>
                      <a:pt x="10174" y="3903"/>
                      <a:pt x="10241" y="3903"/>
                      <a:pt x="10241" y="3903"/>
                    </a:cubicBezTo>
                    <a:cubicBezTo>
                      <a:pt x="10341" y="3870"/>
                      <a:pt x="10308" y="3569"/>
                      <a:pt x="10241" y="3569"/>
                    </a:cubicBezTo>
                    <a:lnTo>
                      <a:pt x="10074" y="3569"/>
                    </a:lnTo>
                    <a:cubicBezTo>
                      <a:pt x="10030" y="3592"/>
                      <a:pt x="9985" y="3599"/>
                      <a:pt x="9938" y="3599"/>
                    </a:cubicBezTo>
                    <a:cubicBezTo>
                      <a:pt x="9845" y="3599"/>
                      <a:pt x="9741" y="3569"/>
                      <a:pt x="9607" y="3569"/>
                    </a:cubicBezTo>
                    <a:cubicBezTo>
                      <a:pt x="9240" y="3536"/>
                      <a:pt x="8740" y="3403"/>
                      <a:pt x="8173" y="3169"/>
                    </a:cubicBezTo>
                    <a:cubicBezTo>
                      <a:pt x="7639" y="2869"/>
                      <a:pt x="7139" y="2469"/>
                      <a:pt x="6672" y="1968"/>
                    </a:cubicBezTo>
                    <a:cubicBezTo>
                      <a:pt x="6438" y="1701"/>
                      <a:pt x="6272" y="1401"/>
                      <a:pt x="6071" y="1168"/>
                    </a:cubicBezTo>
                    <a:cubicBezTo>
                      <a:pt x="5971" y="1068"/>
                      <a:pt x="5938" y="1001"/>
                      <a:pt x="5905" y="901"/>
                    </a:cubicBezTo>
                    <a:cubicBezTo>
                      <a:pt x="5805" y="801"/>
                      <a:pt x="5738" y="634"/>
                      <a:pt x="5638" y="500"/>
                    </a:cubicBezTo>
                    <a:cubicBezTo>
                      <a:pt x="5571" y="367"/>
                      <a:pt x="5471" y="200"/>
                      <a:pt x="5404" y="67"/>
                    </a:cubicBezTo>
                    <a:lnTo>
                      <a:pt x="533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45" name="Google Shape;3545;p28"/>
              <p:cNvSpPr/>
              <p:nvPr/>
            </p:nvSpPr>
            <p:spPr>
              <a:xfrm>
                <a:off x="1361075" y="3729821"/>
                <a:ext cx="252488" cy="70992"/>
              </a:xfrm>
              <a:custGeom>
                <a:avLst/>
                <a:gdLst/>
                <a:ahLst/>
                <a:cxnLst/>
                <a:rect l="l" t="t" r="r" b="b"/>
                <a:pathLst>
                  <a:path w="10442" h="2936" extrusionOk="0">
                    <a:moveTo>
                      <a:pt x="5338" y="0"/>
                    </a:moveTo>
                    <a:lnTo>
                      <a:pt x="5204" y="167"/>
                    </a:lnTo>
                    <a:cubicBezTo>
                      <a:pt x="5071" y="334"/>
                      <a:pt x="4904" y="500"/>
                      <a:pt x="4737" y="667"/>
                    </a:cubicBezTo>
                    <a:lnTo>
                      <a:pt x="4604" y="834"/>
                    </a:lnTo>
                    <a:lnTo>
                      <a:pt x="4437" y="934"/>
                    </a:lnTo>
                    <a:cubicBezTo>
                      <a:pt x="4337" y="1034"/>
                      <a:pt x="4237" y="1168"/>
                      <a:pt x="4103" y="1234"/>
                    </a:cubicBezTo>
                    <a:lnTo>
                      <a:pt x="3736" y="1501"/>
                    </a:lnTo>
                    <a:lnTo>
                      <a:pt x="3536" y="1601"/>
                    </a:lnTo>
                    <a:lnTo>
                      <a:pt x="3336" y="1701"/>
                    </a:lnTo>
                    <a:cubicBezTo>
                      <a:pt x="3169" y="1768"/>
                      <a:pt x="3036" y="1868"/>
                      <a:pt x="2902" y="1901"/>
                    </a:cubicBezTo>
                    <a:cubicBezTo>
                      <a:pt x="2602" y="2002"/>
                      <a:pt x="2369" y="2102"/>
                      <a:pt x="2069" y="2168"/>
                    </a:cubicBezTo>
                    <a:cubicBezTo>
                      <a:pt x="1535" y="2268"/>
                      <a:pt x="1034" y="2368"/>
                      <a:pt x="701" y="2435"/>
                    </a:cubicBezTo>
                    <a:cubicBezTo>
                      <a:pt x="334" y="2502"/>
                      <a:pt x="100" y="2535"/>
                      <a:pt x="100" y="2535"/>
                    </a:cubicBezTo>
                    <a:cubicBezTo>
                      <a:pt x="0" y="2569"/>
                      <a:pt x="34" y="2902"/>
                      <a:pt x="167" y="2902"/>
                    </a:cubicBezTo>
                    <a:cubicBezTo>
                      <a:pt x="167" y="2902"/>
                      <a:pt x="367" y="2902"/>
                      <a:pt x="734" y="2869"/>
                    </a:cubicBezTo>
                    <a:cubicBezTo>
                      <a:pt x="1101" y="2802"/>
                      <a:pt x="1602" y="2769"/>
                      <a:pt x="2202" y="2669"/>
                    </a:cubicBezTo>
                    <a:cubicBezTo>
                      <a:pt x="2502" y="2602"/>
                      <a:pt x="2769" y="2535"/>
                      <a:pt x="3103" y="2435"/>
                    </a:cubicBezTo>
                    <a:cubicBezTo>
                      <a:pt x="3269" y="2402"/>
                      <a:pt x="3403" y="2335"/>
                      <a:pt x="3570" y="2268"/>
                    </a:cubicBezTo>
                    <a:lnTo>
                      <a:pt x="3836" y="2202"/>
                    </a:lnTo>
                    <a:lnTo>
                      <a:pt x="4037" y="2068"/>
                    </a:lnTo>
                    <a:cubicBezTo>
                      <a:pt x="4203" y="1968"/>
                      <a:pt x="4370" y="1901"/>
                      <a:pt x="4504" y="1835"/>
                    </a:cubicBezTo>
                    <a:cubicBezTo>
                      <a:pt x="4670" y="1735"/>
                      <a:pt x="4770" y="1601"/>
                      <a:pt x="4904" y="1535"/>
                    </a:cubicBezTo>
                    <a:lnTo>
                      <a:pt x="5104" y="1368"/>
                    </a:lnTo>
                    <a:lnTo>
                      <a:pt x="5271" y="1201"/>
                    </a:lnTo>
                    <a:lnTo>
                      <a:pt x="5371" y="1101"/>
                    </a:lnTo>
                    <a:lnTo>
                      <a:pt x="5404" y="1068"/>
                    </a:lnTo>
                    <a:lnTo>
                      <a:pt x="5704" y="1368"/>
                    </a:lnTo>
                    <a:cubicBezTo>
                      <a:pt x="5838" y="1501"/>
                      <a:pt x="5938" y="1568"/>
                      <a:pt x="6071" y="1701"/>
                    </a:cubicBezTo>
                    <a:cubicBezTo>
                      <a:pt x="6205" y="1768"/>
                      <a:pt x="6305" y="1901"/>
                      <a:pt x="6472" y="2002"/>
                    </a:cubicBezTo>
                    <a:cubicBezTo>
                      <a:pt x="7072" y="2402"/>
                      <a:pt x="7706" y="2602"/>
                      <a:pt x="8273" y="2769"/>
                    </a:cubicBezTo>
                    <a:cubicBezTo>
                      <a:pt x="8573" y="2835"/>
                      <a:pt x="8873" y="2869"/>
                      <a:pt x="9107" y="2902"/>
                    </a:cubicBezTo>
                    <a:cubicBezTo>
                      <a:pt x="9374" y="2902"/>
                      <a:pt x="9607" y="2936"/>
                      <a:pt x="9774" y="2936"/>
                    </a:cubicBezTo>
                    <a:lnTo>
                      <a:pt x="10374" y="2936"/>
                    </a:lnTo>
                    <a:cubicBezTo>
                      <a:pt x="10441" y="2936"/>
                      <a:pt x="10441" y="2602"/>
                      <a:pt x="10241" y="2535"/>
                    </a:cubicBezTo>
                    <a:cubicBezTo>
                      <a:pt x="10241" y="2535"/>
                      <a:pt x="10041" y="2535"/>
                      <a:pt x="9707" y="2502"/>
                    </a:cubicBezTo>
                    <a:cubicBezTo>
                      <a:pt x="9507" y="2502"/>
                      <a:pt x="9340" y="2435"/>
                      <a:pt x="9074" y="2402"/>
                    </a:cubicBezTo>
                    <a:cubicBezTo>
                      <a:pt x="8840" y="2368"/>
                      <a:pt x="8573" y="2268"/>
                      <a:pt x="8340" y="2202"/>
                    </a:cubicBezTo>
                    <a:cubicBezTo>
                      <a:pt x="7839" y="2035"/>
                      <a:pt x="7239" y="1768"/>
                      <a:pt x="6772" y="1401"/>
                    </a:cubicBezTo>
                    <a:cubicBezTo>
                      <a:pt x="6672" y="1334"/>
                      <a:pt x="6572" y="1201"/>
                      <a:pt x="6438" y="1101"/>
                    </a:cubicBezTo>
                    <a:cubicBezTo>
                      <a:pt x="6338" y="1034"/>
                      <a:pt x="6238" y="901"/>
                      <a:pt x="6105" y="834"/>
                    </a:cubicBezTo>
                    <a:cubicBezTo>
                      <a:pt x="6005" y="701"/>
                      <a:pt x="5905" y="567"/>
                      <a:pt x="5771" y="434"/>
                    </a:cubicBezTo>
                    <a:cubicBezTo>
                      <a:pt x="5704" y="334"/>
                      <a:pt x="5571" y="234"/>
                      <a:pt x="5504" y="100"/>
                    </a:cubicBezTo>
                    <a:cubicBezTo>
                      <a:pt x="5404" y="67"/>
                      <a:pt x="5371" y="33"/>
                      <a:pt x="53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46" name="Google Shape;3546;p28"/>
              <p:cNvSpPr/>
              <p:nvPr/>
            </p:nvSpPr>
            <p:spPr>
              <a:xfrm>
                <a:off x="165906" y="4659784"/>
                <a:ext cx="272291" cy="115387"/>
              </a:xfrm>
              <a:custGeom>
                <a:avLst/>
                <a:gdLst/>
                <a:ahLst/>
                <a:cxnLst/>
                <a:rect l="l" t="t" r="r" b="b"/>
                <a:pathLst>
                  <a:path w="11261" h="4772" extrusionOk="0">
                    <a:moveTo>
                      <a:pt x="6931" y="1"/>
                    </a:moveTo>
                    <a:lnTo>
                      <a:pt x="6898" y="34"/>
                    </a:lnTo>
                    <a:lnTo>
                      <a:pt x="6798" y="168"/>
                    </a:lnTo>
                    <a:cubicBezTo>
                      <a:pt x="6731" y="335"/>
                      <a:pt x="6598" y="468"/>
                      <a:pt x="6498" y="635"/>
                    </a:cubicBezTo>
                    <a:cubicBezTo>
                      <a:pt x="6331" y="868"/>
                      <a:pt x="6064" y="1335"/>
                      <a:pt x="5997" y="1369"/>
                    </a:cubicBezTo>
                    <a:cubicBezTo>
                      <a:pt x="5630" y="1936"/>
                      <a:pt x="5130" y="2536"/>
                      <a:pt x="4563" y="3003"/>
                    </a:cubicBezTo>
                    <a:cubicBezTo>
                      <a:pt x="3963" y="3470"/>
                      <a:pt x="3295" y="3837"/>
                      <a:pt x="2628" y="3970"/>
                    </a:cubicBezTo>
                    <a:cubicBezTo>
                      <a:pt x="2370" y="4035"/>
                      <a:pt x="2126" y="4060"/>
                      <a:pt x="1900" y="4060"/>
                    </a:cubicBezTo>
                    <a:cubicBezTo>
                      <a:pt x="1542" y="4060"/>
                      <a:pt x="1226" y="3998"/>
                      <a:pt x="960" y="3937"/>
                    </a:cubicBezTo>
                    <a:cubicBezTo>
                      <a:pt x="760" y="3870"/>
                      <a:pt x="594" y="3804"/>
                      <a:pt x="460" y="3770"/>
                    </a:cubicBezTo>
                    <a:cubicBezTo>
                      <a:pt x="327" y="3704"/>
                      <a:pt x="293" y="3670"/>
                      <a:pt x="293" y="3670"/>
                    </a:cubicBezTo>
                    <a:cubicBezTo>
                      <a:pt x="286" y="3669"/>
                      <a:pt x="279" y="3668"/>
                      <a:pt x="272" y="3668"/>
                    </a:cubicBezTo>
                    <a:cubicBezTo>
                      <a:pt x="143" y="3668"/>
                      <a:pt x="0" y="3941"/>
                      <a:pt x="127" y="4004"/>
                    </a:cubicBezTo>
                    <a:cubicBezTo>
                      <a:pt x="127" y="4004"/>
                      <a:pt x="160" y="4037"/>
                      <a:pt x="293" y="4104"/>
                    </a:cubicBezTo>
                    <a:cubicBezTo>
                      <a:pt x="393" y="4137"/>
                      <a:pt x="594" y="4204"/>
                      <a:pt x="794" y="4304"/>
                    </a:cubicBezTo>
                    <a:cubicBezTo>
                      <a:pt x="1103" y="4423"/>
                      <a:pt x="1549" y="4525"/>
                      <a:pt x="2046" y="4525"/>
                    </a:cubicBezTo>
                    <a:cubicBezTo>
                      <a:pt x="2245" y="4525"/>
                      <a:pt x="2452" y="4509"/>
                      <a:pt x="2662" y="4471"/>
                    </a:cubicBezTo>
                    <a:cubicBezTo>
                      <a:pt x="3462" y="4337"/>
                      <a:pt x="4263" y="3970"/>
                      <a:pt x="4930" y="3470"/>
                    </a:cubicBezTo>
                    <a:cubicBezTo>
                      <a:pt x="5597" y="2970"/>
                      <a:pt x="6131" y="2303"/>
                      <a:pt x="6564" y="1702"/>
                    </a:cubicBezTo>
                    <a:cubicBezTo>
                      <a:pt x="6613" y="1590"/>
                      <a:pt x="6630" y="1562"/>
                      <a:pt x="6635" y="1557"/>
                    </a:cubicBezTo>
                    <a:lnTo>
                      <a:pt x="6635" y="1557"/>
                    </a:lnTo>
                    <a:cubicBezTo>
                      <a:pt x="6635" y="1557"/>
                      <a:pt x="6635" y="1557"/>
                      <a:pt x="6635" y="1557"/>
                    </a:cubicBezTo>
                    <a:cubicBezTo>
                      <a:pt x="6636" y="1557"/>
                      <a:pt x="6637" y="1556"/>
                      <a:pt x="6636" y="1556"/>
                    </a:cubicBezTo>
                    <a:cubicBezTo>
                      <a:pt x="6636" y="1556"/>
                      <a:pt x="6636" y="1556"/>
                      <a:pt x="6635" y="1557"/>
                    </a:cubicBezTo>
                    <a:lnTo>
                      <a:pt x="6635" y="1557"/>
                    </a:lnTo>
                    <a:cubicBezTo>
                      <a:pt x="6633" y="1556"/>
                      <a:pt x="6631" y="1552"/>
                      <a:pt x="6631" y="1535"/>
                    </a:cubicBezTo>
                    <a:lnTo>
                      <a:pt x="6631" y="1535"/>
                    </a:lnTo>
                    <a:lnTo>
                      <a:pt x="6665" y="1602"/>
                    </a:lnTo>
                    <a:lnTo>
                      <a:pt x="6931" y="2102"/>
                    </a:lnTo>
                    <a:cubicBezTo>
                      <a:pt x="7332" y="2836"/>
                      <a:pt x="7932" y="3503"/>
                      <a:pt x="8599" y="3904"/>
                    </a:cubicBezTo>
                    <a:cubicBezTo>
                      <a:pt x="8666" y="3970"/>
                      <a:pt x="8766" y="4004"/>
                      <a:pt x="8833" y="4037"/>
                    </a:cubicBezTo>
                    <a:lnTo>
                      <a:pt x="9100" y="4171"/>
                    </a:lnTo>
                    <a:cubicBezTo>
                      <a:pt x="9266" y="4271"/>
                      <a:pt x="9433" y="4304"/>
                      <a:pt x="9567" y="4371"/>
                    </a:cubicBezTo>
                    <a:cubicBezTo>
                      <a:pt x="9833" y="4471"/>
                      <a:pt x="10134" y="4571"/>
                      <a:pt x="10334" y="4638"/>
                    </a:cubicBezTo>
                    <a:cubicBezTo>
                      <a:pt x="10801" y="4738"/>
                      <a:pt x="11101" y="4771"/>
                      <a:pt x="11101" y="4771"/>
                    </a:cubicBezTo>
                    <a:cubicBezTo>
                      <a:pt x="11221" y="4771"/>
                      <a:pt x="11260" y="4528"/>
                      <a:pt x="11194" y="4528"/>
                    </a:cubicBezTo>
                    <a:cubicBezTo>
                      <a:pt x="11186" y="4528"/>
                      <a:pt x="11178" y="4531"/>
                      <a:pt x="11168" y="4538"/>
                    </a:cubicBezTo>
                    <a:cubicBezTo>
                      <a:pt x="11168" y="4538"/>
                      <a:pt x="10934" y="4471"/>
                      <a:pt x="10501" y="4371"/>
                    </a:cubicBezTo>
                    <a:cubicBezTo>
                      <a:pt x="10300" y="4304"/>
                      <a:pt x="10100" y="4204"/>
                      <a:pt x="9800" y="4104"/>
                    </a:cubicBezTo>
                    <a:cubicBezTo>
                      <a:pt x="9633" y="4037"/>
                      <a:pt x="9500" y="3970"/>
                      <a:pt x="9400" y="3870"/>
                    </a:cubicBezTo>
                    <a:cubicBezTo>
                      <a:pt x="9300" y="3837"/>
                      <a:pt x="9266" y="3804"/>
                      <a:pt x="9166" y="3770"/>
                    </a:cubicBezTo>
                    <a:cubicBezTo>
                      <a:pt x="9100" y="3704"/>
                      <a:pt x="9066" y="3637"/>
                      <a:pt x="8966" y="3604"/>
                    </a:cubicBezTo>
                    <a:cubicBezTo>
                      <a:pt x="8432" y="3203"/>
                      <a:pt x="7932" y="2603"/>
                      <a:pt x="7599" y="1936"/>
                    </a:cubicBezTo>
                    <a:lnTo>
                      <a:pt x="7465" y="1669"/>
                    </a:lnTo>
                    <a:lnTo>
                      <a:pt x="7432" y="1535"/>
                    </a:lnTo>
                    <a:lnTo>
                      <a:pt x="7398" y="1469"/>
                    </a:lnTo>
                    <a:lnTo>
                      <a:pt x="7332" y="1335"/>
                    </a:lnTo>
                    <a:cubicBezTo>
                      <a:pt x="7232" y="1002"/>
                      <a:pt x="7132" y="635"/>
                      <a:pt x="6998" y="301"/>
                    </a:cubicBezTo>
                    <a:lnTo>
                      <a:pt x="6931" y="34"/>
                    </a:lnTo>
                    <a:lnTo>
                      <a:pt x="69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47" name="Google Shape;3547;p28"/>
              <p:cNvSpPr/>
              <p:nvPr/>
            </p:nvSpPr>
            <p:spPr>
              <a:xfrm>
                <a:off x="18118" y="8"/>
                <a:ext cx="1939841" cy="3204140"/>
              </a:xfrm>
              <a:custGeom>
                <a:avLst/>
                <a:gdLst/>
                <a:ahLst/>
                <a:cxnLst/>
                <a:rect l="l" t="t" r="r" b="b"/>
                <a:pathLst>
                  <a:path w="80225" h="132512" extrusionOk="0">
                    <a:moveTo>
                      <a:pt x="80135" y="0"/>
                    </a:moveTo>
                    <a:cubicBezTo>
                      <a:pt x="80081" y="0"/>
                      <a:pt x="79955" y="83"/>
                      <a:pt x="79758" y="309"/>
                    </a:cubicBezTo>
                    <a:cubicBezTo>
                      <a:pt x="79624" y="409"/>
                      <a:pt x="79491" y="542"/>
                      <a:pt x="79324" y="742"/>
                    </a:cubicBezTo>
                    <a:cubicBezTo>
                      <a:pt x="79157" y="976"/>
                      <a:pt x="78990" y="1209"/>
                      <a:pt x="78824" y="1509"/>
                    </a:cubicBezTo>
                    <a:cubicBezTo>
                      <a:pt x="78824" y="1509"/>
                      <a:pt x="78790" y="1543"/>
                      <a:pt x="78724" y="1676"/>
                    </a:cubicBezTo>
                    <a:cubicBezTo>
                      <a:pt x="78657" y="1743"/>
                      <a:pt x="78590" y="1976"/>
                      <a:pt x="78457" y="2210"/>
                    </a:cubicBezTo>
                    <a:cubicBezTo>
                      <a:pt x="78323" y="2477"/>
                      <a:pt x="78157" y="2810"/>
                      <a:pt x="78090" y="3177"/>
                    </a:cubicBezTo>
                    <a:cubicBezTo>
                      <a:pt x="78056" y="3377"/>
                      <a:pt x="77990" y="3578"/>
                      <a:pt x="77923" y="3811"/>
                    </a:cubicBezTo>
                    <a:cubicBezTo>
                      <a:pt x="77856" y="4011"/>
                      <a:pt x="77823" y="4245"/>
                      <a:pt x="77790" y="4512"/>
                    </a:cubicBezTo>
                    <a:cubicBezTo>
                      <a:pt x="77623" y="5546"/>
                      <a:pt x="77623" y="6847"/>
                      <a:pt x="77856" y="8314"/>
                    </a:cubicBezTo>
                    <a:cubicBezTo>
                      <a:pt x="77990" y="9015"/>
                      <a:pt x="78157" y="9815"/>
                      <a:pt x="78323" y="10583"/>
                    </a:cubicBezTo>
                    <a:cubicBezTo>
                      <a:pt x="78357" y="10816"/>
                      <a:pt x="78423" y="11016"/>
                      <a:pt x="78423" y="11216"/>
                    </a:cubicBezTo>
                    <a:cubicBezTo>
                      <a:pt x="78423" y="11316"/>
                      <a:pt x="78457" y="11417"/>
                      <a:pt x="78457" y="11517"/>
                    </a:cubicBezTo>
                    <a:lnTo>
                      <a:pt x="78457" y="11817"/>
                    </a:lnTo>
                    <a:cubicBezTo>
                      <a:pt x="78490" y="12017"/>
                      <a:pt x="78457" y="12184"/>
                      <a:pt x="78423" y="12384"/>
                    </a:cubicBezTo>
                    <a:cubicBezTo>
                      <a:pt x="78357" y="12584"/>
                      <a:pt x="78323" y="12818"/>
                      <a:pt x="78257" y="13018"/>
                    </a:cubicBezTo>
                    <a:cubicBezTo>
                      <a:pt x="77956" y="13852"/>
                      <a:pt x="77423" y="14585"/>
                      <a:pt x="76756" y="15386"/>
                    </a:cubicBezTo>
                    <a:cubicBezTo>
                      <a:pt x="76122" y="16187"/>
                      <a:pt x="75355" y="16987"/>
                      <a:pt x="74687" y="17888"/>
                    </a:cubicBezTo>
                    <a:cubicBezTo>
                      <a:pt x="74354" y="18355"/>
                      <a:pt x="74087" y="18855"/>
                      <a:pt x="73820" y="19389"/>
                    </a:cubicBezTo>
                    <a:cubicBezTo>
                      <a:pt x="73587" y="19989"/>
                      <a:pt x="73453" y="20556"/>
                      <a:pt x="73353" y="21190"/>
                    </a:cubicBezTo>
                    <a:cubicBezTo>
                      <a:pt x="73286" y="21824"/>
                      <a:pt x="73353" y="22424"/>
                      <a:pt x="73487" y="23058"/>
                    </a:cubicBezTo>
                    <a:cubicBezTo>
                      <a:pt x="73620" y="23659"/>
                      <a:pt x="73787" y="24226"/>
                      <a:pt x="73753" y="24826"/>
                    </a:cubicBezTo>
                    <a:cubicBezTo>
                      <a:pt x="73753" y="25360"/>
                      <a:pt x="73520" y="25927"/>
                      <a:pt x="73253" y="26494"/>
                    </a:cubicBezTo>
                    <a:cubicBezTo>
                      <a:pt x="72953" y="27028"/>
                      <a:pt x="72586" y="27528"/>
                      <a:pt x="72119" y="27928"/>
                    </a:cubicBezTo>
                    <a:cubicBezTo>
                      <a:pt x="71185" y="28829"/>
                      <a:pt x="69951" y="29363"/>
                      <a:pt x="68650" y="29730"/>
                    </a:cubicBezTo>
                    <a:cubicBezTo>
                      <a:pt x="65981" y="30497"/>
                      <a:pt x="63146" y="31064"/>
                      <a:pt x="60177" y="31664"/>
                    </a:cubicBezTo>
                    <a:cubicBezTo>
                      <a:pt x="59443" y="31831"/>
                      <a:pt x="58676" y="31931"/>
                      <a:pt x="57942" y="32098"/>
                    </a:cubicBezTo>
                    <a:lnTo>
                      <a:pt x="56808" y="32365"/>
                    </a:lnTo>
                    <a:cubicBezTo>
                      <a:pt x="56441" y="32498"/>
                      <a:pt x="56074" y="32565"/>
                      <a:pt x="55674" y="32665"/>
                    </a:cubicBezTo>
                    <a:cubicBezTo>
                      <a:pt x="54940" y="32832"/>
                      <a:pt x="54139" y="33032"/>
                      <a:pt x="53406" y="33199"/>
                    </a:cubicBezTo>
                    <a:cubicBezTo>
                      <a:pt x="52605" y="33366"/>
                      <a:pt x="51838" y="33566"/>
                      <a:pt x="51071" y="33866"/>
                    </a:cubicBezTo>
                    <a:cubicBezTo>
                      <a:pt x="50270" y="34166"/>
                      <a:pt x="49503" y="34666"/>
                      <a:pt x="48969" y="35367"/>
                    </a:cubicBezTo>
                    <a:cubicBezTo>
                      <a:pt x="48435" y="36067"/>
                      <a:pt x="48102" y="36868"/>
                      <a:pt x="47802" y="37602"/>
                    </a:cubicBezTo>
                    <a:cubicBezTo>
                      <a:pt x="47735" y="37769"/>
                      <a:pt x="47635" y="37936"/>
                      <a:pt x="47601" y="38236"/>
                    </a:cubicBezTo>
                    <a:cubicBezTo>
                      <a:pt x="47568" y="38369"/>
                      <a:pt x="47568" y="38503"/>
                      <a:pt x="47568" y="38603"/>
                    </a:cubicBezTo>
                    <a:lnTo>
                      <a:pt x="47568" y="38936"/>
                    </a:lnTo>
                    <a:cubicBezTo>
                      <a:pt x="47568" y="39403"/>
                      <a:pt x="47601" y="39770"/>
                      <a:pt x="47601" y="40170"/>
                    </a:cubicBezTo>
                    <a:cubicBezTo>
                      <a:pt x="47601" y="40537"/>
                      <a:pt x="47468" y="40838"/>
                      <a:pt x="47335" y="41171"/>
                    </a:cubicBezTo>
                    <a:cubicBezTo>
                      <a:pt x="47234" y="41405"/>
                      <a:pt x="46934" y="41672"/>
                      <a:pt x="46634" y="41905"/>
                    </a:cubicBezTo>
                    <a:cubicBezTo>
                      <a:pt x="46000" y="42405"/>
                      <a:pt x="45266" y="42772"/>
                      <a:pt x="44566" y="43339"/>
                    </a:cubicBezTo>
                    <a:cubicBezTo>
                      <a:pt x="44399" y="43439"/>
                      <a:pt x="44232" y="43606"/>
                      <a:pt x="44066" y="43773"/>
                    </a:cubicBezTo>
                    <a:lnTo>
                      <a:pt x="43932" y="43906"/>
                    </a:lnTo>
                    <a:cubicBezTo>
                      <a:pt x="43899" y="43940"/>
                      <a:pt x="43799" y="44040"/>
                      <a:pt x="43799" y="44073"/>
                    </a:cubicBezTo>
                    <a:lnTo>
                      <a:pt x="43632" y="44373"/>
                    </a:lnTo>
                    <a:cubicBezTo>
                      <a:pt x="43432" y="44740"/>
                      <a:pt x="43232" y="45174"/>
                      <a:pt x="43098" y="45574"/>
                    </a:cubicBezTo>
                    <a:cubicBezTo>
                      <a:pt x="42965" y="46041"/>
                      <a:pt x="42898" y="46442"/>
                      <a:pt x="42898" y="46942"/>
                    </a:cubicBezTo>
                    <a:cubicBezTo>
                      <a:pt x="42831" y="47442"/>
                      <a:pt x="42998" y="47943"/>
                      <a:pt x="43232" y="48376"/>
                    </a:cubicBezTo>
                    <a:cubicBezTo>
                      <a:pt x="43665" y="49244"/>
                      <a:pt x="44399" y="49844"/>
                      <a:pt x="45066" y="50378"/>
                    </a:cubicBezTo>
                    <a:cubicBezTo>
                      <a:pt x="45733" y="50911"/>
                      <a:pt x="46401" y="51445"/>
                      <a:pt x="47001" y="52012"/>
                    </a:cubicBezTo>
                    <a:cubicBezTo>
                      <a:pt x="47635" y="52579"/>
                      <a:pt x="48235" y="53180"/>
                      <a:pt x="48635" y="53847"/>
                    </a:cubicBezTo>
                    <a:cubicBezTo>
                      <a:pt x="49069" y="54514"/>
                      <a:pt x="49369" y="55248"/>
                      <a:pt x="49403" y="56048"/>
                    </a:cubicBezTo>
                    <a:cubicBezTo>
                      <a:pt x="49469" y="56849"/>
                      <a:pt x="49403" y="57616"/>
                      <a:pt x="49236" y="58450"/>
                    </a:cubicBezTo>
                    <a:lnTo>
                      <a:pt x="49102" y="59084"/>
                    </a:lnTo>
                    <a:lnTo>
                      <a:pt x="49069" y="59251"/>
                    </a:lnTo>
                    <a:lnTo>
                      <a:pt x="49069" y="59284"/>
                    </a:lnTo>
                    <a:lnTo>
                      <a:pt x="48936" y="59584"/>
                    </a:lnTo>
                    <a:lnTo>
                      <a:pt x="48869" y="59718"/>
                    </a:lnTo>
                    <a:cubicBezTo>
                      <a:pt x="48802" y="59751"/>
                      <a:pt x="48769" y="59784"/>
                      <a:pt x="48769" y="59851"/>
                    </a:cubicBezTo>
                    <a:lnTo>
                      <a:pt x="48736" y="60018"/>
                    </a:lnTo>
                    <a:lnTo>
                      <a:pt x="48702" y="60285"/>
                    </a:lnTo>
                    <a:cubicBezTo>
                      <a:pt x="48635" y="60452"/>
                      <a:pt x="48602" y="60685"/>
                      <a:pt x="48535" y="60852"/>
                    </a:cubicBezTo>
                    <a:cubicBezTo>
                      <a:pt x="48269" y="61552"/>
                      <a:pt x="47768" y="62186"/>
                      <a:pt x="47201" y="62720"/>
                    </a:cubicBezTo>
                    <a:cubicBezTo>
                      <a:pt x="45967" y="63754"/>
                      <a:pt x="44399" y="64421"/>
                      <a:pt x="42798" y="65055"/>
                    </a:cubicBezTo>
                    <a:cubicBezTo>
                      <a:pt x="41230" y="65689"/>
                      <a:pt x="39562" y="66289"/>
                      <a:pt x="38095" y="67290"/>
                    </a:cubicBezTo>
                    <a:cubicBezTo>
                      <a:pt x="37728" y="67557"/>
                      <a:pt x="37394" y="67857"/>
                      <a:pt x="37061" y="68190"/>
                    </a:cubicBezTo>
                    <a:lnTo>
                      <a:pt x="36193" y="69091"/>
                    </a:lnTo>
                    <a:cubicBezTo>
                      <a:pt x="35593" y="69692"/>
                      <a:pt x="34959" y="70259"/>
                      <a:pt x="34359" y="70792"/>
                    </a:cubicBezTo>
                    <a:cubicBezTo>
                      <a:pt x="33091" y="71927"/>
                      <a:pt x="31757" y="72961"/>
                      <a:pt x="30723" y="74395"/>
                    </a:cubicBezTo>
                    <a:cubicBezTo>
                      <a:pt x="30156" y="75062"/>
                      <a:pt x="29755" y="75896"/>
                      <a:pt x="29488" y="76730"/>
                    </a:cubicBezTo>
                    <a:cubicBezTo>
                      <a:pt x="29288" y="77597"/>
                      <a:pt x="29155" y="78465"/>
                      <a:pt x="29288" y="79365"/>
                    </a:cubicBezTo>
                    <a:cubicBezTo>
                      <a:pt x="29322" y="79599"/>
                      <a:pt x="29322" y="79799"/>
                      <a:pt x="29388" y="80032"/>
                    </a:cubicBezTo>
                    <a:lnTo>
                      <a:pt x="29488" y="80633"/>
                    </a:lnTo>
                    <a:cubicBezTo>
                      <a:pt x="29589" y="80866"/>
                      <a:pt x="29622" y="81066"/>
                      <a:pt x="29655" y="81267"/>
                    </a:cubicBezTo>
                    <a:lnTo>
                      <a:pt x="29889" y="81867"/>
                    </a:lnTo>
                    <a:cubicBezTo>
                      <a:pt x="30122" y="82634"/>
                      <a:pt x="30456" y="83401"/>
                      <a:pt x="30789" y="84135"/>
                    </a:cubicBezTo>
                    <a:cubicBezTo>
                      <a:pt x="31123" y="84869"/>
                      <a:pt x="31457" y="85570"/>
                      <a:pt x="31657" y="86270"/>
                    </a:cubicBezTo>
                    <a:cubicBezTo>
                      <a:pt x="31890" y="86971"/>
                      <a:pt x="31890" y="87704"/>
                      <a:pt x="31857" y="88438"/>
                    </a:cubicBezTo>
                    <a:lnTo>
                      <a:pt x="31857" y="88472"/>
                    </a:lnTo>
                    <a:cubicBezTo>
                      <a:pt x="31857" y="88905"/>
                      <a:pt x="31723" y="89572"/>
                      <a:pt x="31423" y="90306"/>
                    </a:cubicBezTo>
                    <a:cubicBezTo>
                      <a:pt x="31190" y="91107"/>
                      <a:pt x="30756" y="92041"/>
                      <a:pt x="30756" y="93108"/>
                    </a:cubicBezTo>
                    <a:cubicBezTo>
                      <a:pt x="30789" y="93575"/>
                      <a:pt x="30889" y="94042"/>
                      <a:pt x="31090" y="94443"/>
                    </a:cubicBezTo>
                    <a:cubicBezTo>
                      <a:pt x="31223" y="94643"/>
                      <a:pt x="31356" y="94876"/>
                      <a:pt x="31457" y="95043"/>
                    </a:cubicBezTo>
                    <a:cubicBezTo>
                      <a:pt x="31590" y="95143"/>
                      <a:pt x="31723" y="95310"/>
                      <a:pt x="31890" y="95477"/>
                    </a:cubicBezTo>
                    <a:cubicBezTo>
                      <a:pt x="32190" y="95777"/>
                      <a:pt x="32457" y="96077"/>
                      <a:pt x="32858" y="96311"/>
                    </a:cubicBezTo>
                    <a:cubicBezTo>
                      <a:pt x="33224" y="96577"/>
                      <a:pt x="33691" y="96778"/>
                      <a:pt x="34192" y="96811"/>
                    </a:cubicBezTo>
                    <a:cubicBezTo>
                      <a:pt x="34266" y="96821"/>
                      <a:pt x="34341" y="96826"/>
                      <a:pt x="34415" y="96826"/>
                    </a:cubicBezTo>
                    <a:cubicBezTo>
                      <a:pt x="34839" y="96826"/>
                      <a:pt x="35252" y="96671"/>
                      <a:pt x="35593" y="96444"/>
                    </a:cubicBezTo>
                    <a:cubicBezTo>
                      <a:pt x="36026" y="96211"/>
                      <a:pt x="36360" y="95810"/>
                      <a:pt x="36594" y="95477"/>
                    </a:cubicBezTo>
                    <a:cubicBezTo>
                      <a:pt x="37094" y="94776"/>
                      <a:pt x="37461" y="93976"/>
                      <a:pt x="37761" y="93208"/>
                    </a:cubicBezTo>
                    <a:cubicBezTo>
                      <a:pt x="38061" y="92408"/>
                      <a:pt x="38261" y="91574"/>
                      <a:pt x="38428" y="90740"/>
                    </a:cubicBezTo>
                    <a:cubicBezTo>
                      <a:pt x="38528" y="90306"/>
                      <a:pt x="38562" y="89873"/>
                      <a:pt x="38595" y="89439"/>
                    </a:cubicBezTo>
                    <a:cubicBezTo>
                      <a:pt x="38628" y="89206"/>
                      <a:pt x="38628" y="88972"/>
                      <a:pt x="38628" y="88772"/>
                    </a:cubicBezTo>
                    <a:lnTo>
                      <a:pt x="38695" y="88205"/>
                    </a:lnTo>
                    <a:cubicBezTo>
                      <a:pt x="38795" y="86570"/>
                      <a:pt x="39262" y="84969"/>
                      <a:pt x="39896" y="83435"/>
                    </a:cubicBezTo>
                    <a:cubicBezTo>
                      <a:pt x="40563" y="81934"/>
                      <a:pt x="41397" y="80466"/>
                      <a:pt x="42531" y="79232"/>
                    </a:cubicBezTo>
                    <a:cubicBezTo>
                      <a:pt x="43098" y="78631"/>
                      <a:pt x="43699" y="78064"/>
                      <a:pt x="44399" y="77631"/>
                    </a:cubicBezTo>
                    <a:cubicBezTo>
                      <a:pt x="45100" y="77230"/>
                      <a:pt x="45867" y="76930"/>
                      <a:pt x="46634" y="76897"/>
                    </a:cubicBezTo>
                    <a:cubicBezTo>
                      <a:pt x="46691" y="76894"/>
                      <a:pt x="46749" y="76893"/>
                      <a:pt x="46806" y="76893"/>
                    </a:cubicBezTo>
                    <a:cubicBezTo>
                      <a:pt x="47544" y="76893"/>
                      <a:pt x="48252" y="77092"/>
                      <a:pt x="48902" y="77464"/>
                    </a:cubicBezTo>
                    <a:cubicBezTo>
                      <a:pt x="49603" y="77897"/>
                      <a:pt x="50203" y="78431"/>
                      <a:pt x="50403" y="79132"/>
                    </a:cubicBezTo>
                    <a:cubicBezTo>
                      <a:pt x="50604" y="79866"/>
                      <a:pt x="50470" y="80699"/>
                      <a:pt x="50303" y="81533"/>
                    </a:cubicBezTo>
                    <a:cubicBezTo>
                      <a:pt x="50137" y="82367"/>
                      <a:pt x="49903" y="83235"/>
                      <a:pt x="49703" y="84102"/>
                    </a:cubicBezTo>
                    <a:cubicBezTo>
                      <a:pt x="49636" y="84302"/>
                      <a:pt x="49603" y="84569"/>
                      <a:pt x="49569" y="84769"/>
                    </a:cubicBezTo>
                    <a:cubicBezTo>
                      <a:pt x="49536" y="84969"/>
                      <a:pt x="49536" y="85203"/>
                      <a:pt x="49469" y="85436"/>
                    </a:cubicBezTo>
                    <a:lnTo>
                      <a:pt x="49436" y="85770"/>
                    </a:lnTo>
                    <a:cubicBezTo>
                      <a:pt x="49403" y="85937"/>
                      <a:pt x="49436" y="86037"/>
                      <a:pt x="49436" y="86137"/>
                    </a:cubicBezTo>
                    <a:cubicBezTo>
                      <a:pt x="49436" y="86404"/>
                      <a:pt x="49436" y="86637"/>
                      <a:pt x="49469" y="86871"/>
                    </a:cubicBezTo>
                    <a:cubicBezTo>
                      <a:pt x="49569" y="87805"/>
                      <a:pt x="49803" y="88705"/>
                      <a:pt x="50103" y="89539"/>
                    </a:cubicBezTo>
                    <a:cubicBezTo>
                      <a:pt x="50637" y="91240"/>
                      <a:pt x="51304" y="92875"/>
                      <a:pt x="51437" y="94543"/>
                    </a:cubicBezTo>
                    <a:lnTo>
                      <a:pt x="51437" y="95143"/>
                    </a:lnTo>
                    <a:lnTo>
                      <a:pt x="51437" y="95443"/>
                    </a:lnTo>
                    <a:lnTo>
                      <a:pt x="51437" y="95477"/>
                    </a:lnTo>
                    <a:lnTo>
                      <a:pt x="51437" y="95577"/>
                    </a:lnTo>
                    <a:lnTo>
                      <a:pt x="51404" y="95744"/>
                    </a:lnTo>
                    <a:lnTo>
                      <a:pt x="51304" y="96044"/>
                    </a:lnTo>
                    <a:lnTo>
                      <a:pt x="51237" y="96311"/>
                    </a:lnTo>
                    <a:cubicBezTo>
                      <a:pt x="51204" y="96544"/>
                      <a:pt x="51104" y="96711"/>
                      <a:pt x="51037" y="96911"/>
                    </a:cubicBezTo>
                    <a:cubicBezTo>
                      <a:pt x="50704" y="97712"/>
                      <a:pt x="50237" y="98412"/>
                      <a:pt x="49736" y="99113"/>
                    </a:cubicBezTo>
                    <a:cubicBezTo>
                      <a:pt x="49236" y="99813"/>
                      <a:pt x="48736" y="100580"/>
                      <a:pt x="48302" y="101381"/>
                    </a:cubicBezTo>
                    <a:cubicBezTo>
                      <a:pt x="47902" y="102148"/>
                      <a:pt x="47568" y="103049"/>
                      <a:pt x="47435" y="103949"/>
                    </a:cubicBezTo>
                    <a:cubicBezTo>
                      <a:pt x="47368" y="104883"/>
                      <a:pt x="47368" y="105751"/>
                      <a:pt x="47401" y="106618"/>
                    </a:cubicBezTo>
                    <a:cubicBezTo>
                      <a:pt x="47435" y="107452"/>
                      <a:pt x="47535" y="108319"/>
                      <a:pt x="47435" y="109086"/>
                    </a:cubicBezTo>
                    <a:cubicBezTo>
                      <a:pt x="47368" y="109820"/>
                      <a:pt x="46934" y="110487"/>
                      <a:pt x="46401" y="111088"/>
                    </a:cubicBezTo>
                    <a:cubicBezTo>
                      <a:pt x="46100" y="111321"/>
                      <a:pt x="45800" y="111622"/>
                      <a:pt x="45533" y="111888"/>
                    </a:cubicBezTo>
                    <a:cubicBezTo>
                      <a:pt x="45200" y="112122"/>
                      <a:pt x="44866" y="112322"/>
                      <a:pt x="44533" y="112556"/>
                    </a:cubicBezTo>
                    <a:cubicBezTo>
                      <a:pt x="43132" y="113423"/>
                      <a:pt x="41564" y="113957"/>
                      <a:pt x="40196" y="114957"/>
                    </a:cubicBezTo>
                    <a:cubicBezTo>
                      <a:pt x="39529" y="115458"/>
                      <a:pt x="38895" y="116091"/>
                      <a:pt x="38428" y="116792"/>
                    </a:cubicBezTo>
                    <a:cubicBezTo>
                      <a:pt x="38295" y="116959"/>
                      <a:pt x="38195" y="117126"/>
                      <a:pt x="38095" y="117326"/>
                    </a:cubicBezTo>
                    <a:cubicBezTo>
                      <a:pt x="37961" y="117559"/>
                      <a:pt x="37894" y="117726"/>
                      <a:pt x="37794" y="117926"/>
                    </a:cubicBezTo>
                    <a:lnTo>
                      <a:pt x="37561" y="118493"/>
                    </a:lnTo>
                    <a:cubicBezTo>
                      <a:pt x="37528" y="118727"/>
                      <a:pt x="37427" y="118927"/>
                      <a:pt x="37394" y="119127"/>
                    </a:cubicBezTo>
                    <a:cubicBezTo>
                      <a:pt x="37194" y="119928"/>
                      <a:pt x="37194" y="120761"/>
                      <a:pt x="37194" y="121562"/>
                    </a:cubicBezTo>
                    <a:cubicBezTo>
                      <a:pt x="37194" y="122329"/>
                      <a:pt x="37194" y="123096"/>
                      <a:pt x="37061" y="123797"/>
                    </a:cubicBezTo>
                    <a:cubicBezTo>
                      <a:pt x="36960" y="124497"/>
                      <a:pt x="36694" y="125131"/>
                      <a:pt x="36260" y="125765"/>
                    </a:cubicBezTo>
                    <a:cubicBezTo>
                      <a:pt x="35893" y="126399"/>
                      <a:pt x="35459" y="126966"/>
                      <a:pt x="34926" y="127433"/>
                    </a:cubicBezTo>
                    <a:cubicBezTo>
                      <a:pt x="33892" y="128400"/>
                      <a:pt x="32557" y="128834"/>
                      <a:pt x="31190" y="128934"/>
                    </a:cubicBezTo>
                    <a:cubicBezTo>
                      <a:pt x="30833" y="128968"/>
                      <a:pt x="30480" y="128982"/>
                      <a:pt x="30131" y="128982"/>
                    </a:cubicBezTo>
                    <a:cubicBezTo>
                      <a:pt x="29109" y="128982"/>
                      <a:pt x="28115" y="128858"/>
                      <a:pt x="27120" y="128734"/>
                    </a:cubicBezTo>
                    <a:cubicBezTo>
                      <a:pt x="25786" y="128567"/>
                      <a:pt x="24518" y="128400"/>
                      <a:pt x="23217" y="128334"/>
                    </a:cubicBezTo>
                    <a:cubicBezTo>
                      <a:pt x="23096" y="128330"/>
                      <a:pt x="22975" y="128329"/>
                      <a:pt x="22854" y="128329"/>
                    </a:cubicBezTo>
                    <a:cubicBezTo>
                      <a:pt x="21709" y="128329"/>
                      <a:pt x="20571" y="128478"/>
                      <a:pt x="19515" y="128901"/>
                    </a:cubicBezTo>
                    <a:cubicBezTo>
                      <a:pt x="18914" y="129101"/>
                      <a:pt x="18414" y="129401"/>
                      <a:pt x="17914" y="129668"/>
                    </a:cubicBezTo>
                    <a:cubicBezTo>
                      <a:pt x="17413" y="129968"/>
                      <a:pt x="16946" y="130302"/>
                      <a:pt x="16513" y="130602"/>
                    </a:cubicBezTo>
                    <a:cubicBezTo>
                      <a:pt x="15579" y="131236"/>
                      <a:pt x="14778" y="131903"/>
                      <a:pt x="13877" y="131936"/>
                    </a:cubicBezTo>
                    <a:cubicBezTo>
                      <a:pt x="13795" y="131942"/>
                      <a:pt x="13714" y="131945"/>
                      <a:pt x="13633" y="131945"/>
                    </a:cubicBezTo>
                    <a:cubicBezTo>
                      <a:pt x="12791" y="131945"/>
                      <a:pt x="12003" y="131646"/>
                      <a:pt x="11242" y="131402"/>
                    </a:cubicBezTo>
                    <a:cubicBezTo>
                      <a:pt x="10408" y="131102"/>
                      <a:pt x="9608" y="130802"/>
                      <a:pt x="8907" y="130468"/>
                    </a:cubicBezTo>
                    <a:cubicBezTo>
                      <a:pt x="7439" y="129901"/>
                      <a:pt x="6205" y="129334"/>
                      <a:pt x="5071" y="129134"/>
                    </a:cubicBezTo>
                    <a:cubicBezTo>
                      <a:pt x="4689" y="129063"/>
                      <a:pt x="4325" y="129034"/>
                      <a:pt x="3988" y="129034"/>
                    </a:cubicBezTo>
                    <a:cubicBezTo>
                      <a:pt x="3383" y="129034"/>
                      <a:pt x="2867" y="129127"/>
                      <a:pt x="2503" y="129234"/>
                    </a:cubicBezTo>
                    <a:cubicBezTo>
                      <a:pt x="2369" y="129268"/>
                      <a:pt x="2236" y="129268"/>
                      <a:pt x="2102" y="129301"/>
                    </a:cubicBezTo>
                    <a:cubicBezTo>
                      <a:pt x="2036" y="129334"/>
                      <a:pt x="1935" y="129334"/>
                      <a:pt x="1869" y="129401"/>
                    </a:cubicBezTo>
                    <a:cubicBezTo>
                      <a:pt x="1735" y="129434"/>
                      <a:pt x="1669" y="129468"/>
                      <a:pt x="1669" y="129468"/>
                    </a:cubicBezTo>
                    <a:cubicBezTo>
                      <a:pt x="1035" y="129735"/>
                      <a:pt x="601" y="130001"/>
                      <a:pt x="368" y="130235"/>
                    </a:cubicBezTo>
                    <a:cubicBezTo>
                      <a:pt x="101" y="130435"/>
                      <a:pt x="1" y="130602"/>
                      <a:pt x="34" y="130635"/>
                    </a:cubicBezTo>
                    <a:cubicBezTo>
                      <a:pt x="42" y="130643"/>
                      <a:pt x="57" y="130647"/>
                      <a:pt x="80" y="130647"/>
                    </a:cubicBezTo>
                    <a:cubicBezTo>
                      <a:pt x="154" y="130647"/>
                      <a:pt x="305" y="130604"/>
                      <a:pt x="534" y="130502"/>
                    </a:cubicBezTo>
                    <a:cubicBezTo>
                      <a:pt x="835" y="130402"/>
                      <a:pt x="1235" y="130168"/>
                      <a:pt x="1835" y="129935"/>
                    </a:cubicBezTo>
                    <a:cubicBezTo>
                      <a:pt x="1835" y="129935"/>
                      <a:pt x="1902" y="129901"/>
                      <a:pt x="2036" y="129835"/>
                    </a:cubicBezTo>
                    <a:cubicBezTo>
                      <a:pt x="2102" y="129835"/>
                      <a:pt x="2202" y="129801"/>
                      <a:pt x="2269" y="129768"/>
                    </a:cubicBezTo>
                    <a:cubicBezTo>
                      <a:pt x="2369" y="129768"/>
                      <a:pt x="2503" y="129735"/>
                      <a:pt x="2603" y="129668"/>
                    </a:cubicBezTo>
                    <a:cubicBezTo>
                      <a:pt x="2913" y="129606"/>
                      <a:pt x="3353" y="129531"/>
                      <a:pt x="3897" y="129531"/>
                    </a:cubicBezTo>
                    <a:cubicBezTo>
                      <a:pt x="4229" y="129531"/>
                      <a:pt x="4600" y="129559"/>
                      <a:pt x="5004" y="129634"/>
                    </a:cubicBezTo>
                    <a:cubicBezTo>
                      <a:pt x="6038" y="129801"/>
                      <a:pt x="7273" y="130335"/>
                      <a:pt x="8707" y="130969"/>
                    </a:cubicBezTo>
                    <a:cubicBezTo>
                      <a:pt x="9407" y="131302"/>
                      <a:pt x="10208" y="131603"/>
                      <a:pt x="11042" y="131936"/>
                    </a:cubicBezTo>
                    <a:cubicBezTo>
                      <a:pt x="11803" y="132210"/>
                      <a:pt x="12675" y="132512"/>
                      <a:pt x="13633" y="132512"/>
                    </a:cubicBezTo>
                    <a:cubicBezTo>
                      <a:pt x="13725" y="132512"/>
                      <a:pt x="13817" y="132509"/>
                      <a:pt x="13911" y="132503"/>
                    </a:cubicBezTo>
                    <a:cubicBezTo>
                      <a:pt x="14444" y="132503"/>
                      <a:pt x="15011" y="132303"/>
                      <a:pt x="15445" y="132003"/>
                    </a:cubicBezTo>
                    <a:cubicBezTo>
                      <a:pt x="15912" y="131769"/>
                      <a:pt x="16346" y="131436"/>
                      <a:pt x="16779" y="131136"/>
                    </a:cubicBezTo>
                    <a:cubicBezTo>
                      <a:pt x="17213" y="130835"/>
                      <a:pt x="17647" y="130568"/>
                      <a:pt x="18180" y="130268"/>
                    </a:cubicBezTo>
                    <a:cubicBezTo>
                      <a:pt x="18614" y="130001"/>
                      <a:pt x="19181" y="129735"/>
                      <a:pt x="19681" y="129501"/>
                    </a:cubicBezTo>
                    <a:cubicBezTo>
                      <a:pt x="20645" y="129140"/>
                      <a:pt x="21690" y="128996"/>
                      <a:pt x="22817" y="128996"/>
                    </a:cubicBezTo>
                    <a:cubicBezTo>
                      <a:pt x="22939" y="128996"/>
                      <a:pt x="23061" y="128997"/>
                      <a:pt x="23184" y="129001"/>
                    </a:cubicBezTo>
                    <a:cubicBezTo>
                      <a:pt x="24385" y="129067"/>
                      <a:pt x="25686" y="129268"/>
                      <a:pt x="27020" y="129434"/>
                    </a:cubicBezTo>
                    <a:cubicBezTo>
                      <a:pt x="28049" y="129563"/>
                      <a:pt x="29098" y="129711"/>
                      <a:pt x="30197" y="129711"/>
                    </a:cubicBezTo>
                    <a:cubicBezTo>
                      <a:pt x="30523" y="129711"/>
                      <a:pt x="30854" y="129698"/>
                      <a:pt x="31190" y="129668"/>
                    </a:cubicBezTo>
                    <a:cubicBezTo>
                      <a:pt x="31890" y="129634"/>
                      <a:pt x="32624" y="129468"/>
                      <a:pt x="33358" y="129234"/>
                    </a:cubicBezTo>
                    <a:cubicBezTo>
                      <a:pt x="34058" y="128934"/>
                      <a:pt x="34726" y="128500"/>
                      <a:pt x="35293" y="128000"/>
                    </a:cubicBezTo>
                    <a:cubicBezTo>
                      <a:pt x="35893" y="127500"/>
                      <a:pt x="36393" y="126899"/>
                      <a:pt x="36760" y="126232"/>
                    </a:cubicBezTo>
                    <a:cubicBezTo>
                      <a:pt x="36860" y="126065"/>
                      <a:pt x="36960" y="125898"/>
                      <a:pt x="37061" y="125732"/>
                    </a:cubicBezTo>
                    <a:lnTo>
                      <a:pt x="37194" y="125465"/>
                    </a:lnTo>
                    <a:lnTo>
                      <a:pt x="37294" y="125165"/>
                    </a:lnTo>
                    <a:cubicBezTo>
                      <a:pt x="37461" y="124798"/>
                      <a:pt x="37561" y="124431"/>
                      <a:pt x="37628" y="123997"/>
                    </a:cubicBezTo>
                    <a:cubicBezTo>
                      <a:pt x="37928" y="122396"/>
                      <a:pt x="37594" y="120795"/>
                      <a:pt x="37961" y="119394"/>
                    </a:cubicBezTo>
                    <a:cubicBezTo>
                      <a:pt x="38028" y="119160"/>
                      <a:pt x="38095" y="118994"/>
                      <a:pt x="38128" y="118827"/>
                    </a:cubicBezTo>
                    <a:lnTo>
                      <a:pt x="38361" y="118293"/>
                    </a:lnTo>
                    <a:cubicBezTo>
                      <a:pt x="38395" y="118126"/>
                      <a:pt x="38528" y="117959"/>
                      <a:pt x="38595" y="117793"/>
                    </a:cubicBezTo>
                    <a:cubicBezTo>
                      <a:pt x="38695" y="117626"/>
                      <a:pt x="38762" y="117459"/>
                      <a:pt x="38895" y="117292"/>
                    </a:cubicBezTo>
                    <a:cubicBezTo>
                      <a:pt x="39295" y="116659"/>
                      <a:pt x="39863" y="116125"/>
                      <a:pt x="40463" y="115658"/>
                    </a:cubicBezTo>
                    <a:cubicBezTo>
                      <a:pt x="41731" y="114791"/>
                      <a:pt x="43298" y="114223"/>
                      <a:pt x="44766" y="113323"/>
                    </a:cubicBezTo>
                    <a:cubicBezTo>
                      <a:pt x="45133" y="113123"/>
                      <a:pt x="45467" y="112889"/>
                      <a:pt x="45867" y="112622"/>
                    </a:cubicBezTo>
                    <a:cubicBezTo>
                      <a:pt x="46167" y="112389"/>
                      <a:pt x="46501" y="112089"/>
                      <a:pt x="46801" y="111755"/>
                    </a:cubicBezTo>
                    <a:cubicBezTo>
                      <a:pt x="46968" y="111588"/>
                      <a:pt x="47101" y="111421"/>
                      <a:pt x="47268" y="111255"/>
                    </a:cubicBezTo>
                    <a:cubicBezTo>
                      <a:pt x="47401" y="111055"/>
                      <a:pt x="47535" y="110888"/>
                      <a:pt x="47635" y="110654"/>
                    </a:cubicBezTo>
                    <a:cubicBezTo>
                      <a:pt x="47902" y="110254"/>
                      <a:pt x="48002" y="109787"/>
                      <a:pt x="48102" y="109320"/>
                    </a:cubicBezTo>
                    <a:cubicBezTo>
                      <a:pt x="48235" y="108419"/>
                      <a:pt x="48102" y="107552"/>
                      <a:pt x="48068" y="106718"/>
                    </a:cubicBezTo>
                    <a:cubicBezTo>
                      <a:pt x="48002" y="105884"/>
                      <a:pt x="48002" y="104983"/>
                      <a:pt x="48102" y="104216"/>
                    </a:cubicBezTo>
                    <a:cubicBezTo>
                      <a:pt x="48235" y="103416"/>
                      <a:pt x="48502" y="102648"/>
                      <a:pt x="48902" y="101915"/>
                    </a:cubicBezTo>
                    <a:cubicBezTo>
                      <a:pt x="49269" y="101147"/>
                      <a:pt x="49770" y="100447"/>
                      <a:pt x="50270" y="99746"/>
                    </a:cubicBezTo>
                    <a:cubicBezTo>
                      <a:pt x="50770" y="98979"/>
                      <a:pt x="51271" y="98245"/>
                      <a:pt x="51638" y="97411"/>
                    </a:cubicBezTo>
                    <a:lnTo>
                      <a:pt x="51904" y="96778"/>
                    </a:lnTo>
                    <a:lnTo>
                      <a:pt x="52005" y="96444"/>
                    </a:lnTo>
                    <a:lnTo>
                      <a:pt x="52105" y="96110"/>
                    </a:lnTo>
                    <a:lnTo>
                      <a:pt x="52138" y="95944"/>
                    </a:lnTo>
                    <a:lnTo>
                      <a:pt x="52138" y="95877"/>
                    </a:lnTo>
                    <a:lnTo>
                      <a:pt x="52138" y="95744"/>
                    </a:lnTo>
                    <a:lnTo>
                      <a:pt x="52138" y="95377"/>
                    </a:lnTo>
                    <a:cubicBezTo>
                      <a:pt x="52171" y="95110"/>
                      <a:pt x="52138" y="94910"/>
                      <a:pt x="52138" y="94643"/>
                    </a:cubicBezTo>
                    <a:cubicBezTo>
                      <a:pt x="52005" y="92775"/>
                      <a:pt x="51304" y="91107"/>
                      <a:pt x="50770" y="89439"/>
                    </a:cubicBezTo>
                    <a:cubicBezTo>
                      <a:pt x="50503" y="88605"/>
                      <a:pt x="50270" y="87771"/>
                      <a:pt x="50170" y="86937"/>
                    </a:cubicBezTo>
                    <a:cubicBezTo>
                      <a:pt x="50137" y="86737"/>
                      <a:pt x="50137" y="86537"/>
                      <a:pt x="50137" y="86303"/>
                    </a:cubicBezTo>
                    <a:lnTo>
                      <a:pt x="50137" y="86037"/>
                    </a:lnTo>
                    <a:lnTo>
                      <a:pt x="50170" y="85703"/>
                    </a:lnTo>
                    <a:cubicBezTo>
                      <a:pt x="50170" y="85470"/>
                      <a:pt x="50237" y="85269"/>
                      <a:pt x="50270" y="85069"/>
                    </a:cubicBezTo>
                    <a:lnTo>
                      <a:pt x="50403" y="84435"/>
                    </a:lnTo>
                    <a:cubicBezTo>
                      <a:pt x="50570" y="83568"/>
                      <a:pt x="50804" y="82734"/>
                      <a:pt x="51004" y="81867"/>
                    </a:cubicBezTo>
                    <a:cubicBezTo>
                      <a:pt x="51237" y="80966"/>
                      <a:pt x="51404" y="80032"/>
                      <a:pt x="51104" y="79032"/>
                    </a:cubicBezTo>
                    <a:cubicBezTo>
                      <a:pt x="50937" y="78565"/>
                      <a:pt x="50737" y="78064"/>
                      <a:pt x="50337" y="77731"/>
                    </a:cubicBezTo>
                    <a:lnTo>
                      <a:pt x="50103" y="77464"/>
                    </a:lnTo>
                    <a:cubicBezTo>
                      <a:pt x="50003" y="77397"/>
                      <a:pt x="49903" y="77364"/>
                      <a:pt x="49803" y="77264"/>
                    </a:cubicBezTo>
                    <a:lnTo>
                      <a:pt x="49503" y="77064"/>
                    </a:lnTo>
                    <a:cubicBezTo>
                      <a:pt x="49436" y="77030"/>
                      <a:pt x="49303" y="76930"/>
                      <a:pt x="49236" y="76897"/>
                    </a:cubicBezTo>
                    <a:cubicBezTo>
                      <a:pt x="48532" y="76486"/>
                      <a:pt x="47673" y="76178"/>
                      <a:pt x="46818" y="76178"/>
                    </a:cubicBezTo>
                    <a:cubicBezTo>
                      <a:pt x="46701" y="76178"/>
                      <a:pt x="46584" y="76184"/>
                      <a:pt x="46467" y="76196"/>
                    </a:cubicBezTo>
                    <a:cubicBezTo>
                      <a:pt x="45500" y="76230"/>
                      <a:pt x="44599" y="76597"/>
                      <a:pt x="43799" y="77064"/>
                    </a:cubicBezTo>
                    <a:cubicBezTo>
                      <a:pt x="42998" y="77531"/>
                      <a:pt x="42331" y="78131"/>
                      <a:pt x="41731" y="78798"/>
                    </a:cubicBezTo>
                    <a:cubicBezTo>
                      <a:pt x="40496" y="80132"/>
                      <a:pt x="39596" y="81700"/>
                      <a:pt x="38929" y="83301"/>
                    </a:cubicBezTo>
                    <a:cubicBezTo>
                      <a:pt x="38261" y="84936"/>
                      <a:pt x="37794" y="86637"/>
                      <a:pt x="37628" y="88372"/>
                    </a:cubicBezTo>
                    <a:lnTo>
                      <a:pt x="37594" y="89039"/>
                    </a:lnTo>
                    <a:cubicBezTo>
                      <a:pt x="37594" y="89239"/>
                      <a:pt x="37561" y="89406"/>
                      <a:pt x="37561" y="89606"/>
                    </a:cubicBezTo>
                    <a:cubicBezTo>
                      <a:pt x="37494" y="89973"/>
                      <a:pt x="37461" y="90406"/>
                      <a:pt x="37394" y="90773"/>
                    </a:cubicBezTo>
                    <a:cubicBezTo>
                      <a:pt x="37261" y="91574"/>
                      <a:pt x="37061" y="92308"/>
                      <a:pt x="36760" y="93075"/>
                    </a:cubicBezTo>
                    <a:cubicBezTo>
                      <a:pt x="36493" y="93809"/>
                      <a:pt x="36160" y="94543"/>
                      <a:pt x="35726" y="95110"/>
                    </a:cubicBezTo>
                    <a:cubicBezTo>
                      <a:pt x="35309" y="95687"/>
                      <a:pt x="34769" y="96079"/>
                      <a:pt x="34195" y="96079"/>
                    </a:cubicBezTo>
                    <a:cubicBezTo>
                      <a:pt x="34172" y="96079"/>
                      <a:pt x="34148" y="96078"/>
                      <a:pt x="34125" y="96077"/>
                    </a:cubicBezTo>
                    <a:cubicBezTo>
                      <a:pt x="33558" y="96044"/>
                      <a:pt x="32958" y="95577"/>
                      <a:pt x="32457" y="95043"/>
                    </a:cubicBezTo>
                    <a:cubicBezTo>
                      <a:pt x="32324" y="94910"/>
                      <a:pt x="32257" y="94743"/>
                      <a:pt x="32124" y="94609"/>
                    </a:cubicBezTo>
                    <a:cubicBezTo>
                      <a:pt x="32057" y="94476"/>
                      <a:pt x="31957" y="94309"/>
                      <a:pt x="31890" y="94209"/>
                    </a:cubicBezTo>
                    <a:cubicBezTo>
                      <a:pt x="31757" y="93909"/>
                      <a:pt x="31657" y="93609"/>
                      <a:pt x="31657" y="93275"/>
                    </a:cubicBezTo>
                    <a:cubicBezTo>
                      <a:pt x="31657" y="92475"/>
                      <a:pt x="31990" y="91641"/>
                      <a:pt x="32290" y="90873"/>
                    </a:cubicBezTo>
                    <a:cubicBezTo>
                      <a:pt x="32591" y="90073"/>
                      <a:pt x="32791" y="89272"/>
                      <a:pt x="32791" y="88705"/>
                    </a:cubicBezTo>
                    <a:lnTo>
                      <a:pt x="32791" y="88739"/>
                    </a:lnTo>
                    <a:cubicBezTo>
                      <a:pt x="32891" y="87905"/>
                      <a:pt x="32891" y="87037"/>
                      <a:pt x="32624" y="86203"/>
                    </a:cubicBezTo>
                    <a:cubicBezTo>
                      <a:pt x="32391" y="85369"/>
                      <a:pt x="31990" y="84602"/>
                      <a:pt x="31657" y="83902"/>
                    </a:cubicBezTo>
                    <a:cubicBezTo>
                      <a:pt x="31323" y="83135"/>
                      <a:pt x="31056" y="82434"/>
                      <a:pt x="30789" y="81700"/>
                    </a:cubicBezTo>
                    <a:lnTo>
                      <a:pt x="30589" y="81133"/>
                    </a:lnTo>
                    <a:cubicBezTo>
                      <a:pt x="30556" y="80933"/>
                      <a:pt x="30489" y="80766"/>
                      <a:pt x="30456" y="80566"/>
                    </a:cubicBezTo>
                    <a:lnTo>
                      <a:pt x="30356" y="79966"/>
                    </a:lnTo>
                    <a:cubicBezTo>
                      <a:pt x="30356" y="79765"/>
                      <a:pt x="30356" y="79599"/>
                      <a:pt x="30289" y="79399"/>
                    </a:cubicBezTo>
                    <a:cubicBezTo>
                      <a:pt x="30189" y="78631"/>
                      <a:pt x="30289" y="77897"/>
                      <a:pt x="30456" y="77130"/>
                    </a:cubicBezTo>
                    <a:cubicBezTo>
                      <a:pt x="30689" y="76430"/>
                      <a:pt x="31056" y="75729"/>
                      <a:pt x="31523" y="75095"/>
                    </a:cubicBezTo>
                    <a:cubicBezTo>
                      <a:pt x="32457" y="73861"/>
                      <a:pt x="33758" y="72760"/>
                      <a:pt x="35026" y="71626"/>
                    </a:cubicBezTo>
                    <a:cubicBezTo>
                      <a:pt x="35626" y="71059"/>
                      <a:pt x="36260" y="70525"/>
                      <a:pt x="36894" y="69892"/>
                    </a:cubicBezTo>
                    <a:lnTo>
                      <a:pt x="37761" y="68958"/>
                    </a:lnTo>
                    <a:cubicBezTo>
                      <a:pt x="38061" y="68724"/>
                      <a:pt x="38361" y="68457"/>
                      <a:pt x="38695" y="68224"/>
                    </a:cubicBezTo>
                    <a:cubicBezTo>
                      <a:pt x="40029" y="67290"/>
                      <a:pt x="41597" y="66723"/>
                      <a:pt x="43198" y="66056"/>
                    </a:cubicBezTo>
                    <a:cubicBezTo>
                      <a:pt x="43965" y="65722"/>
                      <a:pt x="44766" y="65388"/>
                      <a:pt x="45567" y="65022"/>
                    </a:cubicBezTo>
                    <a:cubicBezTo>
                      <a:pt x="46367" y="64588"/>
                      <a:pt x="47101" y="64121"/>
                      <a:pt x="47802" y="63554"/>
                    </a:cubicBezTo>
                    <a:cubicBezTo>
                      <a:pt x="48535" y="62920"/>
                      <a:pt x="49102" y="62186"/>
                      <a:pt x="49403" y="61252"/>
                    </a:cubicBezTo>
                    <a:cubicBezTo>
                      <a:pt x="49436" y="61052"/>
                      <a:pt x="49536" y="60785"/>
                      <a:pt x="49569" y="60585"/>
                    </a:cubicBezTo>
                    <a:lnTo>
                      <a:pt x="49603" y="60251"/>
                    </a:lnTo>
                    <a:lnTo>
                      <a:pt x="49703" y="60118"/>
                    </a:lnTo>
                    <a:lnTo>
                      <a:pt x="49803" y="59851"/>
                    </a:lnTo>
                    <a:lnTo>
                      <a:pt x="49870" y="59718"/>
                    </a:lnTo>
                    <a:cubicBezTo>
                      <a:pt x="49903" y="59651"/>
                      <a:pt x="49903" y="59618"/>
                      <a:pt x="49903" y="59584"/>
                    </a:cubicBezTo>
                    <a:lnTo>
                      <a:pt x="49936" y="59418"/>
                    </a:lnTo>
                    <a:lnTo>
                      <a:pt x="50070" y="58784"/>
                    </a:lnTo>
                    <a:cubicBezTo>
                      <a:pt x="50237" y="57916"/>
                      <a:pt x="50303" y="57049"/>
                      <a:pt x="50237" y="56115"/>
                    </a:cubicBezTo>
                    <a:cubicBezTo>
                      <a:pt x="50203" y="55215"/>
                      <a:pt x="49870" y="54281"/>
                      <a:pt x="49369" y="53547"/>
                    </a:cubicBezTo>
                    <a:cubicBezTo>
                      <a:pt x="48369" y="51979"/>
                      <a:pt x="46901" y="50945"/>
                      <a:pt x="45600" y="49911"/>
                    </a:cubicBezTo>
                    <a:cubicBezTo>
                      <a:pt x="44933" y="49410"/>
                      <a:pt x="44299" y="48810"/>
                      <a:pt x="43965" y="48210"/>
                    </a:cubicBezTo>
                    <a:cubicBezTo>
                      <a:pt x="43632" y="47576"/>
                      <a:pt x="43632" y="46842"/>
                      <a:pt x="43899" y="46075"/>
                    </a:cubicBezTo>
                    <a:cubicBezTo>
                      <a:pt x="44032" y="45708"/>
                      <a:pt x="44132" y="45341"/>
                      <a:pt x="44366" y="45007"/>
                    </a:cubicBezTo>
                    <a:lnTo>
                      <a:pt x="44499" y="44707"/>
                    </a:lnTo>
                    <a:cubicBezTo>
                      <a:pt x="44566" y="44674"/>
                      <a:pt x="44499" y="44674"/>
                      <a:pt x="44566" y="44607"/>
                    </a:cubicBezTo>
                    <a:lnTo>
                      <a:pt x="44633" y="44540"/>
                    </a:lnTo>
                    <a:cubicBezTo>
                      <a:pt x="44766" y="44407"/>
                      <a:pt x="44899" y="44273"/>
                      <a:pt x="45066" y="44173"/>
                    </a:cubicBezTo>
                    <a:cubicBezTo>
                      <a:pt x="45633" y="43706"/>
                      <a:pt x="46401" y="43339"/>
                      <a:pt x="47101" y="42772"/>
                    </a:cubicBezTo>
                    <a:cubicBezTo>
                      <a:pt x="47468" y="42505"/>
                      <a:pt x="47802" y="42205"/>
                      <a:pt x="48068" y="41738"/>
                    </a:cubicBezTo>
                    <a:cubicBezTo>
                      <a:pt x="48269" y="41271"/>
                      <a:pt x="48402" y="40838"/>
                      <a:pt x="48402" y="40371"/>
                    </a:cubicBezTo>
                    <a:cubicBezTo>
                      <a:pt x="48435" y="39904"/>
                      <a:pt x="48369" y="39503"/>
                      <a:pt x="48369" y="39103"/>
                    </a:cubicBezTo>
                    <a:cubicBezTo>
                      <a:pt x="48369" y="38703"/>
                      <a:pt x="48402" y="38503"/>
                      <a:pt x="48569" y="38069"/>
                    </a:cubicBezTo>
                    <a:cubicBezTo>
                      <a:pt x="48869" y="37302"/>
                      <a:pt x="49136" y="36601"/>
                      <a:pt x="49603" y="36034"/>
                    </a:cubicBezTo>
                    <a:cubicBezTo>
                      <a:pt x="50036" y="35434"/>
                      <a:pt x="50637" y="35067"/>
                      <a:pt x="51371" y="34767"/>
                    </a:cubicBezTo>
                    <a:cubicBezTo>
                      <a:pt x="52071" y="34500"/>
                      <a:pt x="52805" y="34266"/>
                      <a:pt x="53572" y="34099"/>
                    </a:cubicBezTo>
                    <a:cubicBezTo>
                      <a:pt x="54306" y="33899"/>
                      <a:pt x="55073" y="33699"/>
                      <a:pt x="55807" y="33532"/>
                    </a:cubicBezTo>
                    <a:cubicBezTo>
                      <a:pt x="56174" y="33399"/>
                      <a:pt x="56574" y="33332"/>
                      <a:pt x="56941" y="33232"/>
                    </a:cubicBezTo>
                    <a:lnTo>
                      <a:pt x="58076" y="32999"/>
                    </a:lnTo>
                    <a:cubicBezTo>
                      <a:pt x="58809" y="32832"/>
                      <a:pt x="59510" y="32698"/>
                      <a:pt x="60277" y="32532"/>
                    </a:cubicBezTo>
                    <a:cubicBezTo>
                      <a:pt x="63246" y="31931"/>
                      <a:pt x="66081" y="31331"/>
                      <a:pt x="68783" y="30564"/>
                    </a:cubicBezTo>
                    <a:cubicBezTo>
                      <a:pt x="70117" y="30197"/>
                      <a:pt x="71485" y="29596"/>
                      <a:pt x="72486" y="28595"/>
                    </a:cubicBezTo>
                    <a:cubicBezTo>
                      <a:pt x="72986" y="28095"/>
                      <a:pt x="73420" y="27528"/>
                      <a:pt x="73753" y="26928"/>
                    </a:cubicBezTo>
                    <a:cubicBezTo>
                      <a:pt x="74087" y="26361"/>
                      <a:pt x="74320" y="25693"/>
                      <a:pt x="74320" y="24993"/>
                    </a:cubicBezTo>
                    <a:cubicBezTo>
                      <a:pt x="74387" y="24259"/>
                      <a:pt x="74154" y="23659"/>
                      <a:pt x="74054" y="23058"/>
                    </a:cubicBezTo>
                    <a:cubicBezTo>
                      <a:pt x="73920" y="22491"/>
                      <a:pt x="73820" y="21891"/>
                      <a:pt x="73920" y="21357"/>
                    </a:cubicBezTo>
                    <a:cubicBezTo>
                      <a:pt x="73987" y="20823"/>
                      <a:pt x="74120" y="20256"/>
                      <a:pt x="74320" y="19756"/>
                    </a:cubicBezTo>
                    <a:cubicBezTo>
                      <a:pt x="74554" y="19255"/>
                      <a:pt x="74787" y="18755"/>
                      <a:pt x="75121" y="18355"/>
                    </a:cubicBezTo>
                    <a:cubicBezTo>
                      <a:pt x="76389" y="16587"/>
                      <a:pt x="77990" y="15219"/>
                      <a:pt x="78724" y="13351"/>
                    </a:cubicBezTo>
                    <a:cubicBezTo>
                      <a:pt x="78790" y="13084"/>
                      <a:pt x="78824" y="12884"/>
                      <a:pt x="78924" y="12651"/>
                    </a:cubicBezTo>
                    <a:cubicBezTo>
                      <a:pt x="78924" y="12417"/>
                      <a:pt x="78990" y="12184"/>
                      <a:pt x="78957" y="11917"/>
                    </a:cubicBezTo>
                    <a:lnTo>
                      <a:pt x="78957" y="11583"/>
                    </a:lnTo>
                    <a:cubicBezTo>
                      <a:pt x="78957" y="11483"/>
                      <a:pt x="78924" y="11383"/>
                      <a:pt x="78924" y="11250"/>
                    </a:cubicBezTo>
                    <a:lnTo>
                      <a:pt x="78790" y="10649"/>
                    </a:lnTo>
                    <a:cubicBezTo>
                      <a:pt x="78624" y="9815"/>
                      <a:pt x="78457" y="9048"/>
                      <a:pt x="78323" y="8348"/>
                    </a:cubicBezTo>
                    <a:cubicBezTo>
                      <a:pt x="78090" y="6913"/>
                      <a:pt x="78056" y="5679"/>
                      <a:pt x="78223" y="4712"/>
                    </a:cubicBezTo>
                    <a:cubicBezTo>
                      <a:pt x="78257" y="4478"/>
                      <a:pt x="78290" y="4211"/>
                      <a:pt x="78323" y="4011"/>
                    </a:cubicBezTo>
                    <a:cubicBezTo>
                      <a:pt x="78390" y="3811"/>
                      <a:pt x="78457" y="3578"/>
                      <a:pt x="78490" y="3411"/>
                    </a:cubicBezTo>
                    <a:cubicBezTo>
                      <a:pt x="78590" y="3077"/>
                      <a:pt x="78757" y="2810"/>
                      <a:pt x="78824" y="2543"/>
                    </a:cubicBezTo>
                    <a:cubicBezTo>
                      <a:pt x="78924" y="2310"/>
                      <a:pt x="78990" y="2110"/>
                      <a:pt x="79091" y="2010"/>
                    </a:cubicBezTo>
                    <a:cubicBezTo>
                      <a:pt x="79124" y="1876"/>
                      <a:pt x="79157" y="1843"/>
                      <a:pt x="79157" y="1843"/>
                    </a:cubicBezTo>
                    <a:cubicBezTo>
                      <a:pt x="79324" y="1576"/>
                      <a:pt x="79424" y="1343"/>
                      <a:pt x="79724" y="1009"/>
                    </a:cubicBezTo>
                    <a:cubicBezTo>
                      <a:pt x="79824" y="842"/>
                      <a:pt x="79924" y="642"/>
                      <a:pt x="79991" y="509"/>
                    </a:cubicBezTo>
                    <a:cubicBezTo>
                      <a:pt x="80158" y="208"/>
                      <a:pt x="80225" y="42"/>
                      <a:pt x="80158" y="8"/>
                    </a:cubicBezTo>
                    <a:cubicBezTo>
                      <a:pt x="80153" y="3"/>
                      <a:pt x="80145" y="0"/>
                      <a:pt x="801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48" name="Google Shape;3548;p28"/>
              <p:cNvSpPr/>
              <p:nvPr/>
            </p:nvSpPr>
            <p:spPr>
              <a:xfrm>
                <a:off x="3610" y="24236"/>
                <a:ext cx="2069687" cy="3284563"/>
              </a:xfrm>
              <a:custGeom>
                <a:avLst/>
                <a:gdLst/>
                <a:ahLst/>
                <a:cxnLst/>
                <a:rect l="l" t="t" r="r" b="b"/>
                <a:pathLst>
                  <a:path w="85595" h="135838" extrusionOk="0">
                    <a:moveTo>
                      <a:pt x="85546" y="1"/>
                    </a:moveTo>
                    <a:cubicBezTo>
                      <a:pt x="85502" y="1"/>
                      <a:pt x="85407" y="103"/>
                      <a:pt x="85261" y="307"/>
                    </a:cubicBezTo>
                    <a:cubicBezTo>
                      <a:pt x="85094" y="541"/>
                      <a:pt x="84894" y="874"/>
                      <a:pt x="84694" y="1408"/>
                    </a:cubicBezTo>
                    <a:cubicBezTo>
                      <a:pt x="84694" y="1408"/>
                      <a:pt x="84627" y="1508"/>
                      <a:pt x="84594" y="1642"/>
                    </a:cubicBezTo>
                    <a:cubicBezTo>
                      <a:pt x="84594" y="1675"/>
                      <a:pt x="84561" y="1742"/>
                      <a:pt x="84527" y="1875"/>
                    </a:cubicBezTo>
                    <a:cubicBezTo>
                      <a:pt x="84461" y="1975"/>
                      <a:pt x="84461" y="2142"/>
                      <a:pt x="84427" y="2242"/>
                    </a:cubicBezTo>
                    <a:cubicBezTo>
                      <a:pt x="84327" y="2842"/>
                      <a:pt x="84227" y="3743"/>
                      <a:pt x="84394" y="4911"/>
                    </a:cubicBezTo>
                    <a:cubicBezTo>
                      <a:pt x="84494" y="5511"/>
                      <a:pt x="84594" y="6178"/>
                      <a:pt x="84727" y="6879"/>
                    </a:cubicBezTo>
                    <a:cubicBezTo>
                      <a:pt x="84894" y="7579"/>
                      <a:pt x="85061" y="8380"/>
                      <a:pt x="85094" y="9247"/>
                    </a:cubicBezTo>
                    <a:cubicBezTo>
                      <a:pt x="85161" y="9481"/>
                      <a:pt x="85161" y="9714"/>
                      <a:pt x="85161" y="9914"/>
                    </a:cubicBezTo>
                    <a:cubicBezTo>
                      <a:pt x="85094" y="10148"/>
                      <a:pt x="85094" y="10348"/>
                      <a:pt x="85061" y="10581"/>
                    </a:cubicBezTo>
                    <a:cubicBezTo>
                      <a:pt x="85061" y="10848"/>
                      <a:pt x="84994" y="11048"/>
                      <a:pt x="84928" y="11315"/>
                    </a:cubicBezTo>
                    <a:cubicBezTo>
                      <a:pt x="84894" y="11549"/>
                      <a:pt x="84794" y="11749"/>
                      <a:pt x="84727" y="12016"/>
                    </a:cubicBezTo>
                    <a:cubicBezTo>
                      <a:pt x="84561" y="12483"/>
                      <a:pt x="84327" y="12916"/>
                      <a:pt x="83960" y="13350"/>
                    </a:cubicBezTo>
                    <a:cubicBezTo>
                      <a:pt x="83693" y="13817"/>
                      <a:pt x="83260" y="14184"/>
                      <a:pt x="82859" y="14584"/>
                    </a:cubicBezTo>
                    <a:cubicBezTo>
                      <a:pt x="81959" y="15385"/>
                      <a:pt x="81025" y="16219"/>
                      <a:pt x="80224" y="17319"/>
                    </a:cubicBezTo>
                    <a:cubicBezTo>
                      <a:pt x="79857" y="17853"/>
                      <a:pt x="79490" y="18487"/>
                      <a:pt x="79324" y="19187"/>
                    </a:cubicBezTo>
                    <a:cubicBezTo>
                      <a:pt x="79090" y="19855"/>
                      <a:pt x="79057" y="20588"/>
                      <a:pt x="79090" y="21356"/>
                    </a:cubicBezTo>
                    <a:cubicBezTo>
                      <a:pt x="79157" y="22823"/>
                      <a:pt x="79424" y="24358"/>
                      <a:pt x="79157" y="25926"/>
                    </a:cubicBezTo>
                    <a:cubicBezTo>
                      <a:pt x="78823" y="27493"/>
                      <a:pt x="78023" y="29028"/>
                      <a:pt x="76755" y="30229"/>
                    </a:cubicBezTo>
                    <a:cubicBezTo>
                      <a:pt x="75521" y="31430"/>
                      <a:pt x="73853" y="32263"/>
                      <a:pt x="72085" y="33064"/>
                    </a:cubicBezTo>
                    <a:cubicBezTo>
                      <a:pt x="70384" y="33898"/>
                      <a:pt x="68483" y="34498"/>
                      <a:pt x="66481" y="34999"/>
                    </a:cubicBezTo>
                    <a:cubicBezTo>
                      <a:pt x="65981" y="35166"/>
                      <a:pt x="65480" y="35266"/>
                      <a:pt x="64980" y="35399"/>
                    </a:cubicBezTo>
                    <a:cubicBezTo>
                      <a:pt x="64713" y="35499"/>
                      <a:pt x="64480" y="35532"/>
                      <a:pt x="64213" y="35599"/>
                    </a:cubicBezTo>
                    <a:lnTo>
                      <a:pt x="64013" y="35666"/>
                    </a:lnTo>
                    <a:lnTo>
                      <a:pt x="63913" y="35666"/>
                    </a:lnTo>
                    <a:lnTo>
                      <a:pt x="63846" y="35699"/>
                    </a:lnTo>
                    <a:lnTo>
                      <a:pt x="63412" y="35766"/>
                    </a:lnTo>
                    <a:cubicBezTo>
                      <a:pt x="62378" y="36033"/>
                      <a:pt x="61311" y="36366"/>
                      <a:pt x="60310" y="36867"/>
                    </a:cubicBezTo>
                    <a:cubicBezTo>
                      <a:pt x="59309" y="37367"/>
                      <a:pt x="58309" y="38068"/>
                      <a:pt x="57708" y="39168"/>
                    </a:cubicBezTo>
                    <a:cubicBezTo>
                      <a:pt x="57408" y="39702"/>
                      <a:pt x="57341" y="40336"/>
                      <a:pt x="57174" y="40870"/>
                    </a:cubicBezTo>
                    <a:cubicBezTo>
                      <a:pt x="57141" y="41170"/>
                      <a:pt x="57008" y="41437"/>
                      <a:pt x="56908" y="41704"/>
                    </a:cubicBezTo>
                    <a:cubicBezTo>
                      <a:pt x="56808" y="42004"/>
                      <a:pt x="56674" y="42237"/>
                      <a:pt x="56541" y="42504"/>
                    </a:cubicBezTo>
                    <a:lnTo>
                      <a:pt x="56307" y="43005"/>
                    </a:lnTo>
                    <a:cubicBezTo>
                      <a:pt x="56174" y="43171"/>
                      <a:pt x="56040" y="43338"/>
                      <a:pt x="55907" y="43538"/>
                    </a:cubicBezTo>
                    <a:cubicBezTo>
                      <a:pt x="55640" y="43905"/>
                      <a:pt x="55240" y="44339"/>
                      <a:pt x="54839" y="44739"/>
                    </a:cubicBezTo>
                    <a:cubicBezTo>
                      <a:pt x="54406" y="45173"/>
                      <a:pt x="53872" y="45573"/>
                      <a:pt x="53372" y="46107"/>
                    </a:cubicBezTo>
                    <a:cubicBezTo>
                      <a:pt x="52871" y="46607"/>
                      <a:pt x="52371" y="47341"/>
                      <a:pt x="52204" y="48208"/>
                    </a:cubicBezTo>
                    <a:cubicBezTo>
                      <a:pt x="51837" y="50010"/>
                      <a:pt x="52571" y="51844"/>
                      <a:pt x="53405" y="53612"/>
                    </a:cubicBezTo>
                    <a:cubicBezTo>
                      <a:pt x="53839" y="54513"/>
                      <a:pt x="54172" y="55447"/>
                      <a:pt x="54339" y="56514"/>
                    </a:cubicBezTo>
                    <a:cubicBezTo>
                      <a:pt x="54406" y="56748"/>
                      <a:pt x="54372" y="57048"/>
                      <a:pt x="54406" y="57281"/>
                    </a:cubicBezTo>
                    <a:cubicBezTo>
                      <a:pt x="54406" y="57548"/>
                      <a:pt x="54473" y="57848"/>
                      <a:pt x="54473" y="58082"/>
                    </a:cubicBezTo>
                    <a:cubicBezTo>
                      <a:pt x="54473" y="58349"/>
                      <a:pt x="54473" y="58616"/>
                      <a:pt x="54406" y="58883"/>
                    </a:cubicBezTo>
                    <a:cubicBezTo>
                      <a:pt x="54372" y="59116"/>
                      <a:pt x="54372" y="59416"/>
                      <a:pt x="54306" y="59683"/>
                    </a:cubicBezTo>
                    <a:cubicBezTo>
                      <a:pt x="54072" y="60751"/>
                      <a:pt x="53639" y="61785"/>
                      <a:pt x="52971" y="62719"/>
                    </a:cubicBezTo>
                    <a:cubicBezTo>
                      <a:pt x="52304" y="63619"/>
                      <a:pt x="51370" y="64420"/>
                      <a:pt x="50403" y="65087"/>
                    </a:cubicBezTo>
                    <a:cubicBezTo>
                      <a:pt x="49402" y="65754"/>
                      <a:pt x="48335" y="66355"/>
                      <a:pt x="47234" y="66888"/>
                    </a:cubicBezTo>
                    <a:cubicBezTo>
                      <a:pt x="46700" y="67188"/>
                      <a:pt x="46167" y="67455"/>
                      <a:pt x="45633" y="67789"/>
                    </a:cubicBezTo>
                    <a:cubicBezTo>
                      <a:pt x="45366" y="67956"/>
                      <a:pt x="45133" y="68189"/>
                      <a:pt x="44866" y="68423"/>
                    </a:cubicBezTo>
                    <a:cubicBezTo>
                      <a:pt x="44732" y="68589"/>
                      <a:pt x="44666" y="68756"/>
                      <a:pt x="44565" y="68923"/>
                    </a:cubicBezTo>
                    <a:cubicBezTo>
                      <a:pt x="44565" y="69023"/>
                      <a:pt x="44532" y="69123"/>
                      <a:pt x="44532" y="69223"/>
                    </a:cubicBezTo>
                    <a:cubicBezTo>
                      <a:pt x="44532" y="69290"/>
                      <a:pt x="44532" y="69423"/>
                      <a:pt x="44565" y="69523"/>
                    </a:cubicBezTo>
                    <a:cubicBezTo>
                      <a:pt x="44666" y="69890"/>
                      <a:pt x="44899" y="70124"/>
                      <a:pt x="45133" y="70391"/>
                    </a:cubicBezTo>
                    <a:cubicBezTo>
                      <a:pt x="45333" y="70591"/>
                      <a:pt x="45533" y="70858"/>
                      <a:pt x="45800" y="71058"/>
                    </a:cubicBezTo>
                    <a:cubicBezTo>
                      <a:pt x="45900" y="71191"/>
                      <a:pt x="46033" y="71291"/>
                      <a:pt x="46167" y="71392"/>
                    </a:cubicBezTo>
                    <a:lnTo>
                      <a:pt x="46567" y="71625"/>
                    </a:lnTo>
                    <a:cubicBezTo>
                      <a:pt x="46700" y="71725"/>
                      <a:pt x="46867" y="71792"/>
                      <a:pt x="47034" y="71859"/>
                    </a:cubicBezTo>
                    <a:cubicBezTo>
                      <a:pt x="47167" y="71925"/>
                      <a:pt x="47334" y="72025"/>
                      <a:pt x="47501" y="72025"/>
                    </a:cubicBezTo>
                    <a:cubicBezTo>
                      <a:pt x="47723" y="72081"/>
                      <a:pt x="47946" y="72103"/>
                      <a:pt x="48167" y="72103"/>
                    </a:cubicBezTo>
                    <a:cubicBezTo>
                      <a:pt x="48609" y="72103"/>
                      <a:pt x="49046" y="72014"/>
                      <a:pt x="49469" y="71925"/>
                    </a:cubicBezTo>
                    <a:cubicBezTo>
                      <a:pt x="50069" y="71792"/>
                      <a:pt x="50670" y="71592"/>
                      <a:pt x="51237" y="71458"/>
                    </a:cubicBezTo>
                    <a:cubicBezTo>
                      <a:pt x="51742" y="71314"/>
                      <a:pt x="52259" y="71245"/>
                      <a:pt x="52769" y="71245"/>
                    </a:cubicBezTo>
                    <a:cubicBezTo>
                      <a:pt x="53440" y="71245"/>
                      <a:pt x="54100" y="71364"/>
                      <a:pt x="54706" y="71592"/>
                    </a:cubicBezTo>
                    <a:cubicBezTo>
                      <a:pt x="55240" y="71758"/>
                      <a:pt x="55673" y="72192"/>
                      <a:pt x="55974" y="72626"/>
                    </a:cubicBezTo>
                    <a:cubicBezTo>
                      <a:pt x="56240" y="73126"/>
                      <a:pt x="56474" y="73693"/>
                      <a:pt x="56574" y="74227"/>
                    </a:cubicBezTo>
                    <a:cubicBezTo>
                      <a:pt x="56874" y="75428"/>
                      <a:pt x="56908" y="76729"/>
                      <a:pt x="56841" y="78030"/>
                    </a:cubicBezTo>
                    <a:cubicBezTo>
                      <a:pt x="56808" y="78697"/>
                      <a:pt x="56707" y="79297"/>
                      <a:pt x="56574" y="79964"/>
                    </a:cubicBezTo>
                    <a:lnTo>
                      <a:pt x="56207" y="81966"/>
                    </a:lnTo>
                    <a:cubicBezTo>
                      <a:pt x="56140" y="82299"/>
                      <a:pt x="56140" y="82700"/>
                      <a:pt x="56074" y="83033"/>
                    </a:cubicBezTo>
                    <a:cubicBezTo>
                      <a:pt x="56040" y="83367"/>
                      <a:pt x="56007" y="83734"/>
                      <a:pt x="56007" y="84067"/>
                    </a:cubicBezTo>
                    <a:cubicBezTo>
                      <a:pt x="56040" y="84734"/>
                      <a:pt x="56007" y="85435"/>
                      <a:pt x="56074" y="86135"/>
                    </a:cubicBezTo>
                    <a:cubicBezTo>
                      <a:pt x="56174" y="87570"/>
                      <a:pt x="56374" y="88937"/>
                      <a:pt x="56474" y="90372"/>
                    </a:cubicBezTo>
                    <a:cubicBezTo>
                      <a:pt x="56474" y="90705"/>
                      <a:pt x="56507" y="91072"/>
                      <a:pt x="56507" y="91406"/>
                    </a:cubicBezTo>
                    <a:lnTo>
                      <a:pt x="56474" y="92440"/>
                    </a:lnTo>
                    <a:lnTo>
                      <a:pt x="56474" y="92974"/>
                    </a:lnTo>
                    <a:lnTo>
                      <a:pt x="56374" y="93474"/>
                    </a:lnTo>
                    <a:lnTo>
                      <a:pt x="56307" y="93974"/>
                    </a:lnTo>
                    <a:cubicBezTo>
                      <a:pt x="56307" y="94141"/>
                      <a:pt x="56240" y="94308"/>
                      <a:pt x="56207" y="94475"/>
                    </a:cubicBezTo>
                    <a:cubicBezTo>
                      <a:pt x="55907" y="95876"/>
                      <a:pt x="55340" y="97143"/>
                      <a:pt x="54806" y="98544"/>
                    </a:cubicBezTo>
                    <a:cubicBezTo>
                      <a:pt x="54673" y="98878"/>
                      <a:pt x="54539" y="99245"/>
                      <a:pt x="54406" y="99578"/>
                    </a:cubicBezTo>
                    <a:cubicBezTo>
                      <a:pt x="54339" y="99912"/>
                      <a:pt x="54172" y="100245"/>
                      <a:pt x="54072" y="100612"/>
                    </a:cubicBezTo>
                    <a:lnTo>
                      <a:pt x="53805" y="101713"/>
                    </a:lnTo>
                    <a:lnTo>
                      <a:pt x="53639" y="102814"/>
                    </a:lnTo>
                    <a:cubicBezTo>
                      <a:pt x="53405" y="104315"/>
                      <a:pt x="53672" y="105783"/>
                      <a:pt x="53839" y="107251"/>
                    </a:cubicBezTo>
                    <a:cubicBezTo>
                      <a:pt x="54006" y="108718"/>
                      <a:pt x="54072" y="110153"/>
                      <a:pt x="53539" y="111487"/>
                    </a:cubicBezTo>
                    <a:cubicBezTo>
                      <a:pt x="53305" y="112154"/>
                      <a:pt x="52905" y="112788"/>
                      <a:pt x="52404" y="113288"/>
                    </a:cubicBezTo>
                    <a:lnTo>
                      <a:pt x="51671" y="114055"/>
                    </a:lnTo>
                    <a:lnTo>
                      <a:pt x="51237" y="114389"/>
                    </a:lnTo>
                    <a:cubicBezTo>
                      <a:pt x="51070" y="114489"/>
                      <a:pt x="50970" y="114589"/>
                      <a:pt x="50803" y="114656"/>
                    </a:cubicBezTo>
                    <a:cubicBezTo>
                      <a:pt x="49536" y="115390"/>
                      <a:pt x="48135" y="115723"/>
                      <a:pt x="46734" y="116224"/>
                    </a:cubicBezTo>
                    <a:cubicBezTo>
                      <a:pt x="46067" y="116457"/>
                      <a:pt x="45366" y="116757"/>
                      <a:pt x="44732" y="117124"/>
                    </a:cubicBezTo>
                    <a:cubicBezTo>
                      <a:pt x="44065" y="117491"/>
                      <a:pt x="43531" y="118058"/>
                      <a:pt x="43131" y="118659"/>
                    </a:cubicBezTo>
                    <a:cubicBezTo>
                      <a:pt x="43031" y="118825"/>
                      <a:pt x="42898" y="118992"/>
                      <a:pt x="42831" y="119159"/>
                    </a:cubicBezTo>
                    <a:lnTo>
                      <a:pt x="42664" y="119726"/>
                    </a:lnTo>
                    <a:cubicBezTo>
                      <a:pt x="42631" y="119893"/>
                      <a:pt x="42564" y="120093"/>
                      <a:pt x="42531" y="120260"/>
                    </a:cubicBezTo>
                    <a:cubicBezTo>
                      <a:pt x="42497" y="120427"/>
                      <a:pt x="42464" y="120627"/>
                      <a:pt x="42464" y="120794"/>
                    </a:cubicBezTo>
                    <a:cubicBezTo>
                      <a:pt x="42331" y="121561"/>
                      <a:pt x="42331" y="122261"/>
                      <a:pt x="42364" y="122962"/>
                    </a:cubicBezTo>
                    <a:cubicBezTo>
                      <a:pt x="42397" y="124429"/>
                      <a:pt x="42564" y="125797"/>
                      <a:pt x="42331" y="127131"/>
                    </a:cubicBezTo>
                    <a:cubicBezTo>
                      <a:pt x="42164" y="127799"/>
                      <a:pt x="41964" y="128432"/>
                      <a:pt x="41630" y="128999"/>
                    </a:cubicBezTo>
                    <a:cubicBezTo>
                      <a:pt x="41230" y="129566"/>
                      <a:pt x="40829" y="130067"/>
                      <a:pt x="40329" y="130500"/>
                    </a:cubicBezTo>
                    <a:cubicBezTo>
                      <a:pt x="39328" y="131434"/>
                      <a:pt x="38128" y="132002"/>
                      <a:pt x="36860" y="132268"/>
                    </a:cubicBezTo>
                    <a:cubicBezTo>
                      <a:pt x="36209" y="132368"/>
                      <a:pt x="35567" y="132410"/>
                      <a:pt x="34929" y="132410"/>
                    </a:cubicBezTo>
                    <a:cubicBezTo>
                      <a:pt x="34291" y="132410"/>
                      <a:pt x="33658" y="132368"/>
                      <a:pt x="33024" y="132302"/>
                    </a:cubicBezTo>
                    <a:cubicBezTo>
                      <a:pt x="31790" y="132135"/>
                      <a:pt x="30522" y="131935"/>
                      <a:pt x="29321" y="131768"/>
                    </a:cubicBezTo>
                    <a:cubicBezTo>
                      <a:pt x="28164" y="131616"/>
                      <a:pt x="27090" y="131464"/>
                      <a:pt x="25999" y="131464"/>
                    </a:cubicBezTo>
                    <a:cubicBezTo>
                      <a:pt x="25894" y="131464"/>
                      <a:pt x="25790" y="131465"/>
                      <a:pt x="25685" y="131468"/>
                    </a:cubicBezTo>
                    <a:cubicBezTo>
                      <a:pt x="24484" y="131468"/>
                      <a:pt x="23317" y="131668"/>
                      <a:pt x="22283" y="132102"/>
                    </a:cubicBezTo>
                    <a:cubicBezTo>
                      <a:pt x="21215" y="132569"/>
                      <a:pt x="20281" y="133069"/>
                      <a:pt x="19347" y="133569"/>
                    </a:cubicBezTo>
                    <a:cubicBezTo>
                      <a:pt x="18447" y="134070"/>
                      <a:pt x="17513" y="134570"/>
                      <a:pt x="16646" y="134937"/>
                    </a:cubicBezTo>
                    <a:cubicBezTo>
                      <a:pt x="15712" y="135304"/>
                      <a:pt x="14811" y="135504"/>
                      <a:pt x="13944" y="135504"/>
                    </a:cubicBezTo>
                    <a:cubicBezTo>
                      <a:pt x="13043" y="135504"/>
                      <a:pt x="12209" y="135304"/>
                      <a:pt x="11442" y="135104"/>
                    </a:cubicBezTo>
                    <a:cubicBezTo>
                      <a:pt x="9874" y="134603"/>
                      <a:pt x="8506" y="134003"/>
                      <a:pt x="7272" y="133603"/>
                    </a:cubicBezTo>
                    <a:cubicBezTo>
                      <a:pt x="6177" y="133188"/>
                      <a:pt x="5134" y="132958"/>
                      <a:pt x="4284" y="132958"/>
                    </a:cubicBezTo>
                    <a:cubicBezTo>
                      <a:pt x="4176" y="132958"/>
                      <a:pt x="4071" y="132961"/>
                      <a:pt x="3970" y="132969"/>
                    </a:cubicBezTo>
                    <a:cubicBezTo>
                      <a:pt x="3703" y="133002"/>
                      <a:pt x="3503" y="133002"/>
                      <a:pt x="3303" y="133069"/>
                    </a:cubicBezTo>
                    <a:cubicBezTo>
                      <a:pt x="3103" y="133102"/>
                      <a:pt x="2869" y="133136"/>
                      <a:pt x="2702" y="133169"/>
                    </a:cubicBezTo>
                    <a:cubicBezTo>
                      <a:pt x="2369" y="133302"/>
                      <a:pt x="2102" y="133336"/>
                      <a:pt x="1868" y="133469"/>
                    </a:cubicBezTo>
                    <a:cubicBezTo>
                      <a:pt x="1668" y="133569"/>
                      <a:pt x="1501" y="133636"/>
                      <a:pt x="1368" y="133669"/>
                    </a:cubicBezTo>
                    <a:cubicBezTo>
                      <a:pt x="1235" y="133736"/>
                      <a:pt x="1201" y="133769"/>
                      <a:pt x="1201" y="133769"/>
                    </a:cubicBezTo>
                    <a:cubicBezTo>
                      <a:pt x="968" y="133903"/>
                      <a:pt x="734" y="134003"/>
                      <a:pt x="701" y="134270"/>
                    </a:cubicBezTo>
                    <a:cubicBezTo>
                      <a:pt x="534" y="134403"/>
                      <a:pt x="401" y="134470"/>
                      <a:pt x="301" y="134570"/>
                    </a:cubicBezTo>
                    <a:cubicBezTo>
                      <a:pt x="67" y="134737"/>
                      <a:pt x="0" y="134804"/>
                      <a:pt x="0" y="134837"/>
                    </a:cubicBezTo>
                    <a:cubicBezTo>
                      <a:pt x="0" y="134856"/>
                      <a:pt x="11" y="134864"/>
                      <a:pt x="31" y="134864"/>
                    </a:cubicBezTo>
                    <a:cubicBezTo>
                      <a:pt x="83" y="134864"/>
                      <a:pt x="199" y="134809"/>
                      <a:pt x="367" y="134737"/>
                    </a:cubicBezTo>
                    <a:cubicBezTo>
                      <a:pt x="501" y="134637"/>
                      <a:pt x="667" y="134570"/>
                      <a:pt x="834" y="134470"/>
                    </a:cubicBezTo>
                    <a:cubicBezTo>
                      <a:pt x="1001" y="134337"/>
                      <a:pt x="1201" y="134270"/>
                      <a:pt x="1468" y="134136"/>
                    </a:cubicBezTo>
                    <a:cubicBezTo>
                      <a:pt x="1468" y="134136"/>
                      <a:pt x="1501" y="134103"/>
                      <a:pt x="1635" y="134070"/>
                    </a:cubicBezTo>
                    <a:cubicBezTo>
                      <a:pt x="1735" y="134003"/>
                      <a:pt x="1902" y="133936"/>
                      <a:pt x="2135" y="133836"/>
                    </a:cubicBezTo>
                    <a:cubicBezTo>
                      <a:pt x="2335" y="133736"/>
                      <a:pt x="2636" y="133669"/>
                      <a:pt x="2969" y="133569"/>
                    </a:cubicBezTo>
                    <a:cubicBezTo>
                      <a:pt x="3136" y="133503"/>
                      <a:pt x="3303" y="133469"/>
                      <a:pt x="3503" y="133436"/>
                    </a:cubicBezTo>
                    <a:cubicBezTo>
                      <a:pt x="3703" y="133403"/>
                      <a:pt x="3903" y="133403"/>
                      <a:pt x="4137" y="133336"/>
                    </a:cubicBezTo>
                    <a:cubicBezTo>
                      <a:pt x="4235" y="133328"/>
                      <a:pt x="4336" y="133325"/>
                      <a:pt x="4441" y="133325"/>
                    </a:cubicBezTo>
                    <a:cubicBezTo>
                      <a:pt x="5262" y="133325"/>
                      <a:pt x="6274" y="133552"/>
                      <a:pt x="7339" y="133936"/>
                    </a:cubicBezTo>
                    <a:cubicBezTo>
                      <a:pt x="8573" y="134337"/>
                      <a:pt x="9974" y="134937"/>
                      <a:pt x="11542" y="135437"/>
                    </a:cubicBezTo>
                    <a:cubicBezTo>
                      <a:pt x="12342" y="135637"/>
                      <a:pt x="13210" y="135838"/>
                      <a:pt x="14144" y="135838"/>
                    </a:cubicBezTo>
                    <a:cubicBezTo>
                      <a:pt x="15044" y="135838"/>
                      <a:pt x="16012" y="135637"/>
                      <a:pt x="16912" y="135271"/>
                    </a:cubicBezTo>
                    <a:cubicBezTo>
                      <a:pt x="17846" y="134904"/>
                      <a:pt x="18714" y="134403"/>
                      <a:pt x="19648" y="133903"/>
                    </a:cubicBezTo>
                    <a:cubicBezTo>
                      <a:pt x="20582" y="133403"/>
                      <a:pt x="21549" y="132902"/>
                      <a:pt x="22550" y="132469"/>
                    </a:cubicBezTo>
                    <a:cubicBezTo>
                      <a:pt x="23550" y="132102"/>
                      <a:pt x="24685" y="131901"/>
                      <a:pt x="25852" y="131901"/>
                    </a:cubicBezTo>
                    <a:cubicBezTo>
                      <a:pt x="26986" y="131901"/>
                      <a:pt x="28187" y="132002"/>
                      <a:pt x="29388" y="132168"/>
                    </a:cubicBezTo>
                    <a:cubicBezTo>
                      <a:pt x="30589" y="132335"/>
                      <a:pt x="31823" y="132602"/>
                      <a:pt x="33091" y="132735"/>
                    </a:cubicBezTo>
                    <a:cubicBezTo>
                      <a:pt x="33753" y="132788"/>
                      <a:pt x="34433" y="132840"/>
                      <a:pt x="35122" y="132840"/>
                    </a:cubicBezTo>
                    <a:cubicBezTo>
                      <a:pt x="35752" y="132840"/>
                      <a:pt x="36389" y="132796"/>
                      <a:pt x="37027" y="132669"/>
                    </a:cubicBezTo>
                    <a:cubicBezTo>
                      <a:pt x="38361" y="132435"/>
                      <a:pt x="39662" y="131801"/>
                      <a:pt x="40663" y="130834"/>
                    </a:cubicBezTo>
                    <a:cubicBezTo>
                      <a:pt x="41163" y="130400"/>
                      <a:pt x="41597" y="129833"/>
                      <a:pt x="41997" y="129266"/>
                    </a:cubicBezTo>
                    <a:cubicBezTo>
                      <a:pt x="42364" y="128632"/>
                      <a:pt x="42597" y="127965"/>
                      <a:pt x="42731" y="127265"/>
                    </a:cubicBezTo>
                    <a:cubicBezTo>
                      <a:pt x="42998" y="125830"/>
                      <a:pt x="42831" y="124429"/>
                      <a:pt x="42764" y="122995"/>
                    </a:cubicBezTo>
                    <a:cubicBezTo>
                      <a:pt x="42731" y="122295"/>
                      <a:pt x="42731" y="121594"/>
                      <a:pt x="42864" y="120927"/>
                    </a:cubicBezTo>
                    <a:cubicBezTo>
                      <a:pt x="42864" y="120760"/>
                      <a:pt x="42898" y="120593"/>
                      <a:pt x="42931" y="120427"/>
                    </a:cubicBezTo>
                    <a:cubicBezTo>
                      <a:pt x="42998" y="120260"/>
                      <a:pt x="42998" y="120093"/>
                      <a:pt x="43064" y="119926"/>
                    </a:cubicBezTo>
                    <a:lnTo>
                      <a:pt x="43231" y="119426"/>
                    </a:lnTo>
                    <a:cubicBezTo>
                      <a:pt x="43331" y="119259"/>
                      <a:pt x="43398" y="119126"/>
                      <a:pt x="43498" y="118959"/>
                    </a:cubicBezTo>
                    <a:cubicBezTo>
                      <a:pt x="43865" y="118392"/>
                      <a:pt x="44399" y="117925"/>
                      <a:pt x="44999" y="117558"/>
                    </a:cubicBezTo>
                    <a:cubicBezTo>
                      <a:pt x="45600" y="117158"/>
                      <a:pt x="46267" y="116924"/>
                      <a:pt x="46934" y="116657"/>
                    </a:cubicBezTo>
                    <a:cubicBezTo>
                      <a:pt x="48335" y="116224"/>
                      <a:pt x="49769" y="115823"/>
                      <a:pt x="51070" y="115089"/>
                    </a:cubicBezTo>
                    <a:cubicBezTo>
                      <a:pt x="51204" y="114989"/>
                      <a:pt x="51370" y="114923"/>
                      <a:pt x="51537" y="114789"/>
                    </a:cubicBezTo>
                    <a:lnTo>
                      <a:pt x="52004" y="114456"/>
                    </a:lnTo>
                    <a:cubicBezTo>
                      <a:pt x="52238" y="114222"/>
                      <a:pt x="52538" y="113955"/>
                      <a:pt x="52771" y="113655"/>
                    </a:cubicBezTo>
                    <a:cubicBezTo>
                      <a:pt x="53272" y="113121"/>
                      <a:pt x="53705" y="112454"/>
                      <a:pt x="54006" y="111754"/>
                    </a:cubicBezTo>
                    <a:cubicBezTo>
                      <a:pt x="54272" y="111053"/>
                      <a:pt x="54439" y="110286"/>
                      <a:pt x="54439" y="109552"/>
                    </a:cubicBezTo>
                    <a:cubicBezTo>
                      <a:pt x="54439" y="108752"/>
                      <a:pt x="54406" y="108051"/>
                      <a:pt x="54339" y="107284"/>
                    </a:cubicBezTo>
                    <a:cubicBezTo>
                      <a:pt x="54172" y="105816"/>
                      <a:pt x="53905" y="104382"/>
                      <a:pt x="54106" y="102947"/>
                    </a:cubicBezTo>
                    <a:lnTo>
                      <a:pt x="54272" y="101913"/>
                    </a:lnTo>
                    <a:lnTo>
                      <a:pt x="54573" y="100879"/>
                    </a:lnTo>
                    <a:cubicBezTo>
                      <a:pt x="54673" y="100479"/>
                      <a:pt x="54773" y="100145"/>
                      <a:pt x="54906" y="99812"/>
                    </a:cubicBezTo>
                    <a:cubicBezTo>
                      <a:pt x="55006" y="99478"/>
                      <a:pt x="55173" y="99145"/>
                      <a:pt x="55273" y="98811"/>
                    </a:cubicBezTo>
                    <a:cubicBezTo>
                      <a:pt x="55840" y="97477"/>
                      <a:pt x="56441" y="96143"/>
                      <a:pt x="56741" y="94708"/>
                    </a:cubicBezTo>
                    <a:cubicBezTo>
                      <a:pt x="56841" y="94541"/>
                      <a:pt x="56841" y="94308"/>
                      <a:pt x="56874" y="94141"/>
                    </a:cubicBezTo>
                    <a:lnTo>
                      <a:pt x="56941" y="93607"/>
                    </a:lnTo>
                    <a:lnTo>
                      <a:pt x="57041" y="93074"/>
                    </a:lnTo>
                    <a:lnTo>
                      <a:pt x="57041" y="92540"/>
                    </a:lnTo>
                    <a:lnTo>
                      <a:pt x="57074" y="91439"/>
                    </a:lnTo>
                    <a:cubicBezTo>
                      <a:pt x="57074" y="91072"/>
                      <a:pt x="57041" y="90739"/>
                      <a:pt x="57041" y="90372"/>
                    </a:cubicBezTo>
                    <a:cubicBezTo>
                      <a:pt x="56874" y="87536"/>
                      <a:pt x="56274" y="84768"/>
                      <a:pt x="56774" y="82099"/>
                    </a:cubicBezTo>
                    <a:cubicBezTo>
                      <a:pt x="57375" y="79464"/>
                      <a:pt x="57775" y="76729"/>
                      <a:pt x="57174" y="74127"/>
                    </a:cubicBezTo>
                    <a:cubicBezTo>
                      <a:pt x="57008" y="73560"/>
                      <a:pt x="56774" y="72959"/>
                      <a:pt x="56441" y="72426"/>
                    </a:cubicBezTo>
                    <a:cubicBezTo>
                      <a:pt x="56174" y="71892"/>
                      <a:pt x="55607" y="71392"/>
                      <a:pt x="55006" y="71191"/>
                    </a:cubicBezTo>
                    <a:cubicBezTo>
                      <a:pt x="54364" y="70916"/>
                      <a:pt x="53650" y="70792"/>
                      <a:pt x="52938" y="70792"/>
                    </a:cubicBezTo>
                    <a:cubicBezTo>
                      <a:pt x="52357" y="70792"/>
                      <a:pt x="51777" y="70875"/>
                      <a:pt x="51237" y="71025"/>
                    </a:cubicBezTo>
                    <a:cubicBezTo>
                      <a:pt x="50603" y="71125"/>
                      <a:pt x="50036" y="71358"/>
                      <a:pt x="49436" y="71458"/>
                    </a:cubicBezTo>
                    <a:cubicBezTo>
                      <a:pt x="49058" y="71547"/>
                      <a:pt x="48650" y="71621"/>
                      <a:pt x="48262" y="71621"/>
                    </a:cubicBezTo>
                    <a:cubicBezTo>
                      <a:pt x="48068" y="71621"/>
                      <a:pt x="47879" y="71603"/>
                      <a:pt x="47701" y="71558"/>
                    </a:cubicBezTo>
                    <a:cubicBezTo>
                      <a:pt x="47534" y="71558"/>
                      <a:pt x="47401" y="71458"/>
                      <a:pt x="47267" y="71425"/>
                    </a:cubicBezTo>
                    <a:cubicBezTo>
                      <a:pt x="47167" y="71392"/>
                      <a:pt x="47034" y="71358"/>
                      <a:pt x="46900" y="71258"/>
                    </a:cubicBezTo>
                    <a:lnTo>
                      <a:pt x="46534" y="71058"/>
                    </a:lnTo>
                    <a:cubicBezTo>
                      <a:pt x="46400" y="70958"/>
                      <a:pt x="46333" y="70858"/>
                      <a:pt x="46200" y="70758"/>
                    </a:cubicBezTo>
                    <a:cubicBezTo>
                      <a:pt x="45933" y="70591"/>
                      <a:pt x="45766" y="70357"/>
                      <a:pt x="45566" y="70124"/>
                    </a:cubicBezTo>
                    <a:cubicBezTo>
                      <a:pt x="45366" y="69924"/>
                      <a:pt x="45166" y="69690"/>
                      <a:pt x="45099" y="69457"/>
                    </a:cubicBezTo>
                    <a:cubicBezTo>
                      <a:pt x="44932" y="69023"/>
                      <a:pt x="45433" y="68589"/>
                      <a:pt x="45933" y="68256"/>
                    </a:cubicBezTo>
                    <a:cubicBezTo>
                      <a:pt x="46433" y="67922"/>
                      <a:pt x="47001" y="67689"/>
                      <a:pt x="47534" y="67389"/>
                    </a:cubicBezTo>
                    <a:cubicBezTo>
                      <a:pt x="48602" y="66788"/>
                      <a:pt x="49736" y="66254"/>
                      <a:pt x="50737" y="65554"/>
                    </a:cubicBezTo>
                    <a:cubicBezTo>
                      <a:pt x="51737" y="64887"/>
                      <a:pt x="52671" y="64053"/>
                      <a:pt x="53372" y="63086"/>
                    </a:cubicBezTo>
                    <a:cubicBezTo>
                      <a:pt x="54072" y="62118"/>
                      <a:pt x="54573" y="61017"/>
                      <a:pt x="54773" y="59883"/>
                    </a:cubicBezTo>
                    <a:cubicBezTo>
                      <a:pt x="54873" y="59616"/>
                      <a:pt x="54873" y="59350"/>
                      <a:pt x="54906" y="59049"/>
                    </a:cubicBezTo>
                    <a:cubicBezTo>
                      <a:pt x="54940" y="58782"/>
                      <a:pt x="54940" y="58516"/>
                      <a:pt x="54940" y="58215"/>
                    </a:cubicBezTo>
                    <a:cubicBezTo>
                      <a:pt x="54940" y="57915"/>
                      <a:pt x="54906" y="57682"/>
                      <a:pt x="54906" y="57381"/>
                    </a:cubicBezTo>
                    <a:cubicBezTo>
                      <a:pt x="54873" y="57081"/>
                      <a:pt x="54873" y="56781"/>
                      <a:pt x="54839" y="56548"/>
                    </a:cubicBezTo>
                    <a:cubicBezTo>
                      <a:pt x="54673" y="55447"/>
                      <a:pt x="54272" y="54446"/>
                      <a:pt x="53872" y="53545"/>
                    </a:cubicBezTo>
                    <a:cubicBezTo>
                      <a:pt x="53438" y="52678"/>
                      <a:pt x="53038" y="51777"/>
                      <a:pt x="52838" y="50910"/>
                    </a:cubicBezTo>
                    <a:cubicBezTo>
                      <a:pt x="52738" y="50677"/>
                      <a:pt x="52738" y="50443"/>
                      <a:pt x="52705" y="50243"/>
                    </a:cubicBezTo>
                    <a:lnTo>
                      <a:pt x="52571" y="49609"/>
                    </a:lnTo>
                    <a:lnTo>
                      <a:pt x="52571" y="49009"/>
                    </a:lnTo>
                    <a:cubicBezTo>
                      <a:pt x="52605" y="48775"/>
                      <a:pt x="52605" y="48609"/>
                      <a:pt x="52671" y="48408"/>
                    </a:cubicBezTo>
                    <a:cubicBezTo>
                      <a:pt x="52838" y="47608"/>
                      <a:pt x="53238" y="47007"/>
                      <a:pt x="53739" y="46507"/>
                    </a:cubicBezTo>
                    <a:cubicBezTo>
                      <a:pt x="54239" y="46007"/>
                      <a:pt x="54739" y="45540"/>
                      <a:pt x="55206" y="45106"/>
                    </a:cubicBezTo>
                    <a:cubicBezTo>
                      <a:pt x="55673" y="44672"/>
                      <a:pt x="56040" y="44239"/>
                      <a:pt x="56341" y="43838"/>
                    </a:cubicBezTo>
                    <a:cubicBezTo>
                      <a:pt x="56474" y="43605"/>
                      <a:pt x="56574" y="43438"/>
                      <a:pt x="56707" y="43238"/>
                    </a:cubicBezTo>
                    <a:cubicBezTo>
                      <a:pt x="56841" y="43038"/>
                      <a:pt x="56908" y="42871"/>
                      <a:pt x="57008" y="42704"/>
                    </a:cubicBezTo>
                    <a:cubicBezTo>
                      <a:pt x="57141" y="42404"/>
                      <a:pt x="57241" y="42171"/>
                      <a:pt x="57375" y="41870"/>
                    </a:cubicBezTo>
                    <a:cubicBezTo>
                      <a:pt x="57441" y="41570"/>
                      <a:pt x="57575" y="41270"/>
                      <a:pt x="57608" y="41003"/>
                    </a:cubicBezTo>
                    <a:cubicBezTo>
                      <a:pt x="57742" y="40403"/>
                      <a:pt x="57842" y="39836"/>
                      <a:pt x="58108" y="39369"/>
                    </a:cubicBezTo>
                    <a:lnTo>
                      <a:pt x="58209" y="39202"/>
                    </a:lnTo>
                    <a:lnTo>
                      <a:pt x="58342" y="39035"/>
                    </a:lnTo>
                    <a:lnTo>
                      <a:pt x="58575" y="38701"/>
                    </a:lnTo>
                    <a:cubicBezTo>
                      <a:pt x="58742" y="38501"/>
                      <a:pt x="58942" y="38335"/>
                      <a:pt x="59176" y="38101"/>
                    </a:cubicBezTo>
                    <a:cubicBezTo>
                      <a:pt x="59376" y="37901"/>
                      <a:pt x="59610" y="37767"/>
                      <a:pt x="59843" y="37601"/>
                    </a:cubicBezTo>
                    <a:cubicBezTo>
                      <a:pt x="60077" y="37434"/>
                      <a:pt x="60277" y="37334"/>
                      <a:pt x="60544" y="37200"/>
                    </a:cubicBezTo>
                    <a:cubicBezTo>
                      <a:pt x="61511" y="36700"/>
                      <a:pt x="62545" y="36366"/>
                      <a:pt x="63579" y="36100"/>
                    </a:cubicBezTo>
                    <a:lnTo>
                      <a:pt x="63946" y="36033"/>
                    </a:lnTo>
                    <a:lnTo>
                      <a:pt x="64046" y="35999"/>
                    </a:lnTo>
                    <a:lnTo>
                      <a:pt x="64179" y="35999"/>
                    </a:lnTo>
                    <a:lnTo>
                      <a:pt x="64380" y="35933"/>
                    </a:lnTo>
                    <a:cubicBezTo>
                      <a:pt x="64613" y="35866"/>
                      <a:pt x="64880" y="35833"/>
                      <a:pt x="65113" y="35733"/>
                    </a:cubicBezTo>
                    <a:cubicBezTo>
                      <a:pt x="65614" y="35566"/>
                      <a:pt x="66114" y="35432"/>
                      <a:pt x="66615" y="35332"/>
                    </a:cubicBezTo>
                    <a:cubicBezTo>
                      <a:pt x="68616" y="34832"/>
                      <a:pt x="70584" y="34232"/>
                      <a:pt x="72285" y="33364"/>
                    </a:cubicBezTo>
                    <a:cubicBezTo>
                      <a:pt x="74053" y="32564"/>
                      <a:pt x="75754" y="31696"/>
                      <a:pt x="77055" y="30429"/>
                    </a:cubicBezTo>
                    <a:cubicBezTo>
                      <a:pt x="78356" y="29161"/>
                      <a:pt x="79190" y="27560"/>
                      <a:pt x="79524" y="25926"/>
                    </a:cubicBezTo>
                    <a:cubicBezTo>
                      <a:pt x="79791" y="24258"/>
                      <a:pt x="79457" y="22723"/>
                      <a:pt x="79424" y="21256"/>
                    </a:cubicBezTo>
                    <a:cubicBezTo>
                      <a:pt x="79390" y="20555"/>
                      <a:pt x="79424" y="19855"/>
                      <a:pt x="79590" y="19187"/>
                    </a:cubicBezTo>
                    <a:cubicBezTo>
                      <a:pt x="79757" y="18520"/>
                      <a:pt x="80091" y="17987"/>
                      <a:pt x="80458" y="17420"/>
                    </a:cubicBezTo>
                    <a:cubicBezTo>
                      <a:pt x="81225" y="16385"/>
                      <a:pt x="82192" y="15552"/>
                      <a:pt x="83060" y="14751"/>
                    </a:cubicBezTo>
                    <a:cubicBezTo>
                      <a:pt x="83460" y="14384"/>
                      <a:pt x="83894" y="13984"/>
                      <a:pt x="84227" y="13517"/>
                    </a:cubicBezTo>
                    <a:cubicBezTo>
                      <a:pt x="84561" y="13050"/>
                      <a:pt x="84794" y="12583"/>
                      <a:pt x="85028" y="12082"/>
                    </a:cubicBezTo>
                    <a:cubicBezTo>
                      <a:pt x="85094" y="11849"/>
                      <a:pt x="85161" y="11582"/>
                      <a:pt x="85228" y="11349"/>
                    </a:cubicBezTo>
                    <a:cubicBezTo>
                      <a:pt x="85261" y="11148"/>
                      <a:pt x="85328" y="10882"/>
                      <a:pt x="85361" y="10648"/>
                    </a:cubicBezTo>
                    <a:cubicBezTo>
                      <a:pt x="85395" y="10381"/>
                      <a:pt x="85395" y="10181"/>
                      <a:pt x="85428" y="9914"/>
                    </a:cubicBezTo>
                    <a:cubicBezTo>
                      <a:pt x="85395" y="9714"/>
                      <a:pt x="85395" y="9481"/>
                      <a:pt x="85395" y="9247"/>
                    </a:cubicBezTo>
                    <a:cubicBezTo>
                      <a:pt x="85295" y="8346"/>
                      <a:pt x="85161" y="7546"/>
                      <a:pt x="85028" y="6845"/>
                    </a:cubicBezTo>
                    <a:cubicBezTo>
                      <a:pt x="84894" y="6145"/>
                      <a:pt x="84761" y="5511"/>
                      <a:pt x="84694" y="4911"/>
                    </a:cubicBezTo>
                    <a:cubicBezTo>
                      <a:pt x="84527" y="3743"/>
                      <a:pt x="84594" y="2876"/>
                      <a:pt x="84727" y="2342"/>
                    </a:cubicBezTo>
                    <a:cubicBezTo>
                      <a:pt x="84761" y="2175"/>
                      <a:pt x="84761" y="2075"/>
                      <a:pt x="84794" y="1975"/>
                    </a:cubicBezTo>
                    <a:cubicBezTo>
                      <a:pt x="84861" y="1875"/>
                      <a:pt x="84861" y="1808"/>
                      <a:pt x="84894" y="1708"/>
                    </a:cubicBezTo>
                    <a:cubicBezTo>
                      <a:pt x="84928" y="1575"/>
                      <a:pt x="84961" y="1508"/>
                      <a:pt x="84961" y="1508"/>
                    </a:cubicBezTo>
                    <a:cubicBezTo>
                      <a:pt x="85128" y="1008"/>
                      <a:pt x="85295" y="674"/>
                      <a:pt x="85428" y="407"/>
                    </a:cubicBezTo>
                    <a:cubicBezTo>
                      <a:pt x="85528" y="174"/>
                      <a:pt x="85595" y="40"/>
                      <a:pt x="85561" y="7"/>
                    </a:cubicBezTo>
                    <a:cubicBezTo>
                      <a:pt x="85557" y="3"/>
                      <a:pt x="85552" y="1"/>
                      <a:pt x="855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49" name="Google Shape;3549;p28"/>
              <p:cNvSpPr/>
              <p:nvPr/>
            </p:nvSpPr>
            <p:spPr>
              <a:xfrm>
                <a:off x="217240" y="2600833"/>
                <a:ext cx="520378" cy="286267"/>
              </a:xfrm>
              <a:custGeom>
                <a:avLst/>
                <a:gdLst/>
                <a:ahLst/>
                <a:cxnLst/>
                <a:rect l="l" t="t" r="r" b="b"/>
                <a:pathLst>
                  <a:path w="21521" h="11839" extrusionOk="0">
                    <a:moveTo>
                      <a:pt x="7674" y="0"/>
                    </a:moveTo>
                    <a:cubicBezTo>
                      <a:pt x="7235" y="0"/>
                      <a:pt x="6877" y="191"/>
                      <a:pt x="6543" y="358"/>
                    </a:cubicBezTo>
                    <a:cubicBezTo>
                      <a:pt x="6176" y="558"/>
                      <a:pt x="5842" y="858"/>
                      <a:pt x="5509" y="1092"/>
                    </a:cubicBezTo>
                    <a:lnTo>
                      <a:pt x="5275" y="1325"/>
                    </a:lnTo>
                    <a:lnTo>
                      <a:pt x="5142" y="1425"/>
                    </a:lnTo>
                    <a:lnTo>
                      <a:pt x="5009" y="1559"/>
                    </a:lnTo>
                    <a:lnTo>
                      <a:pt x="4642" y="2059"/>
                    </a:lnTo>
                    <a:cubicBezTo>
                      <a:pt x="4441" y="2359"/>
                      <a:pt x="4175" y="2693"/>
                      <a:pt x="3974" y="2993"/>
                    </a:cubicBezTo>
                    <a:cubicBezTo>
                      <a:pt x="3541" y="3594"/>
                      <a:pt x="3107" y="4161"/>
                      <a:pt x="2674" y="4561"/>
                    </a:cubicBezTo>
                    <a:cubicBezTo>
                      <a:pt x="2273" y="4995"/>
                      <a:pt x="1806" y="5328"/>
                      <a:pt x="1439" y="5362"/>
                    </a:cubicBezTo>
                    <a:cubicBezTo>
                      <a:pt x="1413" y="5364"/>
                      <a:pt x="1388" y="5365"/>
                      <a:pt x="1363" y="5365"/>
                    </a:cubicBezTo>
                    <a:cubicBezTo>
                      <a:pt x="1009" y="5365"/>
                      <a:pt x="795" y="5151"/>
                      <a:pt x="639" y="4995"/>
                    </a:cubicBezTo>
                    <a:cubicBezTo>
                      <a:pt x="505" y="4828"/>
                      <a:pt x="439" y="4694"/>
                      <a:pt x="439" y="4694"/>
                    </a:cubicBezTo>
                    <a:cubicBezTo>
                      <a:pt x="376" y="4595"/>
                      <a:pt x="290" y="4551"/>
                      <a:pt x="216" y="4551"/>
                    </a:cubicBezTo>
                    <a:cubicBezTo>
                      <a:pt x="92" y="4551"/>
                      <a:pt x="1" y="4673"/>
                      <a:pt x="105" y="4861"/>
                    </a:cubicBezTo>
                    <a:cubicBezTo>
                      <a:pt x="105" y="4861"/>
                      <a:pt x="172" y="5028"/>
                      <a:pt x="339" y="5228"/>
                    </a:cubicBezTo>
                    <a:cubicBezTo>
                      <a:pt x="472" y="5362"/>
                      <a:pt x="539" y="5495"/>
                      <a:pt x="772" y="5595"/>
                    </a:cubicBezTo>
                    <a:cubicBezTo>
                      <a:pt x="876" y="5699"/>
                      <a:pt x="1062" y="5783"/>
                      <a:pt x="1281" y="5783"/>
                    </a:cubicBezTo>
                    <a:cubicBezTo>
                      <a:pt x="1343" y="5783"/>
                      <a:pt x="1407" y="5776"/>
                      <a:pt x="1473" y="5762"/>
                    </a:cubicBezTo>
                    <a:cubicBezTo>
                      <a:pt x="2006" y="5695"/>
                      <a:pt x="2507" y="5295"/>
                      <a:pt x="3007" y="4895"/>
                    </a:cubicBezTo>
                    <a:cubicBezTo>
                      <a:pt x="3507" y="4428"/>
                      <a:pt x="3974" y="3894"/>
                      <a:pt x="4408" y="3293"/>
                    </a:cubicBezTo>
                    <a:cubicBezTo>
                      <a:pt x="4675" y="3027"/>
                      <a:pt x="4875" y="2726"/>
                      <a:pt x="5142" y="2393"/>
                    </a:cubicBezTo>
                    <a:cubicBezTo>
                      <a:pt x="5242" y="2226"/>
                      <a:pt x="5375" y="2059"/>
                      <a:pt x="5509" y="1926"/>
                    </a:cubicBezTo>
                    <a:lnTo>
                      <a:pt x="5576" y="1859"/>
                    </a:lnTo>
                    <a:lnTo>
                      <a:pt x="5709" y="1759"/>
                    </a:lnTo>
                    <a:lnTo>
                      <a:pt x="5909" y="1592"/>
                    </a:lnTo>
                    <a:cubicBezTo>
                      <a:pt x="6209" y="1359"/>
                      <a:pt x="6543" y="1092"/>
                      <a:pt x="6877" y="925"/>
                    </a:cubicBezTo>
                    <a:cubicBezTo>
                      <a:pt x="7167" y="780"/>
                      <a:pt x="7483" y="685"/>
                      <a:pt x="7758" y="685"/>
                    </a:cubicBezTo>
                    <a:cubicBezTo>
                      <a:pt x="7799" y="685"/>
                      <a:pt x="7838" y="687"/>
                      <a:pt x="7877" y="692"/>
                    </a:cubicBezTo>
                    <a:cubicBezTo>
                      <a:pt x="8177" y="725"/>
                      <a:pt x="8478" y="925"/>
                      <a:pt x="8678" y="1225"/>
                    </a:cubicBezTo>
                    <a:cubicBezTo>
                      <a:pt x="8878" y="1525"/>
                      <a:pt x="9078" y="1892"/>
                      <a:pt x="9245" y="2226"/>
                    </a:cubicBezTo>
                    <a:cubicBezTo>
                      <a:pt x="9578" y="2926"/>
                      <a:pt x="9912" y="3660"/>
                      <a:pt x="10412" y="4261"/>
                    </a:cubicBezTo>
                    <a:cubicBezTo>
                      <a:pt x="10879" y="4861"/>
                      <a:pt x="11580" y="5428"/>
                      <a:pt x="12481" y="5695"/>
                    </a:cubicBezTo>
                    <a:cubicBezTo>
                      <a:pt x="12811" y="5788"/>
                      <a:pt x="13152" y="5817"/>
                      <a:pt x="13493" y="5817"/>
                    </a:cubicBezTo>
                    <a:cubicBezTo>
                      <a:pt x="14013" y="5817"/>
                      <a:pt x="14532" y="5749"/>
                      <a:pt x="15016" y="5728"/>
                    </a:cubicBezTo>
                    <a:cubicBezTo>
                      <a:pt x="15383" y="5728"/>
                      <a:pt x="15750" y="5728"/>
                      <a:pt x="16050" y="5895"/>
                    </a:cubicBezTo>
                    <a:cubicBezTo>
                      <a:pt x="16350" y="6062"/>
                      <a:pt x="16550" y="6362"/>
                      <a:pt x="16717" y="6696"/>
                    </a:cubicBezTo>
                    <a:cubicBezTo>
                      <a:pt x="17017" y="7363"/>
                      <a:pt x="17084" y="8130"/>
                      <a:pt x="17317" y="8897"/>
                    </a:cubicBezTo>
                    <a:cubicBezTo>
                      <a:pt x="17517" y="9665"/>
                      <a:pt x="17718" y="10365"/>
                      <a:pt x="18151" y="10899"/>
                    </a:cubicBezTo>
                    <a:cubicBezTo>
                      <a:pt x="18318" y="11199"/>
                      <a:pt x="18585" y="11399"/>
                      <a:pt x="18852" y="11566"/>
                    </a:cubicBezTo>
                    <a:cubicBezTo>
                      <a:pt x="19152" y="11733"/>
                      <a:pt x="19419" y="11833"/>
                      <a:pt x="19686" y="11833"/>
                    </a:cubicBezTo>
                    <a:cubicBezTo>
                      <a:pt x="19743" y="11836"/>
                      <a:pt x="19799" y="11838"/>
                      <a:pt x="19853" y="11838"/>
                    </a:cubicBezTo>
                    <a:cubicBezTo>
                      <a:pt x="20298" y="11838"/>
                      <a:pt x="20615" y="11726"/>
                      <a:pt x="20853" y="11666"/>
                    </a:cubicBezTo>
                    <a:cubicBezTo>
                      <a:pt x="20987" y="11599"/>
                      <a:pt x="21053" y="11566"/>
                      <a:pt x="21153" y="11533"/>
                    </a:cubicBezTo>
                    <a:cubicBezTo>
                      <a:pt x="21187" y="11499"/>
                      <a:pt x="21220" y="11499"/>
                      <a:pt x="21220" y="11499"/>
                    </a:cubicBezTo>
                    <a:cubicBezTo>
                      <a:pt x="21520" y="11366"/>
                      <a:pt x="21387" y="11066"/>
                      <a:pt x="21020" y="11066"/>
                    </a:cubicBezTo>
                    <a:cubicBezTo>
                      <a:pt x="21020" y="11066"/>
                      <a:pt x="20987" y="11066"/>
                      <a:pt x="20953" y="11099"/>
                    </a:cubicBezTo>
                    <a:cubicBezTo>
                      <a:pt x="20853" y="11099"/>
                      <a:pt x="20786" y="11166"/>
                      <a:pt x="20653" y="11199"/>
                    </a:cubicBezTo>
                    <a:cubicBezTo>
                      <a:pt x="20501" y="11224"/>
                      <a:pt x="20234" y="11288"/>
                      <a:pt x="19938" y="11288"/>
                    </a:cubicBezTo>
                    <a:cubicBezTo>
                      <a:pt x="19845" y="11288"/>
                      <a:pt x="19749" y="11282"/>
                      <a:pt x="19652" y="11266"/>
                    </a:cubicBezTo>
                    <a:cubicBezTo>
                      <a:pt x="19452" y="11266"/>
                      <a:pt x="19219" y="11199"/>
                      <a:pt x="19019" y="11066"/>
                    </a:cubicBezTo>
                    <a:cubicBezTo>
                      <a:pt x="18852" y="10932"/>
                      <a:pt x="18652" y="10765"/>
                      <a:pt x="18485" y="10532"/>
                    </a:cubicBezTo>
                    <a:cubicBezTo>
                      <a:pt x="18185" y="10065"/>
                      <a:pt x="17984" y="9398"/>
                      <a:pt x="17818" y="8697"/>
                    </a:cubicBezTo>
                    <a:cubicBezTo>
                      <a:pt x="17651" y="7997"/>
                      <a:pt x="17618" y="7196"/>
                      <a:pt x="17217" y="6362"/>
                    </a:cubicBezTo>
                    <a:cubicBezTo>
                      <a:pt x="17050" y="5929"/>
                      <a:pt x="16817" y="5528"/>
                      <a:pt x="16350" y="5261"/>
                    </a:cubicBezTo>
                    <a:cubicBezTo>
                      <a:pt x="15883" y="5028"/>
                      <a:pt x="15383" y="5028"/>
                      <a:pt x="14982" y="5028"/>
                    </a:cubicBezTo>
                    <a:cubicBezTo>
                      <a:pt x="14469" y="5048"/>
                      <a:pt x="13991" y="5102"/>
                      <a:pt x="13541" y="5102"/>
                    </a:cubicBezTo>
                    <a:cubicBezTo>
                      <a:pt x="13231" y="5102"/>
                      <a:pt x="12933" y="5076"/>
                      <a:pt x="12647" y="4995"/>
                    </a:cubicBezTo>
                    <a:cubicBezTo>
                      <a:pt x="11947" y="4761"/>
                      <a:pt x="11380" y="4327"/>
                      <a:pt x="10979" y="3760"/>
                    </a:cubicBezTo>
                    <a:cubicBezTo>
                      <a:pt x="10546" y="3260"/>
                      <a:pt x="10212" y="2560"/>
                      <a:pt x="9845" y="1859"/>
                    </a:cubicBezTo>
                    <a:cubicBezTo>
                      <a:pt x="9679" y="1525"/>
                      <a:pt x="9478" y="1159"/>
                      <a:pt x="9178" y="758"/>
                    </a:cubicBezTo>
                    <a:cubicBezTo>
                      <a:pt x="8878" y="425"/>
                      <a:pt x="8478" y="58"/>
                      <a:pt x="7944" y="24"/>
                    </a:cubicBezTo>
                    <a:cubicBezTo>
                      <a:pt x="7850" y="8"/>
                      <a:pt x="7760" y="0"/>
                      <a:pt x="76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50" name="Google Shape;3550;p28"/>
              <p:cNvSpPr/>
              <p:nvPr/>
            </p:nvSpPr>
            <p:spPr>
              <a:xfrm>
                <a:off x="222149" y="1610009"/>
                <a:ext cx="400929" cy="193730"/>
              </a:xfrm>
              <a:custGeom>
                <a:avLst/>
                <a:gdLst/>
                <a:ahLst/>
                <a:cxnLst/>
                <a:rect l="l" t="t" r="r" b="b"/>
                <a:pathLst>
                  <a:path w="16581" h="8012" extrusionOk="0">
                    <a:moveTo>
                      <a:pt x="7143" y="0"/>
                    </a:moveTo>
                    <a:cubicBezTo>
                      <a:pt x="7008" y="0"/>
                      <a:pt x="6874" y="12"/>
                      <a:pt x="6740" y="39"/>
                    </a:cubicBezTo>
                    <a:cubicBezTo>
                      <a:pt x="6073" y="205"/>
                      <a:pt x="5506" y="572"/>
                      <a:pt x="5072" y="1006"/>
                    </a:cubicBezTo>
                    <a:cubicBezTo>
                      <a:pt x="4172" y="1840"/>
                      <a:pt x="3571" y="2807"/>
                      <a:pt x="2938" y="3474"/>
                    </a:cubicBezTo>
                    <a:cubicBezTo>
                      <a:pt x="2604" y="3808"/>
                      <a:pt x="2304" y="4075"/>
                      <a:pt x="1970" y="4208"/>
                    </a:cubicBezTo>
                    <a:cubicBezTo>
                      <a:pt x="1791" y="4280"/>
                      <a:pt x="1622" y="4313"/>
                      <a:pt x="1468" y="4313"/>
                    </a:cubicBezTo>
                    <a:cubicBezTo>
                      <a:pt x="1334" y="4313"/>
                      <a:pt x="1211" y="4288"/>
                      <a:pt x="1103" y="4242"/>
                    </a:cubicBezTo>
                    <a:cubicBezTo>
                      <a:pt x="603" y="4075"/>
                      <a:pt x="402" y="3841"/>
                      <a:pt x="402" y="3841"/>
                    </a:cubicBezTo>
                    <a:cubicBezTo>
                      <a:pt x="371" y="3816"/>
                      <a:pt x="336" y="3805"/>
                      <a:pt x="301" y="3805"/>
                    </a:cubicBezTo>
                    <a:cubicBezTo>
                      <a:pt x="150" y="3805"/>
                      <a:pt x="0" y="4006"/>
                      <a:pt x="136" y="4142"/>
                    </a:cubicBezTo>
                    <a:cubicBezTo>
                      <a:pt x="138" y="4136"/>
                      <a:pt x="142" y="4133"/>
                      <a:pt x="148" y="4133"/>
                    </a:cubicBezTo>
                    <a:cubicBezTo>
                      <a:pt x="202" y="4133"/>
                      <a:pt x="391" y="4432"/>
                      <a:pt x="969" y="4675"/>
                    </a:cubicBezTo>
                    <a:cubicBezTo>
                      <a:pt x="1128" y="4746"/>
                      <a:pt x="1333" y="4788"/>
                      <a:pt x="1550" y="4788"/>
                    </a:cubicBezTo>
                    <a:cubicBezTo>
                      <a:pt x="1744" y="4788"/>
                      <a:pt x="1948" y="4754"/>
                      <a:pt x="2137" y="4675"/>
                    </a:cubicBezTo>
                    <a:cubicBezTo>
                      <a:pt x="2571" y="4509"/>
                      <a:pt x="2971" y="4175"/>
                      <a:pt x="3304" y="3841"/>
                    </a:cubicBezTo>
                    <a:cubicBezTo>
                      <a:pt x="4005" y="3141"/>
                      <a:pt x="4639" y="2207"/>
                      <a:pt x="5473" y="1473"/>
                    </a:cubicBezTo>
                    <a:cubicBezTo>
                      <a:pt x="5906" y="1073"/>
                      <a:pt x="6340" y="806"/>
                      <a:pt x="6840" y="706"/>
                    </a:cubicBezTo>
                    <a:cubicBezTo>
                      <a:pt x="6916" y="696"/>
                      <a:pt x="6991" y="691"/>
                      <a:pt x="7067" y="691"/>
                    </a:cubicBezTo>
                    <a:cubicBezTo>
                      <a:pt x="7491" y="691"/>
                      <a:pt x="7912" y="841"/>
                      <a:pt x="8308" y="1039"/>
                    </a:cubicBezTo>
                    <a:lnTo>
                      <a:pt x="8341" y="1073"/>
                    </a:lnTo>
                    <a:cubicBezTo>
                      <a:pt x="8441" y="1139"/>
                      <a:pt x="8575" y="1173"/>
                      <a:pt x="8642" y="1306"/>
                    </a:cubicBezTo>
                    <a:cubicBezTo>
                      <a:pt x="8742" y="1406"/>
                      <a:pt x="8808" y="1640"/>
                      <a:pt x="8908" y="1840"/>
                    </a:cubicBezTo>
                    <a:cubicBezTo>
                      <a:pt x="9075" y="2307"/>
                      <a:pt x="9109" y="2907"/>
                      <a:pt x="9442" y="3575"/>
                    </a:cubicBezTo>
                    <a:cubicBezTo>
                      <a:pt x="9576" y="3741"/>
                      <a:pt x="9676" y="3875"/>
                      <a:pt x="9809" y="4008"/>
                    </a:cubicBezTo>
                    <a:cubicBezTo>
                      <a:pt x="9842" y="4042"/>
                      <a:pt x="9943" y="4142"/>
                      <a:pt x="10009" y="4175"/>
                    </a:cubicBezTo>
                    <a:cubicBezTo>
                      <a:pt x="10109" y="4275"/>
                      <a:pt x="10176" y="4308"/>
                      <a:pt x="10276" y="4342"/>
                    </a:cubicBezTo>
                    <a:cubicBezTo>
                      <a:pt x="10532" y="4481"/>
                      <a:pt x="10820" y="4540"/>
                      <a:pt x="11096" y="4540"/>
                    </a:cubicBezTo>
                    <a:cubicBezTo>
                      <a:pt x="11215" y="4540"/>
                      <a:pt x="11332" y="4529"/>
                      <a:pt x="11444" y="4509"/>
                    </a:cubicBezTo>
                    <a:cubicBezTo>
                      <a:pt x="12177" y="4342"/>
                      <a:pt x="12745" y="3975"/>
                      <a:pt x="13245" y="3875"/>
                    </a:cubicBezTo>
                    <a:cubicBezTo>
                      <a:pt x="13286" y="3868"/>
                      <a:pt x="13328" y="3865"/>
                      <a:pt x="13372" y="3865"/>
                    </a:cubicBezTo>
                    <a:cubicBezTo>
                      <a:pt x="13784" y="3865"/>
                      <a:pt x="14280" y="4140"/>
                      <a:pt x="14613" y="4442"/>
                    </a:cubicBezTo>
                    <a:cubicBezTo>
                      <a:pt x="15413" y="5142"/>
                      <a:pt x="15747" y="6110"/>
                      <a:pt x="15947" y="6777"/>
                    </a:cubicBezTo>
                    <a:cubicBezTo>
                      <a:pt x="16080" y="7110"/>
                      <a:pt x="16114" y="7344"/>
                      <a:pt x="16147" y="7544"/>
                    </a:cubicBezTo>
                    <a:cubicBezTo>
                      <a:pt x="16180" y="7711"/>
                      <a:pt x="16180" y="7844"/>
                      <a:pt x="16180" y="7844"/>
                    </a:cubicBezTo>
                    <a:cubicBezTo>
                      <a:pt x="16209" y="7958"/>
                      <a:pt x="16286" y="8011"/>
                      <a:pt x="16365" y="8011"/>
                    </a:cubicBezTo>
                    <a:cubicBezTo>
                      <a:pt x="16471" y="8011"/>
                      <a:pt x="16581" y="7916"/>
                      <a:pt x="16581" y="7744"/>
                    </a:cubicBezTo>
                    <a:cubicBezTo>
                      <a:pt x="16581" y="7744"/>
                      <a:pt x="16581" y="7678"/>
                      <a:pt x="16514" y="7477"/>
                    </a:cubicBezTo>
                    <a:cubicBezTo>
                      <a:pt x="16481" y="7311"/>
                      <a:pt x="16447" y="7010"/>
                      <a:pt x="16347" y="6643"/>
                    </a:cubicBezTo>
                    <a:cubicBezTo>
                      <a:pt x="16280" y="6277"/>
                      <a:pt x="16147" y="5843"/>
                      <a:pt x="15947" y="5376"/>
                    </a:cubicBezTo>
                    <a:cubicBezTo>
                      <a:pt x="15747" y="4909"/>
                      <a:pt x="15446" y="4408"/>
                      <a:pt x="14979" y="4008"/>
                    </a:cubicBezTo>
                    <a:cubicBezTo>
                      <a:pt x="14779" y="3808"/>
                      <a:pt x="14479" y="3575"/>
                      <a:pt x="14179" y="3474"/>
                    </a:cubicBezTo>
                    <a:cubicBezTo>
                      <a:pt x="13946" y="3329"/>
                      <a:pt x="13613" y="3235"/>
                      <a:pt x="13288" y="3235"/>
                    </a:cubicBezTo>
                    <a:cubicBezTo>
                      <a:pt x="13240" y="3235"/>
                      <a:pt x="13192" y="3237"/>
                      <a:pt x="13145" y="3241"/>
                    </a:cubicBezTo>
                    <a:cubicBezTo>
                      <a:pt x="12411" y="3341"/>
                      <a:pt x="11844" y="3741"/>
                      <a:pt x="11310" y="3841"/>
                    </a:cubicBezTo>
                    <a:cubicBezTo>
                      <a:pt x="11239" y="3849"/>
                      <a:pt x="11174" y="3853"/>
                      <a:pt x="11113" y="3853"/>
                    </a:cubicBezTo>
                    <a:cubicBezTo>
                      <a:pt x="10915" y="3853"/>
                      <a:pt x="10763" y="3810"/>
                      <a:pt x="10610" y="3708"/>
                    </a:cubicBezTo>
                    <a:cubicBezTo>
                      <a:pt x="10410" y="3575"/>
                      <a:pt x="10143" y="3374"/>
                      <a:pt x="10076" y="3208"/>
                    </a:cubicBezTo>
                    <a:cubicBezTo>
                      <a:pt x="9842" y="2741"/>
                      <a:pt x="9776" y="2174"/>
                      <a:pt x="9609" y="1573"/>
                    </a:cubicBezTo>
                    <a:cubicBezTo>
                      <a:pt x="9509" y="1340"/>
                      <a:pt x="9409" y="1039"/>
                      <a:pt x="9175" y="806"/>
                    </a:cubicBezTo>
                    <a:cubicBezTo>
                      <a:pt x="9009" y="539"/>
                      <a:pt x="8742" y="472"/>
                      <a:pt x="8608" y="372"/>
                    </a:cubicBezTo>
                    <a:lnTo>
                      <a:pt x="8608" y="372"/>
                    </a:lnTo>
                    <a:lnTo>
                      <a:pt x="8642" y="406"/>
                    </a:lnTo>
                    <a:cubicBezTo>
                      <a:pt x="8215" y="192"/>
                      <a:pt x="7681" y="0"/>
                      <a:pt x="7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51" name="Google Shape;3551;p28"/>
              <p:cNvSpPr/>
              <p:nvPr/>
            </p:nvSpPr>
            <p:spPr>
              <a:xfrm>
                <a:off x="239123" y="2074894"/>
                <a:ext cx="381536" cy="171194"/>
              </a:xfrm>
              <a:custGeom>
                <a:avLst/>
                <a:gdLst/>
                <a:ahLst/>
                <a:cxnLst/>
                <a:rect l="l" t="t" r="r" b="b"/>
                <a:pathLst>
                  <a:path w="15779" h="7080" extrusionOk="0">
                    <a:moveTo>
                      <a:pt x="12544" y="1"/>
                    </a:moveTo>
                    <a:cubicBezTo>
                      <a:pt x="12154" y="1"/>
                      <a:pt x="11762" y="81"/>
                      <a:pt x="11409" y="227"/>
                    </a:cubicBezTo>
                    <a:cubicBezTo>
                      <a:pt x="11275" y="293"/>
                      <a:pt x="11109" y="327"/>
                      <a:pt x="10942" y="427"/>
                    </a:cubicBezTo>
                    <a:cubicBezTo>
                      <a:pt x="10808" y="493"/>
                      <a:pt x="10642" y="594"/>
                      <a:pt x="10508" y="727"/>
                    </a:cubicBezTo>
                    <a:cubicBezTo>
                      <a:pt x="10275" y="960"/>
                      <a:pt x="10008" y="1227"/>
                      <a:pt x="9841" y="1461"/>
                    </a:cubicBezTo>
                    <a:cubicBezTo>
                      <a:pt x="9107" y="2495"/>
                      <a:pt x="8740" y="3729"/>
                      <a:pt x="8106" y="4430"/>
                    </a:cubicBezTo>
                    <a:cubicBezTo>
                      <a:pt x="7940" y="4596"/>
                      <a:pt x="7773" y="4763"/>
                      <a:pt x="7606" y="4797"/>
                    </a:cubicBezTo>
                    <a:cubicBezTo>
                      <a:pt x="7473" y="4830"/>
                      <a:pt x="7406" y="4897"/>
                      <a:pt x="7272" y="4897"/>
                    </a:cubicBezTo>
                    <a:cubicBezTo>
                      <a:pt x="7206" y="4863"/>
                      <a:pt x="7156" y="4863"/>
                      <a:pt x="7106" y="4863"/>
                    </a:cubicBezTo>
                    <a:cubicBezTo>
                      <a:pt x="7056" y="4863"/>
                      <a:pt x="7006" y="4863"/>
                      <a:pt x="6939" y="4830"/>
                    </a:cubicBezTo>
                    <a:cubicBezTo>
                      <a:pt x="6505" y="4763"/>
                      <a:pt x="6072" y="4330"/>
                      <a:pt x="5605" y="3963"/>
                    </a:cubicBezTo>
                    <a:cubicBezTo>
                      <a:pt x="5338" y="3762"/>
                      <a:pt x="5104" y="3562"/>
                      <a:pt x="4804" y="3396"/>
                    </a:cubicBezTo>
                    <a:cubicBezTo>
                      <a:pt x="4671" y="3295"/>
                      <a:pt x="4504" y="3262"/>
                      <a:pt x="4337" y="3162"/>
                    </a:cubicBezTo>
                    <a:cubicBezTo>
                      <a:pt x="4170" y="3129"/>
                      <a:pt x="3970" y="3095"/>
                      <a:pt x="3803" y="3095"/>
                    </a:cubicBezTo>
                    <a:lnTo>
                      <a:pt x="3570" y="3095"/>
                    </a:lnTo>
                    <a:lnTo>
                      <a:pt x="3303" y="3162"/>
                    </a:lnTo>
                    <a:cubicBezTo>
                      <a:pt x="3136" y="3229"/>
                      <a:pt x="3003" y="3295"/>
                      <a:pt x="2836" y="3396"/>
                    </a:cubicBezTo>
                    <a:cubicBezTo>
                      <a:pt x="2669" y="3462"/>
                      <a:pt x="2569" y="3596"/>
                      <a:pt x="2436" y="3662"/>
                    </a:cubicBezTo>
                    <a:cubicBezTo>
                      <a:pt x="2336" y="3796"/>
                      <a:pt x="2236" y="3929"/>
                      <a:pt x="2135" y="4063"/>
                    </a:cubicBezTo>
                    <a:cubicBezTo>
                      <a:pt x="1802" y="4596"/>
                      <a:pt x="1769" y="5130"/>
                      <a:pt x="1635" y="5564"/>
                    </a:cubicBezTo>
                    <a:cubicBezTo>
                      <a:pt x="1568" y="5964"/>
                      <a:pt x="1435" y="6331"/>
                      <a:pt x="1235" y="6498"/>
                    </a:cubicBezTo>
                    <a:cubicBezTo>
                      <a:pt x="1068" y="6665"/>
                      <a:pt x="801" y="6665"/>
                      <a:pt x="634" y="6665"/>
                    </a:cubicBezTo>
                    <a:cubicBezTo>
                      <a:pt x="568" y="6665"/>
                      <a:pt x="468" y="6631"/>
                      <a:pt x="434" y="6631"/>
                    </a:cubicBezTo>
                    <a:lnTo>
                      <a:pt x="334" y="6631"/>
                    </a:lnTo>
                    <a:cubicBezTo>
                      <a:pt x="134" y="6631"/>
                      <a:pt x="1" y="6965"/>
                      <a:pt x="267" y="6998"/>
                    </a:cubicBezTo>
                    <a:lnTo>
                      <a:pt x="334" y="6998"/>
                    </a:lnTo>
                    <a:cubicBezTo>
                      <a:pt x="434" y="6998"/>
                      <a:pt x="468" y="7065"/>
                      <a:pt x="601" y="7065"/>
                    </a:cubicBezTo>
                    <a:cubicBezTo>
                      <a:pt x="645" y="7065"/>
                      <a:pt x="720" y="7080"/>
                      <a:pt x="814" y="7080"/>
                    </a:cubicBezTo>
                    <a:cubicBezTo>
                      <a:pt x="860" y="7080"/>
                      <a:pt x="912" y="7076"/>
                      <a:pt x="968" y="7065"/>
                    </a:cubicBezTo>
                    <a:cubicBezTo>
                      <a:pt x="1068" y="6998"/>
                      <a:pt x="1135" y="6998"/>
                      <a:pt x="1235" y="6965"/>
                    </a:cubicBezTo>
                    <a:cubicBezTo>
                      <a:pt x="1302" y="6931"/>
                      <a:pt x="1402" y="6898"/>
                      <a:pt x="1468" y="6798"/>
                    </a:cubicBezTo>
                    <a:cubicBezTo>
                      <a:pt x="2135" y="6231"/>
                      <a:pt x="2069" y="5097"/>
                      <a:pt x="2569" y="4296"/>
                    </a:cubicBezTo>
                    <a:cubicBezTo>
                      <a:pt x="2602" y="4229"/>
                      <a:pt x="2669" y="4129"/>
                      <a:pt x="2769" y="4063"/>
                    </a:cubicBezTo>
                    <a:cubicBezTo>
                      <a:pt x="2836" y="3996"/>
                      <a:pt x="2936" y="3929"/>
                      <a:pt x="3069" y="3896"/>
                    </a:cubicBezTo>
                    <a:cubicBezTo>
                      <a:pt x="3136" y="3829"/>
                      <a:pt x="3270" y="3762"/>
                      <a:pt x="3403" y="3762"/>
                    </a:cubicBezTo>
                    <a:lnTo>
                      <a:pt x="3570" y="3729"/>
                    </a:lnTo>
                    <a:lnTo>
                      <a:pt x="3737" y="3729"/>
                    </a:lnTo>
                    <a:cubicBezTo>
                      <a:pt x="4237" y="3729"/>
                      <a:pt x="4637" y="4096"/>
                      <a:pt x="5104" y="4463"/>
                    </a:cubicBezTo>
                    <a:cubicBezTo>
                      <a:pt x="5304" y="4630"/>
                      <a:pt x="5571" y="4830"/>
                      <a:pt x="5805" y="5063"/>
                    </a:cubicBezTo>
                    <a:cubicBezTo>
                      <a:pt x="6072" y="5264"/>
                      <a:pt x="6338" y="5430"/>
                      <a:pt x="6739" y="5497"/>
                    </a:cubicBezTo>
                    <a:cubicBezTo>
                      <a:pt x="6906" y="5564"/>
                      <a:pt x="7106" y="5564"/>
                      <a:pt x="7272" y="5564"/>
                    </a:cubicBezTo>
                    <a:lnTo>
                      <a:pt x="7773" y="5430"/>
                    </a:lnTo>
                    <a:cubicBezTo>
                      <a:pt x="8106" y="5297"/>
                      <a:pt x="8340" y="5063"/>
                      <a:pt x="8573" y="4830"/>
                    </a:cubicBezTo>
                    <a:cubicBezTo>
                      <a:pt x="8940" y="4396"/>
                      <a:pt x="9241" y="3896"/>
                      <a:pt x="9474" y="3329"/>
                    </a:cubicBezTo>
                    <a:cubicBezTo>
                      <a:pt x="9741" y="2795"/>
                      <a:pt x="9974" y="2261"/>
                      <a:pt x="10308" y="1794"/>
                    </a:cubicBezTo>
                    <a:cubicBezTo>
                      <a:pt x="10642" y="1294"/>
                      <a:pt x="11008" y="927"/>
                      <a:pt x="11509" y="760"/>
                    </a:cubicBezTo>
                    <a:cubicBezTo>
                      <a:pt x="11877" y="622"/>
                      <a:pt x="12214" y="548"/>
                      <a:pt x="12552" y="548"/>
                    </a:cubicBezTo>
                    <a:cubicBezTo>
                      <a:pt x="12703" y="548"/>
                      <a:pt x="12855" y="563"/>
                      <a:pt x="13010" y="594"/>
                    </a:cubicBezTo>
                    <a:cubicBezTo>
                      <a:pt x="13510" y="660"/>
                      <a:pt x="13944" y="927"/>
                      <a:pt x="14244" y="1227"/>
                    </a:cubicBezTo>
                    <a:cubicBezTo>
                      <a:pt x="14544" y="1461"/>
                      <a:pt x="14744" y="1794"/>
                      <a:pt x="14911" y="2095"/>
                    </a:cubicBezTo>
                    <a:cubicBezTo>
                      <a:pt x="15045" y="2395"/>
                      <a:pt x="15145" y="2628"/>
                      <a:pt x="15211" y="2795"/>
                    </a:cubicBezTo>
                    <a:cubicBezTo>
                      <a:pt x="15245" y="2962"/>
                      <a:pt x="15278" y="3062"/>
                      <a:pt x="15278" y="3062"/>
                    </a:cubicBezTo>
                    <a:cubicBezTo>
                      <a:pt x="15294" y="3158"/>
                      <a:pt x="15378" y="3200"/>
                      <a:pt x="15477" y="3200"/>
                    </a:cubicBezTo>
                    <a:cubicBezTo>
                      <a:pt x="15584" y="3200"/>
                      <a:pt x="15709" y="3149"/>
                      <a:pt x="15779" y="3062"/>
                    </a:cubicBezTo>
                    <a:cubicBezTo>
                      <a:pt x="15779" y="3062"/>
                      <a:pt x="15745" y="2962"/>
                      <a:pt x="15678" y="2762"/>
                    </a:cubicBezTo>
                    <a:cubicBezTo>
                      <a:pt x="15645" y="2562"/>
                      <a:pt x="15578" y="2295"/>
                      <a:pt x="15412" y="1961"/>
                    </a:cubicBezTo>
                    <a:cubicBezTo>
                      <a:pt x="15245" y="1628"/>
                      <a:pt x="14978" y="1261"/>
                      <a:pt x="14644" y="927"/>
                    </a:cubicBezTo>
                    <a:cubicBezTo>
                      <a:pt x="14311" y="560"/>
                      <a:pt x="13810" y="227"/>
                      <a:pt x="13243" y="93"/>
                    </a:cubicBezTo>
                    <a:cubicBezTo>
                      <a:pt x="13017" y="30"/>
                      <a:pt x="12781" y="1"/>
                      <a:pt x="125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52" name="Google Shape;3552;p28"/>
              <p:cNvSpPr/>
              <p:nvPr/>
            </p:nvSpPr>
            <p:spPr>
              <a:xfrm>
                <a:off x="552085" y="1739638"/>
                <a:ext cx="19368" cy="12017"/>
              </a:xfrm>
              <a:custGeom>
                <a:avLst/>
                <a:gdLst/>
                <a:ahLst/>
                <a:cxnLst/>
                <a:rect l="l" t="t" r="r" b="b"/>
                <a:pathLst>
                  <a:path w="801" h="497" extrusionOk="0">
                    <a:moveTo>
                      <a:pt x="455" y="0"/>
                    </a:moveTo>
                    <a:cubicBezTo>
                      <a:pt x="400" y="0"/>
                      <a:pt x="345" y="4"/>
                      <a:pt x="300" y="15"/>
                    </a:cubicBezTo>
                    <a:cubicBezTo>
                      <a:pt x="167" y="82"/>
                      <a:pt x="0" y="248"/>
                      <a:pt x="0" y="248"/>
                    </a:cubicBezTo>
                    <a:cubicBezTo>
                      <a:pt x="0" y="282"/>
                      <a:pt x="100" y="482"/>
                      <a:pt x="100" y="482"/>
                    </a:cubicBezTo>
                    <a:cubicBezTo>
                      <a:pt x="100" y="482"/>
                      <a:pt x="204" y="497"/>
                      <a:pt x="313" y="497"/>
                    </a:cubicBezTo>
                    <a:cubicBezTo>
                      <a:pt x="367" y="497"/>
                      <a:pt x="423" y="493"/>
                      <a:pt x="467" y="482"/>
                    </a:cubicBezTo>
                    <a:cubicBezTo>
                      <a:pt x="601" y="449"/>
                      <a:pt x="767" y="282"/>
                      <a:pt x="767" y="282"/>
                    </a:cubicBezTo>
                    <a:cubicBezTo>
                      <a:pt x="801" y="248"/>
                      <a:pt x="701" y="82"/>
                      <a:pt x="667" y="15"/>
                    </a:cubicBezTo>
                    <a:cubicBezTo>
                      <a:pt x="667" y="15"/>
                      <a:pt x="564" y="0"/>
                      <a:pt x="4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53" name="Google Shape;3553;p28"/>
              <p:cNvSpPr/>
              <p:nvPr/>
            </p:nvSpPr>
            <p:spPr>
              <a:xfrm>
                <a:off x="564973" y="1757725"/>
                <a:ext cx="24228" cy="13734"/>
              </a:xfrm>
              <a:custGeom>
                <a:avLst/>
                <a:gdLst/>
                <a:ahLst/>
                <a:cxnLst/>
                <a:rect l="l" t="t" r="r" b="b"/>
                <a:pathLst>
                  <a:path w="1002" h="568" extrusionOk="0">
                    <a:moveTo>
                      <a:pt x="902" y="1"/>
                    </a:moveTo>
                    <a:cubicBezTo>
                      <a:pt x="902" y="1"/>
                      <a:pt x="568" y="1"/>
                      <a:pt x="401" y="67"/>
                    </a:cubicBezTo>
                    <a:cubicBezTo>
                      <a:pt x="234" y="168"/>
                      <a:pt x="1" y="368"/>
                      <a:pt x="1" y="368"/>
                    </a:cubicBezTo>
                    <a:lnTo>
                      <a:pt x="134" y="568"/>
                    </a:lnTo>
                    <a:cubicBezTo>
                      <a:pt x="134" y="568"/>
                      <a:pt x="468" y="568"/>
                      <a:pt x="635" y="501"/>
                    </a:cubicBezTo>
                    <a:cubicBezTo>
                      <a:pt x="801" y="401"/>
                      <a:pt x="1002" y="201"/>
                      <a:pt x="1002" y="201"/>
                    </a:cubicBezTo>
                    <a:cubicBezTo>
                      <a:pt x="1002" y="201"/>
                      <a:pt x="935" y="1"/>
                      <a:pt x="9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54" name="Google Shape;3554;p28"/>
              <p:cNvSpPr/>
              <p:nvPr/>
            </p:nvSpPr>
            <p:spPr>
              <a:xfrm>
                <a:off x="579505" y="1778350"/>
                <a:ext cx="17772" cy="12017"/>
              </a:xfrm>
              <a:custGeom>
                <a:avLst/>
                <a:gdLst/>
                <a:ahLst/>
                <a:cxnLst/>
                <a:rect l="l" t="t" r="r" b="b"/>
                <a:pathLst>
                  <a:path w="735" h="497" extrusionOk="0">
                    <a:moveTo>
                      <a:pt x="440" y="0"/>
                    </a:moveTo>
                    <a:cubicBezTo>
                      <a:pt x="386" y="0"/>
                      <a:pt x="334" y="4"/>
                      <a:pt x="301" y="15"/>
                    </a:cubicBezTo>
                    <a:cubicBezTo>
                      <a:pt x="167" y="48"/>
                      <a:pt x="0" y="215"/>
                      <a:pt x="0" y="215"/>
                    </a:cubicBezTo>
                    <a:cubicBezTo>
                      <a:pt x="0" y="249"/>
                      <a:pt x="67" y="482"/>
                      <a:pt x="67" y="482"/>
                    </a:cubicBezTo>
                    <a:cubicBezTo>
                      <a:pt x="67" y="482"/>
                      <a:pt x="186" y="497"/>
                      <a:pt x="304" y="497"/>
                    </a:cubicBezTo>
                    <a:cubicBezTo>
                      <a:pt x="364" y="497"/>
                      <a:pt x="423" y="493"/>
                      <a:pt x="467" y="482"/>
                    </a:cubicBezTo>
                    <a:cubicBezTo>
                      <a:pt x="567" y="415"/>
                      <a:pt x="734" y="249"/>
                      <a:pt x="734" y="249"/>
                    </a:cubicBezTo>
                    <a:cubicBezTo>
                      <a:pt x="734" y="249"/>
                      <a:pt x="701" y="48"/>
                      <a:pt x="667" y="15"/>
                    </a:cubicBezTo>
                    <a:cubicBezTo>
                      <a:pt x="667" y="15"/>
                      <a:pt x="549" y="0"/>
                      <a:pt x="4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55" name="Google Shape;3555;p28"/>
              <p:cNvSpPr/>
              <p:nvPr/>
            </p:nvSpPr>
            <p:spPr>
              <a:xfrm>
                <a:off x="318965" y="2170695"/>
                <a:ext cx="22608" cy="20190"/>
              </a:xfrm>
              <a:custGeom>
                <a:avLst/>
                <a:gdLst/>
                <a:ahLst/>
                <a:cxnLst/>
                <a:rect l="l" t="t" r="r" b="b"/>
                <a:pathLst>
                  <a:path w="935" h="835" extrusionOk="0">
                    <a:moveTo>
                      <a:pt x="835" y="1"/>
                    </a:moveTo>
                    <a:cubicBezTo>
                      <a:pt x="835" y="1"/>
                      <a:pt x="768" y="1"/>
                      <a:pt x="635" y="34"/>
                    </a:cubicBezTo>
                    <a:cubicBezTo>
                      <a:pt x="501" y="101"/>
                      <a:pt x="401" y="167"/>
                      <a:pt x="301" y="201"/>
                    </a:cubicBezTo>
                    <a:cubicBezTo>
                      <a:pt x="234" y="301"/>
                      <a:pt x="134" y="434"/>
                      <a:pt x="101" y="501"/>
                    </a:cubicBezTo>
                    <a:lnTo>
                      <a:pt x="1" y="668"/>
                    </a:lnTo>
                    <a:cubicBezTo>
                      <a:pt x="1" y="668"/>
                      <a:pt x="168" y="801"/>
                      <a:pt x="168" y="835"/>
                    </a:cubicBezTo>
                    <a:lnTo>
                      <a:pt x="335" y="768"/>
                    </a:lnTo>
                    <a:cubicBezTo>
                      <a:pt x="435" y="701"/>
                      <a:pt x="568" y="634"/>
                      <a:pt x="601" y="601"/>
                    </a:cubicBezTo>
                    <a:cubicBezTo>
                      <a:pt x="668" y="534"/>
                      <a:pt x="735" y="434"/>
                      <a:pt x="802" y="368"/>
                    </a:cubicBezTo>
                    <a:lnTo>
                      <a:pt x="935" y="267"/>
                    </a:lnTo>
                    <a:cubicBezTo>
                      <a:pt x="935" y="201"/>
                      <a:pt x="835" y="1"/>
                      <a:pt x="8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56" name="Google Shape;3556;p28"/>
              <p:cNvSpPr/>
              <p:nvPr/>
            </p:nvSpPr>
            <p:spPr>
              <a:xfrm>
                <a:off x="340752" y="2185227"/>
                <a:ext cx="16974" cy="17748"/>
              </a:xfrm>
              <a:custGeom>
                <a:avLst/>
                <a:gdLst/>
                <a:ahLst/>
                <a:cxnLst/>
                <a:rect l="l" t="t" r="r" b="b"/>
                <a:pathLst>
                  <a:path w="702" h="734" extrusionOk="0">
                    <a:moveTo>
                      <a:pt x="568" y="0"/>
                    </a:moveTo>
                    <a:cubicBezTo>
                      <a:pt x="568" y="0"/>
                      <a:pt x="267" y="33"/>
                      <a:pt x="134" y="167"/>
                    </a:cubicBezTo>
                    <a:cubicBezTo>
                      <a:pt x="67" y="334"/>
                      <a:pt x="1" y="567"/>
                      <a:pt x="1" y="567"/>
                    </a:cubicBezTo>
                    <a:cubicBezTo>
                      <a:pt x="1" y="567"/>
                      <a:pt x="201" y="701"/>
                      <a:pt x="134" y="734"/>
                    </a:cubicBezTo>
                    <a:cubicBezTo>
                      <a:pt x="134" y="734"/>
                      <a:pt x="401" y="600"/>
                      <a:pt x="501" y="534"/>
                    </a:cubicBezTo>
                    <a:cubicBezTo>
                      <a:pt x="601" y="434"/>
                      <a:pt x="701" y="200"/>
                      <a:pt x="701" y="200"/>
                    </a:cubicBezTo>
                    <a:lnTo>
                      <a:pt x="56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57" name="Google Shape;3557;p28"/>
              <p:cNvSpPr/>
              <p:nvPr/>
            </p:nvSpPr>
            <p:spPr>
              <a:xfrm>
                <a:off x="360918" y="2199735"/>
                <a:ext cx="13734" cy="16152"/>
              </a:xfrm>
              <a:custGeom>
                <a:avLst/>
                <a:gdLst/>
                <a:ahLst/>
                <a:cxnLst/>
                <a:rect l="l" t="t" r="r" b="b"/>
                <a:pathLst>
                  <a:path w="568" h="668" extrusionOk="0">
                    <a:moveTo>
                      <a:pt x="334" y="0"/>
                    </a:moveTo>
                    <a:cubicBezTo>
                      <a:pt x="334" y="0"/>
                      <a:pt x="134" y="101"/>
                      <a:pt x="67" y="167"/>
                    </a:cubicBezTo>
                    <a:cubicBezTo>
                      <a:pt x="34" y="267"/>
                      <a:pt x="1" y="501"/>
                      <a:pt x="1" y="501"/>
                    </a:cubicBezTo>
                    <a:cubicBezTo>
                      <a:pt x="1" y="501"/>
                      <a:pt x="201" y="634"/>
                      <a:pt x="201" y="668"/>
                    </a:cubicBezTo>
                    <a:cubicBezTo>
                      <a:pt x="201" y="668"/>
                      <a:pt x="401" y="601"/>
                      <a:pt x="501" y="467"/>
                    </a:cubicBezTo>
                    <a:cubicBezTo>
                      <a:pt x="534" y="401"/>
                      <a:pt x="568" y="301"/>
                      <a:pt x="568" y="234"/>
                    </a:cubicBezTo>
                    <a:lnTo>
                      <a:pt x="568" y="101"/>
                    </a:lnTo>
                    <a:lnTo>
                      <a:pt x="3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58" name="Google Shape;3558;p28"/>
              <p:cNvSpPr/>
              <p:nvPr/>
            </p:nvSpPr>
            <p:spPr>
              <a:xfrm>
                <a:off x="548047" y="2094891"/>
                <a:ext cx="14532" cy="14532"/>
              </a:xfrm>
              <a:custGeom>
                <a:avLst/>
                <a:gdLst/>
                <a:ahLst/>
                <a:cxnLst/>
                <a:rect l="l" t="t" r="r" b="b"/>
                <a:pathLst>
                  <a:path w="601" h="601" extrusionOk="0">
                    <a:moveTo>
                      <a:pt x="434" y="0"/>
                    </a:moveTo>
                    <a:cubicBezTo>
                      <a:pt x="434" y="0"/>
                      <a:pt x="201" y="67"/>
                      <a:pt x="134" y="133"/>
                    </a:cubicBezTo>
                    <a:cubicBezTo>
                      <a:pt x="34" y="234"/>
                      <a:pt x="0" y="434"/>
                      <a:pt x="0" y="434"/>
                    </a:cubicBezTo>
                    <a:cubicBezTo>
                      <a:pt x="0" y="467"/>
                      <a:pt x="134" y="600"/>
                      <a:pt x="167" y="600"/>
                    </a:cubicBezTo>
                    <a:cubicBezTo>
                      <a:pt x="167" y="600"/>
                      <a:pt x="367" y="567"/>
                      <a:pt x="467" y="467"/>
                    </a:cubicBezTo>
                    <a:cubicBezTo>
                      <a:pt x="534" y="400"/>
                      <a:pt x="601" y="167"/>
                      <a:pt x="601" y="167"/>
                    </a:cubicBezTo>
                    <a:lnTo>
                      <a:pt x="4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59" name="Google Shape;3559;p28"/>
              <p:cNvSpPr/>
              <p:nvPr/>
            </p:nvSpPr>
            <p:spPr>
              <a:xfrm>
                <a:off x="554503" y="2109399"/>
                <a:ext cx="21786" cy="21810"/>
              </a:xfrm>
              <a:custGeom>
                <a:avLst/>
                <a:gdLst/>
                <a:ahLst/>
                <a:cxnLst/>
                <a:rect l="l" t="t" r="r" b="b"/>
                <a:pathLst>
                  <a:path w="901" h="902" extrusionOk="0">
                    <a:moveTo>
                      <a:pt x="734" y="0"/>
                    </a:moveTo>
                    <a:cubicBezTo>
                      <a:pt x="734" y="0"/>
                      <a:pt x="434" y="167"/>
                      <a:pt x="267" y="301"/>
                    </a:cubicBezTo>
                    <a:cubicBezTo>
                      <a:pt x="167" y="467"/>
                      <a:pt x="0" y="734"/>
                      <a:pt x="0" y="734"/>
                    </a:cubicBezTo>
                    <a:cubicBezTo>
                      <a:pt x="0" y="801"/>
                      <a:pt x="167" y="901"/>
                      <a:pt x="167" y="901"/>
                    </a:cubicBezTo>
                    <a:cubicBezTo>
                      <a:pt x="167" y="901"/>
                      <a:pt x="434" y="801"/>
                      <a:pt x="601" y="634"/>
                    </a:cubicBezTo>
                    <a:cubicBezTo>
                      <a:pt x="734" y="467"/>
                      <a:pt x="901" y="167"/>
                      <a:pt x="901" y="167"/>
                    </a:cubicBezTo>
                    <a:lnTo>
                      <a:pt x="7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60" name="Google Shape;3560;p28"/>
              <p:cNvSpPr/>
              <p:nvPr/>
            </p:nvSpPr>
            <p:spPr>
              <a:xfrm>
                <a:off x="570631" y="2122311"/>
                <a:ext cx="18570" cy="23406"/>
              </a:xfrm>
              <a:custGeom>
                <a:avLst/>
                <a:gdLst/>
                <a:ahLst/>
                <a:cxnLst/>
                <a:rect l="l" t="t" r="r" b="b"/>
                <a:pathLst>
                  <a:path w="768" h="968" extrusionOk="0">
                    <a:moveTo>
                      <a:pt x="567" y="0"/>
                    </a:moveTo>
                    <a:cubicBezTo>
                      <a:pt x="567" y="0"/>
                      <a:pt x="534" y="100"/>
                      <a:pt x="434" y="134"/>
                    </a:cubicBezTo>
                    <a:cubicBezTo>
                      <a:pt x="367" y="200"/>
                      <a:pt x="267" y="267"/>
                      <a:pt x="234" y="334"/>
                    </a:cubicBezTo>
                    <a:cubicBezTo>
                      <a:pt x="167" y="434"/>
                      <a:pt x="100" y="501"/>
                      <a:pt x="67" y="601"/>
                    </a:cubicBezTo>
                    <a:lnTo>
                      <a:pt x="0" y="767"/>
                    </a:lnTo>
                    <a:cubicBezTo>
                      <a:pt x="0" y="801"/>
                      <a:pt x="100" y="968"/>
                      <a:pt x="100" y="968"/>
                    </a:cubicBezTo>
                    <a:lnTo>
                      <a:pt x="267" y="867"/>
                    </a:lnTo>
                    <a:cubicBezTo>
                      <a:pt x="401" y="834"/>
                      <a:pt x="501" y="767"/>
                      <a:pt x="567" y="667"/>
                    </a:cubicBezTo>
                    <a:cubicBezTo>
                      <a:pt x="668" y="601"/>
                      <a:pt x="701" y="467"/>
                      <a:pt x="734" y="334"/>
                    </a:cubicBezTo>
                    <a:cubicBezTo>
                      <a:pt x="768" y="200"/>
                      <a:pt x="768" y="134"/>
                      <a:pt x="768" y="134"/>
                    </a:cubicBezTo>
                    <a:cubicBezTo>
                      <a:pt x="768" y="100"/>
                      <a:pt x="567" y="0"/>
                      <a:pt x="5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61" name="Google Shape;3561;p28"/>
              <p:cNvSpPr/>
              <p:nvPr/>
            </p:nvSpPr>
            <p:spPr>
              <a:xfrm>
                <a:off x="397212" y="2638505"/>
                <a:ext cx="24228" cy="12138"/>
              </a:xfrm>
              <a:custGeom>
                <a:avLst/>
                <a:gdLst/>
                <a:ahLst/>
                <a:cxnLst/>
                <a:rect l="l" t="t" r="r" b="b"/>
                <a:pathLst>
                  <a:path w="1002" h="502" extrusionOk="0">
                    <a:moveTo>
                      <a:pt x="434" y="1"/>
                    </a:moveTo>
                    <a:cubicBezTo>
                      <a:pt x="368" y="1"/>
                      <a:pt x="267" y="34"/>
                      <a:pt x="201" y="34"/>
                    </a:cubicBezTo>
                    <a:cubicBezTo>
                      <a:pt x="101" y="101"/>
                      <a:pt x="34" y="101"/>
                      <a:pt x="34" y="101"/>
                    </a:cubicBezTo>
                    <a:lnTo>
                      <a:pt x="1" y="334"/>
                    </a:lnTo>
                    <a:lnTo>
                      <a:pt x="167" y="434"/>
                    </a:lnTo>
                    <a:cubicBezTo>
                      <a:pt x="267" y="468"/>
                      <a:pt x="401" y="501"/>
                      <a:pt x="501" y="501"/>
                    </a:cubicBezTo>
                    <a:cubicBezTo>
                      <a:pt x="601" y="501"/>
                      <a:pt x="734" y="468"/>
                      <a:pt x="835" y="434"/>
                    </a:cubicBezTo>
                    <a:lnTo>
                      <a:pt x="1001" y="334"/>
                    </a:lnTo>
                    <a:cubicBezTo>
                      <a:pt x="1001" y="334"/>
                      <a:pt x="935" y="134"/>
                      <a:pt x="868" y="101"/>
                    </a:cubicBezTo>
                    <a:cubicBezTo>
                      <a:pt x="868" y="101"/>
                      <a:pt x="768" y="34"/>
                      <a:pt x="701" y="34"/>
                    </a:cubicBezTo>
                    <a:cubicBezTo>
                      <a:pt x="601" y="34"/>
                      <a:pt x="534" y="1"/>
                      <a:pt x="4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62" name="Google Shape;3562;p28"/>
              <p:cNvSpPr/>
              <p:nvPr/>
            </p:nvSpPr>
            <p:spPr>
              <a:xfrm>
                <a:off x="387540" y="2665853"/>
                <a:ext cx="42702" cy="15572"/>
              </a:xfrm>
              <a:custGeom>
                <a:avLst/>
                <a:gdLst/>
                <a:ahLst/>
                <a:cxnLst/>
                <a:rect l="l" t="t" r="r" b="b"/>
                <a:pathLst>
                  <a:path w="1766" h="644" extrusionOk="0">
                    <a:moveTo>
                      <a:pt x="1644" y="0"/>
                    </a:moveTo>
                    <a:cubicBezTo>
                      <a:pt x="1640" y="0"/>
                      <a:pt x="1637" y="1"/>
                      <a:pt x="1635" y="4"/>
                    </a:cubicBezTo>
                    <a:cubicBezTo>
                      <a:pt x="1635" y="4"/>
                      <a:pt x="1101" y="37"/>
                      <a:pt x="801" y="137"/>
                    </a:cubicBezTo>
                    <a:cubicBezTo>
                      <a:pt x="467" y="171"/>
                      <a:pt x="0" y="371"/>
                      <a:pt x="0" y="371"/>
                    </a:cubicBezTo>
                    <a:lnTo>
                      <a:pt x="67" y="638"/>
                    </a:lnTo>
                    <a:cubicBezTo>
                      <a:pt x="67" y="638"/>
                      <a:pt x="152" y="643"/>
                      <a:pt x="276" y="643"/>
                    </a:cubicBezTo>
                    <a:cubicBezTo>
                      <a:pt x="462" y="643"/>
                      <a:pt x="734" y="631"/>
                      <a:pt x="934" y="571"/>
                    </a:cubicBezTo>
                    <a:cubicBezTo>
                      <a:pt x="1268" y="471"/>
                      <a:pt x="1735" y="204"/>
                      <a:pt x="1735" y="204"/>
                    </a:cubicBezTo>
                    <a:cubicBezTo>
                      <a:pt x="1766" y="173"/>
                      <a:pt x="1683" y="0"/>
                      <a:pt x="16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63" name="Google Shape;3563;p28"/>
              <p:cNvSpPr/>
              <p:nvPr/>
            </p:nvSpPr>
            <p:spPr>
              <a:xfrm>
                <a:off x="403668" y="2690130"/>
                <a:ext cx="33900" cy="15717"/>
              </a:xfrm>
              <a:custGeom>
                <a:avLst/>
                <a:gdLst/>
                <a:ahLst/>
                <a:cxnLst/>
                <a:rect l="l" t="t" r="r" b="b"/>
                <a:pathLst>
                  <a:path w="1402" h="650" extrusionOk="0">
                    <a:moveTo>
                      <a:pt x="1168" y="1"/>
                    </a:moveTo>
                    <a:cubicBezTo>
                      <a:pt x="1168" y="1"/>
                      <a:pt x="1101" y="34"/>
                      <a:pt x="968" y="34"/>
                    </a:cubicBezTo>
                    <a:cubicBezTo>
                      <a:pt x="834" y="67"/>
                      <a:pt x="701" y="67"/>
                      <a:pt x="601" y="134"/>
                    </a:cubicBezTo>
                    <a:cubicBezTo>
                      <a:pt x="367" y="201"/>
                      <a:pt x="0" y="368"/>
                      <a:pt x="0" y="368"/>
                    </a:cubicBezTo>
                    <a:lnTo>
                      <a:pt x="34" y="634"/>
                    </a:lnTo>
                    <a:cubicBezTo>
                      <a:pt x="34" y="634"/>
                      <a:pt x="227" y="649"/>
                      <a:pt x="434" y="649"/>
                    </a:cubicBezTo>
                    <a:cubicBezTo>
                      <a:pt x="538" y="649"/>
                      <a:pt x="645" y="646"/>
                      <a:pt x="734" y="634"/>
                    </a:cubicBezTo>
                    <a:cubicBezTo>
                      <a:pt x="834" y="568"/>
                      <a:pt x="1001" y="501"/>
                      <a:pt x="1135" y="401"/>
                    </a:cubicBezTo>
                    <a:cubicBezTo>
                      <a:pt x="1268" y="368"/>
                      <a:pt x="1335" y="301"/>
                      <a:pt x="1335" y="301"/>
                    </a:cubicBezTo>
                    <a:cubicBezTo>
                      <a:pt x="1401" y="301"/>
                      <a:pt x="1268" y="67"/>
                      <a:pt x="11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64" name="Google Shape;3564;p28"/>
              <p:cNvSpPr/>
              <p:nvPr/>
            </p:nvSpPr>
            <p:spPr>
              <a:xfrm>
                <a:off x="423834" y="2710296"/>
                <a:ext cx="24228" cy="12114"/>
              </a:xfrm>
              <a:custGeom>
                <a:avLst/>
                <a:gdLst/>
                <a:ahLst/>
                <a:cxnLst/>
                <a:rect l="l" t="t" r="r" b="b"/>
                <a:pathLst>
                  <a:path w="1002" h="501" extrusionOk="0">
                    <a:moveTo>
                      <a:pt x="768" y="1"/>
                    </a:moveTo>
                    <a:cubicBezTo>
                      <a:pt x="718" y="17"/>
                      <a:pt x="668" y="17"/>
                      <a:pt x="617" y="17"/>
                    </a:cubicBezTo>
                    <a:cubicBezTo>
                      <a:pt x="567" y="17"/>
                      <a:pt x="517" y="17"/>
                      <a:pt x="467" y="34"/>
                    </a:cubicBezTo>
                    <a:cubicBezTo>
                      <a:pt x="401" y="34"/>
                      <a:pt x="267" y="67"/>
                      <a:pt x="167" y="101"/>
                    </a:cubicBezTo>
                    <a:lnTo>
                      <a:pt x="0" y="201"/>
                    </a:lnTo>
                    <a:lnTo>
                      <a:pt x="0" y="434"/>
                    </a:lnTo>
                    <a:cubicBezTo>
                      <a:pt x="0" y="434"/>
                      <a:pt x="67" y="434"/>
                      <a:pt x="167" y="501"/>
                    </a:cubicBezTo>
                    <a:lnTo>
                      <a:pt x="501" y="501"/>
                    </a:lnTo>
                    <a:cubicBezTo>
                      <a:pt x="634" y="468"/>
                      <a:pt x="768" y="401"/>
                      <a:pt x="834" y="334"/>
                    </a:cubicBezTo>
                    <a:cubicBezTo>
                      <a:pt x="968" y="234"/>
                      <a:pt x="1001" y="201"/>
                      <a:pt x="1001" y="201"/>
                    </a:cubicBezTo>
                    <a:cubicBezTo>
                      <a:pt x="1001" y="201"/>
                      <a:pt x="934" y="34"/>
                      <a:pt x="9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65" name="Google Shape;3565;p28"/>
              <p:cNvSpPr/>
              <p:nvPr/>
            </p:nvSpPr>
            <p:spPr>
              <a:xfrm>
                <a:off x="555301" y="2756262"/>
                <a:ext cx="41976" cy="12138"/>
              </a:xfrm>
              <a:custGeom>
                <a:avLst/>
                <a:gdLst/>
                <a:ahLst/>
                <a:cxnLst/>
                <a:rect l="l" t="t" r="r" b="b"/>
                <a:pathLst>
                  <a:path w="1736" h="502" extrusionOk="0">
                    <a:moveTo>
                      <a:pt x="868" y="1"/>
                    </a:moveTo>
                    <a:cubicBezTo>
                      <a:pt x="701" y="1"/>
                      <a:pt x="501" y="68"/>
                      <a:pt x="334" y="68"/>
                    </a:cubicBezTo>
                    <a:cubicBezTo>
                      <a:pt x="167" y="101"/>
                      <a:pt x="34" y="101"/>
                      <a:pt x="34" y="101"/>
                    </a:cubicBezTo>
                    <a:cubicBezTo>
                      <a:pt x="1" y="101"/>
                      <a:pt x="1" y="335"/>
                      <a:pt x="1" y="335"/>
                    </a:cubicBezTo>
                    <a:cubicBezTo>
                      <a:pt x="1" y="335"/>
                      <a:pt x="134" y="401"/>
                      <a:pt x="301" y="435"/>
                    </a:cubicBezTo>
                    <a:cubicBezTo>
                      <a:pt x="468" y="468"/>
                      <a:pt x="701" y="501"/>
                      <a:pt x="868" y="501"/>
                    </a:cubicBezTo>
                    <a:cubicBezTo>
                      <a:pt x="1035" y="468"/>
                      <a:pt x="1302" y="468"/>
                      <a:pt x="1468" y="401"/>
                    </a:cubicBezTo>
                    <a:cubicBezTo>
                      <a:pt x="1635" y="301"/>
                      <a:pt x="1735" y="268"/>
                      <a:pt x="1735" y="268"/>
                    </a:cubicBezTo>
                    <a:cubicBezTo>
                      <a:pt x="1735" y="268"/>
                      <a:pt x="1702" y="68"/>
                      <a:pt x="17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66" name="Google Shape;3566;p28"/>
              <p:cNvSpPr/>
              <p:nvPr/>
            </p:nvSpPr>
            <p:spPr>
              <a:xfrm>
                <a:off x="576265" y="2788542"/>
                <a:ext cx="33102" cy="13734"/>
              </a:xfrm>
              <a:custGeom>
                <a:avLst/>
                <a:gdLst/>
                <a:ahLst/>
                <a:cxnLst/>
                <a:rect l="l" t="t" r="r" b="b"/>
                <a:pathLst>
                  <a:path w="1369" h="568" extrusionOk="0">
                    <a:moveTo>
                      <a:pt x="1302" y="0"/>
                    </a:moveTo>
                    <a:cubicBezTo>
                      <a:pt x="1302" y="0"/>
                      <a:pt x="868" y="0"/>
                      <a:pt x="635" y="67"/>
                    </a:cubicBezTo>
                    <a:cubicBezTo>
                      <a:pt x="368" y="100"/>
                      <a:pt x="1" y="300"/>
                      <a:pt x="1" y="300"/>
                    </a:cubicBezTo>
                    <a:lnTo>
                      <a:pt x="34" y="567"/>
                    </a:lnTo>
                    <a:cubicBezTo>
                      <a:pt x="34" y="567"/>
                      <a:pt x="468" y="567"/>
                      <a:pt x="701" y="501"/>
                    </a:cubicBezTo>
                    <a:cubicBezTo>
                      <a:pt x="968" y="467"/>
                      <a:pt x="1335" y="267"/>
                      <a:pt x="1335" y="267"/>
                    </a:cubicBezTo>
                    <a:cubicBezTo>
                      <a:pt x="1369" y="267"/>
                      <a:pt x="1335" y="67"/>
                      <a:pt x="13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67" name="Google Shape;3567;p28"/>
              <p:cNvSpPr/>
              <p:nvPr/>
            </p:nvSpPr>
            <p:spPr>
              <a:xfrm>
                <a:off x="583543" y="2812722"/>
                <a:ext cx="28242" cy="14556"/>
              </a:xfrm>
              <a:custGeom>
                <a:avLst/>
                <a:gdLst/>
                <a:ahLst/>
                <a:cxnLst/>
                <a:rect l="l" t="t" r="r" b="b"/>
                <a:pathLst>
                  <a:path w="1168" h="602" extrusionOk="0">
                    <a:moveTo>
                      <a:pt x="1068" y="1"/>
                    </a:moveTo>
                    <a:cubicBezTo>
                      <a:pt x="1068" y="1"/>
                      <a:pt x="701" y="1"/>
                      <a:pt x="500" y="101"/>
                    </a:cubicBezTo>
                    <a:cubicBezTo>
                      <a:pt x="300" y="134"/>
                      <a:pt x="0" y="335"/>
                      <a:pt x="0" y="335"/>
                    </a:cubicBezTo>
                    <a:lnTo>
                      <a:pt x="33" y="601"/>
                    </a:lnTo>
                    <a:cubicBezTo>
                      <a:pt x="33" y="601"/>
                      <a:pt x="400" y="601"/>
                      <a:pt x="667" y="568"/>
                    </a:cubicBezTo>
                    <a:cubicBezTo>
                      <a:pt x="867" y="468"/>
                      <a:pt x="1168" y="234"/>
                      <a:pt x="1168" y="234"/>
                    </a:cubicBezTo>
                    <a:lnTo>
                      <a:pt x="106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68" name="Google Shape;3568;p28"/>
              <p:cNvSpPr/>
              <p:nvPr/>
            </p:nvSpPr>
            <p:spPr>
              <a:xfrm>
                <a:off x="602089" y="2849839"/>
                <a:ext cx="25026" cy="13275"/>
              </a:xfrm>
              <a:custGeom>
                <a:avLst/>
                <a:gdLst/>
                <a:ahLst/>
                <a:cxnLst/>
                <a:rect l="l" t="t" r="r" b="b"/>
                <a:pathLst>
                  <a:path w="1035" h="549" extrusionOk="0">
                    <a:moveTo>
                      <a:pt x="934" y="0"/>
                    </a:moveTo>
                    <a:cubicBezTo>
                      <a:pt x="934" y="0"/>
                      <a:pt x="634" y="0"/>
                      <a:pt x="467" y="67"/>
                    </a:cubicBezTo>
                    <a:cubicBezTo>
                      <a:pt x="301" y="100"/>
                      <a:pt x="67" y="267"/>
                      <a:pt x="67" y="267"/>
                    </a:cubicBezTo>
                    <a:cubicBezTo>
                      <a:pt x="0" y="267"/>
                      <a:pt x="100" y="534"/>
                      <a:pt x="100" y="534"/>
                    </a:cubicBezTo>
                    <a:cubicBezTo>
                      <a:pt x="100" y="534"/>
                      <a:pt x="249" y="549"/>
                      <a:pt x="397" y="549"/>
                    </a:cubicBezTo>
                    <a:cubicBezTo>
                      <a:pt x="471" y="549"/>
                      <a:pt x="545" y="545"/>
                      <a:pt x="601" y="534"/>
                    </a:cubicBezTo>
                    <a:cubicBezTo>
                      <a:pt x="768" y="434"/>
                      <a:pt x="1034" y="234"/>
                      <a:pt x="1034" y="234"/>
                    </a:cubicBezTo>
                    <a:cubicBezTo>
                      <a:pt x="1034" y="201"/>
                      <a:pt x="934" y="34"/>
                      <a:pt x="9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69" name="Google Shape;3569;p28"/>
              <p:cNvSpPr/>
              <p:nvPr/>
            </p:nvSpPr>
            <p:spPr>
              <a:xfrm>
                <a:off x="635143" y="2888551"/>
                <a:ext cx="18594" cy="12114"/>
              </a:xfrm>
              <a:custGeom>
                <a:avLst/>
                <a:gdLst/>
                <a:ahLst/>
                <a:cxnLst/>
                <a:rect l="l" t="t" r="r" b="b"/>
                <a:pathLst>
                  <a:path w="769" h="501" extrusionOk="0">
                    <a:moveTo>
                      <a:pt x="368" y="1"/>
                    </a:moveTo>
                    <a:cubicBezTo>
                      <a:pt x="268" y="1"/>
                      <a:pt x="201" y="34"/>
                      <a:pt x="101" y="67"/>
                    </a:cubicBezTo>
                    <a:cubicBezTo>
                      <a:pt x="34" y="134"/>
                      <a:pt x="1" y="167"/>
                      <a:pt x="1" y="167"/>
                    </a:cubicBezTo>
                    <a:cubicBezTo>
                      <a:pt x="1" y="201"/>
                      <a:pt x="68" y="401"/>
                      <a:pt x="68" y="401"/>
                    </a:cubicBezTo>
                    <a:cubicBezTo>
                      <a:pt x="68" y="401"/>
                      <a:pt x="101" y="468"/>
                      <a:pt x="201" y="468"/>
                    </a:cubicBezTo>
                    <a:cubicBezTo>
                      <a:pt x="268" y="501"/>
                      <a:pt x="335" y="501"/>
                      <a:pt x="401" y="501"/>
                    </a:cubicBezTo>
                    <a:cubicBezTo>
                      <a:pt x="568" y="501"/>
                      <a:pt x="768" y="367"/>
                      <a:pt x="768" y="367"/>
                    </a:cubicBezTo>
                    <a:cubicBezTo>
                      <a:pt x="768" y="334"/>
                      <a:pt x="768" y="134"/>
                      <a:pt x="735" y="134"/>
                    </a:cubicBezTo>
                    <a:cubicBezTo>
                      <a:pt x="735" y="134"/>
                      <a:pt x="535" y="1"/>
                      <a:pt x="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70" name="Google Shape;3570;p28"/>
              <p:cNvSpPr/>
              <p:nvPr/>
            </p:nvSpPr>
            <p:spPr>
              <a:xfrm>
                <a:off x="386355" y="2370881"/>
                <a:ext cx="725207" cy="731880"/>
              </a:xfrm>
              <a:custGeom>
                <a:avLst/>
                <a:gdLst/>
                <a:ahLst/>
                <a:cxnLst/>
                <a:rect l="l" t="t" r="r" b="b"/>
                <a:pathLst>
                  <a:path w="29992" h="30268" extrusionOk="0">
                    <a:moveTo>
                      <a:pt x="29808" y="0"/>
                    </a:moveTo>
                    <a:cubicBezTo>
                      <a:pt x="29732" y="0"/>
                      <a:pt x="29628" y="48"/>
                      <a:pt x="29504" y="161"/>
                    </a:cubicBezTo>
                    <a:cubicBezTo>
                      <a:pt x="29504" y="161"/>
                      <a:pt x="29504" y="194"/>
                      <a:pt x="29404" y="261"/>
                    </a:cubicBezTo>
                    <a:cubicBezTo>
                      <a:pt x="29370" y="361"/>
                      <a:pt x="29237" y="495"/>
                      <a:pt x="29170" y="695"/>
                    </a:cubicBezTo>
                    <a:cubicBezTo>
                      <a:pt x="29070" y="861"/>
                      <a:pt x="28937" y="1095"/>
                      <a:pt x="28837" y="1395"/>
                    </a:cubicBezTo>
                    <a:cubicBezTo>
                      <a:pt x="28703" y="1729"/>
                      <a:pt x="28570" y="2062"/>
                      <a:pt x="28503" y="2429"/>
                    </a:cubicBezTo>
                    <a:cubicBezTo>
                      <a:pt x="28269" y="3230"/>
                      <a:pt x="28236" y="4197"/>
                      <a:pt x="28236" y="5231"/>
                    </a:cubicBezTo>
                    <a:cubicBezTo>
                      <a:pt x="28236" y="6332"/>
                      <a:pt x="28336" y="7433"/>
                      <a:pt x="28236" y="8667"/>
                    </a:cubicBezTo>
                    <a:cubicBezTo>
                      <a:pt x="28136" y="11069"/>
                      <a:pt x="26401" y="13437"/>
                      <a:pt x="24066" y="14738"/>
                    </a:cubicBezTo>
                    <a:cubicBezTo>
                      <a:pt x="22899" y="15405"/>
                      <a:pt x="21665" y="16006"/>
                      <a:pt x="20531" y="16773"/>
                    </a:cubicBezTo>
                    <a:cubicBezTo>
                      <a:pt x="19396" y="17540"/>
                      <a:pt x="18496" y="18574"/>
                      <a:pt x="17862" y="19675"/>
                    </a:cubicBezTo>
                    <a:cubicBezTo>
                      <a:pt x="17762" y="19775"/>
                      <a:pt x="17695" y="19942"/>
                      <a:pt x="17595" y="20075"/>
                    </a:cubicBezTo>
                    <a:cubicBezTo>
                      <a:pt x="17562" y="20242"/>
                      <a:pt x="17495" y="20375"/>
                      <a:pt x="17428" y="20542"/>
                    </a:cubicBezTo>
                    <a:cubicBezTo>
                      <a:pt x="17328" y="20842"/>
                      <a:pt x="17228" y="21109"/>
                      <a:pt x="17162" y="21443"/>
                    </a:cubicBezTo>
                    <a:cubicBezTo>
                      <a:pt x="16995" y="22110"/>
                      <a:pt x="16861" y="22777"/>
                      <a:pt x="16828" y="23444"/>
                    </a:cubicBezTo>
                    <a:cubicBezTo>
                      <a:pt x="16761" y="24111"/>
                      <a:pt x="16761" y="24845"/>
                      <a:pt x="16728" y="25446"/>
                    </a:cubicBezTo>
                    <a:cubicBezTo>
                      <a:pt x="16695" y="26080"/>
                      <a:pt x="16494" y="26613"/>
                      <a:pt x="15994" y="26947"/>
                    </a:cubicBezTo>
                    <a:cubicBezTo>
                      <a:pt x="15494" y="27280"/>
                      <a:pt x="14827" y="27514"/>
                      <a:pt x="14193" y="27614"/>
                    </a:cubicBezTo>
                    <a:cubicBezTo>
                      <a:pt x="13559" y="27781"/>
                      <a:pt x="12892" y="27881"/>
                      <a:pt x="12225" y="27948"/>
                    </a:cubicBezTo>
                    <a:cubicBezTo>
                      <a:pt x="11723" y="28038"/>
                      <a:pt x="11226" y="28073"/>
                      <a:pt x="10734" y="28073"/>
                    </a:cubicBezTo>
                    <a:cubicBezTo>
                      <a:pt x="9950" y="28073"/>
                      <a:pt x="9180" y="27983"/>
                      <a:pt x="8422" y="27881"/>
                    </a:cubicBezTo>
                    <a:cubicBezTo>
                      <a:pt x="7311" y="27726"/>
                      <a:pt x="6228" y="27544"/>
                      <a:pt x="5227" y="27544"/>
                    </a:cubicBezTo>
                    <a:cubicBezTo>
                      <a:pt x="5146" y="27544"/>
                      <a:pt x="5066" y="27545"/>
                      <a:pt x="4986" y="27547"/>
                    </a:cubicBezTo>
                    <a:cubicBezTo>
                      <a:pt x="3885" y="27581"/>
                      <a:pt x="2918" y="27881"/>
                      <a:pt x="2218" y="28248"/>
                    </a:cubicBezTo>
                    <a:cubicBezTo>
                      <a:pt x="2017" y="28348"/>
                      <a:pt x="1884" y="28448"/>
                      <a:pt x="1717" y="28548"/>
                    </a:cubicBezTo>
                    <a:cubicBezTo>
                      <a:pt x="1550" y="28615"/>
                      <a:pt x="1417" y="28715"/>
                      <a:pt x="1317" y="28848"/>
                    </a:cubicBezTo>
                    <a:cubicBezTo>
                      <a:pt x="1050" y="29015"/>
                      <a:pt x="850" y="29215"/>
                      <a:pt x="683" y="29349"/>
                    </a:cubicBezTo>
                    <a:cubicBezTo>
                      <a:pt x="383" y="29682"/>
                      <a:pt x="216" y="29849"/>
                      <a:pt x="216" y="29849"/>
                    </a:cubicBezTo>
                    <a:cubicBezTo>
                      <a:pt x="1" y="30086"/>
                      <a:pt x="36" y="30267"/>
                      <a:pt x="186" y="30267"/>
                    </a:cubicBezTo>
                    <a:cubicBezTo>
                      <a:pt x="269" y="30267"/>
                      <a:pt x="386" y="30212"/>
                      <a:pt x="516" y="30082"/>
                    </a:cubicBezTo>
                    <a:lnTo>
                      <a:pt x="983" y="29615"/>
                    </a:lnTo>
                    <a:cubicBezTo>
                      <a:pt x="1150" y="29515"/>
                      <a:pt x="1317" y="29349"/>
                      <a:pt x="1550" y="29182"/>
                    </a:cubicBezTo>
                    <a:cubicBezTo>
                      <a:pt x="1650" y="29082"/>
                      <a:pt x="1817" y="29015"/>
                      <a:pt x="1917" y="28915"/>
                    </a:cubicBezTo>
                    <a:cubicBezTo>
                      <a:pt x="2084" y="28848"/>
                      <a:pt x="2218" y="28715"/>
                      <a:pt x="2384" y="28615"/>
                    </a:cubicBezTo>
                    <a:cubicBezTo>
                      <a:pt x="3051" y="28281"/>
                      <a:pt x="3919" y="28048"/>
                      <a:pt x="4919" y="28048"/>
                    </a:cubicBezTo>
                    <a:cubicBezTo>
                      <a:pt x="4989" y="28045"/>
                      <a:pt x="5059" y="28044"/>
                      <a:pt x="5129" y="28044"/>
                    </a:cubicBezTo>
                    <a:cubicBezTo>
                      <a:pt x="6131" y="28044"/>
                      <a:pt x="7168" y="28259"/>
                      <a:pt x="8322" y="28415"/>
                    </a:cubicBezTo>
                    <a:cubicBezTo>
                      <a:pt x="9142" y="28551"/>
                      <a:pt x="10025" y="28657"/>
                      <a:pt x="10938" y="28657"/>
                    </a:cubicBezTo>
                    <a:cubicBezTo>
                      <a:pt x="11361" y="28657"/>
                      <a:pt x="11791" y="28634"/>
                      <a:pt x="12225" y="28581"/>
                    </a:cubicBezTo>
                    <a:cubicBezTo>
                      <a:pt x="12892" y="28548"/>
                      <a:pt x="13592" y="28415"/>
                      <a:pt x="14259" y="28281"/>
                    </a:cubicBezTo>
                    <a:cubicBezTo>
                      <a:pt x="14993" y="28181"/>
                      <a:pt x="15660" y="27948"/>
                      <a:pt x="16328" y="27547"/>
                    </a:cubicBezTo>
                    <a:cubicBezTo>
                      <a:pt x="16661" y="27280"/>
                      <a:pt x="16928" y="27014"/>
                      <a:pt x="17095" y="26613"/>
                    </a:cubicBezTo>
                    <a:cubicBezTo>
                      <a:pt x="17262" y="26280"/>
                      <a:pt x="17328" y="25879"/>
                      <a:pt x="17362" y="25546"/>
                    </a:cubicBezTo>
                    <a:cubicBezTo>
                      <a:pt x="17395" y="24845"/>
                      <a:pt x="17395" y="24178"/>
                      <a:pt x="17428" y="23544"/>
                    </a:cubicBezTo>
                    <a:cubicBezTo>
                      <a:pt x="17495" y="22911"/>
                      <a:pt x="17595" y="22277"/>
                      <a:pt x="17762" y="21710"/>
                    </a:cubicBezTo>
                    <a:cubicBezTo>
                      <a:pt x="17862" y="21410"/>
                      <a:pt x="17995" y="21109"/>
                      <a:pt x="18062" y="20842"/>
                    </a:cubicBezTo>
                    <a:cubicBezTo>
                      <a:pt x="18096" y="20676"/>
                      <a:pt x="18196" y="20542"/>
                      <a:pt x="18229" y="20409"/>
                    </a:cubicBezTo>
                    <a:cubicBezTo>
                      <a:pt x="18329" y="20275"/>
                      <a:pt x="18362" y="20175"/>
                      <a:pt x="18429" y="20042"/>
                    </a:cubicBezTo>
                    <a:cubicBezTo>
                      <a:pt x="19030" y="19041"/>
                      <a:pt x="19830" y="18074"/>
                      <a:pt x="20898" y="17373"/>
                    </a:cubicBezTo>
                    <a:cubicBezTo>
                      <a:pt x="21932" y="16606"/>
                      <a:pt x="23166" y="16039"/>
                      <a:pt x="24367" y="15339"/>
                    </a:cubicBezTo>
                    <a:cubicBezTo>
                      <a:pt x="25568" y="14605"/>
                      <a:pt x="26702" y="13671"/>
                      <a:pt x="27436" y="12503"/>
                    </a:cubicBezTo>
                    <a:cubicBezTo>
                      <a:pt x="27669" y="12203"/>
                      <a:pt x="27869" y="11936"/>
                      <a:pt x="28003" y="11603"/>
                    </a:cubicBezTo>
                    <a:cubicBezTo>
                      <a:pt x="28036" y="11436"/>
                      <a:pt x="28103" y="11336"/>
                      <a:pt x="28203" y="11169"/>
                    </a:cubicBezTo>
                    <a:cubicBezTo>
                      <a:pt x="28269" y="11002"/>
                      <a:pt x="28336" y="10835"/>
                      <a:pt x="28370" y="10669"/>
                    </a:cubicBezTo>
                    <a:cubicBezTo>
                      <a:pt x="28636" y="10035"/>
                      <a:pt x="28703" y="9368"/>
                      <a:pt x="28736" y="8734"/>
                    </a:cubicBezTo>
                    <a:cubicBezTo>
                      <a:pt x="28837" y="7500"/>
                      <a:pt x="28703" y="6332"/>
                      <a:pt x="28703" y="5265"/>
                    </a:cubicBezTo>
                    <a:cubicBezTo>
                      <a:pt x="28670" y="4231"/>
                      <a:pt x="28703" y="3363"/>
                      <a:pt x="28870" y="2596"/>
                    </a:cubicBezTo>
                    <a:cubicBezTo>
                      <a:pt x="28970" y="2229"/>
                      <a:pt x="29070" y="1929"/>
                      <a:pt x="29170" y="1662"/>
                    </a:cubicBezTo>
                    <a:cubicBezTo>
                      <a:pt x="29304" y="1395"/>
                      <a:pt x="29404" y="1195"/>
                      <a:pt x="29504" y="995"/>
                    </a:cubicBezTo>
                    <a:cubicBezTo>
                      <a:pt x="29570" y="761"/>
                      <a:pt x="29704" y="661"/>
                      <a:pt x="29737" y="561"/>
                    </a:cubicBezTo>
                    <a:cubicBezTo>
                      <a:pt x="29804" y="495"/>
                      <a:pt x="29837" y="428"/>
                      <a:pt x="29837" y="428"/>
                    </a:cubicBezTo>
                    <a:cubicBezTo>
                      <a:pt x="29992" y="185"/>
                      <a:pt x="29956" y="0"/>
                      <a:pt x="298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71" name="Google Shape;3571;p28"/>
              <p:cNvSpPr/>
              <p:nvPr/>
            </p:nvSpPr>
            <p:spPr>
              <a:xfrm>
                <a:off x="685969" y="2216710"/>
                <a:ext cx="287162" cy="191070"/>
              </a:xfrm>
              <a:custGeom>
                <a:avLst/>
                <a:gdLst/>
                <a:ahLst/>
                <a:cxnLst/>
                <a:rect l="l" t="t" r="r" b="b"/>
                <a:pathLst>
                  <a:path w="11876" h="7902" extrusionOk="0">
                    <a:moveTo>
                      <a:pt x="200" y="1"/>
                    </a:moveTo>
                    <a:cubicBezTo>
                      <a:pt x="112" y="1"/>
                      <a:pt x="34" y="44"/>
                      <a:pt x="34" y="132"/>
                    </a:cubicBezTo>
                    <a:lnTo>
                      <a:pt x="34" y="433"/>
                    </a:lnTo>
                    <a:cubicBezTo>
                      <a:pt x="0" y="633"/>
                      <a:pt x="0" y="900"/>
                      <a:pt x="0" y="1233"/>
                    </a:cubicBezTo>
                    <a:cubicBezTo>
                      <a:pt x="0" y="1900"/>
                      <a:pt x="134" y="2801"/>
                      <a:pt x="501" y="3802"/>
                    </a:cubicBezTo>
                    <a:cubicBezTo>
                      <a:pt x="934" y="4802"/>
                      <a:pt x="1635" y="5803"/>
                      <a:pt x="2602" y="6570"/>
                    </a:cubicBezTo>
                    <a:cubicBezTo>
                      <a:pt x="3069" y="6937"/>
                      <a:pt x="3603" y="7204"/>
                      <a:pt x="4137" y="7438"/>
                    </a:cubicBezTo>
                    <a:cubicBezTo>
                      <a:pt x="4670" y="7638"/>
                      <a:pt x="5238" y="7805"/>
                      <a:pt x="5771" y="7871"/>
                    </a:cubicBezTo>
                    <a:cubicBezTo>
                      <a:pt x="5995" y="7886"/>
                      <a:pt x="6232" y="7901"/>
                      <a:pt x="6480" y="7901"/>
                    </a:cubicBezTo>
                    <a:cubicBezTo>
                      <a:pt x="6785" y="7901"/>
                      <a:pt x="7107" y="7878"/>
                      <a:pt x="7439" y="7805"/>
                    </a:cubicBezTo>
                    <a:cubicBezTo>
                      <a:pt x="7706" y="7771"/>
                      <a:pt x="8006" y="7671"/>
                      <a:pt x="8306" y="7604"/>
                    </a:cubicBezTo>
                    <a:cubicBezTo>
                      <a:pt x="8607" y="7471"/>
                      <a:pt x="8907" y="7404"/>
                      <a:pt x="9140" y="7237"/>
                    </a:cubicBezTo>
                    <a:cubicBezTo>
                      <a:pt x="9374" y="7104"/>
                      <a:pt x="9641" y="6904"/>
                      <a:pt x="9908" y="6737"/>
                    </a:cubicBezTo>
                    <a:cubicBezTo>
                      <a:pt x="10108" y="6537"/>
                      <a:pt x="10341" y="6370"/>
                      <a:pt x="10508" y="6103"/>
                    </a:cubicBezTo>
                    <a:cubicBezTo>
                      <a:pt x="10875" y="5636"/>
                      <a:pt x="11175" y="5136"/>
                      <a:pt x="11375" y="4636"/>
                    </a:cubicBezTo>
                    <a:cubicBezTo>
                      <a:pt x="11809" y="3635"/>
                      <a:pt x="11876" y="2734"/>
                      <a:pt x="11876" y="2067"/>
                    </a:cubicBezTo>
                    <a:cubicBezTo>
                      <a:pt x="11876" y="1734"/>
                      <a:pt x="11842" y="1433"/>
                      <a:pt x="11842" y="1267"/>
                    </a:cubicBezTo>
                    <a:lnTo>
                      <a:pt x="11842" y="966"/>
                    </a:lnTo>
                    <a:cubicBezTo>
                      <a:pt x="11842" y="878"/>
                      <a:pt x="11777" y="835"/>
                      <a:pt x="11701" y="835"/>
                    </a:cubicBezTo>
                    <a:cubicBezTo>
                      <a:pt x="11606" y="835"/>
                      <a:pt x="11494" y="903"/>
                      <a:pt x="11475" y="1033"/>
                    </a:cubicBezTo>
                    <a:lnTo>
                      <a:pt x="11475" y="1267"/>
                    </a:lnTo>
                    <a:cubicBezTo>
                      <a:pt x="11475" y="1433"/>
                      <a:pt x="11509" y="1700"/>
                      <a:pt x="11475" y="2034"/>
                    </a:cubicBezTo>
                    <a:cubicBezTo>
                      <a:pt x="11475" y="2634"/>
                      <a:pt x="11309" y="3568"/>
                      <a:pt x="10942" y="4435"/>
                    </a:cubicBezTo>
                    <a:cubicBezTo>
                      <a:pt x="10708" y="4869"/>
                      <a:pt x="10475" y="5303"/>
                      <a:pt x="10108" y="5703"/>
                    </a:cubicBezTo>
                    <a:cubicBezTo>
                      <a:pt x="9941" y="5903"/>
                      <a:pt x="9707" y="6070"/>
                      <a:pt x="9507" y="6237"/>
                    </a:cubicBezTo>
                    <a:cubicBezTo>
                      <a:pt x="9307" y="6370"/>
                      <a:pt x="9107" y="6537"/>
                      <a:pt x="8840" y="6637"/>
                    </a:cubicBezTo>
                    <a:cubicBezTo>
                      <a:pt x="8607" y="6770"/>
                      <a:pt x="8340" y="6871"/>
                      <a:pt x="8106" y="6937"/>
                    </a:cubicBezTo>
                    <a:cubicBezTo>
                      <a:pt x="7839" y="6971"/>
                      <a:pt x="7606" y="7071"/>
                      <a:pt x="7339" y="7104"/>
                    </a:cubicBezTo>
                    <a:cubicBezTo>
                      <a:pt x="7130" y="7143"/>
                      <a:pt x="6925" y="7157"/>
                      <a:pt x="6726" y="7157"/>
                    </a:cubicBezTo>
                    <a:cubicBezTo>
                      <a:pt x="6418" y="7157"/>
                      <a:pt x="6122" y="7124"/>
                      <a:pt x="5838" y="7104"/>
                    </a:cubicBezTo>
                    <a:cubicBezTo>
                      <a:pt x="5338" y="7071"/>
                      <a:pt x="4871" y="6937"/>
                      <a:pt x="4370" y="6770"/>
                    </a:cubicBezTo>
                    <a:cubicBezTo>
                      <a:pt x="3870" y="6604"/>
                      <a:pt x="3370" y="6370"/>
                      <a:pt x="2969" y="6037"/>
                    </a:cubicBezTo>
                    <a:cubicBezTo>
                      <a:pt x="2102" y="5403"/>
                      <a:pt x="1435" y="4536"/>
                      <a:pt x="1001" y="3602"/>
                    </a:cubicBezTo>
                    <a:cubicBezTo>
                      <a:pt x="601" y="2701"/>
                      <a:pt x="467" y="1800"/>
                      <a:pt x="434" y="1200"/>
                    </a:cubicBezTo>
                    <a:lnTo>
                      <a:pt x="434" y="433"/>
                    </a:lnTo>
                    <a:lnTo>
                      <a:pt x="434" y="199"/>
                    </a:lnTo>
                    <a:cubicBezTo>
                      <a:pt x="434" y="69"/>
                      <a:pt x="310" y="1"/>
                      <a:pt x="2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72" name="Google Shape;3572;p28"/>
              <p:cNvSpPr/>
              <p:nvPr/>
            </p:nvSpPr>
            <p:spPr>
              <a:xfrm rot="2507687">
                <a:off x="492095" y="3172939"/>
                <a:ext cx="292139" cy="292139"/>
              </a:xfrm>
              <a:prstGeom prst="mathPlus">
                <a:avLst>
                  <a:gd name="adj1" fmla="val 18896"/>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spTree>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matchingName="Background">
  <p:cSld name="CUSTOM_9">
    <p:spTree>
      <p:nvGrpSpPr>
        <p:cNvPr id="3573" name="Shape 3573"/>
        <p:cNvGrpSpPr/>
        <p:nvPr/>
      </p:nvGrpSpPr>
      <p:grpSpPr>
        <a:xfrm>
          <a:off x="0" y="0"/>
          <a:ext cx="0" cy="0"/>
          <a:chOff x="0" y="0"/>
          <a:chExt cx="0" cy="0"/>
        </a:xfrm>
      </p:grpSpPr>
      <p:pic>
        <p:nvPicPr>
          <p:cNvPr id="3574" name="Google Shape;3574;p29"/>
          <p:cNvPicPr preferRelativeResize="0"/>
          <p:nvPr/>
        </p:nvPicPr>
        <p:blipFill rotWithShape="1">
          <a:blip r:embed="rId2"/>
          <a:srcRect b="15598"/>
          <a:stretch>
            <a:fillRect/>
          </a:stretch>
        </p:blipFill>
        <p:spPr>
          <a:xfrm>
            <a:off x="0" y="0"/>
            <a:ext cx="9144003" cy="5143501"/>
          </a:xfrm>
          <a:prstGeom prst="rect">
            <a:avLst/>
          </a:prstGeom>
          <a:noFill/>
          <a:ln>
            <a:noFill/>
          </a:ln>
        </p:spPr>
      </p:pic>
      <p:grpSp>
        <p:nvGrpSpPr>
          <p:cNvPr id="3575" name="Google Shape;3575;p29"/>
          <p:cNvGrpSpPr/>
          <p:nvPr/>
        </p:nvGrpSpPr>
        <p:grpSpPr>
          <a:xfrm>
            <a:off x="7257082" y="1834842"/>
            <a:ext cx="2069687" cy="3308791"/>
            <a:chOff x="7257082" y="1834842"/>
            <a:chExt cx="2069687" cy="3308791"/>
          </a:xfrm>
        </p:grpSpPr>
        <p:sp>
          <p:nvSpPr>
            <p:cNvPr id="3576" name="Google Shape;3576;p29"/>
            <p:cNvSpPr/>
            <p:nvPr/>
          </p:nvSpPr>
          <p:spPr>
            <a:xfrm rot="10800000">
              <a:off x="8959765" y="4167294"/>
              <a:ext cx="365819" cy="950395"/>
            </a:xfrm>
            <a:custGeom>
              <a:avLst/>
              <a:gdLst/>
              <a:ahLst/>
              <a:cxnLst/>
              <a:rect l="l" t="t" r="r" b="b"/>
              <a:pathLst>
                <a:path w="15129" h="39305" extrusionOk="0">
                  <a:moveTo>
                    <a:pt x="9530" y="1"/>
                  </a:moveTo>
                  <a:cubicBezTo>
                    <a:pt x="9054" y="1"/>
                    <a:pt x="9018" y="375"/>
                    <a:pt x="9658" y="503"/>
                  </a:cubicBezTo>
                  <a:cubicBezTo>
                    <a:pt x="9658" y="503"/>
                    <a:pt x="9925" y="570"/>
                    <a:pt x="10325" y="637"/>
                  </a:cubicBezTo>
                  <a:cubicBezTo>
                    <a:pt x="10759" y="737"/>
                    <a:pt x="11359" y="837"/>
                    <a:pt x="12127" y="1137"/>
                  </a:cubicBezTo>
                  <a:cubicBezTo>
                    <a:pt x="12827" y="1437"/>
                    <a:pt x="13694" y="1904"/>
                    <a:pt x="14195" y="2771"/>
                  </a:cubicBezTo>
                  <a:cubicBezTo>
                    <a:pt x="14462" y="3172"/>
                    <a:pt x="14595" y="3739"/>
                    <a:pt x="14495" y="4239"/>
                  </a:cubicBezTo>
                  <a:cubicBezTo>
                    <a:pt x="14462" y="4773"/>
                    <a:pt x="14128" y="5240"/>
                    <a:pt x="13761" y="5740"/>
                  </a:cubicBezTo>
                  <a:cubicBezTo>
                    <a:pt x="13328" y="6241"/>
                    <a:pt x="12827" y="6674"/>
                    <a:pt x="12427" y="7275"/>
                  </a:cubicBezTo>
                  <a:cubicBezTo>
                    <a:pt x="11960" y="7842"/>
                    <a:pt x="11593" y="8576"/>
                    <a:pt x="11493" y="9343"/>
                  </a:cubicBezTo>
                  <a:cubicBezTo>
                    <a:pt x="11359" y="10143"/>
                    <a:pt x="11526" y="10977"/>
                    <a:pt x="11927" y="11678"/>
                  </a:cubicBezTo>
                  <a:cubicBezTo>
                    <a:pt x="12260" y="12412"/>
                    <a:pt x="12760" y="12979"/>
                    <a:pt x="13127" y="13579"/>
                  </a:cubicBezTo>
                  <a:cubicBezTo>
                    <a:pt x="13494" y="14146"/>
                    <a:pt x="13761" y="14747"/>
                    <a:pt x="13795" y="15347"/>
                  </a:cubicBezTo>
                  <a:cubicBezTo>
                    <a:pt x="13828" y="15981"/>
                    <a:pt x="13661" y="16648"/>
                    <a:pt x="13361" y="17182"/>
                  </a:cubicBezTo>
                  <a:cubicBezTo>
                    <a:pt x="13094" y="17782"/>
                    <a:pt x="12660" y="18182"/>
                    <a:pt x="12160" y="18683"/>
                  </a:cubicBezTo>
                  <a:cubicBezTo>
                    <a:pt x="11660" y="19150"/>
                    <a:pt x="11159" y="19784"/>
                    <a:pt x="10959" y="20484"/>
                  </a:cubicBezTo>
                  <a:cubicBezTo>
                    <a:pt x="10926" y="20651"/>
                    <a:pt x="10892" y="20851"/>
                    <a:pt x="10826" y="21018"/>
                  </a:cubicBezTo>
                  <a:cubicBezTo>
                    <a:pt x="10759" y="21185"/>
                    <a:pt x="10759" y="21418"/>
                    <a:pt x="10759" y="21585"/>
                  </a:cubicBezTo>
                  <a:lnTo>
                    <a:pt x="10759" y="22119"/>
                  </a:lnTo>
                  <a:lnTo>
                    <a:pt x="10759" y="22352"/>
                  </a:lnTo>
                  <a:lnTo>
                    <a:pt x="10759" y="22519"/>
                  </a:lnTo>
                  <a:lnTo>
                    <a:pt x="10792" y="22652"/>
                  </a:lnTo>
                  <a:cubicBezTo>
                    <a:pt x="10926" y="23353"/>
                    <a:pt x="11226" y="24087"/>
                    <a:pt x="11593" y="24687"/>
                  </a:cubicBezTo>
                  <a:cubicBezTo>
                    <a:pt x="11927" y="25321"/>
                    <a:pt x="12394" y="25921"/>
                    <a:pt x="12460" y="26455"/>
                  </a:cubicBezTo>
                  <a:cubicBezTo>
                    <a:pt x="12560" y="26989"/>
                    <a:pt x="12293" y="27589"/>
                    <a:pt x="11927" y="28156"/>
                  </a:cubicBezTo>
                  <a:cubicBezTo>
                    <a:pt x="11493" y="28757"/>
                    <a:pt x="11093" y="29290"/>
                    <a:pt x="10526" y="29691"/>
                  </a:cubicBezTo>
                  <a:cubicBezTo>
                    <a:pt x="10059" y="30158"/>
                    <a:pt x="9425" y="30525"/>
                    <a:pt x="8824" y="30992"/>
                  </a:cubicBezTo>
                  <a:cubicBezTo>
                    <a:pt x="8557" y="31192"/>
                    <a:pt x="8257" y="31525"/>
                    <a:pt x="7990" y="31792"/>
                  </a:cubicBezTo>
                  <a:cubicBezTo>
                    <a:pt x="7890" y="31959"/>
                    <a:pt x="7790" y="32092"/>
                    <a:pt x="7657" y="32259"/>
                  </a:cubicBezTo>
                  <a:cubicBezTo>
                    <a:pt x="7623" y="32293"/>
                    <a:pt x="7523" y="32359"/>
                    <a:pt x="7490" y="32459"/>
                  </a:cubicBezTo>
                  <a:lnTo>
                    <a:pt x="7357" y="32693"/>
                  </a:lnTo>
                  <a:cubicBezTo>
                    <a:pt x="7190" y="33026"/>
                    <a:pt x="7056" y="33360"/>
                    <a:pt x="6923" y="33660"/>
                  </a:cubicBezTo>
                  <a:cubicBezTo>
                    <a:pt x="6790" y="33960"/>
                    <a:pt x="6656" y="34294"/>
                    <a:pt x="6556" y="34594"/>
                  </a:cubicBezTo>
                  <a:cubicBezTo>
                    <a:pt x="6056" y="35795"/>
                    <a:pt x="5622" y="36929"/>
                    <a:pt x="4988" y="37763"/>
                  </a:cubicBezTo>
                  <a:cubicBezTo>
                    <a:pt x="4688" y="38130"/>
                    <a:pt x="4321" y="38464"/>
                    <a:pt x="3954" y="38630"/>
                  </a:cubicBezTo>
                  <a:cubicBezTo>
                    <a:pt x="3679" y="38757"/>
                    <a:pt x="3431" y="38804"/>
                    <a:pt x="3193" y="38804"/>
                  </a:cubicBezTo>
                  <a:cubicBezTo>
                    <a:pt x="3055" y="38804"/>
                    <a:pt x="2921" y="38788"/>
                    <a:pt x="2787" y="38764"/>
                  </a:cubicBezTo>
                  <a:cubicBezTo>
                    <a:pt x="2019" y="38630"/>
                    <a:pt x="1486" y="38264"/>
                    <a:pt x="1119" y="38030"/>
                  </a:cubicBezTo>
                  <a:cubicBezTo>
                    <a:pt x="952" y="37930"/>
                    <a:pt x="785" y="37830"/>
                    <a:pt x="685" y="37730"/>
                  </a:cubicBezTo>
                  <a:lnTo>
                    <a:pt x="585" y="37630"/>
                  </a:lnTo>
                  <a:cubicBezTo>
                    <a:pt x="459" y="37533"/>
                    <a:pt x="348" y="37492"/>
                    <a:pt x="262" y="37492"/>
                  </a:cubicBezTo>
                  <a:cubicBezTo>
                    <a:pt x="53" y="37492"/>
                    <a:pt x="1" y="37736"/>
                    <a:pt x="285" y="37997"/>
                  </a:cubicBezTo>
                  <a:lnTo>
                    <a:pt x="418" y="38130"/>
                  </a:lnTo>
                  <a:cubicBezTo>
                    <a:pt x="485" y="38163"/>
                    <a:pt x="652" y="38297"/>
                    <a:pt x="819" y="38430"/>
                  </a:cubicBezTo>
                  <a:cubicBezTo>
                    <a:pt x="1186" y="38664"/>
                    <a:pt x="1786" y="39031"/>
                    <a:pt x="2653" y="39264"/>
                  </a:cubicBezTo>
                  <a:cubicBezTo>
                    <a:pt x="2824" y="39289"/>
                    <a:pt x="3004" y="39304"/>
                    <a:pt x="3188" y="39304"/>
                  </a:cubicBezTo>
                  <a:cubicBezTo>
                    <a:pt x="3506" y="39304"/>
                    <a:pt x="3837" y="39258"/>
                    <a:pt x="4154" y="39131"/>
                  </a:cubicBezTo>
                  <a:cubicBezTo>
                    <a:pt x="4721" y="38964"/>
                    <a:pt x="5122" y="38530"/>
                    <a:pt x="5489" y="38097"/>
                  </a:cubicBezTo>
                  <a:cubicBezTo>
                    <a:pt x="6222" y="37163"/>
                    <a:pt x="6656" y="35995"/>
                    <a:pt x="7257" y="34794"/>
                  </a:cubicBezTo>
                  <a:cubicBezTo>
                    <a:pt x="7357" y="34494"/>
                    <a:pt x="7523" y="34194"/>
                    <a:pt x="7657" y="33927"/>
                  </a:cubicBezTo>
                  <a:cubicBezTo>
                    <a:pt x="7824" y="33627"/>
                    <a:pt x="7957" y="33327"/>
                    <a:pt x="8124" y="33026"/>
                  </a:cubicBezTo>
                  <a:lnTo>
                    <a:pt x="8257" y="32826"/>
                  </a:lnTo>
                  <a:cubicBezTo>
                    <a:pt x="8291" y="32760"/>
                    <a:pt x="8324" y="32693"/>
                    <a:pt x="8391" y="32626"/>
                  </a:cubicBezTo>
                  <a:lnTo>
                    <a:pt x="8658" y="32259"/>
                  </a:lnTo>
                  <a:cubicBezTo>
                    <a:pt x="8858" y="31992"/>
                    <a:pt x="9091" y="31792"/>
                    <a:pt x="9358" y="31592"/>
                  </a:cubicBezTo>
                  <a:cubicBezTo>
                    <a:pt x="9858" y="31158"/>
                    <a:pt x="10526" y="30825"/>
                    <a:pt x="11126" y="30324"/>
                  </a:cubicBezTo>
                  <a:cubicBezTo>
                    <a:pt x="11693" y="29824"/>
                    <a:pt x="12260" y="29257"/>
                    <a:pt x="12660" y="28623"/>
                  </a:cubicBezTo>
                  <a:cubicBezTo>
                    <a:pt x="12861" y="28323"/>
                    <a:pt x="13094" y="27956"/>
                    <a:pt x="13194" y="27589"/>
                  </a:cubicBezTo>
                  <a:cubicBezTo>
                    <a:pt x="13328" y="27189"/>
                    <a:pt x="13394" y="26689"/>
                    <a:pt x="13328" y="26288"/>
                  </a:cubicBezTo>
                  <a:cubicBezTo>
                    <a:pt x="13294" y="25855"/>
                    <a:pt x="13094" y="25488"/>
                    <a:pt x="12927" y="25154"/>
                  </a:cubicBezTo>
                  <a:cubicBezTo>
                    <a:pt x="12727" y="24854"/>
                    <a:pt x="12527" y="24520"/>
                    <a:pt x="12360" y="24253"/>
                  </a:cubicBezTo>
                  <a:cubicBezTo>
                    <a:pt x="12093" y="23653"/>
                    <a:pt x="11826" y="23086"/>
                    <a:pt x="11693" y="22452"/>
                  </a:cubicBezTo>
                  <a:lnTo>
                    <a:pt x="11660" y="22319"/>
                  </a:lnTo>
                  <a:lnTo>
                    <a:pt x="11660" y="22252"/>
                  </a:lnTo>
                  <a:lnTo>
                    <a:pt x="11660" y="21985"/>
                  </a:lnTo>
                  <a:lnTo>
                    <a:pt x="11660" y="21518"/>
                  </a:lnTo>
                  <a:cubicBezTo>
                    <a:pt x="11660" y="21418"/>
                    <a:pt x="11660" y="21218"/>
                    <a:pt x="11693" y="21118"/>
                  </a:cubicBezTo>
                  <a:cubicBezTo>
                    <a:pt x="11693" y="20951"/>
                    <a:pt x="11760" y="20818"/>
                    <a:pt x="11793" y="20684"/>
                  </a:cubicBezTo>
                  <a:cubicBezTo>
                    <a:pt x="11960" y="20184"/>
                    <a:pt x="12293" y="19750"/>
                    <a:pt x="12760" y="19283"/>
                  </a:cubicBezTo>
                  <a:cubicBezTo>
                    <a:pt x="13194" y="18816"/>
                    <a:pt x="13795" y="18283"/>
                    <a:pt x="14128" y="17549"/>
                  </a:cubicBezTo>
                  <a:cubicBezTo>
                    <a:pt x="14495" y="16848"/>
                    <a:pt x="14662" y="16114"/>
                    <a:pt x="14628" y="15280"/>
                  </a:cubicBezTo>
                  <a:cubicBezTo>
                    <a:pt x="14595" y="14446"/>
                    <a:pt x="14195" y="13679"/>
                    <a:pt x="13795" y="13045"/>
                  </a:cubicBezTo>
                  <a:cubicBezTo>
                    <a:pt x="13361" y="12445"/>
                    <a:pt x="12861" y="11878"/>
                    <a:pt x="12594" y="11311"/>
                  </a:cubicBezTo>
                  <a:cubicBezTo>
                    <a:pt x="12260" y="10710"/>
                    <a:pt x="12127" y="10110"/>
                    <a:pt x="12227" y="9476"/>
                  </a:cubicBezTo>
                  <a:cubicBezTo>
                    <a:pt x="12260" y="8842"/>
                    <a:pt x="12560" y="8309"/>
                    <a:pt x="12927" y="7775"/>
                  </a:cubicBezTo>
                  <a:cubicBezTo>
                    <a:pt x="13294" y="7241"/>
                    <a:pt x="13761" y="6774"/>
                    <a:pt x="14161" y="6241"/>
                  </a:cubicBezTo>
                  <a:cubicBezTo>
                    <a:pt x="14595" y="5674"/>
                    <a:pt x="14962" y="5073"/>
                    <a:pt x="15062" y="4339"/>
                  </a:cubicBezTo>
                  <a:cubicBezTo>
                    <a:pt x="15129" y="3639"/>
                    <a:pt x="14962" y="2972"/>
                    <a:pt x="14628" y="2471"/>
                  </a:cubicBezTo>
                  <a:cubicBezTo>
                    <a:pt x="14328" y="1937"/>
                    <a:pt x="13895" y="1571"/>
                    <a:pt x="13461" y="1270"/>
                  </a:cubicBezTo>
                  <a:cubicBezTo>
                    <a:pt x="13061" y="970"/>
                    <a:pt x="12627" y="803"/>
                    <a:pt x="12227" y="637"/>
                  </a:cubicBezTo>
                  <a:cubicBezTo>
                    <a:pt x="11426" y="336"/>
                    <a:pt x="10759" y="203"/>
                    <a:pt x="10292" y="136"/>
                  </a:cubicBezTo>
                  <a:cubicBezTo>
                    <a:pt x="9825" y="36"/>
                    <a:pt x="9592" y="3"/>
                    <a:pt x="9592" y="3"/>
                  </a:cubicBezTo>
                  <a:cubicBezTo>
                    <a:pt x="9570" y="1"/>
                    <a:pt x="9550" y="1"/>
                    <a:pt x="95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77" name="Google Shape;3577;p29"/>
            <p:cNvSpPr/>
            <p:nvPr/>
          </p:nvSpPr>
          <p:spPr>
            <a:xfrm rot="10800000">
              <a:off x="9130742" y="4346322"/>
              <a:ext cx="167398" cy="781232"/>
            </a:xfrm>
            <a:custGeom>
              <a:avLst/>
              <a:gdLst/>
              <a:ahLst/>
              <a:cxnLst/>
              <a:rect l="l" t="t" r="r" b="b"/>
              <a:pathLst>
                <a:path w="6923" h="32309" extrusionOk="0">
                  <a:moveTo>
                    <a:pt x="4881" y="1"/>
                  </a:moveTo>
                  <a:cubicBezTo>
                    <a:pt x="4761" y="1"/>
                    <a:pt x="4752" y="142"/>
                    <a:pt x="4954" y="344"/>
                  </a:cubicBezTo>
                  <a:cubicBezTo>
                    <a:pt x="4954" y="344"/>
                    <a:pt x="5087" y="411"/>
                    <a:pt x="5288" y="611"/>
                  </a:cubicBezTo>
                  <a:cubicBezTo>
                    <a:pt x="5521" y="844"/>
                    <a:pt x="5821" y="1211"/>
                    <a:pt x="6122" y="1678"/>
                  </a:cubicBezTo>
                  <a:cubicBezTo>
                    <a:pt x="6422" y="2179"/>
                    <a:pt x="6655" y="2846"/>
                    <a:pt x="6488" y="3546"/>
                  </a:cubicBezTo>
                  <a:cubicBezTo>
                    <a:pt x="6322" y="4314"/>
                    <a:pt x="5855" y="5014"/>
                    <a:pt x="5421" y="5848"/>
                  </a:cubicBezTo>
                  <a:cubicBezTo>
                    <a:pt x="4954" y="6649"/>
                    <a:pt x="4487" y="7549"/>
                    <a:pt x="4354" y="8583"/>
                  </a:cubicBezTo>
                  <a:cubicBezTo>
                    <a:pt x="4287" y="9584"/>
                    <a:pt x="4454" y="10685"/>
                    <a:pt x="4787" y="11686"/>
                  </a:cubicBezTo>
                  <a:cubicBezTo>
                    <a:pt x="5154" y="12653"/>
                    <a:pt x="5688" y="13554"/>
                    <a:pt x="5788" y="14488"/>
                  </a:cubicBezTo>
                  <a:cubicBezTo>
                    <a:pt x="5821" y="14721"/>
                    <a:pt x="5788" y="14988"/>
                    <a:pt x="5788" y="15188"/>
                  </a:cubicBezTo>
                  <a:cubicBezTo>
                    <a:pt x="5755" y="15388"/>
                    <a:pt x="5755" y="15655"/>
                    <a:pt x="5655" y="15855"/>
                  </a:cubicBezTo>
                  <a:cubicBezTo>
                    <a:pt x="5521" y="16255"/>
                    <a:pt x="5354" y="16689"/>
                    <a:pt x="5188" y="17089"/>
                  </a:cubicBezTo>
                  <a:cubicBezTo>
                    <a:pt x="5121" y="17223"/>
                    <a:pt x="5087" y="17323"/>
                    <a:pt x="4987" y="17423"/>
                  </a:cubicBezTo>
                  <a:lnTo>
                    <a:pt x="4921" y="17590"/>
                  </a:lnTo>
                  <a:lnTo>
                    <a:pt x="4854" y="17690"/>
                  </a:lnTo>
                  <a:lnTo>
                    <a:pt x="4821" y="17823"/>
                  </a:lnTo>
                  <a:cubicBezTo>
                    <a:pt x="4754" y="18057"/>
                    <a:pt x="4654" y="18257"/>
                    <a:pt x="4520" y="18490"/>
                  </a:cubicBezTo>
                  <a:cubicBezTo>
                    <a:pt x="4420" y="18691"/>
                    <a:pt x="4287" y="18891"/>
                    <a:pt x="4120" y="19057"/>
                  </a:cubicBezTo>
                  <a:cubicBezTo>
                    <a:pt x="3953" y="19224"/>
                    <a:pt x="3787" y="19391"/>
                    <a:pt x="3620" y="19658"/>
                  </a:cubicBezTo>
                  <a:cubicBezTo>
                    <a:pt x="3453" y="19891"/>
                    <a:pt x="3420" y="20192"/>
                    <a:pt x="3353" y="20392"/>
                  </a:cubicBezTo>
                  <a:cubicBezTo>
                    <a:pt x="3320" y="20592"/>
                    <a:pt x="3320" y="20825"/>
                    <a:pt x="3320" y="21026"/>
                  </a:cubicBezTo>
                  <a:cubicBezTo>
                    <a:pt x="3353" y="21392"/>
                    <a:pt x="3420" y="21693"/>
                    <a:pt x="3420" y="21893"/>
                  </a:cubicBezTo>
                  <a:lnTo>
                    <a:pt x="3420" y="21859"/>
                  </a:lnTo>
                  <a:cubicBezTo>
                    <a:pt x="3420" y="22393"/>
                    <a:pt x="3653" y="22894"/>
                    <a:pt x="3953" y="23227"/>
                  </a:cubicBezTo>
                  <a:cubicBezTo>
                    <a:pt x="4187" y="23594"/>
                    <a:pt x="4520" y="23928"/>
                    <a:pt x="4754" y="24261"/>
                  </a:cubicBezTo>
                  <a:cubicBezTo>
                    <a:pt x="4987" y="24595"/>
                    <a:pt x="5121" y="24995"/>
                    <a:pt x="5154" y="25362"/>
                  </a:cubicBezTo>
                  <a:cubicBezTo>
                    <a:pt x="5188" y="25729"/>
                    <a:pt x="5121" y="26096"/>
                    <a:pt x="5087" y="26496"/>
                  </a:cubicBezTo>
                  <a:cubicBezTo>
                    <a:pt x="4954" y="27230"/>
                    <a:pt x="4487" y="27830"/>
                    <a:pt x="3953" y="28197"/>
                  </a:cubicBezTo>
                  <a:cubicBezTo>
                    <a:pt x="3420" y="28598"/>
                    <a:pt x="2819" y="28864"/>
                    <a:pt x="2319" y="29165"/>
                  </a:cubicBezTo>
                  <a:cubicBezTo>
                    <a:pt x="1818" y="29398"/>
                    <a:pt x="1318" y="29698"/>
                    <a:pt x="985" y="30032"/>
                  </a:cubicBezTo>
                  <a:cubicBezTo>
                    <a:pt x="784" y="30165"/>
                    <a:pt x="651" y="30366"/>
                    <a:pt x="518" y="30532"/>
                  </a:cubicBezTo>
                  <a:cubicBezTo>
                    <a:pt x="384" y="30699"/>
                    <a:pt x="317" y="30866"/>
                    <a:pt x="217" y="31033"/>
                  </a:cubicBezTo>
                  <a:cubicBezTo>
                    <a:pt x="184" y="31166"/>
                    <a:pt x="151" y="31333"/>
                    <a:pt x="117" y="31433"/>
                  </a:cubicBezTo>
                  <a:cubicBezTo>
                    <a:pt x="51" y="31566"/>
                    <a:pt x="17" y="31700"/>
                    <a:pt x="17" y="31767"/>
                  </a:cubicBezTo>
                  <a:lnTo>
                    <a:pt x="17" y="32033"/>
                  </a:lnTo>
                  <a:cubicBezTo>
                    <a:pt x="0" y="32217"/>
                    <a:pt x="51" y="32309"/>
                    <a:pt x="113" y="32309"/>
                  </a:cubicBezTo>
                  <a:cubicBezTo>
                    <a:pt x="176" y="32309"/>
                    <a:pt x="251" y="32217"/>
                    <a:pt x="284" y="32033"/>
                  </a:cubicBezTo>
                  <a:cubicBezTo>
                    <a:pt x="284" y="32033"/>
                    <a:pt x="317" y="31933"/>
                    <a:pt x="317" y="31767"/>
                  </a:cubicBezTo>
                  <a:cubicBezTo>
                    <a:pt x="317" y="31700"/>
                    <a:pt x="351" y="31600"/>
                    <a:pt x="384" y="31500"/>
                  </a:cubicBezTo>
                  <a:cubicBezTo>
                    <a:pt x="451" y="31400"/>
                    <a:pt x="451" y="31233"/>
                    <a:pt x="518" y="31099"/>
                  </a:cubicBezTo>
                  <a:cubicBezTo>
                    <a:pt x="718" y="30532"/>
                    <a:pt x="1452" y="29899"/>
                    <a:pt x="2486" y="29398"/>
                  </a:cubicBezTo>
                  <a:cubicBezTo>
                    <a:pt x="3019" y="29165"/>
                    <a:pt x="3620" y="28864"/>
                    <a:pt x="4187" y="28431"/>
                  </a:cubicBezTo>
                  <a:cubicBezTo>
                    <a:pt x="4787" y="28031"/>
                    <a:pt x="5321" y="27363"/>
                    <a:pt x="5488" y="26529"/>
                  </a:cubicBezTo>
                  <a:cubicBezTo>
                    <a:pt x="5554" y="26163"/>
                    <a:pt x="5655" y="25729"/>
                    <a:pt x="5621" y="25262"/>
                  </a:cubicBezTo>
                  <a:cubicBezTo>
                    <a:pt x="5554" y="24862"/>
                    <a:pt x="5388" y="24395"/>
                    <a:pt x="5154" y="24028"/>
                  </a:cubicBezTo>
                  <a:cubicBezTo>
                    <a:pt x="4921" y="23661"/>
                    <a:pt x="4554" y="23327"/>
                    <a:pt x="4320" y="22994"/>
                  </a:cubicBezTo>
                  <a:cubicBezTo>
                    <a:pt x="4053" y="22660"/>
                    <a:pt x="3853" y="22260"/>
                    <a:pt x="3853" y="21859"/>
                  </a:cubicBezTo>
                  <a:cubicBezTo>
                    <a:pt x="3853" y="21693"/>
                    <a:pt x="3820" y="21392"/>
                    <a:pt x="3820" y="21026"/>
                  </a:cubicBezTo>
                  <a:cubicBezTo>
                    <a:pt x="3820" y="20692"/>
                    <a:pt x="3820" y="20258"/>
                    <a:pt x="4020" y="19925"/>
                  </a:cubicBezTo>
                  <a:cubicBezTo>
                    <a:pt x="4153" y="19758"/>
                    <a:pt x="4320" y="19591"/>
                    <a:pt x="4487" y="19391"/>
                  </a:cubicBezTo>
                  <a:cubicBezTo>
                    <a:pt x="4654" y="19191"/>
                    <a:pt x="4821" y="18991"/>
                    <a:pt x="4954" y="18724"/>
                  </a:cubicBezTo>
                  <a:cubicBezTo>
                    <a:pt x="5087" y="18490"/>
                    <a:pt x="5188" y="18224"/>
                    <a:pt x="5321" y="17923"/>
                  </a:cubicBezTo>
                  <a:lnTo>
                    <a:pt x="5321" y="17890"/>
                  </a:lnTo>
                  <a:lnTo>
                    <a:pt x="5354" y="17823"/>
                  </a:lnTo>
                  <a:lnTo>
                    <a:pt x="5454" y="17656"/>
                  </a:lnTo>
                  <a:cubicBezTo>
                    <a:pt x="5488" y="17523"/>
                    <a:pt x="5554" y="17423"/>
                    <a:pt x="5655" y="17356"/>
                  </a:cubicBezTo>
                  <a:cubicBezTo>
                    <a:pt x="5855" y="16923"/>
                    <a:pt x="6021" y="16522"/>
                    <a:pt x="6155" y="16022"/>
                  </a:cubicBezTo>
                  <a:cubicBezTo>
                    <a:pt x="6222" y="15755"/>
                    <a:pt x="6222" y="15522"/>
                    <a:pt x="6288" y="15255"/>
                  </a:cubicBezTo>
                  <a:cubicBezTo>
                    <a:pt x="6288" y="15021"/>
                    <a:pt x="6288" y="14721"/>
                    <a:pt x="6222" y="14488"/>
                  </a:cubicBezTo>
                  <a:cubicBezTo>
                    <a:pt x="6155" y="13920"/>
                    <a:pt x="5988" y="13420"/>
                    <a:pt x="5788" y="12953"/>
                  </a:cubicBezTo>
                  <a:cubicBezTo>
                    <a:pt x="5554" y="12486"/>
                    <a:pt x="5354" y="12019"/>
                    <a:pt x="5188" y="11552"/>
                  </a:cubicBezTo>
                  <a:cubicBezTo>
                    <a:pt x="4854" y="10585"/>
                    <a:pt x="4687" y="9584"/>
                    <a:pt x="4787" y="8617"/>
                  </a:cubicBezTo>
                  <a:cubicBezTo>
                    <a:pt x="4854" y="7683"/>
                    <a:pt x="5288" y="6815"/>
                    <a:pt x="5755" y="6015"/>
                  </a:cubicBezTo>
                  <a:cubicBezTo>
                    <a:pt x="6188" y="5214"/>
                    <a:pt x="6655" y="4480"/>
                    <a:pt x="6822" y="3646"/>
                  </a:cubicBezTo>
                  <a:cubicBezTo>
                    <a:pt x="6922" y="3213"/>
                    <a:pt x="6855" y="2813"/>
                    <a:pt x="6789" y="2446"/>
                  </a:cubicBezTo>
                  <a:cubicBezTo>
                    <a:pt x="6655" y="2079"/>
                    <a:pt x="6522" y="1778"/>
                    <a:pt x="6355" y="1545"/>
                  </a:cubicBezTo>
                  <a:cubicBezTo>
                    <a:pt x="6021" y="1045"/>
                    <a:pt x="5755" y="678"/>
                    <a:pt x="5488" y="444"/>
                  </a:cubicBezTo>
                  <a:cubicBezTo>
                    <a:pt x="5254" y="244"/>
                    <a:pt x="5121" y="111"/>
                    <a:pt x="5121" y="111"/>
                  </a:cubicBezTo>
                  <a:cubicBezTo>
                    <a:pt x="5022" y="34"/>
                    <a:pt x="4939" y="1"/>
                    <a:pt x="48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3578" name="Google Shape;3578;p29"/>
            <p:cNvGrpSpPr/>
            <p:nvPr/>
          </p:nvGrpSpPr>
          <p:grpSpPr>
            <a:xfrm rot="10800000">
              <a:off x="7880209" y="4031075"/>
              <a:ext cx="1371224" cy="893717"/>
              <a:chOff x="7958786" y="3965004"/>
              <a:chExt cx="1371224" cy="893717"/>
            </a:xfrm>
          </p:grpSpPr>
          <p:sp>
            <p:nvSpPr>
              <p:cNvPr id="3579" name="Google Shape;3579;p29"/>
              <p:cNvSpPr/>
              <p:nvPr/>
            </p:nvSpPr>
            <p:spPr>
              <a:xfrm rot="10800000">
                <a:off x="9329985" y="4421522"/>
                <a:ext cx="24" cy="24"/>
              </a:xfrm>
              <a:custGeom>
                <a:avLst/>
                <a:gdLst/>
                <a:ahLst/>
                <a:cxnLst/>
                <a:rect l="l" t="t" r="r" b="b"/>
                <a:pathLst>
                  <a:path w="1" h="1" fill="none" extrusionOk="0">
                    <a:moveTo>
                      <a:pt x="1" y="0"/>
                    </a:moveTo>
                    <a:close/>
                  </a:path>
                </a:pathLst>
              </a:custGeom>
              <a:solidFill>
                <a:schemeClr val="dk1"/>
              </a:solidFill>
              <a:ln w="5000" cap="flat" cmpd="sng">
                <a:solidFill>
                  <a:srgbClr val="02570B"/>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80" name="Google Shape;3580;p29"/>
              <p:cNvSpPr/>
              <p:nvPr/>
            </p:nvSpPr>
            <p:spPr>
              <a:xfrm rot="10800000">
                <a:off x="8457257" y="3985992"/>
                <a:ext cx="516630" cy="263997"/>
              </a:xfrm>
              <a:custGeom>
                <a:avLst/>
                <a:gdLst/>
                <a:ahLst/>
                <a:cxnLst/>
                <a:rect l="l" t="t" r="r" b="b"/>
                <a:pathLst>
                  <a:path w="21366" h="10918" extrusionOk="0">
                    <a:moveTo>
                      <a:pt x="8236" y="1"/>
                    </a:moveTo>
                    <a:cubicBezTo>
                      <a:pt x="7955" y="1"/>
                      <a:pt x="7679" y="52"/>
                      <a:pt x="7422" y="144"/>
                    </a:cubicBezTo>
                    <a:cubicBezTo>
                      <a:pt x="5587" y="911"/>
                      <a:pt x="4720" y="2645"/>
                      <a:pt x="3920" y="3946"/>
                    </a:cubicBezTo>
                    <a:cubicBezTo>
                      <a:pt x="3519" y="4613"/>
                      <a:pt x="3119" y="5214"/>
                      <a:pt x="2719" y="5714"/>
                    </a:cubicBezTo>
                    <a:cubicBezTo>
                      <a:pt x="2519" y="5948"/>
                      <a:pt x="2285" y="6148"/>
                      <a:pt x="2085" y="6381"/>
                    </a:cubicBezTo>
                    <a:cubicBezTo>
                      <a:pt x="1885" y="6582"/>
                      <a:pt x="1685" y="6748"/>
                      <a:pt x="1518" y="6915"/>
                    </a:cubicBezTo>
                    <a:cubicBezTo>
                      <a:pt x="1118" y="7149"/>
                      <a:pt x="851" y="7415"/>
                      <a:pt x="584" y="7549"/>
                    </a:cubicBezTo>
                    <a:cubicBezTo>
                      <a:pt x="350" y="7649"/>
                      <a:pt x="217" y="7749"/>
                      <a:pt x="217" y="7749"/>
                    </a:cubicBezTo>
                    <a:cubicBezTo>
                      <a:pt x="1" y="7884"/>
                      <a:pt x="47" y="8128"/>
                      <a:pt x="232" y="8128"/>
                    </a:cubicBezTo>
                    <a:cubicBezTo>
                      <a:pt x="275" y="8128"/>
                      <a:pt x="326" y="8114"/>
                      <a:pt x="384" y="8083"/>
                    </a:cubicBezTo>
                    <a:cubicBezTo>
                      <a:pt x="384" y="8083"/>
                      <a:pt x="517" y="7983"/>
                      <a:pt x="751" y="7882"/>
                    </a:cubicBezTo>
                    <a:cubicBezTo>
                      <a:pt x="1017" y="7782"/>
                      <a:pt x="1351" y="7549"/>
                      <a:pt x="1751" y="7249"/>
                    </a:cubicBezTo>
                    <a:cubicBezTo>
                      <a:pt x="1918" y="7082"/>
                      <a:pt x="2185" y="6915"/>
                      <a:pt x="2385" y="6715"/>
                    </a:cubicBezTo>
                    <a:cubicBezTo>
                      <a:pt x="2585" y="6481"/>
                      <a:pt x="2852" y="6248"/>
                      <a:pt x="3052" y="5981"/>
                    </a:cubicBezTo>
                    <a:cubicBezTo>
                      <a:pt x="3453" y="5447"/>
                      <a:pt x="3920" y="4880"/>
                      <a:pt x="4353" y="4213"/>
                    </a:cubicBezTo>
                    <a:cubicBezTo>
                      <a:pt x="4553" y="3846"/>
                      <a:pt x="4787" y="3513"/>
                      <a:pt x="5020" y="3212"/>
                    </a:cubicBezTo>
                    <a:cubicBezTo>
                      <a:pt x="5220" y="2812"/>
                      <a:pt x="5454" y="2479"/>
                      <a:pt x="5721" y="2178"/>
                    </a:cubicBezTo>
                    <a:cubicBezTo>
                      <a:pt x="6221" y="1578"/>
                      <a:pt x="6888" y="978"/>
                      <a:pt x="7589" y="744"/>
                    </a:cubicBezTo>
                    <a:cubicBezTo>
                      <a:pt x="7756" y="677"/>
                      <a:pt x="7931" y="644"/>
                      <a:pt x="8106" y="644"/>
                    </a:cubicBezTo>
                    <a:cubicBezTo>
                      <a:pt x="8281" y="644"/>
                      <a:pt x="8456" y="677"/>
                      <a:pt x="8623" y="744"/>
                    </a:cubicBezTo>
                    <a:cubicBezTo>
                      <a:pt x="8956" y="844"/>
                      <a:pt x="9257" y="1111"/>
                      <a:pt x="9524" y="1411"/>
                    </a:cubicBezTo>
                    <a:cubicBezTo>
                      <a:pt x="10024" y="1978"/>
                      <a:pt x="10257" y="2745"/>
                      <a:pt x="10558" y="3446"/>
                    </a:cubicBezTo>
                    <a:cubicBezTo>
                      <a:pt x="10691" y="3813"/>
                      <a:pt x="10858" y="4180"/>
                      <a:pt x="11058" y="4580"/>
                    </a:cubicBezTo>
                    <a:cubicBezTo>
                      <a:pt x="11258" y="4947"/>
                      <a:pt x="11558" y="5381"/>
                      <a:pt x="12059" y="5581"/>
                    </a:cubicBezTo>
                    <a:cubicBezTo>
                      <a:pt x="12305" y="5687"/>
                      <a:pt x="12571" y="5727"/>
                      <a:pt x="12835" y="5727"/>
                    </a:cubicBezTo>
                    <a:cubicBezTo>
                      <a:pt x="13071" y="5727"/>
                      <a:pt x="13306" y="5695"/>
                      <a:pt x="13526" y="5648"/>
                    </a:cubicBezTo>
                    <a:cubicBezTo>
                      <a:pt x="13727" y="5614"/>
                      <a:pt x="13960" y="5547"/>
                      <a:pt x="14194" y="5447"/>
                    </a:cubicBezTo>
                    <a:lnTo>
                      <a:pt x="14794" y="5214"/>
                    </a:lnTo>
                    <a:cubicBezTo>
                      <a:pt x="15228" y="4980"/>
                      <a:pt x="15595" y="4814"/>
                      <a:pt x="15961" y="4714"/>
                    </a:cubicBezTo>
                    <a:cubicBezTo>
                      <a:pt x="16204" y="4633"/>
                      <a:pt x="16434" y="4589"/>
                      <a:pt x="16645" y="4589"/>
                    </a:cubicBezTo>
                    <a:cubicBezTo>
                      <a:pt x="16782" y="4589"/>
                      <a:pt x="16910" y="4607"/>
                      <a:pt x="17029" y="4647"/>
                    </a:cubicBezTo>
                    <a:cubicBezTo>
                      <a:pt x="17296" y="4780"/>
                      <a:pt x="17563" y="5080"/>
                      <a:pt x="17729" y="5414"/>
                    </a:cubicBezTo>
                    <a:cubicBezTo>
                      <a:pt x="17896" y="5781"/>
                      <a:pt x="18063" y="6115"/>
                      <a:pt x="18130" y="6481"/>
                    </a:cubicBezTo>
                    <a:cubicBezTo>
                      <a:pt x="18363" y="7249"/>
                      <a:pt x="18430" y="7949"/>
                      <a:pt x="18630" y="8616"/>
                    </a:cubicBezTo>
                    <a:cubicBezTo>
                      <a:pt x="18797" y="9283"/>
                      <a:pt x="19097" y="9884"/>
                      <a:pt x="19531" y="10251"/>
                    </a:cubicBezTo>
                    <a:cubicBezTo>
                      <a:pt x="19898" y="10618"/>
                      <a:pt x="20298" y="10785"/>
                      <a:pt x="20598" y="10818"/>
                    </a:cubicBezTo>
                    <a:cubicBezTo>
                      <a:pt x="20865" y="10918"/>
                      <a:pt x="21032" y="10918"/>
                      <a:pt x="21032" y="10918"/>
                    </a:cubicBezTo>
                    <a:cubicBezTo>
                      <a:pt x="21365" y="10918"/>
                      <a:pt x="21365" y="10618"/>
                      <a:pt x="21132" y="10484"/>
                    </a:cubicBezTo>
                    <a:cubicBezTo>
                      <a:pt x="21132" y="10484"/>
                      <a:pt x="20998" y="10484"/>
                      <a:pt x="20765" y="10418"/>
                    </a:cubicBezTo>
                    <a:cubicBezTo>
                      <a:pt x="20498" y="10384"/>
                      <a:pt x="20164" y="10217"/>
                      <a:pt x="19831" y="9917"/>
                    </a:cubicBezTo>
                    <a:cubicBezTo>
                      <a:pt x="19564" y="9617"/>
                      <a:pt x="19297" y="9117"/>
                      <a:pt x="19130" y="8483"/>
                    </a:cubicBezTo>
                    <a:cubicBezTo>
                      <a:pt x="18997" y="7882"/>
                      <a:pt x="18897" y="7149"/>
                      <a:pt x="18730" y="6381"/>
                    </a:cubicBezTo>
                    <a:cubicBezTo>
                      <a:pt x="18630" y="5948"/>
                      <a:pt x="18497" y="5581"/>
                      <a:pt x="18296" y="5147"/>
                    </a:cubicBezTo>
                    <a:cubicBezTo>
                      <a:pt x="18096" y="4780"/>
                      <a:pt x="17863" y="4380"/>
                      <a:pt x="17329" y="4113"/>
                    </a:cubicBezTo>
                    <a:cubicBezTo>
                      <a:pt x="17106" y="4002"/>
                      <a:pt x="16853" y="3959"/>
                      <a:pt x="16605" y="3959"/>
                    </a:cubicBezTo>
                    <a:cubicBezTo>
                      <a:pt x="16334" y="3959"/>
                      <a:pt x="16070" y="4010"/>
                      <a:pt x="15861" y="4080"/>
                    </a:cubicBezTo>
                    <a:cubicBezTo>
                      <a:pt x="15394" y="4213"/>
                      <a:pt x="15027" y="4413"/>
                      <a:pt x="14594" y="4580"/>
                    </a:cubicBezTo>
                    <a:cubicBezTo>
                      <a:pt x="14394" y="4714"/>
                      <a:pt x="14227" y="4747"/>
                      <a:pt x="14027" y="4814"/>
                    </a:cubicBezTo>
                    <a:cubicBezTo>
                      <a:pt x="13793" y="4914"/>
                      <a:pt x="13626" y="4947"/>
                      <a:pt x="13426" y="4980"/>
                    </a:cubicBezTo>
                    <a:cubicBezTo>
                      <a:pt x="13256" y="5027"/>
                      <a:pt x="13086" y="5052"/>
                      <a:pt x="12922" y="5052"/>
                    </a:cubicBezTo>
                    <a:cubicBezTo>
                      <a:pt x="12733" y="5052"/>
                      <a:pt x="12553" y="5019"/>
                      <a:pt x="12392" y="4947"/>
                    </a:cubicBezTo>
                    <a:cubicBezTo>
                      <a:pt x="12125" y="4814"/>
                      <a:pt x="11892" y="4580"/>
                      <a:pt x="11725" y="4247"/>
                    </a:cubicBezTo>
                    <a:cubicBezTo>
                      <a:pt x="11558" y="3913"/>
                      <a:pt x="11392" y="3546"/>
                      <a:pt x="11258" y="3212"/>
                    </a:cubicBezTo>
                    <a:cubicBezTo>
                      <a:pt x="10958" y="2479"/>
                      <a:pt x="10691" y="1645"/>
                      <a:pt x="10091" y="944"/>
                    </a:cubicBezTo>
                    <a:cubicBezTo>
                      <a:pt x="9790" y="611"/>
                      <a:pt x="9423" y="277"/>
                      <a:pt x="8923" y="110"/>
                    </a:cubicBezTo>
                    <a:cubicBezTo>
                      <a:pt x="8698" y="35"/>
                      <a:pt x="8466" y="1"/>
                      <a:pt x="82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81" name="Google Shape;3581;p29"/>
              <p:cNvSpPr/>
              <p:nvPr/>
            </p:nvSpPr>
            <p:spPr>
              <a:xfrm rot="10800000">
                <a:off x="8773434" y="4204555"/>
                <a:ext cx="17772" cy="18594"/>
              </a:xfrm>
              <a:custGeom>
                <a:avLst/>
                <a:gdLst/>
                <a:ahLst/>
                <a:cxnLst/>
                <a:rect l="l" t="t" r="r" b="b"/>
                <a:pathLst>
                  <a:path w="735" h="769" extrusionOk="0">
                    <a:moveTo>
                      <a:pt x="568" y="1"/>
                    </a:moveTo>
                    <a:cubicBezTo>
                      <a:pt x="568" y="1"/>
                      <a:pt x="334" y="101"/>
                      <a:pt x="201" y="201"/>
                    </a:cubicBezTo>
                    <a:cubicBezTo>
                      <a:pt x="134" y="335"/>
                      <a:pt x="0" y="601"/>
                      <a:pt x="0" y="601"/>
                    </a:cubicBezTo>
                    <a:cubicBezTo>
                      <a:pt x="0" y="601"/>
                      <a:pt x="134" y="768"/>
                      <a:pt x="167" y="768"/>
                    </a:cubicBezTo>
                    <a:cubicBezTo>
                      <a:pt x="167" y="768"/>
                      <a:pt x="401" y="668"/>
                      <a:pt x="534" y="535"/>
                    </a:cubicBezTo>
                    <a:cubicBezTo>
                      <a:pt x="634" y="435"/>
                      <a:pt x="734" y="168"/>
                      <a:pt x="734" y="168"/>
                    </a:cubicBezTo>
                    <a:lnTo>
                      <a:pt x="56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82" name="Google Shape;3582;p29"/>
              <p:cNvSpPr/>
              <p:nvPr/>
            </p:nvSpPr>
            <p:spPr>
              <a:xfrm rot="10800000">
                <a:off x="8758104" y="4179553"/>
                <a:ext cx="27468" cy="32304"/>
              </a:xfrm>
              <a:custGeom>
                <a:avLst/>
                <a:gdLst/>
                <a:ahLst/>
                <a:cxnLst/>
                <a:rect l="l" t="t" r="r" b="b"/>
                <a:pathLst>
                  <a:path w="1136" h="1336" extrusionOk="0">
                    <a:moveTo>
                      <a:pt x="968" y="1"/>
                    </a:moveTo>
                    <a:cubicBezTo>
                      <a:pt x="968" y="1"/>
                      <a:pt x="835" y="34"/>
                      <a:pt x="735" y="134"/>
                    </a:cubicBezTo>
                    <a:cubicBezTo>
                      <a:pt x="601" y="201"/>
                      <a:pt x="468" y="335"/>
                      <a:pt x="335" y="468"/>
                    </a:cubicBezTo>
                    <a:cubicBezTo>
                      <a:pt x="268" y="568"/>
                      <a:pt x="134" y="735"/>
                      <a:pt x="101" y="902"/>
                    </a:cubicBezTo>
                    <a:lnTo>
                      <a:pt x="1" y="1168"/>
                    </a:lnTo>
                    <a:cubicBezTo>
                      <a:pt x="68" y="1202"/>
                      <a:pt x="234" y="1302"/>
                      <a:pt x="268" y="1335"/>
                    </a:cubicBezTo>
                    <a:cubicBezTo>
                      <a:pt x="268" y="1335"/>
                      <a:pt x="335" y="1235"/>
                      <a:pt x="435" y="1135"/>
                    </a:cubicBezTo>
                    <a:cubicBezTo>
                      <a:pt x="501" y="1002"/>
                      <a:pt x="635" y="902"/>
                      <a:pt x="735" y="802"/>
                    </a:cubicBezTo>
                    <a:lnTo>
                      <a:pt x="968" y="401"/>
                    </a:lnTo>
                    <a:cubicBezTo>
                      <a:pt x="1068" y="301"/>
                      <a:pt x="1135" y="201"/>
                      <a:pt x="1135" y="201"/>
                    </a:cubicBezTo>
                    <a:cubicBezTo>
                      <a:pt x="1135" y="168"/>
                      <a:pt x="968" y="1"/>
                      <a:pt x="9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83" name="Google Shape;3583;p29"/>
              <p:cNvSpPr/>
              <p:nvPr/>
            </p:nvSpPr>
            <p:spPr>
              <a:xfrm rot="10800000">
                <a:off x="8746812" y="4162627"/>
                <a:ext cx="20190" cy="25824"/>
              </a:xfrm>
              <a:custGeom>
                <a:avLst/>
                <a:gdLst/>
                <a:ahLst/>
                <a:cxnLst/>
                <a:rect l="l" t="t" r="r" b="b"/>
                <a:pathLst>
                  <a:path w="835" h="1068" extrusionOk="0">
                    <a:moveTo>
                      <a:pt x="634" y="0"/>
                    </a:moveTo>
                    <a:cubicBezTo>
                      <a:pt x="634" y="0"/>
                      <a:pt x="334" y="234"/>
                      <a:pt x="200" y="401"/>
                    </a:cubicBezTo>
                    <a:cubicBezTo>
                      <a:pt x="67" y="601"/>
                      <a:pt x="0" y="934"/>
                      <a:pt x="0" y="934"/>
                    </a:cubicBezTo>
                    <a:cubicBezTo>
                      <a:pt x="0" y="934"/>
                      <a:pt x="167" y="1068"/>
                      <a:pt x="200" y="1068"/>
                    </a:cubicBezTo>
                    <a:cubicBezTo>
                      <a:pt x="200" y="1068"/>
                      <a:pt x="501" y="834"/>
                      <a:pt x="634" y="667"/>
                    </a:cubicBezTo>
                    <a:cubicBezTo>
                      <a:pt x="734" y="434"/>
                      <a:pt x="834" y="100"/>
                      <a:pt x="834" y="100"/>
                    </a:cubicBezTo>
                    <a:lnTo>
                      <a:pt x="6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84" name="Google Shape;3584;p29"/>
              <p:cNvSpPr/>
              <p:nvPr/>
            </p:nvSpPr>
            <p:spPr>
              <a:xfrm rot="10800000">
                <a:off x="8733102" y="4135835"/>
                <a:ext cx="21012" cy="26816"/>
              </a:xfrm>
              <a:custGeom>
                <a:avLst/>
                <a:gdLst/>
                <a:ahLst/>
                <a:cxnLst/>
                <a:rect l="l" t="t" r="r" b="b"/>
                <a:pathLst>
                  <a:path w="869" h="1109" extrusionOk="0">
                    <a:moveTo>
                      <a:pt x="735" y="1"/>
                    </a:moveTo>
                    <a:cubicBezTo>
                      <a:pt x="735" y="1"/>
                      <a:pt x="668" y="34"/>
                      <a:pt x="535" y="134"/>
                    </a:cubicBezTo>
                    <a:cubicBezTo>
                      <a:pt x="435" y="201"/>
                      <a:pt x="301" y="334"/>
                      <a:pt x="201" y="434"/>
                    </a:cubicBezTo>
                    <a:cubicBezTo>
                      <a:pt x="101" y="635"/>
                      <a:pt x="1" y="1001"/>
                      <a:pt x="1" y="1001"/>
                    </a:cubicBezTo>
                    <a:cubicBezTo>
                      <a:pt x="1" y="1030"/>
                      <a:pt x="124" y="1108"/>
                      <a:pt x="180" y="1108"/>
                    </a:cubicBezTo>
                    <a:cubicBezTo>
                      <a:pt x="189" y="1108"/>
                      <a:pt x="196" y="1106"/>
                      <a:pt x="201" y="1102"/>
                    </a:cubicBezTo>
                    <a:cubicBezTo>
                      <a:pt x="201" y="1102"/>
                      <a:pt x="501" y="835"/>
                      <a:pt x="635" y="668"/>
                    </a:cubicBezTo>
                    <a:cubicBezTo>
                      <a:pt x="668" y="601"/>
                      <a:pt x="735" y="468"/>
                      <a:pt x="801" y="368"/>
                    </a:cubicBezTo>
                    <a:lnTo>
                      <a:pt x="868" y="201"/>
                    </a:lnTo>
                    <a:lnTo>
                      <a:pt x="73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85" name="Google Shape;3585;p29"/>
              <p:cNvSpPr/>
              <p:nvPr/>
            </p:nvSpPr>
            <p:spPr>
              <a:xfrm rot="10800000">
                <a:off x="8716176" y="4101330"/>
                <a:ext cx="12936" cy="21786"/>
              </a:xfrm>
              <a:custGeom>
                <a:avLst/>
                <a:gdLst/>
                <a:ahLst/>
                <a:cxnLst/>
                <a:rect l="l" t="t" r="r" b="b"/>
                <a:pathLst>
                  <a:path w="535" h="901" extrusionOk="0">
                    <a:moveTo>
                      <a:pt x="168" y="0"/>
                    </a:moveTo>
                    <a:lnTo>
                      <a:pt x="68" y="367"/>
                    </a:lnTo>
                    <a:lnTo>
                      <a:pt x="68" y="567"/>
                    </a:lnTo>
                    <a:cubicBezTo>
                      <a:pt x="1" y="667"/>
                      <a:pt x="1" y="701"/>
                      <a:pt x="1" y="701"/>
                    </a:cubicBezTo>
                    <a:cubicBezTo>
                      <a:pt x="1" y="734"/>
                      <a:pt x="168" y="868"/>
                      <a:pt x="168" y="901"/>
                    </a:cubicBezTo>
                    <a:cubicBezTo>
                      <a:pt x="168" y="901"/>
                      <a:pt x="268" y="868"/>
                      <a:pt x="335" y="767"/>
                    </a:cubicBezTo>
                    <a:cubicBezTo>
                      <a:pt x="435" y="701"/>
                      <a:pt x="501" y="534"/>
                      <a:pt x="501" y="467"/>
                    </a:cubicBezTo>
                    <a:cubicBezTo>
                      <a:pt x="535" y="234"/>
                      <a:pt x="435" y="0"/>
                      <a:pt x="4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86" name="Google Shape;3586;p29"/>
              <p:cNvSpPr/>
              <p:nvPr/>
            </p:nvSpPr>
            <p:spPr>
              <a:xfrm rot="10800000">
                <a:off x="8556467" y="4095672"/>
                <a:ext cx="28266" cy="20190"/>
              </a:xfrm>
              <a:custGeom>
                <a:avLst/>
                <a:gdLst/>
                <a:ahLst/>
                <a:cxnLst/>
                <a:rect l="l" t="t" r="r" b="b"/>
                <a:pathLst>
                  <a:path w="1169" h="835" extrusionOk="0">
                    <a:moveTo>
                      <a:pt x="835" y="0"/>
                    </a:moveTo>
                    <a:cubicBezTo>
                      <a:pt x="701" y="0"/>
                      <a:pt x="535" y="67"/>
                      <a:pt x="401" y="101"/>
                    </a:cubicBezTo>
                    <a:cubicBezTo>
                      <a:pt x="334" y="201"/>
                      <a:pt x="201" y="267"/>
                      <a:pt x="134" y="401"/>
                    </a:cubicBezTo>
                    <a:cubicBezTo>
                      <a:pt x="34" y="534"/>
                      <a:pt x="1" y="601"/>
                      <a:pt x="1" y="601"/>
                    </a:cubicBezTo>
                    <a:cubicBezTo>
                      <a:pt x="1" y="668"/>
                      <a:pt x="134" y="768"/>
                      <a:pt x="134" y="834"/>
                    </a:cubicBezTo>
                    <a:cubicBezTo>
                      <a:pt x="134" y="834"/>
                      <a:pt x="201" y="768"/>
                      <a:pt x="334" y="734"/>
                    </a:cubicBezTo>
                    <a:cubicBezTo>
                      <a:pt x="468" y="701"/>
                      <a:pt x="568" y="668"/>
                      <a:pt x="668" y="568"/>
                    </a:cubicBezTo>
                    <a:cubicBezTo>
                      <a:pt x="735" y="534"/>
                      <a:pt x="868" y="401"/>
                      <a:pt x="968" y="367"/>
                    </a:cubicBezTo>
                    <a:cubicBezTo>
                      <a:pt x="1035" y="267"/>
                      <a:pt x="1135" y="234"/>
                      <a:pt x="1135" y="234"/>
                    </a:cubicBezTo>
                    <a:cubicBezTo>
                      <a:pt x="1168" y="234"/>
                      <a:pt x="1068" y="0"/>
                      <a:pt x="10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87" name="Google Shape;3587;p29"/>
              <p:cNvSpPr/>
              <p:nvPr/>
            </p:nvSpPr>
            <p:spPr>
              <a:xfrm rot="10800000">
                <a:off x="8554049" y="4069050"/>
                <a:ext cx="19392" cy="17772"/>
              </a:xfrm>
              <a:custGeom>
                <a:avLst/>
                <a:gdLst/>
                <a:ahLst/>
                <a:cxnLst/>
                <a:rect l="l" t="t" r="r" b="b"/>
                <a:pathLst>
                  <a:path w="802" h="735" extrusionOk="0">
                    <a:moveTo>
                      <a:pt x="635" y="0"/>
                    </a:moveTo>
                    <a:cubicBezTo>
                      <a:pt x="635" y="0"/>
                      <a:pt x="334" y="67"/>
                      <a:pt x="201" y="200"/>
                    </a:cubicBezTo>
                    <a:cubicBezTo>
                      <a:pt x="168" y="234"/>
                      <a:pt x="68" y="367"/>
                      <a:pt x="34" y="467"/>
                    </a:cubicBezTo>
                    <a:cubicBezTo>
                      <a:pt x="1" y="534"/>
                      <a:pt x="1" y="634"/>
                      <a:pt x="1" y="634"/>
                    </a:cubicBezTo>
                    <a:cubicBezTo>
                      <a:pt x="34" y="634"/>
                      <a:pt x="201" y="701"/>
                      <a:pt x="201" y="734"/>
                    </a:cubicBezTo>
                    <a:cubicBezTo>
                      <a:pt x="201" y="734"/>
                      <a:pt x="234" y="701"/>
                      <a:pt x="334" y="667"/>
                    </a:cubicBezTo>
                    <a:cubicBezTo>
                      <a:pt x="368" y="634"/>
                      <a:pt x="501" y="567"/>
                      <a:pt x="535" y="534"/>
                    </a:cubicBezTo>
                    <a:cubicBezTo>
                      <a:pt x="668" y="467"/>
                      <a:pt x="801" y="167"/>
                      <a:pt x="801" y="167"/>
                    </a:cubicBezTo>
                    <a:lnTo>
                      <a:pt x="63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88" name="Google Shape;3588;p29"/>
              <p:cNvSpPr/>
              <p:nvPr/>
            </p:nvSpPr>
            <p:spPr>
              <a:xfrm rot="10800000">
                <a:off x="8543555" y="4040832"/>
                <a:ext cx="29064" cy="25026"/>
              </a:xfrm>
              <a:custGeom>
                <a:avLst/>
                <a:gdLst/>
                <a:ahLst/>
                <a:cxnLst/>
                <a:rect l="l" t="t" r="r" b="b"/>
                <a:pathLst>
                  <a:path w="1202" h="1035" extrusionOk="0">
                    <a:moveTo>
                      <a:pt x="1068" y="1"/>
                    </a:moveTo>
                    <a:lnTo>
                      <a:pt x="834" y="101"/>
                    </a:lnTo>
                    <a:cubicBezTo>
                      <a:pt x="667" y="134"/>
                      <a:pt x="534" y="201"/>
                      <a:pt x="434" y="301"/>
                    </a:cubicBezTo>
                    <a:cubicBezTo>
                      <a:pt x="200" y="468"/>
                      <a:pt x="0" y="835"/>
                      <a:pt x="0" y="835"/>
                    </a:cubicBezTo>
                    <a:cubicBezTo>
                      <a:pt x="0" y="868"/>
                      <a:pt x="167" y="1001"/>
                      <a:pt x="200" y="1035"/>
                    </a:cubicBezTo>
                    <a:cubicBezTo>
                      <a:pt x="200" y="1035"/>
                      <a:pt x="567" y="835"/>
                      <a:pt x="734" y="668"/>
                    </a:cubicBezTo>
                    <a:lnTo>
                      <a:pt x="1034" y="368"/>
                    </a:lnTo>
                    <a:lnTo>
                      <a:pt x="1201" y="201"/>
                    </a:lnTo>
                    <a:lnTo>
                      <a:pt x="106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89" name="Google Shape;3589;p29"/>
              <p:cNvSpPr/>
              <p:nvPr/>
            </p:nvSpPr>
            <p:spPr>
              <a:xfrm rot="10800000">
                <a:off x="8539541" y="4016628"/>
                <a:ext cx="17748" cy="17772"/>
              </a:xfrm>
              <a:custGeom>
                <a:avLst/>
                <a:gdLst/>
                <a:ahLst/>
                <a:cxnLst/>
                <a:rect l="l" t="t" r="r" b="b"/>
                <a:pathLst>
                  <a:path w="734" h="735" extrusionOk="0">
                    <a:moveTo>
                      <a:pt x="567" y="1"/>
                    </a:moveTo>
                    <a:cubicBezTo>
                      <a:pt x="567" y="1"/>
                      <a:pt x="334" y="67"/>
                      <a:pt x="200" y="201"/>
                    </a:cubicBezTo>
                    <a:cubicBezTo>
                      <a:pt x="100" y="334"/>
                      <a:pt x="0" y="568"/>
                      <a:pt x="0" y="568"/>
                    </a:cubicBezTo>
                    <a:cubicBezTo>
                      <a:pt x="0" y="634"/>
                      <a:pt x="167" y="734"/>
                      <a:pt x="167" y="734"/>
                    </a:cubicBezTo>
                    <a:cubicBezTo>
                      <a:pt x="167" y="734"/>
                      <a:pt x="400" y="668"/>
                      <a:pt x="534" y="534"/>
                    </a:cubicBezTo>
                    <a:cubicBezTo>
                      <a:pt x="634" y="401"/>
                      <a:pt x="734" y="167"/>
                      <a:pt x="734" y="167"/>
                    </a:cubicBezTo>
                    <a:lnTo>
                      <a:pt x="56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90" name="Google Shape;3590;p29"/>
              <p:cNvSpPr/>
              <p:nvPr/>
            </p:nvSpPr>
            <p:spPr>
              <a:xfrm rot="10800000">
                <a:off x="8529047" y="3990006"/>
                <a:ext cx="16152" cy="20190"/>
              </a:xfrm>
              <a:custGeom>
                <a:avLst/>
                <a:gdLst/>
                <a:ahLst/>
                <a:cxnLst/>
                <a:rect l="l" t="t" r="r" b="b"/>
                <a:pathLst>
                  <a:path w="668" h="835" extrusionOk="0">
                    <a:moveTo>
                      <a:pt x="367" y="0"/>
                    </a:moveTo>
                    <a:cubicBezTo>
                      <a:pt x="367" y="0"/>
                      <a:pt x="201" y="167"/>
                      <a:pt x="134" y="300"/>
                    </a:cubicBezTo>
                    <a:cubicBezTo>
                      <a:pt x="67" y="334"/>
                      <a:pt x="67" y="401"/>
                      <a:pt x="34" y="501"/>
                    </a:cubicBezTo>
                    <a:cubicBezTo>
                      <a:pt x="0" y="534"/>
                      <a:pt x="0" y="634"/>
                      <a:pt x="0" y="634"/>
                    </a:cubicBezTo>
                    <a:cubicBezTo>
                      <a:pt x="34" y="667"/>
                      <a:pt x="167" y="801"/>
                      <a:pt x="167" y="834"/>
                    </a:cubicBezTo>
                    <a:lnTo>
                      <a:pt x="334" y="734"/>
                    </a:lnTo>
                    <a:cubicBezTo>
                      <a:pt x="401" y="701"/>
                      <a:pt x="501" y="634"/>
                      <a:pt x="534" y="534"/>
                    </a:cubicBezTo>
                    <a:cubicBezTo>
                      <a:pt x="668" y="367"/>
                      <a:pt x="601" y="67"/>
                      <a:pt x="601" y="67"/>
                    </a:cubicBezTo>
                    <a:lnTo>
                      <a:pt x="36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91" name="Google Shape;3591;p29"/>
              <p:cNvSpPr/>
              <p:nvPr/>
            </p:nvSpPr>
            <p:spPr>
              <a:xfrm rot="10800000">
                <a:off x="8512919" y="3973878"/>
                <a:ext cx="16950" cy="20190"/>
              </a:xfrm>
              <a:custGeom>
                <a:avLst/>
                <a:gdLst/>
                <a:ahLst/>
                <a:cxnLst/>
                <a:rect l="l" t="t" r="r" b="b"/>
                <a:pathLst>
                  <a:path w="701" h="835" extrusionOk="0">
                    <a:moveTo>
                      <a:pt x="534" y="0"/>
                    </a:moveTo>
                    <a:cubicBezTo>
                      <a:pt x="534" y="0"/>
                      <a:pt x="234" y="67"/>
                      <a:pt x="100" y="234"/>
                    </a:cubicBezTo>
                    <a:cubicBezTo>
                      <a:pt x="67" y="367"/>
                      <a:pt x="0" y="467"/>
                      <a:pt x="0" y="567"/>
                    </a:cubicBezTo>
                    <a:lnTo>
                      <a:pt x="0" y="734"/>
                    </a:lnTo>
                    <a:lnTo>
                      <a:pt x="200" y="834"/>
                    </a:lnTo>
                    <a:lnTo>
                      <a:pt x="334" y="701"/>
                    </a:lnTo>
                    <a:lnTo>
                      <a:pt x="501" y="534"/>
                    </a:lnTo>
                    <a:cubicBezTo>
                      <a:pt x="567" y="401"/>
                      <a:pt x="701" y="167"/>
                      <a:pt x="701" y="167"/>
                    </a:cubicBezTo>
                    <a:lnTo>
                      <a:pt x="5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92" name="Google Shape;3592;p29"/>
              <p:cNvSpPr/>
              <p:nvPr/>
            </p:nvSpPr>
            <p:spPr>
              <a:xfrm rot="10800000">
                <a:off x="8491955" y="3965004"/>
                <a:ext cx="12912" cy="12138"/>
              </a:xfrm>
              <a:custGeom>
                <a:avLst/>
                <a:gdLst/>
                <a:ahLst/>
                <a:cxnLst/>
                <a:rect l="l" t="t" r="r" b="b"/>
                <a:pathLst>
                  <a:path w="534" h="502" extrusionOk="0">
                    <a:moveTo>
                      <a:pt x="200" y="1"/>
                    </a:moveTo>
                    <a:cubicBezTo>
                      <a:pt x="200" y="1"/>
                      <a:pt x="67" y="101"/>
                      <a:pt x="34" y="168"/>
                    </a:cubicBezTo>
                    <a:cubicBezTo>
                      <a:pt x="0" y="301"/>
                      <a:pt x="67" y="501"/>
                      <a:pt x="67" y="501"/>
                    </a:cubicBezTo>
                    <a:lnTo>
                      <a:pt x="334" y="501"/>
                    </a:lnTo>
                    <a:cubicBezTo>
                      <a:pt x="334" y="501"/>
                      <a:pt x="467" y="435"/>
                      <a:pt x="501" y="334"/>
                    </a:cubicBezTo>
                    <a:cubicBezTo>
                      <a:pt x="534" y="201"/>
                      <a:pt x="467" y="1"/>
                      <a:pt x="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93" name="Google Shape;3593;p29"/>
              <p:cNvSpPr/>
              <p:nvPr/>
            </p:nvSpPr>
            <p:spPr>
              <a:xfrm rot="10800000">
                <a:off x="8333866" y="4192054"/>
                <a:ext cx="423198" cy="183212"/>
              </a:xfrm>
              <a:custGeom>
                <a:avLst/>
                <a:gdLst/>
                <a:ahLst/>
                <a:cxnLst/>
                <a:rect l="l" t="t" r="r" b="b"/>
                <a:pathLst>
                  <a:path w="17502" h="7577" extrusionOk="0">
                    <a:moveTo>
                      <a:pt x="7234" y="1"/>
                    </a:moveTo>
                    <a:cubicBezTo>
                      <a:pt x="6746" y="1"/>
                      <a:pt x="6237" y="162"/>
                      <a:pt x="5827" y="421"/>
                    </a:cubicBezTo>
                    <a:cubicBezTo>
                      <a:pt x="5160" y="788"/>
                      <a:pt x="4726" y="1322"/>
                      <a:pt x="4293" y="1822"/>
                    </a:cubicBezTo>
                    <a:cubicBezTo>
                      <a:pt x="3892" y="2322"/>
                      <a:pt x="3492" y="2856"/>
                      <a:pt x="3158" y="3356"/>
                    </a:cubicBezTo>
                    <a:cubicBezTo>
                      <a:pt x="2491" y="4324"/>
                      <a:pt x="1924" y="5258"/>
                      <a:pt x="1324" y="5525"/>
                    </a:cubicBezTo>
                    <a:cubicBezTo>
                      <a:pt x="1181" y="5614"/>
                      <a:pt x="1047" y="5646"/>
                      <a:pt x="928" y="5646"/>
                    </a:cubicBezTo>
                    <a:cubicBezTo>
                      <a:pt x="825" y="5646"/>
                      <a:pt x="734" y="5622"/>
                      <a:pt x="657" y="5591"/>
                    </a:cubicBezTo>
                    <a:cubicBezTo>
                      <a:pt x="490" y="5525"/>
                      <a:pt x="423" y="5458"/>
                      <a:pt x="423" y="5458"/>
                    </a:cubicBezTo>
                    <a:cubicBezTo>
                      <a:pt x="386" y="5428"/>
                      <a:pt x="342" y="5415"/>
                      <a:pt x="299" y="5415"/>
                    </a:cubicBezTo>
                    <a:cubicBezTo>
                      <a:pt x="148" y="5415"/>
                      <a:pt x="1" y="5577"/>
                      <a:pt x="156" y="5758"/>
                    </a:cubicBezTo>
                    <a:cubicBezTo>
                      <a:pt x="156" y="5758"/>
                      <a:pt x="256" y="5825"/>
                      <a:pt x="456" y="5958"/>
                    </a:cubicBezTo>
                    <a:cubicBezTo>
                      <a:pt x="557" y="5992"/>
                      <a:pt x="590" y="6025"/>
                      <a:pt x="657" y="6025"/>
                    </a:cubicBezTo>
                    <a:cubicBezTo>
                      <a:pt x="757" y="6025"/>
                      <a:pt x="823" y="6092"/>
                      <a:pt x="923" y="6092"/>
                    </a:cubicBezTo>
                    <a:cubicBezTo>
                      <a:pt x="990" y="6092"/>
                      <a:pt x="1124" y="6092"/>
                      <a:pt x="1224" y="6025"/>
                    </a:cubicBezTo>
                    <a:cubicBezTo>
                      <a:pt x="1290" y="6025"/>
                      <a:pt x="1424" y="5992"/>
                      <a:pt x="1491" y="5958"/>
                    </a:cubicBezTo>
                    <a:cubicBezTo>
                      <a:pt x="2258" y="5591"/>
                      <a:pt x="2892" y="4657"/>
                      <a:pt x="3592" y="3690"/>
                    </a:cubicBezTo>
                    <a:cubicBezTo>
                      <a:pt x="3926" y="3256"/>
                      <a:pt x="4293" y="2756"/>
                      <a:pt x="4726" y="2256"/>
                    </a:cubicBezTo>
                    <a:cubicBezTo>
                      <a:pt x="5093" y="1755"/>
                      <a:pt x="5560" y="1288"/>
                      <a:pt x="6094" y="988"/>
                    </a:cubicBezTo>
                    <a:cubicBezTo>
                      <a:pt x="6327" y="855"/>
                      <a:pt x="6594" y="755"/>
                      <a:pt x="6894" y="755"/>
                    </a:cubicBezTo>
                    <a:cubicBezTo>
                      <a:pt x="6928" y="732"/>
                      <a:pt x="6968" y="725"/>
                      <a:pt x="7013" y="725"/>
                    </a:cubicBezTo>
                    <a:cubicBezTo>
                      <a:pt x="7102" y="725"/>
                      <a:pt x="7206" y="755"/>
                      <a:pt x="7295" y="755"/>
                    </a:cubicBezTo>
                    <a:cubicBezTo>
                      <a:pt x="7461" y="755"/>
                      <a:pt x="7595" y="788"/>
                      <a:pt x="7728" y="821"/>
                    </a:cubicBezTo>
                    <a:cubicBezTo>
                      <a:pt x="7828" y="855"/>
                      <a:pt x="7962" y="921"/>
                      <a:pt x="8095" y="988"/>
                    </a:cubicBezTo>
                    <a:cubicBezTo>
                      <a:pt x="8229" y="1021"/>
                      <a:pt x="8329" y="1122"/>
                      <a:pt x="8462" y="1188"/>
                    </a:cubicBezTo>
                    <a:cubicBezTo>
                      <a:pt x="8729" y="1422"/>
                      <a:pt x="8896" y="1522"/>
                      <a:pt x="8996" y="1755"/>
                    </a:cubicBezTo>
                    <a:cubicBezTo>
                      <a:pt x="9296" y="2122"/>
                      <a:pt x="9430" y="2689"/>
                      <a:pt x="9763" y="3256"/>
                    </a:cubicBezTo>
                    <a:cubicBezTo>
                      <a:pt x="9830" y="3423"/>
                      <a:pt x="9963" y="3523"/>
                      <a:pt x="10097" y="3657"/>
                    </a:cubicBezTo>
                    <a:cubicBezTo>
                      <a:pt x="10230" y="3790"/>
                      <a:pt x="10397" y="3924"/>
                      <a:pt x="10497" y="3957"/>
                    </a:cubicBezTo>
                    <a:cubicBezTo>
                      <a:pt x="10764" y="4090"/>
                      <a:pt x="11097" y="4190"/>
                      <a:pt x="11398" y="4257"/>
                    </a:cubicBezTo>
                    <a:cubicBezTo>
                      <a:pt x="11481" y="4265"/>
                      <a:pt x="11560" y="4270"/>
                      <a:pt x="11636" y="4270"/>
                    </a:cubicBezTo>
                    <a:cubicBezTo>
                      <a:pt x="11865" y="4270"/>
                      <a:pt x="12065" y="4232"/>
                      <a:pt x="12265" y="4157"/>
                    </a:cubicBezTo>
                    <a:cubicBezTo>
                      <a:pt x="12498" y="4090"/>
                      <a:pt x="12665" y="3990"/>
                      <a:pt x="12832" y="3924"/>
                    </a:cubicBezTo>
                    <a:cubicBezTo>
                      <a:pt x="13166" y="3757"/>
                      <a:pt x="13399" y="3690"/>
                      <a:pt x="13499" y="3690"/>
                    </a:cubicBezTo>
                    <a:lnTo>
                      <a:pt x="13566" y="3690"/>
                    </a:lnTo>
                    <a:cubicBezTo>
                      <a:pt x="13694" y="3682"/>
                      <a:pt x="13820" y="3678"/>
                      <a:pt x="13943" y="3678"/>
                    </a:cubicBezTo>
                    <a:cubicBezTo>
                      <a:pt x="14810" y="3678"/>
                      <a:pt x="15533" y="3886"/>
                      <a:pt x="16001" y="4324"/>
                    </a:cubicBezTo>
                    <a:cubicBezTo>
                      <a:pt x="16501" y="4824"/>
                      <a:pt x="16768" y="5425"/>
                      <a:pt x="16902" y="5925"/>
                    </a:cubicBezTo>
                    <a:cubicBezTo>
                      <a:pt x="17002" y="6425"/>
                      <a:pt x="17002" y="6792"/>
                      <a:pt x="17068" y="7026"/>
                    </a:cubicBezTo>
                    <a:cubicBezTo>
                      <a:pt x="17102" y="7293"/>
                      <a:pt x="17102" y="7426"/>
                      <a:pt x="17102" y="7426"/>
                    </a:cubicBezTo>
                    <a:cubicBezTo>
                      <a:pt x="17117" y="7520"/>
                      <a:pt x="17199" y="7577"/>
                      <a:pt x="17284" y="7577"/>
                    </a:cubicBezTo>
                    <a:cubicBezTo>
                      <a:pt x="17382" y="7577"/>
                      <a:pt x="17484" y="7503"/>
                      <a:pt x="17502" y="7326"/>
                    </a:cubicBezTo>
                    <a:lnTo>
                      <a:pt x="17502" y="6926"/>
                    </a:lnTo>
                    <a:cubicBezTo>
                      <a:pt x="17469" y="6659"/>
                      <a:pt x="17469" y="6259"/>
                      <a:pt x="17335" y="5691"/>
                    </a:cubicBezTo>
                    <a:cubicBezTo>
                      <a:pt x="17235" y="5191"/>
                      <a:pt x="16968" y="4491"/>
                      <a:pt x="16334" y="3857"/>
                    </a:cubicBezTo>
                    <a:cubicBezTo>
                      <a:pt x="16001" y="3590"/>
                      <a:pt x="15601" y="3323"/>
                      <a:pt x="15100" y="3190"/>
                    </a:cubicBezTo>
                    <a:cubicBezTo>
                      <a:pt x="14740" y="3118"/>
                      <a:pt x="14362" y="3063"/>
                      <a:pt x="13966" y="3063"/>
                    </a:cubicBezTo>
                    <a:cubicBezTo>
                      <a:pt x="13813" y="3063"/>
                      <a:pt x="13657" y="3071"/>
                      <a:pt x="13499" y="3090"/>
                    </a:cubicBezTo>
                    <a:lnTo>
                      <a:pt x="13566" y="3090"/>
                    </a:lnTo>
                    <a:cubicBezTo>
                      <a:pt x="13399" y="3090"/>
                      <a:pt x="12999" y="3123"/>
                      <a:pt x="12632" y="3290"/>
                    </a:cubicBezTo>
                    <a:cubicBezTo>
                      <a:pt x="12334" y="3398"/>
                      <a:pt x="12036" y="3550"/>
                      <a:pt x="11721" y="3550"/>
                    </a:cubicBezTo>
                    <a:cubicBezTo>
                      <a:pt x="11647" y="3550"/>
                      <a:pt x="11573" y="3542"/>
                      <a:pt x="11498" y="3523"/>
                    </a:cubicBezTo>
                    <a:cubicBezTo>
                      <a:pt x="11298" y="3490"/>
                      <a:pt x="11097" y="3423"/>
                      <a:pt x="10897" y="3290"/>
                    </a:cubicBezTo>
                    <a:cubicBezTo>
                      <a:pt x="10764" y="3256"/>
                      <a:pt x="10730" y="3190"/>
                      <a:pt x="10630" y="3123"/>
                    </a:cubicBezTo>
                    <a:cubicBezTo>
                      <a:pt x="10564" y="3090"/>
                      <a:pt x="10464" y="2990"/>
                      <a:pt x="10430" y="2856"/>
                    </a:cubicBezTo>
                    <a:cubicBezTo>
                      <a:pt x="10163" y="2422"/>
                      <a:pt x="9997" y="1822"/>
                      <a:pt x="9663" y="1322"/>
                    </a:cubicBezTo>
                    <a:cubicBezTo>
                      <a:pt x="9496" y="1021"/>
                      <a:pt x="9163" y="788"/>
                      <a:pt x="8929" y="621"/>
                    </a:cubicBezTo>
                    <a:cubicBezTo>
                      <a:pt x="8796" y="521"/>
                      <a:pt x="8662" y="454"/>
                      <a:pt x="8496" y="354"/>
                    </a:cubicBezTo>
                    <a:cubicBezTo>
                      <a:pt x="8329" y="288"/>
                      <a:pt x="8162" y="188"/>
                      <a:pt x="7995" y="154"/>
                    </a:cubicBezTo>
                    <a:cubicBezTo>
                      <a:pt x="7760" y="48"/>
                      <a:pt x="7500" y="1"/>
                      <a:pt x="7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94" name="Google Shape;3594;p29"/>
              <p:cNvSpPr/>
              <p:nvPr/>
            </p:nvSpPr>
            <p:spPr>
              <a:xfrm rot="10800000">
                <a:off x="8391729" y="4528083"/>
                <a:ext cx="472574" cy="304837"/>
              </a:xfrm>
              <a:custGeom>
                <a:avLst/>
                <a:gdLst/>
                <a:ahLst/>
                <a:cxnLst/>
                <a:rect l="l" t="t" r="r" b="b"/>
                <a:pathLst>
                  <a:path w="19544" h="12607" extrusionOk="0">
                    <a:moveTo>
                      <a:pt x="6326" y="1"/>
                    </a:moveTo>
                    <a:cubicBezTo>
                      <a:pt x="6092" y="1"/>
                      <a:pt x="5892" y="34"/>
                      <a:pt x="5692" y="68"/>
                    </a:cubicBezTo>
                    <a:cubicBezTo>
                      <a:pt x="5492" y="168"/>
                      <a:pt x="5325" y="201"/>
                      <a:pt x="5092" y="301"/>
                    </a:cubicBezTo>
                    <a:cubicBezTo>
                      <a:pt x="4891" y="368"/>
                      <a:pt x="4725" y="468"/>
                      <a:pt x="4558" y="535"/>
                    </a:cubicBezTo>
                    <a:cubicBezTo>
                      <a:pt x="4391" y="568"/>
                      <a:pt x="4191" y="735"/>
                      <a:pt x="4058" y="868"/>
                    </a:cubicBezTo>
                    <a:cubicBezTo>
                      <a:pt x="3724" y="1135"/>
                      <a:pt x="3524" y="1469"/>
                      <a:pt x="3357" y="1735"/>
                    </a:cubicBezTo>
                    <a:cubicBezTo>
                      <a:pt x="2990" y="2369"/>
                      <a:pt x="2690" y="2903"/>
                      <a:pt x="2390" y="3403"/>
                    </a:cubicBezTo>
                    <a:cubicBezTo>
                      <a:pt x="2089" y="3870"/>
                      <a:pt x="1756" y="4304"/>
                      <a:pt x="1489" y="4504"/>
                    </a:cubicBezTo>
                    <a:cubicBezTo>
                      <a:pt x="1276" y="4646"/>
                      <a:pt x="1063" y="4687"/>
                      <a:pt x="885" y="4687"/>
                    </a:cubicBezTo>
                    <a:cubicBezTo>
                      <a:pt x="813" y="4687"/>
                      <a:pt x="746" y="4681"/>
                      <a:pt x="688" y="4671"/>
                    </a:cubicBezTo>
                    <a:cubicBezTo>
                      <a:pt x="588" y="4638"/>
                      <a:pt x="522" y="4638"/>
                      <a:pt x="488" y="4571"/>
                    </a:cubicBezTo>
                    <a:cubicBezTo>
                      <a:pt x="422" y="4537"/>
                      <a:pt x="388" y="4537"/>
                      <a:pt x="388" y="4537"/>
                    </a:cubicBezTo>
                    <a:cubicBezTo>
                      <a:pt x="353" y="4514"/>
                      <a:pt x="318" y="4504"/>
                      <a:pt x="284" y="4504"/>
                    </a:cubicBezTo>
                    <a:cubicBezTo>
                      <a:pt x="122" y="4504"/>
                      <a:pt x="1" y="4733"/>
                      <a:pt x="221" y="4871"/>
                    </a:cubicBezTo>
                    <a:cubicBezTo>
                      <a:pt x="221" y="4871"/>
                      <a:pt x="255" y="4871"/>
                      <a:pt x="322" y="4904"/>
                    </a:cubicBezTo>
                    <a:cubicBezTo>
                      <a:pt x="388" y="4938"/>
                      <a:pt x="488" y="5004"/>
                      <a:pt x="588" y="5038"/>
                    </a:cubicBezTo>
                    <a:cubicBezTo>
                      <a:pt x="686" y="5074"/>
                      <a:pt x="811" y="5098"/>
                      <a:pt x="949" y="5098"/>
                    </a:cubicBezTo>
                    <a:cubicBezTo>
                      <a:pt x="1188" y="5098"/>
                      <a:pt x="1469" y="5028"/>
                      <a:pt x="1723" y="4838"/>
                    </a:cubicBezTo>
                    <a:cubicBezTo>
                      <a:pt x="2556" y="4237"/>
                      <a:pt x="3090" y="3136"/>
                      <a:pt x="3824" y="2002"/>
                    </a:cubicBezTo>
                    <a:cubicBezTo>
                      <a:pt x="4024" y="1735"/>
                      <a:pt x="4191" y="1469"/>
                      <a:pt x="4424" y="1235"/>
                    </a:cubicBezTo>
                    <a:cubicBezTo>
                      <a:pt x="4658" y="1035"/>
                      <a:pt x="5025" y="968"/>
                      <a:pt x="5325" y="801"/>
                    </a:cubicBezTo>
                    <a:cubicBezTo>
                      <a:pt x="5492" y="701"/>
                      <a:pt x="5659" y="668"/>
                      <a:pt x="5825" y="635"/>
                    </a:cubicBezTo>
                    <a:cubicBezTo>
                      <a:pt x="5992" y="635"/>
                      <a:pt x="6159" y="635"/>
                      <a:pt x="6326" y="568"/>
                    </a:cubicBezTo>
                    <a:cubicBezTo>
                      <a:pt x="6593" y="635"/>
                      <a:pt x="6926" y="668"/>
                      <a:pt x="7193" y="868"/>
                    </a:cubicBezTo>
                    <a:cubicBezTo>
                      <a:pt x="7360" y="968"/>
                      <a:pt x="7427" y="1135"/>
                      <a:pt x="7560" y="1202"/>
                    </a:cubicBezTo>
                    <a:cubicBezTo>
                      <a:pt x="7660" y="1335"/>
                      <a:pt x="7760" y="1469"/>
                      <a:pt x="7860" y="1635"/>
                    </a:cubicBezTo>
                    <a:cubicBezTo>
                      <a:pt x="8027" y="1969"/>
                      <a:pt x="8194" y="2236"/>
                      <a:pt x="8361" y="2569"/>
                    </a:cubicBezTo>
                    <a:cubicBezTo>
                      <a:pt x="8694" y="3237"/>
                      <a:pt x="8928" y="3904"/>
                      <a:pt x="9361" y="4504"/>
                    </a:cubicBezTo>
                    <a:cubicBezTo>
                      <a:pt x="9595" y="4804"/>
                      <a:pt x="9828" y="5071"/>
                      <a:pt x="10095" y="5338"/>
                    </a:cubicBezTo>
                    <a:cubicBezTo>
                      <a:pt x="10395" y="5572"/>
                      <a:pt x="10729" y="5838"/>
                      <a:pt x="11096" y="6005"/>
                    </a:cubicBezTo>
                    <a:cubicBezTo>
                      <a:pt x="11863" y="6339"/>
                      <a:pt x="12664" y="6405"/>
                      <a:pt x="13264" y="6672"/>
                    </a:cubicBezTo>
                    <a:cubicBezTo>
                      <a:pt x="13898" y="6906"/>
                      <a:pt x="14398" y="7406"/>
                      <a:pt x="14732" y="8040"/>
                    </a:cubicBezTo>
                    <a:cubicBezTo>
                      <a:pt x="15065" y="8674"/>
                      <a:pt x="15366" y="9341"/>
                      <a:pt x="15599" y="9975"/>
                    </a:cubicBezTo>
                    <a:cubicBezTo>
                      <a:pt x="15866" y="10575"/>
                      <a:pt x="16166" y="11176"/>
                      <a:pt x="16533" y="11676"/>
                    </a:cubicBezTo>
                    <a:cubicBezTo>
                      <a:pt x="16900" y="12176"/>
                      <a:pt x="17400" y="12510"/>
                      <a:pt x="17901" y="12577"/>
                    </a:cubicBezTo>
                    <a:cubicBezTo>
                      <a:pt x="17967" y="12599"/>
                      <a:pt x="18042" y="12606"/>
                      <a:pt x="18117" y="12606"/>
                    </a:cubicBezTo>
                    <a:cubicBezTo>
                      <a:pt x="18268" y="12606"/>
                      <a:pt x="18423" y="12577"/>
                      <a:pt x="18535" y="12577"/>
                    </a:cubicBezTo>
                    <a:cubicBezTo>
                      <a:pt x="18701" y="12577"/>
                      <a:pt x="18868" y="12543"/>
                      <a:pt x="19002" y="12510"/>
                    </a:cubicBezTo>
                    <a:cubicBezTo>
                      <a:pt x="19102" y="12510"/>
                      <a:pt x="19202" y="12476"/>
                      <a:pt x="19235" y="12410"/>
                    </a:cubicBezTo>
                    <a:cubicBezTo>
                      <a:pt x="19268" y="12376"/>
                      <a:pt x="19335" y="12376"/>
                      <a:pt x="19335" y="12376"/>
                    </a:cubicBezTo>
                    <a:cubicBezTo>
                      <a:pt x="19543" y="12257"/>
                      <a:pt x="19460" y="12032"/>
                      <a:pt x="19297" y="12032"/>
                    </a:cubicBezTo>
                    <a:cubicBezTo>
                      <a:pt x="19278" y="12032"/>
                      <a:pt x="19257" y="12036"/>
                      <a:pt x="19235" y="12043"/>
                    </a:cubicBezTo>
                    <a:cubicBezTo>
                      <a:pt x="19235" y="12043"/>
                      <a:pt x="19202" y="12076"/>
                      <a:pt x="19168" y="12076"/>
                    </a:cubicBezTo>
                    <a:cubicBezTo>
                      <a:pt x="19102" y="12076"/>
                      <a:pt x="19035" y="12143"/>
                      <a:pt x="18901" y="12176"/>
                    </a:cubicBezTo>
                    <a:cubicBezTo>
                      <a:pt x="18835" y="12210"/>
                      <a:pt x="18701" y="12243"/>
                      <a:pt x="18535" y="12243"/>
                    </a:cubicBezTo>
                    <a:cubicBezTo>
                      <a:pt x="18401" y="12243"/>
                      <a:pt x="18201" y="12243"/>
                      <a:pt x="18034" y="12210"/>
                    </a:cubicBezTo>
                    <a:cubicBezTo>
                      <a:pt x="17667" y="12143"/>
                      <a:pt x="17267" y="11876"/>
                      <a:pt x="16933" y="11409"/>
                    </a:cubicBezTo>
                    <a:cubicBezTo>
                      <a:pt x="16600" y="11009"/>
                      <a:pt x="16366" y="10408"/>
                      <a:pt x="16099" y="9808"/>
                    </a:cubicBezTo>
                    <a:cubicBezTo>
                      <a:pt x="15866" y="9174"/>
                      <a:pt x="15666" y="8507"/>
                      <a:pt x="15266" y="7806"/>
                    </a:cubicBezTo>
                    <a:cubicBezTo>
                      <a:pt x="14899" y="7073"/>
                      <a:pt x="14332" y="6405"/>
                      <a:pt x="13531" y="6072"/>
                    </a:cubicBezTo>
                    <a:cubicBezTo>
                      <a:pt x="12764" y="5738"/>
                      <a:pt x="11997" y="5672"/>
                      <a:pt x="11396" y="5371"/>
                    </a:cubicBezTo>
                    <a:cubicBezTo>
                      <a:pt x="11096" y="5238"/>
                      <a:pt x="10862" y="5038"/>
                      <a:pt x="10596" y="4838"/>
                    </a:cubicBezTo>
                    <a:cubicBezTo>
                      <a:pt x="10362" y="4638"/>
                      <a:pt x="10162" y="4371"/>
                      <a:pt x="9995" y="4137"/>
                    </a:cubicBezTo>
                    <a:cubicBezTo>
                      <a:pt x="9662" y="3637"/>
                      <a:pt x="9361" y="2970"/>
                      <a:pt x="9028" y="2303"/>
                    </a:cubicBezTo>
                    <a:cubicBezTo>
                      <a:pt x="8861" y="1969"/>
                      <a:pt x="8661" y="1635"/>
                      <a:pt x="8427" y="1302"/>
                    </a:cubicBezTo>
                    <a:cubicBezTo>
                      <a:pt x="8361" y="1135"/>
                      <a:pt x="8194" y="968"/>
                      <a:pt x="8060" y="801"/>
                    </a:cubicBezTo>
                    <a:cubicBezTo>
                      <a:pt x="7894" y="668"/>
                      <a:pt x="7760" y="501"/>
                      <a:pt x="7560" y="368"/>
                    </a:cubicBezTo>
                    <a:cubicBezTo>
                      <a:pt x="7226" y="68"/>
                      <a:pt x="6726" y="1"/>
                      <a:pt x="63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95" name="Google Shape;3595;p29"/>
              <p:cNvSpPr/>
              <p:nvPr/>
            </p:nvSpPr>
            <p:spPr>
              <a:xfrm rot="10800000">
                <a:off x="8559707" y="4327970"/>
                <a:ext cx="21786" cy="12356"/>
              </a:xfrm>
              <a:custGeom>
                <a:avLst/>
                <a:gdLst/>
                <a:ahLst/>
                <a:cxnLst/>
                <a:rect l="l" t="t" r="r" b="b"/>
                <a:pathLst>
                  <a:path w="901" h="511" extrusionOk="0">
                    <a:moveTo>
                      <a:pt x="513" y="1"/>
                    </a:moveTo>
                    <a:cubicBezTo>
                      <a:pt x="473" y="1"/>
                      <a:pt x="434" y="3"/>
                      <a:pt x="401" y="10"/>
                    </a:cubicBezTo>
                    <a:cubicBezTo>
                      <a:pt x="234" y="43"/>
                      <a:pt x="0" y="177"/>
                      <a:pt x="0" y="177"/>
                    </a:cubicBezTo>
                    <a:lnTo>
                      <a:pt x="0" y="444"/>
                    </a:lnTo>
                    <a:cubicBezTo>
                      <a:pt x="0" y="444"/>
                      <a:pt x="267" y="510"/>
                      <a:pt x="501" y="510"/>
                    </a:cubicBezTo>
                    <a:cubicBezTo>
                      <a:pt x="667" y="477"/>
                      <a:pt x="901" y="310"/>
                      <a:pt x="901" y="310"/>
                    </a:cubicBezTo>
                    <a:cubicBezTo>
                      <a:pt x="901" y="277"/>
                      <a:pt x="834" y="43"/>
                      <a:pt x="868" y="43"/>
                    </a:cubicBezTo>
                    <a:cubicBezTo>
                      <a:pt x="868" y="43"/>
                      <a:pt x="675"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96" name="Google Shape;3596;p29"/>
              <p:cNvSpPr/>
              <p:nvPr/>
            </p:nvSpPr>
            <p:spPr>
              <a:xfrm rot="10800000">
                <a:off x="8552429" y="4311842"/>
                <a:ext cx="20190" cy="12356"/>
              </a:xfrm>
              <a:custGeom>
                <a:avLst/>
                <a:gdLst/>
                <a:ahLst/>
                <a:cxnLst/>
                <a:rect l="l" t="t" r="r" b="b"/>
                <a:pathLst>
                  <a:path w="835" h="511" extrusionOk="0">
                    <a:moveTo>
                      <a:pt x="423" y="1"/>
                    </a:moveTo>
                    <a:cubicBezTo>
                      <a:pt x="391" y="1"/>
                      <a:pt x="360" y="4"/>
                      <a:pt x="334" y="10"/>
                    </a:cubicBezTo>
                    <a:cubicBezTo>
                      <a:pt x="200" y="44"/>
                      <a:pt x="0" y="177"/>
                      <a:pt x="0" y="177"/>
                    </a:cubicBezTo>
                    <a:lnTo>
                      <a:pt x="0" y="411"/>
                    </a:lnTo>
                    <a:cubicBezTo>
                      <a:pt x="0" y="411"/>
                      <a:pt x="234" y="511"/>
                      <a:pt x="434" y="511"/>
                    </a:cubicBezTo>
                    <a:cubicBezTo>
                      <a:pt x="601" y="477"/>
                      <a:pt x="801" y="310"/>
                      <a:pt x="801" y="310"/>
                    </a:cubicBezTo>
                    <a:cubicBezTo>
                      <a:pt x="834" y="310"/>
                      <a:pt x="734" y="77"/>
                      <a:pt x="701" y="44"/>
                    </a:cubicBezTo>
                    <a:cubicBezTo>
                      <a:pt x="701" y="44"/>
                      <a:pt x="551"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97" name="Google Shape;3597;p29"/>
              <p:cNvSpPr/>
              <p:nvPr/>
            </p:nvSpPr>
            <p:spPr>
              <a:xfrm rot="10800000">
                <a:off x="8545175" y="4287637"/>
                <a:ext cx="20190" cy="12138"/>
              </a:xfrm>
              <a:custGeom>
                <a:avLst/>
                <a:gdLst/>
                <a:ahLst/>
                <a:cxnLst/>
                <a:rect l="l" t="t" r="r" b="b"/>
                <a:pathLst>
                  <a:path w="835" h="502" extrusionOk="0">
                    <a:moveTo>
                      <a:pt x="668" y="1"/>
                    </a:moveTo>
                    <a:cubicBezTo>
                      <a:pt x="668" y="1"/>
                      <a:pt x="434" y="1"/>
                      <a:pt x="334" y="34"/>
                    </a:cubicBezTo>
                    <a:cubicBezTo>
                      <a:pt x="234" y="34"/>
                      <a:pt x="201" y="101"/>
                      <a:pt x="134" y="134"/>
                    </a:cubicBezTo>
                    <a:cubicBezTo>
                      <a:pt x="34" y="168"/>
                      <a:pt x="0" y="201"/>
                      <a:pt x="0" y="201"/>
                    </a:cubicBezTo>
                    <a:lnTo>
                      <a:pt x="0" y="468"/>
                    </a:lnTo>
                    <a:cubicBezTo>
                      <a:pt x="0" y="468"/>
                      <a:pt x="67" y="468"/>
                      <a:pt x="167" y="501"/>
                    </a:cubicBezTo>
                    <a:lnTo>
                      <a:pt x="467" y="501"/>
                    </a:lnTo>
                    <a:cubicBezTo>
                      <a:pt x="534" y="468"/>
                      <a:pt x="634" y="435"/>
                      <a:pt x="701" y="335"/>
                    </a:cubicBezTo>
                    <a:lnTo>
                      <a:pt x="834" y="201"/>
                    </a:lnTo>
                    <a:cubicBezTo>
                      <a:pt x="834" y="168"/>
                      <a:pt x="701" y="1"/>
                      <a:pt x="6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98" name="Google Shape;3598;p29"/>
              <p:cNvSpPr/>
              <p:nvPr/>
            </p:nvSpPr>
            <p:spPr>
              <a:xfrm rot="10800000">
                <a:off x="8375794" y="4255381"/>
                <a:ext cx="33102" cy="12936"/>
              </a:xfrm>
              <a:custGeom>
                <a:avLst/>
                <a:gdLst/>
                <a:ahLst/>
                <a:cxnLst/>
                <a:rect l="l" t="t" r="r" b="b"/>
                <a:pathLst>
                  <a:path w="1369" h="535" extrusionOk="0">
                    <a:moveTo>
                      <a:pt x="1235" y="1"/>
                    </a:moveTo>
                    <a:cubicBezTo>
                      <a:pt x="1235" y="1"/>
                      <a:pt x="868" y="1"/>
                      <a:pt x="601" y="34"/>
                    </a:cubicBezTo>
                    <a:cubicBezTo>
                      <a:pt x="368" y="68"/>
                      <a:pt x="1" y="201"/>
                      <a:pt x="1" y="201"/>
                    </a:cubicBezTo>
                    <a:lnTo>
                      <a:pt x="1" y="468"/>
                    </a:lnTo>
                    <a:cubicBezTo>
                      <a:pt x="1" y="468"/>
                      <a:pt x="401" y="535"/>
                      <a:pt x="701" y="535"/>
                    </a:cubicBezTo>
                    <a:cubicBezTo>
                      <a:pt x="935" y="468"/>
                      <a:pt x="1335" y="234"/>
                      <a:pt x="1335" y="234"/>
                    </a:cubicBezTo>
                    <a:cubicBezTo>
                      <a:pt x="1368" y="201"/>
                      <a:pt x="1268" y="1"/>
                      <a:pt x="12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99" name="Google Shape;3599;p29"/>
              <p:cNvSpPr/>
              <p:nvPr/>
            </p:nvSpPr>
            <p:spPr>
              <a:xfrm rot="10800000">
                <a:off x="8370160" y="4233595"/>
                <a:ext cx="26622" cy="13734"/>
              </a:xfrm>
              <a:custGeom>
                <a:avLst/>
                <a:gdLst/>
                <a:ahLst/>
                <a:cxnLst/>
                <a:rect l="l" t="t" r="r" b="b"/>
                <a:pathLst>
                  <a:path w="1101" h="568" extrusionOk="0">
                    <a:moveTo>
                      <a:pt x="1034" y="0"/>
                    </a:moveTo>
                    <a:cubicBezTo>
                      <a:pt x="1034" y="0"/>
                      <a:pt x="701" y="0"/>
                      <a:pt x="500" y="34"/>
                    </a:cubicBezTo>
                    <a:cubicBezTo>
                      <a:pt x="267" y="134"/>
                      <a:pt x="0" y="334"/>
                      <a:pt x="0" y="334"/>
                    </a:cubicBezTo>
                    <a:cubicBezTo>
                      <a:pt x="0" y="367"/>
                      <a:pt x="67" y="567"/>
                      <a:pt x="67" y="567"/>
                    </a:cubicBezTo>
                    <a:cubicBezTo>
                      <a:pt x="67" y="567"/>
                      <a:pt x="400" y="567"/>
                      <a:pt x="601" y="534"/>
                    </a:cubicBezTo>
                    <a:cubicBezTo>
                      <a:pt x="834" y="467"/>
                      <a:pt x="1101" y="234"/>
                      <a:pt x="1101" y="234"/>
                    </a:cubicBezTo>
                    <a:cubicBezTo>
                      <a:pt x="1101" y="234"/>
                      <a:pt x="1068" y="34"/>
                      <a:pt x="10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00" name="Google Shape;3600;p29"/>
              <p:cNvSpPr/>
              <p:nvPr/>
            </p:nvSpPr>
            <p:spPr>
              <a:xfrm rot="10800000">
                <a:off x="8364502" y="4213695"/>
                <a:ext cx="20190" cy="11050"/>
              </a:xfrm>
              <a:custGeom>
                <a:avLst/>
                <a:gdLst/>
                <a:ahLst/>
                <a:cxnLst/>
                <a:rect l="l" t="t" r="r" b="b"/>
                <a:pathLst>
                  <a:path w="835" h="457" extrusionOk="0">
                    <a:moveTo>
                      <a:pt x="401" y="0"/>
                    </a:moveTo>
                    <a:cubicBezTo>
                      <a:pt x="234" y="0"/>
                      <a:pt x="34" y="167"/>
                      <a:pt x="34" y="167"/>
                    </a:cubicBezTo>
                    <a:cubicBezTo>
                      <a:pt x="0" y="167"/>
                      <a:pt x="67" y="401"/>
                      <a:pt x="67" y="401"/>
                    </a:cubicBezTo>
                    <a:cubicBezTo>
                      <a:pt x="67" y="401"/>
                      <a:pt x="217" y="457"/>
                      <a:pt x="335" y="457"/>
                    </a:cubicBezTo>
                    <a:cubicBezTo>
                      <a:pt x="374" y="457"/>
                      <a:pt x="409" y="451"/>
                      <a:pt x="434" y="434"/>
                    </a:cubicBezTo>
                    <a:lnTo>
                      <a:pt x="701" y="334"/>
                    </a:lnTo>
                    <a:cubicBezTo>
                      <a:pt x="768" y="267"/>
                      <a:pt x="834" y="234"/>
                      <a:pt x="834" y="234"/>
                    </a:cubicBezTo>
                    <a:cubicBezTo>
                      <a:pt x="834" y="200"/>
                      <a:pt x="768" y="34"/>
                      <a:pt x="768" y="34"/>
                    </a:cubicBezTo>
                    <a:cubicBezTo>
                      <a:pt x="768" y="34"/>
                      <a:pt x="734" y="0"/>
                      <a:pt x="6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01" name="Google Shape;3601;p29"/>
              <p:cNvSpPr/>
              <p:nvPr/>
            </p:nvSpPr>
            <p:spPr>
              <a:xfrm rot="10800000">
                <a:off x="8703264" y="4790219"/>
                <a:ext cx="22608" cy="12840"/>
              </a:xfrm>
              <a:custGeom>
                <a:avLst/>
                <a:gdLst/>
                <a:ahLst/>
                <a:cxnLst/>
                <a:rect l="l" t="t" r="r" b="b"/>
                <a:pathLst>
                  <a:path w="935" h="531" extrusionOk="0">
                    <a:moveTo>
                      <a:pt x="834" y="0"/>
                    </a:moveTo>
                    <a:cubicBezTo>
                      <a:pt x="834" y="0"/>
                      <a:pt x="534" y="0"/>
                      <a:pt x="401" y="33"/>
                    </a:cubicBezTo>
                    <a:cubicBezTo>
                      <a:pt x="267" y="100"/>
                      <a:pt x="34" y="267"/>
                      <a:pt x="34" y="267"/>
                    </a:cubicBezTo>
                    <a:cubicBezTo>
                      <a:pt x="0" y="267"/>
                      <a:pt x="100" y="500"/>
                      <a:pt x="100" y="500"/>
                    </a:cubicBezTo>
                    <a:cubicBezTo>
                      <a:pt x="100" y="500"/>
                      <a:pt x="219" y="530"/>
                      <a:pt x="348" y="530"/>
                    </a:cubicBezTo>
                    <a:cubicBezTo>
                      <a:pt x="412" y="530"/>
                      <a:pt x="478" y="523"/>
                      <a:pt x="534" y="500"/>
                    </a:cubicBezTo>
                    <a:cubicBezTo>
                      <a:pt x="701" y="434"/>
                      <a:pt x="934" y="234"/>
                      <a:pt x="934" y="234"/>
                    </a:cubicBezTo>
                    <a:cubicBezTo>
                      <a:pt x="934" y="234"/>
                      <a:pt x="834" y="67"/>
                      <a:pt x="8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02" name="Google Shape;3602;p29"/>
              <p:cNvSpPr/>
              <p:nvPr/>
            </p:nvSpPr>
            <p:spPr>
              <a:xfrm rot="10800000">
                <a:off x="8692770" y="4768360"/>
                <a:ext cx="25848" cy="14532"/>
              </a:xfrm>
              <a:custGeom>
                <a:avLst/>
                <a:gdLst/>
                <a:ahLst/>
                <a:cxnLst/>
                <a:rect l="l" t="t" r="r" b="b"/>
                <a:pathLst>
                  <a:path w="1069" h="601" extrusionOk="0">
                    <a:moveTo>
                      <a:pt x="1001" y="0"/>
                    </a:moveTo>
                    <a:cubicBezTo>
                      <a:pt x="1001" y="0"/>
                      <a:pt x="668" y="0"/>
                      <a:pt x="468" y="100"/>
                    </a:cubicBezTo>
                    <a:cubicBezTo>
                      <a:pt x="301" y="133"/>
                      <a:pt x="1" y="334"/>
                      <a:pt x="1" y="334"/>
                    </a:cubicBezTo>
                    <a:lnTo>
                      <a:pt x="34" y="600"/>
                    </a:lnTo>
                    <a:cubicBezTo>
                      <a:pt x="34" y="600"/>
                      <a:pt x="401" y="600"/>
                      <a:pt x="634" y="567"/>
                    </a:cubicBezTo>
                    <a:cubicBezTo>
                      <a:pt x="835" y="467"/>
                      <a:pt x="1068" y="267"/>
                      <a:pt x="1068" y="267"/>
                    </a:cubicBezTo>
                    <a:cubicBezTo>
                      <a:pt x="1068" y="234"/>
                      <a:pt x="1035" y="0"/>
                      <a:pt x="10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03" name="Google Shape;3603;p29"/>
              <p:cNvSpPr/>
              <p:nvPr/>
            </p:nvSpPr>
            <p:spPr>
              <a:xfrm rot="10800000">
                <a:off x="8669388" y="4743358"/>
                <a:ext cx="39558" cy="12356"/>
              </a:xfrm>
              <a:custGeom>
                <a:avLst/>
                <a:gdLst/>
                <a:ahLst/>
                <a:cxnLst/>
                <a:rect l="l" t="t" r="r" b="b"/>
                <a:pathLst>
                  <a:path w="1636" h="511" extrusionOk="0">
                    <a:moveTo>
                      <a:pt x="1016" y="1"/>
                    </a:moveTo>
                    <a:cubicBezTo>
                      <a:pt x="942" y="1"/>
                      <a:pt x="868" y="3"/>
                      <a:pt x="801" y="10"/>
                    </a:cubicBezTo>
                    <a:cubicBezTo>
                      <a:pt x="501" y="44"/>
                      <a:pt x="1" y="177"/>
                      <a:pt x="1" y="177"/>
                    </a:cubicBezTo>
                    <a:lnTo>
                      <a:pt x="1" y="444"/>
                    </a:lnTo>
                    <a:cubicBezTo>
                      <a:pt x="1" y="444"/>
                      <a:pt x="501" y="511"/>
                      <a:pt x="835" y="511"/>
                    </a:cubicBezTo>
                    <a:cubicBezTo>
                      <a:pt x="1135" y="477"/>
                      <a:pt x="1635" y="310"/>
                      <a:pt x="1635" y="310"/>
                    </a:cubicBezTo>
                    <a:cubicBezTo>
                      <a:pt x="1635" y="310"/>
                      <a:pt x="1602" y="110"/>
                      <a:pt x="1635" y="44"/>
                    </a:cubicBezTo>
                    <a:cubicBezTo>
                      <a:pt x="1635" y="44"/>
                      <a:pt x="1315" y="1"/>
                      <a:pt x="10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04" name="Google Shape;3604;p29"/>
              <p:cNvSpPr/>
              <p:nvPr/>
            </p:nvSpPr>
            <p:spPr>
              <a:xfrm rot="10800000">
                <a:off x="8662134" y="4715116"/>
                <a:ext cx="31482" cy="14556"/>
              </a:xfrm>
              <a:custGeom>
                <a:avLst/>
                <a:gdLst/>
                <a:ahLst/>
                <a:cxnLst/>
                <a:rect l="l" t="t" r="r" b="b"/>
                <a:pathLst>
                  <a:path w="1302" h="602" extrusionOk="0">
                    <a:moveTo>
                      <a:pt x="1268" y="1"/>
                    </a:moveTo>
                    <a:cubicBezTo>
                      <a:pt x="1268" y="1"/>
                      <a:pt x="835" y="1"/>
                      <a:pt x="601" y="67"/>
                    </a:cubicBezTo>
                    <a:cubicBezTo>
                      <a:pt x="334" y="134"/>
                      <a:pt x="1" y="368"/>
                      <a:pt x="1" y="368"/>
                    </a:cubicBezTo>
                    <a:cubicBezTo>
                      <a:pt x="1" y="401"/>
                      <a:pt x="101" y="601"/>
                      <a:pt x="101" y="601"/>
                    </a:cubicBezTo>
                    <a:cubicBezTo>
                      <a:pt x="101" y="601"/>
                      <a:pt x="468" y="601"/>
                      <a:pt x="701" y="534"/>
                    </a:cubicBezTo>
                    <a:cubicBezTo>
                      <a:pt x="968" y="468"/>
                      <a:pt x="1302" y="267"/>
                      <a:pt x="1302" y="267"/>
                    </a:cubicBezTo>
                    <a:cubicBezTo>
                      <a:pt x="1302" y="267"/>
                      <a:pt x="1268" y="67"/>
                      <a:pt x="1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05" name="Google Shape;3605;p29"/>
              <p:cNvSpPr/>
              <p:nvPr/>
            </p:nvSpPr>
            <p:spPr>
              <a:xfrm rot="10800000">
                <a:off x="8545973" y="4650603"/>
                <a:ext cx="26646" cy="14532"/>
              </a:xfrm>
              <a:custGeom>
                <a:avLst/>
                <a:gdLst/>
                <a:ahLst/>
                <a:cxnLst/>
                <a:rect l="l" t="t" r="r" b="b"/>
                <a:pathLst>
                  <a:path w="1102" h="601" extrusionOk="0">
                    <a:moveTo>
                      <a:pt x="1001" y="0"/>
                    </a:moveTo>
                    <a:cubicBezTo>
                      <a:pt x="1001" y="0"/>
                      <a:pt x="667" y="0"/>
                      <a:pt x="467" y="100"/>
                    </a:cubicBezTo>
                    <a:cubicBezTo>
                      <a:pt x="300" y="134"/>
                      <a:pt x="0" y="367"/>
                      <a:pt x="0" y="367"/>
                    </a:cubicBezTo>
                    <a:lnTo>
                      <a:pt x="34" y="601"/>
                    </a:lnTo>
                    <a:cubicBezTo>
                      <a:pt x="34" y="601"/>
                      <a:pt x="434" y="601"/>
                      <a:pt x="634" y="534"/>
                    </a:cubicBezTo>
                    <a:cubicBezTo>
                      <a:pt x="834" y="434"/>
                      <a:pt x="1101" y="234"/>
                      <a:pt x="1101" y="234"/>
                    </a:cubicBezTo>
                    <a:cubicBezTo>
                      <a:pt x="1101" y="234"/>
                      <a:pt x="1034" y="34"/>
                      <a:pt x="10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06" name="Google Shape;3606;p29"/>
              <p:cNvSpPr/>
              <p:nvPr/>
            </p:nvSpPr>
            <p:spPr>
              <a:xfrm rot="10800000">
                <a:off x="8534681" y="4619943"/>
                <a:ext cx="25050" cy="14556"/>
              </a:xfrm>
              <a:custGeom>
                <a:avLst/>
                <a:gdLst/>
                <a:ahLst/>
                <a:cxnLst/>
                <a:rect l="l" t="t" r="r" b="b"/>
                <a:pathLst>
                  <a:path w="1036" h="602" extrusionOk="0">
                    <a:moveTo>
                      <a:pt x="935" y="1"/>
                    </a:moveTo>
                    <a:cubicBezTo>
                      <a:pt x="935" y="1"/>
                      <a:pt x="601" y="1"/>
                      <a:pt x="435" y="101"/>
                    </a:cubicBezTo>
                    <a:cubicBezTo>
                      <a:pt x="268" y="134"/>
                      <a:pt x="1" y="334"/>
                      <a:pt x="1" y="334"/>
                    </a:cubicBezTo>
                    <a:lnTo>
                      <a:pt x="68" y="601"/>
                    </a:lnTo>
                    <a:cubicBezTo>
                      <a:pt x="68" y="601"/>
                      <a:pt x="435" y="601"/>
                      <a:pt x="635" y="501"/>
                    </a:cubicBezTo>
                    <a:cubicBezTo>
                      <a:pt x="802" y="434"/>
                      <a:pt x="1035" y="201"/>
                      <a:pt x="1035" y="201"/>
                    </a:cubicBezTo>
                    <a:cubicBezTo>
                      <a:pt x="1035" y="201"/>
                      <a:pt x="968"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07" name="Google Shape;3607;p29"/>
              <p:cNvSpPr/>
              <p:nvPr/>
            </p:nvSpPr>
            <p:spPr>
              <a:xfrm rot="10800000">
                <a:off x="8516135" y="4586067"/>
                <a:ext cx="29064" cy="14629"/>
              </a:xfrm>
              <a:custGeom>
                <a:avLst/>
                <a:gdLst/>
                <a:ahLst/>
                <a:cxnLst/>
                <a:rect l="l" t="t" r="r" b="b"/>
                <a:pathLst>
                  <a:path w="1202" h="605" extrusionOk="0">
                    <a:moveTo>
                      <a:pt x="1141" y="1"/>
                    </a:moveTo>
                    <a:cubicBezTo>
                      <a:pt x="1139" y="1"/>
                      <a:pt x="1137" y="2"/>
                      <a:pt x="1135" y="4"/>
                    </a:cubicBezTo>
                    <a:cubicBezTo>
                      <a:pt x="1135" y="4"/>
                      <a:pt x="734" y="4"/>
                      <a:pt x="534" y="104"/>
                    </a:cubicBezTo>
                    <a:cubicBezTo>
                      <a:pt x="334" y="137"/>
                      <a:pt x="0" y="371"/>
                      <a:pt x="0" y="371"/>
                    </a:cubicBezTo>
                    <a:lnTo>
                      <a:pt x="34" y="604"/>
                    </a:lnTo>
                    <a:cubicBezTo>
                      <a:pt x="34" y="604"/>
                      <a:pt x="401" y="604"/>
                      <a:pt x="668" y="571"/>
                    </a:cubicBezTo>
                    <a:cubicBezTo>
                      <a:pt x="868" y="471"/>
                      <a:pt x="1201" y="237"/>
                      <a:pt x="1201" y="237"/>
                    </a:cubicBezTo>
                    <a:cubicBezTo>
                      <a:pt x="1201" y="206"/>
                      <a:pt x="1172" y="1"/>
                      <a:pt x="11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08" name="Google Shape;3608;p29"/>
              <p:cNvSpPr/>
              <p:nvPr/>
            </p:nvSpPr>
            <p:spPr>
              <a:xfrm rot="10800000">
                <a:off x="8494373" y="4561887"/>
                <a:ext cx="32280" cy="16950"/>
              </a:xfrm>
              <a:custGeom>
                <a:avLst/>
                <a:gdLst/>
                <a:ahLst/>
                <a:cxnLst/>
                <a:rect l="l" t="t" r="r" b="b"/>
                <a:pathLst>
                  <a:path w="1335" h="701" extrusionOk="0">
                    <a:moveTo>
                      <a:pt x="1268" y="0"/>
                    </a:moveTo>
                    <a:cubicBezTo>
                      <a:pt x="1268" y="0"/>
                      <a:pt x="835" y="34"/>
                      <a:pt x="601" y="134"/>
                    </a:cubicBezTo>
                    <a:cubicBezTo>
                      <a:pt x="334" y="234"/>
                      <a:pt x="1" y="501"/>
                      <a:pt x="1" y="501"/>
                    </a:cubicBezTo>
                    <a:lnTo>
                      <a:pt x="134" y="701"/>
                    </a:lnTo>
                    <a:cubicBezTo>
                      <a:pt x="134" y="701"/>
                      <a:pt x="568" y="634"/>
                      <a:pt x="768" y="534"/>
                    </a:cubicBezTo>
                    <a:cubicBezTo>
                      <a:pt x="1035" y="467"/>
                      <a:pt x="1335" y="201"/>
                      <a:pt x="1335" y="201"/>
                    </a:cubicBezTo>
                    <a:lnTo>
                      <a:pt x="126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09" name="Google Shape;3609;p29"/>
              <p:cNvSpPr/>
              <p:nvPr/>
            </p:nvSpPr>
            <p:spPr>
              <a:xfrm rot="10800000">
                <a:off x="8475803" y="4532847"/>
                <a:ext cx="32304" cy="16467"/>
              </a:xfrm>
              <a:custGeom>
                <a:avLst/>
                <a:gdLst/>
                <a:ahLst/>
                <a:cxnLst/>
                <a:rect l="l" t="t" r="r" b="b"/>
                <a:pathLst>
                  <a:path w="1336" h="681" extrusionOk="0">
                    <a:moveTo>
                      <a:pt x="1261" y="0"/>
                    </a:moveTo>
                    <a:cubicBezTo>
                      <a:pt x="1253" y="0"/>
                      <a:pt x="1244" y="4"/>
                      <a:pt x="1235" y="14"/>
                    </a:cubicBezTo>
                    <a:lnTo>
                      <a:pt x="1002" y="14"/>
                    </a:lnTo>
                    <a:cubicBezTo>
                      <a:pt x="835" y="14"/>
                      <a:pt x="668" y="80"/>
                      <a:pt x="535" y="114"/>
                    </a:cubicBezTo>
                    <a:cubicBezTo>
                      <a:pt x="301" y="180"/>
                      <a:pt x="1" y="481"/>
                      <a:pt x="1" y="481"/>
                    </a:cubicBezTo>
                    <a:lnTo>
                      <a:pt x="134" y="681"/>
                    </a:lnTo>
                    <a:cubicBezTo>
                      <a:pt x="134" y="681"/>
                      <a:pt x="535" y="614"/>
                      <a:pt x="768" y="514"/>
                    </a:cubicBezTo>
                    <a:cubicBezTo>
                      <a:pt x="868" y="481"/>
                      <a:pt x="1002" y="347"/>
                      <a:pt x="1135" y="314"/>
                    </a:cubicBezTo>
                    <a:cubicBezTo>
                      <a:pt x="1268" y="247"/>
                      <a:pt x="1335" y="180"/>
                      <a:pt x="1335" y="180"/>
                    </a:cubicBezTo>
                    <a:cubicBezTo>
                      <a:pt x="1335" y="152"/>
                      <a:pt x="1310" y="0"/>
                      <a:pt x="12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10" name="Google Shape;3610;p29"/>
              <p:cNvSpPr/>
              <p:nvPr/>
            </p:nvSpPr>
            <p:spPr>
              <a:xfrm rot="10800000">
                <a:off x="8456459" y="4511061"/>
                <a:ext cx="26646" cy="15354"/>
              </a:xfrm>
              <a:custGeom>
                <a:avLst/>
                <a:gdLst/>
                <a:ahLst/>
                <a:cxnLst/>
                <a:rect l="l" t="t" r="r" b="b"/>
                <a:pathLst>
                  <a:path w="1102" h="635" extrusionOk="0">
                    <a:moveTo>
                      <a:pt x="1002" y="1"/>
                    </a:moveTo>
                    <a:cubicBezTo>
                      <a:pt x="1001" y="1"/>
                      <a:pt x="1000" y="1"/>
                      <a:pt x="1000" y="1"/>
                    </a:cubicBezTo>
                    <a:lnTo>
                      <a:pt x="1000" y="1"/>
                    </a:lnTo>
                    <a:cubicBezTo>
                      <a:pt x="1001" y="1"/>
                      <a:pt x="1002" y="1"/>
                      <a:pt x="1002" y="1"/>
                    </a:cubicBezTo>
                    <a:close/>
                    <a:moveTo>
                      <a:pt x="1000" y="1"/>
                    </a:moveTo>
                    <a:cubicBezTo>
                      <a:pt x="974" y="3"/>
                      <a:pt x="628" y="37"/>
                      <a:pt x="468" y="101"/>
                    </a:cubicBezTo>
                    <a:cubicBezTo>
                      <a:pt x="301" y="167"/>
                      <a:pt x="1" y="368"/>
                      <a:pt x="1" y="368"/>
                    </a:cubicBezTo>
                    <a:lnTo>
                      <a:pt x="68" y="634"/>
                    </a:lnTo>
                    <a:lnTo>
                      <a:pt x="268" y="634"/>
                    </a:lnTo>
                    <a:cubicBezTo>
                      <a:pt x="401" y="634"/>
                      <a:pt x="501" y="634"/>
                      <a:pt x="635" y="568"/>
                    </a:cubicBezTo>
                    <a:cubicBezTo>
                      <a:pt x="835" y="468"/>
                      <a:pt x="1102" y="201"/>
                      <a:pt x="1102" y="201"/>
                    </a:cubicBezTo>
                    <a:cubicBezTo>
                      <a:pt x="1102" y="168"/>
                      <a:pt x="973" y="6"/>
                      <a:pt x="10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11" name="Google Shape;3611;p29"/>
              <p:cNvSpPr/>
              <p:nvPr/>
            </p:nvSpPr>
            <p:spPr>
              <a:xfrm rot="10800000">
                <a:off x="8012030" y="4845784"/>
                <a:ext cx="19392" cy="12936"/>
              </a:xfrm>
              <a:custGeom>
                <a:avLst/>
                <a:gdLst/>
                <a:ahLst/>
                <a:cxnLst/>
                <a:rect l="l" t="t" r="r" b="b"/>
                <a:pathLst>
                  <a:path w="802" h="535" extrusionOk="0">
                    <a:moveTo>
                      <a:pt x="401" y="0"/>
                    </a:moveTo>
                    <a:cubicBezTo>
                      <a:pt x="168" y="0"/>
                      <a:pt x="1" y="267"/>
                      <a:pt x="1" y="267"/>
                    </a:cubicBezTo>
                    <a:lnTo>
                      <a:pt x="134" y="467"/>
                    </a:lnTo>
                    <a:cubicBezTo>
                      <a:pt x="134" y="467"/>
                      <a:pt x="334" y="534"/>
                      <a:pt x="435" y="534"/>
                    </a:cubicBezTo>
                    <a:cubicBezTo>
                      <a:pt x="501" y="534"/>
                      <a:pt x="735" y="434"/>
                      <a:pt x="735" y="434"/>
                    </a:cubicBezTo>
                    <a:cubicBezTo>
                      <a:pt x="768" y="434"/>
                      <a:pt x="801" y="234"/>
                      <a:pt x="801" y="167"/>
                    </a:cubicBezTo>
                    <a:cubicBezTo>
                      <a:pt x="801" y="167"/>
                      <a:pt x="768" y="134"/>
                      <a:pt x="668" y="101"/>
                    </a:cubicBezTo>
                    <a:cubicBezTo>
                      <a:pt x="601" y="67"/>
                      <a:pt x="468" y="0"/>
                      <a:pt x="4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12" name="Google Shape;3612;p29"/>
              <p:cNvSpPr/>
              <p:nvPr/>
            </p:nvSpPr>
            <p:spPr>
              <a:xfrm rot="10800000">
                <a:off x="8003954" y="4812368"/>
                <a:ext cx="21810" cy="12840"/>
              </a:xfrm>
              <a:custGeom>
                <a:avLst/>
                <a:gdLst/>
                <a:ahLst/>
                <a:cxnLst/>
                <a:rect l="l" t="t" r="r" b="b"/>
                <a:pathLst>
                  <a:path w="902" h="531" extrusionOk="0">
                    <a:moveTo>
                      <a:pt x="554" y="1"/>
                    </a:moveTo>
                    <a:cubicBezTo>
                      <a:pt x="490" y="1"/>
                      <a:pt x="423" y="4"/>
                      <a:pt x="367" y="15"/>
                    </a:cubicBezTo>
                    <a:lnTo>
                      <a:pt x="100" y="149"/>
                    </a:lnTo>
                    <a:cubicBezTo>
                      <a:pt x="34" y="182"/>
                      <a:pt x="0" y="216"/>
                      <a:pt x="0" y="216"/>
                    </a:cubicBezTo>
                    <a:lnTo>
                      <a:pt x="0" y="482"/>
                    </a:lnTo>
                    <a:cubicBezTo>
                      <a:pt x="0" y="482"/>
                      <a:pt x="34" y="516"/>
                      <a:pt x="167" y="516"/>
                    </a:cubicBezTo>
                    <a:cubicBezTo>
                      <a:pt x="201" y="527"/>
                      <a:pt x="238" y="531"/>
                      <a:pt x="276" y="531"/>
                    </a:cubicBezTo>
                    <a:cubicBezTo>
                      <a:pt x="352" y="531"/>
                      <a:pt x="434" y="516"/>
                      <a:pt x="501" y="516"/>
                    </a:cubicBezTo>
                    <a:cubicBezTo>
                      <a:pt x="701" y="416"/>
                      <a:pt x="901" y="249"/>
                      <a:pt x="901" y="249"/>
                    </a:cubicBezTo>
                    <a:cubicBezTo>
                      <a:pt x="901" y="249"/>
                      <a:pt x="868" y="49"/>
                      <a:pt x="801" y="15"/>
                    </a:cubicBezTo>
                    <a:cubicBezTo>
                      <a:pt x="801" y="15"/>
                      <a:pt x="682" y="1"/>
                      <a:pt x="5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13" name="Google Shape;3613;p29"/>
              <p:cNvSpPr/>
              <p:nvPr/>
            </p:nvSpPr>
            <p:spPr>
              <a:xfrm rot="10800000">
                <a:off x="7995104" y="4795417"/>
                <a:ext cx="20166" cy="12042"/>
              </a:xfrm>
              <a:custGeom>
                <a:avLst/>
                <a:gdLst/>
                <a:ahLst/>
                <a:cxnLst/>
                <a:rect l="l" t="t" r="r" b="b"/>
                <a:pathLst>
                  <a:path w="834" h="498" extrusionOk="0">
                    <a:moveTo>
                      <a:pt x="549" y="0"/>
                    </a:moveTo>
                    <a:cubicBezTo>
                      <a:pt x="489" y="0"/>
                      <a:pt x="434" y="4"/>
                      <a:pt x="400" y="15"/>
                    </a:cubicBezTo>
                    <a:cubicBezTo>
                      <a:pt x="267" y="82"/>
                      <a:pt x="67" y="249"/>
                      <a:pt x="67" y="249"/>
                    </a:cubicBezTo>
                    <a:cubicBezTo>
                      <a:pt x="0" y="249"/>
                      <a:pt x="100" y="482"/>
                      <a:pt x="100" y="482"/>
                    </a:cubicBezTo>
                    <a:cubicBezTo>
                      <a:pt x="100" y="482"/>
                      <a:pt x="204" y="497"/>
                      <a:pt x="322" y="497"/>
                    </a:cubicBezTo>
                    <a:cubicBezTo>
                      <a:pt x="382" y="497"/>
                      <a:pt x="445" y="493"/>
                      <a:pt x="500" y="482"/>
                    </a:cubicBezTo>
                    <a:cubicBezTo>
                      <a:pt x="634" y="449"/>
                      <a:pt x="834" y="282"/>
                      <a:pt x="834" y="282"/>
                    </a:cubicBezTo>
                    <a:cubicBezTo>
                      <a:pt x="834" y="282"/>
                      <a:pt x="767" y="82"/>
                      <a:pt x="801" y="15"/>
                    </a:cubicBezTo>
                    <a:cubicBezTo>
                      <a:pt x="801" y="15"/>
                      <a:pt x="667" y="0"/>
                      <a:pt x="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14" name="Google Shape;3614;p29"/>
              <p:cNvSpPr/>
              <p:nvPr/>
            </p:nvSpPr>
            <p:spPr>
              <a:xfrm rot="10800000">
                <a:off x="7981370" y="4773196"/>
                <a:ext cx="20190" cy="13734"/>
              </a:xfrm>
              <a:custGeom>
                <a:avLst/>
                <a:gdLst/>
                <a:ahLst/>
                <a:cxnLst/>
                <a:rect l="l" t="t" r="r" b="b"/>
                <a:pathLst>
                  <a:path w="835" h="568" extrusionOk="0">
                    <a:moveTo>
                      <a:pt x="767" y="0"/>
                    </a:moveTo>
                    <a:cubicBezTo>
                      <a:pt x="767" y="0"/>
                      <a:pt x="534" y="0"/>
                      <a:pt x="367" y="67"/>
                    </a:cubicBezTo>
                    <a:cubicBezTo>
                      <a:pt x="234" y="134"/>
                      <a:pt x="33" y="300"/>
                      <a:pt x="33" y="300"/>
                    </a:cubicBezTo>
                    <a:cubicBezTo>
                      <a:pt x="0" y="300"/>
                      <a:pt x="67" y="567"/>
                      <a:pt x="67" y="567"/>
                    </a:cubicBezTo>
                    <a:cubicBezTo>
                      <a:pt x="67" y="567"/>
                      <a:pt x="334" y="567"/>
                      <a:pt x="500" y="501"/>
                    </a:cubicBezTo>
                    <a:cubicBezTo>
                      <a:pt x="667" y="467"/>
                      <a:pt x="834" y="267"/>
                      <a:pt x="834" y="267"/>
                    </a:cubicBezTo>
                    <a:cubicBezTo>
                      <a:pt x="834" y="267"/>
                      <a:pt x="767" y="67"/>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15" name="Google Shape;3615;p29"/>
              <p:cNvSpPr/>
              <p:nvPr/>
            </p:nvSpPr>
            <p:spPr>
              <a:xfrm rot="10800000">
                <a:off x="7958786" y="4753030"/>
                <a:ext cx="21012" cy="14556"/>
              </a:xfrm>
              <a:custGeom>
                <a:avLst/>
                <a:gdLst/>
                <a:ahLst/>
                <a:cxnLst/>
                <a:rect l="l" t="t" r="r" b="b"/>
                <a:pathLst>
                  <a:path w="869" h="602" extrusionOk="0">
                    <a:moveTo>
                      <a:pt x="768" y="1"/>
                    </a:moveTo>
                    <a:cubicBezTo>
                      <a:pt x="768" y="1"/>
                      <a:pt x="501" y="1"/>
                      <a:pt x="368" y="101"/>
                    </a:cubicBezTo>
                    <a:cubicBezTo>
                      <a:pt x="268" y="134"/>
                      <a:pt x="34" y="334"/>
                      <a:pt x="34" y="334"/>
                    </a:cubicBezTo>
                    <a:cubicBezTo>
                      <a:pt x="1" y="334"/>
                      <a:pt x="101" y="601"/>
                      <a:pt x="101" y="601"/>
                    </a:cubicBezTo>
                    <a:cubicBezTo>
                      <a:pt x="101" y="601"/>
                      <a:pt x="368" y="601"/>
                      <a:pt x="534" y="535"/>
                    </a:cubicBezTo>
                    <a:cubicBezTo>
                      <a:pt x="701" y="468"/>
                      <a:pt x="868" y="201"/>
                      <a:pt x="868" y="201"/>
                    </a:cubicBezTo>
                    <a:cubicBezTo>
                      <a:pt x="835" y="201"/>
                      <a:pt x="768" y="34"/>
                      <a:pt x="7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16" name="Google Shape;3616;p29"/>
              <p:cNvSpPr/>
              <p:nvPr/>
            </p:nvSpPr>
            <p:spPr>
              <a:xfrm rot="10800000">
                <a:off x="8012030" y="4826682"/>
                <a:ext cx="16152" cy="12840"/>
              </a:xfrm>
              <a:custGeom>
                <a:avLst/>
                <a:gdLst/>
                <a:ahLst/>
                <a:cxnLst/>
                <a:rect l="l" t="t" r="r" b="b"/>
                <a:pathLst>
                  <a:path w="668" h="531" extrusionOk="0">
                    <a:moveTo>
                      <a:pt x="338" y="0"/>
                    </a:moveTo>
                    <a:cubicBezTo>
                      <a:pt x="323" y="0"/>
                      <a:pt x="310" y="2"/>
                      <a:pt x="301" y="7"/>
                    </a:cubicBezTo>
                    <a:cubicBezTo>
                      <a:pt x="167" y="74"/>
                      <a:pt x="0" y="207"/>
                      <a:pt x="0" y="207"/>
                    </a:cubicBezTo>
                    <a:cubicBezTo>
                      <a:pt x="0" y="274"/>
                      <a:pt x="100" y="474"/>
                      <a:pt x="100" y="474"/>
                    </a:cubicBezTo>
                    <a:cubicBezTo>
                      <a:pt x="100" y="474"/>
                      <a:pt x="213" y="530"/>
                      <a:pt x="297" y="530"/>
                    </a:cubicBezTo>
                    <a:cubicBezTo>
                      <a:pt x="326" y="530"/>
                      <a:pt x="351" y="524"/>
                      <a:pt x="367" y="507"/>
                    </a:cubicBezTo>
                    <a:cubicBezTo>
                      <a:pt x="501" y="474"/>
                      <a:pt x="667" y="307"/>
                      <a:pt x="667" y="307"/>
                    </a:cubicBezTo>
                    <a:cubicBezTo>
                      <a:pt x="667" y="274"/>
                      <a:pt x="634" y="74"/>
                      <a:pt x="601" y="74"/>
                    </a:cubicBezTo>
                    <a:cubicBezTo>
                      <a:pt x="601" y="74"/>
                      <a:pt x="429" y="0"/>
                      <a:pt x="3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3617" name="Google Shape;3617;p29"/>
            <p:cNvSpPr/>
            <p:nvPr/>
          </p:nvSpPr>
          <p:spPr>
            <a:xfrm rot="10800000">
              <a:off x="8192703" y="3601240"/>
              <a:ext cx="117781" cy="280440"/>
            </a:xfrm>
            <a:custGeom>
              <a:avLst/>
              <a:gdLst/>
              <a:ahLst/>
              <a:cxnLst/>
              <a:rect l="l" t="t" r="r" b="b"/>
              <a:pathLst>
                <a:path w="4871" h="11598" extrusionOk="0">
                  <a:moveTo>
                    <a:pt x="1271" y="0"/>
                  </a:moveTo>
                  <a:cubicBezTo>
                    <a:pt x="1157" y="0"/>
                    <a:pt x="1055" y="200"/>
                    <a:pt x="1168" y="256"/>
                  </a:cubicBezTo>
                  <a:cubicBezTo>
                    <a:pt x="1168" y="256"/>
                    <a:pt x="1435" y="423"/>
                    <a:pt x="1768" y="723"/>
                  </a:cubicBezTo>
                  <a:cubicBezTo>
                    <a:pt x="1968" y="856"/>
                    <a:pt x="2135" y="1056"/>
                    <a:pt x="2335" y="1257"/>
                  </a:cubicBezTo>
                  <a:cubicBezTo>
                    <a:pt x="2535" y="1490"/>
                    <a:pt x="2769" y="1724"/>
                    <a:pt x="2969" y="2024"/>
                  </a:cubicBezTo>
                  <a:cubicBezTo>
                    <a:pt x="3002" y="2091"/>
                    <a:pt x="3103" y="2157"/>
                    <a:pt x="3136" y="2224"/>
                  </a:cubicBezTo>
                  <a:lnTo>
                    <a:pt x="3269" y="2491"/>
                  </a:lnTo>
                  <a:cubicBezTo>
                    <a:pt x="3336" y="2658"/>
                    <a:pt x="3469" y="2824"/>
                    <a:pt x="3536" y="2991"/>
                  </a:cubicBezTo>
                  <a:cubicBezTo>
                    <a:pt x="3636" y="3158"/>
                    <a:pt x="3703" y="3358"/>
                    <a:pt x="3803" y="3525"/>
                  </a:cubicBezTo>
                  <a:cubicBezTo>
                    <a:pt x="3870" y="3692"/>
                    <a:pt x="3970" y="3858"/>
                    <a:pt x="4003" y="4059"/>
                  </a:cubicBezTo>
                  <a:cubicBezTo>
                    <a:pt x="4037" y="4225"/>
                    <a:pt x="4137" y="4426"/>
                    <a:pt x="4170" y="4592"/>
                  </a:cubicBezTo>
                  <a:cubicBezTo>
                    <a:pt x="4203" y="4759"/>
                    <a:pt x="4203" y="4993"/>
                    <a:pt x="4270" y="5159"/>
                  </a:cubicBezTo>
                  <a:cubicBezTo>
                    <a:pt x="4270" y="5259"/>
                    <a:pt x="4303" y="5360"/>
                    <a:pt x="4303" y="5426"/>
                  </a:cubicBezTo>
                  <a:lnTo>
                    <a:pt x="4303" y="5693"/>
                  </a:lnTo>
                  <a:lnTo>
                    <a:pt x="4303" y="6193"/>
                  </a:lnTo>
                  <a:cubicBezTo>
                    <a:pt x="4203" y="6827"/>
                    <a:pt x="4103" y="7594"/>
                    <a:pt x="3703" y="8262"/>
                  </a:cubicBezTo>
                  <a:cubicBezTo>
                    <a:pt x="3336" y="8929"/>
                    <a:pt x="2836" y="9563"/>
                    <a:pt x="2302" y="9963"/>
                  </a:cubicBezTo>
                  <a:cubicBezTo>
                    <a:pt x="2169" y="10096"/>
                    <a:pt x="2035" y="10196"/>
                    <a:pt x="1935" y="10330"/>
                  </a:cubicBezTo>
                  <a:cubicBezTo>
                    <a:pt x="1735" y="10396"/>
                    <a:pt x="1635" y="10497"/>
                    <a:pt x="1501" y="10563"/>
                  </a:cubicBezTo>
                  <a:cubicBezTo>
                    <a:pt x="1201" y="10730"/>
                    <a:pt x="1001" y="10863"/>
                    <a:pt x="801" y="10930"/>
                  </a:cubicBezTo>
                  <a:cubicBezTo>
                    <a:pt x="367" y="11097"/>
                    <a:pt x="134" y="11230"/>
                    <a:pt x="134" y="11230"/>
                  </a:cubicBezTo>
                  <a:cubicBezTo>
                    <a:pt x="0" y="11330"/>
                    <a:pt x="100" y="11564"/>
                    <a:pt x="167" y="11597"/>
                  </a:cubicBezTo>
                  <a:cubicBezTo>
                    <a:pt x="167" y="11597"/>
                    <a:pt x="434" y="11531"/>
                    <a:pt x="868" y="11364"/>
                  </a:cubicBezTo>
                  <a:cubicBezTo>
                    <a:pt x="1101" y="11264"/>
                    <a:pt x="1335" y="11164"/>
                    <a:pt x="1635" y="10997"/>
                  </a:cubicBezTo>
                  <a:cubicBezTo>
                    <a:pt x="1802" y="10897"/>
                    <a:pt x="1935" y="10830"/>
                    <a:pt x="2102" y="10730"/>
                  </a:cubicBezTo>
                  <a:cubicBezTo>
                    <a:pt x="2235" y="10597"/>
                    <a:pt x="2369" y="10530"/>
                    <a:pt x="2535" y="10396"/>
                  </a:cubicBezTo>
                  <a:cubicBezTo>
                    <a:pt x="3169" y="9929"/>
                    <a:pt x="3770" y="9329"/>
                    <a:pt x="4170" y="8562"/>
                  </a:cubicBezTo>
                  <a:cubicBezTo>
                    <a:pt x="4637" y="7828"/>
                    <a:pt x="4804" y="6994"/>
                    <a:pt x="4870" y="6227"/>
                  </a:cubicBezTo>
                  <a:lnTo>
                    <a:pt x="4870" y="5660"/>
                  </a:lnTo>
                  <a:lnTo>
                    <a:pt x="4870" y="5360"/>
                  </a:lnTo>
                  <a:cubicBezTo>
                    <a:pt x="4870" y="5259"/>
                    <a:pt x="4837" y="5159"/>
                    <a:pt x="4837" y="5059"/>
                  </a:cubicBezTo>
                  <a:lnTo>
                    <a:pt x="4704" y="4426"/>
                  </a:lnTo>
                  <a:cubicBezTo>
                    <a:pt x="4637" y="4225"/>
                    <a:pt x="4604" y="4025"/>
                    <a:pt x="4504" y="3825"/>
                  </a:cubicBezTo>
                  <a:cubicBezTo>
                    <a:pt x="4437" y="3592"/>
                    <a:pt x="4337" y="3425"/>
                    <a:pt x="4270" y="3225"/>
                  </a:cubicBezTo>
                  <a:cubicBezTo>
                    <a:pt x="4137" y="3058"/>
                    <a:pt x="4103" y="2858"/>
                    <a:pt x="3970" y="2691"/>
                  </a:cubicBezTo>
                  <a:cubicBezTo>
                    <a:pt x="3836" y="2524"/>
                    <a:pt x="3770" y="2357"/>
                    <a:pt x="3636" y="2191"/>
                  </a:cubicBezTo>
                  <a:cubicBezTo>
                    <a:pt x="3603" y="2091"/>
                    <a:pt x="3503" y="2024"/>
                    <a:pt x="3469" y="1924"/>
                  </a:cubicBezTo>
                  <a:cubicBezTo>
                    <a:pt x="3436" y="1857"/>
                    <a:pt x="3336" y="1824"/>
                    <a:pt x="3303" y="1724"/>
                  </a:cubicBezTo>
                  <a:cubicBezTo>
                    <a:pt x="3036" y="1423"/>
                    <a:pt x="2836" y="1190"/>
                    <a:pt x="2602" y="990"/>
                  </a:cubicBezTo>
                  <a:cubicBezTo>
                    <a:pt x="2335" y="756"/>
                    <a:pt x="2169" y="556"/>
                    <a:pt x="1968" y="423"/>
                  </a:cubicBezTo>
                  <a:lnTo>
                    <a:pt x="1335" y="22"/>
                  </a:lnTo>
                  <a:cubicBezTo>
                    <a:pt x="1314" y="7"/>
                    <a:pt x="1292" y="0"/>
                    <a:pt x="12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18" name="Google Shape;3618;p29"/>
            <p:cNvSpPr/>
            <p:nvPr/>
          </p:nvSpPr>
          <p:spPr>
            <a:xfrm rot="10800000">
              <a:off x="8946853" y="4081164"/>
              <a:ext cx="372662" cy="364465"/>
            </a:xfrm>
            <a:custGeom>
              <a:avLst/>
              <a:gdLst/>
              <a:ahLst/>
              <a:cxnLst/>
              <a:rect l="l" t="t" r="r" b="b"/>
              <a:pathLst>
                <a:path w="15412" h="15073" extrusionOk="0">
                  <a:moveTo>
                    <a:pt x="15180" y="0"/>
                  </a:moveTo>
                  <a:cubicBezTo>
                    <a:pt x="15073" y="0"/>
                    <a:pt x="14949" y="82"/>
                    <a:pt x="14911" y="195"/>
                  </a:cubicBezTo>
                  <a:lnTo>
                    <a:pt x="14911" y="496"/>
                  </a:lnTo>
                  <a:cubicBezTo>
                    <a:pt x="14911" y="562"/>
                    <a:pt x="14978" y="696"/>
                    <a:pt x="14911" y="829"/>
                  </a:cubicBezTo>
                  <a:cubicBezTo>
                    <a:pt x="14911" y="963"/>
                    <a:pt x="14878" y="1129"/>
                    <a:pt x="14878" y="1296"/>
                  </a:cubicBezTo>
                  <a:cubicBezTo>
                    <a:pt x="14744" y="1963"/>
                    <a:pt x="14377" y="2831"/>
                    <a:pt x="13577" y="3565"/>
                  </a:cubicBezTo>
                  <a:cubicBezTo>
                    <a:pt x="12843" y="4332"/>
                    <a:pt x="11742" y="4999"/>
                    <a:pt x="10708" y="5699"/>
                  </a:cubicBezTo>
                  <a:cubicBezTo>
                    <a:pt x="10174" y="6033"/>
                    <a:pt x="9641" y="6400"/>
                    <a:pt x="9174" y="6834"/>
                  </a:cubicBezTo>
                  <a:cubicBezTo>
                    <a:pt x="8907" y="7000"/>
                    <a:pt x="8707" y="7234"/>
                    <a:pt x="8507" y="7467"/>
                  </a:cubicBezTo>
                  <a:cubicBezTo>
                    <a:pt x="8306" y="7667"/>
                    <a:pt x="8140" y="7901"/>
                    <a:pt x="7973" y="8134"/>
                  </a:cubicBezTo>
                  <a:cubicBezTo>
                    <a:pt x="7239" y="9035"/>
                    <a:pt x="6705" y="10169"/>
                    <a:pt x="6138" y="11303"/>
                  </a:cubicBezTo>
                  <a:cubicBezTo>
                    <a:pt x="5571" y="12404"/>
                    <a:pt x="4904" y="13472"/>
                    <a:pt x="4003" y="14005"/>
                  </a:cubicBezTo>
                  <a:cubicBezTo>
                    <a:pt x="3069" y="14539"/>
                    <a:pt x="2069" y="14639"/>
                    <a:pt x="1402" y="14639"/>
                  </a:cubicBezTo>
                  <a:cubicBezTo>
                    <a:pt x="1035" y="14639"/>
                    <a:pt x="768" y="14572"/>
                    <a:pt x="568" y="14572"/>
                  </a:cubicBezTo>
                  <a:lnTo>
                    <a:pt x="267" y="14572"/>
                  </a:lnTo>
                  <a:cubicBezTo>
                    <a:pt x="67" y="14572"/>
                    <a:pt x="1" y="14906"/>
                    <a:pt x="234" y="14973"/>
                  </a:cubicBezTo>
                  <a:cubicBezTo>
                    <a:pt x="234" y="14973"/>
                    <a:pt x="334" y="14973"/>
                    <a:pt x="534" y="15006"/>
                  </a:cubicBezTo>
                  <a:cubicBezTo>
                    <a:pt x="701" y="15039"/>
                    <a:pt x="1001" y="15073"/>
                    <a:pt x="1368" y="15073"/>
                  </a:cubicBezTo>
                  <a:lnTo>
                    <a:pt x="1935" y="15073"/>
                  </a:lnTo>
                  <a:cubicBezTo>
                    <a:pt x="2202" y="15073"/>
                    <a:pt x="2402" y="15039"/>
                    <a:pt x="2669" y="15006"/>
                  </a:cubicBezTo>
                  <a:cubicBezTo>
                    <a:pt x="3169" y="14973"/>
                    <a:pt x="3703" y="14806"/>
                    <a:pt x="4237" y="14506"/>
                  </a:cubicBezTo>
                  <a:cubicBezTo>
                    <a:pt x="4737" y="14172"/>
                    <a:pt x="5271" y="13739"/>
                    <a:pt x="5671" y="13238"/>
                  </a:cubicBezTo>
                  <a:cubicBezTo>
                    <a:pt x="6072" y="12738"/>
                    <a:pt x="6405" y="12171"/>
                    <a:pt x="6705" y="11637"/>
                  </a:cubicBezTo>
                  <a:cubicBezTo>
                    <a:pt x="7339" y="10503"/>
                    <a:pt x="7906" y="9402"/>
                    <a:pt x="8540" y="8568"/>
                  </a:cubicBezTo>
                  <a:lnTo>
                    <a:pt x="9040" y="7968"/>
                  </a:lnTo>
                  <a:cubicBezTo>
                    <a:pt x="9240" y="7734"/>
                    <a:pt x="9441" y="7567"/>
                    <a:pt x="9674" y="7367"/>
                  </a:cubicBezTo>
                  <a:cubicBezTo>
                    <a:pt x="10141" y="6967"/>
                    <a:pt x="10641" y="6633"/>
                    <a:pt x="11108" y="6233"/>
                  </a:cubicBezTo>
                  <a:cubicBezTo>
                    <a:pt x="12143" y="5533"/>
                    <a:pt x="13210" y="4832"/>
                    <a:pt x="14011" y="3965"/>
                  </a:cubicBezTo>
                  <a:cubicBezTo>
                    <a:pt x="14844" y="3131"/>
                    <a:pt x="15245" y="2063"/>
                    <a:pt x="15345" y="1330"/>
                  </a:cubicBezTo>
                  <a:cubicBezTo>
                    <a:pt x="15345" y="1163"/>
                    <a:pt x="15378" y="996"/>
                    <a:pt x="15378" y="829"/>
                  </a:cubicBezTo>
                  <a:cubicBezTo>
                    <a:pt x="15412" y="662"/>
                    <a:pt x="15378" y="529"/>
                    <a:pt x="15378" y="462"/>
                  </a:cubicBezTo>
                  <a:cubicBezTo>
                    <a:pt x="15345" y="296"/>
                    <a:pt x="15345" y="162"/>
                    <a:pt x="15345" y="162"/>
                  </a:cubicBezTo>
                  <a:cubicBezTo>
                    <a:pt x="15330" y="47"/>
                    <a:pt x="15260" y="0"/>
                    <a:pt x="151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19" name="Google Shape;3619;p29"/>
            <p:cNvSpPr/>
            <p:nvPr/>
          </p:nvSpPr>
          <p:spPr>
            <a:xfrm rot="10800000">
              <a:off x="7372421" y="1939493"/>
              <a:ext cx="1939841" cy="3204140"/>
            </a:xfrm>
            <a:custGeom>
              <a:avLst/>
              <a:gdLst/>
              <a:ahLst/>
              <a:cxnLst/>
              <a:rect l="l" t="t" r="r" b="b"/>
              <a:pathLst>
                <a:path w="80225" h="132512" extrusionOk="0">
                  <a:moveTo>
                    <a:pt x="80135" y="0"/>
                  </a:moveTo>
                  <a:cubicBezTo>
                    <a:pt x="80081" y="0"/>
                    <a:pt x="79955" y="83"/>
                    <a:pt x="79758" y="309"/>
                  </a:cubicBezTo>
                  <a:cubicBezTo>
                    <a:pt x="79624" y="409"/>
                    <a:pt x="79491" y="542"/>
                    <a:pt x="79324" y="742"/>
                  </a:cubicBezTo>
                  <a:cubicBezTo>
                    <a:pt x="79157" y="976"/>
                    <a:pt x="78990" y="1209"/>
                    <a:pt x="78824" y="1509"/>
                  </a:cubicBezTo>
                  <a:cubicBezTo>
                    <a:pt x="78824" y="1509"/>
                    <a:pt x="78790" y="1543"/>
                    <a:pt x="78724" y="1676"/>
                  </a:cubicBezTo>
                  <a:cubicBezTo>
                    <a:pt x="78657" y="1743"/>
                    <a:pt x="78590" y="1976"/>
                    <a:pt x="78457" y="2210"/>
                  </a:cubicBezTo>
                  <a:cubicBezTo>
                    <a:pt x="78323" y="2477"/>
                    <a:pt x="78157" y="2810"/>
                    <a:pt x="78090" y="3177"/>
                  </a:cubicBezTo>
                  <a:cubicBezTo>
                    <a:pt x="78056" y="3377"/>
                    <a:pt x="77990" y="3578"/>
                    <a:pt x="77923" y="3811"/>
                  </a:cubicBezTo>
                  <a:cubicBezTo>
                    <a:pt x="77856" y="4011"/>
                    <a:pt x="77823" y="4245"/>
                    <a:pt x="77790" y="4512"/>
                  </a:cubicBezTo>
                  <a:cubicBezTo>
                    <a:pt x="77623" y="5546"/>
                    <a:pt x="77623" y="6847"/>
                    <a:pt x="77856" y="8314"/>
                  </a:cubicBezTo>
                  <a:cubicBezTo>
                    <a:pt x="77990" y="9015"/>
                    <a:pt x="78157" y="9815"/>
                    <a:pt x="78323" y="10583"/>
                  </a:cubicBezTo>
                  <a:cubicBezTo>
                    <a:pt x="78357" y="10816"/>
                    <a:pt x="78423" y="11016"/>
                    <a:pt x="78423" y="11216"/>
                  </a:cubicBezTo>
                  <a:cubicBezTo>
                    <a:pt x="78423" y="11316"/>
                    <a:pt x="78457" y="11417"/>
                    <a:pt x="78457" y="11517"/>
                  </a:cubicBezTo>
                  <a:lnTo>
                    <a:pt x="78457" y="11817"/>
                  </a:lnTo>
                  <a:cubicBezTo>
                    <a:pt x="78490" y="12017"/>
                    <a:pt x="78457" y="12184"/>
                    <a:pt x="78423" y="12384"/>
                  </a:cubicBezTo>
                  <a:cubicBezTo>
                    <a:pt x="78357" y="12584"/>
                    <a:pt x="78323" y="12818"/>
                    <a:pt x="78257" y="13018"/>
                  </a:cubicBezTo>
                  <a:cubicBezTo>
                    <a:pt x="77956" y="13852"/>
                    <a:pt x="77423" y="14585"/>
                    <a:pt x="76756" y="15386"/>
                  </a:cubicBezTo>
                  <a:cubicBezTo>
                    <a:pt x="76122" y="16187"/>
                    <a:pt x="75355" y="16987"/>
                    <a:pt x="74687" y="17888"/>
                  </a:cubicBezTo>
                  <a:cubicBezTo>
                    <a:pt x="74354" y="18355"/>
                    <a:pt x="74087" y="18855"/>
                    <a:pt x="73820" y="19389"/>
                  </a:cubicBezTo>
                  <a:cubicBezTo>
                    <a:pt x="73587" y="19989"/>
                    <a:pt x="73453" y="20556"/>
                    <a:pt x="73353" y="21190"/>
                  </a:cubicBezTo>
                  <a:cubicBezTo>
                    <a:pt x="73286" y="21824"/>
                    <a:pt x="73353" y="22424"/>
                    <a:pt x="73487" y="23058"/>
                  </a:cubicBezTo>
                  <a:cubicBezTo>
                    <a:pt x="73620" y="23659"/>
                    <a:pt x="73787" y="24226"/>
                    <a:pt x="73753" y="24826"/>
                  </a:cubicBezTo>
                  <a:cubicBezTo>
                    <a:pt x="73753" y="25360"/>
                    <a:pt x="73520" y="25927"/>
                    <a:pt x="73253" y="26494"/>
                  </a:cubicBezTo>
                  <a:cubicBezTo>
                    <a:pt x="72953" y="27028"/>
                    <a:pt x="72586" y="27528"/>
                    <a:pt x="72119" y="27928"/>
                  </a:cubicBezTo>
                  <a:cubicBezTo>
                    <a:pt x="71185" y="28829"/>
                    <a:pt x="69951" y="29363"/>
                    <a:pt x="68650" y="29730"/>
                  </a:cubicBezTo>
                  <a:cubicBezTo>
                    <a:pt x="65981" y="30497"/>
                    <a:pt x="63146" y="31064"/>
                    <a:pt x="60177" y="31664"/>
                  </a:cubicBezTo>
                  <a:cubicBezTo>
                    <a:pt x="59443" y="31831"/>
                    <a:pt x="58676" y="31931"/>
                    <a:pt x="57942" y="32098"/>
                  </a:cubicBezTo>
                  <a:lnTo>
                    <a:pt x="56808" y="32365"/>
                  </a:lnTo>
                  <a:cubicBezTo>
                    <a:pt x="56441" y="32498"/>
                    <a:pt x="56074" y="32565"/>
                    <a:pt x="55674" y="32665"/>
                  </a:cubicBezTo>
                  <a:cubicBezTo>
                    <a:pt x="54940" y="32832"/>
                    <a:pt x="54139" y="33032"/>
                    <a:pt x="53406" y="33199"/>
                  </a:cubicBezTo>
                  <a:cubicBezTo>
                    <a:pt x="52605" y="33366"/>
                    <a:pt x="51838" y="33566"/>
                    <a:pt x="51071" y="33866"/>
                  </a:cubicBezTo>
                  <a:cubicBezTo>
                    <a:pt x="50270" y="34166"/>
                    <a:pt x="49503" y="34666"/>
                    <a:pt x="48969" y="35367"/>
                  </a:cubicBezTo>
                  <a:cubicBezTo>
                    <a:pt x="48435" y="36067"/>
                    <a:pt x="48102" y="36868"/>
                    <a:pt x="47802" y="37602"/>
                  </a:cubicBezTo>
                  <a:cubicBezTo>
                    <a:pt x="47735" y="37769"/>
                    <a:pt x="47635" y="37936"/>
                    <a:pt x="47601" y="38236"/>
                  </a:cubicBezTo>
                  <a:cubicBezTo>
                    <a:pt x="47568" y="38369"/>
                    <a:pt x="47568" y="38503"/>
                    <a:pt x="47568" y="38603"/>
                  </a:cubicBezTo>
                  <a:lnTo>
                    <a:pt x="47568" y="38936"/>
                  </a:lnTo>
                  <a:cubicBezTo>
                    <a:pt x="47568" y="39403"/>
                    <a:pt x="47601" y="39770"/>
                    <a:pt x="47601" y="40170"/>
                  </a:cubicBezTo>
                  <a:cubicBezTo>
                    <a:pt x="47601" y="40537"/>
                    <a:pt x="47468" y="40838"/>
                    <a:pt x="47335" y="41171"/>
                  </a:cubicBezTo>
                  <a:cubicBezTo>
                    <a:pt x="47234" y="41405"/>
                    <a:pt x="46934" y="41672"/>
                    <a:pt x="46634" y="41905"/>
                  </a:cubicBezTo>
                  <a:cubicBezTo>
                    <a:pt x="46000" y="42405"/>
                    <a:pt x="45266" y="42772"/>
                    <a:pt x="44566" y="43339"/>
                  </a:cubicBezTo>
                  <a:cubicBezTo>
                    <a:pt x="44399" y="43439"/>
                    <a:pt x="44232" y="43606"/>
                    <a:pt x="44066" y="43773"/>
                  </a:cubicBezTo>
                  <a:lnTo>
                    <a:pt x="43932" y="43906"/>
                  </a:lnTo>
                  <a:cubicBezTo>
                    <a:pt x="43899" y="43940"/>
                    <a:pt x="43799" y="44040"/>
                    <a:pt x="43799" y="44073"/>
                  </a:cubicBezTo>
                  <a:lnTo>
                    <a:pt x="43632" y="44373"/>
                  </a:lnTo>
                  <a:cubicBezTo>
                    <a:pt x="43432" y="44740"/>
                    <a:pt x="43232" y="45174"/>
                    <a:pt x="43098" y="45574"/>
                  </a:cubicBezTo>
                  <a:cubicBezTo>
                    <a:pt x="42965" y="46041"/>
                    <a:pt x="42898" y="46442"/>
                    <a:pt x="42898" y="46942"/>
                  </a:cubicBezTo>
                  <a:cubicBezTo>
                    <a:pt x="42831" y="47442"/>
                    <a:pt x="42998" y="47943"/>
                    <a:pt x="43232" y="48376"/>
                  </a:cubicBezTo>
                  <a:cubicBezTo>
                    <a:pt x="43665" y="49244"/>
                    <a:pt x="44399" y="49844"/>
                    <a:pt x="45066" y="50378"/>
                  </a:cubicBezTo>
                  <a:cubicBezTo>
                    <a:pt x="45733" y="50911"/>
                    <a:pt x="46401" y="51445"/>
                    <a:pt x="47001" y="52012"/>
                  </a:cubicBezTo>
                  <a:cubicBezTo>
                    <a:pt x="47635" y="52579"/>
                    <a:pt x="48235" y="53180"/>
                    <a:pt x="48635" y="53847"/>
                  </a:cubicBezTo>
                  <a:cubicBezTo>
                    <a:pt x="49069" y="54514"/>
                    <a:pt x="49369" y="55248"/>
                    <a:pt x="49403" y="56048"/>
                  </a:cubicBezTo>
                  <a:cubicBezTo>
                    <a:pt x="49469" y="56849"/>
                    <a:pt x="49403" y="57616"/>
                    <a:pt x="49236" y="58450"/>
                  </a:cubicBezTo>
                  <a:lnTo>
                    <a:pt x="49102" y="59084"/>
                  </a:lnTo>
                  <a:lnTo>
                    <a:pt x="49069" y="59251"/>
                  </a:lnTo>
                  <a:lnTo>
                    <a:pt x="49069" y="59284"/>
                  </a:lnTo>
                  <a:lnTo>
                    <a:pt x="48936" y="59584"/>
                  </a:lnTo>
                  <a:lnTo>
                    <a:pt x="48869" y="59718"/>
                  </a:lnTo>
                  <a:cubicBezTo>
                    <a:pt x="48802" y="59751"/>
                    <a:pt x="48769" y="59784"/>
                    <a:pt x="48769" y="59851"/>
                  </a:cubicBezTo>
                  <a:lnTo>
                    <a:pt x="48736" y="60018"/>
                  </a:lnTo>
                  <a:lnTo>
                    <a:pt x="48702" y="60285"/>
                  </a:lnTo>
                  <a:cubicBezTo>
                    <a:pt x="48635" y="60452"/>
                    <a:pt x="48602" y="60685"/>
                    <a:pt x="48535" y="60852"/>
                  </a:cubicBezTo>
                  <a:cubicBezTo>
                    <a:pt x="48269" y="61552"/>
                    <a:pt x="47768" y="62186"/>
                    <a:pt x="47201" y="62720"/>
                  </a:cubicBezTo>
                  <a:cubicBezTo>
                    <a:pt x="45967" y="63754"/>
                    <a:pt x="44399" y="64421"/>
                    <a:pt x="42798" y="65055"/>
                  </a:cubicBezTo>
                  <a:cubicBezTo>
                    <a:pt x="41230" y="65689"/>
                    <a:pt x="39562" y="66289"/>
                    <a:pt x="38095" y="67290"/>
                  </a:cubicBezTo>
                  <a:cubicBezTo>
                    <a:pt x="37728" y="67557"/>
                    <a:pt x="37394" y="67857"/>
                    <a:pt x="37061" y="68190"/>
                  </a:cubicBezTo>
                  <a:lnTo>
                    <a:pt x="36193" y="69091"/>
                  </a:lnTo>
                  <a:cubicBezTo>
                    <a:pt x="35593" y="69692"/>
                    <a:pt x="34959" y="70259"/>
                    <a:pt x="34359" y="70792"/>
                  </a:cubicBezTo>
                  <a:cubicBezTo>
                    <a:pt x="33091" y="71927"/>
                    <a:pt x="31757" y="72961"/>
                    <a:pt x="30723" y="74395"/>
                  </a:cubicBezTo>
                  <a:cubicBezTo>
                    <a:pt x="30156" y="75062"/>
                    <a:pt x="29755" y="75896"/>
                    <a:pt x="29488" y="76730"/>
                  </a:cubicBezTo>
                  <a:cubicBezTo>
                    <a:pt x="29288" y="77597"/>
                    <a:pt x="29155" y="78465"/>
                    <a:pt x="29288" y="79365"/>
                  </a:cubicBezTo>
                  <a:cubicBezTo>
                    <a:pt x="29322" y="79599"/>
                    <a:pt x="29322" y="79799"/>
                    <a:pt x="29388" y="80032"/>
                  </a:cubicBezTo>
                  <a:lnTo>
                    <a:pt x="29488" y="80633"/>
                  </a:lnTo>
                  <a:cubicBezTo>
                    <a:pt x="29589" y="80866"/>
                    <a:pt x="29622" y="81066"/>
                    <a:pt x="29655" y="81267"/>
                  </a:cubicBezTo>
                  <a:lnTo>
                    <a:pt x="29889" y="81867"/>
                  </a:lnTo>
                  <a:cubicBezTo>
                    <a:pt x="30122" y="82634"/>
                    <a:pt x="30456" y="83401"/>
                    <a:pt x="30789" y="84135"/>
                  </a:cubicBezTo>
                  <a:cubicBezTo>
                    <a:pt x="31123" y="84869"/>
                    <a:pt x="31457" y="85570"/>
                    <a:pt x="31657" y="86270"/>
                  </a:cubicBezTo>
                  <a:cubicBezTo>
                    <a:pt x="31890" y="86971"/>
                    <a:pt x="31890" y="87704"/>
                    <a:pt x="31857" y="88438"/>
                  </a:cubicBezTo>
                  <a:lnTo>
                    <a:pt x="31857" y="88472"/>
                  </a:lnTo>
                  <a:cubicBezTo>
                    <a:pt x="31857" y="88905"/>
                    <a:pt x="31723" y="89572"/>
                    <a:pt x="31423" y="90306"/>
                  </a:cubicBezTo>
                  <a:cubicBezTo>
                    <a:pt x="31190" y="91107"/>
                    <a:pt x="30756" y="92041"/>
                    <a:pt x="30756" y="93108"/>
                  </a:cubicBezTo>
                  <a:cubicBezTo>
                    <a:pt x="30789" y="93575"/>
                    <a:pt x="30889" y="94042"/>
                    <a:pt x="31090" y="94443"/>
                  </a:cubicBezTo>
                  <a:cubicBezTo>
                    <a:pt x="31223" y="94643"/>
                    <a:pt x="31356" y="94876"/>
                    <a:pt x="31457" y="95043"/>
                  </a:cubicBezTo>
                  <a:cubicBezTo>
                    <a:pt x="31590" y="95143"/>
                    <a:pt x="31723" y="95310"/>
                    <a:pt x="31890" y="95477"/>
                  </a:cubicBezTo>
                  <a:cubicBezTo>
                    <a:pt x="32190" y="95777"/>
                    <a:pt x="32457" y="96077"/>
                    <a:pt x="32858" y="96311"/>
                  </a:cubicBezTo>
                  <a:cubicBezTo>
                    <a:pt x="33224" y="96577"/>
                    <a:pt x="33691" y="96778"/>
                    <a:pt x="34192" y="96811"/>
                  </a:cubicBezTo>
                  <a:cubicBezTo>
                    <a:pt x="34266" y="96821"/>
                    <a:pt x="34341" y="96826"/>
                    <a:pt x="34415" y="96826"/>
                  </a:cubicBezTo>
                  <a:cubicBezTo>
                    <a:pt x="34839" y="96826"/>
                    <a:pt x="35252" y="96671"/>
                    <a:pt x="35593" y="96444"/>
                  </a:cubicBezTo>
                  <a:cubicBezTo>
                    <a:pt x="36026" y="96211"/>
                    <a:pt x="36360" y="95810"/>
                    <a:pt x="36594" y="95477"/>
                  </a:cubicBezTo>
                  <a:cubicBezTo>
                    <a:pt x="37094" y="94776"/>
                    <a:pt x="37461" y="93976"/>
                    <a:pt x="37761" y="93208"/>
                  </a:cubicBezTo>
                  <a:cubicBezTo>
                    <a:pt x="38061" y="92408"/>
                    <a:pt x="38261" y="91574"/>
                    <a:pt x="38428" y="90740"/>
                  </a:cubicBezTo>
                  <a:cubicBezTo>
                    <a:pt x="38528" y="90306"/>
                    <a:pt x="38562" y="89873"/>
                    <a:pt x="38595" y="89439"/>
                  </a:cubicBezTo>
                  <a:cubicBezTo>
                    <a:pt x="38628" y="89206"/>
                    <a:pt x="38628" y="88972"/>
                    <a:pt x="38628" y="88772"/>
                  </a:cubicBezTo>
                  <a:lnTo>
                    <a:pt x="38695" y="88205"/>
                  </a:lnTo>
                  <a:cubicBezTo>
                    <a:pt x="38795" y="86570"/>
                    <a:pt x="39262" y="84969"/>
                    <a:pt x="39896" y="83435"/>
                  </a:cubicBezTo>
                  <a:cubicBezTo>
                    <a:pt x="40563" y="81934"/>
                    <a:pt x="41397" y="80466"/>
                    <a:pt x="42531" y="79232"/>
                  </a:cubicBezTo>
                  <a:cubicBezTo>
                    <a:pt x="43098" y="78631"/>
                    <a:pt x="43699" y="78064"/>
                    <a:pt x="44399" y="77631"/>
                  </a:cubicBezTo>
                  <a:cubicBezTo>
                    <a:pt x="45100" y="77230"/>
                    <a:pt x="45867" y="76930"/>
                    <a:pt x="46634" y="76897"/>
                  </a:cubicBezTo>
                  <a:cubicBezTo>
                    <a:pt x="46691" y="76894"/>
                    <a:pt x="46749" y="76893"/>
                    <a:pt x="46806" y="76893"/>
                  </a:cubicBezTo>
                  <a:cubicBezTo>
                    <a:pt x="47544" y="76893"/>
                    <a:pt x="48252" y="77092"/>
                    <a:pt x="48902" y="77464"/>
                  </a:cubicBezTo>
                  <a:cubicBezTo>
                    <a:pt x="49603" y="77897"/>
                    <a:pt x="50203" y="78431"/>
                    <a:pt x="50403" y="79132"/>
                  </a:cubicBezTo>
                  <a:cubicBezTo>
                    <a:pt x="50604" y="79866"/>
                    <a:pt x="50470" y="80699"/>
                    <a:pt x="50303" y="81533"/>
                  </a:cubicBezTo>
                  <a:cubicBezTo>
                    <a:pt x="50137" y="82367"/>
                    <a:pt x="49903" y="83235"/>
                    <a:pt x="49703" y="84102"/>
                  </a:cubicBezTo>
                  <a:cubicBezTo>
                    <a:pt x="49636" y="84302"/>
                    <a:pt x="49603" y="84569"/>
                    <a:pt x="49569" y="84769"/>
                  </a:cubicBezTo>
                  <a:cubicBezTo>
                    <a:pt x="49536" y="84969"/>
                    <a:pt x="49536" y="85203"/>
                    <a:pt x="49469" y="85436"/>
                  </a:cubicBezTo>
                  <a:lnTo>
                    <a:pt x="49436" y="85770"/>
                  </a:lnTo>
                  <a:cubicBezTo>
                    <a:pt x="49403" y="85937"/>
                    <a:pt x="49436" y="86037"/>
                    <a:pt x="49436" y="86137"/>
                  </a:cubicBezTo>
                  <a:cubicBezTo>
                    <a:pt x="49436" y="86404"/>
                    <a:pt x="49436" y="86637"/>
                    <a:pt x="49469" y="86871"/>
                  </a:cubicBezTo>
                  <a:cubicBezTo>
                    <a:pt x="49569" y="87805"/>
                    <a:pt x="49803" y="88705"/>
                    <a:pt x="50103" y="89539"/>
                  </a:cubicBezTo>
                  <a:cubicBezTo>
                    <a:pt x="50637" y="91240"/>
                    <a:pt x="51304" y="92875"/>
                    <a:pt x="51437" y="94543"/>
                  </a:cubicBezTo>
                  <a:lnTo>
                    <a:pt x="51437" y="95143"/>
                  </a:lnTo>
                  <a:lnTo>
                    <a:pt x="51437" y="95443"/>
                  </a:lnTo>
                  <a:lnTo>
                    <a:pt x="51437" y="95477"/>
                  </a:lnTo>
                  <a:lnTo>
                    <a:pt x="51437" y="95577"/>
                  </a:lnTo>
                  <a:lnTo>
                    <a:pt x="51404" y="95744"/>
                  </a:lnTo>
                  <a:lnTo>
                    <a:pt x="51304" y="96044"/>
                  </a:lnTo>
                  <a:lnTo>
                    <a:pt x="51237" y="96311"/>
                  </a:lnTo>
                  <a:cubicBezTo>
                    <a:pt x="51204" y="96544"/>
                    <a:pt x="51104" y="96711"/>
                    <a:pt x="51037" y="96911"/>
                  </a:cubicBezTo>
                  <a:cubicBezTo>
                    <a:pt x="50704" y="97712"/>
                    <a:pt x="50237" y="98412"/>
                    <a:pt x="49736" y="99113"/>
                  </a:cubicBezTo>
                  <a:cubicBezTo>
                    <a:pt x="49236" y="99813"/>
                    <a:pt x="48736" y="100580"/>
                    <a:pt x="48302" y="101381"/>
                  </a:cubicBezTo>
                  <a:cubicBezTo>
                    <a:pt x="47902" y="102148"/>
                    <a:pt x="47568" y="103049"/>
                    <a:pt x="47435" y="103949"/>
                  </a:cubicBezTo>
                  <a:cubicBezTo>
                    <a:pt x="47368" y="104883"/>
                    <a:pt x="47368" y="105751"/>
                    <a:pt x="47401" y="106618"/>
                  </a:cubicBezTo>
                  <a:cubicBezTo>
                    <a:pt x="47435" y="107452"/>
                    <a:pt x="47535" y="108319"/>
                    <a:pt x="47435" y="109086"/>
                  </a:cubicBezTo>
                  <a:cubicBezTo>
                    <a:pt x="47368" y="109820"/>
                    <a:pt x="46934" y="110487"/>
                    <a:pt x="46401" y="111088"/>
                  </a:cubicBezTo>
                  <a:cubicBezTo>
                    <a:pt x="46100" y="111321"/>
                    <a:pt x="45800" y="111622"/>
                    <a:pt x="45533" y="111888"/>
                  </a:cubicBezTo>
                  <a:cubicBezTo>
                    <a:pt x="45200" y="112122"/>
                    <a:pt x="44866" y="112322"/>
                    <a:pt x="44533" y="112556"/>
                  </a:cubicBezTo>
                  <a:cubicBezTo>
                    <a:pt x="43132" y="113423"/>
                    <a:pt x="41564" y="113957"/>
                    <a:pt x="40196" y="114957"/>
                  </a:cubicBezTo>
                  <a:cubicBezTo>
                    <a:pt x="39529" y="115458"/>
                    <a:pt x="38895" y="116091"/>
                    <a:pt x="38428" y="116792"/>
                  </a:cubicBezTo>
                  <a:cubicBezTo>
                    <a:pt x="38295" y="116959"/>
                    <a:pt x="38195" y="117126"/>
                    <a:pt x="38095" y="117326"/>
                  </a:cubicBezTo>
                  <a:cubicBezTo>
                    <a:pt x="37961" y="117559"/>
                    <a:pt x="37894" y="117726"/>
                    <a:pt x="37794" y="117926"/>
                  </a:cubicBezTo>
                  <a:lnTo>
                    <a:pt x="37561" y="118493"/>
                  </a:lnTo>
                  <a:cubicBezTo>
                    <a:pt x="37528" y="118727"/>
                    <a:pt x="37427" y="118927"/>
                    <a:pt x="37394" y="119127"/>
                  </a:cubicBezTo>
                  <a:cubicBezTo>
                    <a:pt x="37194" y="119928"/>
                    <a:pt x="37194" y="120761"/>
                    <a:pt x="37194" y="121562"/>
                  </a:cubicBezTo>
                  <a:cubicBezTo>
                    <a:pt x="37194" y="122329"/>
                    <a:pt x="37194" y="123096"/>
                    <a:pt x="37061" y="123797"/>
                  </a:cubicBezTo>
                  <a:cubicBezTo>
                    <a:pt x="36960" y="124497"/>
                    <a:pt x="36694" y="125131"/>
                    <a:pt x="36260" y="125765"/>
                  </a:cubicBezTo>
                  <a:cubicBezTo>
                    <a:pt x="35893" y="126399"/>
                    <a:pt x="35459" y="126966"/>
                    <a:pt x="34926" y="127433"/>
                  </a:cubicBezTo>
                  <a:cubicBezTo>
                    <a:pt x="33892" y="128400"/>
                    <a:pt x="32557" y="128834"/>
                    <a:pt x="31190" y="128934"/>
                  </a:cubicBezTo>
                  <a:cubicBezTo>
                    <a:pt x="30833" y="128968"/>
                    <a:pt x="30480" y="128982"/>
                    <a:pt x="30131" y="128982"/>
                  </a:cubicBezTo>
                  <a:cubicBezTo>
                    <a:pt x="29109" y="128982"/>
                    <a:pt x="28115" y="128858"/>
                    <a:pt x="27120" y="128734"/>
                  </a:cubicBezTo>
                  <a:cubicBezTo>
                    <a:pt x="25786" y="128567"/>
                    <a:pt x="24518" y="128400"/>
                    <a:pt x="23217" y="128334"/>
                  </a:cubicBezTo>
                  <a:cubicBezTo>
                    <a:pt x="23096" y="128330"/>
                    <a:pt x="22975" y="128329"/>
                    <a:pt x="22854" y="128329"/>
                  </a:cubicBezTo>
                  <a:cubicBezTo>
                    <a:pt x="21709" y="128329"/>
                    <a:pt x="20571" y="128478"/>
                    <a:pt x="19515" y="128901"/>
                  </a:cubicBezTo>
                  <a:cubicBezTo>
                    <a:pt x="18914" y="129101"/>
                    <a:pt x="18414" y="129401"/>
                    <a:pt x="17914" y="129668"/>
                  </a:cubicBezTo>
                  <a:cubicBezTo>
                    <a:pt x="17413" y="129968"/>
                    <a:pt x="16946" y="130302"/>
                    <a:pt x="16513" y="130602"/>
                  </a:cubicBezTo>
                  <a:cubicBezTo>
                    <a:pt x="15579" y="131236"/>
                    <a:pt x="14778" y="131903"/>
                    <a:pt x="13877" y="131936"/>
                  </a:cubicBezTo>
                  <a:cubicBezTo>
                    <a:pt x="13795" y="131942"/>
                    <a:pt x="13714" y="131945"/>
                    <a:pt x="13633" y="131945"/>
                  </a:cubicBezTo>
                  <a:cubicBezTo>
                    <a:pt x="12791" y="131945"/>
                    <a:pt x="12003" y="131646"/>
                    <a:pt x="11242" y="131402"/>
                  </a:cubicBezTo>
                  <a:cubicBezTo>
                    <a:pt x="10408" y="131102"/>
                    <a:pt x="9608" y="130802"/>
                    <a:pt x="8907" y="130468"/>
                  </a:cubicBezTo>
                  <a:cubicBezTo>
                    <a:pt x="7439" y="129901"/>
                    <a:pt x="6205" y="129334"/>
                    <a:pt x="5071" y="129134"/>
                  </a:cubicBezTo>
                  <a:cubicBezTo>
                    <a:pt x="4689" y="129063"/>
                    <a:pt x="4325" y="129034"/>
                    <a:pt x="3988" y="129034"/>
                  </a:cubicBezTo>
                  <a:cubicBezTo>
                    <a:pt x="3383" y="129034"/>
                    <a:pt x="2867" y="129127"/>
                    <a:pt x="2503" y="129234"/>
                  </a:cubicBezTo>
                  <a:cubicBezTo>
                    <a:pt x="2369" y="129268"/>
                    <a:pt x="2236" y="129268"/>
                    <a:pt x="2102" y="129301"/>
                  </a:cubicBezTo>
                  <a:cubicBezTo>
                    <a:pt x="2036" y="129334"/>
                    <a:pt x="1935" y="129334"/>
                    <a:pt x="1869" y="129401"/>
                  </a:cubicBezTo>
                  <a:cubicBezTo>
                    <a:pt x="1735" y="129434"/>
                    <a:pt x="1669" y="129468"/>
                    <a:pt x="1669" y="129468"/>
                  </a:cubicBezTo>
                  <a:cubicBezTo>
                    <a:pt x="1035" y="129735"/>
                    <a:pt x="601" y="130001"/>
                    <a:pt x="368" y="130235"/>
                  </a:cubicBezTo>
                  <a:cubicBezTo>
                    <a:pt x="101" y="130435"/>
                    <a:pt x="1" y="130602"/>
                    <a:pt x="34" y="130635"/>
                  </a:cubicBezTo>
                  <a:cubicBezTo>
                    <a:pt x="42" y="130643"/>
                    <a:pt x="57" y="130647"/>
                    <a:pt x="80" y="130647"/>
                  </a:cubicBezTo>
                  <a:cubicBezTo>
                    <a:pt x="154" y="130647"/>
                    <a:pt x="305" y="130604"/>
                    <a:pt x="534" y="130502"/>
                  </a:cubicBezTo>
                  <a:cubicBezTo>
                    <a:pt x="835" y="130402"/>
                    <a:pt x="1235" y="130168"/>
                    <a:pt x="1835" y="129935"/>
                  </a:cubicBezTo>
                  <a:cubicBezTo>
                    <a:pt x="1835" y="129935"/>
                    <a:pt x="1902" y="129901"/>
                    <a:pt x="2036" y="129835"/>
                  </a:cubicBezTo>
                  <a:cubicBezTo>
                    <a:pt x="2102" y="129835"/>
                    <a:pt x="2202" y="129801"/>
                    <a:pt x="2269" y="129768"/>
                  </a:cubicBezTo>
                  <a:cubicBezTo>
                    <a:pt x="2369" y="129768"/>
                    <a:pt x="2503" y="129735"/>
                    <a:pt x="2603" y="129668"/>
                  </a:cubicBezTo>
                  <a:cubicBezTo>
                    <a:pt x="2913" y="129606"/>
                    <a:pt x="3353" y="129531"/>
                    <a:pt x="3897" y="129531"/>
                  </a:cubicBezTo>
                  <a:cubicBezTo>
                    <a:pt x="4229" y="129531"/>
                    <a:pt x="4600" y="129559"/>
                    <a:pt x="5004" y="129634"/>
                  </a:cubicBezTo>
                  <a:cubicBezTo>
                    <a:pt x="6038" y="129801"/>
                    <a:pt x="7273" y="130335"/>
                    <a:pt x="8707" y="130969"/>
                  </a:cubicBezTo>
                  <a:cubicBezTo>
                    <a:pt x="9407" y="131302"/>
                    <a:pt x="10208" y="131603"/>
                    <a:pt x="11042" y="131936"/>
                  </a:cubicBezTo>
                  <a:cubicBezTo>
                    <a:pt x="11803" y="132210"/>
                    <a:pt x="12675" y="132512"/>
                    <a:pt x="13633" y="132512"/>
                  </a:cubicBezTo>
                  <a:cubicBezTo>
                    <a:pt x="13725" y="132512"/>
                    <a:pt x="13817" y="132509"/>
                    <a:pt x="13911" y="132503"/>
                  </a:cubicBezTo>
                  <a:cubicBezTo>
                    <a:pt x="14444" y="132503"/>
                    <a:pt x="15011" y="132303"/>
                    <a:pt x="15445" y="132003"/>
                  </a:cubicBezTo>
                  <a:cubicBezTo>
                    <a:pt x="15912" y="131769"/>
                    <a:pt x="16346" y="131436"/>
                    <a:pt x="16779" y="131136"/>
                  </a:cubicBezTo>
                  <a:cubicBezTo>
                    <a:pt x="17213" y="130835"/>
                    <a:pt x="17647" y="130568"/>
                    <a:pt x="18180" y="130268"/>
                  </a:cubicBezTo>
                  <a:cubicBezTo>
                    <a:pt x="18614" y="130001"/>
                    <a:pt x="19181" y="129735"/>
                    <a:pt x="19681" y="129501"/>
                  </a:cubicBezTo>
                  <a:cubicBezTo>
                    <a:pt x="20645" y="129140"/>
                    <a:pt x="21690" y="128996"/>
                    <a:pt x="22817" y="128996"/>
                  </a:cubicBezTo>
                  <a:cubicBezTo>
                    <a:pt x="22939" y="128996"/>
                    <a:pt x="23061" y="128997"/>
                    <a:pt x="23184" y="129001"/>
                  </a:cubicBezTo>
                  <a:cubicBezTo>
                    <a:pt x="24385" y="129067"/>
                    <a:pt x="25686" y="129268"/>
                    <a:pt x="27020" y="129434"/>
                  </a:cubicBezTo>
                  <a:cubicBezTo>
                    <a:pt x="28049" y="129563"/>
                    <a:pt x="29098" y="129711"/>
                    <a:pt x="30197" y="129711"/>
                  </a:cubicBezTo>
                  <a:cubicBezTo>
                    <a:pt x="30523" y="129711"/>
                    <a:pt x="30854" y="129698"/>
                    <a:pt x="31190" y="129668"/>
                  </a:cubicBezTo>
                  <a:cubicBezTo>
                    <a:pt x="31890" y="129634"/>
                    <a:pt x="32624" y="129468"/>
                    <a:pt x="33358" y="129234"/>
                  </a:cubicBezTo>
                  <a:cubicBezTo>
                    <a:pt x="34058" y="128934"/>
                    <a:pt x="34726" y="128500"/>
                    <a:pt x="35293" y="128000"/>
                  </a:cubicBezTo>
                  <a:cubicBezTo>
                    <a:pt x="35893" y="127500"/>
                    <a:pt x="36393" y="126899"/>
                    <a:pt x="36760" y="126232"/>
                  </a:cubicBezTo>
                  <a:cubicBezTo>
                    <a:pt x="36860" y="126065"/>
                    <a:pt x="36960" y="125898"/>
                    <a:pt x="37061" y="125732"/>
                  </a:cubicBezTo>
                  <a:lnTo>
                    <a:pt x="37194" y="125465"/>
                  </a:lnTo>
                  <a:lnTo>
                    <a:pt x="37294" y="125165"/>
                  </a:lnTo>
                  <a:cubicBezTo>
                    <a:pt x="37461" y="124798"/>
                    <a:pt x="37561" y="124431"/>
                    <a:pt x="37628" y="123997"/>
                  </a:cubicBezTo>
                  <a:cubicBezTo>
                    <a:pt x="37928" y="122396"/>
                    <a:pt x="37594" y="120795"/>
                    <a:pt x="37961" y="119394"/>
                  </a:cubicBezTo>
                  <a:cubicBezTo>
                    <a:pt x="38028" y="119160"/>
                    <a:pt x="38095" y="118994"/>
                    <a:pt x="38128" y="118827"/>
                  </a:cubicBezTo>
                  <a:lnTo>
                    <a:pt x="38361" y="118293"/>
                  </a:lnTo>
                  <a:cubicBezTo>
                    <a:pt x="38395" y="118126"/>
                    <a:pt x="38528" y="117959"/>
                    <a:pt x="38595" y="117793"/>
                  </a:cubicBezTo>
                  <a:cubicBezTo>
                    <a:pt x="38695" y="117626"/>
                    <a:pt x="38762" y="117459"/>
                    <a:pt x="38895" y="117292"/>
                  </a:cubicBezTo>
                  <a:cubicBezTo>
                    <a:pt x="39295" y="116659"/>
                    <a:pt x="39863" y="116125"/>
                    <a:pt x="40463" y="115658"/>
                  </a:cubicBezTo>
                  <a:cubicBezTo>
                    <a:pt x="41731" y="114791"/>
                    <a:pt x="43298" y="114223"/>
                    <a:pt x="44766" y="113323"/>
                  </a:cubicBezTo>
                  <a:cubicBezTo>
                    <a:pt x="45133" y="113123"/>
                    <a:pt x="45467" y="112889"/>
                    <a:pt x="45867" y="112622"/>
                  </a:cubicBezTo>
                  <a:cubicBezTo>
                    <a:pt x="46167" y="112389"/>
                    <a:pt x="46501" y="112089"/>
                    <a:pt x="46801" y="111755"/>
                  </a:cubicBezTo>
                  <a:cubicBezTo>
                    <a:pt x="46968" y="111588"/>
                    <a:pt x="47101" y="111421"/>
                    <a:pt x="47268" y="111255"/>
                  </a:cubicBezTo>
                  <a:cubicBezTo>
                    <a:pt x="47401" y="111055"/>
                    <a:pt x="47535" y="110888"/>
                    <a:pt x="47635" y="110654"/>
                  </a:cubicBezTo>
                  <a:cubicBezTo>
                    <a:pt x="47902" y="110254"/>
                    <a:pt x="48002" y="109787"/>
                    <a:pt x="48102" y="109320"/>
                  </a:cubicBezTo>
                  <a:cubicBezTo>
                    <a:pt x="48235" y="108419"/>
                    <a:pt x="48102" y="107552"/>
                    <a:pt x="48068" y="106718"/>
                  </a:cubicBezTo>
                  <a:cubicBezTo>
                    <a:pt x="48002" y="105884"/>
                    <a:pt x="48002" y="104983"/>
                    <a:pt x="48102" y="104216"/>
                  </a:cubicBezTo>
                  <a:cubicBezTo>
                    <a:pt x="48235" y="103416"/>
                    <a:pt x="48502" y="102648"/>
                    <a:pt x="48902" y="101915"/>
                  </a:cubicBezTo>
                  <a:cubicBezTo>
                    <a:pt x="49269" y="101147"/>
                    <a:pt x="49770" y="100447"/>
                    <a:pt x="50270" y="99746"/>
                  </a:cubicBezTo>
                  <a:cubicBezTo>
                    <a:pt x="50770" y="98979"/>
                    <a:pt x="51271" y="98245"/>
                    <a:pt x="51638" y="97411"/>
                  </a:cubicBezTo>
                  <a:lnTo>
                    <a:pt x="51904" y="96778"/>
                  </a:lnTo>
                  <a:lnTo>
                    <a:pt x="52005" y="96444"/>
                  </a:lnTo>
                  <a:lnTo>
                    <a:pt x="52105" y="96110"/>
                  </a:lnTo>
                  <a:lnTo>
                    <a:pt x="52138" y="95944"/>
                  </a:lnTo>
                  <a:lnTo>
                    <a:pt x="52138" y="95877"/>
                  </a:lnTo>
                  <a:lnTo>
                    <a:pt x="52138" y="95744"/>
                  </a:lnTo>
                  <a:lnTo>
                    <a:pt x="52138" y="95377"/>
                  </a:lnTo>
                  <a:cubicBezTo>
                    <a:pt x="52171" y="95110"/>
                    <a:pt x="52138" y="94910"/>
                    <a:pt x="52138" y="94643"/>
                  </a:cubicBezTo>
                  <a:cubicBezTo>
                    <a:pt x="52005" y="92775"/>
                    <a:pt x="51304" y="91107"/>
                    <a:pt x="50770" y="89439"/>
                  </a:cubicBezTo>
                  <a:cubicBezTo>
                    <a:pt x="50503" y="88605"/>
                    <a:pt x="50270" y="87771"/>
                    <a:pt x="50170" y="86937"/>
                  </a:cubicBezTo>
                  <a:cubicBezTo>
                    <a:pt x="50137" y="86737"/>
                    <a:pt x="50137" y="86537"/>
                    <a:pt x="50137" y="86303"/>
                  </a:cubicBezTo>
                  <a:lnTo>
                    <a:pt x="50137" y="86037"/>
                  </a:lnTo>
                  <a:lnTo>
                    <a:pt x="50170" y="85703"/>
                  </a:lnTo>
                  <a:cubicBezTo>
                    <a:pt x="50170" y="85470"/>
                    <a:pt x="50237" y="85269"/>
                    <a:pt x="50270" y="85069"/>
                  </a:cubicBezTo>
                  <a:lnTo>
                    <a:pt x="50403" y="84435"/>
                  </a:lnTo>
                  <a:cubicBezTo>
                    <a:pt x="50570" y="83568"/>
                    <a:pt x="50804" y="82734"/>
                    <a:pt x="51004" y="81867"/>
                  </a:cubicBezTo>
                  <a:cubicBezTo>
                    <a:pt x="51237" y="80966"/>
                    <a:pt x="51404" y="80032"/>
                    <a:pt x="51104" y="79032"/>
                  </a:cubicBezTo>
                  <a:cubicBezTo>
                    <a:pt x="50937" y="78565"/>
                    <a:pt x="50737" y="78064"/>
                    <a:pt x="50337" y="77731"/>
                  </a:cubicBezTo>
                  <a:lnTo>
                    <a:pt x="50103" y="77464"/>
                  </a:lnTo>
                  <a:cubicBezTo>
                    <a:pt x="50003" y="77397"/>
                    <a:pt x="49903" y="77364"/>
                    <a:pt x="49803" y="77264"/>
                  </a:cubicBezTo>
                  <a:lnTo>
                    <a:pt x="49503" y="77064"/>
                  </a:lnTo>
                  <a:cubicBezTo>
                    <a:pt x="49436" y="77030"/>
                    <a:pt x="49303" y="76930"/>
                    <a:pt x="49236" y="76897"/>
                  </a:cubicBezTo>
                  <a:cubicBezTo>
                    <a:pt x="48532" y="76486"/>
                    <a:pt x="47673" y="76178"/>
                    <a:pt x="46818" y="76178"/>
                  </a:cubicBezTo>
                  <a:cubicBezTo>
                    <a:pt x="46701" y="76178"/>
                    <a:pt x="46584" y="76184"/>
                    <a:pt x="46467" y="76196"/>
                  </a:cubicBezTo>
                  <a:cubicBezTo>
                    <a:pt x="45500" y="76230"/>
                    <a:pt x="44599" y="76597"/>
                    <a:pt x="43799" y="77064"/>
                  </a:cubicBezTo>
                  <a:cubicBezTo>
                    <a:pt x="42998" y="77531"/>
                    <a:pt x="42331" y="78131"/>
                    <a:pt x="41731" y="78798"/>
                  </a:cubicBezTo>
                  <a:cubicBezTo>
                    <a:pt x="40496" y="80132"/>
                    <a:pt x="39596" y="81700"/>
                    <a:pt x="38929" y="83301"/>
                  </a:cubicBezTo>
                  <a:cubicBezTo>
                    <a:pt x="38261" y="84936"/>
                    <a:pt x="37794" y="86637"/>
                    <a:pt x="37628" y="88372"/>
                  </a:cubicBezTo>
                  <a:lnTo>
                    <a:pt x="37594" y="89039"/>
                  </a:lnTo>
                  <a:cubicBezTo>
                    <a:pt x="37594" y="89239"/>
                    <a:pt x="37561" y="89406"/>
                    <a:pt x="37561" y="89606"/>
                  </a:cubicBezTo>
                  <a:cubicBezTo>
                    <a:pt x="37494" y="89973"/>
                    <a:pt x="37461" y="90406"/>
                    <a:pt x="37394" y="90773"/>
                  </a:cubicBezTo>
                  <a:cubicBezTo>
                    <a:pt x="37261" y="91574"/>
                    <a:pt x="37061" y="92308"/>
                    <a:pt x="36760" y="93075"/>
                  </a:cubicBezTo>
                  <a:cubicBezTo>
                    <a:pt x="36493" y="93809"/>
                    <a:pt x="36160" y="94543"/>
                    <a:pt x="35726" y="95110"/>
                  </a:cubicBezTo>
                  <a:cubicBezTo>
                    <a:pt x="35309" y="95687"/>
                    <a:pt x="34769" y="96079"/>
                    <a:pt x="34195" y="96079"/>
                  </a:cubicBezTo>
                  <a:cubicBezTo>
                    <a:pt x="34172" y="96079"/>
                    <a:pt x="34148" y="96078"/>
                    <a:pt x="34125" y="96077"/>
                  </a:cubicBezTo>
                  <a:cubicBezTo>
                    <a:pt x="33558" y="96044"/>
                    <a:pt x="32958" y="95577"/>
                    <a:pt x="32457" y="95043"/>
                  </a:cubicBezTo>
                  <a:cubicBezTo>
                    <a:pt x="32324" y="94910"/>
                    <a:pt x="32257" y="94743"/>
                    <a:pt x="32124" y="94609"/>
                  </a:cubicBezTo>
                  <a:cubicBezTo>
                    <a:pt x="32057" y="94476"/>
                    <a:pt x="31957" y="94309"/>
                    <a:pt x="31890" y="94209"/>
                  </a:cubicBezTo>
                  <a:cubicBezTo>
                    <a:pt x="31757" y="93909"/>
                    <a:pt x="31657" y="93609"/>
                    <a:pt x="31657" y="93275"/>
                  </a:cubicBezTo>
                  <a:cubicBezTo>
                    <a:pt x="31657" y="92475"/>
                    <a:pt x="31990" y="91641"/>
                    <a:pt x="32290" y="90873"/>
                  </a:cubicBezTo>
                  <a:cubicBezTo>
                    <a:pt x="32591" y="90073"/>
                    <a:pt x="32791" y="89272"/>
                    <a:pt x="32791" y="88705"/>
                  </a:cubicBezTo>
                  <a:lnTo>
                    <a:pt x="32791" y="88739"/>
                  </a:lnTo>
                  <a:cubicBezTo>
                    <a:pt x="32891" y="87905"/>
                    <a:pt x="32891" y="87037"/>
                    <a:pt x="32624" y="86203"/>
                  </a:cubicBezTo>
                  <a:cubicBezTo>
                    <a:pt x="32391" y="85369"/>
                    <a:pt x="31990" y="84602"/>
                    <a:pt x="31657" y="83902"/>
                  </a:cubicBezTo>
                  <a:cubicBezTo>
                    <a:pt x="31323" y="83135"/>
                    <a:pt x="31056" y="82434"/>
                    <a:pt x="30789" y="81700"/>
                  </a:cubicBezTo>
                  <a:lnTo>
                    <a:pt x="30589" y="81133"/>
                  </a:lnTo>
                  <a:cubicBezTo>
                    <a:pt x="30556" y="80933"/>
                    <a:pt x="30489" y="80766"/>
                    <a:pt x="30456" y="80566"/>
                  </a:cubicBezTo>
                  <a:lnTo>
                    <a:pt x="30356" y="79966"/>
                  </a:lnTo>
                  <a:cubicBezTo>
                    <a:pt x="30356" y="79765"/>
                    <a:pt x="30356" y="79599"/>
                    <a:pt x="30289" y="79399"/>
                  </a:cubicBezTo>
                  <a:cubicBezTo>
                    <a:pt x="30189" y="78631"/>
                    <a:pt x="30289" y="77897"/>
                    <a:pt x="30456" y="77130"/>
                  </a:cubicBezTo>
                  <a:cubicBezTo>
                    <a:pt x="30689" y="76430"/>
                    <a:pt x="31056" y="75729"/>
                    <a:pt x="31523" y="75095"/>
                  </a:cubicBezTo>
                  <a:cubicBezTo>
                    <a:pt x="32457" y="73861"/>
                    <a:pt x="33758" y="72760"/>
                    <a:pt x="35026" y="71626"/>
                  </a:cubicBezTo>
                  <a:cubicBezTo>
                    <a:pt x="35626" y="71059"/>
                    <a:pt x="36260" y="70525"/>
                    <a:pt x="36894" y="69892"/>
                  </a:cubicBezTo>
                  <a:lnTo>
                    <a:pt x="37761" y="68958"/>
                  </a:lnTo>
                  <a:cubicBezTo>
                    <a:pt x="38061" y="68724"/>
                    <a:pt x="38361" y="68457"/>
                    <a:pt x="38695" y="68224"/>
                  </a:cubicBezTo>
                  <a:cubicBezTo>
                    <a:pt x="40029" y="67290"/>
                    <a:pt x="41597" y="66723"/>
                    <a:pt x="43198" y="66056"/>
                  </a:cubicBezTo>
                  <a:cubicBezTo>
                    <a:pt x="43965" y="65722"/>
                    <a:pt x="44766" y="65388"/>
                    <a:pt x="45567" y="65022"/>
                  </a:cubicBezTo>
                  <a:cubicBezTo>
                    <a:pt x="46367" y="64588"/>
                    <a:pt x="47101" y="64121"/>
                    <a:pt x="47802" y="63554"/>
                  </a:cubicBezTo>
                  <a:cubicBezTo>
                    <a:pt x="48535" y="62920"/>
                    <a:pt x="49102" y="62186"/>
                    <a:pt x="49403" y="61252"/>
                  </a:cubicBezTo>
                  <a:cubicBezTo>
                    <a:pt x="49436" y="61052"/>
                    <a:pt x="49536" y="60785"/>
                    <a:pt x="49569" y="60585"/>
                  </a:cubicBezTo>
                  <a:lnTo>
                    <a:pt x="49603" y="60251"/>
                  </a:lnTo>
                  <a:lnTo>
                    <a:pt x="49703" y="60118"/>
                  </a:lnTo>
                  <a:lnTo>
                    <a:pt x="49803" y="59851"/>
                  </a:lnTo>
                  <a:lnTo>
                    <a:pt x="49870" y="59718"/>
                  </a:lnTo>
                  <a:cubicBezTo>
                    <a:pt x="49903" y="59651"/>
                    <a:pt x="49903" y="59618"/>
                    <a:pt x="49903" y="59584"/>
                  </a:cubicBezTo>
                  <a:lnTo>
                    <a:pt x="49936" y="59418"/>
                  </a:lnTo>
                  <a:lnTo>
                    <a:pt x="50070" y="58784"/>
                  </a:lnTo>
                  <a:cubicBezTo>
                    <a:pt x="50237" y="57916"/>
                    <a:pt x="50303" y="57049"/>
                    <a:pt x="50237" y="56115"/>
                  </a:cubicBezTo>
                  <a:cubicBezTo>
                    <a:pt x="50203" y="55215"/>
                    <a:pt x="49870" y="54281"/>
                    <a:pt x="49369" y="53547"/>
                  </a:cubicBezTo>
                  <a:cubicBezTo>
                    <a:pt x="48369" y="51979"/>
                    <a:pt x="46901" y="50945"/>
                    <a:pt x="45600" y="49911"/>
                  </a:cubicBezTo>
                  <a:cubicBezTo>
                    <a:pt x="44933" y="49410"/>
                    <a:pt x="44299" y="48810"/>
                    <a:pt x="43965" y="48210"/>
                  </a:cubicBezTo>
                  <a:cubicBezTo>
                    <a:pt x="43632" y="47576"/>
                    <a:pt x="43632" y="46842"/>
                    <a:pt x="43899" y="46075"/>
                  </a:cubicBezTo>
                  <a:cubicBezTo>
                    <a:pt x="44032" y="45708"/>
                    <a:pt x="44132" y="45341"/>
                    <a:pt x="44366" y="45007"/>
                  </a:cubicBezTo>
                  <a:lnTo>
                    <a:pt x="44499" y="44707"/>
                  </a:lnTo>
                  <a:cubicBezTo>
                    <a:pt x="44566" y="44674"/>
                    <a:pt x="44499" y="44674"/>
                    <a:pt x="44566" y="44607"/>
                  </a:cubicBezTo>
                  <a:lnTo>
                    <a:pt x="44633" y="44540"/>
                  </a:lnTo>
                  <a:cubicBezTo>
                    <a:pt x="44766" y="44407"/>
                    <a:pt x="44899" y="44273"/>
                    <a:pt x="45066" y="44173"/>
                  </a:cubicBezTo>
                  <a:cubicBezTo>
                    <a:pt x="45633" y="43706"/>
                    <a:pt x="46401" y="43339"/>
                    <a:pt x="47101" y="42772"/>
                  </a:cubicBezTo>
                  <a:cubicBezTo>
                    <a:pt x="47468" y="42505"/>
                    <a:pt x="47802" y="42205"/>
                    <a:pt x="48068" y="41738"/>
                  </a:cubicBezTo>
                  <a:cubicBezTo>
                    <a:pt x="48269" y="41271"/>
                    <a:pt x="48402" y="40838"/>
                    <a:pt x="48402" y="40371"/>
                  </a:cubicBezTo>
                  <a:cubicBezTo>
                    <a:pt x="48435" y="39904"/>
                    <a:pt x="48369" y="39503"/>
                    <a:pt x="48369" y="39103"/>
                  </a:cubicBezTo>
                  <a:cubicBezTo>
                    <a:pt x="48369" y="38703"/>
                    <a:pt x="48402" y="38503"/>
                    <a:pt x="48569" y="38069"/>
                  </a:cubicBezTo>
                  <a:cubicBezTo>
                    <a:pt x="48869" y="37302"/>
                    <a:pt x="49136" y="36601"/>
                    <a:pt x="49603" y="36034"/>
                  </a:cubicBezTo>
                  <a:cubicBezTo>
                    <a:pt x="50036" y="35434"/>
                    <a:pt x="50637" y="35067"/>
                    <a:pt x="51371" y="34767"/>
                  </a:cubicBezTo>
                  <a:cubicBezTo>
                    <a:pt x="52071" y="34500"/>
                    <a:pt x="52805" y="34266"/>
                    <a:pt x="53572" y="34099"/>
                  </a:cubicBezTo>
                  <a:cubicBezTo>
                    <a:pt x="54306" y="33899"/>
                    <a:pt x="55073" y="33699"/>
                    <a:pt x="55807" y="33532"/>
                  </a:cubicBezTo>
                  <a:cubicBezTo>
                    <a:pt x="56174" y="33399"/>
                    <a:pt x="56574" y="33332"/>
                    <a:pt x="56941" y="33232"/>
                  </a:cubicBezTo>
                  <a:lnTo>
                    <a:pt x="58076" y="32999"/>
                  </a:lnTo>
                  <a:cubicBezTo>
                    <a:pt x="58809" y="32832"/>
                    <a:pt x="59510" y="32698"/>
                    <a:pt x="60277" y="32532"/>
                  </a:cubicBezTo>
                  <a:cubicBezTo>
                    <a:pt x="63246" y="31931"/>
                    <a:pt x="66081" y="31331"/>
                    <a:pt x="68783" y="30564"/>
                  </a:cubicBezTo>
                  <a:cubicBezTo>
                    <a:pt x="70117" y="30197"/>
                    <a:pt x="71485" y="29596"/>
                    <a:pt x="72486" y="28595"/>
                  </a:cubicBezTo>
                  <a:cubicBezTo>
                    <a:pt x="72986" y="28095"/>
                    <a:pt x="73420" y="27528"/>
                    <a:pt x="73753" y="26928"/>
                  </a:cubicBezTo>
                  <a:cubicBezTo>
                    <a:pt x="74087" y="26361"/>
                    <a:pt x="74320" y="25693"/>
                    <a:pt x="74320" y="24993"/>
                  </a:cubicBezTo>
                  <a:cubicBezTo>
                    <a:pt x="74387" y="24259"/>
                    <a:pt x="74154" y="23659"/>
                    <a:pt x="74054" y="23058"/>
                  </a:cubicBezTo>
                  <a:cubicBezTo>
                    <a:pt x="73920" y="22491"/>
                    <a:pt x="73820" y="21891"/>
                    <a:pt x="73920" y="21357"/>
                  </a:cubicBezTo>
                  <a:cubicBezTo>
                    <a:pt x="73987" y="20823"/>
                    <a:pt x="74120" y="20256"/>
                    <a:pt x="74320" y="19756"/>
                  </a:cubicBezTo>
                  <a:cubicBezTo>
                    <a:pt x="74554" y="19255"/>
                    <a:pt x="74787" y="18755"/>
                    <a:pt x="75121" y="18355"/>
                  </a:cubicBezTo>
                  <a:cubicBezTo>
                    <a:pt x="76389" y="16587"/>
                    <a:pt x="77990" y="15219"/>
                    <a:pt x="78724" y="13351"/>
                  </a:cubicBezTo>
                  <a:cubicBezTo>
                    <a:pt x="78790" y="13084"/>
                    <a:pt x="78824" y="12884"/>
                    <a:pt x="78924" y="12651"/>
                  </a:cubicBezTo>
                  <a:cubicBezTo>
                    <a:pt x="78924" y="12417"/>
                    <a:pt x="78990" y="12184"/>
                    <a:pt x="78957" y="11917"/>
                  </a:cubicBezTo>
                  <a:lnTo>
                    <a:pt x="78957" y="11583"/>
                  </a:lnTo>
                  <a:cubicBezTo>
                    <a:pt x="78957" y="11483"/>
                    <a:pt x="78924" y="11383"/>
                    <a:pt x="78924" y="11250"/>
                  </a:cubicBezTo>
                  <a:lnTo>
                    <a:pt x="78790" y="10649"/>
                  </a:lnTo>
                  <a:cubicBezTo>
                    <a:pt x="78624" y="9815"/>
                    <a:pt x="78457" y="9048"/>
                    <a:pt x="78323" y="8348"/>
                  </a:cubicBezTo>
                  <a:cubicBezTo>
                    <a:pt x="78090" y="6913"/>
                    <a:pt x="78056" y="5679"/>
                    <a:pt x="78223" y="4712"/>
                  </a:cubicBezTo>
                  <a:cubicBezTo>
                    <a:pt x="78257" y="4478"/>
                    <a:pt x="78290" y="4211"/>
                    <a:pt x="78323" y="4011"/>
                  </a:cubicBezTo>
                  <a:cubicBezTo>
                    <a:pt x="78390" y="3811"/>
                    <a:pt x="78457" y="3578"/>
                    <a:pt x="78490" y="3411"/>
                  </a:cubicBezTo>
                  <a:cubicBezTo>
                    <a:pt x="78590" y="3077"/>
                    <a:pt x="78757" y="2810"/>
                    <a:pt x="78824" y="2543"/>
                  </a:cubicBezTo>
                  <a:cubicBezTo>
                    <a:pt x="78924" y="2310"/>
                    <a:pt x="78990" y="2110"/>
                    <a:pt x="79091" y="2010"/>
                  </a:cubicBezTo>
                  <a:cubicBezTo>
                    <a:pt x="79124" y="1876"/>
                    <a:pt x="79157" y="1843"/>
                    <a:pt x="79157" y="1843"/>
                  </a:cubicBezTo>
                  <a:cubicBezTo>
                    <a:pt x="79324" y="1576"/>
                    <a:pt x="79424" y="1343"/>
                    <a:pt x="79724" y="1009"/>
                  </a:cubicBezTo>
                  <a:cubicBezTo>
                    <a:pt x="79824" y="842"/>
                    <a:pt x="79924" y="642"/>
                    <a:pt x="79991" y="509"/>
                  </a:cubicBezTo>
                  <a:cubicBezTo>
                    <a:pt x="80158" y="208"/>
                    <a:pt x="80225" y="42"/>
                    <a:pt x="80158" y="8"/>
                  </a:cubicBezTo>
                  <a:cubicBezTo>
                    <a:pt x="80153" y="3"/>
                    <a:pt x="80145" y="0"/>
                    <a:pt x="801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20" name="Google Shape;3620;p29"/>
            <p:cNvSpPr/>
            <p:nvPr/>
          </p:nvSpPr>
          <p:spPr>
            <a:xfrm rot="10800000">
              <a:off x="7257082" y="1834842"/>
              <a:ext cx="2069687" cy="3284563"/>
            </a:xfrm>
            <a:custGeom>
              <a:avLst/>
              <a:gdLst/>
              <a:ahLst/>
              <a:cxnLst/>
              <a:rect l="l" t="t" r="r" b="b"/>
              <a:pathLst>
                <a:path w="85595" h="135838" extrusionOk="0">
                  <a:moveTo>
                    <a:pt x="85546" y="1"/>
                  </a:moveTo>
                  <a:cubicBezTo>
                    <a:pt x="85502" y="1"/>
                    <a:pt x="85407" y="103"/>
                    <a:pt x="85261" y="307"/>
                  </a:cubicBezTo>
                  <a:cubicBezTo>
                    <a:pt x="85094" y="541"/>
                    <a:pt x="84894" y="874"/>
                    <a:pt x="84694" y="1408"/>
                  </a:cubicBezTo>
                  <a:cubicBezTo>
                    <a:pt x="84694" y="1408"/>
                    <a:pt x="84627" y="1508"/>
                    <a:pt x="84594" y="1642"/>
                  </a:cubicBezTo>
                  <a:cubicBezTo>
                    <a:pt x="84594" y="1675"/>
                    <a:pt x="84561" y="1742"/>
                    <a:pt x="84527" y="1875"/>
                  </a:cubicBezTo>
                  <a:cubicBezTo>
                    <a:pt x="84461" y="1975"/>
                    <a:pt x="84461" y="2142"/>
                    <a:pt x="84427" y="2242"/>
                  </a:cubicBezTo>
                  <a:cubicBezTo>
                    <a:pt x="84327" y="2842"/>
                    <a:pt x="84227" y="3743"/>
                    <a:pt x="84394" y="4911"/>
                  </a:cubicBezTo>
                  <a:cubicBezTo>
                    <a:pt x="84494" y="5511"/>
                    <a:pt x="84594" y="6178"/>
                    <a:pt x="84727" y="6879"/>
                  </a:cubicBezTo>
                  <a:cubicBezTo>
                    <a:pt x="84894" y="7579"/>
                    <a:pt x="85061" y="8380"/>
                    <a:pt x="85094" y="9247"/>
                  </a:cubicBezTo>
                  <a:cubicBezTo>
                    <a:pt x="85161" y="9481"/>
                    <a:pt x="85161" y="9714"/>
                    <a:pt x="85161" y="9914"/>
                  </a:cubicBezTo>
                  <a:cubicBezTo>
                    <a:pt x="85094" y="10148"/>
                    <a:pt x="85094" y="10348"/>
                    <a:pt x="85061" y="10581"/>
                  </a:cubicBezTo>
                  <a:cubicBezTo>
                    <a:pt x="85061" y="10848"/>
                    <a:pt x="84994" y="11048"/>
                    <a:pt x="84928" y="11315"/>
                  </a:cubicBezTo>
                  <a:cubicBezTo>
                    <a:pt x="84894" y="11549"/>
                    <a:pt x="84794" y="11749"/>
                    <a:pt x="84727" y="12016"/>
                  </a:cubicBezTo>
                  <a:cubicBezTo>
                    <a:pt x="84561" y="12483"/>
                    <a:pt x="84327" y="12916"/>
                    <a:pt x="83960" y="13350"/>
                  </a:cubicBezTo>
                  <a:cubicBezTo>
                    <a:pt x="83693" y="13817"/>
                    <a:pt x="83260" y="14184"/>
                    <a:pt x="82859" y="14584"/>
                  </a:cubicBezTo>
                  <a:cubicBezTo>
                    <a:pt x="81959" y="15385"/>
                    <a:pt x="81025" y="16219"/>
                    <a:pt x="80224" y="17319"/>
                  </a:cubicBezTo>
                  <a:cubicBezTo>
                    <a:pt x="79857" y="17853"/>
                    <a:pt x="79490" y="18487"/>
                    <a:pt x="79324" y="19187"/>
                  </a:cubicBezTo>
                  <a:cubicBezTo>
                    <a:pt x="79090" y="19855"/>
                    <a:pt x="79057" y="20588"/>
                    <a:pt x="79090" y="21356"/>
                  </a:cubicBezTo>
                  <a:cubicBezTo>
                    <a:pt x="79157" y="22823"/>
                    <a:pt x="79424" y="24358"/>
                    <a:pt x="79157" y="25926"/>
                  </a:cubicBezTo>
                  <a:cubicBezTo>
                    <a:pt x="78823" y="27493"/>
                    <a:pt x="78023" y="29028"/>
                    <a:pt x="76755" y="30229"/>
                  </a:cubicBezTo>
                  <a:cubicBezTo>
                    <a:pt x="75521" y="31430"/>
                    <a:pt x="73853" y="32263"/>
                    <a:pt x="72085" y="33064"/>
                  </a:cubicBezTo>
                  <a:cubicBezTo>
                    <a:pt x="70384" y="33898"/>
                    <a:pt x="68483" y="34498"/>
                    <a:pt x="66481" y="34999"/>
                  </a:cubicBezTo>
                  <a:cubicBezTo>
                    <a:pt x="65981" y="35166"/>
                    <a:pt x="65480" y="35266"/>
                    <a:pt x="64980" y="35399"/>
                  </a:cubicBezTo>
                  <a:cubicBezTo>
                    <a:pt x="64713" y="35499"/>
                    <a:pt x="64480" y="35532"/>
                    <a:pt x="64213" y="35599"/>
                  </a:cubicBezTo>
                  <a:lnTo>
                    <a:pt x="64013" y="35666"/>
                  </a:lnTo>
                  <a:lnTo>
                    <a:pt x="63913" y="35666"/>
                  </a:lnTo>
                  <a:lnTo>
                    <a:pt x="63846" y="35699"/>
                  </a:lnTo>
                  <a:lnTo>
                    <a:pt x="63412" y="35766"/>
                  </a:lnTo>
                  <a:cubicBezTo>
                    <a:pt x="62378" y="36033"/>
                    <a:pt x="61311" y="36366"/>
                    <a:pt x="60310" y="36867"/>
                  </a:cubicBezTo>
                  <a:cubicBezTo>
                    <a:pt x="59309" y="37367"/>
                    <a:pt x="58309" y="38068"/>
                    <a:pt x="57708" y="39168"/>
                  </a:cubicBezTo>
                  <a:cubicBezTo>
                    <a:pt x="57408" y="39702"/>
                    <a:pt x="57341" y="40336"/>
                    <a:pt x="57174" y="40870"/>
                  </a:cubicBezTo>
                  <a:cubicBezTo>
                    <a:pt x="57141" y="41170"/>
                    <a:pt x="57008" y="41437"/>
                    <a:pt x="56908" y="41704"/>
                  </a:cubicBezTo>
                  <a:cubicBezTo>
                    <a:pt x="56808" y="42004"/>
                    <a:pt x="56674" y="42237"/>
                    <a:pt x="56541" y="42504"/>
                  </a:cubicBezTo>
                  <a:lnTo>
                    <a:pt x="56307" y="43005"/>
                  </a:lnTo>
                  <a:cubicBezTo>
                    <a:pt x="56174" y="43171"/>
                    <a:pt x="56040" y="43338"/>
                    <a:pt x="55907" y="43538"/>
                  </a:cubicBezTo>
                  <a:cubicBezTo>
                    <a:pt x="55640" y="43905"/>
                    <a:pt x="55240" y="44339"/>
                    <a:pt x="54839" y="44739"/>
                  </a:cubicBezTo>
                  <a:cubicBezTo>
                    <a:pt x="54406" y="45173"/>
                    <a:pt x="53872" y="45573"/>
                    <a:pt x="53372" y="46107"/>
                  </a:cubicBezTo>
                  <a:cubicBezTo>
                    <a:pt x="52871" y="46607"/>
                    <a:pt x="52371" y="47341"/>
                    <a:pt x="52204" y="48208"/>
                  </a:cubicBezTo>
                  <a:cubicBezTo>
                    <a:pt x="51837" y="50010"/>
                    <a:pt x="52571" y="51844"/>
                    <a:pt x="53405" y="53612"/>
                  </a:cubicBezTo>
                  <a:cubicBezTo>
                    <a:pt x="53839" y="54513"/>
                    <a:pt x="54172" y="55447"/>
                    <a:pt x="54339" y="56514"/>
                  </a:cubicBezTo>
                  <a:cubicBezTo>
                    <a:pt x="54406" y="56748"/>
                    <a:pt x="54372" y="57048"/>
                    <a:pt x="54406" y="57281"/>
                  </a:cubicBezTo>
                  <a:cubicBezTo>
                    <a:pt x="54406" y="57548"/>
                    <a:pt x="54473" y="57848"/>
                    <a:pt x="54473" y="58082"/>
                  </a:cubicBezTo>
                  <a:cubicBezTo>
                    <a:pt x="54473" y="58349"/>
                    <a:pt x="54473" y="58616"/>
                    <a:pt x="54406" y="58883"/>
                  </a:cubicBezTo>
                  <a:cubicBezTo>
                    <a:pt x="54372" y="59116"/>
                    <a:pt x="54372" y="59416"/>
                    <a:pt x="54306" y="59683"/>
                  </a:cubicBezTo>
                  <a:cubicBezTo>
                    <a:pt x="54072" y="60751"/>
                    <a:pt x="53639" y="61785"/>
                    <a:pt x="52971" y="62719"/>
                  </a:cubicBezTo>
                  <a:cubicBezTo>
                    <a:pt x="52304" y="63619"/>
                    <a:pt x="51370" y="64420"/>
                    <a:pt x="50403" y="65087"/>
                  </a:cubicBezTo>
                  <a:cubicBezTo>
                    <a:pt x="49402" y="65754"/>
                    <a:pt x="48335" y="66355"/>
                    <a:pt x="47234" y="66888"/>
                  </a:cubicBezTo>
                  <a:cubicBezTo>
                    <a:pt x="46700" y="67188"/>
                    <a:pt x="46167" y="67455"/>
                    <a:pt x="45633" y="67789"/>
                  </a:cubicBezTo>
                  <a:cubicBezTo>
                    <a:pt x="45366" y="67956"/>
                    <a:pt x="45133" y="68189"/>
                    <a:pt x="44866" y="68423"/>
                  </a:cubicBezTo>
                  <a:cubicBezTo>
                    <a:pt x="44732" y="68589"/>
                    <a:pt x="44666" y="68756"/>
                    <a:pt x="44565" y="68923"/>
                  </a:cubicBezTo>
                  <a:cubicBezTo>
                    <a:pt x="44565" y="69023"/>
                    <a:pt x="44532" y="69123"/>
                    <a:pt x="44532" y="69223"/>
                  </a:cubicBezTo>
                  <a:cubicBezTo>
                    <a:pt x="44532" y="69290"/>
                    <a:pt x="44532" y="69423"/>
                    <a:pt x="44565" y="69523"/>
                  </a:cubicBezTo>
                  <a:cubicBezTo>
                    <a:pt x="44666" y="69890"/>
                    <a:pt x="44899" y="70124"/>
                    <a:pt x="45133" y="70391"/>
                  </a:cubicBezTo>
                  <a:cubicBezTo>
                    <a:pt x="45333" y="70591"/>
                    <a:pt x="45533" y="70858"/>
                    <a:pt x="45800" y="71058"/>
                  </a:cubicBezTo>
                  <a:cubicBezTo>
                    <a:pt x="45900" y="71191"/>
                    <a:pt x="46033" y="71291"/>
                    <a:pt x="46167" y="71392"/>
                  </a:cubicBezTo>
                  <a:lnTo>
                    <a:pt x="46567" y="71625"/>
                  </a:lnTo>
                  <a:cubicBezTo>
                    <a:pt x="46700" y="71725"/>
                    <a:pt x="46867" y="71792"/>
                    <a:pt x="47034" y="71859"/>
                  </a:cubicBezTo>
                  <a:cubicBezTo>
                    <a:pt x="47167" y="71925"/>
                    <a:pt x="47334" y="72025"/>
                    <a:pt x="47501" y="72025"/>
                  </a:cubicBezTo>
                  <a:cubicBezTo>
                    <a:pt x="47723" y="72081"/>
                    <a:pt x="47946" y="72103"/>
                    <a:pt x="48167" y="72103"/>
                  </a:cubicBezTo>
                  <a:cubicBezTo>
                    <a:pt x="48609" y="72103"/>
                    <a:pt x="49046" y="72014"/>
                    <a:pt x="49469" y="71925"/>
                  </a:cubicBezTo>
                  <a:cubicBezTo>
                    <a:pt x="50069" y="71792"/>
                    <a:pt x="50670" y="71592"/>
                    <a:pt x="51237" y="71458"/>
                  </a:cubicBezTo>
                  <a:cubicBezTo>
                    <a:pt x="51742" y="71314"/>
                    <a:pt x="52259" y="71245"/>
                    <a:pt x="52769" y="71245"/>
                  </a:cubicBezTo>
                  <a:cubicBezTo>
                    <a:pt x="53440" y="71245"/>
                    <a:pt x="54100" y="71364"/>
                    <a:pt x="54706" y="71592"/>
                  </a:cubicBezTo>
                  <a:cubicBezTo>
                    <a:pt x="55240" y="71758"/>
                    <a:pt x="55673" y="72192"/>
                    <a:pt x="55974" y="72626"/>
                  </a:cubicBezTo>
                  <a:cubicBezTo>
                    <a:pt x="56240" y="73126"/>
                    <a:pt x="56474" y="73693"/>
                    <a:pt x="56574" y="74227"/>
                  </a:cubicBezTo>
                  <a:cubicBezTo>
                    <a:pt x="56874" y="75428"/>
                    <a:pt x="56908" y="76729"/>
                    <a:pt x="56841" y="78030"/>
                  </a:cubicBezTo>
                  <a:cubicBezTo>
                    <a:pt x="56808" y="78697"/>
                    <a:pt x="56707" y="79297"/>
                    <a:pt x="56574" y="79964"/>
                  </a:cubicBezTo>
                  <a:lnTo>
                    <a:pt x="56207" y="81966"/>
                  </a:lnTo>
                  <a:cubicBezTo>
                    <a:pt x="56140" y="82299"/>
                    <a:pt x="56140" y="82700"/>
                    <a:pt x="56074" y="83033"/>
                  </a:cubicBezTo>
                  <a:cubicBezTo>
                    <a:pt x="56040" y="83367"/>
                    <a:pt x="56007" y="83734"/>
                    <a:pt x="56007" y="84067"/>
                  </a:cubicBezTo>
                  <a:cubicBezTo>
                    <a:pt x="56040" y="84734"/>
                    <a:pt x="56007" y="85435"/>
                    <a:pt x="56074" y="86135"/>
                  </a:cubicBezTo>
                  <a:cubicBezTo>
                    <a:pt x="56174" y="87570"/>
                    <a:pt x="56374" y="88937"/>
                    <a:pt x="56474" y="90372"/>
                  </a:cubicBezTo>
                  <a:cubicBezTo>
                    <a:pt x="56474" y="90705"/>
                    <a:pt x="56507" y="91072"/>
                    <a:pt x="56507" y="91406"/>
                  </a:cubicBezTo>
                  <a:lnTo>
                    <a:pt x="56474" y="92440"/>
                  </a:lnTo>
                  <a:lnTo>
                    <a:pt x="56474" y="92974"/>
                  </a:lnTo>
                  <a:lnTo>
                    <a:pt x="56374" y="93474"/>
                  </a:lnTo>
                  <a:lnTo>
                    <a:pt x="56307" y="93974"/>
                  </a:lnTo>
                  <a:cubicBezTo>
                    <a:pt x="56307" y="94141"/>
                    <a:pt x="56240" y="94308"/>
                    <a:pt x="56207" y="94475"/>
                  </a:cubicBezTo>
                  <a:cubicBezTo>
                    <a:pt x="55907" y="95876"/>
                    <a:pt x="55340" y="97143"/>
                    <a:pt x="54806" y="98544"/>
                  </a:cubicBezTo>
                  <a:cubicBezTo>
                    <a:pt x="54673" y="98878"/>
                    <a:pt x="54539" y="99245"/>
                    <a:pt x="54406" y="99578"/>
                  </a:cubicBezTo>
                  <a:cubicBezTo>
                    <a:pt x="54339" y="99912"/>
                    <a:pt x="54172" y="100245"/>
                    <a:pt x="54072" y="100612"/>
                  </a:cubicBezTo>
                  <a:lnTo>
                    <a:pt x="53805" y="101713"/>
                  </a:lnTo>
                  <a:lnTo>
                    <a:pt x="53639" y="102814"/>
                  </a:lnTo>
                  <a:cubicBezTo>
                    <a:pt x="53405" y="104315"/>
                    <a:pt x="53672" y="105783"/>
                    <a:pt x="53839" y="107251"/>
                  </a:cubicBezTo>
                  <a:cubicBezTo>
                    <a:pt x="54006" y="108718"/>
                    <a:pt x="54072" y="110153"/>
                    <a:pt x="53539" y="111487"/>
                  </a:cubicBezTo>
                  <a:cubicBezTo>
                    <a:pt x="53305" y="112154"/>
                    <a:pt x="52905" y="112788"/>
                    <a:pt x="52404" y="113288"/>
                  </a:cubicBezTo>
                  <a:lnTo>
                    <a:pt x="51671" y="114055"/>
                  </a:lnTo>
                  <a:lnTo>
                    <a:pt x="51237" y="114389"/>
                  </a:lnTo>
                  <a:cubicBezTo>
                    <a:pt x="51070" y="114489"/>
                    <a:pt x="50970" y="114589"/>
                    <a:pt x="50803" y="114656"/>
                  </a:cubicBezTo>
                  <a:cubicBezTo>
                    <a:pt x="49536" y="115390"/>
                    <a:pt x="48135" y="115723"/>
                    <a:pt x="46734" y="116224"/>
                  </a:cubicBezTo>
                  <a:cubicBezTo>
                    <a:pt x="46067" y="116457"/>
                    <a:pt x="45366" y="116757"/>
                    <a:pt x="44732" y="117124"/>
                  </a:cubicBezTo>
                  <a:cubicBezTo>
                    <a:pt x="44065" y="117491"/>
                    <a:pt x="43531" y="118058"/>
                    <a:pt x="43131" y="118659"/>
                  </a:cubicBezTo>
                  <a:cubicBezTo>
                    <a:pt x="43031" y="118825"/>
                    <a:pt x="42898" y="118992"/>
                    <a:pt x="42831" y="119159"/>
                  </a:cubicBezTo>
                  <a:lnTo>
                    <a:pt x="42664" y="119726"/>
                  </a:lnTo>
                  <a:cubicBezTo>
                    <a:pt x="42631" y="119893"/>
                    <a:pt x="42564" y="120093"/>
                    <a:pt x="42531" y="120260"/>
                  </a:cubicBezTo>
                  <a:cubicBezTo>
                    <a:pt x="42497" y="120427"/>
                    <a:pt x="42464" y="120627"/>
                    <a:pt x="42464" y="120794"/>
                  </a:cubicBezTo>
                  <a:cubicBezTo>
                    <a:pt x="42331" y="121561"/>
                    <a:pt x="42331" y="122261"/>
                    <a:pt x="42364" y="122962"/>
                  </a:cubicBezTo>
                  <a:cubicBezTo>
                    <a:pt x="42397" y="124429"/>
                    <a:pt x="42564" y="125797"/>
                    <a:pt x="42331" y="127131"/>
                  </a:cubicBezTo>
                  <a:cubicBezTo>
                    <a:pt x="42164" y="127799"/>
                    <a:pt x="41964" y="128432"/>
                    <a:pt x="41630" y="128999"/>
                  </a:cubicBezTo>
                  <a:cubicBezTo>
                    <a:pt x="41230" y="129566"/>
                    <a:pt x="40829" y="130067"/>
                    <a:pt x="40329" y="130500"/>
                  </a:cubicBezTo>
                  <a:cubicBezTo>
                    <a:pt x="39328" y="131434"/>
                    <a:pt x="38128" y="132002"/>
                    <a:pt x="36860" y="132268"/>
                  </a:cubicBezTo>
                  <a:cubicBezTo>
                    <a:pt x="36209" y="132368"/>
                    <a:pt x="35567" y="132410"/>
                    <a:pt x="34929" y="132410"/>
                  </a:cubicBezTo>
                  <a:cubicBezTo>
                    <a:pt x="34291" y="132410"/>
                    <a:pt x="33658" y="132368"/>
                    <a:pt x="33024" y="132302"/>
                  </a:cubicBezTo>
                  <a:cubicBezTo>
                    <a:pt x="31790" y="132135"/>
                    <a:pt x="30522" y="131935"/>
                    <a:pt x="29321" y="131768"/>
                  </a:cubicBezTo>
                  <a:cubicBezTo>
                    <a:pt x="28164" y="131616"/>
                    <a:pt x="27090" y="131464"/>
                    <a:pt x="25999" y="131464"/>
                  </a:cubicBezTo>
                  <a:cubicBezTo>
                    <a:pt x="25894" y="131464"/>
                    <a:pt x="25790" y="131465"/>
                    <a:pt x="25685" y="131468"/>
                  </a:cubicBezTo>
                  <a:cubicBezTo>
                    <a:pt x="24484" y="131468"/>
                    <a:pt x="23317" y="131668"/>
                    <a:pt x="22283" y="132102"/>
                  </a:cubicBezTo>
                  <a:cubicBezTo>
                    <a:pt x="21215" y="132569"/>
                    <a:pt x="20281" y="133069"/>
                    <a:pt x="19347" y="133569"/>
                  </a:cubicBezTo>
                  <a:cubicBezTo>
                    <a:pt x="18447" y="134070"/>
                    <a:pt x="17513" y="134570"/>
                    <a:pt x="16646" y="134937"/>
                  </a:cubicBezTo>
                  <a:cubicBezTo>
                    <a:pt x="15712" y="135304"/>
                    <a:pt x="14811" y="135504"/>
                    <a:pt x="13944" y="135504"/>
                  </a:cubicBezTo>
                  <a:cubicBezTo>
                    <a:pt x="13043" y="135504"/>
                    <a:pt x="12209" y="135304"/>
                    <a:pt x="11442" y="135104"/>
                  </a:cubicBezTo>
                  <a:cubicBezTo>
                    <a:pt x="9874" y="134603"/>
                    <a:pt x="8506" y="134003"/>
                    <a:pt x="7272" y="133603"/>
                  </a:cubicBezTo>
                  <a:cubicBezTo>
                    <a:pt x="6177" y="133188"/>
                    <a:pt x="5134" y="132958"/>
                    <a:pt x="4284" y="132958"/>
                  </a:cubicBezTo>
                  <a:cubicBezTo>
                    <a:pt x="4176" y="132958"/>
                    <a:pt x="4071" y="132961"/>
                    <a:pt x="3970" y="132969"/>
                  </a:cubicBezTo>
                  <a:cubicBezTo>
                    <a:pt x="3703" y="133002"/>
                    <a:pt x="3503" y="133002"/>
                    <a:pt x="3303" y="133069"/>
                  </a:cubicBezTo>
                  <a:cubicBezTo>
                    <a:pt x="3103" y="133102"/>
                    <a:pt x="2869" y="133136"/>
                    <a:pt x="2702" y="133169"/>
                  </a:cubicBezTo>
                  <a:cubicBezTo>
                    <a:pt x="2369" y="133302"/>
                    <a:pt x="2102" y="133336"/>
                    <a:pt x="1868" y="133469"/>
                  </a:cubicBezTo>
                  <a:cubicBezTo>
                    <a:pt x="1668" y="133569"/>
                    <a:pt x="1501" y="133636"/>
                    <a:pt x="1368" y="133669"/>
                  </a:cubicBezTo>
                  <a:cubicBezTo>
                    <a:pt x="1235" y="133736"/>
                    <a:pt x="1201" y="133769"/>
                    <a:pt x="1201" y="133769"/>
                  </a:cubicBezTo>
                  <a:cubicBezTo>
                    <a:pt x="968" y="133903"/>
                    <a:pt x="734" y="134003"/>
                    <a:pt x="701" y="134270"/>
                  </a:cubicBezTo>
                  <a:cubicBezTo>
                    <a:pt x="534" y="134403"/>
                    <a:pt x="401" y="134470"/>
                    <a:pt x="301" y="134570"/>
                  </a:cubicBezTo>
                  <a:cubicBezTo>
                    <a:pt x="67" y="134737"/>
                    <a:pt x="0" y="134804"/>
                    <a:pt x="0" y="134837"/>
                  </a:cubicBezTo>
                  <a:cubicBezTo>
                    <a:pt x="0" y="134856"/>
                    <a:pt x="11" y="134864"/>
                    <a:pt x="31" y="134864"/>
                  </a:cubicBezTo>
                  <a:cubicBezTo>
                    <a:pt x="83" y="134864"/>
                    <a:pt x="199" y="134809"/>
                    <a:pt x="367" y="134737"/>
                  </a:cubicBezTo>
                  <a:cubicBezTo>
                    <a:pt x="501" y="134637"/>
                    <a:pt x="667" y="134570"/>
                    <a:pt x="834" y="134470"/>
                  </a:cubicBezTo>
                  <a:cubicBezTo>
                    <a:pt x="1001" y="134337"/>
                    <a:pt x="1201" y="134270"/>
                    <a:pt x="1468" y="134136"/>
                  </a:cubicBezTo>
                  <a:cubicBezTo>
                    <a:pt x="1468" y="134136"/>
                    <a:pt x="1501" y="134103"/>
                    <a:pt x="1635" y="134070"/>
                  </a:cubicBezTo>
                  <a:cubicBezTo>
                    <a:pt x="1735" y="134003"/>
                    <a:pt x="1902" y="133936"/>
                    <a:pt x="2135" y="133836"/>
                  </a:cubicBezTo>
                  <a:cubicBezTo>
                    <a:pt x="2335" y="133736"/>
                    <a:pt x="2636" y="133669"/>
                    <a:pt x="2969" y="133569"/>
                  </a:cubicBezTo>
                  <a:cubicBezTo>
                    <a:pt x="3136" y="133503"/>
                    <a:pt x="3303" y="133469"/>
                    <a:pt x="3503" y="133436"/>
                  </a:cubicBezTo>
                  <a:cubicBezTo>
                    <a:pt x="3703" y="133403"/>
                    <a:pt x="3903" y="133403"/>
                    <a:pt x="4137" y="133336"/>
                  </a:cubicBezTo>
                  <a:cubicBezTo>
                    <a:pt x="4235" y="133328"/>
                    <a:pt x="4336" y="133325"/>
                    <a:pt x="4441" y="133325"/>
                  </a:cubicBezTo>
                  <a:cubicBezTo>
                    <a:pt x="5262" y="133325"/>
                    <a:pt x="6274" y="133552"/>
                    <a:pt x="7339" y="133936"/>
                  </a:cubicBezTo>
                  <a:cubicBezTo>
                    <a:pt x="8573" y="134337"/>
                    <a:pt x="9974" y="134937"/>
                    <a:pt x="11542" y="135437"/>
                  </a:cubicBezTo>
                  <a:cubicBezTo>
                    <a:pt x="12342" y="135637"/>
                    <a:pt x="13210" y="135838"/>
                    <a:pt x="14144" y="135838"/>
                  </a:cubicBezTo>
                  <a:cubicBezTo>
                    <a:pt x="15044" y="135838"/>
                    <a:pt x="16012" y="135637"/>
                    <a:pt x="16912" y="135271"/>
                  </a:cubicBezTo>
                  <a:cubicBezTo>
                    <a:pt x="17846" y="134904"/>
                    <a:pt x="18714" y="134403"/>
                    <a:pt x="19648" y="133903"/>
                  </a:cubicBezTo>
                  <a:cubicBezTo>
                    <a:pt x="20582" y="133403"/>
                    <a:pt x="21549" y="132902"/>
                    <a:pt x="22550" y="132469"/>
                  </a:cubicBezTo>
                  <a:cubicBezTo>
                    <a:pt x="23550" y="132102"/>
                    <a:pt x="24685" y="131901"/>
                    <a:pt x="25852" y="131901"/>
                  </a:cubicBezTo>
                  <a:cubicBezTo>
                    <a:pt x="26986" y="131901"/>
                    <a:pt x="28187" y="132002"/>
                    <a:pt x="29388" y="132168"/>
                  </a:cubicBezTo>
                  <a:cubicBezTo>
                    <a:pt x="30589" y="132335"/>
                    <a:pt x="31823" y="132602"/>
                    <a:pt x="33091" y="132735"/>
                  </a:cubicBezTo>
                  <a:cubicBezTo>
                    <a:pt x="33753" y="132788"/>
                    <a:pt x="34433" y="132840"/>
                    <a:pt x="35122" y="132840"/>
                  </a:cubicBezTo>
                  <a:cubicBezTo>
                    <a:pt x="35752" y="132840"/>
                    <a:pt x="36389" y="132796"/>
                    <a:pt x="37027" y="132669"/>
                  </a:cubicBezTo>
                  <a:cubicBezTo>
                    <a:pt x="38361" y="132435"/>
                    <a:pt x="39662" y="131801"/>
                    <a:pt x="40663" y="130834"/>
                  </a:cubicBezTo>
                  <a:cubicBezTo>
                    <a:pt x="41163" y="130400"/>
                    <a:pt x="41597" y="129833"/>
                    <a:pt x="41997" y="129266"/>
                  </a:cubicBezTo>
                  <a:cubicBezTo>
                    <a:pt x="42364" y="128632"/>
                    <a:pt x="42597" y="127965"/>
                    <a:pt x="42731" y="127265"/>
                  </a:cubicBezTo>
                  <a:cubicBezTo>
                    <a:pt x="42998" y="125830"/>
                    <a:pt x="42831" y="124429"/>
                    <a:pt x="42764" y="122995"/>
                  </a:cubicBezTo>
                  <a:cubicBezTo>
                    <a:pt x="42731" y="122295"/>
                    <a:pt x="42731" y="121594"/>
                    <a:pt x="42864" y="120927"/>
                  </a:cubicBezTo>
                  <a:cubicBezTo>
                    <a:pt x="42864" y="120760"/>
                    <a:pt x="42898" y="120593"/>
                    <a:pt x="42931" y="120427"/>
                  </a:cubicBezTo>
                  <a:cubicBezTo>
                    <a:pt x="42998" y="120260"/>
                    <a:pt x="42998" y="120093"/>
                    <a:pt x="43064" y="119926"/>
                  </a:cubicBezTo>
                  <a:lnTo>
                    <a:pt x="43231" y="119426"/>
                  </a:lnTo>
                  <a:cubicBezTo>
                    <a:pt x="43331" y="119259"/>
                    <a:pt x="43398" y="119126"/>
                    <a:pt x="43498" y="118959"/>
                  </a:cubicBezTo>
                  <a:cubicBezTo>
                    <a:pt x="43865" y="118392"/>
                    <a:pt x="44399" y="117925"/>
                    <a:pt x="44999" y="117558"/>
                  </a:cubicBezTo>
                  <a:cubicBezTo>
                    <a:pt x="45600" y="117158"/>
                    <a:pt x="46267" y="116924"/>
                    <a:pt x="46934" y="116657"/>
                  </a:cubicBezTo>
                  <a:cubicBezTo>
                    <a:pt x="48335" y="116224"/>
                    <a:pt x="49769" y="115823"/>
                    <a:pt x="51070" y="115089"/>
                  </a:cubicBezTo>
                  <a:cubicBezTo>
                    <a:pt x="51204" y="114989"/>
                    <a:pt x="51370" y="114923"/>
                    <a:pt x="51537" y="114789"/>
                  </a:cubicBezTo>
                  <a:lnTo>
                    <a:pt x="52004" y="114456"/>
                  </a:lnTo>
                  <a:cubicBezTo>
                    <a:pt x="52238" y="114222"/>
                    <a:pt x="52538" y="113955"/>
                    <a:pt x="52771" y="113655"/>
                  </a:cubicBezTo>
                  <a:cubicBezTo>
                    <a:pt x="53272" y="113121"/>
                    <a:pt x="53705" y="112454"/>
                    <a:pt x="54006" y="111754"/>
                  </a:cubicBezTo>
                  <a:cubicBezTo>
                    <a:pt x="54272" y="111053"/>
                    <a:pt x="54439" y="110286"/>
                    <a:pt x="54439" y="109552"/>
                  </a:cubicBezTo>
                  <a:cubicBezTo>
                    <a:pt x="54439" y="108752"/>
                    <a:pt x="54406" y="108051"/>
                    <a:pt x="54339" y="107284"/>
                  </a:cubicBezTo>
                  <a:cubicBezTo>
                    <a:pt x="54172" y="105816"/>
                    <a:pt x="53905" y="104382"/>
                    <a:pt x="54106" y="102947"/>
                  </a:cubicBezTo>
                  <a:lnTo>
                    <a:pt x="54272" y="101913"/>
                  </a:lnTo>
                  <a:lnTo>
                    <a:pt x="54573" y="100879"/>
                  </a:lnTo>
                  <a:cubicBezTo>
                    <a:pt x="54673" y="100479"/>
                    <a:pt x="54773" y="100145"/>
                    <a:pt x="54906" y="99812"/>
                  </a:cubicBezTo>
                  <a:cubicBezTo>
                    <a:pt x="55006" y="99478"/>
                    <a:pt x="55173" y="99145"/>
                    <a:pt x="55273" y="98811"/>
                  </a:cubicBezTo>
                  <a:cubicBezTo>
                    <a:pt x="55840" y="97477"/>
                    <a:pt x="56441" y="96143"/>
                    <a:pt x="56741" y="94708"/>
                  </a:cubicBezTo>
                  <a:cubicBezTo>
                    <a:pt x="56841" y="94541"/>
                    <a:pt x="56841" y="94308"/>
                    <a:pt x="56874" y="94141"/>
                  </a:cubicBezTo>
                  <a:lnTo>
                    <a:pt x="56941" y="93607"/>
                  </a:lnTo>
                  <a:lnTo>
                    <a:pt x="57041" y="93074"/>
                  </a:lnTo>
                  <a:lnTo>
                    <a:pt x="57041" y="92540"/>
                  </a:lnTo>
                  <a:lnTo>
                    <a:pt x="57074" y="91439"/>
                  </a:lnTo>
                  <a:cubicBezTo>
                    <a:pt x="57074" y="91072"/>
                    <a:pt x="57041" y="90739"/>
                    <a:pt x="57041" y="90372"/>
                  </a:cubicBezTo>
                  <a:cubicBezTo>
                    <a:pt x="56874" y="87536"/>
                    <a:pt x="56274" y="84768"/>
                    <a:pt x="56774" y="82099"/>
                  </a:cubicBezTo>
                  <a:cubicBezTo>
                    <a:pt x="57375" y="79464"/>
                    <a:pt x="57775" y="76729"/>
                    <a:pt x="57174" y="74127"/>
                  </a:cubicBezTo>
                  <a:cubicBezTo>
                    <a:pt x="57008" y="73560"/>
                    <a:pt x="56774" y="72959"/>
                    <a:pt x="56441" y="72426"/>
                  </a:cubicBezTo>
                  <a:cubicBezTo>
                    <a:pt x="56174" y="71892"/>
                    <a:pt x="55607" y="71392"/>
                    <a:pt x="55006" y="71191"/>
                  </a:cubicBezTo>
                  <a:cubicBezTo>
                    <a:pt x="54364" y="70916"/>
                    <a:pt x="53650" y="70792"/>
                    <a:pt x="52938" y="70792"/>
                  </a:cubicBezTo>
                  <a:cubicBezTo>
                    <a:pt x="52357" y="70792"/>
                    <a:pt x="51777" y="70875"/>
                    <a:pt x="51237" y="71025"/>
                  </a:cubicBezTo>
                  <a:cubicBezTo>
                    <a:pt x="50603" y="71125"/>
                    <a:pt x="50036" y="71358"/>
                    <a:pt x="49436" y="71458"/>
                  </a:cubicBezTo>
                  <a:cubicBezTo>
                    <a:pt x="49058" y="71547"/>
                    <a:pt x="48650" y="71621"/>
                    <a:pt x="48262" y="71621"/>
                  </a:cubicBezTo>
                  <a:cubicBezTo>
                    <a:pt x="48068" y="71621"/>
                    <a:pt x="47879" y="71603"/>
                    <a:pt x="47701" y="71558"/>
                  </a:cubicBezTo>
                  <a:cubicBezTo>
                    <a:pt x="47534" y="71558"/>
                    <a:pt x="47401" y="71458"/>
                    <a:pt x="47267" y="71425"/>
                  </a:cubicBezTo>
                  <a:cubicBezTo>
                    <a:pt x="47167" y="71392"/>
                    <a:pt x="47034" y="71358"/>
                    <a:pt x="46900" y="71258"/>
                  </a:cubicBezTo>
                  <a:lnTo>
                    <a:pt x="46534" y="71058"/>
                  </a:lnTo>
                  <a:cubicBezTo>
                    <a:pt x="46400" y="70958"/>
                    <a:pt x="46333" y="70858"/>
                    <a:pt x="46200" y="70758"/>
                  </a:cubicBezTo>
                  <a:cubicBezTo>
                    <a:pt x="45933" y="70591"/>
                    <a:pt x="45766" y="70357"/>
                    <a:pt x="45566" y="70124"/>
                  </a:cubicBezTo>
                  <a:cubicBezTo>
                    <a:pt x="45366" y="69924"/>
                    <a:pt x="45166" y="69690"/>
                    <a:pt x="45099" y="69457"/>
                  </a:cubicBezTo>
                  <a:cubicBezTo>
                    <a:pt x="44932" y="69023"/>
                    <a:pt x="45433" y="68589"/>
                    <a:pt x="45933" y="68256"/>
                  </a:cubicBezTo>
                  <a:cubicBezTo>
                    <a:pt x="46433" y="67922"/>
                    <a:pt x="47001" y="67689"/>
                    <a:pt x="47534" y="67389"/>
                  </a:cubicBezTo>
                  <a:cubicBezTo>
                    <a:pt x="48602" y="66788"/>
                    <a:pt x="49736" y="66254"/>
                    <a:pt x="50737" y="65554"/>
                  </a:cubicBezTo>
                  <a:cubicBezTo>
                    <a:pt x="51737" y="64887"/>
                    <a:pt x="52671" y="64053"/>
                    <a:pt x="53372" y="63086"/>
                  </a:cubicBezTo>
                  <a:cubicBezTo>
                    <a:pt x="54072" y="62118"/>
                    <a:pt x="54573" y="61017"/>
                    <a:pt x="54773" y="59883"/>
                  </a:cubicBezTo>
                  <a:cubicBezTo>
                    <a:pt x="54873" y="59616"/>
                    <a:pt x="54873" y="59350"/>
                    <a:pt x="54906" y="59049"/>
                  </a:cubicBezTo>
                  <a:cubicBezTo>
                    <a:pt x="54940" y="58782"/>
                    <a:pt x="54940" y="58516"/>
                    <a:pt x="54940" y="58215"/>
                  </a:cubicBezTo>
                  <a:cubicBezTo>
                    <a:pt x="54940" y="57915"/>
                    <a:pt x="54906" y="57682"/>
                    <a:pt x="54906" y="57381"/>
                  </a:cubicBezTo>
                  <a:cubicBezTo>
                    <a:pt x="54873" y="57081"/>
                    <a:pt x="54873" y="56781"/>
                    <a:pt x="54839" y="56548"/>
                  </a:cubicBezTo>
                  <a:cubicBezTo>
                    <a:pt x="54673" y="55447"/>
                    <a:pt x="54272" y="54446"/>
                    <a:pt x="53872" y="53545"/>
                  </a:cubicBezTo>
                  <a:cubicBezTo>
                    <a:pt x="53438" y="52678"/>
                    <a:pt x="53038" y="51777"/>
                    <a:pt x="52838" y="50910"/>
                  </a:cubicBezTo>
                  <a:cubicBezTo>
                    <a:pt x="52738" y="50677"/>
                    <a:pt x="52738" y="50443"/>
                    <a:pt x="52705" y="50243"/>
                  </a:cubicBezTo>
                  <a:lnTo>
                    <a:pt x="52571" y="49609"/>
                  </a:lnTo>
                  <a:lnTo>
                    <a:pt x="52571" y="49009"/>
                  </a:lnTo>
                  <a:cubicBezTo>
                    <a:pt x="52605" y="48775"/>
                    <a:pt x="52605" y="48609"/>
                    <a:pt x="52671" y="48408"/>
                  </a:cubicBezTo>
                  <a:cubicBezTo>
                    <a:pt x="52838" y="47608"/>
                    <a:pt x="53238" y="47007"/>
                    <a:pt x="53739" y="46507"/>
                  </a:cubicBezTo>
                  <a:cubicBezTo>
                    <a:pt x="54239" y="46007"/>
                    <a:pt x="54739" y="45540"/>
                    <a:pt x="55206" y="45106"/>
                  </a:cubicBezTo>
                  <a:cubicBezTo>
                    <a:pt x="55673" y="44672"/>
                    <a:pt x="56040" y="44239"/>
                    <a:pt x="56341" y="43838"/>
                  </a:cubicBezTo>
                  <a:cubicBezTo>
                    <a:pt x="56474" y="43605"/>
                    <a:pt x="56574" y="43438"/>
                    <a:pt x="56707" y="43238"/>
                  </a:cubicBezTo>
                  <a:cubicBezTo>
                    <a:pt x="56841" y="43038"/>
                    <a:pt x="56908" y="42871"/>
                    <a:pt x="57008" y="42704"/>
                  </a:cubicBezTo>
                  <a:cubicBezTo>
                    <a:pt x="57141" y="42404"/>
                    <a:pt x="57241" y="42171"/>
                    <a:pt x="57375" y="41870"/>
                  </a:cubicBezTo>
                  <a:cubicBezTo>
                    <a:pt x="57441" y="41570"/>
                    <a:pt x="57575" y="41270"/>
                    <a:pt x="57608" y="41003"/>
                  </a:cubicBezTo>
                  <a:cubicBezTo>
                    <a:pt x="57742" y="40403"/>
                    <a:pt x="57842" y="39836"/>
                    <a:pt x="58108" y="39369"/>
                  </a:cubicBezTo>
                  <a:lnTo>
                    <a:pt x="58209" y="39202"/>
                  </a:lnTo>
                  <a:lnTo>
                    <a:pt x="58342" y="39035"/>
                  </a:lnTo>
                  <a:lnTo>
                    <a:pt x="58575" y="38701"/>
                  </a:lnTo>
                  <a:cubicBezTo>
                    <a:pt x="58742" y="38501"/>
                    <a:pt x="58942" y="38335"/>
                    <a:pt x="59176" y="38101"/>
                  </a:cubicBezTo>
                  <a:cubicBezTo>
                    <a:pt x="59376" y="37901"/>
                    <a:pt x="59610" y="37767"/>
                    <a:pt x="59843" y="37601"/>
                  </a:cubicBezTo>
                  <a:cubicBezTo>
                    <a:pt x="60077" y="37434"/>
                    <a:pt x="60277" y="37334"/>
                    <a:pt x="60544" y="37200"/>
                  </a:cubicBezTo>
                  <a:cubicBezTo>
                    <a:pt x="61511" y="36700"/>
                    <a:pt x="62545" y="36366"/>
                    <a:pt x="63579" y="36100"/>
                  </a:cubicBezTo>
                  <a:lnTo>
                    <a:pt x="63946" y="36033"/>
                  </a:lnTo>
                  <a:lnTo>
                    <a:pt x="64046" y="35999"/>
                  </a:lnTo>
                  <a:lnTo>
                    <a:pt x="64179" y="35999"/>
                  </a:lnTo>
                  <a:lnTo>
                    <a:pt x="64380" y="35933"/>
                  </a:lnTo>
                  <a:cubicBezTo>
                    <a:pt x="64613" y="35866"/>
                    <a:pt x="64880" y="35833"/>
                    <a:pt x="65113" y="35733"/>
                  </a:cubicBezTo>
                  <a:cubicBezTo>
                    <a:pt x="65614" y="35566"/>
                    <a:pt x="66114" y="35432"/>
                    <a:pt x="66615" y="35332"/>
                  </a:cubicBezTo>
                  <a:cubicBezTo>
                    <a:pt x="68616" y="34832"/>
                    <a:pt x="70584" y="34232"/>
                    <a:pt x="72285" y="33364"/>
                  </a:cubicBezTo>
                  <a:cubicBezTo>
                    <a:pt x="74053" y="32564"/>
                    <a:pt x="75754" y="31696"/>
                    <a:pt x="77055" y="30429"/>
                  </a:cubicBezTo>
                  <a:cubicBezTo>
                    <a:pt x="78356" y="29161"/>
                    <a:pt x="79190" y="27560"/>
                    <a:pt x="79524" y="25926"/>
                  </a:cubicBezTo>
                  <a:cubicBezTo>
                    <a:pt x="79791" y="24258"/>
                    <a:pt x="79457" y="22723"/>
                    <a:pt x="79424" y="21256"/>
                  </a:cubicBezTo>
                  <a:cubicBezTo>
                    <a:pt x="79390" y="20555"/>
                    <a:pt x="79424" y="19855"/>
                    <a:pt x="79590" y="19187"/>
                  </a:cubicBezTo>
                  <a:cubicBezTo>
                    <a:pt x="79757" y="18520"/>
                    <a:pt x="80091" y="17987"/>
                    <a:pt x="80458" y="17420"/>
                  </a:cubicBezTo>
                  <a:cubicBezTo>
                    <a:pt x="81225" y="16385"/>
                    <a:pt x="82192" y="15552"/>
                    <a:pt x="83060" y="14751"/>
                  </a:cubicBezTo>
                  <a:cubicBezTo>
                    <a:pt x="83460" y="14384"/>
                    <a:pt x="83894" y="13984"/>
                    <a:pt x="84227" y="13517"/>
                  </a:cubicBezTo>
                  <a:cubicBezTo>
                    <a:pt x="84561" y="13050"/>
                    <a:pt x="84794" y="12583"/>
                    <a:pt x="85028" y="12082"/>
                  </a:cubicBezTo>
                  <a:cubicBezTo>
                    <a:pt x="85094" y="11849"/>
                    <a:pt x="85161" y="11582"/>
                    <a:pt x="85228" y="11349"/>
                  </a:cubicBezTo>
                  <a:cubicBezTo>
                    <a:pt x="85261" y="11148"/>
                    <a:pt x="85328" y="10882"/>
                    <a:pt x="85361" y="10648"/>
                  </a:cubicBezTo>
                  <a:cubicBezTo>
                    <a:pt x="85395" y="10381"/>
                    <a:pt x="85395" y="10181"/>
                    <a:pt x="85428" y="9914"/>
                  </a:cubicBezTo>
                  <a:cubicBezTo>
                    <a:pt x="85395" y="9714"/>
                    <a:pt x="85395" y="9481"/>
                    <a:pt x="85395" y="9247"/>
                  </a:cubicBezTo>
                  <a:cubicBezTo>
                    <a:pt x="85295" y="8346"/>
                    <a:pt x="85161" y="7546"/>
                    <a:pt x="85028" y="6845"/>
                  </a:cubicBezTo>
                  <a:cubicBezTo>
                    <a:pt x="84894" y="6145"/>
                    <a:pt x="84761" y="5511"/>
                    <a:pt x="84694" y="4911"/>
                  </a:cubicBezTo>
                  <a:cubicBezTo>
                    <a:pt x="84527" y="3743"/>
                    <a:pt x="84594" y="2876"/>
                    <a:pt x="84727" y="2342"/>
                  </a:cubicBezTo>
                  <a:cubicBezTo>
                    <a:pt x="84761" y="2175"/>
                    <a:pt x="84761" y="2075"/>
                    <a:pt x="84794" y="1975"/>
                  </a:cubicBezTo>
                  <a:cubicBezTo>
                    <a:pt x="84861" y="1875"/>
                    <a:pt x="84861" y="1808"/>
                    <a:pt x="84894" y="1708"/>
                  </a:cubicBezTo>
                  <a:cubicBezTo>
                    <a:pt x="84928" y="1575"/>
                    <a:pt x="84961" y="1508"/>
                    <a:pt x="84961" y="1508"/>
                  </a:cubicBezTo>
                  <a:cubicBezTo>
                    <a:pt x="85128" y="1008"/>
                    <a:pt x="85295" y="674"/>
                    <a:pt x="85428" y="407"/>
                  </a:cubicBezTo>
                  <a:cubicBezTo>
                    <a:pt x="85528" y="174"/>
                    <a:pt x="85595" y="40"/>
                    <a:pt x="85561" y="7"/>
                  </a:cubicBezTo>
                  <a:cubicBezTo>
                    <a:pt x="85557" y="3"/>
                    <a:pt x="85552" y="1"/>
                    <a:pt x="855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3621" name="Google Shape;3621;p29"/>
            <p:cNvGrpSpPr/>
            <p:nvPr/>
          </p:nvGrpSpPr>
          <p:grpSpPr>
            <a:xfrm rot="10800000">
              <a:off x="8633899" y="2410699"/>
              <a:ext cx="520378" cy="1290656"/>
              <a:chOff x="8592761" y="2242977"/>
              <a:chExt cx="520378" cy="1290656"/>
            </a:xfrm>
          </p:grpSpPr>
          <p:sp>
            <p:nvSpPr>
              <p:cNvPr id="3622" name="Google Shape;3622;p29"/>
              <p:cNvSpPr/>
              <p:nvPr/>
            </p:nvSpPr>
            <p:spPr>
              <a:xfrm rot="10800000">
                <a:off x="8914597" y="3489141"/>
                <a:ext cx="17772" cy="13734"/>
              </a:xfrm>
              <a:custGeom>
                <a:avLst/>
                <a:gdLst/>
                <a:ahLst/>
                <a:cxnLst/>
                <a:rect l="l" t="t" r="r" b="b"/>
                <a:pathLst>
                  <a:path w="735" h="568" extrusionOk="0">
                    <a:moveTo>
                      <a:pt x="535" y="1"/>
                    </a:moveTo>
                    <a:cubicBezTo>
                      <a:pt x="401" y="1"/>
                      <a:pt x="335" y="34"/>
                      <a:pt x="234" y="68"/>
                    </a:cubicBezTo>
                    <a:cubicBezTo>
                      <a:pt x="68" y="168"/>
                      <a:pt x="1" y="435"/>
                      <a:pt x="1" y="435"/>
                    </a:cubicBezTo>
                    <a:lnTo>
                      <a:pt x="201" y="568"/>
                    </a:lnTo>
                    <a:cubicBezTo>
                      <a:pt x="201" y="568"/>
                      <a:pt x="401" y="501"/>
                      <a:pt x="501" y="435"/>
                    </a:cubicBezTo>
                    <a:lnTo>
                      <a:pt x="668" y="268"/>
                    </a:lnTo>
                    <a:lnTo>
                      <a:pt x="735" y="201"/>
                    </a:lnTo>
                    <a:cubicBezTo>
                      <a:pt x="735" y="134"/>
                      <a:pt x="701" y="1"/>
                      <a:pt x="7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23" name="Google Shape;3623;p29"/>
              <p:cNvSpPr/>
              <p:nvPr/>
            </p:nvSpPr>
            <p:spPr>
              <a:xfrm rot="10800000">
                <a:off x="8896849" y="3462519"/>
                <a:ext cx="28242" cy="19368"/>
              </a:xfrm>
              <a:custGeom>
                <a:avLst/>
                <a:gdLst/>
                <a:ahLst/>
                <a:cxnLst/>
                <a:rect l="l" t="t" r="r" b="b"/>
                <a:pathLst>
                  <a:path w="1168" h="801" extrusionOk="0">
                    <a:moveTo>
                      <a:pt x="867" y="0"/>
                    </a:moveTo>
                    <a:cubicBezTo>
                      <a:pt x="734" y="34"/>
                      <a:pt x="567" y="67"/>
                      <a:pt x="434" y="134"/>
                    </a:cubicBezTo>
                    <a:cubicBezTo>
                      <a:pt x="334" y="200"/>
                      <a:pt x="200" y="300"/>
                      <a:pt x="100" y="400"/>
                    </a:cubicBezTo>
                    <a:cubicBezTo>
                      <a:pt x="34" y="534"/>
                      <a:pt x="0" y="634"/>
                      <a:pt x="0" y="634"/>
                    </a:cubicBezTo>
                    <a:lnTo>
                      <a:pt x="167" y="801"/>
                    </a:lnTo>
                    <a:lnTo>
                      <a:pt x="334" y="701"/>
                    </a:lnTo>
                    <a:cubicBezTo>
                      <a:pt x="434" y="667"/>
                      <a:pt x="567" y="634"/>
                      <a:pt x="667" y="567"/>
                    </a:cubicBezTo>
                    <a:cubicBezTo>
                      <a:pt x="734" y="567"/>
                      <a:pt x="867" y="467"/>
                      <a:pt x="934" y="400"/>
                    </a:cubicBezTo>
                    <a:cubicBezTo>
                      <a:pt x="1034" y="334"/>
                      <a:pt x="1101" y="300"/>
                      <a:pt x="1101" y="300"/>
                    </a:cubicBezTo>
                    <a:cubicBezTo>
                      <a:pt x="1168" y="300"/>
                      <a:pt x="1101" y="67"/>
                      <a:pt x="11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24" name="Google Shape;3624;p29"/>
              <p:cNvSpPr/>
              <p:nvPr/>
            </p:nvSpPr>
            <p:spPr>
              <a:xfrm rot="10800000">
                <a:off x="8883937" y="3433479"/>
                <a:ext cx="27444" cy="16950"/>
              </a:xfrm>
              <a:custGeom>
                <a:avLst/>
                <a:gdLst/>
                <a:ahLst/>
                <a:cxnLst/>
                <a:rect l="l" t="t" r="r" b="b"/>
                <a:pathLst>
                  <a:path w="1135" h="701" extrusionOk="0">
                    <a:moveTo>
                      <a:pt x="1034" y="0"/>
                    </a:moveTo>
                    <a:cubicBezTo>
                      <a:pt x="1034" y="0"/>
                      <a:pt x="667" y="33"/>
                      <a:pt x="467" y="100"/>
                    </a:cubicBezTo>
                    <a:cubicBezTo>
                      <a:pt x="234" y="200"/>
                      <a:pt x="0" y="434"/>
                      <a:pt x="0" y="434"/>
                    </a:cubicBezTo>
                    <a:cubicBezTo>
                      <a:pt x="0" y="500"/>
                      <a:pt x="100" y="701"/>
                      <a:pt x="100" y="701"/>
                    </a:cubicBezTo>
                    <a:cubicBezTo>
                      <a:pt x="100" y="701"/>
                      <a:pt x="467" y="667"/>
                      <a:pt x="667" y="567"/>
                    </a:cubicBezTo>
                    <a:cubicBezTo>
                      <a:pt x="868" y="467"/>
                      <a:pt x="1134" y="234"/>
                      <a:pt x="1134" y="234"/>
                    </a:cubicBezTo>
                    <a:cubicBezTo>
                      <a:pt x="1134" y="234"/>
                      <a:pt x="1068" y="33"/>
                      <a:pt x="10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25" name="Google Shape;3625;p29"/>
              <p:cNvSpPr/>
              <p:nvPr/>
            </p:nvSpPr>
            <p:spPr>
              <a:xfrm rot="10800000">
                <a:off x="8867011" y="3412708"/>
                <a:ext cx="18570" cy="12719"/>
              </a:xfrm>
              <a:custGeom>
                <a:avLst/>
                <a:gdLst/>
                <a:ahLst/>
                <a:cxnLst/>
                <a:rect l="l" t="t" r="r" b="b"/>
                <a:pathLst>
                  <a:path w="768" h="526" extrusionOk="0">
                    <a:moveTo>
                      <a:pt x="534" y="0"/>
                    </a:moveTo>
                    <a:cubicBezTo>
                      <a:pt x="534" y="0"/>
                      <a:pt x="368" y="0"/>
                      <a:pt x="268" y="34"/>
                    </a:cubicBezTo>
                    <a:cubicBezTo>
                      <a:pt x="167" y="67"/>
                      <a:pt x="1" y="200"/>
                      <a:pt x="1" y="200"/>
                    </a:cubicBezTo>
                    <a:lnTo>
                      <a:pt x="1" y="467"/>
                    </a:lnTo>
                    <a:cubicBezTo>
                      <a:pt x="1" y="467"/>
                      <a:pt x="101" y="467"/>
                      <a:pt x="167" y="501"/>
                    </a:cubicBezTo>
                    <a:cubicBezTo>
                      <a:pt x="217" y="517"/>
                      <a:pt x="276" y="526"/>
                      <a:pt x="330" y="526"/>
                    </a:cubicBezTo>
                    <a:cubicBezTo>
                      <a:pt x="384" y="526"/>
                      <a:pt x="434" y="517"/>
                      <a:pt x="468" y="501"/>
                    </a:cubicBezTo>
                    <a:cubicBezTo>
                      <a:pt x="568" y="467"/>
                      <a:pt x="634" y="367"/>
                      <a:pt x="701" y="300"/>
                    </a:cubicBezTo>
                    <a:cubicBezTo>
                      <a:pt x="768" y="200"/>
                      <a:pt x="768" y="134"/>
                      <a:pt x="768" y="134"/>
                    </a:cubicBezTo>
                    <a:cubicBezTo>
                      <a:pt x="768" y="134"/>
                      <a:pt x="568" y="0"/>
                      <a:pt x="5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26" name="Google Shape;3626;p29"/>
              <p:cNvSpPr/>
              <p:nvPr/>
            </p:nvSpPr>
            <p:spPr>
              <a:xfrm rot="10800000">
                <a:off x="8765382" y="3412152"/>
                <a:ext cx="18570" cy="12477"/>
              </a:xfrm>
              <a:custGeom>
                <a:avLst/>
                <a:gdLst/>
                <a:ahLst/>
                <a:cxnLst/>
                <a:rect l="l" t="t" r="r" b="b"/>
                <a:pathLst>
                  <a:path w="768" h="516" extrusionOk="0">
                    <a:moveTo>
                      <a:pt x="534" y="1"/>
                    </a:moveTo>
                    <a:cubicBezTo>
                      <a:pt x="434" y="1"/>
                      <a:pt x="368" y="1"/>
                      <a:pt x="334" y="34"/>
                    </a:cubicBezTo>
                    <a:cubicBezTo>
                      <a:pt x="201" y="101"/>
                      <a:pt x="34" y="267"/>
                      <a:pt x="34" y="267"/>
                    </a:cubicBezTo>
                    <a:cubicBezTo>
                      <a:pt x="1" y="267"/>
                      <a:pt x="67" y="501"/>
                      <a:pt x="67" y="501"/>
                    </a:cubicBezTo>
                    <a:cubicBezTo>
                      <a:pt x="67" y="501"/>
                      <a:pt x="186" y="516"/>
                      <a:pt x="314" y="516"/>
                    </a:cubicBezTo>
                    <a:cubicBezTo>
                      <a:pt x="379" y="516"/>
                      <a:pt x="445" y="512"/>
                      <a:pt x="501" y="501"/>
                    </a:cubicBezTo>
                    <a:cubicBezTo>
                      <a:pt x="568" y="468"/>
                      <a:pt x="668" y="367"/>
                      <a:pt x="701" y="334"/>
                    </a:cubicBezTo>
                    <a:cubicBezTo>
                      <a:pt x="735" y="234"/>
                      <a:pt x="768" y="201"/>
                      <a:pt x="768" y="201"/>
                    </a:cubicBezTo>
                    <a:cubicBezTo>
                      <a:pt x="735" y="167"/>
                      <a:pt x="668" y="1"/>
                      <a:pt x="6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27" name="Google Shape;3627;p29"/>
              <p:cNvSpPr/>
              <p:nvPr/>
            </p:nvSpPr>
            <p:spPr>
              <a:xfrm rot="10800000">
                <a:off x="8592761" y="2256542"/>
                <a:ext cx="520378" cy="286267"/>
              </a:xfrm>
              <a:custGeom>
                <a:avLst/>
                <a:gdLst/>
                <a:ahLst/>
                <a:cxnLst/>
                <a:rect l="l" t="t" r="r" b="b"/>
                <a:pathLst>
                  <a:path w="21521" h="11839" extrusionOk="0">
                    <a:moveTo>
                      <a:pt x="7674" y="0"/>
                    </a:moveTo>
                    <a:cubicBezTo>
                      <a:pt x="7235" y="0"/>
                      <a:pt x="6877" y="191"/>
                      <a:pt x="6543" y="358"/>
                    </a:cubicBezTo>
                    <a:cubicBezTo>
                      <a:pt x="6176" y="558"/>
                      <a:pt x="5842" y="858"/>
                      <a:pt x="5509" y="1092"/>
                    </a:cubicBezTo>
                    <a:lnTo>
                      <a:pt x="5275" y="1325"/>
                    </a:lnTo>
                    <a:lnTo>
                      <a:pt x="5142" y="1425"/>
                    </a:lnTo>
                    <a:lnTo>
                      <a:pt x="5009" y="1559"/>
                    </a:lnTo>
                    <a:lnTo>
                      <a:pt x="4642" y="2059"/>
                    </a:lnTo>
                    <a:cubicBezTo>
                      <a:pt x="4441" y="2359"/>
                      <a:pt x="4175" y="2693"/>
                      <a:pt x="3974" y="2993"/>
                    </a:cubicBezTo>
                    <a:cubicBezTo>
                      <a:pt x="3541" y="3594"/>
                      <a:pt x="3107" y="4161"/>
                      <a:pt x="2674" y="4561"/>
                    </a:cubicBezTo>
                    <a:cubicBezTo>
                      <a:pt x="2273" y="4995"/>
                      <a:pt x="1806" y="5328"/>
                      <a:pt x="1439" y="5362"/>
                    </a:cubicBezTo>
                    <a:cubicBezTo>
                      <a:pt x="1413" y="5364"/>
                      <a:pt x="1388" y="5365"/>
                      <a:pt x="1363" y="5365"/>
                    </a:cubicBezTo>
                    <a:cubicBezTo>
                      <a:pt x="1009" y="5365"/>
                      <a:pt x="795" y="5151"/>
                      <a:pt x="639" y="4995"/>
                    </a:cubicBezTo>
                    <a:cubicBezTo>
                      <a:pt x="505" y="4828"/>
                      <a:pt x="439" y="4694"/>
                      <a:pt x="439" y="4694"/>
                    </a:cubicBezTo>
                    <a:cubicBezTo>
                      <a:pt x="376" y="4595"/>
                      <a:pt x="290" y="4551"/>
                      <a:pt x="216" y="4551"/>
                    </a:cubicBezTo>
                    <a:cubicBezTo>
                      <a:pt x="92" y="4551"/>
                      <a:pt x="1" y="4673"/>
                      <a:pt x="105" y="4861"/>
                    </a:cubicBezTo>
                    <a:cubicBezTo>
                      <a:pt x="105" y="4861"/>
                      <a:pt x="172" y="5028"/>
                      <a:pt x="339" y="5228"/>
                    </a:cubicBezTo>
                    <a:cubicBezTo>
                      <a:pt x="472" y="5362"/>
                      <a:pt x="539" y="5495"/>
                      <a:pt x="772" y="5595"/>
                    </a:cubicBezTo>
                    <a:cubicBezTo>
                      <a:pt x="876" y="5699"/>
                      <a:pt x="1062" y="5783"/>
                      <a:pt x="1281" y="5783"/>
                    </a:cubicBezTo>
                    <a:cubicBezTo>
                      <a:pt x="1343" y="5783"/>
                      <a:pt x="1407" y="5776"/>
                      <a:pt x="1473" y="5762"/>
                    </a:cubicBezTo>
                    <a:cubicBezTo>
                      <a:pt x="2006" y="5695"/>
                      <a:pt x="2507" y="5295"/>
                      <a:pt x="3007" y="4895"/>
                    </a:cubicBezTo>
                    <a:cubicBezTo>
                      <a:pt x="3507" y="4428"/>
                      <a:pt x="3974" y="3894"/>
                      <a:pt x="4408" y="3293"/>
                    </a:cubicBezTo>
                    <a:cubicBezTo>
                      <a:pt x="4675" y="3027"/>
                      <a:pt x="4875" y="2726"/>
                      <a:pt x="5142" y="2393"/>
                    </a:cubicBezTo>
                    <a:cubicBezTo>
                      <a:pt x="5242" y="2226"/>
                      <a:pt x="5375" y="2059"/>
                      <a:pt x="5509" y="1926"/>
                    </a:cubicBezTo>
                    <a:lnTo>
                      <a:pt x="5576" y="1859"/>
                    </a:lnTo>
                    <a:lnTo>
                      <a:pt x="5709" y="1759"/>
                    </a:lnTo>
                    <a:lnTo>
                      <a:pt x="5909" y="1592"/>
                    </a:lnTo>
                    <a:cubicBezTo>
                      <a:pt x="6209" y="1359"/>
                      <a:pt x="6543" y="1092"/>
                      <a:pt x="6877" y="925"/>
                    </a:cubicBezTo>
                    <a:cubicBezTo>
                      <a:pt x="7167" y="780"/>
                      <a:pt x="7483" y="685"/>
                      <a:pt x="7758" y="685"/>
                    </a:cubicBezTo>
                    <a:cubicBezTo>
                      <a:pt x="7799" y="685"/>
                      <a:pt x="7838" y="687"/>
                      <a:pt x="7877" y="692"/>
                    </a:cubicBezTo>
                    <a:cubicBezTo>
                      <a:pt x="8177" y="725"/>
                      <a:pt x="8478" y="925"/>
                      <a:pt x="8678" y="1225"/>
                    </a:cubicBezTo>
                    <a:cubicBezTo>
                      <a:pt x="8878" y="1525"/>
                      <a:pt x="9078" y="1892"/>
                      <a:pt x="9245" y="2226"/>
                    </a:cubicBezTo>
                    <a:cubicBezTo>
                      <a:pt x="9578" y="2926"/>
                      <a:pt x="9912" y="3660"/>
                      <a:pt x="10412" y="4261"/>
                    </a:cubicBezTo>
                    <a:cubicBezTo>
                      <a:pt x="10879" y="4861"/>
                      <a:pt x="11580" y="5428"/>
                      <a:pt x="12481" y="5695"/>
                    </a:cubicBezTo>
                    <a:cubicBezTo>
                      <a:pt x="12811" y="5788"/>
                      <a:pt x="13152" y="5817"/>
                      <a:pt x="13493" y="5817"/>
                    </a:cubicBezTo>
                    <a:cubicBezTo>
                      <a:pt x="14013" y="5817"/>
                      <a:pt x="14532" y="5749"/>
                      <a:pt x="15016" y="5728"/>
                    </a:cubicBezTo>
                    <a:cubicBezTo>
                      <a:pt x="15383" y="5728"/>
                      <a:pt x="15750" y="5728"/>
                      <a:pt x="16050" y="5895"/>
                    </a:cubicBezTo>
                    <a:cubicBezTo>
                      <a:pt x="16350" y="6062"/>
                      <a:pt x="16550" y="6362"/>
                      <a:pt x="16717" y="6696"/>
                    </a:cubicBezTo>
                    <a:cubicBezTo>
                      <a:pt x="17017" y="7363"/>
                      <a:pt x="17084" y="8130"/>
                      <a:pt x="17317" y="8897"/>
                    </a:cubicBezTo>
                    <a:cubicBezTo>
                      <a:pt x="17517" y="9665"/>
                      <a:pt x="17718" y="10365"/>
                      <a:pt x="18151" y="10899"/>
                    </a:cubicBezTo>
                    <a:cubicBezTo>
                      <a:pt x="18318" y="11199"/>
                      <a:pt x="18585" y="11399"/>
                      <a:pt x="18852" y="11566"/>
                    </a:cubicBezTo>
                    <a:cubicBezTo>
                      <a:pt x="19152" y="11733"/>
                      <a:pt x="19419" y="11833"/>
                      <a:pt x="19686" y="11833"/>
                    </a:cubicBezTo>
                    <a:cubicBezTo>
                      <a:pt x="19743" y="11836"/>
                      <a:pt x="19799" y="11838"/>
                      <a:pt x="19853" y="11838"/>
                    </a:cubicBezTo>
                    <a:cubicBezTo>
                      <a:pt x="20298" y="11838"/>
                      <a:pt x="20615" y="11726"/>
                      <a:pt x="20853" y="11666"/>
                    </a:cubicBezTo>
                    <a:cubicBezTo>
                      <a:pt x="20987" y="11599"/>
                      <a:pt x="21053" y="11566"/>
                      <a:pt x="21153" y="11533"/>
                    </a:cubicBezTo>
                    <a:cubicBezTo>
                      <a:pt x="21187" y="11499"/>
                      <a:pt x="21220" y="11499"/>
                      <a:pt x="21220" y="11499"/>
                    </a:cubicBezTo>
                    <a:cubicBezTo>
                      <a:pt x="21520" y="11366"/>
                      <a:pt x="21387" y="11066"/>
                      <a:pt x="21020" y="11066"/>
                    </a:cubicBezTo>
                    <a:cubicBezTo>
                      <a:pt x="21020" y="11066"/>
                      <a:pt x="20987" y="11066"/>
                      <a:pt x="20953" y="11099"/>
                    </a:cubicBezTo>
                    <a:cubicBezTo>
                      <a:pt x="20853" y="11099"/>
                      <a:pt x="20786" y="11166"/>
                      <a:pt x="20653" y="11199"/>
                    </a:cubicBezTo>
                    <a:cubicBezTo>
                      <a:pt x="20501" y="11224"/>
                      <a:pt x="20234" y="11288"/>
                      <a:pt x="19938" y="11288"/>
                    </a:cubicBezTo>
                    <a:cubicBezTo>
                      <a:pt x="19845" y="11288"/>
                      <a:pt x="19749" y="11282"/>
                      <a:pt x="19652" y="11266"/>
                    </a:cubicBezTo>
                    <a:cubicBezTo>
                      <a:pt x="19452" y="11266"/>
                      <a:pt x="19219" y="11199"/>
                      <a:pt x="19019" y="11066"/>
                    </a:cubicBezTo>
                    <a:cubicBezTo>
                      <a:pt x="18852" y="10932"/>
                      <a:pt x="18652" y="10765"/>
                      <a:pt x="18485" y="10532"/>
                    </a:cubicBezTo>
                    <a:cubicBezTo>
                      <a:pt x="18185" y="10065"/>
                      <a:pt x="17984" y="9398"/>
                      <a:pt x="17818" y="8697"/>
                    </a:cubicBezTo>
                    <a:cubicBezTo>
                      <a:pt x="17651" y="7997"/>
                      <a:pt x="17618" y="7196"/>
                      <a:pt x="17217" y="6362"/>
                    </a:cubicBezTo>
                    <a:cubicBezTo>
                      <a:pt x="17050" y="5929"/>
                      <a:pt x="16817" y="5528"/>
                      <a:pt x="16350" y="5261"/>
                    </a:cubicBezTo>
                    <a:cubicBezTo>
                      <a:pt x="15883" y="5028"/>
                      <a:pt x="15383" y="5028"/>
                      <a:pt x="14982" y="5028"/>
                    </a:cubicBezTo>
                    <a:cubicBezTo>
                      <a:pt x="14469" y="5048"/>
                      <a:pt x="13991" y="5102"/>
                      <a:pt x="13541" y="5102"/>
                    </a:cubicBezTo>
                    <a:cubicBezTo>
                      <a:pt x="13231" y="5102"/>
                      <a:pt x="12933" y="5076"/>
                      <a:pt x="12647" y="4995"/>
                    </a:cubicBezTo>
                    <a:cubicBezTo>
                      <a:pt x="11947" y="4761"/>
                      <a:pt x="11380" y="4327"/>
                      <a:pt x="10979" y="3760"/>
                    </a:cubicBezTo>
                    <a:cubicBezTo>
                      <a:pt x="10546" y="3260"/>
                      <a:pt x="10212" y="2560"/>
                      <a:pt x="9845" y="1859"/>
                    </a:cubicBezTo>
                    <a:cubicBezTo>
                      <a:pt x="9679" y="1525"/>
                      <a:pt x="9478" y="1159"/>
                      <a:pt x="9178" y="758"/>
                    </a:cubicBezTo>
                    <a:cubicBezTo>
                      <a:pt x="8878" y="425"/>
                      <a:pt x="8478" y="58"/>
                      <a:pt x="7944" y="24"/>
                    </a:cubicBezTo>
                    <a:cubicBezTo>
                      <a:pt x="7850" y="8"/>
                      <a:pt x="7760" y="0"/>
                      <a:pt x="76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28" name="Google Shape;3628;p29"/>
              <p:cNvSpPr/>
              <p:nvPr/>
            </p:nvSpPr>
            <p:spPr>
              <a:xfrm rot="10800000">
                <a:off x="8707302" y="3339902"/>
                <a:ext cx="400929" cy="193730"/>
              </a:xfrm>
              <a:custGeom>
                <a:avLst/>
                <a:gdLst/>
                <a:ahLst/>
                <a:cxnLst/>
                <a:rect l="l" t="t" r="r" b="b"/>
                <a:pathLst>
                  <a:path w="16581" h="8012" extrusionOk="0">
                    <a:moveTo>
                      <a:pt x="7143" y="0"/>
                    </a:moveTo>
                    <a:cubicBezTo>
                      <a:pt x="7008" y="0"/>
                      <a:pt x="6874" y="12"/>
                      <a:pt x="6740" y="39"/>
                    </a:cubicBezTo>
                    <a:cubicBezTo>
                      <a:pt x="6073" y="205"/>
                      <a:pt x="5506" y="572"/>
                      <a:pt x="5072" y="1006"/>
                    </a:cubicBezTo>
                    <a:cubicBezTo>
                      <a:pt x="4172" y="1840"/>
                      <a:pt x="3571" y="2807"/>
                      <a:pt x="2938" y="3474"/>
                    </a:cubicBezTo>
                    <a:cubicBezTo>
                      <a:pt x="2604" y="3808"/>
                      <a:pt x="2304" y="4075"/>
                      <a:pt x="1970" y="4208"/>
                    </a:cubicBezTo>
                    <a:cubicBezTo>
                      <a:pt x="1791" y="4280"/>
                      <a:pt x="1622" y="4313"/>
                      <a:pt x="1468" y="4313"/>
                    </a:cubicBezTo>
                    <a:cubicBezTo>
                      <a:pt x="1334" y="4313"/>
                      <a:pt x="1211" y="4288"/>
                      <a:pt x="1103" y="4242"/>
                    </a:cubicBezTo>
                    <a:cubicBezTo>
                      <a:pt x="603" y="4075"/>
                      <a:pt x="402" y="3841"/>
                      <a:pt x="402" y="3841"/>
                    </a:cubicBezTo>
                    <a:cubicBezTo>
                      <a:pt x="371" y="3816"/>
                      <a:pt x="336" y="3805"/>
                      <a:pt x="301" y="3805"/>
                    </a:cubicBezTo>
                    <a:cubicBezTo>
                      <a:pt x="150" y="3805"/>
                      <a:pt x="0" y="4006"/>
                      <a:pt x="136" y="4142"/>
                    </a:cubicBezTo>
                    <a:cubicBezTo>
                      <a:pt x="138" y="4136"/>
                      <a:pt x="142" y="4133"/>
                      <a:pt x="148" y="4133"/>
                    </a:cubicBezTo>
                    <a:cubicBezTo>
                      <a:pt x="202" y="4133"/>
                      <a:pt x="391" y="4432"/>
                      <a:pt x="969" y="4675"/>
                    </a:cubicBezTo>
                    <a:cubicBezTo>
                      <a:pt x="1128" y="4746"/>
                      <a:pt x="1333" y="4788"/>
                      <a:pt x="1550" y="4788"/>
                    </a:cubicBezTo>
                    <a:cubicBezTo>
                      <a:pt x="1744" y="4788"/>
                      <a:pt x="1948" y="4754"/>
                      <a:pt x="2137" y="4675"/>
                    </a:cubicBezTo>
                    <a:cubicBezTo>
                      <a:pt x="2571" y="4509"/>
                      <a:pt x="2971" y="4175"/>
                      <a:pt x="3304" y="3841"/>
                    </a:cubicBezTo>
                    <a:cubicBezTo>
                      <a:pt x="4005" y="3141"/>
                      <a:pt x="4639" y="2207"/>
                      <a:pt x="5473" y="1473"/>
                    </a:cubicBezTo>
                    <a:cubicBezTo>
                      <a:pt x="5906" y="1073"/>
                      <a:pt x="6340" y="806"/>
                      <a:pt x="6840" y="706"/>
                    </a:cubicBezTo>
                    <a:cubicBezTo>
                      <a:pt x="6916" y="696"/>
                      <a:pt x="6991" y="691"/>
                      <a:pt x="7067" y="691"/>
                    </a:cubicBezTo>
                    <a:cubicBezTo>
                      <a:pt x="7491" y="691"/>
                      <a:pt x="7912" y="841"/>
                      <a:pt x="8308" y="1039"/>
                    </a:cubicBezTo>
                    <a:lnTo>
                      <a:pt x="8341" y="1073"/>
                    </a:lnTo>
                    <a:cubicBezTo>
                      <a:pt x="8441" y="1139"/>
                      <a:pt x="8575" y="1173"/>
                      <a:pt x="8642" y="1306"/>
                    </a:cubicBezTo>
                    <a:cubicBezTo>
                      <a:pt x="8742" y="1406"/>
                      <a:pt x="8808" y="1640"/>
                      <a:pt x="8908" y="1840"/>
                    </a:cubicBezTo>
                    <a:cubicBezTo>
                      <a:pt x="9075" y="2307"/>
                      <a:pt x="9109" y="2907"/>
                      <a:pt x="9442" y="3575"/>
                    </a:cubicBezTo>
                    <a:cubicBezTo>
                      <a:pt x="9576" y="3741"/>
                      <a:pt x="9676" y="3875"/>
                      <a:pt x="9809" y="4008"/>
                    </a:cubicBezTo>
                    <a:cubicBezTo>
                      <a:pt x="9842" y="4042"/>
                      <a:pt x="9943" y="4142"/>
                      <a:pt x="10009" y="4175"/>
                    </a:cubicBezTo>
                    <a:cubicBezTo>
                      <a:pt x="10109" y="4275"/>
                      <a:pt x="10176" y="4308"/>
                      <a:pt x="10276" y="4342"/>
                    </a:cubicBezTo>
                    <a:cubicBezTo>
                      <a:pt x="10532" y="4481"/>
                      <a:pt x="10820" y="4540"/>
                      <a:pt x="11096" y="4540"/>
                    </a:cubicBezTo>
                    <a:cubicBezTo>
                      <a:pt x="11215" y="4540"/>
                      <a:pt x="11332" y="4529"/>
                      <a:pt x="11444" y="4509"/>
                    </a:cubicBezTo>
                    <a:cubicBezTo>
                      <a:pt x="12177" y="4342"/>
                      <a:pt x="12745" y="3975"/>
                      <a:pt x="13245" y="3875"/>
                    </a:cubicBezTo>
                    <a:cubicBezTo>
                      <a:pt x="13286" y="3868"/>
                      <a:pt x="13328" y="3865"/>
                      <a:pt x="13372" y="3865"/>
                    </a:cubicBezTo>
                    <a:cubicBezTo>
                      <a:pt x="13784" y="3865"/>
                      <a:pt x="14280" y="4140"/>
                      <a:pt x="14613" y="4442"/>
                    </a:cubicBezTo>
                    <a:cubicBezTo>
                      <a:pt x="15413" y="5142"/>
                      <a:pt x="15747" y="6110"/>
                      <a:pt x="15947" y="6777"/>
                    </a:cubicBezTo>
                    <a:cubicBezTo>
                      <a:pt x="16080" y="7110"/>
                      <a:pt x="16114" y="7344"/>
                      <a:pt x="16147" y="7544"/>
                    </a:cubicBezTo>
                    <a:cubicBezTo>
                      <a:pt x="16180" y="7711"/>
                      <a:pt x="16180" y="7844"/>
                      <a:pt x="16180" y="7844"/>
                    </a:cubicBezTo>
                    <a:cubicBezTo>
                      <a:pt x="16209" y="7958"/>
                      <a:pt x="16286" y="8011"/>
                      <a:pt x="16365" y="8011"/>
                    </a:cubicBezTo>
                    <a:cubicBezTo>
                      <a:pt x="16471" y="8011"/>
                      <a:pt x="16581" y="7916"/>
                      <a:pt x="16581" y="7744"/>
                    </a:cubicBezTo>
                    <a:cubicBezTo>
                      <a:pt x="16581" y="7744"/>
                      <a:pt x="16581" y="7678"/>
                      <a:pt x="16514" y="7477"/>
                    </a:cubicBezTo>
                    <a:cubicBezTo>
                      <a:pt x="16481" y="7311"/>
                      <a:pt x="16447" y="7010"/>
                      <a:pt x="16347" y="6643"/>
                    </a:cubicBezTo>
                    <a:cubicBezTo>
                      <a:pt x="16280" y="6277"/>
                      <a:pt x="16147" y="5843"/>
                      <a:pt x="15947" y="5376"/>
                    </a:cubicBezTo>
                    <a:cubicBezTo>
                      <a:pt x="15747" y="4909"/>
                      <a:pt x="15446" y="4408"/>
                      <a:pt x="14979" y="4008"/>
                    </a:cubicBezTo>
                    <a:cubicBezTo>
                      <a:pt x="14779" y="3808"/>
                      <a:pt x="14479" y="3575"/>
                      <a:pt x="14179" y="3474"/>
                    </a:cubicBezTo>
                    <a:cubicBezTo>
                      <a:pt x="13946" y="3329"/>
                      <a:pt x="13613" y="3235"/>
                      <a:pt x="13288" y="3235"/>
                    </a:cubicBezTo>
                    <a:cubicBezTo>
                      <a:pt x="13240" y="3235"/>
                      <a:pt x="13192" y="3237"/>
                      <a:pt x="13145" y="3241"/>
                    </a:cubicBezTo>
                    <a:cubicBezTo>
                      <a:pt x="12411" y="3341"/>
                      <a:pt x="11844" y="3741"/>
                      <a:pt x="11310" y="3841"/>
                    </a:cubicBezTo>
                    <a:cubicBezTo>
                      <a:pt x="11239" y="3849"/>
                      <a:pt x="11174" y="3853"/>
                      <a:pt x="11113" y="3853"/>
                    </a:cubicBezTo>
                    <a:cubicBezTo>
                      <a:pt x="10915" y="3853"/>
                      <a:pt x="10763" y="3810"/>
                      <a:pt x="10610" y="3708"/>
                    </a:cubicBezTo>
                    <a:cubicBezTo>
                      <a:pt x="10410" y="3575"/>
                      <a:pt x="10143" y="3374"/>
                      <a:pt x="10076" y="3208"/>
                    </a:cubicBezTo>
                    <a:cubicBezTo>
                      <a:pt x="9842" y="2741"/>
                      <a:pt x="9776" y="2174"/>
                      <a:pt x="9609" y="1573"/>
                    </a:cubicBezTo>
                    <a:cubicBezTo>
                      <a:pt x="9509" y="1340"/>
                      <a:pt x="9409" y="1039"/>
                      <a:pt x="9175" y="806"/>
                    </a:cubicBezTo>
                    <a:cubicBezTo>
                      <a:pt x="9009" y="539"/>
                      <a:pt x="8742" y="472"/>
                      <a:pt x="8608" y="372"/>
                    </a:cubicBezTo>
                    <a:lnTo>
                      <a:pt x="8608" y="372"/>
                    </a:lnTo>
                    <a:lnTo>
                      <a:pt x="8642" y="406"/>
                    </a:lnTo>
                    <a:cubicBezTo>
                      <a:pt x="8215" y="192"/>
                      <a:pt x="7681" y="0"/>
                      <a:pt x="7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29" name="Google Shape;3629;p29"/>
              <p:cNvSpPr/>
              <p:nvPr/>
            </p:nvSpPr>
            <p:spPr>
              <a:xfrm rot="10800000">
                <a:off x="8709720" y="2897553"/>
                <a:ext cx="381536" cy="171194"/>
              </a:xfrm>
              <a:custGeom>
                <a:avLst/>
                <a:gdLst/>
                <a:ahLst/>
                <a:cxnLst/>
                <a:rect l="l" t="t" r="r" b="b"/>
                <a:pathLst>
                  <a:path w="15779" h="7080" extrusionOk="0">
                    <a:moveTo>
                      <a:pt x="12544" y="1"/>
                    </a:moveTo>
                    <a:cubicBezTo>
                      <a:pt x="12154" y="1"/>
                      <a:pt x="11762" y="81"/>
                      <a:pt x="11409" y="227"/>
                    </a:cubicBezTo>
                    <a:cubicBezTo>
                      <a:pt x="11275" y="293"/>
                      <a:pt x="11109" y="327"/>
                      <a:pt x="10942" y="427"/>
                    </a:cubicBezTo>
                    <a:cubicBezTo>
                      <a:pt x="10808" y="493"/>
                      <a:pt x="10642" y="594"/>
                      <a:pt x="10508" y="727"/>
                    </a:cubicBezTo>
                    <a:cubicBezTo>
                      <a:pt x="10275" y="960"/>
                      <a:pt x="10008" y="1227"/>
                      <a:pt x="9841" y="1461"/>
                    </a:cubicBezTo>
                    <a:cubicBezTo>
                      <a:pt x="9107" y="2495"/>
                      <a:pt x="8740" y="3729"/>
                      <a:pt x="8106" y="4430"/>
                    </a:cubicBezTo>
                    <a:cubicBezTo>
                      <a:pt x="7940" y="4596"/>
                      <a:pt x="7773" y="4763"/>
                      <a:pt x="7606" y="4797"/>
                    </a:cubicBezTo>
                    <a:cubicBezTo>
                      <a:pt x="7473" y="4830"/>
                      <a:pt x="7406" y="4897"/>
                      <a:pt x="7272" y="4897"/>
                    </a:cubicBezTo>
                    <a:cubicBezTo>
                      <a:pt x="7206" y="4863"/>
                      <a:pt x="7156" y="4863"/>
                      <a:pt x="7106" y="4863"/>
                    </a:cubicBezTo>
                    <a:cubicBezTo>
                      <a:pt x="7056" y="4863"/>
                      <a:pt x="7006" y="4863"/>
                      <a:pt x="6939" y="4830"/>
                    </a:cubicBezTo>
                    <a:cubicBezTo>
                      <a:pt x="6505" y="4763"/>
                      <a:pt x="6072" y="4330"/>
                      <a:pt x="5605" y="3963"/>
                    </a:cubicBezTo>
                    <a:cubicBezTo>
                      <a:pt x="5338" y="3762"/>
                      <a:pt x="5104" y="3562"/>
                      <a:pt x="4804" y="3396"/>
                    </a:cubicBezTo>
                    <a:cubicBezTo>
                      <a:pt x="4671" y="3295"/>
                      <a:pt x="4504" y="3262"/>
                      <a:pt x="4337" y="3162"/>
                    </a:cubicBezTo>
                    <a:cubicBezTo>
                      <a:pt x="4170" y="3129"/>
                      <a:pt x="3970" y="3095"/>
                      <a:pt x="3803" y="3095"/>
                    </a:cubicBezTo>
                    <a:lnTo>
                      <a:pt x="3570" y="3095"/>
                    </a:lnTo>
                    <a:lnTo>
                      <a:pt x="3303" y="3162"/>
                    </a:lnTo>
                    <a:cubicBezTo>
                      <a:pt x="3136" y="3229"/>
                      <a:pt x="3003" y="3295"/>
                      <a:pt x="2836" y="3396"/>
                    </a:cubicBezTo>
                    <a:cubicBezTo>
                      <a:pt x="2669" y="3462"/>
                      <a:pt x="2569" y="3596"/>
                      <a:pt x="2436" y="3662"/>
                    </a:cubicBezTo>
                    <a:cubicBezTo>
                      <a:pt x="2336" y="3796"/>
                      <a:pt x="2236" y="3929"/>
                      <a:pt x="2135" y="4063"/>
                    </a:cubicBezTo>
                    <a:cubicBezTo>
                      <a:pt x="1802" y="4596"/>
                      <a:pt x="1769" y="5130"/>
                      <a:pt x="1635" y="5564"/>
                    </a:cubicBezTo>
                    <a:cubicBezTo>
                      <a:pt x="1568" y="5964"/>
                      <a:pt x="1435" y="6331"/>
                      <a:pt x="1235" y="6498"/>
                    </a:cubicBezTo>
                    <a:cubicBezTo>
                      <a:pt x="1068" y="6665"/>
                      <a:pt x="801" y="6665"/>
                      <a:pt x="634" y="6665"/>
                    </a:cubicBezTo>
                    <a:cubicBezTo>
                      <a:pt x="568" y="6665"/>
                      <a:pt x="468" y="6631"/>
                      <a:pt x="434" y="6631"/>
                    </a:cubicBezTo>
                    <a:lnTo>
                      <a:pt x="334" y="6631"/>
                    </a:lnTo>
                    <a:cubicBezTo>
                      <a:pt x="134" y="6631"/>
                      <a:pt x="1" y="6965"/>
                      <a:pt x="267" y="6998"/>
                    </a:cubicBezTo>
                    <a:lnTo>
                      <a:pt x="334" y="6998"/>
                    </a:lnTo>
                    <a:cubicBezTo>
                      <a:pt x="434" y="6998"/>
                      <a:pt x="468" y="7065"/>
                      <a:pt x="601" y="7065"/>
                    </a:cubicBezTo>
                    <a:cubicBezTo>
                      <a:pt x="645" y="7065"/>
                      <a:pt x="720" y="7080"/>
                      <a:pt x="814" y="7080"/>
                    </a:cubicBezTo>
                    <a:cubicBezTo>
                      <a:pt x="860" y="7080"/>
                      <a:pt x="912" y="7076"/>
                      <a:pt x="968" y="7065"/>
                    </a:cubicBezTo>
                    <a:cubicBezTo>
                      <a:pt x="1068" y="6998"/>
                      <a:pt x="1135" y="6998"/>
                      <a:pt x="1235" y="6965"/>
                    </a:cubicBezTo>
                    <a:cubicBezTo>
                      <a:pt x="1302" y="6931"/>
                      <a:pt x="1402" y="6898"/>
                      <a:pt x="1468" y="6798"/>
                    </a:cubicBezTo>
                    <a:cubicBezTo>
                      <a:pt x="2135" y="6231"/>
                      <a:pt x="2069" y="5097"/>
                      <a:pt x="2569" y="4296"/>
                    </a:cubicBezTo>
                    <a:cubicBezTo>
                      <a:pt x="2602" y="4229"/>
                      <a:pt x="2669" y="4129"/>
                      <a:pt x="2769" y="4063"/>
                    </a:cubicBezTo>
                    <a:cubicBezTo>
                      <a:pt x="2836" y="3996"/>
                      <a:pt x="2936" y="3929"/>
                      <a:pt x="3069" y="3896"/>
                    </a:cubicBezTo>
                    <a:cubicBezTo>
                      <a:pt x="3136" y="3829"/>
                      <a:pt x="3270" y="3762"/>
                      <a:pt x="3403" y="3762"/>
                    </a:cubicBezTo>
                    <a:lnTo>
                      <a:pt x="3570" y="3729"/>
                    </a:lnTo>
                    <a:lnTo>
                      <a:pt x="3737" y="3729"/>
                    </a:lnTo>
                    <a:cubicBezTo>
                      <a:pt x="4237" y="3729"/>
                      <a:pt x="4637" y="4096"/>
                      <a:pt x="5104" y="4463"/>
                    </a:cubicBezTo>
                    <a:cubicBezTo>
                      <a:pt x="5304" y="4630"/>
                      <a:pt x="5571" y="4830"/>
                      <a:pt x="5805" y="5063"/>
                    </a:cubicBezTo>
                    <a:cubicBezTo>
                      <a:pt x="6072" y="5264"/>
                      <a:pt x="6338" y="5430"/>
                      <a:pt x="6739" y="5497"/>
                    </a:cubicBezTo>
                    <a:cubicBezTo>
                      <a:pt x="6906" y="5564"/>
                      <a:pt x="7106" y="5564"/>
                      <a:pt x="7272" y="5564"/>
                    </a:cubicBezTo>
                    <a:lnTo>
                      <a:pt x="7773" y="5430"/>
                    </a:lnTo>
                    <a:cubicBezTo>
                      <a:pt x="8106" y="5297"/>
                      <a:pt x="8340" y="5063"/>
                      <a:pt x="8573" y="4830"/>
                    </a:cubicBezTo>
                    <a:cubicBezTo>
                      <a:pt x="8940" y="4396"/>
                      <a:pt x="9241" y="3896"/>
                      <a:pt x="9474" y="3329"/>
                    </a:cubicBezTo>
                    <a:cubicBezTo>
                      <a:pt x="9741" y="2795"/>
                      <a:pt x="9974" y="2261"/>
                      <a:pt x="10308" y="1794"/>
                    </a:cubicBezTo>
                    <a:cubicBezTo>
                      <a:pt x="10642" y="1294"/>
                      <a:pt x="11008" y="927"/>
                      <a:pt x="11509" y="760"/>
                    </a:cubicBezTo>
                    <a:cubicBezTo>
                      <a:pt x="11877" y="622"/>
                      <a:pt x="12214" y="548"/>
                      <a:pt x="12552" y="548"/>
                    </a:cubicBezTo>
                    <a:cubicBezTo>
                      <a:pt x="12703" y="548"/>
                      <a:pt x="12855" y="563"/>
                      <a:pt x="13010" y="594"/>
                    </a:cubicBezTo>
                    <a:cubicBezTo>
                      <a:pt x="13510" y="660"/>
                      <a:pt x="13944" y="927"/>
                      <a:pt x="14244" y="1227"/>
                    </a:cubicBezTo>
                    <a:cubicBezTo>
                      <a:pt x="14544" y="1461"/>
                      <a:pt x="14744" y="1794"/>
                      <a:pt x="14911" y="2095"/>
                    </a:cubicBezTo>
                    <a:cubicBezTo>
                      <a:pt x="15045" y="2395"/>
                      <a:pt x="15145" y="2628"/>
                      <a:pt x="15211" y="2795"/>
                    </a:cubicBezTo>
                    <a:cubicBezTo>
                      <a:pt x="15245" y="2962"/>
                      <a:pt x="15278" y="3062"/>
                      <a:pt x="15278" y="3062"/>
                    </a:cubicBezTo>
                    <a:cubicBezTo>
                      <a:pt x="15294" y="3158"/>
                      <a:pt x="15378" y="3200"/>
                      <a:pt x="15477" y="3200"/>
                    </a:cubicBezTo>
                    <a:cubicBezTo>
                      <a:pt x="15584" y="3200"/>
                      <a:pt x="15709" y="3149"/>
                      <a:pt x="15779" y="3062"/>
                    </a:cubicBezTo>
                    <a:cubicBezTo>
                      <a:pt x="15779" y="3062"/>
                      <a:pt x="15745" y="2962"/>
                      <a:pt x="15678" y="2762"/>
                    </a:cubicBezTo>
                    <a:cubicBezTo>
                      <a:pt x="15645" y="2562"/>
                      <a:pt x="15578" y="2295"/>
                      <a:pt x="15412" y="1961"/>
                    </a:cubicBezTo>
                    <a:cubicBezTo>
                      <a:pt x="15245" y="1628"/>
                      <a:pt x="14978" y="1261"/>
                      <a:pt x="14644" y="927"/>
                    </a:cubicBezTo>
                    <a:cubicBezTo>
                      <a:pt x="14311" y="560"/>
                      <a:pt x="13810" y="227"/>
                      <a:pt x="13243" y="93"/>
                    </a:cubicBezTo>
                    <a:cubicBezTo>
                      <a:pt x="13017" y="30"/>
                      <a:pt x="12781" y="1"/>
                      <a:pt x="125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30" name="Google Shape;3630;p29"/>
              <p:cNvSpPr/>
              <p:nvPr/>
            </p:nvSpPr>
            <p:spPr>
              <a:xfrm rot="10800000">
                <a:off x="8758926" y="3391986"/>
                <a:ext cx="19368" cy="12017"/>
              </a:xfrm>
              <a:custGeom>
                <a:avLst/>
                <a:gdLst/>
                <a:ahLst/>
                <a:cxnLst/>
                <a:rect l="l" t="t" r="r" b="b"/>
                <a:pathLst>
                  <a:path w="801" h="497" extrusionOk="0">
                    <a:moveTo>
                      <a:pt x="455" y="0"/>
                    </a:moveTo>
                    <a:cubicBezTo>
                      <a:pt x="400" y="0"/>
                      <a:pt x="345" y="4"/>
                      <a:pt x="300" y="15"/>
                    </a:cubicBezTo>
                    <a:cubicBezTo>
                      <a:pt x="167" y="82"/>
                      <a:pt x="0" y="248"/>
                      <a:pt x="0" y="248"/>
                    </a:cubicBezTo>
                    <a:cubicBezTo>
                      <a:pt x="0" y="282"/>
                      <a:pt x="100" y="482"/>
                      <a:pt x="100" y="482"/>
                    </a:cubicBezTo>
                    <a:cubicBezTo>
                      <a:pt x="100" y="482"/>
                      <a:pt x="204" y="497"/>
                      <a:pt x="313" y="497"/>
                    </a:cubicBezTo>
                    <a:cubicBezTo>
                      <a:pt x="367" y="497"/>
                      <a:pt x="423" y="493"/>
                      <a:pt x="467" y="482"/>
                    </a:cubicBezTo>
                    <a:cubicBezTo>
                      <a:pt x="601" y="449"/>
                      <a:pt x="767" y="282"/>
                      <a:pt x="767" y="282"/>
                    </a:cubicBezTo>
                    <a:cubicBezTo>
                      <a:pt x="801" y="248"/>
                      <a:pt x="701" y="82"/>
                      <a:pt x="667" y="15"/>
                    </a:cubicBezTo>
                    <a:cubicBezTo>
                      <a:pt x="667" y="15"/>
                      <a:pt x="564" y="0"/>
                      <a:pt x="4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31" name="Google Shape;3631;p29"/>
              <p:cNvSpPr/>
              <p:nvPr/>
            </p:nvSpPr>
            <p:spPr>
              <a:xfrm rot="10800000">
                <a:off x="8741178" y="3372183"/>
                <a:ext cx="24228" cy="13734"/>
              </a:xfrm>
              <a:custGeom>
                <a:avLst/>
                <a:gdLst/>
                <a:ahLst/>
                <a:cxnLst/>
                <a:rect l="l" t="t" r="r" b="b"/>
                <a:pathLst>
                  <a:path w="1002" h="568" extrusionOk="0">
                    <a:moveTo>
                      <a:pt x="902" y="1"/>
                    </a:moveTo>
                    <a:cubicBezTo>
                      <a:pt x="902" y="1"/>
                      <a:pt x="568" y="1"/>
                      <a:pt x="401" y="67"/>
                    </a:cubicBezTo>
                    <a:cubicBezTo>
                      <a:pt x="234" y="168"/>
                      <a:pt x="1" y="368"/>
                      <a:pt x="1" y="368"/>
                    </a:cubicBezTo>
                    <a:lnTo>
                      <a:pt x="134" y="568"/>
                    </a:lnTo>
                    <a:cubicBezTo>
                      <a:pt x="134" y="568"/>
                      <a:pt x="468" y="568"/>
                      <a:pt x="635" y="501"/>
                    </a:cubicBezTo>
                    <a:cubicBezTo>
                      <a:pt x="801" y="401"/>
                      <a:pt x="1002" y="201"/>
                      <a:pt x="1002" y="201"/>
                    </a:cubicBezTo>
                    <a:cubicBezTo>
                      <a:pt x="1002" y="201"/>
                      <a:pt x="935" y="1"/>
                      <a:pt x="9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32" name="Google Shape;3632;p29"/>
              <p:cNvSpPr/>
              <p:nvPr/>
            </p:nvSpPr>
            <p:spPr>
              <a:xfrm rot="10800000">
                <a:off x="8733102" y="3353274"/>
                <a:ext cx="17772" cy="12017"/>
              </a:xfrm>
              <a:custGeom>
                <a:avLst/>
                <a:gdLst/>
                <a:ahLst/>
                <a:cxnLst/>
                <a:rect l="l" t="t" r="r" b="b"/>
                <a:pathLst>
                  <a:path w="735" h="497" extrusionOk="0">
                    <a:moveTo>
                      <a:pt x="440" y="0"/>
                    </a:moveTo>
                    <a:cubicBezTo>
                      <a:pt x="386" y="0"/>
                      <a:pt x="334" y="4"/>
                      <a:pt x="301" y="15"/>
                    </a:cubicBezTo>
                    <a:cubicBezTo>
                      <a:pt x="167" y="48"/>
                      <a:pt x="0" y="215"/>
                      <a:pt x="0" y="215"/>
                    </a:cubicBezTo>
                    <a:cubicBezTo>
                      <a:pt x="0" y="249"/>
                      <a:pt x="67" y="482"/>
                      <a:pt x="67" y="482"/>
                    </a:cubicBezTo>
                    <a:cubicBezTo>
                      <a:pt x="67" y="482"/>
                      <a:pt x="186" y="497"/>
                      <a:pt x="304" y="497"/>
                    </a:cubicBezTo>
                    <a:cubicBezTo>
                      <a:pt x="364" y="497"/>
                      <a:pt x="423" y="493"/>
                      <a:pt x="467" y="482"/>
                    </a:cubicBezTo>
                    <a:cubicBezTo>
                      <a:pt x="567" y="415"/>
                      <a:pt x="734" y="249"/>
                      <a:pt x="734" y="249"/>
                    </a:cubicBezTo>
                    <a:cubicBezTo>
                      <a:pt x="734" y="249"/>
                      <a:pt x="701" y="48"/>
                      <a:pt x="667" y="15"/>
                    </a:cubicBezTo>
                    <a:cubicBezTo>
                      <a:pt x="667" y="15"/>
                      <a:pt x="549" y="0"/>
                      <a:pt x="4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33" name="Google Shape;3633;p29"/>
              <p:cNvSpPr/>
              <p:nvPr/>
            </p:nvSpPr>
            <p:spPr>
              <a:xfrm rot="10800000">
                <a:off x="8988805" y="2952756"/>
                <a:ext cx="22608" cy="20190"/>
              </a:xfrm>
              <a:custGeom>
                <a:avLst/>
                <a:gdLst/>
                <a:ahLst/>
                <a:cxnLst/>
                <a:rect l="l" t="t" r="r" b="b"/>
                <a:pathLst>
                  <a:path w="935" h="835" extrusionOk="0">
                    <a:moveTo>
                      <a:pt x="835" y="1"/>
                    </a:moveTo>
                    <a:cubicBezTo>
                      <a:pt x="835" y="1"/>
                      <a:pt x="768" y="1"/>
                      <a:pt x="635" y="34"/>
                    </a:cubicBezTo>
                    <a:cubicBezTo>
                      <a:pt x="501" y="101"/>
                      <a:pt x="401" y="167"/>
                      <a:pt x="301" y="201"/>
                    </a:cubicBezTo>
                    <a:cubicBezTo>
                      <a:pt x="234" y="301"/>
                      <a:pt x="134" y="434"/>
                      <a:pt x="101" y="501"/>
                    </a:cubicBezTo>
                    <a:lnTo>
                      <a:pt x="1" y="668"/>
                    </a:lnTo>
                    <a:cubicBezTo>
                      <a:pt x="1" y="668"/>
                      <a:pt x="168" y="801"/>
                      <a:pt x="168" y="835"/>
                    </a:cubicBezTo>
                    <a:lnTo>
                      <a:pt x="335" y="768"/>
                    </a:lnTo>
                    <a:cubicBezTo>
                      <a:pt x="435" y="701"/>
                      <a:pt x="568" y="634"/>
                      <a:pt x="601" y="601"/>
                    </a:cubicBezTo>
                    <a:cubicBezTo>
                      <a:pt x="668" y="534"/>
                      <a:pt x="735" y="434"/>
                      <a:pt x="802" y="368"/>
                    </a:cubicBezTo>
                    <a:lnTo>
                      <a:pt x="935" y="267"/>
                    </a:lnTo>
                    <a:cubicBezTo>
                      <a:pt x="935" y="201"/>
                      <a:pt x="835" y="1"/>
                      <a:pt x="8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34" name="Google Shape;3634;p29"/>
              <p:cNvSpPr/>
              <p:nvPr/>
            </p:nvSpPr>
            <p:spPr>
              <a:xfrm rot="10800000">
                <a:off x="8972653" y="2940666"/>
                <a:ext cx="16974" cy="17748"/>
              </a:xfrm>
              <a:custGeom>
                <a:avLst/>
                <a:gdLst/>
                <a:ahLst/>
                <a:cxnLst/>
                <a:rect l="l" t="t" r="r" b="b"/>
                <a:pathLst>
                  <a:path w="702" h="734" extrusionOk="0">
                    <a:moveTo>
                      <a:pt x="568" y="0"/>
                    </a:moveTo>
                    <a:cubicBezTo>
                      <a:pt x="568" y="0"/>
                      <a:pt x="267" y="33"/>
                      <a:pt x="134" y="167"/>
                    </a:cubicBezTo>
                    <a:cubicBezTo>
                      <a:pt x="67" y="334"/>
                      <a:pt x="1" y="567"/>
                      <a:pt x="1" y="567"/>
                    </a:cubicBezTo>
                    <a:cubicBezTo>
                      <a:pt x="1" y="567"/>
                      <a:pt x="201" y="701"/>
                      <a:pt x="134" y="734"/>
                    </a:cubicBezTo>
                    <a:cubicBezTo>
                      <a:pt x="134" y="734"/>
                      <a:pt x="401" y="600"/>
                      <a:pt x="501" y="534"/>
                    </a:cubicBezTo>
                    <a:cubicBezTo>
                      <a:pt x="601" y="434"/>
                      <a:pt x="701" y="200"/>
                      <a:pt x="701" y="200"/>
                    </a:cubicBezTo>
                    <a:lnTo>
                      <a:pt x="56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35" name="Google Shape;3635;p29"/>
              <p:cNvSpPr/>
              <p:nvPr/>
            </p:nvSpPr>
            <p:spPr>
              <a:xfrm rot="10800000">
                <a:off x="8955727" y="2927754"/>
                <a:ext cx="13734" cy="16152"/>
              </a:xfrm>
              <a:custGeom>
                <a:avLst/>
                <a:gdLst/>
                <a:ahLst/>
                <a:cxnLst/>
                <a:rect l="l" t="t" r="r" b="b"/>
                <a:pathLst>
                  <a:path w="568" h="668" extrusionOk="0">
                    <a:moveTo>
                      <a:pt x="334" y="0"/>
                    </a:moveTo>
                    <a:cubicBezTo>
                      <a:pt x="334" y="0"/>
                      <a:pt x="134" y="101"/>
                      <a:pt x="67" y="167"/>
                    </a:cubicBezTo>
                    <a:cubicBezTo>
                      <a:pt x="34" y="267"/>
                      <a:pt x="1" y="501"/>
                      <a:pt x="1" y="501"/>
                    </a:cubicBezTo>
                    <a:cubicBezTo>
                      <a:pt x="1" y="501"/>
                      <a:pt x="201" y="634"/>
                      <a:pt x="201" y="668"/>
                    </a:cubicBezTo>
                    <a:cubicBezTo>
                      <a:pt x="201" y="668"/>
                      <a:pt x="401" y="601"/>
                      <a:pt x="501" y="467"/>
                    </a:cubicBezTo>
                    <a:cubicBezTo>
                      <a:pt x="534" y="401"/>
                      <a:pt x="568" y="301"/>
                      <a:pt x="568" y="234"/>
                    </a:cubicBezTo>
                    <a:lnTo>
                      <a:pt x="568" y="101"/>
                    </a:lnTo>
                    <a:lnTo>
                      <a:pt x="3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36" name="Google Shape;3636;p29"/>
              <p:cNvSpPr/>
              <p:nvPr/>
            </p:nvSpPr>
            <p:spPr>
              <a:xfrm rot="10800000">
                <a:off x="8767800" y="3034219"/>
                <a:ext cx="14532" cy="14532"/>
              </a:xfrm>
              <a:custGeom>
                <a:avLst/>
                <a:gdLst/>
                <a:ahLst/>
                <a:cxnLst/>
                <a:rect l="l" t="t" r="r" b="b"/>
                <a:pathLst>
                  <a:path w="601" h="601" extrusionOk="0">
                    <a:moveTo>
                      <a:pt x="434" y="0"/>
                    </a:moveTo>
                    <a:cubicBezTo>
                      <a:pt x="434" y="0"/>
                      <a:pt x="201" y="67"/>
                      <a:pt x="134" y="133"/>
                    </a:cubicBezTo>
                    <a:cubicBezTo>
                      <a:pt x="34" y="234"/>
                      <a:pt x="0" y="434"/>
                      <a:pt x="0" y="434"/>
                    </a:cubicBezTo>
                    <a:cubicBezTo>
                      <a:pt x="0" y="467"/>
                      <a:pt x="134" y="600"/>
                      <a:pt x="167" y="600"/>
                    </a:cubicBezTo>
                    <a:cubicBezTo>
                      <a:pt x="167" y="600"/>
                      <a:pt x="367" y="567"/>
                      <a:pt x="467" y="467"/>
                    </a:cubicBezTo>
                    <a:cubicBezTo>
                      <a:pt x="534" y="400"/>
                      <a:pt x="601" y="167"/>
                      <a:pt x="601" y="167"/>
                    </a:cubicBezTo>
                    <a:lnTo>
                      <a:pt x="4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37" name="Google Shape;3637;p29"/>
              <p:cNvSpPr/>
              <p:nvPr/>
            </p:nvSpPr>
            <p:spPr>
              <a:xfrm rot="10800000">
                <a:off x="8754090" y="3012433"/>
                <a:ext cx="21786" cy="21810"/>
              </a:xfrm>
              <a:custGeom>
                <a:avLst/>
                <a:gdLst/>
                <a:ahLst/>
                <a:cxnLst/>
                <a:rect l="l" t="t" r="r" b="b"/>
                <a:pathLst>
                  <a:path w="901" h="902" extrusionOk="0">
                    <a:moveTo>
                      <a:pt x="734" y="0"/>
                    </a:moveTo>
                    <a:cubicBezTo>
                      <a:pt x="734" y="0"/>
                      <a:pt x="434" y="167"/>
                      <a:pt x="267" y="301"/>
                    </a:cubicBezTo>
                    <a:cubicBezTo>
                      <a:pt x="167" y="467"/>
                      <a:pt x="0" y="734"/>
                      <a:pt x="0" y="734"/>
                    </a:cubicBezTo>
                    <a:cubicBezTo>
                      <a:pt x="0" y="801"/>
                      <a:pt x="167" y="901"/>
                      <a:pt x="167" y="901"/>
                    </a:cubicBezTo>
                    <a:cubicBezTo>
                      <a:pt x="167" y="901"/>
                      <a:pt x="434" y="801"/>
                      <a:pt x="601" y="634"/>
                    </a:cubicBezTo>
                    <a:cubicBezTo>
                      <a:pt x="734" y="467"/>
                      <a:pt x="901" y="167"/>
                      <a:pt x="901" y="167"/>
                    </a:cubicBezTo>
                    <a:lnTo>
                      <a:pt x="7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38" name="Google Shape;3638;p29"/>
              <p:cNvSpPr/>
              <p:nvPr/>
            </p:nvSpPr>
            <p:spPr>
              <a:xfrm rot="10800000">
                <a:off x="8741178" y="2997925"/>
                <a:ext cx="18570" cy="23406"/>
              </a:xfrm>
              <a:custGeom>
                <a:avLst/>
                <a:gdLst/>
                <a:ahLst/>
                <a:cxnLst/>
                <a:rect l="l" t="t" r="r" b="b"/>
                <a:pathLst>
                  <a:path w="768" h="968" extrusionOk="0">
                    <a:moveTo>
                      <a:pt x="567" y="0"/>
                    </a:moveTo>
                    <a:cubicBezTo>
                      <a:pt x="567" y="0"/>
                      <a:pt x="534" y="100"/>
                      <a:pt x="434" y="134"/>
                    </a:cubicBezTo>
                    <a:cubicBezTo>
                      <a:pt x="367" y="200"/>
                      <a:pt x="267" y="267"/>
                      <a:pt x="234" y="334"/>
                    </a:cubicBezTo>
                    <a:cubicBezTo>
                      <a:pt x="167" y="434"/>
                      <a:pt x="100" y="501"/>
                      <a:pt x="67" y="601"/>
                    </a:cubicBezTo>
                    <a:lnTo>
                      <a:pt x="0" y="767"/>
                    </a:lnTo>
                    <a:cubicBezTo>
                      <a:pt x="0" y="801"/>
                      <a:pt x="100" y="968"/>
                      <a:pt x="100" y="968"/>
                    </a:cubicBezTo>
                    <a:lnTo>
                      <a:pt x="267" y="867"/>
                    </a:lnTo>
                    <a:cubicBezTo>
                      <a:pt x="401" y="834"/>
                      <a:pt x="501" y="767"/>
                      <a:pt x="567" y="667"/>
                    </a:cubicBezTo>
                    <a:cubicBezTo>
                      <a:pt x="668" y="601"/>
                      <a:pt x="701" y="467"/>
                      <a:pt x="734" y="334"/>
                    </a:cubicBezTo>
                    <a:cubicBezTo>
                      <a:pt x="768" y="200"/>
                      <a:pt x="768" y="134"/>
                      <a:pt x="768" y="134"/>
                    </a:cubicBezTo>
                    <a:cubicBezTo>
                      <a:pt x="768" y="100"/>
                      <a:pt x="567" y="0"/>
                      <a:pt x="5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39" name="Google Shape;3639;p29"/>
              <p:cNvSpPr/>
              <p:nvPr/>
            </p:nvSpPr>
            <p:spPr>
              <a:xfrm rot="10800000">
                <a:off x="8908939" y="2492998"/>
                <a:ext cx="24228" cy="12138"/>
              </a:xfrm>
              <a:custGeom>
                <a:avLst/>
                <a:gdLst/>
                <a:ahLst/>
                <a:cxnLst/>
                <a:rect l="l" t="t" r="r" b="b"/>
                <a:pathLst>
                  <a:path w="1002" h="502" extrusionOk="0">
                    <a:moveTo>
                      <a:pt x="434" y="1"/>
                    </a:moveTo>
                    <a:cubicBezTo>
                      <a:pt x="368" y="1"/>
                      <a:pt x="267" y="34"/>
                      <a:pt x="201" y="34"/>
                    </a:cubicBezTo>
                    <a:cubicBezTo>
                      <a:pt x="101" y="101"/>
                      <a:pt x="34" y="101"/>
                      <a:pt x="34" y="101"/>
                    </a:cubicBezTo>
                    <a:lnTo>
                      <a:pt x="1" y="334"/>
                    </a:lnTo>
                    <a:lnTo>
                      <a:pt x="167" y="434"/>
                    </a:lnTo>
                    <a:cubicBezTo>
                      <a:pt x="267" y="468"/>
                      <a:pt x="401" y="501"/>
                      <a:pt x="501" y="501"/>
                    </a:cubicBezTo>
                    <a:cubicBezTo>
                      <a:pt x="601" y="501"/>
                      <a:pt x="734" y="468"/>
                      <a:pt x="835" y="434"/>
                    </a:cubicBezTo>
                    <a:lnTo>
                      <a:pt x="1001" y="334"/>
                    </a:lnTo>
                    <a:cubicBezTo>
                      <a:pt x="1001" y="334"/>
                      <a:pt x="935" y="134"/>
                      <a:pt x="868" y="101"/>
                    </a:cubicBezTo>
                    <a:cubicBezTo>
                      <a:pt x="868" y="101"/>
                      <a:pt x="768" y="34"/>
                      <a:pt x="701" y="34"/>
                    </a:cubicBezTo>
                    <a:cubicBezTo>
                      <a:pt x="601" y="34"/>
                      <a:pt x="534" y="1"/>
                      <a:pt x="4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40" name="Google Shape;3640;p29"/>
              <p:cNvSpPr/>
              <p:nvPr/>
            </p:nvSpPr>
            <p:spPr>
              <a:xfrm rot="10800000">
                <a:off x="8900137" y="2462217"/>
                <a:ext cx="42702" cy="15572"/>
              </a:xfrm>
              <a:custGeom>
                <a:avLst/>
                <a:gdLst/>
                <a:ahLst/>
                <a:cxnLst/>
                <a:rect l="l" t="t" r="r" b="b"/>
                <a:pathLst>
                  <a:path w="1766" h="644" extrusionOk="0">
                    <a:moveTo>
                      <a:pt x="1644" y="0"/>
                    </a:moveTo>
                    <a:cubicBezTo>
                      <a:pt x="1640" y="0"/>
                      <a:pt x="1637" y="1"/>
                      <a:pt x="1635" y="4"/>
                    </a:cubicBezTo>
                    <a:cubicBezTo>
                      <a:pt x="1635" y="4"/>
                      <a:pt x="1101" y="37"/>
                      <a:pt x="801" y="137"/>
                    </a:cubicBezTo>
                    <a:cubicBezTo>
                      <a:pt x="467" y="171"/>
                      <a:pt x="0" y="371"/>
                      <a:pt x="0" y="371"/>
                    </a:cubicBezTo>
                    <a:lnTo>
                      <a:pt x="67" y="638"/>
                    </a:lnTo>
                    <a:cubicBezTo>
                      <a:pt x="67" y="638"/>
                      <a:pt x="152" y="643"/>
                      <a:pt x="276" y="643"/>
                    </a:cubicBezTo>
                    <a:cubicBezTo>
                      <a:pt x="462" y="643"/>
                      <a:pt x="734" y="631"/>
                      <a:pt x="934" y="571"/>
                    </a:cubicBezTo>
                    <a:cubicBezTo>
                      <a:pt x="1268" y="471"/>
                      <a:pt x="1735" y="204"/>
                      <a:pt x="1735" y="204"/>
                    </a:cubicBezTo>
                    <a:cubicBezTo>
                      <a:pt x="1766" y="173"/>
                      <a:pt x="1683" y="0"/>
                      <a:pt x="16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41" name="Google Shape;3641;p29"/>
              <p:cNvSpPr/>
              <p:nvPr/>
            </p:nvSpPr>
            <p:spPr>
              <a:xfrm rot="10800000">
                <a:off x="8892811" y="2437795"/>
                <a:ext cx="33900" cy="15717"/>
              </a:xfrm>
              <a:custGeom>
                <a:avLst/>
                <a:gdLst/>
                <a:ahLst/>
                <a:cxnLst/>
                <a:rect l="l" t="t" r="r" b="b"/>
                <a:pathLst>
                  <a:path w="1402" h="650" extrusionOk="0">
                    <a:moveTo>
                      <a:pt x="1168" y="1"/>
                    </a:moveTo>
                    <a:cubicBezTo>
                      <a:pt x="1168" y="1"/>
                      <a:pt x="1101" y="34"/>
                      <a:pt x="968" y="34"/>
                    </a:cubicBezTo>
                    <a:cubicBezTo>
                      <a:pt x="834" y="67"/>
                      <a:pt x="701" y="67"/>
                      <a:pt x="601" y="134"/>
                    </a:cubicBezTo>
                    <a:cubicBezTo>
                      <a:pt x="367" y="201"/>
                      <a:pt x="0" y="368"/>
                      <a:pt x="0" y="368"/>
                    </a:cubicBezTo>
                    <a:lnTo>
                      <a:pt x="34" y="634"/>
                    </a:lnTo>
                    <a:cubicBezTo>
                      <a:pt x="34" y="634"/>
                      <a:pt x="227" y="649"/>
                      <a:pt x="434" y="649"/>
                    </a:cubicBezTo>
                    <a:cubicBezTo>
                      <a:pt x="538" y="649"/>
                      <a:pt x="645" y="646"/>
                      <a:pt x="734" y="634"/>
                    </a:cubicBezTo>
                    <a:cubicBezTo>
                      <a:pt x="834" y="568"/>
                      <a:pt x="1001" y="501"/>
                      <a:pt x="1135" y="401"/>
                    </a:cubicBezTo>
                    <a:cubicBezTo>
                      <a:pt x="1268" y="368"/>
                      <a:pt x="1335" y="301"/>
                      <a:pt x="1335" y="301"/>
                    </a:cubicBezTo>
                    <a:cubicBezTo>
                      <a:pt x="1401" y="301"/>
                      <a:pt x="1268" y="67"/>
                      <a:pt x="11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42" name="Google Shape;3642;p29"/>
              <p:cNvSpPr/>
              <p:nvPr/>
            </p:nvSpPr>
            <p:spPr>
              <a:xfrm rot="10800000">
                <a:off x="8882317" y="2421232"/>
                <a:ext cx="24228" cy="12114"/>
              </a:xfrm>
              <a:custGeom>
                <a:avLst/>
                <a:gdLst/>
                <a:ahLst/>
                <a:cxnLst/>
                <a:rect l="l" t="t" r="r" b="b"/>
                <a:pathLst>
                  <a:path w="1002" h="501" extrusionOk="0">
                    <a:moveTo>
                      <a:pt x="768" y="1"/>
                    </a:moveTo>
                    <a:cubicBezTo>
                      <a:pt x="718" y="17"/>
                      <a:pt x="668" y="17"/>
                      <a:pt x="617" y="17"/>
                    </a:cubicBezTo>
                    <a:cubicBezTo>
                      <a:pt x="567" y="17"/>
                      <a:pt x="517" y="17"/>
                      <a:pt x="467" y="34"/>
                    </a:cubicBezTo>
                    <a:cubicBezTo>
                      <a:pt x="401" y="34"/>
                      <a:pt x="267" y="67"/>
                      <a:pt x="167" y="101"/>
                    </a:cubicBezTo>
                    <a:lnTo>
                      <a:pt x="0" y="201"/>
                    </a:lnTo>
                    <a:lnTo>
                      <a:pt x="0" y="434"/>
                    </a:lnTo>
                    <a:cubicBezTo>
                      <a:pt x="0" y="434"/>
                      <a:pt x="67" y="434"/>
                      <a:pt x="167" y="501"/>
                    </a:cubicBezTo>
                    <a:lnTo>
                      <a:pt x="501" y="501"/>
                    </a:lnTo>
                    <a:cubicBezTo>
                      <a:pt x="634" y="468"/>
                      <a:pt x="768" y="401"/>
                      <a:pt x="834" y="334"/>
                    </a:cubicBezTo>
                    <a:cubicBezTo>
                      <a:pt x="968" y="234"/>
                      <a:pt x="1001" y="201"/>
                      <a:pt x="1001" y="201"/>
                    </a:cubicBezTo>
                    <a:cubicBezTo>
                      <a:pt x="1001" y="201"/>
                      <a:pt x="934" y="34"/>
                      <a:pt x="9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43" name="Google Shape;3643;p29"/>
              <p:cNvSpPr/>
              <p:nvPr/>
            </p:nvSpPr>
            <p:spPr>
              <a:xfrm rot="10800000">
                <a:off x="8733102" y="2375241"/>
                <a:ext cx="41976" cy="12138"/>
              </a:xfrm>
              <a:custGeom>
                <a:avLst/>
                <a:gdLst/>
                <a:ahLst/>
                <a:cxnLst/>
                <a:rect l="l" t="t" r="r" b="b"/>
                <a:pathLst>
                  <a:path w="1736" h="502" extrusionOk="0">
                    <a:moveTo>
                      <a:pt x="868" y="1"/>
                    </a:moveTo>
                    <a:cubicBezTo>
                      <a:pt x="701" y="1"/>
                      <a:pt x="501" y="68"/>
                      <a:pt x="334" y="68"/>
                    </a:cubicBezTo>
                    <a:cubicBezTo>
                      <a:pt x="167" y="101"/>
                      <a:pt x="34" y="101"/>
                      <a:pt x="34" y="101"/>
                    </a:cubicBezTo>
                    <a:cubicBezTo>
                      <a:pt x="1" y="101"/>
                      <a:pt x="1" y="335"/>
                      <a:pt x="1" y="335"/>
                    </a:cubicBezTo>
                    <a:cubicBezTo>
                      <a:pt x="1" y="335"/>
                      <a:pt x="134" y="401"/>
                      <a:pt x="301" y="435"/>
                    </a:cubicBezTo>
                    <a:cubicBezTo>
                      <a:pt x="468" y="468"/>
                      <a:pt x="701" y="501"/>
                      <a:pt x="868" y="501"/>
                    </a:cubicBezTo>
                    <a:cubicBezTo>
                      <a:pt x="1035" y="468"/>
                      <a:pt x="1302" y="468"/>
                      <a:pt x="1468" y="401"/>
                    </a:cubicBezTo>
                    <a:cubicBezTo>
                      <a:pt x="1635" y="301"/>
                      <a:pt x="1735" y="268"/>
                      <a:pt x="1735" y="268"/>
                    </a:cubicBezTo>
                    <a:cubicBezTo>
                      <a:pt x="1735" y="268"/>
                      <a:pt x="1702" y="68"/>
                      <a:pt x="17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44" name="Google Shape;3644;p29"/>
              <p:cNvSpPr/>
              <p:nvPr/>
            </p:nvSpPr>
            <p:spPr>
              <a:xfrm rot="10800000">
                <a:off x="8721012" y="2341365"/>
                <a:ext cx="33102" cy="13734"/>
              </a:xfrm>
              <a:custGeom>
                <a:avLst/>
                <a:gdLst/>
                <a:ahLst/>
                <a:cxnLst/>
                <a:rect l="l" t="t" r="r" b="b"/>
                <a:pathLst>
                  <a:path w="1369" h="568" extrusionOk="0">
                    <a:moveTo>
                      <a:pt x="1302" y="0"/>
                    </a:moveTo>
                    <a:cubicBezTo>
                      <a:pt x="1302" y="0"/>
                      <a:pt x="868" y="0"/>
                      <a:pt x="635" y="67"/>
                    </a:cubicBezTo>
                    <a:cubicBezTo>
                      <a:pt x="368" y="100"/>
                      <a:pt x="1" y="300"/>
                      <a:pt x="1" y="300"/>
                    </a:cubicBezTo>
                    <a:lnTo>
                      <a:pt x="34" y="567"/>
                    </a:lnTo>
                    <a:cubicBezTo>
                      <a:pt x="34" y="567"/>
                      <a:pt x="468" y="567"/>
                      <a:pt x="701" y="501"/>
                    </a:cubicBezTo>
                    <a:cubicBezTo>
                      <a:pt x="968" y="467"/>
                      <a:pt x="1335" y="267"/>
                      <a:pt x="1335" y="267"/>
                    </a:cubicBezTo>
                    <a:cubicBezTo>
                      <a:pt x="1369" y="267"/>
                      <a:pt x="1335" y="67"/>
                      <a:pt x="13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45" name="Google Shape;3645;p29"/>
              <p:cNvSpPr/>
              <p:nvPr/>
            </p:nvSpPr>
            <p:spPr>
              <a:xfrm rot="10800000">
                <a:off x="8718594" y="2316363"/>
                <a:ext cx="28242" cy="14556"/>
              </a:xfrm>
              <a:custGeom>
                <a:avLst/>
                <a:gdLst/>
                <a:ahLst/>
                <a:cxnLst/>
                <a:rect l="l" t="t" r="r" b="b"/>
                <a:pathLst>
                  <a:path w="1168" h="602" extrusionOk="0">
                    <a:moveTo>
                      <a:pt x="1068" y="1"/>
                    </a:moveTo>
                    <a:cubicBezTo>
                      <a:pt x="1068" y="1"/>
                      <a:pt x="701" y="1"/>
                      <a:pt x="500" y="101"/>
                    </a:cubicBezTo>
                    <a:cubicBezTo>
                      <a:pt x="300" y="134"/>
                      <a:pt x="0" y="335"/>
                      <a:pt x="0" y="335"/>
                    </a:cubicBezTo>
                    <a:lnTo>
                      <a:pt x="33" y="601"/>
                    </a:lnTo>
                    <a:cubicBezTo>
                      <a:pt x="33" y="601"/>
                      <a:pt x="400" y="601"/>
                      <a:pt x="667" y="568"/>
                    </a:cubicBezTo>
                    <a:cubicBezTo>
                      <a:pt x="867" y="468"/>
                      <a:pt x="1168" y="234"/>
                      <a:pt x="1168" y="234"/>
                    </a:cubicBezTo>
                    <a:lnTo>
                      <a:pt x="106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46" name="Google Shape;3646;p29"/>
              <p:cNvSpPr/>
              <p:nvPr/>
            </p:nvSpPr>
            <p:spPr>
              <a:xfrm rot="10800000">
                <a:off x="8703264" y="2280528"/>
                <a:ext cx="25026" cy="13275"/>
              </a:xfrm>
              <a:custGeom>
                <a:avLst/>
                <a:gdLst/>
                <a:ahLst/>
                <a:cxnLst/>
                <a:rect l="l" t="t" r="r" b="b"/>
                <a:pathLst>
                  <a:path w="1035" h="549" extrusionOk="0">
                    <a:moveTo>
                      <a:pt x="934" y="0"/>
                    </a:moveTo>
                    <a:cubicBezTo>
                      <a:pt x="934" y="0"/>
                      <a:pt x="634" y="0"/>
                      <a:pt x="467" y="67"/>
                    </a:cubicBezTo>
                    <a:cubicBezTo>
                      <a:pt x="301" y="100"/>
                      <a:pt x="67" y="267"/>
                      <a:pt x="67" y="267"/>
                    </a:cubicBezTo>
                    <a:cubicBezTo>
                      <a:pt x="0" y="267"/>
                      <a:pt x="100" y="534"/>
                      <a:pt x="100" y="534"/>
                    </a:cubicBezTo>
                    <a:cubicBezTo>
                      <a:pt x="100" y="534"/>
                      <a:pt x="249" y="549"/>
                      <a:pt x="397" y="549"/>
                    </a:cubicBezTo>
                    <a:cubicBezTo>
                      <a:pt x="471" y="549"/>
                      <a:pt x="545" y="545"/>
                      <a:pt x="601" y="534"/>
                    </a:cubicBezTo>
                    <a:cubicBezTo>
                      <a:pt x="768" y="434"/>
                      <a:pt x="1034" y="234"/>
                      <a:pt x="1034" y="234"/>
                    </a:cubicBezTo>
                    <a:cubicBezTo>
                      <a:pt x="1034" y="201"/>
                      <a:pt x="934" y="34"/>
                      <a:pt x="9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47" name="Google Shape;3647;p29"/>
              <p:cNvSpPr/>
              <p:nvPr/>
            </p:nvSpPr>
            <p:spPr>
              <a:xfrm rot="10800000">
                <a:off x="8676642" y="2242977"/>
                <a:ext cx="18594" cy="12114"/>
              </a:xfrm>
              <a:custGeom>
                <a:avLst/>
                <a:gdLst/>
                <a:ahLst/>
                <a:cxnLst/>
                <a:rect l="l" t="t" r="r" b="b"/>
                <a:pathLst>
                  <a:path w="769" h="501" extrusionOk="0">
                    <a:moveTo>
                      <a:pt x="368" y="1"/>
                    </a:moveTo>
                    <a:cubicBezTo>
                      <a:pt x="268" y="1"/>
                      <a:pt x="201" y="34"/>
                      <a:pt x="101" y="67"/>
                    </a:cubicBezTo>
                    <a:cubicBezTo>
                      <a:pt x="34" y="134"/>
                      <a:pt x="1" y="167"/>
                      <a:pt x="1" y="167"/>
                    </a:cubicBezTo>
                    <a:cubicBezTo>
                      <a:pt x="1" y="201"/>
                      <a:pt x="68" y="401"/>
                      <a:pt x="68" y="401"/>
                    </a:cubicBezTo>
                    <a:cubicBezTo>
                      <a:pt x="68" y="401"/>
                      <a:pt x="101" y="468"/>
                      <a:pt x="201" y="468"/>
                    </a:cubicBezTo>
                    <a:cubicBezTo>
                      <a:pt x="268" y="501"/>
                      <a:pt x="335" y="501"/>
                      <a:pt x="401" y="501"/>
                    </a:cubicBezTo>
                    <a:cubicBezTo>
                      <a:pt x="568" y="501"/>
                      <a:pt x="768" y="367"/>
                      <a:pt x="768" y="367"/>
                    </a:cubicBezTo>
                    <a:cubicBezTo>
                      <a:pt x="768" y="334"/>
                      <a:pt x="768" y="134"/>
                      <a:pt x="735" y="134"/>
                    </a:cubicBezTo>
                    <a:cubicBezTo>
                      <a:pt x="735" y="134"/>
                      <a:pt x="535" y="1"/>
                      <a:pt x="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3648" name="Google Shape;3648;p29"/>
            <p:cNvSpPr/>
            <p:nvPr/>
          </p:nvSpPr>
          <p:spPr>
            <a:xfrm rot="10800000">
              <a:off x="8218818" y="2040880"/>
              <a:ext cx="725207" cy="731880"/>
            </a:xfrm>
            <a:custGeom>
              <a:avLst/>
              <a:gdLst/>
              <a:ahLst/>
              <a:cxnLst/>
              <a:rect l="l" t="t" r="r" b="b"/>
              <a:pathLst>
                <a:path w="29992" h="30268" extrusionOk="0">
                  <a:moveTo>
                    <a:pt x="29808" y="0"/>
                  </a:moveTo>
                  <a:cubicBezTo>
                    <a:pt x="29732" y="0"/>
                    <a:pt x="29628" y="48"/>
                    <a:pt x="29504" y="161"/>
                  </a:cubicBezTo>
                  <a:cubicBezTo>
                    <a:pt x="29504" y="161"/>
                    <a:pt x="29504" y="194"/>
                    <a:pt x="29404" y="261"/>
                  </a:cubicBezTo>
                  <a:cubicBezTo>
                    <a:pt x="29370" y="361"/>
                    <a:pt x="29237" y="495"/>
                    <a:pt x="29170" y="695"/>
                  </a:cubicBezTo>
                  <a:cubicBezTo>
                    <a:pt x="29070" y="861"/>
                    <a:pt x="28937" y="1095"/>
                    <a:pt x="28837" y="1395"/>
                  </a:cubicBezTo>
                  <a:cubicBezTo>
                    <a:pt x="28703" y="1729"/>
                    <a:pt x="28570" y="2062"/>
                    <a:pt x="28503" y="2429"/>
                  </a:cubicBezTo>
                  <a:cubicBezTo>
                    <a:pt x="28269" y="3230"/>
                    <a:pt x="28236" y="4197"/>
                    <a:pt x="28236" y="5231"/>
                  </a:cubicBezTo>
                  <a:cubicBezTo>
                    <a:pt x="28236" y="6332"/>
                    <a:pt x="28336" y="7433"/>
                    <a:pt x="28236" y="8667"/>
                  </a:cubicBezTo>
                  <a:cubicBezTo>
                    <a:pt x="28136" y="11069"/>
                    <a:pt x="26401" y="13437"/>
                    <a:pt x="24066" y="14738"/>
                  </a:cubicBezTo>
                  <a:cubicBezTo>
                    <a:pt x="22899" y="15405"/>
                    <a:pt x="21665" y="16006"/>
                    <a:pt x="20531" y="16773"/>
                  </a:cubicBezTo>
                  <a:cubicBezTo>
                    <a:pt x="19396" y="17540"/>
                    <a:pt x="18496" y="18574"/>
                    <a:pt x="17862" y="19675"/>
                  </a:cubicBezTo>
                  <a:cubicBezTo>
                    <a:pt x="17762" y="19775"/>
                    <a:pt x="17695" y="19942"/>
                    <a:pt x="17595" y="20075"/>
                  </a:cubicBezTo>
                  <a:cubicBezTo>
                    <a:pt x="17562" y="20242"/>
                    <a:pt x="17495" y="20375"/>
                    <a:pt x="17428" y="20542"/>
                  </a:cubicBezTo>
                  <a:cubicBezTo>
                    <a:pt x="17328" y="20842"/>
                    <a:pt x="17228" y="21109"/>
                    <a:pt x="17162" y="21443"/>
                  </a:cubicBezTo>
                  <a:cubicBezTo>
                    <a:pt x="16995" y="22110"/>
                    <a:pt x="16861" y="22777"/>
                    <a:pt x="16828" y="23444"/>
                  </a:cubicBezTo>
                  <a:cubicBezTo>
                    <a:pt x="16761" y="24111"/>
                    <a:pt x="16761" y="24845"/>
                    <a:pt x="16728" y="25446"/>
                  </a:cubicBezTo>
                  <a:cubicBezTo>
                    <a:pt x="16695" y="26080"/>
                    <a:pt x="16494" y="26613"/>
                    <a:pt x="15994" y="26947"/>
                  </a:cubicBezTo>
                  <a:cubicBezTo>
                    <a:pt x="15494" y="27280"/>
                    <a:pt x="14827" y="27514"/>
                    <a:pt x="14193" y="27614"/>
                  </a:cubicBezTo>
                  <a:cubicBezTo>
                    <a:pt x="13559" y="27781"/>
                    <a:pt x="12892" y="27881"/>
                    <a:pt x="12225" y="27948"/>
                  </a:cubicBezTo>
                  <a:cubicBezTo>
                    <a:pt x="11723" y="28038"/>
                    <a:pt x="11226" y="28073"/>
                    <a:pt x="10734" y="28073"/>
                  </a:cubicBezTo>
                  <a:cubicBezTo>
                    <a:pt x="9950" y="28073"/>
                    <a:pt x="9180" y="27983"/>
                    <a:pt x="8422" y="27881"/>
                  </a:cubicBezTo>
                  <a:cubicBezTo>
                    <a:pt x="7311" y="27726"/>
                    <a:pt x="6228" y="27544"/>
                    <a:pt x="5227" y="27544"/>
                  </a:cubicBezTo>
                  <a:cubicBezTo>
                    <a:pt x="5146" y="27544"/>
                    <a:pt x="5066" y="27545"/>
                    <a:pt x="4986" y="27547"/>
                  </a:cubicBezTo>
                  <a:cubicBezTo>
                    <a:pt x="3885" y="27581"/>
                    <a:pt x="2918" y="27881"/>
                    <a:pt x="2218" y="28248"/>
                  </a:cubicBezTo>
                  <a:cubicBezTo>
                    <a:pt x="2017" y="28348"/>
                    <a:pt x="1884" y="28448"/>
                    <a:pt x="1717" y="28548"/>
                  </a:cubicBezTo>
                  <a:cubicBezTo>
                    <a:pt x="1550" y="28615"/>
                    <a:pt x="1417" y="28715"/>
                    <a:pt x="1317" y="28848"/>
                  </a:cubicBezTo>
                  <a:cubicBezTo>
                    <a:pt x="1050" y="29015"/>
                    <a:pt x="850" y="29215"/>
                    <a:pt x="683" y="29349"/>
                  </a:cubicBezTo>
                  <a:cubicBezTo>
                    <a:pt x="383" y="29682"/>
                    <a:pt x="216" y="29849"/>
                    <a:pt x="216" y="29849"/>
                  </a:cubicBezTo>
                  <a:cubicBezTo>
                    <a:pt x="1" y="30086"/>
                    <a:pt x="36" y="30267"/>
                    <a:pt x="186" y="30267"/>
                  </a:cubicBezTo>
                  <a:cubicBezTo>
                    <a:pt x="269" y="30267"/>
                    <a:pt x="386" y="30212"/>
                    <a:pt x="516" y="30082"/>
                  </a:cubicBezTo>
                  <a:lnTo>
                    <a:pt x="983" y="29615"/>
                  </a:lnTo>
                  <a:cubicBezTo>
                    <a:pt x="1150" y="29515"/>
                    <a:pt x="1317" y="29349"/>
                    <a:pt x="1550" y="29182"/>
                  </a:cubicBezTo>
                  <a:cubicBezTo>
                    <a:pt x="1650" y="29082"/>
                    <a:pt x="1817" y="29015"/>
                    <a:pt x="1917" y="28915"/>
                  </a:cubicBezTo>
                  <a:cubicBezTo>
                    <a:pt x="2084" y="28848"/>
                    <a:pt x="2218" y="28715"/>
                    <a:pt x="2384" y="28615"/>
                  </a:cubicBezTo>
                  <a:cubicBezTo>
                    <a:pt x="3051" y="28281"/>
                    <a:pt x="3919" y="28048"/>
                    <a:pt x="4919" y="28048"/>
                  </a:cubicBezTo>
                  <a:cubicBezTo>
                    <a:pt x="4989" y="28045"/>
                    <a:pt x="5059" y="28044"/>
                    <a:pt x="5129" y="28044"/>
                  </a:cubicBezTo>
                  <a:cubicBezTo>
                    <a:pt x="6131" y="28044"/>
                    <a:pt x="7168" y="28259"/>
                    <a:pt x="8322" y="28415"/>
                  </a:cubicBezTo>
                  <a:cubicBezTo>
                    <a:pt x="9142" y="28551"/>
                    <a:pt x="10025" y="28657"/>
                    <a:pt x="10938" y="28657"/>
                  </a:cubicBezTo>
                  <a:cubicBezTo>
                    <a:pt x="11361" y="28657"/>
                    <a:pt x="11791" y="28634"/>
                    <a:pt x="12225" y="28581"/>
                  </a:cubicBezTo>
                  <a:cubicBezTo>
                    <a:pt x="12892" y="28548"/>
                    <a:pt x="13592" y="28415"/>
                    <a:pt x="14259" y="28281"/>
                  </a:cubicBezTo>
                  <a:cubicBezTo>
                    <a:pt x="14993" y="28181"/>
                    <a:pt x="15660" y="27948"/>
                    <a:pt x="16328" y="27547"/>
                  </a:cubicBezTo>
                  <a:cubicBezTo>
                    <a:pt x="16661" y="27280"/>
                    <a:pt x="16928" y="27014"/>
                    <a:pt x="17095" y="26613"/>
                  </a:cubicBezTo>
                  <a:cubicBezTo>
                    <a:pt x="17262" y="26280"/>
                    <a:pt x="17328" y="25879"/>
                    <a:pt x="17362" y="25546"/>
                  </a:cubicBezTo>
                  <a:cubicBezTo>
                    <a:pt x="17395" y="24845"/>
                    <a:pt x="17395" y="24178"/>
                    <a:pt x="17428" y="23544"/>
                  </a:cubicBezTo>
                  <a:cubicBezTo>
                    <a:pt x="17495" y="22911"/>
                    <a:pt x="17595" y="22277"/>
                    <a:pt x="17762" y="21710"/>
                  </a:cubicBezTo>
                  <a:cubicBezTo>
                    <a:pt x="17862" y="21410"/>
                    <a:pt x="17995" y="21109"/>
                    <a:pt x="18062" y="20842"/>
                  </a:cubicBezTo>
                  <a:cubicBezTo>
                    <a:pt x="18096" y="20676"/>
                    <a:pt x="18196" y="20542"/>
                    <a:pt x="18229" y="20409"/>
                  </a:cubicBezTo>
                  <a:cubicBezTo>
                    <a:pt x="18329" y="20275"/>
                    <a:pt x="18362" y="20175"/>
                    <a:pt x="18429" y="20042"/>
                  </a:cubicBezTo>
                  <a:cubicBezTo>
                    <a:pt x="19030" y="19041"/>
                    <a:pt x="19830" y="18074"/>
                    <a:pt x="20898" y="17373"/>
                  </a:cubicBezTo>
                  <a:cubicBezTo>
                    <a:pt x="21932" y="16606"/>
                    <a:pt x="23166" y="16039"/>
                    <a:pt x="24367" y="15339"/>
                  </a:cubicBezTo>
                  <a:cubicBezTo>
                    <a:pt x="25568" y="14605"/>
                    <a:pt x="26702" y="13671"/>
                    <a:pt x="27436" y="12503"/>
                  </a:cubicBezTo>
                  <a:cubicBezTo>
                    <a:pt x="27669" y="12203"/>
                    <a:pt x="27869" y="11936"/>
                    <a:pt x="28003" y="11603"/>
                  </a:cubicBezTo>
                  <a:cubicBezTo>
                    <a:pt x="28036" y="11436"/>
                    <a:pt x="28103" y="11336"/>
                    <a:pt x="28203" y="11169"/>
                  </a:cubicBezTo>
                  <a:cubicBezTo>
                    <a:pt x="28269" y="11002"/>
                    <a:pt x="28336" y="10835"/>
                    <a:pt x="28370" y="10669"/>
                  </a:cubicBezTo>
                  <a:cubicBezTo>
                    <a:pt x="28636" y="10035"/>
                    <a:pt x="28703" y="9368"/>
                    <a:pt x="28736" y="8734"/>
                  </a:cubicBezTo>
                  <a:cubicBezTo>
                    <a:pt x="28837" y="7500"/>
                    <a:pt x="28703" y="6332"/>
                    <a:pt x="28703" y="5265"/>
                  </a:cubicBezTo>
                  <a:cubicBezTo>
                    <a:pt x="28670" y="4231"/>
                    <a:pt x="28703" y="3363"/>
                    <a:pt x="28870" y="2596"/>
                  </a:cubicBezTo>
                  <a:cubicBezTo>
                    <a:pt x="28970" y="2229"/>
                    <a:pt x="29070" y="1929"/>
                    <a:pt x="29170" y="1662"/>
                  </a:cubicBezTo>
                  <a:cubicBezTo>
                    <a:pt x="29304" y="1395"/>
                    <a:pt x="29404" y="1195"/>
                    <a:pt x="29504" y="995"/>
                  </a:cubicBezTo>
                  <a:cubicBezTo>
                    <a:pt x="29570" y="761"/>
                    <a:pt x="29704" y="661"/>
                    <a:pt x="29737" y="561"/>
                  </a:cubicBezTo>
                  <a:cubicBezTo>
                    <a:pt x="29804" y="495"/>
                    <a:pt x="29837" y="428"/>
                    <a:pt x="29837" y="428"/>
                  </a:cubicBezTo>
                  <a:cubicBezTo>
                    <a:pt x="29992" y="185"/>
                    <a:pt x="29956" y="0"/>
                    <a:pt x="298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49" name="Google Shape;3649;p29"/>
            <p:cNvSpPr/>
            <p:nvPr/>
          </p:nvSpPr>
          <p:spPr>
            <a:xfrm rot="10800000">
              <a:off x="8357248" y="2735862"/>
              <a:ext cx="287162" cy="191070"/>
            </a:xfrm>
            <a:custGeom>
              <a:avLst/>
              <a:gdLst/>
              <a:ahLst/>
              <a:cxnLst/>
              <a:rect l="l" t="t" r="r" b="b"/>
              <a:pathLst>
                <a:path w="11876" h="7902" extrusionOk="0">
                  <a:moveTo>
                    <a:pt x="200" y="1"/>
                  </a:moveTo>
                  <a:cubicBezTo>
                    <a:pt x="112" y="1"/>
                    <a:pt x="34" y="44"/>
                    <a:pt x="34" y="132"/>
                  </a:cubicBezTo>
                  <a:lnTo>
                    <a:pt x="34" y="433"/>
                  </a:lnTo>
                  <a:cubicBezTo>
                    <a:pt x="0" y="633"/>
                    <a:pt x="0" y="900"/>
                    <a:pt x="0" y="1233"/>
                  </a:cubicBezTo>
                  <a:cubicBezTo>
                    <a:pt x="0" y="1900"/>
                    <a:pt x="134" y="2801"/>
                    <a:pt x="501" y="3802"/>
                  </a:cubicBezTo>
                  <a:cubicBezTo>
                    <a:pt x="934" y="4802"/>
                    <a:pt x="1635" y="5803"/>
                    <a:pt x="2602" y="6570"/>
                  </a:cubicBezTo>
                  <a:cubicBezTo>
                    <a:pt x="3069" y="6937"/>
                    <a:pt x="3603" y="7204"/>
                    <a:pt x="4137" y="7438"/>
                  </a:cubicBezTo>
                  <a:cubicBezTo>
                    <a:pt x="4670" y="7638"/>
                    <a:pt x="5238" y="7805"/>
                    <a:pt x="5771" y="7871"/>
                  </a:cubicBezTo>
                  <a:cubicBezTo>
                    <a:pt x="5995" y="7886"/>
                    <a:pt x="6232" y="7901"/>
                    <a:pt x="6480" y="7901"/>
                  </a:cubicBezTo>
                  <a:cubicBezTo>
                    <a:pt x="6785" y="7901"/>
                    <a:pt x="7107" y="7878"/>
                    <a:pt x="7439" y="7805"/>
                  </a:cubicBezTo>
                  <a:cubicBezTo>
                    <a:pt x="7706" y="7771"/>
                    <a:pt x="8006" y="7671"/>
                    <a:pt x="8306" y="7604"/>
                  </a:cubicBezTo>
                  <a:cubicBezTo>
                    <a:pt x="8607" y="7471"/>
                    <a:pt x="8907" y="7404"/>
                    <a:pt x="9140" y="7237"/>
                  </a:cubicBezTo>
                  <a:cubicBezTo>
                    <a:pt x="9374" y="7104"/>
                    <a:pt x="9641" y="6904"/>
                    <a:pt x="9908" y="6737"/>
                  </a:cubicBezTo>
                  <a:cubicBezTo>
                    <a:pt x="10108" y="6537"/>
                    <a:pt x="10341" y="6370"/>
                    <a:pt x="10508" y="6103"/>
                  </a:cubicBezTo>
                  <a:cubicBezTo>
                    <a:pt x="10875" y="5636"/>
                    <a:pt x="11175" y="5136"/>
                    <a:pt x="11375" y="4636"/>
                  </a:cubicBezTo>
                  <a:cubicBezTo>
                    <a:pt x="11809" y="3635"/>
                    <a:pt x="11876" y="2734"/>
                    <a:pt x="11876" y="2067"/>
                  </a:cubicBezTo>
                  <a:cubicBezTo>
                    <a:pt x="11876" y="1734"/>
                    <a:pt x="11842" y="1433"/>
                    <a:pt x="11842" y="1267"/>
                  </a:cubicBezTo>
                  <a:lnTo>
                    <a:pt x="11842" y="966"/>
                  </a:lnTo>
                  <a:cubicBezTo>
                    <a:pt x="11842" y="878"/>
                    <a:pt x="11777" y="835"/>
                    <a:pt x="11701" y="835"/>
                  </a:cubicBezTo>
                  <a:cubicBezTo>
                    <a:pt x="11606" y="835"/>
                    <a:pt x="11494" y="903"/>
                    <a:pt x="11475" y="1033"/>
                  </a:cubicBezTo>
                  <a:lnTo>
                    <a:pt x="11475" y="1267"/>
                  </a:lnTo>
                  <a:cubicBezTo>
                    <a:pt x="11475" y="1433"/>
                    <a:pt x="11509" y="1700"/>
                    <a:pt x="11475" y="2034"/>
                  </a:cubicBezTo>
                  <a:cubicBezTo>
                    <a:pt x="11475" y="2634"/>
                    <a:pt x="11309" y="3568"/>
                    <a:pt x="10942" y="4435"/>
                  </a:cubicBezTo>
                  <a:cubicBezTo>
                    <a:pt x="10708" y="4869"/>
                    <a:pt x="10475" y="5303"/>
                    <a:pt x="10108" y="5703"/>
                  </a:cubicBezTo>
                  <a:cubicBezTo>
                    <a:pt x="9941" y="5903"/>
                    <a:pt x="9707" y="6070"/>
                    <a:pt x="9507" y="6237"/>
                  </a:cubicBezTo>
                  <a:cubicBezTo>
                    <a:pt x="9307" y="6370"/>
                    <a:pt x="9107" y="6537"/>
                    <a:pt x="8840" y="6637"/>
                  </a:cubicBezTo>
                  <a:cubicBezTo>
                    <a:pt x="8607" y="6770"/>
                    <a:pt x="8340" y="6871"/>
                    <a:pt x="8106" y="6937"/>
                  </a:cubicBezTo>
                  <a:cubicBezTo>
                    <a:pt x="7839" y="6971"/>
                    <a:pt x="7606" y="7071"/>
                    <a:pt x="7339" y="7104"/>
                  </a:cubicBezTo>
                  <a:cubicBezTo>
                    <a:pt x="7130" y="7143"/>
                    <a:pt x="6925" y="7157"/>
                    <a:pt x="6726" y="7157"/>
                  </a:cubicBezTo>
                  <a:cubicBezTo>
                    <a:pt x="6418" y="7157"/>
                    <a:pt x="6122" y="7124"/>
                    <a:pt x="5838" y="7104"/>
                  </a:cubicBezTo>
                  <a:cubicBezTo>
                    <a:pt x="5338" y="7071"/>
                    <a:pt x="4871" y="6937"/>
                    <a:pt x="4370" y="6770"/>
                  </a:cubicBezTo>
                  <a:cubicBezTo>
                    <a:pt x="3870" y="6604"/>
                    <a:pt x="3370" y="6370"/>
                    <a:pt x="2969" y="6037"/>
                  </a:cubicBezTo>
                  <a:cubicBezTo>
                    <a:pt x="2102" y="5403"/>
                    <a:pt x="1435" y="4536"/>
                    <a:pt x="1001" y="3602"/>
                  </a:cubicBezTo>
                  <a:cubicBezTo>
                    <a:pt x="601" y="2701"/>
                    <a:pt x="467" y="1800"/>
                    <a:pt x="434" y="1200"/>
                  </a:cubicBezTo>
                  <a:lnTo>
                    <a:pt x="434" y="433"/>
                  </a:lnTo>
                  <a:lnTo>
                    <a:pt x="434" y="199"/>
                  </a:lnTo>
                  <a:cubicBezTo>
                    <a:pt x="434" y="69"/>
                    <a:pt x="310" y="1"/>
                    <a:pt x="2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3650" name="Google Shape;3650;p29"/>
          <p:cNvGrpSpPr/>
          <p:nvPr/>
        </p:nvGrpSpPr>
        <p:grpSpPr>
          <a:xfrm>
            <a:off x="8161245" y="-130"/>
            <a:ext cx="737220" cy="2031013"/>
            <a:chOff x="8161245" y="-129"/>
            <a:chExt cx="737220" cy="2031013"/>
          </a:xfrm>
        </p:grpSpPr>
        <p:sp>
          <p:nvSpPr>
            <p:cNvPr id="3651" name="Google Shape;3651;p29"/>
            <p:cNvSpPr/>
            <p:nvPr/>
          </p:nvSpPr>
          <p:spPr>
            <a:xfrm rot="10800000">
              <a:off x="8687716" y="1608445"/>
              <a:ext cx="27662" cy="156324"/>
            </a:xfrm>
            <a:custGeom>
              <a:avLst/>
              <a:gdLst/>
              <a:ahLst/>
              <a:cxnLst/>
              <a:rect l="l" t="t" r="r" b="b"/>
              <a:pathLst>
                <a:path w="1144" h="6465" extrusionOk="0">
                  <a:moveTo>
                    <a:pt x="578" y="0"/>
                  </a:moveTo>
                  <a:cubicBezTo>
                    <a:pt x="539" y="0"/>
                    <a:pt x="509" y="11"/>
                    <a:pt x="500" y="37"/>
                  </a:cubicBezTo>
                  <a:cubicBezTo>
                    <a:pt x="500" y="37"/>
                    <a:pt x="434" y="171"/>
                    <a:pt x="400" y="371"/>
                  </a:cubicBezTo>
                  <a:cubicBezTo>
                    <a:pt x="334" y="571"/>
                    <a:pt x="234" y="838"/>
                    <a:pt x="200" y="1171"/>
                  </a:cubicBezTo>
                  <a:cubicBezTo>
                    <a:pt x="33" y="1838"/>
                    <a:pt x="0" y="2672"/>
                    <a:pt x="33" y="3273"/>
                  </a:cubicBezTo>
                  <a:cubicBezTo>
                    <a:pt x="67" y="3940"/>
                    <a:pt x="200" y="4740"/>
                    <a:pt x="400" y="5374"/>
                  </a:cubicBezTo>
                  <a:cubicBezTo>
                    <a:pt x="500" y="5708"/>
                    <a:pt x="567" y="5941"/>
                    <a:pt x="667" y="6175"/>
                  </a:cubicBezTo>
                  <a:cubicBezTo>
                    <a:pt x="734" y="6342"/>
                    <a:pt x="767" y="6442"/>
                    <a:pt x="767" y="6442"/>
                  </a:cubicBezTo>
                  <a:cubicBezTo>
                    <a:pt x="783" y="6458"/>
                    <a:pt x="815" y="6464"/>
                    <a:pt x="852" y="6464"/>
                  </a:cubicBezTo>
                  <a:cubicBezTo>
                    <a:pt x="969" y="6464"/>
                    <a:pt x="1143" y="6400"/>
                    <a:pt x="1067" y="6375"/>
                  </a:cubicBezTo>
                  <a:cubicBezTo>
                    <a:pt x="1067" y="6375"/>
                    <a:pt x="1067" y="6242"/>
                    <a:pt x="1034" y="6041"/>
                  </a:cubicBezTo>
                  <a:cubicBezTo>
                    <a:pt x="1001" y="5841"/>
                    <a:pt x="934" y="5574"/>
                    <a:pt x="901" y="5241"/>
                  </a:cubicBezTo>
                  <a:cubicBezTo>
                    <a:pt x="834" y="4607"/>
                    <a:pt x="767" y="3840"/>
                    <a:pt x="734" y="3239"/>
                  </a:cubicBezTo>
                  <a:cubicBezTo>
                    <a:pt x="734" y="2672"/>
                    <a:pt x="701" y="1872"/>
                    <a:pt x="734" y="1238"/>
                  </a:cubicBezTo>
                  <a:cubicBezTo>
                    <a:pt x="734" y="904"/>
                    <a:pt x="767" y="671"/>
                    <a:pt x="834" y="437"/>
                  </a:cubicBezTo>
                  <a:cubicBezTo>
                    <a:pt x="867" y="237"/>
                    <a:pt x="867" y="104"/>
                    <a:pt x="867" y="104"/>
                  </a:cubicBezTo>
                  <a:cubicBezTo>
                    <a:pt x="867" y="79"/>
                    <a:pt x="687" y="0"/>
                    <a:pt x="5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52" name="Google Shape;3652;p29"/>
            <p:cNvSpPr/>
            <p:nvPr/>
          </p:nvSpPr>
          <p:spPr>
            <a:xfrm rot="10800000">
              <a:off x="8580671" y="1417036"/>
              <a:ext cx="66156" cy="105425"/>
            </a:xfrm>
            <a:custGeom>
              <a:avLst/>
              <a:gdLst/>
              <a:ahLst/>
              <a:cxnLst/>
              <a:rect l="l" t="t" r="r" b="b"/>
              <a:pathLst>
                <a:path w="2736" h="4360" extrusionOk="0">
                  <a:moveTo>
                    <a:pt x="300" y="1"/>
                  </a:moveTo>
                  <a:cubicBezTo>
                    <a:pt x="193" y="1"/>
                    <a:pt x="0" y="65"/>
                    <a:pt x="0" y="90"/>
                  </a:cubicBezTo>
                  <a:cubicBezTo>
                    <a:pt x="0" y="90"/>
                    <a:pt x="34" y="190"/>
                    <a:pt x="34" y="357"/>
                  </a:cubicBezTo>
                  <a:cubicBezTo>
                    <a:pt x="34" y="524"/>
                    <a:pt x="67" y="724"/>
                    <a:pt x="100" y="991"/>
                  </a:cubicBezTo>
                  <a:cubicBezTo>
                    <a:pt x="201" y="1524"/>
                    <a:pt x="401" y="2091"/>
                    <a:pt x="668" y="2558"/>
                  </a:cubicBezTo>
                  <a:cubicBezTo>
                    <a:pt x="901" y="3025"/>
                    <a:pt x="1335" y="3526"/>
                    <a:pt x="1735" y="3859"/>
                  </a:cubicBezTo>
                  <a:cubicBezTo>
                    <a:pt x="1868" y="3926"/>
                    <a:pt x="1935" y="4026"/>
                    <a:pt x="2035" y="4059"/>
                  </a:cubicBezTo>
                  <a:cubicBezTo>
                    <a:pt x="2102" y="4160"/>
                    <a:pt x="2202" y="4193"/>
                    <a:pt x="2269" y="4226"/>
                  </a:cubicBezTo>
                  <a:cubicBezTo>
                    <a:pt x="2402" y="4326"/>
                    <a:pt x="2502" y="4360"/>
                    <a:pt x="2502" y="4360"/>
                  </a:cubicBezTo>
                  <a:cubicBezTo>
                    <a:pt x="2536" y="4360"/>
                    <a:pt x="2702" y="4059"/>
                    <a:pt x="2736" y="4059"/>
                  </a:cubicBezTo>
                  <a:cubicBezTo>
                    <a:pt x="2736" y="4059"/>
                    <a:pt x="2702" y="3959"/>
                    <a:pt x="2569" y="3893"/>
                  </a:cubicBezTo>
                  <a:cubicBezTo>
                    <a:pt x="2502" y="3859"/>
                    <a:pt x="2435" y="3826"/>
                    <a:pt x="2369" y="3726"/>
                  </a:cubicBezTo>
                  <a:cubicBezTo>
                    <a:pt x="2335" y="3626"/>
                    <a:pt x="2235" y="3559"/>
                    <a:pt x="2169" y="3492"/>
                  </a:cubicBezTo>
                  <a:cubicBezTo>
                    <a:pt x="1835" y="3125"/>
                    <a:pt x="1568" y="2592"/>
                    <a:pt x="1335" y="2225"/>
                  </a:cubicBezTo>
                  <a:cubicBezTo>
                    <a:pt x="1101" y="1825"/>
                    <a:pt x="834" y="1324"/>
                    <a:pt x="668" y="857"/>
                  </a:cubicBezTo>
                  <a:cubicBezTo>
                    <a:pt x="567" y="590"/>
                    <a:pt x="501" y="390"/>
                    <a:pt x="434" y="257"/>
                  </a:cubicBezTo>
                  <a:cubicBezTo>
                    <a:pt x="401" y="90"/>
                    <a:pt x="367" y="23"/>
                    <a:pt x="367" y="23"/>
                  </a:cubicBezTo>
                  <a:cubicBezTo>
                    <a:pt x="359" y="7"/>
                    <a:pt x="334" y="1"/>
                    <a:pt x="3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53" name="Google Shape;3653;p29"/>
            <p:cNvSpPr/>
            <p:nvPr/>
          </p:nvSpPr>
          <p:spPr>
            <a:xfrm rot="10800000">
              <a:off x="8359666" y="1263711"/>
              <a:ext cx="165294" cy="100178"/>
            </a:xfrm>
            <a:custGeom>
              <a:avLst/>
              <a:gdLst/>
              <a:ahLst/>
              <a:cxnLst/>
              <a:rect l="l" t="t" r="r" b="b"/>
              <a:pathLst>
                <a:path w="6836" h="4143" extrusionOk="0">
                  <a:moveTo>
                    <a:pt x="188" y="1"/>
                  </a:moveTo>
                  <a:cubicBezTo>
                    <a:pt x="119" y="1"/>
                    <a:pt x="0" y="305"/>
                    <a:pt x="64" y="337"/>
                  </a:cubicBezTo>
                  <a:cubicBezTo>
                    <a:pt x="64" y="337"/>
                    <a:pt x="631" y="570"/>
                    <a:pt x="1298" y="904"/>
                  </a:cubicBezTo>
                  <a:cubicBezTo>
                    <a:pt x="1465" y="1004"/>
                    <a:pt x="1665" y="1104"/>
                    <a:pt x="1832" y="1171"/>
                  </a:cubicBezTo>
                  <a:cubicBezTo>
                    <a:pt x="1999" y="1304"/>
                    <a:pt x="2199" y="1371"/>
                    <a:pt x="2366" y="1504"/>
                  </a:cubicBezTo>
                  <a:cubicBezTo>
                    <a:pt x="2699" y="1704"/>
                    <a:pt x="3066" y="1938"/>
                    <a:pt x="3400" y="2071"/>
                  </a:cubicBezTo>
                  <a:cubicBezTo>
                    <a:pt x="3733" y="2238"/>
                    <a:pt x="4067" y="2505"/>
                    <a:pt x="4467" y="2705"/>
                  </a:cubicBezTo>
                  <a:cubicBezTo>
                    <a:pt x="4634" y="2839"/>
                    <a:pt x="4834" y="2905"/>
                    <a:pt x="5001" y="3039"/>
                  </a:cubicBezTo>
                  <a:cubicBezTo>
                    <a:pt x="5168" y="3139"/>
                    <a:pt x="5334" y="3239"/>
                    <a:pt x="5501" y="3372"/>
                  </a:cubicBezTo>
                  <a:cubicBezTo>
                    <a:pt x="6135" y="3806"/>
                    <a:pt x="6569" y="4140"/>
                    <a:pt x="6569" y="4140"/>
                  </a:cubicBezTo>
                  <a:cubicBezTo>
                    <a:pt x="6573" y="4142"/>
                    <a:pt x="6578" y="4143"/>
                    <a:pt x="6584" y="4143"/>
                  </a:cubicBezTo>
                  <a:cubicBezTo>
                    <a:pt x="6661" y="4143"/>
                    <a:pt x="6836" y="3935"/>
                    <a:pt x="6836" y="3873"/>
                  </a:cubicBezTo>
                  <a:cubicBezTo>
                    <a:pt x="6836" y="3873"/>
                    <a:pt x="6402" y="3472"/>
                    <a:pt x="5835" y="2972"/>
                  </a:cubicBezTo>
                  <a:cubicBezTo>
                    <a:pt x="5701" y="2839"/>
                    <a:pt x="5535" y="2672"/>
                    <a:pt x="5368" y="2538"/>
                  </a:cubicBezTo>
                  <a:cubicBezTo>
                    <a:pt x="5168" y="2405"/>
                    <a:pt x="5001" y="2305"/>
                    <a:pt x="4834" y="2171"/>
                  </a:cubicBezTo>
                  <a:cubicBezTo>
                    <a:pt x="4467" y="1938"/>
                    <a:pt x="4134" y="1671"/>
                    <a:pt x="3800" y="1471"/>
                  </a:cubicBezTo>
                  <a:cubicBezTo>
                    <a:pt x="3466" y="1304"/>
                    <a:pt x="3033" y="1137"/>
                    <a:pt x="2666" y="904"/>
                  </a:cubicBezTo>
                  <a:cubicBezTo>
                    <a:pt x="2466" y="804"/>
                    <a:pt x="2299" y="704"/>
                    <a:pt x="2065" y="637"/>
                  </a:cubicBezTo>
                  <a:cubicBezTo>
                    <a:pt x="1865" y="537"/>
                    <a:pt x="1665" y="504"/>
                    <a:pt x="1498" y="404"/>
                  </a:cubicBezTo>
                  <a:cubicBezTo>
                    <a:pt x="731" y="170"/>
                    <a:pt x="197" y="3"/>
                    <a:pt x="197" y="3"/>
                  </a:cubicBezTo>
                  <a:cubicBezTo>
                    <a:pt x="194" y="2"/>
                    <a:pt x="191" y="1"/>
                    <a:pt x="1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54" name="Google Shape;3654;p29"/>
            <p:cNvSpPr/>
            <p:nvPr/>
          </p:nvSpPr>
          <p:spPr>
            <a:xfrm rot="10800000">
              <a:off x="8196741" y="1050999"/>
              <a:ext cx="87096" cy="131394"/>
            </a:xfrm>
            <a:custGeom>
              <a:avLst/>
              <a:gdLst/>
              <a:ahLst/>
              <a:cxnLst/>
              <a:rect l="l" t="t" r="r" b="b"/>
              <a:pathLst>
                <a:path w="3602" h="5434" extrusionOk="0">
                  <a:moveTo>
                    <a:pt x="226" y="0"/>
                  </a:moveTo>
                  <a:cubicBezTo>
                    <a:pt x="179" y="0"/>
                    <a:pt x="1" y="271"/>
                    <a:pt x="32" y="303"/>
                  </a:cubicBezTo>
                  <a:cubicBezTo>
                    <a:pt x="32" y="303"/>
                    <a:pt x="166" y="370"/>
                    <a:pt x="266" y="503"/>
                  </a:cubicBezTo>
                  <a:cubicBezTo>
                    <a:pt x="433" y="636"/>
                    <a:pt x="666" y="803"/>
                    <a:pt x="866" y="1037"/>
                  </a:cubicBezTo>
                  <a:cubicBezTo>
                    <a:pt x="1267" y="1504"/>
                    <a:pt x="1734" y="2104"/>
                    <a:pt x="2067" y="2604"/>
                  </a:cubicBezTo>
                  <a:cubicBezTo>
                    <a:pt x="2367" y="3105"/>
                    <a:pt x="2768" y="3772"/>
                    <a:pt x="2935" y="4339"/>
                  </a:cubicBezTo>
                  <a:cubicBezTo>
                    <a:pt x="3035" y="4639"/>
                    <a:pt x="3101" y="4873"/>
                    <a:pt x="3168" y="5106"/>
                  </a:cubicBezTo>
                  <a:cubicBezTo>
                    <a:pt x="3201" y="5273"/>
                    <a:pt x="3235" y="5373"/>
                    <a:pt x="3235" y="5373"/>
                  </a:cubicBezTo>
                  <a:cubicBezTo>
                    <a:pt x="3249" y="5415"/>
                    <a:pt x="3309" y="5434"/>
                    <a:pt x="3378" y="5434"/>
                  </a:cubicBezTo>
                  <a:cubicBezTo>
                    <a:pt x="3473" y="5434"/>
                    <a:pt x="3582" y="5398"/>
                    <a:pt x="3602" y="5340"/>
                  </a:cubicBezTo>
                  <a:cubicBezTo>
                    <a:pt x="3602" y="5340"/>
                    <a:pt x="3568" y="5206"/>
                    <a:pt x="3568" y="5006"/>
                  </a:cubicBezTo>
                  <a:cubicBezTo>
                    <a:pt x="3568" y="4806"/>
                    <a:pt x="3535" y="4506"/>
                    <a:pt x="3435" y="4172"/>
                  </a:cubicBezTo>
                  <a:cubicBezTo>
                    <a:pt x="3368" y="3505"/>
                    <a:pt x="3001" y="2705"/>
                    <a:pt x="2668" y="2171"/>
                  </a:cubicBezTo>
                  <a:cubicBezTo>
                    <a:pt x="2267" y="1637"/>
                    <a:pt x="1734" y="1003"/>
                    <a:pt x="1200" y="636"/>
                  </a:cubicBezTo>
                  <a:cubicBezTo>
                    <a:pt x="933" y="436"/>
                    <a:pt x="700" y="303"/>
                    <a:pt x="533" y="169"/>
                  </a:cubicBezTo>
                  <a:cubicBezTo>
                    <a:pt x="333" y="103"/>
                    <a:pt x="233" y="3"/>
                    <a:pt x="233" y="3"/>
                  </a:cubicBezTo>
                  <a:cubicBezTo>
                    <a:pt x="231" y="1"/>
                    <a:pt x="229"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55" name="Google Shape;3655;p29"/>
            <p:cNvSpPr/>
            <p:nvPr/>
          </p:nvSpPr>
          <p:spPr>
            <a:xfrm rot="10800000">
              <a:off x="8161245" y="670938"/>
              <a:ext cx="68574" cy="104699"/>
            </a:xfrm>
            <a:custGeom>
              <a:avLst/>
              <a:gdLst/>
              <a:ahLst/>
              <a:cxnLst/>
              <a:rect l="l" t="t" r="r" b="b"/>
              <a:pathLst>
                <a:path w="2836" h="4330" extrusionOk="0">
                  <a:moveTo>
                    <a:pt x="2619" y="1"/>
                  </a:moveTo>
                  <a:cubicBezTo>
                    <a:pt x="2527" y="1"/>
                    <a:pt x="2435" y="9"/>
                    <a:pt x="2435" y="26"/>
                  </a:cubicBezTo>
                  <a:cubicBezTo>
                    <a:pt x="2435" y="26"/>
                    <a:pt x="2435" y="126"/>
                    <a:pt x="2368" y="293"/>
                  </a:cubicBezTo>
                  <a:cubicBezTo>
                    <a:pt x="2335" y="393"/>
                    <a:pt x="2335" y="626"/>
                    <a:pt x="2268" y="860"/>
                  </a:cubicBezTo>
                  <a:cubicBezTo>
                    <a:pt x="2135" y="1360"/>
                    <a:pt x="1868" y="1894"/>
                    <a:pt x="1668" y="2294"/>
                  </a:cubicBezTo>
                  <a:cubicBezTo>
                    <a:pt x="1434" y="2661"/>
                    <a:pt x="1101" y="3162"/>
                    <a:pt x="701" y="3462"/>
                  </a:cubicBezTo>
                  <a:cubicBezTo>
                    <a:pt x="534" y="3629"/>
                    <a:pt x="367" y="3729"/>
                    <a:pt x="267" y="3829"/>
                  </a:cubicBezTo>
                  <a:cubicBezTo>
                    <a:pt x="133" y="3929"/>
                    <a:pt x="33" y="3996"/>
                    <a:pt x="33" y="3996"/>
                  </a:cubicBezTo>
                  <a:cubicBezTo>
                    <a:pt x="0" y="4029"/>
                    <a:pt x="133" y="4329"/>
                    <a:pt x="200" y="4329"/>
                  </a:cubicBezTo>
                  <a:lnTo>
                    <a:pt x="467" y="4196"/>
                  </a:lnTo>
                  <a:cubicBezTo>
                    <a:pt x="600" y="4129"/>
                    <a:pt x="834" y="4029"/>
                    <a:pt x="1034" y="3862"/>
                  </a:cubicBezTo>
                  <a:cubicBezTo>
                    <a:pt x="1534" y="3562"/>
                    <a:pt x="2001" y="3062"/>
                    <a:pt x="2302" y="2628"/>
                  </a:cubicBezTo>
                  <a:cubicBezTo>
                    <a:pt x="2602" y="2161"/>
                    <a:pt x="2802" y="1494"/>
                    <a:pt x="2802" y="960"/>
                  </a:cubicBezTo>
                  <a:cubicBezTo>
                    <a:pt x="2835" y="693"/>
                    <a:pt x="2802" y="460"/>
                    <a:pt x="2802" y="293"/>
                  </a:cubicBezTo>
                  <a:lnTo>
                    <a:pt x="2802" y="26"/>
                  </a:lnTo>
                  <a:cubicBezTo>
                    <a:pt x="2802" y="9"/>
                    <a:pt x="2710" y="1"/>
                    <a:pt x="26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56" name="Google Shape;3656;p29"/>
            <p:cNvSpPr/>
            <p:nvPr/>
          </p:nvSpPr>
          <p:spPr>
            <a:xfrm rot="10800000">
              <a:off x="8283088" y="585389"/>
              <a:ext cx="100758" cy="65504"/>
            </a:xfrm>
            <a:custGeom>
              <a:avLst/>
              <a:gdLst/>
              <a:ahLst/>
              <a:cxnLst/>
              <a:rect l="l" t="t" r="r" b="b"/>
              <a:pathLst>
                <a:path w="4167" h="2709" extrusionOk="0">
                  <a:moveTo>
                    <a:pt x="3878" y="1"/>
                  </a:moveTo>
                  <a:cubicBezTo>
                    <a:pt x="3874" y="1"/>
                    <a:pt x="3870" y="2"/>
                    <a:pt x="3868" y="4"/>
                  </a:cubicBezTo>
                  <a:cubicBezTo>
                    <a:pt x="3868" y="4"/>
                    <a:pt x="3568" y="204"/>
                    <a:pt x="3201" y="471"/>
                  </a:cubicBezTo>
                  <a:cubicBezTo>
                    <a:pt x="3134" y="538"/>
                    <a:pt x="3001" y="571"/>
                    <a:pt x="2901" y="671"/>
                  </a:cubicBezTo>
                  <a:cubicBezTo>
                    <a:pt x="2801" y="738"/>
                    <a:pt x="2701" y="805"/>
                    <a:pt x="2567" y="871"/>
                  </a:cubicBezTo>
                  <a:cubicBezTo>
                    <a:pt x="2367" y="1005"/>
                    <a:pt x="2167" y="1138"/>
                    <a:pt x="2000" y="1238"/>
                  </a:cubicBezTo>
                  <a:lnTo>
                    <a:pt x="1366" y="1639"/>
                  </a:lnTo>
                  <a:lnTo>
                    <a:pt x="733" y="2005"/>
                  </a:lnTo>
                  <a:cubicBezTo>
                    <a:pt x="332" y="2239"/>
                    <a:pt x="32" y="2406"/>
                    <a:pt x="32" y="2406"/>
                  </a:cubicBezTo>
                  <a:cubicBezTo>
                    <a:pt x="1" y="2469"/>
                    <a:pt x="117" y="2709"/>
                    <a:pt x="214" y="2709"/>
                  </a:cubicBezTo>
                  <a:cubicBezTo>
                    <a:pt x="221" y="2709"/>
                    <a:pt x="226" y="2708"/>
                    <a:pt x="232" y="2706"/>
                  </a:cubicBezTo>
                  <a:cubicBezTo>
                    <a:pt x="232" y="2706"/>
                    <a:pt x="566" y="2639"/>
                    <a:pt x="1033" y="2472"/>
                  </a:cubicBezTo>
                  <a:cubicBezTo>
                    <a:pt x="1300" y="2372"/>
                    <a:pt x="1500" y="2306"/>
                    <a:pt x="1733" y="2172"/>
                  </a:cubicBezTo>
                  <a:cubicBezTo>
                    <a:pt x="2000" y="2072"/>
                    <a:pt x="2200" y="1972"/>
                    <a:pt x="2401" y="1839"/>
                  </a:cubicBezTo>
                  <a:cubicBezTo>
                    <a:pt x="2634" y="1705"/>
                    <a:pt x="2834" y="1538"/>
                    <a:pt x="3034" y="1372"/>
                  </a:cubicBezTo>
                  <a:cubicBezTo>
                    <a:pt x="3134" y="1305"/>
                    <a:pt x="3234" y="1205"/>
                    <a:pt x="3335" y="1138"/>
                  </a:cubicBezTo>
                  <a:lnTo>
                    <a:pt x="3568" y="871"/>
                  </a:lnTo>
                  <a:cubicBezTo>
                    <a:pt x="3868" y="504"/>
                    <a:pt x="4135" y="238"/>
                    <a:pt x="4135" y="238"/>
                  </a:cubicBezTo>
                  <a:cubicBezTo>
                    <a:pt x="4166" y="206"/>
                    <a:pt x="3936" y="1"/>
                    <a:pt x="3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57" name="Google Shape;3657;p29"/>
            <p:cNvSpPr/>
            <p:nvPr/>
          </p:nvSpPr>
          <p:spPr>
            <a:xfrm rot="10800000">
              <a:off x="8456459" y="504725"/>
              <a:ext cx="109705" cy="47683"/>
            </a:xfrm>
            <a:custGeom>
              <a:avLst/>
              <a:gdLst/>
              <a:ahLst/>
              <a:cxnLst/>
              <a:rect l="l" t="t" r="r" b="b"/>
              <a:pathLst>
                <a:path w="4537" h="1972" extrusionOk="0">
                  <a:moveTo>
                    <a:pt x="3603" y="1"/>
                  </a:moveTo>
                  <a:cubicBezTo>
                    <a:pt x="3102" y="1"/>
                    <a:pt x="2502" y="134"/>
                    <a:pt x="2035" y="301"/>
                  </a:cubicBezTo>
                  <a:cubicBezTo>
                    <a:pt x="1568" y="501"/>
                    <a:pt x="1001" y="801"/>
                    <a:pt x="601" y="1135"/>
                  </a:cubicBezTo>
                  <a:cubicBezTo>
                    <a:pt x="400" y="1268"/>
                    <a:pt x="267" y="1435"/>
                    <a:pt x="167" y="1568"/>
                  </a:cubicBezTo>
                  <a:lnTo>
                    <a:pt x="0" y="1735"/>
                  </a:lnTo>
                  <a:cubicBezTo>
                    <a:pt x="0" y="1766"/>
                    <a:pt x="175" y="1972"/>
                    <a:pt x="198" y="1972"/>
                  </a:cubicBezTo>
                  <a:cubicBezTo>
                    <a:pt x="199" y="1972"/>
                    <a:pt x="200" y="1971"/>
                    <a:pt x="200" y="1969"/>
                  </a:cubicBezTo>
                  <a:cubicBezTo>
                    <a:pt x="200" y="1969"/>
                    <a:pt x="267" y="1935"/>
                    <a:pt x="400" y="1835"/>
                  </a:cubicBezTo>
                  <a:cubicBezTo>
                    <a:pt x="534" y="1769"/>
                    <a:pt x="701" y="1668"/>
                    <a:pt x="901" y="1568"/>
                  </a:cubicBezTo>
                  <a:cubicBezTo>
                    <a:pt x="1268" y="1302"/>
                    <a:pt x="1835" y="1135"/>
                    <a:pt x="2235" y="968"/>
                  </a:cubicBezTo>
                  <a:cubicBezTo>
                    <a:pt x="2669" y="835"/>
                    <a:pt x="3202" y="634"/>
                    <a:pt x="3669" y="568"/>
                  </a:cubicBezTo>
                  <a:cubicBezTo>
                    <a:pt x="3903" y="468"/>
                    <a:pt x="4070" y="468"/>
                    <a:pt x="4236" y="434"/>
                  </a:cubicBezTo>
                  <a:cubicBezTo>
                    <a:pt x="4403" y="401"/>
                    <a:pt x="4503" y="401"/>
                    <a:pt x="4503" y="401"/>
                  </a:cubicBezTo>
                  <a:cubicBezTo>
                    <a:pt x="4537" y="401"/>
                    <a:pt x="4537" y="1"/>
                    <a:pt x="45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58" name="Google Shape;3658;p29"/>
            <p:cNvSpPr/>
            <p:nvPr/>
          </p:nvSpPr>
          <p:spPr>
            <a:xfrm rot="10800000">
              <a:off x="8602433" y="385106"/>
              <a:ext cx="66979" cy="110889"/>
            </a:xfrm>
            <a:custGeom>
              <a:avLst/>
              <a:gdLst/>
              <a:ahLst/>
              <a:cxnLst/>
              <a:rect l="l" t="t" r="r" b="b"/>
              <a:pathLst>
                <a:path w="2770" h="4586" extrusionOk="0">
                  <a:moveTo>
                    <a:pt x="2509" y="0"/>
                  </a:moveTo>
                  <a:cubicBezTo>
                    <a:pt x="2506" y="0"/>
                    <a:pt x="2504" y="1"/>
                    <a:pt x="2502" y="3"/>
                  </a:cubicBezTo>
                  <a:cubicBezTo>
                    <a:pt x="2502" y="3"/>
                    <a:pt x="2435" y="103"/>
                    <a:pt x="2302" y="169"/>
                  </a:cubicBezTo>
                  <a:cubicBezTo>
                    <a:pt x="2169" y="269"/>
                    <a:pt x="2002" y="403"/>
                    <a:pt x="1802" y="603"/>
                  </a:cubicBezTo>
                  <a:cubicBezTo>
                    <a:pt x="1368" y="937"/>
                    <a:pt x="968" y="1470"/>
                    <a:pt x="701" y="1937"/>
                  </a:cubicBezTo>
                  <a:cubicBezTo>
                    <a:pt x="467" y="2371"/>
                    <a:pt x="201" y="3005"/>
                    <a:pt x="134" y="3572"/>
                  </a:cubicBezTo>
                  <a:cubicBezTo>
                    <a:pt x="100" y="3805"/>
                    <a:pt x="34" y="4072"/>
                    <a:pt x="34" y="4239"/>
                  </a:cubicBezTo>
                  <a:cubicBezTo>
                    <a:pt x="0" y="4406"/>
                    <a:pt x="0" y="4472"/>
                    <a:pt x="0" y="4472"/>
                  </a:cubicBezTo>
                  <a:cubicBezTo>
                    <a:pt x="25" y="4548"/>
                    <a:pt x="201" y="4585"/>
                    <a:pt x="301" y="4585"/>
                  </a:cubicBezTo>
                  <a:cubicBezTo>
                    <a:pt x="334" y="4585"/>
                    <a:pt x="359" y="4581"/>
                    <a:pt x="367" y="4573"/>
                  </a:cubicBezTo>
                  <a:cubicBezTo>
                    <a:pt x="367" y="4573"/>
                    <a:pt x="434" y="4472"/>
                    <a:pt x="467" y="4306"/>
                  </a:cubicBezTo>
                  <a:cubicBezTo>
                    <a:pt x="501" y="4172"/>
                    <a:pt x="601" y="3972"/>
                    <a:pt x="668" y="3739"/>
                  </a:cubicBezTo>
                  <a:cubicBezTo>
                    <a:pt x="834" y="3272"/>
                    <a:pt x="1135" y="2738"/>
                    <a:pt x="1335" y="2304"/>
                  </a:cubicBezTo>
                  <a:cubicBezTo>
                    <a:pt x="1535" y="1904"/>
                    <a:pt x="1835" y="1337"/>
                    <a:pt x="2169" y="970"/>
                  </a:cubicBezTo>
                  <a:cubicBezTo>
                    <a:pt x="2335" y="803"/>
                    <a:pt x="2469" y="636"/>
                    <a:pt x="2602" y="503"/>
                  </a:cubicBezTo>
                  <a:cubicBezTo>
                    <a:pt x="2669" y="403"/>
                    <a:pt x="2769" y="303"/>
                    <a:pt x="2769" y="303"/>
                  </a:cubicBezTo>
                  <a:cubicBezTo>
                    <a:pt x="2769" y="271"/>
                    <a:pt x="2559" y="0"/>
                    <a:pt x="25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59" name="Google Shape;3659;p29"/>
            <p:cNvSpPr/>
            <p:nvPr/>
          </p:nvSpPr>
          <p:spPr>
            <a:xfrm rot="10800000">
              <a:off x="8633891" y="228130"/>
              <a:ext cx="36318" cy="90965"/>
            </a:xfrm>
            <a:custGeom>
              <a:avLst/>
              <a:gdLst/>
              <a:ahLst/>
              <a:cxnLst/>
              <a:rect l="l" t="t" r="r" b="b"/>
              <a:pathLst>
                <a:path w="1502" h="3762" extrusionOk="0">
                  <a:moveTo>
                    <a:pt x="267" y="0"/>
                  </a:moveTo>
                  <a:cubicBezTo>
                    <a:pt x="167" y="0"/>
                    <a:pt x="67" y="9"/>
                    <a:pt x="67" y="25"/>
                  </a:cubicBezTo>
                  <a:cubicBezTo>
                    <a:pt x="67" y="25"/>
                    <a:pt x="33" y="125"/>
                    <a:pt x="33" y="259"/>
                  </a:cubicBezTo>
                  <a:cubicBezTo>
                    <a:pt x="33" y="359"/>
                    <a:pt x="0" y="526"/>
                    <a:pt x="0" y="759"/>
                  </a:cubicBezTo>
                  <a:cubicBezTo>
                    <a:pt x="0" y="1159"/>
                    <a:pt x="33" y="1660"/>
                    <a:pt x="133" y="2027"/>
                  </a:cubicBezTo>
                  <a:cubicBezTo>
                    <a:pt x="167" y="2260"/>
                    <a:pt x="234" y="2460"/>
                    <a:pt x="334" y="2660"/>
                  </a:cubicBezTo>
                  <a:cubicBezTo>
                    <a:pt x="467" y="2861"/>
                    <a:pt x="567" y="3094"/>
                    <a:pt x="701" y="3261"/>
                  </a:cubicBezTo>
                  <a:cubicBezTo>
                    <a:pt x="734" y="3328"/>
                    <a:pt x="834" y="3361"/>
                    <a:pt x="867" y="3461"/>
                  </a:cubicBezTo>
                  <a:cubicBezTo>
                    <a:pt x="901" y="3528"/>
                    <a:pt x="1001" y="3594"/>
                    <a:pt x="1034" y="3628"/>
                  </a:cubicBezTo>
                  <a:cubicBezTo>
                    <a:pt x="1168" y="3694"/>
                    <a:pt x="1201" y="3761"/>
                    <a:pt x="1201" y="3761"/>
                  </a:cubicBezTo>
                  <a:cubicBezTo>
                    <a:pt x="1234" y="3761"/>
                    <a:pt x="1468" y="3528"/>
                    <a:pt x="1501" y="3494"/>
                  </a:cubicBezTo>
                  <a:lnTo>
                    <a:pt x="1401" y="3328"/>
                  </a:lnTo>
                  <a:cubicBezTo>
                    <a:pt x="1368" y="3294"/>
                    <a:pt x="1334" y="3261"/>
                    <a:pt x="1301" y="3161"/>
                  </a:cubicBezTo>
                  <a:cubicBezTo>
                    <a:pt x="1301" y="3127"/>
                    <a:pt x="1234" y="3027"/>
                    <a:pt x="1201" y="2961"/>
                  </a:cubicBezTo>
                  <a:cubicBezTo>
                    <a:pt x="1134" y="2794"/>
                    <a:pt x="1067" y="2594"/>
                    <a:pt x="1001" y="2427"/>
                  </a:cubicBezTo>
                  <a:cubicBezTo>
                    <a:pt x="901" y="2260"/>
                    <a:pt x="867" y="2027"/>
                    <a:pt x="834" y="1860"/>
                  </a:cubicBezTo>
                  <a:cubicBezTo>
                    <a:pt x="734" y="1493"/>
                    <a:pt x="667" y="1093"/>
                    <a:pt x="567" y="692"/>
                  </a:cubicBezTo>
                  <a:cubicBezTo>
                    <a:pt x="534" y="526"/>
                    <a:pt x="500" y="359"/>
                    <a:pt x="500" y="259"/>
                  </a:cubicBezTo>
                  <a:cubicBezTo>
                    <a:pt x="467" y="125"/>
                    <a:pt x="467" y="25"/>
                    <a:pt x="467" y="25"/>
                  </a:cubicBezTo>
                  <a:cubicBezTo>
                    <a:pt x="467" y="9"/>
                    <a:pt x="367"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60" name="Google Shape;3660;p29"/>
            <p:cNvSpPr/>
            <p:nvPr/>
          </p:nvSpPr>
          <p:spPr>
            <a:xfrm rot="10800000">
              <a:off x="8468549" y="125703"/>
              <a:ext cx="126558" cy="61393"/>
            </a:xfrm>
            <a:custGeom>
              <a:avLst/>
              <a:gdLst/>
              <a:ahLst/>
              <a:cxnLst/>
              <a:rect l="l" t="t" r="r" b="b"/>
              <a:pathLst>
                <a:path w="5234" h="2539" extrusionOk="0">
                  <a:moveTo>
                    <a:pt x="283" y="1"/>
                  </a:moveTo>
                  <a:cubicBezTo>
                    <a:pt x="203" y="1"/>
                    <a:pt x="0" y="241"/>
                    <a:pt x="63" y="304"/>
                  </a:cubicBezTo>
                  <a:lnTo>
                    <a:pt x="263" y="504"/>
                  </a:lnTo>
                  <a:cubicBezTo>
                    <a:pt x="397" y="637"/>
                    <a:pt x="597" y="804"/>
                    <a:pt x="797" y="971"/>
                  </a:cubicBezTo>
                  <a:cubicBezTo>
                    <a:pt x="1230" y="1338"/>
                    <a:pt x="1831" y="1671"/>
                    <a:pt x="2331" y="1905"/>
                  </a:cubicBezTo>
                  <a:cubicBezTo>
                    <a:pt x="2832" y="2138"/>
                    <a:pt x="3565" y="2338"/>
                    <a:pt x="4099" y="2405"/>
                  </a:cubicBezTo>
                  <a:cubicBezTo>
                    <a:pt x="4399" y="2472"/>
                    <a:pt x="4633" y="2505"/>
                    <a:pt x="4800" y="2505"/>
                  </a:cubicBezTo>
                  <a:cubicBezTo>
                    <a:pt x="4966" y="2539"/>
                    <a:pt x="5100" y="2539"/>
                    <a:pt x="5100" y="2539"/>
                  </a:cubicBezTo>
                  <a:cubicBezTo>
                    <a:pt x="5200" y="2505"/>
                    <a:pt x="5233" y="2205"/>
                    <a:pt x="5133" y="2138"/>
                  </a:cubicBezTo>
                  <a:cubicBezTo>
                    <a:pt x="5133" y="2138"/>
                    <a:pt x="5067" y="2072"/>
                    <a:pt x="4900" y="2038"/>
                  </a:cubicBezTo>
                  <a:lnTo>
                    <a:pt x="4266" y="1838"/>
                  </a:lnTo>
                  <a:cubicBezTo>
                    <a:pt x="3766" y="1705"/>
                    <a:pt x="3132" y="1404"/>
                    <a:pt x="2665" y="1204"/>
                  </a:cubicBezTo>
                  <a:cubicBezTo>
                    <a:pt x="2231" y="1004"/>
                    <a:pt x="1597" y="737"/>
                    <a:pt x="1130" y="470"/>
                  </a:cubicBezTo>
                  <a:cubicBezTo>
                    <a:pt x="897" y="337"/>
                    <a:pt x="663" y="204"/>
                    <a:pt x="563" y="137"/>
                  </a:cubicBezTo>
                  <a:lnTo>
                    <a:pt x="296" y="3"/>
                  </a:lnTo>
                  <a:cubicBezTo>
                    <a:pt x="293" y="1"/>
                    <a:pt x="288" y="1"/>
                    <a:pt x="2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61" name="Google Shape;3661;p29"/>
            <p:cNvSpPr/>
            <p:nvPr/>
          </p:nvSpPr>
          <p:spPr>
            <a:xfrm rot="10800000">
              <a:off x="8352460" y="94172"/>
              <a:ext cx="83058" cy="36391"/>
            </a:xfrm>
            <a:custGeom>
              <a:avLst/>
              <a:gdLst/>
              <a:ahLst/>
              <a:cxnLst/>
              <a:rect l="l" t="t" r="r" b="b"/>
              <a:pathLst>
                <a:path w="3435" h="1505" extrusionOk="0">
                  <a:moveTo>
                    <a:pt x="668" y="0"/>
                  </a:moveTo>
                  <a:cubicBezTo>
                    <a:pt x="501" y="0"/>
                    <a:pt x="335" y="34"/>
                    <a:pt x="201" y="34"/>
                  </a:cubicBezTo>
                  <a:cubicBezTo>
                    <a:pt x="134" y="67"/>
                    <a:pt x="34" y="67"/>
                    <a:pt x="34" y="67"/>
                  </a:cubicBezTo>
                  <a:cubicBezTo>
                    <a:pt x="1" y="67"/>
                    <a:pt x="1" y="467"/>
                    <a:pt x="34" y="467"/>
                  </a:cubicBezTo>
                  <a:cubicBezTo>
                    <a:pt x="34" y="467"/>
                    <a:pt x="68" y="501"/>
                    <a:pt x="201" y="501"/>
                  </a:cubicBezTo>
                  <a:cubicBezTo>
                    <a:pt x="301" y="501"/>
                    <a:pt x="468" y="534"/>
                    <a:pt x="635" y="567"/>
                  </a:cubicBezTo>
                  <a:cubicBezTo>
                    <a:pt x="968" y="668"/>
                    <a:pt x="1369" y="801"/>
                    <a:pt x="1669" y="868"/>
                  </a:cubicBezTo>
                  <a:cubicBezTo>
                    <a:pt x="1969" y="968"/>
                    <a:pt x="2369" y="1034"/>
                    <a:pt x="2670" y="1201"/>
                  </a:cubicBezTo>
                  <a:cubicBezTo>
                    <a:pt x="2836" y="1301"/>
                    <a:pt x="2970" y="1368"/>
                    <a:pt x="3036" y="1401"/>
                  </a:cubicBezTo>
                  <a:cubicBezTo>
                    <a:pt x="3137" y="1435"/>
                    <a:pt x="3170" y="1501"/>
                    <a:pt x="3170" y="1501"/>
                  </a:cubicBezTo>
                  <a:cubicBezTo>
                    <a:pt x="3172" y="1504"/>
                    <a:pt x="3175" y="1505"/>
                    <a:pt x="3179" y="1505"/>
                  </a:cubicBezTo>
                  <a:cubicBezTo>
                    <a:pt x="3233" y="1505"/>
                    <a:pt x="3435" y="1293"/>
                    <a:pt x="3403" y="1168"/>
                  </a:cubicBezTo>
                  <a:lnTo>
                    <a:pt x="3303" y="1034"/>
                  </a:lnTo>
                  <a:cubicBezTo>
                    <a:pt x="3237" y="968"/>
                    <a:pt x="3137" y="834"/>
                    <a:pt x="2970" y="701"/>
                  </a:cubicBezTo>
                  <a:cubicBezTo>
                    <a:pt x="2670" y="467"/>
                    <a:pt x="2203" y="234"/>
                    <a:pt x="1869" y="134"/>
                  </a:cubicBezTo>
                  <a:cubicBezTo>
                    <a:pt x="1502" y="34"/>
                    <a:pt x="1035" y="0"/>
                    <a:pt x="6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62" name="Google Shape;3662;p29"/>
            <p:cNvSpPr/>
            <p:nvPr/>
          </p:nvSpPr>
          <p:spPr>
            <a:xfrm rot="10800000">
              <a:off x="8238669" y="-129"/>
              <a:ext cx="65359" cy="59168"/>
            </a:xfrm>
            <a:custGeom>
              <a:avLst/>
              <a:gdLst/>
              <a:ahLst/>
              <a:cxnLst/>
              <a:rect l="l" t="t" r="r" b="b"/>
              <a:pathLst>
                <a:path w="2703" h="2447" extrusionOk="0">
                  <a:moveTo>
                    <a:pt x="226" y="1"/>
                  </a:moveTo>
                  <a:cubicBezTo>
                    <a:pt x="185" y="1"/>
                    <a:pt x="0" y="215"/>
                    <a:pt x="0" y="245"/>
                  </a:cubicBezTo>
                  <a:cubicBezTo>
                    <a:pt x="0" y="245"/>
                    <a:pt x="567" y="1079"/>
                    <a:pt x="1068" y="1546"/>
                  </a:cubicBezTo>
                  <a:cubicBezTo>
                    <a:pt x="1334" y="1746"/>
                    <a:pt x="1668" y="2013"/>
                    <a:pt x="1935" y="2179"/>
                  </a:cubicBezTo>
                  <a:cubicBezTo>
                    <a:pt x="2235" y="2346"/>
                    <a:pt x="2502" y="2446"/>
                    <a:pt x="2502" y="2446"/>
                  </a:cubicBezTo>
                  <a:cubicBezTo>
                    <a:pt x="2535" y="2446"/>
                    <a:pt x="2702" y="2213"/>
                    <a:pt x="2702" y="2179"/>
                  </a:cubicBezTo>
                  <a:cubicBezTo>
                    <a:pt x="2702" y="2179"/>
                    <a:pt x="2502" y="2013"/>
                    <a:pt x="2268" y="1746"/>
                  </a:cubicBezTo>
                  <a:cubicBezTo>
                    <a:pt x="2035" y="1479"/>
                    <a:pt x="1768" y="1212"/>
                    <a:pt x="1535" y="979"/>
                  </a:cubicBezTo>
                  <a:cubicBezTo>
                    <a:pt x="1068" y="578"/>
                    <a:pt x="234" y="11"/>
                    <a:pt x="234" y="11"/>
                  </a:cubicBezTo>
                  <a:cubicBezTo>
                    <a:pt x="234" y="4"/>
                    <a:pt x="231" y="1"/>
                    <a:pt x="2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63" name="Google Shape;3663;p29"/>
            <p:cNvSpPr/>
            <p:nvPr/>
          </p:nvSpPr>
          <p:spPr>
            <a:xfrm rot="-8292313">
              <a:off x="8546146" y="1678564"/>
              <a:ext cx="292139" cy="292139"/>
            </a:xfrm>
            <a:prstGeom prst="mathPlus">
              <a:avLst>
                <a:gd name="adj1" fmla="val 18896"/>
              </a:avLst>
            </a:prstGeom>
            <a:solidFill>
              <a:srgbClr val="CC4125"/>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Tree>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matchingName="Background 1">
  <p:cSld name="CUSTOM_9_1">
    <p:spTree>
      <p:nvGrpSpPr>
        <p:cNvPr id="3664" name="Shape 3664"/>
        <p:cNvGrpSpPr/>
        <p:nvPr/>
      </p:nvGrpSpPr>
      <p:grpSpPr>
        <a:xfrm>
          <a:off x="0" y="0"/>
          <a:ext cx="0" cy="0"/>
          <a:chOff x="0" y="0"/>
          <a:chExt cx="0" cy="0"/>
        </a:xfrm>
      </p:grpSpPr>
      <p:pic>
        <p:nvPicPr>
          <p:cNvPr id="3665" name="Google Shape;3665;p30"/>
          <p:cNvPicPr preferRelativeResize="0"/>
          <p:nvPr/>
        </p:nvPicPr>
        <p:blipFill rotWithShape="1">
          <a:blip r:embed="rId2"/>
          <a:srcRect b="15598"/>
          <a:stretch>
            <a:fillRect/>
          </a:stretch>
        </p:blipFill>
        <p:spPr>
          <a:xfrm flipH="1">
            <a:off x="0" y="0"/>
            <a:ext cx="9144003" cy="5143501"/>
          </a:xfrm>
          <a:prstGeom prst="rect">
            <a:avLst/>
          </a:prstGeom>
          <a:noFill/>
          <a:ln>
            <a:noFill/>
          </a:ln>
        </p:spPr>
      </p:pic>
      <p:grpSp>
        <p:nvGrpSpPr>
          <p:cNvPr id="3666" name="Google Shape;3666;p30"/>
          <p:cNvGrpSpPr/>
          <p:nvPr/>
        </p:nvGrpSpPr>
        <p:grpSpPr>
          <a:xfrm flipH="1">
            <a:off x="3" y="85096"/>
            <a:ext cx="2072927" cy="5143763"/>
            <a:chOff x="7265845" y="-20654"/>
            <a:chExt cx="2072927" cy="5143763"/>
          </a:xfrm>
        </p:grpSpPr>
        <p:sp>
          <p:nvSpPr>
            <p:cNvPr id="3667" name="Google Shape;3667;p30"/>
            <p:cNvSpPr/>
            <p:nvPr/>
          </p:nvSpPr>
          <p:spPr>
            <a:xfrm>
              <a:off x="7735008" y="3008605"/>
              <a:ext cx="19743" cy="24037"/>
            </a:xfrm>
            <a:custGeom>
              <a:avLst/>
              <a:gdLst/>
              <a:ahLst/>
              <a:cxnLst/>
              <a:rect l="l" t="t" r="r" b="b"/>
              <a:pathLst>
                <a:path w="354" h="431" extrusionOk="0">
                  <a:moveTo>
                    <a:pt x="173" y="0"/>
                  </a:moveTo>
                  <a:cubicBezTo>
                    <a:pt x="158" y="0"/>
                    <a:pt x="142" y="4"/>
                    <a:pt x="126" y="12"/>
                  </a:cubicBezTo>
                  <a:cubicBezTo>
                    <a:pt x="1" y="53"/>
                    <a:pt x="1" y="263"/>
                    <a:pt x="105" y="367"/>
                  </a:cubicBezTo>
                  <a:cubicBezTo>
                    <a:pt x="126" y="409"/>
                    <a:pt x="147" y="409"/>
                    <a:pt x="168" y="430"/>
                  </a:cubicBezTo>
                  <a:cubicBezTo>
                    <a:pt x="231" y="430"/>
                    <a:pt x="252" y="430"/>
                    <a:pt x="273" y="367"/>
                  </a:cubicBezTo>
                  <a:cubicBezTo>
                    <a:pt x="314" y="346"/>
                    <a:pt x="335" y="305"/>
                    <a:pt x="335" y="263"/>
                  </a:cubicBezTo>
                  <a:cubicBezTo>
                    <a:pt x="354" y="171"/>
                    <a:pt x="276" y="0"/>
                    <a:pt x="1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68" name="Google Shape;3668;p30"/>
            <p:cNvSpPr/>
            <p:nvPr/>
          </p:nvSpPr>
          <p:spPr>
            <a:xfrm flipH="1">
              <a:off x="8968528" y="5291"/>
              <a:ext cx="365819" cy="950395"/>
            </a:xfrm>
            <a:custGeom>
              <a:avLst/>
              <a:gdLst/>
              <a:ahLst/>
              <a:cxnLst/>
              <a:rect l="l" t="t" r="r" b="b"/>
              <a:pathLst>
                <a:path w="15129" h="39305" extrusionOk="0">
                  <a:moveTo>
                    <a:pt x="9530" y="1"/>
                  </a:moveTo>
                  <a:cubicBezTo>
                    <a:pt x="9054" y="1"/>
                    <a:pt x="9018" y="375"/>
                    <a:pt x="9658" y="503"/>
                  </a:cubicBezTo>
                  <a:cubicBezTo>
                    <a:pt x="9658" y="503"/>
                    <a:pt x="9925" y="570"/>
                    <a:pt x="10325" y="637"/>
                  </a:cubicBezTo>
                  <a:cubicBezTo>
                    <a:pt x="10759" y="737"/>
                    <a:pt x="11359" y="837"/>
                    <a:pt x="12127" y="1137"/>
                  </a:cubicBezTo>
                  <a:cubicBezTo>
                    <a:pt x="12827" y="1437"/>
                    <a:pt x="13694" y="1904"/>
                    <a:pt x="14195" y="2771"/>
                  </a:cubicBezTo>
                  <a:cubicBezTo>
                    <a:pt x="14462" y="3172"/>
                    <a:pt x="14595" y="3739"/>
                    <a:pt x="14495" y="4239"/>
                  </a:cubicBezTo>
                  <a:cubicBezTo>
                    <a:pt x="14462" y="4773"/>
                    <a:pt x="14128" y="5240"/>
                    <a:pt x="13761" y="5740"/>
                  </a:cubicBezTo>
                  <a:cubicBezTo>
                    <a:pt x="13328" y="6241"/>
                    <a:pt x="12827" y="6674"/>
                    <a:pt x="12427" y="7275"/>
                  </a:cubicBezTo>
                  <a:cubicBezTo>
                    <a:pt x="11960" y="7842"/>
                    <a:pt x="11593" y="8576"/>
                    <a:pt x="11493" y="9343"/>
                  </a:cubicBezTo>
                  <a:cubicBezTo>
                    <a:pt x="11359" y="10143"/>
                    <a:pt x="11526" y="10977"/>
                    <a:pt x="11927" y="11678"/>
                  </a:cubicBezTo>
                  <a:cubicBezTo>
                    <a:pt x="12260" y="12412"/>
                    <a:pt x="12760" y="12979"/>
                    <a:pt x="13127" y="13579"/>
                  </a:cubicBezTo>
                  <a:cubicBezTo>
                    <a:pt x="13494" y="14146"/>
                    <a:pt x="13761" y="14747"/>
                    <a:pt x="13795" y="15347"/>
                  </a:cubicBezTo>
                  <a:cubicBezTo>
                    <a:pt x="13828" y="15981"/>
                    <a:pt x="13661" y="16648"/>
                    <a:pt x="13361" y="17182"/>
                  </a:cubicBezTo>
                  <a:cubicBezTo>
                    <a:pt x="13094" y="17782"/>
                    <a:pt x="12660" y="18182"/>
                    <a:pt x="12160" y="18683"/>
                  </a:cubicBezTo>
                  <a:cubicBezTo>
                    <a:pt x="11660" y="19150"/>
                    <a:pt x="11159" y="19784"/>
                    <a:pt x="10959" y="20484"/>
                  </a:cubicBezTo>
                  <a:cubicBezTo>
                    <a:pt x="10926" y="20651"/>
                    <a:pt x="10892" y="20851"/>
                    <a:pt x="10826" y="21018"/>
                  </a:cubicBezTo>
                  <a:cubicBezTo>
                    <a:pt x="10759" y="21185"/>
                    <a:pt x="10759" y="21418"/>
                    <a:pt x="10759" y="21585"/>
                  </a:cubicBezTo>
                  <a:lnTo>
                    <a:pt x="10759" y="22119"/>
                  </a:lnTo>
                  <a:lnTo>
                    <a:pt x="10759" y="22352"/>
                  </a:lnTo>
                  <a:lnTo>
                    <a:pt x="10759" y="22519"/>
                  </a:lnTo>
                  <a:lnTo>
                    <a:pt x="10792" y="22652"/>
                  </a:lnTo>
                  <a:cubicBezTo>
                    <a:pt x="10926" y="23353"/>
                    <a:pt x="11226" y="24087"/>
                    <a:pt x="11593" y="24687"/>
                  </a:cubicBezTo>
                  <a:cubicBezTo>
                    <a:pt x="11927" y="25321"/>
                    <a:pt x="12394" y="25921"/>
                    <a:pt x="12460" y="26455"/>
                  </a:cubicBezTo>
                  <a:cubicBezTo>
                    <a:pt x="12560" y="26989"/>
                    <a:pt x="12293" y="27589"/>
                    <a:pt x="11927" y="28156"/>
                  </a:cubicBezTo>
                  <a:cubicBezTo>
                    <a:pt x="11493" y="28757"/>
                    <a:pt x="11093" y="29290"/>
                    <a:pt x="10526" y="29691"/>
                  </a:cubicBezTo>
                  <a:cubicBezTo>
                    <a:pt x="10059" y="30158"/>
                    <a:pt x="9425" y="30525"/>
                    <a:pt x="8824" y="30992"/>
                  </a:cubicBezTo>
                  <a:cubicBezTo>
                    <a:pt x="8557" y="31192"/>
                    <a:pt x="8257" y="31525"/>
                    <a:pt x="7990" y="31792"/>
                  </a:cubicBezTo>
                  <a:cubicBezTo>
                    <a:pt x="7890" y="31959"/>
                    <a:pt x="7790" y="32092"/>
                    <a:pt x="7657" y="32259"/>
                  </a:cubicBezTo>
                  <a:cubicBezTo>
                    <a:pt x="7623" y="32293"/>
                    <a:pt x="7523" y="32359"/>
                    <a:pt x="7490" y="32459"/>
                  </a:cubicBezTo>
                  <a:lnTo>
                    <a:pt x="7357" y="32693"/>
                  </a:lnTo>
                  <a:cubicBezTo>
                    <a:pt x="7190" y="33026"/>
                    <a:pt x="7056" y="33360"/>
                    <a:pt x="6923" y="33660"/>
                  </a:cubicBezTo>
                  <a:cubicBezTo>
                    <a:pt x="6790" y="33960"/>
                    <a:pt x="6656" y="34294"/>
                    <a:pt x="6556" y="34594"/>
                  </a:cubicBezTo>
                  <a:cubicBezTo>
                    <a:pt x="6056" y="35795"/>
                    <a:pt x="5622" y="36929"/>
                    <a:pt x="4988" y="37763"/>
                  </a:cubicBezTo>
                  <a:cubicBezTo>
                    <a:pt x="4688" y="38130"/>
                    <a:pt x="4321" y="38464"/>
                    <a:pt x="3954" y="38630"/>
                  </a:cubicBezTo>
                  <a:cubicBezTo>
                    <a:pt x="3679" y="38757"/>
                    <a:pt x="3431" y="38804"/>
                    <a:pt x="3193" y="38804"/>
                  </a:cubicBezTo>
                  <a:cubicBezTo>
                    <a:pt x="3055" y="38804"/>
                    <a:pt x="2921" y="38788"/>
                    <a:pt x="2787" y="38764"/>
                  </a:cubicBezTo>
                  <a:cubicBezTo>
                    <a:pt x="2019" y="38630"/>
                    <a:pt x="1486" y="38264"/>
                    <a:pt x="1119" y="38030"/>
                  </a:cubicBezTo>
                  <a:cubicBezTo>
                    <a:pt x="952" y="37930"/>
                    <a:pt x="785" y="37830"/>
                    <a:pt x="685" y="37730"/>
                  </a:cubicBezTo>
                  <a:lnTo>
                    <a:pt x="585" y="37630"/>
                  </a:lnTo>
                  <a:cubicBezTo>
                    <a:pt x="459" y="37533"/>
                    <a:pt x="348" y="37492"/>
                    <a:pt x="262" y="37492"/>
                  </a:cubicBezTo>
                  <a:cubicBezTo>
                    <a:pt x="53" y="37492"/>
                    <a:pt x="1" y="37736"/>
                    <a:pt x="285" y="37997"/>
                  </a:cubicBezTo>
                  <a:lnTo>
                    <a:pt x="418" y="38130"/>
                  </a:lnTo>
                  <a:cubicBezTo>
                    <a:pt x="485" y="38163"/>
                    <a:pt x="652" y="38297"/>
                    <a:pt x="819" y="38430"/>
                  </a:cubicBezTo>
                  <a:cubicBezTo>
                    <a:pt x="1186" y="38664"/>
                    <a:pt x="1786" y="39031"/>
                    <a:pt x="2653" y="39264"/>
                  </a:cubicBezTo>
                  <a:cubicBezTo>
                    <a:pt x="2824" y="39289"/>
                    <a:pt x="3004" y="39304"/>
                    <a:pt x="3188" y="39304"/>
                  </a:cubicBezTo>
                  <a:cubicBezTo>
                    <a:pt x="3506" y="39304"/>
                    <a:pt x="3837" y="39258"/>
                    <a:pt x="4154" y="39131"/>
                  </a:cubicBezTo>
                  <a:cubicBezTo>
                    <a:pt x="4721" y="38964"/>
                    <a:pt x="5122" y="38530"/>
                    <a:pt x="5489" y="38097"/>
                  </a:cubicBezTo>
                  <a:cubicBezTo>
                    <a:pt x="6222" y="37163"/>
                    <a:pt x="6656" y="35995"/>
                    <a:pt x="7257" y="34794"/>
                  </a:cubicBezTo>
                  <a:cubicBezTo>
                    <a:pt x="7357" y="34494"/>
                    <a:pt x="7523" y="34194"/>
                    <a:pt x="7657" y="33927"/>
                  </a:cubicBezTo>
                  <a:cubicBezTo>
                    <a:pt x="7824" y="33627"/>
                    <a:pt x="7957" y="33327"/>
                    <a:pt x="8124" y="33026"/>
                  </a:cubicBezTo>
                  <a:lnTo>
                    <a:pt x="8257" y="32826"/>
                  </a:lnTo>
                  <a:cubicBezTo>
                    <a:pt x="8291" y="32760"/>
                    <a:pt x="8324" y="32693"/>
                    <a:pt x="8391" y="32626"/>
                  </a:cubicBezTo>
                  <a:lnTo>
                    <a:pt x="8658" y="32259"/>
                  </a:lnTo>
                  <a:cubicBezTo>
                    <a:pt x="8858" y="31992"/>
                    <a:pt x="9091" y="31792"/>
                    <a:pt x="9358" y="31592"/>
                  </a:cubicBezTo>
                  <a:cubicBezTo>
                    <a:pt x="9858" y="31158"/>
                    <a:pt x="10526" y="30825"/>
                    <a:pt x="11126" y="30324"/>
                  </a:cubicBezTo>
                  <a:cubicBezTo>
                    <a:pt x="11693" y="29824"/>
                    <a:pt x="12260" y="29257"/>
                    <a:pt x="12660" y="28623"/>
                  </a:cubicBezTo>
                  <a:cubicBezTo>
                    <a:pt x="12861" y="28323"/>
                    <a:pt x="13094" y="27956"/>
                    <a:pt x="13194" y="27589"/>
                  </a:cubicBezTo>
                  <a:cubicBezTo>
                    <a:pt x="13328" y="27189"/>
                    <a:pt x="13394" y="26689"/>
                    <a:pt x="13328" y="26288"/>
                  </a:cubicBezTo>
                  <a:cubicBezTo>
                    <a:pt x="13294" y="25855"/>
                    <a:pt x="13094" y="25488"/>
                    <a:pt x="12927" y="25154"/>
                  </a:cubicBezTo>
                  <a:cubicBezTo>
                    <a:pt x="12727" y="24854"/>
                    <a:pt x="12527" y="24520"/>
                    <a:pt x="12360" y="24253"/>
                  </a:cubicBezTo>
                  <a:cubicBezTo>
                    <a:pt x="12093" y="23653"/>
                    <a:pt x="11826" y="23086"/>
                    <a:pt x="11693" y="22452"/>
                  </a:cubicBezTo>
                  <a:lnTo>
                    <a:pt x="11660" y="22319"/>
                  </a:lnTo>
                  <a:lnTo>
                    <a:pt x="11660" y="22252"/>
                  </a:lnTo>
                  <a:lnTo>
                    <a:pt x="11660" y="21985"/>
                  </a:lnTo>
                  <a:lnTo>
                    <a:pt x="11660" y="21518"/>
                  </a:lnTo>
                  <a:cubicBezTo>
                    <a:pt x="11660" y="21418"/>
                    <a:pt x="11660" y="21218"/>
                    <a:pt x="11693" y="21118"/>
                  </a:cubicBezTo>
                  <a:cubicBezTo>
                    <a:pt x="11693" y="20951"/>
                    <a:pt x="11760" y="20818"/>
                    <a:pt x="11793" y="20684"/>
                  </a:cubicBezTo>
                  <a:cubicBezTo>
                    <a:pt x="11960" y="20184"/>
                    <a:pt x="12293" y="19750"/>
                    <a:pt x="12760" y="19283"/>
                  </a:cubicBezTo>
                  <a:cubicBezTo>
                    <a:pt x="13194" y="18816"/>
                    <a:pt x="13795" y="18283"/>
                    <a:pt x="14128" y="17549"/>
                  </a:cubicBezTo>
                  <a:cubicBezTo>
                    <a:pt x="14495" y="16848"/>
                    <a:pt x="14662" y="16114"/>
                    <a:pt x="14628" y="15280"/>
                  </a:cubicBezTo>
                  <a:cubicBezTo>
                    <a:pt x="14595" y="14446"/>
                    <a:pt x="14195" y="13679"/>
                    <a:pt x="13795" y="13045"/>
                  </a:cubicBezTo>
                  <a:cubicBezTo>
                    <a:pt x="13361" y="12445"/>
                    <a:pt x="12861" y="11878"/>
                    <a:pt x="12594" y="11311"/>
                  </a:cubicBezTo>
                  <a:cubicBezTo>
                    <a:pt x="12260" y="10710"/>
                    <a:pt x="12127" y="10110"/>
                    <a:pt x="12227" y="9476"/>
                  </a:cubicBezTo>
                  <a:cubicBezTo>
                    <a:pt x="12260" y="8842"/>
                    <a:pt x="12560" y="8309"/>
                    <a:pt x="12927" y="7775"/>
                  </a:cubicBezTo>
                  <a:cubicBezTo>
                    <a:pt x="13294" y="7241"/>
                    <a:pt x="13761" y="6774"/>
                    <a:pt x="14161" y="6241"/>
                  </a:cubicBezTo>
                  <a:cubicBezTo>
                    <a:pt x="14595" y="5674"/>
                    <a:pt x="14962" y="5073"/>
                    <a:pt x="15062" y="4339"/>
                  </a:cubicBezTo>
                  <a:cubicBezTo>
                    <a:pt x="15129" y="3639"/>
                    <a:pt x="14962" y="2972"/>
                    <a:pt x="14628" y="2471"/>
                  </a:cubicBezTo>
                  <a:cubicBezTo>
                    <a:pt x="14328" y="1937"/>
                    <a:pt x="13895" y="1571"/>
                    <a:pt x="13461" y="1270"/>
                  </a:cubicBezTo>
                  <a:cubicBezTo>
                    <a:pt x="13061" y="970"/>
                    <a:pt x="12627" y="803"/>
                    <a:pt x="12227" y="637"/>
                  </a:cubicBezTo>
                  <a:cubicBezTo>
                    <a:pt x="11426" y="336"/>
                    <a:pt x="10759" y="203"/>
                    <a:pt x="10292" y="136"/>
                  </a:cubicBezTo>
                  <a:cubicBezTo>
                    <a:pt x="9825" y="36"/>
                    <a:pt x="9592" y="3"/>
                    <a:pt x="9592" y="3"/>
                  </a:cubicBezTo>
                  <a:cubicBezTo>
                    <a:pt x="9570" y="1"/>
                    <a:pt x="9550" y="1"/>
                    <a:pt x="95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69" name="Google Shape;3669;p30"/>
            <p:cNvSpPr/>
            <p:nvPr/>
          </p:nvSpPr>
          <p:spPr>
            <a:xfrm flipH="1">
              <a:off x="9338748" y="701433"/>
              <a:ext cx="24" cy="24"/>
            </a:xfrm>
            <a:custGeom>
              <a:avLst/>
              <a:gdLst/>
              <a:ahLst/>
              <a:cxnLst/>
              <a:rect l="l" t="t" r="r" b="b"/>
              <a:pathLst>
                <a:path w="1" h="1" fill="none" extrusionOk="0">
                  <a:moveTo>
                    <a:pt x="1" y="0"/>
                  </a:moveTo>
                  <a:close/>
                </a:path>
              </a:pathLst>
            </a:custGeom>
            <a:solidFill>
              <a:schemeClr val="dk1"/>
            </a:solidFill>
            <a:ln w="5000" cap="flat" cmpd="sng">
              <a:solidFill>
                <a:srgbClr val="02570B"/>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70" name="Google Shape;3670;p30"/>
            <p:cNvSpPr/>
            <p:nvPr/>
          </p:nvSpPr>
          <p:spPr>
            <a:xfrm flipH="1">
              <a:off x="9139505" y="-4575"/>
              <a:ext cx="167398" cy="781232"/>
            </a:xfrm>
            <a:custGeom>
              <a:avLst/>
              <a:gdLst/>
              <a:ahLst/>
              <a:cxnLst/>
              <a:rect l="l" t="t" r="r" b="b"/>
              <a:pathLst>
                <a:path w="6923" h="32309" extrusionOk="0">
                  <a:moveTo>
                    <a:pt x="4881" y="1"/>
                  </a:moveTo>
                  <a:cubicBezTo>
                    <a:pt x="4761" y="1"/>
                    <a:pt x="4752" y="142"/>
                    <a:pt x="4954" y="344"/>
                  </a:cubicBezTo>
                  <a:cubicBezTo>
                    <a:pt x="4954" y="344"/>
                    <a:pt x="5087" y="411"/>
                    <a:pt x="5288" y="611"/>
                  </a:cubicBezTo>
                  <a:cubicBezTo>
                    <a:pt x="5521" y="844"/>
                    <a:pt x="5821" y="1211"/>
                    <a:pt x="6122" y="1678"/>
                  </a:cubicBezTo>
                  <a:cubicBezTo>
                    <a:pt x="6422" y="2179"/>
                    <a:pt x="6655" y="2846"/>
                    <a:pt x="6488" y="3546"/>
                  </a:cubicBezTo>
                  <a:cubicBezTo>
                    <a:pt x="6322" y="4314"/>
                    <a:pt x="5855" y="5014"/>
                    <a:pt x="5421" y="5848"/>
                  </a:cubicBezTo>
                  <a:cubicBezTo>
                    <a:pt x="4954" y="6649"/>
                    <a:pt x="4487" y="7549"/>
                    <a:pt x="4354" y="8583"/>
                  </a:cubicBezTo>
                  <a:cubicBezTo>
                    <a:pt x="4287" y="9584"/>
                    <a:pt x="4454" y="10685"/>
                    <a:pt x="4787" y="11686"/>
                  </a:cubicBezTo>
                  <a:cubicBezTo>
                    <a:pt x="5154" y="12653"/>
                    <a:pt x="5688" y="13554"/>
                    <a:pt x="5788" y="14488"/>
                  </a:cubicBezTo>
                  <a:cubicBezTo>
                    <a:pt x="5821" y="14721"/>
                    <a:pt x="5788" y="14988"/>
                    <a:pt x="5788" y="15188"/>
                  </a:cubicBezTo>
                  <a:cubicBezTo>
                    <a:pt x="5755" y="15388"/>
                    <a:pt x="5755" y="15655"/>
                    <a:pt x="5655" y="15855"/>
                  </a:cubicBezTo>
                  <a:cubicBezTo>
                    <a:pt x="5521" y="16255"/>
                    <a:pt x="5354" y="16689"/>
                    <a:pt x="5188" y="17089"/>
                  </a:cubicBezTo>
                  <a:cubicBezTo>
                    <a:pt x="5121" y="17223"/>
                    <a:pt x="5087" y="17323"/>
                    <a:pt x="4987" y="17423"/>
                  </a:cubicBezTo>
                  <a:lnTo>
                    <a:pt x="4921" y="17590"/>
                  </a:lnTo>
                  <a:lnTo>
                    <a:pt x="4854" y="17690"/>
                  </a:lnTo>
                  <a:lnTo>
                    <a:pt x="4821" y="17823"/>
                  </a:lnTo>
                  <a:cubicBezTo>
                    <a:pt x="4754" y="18057"/>
                    <a:pt x="4654" y="18257"/>
                    <a:pt x="4520" y="18490"/>
                  </a:cubicBezTo>
                  <a:cubicBezTo>
                    <a:pt x="4420" y="18691"/>
                    <a:pt x="4287" y="18891"/>
                    <a:pt x="4120" y="19057"/>
                  </a:cubicBezTo>
                  <a:cubicBezTo>
                    <a:pt x="3953" y="19224"/>
                    <a:pt x="3787" y="19391"/>
                    <a:pt x="3620" y="19658"/>
                  </a:cubicBezTo>
                  <a:cubicBezTo>
                    <a:pt x="3453" y="19891"/>
                    <a:pt x="3420" y="20192"/>
                    <a:pt x="3353" y="20392"/>
                  </a:cubicBezTo>
                  <a:cubicBezTo>
                    <a:pt x="3320" y="20592"/>
                    <a:pt x="3320" y="20825"/>
                    <a:pt x="3320" y="21026"/>
                  </a:cubicBezTo>
                  <a:cubicBezTo>
                    <a:pt x="3353" y="21392"/>
                    <a:pt x="3420" y="21693"/>
                    <a:pt x="3420" y="21893"/>
                  </a:cubicBezTo>
                  <a:lnTo>
                    <a:pt x="3420" y="21859"/>
                  </a:lnTo>
                  <a:cubicBezTo>
                    <a:pt x="3420" y="22393"/>
                    <a:pt x="3653" y="22894"/>
                    <a:pt x="3953" y="23227"/>
                  </a:cubicBezTo>
                  <a:cubicBezTo>
                    <a:pt x="4187" y="23594"/>
                    <a:pt x="4520" y="23928"/>
                    <a:pt x="4754" y="24261"/>
                  </a:cubicBezTo>
                  <a:cubicBezTo>
                    <a:pt x="4987" y="24595"/>
                    <a:pt x="5121" y="24995"/>
                    <a:pt x="5154" y="25362"/>
                  </a:cubicBezTo>
                  <a:cubicBezTo>
                    <a:pt x="5188" y="25729"/>
                    <a:pt x="5121" y="26096"/>
                    <a:pt x="5087" y="26496"/>
                  </a:cubicBezTo>
                  <a:cubicBezTo>
                    <a:pt x="4954" y="27230"/>
                    <a:pt x="4487" y="27830"/>
                    <a:pt x="3953" y="28197"/>
                  </a:cubicBezTo>
                  <a:cubicBezTo>
                    <a:pt x="3420" y="28598"/>
                    <a:pt x="2819" y="28864"/>
                    <a:pt x="2319" y="29165"/>
                  </a:cubicBezTo>
                  <a:cubicBezTo>
                    <a:pt x="1818" y="29398"/>
                    <a:pt x="1318" y="29698"/>
                    <a:pt x="985" y="30032"/>
                  </a:cubicBezTo>
                  <a:cubicBezTo>
                    <a:pt x="784" y="30165"/>
                    <a:pt x="651" y="30366"/>
                    <a:pt x="518" y="30532"/>
                  </a:cubicBezTo>
                  <a:cubicBezTo>
                    <a:pt x="384" y="30699"/>
                    <a:pt x="317" y="30866"/>
                    <a:pt x="217" y="31033"/>
                  </a:cubicBezTo>
                  <a:cubicBezTo>
                    <a:pt x="184" y="31166"/>
                    <a:pt x="151" y="31333"/>
                    <a:pt x="117" y="31433"/>
                  </a:cubicBezTo>
                  <a:cubicBezTo>
                    <a:pt x="51" y="31566"/>
                    <a:pt x="17" y="31700"/>
                    <a:pt x="17" y="31767"/>
                  </a:cubicBezTo>
                  <a:lnTo>
                    <a:pt x="17" y="32033"/>
                  </a:lnTo>
                  <a:cubicBezTo>
                    <a:pt x="0" y="32217"/>
                    <a:pt x="51" y="32309"/>
                    <a:pt x="113" y="32309"/>
                  </a:cubicBezTo>
                  <a:cubicBezTo>
                    <a:pt x="176" y="32309"/>
                    <a:pt x="251" y="32217"/>
                    <a:pt x="284" y="32033"/>
                  </a:cubicBezTo>
                  <a:cubicBezTo>
                    <a:pt x="284" y="32033"/>
                    <a:pt x="317" y="31933"/>
                    <a:pt x="317" y="31767"/>
                  </a:cubicBezTo>
                  <a:cubicBezTo>
                    <a:pt x="317" y="31700"/>
                    <a:pt x="351" y="31600"/>
                    <a:pt x="384" y="31500"/>
                  </a:cubicBezTo>
                  <a:cubicBezTo>
                    <a:pt x="451" y="31400"/>
                    <a:pt x="451" y="31233"/>
                    <a:pt x="518" y="31099"/>
                  </a:cubicBezTo>
                  <a:cubicBezTo>
                    <a:pt x="718" y="30532"/>
                    <a:pt x="1452" y="29899"/>
                    <a:pt x="2486" y="29398"/>
                  </a:cubicBezTo>
                  <a:cubicBezTo>
                    <a:pt x="3019" y="29165"/>
                    <a:pt x="3620" y="28864"/>
                    <a:pt x="4187" y="28431"/>
                  </a:cubicBezTo>
                  <a:cubicBezTo>
                    <a:pt x="4787" y="28031"/>
                    <a:pt x="5321" y="27363"/>
                    <a:pt x="5488" y="26529"/>
                  </a:cubicBezTo>
                  <a:cubicBezTo>
                    <a:pt x="5554" y="26163"/>
                    <a:pt x="5655" y="25729"/>
                    <a:pt x="5621" y="25262"/>
                  </a:cubicBezTo>
                  <a:cubicBezTo>
                    <a:pt x="5554" y="24862"/>
                    <a:pt x="5388" y="24395"/>
                    <a:pt x="5154" y="24028"/>
                  </a:cubicBezTo>
                  <a:cubicBezTo>
                    <a:pt x="4921" y="23661"/>
                    <a:pt x="4554" y="23327"/>
                    <a:pt x="4320" y="22994"/>
                  </a:cubicBezTo>
                  <a:cubicBezTo>
                    <a:pt x="4053" y="22660"/>
                    <a:pt x="3853" y="22260"/>
                    <a:pt x="3853" y="21859"/>
                  </a:cubicBezTo>
                  <a:cubicBezTo>
                    <a:pt x="3853" y="21693"/>
                    <a:pt x="3820" y="21392"/>
                    <a:pt x="3820" y="21026"/>
                  </a:cubicBezTo>
                  <a:cubicBezTo>
                    <a:pt x="3820" y="20692"/>
                    <a:pt x="3820" y="20258"/>
                    <a:pt x="4020" y="19925"/>
                  </a:cubicBezTo>
                  <a:cubicBezTo>
                    <a:pt x="4153" y="19758"/>
                    <a:pt x="4320" y="19591"/>
                    <a:pt x="4487" y="19391"/>
                  </a:cubicBezTo>
                  <a:cubicBezTo>
                    <a:pt x="4654" y="19191"/>
                    <a:pt x="4821" y="18991"/>
                    <a:pt x="4954" y="18724"/>
                  </a:cubicBezTo>
                  <a:cubicBezTo>
                    <a:pt x="5087" y="18490"/>
                    <a:pt x="5188" y="18224"/>
                    <a:pt x="5321" y="17923"/>
                  </a:cubicBezTo>
                  <a:lnTo>
                    <a:pt x="5321" y="17890"/>
                  </a:lnTo>
                  <a:lnTo>
                    <a:pt x="5354" y="17823"/>
                  </a:lnTo>
                  <a:lnTo>
                    <a:pt x="5454" y="17656"/>
                  </a:lnTo>
                  <a:cubicBezTo>
                    <a:pt x="5488" y="17523"/>
                    <a:pt x="5554" y="17423"/>
                    <a:pt x="5655" y="17356"/>
                  </a:cubicBezTo>
                  <a:cubicBezTo>
                    <a:pt x="5855" y="16923"/>
                    <a:pt x="6021" y="16522"/>
                    <a:pt x="6155" y="16022"/>
                  </a:cubicBezTo>
                  <a:cubicBezTo>
                    <a:pt x="6222" y="15755"/>
                    <a:pt x="6222" y="15522"/>
                    <a:pt x="6288" y="15255"/>
                  </a:cubicBezTo>
                  <a:cubicBezTo>
                    <a:pt x="6288" y="15021"/>
                    <a:pt x="6288" y="14721"/>
                    <a:pt x="6222" y="14488"/>
                  </a:cubicBezTo>
                  <a:cubicBezTo>
                    <a:pt x="6155" y="13920"/>
                    <a:pt x="5988" y="13420"/>
                    <a:pt x="5788" y="12953"/>
                  </a:cubicBezTo>
                  <a:cubicBezTo>
                    <a:pt x="5554" y="12486"/>
                    <a:pt x="5354" y="12019"/>
                    <a:pt x="5188" y="11552"/>
                  </a:cubicBezTo>
                  <a:cubicBezTo>
                    <a:pt x="4854" y="10585"/>
                    <a:pt x="4687" y="9584"/>
                    <a:pt x="4787" y="8617"/>
                  </a:cubicBezTo>
                  <a:cubicBezTo>
                    <a:pt x="4854" y="7683"/>
                    <a:pt x="5288" y="6815"/>
                    <a:pt x="5755" y="6015"/>
                  </a:cubicBezTo>
                  <a:cubicBezTo>
                    <a:pt x="6188" y="5214"/>
                    <a:pt x="6655" y="4480"/>
                    <a:pt x="6822" y="3646"/>
                  </a:cubicBezTo>
                  <a:cubicBezTo>
                    <a:pt x="6922" y="3213"/>
                    <a:pt x="6855" y="2813"/>
                    <a:pt x="6789" y="2446"/>
                  </a:cubicBezTo>
                  <a:cubicBezTo>
                    <a:pt x="6655" y="2079"/>
                    <a:pt x="6522" y="1778"/>
                    <a:pt x="6355" y="1545"/>
                  </a:cubicBezTo>
                  <a:cubicBezTo>
                    <a:pt x="6021" y="1045"/>
                    <a:pt x="5755" y="678"/>
                    <a:pt x="5488" y="444"/>
                  </a:cubicBezTo>
                  <a:cubicBezTo>
                    <a:pt x="5254" y="244"/>
                    <a:pt x="5121" y="111"/>
                    <a:pt x="5121" y="111"/>
                  </a:cubicBezTo>
                  <a:cubicBezTo>
                    <a:pt x="5022" y="34"/>
                    <a:pt x="4939" y="1"/>
                    <a:pt x="48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71" name="Google Shape;3671;p30"/>
            <p:cNvSpPr/>
            <p:nvPr/>
          </p:nvSpPr>
          <p:spPr>
            <a:xfrm flipH="1">
              <a:off x="8466019" y="872990"/>
              <a:ext cx="516630" cy="263997"/>
            </a:xfrm>
            <a:custGeom>
              <a:avLst/>
              <a:gdLst/>
              <a:ahLst/>
              <a:cxnLst/>
              <a:rect l="l" t="t" r="r" b="b"/>
              <a:pathLst>
                <a:path w="21366" h="10918" extrusionOk="0">
                  <a:moveTo>
                    <a:pt x="8236" y="1"/>
                  </a:moveTo>
                  <a:cubicBezTo>
                    <a:pt x="7955" y="1"/>
                    <a:pt x="7679" y="52"/>
                    <a:pt x="7422" y="144"/>
                  </a:cubicBezTo>
                  <a:cubicBezTo>
                    <a:pt x="5587" y="911"/>
                    <a:pt x="4720" y="2645"/>
                    <a:pt x="3920" y="3946"/>
                  </a:cubicBezTo>
                  <a:cubicBezTo>
                    <a:pt x="3519" y="4613"/>
                    <a:pt x="3119" y="5214"/>
                    <a:pt x="2719" y="5714"/>
                  </a:cubicBezTo>
                  <a:cubicBezTo>
                    <a:pt x="2519" y="5948"/>
                    <a:pt x="2285" y="6148"/>
                    <a:pt x="2085" y="6381"/>
                  </a:cubicBezTo>
                  <a:cubicBezTo>
                    <a:pt x="1885" y="6582"/>
                    <a:pt x="1685" y="6748"/>
                    <a:pt x="1518" y="6915"/>
                  </a:cubicBezTo>
                  <a:cubicBezTo>
                    <a:pt x="1118" y="7149"/>
                    <a:pt x="851" y="7415"/>
                    <a:pt x="584" y="7549"/>
                  </a:cubicBezTo>
                  <a:cubicBezTo>
                    <a:pt x="350" y="7649"/>
                    <a:pt x="217" y="7749"/>
                    <a:pt x="217" y="7749"/>
                  </a:cubicBezTo>
                  <a:cubicBezTo>
                    <a:pt x="1" y="7884"/>
                    <a:pt x="47" y="8128"/>
                    <a:pt x="232" y="8128"/>
                  </a:cubicBezTo>
                  <a:cubicBezTo>
                    <a:pt x="275" y="8128"/>
                    <a:pt x="326" y="8114"/>
                    <a:pt x="384" y="8083"/>
                  </a:cubicBezTo>
                  <a:cubicBezTo>
                    <a:pt x="384" y="8083"/>
                    <a:pt x="517" y="7983"/>
                    <a:pt x="751" y="7882"/>
                  </a:cubicBezTo>
                  <a:cubicBezTo>
                    <a:pt x="1017" y="7782"/>
                    <a:pt x="1351" y="7549"/>
                    <a:pt x="1751" y="7249"/>
                  </a:cubicBezTo>
                  <a:cubicBezTo>
                    <a:pt x="1918" y="7082"/>
                    <a:pt x="2185" y="6915"/>
                    <a:pt x="2385" y="6715"/>
                  </a:cubicBezTo>
                  <a:cubicBezTo>
                    <a:pt x="2585" y="6481"/>
                    <a:pt x="2852" y="6248"/>
                    <a:pt x="3052" y="5981"/>
                  </a:cubicBezTo>
                  <a:cubicBezTo>
                    <a:pt x="3453" y="5447"/>
                    <a:pt x="3920" y="4880"/>
                    <a:pt x="4353" y="4213"/>
                  </a:cubicBezTo>
                  <a:cubicBezTo>
                    <a:pt x="4553" y="3846"/>
                    <a:pt x="4787" y="3513"/>
                    <a:pt x="5020" y="3212"/>
                  </a:cubicBezTo>
                  <a:cubicBezTo>
                    <a:pt x="5220" y="2812"/>
                    <a:pt x="5454" y="2479"/>
                    <a:pt x="5721" y="2178"/>
                  </a:cubicBezTo>
                  <a:cubicBezTo>
                    <a:pt x="6221" y="1578"/>
                    <a:pt x="6888" y="978"/>
                    <a:pt x="7589" y="744"/>
                  </a:cubicBezTo>
                  <a:cubicBezTo>
                    <a:pt x="7756" y="677"/>
                    <a:pt x="7931" y="644"/>
                    <a:pt x="8106" y="644"/>
                  </a:cubicBezTo>
                  <a:cubicBezTo>
                    <a:pt x="8281" y="644"/>
                    <a:pt x="8456" y="677"/>
                    <a:pt x="8623" y="744"/>
                  </a:cubicBezTo>
                  <a:cubicBezTo>
                    <a:pt x="8956" y="844"/>
                    <a:pt x="9257" y="1111"/>
                    <a:pt x="9524" y="1411"/>
                  </a:cubicBezTo>
                  <a:cubicBezTo>
                    <a:pt x="10024" y="1978"/>
                    <a:pt x="10257" y="2745"/>
                    <a:pt x="10558" y="3446"/>
                  </a:cubicBezTo>
                  <a:cubicBezTo>
                    <a:pt x="10691" y="3813"/>
                    <a:pt x="10858" y="4180"/>
                    <a:pt x="11058" y="4580"/>
                  </a:cubicBezTo>
                  <a:cubicBezTo>
                    <a:pt x="11258" y="4947"/>
                    <a:pt x="11558" y="5381"/>
                    <a:pt x="12059" y="5581"/>
                  </a:cubicBezTo>
                  <a:cubicBezTo>
                    <a:pt x="12305" y="5687"/>
                    <a:pt x="12571" y="5727"/>
                    <a:pt x="12835" y="5727"/>
                  </a:cubicBezTo>
                  <a:cubicBezTo>
                    <a:pt x="13071" y="5727"/>
                    <a:pt x="13306" y="5695"/>
                    <a:pt x="13526" y="5648"/>
                  </a:cubicBezTo>
                  <a:cubicBezTo>
                    <a:pt x="13727" y="5614"/>
                    <a:pt x="13960" y="5547"/>
                    <a:pt x="14194" y="5447"/>
                  </a:cubicBezTo>
                  <a:lnTo>
                    <a:pt x="14794" y="5214"/>
                  </a:lnTo>
                  <a:cubicBezTo>
                    <a:pt x="15228" y="4980"/>
                    <a:pt x="15595" y="4814"/>
                    <a:pt x="15961" y="4714"/>
                  </a:cubicBezTo>
                  <a:cubicBezTo>
                    <a:pt x="16204" y="4633"/>
                    <a:pt x="16434" y="4589"/>
                    <a:pt x="16645" y="4589"/>
                  </a:cubicBezTo>
                  <a:cubicBezTo>
                    <a:pt x="16782" y="4589"/>
                    <a:pt x="16910" y="4607"/>
                    <a:pt x="17029" y="4647"/>
                  </a:cubicBezTo>
                  <a:cubicBezTo>
                    <a:pt x="17296" y="4780"/>
                    <a:pt x="17563" y="5080"/>
                    <a:pt x="17729" y="5414"/>
                  </a:cubicBezTo>
                  <a:cubicBezTo>
                    <a:pt x="17896" y="5781"/>
                    <a:pt x="18063" y="6115"/>
                    <a:pt x="18130" y="6481"/>
                  </a:cubicBezTo>
                  <a:cubicBezTo>
                    <a:pt x="18363" y="7249"/>
                    <a:pt x="18430" y="7949"/>
                    <a:pt x="18630" y="8616"/>
                  </a:cubicBezTo>
                  <a:cubicBezTo>
                    <a:pt x="18797" y="9283"/>
                    <a:pt x="19097" y="9884"/>
                    <a:pt x="19531" y="10251"/>
                  </a:cubicBezTo>
                  <a:cubicBezTo>
                    <a:pt x="19898" y="10618"/>
                    <a:pt x="20298" y="10785"/>
                    <a:pt x="20598" y="10818"/>
                  </a:cubicBezTo>
                  <a:cubicBezTo>
                    <a:pt x="20865" y="10918"/>
                    <a:pt x="21032" y="10918"/>
                    <a:pt x="21032" y="10918"/>
                  </a:cubicBezTo>
                  <a:cubicBezTo>
                    <a:pt x="21365" y="10918"/>
                    <a:pt x="21365" y="10618"/>
                    <a:pt x="21132" y="10484"/>
                  </a:cubicBezTo>
                  <a:cubicBezTo>
                    <a:pt x="21132" y="10484"/>
                    <a:pt x="20998" y="10484"/>
                    <a:pt x="20765" y="10418"/>
                  </a:cubicBezTo>
                  <a:cubicBezTo>
                    <a:pt x="20498" y="10384"/>
                    <a:pt x="20164" y="10217"/>
                    <a:pt x="19831" y="9917"/>
                  </a:cubicBezTo>
                  <a:cubicBezTo>
                    <a:pt x="19564" y="9617"/>
                    <a:pt x="19297" y="9117"/>
                    <a:pt x="19130" y="8483"/>
                  </a:cubicBezTo>
                  <a:cubicBezTo>
                    <a:pt x="18997" y="7882"/>
                    <a:pt x="18897" y="7149"/>
                    <a:pt x="18730" y="6381"/>
                  </a:cubicBezTo>
                  <a:cubicBezTo>
                    <a:pt x="18630" y="5948"/>
                    <a:pt x="18497" y="5581"/>
                    <a:pt x="18296" y="5147"/>
                  </a:cubicBezTo>
                  <a:cubicBezTo>
                    <a:pt x="18096" y="4780"/>
                    <a:pt x="17863" y="4380"/>
                    <a:pt x="17329" y="4113"/>
                  </a:cubicBezTo>
                  <a:cubicBezTo>
                    <a:pt x="17106" y="4002"/>
                    <a:pt x="16853" y="3959"/>
                    <a:pt x="16605" y="3959"/>
                  </a:cubicBezTo>
                  <a:cubicBezTo>
                    <a:pt x="16334" y="3959"/>
                    <a:pt x="16070" y="4010"/>
                    <a:pt x="15861" y="4080"/>
                  </a:cubicBezTo>
                  <a:cubicBezTo>
                    <a:pt x="15394" y="4213"/>
                    <a:pt x="15027" y="4413"/>
                    <a:pt x="14594" y="4580"/>
                  </a:cubicBezTo>
                  <a:cubicBezTo>
                    <a:pt x="14394" y="4714"/>
                    <a:pt x="14227" y="4747"/>
                    <a:pt x="14027" y="4814"/>
                  </a:cubicBezTo>
                  <a:cubicBezTo>
                    <a:pt x="13793" y="4914"/>
                    <a:pt x="13626" y="4947"/>
                    <a:pt x="13426" y="4980"/>
                  </a:cubicBezTo>
                  <a:cubicBezTo>
                    <a:pt x="13256" y="5027"/>
                    <a:pt x="13086" y="5052"/>
                    <a:pt x="12922" y="5052"/>
                  </a:cubicBezTo>
                  <a:cubicBezTo>
                    <a:pt x="12733" y="5052"/>
                    <a:pt x="12553" y="5019"/>
                    <a:pt x="12392" y="4947"/>
                  </a:cubicBezTo>
                  <a:cubicBezTo>
                    <a:pt x="12125" y="4814"/>
                    <a:pt x="11892" y="4580"/>
                    <a:pt x="11725" y="4247"/>
                  </a:cubicBezTo>
                  <a:cubicBezTo>
                    <a:pt x="11558" y="3913"/>
                    <a:pt x="11392" y="3546"/>
                    <a:pt x="11258" y="3212"/>
                  </a:cubicBezTo>
                  <a:cubicBezTo>
                    <a:pt x="10958" y="2479"/>
                    <a:pt x="10691" y="1645"/>
                    <a:pt x="10091" y="944"/>
                  </a:cubicBezTo>
                  <a:cubicBezTo>
                    <a:pt x="9790" y="611"/>
                    <a:pt x="9423" y="277"/>
                    <a:pt x="8923" y="110"/>
                  </a:cubicBezTo>
                  <a:cubicBezTo>
                    <a:pt x="8698" y="35"/>
                    <a:pt x="8466" y="1"/>
                    <a:pt x="82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72" name="Google Shape;3672;p30"/>
            <p:cNvSpPr/>
            <p:nvPr/>
          </p:nvSpPr>
          <p:spPr>
            <a:xfrm flipH="1">
              <a:off x="8782197" y="899830"/>
              <a:ext cx="17772" cy="18594"/>
            </a:xfrm>
            <a:custGeom>
              <a:avLst/>
              <a:gdLst/>
              <a:ahLst/>
              <a:cxnLst/>
              <a:rect l="l" t="t" r="r" b="b"/>
              <a:pathLst>
                <a:path w="735" h="769" extrusionOk="0">
                  <a:moveTo>
                    <a:pt x="568" y="1"/>
                  </a:moveTo>
                  <a:cubicBezTo>
                    <a:pt x="568" y="1"/>
                    <a:pt x="334" y="101"/>
                    <a:pt x="201" y="201"/>
                  </a:cubicBezTo>
                  <a:cubicBezTo>
                    <a:pt x="134" y="335"/>
                    <a:pt x="0" y="601"/>
                    <a:pt x="0" y="601"/>
                  </a:cubicBezTo>
                  <a:cubicBezTo>
                    <a:pt x="0" y="601"/>
                    <a:pt x="134" y="768"/>
                    <a:pt x="167" y="768"/>
                  </a:cubicBezTo>
                  <a:cubicBezTo>
                    <a:pt x="167" y="768"/>
                    <a:pt x="401" y="668"/>
                    <a:pt x="534" y="535"/>
                  </a:cubicBezTo>
                  <a:cubicBezTo>
                    <a:pt x="634" y="435"/>
                    <a:pt x="734" y="168"/>
                    <a:pt x="734" y="168"/>
                  </a:cubicBezTo>
                  <a:lnTo>
                    <a:pt x="56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73" name="Google Shape;3673;p30"/>
            <p:cNvSpPr/>
            <p:nvPr/>
          </p:nvSpPr>
          <p:spPr>
            <a:xfrm flipH="1">
              <a:off x="8766867" y="911122"/>
              <a:ext cx="27468" cy="32304"/>
            </a:xfrm>
            <a:custGeom>
              <a:avLst/>
              <a:gdLst/>
              <a:ahLst/>
              <a:cxnLst/>
              <a:rect l="l" t="t" r="r" b="b"/>
              <a:pathLst>
                <a:path w="1136" h="1336" extrusionOk="0">
                  <a:moveTo>
                    <a:pt x="968" y="1"/>
                  </a:moveTo>
                  <a:cubicBezTo>
                    <a:pt x="968" y="1"/>
                    <a:pt x="835" y="34"/>
                    <a:pt x="735" y="134"/>
                  </a:cubicBezTo>
                  <a:cubicBezTo>
                    <a:pt x="601" y="201"/>
                    <a:pt x="468" y="335"/>
                    <a:pt x="335" y="468"/>
                  </a:cubicBezTo>
                  <a:cubicBezTo>
                    <a:pt x="268" y="568"/>
                    <a:pt x="134" y="735"/>
                    <a:pt x="101" y="902"/>
                  </a:cubicBezTo>
                  <a:lnTo>
                    <a:pt x="1" y="1168"/>
                  </a:lnTo>
                  <a:cubicBezTo>
                    <a:pt x="68" y="1202"/>
                    <a:pt x="234" y="1302"/>
                    <a:pt x="268" y="1335"/>
                  </a:cubicBezTo>
                  <a:cubicBezTo>
                    <a:pt x="268" y="1335"/>
                    <a:pt x="335" y="1235"/>
                    <a:pt x="435" y="1135"/>
                  </a:cubicBezTo>
                  <a:cubicBezTo>
                    <a:pt x="501" y="1002"/>
                    <a:pt x="635" y="902"/>
                    <a:pt x="735" y="802"/>
                  </a:cubicBezTo>
                  <a:lnTo>
                    <a:pt x="968" y="401"/>
                  </a:lnTo>
                  <a:cubicBezTo>
                    <a:pt x="1068" y="301"/>
                    <a:pt x="1135" y="201"/>
                    <a:pt x="1135" y="201"/>
                  </a:cubicBezTo>
                  <a:cubicBezTo>
                    <a:pt x="1135" y="168"/>
                    <a:pt x="968" y="1"/>
                    <a:pt x="9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74" name="Google Shape;3674;p30"/>
            <p:cNvSpPr/>
            <p:nvPr/>
          </p:nvSpPr>
          <p:spPr>
            <a:xfrm flipH="1">
              <a:off x="8755575" y="934528"/>
              <a:ext cx="20190" cy="25824"/>
            </a:xfrm>
            <a:custGeom>
              <a:avLst/>
              <a:gdLst/>
              <a:ahLst/>
              <a:cxnLst/>
              <a:rect l="l" t="t" r="r" b="b"/>
              <a:pathLst>
                <a:path w="835" h="1068" extrusionOk="0">
                  <a:moveTo>
                    <a:pt x="634" y="0"/>
                  </a:moveTo>
                  <a:cubicBezTo>
                    <a:pt x="634" y="0"/>
                    <a:pt x="334" y="234"/>
                    <a:pt x="200" y="401"/>
                  </a:cubicBezTo>
                  <a:cubicBezTo>
                    <a:pt x="67" y="601"/>
                    <a:pt x="0" y="934"/>
                    <a:pt x="0" y="934"/>
                  </a:cubicBezTo>
                  <a:cubicBezTo>
                    <a:pt x="0" y="934"/>
                    <a:pt x="167" y="1068"/>
                    <a:pt x="200" y="1068"/>
                  </a:cubicBezTo>
                  <a:cubicBezTo>
                    <a:pt x="200" y="1068"/>
                    <a:pt x="501" y="834"/>
                    <a:pt x="634" y="667"/>
                  </a:cubicBezTo>
                  <a:cubicBezTo>
                    <a:pt x="734" y="434"/>
                    <a:pt x="834" y="100"/>
                    <a:pt x="834" y="100"/>
                  </a:cubicBezTo>
                  <a:lnTo>
                    <a:pt x="6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75" name="Google Shape;3675;p30"/>
            <p:cNvSpPr/>
            <p:nvPr/>
          </p:nvSpPr>
          <p:spPr>
            <a:xfrm flipH="1">
              <a:off x="8741864" y="960328"/>
              <a:ext cx="21012" cy="26816"/>
            </a:xfrm>
            <a:custGeom>
              <a:avLst/>
              <a:gdLst/>
              <a:ahLst/>
              <a:cxnLst/>
              <a:rect l="l" t="t" r="r" b="b"/>
              <a:pathLst>
                <a:path w="869" h="1109" extrusionOk="0">
                  <a:moveTo>
                    <a:pt x="735" y="1"/>
                  </a:moveTo>
                  <a:cubicBezTo>
                    <a:pt x="735" y="1"/>
                    <a:pt x="668" y="34"/>
                    <a:pt x="535" y="134"/>
                  </a:cubicBezTo>
                  <a:cubicBezTo>
                    <a:pt x="435" y="201"/>
                    <a:pt x="301" y="334"/>
                    <a:pt x="201" y="434"/>
                  </a:cubicBezTo>
                  <a:cubicBezTo>
                    <a:pt x="101" y="635"/>
                    <a:pt x="1" y="1001"/>
                    <a:pt x="1" y="1001"/>
                  </a:cubicBezTo>
                  <a:cubicBezTo>
                    <a:pt x="1" y="1030"/>
                    <a:pt x="124" y="1108"/>
                    <a:pt x="180" y="1108"/>
                  </a:cubicBezTo>
                  <a:cubicBezTo>
                    <a:pt x="189" y="1108"/>
                    <a:pt x="196" y="1106"/>
                    <a:pt x="201" y="1102"/>
                  </a:cubicBezTo>
                  <a:cubicBezTo>
                    <a:pt x="201" y="1102"/>
                    <a:pt x="501" y="835"/>
                    <a:pt x="635" y="668"/>
                  </a:cubicBezTo>
                  <a:cubicBezTo>
                    <a:pt x="668" y="601"/>
                    <a:pt x="735" y="468"/>
                    <a:pt x="801" y="368"/>
                  </a:cubicBezTo>
                  <a:lnTo>
                    <a:pt x="868" y="201"/>
                  </a:lnTo>
                  <a:lnTo>
                    <a:pt x="73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76" name="Google Shape;3676;p30"/>
            <p:cNvSpPr/>
            <p:nvPr/>
          </p:nvSpPr>
          <p:spPr>
            <a:xfrm flipH="1">
              <a:off x="8724938" y="999862"/>
              <a:ext cx="12936" cy="21786"/>
            </a:xfrm>
            <a:custGeom>
              <a:avLst/>
              <a:gdLst/>
              <a:ahLst/>
              <a:cxnLst/>
              <a:rect l="l" t="t" r="r" b="b"/>
              <a:pathLst>
                <a:path w="535" h="901" extrusionOk="0">
                  <a:moveTo>
                    <a:pt x="168" y="0"/>
                  </a:moveTo>
                  <a:lnTo>
                    <a:pt x="68" y="367"/>
                  </a:lnTo>
                  <a:lnTo>
                    <a:pt x="68" y="567"/>
                  </a:lnTo>
                  <a:cubicBezTo>
                    <a:pt x="1" y="667"/>
                    <a:pt x="1" y="701"/>
                    <a:pt x="1" y="701"/>
                  </a:cubicBezTo>
                  <a:cubicBezTo>
                    <a:pt x="1" y="734"/>
                    <a:pt x="168" y="868"/>
                    <a:pt x="168" y="901"/>
                  </a:cubicBezTo>
                  <a:cubicBezTo>
                    <a:pt x="168" y="901"/>
                    <a:pt x="268" y="868"/>
                    <a:pt x="335" y="767"/>
                  </a:cubicBezTo>
                  <a:cubicBezTo>
                    <a:pt x="435" y="701"/>
                    <a:pt x="501" y="534"/>
                    <a:pt x="501" y="467"/>
                  </a:cubicBezTo>
                  <a:cubicBezTo>
                    <a:pt x="535" y="234"/>
                    <a:pt x="435" y="0"/>
                    <a:pt x="4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77" name="Google Shape;3677;p30"/>
            <p:cNvSpPr/>
            <p:nvPr/>
          </p:nvSpPr>
          <p:spPr>
            <a:xfrm flipH="1">
              <a:off x="8565230" y="1007116"/>
              <a:ext cx="28266" cy="20190"/>
            </a:xfrm>
            <a:custGeom>
              <a:avLst/>
              <a:gdLst/>
              <a:ahLst/>
              <a:cxnLst/>
              <a:rect l="l" t="t" r="r" b="b"/>
              <a:pathLst>
                <a:path w="1169" h="835" extrusionOk="0">
                  <a:moveTo>
                    <a:pt x="835" y="0"/>
                  </a:moveTo>
                  <a:cubicBezTo>
                    <a:pt x="701" y="0"/>
                    <a:pt x="535" y="67"/>
                    <a:pt x="401" y="101"/>
                  </a:cubicBezTo>
                  <a:cubicBezTo>
                    <a:pt x="334" y="201"/>
                    <a:pt x="201" y="267"/>
                    <a:pt x="134" y="401"/>
                  </a:cubicBezTo>
                  <a:cubicBezTo>
                    <a:pt x="34" y="534"/>
                    <a:pt x="1" y="601"/>
                    <a:pt x="1" y="601"/>
                  </a:cubicBezTo>
                  <a:cubicBezTo>
                    <a:pt x="1" y="668"/>
                    <a:pt x="134" y="768"/>
                    <a:pt x="134" y="834"/>
                  </a:cubicBezTo>
                  <a:cubicBezTo>
                    <a:pt x="134" y="834"/>
                    <a:pt x="201" y="768"/>
                    <a:pt x="334" y="734"/>
                  </a:cubicBezTo>
                  <a:cubicBezTo>
                    <a:pt x="468" y="701"/>
                    <a:pt x="568" y="668"/>
                    <a:pt x="668" y="568"/>
                  </a:cubicBezTo>
                  <a:cubicBezTo>
                    <a:pt x="735" y="534"/>
                    <a:pt x="868" y="401"/>
                    <a:pt x="968" y="367"/>
                  </a:cubicBezTo>
                  <a:cubicBezTo>
                    <a:pt x="1035" y="267"/>
                    <a:pt x="1135" y="234"/>
                    <a:pt x="1135" y="234"/>
                  </a:cubicBezTo>
                  <a:cubicBezTo>
                    <a:pt x="1168" y="234"/>
                    <a:pt x="1068" y="0"/>
                    <a:pt x="10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78" name="Google Shape;3678;p30"/>
            <p:cNvSpPr/>
            <p:nvPr/>
          </p:nvSpPr>
          <p:spPr>
            <a:xfrm flipH="1">
              <a:off x="8562812" y="1036157"/>
              <a:ext cx="19392" cy="17772"/>
            </a:xfrm>
            <a:custGeom>
              <a:avLst/>
              <a:gdLst/>
              <a:ahLst/>
              <a:cxnLst/>
              <a:rect l="l" t="t" r="r" b="b"/>
              <a:pathLst>
                <a:path w="802" h="735" extrusionOk="0">
                  <a:moveTo>
                    <a:pt x="635" y="0"/>
                  </a:moveTo>
                  <a:cubicBezTo>
                    <a:pt x="635" y="0"/>
                    <a:pt x="334" y="67"/>
                    <a:pt x="201" y="200"/>
                  </a:cubicBezTo>
                  <a:cubicBezTo>
                    <a:pt x="168" y="234"/>
                    <a:pt x="68" y="367"/>
                    <a:pt x="34" y="467"/>
                  </a:cubicBezTo>
                  <a:cubicBezTo>
                    <a:pt x="1" y="534"/>
                    <a:pt x="1" y="634"/>
                    <a:pt x="1" y="634"/>
                  </a:cubicBezTo>
                  <a:cubicBezTo>
                    <a:pt x="34" y="634"/>
                    <a:pt x="201" y="701"/>
                    <a:pt x="201" y="734"/>
                  </a:cubicBezTo>
                  <a:cubicBezTo>
                    <a:pt x="201" y="734"/>
                    <a:pt x="234" y="701"/>
                    <a:pt x="334" y="667"/>
                  </a:cubicBezTo>
                  <a:cubicBezTo>
                    <a:pt x="368" y="634"/>
                    <a:pt x="501" y="567"/>
                    <a:pt x="535" y="534"/>
                  </a:cubicBezTo>
                  <a:cubicBezTo>
                    <a:pt x="668" y="467"/>
                    <a:pt x="801" y="167"/>
                    <a:pt x="801" y="167"/>
                  </a:cubicBezTo>
                  <a:lnTo>
                    <a:pt x="63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79" name="Google Shape;3679;p30"/>
            <p:cNvSpPr/>
            <p:nvPr/>
          </p:nvSpPr>
          <p:spPr>
            <a:xfrm flipH="1">
              <a:off x="8552317" y="1057121"/>
              <a:ext cx="29064" cy="25026"/>
            </a:xfrm>
            <a:custGeom>
              <a:avLst/>
              <a:gdLst/>
              <a:ahLst/>
              <a:cxnLst/>
              <a:rect l="l" t="t" r="r" b="b"/>
              <a:pathLst>
                <a:path w="1202" h="1035" extrusionOk="0">
                  <a:moveTo>
                    <a:pt x="1068" y="1"/>
                  </a:moveTo>
                  <a:lnTo>
                    <a:pt x="834" y="101"/>
                  </a:lnTo>
                  <a:cubicBezTo>
                    <a:pt x="667" y="134"/>
                    <a:pt x="534" y="201"/>
                    <a:pt x="434" y="301"/>
                  </a:cubicBezTo>
                  <a:cubicBezTo>
                    <a:pt x="200" y="468"/>
                    <a:pt x="0" y="835"/>
                    <a:pt x="0" y="835"/>
                  </a:cubicBezTo>
                  <a:cubicBezTo>
                    <a:pt x="0" y="868"/>
                    <a:pt x="167" y="1001"/>
                    <a:pt x="200" y="1035"/>
                  </a:cubicBezTo>
                  <a:cubicBezTo>
                    <a:pt x="200" y="1035"/>
                    <a:pt x="567" y="835"/>
                    <a:pt x="734" y="668"/>
                  </a:cubicBezTo>
                  <a:lnTo>
                    <a:pt x="1034" y="368"/>
                  </a:lnTo>
                  <a:lnTo>
                    <a:pt x="1201" y="201"/>
                  </a:lnTo>
                  <a:lnTo>
                    <a:pt x="106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80" name="Google Shape;3680;p30"/>
            <p:cNvSpPr/>
            <p:nvPr/>
          </p:nvSpPr>
          <p:spPr>
            <a:xfrm flipH="1">
              <a:off x="8548304" y="1088579"/>
              <a:ext cx="17748" cy="17772"/>
            </a:xfrm>
            <a:custGeom>
              <a:avLst/>
              <a:gdLst/>
              <a:ahLst/>
              <a:cxnLst/>
              <a:rect l="l" t="t" r="r" b="b"/>
              <a:pathLst>
                <a:path w="734" h="735" extrusionOk="0">
                  <a:moveTo>
                    <a:pt x="567" y="1"/>
                  </a:moveTo>
                  <a:cubicBezTo>
                    <a:pt x="567" y="1"/>
                    <a:pt x="334" y="67"/>
                    <a:pt x="200" y="201"/>
                  </a:cubicBezTo>
                  <a:cubicBezTo>
                    <a:pt x="100" y="334"/>
                    <a:pt x="0" y="568"/>
                    <a:pt x="0" y="568"/>
                  </a:cubicBezTo>
                  <a:cubicBezTo>
                    <a:pt x="0" y="634"/>
                    <a:pt x="167" y="734"/>
                    <a:pt x="167" y="734"/>
                  </a:cubicBezTo>
                  <a:cubicBezTo>
                    <a:pt x="167" y="734"/>
                    <a:pt x="400" y="668"/>
                    <a:pt x="534" y="534"/>
                  </a:cubicBezTo>
                  <a:cubicBezTo>
                    <a:pt x="634" y="401"/>
                    <a:pt x="734" y="167"/>
                    <a:pt x="734" y="167"/>
                  </a:cubicBezTo>
                  <a:lnTo>
                    <a:pt x="56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81" name="Google Shape;3681;p30"/>
            <p:cNvSpPr/>
            <p:nvPr/>
          </p:nvSpPr>
          <p:spPr>
            <a:xfrm flipH="1">
              <a:off x="8537809" y="1112783"/>
              <a:ext cx="16152" cy="20190"/>
            </a:xfrm>
            <a:custGeom>
              <a:avLst/>
              <a:gdLst/>
              <a:ahLst/>
              <a:cxnLst/>
              <a:rect l="l" t="t" r="r" b="b"/>
              <a:pathLst>
                <a:path w="668" h="835" extrusionOk="0">
                  <a:moveTo>
                    <a:pt x="367" y="0"/>
                  </a:moveTo>
                  <a:cubicBezTo>
                    <a:pt x="367" y="0"/>
                    <a:pt x="201" y="167"/>
                    <a:pt x="134" y="300"/>
                  </a:cubicBezTo>
                  <a:cubicBezTo>
                    <a:pt x="67" y="334"/>
                    <a:pt x="67" y="401"/>
                    <a:pt x="34" y="501"/>
                  </a:cubicBezTo>
                  <a:cubicBezTo>
                    <a:pt x="0" y="534"/>
                    <a:pt x="0" y="634"/>
                    <a:pt x="0" y="634"/>
                  </a:cubicBezTo>
                  <a:cubicBezTo>
                    <a:pt x="34" y="667"/>
                    <a:pt x="167" y="801"/>
                    <a:pt x="167" y="834"/>
                  </a:cubicBezTo>
                  <a:lnTo>
                    <a:pt x="334" y="734"/>
                  </a:lnTo>
                  <a:cubicBezTo>
                    <a:pt x="401" y="701"/>
                    <a:pt x="501" y="634"/>
                    <a:pt x="534" y="534"/>
                  </a:cubicBezTo>
                  <a:cubicBezTo>
                    <a:pt x="668" y="367"/>
                    <a:pt x="601" y="67"/>
                    <a:pt x="601" y="67"/>
                  </a:cubicBezTo>
                  <a:lnTo>
                    <a:pt x="36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82" name="Google Shape;3682;p30"/>
            <p:cNvSpPr/>
            <p:nvPr/>
          </p:nvSpPr>
          <p:spPr>
            <a:xfrm flipH="1">
              <a:off x="8521681" y="1128911"/>
              <a:ext cx="16950" cy="20190"/>
            </a:xfrm>
            <a:custGeom>
              <a:avLst/>
              <a:gdLst/>
              <a:ahLst/>
              <a:cxnLst/>
              <a:rect l="l" t="t" r="r" b="b"/>
              <a:pathLst>
                <a:path w="701" h="835" extrusionOk="0">
                  <a:moveTo>
                    <a:pt x="534" y="0"/>
                  </a:moveTo>
                  <a:cubicBezTo>
                    <a:pt x="534" y="0"/>
                    <a:pt x="234" y="67"/>
                    <a:pt x="100" y="234"/>
                  </a:cubicBezTo>
                  <a:cubicBezTo>
                    <a:pt x="67" y="367"/>
                    <a:pt x="0" y="467"/>
                    <a:pt x="0" y="567"/>
                  </a:cubicBezTo>
                  <a:lnTo>
                    <a:pt x="0" y="734"/>
                  </a:lnTo>
                  <a:lnTo>
                    <a:pt x="200" y="834"/>
                  </a:lnTo>
                  <a:lnTo>
                    <a:pt x="334" y="701"/>
                  </a:lnTo>
                  <a:lnTo>
                    <a:pt x="501" y="534"/>
                  </a:lnTo>
                  <a:cubicBezTo>
                    <a:pt x="567" y="401"/>
                    <a:pt x="701" y="167"/>
                    <a:pt x="701" y="167"/>
                  </a:cubicBezTo>
                  <a:lnTo>
                    <a:pt x="5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83" name="Google Shape;3683;p30"/>
            <p:cNvSpPr/>
            <p:nvPr/>
          </p:nvSpPr>
          <p:spPr>
            <a:xfrm flipH="1">
              <a:off x="8500717" y="1145837"/>
              <a:ext cx="12912" cy="12138"/>
            </a:xfrm>
            <a:custGeom>
              <a:avLst/>
              <a:gdLst/>
              <a:ahLst/>
              <a:cxnLst/>
              <a:rect l="l" t="t" r="r" b="b"/>
              <a:pathLst>
                <a:path w="534" h="502" extrusionOk="0">
                  <a:moveTo>
                    <a:pt x="200" y="1"/>
                  </a:moveTo>
                  <a:cubicBezTo>
                    <a:pt x="200" y="1"/>
                    <a:pt x="67" y="101"/>
                    <a:pt x="34" y="168"/>
                  </a:cubicBezTo>
                  <a:cubicBezTo>
                    <a:pt x="0" y="301"/>
                    <a:pt x="67" y="501"/>
                    <a:pt x="67" y="501"/>
                  </a:cubicBezTo>
                  <a:lnTo>
                    <a:pt x="334" y="501"/>
                  </a:lnTo>
                  <a:cubicBezTo>
                    <a:pt x="334" y="501"/>
                    <a:pt x="467" y="435"/>
                    <a:pt x="501" y="334"/>
                  </a:cubicBezTo>
                  <a:cubicBezTo>
                    <a:pt x="534" y="201"/>
                    <a:pt x="467" y="1"/>
                    <a:pt x="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84" name="Google Shape;3684;p30"/>
            <p:cNvSpPr/>
            <p:nvPr/>
          </p:nvSpPr>
          <p:spPr>
            <a:xfrm flipH="1">
              <a:off x="8342628" y="747713"/>
              <a:ext cx="423198" cy="183212"/>
            </a:xfrm>
            <a:custGeom>
              <a:avLst/>
              <a:gdLst/>
              <a:ahLst/>
              <a:cxnLst/>
              <a:rect l="l" t="t" r="r" b="b"/>
              <a:pathLst>
                <a:path w="17502" h="7577" extrusionOk="0">
                  <a:moveTo>
                    <a:pt x="7234" y="1"/>
                  </a:moveTo>
                  <a:cubicBezTo>
                    <a:pt x="6746" y="1"/>
                    <a:pt x="6237" y="162"/>
                    <a:pt x="5827" y="421"/>
                  </a:cubicBezTo>
                  <a:cubicBezTo>
                    <a:pt x="5160" y="788"/>
                    <a:pt x="4726" y="1322"/>
                    <a:pt x="4293" y="1822"/>
                  </a:cubicBezTo>
                  <a:cubicBezTo>
                    <a:pt x="3892" y="2322"/>
                    <a:pt x="3492" y="2856"/>
                    <a:pt x="3158" y="3356"/>
                  </a:cubicBezTo>
                  <a:cubicBezTo>
                    <a:pt x="2491" y="4324"/>
                    <a:pt x="1924" y="5258"/>
                    <a:pt x="1324" y="5525"/>
                  </a:cubicBezTo>
                  <a:cubicBezTo>
                    <a:pt x="1181" y="5614"/>
                    <a:pt x="1047" y="5646"/>
                    <a:pt x="928" y="5646"/>
                  </a:cubicBezTo>
                  <a:cubicBezTo>
                    <a:pt x="825" y="5646"/>
                    <a:pt x="734" y="5622"/>
                    <a:pt x="657" y="5591"/>
                  </a:cubicBezTo>
                  <a:cubicBezTo>
                    <a:pt x="490" y="5525"/>
                    <a:pt x="423" y="5458"/>
                    <a:pt x="423" y="5458"/>
                  </a:cubicBezTo>
                  <a:cubicBezTo>
                    <a:pt x="386" y="5428"/>
                    <a:pt x="342" y="5415"/>
                    <a:pt x="299" y="5415"/>
                  </a:cubicBezTo>
                  <a:cubicBezTo>
                    <a:pt x="148" y="5415"/>
                    <a:pt x="1" y="5577"/>
                    <a:pt x="156" y="5758"/>
                  </a:cubicBezTo>
                  <a:cubicBezTo>
                    <a:pt x="156" y="5758"/>
                    <a:pt x="256" y="5825"/>
                    <a:pt x="456" y="5958"/>
                  </a:cubicBezTo>
                  <a:cubicBezTo>
                    <a:pt x="557" y="5992"/>
                    <a:pt x="590" y="6025"/>
                    <a:pt x="657" y="6025"/>
                  </a:cubicBezTo>
                  <a:cubicBezTo>
                    <a:pt x="757" y="6025"/>
                    <a:pt x="823" y="6092"/>
                    <a:pt x="923" y="6092"/>
                  </a:cubicBezTo>
                  <a:cubicBezTo>
                    <a:pt x="990" y="6092"/>
                    <a:pt x="1124" y="6092"/>
                    <a:pt x="1224" y="6025"/>
                  </a:cubicBezTo>
                  <a:cubicBezTo>
                    <a:pt x="1290" y="6025"/>
                    <a:pt x="1424" y="5992"/>
                    <a:pt x="1491" y="5958"/>
                  </a:cubicBezTo>
                  <a:cubicBezTo>
                    <a:pt x="2258" y="5591"/>
                    <a:pt x="2892" y="4657"/>
                    <a:pt x="3592" y="3690"/>
                  </a:cubicBezTo>
                  <a:cubicBezTo>
                    <a:pt x="3926" y="3256"/>
                    <a:pt x="4293" y="2756"/>
                    <a:pt x="4726" y="2256"/>
                  </a:cubicBezTo>
                  <a:cubicBezTo>
                    <a:pt x="5093" y="1755"/>
                    <a:pt x="5560" y="1288"/>
                    <a:pt x="6094" y="988"/>
                  </a:cubicBezTo>
                  <a:cubicBezTo>
                    <a:pt x="6327" y="855"/>
                    <a:pt x="6594" y="755"/>
                    <a:pt x="6894" y="755"/>
                  </a:cubicBezTo>
                  <a:cubicBezTo>
                    <a:pt x="6928" y="732"/>
                    <a:pt x="6968" y="725"/>
                    <a:pt x="7013" y="725"/>
                  </a:cubicBezTo>
                  <a:cubicBezTo>
                    <a:pt x="7102" y="725"/>
                    <a:pt x="7206" y="755"/>
                    <a:pt x="7295" y="755"/>
                  </a:cubicBezTo>
                  <a:cubicBezTo>
                    <a:pt x="7461" y="755"/>
                    <a:pt x="7595" y="788"/>
                    <a:pt x="7728" y="821"/>
                  </a:cubicBezTo>
                  <a:cubicBezTo>
                    <a:pt x="7828" y="855"/>
                    <a:pt x="7962" y="921"/>
                    <a:pt x="8095" y="988"/>
                  </a:cubicBezTo>
                  <a:cubicBezTo>
                    <a:pt x="8229" y="1021"/>
                    <a:pt x="8329" y="1122"/>
                    <a:pt x="8462" y="1188"/>
                  </a:cubicBezTo>
                  <a:cubicBezTo>
                    <a:pt x="8729" y="1422"/>
                    <a:pt x="8896" y="1522"/>
                    <a:pt x="8996" y="1755"/>
                  </a:cubicBezTo>
                  <a:cubicBezTo>
                    <a:pt x="9296" y="2122"/>
                    <a:pt x="9430" y="2689"/>
                    <a:pt x="9763" y="3256"/>
                  </a:cubicBezTo>
                  <a:cubicBezTo>
                    <a:pt x="9830" y="3423"/>
                    <a:pt x="9963" y="3523"/>
                    <a:pt x="10097" y="3657"/>
                  </a:cubicBezTo>
                  <a:cubicBezTo>
                    <a:pt x="10230" y="3790"/>
                    <a:pt x="10397" y="3924"/>
                    <a:pt x="10497" y="3957"/>
                  </a:cubicBezTo>
                  <a:cubicBezTo>
                    <a:pt x="10764" y="4090"/>
                    <a:pt x="11097" y="4190"/>
                    <a:pt x="11398" y="4257"/>
                  </a:cubicBezTo>
                  <a:cubicBezTo>
                    <a:pt x="11481" y="4265"/>
                    <a:pt x="11560" y="4270"/>
                    <a:pt x="11636" y="4270"/>
                  </a:cubicBezTo>
                  <a:cubicBezTo>
                    <a:pt x="11865" y="4270"/>
                    <a:pt x="12065" y="4232"/>
                    <a:pt x="12265" y="4157"/>
                  </a:cubicBezTo>
                  <a:cubicBezTo>
                    <a:pt x="12498" y="4090"/>
                    <a:pt x="12665" y="3990"/>
                    <a:pt x="12832" y="3924"/>
                  </a:cubicBezTo>
                  <a:cubicBezTo>
                    <a:pt x="13166" y="3757"/>
                    <a:pt x="13399" y="3690"/>
                    <a:pt x="13499" y="3690"/>
                  </a:cubicBezTo>
                  <a:lnTo>
                    <a:pt x="13566" y="3690"/>
                  </a:lnTo>
                  <a:cubicBezTo>
                    <a:pt x="13694" y="3682"/>
                    <a:pt x="13820" y="3678"/>
                    <a:pt x="13943" y="3678"/>
                  </a:cubicBezTo>
                  <a:cubicBezTo>
                    <a:pt x="14810" y="3678"/>
                    <a:pt x="15533" y="3886"/>
                    <a:pt x="16001" y="4324"/>
                  </a:cubicBezTo>
                  <a:cubicBezTo>
                    <a:pt x="16501" y="4824"/>
                    <a:pt x="16768" y="5425"/>
                    <a:pt x="16902" y="5925"/>
                  </a:cubicBezTo>
                  <a:cubicBezTo>
                    <a:pt x="17002" y="6425"/>
                    <a:pt x="17002" y="6792"/>
                    <a:pt x="17068" y="7026"/>
                  </a:cubicBezTo>
                  <a:cubicBezTo>
                    <a:pt x="17102" y="7293"/>
                    <a:pt x="17102" y="7426"/>
                    <a:pt x="17102" y="7426"/>
                  </a:cubicBezTo>
                  <a:cubicBezTo>
                    <a:pt x="17117" y="7520"/>
                    <a:pt x="17199" y="7577"/>
                    <a:pt x="17284" y="7577"/>
                  </a:cubicBezTo>
                  <a:cubicBezTo>
                    <a:pt x="17382" y="7577"/>
                    <a:pt x="17484" y="7503"/>
                    <a:pt x="17502" y="7326"/>
                  </a:cubicBezTo>
                  <a:lnTo>
                    <a:pt x="17502" y="6926"/>
                  </a:lnTo>
                  <a:cubicBezTo>
                    <a:pt x="17469" y="6659"/>
                    <a:pt x="17469" y="6259"/>
                    <a:pt x="17335" y="5691"/>
                  </a:cubicBezTo>
                  <a:cubicBezTo>
                    <a:pt x="17235" y="5191"/>
                    <a:pt x="16968" y="4491"/>
                    <a:pt x="16334" y="3857"/>
                  </a:cubicBezTo>
                  <a:cubicBezTo>
                    <a:pt x="16001" y="3590"/>
                    <a:pt x="15601" y="3323"/>
                    <a:pt x="15100" y="3190"/>
                  </a:cubicBezTo>
                  <a:cubicBezTo>
                    <a:pt x="14740" y="3118"/>
                    <a:pt x="14362" y="3063"/>
                    <a:pt x="13966" y="3063"/>
                  </a:cubicBezTo>
                  <a:cubicBezTo>
                    <a:pt x="13813" y="3063"/>
                    <a:pt x="13657" y="3071"/>
                    <a:pt x="13499" y="3090"/>
                  </a:cubicBezTo>
                  <a:lnTo>
                    <a:pt x="13566" y="3090"/>
                  </a:lnTo>
                  <a:cubicBezTo>
                    <a:pt x="13399" y="3090"/>
                    <a:pt x="12999" y="3123"/>
                    <a:pt x="12632" y="3290"/>
                  </a:cubicBezTo>
                  <a:cubicBezTo>
                    <a:pt x="12334" y="3398"/>
                    <a:pt x="12036" y="3550"/>
                    <a:pt x="11721" y="3550"/>
                  </a:cubicBezTo>
                  <a:cubicBezTo>
                    <a:pt x="11647" y="3550"/>
                    <a:pt x="11573" y="3542"/>
                    <a:pt x="11498" y="3523"/>
                  </a:cubicBezTo>
                  <a:cubicBezTo>
                    <a:pt x="11298" y="3490"/>
                    <a:pt x="11097" y="3423"/>
                    <a:pt x="10897" y="3290"/>
                  </a:cubicBezTo>
                  <a:cubicBezTo>
                    <a:pt x="10764" y="3256"/>
                    <a:pt x="10730" y="3190"/>
                    <a:pt x="10630" y="3123"/>
                  </a:cubicBezTo>
                  <a:cubicBezTo>
                    <a:pt x="10564" y="3090"/>
                    <a:pt x="10464" y="2990"/>
                    <a:pt x="10430" y="2856"/>
                  </a:cubicBezTo>
                  <a:cubicBezTo>
                    <a:pt x="10163" y="2422"/>
                    <a:pt x="9997" y="1822"/>
                    <a:pt x="9663" y="1322"/>
                  </a:cubicBezTo>
                  <a:cubicBezTo>
                    <a:pt x="9496" y="1021"/>
                    <a:pt x="9163" y="788"/>
                    <a:pt x="8929" y="621"/>
                  </a:cubicBezTo>
                  <a:cubicBezTo>
                    <a:pt x="8796" y="521"/>
                    <a:pt x="8662" y="454"/>
                    <a:pt x="8496" y="354"/>
                  </a:cubicBezTo>
                  <a:cubicBezTo>
                    <a:pt x="8329" y="288"/>
                    <a:pt x="8162" y="188"/>
                    <a:pt x="7995" y="154"/>
                  </a:cubicBezTo>
                  <a:cubicBezTo>
                    <a:pt x="7760" y="48"/>
                    <a:pt x="7500" y="1"/>
                    <a:pt x="7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85" name="Google Shape;3685;p30"/>
            <p:cNvSpPr/>
            <p:nvPr/>
          </p:nvSpPr>
          <p:spPr>
            <a:xfrm flipH="1">
              <a:off x="7714746" y="245712"/>
              <a:ext cx="485728" cy="212808"/>
            </a:xfrm>
            <a:custGeom>
              <a:avLst/>
              <a:gdLst/>
              <a:ahLst/>
              <a:cxnLst/>
              <a:rect l="l" t="t" r="r" b="b"/>
              <a:pathLst>
                <a:path w="20088" h="8801" extrusionOk="0">
                  <a:moveTo>
                    <a:pt x="7230" y="0"/>
                  </a:moveTo>
                  <a:cubicBezTo>
                    <a:pt x="6997" y="0"/>
                    <a:pt x="6797" y="0"/>
                    <a:pt x="6597" y="34"/>
                  </a:cubicBezTo>
                  <a:cubicBezTo>
                    <a:pt x="6230" y="67"/>
                    <a:pt x="5829" y="234"/>
                    <a:pt x="5496" y="367"/>
                  </a:cubicBezTo>
                  <a:cubicBezTo>
                    <a:pt x="5129" y="534"/>
                    <a:pt x="4795" y="734"/>
                    <a:pt x="4562" y="1001"/>
                  </a:cubicBezTo>
                  <a:cubicBezTo>
                    <a:pt x="4262" y="1234"/>
                    <a:pt x="4061" y="1468"/>
                    <a:pt x="3795" y="1701"/>
                  </a:cubicBezTo>
                  <a:cubicBezTo>
                    <a:pt x="3328" y="2168"/>
                    <a:pt x="2894" y="2569"/>
                    <a:pt x="2460" y="2869"/>
                  </a:cubicBezTo>
                  <a:cubicBezTo>
                    <a:pt x="2165" y="3090"/>
                    <a:pt x="1834" y="3221"/>
                    <a:pt x="1560" y="3221"/>
                  </a:cubicBezTo>
                  <a:cubicBezTo>
                    <a:pt x="1462" y="3221"/>
                    <a:pt x="1372" y="3204"/>
                    <a:pt x="1293" y="3169"/>
                  </a:cubicBezTo>
                  <a:cubicBezTo>
                    <a:pt x="959" y="3036"/>
                    <a:pt x="759" y="2802"/>
                    <a:pt x="626" y="2635"/>
                  </a:cubicBezTo>
                  <a:cubicBezTo>
                    <a:pt x="459" y="2402"/>
                    <a:pt x="425" y="2335"/>
                    <a:pt x="425" y="2335"/>
                  </a:cubicBezTo>
                  <a:cubicBezTo>
                    <a:pt x="373" y="2273"/>
                    <a:pt x="308" y="2246"/>
                    <a:pt x="247" y="2246"/>
                  </a:cubicBezTo>
                  <a:cubicBezTo>
                    <a:pt x="113" y="2246"/>
                    <a:pt x="0" y="2375"/>
                    <a:pt x="92" y="2535"/>
                  </a:cubicBezTo>
                  <a:cubicBezTo>
                    <a:pt x="92" y="2535"/>
                    <a:pt x="192" y="2669"/>
                    <a:pt x="292" y="2869"/>
                  </a:cubicBezTo>
                  <a:cubicBezTo>
                    <a:pt x="459" y="3069"/>
                    <a:pt x="692" y="3369"/>
                    <a:pt x="1126" y="3569"/>
                  </a:cubicBezTo>
                  <a:cubicBezTo>
                    <a:pt x="1274" y="3633"/>
                    <a:pt x="1435" y="3656"/>
                    <a:pt x="1610" y="3656"/>
                  </a:cubicBezTo>
                  <a:cubicBezTo>
                    <a:pt x="1711" y="3656"/>
                    <a:pt x="1817" y="3648"/>
                    <a:pt x="1927" y="3636"/>
                  </a:cubicBezTo>
                  <a:cubicBezTo>
                    <a:pt x="2227" y="3569"/>
                    <a:pt x="2460" y="3469"/>
                    <a:pt x="2727" y="3303"/>
                  </a:cubicBezTo>
                  <a:cubicBezTo>
                    <a:pt x="3227" y="2969"/>
                    <a:pt x="3694" y="2535"/>
                    <a:pt x="4195" y="2068"/>
                  </a:cubicBezTo>
                  <a:cubicBezTo>
                    <a:pt x="4428" y="1868"/>
                    <a:pt x="4695" y="1635"/>
                    <a:pt x="4929" y="1401"/>
                  </a:cubicBezTo>
                  <a:cubicBezTo>
                    <a:pt x="5196" y="1201"/>
                    <a:pt x="5429" y="1034"/>
                    <a:pt x="5729" y="901"/>
                  </a:cubicBezTo>
                  <a:cubicBezTo>
                    <a:pt x="5896" y="868"/>
                    <a:pt x="6063" y="801"/>
                    <a:pt x="6230" y="734"/>
                  </a:cubicBezTo>
                  <a:cubicBezTo>
                    <a:pt x="6396" y="667"/>
                    <a:pt x="6563" y="667"/>
                    <a:pt x="6730" y="634"/>
                  </a:cubicBezTo>
                  <a:cubicBezTo>
                    <a:pt x="6897" y="567"/>
                    <a:pt x="7030" y="567"/>
                    <a:pt x="7197" y="567"/>
                  </a:cubicBezTo>
                  <a:cubicBezTo>
                    <a:pt x="7297" y="634"/>
                    <a:pt x="7464" y="634"/>
                    <a:pt x="7597" y="701"/>
                  </a:cubicBezTo>
                  <a:cubicBezTo>
                    <a:pt x="7864" y="834"/>
                    <a:pt x="8064" y="1034"/>
                    <a:pt x="8231" y="1335"/>
                  </a:cubicBezTo>
                  <a:cubicBezTo>
                    <a:pt x="8431" y="1635"/>
                    <a:pt x="8565" y="1902"/>
                    <a:pt x="8731" y="2235"/>
                  </a:cubicBezTo>
                  <a:cubicBezTo>
                    <a:pt x="8865" y="2569"/>
                    <a:pt x="9065" y="2902"/>
                    <a:pt x="9265" y="3203"/>
                  </a:cubicBezTo>
                  <a:cubicBezTo>
                    <a:pt x="9399" y="3336"/>
                    <a:pt x="9465" y="3503"/>
                    <a:pt x="9632" y="3636"/>
                  </a:cubicBezTo>
                  <a:cubicBezTo>
                    <a:pt x="9732" y="3670"/>
                    <a:pt x="9765" y="3736"/>
                    <a:pt x="9866" y="3803"/>
                  </a:cubicBezTo>
                  <a:lnTo>
                    <a:pt x="10099" y="3970"/>
                  </a:lnTo>
                  <a:cubicBezTo>
                    <a:pt x="10433" y="4203"/>
                    <a:pt x="10800" y="4237"/>
                    <a:pt x="11233" y="4237"/>
                  </a:cubicBezTo>
                  <a:cubicBezTo>
                    <a:pt x="11633" y="4237"/>
                    <a:pt x="12000" y="4070"/>
                    <a:pt x="12334" y="3970"/>
                  </a:cubicBezTo>
                  <a:cubicBezTo>
                    <a:pt x="13001" y="3670"/>
                    <a:pt x="13635" y="3236"/>
                    <a:pt x="14235" y="3236"/>
                  </a:cubicBezTo>
                  <a:cubicBezTo>
                    <a:pt x="14502" y="3236"/>
                    <a:pt x="14802" y="3336"/>
                    <a:pt x="15069" y="3536"/>
                  </a:cubicBezTo>
                  <a:cubicBezTo>
                    <a:pt x="15136" y="3569"/>
                    <a:pt x="15203" y="3636"/>
                    <a:pt x="15269" y="3670"/>
                  </a:cubicBezTo>
                  <a:lnTo>
                    <a:pt x="15436" y="3836"/>
                  </a:lnTo>
                  <a:cubicBezTo>
                    <a:pt x="15603" y="3970"/>
                    <a:pt x="15703" y="4036"/>
                    <a:pt x="15770" y="4170"/>
                  </a:cubicBezTo>
                  <a:cubicBezTo>
                    <a:pt x="16103" y="4737"/>
                    <a:pt x="16370" y="5404"/>
                    <a:pt x="16604" y="6005"/>
                  </a:cubicBezTo>
                  <a:cubicBezTo>
                    <a:pt x="16904" y="6572"/>
                    <a:pt x="17137" y="7172"/>
                    <a:pt x="17438" y="7672"/>
                  </a:cubicBezTo>
                  <a:cubicBezTo>
                    <a:pt x="17738" y="8173"/>
                    <a:pt x="18105" y="8640"/>
                    <a:pt x="18605" y="8740"/>
                  </a:cubicBezTo>
                  <a:cubicBezTo>
                    <a:pt x="18717" y="8782"/>
                    <a:pt x="18823" y="8800"/>
                    <a:pt x="18920" y="8800"/>
                  </a:cubicBezTo>
                  <a:cubicBezTo>
                    <a:pt x="19056" y="8800"/>
                    <a:pt x="19175" y="8765"/>
                    <a:pt x="19272" y="8706"/>
                  </a:cubicBezTo>
                  <a:cubicBezTo>
                    <a:pt x="19439" y="8640"/>
                    <a:pt x="19606" y="8540"/>
                    <a:pt x="19706" y="8473"/>
                  </a:cubicBezTo>
                  <a:cubicBezTo>
                    <a:pt x="19773" y="8373"/>
                    <a:pt x="19873" y="8340"/>
                    <a:pt x="19906" y="8306"/>
                  </a:cubicBezTo>
                  <a:lnTo>
                    <a:pt x="19973" y="8206"/>
                  </a:lnTo>
                  <a:cubicBezTo>
                    <a:pt x="20087" y="8046"/>
                    <a:pt x="20013" y="7917"/>
                    <a:pt x="19901" y="7917"/>
                  </a:cubicBezTo>
                  <a:cubicBezTo>
                    <a:pt x="19850" y="7917"/>
                    <a:pt x="19791" y="7943"/>
                    <a:pt x="19739" y="8006"/>
                  </a:cubicBezTo>
                  <a:lnTo>
                    <a:pt x="19673" y="8039"/>
                  </a:lnTo>
                  <a:cubicBezTo>
                    <a:pt x="19606" y="8073"/>
                    <a:pt x="19572" y="8139"/>
                    <a:pt x="19472" y="8206"/>
                  </a:cubicBezTo>
                  <a:cubicBezTo>
                    <a:pt x="19342" y="8284"/>
                    <a:pt x="19129" y="8404"/>
                    <a:pt x="18915" y="8404"/>
                  </a:cubicBezTo>
                  <a:cubicBezTo>
                    <a:pt x="18856" y="8404"/>
                    <a:pt x="18796" y="8395"/>
                    <a:pt x="18739" y="8373"/>
                  </a:cubicBezTo>
                  <a:cubicBezTo>
                    <a:pt x="18438" y="8306"/>
                    <a:pt x="18105" y="7906"/>
                    <a:pt x="17838" y="7472"/>
                  </a:cubicBezTo>
                  <a:cubicBezTo>
                    <a:pt x="17604" y="7005"/>
                    <a:pt x="17404" y="6472"/>
                    <a:pt x="17137" y="5838"/>
                  </a:cubicBezTo>
                  <a:cubicBezTo>
                    <a:pt x="16904" y="5204"/>
                    <a:pt x="16737" y="4537"/>
                    <a:pt x="16303" y="3870"/>
                  </a:cubicBezTo>
                  <a:cubicBezTo>
                    <a:pt x="16237" y="3703"/>
                    <a:pt x="16070" y="3536"/>
                    <a:pt x="15937" y="3403"/>
                  </a:cubicBezTo>
                  <a:lnTo>
                    <a:pt x="15736" y="3203"/>
                  </a:lnTo>
                  <a:cubicBezTo>
                    <a:pt x="15636" y="3169"/>
                    <a:pt x="15570" y="3069"/>
                    <a:pt x="15470" y="3036"/>
                  </a:cubicBezTo>
                  <a:cubicBezTo>
                    <a:pt x="15136" y="2802"/>
                    <a:pt x="14736" y="2635"/>
                    <a:pt x="14269" y="2635"/>
                  </a:cubicBezTo>
                  <a:cubicBezTo>
                    <a:pt x="13802" y="2635"/>
                    <a:pt x="13401" y="2736"/>
                    <a:pt x="13068" y="2902"/>
                  </a:cubicBezTo>
                  <a:cubicBezTo>
                    <a:pt x="12734" y="3069"/>
                    <a:pt x="12401" y="3236"/>
                    <a:pt x="12100" y="3369"/>
                  </a:cubicBezTo>
                  <a:cubicBezTo>
                    <a:pt x="11800" y="3503"/>
                    <a:pt x="11500" y="3569"/>
                    <a:pt x="11233" y="3569"/>
                  </a:cubicBezTo>
                  <a:cubicBezTo>
                    <a:pt x="11200" y="3592"/>
                    <a:pt x="11174" y="3599"/>
                    <a:pt x="11150" y="3599"/>
                  </a:cubicBezTo>
                  <a:cubicBezTo>
                    <a:pt x="11103" y="3599"/>
                    <a:pt x="11066" y="3569"/>
                    <a:pt x="11000" y="3569"/>
                  </a:cubicBezTo>
                  <a:cubicBezTo>
                    <a:pt x="10933" y="3569"/>
                    <a:pt x="10900" y="3569"/>
                    <a:pt x="10800" y="3536"/>
                  </a:cubicBezTo>
                  <a:lnTo>
                    <a:pt x="10599" y="3503"/>
                  </a:lnTo>
                  <a:cubicBezTo>
                    <a:pt x="10566" y="3469"/>
                    <a:pt x="10499" y="3469"/>
                    <a:pt x="10499" y="3469"/>
                  </a:cubicBezTo>
                  <a:lnTo>
                    <a:pt x="10433" y="3403"/>
                  </a:lnTo>
                  <a:cubicBezTo>
                    <a:pt x="9966" y="3136"/>
                    <a:pt x="9599" y="2635"/>
                    <a:pt x="9298" y="2002"/>
                  </a:cubicBezTo>
                  <a:cubicBezTo>
                    <a:pt x="9132" y="1701"/>
                    <a:pt x="8965" y="1368"/>
                    <a:pt x="8765" y="1034"/>
                  </a:cubicBezTo>
                  <a:cubicBezTo>
                    <a:pt x="8598" y="701"/>
                    <a:pt x="8264" y="334"/>
                    <a:pt x="7831" y="167"/>
                  </a:cubicBezTo>
                  <a:cubicBezTo>
                    <a:pt x="7664" y="34"/>
                    <a:pt x="7430" y="34"/>
                    <a:pt x="72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86" name="Google Shape;3686;p30"/>
            <p:cNvSpPr/>
            <p:nvPr/>
          </p:nvSpPr>
          <p:spPr>
            <a:xfrm flipH="1">
              <a:off x="8400491" y="290059"/>
              <a:ext cx="472574" cy="304837"/>
            </a:xfrm>
            <a:custGeom>
              <a:avLst/>
              <a:gdLst/>
              <a:ahLst/>
              <a:cxnLst/>
              <a:rect l="l" t="t" r="r" b="b"/>
              <a:pathLst>
                <a:path w="19544" h="12607" extrusionOk="0">
                  <a:moveTo>
                    <a:pt x="6326" y="1"/>
                  </a:moveTo>
                  <a:cubicBezTo>
                    <a:pt x="6092" y="1"/>
                    <a:pt x="5892" y="34"/>
                    <a:pt x="5692" y="68"/>
                  </a:cubicBezTo>
                  <a:cubicBezTo>
                    <a:pt x="5492" y="168"/>
                    <a:pt x="5325" y="201"/>
                    <a:pt x="5092" y="301"/>
                  </a:cubicBezTo>
                  <a:cubicBezTo>
                    <a:pt x="4891" y="368"/>
                    <a:pt x="4725" y="468"/>
                    <a:pt x="4558" y="535"/>
                  </a:cubicBezTo>
                  <a:cubicBezTo>
                    <a:pt x="4391" y="568"/>
                    <a:pt x="4191" y="735"/>
                    <a:pt x="4058" y="868"/>
                  </a:cubicBezTo>
                  <a:cubicBezTo>
                    <a:pt x="3724" y="1135"/>
                    <a:pt x="3524" y="1469"/>
                    <a:pt x="3357" y="1735"/>
                  </a:cubicBezTo>
                  <a:cubicBezTo>
                    <a:pt x="2990" y="2369"/>
                    <a:pt x="2690" y="2903"/>
                    <a:pt x="2390" y="3403"/>
                  </a:cubicBezTo>
                  <a:cubicBezTo>
                    <a:pt x="2089" y="3870"/>
                    <a:pt x="1756" y="4304"/>
                    <a:pt x="1489" y="4504"/>
                  </a:cubicBezTo>
                  <a:cubicBezTo>
                    <a:pt x="1276" y="4646"/>
                    <a:pt x="1063" y="4687"/>
                    <a:pt x="885" y="4687"/>
                  </a:cubicBezTo>
                  <a:cubicBezTo>
                    <a:pt x="813" y="4687"/>
                    <a:pt x="746" y="4681"/>
                    <a:pt x="688" y="4671"/>
                  </a:cubicBezTo>
                  <a:cubicBezTo>
                    <a:pt x="588" y="4638"/>
                    <a:pt x="522" y="4638"/>
                    <a:pt x="488" y="4571"/>
                  </a:cubicBezTo>
                  <a:cubicBezTo>
                    <a:pt x="422" y="4537"/>
                    <a:pt x="388" y="4537"/>
                    <a:pt x="388" y="4537"/>
                  </a:cubicBezTo>
                  <a:cubicBezTo>
                    <a:pt x="353" y="4514"/>
                    <a:pt x="318" y="4504"/>
                    <a:pt x="284" y="4504"/>
                  </a:cubicBezTo>
                  <a:cubicBezTo>
                    <a:pt x="122" y="4504"/>
                    <a:pt x="1" y="4733"/>
                    <a:pt x="221" y="4871"/>
                  </a:cubicBezTo>
                  <a:cubicBezTo>
                    <a:pt x="221" y="4871"/>
                    <a:pt x="255" y="4871"/>
                    <a:pt x="322" y="4904"/>
                  </a:cubicBezTo>
                  <a:cubicBezTo>
                    <a:pt x="388" y="4938"/>
                    <a:pt x="488" y="5004"/>
                    <a:pt x="588" y="5038"/>
                  </a:cubicBezTo>
                  <a:cubicBezTo>
                    <a:pt x="686" y="5074"/>
                    <a:pt x="811" y="5098"/>
                    <a:pt x="949" y="5098"/>
                  </a:cubicBezTo>
                  <a:cubicBezTo>
                    <a:pt x="1188" y="5098"/>
                    <a:pt x="1469" y="5028"/>
                    <a:pt x="1723" y="4838"/>
                  </a:cubicBezTo>
                  <a:cubicBezTo>
                    <a:pt x="2556" y="4237"/>
                    <a:pt x="3090" y="3136"/>
                    <a:pt x="3824" y="2002"/>
                  </a:cubicBezTo>
                  <a:cubicBezTo>
                    <a:pt x="4024" y="1735"/>
                    <a:pt x="4191" y="1469"/>
                    <a:pt x="4424" y="1235"/>
                  </a:cubicBezTo>
                  <a:cubicBezTo>
                    <a:pt x="4658" y="1035"/>
                    <a:pt x="5025" y="968"/>
                    <a:pt x="5325" y="801"/>
                  </a:cubicBezTo>
                  <a:cubicBezTo>
                    <a:pt x="5492" y="701"/>
                    <a:pt x="5659" y="668"/>
                    <a:pt x="5825" y="635"/>
                  </a:cubicBezTo>
                  <a:cubicBezTo>
                    <a:pt x="5992" y="635"/>
                    <a:pt x="6159" y="635"/>
                    <a:pt x="6326" y="568"/>
                  </a:cubicBezTo>
                  <a:cubicBezTo>
                    <a:pt x="6593" y="635"/>
                    <a:pt x="6926" y="668"/>
                    <a:pt x="7193" y="868"/>
                  </a:cubicBezTo>
                  <a:cubicBezTo>
                    <a:pt x="7360" y="968"/>
                    <a:pt x="7427" y="1135"/>
                    <a:pt x="7560" y="1202"/>
                  </a:cubicBezTo>
                  <a:cubicBezTo>
                    <a:pt x="7660" y="1335"/>
                    <a:pt x="7760" y="1469"/>
                    <a:pt x="7860" y="1635"/>
                  </a:cubicBezTo>
                  <a:cubicBezTo>
                    <a:pt x="8027" y="1969"/>
                    <a:pt x="8194" y="2236"/>
                    <a:pt x="8361" y="2569"/>
                  </a:cubicBezTo>
                  <a:cubicBezTo>
                    <a:pt x="8694" y="3237"/>
                    <a:pt x="8928" y="3904"/>
                    <a:pt x="9361" y="4504"/>
                  </a:cubicBezTo>
                  <a:cubicBezTo>
                    <a:pt x="9595" y="4804"/>
                    <a:pt x="9828" y="5071"/>
                    <a:pt x="10095" y="5338"/>
                  </a:cubicBezTo>
                  <a:cubicBezTo>
                    <a:pt x="10395" y="5572"/>
                    <a:pt x="10729" y="5838"/>
                    <a:pt x="11096" y="6005"/>
                  </a:cubicBezTo>
                  <a:cubicBezTo>
                    <a:pt x="11863" y="6339"/>
                    <a:pt x="12664" y="6405"/>
                    <a:pt x="13264" y="6672"/>
                  </a:cubicBezTo>
                  <a:cubicBezTo>
                    <a:pt x="13898" y="6906"/>
                    <a:pt x="14398" y="7406"/>
                    <a:pt x="14732" y="8040"/>
                  </a:cubicBezTo>
                  <a:cubicBezTo>
                    <a:pt x="15065" y="8674"/>
                    <a:pt x="15366" y="9341"/>
                    <a:pt x="15599" y="9975"/>
                  </a:cubicBezTo>
                  <a:cubicBezTo>
                    <a:pt x="15866" y="10575"/>
                    <a:pt x="16166" y="11176"/>
                    <a:pt x="16533" y="11676"/>
                  </a:cubicBezTo>
                  <a:cubicBezTo>
                    <a:pt x="16900" y="12176"/>
                    <a:pt x="17400" y="12510"/>
                    <a:pt x="17901" y="12577"/>
                  </a:cubicBezTo>
                  <a:cubicBezTo>
                    <a:pt x="17967" y="12599"/>
                    <a:pt x="18042" y="12606"/>
                    <a:pt x="18117" y="12606"/>
                  </a:cubicBezTo>
                  <a:cubicBezTo>
                    <a:pt x="18268" y="12606"/>
                    <a:pt x="18423" y="12577"/>
                    <a:pt x="18535" y="12577"/>
                  </a:cubicBezTo>
                  <a:cubicBezTo>
                    <a:pt x="18701" y="12577"/>
                    <a:pt x="18868" y="12543"/>
                    <a:pt x="19002" y="12510"/>
                  </a:cubicBezTo>
                  <a:cubicBezTo>
                    <a:pt x="19102" y="12510"/>
                    <a:pt x="19202" y="12476"/>
                    <a:pt x="19235" y="12410"/>
                  </a:cubicBezTo>
                  <a:cubicBezTo>
                    <a:pt x="19268" y="12376"/>
                    <a:pt x="19335" y="12376"/>
                    <a:pt x="19335" y="12376"/>
                  </a:cubicBezTo>
                  <a:cubicBezTo>
                    <a:pt x="19543" y="12257"/>
                    <a:pt x="19460" y="12032"/>
                    <a:pt x="19297" y="12032"/>
                  </a:cubicBezTo>
                  <a:cubicBezTo>
                    <a:pt x="19278" y="12032"/>
                    <a:pt x="19257" y="12036"/>
                    <a:pt x="19235" y="12043"/>
                  </a:cubicBezTo>
                  <a:cubicBezTo>
                    <a:pt x="19235" y="12043"/>
                    <a:pt x="19202" y="12076"/>
                    <a:pt x="19168" y="12076"/>
                  </a:cubicBezTo>
                  <a:cubicBezTo>
                    <a:pt x="19102" y="12076"/>
                    <a:pt x="19035" y="12143"/>
                    <a:pt x="18901" y="12176"/>
                  </a:cubicBezTo>
                  <a:cubicBezTo>
                    <a:pt x="18835" y="12210"/>
                    <a:pt x="18701" y="12243"/>
                    <a:pt x="18535" y="12243"/>
                  </a:cubicBezTo>
                  <a:cubicBezTo>
                    <a:pt x="18401" y="12243"/>
                    <a:pt x="18201" y="12243"/>
                    <a:pt x="18034" y="12210"/>
                  </a:cubicBezTo>
                  <a:cubicBezTo>
                    <a:pt x="17667" y="12143"/>
                    <a:pt x="17267" y="11876"/>
                    <a:pt x="16933" y="11409"/>
                  </a:cubicBezTo>
                  <a:cubicBezTo>
                    <a:pt x="16600" y="11009"/>
                    <a:pt x="16366" y="10408"/>
                    <a:pt x="16099" y="9808"/>
                  </a:cubicBezTo>
                  <a:cubicBezTo>
                    <a:pt x="15866" y="9174"/>
                    <a:pt x="15666" y="8507"/>
                    <a:pt x="15266" y="7806"/>
                  </a:cubicBezTo>
                  <a:cubicBezTo>
                    <a:pt x="14899" y="7073"/>
                    <a:pt x="14332" y="6405"/>
                    <a:pt x="13531" y="6072"/>
                  </a:cubicBezTo>
                  <a:cubicBezTo>
                    <a:pt x="12764" y="5738"/>
                    <a:pt x="11997" y="5672"/>
                    <a:pt x="11396" y="5371"/>
                  </a:cubicBezTo>
                  <a:cubicBezTo>
                    <a:pt x="11096" y="5238"/>
                    <a:pt x="10862" y="5038"/>
                    <a:pt x="10596" y="4838"/>
                  </a:cubicBezTo>
                  <a:cubicBezTo>
                    <a:pt x="10362" y="4638"/>
                    <a:pt x="10162" y="4371"/>
                    <a:pt x="9995" y="4137"/>
                  </a:cubicBezTo>
                  <a:cubicBezTo>
                    <a:pt x="9662" y="3637"/>
                    <a:pt x="9361" y="2970"/>
                    <a:pt x="9028" y="2303"/>
                  </a:cubicBezTo>
                  <a:cubicBezTo>
                    <a:pt x="8861" y="1969"/>
                    <a:pt x="8661" y="1635"/>
                    <a:pt x="8427" y="1302"/>
                  </a:cubicBezTo>
                  <a:cubicBezTo>
                    <a:pt x="8361" y="1135"/>
                    <a:pt x="8194" y="968"/>
                    <a:pt x="8060" y="801"/>
                  </a:cubicBezTo>
                  <a:cubicBezTo>
                    <a:pt x="7894" y="668"/>
                    <a:pt x="7760" y="501"/>
                    <a:pt x="7560" y="368"/>
                  </a:cubicBezTo>
                  <a:cubicBezTo>
                    <a:pt x="7226" y="68"/>
                    <a:pt x="6726" y="1"/>
                    <a:pt x="63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87" name="Google Shape;3687;p30"/>
            <p:cNvSpPr/>
            <p:nvPr/>
          </p:nvSpPr>
          <p:spPr>
            <a:xfrm flipH="1">
              <a:off x="8568470" y="782653"/>
              <a:ext cx="21786" cy="12356"/>
            </a:xfrm>
            <a:custGeom>
              <a:avLst/>
              <a:gdLst/>
              <a:ahLst/>
              <a:cxnLst/>
              <a:rect l="l" t="t" r="r" b="b"/>
              <a:pathLst>
                <a:path w="901" h="511" extrusionOk="0">
                  <a:moveTo>
                    <a:pt x="513" y="1"/>
                  </a:moveTo>
                  <a:cubicBezTo>
                    <a:pt x="473" y="1"/>
                    <a:pt x="434" y="3"/>
                    <a:pt x="401" y="10"/>
                  </a:cubicBezTo>
                  <a:cubicBezTo>
                    <a:pt x="234" y="43"/>
                    <a:pt x="0" y="177"/>
                    <a:pt x="0" y="177"/>
                  </a:cubicBezTo>
                  <a:lnTo>
                    <a:pt x="0" y="444"/>
                  </a:lnTo>
                  <a:cubicBezTo>
                    <a:pt x="0" y="444"/>
                    <a:pt x="267" y="510"/>
                    <a:pt x="501" y="510"/>
                  </a:cubicBezTo>
                  <a:cubicBezTo>
                    <a:pt x="667" y="477"/>
                    <a:pt x="901" y="310"/>
                    <a:pt x="901" y="310"/>
                  </a:cubicBezTo>
                  <a:cubicBezTo>
                    <a:pt x="901" y="277"/>
                    <a:pt x="834" y="43"/>
                    <a:pt x="868" y="43"/>
                  </a:cubicBezTo>
                  <a:cubicBezTo>
                    <a:pt x="868" y="43"/>
                    <a:pt x="675"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88" name="Google Shape;3688;p30"/>
            <p:cNvSpPr/>
            <p:nvPr/>
          </p:nvSpPr>
          <p:spPr>
            <a:xfrm flipH="1">
              <a:off x="8561191" y="798782"/>
              <a:ext cx="20190" cy="12356"/>
            </a:xfrm>
            <a:custGeom>
              <a:avLst/>
              <a:gdLst/>
              <a:ahLst/>
              <a:cxnLst/>
              <a:rect l="l" t="t" r="r" b="b"/>
              <a:pathLst>
                <a:path w="835" h="511" extrusionOk="0">
                  <a:moveTo>
                    <a:pt x="423" y="1"/>
                  </a:moveTo>
                  <a:cubicBezTo>
                    <a:pt x="391" y="1"/>
                    <a:pt x="360" y="4"/>
                    <a:pt x="334" y="10"/>
                  </a:cubicBezTo>
                  <a:cubicBezTo>
                    <a:pt x="200" y="44"/>
                    <a:pt x="0" y="177"/>
                    <a:pt x="0" y="177"/>
                  </a:cubicBezTo>
                  <a:lnTo>
                    <a:pt x="0" y="411"/>
                  </a:lnTo>
                  <a:cubicBezTo>
                    <a:pt x="0" y="411"/>
                    <a:pt x="234" y="511"/>
                    <a:pt x="434" y="511"/>
                  </a:cubicBezTo>
                  <a:cubicBezTo>
                    <a:pt x="601" y="477"/>
                    <a:pt x="801" y="310"/>
                    <a:pt x="801" y="310"/>
                  </a:cubicBezTo>
                  <a:cubicBezTo>
                    <a:pt x="834" y="310"/>
                    <a:pt x="734" y="77"/>
                    <a:pt x="701" y="44"/>
                  </a:cubicBezTo>
                  <a:cubicBezTo>
                    <a:pt x="701" y="44"/>
                    <a:pt x="551"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89" name="Google Shape;3689;p30"/>
            <p:cNvSpPr/>
            <p:nvPr/>
          </p:nvSpPr>
          <p:spPr>
            <a:xfrm flipH="1">
              <a:off x="8553937" y="823203"/>
              <a:ext cx="20190" cy="12138"/>
            </a:xfrm>
            <a:custGeom>
              <a:avLst/>
              <a:gdLst/>
              <a:ahLst/>
              <a:cxnLst/>
              <a:rect l="l" t="t" r="r" b="b"/>
              <a:pathLst>
                <a:path w="835" h="502" extrusionOk="0">
                  <a:moveTo>
                    <a:pt x="668" y="1"/>
                  </a:moveTo>
                  <a:cubicBezTo>
                    <a:pt x="668" y="1"/>
                    <a:pt x="434" y="1"/>
                    <a:pt x="334" y="34"/>
                  </a:cubicBezTo>
                  <a:cubicBezTo>
                    <a:pt x="234" y="34"/>
                    <a:pt x="201" y="101"/>
                    <a:pt x="134" y="134"/>
                  </a:cubicBezTo>
                  <a:cubicBezTo>
                    <a:pt x="34" y="168"/>
                    <a:pt x="0" y="201"/>
                    <a:pt x="0" y="201"/>
                  </a:cubicBezTo>
                  <a:lnTo>
                    <a:pt x="0" y="468"/>
                  </a:lnTo>
                  <a:cubicBezTo>
                    <a:pt x="0" y="468"/>
                    <a:pt x="67" y="468"/>
                    <a:pt x="167" y="501"/>
                  </a:cubicBezTo>
                  <a:lnTo>
                    <a:pt x="467" y="501"/>
                  </a:lnTo>
                  <a:cubicBezTo>
                    <a:pt x="534" y="468"/>
                    <a:pt x="634" y="435"/>
                    <a:pt x="701" y="335"/>
                  </a:cubicBezTo>
                  <a:lnTo>
                    <a:pt x="834" y="201"/>
                  </a:lnTo>
                  <a:cubicBezTo>
                    <a:pt x="834" y="168"/>
                    <a:pt x="701" y="1"/>
                    <a:pt x="6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90" name="Google Shape;3690;p30"/>
            <p:cNvSpPr/>
            <p:nvPr/>
          </p:nvSpPr>
          <p:spPr>
            <a:xfrm flipH="1">
              <a:off x="8384557" y="854662"/>
              <a:ext cx="33102" cy="12936"/>
            </a:xfrm>
            <a:custGeom>
              <a:avLst/>
              <a:gdLst/>
              <a:ahLst/>
              <a:cxnLst/>
              <a:rect l="l" t="t" r="r" b="b"/>
              <a:pathLst>
                <a:path w="1369" h="535" extrusionOk="0">
                  <a:moveTo>
                    <a:pt x="1235" y="1"/>
                  </a:moveTo>
                  <a:cubicBezTo>
                    <a:pt x="1235" y="1"/>
                    <a:pt x="868" y="1"/>
                    <a:pt x="601" y="34"/>
                  </a:cubicBezTo>
                  <a:cubicBezTo>
                    <a:pt x="368" y="68"/>
                    <a:pt x="1" y="201"/>
                    <a:pt x="1" y="201"/>
                  </a:cubicBezTo>
                  <a:lnTo>
                    <a:pt x="1" y="468"/>
                  </a:lnTo>
                  <a:cubicBezTo>
                    <a:pt x="1" y="468"/>
                    <a:pt x="401" y="535"/>
                    <a:pt x="701" y="535"/>
                  </a:cubicBezTo>
                  <a:cubicBezTo>
                    <a:pt x="935" y="468"/>
                    <a:pt x="1335" y="234"/>
                    <a:pt x="1335" y="234"/>
                  </a:cubicBezTo>
                  <a:cubicBezTo>
                    <a:pt x="1368" y="201"/>
                    <a:pt x="1268" y="1"/>
                    <a:pt x="12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91" name="Google Shape;3691;p30"/>
            <p:cNvSpPr/>
            <p:nvPr/>
          </p:nvSpPr>
          <p:spPr>
            <a:xfrm flipH="1">
              <a:off x="8378923" y="875650"/>
              <a:ext cx="26622" cy="13734"/>
            </a:xfrm>
            <a:custGeom>
              <a:avLst/>
              <a:gdLst/>
              <a:ahLst/>
              <a:cxnLst/>
              <a:rect l="l" t="t" r="r" b="b"/>
              <a:pathLst>
                <a:path w="1101" h="568" extrusionOk="0">
                  <a:moveTo>
                    <a:pt x="1034" y="0"/>
                  </a:moveTo>
                  <a:cubicBezTo>
                    <a:pt x="1034" y="0"/>
                    <a:pt x="701" y="0"/>
                    <a:pt x="500" y="34"/>
                  </a:cubicBezTo>
                  <a:cubicBezTo>
                    <a:pt x="267" y="134"/>
                    <a:pt x="0" y="334"/>
                    <a:pt x="0" y="334"/>
                  </a:cubicBezTo>
                  <a:cubicBezTo>
                    <a:pt x="0" y="367"/>
                    <a:pt x="67" y="567"/>
                    <a:pt x="67" y="567"/>
                  </a:cubicBezTo>
                  <a:cubicBezTo>
                    <a:pt x="67" y="567"/>
                    <a:pt x="400" y="567"/>
                    <a:pt x="601" y="534"/>
                  </a:cubicBezTo>
                  <a:cubicBezTo>
                    <a:pt x="834" y="467"/>
                    <a:pt x="1101" y="234"/>
                    <a:pt x="1101" y="234"/>
                  </a:cubicBezTo>
                  <a:cubicBezTo>
                    <a:pt x="1101" y="234"/>
                    <a:pt x="1068" y="34"/>
                    <a:pt x="10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92" name="Google Shape;3692;p30"/>
            <p:cNvSpPr/>
            <p:nvPr/>
          </p:nvSpPr>
          <p:spPr>
            <a:xfrm flipH="1">
              <a:off x="8373265" y="898234"/>
              <a:ext cx="20190" cy="11050"/>
            </a:xfrm>
            <a:custGeom>
              <a:avLst/>
              <a:gdLst/>
              <a:ahLst/>
              <a:cxnLst/>
              <a:rect l="l" t="t" r="r" b="b"/>
              <a:pathLst>
                <a:path w="835" h="457" extrusionOk="0">
                  <a:moveTo>
                    <a:pt x="401" y="0"/>
                  </a:moveTo>
                  <a:cubicBezTo>
                    <a:pt x="234" y="0"/>
                    <a:pt x="34" y="167"/>
                    <a:pt x="34" y="167"/>
                  </a:cubicBezTo>
                  <a:cubicBezTo>
                    <a:pt x="0" y="167"/>
                    <a:pt x="67" y="401"/>
                    <a:pt x="67" y="401"/>
                  </a:cubicBezTo>
                  <a:cubicBezTo>
                    <a:pt x="67" y="401"/>
                    <a:pt x="217" y="457"/>
                    <a:pt x="335" y="457"/>
                  </a:cubicBezTo>
                  <a:cubicBezTo>
                    <a:pt x="374" y="457"/>
                    <a:pt x="409" y="451"/>
                    <a:pt x="434" y="434"/>
                  </a:cubicBezTo>
                  <a:lnTo>
                    <a:pt x="701" y="334"/>
                  </a:lnTo>
                  <a:cubicBezTo>
                    <a:pt x="768" y="267"/>
                    <a:pt x="834" y="234"/>
                    <a:pt x="834" y="234"/>
                  </a:cubicBezTo>
                  <a:cubicBezTo>
                    <a:pt x="834" y="200"/>
                    <a:pt x="768" y="34"/>
                    <a:pt x="768" y="34"/>
                  </a:cubicBezTo>
                  <a:cubicBezTo>
                    <a:pt x="768" y="34"/>
                    <a:pt x="734" y="0"/>
                    <a:pt x="6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93" name="Google Shape;3693;p30"/>
            <p:cNvSpPr/>
            <p:nvPr/>
          </p:nvSpPr>
          <p:spPr>
            <a:xfrm flipH="1">
              <a:off x="8712026" y="319921"/>
              <a:ext cx="22608" cy="12840"/>
            </a:xfrm>
            <a:custGeom>
              <a:avLst/>
              <a:gdLst/>
              <a:ahLst/>
              <a:cxnLst/>
              <a:rect l="l" t="t" r="r" b="b"/>
              <a:pathLst>
                <a:path w="935" h="531" extrusionOk="0">
                  <a:moveTo>
                    <a:pt x="834" y="0"/>
                  </a:moveTo>
                  <a:cubicBezTo>
                    <a:pt x="834" y="0"/>
                    <a:pt x="534" y="0"/>
                    <a:pt x="401" y="33"/>
                  </a:cubicBezTo>
                  <a:cubicBezTo>
                    <a:pt x="267" y="100"/>
                    <a:pt x="34" y="267"/>
                    <a:pt x="34" y="267"/>
                  </a:cubicBezTo>
                  <a:cubicBezTo>
                    <a:pt x="0" y="267"/>
                    <a:pt x="100" y="500"/>
                    <a:pt x="100" y="500"/>
                  </a:cubicBezTo>
                  <a:cubicBezTo>
                    <a:pt x="100" y="500"/>
                    <a:pt x="219" y="530"/>
                    <a:pt x="348" y="530"/>
                  </a:cubicBezTo>
                  <a:cubicBezTo>
                    <a:pt x="412" y="530"/>
                    <a:pt x="478" y="523"/>
                    <a:pt x="534" y="500"/>
                  </a:cubicBezTo>
                  <a:cubicBezTo>
                    <a:pt x="701" y="434"/>
                    <a:pt x="934" y="234"/>
                    <a:pt x="934" y="234"/>
                  </a:cubicBezTo>
                  <a:cubicBezTo>
                    <a:pt x="934" y="234"/>
                    <a:pt x="834" y="67"/>
                    <a:pt x="8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94" name="Google Shape;3694;p30"/>
            <p:cNvSpPr/>
            <p:nvPr/>
          </p:nvSpPr>
          <p:spPr>
            <a:xfrm flipH="1">
              <a:off x="8701532" y="340087"/>
              <a:ext cx="25848" cy="14532"/>
            </a:xfrm>
            <a:custGeom>
              <a:avLst/>
              <a:gdLst/>
              <a:ahLst/>
              <a:cxnLst/>
              <a:rect l="l" t="t" r="r" b="b"/>
              <a:pathLst>
                <a:path w="1069" h="601" extrusionOk="0">
                  <a:moveTo>
                    <a:pt x="1001" y="0"/>
                  </a:moveTo>
                  <a:cubicBezTo>
                    <a:pt x="1001" y="0"/>
                    <a:pt x="668" y="0"/>
                    <a:pt x="468" y="100"/>
                  </a:cubicBezTo>
                  <a:cubicBezTo>
                    <a:pt x="301" y="133"/>
                    <a:pt x="1" y="334"/>
                    <a:pt x="1" y="334"/>
                  </a:cubicBezTo>
                  <a:lnTo>
                    <a:pt x="34" y="600"/>
                  </a:lnTo>
                  <a:cubicBezTo>
                    <a:pt x="34" y="600"/>
                    <a:pt x="401" y="600"/>
                    <a:pt x="634" y="567"/>
                  </a:cubicBezTo>
                  <a:cubicBezTo>
                    <a:pt x="835" y="467"/>
                    <a:pt x="1068" y="267"/>
                    <a:pt x="1068" y="267"/>
                  </a:cubicBezTo>
                  <a:cubicBezTo>
                    <a:pt x="1068" y="234"/>
                    <a:pt x="1035" y="0"/>
                    <a:pt x="10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95" name="Google Shape;3695;p30"/>
            <p:cNvSpPr/>
            <p:nvPr/>
          </p:nvSpPr>
          <p:spPr>
            <a:xfrm flipH="1">
              <a:off x="8678150" y="367265"/>
              <a:ext cx="39558" cy="12356"/>
            </a:xfrm>
            <a:custGeom>
              <a:avLst/>
              <a:gdLst/>
              <a:ahLst/>
              <a:cxnLst/>
              <a:rect l="l" t="t" r="r" b="b"/>
              <a:pathLst>
                <a:path w="1636" h="511" extrusionOk="0">
                  <a:moveTo>
                    <a:pt x="1016" y="1"/>
                  </a:moveTo>
                  <a:cubicBezTo>
                    <a:pt x="942" y="1"/>
                    <a:pt x="868" y="3"/>
                    <a:pt x="801" y="10"/>
                  </a:cubicBezTo>
                  <a:cubicBezTo>
                    <a:pt x="501" y="44"/>
                    <a:pt x="1" y="177"/>
                    <a:pt x="1" y="177"/>
                  </a:cubicBezTo>
                  <a:lnTo>
                    <a:pt x="1" y="444"/>
                  </a:lnTo>
                  <a:cubicBezTo>
                    <a:pt x="1" y="444"/>
                    <a:pt x="501" y="511"/>
                    <a:pt x="835" y="511"/>
                  </a:cubicBezTo>
                  <a:cubicBezTo>
                    <a:pt x="1135" y="477"/>
                    <a:pt x="1635" y="310"/>
                    <a:pt x="1635" y="310"/>
                  </a:cubicBezTo>
                  <a:cubicBezTo>
                    <a:pt x="1635" y="310"/>
                    <a:pt x="1602" y="110"/>
                    <a:pt x="1635" y="44"/>
                  </a:cubicBezTo>
                  <a:cubicBezTo>
                    <a:pt x="1635" y="44"/>
                    <a:pt x="1315" y="1"/>
                    <a:pt x="10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96" name="Google Shape;3696;p30"/>
            <p:cNvSpPr/>
            <p:nvPr/>
          </p:nvSpPr>
          <p:spPr>
            <a:xfrm flipH="1">
              <a:off x="8670896" y="393307"/>
              <a:ext cx="31482" cy="14556"/>
            </a:xfrm>
            <a:custGeom>
              <a:avLst/>
              <a:gdLst/>
              <a:ahLst/>
              <a:cxnLst/>
              <a:rect l="l" t="t" r="r" b="b"/>
              <a:pathLst>
                <a:path w="1302" h="602" extrusionOk="0">
                  <a:moveTo>
                    <a:pt x="1268" y="1"/>
                  </a:moveTo>
                  <a:cubicBezTo>
                    <a:pt x="1268" y="1"/>
                    <a:pt x="835" y="1"/>
                    <a:pt x="601" y="67"/>
                  </a:cubicBezTo>
                  <a:cubicBezTo>
                    <a:pt x="334" y="134"/>
                    <a:pt x="1" y="368"/>
                    <a:pt x="1" y="368"/>
                  </a:cubicBezTo>
                  <a:cubicBezTo>
                    <a:pt x="1" y="401"/>
                    <a:pt x="101" y="601"/>
                    <a:pt x="101" y="601"/>
                  </a:cubicBezTo>
                  <a:cubicBezTo>
                    <a:pt x="101" y="601"/>
                    <a:pt x="468" y="601"/>
                    <a:pt x="701" y="534"/>
                  </a:cubicBezTo>
                  <a:cubicBezTo>
                    <a:pt x="968" y="468"/>
                    <a:pt x="1302" y="267"/>
                    <a:pt x="1302" y="267"/>
                  </a:cubicBezTo>
                  <a:cubicBezTo>
                    <a:pt x="1302" y="267"/>
                    <a:pt x="1268" y="67"/>
                    <a:pt x="1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97" name="Google Shape;3697;p30"/>
            <p:cNvSpPr/>
            <p:nvPr/>
          </p:nvSpPr>
          <p:spPr>
            <a:xfrm flipH="1">
              <a:off x="8554735" y="457844"/>
              <a:ext cx="26646" cy="14532"/>
            </a:xfrm>
            <a:custGeom>
              <a:avLst/>
              <a:gdLst/>
              <a:ahLst/>
              <a:cxnLst/>
              <a:rect l="l" t="t" r="r" b="b"/>
              <a:pathLst>
                <a:path w="1102" h="601" extrusionOk="0">
                  <a:moveTo>
                    <a:pt x="1001" y="0"/>
                  </a:moveTo>
                  <a:cubicBezTo>
                    <a:pt x="1001" y="0"/>
                    <a:pt x="667" y="0"/>
                    <a:pt x="467" y="100"/>
                  </a:cubicBezTo>
                  <a:cubicBezTo>
                    <a:pt x="300" y="134"/>
                    <a:pt x="0" y="367"/>
                    <a:pt x="0" y="367"/>
                  </a:cubicBezTo>
                  <a:lnTo>
                    <a:pt x="34" y="601"/>
                  </a:lnTo>
                  <a:cubicBezTo>
                    <a:pt x="34" y="601"/>
                    <a:pt x="434" y="601"/>
                    <a:pt x="634" y="534"/>
                  </a:cubicBezTo>
                  <a:cubicBezTo>
                    <a:pt x="834" y="434"/>
                    <a:pt x="1101" y="234"/>
                    <a:pt x="1101" y="234"/>
                  </a:cubicBezTo>
                  <a:cubicBezTo>
                    <a:pt x="1101" y="234"/>
                    <a:pt x="1034" y="34"/>
                    <a:pt x="10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98" name="Google Shape;3698;p30"/>
            <p:cNvSpPr/>
            <p:nvPr/>
          </p:nvSpPr>
          <p:spPr>
            <a:xfrm flipH="1">
              <a:off x="8543443" y="488480"/>
              <a:ext cx="25050" cy="14556"/>
            </a:xfrm>
            <a:custGeom>
              <a:avLst/>
              <a:gdLst/>
              <a:ahLst/>
              <a:cxnLst/>
              <a:rect l="l" t="t" r="r" b="b"/>
              <a:pathLst>
                <a:path w="1036" h="602" extrusionOk="0">
                  <a:moveTo>
                    <a:pt x="935" y="1"/>
                  </a:moveTo>
                  <a:cubicBezTo>
                    <a:pt x="935" y="1"/>
                    <a:pt x="601" y="1"/>
                    <a:pt x="435" y="101"/>
                  </a:cubicBezTo>
                  <a:cubicBezTo>
                    <a:pt x="268" y="134"/>
                    <a:pt x="1" y="334"/>
                    <a:pt x="1" y="334"/>
                  </a:cubicBezTo>
                  <a:lnTo>
                    <a:pt x="68" y="601"/>
                  </a:lnTo>
                  <a:cubicBezTo>
                    <a:pt x="68" y="601"/>
                    <a:pt x="435" y="601"/>
                    <a:pt x="635" y="501"/>
                  </a:cubicBezTo>
                  <a:cubicBezTo>
                    <a:pt x="802" y="434"/>
                    <a:pt x="1035" y="201"/>
                    <a:pt x="1035" y="201"/>
                  </a:cubicBezTo>
                  <a:cubicBezTo>
                    <a:pt x="1035" y="201"/>
                    <a:pt x="968"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99" name="Google Shape;3699;p30"/>
            <p:cNvSpPr/>
            <p:nvPr/>
          </p:nvSpPr>
          <p:spPr>
            <a:xfrm flipH="1">
              <a:off x="8524897" y="522283"/>
              <a:ext cx="29064" cy="14629"/>
            </a:xfrm>
            <a:custGeom>
              <a:avLst/>
              <a:gdLst/>
              <a:ahLst/>
              <a:cxnLst/>
              <a:rect l="l" t="t" r="r" b="b"/>
              <a:pathLst>
                <a:path w="1202" h="605" extrusionOk="0">
                  <a:moveTo>
                    <a:pt x="1141" y="1"/>
                  </a:moveTo>
                  <a:cubicBezTo>
                    <a:pt x="1139" y="1"/>
                    <a:pt x="1137" y="2"/>
                    <a:pt x="1135" y="4"/>
                  </a:cubicBezTo>
                  <a:cubicBezTo>
                    <a:pt x="1135" y="4"/>
                    <a:pt x="734" y="4"/>
                    <a:pt x="534" y="104"/>
                  </a:cubicBezTo>
                  <a:cubicBezTo>
                    <a:pt x="334" y="137"/>
                    <a:pt x="0" y="371"/>
                    <a:pt x="0" y="371"/>
                  </a:cubicBezTo>
                  <a:lnTo>
                    <a:pt x="34" y="604"/>
                  </a:lnTo>
                  <a:cubicBezTo>
                    <a:pt x="34" y="604"/>
                    <a:pt x="401" y="604"/>
                    <a:pt x="668" y="571"/>
                  </a:cubicBezTo>
                  <a:cubicBezTo>
                    <a:pt x="868" y="471"/>
                    <a:pt x="1201" y="237"/>
                    <a:pt x="1201" y="237"/>
                  </a:cubicBezTo>
                  <a:cubicBezTo>
                    <a:pt x="1201" y="206"/>
                    <a:pt x="1172" y="1"/>
                    <a:pt x="11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00" name="Google Shape;3700;p30"/>
            <p:cNvSpPr/>
            <p:nvPr/>
          </p:nvSpPr>
          <p:spPr>
            <a:xfrm flipH="1">
              <a:off x="8503135" y="544142"/>
              <a:ext cx="32280" cy="16950"/>
            </a:xfrm>
            <a:custGeom>
              <a:avLst/>
              <a:gdLst/>
              <a:ahLst/>
              <a:cxnLst/>
              <a:rect l="l" t="t" r="r" b="b"/>
              <a:pathLst>
                <a:path w="1335" h="701" extrusionOk="0">
                  <a:moveTo>
                    <a:pt x="1268" y="0"/>
                  </a:moveTo>
                  <a:cubicBezTo>
                    <a:pt x="1268" y="0"/>
                    <a:pt x="835" y="34"/>
                    <a:pt x="601" y="134"/>
                  </a:cubicBezTo>
                  <a:cubicBezTo>
                    <a:pt x="334" y="234"/>
                    <a:pt x="1" y="501"/>
                    <a:pt x="1" y="501"/>
                  </a:cubicBezTo>
                  <a:lnTo>
                    <a:pt x="134" y="701"/>
                  </a:lnTo>
                  <a:cubicBezTo>
                    <a:pt x="134" y="701"/>
                    <a:pt x="568" y="634"/>
                    <a:pt x="768" y="534"/>
                  </a:cubicBezTo>
                  <a:cubicBezTo>
                    <a:pt x="1035" y="467"/>
                    <a:pt x="1335" y="201"/>
                    <a:pt x="1335" y="201"/>
                  </a:cubicBezTo>
                  <a:lnTo>
                    <a:pt x="126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01" name="Google Shape;3701;p30"/>
            <p:cNvSpPr/>
            <p:nvPr/>
          </p:nvSpPr>
          <p:spPr>
            <a:xfrm flipH="1">
              <a:off x="8484565" y="573666"/>
              <a:ext cx="32304" cy="16467"/>
            </a:xfrm>
            <a:custGeom>
              <a:avLst/>
              <a:gdLst/>
              <a:ahLst/>
              <a:cxnLst/>
              <a:rect l="l" t="t" r="r" b="b"/>
              <a:pathLst>
                <a:path w="1336" h="681" extrusionOk="0">
                  <a:moveTo>
                    <a:pt x="1261" y="0"/>
                  </a:moveTo>
                  <a:cubicBezTo>
                    <a:pt x="1253" y="0"/>
                    <a:pt x="1244" y="4"/>
                    <a:pt x="1235" y="14"/>
                  </a:cubicBezTo>
                  <a:lnTo>
                    <a:pt x="1002" y="14"/>
                  </a:lnTo>
                  <a:cubicBezTo>
                    <a:pt x="835" y="14"/>
                    <a:pt x="668" y="80"/>
                    <a:pt x="535" y="114"/>
                  </a:cubicBezTo>
                  <a:cubicBezTo>
                    <a:pt x="301" y="180"/>
                    <a:pt x="1" y="481"/>
                    <a:pt x="1" y="481"/>
                  </a:cubicBezTo>
                  <a:lnTo>
                    <a:pt x="134" y="681"/>
                  </a:lnTo>
                  <a:cubicBezTo>
                    <a:pt x="134" y="681"/>
                    <a:pt x="535" y="614"/>
                    <a:pt x="768" y="514"/>
                  </a:cubicBezTo>
                  <a:cubicBezTo>
                    <a:pt x="868" y="481"/>
                    <a:pt x="1002" y="347"/>
                    <a:pt x="1135" y="314"/>
                  </a:cubicBezTo>
                  <a:cubicBezTo>
                    <a:pt x="1268" y="247"/>
                    <a:pt x="1335" y="180"/>
                    <a:pt x="1335" y="180"/>
                  </a:cubicBezTo>
                  <a:cubicBezTo>
                    <a:pt x="1335" y="152"/>
                    <a:pt x="1310" y="0"/>
                    <a:pt x="12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02" name="Google Shape;3702;p30"/>
            <p:cNvSpPr/>
            <p:nvPr/>
          </p:nvSpPr>
          <p:spPr>
            <a:xfrm flipH="1">
              <a:off x="8465221" y="596564"/>
              <a:ext cx="26646" cy="15354"/>
            </a:xfrm>
            <a:custGeom>
              <a:avLst/>
              <a:gdLst/>
              <a:ahLst/>
              <a:cxnLst/>
              <a:rect l="l" t="t" r="r" b="b"/>
              <a:pathLst>
                <a:path w="1102" h="635" extrusionOk="0">
                  <a:moveTo>
                    <a:pt x="1002" y="1"/>
                  </a:moveTo>
                  <a:cubicBezTo>
                    <a:pt x="1001" y="1"/>
                    <a:pt x="1000" y="1"/>
                    <a:pt x="1000" y="1"/>
                  </a:cubicBezTo>
                  <a:lnTo>
                    <a:pt x="1000" y="1"/>
                  </a:lnTo>
                  <a:cubicBezTo>
                    <a:pt x="1001" y="1"/>
                    <a:pt x="1002" y="1"/>
                    <a:pt x="1002" y="1"/>
                  </a:cubicBezTo>
                  <a:close/>
                  <a:moveTo>
                    <a:pt x="1000" y="1"/>
                  </a:moveTo>
                  <a:cubicBezTo>
                    <a:pt x="974" y="3"/>
                    <a:pt x="628" y="37"/>
                    <a:pt x="468" y="101"/>
                  </a:cubicBezTo>
                  <a:cubicBezTo>
                    <a:pt x="301" y="167"/>
                    <a:pt x="1" y="368"/>
                    <a:pt x="1" y="368"/>
                  </a:cubicBezTo>
                  <a:lnTo>
                    <a:pt x="68" y="634"/>
                  </a:lnTo>
                  <a:lnTo>
                    <a:pt x="268" y="634"/>
                  </a:lnTo>
                  <a:cubicBezTo>
                    <a:pt x="401" y="634"/>
                    <a:pt x="501" y="634"/>
                    <a:pt x="635" y="568"/>
                  </a:cubicBezTo>
                  <a:cubicBezTo>
                    <a:pt x="835" y="468"/>
                    <a:pt x="1102" y="201"/>
                    <a:pt x="1102" y="201"/>
                  </a:cubicBezTo>
                  <a:cubicBezTo>
                    <a:pt x="1102" y="168"/>
                    <a:pt x="973" y="6"/>
                    <a:pt x="10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03" name="Google Shape;3703;p30"/>
            <p:cNvSpPr/>
            <p:nvPr/>
          </p:nvSpPr>
          <p:spPr>
            <a:xfrm flipH="1">
              <a:off x="8020793" y="264258"/>
              <a:ext cx="19392" cy="12936"/>
            </a:xfrm>
            <a:custGeom>
              <a:avLst/>
              <a:gdLst/>
              <a:ahLst/>
              <a:cxnLst/>
              <a:rect l="l" t="t" r="r" b="b"/>
              <a:pathLst>
                <a:path w="802" h="535" extrusionOk="0">
                  <a:moveTo>
                    <a:pt x="401" y="0"/>
                  </a:moveTo>
                  <a:cubicBezTo>
                    <a:pt x="168" y="0"/>
                    <a:pt x="1" y="267"/>
                    <a:pt x="1" y="267"/>
                  </a:cubicBezTo>
                  <a:lnTo>
                    <a:pt x="134" y="467"/>
                  </a:lnTo>
                  <a:cubicBezTo>
                    <a:pt x="134" y="467"/>
                    <a:pt x="334" y="534"/>
                    <a:pt x="435" y="534"/>
                  </a:cubicBezTo>
                  <a:cubicBezTo>
                    <a:pt x="501" y="534"/>
                    <a:pt x="735" y="434"/>
                    <a:pt x="735" y="434"/>
                  </a:cubicBezTo>
                  <a:cubicBezTo>
                    <a:pt x="768" y="434"/>
                    <a:pt x="801" y="234"/>
                    <a:pt x="801" y="167"/>
                  </a:cubicBezTo>
                  <a:cubicBezTo>
                    <a:pt x="801" y="167"/>
                    <a:pt x="768" y="134"/>
                    <a:pt x="668" y="101"/>
                  </a:cubicBezTo>
                  <a:cubicBezTo>
                    <a:pt x="601" y="67"/>
                    <a:pt x="468" y="0"/>
                    <a:pt x="4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04" name="Google Shape;3704;p30"/>
            <p:cNvSpPr/>
            <p:nvPr/>
          </p:nvSpPr>
          <p:spPr>
            <a:xfrm flipH="1">
              <a:off x="8012717" y="297772"/>
              <a:ext cx="21810" cy="12840"/>
            </a:xfrm>
            <a:custGeom>
              <a:avLst/>
              <a:gdLst/>
              <a:ahLst/>
              <a:cxnLst/>
              <a:rect l="l" t="t" r="r" b="b"/>
              <a:pathLst>
                <a:path w="902" h="531" extrusionOk="0">
                  <a:moveTo>
                    <a:pt x="554" y="1"/>
                  </a:moveTo>
                  <a:cubicBezTo>
                    <a:pt x="490" y="1"/>
                    <a:pt x="423" y="4"/>
                    <a:pt x="367" y="15"/>
                  </a:cubicBezTo>
                  <a:lnTo>
                    <a:pt x="100" y="149"/>
                  </a:lnTo>
                  <a:cubicBezTo>
                    <a:pt x="34" y="182"/>
                    <a:pt x="0" y="216"/>
                    <a:pt x="0" y="216"/>
                  </a:cubicBezTo>
                  <a:lnTo>
                    <a:pt x="0" y="482"/>
                  </a:lnTo>
                  <a:cubicBezTo>
                    <a:pt x="0" y="482"/>
                    <a:pt x="34" y="516"/>
                    <a:pt x="167" y="516"/>
                  </a:cubicBezTo>
                  <a:cubicBezTo>
                    <a:pt x="201" y="527"/>
                    <a:pt x="238" y="531"/>
                    <a:pt x="276" y="531"/>
                  </a:cubicBezTo>
                  <a:cubicBezTo>
                    <a:pt x="352" y="531"/>
                    <a:pt x="434" y="516"/>
                    <a:pt x="501" y="516"/>
                  </a:cubicBezTo>
                  <a:cubicBezTo>
                    <a:pt x="701" y="416"/>
                    <a:pt x="901" y="249"/>
                    <a:pt x="901" y="249"/>
                  </a:cubicBezTo>
                  <a:cubicBezTo>
                    <a:pt x="901" y="249"/>
                    <a:pt x="868" y="49"/>
                    <a:pt x="801" y="15"/>
                  </a:cubicBezTo>
                  <a:cubicBezTo>
                    <a:pt x="801" y="15"/>
                    <a:pt x="682" y="1"/>
                    <a:pt x="5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05" name="Google Shape;3705;p30"/>
            <p:cNvSpPr/>
            <p:nvPr/>
          </p:nvSpPr>
          <p:spPr>
            <a:xfrm flipH="1">
              <a:off x="8003867" y="315520"/>
              <a:ext cx="20166" cy="12042"/>
            </a:xfrm>
            <a:custGeom>
              <a:avLst/>
              <a:gdLst/>
              <a:ahLst/>
              <a:cxnLst/>
              <a:rect l="l" t="t" r="r" b="b"/>
              <a:pathLst>
                <a:path w="834" h="498" extrusionOk="0">
                  <a:moveTo>
                    <a:pt x="549" y="0"/>
                  </a:moveTo>
                  <a:cubicBezTo>
                    <a:pt x="489" y="0"/>
                    <a:pt x="434" y="4"/>
                    <a:pt x="400" y="15"/>
                  </a:cubicBezTo>
                  <a:cubicBezTo>
                    <a:pt x="267" y="82"/>
                    <a:pt x="67" y="249"/>
                    <a:pt x="67" y="249"/>
                  </a:cubicBezTo>
                  <a:cubicBezTo>
                    <a:pt x="0" y="249"/>
                    <a:pt x="100" y="482"/>
                    <a:pt x="100" y="482"/>
                  </a:cubicBezTo>
                  <a:cubicBezTo>
                    <a:pt x="100" y="482"/>
                    <a:pt x="204" y="497"/>
                    <a:pt x="322" y="497"/>
                  </a:cubicBezTo>
                  <a:cubicBezTo>
                    <a:pt x="382" y="497"/>
                    <a:pt x="445" y="493"/>
                    <a:pt x="500" y="482"/>
                  </a:cubicBezTo>
                  <a:cubicBezTo>
                    <a:pt x="634" y="449"/>
                    <a:pt x="834" y="282"/>
                    <a:pt x="834" y="282"/>
                  </a:cubicBezTo>
                  <a:cubicBezTo>
                    <a:pt x="834" y="282"/>
                    <a:pt x="767" y="82"/>
                    <a:pt x="801" y="15"/>
                  </a:cubicBezTo>
                  <a:cubicBezTo>
                    <a:pt x="801" y="15"/>
                    <a:pt x="667" y="0"/>
                    <a:pt x="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06" name="Google Shape;3706;p30"/>
            <p:cNvSpPr/>
            <p:nvPr/>
          </p:nvSpPr>
          <p:spPr>
            <a:xfrm flipH="1">
              <a:off x="7990132" y="336049"/>
              <a:ext cx="20190" cy="13734"/>
            </a:xfrm>
            <a:custGeom>
              <a:avLst/>
              <a:gdLst/>
              <a:ahLst/>
              <a:cxnLst/>
              <a:rect l="l" t="t" r="r" b="b"/>
              <a:pathLst>
                <a:path w="835" h="568" extrusionOk="0">
                  <a:moveTo>
                    <a:pt x="767" y="0"/>
                  </a:moveTo>
                  <a:cubicBezTo>
                    <a:pt x="767" y="0"/>
                    <a:pt x="534" y="0"/>
                    <a:pt x="367" y="67"/>
                  </a:cubicBezTo>
                  <a:cubicBezTo>
                    <a:pt x="234" y="134"/>
                    <a:pt x="33" y="300"/>
                    <a:pt x="33" y="300"/>
                  </a:cubicBezTo>
                  <a:cubicBezTo>
                    <a:pt x="0" y="300"/>
                    <a:pt x="67" y="567"/>
                    <a:pt x="67" y="567"/>
                  </a:cubicBezTo>
                  <a:cubicBezTo>
                    <a:pt x="67" y="567"/>
                    <a:pt x="334" y="567"/>
                    <a:pt x="500" y="501"/>
                  </a:cubicBezTo>
                  <a:cubicBezTo>
                    <a:pt x="667" y="467"/>
                    <a:pt x="834" y="267"/>
                    <a:pt x="834" y="267"/>
                  </a:cubicBezTo>
                  <a:cubicBezTo>
                    <a:pt x="834" y="267"/>
                    <a:pt x="767" y="67"/>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07" name="Google Shape;3707;p30"/>
            <p:cNvSpPr/>
            <p:nvPr/>
          </p:nvSpPr>
          <p:spPr>
            <a:xfrm flipH="1">
              <a:off x="7967548" y="355393"/>
              <a:ext cx="21012" cy="14556"/>
            </a:xfrm>
            <a:custGeom>
              <a:avLst/>
              <a:gdLst/>
              <a:ahLst/>
              <a:cxnLst/>
              <a:rect l="l" t="t" r="r" b="b"/>
              <a:pathLst>
                <a:path w="869" h="602" extrusionOk="0">
                  <a:moveTo>
                    <a:pt x="768" y="1"/>
                  </a:moveTo>
                  <a:cubicBezTo>
                    <a:pt x="768" y="1"/>
                    <a:pt x="501" y="1"/>
                    <a:pt x="368" y="101"/>
                  </a:cubicBezTo>
                  <a:cubicBezTo>
                    <a:pt x="268" y="134"/>
                    <a:pt x="34" y="334"/>
                    <a:pt x="34" y="334"/>
                  </a:cubicBezTo>
                  <a:cubicBezTo>
                    <a:pt x="1" y="334"/>
                    <a:pt x="101" y="601"/>
                    <a:pt x="101" y="601"/>
                  </a:cubicBezTo>
                  <a:cubicBezTo>
                    <a:pt x="101" y="601"/>
                    <a:pt x="368" y="601"/>
                    <a:pt x="534" y="535"/>
                  </a:cubicBezTo>
                  <a:cubicBezTo>
                    <a:pt x="701" y="468"/>
                    <a:pt x="868" y="201"/>
                    <a:pt x="868" y="201"/>
                  </a:cubicBezTo>
                  <a:cubicBezTo>
                    <a:pt x="835" y="201"/>
                    <a:pt x="768" y="34"/>
                    <a:pt x="7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08" name="Google Shape;3708;p30"/>
            <p:cNvSpPr/>
            <p:nvPr/>
          </p:nvSpPr>
          <p:spPr>
            <a:xfrm flipH="1">
              <a:off x="8020793" y="283457"/>
              <a:ext cx="16152" cy="12840"/>
            </a:xfrm>
            <a:custGeom>
              <a:avLst/>
              <a:gdLst/>
              <a:ahLst/>
              <a:cxnLst/>
              <a:rect l="l" t="t" r="r" b="b"/>
              <a:pathLst>
                <a:path w="668" h="531" extrusionOk="0">
                  <a:moveTo>
                    <a:pt x="338" y="0"/>
                  </a:moveTo>
                  <a:cubicBezTo>
                    <a:pt x="323" y="0"/>
                    <a:pt x="310" y="2"/>
                    <a:pt x="301" y="7"/>
                  </a:cubicBezTo>
                  <a:cubicBezTo>
                    <a:pt x="167" y="74"/>
                    <a:pt x="0" y="207"/>
                    <a:pt x="0" y="207"/>
                  </a:cubicBezTo>
                  <a:cubicBezTo>
                    <a:pt x="0" y="274"/>
                    <a:pt x="100" y="474"/>
                    <a:pt x="100" y="474"/>
                  </a:cubicBezTo>
                  <a:cubicBezTo>
                    <a:pt x="100" y="474"/>
                    <a:pt x="213" y="530"/>
                    <a:pt x="297" y="530"/>
                  </a:cubicBezTo>
                  <a:cubicBezTo>
                    <a:pt x="326" y="530"/>
                    <a:pt x="351" y="524"/>
                    <a:pt x="367" y="507"/>
                  </a:cubicBezTo>
                  <a:cubicBezTo>
                    <a:pt x="501" y="474"/>
                    <a:pt x="667" y="307"/>
                    <a:pt x="667" y="307"/>
                  </a:cubicBezTo>
                  <a:cubicBezTo>
                    <a:pt x="667" y="274"/>
                    <a:pt x="634" y="74"/>
                    <a:pt x="601" y="74"/>
                  </a:cubicBezTo>
                  <a:cubicBezTo>
                    <a:pt x="601" y="74"/>
                    <a:pt x="429" y="0"/>
                    <a:pt x="3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09" name="Google Shape;3709;p30"/>
            <p:cNvSpPr/>
            <p:nvPr/>
          </p:nvSpPr>
          <p:spPr>
            <a:xfrm flipH="1">
              <a:off x="8923360" y="1620104"/>
              <a:ext cx="17772" cy="13734"/>
            </a:xfrm>
            <a:custGeom>
              <a:avLst/>
              <a:gdLst/>
              <a:ahLst/>
              <a:cxnLst/>
              <a:rect l="l" t="t" r="r" b="b"/>
              <a:pathLst>
                <a:path w="735" h="568" extrusionOk="0">
                  <a:moveTo>
                    <a:pt x="535" y="1"/>
                  </a:moveTo>
                  <a:cubicBezTo>
                    <a:pt x="401" y="1"/>
                    <a:pt x="335" y="34"/>
                    <a:pt x="234" y="68"/>
                  </a:cubicBezTo>
                  <a:cubicBezTo>
                    <a:pt x="68" y="168"/>
                    <a:pt x="1" y="435"/>
                    <a:pt x="1" y="435"/>
                  </a:cubicBezTo>
                  <a:lnTo>
                    <a:pt x="201" y="568"/>
                  </a:lnTo>
                  <a:cubicBezTo>
                    <a:pt x="201" y="568"/>
                    <a:pt x="401" y="501"/>
                    <a:pt x="501" y="435"/>
                  </a:cubicBezTo>
                  <a:lnTo>
                    <a:pt x="668" y="268"/>
                  </a:lnTo>
                  <a:lnTo>
                    <a:pt x="735" y="201"/>
                  </a:lnTo>
                  <a:cubicBezTo>
                    <a:pt x="735" y="134"/>
                    <a:pt x="701" y="1"/>
                    <a:pt x="7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10" name="Google Shape;3710;p30"/>
            <p:cNvSpPr/>
            <p:nvPr/>
          </p:nvSpPr>
          <p:spPr>
            <a:xfrm flipH="1">
              <a:off x="8905611" y="1641092"/>
              <a:ext cx="28242" cy="19368"/>
            </a:xfrm>
            <a:custGeom>
              <a:avLst/>
              <a:gdLst/>
              <a:ahLst/>
              <a:cxnLst/>
              <a:rect l="l" t="t" r="r" b="b"/>
              <a:pathLst>
                <a:path w="1168" h="801" extrusionOk="0">
                  <a:moveTo>
                    <a:pt x="867" y="0"/>
                  </a:moveTo>
                  <a:cubicBezTo>
                    <a:pt x="734" y="34"/>
                    <a:pt x="567" y="67"/>
                    <a:pt x="434" y="134"/>
                  </a:cubicBezTo>
                  <a:cubicBezTo>
                    <a:pt x="334" y="200"/>
                    <a:pt x="200" y="300"/>
                    <a:pt x="100" y="400"/>
                  </a:cubicBezTo>
                  <a:cubicBezTo>
                    <a:pt x="34" y="534"/>
                    <a:pt x="0" y="634"/>
                    <a:pt x="0" y="634"/>
                  </a:cubicBezTo>
                  <a:lnTo>
                    <a:pt x="167" y="801"/>
                  </a:lnTo>
                  <a:lnTo>
                    <a:pt x="334" y="701"/>
                  </a:lnTo>
                  <a:cubicBezTo>
                    <a:pt x="434" y="667"/>
                    <a:pt x="567" y="634"/>
                    <a:pt x="667" y="567"/>
                  </a:cubicBezTo>
                  <a:cubicBezTo>
                    <a:pt x="734" y="567"/>
                    <a:pt x="867" y="467"/>
                    <a:pt x="934" y="400"/>
                  </a:cubicBezTo>
                  <a:cubicBezTo>
                    <a:pt x="1034" y="334"/>
                    <a:pt x="1101" y="300"/>
                    <a:pt x="1101" y="300"/>
                  </a:cubicBezTo>
                  <a:cubicBezTo>
                    <a:pt x="1168" y="300"/>
                    <a:pt x="1101" y="67"/>
                    <a:pt x="11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11" name="Google Shape;3711;p30"/>
            <p:cNvSpPr/>
            <p:nvPr/>
          </p:nvSpPr>
          <p:spPr>
            <a:xfrm flipH="1">
              <a:off x="8892699" y="1672550"/>
              <a:ext cx="27444" cy="16950"/>
            </a:xfrm>
            <a:custGeom>
              <a:avLst/>
              <a:gdLst/>
              <a:ahLst/>
              <a:cxnLst/>
              <a:rect l="l" t="t" r="r" b="b"/>
              <a:pathLst>
                <a:path w="1135" h="701" extrusionOk="0">
                  <a:moveTo>
                    <a:pt x="1034" y="0"/>
                  </a:moveTo>
                  <a:cubicBezTo>
                    <a:pt x="1034" y="0"/>
                    <a:pt x="667" y="33"/>
                    <a:pt x="467" y="100"/>
                  </a:cubicBezTo>
                  <a:cubicBezTo>
                    <a:pt x="234" y="200"/>
                    <a:pt x="0" y="434"/>
                    <a:pt x="0" y="434"/>
                  </a:cubicBezTo>
                  <a:cubicBezTo>
                    <a:pt x="0" y="500"/>
                    <a:pt x="100" y="701"/>
                    <a:pt x="100" y="701"/>
                  </a:cubicBezTo>
                  <a:cubicBezTo>
                    <a:pt x="100" y="701"/>
                    <a:pt x="467" y="667"/>
                    <a:pt x="667" y="567"/>
                  </a:cubicBezTo>
                  <a:cubicBezTo>
                    <a:pt x="868" y="467"/>
                    <a:pt x="1134" y="234"/>
                    <a:pt x="1134" y="234"/>
                  </a:cubicBezTo>
                  <a:cubicBezTo>
                    <a:pt x="1134" y="234"/>
                    <a:pt x="1068" y="33"/>
                    <a:pt x="10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12" name="Google Shape;3712;p30"/>
            <p:cNvSpPr/>
            <p:nvPr/>
          </p:nvSpPr>
          <p:spPr>
            <a:xfrm flipH="1">
              <a:off x="8875773" y="1697552"/>
              <a:ext cx="18570" cy="12719"/>
            </a:xfrm>
            <a:custGeom>
              <a:avLst/>
              <a:gdLst/>
              <a:ahLst/>
              <a:cxnLst/>
              <a:rect l="l" t="t" r="r" b="b"/>
              <a:pathLst>
                <a:path w="768" h="526" extrusionOk="0">
                  <a:moveTo>
                    <a:pt x="534" y="0"/>
                  </a:moveTo>
                  <a:cubicBezTo>
                    <a:pt x="534" y="0"/>
                    <a:pt x="368" y="0"/>
                    <a:pt x="268" y="34"/>
                  </a:cubicBezTo>
                  <a:cubicBezTo>
                    <a:pt x="167" y="67"/>
                    <a:pt x="1" y="200"/>
                    <a:pt x="1" y="200"/>
                  </a:cubicBezTo>
                  <a:lnTo>
                    <a:pt x="1" y="467"/>
                  </a:lnTo>
                  <a:cubicBezTo>
                    <a:pt x="1" y="467"/>
                    <a:pt x="101" y="467"/>
                    <a:pt x="167" y="501"/>
                  </a:cubicBezTo>
                  <a:cubicBezTo>
                    <a:pt x="217" y="517"/>
                    <a:pt x="276" y="526"/>
                    <a:pt x="330" y="526"/>
                  </a:cubicBezTo>
                  <a:cubicBezTo>
                    <a:pt x="384" y="526"/>
                    <a:pt x="434" y="517"/>
                    <a:pt x="468" y="501"/>
                  </a:cubicBezTo>
                  <a:cubicBezTo>
                    <a:pt x="568" y="467"/>
                    <a:pt x="634" y="367"/>
                    <a:pt x="701" y="300"/>
                  </a:cubicBezTo>
                  <a:cubicBezTo>
                    <a:pt x="768" y="200"/>
                    <a:pt x="768" y="134"/>
                    <a:pt x="768" y="134"/>
                  </a:cubicBezTo>
                  <a:cubicBezTo>
                    <a:pt x="768" y="134"/>
                    <a:pt x="568" y="0"/>
                    <a:pt x="5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13" name="Google Shape;3713;p30"/>
            <p:cNvSpPr/>
            <p:nvPr/>
          </p:nvSpPr>
          <p:spPr>
            <a:xfrm flipH="1">
              <a:off x="8774145" y="1698350"/>
              <a:ext cx="18570" cy="12477"/>
            </a:xfrm>
            <a:custGeom>
              <a:avLst/>
              <a:gdLst/>
              <a:ahLst/>
              <a:cxnLst/>
              <a:rect l="l" t="t" r="r" b="b"/>
              <a:pathLst>
                <a:path w="768" h="516" extrusionOk="0">
                  <a:moveTo>
                    <a:pt x="534" y="1"/>
                  </a:moveTo>
                  <a:cubicBezTo>
                    <a:pt x="434" y="1"/>
                    <a:pt x="368" y="1"/>
                    <a:pt x="334" y="34"/>
                  </a:cubicBezTo>
                  <a:cubicBezTo>
                    <a:pt x="201" y="101"/>
                    <a:pt x="34" y="267"/>
                    <a:pt x="34" y="267"/>
                  </a:cubicBezTo>
                  <a:cubicBezTo>
                    <a:pt x="1" y="267"/>
                    <a:pt x="67" y="501"/>
                    <a:pt x="67" y="501"/>
                  </a:cubicBezTo>
                  <a:cubicBezTo>
                    <a:pt x="67" y="501"/>
                    <a:pt x="186" y="516"/>
                    <a:pt x="314" y="516"/>
                  </a:cubicBezTo>
                  <a:cubicBezTo>
                    <a:pt x="379" y="516"/>
                    <a:pt x="445" y="512"/>
                    <a:pt x="501" y="501"/>
                  </a:cubicBezTo>
                  <a:cubicBezTo>
                    <a:pt x="568" y="468"/>
                    <a:pt x="668" y="367"/>
                    <a:pt x="701" y="334"/>
                  </a:cubicBezTo>
                  <a:cubicBezTo>
                    <a:pt x="735" y="234"/>
                    <a:pt x="768" y="201"/>
                    <a:pt x="768" y="201"/>
                  </a:cubicBezTo>
                  <a:cubicBezTo>
                    <a:pt x="735" y="167"/>
                    <a:pt x="668" y="1"/>
                    <a:pt x="6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14" name="Google Shape;3714;p30"/>
            <p:cNvSpPr/>
            <p:nvPr/>
          </p:nvSpPr>
          <p:spPr>
            <a:xfrm flipH="1">
              <a:off x="8201466" y="1241300"/>
              <a:ext cx="117781" cy="280440"/>
            </a:xfrm>
            <a:custGeom>
              <a:avLst/>
              <a:gdLst/>
              <a:ahLst/>
              <a:cxnLst/>
              <a:rect l="l" t="t" r="r" b="b"/>
              <a:pathLst>
                <a:path w="4871" h="11598" extrusionOk="0">
                  <a:moveTo>
                    <a:pt x="1271" y="0"/>
                  </a:moveTo>
                  <a:cubicBezTo>
                    <a:pt x="1157" y="0"/>
                    <a:pt x="1055" y="200"/>
                    <a:pt x="1168" y="256"/>
                  </a:cubicBezTo>
                  <a:cubicBezTo>
                    <a:pt x="1168" y="256"/>
                    <a:pt x="1435" y="423"/>
                    <a:pt x="1768" y="723"/>
                  </a:cubicBezTo>
                  <a:cubicBezTo>
                    <a:pt x="1968" y="856"/>
                    <a:pt x="2135" y="1056"/>
                    <a:pt x="2335" y="1257"/>
                  </a:cubicBezTo>
                  <a:cubicBezTo>
                    <a:pt x="2535" y="1490"/>
                    <a:pt x="2769" y="1724"/>
                    <a:pt x="2969" y="2024"/>
                  </a:cubicBezTo>
                  <a:cubicBezTo>
                    <a:pt x="3002" y="2091"/>
                    <a:pt x="3103" y="2157"/>
                    <a:pt x="3136" y="2224"/>
                  </a:cubicBezTo>
                  <a:lnTo>
                    <a:pt x="3269" y="2491"/>
                  </a:lnTo>
                  <a:cubicBezTo>
                    <a:pt x="3336" y="2658"/>
                    <a:pt x="3469" y="2824"/>
                    <a:pt x="3536" y="2991"/>
                  </a:cubicBezTo>
                  <a:cubicBezTo>
                    <a:pt x="3636" y="3158"/>
                    <a:pt x="3703" y="3358"/>
                    <a:pt x="3803" y="3525"/>
                  </a:cubicBezTo>
                  <a:cubicBezTo>
                    <a:pt x="3870" y="3692"/>
                    <a:pt x="3970" y="3858"/>
                    <a:pt x="4003" y="4059"/>
                  </a:cubicBezTo>
                  <a:cubicBezTo>
                    <a:pt x="4037" y="4225"/>
                    <a:pt x="4137" y="4426"/>
                    <a:pt x="4170" y="4592"/>
                  </a:cubicBezTo>
                  <a:cubicBezTo>
                    <a:pt x="4203" y="4759"/>
                    <a:pt x="4203" y="4993"/>
                    <a:pt x="4270" y="5159"/>
                  </a:cubicBezTo>
                  <a:cubicBezTo>
                    <a:pt x="4270" y="5259"/>
                    <a:pt x="4303" y="5360"/>
                    <a:pt x="4303" y="5426"/>
                  </a:cubicBezTo>
                  <a:lnTo>
                    <a:pt x="4303" y="5693"/>
                  </a:lnTo>
                  <a:lnTo>
                    <a:pt x="4303" y="6193"/>
                  </a:lnTo>
                  <a:cubicBezTo>
                    <a:pt x="4203" y="6827"/>
                    <a:pt x="4103" y="7594"/>
                    <a:pt x="3703" y="8262"/>
                  </a:cubicBezTo>
                  <a:cubicBezTo>
                    <a:pt x="3336" y="8929"/>
                    <a:pt x="2836" y="9563"/>
                    <a:pt x="2302" y="9963"/>
                  </a:cubicBezTo>
                  <a:cubicBezTo>
                    <a:pt x="2169" y="10096"/>
                    <a:pt x="2035" y="10196"/>
                    <a:pt x="1935" y="10330"/>
                  </a:cubicBezTo>
                  <a:cubicBezTo>
                    <a:pt x="1735" y="10396"/>
                    <a:pt x="1635" y="10497"/>
                    <a:pt x="1501" y="10563"/>
                  </a:cubicBezTo>
                  <a:cubicBezTo>
                    <a:pt x="1201" y="10730"/>
                    <a:pt x="1001" y="10863"/>
                    <a:pt x="801" y="10930"/>
                  </a:cubicBezTo>
                  <a:cubicBezTo>
                    <a:pt x="367" y="11097"/>
                    <a:pt x="134" y="11230"/>
                    <a:pt x="134" y="11230"/>
                  </a:cubicBezTo>
                  <a:cubicBezTo>
                    <a:pt x="0" y="11330"/>
                    <a:pt x="100" y="11564"/>
                    <a:pt x="167" y="11597"/>
                  </a:cubicBezTo>
                  <a:cubicBezTo>
                    <a:pt x="167" y="11597"/>
                    <a:pt x="434" y="11531"/>
                    <a:pt x="868" y="11364"/>
                  </a:cubicBezTo>
                  <a:cubicBezTo>
                    <a:pt x="1101" y="11264"/>
                    <a:pt x="1335" y="11164"/>
                    <a:pt x="1635" y="10997"/>
                  </a:cubicBezTo>
                  <a:cubicBezTo>
                    <a:pt x="1802" y="10897"/>
                    <a:pt x="1935" y="10830"/>
                    <a:pt x="2102" y="10730"/>
                  </a:cubicBezTo>
                  <a:cubicBezTo>
                    <a:pt x="2235" y="10597"/>
                    <a:pt x="2369" y="10530"/>
                    <a:pt x="2535" y="10396"/>
                  </a:cubicBezTo>
                  <a:cubicBezTo>
                    <a:pt x="3169" y="9929"/>
                    <a:pt x="3770" y="9329"/>
                    <a:pt x="4170" y="8562"/>
                  </a:cubicBezTo>
                  <a:cubicBezTo>
                    <a:pt x="4637" y="7828"/>
                    <a:pt x="4804" y="6994"/>
                    <a:pt x="4870" y="6227"/>
                  </a:cubicBezTo>
                  <a:lnTo>
                    <a:pt x="4870" y="5660"/>
                  </a:lnTo>
                  <a:lnTo>
                    <a:pt x="4870" y="5360"/>
                  </a:lnTo>
                  <a:cubicBezTo>
                    <a:pt x="4870" y="5259"/>
                    <a:pt x="4837" y="5159"/>
                    <a:pt x="4837" y="5059"/>
                  </a:cubicBezTo>
                  <a:lnTo>
                    <a:pt x="4704" y="4426"/>
                  </a:lnTo>
                  <a:cubicBezTo>
                    <a:pt x="4637" y="4225"/>
                    <a:pt x="4604" y="4025"/>
                    <a:pt x="4504" y="3825"/>
                  </a:cubicBezTo>
                  <a:cubicBezTo>
                    <a:pt x="4437" y="3592"/>
                    <a:pt x="4337" y="3425"/>
                    <a:pt x="4270" y="3225"/>
                  </a:cubicBezTo>
                  <a:cubicBezTo>
                    <a:pt x="4137" y="3058"/>
                    <a:pt x="4103" y="2858"/>
                    <a:pt x="3970" y="2691"/>
                  </a:cubicBezTo>
                  <a:cubicBezTo>
                    <a:pt x="3836" y="2524"/>
                    <a:pt x="3770" y="2357"/>
                    <a:pt x="3636" y="2191"/>
                  </a:cubicBezTo>
                  <a:cubicBezTo>
                    <a:pt x="3603" y="2091"/>
                    <a:pt x="3503" y="2024"/>
                    <a:pt x="3469" y="1924"/>
                  </a:cubicBezTo>
                  <a:cubicBezTo>
                    <a:pt x="3436" y="1857"/>
                    <a:pt x="3336" y="1824"/>
                    <a:pt x="3303" y="1724"/>
                  </a:cubicBezTo>
                  <a:cubicBezTo>
                    <a:pt x="3036" y="1423"/>
                    <a:pt x="2836" y="1190"/>
                    <a:pt x="2602" y="990"/>
                  </a:cubicBezTo>
                  <a:cubicBezTo>
                    <a:pt x="2335" y="756"/>
                    <a:pt x="2169" y="556"/>
                    <a:pt x="1968" y="423"/>
                  </a:cubicBezTo>
                  <a:lnTo>
                    <a:pt x="1335" y="22"/>
                  </a:lnTo>
                  <a:cubicBezTo>
                    <a:pt x="1314" y="7"/>
                    <a:pt x="1292" y="0"/>
                    <a:pt x="12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15" name="Google Shape;3715;p30"/>
            <p:cNvSpPr/>
            <p:nvPr/>
          </p:nvSpPr>
          <p:spPr>
            <a:xfrm flipH="1">
              <a:off x="7627892" y="576737"/>
              <a:ext cx="578071" cy="256574"/>
            </a:xfrm>
            <a:custGeom>
              <a:avLst/>
              <a:gdLst/>
              <a:ahLst/>
              <a:cxnLst/>
              <a:rect l="l" t="t" r="r" b="b"/>
              <a:pathLst>
                <a:path w="23907" h="10611" extrusionOk="0">
                  <a:moveTo>
                    <a:pt x="23735" y="0"/>
                  </a:moveTo>
                  <a:cubicBezTo>
                    <a:pt x="23662" y="0"/>
                    <a:pt x="23579" y="55"/>
                    <a:pt x="23535" y="187"/>
                  </a:cubicBezTo>
                  <a:cubicBezTo>
                    <a:pt x="23535" y="187"/>
                    <a:pt x="23502" y="320"/>
                    <a:pt x="23435" y="520"/>
                  </a:cubicBezTo>
                  <a:cubicBezTo>
                    <a:pt x="23435" y="620"/>
                    <a:pt x="23335" y="721"/>
                    <a:pt x="23269" y="854"/>
                  </a:cubicBezTo>
                  <a:cubicBezTo>
                    <a:pt x="23202" y="887"/>
                    <a:pt x="23169" y="987"/>
                    <a:pt x="23135" y="1054"/>
                  </a:cubicBezTo>
                  <a:cubicBezTo>
                    <a:pt x="23102" y="1121"/>
                    <a:pt x="23002" y="1188"/>
                    <a:pt x="22968" y="1288"/>
                  </a:cubicBezTo>
                  <a:cubicBezTo>
                    <a:pt x="22868" y="1354"/>
                    <a:pt x="22835" y="1454"/>
                    <a:pt x="22768" y="1521"/>
                  </a:cubicBezTo>
                  <a:lnTo>
                    <a:pt x="22501" y="1788"/>
                  </a:lnTo>
                  <a:cubicBezTo>
                    <a:pt x="22335" y="1955"/>
                    <a:pt x="22134" y="2055"/>
                    <a:pt x="21934" y="2222"/>
                  </a:cubicBezTo>
                  <a:cubicBezTo>
                    <a:pt x="21467" y="2555"/>
                    <a:pt x="20967" y="2855"/>
                    <a:pt x="20333" y="3056"/>
                  </a:cubicBezTo>
                  <a:cubicBezTo>
                    <a:pt x="19132" y="3556"/>
                    <a:pt x="17665" y="3856"/>
                    <a:pt x="16197" y="4156"/>
                  </a:cubicBezTo>
                  <a:cubicBezTo>
                    <a:pt x="14796" y="4390"/>
                    <a:pt x="13328" y="4657"/>
                    <a:pt x="12027" y="4857"/>
                  </a:cubicBezTo>
                  <a:cubicBezTo>
                    <a:pt x="9459" y="5324"/>
                    <a:pt x="6156" y="5991"/>
                    <a:pt x="3721" y="7292"/>
                  </a:cubicBezTo>
                  <a:cubicBezTo>
                    <a:pt x="2520" y="7892"/>
                    <a:pt x="1586" y="8660"/>
                    <a:pt x="986" y="9293"/>
                  </a:cubicBezTo>
                  <a:cubicBezTo>
                    <a:pt x="686" y="9560"/>
                    <a:pt x="452" y="9827"/>
                    <a:pt x="319" y="10027"/>
                  </a:cubicBezTo>
                  <a:cubicBezTo>
                    <a:pt x="185" y="10194"/>
                    <a:pt x="119" y="10327"/>
                    <a:pt x="119" y="10327"/>
                  </a:cubicBezTo>
                  <a:cubicBezTo>
                    <a:pt x="1" y="10469"/>
                    <a:pt x="116" y="10610"/>
                    <a:pt x="253" y="10610"/>
                  </a:cubicBezTo>
                  <a:cubicBezTo>
                    <a:pt x="310" y="10610"/>
                    <a:pt x="370" y="10586"/>
                    <a:pt x="419" y="10528"/>
                  </a:cubicBezTo>
                  <a:cubicBezTo>
                    <a:pt x="419" y="10528"/>
                    <a:pt x="486" y="10394"/>
                    <a:pt x="619" y="10227"/>
                  </a:cubicBezTo>
                  <a:cubicBezTo>
                    <a:pt x="753" y="10061"/>
                    <a:pt x="953" y="9827"/>
                    <a:pt x="1253" y="9527"/>
                  </a:cubicBezTo>
                  <a:cubicBezTo>
                    <a:pt x="1853" y="8993"/>
                    <a:pt x="2787" y="8293"/>
                    <a:pt x="3955" y="7726"/>
                  </a:cubicBezTo>
                  <a:cubicBezTo>
                    <a:pt x="6323" y="6558"/>
                    <a:pt x="9592" y="5991"/>
                    <a:pt x="12127" y="5524"/>
                  </a:cubicBezTo>
                  <a:cubicBezTo>
                    <a:pt x="13395" y="5290"/>
                    <a:pt x="14863" y="5024"/>
                    <a:pt x="16330" y="4723"/>
                  </a:cubicBezTo>
                  <a:cubicBezTo>
                    <a:pt x="17798" y="4457"/>
                    <a:pt x="19232" y="4056"/>
                    <a:pt x="20500" y="3523"/>
                  </a:cubicBezTo>
                  <a:cubicBezTo>
                    <a:pt x="21134" y="3289"/>
                    <a:pt x="21701" y="2955"/>
                    <a:pt x="22168" y="2622"/>
                  </a:cubicBezTo>
                  <a:cubicBezTo>
                    <a:pt x="22368" y="2455"/>
                    <a:pt x="22635" y="2288"/>
                    <a:pt x="22802" y="2055"/>
                  </a:cubicBezTo>
                  <a:lnTo>
                    <a:pt x="23035" y="1821"/>
                  </a:lnTo>
                  <a:cubicBezTo>
                    <a:pt x="23135" y="1688"/>
                    <a:pt x="23169" y="1621"/>
                    <a:pt x="23235" y="1521"/>
                  </a:cubicBezTo>
                  <a:cubicBezTo>
                    <a:pt x="23302" y="1454"/>
                    <a:pt x="23369" y="1354"/>
                    <a:pt x="23402" y="1288"/>
                  </a:cubicBezTo>
                  <a:lnTo>
                    <a:pt x="23535" y="1021"/>
                  </a:lnTo>
                  <a:cubicBezTo>
                    <a:pt x="23636" y="854"/>
                    <a:pt x="23702" y="721"/>
                    <a:pt x="23769" y="620"/>
                  </a:cubicBezTo>
                  <a:lnTo>
                    <a:pt x="23869" y="220"/>
                  </a:lnTo>
                  <a:cubicBezTo>
                    <a:pt x="23906" y="89"/>
                    <a:pt x="23828" y="0"/>
                    <a:pt x="237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16" name="Google Shape;3716;p30"/>
            <p:cNvSpPr/>
            <p:nvPr/>
          </p:nvSpPr>
          <p:spPr>
            <a:xfrm flipH="1">
              <a:off x="8955616" y="677350"/>
              <a:ext cx="372662" cy="364465"/>
            </a:xfrm>
            <a:custGeom>
              <a:avLst/>
              <a:gdLst/>
              <a:ahLst/>
              <a:cxnLst/>
              <a:rect l="l" t="t" r="r" b="b"/>
              <a:pathLst>
                <a:path w="15412" h="15073" extrusionOk="0">
                  <a:moveTo>
                    <a:pt x="15180" y="0"/>
                  </a:moveTo>
                  <a:cubicBezTo>
                    <a:pt x="15073" y="0"/>
                    <a:pt x="14949" y="82"/>
                    <a:pt x="14911" y="195"/>
                  </a:cubicBezTo>
                  <a:lnTo>
                    <a:pt x="14911" y="496"/>
                  </a:lnTo>
                  <a:cubicBezTo>
                    <a:pt x="14911" y="562"/>
                    <a:pt x="14978" y="696"/>
                    <a:pt x="14911" y="829"/>
                  </a:cubicBezTo>
                  <a:cubicBezTo>
                    <a:pt x="14911" y="963"/>
                    <a:pt x="14878" y="1129"/>
                    <a:pt x="14878" y="1296"/>
                  </a:cubicBezTo>
                  <a:cubicBezTo>
                    <a:pt x="14744" y="1963"/>
                    <a:pt x="14377" y="2831"/>
                    <a:pt x="13577" y="3565"/>
                  </a:cubicBezTo>
                  <a:cubicBezTo>
                    <a:pt x="12843" y="4332"/>
                    <a:pt x="11742" y="4999"/>
                    <a:pt x="10708" y="5699"/>
                  </a:cubicBezTo>
                  <a:cubicBezTo>
                    <a:pt x="10174" y="6033"/>
                    <a:pt x="9641" y="6400"/>
                    <a:pt x="9174" y="6834"/>
                  </a:cubicBezTo>
                  <a:cubicBezTo>
                    <a:pt x="8907" y="7000"/>
                    <a:pt x="8707" y="7234"/>
                    <a:pt x="8507" y="7467"/>
                  </a:cubicBezTo>
                  <a:cubicBezTo>
                    <a:pt x="8306" y="7667"/>
                    <a:pt x="8140" y="7901"/>
                    <a:pt x="7973" y="8134"/>
                  </a:cubicBezTo>
                  <a:cubicBezTo>
                    <a:pt x="7239" y="9035"/>
                    <a:pt x="6705" y="10169"/>
                    <a:pt x="6138" y="11303"/>
                  </a:cubicBezTo>
                  <a:cubicBezTo>
                    <a:pt x="5571" y="12404"/>
                    <a:pt x="4904" y="13472"/>
                    <a:pt x="4003" y="14005"/>
                  </a:cubicBezTo>
                  <a:cubicBezTo>
                    <a:pt x="3069" y="14539"/>
                    <a:pt x="2069" y="14639"/>
                    <a:pt x="1402" y="14639"/>
                  </a:cubicBezTo>
                  <a:cubicBezTo>
                    <a:pt x="1035" y="14639"/>
                    <a:pt x="768" y="14572"/>
                    <a:pt x="568" y="14572"/>
                  </a:cubicBezTo>
                  <a:lnTo>
                    <a:pt x="267" y="14572"/>
                  </a:lnTo>
                  <a:cubicBezTo>
                    <a:pt x="67" y="14572"/>
                    <a:pt x="1" y="14906"/>
                    <a:pt x="234" y="14973"/>
                  </a:cubicBezTo>
                  <a:cubicBezTo>
                    <a:pt x="234" y="14973"/>
                    <a:pt x="334" y="14973"/>
                    <a:pt x="534" y="15006"/>
                  </a:cubicBezTo>
                  <a:cubicBezTo>
                    <a:pt x="701" y="15039"/>
                    <a:pt x="1001" y="15073"/>
                    <a:pt x="1368" y="15073"/>
                  </a:cubicBezTo>
                  <a:lnTo>
                    <a:pt x="1935" y="15073"/>
                  </a:lnTo>
                  <a:cubicBezTo>
                    <a:pt x="2202" y="15073"/>
                    <a:pt x="2402" y="15039"/>
                    <a:pt x="2669" y="15006"/>
                  </a:cubicBezTo>
                  <a:cubicBezTo>
                    <a:pt x="3169" y="14973"/>
                    <a:pt x="3703" y="14806"/>
                    <a:pt x="4237" y="14506"/>
                  </a:cubicBezTo>
                  <a:cubicBezTo>
                    <a:pt x="4737" y="14172"/>
                    <a:pt x="5271" y="13739"/>
                    <a:pt x="5671" y="13238"/>
                  </a:cubicBezTo>
                  <a:cubicBezTo>
                    <a:pt x="6072" y="12738"/>
                    <a:pt x="6405" y="12171"/>
                    <a:pt x="6705" y="11637"/>
                  </a:cubicBezTo>
                  <a:cubicBezTo>
                    <a:pt x="7339" y="10503"/>
                    <a:pt x="7906" y="9402"/>
                    <a:pt x="8540" y="8568"/>
                  </a:cubicBezTo>
                  <a:lnTo>
                    <a:pt x="9040" y="7968"/>
                  </a:lnTo>
                  <a:cubicBezTo>
                    <a:pt x="9240" y="7734"/>
                    <a:pt x="9441" y="7567"/>
                    <a:pt x="9674" y="7367"/>
                  </a:cubicBezTo>
                  <a:cubicBezTo>
                    <a:pt x="10141" y="6967"/>
                    <a:pt x="10641" y="6633"/>
                    <a:pt x="11108" y="6233"/>
                  </a:cubicBezTo>
                  <a:cubicBezTo>
                    <a:pt x="12143" y="5533"/>
                    <a:pt x="13210" y="4832"/>
                    <a:pt x="14011" y="3965"/>
                  </a:cubicBezTo>
                  <a:cubicBezTo>
                    <a:pt x="14844" y="3131"/>
                    <a:pt x="15245" y="2063"/>
                    <a:pt x="15345" y="1330"/>
                  </a:cubicBezTo>
                  <a:cubicBezTo>
                    <a:pt x="15345" y="1163"/>
                    <a:pt x="15378" y="996"/>
                    <a:pt x="15378" y="829"/>
                  </a:cubicBezTo>
                  <a:cubicBezTo>
                    <a:pt x="15412" y="662"/>
                    <a:pt x="15378" y="529"/>
                    <a:pt x="15378" y="462"/>
                  </a:cubicBezTo>
                  <a:cubicBezTo>
                    <a:pt x="15345" y="296"/>
                    <a:pt x="15345" y="162"/>
                    <a:pt x="15345" y="162"/>
                  </a:cubicBezTo>
                  <a:cubicBezTo>
                    <a:pt x="15330" y="47"/>
                    <a:pt x="15260" y="0"/>
                    <a:pt x="151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3717" name="Google Shape;3717;p30"/>
            <p:cNvGrpSpPr/>
            <p:nvPr/>
          </p:nvGrpSpPr>
          <p:grpSpPr>
            <a:xfrm flipH="1">
              <a:off x="7265845" y="-20654"/>
              <a:ext cx="2069687" cy="5143763"/>
              <a:chOff x="3610" y="8"/>
              <a:chExt cx="2069687" cy="5143763"/>
            </a:xfrm>
          </p:grpSpPr>
          <p:sp>
            <p:nvSpPr>
              <p:cNvPr id="3718" name="Google Shape;3718;p30"/>
              <p:cNvSpPr/>
              <p:nvPr/>
            </p:nvSpPr>
            <p:spPr>
              <a:xfrm>
                <a:off x="627889" y="3237468"/>
                <a:ext cx="41058" cy="76989"/>
              </a:xfrm>
              <a:custGeom>
                <a:avLst/>
                <a:gdLst/>
                <a:ahLst/>
                <a:cxnLst/>
                <a:rect l="l" t="t" r="r" b="b"/>
                <a:pathLst>
                  <a:path w="1698" h="3184" extrusionOk="0">
                    <a:moveTo>
                      <a:pt x="1396" y="1"/>
                    </a:moveTo>
                    <a:cubicBezTo>
                      <a:pt x="1383" y="1"/>
                      <a:pt x="1373" y="5"/>
                      <a:pt x="1368" y="14"/>
                    </a:cubicBezTo>
                    <a:cubicBezTo>
                      <a:pt x="1368" y="14"/>
                      <a:pt x="1202" y="214"/>
                      <a:pt x="1001" y="448"/>
                    </a:cubicBezTo>
                    <a:cubicBezTo>
                      <a:pt x="801" y="715"/>
                      <a:pt x="568" y="1082"/>
                      <a:pt x="401" y="1382"/>
                    </a:cubicBezTo>
                    <a:cubicBezTo>
                      <a:pt x="301" y="1715"/>
                      <a:pt x="134" y="2116"/>
                      <a:pt x="67" y="2449"/>
                    </a:cubicBezTo>
                    <a:cubicBezTo>
                      <a:pt x="34" y="2783"/>
                      <a:pt x="1" y="3050"/>
                      <a:pt x="1" y="3050"/>
                    </a:cubicBezTo>
                    <a:cubicBezTo>
                      <a:pt x="1" y="3083"/>
                      <a:pt x="334" y="3183"/>
                      <a:pt x="334" y="3183"/>
                    </a:cubicBezTo>
                    <a:cubicBezTo>
                      <a:pt x="334" y="3183"/>
                      <a:pt x="735" y="2282"/>
                      <a:pt x="1035" y="1715"/>
                    </a:cubicBezTo>
                    <a:cubicBezTo>
                      <a:pt x="1202" y="1415"/>
                      <a:pt x="1335" y="1048"/>
                      <a:pt x="1468" y="748"/>
                    </a:cubicBezTo>
                    <a:cubicBezTo>
                      <a:pt x="1569" y="448"/>
                      <a:pt x="1669" y="214"/>
                      <a:pt x="1669" y="214"/>
                    </a:cubicBezTo>
                    <a:cubicBezTo>
                      <a:pt x="1697" y="157"/>
                      <a:pt x="1479" y="1"/>
                      <a:pt x="13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19" name="Google Shape;3719;p30"/>
              <p:cNvSpPr/>
              <p:nvPr/>
            </p:nvSpPr>
            <p:spPr>
              <a:xfrm>
                <a:off x="615001" y="3378873"/>
                <a:ext cx="27662" cy="156324"/>
              </a:xfrm>
              <a:custGeom>
                <a:avLst/>
                <a:gdLst/>
                <a:ahLst/>
                <a:cxnLst/>
                <a:rect l="l" t="t" r="r" b="b"/>
                <a:pathLst>
                  <a:path w="1144" h="6465" extrusionOk="0">
                    <a:moveTo>
                      <a:pt x="578" y="0"/>
                    </a:moveTo>
                    <a:cubicBezTo>
                      <a:pt x="539" y="0"/>
                      <a:pt x="509" y="11"/>
                      <a:pt x="500" y="37"/>
                    </a:cubicBezTo>
                    <a:cubicBezTo>
                      <a:pt x="500" y="37"/>
                      <a:pt x="434" y="171"/>
                      <a:pt x="400" y="371"/>
                    </a:cubicBezTo>
                    <a:cubicBezTo>
                      <a:pt x="334" y="571"/>
                      <a:pt x="234" y="838"/>
                      <a:pt x="200" y="1171"/>
                    </a:cubicBezTo>
                    <a:cubicBezTo>
                      <a:pt x="33" y="1838"/>
                      <a:pt x="0" y="2672"/>
                      <a:pt x="33" y="3273"/>
                    </a:cubicBezTo>
                    <a:cubicBezTo>
                      <a:pt x="67" y="3940"/>
                      <a:pt x="200" y="4740"/>
                      <a:pt x="400" y="5374"/>
                    </a:cubicBezTo>
                    <a:cubicBezTo>
                      <a:pt x="500" y="5708"/>
                      <a:pt x="567" y="5941"/>
                      <a:pt x="667" y="6175"/>
                    </a:cubicBezTo>
                    <a:cubicBezTo>
                      <a:pt x="734" y="6342"/>
                      <a:pt x="767" y="6442"/>
                      <a:pt x="767" y="6442"/>
                    </a:cubicBezTo>
                    <a:cubicBezTo>
                      <a:pt x="783" y="6458"/>
                      <a:pt x="815" y="6464"/>
                      <a:pt x="852" y="6464"/>
                    </a:cubicBezTo>
                    <a:cubicBezTo>
                      <a:pt x="969" y="6464"/>
                      <a:pt x="1143" y="6400"/>
                      <a:pt x="1067" y="6375"/>
                    </a:cubicBezTo>
                    <a:cubicBezTo>
                      <a:pt x="1067" y="6375"/>
                      <a:pt x="1067" y="6242"/>
                      <a:pt x="1034" y="6041"/>
                    </a:cubicBezTo>
                    <a:cubicBezTo>
                      <a:pt x="1001" y="5841"/>
                      <a:pt x="934" y="5574"/>
                      <a:pt x="901" y="5241"/>
                    </a:cubicBezTo>
                    <a:cubicBezTo>
                      <a:pt x="834" y="4607"/>
                      <a:pt x="767" y="3840"/>
                      <a:pt x="734" y="3239"/>
                    </a:cubicBezTo>
                    <a:cubicBezTo>
                      <a:pt x="734" y="2672"/>
                      <a:pt x="701" y="1872"/>
                      <a:pt x="734" y="1238"/>
                    </a:cubicBezTo>
                    <a:cubicBezTo>
                      <a:pt x="734" y="904"/>
                      <a:pt x="767" y="671"/>
                      <a:pt x="834" y="437"/>
                    </a:cubicBezTo>
                    <a:cubicBezTo>
                      <a:pt x="867" y="237"/>
                      <a:pt x="867" y="104"/>
                      <a:pt x="867" y="104"/>
                    </a:cubicBezTo>
                    <a:cubicBezTo>
                      <a:pt x="867" y="79"/>
                      <a:pt x="687" y="0"/>
                      <a:pt x="5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20" name="Google Shape;3720;p30"/>
              <p:cNvSpPr/>
              <p:nvPr/>
            </p:nvSpPr>
            <p:spPr>
              <a:xfrm>
                <a:off x="683551" y="3621181"/>
                <a:ext cx="66156" cy="105425"/>
              </a:xfrm>
              <a:custGeom>
                <a:avLst/>
                <a:gdLst/>
                <a:ahLst/>
                <a:cxnLst/>
                <a:rect l="l" t="t" r="r" b="b"/>
                <a:pathLst>
                  <a:path w="2736" h="4360" extrusionOk="0">
                    <a:moveTo>
                      <a:pt x="300" y="1"/>
                    </a:moveTo>
                    <a:cubicBezTo>
                      <a:pt x="193" y="1"/>
                      <a:pt x="0" y="65"/>
                      <a:pt x="0" y="90"/>
                    </a:cubicBezTo>
                    <a:cubicBezTo>
                      <a:pt x="0" y="90"/>
                      <a:pt x="34" y="190"/>
                      <a:pt x="34" y="357"/>
                    </a:cubicBezTo>
                    <a:cubicBezTo>
                      <a:pt x="34" y="524"/>
                      <a:pt x="67" y="724"/>
                      <a:pt x="100" y="991"/>
                    </a:cubicBezTo>
                    <a:cubicBezTo>
                      <a:pt x="201" y="1524"/>
                      <a:pt x="401" y="2091"/>
                      <a:pt x="668" y="2558"/>
                    </a:cubicBezTo>
                    <a:cubicBezTo>
                      <a:pt x="901" y="3025"/>
                      <a:pt x="1335" y="3526"/>
                      <a:pt x="1735" y="3859"/>
                    </a:cubicBezTo>
                    <a:cubicBezTo>
                      <a:pt x="1868" y="3926"/>
                      <a:pt x="1935" y="4026"/>
                      <a:pt x="2035" y="4059"/>
                    </a:cubicBezTo>
                    <a:cubicBezTo>
                      <a:pt x="2102" y="4160"/>
                      <a:pt x="2202" y="4193"/>
                      <a:pt x="2269" y="4226"/>
                    </a:cubicBezTo>
                    <a:cubicBezTo>
                      <a:pt x="2402" y="4326"/>
                      <a:pt x="2502" y="4360"/>
                      <a:pt x="2502" y="4360"/>
                    </a:cubicBezTo>
                    <a:cubicBezTo>
                      <a:pt x="2536" y="4360"/>
                      <a:pt x="2702" y="4059"/>
                      <a:pt x="2736" y="4059"/>
                    </a:cubicBezTo>
                    <a:cubicBezTo>
                      <a:pt x="2736" y="4059"/>
                      <a:pt x="2702" y="3959"/>
                      <a:pt x="2569" y="3893"/>
                    </a:cubicBezTo>
                    <a:cubicBezTo>
                      <a:pt x="2502" y="3859"/>
                      <a:pt x="2435" y="3826"/>
                      <a:pt x="2369" y="3726"/>
                    </a:cubicBezTo>
                    <a:cubicBezTo>
                      <a:pt x="2335" y="3626"/>
                      <a:pt x="2235" y="3559"/>
                      <a:pt x="2169" y="3492"/>
                    </a:cubicBezTo>
                    <a:cubicBezTo>
                      <a:pt x="1835" y="3125"/>
                      <a:pt x="1568" y="2592"/>
                      <a:pt x="1335" y="2225"/>
                    </a:cubicBezTo>
                    <a:cubicBezTo>
                      <a:pt x="1101" y="1825"/>
                      <a:pt x="834" y="1324"/>
                      <a:pt x="668" y="857"/>
                    </a:cubicBezTo>
                    <a:cubicBezTo>
                      <a:pt x="567" y="590"/>
                      <a:pt x="501" y="390"/>
                      <a:pt x="434" y="257"/>
                    </a:cubicBezTo>
                    <a:cubicBezTo>
                      <a:pt x="401" y="90"/>
                      <a:pt x="367" y="23"/>
                      <a:pt x="367" y="23"/>
                    </a:cubicBezTo>
                    <a:cubicBezTo>
                      <a:pt x="359" y="7"/>
                      <a:pt x="334" y="1"/>
                      <a:pt x="3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21" name="Google Shape;3721;p30"/>
              <p:cNvSpPr/>
              <p:nvPr/>
            </p:nvSpPr>
            <p:spPr>
              <a:xfrm>
                <a:off x="805419" y="3779753"/>
                <a:ext cx="165294" cy="100178"/>
              </a:xfrm>
              <a:custGeom>
                <a:avLst/>
                <a:gdLst/>
                <a:ahLst/>
                <a:cxnLst/>
                <a:rect l="l" t="t" r="r" b="b"/>
                <a:pathLst>
                  <a:path w="6836" h="4143" extrusionOk="0">
                    <a:moveTo>
                      <a:pt x="188" y="1"/>
                    </a:moveTo>
                    <a:cubicBezTo>
                      <a:pt x="119" y="1"/>
                      <a:pt x="0" y="305"/>
                      <a:pt x="64" y="337"/>
                    </a:cubicBezTo>
                    <a:cubicBezTo>
                      <a:pt x="64" y="337"/>
                      <a:pt x="631" y="570"/>
                      <a:pt x="1298" y="904"/>
                    </a:cubicBezTo>
                    <a:cubicBezTo>
                      <a:pt x="1465" y="1004"/>
                      <a:pt x="1665" y="1104"/>
                      <a:pt x="1832" y="1171"/>
                    </a:cubicBezTo>
                    <a:cubicBezTo>
                      <a:pt x="1999" y="1304"/>
                      <a:pt x="2199" y="1371"/>
                      <a:pt x="2366" y="1504"/>
                    </a:cubicBezTo>
                    <a:cubicBezTo>
                      <a:pt x="2699" y="1704"/>
                      <a:pt x="3066" y="1938"/>
                      <a:pt x="3400" y="2071"/>
                    </a:cubicBezTo>
                    <a:cubicBezTo>
                      <a:pt x="3733" y="2238"/>
                      <a:pt x="4067" y="2505"/>
                      <a:pt x="4467" y="2705"/>
                    </a:cubicBezTo>
                    <a:cubicBezTo>
                      <a:pt x="4634" y="2839"/>
                      <a:pt x="4834" y="2905"/>
                      <a:pt x="5001" y="3039"/>
                    </a:cubicBezTo>
                    <a:cubicBezTo>
                      <a:pt x="5168" y="3139"/>
                      <a:pt x="5334" y="3239"/>
                      <a:pt x="5501" y="3372"/>
                    </a:cubicBezTo>
                    <a:cubicBezTo>
                      <a:pt x="6135" y="3806"/>
                      <a:pt x="6569" y="4140"/>
                      <a:pt x="6569" y="4140"/>
                    </a:cubicBezTo>
                    <a:cubicBezTo>
                      <a:pt x="6573" y="4142"/>
                      <a:pt x="6578" y="4143"/>
                      <a:pt x="6584" y="4143"/>
                    </a:cubicBezTo>
                    <a:cubicBezTo>
                      <a:pt x="6661" y="4143"/>
                      <a:pt x="6836" y="3935"/>
                      <a:pt x="6836" y="3873"/>
                    </a:cubicBezTo>
                    <a:cubicBezTo>
                      <a:pt x="6836" y="3873"/>
                      <a:pt x="6402" y="3472"/>
                      <a:pt x="5835" y="2972"/>
                    </a:cubicBezTo>
                    <a:cubicBezTo>
                      <a:pt x="5701" y="2839"/>
                      <a:pt x="5535" y="2672"/>
                      <a:pt x="5368" y="2538"/>
                    </a:cubicBezTo>
                    <a:cubicBezTo>
                      <a:pt x="5168" y="2405"/>
                      <a:pt x="5001" y="2305"/>
                      <a:pt x="4834" y="2171"/>
                    </a:cubicBezTo>
                    <a:cubicBezTo>
                      <a:pt x="4467" y="1938"/>
                      <a:pt x="4134" y="1671"/>
                      <a:pt x="3800" y="1471"/>
                    </a:cubicBezTo>
                    <a:cubicBezTo>
                      <a:pt x="3466" y="1304"/>
                      <a:pt x="3033" y="1137"/>
                      <a:pt x="2666" y="904"/>
                    </a:cubicBezTo>
                    <a:cubicBezTo>
                      <a:pt x="2466" y="804"/>
                      <a:pt x="2299" y="704"/>
                      <a:pt x="2065" y="637"/>
                    </a:cubicBezTo>
                    <a:cubicBezTo>
                      <a:pt x="1865" y="537"/>
                      <a:pt x="1665" y="504"/>
                      <a:pt x="1498" y="404"/>
                    </a:cubicBezTo>
                    <a:cubicBezTo>
                      <a:pt x="731" y="170"/>
                      <a:pt x="197" y="3"/>
                      <a:pt x="197" y="3"/>
                    </a:cubicBezTo>
                    <a:cubicBezTo>
                      <a:pt x="194" y="2"/>
                      <a:pt x="191" y="1"/>
                      <a:pt x="1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22" name="Google Shape;3722;p30"/>
              <p:cNvSpPr/>
              <p:nvPr/>
            </p:nvSpPr>
            <p:spPr>
              <a:xfrm>
                <a:off x="1046542" y="3961248"/>
                <a:ext cx="87096" cy="131394"/>
              </a:xfrm>
              <a:custGeom>
                <a:avLst/>
                <a:gdLst/>
                <a:ahLst/>
                <a:cxnLst/>
                <a:rect l="l" t="t" r="r" b="b"/>
                <a:pathLst>
                  <a:path w="3602" h="5434" extrusionOk="0">
                    <a:moveTo>
                      <a:pt x="226" y="0"/>
                    </a:moveTo>
                    <a:cubicBezTo>
                      <a:pt x="179" y="0"/>
                      <a:pt x="1" y="271"/>
                      <a:pt x="32" y="303"/>
                    </a:cubicBezTo>
                    <a:cubicBezTo>
                      <a:pt x="32" y="303"/>
                      <a:pt x="166" y="370"/>
                      <a:pt x="266" y="503"/>
                    </a:cubicBezTo>
                    <a:cubicBezTo>
                      <a:pt x="433" y="636"/>
                      <a:pt x="666" y="803"/>
                      <a:pt x="866" y="1037"/>
                    </a:cubicBezTo>
                    <a:cubicBezTo>
                      <a:pt x="1267" y="1504"/>
                      <a:pt x="1734" y="2104"/>
                      <a:pt x="2067" y="2604"/>
                    </a:cubicBezTo>
                    <a:cubicBezTo>
                      <a:pt x="2367" y="3105"/>
                      <a:pt x="2768" y="3772"/>
                      <a:pt x="2935" y="4339"/>
                    </a:cubicBezTo>
                    <a:cubicBezTo>
                      <a:pt x="3035" y="4639"/>
                      <a:pt x="3101" y="4873"/>
                      <a:pt x="3168" y="5106"/>
                    </a:cubicBezTo>
                    <a:cubicBezTo>
                      <a:pt x="3201" y="5273"/>
                      <a:pt x="3235" y="5373"/>
                      <a:pt x="3235" y="5373"/>
                    </a:cubicBezTo>
                    <a:cubicBezTo>
                      <a:pt x="3249" y="5415"/>
                      <a:pt x="3309" y="5434"/>
                      <a:pt x="3378" y="5434"/>
                    </a:cubicBezTo>
                    <a:cubicBezTo>
                      <a:pt x="3473" y="5434"/>
                      <a:pt x="3582" y="5398"/>
                      <a:pt x="3602" y="5340"/>
                    </a:cubicBezTo>
                    <a:cubicBezTo>
                      <a:pt x="3602" y="5340"/>
                      <a:pt x="3568" y="5206"/>
                      <a:pt x="3568" y="5006"/>
                    </a:cubicBezTo>
                    <a:cubicBezTo>
                      <a:pt x="3568" y="4806"/>
                      <a:pt x="3535" y="4506"/>
                      <a:pt x="3435" y="4172"/>
                    </a:cubicBezTo>
                    <a:cubicBezTo>
                      <a:pt x="3368" y="3505"/>
                      <a:pt x="3001" y="2705"/>
                      <a:pt x="2668" y="2171"/>
                    </a:cubicBezTo>
                    <a:cubicBezTo>
                      <a:pt x="2267" y="1637"/>
                      <a:pt x="1734" y="1003"/>
                      <a:pt x="1200" y="636"/>
                    </a:cubicBezTo>
                    <a:cubicBezTo>
                      <a:pt x="933" y="436"/>
                      <a:pt x="700" y="303"/>
                      <a:pt x="533" y="169"/>
                    </a:cubicBezTo>
                    <a:cubicBezTo>
                      <a:pt x="333" y="103"/>
                      <a:pt x="233" y="3"/>
                      <a:pt x="233" y="3"/>
                    </a:cubicBezTo>
                    <a:cubicBezTo>
                      <a:pt x="231" y="1"/>
                      <a:pt x="229"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23" name="Google Shape;3723;p30"/>
              <p:cNvSpPr/>
              <p:nvPr/>
            </p:nvSpPr>
            <p:spPr>
              <a:xfrm>
                <a:off x="1100560" y="4368004"/>
                <a:ext cx="68574" cy="104699"/>
              </a:xfrm>
              <a:custGeom>
                <a:avLst/>
                <a:gdLst/>
                <a:ahLst/>
                <a:cxnLst/>
                <a:rect l="l" t="t" r="r" b="b"/>
                <a:pathLst>
                  <a:path w="2836" h="4330" extrusionOk="0">
                    <a:moveTo>
                      <a:pt x="2619" y="1"/>
                    </a:moveTo>
                    <a:cubicBezTo>
                      <a:pt x="2527" y="1"/>
                      <a:pt x="2435" y="9"/>
                      <a:pt x="2435" y="26"/>
                    </a:cubicBezTo>
                    <a:cubicBezTo>
                      <a:pt x="2435" y="26"/>
                      <a:pt x="2435" y="126"/>
                      <a:pt x="2368" y="293"/>
                    </a:cubicBezTo>
                    <a:cubicBezTo>
                      <a:pt x="2335" y="393"/>
                      <a:pt x="2335" y="626"/>
                      <a:pt x="2268" y="860"/>
                    </a:cubicBezTo>
                    <a:cubicBezTo>
                      <a:pt x="2135" y="1360"/>
                      <a:pt x="1868" y="1894"/>
                      <a:pt x="1668" y="2294"/>
                    </a:cubicBezTo>
                    <a:cubicBezTo>
                      <a:pt x="1434" y="2661"/>
                      <a:pt x="1101" y="3162"/>
                      <a:pt x="701" y="3462"/>
                    </a:cubicBezTo>
                    <a:cubicBezTo>
                      <a:pt x="534" y="3629"/>
                      <a:pt x="367" y="3729"/>
                      <a:pt x="267" y="3829"/>
                    </a:cubicBezTo>
                    <a:cubicBezTo>
                      <a:pt x="133" y="3929"/>
                      <a:pt x="33" y="3996"/>
                      <a:pt x="33" y="3996"/>
                    </a:cubicBezTo>
                    <a:cubicBezTo>
                      <a:pt x="0" y="4029"/>
                      <a:pt x="133" y="4329"/>
                      <a:pt x="200" y="4329"/>
                    </a:cubicBezTo>
                    <a:lnTo>
                      <a:pt x="467" y="4196"/>
                    </a:lnTo>
                    <a:cubicBezTo>
                      <a:pt x="600" y="4129"/>
                      <a:pt x="834" y="4029"/>
                      <a:pt x="1034" y="3862"/>
                    </a:cubicBezTo>
                    <a:cubicBezTo>
                      <a:pt x="1534" y="3562"/>
                      <a:pt x="2001" y="3062"/>
                      <a:pt x="2302" y="2628"/>
                    </a:cubicBezTo>
                    <a:cubicBezTo>
                      <a:pt x="2602" y="2161"/>
                      <a:pt x="2802" y="1494"/>
                      <a:pt x="2802" y="960"/>
                    </a:cubicBezTo>
                    <a:cubicBezTo>
                      <a:pt x="2835" y="693"/>
                      <a:pt x="2802" y="460"/>
                      <a:pt x="2802" y="293"/>
                    </a:cubicBezTo>
                    <a:lnTo>
                      <a:pt x="2802" y="26"/>
                    </a:lnTo>
                    <a:cubicBezTo>
                      <a:pt x="2802" y="9"/>
                      <a:pt x="2710" y="1"/>
                      <a:pt x="26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24" name="Google Shape;3724;p30"/>
              <p:cNvSpPr/>
              <p:nvPr/>
            </p:nvSpPr>
            <p:spPr>
              <a:xfrm>
                <a:off x="946533" y="4492749"/>
                <a:ext cx="100758" cy="65504"/>
              </a:xfrm>
              <a:custGeom>
                <a:avLst/>
                <a:gdLst/>
                <a:ahLst/>
                <a:cxnLst/>
                <a:rect l="l" t="t" r="r" b="b"/>
                <a:pathLst>
                  <a:path w="4167" h="2709" extrusionOk="0">
                    <a:moveTo>
                      <a:pt x="3878" y="1"/>
                    </a:moveTo>
                    <a:cubicBezTo>
                      <a:pt x="3874" y="1"/>
                      <a:pt x="3870" y="2"/>
                      <a:pt x="3868" y="4"/>
                    </a:cubicBezTo>
                    <a:cubicBezTo>
                      <a:pt x="3868" y="4"/>
                      <a:pt x="3568" y="204"/>
                      <a:pt x="3201" y="471"/>
                    </a:cubicBezTo>
                    <a:cubicBezTo>
                      <a:pt x="3134" y="538"/>
                      <a:pt x="3001" y="571"/>
                      <a:pt x="2901" y="671"/>
                    </a:cubicBezTo>
                    <a:cubicBezTo>
                      <a:pt x="2801" y="738"/>
                      <a:pt x="2701" y="805"/>
                      <a:pt x="2567" y="871"/>
                    </a:cubicBezTo>
                    <a:cubicBezTo>
                      <a:pt x="2367" y="1005"/>
                      <a:pt x="2167" y="1138"/>
                      <a:pt x="2000" y="1238"/>
                    </a:cubicBezTo>
                    <a:lnTo>
                      <a:pt x="1366" y="1639"/>
                    </a:lnTo>
                    <a:lnTo>
                      <a:pt x="733" y="2005"/>
                    </a:lnTo>
                    <a:cubicBezTo>
                      <a:pt x="332" y="2239"/>
                      <a:pt x="32" y="2406"/>
                      <a:pt x="32" y="2406"/>
                    </a:cubicBezTo>
                    <a:cubicBezTo>
                      <a:pt x="1" y="2469"/>
                      <a:pt x="117" y="2709"/>
                      <a:pt x="214" y="2709"/>
                    </a:cubicBezTo>
                    <a:cubicBezTo>
                      <a:pt x="221" y="2709"/>
                      <a:pt x="226" y="2708"/>
                      <a:pt x="232" y="2706"/>
                    </a:cubicBezTo>
                    <a:cubicBezTo>
                      <a:pt x="232" y="2706"/>
                      <a:pt x="566" y="2639"/>
                      <a:pt x="1033" y="2472"/>
                    </a:cubicBezTo>
                    <a:cubicBezTo>
                      <a:pt x="1300" y="2372"/>
                      <a:pt x="1500" y="2306"/>
                      <a:pt x="1733" y="2172"/>
                    </a:cubicBezTo>
                    <a:cubicBezTo>
                      <a:pt x="2000" y="2072"/>
                      <a:pt x="2200" y="1972"/>
                      <a:pt x="2401" y="1839"/>
                    </a:cubicBezTo>
                    <a:cubicBezTo>
                      <a:pt x="2634" y="1705"/>
                      <a:pt x="2834" y="1538"/>
                      <a:pt x="3034" y="1372"/>
                    </a:cubicBezTo>
                    <a:cubicBezTo>
                      <a:pt x="3134" y="1305"/>
                      <a:pt x="3234" y="1205"/>
                      <a:pt x="3335" y="1138"/>
                    </a:cubicBezTo>
                    <a:lnTo>
                      <a:pt x="3568" y="871"/>
                    </a:lnTo>
                    <a:cubicBezTo>
                      <a:pt x="3868" y="504"/>
                      <a:pt x="4135" y="238"/>
                      <a:pt x="4135" y="238"/>
                    </a:cubicBezTo>
                    <a:cubicBezTo>
                      <a:pt x="4166" y="206"/>
                      <a:pt x="3936" y="1"/>
                      <a:pt x="3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25" name="Google Shape;3725;p30"/>
              <p:cNvSpPr/>
              <p:nvPr/>
            </p:nvSpPr>
            <p:spPr>
              <a:xfrm>
                <a:off x="764216" y="4591234"/>
                <a:ext cx="109705" cy="47683"/>
              </a:xfrm>
              <a:custGeom>
                <a:avLst/>
                <a:gdLst/>
                <a:ahLst/>
                <a:cxnLst/>
                <a:rect l="l" t="t" r="r" b="b"/>
                <a:pathLst>
                  <a:path w="4537" h="1972" extrusionOk="0">
                    <a:moveTo>
                      <a:pt x="3603" y="1"/>
                    </a:moveTo>
                    <a:cubicBezTo>
                      <a:pt x="3102" y="1"/>
                      <a:pt x="2502" y="134"/>
                      <a:pt x="2035" y="301"/>
                    </a:cubicBezTo>
                    <a:cubicBezTo>
                      <a:pt x="1568" y="501"/>
                      <a:pt x="1001" y="801"/>
                      <a:pt x="601" y="1135"/>
                    </a:cubicBezTo>
                    <a:cubicBezTo>
                      <a:pt x="400" y="1268"/>
                      <a:pt x="267" y="1435"/>
                      <a:pt x="167" y="1568"/>
                    </a:cubicBezTo>
                    <a:lnTo>
                      <a:pt x="0" y="1735"/>
                    </a:lnTo>
                    <a:cubicBezTo>
                      <a:pt x="0" y="1766"/>
                      <a:pt x="175" y="1972"/>
                      <a:pt x="198" y="1972"/>
                    </a:cubicBezTo>
                    <a:cubicBezTo>
                      <a:pt x="199" y="1972"/>
                      <a:pt x="200" y="1971"/>
                      <a:pt x="200" y="1969"/>
                    </a:cubicBezTo>
                    <a:cubicBezTo>
                      <a:pt x="200" y="1969"/>
                      <a:pt x="267" y="1935"/>
                      <a:pt x="400" y="1835"/>
                    </a:cubicBezTo>
                    <a:cubicBezTo>
                      <a:pt x="534" y="1769"/>
                      <a:pt x="701" y="1668"/>
                      <a:pt x="901" y="1568"/>
                    </a:cubicBezTo>
                    <a:cubicBezTo>
                      <a:pt x="1268" y="1302"/>
                      <a:pt x="1835" y="1135"/>
                      <a:pt x="2235" y="968"/>
                    </a:cubicBezTo>
                    <a:cubicBezTo>
                      <a:pt x="2669" y="835"/>
                      <a:pt x="3202" y="634"/>
                      <a:pt x="3669" y="568"/>
                    </a:cubicBezTo>
                    <a:cubicBezTo>
                      <a:pt x="3903" y="468"/>
                      <a:pt x="4070" y="468"/>
                      <a:pt x="4236" y="434"/>
                    </a:cubicBezTo>
                    <a:cubicBezTo>
                      <a:pt x="4403" y="401"/>
                      <a:pt x="4503" y="401"/>
                      <a:pt x="4503" y="401"/>
                    </a:cubicBezTo>
                    <a:cubicBezTo>
                      <a:pt x="4537" y="401"/>
                      <a:pt x="4537" y="1"/>
                      <a:pt x="45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26" name="Google Shape;3726;p30"/>
              <p:cNvSpPr/>
              <p:nvPr/>
            </p:nvSpPr>
            <p:spPr>
              <a:xfrm>
                <a:off x="660967" y="4647646"/>
                <a:ext cx="66979" cy="110889"/>
              </a:xfrm>
              <a:custGeom>
                <a:avLst/>
                <a:gdLst/>
                <a:ahLst/>
                <a:cxnLst/>
                <a:rect l="l" t="t" r="r" b="b"/>
                <a:pathLst>
                  <a:path w="2770" h="4586" extrusionOk="0">
                    <a:moveTo>
                      <a:pt x="2509" y="0"/>
                    </a:moveTo>
                    <a:cubicBezTo>
                      <a:pt x="2506" y="0"/>
                      <a:pt x="2504" y="1"/>
                      <a:pt x="2502" y="3"/>
                    </a:cubicBezTo>
                    <a:cubicBezTo>
                      <a:pt x="2502" y="3"/>
                      <a:pt x="2435" y="103"/>
                      <a:pt x="2302" y="169"/>
                    </a:cubicBezTo>
                    <a:cubicBezTo>
                      <a:pt x="2169" y="269"/>
                      <a:pt x="2002" y="403"/>
                      <a:pt x="1802" y="603"/>
                    </a:cubicBezTo>
                    <a:cubicBezTo>
                      <a:pt x="1368" y="937"/>
                      <a:pt x="968" y="1470"/>
                      <a:pt x="701" y="1937"/>
                    </a:cubicBezTo>
                    <a:cubicBezTo>
                      <a:pt x="467" y="2371"/>
                      <a:pt x="201" y="3005"/>
                      <a:pt x="134" y="3572"/>
                    </a:cubicBezTo>
                    <a:cubicBezTo>
                      <a:pt x="100" y="3805"/>
                      <a:pt x="34" y="4072"/>
                      <a:pt x="34" y="4239"/>
                    </a:cubicBezTo>
                    <a:cubicBezTo>
                      <a:pt x="0" y="4406"/>
                      <a:pt x="0" y="4472"/>
                      <a:pt x="0" y="4472"/>
                    </a:cubicBezTo>
                    <a:cubicBezTo>
                      <a:pt x="25" y="4548"/>
                      <a:pt x="201" y="4585"/>
                      <a:pt x="301" y="4585"/>
                    </a:cubicBezTo>
                    <a:cubicBezTo>
                      <a:pt x="334" y="4585"/>
                      <a:pt x="359" y="4581"/>
                      <a:pt x="367" y="4573"/>
                    </a:cubicBezTo>
                    <a:cubicBezTo>
                      <a:pt x="367" y="4573"/>
                      <a:pt x="434" y="4472"/>
                      <a:pt x="467" y="4306"/>
                    </a:cubicBezTo>
                    <a:cubicBezTo>
                      <a:pt x="501" y="4172"/>
                      <a:pt x="601" y="3972"/>
                      <a:pt x="668" y="3739"/>
                    </a:cubicBezTo>
                    <a:cubicBezTo>
                      <a:pt x="834" y="3272"/>
                      <a:pt x="1135" y="2738"/>
                      <a:pt x="1335" y="2304"/>
                    </a:cubicBezTo>
                    <a:cubicBezTo>
                      <a:pt x="1535" y="1904"/>
                      <a:pt x="1835" y="1337"/>
                      <a:pt x="2169" y="970"/>
                    </a:cubicBezTo>
                    <a:cubicBezTo>
                      <a:pt x="2335" y="803"/>
                      <a:pt x="2469" y="636"/>
                      <a:pt x="2602" y="503"/>
                    </a:cubicBezTo>
                    <a:cubicBezTo>
                      <a:pt x="2669" y="403"/>
                      <a:pt x="2769" y="303"/>
                      <a:pt x="2769" y="303"/>
                    </a:cubicBezTo>
                    <a:cubicBezTo>
                      <a:pt x="2769" y="271"/>
                      <a:pt x="2559" y="0"/>
                      <a:pt x="25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27" name="Google Shape;3727;p30"/>
              <p:cNvSpPr/>
              <p:nvPr/>
            </p:nvSpPr>
            <p:spPr>
              <a:xfrm>
                <a:off x="660169" y="4824547"/>
                <a:ext cx="36318" cy="90965"/>
              </a:xfrm>
              <a:custGeom>
                <a:avLst/>
                <a:gdLst/>
                <a:ahLst/>
                <a:cxnLst/>
                <a:rect l="l" t="t" r="r" b="b"/>
                <a:pathLst>
                  <a:path w="1502" h="3762" extrusionOk="0">
                    <a:moveTo>
                      <a:pt x="267" y="0"/>
                    </a:moveTo>
                    <a:cubicBezTo>
                      <a:pt x="167" y="0"/>
                      <a:pt x="67" y="9"/>
                      <a:pt x="67" y="25"/>
                    </a:cubicBezTo>
                    <a:cubicBezTo>
                      <a:pt x="67" y="25"/>
                      <a:pt x="33" y="125"/>
                      <a:pt x="33" y="259"/>
                    </a:cubicBezTo>
                    <a:cubicBezTo>
                      <a:pt x="33" y="359"/>
                      <a:pt x="0" y="526"/>
                      <a:pt x="0" y="759"/>
                    </a:cubicBezTo>
                    <a:cubicBezTo>
                      <a:pt x="0" y="1159"/>
                      <a:pt x="33" y="1660"/>
                      <a:pt x="133" y="2027"/>
                    </a:cubicBezTo>
                    <a:cubicBezTo>
                      <a:pt x="167" y="2260"/>
                      <a:pt x="234" y="2460"/>
                      <a:pt x="334" y="2660"/>
                    </a:cubicBezTo>
                    <a:cubicBezTo>
                      <a:pt x="467" y="2861"/>
                      <a:pt x="567" y="3094"/>
                      <a:pt x="701" y="3261"/>
                    </a:cubicBezTo>
                    <a:cubicBezTo>
                      <a:pt x="734" y="3328"/>
                      <a:pt x="834" y="3361"/>
                      <a:pt x="867" y="3461"/>
                    </a:cubicBezTo>
                    <a:cubicBezTo>
                      <a:pt x="901" y="3528"/>
                      <a:pt x="1001" y="3594"/>
                      <a:pt x="1034" y="3628"/>
                    </a:cubicBezTo>
                    <a:cubicBezTo>
                      <a:pt x="1168" y="3694"/>
                      <a:pt x="1201" y="3761"/>
                      <a:pt x="1201" y="3761"/>
                    </a:cubicBezTo>
                    <a:cubicBezTo>
                      <a:pt x="1234" y="3761"/>
                      <a:pt x="1468" y="3528"/>
                      <a:pt x="1501" y="3494"/>
                    </a:cubicBezTo>
                    <a:lnTo>
                      <a:pt x="1401" y="3328"/>
                    </a:lnTo>
                    <a:cubicBezTo>
                      <a:pt x="1368" y="3294"/>
                      <a:pt x="1334" y="3261"/>
                      <a:pt x="1301" y="3161"/>
                    </a:cubicBezTo>
                    <a:cubicBezTo>
                      <a:pt x="1301" y="3127"/>
                      <a:pt x="1234" y="3027"/>
                      <a:pt x="1201" y="2961"/>
                    </a:cubicBezTo>
                    <a:cubicBezTo>
                      <a:pt x="1134" y="2794"/>
                      <a:pt x="1067" y="2594"/>
                      <a:pt x="1001" y="2427"/>
                    </a:cubicBezTo>
                    <a:cubicBezTo>
                      <a:pt x="901" y="2260"/>
                      <a:pt x="867" y="2027"/>
                      <a:pt x="834" y="1860"/>
                    </a:cubicBezTo>
                    <a:cubicBezTo>
                      <a:pt x="734" y="1493"/>
                      <a:pt x="667" y="1093"/>
                      <a:pt x="567" y="692"/>
                    </a:cubicBezTo>
                    <a:cubicBezTo>
                      <a:pt x="534" y="526"/>
                      <a:pt x="500" y="359"/>
                      <a:pt x="500" y="259"/>
                    </a:cubicBezTo>
                    <a:cubicBezTo>
                      <a:pt x="467" y="125"/>
                      <a:pt x="467" y="25"/>
                      <a:pt x="467" y="25"/>
                    </a:cubicBezTo>
                    <a:cubicBezTo>
                      <a:pt x="467" y="9"/>
                      <a:pt x="367"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28" name="Google Shape;3728;p30"/>
              <p:cNvSpPr/>
              <p:nvPr/>
            </p:nvSpPr>
            <p:spPr>
              <a:xfrm>
                <a:off x="735272" y="4956545"/>
                <a:ext cx="126558" cy="61393"/>
              </a:xfrm>
              <a:custGeom>
                <a:avLst/>
                <a:gdLst/>
                <a:ahLst/>
                <a:cxnLst/>
                <a:rect l="l" t="t" r="r" b="b"/>
                <a:pathLst>
                  <a:path w="5234" h="2539" extrusionOk="0">
                    <a:moveTo>
                      <a:pt x="283" y="1"/>
                    </a:moveTo>
                    <a:cubicBezTo>
                      <a:pt x="203" y="1"/>
                      <a:pt x="0" y="241"/>
                      <a:pt x="63" y="304"/>
                    </a:cubicBezTo>
                    <a:lnTo>
                      <a:pt x="263" y="504"/>
                    </a:lnTo>
                    <a:cubicBezTo>
                      <a:pt x="397" y="637"/>
                      <a:pt x="597" y="804"/>
                      <a:pt x="797" y="971"/>
                    </a:cubicBezTo>
                    <a:cubicBezTo>
                      <a:pt x="1230" y="1338"/>
                      <a:pt x="1831" y="1671"/>
                      <a:pt x="2331" y="1905"/>
                    </a:cubicBezTo>
                    <a:cubicBezTo>
                      <a:pt x="2832" y="2138"/>
                      <a:pt x="3565" y="2338"/>
                      <a:pt x="4099" y="2405"/>
                    </a:cubicBezTo>
                    <a:cubicBezTo>
                      <a:pt x="4399" y="2472"/>
                      <a:pt x="4633" y="2505"/>
                      <a:pt x="4800" y="2505"/>
                    </a:cubicBezTo>
                    <a:cubicBezTo>
                      <a:pt x="4966" y="2539"/>
                      <a:pt x="5100" y="2539"/>
                      <a:pt x="5100" y="2539"/>
                    </a:cubicBezTo>
                    <a:cubicBezTo>
                      <a:pt x="5200" y="2505"/>
                      <a:pt x="5233" y="2205"/>
                      <a:pt x="5133" y="2138"/>
                    </a:cubicBezTo>
                    <a:cubicBezTo>
                      <a:pt x="5133" y="2138"/>
                      <a:pt x="5067" y="2072"/>
                      <a:pt x="4900" y="2038"/>
                    </a:cubicBezTo>
                    <a:lnTo>
                      <a:pt x="4266" y="1838"/>
                    </a:lnTo>
                    <a:cubicBezTo>
                      <a:pt x="3766" y="1705"/>
                      <a:pt x="3132" y="1404"/>
                      <a:pt x="2665" y="1204"/>
                    </a:cubicBezTo>
                    <a:cubicBezTo>
                      <a:pt x="2231" y="1004"/>
                      <a:pt x="1597" y="737"/>
                      <a:pt x="1130" y="470"/>
                    </a:cubicBezTo>
                    <a:cubicBezTo>
                      <a:pt x="897" y="337"/>
                      <a:pt x="663" y="204"/>
                      <a:pt x="563" y="137"/>
                    </a:cubicBezTo>
                    <a:lnTo>
                      <a:pt x="296" y="3"/>
                    </a:lnTo>
                    <a:cubicBezTo>
                      <a:pt x="293" y="1"/>
                      <a:pt x="288" y="1"/>
                      <a:pt x="2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29" name="Google Shape;3729;p30"/>
              <p:cNvSpPr/>
              <p:nvPr/>
            </p:nvSpPr>
            <p:spPr>
              <a:xfrm>
                <a:off x="894860" y="5013078"/>
                <a:ext cx="83058" cy="36391"/>
              </a:xfrm>
              <a:custGeom>
                <a:avLst/>
                <a:gdLst/>
                <a:ahLst/>
                <a:cxnLst/>
                <a:rect l="l" t="t" r="r" b="b"/>
                <a:pathLst>
                  <a:path w="3435" h="1505" extrusionOk="0">
                    <a:moveTo>
                      <a:pt x="668" y="0"/>
                    </a:moveTo>
                    <a:cubicBezTo>
                      <a:pt x="501" y="0"/>
                      <a:pt x="335" y="34"/>
                      <a:pt x="201" y="34"/>
                    </a:cubicBezTo>
                    <a:cubicBezTo>
                      <a:pt x="134" y="67"/>
                      <a:pt x="34" y="67"/>
                      <a:pt x="34" y="67"/>
                    </a:cubicBezTo>
                    <a:cubicBezTo>
                      <a:pt x="1" y="67"/>
                      <a:pt x="1" y="467"/>
                      <a:pt x="34" y="467"/>
                    </a:cubicBezTo>
                    <a:cubicBezTo>
                      <a:pt x="34" y="467"/>
                      <a:pt x="68" y="501"/>
                      <a:pt x="201" y="501"/>
                    </a:cubicBezTo>
                    <a:cubicBezTo>
                      <a:pt x="301" y="501"/>
                      <a:pt x="468" y="534"/>
                      <a:pt x="635" y="567"/>
                    </a:cubicBezTo>
                    <a:cubicBezTo>
                      <a:pt x="968" y="668"/>
                      <a:pt x="1369" y="801"/>
                      <a:pt x="1669" y="868"/>
                    </a:cubicBezTo>
                    <a:cubicBezTo>
                      <a:pt x="1969" y="968"/>
                      <a:pt x="2369" y="1034"/>
                      <a:pt x="2670" y="1201"/>
                    </a:cubicBezTo>
                    <a:cubicBezTo>
                      <a:pt x="2836" y="1301"/>
                      <a:pt x="2970" y="1368"/>
                      <a:pt x="3036" y="1401"/>
                    </a:cubicBezTo>
                    <a:cubicBezTo>
                      <a:pt x="3137" y="1435"/>
                      <a:pt x="3170" y="1501"/>
                      <a:pt x="3170" y="1501"/>
                    </a:cubicBezTo>
                    <a:cubicBezTo>
                      <a:pt x="3172" y="1504"/>
                      <a:pt x="3175" y="1505"/>
                      <a:pt x="3179" y="1505"/>
                    </a:cubicBezTo>
                    <a:cubicBezTo>
                      <a:pt x="3233" y="1505"/>
                      <a:pt x="3435" y="1293"/>
                      <a:pt x="3403" y="1168"/>
                    </a:cubicBezTo>
                    <a:lnTo>
                      <a:pt x="3303" y="1034"/>
                    </a:lnTo>
                    <a:cubicBezTo>
                      <a:pt x="3237" y="968"/>
                      <a:pt x="3137" y="834"/>
                      <a:pt x="2970" y="701"/>
                    </a:cubicBezTo>
                    <a:cubicBezTo>
                      <a:pt x="2670" y="467"/>
                      <a:pt x="2203" y="234"/>
                      <a:pt x="1869" y="134"/>
                    </a:cubicBezTo>
                    <a:cubicBezTo>
                      <a:pt x="1502" y="34"/>
                      <a:pt x="1035" y="0"/>
                      <a:pt x="6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30" name="Google Shape;3730;p30"/>
              <p:cNvSpPr/>
              <p:nvPr/>
            </p:nvSpPr>
            <p:spPr>
              <a:xfrm>
                <a:off x="1026351" y="5084603"/>
                <a:ext cx="65359" cy="59168"/>
              </a:xfrm>
              <a:custGeom>
                <a:avLst/>
                <a:gdLst/>
                <a:ahLst/>
                <a:cxnLst/>
                <a:rect l="l" t="t" r="r" b="b"/>
                <a:pathLst>
                  <a:path w="2703" h="2447" extrusionOk="0">
                    <a:moveTo>
                      <a:pt x="226" y="1"/>
                    </a:moveTo>
                    <a:cubicBezTo>
                      <a:pt x="185" y="1"/>
                      <a:pt x="0" y="215"/>
                      <a:pt x="0" y="245"/>
                    </a:cubicBezTo>
                    <a:cubicBezTo>
                      <a:pt x="0" y="245"/>
                      <a:pt x="567" y="1079"/>
                      <a:pt x="1068" y="1546"/>
                    </a:cubicBezTo>
                    <a:cubicBezTo>
                      <a:pt x="1334" y="1746"/>
                      <a:pt x="1668" y="2013"/>
                      <a:pt x="1935" y="2179"/>
                    </a:cubicBezTo>
                    <a:cubicBezTo>
                      <a:pt x="2235" y="2346"/>
                      <a:pt x="2502" y="2446"/>
                      <a:pt x="2502" y="2446"/>
                    </a:cubicBezTo>
                    <a:cubicBezTo>
                      <a:pt x="2535" y="2446"/>
                      <a:pt x="2702" y="2213"/>
                      <a:pt x="2702" y="2179"/>
                    </a:cubicBezTo>
                    <a:cubicBezTo>
                      <a:pt x="2702" y="2179"/>
                      <a:pt x="2502" y="2013"/>
                      <a:pt x="2268" y="1746"/>
                    </a:cubicBezTo>
                    <a:cubicBezTo>
                      <a:pt x="2035" y="1479"/>
                      <a:pt x="1768" y="1212"/>
                      <a:pt x="1535" y="979"/>
                    </a:cubicBezTo>
                    <a:cubicBezTo>
                      <a:pt x="1068" y="578"/>
                      <a:pt x="234" y="11"/>
                      <a:pt x="234" y="11"/>
                    </a:cubicBezTo>
                    <a:cubicBezTo>
                      <a:pt x="234" y="4"/>
                      <a:pt x="231" y="1"/>
                      <a:pt x="2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31" name="Google Shape;3731;p30"/>
              <p:cNvSpPr/>
              <p:nvPr/>
            </p:nvSpPr>
            <p:spPr>
              <a:xfrm>
                <a:off x="18118" y="8"/>
                <a:ext cx="1939841" cy="3204140"/>
              </a:xfrm>
              <a:custGeom>
                <a:avLst/>
                <a:gdLst/>
                <a:ahLst/>
                <a:cxnLst/>
                <a:rect l="l" t="t" r="r" b="b"/>
                <a:pathLst>
                  <a:path w="80225" h="132512" extrusionOk="0">
                    <a:moveTo>
                      <a:pt x="80135" y="0"/>
                    </a:moveTo>
                    <a:cubicBezTo>
                      <a:pt x="80081" y="0"/>
                      <a:pt x="79955" y="83"/>
                      <a:pt x="79758" y="309"/>
                    </a:cubicBezTo>
                    <a:cubicBezTo>
                      <a:pt x="79624" y="409"/>
                      <a:pt x="79491" y="542"/>
                      <a:pt x="79324" y="742"/>
                    </a:cubicBezTo>
                    <a:cubicBezTo>
                      <a:pt x="79157" y="976"/>
                      <a:pt x="78990" y="1209"/>
                      <a:pt x="78824" y="1509"/>
                    </a:cubicBezTo>
                    <a:cubicBezTo>
                      <a:pt x="78824" y="1509"/>
                      <a:pt x="78790" y="1543"/>
                      <a:pt x="78724" y="1676"/>
                    </a:cubicBezTo>
                    <a:cubicBezTo>
                      <a:pt x="78657" y="1743"/>
                      <a:pt x="78590" y="1976"/>
                      <a:pt x="78457" y="2210"/>
                    </a:cubicBezTo>
                    <a:cubicBezTo>
                      <a:pt x="78323" y="2477"/>
                      <a:pt x="78157" y="2810"/>
                      <a:pt x="78090" y="3177"/>
                    </a:cubicBezTo>
                    <a:cubicBezTo>
                      <a:pt x="78056" y="3377"/>
                      <a:pt x="77990" y="3578"/>
                      <a:pt x="77923" y="3811"/>
                    </a:cubicBezTo>
                    <a:cubicBezTo>
                      <a:pt x="77856" y="4011"/>
                      <a:pt x="77823" y="4245"/>
                      <a:pt x="77790" y="4512"/>
                    </a:cubicBezTo>
                    <a:cubicBezTo>
                      <a:pt x="77623" y="5546"/>
                      <a:pt x="77623" y="6847"/>
                      <a:pt x="77856" y="8314"/>
                    </a:cubicBezTo>
                    <a:cubicBezTo>
                      <a:pt x="77990" y="9015"/>
                      <a:pt x="78157" y="9815"/>
                      <a:pt x="78323" y="10583"/>
                    </a:cubicBezTo>
                    <a:cubicBezTo>
                      <a:pt x="78357" y="10816"/>
                      <a:pt x="78423" y="11016"/>
                      <a:pt x="78423" y="11216"/>
                    </a:cubicBezTo>
                    <a:cubicBezTo>
                      <a:pt x="78423" y="11316"/>
                      <a:pt x="78457" y="11417"/>
                      <a:pt x="78457" y="11517"/>
                    </a:cubicBezTo>
                    <a:lnTo>
                      <a:pt x="78457" y="11817"/>
                    </a:lnTo>
                    <a:cubicBezTo>
                      <a:pt x="78490" y="12017"/>
                      <a:pt x="78457" y="12184"/>
                      <a:pt x="78423" y="12384"/>
                    </a:cubicBezTo>
                    <a:cubicBezTo>
                      <a:pt x="78357" y="12584"/>
                      <a:pt x="78323" y="12818"/>
                      <a:pt x="78257" y="13018"/>
                    </a:cubicBezTo>
                    <a:cubicBezTo>
                      <a:pt x="77956" y="13852"/>
                      <a:pt x="77423" y="14585"/>
                      <a:pt x="76756" y="15386"/>
                    </a:cubicBezTo>
                    <a:cubicBezTo>
                      <a:pt x="76122" y="16187"/>
                      <a:pt x="75355" y="16987"/>
                      <a:pt x="74687" y="17888"/>
                    </a:cubicBezTo>
                    <a:cubicBezTo>
                      <a:pt x="74354" y="18355"/>
                      <a:pt x="74087" y="18855"/>
                      <a:pt x="73820" y="19389"/>
                    </a:cubicBezTo>
                    <a:cubicBezTo>
                      <a:pt x="73587" y="19989"/>
                      <a:pt x="73453" y="20556"/>
                      <a:pt x="73353" y="21190"/>
                    </a:cubicBezTo>
                    <a:cubicBezTo>
                      <a:pt x="73286" y="21824"/>
                      <a:pt x="73353" y="22424"/>
                      <a:pt x="73487" y="23058"/>
                    </a:cubicBezTo>
                    <a:cubicBezTo>
                      <a:pt x="73620" y="23659"/>
                      <a:pt x="73787" y="24226"/>
                      <a:pt x="73753" y="24826"/>
                    </a:cubicBezTo>
                    <a:cubicBezTo>
                      <a:pt x="73753" y="25360"/>
                      <a:pt x="73520" y="25927"/>
                      <a:pt x="73253" y="26494"/>
                    </a:cubicBezTo>
                    <a:cubicBezTo>
                      <a:pt x="72953" y="27028"/>
                      <a:pt x="72586" y="27528"/>
                      <a:pt x="72119" y="27928"/>
                    </a:cubicBezTo>
                    <a:cubicBezTo>
                      <a:pt x="71185" y="28829"/>
                      <a:pt x="69951" y="29363"/>
                      <a:pt x="68650" y="29730"/>
                    </a:cubicBezTo>
                    <a:cubicBezTo>
                      <a:pt x="65981" y="30497"/>
                      <a:pt x="63146" y="31064"/>
                      <a:pt x="60177" y="31664"/>
                    </a:cubicBezTo>
                    <a:cubicBezTo>
                      <a:pt x="59443" y="31831"/>
                      <a:pt x="58676" y="31931"/>
                      <a:pt x="57942" y="32098"/>
                    </a:cubicBezTo>
                    <a:lnTo>
                      <a:pt x="56808" y="32365"/>
                    </a:lnTo>
                    <a:cubicBezTo>
                      <a:pt x="56441" y="32498"/>
                      <a:pt x="56074" y="32565"/>
                      <a:pt x="55674" y="32665"/>
                    </a:cubicBezTo>
                    <a:cubicBezTo>
                      <a:pt x="54940" y="32832"/>
                      <a:pt x="54139" y="33032"/>
                      <a:pt x="53406" y="33199"/>
                    </a:cubicBezTo>
                    <a:cubicBezTo>
                      <a:pt x="52605" y="33366"/>
                      <a:pt x="51838" y="33566"/>
                      <a:pt x="51071" y="33866"/>
                    </a:cubicBezTo>
                    <a:cubicBezTo>
                      <a:pt x="50270" y="34166"/>
                      <a:pt x="49503" y="34666"/>
                      <a:pt x="48969" y="35367"/>
                    </a:cubicBezTo>
                    <a:cubicBezTo>
                      <a:pt x="48435" y="36067"/>
                      <a:pt x="48102" y="36868"/>
                      <a:pt x="47802" y="37602"/>
                    </a:cubicBezTo>
                    <a:cubicBezTo>
                      <a:pt x="47735" y="37769"/>
                      <a:pt x="47635" y="37936"/>
                      <a:pt x="47601" y="38236"/>
                    </a:cubicBezTo>
                    <a:cubicBezTo>
                      <a:pt x="47568" y="38369"/>
                      <a:pt x="47568" y="38503"/>
                      <a:pt x="47568" y="38603"/>
                    </a:cubicBezTo>
                    <a:lnTo>
                      <a:pt x="47568" y="38936"/>
                    </a:lnTo>
                    <a:cubicBezTo>
                      <a:pt x="47568" y="39403"/>
                      <a:pt x="47601" y="39770"/>
                      <a:pt x="47601" y="40170"/>
                    </a:cubicBezTo>
                    <a:cubicBezTo>
                      <a:pt x="47601" y="40537"/>
                      <a:pt x="47468" y="40838"/>
                      <a:pt x="47335" y="41171"/>
                    </a:cubicBezTo>
                    <a:cubicBezTo>
                      <a:pt x="47234" y="41405"/>
                      <a:pt x="46934" y="41672"/>
                      <a:pt x="46634" y="41905"/>
                    </a:cubicBezTo>
                    <a:cubicBezTo>
                      <a:pt x="46000" y="42405"/>
                      <a:pt x="45266" y="42772"/>
                      <a:pt x="44566" y="43339"/>
                    </a:cubicBezTo>
                    <a:cubicBezTo>
                      <a:pt x="44399" y="43439"/>
                      <a:pt x="44232" y="43606"/>
                      <a:pt x="44066" y="43773"/>
                    </a:cubicBezTo>
                    <a:lnTo>
                      <a:pt x="43932" y="43906"/>
                    </a:lnTo>
                    <a:cubicBezTo>
                      <a:pt x="43899" y="43940"/>
                      <a:pt x="43799" y="44040"/>
                      <a:pt x="43799" y="44073"/>
                    </a:cubicBezTo>
                    <a:lnTo>
                      <a:pt x="43632" y="44373"/>
                    </a:lnTo>
                    <a:cubicBezTo>
                      <a:pt x="43432" y="44740"/>
                      <a:pt x="43232" y="45174"/>
                      <a:pt x="43098" y="45574"/>
                    </a:cubicBezTo>
                    <a:cubicBezTo>
                      <a:pt x="42965" y="46041"/>
                      <a:pt x="42898" y="46442"/>
                      <a:pt x="42898" y="46942"/>
                    </a:cubicBezTo>
                    <a:cubicBezTo>
                      <a:pt x="42831" y="47442"/>
                      <a:pt x="42998" y="47943"/>
                      <a:pt x="43232" y="48376"/>
                    </a:cubicBezTo>
                    <a:cubicBezTo>
                      <a:pt x="43665" y="49244"/>
                      <a:pt x="44399" y="49844"/>
                      <a:pt x="45066" y="50378"/>
                    </a:cubicBezTo>
                    <a:cubicBezTo>
                      <a:pt x="45733" y="50911"/>
                      <a:pt x="46401" y="51445"/>
                      <a:pt x="47001" y="52012"/>
                    </a:cubicBezTo>
                    <a:cubicBezTo>
                      <a:pt x="47635" y="52579"/>
                      <a:pt x="48235" y="53180"/>
                      <a:pt x="48635" y="53847"/>
                    </a:cubicBezTo>
                    <a:cubicBezTo>
                      <a:pt x="49069" y="54514"/>
                      <a:pt x="49369" y="55248"/>
                      <a:pt x="49403" y="56048"/>
                    </a:cubicBezTo>
                    <a:cubicBezTo>
                      <a:pt x="49469" y="56849"/>
                      <a:pt x="49403" y="57616"/>
                      <a:pt x="49236" y="58450"/>
                    </a:cubicBezTo>
                    <a:lnTo>
                      <a:pt x="49102" y="59084"/>
                    </a:lnTo>
                    <a:lnTo>
                      <a:pt x="49069" y="59251"/>
                    </a:lnTo>
                    <a:lnTo>
                      <a:pt x="49069" y="59284"/>
                    </a:lnTo>
                    <a:lnTo>
                      <a:pt x="48936" y="59584"/>
                    </a:lnTo>
                    <a:lnTo>
                      <a:pt x="48869" y="59718"/>
                    </a:lnTo>
                    <a:cubicBezTo>
                      <a:pt x="48802" y="59751"/>
                      <a:pt x="48769" y="59784"/>
                      <a:pt x="48769" y="59851"/>
                    </a:cubicBezTo>
                    <a:lnTo>
                      <a:pt x="48736" y="60018"/>
                    </a:lnTo>
                    <a:lnTo>
                      <a:pt x="48702" y="60285"/>
                    </a:lnTo>
                    <a:cubicBezTo>
                      <a:pt x="48635" y="60452"/>
                      <a:pt x="48602" y="60685"/>
                      <a:pt x="48535" y="60852"/>
                    </a:cubicBezTo>
                    <a:cubicBezTo>
                      <a:pt x="48269" y="61552"/>
                      <a:pt x="47768" y="62186"/>
                      <a:pt x="47201" y="62720"/>
                    </a:cubicBezTo>
                    <a:cubicBezTo>
                      <a:pt x="45967" y="63754"/>
                      <a:pt x="44399" y="64421"/>
                      <a:pt x="42798" y="65055"/>
                    </a:cubicBezTo>
                    <a:cubicBezTo>
                      <a:pt x="41230" y="65689"/>
                      <a:pt x="39562" y="66289"/>
                      <a:pt x="38095" y="67290"/>
                    </a:cubicBezTo>
                    <a:cubicBezTo>
                      <a:pt x="37728" y="67557"/>
                      <a:pt x="37394" y="67857"/>
                      <a:pt x="37061" y="68190"/>
                    </a:cubicBezTo>
                    <a:lnTo>
                      <a:pt x="36193" y="69091"/>
                    </a:lnTo>
                    <a:cubicBezTo>
                      <a:pt x="35593" y="69692"/>
                      <a:pt x="34959" y="70259"/>
                      <a:pt x="34359" y="70792"/>
                    </a:cubicBezTo>
                    <a:cubicBezTo>
                      <a:pt x="33091" y="71927"/>
                      <a:pt x="31757" y="72961"/>
                      <a:pt x="30723" y="74395"/>
                    </a:cubicBezTo>
                    <a:cubicBezTo>
                      <a:pt x="30156" y="75062"/>
                      <a:pt x="29755" y="75896"/>
                      <a:pt x="29488" y="76730"/>
                    </a:cubicBezTo>
                    <a:cubicBezTo>
                      <a:pt x="29288" y="77597"/>
                      <a:pt x="29155" y="78465"/>
                      <a:pt x="29288" y="79365"/>
                    </a:cubicBezTo>
                    <a:cubicBezTo>
                      <a:pt x="29322" y="79599"/>
                      <a:pt x="29322" y="79799"/>
                      <a:pt x="29388" y="80032"/>
                    </a:cubicBezTo>
                    <a:lnTo>
                      <a:pt x="29488" y="80633"/>
                    </a:lnTo>
                    <a:cubicBezTo>
                      <a:pt x="29589" y="80866"/>
                      <a:pt x="29622" y="81066"/>
                      <a:pt x="29655" y="81267"/>
                    </a:cubicBezTo>
                    <a:lnTo>
                      <a:pt x="29889" y="81867"/>
                    </a:lnTo>
                    <a:cubicBezTo>
                      <a:pt x="30122" y="82634"/>
                      <a:pt x="30456" y="83401"/>
                      <a:pt x="30789" y="84135"/>
                    </a:cubicBezTo>
                    <a:cubicBezTo>
                      <a:pt x="31123" y="84869"/>
                      <a:pt x="31457" y="85570"/>
                      <a:pt x="31657" y="86270"/>
                    </a:cubicBezTo>
                    <a:cubicBezTo>
                      <a:pt x="31890" y="86971"/>
                      <a:pt x="31890" y="87704"/>
                      <a:pt x="31857" y="88438"/>
                    </a:cubicBezTo>
                    <a:lnTo>
                      <a:pt x="31857" y="88472"/>
                    </a:lnTo>
                    <a:cubicBezTo>
                      <a:pt x="31857" y="88905"/>
                      <a:pt x="31723" y="89572"/>
                      <a:pt x="31423" y="90306"/>
                    </a:cubicBezTo>
                    <a:cubicBezTo>
                      <a:pt x="31190" y="91107"/>
                      <a:pt x="30756" y="92041"/>
                      <a:pt x="30756" y="93108"/>
                    </a:cubicBezTo>
                    <a:cubicBezTo>
                      <a:pt x="30789" y="93575"/>
                      <a:pt x="30889" y="94042"/>
                      <a:pt x="31090" y="94443"/>
                    </a:cubicBezTo>
                    <a:cubicBezTo>
                      <a:pt x="31223" y="94643"/>
                      <a:pt x="31356" y="94876"/>
                      <a:pt x="31457" y="95043"/>
                    </a:cubicBezTo>
                    <a:cubicBezTo>
                      <a:pt x="31590" y="95143"/>
                      <a:pt x="31723" y="95310"/>
                      <a:pt x="31890" y="95477"/>
                    </a:cubicBezTo>
                    <a:cubicBezTo>
                      <a:pt x="32190" y="95777"/>
                      <a:pt x="32457" y="96077"/>
                      <a:pt x="32858" y="96311"/>
                    </a:cubicBezTo>
                    <a:cubicBezTo>
                      <a:pt x="33224" y="96577"/>
                      <a:pt x="33691" y="96778"/>
                      <a:pt x="34192" y="96811"/>
                    </a:cubicBezTo>
                    <a:cubicBezTo>
                      <a:pt x="34266" y="96821"/>
                      <a:pt x="34341" y="96826"/>
                      <a:pt x="34415" y="96826"/>
                    </a:cubicBezTo>
                    <a:cubicBezTo>
                      <a:pt x="34839" y="96826"/>
                      <a:pt x="35252" y="96671"/>
                      <a:pt x="35593" y="96444"/>
                    </a:cubicBezTo>
                    <a:cubicBezTo>
                      <a:pt x="36026" y="96211"/>
                      <a:pt x="36360" y="95810"/>
                      <a:pt x="36594" y="95477"/>
                    </a:cubicBezTo>
                    <a:cubicBezTo>
                      <a:pt x="37094" y="94776"/>
                      <a:pt x="37461" y="93976"/>
                      <a:pt x="37761" y="93208"/>
                    </a:cubicBezTo>
                    <a:cubicBezTo>
                      <a:pt x="38061" y="92408"/>
                      <a:pt x="38261" y="91574"/>
                      <a:pt x="38428" y="90740"/>
                    </a:cubicBezTo>
                    <a:cubicBezTo>
                      <a:pt x="38528" y="90306"/>
                      <a:pt x="38562" y="89873"/>
                      <a:pt x="38595" y="89439"/>
                    </a:cubicBezTo>
                    <a:cubicBezTo>
                      <a:pt x="38628" y="89206"/>
                      <a:pt x="38628" y="88972"/>
                      <a:pt x="38628" y="88772"/>
                    </a:cubicBezTo>
                    <a:lnTo>
                      <a:pt x="38695" y="88205"/>
                    </a:lnTo>
                    <a:cubicBezTo>
                      <a:pt x="38795" y="86570"/>
                      <a:pt x="39262" y="84969"/>
                      <a:pt x="39896" y="83435"/>
                    </a:cubicBezTo>
                    <a:cubicBezTo>
                      <a:pt x="40563" y="81934"/>
                      <a:pt x="41397" y="80466"/>
                      <a:pt x="42531" y="79232"/>
                    </a:cubicBezTo>
                    <a:cubicBezTo>
                      <a:pt x="43098" y="78631"/>
                      <a:pt x="43699" y="78064"/>
                      <a:pt x="44399" y="77631"/>
                    </a:cubicBezTo>
                    <a:cubicBezTo>
                      <a:pt x="45100" y="77230"/>
                      <a:pt x="45867" y="76930"/>
                      <a:pt x="46634" y="76897"/>
                    </a:cubicBezTo>
                    <a:cubicBezTo>
                      <a:pt x="46691" y="76894"/>
                      <a:pt x="46749" y="76893"/>
                      <a:pt x="46806" y="76893"/>
                    </a:cubicBezTo>
                    <a:cubicBezTo>
                      <a:pt x="47544" y="76893"/>
                      <a:pt x="48252" y="77092"/>
                      <a:pt x="48902" y="77464"/>
                    </a:cubicBezTo>
                    <a:cubicBezTo>
                      <a:pt x="49603" y="77897"/>
                      <a:pt x="50203" y="78431"/>
                      <a:pt x="50403" y="79132"/>
                    </a:cubicBezTo>
                    <a:cubicBezTo>
                      <a:pt x="50604" y="79866"/>
                      <a:pt x="50470" y="80699"/>
                      <a:pt x="50303" y="81533"/>
                    </a:cubicBezTo>
                    <a:cubicBezTo>
                      <a:pt x="50137" y="82367"/>
                      <a:pt x="49903" y="83235"/>
                      <a:pt x="49703" y="84102"/>
                    </a:cubicBezTo>
                    <a:cubicBezTo>
                      <a:pt x="49636" y="84302"/>
                      <a:pt x="49603" y="84569"/>
                      <a:pt x="49569" y="84769"/>
                    </a:cubicBezTo>
                    <a:cubicBezTo>
                      <a:pt x="49536" y="84969"/>
                      <a:pt x="49536" y="85203"/>
                      <a:pt x="49469" y="85436"/>
                    </a:cubicBezTo>
                    <a:lnTo>
                      <a:pt x="49436" y="85770"/>
                    </a:lnTo>
                    <a:cubicBezTo>
                      <a:pt x="49403" y="85937"/>
                      <a:pt x="49436" y="86037"/>
                      <a:pt x="49436" y="86137"/>
                    </a:cubicBezTo>
                    <a:cubicBezTo>
                      <a:pt x="49436" y="86404"/>
                      <a:pt x="49436" y="86637"/>
                      <a:pt x="49469" y="86871"/>
                    </a:cubicBezTo>
                    <a:cubicBezTo>
                      <a:pt x="49569" y="87805"/>
                      <a:pt x="49803" y="88705"/>
                      <a:pt x="50103" y="89539"/>
                    </a:cubicBezTo>
                    <a:cubicBezTo>
                      <a:pt x="50637" y="91240"/>
                      <a:pt x="51304" y="92875"/>
                      <a:pt x="51437" y="94543"/>
                    </a:cubicBezTo>
                    <a:lnTo>
                      <a:pt x="51437" y="95143"/>
                    </a:lnTo>
                    <a:lnTo>
                      <a:pt x="51437" y="95443"/>
                    </a:lnTo>
                    <a:lnTo>
                      <a:pt x="51437" y="95477"/>
                    </a:lnTo>
                    <a:lnTo>
                      <a:pt x="51437" y="95577"/>
                    </a:lnTo>
                    <a:lnTo>
                      <a:pt x="51404" y="95744"/>
                    </a:lnTo>
                    <a:lnTo>
                      <a:pt x="51304" y="96044"/>
                    </a:lnTo>
                    <a:lnTo>
                      <a:pt x="51237" y="96311"/>
                    </a:lnTo>
                    <a:cubicBezTo>
                      <a:pt x="51204" y="96544"/>
                      <a:pt x="51104" y="96711"/>
                      <a:pt x="51037" y="96911"/>
                    </a:cubicBezTo>
                    <a:cubicBezTo>
                      <a:pt x="50704" y="97712"/>
                      <a:pt x="50237" y="98412"/>
                      <a:pt x="49736" y="99113"/>
                    </a:cubicBezTo>
                    <a:cubicBezTo>
                      <a:pt x="49236" y="99813"/>
                      <a:pt x="48736" y="100580"/>
                      <a:pt x="48302" y="101381"/>
                    </a:cubicBezTo>
                    <a:cubicBezTo>
                      <a:pt x="47902" y="102148"/>
                      <a:pt x="47568" y="103049"/>
                      <a:pt x="47435" y="103949"/>
                    </a:cubicBezTo>
                    <a:cubicBezTo>
                      <a:pt x="47368" y="104883"/>
                      <a:pt x="47368" y="105751"/>
                      <a:pt x="47401" y="106618"/>
                    </a:cubicBezTo>
                    <a:cubicBezTo>
                      <a:pt x="47435" y="107452"/>
                      <a:pt x="47535" y="108319"/>
                      <a:pt x="47435" y="109086"/>
                    </a:cubicBezTo>
                    <a:cubicBezTo>
                      <a:pt x="47368" y="109820"/>
                      <a:pt x="46934" y="110487"/>
                      <a:pt x="46401" y="111088"/>
                    </a:cubicBezTo>
                    <a:cubicBezTo>
                      <a:pt x="46100" y="111321"/>
                      <a:pt x="45800" y="111622"/>
                      <a:pt x="45533" y="111888"/>
                    </a:cubicBezTo>
                    <a:cubicBezTo>
                      <a:pt x="45200" y="112122"/>
                      <a:pt x="44866" y="112322"/>
                      <a:pt x="44533" y="112556"/>
                    </a:cubicBezTo>
                    <a:cubicBezTo>
                      <a:pt x="43132" y="113423"/>
                      <a:pt x="41564" y="113957"/>
                      <a:pt x="40196" y="114957"/>
                    </a:cubicBezTo>
                    <a:cubicBezTo>
                      <a:pt x="39529" y="115458"/>
                      <a:pt x="38895" y="116091"/>
                      <a:pt x="38428" y="116792"/>
                    </a:cubicBezTo>
                    <a:cubicBezTo>
                      <a:pt x="38295" y="116959"/>
                      <a:pt x="38195" y="117126"/>
                      <a:pt x="38095" y="117326"/>
                    </a:cubicBezTo>
                    <a:cubicBezTo>
                      <a:pt x="37961" y="117559"/>
                      <a:pt x="37894" y="117726"/>
                      <a:pt x="37794" y="117926"/>
                    </a:cubicBezTo>
                    <a:lnTo>
                      <a:pt x="37561" y="118493"/>
                    </a:lnTo>
                    <a:cubicBezTo>
                      <a:pt x="37528" y="118727"/>
                      <a:pt x="37427" y="118927"/>
                      <a:pt x="37394" y="119127"/>
                    </a:cubicBezTo>
                    <a:cubicBezTo>
                      <a:pt x="37194" y="119928"/>
                      <a:pt x="37194" y="120761"/>
                      <a:pt x="37194" y="121562"/>
                    </a:cubicBezTo>
                    <a:cubicBezTo>
                      <a:pt x="37194" y="122329"/>
                      <a:pt x="37194" y="123096"/>
                      <a:pt x="37061" y="123797"/>
                    </a:cubicBezTo>
                    <a:cubicBezTo>
                      <a:pt x="36960" y="124497"/>
                      <a:pt x="36694" y="125131"/>
                      <a:pt x="36260" y="125765"/>
                    </a:cubicBezTo>
                    <a:cubicBezTo>
                      <a:pt x="35893" y="126399"/>
                      <a:pt x="35459" y="126966"/>
                      <a:pt x="34926" y="127433"/>
                    </a:cubicBezTo>
                    <a:cubicBezTo>
                      <a:pt x="33892" y="128400"/>
                      <a:pt x="32557" y="128834"/>
                      <a:pt x="31190" y="128934"/>
                    </a:cubicBezTo>
                    <a:cubicBezTo>
                      <a:pt x="30833" y="128968"/>
                      <a:pt x="30480" y="128982"/>
                      <a:pt x="30131" y="128982"/>
                    </a:cubicBezTo>
                    <a:cubicBezTo>
                      <a:pt x="29109" y="128982"/>
                      <a:pt x="28115" y="128858"/>
                      <a:pt x="27120" y="128734"/>
                    </a:cubicBezTo>
                    <a:cubicBezTo>
                      <a:pt x="25786" y="128567"/>
                      <a:pt x="24518" y="128400"/>
                      <a:pt x="23217" y="128334"/>
                    </a:cubicBezTo>
                    <a:cubicBezTo>
                      <a:pt x="23096" y="128330"/>
                      <a:pt x="22975" y="128329"/>
                      <a:pt x="22854" y="128329"/>
                    </a:cubicBezTo>
                    <a:cubicBezTo>
                      <a:pt x="21709" y="128329"/>
                      <a:pt x="20571" y="128478"/>
                      <a:pt x="19515" y="128901"/>
                    </a:cubicBezTo>
                    <a:cubicBezTo>
                      <a:pt x="18914" y="129101"/>
                      <a:pt x="18414" y="129401"/>
                      <a:pt x="17914" y="129668"/>
                    </a:cubicBezTo>
                    <a:cubicBezTo>
                      <a:pt x="17413" y="129968"/>
                      <a:pt x="16946" y="130302"/>
                      <a:pt x="16513" y="130602"/>
                    </a:cubicBezTo>
                    <a:cubicBezTo>
                      <a:pt x="15579" y="131236"/>
                      <a:pt x="14778" y="131903"/>
                      <a:pt x="13877" y="131936"/>
                    </a:cubicBezTo>
                    <a:cubicBezTo>
                      <a:pt x="13795" y="131942"/>
                      <a:pt x="13714" y="131945"/>
                      <a:pt x="13633" y="131945"/>
                    </a:cubicBezTo>
                    <a:cubicBezTo>
                      <a:pt x="12791" y="131945"/>
                      <a:pt x="12003" y="131646"/>
                      <a:pt x="11242" y="131402"/>
                    </a:cubicBezTo>
                    <a:cubicBezTo>
                      <a:pt x="10408" y="131102"/>
                      <a:pt x="9608" y="130802"/>
                      <a:pt x="8907" y="130468"/>
                    </a:cubicBezTo>
                    <a:cubicBezTo>
                      <a:pt x="7439" y="129901"/>
                      <a:pt x="6205" y="129334"/>
                      <a:pt x="5071" y="129134"/>
                    </a:cubicBezTo>
                    <a:cubicBezTo>
                      <a:pt x="4689" y="129063"/>
                      <a:pt x="4325" y="129034"/>
                      <a:pt x="3988" y="129034"/>
                    </a:cubicBezTo>
                    <a:cubicBezTo>
                      <a:pt x="3383" y="129034"/>
                      <a:pt x="2867" y="129127"/>
                      <a:pt x="2503" y="129234"/>
                    </a:cubicBezTo>
                    <a:cubicBezTo>
                      <a:pt x="2369" y="129268"/>
                      <a:pt x="2236" y="129268"/>
                      <a:pt x="2102" y="129301"/>
                    </a:cubicBezTo>
                    <a:cubicBezTo>
                      <a:pt x="2036" y="129334"/>
                      <a:pt x="1935" y="129334"/>
                      <a:pt x="1869" y="129401"/>
                    </a:cubicBezTo>
                    <a:cubicBezTo>
                      <a:pt x="1735" y="129434"/>
                      <a:pt x="1669" y="129468"/>
                      <a:pt x="1669" y="129468"/>
                    </a:cubicBezTo>
                    <a:cubicBezTo>
                      <a:pt x="1035" y="129735"/>
                      <a:pt x="601" y="130001"/>
                      <a:pt x="368" y="130235"/>
                    </a:cubicBezTo>
                    <a:cubicBezTo>
                      <a:pt x="101" y="130435"/>
                      <a:pt x="1" y="130602"/>
                      <a:pt x="34" y="130635"/>
                    </a:cubicBezTo>
                    <a:cubicBezTo>
                      <a:pt x="42" y="130643"/>
                      <a:pt x="57" y="130647"/>
                      <a:pt x="80" y="130647"/>
                    </a:cubicBezTo>
                    <a:cubicBezTo>
                      <a:pt x="154" y="130647"/>
                      <a:pt x="305" y="130604"/>
                      <a:pt x="534" y="130502"/>
                    </a:cubicBezTo>
                    <a:cubicBezTo>
                      <a:pt x="835" y="130402"/>
                      <a:pt x="1235" y="130168"/>
                      <a:pt x="1835" y="129935"/>
                    </a:cubicBezTo>
                    <a:cubicBezTo>
                      <a:pt x="1835" y="129935"/>
                      <a:pt x="1902" y="129901"/>
                      <a:pt x="2036" y="129835"/>
                    </a:cubicBezTo>
                    <a:cubicBezTo>
                      <a:pt x="2102" y="129835"/>
                      <a:pt x="2202" y="129801"/>
                      <a:pt x="2269" y="129768"/>
                    </a:cubicBezTo>
                    <a:cubicBezTo>
                      <a:pt x="2369" y="129768"/>
                      <a:pt x="2503" y="129735"/>
                      <a:pt x="2603" y="129668"/>
                    </a:cubicBezTo>
                    <a:cubicBezTo>
                      <a:pt x="2913" y="129606"/>
                      <a:pt x="3353" y="129531"/>
                      <a:pt x="3897" y="129531"/>
                    </a:cubicBezTo>
                    <a:cubicBezTo>
                      <a:pt x="4229" y="129531"/>
                      <a:pt x="4600" y="129559"/>
                      <a:pt x="5004" y="129634"/>
                    </a:cubicBezTo>
                    <a:cubicBezTo>
                      <a:pt x="6038" y="129801"/>
                      <a:pt x="7273" y="130335"/>
                      <a:pt x="8707" y="130969"/>
                    </a:cubicBezTo>
                    <a:cubicBezTo>
                      <a:pt x="9407" y="131302"/>
                      <a:pt x="10208" y="131603"/>
                      <a:pt x="11042" y="131936"/>
                    </a:cubicBezTo>
                    <a:cubicBezTo>
                      <a:pt x="11803" y="132210"/>
                      <a:pt x="12675" y="132512"/>
                      <a:pt x="13633" y="132512"/>
                    </a:cubicBezTo>
                    <a:cubicBezTo>
                      <a:pt x="13725" y="132512"/>
                      <a:pt x="13817" y="132509"/>
                      <a:pt x="13911" y="132503"/>
                    </a:cubicBezTo>
                    <a:cubicBezTo>
                      <a:pt x="14444" y="132503"/>
                      <a:pt x="15011" y="132303"/>
                      <a:pt x="15445" y="132003"/>
                    </a:cubicBezTo>
                    <a:cubicBezTo>
                      <a:pt x="15912" y="131769"/>
                      <a:pt x="16346" y="131436"/>
                      <a:pt x="16779" y="131136"/>
                    </a:cubicBezTo>
                    <a:cubicBezTo>
                      <a:pt x="17213" y="130835"/>
                      <a:pt x="17647" y="130568"/>
                      <a:pt x="18180" y="130268"/>
                    </a:cubicBezTo>
                    <a:cubicBezTo>
                      <a:pt x="18614" y="130001"/>
                      <a:pt x="19181" y="129735"/>
                      <a:pt x="19681" y="129501"/>
                    </a:cubicBezTo>
                    <a:cubicBezTo>
                      <a:pt x="20645" y="129140"/>
                      <a:pt x="21690" y="128996"/>
                      <a:pt x="22817" y="128996"/>
                    </a:cubicBezTo>
                    <a:cubicBezTo>
                      <a:pt x="22939" y="128996"/>
                      <a:pt x="23061" y="128997"/>
                      <a:pt x="23184" y="129001"/>
                    </a:cubicBezTo>
                    <a:cubicBezTo>
                      <a:pt x="24385" y="129067"/>
                      <a:pt x="25686" y="129268"/>
                      <a:pt x="27020" y="129434"/>
                    </a:cubicBezTo>
                    <a:cubicBezTo>
                      <a:pt x="28049" y="129563"/>
                      <a:pt x="29098" y="129711"/>
                      <a:pt x="30197" y="129711"/>
                    </a:cubicBezTo>
                    <a:cubicBezTo>
                      <a:pt x="30523" y="129711"/>
                      <a:pt x="30854" y="129698"/>
                      <a:pt x="31190" y="129668"/>
                    </a:cubicBezTo>
                    <a:cubicBezTo>
                      <a:pt x="31890" y="129634"/>
                      <a:pt x="32624" y="129468"/>
                      <a:pt x="33358" y="129234"/>
                    </a:cubicBezTo>
                    <a:cubicBezTo>
                      <a:pt x="34058" y="128934"/>
                      <a:pt x="34726" y="128500"/>
                      <a:pt x="35293" y="128000"/>
                    </a:cubicBezTo>
                    <a:cubicBezTo>
                      <a:pt x="35893" y="127500"/>
                      <a:pt x="36393" y="126899"/>
                      <a:pt x="36760" y="126232"/>
                    </a:cubicBezTo>
                    <a:cubicBezTo>
                      <a:pt x="36860" y="126065"/>
                      <a:pt x="36960" y="125898"/>
                      <a:pt x="37061" y="125732"/>
                    </a:cubicBezTo>
                    <a:lnTo>
                      <a:pt x="37194" y="125465"/>
                    </a:lnTo>
                    <a:lnTo>
                      <a:pt x="37294" y="125165"/>
                    </a:lnTo>
                    <a:cubicBezTo>
                      <a:pt x="37461" y="124798"/>
                      <a:pt x="37561" y="124431"/>
                      <a:pt x="37628" y="123997"/>
                    </a:cubicBezTo>
                    <a:cubicBezTo>
                      <a:pt x="37928" y="122396"/>
                      <a:pt x="37594" y="120795"/>
                      <a:pt x="37961" y="119394"/>
                    </a:cubicBezTo>
                    <a:cubicBezTo>
                      <a:pt x="38028" y="119160"/>
                      <a:pt x="38095" y="118994"/>
                      <a:pt x="38128" y="118827"/>
                    </a:cubicBezTo>
                    <a:lnTo>
                      <a:pt x="38361" y="118293"/>
                    </a:lnTo>
                    <a:cubicBezTo>
                      <a:pt x="38395" y="118126"/>
                      <a:pt x="38528" y="117959"/>
                      <a:pt x="38595" y="117793"/>
                    </a:cubicBezTo>
                    <a:cubicBezTo>
                      <a:pt x="38695" y="117626"/>
                      <a:pt x="38762" y="117459"/>
                      <a:pt x="38895" y="117292"/>
                    </a:cubicBezTo>
                    <a:cubicBezTo>
                      <a:pt x="39295" y="116659"/>
                      <a:pt x="39863" y="116125"/>
                      <a:pt x="40463" y="115658"/>
                    </a:cubicBezTo>
                    <a:cubicBezTo>
                      <a:pt x="41731" y="114791"/>
                      <a:pt x="43298" y="114223"/>
                      <a:pt x="44766" y="113323"/>
                    </a:cubicBezTo>
                    <a:cubicBezTo>
                      <a:pt x="45133" y="113123"/>
                      <a:pt x="45467" y="112889"/>
                      <a:pt x="45867" y="112622"/>
                    </a:cubicBezTo>
                    <a:cubicBezTo>
                      <a:pt x="46167" y="112389"/>
                      <a:pt x="46501" y="112089"/>
                      <a:pt x="46801" y="111755"/>
                    </a:cubicBezTo>
                    <a:cubicBezTo>
                      <a:pt x="46968" y="111588"/>
                      <a:pt x="47101" y="111421"/>
                      <a:pt x="47268" y="111255"/>
                    </a:cubicBezTo>
                    <a:cubicBezTo>
                      <a:pt x="47401" y="111055"/>
                      <a:pt x="47535" y="110888"/>
                      <a:pt x="47635" y="110654"/>
                    </a:cubicBezTo>
                    <a:cubicBezTo>
                      <a:pt x="47902" y="110254"/>
                      <a:pt x="48002" y="109787"/>
                      <a:pt x="48102" y="109320"/>
                    </a:cubicBezTo>
                    <a:cubicBezTo>
                      <a:pt x="48235" y="108419"/>
                      <a:pt x="48102" y="107552"/>
                      <a:pt x="48068" y="106718"/>
                    </a:cubicBezTo>
                    <a:cubicBezTo>
                      <a:pt x="48002" y="105884"/>
                      <a:pt x="48002" y="104983"/>
                      <a:pt x="48102" y="104216"/>
                    </a:cubicBezTo>
                    <a:cubicBezTo>
                      <a:pt x="48235" y="103416"/>
                      <a:pt x="48502" y="102648"/>
                      <a:pt x="48902" y="101915"/>
                    </a:cubicBezTo>
                    <a:cubicBezTo>
                      <a:pt x="49269" y="101147"/>
                      <a:pt x="49770" y="100447"/>
                      <a:pt x="50270" y="99746"/>
                    </a:cubicBezTo>
                    <a:cubicBezTo>
                      <a:pt x="50770" y="98979"/>
                      <a:pt x="51271" y="98245"/>
                      <a:pt x="51638" y="97411"/>
                    </a:cubicBezTo>
                    <a:lnTo>
                      <a:pt x="51904" y="96778"/>
                    </a:lnTo>
                    <a:lnTo>
                      <a:pt x="52005" y="96444"/>
                    </a:lnTo>
                    <a:lnTo>
                      <a:pt x="52105" y="96110"/>
                    </a:lnTo>
                    <a:lnTo>
                      <a:pt x="52138" y="95944"/>
                    </a:lnTo>
                    <a:lnTo>
                      <a:pt x="52138" y="95877"/>
                    </a:lnTo>
                    <a:lnTo>
                      <a:pt x="52138" y="95744"/>
                    </a:lnTo>
                    <a:lnTo>
                      <a:pt x="52138" y="95377"/>
                    </a:lnTo>
                    <a:cubicBezTo>
                      <a:pt x="52171" y="95110"/>
                      <a:pt x="52138" y="94910"/>
                      <a:pt x="52138" y="94643"/>
                    </a:cubicBezTo>
                    <a:cubicBezTo>
                      <a:pt x="52005" y="92775"/>
                      <a:pt x="51304" y="91107"/>
                      <a:pt x="50770" y="89439"/>
                    </a:cubicBezTo>
                    <a:cubicBezTo>
                      <a:pt x="50503" y="88605"/>
                      <a:pt x="50270" y="87771"/>
                      <a:pt x="50170" y="86937"/>
                    </a:cubicBezTo>
                    <a:cubicBezTo>
                      <a:pt x="50137" y="86737"/>
                      <a:pt x="50137" y="86537"/>
                      <a:pt x="50137" y="86303"/>
                    </a:cubicBezTo>
                    <a:lnTo>
                      <a:pt x="50137" y="86037"/>
                    </a:lnTo>
                    <a:lnTo>
                      <a:pt x="50170" y="85703"/>
                    </a:lnTo>
                    <a:cubicBezTo>
                      <a:pt x="50170" y="85470"/>
                      <a:pt x="50237" y="85269"/>
                      <a:pt x="50270" y="85069"/>
                    </a:cubicBezTo>
                    <a:lnTo>
                      <a:pt x="50403" y="84435"/>
                    </a:lnTo>
                    <a:cubicBezTo>
                      <a:pt x="50570" y="83568"/>
                      <a:pt x="50804" y="82734"/>
                      <a:pt x="51004" y="81867"/>
                    </a:cubicBezTo>
                    <a:cubicBezTo>
                      <a:pt x="51237" y="80966"/>
                      <a:pt x="51404" y="80032"/>
                      <a:pt x="51104" y="79032"/>
                    </a:cubicBezTo>
                    <a:cubicBezTo>
                      <a:pt x="50937" y="78565"/>
                      <a:pt x="50737" y="78064"/>
                      <a:pt x="50337" y="77731"/>
                    </a:cubicBezTo>
                    <a:lnTo>
                      <a:pt x="50103" y="77464"/>
                    </a:lnTo>
                    <a:cubicBezTo>
                      <a:pt x="50003" y="77397"/>
                      <a:pt x="49903" y="77364"/>
                      <a:pt x="49803" y="77264"/>
                    </a:cubicBezTo>
                    <a:lnTo>
                      <a:pt x="49503" y="77064"/>
                    </a:lnTo>
                    <a:cubicBezTo>
                      <a:pt x="49436" y="77030"/>
                      <a:pt x="49303" y="76930"/>
                      <a:pt x="49236" y="76897"/>
                    </a:cubicBezTo>
                    <a:cubicBezTo>
                      <a:pt x="48532" y="76486"/>
                      <a:pt x="47673" y="76178"/>
                      <a:pt x="46818" y="76178"/>
                    </a:cubicBezTo>
                    <a:cubicBezTo>
                      <a:pt x="46701" y="76178"/>
                      <a:pt x="46584" y="76184"/>
                      <a:pt x="46467" y="76196"/>
                    </a:cubicBezTo>
                    <a:cubicBezTo>
                      <a:pt x="45500" y="76230"/>
                      <a:pt x="44599" y="76597"/>
                      <a:pt x="43799" y="77064"/>
                    </a:cubicBezTo>
                    <a:cubicBezTo>
                      <a:pt x="42998" y="77531"/>
                      <a:pt x="42331" y="78131"/>
                      <a:pt x="41731" y="78798"/>
                    </a:cubicBezTo>
                    <a:cubicBezTo>
                      <a:pt x="40496" y="80132"/>
                      <a:pt x="39596" y="81700"/>
                      <a:pt x="38929" y="83301"/>
                    </a:cubicBezTo>
                    <a:cubicBezTo>
                      <a:pt x="38261" y="84936"/>
                      <a:pt x="37794" y="86637"/>
                      <a:pt x="37628" y="88372"/>
                    </a:cubicBezTo>
                    <a:lnTo>
                      <a:pt x="37594" y="89039"/>
                    </a:lnTo>
                    <a:cubicBezTo>
                      <a:pt x="37594" y="89239"/>
                      <a:pt x="37561" y="89406"/>
                      <a:pt x="37561" y="89606"/>
                    </a:cubicBezTo>
                    <a:cubicBezTo>
                      <a:pt x="37494" y="89973"/>
                      <a:pt x="37461" y="90406"/>
                      <a:pt x="37394" y="90773"/>
                    </a:cubicBezTo>
                    <a:cubicBezTo>
                      <a:pt x="37261" y="91574"/>
                      <a:pt x="37061" y="92308"/>
                      <a:pt x="36760" y="93075"/>
                    </a:cubicBezTo>
                    <a:cubicBezTo>
                      <a:pt x="36493" y="93809"/>
                      <a:pt x="36160" y="94543"/>
                      <a:pt x="35726" y="95110"/>
                    </a:cubicBezTo>
                    <a:cubicBezTo>
                      <a:pt x="35309" y="95687"/>
                      <a:pt x="34769" y="96079"/>
                      <a:pt x="34195" y="96079"/>
                    </a:cubicBezTo>
                    <a:cubicBezTo>
                      <a:pt x="34172" y="96079"/>
                      <a:pt x="34148" y="96078"/>
                      <a:pt x="34125" y="96077"/>
                    </a:cubicBezTo>
                    <a:cubicBezTo>
                      <a:pt x="33558" y="96044"/>
                      <a:pt x="32958" y="95577"/>
                      <a:pt x="32457" y="95043"/>
                    </a:cubicBezTo>
                    <a:cubicBezTo>
                      <a:pt x="32324" y="94910"/>
                      <a:pt x="32257" y="94743"/>
                      <a:pt x="32124" y="94609"/>
                    </a:cubicBezTo>
                    <a:cubicBezTo>
                      <a:pt x="32057" y="94476"/>
                      <a:pt x="31957" y="94309"/>
                      <a:pt x="31890" y="94209"/>
                    </a:cubicBezTo>
                    <a:cubicBezTo>
                      <a:pt x="31757" y="93909"/>
                      <a:pt x="31657" y="93609"/>
                      <a:pt x="31657" y="93275"/>
                    </a:cubicBezTo>
                    <a:cubicBezTo>
                      <a:pt x="31657" y="92475"/>
                      <a:pt x="31990" y="91641"/>
                      <a:pt x="32290" y="90873"/>
                    </a:cubicBezTo>
                    <a:cubicBezTo>
                      <a:pt x="32591" y="90073"/>
                      <a:pt x="32791" y="89272"/>
                      <a:pt x="32791" y="88705"/>
                    </a:cubicBezTo>
                    <a:lnTo>
                      <a:pt x="32791" y="88739"/>
                    </a:lnTo>
                    <a:cubicBezTo>
                      <a:pt x="32891" y="87905"/>
                      <a:pt x="32891" y="87037"/>
                      <a:pt x="32624" y="86203"/>
                    </a:cubicBezTo>
                    <a:cubicBezTo>
                      <a:pt x="32391" y="85369"/>
                      <a:pt x="31990" y="84602"/>
                      <a:pt x="31657" y="83902"/>
                    </a:cubicBezTo>
                    <a:cubicBezTo>
                      <a:pt x="31323" y="83135"/>
                      <a:pt x="31056" y="82434"/>
                      <a:pt x="30789" y="81700"/>
                    </a:cubicBezTo>
                    <a:lnTo>
                      <a:pt x="30589" y="81133"/>
                    </a:lnTo>
                    <a:cubicBezTo>
                      <a:pt x="30556" y="80933"/>
                      <a:pt x="30489" y="80766"/>
                      <a:pt x="30456" y="80566"/>
                    </a:cubicBezTo>
                    <a:lnTo>
                      <a:pt x="30356" y="79966"/>
                    </a:lnTo>
                    <a:cubicBezTo>
                      <a:pt x="30356" y="79765"/>
                      <a:pt x="30356" y="79599"/>
                      <a:pt x="30289" y="79399"/>
                    </a:cubicBezTo>
                    <a:cubicBezTo>
                      <a:pt x="30189" y="78631"/>
                      <a:pt x="30289" y="77897"/>
                      <a:pt x="30456" y="77130"/>
                    </a:cubicBezTo>
                    <a:cubicBezTo>
                      <a:pt x="30689" y="76430"/>
                      <a:pt x="31056" y="75729"/>
                      <a:pt x="31523" y="75095"/>
                    </a:cubicBezTo>
                    <a:cubicBezTo>
                      <a:pt x="32457" y="73861"/>
                      <a:pt x="33758" y="72760"/>
                      <a:pt x="35026" y="71626"/>
                    </a:cubicBezTo>
                    <a:cubicBezTo>
                      <a:pt x="35626" y="71059"/>
                      <a:pt x="36260" y="70525"/>
                      <a:pt x="36894" y="69892"/>
                    </a:cubicBezTo>
                    <a:lnTo>
                      <a:pt x="37761" y="68958"/>
                    </a:lnTo>
                    <a:cubicBezTo>
                      <a:pt x="38061" y="68724"/>
                      <a:pt x="38361" y="68457"/>
                      <a:pt x="38695" y="68224"/>
                    </a:cubicBezTo>
                    <a:cubicBezTo>
                      <a:pt x="40029" y="67290"/>
                      <a:pt x="41597" y="66723"/>
                      <a:pt x="43198" y="66056"/>
                    </a:cubicBezTo>
                    <a:cubicBezTo>
                      <a:pt x="43965" y="65722"/>
                      <a:pt x="44766" y="65388"/>
                      <a:pt x="45567" y="65022"/>
                    </a:cubicBezTo>
                    <a:cubicBezTo>
                      <a:pt x="46367" y="64588"/>
                      <a:pt x="47101" y="64121"/>
                      <a:pt x="47802" y="63554"/>
                    </a:cubicBezTo>
                    <a:cubicBezTo>
                      <a:pt x="48535" y="62920"/>
                      <a:pt x="49102" y="62186"/>
                      <a:pt x="49403" y="61252"/>
                    </a:cubicBezTo>
                    <a:cubicBezTo>
                      <a:pt x="49436" y="61052"/>
                      <a:pt x="49536" y="60785"/>
                      <a:pt x="49569" y="60585"/>
                    </a:cubicBezTo>
                    <a:lnTo>
                      <a:pt x="49603" y="60251"/>
                    </a:lnTo>
                    <a:lnTo>
                      <a:pt x="49703" y="60118"/>
                    </a:lnTo>
                    <a:lnTo>
                      <a:pt x="49803" y="59851"/>
                    </a:lnTo>
                    <a:lnTo>
                      <a:pt x="49870" y="59718"/>
                    </a:lnTo>
                    <a:cubicBezTo>
                      <a:pt x="49903" y="59651"/>
                      <a:pt x="49903" y="59618"/>
                      <a:pt x="49903" y="59584"/>
                    </a:cubicBezTo>
                    <a:lnTo>
                      <a:pt x="49936" y="59418"/>
                    </a:lnTo>
                    <a:lnTo>
                      <a:pt x="50070" y="58784"/>
                    </a:lnTo>
                    <a:cubicBezTo>
                      <a:pt x="50237" y="57916"/>
                      <a:pt x="50303" y="57049"/>
                      <a:pt x="50237" y="56115"/>
                    </a:cubicBezTo>
                    <a:cubicBezTo>
                      <a:pt x="50203" y="55215"/>
                      <a:pt x="49870" y="54281"/>
                      <a:pt x="49369" y="53547"/>
                    </a:cubicBezTo>
                    <a:cubicBezTo>
                      <a:pt x="48369" y="51979"/>
                      <a:pt x="46901" y="50945"/>
                      <a:pt x="45600" y="49911"/>
                    </a:cubicBezTo>
                    <a:cubicBezTo>
                      <a:pt x="44933" y="49410"/>
                      <a:pt x="44299" y="48810"/>
                      <a:pt x="43965" y="48210"/>
                    </a:cubicBezTo>
                    <a:cubicBezTo>
                      <a:pt x="43632" y="47576"/>
                      <a:pt x="43632" y="46842"/>
                      <a:pt x="43899" y="46075"/>
                    </a:cubicBezTo>
                    <a:cubicBezTo>
                      <a:pt x="44032" y="45708"/>
                      <a:pt x="44132" y="45341"/>
                      <a:pt x="44366" y="45007"/>
                    </a:cubicBezTo>
                    <a:lnTo>
                      <a:pt x="44499" y="44707"/>
                    </a:lnTo>
                    <a:cubicBezTo>
                      <a:pt x="44566" y="44674"/>
                      <a:pt x="44499" y="44674"/>
                      <a:pt x="44566" y="44607"/>
                    </a:cubicBezTo>
                    <a:lnTo>
                      <a:pt x="44633" y="44540"/>
                    </a:lnTo>
                    <a:cubicBezTo>
                      <a:pt x="44766" y="44407"/>
                      <a:pt x="44899" y="44273"/>
                      <a:pt x="45066" y="44173"/>
                    </a:cubicBezTo>
                    <a:cubicBezTo>
                      <a:pt x="45633" y="43706"/>
                      <a:pt x="46401" y="43339"/>
                      <a:pt x="47101" y="42772"/>
                    </a:cubicBezTo>
                    <a:cubicBezTo>
                      <a:pt x="47468" y="42505"/>
                      <a:pt x="47802" y="42205"/>
                      <a:pt x="48068" y="41738"/>
                    </a:cubicBezTo>
                    <a:cubicBezTo>
                      <a:pt x="48269" y="41271"/>
                      <a:pt x="48402" y="40838"/>
                      <a:pt x="48402" y="40371"/>
                    </a:cubicBezTo>
                    <a:cubicBezTo>
                      <a:pt x="48435" y="39904"/>
                      <a:pt x="48369" y="39503"/>
                      <a:pt x="48369" y="39103"/>
                    </a:cubicBezTo>
                    <a:cubicBezTo>
                      <a:pt x="48369" y="38703"/>
                      <a:pt x="48402" y="38503"/>
                      <a:pt x="48569" y="38069"/>
                    </a:cubicBezTo>
                    <a:cubicBezTo>
                      <a:pt x="48869" y="37302"/>
                      <a:pt x="49136" y="36601"/>
                      <a:pt x="49603" y="36034"/>
                    </a:cubicBezTo>
                    <a:cubicBezTo>
                      <a:pt x="50036" y="35434"/>
                      <a:pt x="50637" y="35067"/>
                      <a:pt x="51371" y="34767"/>
                    </a:cubicBezTo>
                    <a:cubicBezTo>
                      <a:pt x="52071" y="34500"/>
                      <a:pt x="52805" y="34266"/>
                      <a:pt x="53572" y="34099"/>
                    </a:cubicBezTo>
                    <a:cubicBezTo>
                      <a:pt x="54306" y="33899"/>
                      <a:pt x="55073" y="33699"/>
                      <a:pt x="55807" y="33532"/>
                    </a:cubicBezTo>
                    <a:cubicBezTo>
                      <a:pt x="56174" y="33399"/>
                      <a:pt x="56574" y="33332"/>
                      <a:pt x="56941" y="33232"/>
                    </a:cubicBezTo>
                    <a:lnTo>
                      <a:pt x="58076" y="32999"/>
                    </a:lnTo>
                    <a:cubicBezTo>
                      <a:pt x="58809" y="32832"/>
                      <a:pt x="59510" y="32698"/>
                      <a:pt x="60277" y="32532"/>
                    </a:cubicBezTo>
                    <a:cubicBezTo>
                      <a:pt x="63246" y="31931"/>
                      <a:pt x="66081" y="31331"/>
                      <a:pt x="68783" y="30564"/>
                    </a:cubicBezTo>
                    <a:cubicBezTo>
                      <a:pt x="70117" y="30197"/>
                      <a:pt x="71485" y="29596"/>
                      <a:pt x="72486" y="28595"/>
                    </a:cubicBezTo>
                    <a:cubicBezTo>
                      <a:pt x="72986" y="28095"/>
                      <a:pt x="73420" y="27528"/>
                      <a:pt x="73753" y="26928"/>
                    </a:cubicBezTo>
                    <a:cubicBezTo>
                      <a:pt x="74087" y="26361"/>
                      <a:pt x="74320" y="25693"/>
                      <a:pt x="74320" y="24993"/>
                    </a:cubicBezTo>
                    <a:cubicBezTo>
                      <a:pt x="74387" y="24259"/>
                      <a:pt x="74154" y="23659"/>
                      <a:pt x="74054" y="23058"/>
                    </a:cubicBezTo>
                    <a:cubicBezTo>
                      <a:pt x="73920" y="22491"/>
                      <a:pt x="73820" y="21891"/>
                      <a:pt x="73920" y="21357"/>
                    </a:cubicBezTo>
                    <a:cubicBezTo>
                      <a:pt x="73987" y="20823"/>
                      <a:pt x="74120" y="20256"/>
                      <a:pt x="74320" y="19756"/>
                    </a:cubicBezTo>
                    <a:cubicBezTo>
                      <a:pt x="74554" y="19255"/>
                      <a:pt x="74787" y="18755"/>
                      <a:pt x="75121" y="18355"/>
                    </a:cubicBezTo>
                    <a:cubicBezTo>
                      <a:pt x="76389" y="16587"/>
                      <a:pt x="77990" y="15219"/>
                      <a:pt x="78724" y="13351"/>
                    </a:cubicBezTo>
                    <a:cubicBezTo>
                      <a:pt x="78790" y="13084"/>
                      <a:pt x="78824" y="12884"/>
                      <a:pt x="78924" y="12651"/>
                    </a:cubicBezTo>
                    <a:cubicBezTo>
                      <a:pt x="78924" y="12417"/>
                      <a:pt x="78990" y="12184"/>
                      <a:pt x="78957" y="11917"/>
                    </a:cubicBezTo>
                    <a:lnTo>
                      <a:pt x="78957" y="11583"/>
                    </a:lnTo>
                    <a:cubicBezTo>
                      <a:pt x="78957" y="11483"/>
                      <a:pt x="78924" y="11383"/>
                      <a:pt x="78924" y="11250"/>
                    </a:cubicBezTo>
                    <a:lnTo>
                      <a:pt x="78790" y="10649"/>
                    </a:lnTo>
                    <a:cubicBezTo>
                      <a:pt x="78624" y="9815"/>
                      <a:pt x="78457" y="9048"/>
                      <a:pt x="78323" y="8348"/>
                    </a:cubicBezTo>
                    <a:cubicBezTo>
                      <a:pt x="78090" y="6913"/>
                      <a:pt x="78056" y="5679"/>
                      <a:pt x="78223" y="4712"/>
                    </a:cubicBezTo>
                    <a:cubicBezTo>
                      <a:pt x="78257" y="4478"/>
                      <a:pt x="78290" y="4211"/>
                      <a:pt x="78323" y="4011"/>
                    </a:cubicBezTo>
                    <a:cubicBezTo>
                      <a:pt x="78390" y="3811"/>
                      <a:pt x="78457" y="3578"/>
                      <a:pt x="78490" y="3411"/>
                    </a:cubicBezTo>
                    <a:cubicBezTo>
                      <a:pt x="78590" y="3077"/>
                      <a:pt x="78757" y="2810"/>
                      <a:pt x="78824" y="2543"/>
                    </a:cubicBezTo>
                    <a:cubicBezTo>
                      <a:pt x="78924" y="2310"/>
                      <a:pt x="78990" y="2110"/>
                      <a:pt x="79091" y="2010"/>
                    </a:cubicBezTo>
                    <a:cubicBezTo>
                      <a:pt x="79124" y="1876"/>
                      <a:pt x="79157" y="1843"/>
                      <a:pt x="79157" y="1843"/>
                    </a:cubicBezTo>
                    <a:cubicBezTo>
                      <a:pt x="79324" y="1576"/>
                      <a:pt x="79424" y="1343"/>
                      <a:pt x="79724" y="1009"/>
                    </a:cubicBezTo>
                    <a:cubicBezTo>
                      <a:pt x="79824" y="842"/>
                      <a:pt x="79924" y="642"/>
                      <a:pt x="79991" y="509"/>
                    </a:cubicBezTo>
                    <a:cubicBezTo>
                      <a:pt x="80158" y="208"/>
                      <a:pt x="80225" y="42"/>
                      <a:pt x="80158" y="8"/>
                    </a:cubicBezTo>
                    <a:cubicBezTo>
                      <a:pt x="80153" y="3"/>
                      <a:pt x="80145" y="0"/>
                      <a:pt x="801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32" name="Google Shape;3732;p30"/>
              <p:cNvSpPr/>
              <p:nvPr/>
            </p:nvSpPr>
            <p:spPr>
              <a:xfrm>
                <a:off x="3610" y="24236"/>
                <a:ext cx="2069687" cy="3284563"/>
              </a:xfrm>
              <a:custGeom>
                <a:avLst/>
                <a:gdLst/>
                <a:ahLst/>
                <a:cxnLst/>
                <a:rect l="l" t="t" r="r" b="b"/>
                <a:pathLst>
                  <a:path w="85595" h="135838" extrusionOk="0">
                    <a:moveTo>
                      <a:pt x="85546" y="1"/>
                    </a:moveTo>
                    <a:cubicBezTo>
                      <a:pt x="85502" y="1"/>
                      <a:pt x="85407" y="103"/>
                      <a:pt x="85261" y="307"/>
                    </a:cubicBezTo>
                    <a:cubicBezTo>
                      <a:pt x="85094" y="541"/>
                      <a:pt x="84894" y="874"/>
                      <a:pt x="84694" y="1408"/>
                    </a:cubicBezTo>
                    <a:cubicBezTo>
                      <a:pt x="84694" y="1408"/>
                      <a:pt x="84627" y="1508"/>
                      <a:pt x="84594" y="1642"/>
                    </a:cubicBezTo>
                    <a:cubicBezTo>
                      <a:pt x="84594" y="1675"/>
                      <a:pt x="84561" y="1742"/>
                      <a:pt x="84527" y="1875"/>
                    </a:cubicBezTo>
                    <a:cubicBezTo>
                      <a:pt x="84461" y="1975"/>
                      <a:pt x="84461" y="2142"/>
                      <a:pt x="84427" y="2242"/>
                    </a:cubicBezTo>
                    <a:cubicBezTo>
                      <a:pt x="84327" y="2842"/>
                      <a:pt x="84227" y="3743"/>
                      <a:pt x="84394" y="4911"/>
                    </a:cubicBezTo>
                    <a:cubicBezTo>
                      <a:pt x="84494" y="5511"/>
                      <a:pt x="84594" y="6178"/>
                      <a:pt x="84727" y="6879"/>
                    </a:cubicBezTo>
                    <a:cubicBezTo>
                      <a:pt x="84894" y="7579"/>
                      <a:pt x="85061" y="8380"/>
                      <a:pt x="85094" y="9247"/>
                    </a:cubicBezTo>
                    <a:cubicBezTo>
                      <a:pt x="85161" y="9481"/>
                      <a:pt x="85161" y="9714"/>
                      <a:pt x="85161" y="9914"/>
                    </a:cubicBezTo>
                    <a:cubicBezTo>
                      <a:pt x="85094" y="10148"/>
                      <a:pt x="85094" y="10348"/>
                      <a:pt x="85061" y="10581"/>
                    </a:cubicBezTo>
                    <a:cubicBezTo>
                      <a:pt x="85061" y="10848"/>
                      <a:pt x="84994" y="11048"/>
                      <a:pt x="84928" y="11315"/>
                    </a:cubicBezTo>
                    <a:cubicBezTo>
                      <a:pt x="84894" y="11549"/>
                      <a:pt x="84794" y="11749"/>
                      <a:pt x="84727" y="12016"/>
                    </a:cubicBezTo>
                    <a:cubicBezTo>
                      <a:pt x="84561" y="12483"/>
                      <a:pt x="84327" y="12916"/>
                      <a:pt x="83960" y="13350"/>
                    </a:cubicBezTo>
                    <a:cubicBezTo>
                      <a:pt x="83693" y="13817"/>
                      <a:pt x="83260" y="14184"/>
                      <a:pt x="82859" y="14584"/>
                    </a:cubicBezTo>
                    <a:cubicBezTo>
                      <a:pt x="81959" y="15385"/>
                      <a:pt x="81025" y="16219"/>
                      <a:pt x="80224" y="17319"/>
                    </a:cubicBezTo>
                    <a:cubicBezTo>
                      <a:pt x="79857" y="17853"/>
                      <a:pt x="79490" y="18487"/>
                      <a:pt x="79324" y="19187"/>
                    </a:cubicBezTo>
                    <a:cubicBezTo>
                      <a:pt x="79090" y="19855"/>
                      <a:pt x="79057" y="20588"/>
                      <a:pt x="79090" y="21356"/>
                    </a:cubicBezTo>
                    <a:cubicBezTo>
                      <a:pt x="79157" y="22823"/>
                      <a:pt x="79424" y="24358"/>
                      <a:pt x="79157" y="25926"/>
                    </a:cubicBezTo>
                    <a:cubicBezTo>
                      <a:pt x="78823" y="27493"/>
                      <a:pt x="78023" y="29028"/>
                      <a:pt x="76755" y="30229"/>
                    </a:cubicBezTo>
                    <a:cubicBezTo>
                      <a:pt x="75521" y="31430"/>
                      <a:pt x="73853" y="32263"/>
                      <a:pt x="72085" y="33064"/>
                    </a:cubicBezTo>
                    <a:cubicBezTo>
                      <a:pt x="70384" y="33898"/>
                      <a:pt x="68483" y="34498"/>
                      <a:pt x="66481" y="34999"/>
                    </a:cubicBezTo>
                    <a:cubicBezTo>
                      <a:pt x="65981" y="35166"/>
                      <a:pt x="65480" y="35266"/>
                      <a:pt x="64980" y="35399"/>
                    </a:cubicBezTo>
                    <a:cubicBezTo>
                      <a:pt x="64713" y="35499"/>
                      <a:pt x="64480" y="35532"/>
                      <a:pt x="64213" y="35599"/>
                    </a:cubicBezTo>
                    <a:lnTo>
                      <a:pt x="64013" y="35666"/>
                    </a:lnTo>
                    <a:lnTo>
                      <a:pt x="63913" y="35666"/>
                    </a:lnTo>
                    <a:lnTo>
                      <a:pt x="63846" y="35699"/>
                    </a:lnTo>
                    <a:lnTo>
                      <a:pt x="63412" y="35766"/>
                    </a:lnTo>
                    <a:cubicBezTo>
                      <a:pt x="62378" y="36033"/>
                      <a:pt x="61311" y="36366"/>
                      <a:pt x="60310" y="36867"/>
                    </a:cubicBezTo>
                    <a:cubicBezTo>
                      <a:pt x="59309" y="37367"/>
                      <a:pt x="58309" y="38068"/>
                      <a:pt x="57708" y="39168"/>
                    </a:cubicBezTo>
                    <a:cubicBezTo>
                      <a:pt x="57408" y="39702"/>
                      <a:pt x="57341" y="40336"/>
                      <a:pt x="57174" y="40870"/>
                    </a:cubicBezTo>
                    <a:cubicBezTo>
                      <a:pt x="57141" y="41170"/>
                      <a:pt x="57008" y="41437"/>
                      <a:pt x="56908" y="41704"/>
                    </a:cubicBezTo>
                    <a:cubicBezTo>
                      <a:pt x="56808" y="42004"/>
                      <a:pt x="56674" y="42237"/>
                      <a:pt x="56541" y="42504"/>
                    </a:cubicBezTo>
                    <a:lnTo>
                      <a:pt x="56307" y="43005"/>
                    </a:lnTo>
                    <a:cubicBezTo>
                      <a:pt x="56174" y="43171"/>
                      <a:pt x="56040" y="43338"/>
                      <a:pt x="55907" y="43538"/>
                    </a:cubicBezTo>
                    <a:cubicBezTo>
                      <a:pt x="55640" y="43905"/>
                      <a:pt x="55240" y="44339"/>
                      <a:pt x="54839" y="44739"/>
                    </a:cubicBezTo>
                    <a:cubicBezTo>
                      <a:pt x="54406" y="45173"/>
                      <a:pt x="53872" y="45573"/>
                      <a:pt x="53372" y="46107"/>
                    </a:cubicBezTo>
                    <a:cubicBezTo>
                      <a:pt x="52871" y="46607"/>
                      <a:pt x="52371" y="47341"/>
                      <a:pt x="52204" y="48208"/>
                    </a:cubicBezTo>
                    <a:cubicBezTo>
                      <a:pt x="51837" y="50010"/>
                      <a:pt x="52571" y="51844"/>
                      <a:pt x="53405" y="53612"/>
                    </a:cubicBezTo>
                    <a:cubicBezTo>
                      <a:pt x="53839" y="54513"/>
                      <a:pt x="54172" y="55447"/>
                      <a:pt x="54339" y="56514"/>
                    </a:cubicBezTo>
                    <a:cubicBezTo>
                      <a:pt x="54406" y="56748"/>
                      <a:pt x="54372" y="57048"/>
                      <a:pt x="54406" y="57281"/>
                    </a:cubicBezTo>
                    <a:cubicBezTo>
                      <a:pt x="54406" y="57548"/>
                      <a:pt x="54473" y="57848"/>
                      <a:pt x="54473" y="58082"/>
                    </a:cubicBezTo>
                    <a:cubicBezTo>
                      <a:pt x="54473" y="58349"/>
                      <a:pt x="54473" y="58616"/>
                      <a:pt x="54406" y="58883"/>
                    </a:cubicBezTo>
                    <a:cubicBezTo>
                      <a:pt x="54372" y="59116"/>
                      <a:pt x="54372" y="59416"/>
                      <a:pt x="54306" y="59683"/>
                    </a:cubicBezTo>
                    <a:cubicBezTo>
                      <a:pt x="54072" y="60751"/>
                      <a:pt x="53639" y="61785"/>
                      <a:pt x="52971" y="62719"/>
                    </a:cubicBezTo>
                    <a:cubicBezTo>
                      <a:pt x="52304" y="63619"/>
                      <a:pt x="51370" y="64420"/>
                      <a:pt x="50403" y="65087"/>
                    </a:cubicBezTo>
                    <a:cubicBezTo>
                      <a:pt x="49402" y="65754"/>
                      <a:pt x="48335" y="66355"/>
                      <a:pt x="47234" y="66888"/>
                    </a:cubicBezTo>
                    <a:cubicBezTo>
                      <a:pt x="46700" y="67188"/>
                      <a:pt x="46167" y="67455"/>
                      <a:pt x="45633" y="67789"/>
                    </a:cubicBezTo>
                    <a:cubicBezTo>
                      <a:pt x="45366" y="67956"/>
                      <a:pt x="45133" y="68189"/>
                      <a:pt x="44866" y="68423"/>
                    </a:cubicBezTo>
                    <a:cubicBezTo>
                      <a:pt x="44732" y="68589"/>
                      <a:pt x="44666" y="68756"/>
                      <a:pt x="44565" y="68923"/>
                    </a:cubicBezTo>
                    <a:cubicBezTo>
                      <a:pt x="44565" y="69023"/>
                      <a:pt x="44532" y="69123"/>
                      <a:pt x="44532" y="69223"/>
                    </a:cubicBezTo>
                    <a:cubicBezTo>
                      <a:pt x="44532" y="69290"/>
                      <a:pt x="44532" y="69423"/>
                      <a:pt x="44565" y="69523"/>
                    </a:cubicBezTo>
                    <a:cubicBezTo>
                      <a:pt x="44666" y="69890"/>
                      <a:pt x="44899" y="70124"/>
                      <a:pt x="45133" y="70391"/>
                    </a:cubicBezTo>
                    <a:cubicBezTo>
                      <a:pt x="45333" y="70591"/>
                      <a:pt x="45533" y="70858"/>
                      <a:pt x="45800" y="71058"/>
                    </a:cubicBezTo>
                    <a:cubicBezTo>
                      <a:pt x="45900" y="71191"/>
                      <a:pt x="46033" y="71291"/>
                      <a:pt x="46167" y="71392"/>
                    </a:cubicBezTo>
                    <a:lnTo>
                      <a:pt x="46567" y="71625"/>
                    </a:lnTo>
                    <a:cubicBezTo>
                      <a:pt x="46700" y="71725"/>
                      <a:pt x="46867" y="71792"/>
                      <a:pt x="47034" y="71859"/>
                    </a:cubicBezTo>
                    <a:cubicBezTo>
                      <a:pt x="47167" y="71925"/>
                      <a:pt x="47334" y="72025"/>
                      <a:pt x="47501" y="72025"/>
                    </a:cubicBezTo>
                    <a:cubicBezTo>
                      <a:pt x="47723" y="72081"/>
                      <a:pt x="47946" y="72103"/>
                      <a:pt x="48167" y="72103"/>
                    </a:cubicBezTo>
                    <a:cubicBezTo>
                      <a:pt x="48609" y="72103"/>
                      <a:pt x="49046" y="72014"/>
                      <a:pt x="49469" y="71925"/>
                    </a:cubicBezTo>
                    <a:cubicBezTo>
                      <a:pt x="50069" y="71792"/>
                      <a:pt x="50670" y="71592"/>
                      <a:pt x="51237" y="71458"/>
                    </a:cubicBezTo>
                    <a:cubicBezTo>
                      <a:pt x="51742" y="71314"/>
                      <a:pt x="52259" y="71245"/>
                      <a:pt x="52769" y="71245"/>
                    </a:cubicBezTo>
                    <a:cubicBezTo>
                      <a:pt x="53440" y="71245"/>
                      <a:pt x="54100" y="71364"/>
                      <a:pt x="54706" y="71592"/>
                    </a:cubicBezTo>
                    <a:cubicBezTo>
                      <a:pt x="55240" y="71758"/>
                      <a:pt x="55673" y="72192"/>
                      <a:pt x="55974" y="72626"/>
                    </a:cubicBezTo>
                    <a:cubicBezTo>
                      <a:pt x="56240" y="73126"/>
                      <a:pt x="56474" y="73693"/>
                      <a:pt x="56574" y="74227"/>
                    </a:cubicBezTo>
                    <a:cubicBezTo>
                      <a:pt x="56874" y="75428"/>
                      <a:pt x="56908" y="76729"/>
                      <a:pt x="56841" y="78030"/>
                    </a:cubicBezTo>
                    <a:cubicBezTo>
                      <a:pt x="56808" y="78697"/>
                      <a:pt x="56707" y="79297"/>
                      <a:pt x="56574" y="79964"/>
                    </a:cubicBezTo>
                    <a:lnTo>
                      <a:pt x="56207" y="81966"/>
                    </a:lnTo>
                    <a:cubicBezTo>
                      <a:pt x="56140" y="82299"/>
                      <a:pt x="56140" y="82700"/>
                      <a:pt x="56074" y="83033"/>
                    </a:cubicBezTo>
                    <a:cubicBezTo>
                      <a:pt x="56040" y="83367"/>
                      <a:pt x="56007" y="83734"/>
                      <a:pt x="56007" y="84067"/>
                    </a:cubicBezTo>
                    <a:cubicBezTo>
                      <a:pt x="56040" y="84734"/>
                      <a:pt x="56007" y="85435"/>
                      <a:pt x="56074" y="86135"/>
                    </a:cubicBezTo>
                    <a:cubicBezTo>
                      <a:pt x="56174" y="87570"/>
                      <a:pt x="56374" y="88937"/>
                      <a:pt x="56474" y="90372"/>
                    </a:cubicBezTo>
                    <a:cubicBezTo>
                      <a:pt x="56474" y="90705"/>
                      <a:pt x="56507" y="91072"/>
                      <a:pt x="56507" y="91406"/>
                    </a:cubicBezTo>
                    <a:lnTo>
                      <a:pt x="56474" y="92440"/>
                    </a:lnTo>
                    <a:lnTo>
                      <a:pt x="56474" y="92974"/>
                    </a:lnTo>
                    <a:lnTo>
                      <a:pt x="56374" y="93474"/>
                    </a:lnTo>
                    <a:lnTo>
                      <a:pt x="56307" y="93974"/>
                    </a:lnTo>
                    <a:cubicBezTo>
                      <a:pt x="56307" y="94141"/>
                      <a:pt x="56240" y="94308"/>
                      <a:pt x="56207" y="94475"/>
                    </a:cubicBezTo>
                    <a:cubicBezTo>
                      <a:pt x="55907" y="95876"/>
                      <a:pt x="55340" y="97143"/>
                      <a:pt x="54806" y="98544"/>
                    </a:cubicBezTo>
                    <a:cubicBezTo>
                      <a:pt x="54673" y="98878"/>
                      <a:pt x="54539" y="99245"/>
                      <a:pt x="54406" y="99578"/>
                    </a:cubicBezTo>
                    <a:cubicBezTo>
                      <a:pt x="54339" y="99912"/>
                      <a:pt x="54172" y="100245"/>
                      <a:pt x="54072" y="100612"/>
                    </a:cubicBezTo>
                    <a:lnTo>
                      <a:pt x="53805" y="101713"/>
                    </a:lnTo>
                    <a:lnTo>
                      <a:pt x="53639" y="102814"/>
                    </a:lnTo>
                    <a:cubicBezTo>
                      <a:pt x="53405" y="104315"/>
                      <a:pt x="53672" y="105783"/>
                      <a:pt x="53839" y="107251"/>
                    </a:cubicBezTo>
                    <a:cubicBezTo>
                      <a:pt x="54006" y="108718"/>
                      <a:pt x="54072" y="110153"/>
                      <a:pt x="53539" y="111487"/>
                    </a:cubicBezTo>
                    <a:cubicBezTo>
                      <a:pt x="53305" y="112154"/>
                      <a:pt x="52905" y="112788"/>
                      <a:pt x="52404" y="113288"/>
                    </a:cubicBezTo>
                    <a:lnTo>
                      <a:pt x="51671" y="114055"/>
                    </a:lnTo>
                    <a:lnTo>
                      <a:pt x="51237" y="114389"/>
                    </a:lnTo>
                    <a:cubicBezTo>
                      <a:pt x="51070" y="114489"/>
                      <a:pt x="50970" y="114589"/>
                      <a:pt x="50803" y="114656"/>
                    </a:cubicBezTo>
                    <a:cubicBezTo>
                      <a:pt x="49536" y="115390"/>
                      <a:pt x="48135" y="115723"/>
                      <a:pt x="46734" y="116224"/>
                    </a:cubicBezTo>
                    <a:cubicBezTo>
                      <a:pt x="46067" y="116457"/>
                      <a:pt x="45366" y="116757"/>
                      <a:pt x="44732" y="117124"/>
                    </a:cubicBezTo>
                    <a:cubicBezTo>
                      <a:pt x="44065" y="117491"/>
                      <a:pt x="43531" y="118058"/>
                      <a:pt x="43131" y="118659"/>
                    </a:cubicBezTo>
                    <a:cubicBezTo>
                      <a:pt x="43031" y="118825"/>
                      <a:pt x="42898" y="118992"/>
                      <a:pt x="42831" y="119159"/>
                    </a:cubicBezTo>
                    <a:lnTo>
                      <a:pt x="42664" y="119726"/>
                    </a:lnTo>
                    <a:cubicBezTo>
                      <a:pt x="42631" y="119893"/>
                      <a:pt x="42564" y="120093"/>
                      <a:pt x="42531" y="120260"/>
                    </a:cubicBezTo>
                    <a:cubicBezTo>
                      <a:pt x="42497" y="120427"/>
                      <a:pt x="42464" y="120627"/>
                      <a:pt x="42464" y="120794"/>
                    </a:cubicBezTo>
                    <a:cubicBezTo>
                      <a:pt x="42331" y="121561"/>
                      <a:pt x="42331" y="122261"/>
                      <a:pt x="42364" y="122962"/>
                    </a:cubicBezTo>
                    <a:cubicBezTo>
                      <a:pt x="42397" y="124429"/>
                      <a:pt x="42564" y="125797"/>
                      <a:pt x="42331" y="127131"/>
                    </a:cubicBezTo>
                    <a:cubicBezTo>
                      <a:pt x="42164" y="127799"/>
                      <a:pt x="41964" y="128432"/>
                      <a:pt x="41630" y="128999"/>
                    </a:cubicBezTo>
                    <a:cubicBezTo>
                      <a:pt x="41230" y="129566"/>
                      <a:pt x="40829" y="130067"/>
                      <a:pt x="40329" y="130500"/>
                    </a:cubicBezTo>
                    <a:cubicBezTo>
                      <a:pt x="39328" y="131434"/>
                      <a:pt x="38128" y="132002"/>
                      <a:pt x="36860" y="132268"/>
                    </a:cubicBezTo>
                    <a:cubicBezTo>
                      <a:pt x="36209" y="132368"/>
                      <a:pt x="35567" y="132410"/>
                      <a:pt x="34929" y="132410"/>
                    </a:cubicBezTo>
                    <a:cubicBezTo>
                      <a:pt x="34291" y="132410"/>
                      <a:pt x="33658" y="132368"/>
                      <a:pt x="33024" y="132302"/>
                    </a:cubicBezTo>
                    <a:cubicBezTo>
                      <a:pt x="31790" y="132135"/>
                      <a:pt x="30522" y="131935"/>
                      <a:pt x="29321" y="131768"/>
                    </a:cubicBezTo>
                    <a:cubicBezTo>
                      <a:pt x="28164" y="131616"/>
                      <a:pt x="27090" y="131464"/>
                      <a:pt x="25999" y="131464"/>
                    </a:cubicBezTo>
                    <a:cubicBezTo>
                      <a:pt x="25894" y="131464"/>
                      <a:pt x="25790" y="131465"/>
                      <a:pt x="25685" y="131468"/>
                    </a:cubicBezTo>
                    <a:cubicBezTo>
                      <a:pt x="24484" y="131468"/>
                      <a:pt x="23317" y="131668"/>
                      <a:pt x="22283" y="132102"/>
                    </a:cubicBezTo>
                    <a:cubicBezTo>
                      <a:pt x="21215" y="132569"/>
                      <a:pt x="20281" y="133069"/>
                      <a:pt x="19347" y="133569"/>
                    </a:cubicBezTo>
                    <a:cubicBezTo>
                      <a:pt x="18447" y="134070"/>
                      <a:pt x="17513" y="134570"/>
                      <a:pt x="16646" y="134937"/>
                    </a:cubicBezTo>
                    <a:cubicBezTo>
                      <a:pt x="15712" y="135304"/>
                      <a:pt x="14811" y="135504"/>
                      <a:pt x="13944" y="135504"/>
                    </a:cubicBezTo>
                    <a:cubicBezTo>
                      <a:pt x="13043" y="135504"/>
                      <a:pt x="12209" y="135304"/>
                      <a:pt x="11442" y="135104"/>
                    </a:cubicBezTo>
                    <a:cubicBezTo>
                      <a:pt x="9874" y="134603"/>
                      <a:pt x="8506" y="134003"/>
                      <a:pt x="7272" y="133603"/>
                    </a:cubicBezTo>
                    <a:cubicBezTo>
                      <a:pt x="6177" y="133188"/>
                      <a:pt x="5134" y="132958"/>
                      <a:pt x="4284" y="132958"/>
                    </a:cubicBezTo>
                    <a:cubicBezTo>
                      <a:pt x="4176" y="132958"/>
                      <a:pt x="4071" y="132961"/>
                      <a:pt x="3970" y="132969"/>
                    </a:cubicBezTo>
                    <a:cubicBezTo>
                      <a:pt x="3703" y="133002"/>
                      <a:pt x="3503" y="133002"/>
                      <a:pt x="3303" y="133069"/>
                    </a:cubicBezTo>
                    <a:cubicBezTo>
                      <a:pt x="3103" y="133102"/>
                      <a:pt x="2869" y="133136"/>
                      <a:pt x="2702" y="133169"/>
                    </a:cubicBezTo>
                    <a:cubicBezTo>
                      <a:pt x="2369" y="133302"/>
                      <a:pt x="2102" y="133336"/>
                      <a:pt x="1868" y="133469"/>
                    </a:cubicBezTo>
                    <a:cubicBezTo>
                      <a:pt x="1668" y="133569"/>
                      <a:pt x="1501" y="133636"/>
                      <a:pt x="1368" y="133669"/>
                    </a:cubicBezTo>
                    <a:cubicBezTo>
                      <a:pt x="1235" y="133736"/>
                      <a:pt x="1201" y="133769"/>
                      <a:pt x="1201" y="133769"/>
                    </a:cubicBezTo>
                    <a:cubicBezTo>
                      <a:pt x="968" y="133903"/>
                      <a:pt x="734" y="134003"/>
                      <a:pt x="701" y="134270"/>
                    </a:cubicBezTo>
                    <a:cubicBezTo>
                      <a:pt x="534" y="134403"/>
                      <a:pt x="401" y="134470"/>
                      <a:pt x="301" y="134570"/>
                    </a:cubicBezTo>
                    <a:cubicBezTo>
                      <a:pt x="67" y="134737"/>
                      <a:pt x="0" y="134804"/>
                      <a:pt x="0" y="134837"/>
                    </a:cubicBezTo>
                    <a:cubicBezTo>
                      <a:pt x="0" y="134856"/>
                      <a:pt x="11" y="134864"/>
                      <a:pt x="31" y="134864"/>
                    </a:cubicBezTo>
                    <a:cubicBezTo>
                      <a:pt x="83" y="134864"/>
                      <a:pt x="199" y="134809"/>
                      <a:pt x="367" y="134737"/>
                    </a:cubicBezTo>
                    <a:cubicBezTo>
                      <a:pt x="501" y="134637"/>
                      <a:pt x="667" y="134570"/>
                      <a:pt x="834" y="134470"/>
                    </a:cubicBezTo>
                    <a:cubicBezTo>
                      <a:pt x="1001" y="134337"/>
                      <a:pt x="1201" y="134270"/>
                      <a:pt x="1468" y="134136"/>
                    </a:cubicBezTo>
                    <a:cubicBezTo>
                      <a:pt x="1468" y="134136"/>
                      <a:pt x="1501" y="134103"/>
                      <a:pt x="1635" y="134070"/>
                    </a:cubicBezTo>
                    <a:cubicBezTo>
                      <a:pt x="1735" y="134003"/>
                      <a:pt x="1902" y="133936"/>
                      <a:pt x="2135" y="133836"/>
                    </a:cubicBezTo>
                    <a:cubicBezTo>
                      <a:pt x="2335" y="133736"/>
                      <a:pt x="2636" y="133669"/>
                      <a:pt x="2969" y="133569"/>
                    </a:cubicBezTo>
                    <a:cubicBezTo>
                      <a:pt x="3136" y="133503"/>
                      <a:pt x="3303" y="133469"/>
                      <a:pt x="3503" y="133436"/>
                    </a:cubicBezTo>
                    <a:cubicBezTo>
                      <a:pt x="3703" y="133403"/>
                      <a:pt x="3903" y="133403"/>
                      <a:pt x="4137" y="133336"/>
                    </a:cubicBezTo>
                    <a:cubicBezTo>
                      <a:pt x="4235" y="133328"/>
                      <a:pt x="4336" y="133325"/>
                      <a:pt x="4441" y="133325"/>
                    </a:cubicBezTo>
                    <a:cubicBezTo>
                      <a:pt x="5262" y="133325"/>
                      <a:pt x="6274" y="133552"/>
                      <a:pt x="7339" y="133936"/>
                    </a:cubicBezTo>
                    <a:cubicBezTo>
                      <a:pt x="8573" y="134337"/>
                      <a:pt x="9974" y="134937"/>
                      <a:pt x="11542" y="135437"/>
                    </a:cubicBezTo>
                    <a:cubicBezTo>
                      <a:pt x="12342" y="135637"/>
                      <a:pt x="13210" y="135838"/>
                      <a:pt x="14144" y="135838"/>
                    </a:cubicBezTo>
                    <a:cubicBezTo>
                      <a:pt x="15044" y="135838"/>
                      <a:pt x="16012" y="135637"/>
                      <a:pt x="16912" y="135271"/>
                    </a:cubicBezTo>
                    <a:cubicBezTo>
                      <a:pt x="17846" y="134904"/>
                      <a:pt x="18714" y="134403"/>
                      <a:pt x="19648" y="133903"/>
                    </a:cubicBezTo>
                    <a:cubicBezTo>
                      <a:pt x="20582" y="133403"/>
                      <a:pt x="21549" y="132902"/>
                      <a:pt x="22550" y="132469"/>
                    </a:cubicBezTo>
                    <a:cubicBezTo>
                      <a:pt x="23550" y="132102"/>
                      <a:pt x="24685" y="131901"/>
                      <a:pt x="25852" y="131901"/>
                    </a:cubicBezTo>
                    <a:cubicBezTo>
                      <a:pt x="26986" y="131901"/>
                      <a:pt x="28187" y="132002"/>
                      <a:pt x="29388" y="132168"/>
                    </a:cubicBezTo>
                    <a:cubicBezTo>
                      <a:pt x="30589" y="132335"/>
                      <a:pt x="31823" y="132602"/>
                      <a:pt x="33091" y="132735"/>
                    </a:cubicBezTo>
                    <a:cubicBezTo>
                      <a:pt x="33753" y="132788"/>
                      <a:pt x="34433" y="132840"/>
                      <a:pt x="35122" y="132840"/>
                    </a:cubicBezTo>
                    <a:cubicBezTo>
                      <a:pt x="35752" y="132840"/>
                      <a:pt x="36389" y="132796"/>
                      <a:pt x="37027" y="132669"/>
                    </a:cubicBezTo>
                    <a:cubicBezTo>
                      <a:pt x="38361" y="132435"/>
                      <a:pt x="39662" y="131801"/>
                      <a:pt x="40663" y="130834"/>
                    </a:cubicBezTo>
                    <a:cubicBezTo>
                      <a:pt x="41163" y="130400"/>
                      <a:pt x="41597" y="129833"/>
                      <a:pt x="41997" y="129266"/>
                    </a:cubicBezTo>
                    <a:cubicBezTo>
                      <a:pt x="42364" y="128632"/>
                      <a:pt x="42597" y="127965"/>
                      <a:pt x="42731" y="127265"/>
                    </a:cubicBezTo>
                    <a:cubicBezTo>
                      <a:pt x="42998" y="125830"/>
                      <a:pt x="42831" y="124429"/>
                      <a:pt x="42764" y="122995"/>
                    </a:cubicBezTo>
                    <a:cubicBezTo>
                      <a:pt x="42731" y="122295"/>
                      <a:pt x="42731" y="121594"/>
                      <a:pt x="42864" y="120927"/>
                    </a:cubicBezTo>
                    <a:cubicBezTo>
                      <a:pt x="42864" y="120760"/>
                      <a:pt x="42898" y="120593"/>
                      <a:pt x="42931" y="120427"/>
                    </a:cubicBezTo>
                    <a:cubicBezTo>
                      <a:pt x="42998" y="120260"/>
                      <a:pt x="42998" y="120093"/>
                      <a:pt x="43064" y="119926"/>
                    </a:cubicBezTo>
                    <a:lnTo>
                      <a:pt x="43231" y="119426"/>
                    </a:lnTo>
                    <a:cubicBezTo>
                      <a:pt x="43331" y="119259"/>
                      <a:pt x="43398" y="119126"/>
                      <a:pt x="43498" y="118959"/>
                    </a:cubicBezTo>
                    <a:cubicBezTo>
                      <a:pt x="43865" y="118392"/>
                      <a:pt x="44399" y="117925"/>
                      <a:pt x="44999" y="117558"/>
                    </a:cubicBezTo>
                    <a:cubicBezTo>
                      <a:pt x="45600" y="117158"/>
                      <a:pt x="46267" y="116924"/>
                      <a:pt x="46934" y="116657"/>
                    </a:cubicBezTo>
                    <a:cubicBezTo>
                      <a:pt x="48335" y="116224"/>
                      <a:pt x="49769" y="115823"/>
                      <a:pt x="51070" y="115089"/>
                    </a:cubicBezTo>
                    <a:cubicBezTo>
                      <a:pt x="51204" y="114989"/>
                      <a:pt x="51370" y="114923"/>
                      <a:pt x="51537" y="114789"/>
                    </a:cubicBezTo>
                    <a:lnTo>
                      <a:pt x="52004" y="114456"/>
                    </a:lnTo>
                    <a:cubicBezTo>
                      <a:pt x="52238" y="114222"/>
                      <a:pt x="52538" y="113955"/>
                      <a:pt x="52771" y="113655"/>
                    </a:cubicBezTo>
                    <a:cubicBezTo>
                      <a:pt x="53272" y="113121"/>
                      <a:pt x="53705" y="112454"/>
                      <a:pt x="54006" y="111754"/>
                    </a:cubicBezTo>
                    <a:cubicBezTo>
                      <a:pt x="54272" y="111053"/>
                      <a:pt x="54439" y="110286"/>
                      <a:pt x="54439" y="109552"/>
                    </a:cubicBezTo>
                    <a:cubicBezTo>
                      <a:pt x="54439" y="108752"/>
                      <a:pt x="54406" y="108051"/>
                      <a:pt x="54339" y="107284"/>
                    </a:cubicBezTo>
                    <a:cubicBezTo>
                      <a:pt x="54172" y="105816"/>
                      <a:pt x="53905" y="104382"/>
                      <a:pt x="54106" y="102947"/>
                    </a:cubicBezTo>
                    <a:lnTo>
                      <a:pt x="54272" y="101913"/>
                    </a:lnTo>
                    <a:lnTo>
                      <a:pt x="54573" y="100879"/>
                    </a:lnTo>
                    <a:cubicBezTo>
                      <a:pt x="54673" y="100479"/>
                      <a:pt x="54773" y="100145"/>
                      <a:pt x="54906" y="99812"/>
                    </a:cubicBezTo>
                    <a:cubicBezTo>
                      <a:pt x="55006" y="99478"/>
                      <a:pt x="55173" y="99145"/>
                      <a:pt x="55273" y="98811"/>
                    </a:cubicBezTo>
                    <a:cubicBezTo>
                      <a:pt x="55840" y="97477"/>
                      <a:pt x="56441" y="96143"/>
                      <a:pt x="56741" y="94708"/>
                    </a:cubicBezTo>
                    <a:cubicBezTo>
                      <a:pt x="56841" y="94541"/>
                      <a:pt x="56841" y="94308"/>
                      <a:pt x="56874" y="94141"/>
                    </a:cubicBezTo>
                    <a:lnTo>
                      <a:pt x="56941" y="93607"/>
                    </a:lnTo>
                    <a:lnTo>
                      <a:pt x="57041" y="93074"/>
                    </a:lnTo>
                    <a:lnTo>
                      <a:pt x="57041" y="92540"/>
                    </a:lnTo>
                    <a:lnTo>
                      <a:pt x="57074" y="91439"/>
                    </a:lnTo>
                    <a:cubicBezTo>
                      <a:pt x="57074" y="91072"/>
                      <a:pt x="57041" y="90739"/>
                      <a:pt x="57041" y="90372"/>
                    </a:cubicBezTo>
                    <a:cubicBezTo>
                      <a:pt x="56874" y="87536"/>
                      <a:pt x="56274" y="84768"/>
                      <a:pt x="56774" y="82099"/>
                    </a:cubicBezTo>
                    <a:cubicBezTo>
                      <a:pt x="57375" y="79464"/>
                      <a:pt x="57775" y="76729"/>
                      <a:pt x="57174" y="74127"/>
                    </a:cubicBezTo>
                    <a:cubicBezTo>
                      <a:pt x="57008" y="73560"/>
                      <a:pt x="56774" y="72959"/>
                      <a:pt x="56441" y="72426"/>
                    </a:cubicBezTo>
                    <a:cubicBezTo>
                      <a:pt x="56174" y="71892"/>
                      <a:pt x="55607" y="71392"/>
                      <a:pt x="55006" y="71191"/>
                    </a:cubicBezTo>
                    <a:cubicBezTo>
                      <a:pt x="54364" y="70916"/>
                      <a:pt x="53650" y="70792"/>
                      <a:pt x="52938" y="70792"/>
                    </a:cubicBezTo>
                    <a:cubicBezTo>
                      <a:pt x="52357" y="70792"/>
                      <a:pt x="51777" y="70875"/>
                      <a:pt x="51237" y="71025"/>
                    </a:cubicBezTo>
                    <a:cubicBezTo>
                      <a:pt x="50603" y="71125"/>
                      <a:pt x="50036" y="71358"/>
                      <a:pt x="49436" y="71458"/>
                    </a:cubicBezTo>
                    <a:cubicBezTo>
                      <a:pt x="49058" y="71547"/>
                      <a:pt x="48650" y="71621"/>
                      <a:pt x="48262" y="71621"/>
                    </a:cubicBezTo>
                    <a:cubicBezTo>
                      <a:pt x="48068" y="71621"/>
                      <a:pt x="47879" y="71603"/>
                      <a:pt x="47701" y="71558"/>
                    </a:cubicBezTo>
                    <a:cubicBezTo>
                      <a:pt x="47534" y="71558"/>
                      <a:pt x="47401" y="71458"/>
                      <a:pt x="47267" y="71425"/>
                    </a:cubicBezTo>
                    <a:cubicBezTo>
                      <a:pt x="47167" y="71392"/>
                      <a:pt x="47034" y="71358"/>
                      <a:pt x="46900" y="71258"/>
                    </a:cubicBezTo>
                    <a:lnTo>
                      <a:pt x="46534" y="71058"/>
                    </a:lnTo>
                    <a:cubicBezTo>
                      <a:pt x="46400" y="70958"/>
                      <a:pt x="46333" y="70858"/>
                      <a:pt x="46200" y="70758"/>
                    </a:cubicBezTo>
                    <a:cubicBezTo>
                      <a:pt x="45933" y="70591"/>
                      <a:pt x="45766" y="70357"/>
                      <a:pt x="45566" y="70124"/>
                    </a:cubicBezTo>
                    <a:cubicBezTo>
                      <a:pt x="45366" y="69924"/>
                      <a:pt x="45166" y="69690"/>
                      <a:pt x="45099" y="69457"/>
                    </a:cubicBezTo>
                    <a:cubicBezTo>
                      <a:pt x="44932" y="69023"/>
                      <a:pt x="45433" y="68589"/>
                      <a:pt x="45933" y="68256"/>
                    </a:cubicBezTo>
                    <a:cubicBezTo>
                      <a:pt x="46433" y="67922"/>
                      <a:pt x="47001" y="67689"/>
                      <a:pt x="47534" y="67389"/>
                    </a:cubicBezTo>
                    <a:cubicBezTo>
                      <a:pt x="48602" y="66788"/>
                      <a:pt x="49736" y="66254"/>
                      <a:pt x="50737" y="65554"/>
                    </a:cubicBezTo>
                    <a:cubicBezTo>
                      <a:pt x="51737" y="64887"/>
                      <a:pt x="52671" y="64053"/>
                      <a:pt x="53372" y="63086"/>
                    </a:cubicBezTo>
                    <a:cubicBezTo>
                      <a:pt x="54072" y="62118"/>
                      <a:pt x="54573" y="61017"/>
                      <a:pt x="54773" y="59883"/>
                    </a:cubicBezTo>
                    <a:cubicBezTo>
                      <a:pt x="54873" y="59616"/>
                      <a:pt x="54873" y="59350"/>
                      <a:pt x="54906" y="59049"/>
                    </a:cubicBezTo>
                    <a:cubicBezTo>
                      <a:pt x="54940" y="58782"/>
                      <a:pt x="54940" y="58516"/>
                      <a:pt x="54940" y="58215"/>
                    </a:cubicBezTo>
                    <a:cubicBezTo>
                      <a:pt x="54940" y="57915"/>
                      <a:pt x="54906" y="57682"/>
                      <a:pt x="54906" y="57381"/>
                    </a:cubicBezTo>
                    <a:cubicBezTo>
                      <a:pt x="54873" y="57081"/>
                      <a:pt x="54873" y="56781"/>
                      <a:pt x="54839" y="56548"/>
                    </a:cubicBezTo>
                    <a:cubicBezTo>
                      <a:pt x="54673" y="55447"/>
                      <a:pt x="54272" y="54446"/>
                      <a:pt x="53872" y="53545"/>
                    </a:cubicBezTo>
                    <a:cubicBezTo>
                      <a:pt x="53438" y="52678"/>
                      <a:pt x="53038" y="51777"/>
                      <a:pt x="52838" y="50910"/>
                    </a:cubicBezTo>
                    <a:cubicBezTo>
                      <a:pt x="52738" y="50677"/>
                      <a:pt x="52738" y="50443"/>
                      <a:pt x="52705" y="50243"/>
                    </a:cubicBezTo>
                    <a:lnTo>
                      <a:pt x="52571" y="49609"/>
                    </a:lnTo>
                    <a:lnTo>
                      <a:pt x="52571" y="49009"/>
                    </a:lnTo>
                    <a:cubicBezTo>
                      <a:pt x="52605" y="48775"/>
                      <a:pt x="52605" y="48609"/>
                      <a:pt x="52671" y="48408"/>
                    </a:cubicBezTo>
                    <a:cubicBezTo>
                      <a:pt x="52838" y="47608"/>
                      <a:pt x="53238" y="47007"/>
                      <a:pt x="53739" y="46507"/>
                    </a:cubicBezTo>
                    <a:cubicBezTo>
                      <a:pt x="54239" y="46007"/>
                      <a:pt x="54739" y="45540"/>
                      <a:pt x="55206" y="45106"/>
                    </a:cubicBezTo>
                    <a:cubicBezTo>
                      <a:pt x="55673" y="44672"/>
                      <a:pt x="56040" y="44239"/>
                      <a:pt x="56341" y="43838"/>
                    </a:cubicBezTo>
                    <a:cubicBezTo>
                      <a:pt x="56474" y="43605"/>
                      <a:pt x="56574" y="43438"/>
                      <a:pt x="56707" y="43238"/>
                    </a:cubicBezTo>
                    <a:cubicBezTo>
                      <a:pt x="56841" y="43038"/>
                      <a:pt x="56908" y="42871"/>
                      <a:pt x="57008" y="42704"/>
                    </a:cubicBezTo>
                    <a:cubicBezTo>
                      <a:pt x="57141" y="42404"/>
                      <a:pt x="57241" y="42171"/>
                      <a:pt x="57375" y="41870"/>
                    </a:cubicBezTo>
                    <a:cubicBezTo>
                      <a:pt x="57441" y="41570"/>
                      <a:pt x="57575" y="41270"/>
                      <a:pt x="57608" y="41003"/>
                    </a:cubicBezTo>
                    <a:cubicBezTo>
                      <a:pt x="57742" y="40403"/>
                      <a:pt x="57842" y="39836"/>
                      <a:pt x="58108" y="39369"/>
                    </a:cubicBezTo>
                    <a:lnTo>
                      <a:pt x="58209" y="39202"/>
                    </a:lnTo>
                    <a:lnTo>
                      <a:pt x="58342" y="39035"/>
                    </a:lnTo>
                    <a:lnTo>
                      <a:pt x="58575" y="38701"/>
                    </a:lnTo>
                    <a:cubicBezTo>
                      <a:pt x="58742" y="38501"/>
                      <a:pt x="58942" y="38335"/>
                      <a:pt x="59176" y="38101"/>
                    </a:cubicBezTo>
                    <a:cubicBezTo>
                      <a:pt x="59376" y="37901"/>
                      <a:pt x="59610" y="37767"/>
                      <a:pt x="59843" y="37601"/>
                    </a:cubicBezTo>
                    <a:cubicBezTo>
                      <a:pt x="60077" y="37434"/>
                      <a:pt x="60277" y="37334"/>
                      <a:pt x="60544" y="37200"/>
                    </a:cubicBezTo>
                    <a:cubicBezTo>
                      <a:pt x="61511" y="36700"/>
                      <a:pt x="62545" y="36366"/>
                      <a:pt x="63579" y="36100"/>
                    </a:cubicBezTo>
                    <a:lnTo>
                      <a:pt x="63946" y="36033"/>
                    </a:lnTo>
                    <a:lnTo>
                      <a:pt x="64046" y="35999"/>
                    </a:lnTo>
                    <a:lnTo>
                      <a:pt x="64179" y="35999"/>
                    </a:lnTo>
                    <a:lnTo>
                      <a:pt x="64380" y="35933"/>
                    </a:lnTo>
                    <a:cubicBezTo>
                      <a:pt x="64613" y="35866"/>
                      <a:pt x="64880" y="35833"/>
                      <a:pt x="65113" y="35733"/>
                    </a:cubicBezTo>
                    <a:cubicBezTo>
                      <a:pt x="65614" y="35566"/>
                      <a:pt x="66114" y="35432"/>
                      <a:pt x="66615" y="35332"/>
                    </a:cubicBezTo>
                    <a:cubicBezTo>
                      <a:pt x="68616" y="34832"/>
                      <a:pt x="70584" y="34232"/>
                      <a:pt x="72285" y="33364"/>
                    </a:cubicBezTo>
                    <a:cubicBezTo>
                      <a:pt x="74053" y="32564"/>
                      <a:pt x="75754" y="31696"/>
                      <a:pt x="77055" y="30429"/>
                    </a:cubicBezTo>
                    <a:cubicBezTo>
                      <a:pt x="78356" y="29161"/>
                      <a:pt x="79190" y="27560"/>
                      <a:pt x="79524" y="25926"/>
                    </a:cubicBezTo>
                    <a:cubicBezTo>
                      <a:pt x="79791" y="24258"/>
                      <a:pt x="79457" y="22723"/>
                      <a:pt x="79424" y="21256"/>
                    </a:cubicBezTo>
                    <a:cubicBezTo>
                      <a:pt x="79390" y="20555"/>
                      <a:pt x="79424" y="19855"/>
                      <a:pt x="79590" y="19187"/>
                    </a:cubicBezTo>
                    <a:cubicBezTo>
                      <a:pt x="79757" y="18520"/>
                      <a:pt x="80091" y="17987"/>
                      <a:pt x="80458" y="17420"/>
                    </a:cubicBezTo>
                    <a:cubicBezTo>
                      <a:pt x="81225" y="16385"/>
                      <a:pt x="82192" y="15552"/>
                      <a:pt x="83060" y="14751"/>
                    </a:cubicBezTo>
                    <a:cubicBezTo>
                      <a:pt x="83460" y="14384"/>
                      <a:pt x="83894" y="13984"/>
                      <a:pt x="84227" y="13517"/>
                    </a:cubicBezTo>
                    <a:cubicBezTo>
                      <a:pt x="84561" y="13050"/>
                      <a:pt x="84794" y="12583"/>
                      <a:pt x="85028" y="12082"/>
                    </a:cubicBezTo>
                    <a:cubicBezTo>
                      <a:pt x="85094" y="11849"/>
                      <a:pt x="85161" y="11582"/>
                      <a:pt x="85228" y="11349"/>
                    </a:cubicBezTo>
                    <a:cubicBezTo>
                      <a:pt x="85261" y="11148"/>
                      <a:pt x="85328" y="10882"/>
                      <a:pt x="85361" y="10648"/>
                    </a:cubicBezTo>
                    <a:cubicBezTo>
                      <a:pt x="85395" y="10381"/>
                      <a:pt x="85395" y="10181"/>
                      <a:pt x="85428" y="9914"/>
                    </a:cubicBezTo>
                    <a:cubicBezTo>
                      <a:pt x="85395" y="9714"/>
                      <a:pt x="85395" y="9481"/>
                      <a:pt x="85395" y="9247"/>
                    </a:cubicBezTo>
                    <a:cubicBezTo>
                      <a:pt x="85295" y="8346"/>
                      <a:pt x="85161" y="7546"/>
                      <a:pt x="85028" y="6845"/>
                    </a:cubicBezTo>
                    <a:cubicBezTo>
                      <a:pt x="84894" y="6145"/>
                      <a:pt x="84761" y="5511"/>
                      <a:pt x="84694" y="4911"/>
                    </a:cubicBezTo>
                    <a:cubicBezTo>
                      <a:pt x="84527" y="3743"/>
                      <a:pt x="84594" y="2876"/>
                      <a:pt x="84727" y="2342"/>
                    </a:cubicBezTo>
                    <a:cubicBezTo>
                      <a:pt x="84761" y="2175"/>
                      <a:pt x="84761" y="2075"/>
                      <a:pt x="84794" y="1975"/>
                    </a:cubicBezTo>
                    <a:cubicBezTo>
                      <a:pt x="84861" y="1875"/>
                      <a:pt x="84861" y="1808"/>
                      <a:pt x="84894" y="1708"/>
                    </a:cubicBezTo>
                    <a:cubicBezTo>
                      <a:pt x="84928" y="1575"/>
                      <a:pt x="84961" y="1508"/>
                      <a:pt x="84961" y="1508"/>
                    </a:cubicBezTo>
                    <a:cubicBezTo>
                      <a:pt x="85128" y="1008"/>
                      <a:pt x="85295" y="674"/>
                      <a:pt x="85428" y="407"/>
                    </a:cubicBezTo>
                    <a:cubicBezTo>
                      <a:pt x="85528" y="174"/>
                      <a:pt x="85595" y="40"/>
                      <a:pt x="85561" y="7"/>
                    </a:cubicBezTo>
                    <a:cubicBezTo>
                      <a:pt x="85557" y="3"/>
                      <a:pt x="85552" y="1"/>
                      <a:pt x="855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33" name="Google Shape;3733;p30"/>
              <p:cNvSpPr/>
              <p:nvPr/>
            </p:nvSpPr>
            <p:spPr>
              <a:xfrm>
                <a:off x="217240" y="2600833"/>
                <a:ext cx="520378" cy="286267"/>
              </a:xfrm>
              <a:custGeom>
                <a:avLst/>
                <a:gdLst/>
                <a:ahLst/>
                <a:cxnLst/>
                <a:rect l="l" t="t" r="r" b="b"/>
                <a:pathLst>
                  <a:path w="21521" h="11839" extrusionOk="0">
                    <a:moveTo>
                      <a:pt x="7674" y="0"/>
                    </a:moveTo>
                    <a:cubicBezTo>
                      <a:pt x="7235" y="0"/>
                      <a:pt x="6877" y="191"/>
                      <a:pt x="6543" y="358"/>
                    </a:cubicBezTo>
                    <a:cubicBezTo>
                      <a:pt x="6176" y="558"/>
                      <a:pt x="5842" y="858"/>
                      <a:pt x="5509" y="1092"/>
                    </a:cubicBezTo>
                    <a:lnTo>
                      <a:pt x="5275" y="1325"/>
                    </a:lnTo>
                    <a:lnTo>
                      <a:pt x="5142" y="1425"/>
                    </a:lnTo>
                    <a:lnTo>
                      <a:pt x="5009" y="1559"/>
                    </a:lnTo>
                    <a:lnTo>
                      <a:pt x="4642" y="2059"/>
                    </a:lnTo>
                    <a:cubicBezTo>
                      <a:pt x="4441" y="2359"/>
                      <a:pt x="4175" y="2693"/>
                      <a:pt x="3974" y="2993"/>
                    </a:cubicBezTo>
                    <a:cubicBezTo>
                      <a:pt x="3541" y="3594"/>
                      <a:pt x="3107" y="4161"/>
                      <a:pt x="2674" y="4561"/>
                    </a:cubicBezTo>
                    <a:cubicBezTo>
                      <a:pt x="2273" y="4995"/>
                      <a:pt x="1806" y="5328"/>
                      <a:pt x="1439" y="5362"/>
                    </a:cubicBezTo>
                    <a:cubicBezTo>
                      <a:pt x="1413" y="5364"/>
                      <a:pt x="1388" y="5365"/>
                      <a:pt x="1363" y="5365"/>
                    </a:cubicBezTo>
                    <a:cubicBezTo>
                      <a:pt x="1009" y="5365"/>
                      <a:pt x="795" y="5151"/>
                      <a:pt x="639" y="4995"/>
                    </a:cubicBezTo>
                    <a:cubicBezTo>
                      <a:pt x="505" y="4828"/>
                      <a:pt x="439" y="4694"/>
                      <a:pt x="439" y="4694"/>
                    </a:cubicBezTo>
                    <a:cubicBezTo>
                      <a:pt x="376" y="4595"/>
                      <a:pt x="290" y="4551"/>
                      <a:pt x="216" y="4551"/>
                    </a:cubicBezTo>
                    <a:cubicBezTo>
                      <a:pt x="92" y="4551"/>
                      <a:pt x="1" y="4673"/>
                      <a:pt x="105" y="4861"/>
                    </a:cubicBezTo>
                    <a:cubicBezTo>
                      <a:pt x="105" y="4861"/>
                      <a:pt x="172" y="5028"/>
                      <a:pt x="339" y="5228"/>
                    </a:cubicBezTo>
                    <a:cubicBezTo>
                      <a:pt x="472" y="5362"/>
                      <a:pt x="539" y="5495"/>
                      <a:pt x="772" y="5595"/>
                    </a:cubicBezTo>
                    <a:cubicBezTo>
                      <a:pt x="876" y="5699"/>
                      <a:pt x="1062" y="5783"/>
                      <a:pt x="1281" y="5783"/>
                    </a:cubicBezTo>
                    <a:cubicBezTo>
                      <a:pt x="1343" y="5783"/>
                      <a:pt x="1407" y="5776"/>
                      <a:pt x="1473" y="5762"/>
                    </a:cubicBezTo>
                    <a:cubicBezTo>
                      <a:pt x="2006" y="5695"/>
                      <a:pt x="2507" y="5295"/>
                      <a:pt x="3007" y="4895"/>
                    </a:cubicBezTo>
                    <a:cubicBezTo>
                      <a:pt x="3507" y="4428"/>
                      <a:pt x="3974" y="3894"/>
                      <a:pt x="4408" y="3293"/>
                    </a:cubicBezTo>
                    <a:cubicBezTo>
                      <a:pt x="4675" y="3027"/>
                      <a:pt x="4875" y="2726"/>
                      <a:pt x="5142" y="2393"/>
                    </a:cubicBezTo>
                    <a:cubicBezTo>
                      <a:pt x="5242" y="2226"/>
                      <a:pt x="5375" y="2059"/>
                      <a:pt x="5509" y="1926"/>
                    </a:cubicBezTo>
                    <a:lnTo>
                      <a:pt x="5576" y="1859"/>
                    </a:lnTo>
                    <a:lnTo>
                      <a:pt x="5709" y="1759"/>
                    </a:lnTo>
                    <a:lnTo>
                      <a:pt x="5909" y="1592"/>
                    </a:lnTo>
                    <a:cubicBezTo>
                      <a:pt x="6209" y="1359"/>
                      <a:pt x="6543" y="1092"/>
                      <a:pt x="6877" y="925"/>
                    </a:cubicBezTo>
                    <a:cubicBezTo>
                      <a:pt x="7167" y="780"/>
                      <a:pt x="7483" y="685"/>
                      <a:pt x="7758" y="685"/>
                    </a:cubicBezTo>
                    <a:cubicBezTo>
                      <a:pt x="7799" y="685"/>
                      <a:pt x="7838" y="687"/>
                      <a:pt x="7877" y="692"/>
                    </a:cubicBezTo>
                    <a:cubicBezTo>
                      <a:pt x="8177" y="725"/>
                      <a:pt x="8478" y="925"/>
                      <a:pt x="8678" y="1225"/>
                    </a:cubicBezTo>
                    <a:cubicBezTo>
                      <a:pt x="8878" y="1525"/>
                      <a:pt x="9078" y="1892"/>
                      <a:pt x="9245" y="2226"/>
                    </a:cubicBezTo>
                    <a:cubicBezTo>
                      <a:pt x="9578" y="2926"/>
                      <a:pt x="9912" y="3660"/>
                      <a:pt x="10412" y="4261"/>
                    </a:cubicBezTo>
                    <a:cubicBezTo>
                      <a:pt x="10879" y="4861"/>
                      <a:pt x="11580" y="5428"/>
                      <a:pt x="12481" y="5695"/>
                    </a:cubicBezTo>
                    <a:cubicBezTo>
                      <a:pt x="12811" y="5788"/>
                      <a:pt x="13152" y="5817"/>
                      <a:pt x="13493" y="5817"/>
                    </a:cubicBezTo>
                    <a:cubicBezTo>
                      <a:pt x="14013" y="5817"/>
                      <a:pt x="14532" y="5749"/>
                      <a:pt x="15016" y="5728"/>
                    </a:cubicBezTo>
                    <a:cubicBezTo>
                      <a:pt x="15383" y="5728"/>
                      <a:pt x="15750" y="5728"/>
                      <a:pt x="16050" y="5895"/>
                    </a:cubicBezTo>
                    <a:cubicBezTo>
                      <a:pt x="16350" y="6062"/>
                      <a:pt x="16550" y="6362"/>
                      <a:pt x="16717" y="6696"/>
                    </a:cubicBezTo>
                    <a:cubicBezTo>
                      <a:pt x="17017" y="7363"/>
                      <a:pt x="17084" y="8130"/>
                      <a:pt x="17317" y="8897"/>
                    </a:cubicBezTo>
                    <a:cubicBezTo>
                      <a:pt x="17517" y="9665"/>
                      <a:pt x="17718" y="10365"/>
                      <a:pt x="18151" y="10899"/>
                    </a:cubicBezTo>
                    <a:cubicBezTo>
                      <a:pt x="18318" y="11199"/>
                      <a:pt x="18585" y="11399"/>
                      <a:pt x="18852" y="11566"/>
                    </a:cubicBezTo>
                    <a:cubicBezTo>
                      <a:pt x="19152" y="11733"/>
                      <a:pt x="19419" y="11833"/>
                      <a:pt x="19686" y="11833"/>
                    </a:cubicBezTo>
                    <a:cubicBezTo>
                      <a:pt x="19743" y="11836"/>
                      <a:pt x="19799" y="11838"/>
                      <a:pt x="19853" y="11838"/>
                    </a:cubicBezTo>
                    <a:cubicBezTo>
                      <a:pt x="20298" y="11838"/>
                      <a:pt x="20615" y="11726"/>
                      <a:pt x="20853" y="11666"/>
                    </a:cubicBezTo>
                    <a:cubicBezTo>
                      <a:pt x="20987" y="11599"/>
                      <a:pt x="21053" y="11566"/>
                      <a:pt x="21153" y="11533"/>
                    </a:cubicBezTo>
                    <a:cubicBezTo>
                      <a:pt x="21187" y="11499"/>
                      <a:pt x="21220" y="11499"/>
                      <a:pt x="21220" y="11499"/>
                    </a:cubicBezTo>
                    <a:cubicBezTo>
                      <a:pt x="21520" y="11366"/>
                      <a:pt x="21387" y="11066"/>
                      <a:pt x="21020" y="11066"/>
                    </a:cubicBezTo>
                    <a:cubicBezTo>
                      <a:pt x="21020" y="11066"/>
                      <a:pt x="20987" y="11066"/>
                      <a:pt x="20953" y="11099"/>
                    </a:cubicBezTo>
                    <a:cubicBezTo>
                      <a:pt x="20853" y="11099"/>
                      <a:pt x="20786" y="11166"/>
                      <a:pt x="20653" y="11199"/>
                    </a:cubicBezTo>
                    <a:cubicBezTo>
                      <a:pt x="20501" y="11224"/>
                      <a:pt x="20234" y="11288"/>
                      <a:pt x="19938" y="11288"/>
                    </a:cubicBezTo>
                    <a:cubicBezTo>
                      <a:pt x="19845" y="11288"/>
                      <a:pt x="19749" y="11282"/>
                      <a:pt x="19652" y="11266"/>
                    </a:cubicBezTo>
                    <a:cubicBezTo>
                      <a:pt x="19452" y="11266"/>
                      <a:pt x="19219" y="11199"/>
                      <a:pt x="19019" y="11066"/>
                    </a:cubicBezTo>
                    <a:cubicBezTo>
                      <a:pt x="18852" y="10932"/>
                      <a:pt x="18652" y="10765"/>
                      <a:pt x="18485" y="10532"/>
                    </a:cubicBezTo>
                    <a:cubicBezTo>
                      <a:pt x="18185" y="10065"/>
                      <a:pt x="17984" y="9398"/>
                      <a:pt x="17818" y="8697"/>
                    </a:cubicBezTo>
                    <a:cubicBezTo>
                      <a:pt x="17651" y="7997"/>
                      <a:pt x="17618" y="7196"/>
                      <a:pt x="17217" y="6362"/>
                    </a:cubicBezTo>
                    <a:cubicBezTo>
                      <a:pt x="17050" y="5929"/>
                      <a:pt x="16817" y="5528"/>
                      <a:pt x="16350" y="5261"/>
                    </a:cubicBezTo>
                    <a:cubicBezTo>
                      <a:pt x="15883" y="5028"/>
                      <a:pt x="15383" y="5028"/>
                      <a:pt x="14982" y="5028"/>
                    </a:cubicBezTo>
                    <a:cubicBezTo>
                      <a:pt x="14469" y="5048"/>
                      <a:pt x="13991" y="5102"/>
                      <a:pt x="13541" y="5102"/>
                    </a:cubicBezTo>
                    <a:cubicBezTo>
                      <a:pt x="13231" y="5102"/>
                      <a:pt x="12933" y="5076"/>
                      <a:pt x="12647" y="4995"/>
                    </a:cubicBezTo>
                    <a:cubicBezTo>
                      <a:pt x="11947" y="4761"/>
                      <a:pt x="11380" y="4327"/>
                      <a:pt x="10979" y="3760"/>
                    </a:cubicBezTo>
                    <a:cubicBezTo>
                      <a:pt x="10546" y="3260"/>
                      <a:pt x="10212" y="2560"/>
                      <a:pt x="9845" y="1859"/>
                    </a:cubicBezTo>
                    <a:cubicBezTo>
                      <a:pt x="9679" y="1525"/>
                      <a:pt x="9478" y="1159"/>
                      <a:pt x="9178" y="758"/>
                    </a:cubicBezTo>
                    <a:cubicBezTo>
                      <a:pt x="8878" y="425"/>
                      <a:pt x="8478" y="58"/>
                      <a:pt x="7944" y="24"/>
                    </a:cubicBezTo>
                    <a:cubicBezTo>
                      <a:pt x="7850" y="8"/>
                      <a:pt x="7760" y="0"/>
                      <a:pt x="76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34" name="Google Shape;3734;p30"/>
              <p:cNvSpPr/>
              <p:nvPr/>
            </p:nvSpPr>
            <p:spPr>
              <a:xfrm>
                <a:off x="222149" y="1610009"/>
                <a:ext cx="400929" cy="193730"/>
              </a:xfrm>
              <a:custGeom>
                <a:avLst/>
                <a:gdLst/>
                <a:ahLst/>
                <a:cxnLst/>
                <a:rect l="l" t="t" r="r" b="b"/>
                <a:pathLst>
                  <a:path w="16581" h="8012" extrusionOk="0">
                    <a:moveTo>
                      <a:pt x="7143" y="0"/>
                    </a:moveTo>
                    <a:cubicBezTo>
                      <a:pt x="7008" y="0"/>
                      <a:pt x="6874" y="12"/>
                      <a:pt x="6740" y="39"/>
                    </a:cubicBezTo>
                    <a:cubicBezTo>
                      <a:pt x="6073" y="205"/>
                      <a:pt x="5506" y="572"/>
                      <a:pt x="5072" y="1006"/>
                    </a:cubicBezTo>
                    <a:cubicBezTo>
                      <a:pt x="4172" y="1840"/>
                      <a:pt x="3571" y="2807"/>
                      <a:pt x="2938" y="3474"/>
                    </a:cubicBezTo>
                    <a:cubicBezTo>
                      <a:pt x="2604" y="3808"/>
                      <a:pt x="2304" y="4075"/>
                      <a:pt x="1970" y="4208"/>
                    </a:cubicBezTo>
                    <a:cubicBezTo>
                      <a:pt x="1791" y="4280"/>
                      <a:pt x="1622" y="4313"/>
                      <a:pt x="1468" y="4313"/>
                    </a:cubicBezTo>
                    <a:cubicBezTo>
                      <a:pt x="1334" y="4313"/>
                      <a:pt x="1211" y="4288"/>
                      <a:pt x="1103" y="4242"/>
                    </a:cubicBezTo>
                    <a:cubicBezTo>
                      <a:pt x="603" y="4075"/>
                      <a:pt x="402" y="3841"/>
                      <a:pt x="402" y="3841"/>
                    </a:cubicBezTo>
                    <a:cubicBezTo>
                      <a:pt x="371" y="3816"/>
                      <a:pt x="336" y="3805"/>
                      <a:pt x="301" y="3805"/>
                    </a:cubicBezTo>
                    <a:cubicBezTo>
                      <a:pt x="150" y="3805"/>
                      <a:pt x="0" y="4006"/>
                      <a:pt x="136" y="4142"/>
                    </a:cubicBezTo>
                    <a:cubicBezTo>
                      <a:pt x="138" y="4136"/>
                      <a:pt x="142" y="4133"/>
                      <a:pt x="148" y="4133"/>
                    </a:cubicBezTo>
                    <a:cubicBezTo>
                      <a:pt x="202" y="4133"/>
                      <a:pt x="391" y="4432"/>
                      <a:pt x="969" y="4675"/>
                    </a:cubicBezTo>
                    <a:cubicBezTo>
                      <a:pt x="1128" y="4746"/>
                      <a:pt x="1333" y="4788"/>
                      <a:pt x="1550" y="4788"/>
                    </a:cubicBezTo>
                    <a:cubicBezTo>
                      <a:pt x="1744" y="4788"/>
                      <a:pt x="1948" y="4754"/>
                      <a:pt x="2137" y="4675"/>
                    </a:cubicBezTo>
                    <a:cubicBezTo>
                      <a:pt x="2571" y="4509"/>
                      <a:pt x="2971" y="4175"/>
                      <a:pt x="3304" y="3841"/>
                    </a:cubicBezTo>
                    <a:cubicBezTo>
                      <a:pt x="4005" y="3141"/>
                      <a:pt x="4639" y="2207"/>
                      <a:pt x="5473" y="1473"/>
                    </a:cubicBezTo>
                    <a:cubicBezTo>
                      <a:pt x="5906" y="1073"/>
                      <a:pt x="6340" y="806"/>
                      <a:pt x="6840" y="706"/>
                    </a:cubicBezTo>
                    <a:cubicBezTo>
                      <a:pt x="6916" y="696"/>
                      <a:pt x="6991" y="691"/>
                      <a:pt x="7067" y="691"/>
                    </a:cubicBezTo>
                    <a:cubicBezTo>
                      <a:pt x="7491" y="691"/>
                      <a:pt x="7912" y="841"/>
                      <a:pt x="8308" y="1039"/>
                    </a:cubicBezTo>
                    <a:lnTo>
                      <a:pt x="8341" y="1073"/>
                    </a:lnTo>
                    <a:cubicBezTo>
                      <a:pt x="8441" y="1139"/>
                      <a:pt x="8575" y="1173"/>
                      <a:pt x="8642" y="1306"/>
                    </a:cubicBezTo>
                    <a:cubicBezTo>
                      <a:pt x="8742" y="1406"/>
                      <a:pt x="8808" y="1640"/>
                      <a:pt x="8908" y="1840"/>
                    </a:cubicBezTo>
                    <a:cubicBezTo>
                      <a:pt x="9075" y="2307"/>
                      <a:pt x="9109" y="2907"/>
                      <a:pt x="9442" y="3575"/>
                    </a:cubicBezTo>
                    <a:cubicBezTo>
                      <a:pt x="9576" y="3741"/>
                      <a:pt x="9676" y="3875"/>
                      <a:pt x="9809" y="4008"/>
                    </a:cubicBezTo>
                    <a:cubicBezTo>
                      <a:pt x="9842" y="4042"/>
                      <a:pt x="9943" y="4142"/>
                      <a:pt x="10009" y="4175"/>
                    </a:cubicBezTo>
                    <a:cubicBezTo>
                      <a:pt x="10109" y="4275"/>
                      <a:pt x="10176" y="4308"/>
                      <a:pt x="10276" y="4342"/>
                    </a:cubicBezTo>
                    <a:cubicBezTo>
                      <a:pt x="10532" y="4481"/>
                      <a:pt x="10820" y="4540"/>
                      <a:pt x="11096" y="4540"/>
                    </a:cubicBezTo>
                    <a:cubicBezTo>
                      <a:pt x="11215" y="4540"/>
                      <a:pt x="11332" y="4529"/>
                      <a:pt x="11444" y="4509"/>
                    </a:cubicBezTo>
                    <a:cubicBezTo>
                      <a:pt x="12177" y="4342"/>
                      <a:pt x="12745" y="3975"/>
                      <a:pt x="13245" y="3875"/>
                    </a:cubicBezTo>
                    <a:cubicBezTo>
                      <a:pt x="13286" y="3868"/>
                      <a:pt x="13328" y="3865"/>
                      <a:pt x="13372" y="3865"/>
                    </a:cubicBezTo>
                    <a:cubicBezTo>
                      <a:pt x="13784" y="3865"/>
                      <a:pt x="14280" y="4140"/>
                      <a:pt x="14613" y="4442"/>
                    </a:cubicBezTo>
                    <a:cubicBezTo>
                      <a:pt x="15413" y="5142"/>
                      <a:pt x="15747" y="6110"/>
                      <a:pt x="15947" y="6777"/>
                    </a:cubicBezTo>
                    <a:cubicBezTo>
                      <a:pt x="16080" y="7110"/>
                      <a:pt x="16114" y="7344"/>
                      <a:pt x="16147" y="7544"/>
                    </a:cubicBezTo>
                    <a:cubicBezTo>
                      <a:pt x="16180" y="7711"/>
                      <a:pt x="16180" y="7844"/>
                      <a:pt x="16180" y="7844"/>
                    </a:cubicBezTo>
                    <a:cubicBezTo>
                      <a:pt x="16209" y="7958"/>
                      <a:pt x="16286" y="8011"/>
                      <a:pt x="16365" y="8011"/>
                    </a:cubicBezTo>
                    <a:cubicBezTo>
                      <a:pt x="16471" y="8011"/>
                      <a:pt x="16581" y="7916"/>
                      <a:pt x="16581" y="7744"/>
                    </a:cubicBezTo>
                    <a:cubicBezTo>
                      <a:pt x="16581" y="7744"/>
                      <a:pt x="16581" y="7678"/>
                      <a:pt x="16514" y="7477"/>
                    </a:cubicBezTo>
                    <a:cubicBezTo>
                      <a:pt x="16481" y="7311"/>
                      <a:pt x="16447" y="7010"/>
                      <a:pt x="16347" y="6643"/>
                    </a:cubicBezTo>
                    <a:cubicBezTo>
                      <a:pt x="16280" y="6277"/>
                      <a:pt x="16147" y="5843"/>
                      <a:pt x="15947" y="5376"/>
                    </a:cubicBezTo>
                    <a:cubicBezTo>
                      <a:pt x="15747" y="4909"/>
                      <a:pt x="15446" y="4408"/>
                      <a:pt x="14979" y="4008"/>
                    </a:cubicBezTo>
                    <a:cubicBezTo>
                      <a:pt x="14779" y="3808"/>
                      <a:pt x="14479" y="3575"/>
                      <a:pt x="14179" y="3474"/>
                    </a:cubicBezTo>
                    <a:cubicBezTo>
                      <a:pt x="13946" y="3329"/>
                      <a:pt x="13613" y="3235"/>
                      <a:pt x="13288" y="3235"/>
                    </a:cubicBezTo>
                    <a:cubicBezTo>
                      <a:pt x="13240" y="3235"/>
                      <a:pt x="13192" y="3237"/>
                      <a:pt x="13145" y="3241"/>
                    </a:cubicBezTo>
                    <a:cubicBezTo>
                      <a:pt x="12411" y="3341"/>
                      <a:pt x="11844" y="3741"/>
                      <a:pt x="11310" y="3841"/>
                    </a:cubicBezTo>
                    <a:cubicBezTo>
                      <a:pt x="11239" y="3849"/>
                      <a:pt x="11174" y="3853"/>
                      <a:pt x="11113" y="3853"/>
                    </a:cubicBezTo>
                    <a:cubicBezTo>
                      <a:pt x="10915" y="3853"/>
                      <a:pt x="10763" y="3810"/>
                      <a:pt x="10610" y="3708"/>
                    </a:cubicBezTo>
                    <a:cubicBezTo>
                      <a:pt x="10410" y="3575"/>
                      <a:pt x="10143" y="3374"/>
                      <a:pt x="10076" y="3208"/>
                    </a:cubicBezTo>
                    <a:cubicBezTo>
                      <a:pt x="9842" y="2741"/>
                      <a:pt x="9776" y="2174"/>
                      <a:pt x="9609" y="1573"/>
                    </a:cubicBezTo>
                    <a:cubicBezTo>
                      <a:pt x="9509" y="1340"/>
                      <a:pt x="9409" y="1039"/>
                      <a:pt x="9175" y="806"/>
                    </a:cubicBezTo>
                    <a:cubicBezTo>
                      <a:pt x="9009" y="539"/>
                      <a:pt x="8742" y="472"/>
                      <a:pt x="8608" y="372"/>
                    </a:cubicBezTo>
                    <a:lnTo>
                      <a:pt x="8608" y="372"/>
                    </a:lnTo>
                    <a:lnTo>
                      <a:pt x="8642" y="406"/>
                    </a:lnTo>
                    <a:cubicBezTo>
                      <a:pt x="8215" y="192"/>
                      <a:pt x="7681" y="0"/>
                      <a:pt x="7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35" name="Google Shape;3735;p30"/>
              <p:cNvSpPr/>
              <p:nvPr/>
            </p:nvSpPr>
            <p:spPr>
              <a:xfrm>
                <a:off x="239123" y="2074894"/>
                <a:ext cx="381536" cy="171194"/>
              </a:xfrm>
              <a:custGeom>
                <a:avLst/>
                <a:gdLst/>
                <a:ahLst/>
                <a:cxnLst/>
                <a:rect l="l" t="t" r="r" b="b"/>
                <a:pathLst>
                  <a:path w="15779" h="7080" extrusionOk="0">
                    <a:moveTo>
                      <a:pt x="12544" y="1"/>
                    </a:moveTo>
                    <a:cubicBezTo>
                      <a:pt x="12154" y="1"/>
                      <a:pt x="11762" y="81"/>
                      <a:pt x="11409" y="227"/>
                    </a:cubicBezTo>
                    <a:cubicBezTo>
                      <a:pt x="11275" y="293"/>
                      <a:pt x="11109" y="327"/>
                      <a:pt x="10942" y="427"/>
                    </a:cubicBezTo>
                    <a:cubicBezTo>
                      <a:pt x="10808" y="493"/>
                      <a:pt x="10642" y="594"/>
                      <a:pt x="10508" y="727"/>
                    </a:cubicBezTo>
                    <a:cubicBezTo>
                      <a:pt x="10275" y="960"/>
                      <a:pt x="10008" y="1227"/>
                      <a:pt x="9841" y="1461"/>
                    </a:cubicBezTo>
                    <a:cubicBezTo>
                      <a:pt x="9107" y="2495"/>
                      <a:pt x="8740" y="3729"/>
                      <a:pt x="8106" y="4430"/>
                    </a:cubicBezTo>
                    <a:cubicBezTo>
                      <a:pt x="7940" y="4596"/>
                      <a:pt x="7773" y="4763"/>
                      <a:pt x="7606" y="4797"/>
                    </a:cubicBezTo>
                    <a:cubicBezTo>
                      <a:pt x="7473" y="4830"/>
                      <a:pt x="7406" y="4897"/>
                      <a:pt x="7272" y="4897"/>
                    </a:cubicBezTo>
                    <a:cubicBezTo>
                      <a:pt x="7206" y="4863"/>
                      <a:pt x="7156" y="4863"/>
                      <a:pt x="7106" y="4863"/>
                    </a:cubicBezTo>
                    <a:cubicBezTo>
                      <a:pt x="7056" y="4863"/>
                      <a:pt x="7006" y="4863"/>
                      <a:pt x="6939" y="4830"/>
                    </a:cubicBezTo>
                    <a:cubicBezTo>
                      <a:pt x="6505" y="4763"/>
                      <a:pt x="6072" y="4330"/>
                      <a:pt x="5605" y="3963"/>
                    </a:cubicBezTo>
                    <a:cubicBezTo>
                      <a:pt x="5338" y="3762"/>
                      <a:pt x="5104" y="3562"/>
                      <a:pt x="4804" y="3396"/>
                    </a:cubicBezTo>
                    <a:cubicBezTo>
                      <a:pt x="4671" y="3295"/>
                      <a:pt x="4504" y="3262"/>
                      <a:pt x="4337" y="3162"/>
                    </a:cubicBezTo>
                    <a:cubicBezTo>
                      <a:pt x="4170" y="3129"/>
                      <a:pt x="3970" y="3095"/>
                      <a:pt x="3803" y="3095"/>
                    </a:cubicBezTo>
                    <a:lnTo>
                      <a:pt x="3570" y="3095"/>
                    </a:lnTo>
                    <a:lnTo>
                      <a:pt x="3303" y="3162"/>
                    </a:lnTo>
                    <a:cubicBezTo>
                      <a:pt x="3136" y="3229"/>
                      <a:pt x="3003" y="3295"/>
                      <a:pt x="2836" y="3396"/>
                    </a:cubicBezTo>
                    <a:cubicBezTo>
                      <a:pt x="2669" y="3462"/>
                      <a:pt x="2569" y="3596"/>
                      <a:pt x="2436" y="3662"/>
                    </a:cubicBezTo>
                    <a:cubicBezTo>
                      <a:pt x="2336" y="3796"/>
                      <a:pt x="2236" y="3929"/>
                      <a:pt x="2135" y="4063"/>
                    </a:cubicBezTo>
                    <a:cubicBezTo>
                      <a:pt x="1802" y="4596"/>
                      <a:pt x="1769" y="5130"/>
                      <a:pt x="1635" y="5564"/>
                    </a:cubicBezTo>
                    <a:cubicBezTo>
                      <a:pt x="1568" y="5964"/>
                      <a:pt x="1435" y="6331"/>
                      <a:pt x="1235" y="6498"/>
                    </a:cubicBezTo>
                    <a:cubicBezTo>
                      <a:pt x="1068" y="6665"/>
                      <a:pt x="801" y="6665"/>
                      <a:pt x="634" y="6665"/>
                    </a:cubicBezTo>
                    <a:cubicBezTo>
                      <a:pt x="568" y="6665"/>
                      <a:pt x="468" y="6631"/>
                      <a:pt x="434" y="6631"/>
                    </a:cubicBezTo>
                    <a:lnTo>
                      <a:pt x="334" y="6631"/>
                    </a:lnTo>
                    <a:cubicBezTo>
                      <a:pt x="134" y="6631"/>
                      <a:pt x="1" y="6965"/>
                      <a:pt x="267" y="6998"/>
                    </a:cubicBezTo>
                    <a:lnTo>
                      <a:pt x="334" y="6998"/>
                    </a:lnTo>
                    <a:cubicBezTo>
                      <a:pt x="434" y="6998"/>
                      <a:pt x="468" y="7065"/>
                      <a:pt x="601" y="7065"/>
                    </a:cubicBezTo>
                    <a:cubicBezTo>
                      <a:pt x="645" y="7065"/>
                      <a:pt x="720" y="7080"/>
                      <a:pt x="814" y="7080"/>
                    </a:cubicBezTo>
                    <a:cubicBezTo>
                      <a:pt x="860" y="7080"/>
                      <a:pt x="912" y="7076"/>
                      <a:pt x="968" y="7065"/>
                    </a:cubicBezTo>
                    <a:cubicBezTo>
                      <a:pt x="1068" y="6998"/>
                      <a:pt x="1135" y="6998"/>
                      <a:pt x="1235" y="6965"/>
                    </a:cubicBezTo>
                    <a:cubicBezTo>
                      <a:pt x="1302" y="6931"/>
                      <a:pt x="1402" y="6898"/>
                      <a:pt x="1468" y="6798"/>
                    </a:cubicBezTo>
                    <a:cubicBezTo>
                      <a:pt x="2135" y="6231"/>
                      <a:pt x="2069" y="5097"/>
                      <a:pt x="2569" y="4296"/>
                    </a:cubicBezTo>
                    <a:cubicBezTo>
                      <a:pt x="2602" y="4229"/>
                      <a:pt x="2669" y="4129"/>
                      <a:pt x="2769" y="4063"/>
                    </a:cubicBezTo>
                    <a:cubicBezTo>
                      <a:pt x="2836" y="3996"/>
                      <a:pt x="2936" y="3929"/>
                      <a:pt x="3069" y="3896"/>
                    </a:cubicBezTo>
                    <a:cubicBezTo>
                      <a:pt x="3136" y="3829"/>
                      <a:pt x="3270" y="3762"/>
                      <a:pt x="3403" y="3762"/>
                    </a:cubicBezTo>
                    <a:lnTo>
                      <a:pt x="3570" y="3729"/>
                    </a:lnTo>
                    <a:lnTo>
                      <a:pt x="3737" y="3729"/>
                    </a:lnTo>
                    <a:cubicBezTo>
                      <a:pt x="4237" y="3729"/>
                      <a:pt x="4637" y="4096"/>
                      <a:pt x="5104" y="4463"/>
                    </a:cubicBezTo>
                    <a:cubicBezTo>
                      <a:pt x="5304" y="4630"/>
                      <a:pt x="5571" y="4830"/>
                      <a:pt x="5805" y="5063"/>
                    </a:cubicBezTo>
                    <a:cubicBezTo>
                      <a:pt x="6072" y="5264"/>
                      <a:pt x="6338" y="5430"/>
                      <a:pt x="6739" y="5497"/>
                    </a:cubicBezTo>
                    <a:cubicBezTo>
                      <a:pt x="6906" y="5564"/>
                      <a:pt x="7106" y="5564"/>
                      <a:pt x="7272" y="5564"/>
                    </a:cubicBezTo>
                    <a:lnTo>
                      <a:pt x="7773" y="5430"/>
                    </a:lnTo>
                    <a:cubicBezTo>
                      <a:pt x="8106" y="5297"/>
                      <a:pt x="8340" y="5063"/>
                      <a:pt x="8573" y="4830"/>
                    </a:cubicBezTo>
                    <a:cubicBezTo>
                      <a:pt x="8940" y="4396"/>
                      <a:pt x="9241" y="3896"/>
                      <a:pt x="9474" y="3329"/>
                    </a:cubicBezTo>
                    <a:cubicBezTo>
                      <a:pt x="9741" y="2795"/>
                      <a:pt x="9974" y="2261"/>
                      <a:pt x="10308" y="1794"/>
                    </a:cubicBezTo>
                    <a:cubicBezTo>
                      <a:pt x="10642" y="1294"/>
                      <a:pt x="11008" y="927"/>
                      <a:pt x="11509" y="760"/>
                    </a:cubicBezTo>
                    <a:cubicBezTo>
                      <a:pt x="11877" y="622"/>
                      <a:pt x="12214" y="548"/>
                      <a:pt x="12552" y="548"/>
                    </a:cubicBezTo>
                    <a:cubicBezTo>
                      <a:pt x="12703" y="548"/>
                      <a:pt x="12855" y="563"/>
                      <a:pt x="13010" y="594"/>
                    </a:cubicBezTo>
                    <a:cubicBezTo>
                      <a:pt x="13510" y="660"/>
                      <a:pt x="13944" y="927"/>
                      <a:pt x="14244" y="1227"/>
                    </a:cubicBezTo>
                    <a:cubicBezTo>
                      <a:pt x="14544" y="1461"/>
                      <a:pt x="14744" y="1794"/>
                      <a:pt x="14911" y="2095"/>
                    </a:cubicBezTo>
                    <a:cubicBezTo>
                      <a:pt x="15045" y="2395"/>
                      <a:pt x="15145" y="2628"/>
                      <a:pt x="15211" y="2795"/>
                    </a:cubicBezTo>
                    <a:cubicBezTo>
                      <a:pt x="15245" y="2962"/>
                      <a:pt x="15278" y="3062"/>
                      <a:pt x="15278" y="3062"/>
                    </a:cubicBezTo>
                    <a:cubicBezTo>
                      <a:pt x="15294" y="3158"/>
                      <a:pt x="15378" y="3200"/>
                      <a:pt x="15477" y="3200"/>
                    </a:cubicBezTo>
                    <a:cubicBezTo>
                      <a:pt x="15584" y="3200"/>
                      <a:pt x="15709" y="3149"/>
                      <a:pt x="15779" y="3062"/>
                    </a:cubicBezTo>
                    <a:cubicBezTo>
                      <a:pt x="15779" y="3062"/>
                      <a:pt x="15745" y="2962"/>
                      <a:pt x="15678" y="2762"/>
                    </a:cubicBezTo>
                    <a:cubicBezTo>
                      <a:pt x="15645" y="2562"/>
                      <a:pt x="15578" y="2295"/>
                      <a:pt x="15412" y="1961"/>
                    </a:cubicBezTo>
                    <a:cubicBezTo>
                      <a:pt x="15245" y="1628"/>
                      <a:pt x="14978" y="1261"/>
                      <a:pt x="14644" y="927"/>
                    </a:cubicBezTo>
                    <a:cubicBezTo>
                      <a:pt x="14311" y="560"/>
                      <a:pt x="13810" y="227"/>
                      <a:pt x="13243" y="93"/>
                    </a:cubicBezTo>
                    <a:cubicBezTo>
                      <a:pt x="13017" y="30"/>
                      <a:pt x="12781" y="1"/>
                      <a:pt x="125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36" name="Google Shape;3736;p30"/>
              <p:cNvSpPr/>
              <p:nvPr/>
            </p:nvSpPr>
            <p:spPr>
              <a:xfrm>
                <a:off x="552085" y="1739638"/>
                <a:ext cx="19368" cy="12017"/>
              </a:xfrm>
              <a:custGeom>
                <a:avLst/>
                <a:gdLst/>
                <a:ahLst/>
                <a:cxnLst/>
                <a:rect l="l" t="t" r="r" b="b"/>
                <a:pathLst>
                  <a:path w="801" h="497" extrusionOk="0">
                    <a:moveTo>
                      <a:pt x="455" y="0"/>
                    </a:moveTo>
                    <a:cubicBezTo>
                      <a:pt x="400" y="0"/>
                      <a:pt x="345" y="4"/>
                      <a:pt x="300" y="15"/>
                    </a:cubicBezTo>
                    <a:cubicBezTo>
                      <a:pt x="167" y="82"/>
                      <a:pt x="0" y="248"/>
                      <a:pt x="0" y="248"/>
                    </a:cubicBezTo>
                    <a:cubicBezTo>
                      <a:pt x="0" y="282"/>
                      <a:pt x="100" y="482"/>
                      <a:pt x="100" y="482"/>
                    </a:cubicBezTo>
                    <a:cubicBezTo>
                      <a:pt x="100" y="482"/>
                      <a:pt x="204" y="497"/>
                      <a:pt x="313" y="497"/>
                    </a:cubicBezTo>
                    <a:cubicBezTo>
                      <a:pt x="367" y="497"/>
                      <a:pt x="423" y="493"/>
                      <a:pt x="467" y="482"/>
                    </a:cubicBezTo>
                    <a:cubicBezTo>
                      <a:pt x="601" y="449"/>
                      <a:pt x="767" y="282"/>
                      <a:pt x="767" y="282"/>
                    </a:cubicBezTo>
                    <a:cubicBezTo>
                      <a:pt x="801" y="248"/>
                      <a:pt x="701" y="82"/>
                      <a:pt x="667" y="15"/>
                    </a:cubicBezTo>
                    <a:cubicBezTo>
                      <a:pt x="667" y="15"/>
                      <a:pt x="564" y="0"/>
                      <a:pt x="4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37" name="Google Shape;3737;p30"/>
              <p:cNvSpPr/>
              <p:nvPr/>
            </p:nvSpPr>
            <p:spPr>
              <a:xfrm>
                <a:off x="564973" y="1757725"/>
                <a:ext cx="24228" cy="13734"/>
              </a:xfrm>
              <a:custGeom>
                <a:avLst/>
                <a:gdLst/>
                <a:ahLst/>
                <a:cxnLst/>
                <a:rect l="l" t="t" r="r" b="b"/>
                <a:pathLst>
                  <a:path w="1002" h="568" extrusionOk="0">
                    <a:moveTo>
                      <a:pt x="902" y="1"/>
                    </a:moveTo>
                    <a:cubicBezTo>
                      <a:pt x="902" y="1"/>
                      <a:pt x="568" y="1"/>
                      <a:pt x="401" y="67"/>
                    </a:cubicBezTo>
                    <a:cubicBezTo>
                      <a:pt x="234" y="168"/>
                      <a:pt x="1" y="368"/>
                      <a:pt x="1" y="368"/>
                    </a:cubicBezTo>
                    <a:lnTo>
                      <a:pt x="134" y="568"/>
                    </a:lnTo>
                    <a:cubicBezTo>
                      <a:pt x="134" y="568"/>
                      <a:pt x="468" y="568"/>
                      <a:pt x="635" y="501"/>
                    </a:cubicBezTo>
                    <a:cubicBezTo>
                      <a:pt x="801" y="401"/>
                      <a:pt x="1002" y="201"/>
                      <a:pt x="1002" y="201"/>
                    </a:cubicBezTo>
                    <a:cubicBezTo>
                      <a:pt x="1002" y="201"/>
                      <a:pt x="935" y="1"/>
                      <a:pt x="9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38" name="Google Shape;3738;p30"/>
              <p:cNvSpPr/>
              <p:nvPr/>
            </p:nvSpPr>
            <p:spPr>
              <a:xfrm>
                <a:off x="579505" y="1778350"/>
                <a:ext cx="17772" cy="12017"/>
              </a:xfrm>
              <a:custGeom>
                <a:avLst/>
                <a:gdLst/>
                <a:ahLst/>
                <a:cxnLst/>
                <a:rect l="l" t="t" r="r" b="b"/>
                <a:pathLst>
                  <a:path w="735" h="497" extrusionOk="0">
                    <a:moveTo>
                      <a:pt x="440" y="0"/>
                    </a:moveTo>
                    <a:cubicBezTo>
                      <a:pt x="386" y="0"/>
                      <a:pt x="334" y="4"/>
                      <a:pt x="301" y="15"/>
                    </a:cubicBezTo>
                    <a:cubicBezTo>
                      <a:pt x="167" y="48"/>
                      <a:pt x="0" y="215"/>
                      <a:pt x="0" y="215"/>
                    </a:cubicBezTo>
                    <a:cubicBezTo>
                      <a:pt x="0" y="249"/>
                      <a:pt x="67" y="482"/>
                      <a:pt x="67" y="482"/>
                    </a:cubicBezTo>
                    <a:cubicBezTo>
                      <a:pt x="67" y="482"/>
                      <a:pt x="186" y="497"/>
                      <a:pt x="304" y="497"/>
                    </a:cubicBezTo>
                    <a:cubicBezTo>
                      <a:pt x="364" y="497"/>
                      <a:pt x="423" y="493"/>
                      <a:pt x="467" y="482"/>
                    </a:cubicBezTo>
                    <a:cubicBezTo>
                      <a:pt x="567" y="415"/>
                      <a:pt x="734" y="249"/>
                      <a:pt x="734" y="249"/>
                    </a:cubicBezTo>
                    <a:cubicBezTo>
                      <a:pt x="734" y="249"/>
                      <a:pt x="701" y="48"/>
                      <a:pt x="667" y="15"/>
                    </a:cubicBezTo>
                    <a:cubicBezTo>
                      <a:pt x="667" y="15"/>
                      <a:pt x="549" y="0"/>
                      <a:pt x="4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39" name="Google Shape;3739;p30"/>
              <p:cNvSpPr/>
              <p:nvPr/>
            </p:nvSpPr>
            <p:spPr>
              <a:xfrm>
                <a:off x="318965" y="2170695"/>
                <a:ext cx="22608" cy="20190"/>
              </a:xfrm>
              <a:custGeom>
                <a:avLst/>
                <a:gdLst/>
                <a:ahLst/>
                <a:cxnLst/>
                <a:rect l="l" t="t" r="r" b="b"/>
                <a:pathLst>
                  <a:path w="935" h="835" extrusionOk="0">
                    <a:moveTo>
                      <a:pt x="835" y="1"/>
                    </a:moveTo>
                    <a:cubicBezTo>
                      <a:pt x="835" y="1"/>
                      <a:pt x="768" y="1"/>
                      <a:pt x="635" y="34"/>
                    </a:cubicBezTo>
                    <a:cubicBezTo>
                      <a:pt x="501" y="101"/>
                      <a:pt x="401" y="167"/>
                      <a:pt x="301" y="201"/>
                    </a:cubicBezTo>
                    <a:cubicBezTo>
                      <a:pt x="234" y="301"/>
                      <a:pt x="134" y="434"/>
                      <a:pt x="101" y="501"/>
                    </a:cubicBezTo>
                    <a:lnTo>
                      <a:pt x="1" y="668"/>
                    </a:lnTo>
                    <a:cubicBezTo>
                      <a:pt x="1" y="668"/>
                      <a:pt x="168" y="801"/>
                      <a:pt x="168" y="835"/>
                    </a:cubicBezTo>
                    <a:lnTo>
                      <a:pt x="335" y="768"/>
                    </a:lnTo>
                    <a:cubicBezTo>
                      <a:pt x="435" y="701"/>
                      <a:pt x="568" y="634"/>
                      <a:pt x="601" y="601"/>
                    </a:cubicBezTo>
                    <a:cubicBezTo>
                      <a:pt x="668" y="534"/>
                      <a:pt x="735" y="434"/>
                      <a:pt x="802" y="368"/>
                    </a:cubicBezTo>
                    <a:lnTo>
                      <a:pt x="935" y="267"/>
                    </a:lnTo>
                    <a:cubicBezTo>
                      <a:pt x="935" y="201"/>
                      <a:pt x="835" y="1"/>
                      <a:pt x="8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40" name="Google Shape;3740;p30"/>
              <p:cNvSpPr/>
              <p:nvPr/>
            </p:nvSpPr>
            <p:spPr>
              <a:xfrm>
                <a:off x="340752" y="2185227"/>
                <a:ext cx="16974" cy="17748"/>
              </a:xfrm>
              <a:custGeom>
                <a:avLst/>
                <a:gdLst/>
                <a:ahLst/>
                <a:cxnLst/>
                <a:rect l="l" t="t" r="r" b="b"/>
                <a:pathLst>
                  <a:path w="702" h="734" extrusionOk="0">
                    <a:moveTo>
                      <a:pt x="568" y="0"/>
                    </a:moveTo>
                    <a:cubicBezTo>
                      <a:pt x="568" y="0"/>
                      <a:pt x="267" y="33"/>
                      <a:pt x="134" y="167"/>
                    </a:cubicBezTo>
                    <a:cubicBezTo>
                      <a:pt x="67" y="334"/>
                      <a:pt x="1" y="567"/>
                      <a:pt x="1" y="567"/>
                    </a:cubicBezTo>
                    <a:cubicBezTo>
                      <a:pt x="1" y="567"/>
                      <a:pt x="201" y="701"/>
                      <a:pt x="134" y="734"/>
                    </a:cubicBezTo>
                    <a:cubicBezTo>
                      <a:pt x="134" y="734"/>
                      <a:pt x="401" y="600"/>
                      <a:pt x="501" y="534"/>
                    </a:cubicBezTo>
                    <a:cubicBezTo>
                      <a:pt x="601" y="434"/>
                      <a:pt x="701" y="200"/>
                      <a:pt x="701" y="200"/>
                    </a:cubicBezTo>
                    <a:lnTo>
                      <a:pt x="56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41" name="Google Shape;3741;p30"/>
              <p:cNvSpPr/>
              <p:nvPr/>
            </p:nvSpPr>
            <p:spPr>
              <a:xfrm>
                <a:off x="360918" y="2199735"/>
                <a:ext cx="13734" cy="16152"/>
              </a:xfrm>
              <a:custGeom>
                <a:avLst/>
                <a:gdLst/>
                <a:ahLst/>
                <a:cxnLst/>
                <a:rect l="l" t="t" r="r" b="b"/>
                <a:pathLst>
                  <a:path w="568" h="668" extrusionOk="0">
                    <a:moveTo>
                      <a:pt x="334" y="0"/>
                    </a:moveTo>
                    <a:cubicBezTo>
                      <a:pt x="334" y="0"/>
                      <a:pt x="134" y="101"/>
                      <a:pt x="67" y="167"/>
                    </a:cubicBezTo>
                    <a:cubicBezTo>
                      <a:pt x="34" y="267"/>
                      <a:pt x="1" y="501"/>
                      <a:pt x="1" y="501"/>
                    </a:cubicBezTo>
                    <a:cubicBezTo>
                      <a:pt x="1" y="501"/>
                      <a:pt x="201" y="634"/>
                      <a:pt x="201" y="668"/>
                    </a:cubicBezTo>
                    <a:cubicBezTo>
                      <a:pt x="201" y="668"/>
                      <a:pt x="401" y="601"/>
                      <a:pt x="501" y="467"/>
                    </a:cubicBezTo>
                    <a:cubicBezTo>
                      <a:pt x="534" y="401"/>
                      <a:pt x="568" y="301"/>
                      <a:pt x="568" y="234"/>
                    </a:cubicBezTo>
                    <a:lnTo>
                      <a:pt x="568" y="101"/>
                    </a:lnTo>
                    <a:lnTo>
                      <a:pt x="3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42" name="Google Shape;3742;p30"/>
              <p:cNvSpPr/>
              <p:nvPr/>
            </p:nvSpPr>
            <p:spPr>
              <a:xfrm>
                <a:off x="548047" y="2094891"/>
                <a:ext cx="14532" cy="14532"/>
              </a:xfrm>
              <a:custGeom>
                <a:avLst/>
                <a:gdLst/>
                <a:ahLst/>
                <a:cxnLst/>
                <a:rect l="l" t="t" r="r" b="b"/>
                <a:pathLst>
                  <a:path w="601" h="601" extrusionOk="0">
                    <a:moveTo>
                      <a:pt x="434" y="0"/>
                    </a:moveTo>
                    <a:cubicBezTo>
                      <a:pt x="434" y="0"/>
                      <a:pt x="201" y="67"/>
                      <a:pt x="134" y="133"/>
                    </a:cubicBezTo>
                    <a:cubicBezTo>
                      <a:pt x="34" y="234"/>
                      <a:pt x="0" y="434"/>
                      <a:pt x="0" y="434"/>
                    </a:cubicBezTo>
                    <a:cubicBezTo>
                      <a:pt x="0" y="467"/>
                      <a:pt x="134" y="600"/>
                      <a:pt x="167" y="600"/>
                    </a:cubicBezTo>
                    <a:cubicBezTo>
                      <a:pt x="167" y="600"/>
                      <a:pt x="367" y="567"/>
                      <a:pt x="467" y="467"/>
                    </a:cubicBezTo>
                    <a:cubicBezTo>
                      <a:pt x="534" y="400"/>
                      <a:pt x="601" y="167"/>
                      <a:pt x="601" y="167"/>
                    </a:cubicBezTo>
                    <a:lnTo>
                      <a:pt x="4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43" name="Google Shape;3743;p30"/>
              <p:cNvSpPr/>
              <p:nvPr/>
            </p:nvSpPr>
            <p:spPr>
              <a:xfrm>
                <a:off x="554503" y="2109399"/>
                <a:ext cx="21786" cy="21810"/>
              </a:xfrm>
              <a:custGeom>
                <a:avLst/>
                <a:gdLst/>
                <a:ahLst/>
                <a:cxnLst/>
                <a:rect l="l" t="t" r="r" b="b"/>
                <a:pathLst>
                  <a:path w="901" h="902" extrusionOk="0">
                    <a:moveTo>
                      <a:pt x="734" y="0"/>
                    </a:moveTo>
                    <a:cubicBezTo>
                      <a:pt x="734" y="0"/>
                      <a:pt x="434" y="167"/>
                      <a:pt x="267" y="301"/>
                    </a:cubicBezTo>
                    <a:cubicBezTo>
                      <a:pt x="167" y="467"/>
                      <a:pt x="0" y="734"/>
                      <a:pt x="0" y="734"/>
                    </a:cubicBezTo>
                    <a:cubicBezTo>
                      <a:pt x="0" y="801"/>
                      <a:pt x="167" y="901"/>
                      <a:pt x="167" y="901"/>
                    </a:cubicBezTo>
                    <a:cubicBezTo>
                      <a:pt x="167" y="901"/>
                      <a:pt x="434" y="801"/>
                      <a:pt x="601" y="634"/>
                    </a:cubicBezTo>
                    <a:cubicBezTo>
                      <a:pt x="734" y="467"/>
                      <a:pt x="901" y="167"/>
                      <a:pt x="901" y="167"/>
                    </a:cubicBezTo>
                    <a:lnTo>
                      <a:pt x="7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44" name="Google Shape;3744;p30"/>
              <p:cNvSpPr/>
              <p:nvPr/>
            </p:nvSpPr>
            <p:spPr>
              <a:xfrm>
                <a:off x="570631" y="2122311"/>
                <a:ext cx="18570" cy="23406"/>
              </a:xfrm>
              <a:custGeom>
                <a:avLst/>
                <a:gdLst/>
                <a:ahLst/>
                <a:cxnLst/>
                <a:rect l="l" t="t" r="r" b="b"/>
                <a:pathLst>
                  <a:path w="768" h="968" extrusionOk="0">
                    <a:moveTo>
                      <a:pt x="567" y="0"/>
                    </a:moveTo>
                    <a:cubicBezTo>
                      <a:pt x="567" y="0"/>
                      <a:pt x="534" y="100"/>
                      <a:pt x="434" y="134"/>
                    </a:cubicBezTo>
                    <a:cubicBezTo>
                      <a:pt x="367" y="200"/>
                      <a:pt x="267" y="267"/>
                      <a:pt x="234" y="334"/>
                    </a:cubicBezTo>
                    <a:cubicBezTo>
                      <a:pt x="167" y="434"/>
                      <a:pt x="100" y="501"/>
                      <a:pt x="67" y="601"/>
                    </a:cubicBezTo>
                    <a:lnTo>
                      <a:pt x="0" y="767"/>
                    </a:lnTo>
                    <a:cubicBezTo>
                      <a:pt x="0" y="801"/>
                      <a:pt x="100" y="968"/>
                      <a:pt x="100" y="968"/>
                    </a:cubicBezTo>
                    <a:lnTo>
                      <a:pt x="267" y="867"/>
                    </a:lnTo>
                    <a:cubicBezTo>
                      <a:pt x="401" y="834"/>
                      <a:pt x="501" y="767"/>
                      <a:pt x="567" y="667"/>
                    </a:cubicBezTo>
                    <a:cubicBezTo>
                      <a:pt x="668" y="601"/>
                      <a:pt x="701" y="467"/>
                      <a:pt x="734" y="334"/>
                    </a:cubicBezTo>
                    <a:cubicBezTo>
                      <a:pt x="768" y="200"/>
                      <a:pt x="768" y="134"/>
                      <a:pt x="768" y="134"/>
                    </a:cubicBezTo>
                    <a:cubicBezTo>
                      <a:pt x="768" y="100"/>
                      <a:pt x="567" y="0"/>
                      <a:pt x="5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45" name="Google Shape;3745;p30"/>
              <p:cNvSpPr/>
              <p:nvPr/>
            </p:nvSpPr>
            <p:spPr>
              <a:xfrm>
                <a:off x="397212" y="2638505"/>
                <a:ext cx="24228" cy="12138"/>
              </a:xfrm>
              <a:custGeom>
                <a:avLst/>
                <a:gdLst/>
                <a:ahLst/>
                <a:cxnLst/>
                <a:rect l="l" t="t" r="r" b="b"/>
                <a:pathLst>
                  <a:path w="1002" h="502" extrusionOk="0">
                    <a:moveTo>
                      <a:pt x="434" y="1"/>
                    </a:moveTo>
                    <a:cubicBezTo>
                      <a:pt x="368" y="1"/>
                      <a:pt x="267" y="34"/>
                      <a:pt x="201" y="34"/>
                    </a:cubicBezTo>
                    <a:cubicBezTo>
                      <a:pt x="101" y="101"/>
                      <a:pt x="34" y="101"/>
                      <a:pt x="34" y="101"/>
                    </a:cubicBezTo>
                    <a:lnTo>
                      <a:pt x="1" y="334"/>
                    </a:lnTo>
                    <a:lnTo>
                      <a:pt x="167" y="434"/>
                    </a:lnTo>
                    <a:cubicBezTo>
                      <a:pt x="267" y="468"/>
                      <a:pt x="401" y="501"/>
                      <a:pt x="501" y="501"/>
                    </a:cubicBezTo>
                    <a:cubicBezTo>
                      <a:pt x="601" y="501"/>
                      <a:pt x="734" y="468"/>
                      <a:pt x="835" y="434"/>
                    </a:cubicBezTo>
                    <a:lnTo>
                      <a:pt x="1001" y="334"/>
                    </a:lnTo>
                    <a:cubicBezTo>
                      <a:pt x="1001" y="334"/>
                      <a:pt x="935" y="134"/>
                      <a:pt x="868" y="101"/>
                    </a:cubicBezTo>
                    <a:cubicBezTo>
                      <a:pt x="868" y="101"/>
                      <a:pt x="768" y="34"/>
                      <a:pt x="701" y="34"/>
                    </a:cubicBezTo>
                    <a:cubicBezTo>
                      <a:pt x="601" y="34"/>
                      <a:pt x="534" y="1"/>
                      <a:pt x="4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46" name="Google Shape;3746;p30"/>
              <p:cNvSpPr/>
              <p:nvPr/>
            </p:nvSpPr>
            <p:spPr>
              <a:xfrm>
                <a:off x="387540" y="2665853"/>
                <a:ext cx="42702" cy="15572"/>
              </a:xfrm>
              <a:custGeom>
                <a:avLst/>
                <a:gdLst/>
                <a:ahLst/>
                <a:cxnLst/>
                <a:rect l="l" t="t" r="r" b="b"/>
                <a:pathLst>
                  <a:path w="1766" h="644" extrusionOk="0">
                    <a:moveTo>
                      <a:pt x="1644" y="0"/>
                    </a:moveTo>
                    <a:cubicBezTo>
                      <a:pt x="1640" y="0"/>
                      <a:pt x="1637" y="1"/>
                      <a:pt x="1635" y="4"/>
                    </a:cubicBezTo>
                    <a:cubicBezTo>
                      <a:pt x="1635" y="4"/>
                      <a:pt x="1101" y="37"/>
                      <a:pt x="801" y="137"/>
                    </a:cubicBezTo>
                    <a:cubicBezTo>
                      <a:pt x="467" y="171"/>
                      <a:pt x="0" y="371"/>
                      <a:pt x="0" y="371"/>
                    </a:cubicBezTo>
                    <a:lnTo>
                      <a:pt x="67" y="638"/>
                    </a:lnTo>
                    <a:cubicBezTo>
                      <a:pt x="67" y="638"/>
                      <a:pt x="152" y="643"/>
                      <a:pt x="276" y="643"/>
                    </a:cubicBezTo>
                    <a:cubicBezTo>
                      <a:pt x="462" y="643"/>
                      <a:pt x="734" y="631"/>
                      <a:pt x="934" y="571"/>
                    </a:cubicBezTo>
                    <a:cubicBezTo>
                      <a:pt x="1268" y="471"/>
                      <a:pt x="1735" y="204"/>
                      <a:pt x="1735" y="204"/>
                    </a:cubicBezTo>
                    <a:cubicBezTo>
                      <a:pt x="1766" y="173"/>
                      <a:pt x="1683" y="0"/>
                      <a:pt x="16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47" name="Google Shape;3747;p30"/>
              <p:cNvSpPr/>
              <p:nvPr/>
            </p:nvSpPr>
            <p:spPr>
              <a:xfrm>
                <a:off x="403668" y="2690130"/>
                <a:ext cx="33900" cy="15717"/>
              </a:xfrm>
              <a:custGeom>
                <a:avLst/>
                <a:gdLst/>
                <a:ahLst/>
                <a:cxnLst/>
                <a:rect l="l" t="t" r="r" b="b"/>
                <a:pathLst>
                  <a:path w="1402" h="650" extrusionOk="0">
                    <a:moveTo>
                      <a:pt x="1168" y="1"/>
                    </a:moveTo>
                    <a:cubicBezTo>
                      <a:pt x="1168" y="1"/>
                      <a:pt x="1101" y="34"/>
                      <a:pt x="968" y="34"/>
                    </a:cubicBezTo>
                    <a:cubicBezTo>
                      <a:pt x="834" y="67"/>
                      <a:pt x="701" y="67"/>
                      <a:pt x="601" y="134"/>
                    </a:cubicBezTo>
                    <a:cubicBezTo>
                      <a:pt x="367" y="201"/>
                      <a:pt x="0" y="368"/>
                      <a:pt x="0" y="368"/>
                    </a:cubicBezTo>
                    <a:lnTo>
                      <a:pt x="34" y="634"/>
                    </a:lnTo>
                    <a:cubicBezTo>
                      <a:pt x="34" y="634"/>
                      <a:pt x="227" y="649"/>
                      <a:pt x="434" y="649"/>
                    </a:cubicBezTo>
                    <a:cubicBezTo>
                      <a:pt x="538" y="649"/>
                      <a:pt x="645" y="646"/>
                      <a:pt x="734" y="634"/>
                    </a:cubicBezTo>
                    <a:cubicBezTo>
                      <a:pt x="834" y="568"/>
                      <a:pt x="1001" y="501"/>
                      <a:pt x="1135" y="401"/>
                    </a:cubicBezTo>
                    <a:cubicBezTo>
                      <a:pt x="1268" y="368"/>
                      <a:pt x="1335" y="301"/>
                      <a:pt x="1335" y="301"/>
                    </a:cubicBezTo>
                    <a:cubicBezTo>
                      <a:pt x="1401" y="301"/>
                      <a:pt x="1268" y="67"/>
                      <a:pt x="11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48" name="Google Shape;3748;p30"/>
              <p:cNvSpPr/>
              <p:nvPr/>
            </p:nvSpPr>
            <p:spPr>
              <a:xfrm>
                <a:off x="423834" y="2710296"/>
                <a:ext cx="24228" cy="12114"/>
              </a:xfrm>
              <a:custGeom>
                <a:avLst/>
                <a:gdLst/>
                <a:ahLst/>
                <a:cxnLst/>
                <a:rect l="l" t="t" r="r" b="b"/>
                <a:pathLst>
                  <a:path w="1002" h="501" extrusionOk="0">
                    <a:moveTo>
                      <a:pt x="768" y="1"/>
                    </a:moveTo>
                    <a:cubicBezTo>
                      <a:pt x="718" y="17"/>
                      <a:pt x="668" y="17"/>
                      <a:pt x="617" y="17"/>
                    </a:cubicBezTo>
                    <a:cubicBezTo>
                      <a:pt x="567" y="17"/>
                      <a:pt x="517" y="17"/>
                      <a:pt x="467" y="34"/>
                    </a:cubicBezTo>
                    <a:cubicBezTo>
                      <a:pt x="401" y="34"/>
                      <a:pt x="267" y="67"/>
                      <a:pt x="167" y="101"/>
                    </a:cubicBezTo>
                    <a:lnTo>
                      <a:pt x="0" y="201"/>
                    </a:lnTo>
                    <a:lnTo>
                      <a:pt x="0" y="434"/>
                    </a:lnTo>
                    <a:cubicBezTo>
                      <a:pt x="0" y="434"/>
                      <a:pt x="67" y="434"/>
                      <a:pt x="167" y="501"/>
                    </a:cubicBezTo>
                    <a:lnTo>
                      <a:pt x="501" y="501"/>
                    </a:lnTo>
                    <a:cubicBezTo>
                      <a:pt x="634" y="468"/>
                      <a:pt x="768" y="401"/>
                      <a:pt x="834" y="334"/>
                    </a:cubicBezTo>
                    <a:cubicBezTo>
                      <a:pt x="968" y="234"/>
                      <a:pt x="1001" y="201"/>
                      <a:pt x="1001" y="201"/>
                    </a:cubicBezTo>
                    <a:cubicBezTo>
                      <a:pt x="1001" y="201"/>
                      <a:pt x="934" y="34"/>
                      <a:pt x="9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49" name="Google Shape;3749;p30"/>
              <p:cNvSpPr/>
              <p:nvPr/>
            </p:nvSpPr>
            <p:spPr>
              <a:xfrm>
                <a:off x="555301" y="2756262"/>
                <a:ext cx="41976" cy="12138"/>
              </a:xfrm>
              <a:custGeom>
                <a:avLst/>
                <a:gdLst/>
                <a:ahLst/>
                <a:cxnLst/>
                <a:rect l="l" t="t" r="r" b="b"/>
                <a:pathLst>
                  <a:path w="1736" h="502" extrusionOk="0">
                    <a:moveTo>
                      <a:pt x="868" y="1"/>
                    </a:moveTo>
                    <a:cubicBezTo>
                      <a:pt x="701" y="1"/>
                      <a:pt x="501" y="68"/>
                      <a:pt x="334" y="68"/>
                    </a:cubicBezTo>
                    <a:cubicBezTo>
                      <a:pt x="167" y="101"/>
                      <a:pt x="34" y="101"/>
                      <a:pt x="34" y="101"/>
                    </a:cubicBezTo>
                    <a:cubicBezTo>
                      <a:pt x="1" y="101"/>
                      <a:pt x="1" y="335"/>
                      <a:pt x="1" y="335"/>
                    </a:cubicBezTo>
                    <a:cubicBezTo>
                      <a:pt x="1" y="335"/>
                      <a:pt x="134" y="401"/>
                      <a:pt x="301" y="435"/>
                    </a:cubicBezTo>
                    <a:cubicBezTo>
                      <a:pt x="468" y="468"/>
                      <a:pt x="701" y="501"/>
                      <a:pt x="868" y="501"/>
                    </a:cubicBezTo>
                    <a:cubicBezTo>
                      <a:pt x="1035" y="468"/>
                      <a:pt x="1302" y="468"/>
                      <a:pt x="1468" y="401"/>
                    </a:cubicBezTo>
                    <a:cubicBezTo>
                      <a:pt x="1635" y="301"/>
                      <a:pt x="1735" y="268"/>
                      <a:pt x="1735" y="268"/>
                    </a:cubicBezTo>
                    <a:cubicBezTo>
                      <a:pt x="1735" y="268"/>
                      <a:pt x="1702" y="68"/>
                      <a:pt x="17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50" name="Google Shape;3750;p30"/>
              <p:cNvSpPr/>
              <p:nvPr/>
            </p:nvSpPr>
            <p:spPr>
              <a:xfrm>
                <a:off x="576265" y="2788542"/>
                <a:ext cx="33102" cy="13734"/>
              </a:xfrm>
              <a:custGeom>
                <a:avLst/>
                <a:gdLst/>
                <a:ahLst/>
                <a:cxnLst/>
                <a:rect l="l" t="t" r="r" b="b"/>
                <a:pathLst>
                  <a:path w="1369" h="568" extrusionOk="0">
                    <a:moveTo>
                      <a:pt x="1302" y="0"/>
                    </a:moveTo>
                    <a:cubicBezTo>
                      <a:pt x="1302" y="0"/>
                      <a:pt x="868" y="0"/>
                      <a:pt x="635" y="67"/>
                    </a:cubicBezTo>
                    <a:cubicBezTo>
                      <a:pt x="368" y="100"/>
                      <a:pt x="1" y="300"/>
                      <a:pt x="1" y="300"/>
                    </a:cubicBezTo>
                    <a:lnTo>
                      <a:pt x="34" y="567"/>
                    </a:lnTo>
                    <a:cubicBezTo>
                      <a:pt x="34" y="567"/>
                      <a:pt x="468" y="567"/>
                      <a:pt x="701" y="501"/>
                    </a:cubicBezTo>
                    <a:cubicBezTo>
                      <a:pt x="968" y="467"/>
                      <a:pt x="1335" y="267"/>
                      <a:pt x="1335" y="267"/>
                    </a:cubicBezTo>
                    <a:cubicBezTo>
                      <a:pt x="1369" y="267"/>
                      <a:pt x="1335" y="67"/>
                      <a:pt x="13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51" name="Google Shape;3751;p30"/>
              <p:cNvSpPr/>
              <p:nvPr/>
            </p:nvSpPr>
            <p:spPr>
              <a:xfrm>
                <a:off x="583543" y="2812722"/>
                <a:ext cx="28242" cy="14556"/>
              </a:xfrm>
              <a:custGeom>
                <a:avLst/>
                <a:gdLst/>
                <a:ahLst/>
                <a:cxnLst/>
                <a:rect l="l" t="t" r="r" b="b"/>
                <a:pathLst>
                  <a:path w="1168" h="602" extrusionOk="0">
                    <a:moveTo>
                      <a:pt x="1068" y="1"/>
                    </a:moveTo>
                    <a:cubicBezTo>
                      <a:pt x="1068" y="1"/>
                      <a:pt x="701" y="1"/>
                      <a:pt x="500" y="101"/>
                    </a:cubicBezTo>
                    <a:cubicBezTo>
                      <a:pt x="300" y="134"/>
                      <a:pt x="0" y="335"/>
                      <a:pt x="0" y="335"/>
                    </a:cubicBezTo>
                    <a:lnTo>
                      <a:pt x="33" y="601"/>
                    </a:lnTo>
                    <a:cubicBezTo>
                      <a:pt x="33" y="601"/>
                      <a:pt x="400" y="601"/>
                      <a:pt x="667" y="568"/>
                    </a:cubicBezTo>
                    <a:cubicBezTo>
                      <a:pt x="867" y="468"/>
                      <a:pt x="1168" y="234"/>
                      <a:pt x="1168" y="234"/>
                    </a:cubicBezTo>
                    <a:lnTo>
                      <a:pt x="106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52" name="Google Shape;3752;p30"/>
              <p:cNvSpPr/>
              <p:nvPr/>
            </p:nvSpPr>
            <p:spPr>
              <a:xfrm>
                <a:off x="602089" y="2849839"/>
                <a:ext cx="25026" cy="13275"/>
              </a:xfrm>
              <a:custGeom>
                <a:avLst/>
                <a:gdLst/>
                <a:ahLst/>
                <a:cxnLst/>
                <a:rect l="l" t="t" r="r" b="b"/>
                <a:pathLst>
                  <a:path w="1035" h="549" extrusionOk="0">
                    <a:moveTo>
                      <a:pt x="934" y="0"/>
                    </a:moveTo>
                    <a:cubicBezTo>
                      <a:pt x="934" y="0"/>
                      <a:pt x="634" y="0"/>
                      <a:pt x="467" y="67"/>
                    </a:cubicBezTo>
                    <a:cubicBezTo>
                      <a:pt x="301" y="100"/>
                      <a:pt x="67" y="267"/>
                      <a:pt x="67" y="267"/>
                    </a:cubicBezTo>
                    <a:cubicBezTo>
                      <a:pt x="0" y="267"/>
                      <a:pt x="100" y="534"/>
                      <a:pt x="100" y="534"/>
                    </a:cubicBezTo>
                    <a:cubicBezTo>
                      <a:pt x="100" y="534"/>
                      <a:pt x="249" y="549"/>
                      <a:pt x="397" y="549"/>
                    </a:cubicBezTo>
                    <a:cubicBezTo>
                      <a:pt x="471" y="549"/>
                      <a:pt x="545" y="545"/>
                      <a:pt x="601" y="534"/>
                    </a:cubicBezTo>
                    <a:cubicBezTo>
                      <a:pt x="768" y="434"/>
                      <a:pt x="1034" y="234"/>
                      <a:pt x="1034" y="234"/>
                    </a:cubicBezTo>
                    <a:cubicBezTo>
                      <a:pt x="1034" y="201"/>
                      <a:pt x="934" y="34"/>
                      <a:pt x="9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53" name="Google Shape;3753;p30"/>
              <p:cNvSpPr/>
              <p:nvPr/>
            </p:nvSpPr>
            <p:spPr>
              <a:xfrm>
                <a:off x="635143" y="2888551"/>
                <a:ext cx="18594" cy="12114"/>
              </a:xfrm>
              <a:custGeom>
                <a:avLst/>
                <a:gdLst/>
                <a:ahLst/>
                <a:cxnLst/>
                <a:rect l="l" t="t" r="r" b="b"/>
                <a:pathLst>
                  <a:path w="769" h="501" extrusionOk="0">
                    <a:moveTo>
                      <a:pt x="368" y="1"/>
                    </a:moveTo>
                    <a:cubicBezTo>
                      <a:pt x="268" y="1"/>
                      <a:pt x="201" y="34"/>
                      <a:pt x="101" y="67"/>
                    </a:cubicBezTo>
                    <a:cubicBezTo>
                      <a:pt x="34" y="134"/>
                      <a:pt x="1" y="167"/>
                      <a:pt x="1" y="167"/>
                    </a:cubicBezTo>
                    <a:cubicBezTo>
                      <a:pt x="1" y="201"/>
                      <a:pt x="68" y="401"/>
                      <a:pt x="68" y="401"/>
                    </a:cubicBezTo>
                    <a:cubicBezTo>
                      <a:pt x="68" y="401"/>
                      <a:pt x="101" y="468"/>
                      <a:pt x="201" y="468"/>
                    </a:cubicBezTo>
                    <a:cubicBezTo>
                      <a:pt x="268" y="501"/>
                      <a:pt x="335" y="501"/>
                      <a:pt x="401" y="501"/>
                    </a:cubicBezTo>
                    <a:cubicBezTo>
                      <a:pt x="568" y="501"/>
                      <a:pt x="768" y="367"/>
                      <a:pt x="768" y="367"/>
                    </a:cubicBezTo>
                    <a:cubicBezTo>
                      <a:pt x="768" y="334"/>
                      <a:pt x="768" y="134"/>
                      <a:pt x="735" y="134"/>
                    </a:cubicBezTo>
                    <a:cubicBezTo>
                      <a:pt x="735" y="134"/>
                      <a:pt x="535" y="1"/>
                      <a:pt x="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54" name="Google Shape;3754;p30"/>
              <p:cNvSpPr/>
              <p:nvPr/>
            </p:nvSpPr>
            <p:spPr>
              <a:xfrm>
                <a:off x="386355" y="2370881"/>
                <a:ext cx="725207" cy="731880"/>
              </a:xfrm>
              <a:custGeom>
                <a:avLst/>
                <a:gdLst/>
                <a:ahLst/>
                <a:cxnLst/>
                <a:rect l="l" t="t" r="r" b="b"/>
                <a:pathLst>
                  <a:path w="29992" h="30268" extrusionOk="0">
                    <a:moveTo>
                      <a:pt x="29808" y="0"/>
                    </a:moveTo>
                    <a:cubicBezTo>
                      <a:pt x="29732" y="0"/>
                      <a:pt x="29628" y="48"/>
                      <a:pt x="29504" y="161"/>
                    </a:cubicBezTo>
                    <a:cubicBezTo>
                      <a:pt x="29504" y="161"/>
                      <a:pt x="29504" y="194"/>
                      <a:pt x="29404" y="261"/>
                    </a:cubicBezTo>
                    <a:cubicBezTo>
                      <a:pt x="29370" y="361"/>
                      <a:pt x="29237" y="495"/>
                      <a:pt x="29170" y="695"/>
                    </a:cubicBezTo>
                    <a:cubicBezTo>
                      <a:pt x="29070" y="861"/>
                      <a:pt x="28937" y="1095"/>
                      <a:pt x="28837" y="1395"/>
                    </a:cubicBezTo>
                    <a:cubicBezTo>
                      <a:pt x="28703" y="1729"/>
                      <a:pt x="28570" y="2062"/>
                      <a:pt x="28503" y="2429"/>
                    </a:cubicBezTo>
                    <a:cubicBezTo>
                      <a:pt x="28269" y="3230"/>
                      <a:pt x="28236" y="4197"/>
                      <a:pt x="28236" y="5231"/>
                    </a:cubicBezTo>
                    <a:cubicBezTo>
                      <a:pt x="28236" y="6332"/>
                      <a:pt x="28336" y="7433"/>
                      <a:pt x="28236" y="8667"/>
                    </a:cubicBezTo>
                    <a:cubicBezTo>
                      <a:pt x="28136" y="11069"/>
                      <a:pt x="26401" y="13437"/>
                      <a:pt x="24066" y="14738"/>
                    </a:cubicBezTo>
                    <a:cubicBezTo>
                      <a:pt x="22899" y="15405"/>
                      <a:pt x="21665" y="16006"/>
                      <a:pt x="20531" y="16773"/>
                    </a:cubicBezTo>
                    <a:cubicBezTo>
                      <a:pt x="19396" y="17540"/>
                      <a:pt x="18496" y="18574"/>
                      <a:pt x="17862" y="19675"/>
                    </a:cubicBezTo>
                    <a:cubicBezTo>
                      <a:pt x="17762" y="19775"/>
                      <a:pt x="17695" y="19942"/>
                      <a:pt x="17595" y="20075"/>
                    </a:cubicBezTo>
                    <a:cubicBezTo>
                      <a:pt x="17562" y="20242"/>
                      <a:pt x="17495" y="20375"/>
                      <a:pt x="17428" y="20542"/>
                    </a:cubicBezTo>
                    <a:cubicBezTo>
                      <a:pt x="17328" y="20842"/>
                      <a:pt x="17228" y="21109"/>
                      <a:pt x="17162" y="21443"/>
                    </a:cubicBezTo>
                    <a:cubicBezTo>
                      <a:pt x="16995" y="22110"/>
                      <a:pt x="16861" y="22777"/>
                      <a:pt x="16828" y="23444"/>
                    </a:cubicBezTo>
                    <a:cubicBezTo>
                      <a:pt x="16761" y="24111"/>
                      <a:pt x="16761" y="24845"/>
                      <a:pt x="16728" y="25446"/>
                    </a:cubicBezTo>
                    <a:cubicBezTo>
                      <a:pt x="16695" y="26080"/>
                      <a:pt x="16494" y="26613"/>
                      <a:pt x="15994" y="26947"/>
                    </a:cubicBezTo>
                    <a:cubicBezTo>
                      <a:pt x="15494" y="27280"/>
                      <a:pt x="14827" y="27514"/>
                      <a:pt x="14193" y="27614"/>
                    </a:cubicBezTo>
                    <a:cubicBezTo>
                      <a:pt x="13559" y="27781"/>
                      <a:pt x="12892" y="27881"/>
                      <a:pt x="12225" y="27948"/>
                    </a:cubicBezTo>
                    <a:cubicBezTo>
                      <a:pt x="11723" y="28038"/>
                      <a:pt x="11226" y="28073"/>
                      <a:pt x="10734" y="28073"/>
                    </a:cubicBezTo>
                    <a:cubicBezTo>
                      <a:pt x="9950" y="28073"/>
                      <a:pt x="9180" y="27983"/>
                      <a:pt x="8422" y="27881"/>
                    </a:cubicBezTo>
                    <a:cubicBezTo>
                      <a:pt x="7311" y="27726"/>
                      <a:pt x="6228" y="27544"/>
                      <a:pt x="5227" y="27544"/>
                    </a:cubicBezTo>
                    <a:cubicBezTo>
                      <a:pt x="5146" y="27544"/>
                      <a:pt x="5066" y="27545"/>
                      <a:pt x="4986" y="27547"/>
                    </a:cubicBezTo>
                    <a:cubicBezTo>
                      <a:pt x="3885" y="27581"/>
                      <a:pt x="2918" y="27881"/>
                      <a:pt x="2218" y="28248"/>
                    </a:cubicBezTo>
                    <a:cubicBezTo>
                      <a:pt x="2017" y="28348"/>
                      <a:pt x="1884" y="28448"/>
                      <a:pt x="1717" y="28548"/>
                    </a:cubicBezTo>
                    <a:cubicBezTo>
                      <a:pt x="1550" y="28615"/>
                      <a:pt x="1417" y="28715"/>
                      <a:pt x="1317" y="28848"/>
                    </a:cubicBezTo>
                    <a:cubicBezTo>
                      <a:pt x="1050" y="29015"/>
                      <a:pt x="850" y="29215"/>
                      <a:pt x="683" y="29349"/>
                    </a:cubicBezTo>
                    <a:cubicBezTo>
                      <a:pt x="383" y="29682"/>
                      <a:pt x="216" y="29849"/>
                      <a:pt x="216" y="29849"/>
                    </a:cubicBezTo>
                    <a:cubicBezTo>
                      <a:pt x="1" y="30086"/>
                      <a:pt x="36" y="30267"/>
                      <a:pt x="186" y="30267"/>
                    </a:cubicBezTo>
                    <a:cubicBezTo>
                      <a:pt x="269" y="30267"/>
                      <a:pt x="386" y="30212"/>
                      <a:pt x="516" y="30082"/>
                    </a:cubicBezTo>
                    <a:lnTo>
                      <a:pt x="983" y="29615"/>
                    </a:lnTo>
                    <a:cubicBezTo>
                      <a:pt x="1150" y="29515"/>
                      <a:pt x="1317" y="29349"/>
                      <a:pt x="1550" y="29182"/>
                    </a:cubicBezTo>
                    <a:cubicBezTo>
                      <a:pt x="1650" y="29082"/>
                      <a:pt x="1817" y="29015"/>
                      <a:pt x="1917" y="28915"/>
                    </a:cubicBezTo>
                    <a:cubicBezTo>
                      <a:pt x="2084" y="28848"/>
                      <a:pt x="2218" y="28715"/>
                      <a:pt x="2384" y="28615"/>
                    </a:cubicBezTo>
                    <a:cubicBezTo>
                      <a:pt x="3051" y="28281"/>
                      <a:pt x="3919" y="28048"/>
                      <a:pt x="4919" y="28048"/>
                    </a:cubicBezTo>
                    <a:cubicBezTo>
                      <a:pt x="4989" y="28045"/>
                      <a:pt x="5059" y="28044"/>
                      <a:pt x="5129" y="28044"/>
                    </a:cubicBezTo>
                    <a:cubicBezTo>
                      <a:pt x="6131" y="28044"/>
                      <a:pt x="7168" y="28259"/>
                      <a:pt x="8322" y="28415"/>
                    </a:cubicBezTo>
                    <a:cubicBezTo>
                      <a:pt x="9142" y="28551"/>
                      <a:pt x="10025" y="28657"/>
                      <a:pt x="10938" y="28657"/>
                    </a:cubicBezTo>
                    <a:cubicBezTo>
                      <a:pt x="11361" y="28657"/>
                      <a:pt x="11791" y="28634"/>
                      <a:pt x="12225" y="28581"/>
                    </a:cubicBezTo>
                    <a:cubicBezTo>
                      <a:pt x="12892" y="28548"/>
                      <a:pt x="13592" y="28415"/>
                      <a:pt x="14259" y="28281"/>
                    </a:cubicBezTo>
                    <a:cubicBezTo>
                      <a:pt x="14993" y="28181"/>
                      <a:pt x="15660" y="27948"/>
                      <a:pt x="16328" y="27547"/>
                    </a:cubicBezTo>
                    <a:cubicBezTo>
                      <a:pt x="16661" y="27280"/>
                      <a:pt x="16928" y="27014"/>
                      <a:pt x="17095" y="26613"/>
                    </a:cubicBezTo>
                    <a:cubicBezTo>
                      <a:pt x="17262" y="26280"/>
                      <a:pt x="17328" y="25879"/>
                      <a:pt x="17362" y="25546"/>
                    </a:cubicBezTo>
                    <a:cubicBezTo>
                      <a:pt x="17395" y="24845"/>
                      <a:pt x="17395" y="24178"/>
                      <a:pt x="17428" y="23544"/>
                    </a:cubicBezTo>
                    <a:cubicBezTo>
                      <a:pt x="17495" y="22911"/>
                      <a:pt x="17595" y="22277"/>
                      <a:pt x="17762" y="21710"/>
                    </a:cubicBezTo>
                    <a:cubicBezTo>
                      <a:pt x="17862" y="21410"/>
                      <a:pt x="17995" y="21109"/>
                      <a:pt x="18062" y="20842"/>
                    </a:cubicBezTo>
                    <a:cubicBezTo>
                      <a:pt x="18096" y="20676"/>
                      <a:pt x="18196" y="20542"/>
                      <a:pt x="18229" y="20409"/>
                    </a:cubicBezTo>
                    <a:cubicBezTo>
                      <a:pt x="18329" y="20275"/>
                      <a:pt x="18362" y="20175"/>
                      <a:pt x="18429" y="20042"/>
                    </a:cubicBezTo>
                    <a:cubicBezTo>
                      <a:pt x="19030" y="19041"/>
                      <a:pt x="19830" y="18074"/>
                      <a:pt x="20898" y="17373"/>
                    </a:cubicBezTo>
                    <a:cubicBezTo>
                      <a:pt x="21932" y="16606"/>
                      <a:pt x="23166" y="16039"/>
                      <a:pt x="24367" y="15339"/>
                    </a:cubicBezTo>
                    <a:cubicBezTo>
                      <a:pt x="25568" y="14605"/>
                      <a:pt x="26702" y="13671"/>
                      <a:pt x="27436" y="12503"/>
                    </a:cubicBezTo>
                    <a:cubicBezTo>
                      <a:pt x="27669" y="12203"/>
                      <a:pt x="27869" y="11936"/>
                      <a:pt x="28003" y="11603"/>
                    </a:cubicBezTo>
                    <a:cubicBezTo>
                      <a:pt x="28036" y="11436"/>
                      <a:pt x="28103" y="11336"/>
                      <a:pt x="28203" y="11169"/>
                    </a:cubicBezTo>
                    <a:cubicBezTo>
                      <a:pt x="28269" y="11002"/>
                      <a:pt x="28336" y="10835"/>
                      <a:pt x="28370" y="10669"/>
                    </a:cubicBezTo>
                    <a:cubicBezTo>
                      <a:pt x="28636" y="10035"/>
                      <a:pt x="28703" y="9368"/>
                      <a:pt x="28736" y="8734"/>
                    </a:cubicBezTo>
                    <a:cubicBezTo>
                      <a:pt x="28837" y="7500"/>
                      <a:pt x="28703" y="6332"/>
                      <a:pt x="28703" y="5265"/>
                    </a:cubicBezTo>
                    <a:cubicBezTo>
                      <a:pt x="28670" y="4231"/>
                      <a:pt x="28703" y="3363"/>
                      <a:pt x="28870" y="2596"/>
                    </a:cubicBezTo>
                    <a:cubicBezTo>
                      <a:pt x="28970" y="2229"/>
                      <a:pt x="29070" y="1929"/>
                      <a:pt x="29170" y="1662"/>
                    </a:cubicBezTo>
                    <a:cubicBezTo>
                      <a:pt x="29304" y="1395"/>
                      <a:pt x="29404" y="1195"/>
                      <a:pt x="29504" y="995"/>
                    </a:cubicBezTo>
                    <a:cubicBezTo>
                      <a:pt x="29570" y="761"/>
                      <a:pt x="29704" y="661"/>
                      <a:pt x="29737" y="561"/>
                    </a:cubicBezTo>
                    <a:cubicBezTo>
                      <a:pt x="29804" y="495"/>
                      <a:pt x="29837" y="428"/>
                      <a:pt x="29837" y="428"/>
                    </a:cubicBezTo>
                    <a:cubicBezTo>
                      <a:pt x="29992" y="185"/>
                      <a:pt x="29956" y="0"/>
                      <a:pt x="298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55" name="Google Shape;3755;p30"/>
              <p:cNvSpPr/>
              <p:nvPr/>
            </p:nvSpPr>
            <p:spPr>
              <a:xfrm>
                <a:off x="685969" y="2216710"/>
                <a:ext cx="287162" cy="191070"/>
              </a:xfrm>
              <a:custGeom>
                <a:avLst/>
                <a:gdLst/>
                <a:ahLst/>
                <a:cxnLst/>
                <a:rect l="l" t="t" r="r" b="b"/>
                <a:pathLst>
                  <a:path w="11876" h="7902" extrusionOk="0">
                    <a:moveTo>
                      <a:pt x="200" y="1"/>
                    </a:moveTo>
                    <a:cubicBezTo>
                      <a:pt x="112" y="1"/>
                      <a:pt x="34" y="44"/>
                      <a:pt x="34" y="132"/>
                    </a:cubicBezTo>
                    <a:lnTo>
                      <a:pt x="34" y="433"/>
                    </a:lnTo>
                    <a:cubicBezTo>
                      <a:pt x="0" y="633"/>
                      <a:pt x="0" y="900"/>
                      <a:pt x="0" y="1233"/>
                    </a:cubicBezTo>
                    <a:cubicBezTo>
                      <a:pt x="0" y="1900"/>
                      <a:pt x="134" y="2801"/>
                      <a:pt x="501" y="3802"/>
                    </a:cubicBezTo>
                    <a:cubicBezTo>
                      <a:pt x="934" y="4802"/>
                      <a:pt x="1635" y="5803"/>
                      <a:pt x="2602" y="6570"/>
                    </a:cubicBezTo>
                    <a:cubicBezTo>
                      <a:pt x="3069" y="6937"/>
                      <a:pt x="3603" y="7204"/>
                      <a:pt x="4137" y="7438"/>
                    </a:cubicBezTo>
                    <a:cubicBezTo>
                      <a:pt x="4670" y="7638"/>
                      <a:pt x="5238" y="7805"/>
                      <a:pt x="5771" y="7871"/>
                    </a:cubicBezTo>
                    <a:cubicBezTo>
                      <a:pt x="5995" y="7886"/>
                      <a:pt x="6232" y="7901"/>
                      <a:pt x="6480" y="7901"/>
                    </a:cubicBezTo>
                    <a:cubicBezTo>
                      <a:pt x="6785" y="7901"/>
                      <a:pt x="7107" y="7878"/>
                      <a:pt x="7439" y="7805"/>
                    </a:cubicBezTo>
                    <a:cubicBezTo>
                      <a:pt x="7706" y="7771"/>
                      <a:pt x="8006" y="7671"/>
                      <a:pt x="8306" y="7604"/>
                    </a:cubicBezTo>
                    <a:cubicBezTo>
                      <a:pt x="8607" y="7471"/>
                      <a:pt x="8907" y="7404"/>
                      <a:pt x="9140" y="7237"/>
                    </a:cubicBezTo>
                    <a:cubicBezTo>
                      <a:pt x="9374" y="7104"/>
                      <a:pt x="9641" y="6904"/>
                      <a:pt x="9908" y="6737"/>
                    </a:cubicBezTo>
                    <a:cubicBezTo>
                      <a:pt x="10108" y="6537"/>
                      <a:pt x="10341" y="6370"/>
                      <a:pt x="10508" y="6103"/>
                    </a:cubicBezTo>
                    <a:cubicBezTo>
                      <a:pt x="10875" y="5636"/>
                      <a:pt x="11175" y="5136"/>
                      <a:pt x="11375" y="4636"/>
                    </a:cubicBezTo>
                    <a:cubicBezTo>
                      <a:pt x="11809" y="3635"/>
                      <a:pt x="11876" y="2734"/>
                      <a:pt x="11876" y="2067"/>
                    </a:cubicBezTo>
                    <a:cubicBezTo>
                      <a:pt x="11876" y="1734"/>
                      <a:pt x="11842" y="1433"/>
                      <a:pt x="11842" y="1267"/>
                    </a:cubicBezTo>
                    <a:lnTo>
                      <a:pt x="11842" y="966"/>
                    </a:lnTo>
                    <a:cubicBezTo>
                      <a:pt x="11842" y="878"/>
                      <a:pt x="11777" y="835"/>
                      <a:pt x="11701" y="835"/>
                    </a:cubicBezTo>
                    <a:cubicBezTo>
                      <a:pt x="11606" y="835"/>
                      <a:pt x="11494" y="903"/>
                      <a:pt x="11475" y="1033"/>
                    </a:cubicBezTo>
                    <a:lnTo>
                      <a:pt x="11475" y="1267"/>
                    </a:lnTo>
                    <a:cubicBezTo>
                      <a:pt x="11475" y="1433"/>
                      <a:pt x="11509" y="1700"/>
                      <a:pt x="11475" y="2034"/>
                    </a:cubicBezTo>
                    <a:cubicBezTo>
                      <a:pt x="11475" y="2634"/>
                      <a:pt x="11309" y="3568"/>
                      <a:pt x="10942" y="4435"/>
                    </a:cubicBezTo>
                    <a:cubicBezTo>
                      <a:pt x="10708" y="4869"/>
                      <a:pt x="10475" y="5303"/>
                      <a:pt x="10108" y="5703"/>
                    </a:cubicBezTo>
                    <a:cubicBezTo>
                      <a:pt x="9941" y="5903"/>
                      <a:pt x="9707" y="6070"/>
                      <a:pt x="9507" y="6237"/>
                    </a:cubicBezTo>
                    <a:cubicBezTo>
                      <a:pt x="9307" y="6370"/>
                      <a:pt x="9107" y="6537"/>
                      <a:pt x="8840" y="6637"/>
                    </a:cubicBezTo>
                    <a:cubicBezTo>
                      <a:pt x="8607" y="6770"/>
                      <a:pt x="8340" y="6871"/>
                      <a:pt x="8106" y="6937"/>
                    </a:cubicBezTo>
                    <a:cubicBezTo>
                      <a:pt x="7839" y="6971"/>
                      <a:pt x="7606" y="7071"/>
                      <a:pt x="7339" y="7104"/>
                    </a:cubicBezTo>
                    <a:cubicBezTo>
                      <a:pt x="7130" y="7143"/>
                      <a:pt x="6925" y="7157"/>
                      <a:pt x="6726" y="7157"/>
                    </a:cubicBezTo>
                    <a:cubicBezTo>
                      <a:pt x="6418" y="7157"/>
                      <a:pt x="6122" y="7124"/>
                      <a:pt x="5838" y="7104"/>
                    </a:cubicBezTo>
                    <a:cubicBezTo>
                      <a:pt x="5338" y="7071"/>
                      <a:pt x="4871" y="6937"/>
                      <a:pt x="4370" y="6770"/>
                    </a:cubicBezTo>
                    <a:cubicBezTo>
                      <a:pt x="3870" y="6604"/>
                      <a:pt x="3370" y="6370"/>
                      <a:pt x="2969" y="6037"/>
                    </a:cubicBezTo>
                    <a:cubicBezTo>
                      <a:pt x="2102" y="5403"/>
                      <a:pt x="1435" y="4536"/>
                      <a:pt x="1001" y="3602"/>
                    </a:cubicBezTo>
                    <a:cubicBezTo>
                      <a:pt x="601" y="2701"/>
                      <a:pt x="467" y="1800"/>
                      <a:pt x="434" y="1200"/>
                    </a:cubicBezTo>
                    <a:lnTo>
                      <a:pt x="434" y="433"/>
                    </a:lnTo>
                    <a:lnTo>
                      <a:pt x="434" y="199"/>
                    </a:lnTo>
                    <a:cubicBezTo>
                      <a:pt x="434" y="69"/>
                      <a:pt x="310" y="1"/>
                      <a:pt x="2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56" name="Google Shape;3756;p30"/>
              <p:cNvSpPr/>
              <p:nvPr/>
            </p:nvSpPr>
            <p:spPr>
              <a:xfrm rot="2507687">
                <a:off x="492095" y="3172939"/>
                <a:ext cx="292139" cy="292139"/>
              </a:xfrm>
              <a:prstGeom prst="mathPlus">
                <a:avLst>
                  <a:gd name="adj1" fmla="val 18896"/>
                </a:avLst>
              </a:prstGeom>
              <a:solidFill>
                <a:srgbClr val="CC4125"/>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3757" name="Google Shape;3757;p30"/>
          <p:cNvGrpSpPr/>
          <p:nvPr/>
        </p:nvGrpSpPr>
        <p:grpSpPr>
          <a:xfrm rot="-440793">
            <a:off x="7686144" y="-63706"/>
            <a:ext cx="1489267" cy="2879063"/>
            <a:chOff x="9389648" y="991722"/>
            <a:chExt cx="1634619" cy="3160058"/>
          </a:xfrm>
        </p:grpSpPr>
        <p:sp>
          <p:nvSpPr>
            <p:cNvPr id="3758" name="Google Shape;3758;p30"/>
            <p:cNvSpPr/>
            <p:nvPr/>
          </p:nvSpPr>
          <p:spPr>
            <a:xfrm>
              <a:off x="9713224" y="3611398"/>
              <a:ext cx="353969" cy="101250"/>
            </a:xfrm>
            <a:custGeom>
              <a:avLst/>
              <a:gdLst/>
              <a:ahLst/>
              <a:cxnLst/>
              <a:rect l="l" t="t" r="r" b="b"/>
              <a:pathLst>
                <a:path w="15711" h="4494" extrusionOk="0">
                  <a:moveTo>
                    <a:pt x="12157" y="0"/>
                  </a:moveTo>
                  <a:lnTo>
                    <a:pt x="12124" y="67"/>
                  </a:lnTo>
                  <a:cubicBezTo>
                    <a:pt x="11957" y="301"/>
                    <a:pt x="11824" y="467"/>
                    <a:pt x="11657" y="668"/>
                  </a:cubicBezTo>
                  <a:cubicBezTo>
                    <a:pt x="11557" y="734"/>
                    <a:pt x="11490" y="868"/>
                    <a:pt x="11390" y="968"/>
                  </a:cubicBezTo>
                  <a:lnTo>
                    <a:pt x="11290" y="1068"/>
                  </a:lnTo>
                  <a:lnTo>
                    <a:pt x="11023" y="1335"/>
                  </a:lnTo>
                  <a:cubicBezTo>
                    <a:pt x="10289" y="2002"/>
                    <a:pt x="9355" y="2402"/>
                    <a:pt x="8521" y="2569"/>
                  </a:cubicBezTo>
                  <a:cubicBezTo>
                    <a:pt x="8388" y="2636"/>
                    <a:pt x="8321" y="2636"/>
                    <a:pt x="8188" y="2669"/>
                  </a:cubicBezTo>
                  <a:cubicBezTo>
                    <a:pt x="8054" y="2702"/>
                    <a:pt x="7988" y="2702"/>
                    <a:pt x="7854" y="2702"/>
                  </a:cubicBezTo>
                  <a:cubicBezTo>
                    <a:pt x="7776" y="2714"/>
                    <a:pt x="7699" y="2717"/>
                    <a:pt x="7621" y="2717"/>
                  </a:cubicBezTo>
                  <a:cubicBezTo>
                    <a:pt x="7465" y="2717"/>
                    <a:pt x="7309" y="2702"/>
                    <a:pt x="7154" y="2702"/>
                  </a:cubicBezTo>
                  <a:cubicBezTo>
                    <a:pt x="6687" y="2669"/>
                    <a:pt x="6186" y="2536"/>
                    <a:pt x="5786" y="2335"/>
                  </a:cubicBezTo>
                  <a:cubicBezTo>
                    <a:pt x="5553" y="2235"/>
                    <a:pt x="5352" y="2069"/>
                    <a:pt x="5152" y="1969"/>
                  </a:cubicBezTo>
                  <a:cubicBezTo>
                    <a:pt x="4986" y="1835"/>
                    <a:pt x="4785" y="1668"/>
                    <a:pt x="4619" y="1502"/>
                  </a:cubicBezTo>
                  <a:cubicBezTo>
                    <a:pt x="4485" y="1368"/>
                    <a:pt x="4385" y="1235"/>
                    <a:pt x="4285" y="1135"/>
                  </a:cubicBezTo>
                  <a:lnTo>
                    <a:pt x="4052" y="868"/>
                  </a:lnTo>
                  <a:lnTo>
                    <a:pt x="4018" y="801"/>
                  </a:lnTo>
                  <a:cubicBezTo>
                    <a:pt x="4018" y="794"/>
                    <a:pt x="4017" y="792"/>
                    <a:pt x="4015" y="792"/>
                  </a:cubicBezTo>
                  <a:cubicBezTo>
                    <a:pt x="4006" y="792"/>
                    <a:pt x="3985" y="834"/>
                    <a:pt x="3985" y="834"/>
                  </a:cubicBezTo>
                  <a:lnTo>
                    <a:pt x="3851" y="968"/>
                  </a:lnTo>
                  <a:lnTo>
                    <a:pt x="3651" y="1201"/>
                  </a:lnTo>
                  <a:lnTo>
                    <a:pt x="3484" y="1368"/>
                  </a:lnTo>
                  <a:cubicBezTo>
                    <a:pt x="3384" y="1468"/>
                    <a:pt x="3318" y="1502"/>
                    <a:pt x="3218" y="1602"/>
                  </a:cubicBezTo>
                  <a:cubicBezTo>
                    <a:pt x="2517" y="2069"/>
                    <a:pt x="1650" y="2069"/>
                    <a:pt x="1049" y="2302"/>
                  </a:cubicBezTo>
                  <a:cubicBezTo>
                    <a:pt x="482" y="2469"/>
                    <a:pt x="149" y="2669"/>
                    <a:pt x="149" y="2669"/>
                  </a:cubicBezTo>
                  <a:cubicBezTo>
                    <a:pt x="0" y="2788"/>
                    <a:pt x="117" y="3013"/>
                    <a:pt x="262" y="3013"/>
                  </a:cubicBezTo>
                  <a:cubicBezTo>
                    <a:pt x="279" y="3013"/>
                    <a:pt x="298" y="3010"/>
                    <a:pt x="316" y="3003"/>
                  </a:cubicBezTo>
                  <a:cubicBezTo>
                    <a:pt x="316" y="3003"/>
                    <a:pt x="582" y="2836"/>
                    <a:pt x="1149" y="2702"/>
                  </a:cubicBezTo>
                  <a:cubicBezTo>
                    <a:pt x="1416" y="2669"/>
                    <a:pt x="1750" y="2636"/>
                    <a:pt x="2184" y="2536"/>
                  </a:cubicBezTo>
                  <a:cubicBezTo>
                    <a:pt x="2584" y="2502"/>
                    <a:pt x="3051" y="2369"/>
                    <a:pt x="3518" y="2069"/>
                  </a:cubicBezTo>
                  <a:cubicBezTo>
                    <a:pt x="3706" y="1974"/>
                    <a:pt x="3984" y="1732"/>
                    <a:pt x="3987" y="1732"/>
                  </a:cubicBezTo>
                  <a:lnTo>
                    <a:pt x="3987" y="1732"/>
                  </a:lnTo>
                  <a:cubicBezTo>
                    <a:pt x="3988" y="1732"/>
                    <a:pt x="3987" y="1733"/>
                    <a:pt x="3985" y="1735"/>
                  </a:cubicBezTo>
                  <a:lnTo>
                    <a:pt x="4018" y="1802"/>
                  </a:lnTo>
                  <a:cubicBezTo>
                    <a:pt x="4052" y="1802"/>
                    <a:pt x="4018" y="1802"/>
                    <a:pt x="4052" y="1835"/>
                  </a:cubicBezTo>
                  <a:lnTo>
                    <a:pt x="4185" y="2002"/>
                  </a:lnTo>
                  <a:cubicBezTo>
                    <a:pt x="4385" y="2202"/>
                    <a:pt x="4619" y="2436"/>
                    <a:pt x="4819" y="2569"/>
                  </a:cubicBezTo>
                  <a:cubicBezTo>
                    <a:pt x="5019" y="2769"/>
                    <a:pt x="5286" y="2903"/>
                    <a:pt x="5519" y="3036"/>
                  </a:cubicBezTo>
                  <a:cubicBezTo>
                    <a:pt x="5986" y="3303"/>
                    <a:pt x="6553" y="3436"/>
                    <a:pt x="7120" y="3503"/>
                  </a:cubicBezTo>
                  <a:cubicBezTo>
                    <a:pt x="7276" y="3503"/>
                    <a:pt x="7461" y="3518"/>
                    <a:pt x="7637" y="3518"/>
                  </a:cubicBezTo>
                  <a:cubicBezTo>
                    <a:pt x="7725" y="3518"/>
                    <a:pt x="7810" y="3514"/>
                    <a:pt x="7888" y="3503"/>
                  </a:cubicBezTo>
                  <a:cubicBezTo>
                    <a:pt x="8021" y="3470"/>
                    <a:pt x="8154" y="3470"/>
                    <a:pt x="8288" y="3470"/>
                  </a:cubicBezTo>
                  <a:cubicBezTo>
                    <a:pt x="8388" y="3436"/>
                    <a:pt x="8521" y="3436"/>
                    <a:pt x="8655" y="3370"/>
                  </a:cubicBezTo>
                  <a:cubicBezTo>
                    <a:pt x="9589" y="3203"/>
                    <a:pt x="10590" y="2669"/>
                    <a:pt x="11423" y="1935"/>
                  </a:cubicBezTo>
                  <a:cubicBezTo>
                    <a:pt x="11557" y="1835"/>
                    <a:pt x="11657" y="1702"/>
                    <a:pt x="11724" y="1635"/>
                  </a:cubicBezTo>
                  <a:lnTo>
                    <a:pt x="11857" y="1468"/>
                  </a:lnTo>
                  <a:lnTo>
                    <a:pt x="11890" y="1435"/>
                  </a:lnTo>
                  <a:cubicBezTo>
                    <a:pt x="11957" y="1435"/>
                    <a:pt x="11957" y="1468"/>
                    <a:pt x="11957" y="1468"/>
                  </a:cubicBezTo>
                  <a:lnTo>
                    <a:pt x="11957" y="1502"/>
                  </a:lnTo>
                  <a:cubicBezTo>
                    <a:pt x="11957" y="1535"/>
                    <a:pt x="11957" y="1502"/>
                    <a:pt x="11991" y="1602"/>
                  </a:cubicBezTo>
                  <a:cubicBezTo>
                    <a:pt x="12024" y="1702"/>
                    <a:pt x="12091" y="1835"/>
                    <a:pt x="12157" y="1969"/>
                  </a:cubicBezTo>
                  <a:cubicBezTo>
                    <a:pt x="12291" y="2169"/>
                    <a:pt x="12458" y="2369"/>
                    <a:pt x="12624" y="2602"/>
                  </a:cubicBezTo>
                  <a:cubicBezTo>
                    <a:pt x="13325" y="3303"/>
                    <a:pt x="14125" y="3670"/>
                    <a:pt x="14626" y="3970"/>
                  </a:cubicBezTo>
                  <a:cubicBezTo>
                    <a:pt x="15126" y="4270"/>
                    <a:pt x="15393" y="4470"/>
                    <a:pt x="15393" y="4470"/>
                  </a:cubicBezTo>
                  <a:cubicBezTo>
                    <a:pt x="15420" y="4486"/>
                    <a:pt x="15446" y="4494"/>
                    <a:pt x="15472" y="4494"/>
                  </a:cubicBezTo>
                  <a:cubicBezTo>
                    <a:pt x="15606" y="4494"/>
                    <a:pt x="15711" y="4289"/>
                    <a:pt x="15626" y="4037"/>
                  </a:cubicBezTo>
                  <a:cubicBezTo>
                    <a:pt x="15626" y="4037"/>
                    <a:pt x="15326" y="3803"/>
                    <a:pt x="14826" y="3470"/>
                  </a:cubicBezTo>
                  <a:cubicBezTo>
                    <a:pt x="14359" y="3136"/>
                    <a:pt x="13625" y="2769"/>
                    <a:pt x="13025" y="2069"/>
                  </a:cubicBezTo>
                  <a:cubicBezTo>
                    <a:pt x="12891" y="1902"/>
                    <a:pt x="12791" y="1735"/>
                    <a:pt x="12658" y="1535"/>
                  </a:cubicBezTo>
                  <a:cubicBezTo>
                    <a:pt x="12624" y="1401"/>
                    <a:pt x="12558" y="1335"/>
                    <a:pt x="12524" y="1201"/>
                  </a:cubicBezTo>
                  <a:lnTo>
                    <a:pt x="12458" y="901"/>
                  </a:lnTo>
                  <a:cubicBezTo>
                    <a:pt x="12391" y="801"/>
                    <a:pt x="12357" y="701"/>
                    <a:pt x="12324" y="568"/>
                  </a:cubicBezTo>
                  <a:lnTo>
                    <a:pt x="12191" y="234"/>
                  </a:lnTo>
                  <a:lnTo>
                    <a:pt x="12157" y="67"/>
                  </a:lnTo>
                  <a:lnTo>
                    <a:pt x="12157" y="34"/>
                  </a:lnTo>
                  <a:lnTo>
                    <a:pt x="1215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59" name="Google Shape;3759;p30"/>
            <p:cNvSpPr/>
            <p:nvPr/>
          </p:nvSpPr>
          <p:spPr>
            <a:xfrm>
              <a:off x="9532444" y="1010332"/>
              <a:ext cx="1491824" cy="3141448"/>
            </a:xfrm>
            <a:custGeom>
              <a:avLst/>
              <a:gdLst/>
              <a:ahLst/>
              <a:cxnLst/>
              <a:rect l="l" t="t" r="r" b="b"/>
              <a:pathLst>
                <a:path w="66215" h="139434" extrusionOk="0">
                  <a:moveTo>
                    <a:pt x="15812" y="0"/>
                  </a:moveTo>
                  <a:cubicBezTo>
                    <a:pt x="15745" y="0"/>
                    <a:pt x="15711" y="134"/>
                    <a:pt x="15711" y="367"/>
                  </a:cubicBezTo>
                  <a:cubicBezTo>
                    <a:pt x="15711" y="634"/>
                    <a:pt x="15745" y="1001"/>
                    <a:pt x="15812" y="1501"/>
                  </a:cubicBezTo>
                  <a:cubicBezTo>
                    <a:pt x="15812" y="1501"/>
                    <a:pt x="15845" y="1535"/>
                    <a:pt x="15845" y="1668"/>
                  </a:cubicBezTo>
                  <a:cubicBezTo>
                    <a:pt x="15845" y="1801"/>
                    <a:pt x="15878" y="1968"/>
                    <a:pt x="15878" y="2168"/>
                  </a:cubicBezTo>
                  <a:cubicBezTo>
                    <a:pt x="15878" y="2368"/>
                    <a:pt x="15912" y="2635"/>
                    <a:pt x="15912" y="2969"/>
                  </a:cubicBezTo>
                  <a:lnTo>
                    <a:pt x="15912" y="3469"/>
                  </a:lnTo>
                  <a:cubicBezTo>
                    <a:pt x="15912" y="3636"/>
                    <a:pt x="15878" y="3836"/>
                    <a:pt x="15878" y="4036"/>
                  </a:cubicBezTo>
                  <a:cubicBezTo>
                    <a:pt x="15812" y="4870"/>
                    <a:pt x="15645" y="5871"/>
                    <a:pt x="15044" y="6872"/>
                  </a:cubicBezTo>
                  <a:cubicBezTo>
                    <a:pt x="14511" y="7906"/>
                    <a:pt x="13543" y="8873"/>
                    <a:pt x="12309" y="9707"/>
                  </a:cubicBezTo>
                  <a:cubicBezTo>
                    <a:pt x="11041" y="10541"/>
                    <a:pt x="9540" y="11308"/>
                    <a:pt x="8006" y="12309"/>
                  </a:cubicBezTo>
                  <a:cubicBezTo>
                    <a:pt x="7239" y="12843"/>
                    <a:pt x="6472" y="13410"/>
                    <a:pt x="5838" y="14210"/>
                  </a:cubicBezTo>
                  <a:cubicBezTo>
                    <a:pt x="5538" y="14577"/>
                    <a:pt x="5204" y="15011"/>
                    <a:pt x="5004" y="15511"/>
                  </a:cubicBezTo>
                  <a:cubicBezTo>
                    <a:pt x="4737" y="15978"/>
                    <a:pt x="4637" y="16512"/>
                    <a:pt x="4503" y="17012"/>
                  </a:cubicBezTo>
                  <a:cubicBezTo>
                    <a:pt x="4303" y="18046"/>
                    <a:pt x="4203" y="19080"/>
                    <a:pt x="4003" y="20148"/>
                  </a:cubicBezTo>
                  <a:cubicBezTo>
                    <a:pt x="4003" y="20248"/>
                    <a:pt x="3970" y="20381"/>
                    <a:pt x="3903" y="20515"/>
                  </a:cubicBezTo>
                  <a:cubicBezTo>
                    <a:pt x="3903" y="20582"/>
                    <a:pt x="3903" y="20582"/>
                    <a:pt x="3870" y="20648"/>
                  </a:cubicBezTo>
                  <a:lnTo>
                    <a:pt x="3803" y="20815"/>
                  </a:lnTo>
                  <a:cubicBezTo>
                    <a:pt x="3670" y="21049"/>
                    <a:pt x="3569" y="21315"/>
                    <a:pt x="3403" y="21516"/>
                  </a:cubicBezTo>
                  <a:cubicBezTo>
                    <a:pt x="3136" y="21983"/>
                    <a:pt x="2836" y="22416"/>
                    <a:pt x="2502" y="22883"/>
                  </a:cubicBezTo>
                  <a:cubicBezTo>
                    <a:pt x="1868" y="23851"/>
                    <a:pt x="1168" y="24851"/>
                    <a:pt x="968" y="26152"/>
                  </a:cubicBezTo>
                  <a:cubicBezTo>
                    <a:pt x="801" y="27386"/>
                    <a:pt x="1168" y="28687"/>
                    <a:pt x="1535" y="29821"/>
                  </a:cubicBezTo>
                  <a:cubicBezTo>
                    <a:pt x="1735" y="30389"/>
                    <a:pt x="1902" y="30922"/>
                    <a:pt x="2035" y="31523"/>
                  </a:cubicBezTo>
                  <a:cubicBezTo>
                    <a:pt x="2068" y="31656"/>
                    <a:pt x="2068" y="31823"/>
                    <a:pt x="2068" y="31923"/>
                  </a:cubicBezTo>
                  <a:lnTo>
                    <a:pt x="2068" y="32156"/>
                  </a:lnTo>
                  <a:lnTo>
                    <a:pt x="2068" y="32323"/>
                  </a:lnTo>
                  <a:cubicBezTo>
                    <a:pt x="2035" y="32557"/>
                    <a:pt x="1968" y="32857"/>
                    <a:pt x="1868" y="33157"/>
                  </a:cubicBezTo>
                  <a:cubicBezTo>
                    <a:pt x="1501" y="34258"/>
                    <a:pt x="734" y="35325"/>
                    <a:pt x="300" y="36593"/>
                  </a:cubicBezTo>
                  <a:cubicBezTo>
                    <a:pt x="167" y="36927"/>
                    <a:pt x="67" y="37260"/>
                    <a:pt x="34" y="37660"/>
                  </a:cubicBezTo>
                  <a:cubicBezTo>
                    <a:pt x="0" y="37827"/>
                    <a:pt x="34" y="38027"/>
                    <a:pt x="34" y="38194"/>
                  </a:cubicBezTo>
                  <a:cubicBezTo>
                    <a:pt x="34" y="38394"/>
                    <a:pt x="67" y="38561"/>
                    <a:pt x="134" y="38728"/>
                  </a:cubicBezTo>
                  <a:cubicBezTo>
                    <a:pt x="234" y="39395"/>
                    <a:pt x="501" y="40029"/>
                    <a:pt x="801" y="40663"/>
                  </a:cubicBezTo>
                  <a:cubicBezTo>
                    <a:pt x="1368" y="41863"/>
                    <a:pt x="2035" y="43031"/>
                    <a:pt x="2736" y="44165"/>
                  </a:cubicBezTo>
                  <a:cubicBezTo>
                    <a:pt x="3069" y="44732"/>
                    <a:pt x="3469" y="45266"/>
                    <a:pt x="3803" y="45866"/>
                  </a:cubicBezTo>
                  <a:cubicBezTo>
                    <a:pt x="3970" y="46100"/>
                    <a:pt x="4137" y="46400"/>
                    <a:pt x="4303" y="46700"/>
                  </a:cubicBezTo>
                  <a:lnTo>
                    <a:pt x="4337" y="46834"/>
                  </a:lnTo>
                  <a:lnTo>
                    <a:pt x="4370" y="46867"/>
                  </a:lnTo>
                  <a:cubicBezTo>
                    <a:pt x="4370" y="46900"/>
                    <a:pt x="4403" y="46934"/>
                    <a:pt x="4403" y="46934"/>
                  </a:cubicBezTo>
                  <a:lnTo>
                    <a:pt x="4570" y="47167"/>
                  </a:lnTo>
                  <a:lnTo>
                    <a:pt x="4904" y="47568"/>
                  </a:lnTo>
                  <a:cubicBezTo>
                    <a:pt x="5838" y="48602"/>
                    <a:pt x="6972" y="49502"/>
                    <a:pt x="8239" y="50069"/>
                  </a:cubicBezTo>
                  <a:cubicBezTo>
                    <a:pt x="9507" y="50670"/>
                    <a:pt x="10875" y="51037"/>
                    <a:pt x="12209" y="51270"/>
                  </a:cubicBezTo>
                  <a:cubicBezTo>
                    <a:pt x="13543" y="51537"/>
                    <a:pt x="14911" y="51670"/>
                    <a:pt x="16245" y="51837"/>
                  </a:cubicBezTo>
                  <a:cubicBezTo>
                    <a:pt x="17579" y="52004"/>
                    <a:pt x="18914" y="52171"/>
                    <a:pt x="20215" y="52404"/>
                  </a:cubicBezTo>
                  <a:cubicBezTo>
                    <a:pt x="21482" y="52671"/>
                    <a:pt x="22750" y="53071"/>
                    <a:pt x="23851" y="53705"/>
                  </a:cubicBezTo>
                  <a:cubicBezTo>
                    <a:pt x="24418" y="54005"/>
                    <a:pt x="24918" y="54406"/>
                    <a:pt x="25385" y="54839"/>
                  </a:cubicBezTo>
                  <a:cubicBezTo>
                    <a:pt x="25652" y="55040"/>
                    <a:pt x="25852" y="55273"/>
                    <a:pt x="26052" y="55507"/>
                  </a:cubicBezTo>
                  <a:cubicBezTo>
                    <a:pt x="26252" y="55740"/>
                    <a:pt x="26419" y="56007"/>
                    <a:pt x="26653" y="56240"/>
                  </a:cubicBezTo>
                  <a:cubicBezTo>
                    <a:pt x="27386" y="57341"/>
                    <a:pt x="28054" y="58509"/>
                    <a:pt x="28921" y="59543"/>
                  </a:cubicBezTo>
                  <a:lnTo>
                    <a:pt x="29254" y="59910"/>
                  </a:lnTo>
                  <a:lnTo>
                    <a:pt x="29488" y="60110"/>
                  </a:lnTo>
                  <a:lnTo>
                    <a:pt x="29755" y="60277"/>
                  </a:lnTo>
                  <a:cubicBezTo>
                    <a:pt x="30088" y="60510"/>
                    <a:pt x="30389" y="60610"/>
                    <a:pt x="30722" y="60744"/>
                  </a:cubicBezTo>
                  <a:cubicBezTo>
                    <a:pt x="31389" y="60944"/>
                    <a:pt x="32023" y="61111"/>
                    <a:pt x="32657" y="61277"/>
                  </a:cubicBezTo>
                  <a:cubicBezTo>
                    <a:pt x="33257" y="61444"/>
                    <a:pt x="33891" y="61611"/>
                    <a:pt x="34492" y="61778"/>
                  </a:cubicBezTo>
                  <a:cubicBezTo>
                    <a:pt x="35059" y="62011"/>
                    <a:pt x="35592" y="62211"/>
                    <a:pt x="35993" y="62545"/>
                  </a:cubicBezTo>
                  <a:cubicBezTo>
                    <a:pt x="36360" y="62912"/>
                    <a:pt x="36693" y="63379"/>
                    <a:pt x="36860" y="63879"/>
                  </a:cubicBezTo>
                  <a:cubicBezTo>
                    <a:pt x="37027" y="64380"/>
                    <a:pt x="37093" y="64913"/>
                    <a:pt x="37060" y="65514"/>
                  </a:cubicBezTo>
                  <a:cubicBezTo>
                    <a:pt x="37027" y="66681"/>
                    <a:pt x="36726" y="67849"/>
                    <a:pt x="36560" y="69050"/>
                  </a:cubicBezTo>
                  <a:cubicBezTo>
                    <a:pt x="36426" y="70050"/>
                    <a:pt x="36426" y="71118"/>
                    <a:pt x="36726" y="72052"/>
                  </a:cubicBezTo>
                  <a:cubicBezTo>
                    <a:pt x="37060" y="72952"/>
                    <a:pt x="37560" y="73620"/>
                    <a:pt x="37927" y="74053"/>
                  </a:cubicBezTo>
                  <a:lnTo>
                    <a:pt x="37894" y="74020"/>
                  </a:lnTo>
                  <a:lnTo>
                    <a:pt x="37894" y="74020"/>
                  </a:lnTo>
                  <a:cubicBezTo>
                    <a:pt x="38695" y="75021"/>
                    <a:pt x="39662" y="75854"/>
                    <a:pt x="40529" y="76688"/>
                  </a:cubicBezTo>
                  <a:cubicBezTo>
                    <a:pt x="41397" y="77522"/>
                    <a:pt x="42264" y="78390"/>
                    <a:pt x="42764" y="79424"/>
                  </a:cubicBezTo>
                  <a:cubicBezTo>
                    <a:pt x="43031" y="79924"/>
                    <a:pt x="43198" y="80524"/>
                    <a:pt x="43198" y="81058"/>
                  </a:cubicBezTo>
                  <a:cubicBezTo>
                    <a:pt x="43198" y="81625"/>
                    <a:pt x="43064" y="82192"/>
                    <a:pt x="42831" y="82726"/>
                  </a:cubicBezTo>
                  <a:cubicBezTo>
                    <a:pt x="42564" y="83260"/>
                    <a:pt x="42264" y="83793"/>
                    <a:pt x="41864" y="84194"/>
                  </a:cubicBezTo>
                  <a:cubicBezTo>
                    <a:pt x="41430" y="84594"/>
                    <a:pt x="40930" y="84894"/>
                    <a:pt x="40396" y="85128"/>
                  </a:cubicBezTo>
                  <a:cubicBezTo>
                    <a:pt x="39328" y="85595"/>
                    <a:pt x="38061" y="85862"/>
                    <a:pt x="36760" y="86062"/>
                  </a:cubicBezTo>
                  <a:cubicBezTo>
                    <a:pt x="35526" y="86262"/>
                    <a:pt x="34191" y="86462"/>
                    <a:pt x="32890" y="86962"/>
                  </a:cubicBezTo>
                  <a:cubicBezTo>
                    <a:pt x="32223" y="87229"/>
                    <a:pt x="31589" y="87563"/>
                    <a:pt x="31056" y="88030"/>
                  </a:cubicBezTo>
                  <a:cubicBezTo>
                    <a:pt x="30489" y="88463"/>
                    <a:pt x="30055" y="89064"/>
                    <a:pt x="29755" y="89731"/>
                  </a:cubicBezTo>
                  <a:cubicBezTo>
                    <a:pt x="29688" y="89898"/>
                    <a:pt x="29588" y="90065"/>
                    <a:pt x="29555" y="90231"/>
                  </a:cubicBezTo>
                  <a:lnTo>
                    <a:pt x="29388" y="90732"/>
                  </a:lnTo>
                  <a:cubicBezTo>
                    <a:pt x="29355" y="90899"/>
                    <a:pt x="29355" y="91099"/>
                    <a:pt x="29321" y="91265"/>
                  </a:cubicBezTo>
                  <a:cubicBezTo>
                    <a:pt x="29254" y="91466"/>
                    <a:pt x="29254" y="91632"/>
                    <a:pt x="29254" y="91799"/>
                  </a:cubicBezTo>
                  <a:cubicBezTo>
                    <a:pt x="29254" y="92533"/>
                    <a:pt x="29355" y="93200"/>
                    <a:pt x="29488" y="93867"/>
                  </a:cubicBezTo>
                  <a:cubicBezTo>
                    <a:pt x="30055" y="96469"/>
                    <a:pt x="31089" y="98904"/>
                    <a:pt x="32023" y="101273"/>
                  </a:cubicBezTo>
                  <a:cubicBezTo>
                    <a:pt x="33024" y="103574"/>
                    <a:pt x="32890" y="106143"/>
                    <a:pt x="33091" y="108645"/>
                  </a:cubicBezTo>
                  <a:cubicBezTo>
                    <a:pt x="33224" y="109946"/>
                    <a:pt x="33391" y="111213"/>
                    <a:pt x="33891" y="112414"/>
                  </a:cubicBezTo>
                  <a:cubicBezTo>
                    <a:pt x="34358" y="113615"/>
                    <a:pt x="35059" y="114716"/>
                    <a:pt x="35926" y="115583"/>
                  </a:cubicBezTo>
                  <a:cubicBezTo>
                    <a:pt x="36827" y="116450"/>
                    <a:pt x="37761" y="117217"/>
                    <a:pt x="38728" y="117885"/>
                  </a:cubicBezTo>
                  <a:cubicBezTo>
                    <a:pt x="39729" y="118552"/>
                    <a:pt x="40696" y="119119"/>
                    <a:pt x="41663" y="119753"/>
                  </a:cubicBezTo>
                  <a:cubicBezTo>
                    <a:pt x="42564" y="120386"/>
                    <a:pt x="43531" y="120953"/>
                    <a:pt x="44365" y="121621"/>
                  </a:cubicBezTo>
                  <a:lnTo>
                    <a:pt x="44999" y="122121"/>
                  </a:lnTo>
                  <a:cubicBezTo>
                    <a:pt x="45166" y="122288"/>
                    <a:pt x="45366" y="122454"/>
                    <a:pt x="45566" y="122655"/>
                  </a:cubicBezTo>
                  <a:cubicBezTo>
                    <a:pt x="46000" y="123055"/>
                    <a:pt x="46400" y="123388"/>
                    <a:pt x="46834" y="123722"/>
                  </a:cubicBezTo>
                  <a:cubicBezTo>
                    <a:pt x="48568" y="124990"/>
                    <a:pt x="50503" y="125757"/>
                    <a:pt x="52238" y="126424"/>
                  </a:cubicBezTo>
                  <a:cubicBezTo>
                    <a:pt x="54006" y="127091"/>
                    <a:pt x="55673" y="127758"/>
                    <a:pt x="57074" y="128559"/>
                  </a:cubicBezTo>
                  <a:cubicBezTo>
                    <a:pt x="57775" y="128926"/>
                    <a:pt x="58442" y="129393"/>
                    <a:pt x="59076" y="129793"/>
                  </a:cubicBezTo>
                  <a:cubicBezTo>
                    <a:pt x="59710" y="130227"/>
                    <a:pt x="60343" y="130627"/>
                    <a:pt x="60877" y="131061"/>
                  </a:cubicBezTo>
                  <a:cubicBezTo>
                    <a:pt x="61945" y="131895"/>
                    <a:pt x="62879" y="132728"/>
                    <a:pt x="63579" y="133496"/>
                  </a:cubicBezTo>
                  <a:cubicBezTo>
                    <a:pt x="64246" y="134296"/>
                    <a:pt x="64747" y="135097"/>
                    <a:pt x="65047" y="135764"/>
                  </a:cubicBezTo>
                  <a:cubicBezTo>
                    <a:pt x="65113" y="135931"/>
                    <a:pt x="65214" y="136098"/>
                    <a:pt x="65247" y="136264"/>
                  </a:cubicBezTo>
                  <a:cubicBezTo>
                    <a:pt x="65347" y="136398"/>
                    <a:pt x="65380" y="136565"/>
                    <a:pt x="65414" y="136665"/>
                  </a:cubicBezTo>
                  <a:cubicBezTo>
                    <a:pt x="65514" y="136965"/>
                    <a:pt x="65547" y="137232"/>
                    <a:pt x="65580" y="137398"/>
                  </a:cubicBezTo>
                  <a:cubicBezTo>
                    <a:pt x="65614" y="137565"/>
                    <a:pt x="65681" y="137732"/>
                    <a:pt x="65681" y="137799"/>
                  </a:cubicBezTo>
                  <a:lnTo>
                    <a:pt x="65681" y="137966"/>
                  </a:lnTo>
                  <a:cubicBezTo>
                    <a:pt x="65714" y="138232"/>
                    <a:pt x="65747" y="138433"/>
                    <a:pt x="65747" y="138599"/>
                  </a:cubicBezTo>
                  <a:cubicBezTo>
                    <a:pt x="65747" y="138766"/>
                    <a:pt x="65747" y="138933"/>
                    <a:pt x="65781" y="139066"/>
                  </a:cubicBezTo>
                  <a:cubicBezTo>
                    <a:pt x="65847" y="139300"/>
                    <a:pt x="65914" y="139433"/>
                    <a:pt x="65947" y="139433"/>
                  </a:cubicBezTo>
                  <a:cubicBezTo>
                    <a:pt x="66014" y="139433"/>
                    <a:pt x="66081" y="139300"/>
                    <a:pt x="66114" y="139066"/>
                  </a:cubicBezTo>
                  <a:cubicBezTo>
                    <a:pt x="66181" y="138799"/>
                    <a:pt x="66214" y="138433"/>
                    <a:pt x="66114" y="137899"/>
                  </a:cubicBezTo>
                  <a:lnTo>
                    <a:pt x="66114" y="137732"/>
                  </a:lnTo>
                  <a:cubicBezTo>
                    <a:pt x="66114" y="137599"/>
                    <a:pt x="66081" y="137465"/>
                    <a:pt x="66047" y="137265"/>
                  </a:cubicBezTo>
                  <a:cubicBezTo>
                    <a:pt x="66014" y="137065"/>
                    <a:pt x="65947" y="136798"/>
                    <a:pt x="65881" y="136498"/>
                  </a:cubicBezTo>
                  <a:cubicBezTo>
                    <a:pt x="65847" y="136398"/>
                    <a:pt x="65747" y="136231"/>
                    <a:pt x="65714" y="136064"/>
                  </a:cubicBezTo>
                  <a:cubicBezTo>
                    <a:pt x="65681" y="135897"/>
                    <a:pt x="65580" y="135731"/>
                    <a:pt x="65514" y="135564"/>
                  </a:cubicBezTo>
                  <a:cubicBezTo>
                    <a:pt x="65214" y="134797"/>
                    <a:pt x="64680" y="133963"/>
                    <a:pt x="63946" y="133129"/>
                  </a:cubicBezTo>
                  <a:cubicBezTo>
                    <a:pt x="63245" y="132295"/>
                    <a:pt x="62278" y="131428"/>
                    <a:pt x="61177" y="130594"/>
                  </a:cubicBezTo>
                  <a:cubicBezTo>
                    <a:pt x="60610" y="130127"/>
                    <a:pt x="60010" y="129726"/>
                    <a:pt x="59376" y="129293"/>
                  </a:cubicBezTo>
                  <a:cubicBezTo>
                    <a:pt x="58709" y="128892"/>
                    <a:pt x="58075" y="128425"/>
                    <a:pt x="57341" y="127992"/>
                  </a:cubicBezTo>
                  <a:cubicBezTo>
                    <a:pt x="55874" y="127225"/>
                    <a:pt x="54172" y="126491"/>
                    <a:pt x="52404" y="125824"/>
                  </a:cubicBezTo>
                  <a:cubicBezTo>
                    <a:pt x="50670" y="125123"/>
                    <a:pt x="48768" y="124389"/>
                    <a:pt x="47167" y="123155"/>
                  </a:cubicBezTo>
                  <a:cubicBezTo>
                    <a:pt x="46767" y="122888"/>
                    <a:pt x="46367" y="122555"/>
                    <a:pt x="46000" y="122154"/>
                  </a:cubicBezTo>
                  <a:cubicBezTo>
                    <a:pt x="45600" y="121787"/>
                    <a:pt x="45166" y="121420"/>
                    <a:pt x="44732" y="121087"/>
                  </a:cubicBezTo>
                  <a:cubicBezTo>
                    <a:pt x="43865" y="120386"/>
                    <a:pt x="42931" y="119786"/>
                    <a:pt x="41997" y="119152"/>
                  </a:cubicBezTo>
                  <a:cubicBezTo>
                    <a:pt x="40062" y="117951"/>
                    <a:pt x="38061" y="116750"/>
                    <a:pt x="36426" y="115083"/>
                  </a:cubicBezTo>
                  <a:cubicBezTo>
                    <a:pt x="35659" y="114249"/>
                    <a:pt x="35025" y="113248"/>
                    <a:pt x="34558" y="112147"/>
                  </a:cubicBezTo>
                  <a:cubicBezTo>
                    <a:pt x="34091" y="111080"/>
                    <a:pt x="33924" y="109879"/>
                    <a:pt x="33858" y="108645"/>
                  </a:cubicBezTo>
                  <a:cubicBezTo>
                    <a:pt x="33758" y="107410"/>
                    <a:pt x="33758" y="106143"/>
                    <a:pt x="33658" y="104875"/>
                  </a:cubicBezTo>
                  <a:cubicBezTo>
                    <a:pt x="33558" y="104241"/>
                    <a:pt x="33491" y="103574"/>
                    <a:pt x="33357" y="102940"/>
                  </a:cubicBezTo>
                  <a:cubicBezTo>
                    <a:pt x="33324" y="102640"/>
                    <a:pt x="33191" y="102307"/>
                    <a:pt x="33091" y="101973"/>
                  </a:cubicBezTo>
                  <a:lnTo>
                    <a:pt x="32757" y="101072"/>
                  </a:lnTo>
                  <a:cubicBezTo>
                    <a:pt x="31856" y="98637"/>
                    <a:pt x="30822" y="96269"/>
                    <a:pt x="30322" y="93767"/>
                  </a:cubicBezTo>
                  <a:cubicBezTo>
                    <a:pt x="30188" y="93133"/>
                    <a:pt x="30155" y="92533"/>
                    <a:pt x="30155" y="91933"/>
                  </a:cubicBezTo>
                  <a:cubicBezTo>
                    <a:pt x="30188" y="91766"/>
                    <a:pt x="30155" y="91599"/>
                    <a:pt x="30188" y="91466"/>
                  </a:cubicBezTo>
                  <a:cubicBezTo>
                    <a:pt x="30222" y="91366"/>
                    <a:pt x="30222" y="91199"/>
                    <a:pt x="30255" y="91065"/>
                  </a:cubicBezTo>
                  <a:lnTo>
                    <a:pt x="30389" y="90632"/>
                  </a:lnTo>
                  <a:cubicBezTo>
                    <a:pt x="30422" y="90532"/>
                    <a:pt x="30522" y="90365"/>
                    <a:pt x="30555" y="90231"/>
                  </a:cubicBezTo>
                  <a:cubicBezTo>
                    <a:pt x="30822" y="89698"/>
                    <a:pt x="31156" y="89197"/>
                    <a:pt x="31589" y="88797"/>
                  </a:cubicBezTo>
                  <a:cubicBezTo>
                    <a:pt x="32056" y="88430"/>
                    <a:pt x="32590" y="88130"/>
                    <a:pt x="33191" y="87930"/>
                  </a:cubicBezTo>
                  <a:cubicBezTo>
                    <a:pt x="34358" y="87463"/>
                    <a:pt x="35592" y="87263"/>
                    <a:pt x="36893" y="87062"/>
                  </a:cubicBezTo>
                  <a:cubicBezTo>
                    <a:pt x="38194" y="86796"/>
                    <a:pt x="39529" y="86595"/>
                    <a:pt x="40763" y="86062"/>
                  </a:cubicBezTo>
                  <a:cubicBezTo>
                    <a:pt x="41397" y="85762"/>
                    <a:pt x="42030" y="85395"/>
                    <a:pt x="42531" y="84894"/>
                  </a:cubicBezTo>
                  <a:cubicBezTo>
                    <a:pt x="43031" y="84394"/>
                    <a:pt x="43398" y="83793"/>
                    <a:pt x="43698" y="83193"/>
                  </a:cubicBezTo>
                  <a:cubicBezTo>
                    <a:pt x="43998" y="82559"/>
                    <a:pt x="44165" y="81859"/>
                    <a:pt x="44165" y="81125"/>
                  </a:cubicBezTo>
                  <a:cubicBezTo>
                    <a:pt x="44165" y="80424"/>
                    <a:pt x="43932" y="79724"/>
                    <a:pt x="43665" y="79090"/>
                  </a:cubicBezTo>
                  <a:cubicBezTo>
                    <a:pt x="43064" y="77856"/>
                    <a:pt x="42097" y="76922"/>
                    <a:pt x="41230" y="76055"/>
                  </a:cubicBezTo>
                  <a:cubicBezTo>
                    <a:pt x="40329" y="75187"/>
                    <a:pt x="39395" y="74353"/>
                    <a:pt x="38695" y="73453"/>
                  </a:cubicBezTo>
                  <a:cubicBezTo>
                    <a:pt x="38394" y="73086"/>
                    <a:pt x="37994" y="72552"/>
                    <a:pt x="37727" y="71785"/>
                  </a:cubicBezTo>
                  <a:cubicBezTo>
                    <a:pt x="37527" y="71051"/>
                    <a:pt x="37494" y="70084"/>
                    <a:pt x="37594" y="69150"/>
                  </a:cubicBezTo>
                  <a:cubicBezTo>
                    <a:pt x="37727" y="68015"/>
                    <a:pt x="38027" y="66815"/>
                    <a:pt x="38094" y="65547"/>
                  </a:cubicBezTo>
                  <a:cubicBezTo>
                    <a:pt x="38161" y="64880"/>
                    <a:pt x="38061" y="64213"/>
                    <a:pt x="37861" y="63546"/>
                  </a:cubicBezTo>
                  <a:cubicBezTo>
                    <a:pt x="37594" y="62878"/>
                    <a:pt x="37193" y="62278"/>
                    <a:pt x="36693" y="61778"/>
                  </a:cubicBezTo>
                  <a:cubicBezTo>
                    <a:pt x="36560" y="61644"/>
                    <a:pt x="36393" y="61578"/>
                    <a:pt x="36226" y="61444"/>
                  </a:cubicBezTo>
                  <a:cubicBezTo>
                    <a:pt x="36059" y="61377"/>
                    <a:pt x="35926" y="61277"/>
                    <a:pt x="35759" y="61211"/>
                  </a:cubicBezTo>
                  <a:cubicBezTo>
                    <a:pt x="35426" y="61044"/>
                    <a:pt x="35159" y="60910"/>
                    <a:pt x="34825" y="60810"/>
                  </a:cubicBezTo>
                  <a:cubicBezTo>
                    <a:pt x="34191" y="60610"/>
                    <a:pt x="33558" y="60510"/>
                    <a:pt x="32924" y="60310"/>
                  </a:cubicBezTo>
                  <a:cubicBezTo>
                    <a:pt x="32323" y="60210"/>
                    <a:pt x="31723" y="60043"/>
                    <a:pt x="31156" y="59843"/>
                  </a:cubicBezTo>
                  <a:cubicBezTo>
                    <a:pt x="30889" y="59710"/>
                    <a:pt x="30589" y="59609"/>
                    <a:pt x="30355" y="59443"/>
                  </a:cubicBezTo>
                  <a:lnTo>
                    <a:pt x="30222" y="59376"/>
                  </a:lnTo>
                  <a:lnTo>
                    <a:pt x="30088" y="59243"/>
                  </a:lnTo>
                  <a:lnTo>
                    <a:pt x="29822" y="58909"/>
                  </a:lnTo>
                  <a:cubicBezTo>
                    <a:pt x="28988" y="57942"/>
                    <a:pt x="28354" y="56841"/>
                    <a:pt x="27553" y="55707"/>
                  </a:cubicBezTo>
                  <a:cubicBezTo>
                    <a:pt x="27353" y="55406"/>
                    <a:pt x="27153" y="55106"/>
                    <a:pt x="26919" y="54873"/>
                  </a:cubicBezTo>
                  <a:cubicBezTo>
                    <a:pt x="26719" y="54606"/>
                    <a:pt x="26486" y="54372"/>
                    <a:pt x="26219" y="54106"/>
                  </a:cubicBezTo>
                  <a:cubicBezTo>
                    <a:pt x="25685" y="53672"/>
                    <a:pt x="25152" y="53205"/>
                    <a:pt x="24518" y="52871"/>
                  </a:cubicBezTo>
                  <a:cubicBezTo>
                    <a:pt x="23317" y="52171"/>
                    <a:pt x="21916" y="51737"/>
                    <a:pt x="20582" y="51437"/>
                  </a:cubicBezTo>
                  <a:cubicBezTo>
                    <a:pt x="19214" y="51203"/>
                    <a:pt x="17846" y="51037"/>
                    <a:pt x="16512" y="50903"/>
                  </a:cubicBezTo>
                  <a:cubicBezTo>
                    <a:pt x="13843" y="50603"/>
                    <a:pt x="11142" y="50370"/>
                    <a:pt x="8740" y="49269"/>
                  </a:cubicBezTo>
                  <a:cubicBezTo>
                    <a:pt x="7539" y="48735"/>
                    <a:pt x="6505" y="47934"/>
                    <a:pt x="5671" y="46967"/>
                  </a:cubicBezTo>
                  <a:lnTo>
                    <a:pt x="5371" y="46600"/>
                  </a:lnTo>
                  <a:lnTo>
                    <a:pt x="5204" y="46433"/>
                  </a:lnTo>
                  <a:lnTo>
                    <a:pt x="5171" y="46400"/>
                  </a:lnTo>
                  <a:lnTo>
                    <a:pt x="5071" y="46267"/>
                  </a:lnTo>
                  <a:cubicBezTo>
                    <a:pt x="4904" y="46000"/>
                    <a:pt x="4704" y="45700"/>
                    <a:pt x="4537" y="45399"/>
                  </a:cubicBezTo>
                  <a:cubicBezTo>
                    <a:pt x="4170" y="44866"/>
                    <a:pt x="3836" y="44265"/>
                    <a:pt x="3469" y="43731"/>
                  </a:cubicBezTo>
                  <a:cubicBezTo>
                    <a:pt x="2736" y="42664"/>
                    <a:pt x="2068" y="41530"/>
                    <a:pt x="1535" y="40362"/>
                  </a:cubicBezTo>
                  <a:cubicBezTo>
                    <a:pt x="1301" y="39762"/>
                    <a:pt x="1034" y="39195"/>
                    <a:pt x="901" y="38594"/>
                  </a:cubicBezTo>
                  <a:cubicBezTo>
                    <a:pt x="801" y="38027"/>
                    <a:pt x="834" y="37494"/>
                    <a:pt x="1034" y="36893"/>
                  </a:cubicBezTo>
                  <a:cubicBezTo>
                    <a:pt x="1468" y="35759"/>
                    <a:pt x="2202" y="34692"/>
                    <a:pt x="2635" y="33424"/>
                  </a:cubicBezTo>
                  <a:cubicBezTo>
                    <a:pt x="2736" y="33090"/>
                    <a:pt x="2836" y="32824"/>
                    <a:pt x="2869" y="32423"/>
                  </a:cubicBezTo>
                  <a:lnTo>
                    <a:pt x="2869" y="32257"/>
                  </a:lnTo>
                  <a:lnTo>
                    <a:pt x="2869" y="32123"/>
                  </a:lnTo>
                  <a:lnTo>
                    <a:pt x="2836" y="31890"/>
                  </a:lnTo>
                  <a:cubicBezTo>
                    <a:pt x="2836" y="31723"/>
                    <a:pt x="2836" y="31556"/>
                    <a:pt x="2802" y="31389"/>
                  </a:cubicBezTo>
                  <a:cubicBezTo>
                    <a:pt x="2669" y="30722"/>
                    <a:pt x="2502" y="30155"/>
                    <a:pt x="2302" y="29555"/>
                  </a:cubicBezTo>
                  <a:cubicBezTo>
                    <a:pt x="1902" y="28420"/>
                    <a:pt x="1568" y="27320"/>
                    <a:pt x="1735" y="26219"/>
                  </a:cubicBezTo>
                  <a:cubicBezTo>
                    <a:pt x="1902" y="25151"/>
                    <a:pt x="2535" y="24184"/>
                    <a:pt x="3169" y="23250"/>
                  </a:cubicBezTo>
                  <a:cubicBezTo>
                    <a:pt x="3469" y="22816"/>
                    <a:pt x="3803" y="22349"/>
                    <a:pt x="4070" y="21849"/>
                  </a:cubicBezTo>
                  <a:cubicBezTo>
                    <a:pt x="4237" y="21582"/>
                    <a:pt x="4370" y="21349"/>
                    <a:pt x="4503" y="21082"/>
                  </a:cubicBezTo>
                  <a:lnTo>
                    <a:pt x="4570" y="20882"/>
                  </a:lnTo>
                  <a:cubicBezTo>
                    <a:pt x="4637" y="20815"/>
                    <a:pt x="4670" y="20682"/>
                    <a:pt x="4670" y="20648"/>
                  </a:cubicBezTo>
                  <a:cubicBezTo>
                    <a:pt x="4670" y="20515"/>
                    <a:pt x="4704" y="20348"/>
                    <a:pt x="4737" y="20215"/>
                  </a:cubicBezTo>
                  <a:cubicBezTo>
                    <a:pt x="5004" y="19147"/>
                    <a:pt x="5037" y="18046"/>
                    <a:pt x="5237" y="17079"/>
                  </a:cubicBezTo>
                  <a:cubicBezTo>
                    <a:pt x="5337" y="16579"/>
                    <a:pt x="5471" y="16145"/>
                    <a:pt x="5671" y="15711"/>
                  </a:cubicBezTo>
                  <a:cubicBezTo>
                    <a:pt x="5838" y="15311"/>
                    <a:pt x="6138" y="14911"/>
                    <a:pt x="6405" y="14544"/>
                  </a:cubicBezTo>
                  <a:cubicBezTo>
                    <a:pt x="7005" y="13810"/>
                    <a:pt x="7706" y="13243"/>
                    <a:pt x="8473" y="12743"/>
                  </a:cubicBezTo>
                  <a:cubicBezTo>
                    <a:pt x="9974" y="11742"/>
                    <a:pt x="11475" y="11008"/>
                    <a:pt x="12743" y="10141"/>
                  </a:cubicBezTo>
                  <a:cubicBezTo>
                    <a:pt x="14010" y="9240"/>
                    <a:pt x="15044" y="8206"/>
                    <a:pt x="15645" y="7072"/>
                  </a:cubicBezTo>
                  <a:cubicBezTo>
                    <a:pt x="16212" y="5971"/>
                    <a:pt x="16412" y="4904"/>
                    <a:pt x="16512" y="4036"/>
                  </a:cubicBezTo>
                  <a:cubicBezTo>
                    <a:pt x="16512" y="3803"/>
                    <a:pt x="16545" y="3636"/>
                    <a:pt x="16545" y="3403"/>
                  </a:cubicBezTo>
                  <a:lnTo>
                    <a:pt x="16545" y="2869"/>
                  </a:lnTo>
                  <a:cubicBezTo>
                    <a:pt x="16545" y="2535"/>
                    <a:pt x="16512" y="2235"/>
                    <a:pt x="16512" y="2035"/>
                  </a:cubicBezTo>
                  <a:cubicBezTo>
                    <a:pt x="16512" y="1835"/>
                    <a:pt x="16479" y="1668"/>
                    <a:pt x="16479" y="1535"/>
                  </a:cubicBezTo>
                  <a:cubicBezTo>
                    <a:pt x="16412" y="1401"/>
                    <a:pt x="16412" y="1368"/>
                    <a:pt x="16412" y="1368"/>
                  </a:cubicBezTo>
                  <a:cubicBezTo>
                    <a:pt x="16345" y="867"/>
                    <a:pt x="16245" y="534"/>
                    <a:pt x="16012" y="334"/>
                  </a:cubicBezTo>
                  <a:cubicBezTo>
                    <a:pt x="15912" y="67"/>
                    <a:pt x="15845" y="0"/>
                    <a:pt x="158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60" name="Google Shape;3760;p30"/>
            <p:cNvSpPr/>
            <p:nvPr/>
          </p:nvSpPr>
          <p:spPr>
            <a:xfrm>
              <a:off x="10119395" y="1094910"/>
              <a:ext cx="819551" cy="1132155"/>
            </a:xfrm>
            <a:custGeom>
              <a:avLst/>
              <a:gdLst/>
              <a:ahLst/>
              <a:cxnLst/>
              <a:rect l="l" t="t" r="r" b="b"/>
              <a:pathLst>
                <a:path w="36376" h="50251" extrusionOk="0">
                  <a:moveTo>
                    <a:pt x="1369" y="1"/>
                  </a:moveTo>
                  <a:cubicBezTo>
                    <a:pt x="1207" y="1"/>
                    <a:pt x="1140" y="246"/>
                    <a:pt x="1334" y="616"/>
                  </a:cubicBezTo>
                  <a:cubicBezTo>
                    <a:pt x="1334" y="616"/>
                    <a:pt x="1368" y="649"/>
                    <a:pt x="1435" y="816"/>
                  </a:cubicBezTo>
                  <a:cubicBezTo>
                    <a:pt x="1435" y="916"/>
                    <a:pt x="1468" y="983"/>
                    <a:pt x="1501" y="1116"/>
                  </a:cubicBezTo>
                  <a:cubicBezTo>
                    <a:pt x="1501" y="1216"/>
                    <a:pt x="1501" y="1383"/>
                    <a:pt x="1535" y="1483"/>
                  </a:cubicBezTo>
                  <a:cubicBezTo>
                    <a:pt x="1635" y="2117"/>
                    <a:pt x="1435" y="2951"/>
                    <a:pt x="867" y="3985"/>
                  </a:cubicBezTo>
                  <a:cubicBezTo>
                    <a:pt x="634" y="4485"/>
                    <a:pt x="300" y="5119"/>
                    <a:pt x="134" y="5820"/>
                  </a:cubicBezTo>
                  <a:cubicBezTo>
                    <a:pt x="100" y="6053"/>
                    <a:pt x="34" y="6220"/>
                    <a:pt x="34" y="6420"/>
                  </a:cubicBezTo>
                  <a:cubicBezTo>
                    <a:pt x="34" y="6587"/>
                    <a:pt x="0" y="6787"/>
                    <a:pt x="34" y="6987"/>
                  </a:cubicBezTo>
                  <a:cubicBezTo>
                    <a:pt x="34" y="7221"/>
                    <a:pt x="100" y="7387"/>
                    <a:pt x="134" y="7588"/>
                  </a:cubicBezTo>
                  <a:cubicBezTo>
                    <a:pt x="167" y="7754"/>
                    <a:pt x="167" y="7955"/>
                    <a:pt x="267" y="8155"/>
                  </a:cubicBezTo>
                  <a:cubicBezTo>
                    <a:pt x="334" y="8321"/>
                    <a:pt x="367" y="8555"/>
                    <a:pt x="501" y="8755"/>
                  </a:cubicBezTo>
                  <a:lnTo>
                    <a:pt x="667" y="9055"/>
                  </a:lnTo>
                  <a:cubicBezTo>
                    <a:pt x="701" y="9155"/>
                    <a:pt x="801" y="9255"/>
                    <a:pt x="867" y="9322"/>
                  </a:cubicBezTo>
                  <a:cubicBezTo>
                    <a:pt x="1001" y="9556"/>
                    <a:pt x="1201" y="9656"/>
                    <a:pt x="1368" y="9823"/>
                  </a:cubicBezTo>
                  <a:cubicBezTo>
                    <a:pt x="1601" y="9956"/>
                    <a:pt x="1801" y="10089"/>
                    <a:pt x="2002" y="10156"/>
                  </a:cubicBezTo>
                  <a:cubicBezTo>
                    <a:pt x="2869" y="10556"/>
                    <a:pt x="3803" y="10623"/>
                    <a:pt x="4637" y="10923"/>
                  </a:cubicBezTo>
                  <a:cubicBezTo>
                    <a:pt x="5037" y="11057"/>
                    <a:pt x="5471" y="11257"/>
                    <a:pt x="5804" y="11490"/>
                  </a:cubicBezTo>
                  <a:lnTo>
                    <a:pt x="5938" y="11590"/>
                  </a:lnTo>
                  <a:lnTo>
                    <a:pt x="5971" y="11624"/>
                  </a:lnTo>
                  <a:cubicBezTo>
                    <a:pt x="5971" y="11657"/>
                    <a:pt x="6004" y="11724"/>
                    <a:pt x="6038" y="11724"/>
                  </a:cubicBezTo>
                  <a:lnTo>
                    <a:pt x="6138" y="11757"/>
                  </a:lnTo>
                  <a:cubicBezTo>
                    <a:pt x="6171" y="11791"/>
                    <a:pt x="6271" y="11891"/>
                    <a:pt x="6338" y="11924"/>
                  </a:cubicBezTo>
                  <a:cubicBezTo>
                    <a:pt x="6505" y="12091"/>
                    <a:pt x="6638" y="12224"/>
                    <a:pt x="6772" y="12424"/>
                  </a:cubicBezTo>
                  <a:cubicBezTo>
                    <a:pt x="7039" y="12791"/>
                    <a:pt x="7272" y="13225"/>
                    <a:pt x="7506" y="13659"/>
                  </a:cubicBezTo>
                  <a:cubicBezTo>
                    <a:pt x="7639" y="13892"/>
                    <a:pt x="7806" y="14126"/>
                    <a:pt x="7973" y="14326"/>
                  </a:cubicBezTo>
                  <a:cubicBezTo>
                    <a:pt x="8106" y="14459"/>
                    <a:pt x="8173" y="14593"/>
                    <a:pt x="8306" y="14659"/>
                  </a:cubicBezTo>
                  <a:cubicBezTo>
                    <a:pt x="8339" y="14693"/>
                    <a:pt x="8373" y="14759"/>
                    <a:pt x="8473" y="14793"/>
                  </a:cubicBezTo>
                  <a:lnTo>
                    <a:pt x="8540" y="14826"/>
                  </a:lnTo>
                  <a:lnTo>
                    <a:pt x="8606" y="14893"/>
                  </a:lnTo>
                  <a:lnTo>
                    <a:pt x="8640" y="14926"/>
                  </a:lnTo>
                  <a:lnTo>
                    <a:pt x="8706" y="14993"/>
                  </a:lnTo>
                  <a:cubicBezTo>
                    <a:pt x="8773" y="15060"/>
                    <a:pt x="8840" y="15093"/>
                    <a:pt x="8873" y="15126"/>
                  </a:cubicBezTo>
                  <a:lnTo>
                    <a:pt x="9273" y="15393"/>
                  </a:lnTo>
                  <a:cubicBezTo>
                    <a:pt x="9540" y="15493"/>
                    <a:pt x="9807" y="15627"/>
                    <a:pt x="10107" y="15660"/>
                  </a:cubicBezTo>
                  <a:cubicBezTo>
                    <a:pt x="10641" y="15793"/>
                    <a:pt x="11175" y="15827"/>
                    <a:pt x="11675" y="15894"/>
                  </a:cubicBezTo>
                  <a:cubicBezTo>
                    <a:pt x="12176" y="15927"/>
                    <a:pt x="12643" y="15994"/>
                    <a:pt x="13110" y="16160"/>
                  </a:cubicBezTo>
                  <a:lnTo>
                    <a:pt x="13810" y="16427"/>
                  </a:lnTo>
                  <a:lnTo>
                    <a:pt x="14477" y="16761"/>
                  </a:lnTo>
                  <a:cubicBezTo>
                    <a:pt x="15345" y="17228"/>
                    <a:pt x="16145" y="17828"/>
                    <a:pt x="17012" y="18429"/>
                  </a:cubicBezTo>
                  <a:cubicBezTo>
                    <a:pt x="17846" y="18996"/>
                    <a:pt x="18780" y="19563"/>
                    <a:pt x="19648" y="20063"/>
                  </a:cubicBezTo>
                  <a:cubicBezTo>
                    <a:pt x="19848" y="20163"/>
                    <a:pt x="20115" y="20263"/>
                    <a:pt x="20348" y="20397"/>
                  </a:cubicBezTo>
                  <a:cubicBezTo>
                    <a:pt x="20615" y="20497"/>
                    <a:pt x="20882" y="20564"/>
                    <a:pt x="21149" y="20630"/>
                  </a:cubicBezTo>
                  <a:cubicBezTo>
                    <a:pt x="21449" y="20664"/>
                    <a:pt x="21716" y="20730"/>
                    <a:pt x="21983" y="20730"/>
                  </a:cubicBezTo>
                  <a:cubicBezTo>
                    <a:pt x="22216" y="20730"/>
                    <a:pt x="22516" y="20730"/>
                    <a:pt x="22716" y="20664"/>
                  </a:cubicBezTo>
                  <a:cubicBezTo>
                    <a:pt x="23183" y="20630"/>
                    <a:pt x="23650" y="20597"/>
                    <a:pt x="24117" y="20597"/>
                  </a:cubicBezTo>
                  <a:cubicBezTo>
                    <a:pt x="24551" y="20597"/>
                    <a:pt x="25018" y="20597"/>
                    <a:pt x="25452" y="20630"/>
                  </a:cubicBezTo>
                  <a:cubicBezTo>
                    <a:pt x="26286" y="20764"/>
                    <a:pt x="27186" y="21064"/>
                    <a:pt x="28020" y="21431"/>
                  </a:cubicBezTo>
                  <a:cubicBezTo>
                    <a:pt x="28854" y="21798"/>
                    <a:pt x="29688" y="22331"/>
                    <a:pt x="30322" y="22965"/>
                  </a:cubicBezTo>
                  <a:lnTo>
                    <a:pt x="30522" y="23232"/>
                  </a:lnTo>
                  <a:lnTo>
                    <a:pt x="30622" y="23299"/>
                  </a:lnTo>
                  <a:lnTo>
                    <a:pt x="30689" y="23432"/>
                  </a:lnTo>
                  <a:lnTo>
                    <a:pt x="31022" y="23999"/>
                  </a:lnTo>
                  <a:cubicBezTo>
                    <a:pt x="31156" y="24233"/>
                    <a:pt x="31223" y="24433"/>
                    <a:pt x="31323" y="24633"/>
                  </a:cubicBezTo>
                  <a:cubicBezTo>
                    <a:pt x="31389" y="24833"/>
                    <a:pt x="31456" y="25067"/>
                    <a:pt x="31523" y="25267"/>
                  </a:cubicBezTo>
                  <a:cubicBezTo>
                    <a:pt x="31790" y="26101"/>
                    <a:pt x="31823" y="27001"/>
                    <a:pt x="31723" y="27835"/>
                  </a:cubicBezTo>
                  <a:cubicBezTo>
                    <a:pt x="31690" y="28669"/>
                    <a:pt x="31489" y="29503"/>
                    <a:pt x="31323" y="30270"/>
                  </a:cubicBezTo>
                  <a:cubicBezTo>
                    <a:pt x="31156" y="31004"/>
                    <a:pt x="30989" y="31738"/>
                    <a:pt x="30856" y="32405"/>
                  </a:cubicBezTo>
                  <a:cubicBezTo>
                    <a:pt x="30555" y="33673"/>
                    <a:pt x="30622" y="34740"/>
                    <a:pt x="30655" y="35241"/>
                  </a:cubicBezTo>
                  <a:lnTo>
                    <a:pt x="30655" y="35174"/>
                  </a:lnTo>
                  <a:cubicBezTo>
                    <a:pt x="30689" y="36141"/>
                    <a:pt x="31122" y="36942"/>
                    <a:pt x="31389" y="37642"/>
                  </a:cubicBezTo>
                  <a:cubicBezTo>
                    <a:pt x="31690" y="38343"/>
                    <a:pt x="31856" y="39010"/>
                    <a:pt x="31856" y="39644"/>
                  </a:cubicBezTo>
                  <a:cubicBezTo>
                    <a:pt x="31856" y="39811"/>
                    <a:pt x="31823" y="39944"/>
                    <a:pt x="31823" y="40111"/>
                  </a:cubicBezTo>
                  <a:cubicBezTo>
                    <a:pt x="31790" y="40278"/>
                    <a:pt x="31723" y="40444"/>
                    <a:pt x="31690" y="40578"/>
                  </a:cubicBezTo>
                  <a:cubicBezTo>
                    <a:pt x="31623" y="40845"/>
                    <a:pt x="31489" y="41145"/>
                    <a:pt x="31389" y="41412"/>
                  </a:cubicBezTo>
                  <a:cubicBezTo>
                    <a:pt x="31156" y="41946"/>
                    <a:pt x="30956" y="42413"/>
                    <a:pt x="30789" y="42846"/>
                  </a:cubicBezTo>
                  <a:cubicBezTo>
                    <a:pt x="30722" y="42980"/>
                    <a:pt x="30689" y="43113"/>
                    <a:pt x="30655" y="43180"/>
                  </a:cubicBezTo>
                  <a:cubicBezTo>
                    <a:pt x="30622" y="43280"/>
                    <a:pt x="30622" y="43413"/>
                    <a:pt x="30555" y="43480"/>
                  </a:cubicBezTo>
                  <a:cubicBezTo>
                    <a:pt x="30489" y="43680"/>
                    <a:pt x="30455" y="43847"/>
                    <a:pt x="30455" y="44014"/>
                  </a:cubicBezTo>
                  <a:cubicBezTo>
                    <a:pt x="30455" y="44247"/>
                    <a:pt x="30389" y="44347"/>
                    <a:pt x="30389" y="44481"/>
                  </a:cubicBezTo>
                  <a:lnTo>
                    <a:pt x="30389" y="44781"/>
                  </a:lnTo>
                  <a:cubicBezTo>
                    <a:pt x="30389" y="44899"/>
                    <a:pt x="30389" y="44955"/>
                    <a:pt x="30393" y="44955"/>
                  </a:cubicBezTo>
                  <a:cubicBezTo>
                    <a:pt x="30399" y="44955"/>
                    <a:pt x="30415" y="44823"/>
                    <a:pt x="30455" y="44581"/>
                  </a:cubicBezTo>
                  <a:lnTo>
                    <a:pt x="30455" y="44581"/>
                  </a:lnTo>
                  <a:cubicBezTo>
                    <a:pt x="30355" y="45481"/>
                    <a:pt x="30389" y="46315"/>
                    <a:pt x="30655" y="47083"/>
                  </a:cubicBezTo>
                  <a:cubicBezTo>
                    <a:pt x="30889" y="47783"/>
                    <a:pt x="31356" y="48350"/>
                    <a:pt x="31856" y="48684"/>
                  </a:cubicBezTo>
                  <a:cubicBezTo>
                    <a:pt x="32323" y="49084"/>
                    <a:pt x="32824" y="49251"/>
                    <a:pt x="33191" y="49418"/>
                  </a:cubicBezTo>
                  <a:cubicBezTo>
                    <a:pt x="33558" y="49584"/>
                    <a:pt x="33891" y="49684"/>
                    <a:pt x="34191" y="49784"/>
                  </a:cubicBezTo>
                  <a:cubicBezTo>
                    <a:pt x="35325" y="50118"/>
                    <a:pt x="35626" y="50185"/>
                    <a:pt x="35626" y="50185"/>
                  </a:cubicBezTo>
                  <a:cubicBezTo>
                    <a:pt x="35763" y="50231"/>
                    <a:pt x="35880" y="50251"/>
                    <a:pt x="35975" y="50251"/>
                  </a:cubicBezTo>
                  <a:cubicBezTo>
                    <a:pt x="36362" y="50251"/>
                    <a:pt x="36375" y="49913"/>
                    <a:pt x="35893" y="49618"/>
                  </a:cubicBezTo>
                  <a:cubicBezTo>
                    <a:pt x="35893" y="49618"/>
                    <a:pt x="35659" y="49518"/>
                    <a:pt x="34525" y="49184"/>
                  </a:cubicBezTo>
                  <a:cubicBezTo>
                    <a:pt x="34225" y="49117"/>
                    <a:pt x="33891" y="49017"/>
                    <a:pt x="33524" y="48850"/>
                  </a:cubicBezTo>
                  <a:cubicBezTo>
                    <a:pt x="33157" y="48684"/>
                    <a:pt x="32724" y="48517"/>
                    <a:pt x="32323" y="48183"/>
                  </a:cubicBezTo>
                  <a:cubicBezTo>
                    <a:pt x="31890" y="47916"/>
                    <a:pt x="31523" y="47449"/>
                    <a:pt x="31323" y="46816"/>
                  </a:cubicBezTo>
                  <a:cubicBezTo>
                    <a:pt x="31152" y="46277"/>
                    <a:pt x="31127" y="45641"/>
                    <a:pt x="31144" y="44909"/>
                  </a:cubicBezTo>
                  <a:lnTo>
                    <a:pt x="31144" y="44909"/>
                  </a:lnTo>
                  <a:cubicBezTo>
                    <a:pt x="31144" y="44913"/>
                    <a:pt x="31145" y="44915"/>
                    <a:pt x="31146" y="44915"/>
                  </a:cubicBezTo>
                  <a:cubicBezTo>
                    <a:pt x="31150" y="44915"/>
                    <a:pt x="31156" y="44856"/>
                    <a:pt x="31156" y="44748"/>
                  </a:cubicBezTo>
                  <a:lnTo>
                    <a:pt x="31156" y="44447"/>
                  </a:lnTo>
                  <a:cubicBezTo>
                    <a:pt x="31156" y="44314"/>
                    <a:pt x="31189" y="44180"/>
                    <a:pt x="31189" y="44080"/>
                  </a:cubicBezTo>
                  <a:cubicBezTo>
                    <a:pt x="31189" y="43947"/>
                    <a:pt x="31223" y="43780"/>
                    <a:pt x="31289" y="43613"/>
                  </a:cubicBezTo>
                  <a:cubicBezTo>
                    <a:pt x="31323" y="43513"/>
                    <a:pt x="31323" y="43447"/>
                    <a:pt x="31356" y="43347"/>
                  </a:cubicBezTo>
                  <a:cubicBezTo>
                    <a:pt x="31389" y="43280"/>
                    <a:pt x="31456" y="43146"/>
                    <a:pt x="31489" y="43080"/>
                  </a:cubicBezTo>
                  <a:cubicBezTo>
                    <a:pt x="31656" y="42646"/>
                    <a:pt x="31856" y="42179"/>
                    <a:pt x="32123" y="41645"/>
                  </a:cubicBezTo>
                  <a:cubicBezTo>
                    <a:pt x="32223" y="41412"/>
                    <a:pt x="32357" y="41112"/>
                    <a:pt x="32457" y="40778"/>
                  </a:cubicBezTo>
                  <a:lnTo>
                    <a:pt x="32557" y="40278"/>
                  </a:lnTo>
                  <a:cubicBezTo>
                    <a:pt x="32557" y="40111"/>
                    <a:pt x="32624" y="39944"/>
                    <a:pt x="32624" y="39744"/>
                  </a:cubicBezTo>
                  <a:cubicBezTo>
                    <a:pt x="32657" y="38977"/>
                    <a:pt x="32457" y="38176"/>
                    <a:pt x="32157" y="37442"/>
                  </a:cubicBezTo>
                  <a:cubicBezTo>
                    <a:pt x="31856" y="36675"/>
                    <a:pt x="31489" y="35975"/>
                    <a:pt x="31489" y="35241"/>
                  </a:cubicBezTo>
                  <a:lnTo>
                    <a:pt x="31489" y="35174"/>
                  </a:lnTo>
                  <a:cubicBezTo>
                    <a:pt x="31456" y="34740"/>
                    <a:pt x="31456" y="33806"/>
                    <a:pt x="31723" y="32572"/>
                  </a:cubicBezTo>
                  <a:cubicBezTo>
                    <a:pt x="31856" y="31938"/>
                    <a:pt x="32023" y="31238"/>
                    <a:pt x="32223" y="30471"/>
                  </a:cubicBezTo>
                  <a:cubicBezTo>
                    <a:pt x="32457" y="29670"/>
                    <a:pt x="32657" y="28836"/>
                    <a:pt x="32724" y="27935"/>
                  </a:cubicBezTo>
                  <a:cubicBezTo>
                    <a:pt x="32957" y="26101"/>
                    <a:pt x="32624" y="23899"/>
                    <a:pt x="31122" y="22265"/>
                  </a:cubicBezTo>
                  <a:cubicBezTo>
                    <a:pt x="30355" y="21498"/>
                    <a:pt x="29488" y="20964"/>
                    <a:pt x="28554" y="20497"/>
                  </a:cubicBezTo>
                  <a:cubicBezTo>
                    <a:pt x="27653" y="20063"/>
                    <a:pt x="26686" y="19763"/>
                    <a:pt x="25685" y="19596"/>
                  </a:cubicBezTo>
                  <a:cubicBezTo>
                    <a:pt x="25185" y="19596"/>
                    <a:pt x="24718" y="19563"/>
                    <a:pt x="24218" y="19563"/>
                  </a:cubicBezTo>
                  <a:cubicBezTo>
                    <a:pt x="23717" y="19596"/>
                    <a:pt x="23217" y="19596"/>
                    <a:pt x="22783" y="19630"/>
                  </a:cubicBezTo>
                  <a:cubicBezTo>
                    <a:pt x="22516" y="19663"/>
                    <a:pt x="22316" y="19663"/>
                    <a:pt x="22049" y="19663"/>
                  </a:cubicBezTo>
                  <a:cubicBezTo>
                    <a:pt x="21849" y="19663"/>
                    <a:pt x="21649" y="19663"/>
                    <a:pt x="21449" y="19630"/>
                  </a:cubicBezTo>
                  <a:cubicBezTo>
                    <a:pt x="21215" y="19596"/>
                    <a:pt x="21015" y="19563"/>
                    <a:pt x="20815" y="19463"/>
                  </a:cubicBezTo>
                  <a:cubicBezTo>
                    <a:pt x="20615" y="19396"/>
                    <a:pt x="20381" y="19263"/>
                    <a:pt x="20181" y="19163"/>
                  </a:cubicBezTo>
                  <a:cubicBezTo>
                    <a:pt x="19347" y="18729"/>
                    <a:pt x="18480" y="18229"/>
                    <a:pt x="17646" y="17628"/>
                  </a:cubicBezTo>
                  <a:cubicBezTo>
                    <a:pt x="16812" y="17061"/>
                    <a:pt x="15945" y="16427"/>
                    <a:pt x="14978" y="15927"/>
                  </a:cubicBezTo>
                  <a:lnTo>
                    <a:pt x="14210" y="15593"/>
                  </a:lnTo>
                  <a:lnTo>
                    <a:pt x="13443" y="15326"/>
                  </a:lnTo>
                  <a:cubicBezTo>
                    <a:pt x="12876" y="15160"/>
                    <a:pt x="12342" y="15093"/>
                    <a:pt x="11809" y="15060"/>
                  </a:cubicBezTo>
                  <a:cubicBezTo>
                    <a:pt x="11275" y="14993"/>
                    <a:pt x="10775" y="14960"/>
                    <a:pt x="10308" y="14893"/>
                  </a:cubicBezTo>
                  <a:cubicBezTo>
                    <a:pt x="10041" y="14826"/>
                    <a:pt x="9874" y="14759"/>
                    <a:pt x="9674" y="14659"/>
                  </a:cubicBezTo>
                  <a:cubicBezTo>
                    <a:pt x="9607" y="14626"/>
                    <a:pt x="9507" y="14593"/>
                    <a:pt x="9440" y="14493"/>
                  </a:cubicBezTo>
                  <a:cubicBezTo>
                    <a:pt x="9374" y="14493"/>
                    <a:pt x="9340" y="14459"/>
                    <a:pt x="9307" y="14426"/>
                  </a:cubicBezTo>
                  <a:lnTo>
                    <a:pt x="9273" y="14392"/>
                  </a:lnTo>
                  <a:lnTo>
                    <a:pt x="9207" y="14326"/>
                  </a:lnTo>
                  <a:cubicBezTo>
                    <a:pt x="9173" y="14292"/>
                    <a:pt x="9173" y="14259"/>
                    <a:pt x="9140" y="14259"/>
                  </a:cubicBezTo>
                  <a:lnTo>
                    <a:pt x="8973" y="14159"/>
                  </a:lnTo>
                  <a:cubicBezTo>
                    <a:pt x="8940" y="14159"/>
                    <a:pt x="8873" y="14126"/>
                    <a:pt x="8840" y="14092"/>
                  </a:cubicBezTo>
                  <a:cubicBezTo>
                    <a:pt x="8773" y="14059"/>
                    <a:pt x="8706" y="13959"/>
                    <a:pt x="8640" y="13892"/>
                  </a:cubicBezTo>
                  <a:cubicBezTo>
                    <a:pt x="8473" y="13725"/>
                    <a:pt x="8339" y="13559"/>
                    <a:pt x="8206" y="13325"/>
                  </a:cubicBezTo>
                  <a:cubicBezTo>
                    <a:pt x="7973" y="12925"/>
                    <a:pt x="7772" y="12458"/>
                    <a:pt x="7472" y="12057"/>
                  </a:cubicBezTo>
                  <a:cubicBezTo>
                    <a:pt x="7305" y="11824"/>
                    <a:pt x="7139" y="11624"/>
                    <a:pt x="6938" y="11424"/>
                  </a:cubicBezTo>
                  <a:lnTo>
                    <a:pt x="6538" y="11157"/>
                  </a:lnTo>
                  <a:lnTo>
                    <a:pt x="6471" y="11123"/>
                  </a:lnTo>
                  <a:lnTo>
                    <a:pt x="6505" y="11123"/>
                  </a:lnTo>
                  <a:lnTo>
                    <a:pt x="6471" y="11090"/>
                  </a:lnTo>
                  <a:lnTo>
                    <a:pt x="6305" y="10957"/>
                  </a:lnTo>
                  <a:cubicBezTo>
                    <a:pt x="6105" y="10790"/>
                    <a:pt x="5838" y="10656"/>
                    <a:pt x="5638" y="10556"/>
                  </a:cubicBezTo>
                  <a:cubicBezTo>
                    <a:pt x="5371" y="10456"/>
                    <a:pt x="5171" y="10390"/>
                    <a:pt x="4937" y="10290"/>
                  </a:cubicBezTo>
                  <a:cubicBezTo>
                    <a:pt x="3970" y="9956"/>
                    <a:pt x="3036" y="9923"/>
                    <a:pt x="2335" y="9589"/>
                  </a:cubicBezTo>
                  <a:cubicBezTo>
                    <a:pt x="1601" y="9289"/>
                    <a:pt x="1134" y="8722"/>
                    <a:pt x="934" y="7988"/>
                  </a:cubicBezTo>
                  <a:cubicBezTo>
                    <a:pt x="867" y="7821"/>
                    <a:pt x="834" y="7621"/>
                    <a:pt x="801" y="7454"/>
                  </a:cubicBezTo>
                  <a:cubicBezTo>
                    <a:pt x="767" y="7287"/>
                    <a:pt x="767" y="7121"/>
                    <a:pt x="701" y="6954"/>
                  </a:cubicBezTo>
                  <a:cubicBezTo>
                    <a:pt x="667" y="6620"/>
                    <a:pt x="701" y="6320"/>
                    <a:pt x="767" y="5986"/>
                  </a:cubicBezTo>
                  <a:cubicBezTo>
                    <a:pt x="934" y="5319"/>
                    <a:pt x="1168" y="4786"/>
                    <a:pt x="1435" y="4252"/>
                  </a:cubicBezTo>
                  <a:cubicBezTo>
                    <a:pt x="1935" y="3151"/>
                    <a:pt x="2202" y="2150"/>
                    <a:pt x="2102" y="1450"/>
                  </a:cubicBezTo>
                  <a:cubicBezTo>
                    <a:pt x="2035" y="1283"/>
                    <a:pt x="2035" y="1116"/>
                    <a:pt x="2002" y="983"/>
                  </a:cubicBezTo>
                  <a:cubicBezTo>
                    <a:pt x="1968" y="883"/>
                    <a:pt x="1935" y="749"/>
                    <a:pt x="1868" y="649"/>
                  </a:cubicBezTo>
                  <a:cubicBezTo>
                    <a:pt x="1835" y="483"/>
                    <a:pt x="1801" y="416"/>
                    <a:pt x="1801" y="416"/>
                  </a:cubicBezTo>
                  <a:cubicBezTo>
                    <a:pt x="1649" y="125"/>
                    <a:pt x="1485" y="1"/>
                    <a:pt x="13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61" name="Google Shape;3761;p30"/>
            <p:cNvSpPr/>
            <p:nvPr/>
          </p:nvSpPr>
          <p:spPr>
            <a:xfrm>
              <a:off x="10203995" y="1045614"/>
              <a:ext cx="732766" cy="593688"/>
            </a:xfrm>
            <a:custGeom>
              <a:avLst/>
              <a:gdLst/>
              <a:ahLst/>
              <a:cxnLst/>
              <a:rect l="l" t="t" r="r" b="b"/>
              <a:pathLst>
                <a:path w="32524" h="26351" extrusionOk="0">
                  <a:moveTo>
                    <a:pt x="80" y="0"/>
                  </a:moveTo>
                  <a:lnTo>
                    <a:pt x="80" y="0"/>
                  </a:lnTo>
                  <a:cubicBezTo>
                    <a:pt x="6" y="0"/>
                    <a:pt x="1" y="141"/>
                    <a:pt x="115" y="369"/>
                  </a:cubicBezTo>
                  <a:cubicBezTo>
                    <a:pt x="115" y="369"/>
                    <a:pt x="181" y="436"/>
                    <a:pt x="215" y="602"/>
                  </a:cubicBezTo>
                  <a:cubicBezTo>
                    <a:pt x="248" y="669"/>
                    <a:pt x="281" y="802"/>
                    <a:pt x="348" y="936"/>
                  </a:cubicBezTo>
                  <a:cubicBezTo>
                    <a:pt x="381" y="1103"/>
                    <a:pt x="415" y="1269"/>
                    <a:pt x="448" y="1470"/>
                  </a:cubicBezTo>
                  <a:cubicBezTo>
                    <a:pt x="548" y="1870"/>
                    <a:pt x="548" y="2504"/>
                    <a:pt x="415" y="3304"/>
                  </a:cubicBezTo>
                  <a:cubicBezTo>
                    <a:pt x="348" y="3671"/>
                    <a:pt x="248" y="4138"/>
                    <a:pt x="181" y="4672"/>
                  </a:cubicBezTo>
                  <a:cubicBezTo>
                    <a:pt x="81" y="5172"/>
                    <a:pt x="48" y="5806"/>
                    <a:pt x="215" y="6473"/>
                  </a:cubicBezTo>
                  <a:cubicBezTo>
                    <a:pt x="248" y="6607"/>
                    <a:pt x="281" y="6840"/>
                    <a:pt x="381" y="7207"/>
                  </a:cubicBezTo>
                  <a:cubicBezTo>
                    <a:pt x="415" y="7374"/>
                    <a:pt x="515" y="7607"/>
                    <a:pt x="582" y="7841"/>
                  </a:cubicBezTo>
                  <a:cubicBezTo>
                    <a:pt x="682" y="8108"/>
                    <a:pt x="782" y="8341"/>
                    <a:pt x="1049" y="8608"/>
                  </a:cubicBezTo>
                  <a:cubicBezTo>
                    <a:pt x="1282" y="8842"/>
                    <a:pt x="1616" y="8975"/>
                    <a:pt x="1949" y="9042"/>
                  </a:cubicBezTo>
                  <a:cubicBezTo>
                    <a:pt x="2283" y="9142"/>
                    <a:pt x="2683" y="9209"/>
                    <a:pt x="3017" y="9309"/>
                  </a:cubicBezTo>
                  <a:cubicBezTo>
                    <a:pt x="3684" y="9542"/>
                    <a:pt x="4418" y="9842"/>
                    <a:pt x="5051" y="10443"/>
                  </a:cubicBezTo>
                  <a:cubicBezTo>
                    <a:pt x="5385" y="10676"/>
                    <a:pt x="5685" y="11010"/>
                    <a:pt x="6019" y="11310"/>
                  </a:cubicBezTo>
                  <a:cubicBezTo>
                    <a:pt x="6352" y="11610"/>
                    <a:pt x="6619" y="11977"/>
                    <a:pt x="6953" y="12311"/>
                  </a:cubicBezTo>
                  <a:cubicBezTo>
                    <a:pt x="7120" y="12478"/>
                    <a:pt x="7286" y="12644"/>
                    <a:pt x="7520" y="12811"/>
                  </a:cubicBezTo>
                  <a:lnTo>
                    <a:pt x="7787" y="13045"/>
                  </a:lnTo>
                  <a:cubicBezTo>
                    <a:pt x="7887" y="13145"/>
                    <a:pt x="8020" y="13178"/>
                    <a:pt x="8087" y="13278"/>
                  </a:cubicBezTo>
                  <a:cubicBezTo>
                    <a:pt x="8287" y="13378"/>
                    <a:pt x="8521" y="13545"/>
                    <a:pt x="8721" y="13645"/>
                  </a:cubicBezTo>
                  <a:lnTo>
                    <a:pt x="9054" y="13812"/>
                  </a:lnTo>
                  <a:lnTo>
                    <a:pt x="9221" y="13879"/>
                  </a:lnTo>
                  <a:lnTo>
                    <a:pt x="9288" y="13945"/>
                  </a:lnTo>
                  <a:cubicBezTo>
                    <a:pt x="9355" y="13945"/>
                    <a:pt x="9388" y="13979"/>
                    <a:pt x="9421" y="13979"/>
                  </a:cubicBezTo>
                  <a:cubicBezTo>
                    <a:pt x="9922" y="14145"/>
                    <a:pt x="10455" y="14145"/>
                    <a:pt x="10922" y="14145"/>
                  </a:cubicBezTo>
                  <a:cubicBezTo>
                    <a:pt x="11389" y="14145"/>
                    <a:pt x="11856" y="14145"/>
                    <a:pt x="12290" y="14212"/>
                  </a:cubicBezTo>
                  <a:lnTo>
                    <a:pt x="12457" y="14279"/>
                  </a:lnTo>
                  <a:lnTo>
                    <a:pt x="12557" y="14279"/>
                  </a:lnTo>
                  <a:lnTo>
                    <a:pt x="12790" y="14446"/>
                  </a:lnTo>
                  <a:cubicBezTo>
                    <a:pt x="12957" y="14546"/>
                    <a:pt x="13091" y="14712"/>
                    <a:pt x="13257" y="14879"/>
                  </a:cubicBezTo>
                  <a:cubicBezTo>
                    <a:pt x="13591" y="15213"/>
                    <a:pt x="13858" y="15613"/>
                    <a:pt x="14225" y="15880"/>
                  </a:cubicBezTo>
                  <a:lnTo>
                    <a:pt x="14592" y="16147"/>
                  </a:lnTo>
                  <a:cubicBezTo>
                    <a:pt x="14725" y="16214"/>
                    <a:pt x="14859" y="16280"/>
                    <a:pt x="14925" y="16314"/>
                  </a:cubicBezTo>
                  <a:lnTo>
                    <a:pt x="14892" y="16314"/>
                  </a:lnTo>
                  <a:cubicBezTo>
                    <a:pt x="15959" y="16881"/>
                    <a:pt x="17260" y="17214"/>
                    <a:pt x="18595" y="17214"/>
                  </a:cubicBezTo>
                  <a:cubicBezTo>
                    <a:pt x="18722" y="17221"/>
                    <a:pt x="18849" y="17224"/>
                    <a:pt x="18977" y="17224"/>
                  </a:cubicBezTo>
                  <a:cubicBezTo>
                    <a:pt x="20156" y="17224"/>
                    <a:pt x="21357" y="16968"/>
                    <a:pt x="22531" y="16847"/>
                  </a:cubicBezTo>
                  <a:cubicBezTo>
                    <a:pt x="22962" y="16791"/>
                    <a:pt x="23402" y="16761"/>
                    <a:pt x="23840" y="16761"/>
                  </a:cubicBezTo>
                  <a:cubicBezTo>
                    <a:pt x="24688" y="16761"/>
                    <a:pt x="25530" y="16872"/>
                    <a:pt x="26300" y="17114"/>
                  </a:cubicBezTo>
                  <a:cubicBezTo>
                    <a:pt x="27468" y="17481"/>
                    <a:pt x="28535" y="18148"/>
                    <a:pt x="29402" y="18849"/>
                  </a:cubicBezTo>
                  <a:cubicBezTo>
                    <a:pt x="30270" y="19616"/>
                    <a:pt x="30903" y="20483"/>
                    <a:pt x="31370" y="21317"/>
                  </a:cubicBezTo>
                  <a:cubicBezTo>
                    <a:pt x="31804" y="22184"/>
                    <a:pt x="32071" y="22985"/>
                    <a:pt x="32204" y="23686"/>
                  </a:cubicBezTo>
                  <a:cubicBezTo>
                    <a:pt x="32238" y="24086"/>
                    <a:pt x="32304" y="24353"/>
                    <a:pt x="32304" y="24653"/>
                  </a:cubicBezTo>
                  <a:cubicBezTo>
                    <a:pt x="32371" y="24953"/>
                    <a:pt x="32371" y="25153"/>
                    <a:pt x="32371" y="25353"/>
                  </a:cubicBezTo>
                  <a:lnTo>
                    <a:pt x="32371" y="25820"/>
                  </a:lnTo>
                  <a:lnTo>
                    <a:pt x="32371" y="25987"/>
                  </a:lnTo>
                  <a:cubicBezTo>
                    <a:pt x="32371" y="26226"/>
                    <a:pt x="32417" y="26351"/>
                    <a:pt x="32453" y="26351"/>
                  </a:cubicBezTo>
                  <a:cubicBezTo>
                    <a:pt x="32494" y="26351"/>
                    <a:pt x="32523" y="26201"/>
                    <a:pt x="32471" y="25887"/>
                  </a:cubicBezTo>
                  <a:lnTo>
                    <a:pt x="32471" y="25720"/>
                  </a:lnTo>
                  <a:lnTo>
                    <a:pt x="32471" y="25287"/>
                  </a:lnTo>
                  <a:cubicBezTo>
                    <a:pt x="32471" y="25053"/>
                    <a:pt x="32471" y="24820"/>
                    <a:pt x="32438" y="24519"/>
                  </a:cubicBezTo>
                  <a:cubicBezTo>
                    <a:pt x="32438" y="24219"/>
                    <a:pt x="32371" y="23952"/>
                    <a:pt x="32304" y="23552"/>
                  </a:cubicBezTo>
                  <a:cubicBezTo>
                    <a:pt x="32204" y="22852"/>
                    <a:pt x="31937" y="21984"/>
                    <a:pt x="31470" y="21117"/>
                  </a:cubicBezTo>
                  <a:cubicBezTo>
                    <a:pt x="31037" y="20183"/>
                    <a:pt x="30403" y="19316"/>
                    <a:pt x="29469" y="18515"/>
                  </a:cubicBezTo>
                  <a:cubicBezTo>
                    <a:pt x="28602" y="17715"/>
                    <a:pt x="27534" y="17047"/>
                    <a:pt x="26267" y="16647"/>
                  </a:cubicBezTo>
                  <a:cubicBezTo>
                    <a:pt x="25434" y="16355"/>
                    <a:pt x="24526" y="16244"/>
                    <a:pt x="23614" y="16244"/>
                  </a:cubicBezTo>
                  <a:cubicBezTo>
                    <a:pt x="23173" y="16244"/>
                    <a:pt x="22732" y="16270"/>
                    <a:pt x="22297" y="16314"/>
                  </a:cubicBezTo>
                  <a:cubicBezTo>
                    <a:pt x="21050" y="16438"/>
                    <a:pt x="19861" y="16650"/>
                    <a:pt x="18677" y="16650"/>
                  </a:cubicBezTo>
                  <a:cubicBezTo>
                    <a:pt x="18594" y="16650"/>
                    <a:pt x="18511" y="16649"/>
                    <a:pt x="18428" y="16647"/>
                  </a:cubicBezTo>
                  <a:cubicBezTo>
                    <a:pt x="17127" y="16647"/>
                    <a:pt x="15926" y="16314"/>
                    <a:pt x="14925" y="15780"/>
                  </a:cubicBezTo>
                  <a:lnTo>
                    <a:pt x="14892" y="15780"/>
                  </a:lnTo>
                  <a:lnTo>
                    <a:pt x="14625" y="15646"/>
                  </a:lnTo>
                  <a:cubicBezTo>
                    <a:pt x="14558" y="15613"/>
                    <a:pt x="14425" y="15513"/>
                    <a:pt x="14358" y="15446"/>
                  </a:cubicBezTo>
                  <a:cubicBezTo>
                    <a:pt x="14025" y="15146"/>
                    <a:pt x="13758" y="14813"/>
                    <a:pt x="13424" y="14479"/>
                  </a:cubicBezTo>
                  <a:cubicBezTo>
                    <a:pt x="13291" y="14312"/>
                    <a:pt x="13091" y="14145"/>
                    <a:pt x="12924" y="13979"/>
                  </a:cubicBezTo>
                  <a:lnTo>
                    <a:pt x="12590" y="13712"/>
                  </a:lnTo>
                  <a:cubicBezTo>
                    <a:pt x="12590" y="13678"/>
                    <a:pt x="12524" y="13678"/>
                    <a:pt x="12457" y="13678"/>
                  </a:cubicBezTo>
                  <a:lnTo>
                    <a:pt x="12390" y="13678"/>
                  </a:lnTo>
                  <a:lnTo>
                    <a:pt x="12223" y="13645"/>
                  </a:lnTo>
                  <a:cubicBezTo>
                    <a:pt x="11723" y="13545"/>
                    <a:pt x="11223" y="13545"/>
                    <a:pt x="10756" y="13545"/>
                  </a:cubicBezTo>
                  <a:cubicBezTo>
                    <a:pt x="10255" y="13545"/>
                    <a:pt x="9788" y="13545"/>
                    <a:pt x="9388" y="13445"/>
                  </a:cubicBezTo>
                  <a:lnTo>
                    <a:pt x="9355" y="13445"/>
                  </a:lnTo>
                  <a:lnTo>
                    <a:pt x="9254" y="13378"/>
                  </a:lnTo>
                  <a:lnTo>
                    <a:pt x="9088" y="13311"/>
                  </a:lnTo>
                  <a:lnTo>
                    <a:pt x="8754" y="13145"/>
                  </a:lnTo>
                  <a:cubicBezTo>
                    <a:pt x="8554" y="13045"/>
                    <a:pt x="8387" y="12945"/>
                    <a:pt x="8187" y="12811"/>
                  </a:cubicBezTo>
                  <a:cubicBezTo>
                    <a:pt x="8087" y="12778"/>
                    <a:pt x="7954" y="12711"/>
                    <a:pt x="7887" y="12644"/>
                  </a:cubicBezTo>
                  <a:lnTo>
                    <a:pt x="7620" y="12444"/>
                  </a:lnTo>
                  <a:cubicBezTo>
                    <a:pt x="7453" y="12311"/>
                    <a:pt x="7286" y="12144"/>
                    <a:pt x="7120" y="11977"/>
                  </a:cubicBezTo>
                  <a:cubicBezTo>
                    <a:pt x="6786" y="11644"/>
                    <a:pt x="6519" y="11310"/>
                    <a:pt x="6186" y="10976"/>
                  </a:cubicBezTo>
                  <a:cubicBezTo>
                    <a:pt x="5852" y="10643"/>
                    <a:pt x="5518" y="10309"/>
                    <a:pt x="5185" y="10042"/>
                  </a:cubicBezTo>
                  <a:cubicBezTo>
                    <a:pt x="5018" y="9876"/>
                    <a:pt x="4851" y="9776"/>
                    <a:pt x="4685" y="9642"/>
                  </a:cubicBezTo>
                  <a:cubicBezTo>
                    <a:pt x="4518" y="9509"/>
                    <a:pt x="4351" y="9375"/>
                    <a:pt x="4117" y="9309"/>
                  </a:cubicBezTo>
                  <a:cubicBezTo>
                    <a:pt x="3751" y="9142"/>
                    <a:pt x="3384" y="9008"/>
                    <a:pt x="3017" y="8875"/>
                  </a:cubicBezTo>
                  <a:cubicBezTo>
                    <a:pt x="2283" y="8708"/>
                    <a:pt x="1582" y="8675"/>
                    <a:pt x="1215" y="8308"/>
                  </a:cubicBezTo>
                  <a:cubicBezTo>
                    <a:pt x="1015" y="8108"/>
                    <a:pt x="882" y="7874"/>
                    <a:pt x="782" y="7674"/>
                  </a:cubicBezTo>
                  <a:cubicBezTo>
                    <a:pt x="715" y="7474"/>
                    <a:pt x="615" y="7274"/>
                    <a:pt x="582" y="7107"/>
                  </a:cubicBezTo>
                  <a:cubicBezTo>
                    <a:pt x="515" y="6707"/>
                    <a:pt x="448" y="6473"/>
                    <a:pt x="415" y="6340"/>
                  </a:cubicBezTo>
                  <a:cubicBezTo>
                    <a:pt x="248" y="5706"/>
                    <a:pt x="281" y="5139"/>
                    <a:pt x="381" y="4639"/>
                  </a:cubicBezTo>
                  <a:cubicBezTo>
                    <a:pt x="448" y="4138"/>
                    <a:pt x="548" y="3671"/>
                    <a:pt x="615" y="3271"/>
                  </a:cubicBezTo>
                  <a:cubicBezTo>
                    <a:pt x="748" y="2437"/>
                    <a:pt x="748" y="1803"/>
                    <a:pt x="682" y="1336"/>
                  </a:cubicBezTo>
                  <a:cubicBezTo>
                    <a:pt x="615" y="1136"/>
                    <a:pt x="582" y="969"/>
                    <a:pt x="548" y="802"/>
                  </a:cubicBezTo>
                  <a:cubicBezTo>
                    <a:pt x="515" y="669"/>
                    <a:pt x="448" y="536"/>
                    <a:pt x="415" y="469"/>
                  </a:cubicBezTo>
                  <a:cubicBezTo>
                    <a:pt x="381" y="302"/>
                    <a:pt x="348" y="269"/>
                    <a:pt x="348" y="269"/>
                  </a:cubicBezTo>
                  <a:cubicBezTo>
                    <a:pt x="233" y="82"/>
                    <a:pt x="136" y="0"/>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62" name="Google Shape;3762;p30"/>
            <p:cNvSpPr/>
            <p:nvPr/>
          </p:nvSpPr>
          <p:spPr>
            <a:xfrm>
              <a:off x="9389648" y="991722"/>
              <a:ext cx="1574329" cy="3117792"/>
            </a:xfrm>
            <a:custGeom>
              <a:avLst/>
              <a:gdLst/>
              <a:ahLst/>
              <a:cxnLst/>
              <a:rect l="l" t="t" r="r" b="b"/>
              <a:pathLst>
                <a:path w="69877" h="138384" extrusionOk="0">
                  <a:moveTo>
                    <a:pt x="14034" y="0"/>
                  </a:moveTo>
                  <a:cubicBezTo>
                    <a:pt x="13967" y="0"/>
                    <a:pt x="13860" y="484"/>
                    <a:pt x="13777" y="1460"/>
                  </a:cubicBezTo>
                  <a:cubicBezTo>
                    <a:pt x="13777" y="1460"/>
                    <a:pt x="13744" y="1560"/>
                    <a:pt x="13710" y="1860"/>
                  </a:cubicBezTo>
                  <a:cubicBezTo>
                    <a:pt x="13677" y="2027"/>
                    <a:pt x="13610" y="2194"/>
                    <a:pt x="13577" y="2461"/>
                  </a:cubicBezTo>
                  <a:cubicBezTo>
                    <a:pt x="13510" y="2661"/>
                    <a:pt x="13410" y="2961"/>
                    <a:pt x="13343" y="3228"/>
                  </a:cubicBezTo>
                  <a:cubicBezTo>
                    <a:pt x="13110" y="3862"/>
                    <a:pt x="12776" y="4629"/>
                    <a:pt x="12176" y="5396"/>
                  </a:cubicBezTo>
                  <a:cubicBezTo>
                    <a:pt x="11542" y="6197"/>
                    <a:pt x="10575" y="6997"/>
                    <a:pt x="9374" y="7831"/>
                  </a:cubicBezTo>
                  <a:cubicBezTo>
                    <a:pt x="8206" y="8665"/>
                    <a:pt x="6772" y="9699"/>
                    <a:pt x="5671" y="11334"/>
                  </a:cubicBezTo>
                  <a:cubicBezTo>
                    <a:pt x="5404" y="11734"/>
                    <a:pt x="5071" y="12134"/>
                    <a:pt x="4904" y="12668"/>
                  </a:cubicBezTo>
                  <a:cubicBezTo>
                    <a:pt x="4737" y="13168"/>
                    <a:pt x="4737" y="13735"/>
                    <a:pt x="4770" y="14302"/>
                  </a:cubicBezTo>
                  <a:cubicBezTo>
                    <a:pt x="4904" y="15403"/>
                    <a:pt x="5237" y="16537"/>
                    <a:pt x="5438" y="17705"/>
                  </a:cubicBezTo>
                  <a:cubicBezTo>
                    <a:pt x="5571" y="18339"/>
                    <a:pt x="5604" y="18906"/>
                    <a:pt x="5504" y="19540"/>
                  </a:cubicBezTo>
                  <a:cubicBezTo>
                    <a:pt x="5404" y="20173"/>
                    <a:pt x="5037" y="20674"/>
                    <a:pt x="4537" y="21141"/>
                  </a:cubicBezTo>
                  <a:cubicBezTo>
                    <a:pt x="3570" y="22008"/>
                    <a:pt x="2235" y="22575"/>
                    <a:pt x="1068" y="23576"/>
                  </a:cubicBezTo>
                  <a:cubicBezTo>
                    <a:pt x="768" y="23843"/>
                    <a:pt x="534" y="24176"/>
                    <a:pt x="334" y="24510"/>
                  </a:cubicBezTo>
                  <a:lnTo>
                    <a:pt x="201" y="24810"/>
                  </a:lnTo>
                  <a:cubicBezTo>
                    <a:pt x="167" y="24877"/>
                    <a:pt x="167" y="25010"/>
                    <a:pt x="100" y="25077"/>
                  </a:cubicBezTo>
                  <a:cubicBezTo>
                    <a:pt x="34" y="25310"/>
                    <a:pt x="34" y="25510"/>
                    <a:pt x="34" y="25711"/>
                  </a:cubicBezTo>
                  <a:cubicBezTo>
                    <a:pt x="0" y="26545"/>
                    <a:pt x="334" y="27345"/>
                    <a:pt x="668" y="28079"/>
                  </a:cubicBezTo>
                  <a:cubicBezTo>
                    <a:pt x="1001" y="28846"/>
                    <a:pt x="1435" y="29547"/>
                    <a:pt x="1835" y="30314"/>
                  </a:cubicBezTo>
                  <a:cubicBezTo>
                    <a:pt x="2235" y="31048"/>
                    <a:pt x="2569" y="31882"/>
                    <a:pt x="2569" y="32716"/>
                  </a:cubicBezTo>
                  <a:cubicBezTo>
                    <a:pt x="2602" y="33316"/>
                    <a:pt x="2502" y="34250"/>
                    <a:pt x="1902" y="35484"/>
                  </a:cubicBezTo>
                  <a:cubicBezTo>
                    <a:pt x="1668" y="36051"/>
                    <a:pt x="1268" y="36718"/>
                    <a:pt x="934" y="37486"/>
                  </a:cubicBezTo>
                  <a:cubicBezTo>
                    <a:pt x="601" y="38220"/>
                    <a:pt x="201" y="39087"/>
                    <a:pt x="234" y="40154"/>
                  </a:cubicBezTo>
                  <a:cubicBezTo>
                    <a:pt x="334" y="40688"/>
                    <a:pt x="534" y="41155"/>
                    <a:pt x="668" y="41655"/>
                  </a:cubicBezTo>
                  <a:cubicBezTo>
                    <a:pt x="768" y="42156"/>
                    <a:pt x="934" y="42656"/>
                    <a:pt x="1168" y="43156"/>
                  </a:cubicBezTo>
                  <a:cubicBezTo>
                    <a:pt x="1368" y="43657"/>
                    <a:pt x="1535" y="44191"/>
                    <a:pt x="1768" y="44691"/>
                  </a:cubicBezTo>
                  <a:cubicBezTo>
                    <a:pt x="2035" y="45191"/>
                    <a:pt x="2269" y="45725"/>
                    <a:pt x="2569" y="46259"/>
                  </a:cubicBezTo>
                  <a:cubicBezTo>
                    <a:pt x="3703" y="48394"/>
                    <a:pt x="5371" y="50495"/>
                    <a:pt x="7539" y="52196"/>
                  </a:cubicBezTo>
                  <a:cubicBezTo>
                    <a:pt x="8673" y="53030"/>
                    <a:pt x="9841" y="53764"/>
                    <a:pt x="11175" y="54364"/>
                  </a:cubicBezTo>
                  <a:cubicBezTo>
                    <a:pt x="12509" y="54932"/>
                    <a:pt x="13877" y="55432"/>
                    <a:pt x="15345" y="55732"/>
                  </a:cubicBezTo>
                  <a:cubicBezTo>
                    <a:pt x="15678" y="55832"/>
                    <a:pt x="16045" y="55866"/>
                    <a:pt x="16412" y="55932"/>
                  </a:cubicBezTo>
                  <a:cubicBezTo>
                    <a:pt x="16746" y="55999"/>
                    <a:pt x="17113" y="56066"/>
                    <a:pt x="17513" y="56099"/>
                  </a:cubicBezTo>
                  <a:cubicBezTo>
                    <a:pt x="17880" y="56199"/>
                    <a:pt x="18247" y="56232"/>
                    <a:pt x="18614" y="56266"/>
                  </a:cubicBezTo>
                  <a:cubicBezTo>
                    <a:pt x="19014" y="56333"/>
                    <a:pt x="19381" y="56366"/>
                    <a:pt x="19748" y="56366"/>
                  </a:cubicBezTo>
                  <a:cubicBezTo>
                    <a:pt x="21249" y="56433"/>
                    <a:pt x="22750" y="56533"/>
                    <a:pt x="24218" y="56833"/>
                  </a:cubicBezTo>
                  <a:cubicBezTo>
                    <a:pt x="24918" y="56933"/>
                    <a:pt x="25619" y="57200"/>
                    <a:pt x="26353" y="57433"/>
                  </a:cubicBezTo>
                  <a:cubicBezTo>
                    <a:pt x="27020" y="57734"/>
                    <a:pt x="27720" y="58067"/>
                    <a:pt x="28287" y="58501"/>
                  </a:cubicBezTo>
                  <a:cubicBezTo>
                    <a:pt x="28921" y="58868"/>
                    <a:pt x="29455" y="59368"/>
                    <a:pt x="30022" y="59868"/>
                  </a:cubicBezTo>
                  <a:lnTo>
                    <a:pt x="30856" y="60669"/>
                  </a:lnTo>
                  <a:cubicBezTo>
                    <a:pt x="31123" y="60902"/>
                    <a:pt x="31423" y="61169"/>
                    <a:pt x="31723" y="61369"/>
                  </a:cubicBezTo>
                  <a:cubicBezTo>
                    <a:pt x="32924" y="62270"/>
                    <a:pt x="34225" y="63037"/>
                    <a:pt x="35392" y="63871"/>
                  </a:cubicBezTo>
                  <a:cubicBezTo>
                    <a:pt x="36560" y="64672"/>
                    <a:pt x="37594" y="65673"/>
                    <a:pt x="38194" y="66873"/>
                  </a:cubicBezTo>
                  <a:cubicBezTo>
                    <a:pt x="38561" y="67574"/>
                    <a:pt x="38728" y="68374"/>
                    <a:pt x="38861" y="69175"/>
                  </a:cubicBezTo>
                  <a:cubicBezTo>
                    <a:pt x="38928" y="69942"/>
                    <a:pt x="38928" y="70709"/>
                    <a:pt x="38928" y="71443"/>
                  </a:cubicBezTo>
                  <a:cubicBezTo>
                    <a:pt x="38895" y="72211"/>
                    <a:pt x="38928" y="72911"/>
                    <a:pt x="39028" y="73545"/>
                  </a:cubicBezTo>
                  <a:cubicBezTo>
                    <a:pt x="39095" y="73878"/>
                    <a:pt x="39128" y="74179"/>
                    <a:pt x="39228" y="74412"/>
                  </a:cubicBezTo>
                  <a:cubicBezTo>
                    <a:pt x="39328" y="74712"/>
                    <a:pt x="39395" y="74913"/>
                    <a:pt x="39462" y="75113"/>
                  </a:cubicBezTo>
                  <a:cubicBezTo>
                    <a:pt x="39896" y="76314"/>
                    <a:pt x="40729" y="77281"/>
                    <a:pt x="41263" y="78315"/>
                  </a:cubicBezTo>
                  <a:cubicBezTo>
                    <a:pt x="41563" y="78882"/>
                    <a:pt x="41764" y="79416"/>
                    <a:pt x="41830" y="79983"/>
                  </a:cubicBezTo>
                  <a:cubicBezTo>
                    <a:pt x="41864" y="80550"/>
                    <a:pt x="41730" y="81150"/>
                    <a:pt x="41563" y="81717"/>
                  </a:cubicBezTo>
                  <a:cubicBezTo>
                    <a:pt x="41397" y="82251"/>
                    <a:pt x="41063" y="82751"/>
                    <a:pt x="40629" y="83152"/>
                  </a:cubicBezTo>
                  <a:cubicBezTo>
                    <a:pt x="40229" y="83585"/>
                    <a:pt x="39695" y="83886"/>
                    <a:pt x="39128" y="84119"/>
                  </a:cubicBezTo>
                  <a:cubicBezTo>
                    <a:pt x="38061" y="84586"/>
                    <a:pt x="36827" y="84886"/>
                    <a:pt x="35626" y="85387"/>
                  </a:cubicBezTo>
                  <a:cubicBezTo>
                    <a:pt x="35059" y="85620"/>
                    <a:pt x="34458" y="85954"/>
                    <a:pt x="33958" y="86387"/>
                  </a:cubicBezTo>
                  <a:cubicBezTo>
                    <a:pt x="33724" y="86588"/>
                    <a:pt x="33524" y="86854"/>
                    <a:pt x="33291" y="87088"/>
                  </a:cubicBezTo>
                  <a:cubicBezTo>
                    <a:pt x="33091" y="87321"/>
                    <a:pt x="32891" y="87622"/>
                    <a:pt x="32724" y="87888"/>
                  </a:cubicBezTo>
                  <a:cubicBezTo>
                    <a:pt x="32390" y="88422"/>
                    <a:pt x="32090" y="88989"/>
                    <a:pt x="31923" y="89623"/>
                  </a:cubicBezTo>
                  <a:cubicBezTo>
                    <a:pt x="31723" y="90257"/>
                    <a:pt x="31656" y="90924"/>
                    <a:pt x="31590" y="91558"/>
                  </a:cubicBezTo>
                  <a:cubicBezTo>
                    <a:pt x="31523" y="92825"/>
                    <a:pt x="31623" y="94093"/>
                    <a:pt x="31890" y="95327"/>
                  </a:cubicBezTo>
                  <a:cubicBezTo>
                    <a:pt x="32157" y="96595"/>
                    <a:pt x="32490" y="97796"/>
                    <a:pt x="32857" y="98963"/>
                  </a:cubicBezTo>
                  <a:cubicBezTo>
                    <a:pt x="33591" y="101331"/>
                    <a:pt x="34525" y="103633"/>
                    <a:pt x="35059" y="105968"/>
                  </a:cubicBezTo>
                  <a:cubicBezTo>
                    <a:pt x="35226" y="106568"/>
                    <a:pt x="35326" y="107169"/>
                    <a:pt x="35392" y="107769"/>
                  </a:cubicBezTo>
                  <a:cubicBezTo>
                    <a:pt x="35526" y="108403"/>
                    <a:pt x="35592" y="108970"/>
                    <a:pt x="35726" y="109571"/>
                  </a:cubicBezTo>
                  <a:cubicBezTo>
                    <a:pt x="35926" y="110772"/>
                    <a:pt x="36193" y="111939"/>
                    <a:pt x="36493" y="113073"/>
                  </a:cubicBezTo>
                  <a:cubicBezTo>
                    <a:pt x="37060" y="115375"/>
                    <a:pt x="37861" y="117576"/>
                    <a:pt x="38995" y="119544"/>
                  </a:cubicBezTo>
                  <a:cubicBezTo>
                    <a:pt x="40062" y="121546"/>
                    <a:pt x="41530" y="123247"/>
                    <a:pt x="43098" y="124615"/>
                  </a:cubicBezTo>
                  <a:cubicBezTo>
                    <a:pt x="44699" y="126049"/>
                    <a:pt x="46467" y="127083"/>
                    <a:pt x="48202" y="127984"/>
                  </a:cubicBezTo>
                  <a:cubicBezTo>
                    <a:pt x="49869" y="128951"/>
                    <a:pt x="51604" y="129652"/>
                    <a:pt x="53238" y="130285"/>
                  </a:cubicBezTo>
                  <a:cubicBezTo>
                    <a:pt x="54873" y="130853"/>
                    <a:pt x="56407" y="131420"/>
                    <a:pt x="57875" y="131920"/>
                  </a:cubicBezTo>
                  <a:cubicBezTo>
                    <a:pt x="59276" y="132420"/>
                    <a:pt x="60610" y="132887"/>
                    <a:pt x="61778" y="133354"/>
                  </a:cubicBezTo>
                  <a:cubicBezTo>
                    <a:pt x="64113" y="134322"/>
                    <a:pt x="65881" y="135322"/>
                    <a:pt x="67015" y="136156"/>
                  </a:cubicBezTo>
                  <a:cubicBezTo>
                    <a:pt x="67582" y="136557"/>
                    <a:pt x="67949" y="136924"/>
                    <a:pt x="68249" y="137124"/>
                  </a:cubicBezTo>
                  <a:cubicBezTo>
                    <a:pt x="68416" y="137257"/>
                    <a:pt x="68516" y="137324"/>
                    <a:pt x="68583" y="137391"/>
                  </a:cubicBezTo>
                  <a:lnTo>
                    <a:pt x="68683" y="137457"/>
                  </a:lnTo>
                  <a:cubicBezTo>
                    <a:pt x="69307" y="138066"/>
                    <a:pt x="69681" y="138383"/>
                    <a:pt x="69770" y="138383"/>
                  </a:cubicBezTo>
                  <a:cubicBezTo>
                    <a:pt x="69876" y="138383"/>
                    <a:pt x="69578" y="137933"/>
                    <a:pt x="68816" y="136990"/>
                  </a:cubicBezTo>
                  <a:cubicBezTo>
                    <a:pt x="68816" y="136990"/>
                    <a:pt x="68816" y="136957"/>
                    <a:pt x="68750" y="136924"/>
                  </a:cubicBezTo>
                  <a:cubicBezTo>
                    <a:pt x="68649" y="136890"/>
                    <a:pt x="68549" y="136790"/>
                    <a:pt x="68416" y="136657"/>
                  </a:cubicBezTo>
                  <a:cubicBezTo>
                    <a:pt x="68116" y="136423"/>
                    <a:pt x="67749" y="136056"/>
                    <a:pt x="67148" y="135656"/>
                  </a:cubicBezTo>
                  <a:cubicBezTo>
                    <a:pt x="66048" y="134822"/>
                    <a:pt x="64280" y="133788"/>
                    <a:pt x="61911" y="132821"/>
                  </a:cubicBezTo>
                  <a:cubicBezTo>
                    <a:pt x="60710" y="132320"/>
                    <a:pt x="59376" y="131820"/>
                    <a:pt x="57942" y="131320"/>
                  </a:cubicBezTo>
                  <a:cubicBezTo>
                    <a:pt x="56474" y="130819"/>
                    <a:pt x="54940" y="130319"/>
                    <a:pt x="53305" y="129718"/>
                  </a:cubicBezTo>
                  <a:cubicBezTo>
                    <a:pt x="51704" y="129085"/>
                    <a:pt x="49969" y="128384"/>
                    <a:pt x="48302" y="127417"/>
                  </a:cubicBezTo>
                  <a:cubicBezTo>
                    <a:pt x="46600" y="126483"/>
                    <a:pt x="44899" y="125449"/>
                    <a:pt x="43298" y="124081"/>
                  </a:cubicBezTo>
                  <a:cubicBezTo>
                    <a:pt x="41730" y="122713"/>
                    <a:pt x="40363" y="121046"/>
                    <a:pt x="39262" y="119077"/>
                  </a:cubicBezTo>
                  <a:cubicBezTo>
                    <a:pt x="38194" y="117109"/>
                    <a:pt x="37394" y="114941"/>
                    <a:pt x="36793" y="112706"/>
                  </a:cubicBezTo>
                  <a:cubicBezTo>
                    <a:pt x="36526" y="111572"/>
                    <a:pt x="36260" y="110405"/>
                    <a:pt x="36059" y="109237"/>
                  </a:cubicBezTo>
                  <a:cubicBezTo>
                    <a:pt x="35959" y="108637"/>
                    <a:pt x="35859" y="108070"/>
                    <a:pt x="35759" y="107469"/>
                  </a:cubicBezTo>
                  <a:cubicBezTo>
                    <a:pt x="35626" y="106902"/>
                    <a:pt x="35559" y="106302"/>
                    <a:pt x="35426" y="105701"/>
                  </a:cubicBezTo>
                  <a:cubicBezTo>
                    <a:pt x="34859" y="103299"/>
                    <a:pt x="33925" y="101031"/>
                    <a:pt x="33224" y="98629"/>
                  </a:cubicBezTo>
                  <a:cubicBezTo>
                    <a:pt x="32891" y="97462"/>
                    <a:pt x="32557" y="96261"/>
                    <a:pt x="32290" y="95060"/>
                  </a:cubicBezTo>
                  <a:cubicBezTo>
                    <a:pt x="32090" y="93859"/>
                    <a:pt x="31923" y="92592"/>
                    <a:pt x="32023" y="91391"/>
                  </a:cubicBezTo>
                  <a:cubicBezTo>
                    <a:pt x="32057" y="90791"/>
                    <a:pt x="32123" y="90190"/>
                    <a:pt x="32290" y="89590"/>
                  </a:cubicBezTo>
                  <a:cubicBezTo>
                    <a:pt x="32457" y="89023"/>
                    <a:pt x="32724" y="88422"/>
                    <a:pt x="33057" y="87922"/>
                  </a:cubicBezTo>
                  <a:cubicBezTo>
                    <a:pt x="33224" y="87688"/>
                    <a:pt x="33391" y="87421"/>
                    <a:pt x="33591" y="87221"/>
                  </a:cubicBezTo>
                  <a:cubicBezTo>
                    <a:pt x="33758" y="87021"/>
                    <a:pt x="34025" y="86788"/>
                    <a:pt x="34225" y="86588"/>
                  </a:cubicBezTo>
                  <a:cubicBezTo>
                    <a:pt x="34692" y="86221"/>
                    <a:pt x="35226" y="85920"/>
                    <a:pt x="35759" y="85687"/>
                  </a:cubicBezTo>
                  <a:cubicBezTo>
                    <a:pt x="36893" y="85220"/>
                    <a:pt x="38128" y="84920"/>
                    <a:pt x="39295" y="84419"/>
                  </a:cubicBezTo>
                  <a:cubicBezTo>
                    <a:pt x="39896" y="84186"/>
                    <a:pt x="40429" y="83852"/>
                    <a:pt x="40930" y="83385"/>
                  </a:cubicBezTo>
                  <a:cubicBezTo>
                    <a:pt x="41397" y="82952"/>
                    <a:pt x="41764" y="82385"/>
                    <a:pt x="41964" y="81751"/>
                  </a:cubicBezTo>
                  <a:cubicBezTo>
                    <a:pt x="42064" y="81417"/>
                    <a:pt x="42130" y="81117"/>
                    <a:pt x="42197" y="80783"/>
                  </a:cubicBezTo>
                  <a:cubicBezTo>
                    <a:pt x="42231" y="80517"/>
                    <a:pt x="42264" y="80183"/>
                    <a:pt x="42231" y="79849"/>
                  </a:cubicBezTo>
                  <a:cubicBezTo>
                    <a:pt x="42197" y="79182"/>
                    <a:pt x="41930" y="78548"/>
                    <a:pt x="41630" y="78015"/>
                  </a:cubicBezTo>
                  <a:cubicBezTo>
                    <a:pt x="41063" y="76914"/>
                    <a:pt x="40262" y="75947"/>
                    <a:pt x="39896" y="74879"/>
                  </a:cubicBezTo>
                  <a:cubicBezTo>
                    <a:pt x="39862" y="74712"/>
                    <a:pt x="39762" y="74512"/>
                    <a:pt x="39695" y="74245"/>
                  </a:cubicBezTo>
                  <a:cubicBezTo>
                    <a:pt x="39629" y="74012"/>
                    <a:pt x="39595" y="73745"/>
                    <a:pt x="39529" y="73445"/>
                  </a:cubicBezTo>
                  <a:cubicBezTo>
                    <a:pt x="39429" y="72878"/>
                    <a:pt x="39395" y="72211"/>
                    <a:pt x="39429" y="71443"/>
                  </a:cubicBezTo>
                  <a:cubicBezTo>
                    <a:pt x="39462" y="69942"/>
                    <a:pt x="39395" y="68174"/>
                    <a:pt x="38628" y="66607"/>
                  </a:cubicBezTo>
                  <a:cubicBezTo>
                    <a:pt x="38028" y="65272"/>
                    <a:pt x="36893" y="64238"/>
                    <a:pt x="35693" y="63404"/>
                  </a:cubicBezTo>
                  <a:cubicBezTo>
                    <a:pt x="34525" y="62570"/>
                    <a:pt x="33224" y="61836"/>
                    <a:pt x="32057" y="60936"/>
                  </a:cubicBezTo>
                  <a:cubicBezTo>
                    <a:pt x="31723" y="60702"/>
                    <a:pt x="31456" y="60502"/>
                    <a:pt x="31189" y="60235"/>
                  </a:cubicBezTo>
                  <a:lnTo>
                    <a:pt x="30355" y="59501"/>
                  </a:lnTo>
                  <a:cubicBezTo>
                    <a:pt x="29788" y="58934"/>
                    <a:pt x="29221" y="58434"/>
                    <a:pt x="28554" y="58034"/>
                  </a:cubicBezTo>
                  <a:cubicBezTo>
                    <a:pt x="27920" y="57567"/>
                    <a:pt x="27220" y="57233"/>
                    <a:pt x="26519" y="56933"/>
                  </a:cubicBezTo>
                  <a:cubicBezTo>
                    <a:pt x="25785" y="56666"/>
                    <a:pt x="25052" y="56433"/>
                    <a:pt x="24284" y="56266"/>
                  </a:cubicBezTo>
                  <a:cubicBezTo>
                    <a:pt x="22783" y="55932"/>
                    <a:pt x="21282" y="55899"/>
                    <a:pt x="19781" y="55832"/>
                  </a:cubicBezTo>
                  <a:cubicBezTo>
                    <a:pt x="19414" y="55832"/>
                    <a:pt x="19047" y="55765"/>
                    <a:pt x="18680" y="55732"/>
                  </a:cubicBezTo>
                  <a:cubicBezTo>
                    <a:pt x="18347" y="55699"/>
                    <a:pt x="17947" y="55665"/>
                    <a:pt x="17580" y="55599"/>
                  </a:cubicBezTo>
                  <a:cubicBezTo>
                    <a:pt x="17213" y="55565"/>
                    <a:pt x="16879" y="55532"/>
                    <a:pt x="16512" y="55432"/>
                  </a:cubicBezTo>
                  <a:cubicBezTo>
                    <a:pt x="16112" y="55365"/>
                    <a:pt x="15745" y="55332"/>
                    <a:pt x="15411" y="55232"/>
                  </a:cubicBezTo>
                  <a:cubicBezTo>
                    <a:pt x="14010" y="54932"/>
                    <a:pt x="12609" y="54431"/>
                    <a:pt x="11342" y="53897"/>
                  </a:cubicBezTo>
                  <a:cubicBezTo>
                    <a:pt x="10041" y="53364"/>
                    <a:pt x="8873" y="52597"/>
                    <a:pt x="7773" y="51829"/>
                  </a:cubicBezTo>
                  <a:cubicBezTo>
                    <a:pt x="5671" y="50161"/>
                    <a:pt x="4037" y="48093"/>
                    <a:pt x="2902" y="46025"/>
                  </a:cubicBezTo>
                  <a:cubicBezTo>
                    <a:pt x="2602" y="45525"/>
                    <a:pt x="2369" y="44991"/>
                    <a:pt x="2102" y="44491"/>
                  </a:cubicBezTo>
                  <a:cubicBezTo>
                    <a:pt x="1868" y="43990"/>
                    <a:pt x="1702" y="43423"/>
                    <a:pt x="1501" y="42923"/>
                  </a:cubicBezTo>
                  <a:cubicBezTo>
                    <a:pt x="1268" y="42423"/>
                    <a:pt x="1168" y="41922"/>
                    <a:pt x="1001" y="41422"/>
                  </a:cubicBezTo>
                  <a:cubicBezTo>
                    <a:pt x="868" y="40988"/>
                    <a:pt x="668" y="40488"/>
                    <a:pt x="601" y="40054"/>
                  </a:cubicBezTo>
                  <a:cubicBezTo>
                    <a:pt x="567" y="39187"/>
                    <a:pt x="934" y="38353"/>
                    <a:pt x="1268" y="37586"/>
                  </a:cubicBezTo>
                  <a:cubicBezTo>
                    <a:pt x="1602" y="36852"/>
                    <a:pt x="1935" y="36185"/>
                    <a:pt x="2235" y="35551"/>
                  </a:cubicBezTo>
                  <a:cubicBezTo>
                    <a:pt x="2836" y="34350"/>
                    <a:pt x="3003" y="33316"/>
                    <a:pt x="2902" y="32649"/>
                  </a:cubicBezTo>
                  <a:cubicBezTo>
                    <a:pt x="2869" y="31715"/>
                    <a:pt x="2502" y="30848"/>
                    <a:pt x="2102" y="30080"/>
                  </a:cubicBezTo>
                  <a:cubicBezTo>
                    <a:pt x="1735" y="29347"/>
                    <a:pt x="1268" y="28579"/>
                    <a:pt x="934" y="27879"/>
                  </a:cubicBezTo>
                  <a:cubicBezTo>
                    <a:pt x="601" y="27178"/>
                    <a:pt x="334" y="26411"/>
                    <a:pt x="367" y="25677"/>
                  </a:cubicBezTo>
                  <a:cubicBezTo>
                    <a:pt x="401" y="25510"/>
                    <a:pt x="401" y="25310"/>
                    <a:pt x="434" y="25144"/>
                  </a:cubicBezTo>
                  <a:cubicBezTo>
                    <a:pt x="501" y="25043"/>
                    <a:pt x="501" y="24977"/>
                    <a:pt x="534" y="24877"/>
                  </a:cubicBezTo>
                  <a:lnTo>
                    <a:pt x="668" y="24643"/>
                  </a:lnTo>
                  <a:cubicBezTo>
                    <a:pt x="834" y="24310"/>
                    <a:pt x="1068" y="24043"/>
                    <a:pt x="1335" y="23809"/>
                  </a:cubicBezTo>
                  <a:cubicBezTo>
                    <a:pt x="2402" y="22842"/>
                    <a:pt x="3736" y="22241"/>
                    <a:pt x="4770" y="21341"/>
                  </a:cubicBezTo>
                  <a:cubicBezTo>
                    <a:pt x="5037" y="21074"/>
                    <a:pt x="5237" y="20840"/>
                    <a:pt x="5471" y="20540"/>
                  </a:cubicBezTo>
                  <a:cubicBezTo>
                    <a:pt x="5538" y="20407"/>
                    <a:pt x="5638" y="20240"/>
                    <a:pt x="5704" y="20073"/>
                  </a:cubicBezTo>
                  <a:lnTo>
                    <a:pt x="5838" y="19573"/>
                  </a:lnTo>
                  <a:cubicBezTo>
                    <a:pt x="5971" y="18906"/>
                    <a:pt x="5871" y="18305"/>
                    <a:pt x="5805" y="17672"/>
                  </a:cubicBezTo>
                  <a:cubicBezTo>
                    <a:pt x="5571" y="16471"/>
                    <a:pt x="5237" y="15370"/>
                    <a:pt x="5137" y="14302"/>
                  </a:cubicBezTo>
                  <a:cubicBezTo>
                    <a:pt x="5037" y="13802"/>
                    <a:pt x="5037" y="13235"/>
                    <a:pt x="5204" y="12801"/>
                  </a:cubicBezTo>
                  <a:cubicBezTo>
                    <a:pt x="5338" y="12334"/>
                    <a:pt x="5671" y="11967"/>
                    <a:pt x="5905" y="11534"/>
                  </a:cubicBezTo>
                  <a:cubicBezTo>
                    <a:pt x="7005" y="9966"/>
                    <a:pt x="8373" y="8965"/>
                    <a:pt x="9541" y="8065"/>
                  </a:cubicBezTo>
                  <a:cubicBezTo>
                    <a:pt x="10741" y="7231"/>
                    <a:pt x="11742" y="6464"/>
                    <a:pt x="12376" y="5630"/>
                  </a:cubicBezTo>
                  <a:cubicBezTo>
                    <a:pt x="13043" y="4796"/>
                    <a:pt x="13377" y="3995"/>
                    <a:pt x="13577" y="3361"/>
                  </a:cubicBezTo>
                  <a:cubicBezTo>
                    <a:pt x="13677" y="3028"/>
                    <a:pt x="13777" y="2794"/>
                    <a:pt x="13844" y="2527"/>
                  </a:cubicBezTo>
                  <a:cubicBezTo>
                    <a:pt x="13910" y="2294"/>
                    <a:pt x="13910" y="2127"/>
                    <a:pt x="13944" y="1960"/>
                  </a:cubicBezTo>
                  <a:cubicBezTo>
                    <a:pt x="14010" y="1627"/>
                    <a:pt x="14044" y="1493"/>
                    <a:pt x="14044" y="1493"/>
                  </a:cubicBezTo>
                  <a:cubicBezTo>
                    <a:pt x="14128" y="501"/>
                    <a:pt x="14102" y="0"/>
                    <a:pt x="140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63" name="Google Shape;3763;p30"/>
            <p:cNvSpPr/>
            <p:nvPr/>
          </p:nvSpPr>
          <p:spPr>
            <a:xfrm>
              <a:off x="9719578" y="1544473"/>
              <a:ext cx="415679" cy="246140"/>
            </a:xfrm>
            <a:custGeom>
              <a:avLst/>
              <a:gdLst/>
              <a:ahLst/>
              <a:cxnLst/>
              <a:rect l="l" t="t" r="r" b="b"/>
              <a:pathLst>
                <a:path w="18450" h="10925" extrusionOk="0">
                  <a:moveTo>
                    <a:pt x="6115" y="0"/>
                  </a:moveTo>
                  <a:cubicBezTo>
                    <a:pt x="6078" y="0"/>
                    <a:pt x="6041" y="3"/>
                    <a:pt x="6004" y="9"/>
                  </a:cubicBezTo>
                  <a:lnTo>
                    <a:pt x="5671" y="9"/>
                  </a:lnTo>
                  <a:lnTo>
                    <a:pt x="5371" y="42"/>
                  </a:lnTo>
                  <a:cubicBezTo>
                    <a:pt x="5171" y="109"/>
                    <a:pt x="4937" y="143"/>
                    <a:pt x="4770" y="209"/>
                  </a:cubicBezTo>
                  <a:cubicBezTo>
                    <a:pt x="4603" y="276"/>
                    <a:pt x="4403" y="343"/>
                    <a:pt x="4237" y="443"/>
                  </a:cubicBezTo>
                  <a:cubicBezTo>
                    <a:pt x="4070" y="476"/>
                    <a:pt x="3903" y="610"/>
                    <a:pt x="3736" y="710"/>
                  </a:cubicBezTo>
                  <a:cubicBezTo>
                    <a:pt x="3569" y="810"/>
                    <a:pt x="3436" y="976"/>
                    <a:pt x="3336" y="1110"/>
                  </a:cubicBezTo>
                  <a:cubicBezTo>
                    <a:pt x="3202" y="1210"/>
                    <a:pt x="3069" y="1343"/>
                    <a:pt x="3002" y="1510"/>
                  </a:cubicBezTo>
                  <a:cubicBezTo>
                    <a:pt x="2602" y="2111"/>
                    <a:pt x="2335" y="2678"/>
                    <a:pt x="2068" y="3178"/>
                  </a:cubicBezTo>
                  <a:cubicBezTo>
                    <a:pt x="1835" y="3678"/>
                    <a:pt x="1568" y="4045"/>
                    <a:pt x="1268" y="4346"/>
                  </a:cubicBezTo>
                  <a:cubicBezTo>
                    <a:pt x="1201" y="4379"/>
                    <a:pt x="1168" y="4479"/>
                    <a:pt x="1068" y="4512"/>
                  </a:cubicBezTo>
                  <a:cubicBezTo>
                    <a:pt x="1001" y="4546"/>
                    <a:pt x="934" y="4612"/>
                    <a:pt x="867" y="4646"/>
                  </a:cubicBezTo>
                  <a:cubicBezTo>
                    <a:pt x="734" y="4712"/>
                    <a:pt x="601" y="4779"/>
                    <a:pt x="534" y="4813"/>
                  </a:cubicBezTo>
                  <a:cubicBezTo>
                    <a:pt x="334" y="4879"/>
                    <a:pt x="200" y="4879"/>
                    <a:pt x="200" y="4879"/>
                  </a:cubicBezTo>
                  <a:cubicBezTo>
                    <a:pt x="9" y="4943"/>
                    <a:pt x="1" y="5282"/>
                    <a:pt x="234" y="5282"/>
                  </a:cubicBezTo>
                  <a:cubicBezTo>
                    <a:pt x="244" y="5282"/>
                    <a:pt x="256" y="5281"/>
                    <a:pt x="267" y="5280"/>
                  </a:cubicBezTo>
                  <a:cubicBezTo>
                    <a:pt x="267" y="5280"/>
                    <a:pt x="400" y="5280"/>
                    <a:pt x="667" y="5179"/>
                  </a:cubicBezTo>
                  <a:cubicBezTo>
                    <a:pt x="767" y="5146"/>
                    <a:pt x="901" y="5146"/>
                    <a:pt x="1068" y="5013"/>
                  </a:cubicBezTo>
                  <a:cubicBezTo>
                    <a:pt x="1168" y="4979"/>
                    <a:pt x="1234" y="4879"/>
                    <a:pt x="1334" y="4846"/>
                  </a:cubicBezTo>
                  <a:cubicBezTo>
                    <a:pt x="1401" y="4779"/>
                    <a:pt x="1501" y="4712"/>
                    <a:pt x="1568" y="4646"/>
                  </a:cubicBezTo>
                  <a:cubicBezTo>
                    <a:pt x="1902" y="4346"/>
                    <a:pt x="2202" y="3879"/>
                    <a:pt x="2502" y="3378"/>
                  </a:cubicBezTo>
                  <a:cubicBezTo>
                    <a:pt x="2769" y="2878"/>
                    <a:pt x="3069" y="2311"/>
                    <a:pt x="3436" y="1810"/>
                  </a:cubicBezTo>
                  <a:cubicBezTo>
                    <a:pt x="3536" y="1677"/>
                    <a:pt x="3669" y="1544"/>
                    <a:pt x="3736" y="1443"/>
                  </a:cubicBezTo>
                  <a:cubicBezTo>
                    <a:pt x="3870" y="1343"/>
                    <a:pt x="4003" y="1210"/>
                    <a:pt x="4103" y="1143"/>
                  </a:cubicBezTo>
                  <a:cubicBezTo>
                    <a:pt x="4237" y="1043"/>
                    <a:pt x="4370" y="943"/>
                    <a:pt x="4537" y="876"/>
                  </a:cubicBezTo>
                  <a:cubicBezTo>
                    <a:pt x="4670" y="843"/>
                    <a:pt x="4837" y="776"/>
                    <a:pt x="5004" y="710"/>
                  </a:cubicBezTo>
                  <a:cubicBezTo>
                    <a:pt x="5319" y="615"/>
                    <a:pt x="5641" y="550"/>
                    <a:pt x="5942" y="550"/>
                  </a:cubicBezTo>
                  <a:cubicBezTo>
                    <a:pt x="6280" y="550"/>
                    <a:pt x="6592" y="632"/>
                    <a:pt x="6838" y="843"/>
                  </a:cubicBezTo>
                  <a:cubicBezTo>
                    <a:pt x="7072" y="1043"/>
                    <a:pt x="7239" y="1343"/>
                    <a:pt x="7405" y="1644"/>
                  </a:cubicBezTo>
                  <a:cubicBezTo>
                    <a:pt x="7572" y="1944"/>
                    <a:pt x="7706" y="2277"/>
                    <a:pt x="7872" y="2611"/>
                  </a:cubicBezTo>
                  <a:cubicBezTo>
                    <a:pt x="8206" y="3211"/>
                    <a:pt x="8573" y="3945"/>
                    <a:pt x="9173" y="4379"/>
                  </a:cubicBezTo>
                  <a:cubicBezTo>
                    <a:pt x="9407" y="4646"/>
                    <a:pt x="9774" y="4813"/>
                    <a:pt x="10174" y="4946"/>
                  </a:cubicBezTo>
                  <a:cubicBezTo>
                    <a:pt x="10443" y="4995"/>
                    <a:pt x="10729" y="5026"/>
                    <a:pt x="11034" y="5026"/>
                  </a:cubicBezTo>
                  <a:cubicBezTo>
                    <a:pt x="11145" y="5026"/>
                    <a:pt x="11259" y="5022"/>
                    <a:pt x="11375" y="5013"/>
                  </a:cubicBezTo>
                  <a:cubicBezTo>
                    <a:pt x="12176" y="4946"/>
                    <a:pt x="12909" y="4612"/>
                    <a:pt x="13543" y="4546"/>
                  </a:cubicBezTo>
                  <a:cubicBezTo>
                    <a:pt x="13877" y="4546"/>
                    <a:pt x="14110" y="4646"/>
                    <a:pt x="14344" y="4846"/>
                  </a:cubicBezTo>
                  <a:cubicBezTo>
                    <a:pt x="14577" y="5046"/>
                    <a:pt x="14744" y="5346"/>
                    <a:pt x="14877" y="5680"/>
                  </a:cubicBezTo>
                  <a:cubicBezTo>
                    <a:pt x="15011" y="6013"/>
                    <a:pt x="15111" y="6347"/>
                    <a:pt x="15211" y="6681"/>
                  </a:cubicBezTo>
                  <a:cubicBezTo>
                    <a:pt x="15278" y="6981"/>
                    <a:pt x="15344" y="7314"/>
                    <a:pt x="15378" y="7648"/>
                  </a:cubicBezTo>
                  <a:cubicBezTo>
                    <a:pt x="15445" y="8315"/>
                    <a:pt x="15545" y="8949"/>
                    <a:pt x="15745" y="9516"/>
                  </a:cubicBezTo>
                  <a:cubicBezTo>
                    <a:pt x="15912" y="10083"/>
                    <a:pt x="16245" y="10617"/>
                    <a:pt x="16745" y="10817"/>
                  </a:cubicBezTo>
                  <a:cubicBezTo>
                    <a:pt x="16950" y="10899"/>
                    <a:pt x="17132" y="10925"/>
                    <a:pt x="17294" y="10925"/>
                  </a:cubicBezTo>
                  <a:cubicBezTo>
                    <a:pt x="17529" y="10925"/>
                    <a:pt x="17722" y="10870"/>
                    <a:pt x="17880" y="10850"/>
                  </a:cubicBezTo>
                  <a:lnTo>
                    <a:pt x="18247" y="10717"/>
                  </a:lnTo>
                  <a:cubicBezTo>
                    <a:pt x="18449" y="10641"/>
                    <a:pt x="18421" y="10449"/>
                    <a:pt x="18279" y="10449"/>
                  </a:cubicBezTo>
                  <a:cubicBezTo>
                    <a:pt x="18234" y="10449"/>
                    <a:pt x="18177" y="10469"/>
                    <a:pt x="18113" y="10517"/>
                  </a:cubicBezTo>
                  <a:cubicBezTo>
                    <a:pt x="18113" y="10517"/>
                    <a:pt x="18013" y="10550"/>
                    <a:pt x="17780" y="10617"/>
                  </a:cubicBezTo>
                  <a:cubicBezTo>
                    <a:pt x="17690" y="10632"/>
                    <a:pt x="17581" y="10647"/>
                    <a:pt x="17457" y="10647"/>
                  </a:cubicBezTo>
                  <a:cubicBezTo>
                    <a:pt x="17304" y="10647"/>
                    <a:pt x="17130" y="10624"/>
                    <a:pt x="16946" y="10550"/>
                  </a:cubicBezTo>
                  <a:cubicBezTo>
                    <a:pt x="16612" y="10450"/>
                    <a:pt x="16379" y="10016"/>
                    <a:pt x="16212" y="9516"/>
                  </a:cubicBezTo>
                  <a:cubicBezTo>
                    <a:pt x="16045" y="9016"/>
                    <a:pt x="16012" y="8382"/>
                    <a:pt x="15912" y="7715"/>
                  </a:cubicBezTo>
                  <a:cubicBezTo>
                    <a:pt x="15878" y="7381"/>
                    <a:pt x="15845" y="7014"/>
                    <a:pt x="15745" y="6647"/>
                  </a:cubicBezTo>
                  <a:cubicBezTo>
                    <a:pt x="15678" y="6280"/>
                    <a:pt x="15578" y="5947"/>
                    <a:pt x="15411" y="5546"/>
                  </a:cubicBezTo>
                  <a:cubicBezTo>
                    <a:pt x="15278" y="5213"/>
                    <a:pt x="15078" y="4846"/>
                    <a:pt x="14777" y="4512"/>
                  </a:cubicBezTo>
                  <a:cubicBezTo>
                    <a:pt x="14611" y="4379"/>
                    <a:pt x="14410" y="4212"/>
                    <a:pt x="14210" y="4145"/>
                  </a:cubicBezTo>
                  <a:cubicBezTo>
                    <a:pt x="14010" y="4045"/>
                    <a:pt x="13743" y="4012"/>
                    <a:pt x="13543" y="4012"/>
                  </a:cubicBezTo>
                  <a:cubicBezTo>
                    <a:pt x="13110" y="4012"/>
                    <a:pt x="12743" y="4145"/>
                    <a:pt x="12376" y="4212"/>
                  </a:cubicBezTo>
                  <a:cubicBezTo>
                    <a:pt x="12009" y="4312"/>
                    <a:pt x="11675" y="4379"/>
                    <a:pt x="11342" y="4446"/>
                  </a:cubicBezTo>
                  <a:cubicBezTo>
                    <a:pt x="11260" y="4454"/>
                    <a:pt x="11179" y="4458"/>
                    <a:pt x="11099" y="4458"/>
                  </a:cubicBezTo>
                  <a:cubicBezTo>
                    <a:pt x="10549" y="4458"/>
                    <a:pt x="10023" y="4265"/>
                    <a:pt x="9674" y="3945"/>
                  </a:cubicBezTo>
                  <a:cubicBezTo>
                    <a:pt x="9207" y="3545"/>
                    <a:pt x="8873" y="2978"/>
                    <a:pt x="8540" y="2344"/>
                  </a:cubicBezTo>
                  <a:cubicBezTo>
                    <a:pt x="8373" y="2011"/>
                    <a:pt x="8239" y="1677"/>
                    <a:pt x="8039" y="1343"/>
                  </a:cubicBezTo>
                  <a:cubicBezTo>
                    <a:pt x="7839" y="1010"/>
                    <a:pt x="7606" y="676"/>
                    <a:pt x="7239" y="376"/>
                  </a:cubicBezTo>
                  <a:cubicBezTo>
                    <a:pt x="7172" y="343"/>
                    <a:pt x="7072" y="276"/>
                    <a:pt x="6938" y="209"/>
                  </a:cubicBezTo>
                  <a:cubicBezTo>
                    <a:pt x="6872" y="176"/>
                    <a:pt x="6772" y="143"/>
                    <a:pt x="6672" y="109"/>
                  </a:cubicBezTo>
                  <a:cubicBezTo>
                    <a:pt x="6454" y="55"/>
                    <a:pt x="6280" y="0"/>
                    <a:pt x="61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64" name="Google Shape;3764;p30"/>
            <p:cNvSpPr/>
            <p:nvPr/>
          </p:nvSpPr>
          <p:spPr>
            <a:xfrm>
              <a:off x="10093846" y="1486504"/>
              <a:ext cx="370483" cy="268670"/>
            </a:xfrm>
            <a:custGeom>
              <a:avLst/>
              <a:gdLst/>
              <a:ahLst/>
              <a:cxnLst/>
              <a:rect l="l" t="t" r="r" b="b"/>
              <a:pathLst>
                <a:path w="16444" h="11925" extrusionOk="0">
                  <a:moveTo>
                    <a:pt x="5749" y="1"/>
                  </a:moveTo>
                  <a:cubicBezTo>
                    <a:pt x="5525" y="1"/>
                    <a:pt x="5304" y="29"/>
                    <a:pt x="5104" y="47"/>
                  </a:cubicBezTo>
                  <a:cubicBezTo>
                    <a:pt x="4904" y="80"/>
                    <a:pt x="4670" y="114"/>
                    <a:pt x="4503" y="147"/>
                  </a:cubicBezTo>
                  <a:cubicBezTo>
                    <a:pt x="4336" y="214"/>
                    <a:pt x="4136" y="314"/>
                    <a:pt x="3970" y="414"/>
                  </a:cubicBezTo>
                  <a:cubicBezTo>
                    <a:pt x="3269" y="848"/>
                    <a:pt x="2902" y="1548"/>
                    <a:pt x="2635" y="2115"/>
                  </a:cubicBezTo>
                  <a:cubicBezTo>
                    <a:pt x="2402" y="2716"/>
                    <a:pt x="2235" y="3283"/>
                    <a:pt x="2001" y="3783"/>
                  </a:cubicBezTo>
                  <a:cubicBezTo>
                    <a:pt x="1801" y="4283"/>
                    <a:pt x="1601" y="4717"/>
                    <a:pt x="1334" y="4950"/>
                  </a:cubicBezTo>
                  <a:cubicBezTo>
                    <a:pt x="1101" y="5217"/>
                    <a:pt x="834" y="5284"/>
                    <a:pt x="634" y="5317"/>
                  </a:cubicBezTo>
                  <a:lnTo>
                    <a:pt x="334" y="5317"/>
                  </a:lnTo>
                  <a:cubicBezTo>
                    <a:pt x="100" y="5317"/>
                    <a:pt x="0" y="5651"/>
                    <a:pt x="300" y="5718"/>
                  </a:cubicBezTo>
                  <a:lnTo>
                    <a:pt x="667" y="5718"/>
                  </a:lnTo>
                  <a:cubicBezTo>
                    <a:pt x="934" y="5718"/>
                    <a:pt x="1301" y="5618"/>
                    <a:pt x="1635" y="5284"/>
                  </a:cubicBezTo>
                  <a:cubicBezTo>
                    <a:pt x="2302" y="4650"/>
                    <a:pt x="2602" y="3483"/>
                    <a:pt x="3102" y="2382"/>
                  </a:cubicBezTo>
                  <a:cubicBezTo>
                    <a:pt x="3336" y="1782"/>
                    <a:pt x="3669" y="1248"/>
                    <a:pt x="4236" y="948"/>
                  </a:cubicBezTo>
                  <a:cubicBezTo>
                    <a:pt x="4336" y="881"/>
                    <a:pt x="4470" y="848"/>
                    <a:pt x="4637" y="781"/>
                  </a:cubicBezTo>
                  <a:cubicBezTo>
                    <a:pt x="4770" y="747"/>
                    <a:pt x="4937" y="747"/>
                    <a:pt x="5104" y="714"/>
                  </a:cubicBezTo>
                  <a:cubicBezTo>
                    <a:pt x="5437" y="714"/>
                    <a:pt x="5737" y="714"/>
                    <a:pt x="6004" y="781"/>
                  </a:cubicBezTo>
                  <a:cubicBezTo>
                    <a:pt x="6571" y="948"/>
                    <a:pt x="6972" y="1448"/>
                    <a:pt x="7272" y="2048"/>
                  </a:cubicBezTo>
                  <a:cubicBezTo>
                    <a:pt x="7572" y="2615"/>
                    <a:pt x="7806" y="3249"/>
                    <a:pt x="8106" y="3816"/>
                  </a:cubicBezTo>
                  <a:cubicBezTo>
                    <a:pt x="8239" y="4083"/>
                    <a:pt x="8439" y="4383"/>
                    <a:pt x="8506" y="4483"/>
                  </a:cubicBezTo>
                  <a:lnTo>
                    <a:pt x="8506" y="4450"/>
                  </a:lnTo>
                  <a:cubicBezTo>
                    <a:pt x="8640" y="4584"/>
                    <a:pt x="8740" y="4750"/>
                    <a:pt x="8840" y="4884"/>
                  </a:cubicBezTo>
                  <a:cubicBezTo>
                    <a:pt x="8973" y="4984"/>
                    <a:pt x="9107" y="5117"/>
                    <a:pt x="9273" y="5251"/>
                  </a:cubicBezTo>
                  <a:cubicBezTo>
                    <a:pt x="9574" y="5451"/>
                    <a:pt x="9940" y="5618"/>
                    <a:pt x="10307" y="5718"/>
                  </a:cubicBezTo>
                  <a:cubicBezTo>
                    <a:pt x="11075" y="5884"/>
                    <a:pt x="11775" y="5784"/>
                    <a:pt x="12342" y="5918"/>
                  </a:cubicBezTo>
                  <a:cubicBezTo>
                    <a:pt x="12642" y="5985"/>
                    <a:pt x="12909" y="6118"/>
                    <a:pt x="13109" y="6285"/>
                  </a:cubicBezTo>
                  <a:cubicBezTo>
                    <a:pt x="13310" y="6485"/>
                    <a:pt x="13510" y="6752"/>
                    <a:pt x="13643" y="6985"/>
                  </a:cubicBezTo>
                  <a:cubicBezTo>
                    <a:pt x="13943" y="7519"/>
                    <a:pt x="14010" y="8086"/>
                    <a:pt x="14010" y="8653"/>
                  </a:cubicBezTo>
                  <a:cubicBezTo>
                    <a:pt x="14010" y="9254"/>
                    <a:pt x="13943" y="9854"/>
                    <a:pt x="14110" y="10388"/>
                  </a:cubicBezTo>
                  <a:cubicBezTo>
                    <a:pt x="14143" y="10521"/>
                    <a:pt x="14244" y="10621"/>
                    <a:pt x="14277" y="10755"/>
                  </a:cubicBezTo>
                  <a:cubicBezTo>
                    <a:pt x="14310" y="10888"/>
                    <a:pt x="14410" y="10988"/>
                    <a:pt x="14477" y="11088"/>
                  </a:cubicBezTo>
                  <a:cubicBezTo>
                    <a:pt x="14644" y="11255"/>
                    <a:pt x="14811" y="11422"/>
                    <a:pt x="14977" y="11522"/>
                  </a:cubicBezTo>
                  <a:cubicBezTo>
                    <a:pt x="15144" y="11589"/>
                    <a:pt x="15311" y="11689"/>
                    <a:pt x="15444" y="11722"/>
                  </a:cubicBezTo>
                  <a:cubicBezTo>
                    <a:pt x="15611" y="11755"/>
                    <a:pt x="15745" y="11822"/>
                    <a:pt x="15811" y="11822"/>
                  </a:cubicBezTo>
                  <a:cubicBezTo>
                    <a:pt x="15978" y="11889"/>
                    <a:pt x="16112" y="11922"/>
                    <a:pt x="16112" y="11922"/>
                  </a:cubicBezTo>
                  <a:cubicBezTo>
                    <a:pt x="16129" y="11924"/>
                    <a:pt x="16145" y="11925"/>
                    <a:pt x="16161" y="11925"/>
                  </a:cubicBezTo>
                  <a:cubicBezTo>
                    <a:pt x="16415" y="11925"/>
                    <a:pt x="16443" y="11679"/>
                    <a:pt x="16412" y="11522"/>
                  </a:cubicBezTo>
                  <a:cubicBezTo>
                    <a:pt x="16412" y="11522"/>
                    <a:pt x="16278" y="11455"/>
                    <a:pt x="16112" y="11422"/>
                  </a:cubicBezTo>
                  <a:cubicBezTo>
                    <a:pt x="15978" y="11388"/>
                    <a:pt x="15911" y="11322"/>
                    <a:pt x="15778" y="11288"/>
                  </a:cubicBezTo>
                  <a:cubicBezTo>
                    <a:pt x="15645" y="11255"/>
                    <a:pt x="15478" y="11188"/>
                    <a:pt x="15344" y="11088"/>
                  </a:cubicBezTo>
                  <a:cubicBezTo>
                    <a:pt x="15078" y="10921"/>
                    <a:pt x="14777" y="10621"/>
                    <a:pt x="14677" y="10221"/>
                  </a:cubicBezTo>
                  <a:cubicBezTo>
                    <a:pt x="14611" y="9787"/>
                    <a:pt x="14644" y="9254"/>
                    <a:pt x="14677" y="8686"/>
                  </a:cubicBezTo>
                  <a:cubicBezTo>
                    <a:pt x="14677" y="8053"/>
                    <a:pt x="14644" y="7352"/>
                    <a:pt x="14310" y="6718"/>
                  </a:cubicBezTo>
                  <a:cubicBezTo>
                    <a:pt x="14177" y="6418"/>
                    <a:pt x="13977" y="6118"/>
                    <a:pt x="13676" y="5851"/>
                  </a:cubicBezTo>
                  <a:cubicBezTo>
                    <a:pt x="13410" y="5584"/>
                    <a:pt x="13009" y="5384"/>
                    <a:pt x="12642" y="5284"/>
                  </a:cubicBezTo>
                  <a:cubicBezTo>
                    <a:pt x="11909" y="5117"/>
                    <a:pt x="11175" y="5151"/>
                    <a:pt x="10608" y="5051"/>
                  </a:cubicBezTo>
                  <a:cubicBezTo>
                    <a:pt x="10007" y="4884"/>
                    <a:pt x="9574" y="4550"/>
                    <a:pt x="9273" y="4050"/>
                  </a:cubicBezTo>
                  <a:lnTo>
                    <a:pt x="9273" y="4016"/>
                  </a:lnTo>
                  <a:cubicBezTo>
                    <a:pt x="9173" y="3883"/>
                    <a:pt x="9006" y="3683"/>
                    <a:pt x="8906" y="3416"/>
                  </a:cubicBezTo>
                  <a:cubicBezTo>
                    <a:pt x="8606" y="2882"/>
                    <a:pt x="8339" y="2249"/>
                    <a:pt x="8006" y="1615"/>
                  </a:cubicBezTo>
                  <a:cubicBezTo>
                    <a:pt x="7839" y="1348"/>
                    <a:pt x="7639" y="1014"/>
                    <a:pt x="7339" y="714"/>
                  </a:cubicBezTo>
                  <a:cubicBezTo>
                    <a:pt x="7239" y="581"/>
                    <a:pt x="7072" y="447"/>
                    <a:pt x="6905" y="347"/>
                  </a:cubicBezTo>
                  <a:cubicBezTo>
                    <a:pt x="6671" y="214"/>
                    <a:pt x="6505" y="114"/>
                    <a:pt x="6305" y="80"/>
                  </a:cubicBezTo>
                  <a:cubicBezTo>
                    <a:pt x="6123" y="20"/>
                    <a:pt x="5935" y="1"/>
                    <a:pt x="57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65" name="Google Shape;3765;p30"/>
            <p:cNvSpPr/>
            <p:nvPr/>
          </p:nvSpPr>
          <p:spPr>
            <a:xfrm>
              <a:off x="10471359" y="2438126"/>
              <a:ext cx="393757" cy="235619"/>
            </a:xfrm>
            <a:custGeom>
              <a:avLst/>
              <a:gdLst/>
              <a:ahLst/>
              <a:cxnLst/>
              <a:rect l="l" t="t" r="r" b="b"/>
              <a:pathLst>
                <a:path w="17477" h="10458" extrusionOk="0">
                  <a:moveTo>
                    <a:pt x="5787" y="1"/>
                  </a:moveTo>
                  <a:cubicBezTo>
                    <a:pt x="5647" y="1"/>
                    <a:pt x="5509" y="20"/>
                    <a:pt x="5393" y="39"/>
                  </a:cubicBezTo>
                  <a:cubicBezTo>
                    <a:pt x="5126" y="73"/>
                    <a:pt x="4960" y="173"/>
                    <a:pt x="4793" y="306"/>
                  </a:cubicBezTo>
                  <a:cubicBezTo>
                    <a:pt x="4526" y="506"/>
                    <a:pt x="4226" y="740"/>
                    <a:pt x="3959" y="1007"/>
                  </a:cubicBezTo>
                  <a:lnTo>
                    <a:pt x="3592" y="1373"/>
                  </a:lnTo>
                  <a:cubicBezTo>
                    <a:pt x="3459" y="1507"/>
                    <a:pt x="3392" y="1674"/>
                    <a:pt x="3292" y="1840"/>
                  </a:cubicBezTo>
                  <a:cubicBezTo>
                    <a:pt x="3192" y="2141"/>
                    <a:pt x="3058" y="2474"/>
                    <a:pt x="2925" y="2741"/>
                  </a:cubicBezTo>
                  <a:cubicBezTo>
                    <a:pt x="2725" y="3342"/>
                    <a:pt x="2525" y="3909"/>
                    <a:pt x="2258" y="4342"/>
                  </a:cubicBezTo>
                  <a:cubicBezTo>
                    <a:pt x="2124" y="4576"/>
                    <a:pt x="2024" y="4743"/>
                    <a:pt x="1857" y="4876"/>
                  </a:cubicBezTo>
                  <a:cubicBezTo>
                    <a:pt x="1691" y="5009"/>
                    <a:pt x="1557" y="5076"/>
                    <a:pt x="1390" y="5076"/>
                  </a:cubicBezTo>
                  <a:cubicBezTo>
                    <a:pt x="1090" y="5076"/>
                    <a:pt x="790" y="4909"/>
                    <a:pt x="623" y="4843"/>
                  </a:cubicBezTo>
                  <a:cubicBezTo>
                    <a:pt x="456" y="4743"/>
                    <a:pt x="390" y="4676"/>
                    <a:pt x="390" y="4676"/>
                  </a:cubicBezTo>
                  <a:cubicBezTo>
                    <a:pt x="358" y="4651"/>
                    <a:pt x="323" y="4640"/>
                    <a:pt x="288" y="4640"/>
                  </a:cubicBezTo>
                  <a:cubicBezTo>
                    <a:pt x="140" y="4640"/>
                    <a:pt x="0" y="4841"/>
                    <a:pt x="190" y="4976"/>
                  </a:cubicBezTo>
                  <a:cubicBezTo>
                    <a:pt x="190" y="4976"/>
                    <a:pt x="256" y="5043"/>
                    <a:pt x="456" y="5176"/>
                  </a:cubicBezTo>
                  <a:cubicBezTo>
                    <a:pt x="690" y="5310"/>
                    <a:pt x="957" y="5510"/>
                    <a:pt x="1457" y="5510"/>
                  </a:cubicBezTo>
                  <a:cubicBezTo>
                    <a:pt x="1691" y="5510"/>
                    <a:pt x="1957" y="5410"/>
                    <a:pt x="2191" y="5243"/>
                  </a:cubicBezTo>
                  <a:cubicBezTo>
                    <a:pt x="2391" y="5076"/>
                    <a:pt x="2558" y="4876"/>
                    <a:pt x="2725" y="4642"/>
                  </a:cubicBezTo>
                  <a:cubicBezTo>
                    <a:pt x="3025" y="4142"/>
                    <a:pt x="3225" y="3575"/>
                    <a:pt x="3459" y="3008"/>
                  </a:cubicBezTo>
                  <a:cubicBezTo>
                    <a:pt x="3592" y="2708"/>
                    <a:pt x="3725" y="2408"/>
                    <a:pt x="3892" y="2174"/>
                  </a:cubicBezTo>
                  <a:cubicBezTo>
                    <a:pt x="3959" y="2041"/>
                    <a:pt x="4059" y="1874"/>
                    <a:pt x="4126" y="1807"/>
                  </a:cubicBezTo>
                  <a:cubicBezTo>
                    <a:pt x="4259" y="1707"/>
                    <a:pt x="4359" y="1574"/>
                    <a:pt x="4459" y="1474"/>
                  </a:cubicBezTo>
                  <a:cubicBezTo>
                    <a:pt x="4726" y="1240"/>
                    <a:pt x="4960" y="1040"/>
                    <a:pt x="5226" y="873"/>
                  </a:cubicBezTo>
                  <a:cubicBezTo>
                    <a:pt x="5449" y="749"/>
                    <a:pt x="5635" y="681"/>
                    <a:pt x="5798" y="681"/>
                  </a:cubicBezTo>
                  <a:cubicBezTo>
                    <a:pt x="5855" y="681"/>
                    <a:pt x="5909" y="689"/>
                    <a:pt x="5960" y="706"/>
                  </a:cubicBezTo>
                  <a:cubicBezTo>
                    <a:pt x="6194" y="740"/>
                    <a:pt x="6394" y="1007"/>
                    <a:pt x="6561" y="1240"/>
                  </a:cubicBezTo>
                  <a:cubicBezTo>
                    <a:pt x="6728" y="1507"/>
                    <a:pt x="6861" y="1840"/>
                    <a:pt x="6961" y="2141"/>
                  </a:cubicBezTo>
                  <a:cubicBezTo>
                    <a:pt x="7261" y="2741"/>
                    <a:pt x="7461" y="3375"/>
                    <a:pt x="7795" y="3975"/>
                  </a:cubicBezTo>
                  <a:cubicBezTo>
                    <a:pt x="7962" y="4242"/>
                    <a:pt x="8229" y="4542"/>
                    <a:pt x="8462" y="4809"/>
                  </a:cubicBezTo>
                  <a:cubicBezTo>
                    <a:pt x="8729" y="5043"/>
                    <a:pt x="9096" y="5243"/>
                    <a:pt x="9530" y="5343"/>
                  </a:cubicBezTo>
                  <a:cubicBezTo>
                    <a:pt x="9643" y="5364"/>
                    <a:pt x="9760" y="5372"/>
                    <a:pt x="9877" y="5372"/>
                  </a:cubicBezTo>
                  <a:cubicBezTo>
                    <a:pt x="10138" y="5372"/>
                    <a:pt x="10400" y="5333"/>
                    <a:pt x="10630" y="5310"/>
                  </a:cubicBezTo>
                  <a:cubicBezTo>
                    <a:pt x="10813" y="5273"/>
                    <a:pt x="10986" y="5246"/>
                    <a:pt x="11149" y="5246"/>
                  </a:cubicBezTo>
                  <a:cubicBezTo>
                    <a:pt x="11283" y="5246"/>
                    <a:pt x="11410" y="5264"/>
                    <a:pt x="11531" y="5310"/>
                  </a:cubicBezTo>
                  <a:cubicBezTo>
                    <a:pt x="12065" y="5476"/>
                    <a:pt x="12465" y="6010"/>
                    <a:pt x="12765" y="6577"/>
                  </a:cubicBezTo>
                  <a:lnTo>
                    <a:pt x="12799" y="6711"/>
                  </a:lnTo>
                  <a:lnTo>
                    <a:pt x="12799" y="6744"/>
                  </a:lnTo>
                  <a:lnTo>
                    <a:pt x="12865" y="6811"/>
                  </a:lnTo>
                  <a:lnTo>
                    <a:pt x="12899" y="6844"/>
                  </a:lnTo>
                  <a:cubicBezTo>
                    <a:pt x="12932" y="6911"/>
                    <a:pt x="12965" y="6977"/>
                    <a:pt x="13032" y="7044"/>
                  </a:cubicBezTo>
                  <a:cubicBezTo>
                    <a:pt x="13099" y="7178"/>
                    <a:pt x="13199" y="7344"/>
                    <a:pt x="13266" y="7478"/>
                  </a:cubicBezTo>
                  <a:cubicBezTo>
                    <a:pt x="13432" y="7745"/>
                    <a:pt x="13566" y="8045"/>
                    <a:pt x="13733" y="8345"/>
                  </a:cubicBezTo>
                  <a:cubicBezTo>
                    <a:pt x="14066" y="8879"/>
                    <a:pt x="14366" y="9413"/>
                    <a:pt x="14767" y="9846"/>
                  </a:cubicBezTo>
                  <a:cubicBezTo>
                    <a:pt x="14933" y="10046"/>
                    <a:pt x="15200" y="10213"/>
                    <a:pt x="15434" y="10347"/>
                  </a:cubicBezTo>
                  <a:cubicBezTo>
                    <a:pt x="15590" y="10425"/>
                    <a:pt x="15735" y="10457"/>
                    <a:pt x="15882" y="10457"/>
                  </a:cubicBezTo>
                  <a:cubicBezTo>
                    <a:pt x="15986" y="10457"/>
                    <a:pt x="16090" y="10441"/>
                    <a:pt x="16201" y="10413"/>
                  </a:cubicBezTo>
                  <a:cubicBezTo>
                    <a:pt x="16668" y="10313"/>
                    <a:pt x="16901" y="10046"/>
                    <a:pt x="17068" y="9880"/>
                  </a:cubicBezTo>
                  <a:lnTo>
                    <a:pt x="17335" y="9646"/>
                  </a:lnTo>
                  <a:cubicBezTo>
                    <a:pt x="17477" y="9448"/>
                    <a:pt x="17306" y="9298"/>
                    <a:pt x="17067" y="9298"/>
                  </a:cubicBezTo>
                  <a:cubicBezTo>
                    <a:pt x="17025" y="9298"/>
                    <a:pt x="16980" y="9302"/>
                    <a:pt x="16935" y="9313"/>
                  </a:cubicBezTo>
                  <a:cubicBezTo>
                    <a:pt x="16935" y="9313"/>
                    <a:pt x="16901" y="9413"/>
                    <a:pt x="16735" y="9546"/>
                  </a:cubicBezTo>
                  <a:cubicBezTo>
                    <a:pt x="16568" y="9679"/>
                    <a:pt x="16368" y="9880"/>
                    <a:pt x="16034" y="9980"/>
                  </a:cubicBezTo>
                  <a:cubicBezTo>
                    <a:pt x="15991" y="9989"/>
                    <a:pt x="15946" y="9994"/>
                    <a:pt x="15900" y="9994"/>
                  </a:cubicBezTo>
                  <a:cubicBezTo>
                    <a:pt x="15629" y="9994"/>
                    <a:pt x="15319" y="9827"/>
                    <a:pt x="15033" y="9513"/>
                  </a:cubicBezTo>
                  <a:cubicBezTo>
                    <a:pt x="14733" y="9146"/>
                    <a:pt x="14433" y="8645"/>
                    <a:pt x="14133" y="8078"/>
                  </a:cubicBezTo>
                  <a:cubicBezTo>
                    <a:pt x="14033" y="7811"/>
                    <a:pt x="13866" y="7511"/>
                    <a:pt x="13733" y="7211"/>
                  </a:cubicBezTo>
                  <a:cubicBezTo>
                    <a:pt x="13632" y="7044"/>
                    <a:pt x="13566" y="6911"/>
                    <a:pt x="13466" y="6744"/>
                  </a:cubicBezTo>
                  <a:lnTo>
                    <a:pt x="13366" y="6510"/>
                  </a:lnTo>
                  <a:lnTo>
                    <a:pt x="13299" y="6477"/>
                  </a:lnTo>
                  <a:lnTo>
                    <a:pt x="13299" y="6410"/>
                  </a:lnTo>
                  <a:lnTo>
                    <a:pt x="13232" y="6310"/>
                  </a:lnTo>
                  <a:cubicBezTo>
                    <a:pt x="13132" y="6177"/>
                    <a:pt x="13065" y="6010"/>
                    <a:pt x="12965" y="5843"/>
                  </a:cubicBezTo>
                  <a:cubicBezTo>
                    <a:pt x="12865" y="5677"/>
                    <a:pt x="12765" y="5543"/>
                    <a:pt x="12632" y="5376"/>
                  </a:cubicBezTo>
                  <a:cubicBezTo>
                    <a:pt x="12432" y="5076"/>
                    <a:pt x="12098" y="4809"/>
                    <a:pt x="11698" y="4676"/>
                  </a:cubicBezTo>
                  <a:cubicBezTo>
                    <a:pt x="11481" y="4609"/>
                    <a:pt x="11272" y="4584"/>
                    <a:pt x="11076" y="4584"/>
                  </a:cubicBezTo>
                  <a:cubicBezTo>
                    <a:pt x="10880" y="4584"/>
                    <a:pt x="10697" y="4609"/>
                    <a:pt x="10530" y="4642"/>
                  </a:cubicBezTo>
                  <a:cubicBezTo>
                    <a:pt x="10330" y="4659"/>
                    <a:pt x="10163" y="4668"/>
                    <a:pt x="10013" y="4668"/>
                  </a:cubicBezTo>
                  <a:cubicBezTo>
                    <a:pt x="9863" y="4668"/>
                    <a:pt x="9730" y="4659"/>
                    <a:pt x="9596" y="4642"/>
                  </a:cubicBezTo>
                  <a:cubicBezTo>
                    <a:pt x="9296" y="4542"/>
                    <a:pt x="9096" y="4409"/>
                    <a:pt x="8896" y="4209"/>
                  </a:cubicBezTo>
                  <a:cubicBezTo>
                    <a:pt x="8629" y="4009"/>
                    <a:pt x="8462" y="3809"/>
                    <a:pt x="8362" y="3542"/>
                  </a:cubicBezTo>
                  <a:cubicBezTo>
                    <a:pt x="8062" y="3075"/>
                    <a:pt x="7862" y="2474"/>
                    <a:pt x="7561" y="1840"/>
                  </a:cubicBezTo>
                  <a:cubicBezTo>
                    <a:pt x="7395" y="1540"/>
                    <a:pt x="7261" y="1207"/>
                    <a:pt x="7061" y="873"/>
                  </a:cubicBezTo>
                  <a:cubicBezTo>
                    <a:pt x="6861" y="540"/>
                    <a:pt x="6561" y="206"/>
                    <a:pt x="6094" y="39"/>
                  </a:cubicBezTo>
                  <a:cubicBezTo>
                    <a:pt x="5995" y="11"/>
                    <a:pt x="5890" y="1"/>
                    <a:pt x="57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66" name="Google Shape;3766;p30"/>
            <p:cNvSpPr/>
            <p:nvPr/>
          </p:nvSpPr>
          <p:spPr>
            <a:xfrm>
              <a:off x="10444075" y="3010163"/>
              <a:ext cx="411848" cy="198422"/>
            </a:xfrm>
            <a:custGeom>
              <a:avLst/>
              <a:gdLst/>
              <a:ahLst/>
              <a:cxnLst/>
              <a:rect l="l" t="t" r="r" b="b"/>
              <a:pathLst>
                <a:path w="18280" h="8807" extrusionOk="0">
                  <a:moveTo>
                    <a:pt x="5403" y="1"/>
                  </a:moveTo>
                  <a:cubicBezTo>
                    <a:pt x="4970" y="1"/>
                    <a:pt x="4603" y="34"/>
                    <a:pt x="4269" y="167"/>
                  </a:cubicBezTo>
                  <a:cubicBezTo>
                    <a:pt x="4102" y="201"/>
                    <a:pt x="3936" y="301"/>
                    <a:pt x="3769" y="368"/>
                  </a:cubicBezTo>
                  <a:cubicBezTo>
                    <a:pt x="3635" y="501"/>
                    <a:pt x="3469" y="634"/>
                    <a:pt x="3369" y="735"/>
                  </a:cubicBezTo>
                  <a:cubicBezTo>
                    <a:pt x="3102" y="1035"/>
                    <a:pt x="2935" y="1335"/>
                    <a:pt x="2802" y="1635"/>
                  </a:cubicBezTo>
                  <a:cubicBezTo>
                    <a:pt x="2568" y="2236"/>
                    <a:pt x="2435" y="2803"/>
                    <a:pt x="2234" y="3203"/>
                  </a:cubicBezTo>
                  <a:cubicBezTo>
                    <a:pt x="2034" y="3670"/>
                    <a:pt x="1734" y="3903"/>
                    <a:pt x="1434" y="3970"/>
                  </a:cubicBezTo>
                  <a:cubicBezTo>
                    <a:pt x="1344" y="3979"/>
                    <a:pt x="1262" y="3983"/>
                    <a:pt x="1185" y="3983"/>
                  </a:cubicBezTo>
                  <a:cubicBezTo>
                    <a:pt x="975" y="3983"/>
                    <a:pt x="804" y="3952"/>
                    <a:pt x="633" y="3903"/>
                  </a:cubicBezTo>
                  <a:cubicBezTo>
                    <a:pt x="433" y="3870"/>
                    <a:pt x="366" y="3837"/>
                    <a:pt x="366" y="3837"/>
                  </a:cubicBezTo>
                  <a:cubicBezTo>
                    <a:pt x="337" y="3824"/>
                    <a:pt x="308" y="3818"/>
                    <a:pt x="281" y="3818"/>
                  </a:cubicBezTo>
                  <a:cubicBezTo>
                    <a:pt x="97" y="3818"/>
                    <a:pt x="0" y="4083"/>
                    <a:pt x="233" y="4170"/>
                  </a:cubicBezTo>
                  <a:cubicBezTo>
                    <a:pt x="233" y="4170"/>
                    <a:pt x="366" y="4237"/>
                    <a:pt x="567" y="4304"/>
                  </a:cubicBezTo>
                  <a:cubicBezTo>
                    <a:pt x="728" y="4331"/>
                    <a:pt x="956" y="4380"/>
                    <a:pt x="1284" y="4380"/>
                  </a:cubicBezTo>
                  <a:cubicBezTo>
                    <a:pt x="1362" y="4380"/>
                    <a:pt x="1445" y="4377"/>
                    <a:pt x="1534" y="4370"/>
                  </a:cubicBezTo>
                  <a:cubicBezTo>
                    <a:pt x="1734" y="4370"/>
                    <a:pt x="1968" y="4237"/>
                    <a:pt x="2201" y="4070"/>
                  </a:cubicBezTo>
                  <a:cubicBezTo>
                    <a:pt x="2401" y="3903"/>
                    <a:pt x="2568" y="3703"/>
                    <a:pt x="2701" y="3470"/>
                  </a:cubicBezTo>
                  <a:cubicBezTo>
                    <a:pt x="2935" y="3003"/>
                    <a:pt x="3068" y="2402"/>
                    <a:pt x="3302" y="1902"/>
                  </a:cubicBezTo>
                  <a:cubicBezTo>
                    <a:pt x="3435" y="1635"/>
                    <a:pt x="3569" y="1402"/>
                    <a:pt x="3769" y="1202"/>
                  </a:cubicBezTo>
                  <a:cubicBezTo>
                    <a:pt x="3936" y="1001"/>
                    <a:pt x="4203" y="868"/>
                    <a:pt x="4469" y="801"/>
                  </a:cubicBezTo>
                  <a:cubicBezTo>
                    <a:pt x="4695" y="726"/>
                    <a:pt x="4920" y="689"/>
                    <a:pt x="5117" y="689"/>
                  </a:cubicBezTo>
                  <a:cubicBezTo>
                    <a:pt x="5182" y="689"/>
                    <a:pt x="5245" y="693"/>
                    <a:pt x="5303" y="701"/>
                  </a:cubicBezTo>
                  <a:cubicBezTo>
                    <a:pt x="5604" y="801"/>
                    <a:pt x="5870" y="868"/>
                    <a:pt x="6071" y="1068"/>
                  </a:cubicBezTo>
                  <a:cubicBezTo>
                    <a:pt x="6538" y="1468"/>
                    <a:pt x="6904" y="2002"/>
                    <a:pt x="7271" y="2536"/>
                  </a:cubicBezTo>
                  <a:cubicBezTo>
                    <a:pt x="7638" y="3103"/>
                    <a:pt x="8072" y="3637"/>
                    <a:pt x="8706" y="3970"/>
                  </a:cubicBezTo>
                  <a:cubicBezTo>
                    <a:pt x="8806" y="4004"/>
                    <a:pt x="8906" y="4037"/>
                    <a:pt x="8973" y="4104"/>
                  </a:cubicBezTo>
                  <a:lnTo>
                    <a:pt x="8939" y="4104"/>
                  </a:lnTo>
                  <a:cubicBezTo>
                    <a:pt x="9067" y="4155"/>
                    <a:pt x="9215" y="4226"/>
                    <a:pt x="9397" y="4226"/>
                  </a:cubicBezTo>
                  <a:cubicBezTo>
                    <a:pt x="9453" y="4226"/>
                    <a:pt x="9511" y="4219"/>
                    <a:pt x="9573" y="4204"/>
                  </a:cubicBezTo>
                  <a:cubicBezTo>
                    <a:pt x="9773" y="4170"/>
                    <a:pt x="9940" y="4104"/>
                    <a:pt x="10107" y="4004"/>
                  </a:cubicBezTo>
                  <a:cubicBezTo>
                    <a:pt x="10407" y="3837"/>
                    <a:pt x="10607" y="3670"/>
                    <a:pt x="10874" y="3637"/>
                  </a:cubicBezTo>
                  <a:cubicBezTo>
                    <a:pt x="10966" y="3597"/>
                    <a:pt x="11063" y="3578"/>
                    <a:pt x="11162" y="3578"/>
                  </a:cubicBezTo>
                  <a:cubicBezTo>
                    <a:pt x="11313" y="3578"/>
                    <a:pt x="11466" y="3623"/>
                    <a:pt x="11608" y="3703"/>
                  </a:cubicBezTo>
                  <a:cubicBezTo>
                    <a:pt x="11875" y="3837"/>
                    <a:pt x="12041" y="4004"/>
                    <a:pt x="12142" y="4270"/>
                  </a:cubicBezTo>
                  <a:cubicBezTo>
                    <a:pt x="12442" y="4771"/>
                    <a:pt x="12442" y="5438"/>
                    <a:pt x="12742" y="6105"/>
                  </a:cubicBezTo>
                  <a:cubicBezTo>
                    <a:pt x="12775" y="6138"/>
                    <a:pt x="12775" y="6205"/>
                    <a:pt x="12809" y="6272"/>
                  </a:cubicBezTo>
                  <a:lnTo>
                    <a:pt x="12909" y="6372"/>
                  </a:lnTo>
                  <a:lnTo>
                    <a:pt x="13076" y="6605"/>
                  </a:lnTo>
                  <a:cubicBezTo>
                    <a:pt x="13209" y="6705"/>
                    <a:pt x="13276" y="6839"/>
                    <a:pt x="13409" y="6972"/>
                  </a:cubicBezTo>
                  <a:cubicBezTo>
                    <a:pt x="13609" y="7206"/>
                    <a:pt x="13876" y="7439"/>
                    <a:pt x="14076" y="7639"/>
                  </a:cubicBezTo>
                  <a:cubicBezTo>
                    <a:pt x="14543" y="8006"/>
                    <a:pt x="14977" y="8340"/>
                    <a:pt x="15477" y="8540"/>
                  </a:cubicBezTo>
                  <a:cubicBezTo>
                    <a:pt x="15944" y="8774"/>
                    <a:pt x="16445" y="8807"/>
                    <a:pt x="16812" y="8807"/>
                  </a:cubicBezTo>
                  <a:cubicBezTo>
                    <a:pt x="17245" y="8807"/>
                    <a:pt x="17545" y="8674"/>
                    <a:pt x="17746" y="8607"/>
                  </a:cubicBezTo>
                  <a:cubicBezTo>
                    <a:pt x="17812" y="8540"/>
                    <a:pt x="17912" y="8507"/>
                    <a:pt x="17946" y="8473"/>
                  </a:cubicBezTo>
                  <a:cubicBezTo>
                    <a:pt x="17979" y="8440"/>
                    <a:pt x="18046" y="8440"/>
                    <a:pt x="18046" y="8440"/>
                  </a:cubicBezTo>
                  <a:cubicBezTo>
                    <a:pt x="18279" y="8273"/>
                    <a:pt x="18079" y="8006"/>
                    <a:pt x="17645" y="7873"/>
                  </a:cubicBezTo>
                  <a:cubicBezTo>
                    <a:pt x="17645" y="7873"/>
                    <a:pt x="17579" y="7973"/>
                    <a:pt x="17412" y="8006"/>
                  </a:cubicBezTo>
                  <a:cubicBezTo>
                    <a:pt x="17245" y="8040"/>
                    <a:pt x="16978" y="8140"/>
                    <a:pt x="16645" y="8140"/>
                  </a:cubicBezTo>
                  <a:cubicBezTo>
                    <a:pt x="16378" y="8140"/>
                    <a:pt x="15944" y="8040"/>
                    <a:pt x="15544" y="7840"/>
                  </a:cubicBezTo>
                  <a:cubicBezTo>
                    <a:pt x="15110" y="7673"/>
                    <a:pt x="14710" y="7339"/>
                    <a:pt x="14276" y="6972"/>
                  </a:cubicBezTo>
                  <a:cubicBezTo>
                    <a:pt x="14076" y="6739"/>
                    <a:pt x="13909" y="6539"/>
                    <a:pt x="13709" y="6339"/>
                  </a:cubicBezTo>
                  <a:cubicBezTo>
                    <a:pt x="13576" y="6238"/>
                    <a:pt x="13476" y="6138"/>
                    <a:pt x="13409" y="6005"/>
                  </a:cubicBezTo>
                  <a:lnTo>
                    <a:pt x="13276" y="5838"/>
                  </a:lnTo>
                  <a:lnTo>
                    <a:pt x="13242" y="5738"/>
                  </a:lnTo>
                  <a:cubicBezTo>
                    <a:pt x="13209" y="5738"/>
                    <a:pt x="13209" y="5738"/>
                    <a:pt x="13209" y="5705"/>
                  </a:cubicBezTo>
                  <a:cubicBezTo>
                    <a:pt x="12975" y="5171"/>
                    <a:pt x="12975" y="4504"/>
                    <a:pt x="12642" y="3803"/>
                  </a:cubicBezTo>
                  <a:cubicBezTo>
                    <a:pt x="12475" y="3470"/>
                    <a:pt x="12208" y="3136"/>
                    <a:pt x="11808" y="2969"/>
                  </a:cubicBezTo>
                  <a:cubicBezTo>
                    <a:pt x="11542" y="2849"/>
                    <a:pt x="11276" y="2763"/>
                    <a:pt x="10985" y="2763"/>
                  </a:cubicBezTo>
                  <a:cubicBezTo>
                    <a:pt x="10874" y="2763"/>
                    <a:pt x="10760" y="2775"/>
                    <a:pt x="10640" y="2803"/>
                  </a:cubicBezTo>
                  <a:cubicBezTo>
                    <a:pt x="10240" y="2869"/>
                    <a:pt x="9940" y="3070"/>
                    <a:pt x="9706" y="3203"/>
                  </a:cubicBezTo>
                  <a:cubicBezTo>
                    <a:pt x="9573" y="3303"/>
                    <a:pt x="9473" y="3336"/>
                    <a:pt x="9406" y="3336"/>
                  </a:cubicBezTo>
                  <a:cubicBezTo>
                    <a:pt x="9373" y="3336"/>
                    <a:pt x="9273" y="3336"/>
                    <a:pt x="9206" y="3303"/>
                  </a:cubicBezTo>
                  <a:lnTo>
                    <a:pt x="9139" y="3303"/>
                  </a:lnTo>
                  <a:cubicBezTo>
                    <a:pt x="9106" y="3303"/>
                    <a:pt x="9039" y="3236"/>
                    <a:pt x="8939" y="3203"/>
                  </a:cubicBezTo>
                  <a:cubicBezTo>
                    <a:pt x="8539" y="3003"/>
                    <a:pt x="8139" y="2536"/>
                    <a:pt x="7772" y="2035"/>
                  </a:cubicBezTo>
                  <a:cubicBezTo>
                    <a:pt x="7405" y="1535"/>
                    <a:pt x="7038" y="901"/>
                    <a:pt x="6437" y="468"/>
                  </a:cubicBezTo>
                  <a:cubicBezTo>
                    <a:pt x="6204" y="234"/>
                    <a:pt x="5770" y="67"/>
                    <a:pt x="5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67" name="Google Shape;3767;p30"/>
            <p:cNvSpPr/>
            <p:nvPr/>
          </p:nvSpPr>
          <p:spPr>
            <a:xfrm>
              <a:off x="10371145" y="3133064"/>
              <a:ext cx="299717" cy="263421"/>
            </a:xfrm>
            <a:custGeom>
              <a:avLst/>
              <a:gdLst/>
              <a:ahLst/>
              <a:cxnLst/>
              <a:rect l="l" t="t" r="r" b="b"/>
              <a:pathLst>
                <a:path w="13303" h="11692" extrusionOk="0">
                  <a:moveTo>
                    <a:pt x="2713" y="0"/>
                  </a:moveTo>
                  <a:cubicBezTo>
                    <a:pt x="2265" y="0"/>
                    <a:pt x="1833" y="141"/>
                    <a:pt x="1502" y="383"/>
                  </a:cubicBezTo>
                  <a:cubicBezTo>
                    <a:pt x="1002" y="717"/>
                    <a:pt x="635" y="1184"/>
                    <a:pt x="401" y="1617"/>
                  </a:cubicBezTo>
                  <a:cubicBezTo>
                    <a:pt x="201" y="2084"/>
                    <a:pt x="68" y="2518"/>
                    <a:pt x="34" y="2885"/>
                  </a:cubicBezTo>
                  <a:cubicBezTo>
                    <a:pt x="1" y="3052"/>
                    <a:pt x="1" y="3252"/>
                    <a:pt x="1" y="3385"/>
                  </a:cubicBezTo>
                  <a:cubicBezTo>
                    <a:pt x="34" y="3552"/>
                    <a:pt x="34" y="3686"/>
                    <a:pt x="34" y="3752"/>
                  </a:cubicBezTo>
                  <a:cubicBezTo>
                    <a:pt x="34" y="3886"/>
                    <a:pt x="68" y="3952"/>
                    <a:pt x="68" y="4019"/>
                  </a:cubicBezTo>
                  <a:lnTo>
                    <a:pt x="68" y="4086"/>
                  </a:lnTo>
                  <a:cubicBezTo>
                    <a:pt x="108" y="4193"/>
                    <a:pt x="185" y="4235"/>
                    <a:pt x="261" y="4235"/>
                  </a:cubicBezTo>
                  <a:cubicBezTo>
                    <a:pt x="376" y="4235"/>
                    <a:pt x="488" y="4139"/>
                    <a:pt x="468" y="4019"/>
                  </a:cubicBezTo>
                  <a:lnTo>
                    <a:pt x="468" y="3919"/>
                  </a:lnTo>
                  <a:cubicBezTo>
                    <a:pt x="468" y="3886"/>
                    <a:pt x="401" y="3786"/>
                    <a:pt x="401" y="3719"/>
                  </a:cubicBezTo>
                  <a:lnTo>
                    <a:pt x="401" y="3385"/>
                  </a:lnTo>
                  <a:cubicBezTo>
                    <a:pt x="401" y="3219"/>
                    <a:pt x="401" y="3085"/>
                    <a:pt x="468" y="2918"/>
                  </a:cubicBezTo>
                  <a:cubicBezTo>
                    <a:pt x="501" y="2585"/>
                    <a:pt x="635" y="2218"/>
                    <a:pt x="835" y="1851"/>
                  </a:cubicBezTo>
                  <a:cubicBezTo>
                    <a:pt x="1035" y="1451"/>
                    <a:pt x="1368" y="1050"/>
                    <a:pt x="1802" y="783"/>
                  </a:cubicBezTo>
                  <a:cubicBezTo>
                    <a:pt x="2057" y="613"/>
                    <a:pt x="2367" y="511"/>
                    <a:pt x="2678" y="511"/>
                  </a:cubicBezTo>
                  <a:cubicBezTo>
                    <a:pt x="2856" y="511"/>
                    <a:pt x="3034" y="544"/>
                    <a:pt x="3203" y="617"/>
                  </a:cubicBezTo>
                  <a:cubicBezTo>
                    <a:pt x="3337" y="617"/>
                    <a:pt x="3403" y="717"/>
                    <a:pt x="3537" y="783"/>
                  </a:cubicBezTo>
                  <a:cubicBezTo>
                    <a:pt x="3670" y="884"/>
                    <a:pt x="3704" y="950"/>
                    <a:pt x="3804" y="1050"/>
                  </a:cubicBezTo>
                  <a:cubicBezTo>
                    <a:pt x="3970" y="1217"/>
                    <a:pt x="4037" y="1451"/>
                    <a:pt x="4137" y="1751"/>
                  </a:cubicBezTo>
                  <a:cubicBezTo>
                    <a:pt x="4304" y="2285"/>
                    <a:pt x="4337" y="2952"/>
                    <a:pt x="4704" y="3585"/>
                  </a:cubicBezTo>
                  <a:lnTo>
                    <a:pt x="4804" y="3719"/>
                  </a:lnTo>
                  <a:cubicBezTo>
                    <a:pt x="4838" y="3786"/>
                    <a:pt x="4871" y="3786"/>
                    <a:pt x="4904" y="3852"/>
                  </a:cubicBezTo>
                  <a:lnTo>
                    <a:pt x="5071" y="4019"/>
                  </a:lnTo>
                  <a:cubicBezTo>
                    <a:pt x="5205" y="4119"/>
                    <a:pt x="5338" y="4219"/>
                    <a:pt x="5505" y="4286"/>
                  </a:cubicBezTo>
                  <a:cubicBezTo>
                    <a:pt x="5638" y="4419"/>
                    <a:pt x="5805" y="4453"/>
                    <a:pt x="5972" y="4519"/>
                  </a:cubicBezTo>
                  <a:cubicBezTo>
                    <a:pt x="6139" y="4553"/>
                    <a:pt x="6305" y="4586"/>
                    <a:pt x="6405" y="4586"/>
                  </a:cubicBezTo>
                  <a:cubicBezTo>
                    <a:pt x="6706" y="4586"/>
                    <a:pt x="6906" y="4620"/>
                    <a:pt x="7173" y="4720"/>
                  </a:cubicBezTo>
                  <a:cubicBezTo>
                    <a:pt x="7406" y="4786"/>
                    <a:pt x="7673" y="4886"/>
                    <a:pt x="7840" y="5053"/>
                  </a:cubicBezTo>
                  <a:cubicBezTo>
                    <a:pt x="8207" y="5387"/>
                    <a:pt x="8507" y="5887"/>
                    <a:pt x="8707" y="6421"/>
                  </a:cubicBezTo>
                  <a:cubicBezTo>
                    <a:pt x="9141" y="7522"/>
                    <a:pt x="9241" y="8823"/>
                    <a:pt x="9674" y="9890"/>
                  </a:cubicBezTo>
                  <a:cubicBezTo>
                    <a:pt x="9875" y="10424"/>
                    <a:pt x="10208" y="10924"/>
                    <a:pt x="10642" y="11258"/>
                  </a:cubicBezTo>
                  <a:cubicBezTo>
                    <a:pt x="11042" y="11591"/>
                    <a:pt x="11542" y="11691"/>
                    <a:pt x="11943" y="11691"/>
                  </a:cubicBezTo>
                  <a:cubicBezTo>
                    <a:pt x="12310" y="11691"/>
                    <a:pt x="12610" y="11591"/>
                    <a:pt x="12810" y="11558"/>
                  </a:cubicBezTo>
                  <a:cubicBezTo>
                    <a:pt x="12977" y="11524"/>
                    <a:pt x="13110" y="11491"/>
                    <a:pt x="13110" y="11491"/>
                  </a:cubicBezTo>
                  <a:cubicBezTo>
                    <a:pt x="13302" y="11409"/>
                    <a:pt x="13246" y="11191"/>
                    <a:pt x="13090" y="11191"/>
                  </a:cubicBezTo>
                  <a:cubicBezTo>
                    <a:pt x="13056" y="11191"/>
                    <a:pt x="13018" y="11201"/>
                    <a:pt x="12977" y="11224"/>
                  </a:cubicBezTo>
                  <a:cubicBezTo>
                    <a:pt x="12977" y="11224"/>
                    <a:pt x="12843" y="11258"/>
                    <a:pt x="12677" y="11324"/>
                  </a:cubicBezTo>
                  <a:cubicBezTo>
                    <a:pt x="12610" y="11324"/>
                    <a:pt x="12476" y="11358"/>
                    <a:pt x="12343" y="11358"/>
                  </a:cubicBezTo>
                  <a:lnTo>
                    <a:pt x="11876" y="11358"/>
                  </a:lnTo>
                  <a:cubicBezTo>
                    <a:pt x="11609" y="11324"/>
                    <a:pt x="11209" y="11224"/>
                    <a:pt x="10875" y="10991"/>
                  </a:cubicBezTo>
                  <a:cubicBezTo>
                    <a:pt x="10608" y="10724"/>
                    <a:pt x="10342" y="10290"/>
                    <a:pt x="10175" y="9790"/>
                  </a:cubicBezTo>
                  <a:cubicBezTo>
                    <a:pt x="9841" y="8789"/>
                    <a:pt x="9775" y="7555"/>
                    <a:pt x="9341" y="6287"/>
                  </a:cubicBezTo>
                  <a:cubicBezTo>
                    <a:pt x="9141" y="5687"/>
                    <a:pt x="8807" y="5053"/>
                    <a:pt x="8273" y="4586"/>
                  </a:cubicBezTo>
                  <a:cubicBezTo>
                    <a:pt x="8007" y="4353"/>
                    <a:pt x="7673" y="4253"/>
                    <a:pt x="7373" y="4119"/>
                  </a:cubicBezTo>
                  <a:cubicBezTo>
                    <a:pt x="7073" y="4052"/>
                    <a:pt x="6739" y="4019"/>
                    <a:pt x="6506" y="3952"/>
                  </a:cubicBezTo>
                  <a:cubicBezTo>
                    <a:pt x="6339" y="3952"/>
                    <a:pt x="6239" y="3919"/>
                    <a:pt x="6139" y="3919"/>
                  </a:cubicBezTo>
                  <a:cubicBezTo>
                    <a:pt x="6039" y="3886"/>
                    <a:pt x="5905" y="3886"/>
                    <a:pt x="5838" y="3786"/>
                  </a:cubicBezTo>
                  <a:cubicBezTo>
                    <a:pt x="5772" y="3752"/>
                    <a:pt x="5638" y="3686"/>
                    <a:pt x="5538" y="3585"/>
                  </a:cubicBezTo>
                  <a:lnTo>
                    <a:pt x="5371" y="3452"/>
                  </a:lnTo>
                  <a:lnTo>
                    <a:pt x="5338" y="3419"/>
                  </a:lnTo>
                  <a:lnTo>
                    <a:pt x="5305" y="3352"/>
                  </a:lnTo>
                  <a:cubicBezTo>
                    <a:pt x="5004" y="2918"/>
                    <a:pt x="4904" y="2285"/>
                    <a:pt x="4738" y="1684"/>
                  </a:cubicBezTo>
                  <a:cubicBezTo>
                    <a:pt x="4671" y="1351"/>
                    <a:pt x="4537" y="1017"/>
                    <a:pt x="4304" y="717"/>
                  </a:cubicBezTo>
                  <a:cubicBezTo>
                    <a:pt x="4204" y="550"/>
                    <a:pt x="4037" y="417"/>
                    <a:pt x="3870" y="350"/>
                  </a:cubicBezTo>
                  <a:cubicBezTo>
                    <a:pt x="3737" y="250"/>
                    <a:pt x="3570" y="183"/>
                    <a:pt x="3403" y="116"/>
                  </a:cubicBezTo>
                  <a:cubicBezTo>
                    <a:pt x="3177" y="37"/>
                    <a:pt x="2943" y="0"/>
                    <a:pt x="27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68" name="Google Shape;3768;p30"/>
            <p:cNvSpPr/>
            <p:nvPr/>
          </p:nvSpPr>
          <p:spPr>
            <a:xfrm>
              <a:off x="9841330" y="1567972"/>
              <a:ext cx="27059" cy="11288"/>
            </a:xfrm>
            <a:custGeom>
              <a:avLst/>
              <a:gdLst/>
              <a:ahLst/>
              <a:cxnLst/>
              <a:rect l="l" t="t" r="r" b="b"/>
              <a:pathLst>
                <a:path w="1201" h="501" extrusionOk="0">
                  <a:moveTo>
                    <a:pt x="634" y="0"/>
                  </a:moveTo>
                  <a:cubicBezTo>
                    <a:pt x="500" y="0"/>
                    <a:pt x="334" y="0"/>
                    <a:pt x="200" y="34"/>
                  </a:cubicBezTo>
                  <a:cubicBezTo>
                    <a:pt x="100" y="100"/>
                    <a:pt x="0" y="134"/>
                    <a:pt x="0" y="134"/>
                  </a:cubicBezTo>
                  <a:lnTo>
                    <a:pt x="33" y="400"/>
                  </a:lnTo>
                  <a:cubicBezTo>
                    <a:pt x="33" y="400"/>
                    <a:pt x="133" y="400"/>
                    <a:pt x="267" y="434"/>
                  </a:cubicBezTo>
                  <a:cubicBezTo>
                    <a:pt x="367" y="467"/>
                    <a:pt x="500" y="501"/>
                    <a:pt x="600" y="501"/>
                  </a:cubicBezTo>
                  <a:lnTo>
                    <a:pt x="1101" y="501"/>
                  </a:lnTo>
                  <a:cubicBezTo>
                    <a:pt x="1134" y="501"/>
                    <a:pt x="1201" y="300"/>
                    <a:pt x="1168" y="267"/>
                  </a:cubicBezTo>
                  <a:cubicBezTo>
                    <a:pt x="1168" y="267"/>
                    <a:pt x="1134" y="200"/>
                    <a:pt x="1001" y="134"/>
                  </a:cubicBezTo>
                  <a:cubicBezTo>
                    <a:pt x="934" y="100"/>
                    <a:pt x="767" y="0"/>
                    <a:pt x="6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69" name="Google Shape;3769;p30"/>
            <p:cNvSpPr/>
            <p:nvPr/>
          </p:nvSpPr>
          <p:spPr>
            <a:xfrm>
              <a:off x="9847323" y="1587506"/>
              <a:ext cx="27847" cy="12189"/>
            </a:xfrm>
            <a:custGeom>
              <a:avLst/>
              <a:gdLst/>
              <a:ahLst/>
              <a:cxnLst/>
              <a:rect l="l" t="t" r="r" b="b"/>
              <a:pathLst>
                <a:path w="1236" h="541" extrusionOk="0">
                  <a:moveTo>
                    <a:pt x="568" y="0"/>
                  </a:moveTo>
                  <a:cubicBezTo>
                    <a:pt x="368" y="67"/>
                    <a:pt x="1" y="234"/>
                    <a:pt x="1" y="234"/>
                  </a:cubicBezTo>
                  <a:lnTo>
                    <a:pt x="34" y="467"/>
                  </a:lnTo>
                  <a:cubicBezTo>
                    <a:pt x="34" y="467"/>
                    <a:pt x="304" y="541"/>
                    <a:pt x="549" y="541"/>
                  </a:cubicBezTo>
                  <a:cubicBezTo>
                    <a:pt x="590" y="541"/>
                    <a:pt x="630" y="539"/>
                    <a:pt x="668" y="534"/>
                  </a:cubicBezTo>
                  <a:cubicBezTo>
                    <a:pt x="868" y="467"/>
                    <a:pt x="1235" y="367"/>
                    <a:pt x="1235" y="367"/>
                  </a:cubicBezTo>
                  <a:lnTo>
                    <a:pt x="1235" y="101"/>
                  </a:lnTo>
                  <a:cubicBezTo>
                    <a:pt x="1235" y="101"/>
                    <a:pt x="835" y="0"/>
                    <a:pt x="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70" name="Google Shape;3770;p30"/>
            <p:cNvSpPr/>
            <p:nvPr/>
          </p:nvSpPr>
          <p:spPr>
            <a:xfrm>
              <a:off x="9856357" y="1612311"/>
              <a:ext cx="28568" cy="14599"/>
            </a:xfrm>
            <a:custGeom>
              <a:avLst/>
              <a:gdLst/>
              <a:ahLst/>
              <a:cxnLst/>
              <a:rect l="l" t="t" r="r" b="b"/>
              <a:pathLst>
                <a:path w="1268" h="648" extrusionOk="0">
                  <a:moveTo>
                    <a:pt x="1134" y="0"/>
                  </a:moveTo>
                  <a:cubicBezTo>
                    <a:pt x="1134" y="0"/>
                    <a:pt x="1034" y="0"/>
                    <a:pt x="934" y="34"/>
                  </a:cubicBezTo>
                  <a:cubicBezTo>
                    <a:pt x="801" y="100"/>
                    <a:pt x="634" y="100"/>
                    <a:pt x="534" y="134"/>
                  </a:cubicBezTo>
                  <a:cubicBezTo>
                    <a:pt x="467" y="167"/>
                    <a:pt x="334" y="267"/>
                    <a:pt x="200" y="300"/>
                  </a:cubicBezTo>
                  <a:cubicBezTo>
                    <a:pt x="100" y="334"/>
                    <a:pt x="0" y="367"/>
                    <a:pt x="0" y="367"/>
                  </a:cubicBezTo>
                  <a:lnTo>
                    <a:pt x="34" y="634"/>
                  </a:lnTo>
                  <a:lnTo>
                    <a:pt x="300" y="634"/>
                  </a:lnTo>
                  <a:cubicBezTo>
                    <a:pt x="340" y="644"/>
                    <a:pt x="381" y="648"/>
                    <a:pt x="424" y="648"/>
                  </a:cubicBezTo>
                  <a:cubicBezTo>
                    <a:pt x="526" y="648"/>
                    <a:pt x="630" y="624"/>
                    <a:pt x="701" y="601"/>
                  </a:cubicBezTo>
                  <a:cubicBezTo>
                    <a:pt x="834" y="534"/>
                    <a:pt x="1001" y="467"/>
                    <a:pt x="1101" y="367"/>
                  </a:cubicBezTo>
                  <a:lnTo>
                    <a:pt x="1268" y="200"/>
                  </a:lnTo>
                  <a:lnTo>
                    <a:pt x="11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71" name="Google Shape;3771;p30"/>
            <p:cNvSpPr/>
            <p:nvPr/>
          </p:nvSpPr>
          <p:spPr>
            <a:xfrm>
              <a:off x="9868366" y="1628082"/>
              <a:ext cx="33840" cy="21066"/>
            </a:xfrm>
            <a:custGeom>
              <a:avLst/>
              <a:gdLst/>
              <a:ahLst/>
              <a:cxnLst/>
              <a:rect l="l" t="t" r="r" b="b"/>
              <a:pathLst>
                <a:path w="1502" h="935" extrusionOk="0">
                  <a:moveTo>
                    <a:pt x="1435" y="1"/>
                  </a:moveTo>
                  <a:cubicBezTo>
                    <a:pt x="1435" y="1"/>
                    <a:pt x="968" y="134"/>
                    <a:pt x="668" y="268"/>
                  </a:cubicBezTo>
                  <a:cubicBezTo>
                    <a:pt x="435" y="434"/>
                    <a:pt x="68" y="735"/>
                    <a:pt x="68" y="735"/>
                  </a:cubicBezTo>
                  <a:cubicBezTo>
                    <a:pt x="1" y="735"/>
                    <a:pt x="134" y="935"/>
                    <a:pt x="134" y="935"/>
                  </a:cubicBezTo>
                  <a:cubicBezTo>
                    <a:pt x="134" y="935"/>
                    <a:pt x="601" y="801"/>
                    <a:pt x="902" y="668"/>
                  </a:cubicBezTo>
                  <a:cubicBezTo>
                    <a:pt x="1135" y="501"/>
                    <a:pt x="1502" y="234"/>
                    <a:pt x="1502" y="234"/>
                  </a:cubicBezTo>
                  <a:cubicBezTo>
                    <a:pt x="1502" y="168"/>
                    <a:pt x="1435" y="1"/>
                    <a:pt x="14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72" name="Google Shape;3772;p30"/>
            <p:cNvSpPr/>
            <p:nvPr/>
          </p:nvSpPr>
          <p:spPr>
            <a:xfrm>
              <a:off x="9887156" y="1656650"/>
              <a:ext cx="16560" cy="12054"/>
            </a:xfrm>
            <a:custGeom>
              <a:avLst/>
              <a:gdLst/>
              <a:ahLst/>
              <a:cxnLst/>
              <a:rect l="l" t="t" r="r" b="b"/>
              <a:pathLst>
                <a:path w="735" h="535" extrusionOk="0">
                  <a:moveTo>
                    <a:pt x="601" y="0"/>
                  </a:moveTo>
                  <a:cubicBezTo>
                    <a:pt x="601" y="0"/>
                    <a:pt x="368" y="0"/>
                    <a:pt x="268" y="67"/>
                  </a:cubicBezTo>
                  <a:cubicBezTo>
                    <a:pt x="168" y="67"/>
                    <a:pt x="134" y="167"/>
                    <a:pt x="101" y="200"/>
                  </a:cubicBezTo>
                  <a:lnTo>
                    <a:pt x="1" y="301"/>
                  </a:lnTo>
                  <a:cubicBezTo>
                    <a:pt x="1" y="334"/>
                    <a:pt x="101" y="534"/>
                    <a:pt x="101" y="534"/>
                  </a:cubicBezTo>
                  <a:lnTo>
                    <a:pt x="201" y="534"/>
                  </a:lnTo>
                  <a:cubicBezTo>
                    <a:pt x="301" y="534"/>
                    <a:pt x="401" y="534"/>
                    <a:pt x="468" y="501"/>
                  </a:cubicBezTo>
                  <a:cubicBezTo>
                    <a:pt x="601" y="401"/>
                    <a:pt x="735" y="200"/>
                    <a:pt x="735" y="200"/>
                  </a:cubicBezTo>
                  <a:cubicBezTo>
                    <a:pt x="735" y="167"/>
                    <a:pt x="601"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73" name="Google Shape;3773;p30"/>
            <p:cNvSpPr/>
            <p:nvPr/>
          </p:nvSpPr>
          <p:spPr>
            <a:xfrm>
              <a:off x="10013414" y="1660075"/>
              <a:ext cx="30100" cy="13135"/>
            </a:xfrm>
            <a:custGeom>
              <a:avLst/>
              <a:gdLst/>
              <a:ahLst/>
              <a:cxnLst/>
              <a:rect l="l" t="t" r="r" b="b"/>
              <a:pathLst>
                <a:path w="1336" h="583" extrusionOk="0">
                  <a:moveTo>
                    <a:pt x="934" y="0"/>
                  </a:moveTo>
                  <a:cubicBezTo>
                    <a:pt x="827" y="0"/>
                    <a:pt x="701" y="15"/>
                    <a:pt x="635" y="15"/>
                  </a:cubicBezTo>
                  <a:cubicBezTo>
                    <a:pt x="501" y="48"/>
                    <a:pt x="334" y="149"/>
                    <a:pt x="201" y="215"/>
                  </a:cubicBezTo>
                  <a:cubicBezTo>
                    <a:pt x="68" y="315"/>
                    <a:pt x="1" y="382"/>
                    <a:pt x="1" y="382"/>
                  </a:cubicBezTo>
                  <a:lnTo>
                    <a:pt x="134" y="582"/>
                  </a:lnTo>
                  <a:cubicBezTo>
                    <a:pt x="134" y="582"/>
                    <a:pt x="201" y="582"/>
                    <a:pt x="334" y="549"/>
                  </a:cubicBezTo>
                  <a:cubicBezTo>
                    <a:pt x="468" y="515"/>
                    <a:pt x="568" y="515"/>
                    <a:pt x="701" y="482"/>
                  </a:cubicBezTo>
                  <a:cubicBezTo>
                    <a:pt x="835" y="482"/>
                    <a:pt x="968" y="382"/>
                    <a:pt x="1068" y="382"/>
                  </a:cubicBezTo>
                  <a:cubicBezTo>
                    <a:pt x="1202" y="382"/>
                    <a:pt x="1302" y="349"/>
                    <a:pt x="1302" y="349"/>
                  </a:cubicBezTo>
                  <a:cubicBezTo>
                    <a:pt x="1302" y="315"/>
                    <a:pt x="1335" y="82"/>
                    <a:pt x="1335" y="82"/>
                  </a:cubicBezTo>
                  <a:lnTo>
                    <a:pt x="1068" y="15"/>
                  </a:lnTo>
                  <a:cubicBezTo>
                    <a:pt x="1035" y="4"/>
                    <a:pt x="987" y="0"/>
                    <a:pt x="9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74" name="Google Shape;3774;p30"/>
            <p:cNvSpPr/>
            <p:nvPr/>
          </p:nvSpPr>
          <p:spPr>
            <a:xfrm>
              <a:off x="10009674" y="1688215"/>
              <a:ext cx="33840" cy="13541"/>
            </a:xfrm>
            <a:custGeom>
              <a:avLst/>
              <a:gdLst/>
              <a:ahLst/>
              <a:cxnLst/>
              <a:rect l="l" t="t" r="r" b="b"/>
              <a:pathLst>
                <a:path w="1502" h="601" extrusionOk="0">
                  <a:moveTo>
                    <a:pt x="1401" y="0"/>
                  </a:moveTo>
                  <a:cubicBezTo>
                    <a:pt x="1401" y="0"/>
                    <a:pt x="967" y="0"/>
                    <a:pt x="667" y="100"/>
                  </a:cubicBezTo>
                  <a:cubicBezTo>
                    <a:pt x="400" y="134"/>
                    <a:pt x="0" y="334"/>
                    <a:pt x="0" y="334"/>
                  </a:cubicBezTo>
                  <a:lnTo>
                    <a:pt x="33" y="601"/>
                  </a:lnTo>
                  <a:cubicBezTo>
                    <a:pt x="33" y="601"/>
                    <a:pt x="500" y="601"/>
                    <a:pt x="801" y="567"/>
                  </a:cubicBezTo>
                  <a:cubicBezTo>
                    <a:pt x="1067" y="501"/>
                    <a:pt x="1501" y="267"/>
                    <a:pt x="1501" y="267"/>
                  </a:cubicBezTo>
                  <a:cubicBezTo>
                    <a:pt x="1501" y="234"/>
                    <a:pt x="1468" y="67"/>
                    <a:pt x="14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75" name="Google Shape;3775;p30"/>
            <p:cNvSpPr/>
            <p:nvPr/>
          </p:nvSpPr>
          <p:spPr>
            <a:xfrm>
              <a:off x="10018686" y="1716445"/>
              <a:ext cx="24828" cy="11197"/>
            </a:xfrm>
            <a:custGeom>
              <a:avLst/>
              <a:gdLst/>
              <a:ahLst/>
              <a:cxnLst/>
              <a:rect l="l" t="t" r="r" b="b"/>
              <a:pathLst>
                <a:path w="1102" h="497" extrusionOk="0">
                  <a:moveTo>
                    <a:pt x="728" y="0"/>
                  </a:moveTo>
                  <a:cubicBezTo>
                    <a:pt x="649" y="0"/>
                    <a:pt x="567" y="4"/>
                    <a:pt x="501" y="15"/>
                  </a:cubicBezTo>
                  <a:cubicBezTo>
                    <a:pt x="301" y="48"/>
                    <a:pt x="0" y="215"/>
                    <a:pt x="0" y="215"/>
                  </a:cubicBezTo>
                  <a:lnTo>
                    <a:pt x="67" y="482"/>
                  </a:lnTo>
                  <a:cubicBezTo>
                    <a:pt x="67" y="482"/>
                    <a:pt x="215" y="497"/>
                    <a:pt x="373" y="497"/>
                  </a:cubicBezTo>
                  <a:cubicBezTo>
                    <a:pt x="453" y="497"/>
                    <a:pt x="534" y="493"/>
                    <a:pt x="601" y="482"/>
                  </a:cubicBezTo>
                  <a:cubicBezTo>
                    <a:pt x="801" y="415"/>
                    <a:pt x="1101" y="248"/>
                    <a:pt x="1101" y="248"/>
                  </a:cubicBezTo>
                  <a:cubicBezTo>
                    <a:pt x="1101" y="248"/>
                    <a:pt x="1068" y="48"/>
                    <a:pt x="1034" y="15"/>
                  </a:cubicBezTo>
                  <a:cubicBezTo>
                    <a:pt x="1034" y="15"/>
                    <a:pt x="886"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76" name="Google Shape;3776;p30"/>
            <p:cNvSpPr/>
            <p:nvPr/>
          </p:nvSpPr>
          <p:spPr>
            <a:xfrm>
              <a:off x="10025445" y="1738569"/>
              <a:ext cx="19556" cy="12797"/>
            </a:xfrm>
            <a:custGeom>
              <a:avLst/>
              <a:gdLst/>
              <a:ahLst/>
              <a:cxnLst/>
              <a:rect l="l" t="t" r="r" b="b"/>
              <a:pathLst>
                <a:path w="868" h="568" extrusionOk="0">
                  <a:moveTo>
                    <a:pt x="768" y="0"/>
                  </a:moveTo>
                  <a:cubicBezTo>
                    <a:pt x="768" y="0"/>
                    <a:pt x="468" y="34"/>
                    <a:pt x="334" y="67"/>
                  </a:cubicBezTo>
                  <a:cubicBezTo>
                    <a:pt x="201" y="167"/>
                    <a:pt x="1" y="267"/>
                    <a:pt x="1" y="267"/>
                  </a:cubicBezTo>
                  <a:lnTo>
                    <a:pt x="1" y="534"/>
                  </a:lnTo>
                  <a:cubicBezTo>
                    <a:pt x="1" y="534"/>
                    <a:pt x="34" y="567"/>
                    <a:pt x="167" y="567"/>
                  </a:cubicBezTo>
                  <a:cubicBezTo>
                    <a:pt x="301" y="567"/>
                    <a:pt x="434" y="567"/>
                    <a:pt x="501" y="534"/>
                  </a:cubicBezTo>
                  <a:cubicBezTo>
                    <a:pt x="668" y="434"/>
                    <a:pt x="868" y="234"/>
                    <a:pt x="868" y="234"/>
                  </a:cubicBezTo>
                  <a:cubicBezTo>
                    <a:pt x="868" y="234"/>
                    <a:pt x="801" y="34"/>
                    <a:pt x="7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77" name="Google Shape;3777;p30"/>
            <p:cNvSpPr/>
            <p:nvPr/>
          </p:nvSpPr>
          <p:spPr>
            <a:xfrm>
              <a:off x="10029951" y="1759612"/>
              <a:ext cx="24085" cy="22553"/>
            </a:xfrm>
            <a:custGeom>
              <a:avLst/>
              <a:gdLst/>
              <a:ahLst/>
              <a:cxnLst/>
              <a:rect l="l" t="t" r="r" b="b"/>
              <a:pathLst>
                <a:path w="1069" h="1001" extrusionOk="0">
                  <a:moveTo>
                    <a:pt x="935" y="0"/>
                  </a:moveTo>
                  <a:cubicBezTo>
                    <a:pt x="935" y="0"/>
                    <a:pt x="835" y="67"/>
                    <a:pt x="735" y="100"/>
                  </a:cubicBezTo>
                  <a:cubicBezTo>
                    <a:pt x="601" y="134"/>
                    <a:pt x="434" y="234"/>
                    <a:pt x="334" y="300"/>
                  </a:cubicBezTo>
                  <a:cubicBezTo>
                    <a:pt x="268" y="434"/>
                    <a:pt x="134" y="567"/>
                    <a:pt x="101" y="667"/>
                  </a:cubicBezTo>
                  <a:cubicBezTo>
                    <a:pt x="67" y="801"/>
                    <a:pt x="1" y="901"/>
                    <a:pt x="1" y="901"/>
                  </a:cubicBezTo>
                  <a:lnTo>
                    <a:pt x="234" y="1001"/>
                  </a:lnTo>
                  <a:cubicBezTo>
                    <a:pt x="234" y="1001"/>
                    <a:pt x="301" y="968"/>
                    <a:pt x="401" y="901"/>
                  </a:cubicBezTo>
                  <a:cubicBezTo>
                    <a:pt x="468" y="801"/>
                    <a:pt x="601" y="767"/>
                    <a:pt x="668" y="667"/>
                  </a:cubicBezTo>
                  <a:cubicBezTo>
                    <a:pt x="768" y="634"/>
                    <a:pt x="835" y="501"/>
                    <a:pt x="935" y="434"/>
                  </a:cubicBezTo>
                  <a:cubicBezTo>
                    <a:pt x="968" y="334"/>
                    <a:pt x="1068" y="267"/>
                    <a:pt x="1068" y="267"/>
                  </a:cubicBezTo>
                  <a:cubicBezTo>
                    <a:pt x="1068" y="267"/>
                    <a:pt x="935" y="10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78" name="Google Shape;3778;p30"/>
            <p:cNvSpPr/>
            <p:nvPr/>
          </p:nvSpPr>
          <p:spPr>
            <a:xfrm>
              <a:off x="10050251" y="1791920"/>
              <a:ext cx="12797" cy="11625"/>
            </a:xfrm>
            <a:custGeom>
              <a:avLst/>
              <a:gdLst/>
              <a:ahLst/>
              <a:cxnLst/>
              <a:rect l="l" t="t" r="r" b="b"/>
              <a:pathLst>
                <a:path w="568" h="516" extrusionOk="0">
                  <a:moveTo>
                    <a:pt x="367" y="1"/>
                  </a:moveTo>
                  <a:cubicBezTo>
                    <a:pt x="367" y="34"/>
                    <a:pt x="200" y="34"/>
                    <a:pt x="134" y="34"/>
                  </a:cubicBezTo>
                  <a:lnTo>
                    <a:pt x="0" y="201"/>
                  </a:lnTo>
                  <a:lnTo>
                    <a:pt x="0" y="468"/>
                  </a:lnTo>
                  <a:cubicBezTo>
                    <a:pt x="0" y="468"/>
                    <a:pt x="34" y="468"/>
                    <a:pt x="100" y="501"/>
                  </a:cubicBezTo>
                  <a:cubicBezTo>
                    <a:pt x="134" y="512"/>
                    <a:pt x="163" y="516"/>
                    <a:pt x="192" y="516"/>
                  </a:cubicBezTo>
                  <a:cubicBezTo>
                    <a:pt x="249" y="516"/>
                    <a:pt x="301" y="501"/>
                    <a:pt x="367" y="501"/>
                  </a:cubicBezTo>
                  <a:cubicBezTo>
                    <a:pt x="434" y="468"/>
                    <a:pt x="467" y="401"/>
                    <a:pt x="534" y="334"/>
                  </a:cubicBezTo>
                  <a:cubicBezTo>
                    <a:pt x="567" y="234"/>
                    <a:pt x="567" y="201"/>
                    <a:pt x="567" y="201"/>
                  </a:cubicBezTo>
                  <a:cubicBezTo>
                    <a:pt x="567" y="201"/>
                    <a:pt x="434" y="34"/>
                    <a:pt x="3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79" name="Google Shape;3779;p30"/>
            <p:cNvSpPr/>
            <p:nvPr/>
          </p:nvSpPr>
          <p:spPr>
            <a:xfrm>
              <a:off x="10217829" y="1522124"/>
              <a:ext cx="18813" cy="11288"/>
            </a:xfrm>
            <a:custGeom>
              <a:avLst/>
              <a:gdLst/>
              <a:ahLst/>
              <a:cxnLst/>
              <a:rect l="l" t="t" r="r" b="b"/>
              <a:pathLst>
                <a:path w="835" h="501" extrusionOk="0">
                  <a:moveTo>
                    <a:pt x="468" y="0"/>
                  </a:moveTo>
                  <a:cubicBezTo>
                    <a:pt x="301" y="0"/>
                    <a:pt x="68" y="34"/>
                    <a:pt x="68" y="34"/>
                  </a:cubicBezTo>
                  <a:lnTo>
                    <a:pt x="1" y="301"/>
                  </a:lnTo>
                  <a:cubicBezTo>
                    <a:pt x="1" y="301"/>
                    <a:pt x="234" y="467"/>
                    <a:pt x="401" y="501"/>
                  </a:cubicBezTo>
                  <a:cubicBezTo>
                    <a:pt x="568" y="501"/>
                    <a:pt x="835" y="434"/>
                    <a:pt x="835" y="434"/>
                  </a:cubicBezTo>
                  <a:lnTo>
                    <a:pt x="835" y="167"/>
                  </a:lnTo>
                  <a:cubicBezTo>
                    <a:pt x="835" y="167"/>
                    <a:pt x="601" y="0"/>
                    <a:pt x="4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80" name="Google Shape;3780;p30"/>
            <p:cNvSpPr/>
            <p:nvPr/>
          </p:nvSpPr>
          <p:spPr>
            <a:xfrm>
              <a:off x="10219338" y="1543167"/>
              <a:ext cx="22575" cy="11288"/>
            </a:xfrm>
            <a:custGeom>
              <a:avLst/>
              <a:gdLst/>
              <a:ahLst/>
              <a:cxnLst/>
              <a:rect l="l" t="t" r="r" b="b"/>
              <a:pathLst>
                <a:path w="1002" h="501" extrusionOk="0">
                  <a:moveTo>
                    <a:pt x="501" y="0"/>
                  </a:moveTo>
                  <a:cubicBezTo>
                    <a:pt x="268" y="0"/>
                    <a:pt x="1" y="100"/>
                    <a:pt x="1" y="100"/>
                  </a:cubicBezTo>
                  <a:lnTo>
                    <a:pt x="1" y="367"/>
                  </a:lnTo>
                  <a:cubicBezTo>
                    <a:pt x="1" y="367"/>
                    <a:pt x="268" y="501"/>
                    <a:pt x="501" y="501"/>
                  </a:cubicBezTo>
                  <a:cubicBezTo>
                    <a:pt x="701" y="501"/>
                    <a:pt x="1001" y="367"/>
                    <a:pt x="1001" y="367"/>
                  </a:cubicBezTo>
                  <a:lnTo>
                    <a:pt x="1001" y="100"/>
                  </a:lnTo>
                  <a:cubicBezTo>
                    <a:pt x="1001" y="100"/>
                    <a:pt x="701" y="0"/>
                    <a:pt x="5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81" name="Google Shape;3781;p30"/>
            <p:cNvSpPr/>
            <p:nvPr/>
          </p:nvSpPr>
          <p:spPr>
            <a:xfrm>
              <a:off x="10220848" y="1563466"/>
              <a:ext cx="30844" cy="12031"/>
            </a:xfrm>
            <a:custGeom>
              <a:avLst/>
              <a:gdLst/>
              <a:ahLst/>
              <a:cxnLst/>
              <a:rect l="l" t="t" r="r" b="b"/>
              <a:pathLst>
                <a:path w="1369" h="534" extrusionOk="0">
                  <a:moveTo>
                    <a:pt x="1335" y="0"/>
                  </a:moveTo>
                  <a:cubicBezTo>
                    <a:pt x="1334" y="0"/>
                    <a:pt x="934" y="0"/>
                    <a:pt x="668" y="33"/>
                  </a:cubicBezTo>
                  <a:cubicBezTo>
                    <a:pt x="434" y="100"/>
                    <a:pt x="0" y="200"/>
                    <a:pt x="0" y="200"/>
                  </a:cubicBezTo>
                  <a:lnTo>
                    <a:pt x="0" y="467"/>
                  </a:lnTo>
                  <a:cubicBezTo>
                    <a:pt x="0" y="467"/>
                    <a:pt x="434" y="534"/>
                    <a:pt x="701" y="534"/>
                  </a:cubicBezTo>
                  <a:cubicBezTo>
                    <a:pt x="1001" y="467"/>
                    <a:pt x="1368" y="267"/>
                    <a:pt x="1368" y="267"/>
                  </a:cubicBezTo>
                  <a:cubicBezTo>
                    <a:pt x="1368" y="200"/>
                    <a:pt x="1301" y="0"/>
                    <a:pt x="13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82" name="Google Shape;3782;p30"/>
            <p:cNvSpPr/>
            <p:nvPr/>
          </p:nvSpPr>
          <p:spPr>
            <a:xfrm>
              <a:off x="10231369" y="1587506"/>
              <a:ext cx="27081" cy="12910"/>
            </a:xfrm>
            <a:custGeom>
              <a:avLst/>
              <a:gdLst/>
              <a:ahLst/>
              <a:cxnLst/>
              <a:rect l="l" t="t" r="r" b="b"/>
              <a:pathLst>
                <a:path w="1202" h="573" extrusionOk="0">
                  <a:moveTo>
                    <a:pt x="901" y="0"/>
                  </a:moveTo>
                  <a:cubicBezTo>
                    <a:pt x="851" y="34"/>
                    <a:pt x="784" y="34"/>
                    <a:pt x="718" y="34"/>
                  </a:cubicBezTo>
                  <a:cubicBezTo>
                    <a:pt x="651" y="34"/>
                    <a:pt x="584" y="34"/>
                    <a:pt x="534" y="67"/>
                  </a:cubicBezTo>
                  <a:cubicBezTo>
                    <a:pt x="334" y="101"/>
                    <a:pt x="0" y="234"/>
                    <a:pt x="0" y="234"/>
                  </a:cubicBezTo>
                  <a:lnTo>
                    <a:pt x="0" y="467"/>
                  </a:lnTo>
                  <a:cubicBezTo>
                    <a:pt x="0" y="467"/>
                    <a:pt x="290" y="573"/>
                    <a:pt x="542" y="573"/>
                  </a:cubicBezTo>
                  <a:cubicBezTo>
                    <a:pt x="574" y="573"/>
                    <a:pt x="605" y="571"/>
                    <a:pt x="634" y="568"/>
                  </a:cubicBezTo>
                  <a:cubicBezTo>
                    <a:pt x="734" y="534"/>
                    <a:pt x="868" y="467"/>
                    <a:pt x="1001" y="401"/>
                  </a:cubicBezTo>
                  <a:cubicBezTo>
                    <a:pt x="1135" y="301"/>
                    <a:pt x="1201" y="267"/>
                    <a:pt x="1201" y="267"/>
                  </a:cubicBezTo>
                  <a:cubicBezTo>
                    <a:pt x="1201" y="267"/>
                    <a:pt x="1135" y="67"/>
                    <a:pt x="11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83" name="Google Shape;3783;p30"/>
            <p:cNvSpPr/>
            <p:nvPr/>
          </p:nvSpPr>
          <p:spPr>
            <a:xfrm>
              <a:off x="10253156" y="1605394"/>
              <a:ext cx="20322" cy="11445"/>
            </a:xfrm>
            <a:custGeom>
              <a:avLst/>
              <a:gdLst/>
              <a:ahLst/>
              <a:cxnLst/>
              <a:rect l="l" t="t" r="r" b="b"/>
              <a:pathLst>
                <a:path w="902" h="508" extrusionOk="0">
                  <a:moveTo>
                    <a:pt x="479" y="0"/>
                  </a:moveTo>
                  <a:cubicBezTo>
                    <a:pt x="451" y="0"/>
                    <a:pt x="425" y="2"/>
                    <a:pt x="401" y="7"/>
                  </a:cubicBezTo>
                  <a:cubicBezTo>
                    <a:pt x="234" y="74"/>
                    <a:pt x="1" y="174"/>
                    <a:pt x="1" y="174"/>
                  </a:cubicBezTo>
                  <a:lnTo>
                    <a:pt x="1" y="441"/>
                  </a:lnTo>
                  <a:cubicBezTo>
                    <a:pt x="1" y="441"/>
                    <a:pt x="268" y="507"/>
                    <a:pt x="501" y="507"/>
                  </a:cubicBezTo>
                  <a:cubicBezTo>
                    <a:pt x="635" y="474"/>
                    <a:pt x="901" y="307"/>
                    <a:pt x="901" y="307"/>
                  </a:cubicBezTo>
                  <a:cubicBezTo>
                    <a:pt x="901" y="307"/>
                    <a:pt x="868" y="107"/>
                    <a:pt x="868" y="74"/>
                  </a:cubicBezTo>
                  <a:cubicBezTo>
                    <a:pt x="868" y="74"/>
                    <a:pt x="648" y="0"/>
                    <a:pt x="4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84" name="Google Shape;3784;p30"/>
            <p:cNvSpPr/>
            <p:nvPr/>
          </p:nvSpPr>
          <p:spPr>
            <a:xfrm>
              <a:off x="10362877" y="1634661"/>
              <a:ext cx="20322" cy="12729"/>
            </a:xfrm>
            <a:custGeom>
              <a:avLst/>
              <a:gdLst/>
              <a:ahLst/>
              <a:cxnLst/>
              <a:rect l="l" t="t" r="r" b="b"/>
              <a:pathLst>
                <a:path w="902" h="565" extrusionOk="0">
                  <a:moveTo>
                    <a:pt x="205" y="1"/>
                  </a:moveTo>
                  <a:cubicBezTo>
                    <a:pt x="109" y="1"/>
                    <a:pt x="34" y="9"/>
                    <a:pt x="34" y="9"/>
                  </a:cubicBezTo>
                  <a:lnTo>
                    <a:pt x="1" y="242"/>
                  </a:lnTo>
                  <a:cubicBezTo>
                    <a:pt x="1" y="242"/>
                    <a:pt x="201" y="476"/>
                    <a:pt x="368" y="509"/>
                  </a:cubicBezTo>
                  <a:cubicBezTo>
                    <a:pt x="439" y="552"/>
                    <a:pt x="535" y="564"/>
                    <a:pt x="622" y="564"/>
                  </a:cubicBezTo>
                  <a:cubicBezTo>
                    <a:pt x="737" y="564"/>
                    <a:pt x="835" y="543"/>
                    <a:pt x="835" y="543"/>
                  </a:cubicBezTo>
                  <a:cubicBezTo>
                    <a:pt x="835" y="543"/>
                    <a:pt x="902" y="343"/>
                    <a:pt x="868" y="309"/>
                  </a:cubicBezTo>
                  <a:cubicBezTo>
                    <a:pt x="868" y="309"/>
                    <a:pt x="668" y="109"/>
                    <a:pt x="501" y="42"/>
                  </a:cubicBezTo>
                  <a:cubicBezTo>
                    <a:pt x="418" y="9"/>
                    <a:pt x="301" y="1"/>
                    <a:pt x="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85" name="Google Shape;3785;p30"/>
            <p:cNvSpPr/>
            <p:nvPr/>
          </p:nvSpPr>
          <p:spPr>
            <a:xfrm>
              <a:off x="10359880" y="1661900"/>
              <a:ext cx="26315" cy="11310"/>
            </a:xfrm>
            <a:custGeom>
              <a:avLst/>
              <a:gdLst/>
              <a:ahLst/>
              <a:cxnLst/>
              <a:rect l="l" t="t" r="r" b="b"/>
              <a:pathLst>
                <a:path w="1168" h="502" extrusionOk="0">
                  <a:moveTo>
                    <a:pt x="101" y="1"/>
                  </a:moveTo>
                  <a:cubicBezTo>
                    <a:pt x="101" y="68"/>
                    <a:pt x="0" y="268"/>
                    <a:pt x="0" y="268"/>
                  </a:cubicBezTo>
                  <a:cubicBezTo>
                    <a:pt x="0" y="268"/>
                    <a:pt x="34" y="301"/>
                    <a:pt x="167" y="401"/>
                  </a:cubicBezTo>
                  <a:lnTo>
                    <a:pt x="534" y="501"/>
                  </a:lnTo>
                  <a:cubicBezTo>
                    <a:pt x="668" y="501"/>
                    <a:pt x="834" y="501"/>
                    <a:pt x="968" y="468"/>
                  </a:cubicBezTo>
                  <a:cubicBezTo>
                    <a:pt x="1101" y="434"/>
                    <a:pt x="1168" y="401"/>
                    <a:pt x="1168" y="401"/>
                  </a:cubicBezTo>
                  <a:cubicBezTo>
                    <a:pt x="1168" y="401"/>
                    <a:pt x="1135" y="168"/>
                    <a:pt x="1135" y="134"/>
                  </a:cubicBezTo>
                  <a:cubicBezTo>
                    <a:pt x="1135" y="134"/>
                    <a:pt x="1035" y="134"/>
                    <a:pt x="968" y="101"/>
                  </a:cubicBezTo>
                  <a:cubicBezTo>
                    <a:pt x="834" y="68"/>
                    <a:pt x="701" y="1"/>
                    <a:pt x="6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86" name="Google Shape;3786;p30"/>
            <p:cNvSpPr/>
            <p:nvPr/>
          </p:nvSpPr>
          <p:spPr>
            <a:xfrm>
              <a:off x="10364386" y="1689724"/>
              <a:ext cx="24828" cy="11288"/>
            </a:xfrm>
            <a:custGeom>
              <a:avLst/>
              <a:gdLst/>
              <a:ahLst/>
              <a:cxnLst/>
              <a:rect l="l" t="t" r="r" b="b"/>
              <a:pathLst>
                <a:path w="1102" h="501" extrusionOk="0">
                  <a:moveTo>
                    <a:pt x="501" y="0"/>
                  </a:moveTo>
                  <a:cubicBezTo>
                    <a:pt x="301" y="0"/>
                    <a:pt x="1" y="100"/>
                    <a:pt x="1" y="100"/>
                  </a:cubicBezTo>
                  <a:lnTo>
                    <a:pt x="1" y="367"/>
                  </a:lnTo>
                  <a:cubicBezTo>
                    <a:pt x="1" y="367"/>
                    <a:pt x="334" y="500"/>
                    <a:pt x="568" y="500"/>
                  </a:cubicBezTo>
                  <a:cubicBezTo>
                    <a:pt x="801" y="500"/>
                    <a:pt x="1101" y="300"/>
                    <a:pt x="1101" y="300"/>
                  </a:cubicBezTo>
                  <a:cubicBezTo>
                    <a:pt x="1101" y="300"/>
                    <a:pt x="1068" y="100"/>
                    <a:pt x="1001" y="33"/>
                  </a:cubicBezTo>
                  <a:cubicBezTo>
                    <a:pt x="1001" y="33"/>
                    <a:pt x="668" y="0"/>
                    <a:pt x="5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87" name="Google Shape;3787;p30"/>
            <p:cNvSpPr/>
            <p:nvPr/>
          </p:nvSpPr>
          <p:spPr>
            <a:xfrm>
              <a:off x="10377161" y="1720523"/>
              <a:ext cx="24085" cy="11310"/>
            </a:xfrm>
            <a:custGeom>
              <a:avLst/>
              <a:gdLst/>
              <a:ahLst/>
              <a:cxnLst/>
              <a:rect l="l" t="t" r="r" b="b"/>
              <a:pathLst>
                <a:path w="1069" h="502" extrusionOk="0">
                  <a:moveTo>
                    <a:pt x="534" y="1"/>
                  </a:moveTo>
                  <a:cubicBezTo>
                    <a:pt x="334" y="1"/>
                    <a:pt x="1" y="134"/>
                    <a:pt x="1" y="134"/>
                  </a:cubicBezTo>
                  <a:lnTo>
                    <a:pt x="1" y="368"/>
                  </a:lnTo>
                  <a:cubicBezTo>
                    <a:pt x="1" y="368"/>
                    <a:pt x="334" y="501"/>
                    <a:pt x="534" y="501"/>
                  </a:cubicBezTo>
                  <a:cubicBezTo>
                    <a:pt x="735" y="501"/>
                    <a:pt x="1068" y="368"/>
                    <a:pt x="1068" y="368"/>
                  </a:cubicBezTo>
                  <a:lnTo>
                    <a:pt x="1068" y="134"/>
                  </a:lnTo>
                  <a:cubicBezTo>
                    <a:pt x="1068" y="134"/>
                    <a:pt x="735" y="1"/>
                    <a:pt x="5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88" name="Google Shape;3788;p30"/>
            <p:cNvSpPr/>
            <p:nvPr/>
          </p:nvSpPr>
          <p:spPr>
            <a:xfrm>
              <a:off x="10145868" y="1949225"/>
              <a:ext cx="442512" cy="241792"/>
            </a:xfrm>
            <a:custGeom>
              <a:avLst/>
              <a:gdLst/>
              <a:ahLst/>
              <a:cxnLst/>
              <a:rect l="l" t="t" r="r" b="b"/>
              <a:pathLst>
                <a:path w="19641" h="10732" extrusionOk="0">
                  <a:moveTo>
                    <a:pt x="3739" y="0"/>
                  </a:moveTo>
                  <a:cubicBezTo>
                    <a:pt x="3498" y="0"/>
                    <a:pt x="3258" y="30"/>
                    <a:pt x="3028" y="90"/>
                  </a:cubicBezTo>
                  <a:cubicBezTo>
                    <a:pt x="2828" y="190"/>
                    <a:pt x="2661" y="224"/>
                    <a:pt x="2494" y="324"/>
                  </a:cubicBezTo>
                  <a:cubicBezTo>
                    <a:pt x="2328" y="391"/>
                    <a:pt x="2161" y="491"/>
                    <a:pt x="2027" y="591"/>
                  </a:cubicBezTo>
                  <a:cubicBezTo>
                    <a:pt x="1761" y="824"/>
                    <a:pt x="1527" y="1091"/>
                    <a:pt x="1427" y="1391"/>
                  </a:cubicBezTo>
                  <a:cubicBezTo>
                    <a:pt x="1127" y="1992"/>
                    <a:pt x="993" y="2492"/>
                    <a:pt x="827" y="2859"/>
                  </a:cubicBezTo>
                  <a:cubicBezTo>
                    <a:pt x="660" y="3259"/>
                    <a:pt x="493" y="3560"/>
                    <a:pt x="360" y="3726"/>
                  </a:cubicBezTo>
                  <a:cubicBezTo>
                    <a:pt x="293" y="3826"/>
                    <a:pt x="260" y="3893"/>
                    <a:pt x="193" y="3926"/>
                  </a:cubicBezTo>
                  <a:cubicBezTo>
                    <a:pt x="159" y="3993"/>
                    <a:pt x="126" y="3993"/>
                    <a:pt x="126" y="3993"/>
                  </a:cubicBezTo>
                  <a:cubicBezTo>
                    <a:pt x="0" y="4119"/>
                    <a:pt x="65" y="4340"/>
                    <a:pt x="204" y="4340"/>
                  </a:cubicBezTo>
                  <a:cubicBezTo>
                    <a:pt x="249" y="4340"/>
                    <a:pt x="303" y="4317"/>
                    <a:pt x="360" y="4260"/>
                  </a:cubicBezTo>
                  <a:lnTo>
                    <a:pt x="460" y="4193"/>
                  </a:lnTo>
                  <a:lnTo>
                    <a:pt x="660" y="3993"/>
                  </a:lnTo>
                  <a:cubicBezTo>
                    <a:pt x="827" y="3760"/>
                    <a:pt x="1027" y="3493"/>
                    <a:pt x="1194" y="3059"/>
                  </a:cubicBezTo>
                  <a:cubicBezTo>
                    <a:pt x="1427" y="2692"/>
                    <a:pt x="1594" y="2192"/>
                    <a:pt x="1827" y="1692"/>
                  </a:cubicBezTo>
                  <a:cubicBezTo>
                    <a:pt x="1961" y="1491"/>
                    <a:pt x="2128" y="1225"/>
                    <a:pt x="2328" y="1058"/>
                  </a:cubicBezTo>
                  <a:cubicBezTo>
                    <a:pt x="2528" y="891"/>
                    <a:pt x="2828" y="758"/>
                    <a:pt x="3128" y="691"/>
                  </a:cubicBezTo>
                  <a:cubicBezTo>
                    <a:pt x="3289" y="657"/>
                    <a:pt x="3452" y="640"/>
                    <a:pt x="3616" y="640"/>
                  </a:cubicBezTo>
                  <a:cubicBezTo>
                    <a:pt x="4095" y="640"/>
                    <a:pt x="4573" y="784"/>
                    <a:pt x="4996" y="1058"/>
                  </a:cubicBezTo>
                  <a:cubicBezTo>
                    <a:pt x="5263" y="1225"/>
                    <a:pt x="5497" y="1491"/>
                    <a:pt x="5697" y="1758"/>
                  </a:cubicBezTo>
                  <a:cubicBezTo>
                    <a:pt x="5830" y="1925"/>
                    <a:pt x="5864" y="2058"/>
                    <a:pt x="5964" y="2225"/>
                  </a:cubicBezTo>
                  <a:cubicBezTo>
                    <a:pt x="5997" y="2392"/>
                    <a:pt x="6097" y="2592"/>
                    <a:pt x="6164" y="2759"/>
                  </a:cubicBezTo>
                  <a:cubicBezTo>
                    <a:pt x="6331" y="3159"/>
                    <a:pt x="6497" y="3526"/>
                    <a:pt x="6831" y="3860"/>
                  </a:cubicBezTo>
                  <a:cubicBezTo>
                    <a:pt x="6998" y="4027"/>
                    <a:pt x="7198" y="4193"/>
                    <a:pt x="7431" y="4260"/>
                  </a:cubicBezTo>
                  <a:cubicBezTo>
                    <a:pt x="7531" y="4327"/>
                    <a:pt x="7631" y="4360"/>
                    <a:pt x="7765" y="4393"/>
                  </a:cubicBezTo>
                  <a:cubicBezTo>
                    <a:pt x="7865" y="4427"/>
                    <a:pt x="7998" y="4427"/>
                    <a:pt x="8132" y="4427"/>
                  </a:cubicBezTo>
                  <a:cubicBezTo>
                    <a:pt x="8632" y="4427"/>
                    <a:pt x="8999" y="4260"/>
                    <a:pt x="9333" y="4093"/>
                  </a:cubicBezTo>
                  <a:cubicBezTo>
                    <a:pt x="9633" y="3993"/>
                    <a:pt x="9966" y="3826"/>
                    <a:pt x="10267" y="3660"/>
                  </a:cubicBezTo>
                  <a:cubicBezTo>
                    <a:pt x="10700" y="3393"/>
                    <a:pt x="11201" y="3193"/>
                    <a:pt x="11668" y="3193"/>
                  </a:cubicBezTo>
                  <a:cubicBezTo>
                    <a:pt x="12135" y="3193"/>
                    <a:pt x="12635" y="3393"/>
                    <a:pt x="13102" y="3726"/>
                  </a:cubicBezTo>
                  <a:cubicBezTo>
                    <a:pt x="13336" y="3893"/>
                    <a:pt x="13536" y="4060"/>
                    <a:pt x="13803" y="4227"/>
                  </a:cubicBezTo>
                  <a:cubicBezTo>
                    <a:pt x="13969" y="4393"/>
                    <a:pt x="14203" y="4560"/>
                    <a:pt x="14336" y="4760"/>
                  </a:cubicBezTo>
                  <a:cubicBezTo>
                    <a:pt x="14637" y="5161"/>
                    <a:pt x="14837" y="5661"/>
                    <a:pt x="14937" y="6161"/>
                  </a:cubicBezTo>
                  <a:cubicBezTo>
                    <a:pt x="15037" y="6662"/>
                    <a:pt x="15104" y="7162"/>
                    <a:pt x="15170" y="7596"/>
                  </a:cubicBezTo>
                  <a:cubicBezTo>
                    <a:pt x="15204" y="8063"/>
                    <a:pt x="15337" y="8530"/>
                    <a:pt x="15504" y="8863"/>
                  </a:cubicBezTo>
                  <a:cubicBezTo>
                    <a:pt x="15671" y="9230"/>
                    <a:pt x="15871" y="9497"/>
                    <a:pt x="16038" y="9664"/>
                  </a:cubicBezTo>
                  <a:cubicBezTo>
                    <a:pt x="16204" y="9831"/>
                    <a:pt x="16371" y="9897"/>
                    <a:pt x="16438" y="9931"/>
                  </a:cubicBezTo>
                  <a:lnTo>
                    <a:pt x="16371" y="9931"/>
                  </a:lnTo>
                  <a:cubicBezTo>
                    <a:pt x="16972" y="10364"/>
                    <a:pt x="17505" y="10498"/>
                    <a:pt x="17872" y="10565"/>
                  </a:cubicBezTo>
                  <a:cubicBezTo>
                    <a:pt x="18306" y="10665"/>
                    <a:pt x="18606" y="10698"/>
                    <a:pt x="18806" y="10698"/>
                  </a:cubicBezTo>
                  <a:cubicBezTo>
                    <a:pt x="19206" y="10731"/>
                    <a:pt x="19307" y="10731"/>
                    <a:pt x="19307" y="10731"/>
                  </a:cubicBezTo>
                  <a:cubicBezTo>
                    <a:pt x="19607" y="10731"/>
                    <a:pt x="19640" y="10431"/>
                    <a:pt x="19440" y="10331"/>
                  </a:cubicBezTo>
                  <a:cubicBezTo>
                    <a:pt x="19440" y="10331"/>
                    <a:pt x="19340" y="10331"/>
                    <a:pt x="18940" y="10264"/>
                  </a:cubicBezTo>
                  <a:cubicBezTo>
                    <a:pt x="18706" y="10231"/>
                    <a:pt x="18439" y="10231"/>
                    <a:pt x="18039" y="10164"/>
                  </a:cubicBezTo>
                  <a:cubicBezTo>
                    <a:pt x="17672" y="10064"/>
                    <a:pt x="17205" y="9931"/>
                    <a:pt x="16771" y="9564"/>
                  </a:cubicBezTo>
                  <a:lnTo>
                    <a:pt x="16705" y="9564"/>
                  </a:lnTo>
                  <a:cubicBezTo>
                    <a:pt x="16638" y="9497"/>
                    <a:pt x="16271" y="9230"/>
                    <a:pt x="16004" y="8663"/>
                  </a:cubicBezTo>
                  <a:cubicBezTo>
                    <a:pt x="15871" y="8363"/>
                    <a:pt x="15804" y="7996"/>
                    <a:pt x="15771" y="7529"/>
                  </a:cubicBezTo>
                  <a:cubicBezTo>
                    <a:pt x="15671" y="7062"/>
                    <a:pt x="15637" y="6562"/>
                    <a:pt x="15537" y="6028"/>
                  </a:cubicBezTo>
                  <a:cubicBezTo>
                    <a:pt x="15470" y="5494"/>
                    <a:pt x="15270" y="4860"/>
                    <a:pt x="14870" y="4360"/>
                  </a:cubicBezTo>
                  <a:cubicBezTo>
                    <a:pt x="14703" y="4060"/>
                    <a:pt x="14470" y="3893"/>
                    <a:pt x="14203" y="3660"/>
                  </a:cubicBezTo>
                  <a:cubicBezTo>
                    <a:pt x="13969" y="3426"/>
                    <a:pt x="13769" y="3259"/>
                    <a:pt x="13502" y="3093"/>
                  </a:cubicBezTo>
                  <a:cubicBezTo>
                    <a:pt x="13002" y="2759"/>
                    <a:pt x="12435" y="2392"/>
                    <a:pt x="11701" y="2392"/>
                  </a:cubicBezTo>
                  <a:cubicBezTo>
                    <a:pt x="11001" y="2425"/>
                    <a:pt x="10467" y="2692"/>
                    <a:pt x="9966" y="2926"/>
                  </a:cubicBezTo>
                  <a:cubicBezTo>
                    <a:pt x="9666" y="3059"/>
                    <a:pt x="9366" y="3226"/>
                    <a:pt x="9032" y="3393"/>
                  </a:cubicBezTo>
                  <a:cubicBezTo>
                    <a:pt x="8766" y="3560"/>
                    <a:pt x="8465" y="3693"/>
                    <a:pt x="8165" y="3693"/>
                  </a:cubicBezTo>
                  <a:cubicBezTo>
                    <a:pt x="8098" y="3660"/>
                    <a:pt x="8032" y="3660"/>
                    <a:pt x="7965" y="3660"/>
                  </a:cubicBezTo>
                  <a:cubicBezTo>
                    <a:pt x="7865" y="3593"/>
                    <a:pt x="7832" y="3593"/>
                    <a:pt x="7765" y="3560"/>
                  </a:cubicBezTo>
                  <a:cubicBezTo>
                    <a:pt x="7598" y="3526"/>
                    <a:pt x="7498" y="3393"/>
                    <a:pt x="7365" y="3326"/>
                  </a:cubicBezTo>
                  <a:cubicBezTo>
                    <a:pt x="7164" y="3093"/>
                    <a:pt x="6998" y="2759"/>
                    <a:pt x="6831" y="2425"/>
                  </a:cubicBezTo>
                  <a:cubicBezTo>
                    <a:pt x="6798" y="2259"/>
                    <a:pt x="6697" y="2092"/>
                    <a:pt x="6631" y="1892"/>
                  </a:cubicBezTo>
                  <a:cubicBezTo>
                    <a:pt x="6531" y="1725"/>
                    <a:pt x="6431" y="1525"/>
                    <a:pt x="6297" y="1358"/>
                  </a:cubicBezTo>
                  <a:cubicBezTo>
                    <a:pt x="6030" y="991"/>
                    <a:pt x="5697" y="691"/>
                    <a:pt x="5363" y="491"/>
                  </a:cubicBezTo>
                  <a:cubicBezTo>
                    <a:pt x="4873" y="164"/>
                    <a:pt x="4301" y="0"/>
                    <a:pt x="3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89" name="Google Shape;3789;p30"/>
            <p:cNvSpPr/>
            <p:nvPr/>
          </p:nvSpPr>
          <p:spPr>
            <a:xfrm>
              <a:off x="10241147" y="1982299"/>
              <a:ext cx="23319" cy="10319"/>
            </a:xfrm>
            <a:custGeom>
              <a:avLst/>
              <a:gdLst/>
              <a:ahLst/>
              <a:cxnLst/>
              <a:rect l="l" t="t" r="r" b="b"/>
              <a:pathLst>
                <a:path w="1035" h="458" extrusionOk="0">
                  <a:moveTo>
                    <a:pt x="610" y="0"/>
                  </a:moveTo>
                  <a:cubicBezTo>
                    <a:pt x="559" y="0"/>
                    <a:pt x="509" y="7"/>
                    <a:pt x="467" y="23"/>
                  </a:cubicBezTo>
                  <a:cubicBezTo>
                    <a:pt x="400" y="23"/>
                    <a:pt x="267" y="57"/>
                    <a:pt x="167" y="123"/>
                  </a:cubicBezTo>
                  <a:cubicBezTo>
                    <a:pt x="67" y="224"/>
                    <a:pt x="0" y="257"/>
                    <a:pt x="0" y="257"/>
                  </a:cubicBezTo>
                  <a:lnTo>
                    <a:pt x="133" y="457"/>
                  </a:lnTo>
                  <a:lnTo>
                    <a:pt x="567" y="457"/>
                  </a:lnTo>
                  <a:cubicBezTo>
                    <a:pt x="734" y="424"/>
                    <a:pt x="1034" y="257"/>
                    <a:pt x="1034" y="257"/>
                  </a:cubicBezTo>
                  <a:cubicBezTo>
                    <a:pt x="1034" y="257"/>
                    <a:pt x="967" y="57"/>
                    <a:pt x="934" y="57"/>
                  </a:cubicBezTo>
                  <a:cubicBezTo>
                    <a:pt x="934" y="57"/>
                    <a:pt x="765" y="0"/>
                    <a:pt x="6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90" name="Google Shape;3790;p30"/>
            <p:cNvSpPr/>
            <p:nvPr/>
          </p:nvSpPr>
          <p:spPr>
            <a:xfrm>
              <a:off x="10243400" y="2005370"/>
              <a:ext cx="26315" cy="11288"/>
            </a:xfrm>
            <a:custGeom>
              <a:avLst/>
              <a:gdLst/>
              <a:ahLst/>
              <a:cxnLst/>
              <a:rect l="l" t="t" r="r" b="b"/>
              <a:pathLst>
                <a:path w="1168" h="501" extrusionOk="0">
                  <a:moveTo>
                    <a:pt x="601" y="0"/>
                  </a:moveTo>
                  <a:cubicBezTo>
                    <a:pt x="334" y="0"/>
                    <a:pt x="0" y="100"/>
                    <a:pt x="0" y="100"/>
                  </a:cubicBezTo>
                  <a:lnTo>
                    <a:pt x="0" y="367"/>
                  </a:lnTo>
                  <a:cubicBezTo>
                    <a:pt x="0" y="367"/>
                    <a:pt x="367" y="500"/>
                    <a:pt x="601" y="500"/>
                  </a:cubicBezTo>
                  <a:cubicBezTo>
                    <a:pt x="834" y="500"/>
                    <a:pt x="1168" y="367"/>
                    <a:pt x="1168" y="367"/>
                  </a:cubicBezTo>
                  <a:lnTo>
                    <a:pt x="1168" y="100"/>
                  </a:lnTo>
                  <a:cubicBezTo>
                    <a:pt x="1168" y="100"/>
                    <a:pt x="801"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91" name="Google Shape;3791;p30"/>
            <p:cNvSpPr/>
            <p:nvPr/>
          </p:nvSpPr>
          <p:spPr>
            <a:xfrm>
              <a:off x="10247906" y="2024565"/>
              <a:ext cx="24828" cy="11625"/>
            </a:xfrm>
            <a:custGeom>
              <a:avLst/>
              <a:gdLst/>
              <a:ahLst/>
              <a:cxnLst/>
              <a:rect l="l" t="t" r="r" b="b"/>
              <a:pathLst>
                <a:path w="1102" h="516" extrusionOk="0">
                  <a:moveTo>
                    <a:pt x="633" y="1"/>
                  </a:moveTo>
                  <a:cubicBezTo>
                    <a:pt x="590" y="1"/>
                    <a:pt x="545" y="4"/>
                    <a:pt x="501" y="15"/>
                  </a:cubicBezTo>
                  <a:cubicBezTo>
                    <a:pt x="401" y="15"/>
                    <a:pt x="267" y="82"/>
                    <a:pt x="167" y="182"/>
                  </a:cubicBezTo>
                  <a:cubicBezTo>
                    <a:pt x="67" y="249"/>
                    <a:pt x="0" y="349"/>
                    <a:pt x="0" y="349"/>
                  </a:cubicBezTo>
                  <a:lnTo>
                    <a:pt x="167" y="516"/>
                  </a:lnTo>
                  <a:cubicBezTo>
                    <a:pt x="167" y="482"/>
                    <a:pt x="434" y="482"/>
                    <a:pt x="601" y="416"/>
                  </a:cubicBezTo>
                  <a:cubicBezTo>
                    <a:pt x="767" y="382"/>
                    <a:pt x="1068" y="249"/>
                    <a:pt x="1068" y="249"/>
                  </a:cubicBezTo>
                  <a:cubicBezTo>
                    <a:pt x="1068" y="249"/>
                    <a:pt x="1068" y="49"/>
                    <a:pt x="1101" y="49"/>
                  </a:cubicBezTo>
                  <a:cubicBezTo>
                    <a:pt x="1101" y="49"/>
                    <a:pt x="1001" y="15"/>
                    <a:pt x="868" y="15"/>
                  </a:cubicBezTo>
                  <a:cubicBezTo>
                    <a:pt x="801" y="15"/>
                    <a:pt x="719" y="1"/>
                    <a:pt x="6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92" name="Google Shape;3792;p30"/>
            <p:cNvSpPr/>
            <p:nvPr/>
          </p:nvSpPr>
          <p:spPr>
            <a:xfrm>
              <a:off x="10262934" y="2050452"/>
              <a:ext cx="22575" cy="11288"/>
            </a:xfrm>
            <a:custGeom>
              <a:avLst/>
              <a:gdLst/>
              <a:ahLst/>
              <a:cxnLst/>
              <a:rect l="l" t="t" r="r" b="b"/>
              <a:pathLst>
                <a:path w="1002" h="501" extrusionOk="0">
                  <a:moveTo>
                    <a:pt x="467" y="1"/>
                  </a:moveTo>
                  <a:cubicBezTo>
                    <a:pt x="301" y="1"/>
                    <a:pt x="0" y="101"/>
                    <a:pt x="0" y="101"/>
                  </a:cubicBezTo>
                  <a:lnTo>
                    <a:pt x="0" y="367"/>
                  </a:lnTo>
                  <a:cubicBezTo>
                    <a:pt x="0" y="367"/>
                    <a:pt x="301" y="501"/>
                    <a:pt x="501" y="501"/>
                  </a:cubicBezTo>
                  <a:cubicBezTo>
                    <a:pt x="734" y="501"/>
                    <a:pt x="1001" y="334"/>
                    <a:pt x="1001" y="334"/>
                  </a:cubicBezTo>
                  <a:cubicBezTo>
                    <a:pt x="1001" y="267"/>
                    <a:pt x="968" y="67"/>
                    <a:pt x="934" y="34"/>
                  </a:cubicBezTo>
                  <a:cubicBezTo>
                    <a:pt x="934" y="34"/>
                    <a:pt x="634" y="1"/>
                    <a:pt x="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93" name="Google Shape;3793;p30"/>
            <p:cNvSpPr/>
            <p:nvPr/>
          </p:nvSpPr>
          <p:spPr>
            <a:xfrm>
              <a:off x="10441056" y="2066989"/>
              <a:ext cx="18790" cy="11288"/>
            </a:xfrm>
            <a:custGeom>
              <a:avLst/>
              <a:gdLst/>
              <a:ahLst/>
              <a:cxnLst/>
              <a:rect l="l" t="t" r="r" b="b"/>
              <a:pathLst>
                <a:path w="834" h="501" extrusionOk="0">
                  <a:moveTo>
                    <a:pt x="434" y="0"/>
                  </a:moveTo>
                  <a:cubicBezTo>
                    <a:pt x="234" y="0"/>
                    <a:pt x="0" y="100"/>
                    <a:pt x="0" y="100"/>
                  </a:cubicBezTo>
                  <a:lnTo>
                    <a:pt x="0" y="334"/>
                  </a:lnTo>
                  <a:cubicBezTo>
                    <a:pt x="0" y="334"/>
                    <a:pt x="234" y="501"/>
                    <a:pt x="367" y="501"/>
                  </a:cubicBezTo>
                  <a:cubicBezTo>
                    <a:pt x="567" y="501"/>
                    <a:pt x="834" y="434"/>
                    <a:pt x="834" y="434"/>
                  </a:cubicBezTo>
                  <a:lnTo>
                    <a:pt x="834" y="167"/>
                  </a:lnTo>
                  <a:cubicBezTo>
                    <a:pt x="834" y="167"/>
                    <a:pt x="567" y="0"/>
                    <a:pt x="4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94" name="Google Shape;3794;p30"/>
            <p:cNvSpPr/>
            <p:nvPr/>
          </p:nvSpPr>
          <p:spPr>
            <a:xfrm>
              <a:off x="10437293" y="2097810"/>
              <a:ext cx="24828" cy="11806"/>
            </a:xfrm>
            <a:custGeom>
              <a:avLst/>
              <a:gdLst/>
              <a:ahLst/>
              <a:cxnLst/>
              <a:rect l="l" t="t" r="r" b="b"/>
              <a:pathLst>
                <a:path w="1102" h="524" extrusionOk="0">
                  <a:moveTo>
                    <a:pt x="501" y="0"/>
                  </a:moveTo>
                  <a:cubicBezTo>
                    <a:pt x="334" y="67"/>
                    <a:pt x="34" y="234"/>
                    <a:pt x="34" y="234"/>
                  </a:cubicBezTo>
                  <a:cubicBezTo>
                    <a:pt x="0" y="234"/>
                    <a:pt x="67" y="467"/>
                    <a:pt x="67" y="467"/>
                  </a:cubicBezTo>
                  <a:cubicBezTo>
                    <a:pt x="67" y="467"/>
                    <a:pt x="236" y="523"/>
                    <a:pt x="405" y="523"/>
                  </a:cubicBezTo>
                  <a:cubicBezTo>
                    <a:pt x="461" y="523"/>
                    <a:pt x="517" y="517"/>
                    <a:pt x="567" y="500"/>
                  </a:cubicBezTo>
                  <a:cubicBezTo>
                    <a:pt x="701" y="500"/>
                    <a:pt x="834" y="467"/>
                    <a:pt x="901" y="400"/>
                  </a:cubicBezTo>
                  <a:cubicBezTo>
                    <a:pt x="1001" y="300"/>
                    <a:pt x="1068" y="267"/>
                    <a:pt x="1068" y="267"/>
                  </a:cubicBezTo>
                  <a:cubicBezTo>
                    <a:pt x="1101" y="267"/>
                    <a:pt x="1001" y="100"/>
                    <a:pt x="9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95" name="Google Shape;3795;p30"/>
            <p:cNvSpPr/>
            <p:nvPr/>
          </p:nvSpPr>
          <p:spPr>
            <a:xfrm>
              <a:off x="10438803" y="2125252"/>
              <a:ext cx="25572" cy="12617"/>
            </a:xfrm>
            <a:custGeom>
              <a:avLst/>
              <a:gdLst/>
              <a:ahLst/>
              <a:cxnLst/>
              <a:rect l="l" t="t" r="r" b="b"/>
              <a:pathLst>
                <a:path w="1135" h="560" extrusionOk="0">
                  <a:moveTo>
                    <a:pt x="990" y="1"/>
                  </a:moveTo>
                  <a:cubicBezTo>
                    <a:pt x="981" y="1"/>
                    <a:pt x="973" y="5"/>
                    <a:pt x="967" y="16"/>
                  </a:cubicBezTo>
                  <a:cubicBezTo>
                    <a:pt x="967" y="16"/>
                    <a:pt x="867" y="50"/>
                    <a:pt x="801" y="50"/>
                  </a:cubicBezTo>
                  <a:cubicBezTo>
                    <a:pt x="701" y="50"/>
                    <a:pt x="600" y="50"/>
                    <a:pt x="500" y="83"/>
                  </a:cubicBezTo>
                  <a:cubicBezTo>
                    <a:pt x="300" y="116"/>
                    <a:pt x="0" y="250"/>
                    <a:pt x="0" y="250"/>
                  </a:cubicBezTo>
                  <a:lnTo>
                    <a:pt x="0" y="517"/>
                  </a:lnTo>
                  <a:cubicBezTo>
                    <a:pt x="0" y="517"/>
                    <a:pt x="213" y="559"/>
                    <a:pt x="436" y="559"/>
                  </a:cubicBezTo>
                  <a:cubicBezTo>
                    <a:pt x="491" y="559"/>
                    <a:pt x="547" y="557"/>
                    <a:pt x="600" y="550"/>
                  </a:cubicBezTo>
                  <a:cubicBezTo>
                    <a:pt x="701" y="517"/>
                    <a:pt x="867" y="417"/>
                    <a:pt x="967" y="350"/>
                  </a:cubicBezTo>
                  <a:cubicBezTo>
                    <a:pt x="1101" y="250"/>
                    <a:pt x="1134" y="183"/>
                    <a:pt x="1134" y="183"/>
                  </a:cubicBezTo>
                  <a:cubicBezTo>
                    <a:pt x="1134" y="127"/>
                    <a:pt x="1040" y="1"/>
                    <a:pt x="9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96" name="Google Shape;3796;p30"/>
            <p:cNvSpPr/>
            <p:nvPr/>
          </p:nvSpPr>
          <p:spPr>
            <a:xfrm>
              <a:off x="10450068" y="2152671"/>
              <a:ext cx="24828" cy="11625"/>
            </a:xfrm>
            <a:custGeom>
              <a:avLst/>
              <a:gdLst/>
              <a:ahLst/>
              <a:cxnLst/>
              <a:rect l="l" t="t" r="r" b="b"/>
              <a:pathLst>
                <a:path w="1102" h="516" extrusionOk="0">
                  <a:moveTo>
                    <a:pt x="1001" y="0"/>
                  </a:moveTo>
                  <a:cubicBezTo>
                    <a:pt x="1001" y="0"/>
                    <a:pt x="668" y="0"/>
                    <a:pt x="501" y="33"/>
                  </a:cubicBezTo>
                  <a:cubicBezTo>
                    <a:pt x="301" y="67"/>
                    <a:pt x="0" y="234"/>
                    <a:pt x="0" y="234"/>
                  </a:cubicBezTo>
                  <a:lnTo>
                    <a:pt x="34" y="500"/>
                  </a:lnTo>
                  <a:cubicBezTo>
                    <a:pt x="34" y="500"/>
                    <a:pt x="182" y="515"/>
                    <a:pt x="350" y="515"/>
                  </a:cubicBezTo>
                  <a:cubicBezTo>
                    <a:pt x="434" y="515"/>
                    <a:pt x="523" y="512"/>
                    <a:pt x="601" y="500"/>
                  </a:cubicBezTo>
                  <a:cubicBezTo>
                    <a:pt x="801" y="400"/>
                    <a:pt x="1101" y="200"/>
                    <a:pt x="1101" y="200"/>
                  </a:cubicBezTo>
                  <a:lnTo>
                    <a:pt x="10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97" name="Google Shape;3797;p30"/>
            <p:cNvSpPr/>
            <p:nvPr/>
          </p:nvSpPr>
          <p:spPr>
            <a:xfrm>
              <a:off x="10476360" y="2165445"/>
              <a:ext cx="14307" cy="15050"/>
            </a:xfrm>
            <a:custGeom>
              <a:avLst/>
              <a:gdLst/>
              <a:ahLst/>
              <a:cxnLst/>
              <a:rect l="l" t="t" r="r" b="b"/>
              <a:pathLst>
                <a:path w="635" h="668" extrusionOk="0">
                  <a:moveTo>
                    <a:pt x="334" y="0"/>
                  </a:moveTo>
                  <a:lnTo>
                    <a:pt x="268" y="100"/>
                  </a:lnTo>
                  <a:cubicBezTo>
                    <a:pt x="201" y="134"/>
                    <a:pt x="134" y="167"/>
                    <a:pt x="134" y="234"/>
                  </a:cubicBezTo>
                  <a:cubicBezTo>
                    <a:pt x="101" y="267"/>
                    <a:pt x="1" y="467"/>
                    <a:pt x="1" y="467"/>
                  </a:cubicBezTo>
                  <a:cubicBezTo>
                    <a:pt x="1" y="467"/>
                    <a:pt x="134" y="634"/>
                    <a:pt x="201" y="667"/>
                  </a:cubicBezTo>
                  <a:cubicBezTo>
                    <a:pt x="201" y="667"/>
                    <a:pt x="268" y="667"/>
                    <a:pt x="334" y="634"/>
                  </a:cubicBezTo>
                  <a:cubicBezTo>
                    <a:pt x="435" y="601"/>
                    <a:pt x="501" y="567"/>
                    <a:pt x="535" y="467"/>
                  </a:cubicBezTo>
                  <a:cubicBezTo>
                    <a:pt x="635" y="400"/>
                    <a:pt x="635" y="267"/>
                    <a:pt x="635" y="167"/>
                  </a:cubicBezTo>
                  <a:cubicBezTo>
                    <a:pt x="635" y="67"/>
                    <a:pt x="601"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98" name="Google Shape;3798;p30"/>
            <p:cNvSpPr/>
            <p:nvPr/>
          </p:nvSpPr>
          <p:spPr>
            <a:xfrm>
              <a:off x="10498913" y="2186488"/>
              <a:ext cx="12054" cy="18813"/>
            </a:xfrm>
            <a:custGeom>
              <a:avLst/>
              <a:gdLst/>
              <a:ahLst/>
              <a:cxnLst/>
              <a:rect l="l" t="t" r="r" b="b"/>
              <a:pathLst>
                <a:path w="535" h="835" extrusionOk="0">
                  <a:moveTo>
                    <a:pt x="201" y="0"/>
                  </a:moveTo>
                  <a:cubicBezTo>
                    <a:pt x="201" y="0"/>
                    <a:pt x="167" y="34"/>
                    <a:pt x="134" y="134"/>
                  </a:cubicBezTo>
                  <a:cubicBezTo>
                    <a:pt x="134" y="200"/>
                    <a:pt x="34" y="234"/>
                    <a:pt x="34" y="334"/>
                  </a:cubicBezTo>
                  <a:cubicBezTo>
                    <a:pt x="1" y="400"/>
                    <a:pt x="1" y="667"/>
                    <a:pt x="1" y="667"/>
                  </a:cubicBezTo>
                  <a:cubicBezTo>
                    <a:pt x="1" y="701"/>
                    <a:pt x="201" y="801"/>
                    <a:pt x="201" y="834"/>
                  </a:cubicBezTo>
                  <a:lnTo>
                    <a:pt x="334" y="701"/>
                  </a:lnTo>
                  <a:cubicBezTo>
                    <a:pt x="434" y="667"/>
                    <a:pt x="468" y="534"/>
                    <a:pt x="501" y="467"/>
                  </a:cubicBezTo>
                  <a:cubicBezTo>
                    <a:pt x="534" y="367"/>
                    <a:pt x="534" y="234"/>
                    <a:pt x="501" y="167"/>
                  </a:cubicBezTo>
                  <a:cubicBezTo>
                    <a:pt x="501" y="67"/>
                    <a:pt x="468" y="0"/>
                    <a:pt x="4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99" name="Google Shape;3799;p30"/>
            <p:cNvSpPr/>
            <p:nvPr/>
          </p:nvSpPr>
          <p:spPr>
            <a:xfrm>
              <a:off x="10592863" y="2469803"/>
              <a:ext cx="21809" cy="11310"/>
            </a:xfrm>
            <a:custGeom>
              <a:avLst/>
              <a:gdLst/>
              <a:ahLst/>
              <a:cxnLst/>
              <a:rect l="l" t="t" r="r" b="b"/>
              <a:pathLst>
                <a:path w="968" h="502" extrusionOk="0">
                  <a:moveTo>
                    <a:pt x="467" y="1"/>
                  </a:moveTo>
                  <a:cubicBezTo>
                    <a:pt x="300" y="1"/>
                    <a:pt x="0" y="134"/>
                    <a:pt x="0" y="134"/>
                  </a:cubicBezTo>
                  <a:lnTo>
                    <a:pt x="0" y="401"/>
                  </a:lnTo>
                  <a:cubicBezTo>
                    <a:pt x="0" y="401"/>
                    <a:pt x="267" y="501"/>
                    <a:pt x="467" y="501"/>
                  </a:cubicBezTo>
                  <a:cubicBezTo>
                    <a:pt x="634" y="501"/>
                    <a:pt x="934" y="401"/>
                    <a:pt x="934" y="401"/>
                  </a:cubicBezTo>
                  <a:cubicBezTo>
                    <a:pt x="968" y="401"/>
                    <a:pt x="968" y="168"/>
                    <a:pt x="934" y="134"/>
                  </a:cubicBezTo>
                  <a:cubicBezTo>
                    <a:pt x="934" y="134"/>
                    <a:pt x="634" y="1"/>
                    <a:pt x="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00" name="Google Shape;3800;p30"/>
            <p:cNvSpPr/>
            <p:nvPr/>
          </p:nvSpPr>
          <p:spPr>
            <a:xfrm>
              <a:off x="10589101" y="2487647"/>
              <a:ext cx="24828" cy="11490"/>
            </a:xfrm>
            <a:custGeom>
              <a:avLst/>
              <a:gdLst/>
              <a:ahLst/>
              <a:cxnLst/>
              <a:rect l="l" t="t" r="r" b="b"/>
              <a:pathLst>
                <a:path w="1102" h="510" extrusionOk="0">
                  <a:moveTo>
                    <a:pt x="633" y="0"/>
                  </a:moveTo>
                  <a:cubicBezTo>
                    <a:pt x="586" y="0"/>
                    <a:pt x="541" y="3"/>
                    <a:pt x="501" y="9"/>
                  </a:cubicBezTo>
                  <a:cubicBezTo>
                    <a:pt x="301" y="43"/>
                    <a:pt x="0" y="176"/>
                    <a:pt x="0" y="176"/>
                  </a:cubicBezTo>
                  <a:lnTo>
                    <a:pt x="0" y="443"/>
                  </a:lnTo>
                  <a:cubicBezTo>
                    <a:pt x="0" y="443"/>
                    <a:pt x="334" y="510"/>
                    <a:pt x="534" y="510"/>
                  </a:cubicBezTo>
                  <a:cubicBezTo>
                    <a:pt x="768" y="476"/>
                    <a:pt x="1035" y="310"/>
                    <a:pt x="1035" y="310"/>
                  </a:cubicBezTo>
                  <a:cubicBezTo>
                    <a:pt x="1101" y="276"/>
                    <a:pt x="1035" y="43"/>
                    <a:pt x="1035" y="43"/>
                  </a:cubicBezTo>
                  <a:cubicBezTo>
                    <a:pt x="1035" y="43"/>
                    <a:pt x="821" y="0"/>
                    <a:pt x="6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01" name="Google Shape;3801;p30"/>
            <p:cNvSpPr/>
            <p:nvPr/>
          </p:nvSpPr>
          <p:spPr>
            <a:xfrm>
              <a:off x="10598879" y="2512655"/>
              <a:ext cx="23319" cy="9778"/>
            </a:xfrm>
            <a:custGeom>
              <a:avLst/>
              <a:gdLst/>
              <a:ahLst/>
              <a:cxnLst/>
              <a:rect l="l" t="t" r="r" b="b"/>
              <a:pathLst>
                <a:path w="1035" h="434" extrusionOk="0">
                  <a:moveTo>
                    <a:pt x="434" y="0"/>
                  </a:moveTo>
                  <a:cubicBezTo>
                    <a:pt x="267" y="0"/>
                    <a:pt x="0" y="100"/>
                    <a:pt x="0" y="100"/>
                  </a:cubicBezTo>
                  <a:lnTo>
                    <a:pt x="0" y="367"/>
                  </a:lnTo>
                  <a:cubicBezTo>
                    <a:pt x="0" y="367"/>
                    <a:pt x="267" y="434"/>
                    <a:pt x="500" y="434"/>
                  </a:cubicBezTo>
                  <a:cubicBezTo>
                    <a:pt x="567" y="434"/>
                    <a:pt x="734" y="400"/>
                    <a:pt x="834" y="334"/>
                  </a:cubicBezTo>
                  <a:cubicBezTo>
                    <a:pt x="901" y="234"/>
                    <a:pt x="1001" y="200"/>
                    <a:pt x="1001" y="200"/>
                  </a:cubicBezTo>
                  <a:cubicBezTo>
                    <a:pt x="1034" y="200"/>
                    <a:pt x="901" y="34"/>
                    <a:pt x="9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02" name="Google Shape;3802;p30"/>
            <p:cNvSpPr/>
            <p:nvPr/>
          </p:nvSpPr>
          <p:spPr>
            <a:xfrm>
              <a:off x="10608634" y="2535185"/>
              <a:ext cx="20322" cy="11648"/>
            </a:xfrm>
            <a:custGeom>
              <a:avLst/>
              <a:gdLst/>
              <a:ahLst/>
              <a:cxnLst/>
              <a:rect l="l" t="t" r="r" b="b"/>
              <a:pathLst>
                <a:path w="902" h="517" extrusionOk="0">
                  <a:moveTo>
                    <a:pt x="635" y="1"/>
                  </a:moveTo>
                  <a:cubicBezTo>
                    <a:pt x="534" y="1"/>
                    <a:pt x="468" y="1"/>
                    <a:pt x="368" y="34"/>
                  </a:cubicBezTo>
                  <a:cubicBezTo>
                    <a:pt x="268" y="68"/>
                    <a:pt x="34" y="234"/>
                    <a:pt x="34" y="234"/>
                  </a:cubicBezTo>
                  <a:cubicBezTo>
                    <a:pt x="1" y="234"/>
                    <a:pt x="101" y="501"/>
                    <a:pt x="101" y="501"/>
                  </a:cubicBezTo>
                  <a:cubicBezTo>
                    <a:pt x="101" y="501"/>
                    <a:pt x="205" y="516"/>
                    <a:pt x="323" y="516"/>
                  </a:cubicBezTo>
                  <a:cubicBezTo>
                    <a:pt x="382" y="516"/>
                    <a:pt x="445" y="512"/>
                    <a:pt x="501" y="501"/>
                  </a:cubicBezTo>
                  <a:cubicBezTo>
                    <a:pt x="601" y="435"/>
                    <a:pt x="668" y="401"/>
                    <a:pt x="768" y="334"/>
                  </a:cubicBezTo>
                  <a:lnTo>
                    <a:pt x="901" y="201"/>
                  </a:lnTo>
                  <a:cubicBezTo>
                    <a:pt x="901" y="134"/>
                    <a:pt x="768" y="1"/>
                    <a:pt x="7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03" name="Google Shape;3803;p30"/>
            <p:cNvSpPr/>
            <p:nvPr/>
          </p:nvSpPr>
          <p:spPr>
            <a:xfrm>
              <a:off x="10426006" y="3160483"/>
              <a:ext cx="21832" cy="11490"/>
            </a:xfrm>
            <a:custGeom>
              <a:avLst/>
              <a:gdLst/>
              <a:ahLst/>
              <a:cxnLst/>
              <a:rect l="l" t="t" r="r" b="b"/>
              <a:pathLst>
                <a:path w="969" h="510" extrusionOk="0">
                  <a:moveTo>
                    <a:pt x="468" y="0"/>
                  </a:moveTo>
                  <a:cubicBezTo>
                    <a:pt x="268" y="0"/>
                    <a:pt x="1" y="134"/>
                    <a:pt x="1" y="134"/>
                  </a:cubicBezTo>
                  <a:lnTo>
                    <a:pt x="1" y="367"/>
                  </a:lnTo>
                  <a:cubicBezTo>
                    <a:pt x="1" y="367"/>
                    <a:pt x="268" y="500"/>
                    <a:pt x="435" y="500"/>
                  </a:cubicBezTo>
                  <a:cubicBezTo>
                    <a:pt x="468" y="507"/>
                    <a:pt x="507" y="510"/>
                    <a:pt x="547" y="510"/>
                  </a:cubicBezTo>
                  <a:cubicBezTo>
                    <a:pt x="709" y="510"/>
                    <a:pt x="902" y="467"/>
                    <a:pt x="902" y="467"/>
                  </a:cubicBezTo>
                  <a:cubicBezTo>
                    <a:pt x="902" y="434"/>
                    <a:pt x="935" y="200"/>
                    <a:pt x="968" y="167"/>
                  </a:cubicBezTo>
                  <a:cubicBezTo>
                    <a:pt x="968" y="167"/>
                    <a:pt x="701" y="33"/>
                    <a:pt x="4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04" name="Google Shape;3804;p30"/>
            <p:cNvSpPr/>
            <p:nvPr/>
          </p:nvSpPr>
          <p:spPr>
            <a:xfrm>
              <a:off x="10426772" y="3178507"/>
              <a:ext cx="19556" cy="10544"/>
            </a:xfrm>
            <a:custGeom>
              <a:avLst/>
              <a:gdLst/>
              <a:ahLst/>
              <a:cxnLst/>
              <a:rect l="l" t="t" r="r" b="b"/>
              <a:pathLst>
                <a:path w="868" h="468" extrusionOk="0">
                  <a:moveTo>
                    <a:pt x="467" y="1"/>
                  </a:moveTo>
                  <a:cubicBezTo>
                    <a:pt x="334" y="1"/>
                    <a:pt x="134" y="34"/>
                    <a:pt x="134" y="34"/>
                  </a:cubicBezTo>
                  <a:cubicBezTo>
                    <a:pt x="67" y="34"/>
                    <a:pt x="0" y="234"/>
                    <a:pt x="0" y="234"/>
                  </a:cubicBezTo>
                  <a:cubicBezTo>
                    <a:pt x="0" y="234"/>
                    <a:pt x="234" y="468"/>
                    <a:pt x="467" y="468"/>
                  </a:cubicBezTo>
                  <a:cubicBezTo>
                    <a:pt x="634" y="468"/>
                    <a:pt x="868" y="334"/>
                    <a:pt x="868" y="334"/>
                  </a:cubicBezTo>
                  <a:lnTo>
                    <a:pt x="868" y="67"/>
                  </a:lnTo>
                  <a:cubicBezTo>
                    <a:pt x="868" y="67"/>
                    <a:pt x="567" y="1"/>
                    <a:pt x="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05" name="Google Shape;3805;p30"/>
            <p:cNvSpPr/>
            <p:nvPr/>
          </p:nvSpPr>
          <p:spPr>
            <a:xfrm>
              <a:off x="10429768" y="3200316"/>
              <a:ext cx="16560" cy="11288"/>
            </a:xfrm>
            <a:custGeom>
              <a:avLst/>
              <a:gdLst/>
              <a:ahLst/>
              <a:cxnLst/>
              <a:rect l="l" t="t" r="r" b="b"/>
              <a:pathLst>
                <a:path w="735" h="501" extrusionOk="0">
                  <a:moveTo>
                    <a:pt x="368" y="0"/>
                  </a:moveTo>
                  <a:cubicBezTo>
                    <a:pt x="268" y="0"/>
                    <a:pt x="201" y="33"/>
                    <a:pt x="101" y="67"/>
                  </a:cubicBezTo>
                  <a:cubicBezTo>
                    <a:pt x="34" y="100"/>
                    <a:pt x="1" y="167"/>
                    <a:pt x="1" y="167"/>
                  </a:cubicBezTo>
                  <a:cubicBezTo>
                    <a:pt x="1" y="200"/>
                    <a:pt x="67" y="400"/>
                    <a:pt x="67" y="400"/>
                  </a:cubicBezTo>
                  <a:cubicBezTo>
                    <a:pt x="67" y="400"/>
                    <a:pt x="101" y="434"/>
                    <a:pt x="201" y="434"/>
                  </a:cubicBezTo>
                  <a:cubicBezTo>
                    <a:pt x="268" y="500"/>
                    <a:pt x="368" y="500"/>
                    <a:pt x="401" y="500"/>
                  </a:cubicBezTo>
                  <a:cubicBezTo>
                    <a:pt x="534" y="500"/>
                    <a:pt x="735" y="367"/>
                    <a:pt x="735" y="367"/>
                  </a:cubicBezTo>
                  <a:lnTo>
                    <a:pt x="735" y="100"/>
                  </a:lnTo>
                  <a:cubicBezTo>
                    <a:pt x="735" y="100"/>
                    <a:pt x="501" y="0"/>
                    <a:pt x="3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06" name="Google Shape;3806;p30"/>
            <p:cNvSpPr/>
            <p:nvPr/>
          </p:nvSpPr>
          <p:spPr>
            <a:xfrm>
              <a:off x="10528968" y="3273966"/>
              <a:ext cx="24828" cy="11288"/>
            </a:xfrm>
            <a:custGeom>
              <a:avLst/>
              <a:gdLst/>
              <a:ahLst/>
              <a:cxnLst/>
              <a:rect l="l" t="t" r="r" b="b"/>
              <a:pathLst>
                <a:path w="1102" h="501" extrusionOk="0">
                  <a:moveTo>
                    <a:pt x="601" y="0"/>
                  </a:moveTo>
                  <a:cubicBezTo>
                    <a:pt x="368" y="0"/>
                    <a:pt x="34" y="67"/>
                    <a:pt x="34" y="67"/>
                  </a:cubicBezTo>
                  <a:lnTo>
                    <a:pt x="1" y="300"/>
                  </a:lnTo>
                  <a:cubicBezTo>
                    <a:pt x="1" y="300"/>
                    <a:pt x="301" y="467"/>
                    <a:pt x="501" y="500"/>
                  </a:cubicBezTo>
                  <a:cubicBezTo>
                    <a:pt x="701" y="500"/>
                    <a:pt x="1035" y="434"/>
                    <a:pt x="1035" y="434"/>
                  </a:cubicBezTo>
                  <a:cubicBezTo>
                    <a:pt x="1102" y="400"/>
                    <a:pt x="1102" y="167"/>
                    <a:pt x="1102" y="167"/>
                  </a:cubicBezTo>
                  <a:cubicBezTo>
                    <a:pt x="1102" y="167"/>
                    <a:pt x="768"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07" name="Google Shape;3807;p30"/>
            <p:cNvSpPr/>
            <p:nvPr/>
          </p:nvSpPr>
          <p:spPr>
            <a:xfrm>
              <a:off x="10523719" y="3254410"/>
              <a:ext cx="24828" cy="11625"/>
            </a:xfrm>
            <a:custGeom>
              <a:avLst/>
              <a:gdLst/>
              <a:ahLst/>
              <a:cxnLst/>
              <a:rect l="l" t="t" r="r" b="b"/>
              <a:pathLst>
                <a:path w="1102" h="516" extrusionOk="0">
                  <a:moveTo>
                    <a:pt x="201" y="1"/>
                  </a:moveTo>
                  <a:cubicBezTo>
                    <a:pt x="67" y="1"/>
                    <a:pt x="0" y="34"/>
                    <a:pt x="0" y="34"/>
                  </a:cubicBezTo>
                  <a:lnTo>
                    <a:pt x="0" y="301"/>
                  </a:lnTo>
                  <a:lnTo>
                    <a:pt x="167" y="368"/>
                  </a:lnTo>
                  <a:cubicBezTo>
                    <a:pt x="267" y="434"/>
                    <a:pt x="401" y="468"/>
                    <a:pt x="501" y="501"/>
                  </a:cubicBezTo>
                  <a:cubicBezTo>
                    <a:pt x="567" y="512"/>
                    <a:pt x="653" y="516"/>
                    <a:pt x="737" y="516"/>
                  </a:cubicBezTo>
                  <a:cubicBezTo>
                    <a:pt x="905" y="516"/>
                    <a:pt x="1068" y="501"/>
                    <a:pt x="1068" y="501"/>
                  </a:cubicBezTo>
                  <a:cubicBezTo>
                    <a:pt x="1068" y="501"/>
                    <a:pt x="1101" y="301"/>
                    <a:pt x="1068" y="268"/>
                  </a:cubicBezTo>
                  <a:cubicBezTo>
                    <a:pt x="1068" y="268"/>
                    <a:pt x="768" y="34"/>
                    <a:pt x="5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08" name="Google Shape;3808;p30"/>
            <p:cNvSpPr/>
            <p:nvPr/>
          </p:nvSpPr>
          <p:spPr>
            <a:xfrm>
              <a:off x="10536493" y="3306274"/>
              <a:ext cx="24828" cy="11625"/>
            </a:xfrm>
            <a:custGeom>
              <a:avLst/>
              <a:gdLst/>
              <a:ahLst/>
              <a:cxnLst/>
              <a:rect l="l" t="t" r="r" b="b"/>
              <a:pathLst>
                <a:path w="1102" h="516" extrusionOk="0">
                  <a:moveTo>
                    <a:pt x="768" y="0"/>
                  </a:moveTo>
                  <a:cubicBezTo>
                    <a:pt x="668" y="0"/>
                    <a:pt x="534" y="0"/>
                    <a:pt x="467" y="34"/>
                  </a:cubicBezTo>
                  <a:cubicBezTo>
                    <a:pt x="267" y="67"/>
                    <a:pt x="0" y="234"/>
                    <a:pt x="0" y="234"/>
                  </a:cubicBezTo>
                  <a:lnTo>
                    <a:pt x="34" y="501"/>
                  </a:lnTo>
                  <a:cubicBezTo>
                    <a:pt x="34" y="501"/>
                    <a:pt x="182" y="516"/>
                    <a:pt x="350" y="516"/>
                  </a:cubicBezTo>
                  <a:cubicBezTo>
                    <a:pt x="434" y="516"/>
                    <a:pt x="523" y="512"/>
                    <a:pt x="601" y="501"/>
                  </a:cubicBezTo>
                  <a:cubicBezTo>
                    <a:pt x="668" y="467"/>
                    <a:pt x="801" y="367"/>
                    <a:pt x="868" y="334"/>
                  </a:cubicBezTo>
                  <a:cubicBezTo>
                    <a:pt x="1001" y="234"/>
                    <a:pt x="1035" y="201"/>
                    <a:pt x="1035" y="201"/>
                  </a:cubicBezTo>
                  <a:cubicBezTo>
                    <a:pt x="1101" y="201"/>
                    <a:pt x="968" y="34"/>
                    <a:pt x="9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09" name="Google Shape;3809;p30"/>
            <p:cNvSpPr/>
            <p:nvPr/>
          </p:nvSpPr>
          <p:spPr>
            <a:xfrm>
              <a:off x="10544018" y="3333333"/>
              <a:ext cx="21043" cy="12707"/>
            </a:xfrm>
            <a:custGeom>
              <a:avLst/>
              <a:gdLst/>
              <a:ahLst/>
              <a:cxnLst/>
              <a:rect l="l" t="t" r="r" b="b"/>
              <a:pathLst>
                <a:path w="934" h="564" extrusionOk="0">
                  <a:moveTo>
                    <a:pt x="834" y="0"/>
                  </a:moveTo>
                  <a:cubicBezTo>
                    <a:pt x="834" y="0"/>
                    <a:pt x="534" y="0"/>
                    <a:pt x="367" y="34"/>
                  </a:cubicBezTo>
                  <a:lnTo>
                    <a:pt x="133" y="167"/>
                  </a:lnTo>
                  <a:cubicBezTo>
                    <a:pt x="100" y="200"/>
                    <a:pt x="0" y="267"/>
                    <a:pt x="0" y="267"/>
                  </a:cubicBezTo>
                  <a:lnTo>
                    <a:pt x="0" y="501"/>
                  </a:lnTo>
                  <a:cubicBezTo>
                    <a:pt x="0" y="501"/>
                    <a:pt x="33" y="534"/>
                    <a:pt x="167" y="534"/>
                  </a:cubicBezTo>
                  <a:cubicBezTo>
                    <a:pt x="211" y="556"/>
                    <a:pt x="256" y="564"/>
                    <a:pt x="298" y="564"/>
                  </a:cubicBezTo>
                  <a:cubicBezTo>
                    <a:pt x="382" y="564"/>
                    <a:pt x="456" y="534"/>
                    <a:pt x="500" y="534"/>
                  </a:cubicBezTo>
                  <a:cubicBezTo>
                    <a:pt x="701" y="467"/>
                    <a:pt x="934" y="300"/>
                    <a:pt x="934" y="300"/>
                  </a:cubicBezTo>
                  <a:cubicBezTo>
                    <a:pt x="934" y="267"/>
                    <a:pt x="867" y="34"/>
                    <a:pt x="8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10" name="Google Shape;3810;p30"/>
            <p:cNvSpPr/>
            <p:nvPr/>
          </p:nvSpPr>
          <p:spPr>
            <a:xfrm>
              <a:off x="10552264" y="3353700"/>
              <a:ext cx="18813" cy="11963"/>
            </a:xfrm>
            <a:custGeom>
              <a:avLst/>
              <a:gdLst/>
              <a:ahLst/>
              <a:cxnLst/>
              <a:rect l="l" t="t" r="r" b="b"/>
              <a:pathLst>
                <a:path w="835" h="531" extrusionOk="0">
                  <a:moveTo>
                    <a:pt x="521" y="1"/>
                  </a:moveTo>
                  <a:cubicBezTo>
                    <a:pt x="457" y="1"/>
                    <a:pt x="390" y="8"/>
                    <a:pt x="335" y="30"/>
                  </a:cubicBezTo>
                  <a:cubicBezTo>
                    <a:pt x="168" y="97"/>
                    <a:pt x="1" y="297"/>
                    <a:pt x="1" y="297"/>
                  </a:cubicBezTo>
                  <a:lnTo>
                    <a:pt x="134" y="531"/>
                  </a:lnTo>
                  <a:cubicBezTo>
                    <a:pt x="134" y="531"/>
                    <a:pt x="401" y="531"/>
                    <a:pt x="501" y="464"/>
                  </a:cubicBezTo>
                  <a:cubicBezTo>
                    <a:pt x="635" y="431"/>
                    <a:pt x="835" y="264"/>
                    <a:pt x="835" y="264"/>
                  </a:cubicBezTo>
                  <a:cubicBezTo>
                    <a:pt x="835" y="264"/>
                    <a:pt x="768" y="64"/>
                    <a:pt x="768" y="30"/>
                  </a:cubicBezTo>
                  <a:cubicBezTo>
                    <a:pt x="768" y="30"/>
                    <a:pt x="650" y="1"/>
                    <a:pt x="5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11" name="Google Shape;3811;p30"/>
            <p:cNvSpPr/>
            <p:nvPr/>
          </p:nvSpPr>
          <p:spPr>
            <a:xfrm>
              <a:off x="10570311" y="3385940"/>
              <a:ext cx="19556" cy="11288"/>
            </a:xfrm>
            <a:custGeom>
              <a:avLst/>
              <a:gdLst/>
              <a:ahLst/>
              <a:cxnLst/>
              <a:rect l="l" t="t" r="r" b="b"/>
              <a:pathLst>
                <a:path w="868" h="501" extrusionOk="0">
                  <a:moveTo>
                    <a:pt x="601" y="0"/>
                  </a:moveTo>
                  <a:cubicBezTo>
                    <a:pt x="551" y="17"/>
                    <a:pt x="509" y="17"/>
                    <a:pt x="468" y="17"/>
                  </a:cubicBezTo>
                  <a:cubicBezTo>
                    <a:pt x="426" y="17"/>
                    <a:pt x="384" y="17"/>
                    <a:pt x="334" y="34"/>
                  </a:cubicBezTo>
                  <a:cubicBezTo>
                    <a:pt x="301" y="34"/>
                    <a:pt x="201" y="100"/>
                    <a:pt x="134" y="134"/>
                  </a:cubicBezTo>
                  <a:cubicBezTo>
                    <a:pt x="34" y="167"/>
                    <a:pt x="1" y="200"/>
                    <a:pt x="1" y="200"/>
                  </a:cubicBezTo>
                  <a:lnTo>
                    <a:pt x="1" y="467"/>
                  </a:lnTo>
                  <a:cubicBezTo>
                    <a:pt x="1" y="467"/>
                    <a:pt x="101" y="467"/>
                    <a:pt x="167" y="501"/>
                  </a:cubicBezTo>
                  <a:lnTo>
                    <a:pt x="501" y="501"/>
                  </a:lnTo>
                  <a:cubicBezTo>
                    <a:pt x="668" y="434"/>
                    <a:pt x="868" y="200"/>
                    <a:pt x="868" y="200"/>
                  </a:cubicBezTo>
                  <a:cubicBezTo>
                    <a:pt x="868" y="200"/>
                    <a:pt x="801" y="34"/>
                    <a:pt x="7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12" name="Google Shape;3812;p30"/>
            <p:cNvSpPr/>
            <p:nvPr/>
          </p:nvSpPr>
          <p:spPr>
            <a:xfrm>
              <a:off x="10559046" y="3043237"/>
              <a:ext cx="13541" cy="11288"/>
            </a:xfrm>
            <a:custGeom>
              <a:avLst/>
              <a:gdLst/>
              <a:ahLst/>
              <a:cxnLst/>
              <a:rect l="l" t="t" r="r" b="b"/>
              <a:pathLst>
                <a:path w="601" h="501" extrusionOk="0">
                  <a:moveTo>
                    <a:pt x="300" y="0"/>
                  </a:moveTo>
                  <a:cubicBezTo>
                    <a:pt x="167" y="0"/>
                    <a:pt x="0" y="134"/>
                    <a:pt x="0" y="134"/>
                  </a:cubicBezTo>
                  <a:lnTo>
                    <a:pt x="0" y="367"/>
                  </a:lnTo>
                  <a:cubicBezTo>
                    <a:pt x="0" y="367"/>
                    <a:pt x="167" y="501"/>
                    <a:pt x="300" y="501"/>
                  </a:cubicBezTo>
                  <a:cubicBezTo>
                    <a:pt x="434" y="501"/>
                    <a:pt x="601" y="367"/>
                    <a:pt x="601" y="367"/>
                  </a:cubicBezTo>
                  <a:lnTo>
                    <a:pt x="601" y="134"/>
                  </a:lnTo>
                  <a:cubicBezTo>
                    <a:pt x="601" y="134"/>
                    <a:pt x="434" y="0"/>
                    <a:pt x="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13" name="Google Shape;3813;p30"/>
            <p:cNvSpPr/>
            <p:nvPr/>
          </p:nvSpPr>
          <p:spPr>
            <a:xfrm>
              <a:off x="10565061" y="3059008"/>
              <a:ext cx="23319" cy="10544"/>
            </a:xfrm>
            <a:custGeom>
              <a:avLst/>
              <a:gdLst/>
              <a:ahLst/>
              <a:cxnLst/>
              <a:rect l="l" t="t" r="r" b="b"/>
              <a:pathLst>
                <a:path w="1035" h="468" extrusionOk="0">
                  <a:moveTo>
                    <a:pt x="500" y="1"/>
                  </a:moveTo>
                  <a:cubicBezTo>
                    <a:pt x="334" y="1"/>
                    <a:pt x="0" y="134"/>
                    <a:pt x="0" y="134"/>
                  </a:cubicBezTo>
                  <a:lnTo>
                    <a:pt x="0" y="368"/>
                  </a:lnTo>
                  <a:cubicBezTo>
                    <a:pt x="0" y="368"/>
                    <a:pt x="334" y="468"/>
                    <a:pt x="534" y="468"/>
                  </a:cubicBezTo>
                  <a:cubicBezTo>
                    <a:pt x="600" y="468"/>
                    <a:pt x="767" y="435"/>
                    <a:pt x="867" y="334"/>
                  </a:cubicBezTo>
                  <a:cubicBezTo>
                    <a:pt x="934" y="268"/>
                    <a:pt x="1034" y="201"/>
                    <a:pt x="1034" y="201"/>
                  </a:cubicBezTo>
                  <a:cubicBezTo>
                    <a:pt x="1034" y="201"/>
                    <a:pt x="1001" y="1"/>
                    <a:pt x="9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14" name="Google Shape;3814;p30"/>
            <p:cNvSpPr/>
            <p:nvPr/>
          </p:nvSpPr>
          <p:spPr>
            <a:xfrm>
              <a:off x="10573307" y="3073720"/>
              <a:ext cx="26338" cy="11625"/>
            </a:xfrm>
            <a:custGeom>
              <a:avLst/>
              <a:gdLst/>
              <a:ahLst/>
              <a:cxnLst/>
              <a:rect l="l" t="t" r="r" b="b"/>
              <a:pathLst>
                <a:path w="1169" h="516" extrusionOk="0">
                  <a:moveTo>
                    <a:pt x="636" y="0"/>
                  </a:moveTo>
                  <a:cubicBezTo>
                    <a:pt x="601" y="0"/>
                    <a:pt x="568" y="4"/>
                    <a:pt x="535" y="15"/>
                  </a:cubicBezTo>
                  <a:cubicBezTo>
                    <a:pt x="468" y="15"/>
                    <a:pt x="335" y="48"/>
                    <a:pt x="234" y="48"/>
                  </a:cubicBezTo>
                  <a:lnTo>
                    <a:pt x="68" y="48"/>
                  </a:lnTo>
                  <a:cubicBezTo>
                    <a:pt x="68" y="115"/>
                    <a:pt x="1" y="315"/>
                    <a:pt x="1" y="315"/>
                  </a:cubicBezTo>
                  <a:cubicBezTo>
                    <a:pt x="1" y="315"/>
                    <a:pt x="68" y="382"/>
                    <a:pt x="201" y="449"/>
                  </a:cubicBezTo>
                  <a:cubicBezTo>
                    <a:pt x="335" y="515"/>
                    <a:pt x="501" y="515"/>
                    <a:pt x="635" y="515"/>
                  </a:cubicBezTo>
                  <a:cubicBezTo>
                    <a:pt x="735" y="515"/>
                    <a:pt x="868" y="482"/>
                    <a:pt x="1002" y="382"/>
                  </a:cubicBezTo>
                  <a:cubicBezTo>
                    <a:pt x="1068" y="315"/>
                    <a:pt x="1168" y="282"/>
                    <a:pt x="1168" y="282"/>
                  </a:cubicBezTo>
                  <a:cubicBezTo>
                    <a:pt x="1168" y="215"/>
                    <a:pt x="1068" y="48"/>
                    <a:pt x="1068" y="15"/>
                  </a:cubicBezTo>
                  <a:lnTo>
                    <a:pt x="868" y="15"/>
                  </a:lnTo>
                  <a:cubicBezTo>
                    <a:pt x="779" y="15"/>
                    <a:pt x="705" y="0"/>
                    <a:pt x="6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15" name="Google Shape;3815;p30"/>
            <p:cNvSpPr/>
            <p:nvPr/>
          </p:nvSpPr>
          <p:spPr>
            <a:xfrm>
              <a:off x="10581576" y="3092825"/>
              <a:ext cx="27081" cy="11310"/>
            </a:xfrm>
            <a:custGeom>
              <a:avLst/>
              <a:gdLst/>
              <a:ahLst/>
              <a:cxnLst/>
              <a:rect l="l" t="t" r="r" b="b"/>
              <a:pathLst>
                <a:path w="1202" h="502" extrusionOk="0">
                  <a:moveTo>
                    <a:pt x="601" y="1"/>
                  </a:moveTo>
                  <a:cubicBezTo>
                    <a:pt x="334" y="1"/>
                    <a:pt x="1" y="134"/>
                    <a:pt x="1" y="134"/>
                  </a:cubicBezTo>
                  <a:lnTo>
                    <a:pt x="1" y="368"/>
                  </a:lnTo>
                  <a:cubicBezTo>
                    <a:pt x="1" y="368"/>
                    <a:pt x="334" y="501"/>
                    <a:pt x="601" y="501"/>
                  </a:cubicBezTo>
                  <a:cubicBezTo>
                    <a:pt x="835" y="501"/>
                    <a:pt x="1168" y="335"/>
                    <a:pt x="1168" y="335"/>
                  </a:cubicBezTo>
                  <a:cubicBezTo>
                    <a:pt x="1202" y="301"/>
                    <a:pt x="1168" y="101"/>
                    <a:pt x="1168" y="34"/>
                  </a:cubicBezTo>
                  <a:cubicBezTo>
                    <a:pt x="1168" y="34"/>
                    <a:pt x="801" y="1"/>
                    <a:pt x="6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16" name="Google Shape;3816;p30"/>
            <p:cNvSpPr/>
            <p:nvPr/>
          </p:nvSpPr>
          <p:spPr>
            <a:xfrm>
              <a:off x="10687557" y="3104856"/>
              <a:ext cx="21066" cy="10544"/>
            </a:xfrm>
            <a:custGeom>
              <a:avLst/>
              <a:gdLst/>
              <a:ahLst/>
              <a:cxnLst/>
              <a:rect l="l" t="t" r="r" b="b"/>
              <a:pathLst>
                <a:path w="935" h="468" extrusionOk="0">
                  <a:moveTo>
                    <a:pt x="467" y="1"/>
                  </a:moveTo>
                  <a:cubicBezTo>
                    <a:pt x="401" y="1"/>
                    <a:pt x="300" y="67"/>
                    <a:pt x="267" y="67"/>
                  </a:cubicBezTo>
                  <a:lnTo>
                    <a:pt x="134" y="67"/>
                  </a:lnTo>
                  <a:cubicBezTo>
                    <a:pt x="100" y="67"/>
                    <a:pt x="0" y="268"/>
                    <a:pt x="0" y="268"/>
                  </a:cubicBezTo>
                  <a:cubicBezTo>
                    <a:pt x="0" y="268"/>
                    <a:pt x="100" y="334"/>
                    <a:pt x="167" y="401"/>
                  </a:cubicBezTo>
                  <a:cubicBezTo>
                    <a:pt x="300" y="468"/>
                    <a:pt x="434" y="468"/>
                    <a:pt x="501" y="468"/>
                  </a:cubicBezTo>
                  <a:cubicBezTo>
                    <a:pt x="667" y="434"/>
                    <a:pt x="901" y="334"/>
                    <a:pt x="901" y="334"/>
                  </a:cubicBezTo>
                  <a:lnTo>
                    <a:pt x="934" y="134"/>
                  </a:lnTo>
                  <a:lnTo>
                    <a:pt x="767" y="67"/>
                  </a:lnTo>
                  <a:cubicBezTo>
                    <a:pt x="667" y="1"/>
                    <a:pt x="567" y="1"/>
                    <a:pt x="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17" name="Google Shape;3817;p30"/>
            <p:cNvSpPr/>
            <p:nvPr/>
          </p:nvSpPr>
          <p:spPr>
            <a:xfrm>
              <a:off x="10691319" y="3133424"/>
              <a:ext cx="15050" cy="11490"/>
            </a:xfrm>
            <a:custGeom>
              <a:avLst/>
              <a:gdLst/>
              <a:ahLst/>
              <a:cxnLst/>
              <a:rect l="l" t="t" r="r" b="b"/>
              <a:pathLst>
                <a:path w="668" h="510" extrusionOk="0">
                  <a:moveTo>
                    <a:pt x="300" y="0"/>
                  </a:moveTo>
                  <a:cubicBezTo>
                    <a:pt x="167" y="34"/>
                    <a:pt x="0" y="200"/>
                    <a:pt x="0" y="200"/>
                  </a:cubicBezTo>
                  <a:cubicBezTo>
                    <a:pt x="0" y="234"/>
                    <a:pt x="100" y="467"/>
                    <a:pt x="100" y="467"/>
                  </a:cubicBezTo>
                  <a:cubicBezTo>
                    <a:pt x="100" y="467"/>
                    <a:pt x="228" y="510"/>
                    <a:pt x="348" y="510"/>
                  </a:cubicBezTo>
                  <a:cubicBezTo>
                    <a:pt x="378" y="510"/>
                    <a:pt x="407" y="507"/>
                    <a:pt x="434" y="501"/>
                  </a:cubicBezTo>
                  <a:cubicBezTo>
                    <a:pt x="467" y="501"/>
                    <a:pt x="567" y="467"/>
                    <a:pt x="600" y="401"/>
                  </a:cubicBezTo>
                  <a:lnTo>
                    <a:pt x="667" y="334"/>
                  </a:lnTo>
                  <a:lnTo>
                    <a:pt x="667" y="67"/>
                  </a:lnTo>
                  <a:cubicBezTo>
                    <a:pt x="667" y="67"/>
                    <a:pt x="634" y="34"/>
                    <a:pt x="567" y="34"/>
                  </a:cubicBezTo>
                  <a:cubicBezTo>
                    <a:pt x="467" y="0"/>
                    <a:pt x="400" y="0"/>
                    <a:pt x="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18" name="Google Shape;3818;p30"/>
            <p:cNvSpPr/>
            <p:nvPr/>
          </p:nvSpPr>
          <p:spPr>
            <a:xfrm>
              <a:off x="10708600" y="3158973"/>
              <a:ext cx="20300" cy="12369"/>
            </a:xfrm>
            <a:custGeom>
              <a:avLst/>
              <a:gdLst/>
              <a:ahLst/>
              <a:cxnLst/>
              <a:rect l="l" t="t" r="r" b="b"/>
              <a:pathLst>
                <a:path w="901" h="549" extrusionOk="0">
                  <a:moveTo>
                    <a:pt x="701" y="0"/>
                  </a:moveTo>
                  <a:cubicBezTo>
                    <a:pt x="701" y="0"/>
                    <a:pt x="667" y="34"/>
                    <a:pt x="567" y="34"/>
                  </a:cubicBezTo>
                  <a:cubicBezTo>
                    <a:pt x="551" y="50"/>
                    <a:pt x="509" y="50"/>
                    <a:pt x="467" y="50"/>
                  </a:cubicBezTo>
                  <a:cubicBezTo>
                    <a:pt x="426" y="50"/>
                    <a:pt x="384" y="50"/>
                    <a:pt x="367" y="67"/>
                  </a:cubicBezTo>
                  <a:cubicBezTo>
                    <a:pt x="300" y="67"/>
                    <a:pt x="200" y="100"/>
                    <a:pt x="134" y="167"/>
                  </a:cubicBezTo>
                  <a:cubicBezTo>
                    <a:pt x="67" y="201"/>
                    <a:pt x="0" y="234"/>
                    <a:pt x="0" y="234"/>
                  </a:cubicBezTo>
                  <a:lnTo>
                    <a:pt x="0" y="501"/>
                  </a:lnTo>
                  <a:cubicBezTo>
                    <a:pt x="0" y="501"/>
                    <a:pt x="67" y="501"/>
                    <a:pt x="167" y="534"/>
                  </a:cubicBezTo>
                  <a:cubicBezTo>
                    <a:pt x="189" y="545"/>
                    <a:pt x="223" y="549"/>
                    <a:pt x="261" y="549"/>
                  </a:cubicBezTo>
                  <a:cubicBezTo>
                    <a:pt x="337" y="549"/>
                    <a:pt x="434" y="534"/>
                    <a:pt x="501" y="534"/>
                  </a:cubicBezTo>
                  <a:cubicBezTo>
                    <a:pt x="567" y="501"/>
                    <a:pt x="701" y="401"/>
                    <a:pt x="801" y="334"/>
                  </a:cubicBezTo>
                  <a:cubicBezTo>
                    <a:pt x="868" y="234"/>
                    <a:pt x="901" y="167"/>
                    <a:pt x="901" y="167"/>
                  </a:cubicBezTo>
                  <a:cubicBezTo>
                    <a:pt x="901" y="100"/>
                    <a:pt x="734" y="0"/>
                    <a:pt x="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19" name="Google Shape;3819;p30"/>
            <p:cNvSpPr/>
            <p:nvPr/>
          </p:nvSpPr>
          <p:spPr>
            <a:xfrm>
              <a:off x="9604585" y="1811454"/>
              <a:ext cx="457742" cy="310937"/>
            </a:xfrm>
            <a:custGeom>
              <a:avLst/>
              <a:gdLst/>
              <a:ahLst/>
              <a:cxnLst/>
              <a:rect l="l" t="t" r="r" b="b"/>
              <a:pathLst>
                <a:path w="20317" h="13801" extrusionOk="0">
                  <a:moveTo>
                    <a:pt x="167" y="0"/>
                  </a:moveTo>
                  <a:cubicBezTo>
                    <a:pt x="81" y="0"/>
                    <a:pt x="1" y="60"/>
                    <a:pt x="1" y="201"/>
                  </a:cubicBezTo>
                  <a:lnTo>
                    <a:pt x="1" y="568"/>
                  </a:lnTo>
                  <a:cubicBezTo>
                    <a:pt x="34" y="835"/>
                    <a:pt x="1" y="1168"/>
                    <a:pt x="34" y="1569"/>
                  </a:cubicBezTo>
                  <a:cubicBezTo>
                    <a:pt x="34" y="2469"/>
                    <a:pt x="201" y="3637"/>
                    <a:pt x="701" y="4904"/>
                  </a:cubicBezTo>
                  <a:cubicBezTo>
                    <a:pt x="1168" y="6205"/>
                    <a:pt x="2135" y="7506"/>
                    <a:pt x="3370" y="8407"/>
                  </a:cubicBezTo>
                  <a:cubicBezTo>
                    <a:pt x="4637" y="9341"/>
                    <a:pt x="6038" y="9908"/>
                    <a:pt x="7306" y="10308"/>
                  </a:cubicBezTo>
                  <a:cubicBezTo>
                    <a:pt x="9808" y="11109"/>
                    <a:pt x="13110" y="11509"/>
                    <a:pt x="15645" y="12143"/>
                  </a:cubicBezTo>
                  <a:cubicBezTo>
                    <a:pt x="16946" y="12477"/>
                    <a:pt x="18013" y="12843"/>
                    <a:pt x="18781" y="13177"/>
                  </a:cubicBezTo>
                  <a:cubicBezTo>
                    <a:pt x="19148" y="13344"/>
                    <a:pt x="19448" y="13477"/>
                    <a:pt x="19648" y="13611"/>
                  </a:cubicBezTo>
                  <a:cubicBezTo>
                    <a:pt x="19815" y="13711"/>
                    <a:pt x="19948" y="13777"/>
                    <a:pt x="19948" y="13777"/>
                  </a:cubicBezTo>
                  <a:cubicBezTo>
                    <a:pt x="19986" y="13793"/>
                    <a:pt x="20021" y="13801"/>
                    <a:pt x="20054" y="13801"/>
                  </a:cubicBezTo>
                  <a:cubicBezTo>
                    <a:pt x="20226" y="13801"/>
                    <a:pt x="20316" y="13596"/>
                    <a:pt x="20148" y="13344"/>
                  </a:cubicBezTo>
                  <a:cubicBezTo>
                    <a:pt x="20148" y="13344"/>
                    <a:pt x="20048" y="13244"/>
                    <a:pt x="19848" y="13144"/>
                  </a:cubicBezTo>
                  <a:cubicBezTo>
                    <a:pt x="19648" y="12977"/>
                    <a:pt x="19348" y="12843"/>
                    <a:pt x="18981" y="12643"/>
                  </a:cubicBezTo>
                  <a:cubicBezTo>
                    <a:pt x="18180" y="12243"/>
                    <a:pt x="17113" y="11809"/>
                    <a:pt x="15812" y="11476"/>
                  </a:cubicBezTo>
                  <a:cubicBezTo>
                    <a:pt x="13210" y="10742"/>
                    <a:pt x="9941" y="10242"/>
                    <a:pt x="7506" y="9508"/>
                  </a:cubicBezTo>
                  <a:cubicBezTo>
                    <a:pt x="6305" y="9141"/>
                    <a:pt x="4937" y="8640"/>
                    <a:pt x="3770" y="7807"/>
                  </a:cubicBezTo>
                  <a:cubicBezTo>
                    <a:pt x="2602" y="6973"/>
                    <a:pt x="1668" y="5805"/>
                    <a:pt x="1168" y="4638"/>
                  </a:cubicBezTo>
                  <a:cubicBezTo>
                    <a:pt x="668" y="3470"/>
                    <a:pt x="468" y="2336"/>
                    <a:pt x="434" y="1502"/>
                  </a:cubicBezTo>
                  <a:cubicBezTo>
                    <a:pt x="367" y="1068"/>
                    <a:pt x="367" y="735"/>
                    <a:pt x="367" y="535"/>
                  </a:cubicBezTo>
                  <a:lnTo>
                    <a:pt x="367" y="201"/>
                  </a:lnTo>
                  <a:cubicBezTo>
                    <a:pt x="367" y="77"/>
                    <a:pt x="264"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20" name="Google Shape;3820;p30"/>
            <p:cNvSpPr/>
            <p:nvPr/>
          </p:nvSpPr>
          <p:spPr>
            <a:xfrm>
              <a:off x="10628934" y="1585253"/>
              <a:ext cx="131530" cy="284847"/>
            </a:xfrm>
            <a:custGeom>
              <a:avLst/>
              <a:gdLst/>
              <a:ahLst/>
              <a:cxnLst/>
              <a:rect l="l" t="t" r="r" b="b"/>
              <a:pathLst>
                <a:path w="5838" h="12643" extrusionOk="0">
                  <a:moveTo>
                    <a:pt x="234" y="0"/>
                  </a:moveTo>
                  <a:cubicBezTo>
                    <a:pt x="67" y="0"/>
                    <a:pt x="0" y="334"/>
                    <a:pt x="167" y="367"/>
                  </a:cubicBezTo>
                  <a:cubicBezTo>
                    <a:pt x="167" y="367"/>
                    <a:pt x="234" y="367"/>
                    <a:pt x="367" y="401"/>
                  </a:cubicBezTo>
                  <a:cubicBezTo>
                    <a:pt x="434" y="467"/>
                    <a:pt x="668" y="501"/>
                    <a:pt x="868" y="567"/>
                  </a:cubicBezTo>
                  <a:cubicBezTo>
                    <a:pt x="1268" y="734"/>
                    <a:pt x="1902" y="934"/>
                    <a:pt x="2502" y="1368"/>
                  </a:cubicBezTo>
                  <a:cubicBezTo>
                    <a:pt x="3069" y="1768"/>
                    <a:pt x="3670" y="2335"/>
                    <a:pt x="4037" y="3036"/>
                  </a:cubicBezTo>
                  <a:cubicBezTo>
                    <a:pt x="4404" y="3703"/>
                    <a:pt x="4670" y="4437"/>
                    <a:pt x="4770" y="5171"/>
                  </a:cubicBezTo>
                  <a:cubicBezTo>
                    <a:pt x="5071" y="6538"/>
                    <a:pt x="5104" y="8406"/>
                    <a:pt x="5204" y="9907"/>
                  </a:cubicBezTo>
                  <a:cubicBezTo>
                    <a:pt x="5237" y="10675"/>
                    <a:pt x="5271" y="11342"/>
                    <a:pt x="5338" y="11809"/>
                  </a:cubicBezTo>
                  <a:cubicBezTo>
                    <a:pt x="5371" y="12243"/>
                    <a:pt x="5404" y="12543"/>
                    <a:pt x="5404" y="12543"/>
                  </a:cubicBezTo>
                  <a:cubicBezTo>
                    <a:pt x="5421" y="12609"/>
                    <a:pt x="5504" y="12643"/>
                    <a:pt x="5596" y="12643"/>
                  </a:cubicBezTo>
                  <a:cubicBezTo>
                    <a:pt x="5688" y="12643"/>
                    <a:pt x="5788" y="12609"/>
                    <a:pt x="5838" y="12543"/>
                  </a:cubicBezTo>
                  <a:cubicBezTo>
                    <a:pt x="5838" y="12543"/>
                    <a:pt x="5771" y="12243"/>
                    <a:pt x="5771" y="11775"/>
                  </a:cubicBezTo>
                  <a:lnTo>
                    <a:pt x="5771" y="9907"/>
                  </a:lnTo>
                  <a:cubicBezTo>
                    <a:pt x="5771" y="8406"/>
                    <a:pt x="5838" y="6538"/>
                    <a:pt x="5538" y="5037"/>
                  </a:cubicBezTo>
                  <a:cubicBezTo>
                    <a:pt x="5371" y="4270"/>
                    <a:pt x="5104" y="3436"/>
                    <a:pt x="4604" y="2702"/>
                  </a:cubicBezTo>
                  <a:cubicBezTo>
                    <a:pt x="4170" y="1902"/>
                    <a:pt x="3436" y="1335"/>
                    <a:pt x="2769" y="901"/>
                  </a:cubicBezTo>
                  <a:cubicBezTo>
                    <a:pt x="2102" y="501"/>
                    <a:pt x="1435" y="267"/>
                    <a:pt x="1001" y="167"/>
                  </a:cubicBezTo>
                  <a:cubicBezTo>
                    <a:pt x="768" y="67"/>
                    <a:pt x="567" y="67"/>
                    <a:pt x="434" y="34"/>
                  </a:cubicBezTo>
                  <a:cubicBezTo>
                    <a:pt x="334" y="0"/>
                    <a:pt x="234"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21" name="Google Shape;3821;p30"/>
            <p:cNvSpPr/>
            <p:nvPr/>
          </p:nvSpPr>
          <p:spPr>
            <a:xfrm>
              <a:off x="10331222" y="3428319"/>
              <a:ext cx="469998" cy="385488"/>
            </a:xfrm>
            <a:custGeom>
              <a:avLst/>
              <a:gdLst/>
              <a:ahLst/>
              <a:cxnLst/>
              <a:rect l="l" t="t" r="r" b="b"/>
              <a:pathLst>
                <a:path w="20861" h="17110" extrusionOk="0">
                  <a:moveTo>
                    <a:pt x="193" y="1"/>
                  </a:moveTo>
                  <a:cubicBezTo>
                    <a:pt x="90" y="1"/>
                    <a:pt x="1" y="85"/>
                    <a:pt x="38" y="254"/>
                  </a:cubicBezTo>
                  <a:cubicBezTo>
                    <a:pt x="38" y="254"/>
                    <a:pt x="72" y="388"/>
                    <a:pt x="105" y="621"/>
                  </a:cubicBezTo>
                  <a:cubicBezTo>
                    <a:pt x="138" y="755"/>
                    <a:pt x="172" y="855"/>
                    <a:pt x="238" y="1021"/>
                  </a:cubicBezTo>
                  <a:cubicBezTo>
                    <a:pt x="305" y="1222"/>
                    <a:pt x="372" y="1388"/>
                    <a:pt x="439" y="1588"/>
                  </a:cubicBezTo>
                  <a:cubicBezTo>
                    <a:pt x="772" y="2422"/>
                    <a:pt x="1339" y="3490"/>
                    <a:pt x="2173" y="4591"/>
                  </a:cubicBezTo>
                  <a:cubicBezTo>
                    <a:pt x="3841" y="6792"/>
                    <a:pt x="6410" y="9027"/>
                    <a:pt x="8578" y="10628"/>
                  </a:cubicBezTo>
                  <a:cubicBezTo>
                    <a:pt x="10746" y="12229"/>
                    <a:pt x="13615" y="13997"/>
                    <a:pt x="16083" y="15198"/>
                  </a:cubicBezTo>
                  <a:cubicBezTo>
                    <a:pt x="17284" y="15832"/>
                    <a:pt x="18418" y="16299"/>
                    <a:pt x="19219" y="16633"/>
                  </a:cubicBezTo>
                  <a:cubicBezTo>
                    <a:pt x="19986" y="16933"/>
                    <a:pt x="20486" y="17100"/>
                    <a:pt x="20486" y="17100"/>
                  </a:cubicBezTo>
                  <a:cubicBezTo>
                    <a:pt x="20515" y="17106"/>
                    <a:pt x="20543" y="17109"/>
                    <a:pt x="20568" y="17109"/>
                  </a:cubicBezTo>
                  <a:cubicBezTo>
                    <a:pt x="20802" y="17109"/>
                    <a:pt x="20861" y="16847"/>
                    <a:pt x="20620" y="16666"/>
                  </a:cubicBezTo>
                  <a:cubicBezTo>
                    <a:pt x="20620" y="16666"/>
                    <a:pt x="20153" y="16499"/>
                    <a:pt x="19385" y="16166"/>
                  </a:cubicBezTo>
                  <a:cubicBezTo>
                    <a:pt x="18585" y="15832"/>
                    <a:pt x="17484" y="15298"/>
                    <a:pt x="16317" y="14664"/>
                  </a:cubicBezTo>
                  <a:cubicBezTo>
                    <a:pt x="13915" y="13397"/>
                    <a:pt x="11113" y="11596"/>
                    <a:pt x="8978" y="9994"/>
                  </a:cubicBezTo>
                  <a:cubicBezTo>
                    <a:pt x="6910" y="8460"/>
                    <a:pt x="4275" y="6292"/>
                    <a:pt x="2607" y="4224"/>
                  </a:cubicBezTo>
                  <a:cubicBezTo>
                    <a:pt x="1739" y="3190"/>
                    <a:pt x="1139" y="2156"/>
                    <a:pt x="805" y="1422"/>
                  </a:cubicBezTo>
                  <a:cubicBezTo>
                    <a:pt x="739" y="1255"/>
                    <a:pt x="639" y="1088"/>
                    <a:pt x="605" y="921"/>
                  </a:cubicBezTo>
                  <a:cubicBezTo>
                    <a:pt x="572" y="755"/>
                    <a:pt x="505" y="621"/>
                    <a:pt x="472" y="488"/>
                  </a:cubicBezTo>
                  <a:cubicBezTo>
                    <a:pt x="439" y="288"/>
                    <a:pt x="405" y="154"/>
                    <a:pt x="405" y="154"/>
                  </a:cubicBezTo>
                  <a:cubicBezTo>
                    <a:pt x="361" y="52"/>
                    <a:pt x="273" y="1"/>
                    <a:pt x="1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3822" name="Google Shape;3822;p30"/>
          <p:cNvGrpSpPr/>
          <p:nvPr/>
        </p:nvGrpSpPr>
        <p:grpSpPr>
          <a:xfrm>
            <a:off x="5860418" y="3952617"/>
            <a:ext cx="3576661" cy="1776821"/>
            <a:chOff x="2554175" y="3562475"/>
            <a:chExt cx="4028225" cy="2001150"/>
          </a:xfrm>
        </p:grpSpPr>
        <p:sp>
          <p:nvSpPr>
            <p:cNvPr id="3823" name="Google Shape;3823;p30"/>
            <p:cNvSpPr/>
            <p:nvPr/>
          </p:nvSpPr>
          <p:spPr>
            <a:xfrm>
              <a:off x="4471325" y="3738200"/>
              <a:ext cx="401525" cy="114200"/>
            </a:xfrm>
            <a:custGeom>
              <a:avLst/>
              <a:gdLst/>
              <a:ahLst/>
              <a:cxnLst/>
              <a:rect l="l" t="t" r="r" b="b"/>
              <a:pathLst>
                <a:path w="16061" h="4568" extrusionOk="0">
                  <a:moveTo>
                    <a:pt x="4527" y="1"/>
                  </a:moveTo>
                  <a:cubicBezTo>
                    <a:pt x="4522" y="1"/>
                    <a:pt x="4519" y="8"/>
                    <a:pt x="4519" y="31"/>
                  </a:cubicBezTo>
                  <a:lnTo>
                    <a:pt x="4318" y="297"/>
                  </a:lnTo>
                  <a:cubicBezTo>
                    <a:pt x="4185" y="464"/>
                    <a:pt x="4085" y="631"/>
                    <a:pt x="3985" y="798"/>
                  </a:cubicBezTo>
                  <a:cubicBezTo>
                    <a:pt x="3685" y="1231"/>
                    <a:pt x="3351" y="1632"/>
                    <a:pt x="3051" y="2032"/>
                  </a:cubicBezTo>
                  <a:cubicBezTo>
                    <a:pt x="2484" y="2733"/>
                    <a:pt x="1750" y="3200"/>
                    <a:pt x="1216" y="3266"/>
                  </a:cubicBezTo>
                  <a:lnTo>
                    <a:pt x="849" y="3266"/>
                  </a:lnTo>
                  <a:cubicBezTo>
                    <a:pt x="716" y="3266"/>
                    <a:pt x="649" y="3233"/>
                    <a:pt x="549" y="3233"/>
                  </a:cubicBezTo>
                  <a:cubicBezTo>
                    <a:pt x="416" y="3200"/>
                    <a:pt x="349" y="3133"/>
                    <a:pt x="349" y="3133"/>
                  </a:cubicBezTo>
                  <a:cubicBezTo>
                    <a:pt x="334" y="3127"/>
                    <a:pt x="319" y="3124"/>
                    <a:pt x="303" y="3124"/>
                  </a:cubicBezTo>
                  <a:cubicBezTo>
                    <a:pt x="149" y="3124"/>
                    <a:pt x="0" y="3406"/>
                    <a:pt x="182" y="3466"/>
                  </a:cubicBezTo>
                  <a:lnTo>
                    <a:pt x="416" y="3600"/>
                  </a:lnTo>
                  <a:cubicBezTo>
                    <a:pt x="516" y="3633"/>
                    <a:pt x="649" y="3633"/>
                    <a:pt x="749" y="3700"/>
                  </a:cubicBezTo>
                  <a:lnTo>
                    <a:pt x="1216" y="3700"/>
                  </a:lnTo>
                  <a:cubicBezTo>
                    <a:pt x="1550" y="3633"/>
                    <a:pt x="1983" y="3533"/>
                    <a:pt x="2350" y="3266"/>
                  </a:cubicBezTo>
                  <a:cubicBezTo>
                    <a:pt x="2717" y="3066"/>
                    <a:pt x="3118" y="2733"/>
                    <a:pt x="3451" y="2366"/>
                  </a:cubicBezTo>
                  <a:cubicBezTo>
                    <a:pt x="3751" y="1965"/>
                    <a:pt x="4085" y="1565"/>
                    <a:pt x="4419" y="1131"/>
                  </a:cubicBezTo>
                  <a:lnTo>
                    <a:pt x="4552" y="965"/>
                  </a:lnTo>
                  <a:lnTo>
                    <a:pt x="4552" y="1031"/>
                  </a:lnTo>
                  <a:lnTo>
                    <a:pt x="4685" y="1131"/>
                  </a:lnTo>
                  <a:lnTo>
                    <a:pt x="4986" y="1432"/>
                  </a:lnTo>
                  <a:cubicBezTo>
                    <a:pt x="5386" y="1865"/>
                    <a:pt x="5853" y="2232"/>
                    <a:pt x="6353" y="2466"/>
                  </a:cubicBezTo>
                  <a:cubicBezTo>
                    <a:pt x="6854" y="2733"/>
                    <a:pt x="7454" y="2899"/>
                    <a:pt x="7988" y="2899"/>
                  </a:cubicBezTo>
                  <a:cubicBezTo>
                    <a:pt x="8521" y="2899"/>
                    <a:pt x="9122" y="2766"/>
                    <a:pt x="9589" y="2566"/>
                  </a:cubicBezTo>
                  <a:cubicBezTo>
                    <a:pt x="10156" y="2366"/>
                    <a:pt x="10656" y="2099"/>
                    <a:pt x="11123" y="1799"/>
                  </a:cubicBezTo>
                  <a:cubicBezTo>
                    <a:pt x="11223" y="1732"/>
                    <a:pt x="11357" y="1698"/>
                    <a:pt x="11490" y="1598"/>
                  </a:cubicBezTo>
                  <a:lnTo>
                    <a:pt x="11557" y="1565"/>
                  </a:lnTo>
                  <a:lnTo>
                    <a:pt x="11624" y="1565"/>
                  </a:lnTo>
                  <a:cubicBezTo>
                    <a:pt x="11629" y="1565"/>
                    <a:pt x="11633" y="1564"/>
                    <a:pt x="11636" y="1564"/>
                  </a:cubicBezTo>
                  <a:cubicBezTo>
                    <a:pt x="11651" y="1564"/>
                    <a:pt x="11646" y="1587"/>
                    <a:pt x="11757" y="1865"/>
                  </a:cubicBezTo>
                  <a:cubicBezTo>
                    <a:pt x="12024" y="2366"/>
                    <a:pt x="12324" y="2799"/>
                    <a:pt x="12591" y="3233"/>
                  </a:cubicBezTo>
                  <a:cubicBezTo>
                    <a:pt x="12925" y="3633"/>
                    <a:pt x="13292" y="3967"/>
                    <a:pt x="13692" y="4234"/>
                  </a:cubicBezTo>
                  <a:cubicBezTo>
                    <a:pt x="14125" y="4467"/>
                    <a:pt x="14526" y="4567"/>
                    <a:pt x="14859" y="4567"/>
                  </a:cubicBezTo>
                  <a:cubicBezTo>
                    <a:pt x="15226" y="4567"/>
                    <a:pt x="15493" y="4534"/>
                    <a:pt x="15660" y="4467"/>
                  </a:cubicBezTo>
                  <a:cubicBezTo>
                    <a:pt x="15827" y="4434"/>
                    <a:pt x="15893" y="4400"/>
                    <a:pt x="15893" y="4400"/>
                  </a:cubicBezTo>
                  <a:cubicBezTo>
                    <a:pt x="16060" y="4300"/>
                    <a:pt x="15960" y="4033"/>
                    <a:pt x="15727" y="3967"/>
                  </a:cubicBezTo>
                  <a:cubicBezTo>
                    <a:pt x="15727" y="3967"/>
                    <a:pt x="15660" y="4033"/>
                    <a:pt x="15493" y="4067"/>
                  </a:cubicBezTo>
                  <a:cubicBezTo>
                    <a:pt x="15326" y="4067"/>
                    <a:pt x="15093" y="4100"/>
                    <a:pt x="14826" y="4100"/>
                  </a:cubicBezTo>
                  <a:cubicBezTo>
                    <a:pt x="14526" y="4067"/>
                    <a:pt x="14226" y="3967"/>
                    <a:pt x="13892" y="3767"/>
                  </a:cubicBezTo>
                  <a:cubicBezTo>
                    <a:pt x="13558" y="3566"/>
                    <a:pt x="13258" y="3233"/>
                    <a:pt x="13025" y="2866"/>
                  </a:cubicBezTo>
                  <a:cubicBezTo>
                    <a:pt x="12758" y="2432"/>
                    <a:pt x="12524" y="1965"/>
                    <a:pt x="12324" y="1532"/>
                  </a:cubicBezTo>
                  <a:cubicBezTo>
                    <a:pt x="12224" y="1398"/>
                    <a:pt x="12191" y="1231"/>
                    <a:pt x="12091" y="1065"/>
                  </a:cubicBezTo>
                  <a:lnTo>
                    <a:pt x="11924" y="731"/>
                  </a:lnTo>
                  <a:lnTo>
                    <a:pt x="11891" y="631"/>
                  </a:lnTo>
                  <a:lnTo>
                    <a:pt x="11891" y="598"/>
                  </a:lnTo>
                  <a:cubicBezTo>
                    <a:pt x="11891" y="587"/>
                    <a:pt x="11887" y="583"/>
                    <a:pt x="11882" y="583"/>
                  </a:cubicBezTo>
                  <a:cubicBezTo>
                    <a:pt x="11872" y="583"/>
                    <a:pt x="11857" y="598"/>
                    <a:pt x="11857" y="598"/>
                  </a:cubicBezTo>
                  <a:lnTo>
                    <a:pt x="11690" y="698"/>
                  </a:lnTo>
                  <a:lnTo>
                    <a:pt x="11090" y="1031"/>
                  </a:lnTo>
                  <a:cubicBezTo>
                    <a:pt x="11023" y="1098"/>
                    <a:pt x="10890" y="1131"/>
                    <a:pt x="10756" y="1231"/>
                  </a:cubicBezTo>
                  <a:cubicBezTo>
                    <a:pt x="9856" y="1732"/>
                    <a:pt x="8855" y="2132"/>
                    <a:pt x="8021" y="2132"/>
                  </a:cubicBezTo>
                  <a:cubicBezTo>
                    <a:pt x="7187" y="2132"/>
                    <a:pt x="6220" y="1698"/>
                    <a:pt x="5486" y="931"/>
                  </a:cubicBezTo>
                  <a:cubicBezTo>
                    <a:pt x="5386" y="865"/>
                    <a:pt x="5252" y="764"/>
                    <a:pt x="5186" y="698"/>
                  </a:cubicBezTo>
                  <a:lnTo>
                    <a:pt x="4752" y="231"/>
                  </a:lnTo>
                  <a:lnTo>
                    <a:pt x="4652" y="97"/>
                  </a:lnTo>
                  <a:lnTo>
                    <a:pt x="4552" y="31"/>
                  </a:lnTo>
                  <a:cubicBezTo>
                    <a:pt x="4552" y="31"/>
                    <a:pt x="4537" y="1"/>
                    <a:pt x="45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24" name="Google Shape;3824;p30"/>
            <p:cNvSpPr/>
            <p:nvPr/>
          </p:nvSpPr>
          <p:spPr>
            <a:xfrm>
              <a:off x="2554175" y="4914075"/>
              <a:ext cx="532400" cy="107675"/>
            </a:xfrm>
            <a:custGeom>
              <a:avLst/>
              <a:gdLst/>
              <a:ahLst/>
              <a:cxnLst/>
              <a:rect l="l" t="t" r="r" b="b"/>
              <a:pathLst>
                <a:path w="21296" h="4307" extrusionOk="0">
                  <a:moveTo>
                    <a:pt x="13664" y="1"/>
                  </a:moveTo>
                  <a:cubicBezTo>
                    <a:pt x="13660" y="1"/>
                    <a:pt x="13656" y="9"/>
                    <a:pt x="13656" y="29"/>
                  </a:cubicBezTo>
                  <a:lnTo>
                    <a:pt x="13623" y="63"/>
                  </a:lnTo>
                  <a:lnTo>
                    <a:pt x="13523" y="129"/>
                  </a:lnTo>
                  <a:lnTo>
                    <a:pt x="13356" y="296"/>
                  </a:lnTo>
                  <a:lnTo>
                    <a:pt x="13089" y="596"/>
                  </a:lnTo>
                  <a:cubicBezTo>
                    <a:pt x="12956" y="730"/>
                    <a:pt x="12822" y="796"/>
                    <a:pt x="12689" y="897"/>
                  </a:cubicBezTo>
                  <a:cubicBezTo>
                    <a:pt x="12589" y="1030"/>
                    <a:pt x="12456" y="1097"/>
                    <a:pt x="12322" y="1197"/>
                  </a:cubicBezTo>
                  <a:lnTo>
                    <a:pt x="11955" y="1430"/>
                  </a:lnTo>
                  <a:cubicBezTo>
                    <a:pt x="11455" y="1764"/>
                    <a:pt x="10854" y="1931"/>
                    <a:pt x="10321" y="2064"/>
                  </a:cubicBezTo>
                  <a:cubicBezTo>
                    <a:pt x="9912" y="2153"/>
                    <a:pt x="9465" y="2204"/>
                    <a:pt x="9003" y="2204"/>
                  </a:cubicBezTo>
                  <a:cubicBezTo>
                    <a:pt x="8257" y="2204"/>
                    <a:pt x="7472" y="2073"/>
                    <a:pt x="6751" y="1764"/>
                  </a:cubicBezTo>
                  <a:cubicBezTo>
                    <a:pt x="6451" y="1697"/>
                    <a:pt x="6184" y="1530"/>
                    <a:pt x="5918" y="1364"/>
                  </a:cubicBezTo>
                  <a:lnTo>
                    <a:pt x="5517" y="1097"/>
                  </a:lnTo>
                  <a:lnTo>
                    <a:pt x="5350" y="930"/>
                  </a:lnTo>
                  <a:lnTo>
                    <a:pt x="5017" y="630"/>
                  </a:lnTo>
                  <a:cubicBezTo>
                    <a:pt x="4917" y="563"/>
                    <a:pt x="4817" y="430"/>
                    <a:pt x="4683" y="363"/>
                  </a:cubicBezTo>
                  <a:lnTo>
                    <a:pt x="4483" y="763"/>
                  </a:lnTo>
                  <a:cubicBezTo>
                    <a:pt x="4416" y="963"/>
                    <a:pt x="4283" y="1130"/>
                    <a:pt x="4183" y="1364"/>
                  </a:cubicBezTo>
                  <a:lnTo>
                    <a:pt x="3949" y="1730"/>
                  </a:lnTo>
                  <a:cubicBezTo>
                    <a:pt x="3849" y="1797"/>
                    <a:pt x="3783" y="1964"/>
                    <a:pt x="3683" y="2064"/>
                  </a:cubicBezTo>
                  <a:cubicBezTo>
                    <a:pt x="2982" y="2931"/>
                    <a:pt x="2015" y="3398"/>
                    <a:pt x="1348" y="3632"/>
                  </a:cubicBezTo>
                  <a:cubicBezTo>
                    <a:pt x="1181" y="3732"/>
                    <a:pt x="1014" y="3765"/>
                    <a:pt x="914" y="3799"/>
                  </a:cubicBezTo>
                  <a:cubicBezTo>
                    <a:pt x="747" y="3865"/>
                    <a:pt x="614" y="3865"/>
                    <a:pt x="514" y="3899"/>
                  </a:cubicBezTo>
                  <a:cubicBezTo>
                    <a:pt x="347" y="3899"/>
                    <a:pt x="247" y="3932"/>
                    <a:pt x="247" y="3932"/>
                  </a:cubicBezTo>
                  <a:cubicBezTo>
                    <a:pt x="0" y="3963"/>
                    <a:pt x="10" y="4306"/>
                    <a:pt x="223" y="4306"/>
                  </a:cubicBezTo>
                  <a:cubicBezTo>
                    <a:pt x="241" y="4306"/>
                    <a:pt x="260" y="4304"/>
                    <a:pt x="280" y="4299"/>
                  </a:cubicBezTo>
                  <a:cubicBezTo>
                    <a:pt x="280" y="4299"/>
                    <a:pt x="414" y="4299"/>
                    <a:pt x="614" y="4266"/>
                  </a:cubicBezTo>
                  <a:cubicBezTo>
                    <a:pt x="680" y="4232"/>
                    <a:pt x="814" y="4232"/>
                    <a:pt x="981" y="4199"/>
                  </a:cubicBezTo>
                  <a:cubicBezTo>
                    <a:pt x="1114" y="4132"/>
                    <a:pt x="1281" y="4099"/>
                    <a:pt x="1481" y="4065"/>
                  </a:cubicBezTo>
                  <a:cubicBezTo>
                    <a:pt x="2182" y="3799"/>
                    <a:pt x="3282" y="3365"/>
                    <a:pt x="4116" y="2398"/>
                  </a:cubicBezTo>
                  <a:cubicBezTo>
                    <a:pt x="4250" y="2264"/>
                    <a:pt x="4316" y="2131"/>
                    <a:pt x="4416" y="2031"/>
                  </a:cubicBezTo>
                  <a:cubicBezTo>
                    <a:pt x="4483" y="1897"/>
                    <a:pt x="4617" y="1730"/>
                    <a:pt x="4683" y="1597"/>
                  </a:cubicBezTo>
                  <a:lnTo>
                    <a:pt x="4817" y="1397"/>
                  </a:lnTo>
                  <a:lnTo>
                    <a:pt x="4850" y="1364"/>
                  </a:lnTo>
                  <a:lnTo>
                    <a:pt x="4917" y="1297"/>
                  </a:lnTo>
                  <a:lnTo>
                    <a:pt x="4950" y="1364"/>
                  </a:lnTo>
                  <a:lnTo>
                    <a:pt x="4984" y="1397"/>
                  </a:lnTo>
                  <a:cubicBezTo>
                    <a:pt x="5084" y="1430"/>
                    <a:pt x="5117" y="1530"/>
                    <a:pt x="5184" y="1564"/>
                  </a:cubicBezTo>
                  <a:lnTo>
                    <a:pt x="5617" y="1864"/>
                  </a:lnTo>
                  <a:cubicBezTo>
                    <a:pt x="5918" y="2031"/>
                    <a:pt x="6184" y="2231"/>
                    <a:pt x="6518" y="2364"/>
                  </a:cubicBezTo>
                  <a:cubicBezTo>
                    <a:pt x="7371" y="2748"/>
                    <a:pt x="8278" y="2914"/>
                    <a:pt x="9135" y="2914"/>
                  </a:cubicBezTo>
                  <a:cubicBezTo>
                    <a:pt x="9619" y="2914"/>
                    <a:pt x="10087" y="2861"/>
                    <a:pt x="10521" y="2765"/>
                  </a:cubicBezTo>
                  <a:cubicBezTo>
                    <a:pt x="11121" y="2598"/>
                    <a:pt x="11788" y="2398"/>
                    <a:pt x="12355" y="2064"/>
                  </a:cubicBezTo>
                  <a:cubicBezTo>
                    <a:pt x="12522" y="1964"/>
                    <a:pt x="12656" y="1864"/>
                    <a:pt x="12822" y="1764"/>
                  </a:cubicBezTo>
                  <a:cubicBezTo>
                    <a:pt x="12956" y="1630"/>
                    <a:pt x="13123" y="1564"/>
                    <a:pt x="13256" y="1430"/>
                  </a:cubicBezTo>
                  <a:cubicBezTo>
                    <a:pt x="13423" y="1364"/>
                    <a:pt x="13523" y="1230"/>
                    <a:pt x="13656" y="1097"/>
                  </a:cubicBezTo>
                  <a:lnTo>
                    <a:pt x="13690" y="1063"/>
                  </a:lnTo>
                  <a:lnTo>
                    <a:pt x="13790" y="1197"/>
                  </a:lnTo>
                  <a:lnTo>
                    <a:pt x="14123" y="1564"/>
                  </a:lnTo>
                  <a:lnTo>
                    <a:pt x="14490" y="1931"/>
                  </a:lnTo>
                  <a:cubicBezTo>
                    <a:pt x="14624" y="2064"/>
                    <a:pt x="14791" y="2131"/>
                    <a:pt x="14924" y="2264"/>
                  </a:cubicBezTo>
                  <a:cubicBezTo>
                    <a:pt x="15491" y="2631"/>
                    <a:pt x="16125" y="2898"/>
                    <a:pt x="16759" y="3065"/>
                  </a:cubicBezTo>
                  <a:cubicBezTo>
                    <a:pt x="17387" y="3222"/>
                    <a:pt x="17997" y="3269"/>
                    <a:pt x="18541" y="3269"/>
                  </a:cubicBezTo>
                  <a:cubicBezTo>
                    <a:pt x="19037" y="3269"/>
                    <a:pt x="19478" y="3230"/>
                    <a:pt x="19827" y="3198"/>
                  </a:cubicBezTo>
                  <a:cubicBezTo>
                    <a:pt x="20595" y="3098"/>
                    <a:pt x="21028" y="3031"/>
                    <a:pt x="21028" y="3031"/>
                  </a:cubicBezTo>
                  <a:cubicBezTo>
                    <a:pt x="21295" y="2965"/>
                    <a:pt x="21195" y="2698"/>
                    <a:pt x="20995" y="2598"/>
                  </a:cubicBezTo>
                  <a:cubicBezTo>
                    <a:pt x="20995" y="2598"/>
                    <a:pt x="20528" y="2698"/>
                    <a:pt x="19794" y="2731"/>
                  </a:cubicBezTo>
                  <a:cubicBezTo>
                    <a:pt x="19602" y="2740"/>
                    <a:pt x="19394" y="2746"/>
                    <a:pt x="19171" y="2746"/>
                  </a:cubicBezTo>
                  <a:cubicBezTo>
                    <a:pt x="18504" y="2746"/>
                    <a:pt x="17709" y="2689"/>
                    <a:pt x="16859" y="2464"/>
                  </a:cubicBezTo>
                  <a:cubicBezTo>
                    <a:pt x="16292" y="2364"/>
                    <a:pt x="15758" y="2097"/>
                    <a:pt x="15258" y="1730"/>
                  </a:cubicBezTo>
                  <a:cubicBezTo>
                    <a:pt x="15124" y="1630"/>
                    <a:pt x="14991" y="1530"/>
                    <a:pt x="14857" y="1430"/>
                  </a:cubicBezTo>
                  <a:lnTo>
                    <a:pt x="14524" y="1097"/>
                  </a:lnTo>
                  <a:cubicBezTo>
                    <a:pt x="14424" y="963"/>
                    <a:pt x="14324" y="897"/>
                    <a:pt x="14190" y="730"/>
                  </a:cubicBezTo>
                  <a:lnTo>
                    <a:pt x="13690" y="63"/>
                  </a:lnTo>
                  <a:cubicBezTo>
                    <a:pt x="13690" y="40"/>
                    <a:pt x="13674" y="1"/>
                    <a:pt x="136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25" name="Google Shape;3825;p30"/>
            <p:cNvSpPr/>
            <p:nvPr/>
          </p:nvSpPr>
          <p:spPr>
            <a:xfrm>
              <a:off x="3706150" y="4020825"/>
              <a:ext cx="338600" cy="91750"/>
            </a:xfrm>
            <a:custGeom>
              <a:avLst/>
              <a:gdLst/>
              <a:ahLst/>
              <a:cxnLst/>
              <a:rect l="l" t="t" r="r" b="b"/>
              <a:pathLst>
                <a:path w="13544" h="3670" extrusionOk="0">
                  <a:moveTo>
                    <a:pt x="8173" y="0"/>
                  </a:moveTo>
                  <a:cubicBezTo>
                    <a:pt x="7773" y="267"/>
                    <a:pt x="7339" y="501"/>
                    <a:pt x="6972" y="701"/>
                  </a:cubicBezTo>
                  <a:cubicBezTo>
                    <a:pt x="6672" y="868"/>
                    <a:pt x="6338" y="1034"/>
                    <a:pt x="6005" y="1201"/>
                  </a:cubicBezTo>
                  <a:cubicBezTo>
                    <a:pt x="5638" y="1335"/>
                    <a:pt x="5304" y="1501"/>
                    <a:pt x="4937" y="1635"/>
                  </a:cubicBezTo>
                  <a:cubicBezTo>
                    <a:pt x="4570" y="1768"/>
                    <a:pt x="4170" y="1935"/>
                    <a:pt x="3803" y="1968"/>
                  </a:cubicBezTo>
                  <a:cubicBezTo>
                    <a:pt x="3636" y="2002"/>
                    <a:pt x="3436" y="2035"/>
                    <a:pt x="3270" y="2102"/>
                  </a:cubicBezTo>
                  <a:cubicBezTo>
                    <a:pt x="3103" y="2135"/>
                    <a:pt x="2903" y="2135"/>
                    <a:pt x="2736" y="2135"/>
                  </a:cubicBezTo>
                  <a:cubicBezTo>
                    <a:pt x="2569" y="2135"/>
                    <a:pt x="2402" y="2169"/>
                    <a:pt x="2235" y="2169"/>
                  </a:cubicBezTo>
                  <a:cubicBezTo>
                    <a:pt x="2180" y="2191"/>
                    <a:pt x="2128" y="2198"/>
                    <a:pt x="2077" y="2198"/>
                  </a:cubicBezTo>
                  <a:cubicBezTo>
                    <a:pt x="1976" y="2198"/>
                    <a:pt x="1880" y="2169"/>
                    <a:pt x="1768" y="2169"/>
                  </a:cubicBezTo>
                  <a:cubicBezTo>
                    <a:pt x="1468" y="2135"/>
                    <a:pt x="1168" y="2135"/>
                    <a:pt x="968" y="2102"/>
                  </a:cubicBezTo>
                  <a:cubicBezTo>
                    <a:pt x="501" y="2002"/>
                    <a:pt x="267" y="1968"/>
                    <a:pt x="267" y="1968"/>
                  </a:cubicBezTo>
                  <a:cubicBezTo>
                    <a:pt x="134" y="1968"/>
                    <a:pt x="1" y="2302"/>
                    <a:pt x="201" y="2335"/>
                  </a:cubicBezTo>
                  <a:cubicBezTo>
                    <a:pt x="201" y="2335"/>
                    <a:pt x="434" y="2435"/>
                    <a:pt x="901" y="2535"/>
                  </a:cubicBezTo>
                  <a:cubicBezTo>
                    <a:pt x="1135" y="2636"/>
                    <a:pt x="1402" y="2636"/>
                    <a:pt x="1735" y="2669"/>
                  </a:cubicBezTo>
                  <a:cubicBezTo>
                    <a:pt x="1902" y="2669"/>
                    <a:pt x="2069" y="2736"/>
                    <a:pt x="2235" y="2736"/>
                  </a:cubicBezTo>
                  <a:lnTo>
                    <a:pt x="2769" y="2736"/>
                  </a:lnTo>
                  <a:cubicBezTo>
                    <a:pt x="2869" y="2702"/>
                    <a:pt x="2961" y="2702"/>
                    <a:pt x="3053" y="2702"/>
                  </a:cubicBezTo>
                  <a:cubicBezTo>
                    <a:pt x="3144" y="2702"/>
                    <a:pt x="3236" y="2702"/>
                    <a:pt x="3336" y="2669"/>
                  </a:cubicBezTo>
                  <a:cubicBezTo>
                    <a:pt x="3536" y="2636"/>
                    <a:pt x="3737" y="2636"/>
                    <a:pt x="3937" y="2602"/>
                  </a:cubicBezTo>
                  <a:cubicBezTo>
                    <a:pt x="4370" y="2569"/>
                    <a:pt x="4737" y="2402"/>
                    <a:pt x="5138" y="2302"/>
                  </a:cubicBezTo>
                  <a:cubicBezTo>
                    <a:pt x="5571" y="2235"/>
                    <a:pt x="5938" y="2002"/>
                    <a:pt x="6305" y="1902"/>
                  </a:cubicBezTo>
                  <a:cubicBezTo>
                    <a:pt x="6672" y="1735"/>
                    <a:pt x="7039" y="1568"/>
                    <a:pt x="7372" y="1401"/>
                  </a:cubicBezTo>
                  <a:cubicBezTo>
                    <a:pt x="7506" y="1301"/>
                    <a:pt x="7706" y="1168"/>
                    <a:pt x="7873" y="1101"/>
                  </a:cubicBezTo>
                  <a:cubicBezTo>
                    <a:pt x="7940" y="1068"/>
                    <a:pt x="8040" y="968"/>
                    <a:pt x="8106" y="934"/>
                  </a:cubicBezTo>
                  <a:lnTo>
                    <a:pt x="8306" y="1134"/>
                  </a:lnTo>
                  <a:cubicBezTo>
                    <a:pt x="8440" y="1268"/>
                    <a:pt x="8607" y="1435"/>
                    <a:pt x="8773" y="1568"/>
                  </a:cubicBezTo>
                  <a:cubicBezTo>
                    <a:pt x="9107" y="1835"/>
                    <a:pt x="9441" y="2102"/>
                    <a:pt x="9774" y="2335"/>
                  </a:cubicBezTo>
                  <a:cubicBezTo>
                    <a:pt x="10141" y="2569"/>
                    <a:pt x="10475" y="2769"/>
                    <a:pt x="10808" y="2936"/>
                  </a:cubicBezTo>
                  <a:cubicBezTo>
                    <a:pt x="11475" y="3269"/>
                    <a:pt x="12109" y="3436"/>
                    <a:pt x="12576" y="3570"/>
                  </a:cubicBezTo>
                  <a:cubicBezTo>
                    <a:pt x="12776" y="3603"/>
                    <a:pt x="12976" y="3603"/>
                    <a:pt x="13110" y="3636"/>
                  </a:cubicBezTo>
                  <a:cubicBezTo>
                    <a:pt x="13243" y="3670"/>
                    <a:pt x="13310" y="3670"/>
                    <a:pt x="13310" y="3670"/>
                  </a:cubicBezTo>
                  <a:cubicBezTo>
                    <a:pt x="13477" y="3670"/>
                    <a:pt x="13544" y="3403"/>
                    <a:pt x="13310" y="3269"/>
                  </a:cubicBezTo>
                  <a:cubicBezTo>
                    <a:pt x="13310" y="3269"/>
                    <a:pt x="13277" y="3269"/>
                    <a:pt x="13143" y="3203"/>
                  </a:cubicBezTo>
                  <a:cubicBezTo>
                    <a:pt x="13010" y="3169"/>
                    <a:pt x="12843" y="3169"/>
                    <a:pt x="12643" y="3103"/>
                  </a:cubicBezTo>
                  <a:cubicBezTo>
                    <a:pt x="12243" y="2969"/>
                    <a:pt x="11642" y="2769"/>
                    <a:pt x="11008" y="2369"/>
                  </a:cubicBezTo>
                  <a:cubicBezTo>
                    <a:pt x="10742" y="2269"/>
                    <a:pt x="10441" y="2002"/>
                    <a:pt x="10108" y="1802"/>
                  </a:cubicBezTo>
                  <a:cubicBezTo>
                    <a:pt x="9808" y="1535"/>
                    <a:pt x="9507" y="1335"/>
                    <a:pt x="9240" y="1034"/>
                  </a:cubicBezTo>
                  <a:cubicBezTo>
                    <a:pt x="9074" y="934"/>
                    <a:pt x="8940" y="801"/>
                    <a:pt x="8807" y="634"/>
                  </a:cubicBezTo>
                  <a:lnTo>
                    <a:pt x="8607" y="434"/>
                  </a:lnTo>
                  <a:cubicBezTo>
                    <a:pt x="8440" y="301"/>
                    <a:pt x="8306" y="100"/>
                    <a:pt x="81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26" name="Google Shape;3826;p30"/>
            <p:cNvSpPr/>
            <p:nvPr/>
          </p:nvSpPr>
          <p:spPr>
            <a:xfrm>
              <a:off x="3403425" y="3729975"/>
              <a:ext cx="3178975" cy="1783400"/>
            </a:xfrm>
            <a:custGeom>
              <a:avLst/>
              <a:gdLst/>
              <a:ahLst/>
              <a:cxnLst/>
              <a:rect l="l" t="t" r="r" b="b"/>
              <a:pathLst>
                <a:path w="127159" h="71336" extrusionOk="0">
                  <a:moveTo>
                    <a:pt x="98163" y="1"/>
                  </a:moveTo>
                  <a:cubicBezTo>
                    <a:pt x="97767" y="1"/>
                    <a:pt x="97368" y="20"/>
                    <a:pt x="96970" y="59"/>
                  </a:cubicBezTo>
                  <a:cubicBezTo>
                    <a:pt x="96303" y="126"/>
                    <a:pt x="95636" y="260"/>
                    <a:pt x="94969" y="393"/>
                  </a:cubicBezTo>
                  <a:cubicBezTo>
                    <a:pt x="94302" y="560"/>
                    <a:pt x="93634" y="760"/>
                    <a:pt x="93034" y="1060"/>
                  </a:cubicBezTo>
                  <a:cubicBezTo>
                    <a:pt x="91733" y="1594"/>
                    <a:pt x="90532" y="2394"/>
                    <a:pt x="89365" y="3195"/>
                  </a:cubicBezTo>
                  <a:cubicBezTo>
                    <a:pt x="88197" y="3962"/>
                    <a:pt x="87063" y="4796"/>
                    <a:pt x="85795" y="5463"/>
                  </a:cubicBezTo>
                  <a:cubicBezTo>
                    <a:pt x="85195" y="5797"/>
                    <a:pt x="84528" y="6064"/>
                    <a:pt x="83861" y="6264"/>
                  </a:cubicBezTo>
                  <a:cubicBezTo>
                    <a:pt x="83527" y="6397"/>
                    <a:pt x="83127" y="6431"/>
                    <a:pt x="82793" y="6531"/>
                  </a:cubicBezTo>
                  <a:cubicBezTo>
                    <a:pt x="82426" y="6564"/>
                    <a:pt x="82093" y="6597"/>
                    <a:pt x="81726" y="6631"/>
                  </a:cubicBezTo>
                  <a:cubicBezTo>
                    <a:pt x="80925" y="6731"/>
                    <a:pt x="80191" y="6864"/>
                    <a:pt x="79424" y="7064"/>
                  </a:cubicBezTo>
                  <a:cubicBezTo>
                    <a:pt x="78690" y="7298"/>
                    <a:pt x="77957" y="7698"/>
                    <a:pt x="77289" y="8098"/>
                  </a:cubicBezTo>
                  <a:cubicBezTo>
                    <a:pt x="76689" y="8565"/>
                    <a:pt x="76055" y="9066"/>
                    <a:pt x="75521" y="9600"/>
                  </a:cubicBezTo>
                  <a:cubicBezTo>
                    <a:pt x="74954" y="10100"/>
                    <a:pt x="74421" y="10700"/>
                    <a:pt x="73887" y="11234"/>
                  </a:cubicBezTo>
                  <a:cubicBezTo>
                    <a:pt x="73387" y="11801"/>
                    <a:pt x="72853" y="12368"/>
                    <a:pt x="72286" y="12902"/>
                  </a:cubicBezTo>
                  <a:lnTo>
                    <a:pt x="71452" y="13702"/>
                  </a:lnTo>
                  <a:cubicBezTo>
                    <a:pt x="71285" y="13803"/>
                    <a:pt x="71185" y="13936"/>
                    <a:pt x="71052" y="14069"/>
                  </a:cubicBezTo>
                  <a:cubicBezTo>
                    <a:pt x="70885" y="14203"/>
                    <a:pt x="70751" y="14270"/>
                    <a:pt x="70585" y="14403"/>
                  </a:cubicBezTo>
                  <a:cubicBezTo>
                    <a:pt x="69384" y="15204"/>
                    <a:pt x="67883" y="15704"/>
                    <a:pt x="66415" y="16138"/>
                  </a:cubicBezTo>
                  <a:cubicBezTo>
                    <a:pt x="64914" y="16605"/>
                    <a:pt x="63413" y="17038"/>
                    <a:pt x="61912" y="17572"/>
                  </a:cubicBezTo>
                  <a:cubicBezTo>
                    <a:pt x="60411" y="18106"/>
                    <a:pt x="58910" y="18773"/>
                    <a:pt x="57575" y="19640"/>
                  </a:cubicBezTo>
                  <a:cubicBezTo>
                    <a:pt x="51538" y="22942"/>
                    <a:pt x="51404" y="31282"/>
                    <a:pt x="45667" y="33317"/>
                  </a:cubicBezTo>
                  <a:cubicBezTo>
                    <a:pt x="45050" y="33579"/>
                    <a:pt x="44411" y="33698"/>
                    <a:pt x="43775" y="33698"/>
                  </a:cubicBezTo>
                  <a:cubicBezTo>
                    <a:pt x="43035" y="33698"/>
                    <a:pt x="42297" y="33537"/>
                    <a:pt x="41597" y="33250"/>
                  </a:cubicBezTo>
                  <a:cubicBezTo>
                    <a:pt x="40330" y="32716"/>
                    <a:pt x="39062" y="31882"/>
                    <a:pt x="37661" y="31315"/>
                  </a:cubicBezTo>
                  <a:cubicBezTo>
                    <a:pt x="37328" y="31148"/>
                    <a:pt x="36927" y="31082"/>
                    <a:pt x="36560" y="30948"/>
                  </a:cubicBezTo>
                  <a:cubicBezTo>
                    <a:pt x="36193" y="30881"/>
                    <a:pt x="35826" y="30781"/>
                    <a:pt x="35426" y="30748"/>
                  </a:cubicBezTo>
                  <a:lnTo>
                    <a:pt x="34892" y="30648"/>
                  </a:lnTo>
                  <a:lnTo>
                    <a:pt x="34359" y="30615"/>
                  </a:lnTo>
                  <a:cubicBezTo>
                    <a:pt x="34236" y="30603"/>
                    <a:pt x="34110" y="30600"/>
                    <a:pt x="33983" y="30600"/>
                  </a:cubicBezTo>
                  <a:cubicBezTo>
                    <a:pt x="33729" y="30600"/>
                    <a:pt x="33469" y="30615"/>
                    <a:pt x="33225" y="30615"/>
                  </a:cubicBezTo>
                  <a:cubicBezTo>
                    <a:pt x="32491" y="30648"/>
                    <a:pt x="31724" y="30781"/>
                    <a:pt x="31023" y="31082"/>
                  </a:cubicBezTo>
                  <a:cubicBezTo>
                    <a:pt x="30323" y="31315"/>
                    <a:pt x="29689" y="31782"/>
                    <a:pt x="29155" y="32282"/>
                  </a:cubicBezTo>
                  <a:cubicBezTo>
                    <a:pt x="28054" y="33317"/>
                    <a:pt x="27387" y="34651"/>
                    <a:pt x="26820" y="35952"/>
                  </a:cubicBezTo>
                  <a:cubicBezTo>
                    <a:pt x="26220" y="37253"/>
                    <a:pt x="25686" y="38587"/>
                    <a:pt x="24985" y="39788"/>
                  </a:cubicBezTo>
                  <a:cubicBezTo>
                    <a:pt x="24252" y="40989"/>
                    <a:pt x="23251" y="41989"/>
                    <a:pt x="21983" y="42456"/>
                  </a:cubicBezTo>
                  <a:cubicBezTo>
                    <a:pt x="21349" y="42723"/>
                    <a:pt x="20649" y="42823"/>
                    <a:pt x="19982" y="42823"/>
                  </a:cubicBezTo>
                  <a:cubicBezTo>
                    <a:pt x="19348" y="42823"/>
                    <a:pt x="18681" y="42590"/>
                    <a:pt x="18080" y="42223"/>
                  </a:cubicBezTo>
                  <a:cubicBezTo>
                    <a:pt x="17513" y="41823"/>
                    <a:pt x="16913" y="41389"/>
                    <a:pt x="16346" y="40889"/>
                  </a:cubicBezTo>
                  <a:cubicBezTo>
                    <a:pt x="15745" y="40422"/>
                    <a:pt x="15145" y="39888"/>
                    <a:pt x="14344" y="39554"/>
                  </a:cubicBezTo>
                  <a:cubicBezTo>
                    <a:pt x="13853" y="39298"/>
                    <a:pt x="13292" y="39178"/>
                    <a:pt x="12734" y="39178"/>
                  </a:cubicBezTo>
                  <a:cubicBezTo>
                    <a:pt x="12421" y="39178"/>
                    <a:pt x="12109" y="39216"/>
                    <a:pt x="11809" y="39287"/>
                  </a:cubicBezTo>
                  <a:cubicBezTo>
                    <a:pt x="11676" y="39321"/>
                    <a:pt x="11576" y="39321"/>
                    <a:pt x="11476" y="39388"/>
                  </a:cubicBezTo>
                  <a:lnTo>
                    <a:pt x="11142" y="39488"/>
                  </a:lnTo>
                  <a:cubicBezTo>
                    <a:pt x="10909" y="39621"/>
                    <a:pt x="10709" y="39754"/>
                    <a:pt x="10542" y="39921"/>
                  </a:cubicBezTo>
                  <a:cubicBezTo>
                    <a:pt x="10208" y="40221"/>
                    <a:pt x="9975" y="40588"/>
                    <a:pt x="9741" y="40922"/>
                  </a:cubicBezTo>
                  <a:cubicBezTo>
                    <a:pt x="9341" y="41622"/>
                    <a:pt x="9007" y="42323"/>
                    <a:pt x="8640" y="42957"/>
                  </a:cubicBezTo>
                  <a:cubicBezTo>
                    <a:pt x="8407" y="43257"/>
                    <a:pt x="8207" y="43557"/>
                    <a:pt x="7973" y="43724"/>
                  </a:cubicBezTo>
                  <a:cubicBezTo>
                    <a:pt x="7873" y="43791"/>
                    <a:pt x="7673" y="43891"/>
                    <a:pt x="7540" y="43957"/>
                  </a:cubicBezTo>
                  <a:lnTo>
                    <a:pt x="7306" y="44058"/>
                  </a:lnTo>
                  <a:cubicBezTo>
                    <a:pt x="7206" y="44091"/>
                    <a:pt x="7139" y="44091"/>
                    <a:pt x="7039" y="44124"/>
                  </a:cubicBezTo>
                  <a:cubicBezTo>
                    <a:pt x="6644" y="44223"/>
                    <a:pt x="6226" y="44252"/>
                    <a:pt x="5785" y="44252"/>
                  </a:cubicBezTo>
                  <a:cubicBezTo>
                    <a:pt x="5480" y="44252"/>
                    <a:pt x="5165" y="44238"/>
                    <a:pt x="4838" y="44224"/>
                  </a:cubicBezTo>
                  <a:cubicBezTo>
                    <a:pt x="4665" y="44210"/>
                    <a:pt x="4488" y="44202"/>
                    <a:pt x="4308" y="44202"/>
                  </a:cubicBezTo>
                  <a:cubicBezTo>
                    <a:pt x="3652" y="44202"/>
                    <a:pt x="2957" y="44310"/>
                    <a:pt x="2303" y="44625"/>
                  </a:cubicBezTo>
                  <a:cubicBezTo>
                    <a:pt x="1902" y="44825"/>
                    <a:pt x="1569" y="45092"/>
                    <a:pt x="1235" y="45325"/>
                  </a:cubicBezTo>
                  <a:cubicBezTo>
                    <a:pt x="902" y="45625"/>
                    <a:pt x="635" y="45926"/>
                    <a:pt x="368" y="46326"/>
                  </a:cubicBezTo>
                  <a:cubicBezTo>
                    <a:pt x="134" y="46759"/>
                    <a:pt x="1" y="47293"/>
                    <a:pt x="134" y="47794"/>
                  </a:cubicBezTo>
                  <a:cubicBezTo>
                    <a:pt x="234" y="48294"/>
                    <a:pt x="501" y="48661"/>
                    <a:pt x="801" y="48994"/>
                  </a:cubicBezTo>
                  <a:cubicBezTo>
                    <a:pt x="1402" y="49662"/>
                    <a:pt x="2069" y="50095"/>
                    <a:pt x="2803" y="50495"/>
                  </a:cubicBezTo>
                  <a:cubicBezTo>
                    <a:pt x="3503" y="50862"/>
                    <a:pt x="4237" y="51196"/>
                    <a:pt x="4971" y="51563"/>
                  </a:cubicBezTo>
                  <a:cubicBezTo>
                    <a:pt x="7840" y="52797"/>
                    <a:pt x="10875" y="53631"/>
                    <a:pt x="13744" y="54598"/>
                  </a:cubicBezTo>
                  <a:cubicBezTo>
                    <a:pt x="14078" y="54698"/>
                    <a:pt x="14478" y="54832"/>
                    <a:pt x="14811" y="54965"/>
                  </a:cubicBezTo>
                  <a:cubicBezTo>
                    <a:pt x="15012" y="54999"/>
                    <a:pt x="15178" y="55099"/>
                    <a:pt x="15312" y="55165"/>
                  </a:cubicBezTo>
                  <a:lnTo>
                    <a:pt x="15745" y="55466"/>
                  </a:lnTo>
                  <a:cubicBezTo>
                    <a:pt x="16079" y="55666"/>
                    <a:pt x="16413" y="55866"/>
                    <a:pt x="16813" y="55999"/>
                  </a:cubicBezTo>
                  <a:cubicBezTo>
                    <a:pt x="17180" y="56166"/>
                    <a:pt x="17513" y="56333"/>
                    <a:pt x="17880" y="56466"/>
                  </a:cubicBezTo>
                  <a:cubicBezTo>
                    <a:pt x="18214" y="56600"/>
                    <a:pt x="18581" y="56767"/>
                    <a:pt x="18981" y="56833"/>
                  </a:cubicBezTo>
                  <a:cubicBezTo>
                    <a:pt x="19348" y="56933"/>
                    <a:pt x="19715" y="57033"/>
                    <a:pt x="20082" y="57134"/>
                  </a:cubicBezTo>
                  <a:cubicBezTo>
                    <a:pt x="20849" y="57267"/>
                    <a:pt x="21583" y="57434"/>
                    <a:pt x="22350" y="57467"/>
                  </a:cubicBezTo>
                  <a:cubicBezTo>
                    <a:pt x="22717" y="57534"/>
                    <a:pt x="23092" y="57551"/>
                    <a:pt x="23468" y="57551"/>
                  </a:cubicBezTo>
                  <a:cubicBezTo>
                    <a:pt x="23843" y="57551"/>
                    <a:pt x="24218" y="57534"/>
                    <a:pt x="24585" y="57534"/>
                  </a:cubicBezTo>
                  <a:cubicBezTo>
                    <a:pt x="25352" y="57467"/>
                    <a:pt x="26086" y="57434"/>
                    <a:pt x="26787" y="57334"/>
                  </a:cubicBezTo>
                  <a:cubicBezTo>
                    <a:pt x="28254" y="57134"/>
                    <a:pt x="29622" y="56800"/>
                    <a:pt x="31023" y="56500"/>
                  </a:cubicBezTo>
                  <a:cubicBezTo>
                    <a:pt x="32303" y="56219"/>
                    <a:pt x="33583" y="55996"/>
                    <a:pt x="34809" y="55996"/>
                  </a:cubicBezTo>
                  <a:cubicBezTo>
                    <a:pt x="34892" y="55996"/>
                    <a:pt x="34976" y="55997"/>
                    <a:pt x="35059" y="55999"/>
                  </a:cubicBezTo>
                  <a:cubicBezTo>
                    <a:pt x="35726" y="55999"/>
                    <a:pt x="36360" y="56133"/>
                    <a:pt x="36927" y="56333"/>
                  </a:cubicBezTo>
                  <a:cubicBezTo>
                    <a:pt x="37061" y="56366"/>
                    <a:pt x="37227" y="56433"/>
                    <a:pt x="37361" y="56500"/>
                  </a:cubicBezTo>
                  <a:lnTo>
                    <a:pt x="37761" y="56767"/>
                  </a:lnTo>
                  <a:cubicBezTo>
                    <a:pt x="38061" y="56933"/>
                    <a:pt x="38328" y="57100"/>
                    <a:pt x="38595" y="57267"/>
                  </a:cubicBezTo>
                  <a:cubicBezTo>
                    <a:pt x="39696" y="57934"/>
                    <a:pt x="40697" y="58701"/>
                    <a:pt x="41731" y="59469"/>
                  </a:cubicBezTo>
                  <a:cubicBezTo>
                    <a:pt x="42231" y="59835"/>
                    <a:pt x="42765" y="60169"/>
                    <a:pt x="43365" y="60469"/>
                  </a:cubicBezTo>
                  <a:cubicBezTo>
                    <a:pt x="43932" y="60769"/>
                    <a:pt x="44533" y="61003"/>
                    <a:pt x="45100" y="61136"/>
                  </a:cubicBezTo>
                  <a:cubicBezTo>
                    <a:pt x="46301" y="61437"/>
                    <a:pt x="47535" y="61470"/>
                    <a:pt x="48636" y="61470"/>
                  </a:cubicBezTo>
                  <a:cubicBezTo>
                    <a:pt x="49770" y="61470"/>
                    <a:pt x="50871" y="61403"/>
                    <a:pt x="51905" y="61403"/>
                  </a:cubicBezTo>
                  <a:cubicBezTo>
                    <a:pt x="52171" y="61395"/>
                    <a:pt x="52435" y="61390"/>
                    <a:pt x="52697" y="61390"/>
                  </a:cubicBezTo>
                  <a:cubicBezTo>
                    <a:pt x="54471" y="61390"/>
                    <a:pt x="56134" y="61606"/>
                    <a:pt x="57442" y="62304"/>
                  </a:cubicBezTo>
                  <a:cubicBezTo>
                    <a:pt x="58209" y="62671"/>
                    <a:pt x="58843" y="63171"/>
                    <a:pt x="59343" y="63772"/>
                  </a:cubicBezTo>
                  <a:cubicBezTo>
                    <a:pt x="59877" y="64339"/>
                    <a:pt x="60244" y="64972"/>
                    <a:pt x="60611" y="65573"/>
                  </a:cubicBezTo>
                  <a:cubicBezTo>
                    <a:pt x="61345" y="66740"/>
                    <a:pt x="61912" y="67808"/>
                    <a:pt x="62512" y="68608"/>
                  </a:cubicBezTo>
                  <a:cubicBezTo>
                    <a:pt x="63079" y="69409"/>
                    <a:pt x="63580" y="69976"/>
                    <a:pt x="64013" y="70310"/>
                  </a:cubicBezTo>
                  <a:cubicBezTo>
                    <a:pt x="64180" y="70476"/>
                    <a:pt x="64347" y="70610"/>
                    <a:pt x="64447" y="70677"/>
                  </a:cubicBezTo>
                  <a:cubicBezTo>
                    <a:pt x="64580" y="70777"/>
                    <a:pt x="64614" y="70810"/>
                    <a:pt x="64614" y="70810"/>
                  </a:cubicBezTo>
                  <a:cubicBezTo>
                    <a:pt x="65114" y="71110"/>
                    <a:pt x="65581" y="71310"/>
                    <a:pt x="66115" y="71310"/>
                  </a:cubicBezTo>
                  <a:cubicBezTo>
                    <a:pt x="66265" y="71327"/>
                    <a:pt x="66382" y="71335"/>
                    <a:pt x="66461" y="71335"/>
                  </a:cubicBezTo>
                  <a:cubicBezTo>
                    <a:pt x="66540" y="71335"/>
                    <a:pt x="66582" y="71327"/>
                    <a:pt x="66582" y="71310"/>
                  </a:cubicBezTo>
                  <a:cubicBezTo>
                    <a:pt x="66615" y="71277"/>
                    <a:pt x="66515" y="71144"/>
                    <a:pt x="66248" y="71010"/>
                  </a:cubicBezTo>
                  <a:cubicBezTo>
                    <a:pt x="66015" y="70877"/>
                    <a:pt x="65614" y="70677"/>
                    <a:pt x="65181" y="70343"/>
                  </a:cubicBezTo>
                  <a:cubicBezTo>
                    <a:pt x="65181" y="70343"/>
                    <a:pt x="65081" y="70310"/>
                    <a:pt x="65014" y="70210"/>
                  </a:cubicBezTo>
                  <a:cubicBezTo>
                    <a:pt x="64914" y="70176"/>
                    <a:pt x="64747" y="70043"/>
                    <a:pt x="64580" y="69876"/>
                  </a:cubicBezTo>
                  <a:cubicBezTo>
                    <a:pt x="64213" y="69609"/>
                    <a:pt x="63713" y="69042"/>
                    <a:pt x="63179" y="68275"/>
                  </a:cubicBezTo>
                  <a:cubicBezTo>
                    <a:pt x="62579" y="67508"/>
                    <a:pt x="62012" y="66474"/>
                    <a:pt x="61278" y="65273"/>
                  </a:cubicBezTo>
                  <a:cubicBezTo>
                    <a:pt x="60911" y="64639"/>
                    <a:pt x="60511" y="64005"/>
                    <a:pt x="59944" y="63371"/>
                  </a:cubicBezTo>
                  <a:cubicBezTo>
                    <a:pt x="59410" y="62771"/>
                    <a:pt x="58743" y="62170"/>
                    <a:pt x="57909" y="61770"/>
                  </a:cubicBezTo>
                  <a:cubicBezTo>
                    <a:pt x="56241" y="60870"/>
                    <a:pt x="54206" y="60736"/>
                    <a:pt x="52105" y="60736"/>
                  </a:cubicBezTo>
                  <a:cubicBezTo>
                    <a:pt x="51896" y="60730"/>
                    <a:pt x="51685" y="60727"/>
                    <a:pt x="51473" y="60727"/>
                  </a:cubicBezTo>
                  <a:cubicBezTo>
                    <a:pt x="50585" y="60727"/>
                    <a:pt x="49671" y="60774"/>
                    <a:pt x="48746" y="60774"/>
                  </a:cubicBezTo>
                  <a:cubicBezTo>
                    <a:pt x="47671" y="60774"/>
                    <a:pt x="46582" y="60710"/>
                    <a:pt x="45500" y="60436"/>
                  </a:cubicBezTo>
                  <a:cubicBezTo>
                    <a:pt x="44933" y="60269"/>
                    <a:pt x="44399" y="60069"/>
                    <a:pt x="43866" y="59802"/>
                  </a:cubicBezTo>
                  <a:cubicBezTo>
                    <a:pt x="43332" y="59502"/>
                    <a:pt x="42831" y="59168"/>
                    <a:pt x="42331" y="58835"/>
                  </a:cubicBezTo>
                  <a:cubicBezTo>
                    <a:pt x="41330" y="58134"/>
                    <a:pt x="40330" y="57300"/>
                    <a:pt x="39196" y="56600"/>
                  </a:cubicBezTo>
                  <a:cubicBezTo>
                    <a:pt x="38895" y="56400"/>
                    <a:pt x="38595" y="56200"/>
                    <a:pt x="38328" y="56066"/>
                  </a:cubicBezTo>
                  <a:lnTo>
                    <a:pt x="37861" y="55799"/>
                  </a:lnTo>
                  <a:cubicBezTo>
                    <a:pt x="37694" y="55733"/>
                    <a:pt x="37528" y="55666"/>
                    <a:pt x="37361" y="55599"/>
                  </a:cubicBezTo>
                  <a:cubicBezTo>
                    <a:pt x="36694" y="55332"/>
                    <a:pt x="35993" y="55232"/>
                    <a:pt x="35259" y="55232"/>
                  </a:cubicBezTo>
                  <a:cubicBezTo>
                    <a:pt x="35112" y="55225"/>
                    <a:pt x="34965" y="55222"/>
                    <a:pt x="34817" y="55222"/>
                  </a:cubicBezTo>
                  <a:cubicBezTo>
                    <a:pt x="33558" y="55222"/>
                    <a:pt x="32281" y="55464"/>
                    <a:pt x="31056" y="55733"/>
                  </a:cubicBezTo>
                  <a:cubicBezTo>
                    <a:pt x="29689" y="55999"/>
                    <a:pt x="28321" y="56333"/>
                    <a:pt x="26887" y="56500"/>
                  </a:cubicBezTo>
                  <a:cubicBezTo>
                    <a:pt x="26186" y="56600"/>
                    <a:pt x="25486" y="56633"/>
                    <a:pt x="24752" y="56700"/>
                  </a:cubicBezTo>
                  <a:cubicBezTo>
                    <a:pt x="24051" y="56667"/>
                    <a:pt x="23318" y="56700"/>
                    <a:pt x="22584" y="56633"/>
                  </a:cubicBezTo>
                  <a:cubicBezTo>
                    <a:pt x="21850" y="56600"/>
                    <a:pt x="21149" y="56433"/>
                    <a:pt x="20415" y="56300"/>
                  </a:cubicBezTo>
                  <a:cubicBezTo>
                    <a:pt x="20049" y="56166"/>
                    <a:pt x="19715" y="56099"/>
                    <a:pt x="19348" y="55999"/>
                  </a:cubicBezTo>
                  <a:cubicBezTo>
                    <a:pt x="18981" y="55933"/>
                    <a:pt x="18648" y="55799"/>
                    <a:pt x="18314" y="55666"/>
                  </a:cubicBezTo>
                  <a:cubicBezTo>
                    <a:pt x="17980" y="55599"/>
                    <a:pt x="17647" y="55432"/>
                    <a:pt x="17313" y="55266"/>
                  </a:cubicBezTo>
                  <a:cubicBezTo>
                    <a:pt x="16980" y="55132"/>
                    <a:pt x="16679" y="54932"/>
                    <a:pt x="16346" y="54765"/>
                  </a:cubicBezTo>
                  <a:lnTo>
                    <a:pt x="15846" y="54465"/>
                  </a:lnTo>
                  <a:cubicBezTo>
                    <a:pt x="15679" y="54365"/>
                    <a:pt x="15479" y="54298"/>
                    <a:pt x="15312" y="54198"/>
                  </a:cubicBezTo>
                  <a:cubicBezTo>
                    <a:pt x="14978" y="54065"/>
                    <a:pt x="14578" y="53931"/>
                    <a:pt x="14211" y="53798"/>
                  </a:cubicBezTo>
                  <a:cubicBezTo>
                    <a:pt x="11309" y="52797"/>
                    <a:pt x="8307" y="51930"/>
                    <a:pt x="5471" y="50729"/>
                  </a:cubicBezTo>
                  <a:cubicBezTo>
                    <a:pt x="4804" y="50429"/>
                    <a:pt x="4070" y="50095"/>
                    <a:pt x="3403" y="49728"/>
                  </a:cubicBezTo>
                  <a:cubicBezTo>
                    <a:pt x="2803" y="49328"/>
                    <a:pt x="2136" y="48894"/>
                    <a:pt x="1669" y="48394"/>
                  </a:cubicBezTo>
                  <a:cubicBezTo>
                    <a:pt x="1469" y="48094"/>
                    <a:pt x="1235" y="47827"/>
                    <a:pt x="1202" y="47560"/>
                  </a:cubicBezTo>
                  <a:cubicBezTo>
                    <a:pt x="1168" y="47260"/>
                    <a:pt x="1202" y="46960"/>
                    <a:pt x="1369" y="46726"/>
                  </a:cubicBezTo>
                  <a:cubicBezTo>
                    <a:pt x="1669" y="46126"/>
                    <a:pt x="2336" y="45725"/>
                    <a:pt x="2970" y="45325"/>
                  </a:cubicBezTo>
                  <a:cubicBezTo>
                    <a:pt x="3403" y="45121"/>
                    <a:pt x="3953" y="45034"/>
                    <a:pt x="4516" y="45034"/>
                  </a:cubicBezTo>
                  <a:cubicBezTo>
                    <a:pt x="4689" y="45034"/>
                    <a:pt x="4865" y="45042"/>
                    <a:pt x="5038" y="45058"/>
                  </a:cubicBezTo>
                  <a:cubicBezTo>
                    <a:pt x="5328" y="45071"/>
                    <a:pt x="5627" y="45083"/>
                    <a:pt x="5935" y="45083"/>
                  </a:cubicBezTo>
                  <a:cubicBezTo>
                    <a:pt x="6440" y="45083"/>
                    <a:pt x="6967" y="45049"/>
                    <a:pt x="7506" y="44925"/>
                  </a:cubicBezTo>
                  <a:cubicBezTo>
                    <a:pt x="7640" y="44925"/>
                    <a:pt x="7706" y="44891"/>
                    <a:pt x="7840" y="44825"/>
                  </a:cubicBezTo>
                  <a:lnTo>
                    <a:pt x="8140" y="44725"/>
                  </a:lnTo>
                  <a:cubicBezTo>
                    <a:pt x="8340" y="44625"/>
                    <a:pt x="8507" y="44491"/>
                    <a:pt x="8707" y="44391"/>
                  </a:cubicBezTo>
                  <a:cubicBezTo>
                    <a:pt x="9074" y="44091"/>
                    <a:pt x="9374" y="43724"/>
                    <a:pt x="9574" y="43390"/>
                  </a:cubicBezTo>
                  <a:cubicBezTo>
                    <a:pt x="10041" y="42657"/>
                    <a:pt x="10342" y="41956"/>
                    <a:pt x="10709" y="41322"/>
                  </a:cubicBezTo>
                  <a:cubicBezTo>
                    <a:pt x="10875" y="41055"/>
                    <a:pt x="11075" y="40755"/>
                    <a:pt x="11342" y="40555"/>
                  </a:cubicBezTo>
                  <a:lnTo>
                    <a:pt x="11709" y="40288"/>
                  </a:lnTo>
                  <a:lnTo>
                    <a:pt x="11909" y="40221"/>
                  </a:lnTo>
                  <a:cubicBezTo>
                    <a:pt x="12009" y="40221"/>
                    <a:pt x="12076" y="40155"/>
                    <a:pt x="12176" y="40155"/>
                  </a:cubicBezTo>
                  <a:cubicBezTo>
                    <a:pt x="12394" y="40100"/>
                    <a:pt x="12611" y="40074"/>
                    <a:pt x="12827" y="40074"/>
                  </a:cubicBezTo>
                  <a:cubicBezTo>
                    <a:pt x="13275" y="40074"/>
                    <a:pt x="13717" y="40186"/>
                    <a:pt x="14144" y="40388"/>
                  </a:cubicBezTo>
                  <a:cubicBezTo>
                    <a:pt x="15379" y="40955"/>
                    <a:pt x="16379" y="42223"/>
                    <a:pt x="17747" y="43057"/>
                  </a:cubicBezTo>
                  <a:cubicBezTo>
                    <a:pt x="18414" y="43457"/>
                    <a:pt x="19215" y="43791"/>
                    <a:pt x="20082" y="43824"/>
                  </a:cubicBezTo>
                  <a:cubicBezTo>
                    <a:pt x="20916" y="43791"/>
                    <a:pt x="21683" y="43657"/>
                    <a:pt x="22484" y="43424"/>
                  </a:cubicBezTo>
                  <a:cubicBezTo>
                    <a:pt x="23217" y="43157"/>
                    <a:pt x="23918" y="42723"/>
                    <a:pt x="24518" y="42156"/>
                  </a:cubicBezTo>
                  <a:cubicBezTo>
                    <a:pt x="25085" y="41656"/>
                    <a:pt x="25586" y="40989"/>
                    <a:pt x="25986" y="40355"/>
                  </a:cubicBezTo>
                  <a:cubicBezTo>
                    <a:pt x="26753" y="39087"/>
                    <a:pt x="27254" y="37720"/>
                    <a:pt x="27854" y="36452"/>
                  </a:cubicBezTo>
                  <a:cubicBezTo>
                    <a:pt x="28421" y="35151"/>
                    <a:pt x="29055" y="33950"/>
                    <a:pt x="29989" y="33083"/>
                  </a:cubicBezTo>
                  <a:cubicBezTo>
                    <a:pt x="30423" y="32616"/>
                    <a:pt x="30990" y="32282"/>
                    <a:pt x="31557" y="32016"/>
                  </a:cubicBezTo>
                  <a:cubicBezTo>
                    <a:pt x="32157" y="31782"/>
                    <a:pt x="32758" y="31649"/>
                    <a:pt x="33425" y="31615"/>
                  </a:cubicBezTo>
                  <a:cubicBezTo>
                    <a:pt x="33647" y="31615"/>
                    <a:pt x="33870" y="31600"/>
                    <a:pt x="34092" y="31600"/>
                  </a:cubicBezTo>
                  <a:cubicBezTo>
                    <a:pt x="34203" y="31600"/>
                    <a:pt x="34314" y="31604"/>
                    <a:pt x="34425" y="31615"/>
                  </a:cubicBezTo>
                  <a:lnTo>
                    <a:pt x="34926" y="31649"/>
                  </a:lnTo>
                  <a:lnTo>
                    <a:pt x="35426" y="31749"/>
                  </a:lnTo>
                  <a:cubicBezTo>
                    <a:pt x="35760" y="31782"/>
                    <a:pt x="36093" y="31882"/>
                    <a:pt x="36427" y="31949"/>
                  </a:cubicBezTo>
                  <a:cubicBezTo>
                    <a:pt x="36727" y="32016"/>
                    <a:pt x="37061" y="32149"/>
                    <a:pt x="37394" y="32282"/>
                  </a:cubicBezTo>
                  <a:cubicBezTo>
                    <a:pt x="38729" y="32816"/>
                    <a:pt x="39929" y="33617"/>
                    <a:pt x="41397" y="34217"/>
                  </a:cubicBezTo>
                  <a:cubicBezTo>
                    <a:pt x="42098" y="34484"/>
                    <a:pt x="42898" y="34651"/>
                    <a:pt x="43732" y="34718"/>
                  </a:cubicBezTo>
                  <a:cubicBezTo>
                    <a:pt x="43783" y="34722"/>
                    <a:pt x="43836" y="34724"/>
                    <a:pt x="43889" y="34724"/>
                  </a:cubicBezTo>
                  <a:cubicBezTo>
                    <a:pt x="44219" y="34724"/>
                    <a:pt x="44589" y="34646"/>
                    <a:pt x="44933" y="34617"/>
                  </a:cubicBezTo>
                  <a:cubicBezTo>
                    <a:pt x="45367" y="34551"/>
                    <a:pt x="45734" y="34417"/>
                    <a:pt x="46100" y="34284"/>
                  </a:cubicBezTo>
                  <a:cubicBezTo>
                    <a:pt x="46534" y="34150"/>
                    <a:pt x="46868" y="33950"/>
                    <a:pt x="47235" y="33784"/>
                  </a:cubicBezTo>
                  <a:cubicBezTo>
                    <a:pt x="47568" y="33583"/>
                    <a:pt x="47902" y="33383"/>
                    <a:pt x="48235" y="33116"/>
                  </a:cubicBezTo>
                  <a:cubicBezTo>
                    <a:pt x="48869" y="32616"/>
                    <a:pt x="49436" y="32082"/>
                    <a:pt x="49937" y="31449"/>
                  </a:cubicBezTo>
                  <a:cubicBezTo>
                    <a:pt x="50937" y="30214"/>
                    <a:pt x="51738" y="28813"/>
                    <a:pt x="52438" y="27446"/>
                  </a:cubicBezTo>
                  <a:cubicBezTo>
                    <a:pt x="52839" y="26778"/>
                    <a:pt x="53172" y="26078"/>
                    <a:pt x="53539" y="25411"/>
                  </a:cubicBezTo>
                  <a:cubicBezTo>
                    <a:pt x="53906" y="24777"/>
                    <a:pt x="54273" y="24110"/>
                    <a:pt x="54773" y="23543"/>
                  </a:cubicBezTo>
                  <a:cubicBezTo>
                    <a:pt x="55240" y="22942"/>
                    <a:pt x="55741" y="22375"/>
                    <a:pt x="56341" y="21875"/>
                  </a:cubicBezTo>
                  <a:cubicBezTo>
                    <a:pt x="56875" y="21375"/>
                    <a:pt x="57509" y="20908"/>
                    <a:pt x="58109" y="20474"/>
                  </a:cubicBezTo>
                  <a:cubicBezTo>
                    <a:pt x="59377" y="19640"/>
                    <a:pt x="60778" y="19040"/>
                    <a:pt x="62245" y="18473"/>
                  </a:cubicBezTo>
                  <a:cubicBezTo>
                    <a:pt x="63713" y="17939"/>
                    <a:pt x="65214" y="17539"/>
                    <a:pt x="66715" y="17072"/>
                  </a:cubicBezTo>
                  <a:cubicBezTo>
                    <a:pt x="68216" y="16605"/>
                    <a:pt x="69717" y="16104"/>
                    <a:pt x="71085" y="15204"/>
                  </a:cubicBezTo>
                  <a:lnTo>
                    <a:pt x="71585" y="14803"/>
                  </a:lnTo>
                  <a:cubicBezTo>
                    <a:pt x="71752" y="14703"/>
                    <a:pt x="71919" y="14536"/>
                    <a:pt x="72052" y="14403"/>
                  </a:cubicBezTo>
                  <a:lnTo>
                    <a:pt x="72886" y="13569"/>
                  </a:lnTo>
                  <a:cubicBezTo>
                    <a:pt x="73420" y="13035"/>
                    <a:pt x="73920" y="12435"/>
                    <a:pt x="74454" y="11901"/>
                  </a:cubicBezTo>
                  <a:cubicBezTo>
                    <a:pt x="74954" y="11367"/>
                    <a:pt x="75521" y="10767"/>
                    <a:pt x="76055" y="10267"/>
                  </a:cubicBezTo>
                  <a:cubicBezTo>
                    <a:pt x="76589" y="9733"/>
                    <a:pt x="77189" y="9266"/>
                    <a:pt x="77756" y="8866"/>
                  </a:cubicBezTo>
                  <a:cubicBezTo>
                    <a:pt x="78357" y="8465"/>
                    <a:pt x="79024" y="8132"/>
                    <a:pt x="79691" y="7932"/>
                  </a:cubicBezTo>
                  <a:cubicBezTo>
                    <a:pt x="80358" y="7732"/>
                    <a:pt x="81059" y="7598"/>
                    <a:pt x="81759" y="7565"/>
                  </a:cubicBezTo>
                  <a:lnTo>
                    <a:pt x="82893" y="7431"/>
                  </a:lnTo>
                  <a:lnTo>
                    <a:pt x="84028" y="7198"/>
                  </a:lnTo>
                  <a:cubicBezTo>
                    <a:pt x="84728" y="6931"/>
                    <a:pt x="85429" y="6697"/>
                    <a:pt x="86096" y="6297"/>
                  </a:cubicBezTo>
                  <a:cubicBezTo>
                    <a:pt x="87430" y="5597"/>
                    <a:pt x="88564" y="4729"/>
                    <a:pt x="89732" y="3929"/>
                  </a:cubicBezTo>
                  <a:cubicBezTo>
                    <a:pt x="90866" y="3095"/>
                    <a:pt x="92033" y="2394"/>
                    <a:pt x="93234" y="1861"/>
                  </a:cubicBezTo>
                  <a:cubicBezTo>
                    <a:pt x="94435" y="1294"/>
                    <a:pt x="95703" y="1060"/>
                    <a:pt x="96970" y="893"/>
                  </a:cubicBezTo>
                  <a:cubicBezTo>
                    <a:pt x="97435" y="834"/>
                    <a:pt x="97895" y="804"/>
                    <a:pt x="98348" y="804"/>
                  </a:cubicBezTo>
                  <a:cubicBezTo>
                    <a:pt x="99164" y="804"/>
                    <a:pt x="99956" y="900"/>
                    <a:pt x="100706" y="1093"/>
                  </a:cubicBezTo>
                  <a:cubicBezTo>
                    <a:pt x="101874" y="1394"/>
                    <a:pt x="102974" y="1861"/>
                    <a:pt x="104075" y="2361"/>
                  </a:cubicBezTo>
                  <a:cubicBezTo>
                    <a:pt x="105143" y="2861"/>
                    <a:pt x="106210" y="3362"/>
                    <a:pt x="107278" y="3762"/>
                  </a:cubicBezTo>
                  <a:cubicBezTo>
                    <a:pt x="107811" y="3962"/>
                    <a:pt x="108312" y="4196"/>
                    <a:pt x="108879" y="4296"/>
                  </a:cubicBezTo>
                  <a:cubicBezTo>
                    <a:pt x="109112" y="4396"/>
                    <a:pt x="109412" y="4429"/>
                    <a:pt x="109646" y="4529"/>
                  </a:cubicBezTo>
                  <a:cubicBezTo>
                    <a:pt x="109913" y="4563"/>
                    <a:pt x="110213" y="4596"/>
                    <a:pt x="110446" y="4629"/>
                  </a:cubicBezTo>
                  <a:cubicBezTo>
                    <a:pt x="111215" y="4748"/>
                    <a:pt x="111959" y="4790"/>
                    <a:pt x="112676" y="4790"/>
                  </a:cubicBezTo>
                  <a:cubicBezTo>
                    <a:pt x="113981" y="4790"/>
                    <a:pt x="115198" y="4649"/>
                    <a:pt x="116317" y="4563"/>
                  </a:cubicBezTo>
                  <a:cubicBezTo>
                    <a:pt x="116784" y="4529"/>
                    <a:pt x="117218" y="4463"/>
                    <a:pt x="117618" y="4429"/>
                  </a:cubicBezTo>
                  <a:cubicBezTo>
                    <a:pt x="118052" y="4396"/>
                    <a:pt x="118452" y="4362"/>
                    <a:pt x="118819" y="4296"/>
                  </a:cubicBezTo>
                  <a:cubicBezTo>
                    <a:pt x="119100" y="4284"/>
                    <a:pt x="119376" y="4276"/>
                    <a:pt x="119646" y="4276"/>
                  </a:cubicBezTo>
                  <a:cubicBezTo>
                    <a:pt x="120115" y="4276"/>
                    <a:pt x="120564" y="4299"/>
                    <a:pt x="120987" y="4362"/>
                  </a:cubicBezTo>
                  <a:cubicBezTo>
                    <a:pt x="122388" y="4529"/>
                    <a:pt x="123456" y="4963"/>
                    <a:pt x="124223" y="5530"/>
                  </a:cubicBezTo>
                  <a:cubicBezTo>
                    <a:pt x="124957" y="6064"/>
                    <a:pt x="125424" y="6631"/>
                    <a:pt x="125724" y="7031"/>
                  </a:cubicBezTo>
                  <a:cubicBezTo>
                    <a:pt x="125991" y="7431"/>
                    <a:pt x="126124" y="7631"/>
                    <a:pt x="126124" y="7631"/>
                  </a:cubicBezTo>
                  <a:cubicBezTo>
                    <a:pt x="126258" y="7898"/>
                    <a:pt x="126391" y="8098"/>
                    <a:pt x="126491" y="8265"/>
                  </a:cubicBezTo>
                  <a:cubicBezTo>
                    <a:pt x="126591" y="8432"/>
                    <a:pt x="126658" y="8599"/>
                    <a:pt x="126758" y="8732"/>
                  </a:cubicBezTo>
                  <a:cubicBezTo>
                    <a:pt x="126925" y="8966"/>
                    <a:pt x="127058" y="9066"/>
                    <a:pt x="127092" y="9066"/>
                  </a:cubicBezTo>
                  <a:cubicBezTo>
                    <a:pt x="127158" y="9032"/>
                    <a:pt x="127158" y="8899"/>
                    <a:pt x="127092" y="8599"/>
                  </a:cubicBezTo>
                  <a:cubicBezTo>
                    <a:pt x="127058" y="8432"/>
                    <a:pt x="126992" y="8265"/>
                    <a:pt x="126925" y="8065"/>
                  </a:cubicBezTo>
                  <a:cubicBezTo>
                    <a:pt x="126825" y="7865"/>
                    <a:pt x="126725" y="7598"/>
                    <a:pt x="126591" y="7365"/>
                  </a:cubicBezTo>
                  <a:cubicBezTo>
                    <a:pt x="126591" y="7365"/>
                    <a:pt x="126458" y="7131"/>
                    <a:pt x="126158" y="6697"/>
                  </a:cubicBezTo>
                  <a:cubicBezTo>
                    <a:pt x="125824" y="6264"/>
                    <a:pt x="125390" y="5597"/>
                    <a:pt x="124557" y="5030"/>
                  </a:cubicBezTo>
                  <a:cubicBezTo>
                    <a:pt x="123723" y="4429"/>
                    <a:pt x="122555" y="3895"/>
                    <a:pt x="121121" y="3729"/>
                  </a:cubicBezTo>
                  <a:cubicBezTo>
                    <a:pt x="120654" y="3640"/>
                    <a:pt x="120142" y="3610"/>
                    <a:pt x="119616" y="3610"/>
                  </a:cubicBezTo>
                  <a:cubicBezTo>
                    <a:pt x="119353" y="3610"/>
                    <a:pt x="119086" y="3617"/>
                    <a:pt x="118819" y="3629"/>
                  </a:cubicBezTo>
                  <a:lnTo>
                    <a:pt x="117585" y="3762"/>
                  </a:lnTo>
                  <a:cubicBezTo>
                    <a:pt x="117151" y="3795"/>
                    <a:pt x="116751" y="3862"/>
                    <a:pt x="116284" y="3895"/>
                  </a:cubicBezTo>
                  <a:cubicBezTo>
                    <a:pt x="115206" y="3978"/>
                    <a:pt x="114050" y="4100"/>
                    <a:pt x="112841" y="4100"/>
                  </a:cubicBezTo>
                  <a:cubicBezTo>
                    <a:pt x="112105" y="4100"/>
                    <a:pt x="111350" y="4055"/>
                    <a:pt x="110580" y="3929"/>
                  </a:cubicBezTo>
                  <a:cubicBezTo>
                    <a:pt x="108545" y="3629"/>
                    <a:pt x="106544" y="2628"/>
                    <a:pt x="104375" y="1627"/>
                  </a:cubicBezTo>
                  <a:cubicBezTo>
                    <a:pt x="103275" y="1127"/>
                    <a:pt x="102141" y="593"/>
                    <a:pt x="100906" y="293"/>
                  </a:cubicBezTo>
                  <a:cubicBezTo>
                    <a:pt x="100017" y="106"/>
                    <a:pt x="99095" y="1"/>
                    <a:pt x="981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27" name="Google Shape;3827;p30"/>
            <p:cNvSpPr/>
            <p:nvPr/>
          </p:nvSpPr>
          <p:spPr>
            <a:xfrm>
              <a:off x="3247500" y="3562475"/>
              <a:ext cx="3218225" cy="2001150"/>
            </a:xfrm>
            <a:custGeom>
              <a:avLst/>
              <a:gdLst/>
              <a:ahLst/>
              <a:cxnLst/>
              <a:rect l="l" t="t" r="r" b="b"/>
              <a:pathLst>
                <a:path w="128729" h="80046" extrusionOk="0">
                  <a:moveTo>
                    <a:pt x="105098" y="0"/>
                  </a:moveTo>
                  <a:cubicBezTo>
                    <a:pt x="104528" y="0"/>
                    <a:pt x="103947" y="42"/>
                    <a:pt x="103374" y="121"/>
                  </a:cubicBezTo>
                  <a:cubicBezTo>
                    <a:pt x="102173" y="288"/>
                    <a:pt x="100972" y="622"/>
                    <a:pt x="99738" y="1089"/>
                  </a:cubicBezTo>
                  <a:cubicBezTo>
                    <a:pt x="98537" y="1522"/>
                    <a:pt x="97370" y="2156"/>
                    <a:pt x="96202" y="2823"/>
                  </a:cubicBezTo>
                  <a:cubicBezTo>
                    <a:pt x="93867" y="4191"/>
                    <a:pt x="91832" y="6126"/>
                    <a:pt x="89230" y="7293"/>
                  </a:cubicBezTo>
                  <a:cubicBezTo>
                    <a:pt x="87963" y="7827"/>
                    <a:pt x="86562" y="8194"/>
                    <a:pt x="85128" y="8361"/>
                  </a:cubicBezTo>
                  <a:cubicBezTo>
                    <a:pt x="84360" y="8461"/>
                    <a:pt x="83660" y="8527"/>
                    <a:pt x="82893" y="8594"/>
                  </a:cubicBezTo>
                  <a:cubicBezTo>
                    <a:pt x="82526" y="8627"/>
                    <a:pt x="82159" y="8661"/>
                    <a:pt x="81792" y="8661"/>
                  </a:cubicBezTo>
                  <a:cubicBezTo>
                    <a:pt x="81392" y="8661"/>
                    <a:pt x="81025" y="8694"/>
                    <a:pt x="80658" y="8761"/>
                  </a:cubicBezTo>
                  <a:cubicBezTo>
                    <a:pt x="79890" y="8828"/>
                    <a:pt x="79157" y="9028"/>
                    <a:pt x="78389" y="9261"/>
                  </a:cubicBezTo>
                  <a:cubicBezTo>
                    <a:pt x="77689" y="9495"/>
                    <a:pt x="76955" y="9795"/>
                    <a:pt x="76288" y="10162"/>
                  </a:cubicBezTo>
                  <a:cubicBezTo>
                    <a:pt x="74887" y="10862"/>
                    <a:pt x="73653" y="11830"/>
                    <a:pt x="72452" y="12830"/>
                  </a:cubicBezTo>
                  <a:cubicBezTo>
                    <a:pt x="71218" y="13831"/>
                    <a:pt x="70117" y="14965"/>
                    <a:pt x="68849" y="15866"/>
                  </a:cubicBezTo>
                  <a:cubicBezTo>
                    <a:pt x="67615" y="16833"/>
                    <a:pt x="66214" y="17600"/>
                    <a:pt x="64813" y="18301"/>
                  </a:cubicBezTo>
                  <a:cubicBezTo>
                    <a:pt x="63379" y="19001"/>
                    <a:pt x="61944" y="19635"/>
                    <a:pt x="60510" y="20436"/>
                  </a:cubicBezTo>
                  <a:cubicBezTo>
                    <a:pt x="59109" y="21203"/>
                    <a:pt x="57808" y="22170"/>
                    <a:pt x="56707" y="23438"/>
                  </a:cubicBezTo>
                  <a:cubicBezTo>
                    <a:pt x="54539" y="25940"/>
                    <a:pt x="53705" y="29142"/>
                    <a:pt x="52137" y="31811"/>
                  </a:cubicBezTo>
                  <a:cubicBezTo>
                    <a:pt x="51770" y="32478"/>
                    <a:pt x="51303" y="33112"/>
                    <a:pt x="50703" y="33612"/>
                  </a:cubicBezTo>
                  <a:cubicBezTo>
                    <a:pt x="50169" y="34112"/>
                    <a:pt x="49469" y="34446"/>
                    <a:pt x="48768" y="34613"/>
                  </a:cubicBezTo>
                  <a:cubicBezTo>
                    <a:pt x="48363" y="34701"/>
                    <a:pt x="47968" y="34742"/>
                    <a:pt x="47571" y="34742"/>
                  </a:cubicBezTo>
                  <a:cubicBezTo>
                    <a:pt x="47217" y="34742"/>
                    <a:pt x="46862" y="34709"/>
                    <a:pt x="46500" y="34646"/>
                  </a:cubicBezTo>
                  <a:cubicBezTo>
                    <a:pt x="45766" y="34513"/>
                    <a:pt x="45032" y="34279"/>
                    <a:pt x="44298" y="34046"/>
                  </a:cubicBezTo>
                  <a:cubicBezTo>
                    <a:pt x="42831" y="33612"/>
                    <a:pt x="41430" y="33011"/>
                    <a:pt x="39962" y="32544"/>
                  </a:cubicBezTo>
                  <a:cubicBezTo>
                    <a:pt x="39195" y="32311"/>
                    <a:pt x="38461" y="32144"/>
                    <a:pt x="37694" y="32011"/>
                  </a:cubicBezTo>
                  <a:lnTo>
                    <a:pt x="37127" y="31977"/>
                  </a:lnTo>
                  <a:lnTo>
                    <a:pt x="36826" y="31944"/>
                  </a:lnTo>
                  <a:lnTo>
                    <a:pt x="36526" y="31944"/>
                  </a:lnTo>
                  <a:lnTo>
                    <a:pt x="35959" y="31977"/>
                  </a:lnTo>
                  <a:cubicBezTo>
                    <a:pt x="35759" y="31977"/>
                    <a:pt x="35592" y="32011"/>
                    <a:pt x="35359" y="32044"/>
                  </a:cubicBezTo>
                  <a:cubicBezTo>
                    <a:pt x="34992" y="32111"/>
                    <a:pt x="34658" y="32278"/>
                    <a:pt x="34291" y="32378"/>
                  </a:cubicBezTo>
                  <a:cubicBezTo>
                    <a:pt x="34124" y="32444"/>
                    <a:pt x="33958" y="32544"/>
                    <a:pt x="33791" y="32645"/>
                  </a:cubicBezTo>
                  <a:lnTo>
                    <a:pt x="33291" y="32945"/>
                  </a:lnTo>
                  <a:cubicBezTo>
                    <a:pt x="32957" y="33145"/>
                    <a:pt x="32657" y="33378"/>
                    <a:pt x="32357" y="33612"/>
                  </a:cubicBezTo>
                  <a:cubicBezTo>
                    <a:pt x="32090" y="33845"/>
                    <a:pt x="31823" y="34146"/>
                    <a:pt x="31589" y="34379"/>
                  </a:cubicBezTo>
                  <a:cubicBezTo>
                    <a:pt x="31289" y="34646"/>
                    <a:pt x="31122" y="34946"/>
                    <a:pt x="30855" y="35213"/>
                  </a:cubicBezTo>
                  <a:lnTo>
                    <a:pt x="30522" y="35647"/>
                  </a:lnTo>
                  <a:lnTo>
                    <a:pt x="30255" y="36147"/>
                  </a:lnTo>
                  <a:cubicBezTo>
                    <a:pt x="29955" y="36814"/>
                    <a:pt x="29688" y="37515"/>
                    <a:pt x="29521" y="38182"/>
                  </a:cubicBezTo>
                  <a:cubicBezTo>
                    <a:pt x="29154" y="39516"/>
                    <a:pt x="28987" y="40951"/>
                    <a:pt x="28354" y="42185"/>
                  </a:cubicBezTo>
                  <a:cubicBezTo>
                    <a:pt x="28287" y="42352"/>
                    <a:pt x="28187" y="42518"/>
                    <a:pt x="28120" y="42652"/>
                  </a:cubicBezTo>
                  <a:cubicBezTo>
                    <a:pt x="28020" y="42819"/>
                    <a:pt x="27953" y="42952"/>
                    <a:pt x="27820" y="43052"/>
                  </a:cubicBezTo>
                  <a:cubicBezTo>
                    <a:pt x="27753" y="43185"/>
                    <a:pt x="27586" y="43286"/>
                    <a:pt x="27453" y="43386"/>
                  </a:cubicBezTo>
                  <a:cubicBezTo>
                    <a:pt x="27320" y="43519"/>
                    <a:pt x="27186" y="43652"/>
                    <a:pt x="27019" y="43719"/>
                  </a:cubicBezTo>
                  <a:cubicBezTo>
                    <a:pt x="26546" y="44104"/>
                    <a:pt x="25968" y="44331"/>
                    <a:pt x="25378" y="44331"/>
                  </a:cubicBezTo>
                  <a:cubicBezTo>
                    <a:pt x="25303" y="44331"/>
                    <a:pt x="25227" y="44327"/>
                    <a:pt x="25151" y="44320"/>
                  </a:cubicBezTo>
                  <a:cubicBezTo>
                    <a:pt x="24484" y="44220"/>
                    <a:pt x="23850" y="43786"/>
                    <a:pt x="23283" y="43352"/>
                  </a:cubicBezTo>
                  <a:cubicBezTo>
                    <a:pt x="22650" y="42952"/>
                    <a:pt x="22083" y="42452"/>
                    <a:pt x="21315" y="42151"/>
                  </a:cubicBezTo>
                  <a:cubicBezTo>
                    <a:pt x="20581" y="41851"/>
                    <a:pt x="19814" y="41651"/>
                    <a:pt x="19014" y="41618"/>
                  </a:cubicBezTo>
                  <a:cubicBezTo>
                    <a:pt x="18902" y="41608"/>
                    <a:pt x="18789" y="41603"/>
                    <a:pt x="18676" y="41603"/>
                  </a:cubicBezTo>
                  <a:cubicBezTo>
                    <a:pt x="18014" y="41603"/>
                    <a:pt x="17334" y="41766"/>
                    <a:pt x="16679" y="42051"/>
                  </a:cubicBezTo>
                  <a:cubicBezTo>
                    <a:pt x="15945" y="42452"/>
                    <a:pt x="15311" y="42952"/>
                    <a:pt x="14777" y="43519"/>
                  </a:cubicBezTo>
                  <a:cubicBezTo>
                    <a:pt x="14244" y="44119"/>
                    <a:pt x="13777" y="44720"/>
                    <a:pt x="13276" y="45320"/>
                  </a:cubicBezTo>
                  <a:cubicBezTo>
                    <a:pt x="12776" y="45954"/>
                    <a:pt x="12276" y="46521"/>
                    <a:pt x="11675" y="46988"/>
                  </a:cubicBezTo>
                  <a:cubicBezTo>
                    <a:pt x="11108" y="47455"/>
                    <a:pt x="10441" y="47789"/>
                    <a:pt x="9674" y="47855"/>
                  </a:cubicBezTo>
                  <a:cubicBezTo>
                    <a:pt x="9507" y="47889"/>
                    <a:pt x="9340" y="47889"/>
                    <a:pt x="9140" y="47889"/>
                  </a:cubicBezTo>
                  <a:cubicBezTo>
                    <a:pt x="8940" y="47889"/>
                    <a:pt x="8773" y="47889"/>
                    <a:pt x="8573" y="47855"/>
                  </a:cubicBezTo>
                  <a:cubicBezTo>
                    <a:pt x="8173" y="47822"/>
                    <a:pt x="7772" y="47722"/>
                    <a:pt x="7339" y="47722"/>
                  </a:cubicBezTo>
                  <a:cubicBezTo>
                    <a:pt x="7243" y="47718"/>
                    <a:pt x="7146" y="47716"/>
                    <a:pt x="7048" y="47716"/>
                  </a:cubicBezTo>
                  <a:cubicBezTo>
                    <a:pt x="6364" y="47716"/>
                    <a:pt x="5637" y="47818"/>
                    <a:pt x="4937" y="48022"/>
                  </a:cubicBezTo>
                  <a:cubicBezTo>
                    <a:pt x="3336" y="48489"/>
                    <a:pt x="1968" y="49557"/>
                    <a:pt x="1134" y="50991"/>
                  </a:cubicBezTo>
                  <a:cubicBezTo>
                    <a:pt x="300" y="52392"/>
                    <a:pt x="0" y="54127"/>
                    <a:pt x="334" y="55728"/>
                  </a:cubicBezTo>
                  <a:cubicBezTo>
                    <a:pt x="667" y="57362"/>
                    <a:pt x="1635" y="58830"/>
                    <a:pt x="2936" y="59831"/>
                  </a:cubicBezTo>
                  <a:cubicBezTo>
                    <a:pt x="4236" y="60831"/>
                    <a:pt x="5671" y="61532"/>
                    <a:pt x="7139" y="62132"/>
                  </a:cubicBezTo>
                  <a:cubicBezTo>
                    <a:pt x="8606" y="62699"/>
                    <a:pt x="10141" y="63133"/>
                    <a:pt x="11642" y="63533"/>
                  </a:cubicBezTo>
                  <a:cubicBezTo>
                    <a:pt x="14644" y="64367"/>
                    <a:pt x="17646" y="65134"/>
                    <a:pt x="20315" y="66469"/>
                  </a:cubicBezTo>
                  <a:cubicBezTo>
                    <a:pt x="20682" y="66569"/>
                    <a:pt x="21015" y="66736"/>
                    <a:pt x="21349" y="66902"/>
                  </a:cubicBezTo>
                  <a:lnTo>
                    <a:pt x="21849" y="67169"/>
                  </a:lnTo>
                  <a:lnTo>
                    <a:pt x="22416" y="67369"/>
                  </a:lnTo>
                  <a:cubicBezTo>
                    <a:pt x="23117" y="67636"/>
                    <a:pt x="23817" y="67903"/>
                    <a:pt x="24518" y="68070"/>
                  </a:cubicBezTo>
                  <a:cubicBezTo>
                    <a:pt x="24918" y="68203"/>
                    <a:pt x="25251" y="68303"/>
                    <a:pt x="25618" y="68370"/>
                  </a:cubicBezTo>
                  <a:cubicBezTo>
                    <a:pt x="25985" y="68403"/>
                    <a:pt x="26319" y="68504"/>
                    <a:pt x="26686" y="68537"/>
                  </a:cubicBezTo>
                  <a:cubicBezTo>
                    <a:pt x="27420" y="68670"/>
                    <a:pt x="28154" y="68670"/>
                    <a:pt x="28854" y="68737"/>
                  </a:cubicBezTo>
                  <a:cubicBezTo>
                    <a:pt x="29099" y="68759"/>
                    <a:pt x="29340" y="68767"/>
                    <a:pt x="29578" y="68767"/>
                  </a:cubicBezTo>
                  <a:cubicBezTo>
                    <a:pt x="30055" y="68767"/>
                    <a:pt x="30522" y="68737"/>
                    <a:pt x="30989" y="68737"/>
                  </a:cubicBezTo>
                  <a:cubicBezTo>
                    <a:pt x="31689" y="68704"/>
                    <a:pt x="32390" y="68670"/>
                    <a:pt x="33090" y="68570"/>
                  </a:cubicBezTo>
                  <a:cubicBezTo>
                    <a:pt x="34458" y="68370"/>
                    <a:pt x="35792" y="68170"/>
                    <a:pt x="37127" y="68137"/>
                  </a:cubicBezTo>
                  <a:cubicBezTo>
                    <a:pt x="37422" y="68114"/>
                    <a:pt x="37715" y="68104"/>
                    <a:pt x="38007" y="68104"/>
                  </a:cubicBezTo>
                  <a:cubicBezTo>
                    <a:pt x="39032" y="68104"/>
                    <a:pt x="40028" y="68236"/>
                    <a:pt x="40963" y="68470"/>
                  </a:cubicBezTo>
                  <a:cubicBezTo>
                    <a:pt x="42197" y="68737"/>
                    <a:pt x="43331" y="69204"/>
                    <a:pt x="44465" y="69671"/>
                  </a:cubicBezTo>
                  <a:cubicBezTo>
                    <a:pt x="45599" y="70171"/>
                    <a:pt x="46667" y="70638"/>
                    <a:pt x="47768" y="71005"/>
                  </a:cubicBezTo>
                  <a:cubicBezTo>
                    <a:pt x="48301" y="71172"/>
                    <a:pt x="48802" y="71372"/>
                    <a:pt x="49335" y="71539"/>
                  </a:cubicBezTo>
                  <a:cubicBezTo>
                    <a:pt x="49836" y="71706"/>
                    <a:pt x="50369" y="71839"/>
                    <a:pt x="50936" y="71906"/>
                  </a:cubicBezTo>
                  <a:cubicBezTo>
                    <a:pt x="53038" y="72306"/>
                    <a:pt x="55039" y="72206"/>
                    <a:pt x="56841" y="72240"/>
                  </a:cubicBezTo>
                  <a:cubicBezTo>
                    <a:pt x="58642" y="72306"/>
                    <a:pt x="60276" y="72373"/>
                    <a:pt x="61544" y="72973"/>
                  </a:cubicBezTo>
                  <a:cubicBezTo>
                    <a:pt x="62812" y="73507"/>
                    <a:pt x="63612" y="74508"/>
                    <a:pt x="63979" y="75375"/>
                  </a:cubicBezTo>
                  <a:cubicBezTo>
                    <a:pt x="64379" y="76242"/>
                    <a:pt x="64513" y="77010"/>
                    <a:pt x="64613" y="77510"/>
                  </a:cubicBezTo>
                  <a:cubicBezTo>
                    <a:pt x="64646" y="77744"/>
                    <a:pt x="64680" y="77977"/>
                    <a:pt x="64680" y="78077"/>
                  </a:cubicBezTo>
                  <a:lnTo>
                    <a:pt x="64680" y="78311"/>
                  </a:lnTo>
                  <a:cubicBezTo>
                    <a:pt x="64713" y="78577"/>
                    <a:pt x="64780" y="78844"/>
                    <a:pt x="64780" y="79044"/>
                  </a:cubicBezTo>
                  <a:cubicBezTo>
                    <a:pt x="64780" y="79245"/>
                    <a:pt x="64813" y="79411"/>
                    <a:pt x="64813" y="79578"/>
                  </a:cubicBezTo>
                  <a:cubicBezTo>
                    <a:pt x="64813" y="79878"/>
                    <a:pt x="64846" y="80045"/>
                    <a:pt x="64880" y="80045"/>
                  </a:cubicBezTo>
                  <a:cubicBezTo>
                    <a:pt x="64946" y="80045"/>
                    <a:pt x="64980" y="79912"/>
                    <a:pt x="64980" y="79645"/>
                  </a:cubicBezTo>
                  <a:lnTo>
                    <a:pt x="64980" y="79078"/>
                  </a:lnTo>
                  <a:cubicBezTo>
                    <a:pt x="64980" y="78878"/>
                    <a:pt x="64980" y="78577"/>
                    <a:pt x="64946" y="78311"/>
                  </a:cubicBezTo>
                  <a:lnTo>
                    <a:pt x="64946" y="78077"/>
                  </a:lnTo>
                  <a:cubicBezTo>
                    <a:pt x="64946" y="77977"/>
                    <a:pt x="64880" y="77777"/>
                    <a:pt x="64846" y="77510"/>
                  </a:cubicBezTo>
                  <a:cubicBezTo>
                    <a:pt x="64780" y="77010"/>
                    <a:pt x="64646" y="76209"/>
                    <a:pt x="64213" y="75308"/>
                  </a:cubicBezTo>
                  <a:cubicBezTo>
                    <a:pt x="63812" y="74374"/>
                    <a:pt x="62978" y="73307"/>
                    <a:pt x="61644" y="72707"/>
                  </a:cubicBezTo>
                  <a:cubicBezTo>
                    <a:pt x="60310" y="72139"/>
                    <a:pt x="58642" y="72006"/>
                    <a:pt x="56841" y="71973"/>
                  </a:cubicBezTo>
                  <a:cubicBezTo>
                    <a:pt x="55039" y="71906"/>
                    <a:pt x="53038" y="72006"/>
                    <a:pt x="50970" y="71639"/>
                  </a:cubicBezTo>
                  <a:cubicBezTo>
                    <a:pt x="50469" y="71539"/>
                    <a:pt x="49936" y="71406"/>
                    <a:pt x="49435" y="71239"/>
                  </a:cubicBezTo>
                  <a:cubicBezTo>
                    <a:pt x="48868" y="71072"/>
                    <a:pt x="48368" y="70905"/>
                    <a:pt x="47834" y="70705"/>
                  </a:cubicBezTo>
                  <a:cubicBezTo>
                    <a:pt x="46800" y="70305"/>
                    <a:pt x="45699" y="69838"/>
                    <a:pt x="44599" y="69371"/>
                  </a:cubicBezTo>
                  <a:cubicBezTo>
                    <a:pt x="43464" y="68904"/>
                    <a:pt x="42297" y="68403"/>
                    <a:pt x="41029" y="68137"/>
                  </a:cubicBezTo>
                  <a:cubicBezTo>
                    <a:pt x="40033" y="67867"/>
                    <a:pt x="38971" y="67750"/>
                    <a:pt x="37897" y="67750"/>
                  </a:cubicBezTo>
                  <a:cubicBezTo>
                    <a:pt x="37641" y="67750"/>
                    <a:pt x="37384" y="67757"/>
                    <a:pt x="37127" y="67770"/>
                  </a:cubicBezTo>
                  <a:cubicBezTo>
                    <a:pt x="35759" y="67803"/>
                    <a:pt x="34425" y="68003"/>
                    <a:pt x="33024" y="68170"/>
                  </a:cubicBezTo>
                  <a:cubicBezTo>
                    <a:pt x="32323" y="68270"/>
                    <a:pt x="31656" y="68303"/>
                    <a:pt x="30956" y="68337"/>
                  </a:cubicBezTo>
                  <a:cubicBezTo>
                    <a:pt x="30489" y="68337"/>
                    <a:pt x="30007" y="68352"/>
                    <a:pt x="29530" y="68352"/>
                  </a:cubicBezTo>
                  <a:cubicBezTo>
                    <a:pt x="29291" y="68352"/>
                    <a:pt x="29054" y="68348"/>
                    <a:pt x="28821" y="68337"/>
                  </a:cubicBezTo>
                  <a:cubicBezTo>
                    <a:pt x="25985" y="68203"/>
                    <a:pt x="23117" y="67436"/>
                    <a:pt x="20448" y="66102"/>
                  </a:cubicBezTo>
                  <a:cubicBezTo>
                    <a:pt x="17746" y="64701"/>
                    <a:pt x="14677" y="63967"/>
                    <a:pt x="11675" y="63133"/>
                  </a:cubicBezTo>
                  <a:cubicBezTo>
                    <a:pt x="10174" y="62699"/>
                    <a:pt x="8673" y="62299"/>
                    <a:pt x="7239" y="61699"/>
                  </a:cubicBezTo>
                  <a:cubicBezTo>
                    <a:pt x="5771" y="61132"/>
                    <a:pt x="4337" y="60464"/>
                    <a:pt x="3136" y="59464"/>
                  </a:cubicBezTo>
                  <a:cubicBezTo>
                    <a:pt x="1935" y="58496"/>
                    <a:pt x="1001" y="57129"/>
                    <a:pt x="734" y="55628"/>
                  </a:cubicBezTo>
                  <a:cubicBezTo>
                    <a:pt x="400" y="54127"/>
                    <a:pt x="667" y="52492"/>
                    <a:pt x="1468" y="51158"/>
                  </a:cubicBezTo>
                  <a:cubicBezTo>
                    <a:pt x="2235" y="49824"/>
                    <a:pt x="3569" y="48823"/>
                    <a:pt x="5004" y="48423"/>
                  </a:cubicBezTo>
                  <a:cubicBezTo>
                    <a:pt x="5649" y="48226"/>
                    <a:pt x="6319" y="48148"/>
                    <a:pt x="6952" y="48148"/>
                  </a:cubicBezTo>
                  <a:cubicBezTo>
                    <a:pt x="7071" y="48148"/>
                    <a:pt x="7189" y="48150"/>
                    <a:pt x="7305" y="48156"/>
                  </a:cubicBezTo>
                  <a:cubicBezTo>
                    <a:pt x="7739" y="48156"/>
                    <a:pt x="8073" y="48256"/>
                    <a:pt x="8473" y="48289"/>
                  </a:cubicBezTo>
                  <a:cubicBezTo>
                    <a:pt x="8673" y="48322"/>
                    <a:pt x="8906" y="48322"/>
                    <a:pt x="9107" y="48322"/>
                  </a:cubicBezTo>
                  <a:cubicBezTo>
                    <a:pt x="9307" y="48322"/>
                    <a:pt x="9507" y="48322"/>
                    <a:pt x="9740" y="48289"/>
                  </a:cubicBezTo>
                  <a:cubicBezTo>
                    <a:pt x="10574" y="48156"/>
                    <a:pt x="11342" y="47789"/>
                    <a:pt x="11975" y="47288"/>
                  </a:cubicBezTo>
                  <a:cubicBezTo>
                    <a:pt x="12609" y="46788"/>
                    <a:pt x="13143" y="46188"/>
                    <a:pt x="13643" y="45587"/>
                  </a:cubicBezTo>
                  <a:cubicBezTo>
                    <a:pt x="14611" y="44353"/>
                    <a:pt x="15578" y="43085"/>
                    <a:pt x="16912" y="42452"/>
                  </a:cubicBezTo>
                  <a:cubicBezTo>
                    <a:pt x="17467" y="42202"/>
                    <a:pt x="18044" y="42068"/>
                    <a:pt x="18644" y="42068"/>
                  </a:cubicBezTo>
                  <a:cubicBezTo>
                    <a:pt x="18767" y="42068"/>
                    <a:pt x="18890" y="42073"/>
                    <a:pt x="19014" y="42085"/>
                  </a:cubicBezTo>
                  <a:cubicBezTo>
                    <a:pt x="19748" y="42118"/>
                    <a:pt x="20481" y="42318"/>
                    <a:pt x="21149" y="42585"/>
                  </a:cubicBezTo>
                  <a:cubicBezTo>
                    <a:pt x="21816" y="42852"/>
                    <a:pt x="22416" y="43286"/>
                    <a:pt x="23017" y="43753"/>
                  </a:cubicBezTo>
                  <a:cubicBezTo>
                    <a:pt x="23650" y="44186"/>
                    <a:pt x="24284" y="44653"/>
                    <a:pt x="25118" y="44787"/>
                  </a:cubicBezTo>
                  <a:cubicBezTo>
                    <a:pt x="25225" y="44804"/>
                    <a:pt x="25335" y="44813"/>
                    <a:pt x="25445" y="44813"/>
                  </a:cubicBezTo>
                  <a:cubicBezTo>
                    <a:pt x="25746" y="44813"/>
                    <a:pt x="26050" y="44751"/>
                    <a:pt x="26319" y="44653"/>
                  </a:cubicBezTo>
                  <a:cubicBezTo>
                    <a:pt x="26519" y="44553"/>
                    <a:pt x="26686" y="44486"/>
                    <a:pt x="26853" y="44420"/>
                  </a:cubicBezTo>
                  <a:cubicBezTo>
                    <a:pt x="27019" y="44320"/>
                    <a:pt x="27186" y="44186"/>
                    <a:pt x="27353" y="44119"/>
                  </a:cubicBezTo>
                  <a:cubicBezTo>
                    <a:pt x="27520" y="44019"/>
                    <a:pt x="27653" y="43919"/>
                    <a:pt x="27820" y="43786"/>
                  </a:cubicBezTo>
                  <a:cubicBezTo>
                    <a:pt x="27953" y="43686"/>
                    <a:pt x="28120" y="43586"/>
                    <a:pt x="28254" y="43419"/>
                  </a:cubicBezTo>
                  <a:cubicBezTo>
                    <a:pt x="28354" y="43286"/>
                    <a:pt x="28487" y="43119"/>
                    <a:pt x="28587" y="42952"/>
                  </a:cubicBezTo>
                  <a:cubicBezTo>
                    <a:pt x="28687" y="42785"/>
                    <a:pt x="28787" y="42618"/>
                    <a:pt x="28854" y="42452"/>
                  </a:cubicBezTo>
                  <a:cubicBezTo>
                    <a:pt x="29521" y="41084"/>
                    <a:pt x="29688" y="39650"/>
                    <a:pt x="30088" y="38315"/>
                  </a:cubicBezTo>
                  <a:cubicBezTo>
                    <a:pt x="30288" y="37648"/>
                    <a:pt x="30489" y="37014"/>
                    <a:pt x="30789" y="36414"/>
                  </a:cubicBezTo>
                  <a:lnTo>
                    <a:pt x="31022" y="35947"/>
                  </a:lnTo>
                  <a:lnTo>
                    <a:pt x="31356" y="35513"/>
                  </a:lnTo>
                  <a:cubicBezTo>
                    <a:pt x="31589" y="35280"/>
                    <a:pt x="31789" y="34980"/>
                    <a:pt x="32023" y="34746"/>
                  </a:cubicBezTo>
                  <a:cubicBezTo>
                    <a:pt x="32957" y="33679"/>
                    <a:pt x="34158" y="32811"/>
                    <a:pt x="35592" y="32578"/>
                  </a:cubicBezTo>
                  <a:cubicBezTo>
                    <a:pt x="35792" y="32578"/>
                    <a:pt x="35959" y="32511"/>
                    <a:pt x="36126" y="32478"/>
                  </a:cubicBezTo>
                  <a:lnTo>
                    <a:pt x="36660" y="32444"/>
                  </a:lnTo>
                  <a:lnTo>
                    <a:pt x="36926" y="32444"/>
                  </a:lnTo>
                  <a:lnTo>
                    <a:pt x="37160" y="32478"/>
                  </a:lnTo>
                  <a:lnTo>
                    <a:pt x="37727" y="32511"/>
                  </a:lnTo>
                  <a:cubicBezTo>
                    <a:pt x="38461" y="32611"/>
                    <a:pt x="39161" y="32778"/>
                    <a:pt x="39895" y="33011"/>
                  </a:cubicBezTo>
                  <a:cubicBezTo>
                    <a:pt x="41330" y="33478"/>
                    <a:pt x="42764" y="34079"/>
                    <a:pt x="44198" y="34513"/>
                  </a:cubicBezTo>
                  <a:cubicBezTo>
                    <a:pt x="44966" y="34746"/>
                    <a:pt x="45733" y="34980"/>
                    <a:pt x="46500" y="35113"/>
                  </a:cubicBezTo>
                  <a:cubicBezTo>
                    <a:pt x="46878" y="35176"/>
                    <a:pt x="47263" y="35209"/>
                    <a:pt x="47649" y="35209"/>
                  </a:cubicBezTo>
                  <a:cubicBezTo>
                    <a:pt x="48081" y="35209"/>
                    <a:pt x="48512" y="35168"/>
                    <a:pt x="48935" y="35080"/>
                  </a:cubicBezTo>
                  <a:cubicBezTo>
                    <a:pt x="49702" y="34913"/>
                    <a:pt x="50469" y="34479"/>
                    <a:pt x="51103" y="33945"/>
                  </a:cubicBezTo>
                  <a:cubicBezTo>
                    <a:pt x="51670" y="33412"/>
                    <a:pt x="52171" y="32778"/>
                    <a:pt x="52604" y="32077"/>
                  </a:cubicBezTo>
                  <a:cubicBezTo>
                    <a:pt x="53438" y="30676"/>
                    <a:pt x="54005" y="29175"/>
                    <a:pt x="54672" y="27774"/>
                  </a:cubicBezTo>
                  <a:cubicBezTo>
                    <a:pt x="55006" y="27007"/>
                    <a:pt x="55406" y="26340"/>
                    <a:pt x="55773" y="25640"/>
                  </a:cubicBezTo>
                  <a:cubicBezTo>
                    <a:pt x="56174" y="24972"/>
                    <a:pt x="56641" y="24305"/>
                    <a:pt x="57141" y="23705"/>
                  </a:cubicBezTo>
                  <a:cubicBezTo>
                    <a:pt x="58142" y="22571"/>
                    <a:pt x="59443" y="21603"/>
                    <a:pt x="60810" y="20836"/>
                  </a:cubicBezTo>
                  <a:cubicBezTo>
                    <a:pt x="62245" y="20036"/>
                    <a:pt x="63679" y="19435"/>
                    <a:pt x="65113" y="18701"/>
                  </a:cubicBezTo>
                  <a:cubicBezTo>
                    <a:pt x="66581" y="18001"/>
                    <a:pt x="67949" y="17234"/>
                    <a:pt x="69250" y="16266"/>
                  </a:cubicBezTo>
                  <a:cubicBezTo>
                    <a:pt x="70517" y="15299"/>
                    <a:pt x="71618" y="14198"/>
                    <a:pt x="72819" y="13231"/>
                  </a:cubicBezTo>
                  <a:cubicBezTo>
                    <a:pt x="73986" y="12197"/>
                    <a:pt x="75254" y="11296"/>
                    <a:pt x="76588" y="10595"/>
                  </a:cubicBezTo>
                  <a:cubicBezTo>
                    <a:pt x="77255" y="10229"/>
                    <a:pt x="77956" y="9928"/>
                    <a:pt x="78656" y="9661"/>
                  </a:cubicBezTo>
                  <a:cubicBezTo>
                    <a:pt x="79357" y="9461"/>
                    <a:pt x="80091" y="9295"/>
                    <a:pt x="80824" y="9194"/>
                  </a:cubicBezTo>
                  <a:cubicBezTo>
                    <a:pt x="81191" y="9161"/>
                    <a:pt x="81592" y="9128"/>
                    <a:pt x="81959" y="9128"/>
                  </a:cubicBezTo>
                  <a:cubicBezTo>
                    <a:pt x="82326" y="9094"/>
                    <a:pt x="82692" y="9094"/>
                    <a:pt x="83093" y="9061"/>
                  </a:cubicBezTo>
                  <a:cubicBezTo>
                    <a:pt x="83827" y="8994"/>
                    <a:pt x="84527" y="8928"/>
                    <a:pt x="85294" y="8828"/>
                  </a:cubicBezTo>
                  <a:cubicBezTo>
                    <a:pt x="86762" y="8627"/>
                    <a:pt x="88196" y="8294"/>
                    <a:pt x="89531" y="7727"/>
                  </a:cubicBezTo>
                  <a:cubicBezTo>
                    <a:pt x="92199" y="6459"/>
                    <a:pt x="94267" y="4524"/>
                    <a:pt x="96536" y="3190"/>
                  </a:cubicBezTo>
                  <a:cubicBezTo>
                    <a:pt x="97670" y="2490"/>
                    <a:pt x="98837" y="1923"/>
                    <a:pt x="100005" y="1456"/>
                  </a:cubicBezTo>
                  <a:cubicBezTo>
                    <a:pt x="101172" y="989"/>
                    <a:pt x="102340" y="655"/>
                    <a:pt x="103541" y="555"/>
                  </a:cubicBezTo>
                  <a:cubicBezTo>
                    <a:pt x="104092" y="492"/>
                    <a:pt x="104643" y="459"/>
                    <a:pt x="105191" y="459"/>
                  </a:cubicBezTo>
                  <a:cubicBezTo>
                    <a:pt x="105803" y="459"/>
                    <a:pt x="106411" y="500"/>
                    <a:pt x="107010" y="588"/>
                  </a:cubicBezTo>
                  <a:cubicBezTo>
                    <a:pt x="107544" y="622"/>
                    <a:pt x="108111" y="788"/>
                    <a:pt x="108644" y="922"/>
                  </a:cubicBezTo>
                  <a:cubicBezTo>
                    <a:pt x="109178" y="1089"/>
                    <a:pt x="109678" y="1255"/>
                    <a:pt x="110179" y="1422"/>
                  </a:cubicBezTo>
                  <a:cubicBezTo>
                    <a:pt x="112180" y="2156"/>
                    <a:pt x="113848" y="3157"/>
                    <a:pt x="115383" y="4124"/>
                  </a:cubicBezTo>
                  <a:cubicBezTo>
                    <a:pt x="118518" y="5925"/>
                    <a:pt x="121487" y="6493"/>
                    <a:pt x="123455" y="6626"/>
                  </a:cubicBezTo>
                  <a:cubicBezTo>
                    <a:pt x="123855" y="6679"/>
                    <a:pt x="124213" y="6695"/>
                    <a:pt x="124532" y="6695"/>
                  </a:cubicBezTo>
                  <a:cubicBezTo>
                    <a:pt x="125011" y="6695"/>
                    <a:pt x="125403" y="6659"/>
                    <a:pt x="125723" y="6659"/>
                  </a:cubicBezTo>
                  <a:lnTo>
                    <a:pt x="126324" y="6659"/>
                  </a:lnTo>
                  <a:cubicBezTo>
                    <a:pt x="126457" y="6626"/>
                    <a:pt x="126524" y="6626"/>
                    <a:pt x="126524" y="6626"/>
                  </a:cubicBezTo>
                  <a:cubicBezTo>
                    <a:pt x="128354" y="6391"/>
                    <a:pt x="128729" y="6217"/>
                    <a:pt x="127618" y="6217"/>
                  </a:cubicBezTo>
                  <a:cubicBezTo>
                    <a:pt x="127311" y="6217"/>
                    <a:pt x="126891" y="6230"/>
                    <a:pt x="126357" y="6259"/>
                  </a:cubicBezTo>
                  <a:cubicBezTo>
                    <a:pt x="126357" y="6259"/>
                    <a:pt x="126257" y="6292"/>
                    <a:pt x="126157" y="6292"/>
                  </a:cubicBezTo>
                  <a:lnTo>
                    <a:pt x="125556" y="6292"/>
                  </a:lnTo>
                  <a:cubicBezTo>
                    <a:pt x="125271" y="6292"/>
                    <a:pt x="124908" y="6314"/>
                    <a:pt x="124464" y="6314"/>
                  </a:cubicBezTo>
                  <a:cubicBezTo>
                    <a:pt x="124130" y="6314"/>
                    <a:pt x="123750" y="6302"/>
                    <a:pt x="123322" y="6259"/>
                  </a:cubicBezTo>
                  <a:cubicBezTo>
                    <a:pt x="121387" y="6126"/>
                    <a:pt x="118518" y="5525"/>
                    <a:pt x="115383" y="3757"/>
                  </a:cubicBezTo>
                  <a:cubicBezTo>
                    <a:pt x="113848" y="2823"/>
                    <a:pt x="112147" y="1756"/>
                    <a:pt x="110145" y="989"/>
                  </a:cubicBezTo>
                  <a:cubicBezTo>
                    <a:pt x="109645" y="822"/>
                    <a:pt x="109145" y="655"/>
                    <a:pt x="108578" y="488"/>
                  </a:cubicBezTo>
                  <a:cubicBezTo>
                    <a:pt x="108044" y="355"/>
                    <a:pt x="107510" y="188"/>
                    <a:pt x="106910" y="155"/>
                  </a:cubicBezTo>
                  <a:cubicBezTo>
                    <a:pt x="106334" y="50"/>
                    <a:pt x="105722" y="0"/>
                    <a:pt x="105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28" name="Google Shape;3828;p30"/>
            <p:cNvSpPr/>
            <p:nvPr/>
          </p:nvSpPr>
          <p:spPr>
            <a:xfrm>
              <a:off x="4704375" y="4670050"/>
              <a:ext cx="445325" cy="247475"/>
            </a:xfrm>
            <a:custGeom>
              <a:avLst/>
              <a:gdLst/>
              <a:ahLst/>
              <a:cxnLst/>
              <a:rect l="l" t="t" r="r" b="b"/>
              <a:pathLst>
                <a:path w="17813" h="9899" extrusionOk="0">
                  <a:moveTo>
                    <a:pt x="3546" y="0"/>
                  </a:moveTo>
                  <a:cubicBezTo>
                    <a:pt x="2909" y="0"/>
                    <a:pt x="2293" y="245"/>
                    <a:pt x="1868" y="617"/>
                  </a:cubicBezTo>
                  <a:cubicBezTo>
                    <a:pt x="1268" y="1051"/>
                    <a:pt x="967" y="1651"/>
                    <a:pt x="701" y="2151"/>
                  </a:cubicBezTo>
                  <a:cubicBezTo>
                    <a:pt x="467" y="2685"/>
                    <a:pt x="267" y="3152"/>
                    <a:pt x="200" y="3552"/>
                  </a:cubicBezTo>
                  <a:cubicBezTo>
                    <a:pt x="133" y="3986"/>
                    <a:pt x="67" y="4320"/>
                    <a:pt x="33" y="4520"/>
                  </a:cubicBezTo>
                  <a:cubicBezTo>
                    <a:pt x="0" y="4720"/>
                    <a:pt x="0" y="4853"/>
                    <a:pt x="0" y="4853"/>
                  </a:cubicBezTo>
                  <a:cubicBezTo>
                    <a:pt x="0" y="4995"/>
                    <a:pt x="94" y="5071"/>
                    <a:pt x="187" y="5071"/>
                  </a:cubicBezTo>
                  <a:cubicBezTo>
                    <a:pt x="270" y="5071"/>
                    <a:pt x="351" y="5012"/>
                    <a:pt x="367" y="4887"/>
                  </a:cubicBezTo>
                  <a:cubicBezTo>
                    <a:pt x="367" y="4887"/>
                    <a:pt x="367" y="4787"/>
                    <a:pt x="400" y="4553"/>
                  </a:cubicBezTo>
                  <a:cubicBezTo>
                    <a:pt x="467" y="4353"/>
                    <a:pt x="500" y="4019"/>
                    <a:pt x="634" y="3653"/>
                  </a:cubicBezTo>
                  <a:cubicBezTo>
                    <a:pt x="701" y="3286"/>
                    <a:pt x="867" y="2819"/>
                    <a:pt x="1101" y="2352"/>
                  </a:cubicBezTo>
                  <a:cubicBezTo>
                    <a:pt x="1368" y="1885"/>
                    <a:pt x="1701" y="1384"/>
                    <a:pt x="2168" y="1051"/>
                  </a:cubicBezTo>
                  <a:cubicBezTo>
                    <a:pt x="2526" y="795"/>
                    <a:pt x="2962" y="638"/>
                    <a:pt x="3431" y="638"/>
                  </a:cubicBezTo>
                  <a:cubicBezTo>
                    <a:pt x="3574" y="638"/>
                    <a:pt x="3721" y="652"/>
                    <a:pt x="3869" y="684"/>
                  </a:cubicBezTo>
                  <a:cubicBezTo>
                    <a:pt x="4036" y="717"/>
                    <a:pt x="4170" y="784"/>
                    <a:pt x="4336" y="817"/>
                  </a:cubicBezTo>
                  <a:cubicBezTo>
                    <a:pt x="4470" y="817"/>
                    <a:pt x="4470" y="851"/>
                    <a:pt x="4537" y="884"/>
                  </a:cubicBezTo>
                  <a:cubicBezTo>
                    <a:pt x="4570" y="951"/>
                    <a:pt x="4670" y="984"/>
                    <a:pt x="4703" y="1017"/>
                  </a:cubicBezTo>
                  <a:cubicBezTo>
                    <a:pt x="4904" y="1217"/>
                    <a:pt x="5137" y="1518"/>
                    <a:pt x="5270" y="1818"/>
                  </a:cubicBezTo>
                  <a:cubicBezTo>
                    <a:pt x="5504" y="2118"/>
                    <a:pt x="5671" y="2452"/>
                    <a:pt x="5904" y="2785"/>
                  </a:cubicBezTo>
                  <a:cubicBezTo>
                    <a:pt x="6038" y="2885"/>
                    <a:pt x="6171" y="3052"/>
                    <a:pt x="6371" y="3186"/>
                  </a:cubicBezTo>
                  <a:cubicBezTo>
                    <a:pt x="6471" y="3286"/>
                    <a:pt x="6538" y="3286"/>
                    <a:pt x="6671" y="3352"/>
                  </a:cubicBezTo>
                  <a:cubicBezTo>
                    <a:pt x="6838" y="3386"/>
                    <a:pt x="6872" y="3386"/>
                    <a:pt x="7005" y="3452"/>
                  </a:cubicBezTo>
                  <a:lnTo>
                    <a:pt x="7305" y="3486"/>
                  </a:lnTo>
                  <a:lnTo>
                    <a:pt x="7572" y="3486"/>
                  </a:lnTo>
                  <a:cubicBezTo>
                    <a:pt x="7772" y="3486"/>
                    <a:pt x="7939" y="3452"/>
                    <a:pt x="8173" y="3386"/>
                  </a:cubicBezTo>
                  <a:cubicBezTo>
                    <a:pt x="8339" y="3352"/>
                    <a:pt x="8506" y="3286"/>
                    <a:pt x="8673" y="3186"/>
                  </a:cubicBezTo>
                  <a:cubicBezTo>
                    <a:pt x="8840" y="3152"/>
                    <a:pt x="9006" y="3052"/>
                    <a:pt x="9107" y="2985"/>
                  </a:cubicBezTo>
                  <a:cubicBezTo>
                    <a:pt x="9407" y="2852"/>
                    <a:pt x="9674" y="2719"/>
                    <a:pt x="9940" y="2652"/>
                  </a:cubicBezTo>
                  <a:lnTo>
                    <a:pt x="10174" y="2618"/>
                  </a:lnTo>
                  <a:cubicBezTo>
                    <a:pt x="10241" y="2552"/>
                    <a:pt x="10341" y="2552"/>
                    <a:pt x="10407" y="2552"/>
                  </a:cubicBezTo>
                  <a:lnTo>
                    <a:pt x="10874" y="2552"/>
                  </a:lnTo>
                  <a:cubicBezTo>
                    <a:pt x="11041" y="2552"/>
                    <a:pt x="11175" y="2618"/>
                    <a:pt x="11341" y="2618"/>
                  </a:cubicBezTo>
                  <a:cubicBezTo>
                    <a:pt x="11475" y="2652"/>
                    <a:pt x="11642" y="2685"/>
                    <a:pt x="11742" y="2785"/>
                  </a:cubicBezTo>
                  <a:cubicBezTo>
                    <a:pt x="12042" y="2885"/>
                    <a:pt x="12309" y="3119"/>
                    <a:pt x="12509" y="3352"/>
                  </a:cubicBezTo>
                  <a:cubicBezTo>
                    <a:pt x="12909" y="3853"/>
                    <a:pt x="13209" y="4520"/>
                    <a:pt x="13476" y="5154"/>
                  </a:cubicBezTo>
                  <a:cubicBezTo>
                    <a:pt x="13710" y="5787"/>
                    <a:pt x="13910" y="6455"/>
                    <a:pt x="14143" y="7055"/>
                  </a:cubicBezTo>
                  <a:cubicBezTo>
                    <a:pt x="14344" y="7689"/>
                    <a:pt x="14544" y="8289"/>
                    <a:pt x="14877" y="8790"/>
                  </a:cubicBezTo>
                  <a:cubicBezTo>
                    <a:pt x="15211" y="9223"/>
                    <a:pt x="15645" y="9657"/>
                    <a:pt x="16078" y="9790"/>
                  </a:cubicBezTo>
                  <a:cubicBezTo>
                    <a:pt x="16312" y="9874"/>
                    <a:pt x="16512" y="9899"/>
                    <a:pt x="16687" y="9899"/>
                  </a:cubicBezTo>
                  <a:cubicBezTo>
                    <a:pt x="16862" y="9899"/>
                    <a:pt x="17012" y="9874"/>
                    <a:pt x="17146" y="9857"/>
                  </a:cubicBezTo>
                  <a:cubicBezTo>
                    <a:pt x="17379" y="9824"/>
                    <a:pt x="17513" y="9790"/>
                    <a:pt x="17513" y="9790"/>
                  </a:cubicBezTo>
                  <a:cubicBezTo>
                    <a:pt x="17813" y="9657"/>
                    <a:pt x="17679" y="9357"/>
                    <a:pt x="17446" y="9290"/>
                  </a:cubicBezTo>
                  <a:cubicBezTo>
                    <a:pt x="17446" y="9273"/>
                    <a:pt x="17440" y="9267"/>
                    <a:pt x="17427" y="9267"/>
                  </a:cubicBezTo>
                  <a:cubicBezTo>
                    <a:pt x="17387" y="9267"/>
                    <a:pt x="17287" y="9323"/>
                    <a:pt x="17112" y="9323"/>
                  </a:cubicBezTo>
                  <a:cubicBezTo>
                    <a:pt x="17046" y="9334"/>
                    <a:pt x="16968" y="9342"/>
                    <a:pt x="16881" y="9342"/>
                  </a:cubicBezTo>
                  <a:cubicBezTo>
                    <a:pt x="16708" y="9342"/>
                    <a:pt x="16501" y="9312"/>
                    <a:pt x="16278" y="9223"/>
                  </a:cubicBezTo>
                  <a:cubicBezTo>
                    <a:pt x="15945" y="9123"/>
                    <a:pt x="15645" y="8823"/>
                    <a:pt x="15378" y="8356"/>
                  </a:cubicBezTo>
                  <a:cubicBezTo>
                    <a:pt x="15077" y="7889"/>
                    <a:pt x="14911" y="7355"/>
                    <a:pt x="14711" y="6721"/>
                  </a:cubicBezTo>
                  <a:cubicBezTo>
                    <a:pt x="14544" y="6154"/>
                    <a:pt x="14377" y="5454"/>
                    <a:pt x="14110" y="4787"/>
                  </a:cubicBezTo>
                  <a:cubicBezTo>
                    <a:pt x="13877" y="4120"/>
                    <a:pt x="13576" y="3386"/>
                    <a:pt x="13076" y="2785"/>
                  </a:cubicBezTo>
                  <a:cubicBezTo>
                    <a:pt x="12576" y="2151"/>
                    <a:pt x="11742" y="1718"/>
                    <a:pt x="10941" y="1718"/>
                  </a:cubicBezTo>
                  <a:cubicBezTo>
                    <a:pt x="10841" y="1701"/>
                    <a:pt x="10741" y="1693"/>
                    <a:pt x="10645" y="1693"/>
                  </a:cubicBezTo>
                  <a:cubicBezTo>
                    <a:pt x="10549" y="1693"/>
                    <a:pt x="10458" y="1701"/>
                    <a:pt x="10374" y="1718"/>
                  </a:cubicBezTo>
                  <a:cubicBezTo>
                    <a:pt x="10241" y="1785"/>
                    <a:pt x="10174" y="1785"/>
                    <a:pt x="10074" y="1785"/>
                  </a:cubicBezTo>
                  <a:lnTo>
                    <a:pt x="9807" y="1851"/>
                  </a:lnTo>
                  <a:cubicBezTo>
                    <a:pt x="9440" y="1985"/>
                    <a:pt x="9107" y="2151"/>
                    <a:pt x="8840" y="2285"/>
                  </a:cubicBezTo>
                  <a:cubicBezTo>
                    <a:pt x="8394" y="2547"/>
                    <a:pt x="7969" y="2727"/>
                    <a:pt x="7531" y="2727"/>
                  </a:cubicBezTo>
                  <a:cubicBezTo>
                    <a:pt x="7413" y="2727"/>
                    <a:pt x="7293" y="2714"/>
                    <a:pt x="7172" y="2685"/>
                  </a:cubicBezTo>
                  <a:cubicBezTo>
                    <a:pt x="6671" y="2685"/>
                    <a:pt x="6271" y="2051"/>
                    <a:pt x="5904" y="1451"/>
                  </a:cubicBezTo>
                  <a:cubicBezTo>
                    <a:pt x="5704" y="1151"/>
                    <a:pt x="5504" y="817"/>
                    <a:pt x="5170" y="517"/>
                  </a:cubicBezTo>
                  <a:cubicBezTo>
                    <a:pt x="5104" y="450"/>
                    <a:pt x="5004" y="350"/>
                    <a:pt x="4904" y="317"/>
                  </a:cubicBezTo>
                  <a:cubicBezTo>
                    <a:pt x="4837" y="283"/>
                    <a:pt x="4703" y="183"/>
                    <a:pt x="4603" y="183"/>
                  </a:cubicBezTo>
                  <a:cubicBezTo>
                    <a:pt x="4403" y="150"/>
                    <a:pt x="4236" y="117"/>
                    <a:pt x="4036" y="50"/>
                  </a:cubicBezTo>
                  <a:cubicBezTo>
                    <a:pt x="3873" y="16"/>
                    <a:pt x="3709" y="0"/>
                    <a:pt x="35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29" name="Google Shape;3829;p30"/>
            <p:cNvSpPr/>
            <p:nvPr/>
          </p:nvSpPr>
          <p:spPr>
            <a:xfrm>
              <a:off x="5421850" y="4209600"/>
              <a:ext cx="394975" cy="193250"/>
            </a:xfrm>
            <a:custGeom>
              <a:avLst/>
              <a:gdLst/>
              <a:ahLst/>
              <a:cxnLst/>
              <a:rect l="l" t="t" r="r" b="b"/>
              <a:pathLst>
                <a:path w="15799" h="7730" extrusionOk="0">
                  <a:moveTo>
                    <a:pt x="2764" y="0"/>
                  </a:moveTo>
                  <a:cubicBezTo>
                    <a:pt x="2541" y="0"/>
                    <a:pt x="2325" y="26"/>
                    <a:pt x="2123" y="88"/>
                  </a:cubicBezTo>
                  <a:cubicBezTo>
                    <a:pt x="1656" y="222"/>
                    <a:pt x="1222" y="455"/>
                    <a:pt x="989" y="755"/>
                  </a:cubicBezTo>
                  <a:cubicBezTo>
                    <a:pt x="722" y="1055"/>
                    <a:pt x="555" y="1389"/>
                    <a:pt x="455" y="1623"/>
                  </a:cubicBezTo>
                  <a:cubicBezTo>
                    <a:pt x="322" y="1923"/>
                    <a:pt x="222" y="2123"/>
                    <a:pt x="188" y="2323"/>
                  </a:cubicBezTo>
                  <a:cubicBezTo>
                    <a:pt x="55" y="2757"/>
                    <a:pt x="22" y="2957"/>
                    <a:pt x="22" y="2957"/>
                  </a:cubicBezTo>
                  <a:cubicBezTo>
                    <a:pt x="1" y="3081"/>
                    <a:pt x="133" y="3166"/>
                    <a:pt x="245" y="3166"/>
                  </a:cubicBezTo>
                  <a:cubicBezTo>
                    <a:pt x="314" y="3166"/>
                    <a:pt x="376" y="3133"/>
                    <a:pt x="388" y="3057"/>
                  </a:cubicBezTo>
                  <a:cubicBezTo>
                    <a:pt x="388" y="3057"/>
                    <a:pt x="455" y="2823"/>
                    <a:pt x="555" y="2456"/>
                  </a:cubicBezTo>
                  <a:cubicBezTo>
                    <a:pt x="722" y="2090"/>
                    <a:pt x="889" y="1556"/>
                    <a:pt x="1356" y="1089"/>
                  </a:cubicBezTo>
                  <a:cubicBezTo>
                    <a:pt x="1556" y="822"/>
                    <a:pt x="1856" y="655"/>
                    <a:pt x="2223" y="588"/>
                  </a:cubicBezTo>
                  <a:cubicBezTo>
                    <a:pt x="2409" y="542"/>
                    <a:pt x="2595" y="517"/>
                    <a:pt x="2784" y="517"/>
                  </a:cubicBezTo>
                  <a:cubicBezTo>
                    <a:pt x="3002" y="517"/>
                    <a:pt x="3225" y="550"/>
                    <a:pt x="3457" y="622"/>
                  </a:cubicBezTo>
                  <a:lnTo>
                    <a:pt x="3624" y="689"/>
                  </a:lnTo>
                  <a:cubicBezTo>
                    <a:pt x="3624" y="689"/>
                    <a:pt x="3657" y="689"/>
                    <a:pt x="3691" y="722"/>
                  </a:cubicBezTo>
                  <a:cubicBezTo>
                    <a:pt x="3791" y="789"/>
                    <a:pt x="3858" y="855"/>
                    <a:pt x="3958" y="922"/>
                  </a:cubicBezTo>
                  <a:cubicBezTo>
                    <a:pt x="4124" y="1055"/>
                    <a:pt x="4291" y="1256"/>
                    <a:pt x="4458" y="1422"/>
                  </a:cubicBezTo>
                  <a:cubicBezTo>
                    <a:pt x="4792" y="1789"/>
                    <a:pt x="5225" y="2256"/>
                    <a:pt x="5892" y="2390"/>
                  </a:cubicBezTo>
                  <a:lnTo>
                    <a:pt x="5859" y="2390"/>
                  </a:lnTo>
                  <a:cubicBezTo>
                    <a:pt x="5992" y="2423"/>
                    <a:pt x="6193" y="2523"/>
                    <a:pt x="6459" y="2523"/>
                  </a:cubicBezTo>
                  <a:cubicBezTo>
                    <a:pt x="6693" y="2523"/>
                    <a:pt x="6993" y="2456"/>
                    <a:pt x="7293" y="2356"/>
                  </a:cubicBezTo>
                  <a:cubicBezTo>
                    <a:pt x="7860" y="2123"/>
                    <a:pt x="8361" y="1756"/>
                    <a:pt x="8828" y="1623"/>
                  </a:cubicBezTo>
                  <a:cubicBezTo>
                    <a:pt x="8895" y="1623"/>
                    <a:pt x="8961" y="1589"/>
                    <a:pt x="8995" y="1589"/>
                  </a:cubicBezTo>
                  <a:lnTo>
                    <a:pt x="9128" y="1589"/>
                  </a:lnTo>
                  <a:cubicBezTo>
                    <a:pt x="9228" y="1623"/>
                    <a:pt x="9362" y="1623"/>
                    <a:pt x="9495" y="1689"/>
                  </a:cubicBezTo>
                  <a:cubicBezTo>
                    <a:pt x="9728" y="1756"/>
                    <a:pt x="9995" y="1789"/>
                    <a:pt x="10129" y="1956"/>
                  </a:cubicBezTo>
                  <a:cubicBezTo>
                    <a:pt x="10462" y="2223"/>
                    <a:pt x="10396" y="2790"/>
                    <a:pt x="10362" y="3424"/>
                  </a:cubicBezTo>
                  <a:cubicBezTo>
                    <a:pt x="10362" y="3724"/>
                    <a:pt x="10362" y="4058"/>
                    <a:pt x="10396" y="4391"/>
                  </a:cubicBezTo>
                  <a:cubicBezTo>
                    <a:pt x="10462" y="4725"/>
                    <a:pt x="10529" y="5058"/>
                    <a:pt x="10696" y="5359"/>
                  </a:cubicBezTo>
                  <a:cubicBezTo>
                    <a:pt x="11029" y="5926"/>
                    <a:pt x="11463" y="6359"/>
                    <a:pt x="11897" y="6726"/>
                  </a:cubicBezTo>
                  <a:cubicBezTo>
                    <a:pt x="12667" y="7325"/>
                    <a:pt x="13511" y="7729"/>
                    <a:pt x="14219" y="7729"/>
                  </a:cubicBezTo>
                  <a:cubicBezTo>
                    <a:pt x="14338" y="7729"/>
                    <a:pt x="14454" y="7718"/>
                    <a:pt x="14565" y="7694"/>
                  </a:cubicBezTo>
                  <a:cubicBezTo>
                    <a:pt x="14799" y="7694"/>
                    <a:pt x="14932" y="7593"/>
                    <a:pt x="15066" y="7560"/>
                  </a:cubicBezTo>
                  <a:cubicBezTo>
                    <a:pt x="15199" y="7460"/>
                    <a:pt x="15332" y="7393"/>
                    <a:pt x="15399" y="7360"/>
                  </a:cubicBezTo>
                  <a:cubicBezTo>
                    <a:pt x="15566" y="7227"/>
                    <a:pt x="15666" y="7126"/>
                    <a:pt x="15666" y="7126"/>
                  </a:cubicBezTo>
                  <a:cubicBezTo>
                    <a:pt x="15798" y="6968"/>
                    <a:pt x="15658" y="6830"/>
                    <a:pt x="15477" y="6830"/>
                  </a:cubicBezTo>
                  <a:cubicBezTo>
                    <a:pt x="15430" y="6830"/>
                    <a:pt x="15381" y="6839"/>
                    <a:pt x="15332" y="6860"/>
                  </a:cubicBezTo>
                  <a:cubicBezTo>
                    <a:pt x="15332" y="6860"/>
                    <a:pt x="15066" y="7193"/>
                    <a:pt x="14465" y="7260"/>
                  </a:cubicBezTo>
                  <a:cubicBezTo>
                    <a:pt x="14400" y="7270"/>
                    <a:pt x="14333" y="7275"/>
                    <a:pt x="14263" y="7275"/>
                  </a:cubicBezTo>
                  <a:cubicBezTo>
                    <a:pt x="13654" y="7275"/>
                    <a:pt x="12882" y="6891"/>
                    <a:pt x="12164" y="6293"/>
                  </a:cubicBezTo>
                  <a:cubicBezTo>
                    <a:pt x="11797" y="5926"/>
                    <a:pt x="11396" y="5525"/>
                    <a:pt x="11163" y="5058"/>
                  </a:cubicBezTo>
                  <a:cubicBezTo>
                    <a:pt x="10896" y="4625"/>
                    <a:pt x="10896" y="4058"/>
                    <a:pt x="10963" y="3457"/>
                  </a:cubicBezTo>
                  <a:cubicBezTo>
                    <a:pt x="10996" y="3190"/>
                    <a:pt x="11029" y="2823"/>
                    <a:pt x="10996" y="2490"/>
                  </a:cubicBezTo>
                  <a:cubicBezTo>
                    <a:pt x="10996" y="2156"/>
                    <a:pt x="10863" y="1756"/>
                    <a:pt x="10562" y="1456"/>
                  </a:cubicBezTo>
                  <a:cubicBezTo>
                    <a:pt x="10296" y="1156"/>
                    <a:pt x="9962" y="1089"/>
                    <a:pt x="9662" y="955"/>
                  </a:cubicBezTo>
                  <a:cubicBezTo>
                    <a:pt x="9495" y="955"/>
                    <a:pt x="9362" y="922"/>
                    <a:pt x="9195" y="889"/>
                  </a:cubicBezTo>
                  <a:lnTo>
                    <a:pt x="8895" y="889"/>
                  </a:lnTo>
                  <a:cubicBezTo>
                    <a:pt x="8828" y="889"/>
                    <a:pt x="8728" y="922"/>
                    <a:pt x="8661" y="922"/>
                  </a:cubicBezTo>
                  <a:cubicBezTo>
                    <a:pt x="7994" y="1122"/>
                    <a:pt x="7527" y="1522"/>
                    <a:pt x="7060" y="1689"/>
                  </a:cubicBezTo>
                  <a:cubicBezTo>
                    <a:pt x="6873" y="1783"/>
                    <a:pt x="6694" y="1811"/>
                    <a:pt x="6539" y="1811"/>
                  </a:cubicBezTo>
                  <a:cubicBezTo>
                    <a:pt x="6361" y="1811"/>
                    <a:pt x="6215" y="1774"/>
                    <a:pt x="6126" y="1756"/>
                  </a:cubicBezTo>
                  <a:lnTo>
                    <a:pt x="6059" y="1756"/>
                  </a:lnTo>
                  <a:cubicBezTo>
                    <a:pt x="5626" y="1689"/>
                    <a:pt x="5292" y="1389"/>
                    <a:pt x="4892" y="1022"/>
                  </a:cubicBezTo>
                  <a:cubicBezTo>
                    <a:pt x="4725" y="822"/>
                    <a:pt x="4525" y="622"/>
                    <a:pt x="4325" y="455"/>
                  </a:cubicBezTo>
                  <a:cubicBezTo>
                    <a:pt x="4225" y="322"/>
                    <a:pt x="4124" y="288"/>
                    <a:pt x="3991" y="222"/>
                  </a:cubicBezTo>
                  <a:lnTo>
                    <a:pt x="3891" y="155"/>
                  </a:lnTo>
                  <a:cubicBezTo>
                    <a:pt x="3858" y="155"/>
                    <a:pt x="3824" y="121"/>
                    <a:pt x="3791" y="121"/>
                  </a:cubicBezTo>
                  <a:lnTo>
                    <a:pt x="3557" y="88"/>
                  </a:lnTo>
                  <a:cubicBezTo>
                    <a:pt x="3290" y="35"/>
                    <a:pt x="3022" y="0"/>
                    <a:pt x="27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30" name="Google Shape;3830;p30"/>
            <p:cNvSpPr/>
            <p:nvPr/>
          </p:nvSpPr>
          <p:spPr>
            <a:xfrm>
              <a:off x="5409875" y="4757550"/>
              <a:ext cx="420950" cy="194200"/>
            </a:xfrm>
            <a:custGeom>
              <a:avLst/>
              <a:gdLst/>
              <a:ahLst/>
              <a:cxnLst/>
              <a:rect l="l" t="t" r="r" b="b"/>
              <a:pathLst>
                <a:path w="16838" h="7768" extrusionOk="0">
                  <a:moveTo>
                    <a:pt x="2026" y="1"/>
                  </a:moveTo>
                  <a:cubicBezTo>
                    <a:pt x="1861" y="1"/>
                    <a:pt x="1690" y="30"/>
                    <a:pt x="1535" y="119"/>
                  </a:cubicBezTo>
                  <a:cubicBezTo>
                    <a:pt x="1101" y="319"/>
                    <a:pt x="867" y="686"/>
                    <a:pt x="701" y="1020"/>
                  </a:cubicBezTo>
                  <a:cubicBezTo>
                    <a:pt x="534" y="1353"/>
                    <a:pt x="434" y="1687"/>
                    <a:pt x="300" y="2021"/>
                  </a:cubicBezTo>
                  <a:cubicBezTo>
                    <a:pt x="267" y="2121"/>
                    <a:pt x="267" y="2187"/>
                    <a:pt x="200" y="2287"/>
                  </a:cubicBezTo>
                  <a:lnTo>
                    <a:pt x="167" y="2521"/>
                  </a:lnTo>
                  <a:cubicBezTo>
                    <a:pt x="134" y="2688"/>
                    <a:pt x="100" y="2854"/>
                    <a:pt x="100" y="3021"/>
                  </a:cubicBezTo>
                  <a:cubicBezTo>
                    <a:pt x="0" y="4356"/>
                    <a:pt x="200" y="5523"/>
                    <a:pt x="367" y="6324"/>
                  </a:cubicBezTo>
                  <a:cubicBezTo>
                    <a:pt x="534" y="7158"/>
                    <a:pt x="701" y="7625"/>
                    <a:pt x="701" y="7625"/>
                  </a:cubicBezTo>
                  <a:cubicBezTo>
                    <a:pt x="743" y="7722"/>
                    <a:pt x="825" y="7767"/>
                    <a:pt x="905" y="7767"/>
                  </a:cubicBezTo>
                  <a:cubicBezTo>
                    <a:pt x="1016" y="7767"/>
                    <a:pt x="1120" y="7680"/>
                    <a:pt x="1101" y="7524"/>
                  </a:cubicBezTo>
                  <a:cubicBezTo>
                    <a:pt x="1101" y="7524"/>
                    <a:pt x="968" y="7057"/>
                    <a:pt x="834" y="6290"/>
                  </a:cubicBezTo>
                  <a:cubicBezTo>
                    <a:pt x="701" y="5490"/>
                    <a:pt x="534" y="4356"/>
                    <a:pt x="667" y="3121"/>
                  </a:cubicBezTo>
                  <a:cubicBezTo>
                    <a:pt x="667" y="2955"/>
                    <a:pt x="701" y="2821"/>
                    <a:pt x="767" y="2654"/>
                  </a:cubicBezTo>
                  <a:lnTo>
                    <a:pt x="801" y="2454"/>
                  </a:lnTo>
                  <a:cubicBezTo>
                    <a:pt x="834" y="2387"/>
                    <a:pt x="834" y="2321"/>
                    <a:pt x="867" y="2221"/>
                  </a:cubicBezTo>
                  <a:cubicBezTo>
                    <a:pt x="1001" y="1887"/>
                    <a:pt x="1134" y="1620"/>
                    <a:pt x="1301" y="1320"/>
                  </a:cubicBezTo>
                  <a:cubicBezTo>
                    <a:pt x="1468" y="1053"/>
                    <a:pt x="1668" y="786"/>
                    <a:pt x="1868" y="686"/>
                  </a:cubicBezTo>
                  <a:cubicBezTo>
                    <a:pt x="1944" y="643"/>
                    <a:pt x="2016" y="624"/>
                    <a:pt x="2089" y="624"/>
                  </a:cubicBezTo>
                  <a:cubicBezTo>
                    <a:pt x="2241" y="624"/>
                    <a:pt x="2399" y="707"/>
                    <a:pt x="2602" y="820"/>
                  </a:cubicBezTo>
                  <a:cubicBezTo>
                    <a:pt x="3136" y="1153"/>
                    <a:pt x="3636" y="1687"/>
                    <a:pt x="4203" y="2121"/>
                  </a:cubicBezTo>
                  <a:cubicBezTo>
                    <a:pt x="4503" y="2321"/>
                    <a:pt x="4804" y="2521"/>
                    <a:pt x="5137" y="2688"/>
                  </a:cubicBezTo>
                  <a:cubicBezTo>
                    <a:pt x="5304" y="2788"/>
                    <a:pt x="5504" y="2854"/>
                    <a:pt x="5671" y="2888"/>
                  </a:cubicBezTo>
                  <a:cubicBezTo>
                    <a:pt x="5871" y="2955"/>
                    <a:pt x="6038" y="2955"/>
                    <a:pt x="6205" y="2988"/>
                  </a:cubicBezTo>
                  <a:cubicBezTo>
                    <a:pt x="6293" y="2997"/>
                    <a:pt x="6383" y="3001"/>
                    <a:pt x="6475" y="3001"/>
                  </a:cubicBezTo>
                  <a:cubicBezTo>
                    <a:pt x="7074" y="3001"/>
                    <a:pt x="7728" y="2823"/>
                    <a:pt x="8306" y="2621"/>
                  </a:cubicBezTo>
                  <a:cubicBezTo>
                    <a:pt x="8831" y="2385"/>
                    <a:pt x="9315" y="2169"/>
                    <a:pt x="9773" y="2169"/>
                  </a:cubicBezTo>
                  <a:cubicBezTo>
                    <a:pt x="9897" y="2169"/>
                    <a:pt x="10020" y="2185"/>
                    <a:pt x="10141" y="2221"/>
                  </a:cubicBezTo>
                  <a:cubicBezTo>
                    <a:pt x="10674" y="2387"/>
                    <a:pt x="11175" y="2955"/>
                    <a:pt x="11608" y="3455"/>
                  </a:cubicBezTo>
                  <a:cubicBezTo>
                    <a:pt x="12009" y="3955"/>
                    <a:pt x="12342" y="4556"/>
                    <a:pt x="12676" y="5123"/>
                  </a:cubicBezTo>
                  <a:cubicBezTo>
                    <a:pt x="13009" y="5656"/>
                    <a:pt x="13376" y="6190"/>
                    <a:pt x="13877" y="6557"/>
                  </a:cubicBezTo>
                  <a:cubicBezTo>
                    <a:pt x="14260" y="6886"/>
                    <a:pt x="14757" y="6967"/>
                    <a:pt x="15144" y="6967"/>
                  </a:cubicBezTo>
                  <a:cubicBezTo>
                    <a:pt x="15228" y="6967"/>
                    <a:pt x="15306" y="6963"/>
                    <a:pt x="15378" y="6957"/>
                  </a:cubicBezTo>
                  <a:cubicBezTo>
                    <a:pt x="15811" y="6857"/>
                    <a:pt x="16145" y="6724"/>
                    <a:pt x="16345" y="6657"/>
                  </a:cubicBezTo>
                  <a:cubicBezTo>
                    <a:pt x="16545" y="6524"/>
                    <a:pt x="16679" y="6490"/>
                    <a:pt x="16679" y="6490"/>
                  </a:cubicBezTo>
                  <a:cubicBezTo>
                    <a:pt x="16837" y="6385"/>
                    <a:pt x="16807" y="6174"/>
                    <a:pt x="16639" y="6174"/>
                  </a:cubicBezTo>
                  <a:cubicBezTo>
                    <a:pt x="16595" y="6174"/>
                    <a:pt x="16541" y="6189"/>
                    <a:pt x="16479" y="6224"/>
                  </a:cubicBezTo>
                  <a:cubicBezTo>
                    <a:pt x="16479" y="6224"/>
                    <a:pt x="16379" y="6290"/>
                    <a:pt x="16178" y="6357"/>
                  </a:cubicBezTo>
                  <a:cubicBezTo>
                    <a:pt x="15978" y="6390"/>
                    <a:pt x="15678" y="6524"/>
                    <a:pt x="15311" y="6557"/>
                  </a:cubicBezTo>
                  <a:cubicBezTo>
                    <a:pt x="15246" y="6570"/>
                    <a:pt x="15175" y="6577"/>
                    <a:pt x="15101" y="6577"/>
                  </a:cubicBezTo>
                  <a:cubicBezTo>
                    <a:pt x="14798" y="6577"/>
                    <a:pt x="14439" y="6465"/>
                    <a:pt x="14144" y="6224"/>
                  </a:cubicBezTo>
                  <a:cubicBezTo>
                    <a:pt x="13777" y="5957"/>
                    <a:pt x="13443" y="5456"/>
                    <a:pt x="13143" y="4889"/>
                  </a:cubicBezTo>
                  <a:cubicBezTo>
                    <a:pt x="12843" y="4322"/>
                    <a:pt x="12509" y="3688"/>
                    <a:pt x="12109" y="3121"/>
                  </a:cubicBezTo>
                  <a:cubicBezTo>
                    <a:pt x="12009" y="2988"/>
                    <a:pt x="11875" y="2821"/>
                    <a:pt x="11775" y="2688"/>
                  </a:cubicBezTo>
                  <a:cubicBezTo>
                    <a:pt x="11642" y="2521"/>
                    <a:pt x="11475" y="2387"/>
                    <a:pt x="11342" y="2287"/>
                  </a:cubicBezTo>
                  <a:cubicBezTo>
                    <a:pt x="11041" y="2021"/>
                    <a:pt x="10708" y="1787"/>
                    <a:pt x="10308" y="1654"/>
                  </a:cubicBezTo>
                  <a:cubicBezTo>
                    <a:pt x="10106" y="1592"/>
                    <a:pt x="9904" y="1566"/>
                    <a:pt x="9706" y="1566"/>
                  </a:cubicBezTo>
                  <a:cubicBezTo>
                    <a:pt x="9478" y="1566"/>
                    <a:pt x="9254" y="1600"/>
                    <a:pt x="9040" y="1654"/>
                  </a:cubicBezTo>
                  <a:cubicBezTo>
                    <a:pt x="8673" y="1720"/>
                    <a:pt x="8339" y="1854"/>
                    <a:pt x="8006" y="1987"/>
                  </a:cubicBezTo>
                  <a:cubicBezTo>
                    <a:pt x="7437" y="2197"/>
                    <a:pt x="6895" y="2326"/>
                    <a:pt x="6379" y="2326"/>
                  </a:cubicBezTo>
                  <a:cubicBezTo>
                    <a:pt x="6321" y="2326"/>
                    <a:pt x="6263" y="2324"/>
                    <a:pt x="6205" y="2321"/>
                  </a:cubicBezTo>
                  <a:cubicBezTo>
                    <a:pt x="6105" y="2287"/>
                    <a:pt x="5938" y="2287"/>
                    <a:pt x="5804" y="2221"/>
                  </a:cubicBezTo>
                  <a:cubicBezTo>
                    <a:pt x="5638" y="2221"/>
                    <a:pt x="5504" y="2154"/>
                    <a:pt x="5371" y="2121"/>
                  </a:cubicBezTo>
                  <a:cubicBezTo>
                    <a:pt x="5137" y="1987"/>
                    <a:pt x="4837" y="1820"/>
                    <a:pt x="4603" y="1620"/>
                  </a:cubicBezTo>
                  <a:cubicBezTo>
                    <a:pt x="4036" y="1187"/>
                    <a:pt x="3536" y="686"/>
                    <a:pt x="2869" y="286"/>
                  </a:cubicBezTo>
                  <a:cubicBezTo>
                    <a:pt x="2669" y="153"/>
                    <a:pt x="2502" y="52"/>
                    <a:pt x="2268" y="19"/>
                  </a:cubicBezTo>
                  <a:cubicBezTo>
                    <a:pt x="2191" y="8"/>
                    <a:pt x="2109" y="1"/>
                    <a:pt x="20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31" name="Google Shape;3831;p30"/>
            <p:cNvSpPr/>
            <p:nvPr/>
          </p:nvSpPr>
          <p:spPr>
            <a:xfrm>
              <a:off x="4053900" y="4830250"/>
              <a:ext cx="454175" cy="196100"/>
            </a:xfrm>
            <a:custGeom>
              <a:avLst/>
              <a:gdLst/>
              <a:ahLst/>
              <a:cxnLst/>
              <a:rect l="l" t="t" r="r" b="b"/>
              <a:pathLst>
                <a:path w="18167" h="7844" extrusionOk="0">
                  <a:moveTo>
                    <a:pt x="9442" y="1"/>
                  </a:moveTo>
                  <a:cubicBezTo>
                    <a:pt x="9145" y="1"/>
                    <a:pt x="8857" y="38"/>
                    <a:pt x="8607" y="113"/>
                  </a:cubicBezTo>
                  <a:cubicBezTo>
                    <a:pt x="8507" y="147"/>
                    <a:pt x="8373" y="180"/>
                    <a:pt x="8273" y="180"/>
                  </a:cubicBezTo>
                  <a:lnTo>
                    <a:pt x="8340" y="180"/>
                  </a:lnTo>
                  <a:cubicBezTo>
                    <a:pt x="7906" y="280"/>
                    <a:pt x="7573" y="580"/>
                    <a:pt x="7339" y="847"/>
                  </a:cubicBezTo>
                  <a:cubicBezTo>
                    <a:pt x="7072" y="1147"/>
                    <a:pt x="6872" y="1448"/>
                    <a:pt x="6672" y="1648"/>
                  </a:cubicBezTo>
                  <a:cubicBezTo>
                    <a:pt x="6405" y="1848"/>
                    <a:pt x="6205" y="2015"/>
                    <a:pt x="5905" y="2081"/>
                  </a:cubicBezTo>
                  <a:cubicBezTo>
                    <a:pt x="5812" y="2092"/>
                    <a:pt x="5722" y="2099"/>
                    <a:pt x="5636" y="2099"/>
                  </a:cubicBezTo>
                  <a:cubicBezTo>
                    <a:pt x="5443" y="2099"/>
                    <a:pt x="5265" y="2063"/>
                    <a:pt x="5104" y="1948"/>
                  </a:cubicBezTo>
                  <a:cubicBezTo>
                    <a:pt x="4670" y="1648"/>
                    <a:pt x="4437" y="780"/>
                    <a:pt x="3670" y="347"/>
                  </a:cubicBezTo>
                  <a:lnTo>
                    <a:pt x="3536" y="280"/>
                  </a:lnTo>
                  <a:cubicBezTo>
                    <a:pt x="3436" y="247"/>
                    <a:pt x="3403" y="247"/>
                    <a:pt x="3370" y="247"/>
                  </a:cubicBezTo>
                  <a:lnTo>
                    <a:pt x="3103" y="180"/>
                  </a:lnTo>
                  <a:cubicBezTo>
                    <a:pt x="2936" y="113"/>
                    <a:pt x="2736" y="113"/>
                    <a:pt x="2569" y="113"/>
                  </a:cubicBezTo>
                  <a:cubicBezTo>
                    <a:pt x="2402" y="113"/>
                    <a:pt x="2202" y="147"/>
                    <a:pt x="2035" y="147"/>
                  </a:cubicBezTo>
                  <a:cubicBezTo>
                    <a:pt x="1835" y="180"/>
                    <a:pt x="1668" y="247"/>
                    <a:pt x="1502" y="313"/>
                  </a:cubicBezTo>
                  <a:cubicBezTo>
                    <a:pt x="1168" y="480"/>
                    <a:pt x="901" y="747"/>
                    <a:pt x="701" y="981"/>
                  </a:cubicBezTo>
                  <a:cubicBezTo>
                    <a:pt x="601" y="1114"/>
                    <a:pt x="534" y="1281"/>
                    <a:pt x="434" y="1414"/>
                  </a:cubicBezTo>
                  <a:cubicBezTo>
                    <a:pt x="401" y="1514"/>
                    <a:pt x="334" y="1681"/>
                    <a:pt x="267" y="1814"/>
                  </a:cubicBezTo>
                  <a:cubicBezTo>
                    <a:pt x="67" y="2348"/>
                    <a:pt x="34" y="2849"/>
                    <a:pt x="34" y="3282"/>
                  </a:cubicBezTo>
                  <a:cubicBezTo>
                    <a:pt x="0" y="3682"/>
                    <a:pt x="34" y="4016"/>
                    <a:pt x="34" y="4250"/>
                  </a:cubicBezTo>
                  <a:cubicBezTo>
                    <a:pt x="67" y="4450"/>
                    <a:pt x="67" y="4583"/>
                    <a:pt x="67" y="4583"/>
                  </a:cubicBezTo>
                  <a:cubicBezTo>
                    <a:pt x="82" y="4688"/>
                    <a:pt x="158" y="4739"/>
                    <a:pt x="237" y="4739"/>
                  </a:cubicBezTo>
                  <a:cubicBezTo>
                    <a:pt x="333" y="4739"/>
                    <a:pt x="434" y="4663"/>
                    <a:pt x="434" y="4516"/>
                  </a:cubicBezTo>
                  <a:lnTo>
                    <a:pt x="434" y="4183"/>
                  </a:lnTo>
                  <a:cubicBezTo>
                    <a:pt x="434" y="3983"/>
                    <a:pt x="434" y="3649"/>
                    <a:pt x="501" y="3282"/>
                  </a:cubicBezTo>
                  <a:cubicBezTo>
                    <a:pt x="501" y="2849"/>
                    <a:pt x="568" y="2415"/>
                    <a:pt x="734" y="1948"/>
                  </a:cubicBezTo>
                  <a:cubicBezTo>
                    <a:pt x="868" y="1481"/>
                    <a:pt x="1201" y="1014"/>
                    <a:pt x="1702" y="814"/>
                  </a:cubicBezTo>
                  <a:cubicBezTo>
                    <a:pt x="1835" y="747"/>
                    <a:pt x="2002" y="747"/>
                    <a:pt x="2102" y="680"/>
                  </a:cubicBezTo>
                  <a:cubicBezTo>
                    <a:pt x="2235" y="680"/>
                    <a:pt x="2324" y="665"/>
                    <a:pt x="2418" y="665"/>
                  </a:cubicBezTo>
                  <a:cubicBezTo>
                    <a:pt x="2465" y="665"/>
                    <a:pt x="2513" y="669"/>
                    <a:pt x="2569" y="680"/>
                  </a:cubicBezTo>
                  <a:cubicBezTo>
                    <a:pt x="2736" y="747"/>
                    <a:pt x="2869" y="747"/>
                    <a:pt x="3036" y="780"/>
                  </a:cubicBezTo>
                  <a:lnTo>
                    <a:pt x="3303" y="814"/>
                  </a:lnTo>
                  <a:cubicBezTo>
                    <a:pt x="3336" y="847"/>
                    <a:pt x="3370" y="847"/>
                    <a:pt x="3370" y="847"/>
                  </a:cubicBezTo>
                  <a:lnTo>
                    <a:pt x="3470" y="914"/>
                  </a:lnTo>
                  <a:cubicBezTo>
                    <a:pt x="3703" y="1014"/>
                    <a:pt x="3870" y="1281"/>
                    <a:pt x="4070" y="1581"/>
                  </a:cubicBezTo>
                  <a:cubicBezTo>
                    <a:pt x="4304" y="1848"/>
                    <a:pt x="4470" y="2181"/>
                    <a:pt x="4837" y="2482"/>
                  </a:cubicBezTo>
                  <a:cubicBezTo>
                    <a:pt x="5134" y="2704"/>
                    <a:pt x="5462" y="2798"/>
                    <a:pt x="5786" y="2798"/>
                  </a:cubicBezTo>
                  <a:cubicBezTo>
                    <a:pt x="6335" y="2798"/>
                    <a:pt x="6870" y="2526"/>
                    <a:pt x="7206" y="2148"/>
                  </a:cubicBezTo>
                  <a:cubicBezTo>
                    <a:pt x="7506" y="1915"/>
                    <a:pt x="7706" y="1614"/>
                    <a:pt x="7906" y="1347"/>
                  </a:cubicBezTo>
                  <a:cubicBezTo>
                    <a:pt x="8140" y="1147"/>
                    <a:pt x="8340" y="981"/>
                    <a:pt x="8540" y="947"/>
                  </a:cubicBezTo>
                  <a:lnTo>
                    <a:pt x="8573" y="947"/>
                  </a:lnTo>
                  <a:cubicBezTo>
                    <a:pt x="8673" y="914"/>
                    <a:pt x="8740" y="914"/>
                    <a:pt x="8873" y="880"/>
                  </a:cubicBezTo>
                  <a:cubicBezTo>
                    <a:pt x="9074" y="805"/>
                    <a:pt x="9274" y="768"/>
                    <a:pt x="9488" y="768"/>
                  </a:cubicBezTo>
                  <a:cubicBezTo>
                    <a:pt x="9559" y="768"/>
                    <a:pt x="9632" y="772"/>
                    <a:pt x="9707" y="780"/>
                  </a:cubicBezTo>
                  <a:cubicBezTo>
                    <a:pt x="10008" y="814"/>
                    <a:pt x="10241" y="947"/>
                    <a:pt x="10508" y="1114"/>
                  </a:cubicBezTo>
                  <a:cubicBezTo>
                    <a:pt x="10975" y="1481"/>
                    <a:pt x="11309" y="2115"/>
                    <a:pt x="11575" y="2782"/>
                  </a:cubicBezTo>
                  <a:cubicBezTo>
                    <a:pt x="12176" y="4083"/>
                    <a:pt x="12576" y="5550"/>
                    <a:pt x="13477" y="6651"/>
                  </a:cubicBezTo>
                  <a:cubicBezTo>
                    <a:pt x="13877" y="7252"/>
                    <a:pt x="14511" y="7619"/>
                    <a:pt x="15078" y="7752"/>
                  </a:cubicBezTo>
                  <a:cubicBezTo>
                    <a:pt x="15321" y="7820"/>
                    <a:pt x="15553" y="7843"/>
                    <a:pt x="15769" y="7843"/>
                  </a:cubicBezTo>
                  <a:cubicBezTo>
                    <a:pt x="16088" y="7843"/>
                    <a:pt x="16374" y="7792"/>
                    <a:pt x="16612" y="7752"/>
                  </a:cubicBezTo>
                  <a:cubicBezTo>
                    <a:pt x="16846" y="7719"/>
                    <a:pt x="17013" y="7619"/>
                    <a:pt x="17179" y="7585"/>
                  </a:cubicBezTo>
                  <a:cubicBezTo>
                    <a:pt x="17346" y="7552"/>
                    <a:pt x="17446" y="7485"/>
                    <a:pt x="17580" y="7452"/>
                  </a:cubicBezTo>
                  <a:cubicBezTo>
                    <a:pt x="17780" y="7385"/>
                    <a:pt x="17913" y="7318"/>
                    <a:pt x="17913" y="7318"/>
                  </a:cubicBezTo>
                  <a:cubicBezTo>
                    <a:pt x="18166" y="7224"/>
                    <a:pt x="18060" y="6949"/>
                    <a:pt x="17764" y="6949"/>
                  </a:cubicBezTo>
                  <a:cubicBezTo>
                    <a:pt x="17747" y="6949"/>
                    <a:pt x="17731" y="6950"/>
                    <a:pt x="17713" y="6951"/>
                  </a:cubicBezTo>
                  <a:cubicBezTo>
                    <a:pt x="17713" y="6951"/>
                    <a:pt x="17580" y="6985"/>
                    <a:pt x="17380" y="7085"/>
                  </a:cubicBezTo>
                  <a:cubicBezTo>
                    <a:pt x="17279" y="7118"/>
                    <a:pt x="17179" y="7152"/>
                    <a:pt x="17013" y="7185"/>
                  </a:cubicBezTo>
                  <a:cubicBezTo>
                    <a:pt x="16879" y="7252"/>
                    <a:pt x="16712" y="7285"/>
                    <a:pt x="16512" y="7318"/>
                  </a:cubicBezTo>
                  <a:cubicBezTo>
                    <a:pt x="16326" y="7365"/>
                    <a:pt x="16134" y="7390"/>
                    <a:pt x="15930" y="7390"/>
                  </a:cubicBezTo>
                  <a:cubicBezTo>
                    <a:pt x="15695" y="7390"/>
                    <a:pt x="15446" y="7357"/>
                    <a:pt x="15178" y="7285"/>
                  </a:cubicBezTo>
                  <a:cubicBezTo>
                    <a:pt x="14678" y="7152"/>
                    <a:pt x="14211" y="6818"/>
                    <a:pt x="13844" y="6318"/>
                  </a:cubicBezTo>
                  <a:cubicBezTo>
                    <a:pt x="13076" y="5317"/>
                    <a:pt x="12743" y="3849"/>
                    <a:pt x="12176" y="2482"/>
                  </a:cubicBezTo>
                  <a:cubicBezTo>
                    <a:pt x="11876" y="1781"/>
                    <a:pt x="11509" y="1081"/>
                    <a:pt x="10875" y="514"/>
                  </a:cubicBezTo>
                  <a:cubicBezTo>
                    <a:pt x="10541" y="280"/>
                    <a:pt x="10174" y="80"/>
                    <a:pt x="9741" y="13"/>
                  </a:cubicBezTo>
                  <a:cubicBezTo>
                    <a:pt x="9641" y="5"/>
                    <a:pt x="9541" y="1"/>
                    <a:pt x="94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32" name="Google Shape;3832;p30"/>
            <p:cNvSpPr/>
            <p:nvPr/>
          </p:nvSpPr>
          <p:spPr>
            <a:xfrm>
              <a:off x="5743975" y="3920375"/>
              <a:ext cx="416275" cy="161350"/>
            </a:xfrm>
            <a:custGeom>
              <a:avLst/>
              <a:gdLst/>
              <a:ahLst/>
              <a:cxnLst/>
              <a:rect l="l" t="t" r="r" b="b"/>
              <a:pathLst>
                <a:path w="16651" h="6454" extrusionOk="0">
                  <a:moveTo>
                    <a:pt x="3860" y="1"/>
                  </a:moveTo>
                  <a:cubicBezTo>
                    <a:pt x="3763" y="1"/>
                    <a:pt x="3682" y="15"/>
                    <a:pt x="3615" y="15"/>
                  </a:cubicBezTo>
                  <a:cubicBezTo>
                    <a:pt x="3515" y="82"/>
                    <a:pt x="3448" y="82"/>
                    <a:pt x="3381" y="82"/>
                  </a:cubicBezTo>
                  <a:cubicBezTo>
                    <a:pt x="3348" y="82"/>
                    <a:pt x="3281" y="116"/>
                    <a:pt x="3215" y="116"/>
                  </a:cubicBezTo>
                  <a:cubicBezTo>
                    <a:pt x="3148" y="116"/>
                    <a:pt x="3015" y="149"/>
                    <a:pt x="2948" y="182"/>
                  </a:cubicBezTo>
                  <a:cubicBezTo>
                    <a:pt x="2848" y="249"/>
                    <a:pt x="2814" y="282"/>
                    <a:pt x="2714" y="316"/>
                  </a:cubicBezTo>
                  <a:cubicBezTo>
                    <a:pt x="2614" y="416"/>
                    <a:pt x="2514" y="449"/>
                    <a:pt x="2447" y="482"/>
                  </a:cubicBezTo>
                  <a:lnTo>
                    <a:pt x="2481" y="482"/>
                  </a:lnTo>
                  <a:cubicBezTo>
                    <a:pt x="2014" y="683"/>
                    <a:pt x="1647" y="1116"/>
                    <a:pt x="1480" y="1483"/>
                  </a:cubicBezTo>
                  <a:cubicBezTo>
                    <a:pt x="1280" y="1883"/>
                    <a:pt x="1180" y="2250"/>
                    <a:pt x="1147" y="2584"/>
                  </a:cubicBezTo>
                  <a:cubicBezTo>
                    <a:pt x="1013" y="3184"/>
                    <a:pt x="980" y="3651"/>
                    <a:pt x="813" y="3985"/>
                  </a:cubicBezTo>
                  <a:cubicBezTo>
                    <a:pt x="646" y="4319"/>
                    <a:pt x="479" y="4485"/>
                    <a:pt x="346" y="4552"/>
                  </a:cubicBezTo>
                  <a:cubicBezTo>
                    <a:pt x="213" y="4685"/>
                    <a:pt x="146" y="4685"/>
                    <a:pt x="146" y="4685"/>
                  </a:cubicBezTo>
                  <a:cubicBezTo>
                    <a:pt x="0" y="4773"/>
                    <a:pt x="33" y="5038"/>
                    <a:pt x="220" y="5038"/>
                  </a:cubicBezTo>
                  <a:cubicBezTo>
                    <a:pt x="248" y="5038"/>
                    <a:pt x="278" y="5032"/>
                    <a:pt x="313" y="5019"/>
                  </a:cubicBezTo>
                  <a:cubicBezTo>
                    <a:pt x="313" y="5019"/>
                    <a:pt x="379" y="5019"/>
                    <a:pt x="546" y="4886"/>
                  </a:cubicBezTo>
                  <a:cubicBezTo>
                    <a:pt x="713" y="4786"/>
                    <a:pt x="980" y="4552"/>
                    <a:pt x="1180" y="4185"/>
                  </a:cubicBezTo>
                  <a:cubicBezTo>
                    <a:pt x="1380" y="3785"/>
                    <a:pt x="1480" y="3284"/>
                    <a:pt x="1614" y="2651"/>
                  </a:cubicBezTo>
                  <a:cubicBezTo>
                    <a:pt x="1714" y="2084"/>
                    <a:pt x="1947" y="1316"/>
                    <a:pt x="2681" y="983"/>
                  </a:cubicBezTo>
                  <a:lnTo>
                    <a:pt x="2714" y="983"/>
                  </a:lnTo>
                  <a:cubicBezTo>
                    <a:pt x="2781" y="949"/>
                    <a:pt x="2848" y="916"/>
                    <a:pt x="2981" y="849"/>
                  </a:cubicBezTo>
                  <a:cubicBezTo>
                    <a:pt x="3048" y="849"/>
                    <a:pt x="3115" y="816"/>
                    <a:pt x="3181" y="783"/>
                  </a:cubicBezTo>
                  <a:cubicBezTo>
                    <a:pt x="3281" y="783"/>
                    <a:pt x="3348" y="783"/>
                    <a:pt x="3448" y="716"/>
                  </a:cubicBezTo>
                  <a:cubicBezTo>
                    <a:pt x="3556" y="684"/>
                    <a:pt x="3671" y="665"/>
                    <a:pt x="3789" y="665"/>
                  </a:cubicBezTo>
                  <a:cubicBezTo>
                    <a:pt x="4037" y="665"/>
                    <a:pt x="4301" y="746"/>
                    <a:pt x="4549" y="949"/>
                  </a:cubicBezTo>
                  <a:cubicBezTo>
                    <a:pt x="4949" y="1250"/>
                    <a:pt x="5316" y="1750"/>
                    <a:pt x="5750" y="2250"/>
                  </a:cubicBezTo>
                  <a:cubicBezTo>
                    <a:pt x="5950" y="2484"/>
                    <a:pt x="6184" y="2717"/>
                    <a:pt x="6517" y="2951"/>
                  </a:cubicBezTo>
                  <a:cubicBezTo>
                    <a:pt x="6851" y="3151"/>
                    <a:pt x="7284" y="3184"/>
                    <a:pt x="7651" y="3184"/>
                  </a:cubicBezTo>
                  <a:lnTo>
                    <a:pt x="7851" y="3184"/>
                  </a:lnTo>
                  <a:cubicBezTo>
                    <a:pt x="7951" y="3151"/>
                    <a:pt x="8052" y="3151"/>
                    <a:pt x="8152" y="3118"/>
                  </a:cubicBezTo>
                  <a:cubicBezTo>
                    <a:pt x="8819" y="2817"/>
                    <a:pt x="9186" y="2284"/>
                    <a:pt x="9653" y="2084"/>
                  </a:cubicBezTo>
                  <a:cubicBezTo>
                    <a:pt x="9853" y="1950"/>
                    <a:pt x="10120" y="1917"/>
                    <a:pt x="10353" y="1917"/>
                  </a:cubicBezTo>
                  <a:cubicBezTo>
                    <a:pt x="10620" y="1917"/>
                    <a:pt x="10887" y="1984"/>
                    <a:pt x="11120" y="2117"/>
                  </a:cubicBezTo>
                  <a:cubicBezTo>
                    <a:pt x="11487" y="2317"/>
                    <a:pt x="11621" y="2984"/>
                    <a:pt x="11854" y="3585"/>
                  </a:cubicBezTo>
                  <a:cubicBezTo>
                    <a:pt x="11954" y="3751"/>
                    <a:pt x="11988" y="3852"/>
                    <a:pt x="12054" y="4018"/>
                  </a:cubicBezTo>
                  <a:cubicBezTo>
                    <a:pt x="12121" y="4118"/>
                    <a:pt x="12121" y="4152"/>
                    <a:pt x="12188" y="4285"/>
                  </a:cubicBezTo>
                  <a:lnTo>
                    <a:pt x="12321" y="4485"/>
                  </a:lnTo>
                  <a:cubicBezTo>
                    <a:pt x="12488" y="4752"/>
                    <a:pt x="12655" y="4986"/>
                    <a:pt x="12855" y="5186"/>
                  </a:cubicBezTo>
                  <a:cubicBezTo>
                    <a:pt x="13255" y="5653"/>
                    <a:pt x="13656" y="6086"/>
                    <a:pt x="14156" y="6287"/>
                  </a:cubicBezTo>
                  <a:cubicBezTo>
                    <a:pt x="14406" y="6403"/>
                    <a:pt x="14665" y="6453"/>
                    <a:pt x="14911" y="6453"/>
                  </a:cubicBezTo>
                  <a:cubicBezTo>
                    <a:pt x="15157" y="6453"/>
                    <a:pt x="15390" y="6403"/>
                    <a:pt x="15590" y="6320"/>
                  </a:cubicBezTo>
                  <a:cubicBezTo>
                    <a:pt x="15757" y="6253"/>
                    <a:pt x="15924" y="6153"/>
                    <a:pt x="16024" y="6086"/>
                  </a:cubicBezTo>
                  <a:cubicBezTo>
                    <a:pt x="16157" y="5986"/>
                    <a:pt x="16257" y="5920"/>
                    <a:pt x="16324" y="5820"/>
                  </a:cubicBezTo>
                  <a:cubicBezTo>
                    <a:pt x="16458" y="5653"/>
                    <a:pt x="16524" y="5586"/>
                    <a:pt x="16524" y="5586"/>
                  </a:cubicBezTo>
                  <a:cubicBezTo>
                    <a:pt x="16651" y="5460"/>
                    <a:pt x="16547" y="5295"/>
                    <a:pt x="16417" y="5295"/>
                  </a:cubicBezTo>
                  <a:cubicBezTo>
                    <a:pt x="16376" y="5295"/>
                    <a:pt x="16331" y="5312"/>
                    <a:pt x="16291" y="5353"/>
                  </a:cubicBezTo>
                  <a:lnTo>
                    <a:pt x="16057" y="5553"/>
                  </a:lnTo>
                  <a:cubicBezTo>
                    <a:pt x="15991" y="5653"/>
                    <a:pt x="15890" y="5686"/>
                    <a:pt x="15790" y="5786"/>
                  </a:cubicBezTo>
                  <a:cubicBezTo>
                    <a:pt x="15690" y="5853"/>
                    <a:pt x="15557" y="5953"/>
                    <a:pt x="15390" y="5986"/>
                  </a:cubicBezTo>
                  <a:cubicBezTo>
                    <a:pt x="15275" y="6044"/>
                    <a:pt x="15136" y="6077"/>
                    <a:pt x="14985" y="6077"/>
                  </a:cubicBezTo>
                  <a:cubicBezTo>
                    <a:pt x="14785" y="6077"/>
                    <a:pt x="14565" y="6019"/>
                    <a:pt x="14356" y="5886"/>
                  </a:cubicBezTo>
                  <a:cubicBezTo>
                    <a:pt x="13989" y="5686"/>
                    <a:pt x="13622" y="5319"/>
                    <a:pt x="13289" y="4886"/>
                  </a:cubicBezTo>
                  <a:cubicBezTo>
                    <a:pt x="13122" y="4685"/>
                    <a:pt x="12955" y="4452"/>
                    <a:pt x="12788" y="4185"/>
                  </a:cubicBezTo>
                  <a:lnTo>
                    <a:pt x="12655" y="3985"/>
                  </a:lnTo>
                  <a:cubicBezTo>
                    <a:pt x="12621" y="3985"/>
                    <a:pt x="12621" y="3852"/>
                    <a:pt x="12555" y="3818"/>
                  </a:cubicBezTo>
                  <a:cubicBezTo>
                    <a:pt x="12488" y="3685"/>
                    <a:pt x="12455" y="3518"/>
                    <a:pt x="12388" y="3385"/>
                  </a:cubicBezTo>
                  <a:cubicBezTo>
                    <a:pt x="12321" y="3118"/>
                    <a:pt x="12221" y="2817"/>
                    <a:pt x="12121" y="2484"/>
                  </a:cubicBezTo>
                  <a:cubicBezTo>
                    <a:pt x="11988" y="2150"/>
                    <a:pt x="11788" y="1783"/>
                    <a:pt x="11454" y="1550"/>
                  </a:cubicBezTo>
                  <a:cubicBezTo>
                    <a:pt x="11054" y="1350"/>
                    <a:pt x="10720" y="1283"/>
                    <a:pt x="10353" y="1216"/>
                  </a:cubicBezTo>
                  <a:cubicBezTo>
                    <a:pt x="10306" y="1212"/>
                    <a:pt x="10258" y="1210"/>
                    <a:pt x="10211" y="1210"/>
                  </a:cubicBezTo>
                  <a:cubicBezTo>
                    <a:pt x="9892" y="1210"/>
                    <a:pt x="9576" y="1305"/>
                    <a:pt x="9286" y="1450"/>
                  </a:cubicBezTo>
                  <a:cubicBezTo>
                    <a:pt x="8652" y="1783"/>
                    <a:pt x="8218" y="2284"/>
                    <a:pt x="7851" y="2384"/>
                  </a:cubicBezTo>
                  <a:cubicBezTo>
                    <a:pt x="7718" y="2451"/>
                    <a:pt x="7618" y="2451"/>
                    <a:pt x="7551" y="2451"/>
                  </a:cubicBezTo>
                  <a:lnTo>
                    <a:pt x="7518" y="2451"/>
                  </a:lnTo>
                  <a:cubicBezTo>
                    <a:pt x="7494" y="2452"/>
                    <a:pt x="7470" y="2453"/>
                    <a:pt x="7447" y="2453"/>
                  </a:cubicBezTo>
                  <a:cubicBezTo>
                    <a:pt x="7007" y="2453"/>
                    <a:pt x="6595" y="2162"/>
                    <a:pt x="6184" y="1750"/>
                  </a:cubicBezTo>
                  <a:cubicBezTo>
                    <a:pt x="5817" y="1283"/>
                    <a:pt x="5450" y="716"/>
                    <a:pt x="4883" y="349"/>
                  </a:cubicBezTo>
                  <a:cubicBezTo>
                    <a:pt x="4816" y="316"/>
                    <a:pt x="4783" y="282"/>
                    <a:pt x="4682" y="216"/>
                  </a:cubicBezTo>
                  <a:cubicBezTo>
                    <a:pt x="4649" y="182"/>
                    <a:pt x="4549" y="182"/>
                    <a:pt x="4482" y="149"/>
                  </a:cubicBezTo>
                  <a:cubicBezTo>
                    <a:pt x="4315" y="82"/>
                    <a:pt x="4182" y="82"/>
                    <a:pt x="4015" y="15"/>
                  </a:cubicBezTo>
                  <a:cubicBezTo>
                    <a:pt x="3960" y="4"/>
                    <a:pt x="3908" y="1"/>
                    <a:pt x="38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33" name="Google Shape;3833;p30"/>
            <p:cNvSpPr/>
            <p:nvPr/>
          </p:nvSpPr>
          <p:spPr>
            <a:xfrm>
              <a:off x="5752600" y="5140500"/>
              <a:ext cx="458700" cy="205450"/>
            </a:xfrm>
            <a:custGeom>
              <a:avLst/>
              <a:gdLst/>
              <a:ahLst/>
              <a:cxnLst/>
              <a:rect l="l" t="t" r="r" b="b"/>
              <a:pathLst>
                <a:path w="18348" h="8218" extrusionOk="0">
                  <a:moveTo>
                    <a:pt x="12508" y="0"/>
                  </a:moveTo>
                  <a:cubicBezTo>
                    <a:pt x="12453" y="0"/>
                    <a:pt x="12398" y="4"/>
                    <a:pt x="12343" y="12"/>
                  </a:cubicBezTo>
                  <a:cubicBezTo>
                    <a:pt x="12210" y="12"/>
                    <a:pt x="12143" y="45"/>
                    <a:pt x="12010" y="45"/>
                  </a:cubicBezTo>
                  <a:cubicBezTo>
                    <a:pt x="11943" y="45"/>
                    <a:pt x="11809" y="145"/>
                    <a:pt x="11676" y="179"/>
                  </a:cubicBezTo>
                  <a:cubicBezTo>
                    <a:pt x="11543" y="246"/>
                    <a:pt x="11476" y="312"/>
                    <a:pt x="11376" y="379"/>
                  </a:cubicBezTo>
                  <a:lnTo>
                    <a:pt x="11176" y="579"/>
                  </a:lnTo>
                  <a:cubicBezTo>
                    <a:pt x="10642" y="1180"/>
                    <a:pt x="10308" y="1813"/>
                    <a:pt x="9975" y="2347"/>
                  </a:cubicBezTo>
                  <a:cubicBezTo>
                    <a:pt x="9641" y="2881"/>
                    <a:pt x="9308" y="3515"/>
                    <a:pt x="8941" y="4082"/>
                  </a:cubicBezTo>
                  <a:cubicBezTo>
                    <a:pt x="8774" y="4382"/>
                    <a:pt x="8540" y="4682"/>
                    <a:pt x="8340" y="4882"/>
                  </a:cubicBezTo>
                  <a:lnTo>
                    <a:pt x="8274" y="4949"/>
                  </a:lnTo>
                  <a:lnTo>
                    <a:pt x="8174" y="5016"/>
                  </a:lnTo>
                  <a:cubicBezTo>
                    <a:pt x="8174" y="5049"/>
                    <a:pt x="8107" y="5082"/>
                    <a:pt x="8007" y="5082"/>
                  </a:cubicBezTo>
                  <a:cubicBezTo>
                    <a:pt x="7840" y="5149"/>
                    <a:pt x="7707" y="5149"/>
                    <a:pt x="7540" y="5149"/>
                  </a:cubicBezTo>
                  <a:cubicBezTo>
                    <a:pt x="6939" y="5149"/>
                    <a:pt x="6339" y="4682"/>
                    <a:pt x="5605" y="4382"/>
                  </a:cubicBezTo>
                  <a:cubicBezTo>
                    <a:pt x="5505" y="4348"/>
                    <a:pt x="5405" y="4315"/>
                    <a:pt x="5305" y="4315"/>
                  </a:cubicBezTo>
                  <a:cubicBezTo>
                    <a:pt x="5271" y="4315"/>
                    <a:pt x="5238" y="4248"/>
                    <a:pt x="5138" y="4248"/>
                  </a:cubicBezTo>
                  <a:lnTo>
                    <a:pt x="4971" y="4248"/>
                  </a:lnTo>
                  <a:cubicBezTo>
                    <a:pt x="4771" y="4248"/>
                    <a:pt x="4604" y="4248"/>
                    <a:pt x="4404" y="4315"/>
                  </a:cubicBezTo>
                  <a:cubicBezTo>
                    <a:pt x="4004" y="4348"/>
                    <a:pt x="3637" y="4449"/>
                    <a:pt x="3337" y="4682"/>
                  </a:cubicBezTo>
                  <a:cubicBezTo>
                    <a:pt x="2736" y="5049"/>
                    <a:pt x="2336" y="5616"/>
                    <a:pt x="2069" y="6116"/>
                  </a:cubicBezTo>
                  <a:cubicBezTo>
                    <a:pt x="1769" y="6583"/>
                    <a:pt x="1569" y="7050"/>
                    <a:pt x="1302" y="7351"/>
                  </a:cubicBezTo>
                  <a:cubicBezTo>
                    <a:pt x="1269" y="7417"/>
                    <a:pt x="1168" y="7517"/>
                    <a:pt x="1135" y="7551"/>
                  </a:cubicBezTo>
                  <a:cubicBezTo>
                    <a:pt x="1102" y="7584"/>
                    <a:pt x="1068" y="7617"/>
                    <a:pt x="968" y="7684"/>
                  </a:cubicBezTo>
                  <a:cubicBezTo>
                    <a:pt x="935" y="7684"/>
                    <a:pt x="835" y="7718"/>
                    <a:pt x="802" y="7751"/>
                  </a:cubicBezTo>
                  <a:cubicBezTo>
                    <a:pt x="735" y="7751"/>
                    <a:pt x="668" y="7784"/>
                    <a:pt x="635" y="7784"/>
                  </a:cubicBezTo>
                  <a:cubicBezTo>
                    <a:pt x="601" y="7784"/>
                    <a:pt x="568" y="7851"/>
                    <a:pt x="501" y="7851"/>
                  </a:cubicBezTo>
                  <a:lnTo>
                    <a:pt x="335" y="7851"/>
                  </a:lnTo>
                  <a:cubicBezTo>
                    <a:pt x="101" y="7851"/>
                    <a:pt x="1" y="8218"/>
                    <a:pt x="335" y="8218"/>
                  </a:cubicBezTo>
                  <a:lnTo>
                    <a:pt x="568" y="8218"/>
                  </a:lnTo>
                  <a:cubicBezTo>
                    <a:pt x="601" y="8218"/>
                    <a:pt x="635" y="8185"/>
                    <a:pt x="735" y="8185"/>
                  </a:cubicBezTo>
                  <a:cubicBezTo>
                    <a:pt x="968" y="8118"/>
                    <a:pt x="1335" y="7918"/>
                    <a:pt x="1635" y="7584"/>
                  </a:cubicBezTo>
                  <a:cubicBezTo>
                    <a:pt x="1936" y="7251"/>
                    <a:pt x="2169" y="6817"/>
                    <a:pt x="2469" y="6350"/>
                  </a:cubicBezTo>
                  <a:cubicBezTo>
                    <a:pt x="2770" y="5883"/>
                    <a:pt x="3137" y="5383"/>
                    <a:pt x="3637" y="5082"/>
                  </a:cubicBezTo>
                  <a:cubicBezTo>
                    <a:pt x="3904" y="4916"/>
                    <a:pt x="4237" y="4849"/>
                    <a:pt x="4504" y="4782"/>
                  </a:cubicBezTo>
                  <a:lnTo>
                    <a:pt x="5138" y="4782"/>
                  </a:lnTo>
                  <a:cubicBezTo>
                    <a:pt x="5138" y="4782"/>
                    <a:pt x="5171" y="4849"/>
                    <a:pt x="5238" y="4849"/>
                  </a:cubicBezTo>
                  <a:cubicBezTo>
                    <a:pt x="5271" y="4882"/>
                    <a:pt x="5338" y="4882"/>
                    <a:pt x="5438" y="4916"/>
                  </a:cubicBezTo>
                  <a:cubicBezTo>
                    <a:pt x="5738" y="5049"/>
                    <a:pt x="6072" y="5249"/>
                    <a:pt x="6406" y="5416"/>
                  </a:cubicBezTo>
                  <a:cubicBezTo>
                    <a:pt x="6739" y="5583"/>
                    <a:pt x="7106" y="5749"/>
                    <a:pt x="7573" y="5783"/>
                  </a:cubicBezTo>
                  <a:cubicBezTo>
                    <a:pt x="7645" y="5804"/>
                    <a:pt x="7715" y="5811"/>
                    <a:pt x="7783" y="5811"/>
                  </a:cubicBezTo>
                  <a:cubicBezTo>
                    <a:pt x="7934" y="5811"/>
                    <a:pt x="8079" y="5773"/>
                    <a:pt x="8240" y="5749"/>
                  </a:cubicBezTo>
                  <a:cubicBezTo>
                    <a:pt x="8340" y="5716"/>
                    <a:pt x="8440" y="5716"/>
                    <a:pt x="8574" y="5616"/>
                  </a:cubicBezTo>
                  <a:cubicBezTo>
                    <a:pt x="8607" y="5583"/>
                    <a:pt x="8674" y="5549"/>
                    <a:pt x="8741" y="5516"/>
                  </a:cubicBezTo>
                  <a:lnTo>
                    <a:pt x="8841" y="5383"/>
                  </a:lnTo>
                  <a:cubicBezTo>
                    <a:pt x="9141" y="5082"/>
                    <a:pt x="9341" y="4749"/>
                    <a:pt x="9575" y="4449"/>
                  </a:cubicBezTo>
                  <a:cubicBezTo>
                    <a:pt x="9975" y="3848"/>
                    <a:pt x="10308" y="3214"/>
                    <a:pt x="10642" y="2681"/>
                  </a:cubicBezTo>
                  <a:cubicBezTo>
                    <a:pt x="10976" y="2114"/>
                    <a:pt x="11342" y="1513"/>
                    <a:pt x="11776" y="1046"/>
                  </a:cubicBezTo>
                  <a:cubicBezTo>
                    <a:pt x="11809" y="946"/>
                    <a:pt x="11910" y="913"/>
                    <a:pt x="11943" y="879"/>
                  </a:cubicBezTo>
                  <a:cubicBezTo>
                    <a:pt x="11976" y="846"/>
                    <a:pt x="12076" y="746"/>
                    <a:pt x="12110" y="746"/>
                  </a:cubicBezTo>
                  <a:cubicBezTo>
                    <a:pt x="12143" y="713"/>
                    <a:pt x="12343" y="679"/>
                    <a:pt x="12477" y="679"/>
                  </a:cubicBezTo>
                  <a:cubicBezTo>
                    <a:pt x="12539" y="665"/>
                    <a:pt x="12599" y="659"/>
                    <a:pt x="12657" y="659"/>
                  </a:cubicBezTo>
                  <a:cubicBezTo>
                    <a:pt x="12876" y="659"/>
                    <a:pt x="13066" y="754"/>
                    <a:pt x="13277" y="913"/>
                  </a:cubicBezTo>
                  <a:cubicBezTo>
                    <a:pt x="13778" y="1346"/>
                    <a:pt x="14111" y="2013"/>
                    <a:pt x="14411" y="2647"/>
                  </a:cubicBezTo>
                  <a:cubicBezTo>
                    <a:pt x="14678" y="3248"/>
                    <a:pt x="14945" y="3915"/>
                    <a:pt x="15179" y="4549"/>
                  </a:cubicBezTo>
                  <a:cubicBezTo>
                    <a:pt x="15679" y="5749"/>
                    <a:pt x="16179" y="6884"/>
                    <a:pt x="16813" y="7517"/>
                  </a:cubicBezTo>
                  <a:cubicBezTo>
                    <a:pt x="17113" y="7851"/>
                    <a:pt x="17447" y="8018"/>
                    <a:pt x="17680" y="8084"/>
                  </a:cubicBezTo>
                  <a:cubicBezTo>
                    <a:pt x="17814" y="8118"/>
                    <a:pt x="17914" y="8185"/>
                    <a:pt x="17981" y="8185"/>
                  </a:cubicBezTo>
                  <a:lnTo>
                    <a:pt x="18081" y="8185"/>
                  </a:lnTo>
                  <a:cubicBezTo>
                    <a:pt x="18347" y="8185"/>
                    <a:pt x="18314" y="7884"/>
                    <a:pt x="18047" y="7851"/>
                  </a:cubicBezTo>
                  <a:lnTo>
                    <a:pt x="17981" y="7851"/>
                  </a:lnTo>
                  <a:cubicBezTo>
                    <a:pt x="17947" y="7784"/>
                    <a:pt x="17847" y="7784"/>
                    <a:pt x="17780" y="7751"/>
                  </a:cubicBezTo>
                  <a:cubicBezTo>
                    <a:pt x="17547" y="7684"/>
                    <a:pt x="17313" y="7517"/>
                    <a:pt x="17047" y="7217"/>
                  </a:cubicBezTo>
                  <a:cubicBezTo>
                    <a:pt x="16546" y="6617"/>
                    <a:pt x="16113" y="5583"/>
                    <a:pt x="15646" y="4348"/>
                  </a:cubicBezTo>
                  <a:cubicBezTo>
                    <a:pt x="15445" y="3715"/>
                    <a:pt x="15179" y="3048"/>
                    <a:pt x="14878" y="2380"/>
                  </a:cubicBezTo>
                  <a:cubicBezTo>
                    <a:pt x="14545" y="1713"/>
                    <a:pt x="14278" y="1013"/>
                    <a:pt x="13611" y="412"/>
                  </a:cubicBezTo>
                  <a:cubicBezTo>
                    <a:pt x="13317" y="206"/>
                    <a:pt x="12919" y="0"/>
                    <a:pt x="125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34" name="Google Shape;3834;p30"/>
            <p:cNvSpPr/>
            <p:nvPr/>
          </p:nvSpPr>
          <p:spPr>
            <a:xfrm>
              <a:off x="4787750" y="4697975"/>
              <a:ext cx="24225" cy="10875"/>
            </a:xfrm>
            <a:custGeom>
              <a:avLst/>
              <a:gdLst/>
              <a:ahLst/>
              <a:cxnLst/>
              <a:rect l="l" t="t" r="r" b="b"/>
              <a:pathLst>
                <a:path w="969" h="435" extrusionOk="0">
                  <a:moveTo>
                    <a:pt x="501" y="0"/>
                  </a:moveTo>
                  <a:cubicBezTo>
                    <a:pt x="301" y="0"/>
                    <a:pt x="34" y="167"/>
                    <a:pt x="34" y="167"/>
                  </a:cubicBezTo>
                  <a:cubicBezTo>
                    <a:pt x="1" y="167"/>
                    <a:pt x="67" y="401"/>
                    <a:pt x="67" y="401"/>
                  </a:cubicBezTo>
                  <a:cubicBezTo>
                    <a:pt x="67" y="401"/>
                    <a:pt x="334" y="434"/>
                    <a:pt x="501" y="434"/>
                  </a:cubicBezTo>
                  <a:cubicBezTo>
                    <a:pt x="668" y="434"/>
                    <a:pt x="901" y="334"/>
                    <a:pt x="901" y="334"/>
                  </a:cubicBezTo>
                  <a:cubicBezTo>
                    <a:pt x="901" y="334"/>
                    <a:pt x="901" y="100"/>
                    <a:pt x="968" y="100"/>
                  </a:cubicBezTo>
                  <a:cubicBezTo>
                    <a:pt x="968" y="100"/>
                    <a:pt x="668" y="0"/>
                    <a:pt x="5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35" name="Google Shape;3835;p30"/>
            <p:cNvSpPr/>
            <p:nvPr/>
          </p:nvSpPr>
          <p:spPr>
            <a:xfrm>
              <a:off x="4793600" y="4717150"/>
              <a:ext cx="27550" cy="12525"/>
            </a:xfrm>
            <a:custGeom>
              <a:avLst/>
              <a:gdLst/>
              <a:ahLst/>
              <a:cxnLst/>
              <a:rect l="l" t="t" r="r" b="b"/>
              <a:pathLst>
                <a:path w="1102" h="501" extrusionOk="0">
                  <a:moveTo>
                    <a:pt x="567" y="1"/>
                  </a:moveTo>
                  <a:cubicBezTo>
                    <a:pt x="334" y="1"/>
                    <a:pt x="0" y="134"/>
                    <a:pt x="0" y="134"/>
                  </a:cubicBezTo>
                  <a:lnTo>
                    <a:pt x="0" y="401"/>
                  </a:lnTo>
                  <a:cubicBezTo>
                    <a:pt x="0" y="401"/>
                    <a:pt x="334" y="501"/>
                    <a:pt x="567" y="501"/>
                  </a:cubicBezTo>
                  <a:cubicBezTo>
                    <a:pt x="767" y="501"/>
                    <a:pt x="1101" y="401"/>
                    <a:pt x="1101" y="401"/>
                  </a:cubicBezTo>
                  <a:lnTo>
                    <a:pt x="1101" y="134"/>
                  </a:lnTo>
                  <a:cubicBezTo>
                    <a:pt x="1101" y="134"/>
                    <a:pt x="767" y="1"/>
                    <a:pt x="5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36" name="Google Shape;3836;p30"/>
            <p:cNvSpPr/>
            <p:nvPr/>
          </p:nvSpPr>
          <p:spPr>
            <a:xfrm>
              <a:off x="4811950" y="4743850"/>
              <a:ext cx="14200" cy="12525"/>
            </a:xfrm>
            <a:custGeom>
              <a:avLst/>
              <a:gdLst/>
              <a:ahLst/>
              <a:cxnLst/>
              <a:rect l="l" t="t" r="r" b="b"/>
              <a:pathLst>
                <a:path w="568" h="501" extrusionOk="0">
                  <a:moveTo>
                    <a:pt x="267" y="0"/>
                  </a:moveTo>
                  <a:cubicBezTo>
                    <a:pt x="167" y="0"/>
                    <a:pt x="0" y="100"/>
                    <a:pt x="0" y="100"/>
                  </a:cubicBezTo>
                  <a:lnTo>
                    <a:pt x="0" y="367"/>
                  </a:lnTo>
                  <a:cubicBezTo>
                    <a:pt x="0" y="367"/>
                    <a:pt x="167" y="500"/>
                    <a:pt x="267" y="500"/>
                  </a:cubicBezTo>
                  <a:cubicBezTo>
                    <a:pt x="400" y="500"/>
                    <a:pt x="567" y="367"/>
                    <a:pt x="567" y="367"/>
                  </a:cubicBezTo>
                  <a:lnTo>
                    <a:pt x="567" y="100"/>
                  </a:lnTo>
                  <a:cubicBezTo>
                    <a:pt x="567" y="100"/>
                    <a:pt x="400"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37" name="Google Shape;3837;p30"/>
            <p:cNvSpPr/>
            <p:nvPr/>
          </p:nvSpPr>
          <p:spPr>
            <a:xfrm>
              <a:off x="4830275" y="4766350"/>
              <a:ext cx="27550" cy="14300"/>
            </a:xfrm>
            <a:custGeom>
              <a:avLst/>
              <a:gdLst/>
              <a:ahLst/>
              <a:cxnLst/>
              <a:rect l="l" t="t" r="r" b="b"/>
              <a:pathLst>
                <a:path w="1102" h="572" extrusionOk="0">
                  <a:moveTo>
                    <a:pt x="835" y="1"/>
                  </a:moveTo>
                  <a:cubicBezTo>
                    <a:pt x="835" y="1"/>
                    <a:pt x="635" y="34"/>
                    <a:pt x="468" y="101"/>
                  </a:cubicBezTo>
                  <a:cubicBezTo>
                    <a:pt x="301" y="134"/>
                    <a:pt x="1" y="234"/>
                    <a:pt x="1" y="234"/>
                  </a:cubicBezTo>
                  <a:lnTo>
                    <a:pt x="1" y="501"/>
                  </a:lnTo>
                  <a:cubicBezTo>
                    <a:pt x="1" y="501"/>
                    <a:pt x="177" y="572"/>
                    <a:pt x="376" y="572"/>
                  </a:cubicBezTo>
                  <a:cubicBezTo>
                    <a:pt x="451" y="572"/>
                    <a:pt x="529" y="562"/>
                    <a:pt x="601" y="534"/>
                  </a:cubicBezTo>
                  <a:cubicBezTo>
                    <a:pt x="701" y="534"/>
                    <a:pt x="868" y="468"/>
                    <a:pt x="968" y="334"/>
                  </a:cubicBezTo>
                  <a:cubicBezTo>
                    <a:pt x="1035" y="268"/>
                    <a:pt x="1102" y="134"/>
                    <a:pt x="1102" y="134"/>
                  </a:cubicBezTo>
                  <a:cubicBezTo>
                    <a:pt x="1035" y="101"/>
                    <a:pt x="868" y="1"/>
                    <a:pt x="8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38" name="Google Shape;3838;p30"/>
            <p:cNvSpPr/>
            <p:nvPr/>
          </p:nvSpPr>
          <p:spPr>
            <a:xfrm>
              <a:off x="4972050" y="4750175"/>
              <a:ext cx="27550" cy="12400"/>
            </a:xfrm>
            <a:custGeom>
              <a:avLst/>
              <a:gdLst/>
              <a:ahLst/>
              <a:cxnLst/>
              <a:rect l="l" t="t" r="r" b="b"/>
              <a:pathLst>
                <a:path w="1102" h="496" extrusionOk="0">
                  <a:moveTo>
                    <a:pt x="494" y="1"/>
                  </a:moveTo>
                  <a:cubicBezTo>
                    <a:pt x="396" y="1"/>
                    <a:pt x="299" y="32"/>
                    <a:pt x="201" y="81"/>
                  </a:cubicBezTo>
                  <a:cubicBezTo>
                    <a:pt x="101" y="114"/>
                    <a:pt x="1" y="181"/>
                    <a:pt x="1" y="181"/>
                  </a:cubicBezTo>
                  <a:lnTo>
                    <a:pt x="134" y="414"/>
                  </a:lnTo>
                  <a:cubicBezTo>
                    <a:pt x="134" y="414"/>
                    <a:pt x="334" y="448"/>
                    <a:pt x="501" y="481"/>
                  </a:cubicBezTo>
                  <a:cubicBezTo>
                    <a:pt x="557" y="492"/>
                    <a:pt x="631" y="496"/>
                    <a:pt x="705" y="496"/>
                  </a:cubicBezTo>
                  <a:cubicBezTo>
                    <a:pt x="853" y="496"/>
                    <a:pt x="1001" y="481"/>
                    <a:pt x="1001" y="481"/>
                  </a:cubicBezTo>
                  <a:cubicBezTo>
                    <a:pt x="1035" y="448"/>
                    <a:pt x="1101" y="247"/>
                    <a:pt x="1035" y="247"/>
                  </a:cubicBezTo>
                  <a:cubicBezTo>
                    <a:pt x="1035" y="247"/>
                    <a:pt x="801" y="81"/>
                    <a:pt x="601" y="14"/>
                  </a:cubicBezTo>
                  <a:cubicBezTo>
                    <a:pt x="565" y="5"/>
                    <a:pt x="530" y="1"/>
                    <a:pt x="4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39" name="Google Shape;3839;p30"/>
            <p:cNvSpPr/>
            <p:nvPr/>
          </p:nvSpPr>
          <p:spPr>
            <a:xfrm>
              <a:off x="4985400" y="4788025"/>
              <a:ext cx="31700" cy="11700"/>
            </a:xfrm>
            <a:custGeom>
              <a:avLst/>
              <a:gdLst/>
              <a:ahLst/>
              <a:cxnLst/>
              <a:rect l="l" t="t" r="r" b="b"/>
              <a:pathLst>
                <a:path w="1268" h="468" extrusionOk="0">
                  <a:moveTo>
                    <a:pt x="634" y="1"/>
                  </a:moveTo>
                  <a:cubicBezTo>
                    <a:pt x="501" y="1"/>
                    <a:pt x="334" y="68"/>
                    <a:pt x="234" y="134"/>
                  </a:cubicBezTo>
                  <a:cubicBezTo>
                    <a:pt x="100" y="168"/>
                    <a:pt x="0" y="268"/>
                    <a:pt x="0" y="268"/>
                  </a:cubicBezTo>
                  <a:lnTo>
                    <a:pt x="134" y="468"/>
                  </a:lnTo>
                  <a:lnTo>
                    <a:pt x="634" y="468"/>
                  </a:lnTo>
                  <a:cubicBezTo>
                    <a:pt x="768" y="468"/>
                    <a:pt x="934" y="435"/>
                    <a:pt x="1068" y="401"/>
                  </a:cubicBezTo>
                  <a:cubicBezTo>
                    <a:pt x="1168" y="335"/>
                    <a:pt x="1268" y="268"/>
                    <a:pt x="1268" y="268"/>
                  </a:cubicBezTo>
                  <a:lnTo>
                    <a:pt x="1168" y="68"/>
                  </a:lnTo>
                  <a:lnTo>
                    <a:pt x="1001" y="68"/>
                  </a:lnTo>
                  <a:cubicBezTo>
                    <a:pt x="901" y="68"/>
                    <a:pt x="768" y="1"/>
                    <a:pt x="6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40" name="Google Shape;3840;p30"/>
            <p:cNvSpPr/>
            <p:nvPr/>
          </p:nvSpPr>
          <p:spPr>
            <a:xfrm>
              <a:off x="4986225" y="4769700"/>
              <a:ext cx="23375" cy="12525"/>
            </a:xfrm>
            <a:custGeom>
              <a:avLst/>
              <a:gdLst/>
              <a:ahLst/>
              <a:cxnLst/>
              <a:rect l="l" t="t" r="r" b="b"/>
              <a:pathLst>
                <a:path w="935" h="501" extrusionOk="0">
                  <a:moveTo>
                    <a:pt x="434" y="0"/>
                  </a:moveTo>
                  <a:cubicBezTo>
                    <a:pt x="268" y="0"/>
                    <a:pt x="1" y="100"/>
                    <a:pt x="1" y="100"/>
                  </a:cubicBezTo>
                  <a:lnTo>
                    <a:pt x="1" y="367"/>
                  </a:lnTo>
                  <a:cubicBezTo>
                    <a:pt x="1" y="367"/>
                    <a:pt x="301" y="500"/>
                    <a:pt x="468" y="500"/>
                  </a:cubicBezTo>
                  <a:cubicBezTo>
                    <a:pt x="668" y="500"/>
                    <a:pt x="935" y="334"/>
                    <a:pt x="935" y="334"/>
                  </a:cubicBezTo>
                  <a:cubicBezTo>
                    <a:pt x="935" y="300"/>
                    <a:pt x="901" y="67"/>
                    <a:pt x="835" y="33"/>
                  </a:cubicBezTo>
                  <a:cubicBezTo>
                    <a:pt x="835" y="33"/>
                    <a:pt x="601" y="0"/>
                    <a:pt x="4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41" name="Google Shape;3841;p30"/>
            <p:cNvSpPr/>
            <p:nvPr/>
          </p:nvSpPr>
          <p:spPr>
            <a:xfrm>
              <a:off x="4993725" y="4816150"/>
              <a:ext cx="31725" cy="13600"/>
            </a:xfrm>
            <a:custGeom>
              <a:avLst/>
              <a:gdLst/>
              <a:ahLst/>
              <a:cxnLst/>
              <a:rect l="l" t="t" r="r" b="b"/>
              <a:pathLst>
                <a:path w="1269" h="544" extrusionOk="0">
                  <a:moveTo>
                    <a:pt x="803" y="1"/>
                  </a:moveTo>
                  <a:cubicBezTo>
                    <a:pt x="746" y="1"/>
                    <a:pt x="688" y="3"/>
                    <a:pt x="635" y="10"/>
                  </a:cubicBezTo>
                  <a:cubicBezTo>
                    <a:pt x="501" y="43"/>
                    <a:pt x="335" y="110"/>
                    <a:pt x="234" y="177"/>
                  </a:cubicBezTo>
                  <a:cubicBezTo>
                    <a:pt x="101" y="277"/>
                    <a:pt x="1" y="344"/>
                    <a:pt x="1" y="344"/>
                  </a:cubicBezTo>
                  <a:lnTo>
                    <a:pt x="134" y="544"/>
                  </a:lnTo>
                  <a:cubicBezTo>
                    <a:pt x="134" y="544"/>
                    <a:pt x="234" y="510"/>
                    <a:pt x="335" y="510"/>
                  </a:cubicBezTo>
                  <a:cubicBezTo>
                    <a:pt x="385" y="494"/>
                    <a:pt x="451" y="494"/>
                    <a:pt x="514" y="494"/>
                  </a:cubicBezTo>
                  <a:cubicBezTo>
                    <a:pt x="576" y="494"/>
                    <a:pt x="635" y="494"/>
                    <a:pt x="668" y="477"/>
                  </a:cubicBezTo>
                  <a:cubicBezTo>
                    <a:pt x="902" y="444"/>
                    <a:pt x="1269" y="277"/>
                    <a:pt x="1269" y="277"/>
                  </a:cubicBezTo>
                  <a:cubicBezTo>
                    <a:pt x="1269" y="277"/>
                    <a:pt x="1235" y="43"/>
                    <a:pt x="1269" y="43"/>
                  </a:cubicBezTo>
                  <a:cubicBezTo>
                    <a:pt x="1269" y="43"/>
                    <a:pt x="1034" y="1"/>
                    <a:pt x="8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42" name="Google Shape;3842;p30"/>
            <p:cNvSpPr/>
            <p:nvPr/>
          </p:nvSpPr>
          <p:spPr>
            <a:xfrm>
              <a:off x="5013750" y="4835575"/>
              <a:ext cx="31725" cy="16700"/>
            </a:xfrm>
            <a:custGeom>
              <a:avLst/>
              <a:gdLst/>
              <a:ahLst/>
              <a:cxnLst/>
              <a:rect l="l" t="t" r="r" b="b"/>
              <a:pathLst>
                <a:path w="1269" h="668" extrusionOk="0">
                  <a:moveTo>
                    <a:pt x="1068" y="0"/>
                  </a:moveTo>
                  <a:cubicBezTo>
                    <a:pt x="1068" y="0"/>
                    <a:pt x="701" y="0"/>
                    <a:pt x="501" y="67"/>
                  </a:cubicBezTo>
                  <a:cubicBezTo>
                    <a:pt x="401" y="100"/>
                    <a:pt x="234" y="200"/>
                    <a:pt x="167" y="267"/>
                  </a:cubicBezTo>
                  <a:lnTo>
                    <a:pt x="1" y="434"/>
                  </a:lnTo>
                  <a:lnTo>
                    <a:pt x="134" y="667"/>
                  </a:lnTo>
                  <a:cubicBezTo>
                    <a:pt x="134" y="667"/>
                    <a:pt x="201" y="601"/>
                    <a:pt x="334" y="601"/>
                  </a:cubicBezTo>
                  <a:cubicBezTo>
                    <a:pt x="401" y="567"/>
                    <a:pt x="601" y="567"/>
                    <a:pt x="668" y="534"/>
                  </a:cubicBezTo>
                  <a:cubicBezTo>
                    <a:pt x="868" y="434"/>
                    <a:pt x="1201" y="234"/>
                    <a:pt x="1201" y="234"/>
                  </a:cubicBezTo>
                  <a:cubicBezTo>
                    <a:pt x="1268" y="234"/>
                    <a:pt x="1168" y="34"/>
                    <a:pt x="10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43" name="Google Shape;3843;p30"/>
            <p:cNvSpPr/>
            <p:nvPr/>
          </p:nvSpPr>
          <p:spPr>
            <a:xfrm>
              <a:off x="5030425" y="4861425"/>
              <a:ext cx="20875" cy="13375"/>
            </a:xfrm>
            <a:custGeom>
              <a:avLst/>
              <a:gdLst/>
              <a:ahLst/>
              <a:cxnLst/>
              <a:rect l="l" t="t" r="r" b="b"/>
              <a:pathLst>
                <a:path w="835" h="535" extrusionOk="0">
                  <a:moveTo>
                    <a:pt x="801" y="0"/>
                  </a:moveTo>
                  <a:cubicBezTo>
                    <a:pt x="801" y="0"/>
                    <a:pt x="534" y="0"/>
                    <a:pt x="368" y="34"/>
                  </a:cubicBezTo>
                  <a:cubicBezTo>
                    <a:pt x="234" y="134"/>
                    <a:pt x="34" y="301"/>
                    <a:pt x="34" y="301"/>
                  </a:cubicBezTo>
                  <a:cubicBezTo>
                    <a:pt x="1" y="301"/>
                    <a:pt x="101" y="534"/>
                    <a:pt x="101" y="534"/>
                  </a:cubicBezTo>
                  <a:cubicBezTo>
                    <a:pt x="101" y="534"/>
                    <a:pt x="334" y="534"/>
                    <a:pt x="501" y="501"/>
                  </a:cubicBezTo>
                  <a:cubicBezTo>
                    <a:pt x="668" y="467"/>
                    <a:pt x="835" y="234"/>
                    <a:pt x="835" y="234"/>
                  </a:cubicBezTo>
                  <a:cubicBezTo>
                    <a:pt x="835" y="234"/>
                    <a:pt x="801" y="34"/>
                    <a:pt x="8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44" name="Google Shape;3844;p30"/>
            <p:cNvSpPr/>
            <p:nvPr/>
          </p:nvSpPr>
          <p:spPr>
            <a:xfrm>
              <a:off x="5066300" y="4913125"/>
              <a:ext cx="25875" cy="12525"/>
            </a:xfrm>
            <a:custGeom>
              <a:avLst/>
              <a:gdLst/>
              <a:ahLst/>
              <a:cxnLst/>
              <a:rect l="l" t="t" r="r" b="b"/>
              <a:pathLst>
                <a:path w="1035" h="501" extrusionOk="0">
                  <a:moveTo>
                    <a:pt x="500" y="1"/>
                  </a:moveTo>
                  <a:cubicBezTo>
                    <a:pt x="267" y="67"/>
                    <a:pt x="0" y="167"/>
                    <a:pt x="0" y="167"/>
                  </a:cubicBezTo>
                  <a:lnTo>
                    <a:pt x="0" y="434"/>
                  </a:lnTo>
                  <a:cubicBezTo>
                    <a:pt x="0" y="434"/>
                    <a:pt x="334" y="501"/>
                    <a:pt x="534" y="501"/>
                  </a:cubicBezTo>
                  <a:cubicBezTo>
                    <a:pt x="734" y="468"/>
                    <a:pt x="1034" y="334"/>
                    <a:pt x="1034" y="334"/>
                  </a:cubicBezTo>
                  <a:lnTo>
                    <a:pt x="1034" y="101"/>
                  </a:lnTo>
                  <a:cubicBezTo>
                    <a:pt x="1034" y="101"/>
                    <a:pt x="701" y="1"/>
                    <a:pt x="5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45" name="Google Shape;3845;p30"/>
            <p:cNvSpPr/>
            <p:nvPr/>
          </p:nvSpPr>
          <p:spPr>
            <a:xfrm>
              <a:off x="5042100" y="4889775"/>
              <a:ext cx="25875" cy="17025"/>
            </a:xfrm>
            <a:custGeom>
              <a:avLst/>
              <a:gdLst/>
              <a:ahLst/>
              <a:cxnLst/>
              <a:rect l="l" t="t" r="r" b="b"/>
              <a:pathLst>
                <a:path w="1035" h="681" extrusionOk="0">
                  <a:moveTo>
                    <a:pt x="868" y="1"/>
                  </a:moveTo>
                  <a:cubicBezTo>
                    <a:pt x="868" y="1"/>
                    <a:pt x="534" y="67"/>
                    <a:pt x="401" y="167"/>
                  </a:cubicBezTo>
                  <a:cubicBezTo>
                    <a:pt x="334" y="167"/>
                    <a:pt x="234" y="234"/>
                    <a:pt x="167" y="267"/>
                  </a:cubicBezTo>
                  <a:lnTo>
                    <a:pt x="1" y="367"/>
                  </a:lnTo>
                  <a:lnTo>
                    <a:pt x="1" y="601"/>
                  </a:lnTo>
                  <a:cubicBezTo>
                    <a:pt x="1" y="601"/>
                    <a:pt x="67" y="668"/>
                    <a:pt x="201" y="668"/>
                  </a:cubicBezTo>
                  <a:cubicBezTo>
                    <a:pt x="237" y="677"/>
                    <a:pt x="275" y="681"/>
                    <a:pt x="314" y="681"/>
                  </a:cubicBezTo>
                  <a:cubicBezTo>
                    <a:pt x="421" y="681"/>
                    <a:pt x="537" y="650"/>
                    <a:pt x="634" y="601"/>
                  </a:cubicBezTo>
                  <a:cubicBezTo>
                    <a:pt x="868" y="501"/>
                    <a:pt x="1035" y="201"/>
                    <a:pt x="1035" y="201"/>
                  </a:cubicBezTo>
                  <a:cubicBezTo>
                    <a:pt x="1035" y="201"/>
                    <a:pt x="901" y="34"/>
                    <a:pt x="8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46" name="Google Shape;3846;p30"/>
            <p:cNvSpPr/>
            <p:nvPr/>
          </p:nvSpPr>
          <p:spPr>
            <a:xfrm>
              <a:off x="4116450" y="4858075"/>
              <a:ext cx="18375" cy="12550"/>
            </a:xfrm>
            <a:custGeom>
              <a:avLst/>
              <a:gdLst/>
              <a:ahLst/>
              <a:cxnLst/>
              <a:rect l="l" t="t" r="r" b="b"/>
              <a:pathLst>
                <a:path w="735" h="502" extrusionOk="0">
                  <a:moveTo>
                    <a:pt x="334" y="1"/>
                  </a:moveTo>
                  <a:cubicBezTo>
                    <a:pt x="234" y="34"/>
                    <a:pt x="134" y="101"/>
                    <a:pt x="67" y="168"/>
                  </a:cubicBezTo>
                  <a:cubicBezTo>
                    <a:pt x="34" y="234"/>
                    <a:pt x="0" y="301"/>
                    <a:pt x="0" y="301"/>
                  </a:cubicBezTo>
                  <a:lnTo>
                    <a:pt x="134" y="501"/>
                  </a:lnTo>
                  <a:lnTo>
                    <a:pt x="467" y="501"/>
                  </a:lnTo>
                  <a:cubicBezTo>
                    <a:pt x="501" y="501"/>
                    <a:pt x="534" y="468"/>
                    <a:pt x="634" y="435"/>
                  </a:cubicBezTo>
                  <a:cubicBezTo>
                    <a:pt x="701" y="368"/>
                    <a:pt x="734" y="335"/>
                    <a:pt x="734" y="335"/>
                  </a:cubicBezTo>
                  <a:lnTo>
                    <a:pt x="734" y="34"/>
                  </a:lnTo>
                  <a:cubicBezTo>
                    <a:pt x="734" y="34"/>
                    <a:pt x="701" y="34"/>
                    <a:pt x="6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47" name="Google Shape;3847;p30"/>
            <p:cNvSpPr/>
            <p:nvPr/>
          </p:nvSpPr>
          <p:spPr>
            <a:xfrm>
              <a:off x="4125625" y="4868925"/>
              <a:ext cx="16700" cy="16700"/>
            </a:xfrm>
            <a:custGeom>
              <a:avLst/>
              <a:gdLst/>
              <a:ahLst/>
              <a:cxnLst/>
              <a:rect l="l" t="t" r="r" b="b"/>
              <a:pathLst>
                <a:path w="668" h="668" extrusionOk="0">
                  <a:moveTo>
                    <a:pt x="534" y="1"/>
                  </a:moveTo>
                  <a:cubicBezTo>
                    <a:pt x="534" y="1"/>
                    <a:pt x="300" y="67"/>
                    <a:pt x="167" y="167"/>
                  </a:cubicBezTo>
                  <a:cubicBezTo>
                    <a:pt x="34" y="267"/>
                    <a:pt x="0" y="534"/>
                    <a:pt x="0" y="534"/>
                  </a:cubicBezTo>
                  <a:cubicBezTo>
                    <a:pt x="0" y="534"/>
                    <a:pt x="167" y="668"/>
                    <a:pt x="200" y="668"/>
                  </a:cubicBezTo>
                  <a:cubicBezTo>
                    <a:pt x="200" y="668"/>
                    <a:pt x="434" y="568"/>
                    <a:pt x="501" y="501"/>
                  </a:cubicBezTo>
                  <a:cubicBezTo>
                    <a:pt x="601" y="401"/>
                    <a:pt x="667" y="201"/>
                    <a:pt x="667" y="201"/>
                  </a:cubicBezTo>
                  <a:lnTo>
                    <a:pt x="53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48" name="Google Shape;3848;p30"/>
            <p:cNvSpPr/>
            <p:nvPr/>
          </p:nvSpPr>
          <p:spPr>
            <a:xfrm>
              <a:off x="4141450" y="4883100"/>
              <a:ext cx="13375" cy="17550"/>
            </a:xfrm>
            <a:custGeom>
              <a:avLst/>
              <a:gdLst/>
              <a:ahLst/>
              <a:cxnLst/>
              <a:rect l="l" t="t" r="r" b="b"/>
              <a:pathLst>
                <a:path w="535" h="702" extrusionOk="0">
                  <a:moveTo>
                    <a:pt x="301" y="1"/>
                  </a:moveTo>
                  <a:cubicBezTo>
                    <a:pt x="301" y="1"/>
                    <a:pt x="68" y="134"/>
                    <a:pt x="34" y="268"/>
                  </a:cubicBezTo>
                  <a:cubicBezTo>
                    <a:pt x="1" y="368"/>
                    <a:pt x="1" y="634"/>
                    <a:pt x="1" y="634"/>
                  </a:cubicBezTo>
                  <a:cubicBezTo>
                    <a:pt x="1" y="634"/>
                    <a:pt x="201" y="668"/>
                    <a:pt x="234" y="701"/>
                  </a:cubicBezTo>
                  <a:cubicBezTo>
                    <a:pt x="234" y="701"/>
                    <a:pt x="468" y="601"/>
                    <a:pt x="501" y="468"/>
                  </a:cubicBezTo>
                  <a:cubicBezTo>
                    <a:pt x="535" y="334"/>
                    <a:pt x="535" y="101"/>
                    <a:pt x="535" y="101"/>
                  </a:cubicBezTo>
                  <a:lnTo>
                    <a:pt x="3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49" name="Google Shape;3849;p30"/>
            <p:cNvSpPr/>
            <p:nvPr/>
          </p:nvSpPr>
          <p:spPr>
            <a:xfrm>
              <a:off x="4289075" y="4866425"/>
              <a:ext cx="15850" cy="20875"/>
            </a:xfrm>
            <a:custGeom>
              <a:avLst/>
              <a:gdLst/>
              <a:ahLst/>
              <a:cxnLst/>
              <a:rect l="l" t="t" r="r" b="b"/>
              <a:pathLst>
                <a:path w="634" h="835" extrusionOk="0">
                  <a:moveTo>
                    <a:pt x="501" y="1"/>
                  </a:moveTo>
                  <a:lnTo>
                    <a:pt x="334" y="101"/>
                  </a:lnTo>
                  <a:cubicBezTo>
                    <a:pt x="267" y="134"/>
                    <a:pt x="167" y="201"/>
                    <a:pt x="134" y="301"/>
                  </a:cubicBezTo>
                  <a:cubicBezTo>
                    <a:pt x="67" y="468"/>
                    <a:pt x="0" y="668"/>
                    <a:pt x="0" y="668"/>
                  </a:cubicBezTo>
                  <a:cubicBezTo>
                    <a:pt x="0" y="701"/>
                    <a:pt x="167" y="834"/>
                    <a:pt x="167" y="834"/>
                  </a:cubicBezTo>
                  <a:cubicBezTo>
                    <a:pt x="167" y="834"/>
                    <a:pt x="234" y="801"/>
                    <a:pt x="300" y="768"/>
                  </a:cubicBezTo>
                  <a:cubicBezTo>
                    <a:pt x="400" y="668"/>
                    <a:pt x="467" y="634"/>
                    <a:pt x="501" y="534"/>
                  </a:cubicBezTo>
                  <a:cubicBezTo>
                    <a:pt x="601" y="434"/>
                    <a:pt x="634" y="201"/>
                    <a:pt x="634" y="201"/>
                  </a:cubicBezTo>
                  <a:lnTo>
                    <a:pt x="5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50" name="Google Shape;3850;p30"/>
            <p:cNvSpPr/>
            <p:nvPr/>
          </p:nvSpPr>
          <p:spPr>
            <a:xfrm>
              <a:off x="4308250" y="4888100"/>
              <a:ext cx="17525" cy="27550"/>
            </a:xfrm>
            <a:custGeom>
              <a:avLst/>
              <a:gdLst/>
              <a:ahLst/>
              <a:cxnLst/>
              <a:rect l="l" t="t" r="r" b="b"/>
              <a:pathLst>
                <a:path w="701" h="1102" extrusionOk="0">
                  <a:moveTo>
                    <a:pt x="401" y="1"/>
                  </a:moveTo>
                  <a:cubicBezTo>
                    <a:pt x="401" y="1"/>
                    <a:pt x="301" y="268"/>
                    <a:pt x="167" y="434"/>
                  </a:cubicBezTo>
                  <a:cubicBezTo>
                    <a:pt x="134" y="501"/>
                    <a:pt x="67" y="635"/>
                    <a:pt x="34" y="768"/>
                  </a:cubicBezTo>
                  <a:cubicBezTo>
                    <a:pt x="0" y="901"/>
                    <a:pt x="0" y="968"/>
                    <a:pt x="0" y="968"/>
                  </a:cubicBezTo>
                  <a:cubicBezTo>
                    <a:pt x="0" y="968"/>
                    <a:pt x="201" y="1068"/>
                    <a:pt x="301" y="1102"/>
                  </a:cubicBezTo>
                  <a:lnTo>
                    <a:pt x="401" y="968"/>
                  </a:lnTo>
                  <a:cubicBezTo>
                    <a:pt x="467" y="901"/>
                    <a:pt x="567" y="768"/>
                    <a:pt x="634" y="668"/>
                  </a:cubicBezTo>
                  <a:cubicBezTo>
                    <a:pt x="668" y="568"/>
                    <a:pt x="701" y="401"/>
                    <a:pt x="701" y="268"/>
                  </a:cubicBezTo>
                  <a:cubicBezTo>
                    <a:pt x="701" y="134"/>
                    <a:pt x="668" y="1"/>
                    <a:pt x="6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51" name="Google Shape;3851;p30"/>
            <p:cNvSpPr/>
            <p:nvPr/>
          </p:nvSpPr>
          <p:spPr>
            <a:xfrm>
              <a:off x="4326600" y="4920625"/>
              <a:ext cx="14200" cy="20875"/>
            </a:xfrm>
            <a:custGeom>
              <a:avLst/>
              <a:gdLst/>
              <a:ahLst/>
              <a:cxnLst/>
              <a:rect l="l" t="t" r="r" b="b"/>
              <a:pathLst>
                <a:path w="568" h="835" extrusionOk="0">
                  <a:moveTo>
                    <a:pt x="267" y="1"/>
                  </a:moveTo>
                  <a:cubicBezTo>
                    <a:pt x="267" y="1"/>
                    <a:pt x="234" y="34"/>
                    <a:pt x="167" y="134"/>
                  </a:cubicBezTo>
                  <a:cubicBezTo>
                    <a:pt x="134" y="168"/>
                    <a:pt x="67" y="268"/>
                    <a:pt x="67" y="334"/>
                  </a:cubicBezTo>
                  <a:cubicBezTo>
                    <a:pt x="0" y="501"/>
                    <a:pt x="67" y="801"/>
                    <a:pt x="67" y="801"/>
                  </a:cubicBezTo>
                  <a:cubicBezTo>
                    <a:pt x="100" y="801"/>
                    <a:pt x="300" y="835"/>
                    <a:pt x="300" y="835"/>
                  </a:cubicBezTo>
                  <a:cubicBezTo>
                    <a:pt x="300" y="835"/>
                    <a:pt x="501" y="635"/>
                    <a:pt x="567" y="468"/>
                  </a:cubicBezTo>
                  <a:lnTo>
                    <a:pt x="567" y="168"/>
                  </a:lnTo>
                  <a:cubicBezTo>
                    <a:pt x="567" y="101"/>
                    <a:pt x="501" y="1"/>
                    <a:pt x="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52" name="Google Shape;3852;p30"/>
            <p:cNvSpPr/>
            <p:nvPr/>
          </p:nvSpPr>
          <p:spPr>
            <a:xfrm>
              <a:off x="4344100" y="4954825"/>
              <a:ext cx="13375" cy="20025"/>
            </a:xfrm>
            <a:custGeom>
              <a:avLst/>
              <a:gdLst/>
              <a:ahLst/>
              <a:cxnLst/>
              <a:rect l="l" t="t" r="r" b="b"/>
              <a:pathLst>
                <a:path w="535" h="801" extrusionOk="0">
                  <a:moveTo>
                    <a:pt x="168" y="0"/>
                  </a:moveTo>
                  <a:cubicBezTo>
                    <a:pt x="168" y="0"/>
                    <a:pt x="134" y="67"/>
                    <a:pt x="101" y="134"/>
                  </a:cubicBezTo>
                  <a:cubicBezTo>
                    <a:pt x="67" y="234"/>
                    <a:pt x="1" y="267"/>
                    <a:pt x="1" y="334"/>
                  </a:cubicBezTo>
                  <a:cubicBezTo>
                    <a:pt x="1" y="467"/>
                    <a:pt x="67" y="734"/>
                    <a:pt x="67" y="734"/>
                  </a:cubicBezTo>
                  <a:cubicBezTo>
                    <a:pt x="67" y="768"/>
                    <a:pt x="268" y="801"/>
                    <a:pt x="301" y="801"/>
                  </a:cubicBezTo>
                  <a:cubicBezTo>
                    <a:pt x="301" y="801"/>
                    <a:pt x="468" y="634"/>
                    <a:pt x="534" y="467"/>
                  </a:cubicBezTo>
                  <a:cubicBezTo>
                    <a:pt x="534" y="401"/>
                    <a:pt x="468" y="267"/>
                    <a:pt x="468" y="167"/>
                  </a:cubicBezTo>
                  <a:cubicBezTo>
                    <a:pt x="468" y="67"/>
                    <a:pt x="434" y="0"/>
                    <a:pt x="4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53" name="Google Shape;3853;p30"/>
            <p:cNvSpPr/>
            <p:nvPr/>
          </p:nvSpPr>
          <p:spPr>
            <a:xfrm>
              <a:off x="4366625" y="4992350"/>
              <a:ext cx="13375" cy="18375"/>
            </a:xfrm>
            <a:custGeom>
              <a:avLst/>
              <a:gdLst/>
              <a:ahLst/>
              <a:cxnLst/>
              <a:rect l="l" t="t" r="r" b="b"/>
              <a:pathLst>
                <a:path w="535" h="735" extrusionOk="0">
                  <a:moveTo>
                    <a:pt x="201" y="0"/>
                  </a:moveTo>
                  <a:cubicBezTo>
                    <a:pt x="201" y="0"/>
                    <a:pt x="67" y="167"/>
                    <a:pt x="34" y="267"/>
                  </a:cubicBezTo>
                  <a:cubicBezTo>
                    <a:pt x="0" y="401"/>
                    <a:pt x="0" y="634"/>
                    <a:pt x="0" y="634"/>
                  </a:cubicBezTo>
                  <a:cubicBezTo>
                    <a:pt x="34" y="634"/>
                    <a:pt x="201" y="668"/>
                    <a:pt x="234" y="734"/>
                  </a:cubicBezTo>
                  <a:cubicBezTo>
                    <a:pt x="234" y="734"/>
                    <a:pt x="467" y="601"/>
                    <a:pt x="501" y="434"/>
                  </a:cubicBezTo>
                  <a:cubicBezTo>
                    <a:pt x="534" y="301"/>
                    <a:pt x="467" y="0"/>
                    <a:pt x="4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54" name="Google Shape;3854;p30"/>
            <p:cNvSpPr/>
            <p:nvPr/>
          </p:nvSpPr>
          <p:spPr>
            <a:xfrm>
              <a:off x="5492425" y="4233475"/>
              <a:ext cx="16700" cy="18550"/>
            </a:xfrm>
            <a:custGeom>
              <a:avLst/>
              <a:gdLst/>
              <a:ahLst/>
              <a:cxnLst/>
              <a:rect l="l" t="t" r="r" b="b"/>
              <a:pathLst>
                <a:path w="668" h="742" extrusionOk="0">
                  <a:moveTo>
                    <a:pt x="501" y="0"/>
                  </a:moveTo>
                  <a:cubicBezTo>
                    <a:pt x="501" y="0"/>
                    <a:pt x="234" y="100"/>
                    <a:pt x="134" y="234"/>
                  </a:cubicBezTo>
                  <a:cubicBezTo>
                    <a:pt x="67" y="301"/>
                    <a:pt x="34" y="434"/>
                    <a:pt x="1" y="501"/>
                  </a:cubicBezTo>
                  <a:lnTo>
                    <a:pt x="1" y="668"/>
                  </a:lnTo>
                  <a:cubicBezTo>
                    <a:pt x="29" y="668"/>
                    <a:pt x="156" y="741"/>
                    <a:pt x="191" y="741"/>
                  </a:cubicBezTo>
                  <a:cubicBezTo>
                    <a:pt x="197" y="741"/>
                    <a:pt x="201" y="739"/>
                    <a:pt x="201" y="734"/>
                  </a:cubicBezTo>
                  <a:cubicBezTo>
                    <a:pt x="201" y="734"/>
                    <a:pt x="401" y="601"/>
                    <a:pt x="501" y="501"/>
                  </a:cubicBezTo>
                  <a:cubicBezTo>
                    <a:pt x="568" y="434"/>
                    <a:pt x="668" y="167"/>
                    <a:pt x="668" y="167"/>
                  </a:cubicBezTo>
                  <a:lnTo>
                    <a:pt x="5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55" name="Google Shape;3855;p30"/>
            <p:cNvSpPr/>
            <p:nvPr/>
          </p:nvSpPr>
          <p:spPr>
            <a:xfrm>
              <a:off x="5509100" y="4245150"/>
              <a:ext cx="12550" cy="20025"/>
            </a:xfrm>
            <a:custGeom>
              <a:avLst/>
              <a:gdLst/>
              <a:ahLst/>
              <a:cxnLst/>
              <a:rect l="l" t="t" r="r" b="b"/>
              <a:pathLst>
                <a:path w="502" h="801" extrusionOk="0">
                  <a:moveTo>
                    <a:pt x="334" y="0"/>
                  </a:moveTo>
                  <a:cubicBezTo>
                    <a:pt x="268" y="0"/>
                    <a:pt x="67" y="100"/>
                    <a:pt x="67" y="100"/>
                  </a:cubicBezTo>
                  <a:cubicBezTo>
                    <a:pt x="67" y="100"/>
                    <a:pt x="1" y="301"/>
                    <a:pt x="1" y="367"/>
                  </a:cubicBezTo>
                  <a:cubicBezTo>
                    <a:pt x="1" y="467"/>
                    <a:pt x="34" y="668"/>
                    <a:pt x="34" y="668"/>
                  </a:cubicBezTo>
                  <a:lnTo>
                    <a:pt x="234" y="801"/>
                  </a:lnTo>
                  <a:cubicBezTo>
                    <a:pt x="234" y="801"/>
                    <a:pt x="501" y="634"/>
                    <a:pt x="501" y="434"/>
                  </a:cubicBezTo>
                  <a:cubicBezTo>
                    <a:pt x="501" y="334"/>
                    <a:pt x="468" y="201"/>
                    <a:pt x="401" y="134"/>
                  </a:cubicBezTo>
                  <a:cubicBezTo>
                    <a:pt x="368" y="34"/>
                    <a:pt x="334" y="0"/>
                    <a:pt x="3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56" name="Google Shape;3856;p30"/>
            <p:cNvSpPr/>
            <p:nvPr/>
          </p:nvSpPr>
          <p:spPr>
            <a:xfrm>
              <a:off x="5529125" y="4257650"/>
              <a:ext cx="13350" cy="23700"/>
            </a:xfrm>
            <a:custGeom>
              <a:avLst/>
              <a:gdLst/>
              <a:ahLst/>
              <a:cxnLst/>
              <a:rect l="l" t="t" r="r" b="b"/>
              <a:pathLst>
                <a:path w="534" h="948" extrusionOk="0">
                  <a:moveTo>
                    <a:pt x="334" y="1"/>
                  </a:moveTo>
                  <a:cubicBezTo>
                    <a:pt x="334" y="1"/>
                    <a:pt x="100" y="201"/>
                    <a:pt x="34" y="368"/>
                  </a:cubicBezTo>
                  <a:cubicBezTo>
                    <a:pt x="0" y="601"/>
                    <a:pt x="0" y="868"/>
                    <a:pt x="0" y="868"/>
                  </a:cubicBezTo>
                  <a:cubicBezTo>
                    <a:pt x="0" y="917"/>
                    <a:pt x="108" y="948"/>
                    <a:pt x="165" y="948"/>
                  </a:cubicBezTo>
                  <a:cubicBezTo>
                    <a:pt x="186" y="948"/>
                    <a:pt x="200" y="944"/>
                    <a:pt x="200" y="935"/>
                  </a:cubicBezTo>
                  <a:cubicBezTo>
                    <a:pt x="200" y="935"/>
                    <a:pt x="401" y="701"/>
                    <a:pt x="434" y="601"/>
                  </a:cubicBezTo>
                  <a:cubicBezTo>
                    <a:pt x="534" y="434"/>
                    <a:pt x="534" y="134"/>
                    <a:pt x="534" y="134"/>
                  </a:cubicBezTo>
                  <a:cubicBezTo>
                    <a:pt x="534" y="101"/>
                    <a:pt x="334" y="1"/>
                    <a:pt x="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57" name="Google Shape;3857;p30"/>
            <p:cNvSpPr/>
            <p:nvPr/>
          </p:nvSpPr>
          <p:spPr>
            <a:xfrm>
              <a:off x="5651700" y="4281475"/>
              <a:ext cx="16700" cy="12900"/>
            </a:xfrm>
            <a:custGeom>
              <a:avLst/>
              <a:gdLst/>
              <a:ahLst/>
              <a:cxnLst/>
              <a:rect l="l" t="t" r="r" b="b"/>
              <a:pathLst>
                <a:path w="668" h="516" extrusionOk="0">
                  <a:moveTo>
                    <a:pt x="399" y="0"/>
                  </a:moveTo>
                  <a:cubicBezTo>
                    <a:pt x="349" y="0"/>
                    <a:pt x="301" y="4"/>
                    <a:pt x="268" y="15"/>
                  </a:cubicBezTo>
                  <a:cubicBezTo>
                    <a:pt x="134" y="48"/>
                    <a:pt x="1" y="315"/>
                    <a:pt x="1" y="315"/>
                  </a:cubicBezTo>
                  <a:cubicBezTo>
                    <a:pt x="1" y="349"/>
                    <a:pt x="134" y="482"/>
                    <a:pt x="168" y="515"/>
                  </a:cubicBezTo>
                  <a:cubicBezTo>
                    <a:pt x="168" y="515"/>
                    <a:pt x="334" y="515"/>
                    <a:pt x="434" y="482"/>
                  </a:cubicBezTo>
                  <a:cubicBezTo>
                    <a:pt x="534" y="415"/>
                    <a:pt x="668" y="249"/>
                    <a:pt x="668" y="249"/>
                  </a:cubicBezTo>
                  <a:cubicBezTo>
                    <a:pt x="668" y="215"/>
                    <a:pt x="601" y="15"/>
                    <a:pt x="601" y="15"/>
                  </a:cubicBezTo>
                  <a:cubicBezTo>
                    <a:pt x="601" y="15"/>
                    <a:pt x="497" y="0"/>
                    <a:pt x="3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58" name="Google Shape;3858;p30"/>
            <p:cNvSpPr/>
            <p:nvPr/>
          </p:nvSpPr>
          <p:spPr>
            <a:xfrm>
              <a:off x="5655050" y="4311850"/>
              <a:ext cx="17525" cy="20050"/>
            </a:xfrm>
            <a:custGeom>
              <a:avLst/>
              <a:gdLst/>
              <a:ahLst/>
              <a:cxnLst/>
              <a:rect l="l" t="t" r="r" b="b"/>
              <a:pathLst>
                <a:path w="701" h="802" extrusionOk="0">
                  <a:moveTo>
                    <a:pt x="567" y="1"/>
                  </a:moveTo>
                  <a:cubicBezTo>
                    <a:pt x="567" y="1"/>
                    <a:pt x="501" y="1"/>
                    <a:pt x="400" y="34"/>
                  </a:cubicBezTo>
                  <a:cubicBezTo>
                    <a:pt x="334" y="101"/>
                    <a:pt x="234" y="134"/>
                    <a:pt x="167" y="201"/>
                  </a:cubicBezTo>
                  <a:cubicBezTo>
                    <a:pt x="34" y="335"/>
                    <a:pt x="0" y="635"/>
                    <a:pt x="0" y="635"/>
                  </a:cubicBezTo>
                  <a:cubicBezTo>
                    <a:pt x="0" y="668"/>
                    <a:pt x="167" y="768"/>
                    <a:pt x="200" y="802"/>
                  </a:cubicBezTo>
                  <a:cubicBezTo>
                    <a:pt x="200" y="802"/>
                    <a:pt x="467" y="668"/>
                    <a:pt x="534" y="535"/>
                  </a:cubicBezTo>
                  <a:cubicBezTo>
                    <a:pt x="567" y="501"/>
                    <a:pt x="601" y="435"/>
                    <a:pt x="667" y="335"/>
                  </a:cubicBezTo>
                  <a:cubicBezTo>
                    <a:pt x="667" y="268"/>
                    <a:pt x="701" y="201"/>
                    <a:pt x="701" y="201"/>
                  </a:cubicBezTo>
                  <a:lnTo>
                    <a:pt x="56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59" name="Google Shape;3859;p30"/>
            <p:cNvSpPr/>
            <p:nvPr/>
          </p:nvSpPr>
          <p:spPr>
            <a:xfrm>
              <a:off x="5666725" y="4348550"/>
              <a:ext cx="15025" cy="24225"/>
            </a:xfrm>
            <a:custGeom>
              <a:avLst/>
              <a:gdLst/>
              <a:ahLst/>
              <a:cxnLst/>
              <a:rect l="l" t="t" r="r" b="b"/>
              <a:pathLst>
                <a:path w="601" h="969" extrusionOk="0">
                  <a:moveTo>
                    <a:pt x="367" y="1"/>
                  </a:moveTo>
                  <a:cubicBezTo>
                    <a:pt x="367" y="1"/>
                    <a:pt x="334" y="34"/>
                    <a:pt x="267" y="134"/>
                  </a:cubicBezTo>
                  <a:cubicBezTo>
                    <a:pt x="234" y="201"/>
                    <a:pt x="167" y="301"/>
                    <a:pt x="100" y="368"/>
                  </a:cubicBezTo>
                  <a:cubicBezTo>
                    <a:pt x="34" y="534"/>
                    <a:pt x="0" y="868"/>
                    <a:pt x="0" y="868"/>
                  </a:cubicBezTo>
                  <a:lnTo>
                    <a:pt x="200" y="968"/>
                  </a:lnTo>
                  <a:cubicBezTo>
                    <a:pt x="200" y="968"/>
                    <a:pt x="434" y="735"/>
                    <a:pt x="534" y="568"/>
                  </a:cubicBezTo>
                  <a:cubicBezTo>
                    <a:pt x="567" y="501"/>
                    <a:pt x="601" y="368"/>
                    <a:pt x="601" y="234"/>
                  </a:cubicBezTo>
                  <a:lnTo>
                    <a:pt x="601" y="34"/>
                  </a:lnTo>
                  <a:lnTo>
                    <a:pt x="36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60" name="Google Shape;3860;p30"/>
            <p:cNvSpPr/>
            <p:nvPr/>
          </p:nvSpPr>
          <p:spPr>
            <a:xfrm>
              <a:off x="5689225" y="4377750"/>
              <a:ext cx="12550" cy="14200"/>
            </a:xfrm>
            <a:custGeom>
              <a:avLst/>
              <a:gdLst/>
              <a:ahLst/>
              <a:cxnLst/>
              <a:rect l="l" t="t" r="r" b="b"/>
              <a:pathLst>
                <a:path w="502" h="568" extrusionOk="0">
                  <a:moveTo>
                    <a:pt x="134" y="0"/>
                  </a:moveTo>
                  <a:cubicBezTo>
                    <a:pt x="134" y="0"/>
                    <a:pt x="1" y="167"/>
                    <a:pt x="1" y="300"/>
                  </a:cubicBezTo>
                  <a:cubicBezTo>
                    <a:pt x="1" y="400"/>
                    <a:pt x="134" y="567"/>
                    <a:pt x="134" y="567"/>
                  </a:cubicBezTo>
                  <a:lnTo>
                    <a:pt x="368" y="567"/>
                  </a:lnTo>
                  <a:cubicBezTo>
                    <a:pt x="368" y="567"/>
                    <a:pt x="501" y="400"/>
                    <a:pt x="501" y="300"/>
                  </a:cubicBezTo>
                  <a:cubicBezTo>
                    <a:pt x="501" y="167"/>
                    <a:pt x="368" y="0"/>
                    <a:pt x="3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61" name="Google Shape;3861;p30"/>
            <p:cNvSpPr/>
            <p:nvPr/>
          </p:nvSpPr>
          <p:spPr>
            <a:xfrm>
              <a:off x="5727600" y="4400250"/>
              <a:ext cx="12525" cy="15875"/>
            </a:xfrm>
            <a:custGeom>
              <a:avLst/>
              <a:gdLst/>
              <a:ahLst/>
              <a:cxnLst/>
              <a:rect l="l" t="t" r="r" b="b"/>
              <a:pathLst>
                <a:path w="501" h="635" extrusionOk="0">
                  <a:moveTo>
                    <a:pt x="134" y="1"/>
                  </a:moveTo>
                  <a:cubicBezTo>
                    <a:pt x="134" y="1"/>
                    <a:pt x="0" y="234"/>
                    <a:pt x="0" y="334"/>
                  </a:cubicBezTo>
                  <a:cubicBezTo>
                    <a:pt x="0" y="401"/>
                    <a:pt x="67" y="468"/>
                    <a:pt x="100" y="568"/>
                  </a:cubicBezTo>
                  <a:lnTo>
                    <a:pt x="167" y="635"/>
                  </a:lnTo>
                  <a:cubicBezTo>
                    <a:pt x="220" y="635"/>
                    <a:pt x="338" y="592"/>
                    <a:pt x="400" y="592"/>
                  </a:cubicBezTo>
                  <a:cubicBezTo>
                    <a:pt x="415" y="592"/>
                    <a:pt x="427" y="595"/>
                    <a:pt x="434" y="601"/>
                  </a:cubicBezTo>
                  <a:cubicBezTo>
                    <a:pt x="434" y="601"/>
                    <a:pt x="467" y="501"/>
                    <a:pt x="467" y="468"/>
                  </a:cubicBezTo>
                  <a:cubicBezTo>
                    <a:pt x="501" y="434"/>
                    <a:pt x="501" y="334"/>
                    <a:pt x="501" y="301"/>
                  </a:cubicBezTo>
                  <a:cubicBezTo>
                    <a:pt x="501" y="168"/>
                    <a:pt x="401" y="1"/>
                    <a:pt x="4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62" name="Google Shape;3862;p30"/>
            <p:cNvSpPr/>
            <p:nvPr/>
          </p:nvSpPr>
          <p:spPr>
            <a:xfrm>
              <a:off x="5830175" y="3945775"/>
              <a:ext cx="16700" cy="19425"/>
            </a:xfrm>
            <a:custGeom>
              <a:avLst/>
              <a:gdLst/>
              <a:ahLst/>
              <a:cxnLst/>
              <a:rect l="l" t="t" r="r" b="b"/>
              <a:pathLst>
                <a:path w="668" h="777" extrusionOk="0">
                  <a:moveTo>
                    <a:pt x="501" y="0"/>
                  </a:moveTo>
                  <a:cubicBezTo>
                    <a:pt x="501" y="0"/>
                    <a:pt x="234" y="134"/>
                    <a:pt x="134" y="267"/>
                  </a:cubicBezTo>
                  <a:cubicBezTo>
                    <a:pt x="34" y="434"/>
                    <a:pt x="0" y="667"/>
                    <a:pt x="0" y="667"/>
                  </a:cubicBezTo>
                  <a:cubicBezTo>
                    <a:pt x="0" y="722"/>
                    <a:pt x="111" y="776"/>
                    <a:pt x="152" y="776"/>
                  </a:cubicBezTo>
                  <a:cubicBezTo>
                    <a:pt x="161" y="776"/>
                    <a:pt x="167" y="774"/>
                    <a:pt x="167" y="767"/>
                  </a:cubicBezTo>
                  <a:cubicBezTo>
                    <a:pt x="167" y="767"/>
                    <a:pt x="400" y="634"/>
                    <a:pt x="501" y="501"/>
                  </a:cubicBezTo>
                  <a:cubicBezTo>
                    <a:pt x="634" y="434"/>
                    <a:pt x="667" y="167"/>
                    <a:pt x="667" y="167"/>
                  </a:cubicBezTo>
                  <a:lnTo>
                    <a:pt x="5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63" name="Google Shape;3863;p30"/>
            <p:cNvSpPr/>
            <p:nvPr/>
          </p:nvSpPr>
          <p:spPr>
            <a:xfrm>
              <a:off x="5851025" y="3962450"/>
              <a:ext cx="13350" cy="20025"/>
            </a:xfrm>
            <a:custGeom>
              <a:avLst/>
              <a:gdLst/>
              <a:ahLst/>
              <a:cxnLst/>
              <a:rect l="l" t="t" r="r" b="b"/>
              <a:pathLst>
                <a:path w="534" h="801" extrusionOk="0">
                  <a:moveTo>
                    <a:pt x="234" y="0"/>
                  </a:moveTo>
                  <a:cubicBezTo>
                    <a:pt x="234" y="0"/>
                    <a:pt x="67" y="167"/>
                    <a:pt x="33" y="334"/>
                  </a:cubicBezTo>
                  <a:cubicBezTo>
                    <a:pt x="0" y="501"/>
                    <a:pt x="33" y="768"/>
                    <a:pt x="33" y="768"/>
                  </a:cubicBezTo>
                  <a:cubicBezTo>
                    <a:pt x="33" y="768"/>
                    <a:pt x="234" y="801"/>
                    <a:pt x="300" y="801"/>
                  </a:cubicBezTo>
                  <a:cubicBezTo>
                    <a:pt x="300" y="801"/>
                    <a:pt x="467" y="634"/>
                    <a:pt x="501" y="467"/>
                  </a:cubicBezTo>
                  <a:cubicBezTo>
                    <a:pt x="534" y="301"/>
                    <a:pt x="501" y="67"/>
                    <a:pt x="501" y="67"/>
                  </a:cubicBezTo>
                  <a:lnTo>
                    <a:pt x="2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64" name="Google Shape;3864;p30"/>
            <p:cNvSpPr/>
            <p:nvPr/>
          </p:nvSpPr>
          <p:spPr>
            <a:xfrm>
              <a:off x="5875200" y="3987475"/>
              <a:ext cx="13375" cy="24425"/>
            </a:xfrm>
            <a:custGeom>
              <a:avLst/>
              <a:gdLst/>
              <a:ahLst/>
              <a:cxnLst/>
              <a:rect l="l" t="t" r="r" b="b"/>
              <a:pathLst>
                <a:path w="535" h="977" extrusionOk="0">
                  <a:moveTo>
                    <a:pt x="334" y="0"/>
                  </a:moveTo>
                  <a:cubicBezTo>
                    <a:pt x="334" y="0"/>
                    <a:pt x="101" y="267"/>
                    <a:pt x="34" y="434"/>
                  </a:cubicBezTo>
                  <a:cubicBezTo>
                    <a:pt x="1" y="600"/>
                    <a:pt x="1" y="934"/>
                    <a:pt x="1" y="934"/>
                  </a:cubicBezTo>
                  <a:cubicBezTo>
                    <a:pt x="1" y="934"/>
                    <a:pt x="129" y="977"/>
                    <a:pt x="180" y="977"/>
                  </a:cubicBezTo>
                  <a:cubicBezTo>
                    <a:pt x="193" y="977"/>
                    <a:pt x="201" y="974"/>
                    <a:pt x="201" y="967"/>
                  </a:cubicBezTo>
                  <a:cubicBezTo>
                    <a:pt x="201" y="967"/>
                    <a:pt x="401" y="767"/>
                    <a:pt x="434" y="600"/>
                  </a:cubicBezTo>
                  <a:cubicBezTo>
                    <a:pt x="534" y="434"/>
                    <a:pt x="534" y="133"/>
                    <a:pt x="534" y="133"/>
                  </a:cubicBezTo>
                  <a:cubicBezTo>
                    <a:pt x="534" y="100"/>
                    <a:pt x="334" y="0"/>
                    <a:pt x="3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65" name="Google Shape;3865;p30"/>
            <p:cNvSpPr/>
            <p:nvPr/>
          </p:nvSpPr>
          <p:spPr>
            <a:xfrm>
              <a:off x="6001950" y="3978300"/>
              <a:ext cx="13375" cy="15025"/>
            </a:xfrm>
            <a:custGeom>
              <a:avLst/>
              <a:gdLst/>
              <a:ahLst/>
              <a:cxnLst/>
              <a:rect l="l" t="t" r="r" b="b"/>
              <a:pathLst>
                <a:path w="535" h="601" extrusionOk="0">
                  <a:moveTo>
                    <a:pt x="368" y="0"/>
                  </a:moveTo>
                  <a:cubicBezTo>
                    <a:pt x="368" y="0"/>
                    <a:pt x="168" y="100"/>
                    <a:pt x="101" y="167"/>
                  </a:cubicBezTo>
                  <a:cubicBezTo>
                    <a:pt x="1" y="200"/>
                    <a:pt x="1" y="434"/>
                    <a:pt x="1" y="434"/>
                  </a:cubicBezTo>
                  <a:lnTo>
                    <a:pt x="168" y="601"/>
                  </a:lnTo>
                  <a:cubicBezTo>
                    <a:pt x="168" y="601"/>
                    <a:pt x="368" y="500"/>
                    <a:pt x="468" y="434"/>
                  </a:cubicBezTo>
                  <a:cubicBezTo>
                    <a:pt x="535" y="367"/>
                    <a:pt x="535" y="167"/>
                    <a:pt x="535" y="167"/>
                  </a:cubicBezTo>
                  <a:lnTo>
                    <a:pt x="36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66" name="Google Shape;3866;p30"/>
            <p:cNvSpPr/>
            <p:nvPr/>
          </p:nvSpPr>
          <p:spPr>
            <a:xfrm>
              <a:off x="6006950" y="3997475"/>
              <a:ext cx="16725" cy="25875"/>
            </a:xfrm>
            <a:custGeom>
              <a:avLst/>
              <a:gdLst/>
              <a:ahLst/>
              <a:cxnLst/>
              <a:rect l="l" t="t" r="r" b="b"/>
              <a:pathLst>
                <a:path w="669" h="1035" extrusionOk="0">
                  <a:moveTo>
                    <a:pt x="435" y="0"/>
                  </a:moveTo>
                  <a:cubicBezTo>
                    <a:pt x="435" y="0"/>
                    <a:pt x="168" y="234"/>
                    <a:pt x="101" y="401"/>
                  </a:cubicBezTo>
                  <a:cubicBezTo>
                    <a:pt x="1" y="601"/>
                    <a:pt x="1" y="934"/>
                    <a:pt x="1" y="934"/>
                  </a:cubicBezTo>
                  <a:cubicBezTo>
                    <a:pt x="1" y="934"/>
                    <a:pt x="234" y="1034"/>
                    <a:pt x="268" y="1034"/>
                  </a:cubicBezTo>
                  <a:cubicBezTo>
                    <a:pt x="268" y="1034"/>
                    <a:pt x="501" y="768"/>
                    <a:pt x="601" y="601"/>
                  </a:cubicBezTo>
                  <a:cubicBezTo>
                    <a:pt x="668" y="401"/>
                    <a:pt x="668" y="67"/>
                    <a:pt x="668" y="67"/>
                  </a:cubicBezTo>
                  <a:cubicBezTo>
                    <a:pt x="635" y="67"/>
                    <a:pt x="435" y="0"/>
                    <a:pt x="4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67" name="Google Shape;3867;p30"/>
            <p:cNvSpPr/>
            <p:nvPr/>
          </p:nvSpPr>
          <p:spPr>
            <a:xfrm>
              <a:off x="6027800" y="4031650"/>
              <a:ext cx="15875" cy="21950"/>
            </a:xfrm>
            <a:custGeom>
              <a:avLst/>
              <a:gdLst/>
              <a:ahLst/>
              <a:cxnLst/>
              <a:rect l="l" t="t" r="r" b="b"/>
              <a:pathLst>
                <a:path w="635" h="878" extrusionOk="0">
                  <a:moveTo>
                    <a:pt x="334" y="1"/>
                  </a:moveTo>
                  <a:cubicBezTo>
                    <a:pt x="334" y="1"/>
                    <a:pt x="134" y="201"/>
                    <a:pt x="101" y="368"/>
                  </a:cubicBezTo>
                  <a:cubicBezTo>
                    <a:pt x="1" y="535"/>
                    <a:pt x="68" y="835"/>
                    <a:pt x="68" y="835"/>
                  </a:cubicBezTo>
                  <a:cubicBezTo>
                    <a:pt x="68" y="835"/>
                    <a:pt x="196" y="878"/>
                    <a:pt x="264" y="878"/>
                  </a:cubicBezTo>
                  <a:cubicBezTo>
                    <a:pt x="281" y="878"/>
                    <a:pt x="294" y="875"/>
                    <a:pt x="301" y="868"/>
                  </a:cubicBezTo>
                  <a:cubicBezTo>
                    <a:pt x="301" y="868"/>
                    <a:pt x="501" y="668"/>
                    <a:pt x="568" y="501"/>
                  </a:cubicBezTo>
                  <a:cubicBezTo>
                    <a:pt x="635" y="335"/>
                    <a:pt x="601" y="34"/>
                    <a:pt x="601" y="34"/>
                  </a:cubicBezTo>
                  <a:lnTo>
                    <a:pt x="33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68" name="Google Shape;3868;p30"/>
            <p:cNvSpPr/>
            <p:nvPr/>
          </p:nvSpPr>
          <p:spPr>
            <a:xfrm>
              <a:off x="6051150" y="4057525"/>
              <a:ext cx="12550" cy="27450"/>
            </a:xfrm>
            <a:custGeom>
              <a:avLst/>
              <a:gdLst/>
              <a:ahLst/>
              <a:cxnLst/>
              <a:rect l="l" t="t" r="r" b="b"/>
              <a:pathLst>
                <a:path w="502" h="1098" extrusionOk="0">
                  <a:moveTo>
                    <a:pt x="168" y="0"/>
                  </a:moveTo>
                  <a:cubicBezTo>
                    <a:pt x="168" y="0"/>
                    <a:pt x="1" y="334"/>
                    <a:pt x="1" y="500"/>
                  </a:cubicBezTo>
                  <a:cubicBezTo>
                    <a:pt x="1" y="701"/>
                    <a:pt x="34" y="1034"/>
                    <a:pt x="34" y="1034"/>
                  </a:cubicBezTo>
                  <a:cubicBezTo>
                    <a:pt x="34" y="1071"/>
                    <a:pt x="94" y="1097"/>
                    <a:pt x="154" y="1097"/>
                  </a:cubicBezTo>
                  <a:cubicBezTo>
                    <a:pt x="204" y="1097"/>
                    <a:pt x="253" y="1079"/>
                    <a:pt x="268" y="1034"/>
                  </a:cubicBezTo>
                  <a:cubicBezTo>
                    <a:pt x="268" y="1034"/>
                    <a:pt x="435" y="767"/>
                    <a:pt x="501" y="534"/>
                  </a:cubicBezTo>
                  <a:cubicBezTo>
                    <a:pt x="501" y="334"/>
                    <a:pt x="401" y="0"/>
                    <a:pt x="4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69" name="Google Shape;3869;p30"/>
            <p:cNvSpPr/>
            <p:nvPr/>
          </p:nvSpPr>
          <p:spPr>
            <a:xfrm>
              <a:off x="5872225" y="4481975"/>
              <a:ext cx="338800" cy="231750"/>
            </a:xfrm>
            <a:custGeom>
              <a:avLst/>
              <a:gdLst/>
              <a:ahLst/>
              <a:cxnLst/>
              <a:rect l="l" t="t" r="r" b="b"/>
              <a:pathLst>
                <a:path w="13552" h="9270" extrusionOk="0">
                  <a:moveTo>
                    <a:pt x="4122" y="1"/>
                  </a:moveTo>
                  <a:cubicBezTo>
                    <a:pt x="3389" y="34"/>
                    <a:pt x="2721" y="368"/>
                    <a:pt x="2321" y="835"/>
                  </a:cubicBezTo>
                  <a:cubicBezTo>
                    <a:pt x="2054" y="1035"/>
                    <a:pt x="1887" y="1335"/>
                    <a:pt x="1821" y="1569"/>
                  </a:cubicBezTo>
                  <a:cubicBezTo>
                    <a:pt x="1721" y="1869"/>
                    <a:pt x="1654" y="2136"/>
                    <a:pt x="1554" y="2336"/>
                  </a:cubicBezTo>
                  <a:cubicBezTo>
                    <a:pt x="1454" y="2803"/>
                    <a:pt x="1287" y="3203"/>
                    <a:pt x="1120" y="3470"/>
                  </a:cubicBezTo>
                  <a:cubicBezTo>
                    <a:pt x="953" y="3737"/>
                    <a:pt x="720" y="3837"/>
                    <a:pt x="620" y="3870"/>
                  </a:cubicBezTo>
                  <a:lnTo>
                    <a:pt x="353" y="3870"/>
                  </a:lnTo>
                  <a:cubicBezTo>
                    <a:pt x="345" y="3869"/>
                    <a:pt x="337" y="3868"/>
                    <a:pt x="329" y="3868"/>
                  </a:cubicBezTo>
                  <a:cubicBezTo>
                    <a:pt x="168" y="3868"/>
                    <a:pt x="0" y="4174"/>
                    <a:pt x="286" y="4237"/>
                  </a:cubicBezTo>
                  <a:cubicBezTo>
                    <a:pt x="286" y="4237"/>
                    <a:pt x="320" y="4304"/>
                    <a:pt x="353" y="4304"/>
                  </a:cubicBezTo>
                  <a:lnTo>
                    <a:pt x="653" y="4304"/>
                  </a:lnTo>
                  <a:cubicBezTo>
                    <a:pt x="887" y="4304"/>
                    <a:pt x="1287" y="4070"/>
                    <a:pt x="1487" y="3737"/>
                  </a:cubicBezTo>
                  <a:cubicBezTo>
                    <a:pt x="1721" y="3403"/>
                    <a:pt x="1887" y="3003"/>
                    <a:pt x="2054" y="2536"/>
                  </a:cubicBezTo>
                  <a:cubicBezTo>
                    <a:pt x="2288" y="2069"/>
                    <a:pt x="2388" y="1569"/>
                    <a:pt x="2788" y="1235"/>
                  </a:cubicBezTo>
                  <a:cubicBezTo>
                    <a:pt x="3155" y="901"/>
                    <a:pt x="3655" y="668"/>
                    <a:pt x="4189" y="668"/>
                  </a:cubicBezTo>
                  <a:cubicBezTo>
                    <a:pt x="4689" y="668"/>
                    <a:pt x="5290" y="901"/>
                    <a:pt x="5557" y="1335"/>
                  </a:cubicBezTo>
                  <a:cubicBezTo>
                    <a:pt x="5890" y="1735"/>
                    <a:pt x="5990" y="2369"/>
                    <a:pt x="6157" y="3003"/>
                  </a:cubicBezTo>
                  <a:cubicBezTo>
                    <a:pt x="6357" y="3637"/>
                    <a:pt x="6724" y="4337"/>
                    <a:pt x="7491" y="4537"/>
                  </a:cubicBezTo>
                  <a:cubicBezTo>
                    <a:pt x="7607" y="4579"/>
                    <a:pt x="7732" y="4598"/>
                    <a:pt x="7858" y="4598"/>
                  </a:cubicBezTo>
                  <a:cubicBezTo>
                    <a:pt x="8135" y="4598"/>
                    <a:pt x="8420" y="4508"/>
                    <a:pt x="8626" y="4371"/>
                  </a:cubicBezTo>
                  <a:cubicBezTo>
                    <a:pt x="8792" y="4237"/>
                    <a:pt x="8892" y="4171"/>
                    <a:pt x="9026" y="4037"/>
                  </a:cubicBezTo>
                  <a:lnTo>
                    <a:pt x="9126" y="3970"/>
                  </a:lnTo>
                  <a:lnTo>
                    <a:pt x="9159" y="3904"/>
                  </a:lnTo>
                  <a:lnTo>
                    <a:pt x="9326" y="3804"/>
                  </a:lnTo>
                  <a:cubicBezTo>
                    <a:pt x="9793" y="3403"/>
                    <a:pt x="10227" y="3070"/>
                    <a:pt x="10794" y="3070"/>
                  </a:cubicBezTo>
                  <a:cubicBezTo>
                    <a:pt x="10827" y="3059"/>
                    <a:pt x="10868" y="3055"/>
                    <a:pt x="10912" y="3055"/>
                  </a:cubicBezTo>
                  <a:cubicBezTo>
                    <a:pt x="11001" y="3055"/>
                    <a:pt x="11105" y="3070"/>
                    <a:pt x="11194" y="3070"/>
                  </a:cubicBezTo>
                  <a:cubicBezTo>
                    <a:pt x="11328" y="3070"/>
                    <a:pt x="11461" y="3136"/>
                    <a:pt x="11561" y="3170"/>
                  </a:cubicBezTo>
                  <a:cubicBezTo>
                    <a:pt x="11828" y="3303"/>
                    <a:pt x="12028" y="3403"/>
                    <a:pt x="12161" y="3637"/>
                  </a:cubicBezTo>
                  <a:cubicBezTo>
                    <a:pt x="12428" y="4037"/>
                    <a:pt x="12428" y="4571"/>
                    <a:pt x="12495" y="5171"/>
                  </a:cubicBezTo>
                  <a:cubicBezTo>
                    <a:pt x="12528" y="6305"/>
                    <a:pt x="12628" y="7339"/>
                    <a:pt x="12829" y="8040"/>
                  </a:cubicBezTo>
                  <a:cubicBezTo>
                    <a:pt x="12895" y="8407"/>
                    <a:pt x="12995" y="8707"/>
                    <a:pt x="13062" y="8874"/>
                  </a:cubicBezTo>
                  <a:cubicBezTo>
                    <a:pt x="13162" y="9074"/>
                    <a:pt x="13196" y="9174"/>
                    <a:pt x="13196" y="9174"/>
                  </a:cubicBezTo>
                  <a:cubicBezTo>
                    <a:pt x="13228" y="9239"/>
                    <a:pt x="13279" y="9269"/>
                    <a:pt x="13331" y="9269"/>
                  </a:cubicBezTo>
                  <a:cubicBezTo>
                    <a:pt x="13438" y="9269"/>
                    <a:pt x="13552" y="9143"/>
                    <a:pt x="13529" y="8941"/>
                  </a:cubicBezTo>
                  <a:cubicBezTo>
                    <a:pt x="13529" y="8941"/>
                    <a:pt x="13529" y="8841"/>
                    <a:pt x="13462" y="8674"/>
                  </a:cubicBezTo>
                  <a:cubicBezTo>
                    <a:pt x="13362" y="8507"/>
                    <a:pt x="13329" y="8207"/>
                    <a:pt x="13229" y="7873"/>
                  </a:cubicBezTo>
                  <a:cubicBezTo>
                    <a:pt x="13062" y="7206"/>
                    <a:pt x="13029" y="6205"/>
                    <a:pt x="13029" y="5071"/>
                  </a:cubicBezTo>
                  <a:cubicBezTo>
                    <a:pt x="12995" y="4537"/>
                    <a:pt x="13029" y="3837"/>
                    <a:pt x="12628" y="3203"/>
                  </a:cubicBezTo>
                  <a:cubicBezTo>
                    <a:pt x="12395" y="2870"/>
                    <a:pt x="12061" y="2636"/>
                    <a:pt x="11728" y="2503"/>
                  </a:cubicBezTo>
                  <a:cubicBezTo>
                    <a:pt x="11561" y="2436"/>
                    <a:pt x="11361" y="2403"/>
                    <a:pt x="11194" y="2369"/>
                  </a:cubicBezTo>
                  <a:cubicBezTo>
                    <a:pt x="11027" y="2369"/>
                    <a:pt x="10827" y="2336"/>
                    <a:pt x="10660" y="2336"/>
                  </a:cubicBezTo>
                  <a:cubicBezTo>
                    <a:pt x="10293" y="2336"/>
                    <a:pt x="9960" y="2436"/>
                    <a:pt x="9626" y="2603"/>
                  </a:cubicBezTo>
                  <a:cubicBezTo>
                    <a:pt x="9293" y="2770"/>
                    <a:pt x="9026" y="2936"/>
                    <a:pt x="8792" y="3170"/>
                  </a:cubicBezTo>
                  <a:lnTo>
                    <a:pt x="8626" y="3270"/>
                  </a:lnTo>
                  <a:lnTo>
                    <a:pt x="8559" y="3337"/>
                  </a:lnTo>
                  <a:cubicBezTo>
                    <a:pt x="8526" y="3337"/>
                    <a:pt x="8526" y="3337"/>
                    <a:pt x="8492" y="3370"/>
                  </a:cubicBezTo>
                  <a:lnTo>
                    <a:pt x="8392" y="3470"/>
                  </a:lnTo>
                  <a:cubicBezTo>
                    <a:pt x="8325" y="3570"/>
                    <a:pt x="8192" y="3670"/>
                    <a:pt x="8125" y="3704"/>
                  </a:cubicBezTo>
                  <a:cubicBezTo>
                    <a:pt x="7970" y="3792"/>
                    <a:pt x="7844" y="3822"/>
                    <a:pt x="7727" y="3822"/>
                  </a:cubicBezTo>
                  <a:cubicBezTo>
                    <a:pt x="7669" y="3822"/>
                    <a:pt x="7614" y="3815"/>
                    <a:pt x="7558" y="3804"/>
                  </a:cubicBezTo>
                  <a:cubicBezTo>
                    <a:pt x="7391" y="3737"/>
                    <a:pt x="7225" y="3637"/>
                    <a:pt x="7058" y="3403"/>
                  </a:cubicBezTo>
                  <a:cubicBezTo>
                    <a:pt x="6958" y="3203"/>
                    <a:pt x="6824" y="2970"/>
                    <a:pt x="6724" y="2703"/>
                  </a:cubicBezTo>
                  <a:cubicBezTo>
                    <a:pt x="6557" y="2202"/>
                    <a:pt x="6491" y="1502"/>
                    <a:pt x="6024" y="868"/>
                  </a:cubicBezTo>
                  <a:cubicBezTo>
                    <a:pt x="5557" y="234"/>
                    <a:pt x="4823" y="1"/>
                    <a:pt x="41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70" name="Google Shape;3870;p30"/>
            <p:cNvSpPr/>
            <p:nvPr/>
          </p:nvSpPr>
          <p:spPr>
            <a:xfrm>
              <a:off x="5973600" y="4518675"/>
              <a:ext cx="22550" cy="12525"/>
            </a:xfrm>
            <a:custGeom>
              <a:avLst/>
              <a:gdLst/>
              <a:ahLst/>
              <a:cxnLst/>
              <a:rect l="l" t="t" r="r" b="b"/>
              <a:pathLst>
                <a:path w="902" h="501" extrusionOk="0">
                  <a:moveTo>
                    <a:pt x="601" y="1"/>
                  </a:moveTo>
                  <a:cubicBezTo>
                    <a:pt x="551" y="17"/>
                    <a:pt x="509" y="17"/>
                    <a:pt x="468" y="17"/>
                  </a:cubicBezTo>
                  <a:cubicBezTo>
                    <a:pt x="426" y="17"/>
                    <a:pt x="384" y="17"/>
                    <a:pt x="334" y="34"/>
                  </a:cubicBezTo>
                  <a:cubicBezTo>
                    <a:pt x="301" y="34"/>
                    <a:pt x="234" y="67"/>
                    <a:pt x="134" y="101"/>
                  </a:cubicBezTo>
                  <a:cubicBezTo>
                    <a:pt x="67" y="134"/>
                    <a:pt x="1" y="201"/>
                    <a:pt x="1" y="201"/>
                  </a:cubicBezTo>
                  <a:lnTo>
                    <a:pt x="1" y="434"/>
                  </a:lnTo>
                  <a:cubicBezTo>
                    <a:pt x="1" y="434"/>
                    <a:pt x="101" y="434"/>
                    <a:pt x="167" y="501"/>
                  </a:cubicBezTo>
                  <a:lnTo>
                    <a:pt x="501" y="501"/>
                  </a:lnTo>
                  <a:cubicBezTo>
                    <a:pt x="668" y="401"/>
                    <a:pt x="901" y="201"/>
                    <a:pt x="901" y="201"/>
                  </a:cubicBezTo>
                  <a:lnTo>
                    <a:pt x="76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71" name="Google Shape;3871;p30"/>
            <p:cNvSpPr/>
            <p:nvPr/>
          </p:nvSpPr>
          <p:spPr>
            <a:xfrm>
              <a:off x="5977775" y="4536200"/>
              <a:ext cx="28375" cy="16700"/>
            </a:xfrm>
            <a:custGeom>
              <a:avLst/>
              <a:gdLst/>
              <a:ahLst/>
              <a:cxnLst/>
              <a:rect l="l" t="t" r="r" b="b"/>
              <a:pathLst>
                <a:path w="1135" h="668" extrusionOk="0">
                  <a:moveTo>
                    <a:pt x="1068" y="0"/>
                  </a:moveTo>
                  <a:lnTo>
                    <a:pt x="1068" y="0"/>
                  </a:lnTo>
                  <a:cubicBezTo>
                    <a:pt x="1068" y="0"/>
                    <a:pt x="968" y="33"/>
                    <a:pt x="834" y="33"/>
                  </a:cubicBezTo>
                  <a:cubicBezTo>
                    <a:pt x="768" y="67"/>
                    <a:pt x="601" y="67"/>
                    <a:pt x="501" y="134"/>
                  </a:cubicBezTo>
                  <a:cubicBezTo>
                    <a:pt x="301" y="200"/>
                    <a:pt x="0" y="400"/>
                    <a:pt x="0" y="400"/>
                  </a:cubicBezTo>
                  <a:cubicBezTo>
                    <a:pt x="0" y="467"/>
                    <a:pt x="101" y="667"/>
                    <a:pt x="101" y="667"/>
                  </a:cubicBezTo>
                  <a:cubicBezTo>
                    <a:pt x="101" y="667"/>
                    <a:pt x="434" y="667"/>
                    <a:pt x="634" y="567"/>
                  </a:cubicBezTo>
                  <a:cubicBezTo>
                    <a:pt x="768" y="534"/>
                    <a:pt x="901" y="467"/>
                    <a:pt x="968" y="367"/>
                  </a:cubicBezTo>
                  <a:cubicBezTo>
                    <a:pt x="1068" y="334"/>
                    <a:pt x="1135" y="234"/>
                    <a:pt x="1135" y="234"/>
                  </a:cubicBezTo>
                  <a:cubicBezTo>
                    <a:pt x="1135" y="234"/>
                    <a:pt x="1001" y="67"/>
                    <a:pt x="10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72" name="Google Shape;3872;p30"/>
            <p:cNvSpPr/>
            <p:nvPr/>
          </p:nvSpPr>
          <p:spPr>
            <a:xfrm>
              <a:off x="5984450" y="4558700"/>
              <a:ext cx="25025" cy="20875"/>
            </a:xfrm>
            <a:custGeom>
              <a:avLst/>
              <a:gdLst/>
              <a:ahLst/>
              <a:cxnLst/>
              <a:rect l="l" t="t" r="r" b="b"/>
              <a:pathLst>
                <a:path w="1001" h="835" extrusionOk="0">
                  <a:moveTo>
                    <a:pt x="834" y="1"/>
                  </a:moveTo>
                  <a:cubicBezTo>
                    <a:pt x="834" y="1"/>
                    <a:pt x="701" y="34"/>
                    <a:pt x="634" y="101"/>
                  </a:cubicBezTo>
                  <a:cubicBezTo>
                    <a:pt x="534" y="134"/>
                    <a:pt x="401" y="168"/>
                    <a:pt x="334" y="268"/>
                  </a:cubicBezTo>
                  <a:cubicBezTo>
                    <a:pt x="234" y="301"/>
                    <a:pt x="200" y="434"/>
                    <a:pt x="134" y="468"/>
                  </a:cubicBezTo>
                  <a:lnTo>
                    <a:pt x="0" y="601"/>
                  </a:lnTo>
                  <a:lnTo>
                    <a:pt x="34" y="835"/>
                  </a:lnTo>
                  <a:cubicBezTo>
                    <a:pt x="34" y="818"/>
                    <a:pt x="67" y="818"/>
                    <a:pt x="117" y="818"/>
                  </a:cubicBezTo>
                  <a:cubicBezTo>
                    <a:pt x="167" y="818"/>
                    <a:pt x="234" y="818"/>
                    <a:pt x="301" y="801"/>
                  </a:cubicBezTo>
                  <a:cubicBezTo>
                    <a:pt x="401" y="768"/>
                    <a:pt x="567" y="701"/>
                    <a:pt x="667" y="635"/>
                  </a:cubicBezTo>
                  <a:cubicBezTo>
                    <a:pt x="801" y="534"/>
                    <a:pt x="868" y="434"/>
                    <a:pt x="901" y="334"/>
                  </a:cubicBezTo>
                  <a:lnTo>
                    <a:pt x="1001" y="168"/>
                  </a:lnTo>
                  <a:cubicBezTo>
                    <a:pt x="1001" y="168"/>
                    <a:pt x="868" y="1"/>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73" name="Google Shape;3873;p30"/>
            <p:cNvSpPr/>
            <p:nvPr/>
          </p:nvSpPr>
          <p:spPr>
            <a:xfrm>
              <a:off x="5997800" y="4592075"/>
              <a:ext cx="17525" cy="15850"/>
            </a:xfrm>
            <a:custGeom>
              <a:avLst/>
              <a:gdLst/>
              <a:ahLst/>
              <a:cxnLst/>
              <a:rect l="l" t="t" r="r" b="b"/>
              <a:pathLst>
                <a:path w="701" h="634" extrusionOk="0">
                  <a:moveTo>
                    <a:pt x="534" y="0"/>
                  </a:moveTo>
                  <a:cubicBezTo>
                    <a:pt x="534" y="0"/>
                    <a:pt x="500" y="33"/>
                    <a:pt x="434" y="33"/>
                  </a:cubicBezTo>
                  <a:cubicBezTo>
                    <a:pt x="334" y="100"/>
                    <a:pt x="267" y="100"/>
                    <a:pt x="200" y="133"/>
                  </a:cubicBezTo>
                  <a:lnTo>
                    <a:pt x="0" y="334"/>
                  </a:lnTo>
                  <a:lnTo>
                    <a:pt x="0" y="600"/>
                  </a:lnTo>
                  <a:cubicBezTo>
                    <a:pt x="0" y="600"/>
                    <a:pt x="33" y="634"/>
                    <a:pt x="167" y="634"/>
                  </a:cubicBezTo>
                  <a:cubicBezTo>
                    <a:pt x="300" y="634"/>
                    <a:pt x="367" y="600"/>
                    <a:pt x="467" y="567"/>
                  </a:cubicBezTo>
                  <a:cubicBezTo>
                    <a:pt x="500" y="500"/>
                    <a:pt x="600" y="434"/>
                    <a:pt x="634" y="334"/>
                  </a:cubicBezTo>
                  <a:cubicBezTo>
                    <a:pt x="667" y="267"/>
                    <a:pt x="701" y="234"/>
                    <a:pt x="701" y="234"/>
                  </a:cubicBezTo>
                  <a:cubicBezTo>
                    <a:pt x="701" y="234"/>
                    <a:pt x="534" y="67"/>
                    <a:pt x="5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74" name="Google Shape;3874;p30"/>
            <p:cNvSpPr/>
            <p:nvPr/>
          </p:nvSpPr>
          <p:spPr>
            <a:xfrm>
              <a:off x="6139550" y="4575225"/>
              <a:ext cx="16700" cy="12700"/>
            </a:xfrm>
            <a:custGeom>
              <a:avLst/>
              <a:gdLst/>
              <a:ahLst/>
              <a:cxnLst/>
              <a:rect l="l" t="t" r="r" b="b"/>
              <a:pathLst>
                <a:path w="668" h="508" extrusionOk="0">
                  <a:moveTo>
                    <a:pt x="295" y="0"/>
                  </a:moveTo>
                  <a:cubicBezTo>
                    <a:pt x="274" y="0"/>
                    <a:pt x="253" y="2"/>
                    <a:pt x="234" y="7"/>
                  </a:cubicBezTo>
                  <a:cubicBezTo>
                    <a:pt x="201" y="7"/>
                    <a:pt x="134" y="40"/>
                    <a:pt x="67" y="107"/>
                  </a:cubicBezTo>
                  <a:lnTo>
                    <a:pt x="1" y="174"/>
                  </a:lnTo>
                  <a:lnTo>
                    <a:pt x="1" y="441"/>
                  </a:lnTo>
                  <a:cubicBezTo>
                    <a:pt x="1" y="441"/>
                    <a:pt x="34" y="474"/>
                    <a:pt x="134" y="474"/>
                  </a:cubicBezTo>
                  <a:cubicBezTo>
                    <a:pt x="201" y="507"/>
                    <a:pt x="301" y="507"/>
                    <a:pt x="368" y="507"/>
                  </a:cubicBezTo>
                  <a:cubicBezTo>
                    <a:pt x="501" y="474"/>
                    <a:pt x="668" y="307"/>
                    <a:pt x="668" y="307"/>
                  </a:cubicBezTo>
                  <a:cubicBezTo>
                    <a:pt x="668" y="274"/>
                    <a:pt x="635" y="107"/>
                    <a:pt x="568" y="74"/>
                  </a:cubicBezTo>
                  <a:cubicBezTo>
                    <a:pt x="568" y="74"/>
                    <a:pt x="421" y="0"/>
                    <a:pt x="2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75" name="Google Shape;3875;p30"/>
            <p:cNvSpPr/>
            <p:nvPr/>
          </p:nvSpPr>
          <p:spPr>
            <a:xfrm>
              <a:off x="6140400" y="4603750"/>
              <a:ext cx="30875" cy="15850"/>
            </a:xfrm>
            <a:custGeom>
              <a:avLst/>
              <a:gdLst/>
              <a:ahLst/>
              <a:cxnLst/>
              <a:rect l="l" t="t" r="r" b="b"/>
              <a:pathLst>
                <a:path w="1235" h="634" extrusionOk="0">
                  <a:moveTo>
                    <a:pt x="1134" y="0"/>
                  </a:moveTo>
                  <a:cubicBezTo>
                    <a:pt x="1134" y="0"/>
                    <a:pt x="1134" y="0"/>
                    <a:pt x="1134" y="0"/>
                  </a:cubicBezTo>
                  <a:lnTo>
                    <a:pt x="1134" y="0"/>
                  </a:lnTo>
                  <a:cubicBezTo>
                    <a:pt x="1134" y="0"/>
                    <a:pt x="1134" y="0"/>
                    <a:pt x="1134" y="0"/>
                  </a:cubicBezTo>
                  <a:close/>
                  <a:moveTo>
                    <a:pt x="1134" y="0"/>
                  </a:moveTo>
                  <a:cubicBezTo>
                    <a:pt x="1132" y="0"/>
                    <a:pt x="1065" y="1"/>
                    <a:pt x="934" y="33"/>
                  </a:cubicBezTo>
                  <a:cubicBezTo>
                    <a:pt x="801" y="67"/>
                    <a:pt x="634" y="67"/>
                    <a:pt x="567" y="133"/>
                  </a:cubicBezTo>
                  <a:cubicBezTo>
                    <a:pt x="467" y="133"/>
                    <a:pt x="334" y="200"/>
                    <a:pt x="234" y="267"/>
                  </a:cubicBezTo>
                  <a:cubicBezTo>
                    <a:pt x="100" y="300"/>
                    <a:pt x="0" y="334"/>
                    <a:pt x="0" y="334"/>
                  </a:cubicBezTo>
                  <a:lnTo>
                    <a:pt x="0" y="600"/>
                  </a:lnTo>
                  <a:cubicBezTo>
                    <a:pt x="0" y="600"/>
                    <a:pt x="134" y="634"/>
                    <a:pt x="267" y="634"/>
                  </a:cubicBezTo>
                  <a:cubicBezTo>
                    <a:pt x="400" y="634"/>
                    <a:pt x="567" y="634"/>
                    <a:pt x="667" y="600"/>
                  </a:cubicBezTo>
                  <a:cubicBezTo>
                    <a:pt x="801" y="534"/>
                    <a:pt x="934" y="467"/>
                    <a:pt x="1068" y="367"/>
                  </a:cubicBezTo>
                  <a:lnTo>
                    <a:pt x="1234" y="200"/>
                  </a:lnTo>
                  <a:cubicBezTo>
                    <a:pt x="1234" y="167"/>
                    <a:pt x="1101" y="0"/>
                    <a:pt x="11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76" name="Google Shape;3876;p30"/>
            <p:cNvSpPr/>
            <p:nvPr/>
          </p:nvSpPr>
          <p:spPr>
            <a:xfrm>
              <a:off x="6142900" y="4627925"/>
              <a:ext cx="22525" cy="15875"/>
            </a:xfrm>
            <a:custGeom>
              <a:avLst/>
              <a:gdLst/>
              <a:ahLst/>
              <a:cxnLst/>
              <a:rect l="l" t="t" r="r" b="b"/>
              <a:pathLst>
                <a:path w="901" h="635" extrusionOk="0">
                  <a:moveTo>
                    <a:pt x="834" y="0"/>
                  </a:moveTo>
                  <a:cubicBezTo>
                    <a:pt x="833" y="0"/>
                    <a:pt x="833" y="0"/>
                    <a:pt x="832" y="1"/>
                  </a:cubicBezTo>
                  <a:lnTo>
                    <a:pt x="832" y="1"/>
                  </a:lnTo>
                  <a:cubicBezTo>
                    <a:pt x="833" y="0"/>
                    <a:pt x="834" y="0"/>
                    <a:pt x="834" y="0"/>
                  </a:cubicBezTo>
                  <a:close/>
                  <a:moveTo>
                    <a:pt x="832" y="1"/>
                  </a:moveTo>
                  <a:cubicBezTo>
                    <a:pt x="806" y="4"/>
                    <a:pt x="526" y="38"/>
                    <a:pt x="367" y="134"/>
                  </a:cubicBezTo>
                  <a:cubicBezTo>
                    <a:pt x="334" y="167"/>
                    <a:pt x="234" y="234"/>
                    <a:pt x="167" y="301"/>
                  </a:cubicBezTo>
                  <a:cubicBezTo>
                    <a:pt x="67" y="334"/>
                    <a:pt x="34" y="367"/>
                    <a:pt x="34" y="367"/>
                  </a:cubicBezTo>
                  <a:cubicBezTo>
                    <a:pt x="0" y="367"/>
                    <a:pt x="67" y="634"/>
                    <a:pt x="67" y="634"/>
                  </a:cubicBezTo>
                  <a:lnTo>
                    <a:pt x="234" y="634"/>
                  </a:lnTo>
                  <a:cubicBezTo>
                    <a:pt x="367" y="634"/>
                    <a:pt x="501" y="567"/>
                    <a:pt x="567" y="534"/>
                  </a:cubicBezTo>
                  <a:cubicBezTo>
                    <a:pt x="734" y="467"/>
                    <a:pt x="901" y="201"/>
                    <a:pt x="901" y="201"/>
                  </a:cubicBezTo>
                  <a:cubicBezTo>
                    <a:pt x="901" y="168"/>
                    <a:pt x="805" y="7"/>
                    <a:pt x="8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77" name="Google Shape;3877;p30"/>
            <p:cNvSpPr/>
            <p:nvPr/>
          </p:nvSpPr>
          <p:spPr>
            <a:xfrm>
              <a:off x="6152900" y="4650450"/>
              <a:ext cx="25050" cy="14825"/>
            </a:xfrm>
            <a:custGeom>
              <a:avLst/>
              <a:gdLst/>
              <a:ahLst/>
              <a:cxnLst/>
              <a:rect l="l" t="t" r="r" b="b"/>
              <a:pathLst>
                <a:path w="1002" h="593" extrusionOk="0">
                  <a:moveTo>
                    <a:pt x="734" y="0"/>
                  </a:moveTo>
                  <a:cubicBezTo>
                    <a:pt x="634" y="0"/>
                    <a:pt x="501" y="0"/>
                    <a:pt x="434" y="33"/>
                  </a:cubicBezTo>
                  <a:lnTo>
                    <a:pt x="167" y="167"/>
                  </a:lnTo>
                  <a:lnTo>
                    <a:pt x="0" y="267"/>
                  </a:lnTo>
                  <a:lnTo>
                    <a:pt x="0" y="500"/>
                  </a:lnTo>
                  <a:cubicBezTo>
                    <a:pt x="0" y="500"/>
                    <a:pt x="101" y="567"/>
                    <a:pt x="234" y="567"/>
                  </a:cubicBezTo>
                  <a:cubicBezTo>
                    <a:pt x="284" y="584"/>
                    <a:pt x="342" y="592"/>
                    <a:pt x="405" y="592"/>
                  </a:cubicBezTo>
                  <a:cubicBezTo>
                    <a:pt x="467" y="592"/>
                    <a:pt x="534" y="584"/>
                    <a:pt x="601" y="567"/>
                  </a:cubicBezTo>
                  <a:cubicBezTo>
                    <a:pt x="668" y="500"/>
                    <a:pt x="801" y="467"/>
                    <a:pt x="901" y="400"/>
                  </a:cubicBezTo>
                  <a:lnTo>
                    <a:pt x="1001" y="267"/>
                  </a:lnTo>
                  <a:cubicBezTo>
                    <a:pt x="1001" y="267"/>
                    <a:pt x="901" y="100"/>
                    <a:pt x="9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78" name="Google Shape;3878;p30"/>
            <p:cNvSpPr/>
            <p:nvPr/>
          </p:nvSpPr>
          <p:spPr>
            <a:xfrm>
              <a:off x="6152075" y="4687125"/>
              <a:ext cx="23375" cy="12550"/>
            </a:xfrm>
            <a:custGeom>
              <a:avLst/>
              <a:gdLst/>
              <a:ahLst/>
              <a:cxnLst/>
              <a:rect l="l" t="t" r="r" b="b"/>
              <a:pathLst>
                <a:path w="935" h="502" extrusionOk="0">
                  <a:moveTo>
                    <a:pt x="434" y="1"/>
                  </a:moveTo>
                  <a:cubicBezTo>
                    <a:pt x="300" y="34"/>
                    <a:pt x="134" y="101"/>
                    <a:pt x="134" y="101"/>
                  </a:cubicBezTo>
                  <a:lnTo>
                    <a:pt x="0" y="301"/>
                  </a:lnTo>
                  <a:cubicBezTo>
                    <a:pt x="0" y="301"/>
                    <a:pt x="100" y="368"/>
                    <a:pt x="167" y="434"/>
                  </a:cubicBezTo>
                  <a:cubicBezTo>
                    <a:pt x="267" y="501"/>
                    <a:pt x="434" y="501"/>
                    <a:pt x="500" y="501"/>
                  </a:cubicBezTo>
                  <a:cubicBezTo>
                    <a:pt x="601" y="501"/>
                    <a:pt x="701" y="468"/>
                    <a:pt x="801" y="368"/>
                  </a:cubicBezTo>
                  <a:cubicBezTo>
                    <a:pt x="867" y="334"/>
                    <a:pt x="934" y="268"/>
                    <a:pt x="934" y="268"/>
                  </a:cubicBezTo>
                  <a:cubicBezTo>
                    <a:pt x="934" y="268"/>
                    <a:pt x="801" y="101"/>
                    <a:pt x="7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79" name="Google Shape;3879;p30"/>
            <p:cNvSpPr/>
            <p:nvPr/>
          </p:nvSpPr>
          <p:spPr>
            <a:xfrm>
              <a:off x="5454900" y="4794700"/>
              <a:ext cx="22550" cy="12550"/>
            </a:xfrm>
            <a:custGeom>
              <a:avLst/>
              <a:gdLst/>
              <a:ahLst/>
              <a:cxnLst/>
              <a:rect l="l" t="t" r="r" b="b"/>
              <a:pathLst>
                <a:path w="902" h="502" extrusionOk="0">
                  <a:moveTo>
                    <a:pt x="467" y="1"/>
                  </a:moveTo>
                  <a:cubicBezTo>
                    <a:pt x="267" y="1"/>
                    <a:pt x="0" y="134"/>
                    <a:pt x="0" y="134"/>
                  </a:cubicBezTo>
                  <a:lnTo>
                    <a:pt x="0" y="368"/>
                  </a:lnTo>
                  <a:cubicBezTo>
                    <a:pt x="0" y="368"/>
                    <a:pt x="234" y="501"/>
                    <a:pt x="467" y="501"/>
                  </a:cubicBezTo>
                  <a:cubicBezTo>
                    <a:pt x="634" y="501"/>
                    <a:pt x="901" y="368"/>
                    <a:pt x="901" y="368"/>
                  </a:cubicBezTo>
                  <a:lnTo>
                    <a:pt x="901" y="134"/>
                  </a:lnTo>
                  <a:cubicBezTo>
                    <a:pt x="901" y="134"/>
                    <a:pt x="634" y="1"/>
                    <a:pt x="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80" name="Google Shape;3880;p30"/>
            <p:cNvSpPr/>
            <p:nvPr/>
          </p:nvSpPr>
          <p:spPr>
            <a:xfrm>
              <a:off x="5475750" y="4818325"/>
              <a:ext cx="29200" cy="11425"/>
            </a:xfrm>
            <a:custGeom>
              <a:avLst/>
              <a:gdLst/>
              <a:ahLst/>
              <a:cxnLst/>
              <a:rect l="l" t="t" r="r" b="b"/>
              <a:pathLst>
                <a:path w="1168" h="457" extrusionOk="0">
                  <a:moveTo>
                    <a:pt x="735" y="0"/>
                  </a:moveTo>
                  <a:cubicBezTo>
                    <a:pt x="676" y="0"/>
                    <a:pt x="618" y="6"/>
                    <a:pt x="567" y="23"/>
                  </a:cubicBezTo>
                  <a:cubicBezTo>
                    <a:pt x="467" y="23"/>
                    <a:pt x="334" y="57"/>
                    <a:pt x="201" y="123"/>
                  </a:cubicBezTo>
                  <a:cubicBezTo>
                    <a:pt x="67" y="223"/>
                    <a:pt x="0" y="257"/>
                    <a:pt x="0" y="257"/>
                  </a:cubicBezTo>
                  <a:lnTo>
                    <a:pt x="134" y="457"/>
                  </a:lnTo>
                  <a:lnTo>
                    <a:pt x="634" y="457"/>
                  </a:lnTo>
                  <a:cubicBezTo>
                    <a:pt x="834" y="423"/>
                    <a:pt x="1168" y="257"/>
                    <a:pt x="1168" y="257"/>
                  </a:cubicBezTo>
                  <a:cubicBezTo>
                    <a:pt x="1168" y="226"/>
                    <a:pt x="1139" y="53"/>
                    <a:pt x="1109" y="53"/>
                  </a:cubicBezTo>
                  <a:cubicBezTo>
                    <a:pt x="1106" y="53"/>
                    <a:pt x="1104" y="54"/>
                    <a:pt x="1101" y="57"/>
                  </a:cubicBezTo>
                  <a:cubicBezTo>
                    <a:pt x="1101" y="57"/>
                    <a:pt x="914" y="0"/>
                    <a:pt x="7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81" name="Google Shape;3881;p30"/>
            <p:cNvSpPr/>
            <p:nvPr/>
          </p:nvSpPr>
          <p:spPr>
            <a:xfrm>
              <a:off x="5509100" y="4832725"/>
              <a:ext cx="13375" cy="13700"/>
            </a:xfrm>
            <a:custGeom>
              <a:avLst/>
              <a:gdLst/>
              <a:ahLst/>
              <a:cxnLst/>
              <a:rect l="l" t="t" r="r" b="b"/>
              <a:pathLst>
                <a:path w="535" h="548" extrusionOk="0">
                  <a:moveTo>
                    <a:pt x="335" y="0"/>
                  </a:moveTo>
                  <a:cubicBezTo>
                    <a:pt x="279" y="0"/>
                    <a:pt x="215" y="24"/>
                    <a:pt x="167" y="48"/>
                  </a:cubicBezTo>
                  <a:cubicBezTo>
                    <a:pt x="34" y="148"/>
                    <a:pt x="1" y="348"/>
                    <a:pt x="1" y="348"/>
                  </a:cubicBezTo>
                  <a:cubicBezTo>
                    <a:pt x="1" y="381"/>
                    <a:pt x="167" y="515"/>
                    <a:pt x="167" y="548"/>
                  </a:cubicBezTo>
                  <a:cubicBezTo>
                    <a:pt x="167" y="548"/>
                    <a:pt x="368" y="515"/>
                    <a:pt x="401" y="481"/>
                  </a:cubicBezTo>
                  <a:cubicBezTo>
                    <a:pt x="468" y="448"/>
                    <a:pt x="534" y="314"/>
                    <a:pt x="534" y="314"/>
                  </a:cubicBezTo>
                  <a:lnTo>
                    <a:pt x="534" y="48"/>
                  </a:lnTo>
                  <a:cubicBezTo>
                    <a:pt x="534" y="48"/>
                    <a:pt x="501" y="14"/>
                    <a:pt x="401" y="14"/>
                  </a:cubicBezTo>
                  <a:cubicBezTo>
                    <a:pt x="381" y="4"/>
                    <a:pt x="359" y="0"/>
                    <a:pt x="3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82" name="Google Shape;3882;p30"/>
            <p:cNvSpPr/>
            <p:nvPr/>
          </p:nvSpPr>
          <p:spPr>
            <a:xfrm>
              <a:off x="5531625" y="4843900"/>
              <a:ext cx="12525" cy="13375"/>
            </a:xfrm>
            <a:custGeom>
              <a:avLst/>
              <a:gdLst/>
              <a:ahLst/>
              <a:cxnLst/>
              <a:rect l="l" t="t" r="r" b="b"/>
              <a:pathLst>
                <a:path w="501" h="535" extrusionOk="0">
                  <a:moveTo>
                    <a:pt x="334" y="1"/>
                  </a:moveTo>
                  <a:cubicBezTo>
                    <a:pt x="334" y="1"/>
                    <a:pt x="267" y="1"/>
                    <a:pt x="234" y="34"/>
                  </a:cubicBezTo>
                  <a:cubicBezTo>
                    <a:pt x="134" y="68"/>
                    <a:pt x="100" y="68"/>
                    <a:pt x="67" y="101"/>
                  </a:cubicBezTo>
                  <a:cubicBezTo>
                    <a:pt x="0" y="201"/>
                    <a:pt x="0" y="334"/>
                    <a:pt x="0" y="334"/>
                  </a:cubicBezTo>
                  <a:cubicBezTo>
                    <a:pt x="65" y="334"/>
                    <a:pt x="130" y="524"/>
                    <a:pt x="164" y="534"/>
                  </a:cubicBezTo>
                  <a:lnTo>
                    <a:pt x="164" y="534"/>
                  </a:lnTo>
                  <a:cubicBezTo>
                    <a:pt x="158" y="528"/>
                    <a:pt x="404" y="465"/>
                    <a:pt x="467" y="401"/>
                  </a:cubicBezTo>
                  <a:cubicBezTo>
                    <a:pt x="467" y="368"/>
                    <a:pt x="501" y="268"/>
                    <a:pt x="501" y="234"/>
                  </a:cubicBezTo>
                  <a:lnTo>
                    <a:pt x="501" y="168"/>
                  </a:lnTo>
                  <a:lnTo>
                    <a:pt x="334" y="1"/>
                  </a:lnTo>
                  <a:close/>
                  <a:moveTo>
                    <a:pt x="164" y="534"/>
                  </a:moveTo>
                  <a:lnTo>
                    <a:pt x="164" y="534"/>
                  </a:lnTo>
                  <a:cubicBezTo>
                    <a:pt x="165" y="534"/>
                    <a:pt x="166" y="535"/>
                    <a:pt x="167" y="535"/>
                  </a:cubicBezTo>
                  <a:cubicBezTo>
                    <a:pt x="166" y="535"/>
                    <a:pt x="165" y="534"/>
                    <a:pt x="164" y="5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83" name="Google Shape;3883;p30"/>
            <p:cNvSpPr/>
            <p:nvPr/>
          </p:nvSpPr>
          <p:spPr>
            <a:xfrm>
              <a:off x="5647525" y="4824725"/>
              <a:ext cx="23375" cy="25200"/>
            </a:xfrm>
            <a:custGeom>
              <a:avLst/>
              <a:gdLst/>
              <a:ahLst/>
              <a:cxnLst/>
              <a:rect l="l" t="t" r="r" b="b"/>
              <a:pathLst>
                <a:path w="935" h="1008" extrusionOk="0">
                  <a:moveTo>
                    <a:pt x="802" y="1"/>
                  </a:moveTo>
                  <a:cubicBezTo>
                    <a:pt x="802" y="1"/>
                    <a:pt x="701" y="34"/>
                    <a:pt x="601" y="101"/>
                  </a:cubicBezTo>
                  <a:cubicBezTo>
                    <a:pt x="468" y="134"/>
                    <a:pt x="335" y="268"/>
                    <a:pt x="268" y="334"/>
                  </a:cubicBezTo>
                  <a:cubicBezTo>
                    <a:pt x="101" y="534"/>
                    <a:pt x="1" y="868"/>
                    <a:pt x="1" y="868"/>
                  </a:cubicBezTo>
                  <a:cubicBezTo>
                    <a:pt x="1" y="926"/>
                    <a:pt x="125" y="1008"/>
                    <a:pt x="159" y="1008"/>
                  </a:cubicBezTo>
                  <a:cubicBezTo>
                    <a:pt x="165" y="1008"/>
                    <a:pt x="168" y="1006"/>
                    <a:pt x="168" y="1001"/>
                  </a:cubicBezTo>
                  <a:cubicBezTo>
                    <a:pt x="168" y="1001"/>
                    <a:pt x="468" y="801"/>
                    <a:pt x="601" y="634"/>
                  </a:cubicBezTo>
                  <a:cubicBezTo>
                    <a:pt x="668" y="601"/>
                    <a:pt x="701" y="468"/>
                    <a:pt x="802" y="368"/>
                  </a:cubicBezTo>
                  <a:cubicBezTo>
                    <a:pt x="868" y="301"/>
                    <a:pt x="935" y="201"/>
                    <a:pt x="935" y="201"/>
                  </a:cubicBezTo>
                  <a:lnTo>
                    <a:pt x="80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84" name="Google Shape;3884;p30"/>
            <p:cNvSpPr/>
            <p:nvPr/>
          </p:nvSpPr>
          <p:spPr>
            <a:xfrm>
              <a:off x="5663375" y="4852250"/>
              <a:ext cx="25050" cy="25050"/>
            </a:xfrm>
            <a:custGeom>
              <a:avLst/>
              <a:gdLst/>
              <a:ahLst/>
              <a:cxnLst/>
              <a:rect l="l" t="t" r="r" b="b"/>
              <a:pathLst>
                <a:path w="1002" h="1002" extrusionOk="0">
                  <a:moveTo>
                    <a:pt x="835" y="0"/>
                  </a:moveTo>
                  <a:cubicBezTo>
                    <a:pt x="835" y="0"/>
                    <a:pt x="501" y="167"/>
                    <a:pt x="334" y="334"/>
                  </a:cubicBezTo>
                  <a:cubicBezTo>
                    <a:pt x="168" y="501"/>
                    <a:pt x="1" y="834"/>
                    <a:pt x="1" y="834"/>
                  </a:cubicBezTo>
                  <a:cubicBezTo>
                    <a:pt x="1" y="868"/>
                    <a:pt x="168" y="1001"/>
                    <a:pt x="168" y="1001"/>
                  </a:cubicBezTo>
                  <a:cubicBezTo>
                    <a:pt x="168" y="1001"/>
                    <a:pt x="501" y="834"/>
                    <a:pt x="668" y="668"/>
                  </a:cubicBezTo>
                  <a:cubicBezTo>
                    <a:pt x="835" y="501"/>
                    <a:pt x="1001" y="167"/>
                    <a:pt x="1001" y="167"/>
                  </a:cubicBezTo>
                  <a:lnTo>
                    <a:pt x="83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85" name="Google Shape;3885;p30"/>
            <p:cNvSpPr/>
            <p:nvPr/>
          </p:nvSpPr>
          <p:spPr>
            <a:xfrm>
              <a:off x="5685075" y="4871425"/>
              <a:ext cx="17525" cy="27550"/>
            </a:xfrm>
            <a:custGeom>
              <a:avLst/>
              <a:gdLst/>
              <a:ahLst/>
              <a:cxnLst/>
              <a:rect l="l" t="t" r="r" b="b"/>
              <a:pathLst>
                <a:path w="701" h="1102" extrusionOk="0">
                  <a:moveTo>
                    <a:pt x="434" y="1"/>
                  </a:moveTo>
                  <a:cubicBezTo>
                    <a:pt x="434" y="67"/>
                    <a:pt x="367" y="101"/>
                    <a:pt x="334" y="167"/>
                  </a:cubicBezTo>
                  <a:cubicBezTo>
                    <a:pt x="300" y="234"/>
                    <a:pt x="200" y="334"/>
                    <a:pt x="167" y="434"/>
                  </a:cubicBezTo>
                  <a:cubicBezTo>
                    <a:pt x="133" y="501"/>
                    <a:pt x="100" y="634"/>
                    <a:pt x="33" y="768"/>
                  </a:cubicBezTo>
                  <a:cubicBezTo>
                    <a:pt x="0" y="901"/>
                    <a:pt x="0" y="968"/>
                    <a:pt x="0" y="968"/>
                  </a:cubicBezTo>
                  <a:cubicBezTo>
                    <a:pt x="29" y="997"/>
                    <a:pt x="162" y="1079"/>
                    <a:pt x="171" y="1097"/>
                  </a:cubicBezTo>
                  <a:lnTo>
                    <a:pt x="171" y="1097"/>
                  </a:lnTo>
                  <a:lnTo>
                    <a:pt x="300" y="968"/>
                  </a:lnTo>
                  <a:cubicBezTo>
                    <a:pt x="367" y="901"/>
                    <a:pt x="500" y="768"/>
                    <a:pt x="534" y="668"/>
                  </a:cubicBezTo>
                  <a:cubicBezTo>
                    <a:pt x="634" y="568"/>
                    <a:pt x="667" y="401"/>
                    <a:pt x="667" y="268"/>
                  </a:cubicBezTo>
                  <a:cubicBezTo>
                    <a:pt x="701" y="134"/>
                    <a:pt x="667" y="1"/>
                    <a:pt x="667" y="1"/>
                  </a:cubicBezTo>
                  <a:close/>
                  <a:moveTo>
                    <a:pt x="171" y="1097"/>
                  </a:moveTo>
                  <a:lnTo>
                    <a:pt x="167" y="1101"/>
                  </a:lnTo>
                  <a:cubicBezTo>
                    <a:pt x="171" y="1101"/>
                    <a:pt x="172" y="1100"/>
                    <a:pt x="171" y="109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86" name="Google Shape;3886;p30"/>
            <p:cNvSpPr/>
            <p:nvPr/>
          </p:nvSpPr>
          <p:spPr>
            <a:xfrm>
              <a:off x="5697575" y="4900625"/>
              <a:ext cx="16700" cy="31700"/>
            </a:xfrm>
            <a:custGeom>
              <a:avLst/>
              <a:gdLst/>
              <a:ahLst/>
              <a:cxnLst/>
              <a:rect l="l" t="t" r="r" b="b"/>
              <a:pathLst>
                <a:path w="668" h="1268" extrusionOk="0">
                  <a:moveTo>
                    <a:pt x="467" y="0"/>
                  </a:moveTo>
                  <a:cubicBezTo>
                    <a:pt x="467" y="0"/>
                    <a:pt x="201" y="300"/>
                    <a:pt x="100" y="567"/>
                  </a:cubicBezTo>
                  <a:cubicBezTo>
                    <a:pt x="0" y="767"/>
                    <a:pt x="0" y="1168"/>
                    <a:pt x="0" y="1168"/>
                  </a:cubicBezTo>
                  <a:cubicBezTo>
                    <a:pt x="0" y="1168"/>
                    <a:pt x="157" y="1246"/>
                    <a:pt x="170" y="1264"/>
                  </a:cubicBezTo>
                  <a:lnTo>
                    <a:pt x="170" y="1264"/>
                  </a:lnTo>
                  <a:cubicBezTo>
                    <a:pt x="199" y="1227"/>
                    <a:pt x="438" y="922"/>
                    <a:pt x="501" y="734"/>
                  </a:cubicBezTo>
                  <a:cubicBezTo>
                    <a:pt x="634" y="501"/>
                    <a:pt x="668" y="134"/>
                    <a:pt x="668" y="134"/>
                  </a:cubicBezTo>
                  <a:lnTo>
                    <a:pt x="467" y="0"/>
                  </a:lnTo>
                  <a:close/>
                  <a:moveTo>
                    <a:pt x="170" y="1264"/>
                  </a:moveTo>
                  <a:cubicBezTo>
                    <a:pt x="168" y="1266"/>
                    <a:pt x="167" y="1268"/>
                    <a:pt x="167" y="1268"/>
                  </a:cubicBezTo>
                  <a:cubicBezTo>
                    <a:pt x="171" y="1268"/>
                    <a:pt x="172" y="1266"/>
                    <a:pt x="170" y="126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87" name="Google Shape;3887;p30"/>
            <p:cNvSpPr/>
            <p:nvPr/>
          </p:nvSpPr>
          <p:spPr>
            <a:xfrm>
              <a:off x="5731775" y="4923975"/>
              <a:ext cx="12525" cy="25025"/>
            </a:xfrm>
            <a:custGeom>
              <a:avLst/>
              <a:gdLst/>
              <a:ahLst/>
              <a:cxnLst/>
              <a:rect l="l" t="t" r="r" b="b"/>
              <a:pathLst>
                <a:path w="501" h="1001" extrusionOk="0">
                  <a:moveTo>
                    <a:pt x="300" y="0"/>
                  </a:moveTo>
                  <a:cubicBezTo>
                    <a:pt x="300" y="0"/>
                    <a:pt x="267" y="67"/>
                    <a:pt x="167" y="167"/>
                  </a:cubicBezTo>
                  <a:cubicBezTo>
                    <a:pt x="133" y="234"/>
                    <a:pt x="100" y="367"/>
                    <a:pt x="33" y="467"/>
                  </a:cubicBezTo>
                  <a:cubicBezTo>
                    <a:pt x="0" y="634"/>
                    <a:pt x="100" y="901"/>
                    <a:pt x="100" y="901"/>
                  </a:cubicBezTo>
                  <a:cubicBezTo>
                    <a:pt x="100" y="968"/>
                    <a:pt x="300" y="1001"/>
                    <a:pt x="300" y="1001"/>
                  </a:cubicBezTo>
                  <a:cubicBezTo>
                    <a:pt x="300" y="1001"/>
                    <a:pt x="467" y="701"/>
                    <a:pt x="500" y="534"/>
                  </a:cubicBezTo>
                  <a:lnTo>
                    <a:pt x="500" y="300"/>
                  </a:lnTo>
                  <a:lnTo>
                    <a:pt x="500" y="134"/>
                  </a:lnTo>
                  <a:cubicBezTo>
                    <a:pt x="500" y="67"/>
                    <a:pt x="300" y="0"/>
                    <a:pt x="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88" name="Google Shape;3888;p30"/>
            <p:cNvSpPr/>
            <p:nvPr/>
          </p:nvSpPr>
          <p:spPr>
            <a:xfrm>
              <a:off x="5846000" y="5270050"/>
              <a:ext cx="17550" cy="21100"/>
            </a:xfrm>
            <a:custGeom>
              <a:avLst/>
              <a:gdLst/>
              <a:ahLst/>
              <a:cxnLst/>
              <a:rect l="l" t="t" r="r" b="b"/>
              <a:pathLst>
                <a:path w="702" h="844" extrusionOk="0">
                  <a:moveTo>
                    <a:pt x="568" y="0"/>
                  </a:moveTo>
                  <a:lnTo>
                    <a:pt x="401" y="67"/>
                  </a:lnTo>
                  <a:cubicBezTo>
                    <a:pt x="335" y="134"/>
                    <a:pt x="234" y="201"/>
                    <a:pt x="168" y="301"/>
                  </a:cubicBezTo>
                  <a:cubicBezTo>
                    <a:pt x="34" y="467"/>
                    <a:pt x="1" y="734"/>
                    <a:pt x="1" y="734"/>
                  </a:cubicBezTo>
                  <a:cubicBezTo>
                    <a:pt x="1" y="789"/>
                    <a:pt x="112" y="843"/>
                    <a:pt x="153" y="843"/>
                  </a:cubicBezTo>
                  <a:cubicBezTo>
                    <a:pt x="162" y="843"/>
                    <a:pt x="168" y="840"/>
                    <a:pt x="168" y="834"/>
                  </a:cubicBezTo>
                  <a:cubicBezTo>
                    <a:pt x="168" y="834"/>
                    <a:pt x="401" y="668"/>
                    <a:pt x="501" y="534"/>
                  </a:cubicBezTo>
                  <a:cubicBezTo>
                    <a:pt x="535" y="501"/>
                    <a:pt x="568" y="401"/>
                    <a:pt x="601" y="334"/>
                  </a:cubicBezTo>
                  <a:cubicBezTo>
                    <a:pt x="668" y="234"/>
                    <a:pt x="702" y="201"/>
                    <a:pt x="702" y="201"/>
                  </a:cubicBezTo>
                  <a:lnTo>
                    <a:pt x="56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89" name="Google Shape;3889;p30"/>
            <p:cNvSpPr/>
            <p:nvPr/>
          </p:nvSpPr>
          <p:spPr>
            <a:xfrm>
              <a:off x="5879375" y="5275875"/>
              <a:ext cx="16700" cy="20875"/>
            </a:xfrm>
            <a:custGeom>
              <a:avLst/>
              <a:gdLst/>
              <a:ahLst/>
              <a:cxnLst/>
              <a:rect l="l" t="t" r="r" b="b"/>
              <a:pathLst>
                <a:path w="668" h="835" extrusionOk="0">
                  <a:moveTo>
                    <a:pt x="501" y="1"/>
                  </a:moveTo>
                  <a:cubicBezTo>
                    <a:pt x="501" y="1"/>
                    <a:pt x="434" y="68"/>
                    <a:pt x="367" y="101"/>
                  </a:cubicBezTo>
                  <a:cubicBezTo>
                    <a:pt x="267" y="134"/>
                    <a:pt x="167" y="234"/>
                    <a:pt x="100" y="301"/>
                  </a:cubicBezTo>
                  <a:cubicBezTo>
                    <a:pt x="34" y="435"/>
                    <a:pt x="0" y="735"/>
                    <a:pt x="0" y="735"/>
                  </a:cubicBezTo>
                  <a:cubicBezTo>
                    <a:pt x="0" y="735"/>
                    <a:pt x="167" y="835"/>
                    <a:pt x="200" y="835"/>
                  </a:cubicBezTo>
                  <a:cubicBezTo>
                    <a:pt x="200" y="835"/>
                    <a:pt x="434" y="668"/>
                    <a:pt x="534" y="568"/>
                  </a:cubicBezTo>
                  <a:cubicBezTo>
                    <a:pt x="567" y="501"/>
                    <a:pt x="567" y="435"/>
                    <a:pt x="601" y="334"/>
                  </a:cubicBezTo>
                  <a:cubicBezTo>
                    <a:pt x="667" y="268"/>
                    <a:pt x="667" y="168"/>
                    <a:pt x="667" y="168"/>
                  </a:cubicBezTo>
                  <a:lnTo>
                    <a:pt x="5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90" name="Google Shape;3890;p30"/>
            <p:cNvSpPr/>
            <p:nvPr/>
          </p:nvSpPr>
          <p:spPr>
            <a:xfrm>
              <a:off x="5902725" y="5285900"/>
              <a:ext cx="20025" cy="30050"/>
            </a:xfrm>
            <a:custGeom>
              <a:avLst/>
              <a:gdLst/>
              <a:ahLst/>
              <a:cxnLst/>
              <a:rect l="l" t="t" r="r" b="b"/>
              <a:pathLst>
                <a:path w="801" h="1202" extrusionOk="0">
                  <a:moveTo>
                    <a:pt x="601" y="0"/>
                  </a:moveTo>
                  <a:cubicBezTo>
                    <a:pt x="601" y="0"/>
                    <a:pt x="301" y="267"/>
                    <a:pt x="167" y="501"/>
                  </a:cubicBezTo>
                  <a:cubicBezTo>
                    <a:pt x="67" y="701"/>
                    <a:pt x="0" y="1101"/>
                    <a:pt x="0" y="1101"/>
                  </a:cubicBezTo>
                  <a:cubicBezTo>
                    <a:pt x="0" y="1101"/>
                    <a:pt x="234" y="1201"/>
                    <a:pt x="267" y="1201"/>
                  </a:cubicBezTo>
                  <a:cubicBezTo>
                    <a:pt x="267" y="1201"/>
                    <a:pt x="501" y="901"/>
                    <a:pt x="601" y="701"/>
                  </a:cubicBezTo>
                  <a:cubicBezTo>
                    <a:pt x="734" y="501"/>
                    <a:pt x="801" y="100"/>
                    <a:pt x="801" y="100"/>
                  </a:cubicBezTo>
                  <a:lnTo>
                    <a:pt x="6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91" name="Google Shape;3891;p30"/>
            <p:cNvSpPr/>
            <p:nvPr/>
          </p:nvSpPr>
          <p:spPr>
            <a:xfrm>
              <a:off x="6064500" y="5179975"/>
              <a:ext cx="25875" cy="23375"/>
            </a:xfrm>
            <a:custGeom>
              <a:avLst/>
              <a:gdLst/>
              <a:ahLst/>
              <a:cxnLst/>
              <a:rect l="l" t="t" r="r" b="b"/>
              <a:pathLst>
                <a:path w="1035" h="935" extrusionOk="0">
                  <a:moveTo>
                    <a:pt x="935" y="1"/>
                  </a:moveTo>
                  <a:cubicBezTo>
                    <a:pt x="935" y="1"/>
                    <a:pt x="534" y="101"/>
                    <a:pt x="334" y="268"/>
                  </a:cubicBezTo>
                  <a:cubicBezTo>
                    <a:pt x="167" y="434"/>
                    <a:pt x="1" y="801"/>
                    <a:pt x="1" y="801"/>
                  </a:cubicBezTo>
                  <a:cubicBezTo>
                    <a:pt x="1" y="801"/>
                    <a:pt x="167" y="935"/>
                    <a:pt x="201" y="935"/>
                  </a:cubicBezTo>
                  <a:cubicBezTo>
                    <a:pt x="201" y="935"/>
                    <a:pt x="501" y="768"/>
                    <a:pt x="668" y="635"/>
                  </a:cubicBezTo>
                  <a:cubicBezTo>
                    <a:pt x="801" y="501"/>
                    <a:pt x="1035" y="234"/>
                    <a:pt x="1035" y="234"/>
                  </a:cubicBezTo>
                  <a:lnTo>
                    <a:pt x="93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92" name="Google Shape;3892;p30"/>
            <p:cNvSpPr/>
            <p:nvPr/>
          </p:nvSpPr>
          <p:spPr>
            <a:xfrm>
              <a:off x="6080350" y="5203325"/>
              <a:ext cx="24200" cy="25050"/>
            </a:xfrm>
            <a:custGeom>
              <a:avLst/>
              <a:gdLst/>
              <a:ahLst/>
              <a:cxnLst/>
              <a:rect l="l" t="t" r="r" b="b"/>
              <a:pathLst>
                <a:path w="968" h="1002" extrusionOk="0">
                  <a:moveTo>
                    <a:pt x="734" y="1"/>
                  </a:moveTo>
                  <a:cubicBezTo>
                    <a:pt x="734" y="1"/>
                    <a:pt x="401" y="168"/>
                    <a:pt x="301" y="334"/>
                  </a:cubicBezTo>
                  <a:cubicBezTo>
                    <a:pt x="167" y="501"/>
                    <a:pt x="0" y="835"/>
                    <a:pt x="0" y="835"/>
                  </a:cubicBezTo>
                  <a:cubicBezTo>
                    <a:pt x="0" y="835"/>
                    <a:pt x="167" y="968"/>
                    <a:pt x="201" y="1002"/>
                  </a:cubicBezTo>
                  <a:cubicBezTo>
                    <a:pt x="201" y="1002"/>
                    <a:pt x="534" y="835"/>
                    <a:pt x="668" y="668"/>
                  </a:cubicBezTo>
                  <a:cubicBezTo>
                    <a:pt x="801" y="501"/>
                    <a:pt x="968" y="168"/>
                    <a:pt x="968" y="168"/>
                  </a:cubicBezTo>
                  <a:cubicBezTo>
                    <a:pt x="968" y="134"/>
                    <a:pt x="734" y="1"/>
                    <a:pt x="7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93" name="Google Shape;3893;p30"/>
            <p:cNvSpPr/>
            <p:nvPr/>
          </p:nvSpPr>
          <p:spPr>
            <a:xfrm>
              <a:off x="6100350" y="5230025"/>
              <a:ext cx="18375" cy="19200"/>
            </a:xfrm>
            <a:custGeom>
              <a:avLst/>
              <a:gdLst/>
              <a:ahLst/>
              <a:cxnLst/>
              <a:rect l="l" t="t" r="r" b="b"/>
              <a:pathLst>
                <a:path w="735" h="768" extrusionOk="0">
                  <a:moveTo>
                    <a:pt x="535" y="0"/>
                  </a:moveTo>
                  <a:cubicBezTo>
                    <a:pt x="535" y="0"/>
                    <a:pt x="268" y="100"/>
                    <a:pt x="201" y="234"/>
                  </a:cubicBezTo>
                  <a:cubicBezTo>
                    <a:pt x="68" y="334"/>
                    <a:pt x="1" y="601"/>
                    <a:pt x="1" y="601"/>
                  </a:cubicBezTo>
                  <a:cubicBezTo>
                    <a:pt x="1" y="601"/>
                    <a:pt x="101" y="767"/>
                    <a:pt x="201" y="767"/>
                  </a:cubicBezTo>
                  <a:cubicBezTo>
                    <a:pt x="201" y="767"/>
                    <a:pt x="435" y="667"/>
                    <a:pt x="568" y="567"/>
                  </a:cubicBezTo>
                  <a:cubicBezTo>
                    <a:pt x="668" y="434"/>
                    <a:pt x="735" y="134"/>
                    <a:pt x="735" y="134"/>
                  </a:cubicBezTo>
                  <a:lnTo>
                    <a:pt x="53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94" name="Google Shape;3894;p30"/>
            <p:cNvSpPr/>
            <p:nvPr/>
          </p:nvSpPr>
          <p:spPr>
            <a:xfrm>
              <a:off x="6111200" y="5261700"/>
              <a:ext cx="12525" cy="16700"/>
            </a:xfrm>
            <a:custGeom>
              <a:avLst/>
              <a:gdLst/>
              <a:ahLst/>
              <a:cxnLst/>
              <a:rect l="l" t="t" r="r" b="b"/>
              <a:pathLst>
                <a:path w="501" h="668" extrusionOk="0">
                  <a:moveTo>
                    <a:pt x="334" y="1"/>
                  </a:moveTo>
                  <a:cubicBezTo>
                    <a:pt x="334" y="1"/>
                    <a:pt x="267" y="1"/>
                    <a:pt x="234" y="34"/>
                  </a:cubicBezTo>
                  <a:lnTo>
                    <a:pt x="67" y="201"/>
                  </a:lnTo>
                  <a:cubicBezTo>
                    <a:pt x="1" y="234"/>
                    <a:pt x="1" y="334"/>
                    <a:pt x="1" y="368"/>
                  </a:cubicBezTo>
                  <a:lnTo>
                    <a:pt x="1" y="501"/>
                  </a:lnTo>
                  <a:cubicBezTo>
                    <a:pt x="1" y="535"/>
                    <a:pt x="167" y="668"/>
                    <a:pt x="167" y="668"/>
                  </a:cubicBezTo>
                  <a:cubicBezTo>
                    <a:pt x="167" y="668"/>
                    <a:pt x="267" y="668"/>
                    <a:pt x="301" y="635"/>
                  </a:cubicBezTo>
                  <a:lnTo>
                    <a:pt x="468" y="468"/>
                  </a:lnTo>
                  <a:cubicBezTo>
                    <a:pt x="501" y="401"/>
                    <a:pt x="501" y="334"/>
                    <a:pt x="501" y="301"/>
                  </a:cubicBezTo>
                  <a:lnTo>
                    <a:pt x="501" y="168"/>
                  </a:lnTo>
                  <a:lnTo>
                    <a:pt x="33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95" name="Google Shape;3895;p30"/>
            <p:cNvSpPr/>
            <p:nvPr/>
          </p:nvSpPr>
          <p:spPr>
            <a:xfrm>
              <a:off x="6130375" y="5282550"/>
              <a:ext cx="15875" cy="19775"/>
            </a:xfrm>
            <a:custGeom>
              <a:avLst/>
              <a:gdLst/>
              <a:ahLst/>
              <a:cxnLst/>
              <a:rect l="l" t="t" r="r" b="b"/>
              <a:pathLst>
                <a:path w="635" h="791" extrusionOk="0">
                  <a:moveTo>
                    <a:pt x="368" y="1"/>
                  </a:moveTo>
                  <a:cubicBezTo>
                    <a:pt x="368" y="1"/>
                    <a:pt x="201" y="168"/>
                    <a:pt x="134" y="301"/>
                  </a:cubicBezTo>
                  <a:cubicBezTo>
                    <a:pt x="34" y="468"/>
                    <a:pt x="1" y="735"/>
                    <a:pt x="1" y="735"/>
                  </a:cubicBezTo>
                  <a:cubicBezTo>
                    <a:pt x="1" y="735"/>
                    <a:pt x="113" y="791"/>
                    <a:pt x="170" y="791"/>
                  </a:cubicBezTo>
                  <a:cubicBezTo>
                    <a:pt x="188" y="791"/>
                    <a:pt x="201" y="785"/>
                    <a:pt x="201" y="768"/>
                  </a:cubicBezTo>
                  <a:cubicBezTo>
                    <a:pt x="201" y="768"/>
                    <a:pt x="468" y="635"/>
                    <a:pt x="535" y="501"/>
                  </a:cubicBezTo>
                  <a:cubicBezTo>
                    <a:pt x="568" y="401"/>
                    <a:pt x="635" y="334"/>
                    <a:pt x="635" y="201"/>
                  </a:cubicBezTo>
                  <a:lnTo>
                    <a:pt x="635" y="34"/>
                  </a:lnTo>
                  <a:lnTo>
                    <a:pt x="36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96" name="Google Shape;3896;p30"/>
            <p:cNvSpPr/>
            <p:nvPr/>
          </p:nvSpPr>
          <p:spPr>
            <a:xfrm>
              <a:off x="6139550" y="5311750"/>
              <a:ext cx="13375" cy="16700"/>
            </a:xfrm>
            <a:custGeom>
              <a:avLst/>
              <a:gdLst/>
              <a:ahLst/>
              <a:cxnLst/>
              <a:rect l="l" t="t" r="r" b="b"/>
              <a:pathLst>
                <a:path w="535" h="668" extrusionOk="0">
                  <a:moveTo>
                    <a:pt x="334" y="0"/>
                  </a:moveTo>
                  <a:cubicBezTo>
                    <a:pt x="334" y="0"/>
                    <a:pt x="168" y="67"/>
                    <a:pt x="101" y="200"/>
                  </a:cubicBezTo>
                  <a:cubicBezTo>
                    <a:pt x="1" y="300"/>
                    <a:pt x="1" y="534"/>
                    <a:pt x="1" y="534"/>
                  </a:cubicBezTo>
                  <a:cubicBezTo>
                    <a:pt x="1" y="534"/>
                    <a:pt x="168" y="667"/>
                    <a:pt x="201" y="667"/>
                  </a:cubicBezTo>
                  <a:cubicBezTo>
                    <a:pt x="201" y="667"/>
                    <a:pt x="368" y="567"/>
                    <a:pt x="468" y="467"/>
                  </a:cubicBezTo>
                  <a:cubicBezTo>
                    <a:pt x="534" y="367"/>
                    <a:pt x="534" y="134"/>
                    <a:pt x="534" y="134"/>
                  </a:cubicBezTo>
                  <a:lnTo>
                    <a:pt x="3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97" name="Google Shape;3897;p30"/>
            <p:cNvSpPr/>
            <p:nvPr/>
          </p:nvSpPr>
          <p:spPr>
            <a:xfrm>
              <a:off x="6164575" y="5332600"/>
              <a:ext cx="15025" cy="25650"/>
            </a:xfrm>
            <a:custGeom>
              <a:avLst/>
              <a:gdLst/>
              <a:ahLst/>
              <a:cxnLst/>
              <a:rect l="l" t="t" r="r" b="b"/>
              <a:pathLst>
                <a:path w="601" h="1026" extrusionOk="0">
                  <a:moveTo>
                    <a:pt x="234" y="0"/>
                  </a:moveTo>
                  <a:lnTo>
                    <a:pt x="167" y="167"/>
                  </a:lnTo>
                  <a:cubicBezTo>
                    <a:pt x="134" y="234"/>
                    <a:pt x="34" y="367"/>
                    <a:pt x="34" y="467"/>
                  </a:cubicBezTo>
                  <a:cubicBezTo>
                    <a:pt x="34" y="534"/>
                    <a:pt x="0" y="667"/>
                    <a:pt x="34" y="801"/>
                  </a:cubicBezTo>
                  <a:cubicBezTo>
                    <a:pt x="34" y="901"/>
                    <a:pt x="101" y="1001"/>
                    <a:pt x="101" y="1001"/>
                  </a:cubicBezTo>
                  <a:cubicBezTo>
                    <a:pt x="101" y="1018"/>
                    <a:pt x="151" y="1026"/>
                    <a:pt x="205" y="1026"/>
                  </a:cubicBezTo>
                  <a:cubicBezTo>
                    <a:pt x="259" y="1026"/>
                    <a:pt x="317" y="1018"/>
                    <a:pt x="334" y="1001"/>
                  </a:cubicBezTo>
                  <a:lnTo>
                    <a:pt x="434" y="834"/>
                  </a:lnTo>
                  <a:cubicBezTo>
                    <a:pt x="467" y="734"/>
                    <a:pt x="534" y="634"/>
                    <a:pt x="534" y="534"/>
                  </a:cubicBezTo>
                  <a:cubicBezTo>
                    <a:pt x="534" y="467"/>
                    <a:pt x="601" y="334"/>
                    <a:pt x="534" y="200"/>
                  </a:cubicBezTo>
                  <a:cubicBezTo>
                    <a:pt x="534" y="67"/>
                    <a:pt x="501" y="0"/>
                    <a:pt x="5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98" name="Google Shape;3898;p30"/>
            <p:cNvSpPr/>
            <p:nvPr/>
          </p:nvSpPr>
          <p:spPr>
            <a:xfrm>
              <a:off x="3478625" y="4820250"/>
              <a:ext cx="241725" cy="108800"/>
            </a:xfrm>
            <a:custGeom>
              <a:avLst/>
              <a:gdLst/>
              <a:ahLst/>
              <a:cxnLst/>
              <a:rect l="l" t="t" r="r" b="b"/>
              <a:pathLst>
                <a:path w="9669" h="4352" extrusionOk="0">
                  <a:moveTo>
                    <a:pt x="9381" y="1"/>
                  </a:moveTo>
                  <a:cubicBezTo>
                    <a:pt x="9346" y="1"/>
                    <a:pt x="9317" y="5"/>
                    <a:pt x="9302" y="13"/>
                  </a:cubicBezTo>
                  <a:cubicBezTo>
                    <a:pt x="9302" y="13"/>
                    <a:pt x="9302" y="80"/>
                    <a:pt x="9235" y="180"/>
                  </a:cubicBezTo>
                  <a:cubicBezTo>
                    <a:pt x="9235" y="313"/>
                    <a:pt x="9202" y="447"/>
                    <a:pt x="9168" y="580"/>
                  </a:cubicBezTo>
                  <a:cubicBezTo>
                    <a:pt x="9068" y="914"/>
                    <a:pt x="8901" y="1414"/>
                    <a:pt x="8668" y="1881"/>
                  </a:cubicBezTo>
                  <a:cubicBezTo>
                    <a:pt x="8368" y="2348"/>
                    <a:pt x="7967" y="2815"/>
                    <a:pt x="7467" y="3048"/>
                  </a:cubicBezTo>
                  <a:cubicBezTo>
                    <a:pt x="6967" y="3315"/>
                    <a:pt x="6366" y="3415"/>
                    <a:pt x="5833" y="3482"/>
                  </a:cubicBezTo>
                  <a:cubicBezTo>
                    <a:pt x="4798" y="3615"/>
                    <a:pt x="3331" y="3515"/>
                    <a:pt x="2163" y="3615"/>
                  </a:cubicBezTo>
                  <a:cubicBezTo>
                    <a:pt x="1563" y="3649"/>
                    <a:pt x="1062" y="3716"/>
                    <a:pt x="696" y="3816"/>
                  </a:cubicBezTo>
                  <a:cubicBezTo>
                    <a:pt x="329" y="3882"/>
                    <a:pt x="128" y="3982"/>
                    <a:pt x="128" y="3982"/>
                  </a:cubicBezTo>
                  <a:cubicBezTo>
                    <a:pt x="1" y="4014"/>
                    <a:pt x="56" y="4351"/>
                    <a:pt x="178" y="4351"/>
                  </a:cubicBezTo>
                  <a:cubicBezTo>
                    <a:pt x="184" y="4351"/>
                    <a:pt x="189" y="4351"/>
                    <a:pt x="195" y="4349"/>
                  </a:cubicBezTo>
                  <a:cubicBezTo>
                    <a:pt x="195" y="4349"/>
                    <a:pt x="395" y="4316"/>
                    <a:pt x="729" y="4249"/>
                  </a:cubicBezTo>
                  <a:cubicBezTo>
                    <a:pt x="1129" y="4216"/>
                    <a:pt x="1563" y="4183"/>
                    <a:pt x="2163" y="4183"/>
                  </a:cubicBezTo>
                  <a:cubicBezTo>
                    <a:pt x="2982" y="4207"/>
                    <a:pt x="3957" y="4300"/>
                    <a:pt x="4876" y="4300"/>
                  </a:cubicBezTo>
                  <a:cubicBezTo>
                    <a:pt x="5229" y="4300"/>
                    <a:pt x="5575" y="4286"/>
                    <a:pt x="5899" y="4249"/>
                  </a:cubicBezTo>
                  <a:cubicBezTo>
                    <a:pt x="6500" y="4183"/>
                    <a:pt x="7167" y="4049"/>
                    <a:pt x="7801" y="3682"/>
                  </a:cubicBezTo>
                  <a:cubicBezTo>
                    <a:pt x="8368" y="3315"/>
                    <a:pt x="8868" y="2715"/>
                    <a:pt x="9135" y="2181"/>
                  </a:cubicBezTo>
                  <a:cubicBezTo>
                    <a:pt x="9402" y="1614"/>
                    <a:pt x="9502" y="1080"/>
                    <a:pt x="9569" y="713"/>
                  </a:cubicBezTo>
                  <a:cubicBezTo>
                    <a:pt x="9635" y="547"/>
                    <a:pt x="9669" y="380"/>
                    <a:pt x="9669" y="313"/>
                  </a:cubicBezTo>
                  <a:lnTo>
                    <a:pt x="9669" y="146"/>
                  </a:lnTo>
                  <a:cubicBezTo>
                    <a:pt x="9669" y="44"/>
                    <a:pt x="9493" y="1"/>
                    <a:pt x="93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99" name="Google Shape;3899;p30"/>
            <p:cNvSpPr/>
            <p:nvPr/>
          </p:nvSpPr>
          <p:spPr>
            <a:xfrm>
              <a:off x="4719875" y="4004150"/>
              <a:ext cx="730050" cy="482700"/>
            </a:xfrm>
            <a:custGeom>
              <a:avLst/>
              <a:gdLst/>
              <a:ahLst/>
              <a:cxnLst/>
              <a:rect l="l" t="t" r="r" b="b"/>
              <a:pathLst>
                <a:path w="29202" h="19308" extrusionOk="0">
                  <a:moveTo>
                    <a:pt x="28734" y="0"/>
                  </a:moveTo>
                  <a:cubicBezTo>
                    <a:pt x="28734" y="0"/>
                    <a:pt x="28568" y="34"/>
                    <a:pt x="28234" y="100"/>
                  </a:cubicBezTo>
                  <a:cubicBezTo>
                    <a:pt x="28067" y="100"/>
                    <a:pt x="27834" y="167"/>
                    <a:pt x="27634" y="200"/>
                  </a:cubicBezTo>
                  <a:cubicBezTo>
                    <a:pt x="27400" y="267"/>
                    <a:pt x="27167" y="367"/>
                    <a:pt x="26900" y="467"/>
                  </a:cubicBezTo>
                  <a:cubicBezTo>
                    <a:pt x="26399" y="701"/>
                    <a:pt x="25766" y="1034"/>
                    <a:pt x="25165" y="1601"/>
                  </a:cubicBezTo>
                  <a:cubicBezTo>
                    <a:pt x="24598" y="2102"/>
                    <a:pt x="24064" y="2769"/>
                    <a:pt x="23464" y="3436"/>
                  </a:cubicBezTo>
                  <a:cubicBezTo>
                    <a:pt x="22897" y="4103"/>
                    <a:pt x="22230" y="4770"/>
                    <a:pt x="21429" y="5271"/>
                  </a:cubicBezTo>
                  <a:lnTo>
                    <a:pt x="20795" y="5638"/>
                  </a:lnTo>
                  <a:lnTo>
                    <a:pt x="20495" y="5838"/>
                  </a:lnTo>
                  <a:lnTo>
                    <a:pt x="20162" y="6004"/>
                  </a:lnTo>
                  <a:lnTo>
                    <a:pt x="19561" y="6338"/>
                  </a:lnTo>
                  <a:lnTo>
                    <a:pt x="18894" y="6605"/>
                  </a:lnTo>
                  <a:cubicBezTo>
                    <a:pt x="17993" y="6938"/>
                    <a:pt x="17059" y="7105"/>
                    <a:pt x="16092" y="7272"/>
                  </a:cubicBezTo>
                  <a:cubicBezTo>
                    <a:pt x="15592" y="7339"/>
                    <a:pt x="15125" y="7439"/>
                    <a:pt x="14658" y="7506"/>
                  </a:cubicBezTo>
                  <a:cubicBezTo>
                    <a:pt x="14224" y="7639"/>
                    <a:pt x="13757" y="7706"/>
                    <a:pt x="13323" y="7806"/>
                  </a:cubicBezTo>
                  <a:cubicBezTo>
                    <a:pt x="11622" y="8206"/>
                    <a:pt x="9721" y="8873"/>
                    <a:pt x="7919" y="9841"/>
                  </a:cubicBezTo>
                  <a:cubicBezTo>
                    <a:pt x="6118" y="10808"/>
                    <a:pt x="4450" y="12109"/>
                    <a:pt x="3283" y="13476"/>
                  </a:cubicBezTo>
                  <a:cubicBezTo>
                    <a:pt x="2082" y="14844"/>
                    <a:pt x="1281" y="16278"/>
                    <a:pt x="781" y="17279"/>
                  </a:cubicBezTo>
                  <a:cubicBezTo>
                    <a:pt x="648" y="17546"/>
                    <a:pt x="548" y="17780"/>
                    <a:pt x="447" y="17980"/>
                  </a:cubicBezTo>
                  <a:cubicBezTo>
                    <a:pt x="381" y="18180"/>
                    <a:pt x="281" y="18380"/>
                    <a:pt x="247" y="18513"/>
                  </a:cubicBezTo>
                  <a:cubicBezTo>
                    <a:pt x="147" y="18814"/>
                    <a:pt x="81" y="18980"/>
                    <a:pt x="81" y="18980"/>
                  </a:cubicBezTo>
                  <a:cubicBezTo>
                    <a:pt x="1" y="19179"/>
                    <a:pt x="76" y="19307"/>
                    <a:pt x="184" y="19307"/>
                  </a:cubicBezTo>
                  <a:cubicBezTo>
                    <a:pt x="258" y="19307"/>
                    <a:pt x="347" y="19249"/>
                    <a:pt x="414" y="19114"/>
                  </a:cubicBezTo>
                  <a:cubicBezTo>
                    <a:pt x="414" y="19114"/>
                    <a:pt x="481" y="18980"/>
                    <a:pt x="614" y="18680"/>
                  </a:cubicBezTo>
                  <a:cubicBezTo>
                    <a:pt x="714" y="18547"/>
                    <a:pt x="781" y="18380"/>
                    <a:pt x="881" y="18180"/>
                  </a:cubicBezTo>
                  <a:cubicBezTo>
                    <a:pt x="948" y="17980"/>
                    <a:pt x="1081" y="17780"/>
                    <a:pt x="1215" y="17513"/>
                  </a:cubicBezTo>
                  <a:cubicBezTo>
                    <a:pt x="1748" y="16512"/>
                    <a:pt x="2549" y="15178"/>
                    <a:pt x="3750" y="13877"/>
                  </a:cubicBezTo>
                  <a:cubicBezTo>
                    <a:pt x="4951" y="12542"/>
                    <a:pt x="6552" y="11375"/>
                    <a:pt x="8286" y="10474"/>
                  </a:cubicBezTo>
                  <a:cubicBezTo>
                    <a:pt x="10054" y="9540"/>
                    <a:pt x="11922" y="8940"/>
                    <a:pt x="13590" y="8506"/>
                  </a:cubicBezTo>
                  <a:cubicBezTo>
                    <a:pt x="13990" y="8440"/>
                    <a:pt x="14424" y="8306"/>
                    <a:pt x="14891" y="8206"/>
                  </a:cubicBezTo>
                  <a:cubicBezTo>
                    <a:pt x="15291" y="8139"/>
                    <a:pt x="15792" y="8039"/>
                    <a:pt x="16259" y="7973"/>
                  </a:cubicBezTo>
                  <a:cubicBezTo>
                    <a:pt x="17226" y="7806"/>
                    <a:pt x="18227" y="7606"/>
                    <a:pt x="19161" y="7205"/>
                  </a:cubicBezTo>
                  <a:lnTo>
                    <a:pt x="19895" y="6938"/>
                  </a:lnTo>
                  <a:lnTo>
                    <a:pt x="20562" y="6538"/>
                  </a:lnTo>
                  <a:lnTo>
                    <a:pt x="20895" y="6405"/>
                  </a:lnTo>
                  <a:lnTo>
                    <a:pt x="21229" y="6171"/>
                  </a:lnTo>
                  <a:cubicBezTo>
                    <a:pt x="21429" y="6038"/>
                    <a:pt x="21629" y="5904"/>
                    <a:pt x="21829" y="5771"/>
                  </a:cubicBezTo>
                  <a:cubicBezTo>
                    <a:pt x="22663" y="5204"/>
                    <a:pt x="23397" y="4503"/>
                    <a:pt x="23964" y="3803"/>
                  </a:cubicBezTo>
                  <a:cubicBezTo>
                    <a:pt x="24565" y="3136"/>
                    <a:pt x="25065" y="2469"/>
                    <a:pt x="25599" y="1968"/>
                  </a:cubicBezTo>
                  <a:cubicBezTo>
                    <a:pt x="26132" y="1468"/>
                    <a:pt x="26700" y="1134"/>
                    <a:pt x="27167" y="901"/>
                  </a:cubicBezTo>
                  <a:cubicBezTo>
                    <a:pt x="27433" y="801"/>
                    <a:pt x="27634" y="667"/>
                    <a:pt x="27867" y="634"/>
                  </a:cubicBezTo>
                  <a:cubicBezTo>
                    <a:pt x="28067" y="567"/>
                    <a:pt x="28267" y="501"/>
                    <a:pt x="28401" y="467"/>
                  </a:cubicBezTo>
                  <a:cubicBezTo>
                    <a:pt x="28701" y="434"/>
                    <a:pt x="28868" y="400"/>
                    <a:pt x="28868" y="400"/>
                  </a:cubicBezTo>
                  <a:cubicBezTo>
                    <a:pt x="29201" y="300"/>
                    <a:pt x="29135" y="0"/>
                    <a:pt x="287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00" name="Google Shape;3900;p30"/>
            <p:cNvSpPr/>
            <p:nvPr/>
          </p:nvSpPr>
          <p:spPr>
            <a:xfrm>
              <a:off x="4549575" y="5150750"/>
              <a:ext cx="621825" cy="295275"/>
            </a:xfrm>
            <a:custGeom>
              <a:avLst/>
              <a:gdLst/>
              <a:ahLst/>
              <a:cxnLst/>
              <a:rect l="l" t="t" r="r" b="b"/>
              <a:pathLst>
                <a:path w="24873" h="11811" extrusionOk="0">
                  <a:moveTo>
                    <a:pt x="314" y="0"/>
                  </a:moveTo>
                  <a:cubicBezTo>
                    <a:pt x="49" y="0"/>
                    <a:pt x="0" y="307"/>
                    <a:pt x="254" y="403"/>
                  </a:cubicBezTo>
                  <a:cubicBezTo>
                    <a:pt x="254" y="403"/>
                    <a:pt x="388" y="436"/>
                    <a:pt x="621" y="469"/>
                  </a:cubicBezTo>
                  <a:cubicBezTo>
                    <a:pt x="888" y="503"/>
                    <a:pt x="1255" y="569"/>
                    <a:pt x="1722" y="636"/>
                  </a:cubicBezTo>
                  <a:cubicBezTo>
                    <a:pt x="2656" y="770"/>
                    <a:pt x="3924" y="803"/>
                    <a:pt x="5391" y="803"/>
                  </a:cubicBezTo>
                  <a:cubicBezTo>
                    <a:pt x="6859" y="836"/>
                    <a:pt x="8494" y="836"/>
                    <a:pt x="10061" y="1036"/>
                  </a:cubicBezTo>
                  <a:cubicBezTo>
                    <a:pt x="11663" y="1270"/>
                    <a:pt x="13130" y="1837"/>
                    <a:pt x="14231" y="2638"/>
                  </a:cubicBezTo>
                  <a:cubicBezTo>
                    <a:pt x="15365" y="3438"/>
                    <a:pt x="16333" y="4672"/>
                    <a:pt x="17100" y="6107"/>
                  </a:cubicBezTo>
                  <a:cubicBezTo>
                    <a:pt x="17934" y="7474"/>
                    <a:pt x="18701" y="8975"/>
                    <a:pt x="19735" y="10110"/>
                  </a:cubicBezTo>
                  <a:cubicBezTo>
                    <a:pt x="20235" y="10643"/>
                    <a:pt x="20869" y="11110"/>
                    <a:pt x="21436" y="11344"/>
                  </a:cubicBezTo>
                  <a:cubicBezTo>
                    <a:pt x="22037" y="11611"/>
                    <a:pt x="22604" y="11744"/>
                    <a:pt x="23071" y="11777"/>
                  </a:cubicBezTo>
                  <a:cubicBezTo>
                    <a:pt x="23271" y="11811"/>
                    <a:pt x="23538" y="11811"/>
                    <a:pt x="23705" y="11811"/>
                  </a:cubicBezTo>
                  <a:lnTo>
                    <a:pt x="24172" y="11811"/>
                  </a:lnTo>
                  <a:cubicBezTo>
                    <a:pt x="24438" y="11777"/>
                    <a:pt x="24572" y="11777"/>
                    <a:pt x="24572" y="11777"/>
                  </a:cubicBezTo>
                  <a:cubicBezTo>
                    <a:pt x="24872" y="11744"/>
                    <a:pt x="24839" y="11411"/>
                    <a:pt x="24572" y="11411"/>
                  </a:cubicBezTo>
                  <a:cubicBezTo>
                    <a:pt x="24572" y="11411"/>
                    <a:pt x="24438" y="11444"/>
                    <a:pt x="24205" y="11444"/>
                  </a:cubicBezTo>
                  <a:lnTo>
                    <a:pt x="23738" y="11444"/>
                  </a:lnTo>
                  <a:cubicBezTo>
                    <a:pt x="23571" y="11444"/>
                    <a:pt x="23371" y="11444"/>
                    <a:pt x="23137" y="11411"/>
                  </a:cubicBezTo>
                  <a:cubicBezTo>
                    <a:pt x="22704" y="11310"/>
                    <a:pt x="22203" y="11177"/>
                    <a:pt x="21636" y="10944"/>
                  </a:cubicBezTo>
                  <a:cubicBezTo>
                    <a:pt x="21136" y="10643"/>
                    <a:pt x="20602" y="10276"/>
                    <a:pt x="20135" y="9743"/>
                  </a:cubicBezTo>
                  <a:cubicBezTo>
                    <a:pt x="19201" y="8675"/>
                    <a:pt x="18467" y="7174"/>
                    <a:pt x="17700" y="5773"/>
                  </a:cubicBezTo>
                  <a:cubicBezTo>
                    <a:pt x="16933" y="4339"/>
                    <a:pt x="15932" y="2938"/>
                    <a:pt x="14698" y="2070"/>
                  </a:cubicBezTo>
                  <a:cubicBezTo>
                    <a:pt x="13464" y="1170"/>
                    <a:pt x="11863" y="603"/>
                    <a:pt x="10195" y="403"/>
                  </a:cubicBezTo>
                  <a:cubicBezTo>
                    <a:pt x="9247" y="270"/>
                    <a:pt x="8299" y="234"/>
                    <a:pt x="7388" y="234"/>
                  </a:cubicBezTo>
                  <a:cubicBezTo>
                    <a:pt x="6696" y="234"/>
                    <a:pt x="6025" y="255"/>
                    <a:pt x="5391" y="269"/>
                  </a:cubicBezTo>
                  <a:cubicBezTo>
                    <a:pt x="4784" y="283"/>
                    <a:pt x="4216" y="291"/>
                    <a:pt x="3693" y="291"/>
                  </a:cubicBezTo>
                  <a:cubicBezTo>
                    <a:pt x="2953" y="291"/>
                    <a:pt x="2303" y="275"/>
                    <a:pt x="1756" y="236"/>
                  </a:cubicBezTo>
                  <a:cubicBezTo>
                    <a:pt x="1355" y="169"/>
                    <a:pt x="955" y="136"/>
                    <a:pt x="721" y="102"/>
                  </a:cubicBezTo>
                  <a:cubicBezTo>
                    <a:pt x="455" y="69"/>
                    <a:pt x="355" y="2"/>
                    <a:pt x="355" y="2"/>
                  </a:cubicBezTo>
                  <a:cubicBezTo>
                    <a:pt x="340" y="1"/>
                    <a:pt x="327" y="0"/>
                    <a:pt x="3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01" name="Google Shape;3901;p30"/>
            <p:cNvSpPr/>
            <p:nvPr/>
          </p:nvSpPr>
          <p:spPr>
            <a:xfrm>
              <a:off x="6048075" y="3873150"/>
              <a:ext cx="430975" cy="143800"/>
            </a:xfrm>
            <a:custGeom>
              <a:avLst/>
              <a:gdLst/>
              <a:ahLst/>
              <a:cxnLst/>
              <a:rect l="l" t="t" r="r" b="b"/>
              <a:pathLst>
                <a:path w="17239" h="5752" extrusionOk="0">
                  <a:moveTo>
                    <a:pt x="262" y="0"/>
                  </a:moveTo>
                  <a:cubicBezTo>
                    <a:pt x="109" y="0"/>
                    <a:pt x="0" y="242"/>
                    <a:pt x="157" y="337"/>
                  </a:cubicBezTo>
                  <a:cubicBezTo>
                    <a:pt x="157" y="337"/>
                    <a:pt x="491" y="403"/>
                    <a:pt x="1025" y="637"/>
                  </a:cubicBezTo>
                  <a:cubicBezTo>
                    <a:pt x="1558" y="804"/>
                    <a:pt x="2359" y="1004"/>
                    <a:pt x="3293" y="1171"/>
                  </a:cubicBezTo>
                  <a:cubicBezTo>
                    <a:pt x="5127" y="1471"/>
                    <a:pt x="7362" y="1571"/>
                    <a:pt x="9130" y="1804"/>
                  </a:cubicBezTo>
                  <a:cubicBezTo>
                    <a:pt x="9597" y="1871"/>
                    <a:pt x="10031" y="1871"/>
                    <a:pt x="10498" y="2005"/>
                  </a:cubicBezTo>
                  <a:cubicBezTo>
                    <a:pt x="10731" y="2071"/>
                    <a:pt x="10965" y="2105"/>
                    <a:pt x="11198" y="2171"/>
                  </a:cubicBezTo>
                  <a:cubicBezTo>
                    <a:pt x="11465" y="2238"/>
                    <a:pt x="11665" y="2305"/>
                    <a:pt x="11932" y="2371"/>
                  </a:cubicBezTo>
                  <a:cubicBezTo>
                    <a:pt x="12166" y="2405"/>
                    <a:pt x="12366" y="2538"/>
                    <a:pt x="12633" y="2638"/>
                  </a:cubicBezTo>
                  <a:cubicBezTo>
                    <a:pt x="12833" y="2738"/>
                    <a:pt x="13100" y="2805"/>
                    <a:pt x="13300" y="2905"/>
                  </a:cubicBezTo>
                  <a:cubicBezTo>
                    <a:pt x="13700" y="3172"/>
                    <a:pt x="14167" y="3372"/>
                    <a:pt x="14501" y="3639"/>
                  </a:cubicBezTo>
                  <a:cubicBezTo>
                    <a:pt x="14701" y="3739"/>
                    <a:pt x="14868" y="3873"/>
                    <a:pt x="15035" y="4006"/>
                  </a:cubicBezTo>
                  <a:cubicBezTo>
                    <a:pt x="15201" y="4106"/>
                    <a:pt x="15368" y="4239"/>
                    <a:pt x="15502" y="4373"/>
                  </a:cubicBezTo>
                  <a:cubicBezTo>
                    <a:pt x="15735" y="4606"/>
                    <a:pt x="16035" y="4840"/>
                    <a:pt x="16202" y="5040"/>
                  </a:cubicBezTo>
                  <a:cubicBezTo>
                    <a:pt x="16636" y="5440"/>
                    <a:pt x="16836" y="5707"/>
                    <a:pt x="16836" y="5707"/>
                  </a:cubicBezTo>
                  <a:cubicBezTo>
                    <a:pt x="16875" y="5738"/>
                    <a:pt x="16919" y="5751"/>
                    <a:pt x="16962" y="5751"/>
                  </a:cubicBezTo>
                  <a:cubicBezTo>
                    <a:pt x="17105" y="5751"/>
                    <a:pt x="17238" y="5609"/>
                    <a:pt x="17136" y="5507"/>
                  </a:cubicBezTo>
                  <a:cubicBezTo>
                    <a:pt x="17136" y="5507"/>
                    <a:pt x="16936" y="5240"/>
                    <a:pt x="16536" y="4807"/>
                  </a:cubicBezTo>
                  <a:cubicBezTo>
                    <a:pt x="16369" y="4540"/>
                    <a:pt x="16135" y="4340"/>
                    <a:pt x="15835" y="4039"/>
                  </a:cubicBezTo>
                  <a:cubicBezTo>
                    <a:pt x="15668" y="3906"/>
                    <a:pt x="15535" y="3739"/>
                    <a:pt x="15368" y="3639"/>
                  </a:cubicBezTo>
                  <a:cubicBezTo>
                    <a:pt x="15201" y="3506"/>
                    <a:pt x="15001" y="3339"/>
                    <a:pt x="14834" y="3205"/>
                  </a:cubicBezTo>
                  <a:cubicBezTo>
                    <a:pt x="14467" y="2905"/>
                    <a:pt x="14034" y="2672"/>
                    <a:pt x="13600" y="2405"/>
                  </a:cubicBezTo>
                  <a:cubicBezTo>
                    <a:pt x="13367" y="2305"/>
                    <a:pt x="13133" y="2205"/>
                    <a:pt x="12866" y="2071"/>
                  </a:cubicBezTo>
                  <a:cubicBezTo>
                    <a:pt x="12633" y="1971"/>
                    <a:pt x="12366" y="1871"/>
                    <a:pt x="12132" y="1804"/>
                  </a:cubicBezTo>
                  <a:lnTo>
                    <a:pt x="11365" y="1538"/>
                  </a:lnTo>
                  <a:cubicBezTo>
                    <a:pt x="11132" y="1471"/>
                    <a:pt x="10865" y="1404"/>
                    <a:pt x="10631" y="1371"/>
                  </a:cubicBezTo>
                  <a:cubicBezTo>
                    <a:pt x="10131" y="1237"/>
                    <a:pt x="9664" y="1204"/>
                    <a:pt x="9197" y="1137"/>
                  </a:cubicBezTo>
                  <a:cubicBezTo>
                    <a:pt x="7429" y="904"/>
                    <a:pt x="5161" y="904"/>
                    <a:pt x="3360" y="670"/>
                  </a:cubicBezTo>
                  <a:cubicBezTo>
                    <a:pt x="2492" y="537"/>
                    <a:pt x="1692" y="370"/>
                    <a:pt x="1158" y="237"/>
                  </a:cubicBezTo>
                  <a:cubicBezTo>
                    <a:pt x="624" y="70"/>
                    <a:pt x="291" y="3"/>
                    <a:pt x="291" y="3"/>
                  </a:cubicBezTo>
                  <a:cubicBezTo>
                    <a:pt x="281" y="1"/>
                    <a:pt x="271" y="0"/>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02" name="Google Shape;3902;p30"/>
            <p:cNvSpPr/>
            <p:nvPr/>
          </p:nvSpPr>
          <p:spPr>
            <a:xfrm>
              <a:off x="2973950" y="4152375"/>
              <a:ext cx="586300" cy="361025"/>
            </a:xfrm>
            <a:custGeom>
              <a:avLst/>
              <a:gdLst/>
              <a:ahLst/>
              <a:cxnLst/>
              <a:rect l="l" t="t" r="r" b="b"/>
              <a:pathLst>
                <a:path w="23452" h="14441" extrusionOk="0">
                  <a:moveTo>
                    <a:pt x="7068" y="0"/>
                  </a:moveTo>
                  <a:cubicBezTo>
                    <a:pt x="6719" y="0"/>
                    <a:pt x="6339" y="70"/>
                    <a:pt x="6005" y="209"/>
                  </a:cubicBezTo>
                  <a:cubicBezTo>
                    <a:pt x="5572" y="376"/>
                    <a:pt x="5238" y="643"/>
                    <a:pt x="4938" y="876"/>
                  </a:cubicBezTo>
                  <a:cubicBezTo>
                    <a:pt x="4337" y="1376"/>
                    <a:pt x="3870" y="1910"/>
                    <a:pt x="3403" y="2511"/>
                  </a:cubicBezTo>
                  <a:cubicBezTo>
                    <a:pt x="2536" y="3645"/>
                    <a:pt x="1869" y="4812"/>
                    <a:pt x="1335" y="5880"/>
                  </a:cubicBezTo>
                  <a:cubicBezTo>
                    <a:pt x="768" y="6980"/>
                    <a:pt x="401" y="8014"/>
                    <a:pt x="201" y="8882"/>
                  </a:cubicBezTo>
                  <a:cubicBezTo>
                    <a:pt x="34" y="9749"/>
                    <a:pt x="1" y="10550"/>
                    <a:pt x="335" y="11083"/>
                  </a:cubicBezTo>
                  <a:cubicBezTo>
                    <a:pt x="368" y="11250"/>
                    <a:pt x="501" y="11350"/>
                    <a:pt x="568" y="11417"/>
                  </a:cubicBezTo>
                  <a:cubicBezTo>
                    <a:pt x="668" y="11517"/>
                    <a:pt x="735" y="11550"/>
                    <a:pt x="835" y="11584"/>
                  </a:cubicBezTo>
                  <a:cubicBezTo>
                    <a:pt x="935" y="11684"/>
                    <a:pt x="1035" y="11684"/>
                    <a:pt x="1035" y="11684"/>
                  </a:cubicBezTo>
                  <a:cubicBezTo>
                    <a:pt x="1106" y="11712"/>
                    <a:pt x="1170" y="11722"/>
                    <a:pt x="1226" y="11722"/>
                  </a:cubicBezTo>
                  <a:cubicBezTo>
                    <a:pt x="1303" y="11722"/>
                    <a:pt x="1363" y="11703"/>
                    <a:pt x="1402" y="11684"/>
                  </a:cubicBezTo>
                  <a:cubicBezTo>
                    <a:pt x="1502" y="11650"/>
                    <a:pt x="1535" y="11550"/>
                    <a:pt x="1535" y="11517"/>
                  </a:cubicBezTo>
                  <a:cubicBezTo>
                    <a:pt x="1569" y="11384"/>
                    <a:pt x="1402" y="11317"/>
                    <a:pt x="1202" y="11217"/>
                  </a:cubicBezTo>
                  <a:cubicBezTo>
                    <a:pt x="1235" y="11217"/>
                    <a:pt x="935" y="11217"/>
                    <a:pt x="768" y="10883"/>
                  </a:cubicBezTo>
                  <a:cubicBezTo>
                    <a:pt x="568" y="10550"/>
                    <a:pt x="568" y="9882"/>
                    <a:pt x="768" y="9049"/>
                  </a:cubicBezTo>
                  <a:cubicBezTo>
                    <a:pt x="1235" y="7414"/>
                    <a:pt x="2336" y="5179"/>
                    <a:pt x="4037" y="3011"/>
                  </a:cubicBezTo>
                  <a:cubicBezTo>
                    <a:pt x="4504" y="2477"/>
                    <a:pt x="4938" y="1977"/>
                    <a:pt x="5505" y="1510"/>
                  </a:cubicBezTo>
                  <a:cubicBezTo>
                    <a:pt x="5738" y="1310"/>
                    <a:pt x="6039" y="1076"/>
                    <a:pt x="6339" y="976"/>
                  </a:cubicBezTo>
                  <a:cubicBezTo>
                    <a:pt x="6543" y="874"/>
                    <a:pt x="6785" y="831"/>
                    <a:pt x="7037" y="831"/>
                  </a:cubicBezTo>
                  <a:cubicBezTo>
                    <a:pt x="7115" y="831"/>
                    <a:pt x="7194" y="835"/>
                    <a:pt x="7273" y="843"/>
                  </a:cubicBezTo>
                  <a:cubicBezTo>
                    <a:pt x="8007" y="876"/>
                    <a:pt x="8707" y="1043"/>
                    <a:pt x="9441" y="1243"/>
                  </a:cubicBezTo>
                  <a:cubicBezTo>
                    <a:pt x="10208" y="1476"/>
                    <a:pt x="10942" y="1743"/>
                    <a:pt x="11676" y="2010"/>
                  </a:cubicBezTo>
                  <a:cubicBezTo>
                    <a:pt x="14578" y="3078"/>
                    <a:pt x="17380" y="4412"/>
                    <a:pt x="19848" y="5646"/>
                  </a:cubicBezTo>
                  <a:cubicBezTo>
                    <a:pt x="20416" y="5913"/>
                    <a:pt x="21016" y="6213"/>
                    <a:pt x="21516" y="6580"/>
                  </a:cubicBezTo>
                  <a:cubicBezTo>
                    <a:pt x="21750" y="6814"/>
                    <a:pt x="22017" y="7014"/>
                    <a:pt x="22183" y="7214"/>
                  </a:cubicBezTo>
                  <a:cubicBezTo>
                    <a:pt x="22384" y="7481"/>
                    <a:pt x="22450" y="7681"/>
                    <a:pt x="22517" y="7914"/>
                  </a:cubicBezTo>
                  <a:cubicBezTo>
                    <a:pt x="22550" y="8181"/>
                    <a:pt x="22450" y="8415"/>
                    <a:pt x="22384" y="8682"/>
                  </a:cubicBezTo>
                  <a:cubicBezTo>
                    <a:pt x="22284" y="8815"/>
                    <a:pt x="22250" y="8915"/>
                    <a:pt x="22183" y="9049"/>
                  </a:cubicBezTo>
                  <a:cubicBezTo>
                    <a:pt x="22083" y="9149"/>
                    <a:pt x="22050" y="9249"/>
                    <a:pt x="21917" y="9349"/>
                  </a:cubicBezTo>
                  <a:cubicBezTo>
                    <a:pt x="21550" y="9682"/>
                    <a:pt x="21016" y="9882"/>
                    <a:pt x="20416" y="9983"/>
                  </a:cubicBezTo>
                  <a:cubicBezTo>
                    <a:pt x="19248" y="10183"/>
                    <a:pt x="18114" y="10149"/>
                    <a:pt x="17213" y="10216"/>
                  </a:cubicBezTo>
                  <a:cubicBezTo>
                    <a:pt x="16746" y="10249"/>
                    <a:pt x="16313" y="10316"/>
                    <a:pt x="15946" y="10383"/>
                  </a:cubicBezTo>
                  <a:cubicBezTo>
                    <a:pt x="15746" y="10416"/>
                    <a:pt x="15579" y="10483"/>
                    <a:pt x="15479" y="10516"/>
                  </a:cubicBezTo>
                  <a:cubicBezTo>
                    <a:pt x="15312" y="10583"/>
                    <a:pt x="15178" y="10616"/>
                    <a:pt x="15078" y="10683"/>
                  </a:cubicBezTo>
                  <a:lnTo>
                    <a:pt x="15112" y="10683"/>
                  </a:lnTo>
                  <a:cubicBezTo>
                    <a:pt x="13911" y="11183"/>
                    <a:pt x="12977" y="11951"/>
                    <a:pt x="12143" y="12618"/>
                  </a:cubicBezTo>
                  <a:cubicBezTo>
                    <a:pt x="11309" y="13352"/>
                    <a:pt x="10475" y="13752"/>
                    <a:pt x="9574" y="13885"/>
                  </a:cubicBezTo>
                  <a:cubicBezTo>
                    <a:pt x="9403" y="13928"/>
                    <a:pt x="9219" y="13940"/>
                    <a:pt x="9036" y="13940"/>
                  </a:cubicBezTo>
                  <a:cubicBezTo>
                    <a:pt x="8792" y="13940"/>
                    <a:pt x="8550" y="13919"/>
                    <a:pt x="8340" y="13919"/>
                  </a:cubicBezTo>
                  <a:cubicBezTo>
                    <a:pt x="7973" y="13885"/>
                    <a:pt x="7573" y="13752"/>
                    <a:pt x="7239" y="13652"/>
                  </a:cubicBezTo>
                  <a:cubicBezTo>
                    <a:pt x="6572" y="13352"/>
                    <a:pt x="6005" y="13018"/>
                    <a:pt x="5472" y="12718"/>
                  </a:cubicBezTo>
                  <a:cubicBezTo>
                    <a:pt x="4404" y="12084"/>
                    <a:pt x="3537" y="11717"/>
                    <a:pt x="2970" y="11550"/>
                  </a:cubicBezTo>
                  <a:cubicBezTo>
                    <a:pt x="2670" y="11484"/>
                    <a:pt x="2469" y="11384"/>
                    <a:pt x="2303" y="11384"/>
                  </a:cubicBezTo>
                  <a:cubicBezTo>
                    <a:pt x="2136" y="11350"/>
                    <a:pt x="2036" y="11350"/>
                    <a:pt x="2036" y="11350"/>
                  </a:cubicBezTo>
                  <a:cubicBezTo>
                    <a:pt x="1427" y="11350"/>
                    <a:pt x="1464" y="11719"/>
                    <a:pt x="1823" y="11719"/>
                  </a:cubicBezTo>
                  <a:cubicBezTo>
                    <a:pt x="1837" y="11719"/>
                    <a:pt x="1853" y="11718"/>
                    <a:pt x="1869" y="11717"/>
                  </a:cubicBezTo>
                  <a:cubicBezTo>
                    <a:pt x="1869" y="11717"/>
                    <a:pt x="1936" y="11717"/>
                    <a:pt x="2069" y="11750"/>
                  </a:cubicBezTo>
                  <a:cubicBezTo>
                    <a:pt x="2236" y="11817"/>
                    <a:pt x="2403" y="11851"/>
                    <a:pt x="2703" y="11917"/>
                  </a:cubicBezTo>
                  <a:cubicBezTo>
                    <a:pt x="3237" y="12084"/>
                    <a:pt x="4037" y="12484"/>
                    <a:pt x="5071" y="13085"/>
                  </a:cubicBezTo>
                  <a:cubicBezTo>
                    <a:pt x="5605" y="13385"/>
                    <a:pt x="6205" y="13719"/>
                    <a:pt x="6939" y="14052"/>
                  </a:cubicBezTo>
                  <a:cubicBezTo>
                    <a:pt x="7340" y="14219"/>
                    <a:pt x="7740" y="14352"/>
                    <a:pt x="8207" y="14419"/>
                  </a:cubicBezTo>
                  <a:cubicBezTo>
                    <a:pt x="8474" y="14419"/>
                    <a:pt x="8730" y="14441"/>
                    <a:pt x="8993" y="14441"/>
                  </a:cubicBezTo>
                  <a:cubicBezTo>
                    <a:pt x="9191" y="14441"/>
                    <a:pt x="9393" y="14429"/>
                    <a:pt x="9608" y="14386"/>
                  </a:cubicBezTo>
                  <a:cubicBezTo>
                    <a:pt x="10075" y="14286"/>
                    <a:pt x="10575" y="14152"/>
                    <a:pt x="11076" y="13919"/>
                  </a:cubicBezTo>
                  <a:cubicBezTo>
                    <a:pt x="11576" y="13719"/>
                    <a:pt x="12043" y="13385"/>
                    <a:pt x="12443" y="13051"/>
                  </a:cubicBezTo>
                  <a:cubicBezTo>
                    <a:pt x="13344" y="12351"/>
                    <a:pt x="14211" y="11650"/>
                    <a:pt x="15345" y="11217"/>
                  </a:cubicBezTo>
                  <a:lnTo>
                    <a:pt x="15379" y="11217"/>
                  </a:lnTo>
                  <a:cubicBezTo>
                    <a:pt x="15445" y="11217"/>
                    <a:pt x="15545" y="11183"/>
                    <a:pt x="15679" y="11150"/>
                  </a:cubicBezTo>
                  <a:cubicBezTo>
                    <a:pt x="15746" y="11083"/>
                    <a:pt x="15912" y="11083"/>
                    <a:pt x="16046" y="11050"/>
                  </a:cubicBezTo>
                  <a:cubicBezTo>
                    <a:pt x="16346" y="11017"/>
                    <a:pt x="16713" y="10983"/>
                    <a:pt x="17180" y="10983"/>
                  </a:cubicBezTo>
                  <a:cubicBezTo>
                    <a:pt x="18081" y="10917"/>
                    <a:pt x="19215" y="11017"/>
                    <a:pt x="20516" y="10816"/>
                  </a:cubicBezTo>
                  <a:cubicBezTo>
                    <a:pt x="21183" y="10683"/>
                    <a:pt x="21883" y="10516"/>
                    <a:pt x="22517" y="9916"/>
                  </a:cubicBezTo>
                  <a:cubicBezTo>
                    <a:pt x="22684" y="9816"/>
                    <a:pt x="22751" y="9649"/>
                    <a:pt x="22884" y="9482"/>
                  </a:cubicBezTo>
                  <a:cubicBezTo>
                    <a:pt x="23017" y="9315"/>
                    <a:pt x="23084" y="9149"/>
                    <a:pt x="23184" y="8982"/>
                  </a:cubicBezTo>
                  <a:cubicBezTo>
                    <a:pt x="23351" y="8582"/>
                    <a:pt x="23451" y="8181"/>
                    <a:pt x="23384" y="7714"/>
                  </a:cubicBezTo>
                  <a:cubicBezTo>
                    <a:pt x="23351" y="7247"/>
                    <a:pt x="23117" y="6847"/>
                    <a:pt x="22884" y="6547"/>
                  </a:cubicBezTo>
                  <a:cubicBezTo>
                    <a:pt x="22617" y="6213"/>
                    <a:pt x="22350" y="5980"/>
                    <a:pt x="22050" y="5746"/>
                  </a:cubicBezTo>
                  <a:cubicBezTo>
                    <a:pt x="21450" y="5346"/>
                    <a:pt x="20849" y="5012"/>
                    <a:pt x="20249" y="4712"/>
                  </a:cubicBezTo>
                  <a:cubicBezTo>
                    <a:pt x="17780" y="3511"/>
                    <a:pt x="14945" y="2210"/>
                    <a:pt x="11943" y="1143"/>
                  </a:cubicBezTo>
                  <a:cubicBezTo>
                    <a:pt x="11209" y="876"/>
                    <a:pt x="10408" y="643"/>
                    <a:pt x="9675" y="409"/>
                  </a:cubicBezTo>
                  <a:cubicBezTo>
                    <a:pt x="8907" y="209"/>
                    <a:pt x="8107" y="42"/>
                    <a:pt x="7273" y="9"/>
                  </a:cubicBezTo>
                  <a:cubicBezTo>
                    <a:pt x="7206" y="3"/>
                    <a:pt x="7138" y="0"/>
                    <a:pt x="70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03" name="Google Shape;3903;p30"/>
            <p:cNvSpPr/>
            <p:nvPr/>
          </p:nvSpPr>
          <p:spPr>
            <a:xfrm>
              <a:off x="2878050" y="4066850"/>
              <a:ext cx="773075" cy="505625"/>
            </a:xfrm>
            <a:custGeom>
              <a:avLst/>
              <a:gdLst/>
              <a:ahLst/>
              <a:cxnLst/>
              <a:rect l="l" t="t" r="r" b="b"/>
              <a:pathLst>
                <a:path w="30923" h="20225" extrusionOk="0">
                  <a:moveTo>
                    <a:pt x="10426" y="514"/>
                  </a:moveTo>
                  <a:cubicBezTo>
                    <a:pt x="12092" y="514"/>
                    <a:pt x="13782" y="891"/>
                    <a:pt x="15345" y="1395"/>
                  </a:cubicBezTo>
                  <a:cubicBezTo>
                    <a:pt x="17313" y="1995"/>
                    <a:pt x="19148" y="2829"/>
                    <a:pt x="20849" y="3663"/>
                  </a:cubicBezTo>
                  <a:cubicBezTo>
                    <a:pt x="21683" y="4097"/>
                    <a:pt x="22550" y="4531"/>
                    <a:pt x="23418" y="4998"/>
                  </a:cubicBezTo>
                  <a:cubicBezTo>
                    <a:pt x="23885" y="5264"/>
                    <a:pt x="24318" y="5498"/>
                    <a:pt x="24752" y="5765"/>
                  </a:cubicBezTo>
                  <a:cubicBezTo>
                    <a:pt x="24985" y="5865"/>
                    <a:pt x="25219" y="5998"/>
                    <a:pt x="25419" y="6132"/>
                  </a:cubicBezTo>
                  <a:lnTo>
                    <a:pt x="25753" y="6332"/>
                  </a:lnTo>
                  <a:lnTo>
                    <a:pt x="25919" y="6432"/>
                  </a:lnTo>
                  <a:lnTo>
                    <a:pt x="26019" y="6465"/>
                  </a:lnTo>
                  <a:cubicBezTo>
                    <a:pt x="26086" y="6499"/>
                    <a:pt x="26086" y="6499"/>
                    <a:pt x="26153" y="6499"/>
                  </a:cubicBezTo>
                  <a:cubicBezTo>
                    <a:pt x="27087" y="6832"/>
                    <a:pt x="28021" y="7333"/>
                    <a:pt x="28821" y="8000"/>
                  </a:cubicBezTo>
                  <a:cubicBezTo>
                    <a:pt x="29555" y="8667"/>
                    <a:pt x="30156" y="9601"/>
                    <a:pt x="30256" y="10635"/>
                  </a:cubicBezTo>
                  <a:cubicBezTo>
                    <a:pt x="30389" y="11636"/>
                    <a:pt x="30056" y="12670"/>
                    <a:pt x="29489" y="13570"/>
                  </a:cubicBezTo>
                  <a:cubicBezTo>
                    <a:pt x="28888" y="14404"/>
                    <a:pt x="28054" y="15105"/>
                    <a:pt x="27187" y="15605"/>
                  </a:cubicBezTo>
                  <a:cubicBezTo>
                    <a:pt x="26320" y="16105"/>
                    <a:pt x="25319" y="16406"/>
                    <a:pt x="24318" y="16506"/>
                  </a:cubicBezTo>
                  <a:cubicBezTo>
                    <a:pt x="23818" y="16606"/>
                    <a:pt x="23318" y="16639"/>
                    <a:pt x="22817" y="16673"/>
                  </a:cubicBezTo>
                  <a:lnTo>
                    <a:pt x="22050" y="16806"/>
                  </a:lnTo>
                  <a:lnTo>
                    <a:pt x="21283" y="16939"/>
                  </a:lnTo>
                  <a:cubicBezTo>
                    <a:pt x="21049" y="16973"/>
                    <a:pt x="20849" y="17006"/>
                    <a:pt x="20582" y="17106"/>
                  </a:cubicBezTo>
                  <a:cubicBezTo>
                    <a:pt x="20349" y="17173"/>
                    <a:pt x="20082" y="17240"/>
                    <a:pt x="19882" y="17306"/>
                  </a:cubicBezTo>
                  <a:cubicBezTo>
                    <a:pt x="19415" y="17473"/>
                    <a:pt x="19014" y="17640"/>
                    <a:pt x="18581" y="17840"/>
                  </a:cubicBezTo>
                  <a:cubicBezTo>
                    <a:pt x="17747" y="18274"/>
                    <a:pt x="17013" y="18674"/>
                    <a:pt x="16246" y="19008"/>
                  </a:cubicBezTo>
                  <a:cubicBezTo>
                    <a:pt x="14958" y="19606"/>
                    <a:pt x="13671" y="19990"/>
                    <a:pt x="12552" y="19990"/>
                  </a:cubicBezTo>
                  <a:cubicBezTo>
                    <a:pt x="12425" y="19990"/>
                    <a:pt x="12299" y="19985"/>
                    <a:pt x="12176" y="19975"/>
                  </a:cubicBezTo>
                  <a:cubicBezTo>
                    <a:pt x="10975" y="19908"/>
                    <a:pt x="10041" y="19508"/>
                    <a:pt x="9474" y="19241"/>
                  </a:cubicBezTo>
                  <a:cubicBezTo>
                    <a:pt x="9174" y="19074"/>
                    <a:pt x="8974" y="18941"/>
                    <a:pt x="8807" y="18841"/>
                  </a:cubicBezTo>
                  <a:cubicBezTo>
                    <a:pt x="8674" y="18774"/>
                    <a:pt x="8574" y="18741"/>
                    <a:pt x="8574" y="18741"/>
                  </a:cubicBezTo>
                  <a:cubicBezTo>
                    <a:pt x="8333" y="18567"/>
                    <a:pt x="8162" y="18489"/>
                    <a:pt x="8090" y="18489"/>
                  </a:cubicBezTo>
                  <a:cubicBezTo>
                    <a:pt x="8046" y="18489"/>
                    <a:pt x="8041" y="18520"/>
                    <a:pt x="8082" y="18575"/>
                  </a:cubicBezTo>
                  <a:lnTo>
                    <a:pt x="8082" y="18575"/>
                  </a:lnTo>
                  <a:cubicBezTo>
                    <a:pt x="8004" y="18509"/>
                    <a:pt x="7891" y="18430"/>
                    <a:pt x="7740" y="18340"/>
                  </a:cubicBezTo>
                  <a:lnTo>
                    <a:pt x="7506" y="18240"/>
                  </a:lnTo>
                  <a:cubicBezTo>
                    <a:pt x="7339" y="18140"/>
                    <a:pt x="7073" y="18007"/>
                    <a:pt x="6806" y="17907"/>
                  </a:cubicBezTo>
                  <a:cubicBezTo>
                    <a:pt x="6172" y="17607"/>
                    <a:pt x="5238" y="17273"/>
                    <a:pt x="4137" y="16806"/>
                  </a:cubicBezTo>
                  <a:cubicBezTo>
                    <a:pt x="3570" y="16572"/>
                    <a:pt x="2970" y="16272"/>
                    <a:pt x="2369" y="15905"/>
                  </a:cubicBezTo>
                  <a:cubicBezTo>
                    <a:pt x="1802" y="15505"/>
                    <a:pt x="1202" y="15005"/>
                    <a:pt x="835" y="14304"/>
                  </a:cubicBezTo>
                  <a:cubicBezTo>
                    <a:pt x="468" y="13604"/>
                    <a:pt x="334" y="12770"/>
                    <a:pt x="468" y="11902"/>
                  </a:cubicBezTo>
                  <a:cubicBezTo>
                    <a:pt x="535" y="11002"/>
                    <a:pt x="835" y="10101"/>
                    <a:pt x="1168" y="9234"/>
                  </a:cubicBezTo>
                  <a:cubicBezTo>
                    <a:pt x="1869" y="7433"/>
                    <a:pt x="2836" y="5598"/>
                    <a:pt x="4037" y="3897"/>
                  </a:cubicBezTo>
                  <a:cubicBezTo>
                    <a:pt x="4638" y="3063"/>
                    <a:pt x="5338" y="2262"/>
                    <a:pt x="6205" y="1662"/>
                  </a:cubicBezTo>
                  <a:cubicBezTo>
                    <a:pt x="7073" y="1095"/>
                    <a:pt x="8073" y="728"/>
                    <a:pt x="9141" y="594"/>
                  </a:cubicBezTo>
                  <a:cubicBezTo>
                    <a:pt x="9566" y="540"/>
                    <a:pt x="9995" y="514"/>
                    <a:pt x="10426" y="514"/>
                  </a:cubicBezTo>
                  <a:close/>
                  <a:moveTo>
                    <a:pt x="10557" y="0"/>
                  </a:moveTo>
                  <a:cubicBezTo>
                    <a:pt x="10086" y="0"/>
                    <a:pt x="9613" y="30"/>
                    <a:pt x="9141" y="94"/>
                  </a:cubicBezTo>
                  <a:cubicBezTo>
                    <a:pt x="8007" y="261"/>
                    <a:pt x="6906" y="628"/>
                    <a:pt x="6005" y="1262"/>
                  </a:cubicBezTo>
                  <a:cubicBezTo>
                    <a:pt x="5038" y="1829"/>
                    <a:pt x="4337" y="2696"/>
                    <a:pt x="3704" y="3597"/>
                  </a:cubicBezTo>
                  <a:cubicBezTo>
                    <a:pt x="2503" y="5331"/>
                    <a:pt x="1535" y="7166"/>
                    <a:pt x="835" y="9000"/>
                  </a:cubicBezTo>
                  <a:cubicBezTo>
                    <a:pt x="501" y="9934"/>
                    <a:pt x="234" y="10835"/>
                    <a:pt x="101" y="11769"/>
                  </a:cubicBezTo>
                  <a:cubicBezTo>
                    <a:pt x="1" y="12670"/>
                    <a:pt x="101" y="13637"/>
                    <a:pt x="535" y="14404"/>
                  </a:cubicBezTo>
                  <a:cubicBezTo>
                    <a:pt x="968" y="15171"/>
                    <a:pt x="1569" y="15739"/>
                    <a:pt x="2202" y="16105"/>
                  </a:cubicBezTo>
                  <a:cubicBezTo>
                    <a:pt x="2836" y="16506"/>
                    <a:pt x="3403" y="16773"/>
                    <a:pt x="4004" y="17006"/>
                  </a:cubicBezTo>
                  <a:cubicBezTo>
                    <a:pt x="5138" y="17473"/>
                    <a:pt x="6039" y="17807"/>
                    <a:pt x="6672" y="18107"/>
                  </a:cubicBezTo>
                  <a:cubicBezTo>
                    <a:pt x="7006" y="18240"/>
                    <a:pt x="7206" y="18340"/>
                    <a:pt x="7373" y="18441"/>
                  </a:cubicBezTo>
                  <a:lnTo>
                    <a:pt x="7640" y="18574"/>
                  </a:lnTo>
                  <a:cubicBezTo>
                    <a:pt x="7891" y="18725"/>
                    <a:pt x="8071" y="18790"/>
                    <a:pt x="8159" y="18790"/>
                  </a:cubicBezTo>
                  <a:cubicBezTo>
                    <a:pt x="8225" y="18790"/>
                    <a:pt x="8239" y="18754"/>
                    <a:pt x="8193" y="18689"/>
                  </a:cubicBezTo>
                  <a:lnTo>
                    <a:pt x="8193" y="18689"/>
                  </a:lnTo>
                  <a:cubicBezTo>
                    <a:pt x="8272" y="18758"/>
                    <a:pt x="8386" y="18843"/>
                    <a:pt x="8540" y="18941"/>
                  </a:cubicBezTo>
                  <a:lnTo>
                    <a:pt x="8807" y="19041"/>
                  </a:lnTo>
                  <a:cubicBezTo>
                    <a:pt x="8907" y="19141"/>
                    <a:pt x="9174" y="19274"/>
                    <a:pt x="9474" y="19441"/>
                  </a:cubicBezTo>
                  <a:cubicBezTo>
                    <a:pt x="10041" y="19708"/>
                    <a:pt x="11009" y="20142"/>
                    <a:pt x="12243" y="20208"/>
                  </a:cubicBezTo>
                  <a:cubicBezTo>
                    <a:pt x="12381" y="20219"/>
                    <a:pt x="12523" y="20225"/>
                    <a:pt x="12667" y="20225"/>
                  </a:cubicBezTo>
                  <a:cubicBezTo>
                    <a:pt x="13839" y="20225"/>
                    <a:pt x="15176" y="19869"/>
                    <a:pt x="16513" y="19274"/>
                  </a:cubicBezTo>
                  <a:cubicBezTo>
                    <a:pt x="17247" y="18941"/>
                    <a:pt x="18014" y="18507"/>
                    <a:pt x="18848" y="18140"/>
                  </a:cubicBezTo>
                  <a:cubicBezTo>
                    <a:pt x="19615" y="17773"/>
                    <a:pt x="20516" y="17440"/>
                    <a:pt x="21450" y="17273"/>
                  </a:cubicBezTo>
                  <a:cubicBezTo>
                    <a:pt x="21950" y="17173"/>
                    <a:pt x="22417" y="17140"/>
                    <a:pt x="22917" y="17039"/>
                  </a:cubicBezTo>
                  <a:cubicBezTo>
                    <a:pt x="23418" y="16973"/>
                    <a:pt x="23918" y="16973"/>
                    <a:pt x="24418" y="16873"/>
                  </a:cubicBezTo>
                  <a:cubicBezTo>
                    <a:pt x="25452" y="16773"/>
                    <a:pt x="26520" y="16439"/>
                    <a:pt x="27487" y="15939"/>
                  </a:cubicBezTo>
                  <a:cubicBezTo>
                    <a:pt x="28421" y="15438"/>
                    <a:pt x="29322" y="14671"/>
                    <a:pt x="29922" y="13770"/>
                  </a:cubicBezTo>
                  <a:cubicBezTo>
                    <a:pt x="30556" y="12836"/>
                    <a:pt x="30923" y="11702"/>
                    <a:pt x="30823" y="10535"/>
                  </a:cubicBezTo>
                  <a:cubicBezTo>
                    <a:pt x="30623" y="9367"/>
                    <a:pt x="30022" y="8367"/>
                    <a:pt x="29188" y="7633"/>
                  </a:cubicBezTo>
                  <a:cubicBezTo>
                    <a:pt x="28354" y="6932"/>
                    <a:pt x="27354" y="6432"/>
                    <a:pt x="26353" y="6032"/>
                  </a:cubicBezTo>
                  <a:cubicBezTo>
                    <a:pt x="26286" y="6032"/>
                    <a:pt x="26186" y="5932"/>
                    <a:pt x="26053" y="5865"/>
                  </a:cubicBezTo>
                  <a:lnTo>
                    <a:pt x="25719" y="5665"/>
                  </a:lnTo>
                  <a:cubicBezTo>
                    <a:pt x="25519" y="5565"/>
                    <a:pt x="25252" y="5431"/>
                    <a:pt x="25052" y="5298"/>
                  </a:cubicBezTo>
                  <a:cubicBezTo>
                    <a:pt x="24585" y="5031"/>
                    <a:pt x="24185" y="4797"/>
                    <a:pt x="23718" y="4531"/>
                  </a:cubicBezTo>
                  <a:cubicBezTo>
                    <a:pt x="22851" y="4030"/>
                    <a:pt x="21983" y="3597"/>
                    <a:pt x="21149" y="3163"/>
                  </a:cubicBezTo>
                  <a:cubicBezTo>
                    <a:pt x="19415" y="2329"/>
                    <a:pt x="17547" y="1495"/>
                    <a:pt x="15545" y="861"/>
                  </a:cubicBezTo>
                  <a:cubicBezTo>
                    <a:pt x="13974" y="390"/>
                    <a:pt x="12278" y="0"/>
                    <a:pt x="105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04" name="Google Shape;3904;p30"/>
            <p:cNvSpPr/>
            <p:nvPr/>
          </p:nvSpPr>
          <p:spPr>
            <a:xfrm>
              <a:off x="3052350" y="4215300"/>
              <a:ext cx="194250" cy="168075"/>
            </a:xfrm>
            <a:custGeom>
              <a:avLst/>
              <a:gdLst/>
              <a:ahLst/>
              <a:cxnLst/>
              <a:rect l="l" t="t" r="r" b="b"/>
              <a:pathLst>
                <a:path w="7770" h="6723" extrusionOk="0">
                  <a:moveTo>
                    <a:pt x="4966" y="1"/>
                  </a:moveTo>
                  <a:cubicBezTo>
                    <a:pt x="4591" y="1"/>
                    <a:pt x="4204" y="50"/>
                    <a:pt x="3837" y="160"/>
                  </a:cubicBezTo>
                  <a:cubicBezTo>
                    <a:pt x="3103" y="360"/>
                    <a:pt x="2569" y="827"/>
                    <a:pt x="2169" y="1228"/>
                  </a:cubicBezTo>
                  <a:cubicBezTo>
                    <a:pt x="1335" y="2128"/>
                    <a:pt x="734" y="3496"/>
                    <a:pt x="434" y="4630"/>
                  </a:cubicBezTo>
                  <a:cubicBezTo>
                    <a:pt x="267" y="5197"/>
                    <a:pt x="201" y="5664"/>
                    <a:pt x="101" y="6031"/>
                  </a:cubicBezTo>
                  <a:cubicBezTo>
                    <a:pt x="34" y="6398"/>
                    <a:pt x="1" y="6632"/>
                    <a:pt x="1" y="6632"/>
                  </a:cubicBezTo>
                  <a:cubicBezTo>
                    <a:pt x="1" y="6671"/>
                    <a:pt x="95" y="6723"/>
                    <a:pt x="207" y="6723"/>
                  </a:cubicBezTo>
                  <a:cubicBezTo>
                    <a:pt x="283" y="6723"/>
                    <a:pt x="367" y="6699"/>
                    <a:pt x="434" y="6632"/>
                  </a:cubicBezTo>
                  <a:cubicBezTo>
                    <a:pt x="434" y="6632"/>
                    <a:pt x="668" y="5798"/>
                    <a:pt x="1035" y="4730"/>
                  </a:cubicBezTo>
                  <a:cubicBezTo>
                    <a:pt x="1402" y="3696"/>
                    <a:pt x="2035" y="2462"/>
                    <a:pt x="2736" y="1695"/>
                  </a:cubicBezTo>
                  <a:cubicBezTo>
                    <a:pt x="3069" y="1328"/>
                    <a:pt x="3536" y="961"/>
                    <a:pt x="4070" y="727"/>
                  </a:cubicBezTo>
                  <a:cubicBezTo>
                    <a:pt x="4383" y="610"/>
                    <a:pt x="4718" y="562"/>
                    <a:pt x="5050" y="562"/>
                  </a:cubicBezTo>
                  <a:cubicBezTo>
                    <a:pt x="5284" y="562"/>
                    <a:pt x="5517" y="586"/>
                    <a:pt x="5738" y="627"/>
                  </a:cubicBezTo>
                  <a:cubicBezTo>
                    <a:pt x="6238" y="727"/>
                    <a:pt x="6705" y="894"/>
                    <a:pt x="7039" y="1028"/>
                  </a:cubicBezTo>
                  <a:cubicBezTo>
                    <a:pt x="7206" y="1061"/>
                    <a:pt x="7339" y="1161"/>
                    <a:pt x="7406" y="1194"/>
                  </a:cubicBezTo>
                  <a:cubicBezTo>
                    <a:pt x="7506" y="1228"/>
                    <a:pt x="7539" y="1294"/>
                    <a:pt x="7539" y="1294"/>
                  </a:cubicBezTo>
                  <a:cubicBezTo>
                    <a:pt x="7543" y="1296"/>
                    <a:pt x="7546" y="1297"/>
                    <a:pt x="7550" y="1297"/>
                  </a:cubicBezTo>
                  <a:cubicBezTo>
                    <a:pt x="7623" y="1297"/>
                    <a:pt x="7769" y="1022"/>
                    <a:pt x="7706" y="928"/>
                  </a:cubicBezTo>
                  <a:cubicBezTo>
                    <a:pt x="7706" y="928"/>
                    <a:pt x="7673" y="894"/>
                    <a:pt x="7573" y="861"/>
                  </a:cubicBezTo>
                  <a:cubicBezTo>
                    <a:pt x="7506" y="827"/>
                    <a:pt x="7372" y="727"/>
                    <a:pt x="7206" y="661"/>
                  </a:cubicBezTo>
                  <a:cubicBezTo>
                    <a:pt x="6905" y="494"/>
                    <a:pt x="6405" y="260"/>
                    <a:pt x="5838" y="94"/>
                  </a:cubicBezTo>
                  <a:cubicBezTo>
                    <a:pt x="5568" y="34"/>
                    <a:pt x="5271" y="1"/>
                    <a:pt x="49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Tree>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endParaRPr lang="en-US" smtClean="0"/>
          </a:p>
          <a:p>
            <a:pPr lvl="1"/>
            <a:r>
              <a:rPr lang="en-US" smtClean="0"/>
              <a:t>Second level</a:t>
            </a:r>
            <a:endParaRPr lang="en-US" smtClean="0"/>
          </a:p>
          <a:p>
            <a:pPr lvl="2"/>
            <a:r>
              <a:rPr lang="en-US" smtClean="0"/>
              <a:t>Third level</a:t>
            </a:r>
            <a:endParaRPr lang="en-US" smtClean="0"/>
          </a:p>
          <a:p>
            <a:pPr lvl="3"/>
            <a:r>
              <a:rPr lang="en-US" smtClean="0"/>
              <a:t>Fourth level</a:t>
            </a:r>
            <a:endParaRPr lang="en-US" smtClean="0"/>
          </a:p>
          <a:p>
            <a:pPr lvl="4"/>
            <a:r>
              <a:rPr lang="en-US" smtClean="0"/>
              <a:t>Fifth level</a:t>
            </a:r>
            <a:endParaRPr lang="en-US"/>
          </a:p>
        </p:txBody>
      </p:sp>
      <p:sp>
        <p:nvSpPr>
          <p:cNvPr id="4" name="Date Placeholder 3"/>
          <p:cNvSpPr>
            <a:spLocks noGrp="1"/>
          </p:cNvSpPr>
          <p:nvPr>
            <p:ph type="dt" sz="half" idx="10"/>
          </p:nvPr>
        </p:nvSpPr>
        <p:spPr>
          <a:xfrm>
            <a:off x="342918" y="4767263"/>
            <a:ext cx="1600283" cy="273844"/>
          </a:xfrm>
        </p:spPr>
        <p:txBody>
          <a:bodyPr/>
          <a:lstStyle/>
          <a:p>
            <a:fld id="{5BCAD085-E8A6-8845-BD4E-CB4CCA059FC4}" type="datetimeFigureOut">
              <a:rPr lang="en-US" smtClean="0"/>
            </a:fld>
            <a:endParaRPr lang="en-US"/>
          </a:p>
        </p:txBody>
      </p:sp>
      <p:sp>
        <p:nvSpPr>
          <p:cNvPr id="5" name="Footer Placeholder 4"/>
          <p:cNvSpPr>
            <a:spLocks noGrp="1"/>
          </p:cNvSpPr>
          <p:nvPr>
            <p:ph type="ftr" sz="quarter" idx="11"/>
          </p:nvPr>
        </p:nvSpPr>
        <p:spPr>
          <a:xfrm>
            <a:off x="2343272" y="4767263"/>
            <a:ext cx="2171813" cy="273844"/>
          </a:xfrm>
        </p:spPr>
        <p:txBody>
          <a:bodyPr/>
          <a:lstStyle/>
          <a:p>
            <a:endParaRPr lang="en-US"/>
          </a:p>
        </p:txBody>
      </p:sp>
      <p:sp>
        <p:nvSpPr>
          <p:cNvPr id="6" name="Slide Number Placeholder 5"/>
          <p:cNvSpPr>
            <a:spLocks noGrp="1"/>
          </p:cNvSpPr>
          <p:nvPr>
            <p:ph type="sldNum" sz="quarter" idx="12"/>
          </p:nvPr>
        </p:nvSpPr>
        <p:spPr>
          <a:xfrm>
            <a:off x="4915156" y="4767263"/>
            <a:ext cx="1600283" cy="273844"/>
          </a:xfrm>
        </p:spPr>
        <p:txBody>
          <a:bodyPr/>
          <a:lstStyle/>
          <a:p>
            <a:fld id="{C1FF6DA9-008F-8B48-92A6-B652298478BF}" type="slidenum">
              <a:rPr lang="en-US" smtClean="0"/>
            </a:fld>
            <a:endParaRPr lang="en-US"/>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type="blank" matchingName="Blank slide">
  <p:cSld name="BLANK">
    <p:spTree>
      <p:nvGrpSpPr>
        <p:cNvPr id="3908" name="Shape 3908"/>
        <p:cNvGrpSpPr/>
        <p:nvPr/>
      </p:nvGrpSpPr>
      <p:grpSpPr>
        <a:xfrm>
          <a:off x="0" y="0"/>
          <a:ext cx="0" cy="0"/>
          <a:chOff x="0" y="0"/>
          <a:chExt cx="0" cy="0"/>
        </a:xfrm>
      </p:grpSpPr>
    </p:spTree>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matchingName="Title only">
  <p:cSld name="CUSTOM">
    <p:spTree>
      <p:nvGrpSpPr>
        <p:cNvPr id="3909" name="Shape 3909"/>
        <p:cNvGrpSpPr/>
        <p:nvPr/>
      </p:nvGrpSpPr>
      <p:grpSpPr>
        <a:xfrm>
          <a:off x="0" y="0"/>
          <a:ext cx="0" cy="0"/>
          <a:chOff x="0" y="0"/>
          <a:chExt cx="0" cy="0"/>
        </a:xfrm>
      </p:grpSpPr>
      <p:sp>
        <p:nvSpPr>
          <p:cNvPr id="3910" name="Google Shape;3910;p33"/>
          <p:cNvSpPr txBox="1"/>
          <p:nvPr>
            <p:ph type="title"/>
          </p:nvPr>
        </p:nvSpPr>
        <p:spPr>
          <a:xfrm>
            <a:off x="716700" y="511025"/>
            <a:ext cx="7710600" cy="4824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None/>
              <a:defRPr>
                <a:solidFill>
                  <a:schemeClr val="lt1"/>
                </a:solidFill>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9" Type="http://schemas.openxmlformats.org/officeDocument/2006/relationships/slideLayout" Target="../slideLayouts/slideLayout9.xml"/><Relationship Id="rId8" Type="http://schemas.openxmlformats.org/officeDocument/2006/relationships/slideLayout" Target="../slideLayouts/slideLayout8.xml"/><Relationship Id="rId7" Type="http://schemas.openxmlformats.org/officeDocument/2006/relationships/slideLayout" Target="../slideLayouts/slideLayout7.xml"/><Relationship Id="rId6" Type="http://schemas.openxmlformats.org/officeDocument/2006/relationships/slideLayout" Target="../slideLayouts/slideLayout6.xml"/><Relationship Id="rId5" Type="http://schemas.openxmlformats.org/officeDocument/2006/relationships/slideLayout" Target="../slideLayouts/slideLayout5.xml"/><Relationship Id="rId4" Type="http://schemas.openxmlformats.org/officeDocument/2006/relationships/slideLayout" Target="../slideLayouts/slideLayout4.xml"/><Relationship Id="rId31" Type="http://schemas.openxmlformats.org/officeDocument/2006/relationships/theme" Target="../theme/theme1.xml"/><Relationship Id="rId30" Type="http://schemas.openxmlformats.org/officeDocument/2006/relationships/slideLayout" Target="../slideLayouts/slideLayout30.xml"/><Relationship Id="rId3" Type="http://schemas.openxmlformats.org/officeDocument/2006/relationships/slideLayout" Target="../slideLayouts/slideLayout3.xml"/><Relationship Id="rId29" Type="http://schemas.openxmlformats.org/officeDocument/2006/relationships/slideLayout" Target="../slideLayouts/slideLayout29.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0" Type="http://schemas.openxmlformats.org/officeDocument/2006/relationships/slideLayout" Target="../slideLayouts/slideLayout20.xml"/><Relationship Id="rId2" Type="http://schemas.openxmlformats.org/officeDocument/2006/relationships/slideLayout" Target="../slideLayouts/slideLayout2.xml"/><Relationship Id="rId19" Type="http://schemas.openxmlformats.org/officeDocument/2006/relationships/slideLayout" Target="../slideLayouts/slideLayout19.xml"/><Relationship Id="rId18" Type="http://schemas.openxmlformats.org/officeDocument/2006/relationships/slideLayout" Target="../slideLayouts/slideLayout18.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 Type="http://schemas.openxmlformats.org/officeDocument/2006/relationships/slideLayout" Target="../slideLayouts/slideLayout1.xml"/></Relationships>
</file>

<file path=ppt/slideMasters/_rels/slideMaster2.xml.rels><?xml version="1.0" encoding="UTF-8" standalone="yes"?>
<Relationships xmlns="http://schemas.openxmlformats.org/package/2006/relationships"><Relationship Id="rId3" Type="http://schemas.openxmlformats.org/officeDocument/2006/relationships/theme" Target="../theme/theme2.xml"/><Relationship Id="rId2" Type="http://schemas.openxmlformats.org/officeDocument/2006/relationships/slideLayout" Target="../slideLayouts/slideLayout32.xml"/><Relationship Id="rId1" Type="http://schemas.openxmlformats.org/officeDocument/2006/relationships/slideLayout" Target="../slideLayouts/slideLayout3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5" name="Shape 5"/>
        <p:cNvGrpSpPr/>
        <p:nvPr/>
      </p:nvGrpSpPr>
      <p:grpSpPr>
        <a:xfrm>
          <a:off x="0" y="0"/>
          <a:ext cx="0" cy="0"/>
          <a:chOff x="0" y="0"/>
          <a:chExt cx="0" cy="0"/>
        </a:xfrm>
      </p:grpSpPr>
      <p:sp>
        <p:nvSpPr>
          <p:cNvPr id="6" name="Google Shape;6;p1"/>
          <p:cNvSpPr txBox="1"/>
          <p:nvPr>
            <p:ph type="title"/>
          </p:nvPr>
        </p:nvSpPr>
        <p:spPr>
          <a:xfrm>
            <a:off x="713225" y="445025"/>
            <a:ext cx="7717500" cy="5727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chemeClr val="dk2"/>
              </a:buClr>
              <a:buSzPts val="3500"/>
              <a:buFont typeface="Averia Serif Libre" panose="02000603000000000004"/>
              <a:buNone/>
              <a:defRPr sz="3500">
                <a:solidFill>
                  <a:schemeClr val="dk2"/>
                </a:solidFill>
                <a:latin typeface="Averia Serif Libre" panose="02000603000000000004"/>
                <a:ea typeface="Averia Serif Libre" panose="02000603000000000004"/>
                <a:cs typeface="Averia Serif Libre" panose="02000603000000000004"/>
                <a:sym typeface="Averia Serif Libre" panose="02000603000000000004"/>
              </a:defRPr>
            </a:lvl1pPr>
            <a:lvl2pPr lvl="1" rtl="0">
              <a:spcBef>
                <a:spcPts val="0"/>
              </a:spcBef>
              <a:spcAft>
                <a:spcPts val="0"/>
              </a:spcAft>
              <a:buClr>
                <a:schemeClr val="dk2"/>
              </a:buClr>
              <a:buSzPts val="3500"/>
              <a:buFont typeface="Averia Serif Libre" panose="02000603000000000004"/>
              <a:buNone/>
              <a:defRPr sz="3500">
                <a:solidFill>
                  <a:schemeClr val="dk2"/>
                </a:solidFill>
                <a:latin typeface="Averia Serif Libre" panose="02000603000000000004"/>
                <a:ea typeface="Averia Serif Libre" panose="02000603000000000004"/>
                <a:cs typeface="Averia Serif Libre" panose="02000603000000000004"/>
                <a:sym typeface="Averia Serif Libre" panose="02000603000000000004"/>
              </a:defRPr>
            </a:lvl2pPr>
            <a:lvl3pPr lvl="2" rtl="0">
              <a:spcBef>
                <a:spcPts val="0"/>
              </a:spcBef>
              <a:spcAft>
                <a:spcPts val="0"/>
              </a:spcAft>
              <a:buClr>
                <a:schemeClr val="dk2"/>
              </a:buClr>
              <a:buSzPts val="3500"/>
              <a:buFont typeface="Averia Serif Libre" panose="02000603000000000004"/>
              <a:buNone/>
              <a:defRPr sz="3500">
                <a:solidFill>
                  <a:schemeClr val="dk2"/>
                </a:solidFill>
                <a:latin typeface="Averia Serif Libre" panose="02000603000000000004"/>
                <a:ea typeface="Averia Serif Libre" panose="02000603000000000004"/>
                <a:cs typeface="Averia Serif Libre" panose="02000603000000000004"/>
                <a:sym typeface="Averia Serif Libre" panose="02000603000000000004"/>
              </a:defRPr>
            </a:lvl3pPr>
            <a:lvl4pPr lvl="3" rtl="0">
              <a:spcBef>
                <a:spcPts val="0"/>
              </a:spcBef>
              <a:spcAft>
                <a:spcPts val="0"/>
              </a:spcAft>
              <a:buClr>
                <a:schemeClr val="dk2"/>
              </a:buClr>
              <a:buSzPts val="3500"/>
              <a:buFont typeface="Averia Serif Libre" panose="02000603000000000004"/>
              <a:buNone/>
              <a:defRPr sz="3500">
                <a:solidFill>
                  <a:schemeClr val="dk2"/>
                </a:solidFill>
                <a:latin typeface="Averia Serif Libre" panose="02000603000000000004"/>
                <a:ea typeface="Averia Serif Libre" panose="02000603000000000004"/>
                <a:cs typeface="Averia Serif Libre" panose="02000603000000000004"/>
                <a:sym typeface="Averia Serif Libre" panose="02000603000000000004"/>
              </a:defRPr>
            </a:lvl4pPr>
            <a:lvl5pPr lvl="4" rtl="0">
              <a:spcBef>
                <a:spcPts val="0"/>
              </a:spcBef>
              <a:spcAft>
                <a:spcPts val="0"/>
              </a:spcAft>
              <a:buClr>
                <a:schemeClr val="dk2"/>
              </a:buClr>
              <a:buSzPts val="3500"/>
              <a:buFont typeface="Averia Serif Libre" panose="02000603000000000004"/>
              <a:buNone/>
              <a:defRPr sz="3500">
                <a:solidFill>
                  <a:schemeClr val="dk2"/>
                </a:solidFill>
                <a:latin typeface="Averia Serif Libre" panose="02000603000000000004"/>
                <a:ea typeface="Averia Serif Libre" panose="02000603000000000004"/>
                <a:cs typeface="Averia Serif Libre" panose="02000603000000000004"/>
                <a:sym typeface="Averia Serif Libre" panose="02000603000000000004"/>
              </a:defRPr>
            </a:lvl5pPr>
            <a:lvl6pPr lvl="5" rtl="0">
              <a:spcBef>
                <a:spcPts val="0"/>
              </a:spcBef>
              <a:spcAft>
                <a:spcPts val="0"/>
              </a:spcAft>
              <a:buClr>
                <a:schemeClr val="dk2"/>
              </a:buClr>
              <a:buSzPts val="3500"/>
              <a:buFont typeface="Averia Serif Libre" panose="02000603000000000004"/>
              <a:buNone/>
              <a:defRPr sz="3500">
                <a:solidFill>
                  <a:schemeClr val="dk2"/>
                </a:solidFill>
                <a:latin typeface="Averia Serif Libre" panose="02000603000000000004"/>
                <a:ea typeface="Averia Serif Libre" panose="02000603000000000004"/>
                <a:cs typeface="Averia Serif Libre" panose="02000603000000000004"/>
                <a:sym typeface="Averia Serif Libre" panose="02000603000000000004"/>
              </a:defRPr>
            </a:lvl6pPr>
            <a:lvl7pPr lvl="6" rtl="0">
              <a:spcBef>
                <a:spcPts val="0"/>
              </a:spcBef>
              <a:spcAft>
                <a:spcPts val="0"/>
              </a:spcAft>
              <a:buClr>
                <a:schemeClr val="dk2"/>
              </a:buClr>
              <a:buSzPts val="3500"/>
              <a:buFont typeface="Averia Serif Libre" panose="02000603000000000004"/>
              <a:buNone/>
              <a:defRPr sz="3500">
                <a:solidFill>
                  <a:schemeClr val="dk2"/>
                </a:solidFill>
                <a:latin typeface="Averia Serif Libre" panose="02000603000000000004"/>
                <a:ea typeface="Averia Serif Libre" panose="02000603000000000004"/>
                <a:cs typeface="Averia Serif Libre" panose="02000603000000000004"/>
                <a:sym typeface="Averia Serif Libre" panose="02000603000000000004"/>
              </a:defRPr>
            </a:lvl7pPr>
            <a:lvl8pPr lvl="7" rtl="0">
              <a:spcBef>
                <a:spcPts val="0"/>
              </a:spcBef>
              <a:spcAft>
                <a:spcPts val="0"/>
              </a:spcAft>
              <a:buClr>
                <a:schemeClr val="dk2"/>
              </a:buClr>
              <a:buSzPts val="3500"/>
              <a:buFont typeface="Averia Serif Libre" panose="02000603000000000004"/>
              <a:buNone/>
              <a:defRPr sz="3500">
                <a:solidFill>
                  <a:schemeClr val="dk2"/>
                </a:solidFill>
                <a:latin typeface="Averia Serif Libre" panose="02000603000000000004"/>
                <a:ea typeface="Averia Serif Libre" panose="02000603000000000004"/>
                <a:cs typeface="Averia Serif Libre" panose="02000603000000000004"/>
                <a:sym typeface="Averia Serif Libre" panose="02000603000000000004"/>
              </a:defRPr>
            </a:lvl8pPr>
            <a:lvl9pPr lvl="8" rtl="0">
              <a:spcBef>
                <a:spcPts val="0"/>
              </a:spcBef>
              <a:spcAft>
                <a:spcPts val="0"/>
              </a:spcAft>
              <a:buClr>
                <a:schemeClr val="dk2"/>
              </a:buClr>
              <a:buSzPts val="3500"/>
              <a:buFont typeface="Averia Serif Libre" panose="02000603000000000004"/>
              <a:buNone/>
              <a:defRPr sz="3500">
                <a:solidFill>
                  <a:schemeClr val="dk2"/>
                </a:solidFill>
                <a:latin typeface="Averia Serif Libre" panose="02000603000000000004"/>
                <a:ea typeface="Averia Serif Libre" panose="02000603000000000004"/>
                <a:cs typeface="Averia Serif Libre" panose="02000603000000000004"/>
                <a:sym typeface="Averia Serif Libre" panose="02000603000000000004"/>
              </a:defRPr>
            </a:lvl9pPr>
          </a:lstStyle>
          <a:p/>
        </p:txBody>
      </p:sp>
      <p:sp>
        <p:nvSpPr>
          <p:cNvPr id="7" name="Google Shape;7;p1"/>
          <p:cNvSpPr txBox="1"/>
          <p:nvPr>
            <p:ph type="body" idx="1"/>
          </p:nvPr>
        </p:nvSpPr>
        <p:spPr>
          <a:xfrm>
            <a:off x="713225" y="1152475"/>
            <a:ext cx="7717500" cy="3416400"/>
          </a:xfrm>
          <a:prstGeom prst="rect">
            <a:avLst/>
          </a:prstGeom>
          <a:noFill/>
          <a:ln>
            <a:noFill/>
          </a:ln>
        </p:spPr>
        <p:txBody>
          <a:bodyPr spcFirstLastPara="1" wrap="square" lIns="91425" tIns="91425" rIns="91425" bIns="91425" anchor="t" anchorCtr="0">
            <a:noAutofit/>
          </a:bodyPr>
          <a:lstStyle>
            <a:lvl1pPr marL="457200" lvl="0" indent="-317500">
              <a:lnSpc>
                <a:spcPct val="115000"/>
              </a:lnSpc>
              <a:spcBef>
                <a:spcPts val="0"/>
              </a:spcBef>
              <a:spcAft>
                <a:spcPts val="0"/>
              </a:spcAft>
              <a:buClr>
                <a:schemeClr val="dk1"/>
              </a:buClr>
              <a:buSzPts val="1400"/>
              <a:buFont typeface="Average Sans" panose="02000503040000020003"/>
              <a:buChar char="●"/>
              <a:defRPr>
                <a:solidFill>
                  <a:schemeClr val="dk1"/>
                </a:solidFill>
                <a:latin typeface="Average Sans" panose="02000503040000020003"/>
                <a:ea typeface="Average Sans" panose="02000503040000020003"/>
                <a:cs typeface="Average Sans" panose="02000503040000020003"/>
                <a:sym typeface="Average Sans" panose="02000503040000020003"/>
              </a:defRPr>
            </a:lvl1pPr>
            <a:lvl2pPr marL="914400" lvl="1" indent="-317500">
              <a:lnSpc>
                <a:spcPct val="115000"/>
              </a:lnSpc>
              <a:spcBef>
                <a:spcPts val="0"/>
              </a:spcBef>
              <a:spcAft>
                <a:spcPts val="0"/>
              </a:spcAft>
              <a:buClr>
                <a:schemeClr val="dk1"/>
              </a:buClr>
              <a:buSzPts val="1400"/>
              <a:buFont typeface="Average Sans" panose="02000503040000020003"/>
              <a:buChar char="○"/>
              <a:defRPr>
                <a:solidFill>
                  <a:schemeClr val="dk1"/>
                </a:solidFill>
                <a:latin typeface="Average Sans" panose="02000503040000020003"/>
                <a:ea typeface="Average Sans" panose="02000503040000020003"/>
                <a:cs typeface="Average Sans" panose="02000503040000020003"/>
                <a:sym typeface="Average Sans" panose="02000503040000020003"/>
              </a:defRPr>
            </a:lvl2pPr>
            <a:lvl3pPr marL="1371600" lvl="2" indent="-317500">
              <a:lnSpc>
                <a:spcPct val="115000"/>
              </a:lnSpc>
              <a:spcBef>
                <a:spcPts val="0"/>
              </a:spcBef>
              <a:spcAft>
                <a:spcPts val="0"/>
              </a:spcAft>
              <a:buClr>
                <a:schemeClr val="dk1"/>
              </a:buClr>
              <a:buSzPts val="1400"/>
              <a:buFont typeface="Average Sans" panose="02000503040000020003"/>
              <a:buChar char="■"/>
              <a:defRPr>
                <a:solidFill>
                  <a:schemeClr val="dk1"/>
                </a:solidFill>
                <a:latin typeface="Average Sans" panose="02000503040000020003"/>
                <a:ea typeface="Average Sans" panose="02000503040000020003"/>
                <a:cs typeface="Average Sans" panose="02000503040000020003"/>
                <a:sym typeface="Average Sans" panose="02000503040000020003"/>
              </a:defRPr>
            </a:lvl3pPr>
            <a:lvl4pPr marL="1828800" lvl="3" indent="-317500">
              <a:lnSpc>
                <a:spcPct val="115000"/>
              </a:lnSpc>
              <a:spcBef>
                <a:spcPts val="0"/>
              </a:spcBef>
              <a:spcAft>
                <a:spcPts val="0"/>
              </a:spcAft>
              <a:buClr>
                <a:schemeClr val="dk1"/>
              </a:buClr>
              <a:buSzPts val="1400"/>
              <a:buFont typeface="Average Sans" panose="02000503040000020003"/>
              <a:buChar char="●"/>
              <a:defRPr>
                <a:solidFill>
                  <a:schemeClr val="dk1"/>
                </a:solidFill>
                <a:latin typeface="Average Sans" panose="02000503040000020003"/>
                <a:ea typeface="Average Sans" panose="02000503040000020003"/>
                <a:cs typeface="Average Sans" panose="02000503040000020003"/>
                <a:sym typeface="Average Sans" panose="02000503040000020003"/>
              </a:defRPr>
            </a:lvl4pPr>
            <a:lvl5pPr marL="2286000" lvl="4" indent="-317500">
              <a:lnSpc>
                <a:spcPct val="115000"/>
              </a:lnSpc>
              <a:spcBef>
                <a:spcPts val="0"/>
              </a:spcBef>
              <a:spcAft>
                <a:spcPts val="0"/>
              </a:spcAft>
              <a:buClr>
                <a:schemeClr val="dk1"/>
              </a:buClr>
              <a:buSzPts val="1400"/>
              <a:buFont typeface="Average Sans" panose="02000503040000020003"/>
              <a:buChar char="○"/>
              <a:defRPr>
                <a:solidFill>
                  <a:schemeClr val="dk1"/>
                </a:solidFill>
                <a:latin typeface="Average Sans" panose="02000503040000020003"/>
                <a:ea typeface="Average Sans" panose="02000503040000020003"/>
                <a:cs typeface="Average Sans" panose="02000503040000020003"/>
                <a:sym typeface="Average Sans" panose="02000503040000020003"/>
              </a:defRPr>
            </a:lvl5pPr>
            <a:lvl6pPr marL="2743200" lvl="5" indent="-317500">
              <a:lnSpc>
                <a:spcPct val="115000"/>
              </a:lnSpc>
              <a:spcBef>
                <a:spcPts val="0"/>
              </a:spcBef>
              <a:spcAft>
                <a:spcPts val="0"/>
              </a:spcAft>
              <a:buClr>
                <a:schemeClr val="dk1"/>
              </a:buClr>
              <a:buSzPts val="1400"/>
              <a:buFont typeface="Average Sans" panose="02000503040000020003"/>
              <a:buChar char="■"/>
              <a:defRPr>
                <a:solidFill>
                  <a:schemeClr val="dk1"/>
                </a:solidFill>
                <a:latin typeface="Average Sans" panose="02000503040000020003"/>
                <a:ea typeface="Average Sans" panose="02000503040000020003"/>
                <a:cs typeface="Average Sans" panose="02000503040000020003"/>
                <a:sym typeface="Average Sans" panose="02000503040000020003"/>
              </a:defRPr>
            </a:lvl6pPr>
            <a:lvl7pPr marL="3200400" lvl="6" indent="-317500">
              <a:lnSpc>
                <a:spcPct val="115000"/>
              </a:lnSpc>
              <a:spcBef>
                <a:spcPts val="0"/>
              </a:spcBef>
              <a:spcAft>
                <a:spcPts val="0"/>
              </a:spcAft>
              <a:buClr>
                <a:schemeClr val="dk1"/>
              </a:buClr>
              <a:buSzPts val="1400"/>
              <a:buFont typeface="Average Sans" panose="02000503040000020003"/>
              <a:buChar char="●"/>
              <a:defRPr>
                <a:solidFill>
                  <a:schemeClr val="dk1"/>
                </a:solidFill>
                <a:latin typeface="Average Sans" panose="02000503040000020003"/>
                <a:ea typeface="Average Sans" panose="02000503040000020003"/>
                <a:cs typeface="Average Sans" panose="02000503040000020003"/>
                <a:sym typeface="Average Sans" panose="02000503040000020003"/>
              </a:defRPr>
            </a:lvl7pPr>
            <a:lvl8pPr marL="3657600" lvl="7" indent="-317500">
              <a:lnSpc>
                <a:spcPct val="115000"/>
              </a:lnSpc>
              <a:spcBef>
                <a:spcPts val="0"/>
              </a:spcBef>
              <a:spcAft>
                <a:spcPts val="0"/>
              </a:spcAft>
              <a:buClr>
                <a:schemeClr val="dk1"/>
              </a:buClr>
              <a:buSzPts val="1400"/>
              <a:buFont typeface="Average Sans" panose="02000503040000020003"/>
              <a:buChar char="○"/>
              <a:defRPr>
                <a:solidFill>
                  <a:schemeClr val="dk1"/>
                </a:solidFill>
                <a:latin typeface="Average Sans" panose="02000503040000020003"/>
                <a:ea typeface="Average Sans" panose="02000503040000020003"/>
                <a:cs typeface="Average Sans" panose="02000503040000020003"/>
                <a:sym typeface="Average Sans" panose="02000503040000020003"/>
              </a:defRPr>
            </a:lvl8pPr>
            <a:lvl9pPr marL="4114800" lvl="8" indent="-317500">
              <a:lnSpc>
                <a:spcPct val="115000"/>
              </a:lnSpc>
              <a:spcBef>
                <a:spcPts val="0"/>
              </a:spcBef>
              <a:spcAft>
                <a:spcPts val="0"/>
              </a:spcAft>
              <a:buClr>
                <a:schemeClr val="dk1"/>
              </a:buClr>
              <a:buSzPts val="1400"/>
              <a:buFont typeface="Average Sans" panose="02000503040000020003"/>
              <a:buChar char="■"/>
              <a:defRPr>
                <a:solidFill>
                  <a:schemeClr val="dk1"/>
                </a:solidFill>
                <a:latin typeface="Average Sans" panose="02000503040000020003"/>
                <a:ea typeface="Average Sans" panose="02000503040000020003"/>
                <a:cs typeface="Average Sans" panose="02000503040000020003"/>
                <a:sym typeface="Average Sans" panose="02000503040000020003"/>
              </a:defRPr>
            </a:lvl9pPr>
          </a:lstStyle>
          <a:p/>
        </p:txBody>
      </p:sp>
    </p:spTree>
  </p:cSld>
  <p:clrMap bg1="lt1" tx1="dk1" bg2="dk2" tx2="lt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 id="2147483661" r:id="rId13"/>
    <p:sldLayoutId id="2147483662" r:id="rId14"/>
    <p:sldLayoutId id="2147483663" r:id="rId15"/>
    <p:sldLayoutId id="2147483664" r:id="rId16"/>
    <p:sldLayoutId id="2147483665" r:id="rId17"/>
    <p:sldLayoutId id="2147483666" r:id="rId18"/>
    <p:sldLayoutId id="2147483667" r:id="rId19"/>
    <p:sldLayoutId id="2147483668" r:id="rId20"/>
    <p:sldLayoutId id="2147483669" r:id="rId21"/>
    <p:sldLayoutId id="2147483670" r:id="rId22"/>
    <p:sldLayoutId id="2147483671" r:id="rId23"/>
    <p:sldLayoutId id="2147483672" r:id="rId24"/>
    <p:sldLayoutId id="2147483673" r:id="rId25"/>
    <p:sldLayoutId id="2147483674" r:id="rId26"/>
    <p:sldLayoutId id="2147483675" r:id="rId27"/>
    <p:sldLayoutId id="2147483676" r:id="rId28"/>
    <p:sldLayoutId id="2147483677" r:id="rId29"/>
    <p:sldLayoutId id="2147483678" r:id="rId30"/>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1pPr>
      <a:lvl2pPr marR="0" lvl="1"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2pPr>
      <a:lvl3pPr marR="0" lvl="2"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3pPr>
      <a:lvl4pPr marR="0" lvl="3"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4pPr>
      <a:lvl5pPr marR="0" lvl="4"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5pPr>
      <a:lvl6pPr marR="0" lvl="5"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6pPr>
      <a:lvl7pPr marR="0" lvl="6"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7pPr>
      <a:lvl8pPr marR="0" lvl="7"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8pPr>
      <a:lvl9pPr marR="0" lvl="8"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1pPr>
      <a:lvl2pPr marR="0" lvl="1"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2pPr>
      <a:lvl3pPr marR="0" lvl="2"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3pPr>
      <a:lvl4pPr marR="0" lvl="3"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4pPr>
      <a:lvl5pPr marR="0" lvl="4"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5pPr>
      <a:lvl6pPr marR="0" lvl="5"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6pPr>
      <a:lvl7pPr marR="0" lvl="6"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7pPr>
      <a:lvl8pPr marR="0" lvl="7"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8pPr>
      <a:lvl9pPr marR="0" lvl="8"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1pPr>
      <a:lvl2pPr marR="0" lvl="1"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2pPr>
      <a:lvl3pPr marR="0" lvl="2"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3pPr>
      <a:lvl4pPr marR="0" lvl="3"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4pPr>
      <a:lvl5pPr marR="0" lvl="4"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5pPr>
      <a:lvl6pPr marR="0" lvl="5"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6pPr>
      <a:lvl7pPr marR="0" lvl="6"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7pPr>
      <a:lvl8pPr marR="0" lvl="7"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8pPr>
      <a:lvl9pPr marR="0" lvl="8"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3905" name="Shape 3905"/>
        <p:cNvGrpSpPr/>
        <p:nvPr/>
      </p:nvGrpSpPr>
      <p:grpSpPr>
        <a:xfrm>
          <a:off x="0" y="0"/>
          <a:ext cx="0" cy="0"/>
          <a:chOff x="0" y="0"/>
          <a:chExt cx="0" cy="0"/>
        </a:xfrm>
      </p:grpSpPr>
      <p:sp>
        <p:nvSpPr>
          <p:cNvPr id="3906" name="Google Shape;3906;p31"/>
          <p:cNvSpPr txBox="1"/>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None/>
              <a:defRPr sz="2400">
                <a:solidFill>
                  <a:srgbClr val="FFFFFF"/>
                </a:solidFill>
              </a:defRPr>
            </a:lvl1pPr>
            <a:lvl2pPr lvl="1" algn="ctr" rtl="0">
              <a:spcBef>
                <a:spcPts val="0"/>
              </a:spcBef>
              <a:spcAft>
                <a:spcPts val="0"/>
              </a:spcAft>
              <a:buClr>
                <a:srgbClr val="FFFFFF"/>
              </a:buClr>
              <a:buSzPts val="2400"/>
              <a:buNone/>
              <a:defRPr sz="2400">
                <a:solidFill>
                  <a:srgbClr val="FFFFFF"/>
                </a:solidFill>
              </a:defRPr>
            </a:lvl2pPr>
            <a:lvl3pPr lvl="2" algn="ctr" rtl="0">
              <a:spcBef>
                <a:spcPts val="0"/>
              </a:spcBef>
              <a:spcAft>
                <a:spcPts val="0"/>
              </a:spcAft>
              <a:buClr>
                <a:srgbClr val="FFFFFF"/>
              </a:buClr>
              <a:buSzPts val="2400"/>
              <a:buNone/>
              <a:defRPr sz="2400">
                <a:solidFill>
                  <a:srgbClr val="FFFFFF"/>
                </a:solidFill>
              </a:defRPr>
            </a:lvl3pPr>
            <a:lvl4pPr lvl="3" algn="ctr" rtl="0">
              <a:spcBef>
                <a:spcPts val="0"/>
              </a:spcBef>
              <a:spcAft>
                <a:spcPts val="0"/>
              </a:spcAft>
              <a:buClr>
                <a:srgbClr val="FFFFFF"/>
              </a:buClr>
              <a:buSzPts val="2400"/>
              <a:buNone/>
              <a:defRPr sz="2400">
                <a:solidFill>
                  <a:srgbClr val="FFFFFF"/>
                </a:solidFill>
              </a:defRPr>
            </a:lvl4pPr>
            <a:lvl5pPr lvl="4" algn="ctr" rtl="0">
              <a:spcBef>
                <a:spcPts val="0"/>
              </a:spcBef>
              <a:spcAft>
                <a:spcPts val="0"/>
              </a:spcAft>
              <a:buClr>
                <a:srgbClr val="FFFFFF"/>
              </a:buClr>
              <a:buSzPts val="2400"/>
              <a:buNone/>
              <a:defRPr sz="2400">
                <a:solidFill>
                  <a:srgbClr val="FFFFFF"/>
                </a:solidFill>
              </a:defRPr>
            </a:lvl5pPr>
            <a:lvl6pPr lvl="5" algn="ctr" rtl="0">
              <a:spcBef>
                <a:spcPts val="0"/>
              </a:spcBef>
              <a:spcAft>
                <a:spcPts val="0"/>
              </a:spcAft>
              <a:buClr>
                <a:srgbClr val="FFFFFF"/>
              </a:buClr>
              <a:buSzPts val="2400"/>
              <a:buNone/>
              <a:defRPr sz="2400">
                <a:solidFill>
                  <a:srgbClr val="FFFFFF"/>
                </a:solidFill>
              </a:defRPr>
            </a:lvl6pPr>
            <a:lvl7pPr lvl="6" algn="ctr" rtl="0">
              <a:spcBef>
                <a:spcPts val="0"/>
              </a:spcBef>
              <a:spcAft>
                <a:spcPts val="0"/>
              </a:spcAft>
              <a:buClr>
                <a:srgbClr val="FFFFFF"/>
              </a:buClr>
              <a:buSzPts val="2400"/>
              <a:buNone/>
              <a:defRPr sz="2400">
                <a:solidFill>
                  <a:srgbClr val="FFFFFF"/>
                </a:solidFill>
              </a:defRPr>
            </a:lvl7pPr>
            <a:lvl8pPr lvl="7" algn="ctr" rtl="0">
              <a:spcBef>
                <a:spcPts val="0"/>
              </a:spcBef>
              <a:spcAft>
                <a:spcPts val="0"/>
              </a:spcAft>
              <a:buClr>
                <a:srgbClr val="FFFFFF"/>
              </a:buClr>
              <a:buSzPts val="2400"/>
              <a:buNone/>
              <a:defRPr sz="2400">
                <a:solidFill>
                  <a:srgbClr val="FFFFFF"/>
                </a:solidFill>
              </a:defRPr>
            </a:lvl8pPr>
            <a:lvl9pPr lvl="8" algn="ctr" rtl="0">
              <a:spcBef>
                <a:spcPts val="0"/>
              </a:spcBef>
              <a:spcAft>
                <a:spcPts val="0"/>
              </a:spcAft>
              <a:buClr>
                <a:srgbClr val="FFFFFF"/>
              </a:buClr>
              <a:buSzPts val="2400"/>
              <a:buNone/>
              <a:defRPr sz="2400">
                <a:solidFill>
                  <a:srgbClr val="FFFFFF"/>
                </a:solidFill>
              </a:defRPr>
            </a:lvl9pPr>
          </a:lstStyle>
          <a:p/>
        </p:txBody>
      </p:sp>
      <p:sp>
        <p:nvSpPr>
          <p:cNvPr id="3907" name="Google Shape;3907;p31"/>
          <p:cNvSpPr txBox="1"/>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panose="02000506030000020004"/>
              <a:buChar char="●"/>
              <a:defRPr sz="1100">
                <a:solidFill>
                  <a:srgbClr val="435D74"/>
                </a:solidFill>
                <a:latin typeface="Proxima Nova" panose="02000506030000020004"/>
                <a:ea typeface="Proxima Nova" panose="02000506030000020004"/>
                <a:cs typeface="Proxima Nova" panose="02000506030000020004"/>
                <a:sym typeface="Proxima Nova" panose="02000506030000020004"/>
              </a:defRPr>
            </a:lvl1pPr>
            <a:lvl2pPr marL="914400" lvl="1" indent="-298450" rtl="0">
              <a:lnSpc>
                <a:spcPct val="115000"/>
              </a:lnSpc>
              <a:spcBef>
                <a:spcPts val="0"/>
              </a:spcBef>
              <a:spcAft>
                <a:spcPts val="0"/>
              </a:spcAft>
              <a:buClr>
                <a:srgbClr val="435D74"/>
              </a:buClr>
              <a:buSzPts val="1100"/>
              <a:buFont typeface="Proxima Nova" panose="02000506030000020004"/>
              <a:buChar char="○"/>
              <a:defRPr sz="1100">
                <a:solidFill>
                  <a:srgbClr val="435D74"/>
                </a:solidFill>
                <a:latin typeface="Proxima Nova" panose="02000506030000020004"/>
                <a:ea typeface="Proxima Nova" panose="02000506030000020004"/>
                <a:cs typeface="Proxima Nova" panose="02000506030000020004"/>
                <a:sym typeface="Proxima Nova" panose="02000506030000020004"/>
              </a:defRPr>
            </a:lvl2pPr>
            <a:lvl3pPr marL="1371600" lvl="2" indent="-298450" rtl="0">
              <a:lnSpc>
                <a:spcPct val="115000"/>
              </a:lnSpc>
              <a:spcBef>
                <a:spcPts val="0"/>
              </a:spcBef>
              <a:spcAft>
                <a:spcPts val="0"/>
              </a:spcAft>
              <a:buClr>
                <a:srgbClr val="435D74"/>
              </a:buClr>
              <a:buSzPts val="1100"/>
              <a:buFont typeface="Proxima Nova" panose="02000506030000020004"/>
              <a:buChar char="■"/>
              <a:defRPr sz="1100">
                <a:solidFill>
                  <a:srgbClr val="435D74"/>
                </a:solidFill>
                <a:latin typeface="Proxima Nova" panose="02000506030000020004"/>
                <a:ea typeface="Proxima Nova" panose="02000506030000020004"/>
                <a:cs typeface="Proxima Nova" panose="02000506030000020004"/>
                <a:sym typeface="Proxima Nova" panose="02000506030000020004"/>
              </a:defRPr>
            </a:lvl3pPr>
            <a:lvl4pPr marL="1828800" lvl="3" indent="-298450" rtl="0">
              <a:lnSpc>
                <a:spcPct val="115000"/>
              </a:lnSpc>
              <a:spcBef>
                <a:spcPts val="0"/>
              </a:spcBef>
              <a:spcAft>
                <a:spcPts val="0"/>
              </a:spcAft>
              <a:buClr>
                <a:srgbClr val="435D74"/>
              </a:buClr>
              <a:buSzPts val="1100"/>
              <a:buFont typeface="Proxima Nova" panose="02000506030000020004"/>
              <a:buChar char="●"/>
              <a:defRPr sz="1100">
                <a:solidFill>
                  <a:srgbClr val="435D74"/>
                </a:solidFill>
                <a:latin typeface="Proxima Nova" panose="02000506030000020004"/>
                <a:ea typeface="Proxima Nova" panose="02000506030000020004"/>
                <a:cs typeface="Proxima Nova" panose="02000506030000020004"/>
                <a:sym typeface="Proxima Nova" panose="02000506030000020004"/>
              </a:defRPr>
            </a:lvl4pPr>
            <a:lvl5pPr marL="2286000" lvl="4" indent="-298450" rtl="0">
              <a:lnSpc>
                <a:spcPct val="115000"/>
              </a:lnSpc>
              <a:spcBef>
                <a:spcPts val="0"/>
              </a:spcBef>
              <a:spcAft>
                <a:spcPts val="0"/>
              </a:spcAft>
              <a:buClr>
                <a:srgbClr val="435D74"/>
              </a:buClr>
              <a:buSzPts val="1100"/>
              <a:buFont typeface="Proxima Nova" panose="02000506030000020004"/>
              <a:buChar char="○"/>
              <a:defRPr sz="1100">
                <a:solidFill>
                  <a:srgbClr val="435D74"/>
                </a:solidFill>
                <a:latin typeface="Proxima Nova" panose="02000506030000020004"/>
                <a:ea typeface="Proxima Nova" panose="02000506030000020004"/>
                <a:cs typeface="Proxima Nova" panose="02000506030000020004"/>
                <a:sym typeface="Proxima Nova" panose="02000506030000020004"/>
              </a:defRPr>
            </a:lvl5pPr>
            <a:lvl6pPr marL="2743200" lvl="5" indent="-298450" rtl="0">
              <a:lnSpc>
                <a:spcPct val="115000"/>
              </a:lnSpc>
              <a:spcBef>
                <a:spcPts val="0"/>
              </a:spcBef>
              <a:spcAft>
                <a:spcPts val="0"/>
              </a:spcAft>
              <a:buClr>
                <a:srgbClr val="435D74"/>
              </a:buClr>
              <a:buSzPts val="1100"/>
              <a:buFont typeface="Proxima Nova" panose="02000506030000020004"/>
              <a:buChar char="■"/>
              <a:defRPr sz="1100">
                <a:solidFill>
                  <a:srgbClr val="435D74"/>
                </a:solidFill>
                <a:latin typeface="Proxima Nova" panose="02000506030000020004"/>
                <a:ea typeface="Proxima Nova" panose="02000506030000020004"/>
                <a:cs typeface="Proxima Nova" panose="02000506030000020004"/>
                <a:sym typeface="Proxima Nova" panose="02000506030000020004"/>
              </a:defRPr>
            </a:lvl6pPr>
            <a:lvl7pPr marL="3200400" lvl="6" indent="-298450" rtl="0">
              <a:lnSpc>
                <a:spcPct val="115000"/>
              </a:lnSpc>
              <a:spcBef>
                <a:spcPts val="0"/>
              </a:spcBef>
              <a:spcAft>
                <a:spcPts val="0"/>
              </a:spcAft>
              <a:buClr>
                <a:srgbClr val="435D74"/>
              </a:buClr>
              <a:buSzPts val="1100"/>
              <a:buFont typeface="Proxima Nova" panose="02000506030000020004"/>
              <a:buChar char="●"/>
              <a:defRPr sz="1100">
                <a:solidFill>
                  <a:srgbClr val="435D74"/>
                </a:solidFill>
                <a:latin typeface="Proxima Nova" panose="02000506030000020004"/>
                <a:ea typeface="Proxima Nova" panose="02000506030000020004"/>
                <a:cs typeface="Proxima Nova" panose="02000506030000020004"/>
                <a:sym typeface="Proxima Nova" panose="02000506030000020004"/>
              </a:defRPr>
            </a:lvl7pPr>
            <a:lvl8pPr marL="3657600" lvl="7" indent="-298450" rtl="0">
              <a:lnSpc>
                <a:spcPct val="115000"/>
              </a:lnSpc>
              <a:spcBef>
                <a:spcPts val="0"/>
              </a:spcBef>
              <a:spcAft>
                <a:spcPts val="0"/>
              </a:spcAft>
              <a:buClr>
                <a:srgbClr val="435D74"/>
              </a:buClr>
              <a:buSzPts val="1100"/>
              <a:buFont typeface="Proxima Nova" panose="02000506030000020004"/>
              <a:buChar char="○"/>
              <a:defRPr sz="1100">
                <a:solidFill>
                  <a:srgbClr val="435D74"/>
                </a:solidFill>
                <a:latin typeface="Proxima Nova" panose="02000506030000020004"/>
                <a:ea typeface="Proxima Nova" panose="02000506030000020004"/>
                <a:cs typeface="Proxima Nova" panose="02000506030000020004"/>
                <a:sym typeface="Proxima Nova" panose="02000506030000020004"/>
              </a:defRPr>
            </a:lvl8pPr>
            <a:lvl9pPr marL="4114800" lvl="8" indent="-298450" rtl="0">
              <a:lnSpc>
                <a:spcPct val="115000"/>
              </a:lnSpc>
              <a:spcBef>
                <a:spcPts val="0"/>
              </a:spcBef>
              <a:spcAft>
                <a:spcPts val="0"/>
              </a:spcAft>
              <a:buClr>
                <a:srgbClr val="435D74"/>
              </a:buClr>
              <a:buSzPts val="1100"/>
              <a:buFont typeface="Proxima Nova" panose="02000506030000020004"/>
              <a:buChar char="■"/>
              <a:defRPr sz="1100">
                <a:solidFill>
                  <a:srgbClr val="435D74"/>
                </a:solidFill>
                <a:latin typeface="Proxima Nova" panose="02000506030000020004"/>
                <a:ea typeface="Proxima Nova" panose="02000506030000020004"/>
                <a:cs typeface="Proxima Nova" panose="02000506030000020004"/>
                <a:sym typeface="Proxima Nova" panose="02000506030000020004"/>
              </a:defRPr>
            </a:lvl9pPr>
          </a:lstStyle>
          <a:p/>
        </p:txBody>
      </p:sp>
    </p:spTree>
  </p:cSld>
  <p:clrMap bg1="lt1" tx1="dk1" bg2="dk2" tx2="lt2" accent1="accent1" accent2="accent2" accent3="accent3" accent4="accent4" accent5="accent5" accent6="accent6" hlink="hlink" folHlink="folHlink"/>
  <p:sldLayoutIdLst>
    <p:sldLayoutId id="2147483680" r:id="rId1"/>
    <p:sldLayoutId id="2147483681" r:id="rId2"/>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1pPr>
      <a:lvl2pPr marR="0" lvl="1"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2pPr>
      <a:lvl3pPr marR="0" lvl="2"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3pPr>
      <a:lvl4pPr marR="0" lvl="3"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4pPr>
      <a:lvl5pPr marR="0" lvl="4"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5pPr>
      <a:lvl6pPr marR="0" lvl="5"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6pPr>
      <a:lvl7pPr marR="0" lvl="6"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7pPr>
      <a:lvl8pPr marR="0" lvl="7"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8pPr>
      <a:lvl9pPr marR="0" lvl="8"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1pPr>
      <a:lvl2pPr marR="0" lvl="1"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2pPr>
      <a:lvl3pPr marR="0" lvl="2"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3pPr>
      <a:lvl4pPr marR="0" lvl="3"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4pPr>
      <a:lvl5pPr marR="0" lvl="4"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5pPr>
      <a:lvl6pPr marR="0" lvl="5"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6pPr>
      <a:lvl7pPr marR="0" lvl="6"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7pPr>
      <a:lvl8pPr marR="0" lvl="7"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8pPr>
      <a:lvl9pPr marR="0" lvl="8"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1pPr>
      <a:lvl2pPr marR="0" lvl="1"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2pPr>
      <a:lvl3pPr marR="0" lvl="2"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3pPr>
      <a:lvl4pPr marR="0" lvl="3"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4pPr>
      <a:lvl5pPr marR="0" lvl="4"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5pPr>
      <a:lvl6pPr marR="0" lvl="5"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6pPr>
      <a:lvl7pPr marR="0" lvl="6"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7pPr>
      <a:lvl8pPr marR="0" lvl="7"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8pPr>
      <a:lvl9pPr marR="0" lvl="8"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9" Type="http://schemas.openxmlformats.org/officeDocument/2006/relationships/hyperlink" Target="http://bit.ly/30B07Gq" TargetMode="External"/><Relationship Id="rId8" Type="http://schemas.openxmlformats.org/officeDocument/2006/relationships/hyperlink" Target="https://bit.ly/3A1uf1Q" TargetMode="External"/><Relationship Id="rId7"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6" Type="http://schemas.openxmlformats.org/officeDocument/2006/relationships/slide" Target="slide42.xml"/><Relationship Id="rId5" Type="http://schemas.openxmlformats.org/officeDocument/2006/relationships/slide" Target="slide48.xml"/><Relationship Id="rId4" Type="http://schemas.openxmlformats.org/officeDocument/2006/relationships/slide" Target="slide35.xml"/><Relationship Id="rId3" Type="http://schemas.openxmlformats.org/officeDocument/2006/relationships/slide" Target="slide36.xml"/><Relationship Id="rId2" Type="http://schemas.openxmlformats.org/officeDocument/2006/relationships/slide" Target="slide37.xml"/><Relationship Id="rId17" Type="http://schemas.openxmlformats.org/officeDocument/2006/relationships/notesSlide" Target="../notesSlides/notesSlide2.xml"/><Relationship Id="rId16" Type="http://schemas.openxmlformats.org/officeDocument/2006/relationships/slideLayout" Target="../slideLayouts/slideLayout3.xml"/><Relationship Id="rId15" Type="http://schemas.openxmlformats.org/officeDocument/2006/relationships/hyperlink" Target="https://www.videvo.net/?utm_source=slidesgo_template&amp;utm_medium=referral-link&amp;utm_campaign=sg_resources&amp;utm_content=videvo" TargetMode="External"/><Relationship Id="rId14" Type="http://schemas.openxmlformats.org/officeDocument/2006/relationships/hyperlink" Target="https://wepik.com/?utm_source=slidesgo_template&amp;utm_medium=referral-link&amp;utm_campaign=promo-slide&amp;utm_term=slidesgo&amp;utm_content=wepik" TargetMode="External"/><Relationship Id="rId13" Type="http://schemas.openxmlformats.org/officeDocument/2006/relationships/hyperlink" Target="https://storyset.com/?utm_source=slidesgo_template&amp;utm_medium=referral-link&amp;utm_campaign=promo-slide&amp;utm_term=slidesgo&amp;utm_content=storyset" TargetMode="External"/><Relationship Id="rId12" Type="http://schemas.openxmlformats.org/officeDocument/2006/relationships/hyperlink" Target="https://www.flaticon.com/?utm_source=slidesgo_template&amp;utm_medium=referral-link&amp;utm_campaign=promo-slide&amp;utm_term=slidesgo&amp;utm_content=flaticon" TargetMode="External"/><Relationship Id="rId11" Type="http://schemas.openxmlformats.org/officeDocument/2006/relationships/hyperlink" Target="https://www.freepik.com/?utm_source=slidesgo_template&amp;utm_medium=referral-link&amp;utm_campaign=promo-slide&amp;utm_term=slidesgo&amp;utm_content=freepik" TargetMode="External"/><Relationship Id="rId10" Type="http://schemas.openxmlformats.org/officeDocument/2006/relationships/hyperlink" Target="http://bit.ly/33VAFh3" TargetMode="External"/><Relationship Id="rId1" Type="http://schemas.openxmlformats.org/officeDocument/2006/relationships/slide" Target="slide40.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2.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8.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21.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6.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20.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22.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23.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24.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7.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16.xml"/></Relationships>
</file>

<file path=ppt/slides/_rels/slide14.xml.rels><?xml version="1.0" encoding="UTF-8" standalone="yes"?>
<Relationships xmlns="http://schemas.openxmlformats.org/package/2006/relationships"><Relationship Id="rId3" Type="http://schemas.openxmlformats.org/officeDocument/2006/relationships/notesSlide" Target="../notesSlides/notesSlide14.xml"/><Relationship Id="rId2" Type="http://schemas.openxmlformats.org/officeDocument/2006/relationships/slideLayout" Target="../slideLayouts/slideLayout9.xml"/><Relationship Id="rId1" Type="http://schemas.openxmlformats.org/officeDocument/2006/relationships/image" Target="../media/image2.jpeg"/></Relationships>
</file>

<file path=ppt/slides/_rels/slide15.xml.rels><?xml version="1.0" encoding="UTF-8" standalone="yes"?>
<Relationships xmlns="http://schemas.openxmlformats.org/package/2006/relationships"><Relationship Id="rId3" Type="http://schemas.openxmlformats.org/officeDocument/2006/relationships/notesSlide" Target="../notesSlides/notesSlide15.xml"/><Relationship Id="rId2" Type="http://schemas.openxmlformats.org/officeDocument/2006/relationships/slideLayout" Target="../slideLayouts/slideLayout17.xml"/><Relationship Id="rId1" Type="http://schemas.openxmlformats.org/officeDocument/2006/relationships/image" Target="../media/image3.jpeg"/></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10.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25.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26.xml"/></Relationships>
</file>

<file path=ppt/slides/_rels/slide19.xml.rels><?xml version="1.0" encoding="UTF-8" standalone="yes"?>
<Relationships xmlns="http://schemas.openxmlformats.org/package/2006/relationships"><Relationship Id="rId3" Type="http://schemas.openxmlformats.org/officeDocument/2006/relationships/notesSlide" Target="../notesSlides/notesSlide19.xml"/><Relationship Id="rId2" Type="http://schemas.openxmlformats.org/officeDocument/2006/relationships/slideLayout" Target="../slideLayouts/slideLayout18.xml"/><Relationship Id="rId1" Type="http://schemas.openxmlformats.org/officeDocument/2006/relationships/image" Target="../media/image4.jpeg"/></Relationships>
</file>

<file path=ppt/slides/_rels/slide20.xml.rels><?xml version="1.0" encoding="UTF-8" standalone="yes"?>
<Relationships xmlns="http://schemas.openxmlformats.org/package/2006/relationships"><Relationship Id="rId3" Type="http://schemas.openxmlformats.org/officeDocument/2006/relationships/notesSlide" Target="../notesSlides/notesSlide20.xml"/><Relationship Id="rId2" Type="http://schemas.openxmlformats.org/officeDocument/2006/relationships/slideLayout" Target="../slideLayouts/slideLayout19.xml"/><Relationship Id="rId1" Type="http://schemas.openxmlformats.org/officeDocument/2006/relationships/image" Target="../media/image2.jpeg"/></Relationships>
</file>

<file path=ppt/slides/_rels/slide21.xml.rels><?xml version="1.0" encoding="UTF-8" standalone="yes"?>
<Relationships xmlns="http://schemas.openxmlformats.org/package/2006/relationships"><Relationship Id="rId3" Type="http://schemas.openxmlformats.org/officeDocument/2006/relationships/notesSlide" Target="../notesSlides/notesSlide21.xml"/><Relationship Id="rId2" Type="http://schemas.openxmlformats.org/officeDocument/2006/relationships/slideLayout" Target="../slideLayouts/slideLayout18.xml"/><Relationship Id="rId1" Type="http://schemas.openxmlformats.org/officeDocument/2006/relationships/image" Target="../media/image3.jpeg"/></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15.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14.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13.xml"/></Relationships>
</file>

<file path=ppt/slides/_rels/slide25.xml.rels><?xml version="1.0" encoding="UTF-8" standalone="yes"?>
<Relationships xmlns="http://schemas.openxmlformats.org/package/2006/relationships"><Relationship Id="rId5" Type="http://schemas.openxmlformats.org/officeDocument/2006/relationships/notesSlide" Target="../notesSlides/notesSlide25.xml"/><Relationship Id="rId4" Type="http://schemas.openxmlformats.org/officeDocument/2006/relationships/slideLayout" Target="../slideLayouts/slideLayout14.xml"/><Relationship Id="rId3" Type="http://schemas.openxmlformats.org/officeDocument/2006/relationships/image" Target="../media/image5.png"/><Relationship Id="rId2" Type="http://schemas.openxmlformats.org/officeDocument/2006/relationships/hyperlink" Target="https://docs.google.com/spreadsheets/d/1n0iVQO2u5SuRaq9ynq1lRvClSxJ2newq7OYr-rQoYlA/copy" TargetMode="External"/><Relationship Id="rId1"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13.xml"/></Relationships>
</file>

<file path=ppt/slides/_rels/slide27.xml.rels><?xml version="1.0" encoding="UTF-8" standalone="yes"?>
<Relationships xmlns="http://schemas.openxmlformats.org/package/2006/relationships"><Relationship Id="rId4" Type="http://schemas.openxmlformats.org/officeDocument/2006/relationships/notesSlide" Target="../notesSlides/notesSlide27.xml"/><Relationship Id="rId3" Type="http://schemas.openxmlformats.org/officeDocument/2006/relationships/slideLayout" Target="../slideLayouts/slideLayout4.xml"/><Relationship Id="rId2" Type="http://schemas.openxmlformats.org/officeDocument/2006/relationships/image" Target="../media/image7.jpeg"/><Relationship Id="rId1" Type="http://schemas.openxmlformats.org/officeDocument/2006/relationships/image" Target="../media/image6.jpeg"/></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13.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14.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5.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13.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5.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13.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14.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27.xml"/></Relationships>
</file>

<file path=ppt/slides/_rels/slide36.xml.rels><?xml version="1.0" encoding="UTF-8" standalone="yes"?>
<Relationships xmlns="http://schemas.openxmlformats.org/package/2006/relationships"><Relationship Id="rId3" Type="http://schemas.openxmlformats.org/officeDocument/2006/relationships/notesSlide" Target="../notesSlides/notesSlide36.xml"/><Relationship Id="rId2" Type="http://schemas.openxmlformats.org/officeDocument/2006/relationships/slideLayout" Target="../slideLayouts/slideLayout5.xml"/><Relationship Id="rId1" Type="http://schemas.openxmlformats.org/officeDocument/2006/relationships/hyperlink" Target="https://www.freepik.com/free-vector/old-treasure-map-background_1138865.htm/?utm_source=slidesgo_template&amp;utm_medium=referral-link&amp;utm_campaign=sg_resources&amp;utm_content=freepik" TargetMode="External"/></Relationships>
</file>

<file path=ppt/slides/_rels/slide37.xml.rels><?xml version="1.0" encoding="UTF-8" standalone="yes"?>
<Relationships xmlns="http://schemas.openxmlformats.org/package/2006/relationships"><Relationship Id="rId9" Type="http://schemas.openxmlformats.org/officeDocument/2006/relationships/hyperlink" Target="https://www.freepik.com/free-photo/portrait-elegant-old-man_12244494.htm/?utm_source=slidesgo_template&amp;utm_medium=referral-link&amp;utm_campaign=sg_resources&amp;utm_content=freepik" TargetMode="External"/><Relationship Id="rId8" Type="http://schemas.openxmlformats.org/officeDocument/2006/relationships/hyperlink" Target="https://www.freepik.com/free-photo/old-book-tourist-stuff_2126976.htm/?utm_source=slidesgo_template&amp;utm_medium=referral-link&amp;utm_campaign=sg_resources&amp;utm_content=freepik" TargetMode="External"/><Relationship Id="rId7" Type="http://schemas.openxmlformats.org/officeDocument/2006/relationships/hyperlink" Target="https://www.freepik.com/free-photo/view-world-travel-map-with-compass_28478743.htm/?utm_source=slidesgo_template&amp;utm_medium=referral-link&amp;utm_campaign=sg_resources&amp;utm_content=freepik" TargetMode="External"/><Relationship Id="rId6" Type="http://schemas.openxmlformats.org/officeDocument/2006/relationships/hyperlink" Target="https://www.freepik.com/free-vector/hand-drawn-boho-element-collection_2371322.htm/?utm_source=slidesgo_template&amp;utm_medium=referral-link&amp;utm_campaign=sg_resources&amp;utm_content=freepik" TargetMode="External"/><Relationship Id="rId5" Type="http://schemas.openxmlformats.org/officeDocument/2006/relationships/hyperlink" Target="https://www.freepik.com/free-vector/hand-drawn-arrows-feathers_1068857.htm/?utm_source=slidesgo_template&amp;utm_medium=referral-link&amp;utm_campaign=sg_resources&amp;utm_content=freepik" TargetMode="External"/><Relationship Id="rId4" Type="http://schemas.openxmlformats.org/officeDocument/2006/relationships/hyperlink" Target="https://www.freepik.com/free-vector/hand-drawn-old-ships_764754.htm/?utm_source=slidesgo_template&amp;utm_medium=referral-link&amp;utm_campaign=sg_resources&amp;utm_content=freepik" TargetMode="External"/><Relationship Id="rId3" Type="http://schemas.openxmlformats.org/officeDocument/2006/relationships/hyperlink" Target="https://www.freepik.com/free-vector/hand-drawn-travel-background-with-balloon_1773459.htm/?utm_source=slidesgo_template&amp;utm_medium=referral-link&amp;utm_campaign=sg_resources&amp;utm_content=freepik" TargetMode="External"/><Relationship Id="rId2" Type="http://schemas.openxmlformats.org/officeDocument/2006/relationships/hyperlink" Target="https://www.freepik.com/free-vector/vintage-map-with-pirate-treasure_1119618.htm/?utm_source=slidesgo_template&amp;utm_medium=referral-link&amp;utm_campaign=sg_resources&amp;utm_content=freepik" TargetMode="External"/><Relationship Id="rId12" Type="http://schemas.openxmlformats.org/officeDocument/2006/relationships/notesSlide" Target="../notesSlides/notesSlide37.xml"/><Relationship Id="rId11" Type="http://schemas.openxmlformats.org/officeDocument/2006/relationships/slideLayout" Target="../slideLayouts/slideLayout3.xml"/><Relationship Id="rId10" Type="http://schemas.openxmlformats.org/officeDocument/2006/relationships/hyperlink" Target="https://www.freepik.com/free-photo/smiley-businesswoman-conference-room_13377899.htm/?utm_source=slidesgo_template&amp;utm_medium=referral-link&amp;utm_campaign=sg_resources&amp;utm_content=freepik" TargetMode="External"/><Relationship Id="rId1" Type="http://schemas.openxmlformats.org/officeDocument/2006/relationships/hyperlink" Target="https://www.freepik.com/free-vector/hand-drawn-map-compass-background_1582144.htm/?utm_source=slidesgo_template&amp;utm_medium=referral-link&amp;utm_campaign=sg_resources&amp;utm_content=freepik" TargetMode="External"/></Relationships>
</file>

<file path=ppt/slides/_rels/slide38.xml.rels><?xml version="1.0" encoding="UTF-8" standalone="yes"?>
<Relationships xmlns="http://schemas.openxmlformats.org/package/2006/relationships"><Relationship Id="rId6" Type="http://schemas.openxmlformats.org/officeDocument/2006/relationships/notesSlide" Target="../notesSlides/notesSlide38.xml"/><Relationship Id="rId5" Type="http://schemas.openxmlformats.org/officeDocument/2006/relationships/slideLayout" Target="../slideLayouts/slideLayout32.xml"/><Relationship Id="rId4" Type="http://schemas.openxmlformats.org/officeDocument/2006/relationships/hyperlink" Target="http://bit.ly/30B07Gq" TargetMode="External"/><Relationship Id="rId3" Type="http://schemas.openxmlformats.org/officeDocument/2006/relationships/hyperlink" Target="http://bit.ly/33VAFh3" TargetMode="External"/><Relationship Id="rId2" Type="http://schemas.openxmlformats.org/officeDocument/2006/relationships/slide" Target="slide35.xml"/><Relationship Id="rId1" Type="http://schemas.openxmlformats.org/officeDocument/2006/relationships/hyperlink" Target="http://bit.ly/2PfT4lq" TargetMode="External"/></Relationships>
</file>

<file path=ppt/slides/_rels/slide39.xml.rels><?xml version="1.0" encoding="UTF-8" standalone="yes"?>
<Relationships xmlns="http://schemas.openxmlformats.org/package/2006/relationships"><Relationship Id="rId6" Type="http://schemas.openxmlformats.org/officeDocument/2006/relationships/notesSlide" Target="../notesSlides/notesSlide39.xml"/><Relationship Id="rId5" Type="http://schemas.openxmlformats.org/officeDocument/2006/relationships/slideLayout" Target="../slideLayouts/slideLayout32.xml"/><Relationship Id="rId4" Type="http://schemas.openxmlformats.org/officeDocument/2006/relationships/hyperlink" Target="http://bit.ly/30B07Gq" TargetMode="External"/><Relationship Id="rId3" Type="http://schemas.openxmlformats.org/officeDocument/2006/relationships/hyperlink" Target="http://bit.ly/33VAFh3" TargetMode="External"/><Relationship Id="rId2" Type="http://schemas.openxmlformats.org/officeDocument/2006/relationships/slide" Target="slide35.xml"/><Relationship Id="rId1" Type="http://schemas.openxmlformats.org/officeDocument/2006/relationships/hyperlink" Target="http://bit.ly/2PfT4lq" TargetMode="External"/></Relationships>
</file>

<file path=ppt/slides/_rels/slide40.xml.rels><?xml version="1.0" encoding="UTF-8" standalone="yes"?>
<Relationships xmlns="http://schemas.openxmlformats.org/package/2006/relationships"><Relationship Id="rId4" Type="http://schemas.openxmlformats.org/officeDocument/2006/relationships/notesSlide" Target="../notesSlides/notesSlide40.xml"/><Relationship Id="rId3" Type="http://schemas.openxmlformats.org/officeDocument/2006/relationships/slideLayout" Target="../slideLayouts/slideLayout32.xml"/><Relationship Id="rId2" Type="http://schemas.openxmlformats.org/officeDocument/2006/relationships/hyperlink" Target="https://fonts.google.com/specimen/Average+Sans" TargetMode="External"/><Relationship Id="rId1" Type="http://schemas.openxmlformats.org/officeDocument/2006/relationships/hyperlink" Target="https://fonts.google.com/specimen/Averia+Serif+Libre" TargetMode="External"/></Relationships>
</file>

<file path=ppt/slides/_rels/slide41.xml.rels><?xml version="1.0" encoding="UTF-8" standalone="yes"?>
<Relationships xmlns="http://schemas.openxmlformats.org/package/2006/relationships"><Relationship Id="rId9" Type="http://schemas.openxmlformats.org/officeDocument/2006/relationships/image" Target="../media/image11.png"/><Relationship Id="rId8" Type="http://schemas.openxmlformats.org/officeDocument/2006/relationships/image" Target="../media/image10.png"/><Relationship Id="rId7" Type="http://schemas.openxmlformats.org/officeDocument/2006/relationships/image" Target="../media/image9.png"/><Relationship Id="rId6" Type="http://schemas.openxmlformats.org/officeDocument/2006/relationships/hyperlink" Target="https://storyset.com/rafiki?utm_source=slidesgo_template&amp;utm_medium=referral-link&amp;utm_campaign=slidesgo_final_slides&amp;utm_term=rafiki&amp;utm_content=storyset" TargetMode="External"/><Relationship Id="rId5" Type="http://schemas.openxmlformats.org/officeDocument/2006/relationships/hyperlink" Target="https://storyset.com/bro?utm_source=slidesgo_template&amp;utm_medium=referral-link&amp;utm_campaign=slidesgo_final_slides&amp;utm_term=bro&amp;utm_content=storyset" TargetMode="External"/><Relationship Id="rId4" Type="http://schemas.openxmlformats.org/officeDocument/2006/relationships/hyperlink" Target="https://storyset.com/amico?utm_source=slidesgo_template&amp;utm_medium=referral-link&amp;utm_campaign=slidesgo_final_slides&amp;utm_term=amico&amp;utm_content=storyset" TargetMode="External"/><Relationship Id="rId3" Type="http://schemas.openxmlformats.org/officeDocument/2006/relationships/hyperlink" Target="https://storyset.com/pana?utm_source=slidesgo_template&amp;utm_medium=referral-link&amp;utm_campaign=slidesgo_final_slides&amp;utm_term=pana&amp;utm_content=storyset" TargetMode="External"/><Relationship Id="rId2" Type="http://schemas.openxmlformats.org/officeDocument/2006/relationships/image" Target="../media/image8.png"/><Relationship Id="rId13" Type="http://schemas.openxmlformats.org/officeDocument/2006/relationships/notesSlide" Target="../notesSlides/notesSlide41.xml"/><Relationship Id="rId12" Type="http://schemas.openxmlformats.org/officeDocument/2006/relationships/slideLayout" Target="../slideLayouts/slideLayout32.xml"/><Relationship Id="rId11" Type="http://schemas.openxmlformats.org/officeDocument/2006/relationships/hyperlink" Target="https://storyset.com/cuate?utm_source=slidesgo_template&amp;utm_medium=referral-link&amp;utm_campaign=slidesgo_final_slides&amp;utm_term=cuate&amp;utm_content=storyset" TargetMode="External"/><Relationship Id="rId10" Type="http://schemas.openxmlformats.org/officeDocument/2006/relationships/image" Target="../media/image12.png"/><Relationship Id="rId1" Type="http://schemas.openxmlformats.org/officeDocument/2006/relationships/hyperlink" Target="https://storyset.com/how-it-works?utm_source=slidesgo_template&amp;utm_medium=referral-link&amp;utm_campaign=slidesgo_final_slides&amp;utm_term=how%20it%20works&amp;utm_content=storyset" TargetMode="External"/></Relationships>
</file>

<file path=ppt/slides/_rels/slide42.xml.rels><?xml version="1.0" encoding="UTF-8" standalone="yes"?>
<Relationships xmlns="http://schemas.openxmlformats.org/package/2006/relationships"><Relationship Id="rId3" Type="http://schemas.openxmlformats.org/officeDocument/2006/relationships/notesSlide" Target="../notesSlides/notesSlide42.xml"/><Relationship Id="rId2" Type="http://schemas.openxmlformats.org/officeDocument/2006/relationships/slideLayout" Target="../slideLayouts/slideLayout32.xml"/><Relationship Id="rId1" Type="http://schemas.openxmlformats.org/officeDocument/2006/relationships/hyperlink" Target="https://bit.ly/2ZjL1pd" TargetMode="Externa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31.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31.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31.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31.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31.xml"/></Relationships>
</file>

<file path=ppt/slides/_rels/slide48.xml.rels><?xml version="1.0" encoding="UTF-8" standalone="yes"?>
<Relationships xmlns="http://schemas.openxmlformats.org/package/2006/relationships"><Relationship Id="rId3" Type="http://schemas.openxmlformats.org/officeDocument/2006/relationships/notesSlide" Target="../notesSlides/notesSlide48.xml"/><Relationship Id="rId2" Type="http://schemas.openxmlformats.org/officeDocument/2006/relationships/slideLayout" Target="../slideLayouts/slideLayout32.xml"/><Relationship Id="rId1" Type="http://schemas.openxmlformats.org/officeDocument/2006/relationships/hyperlink" Target="https://workspace.google.com/marketplace/app/icons_for_slides_docs/381578326502" TargetMode="Externa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31.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31.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31.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31.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32.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32.xml"/></Relationships>
</file>

<file path=ppt/slides/_rels/slide55.xml.rels><?xml version="1.0" encoding="UTF-8" standalone="yes"?>
<Relationships xmlns="http://schemas.openxmlformats.org/package/2006/relationships"><Relationship Id="rId4" Type="http://schemas.openxmlformats.org/officeDocument/2006/relationships/notesSlide" Target="../notesSlides/notesSlide55.xml"/><Relationship Id="rId3" Type="http://schemas.openxmlformats.org/officeDocument/2006/relationships/slideLayout" Target="../slideLayouts/slideLayout31.xml"/><Relationship Id="rId2" Type="http://schemas.openxmlformats.org/officeDocument/2006/relationships/image" Target="../media/image13.png"/><Relationship Id="rId1" Type="http://schemas.openxmlformats.org/officeDocument/2006/relationships/hyperlink" Target="http://bit.ly/2PfT4lq" TargetMode="Externa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3914" name="Shape 3914"/>
        <p:cNvGrpSpPr/>
        <p:nvPr/>
      </p:nvGrpSpPr>
      <p:grpSpPr>
        <a:xfrm>
          <a:off x="0" y="0"/>
          <a:ext cx="0" cy="0"/>
          <a:chOff x="0" y="0"/>
          <a:chExt cx="0" cy="0"/>
        </a:xfrm>
      </p:grpSpPr>
      <p:sp>
        <p:nvSpPr>
          <p:cNvPr id="3915" name="Google Shape;3915;p34"/>
          <p:cNvSpPr txBox="1"/>
          <p:nvPr>
            <p:ph type="ctrTitle"/>
          </p:nvPr>
        </p:nvSpPr>
        <p:spPr>
          <a:xfrm>
            <a:off x="2013600" y="901825"/>
            <a:ext cx="5116800" cy="2566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GB" sz="3500">
                <a:solidFill>
                  <a:schemeClr val="dk1"/>
                </a:solidFill>
              </a:rPr>
              <a:t>History Subject For Middle School</a:t>
            </a:r>
            <a:endParaRPr sz="5200"/>
          </a:p>
          <a:p>
            <a:pPr marL="0" lvl="0" indent="0" algn="ctr" rtl="0">
              <a:spcBef>
                <a:spcPts val="0"/>
              </a:spcBef>
              <a:spcAft>
                <a:spcPts val="0"/>
              </a:spcAft>
              <a:buNone/>
            </a:pPr>
            <a:r>
              <a:rPr lang="en-GB" sz="4900"/>
              <a:t>Lewis And Clark Expedition</a:t>
            </a:r>
            <a:endParaRPr sz="4900">
              <a:solidFill>
                <a:schemeClr val="dk2"/>
              </a:solidFill>
            </a:endParaRPr>
          </a:p>
        </p:txBody>
      </p:sp>
      <p:sp>
        <p:nvSpPr>
          <p:cNvPr id="3916" name="Google Shape;3916;p34"/>
          <p:cNvSpPr txBox="1"/>
          <p:nvPr>
            <p:ph type="subTitle" idx="1"/>
          </p:nvPr>
        </p:nvSpPr>
        <p:spPr>
          <a:xfrm>
            <a:off x="2013600" y="3468625"/>
            <a:ext cx="5116800" cy="475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Here is where your presentation begins</a:t>
            </a:r>
            <a:endParaRPr lang="en-GB"/>
          </a:p>
        </p:txBody>
      </p:sp>
      <p:sp>
        <p:nvSpPr>
          <p:cNvPr id="3917" name="Google Shape;3917;p34"/>
          <p:cNvSpPr/>
          <p:nvPr/>
        </p:nvSpPr>
        <p:spPr>
          <a:xfrm rot="2507687">
            <a:off x="7502670" y="1249614"/>
            <a:ext cx="292139" cy="292139"/>
          </a:xfrm>
          <a:prstGeom prst="mathPlus">
            <a:avLst>
              <a:gd name="adj1" fmla="val 18896"/>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18" name="Google Shape;3918;p34"/>
          <p:cNvSpPr/>
          <p:nvPr/>
        </p:nvSpPr>
        <p:spPr>
          <a:xfrm>
            <a:off x="8510600" y="5936700"/>
            <a:ext cx="1134600" cy="2790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3922" name="Shape 3922"/>
        <p:cNvGrpSpPr/>
        <p:nvPr/>
      </p:nvGrpSpPr>
      <p:grpSpPr>
        <a:xfrm>
          <a:off x="0" y="0"/>
          <a:ext cx="0" cy="0"/>
          <a:chOff x="0" y="0"/>
          <a:chExt cx="0" cy="0"/>
        </a:xfrm>
      </p:grpSpPr>
      <p:sp>
        <p:nvSpPr>
          <p:cNvPr id="3923" name="Google Shape;3923;p35"/>
          <p:cNvSpPr txBox="1"/>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GB"/>
              <a:t>C</a:t>
            </a:r>
            <a:r>
              <a:rPr lang="en-GB"/>
              <a:t>ontents of this template</a:t>
            </a:r>
            <a:endParaRPr>
              <a:solidFill>
                <a:schemeClr val="dk2"/>
              </a:solidFill>
            </a:endParaRPr>
          </a:p>
        </p:txBody>
      </p:sp>
      <p:sp>
        <p:nvSpPr>
          <p:cNvPr id="3924" name="Google Shape;3924;p35"/>
          <p:cNvSpPr txBox="1"/>
          <p:nvPr>
            <p:ph type="body" idx="1"/>
          </p:nvPr>
        </p:nvSpPr>
        <p:spPr>
          <a:xfrm>
            <a:off x="720000" y="1215752"/>
            <a:ext cx="7704000" cy="3416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GB"/>
              <a:t>You can delete this slide when you’re done editing the presentation</a:t>
            </a:r>
            <a:endParaRPr lang="en-GB"/>
          </a:p>
        </p:txBody>
      </p:sp>
      <p:graphicFrame>
        <p:nvGraphicFramePr>
          <p:cNvPr id="3925" name="Google Shape;3925;p35"/>
          <p:cNvGraphicFramePr/>
          <p:nvPr/>
        </p:nvGraphicFramePr>
        <p:xfrm>
          <a:off x="720000" y="1767225"/>
          <a:ext cx="7704000" cy="3000000"/>
        </p:xfrm>
        <a:graphic>
          <a:graphicData uri="http://schemas.openxmlformats.org/drawingml/2006/table">
            <a:tbl>
              <a:tblPr>
                <a:noFill/>
                <a:tableStyleId>{86B84417-7BD4-4907-9079-F2DE78AFB253}</a:tableStyleId>
              </a:tblPr>
              <a:tblGrid>
                <a:gridCol w="2419475"/>
                <a:gridCol w="5284525"/>
              </a:tblGrid>
              <a:tr h="361525">
                <a:tc>
                  <a:txBody>
                    <a:bodyPr/>
                    <a:lstStyle/>
                    <a:p>
                      <a:pPr marL="0" lvl="0" indent="0" algn="l" rtl="0">
                        <a:spcBef>
                          <a:spcPts val="0"/>
                        </a:spcBef>
                        <a:spcAft>
                          <a:spcPts val="0"/>
                        </a:spcAft>
                        <a:buNone/>
                      </a:pPr>
                      <a:r>
                        <a:rPr lang="en-GB" sz="1200" b="1" u="sng">
                          <a:solidFill>
                            <a:schemeClr val="hlink"/>
                          </a:solidFill>
                          <a:latin typeface="Average Sans" panose="02000503040000020003"/>
                          <a:ea typeface="Average Sans" panose="02000503040000020003"/>
                          <a:cs typeface="Average Sans" panose="02000503040000020003"/>
                          <a:sym typeface="Average Sans" panose="02000503040000020003"/>
                          <a:hlinkClick r:id="rId1" action="ppaction://hlinksldjump"/>
                        </a:rPr>
                        <a:t>Fonts</a:t>
                      </a:r>
                      <a:endParaRPr sz="1200" b="1">
                        <a:solidFill>
                          <a:schemeClr val="dk1"/>
                        </a:solidFill>
                        <a:latin typeface="Average Sans" panose="02000503040000020003"/>
                        <a:ea typeface="Average Sans" panose="02000503040000020003"/>
                        <a:cs typeface="Average Sans" panose="02000503040000020003"/>
                        <a:sym typeface="Average Sans" panose="02000503040000020003"/>
                      </a:endParaRPr>
                    </a:p>
                  </a:txBody>
                  <a:tcPr marL="91425" marR="91425" marT="0" marB="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rgbClr val="595959">
                          <a:alpha val="0"/>
                        </a:srgbClr>
                      </a:solidFill>
                      <a:prstDash val="solid"/>
                      <a:round/>
                      <a:headEnd type="none" w="sm" len="sm"/>
                      <a:tailEnd type="none" w="sm" len="sm"/>
                    </a:lnB>
                  </a:tcPr>
                </a:tc>
                <a:tc>
                  <a:txBody>
                    <a:bodyPr/>
                    <a:lstStyle/>
                    <a:p>
                      <a:pPr marL="0" lvl="0" indent="0" algn="l" rtl="0">
                        <a:spcBef>
                          <a:spcPts val="0"/>
                        </a:spcBef>
                        <a:spcAft>
                          <a:spcPts val="1600"/>
                        </a:spcAft>
                        <a:buNone/>
                      </a:pPr>
                      <a:r>
                        <a:rPr lang="en-GB" sz="1100">
                          <a:solidFill>
                            <a:schemeClr val="dk1"/>
                          </a:solidFill>
                          <a:latin typeface="Average Sans" panose="02000503040000020003"/>
                          <a:ea typeface="Average Sans" panose="02000503040000020003"/>
                          <a:cs typeface="Average Sans" panose="02000503040000020003"/>
                          <a:sym typeface="Average Sans" panose="02000503040000020003"/>
                        </a:rPr>
                        <a:t>To view this template correctly in PowerPoint, download and install the fonts we used</a:t>
                      </a:r>
                      <a:endParaRPr sz="1100">
                        <a:solidFill>
                          <a:schemeClr val="dk1"/>
                        </a:solidFill>
                        <a:latin typeface="Average Sans" panose="02000503040000020003"/>
                        <a:ea typeface="Average Sans" panose="02000503040000020003"/>
                        <a:cs typeface="Average Sans" panose="02000503040000020003"/>
                        <a:sym typeface="Average Sans" panose="02000503040000020003"/>
                      </a:endParaRPr>
                    </a:p>
                  </a:txBody>
                  <a:tcPr marL="91425" marR="91425" marT="0" marB="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rgbClr val="595959">
                          <a:alpha val="0"/>
                        </a:srgbClr>
                      </a:solidFill>
                      <a:prstDash val="solid"/>
                      <a:round/>
                      <a:headEnd type="none" w="sm" len="sm"/>
                      <a:tailEnd type="none" w="sm" len="sm"/>
                    </a:lnB>
                  </a:tcPr>
                </a:tc>
              </a:tr>
              <a:tr h="361525">
                <a:tc>
                  <a:txBody>
                    <a:bodyPr/>
                    <a:lstStyle/>
                    <a:p>
                      <a:pPr marL="0" lvl="0" indent="0" algn="l" rtl="0">
                        <a:spcBef>
                          <a:spcPts val="0"/>
                        </a:spcBef>
                        <a:spcAft>
                          <a:spcPts val="0"/>
                        </a:spcAft>
                        <a:buNone/>
                      </a:pPr>
                      <a:r>
                        <a:rPr lang="en-GB" sz="1200" b="1" u="sng">
                          <a:solidFill>
                            <a:schemeClr val="hlink"/>
                          </a:solidFill>
                          <a:latin typeface="Average Sans" panose="02000503040000020003"/>
                          <a:ea typeface="Average Sans" panose="02000503040000020003"/>
                          <a:cs typeface="Average Sans" panose="02000503040000020003"/>
                          <a:sym typeface="Average Sans" panose="02000503040000020003"/>
                          <a:hlinkClick r:id="rId2" action="ppaction://hlinksldjump"/>
                        </a:rPr>
                        <a:t>Used</a:t>
                      </a:r>
                      <a:r>
                        <a:rPr lang="en-GB" sz="1200" b="1">
                          <a:solidFill>
                            <a:schemeClr val="dk1"/>
                          </a:solidFill>
                          <a:latin typeface="Average Sans" panose="02000503040000020003"/>
                          <a:ea typeface="Average Sans" panose="02000503040000020003"/>
                          <a:cs typeface="Average Sans" panose="02000503040000020003"/>
                          <a:sym typeface="Average Sans" panose="02000503040000020003"/>
                        </a:rPr>
                        <a:t> and </a:t>
                      </a:r>
                      <a:r>
                        <a:rPr lang="en-GB" sz="1200" b="1" u="sng">
                          <a:solidFill>
                            <a:schemeClr val="hlink"/>
                          </a:solidFill>
                          <a:latin typeface="Average Sans" panose="02000503040000020003"/>
                          <a:ea typeface="Average Sans" panose="02000503040000020003"/>
                          <a:cs typeface="Average Sans" panose="02000503040000020003"/>
                          <a:sym typeface="Average Sans" panose="02000503040000020003"/>
                          <a:hlinkClick r:id="rId3" action="ppaction://hlinksldjump"/>
                        </a:rPr>
                        <a:t>alternative</a:t>
                      </a:r>
                      <a:r>
                        <a:rPr lang="en-GB" sz="1200" b="1" u="sng">
                          <a:solidFill>
                            <a:schemeClr val="hlink"/>
                          </a:solidFill>
                          <a:latin typeface="Average Sans" panose="02000503040000020003"/>
                          <a:ea typeface="Average Sans" panose="02000503040000020003"/>
                          <a:cs typeface="Average Sans" panose="02000503040000020003"/>
                          <a:sym typeface="Average Sans" panose="02000503040000020003"/>
                          <a:hlinkClick r:id="rId3" action="ppaction://hlinksldjump"/>
                        </a:rPr>
                        <a:t> resources</a:t>
                      </a:r>
                      <a:endParaRPr sz="1200" b="1">
                        <a:solidFill>
                          <a:schemeClr val="dk1"/>
                        </a:solidFill>
                        <a:latin typeface="Average Sans" panose="02000503040000020003"/>
                        <a:ea typeface="Average Sans" panose="02000503040000020003"/>
                        <a:cs typeface="Average Sans" panose="02000503040000020003"/>
                        <a:sym typeface="Average Sans" panose="02000503040000020003"/>
                      </a:endParaRPr>
                    </a:p>
                  </a:txBody>
                  <a:tcPr marL="91425" marR="91425" marT="0" marB="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rgbClr val="595959">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1600"/>
                        </a:spcAft>
                        <a:buNone/>
                      </a:pPr>
                      <a:r>
                        <a:rPr lang="en-GB" sz="1100">
                          <a:solidFill>
                            <a:schemeClr val="dk1"/>
                          </a:solidFill>
                          <a:latin typeface="Average Sans" panose="02000503040000020003"/>
                          <a:ea typeface="Average Sans" panose="02000503040000020003"/>
                          <a:cs typeface="Average Sans" panose="02000503040000020003"/>
                          <a:sym typeface="Average Sans" panose="02000503040000020003"/>
                        </a:rPr>
                        <a:t>An assortment of graphic resources that are suitable for use in this presentation</a:t>
                      </a:r>
                      <a:endParaRPr sz="1100">
                        <a:solidFill>
                          <a:schemeClr val="dk1"/>
                        </a:solidFill>
                        <a:latin typeface="Average Sans" panose="02000503040000020003"/>
                        <a:ea typeface="Average Sans" panose="02000503040000020003"/>
                        <a:cs typeface="Average Sans" panose="02000503040000020003"/>
                        <a:sym typeface="Average Sans" panose="02000503040000020003"/>
                      </a:endParaRPr>
                    </a:p>
                  </a:txBody>
                  <a:tcPr marL="91425" marR="91425" marT="0" marB="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rgbClr val="595959">
                          <a:alpha val="0"/>
                        </a:srgbClr>
                      </a:solidFill>
                      <a:prstDash val="solid"/>
                      <a:round/>
                      <a:headEnd type="none" w="sm" len="sm"/>
                      <a:tailEnd type="none" w="sm" len="sm"/>
                    </a:lnB>
                  </a:tcPr>
                </a:tc>
              </a:tr>
              <a:tr h="361525">
                <a:tc>
                  <a:txBody>
                    <a:bodyPr/>
                    <a:lstStyle/>
                    <a:p>
                      <a:pPr marL="0" lvl="0" indent="0" algn="l" rtl="0">
                        <a:spcBef>
                          <a:spcPts val="0"/>
                        </a:spcBef>
                        <a:spcAft>
                          <a:spcPts val="0"/>
                        </a:spcAft>
                        <a:buNone/>
                      </a:pPr>
                      <a:r>
                        <a:rPr lang="en-GB" sz="1200" b="1" u="sng">
                          <a:solidFill>
                            <a:schemeClr val="hlink"/>
                          </a:solidFill>
                          <a:latin typeface="Average Sans" panose="02000503040000020003"/>
                          <a:ea typeface="Average Sans" panose="02000503040000020003"/>
                          <a:cs typeface="Average Sans" panose="02000503040000020003"/>
                          <a:sym typeface="Average Sans" panose="02000503040000020003"/>
                          <a:hlinkClick r:id="rId4" action="ppaction://hlinksldjump"/>
                        </a:rPr>
                        <a:t>Thanks slide</a:t>
                      </a:r>
                      <a:endParaRPr sz="1200" b="1">
                        <a:solidFill>
                          <a:schemeClr val="dk1"/>
                        </a:solidFill>
                        <a:latin typeface="Average Sans" panose="02000503040000020003"/>
                        <a:ea typeface="Average Sans" panose="02000503040000020003"/>
                        <a:cs typeface="Average Sans" panose="02000503040000020003"/>
                        <a:sym typeface="Average Sans" panose="02000503040000020003"/>
                      </a:endParaRPr>
                    </a:p>
                  </a:txBody>
                  <a:tcPr marL="91425" marR="91425" marT="0" marB="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rgbClr val="595959">
                          <a:alpha val="0"/>
                        </a:srgbClr>
                      </a:solidFill>
                      <a:prstDash val="solid"/>
                      <a:round/>
                      <a:headEnd type="none" w="sm" len="sm"/>
                      <a:tailEnd type="none" w="sm" len="sm"/>
                    </a:lnB>
                  </a:tcPr>
                </a:tc>
                <a:tc>
                  <a:txBody>
                    <a:bodyPr/>
                    <a:lstStyle/>
                    <a:p>
                      <a:pPr marL="0" lvl="0" indent="0" algn="l" rtl="0">
                        <a:spcBef>
                          <a:spcPts val="0"/>
                        </a:spcBef>
                        <a:spcAft>
                          <a:spcPts val="1600"/>
                        </a:spcAft>
                        <a:buNone/>
                      </a:pPr>
                      <a:r>
                        <a:rPr lang="en-GB" sz="1100">
                          <a:solidFill>
                            <a:schemeClr val="dk1"/>
                          </a:solidFill>
                          <a:latin typeface="Average Sans" panose="02000503040000020003"/>
                          <a:ea typeface="Average Sans" panose="02000503040000020003"/>
                          <a:cs typeface="Average Sans" panose="02000503040000020003"/>
                          <a:sym typeface="Average Sans" panose="02000503040000020003"/>
                        </a:rPr>
                        <a:t>You must keep it so that proper credits for our design are given</a:t>
                      </a:r>
                      <a:endParaRPr sz="1100">
                        <a:solidFill>
                          <a:schemeClr val="dk1"/>
                        </a:solidFill>
                        <a:latin typeface="Average Sans" panose="02000503040000020003"/>
                        <a:ea typeface="Average Sans" panose="02000503040000020003"/>
                        <a:cs typeface="Average Sans" panose="02000503040000020003"/>
                        <a:sym typeface="Average Sans" panose="02000503040000020003"/>
                      </a:endParaRPr>
                    </a:p>
                  </a:txBody>
                  <a:tcPr marL="91425" marR="91425" marT="0" marB="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rgbClr val="595959">
                          <a:alpha val="0"/>
                        </a:srgbClr>
                      </a:solidFill>
                      <a:prstDash val="solid"/>
                      <a:round/>
                      <a:headEnd type="none" w="sm" len="sm"/>
                      <a:tailEnd type="none" w="sm" len="sm"/>
                    </a:lnB>
                  </a:tcPr>
                </a:tc>
              </a:tr>
              <a:tr h="361525">
                <a:tc>
                  <a:txBody>
                    <a:bodyPr/>
                    <a:lstStyle/>
                    <a:p>
                      <a:pPr marL="0" lvl="0" indent="0" algn="l" rtl="0">
                        <a:spcBef>
                          <a:spcPts val="0"/>
                        </a:spcBef>
                        <a:spcAft>
                          <a:spcPts val="0"/>
                        </a:spcAft>
                        <a:buNone/>
                      </a:pPr>
                      <a:r>
                        <a:rPr lang="en-GB" sz="1200" b="1" u="sng">
                          <a:solidFill>
                            <a:schemeClr val="hlink"/>
                          </a:solidFill>
                          <a:latin typeface="Average Sans" panose="02000503040000020003"/>
                          <a:ea typeface="Average Sans" panose="02000503040000020003"/>
                          <a:cs typeface="Average Sans" panose="02000503040000020003"/>
                          <a:sym typeface="Average Sans" panose="02000503040000020003"/>
                          <a:hlinkClick r:id="rId1" action="ppaction://hlinksldjump"/>
                        </a:rPr>
                        <a:t>Colors</a:t>
                      </a:r>
                      <a:endParaRPr sz="1200" b="1">
                        <a:solidFill>
                          <a:schemeClr val="dk1"/>
                        </a:solidFill>
                        <a:latin typeface="Average Sans" panose="02000503040000020003"/>
                        <a:ea typeface="Average Sans" panose="02000503040000020003"/>
                        <a:cs typeface="Average Sans" panose="02000503040000020003"/>
                        <a:sym typeface="Average Sans" panose="02000503040000020003"/>
                      </a:endParaRPr>
                    </a:p>
                  </a:txBody>
                  <a:tcPr marL="91425" marR="91425" marT="0" marB="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rgbClr val="595959">
                          <a:alpha val="0"/>
                        </a:srgbClr>
                      </a:solidFill>
                      <a:prstDash val="solid"/>
                      <a:round/>
                      <a:headEnd type="none" w="sm" len="sm"/>
                      <a:tailEnd type="none" w="sm" len="sm"/>
                    </a:lnB>
                  </a:tcPr>
                </a:tc>
                <a:tc>
                  <a:txBody>
                    <a:bodyPr/>
                    <a:lstStyle/>
                    <a:p>
                      <a:pPr marL="0" lvl="0" indent="0" algn="l" rtl="0">
                        <a:spcBef>
                          <a:spcPts val="0"/>
                        </a:spcBef>
                        <a:spcAft>
                          <a:spcPts val="1600"/>
                        </a:spcAft>
                        <a:buNone/>
                      </a:pPr>
                      <a:r>
                        <a:rPr lang="en-GB" sz="1100">
                          <a:solidFill>
                            <a:schemeClr val="dk1"/>
                          </a:solidFill>
                          <a:latin typeface="Average Sans" panose="02000503040000020003"/>
                          <a:ea typeface="Average Sans" panose="02000503040000020003"/>
                          <a:cs typeface="Average Sans" panose="02000503040000020003"/>
                          <a:sym typeface="Average Sans" panose="02000503040000020003"/>
                        </a:rPr>
                        <a:t>All the colors used in this presentation</a:t>
                      </a:r>
                      <a:endParaRPr sz="1100">
                        <a:solidFill>
                          <a:schemeClr val="dk1"/>
                        </a:solidFill>
                        <a:latin typeface="Average Sans" panose="02000503040000020003"/>
                        <a:ea typeface="Average Sans" panose="02000503040000020003"/>
                        <a:cs typeface="Average Sans" panose="02000503040000020003"/>
                        <a:sym typeface="Average Sans" panose="02000503040000020003"/>
                      </a:endParaRPr>
                    </a:p>
                  </a:txBody>
                  <a:tcPr marL="91425" marR="91425" marT="0" marB="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rgbClr val="595959">
                          <a:alpha val="0"/>
                        </a:srgbClr>
                      </a:solidFill>
                      <a:prstDash val="solid"/>
                      <a:round/>
                      <a:headEnd type="none" w="sm" len="sm"/>
                      <a:tailEnd type="none" w="sm" len="sm"/>
                    </a:lnB>
                  </a:tcPr>
                </a:tc>
              </a:tr>
              <a:tr h="361525">
                <a:tc>
                  <a:txBody>
                    <a:bodyPr/>
                    <a:lstStyle/>
                    <a:p>
                      <a:pPr marL="0" lvl="0" indent="0" algn="l" rtl="0">
                        <a:spcBef>
                          <a:spcPts val="0"/>
                        </a:spcBef>
                        <a:spcAft>
                          <a:spcPts val="0"/>
                        </a:spcAft>
                        <a:buNone/>
                      </a:pPr>
                      <a:r>
                        <a:rPr lang="en-GB" sz="1200" b="1" u="sng">
                          <a:solidFill>
                            <a:schemeClr val="hlink"/>
                          </a:solidFill>
                          <a:latin typeface="Average Sans" panose="02000503040000020003"/>
                          <a:ea typeface="Average Sans" panose="02000503040000020003"/>
                          <a:cs typeface="Average Sans" panose="02000503040000020003"/>
                          <a:sym typeface="Average Sans" panose="02000503040000020003"/>
                          <a:hlinkClick r:id="rId5" action="ppaction://hlinksldjump"/>
                        </a:rPr>
                        <a:t>Icons</a:t>
                      </a:r>
                      <a:r>
                        <a:rPr lang="en-GB" sz="1200" b="1">
                          <a:solidFill>
                            <a:schemeClr val="hlink"/>
                          </a:solidFill>
                          <a:uFill>
                            <a:noFill/>
                          </a:uFill>
                          <a:latin typeface="Average Sans" panose="02000503040000020003"/>
                          <a:ea typeface="Average Sans" panose="02000503040000020003"/>
                          <a:cs typeface="Average Sans" panose="02000503040000020003"/>
                          <a:sym typeface="Average Sans" panose="02000503040000020003"/>
                          <a:hlinkClick r:id="rId5" action="ppaction://hlinksldjump"/>
                        </a:rPr>
                        <a:t> </a:t>
                      </a:r>
                      <a:r>
                        <a:rPr lang="en-GB" sz="1200" b="1">
                          <a:solidFill>
                            <a:schemeClr val="dk1"/>
                          </a:solidFill>
                          <a:latin typeface="Average Sans" panose="02000503040000020003"/>
                          <a:ea typeface="Average Sans" panose="02000503040000020003"/>
                          <a:cs typeface="Average Sans" panose="02000503040000020003"/>
                          <a:sym typeface="Average Sans" panose="02000503040000020003"/>
                        </a:rPr>
                        <a:t>and </a:t>
                      </a:r>
                      <a:r>
                        <a:rPr lang="en-GB" sz="1200" b="1" u="sng">
                          <a:solidFill>
                            <a:schemeClr val="hlink"/>
                          </a:solidFill>
                          <a:latin typeface="Average Sans" panose="02000503040000020003"/>
                          <a:ea typeface="Average Sans" panose="02000503040000020003"/>
                          <a:cs typeface="Average Sans" panose="02000503040000020003"/>
                          <a:sym typeface="Average Sans" panose="02000503040000020003"/>
                          <a:hlinkClick r:id="rId6" action="ppaction://hlinksldjump"/>
                        </a:rPr>
                        <a:t>infographic resources</a:t>
                      </a:r>
                      <a:endParaRPr sz="1200" b="1">
                        <a:solidFill>
                          <a:schemeClr val="dk1"/>
                        </a:solidFill>
                        <a:latin typeface="Average Sans" panose="02000503040000020003"/>
                        <a:ea typeface="Average Sans" panose="02000503040000020003"/>
                        <a:cs typeface="Average Sans" panose="02000503040000020003"/>
                        <a:sym typeface="Average Sans" panose="02000503040000020003"/>
                      </a:endParaRPr>
                    </a:p>
                  </a:txBody>
                  <a:tcPr marL="91425" marR="91425" marT="0" marB="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rgbClr val="595959">
                          <a:alpha val="0"/>
                        </a:srgbClr>
                      </a:solidFill>
                      <a:prstDash val="solid"/>
                      <a:round/>
                      <a:headEnd type="none" w="sm" len="sm"/>
                      <a:tailEnd type="none" w="sm" len="sm"/>
                    </a:lnB>
                  </a:tcPr>
                </a:tc>
                <a:tc>
                  <a:txBody>
                    <a:bodyPr/>
                    <a:lstStyle/>
                    <a:p>
                      <a:pPr marL="0" lvl="0" indent="0" algn="l" rtl="0">
                        <a:spcBef>
                          <a:spcPts val="0"/>
                        </a:spcBef>
                        <a:spcAft>
                          <a:spcPts val="0"/>
                        </a:spcAft>
                        <a:buNone/>
                      </a:pPr>
                      <a:r>
                        <a:rPr lang="en-GB" sz="1100">
                          <a:solidFill>
                            <a:schemeClr val="dk1"/>
                          </a:solidFill>
                          <a:latin typeface="Average Sans" panose="02000503040000020003"/>
                          <a:ea typeface="Average Sans" panose="02000503040000020003"/>
                          <a:cs typeface="Average Sans" panose="02000503040000020003"/>
                          <a:sym typeface="Average Sans" panose="02000503040000020003"/>
                        </a:rPr>
                        <a:t>These can be used in the template, and their size and color can be edited</a:t>
                      </a:r>
                      <a:endParaRPr sz="1100">
                        <a:solidFill>
                          <a:schemeClr val="dk1"/>
                        </a:solidFill>
                        <a:latin typeface="Average Sans" panose="02000503040000020003"/>
                        <a:ea typeface="Average Sans" panose="02000503040000020003"/>
                        <a:cs typeface="Average Sans" panose="02000503040000020003"/>
                        <a:sym typeface="Average Sans" panose="02000503040000020003"/>
                      </a:endParaRPr>
                    </a:p>
                  </a:txBody>
                  <a:tcPr marL="91425" marR="91425" marT="0" marB="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rgbClr val="595959">
                          <a:alpha val="0"/>
                        </a:srgbClr>
                      </a:solidFill>
                      <a:prstDash val="solid"/>
                      <a:round/>
                      <a:headEnd type="none" w="sm" len="sm"/>
                      <a:tailEnd type="none" w="sm" len="sm"/>
                    </a:lnB>
                  </a:tcPr>
                </a:tc>
              </a:tr>
              <a:tr h="361525">
                <a:tc>
                  <a:txBody>
                    <a:bodyPr/>
                    <a:lstStyle/>
                    <a:p>
                      <a:pPr marL="0" lvl="0" indent="0" algn="l" rtl="0">
                        <a:spcBef>
                          <a:spcPts val="0"/>
                        </a:spcBef>
                        <a:spcAft>
                          <a:spcPts val="0"/>
                        </a:spcAft>
                        <a:buNone/>
                      </a:pPr>
                      <a:r>
                        <a:rPr lang="en-GB" sz="1200" b="1">
                          <a:solidFill>
                            <a:schemeClr val="dk1"/>
                          </a:solidFill>
                          <a:latin typeface="Average Sans" panose="02000503040000020003"/>
                          <a:ea typeface="Average Sans" panose="02000503040000020003"/>
                          <a:cs typeface="Average Sans" panose="02000503040000020003"/>
                          <a:sym typeface="Average Sans" panose="02000503040000020003"/>
                        </a:rPr>
                        <a:t>Editable presentation theme </a:t>
                      </a:r>
                      <a:endParaRPr sz="1200" b="1">
                        <a:solidFill>
                          <a:schemeClr val="dk1"/>
                        </a:solidFill>
                        <a:latin typeface="Average Sans" panose="02000503040000020003"/>
                        <a:ea typeface="Average Sans" panose="02000503040000020003"/>
                        <a:cs typeface="Average Sans" panose="02000503040000020003"/>
                        <a:sym typeface="Average Sans" panose="02000503040000020003"/>
                      </a:endParaRPr>
                    </a:p>
                  </a:txBody>
                  <a:tcPr marL="91425" marR="91425" marT="0" marB="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1600"/>
                        </a:spcAft>
                        <a:buNone/>
                      </a:pPr>
                      <a:r>
                        <a:rPr lang="en-GB" sz="1100">
                          <a:solidFill>
                            <a:schemeClr val="dk1"/>
                          </a:solidFill>
                          <a:latin typeface="Average Sans" panose="02000503040000020003"/>
                          <a:ea typeface="Average Sans" panose="02000503040000020003"/>
                          <a:cs typeface="Average Sans" panose="02000503040000020003"/>
                          <a:sym typeface="Average Sans" panose="02000503040000020003"/>
                        </a:rPr>
                        <a:t>You can edit the master slides easily. For more info, click </a:t>
                      </a:r>
                      <a:r>
                        <a:rPr lang="en-GB" sz="1200" b="1" u="sng">
                          <a:solidFill>
                            <a:schemeClr val="dk1"/>
                          </a:solidFill>
                          <a:latin typeface="Average Sans" panose="02000503040000020003"/>
                          <a:ea typeface="Average Sans" panose="02000503040000020003"/>
                          <a:cs typeface="Average Sans" panose="02000503040000020003"/>
                          <a:sym typeface="Average Sans" panose="02000503040000020003"/>
                          <a:hlinkClick r:id="rId7"/>
                        </a:rPr>
                        <a:t>here</a:t>
                      </a:r>
                      <a:endParaRPr sz="1100" u="sng">
                        <a:solidFill>
                          <a:schemeClr val="dk1"/>
                        </a:solidFill>
                        <a:latin typeface="Average Sans" panose="02000503040000020003"/>
                        <a:ea typeface="Average Sans" panose="02000503040000020003"/>
                        <a:cs typeface="Average Sans" panose="02000503040000020003"/>
                        <a:sym typeface="Average Sans" panose="02000503040000020003"/>
                      </a:endParaRPr>
                    </a:p>
                  </a:txBody>
                  <a:tcPr marL="91425" marR="91425" marT="0" marB="0" anchor="ctr">
                    <a:lnL w="9525" cap="flat" cmpd="sng">
                      <a:solidFill>
                        <a:srgbClr val="595959">
                          <a:alpha val="0"/>
                        </a:srgbClr>
                      </a:solidFill>
                      <a:prstDash val="solid"/>
                      <a:round/>
                      <a:headEnd type="none" w="sm" len="sm"/>
                      <a:tailEnd type="none" w="sm" len="sm"/>
                    </a:lnL>
                    <a:lnR w="9525" cap="flat" cmpd="sng">
                      <a:solidFill>
                        <a:srgbClr val="595959">
                          <a:alpha val="0"/>
                        </a:srgbClr>
                      </a:solidFill>
                      <a:prstDash val="solid"/>
                      <a:round/>
                      <a:headEnd type="none" w="sm" len="sm"/>
                      <a:tailEnd type="none" w="sm" len="sm"/>
                    </a:lnR>
                    <a:lnT w="9525" cap="flat" cmpd="sng">
                      <a:solidFill>
                        <a:srgbClr val="595959">
                          <a:alpha val="0"/>
                        </a:srgbClr>
                      </a:solidFill>
                      <a:prstDash val="solid"/>
                      <a:round/>
                      <a:headEnd type="none" w="sm" len="sm"/>
                      <a:tailEnd type="none" w="sm" len="sm"/>
                    </a:lnT>
                    <a:lnB w="9525" cap="flat" cmpd="sng">
                      <a:solidFill>
                        <a:schemeClr val="dk1"/>
                      </a:solidFill>
                      <a:prstDash val="solid"/>
                      <a:round/>
                      <a:headEnd type="none" w="sm" len="sm"/>
                      <a:tailEnd type="none" w="sm" len="sm"/>
                    </a:lnB>
                  </a:tcPr>
                </a:tc>
              </a:tr>
            </a:tbl>
          </a:graphicData>
        </a:graphic>
      </p:graphicFrame>
      <p:sp>
        <p:nvSpPr>
          <p:cNvPr id="3926" name="Google Shape;3926;p35"/>
          <p:cNvSpPr txBox="1"/>
          <p:nvPr/>
        </p:nvSpPr>
        <p:spPr>
          <a:xfrm>
            <a:off x="720000" y="4133675"/>
            <a:ext cx="3562800" cy="4617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GB" sz="900">
                <a:solidFill>
                  <a:schemeClr val="dk1"/>
                </a:solidFill>
                <a:latin typeface="Average Sans" panose="02000503040000020003"/>
                <a:ea typeface="Average Sans" panose="02000503040000020003"/>
                <a:cs typeface="Average Sans" panose="02000503040000020003"/>
                <a:sym typeface="Average Sans" panose="02000503040000020003"/>
              </a:rPr>
              <a:t>For more info:</a:t>
            </a:r>
            <a:br>
              <a:rPr lang="en-GB" sz="900">
                <a:solidFill>
                  <a:schemeClr val="dk1"/>
                </a:solidFill>
                <a:latin typeface="Average Sans" panose="02000503040000020003"/>
                <a:ea typeface="Average Sans" panose="02000503040000020003"/>
                <a:cs typeface="Average Sans" panose="02000503040000020003"/>
                <a:sym typeface="Average Sans" panose="02000503040000020003"/>
              </a:rPr>
            </a:br>
            <a:r>
              <a:rPr lang="en-GB" sz="1100" b="1" u="sng">
                <a:solidFill>
                  <a:schemeClr val="dk1"/>
                </a:solidFill>
                <a:latin typeface="Average Sans" panose="02000503040000020003"/>
                <a:ea typeface="Average Sans" panose="02000503040000020003"/>
                <a:cs typeface="Average Sans" panose="02000503040000020003"/>
                <a:sym typeface="Average Sans" panose="02000503040000020003"/>
                <a:hlinkClick r:id="rId8"/>
              </a:rPr>
              <a:t>SLIDESGO</a:t>
            </a:r>
            <a:r>
              <a:rPr lang="en-GB" sz="1100" b="1">
                <a:solidFill>
                  <a:schemeClr val="dk1"/>
                </a:solidFill>
                <a:uFill>
                  <a:noFill/>
                </a:uFill>
                <a:latin typeface="Average Sans" panose="02000503040000020003"/>
                <a:ea typeface="Average Sans" panose="02000503040000020003"/>
                <a:cs typeface="Average Sans" panose="02000503040000020003"/>
                <a:sym typeface="Average Sans" panose="02000503040000020003"/>
                <a:hlinkClick r:id="rId8"/>
              </a:rPr>
              <a:t> </a:t>
            </a:r>
            <a:r>
              <a:rPr lang="en-GB" sz="1100" b="1">
                <a:solidFill>
                  <a:schemeClr val="dk1"/>
                </a:solidFill>
                <a:latin typeface="Average Sans" panose="02000503040000020003"/>
                <a:ea typeface="Average Sans" panose="02000503040000020003"/>
                <a:cs typeface="Average Sans" panose="02000503040000020003"/>
                <a:sym typeface="Average Sans" panose="02000503040000020003"/>
              </a:rPr>
              <a:t>| </a:t>
            </a:r>
            <a:r>
              <a:rPr lang="en-GB" sz="1100" b="1" u="sng">
                <a:solidFill>
                  <a:schemeClr val="dk1"/>
                </a:solidFill>
                <a:latin typeface="Average Sans" panose="02000503040000020003"/>
                <a:ea typeface="Average Sans" panose="02000503040000020003"/>
                <a:cs typeface="Average Sans" panose="02000503040000020003"/>
                <a:sym typeface="Average Sans" panose="02000503040000020003"/>
                <a:hlinkClick r:id="rId9"/>
              </a:rPr>
              <a:t>BLOG</a:t>
            </a:r>
            <a:r>
              <a:rPr lang="en-GB" sz="1100" b="1">
                <a:solidFill>
                  <a:schemeClr val="dk1"/>
                </a:solidFill>
                <a:latin typeface="Average Sans" panose="02000503040000020003"/>
                <a:ea typeface="Average Sans" panose="02000503040000020003"/>
                <a:cs typeface="Average Sans" panose="02000503040000020003"/>
                <a:sym typeface="Average Sans" panose="02000503040000020003"/>
              </a:rPr>
              <a:t> | </a:t>
            </a:r>
            <a:r>
              <a:rPr lang="en-GB" sz="1100" b="1" u="sng">
                <a:solidFill>
                  <a:schemeClr val="dk1"/>
                </a:solidFill>
                <a:latin typeface="Average Sans" panose="02000503040000020003"/>
                <a:ea typeface="Average Sans" panose="02000503040000020003"/>
                <a:cs typeface="Average Sans" panose="02000503040000020003"/>
                <a:sym typeface="Average Sans" panose="02000503040000020003"/>
                <a:hlinkClick r:id="rId10"/>
              </a:rPr>
              <a:t>FAQ</a:t>
            </a:r>
            <a:r>
              <a:rPr lang="en-GB" sz="1100" b="1" u="sng">
                <a:solidFill>
                  <a:schemeClr val="dk1"/>
                </a:solidFill>
                <a:latin typeface="Average Sans" panose="02000503040000020003"/>
                <a:ea typeface="Average Sans" panose="02000503040000020003"/>
                <a:cs typeface="Average Sans" panose="02000503040000020003"/>
                <a:sym typeface="Average Sans" panose="02000503040000020003"/>
              </a:rPr>
              <a:t>S</a:t>
            </a:r>
            <a:endParaRPr sz="1100" b="1" u="sng">
              <a:solidFill>
                <a:schemeClr val="dk1"/>
              </a:solidFill>
              <a:latin typeface="Average Sans" panose="02000503040000020003"/>
              <a:ea typeface="Average Sans" panose="02000503040000020003"/>
              <a:cs typeface="Average Sans" panose="02000503040000020003"/>
              <a:sym typeface="Average Sans" panose="02000503040000020003"/>
            </a:endParaRPr>
          </a:p>
        </p:txBody>
      </p:sp>
      <p:sp>
        <p:nvSpPr>
          <p:cNvPr id="3927" name="Google Shape;3927;p35"/>
          <p:cNvSpPr txBox="1"/>
          <p:nvPr/>
        </p:nvSpPr>
        <p:spPr>
          <a:xfrm>
            <a:off x="4861259" y="4133675"/>
            <a:ext cx="3562800" cy="4617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GB" sz="900">
                <a:solidFill>
                  <a:schemeClr val="dk1"/>
                </a:solidFill>
                <a:latin typeface="Average Sans" panose="02000503040000020003"/>
                <a:ea typeface="Average Sans" panose="02000503040000020003"/>
                <a:cs typeface="Average Sans" panose="02000503040000020003"/>
                <a:sym typeface="Average Sans" panose="02000503040000020003"/>
              </a:rPr>
              <a:t>You can visit our sister </a:t>
            </a:r>
            <a:r>
              <a:rPr lang="en-GB" sz="900">
                <a:solidFill>
                  <a:schemeClr val="dk1"/>
                </a:solidFill>
                <a:latin typeface="Average Sans" panose="02000503040000020003"/>
                <a:ea typeface="Average Sans" panose="02000503040000020003"/>
                <a:cs typeface="Average Sans" panose="02000503040000020003"/>
                <a:sym typeface="Average Sans" panose="02000503040000020003"/>
              </a:rPr>
              <a:t>projects</a:t>
            </a:r>
            <a:r>
              <a:rPr lang="en-GB" sz="900">
                <a:solidFill>
                  <a:schemeClr val="dk1"/>
                </a:solidFill>
                <a:latin typeface="Average Sans" panose="02000503040000020003"/>
                <a:ea typeface="Average Sans" panose="02000503040000020003"/>
                <a:cs typeface="Average Sans" panose="02000503040000020003"/>
                <a:sym typeface="Average Sans" panose="02000503040000020003"/>
              </a:rPr>
              <a:t>:</a:t>
            </a:r>
            <a:br>
              <a:rPr lang="en-GB" sz="900">
                <a:solidFill>
                  <a:schemeClr val="dk1"/>
                </a:solidFill>
                <a:latin typeface="Average Sans" panose="02000503040000020003"/>
                <a:ea typeface="Average Sans" panose="02000503040000020003"/>
                <a:cs typeface="Average Sans" panose="02000503040000020003"/>
                <a:sym typeface="Average Sans" panose="02000503040000020003"/>
              </a:rPr>
            </a:br>
            <a:r>
              <a:rPr lang="en-GB" sz="1100" b="1" u="sng">
                <a:solidFill>
                  <a:schemeClr val="dk1"/>
                </a:solidFill>
                <a:latin typeface="Average Sans" panose="02000503040000020003"/>
                <a:ea typeface="Average Sans" panose="02000503040000020003"/>
                <a:cs typeface="Average Sans" panose="02000503040000020003"/>
                <a:sym typeface="Average Sans" panose="02000503040000020003"/>
                <a:hlinkClick r:id="rId11"/>
              </a:rPr>
              <a:t>FREEPIK</a:t>
            </a:r>
            <a:r>
              <a:rPr lang="en-GB" sz="1100" b="1">
                <a:solidFill>
                  <a:schemeClr val="dk1"/>
                </a:solidFill>
                <a:latin typeface="Average Sans" panose="02000503040000020003"/>
                <a:ea typeface="Average Sans" panose="02000503040000020003"/>
                <a:cs typeface="Average Sans" panose="02000503040000020003"/>
                <a:sym typeface="Average Sans" panose="02000503040000020003"/>
              </a:rPr>
              <a:t> | </a:t>
            </a:r>
            <a:r>
              <a:rPr lang="en-GB" sz="1100" b="1" u="sng">
                <a:solidFill>
                  <a:schemeClr val="dk1"/>
                </a:solidFill>
                <a:latin typeface="Average Sans" panose="02000503040000020003"/>
                <a:ea typeface="Average Sans" panose="02000503040000020003"/>
                <a:cs typeface="Average Sans" panose="02000503040000020003"/>
                <a:sym typeface="Average Sans" panose="02000503040000020003"/>
                <a:hlinkClick r:id="rId12"/>
              </a:rPr>
              <a:t>FLATICON</a:t>
            </a:r>
            <a:r>
              <a:rPr lang="en-GB" sz="1100" b="1">
                <a:solidFill>
                  <a:schemeClr val="dk1"/>
                </a:solidFill>
                <a:latin typeface="Average Sans" panose="02000503040000020003"/>
                <a:ea typeface="Average Sans" panose="02000503040000020003"/>
                <a:cs typeface="Average Sans" panose="02000503040000020003"/>
                <a:sym typeface="Average Sans" panose="02000503040000020003"/>
              </a:rPr>
              <a:t> | </a:t>
            </a:r>
            <a:r>
              <a:rPr lang="en-GB" sz="1100" b="1" u="sng">
                <a:solidFill>
                  <a:schemeClr val="dk1"/>
                </a:solidFill>
                <a:latin typeface="Average Sans" panose="02000503040000020003"/>
                <a:ea typeface="Average Sans" panose="02000503040000020003"/>
                <a:cs typeface="Average Sans" panose="02000503040000020003"/>
                <a:sym typeface="Average Sans" panose="02000503040000020003"/>
                <a:hlinkClick r:id="rId13"/>
              </a:rPr>
              <a:t>STORYSET</a:t>
            </a:r>
            <a:r>
              <a:rPr lang="en-GB" sz="1100" b="1">
                <a:solidFill>
                  <a:schemeClr val="dk1"/>
                </a:solidFill>
                <a:latin typeface="Average Sans" panose="02000503040000020003"/>
                <a:ea typeface="Average Sans" panose="02000503040000020003"/>
                <a:cs typeface="Average Sans" panose="02000503040000020003"/>
                <a:sym typeface="Average Sans" panose="02000503040000020003"/>
              </a:rPr>
              <a:t> | </a:t>
            </a:r>
            <a:r>
              <a:rPr lang="en-GB" sz="1100" b="1" u="sng">
                <a:solidFill>
                  <a:schemeClr val="dk1"/>
                </a:solidFill>
                <a:latin typeface="Average Sans" panose="02000503040000020003"/>
                <a:ea typeface="Average Sans" panose="02000503040000020003"/>
                <a:cs typeface="Average Sans" panose="02000503040000020003"/>
                <a:sym typeface="Average Sans" panose="02000503040000020003"/>
                <a:hlinkClick r:id="rId14"/>
              </a:rPr>
              <a:t>WEPIK</a:t>
            </a:r>
            <a:r>
              <a:rPr lang="en-GB" sz="1100" b="1">
                <a:solidFill>
                  <a:schemeClr val="dk1"/>
                </a:solidFill>
                <a:uFill>
                  <a:noFill/>
                </a:uFill>
                <a:latin typeface="Average Sans" panose="02000503040000020003"/>
                <a:ea typeface="Average Sans" panose="02000503040000020003"/>
                <a:cs typeface="Average Sans" panose="02000503040000020003"/>
                <a:sym typeface="Average Sans" panose="02000503040000020003"/>
                <a:hlinkClick r:id="rId14"/>
              </a:rPr>
              <a:t> </a:t>
            </a:r>
            <a:r>
              <a:rPr lang="en-GB" sz="1100" b="1">
                <a:solidFill>
                  <a:schemeClr val="dk1"/>
                </a:solidFill>
                <a:latin typeface="Average Sans" panose="02000503040000020003"/>
                <a:ea typeface="Average Sans" panose="02000503040000020003"/>
                <a:cs typeface="Average Sans" panose="02000503040000020003"/>
                <a:sym typeface="Average Sans" panose="02000503040000020003"/>
              </a:rPr>
              <a:t>| </a:t>
            </a:r>
            <a:r>
              <a:rPr lang="en-GB" sz="1100" b="1" u="sng">
                <a:solidFill>
                  <a:schemeClr val="dk1"/>
                </a:solidFill>
                <a:latin typeface="Average Sans" panose="02000503040000020003"/>
                <a:ea typeface="Average Sans" panose="02000503040000020003"/>
                <a:cs typeface="Average Sans" panose="02000503040000020003"/>
                <a:sym typeface="Average Sans" panose="02000503040000020003"/>
                <a:hlinkClick r:id="rId15"/>
              </a:rPr>
              <a:t>VIDEVO</a:t>
            </a:r>
            <a:endParaRPr sz="1100" b="1" u="sng">
              <a:solidFill>
                <a:schemeClr val="dk1"/>
              </a:solidFill>
              <a:latin typeface="Average Sans" panose="02000503040000020003"/>
              <a:ea typeface="Average Sans" panose="02000503040000020003"/>
              <a:cs typeface="Average Sans" panose="02000503040000020003"/>
              <a:sym typeface="Average Sans" panose="02000503040000020003"/>
            </a:endParaRPr>
          </a:p>
        </p:txBody>
      </p:sp>
      <p:sp>
        <p:nvSpPr>
          <p:cNvPr id="3928" name="Google Shape;3928;p35"/>
          <p:cNvSpPr/>
          <p:nvPr/>
        </p:nvSpPr>
        <p:spPr>
          <a:xfrm>
            <a:off x="10718355" y="2576009"/>
            <a:ext cx="17326" cy="11963"/>
          </a:xfrm>
          <a:custGeom>
            <a:avLst/>
            <a:gdLst/>
            <a:ahLst/>
            <a:cxnLst/>
            <a:rect l="l" t="t" r="r" b="b"/>
            <a:pathLst>
              <a:path w="769" h="531" extrusionOk="0">
                <a:moveTo>
                  <a:pt x="326" y="1"/>
                </a:moveTo>
                <a:cubicBezTo>
                  <a:pt x="214" y="1"/>
                  <a:pt x="101" y="57"/>
                  <a:pt x="101" y="57"/>
                </a:cubicBezTo>
                <a:lnTo>
                  <a:pt x="1" y="290"/>
                </a:lnTo>
                <a:cubicBezTo>
                  <a:pt x="1" y="290"/>
                  <a:pt x="201" y="457"/>
                  <a:pt x="368" y="524"/>
                </a:cubicBezTo>
                <a:cubicBezTo>
                  <a:pt x="382" y="529"/>
                  <a:pt x="399" y="531"/>
                  <a:pt x="418" y="531"/>
                </a:cubicBezTo>
                <a:cubicBezTo>
                  <a:pt x="530" y="531"/>
                  <a:pt x="701" y="457"/>
                  <a:pt x="701" y="457"/>
                </a:cubicBezTo>
                <a:cubicBezTo>
                  <a:pt x="701" y="424"/>
                  <a:pt x="768" y="257"/>
                  <a:pt x="768" y="224"/>
                </a:cubicBezTo>
                <a:cubicBezTo>
                  <a:pt x="768" y="224"/>
                  <a:pt x="601" y="57"/>
                  <a:pt x="435" y="24"/>
                </a:cubicBezTo>
                <a:cubicBezTo>
                  <a:pt x="401" y="7"/>
                  <a:pt x="364" y="1"/>
                  <a:pt x="3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29" name="Google Shape;3929;p35"/>
          <p:cNvSpPr/>
          <p:nvPr/>
        </p:nvSpPr>
        <p:spPr>
          <a:xfrm>
            <a:off x="10728877" y="2599824"/>
            <a:ext cx="18069" cy="11288"/>
          </a:xfrm>
          <a:custGeom>
            <a:avLst/>
            <a:gdLst/>
            <a:ahLst/>
            <a:cxnLst/>
            <a:rect l="l" t="t" r="r" b="b"/>
            <a:pathLst>
              <a:path w="802" h="501" extrusionOk="0">
                <a:moveTo>
                  <a:pt x="368" y="1"/>
                </a:moveTo>
                <a:cubicBezTo>
                  <a:pt x="234" y="1"/>
                  <a:pt x="1" y="101"/>
                  <a:pt x="1" y="101"/>
                </a:cubicBezTo>
                <a:lnTo>
                  <a:pt x="1" y="368"/>
                </a:lnTo>
                <a:cubicBezTo>
                  <a:pt x="1" y="368"/>
                  <a:pt x="234" y="501"/>
                  <a:pt x="368" y="501"/>
                </a:cubicBezTo>
                <a:cubicBezTo>
                  <a:pt x="468" y="501"/>
                  <a:pt x="568" y="434"/>
                  <a:pt x="635" y="401"/>
                </a:cubicBezTo>
                <a:cubicBezTo>
                  <a:pt x="735" y="368"/>
                  <a:pt x="768" y="334"/>
                  <a:pt x="768" y="334"/>
                </a:cubicBezTo>
                <a:cubicBezTo>
                  <a:pt x="801" y="301"/>
                  <a:pt x="735" y="67"/>
                  <a:pt x="735" y="67"/>
                </a:cubicBezTo>
                <a:cubicBezTo>
                  <a:pt x="735" y="67"/>
                  <a:pt x="668" y="34"/>
                  <a:pt x="601" y="34"/>
                </a:cubicBezTo>
                <a:cubicBezTo>
                  <a:pt x="501" y="1"/>
                  <a:pt x="468" y="1"/>
                  <a:pt x="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30" name="Google Shape;3930;p35"/>
          <p:cNvSpPr/>
          <p:nvPr/>
        </p:nvSpPr>
        <p:spPr>
          <a:xfrm>
            <a:off x="10741651" y="2619357"/>
            <a:ext cx="19579" cy="11310"/>
          </a:xfrm>
          <a:custGeom>
            <a:avLst/>
            <a:gdLst/>
            <a:ahLst/>
            <a:cxnLst/>
            <a:rect l="l" t="t" r="r" b="b"/>
            <a:pathLst>
              <a:path w="869" h="502" extrusionOk="0">
                <a:moveTo>
                  <a:pt x="568" y="1"/>
                </a:moveTo>
                <a:cubicBezTo>
                  <a:pt x="535" y="18"/>
                  <a:pt x="493" y="18"/>
                  <a:pt x="451" y="18"/>
                </a:cubicBezTo>
                <a:cubicBezTo>
                  <a:pt x="410" y="18"/>
                  <a:pt x="368" y="18"/>
                  <a:pt x="335" y="34"/>
                </a:cubicBezTo>
                <a:cubicBezTo>
                  <a:pt x="268" y="34"/>
                  <a:pt x="201" y="101"/>
                  <a:pt x="101" y="134"/>
                </a:cubicBezTo>
                <a:cubicBezTo>
                  <a:pt x="34" y="168"/>
                  <a:pt x="1" y="201"/>
                  <a:pt x="1" y="201"/>
                </a:cubicBezTo>
                <a:lnTo>
                  <a:pt x="1" y="468"/>
                </a:lnTo>
                <a:cubicBezTo>
                  <a:pt x="1" y="468"/>
                  <a:pt x="68" y="468"/>
                  <a:pt x="168" y="501"/>
                </a:cubicBezTo>
                <a:lnTo>
                  <a:pt x="501" y="501"/>
                </a:lnTo>
                <a:cubicBezTo>
                  <a:pt x="568" y="468"/>
                  <a:pt x="668" y="435"/>
                  <a:pt x="735" y="335"/>
                </a:cubicBezTo>
                <a:lnTo>
                  <a:pt x="868" y="201"/>
                </a:lnTo>
                <a:cubicBezTo>
                  <a:pt x="868" y="168"/>
                  <a:pt x="768" y="1"/>
                  <a:pt x="7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31" name="Google Shape;3931;p35"/>
          <p:cNvSpPr/>
          <p:nvPr/>
        </p:nvSpPr>
        <p:spPr>
          <a:xfrm>
            <a:off x="10749920" y="2638913"/>
            <a:ext cx="27847" cy="12797"/>
          </a:xfrm>
          <a:custGeom>
            <a:avLst/>
            <a:gdLst/>
            <a:ahLst/>
            <a:cxnLst/>
            <a:rect l="l" t="t" r="r" b="b"/>
            <a:pathLst>
              <a:path w="1236" h="568" extrusionOk="0">
                <a:moveTo>
                  <a:pt x="1168" y="0"/>
                </a:moveTo>
                <a:cubicBezTo>
                  <a:pt x="1168" y="0"/>
                  <a:pt x="801" y="0"/>
                  <a:pt x="535" y="67"/>
                </a:cubicBezTo>
                <a:cubicBezTo>
                  <a:pt x="334" y="100"/>
                  <a:pt x="1" y="300"/>
                  <a:pt x="1" y="300"/>
                </a:cubicBezTo>
                <a:lnTo>
                  <a:pt x="34" y="567"/>
                </a:lnTo>
                <a:cubicBezTo>
                  <a:pt x="34" y="567"/>
                  <a:pt x="401" y="567"/>
                  <a:pt x="668" y="501"/>
                </a:cubicBezTo>
                <a:cubicBezTo>
                  <a:pt x="868" y="467"/>
                  <a:pt x="1202" y="267"/>
                  <a:pt x="1202" y="267"/>
                </a:cubicBezTo>
                <a:cubicBezTo>
                  <a:pt x="1235" y="234"/>
                  <a:pt x="1202" y="0"/>
                  <a:pt x="11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32" name="Google Shape;3932;p35"/>
          <p:cNvSpPr/>
          <p:nvPr/>
        </p:nvSpPr>
        <p:spPr>
          <a:xfrm>
            <a:off x="10776235" y="2664462"/>
            <a:ext cx="15050" cy="11288"/>
          </a:xfrm>
          <a:custGeom>
            <a:avLst/>
            <a:gdLst/>
            <a:ahLst/>
            <a:cxnLst/>
            <a:rect l="l" t="t" r="r" b="b"/>
            <a:pathLst>
              <a:path w="668" h="501" extrusionOk="0">
                <a:moveTo>
                  <a:pt x="334" y="0"/>
                </a:moveTo>
                <a:cubicBezTo>
                  <a:pt x="201" y="0"/>
                  <a:pt x="0" y="134"/>
                  <a:pt x="0" y="134"/>
                </a:cubicBezTo>
                <a:lnTo>
                  <a:pt x="0" y="367"/>
                </a:lnTo>
                <a:cubicBezTo>
                  <a:pt x="0" y="367"/>
                  <a:pt x="201" y="501"/>
                  <a:pt x="334" y="501"/>
                </a:cubicBezTo>
                <a:cubicBezTo>
                  <a:pt x="467" y="501"/>
                  <a:pt x="668" y="367"/>
                  <a:pt x="668" y="367"/>
                </a:cubicBezTo>
                <a:lnTo>
                  <a:pt x="668" y="134"/>
                </a:lnTo>
                <a:cubicBezTo>
                  <a:pt x="668" y="134"/>
                  <a:pt x="467" y="0"/>
                  <a:pt x="3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33" name="Google Shape;3933;p35"/>
          <p:cNvSpPr/>
          <p:nvPr/>
        </p:nvSpPr>
        <p:spPr>
          <a:xfrm>
            <a:off x="10722884" y="3178935"/>
            <a:ext cx="22553" cy="11963"/>
          </a:xfrm>
          <a:custGeom>
            <a:avLst/>
            <a:gdLst/>
            <a:ahLst/>
            <a:cxnLst/>
            <a:rect l="l" t="t" r="r" b="b"/>
            <a:pathLst>
              <a:path w="1001" h="531" extrusionOk="0">
                <a:moveTo>
                  <a:pt x="604" y="0"/>
                </a:moveTo>
                <a:cubicBezTo>
                  <a:pt x="530" y="0"/>
                  <a:pt x="456" y="4"/>
                  <a:pt x="400" y="15"/>
                </a:cubicBezTo>
                <a:lnTo>
                  <a:pt x="167" y="148"/>
                </a:lnTo>
                <a:lnTo>
                  <a:pt x="0" y="215"/>
                </a:lnTo>
                <a:lnTo>
                  <a:pt x="0" y="482"/>
                </a:lnTo>
                <a:cubicBezTo>
                  <a:pt x="0" y="482"/>
                  <a:pt x="67" y="515"/>
                  <a:pt x="200" y="515"/>
                </a:cubicBezTo>
                <a:cubicBezTo>
                  <a:pt x="222" y="527"/>
                  <a:pt x="252" y="530"/>
                  <a:pt x="287" y="530"/>
                </a:cubicBezTo>
                <a:cubicBezTo>
                  <a:pt x="356" y="530"/>
                  <a:pt x="445" y="515"/>
                  <a:pt x="534" y="515"/>
                </a:cubicBezTo>
                <a:cubicBezTo>
                  <a:pt x="701" y="449"/>
                  <a:pt x="934" y="282"/>
                  <a:pt x="934" y="282"/>
                </a:cubicBezTo>
                <a:cubicBezTo>
                  <a:pt x="1001" y="215"/>
                  <a:pt x="934" y="15"/>
                  <a:pt x="901" y="15"/>
                </a:cubicBezTo>
                <a:cubicBezTo>
                  <a:pt x="901" y="15"/>
                  <a:pt x="752" y="0"/>
                  <a:pt x="6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34" name="Google Shape;3934;p35"/>
          <p:cNvSpPr/>
          <p:nvPr/>
        </p:nvSpPr>
        <p:spPr>
          <a:xfrm>
            <a:off x="10749176" y="3193219"/>
            <a:ext cx="20322" cy="11963"/>
          </a:xfrm>
          <a:custGeom>
            <a:avLst/>
            <a:gdLst/>
            <a:ahLst/>
            <a:cxnLst/>
            <a:rect l="l" t="t" r="r" b="b"/>
            <a:pathLst>
              <a:path w="902" h="531" extrusionOk="0">
                <a:moveTo>
                  <a:pt x="563" y="0"/>
                </a:moveTo>
                <a:cubicBezTo>
                  <a:pt x="493" y="0"/>
                  <a:pt x="423" y="4"/>
                  <a:pt x="367" y="15"/>
                </a:cubicBezTo>
                <a:lnTo>
                  <a:pt x="101" y="148"/>
                </a:lnTo>
                <a:cubicBezTo>
                  <a:pt x="34" y="182"/>
                  <a:pt x="1" y="215"/>
                  <a:pt x="1" y="215"/>
                </a:cubicBezTo>
                <a:lnTo>
                  <a:pt x="1" y="482"/>
                </a:lnTo>
                <a:cubicBezTo>
                  <a:pt x="1" y="482"/>
                  <a:pt x="34" y="515"/>
                  <a:pt x="167" y="515"/>
                </a:cubicBezTo>
                <a:cubicBezTo>
                  <a:pt x="201" y="526"/>
                  <a:pt x="238" y="530"/>
                  <a:pt x="276" y="530"/>
                </a:cubicBezTo>
                <a:cubicBezTo>
                  <a:pt x="353" y="530"/>
                  <a:pt x="434" y="515"/>
                  <a:pt x="501" y="515"/>
                </a:cubicBezTo>
                <a:cubicBezTo>
                  <a:pt x="701" y="415"/>
                  <a:pt x="901" y="248"/>
                  <a:pt x="901" y="248"/>
                </a:cubicBezTo>
                <a:cubicBezTo>
                  <a:pt x="901" y="215"/>
                  <a:pt x="868" y="15"/>
                  <a:pt x="834" y="15"/>
                </a:cubicBezTo>
                <a:cubicBezTo>
                  <a:pt x="834" y="15"/>
                  <a:pt x="701" y="0"/>
                  <a:pt x="5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35" name="Google Shape;3935;p35"/>
          <p:cNvSpPr/>
          <p:nvPr/>
        </p:nvSpPr>
        <p:spPr>
          <a:xfrm>
            <a:off x="8131374" y="1114498"/>
            <a:ext cx="353969" cy="101250"/>
          </a:xfrm>
          <a:custGeom>
            <a:avLst/>
            <a:gdLst/>
            <a:ahLst/>
            <a:cxnLst/>
            <a:rect l="l" t="t" r="r" b="b"/>
            <a:pathLst>
              <a:path w="15711" h="4494" extrusionOk="0">
                <a:moveTo>
                  <a:pt x="12157" y="0"/>
                </a:moveTo>
                <a:lnTo>
                  <a:pt x="12124" y="67"/>
                </a:lnTo>
                <a:cubicBezTo>
                  <a:pt x="11957" y="301"/>
                  <a:pt x="11824" y="467"/>
                  <a:pt x="11657" y="668"/>
                </a:cubicBezTo>
                <a:cubicBezTo>
                  <a:pt x="11557" y="734"/>
                  <a:pt x="11490" y="868"/>
                  <a:pt x="11390" y="968"/>
                </a:cubicBezTo>
                <a:lnTo>
                  <a:pt x="11290" y="1068"/>
                </a:lnTo>
                <a:lnTo>
                  <a:pt x="11023" y="1335"/>
                </a:lnTo>
                <a:cubicBezTo>
                  <a:pt x="10289" y="2002"/>
                  <a:pt x="9355" y="2402"/>
                  <a:pt x="8521" y="2569"/>
                </a:cubicBezTo>
                <a:cubicBezTo>
                  <a:pt x="8388" y="2636"/>
                  <a:pt x="8321" y="2636"/>
                  <a:pt x="8188" y="2669"/>
                </a:cubicBezTo>
                <a:cubicBezTo>
                  <a:pt x="8054" y="2702"/>
                  <a:pt x="7988" y="2702"/>
                  <a:pt x="7854" y="2702"/>
                </a:cubicBezTo>
                <a:cubicBezTo>
                  <a:pt x="7776" y="2714"/>
                  <a:pt x="7699" y="2717"/>
                  <a:pt x="7621" y="2717"/>
                </a:cubicBezTo>
                <a:cubicBezTo>
                  <a:pt x="7465" y="2717"/>
                  <a:pt x="7309" y="2702"/>
                  <a:pt x="7154" y="2702"/>
                </a:cubicBezTo>
                <a:cubicBezTo>
                  <a:pt x="6687" y="2669"/>
                  <a:pt x="6186" y="2536"/>
                  <a:pt x="5786" y="2335"/>
                </a:cubicBezTo>
                <a:cubicBezTo>
                  <a:pt x="5553" y="2235"/>
                  <a:pt x="5352" y="2069"/>
                  <a:pt x="5152" y="1969"/>
                </a:cubicBezTo>
                <a:cubicBezTo>
                  <a:pt x="4986" y="1835"/>
                  <a:pt x="4785" y="1668"/>
                  <a:pt x="4619" y="1502"/>
                </a:cubicBezTo>
                <a:cubicBezTo>
                  <a:pt x="4485" y="1368"/>
                  <a:pt x="4385" y="1235"/>
                  <a:pt x="4285" y="1135"/>
                </a:cubicBezTo>
                <a:lnTo>
                  <a:pt x="4052" y="868"/>
                </a:lnTo>
                <a:lnTo>
                  <a:pt x="4018" y="801"/>
                </a:lnTo>
                <a:cubicBezTo>
                  <a:pt x="4018" y="794"/>
                  <a:pt x="4017" y="792"/>
                  <a:pt x="4015" y="792"/>
                </a:cubicBezTo>
                <a:cubicBezTo>
                  <a:pt x="4006" y="792"/>
                  <a:pt x="3985" y="834"/>
                  <a:pt x="3985" y="834"/>
                </a:cubicBezTo>
                <a:lnTo>
                  <a:pt x="3851" y="968"/>
                </a:lnTo>
                <a:lnTo>
                  <a:pt x="3651" y="1201"/>
                </a:lnTo>
                <a:lnTo>
                  <a:pt x="3484" y="1368"/>
                </a:lnTo>
                <a:cubicBezTo>
                  <a:pt x="3384" y="1468"/>
                  <a:pt x="3318" y="1502"/>
                  <a:pt x="3218" y="1602"/>
                </a:cubicBezTo>
                <a:cubicBezTo>
                  <a:pt x="2517" y="2069"/>
                  <a:pt x="1650" y="2069"/>
                  <a:pt x="1049" y="2302"/>
                </a:cubicBezTo>
                <a:cubicBezTo>
                  <a:pt x="482" y="2469"/>
                  <a:pt x="149" y="2669"/>
                  <a:pt x="149" y="2669"/>
                </a:cubicBezTo>
                <a:cubicBezTo>
                  <a:pt x="0" y="2788"/>
                  <a:pt x="117" y="3013"/>
                  <a:pt x="262" y="3013"/>
                </a:cubicBezTo>
                <a:cubicBezTo>
                  <a:pt x="279" y="3013"/>
                  <a:pt x="298" y="3010"/>
                  <a:pt x="316" y="3003"/>
                </a:cubicBezTo>
                <a:cubicBezTo>
                  <a:pt x="316" y="3003"/>
                  <a:pt x="582" y="2836"/>
                  <a:pt x="1149" y="2702"/>
                </a:cubicBezTo>
                <a:cubicBezTo>
                  <a:pt x="1416" y="2669"/>
                  <a:pt x="1750" y="2636"/>
                  <a:pt x="2184" y="2536"/>
                </a:cubicBezTo>
                <a:cubicBezTo>
                  <a:pt x="2584" y="2502"/>
                  <a:pt x="3051" y="2369"/>
                  <a:pt x="3518" y="2069"/>
                </a:cubicBezTo>
                <a:cubicBezTo>
                  <a:pt x="3706" y="1974"/>
                  <a:pt x="3984" y="1732"/>
                  <a:pt x="3987" y="1732"/>
                </a:cubicBezTo>
                <a:lnTo>
                  <a:pt x="3987" y="1732"/>
                </a:lnTo>
                <a:cubicBezTo>
                  <a:pt x="3988" y="1732"/>
                  <a:pt x="3987" y="1733"/>
                  <a:pt x="3985" y="1735"/>
                </a:cubicBezTo>
                <a:lnTo>
                  <a:pt x="4018" y="1802"/>
                </a:lnTo>
                <a:cubicBezTo>
                  <a:pt x="4052" y="1802"/>
                  <a:pt x="4018" y="1802"/>
                  <a:pt x="4052" y="1835"/>
                </a:cubicBezTo>
                <a:lnTo>
                  <a:pt x="4185" y="2002"/>
                </a:lnTo>
                <a:cubicBezTo>
                  <a:pt x="4385" y="2202"/>
                  <a:pt x="4619" y="2436"/>
                  <a:pt x="4819" y="2569"/>
                </a:cubicBezTo>
                <a:cubicBezTo>
                  <a:pt x="5019" y="2769"/>
                  <a:pt x="5286" y="2903"/>
                  <a:pt x="5519" y="3036"/>
                </a:cubicBezTo>
                <a:cubicBezTo>
                  <a:pt x="5986" y="3303"/>
                  <a:pt x="6553" y="3436"/>
                  <a:pt x="7120" y="3503"/>
                </a:cubicBezTo>
                <a:cubicBezTo>
                  <a:pt x="7276" y="3503"/>
                  <a:pt x="7461" y="3518"/>
                  <a:pt x="7637" y="3518"/>
                </a:cubicBezTo>
                <a:cubicBezTo>
                  <a:pt x="7725" y="3518"/>
                  <a:pt x="7810" y="3514"/>
                  <a:pt x="7888" y="3503"/>
                </a:cubicBezTo>
                <a:cubicBezTo>
                  <a:pt x="8021" y="3470"/>
                  <a:pt x="8154" y="3470"/>
                  <a:pt x="8288" y="3470"/>
                </a:cubicBezTo>
                <a:cubicBezTo>
                  <a:pt x="8388" y="3436"/>
                  <a:pt x="8521" y="3436"/>
                  <a:pt x="8655" y="3370"/>
                </a:cubicBezTo>
                <a:cubicBezTo>
                  <a:pt x="9589" y="3203"/>
                  <a:pt x="10590" y="2669"/>
                  <a:pt x="11423" y="1935"/>
                </a:cubicBezTo>
                <a:cubicBezTo>
                  <a:pt x="11557" y="1835"/>
                  <a:pt x="11657" y="1702"/>
                  <a:pt x="11724" y="1635"/>
                </a:cubicBezTo>
                <a:lnTo>
                  <a:pt x="11857" y="1468"/>
                </a:lnTo>
                <a:lnTo>
                  <a:pt x="11890" y="1435"/>
                </a:lnTo>
                <a:cubicBezTo>
                  <a:pt x="11957" y="1435"/>
                  <a:pt x="11957" y="1468"/>
                  <a:pt x="11957" y="1468"/>
                </a:cubicBezTo>
                <a:lnTo>
                  <a:pt x="11957" y="1502"/>
                </a:lnTo>
                <a:cubicBezTo>
                  <a:pt x="11957" y="1535"/>
                  <a:pt x="11957" y="1502"/>
                  <a:pt x="11991" y="1602"/>
                </a:cubicBezTo>
                <a:cubicBezTo>
                  <a:pt x="12024" y="1702"/>
                  <a:pt x="12091" y="1835"/>
                  <a:pt x="12157" y="1969"/>
                </a:cubicBezTo>
                <a:cubicBezTo>
                  <a:pt x="12291" y="2169"/>
                  <a:pt x="12458" y="2369"/>
                  <a:pt x="12624" y="2602"/>
                </a:cubicBezTo>
                <a:cubicBezTo>
                  <a:pt x="13325" y="3303"/>
                  <a:pt x="14125" y="3670"/>
                  <a:pt x="14626" y="3970"/>
                </a:cubicBezTo>
                <a:cubicBezTo>
                  <a:pt x="15126" y="4270"/>
                  <a:pt x="15393" y="4470"/>
                  <a:pt x="15393" y="4470"/>
                </a:cubicBezTo>
                <a:cubicBezTo>
                  <a:pt x="15420" y="4486"/>
                  <a:pt x="15446" y="4494"/>
                  <a:pt x="15472" y="4494"/>
                </a:cubicBezTo>
                <a:cubicBezTo>
                  <a:pt x="15606" y="4494"/>
                  <a:pt x="15711" y="4289"/>
                  <a:pt x="15626" y="4037"/>
                </a:cubicBezTo>
                <a:cubicBezTo>
                  <a:pt x="15626" y="4037"/>
                  <a:pt x="15326" y="3803"/>
                  <a:pt x="14826" y="3470"/>
                </a:cubicBezTo>
                <a:cubicBezTo>
                  <a:pt x="14359" y="3136"/>
                  <a:pt x="13625" y="2769"/>
                  <a:pt x="13025" y="2069"/>
                </a:cubicBezTo>
                <a:cubicBezTo>
                  <a:pt x="12891" y="1902"/>
                  <a:pt x="12791" y="1735"/>
                  <a:pt x="12658" y="1535"/>
                </a:cubicBezTo>
                <a:cubicBezTo>
                  <a:pt x="12624" y="1401"/>
                  <a:pt x="12558" y="1335"/>
                  <a:pt x="12524" y="1201"/>
                </a:cubicBezTo>
                <a:lnTo>
                  <a:pt x="12458" y="901"/>
                </a:lnTo>
                <a:cubicBezTo>
                  <a:pt x="12391" y="801"/>
                  <a:pt x="12357" y="701"/>
                  <a:pt x="12324" y="568"/>
                </a:cubicBezTo>
                <a:lnTo>
                  <a:pt x="12191" y="234"/>
                </a:lnTo>
                <a:lnTo>
                  <a:pt x="12157" y="67"/>
                </a:lnTo>
                <a:lnTo>
                  <a:pt x="12157" y="34"/>
                </a:lnTo>
                <a:lnTo>
                  <a:pt x="1215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3939" name="Shape 3939"/>
        <p:cNvGrpSpPr/>
        <p:nvPr/>
      </p:nvGrpSpPr>
      <p:grpSpPr>
        <a:xfrm>
          <a:off x="0" y="0"/>
          <a:ext cx="0" cy="0"/>
          <a:chOff x="0" y="0"/>
          <a:chExt cx="0" cy="0"/>
        </a:xfrm>
      </p:grpSpPr>
      <p:sp>
        <p:nvSpPr>
          <p:cNvPr id="3940" name="Google Shape;3940;p36"/>
          <p:cNvSpPr txBox="1"/>
          <p:nvPr>
            <p:ph type="title"/>
          </p:nvPr>
        </p:nvSpPr>
        <p:spPr>
          <a:xfrm>
            <a:off x="3373000" y="448975"/>
            <a:ext cx="50478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GB"/>
              <a:t>T</a:t>
            </a:r>
            <a:r>
              <a:rPr lang="en-GB"/>
              <a:t>able of contents</a:t>
            </a:r>
            <a:endParaRPr>
              <a:solidFill>
                <a:schemeClr val="dk2"/>
              </a:solidFill>
            </a:endParaRPr>
          </a:p>
        </p:txBody>
      </p:sp>
      <p:sp>
        <p:nvSpPr>
          <p:cNvPr id="3941" name="Google Shape;3941;p36"/>
          <p:cNvSpPr txBox="1"/>
          <p:nvPr>
            <p:ph type="subTitle" idx="3"/>
          </p:nvPr>
        </p:nvSpPr>
        <p:spPr>
          <a:xfrm>
            <a:off x="6097108" y="3951700"/>
            <a:ext cx="23055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GB"/>
              <a:t>You can describe the topic of the section here</a:t>
            </a:r>
            <a:endParaRPr sz="1600"/>
          </a:p>
        </p:txBody>
      </p:sp>
      <p:sp>
        <p:nvSpPr>
          <p:cNvPr id="3942" name="Google Shape;3942;p36"/>
          <p:cNvSpPr txBox="1"/>
          <p:nvPr>
            <p:ph type="subTitle" idx="1"/>
          </p:nvPr>
        </p:nvSpPr>
        <p:spPr>
          <a:xfrm>
            <a:off x="3372999" y="2238156"/>
            <a:ext cx="23055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GB"/>
              <a:t>You can describe the topic of the section here</a:t>
            </a:r>
            <a:endParaRPr lang="en-GB"/>
          </a:p>
        </p:txBody>
      </p:sp>
      <p:sp>
        <p:nvSpPr>
          <p:cNvPr id="3943" name="Google Shape;3943;p36"/>
          <p:cNvSpPr txBox="1"/>
          <p:nvPr>
            <p:ph type="subTitle" idx="2"/>
          </p:nvPr>
        </p:nvSpPr>
        <p:spPr>
          <a:xfrm>
            <a:off x="6097108" y="2238156"/>
            <a:ext cx="23055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GB"/>
              <a:t>You can describe the topic of the section here</a:t>
            </a:r>
            <a:endParaRPr lang="en-GB"/>
          </a:p>
        </p:txBody>
      </p:sp>
      <p:sp>
        <p:nvSpPr>
          <p:cNvPr id="3944" name="Google Shape;3944;p36"/>
          <p:cNvSpPr txBox="1"/>
          <p:nvPr>
            <p:ph type="title" idx="5"/>
          </p:nvPr>
        </p:nvSpPr>
        <p:spPr>
          <a:xfrm>
            <a:off x="3372999" y="1351895"/>
            <a:ext cx="734700" cy="447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GB"/>
              <a:t>01</a:t>
            </a:r>
            <a:endParaRPr lang="en-GB"/>
          </a:p>
        </p:txBody>
      </p:sp>
      <p:sp>
        <p:nvSpPr>
          <p:cNvPr id="3945" name="Google Shape;3945;p36"/>
          <p:cNvSpPr txBox="1"/>
          <p:nvPr>
            <p:ph type="title" idx="6"/>
          </p:nvPr>
        </p:nvSpPr>
        <p:spPr>
          <a:xfrm>
            <a:off x="6097108" y="3077341"/>
            <a:ext cx="734700" cy="447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GB"/>
              <a:t>04</a:t>
            </a:r>
            <a:endParaRPr lang="en-GB"/>
          </a:p>
        </p:txBody>
      </p:sp>
      <p:sp>
        <p:nvSpPr>
          <p:cNvPr id="3946" name="Google Shape;3946;p36"/>
          <p:cNvSpPr txBox="1"/>
          <p:nvPr>
            <p:ph type="title" idx="7"/>
          </p:nvPr>
        </p:nvSpPr>
        <p:spPr>
          <a:xfrm>
            <a:off x="6097108" y="1351895"/>
            <a:ext cx="734700" cy="447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GB"/>
              <a:t>02</a:t>
            </a:r>
            <a:endParaRPr lang="en-GB"/>
          </a:p>
        </p:txBody>
      </p:sp>
      <p:sp>
        <p:nvSpPr>
          <p:cNvPr id="3947" name="Google Shape;3947;p36"/>
          <p:cNvSpPr txBox="1"/>
          <p:nvPr>
            <p:ph type="title" idx="8"/>
          </p:nvPr>
        </p:nvSpPr>
        <p:spPr>
          <a:xfrm>
            <a:off x="3372999" y="3077358"/>
            <a:ext cx="734700" cy="447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GB"/>
              <a:t>03</a:t>
            </a:r>
            <a:endParaRPr lang="en-GB"/>
          </a:p>
        </p:txBody>
      </p:sp>
      <p:sp>
        <p:nvSpPr>
          <p:cNvPr id="3948" name="Google Shape;3948;p36"/>
          <p:cNvSpPr txBox="1"/>
          <p:nvPr>
            <p:ph type="subTitle" idx="9"/>
          </p:nvPr>
        </p:nvSpPr>
        <p:spPr>
          <a:xfrm>
            <a:off x="3372999" y="1901137"/>
            <a:ext cx="2305500" cy="484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GB"/>
              <a:t>I</a:t>
            </a:r>
            <a:r>
              <a:rPr lang="en-GB"/>
              <a:t>ntroduction</a:t>
            </a:r>
            <a:endParaRPr lang="en-GB"/>
          </a:p>
        </p:txBody>
      </p:sp>
      <p:sp>
        <p:nvSpPr>
          <p:cNvPr id="3949" name="Google Shape;3949;p36"/>
          <p:cNvSpPr txBox="1"/>
          <p:nvPr>
            <p:ph type="subTitle" idx="13"/>
          </p:nvPr>
        </p:nvSpPr>
        <p:spPr>
          <a:xfrm>
            <a:off x="6097108" y="1901137"/>
            <a:ext cx="2305500" cy="484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GB"/>
              <a:t>P</a:t>
            </a:r>
            <a:r>
              <a:rPr lang="en-GB"/>
              <a:t>urpose</a:t>
            </a:r>
            <a:endParaRPr lang="en-GB"/>
          </a:p>
        </p:txBody>
      </p:sp>
      <p:sp>
        <p:nvSpPr>
          <p:cNvPr id="3950" name="Google Shape;3950;p36"/>
          <p:cNvSpPr txBox="1"/>
          <p:nvPr>
            <p:ph type="subTitle" idx="14"/>
          </p:nvPr>
        </p:nvSpPr>
        <p:spPr>
          <a:xfrm>
            <a:off x="3373011" y="3640062"/>
            <a:ext cx="2305500" cy="484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GB"/>
              <a:t>T</a:t>
            </a:r>
            <a:r>
              <a:rPr lang="en-GB"/>
              <a:t>he route</a:t>
            </a:r>
            <a:endParaRPr lang="en-GB"/>
          </a:p>
        </p:txBody>
      </p:sp>
      <p:sp>
        <p:nvSpPr>
          <p:cNvPr id="3951" name="Google Shape;3951;p36"/>
          <p:cNvSpPr txBox="1"/>
          <p:nvPr>
            <p:ph type="subTitle" idx="15"/>
          </p:nvPr>
        </p:nvSpPr>
        <p:spPr>
          <a:xfrm>
            <a:off x="6097108" y="3640050"/>
            <a:ext cx="2305500" cy="484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GB"/>
              <a:t>D</a:t>
            </a:r>
            <a:r>
              <a:rPr lang="en-GB"/>
              <a:t>iscoveries</a:t>
            </a:r>
            <a:endParaRPr lang="en-GB"/>
          </a:p>
        </p:txBody>
      </p:sp>
      <p:sp>
        <p:nvSpPr>
          <p:cNvPr id="3952" name="Google Shape;3952;p36"/>
          <p:cNvSpPr/>
          <p:nvPr/>
        </p:nvSpPr>
        <p:spPr>
          <a:xfrm>
            <a:off x="1481264" y="3296479"/>
            <a:ext cx="887208" cy="1171939"/>
          </a:xfrm>
          <a:custGeom>
            <a:avLst/>
            <a:gdLst/>
            <a:ahLst/>
            <a:cxnLst/>
            <a:rect l="l" t="t" r="r" b="b"/>
            <a:pathLst>
              <a:path w="30633" h="40464" extrusionOk="0">
                <a:moveTo>
                  <a:pt x="15066" y="1241"/>
                </a:moveTo>
                <a:cubicBezTo>
                  <a:pt x="15066" y="1848"/>
                  <a:pt x="15108" y="2455"/>
                  <a:pt x="15129" y="3040"/>
                </a:cubicBezTo>
                <a:cubicBezTo>
                  <a:pt x="15129" y="3250"/>
                  <a:pt x="15150" y="3459"/>
                  <a:pt x="15150" y="3689"/>
                </a:cubicBezTo>
                <a:cubicBezTo>
                  <a:pt x="14722" y="4001"/>
                  <a:pt x="14244" y="4223"/>
                  <a:pt x="13714" y="4223"/>
                </a:cubicBezTo>
                <a:cubicBezTo>
                  <a:pt x="13568" y="4223"/>
                  <a:pt x="13419" y="4206"/>
                  <a:pt x="13266" y="4170"/>
                </a:cubicBezTo>
                <a:cubicBezTo>
                  <a:pt x="12764" y="4066"/>
                  <a:pt x="12325" y="3815"/>
                  <a:pt x="11802" y="3815"/>
                </a:cubicBezTo>
                <a:cubicBezTo>
                  <a:pt x="10965" y="3815"/>
                  <a:pt x="10212" y="4296"/>
                  <a:pt x="9647" y="4923"/>
                </a:cubicBezTo>
                <a:cubicBezTo>
                  <a:pt x="9647" y="4128"/>
                  <a:pt x="9647" y="3291"/>
                  <a:pt x="9521" y="2475"/>
                </a:cubicBezTo>
                <a:cubicBezTo>
                  <a:pt x="10023" y="1973"/>
                  <a:pt x="10546" y="1555"/>
                  <a:pt x="11258" y="1408"/>
                </a:cubicBezTo>
                <a:cubicBezTo>
                  <a:pt x="11454" y="1359"/>
                  <a:pt x="11642" y="1339"/>
                  <a:pt x="11825" y="1339"/>
                </a:cubicBezTo>
                <a:cubicBezTo>
                  <a:pt x="12345" y="1339"/>
                  <a:pt x="12830" y="1505"/>
                  <a:pt x="13371" y="1659"/>
                </a:cubicBezTo>
                <a:cubicBezTo>
                  <a:pt x="13575" y="1718"/>
                  <a:pt x="13812" y="1756"/>
                  <a:pt x="14045" y="1756"/>
                </a:cubicBezTo>
                <a:cubicBezTo>
                  <a:pt x="14481" y="1756"/>
                  <a:pt x="14902" y="1623"/>
                  <a:pt x="15066" y="1241"/>
                </a:cubicBezTo>
                <a:close/>
                <a:moveTo>
                  <a:pt x="15233" y="843"/>
                </a:moveTo>
                <a:cubicBezTo>
                  <a:pt x="15442" y="2580"/>
                  <a:pt x="15568" y="4317"/>
                  <a:pt x="15819" y="6053"/>
                </a:cubicBezTo>
                <a:cubicBezTo>
                  <a:pt x="15694" y="6053"/>
                  <a:pt x="15568" y="6053"/>
                  <a:pt x="15463" y="6074"/>
                </a:cubicBezTo>
                <a:lnTo>
                  <a:pt x="15442" y="6074"/>
                </a:lnTo>
                <a:cubicBezTo>
                  <a:pt x="15463" y="5342"/>
                  <a:pt x="15401" y="4589"/>
                  <a:pt x="15359" y="3856"/>
                </a:cubicBezTo>
                <a:cubicBezTo>
                  <a:pt x="15422" y="3794"/>
                  <a:pt x="15380" y="3689"/>
                  <a:pt x="15338" y="3647"/>
                </a:cubicBezTo>
                <a:cubicBezTo>
                  <a:pt x="15275" y="2727"/>
                  <a:pt x="15191" y="1785"/>
                  <a:pt x="15233" y="843"/>
                </a:cubicBezTo>
                <a:close/>
                <a:moveTo>
                  <a:pt x="6234" y="988"/>
                </a:moveTo>
                <a:cubicBezTo>
                  <a:pt x="6493" y="988"/>
                  <a:pt x="6762" y="1013"/>
                  <a:pt x="7052" y="1053"/>
                </a:cubicBezTo>
                <a:cubicBezTo>
                  <a:pt x="7052" y="1659"/>
                  <a:pt x="7073" y="2266"/>
                  <a:pt x="7073" y="2873"/>
                </a:cubicBezTo>
                <a:cubicBezTo>
                  <a:pt x="7073" y="3333"/>
                  <a:pt x="7052" y="3815"/>
                  <a:pt x="7052" y="4275"/>
                </a:cubicBezTo>
                <a:cubicBezTo>
                  <a:pt x="6868" y="4228"/>
                  <a:pt x="6691" y="4207"/>
                  <a:pt x="6518" y="4207"/>
                </a:cubicBezTo>
                <a:cubicBezTo>
                  <a:pt x="5608" y="4207"/>
                  <a:pt x="4837" y="4794"/>
                  <a:pt x="4081" y="5321"/>
                </a:cubicBezTo>
                <a:cubicBezTo>
                  <a:pt x="3558" y="5719"/>
                  <a:pt x="3014" y="6053"/>
                  <a:pt x="2344" y="6158"/>
                </a:cubicBezTo>
                <a:cubicBezTo>
                  <a:pt x="2190" y="6182"/>
                  <a:pt x="2040" y="6193"/>
                  <a:pt x="1894" y="6193"/>
                </a:cubicBezTo>
                <a:cubicBezTo>
                  <a:pt x="1287" y="6193"/>
                  <a:pt x="741" y="6005"/>
                  <a:pt x="168" y="5802"/>
                </a:cubicBezTo>
                <a:cubicBezTo>
                  <a:pt x="163" y="5799"/>
                  <a:pt x="157" y="5796"/>
                  <a:pt x="152" y="5794"/>
                </a:cubicBezTo>
                <a:lnTo>
                  <a:pt x="152" y="5794"/>
                </a:lnTo>
                <a:cubicBezTo>
                  <a:pt x="170" y="5783"/>
                  <a:pt x="184" y="5765"/>
                  <a:pt x="189" y="5740"/>
                </a:cubicBezTo>
                <a:cubicBezTo>
                  <a:pt x="482" y="4442"/>
                  <a:pt x="503" y="3082"/>
                  <a:pt x="670" y="1743"/>
                </a:cubicBezTo>
                <a:cubicBezTo>
                  <a:pt x="1051" y="2271"/>
                  <a:pt x="1699" y="2542"/>
                  <a:pt x="2341" y="2542"/>
                </a:cubicBezTo>
                <a:cubicBezTo>
                  <a:pt x="2615" y="2542"/>
                  <a:pt x="2889" y="2492"/>
                  <a:pt x="3139" y="2392"/>
                </a:cubicBezTo>
                <a:cubicBezTo>
                  <a:pt x="3704" y="2183"/>
                  <a:pt x="4123" y="1764"/>
                  <a:pt x="4604" y="1450"/>
                </a:cubicBezTo>
                <a:cubicBezTo>
                  <a:pt x="5163" y="1106"/>
                  <a:pt x="5673" y="988"/>
                  <a:pt x="6234" y="988"/>
                </a:cubicBezTo>
                <a:close/>
                <a:moveTo>
                  <a:pt x="7952" y="5760"/>
                </a:moveTo>
                <a:cubicBezTo>
                  <a:pt x="8077" y="5760"/>
                  <a:pt x="8224" y="5802"/>
                  <a:pt x="8349" y="5823"/>
                </a:cubicBezTo>
                <a:cubicBezTo>
                  <a:pt x="8872" y="6158"/>
                  <a:pt x="8852" y="6472"/>
                  <a:pt x="8349" y="6786"/>
                </a:cubicBezTo>
                <a:lnTo>
                  <a:pt x="8328" y="6786"/>
                </a:lnTo>
                <a:cubicBezTo>
                  <a:pt x="8287" y="6660"/>
                  <a:pt x="8266" y="6535"/>
                  <a:pt x="8245" y="6430"/>
                </a:cubicBezTo>
                <a:cubicBezTo>
                  <a:pt x="8232" y="6366"/>
                  <a:pt x="8196" y="6341"/>
                  <a:pt x="8155" y="6341"/>
                </a:cubicBezTo>
                <a:cubicBezTo>
                  <a:pt x="8129" y="6341"/>
                  <a:pt x="8102" y="6351"/>
                  <a:pt x="8077" y="6367"/>
                </a:cubicBezTo>
                <a:cubicBezTo>
                  <a:pt x="7992" y="6324"/>
                  <a:pt x="7892" y="6306"/>
                  <a:pt x="7787" y="6306"/>
                </a:cubicBezTo>
                <a:cubicBezTo>
                  <a:pt x="7584" y="6306"/>
                  <a:pt x="7364" y="6375"/>
                  <a:pt x="7199" y="6472"/>
                </a:cubicBezTo>
                <a:cubicBezTo>
                  <a:pt x="7115" y="6535"/>
                  <a:pt x="7136" y="6639"/>
                  <a:pt x="7219" y="6639"/>
                </a:cubicBezTo>
                <a:lnTo>
                  <a:pt x="7219" y="6911"/>
                </a:lnTo>
                <a:cubicBezTo>
                  <a:pt x="7219" y="6890"/>
                  <a:pt x="7219" y="6890"/>
                  <a:pt x="7199" y="6869"/>
                </a:cubicBezTo>
                <a:cubicBezTo>
                  <a:pt x="7190" y="6843"/>
                  <a:pt x="7170" y="6831"/>
                  <a:pt x="7150" y="6831"/>
                </a:cubicBezTo>
                <a:cubicBezTo>
                  <a:pt x="7122" y="6831"/>
                  <a:pt x="7094" y="6854"/>
                  <a:pt x="7094" y="6890"/>
                </a:cubicBezTo>
                <a:cubicBezTo>
                  <a:pt x="7094" y="6892"/>
                  <a:pt x="7088" y="6893"/>
                  <a:pt x="7076" y="6893"/>
                </a:cubicBezTo>
                <a:cubicBezTo>
                  <a:pt x="6956" y="6893"/>
                  <a:pt x="6270" y="6779"/>
                  <a:pt x="6403" y="6263"/>
                </a:cubicBezTo>
                <a:cubicBezTo>
                  <a:pt x="6487" y="5949"/>
                  <a:pt x="6906" y="5907"/>
                  <a:pt x="7136" y="5844"/>
                </a:cubicBezTo>
                <a:cubicBezTo>
                  <a:pt x="7408" y="5781"/>
                  <a:pt x="7701" y="5760"/>
                  <a:pt x="7952" y="5760"/>
                </a:cubicBezTo>
                <a:close/>
                <a:moveTo>
                  <a:pt x="15818" y="6275"/>
                </a:moveTo>
                <a:cubicBezTo>
                  <a:pt x="15867" y="6275"/>
                  <a:pt x="15917" y="6277"/>
                  <a:pt x="15966" y="6284"/>
                </a:cubicBezTo>
                <a:cubicBezTo>
                  <a:pt x="16070" y="6284"/>
                  <a:pt x="16175" y="6304"/>
                  <a:pt x="16238" y="6367"/>
                </a:cubicBezTo>
                <a:cubicBezTo>
                  <a:pt x="16530" y="6514"/>
                  <a:pt x="16510" y="6723"/>
                  <a:pt x="16196" y="7016"/>
                </a:cubicBezTo>
                <a:cubicBezTo>
                  <a:pt x="16175" y="7016"/>
                  <a:pt x="16175" y="7037"/>
                  <a:pt x="16133" y="7037"/>
                </a:cubicBezTo>
                <a:cubicBezTo>
                  <a:pt x="16112" y="6995"/>
                  <a:pt x="16112" y="6911"/>
                  <a:pt x="16091" y="6869"/>
                </a:cubicBezTo>
                <a:cubicBezTo>
                  <a:pt x="16065" y="6810"/>
                  <a:pt x="16022" y="6785"/>
                  <a:pt x="15982" y="6785"/>
                </a:cubicBezTo>
                <a:cubicBezTo>
                  <a:pt x="15950" y="6785"/>
                  <a:pt x="15920" y="6800"/>
                  <a:pt x="15901" y="6825"/>
                </a:cubicBezTo>
                <a:lnTo>
                  <a:pt x="15901" y="6825"/>
                </a:lnTo>
                <a:cubicBezTo>
                  <a:pt x="15902" y="6819"/>
                  <a:pt x="15903" y="6813"/>
                  <a:pt x="15903" y="6807"/>
                </a:cubicBezTo>
                <a:cubicBezTo>
                  <a:pt x="15903" y="6786"/>
                  <a:pt x="15882" y="6765"/>
                  <a:pt x="15861" y="6744"/>
                </a:cubicBezTo>
                <a:cubicBezTo>
                  <a:pt x="15808" y="6717"/>
                  <a:pt x="15751" y="6706"/>
                  <a:pt x="15693" y="6706"/>
                </a:cubicBezTo>
                <a:cubicBezTo>
                  <a:pt x="15524" y="6706"/>
                  <a:pt x="15353" y="6807"/>
                  <a:pt x="15275" y="6932"/>
                </a:cubicBezTo>
                <a:cubicBezTo>
                  <a:pt x="15275" y="6928"/>
                  <a:pt x="15274" y="6926"/>
                  <a:pt x="15273" y="6926"/>
                </a:cubicBezTo>
                <a:cubicBezTo>
                  <a:pt x="15268" y="6926"/>
                  <a:pt x="15254" y="6957"/>
                  <a:pt x="15254" y="6974"/>
                </a:cubicBezTo>
                <a:cubicBezTo>
                  <a:pt x="15233" y="7037"/>
                  <a:pt x="15233" y="7162"/>
                  <a:pt x="15233" y="7225"/>
                </a:cubicBezTo>
                <a:lnTo>
                  <a:pt x="15191" y="7225"/>
                </a:lnTo>
                <a:cubicBezTo>
                  <a:pt x="14815" y="7204"/>
                  <a:pt x="14731" y="6786"/>
                  <a:pt x="14961" y="6556"/>
                </a:cubicBezTo>
                <a:cubicBezTo>
                  <a:pt x="15108" y="6409"/>
                  <a:pt x="15275" y="6346"/>
                  <a:pt x="15463" y="6304"/>
                </a:cubicBezTo>
                <a:cubicBezTo>
                  <a:pt x="15582" y="6290"/>
                  <a:pt x="15700" y="6275"/>
                  <a:pt x="15818" y="6275"/>
                </a:cubicBezTo>
                <a:close/>
                <a:moveTo>
                  <a:pt x="8035" y="6493"/>
                </a:moveTo>
                <a:cubicBezTo>
                  <a:pt x="8098" y="6744"/>
                  <a:pt x="8140" y="6995"/>
                  <a:pt x="8245" y="7225"/>
                </a:cubicBezTo>
                <a:lnTo>
                  <a:pt x="7847" y="7392"/>
                </a:lnTo>
                <a:cubicBezTo>
                  <a:pt x="7701" y="7455"/>
                  <a:pt x="7512" y="7518"/>
                  <a:pt x="7366" y="7602"/>
                </a:cubicBezTo>
                <a:cubicBezTo>
                  <a:pt x="7366" y="7392"/>
                  <a:pt x="7387" y="7204"/>
                  <a:pt x="7408" y="6995"/>
                </a:cubicBezTo>
                <a:cubicBezTo>
                  <a:pt x="7429" y="6869"/>
                  <a:pt x="7471" y="6702"/>
                  <a:pt x="7429" y="6576"/>
                </a:cubicBezTo>
                <a:lnTo>
                  <a:pt x="7743" y="6493"/>
                </a:lnTo>
                <a:close/>
                <a:moveTo>
                  <a:pt x="15884" y="6858"/>
                </a:moveTo>
                <a:cubicBezTo>
                  <a:pt x="15880" y="6874"/>
                  <a:pt x="15879" y="6892"/>
                  <a:pt x="15882" y="6911"/>
                </a:cubicBezTo>
                <a:cubicBezTo>
                  <a:pt x="15924" y="7204"/>
                  <a:pt x="16007" y="7497"/>
                  <a:pt x="16091" y="7769"/>
                </a:cubicBezTo>
                <a:cubicBezTo>
                  <a:pt x="15861" y="7832"/>
                  <a:pt x="15610" y="7853"/>
                  <a:pt x="15380" y="7916"/>
                </a:cubicBezTo>
                <a:cubicBezTo>
                  <a:pt x="15401" y="7623"/>
                  <a:pt x="15442" y="7309"/>
                  <a:pt x="15401" y="7016"/>
                </a:cubicBezTo>
                <a:lnTo>
                  <a:pt x="15401" y="6995"/>
                </a:lnTo>
                <a:cubicBezTo>
                  <a:pt x="15484" y="6911"/>
                  <a:pt x="15589" y="6890"/>
                  <a:pt x="15694" y="6890"/>
                </a:cubicBezTo>
                <a:cubicBezTo>
                  <a:pt x="15711" y="6890"/>
                  <a:pt x="15736" y="6892"/>
                  <a:pt x="15762" y="6892"/>
                </a:cubicBezTo>
                <a:cubicBezTo>
                  <a:pt x="15808" y="6892"/>
                  <a:pt x="15858" y="6887"/>
                  <a:pt x="15884" y="6858"/>
                </a:cubicBezTo>
                <a:close/>
                <a:moveTo>
                  <a:pt x="23937" y="6158"/>
                </a:moveTo>
                <a:cubicBezTo>
                  <a:pt x="23958" y="6242"/>
                  <a:pt x="24000" y="6325"/>
                  <a:pt x="24000" y="6430"/>
                </a:cubicBezTo>
                <a:cubicBezTo>
                  <a:pt x="24000" y="6535"/>
                  <a:pt x="24000" y="6597"/>
                  <a:pt x="23958" y="6702"/>
                </a:cubicBezTo>
                <a:cubicBezTo>
                  <a:pt x="23951" y="6694"/>
                  <a:pt x="23940" y="6689"/>
                  <a:pt x="23928" y="6689"/>
                </a:cubicBezTo>
                <a:cubicBezTo>
                  <a:pt x="23907" y="6689"/>
                  <a:pt x="23880" y="6704"/>
                  <a:pt x="23854" y="6744"/>
                </a:cubicBezTo>
                <a:lnTo>
                  <a:pt x="23854" y="6765"/>
                </a:lnTo>
                <a:cubicBezTo>
                  <a:pt x="20297" y="7999"/>
                  <a:pt x="16510" y="8271"/>
                  <a:pt x="12848" y="9150"/>
                </a:cubicBezTo>
                <a:cubicBezTo>
                  <a:pt x="12827" y="8962"/>
                  <a:pt x="12806" y="8773"/>
                  <a:pt x="12806" y="8585"/>
                </a:cubicBezTo>
                <a:cubicBezTo>
                  <a:pt x="14626" y="8397"/>
                  <a:pt x="16468" y="7999"/>
                  <a:pt x="18267" y="7602"/>
                </a:cubicBezTo>
                <a:cubicBezTo>
                  <a:pt x="20150" y="7183"/>
                  <a:pt x="22117" y="6786"/>
                  <a:pt x="23937" y="6158"/>
                </a:cubicBezTo>
                <a:close/>
                <a:moveTo>
                  <a:pt x="12639" y="5593"/>
                </a:moveTo>
                <a:cubicBezTo>
                  <a:pt x="12743" y="5635"/>
                  <a:pt x="12806" y="5802"/>
                  <a:pt x="12743" y="5907"/>
                </a:cubicBezTo>
                <a:lnTo>
                  <a:pt x="12722" y="5907"/>
                </a:lnTo>
                <a:cubicBezTo>
                  <a:pt x="9626" y="7162"/>
                  <a:pt x="6487" y="8271"/>
                  <a:pt x="3453" y="9694"/>
                </a:cubicBezTo>
                <a:cubicBezTo>
                  <a:pt x="3432" y="9610"/>
                  <a:pt x="3411" y="9485"/>
                  <a:pt x="3432" y="9401"/>
                </a:cubicBezTo>
                <a:cubicBezTo>
                  <a:pt x="3453" y="9359"/>
                  <a:pt x="3495" y="9317"/>
                  <a:pt x="3516" y="9276"/>
                </a:cubicBezTo>
                <a:cubicBezTo>
                  <a:pt x="5106" y="8836"/>
                  <a:pt x="6634" y="8104"/>
                  <a:pt x="8161" y="7497"/>
                </a:cubicBezTo>
                <a:cubicBezTo>
                  <a:pt x="9668" y="6890"/>
                  <a:pt x="11174" y="6284"/>
                  <a:pt x="12639" y="5593"/>
                </a:cubicBezTo>
                <a:close/>
                <a:moveTo>
                  <a:pt x="23707" y="7016"/>
                </a:moveTo>
                <a:lnTo>
                  <a:pt x="23707" y="7016"/>
                </a:lnTo>
                <a:cubicBezTo>
                  <a:pt x="22243" y="10196"/>
                  <a:pt x="22452" y="14193"/>
                  <a:pt x="24356" y="17164"/>
                </a:cubicBezTo>
                <a:cubicBezTo>
                  <a:pt x="22328" y="16464"/>
                  <a:pt x="20024" y="15912"/>
                  <a:pt x="17784" y="15912"/>
                </a:cubicBezTo>
                <a:cubicBezTo>
                  <a:pt x="16072" y="15912"/>
                  <a:pt x="14397" y="16234"/>
                  <a:pt x="12911" y="17059"/>
                </a:cubicBezTo>
                <a:cubicBezTo>
                  <a:pt x="12701" y="16641"/>
                  <a:pt x="12618" y="16222"/>
                  <a:pt x="12534" y="15804"/>
                </a:cubicBezTo>
                <a:cubicBezTo>
                  <a:pt x="12681" y="15801"/>
                  <a:pt x="12828" y="15800"/>
                  <a:pt x="12975" y="15800"/>
                </a:cubicBezTo>
                <a:cubicBezTo>
                  <a:pt x="14171" y="15800"/>
                  <a:pt x="15380" y="15869"/>
                  <a:pt x="16572" y="15887"/>
                </a:cubicBezTo>
                <a:cubicBezTo>
                  <a:pt x="16698" y="15887"/>
                  <a:pt x="16740" y="15783"/>
                  <a:pt x="16740" y="15678"/>
                </a:cubicBezTo>
                <a:cubicBezTo>
                  <a:pt x="16802" y="15657"/>
                  <a:pt x="16802" y="15574"/>
                  <a:pt x="16740" y="15553"/>
                </a:cubicBezTo>
                <a:cubicBezTo>
                  <a:pt x="15484" y="14423"/>
                  <a:pt x="14333" y="13398"/>
                  <a:pt x="13601" y="11828"/>
                </a:cubicBezTo>
                <a:cubicBezTo>
                  <a:pt x="13225" y="10991"/>
                  <a:pt x="12953" y="10113"/>
                  <a:pt x="12848" y="9213"/>
                </a:cubicBezTo>
                <a:cubicBezTo>
                  <a:pt x="14731" y="8983"/>
                  <a:pt x="16614" y="8585"/>
                  <a:pt x="18476" y="8250"/>
                </a:cubicBezTo>
                <a:cubicBezTo>
                  <a:pt x="20234" y="7936"/>
                  <a:pt x="22033" y="7644"/>
                  <a:pt x="23707" y="7016"/>
                </a:cubicBezTo>
                <a:close/>
                <a:moveTo>
                  <a:pt x="12325" y="15804"/>
                </a:moveTo>
                <a:lnTo>
                  <a:pt x="12325" y="15804"/>
                </a:lnTo>
                <a:cubicBezTo>
                  <a:pt x="12304" y="16306"/>
                  <a:pt x="12492" y="16808"/>
                  <a:pt x="12701" y="17227"/>
                </a:cubicBezTo>
                <a:cubicBezTo>
                  <a:pt x="12713" y="17261"/>
                  <a:pt x="12744" y="17277"/>
                  <a:pt x="12776" y="17277"/>
                </a:cubicBezTo>
                <a:cubicBezTo>
                  <a:pt x="12802" y="17277"/>
                  <a:pt x="12829" y="17266"/>
                  <a:pt x="12848" y="17248"/>
                </a:cubicBezTo>
                <a:cubicBezTo>
                  <a:pt x="13957" y="16745"/>
                  <a:pt x="15129" y="16431"/>
                  <a:pt x="16300" y="16306"/>
                </a:cubicBezTo>
                <a:lnTo>
                  <a:pt x="16300" y="16306"/>
                </a:lnTo>
                <a:cubicBezTo>
                  <a:pt x="14020" y="17122"/>
                  <a:pt x="11781" y="17980"/>
                  <a:pt x="9458" y="18670"/>
                </a:cubicBezTo>
                <a:lnTo>
                  <a:pt x="9416" y="18670"/>
                </a:lnTo>
                <a:cubicBezTo>
                  <a:pt x="9437" y="17812"/>
                  <a:pt x="9312" y="16996"/>
                  <a:pt x="9165" y="16180"/>
                </a:cubicBezTo>
                <a:lnTo>
                  <a:pt x="9186" y="16180"/>
                </a:lnTo>
                <a:cubicBezTo>
                  <a:pt x="10232" y="15950"/>
                  <a:pt x="11279" y="15846"/>
                  <a:pt x="12325" y="15804"/>
                </a:cubicBezTo>
                <a:close/>
                <a:moveTo>
                  <a:pt x="9061" y="16201"/>
                </a:moveTo>
                <a:cubicBezTo>
                  <a:pt x="9082" y="17038"/>
                  <a:pt x="9103" y="17896"/>
                  <a:pt x="9270" y="18691"/>
                </a:cubicBezTo>
                <a:cubicBezTo>
                  <a:pt x="8956" y="18775"/>
                  <a:pt x="8600" y="18880"/>
                  <a:pt x="8287" y="18942"/>
                </a:cubicBezTo>
                <a:cubicBezTo>
                  <a:pt x="8328" y="18105"/>
                  <a:pt x="8328" y="17248"/>
                  <a:pt x="8307" y="16411"/>
                </a:cubicBezTo>
                <a:cubicBezTo>
                  <a:pt x="8559" y="16327"/>
                  <a:pt x="8789" y="16285"/>
                  <a:pt x="9061" y="16201"/>
                </a:cubicBezTo>
                <a:close/>
                <a:moveTo>
                  <a:pt x="12639" y="6179"/>
                </a:moveTo>
                <a:lnTo>
                  <a:pt x="12639" y="6179"/>
                </a:lnTo>
                <a:cubicBezTo>
                  <a:pt x="12220" y="8020"/>
                  <a:pt x="12429" y="9966"/>
                  <a:pt x="13162" y="11703"/>
                </a:cubicBezTo>
                <a:cubicBezTo>
                  <a:pt x="13769" y="13105"/>
                  <a:pt x="14857" y="14653"/>
                  <a:pt x="16217" y="15469"/>
                </a:cubicBezTo>
                <a:cubicBezTo>
                  <a:pt x="15316" y="15394"/>
                  <a:pt x="14397" y="15346"/>
                  <a:pt x="13475" y="15346"/>
                </a:cubicBezTo>
                <a:cubicBezTo>
                  <a:pt x="11824" y="15346"/>
                  <a:pt x="10163" y="15500"/>
                  <a:pt x="8579" y="15929"/>
                </a:cubicBezTo>
                <a:cubicBezTo>
                  <a:pt x="6655" y="16515"/>
                  <a:pt x="4039" y="17666"/>
                  <a:pt x="3098" y="19633"/>
                </a:cubicBezTo>
                <a:cubicBezTo>
                  <a:pt x="1298" y="16641"/>
                  <a:pt x="1528" y="12812"/>
                  <a:pt x="3390" y="9903"/>
                </a:cubicBezTo>
                <a:cubicBezTo>
                  <a:pt x="3411" y="9903"/>
                  <a:pt x="3411" y="9882"/>
                  <a:pt x="3432" y="9882"/>
                </a:cubicBezTo>
                <a:cubicBezTo>
                  <a:pt x="6550" y="8794"/>
                  <a:pt x="9584" y="7434"/>
                  <a:pt x="12639" y="6179"/>
                </a:cubicBezTo>
                <a:close/>
                <a:moveTo>
                  <a:pt x="17639" y="16222"/>
                </a:moveTo>
                <a:cubicBezTo>
                  <a:pt x="17681" y="17289"/>
                  <a:pt x="17765" y="18419"/>
                  <a:pt x="18037" y="19528"/>
                </a:cubicBezTo>
                <a:cubicBezTo>
                  <a:pt x="17660" y="19591"/>
                  <a:pt x="17305" y="19675"/>
                  <a:pt x="16928" y="19779"/>
                </a:cubicBezTo>
                <a:cubicBezTo>
                  <a:pt x="16949" y="18859"/>
                  <a:pt x="16907" y="17959"/>
                  <a:pt x="16865" y="17038"/>
                </a:cubicBezTo>
                <a:cubicBezTo>
                  <a:pt x="16928" y="16871"/>
                  <a:pt x="17012" y="16745"/>
                  <a:pt x="17054" y="16599"/>
                </a:cubicBezTo>
                <a:cubicBezTo>
                  <a:pt x="17116" y="16494"/>
                  <a:pt x="17012" y="16390"/>
                  <a:pt x="16928" y="16348"/>
                </a:cubicBezTo>
                <a:cubicBezTo>
                  <a:pt x="16928" y="16348"/>
                  <a:pt x="16928" y="16327"/>
                  <a:pt x="16907" y="16327"/>
                </a:cubicBezTo>
                <a:lnTo>
                  <a:pt x="16907" y="16243"/>
                </a:lnTo>
                <a:cubicBezTo>
                  <a:pt x="17137" y="16222"/>
                  <a:pt x="17388" y="16222"/>
                  <a:pt x="17639" y="16222"/>
                </a:cubicBezTo>
                <a:close/>
                <a:moveTo>
                  <a:pt x="16677" y="17457"/>
                </a:moveTo>
                <a:cubicBezTo>
                  <a:pt x="16698" y="18252"/>
                  <a:pt x="16698" y="19026"/>
                  <a:pt x="16740" y="19821"/>
                </a:cubicBezTo>
                <a:cubicBezTo>
                  <a:pt x="16468" y="19884"/>
                  <a:pt x="16175" y="19968"/>
                  <a:pt x="15861" y="20072"/>
                </a:cubicBezTo>
                <a:cubicBezTo>
                  <a:pt x="16070" y="19193"/>
                  <a:pt x="16342" y="18294"/>
                  <a:pt x="16677" y="17457"/>
                </a:cubicBezTo>
                <a:close/>
                <a:moveTo>
                  <a:pt x="25611" y="17875"/>
                </a:moveTo>
                <a:cubicBezTo>
                  <a:pt x="25653" y="17959"/>
                  <a:pt x="25737" y="18001"/>
                  <a:pt x="25758" y="18105"/>
                </a:cubicBezTo>
                <a:cubicBezTo>
                  <a:pt x="25800" y="18210"/>
                  <a:pt x="25800" y="18315"/>
                  <a:pt x="25758" y="18419"/>
                </a:cubicBezTo>
                <a:lnTo>
                  <a:pt x="25716" y="18419"/>
                </a:lnTo>
                <a:cubicBezTo>
                  <a:pt x="23958" y="18796"/>
                  <a:pt x="22201" y="19235"/>
                  <a:pt x="20464" y="19675"/>
                </a:cubicBezTo>
                <a:cubicBezTo>
                  <a:pt x="18895" y="20093"/>
                  <a:pt x="17221" y="20386"/>
                  <a:pt x="15694" y="20993"/>
                </a:cubicBezTo>
                <a:cubicBezTo>
                  <a:pt x="15714" y="20721"/>
                  <a:pt x="15777" y="20491"/>
                  <a:pt x="15819" y="20261"/>
                </a:cubicBezTo>
                <a:cubicBezTo>
                  <a:pt x="17430" y="20072"/>
                  <a:pt x="19020" y="19612"/>
                  <a:pt x="20569" y="19214"/>
                </a:cubicBezTo>
                <a:cubicBezTo>
                  <a:pt x="22243" y="18796"/>
                  <a:pt x="23958" y="18398"/>
                  <a:pt x="25611" y="17875"/>
                </a:cubicBezTo>
                <a:close/>
                <a:moveTo>
                  <a:pt x="16698" y="16473"/>
                </a:moveTo>
                <a:cubicBezTo>
                  <a:pt x="16698" y="16494"/>
                  <a:pt x="16719" y="16494"/>
                  <a:pt x="16719" y="16515"/>
                </a:cubicBezTo>
                <a:cubicBezTo>
                  <a:pt x="15735" y="17059"/>
                  <a:pt x="14585" y="17331"/>
                  <a:pt x="13497" y="17666"/>
                </a:cubicBezTo>
                <a:cubicBezTo>
                  <a:pt x="12325" y="18064"/>
                  <a:pt x="11174" y="18461"/>
                  <a:pt x="10023" y="18838"/>
                </a:cubicBezTo>
                <a:cubicBezTo>
                  <a:pt x="7743" y="19633"/>
                  <a:pt x="5378" y="20261"/>
                  <a:pt x="3118" y="21139"/>
                </a:cubicBezTo>
                <a:cubicBezTo>
                  <a:pt x="3104" y="21110"/>
                  <a:pt x="3059" y="21071"/>
                  <a:pt x="3019" y="21071"/>
                </a:cubicBezTo>
                <a:cubicBezTo>
                  <a:pt x="3001" y="21071"/>
                  <a:pt x="2985" y="21078"/>
                  <a:pt x="2972" y="21097"/>
                </a:cubicBezTo>
                <a:cubicBezTo>
                  <a:pt x="2930" y="21056"/>
                  <a:pt x="2909" y="21056"/>
                  <a:pt x="2909" y="21035"/>
                </a:cubicBezTo>
                <a:cubicBezTo>
                  <a:pt x="2909" y="20993"/>
                  <a:pt x="2930" y="20930"/>
                  <a:pt x="2972" y="20888"/>
                </a:cubicBezTo>
                <a:cubicBezTo>
                  <a:pt x="5169" y="19988"/>
                  <a:pt x="7387" y="19444"/>
                  <a:pt x="9626" y="18796"/>
                </a:cubicBezTo>
                <a:cubicBezTo>
                  <a:pt x="12011" y="18084"/>
                  <a:pt x="14375" y="17289"/>
                  <a:pt x="16698" y="16473"/>
                </a:cubicBezTo>
                <a:close/>
                <a:moveTo>
                  <a:pt x="17242" y="28023"/>
                </a:moveTo>
                <a:cubicBezTo>
                  <a:pt x="17430" y="28044"/>
                  <a:pt x="17639" y="28044"/>
                  <a:pt x="17828" y="28044"/>
                </a:cubicBezTo>
                <a:cubicBezTo>
                  <a:pt x="17849" y="28337"/>
                  <a:pt x="17870" y="28609"/>
                  <a:pt x="17891" y="28860"/>
                </a:cubicBezTo>
                <a:cubicBezTo>
                  <a:pt x="17660" y="28609"/>
                  <a:pt x="17451" y="28316"/>
                  <a:pt x="17242" y="28023"/>
                </a:cubicBezTo>
                <a:close/>
                <a:moveTo>
                  <a:pt x="11132" y="26789"/>
                </a:moveTo>
                <a:cubicBezTo>
                  <a:pt x="12513" y="27061"/>
                  <a:pt x="13852" y="27563"/>
                  <a:pt x="15129" y="28128"/>
                </a:cubicBezTo>
                <a:cubicBezTo>
                  <a:pt x="13852" y="28295"/>
                  <a:pt x="12283" y="28714"/>
                  <a:pt x="11341" y="29613"/>
                </a:cubicBezTo>
                <a:cubicBezTo>
                  <a:pt x="11446" y="28714"/>
                  <a:pt x="11341" y="27688"/>
                  <a:pt x="11132" y="26789"/>
                </a:cubicBezTo>
                <a:close/>
                <a:moveTo>
                  <a:pt x="9226" y="26585"/>
                </a:moveTo>
                <a:cubicBezTo>
                  <a:pt x="9416" y="26585"/>
                  <a:pt x="9605" y="26590"/>
                  <a:pt x="9793" y="26600"/>
                </a:cubicBezTo>
                <a:cubicBezTo>
                  <a:pt x="9793" y="27835"/>
                  <a:pt x="9877" y="29090"/>
                  <a:pt x="10086" y="30283"/>
                </a:cubicBezTo>
                <a:cubicBezTo>
                  <a:pt x="9741" y="30236"/>
                  <a:pt x="9419" y="30212"/>
                  <a:pt x="9103" y="30212"/>
                </a:cubicBezTo>
                <a:cubicBezTo>
                  <a:pt x="8998" y="30212"/>
                  <a:pt x="8893" y="30215"/>
                  <a:pt x="8789" y="30220"/>
                </a:cubicBezTo>
                <a:cubicBezTo>
                  <a:pt x="8768" y="29007"/>
                  <a:pt x="8747" y="27835"/>
                  <a:pt x="8642" y="26642"/>
                </a:cubicBezTo>
                <a:lnTo>
                  <a:pt x="8642" y="26600"/>
                </a:lnTo>
                <a:cubicBezTo>
                  <a:pt x="8841" y="26590"/>
                  <a:pt x="9035" y="26585"/>
                  <a:pt x="9226" y="26585"/>
                </a:cubicBezTo>
                <a:close/>
                <a:moveTo>
                  <a:pt x="16593" y="16913"/>
                </a:moveTo>
                <a:cubicBezTo>
                  <a:pt x="15652" y="19110"/>
                  <a:pt x="15024" y="21537"/>
                  <a:pt x="15317" y="23943"/>
                </a:cubicBezTo>
                <a:cubicBezTo>
                  <a:pt x="15526" y="25784"/>
                  <a:pt x="16258" y="27730"/>
                  <a:pt x="17681" y="28965"/>
                </a:cubicBezTo>
                <a:cubicBezTo>
                  <a:pt x="15105" y="27554"/>
                  <a:pt x="12230" y="26263"/>
                  <a:pt x="9270" y="26263"/>
                </a:cubicBezTo>
                <a:cubicBezTo>
                  <a:pt x="9200" y="26263"/>
                  <a:pt x="9130" y="26264"/>
                  <a:pt x="9061" y="26266"/>
                </a:cubicBezTo>
                <a:cubicBezTo>
                  <a:pt x="6571" y="26328"/>
                  <a:pt x="3704" y="27626"/>
                  <a:pt x="3516" y="30325"/>
                </a:cubicBezTo>
                <a:cubicBezTo>
                  <a:pt x="2512" y="29132"/>
                  <a:pt x="1863" y="27626"/>
                  <a:pt x="1779" y="26056"/>
                </a:cubicBezTo>
                <a:cubicBezTo>
                  <a:pt x="1675" y="24362"/>
                  <a:pt x="2261" y="22750"/>
                  <a:pt x="3118" y="21307"/>
                </a:cubicBezTo>
                <a:cubicBezTo>
                  <a:pt x="5546" y="20679"/>
                  <a:pt x="7952" y="19758"/>
                  <a:pt x="10358" y="18984"/>
                </a:cubicBezTo>
                <a:cubicBezTo>
                  <a:pt x="11551" y="18608"/>
                  <a:pt x="12701" y="18252"/>
                  <a:pt x="13873" y="17854"/>
                </a:cubicBezTo>
                <a:cubicBezTo>
                  <a:pt x="14731" y="17561"/>
                  <a:pt x="15756" y="17352"/>
                  <a:pt x="16593" y="16913"/>
                </a:cubicBezTo>
                <a:close/>
                <a:moveTo>
                  <a:pt x="25528" y="18649"/>
                </a:moveTo>
                <a:lnTo>
                  <a:pt x="25528" y="18649"/>
                </a:lnTo>
                <a:cubicBezTo>
                  <a:pt x="23707" y="22353"/>
                  <a:pt x="23540" y="27416"/>
                  <a:pt x="25695" y="31036"/>
                </a:cubicBezTo>
                <a:cubicBezTo>
                  <a:pt x="24607" y="29927"/>
                  <a:pt x="23289" y="29090"/>
                  <a:pt x="21845" y="28525"/>
                </a:cubicBezTo>
                <a:cubicBezTo>
                  <a:pt x="21008" y="28211"/>
                  <a:pt x="20150" y="27960"/>
                  <a:pt x="19251" y="27856"/>
                </a:cubicBezTo>
                <a:cubicBezTo>
                  <a:pt x="18831" y="27816"/>
                  <a:pt x="18361" y="27761"/>
                  <a:pt x="17904" y="27761"/>
                </a:cubicBezTo>
                <a:cubicBezTo>
                  <a:pt x="17633" y="27761"/>
                  <a:pt x="17366" y="27780"/>
                  <a:pt x="17116" y="27835"/>
                </a:cubicBezTo>
                <a:cubicBezTo>
                  <a:pt x="16279" y="26579"/>
                  <a:pt x="15714" y="25198"/>
                  <a:pt x="15589" y="23629"/>
                </a:cubicBezTo>
                <a:cubicBezTo>
                  <a:pt x="15526" y="22792"/>
                  <a:pt x="15568" y="21955"/>
                  <a:pt x="15673" y="21139"/>
                </a:cubicBezTo>
                <a:cubicBezTo>
                  <a:pt x="17346" y="20846"/>
                  <a:pt x="18999" y="20219"/>
                  <a:pt x="20611" y="19800"/>
                </a:cubicBezTo>
                <a:cubicBezTo>
                  <a:pt x="22243" y="19382"/>
                  <a:pt x="23875" y="19026"/>
                  <a:pt x="25528" y="18649"/>
                </a:cubicBezTo>
                <a:close/>
                <a:moveTo>
                  <a:pt x="22556" y="32438"/>
                </a:moveTo>
                <a:cubicBezTo>
                  <a:pt x="22494" y="32585"/>
                  <a:pt x="22515" y="32731"/>
                  <a:pt x="22556" y="32857"/>
                </a:cubicBezTo>
                <a:lnTo>
                  <a:pt x="21845" y="32857"/>
                </a:lnTo>
                <a:cubicBezTo>
                  <a:pt x="21782" y="32731"/>
                  <a:pt x="21782" y="32605"/>
                  <a:pt x="21824" y="32459"/>
                </a:cubicBezTo>
                <a:lnTo>
                  <a:pt x="21824" y="32459"/>
                </a:lnTo>
                <a:cubicBezTo>
                  <a:pt x="21933" y="32498"/>
                  <a:pt x="22046" y="32519"/>
                  <a:pt x="22162" y="32519"/>
                </a:cubicBezTo>
                <a:cubicBezTo>
                  <a:pt x="22291" y="32519"/>
                  <a:pt x="22424" y="32493"/>
                  <a:pt x="22556" y="32438"/>
                </a:cubicBezTo>
                <a:close/>
                <a:moveTo>
                  <a:pt x="23686" y="32333"/>
                </a:moveTo>
                <a:lnTo>
                  <a:pt x="23686" y="32333"/>
                </a:lnTo>
                <a:cubicBezTo>
                  <a:pt x="23644" y="32501"/>
                  <a:pt x="23686" y="32647"/>
                  <a:pt x="23707" y="32815"/>
                </a:cubicBezTo>
                <a:cubicBezTo>
                  <a:pt x="23644" y="32773"/>
                  <a:pt x="23582" y="32752"/>
                  <a:pt x="23519" y="32752"/>
                </a:cubicBezTo>
                <a:cubicBezTo>
                  <a:pt x="23505" y="32749"/>
                  <a:pt x="23492" y="32748"/>
                  <a:pt x="23480" y="32748"/>
                </a:cubicBezTo>
                <a:cubicBezTo>
                  <a:pt x="23404" y="32748"/>
                  <a:pt x="23372" y="32802"/>
                  <a:pt x="23372" y="32857"/>
                </a:cubicBezTo>
                <a:cubicBezTo>
                  <a:pt x="23331" y="32857"/>
                  <a:pt x="23310" y="32898"/>
                  <a:pt x="23310" y="32898"/>
                </a:cubicBezTo>
                <a:lnTo>
                  <a:pt x="23080" y="32898"/>
                </a:lnTo>
                <a:cubicBezTo>
                  <a:pt x="23080" y="32731"/>
                  <a:pt x="23100" y="32605"/>
                  <a:pt x="23100" y="32438"/>
                </a:cubicBezTo>
                <a:lnTo>
                  <a:pt x="23393" y="32438"/>
                </a:lnTo>
                <a:cubicBezTo>
                  <a:pt x="23477" y="32417"/>
                  <a:pt x="23603" y="32417"/>
                  <a:pt x="23686" y="32333"/>
                </a:cubicBezTo>
                <a:close/>
                <a:moveTo>
                  <a:pt x="9981" y="26642"/>
                </a:moveTo>
                <a:cubicBezTo>
                  <a:pt x="10316" y="26663"/>
                  <a:pt x="10630" y="26705"/>
                  <a:pt x="10965" y="26768"/>
                </a:cubicBezTo>
                <a:cubicBezTo>
                  <a:pt x="10986" y="27730"/>
                  <a:pt x="11028" y="28735"/>
                  <a:pt x="11132" y="29697"/>
                </a:cubicBezTo>
                <a:cubicBezTo>
                  <a:pt x="11132" y="29781"/>
                  <a:pt x="11195" y="29802"/>
                  <a:pt x="11258" y="29802"/>
                </a:cubicBezTo>
                <a:cubicBezTo>
                  <a:pt x="11268" y="29812"/>
                  <a:pt x="11279" y="29817"/>
                  <a:pt x="11292" y="29817"/>
                </a:cubicBezTo>
                <a:cubicBezTo>
                  <a:pt x="11305" y="29817"/>
                  <a:pt x="11320" y="29812"/>
                  <a:pt x="11341" y="29802"/>
                </a:cubicBezTo>
                <a:cubicBezTo>
                  <a:pt x="11990" y="29509"/>
                  <a:pt x="12555" y="29132"/>
                  <a:pt x="13225" y="28881"/>
                </a:cubicBezTo>
                <a:cubicBezTo>
                  <a:pt x="13873" y="28630"/>
                  <a:pt x="14543" y="28504"/>
                  <a:pt x="15254" y="28400"/>
                </a:cubicBezTo>
                <a:cubicBezTo>
                  <a:pt x="15338" y="28400"/>
                  <a:pt x="15359" y="28316"/>
                  <a:pt x="15380" y="28253"/>
                </a:cubicBezTo>
                <a:cubicBezTo>
                  <a:pt x="16238" y="28651"/>
                  <a:pt x="17095" y="29090"/>
                  <a:pt x="17932" y="29509"/>
                </a:cubicBezTo>
                <a:cubicBezTo>
                  <a:pt x="17974" y="30701"/>
                  <a:pt x="17953" y="31894"/>
                  <a:pt x="18204" y="33045"/>
                </a:cubicBezTo>
                <a:cubicBezTo>
                  <a:pt x="17535" y="32689"/>
                  <a:pt x="16844" y="32292"/>
                  <a:pt x="16154" y="31978"/>
                </a:cubicBezTo>
                <a:cubicBezTo>
                  <a:pt x="14961" y="31455"/>
                  <a:pt x="13748" y="31036"/>
                  <a:pt x="12492" y="30722"/>
                </a:cubicBezTo>
                <a:cubicBezTo>
                  <a:pt x="11781" y="30534"/>
                  <a:pt x="10986" y="30388"/>
                  <a:pt x="10232" y="30304"/>
                </a:cubicBezTo>
                <a:cubicBezTo>
                  <a:pt x="10212" y="29069"/>
                  <a:pt x="10086" y="27835"/>
                  <a:pt x="9940" y="26642"/>
                </a:cubicBezTo>
                <a:close/>
                <a:moveTo>
                  <a:pt x="24168" y="32396"/>
                </a:moveTo>
                <a:cubicBezTo>
                  <a:pt x="24335" y="32459"/>
                  <a:pt x="24523" y="32543"/>
                  <a:pt x="24670" y="32585"/>
                </a:cubicBezTo>
                <a:cubicBezTo>
                  <a:pt x="24649" y="32752"/>
                  <a:pt x="24691" y="32940"/>
                  <a:pt x="24733" y="33129"/>
                </a:cubicBezTo>
                <a:cubicBezTo>
                  <a:pt x="24544" y="33066"/>
                  <a:pt x="24335" y="33003"/>
                  <a:pt x="24147" y="32940"/>
                </a:cubicBezTo>
                <a:cubicBezTo>
                  <a:pt x="24147" y="32752"/>
                  <a:pt x="24168" y="32585"/>
                  <a:pt x="24168" y="32396"/>
                </a:cubicBezTo>
                <a:close/>
                <a:moveTo>
                  <a:pt x="25235" y="32710"/>
                </a:moveTo>
                <a:cubicBezTo>
                  <a:pt x="25339" y="32731"/>
                  <a:pt x="25423" y="32731"/>
                  <a:pt x="25528" y="32752"/>
                </a:cubicBezTo>
                <a:cubicBezTo>
                  <a:pt x="25590" y="32794"/>
                  <a:pt x="25653" y="32815"/>
                  <a:pt x="25716" y="32815"/>
                </a:cubicBezTo>
                <a:cubicBezTo>
                  <a:pt x="25716" y="33045"/>
                  <a:pt x="25779" y="33275"/>
                  <a:pt x="25821" y="33484"/>
                </a:cubicBezTo>
                <a:cubicBezTo>
                  <a:pt x="25632" y="33421"/>
                  <a:pt x="25423" y="33359"/>
                  <a:pt x="25235" y="33275"/>
                </a:cubicBezTo>
                <a:lnTo>
                  <a:pt x="25235" y="33254"/>
                </a:lnTo>
                <a:cubicBezTo>
                  <a:pt x="25214" y="33149"/>
                  <a:pt x="25214" y="33024"/>
                  <a:pt x="25214" y="32919"/>
                </a:cubicBezTo>
                <a:cubicBezTo>
                  <a:pt x="25214" y="32836"/>
                  <a:pt x="25235" y="32794"/>
                  <a:pt x="25235" y="32710"/>
                </a:cubicBezTo>
                <a:close/>
                <a:moveTo>
                  <a:pt x="17891" y="28044"/>
                </a:moveTo>
                <a:cubicBezTo>
                  <a:pt x="18204" y="28044"/>
                  <a:pt x="18518" y="28044"/>
                  <a:pt x="18811" y="28086"/>
                </a:cubicBezTo>
                <a:lnTo>
                  <a:pt x="18811" y="28107"/>
                </a:lnTo>
                <a:cubicBezTo>
                  <a:pt x="19230" y="29990"/>
                  <a:pt x="19083" y="31873"/>
                  <a:pt x="19439" y="33735"/>
                </a:cubicBezTo>
                <a:cubicBezTo>
                  <a:pt x="19104" y="33547"/>
                  <a:pt x="18790" y="33359"/>
                  <a:pt x="18455" y="33170"/>
                </a:cubicBezTo>
                <a:cubicBezTo>
                  <a:pt x="18267" y="31999"/>
                  <a:pt x="18288" y="30743"/>
                  <a:pt x="18163" y="29551"/>
                </a:cubicBezTo>
                <a:cubicBezTo>
                  <a:pt x="18204" y="29509"/>
                  <a:pt x="18267" y="29446"/>
                  <a:pt x="18267" y="29362"/>
                </a:cubicBezTo>
                <a:cubicBezTo>
                  <a:pt x="18288" y="29320"/>
                  <a:pt x="18288" y="29300"/>
                  <a:pt x="18267" y="29279"/>
                </a:cubicBezTo>
                <a:lnTo>
                  <a:pt x="18100" y="29132"/>
                </a:lnTo>
                <a:cubicBezTo>
                  <a:pt x="18058" y="28755"/>
                  <a:pt x="17995" y="28421"/>
                  <a:pt x="17891" y="28044"/>
                </a:cubicBezTo>
                <a:close/>
                <a:moveTo>
                  <a:pt x="26260" y="33024"/>
                </a:moveTo>
                <a:cubicBezTo>
                  <a:pt x="26448" y="33087"/>
                  <a:pt x="26616" y="33212"/>
                  <a:pt x="26783" y="33275"/>
                </a:cubicBezTo>
                <a:cubicBezTo>
                  <a:pt x="26783" y="33380"/>
                  <a:pt x="26825" y="33505"/>
                  <a:pt x="26825" y="33610"/>
                </a:cubicBezTo>
                <a:lnTo>
                  <a:pt x="26825" y="33903"/>
                </a:lnTo>
                <a:cubicBezTo>
                  <a:pt x="26637" y="33840"/>
                  <a:pt x="26448" y="33756"/>
                  <a:pt x="26302" y="33673"/>
                </a:cubicBezTo>
                <a:cubicBezTo>
                  <a:pt x="26302" y="33673"/>
                  <a:pt x="26323" y="33652"/>
                  <a:pt x="26302" y="33610"/>
                </a:cubicBezTo>
                <a:cubicBezTo>
                  <a:pt x="26260" y="33421"/>
                  <a:pt x="26260" y="33233"/>
                  <a:pt x="26260" y="33024"/>
                </a:cubicBezTo>
                <a:close/>
                <a:moveTo>
                  <a:pt x="23624" y="32020"/>
                </a:moveTo>
                <a:cubicBezTo>
                  <a:pt x="24230" y="32229"/>
                  <a:pt x="24879" y="32313"/>
                  <a:pt x="25507" y="32522"/>
                </a:cubicBezTo>
                <a:cubicBezTo>
                  <a:pt x="26197" y="32752"/>
                  <a:pt x="26867" y="33024"/>
                  <a:pt x="27515" y="33338"/>
                </a:cubicBezTo>
                <a:lnTo>
                  <a:pt x="27453" y="33338"/>
                </a:lnTo>
                <a:cubicBezTo>
                  <a:pt x="27383" y="33338"/>
                  <a:pt x="27322" y="33347"/>
                  <a:pt x="27259" y="33347"/>
                </a:cubicBezTo>
                <a:cubicBezTo>
                  <a:pt x="27227" y="33347"/>
                  <a:pt x="27195" y="33345"/>
                  <a:pt x="27160" y="33338"/>
                </a:cubicBezTo>
                <a:lnTo>
                  <a:pt x="27139" y="33338"/>
                </a:lnTo>
                <a:cubicBezTo>
                  <a:pt x="27076" y="33338"/>
                  <a:pt x="27055" y="33359"/>
                  <a:pt x="27034" y="33421"/>
                </a:cubicBezTo>
                <a:cubicBezTo>
                  <a:pt x="26971" y="33610"/>
                  <a:pt x="26992" y="33840"/>
                  <a:pt x="27034" y="34028"/>
                </a:cubicBezTo>
                <a:lnTo>
                  <a:pt x="26867" y="33965"/>
                </a:lnTo>
                <a:cubicBezTo>
                  <a:pt x="26930" y="33777"/>
                  <a:pt x="26950" y="33505"/>
                  <a:pt x="26888" y="33338"/>
                </a:cubicBezTo>
                <a:cubicBezTo>
                  <a:pt x="26971" y="33338"/>
                  <a:pt x="27055" y="33212"/>
                  <a:pt x="26950" y="33149"/>
                </a:cubicBezTo>
                <a:cubicBezTo>
                  <a:pt x="26678" y="33045"/>
                  <a:pt x="26427" y="32919"/>
                  <a:pt x="26155" y="32815"/>
                </a:cubicBezTo>
                <a:cubicBezTo>
                  <a:pt x="26147" y="32811"/>
                  <a:pt x="26140" y="32809"/>
                  <a:pt x="26134" y="32809"/>
                </a:cubicBezTo>
                <a:cubicBezTo>
                  <a:pt x="26106" y="32809"/>
                  <a:pt x="26093" y="32840"/>
                  <a:pt x="26093" y="32857"/>
                </a:cubicBezTo>
                <a:lnTo>
                  <a:pt x="26093" y="32898"/>
                </a:lnTo>
                <a:cubicBezTo>
                  <a:pt x="26030" y="33129"/>
                  <a:pt x="26051" y="33380"/>
                  <a:pt x="26155" y="33631"/>
                </a:cubicBezTo>
                <a:cubicBezTo>
                  <a:pt x="26051" y="33589"/>
                  <a:pt x="25988" y="33547"/>
                  <a:pt x="25883" y="33526"/>
                </a:cubicBezTo>
                <a:cubicBezTo>
                  <a:pt x="25883" y="33275"/>
                  <a:pt x="25925" y="33024"/>
                  <a:pt x="25883" y="32794"/>
                </a:cubicBezTo>
                <a:cubicBezTo>
                  <a:pt x="25883" y="32752"/>
                  <a:pt x="25883" y="32731"/>
                  <a:pt x="25841" y="32710"/>
                </a:cubicBezTo>
                <a:cubicBezTo>
                  <a:pt x="25695" y="32585"/>
                  <a:pt x="25423" y="32585"/>
                  <a:pt x="25214" y="32543"/>
                </a:cubicBezTo>
                <a:cubicBezTo>
                  <a:pt x="25206" y="32535"/>
                  <a:pt x="25196" y="32530"/>
                  <a:pt x="25183" y="32530"/>
                </a:cubicBezTo>
                <a:cubicBezTo>
                  <a:pt x="25162" y="32530"/>
                  <a:pt x="25136" y="32545"/>
                  <a:pt x="25109" y="32585"/>
                </a:cubicBezTo>
                <a:cubicBezTo>
                  <a:pt x="25005" y="32752"/>
                  <a:pt x="25067" y="33045"/>
                  <a:pt x="25151" y="33254"/>
                </a:cubicBezTo>
                <a:cubicBezTo>
                  <a:pt x="25046" y="33233"/>
                  <a:pt x="24942" y="33170"/>
                  <a:pt x="24837" y="33149"/>
                </a:cubicBezTo>
                <a:lnTo>
                  <a:pt x="24837" y="32794"/>
                </a:lnTo>
                <a:lnTo>
                  <a:pt x="24837" y="32543"/>
                </a:lnTo>
                <a:lnTo>
                  <a:pt x="24837" y="32501"/>
                </a:lnTo>
                <a:lnTo>
                  <a:pt x="24837" y="32438"/>
                </a:lnTo>
                <a:cubicBezTo>
                  <a:pt x="24837" y="32417"/>
                  <a:pt x="24816" y="32407"/>
                  <a:pt x="24793" y="32407"/>
                </a:cubicBezTo>
                <a:cubicBezTo>
                  <a:pt x="24769" y="32407"/>
                  <a:pt x="24743" y="32417"/>
                  <a:pt x="24733" y="32438"/>
                </a:cubicBezTo>
                <a:cubicBezTo>
                  <a:pt x="24544" y="32375"/>
                  <a:pt x="24356" y="32313"/>
                  <a:pt x="24168" y="32292"/>
                </a:cubicBezTo>
                <a:cubicBezTo>
                  <a:pt x="24158" y="32262"/>
                  <a:pt x="24130" y="32247"/>
                  <a:pt x="24101" y="32247"/>
                </a:cubicBezTo>
                <a:cubicBezTo>
                  <a:pt x="24068" y="32247"/>
                  <a:pt x="24032" y="32268"/>
                  <a:pt x="24021" y="32313"/>
                </a:cubicBezTo>
                <a:cubicBezTo>
                  <a:pt x="24000" y="32522"/>
                  <a:pt x="24021" y="32731"/>
                  <a:pt x="24021" y="32940"/>
                </a:cubicBezTo>
                <a:lnTo>
                  <a:pt x="23791" y="32857"/>
                </a:lnTo>
                <a:cubicBezTo>
                  <a:pt x="23812" y="32647"/>
                  <a:pt x="23833" y="32396"/>
                  <a:pt x="23791" y="32187"/>
                </a:cubicBezTo>
                <a:cubicBezTo>
                  <a:pt x="23791" y="32177"/>
                  <a:pt x="23770" y="32171"/>
                  <a:pt x="23749" y="32171"/>
                </a:cubicBezTo>
                <a:cubicBezTo>
                  <a:pt x="23728" y="32171"/>
                  <a:pt x="23707" y="32177"/>
                  <a:pt x="23707" y="32187"/>
                </a:cubicBezTo>
                <a:cubicBezTo>
                  <a:pt x="23707" y="32208"/>
                  <a:pt x="23707" y="32208"/>
                  <a:pt x="23686" y="32229"/>
                </a:cubicBezTo>
                <a:cubicBezTo>
                  <a:pt x="23686" y="32229"/>
                  <a:pt x="23644" y="32229"/>
                  <a:pt x="23644" y="32208"/>
                </a:cubicBezTo>
                <a:cubicBezTo>
                  <a:pt x="23625" y="32204"/>
                  <a:pt x="23608" y="32202"/>
                  <a:pt x="23591" y="32202"/>
                </a:cubicBezTo>
                <a:cubicBezTo>
                  <a:pt x="23515" y="32202"/>
                  <a:pt x="23458" y="32236"/>
                  <a:pt x="23372" y="32271"/>
                </a:cubicBezTo>
                <a:cubicBezTo>
                  <a:pt x="23268" y="32292"/>
                  <a:pt x="23121" y="32313"/>
                  <a:pt x="22996" y="32313"/>
                </a:cubicBezTo>
                <a:cubicBezTo>
                  <a:pt x="22975" y="32313"/>
                  <a:pt x="22954" y="32333"/>
                  <a:pt x="22954" y="32375"/>
                </a:cubicBezTo>
                <a:lnTo>
                  <a:pt x="22954" y="32396"/>
                </a:lnTo>
                <a:cubicBezTo>
                  <a:pt x="22912" y="32543"/>
                  <a:pt x="22954" y="32710"/>
                  <a:pt x="22954" y="32857"/>
                </a:cubicBezTo>
                <a:lnTo>
                  <a:pt x="22661" y="32857"/>
                </a:lnTo>
                <a:cubicBezTo>
                  <a:pt x="22682" y="32689"/>
                  <a:pt x="22703" y="32501"/>
                  <a:pt x="22661" y="32333"/>
                </a:cubicBezTo>
                <a:cubicBezTo>
                  <a:pt x="22651" y="32302"/>
                  <a:pt x="22619" y="32286"/>
                  <a:pt x="22585" y="32286"/>
                </a:cubicBezTo>
                <a:cubicBezTo>
                  <a:pt x="22551" y="32286"/>
                  <a:pt x="22515" y="32302"/>
                  <a:pt x="22494" y="32333"/>
                </a:cubicBezTo>
                <a:cubicBezTo>
                  <a:pt x="22368" y="32333"/>
                  <a:pt x="22243" y="32375"/>
                  <a:pt x="22117" y="32375"/>
                </a:cubicBezTo>
                <a:lnTo>
                  <a:pt x="21740" y="32375"/>
                </a:lnTo>
                <a:cubicBezTo>
                  <a:pt x="21731" y="32356"/>
                  <a:pt x="21709" y="32346"/>
                  <a:pt x="21687" y="32346"/>
                </a:cubicBezTo>
                <a:cubicBezTo>
                  <a:pt x="21661" y="32346"/>
                  <a:pt x="21636" y="32362"/>
                  <a:pt x="21636" y="32396"/>
                </a:cubicBezTo>
                <a:cubicBezTo>
                  <a:pt x="21615" y="32543"/>
                  <a:pt x="21636" y="32731"/>
                  <a:pt x="21720" y="32898"/>
                </a:cubicBezTo>
                <a:lnTo>
                  <a:pt x="21489" y="32898"/>
                </a:lnTo>
                <a:cubicBezTo>
                  <a:pt x="21448" y="32815"/>
                  <a:pt x="21448" y="32731"/>
                  <a:pt x="21448" y="32647"/>
                </a:cubicBezTo>
                <a:cubicBezTo>
                  <a:pt x="21448" y="32585"/>
                  <a:pt x="21489" y="32480"/>
                  <a:pt x="21448" y="32396"/>
                </a:cubicBezTo>
                <a:cubicBezTo>
                  <a:pt x="21448" y="32362"/>
                  <a:pt x="21435" y="32346"/>
                  <a:pt x="21413" y="32346"/>
                </a:cubicBezTo>
                <a:cubicBezTo>
                  <a:pt x="21395" y="32346"/>
                  <a:pt x="21371" y="32356"/>
                  <a:pt x="21343" y="32375"/>
                </a:cubicBezTo>
                <a:cubicBezTo>
                  <a:pt x="21385" y="32313"/>
                  <a:pt x="21343" y="32313"/>
                  <a:pt x="21322" y="32313"/>
                </a:cubicBezTo>
                <a:cubicBezTo>
                  <a:pt x="21289" y="32213"/>
                  <a:pt x="21308" y="32153"/>
                  <a:pt x="21369" y="32153"/>
                </a:cubicBezTo>
                <a:cubicBezTo>
                  <a:pt x="21386" y="32153"/>
                  <a:pt x="21405" y="32157"/>
                  <a:pt x="21427" y="32166"/>
                </a:cubicBezTo>
                <a:lnTo>
                  <a:pt x="22347" y="32166"/>
                </a:lnTo>
                <a:cubicBezTo>
                  <a:pt x="22766" y="32166"/>
                  <a:pt x="23163" y="32124"/>
                  <a:pt x="23582" y="32103"/>
                </a:cubicBezTo>
                <a:cubicBezTo>
                  <a:pt x="23624" y="32103"/>
                  <a:pt x="23624" y="32082"/>
                  <a:pt x="23624" y="32020"/>
                </a:cubicBezTo>
                <a:close/>
                <a:moveTo>
                  <a:pt x="20067" y="33170"/>
                </a:moveTo>
                <a:cubicBezTo>
                  <a:pt x="20087" y="33484"/>
                  <a:pt x="20150" y="33798"/>
                  <a:pt x="20192" y="34112"/>
                </a:cubicBezTo>
                <a:lnTo>
                  <a:pt x="19878" y="33965"/>
                </a:lnTo>
                <a:cubicBezTo>
                  <a:pt x="19836" y="33945"/>
                  <a:pt x="19753" y="33882"/>
                  <a:pt x="19690" y="33861"/>
                </a:cubicBezTo>
                <a:cubicBezTo>
                  <a:pt x="19648" y="33652"/>
                  <a:pt x="19627" y="33421"/>
                  <a:pt x="19606" y="33212"/>
                </a:cubicBezTo>
                <a:lnTo>
                  <a:pt x="19606" y="33212"/>
                </a:lnTo>
                <a:cubicBezTo>
                  <a:pt x="19651" y="33227"/>
                  <a:pt x="19703" y="33234"/>
                  <a:pt x="19759" y="33234"/>
                </a:cubicBezTo>
                <a:cubicBezTo>
                  <a:pt x="19860" y="33234"/>
                  <a:pt x="19972" y="33211"/>
                  <a:pt x="20067" y="33170"/>
                </a:cubicBezTo>
                <a:close/>
                <a:moveTo>
                  <a:pt x="21134" y="33024"/>
                </a:moveTo>
                <a:lnTo>
                  <a:pt x="21134" y="33024"/>
                </a:lnTo>
                <a:cubicBezTo>
                  <a:pt x="21680" y="33056"/>
                  <a:pt x="22238" y="33100"/>
                  <a:pt x="22790" y="33100"/>
                </a:cubicBezTo>
                <a:cubicBezTo>
                  <a:pt x="22957" y="33100"/>
                  <a:pt x="23123" y="33096"/>
                  <a:pt x="23289" y="33087"/>
                </a:cubicBezTo>
                <a:lnTo>
                  <a:pt x="23289" y="33087"/>
                </a:lnTo>
                <a:cubicBezTo>
                  <a:pt x="23805" y="33995"/>
                  <a:pt x="22916" y="34740"/>
                  <a:pt x="22048" y="34740"/>
                </a:cubicBezTo>
                <a:cubicBezTo>
                  <a:pt x="22036" y="34740"/>
                  <a:pt x="22024" y="34740"/>
                  <a:pt x="22012" y="34740"/>
                </a:cubicBezTo>
                <a:cubicBezTo>
                  <a:pt x="21803" y="34740"/>
                  <a:pt x="21594" y="34698"/>
                  <a:pt x="21385" y="34635"/>
                </a:cubicBezTo>
                <a:cubicBezTo>
                  <a:pt x="21385" y="34405"/>
                  <a:pt x="21301" y="34175"/>
                  <a:pt x="21280" y="33924"/>
                </a:cubicBezTo>
                <a:cubicBezTo>
                  <a:pt x="21238" y="33631"/>
                  <a:pt x="21217" y="33317"/>
                  <a:pt x="21134" y="33024"/>
                </a:cubicBezTo>
                <a:close/>
                <a:moveTo>
                  <a:pt x="6864" y="28232"/>
                </a:moveTo>
                <a:lnTo>
                  <a:pt x="6864" y="28232"/>
                </a:lnTo>
                <a:cubicBezTo>
                  <a:pt x="7178" y="28463"/>
                  <a:pt x="7617" y="28714"/>
                  <a:pt x="8035" y="28735"/>
                </a:cubicBezTo>
                <a:cubicBezTo>
                  <a:pt x="7533" y="30116"/>
                  <a:pt x="7680" y="31852"/>
                  <a:pt x="7910" y="33254"/>
                </a:cubicBezTo>
                <a:cubicBezTo>
                  <a:pt x="8098" y="34426"/>
                  <a:pt x="8454" y="35660"/>
                  <a:pt x="8998" y="36727"/>
                </a:cubicBezTo>
                <a:cubicBezTo>
                  <a:pt x="8245" y="35598"/>
                  <a:pt x="7680" y="34384"/>
                  <a:pt x="7303" y="33066"/>
                </a:cubicBezTo>
                <a:cubicBezTo>
                  <a:pt x="6864" y="31476"/>
                  <a:pt x="6864" y="29885"/>
                  <a:pt x="6864" y="28232"/>
                </a:cubicBezTo>
                <a:close/>
                <a:moveTo>
                  <a:pt x="8140" y="29028"/>
                </a:moveTo>
                <a:lnTo>
                  <a:pt x="8224" y="29488"/>
                </a:lnTo>
                <a:cubicBezTo>
                  <a:pt x="8266" y="29718"/>
                  <a:pt x="8287" y="30011"/>
                  <a:pt x="8454" y="30199"/>
                </a:cubicBezTo>
                <a:cubicBezTo>
                  <a:pt x="8454" y="30199"/>
                  <a:pt x="8454" y="30220"/>
                  <a:pt x="8475" y="30220"/>
                </a:cubicBezTo>
                <a:cubicBezTo>
                  <a:pt x="8140" y="32585"/>
                  <a:pt x="8705" y="35137"/>
                  <a:pt x="9626" y="37313"/>
                </a:cubicBezTo>
                <a:cubicBezTo>
                  <a:pt x="8956" y="36037"/>
                  <a:pt x="8391" y="34740"/>
                  <a:pt x="8140" y="33317"/>
                </a:cubicBezTo>
                <a:cubicBezTo>
                  <a:pt x="8015" y="32522"/>
                  <a:pt x="7931" y="31706"/>
                  <a:pt x="7952" y="30932"/>
                </a:cubicBezTo>
                <a:cubicBezTo>
                  <a:pt x="7994" y="30304"/>
                  <a:pt x="8098" y="29655"/>
                  <a:pt x="8140" y="29028"/>
                </a:cubicBezTo>
                <a:close/>
                <a:moveTo>
                  <a:pt x="16614" y="37606"/>
                </a:moveTo>
                <a:cubicBezTo>
                  <a:pt x="16614" y="37606"/>
                  <a:pt x="16614" y="37615"/>
                  <a:pt x="16620" y="37622"/>
                </a:cubicBezTo>
                <a:lnTo>
                  <a:pt x="16620" y="37622"/>
                </a:lnTo>
                <a:cubicBezTo>
                  <a:pt x="16618" y="37616"/>
                  <a:pt x="16616" y="37611"/>
                  <a:pt x="16614" y="37606"/>
                </a:cubicBezTo>
                <a:close/>
                <a:moveTo>
                  <a:pt x="6634" y="30806"/>
                </a:moveTo>
                <a:cubicBezTo>
                  <a:pt x="6696" y="31643"/>
                  <a:pt x="6885" y="32459"/>
                  <a:pt x="7115" y="33254"/>
                </a:cubicBezTo>
                <a:cubicBezTo>
                  <a:pt x="7596" y="34844"/>
                  <a:pt x="8349" y="36309"/>
                  <a:pt x="9375" y="37627"/>
                </a:cubicBezTo>
                <a:cubicBezTo>
                  <a:pt x="7575" y="37460"/>
                  <a:pt x="6236" y="36560"/>
                  <a:pt x="5022" y="35221"/>
                </a:cubicBezTo>
                <a:cubicBezTo>
                  <a:pt x="4730" y="34907"/>
                  <a:pt x="4437" y="34551"/>
                  <a:pt x="4248" y="34133"/>
                </a:cubicBezTo>
                <a:cubicBezTo>
                  <a:pt x="3955" y="33484"/>
                  <a:pt x="4290" y="32982"/>
                  <a:pt x="4730" y="32522"/>
                </a:cubicBezTo>
                <a:cubicBezTo>
                  <a:pt x="5294" y="31894"/>
                  <a:pt x="5943" y="31392"/>
                  <a:pt x="6592" y="30869"/>
                </a:cubicBezTo>
                <a:cubicBezTo>
                  <a:pt x="6634" y="30848"/>
                  <a:pt x="6634" y="30827"/>
                  <a:pt x="6634" y="30806"/>
                </a:cubicBezTo>
                <a:close/>
                <a:moveTo>
                  <a:pt x="16620" y="37622"/>
                </a:moveTo>
                <a:lnTo>
                  <a:pt x="16620" y="37622"/>
                </a:lnTo>
                <a:cubicBezTo>
                  <a:pt x="16623" y="37629"/>
                  <a:pt x="16626" y="37636"/>
                  <a:pt x="16629" y="37643"/>
                </a:cubicBezTo>
                <a:lnTo>
                  <a:pt x="16629" y="37643"/>
                </a:lnTo>
                <a:cubicBezTo>
                  <a:pt x="16633" y="37641"/>
                  <a:pt x="16639" y="37639"/>
                  <a:pt x="16646" y="37639"/>
                </a:cubicBezTo>
                <a:cubicBezTo>
                  <a:pt x="16648" y="37639"/>
                  <a:pt x="16651" y="37640"/>
                  <a:pt x="16654" y="37640"/>
                </a:cubicBezTo>
                <a:lnTo>
                  <a:pt x="16654" y="37640"/>
                </a:lnTo>
                <a:cubicBezTo>
                  <a:pt x="16648" y="37636"/>
                  <a:pt x="16641" y="37631"/>
                  <a:pt x="16635" y="37627"/>
                </a:cubicBezTo>
                <a:cubicBezTo>
                  <a:pt x="16628" y="37627"/>
                  <a:pt x="16623" y="37625"/>
                  <a:pt x="16620" y="37622"/>
                </a:cubicBezTo>
                <a:close/>
                <a:moveTo>
                  <a:pt x="13290" y="35825"/>
                </a:moveTo>
                <a:cubicBezTo>
                  <a:pt x="13337" y="35825"/>
                  <a:pt x="13385" y="35826"/>
                  <a:pt x="13434" y="35828"/>
                </a:cubicBezTo>
                <a:cubicBezTo>
                  <a:pt x="14898" y="35870"/>
                  <a:pt x="15986" y="36832"/>
                  <a:pt x="16489" y="38150"/>
                </a:cubicBezTo>
                <a:cubicBezTo>
                  <a:pt x="16342" y="37960"/>
                  <a:pt x="16084" y="37872"/>
                  <a:pt x="15806" y="37872"/>
                </a:cubicBezTo>
                <a:cubicBezTo>
                  <a:pt x="15686" y="37872"/>
                  <a:pt x="15562" y="37889"/>
                  <a:pt x="15442" y="37920"/>
                </a:cubicBezTo>
                <a:cubicBezTo>
                  <a:pt x="15484" y="37836"/>
                  <a:pt x="15547" y="37753"/>
                  <a:pt x="15547" y="37648"/>
                </a:cubicBezTo>
                <a:cubicBezTo>
                  <a:pt x="15547" y="37460"/>
                  <a:pt x="15380" y="37292"/>
                  <a:pt x="15233" y="37188"/>
                </a:cubicBezTo>
                <a:cubicBezTo>
                  <a:pt x="15117" y="37106"/>
                  <a:pt x="14980" y="37063"/>
                  <a:pt x="14854" y="37063"/>
                </a:cubicBezTo>
                <a:cubicBezTo>
                  <a:pt x="14753" y="37063"/>
                  <a:pt x="14659" y="37090"/>
                  <a:pt x="14585" y="37146"/>
                </a:cubicBezTo>
                <a:cubicBezTo>
                  <a:pt x="14543" y="36832"/>
                  <a:pt x="14396" y="36518"/>
                  <a:pt x="14082" y="36414"/>
                </a:cubicBezTo>
                <a:cubicBezTo>
                  <a:pt x="14006" y="36387"/>
                  <a:pt x="13933" y="36375"/>
                  <a:pt x="13863" y="36375"/>
                </a:cubicBezTo>
                <a:cubicBezTo>
                  <a:pt x="13546" y="36375"/>
                  <a:pt x="13287" y="36621"/>
                  <a:pt x="13099" y="36895"/>
                </a:cubicBezTo>
                <a:cubicBezTo>
                  <a:pt x="12981" y="36709"/>
                  <a:pt x="12712" y="36605"/>
                  <a:pt x="12481" y="36605"/>
                </a:cubicBezTo>
                <a:cubicBezTo>
                  <a:pt x="12426" y="36605"/>
                  <a:pt x="12373" y="36611"/>
                  <a:pt x="12325" y="36623"/>
                </a:cubicBezTo>
                <a:cubicBezTo>
                  <a:pt x="11927" y="36769"/>
                  <a:pt x="11718" y="37188"/>
                  <a:pt x="11739" y="37564"/>
                </a:cubicBezTo>
                <a:cubicBezTo>
                  <a:pt x="11666" y="37535"/>
                  <a:pt x="11584" y="37522"/>
                  <a:pt x="11500" y="37522"/>
                </a:cubicBezTo>
                <a:cubicBezTo>
                  <a:pt x="11222" y="37522"/>
                  <a:pt x="10911" y="37665"/>
                  <a:pt x="10735" y="37857"/>
                </a:cubicBezTo>
                <a:cubicBezTo>
                  <a:pt x="10442" y="38171"/>
                  <a:pt x="10400" y="38590"/>
                  <a:pt x="10442" y="38987"/>
                </a:cubicBezTo>
                <a:cubicBezTo>
                  <a:pt x="10169" y="38564"/>
                  <a:pt x="9691" y="38257"/>
                  <a:pt x="9229" y="38257"/>
                </a:cubicBezTo>
                <a:cubicBezTo>
                  <a:pt x="8983" y="38257"/>
                  <a:pt x="8741" y="38344"/>
                  <a:pt x="8538" y="38548"/>
                </a:cubicBezTo>
                <a:cubicBezTo>
                  <a:pt x="8496" y="38297"/>
                  <a:pt x="8307" y="38087"/>
                  <a:pt x="8077" y="38025"/>
                </a:cubicBezTo>
                <a:cubicBezTo>
                  <a:pt x="8006" y="37997"/>
                  <a:pt x="7932" y="37984"/>
                  <a:pt x="7860" y="37984"/>
                </a:cubicBezTo>
                <a:cubicBezTo>
                  <a:pt x="7658" y="37984"/>
                  <a:pt x="7463" y="38085"/>
                  <a:pt x="7324" y="38255"/>
                </a:cubicBezTo>
                <a:cubicBezTo>
                  <a:pt x="7179" y="37921"/>
                  <a:pt x="6833" y="37598"/>
                  <a:pt x="6495" y="37598"/>
                </a:cubicBezTo>
                <a:cubicBezTo>
                  <a:pt x="6345" y="37598"/>
                  <a:pt x="6197" y="37661"/>
                  <a:pt x="6069" y="37815"/>
                </a:cubicBezTo>
                <a:cubicBezTo>
                  <a:pt x="5755" y="38171"/>
                  <a:pt x="5922" y="38715"/>
                  <a:pt x="6257" y="38987"/>
                </a:cubicBezTo>
                <a:cubicBezTo>
                  <a:pt x="6048" y="39029"/>
                  <a:pt x="5859" y="39196"/>
                  <a:pt x="5818" y="39427"/>
                </a:cubicBezTo>
                <a:cubicBezTo>
                  <a:pt x="5755" y="39657"/>
                  <a:pt x="5922" y="39908"/>
                  <a:pt x="6111" y="39950"/>
                </a:cubicBezTo>
                <a:cubicBezTo>
                  <a:pt x="6063" y="39961"/>
                  <a:pt x="6014" y="39967"/>
                  <a:pt x="5963" y="39967"/>
                </a:cubicBezTo>
                <a:cubicBezTo>
                  <a:pt x="5564" y="39967"/>
                  <a:pt x="5078" y="39631"/>
                  <a:pt x="4855" y="39427"/>
                </a:cubicBezTo>
                <a:cubicBezTo>
                  <a:pt x="4499" y="39092"/>
                  <a:pt x="4353" y="38590"/>
                  <a:pt x="4395" y="38129"/>
                </a:cubicBezTo>
                <a:cubicBezTo>
                  <a:pt x="4518" y="37281"/>
                  <a:pt x="5149" y="36851"/>
                  <a:pt x="5859" y="36851"/>
                </a:cubicBezTo>
                <a:cubicBezTo>
                  <a:pt x="5990" y="36851"/>
                  <a:pt x="6123" y="36865"/>
                  <a:pt x="6257" y="36895"/>
                </a:cubicBezTo>
                <a:cubicBezTo>
                  <a:pt x="7045" y="37477"/>
                  <a:pt x="7930" y="37877"/>
                  <a:pt x="8845" y="37877"/>
                </a:cubicBezTo>
                <a:cubicBezTo>
                  <a:pt x="9048" y="37877"/>
                  <a:pt x="9253" y="37857"/>
                  <a:pt x="9458" y="37815"/>
                </a:cubicBezTo>
                <a:cubicBezTo>
                  <a:pt x="9473" y="37830"/>
                  <a:pt x="9491" y="37837"/>
                  <a:pt x="9508" y="37837"/>
                </a:cubicBezTo>
                <a:cubicBezTo>
                  <a:pt x="9539" y="37837"/>
                  <a:pt x="9570" y="37814"/>
                  <a:pt x="9584" y="37774"/>
                </a:cubicBezTo>
                <a:cubicBezTo>
                  <a:pt x="9605" y="37815"/>
                  <a:pt x="9668" y="37815"/>
                  <a:pt x="9709" y="37815"/>
                </a:cubicBezTo>
                <a:cubicBezTo>
                  <a:pt x="9695" y="37845"/>
                  <a:pt x="9732" y="37875"/>
                  <a:pt x="9763" y="37875"/>
                </a:cubicBezTo>
                <a:cubicBezTo>
                  <a:pt x="9775" y="37875"/>
                  <a:pt x="9787" y="37870"/>
                  <a:pt x="9793" y="37857"/>
                </a:cubicBezTo>
                <a:cubicBezTo>
                  <a:pt x="10644" y="36743"/>
                  <a:pt x="11829" y="35825"/>
                  <a:pt x="13290" y="35825"/>
                </a:cubicBezTo>
                <a:close/>
                <a:moveTo>
                  <a:pt x="28197" y="37605"/>
                </a:moveTo>
                <a:cubicBezTo>
                  <a:pt x="28437" y="37605"/>
                  <a:pt x="28680" y="37652"/>
                  <a:pt x="28917" y="37753"/>
                </a:cubicBezTo>
                <a:cubicBezTo>
                  <a:pt x="29901" y="38171"/>
                  <a:pt x="30215" y="39134"/>
                  <a:pt x="30089" y="40117"/>
                </a:cubicBezTo>
                <a:cubicBezTo>
                  <a:pt x="30026" y="40012"/>
                  <a:pt x="29922" y="39929"/>
                  <a:pt x="29796" y="39866"/>
                </a:cubicBezTo>
                <a:cubicBezTo>
                  <a:pt x="29744" y="39849"/>
                  <a:pt x="29681" y="39838"/>
                  <a:pt x="29617" y="39838"/>
                </a:cubicBezTo>
                <a:cubicBezTo>
                  <a:pt x="29525" y="39838"/>
                  <a:pt x="29430" y="39859"/>
                  <a:pt x="29357" y="39908"/>
                </a:cubicBezTo>
                <a:cubicBezTo>
                  <a:pt x="29419" y="39699"/>
                  <a:pt x="29419" y="39427"/>
                  <a:pt x="29231" y="39301"/>
                </a:cubicBezTo>
                <a:cubicBezTo>
                  <a:pt x="29144" y="39246"/>
                  <a:pt x="29039" y="39215"/>
                  <a:pt x="28941" y="39215"/>
                </a:cubicBezTo>
                <a:cubicBezTo>
                  <a:pt x="28852" y="39215"/>
                  <a:pt x="28768" y="39241"/>
                  <a:pt x="28708" y="39301"/>
                </a:cubicBezTo>
                <a:cubicBezTo>
                  <a:pt x="28645" y="39092"/>
                  <a:pt x="28520" y="38924"/>
                  <a:pt x="28310" y="38883"/>
                </a:cubicBezTo>
                <a:cubicBezTo>
                  <a:pt x="28266" y="38870"/>
                  <a:pt x="28219" y="38864"/>
                  <a:pt x="28173" y="38864"/>
                </a:cubicBezTo>
                <a:cubicBezTo>
                  <a:pt x="27981" y="38864"/>
                  <a:pt x="27788" y="38965"/>
                  <a:pt x="27704" y="39134"/>
                </a:cubicBezTo>
                <a:cubicBezTo>
                  <a:pt x="27599" y="39046"/>
                  <a:pt x="27465" y="39003"/>
                  <a:pt x="27339" y="39003"/>
                </a:cubicBezTo>
                <a:cubicBezTo>
                  <a:pt x="27314" y="39003"/>
                  <a:pt x="27289" y="39005"/>
                  <a:pt x="27264" y="39008"/>
                </a:cubicBezTo>
                <a:cubicBezTo>
                  <a:pt x="27097" y="39071"/>
                  <a:pt x="26950" y="39175"/>
                  <a:pt x="26888" y="39322"/>
                </a:cubicBezTo>
                <a:cubicBezTo>
                  <a:pt x="26846" y="39280"/>
                  <a:pt x="26762" y="39238"/>
                  <a:pt x="26657" y="39217"/>
                </a:cubicBezTo>
                <a:cubicBezTo>
                  <a:pt x="26616" y="39217"/>
                  <a:pt x="26532" y="39217"/>
                  <a:pt x="26469" y="39238"/>
                </a:cubicBezTo>
                <a:cubicBezTo>
                  <a:pt x="26574" y="38987"/>
                  <a:pt x="26637" y="38694"/>
                  <a:pt x="26637" y="38401"/>
                </a:cubicBezTo>
                <a:cubicBezTo>
                  <a:pt x="27012" y="37906"/>
                  <a:pt x="27591" y="37605"/>
                  <a:pt x="28197" y="37605"/>
                </a:cubicBezTo>
                <a:close/>
                <a:moveTo>
                  <a:pt x="7319" y="0"/>
                </a:moveTo>
                <a:cubicBezTo>
                  <a:pt x="7270" y="0"/>
                  <a:pt x="7219" y="33"/>
                  <a:pt x="7219" y="90"/>
                </a:cubicBezTo>
                <a:cubicBezTo>
                  <a:pt x="7261" y="1032"/>
                  <a:pt x="7471" y="1973"/>
                  <a:pt x="7533" y="2915"/>
                </a:cubicBezTo>
                <a:cubicBezTo>
                  <a:pt x="7617" y="3752"/>
                  <a:pt x="7680" y="4610"/>
                  <a:pt x="7826" y="5447"/>
                </a:cubicBezTo>
                <a:cubicBezTo>
                  <a:pt x="7638" y="5447"/>
                  <a:pt x="7429" y="5488"/>
                  <a:pt x="7261" y="5509"/>
                </a:cubicBezTo>
                <a:cubicBezTo>
                  <a:pt x="7324" y="4610"/>
                  <a:pt x="7261" y="3731"/>
                  <a:pt x="7261" y="2873"/>
                </a:cubicBezTo>
                <a:cubicBezTo>
                  <a:pt x="7219" y="1952"/>
                  <a:pt x="7261" y="1053"/>
                  <a:pt x="7219" y="153"/>
                </a:cubicBezTo>
                <a:cubicBezTo>
                  <a:pt x="7219" y="101"/>
                  <a:pt x="7183" y="74"/>
                  <a:pt x="7146" y="74"/>
                </a:cubicBezTo>
                <a:cubicBezTo>
                  <a:pt x="7110" y="74"/>
                  <a:pt x="7073" y="101"/>
                  <a:pt x="7073" y="153"/>
                </a:cubicBezTo>
                <a:lnTo>
                  <a:pt x="7073" y="885"/>
                </a:lnTo>
                <a:cubicBezTo>
                  <a:pt x="6816" y="716"/>
                  <a:pt x="6521" y="648"/>
                  <a:pt x="6214" y="648"/>
                </a:cubicBezTo>
                <a:cubicBezTo>
                  <a:pt x="5570" y="648"/>
                  <a:pt x="4877" y="950"/>
                  <a:pt x="4395" y="1262"/>
                </a:cubicBezTo>
                <a:cubicBezTo>
                  <a:pt x="3872" y="1618"/>
                  <a:pt x="3411" y="2057"/>
                  <a:pt x="2805" y="2203"/>
                </a:cubicBezTo>
                <a:cubicBezTo>
                  <a:pt x="2659" y="2240"/>
                  <a:pt x="2517" y="2257"/>
                  <a:pt x="2377" y="2257"/>
                </a:cubicBezTo>
                <a:cubicBezTo>
                  <a:pt x="1791" y="2257"/>
                  <a:pt x="1256" y="1960"/>
                  <a:pt x="817" y="1555"/>
                </a:cubicBezTo>
                <a:cubicBezTo>
                  <a:pt x="789" y="1541"/>
                  <a:pt x="759" y="1534"/>
                  <a:pt x="730" y="1534"/>
                </a:cubicBezTo>
                <a:cubicBezTo>
                  <a:pt x="673" y="1534"/>
                  <a:pt x="622" y="1562"/>
                  <a:pt x="608" y="1618"/>
                </a:cubicBezTo>
                <a:cubicBezTo>
                  <a:pt x="315" y="2099"/>
                  <a:pt x="315" y="2789"/>
                  <a:pt x="252" y="3354"/>
                </a:cubicBezTo>
                <a:cubicBezTo>
                  <a:pt x="147" y="4149"/>
                  <a:pt x="1" y="4923"/>
                  <a:pt x="1" y="5719"/>
                </a:cubicBezTo>
                <a:cubicBezTo>
                  <a:pt x="1" y="5776"/>
                  <a:pt x="51" y="5808"/>
                  <a:pt x="100" y="5808"/>
                </a:cubicBezTo>
                <a:cubicBezTo>
                  <a:pt x="101" y="5808"/>
                  <a:pt x="102" y="5808"/>
                  <a:pt x="102" y="5808"/>
                </a:cubicBezTo>
                <a:lnTo>
                  <a:pt x="102" y="5808"/>
                </a:lnTo>
                <a:cubicBezTo>
                  <a:pt x="85" y="5831"/>
                  <a:pt x="82" y="5872"/>
                  <a:pt x="105" y="5907"/>
                </a:cubicBezTo>
                <a:cubicBezTo>
                  <a:pt x="571" y="6310"/>
                  <a:pt x="1196" y="6493"/>
                  <a:pt x="1820" y="6493"/>
                </a:cubicBezTo>
                <a:cubicBezTo>
                  <a:pt x="2234" y="6493"/>
                  <a:pt x="2647" y="6413"/>
                  <a:pt x="3014" y="6263"/>
                </a:cubicBezTo>
                <a:cubicBezTo>
                  <a:pt x="4236" y="5793"/>
                  <a:pt x="5171" y="4494"/>
                  <a:pt x="6517" y="4494"/>
                </a:cubicBezTo>
                <a:cubicBezTo>
                  <a:pt x="6669" y="4494"/>
                  <a:pt x="6826" y="4511"/>
                  <a:pt x="6989" y="4547"/>
                </a:cubicBezTo>
                <a:lnTo>
                  <a:pt x="7052" y="4547"/>
                </a:lnTo>
                <a:cubicBezTo>
                  <a:pt x="7052" y="4882"/>
                  <a:pt x="7073" y="5196"/>
                  <a:pt x="7094" y="5530"/>
                </a:cubicBezTo>
                <a:cubicBezTo>
                  <a:pt x="6885" y="5593"/>
                  <a:pt x="6675" y="5656"/>
                  <a:pt x="6529" y="5719"/>
                </a:cubicBezTo>
                <a:cubicBezTo>
                  <a:pt x="6027" y="5949"/>
                  <a:pt x="5943" y="6597"/>
                  <a:pt x="6383" y="6953"/>
                </a:cubicBezTo>
                <a:cubicBezTo>
                  <a:pt x="6474" y="7018"/>
                  <a:pt x="6721" y="7092"/>
                  <a:pt x="6919" y="7092"/>
                </a:cubicBezTo>
                <a:cubicBezTo>
                  <a:pt x="7037" y="7092"/>
                  <a:pt x="7138" y="7066"/>
                  <a:pt x="7178" y="6995"/>
                </a:cubicBezTo>
                <a:cubicBezTo>
                  <a:pt x="7178" y="7204"/>
                  <a:pt x="7199" y="7392"/>
                  <a:pt x="7199" y="7581"/>
                </a:cubicBezTo>
                <a:lnTo>
                  <a:pt x="7199" y="7602"/>
                </a:lnTo>
                <a:cubicBezTo>
                  <a:pt x="5943" y="8104"/>
                  <a:pt x="4646" y="8543"/>
                  <a:pt x="3432" y="9150"/>
                </a:cubicBezTo>
                <a:cubicBezTo>
                  <a:pt x="3411" y="9108"/>
                  <a:pt x="3390" y="9108"/>
                  <a:pt x="3349" y="9108"/>
                </a:cubicBezTo>
                <a:cubicBezTo>
                  <a:pt x="3223" y="9150"/>
                  <a:pt x="3181" y="9297"/>
                  <a:pt x="3181" y="9422"/>
                </a:cubicBezTo>
                <a:cubicBezTo>
                  <a:pt x="3181" y="9506"/>
                  <a:pt x="3202" y="9569"/>
                  <a:pt x="3223" y="9610"/>
                </a:cubicBezTo>
                <a:cubicBezTo>
                  <a:pt x="3202" y="9610"/>
                  <a:pt x="3202" y="9631"/>
                  <a:pt x="3181" y="9673"/>
                </a:cubicBezTo>
                <a:cubicBezTo>
                  <a:pt x="2156" y="11201"/>
                  <a:pt x="1549" y="12979"/>
                  <a:pt x="1507" y="14841"/>
                </a:cubicBezTo>
                <a:cubicBezTo>
                  <a:pt x="1445" y="16536"/>
                  <a:pt x="1779" y="18587"/>
                  <a:pt x="3035" y="19821"/>
                </a:cubicBezTo>
                <a:cubicBezTo>
                  <a:pt x="3047" y="19829"/>
                  <a:pt x="3060" y="19833"/>
                  <a:pt x="3074" y="19833"/>
                </a:cubicBezTo>
                <a:cubicBezTo>
                  <a:pt x="3131" y="19833"/>
                  <a:pt x="3190" y="19771"/>
                  <a:pt x="3139" y="19737"/>
                </a:cubicBezTo>
                <a:cubicBezTo>
                  <a:pt x="3139" y="19737"/>
                  <a:pt x="3139" y="19716"/>
                  <a:pt x="3118" y="19716"/>
                </a:cubicBezTo>
                <a:cubicBezTo>
                  <a:pt x="4290" y="18064"/>
                  <a:pt x="6152" y="17017"/>
                  <a:pt x="8098" y="16390"/>
                </a:cubicBezTo>
                <a:lnTo>
                  <a:pt x="8098" y="16390"/>
                </a:lnTo>
                <a:cubicBezTo>
                  <a:pt x="8035" y="17248"/>
                  <a:pt x="8015" y="18084"/>
                  <a:pt x="8015" y="18942"/>
                </a:cubicBezTo>
                <a:cubicBezTo>
                  <a:pt x="6257" y="19361"/>
                  <a:pt x="4458" y="19779"/>
                  <a:pt x="2930" y="20679"/>
                </a:cubicBezTo>
                <a:lnTo>
                  <a:pt x="2909" y="20658"/>
                </a:lnTo>
                <a:cubicBezTo>
                  <a:pt x="2896" y="20655"/>
                  <a:pt x="2882" y="20654"/>
                  <a:pt x="2870" y="20654"/>
                </a:cubicBezTo>
                <a:cubicBezTo>
                  <a:pt x="2690" y="20654"/>
                  <a:pt x="2620" y="20920"/>
                  <a:pt x="2679" y="21077"/>
                </a:cubicBezTo>
                <a:cubicBezTo>
                  <a:pt x="2700" y="21118"/>
                  <a:pt x="2763" y="21181"/>
                  <a:pt x="2805" y="21223"/>
                </a:cubicBezTo>
                <a:cubicBezTo>
                  <a:pt x="608" y="24048"/>
                  <a:pt x="1152" y="28191"/>
                  <a:pt x="3495" y="30764"/>
                </a:cubicBezTo>
                <a:cubicBezTo>
                  <a:pt x="3517" y="30800"/>
                  <a:pt x="3553" y="30816"/>
                  <a:pt x="3591" y="30816"/>
                </a:cubicBezTo>
                <a:cubicBezTo>
                  <a:pt x="3665" y="30816"/>
                  <a:pt x="3746" y="30756"/>
                  <a:pt x="3746" y="30660"/>
                </a:cubicBezTo>
                <a:cubicBezTo>
                  <a:pt x="3704" y="28002"/>
                  <a:pt x="6111" y="26831"/>
                  <a:pt x="8433" y="26579"/>
                </a:cubicBezTo>
                <a:lnTo>
                  <a:pt x="8433" y="26579"/>
                </a:lnTo>
                <a:cubicBezTo>
                  <a:pt x="8370" y="27688"/>
                  <a:pt x="8433" y="28776"/>
                  <a:pt x="8517" y="29885"/>
                </a:cubicBezTo>
                <a:cubicBezTo>
                  <a:pt x="8475" y="29718"/>
                  <a:pt x="8412" y="29572"/>
                  <a:pt x="8349" y="29404"/>
                </a:cubicBezTo>
                <a:cubicBezTo>
                  <a:pt x="8266" y="29153"/>
                  <a:pt x="8203" y="28923"/>
                  <a:pt x="8119" y="28651"/>
                </a:cubicBezTo>
                <a:cubicBezTo>
                  <a:pt x="8119" y="28630"/>
                  <a:pt x="8098" y="28630"/>
                  <a:pt x="8098" y="28630"/>
                </a:cubicBezTo>
                <a:lnTo>
                  <a:pt x="8098" y="28567"/>
                </a:lnTo>
                <a:cubicBezTo>
                  <a:pt x="8098" y="28546"/>
                  <a:pt x="8056" y="28525"/>
                  <a:pt x="8035" y="28525"/>
                </a:cubicBezTo>
                <a:lnTo>
                  <a:pt x="8015" y="28525"/>
                </a:lnTo>
                <a:cubicBezTo>
                  <a:pt x="7826" y="28421"/>
                  <a:pt x="7617" y="28358"/>
                  <a:pt x="7429" y="28295"/>
                </a:cubicBezTo>
                <a:cubicBezTo>
                  <a:pt x="7219" y="28211"/>
                  <a:pt x="7052" y="28107"/>
                  <a:pt x="6864" y="28023"/>
                </a:cubicBezTo>
                <a:cubicBezTo>
                  <a:pt x="6848" y="28018"/>
                  <a:pt x="6834" y="28015"/>
                  <a:pt x="6821" y="28015"/>
                </a:cubicBezTo>
                <a:cubicBezTo>
                  <a:pt x="6781" y="28015"/>
                  <a:pt x="6754" y="28039"/>
                  <a:pt x="6738" y="28086"/>
                </a:cubicBezTo>
                <a:cubicBezTo>
                  <a:pt x="6696" y="28086"/>
                  <a:pt x="6655" y="28086"/>
                  <a:pt x="6655" y="28107"/>
                </a:cubicBezTo>
                <a:cubicBezTo>
                  <a:pt x="6466" y="28944"/>
                  <a:pt x="6445" y="29823"/>
                  <a:pt x="6550" y="30701"/>
                </a:cubicBezTo>
                <a:cubicBezTo>
                  <a:pt x="6535" y="30641"/>
                  <a:pt x="6488" y="30592"/>
                  <a:pt x="6431" y="30592"/>
                </a:cubicBezTo>
                <a:cubicBezTo>
                  <a:pt x="6409" y="30592"/>
                  <a:pt x="6385" y="30600"/>
                  <a:pt x="6362" y="30618"/>
                </a:cubicBezTo>
                <a:cubicBezTo>
                  <a:pt x="5504" y="31141"/>
                  <a:pt x="4562" y="31915"/>
                  <a:pt x="4018" y="32752"/>
                </a:cubicBezTo>
                <a:cubicBezTo>
                  <a:pt x="3516" y="33526"/>
                  <a:pt x="3746" y="34217"/>
                  <a:pt x="4290" y="34886"/>
                </a:cubicBezTo>
                <a:cubicBezTo>
                  <a:pt x="4709" y="35409"/>
                  <a:pt x="5232" y="35974"/>
                  <a:pt x="5818" y="36476"/>
                </a:cubicBezTo>
                <a:cubicBezTo>
                  <a:pt x="5807" y="36476"/>
                  <a:pt x="5795" y="36476"/>
                  <a:pt x="5784" y="36476"/>
                </a:cubicBezTo>
                <a:cubicBezTo>
                  <a:pt x="4938" y="36476"/>
                  <a:pt x="4123" y="37263"/>
                  <a:pt x="4123" y="38234"/>
                </a:cubicBezTo>
                <a:cubicBezTo>
                  <a:pt x="4123" y="38862"/>
                  <a:pt x="4458" y="39427"/>
                  <a:pt x="4981" y="39803"/>
                </a:cubicBezTo>
                <a:cubicBezTo>
                  <a:pt x="5191" y="39944"/>
                  <a:pt x="5638" y="40178"/>
                  <a:pt x="5984" y="40178"/>
                </a:cubicBezTo>
                <a:cubicBezTo>
                  <a:pt x="6154" y="40178"/>
                  <a:pt x="6300" y="40122"/>
                  <a:pt x="6383" y="39971"/>
                </a:cubicBezTo>
                <a:cubicBezTo>
                  <a:pt x="6403" y="39950"/>
                  <a:pt x="6403" y="39929"/>
                  <a:pt x="6383" y="39908"/>
                </a:cubicBezTo>
                <a:cubicBezTo>
                  <a:pt x="6403" y="39908"/>
                  <a:pt x="6403" y="39866"/>
                  <a:pt x="6445" y="39866"/>
                </a:cubicBezTo>
                <a:cubicBezTo>
                  <a:pt x="6487" y="39845"/>
                  <a:pt x="6466" y="39740"/>
                  <a:pt x="6403" y="39740"/>
                </a:cubicBezTo>
                <a:cubicBezTo>
                  <a:pt x="6391" y="39742"/>
                  <a:pt x="6379" y="39742"/>
                  <a:pt x="6367" y="39742"/>
                </a:cubicBezTo>
                <a:cubicBezTo>
                  <a:pt x="6185" y="39742"/>
                  <a:pt x="5968" y="39600"/>
                  <a:pt x="6027" y="39385"/>
                </a:cubicBezTo>
                <a:cubicBezTo>
                  <a:pt x="6048" y="39238"/>
                  <a:pt x="6131" y="39134"/>
                  <a:pt x="6257" y="39113"/>
                </a:cubicBezTo>
                <a:cubicBezTo>
                  <a:pt x="6305" y="39097"/>
                  <a:pt x="6353" y="39090"/>
                  <a:pt x="6402" y="39090"/>
                </a:cubicBezTo>
                <a:cubicBezTo>
                  <a:pt x="6481" y="39090"/>
                  <a:pt x="6564" y="39108"/>
                  <a:pt x="6655" y="39134"/>
                </a:cubicBezTo>
                <a:cubicBezTo>
                  <a:pt x="6662" y="39141"/>
                  <a:pt x="6669" y="39145"/>
                  <a:pt x="6676" y="39145"/>
                </a:cubicBezTo>
                <a:cubicBezTo>
                  <a:pt x="6703" y="39145"/>
                  <a:pt x="6713" y="39080"/>
                  <a:pt x="6696" y="39029"/>
                </a:cubicBezTo>
                <a:cubicBezTo>
                  <a:pt x="6675" y="39008"/>
                  <a:pt x="6655" y="39008"/>
                  <a:pt x="6634" y="38987"/>
                </a:cubicBezTo>
                <a:lnTo>
                  <a:pt x="6592" y="38966"/>
                </a:lnTo>
                <a:cubicBezTo>
                  <a:pt x="6236" y="38778"/>
                  <a:pt x="5943" y="38339"/>
                  <a:pt x="6173" y="37941"/>
                </a:cubicBezTo>
                <a:cubicBezTo>
                  <a:pt x="6253" y="37811"/>
                  <a:pt x="6367" y="37758"/>
                  <a:pt x="6486" y="37758"/>
                </a:cubicBezTo>
                <a:cubicBezTo>
                  <a:pt x="6617" y="37758"/>
                  <a:pt x="6754" y="37822"/>
                  <a:pt x="6864" y="37920"/>
                </a:cubicBezTo>
                <a:cubicBezTo>
                  <a:pt x="7010" y="38046"/>
                  <a:pt x="7073" y="38255"/>
                  <a:pt x="7199" y="38401"/>
                </a:cubicBezTo>
                <a:cubicBezTo>
                  <a:pt x="7218" y="38420"/>
                  <a:pt x="7237" y="38428"/>
                  <a:pt x="7254" y="38428"/>
                </a:cubicBezTo>
                <a:cubicBezTo>
                  <a:pt x="7294" y="38428"/>
                  <a:pt x="7324" y="38389"/>
                  <a:pt x="7324" y="38359"/>
                </a:cubicBezTo>
                <a:cubicBezTo>
                  <a:pt x="7345" y="38359"/>
                  <a:pt x="7345" y="38359"/>
                  <a:pt x="7387" y="38339"/>
                </a:cubicBezTo>
                <a:cubicBezTo>
                  <a:pt x="7525" y="38216"/>
                  <a:pt x="7685" y="38138"/>
                  <a:pt x="7851" y="38138"/>
                </a:cubicBezTo>
                <a:cubicBezTo>
                  <a:pt x="7912" y="38138"/>
                  <a:pt x="7974" y="38149"/>
                  <a:pt x="8035" y="38171"/>
                </a:cubicBezTo>
                <a:cubicBezTo>
                  <a:pt x="8245" y="38276"/>
                  <a:pt x="8307" y="38464"/>
                  <a:pt x="8433" y="38652"/>
                </a:cubicBezTo>
                <a:cubicBezTo>
                  <a:pt x="8443" y="38663"/>
                  <a:pt x="8459" y="38668"/>
                  <a:pt x="8477" y="38668"/>
                </a:cubicBezTo>
                <a:cubicBezTo>
                  <a:pt x="8496" y="38668"/>
                  <a:pt x="8517" y="38663"/>
                  <a:pt x="8538" y="38652"/>
                </a:cubicBezTo>
                <a:cubicBezTo>
                  <a:pt x="8753" y="38545"/>
                  <a:pt x="9003" y="38471"/>
                  <a:pt x="9252" y="38471"/>
                </a:cubicBezTo>
                <a:cubicBezTo>
                  <a:pt x="9438" y="38471"/>
                  <a:pt x="9623" y="38512"/>
                  <a:pt x="9793" y="38611"/>
                </a:cubicBezTo>
                <a:cubicBezTo>
                  <a:pt x="10149" y="38820"/>
                  <a:pt x="10316" y="39196"/>
                  <a:pt x="10525" y="39510"/>
                </a:cubicBezTo>
                <a:cubicBezTo>
                  <a:pt x="10536" y="39531"/>
                  <a:pt x="10552" y="39542"/>
                  <a:pt x="10570" y="39542"/>
                </a:cubicBezTo>
                <a:cubicBezTo>
                  <a:pt x="10588" y="39542"/>
                  <a:pt x="10609" y="39531"/>
                  <a:pt x="10630" y="39510"/>
                </a:cubicBezTo>
                <a:cubicBezTo>
                  <a:pt x="10635" y="39515"/>
                  <a:pt x="10642" y="39518"/>
                  <a:pt x="10649" y="39518"/>
                </a:cubicBezTo>
                <a:cubicBezTo>
                  <a:pt x="10669" y="39518"/>
                  <a:pt x="10693" y="39495"/>
                  <a:pt x="10693" y="39447"/>
                </a:cubicBezTo>
                <a:cubicBezTo>
                  <a:pt x="10651" y="39071"/>
                  <a:pt x="10567" y="38611"/>
                  <a:pt x="10735" y="38255"/>
                </a:cubicBezTo>
                <a:cubicBezTo>
                  <a:pt x="10797" y="38046"/>
                  <a:pt x="10965" y="37857"/>
                  <a:pt x="11174" y="37753"/>
                </a:cubicBezTo>
                <a:cubicBezTo>
                  <a:pt x="11267" y="37713"/>
                  <a:pt x="11348" y="37696"/>
                  <a:pt x="11423" y="37696"/>
                </a:cubicBezTo>
                <a:cubicBezTo>
                  <a:pt x="11584" y="37696"/>
                  <a:pt x="11721" y="37772"/>
                  <a:pt x="11906" y="37857"/>
                </a:cubicBezTo>
                <a:cubicBezTo>
                  <a:pt x="11921" y="37861"/>
                  <a:pt x="11934" y="37863"/>
                  <a:pt x="11947" y="37863"/>
                </a:cubicBezTo>
                <a:cubicBezTo>
                  <a:pt x="12009" y="37863"/>
                  <a:pt x="12046" y="37822"/>
                  <a:pt x="12011" y="37753"/>
                </a:cubicBezTo>
                <a:cubicBezTo>
                  <a:pt x="11990" y="37732"/>
                  <a:pt x="11948" y="37711"/>
                  <a:pt x="11927" y="37648"/>
                </a:cubicBezTo>
                <a:cubicBezTo>
                  <a:pt x="11927" y="37334"/>
                  <a:pt x="11990" y="37020"/>
                  <a:pt x="12262" y="36832"/>
                </a:cubicBezTo>
                <a:cubicBezTo>
                  <a:pt x="12358" y="36779"/>
                  <a:pt x="12446" y="36755"/>
                  <a:pt x="12526" y="36755"/>
                </a:cubicBezTo>
                <a:cubicBezTo>
                  <a:pt x="12760" y="36755"/>
                  <a:pt x="12927" y="36954"/>
                  <a:pt x="13036" y="37188"/>
                </a:cubicBezTo>
                <a:cubicBezTo>
                  <a:pt x="13044" y="37203"/>
                  <a:pt x="13059" y="37209"/>
                  <a:pt x="13077" y="37209"/>
                </a:cubicBezTo>
                <a:cubicBezTo>
                  <a:pt x="13109" y="37209"/>
                  <a:pt x="13148" y="37186"/>
                  <a:pt x="13162" y="37146"/>
                </a:cubicBezTo>
                <a:lnTo>
                  <a:pt x="13162" y="37020"/>
                </a:lnTo>
                <a:cubicBezTo>
                  <a:pt x="13311" y="36789"/>
                  <a:pt x="13551" y="36518"/>
                  <a:pt x="13821" y="36518"/>
                </a:cubicBezTo>
                <a:cubicBezTo>
                  <a:pt x="13892" y="36518"/>
                  <a:pt x="13966" y="36537"/>
                  <a:pt x="14041" y="36581"/>
                </a:cubicBezTo>
                <a:cubicBezTo>
                  <a:pt x="14354" y="36790"/>
                  <a:pt x="14313" y="37146"/>
                  <a:pt x="14396" y="37502"/>
                </a:cubicBezTo>
                <a:cubicBezTo>
                  <a:pt x="14406" y="37530"/>
                  <a:pt x="14432" y="37541"/>
                  <a:pt x="14460" y="37541"/>
                </a:cubicBezTo>
                <a:cubicBezTo>
                  <a:pt x="14495" y="37541"/>
                  <a:pt x="14531" y="37525"/>
                  <a:pt x="14543" y="37502"/>
                </a:cubicBezTo>
                <a:cubicBezTo>
                  <a:pt x="14543" y="37460"/>
                  <a:pt x="14564" y="37439"/>
                  <a:pt x="14564" y="37418"/>
                </a:cubicBezTo>
                <a:cubicBezTo>
                  <a:pt x="14623" y="37265"/>
                  <a:pt x="14738" y="37202"/>
                  <a:pt x="14860" y="37202"/>
                </a:cubicBezTo>
                <a:cubicBezTo>
                  <a:pt x="15039" y="37202"/>
                  <a:pt x="15234" y="37336"/>
                  <a:pt x="15296" y="37522"/>
                </a:cubicBezTo>
                <a:cubicBezTo>
                  <a:pt x="15359" y="37711"/>
                  <a:pt x="15129" y="37815"/>
                  <a:pt x="15150" y="37983"/>
                </a:cubicBezTo>
                <a:cubicBezTo>
                  <a:pt x="15129" y="38025"/>
                  <a:pt x="15087" y="38025"/>
                  <a:pt x="15066" y="38046"/>
                </a:cubicBezTo>
                <a:cubicBezTo>
                  <a:pt x="14974" y="38119"/>
                  <a:pt x="15060" y="38241"/>
                  <a:pt x="15153" y="38241"/>
                </a:cubicBezTo>
                <a:cubicBezTo>
                  <a:pt x="15166" y="38241"/>
                  <a:pt x="15179" y="38239"/>
                  <a:pt x="15191" y="38234"/>
                </a:cubicBezTo>
                <a:cubicBezTo>
                  <a:pt x="15372" y="38124"/>
                  <a:pt x="15561" y="38073"/>
                  <a:pt x="15744" y="38073"/>
                </a:cubicBezTo>
                <a:cubicBezTo>
                  <a:pt x="16051" y="38073"/>
                  <a:pt x="16342" y="38215"/>
                  <a:pt x="16551" y="38464"/>
                </a:cubicBezTo>
                <a:cubicBezTo>
                  <a:pt x="16574" y="38492"/>
                  <a:pt x="16602" y="38503"/>
                  <a:pt x="16630" y="38503"/>
                </a:cubicBezTo>
                <a:cubicBezTo>
                  <a:pt x="16708" y="38503"/>
                  <a:pt x="16786" y="38415"/>
                  <a:pt x="16740" y="38339"/>
                </a:cubicBezTo>
                <a:cubicBezTo>
                  <a:pt x="16761" y="38297"/>
                  <a:pt x="16802" y="38276"/>
                  <a:pt x="16802" y="38234"/>
                </a:cubicBezTo>
                <a:cubicBezTo>
                  <a:pt x="16763" y="38037"/>
                  <a:pt x="16705" y="37840"/>
                  <a:pt x="16629" y="37643"/>
                </a:cubicBezTo>
                <a:lnTo>
                  <a:pt x="16629" y="37643"/>
                </a:lnTo>
                <a:cubicBezTo>
                  <a:pt x="16619" y="37649"/>
                  <a:pt x="16614" y="37659"/>
                  <a:pt x="16614" y="37669"/>
                </a:cubicBezTo>
                <a:cubicBezTo>
                  <a:pt x="16154" y="36560"/>
                  <a:pt x="15045" y="35723"/>
                  <a:pt x="13810" y="35577"/>
                </a:cubicBezTo>
                <a:cubicBezTo>
                  <a:pt x="13677" y="35562"/>
                  <a:pt x="13543" y="35555"/>
                  <a:pt x="13411" y="35555"/>
                </a:cubicBezTo>
                <a:cubicBezTo>
                  <a:pt x="11992" y="35555"/>
                  <a:pt x="10684" y="36357"/>
                  <a:pt x="9919" y="37543"/>
                </a:cubicBezTo>
                <a:lnTo>
                  <a:pt x="9919" y="37502"/>
                </a:lnTo>
                <a:cubicBezTo>
                  <a:pt x="9416" y="36351"/>
                  <a:pt x="9061" y="35116"/>
                  <a:pt x="8852" y="33861"/>
                </a:cubicBezTo>
                <a:cubicBezTo>
                  <a:pt x="8663" y="32710"/>
                  <a:pt x="8663" y="31580"/>
                  <a:pt x="8642" y="30429"/>
                </a:cubicBezTo>
                <a:lnTo>
                  <a:pt x="8642" y="30429"/>
                </a:lnTo>
                <a:cubicBezTo>
                  <a:pt x="10400" y="30660"/>
                  <a:pt x="12095" y="30827"/>
                  <a:pt x="13810" y="31371"/>
                </a:cubicBezTo>
                <a:cubicBezTo>
                  <a:pt x="15547" y="31915"/>
                  <a:pt x="17116" y="32752"/>
                  <a:pt x="18686" y="33631"/>
                </a:cubicBezTo>
                <a:cubicBezTo>
                  <a:pt x="19648" y="34186"/>
                  <a:pt x="20890" y="35036"/>
                  <a:pt x="22090" y="35036"/>
                </a:cubicBezTo>
                <a:cubicBezTo>
                  <a:pt x="22247" y="35036"/>
                  <a:pt x="22402" y="35022"/>
                  <a:pt x="22556" y="34991"/>
                </a:cubicBezTo>
                <a:cubicBezTo>
                  <a:pt x="23456" y="34781"/>
                  <a:pt x="24168" y="33777"/>
                  <a:pt x="23561" y="32961"/>
                </a:cubicBezTo>
                <a:lnTo>
                  <a:pt x="23561" y="32961"/>
                </a:lnTo>
                <a:cubicBezTo>
                  <a:pt x="24816" y="33526"/>
                  <a:pt x="26113" y="33986"/>
                  <a:pt x="27369" y="34509"/>
                </a:cubicBezTo>
                <a:cubicBezTo>
                  <a:pt x="27327" y="34530"/>
                  <a:pt x="27306" y="34572"/>
                  <a:pt x="27306" y="34614"/>
                </a:cubicBezTo>
                <a:cubicBezTo>
                  <a:pt x="27264" y="35137"/>
                  <a:pt x="27306" y="35660"/>
                  <a:pt x="27306" y="36183"/>
                </a:cubicBezTo>
                <a:lnTo>
                  <a:pt x="27306" y="36581"/>
                </a:lnTo>
                <a:cubicBezTo>
                  <a:pt x="27202" y="36686"/>
                  <a:pt x="27076" y="36727"/>
                  <a:pt x="26950" y="36790"/>
                </a:cubicBezTo>
                <a:cubicBezTo>
                  <a:pt x="26762" y="36853"/>
                  <a:pt x="26595" y="36895"/>
                  <a:pt x="26448" y="37020"/>
                </a:cubicBezTo>
                <a:cubicBezTo>
                  <a:pt x="26427" y="37041"/>
                  <a:pt x="26385" y="37083"/>
                  <a:pt x="26385" y="37104"/>
                </a:cubicBezTo>
                <a:cubicBezTo>
                  <a:pt x="26344" y="37104"/>
                  <a:pt x="26323" y="37146"/>
                  <a:pt x="26323" y="37209"/>
                </a:cubicBezTo>
                <a:cubicBezTo>
                  <a:pt x="26427" y="38255"/>
                  <a:pt x="26469" y="39489"/>
                  <a:pt x="25402" y="40012"/>
                </a:cubicBezTo>
                <a:cubicBezTo>
                  <a:pt x="24978" y="40215"/>
                  <a:pt x="24478" y="40289"/>
                  <a:pt x="23968" y="40289"/>
                </a:cubicBezTo>
                <a:cubicBezTo>
                  <a:pt x="23371" y="40289"/>
                  <a:pt x="22761" y="40188"/>
                  <a:pt x="22243" y="40075"/>
                </a:cubicBezTo>
                <a:cubicBezTo>
                  <a:pt x="20213" y="39636"/>
                  <a:pt x="18497" y="38548"/>
                  <a:pt x="16677" y="37648"/>
                </a:cubicBezTo>
                <a:cubicBezTo>
                  <a:pt x="16668" y="37644"/>
                  <a:pt x="16661" y="37641"/>
                  <a:pt x="16654" y="37640"/>
                </a:cubicBezTo>
                <a:lnTo>
                  <a:pt x="16654" y="37640"/>
                </a:lnTo>
                <a:cubicBezTo>
                  <a:pt x="18617" y="38995"/>
                  <a:pt x="20932" y="40243"/>
                  <a:pt x="23331" y="40431"/>
                </a:cubicBezTo>
                <a:cubicBezTo>
                  <a:pt x="23573" y="40448"/>
                  <a:pt x="23833" y="40463"/>
                  <a:pt x="24097" y="40463"/>
                </a:cubicBezTo>
                <a:cubicBezTo>
                  <a:pt x="24815" y="40463"/>
                  <a:pt x="25561" y="40350"/>
                  <a:pt x="26051" y="39845"/>
                </a:cubicBezTo>
                <a:cubicBezTo>
                  <a:pt x="26155" y="39740"/>
                  <a:pt x="26239" y="39636"/>
                  <a:pt x="26323" y="39510"/>
                </a:cubicBezTo>
                <a:lnTo>
                  <a:pt x="26365" y="39510"/>
                </a:lnTo>
                <a:cubicBezTo>
                  <a:pt x="26469" y="39447"/>
                  <a:pt x="26490" y="39343"/>
                  <a:pt x="26595" y="39322"/>
                </a:cubicBezTo>
                <a:cubicBezTo>
                  <a:pt x="26613" y="39318"/>
                  <a:pt x="26630" y="39317"/>
                  <a:pt x="26647" y="39317"/>
                </a:cubicBezTo>
                <a:cubicBezTo>
                  <a:pt x="26727" y="39317"/>
                  <a:pt x="26794" y="39357"/>
                  <a:pt x="26846" y="39427"/>
                </a:cubicBezTo>
                <a:lnTo>
                  <a:pt x="26846" y="39447"/>
                </a:lnTo>
                <a:cubicBezTo>
                  <a:pt x="26846" y="39489"/>
                  <a:pt x="26867" y="39510"/>
                  <a:pt x="26888" y="39531"/>
                </a:cubicBezTo>
                <a:cubicBezTo>
                  <a:pt x="26895" y="39553"/>
                  <a:pt x="26910" y="39562"/>
                  <a:pt x="26926" y="39562"/>
                </a:cubicBezTo>
                <a:cubicBezTo>
                  <a:pt x="26957" y="39562"/>
                  <a:pt x="26992" y="39530"/>
                  <a:pt x="26992" y="39489"/>
                </a:cubicBezTo>
                <a:lnTo>
                  <a:pt x="26992" y="39447"/>
                </a:lnTo>
                <a:cubicBezTo>
                  <a:pt x="27013" y="39322"/>
                  <a:pt x="27097" y="39175"/>
                  <a:pt x="27222" y="39113"/>
                </a:cubicBezTo>
                <a:cubicBezTo>
                  <a:pt x="27269" y="39099"/>
                  <a:pt x="27315" y="39092"/>
                  <a:pt x="27360" y="39092"/>
                </a:cubicBezTo>
                <a:cubicBezTo>
                  <a:pt x="27457" y="39092"/>
                  <a:pt x="27548" y="39125"/>
                  <a:pt x="27620" y="39196"/>
                </a:cubicBezTo>
                <a:lnTo>
                  <a:pt x="27620" y="39217"/>
                </a:lnTo>
                <a:cubicBezTo>
                  <a:pt x="27620" y="39264"/>
                  <a:pt x="27655" y="39288"/>
                  <a:pt x="27682" y="39288"/>
                </a:cubicBezTo>
                <a:cubicBezTo>
                  <a:pt x="27691" y="39288"/>
                  <a:pt x="27698" y="39285"/>
                  <a:pt x="27704" y="39280"/>
                </a:cubicBezTo>
                <a:cubicBezTo>
                  <a:pt x="27714" y="39285"/>
                  <a:pt x="27726" y="39288"/>
                  <a:pt x="27737" y="39288"/>
                </a:cubicBezTo>
                <a:cubicBezTo>
                  <a:pt x="27772" y="39288"/>
                  <a:pt x="27803" y="39264"/>
                  <a:pt x="27787" y="39217"/>
                </a:cubicBezTo>
                <a:cubicBezTo>
                  <a:pt x="27787" y="39217"/>
                  <a:pt x="27787" y="39196"/>
                  <a:pt x="27746" y="39196"/>
                </a:cubicBezTo>
                <a:cubicBezTo>
                  <a:pt x="27831" y="39059"/>
                  <a:pt x="27960" y="38950"/>
                  <a:pt x="28118" y="38950"/>
                </a:cubicBezTo>
                <a:cubicBezTo>
                  <a:pt x="28153" y="38950"/>
                  <a:pt x="28189" y="38955"/>
                  <a:pt x="28227" y="38966"/>
                </a:cubicBezTo>
                <a:cubicBezTo>
                  <a:pt x="28457" y="39008"/>
                  <a:pt x="28582" y="39238"/>
                  <a:pt x="28562" y="39447"/>
                </a:cubicBezTo>
                <a:cubicBezTo>
                  <a:pt x="28562" y="39481"/>
                  <a:pt x="28586" y="39503"/>
                  <a:pt x="28611" y="39503"/>
                </a:cubicBezTo>
                <a:cubicBezTo>
                  <a:pt x="28633" y="39503"/>
                  <a:pt x="28656" y="39486"/>
                  <a:pt x="28666" y="39447"/>
                </a:cubicBezTo>
                <a:lnTo>
                  <a:pt x="28666" y="39406"/>
                </a:lnTo>
                <a:cubicBezTo>
                  <a:pt x="28730" y="39329"/>
                  <a:pt x="28833" y="39284"/>
                  <a:pt x="28932" y="39284"/>
                </a:cubicBezTo>
                <a:cubicBezTo>
                  <a:pt x="28995" y="39284"/>
                  <a:pt x="29057" y="39302"/>
                  <a:pt x="29106" y="39343"/>
                </a:cubicBezTo>
                <a:cubicBezTo>
                  <a:pt x="29294" y="39510"/>
                  <a:pt x="29252" y="39803"/>
                  <a:pt x="29147" y="39950"/>
                </a:cubicBezTo>
                <a:lnTo>
                  <a:pt x="29147" y="40012"/>
                </a:lnTo>
                <a:cubicBezTo>
                  <a:pt x="29147" y="40054"/>
                  <a:pt x="29168" y="40075"/>
                  <a:pt x="29210" y="40075"/>
                </a:cubicBezTo>
                <a:cubicBezTo>
                  <a:pt x="29363" y="40037"/>
                  <a:pt x="29463" y="39947"/>
                  <a:pt x="29622" y="39947"/>
                </a:cubicBezTo>
                <a:cubicBezTo>
                  <a:pt x="29638" y="39947"/>
                  <a:pt x="29654" y="39948"/>
                  <a:pt x="29670" y="39950"/>
                </a:cubicBezTo>
                <a:cubicBezTo>
                  <a:pt x="29880" y="40012"/>
                  <a:pt x="30005" y="40180"/>
                  <a:pt x="30005" y="40389"/>
                </a:cubicBezTo>
                <a:cubicBezTo>
                  <a:pt x="30005" y="40431"/>
                  <a:pt x="30031" y="40452"/>
                  <a:pt x="30058" y="40452"/>
                </a:cubicBezTo>
                <a:cubicBezTo>
                  <a:pt x="30084" y="40452"/>
                  <a:pt x="30110" y="40431"/>
                  <a:pt x="30110" y="40389"/>
                </a:cubicBezTo>
                <a:lnTo>
                  <a:pt x="30110" y="40368"/>
                </a:lnTo>
                <a:cubicBezTo>
                  <a:pt x="30131" y="40368"/>
                  <a:pt x="30194" y="40347"/>
                  <a:pt x="30215" y="40284"/>
                </a:cubicBezTo>
                <a:cubicBezTo>
                  <a:pt x="30633" y="39238"/>
                  <a:pt x="30131" y="37962"/>
                  <a:pt x="29022" y="37502"/>
                </a:cubicBezTo>
                <a:cubicBezTo>
                  <a:pt x="28757" y="37393"/>
                  <a:pt x="28490" y="37342"/>
                  <a:pt x="28232" y="37342"/>
                </a:cubicBezTo>
                <a:cubicBezTo>
                  <a:pt x="27594" y="37342"/>
                  <a:pt x="27009" y="37656"/>
                  <a:pt x="26637" y="38192"/>
                </a:cubicBezTo>
                <a:cubicBezTo>
                  <a:pt x="26637" y="37857"/>
                  <a:pt x="26616" y="37522"/>
                  <a:pt x="26553" y="37209"/>
                </a:cubicBezTo>
                <a:lnTo>
                  <a:pt x="26553" y="37188"/>
                </a:lnTo>
                <a:cubicBezTo>
                  <a:pt x="26888" y="37188"/>
                  <a:pt x="27515" y="37041"/>
                  <a:pt x="27620" y="36706"/>
                </a:cubicBezTo>
                <a:cubicBezTo>
                  <a:pt x="27704" y="36476"/>
                  <a:pt x="27620" y="36037"/>
                  <a:pt x="27620" y="35786"/>
                </a:cubicBezTo>
                <a:cubicBezTo>
                  <a:pt x="27620" y="35409"/>
                  <a:pt x="27620" y="35012"/>
                  <a:pt x="27578" y="34614"/>
                </a:cubicBezTo>
                <a:cubicBezTo>
                  <a:pt x="27578" y="34572"/>
                  <a:pt x="27557" y="34530"/>
                  <a:pt x="27515" y="34509"/>
                </a:cubicBezTo>
                <a:cubicBezTo>
                  <a:pt x="27578" y="34468"/>
                  <a:pt x="27599" y="34321"/>
                  <a:pt x="27515" y="34279"/>
                </a:cubicBezTo>
                <a:cubicBezTo>
                  <a:pt x="27411" y="34217"/>
                  <a:pt x="27306" y="34154"/>
                  <a:pt x="27202" y="34091"/>
                </a:cubicBezTo>
                <a:cubicBezTo>
                  <a:pt x="27222" y="33882"/>
                  <a:pt x="27264" y="33652"/>
                  <a:pt x="27222" y="33442"/>
                </a:cubicBezTo>
                <a:lnTo>
                  <a:pt x="27222" y="33442"/>
                </a:lnTo>
                <a:cubicBezTo>
                  <a:pt x="27285" y="33463"/>
                  <a:pt x="27369" y="33463"/>
                  <a:pt x="27411" y="33463"/>
                </a:cubicBezTo>
                <a:cubicBezTo>
                  <a:pt x="27515" y="33463"/>
                  <a:pt x="27662" y="33442"/>
                  <a:pt x="27725" y="33359"/>
                </a:cubicBezTo>
                <a:cubicBezTo>
                  <a:pt x="27766" y="33317"/>
                  <a:pt x="27766" y="33254"/>
                  <a:pt x="27704" y="33233"/>
                </a:cubicBezTo>
                <a:cubicBezTo>
                  <a:pt x="27725" y="33170"/>
                  <a:pt x="27725" y="33129"/>
                  <a:pt x="27683" y="33108"/>
                </a:cubicBezTo>
                <a:cubicBezTo>
                  <a:pt x="26448" y="32543"/>
                  <a:pt x="25005" y="31915"/>
                  <a:pt x="23686" y="31810"/>
                </a:cubicBezTo>
                <a:cubicBezTo>
                  <a:pt x="23644" y="31810"/>
                  <a:pt x="23624" y="31852"/>
                  <a:pt x="23624" y="31873"/>
                </a:cubicBezTo>
                <a:lnTo>
                  <a:pt x="23603" y="31873"/>
                </a:lnTo>
                <a:cubicBezTo>
                  <a:pt x="23038" y="31873"/>
                  <a:pt x="22494" y="31894"/>
                  <a:pt x="21950" y="31915"/>
                </a:cubicBezTo>
                <a:cubicBezTo>
                  <a:pt x="21851" y="31915"/>
                  <a:pt x="21683" y="31903"/>
                  <a:pt x="21509" y="31903"/>
                </a:cubicBezTo>
                <a:cubicBezTo>
                  <a:pt x="21276" y="31903"/>
                  <a:pt x="21032" y="31924"/>
                  <a:pt x="20924" y="32020"/>
                </a:cubicBezTo>
                <a:cubicBezTo>
                  <a:pt x="20723" y="32257"/>
                  <a:pt x="21018" y="32383"/>
                  <a:pt x="21235" y="32383"/>
                </a:cubicBezTo>
                <a:cubicBezTo>
                  <a:pt x="21266" y="32383"/>
                  <a:pt x="21296" y="32381"/>
                  <a:pt x="21322" y="32375"/>
                </a:cubicBezTo>
                <a:lnTo>
                  <a:pt x="21322" y="32375"/>
                </a:lnTo>
                <a:cubicBezTo>
                  <a:pt x="21301" y="32438"/>
                  <a:pt x="21301" y="32522"/>
                  <a:pt x="21322" y="32585"/>
                </a:cubicBezTo>
                <a:cubicBezTo>
                  <a:pt x="21322" y="32647"/>
                  <a:pt x="21343" y="32731"/>
                  <a:pt x="21406" y="32815"/>
                </a:cubicBezTo>
                <a:cubicBezTo>
                  <a:pt x="21301" y="32815"/>
                  <a:pt x="21196" y="32815"/>
                  <a:pt x="21071" y="32836"/>
                </a:cubicBezTo>
                <a:cubicBezTo>
                  <a:pt x="21008" y="32836"/>
                  <a:pt x="21008" y="32898"/>
                  <a:pt x="21029" y="32919"/>
                </a:cubicBezTo>
                <a:lnTo>
                  <a:pt x="21029" y="32940"/>
                </a:lnTo>
                <a:cubicBezTo>
                  <a:pt x="21029" y="33421"/>
                  <a:pt x="21071" y="34007"/>
                  <a:pt x="21217" y="34489"/>
                </a:cubicBezTo>
                <a:cubicBezTo>
                  <a:pt x="20924" y="34384"/>
                  <a:pt x="20652" y="34258"/>
                  <a:pt x="20359" y="34091"/>
                </a:cubicBezTo>
                <a:cubicBezTo>
                  <a:pt x="20359" y="33693"/>
                  <a:pt x="20339" y="33338"/>
                  <a:pt x="20255" y="32940"/>
                </a:cubicBezTo>
                <a:cubicBezTo>
                  <a:pt x="20255" y="32911"/>
                  <a:pt x="20223" y="32881"/>
                  <a:pt x="20190" y="32881"/>
                </a:cubicBezTo>
                <a:cubicBezTo>
                  <a:pt x="20177" y="32881"/>
                  <a:pt x="20163" y="32886"/>
                  <a:pt x="20150" y="32898"/>
                </a:cubicBezTo>
                <a:cubicBezTo>
                  <a:pt x="20067" y="32919"/>
                  <a:pt x="19962" y="32919"/>
                  <a:pt x="19878" y="32940"/>
                </a:cubicBezTo>
                <a:cubicBezTo>
                  <a:pt x="19836" y="32815"/>
                  <a:pt x="19753" y="32626"/>
                  <a:pt x="19857" y="32522"/>
                </a:cubicBezTo>
                <a:cubicBezTo>
                  <a:pt x="19920" y="32480"/>
                  <a:pt x="20046" y="32501"/>
                  <a:pt x="20129" y="32480"/>
                </a:cubicBezTo>
                <a:cubicBezTo>
                  <a:pt x="20192" y="32438"/>
                  <a:pt x="20255" y="32375"/>
                  <a:pt x="20255" y="32292"/>
                </a:cubicBezTo>
                <a:cubicBezTo>
                  <a:pt x="20243" y="32100"/>
                  <a:pt x="20087" y="32059"/>
                  <a:pt x="19925" y="32059"/>
                </a:cubicBezTo>
                <a:cubicBezTo>
                  <a:pt x="19804" y="32059"/>
                  <a:pt x="19678" y="32082"/>
                  <a:pt x="19606" y="32082"/>
                </a:cubicBezTo>
                <a:cubicBezTo>
                  <a:pt x="19502" y="32082"/>
                  <a:pt x="19460" y="32229"/>
                  <a:pt x="19564" y="32229"/>
                </a:cubicBezTo>
                <a:cubicBezTo>
                  <a:pt x="19594" y="32237"/>
                  <a:pt x="19622" y="32241"/>
                  <a:pt x="19650" y="32241"/>
                </a:cubicBezTo>
                <a:cubicBezTo>
                  <a:pt x="19762" y="32241"/>
                  <a:pt x="19866" y="32187"/>
                  <a:pt x="19983" y="32187"/>
                </a:cubicBezTo>
                <a:cubicBezTo>
                  <a:pt x="20025" y="32208"/>
                  <a:pt x="20067" y="32208"/>
                  <a:pt x="20087" y="32229"/>
                </a:cubicBezTo>
                <a:cubicBezTo>
                  <a:pt x="20087" y="32271"/>
                  <a:pt x="20067" y="32313"/>
                  <a:pt x="20067" y="32333"/>
                </a:cubicBezTo>
                <a:cubicBezTo>
                  <a:pt x="20056" y="32354"/>
                  <a:pt x="20035" y="32354"/>
                  <a:pt x="20014" y="32354"/>
                </a:cubicBezTo>
                <a:cubicBezTo>
                  <a:pt x="19993" y="32354"/>
                  <a:pt x="19972" y="32354"/>
                  <a:pt x="19962" y="32375"/>
                </a:cubicBezTo>
                <a:cubicBezTo>
                  <a:pt x="19920" y="32375"/>
                  <a:pt x="19857" y="32396"/>
                  <a:pt x="19815" y="32417"/>
                </a:cubicBezTo>
                <a:cubicBezTo>
                  <a:pt x="19627" y="32543"/>
                  <a:pt x="19669" y="32794"/>
                  <a:pt x="19774" y="32961"/>
                </a:cubicBezTo>
                <a:cubicBezTo>
                  <a:pt x="19732" y="32961"/>
                  <a:pt x="19648" y="33003"/>
                  <a:pt x="19606" y="33024"/>
                </a:cubicBezTo>
                <a:lnTo>
                  <a:pt x="19564" y="33024"/>
                </a:lnTo>
                <a:cubicBezTo>
                  <a:pt x="19355" y="31350"/>
                  <a:pt x="19564" y="29592"/>
                  <a:pt x="18937" y="28023"/>
                </a:cubicBezTo>
                <a:cubicBezTo>
                  <a:pt x="19020" y="28023"/>
                  <a:pt x="19104" y="28044"/>
                  <a:pt x="19188" y="28044"/>
                </a:cubicBezTo>
                <a:cubicBezTo>
                  <a:pt x="19983" y="28149"/>
                  <a:pt x="20799" y="28358"/>
                  <a:pt x="21552" y="28651"/>
                </a:cubicBezTo>
                <a:cubicBezTo>
                  <a:pt x="23184" y="29258"/>
                  <a:pt x="24565" y="30220"/>
                  <a:pt x="25779" y="31455"/>
                </a:cubicBezTo>
                <a:cubicBezTo>
                  <a:pt x="25801" y="31485"/>
                  <a:pt x="25827" y="31496"/>
                  <a:pt x="25851" y="31496"/>
                </a:cubicBezTo>
                <a:cubicBezTo>
                  <a:pt x="25894" y="31496"/>
                  <a:pt x="25933" y="31461"/>
                  <a:pt x="25946" y="31434"/>
                </a:cubicBezTo>
                <a:cubicBezTo>
                  <a:pt x="25958" y="31442"/>
                  <a:pt x="25971" y="31445"/>
                  <a:pt x="25985" y="31445"/>
                </a:cubicBezTo>
                <a:cubicBezTo>
                  <a:pt x="26044" y="31445"/>
                  <a:pt x="26110" y="31380"/>
                  <a:pt x="26093" y="31329"/>
                </a:cubicBezTo>
                <a:cubicBezTo>
                  <a:pt x="25172" y="29258"/>
                  <a:pt x="24481" y="27207"/>
                  <a:pt x="24440" y="24947"/>
                </a:cubicBezTo>
                <a:cubicBezTo>
                  <a:pt x="24377" y="22709"/>
                  <a:pt x="24879" y="20553"/>
                  <a:pt x="25800" y="18524"/>
                </a:cubicBezTo>
                <a:cubicBezTo>
                  <a:pt x="25800" y="18524"/>
                  <a:pt x="25821" y="18524"/>
                  <a:pt x="25821" y="18503"/>
                </a:cubicBezTo>
                <a:cubicBezTo>
                  <a:pt x="25946" y="18356"/>
                  <a:pt x="26009" y="18168"/>
                  <a:pt x="25946" y="17980"/>
                </a:cubicBezTo>
                <a:cubicBezTo>
                  <a:pt x="25925" y="17833"/>
                  <a:pt x="25800" y="17582"/>
                  <a:pt x="25611" y="17582"/>
                </a:cubicBezTo>
                <a:lnTo>
                  <a:pt x="25569" y="17582"/>
                </a:lnTo>
                <a:cubicBezTo>
                  <a:pt x="23917" y="17980"/>
                  <a:pt x="22284" y="18482"/>
                  <a:pt x="20652" y="18900"/>
                </a:cubicBezTo>
                <a:cubicBezTo>
                  <a:pt x="19836" y="19089"/>
                  <a:pt x="18999" y="19235"/>
                  <a:pt x="18163" y="19424"/>
                </a:cubicBezTo>
                <a:cubicBezTo>
                  <a:pt x="18079" y="18315"/>
                  <a:pt x="17870" y="17227"/>
                  <a:pt x="17744" y="16118"/>
                </a:cubicBezTo>
                <a:cubicBezTo>
                  <a:pt x="18037" y="16118"/>
                  <a:pt x="18309" y="16118"/>
                  <a:pt x="18602" y="16159"/>
                </a:cubicBezTo>
                <a:cubicBezTo>
                  <a:pt x="20673" y="16285"/>
                  <a:pt x="22598" y="16913"/>
                  <a:pt x="24586" y="17478"/>
                </a:cubicBezTo>
                <a:lnTo>
                  <a:pt x="24670" y="17478"/>
                </a:lnTo>
                <a:cubicBezTo>
                  <a:pt x="24684" y="17487"/>
                  <a:pt x="24697" y="17491"/>
                  <a:pt x="24710" y="17491"/>
                </a:cubicBezTo>
                <a:cubicBezTo>
                  <a:pt x="24756" y="17491"/>
                  <a:pt x="24791" y="17438"/>
                  <a:pt x="24774" y="17373"/>
                </a:cubicBezTo>
                <a:cubicBezTo>
                  <a:pt x="24795" y="17310"/>
                  <a:pt x="24774" y="17227"/>
                  <a:pt x="24670" y="17206"/>
                </a:cubicBezTo>
                <a:cubicBezTo>
                  <a:pt x="23017" y="13983"/>
                  <a:pt x="22326" y="10238"/>
                  <a:pt x="23937" y="6869"/>
                </a:cubicBezTo>
                <a:lnTo>
                  <a:pt x="23958" y="6869"/>
                </a:lnTo>
                <a:lnTo>
                  <a:pt x="24042" y="6786"/>
                </a:lnTo>
                <a:lnTo>
                  <a:pt x="24063" y="6786"/>
                </a:lnTo>
                <a:cubicBezTo>
                  <a:pt x="24272" y="6576"/>
                  <a:pt x="24314" y="6053"/>
                  <a:pt x="24105" y="5844"/>
                </a:cubicBezTo>
                <a:cubicBezTo>
                  <a:pt x="24073" y="5834"/>
                  <a:pt x="24047" y="5828"/>
                  <a:pt x="24021" y="5828"/>
                </a:cubicBezTo>
                <a:cubicBezTo>
                  <a:pt x="23995" y="5828"/>
                  <a:pt x="23969" y="5834"/>
                  <a:pt x="23937" y="5844"/>
                </a:cubicBezTo>
                <a:lnTo>
                  <a:pt x="23917" y="5844"/>
                </a:lnTo>
                <a:cubicBezTo>
                  <a:pt x="22033" y="6284"/>
                  <a:pt x="20192" y="6869"/>
                  <a:pt x="18309" y="7288"/>
                </a:cubicBezTo>
                <a:cubicBezTo>
                  <a:pt x="17639" y="7434"/>
                  <a:pt x="16928" y="7581"/>
                  <a:pt x="16258" y="7706"/>
                </a:cubicBezTo>
                <a:cubicBezTo>
                  <a:pt x="16258" y="7497"/>
                  <a:pt x="16217" y="7309"/>
                  <a:pt x="16196" y="7100"/>
                </a:cubicBezTo>
                <a:lnTo>
                  <a:pt x="16196" y="7100"/>
                </a:lnTo>
                <a:cubicBezTo>
                  <a:pt x="16196" y="7100"/>
                  <a:pt x="16217" y="7120"/>
                  <a:pt x="16258" y="7120"/>
                </a:cubicBezTo>
                <a:cubicBezTo>
                  <a:pt x="16274" y="7122"/>
                  <a:pt x="16289" y="7123"/>
                  <a:pt x="16303" y="7123"/>
                </a:cubicBezTo>
                <a:cubicBezTo>
                  <a:pt x="16628" y="7123"/>
                  <a:pt x="16774" y="6689"/>
                  <a:pt x="16614" y="6388"/>
                </a:cubicBezTo>
                <a:cubicBezTo>
                  <a:pt x="16489" y="6158"/>
                  <a:pt x="16258" y="6053"/>
                  <a:pt x="15986" y="6032"/>
                </a:cubicBezTo>
                <a:cubicBezTo>
                  <a:pt x="15986" y="4066"/>
                  <a:pt x="15673" y="2057"/>
                  <a:pt x="15338" y="111"/>
                </a:cubicBezTo>
                <a:cubicBezTo>
                  <a:pt x="15338" y="90"/>
                  <a:pt x="15317" y="69"/>
                  <a:pt x="15317" y="69"/>
                </a:cubicBezTo>
                <a:cubicBezTo>
                  <a:pt x="15317" y="38"/>
                  <a:pt x="15296" y="22"/>
                  <a:pt x="15275" y="22"/>
                </a:cubicBezTo>
                <a:cubicBezTo>
                  <a:pt x="15254" y="22"/>
                  <a:pt x="15233" y="38"/>
                  <a:pt x="15233" y="69"/>
                </a:cubicBezTo>
                <a:lnTo>
                  <a:pt x="15233" y="90"/>
                </a:lnTo>
                <a:cubicBezTo>
                  <a:pt x="15212" y="111"/>
                  <a:pt x="15170" y="153"/>
                  <a:pt x="15170" y="174"/>
                </a:cubicBezTo>
                <a:cubicBezTo>
                  <a:pt x="15170" y="216"/>
                  <a:pt x="15170" y="258"/>
                  <a:pt x="15212" y="299"/>
                </a:cubicBezTo>
                <a:cubicBezTo>
                  <a:pt x="15170" y="488"/>
                  <a:pt x="15170" y="634"/>
                  <a:pt x="15150" y="822"/>
                </a:cubicBezTo>
                <a:cubicBezTo>
                  <a:pt x="15150" y="822"/>
                  <a:pt x="15129" y="822"/>
                  <a:pt x="15129" y="843"/>
                </a:cubicBezTo>
                <a:cubicBezTo>
                  <a:pt x="14942" y="1310"/>
                  <a:pt x="14586" y="1453"/>
                  <a:pt x="14193" y="1453"/>
                </a:cubicBezTo>
                <a:cubicBezTo>
                  <a:pt x="13792" y="1453"/>
                  <a:pt x="13353" y="1305"/>
                  <a:pt x="13015" y="1199"/>
                </a:cubicBezTo>
                <a:cubicBezTo>
                  <a:pt x="12674" y="1080"/>
                  <a:pt x="12323" y="1025"/>
                  <a:pt x="11976" y="1025"/>
                </a:cubicBezTo>
                <a:cubicBezTo>
                  <a:pt x="11833" y="1025"/>
                  <a:pt x="11691" y="1034"/>
                  <a:pt x="11551" y="1053"/>
                </a:cubicBezTo>
                <a:cubicBezTo>
                  <a:pt x="10714" y="1157"/>
                  <a:pt x="9835" y="1638"/>
                  <a:pt x="9396" y="2350"/>
                </a:cubicBezTo>
                <a:cubicBezTo>
                  <a:pt x="9375" y="2392"/>
                  <a:pt x="9396" y="2455"/>
                  <a:pt x="9416" y="2475"/>
                </a:cubicBezTo>
                <a:cubicBezTo>
                  <a:pt x="9312" y="3396"/>
                  <a:pt x="9396" y="4359"/>
                  <a:pt x="9416" y="5279"/>
                </a:cubicBezTo>
                <a:cubicBezTo>
                  <a:pt x="9416" y="5355"/>
                  <a:pt x="9504" y="5409"/>
                  <a:pt x="9585" y="5409"/>
                </a:cubicBezTo>
                <a:cubicBezTo>
                  <a:pt x="9615" y="5409"/>
                  <a:pt x="9644" y="5401"/>
                  <a:pt x="9668" y="5384"/>
                </a:cubicBezTo>
                <a:cubicBezTo>
                  <a:pt x="10086" y="4861"/>
                  <a:pt x="10609" y="4359"/>
                  <a:pt x="11258" y="4170"/>
                </a:cubicBezTo>
                <a:cubicBezTo>
                  <a:pt x="11432" y="4119"/>
                  <a:pt x="11592" y="4098"/>
                  <a:pt x="11744" y="4098"/>
                </a:cubicBezTo>
                <a:cubicBezTo>
                  <a:pt x="12216" y="4098"/>
                  <a:pt x="12614" y="4300"/>
                  <a:pt x="13120" y="4442"/>
                </a:cubicBezTo>
                <a:cubicBezTo>
                  <a:pt x="13339" y="4505"/>
                  <a:pt x="13560" y="4536"/>
                  <a:pt x="13779" y="4536"/>
                </a:cubicBezTo>
                <a:cubicBezTo>
                  <a:pt x="14290" y="4536"/>
                  <a:pt x="14787" y="4367"/>
                  <a:pt x="15212" y="4045"/>
                </a:cubicBezTo>
                <a:cubicBezTo>
                  <a:pt x="15233" y="4756"/>
                  <a:pt x="15254" y="5426"/>
                  <a:pt x="15359" y="6116"/>
                </a:cubicBezTo>
                <a:cubicBezTo>
                  <a:pt x="15003" y="6221"/>
                  <a:pt x="14626" y="6430"/>
                  <a:pt x="14605" y="6848"/>
                </a:cubicBezTo>
                <a:cubicBezTo>
                  <a:pt x="14605" y="7116"/>
                  <a:pt x="14806" y="7357"/>
                  <a:pt x="15058" y="7357"/>
                </a:cubicBezTo>
                <a:cubicBezTo>
                  <a:pt x="15121" y="7357"/>
                  <a:pt x="15187" y="7342"/>
                  <a:pt x="15254" y="7309"/>
                </a:cubicBezTo>
                <a:cubicBezTo>
                  <a:pt x="15254" y="7497"/>
                  <a:pt x="15275" y="7706"/>
                  <a:pt x="15317" y="7895"/>
                </a:cubicBezTo>
                <a:cubicBezTo>
                  <a:pt x="14480" y="8041"/>
                  <a:pt x="13643" y="8209"/>
                  <a:pt x="12827" y="8418"/>
                </a:cubicBezTo>
                <a:cubicBezTo>
                  <a:pt x="12806" y="7623"/>
                  <a:pt x="12848" y="6848"/>
                  <a:pt x="12973" y="6053"/>
                </a:cubicBezTo>
                <a:cubicBezTo>
                  <a:pt x="12973" y="6032"/>
                  <a:pt x="12973" y="5970"/>
                  <a:pt x="12953" y="5949"/>
                </a:cubicBezTo>
                <a:cubicBezTo>
                  <a:pt x="13078" y="5719"/>
                  <a:pt x="12953" y="5405"/>
                  <a:pt x="12701" y="5300"/>
                </a:cubicBezTo>
                <a:cubicBezTo>
                  <a:pt x="12687" y="5296"/>
                  <a:pt x="12672" y="5295"/>
                  <a:pt x="12659" y="5295"/>
                </a:cubicBezTo>
                <a:cubicBezTo>
                  <a:pt x="12597" y="5295"/>
                  <a:pt x="12551" y="5332"/>
                  <a:pt x="12534" y="5384"/>
                </a:cubicBezTo>
                <a:cubicBezTo>
                  <a:pt x="11153" y="5928"/>
                  <a:pt x="9772" y="6556"/>
                  <a:pt x="8370" y="7120"/>
                </a:cubicBezTo>
                <a:lnTo>
                  <a:pt x="8370" y="6995"/>
                </a:lnTo>
                <a:lnTo>
                  <a:pt x="8433" y="6995"/>
                </a:lnTo>
                <a:cubicBezTo>
                  <a:pt x="8956" y="6807"/>
                  <a:pt x="9186" y="6221"/>
                  <a:pt x="8789" y="5760"/>
                </a:cubicBezTo>
                <a:cubicBezTo>
                  <a:pt x="8621" y="5551"/>
                  <a:pt x="8266" y="5488"/>
                  <a:pt x="7931" y="5447"/>
                </a:cubicBezTo>
                <a:cubicBezTo>
                  <a:pt x="7952" y="4505"/>
                  <a:pt x="7847" y="3605"/>
                  <a:pt x="7743" y="2664"/>
                </a:cubicBezTo>
                <a:cubicBezTo>
                  <a:pt x="7680" y="1785"/>
                  <a:pt x="7617" y="906"/>
                  <a:pt x="7408" y="69"/>
                </a:cubicBezTo>
                <a:cubicBezTo>
                  <a:pt x="7398" y="22"/>
                  <a:pt x="7359" y="0"/>
                  <a:pt x="7319"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53" name="Google Shape;3953;p36"/>
          <p:cNvSpPr/>
          <p:nvPr/>
        </p:nvSpPr>
        <p:spPr>
          <a:xfrm>
            <a:off x="1557268" y="1572524"/>
            <a:ext cx="389153" cy="110430"/>
          </a:xfrm>
          <a:custGeom>
            <a:avLst/>
            <a:gdLst/>
            <a:ahLst/>
            <a:cxnLst/>
            <a:rect l="l" t="t" r="r" b="b"/>
            <a:pathLst>
              <a:path w="16094" h="4567" extrusionOk="0">
                <a:moveTo>
                  <a:pt x="4528" y="0"/>
                </a:moveTo>
                <a:cubicBezTo>
                  <a:pt x="4523" y="0"/>
                  <a:pt x="4519" y="7"/>
                  <a:pt x="4519" y="30"/>
                </a:cubicBezTo>
                <a:lnTo>
                  <a:pt x="4319" y="297"/>
                </a:lnTo>
                <a:cubicBezTo>
                  <a:pt x="4185" y="463"/>
                  <a:pt x="4085" y="630"/>
                  <a:pt x="3985" y="797"/>
                </a:cubicBezTo>
                <a:cubicBezTo>
                  <a:pt x="3685" y="1231"/>
                  <a:pt x="3352" y="1631"/>
                  <a:pt x="3051" y="1998"/>
                </a:cubicBezTo>
                <a:cubicBezTo>
                  <a:pt x="2484" y="2732"/>
                  <a:pt x="1750" y="3165"/>
                  <a:pt x="1217" y="3265"/>
                </a:cubicBezTo>
                <a:lnTo>
                  <a:pt x="850" y="3265"/>
                </a:lnTo>
                <a:cubicBezTo>
                  <a:pt x="716" y="3265"/>
                  <a:pt x="650" y="3232"/>
                  <a:pt x="550" y="3232"/>
                </a:cubicBezTo>
                <a:cubicBezTo>
                  <a:pt x="416" y="3165"/>
                  <a:pt x="349" y="3132"/>
                  <a:pt x="349" y="3132"/>
                </a:cubicBezTo>
                <a:cubicBezTo>
                  <a:pt x="334" y="3126"/>
                  <a:pt x="319" y="3123"/>
                  <a:pt x="304" y="3123"/>
                </a:cubicBezTo>
                <a:cubicBezTo>
                  <a:pt x="150" y="3123"/>
                  <a:pt x="0" y="3405"/>
                  <a:pt x="183" y="3465"/>
                </a:cubicBezTo>
                <a:lnTo>
                  <a:pt x="416" y="3599"/>
                </a:lnTo>
                <a:cubicBezTo>
                  <a:pt x="516" y="3632"/>
                  <a:pt x="650" y="3632"/>
                  <a:pt x="750" y="3666"/>
                </a:cubicBezTo>
                <a:lnTo>
                  <a:pt x="1217" y="3666"/>
                </a:lnTo>
                <a:cubicBezTo>
                  <a:pt x="1550" y="3632"/>
                  <a:pt x="1984" y="3499"/>
                  <a:pt x="2351" y="3265"/>
                </a:cubicBezTo>
                <a:cubicBezTo>
                  <a:pt x="2718" y="3065"/>
                  <a:pt x="3085" y="2732"/>
                  <a:pt x="3418" y="2331"/>
                </a:cubicBezTo>
                <a:cubicBezTo>
                  <a:pt x="3752" y="1964"/>
                  <a:pt x="4085" y="1564"/>
                  <a:pt x="4419" y="1130"/>
                </a:cubicBezTo>
                <a:lnTo>
                  <a:pt x="4552" y="964"/>
                </a:lnTo>
                <a:lnTo>
                  <a:pt x="4552" y="1030"/>
                </a:lnTo>
                <a:lnTo>
                  <a:pt x="4686" y="1130"/>
                </a:lnTo>
                <a:lnTo>
                  <a:pt x="4986" y="1431"/>
                </a:lnTo>
                <a:cubicBezTo>
                  <a:pt x="5386" y="1864"/>
                  <a:pt x="5853" y="2231"/>
                  <a:pt x="6354" y="2465"/>
                </a:cubicBezTo>
                <a:cubicBezTo>
                  <a:pt x="6854" y="2732"/>
                  <a:pt x="7421" y="2898"/>
                  <a:pt x="7988" y="2898"/>
                </a:cubicBezTo>
                <a:cubicBezTo>
                  <a:pt x="8522" y="2898"/>
                  <a:pt x="9089" y="2765"/>
                  <a:pt x="9589" y="2565"/>
                </a:cubicBezTo>
                <a:cubicBezTo>
                  <a:pt x="10090" y="2365"/>
                  <a:pt x="10657" y="2098"/>
                  <a:pt x="11090" y="1798"/>
                </a:cubicBezTo>
                <a:cubicBezTo>
                  <a:pt x="11224" y="1731"/>
                  <a:pt x="11357" y="1698"/>
                  <a:pt x="11491" y="1597"/>
                </a:cubicBezTo>
                <a:lnTo>
                  <a:pt x="11557" y="1564"/>
                </a:lnTo>
                <a:lnTo>
                  <a:pt x="11591" y="1564"/>
                </a:lnTo>
                <a:cubicBezTo>
                  <a:pt x="11610" y="1564"/>
                  <a:pt x="11618" y="1559"/>
                  <a:pt x="11624" y="1559"/>
                </a:cubicBezTo>
                <a:cubicBezTo>
                  <a:pt x="11638" y="1559"/>
                  <a:pt x="11638" y="1593"/>
                  <a:pt x="11758" y="1831"/>
                </a:cubicBezTo>
                <a:cubicBezTo>
                  <a:pt x="12024" y="2331"/>
                  <a:pt x="12325" y="2798"/>
                  <a:pt x="12591" y="3232"/>
                </a:cubicBezTo>
                <a:cubicBezTo>
                  <a:pt x="12925" y="3632"/>
                  <a:pt x="13259" y="3966"/>
                  <a:pt x="13692" y="4233"/>
                </a:cubicBezTo>
                <a:cubicBezTo>
                  <a:pt x="14093" y="4466"/>
                  <a:pt x="14526" y="4566"/>
                  <a:pt x="14860" y="4566"/>
                </a:cubicBezTo>
                <a:cubicBezTo>
                  <a:pt x="15227" y="4566"/>
                  <a:pt x="15494" y="4533"/>
                  <a:pt x="15660" y="4466"/>
                </a:cubicBezTo>
                <a:cubicBezTo>
                  <a:pt x="15827" y="4433"/>
                  <a:pt x="15894" y="4399"/>
                  <a:pt x="15894" y="4399"/>
                </a:cubicBezTo>
                <a:cubicBezTo>
                  <a:pt x="16094" y="4299"/>
                  <a:pt x="15994" y="4033"/>
                  <a:pt x="15727" y="3966"/>
                </a:cubicBezTo>
                <a:cubicBezTo>
                  <a:pt x="15727" y="3966"/>
                  <a:pt x="15660" y="4033"/>
                  <a:pt x="15494" y="4066"/>
                </a:cubicBezTo>
                <a:cubicBezTo>
                  <a:pt x="15327" y="4066"/>
                  <a:pt x="15093" y="4099"/>
                  <a:pt x="14826" y="4099"/>
                </a:cubicBezTo>
                <a:cubicBezTo>
                  <a:pt x="14526" y="4066"/>
                  <a:pt x="14226" y="3966"/>
                  <a:pt x="13892" y="3766"/>
                </a:cubicBezTo>
                <a:cubicBezTo>
                  <a:pt x="13559" y="3566"/>
                  <a:pt x="13259" y="3232"/>
                  <a:pt x="13025" y="2865"/>
                </a:cubicBezTo>
                <a:cubicBezTo>
                  <a:pt x="12758" y="2431"/>
                  <a:pt x="12525" y="1964"/>
                  <a:pt x="12325" y="1531"/>
                </a:cubicBezTo>
                <a:cubicBezTo>
                  <a:pt x="12225" y="1397"/>
                  <a:pt x="12191" y="1231"/>
                  <a:pt x="12091" y="1064"/>
                </a:cubicBezTo>
                <a:lnTo>
                  <a:pt x="11924" y="730"/>
                </a:lnTo>
                <a:lnTo>
                  <a:pt x="11891" y="630"/>
                </a:lnTo>
                <a:lnTo>
                  <a:pt x="11891" y="597"/>
                </a:lnTo>
                <a:cubicBezTo>
                  <a:pt x="11891" y="586"/>
                  <a:pt x="11887" y="582"/>
                  <a:pt x="11882" y="582"/>
                </a:cubicBezTo>
                <a:cubicBezTo>
                  <a:pt x="11872" y="582"/>
                  <a:pt x="11858" y="597"/>
                  <a:pt x="11858" y="597"/>
                </a:cubicBezTo>
                <a:lnTo>
                  <a:pt x="11691" y="697"/>
                </a:lnTo>
                <a:lnTo>
                  <a:pt x="11090" y="1030"/>
                </a:lnTo>
                <a:cubicBezTo>
                  <a:pt x="11024" y="1097"/>
                  <a:pt x="10890" y="1130"/>
                  <a:pt x="10757" y="1231"/>
                </a:cubicBezTo>
                <a:cubicBezTo>
                  <a:pt x="9856" y="1731"/>
                  <a:pt x="8855" y="2131"/>
                  <a:pt x="8022" y="2131"/>
                </a:cubicBezTo>
                <a:cubicBezTo>
                  <a:pt x="7188" y="2131"/>
                  <a:pt x="6220" y="1698"/>
                  <a:pt x="5486" y="930"/>
                </a:cubicBezTo>
                <a:cubicBezTo>
                  <a:pt x="5386" y="864"/>
                  <a:pt x="5253" y="764"/>
                  <a:pt x="5186" y="697"/>
                </a:cubicBezTo>
                <a:lnTo>
                  <a:pt x="4753" y="230"/>
                </a:lnTo>
                <a:lnTo>
                  <a:pt x="4652" y="96"/>
                </a:lnTo>
                <a:lnTo>
                  <a:pt x="4552" y="30"/>
                </a:lnTo>
                <a:cubicBezTo>
                  <a:pt x="4552" y="30"/>
                  <a:pt x="4538" y="0"/>
                  <a:pt x="45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54" name="Google Shape;3954;p36"/>
          <p:cNvSpPr/>
          <p:nvPr/>
        </p:nvSpPr>
        <p:spPr>
          <a:xfrm>
            <a:off x="1730293" y="2434499"/>
            <a:ext cx="389153" cy="110430"/>
          </a:xfrm>
          <a:custGeom>
            <a:avLst/>
            <a:gdLst/>
            <a:ahLst/>
            <a:cxnLst/>
            <a:rect l="l" t="t" r="r" b="b"/>
            <a:pathLst>
              <a:path w="16094" h="4567" extrusionOk="0">
                <a:moveTo>
                  <a:pt x="4528" y="0"/>
                </a:moveTo>
                <a:cubicBezTo>
                  <a:pt x="4523" y="0"/>
                  <a:pt x="4519" y="7"/>
                  <a:pt x="4519" y="30"/>
                </a:cubicBezTo>
                <a:lnTo>
                  <a:pt x="4319" y="297"/>
                </a:lnTo>
                <a:cubicBezTo>
                  <a:pt x="4185" y="463"/>
                  <a:pt x="4085" y="630"/>
                  <a:pt x="3985" y="797"/>
                </a:cubicBezTo>
                <a:cubicBezTo>
                  <a:pt x="3685" y="1231"/>
                  <a:pt x="3352" y="1631"/>
                  <a:pt x="3051" y="1998"/>
                </a:cubicBezTo>
                <a:cubicBezTo>
                  <a:pt x="2484" y="2732"/>
                  <a:pt x="1750" y="3165"/>
                  <a:pt x="1217" y="3265"/>
                </a:cubicBezTo>
                <a:lnTo>
                  <a:pt x="850" y="3265"/>
                </a:lnTo>
                <a:cubicBezTo>
                  <a:pt x="716" y="3265"/>
                  <a:pt x="650" y="3232"/>
                  <a:pt x="550" y="3232"/>
                </a:cubicBezTo>
                <a:cubicBezTo>
                  <a:pt x="416" y="3165"/>
                  <a:pt x="349" y="3132"/>
                  <a:pt x="349" y="3132"/>
                </a:cubicBezTo>
                <a:cubicBezTo>
                  <a:pt x="334" y="3126"/>
                  <a:pt x="319" y="3123"/>
                  <a:pt x="304" y="3123"/>
                </a:cubicBezTo>
                <a:cubicBezTo>
                  <a:pt x="150" y="3123"/>
                  <a:pt x="0" y="3405"/>
                  <a:pt x="183" y="3465"/>
                </a:cubicBezTo>
                <a:lnTo>
                  <a:pt x="416" y="3599"/>
                </a:lnTo>
                <a:cubicBezTo>
                  <a:pt x="516" y="3632"/>
                  <a:pt x="650" y="3632"/>
                  <a:pt x="750" y="3666"/>
                </a:cubicBezTo>
                <a:lnTo>
                  <a:pt x="1217" y="3666"/>
                </a:lnTo>
                <a:cubicBezTo>
                  <a:pt x="1550" y="3632"/>
                  <a:pt x="1984" y="3499"/>
                  <a:pt x="2351" y="3265"/>
                </a:cubicBezTo>
                <a:cubicBezTo>
                  <a:pt x="2718" y="3065"/>
                  <a:pt x="3085" y="2732"/>
                  <a:pt x="3418" y="2331"/>
                </a:cubicBezTo>
                <a:cubicBezTo>
                  <a:pt x="3752" y="1964"/>
                  <a:pt x="4085" y="1564"/>
                  <a:pt x="4419" y="1130"/>
                </a:cubicBezTo>
                <a:lnTo>
                  <a:pt x="4552" y="964"/>
                </a:lnTo>
                <a:lnTo>
                  <a:pt x="4552" y="1030"/>
                </a:lnTo>
                <a:lnTo>
                  <a:pt x="4686" y="1130"/>
                </a:lnTo>
                <a:lnTo>
                  <a:pt x="4986" y="1431"/>
                </a:lnTo>
                <a:cubicBezTo>
                  <a:pt x="5386" y="1864"/>
                  <a:pt x="5853" y="2231"/>
                  <a:pt x="6354" y="2465"/>
                </a:cubicBezTo>
                <a:cubicBezTo>
                  <a:pt x="6854" y="2732"/>
                  <a:pt x="7421" y="2898"/>
                  <a:pt x="7988" y="2898"/>
                </a:cubicBezTo>
                <a:cubicBezTo>
                  <a:pt x="8522" y="2898"/>
                  <a:pt x="9089" y="2765"/>
                  <a:pt x="9589" y="2565"/>
                </a:cubicBezTo>
                <a:cubicBezTo>
                  <a:pt x="10090" y="2365"/>
                  <a:pt x="10657" y="2098"/>
                  <a:pt x="11090" y="1798"/>
                </a:cubicBezTo>
                <a:cubicBezTo>
                  <a:pt x="11224" y="1731"/>
                  <a:pt x="11357" y="1698"/>
                  <a:pt x="11491" y="1597"/>
                </a:cubicBezTo>
                <a:lnTo>
                  <a:pt x="11557" y="1564"/>
                </a:lnTo>
                <a:lnTo>
                  <a:pt x="11591" y="1564"/>
                </a:lnTo>
                <a:cubicBezTo>
                  <a:pt x="11610" y="1564"/>
                  <a:pt x="11618" y="1559"/>
                  <a:pt x="11624" y="1559"/>
                </a:cubicBezTo>
                <a:cubicBezTo>
                  <a:pt x="11638" y="1559"/>
                  <a:pt x="11638" y="1593"/>
                  <a:pt x="11758" y="1831"/>
                </a:cubicBezTo>
                <a:cubicBezTo>
                  <a:pt x="12024" y="2331"/>
                  <a:pt x="12325" y="2798"/>
                  <a:pt x="12591" y="3232"/>
                </a:cubicBezTo>
                <a:cubicBezTo>
                  <a:pt x="12925" y="3632"/>
                  <a:pt x="13259" y="3966"/>
                  <a:pt x="13692" y="4233"/>
                </a:cubicBezTo>
                <a:cubicBezTo>
                  <a:pt x="14093" y="4466"/>
                  <a:pt x="14526" y="4566"/>
                  <a:pt x="14860" y="4566"/>
                </a:cubicBezTo>
                <a:cubicBezTo>
                  <a:pt x="15227" y="4566"/>
                  <a:pt x="15494" y="4533"/>
                  <a:pt x="15660" y="4466"/>
                </a:cubicBezTo>
                <a:cubicBezTo>
                  <a:pt x="15827" y="4433"/>
                  <a:pt x="15894" y="4399"/>
                  <a:pt x="15894" y="4399"/>
                </a:cubicBezTo>
                <a:cubicBezTo>
                  <a:pt x="16094" y="4299"/>
                  <a:pt x="15994" y="4033"/>
                  <a:pt x="15727" y="3966"/>
                </a:cubicBezTo>
                <a:cubicBezTo>
                  <a:pt x="15727" y="3966"/>
                  <a:pt x="15660" y="4033"/>
                  <a:pt x="15494" y="4066"/>
                </a:cubicBezTo>
                <a:cubicBezTo>
                  <a:pt x="15327" y="4066"/>
                  <a:pt x="15093" y="4099"/>
                  <a:pt x="14826" y="4099"/>
                </a:cubicBezTo>
                <a:cubicBezTo>
                  <a:pt x="14526" y="4066"/>
                  <a:pt x="14226" y="3966"/>
                  <a:pt x="13892" y="3766"/>
                </a:cubicBezTo>
                <a:cubicBezTo>
                  <a:pt x="13559" y="3566"/>
                  <a:pt x="13259" y="3232"/>
                  <a:pt x="13025" y="2865"/>
                </a:cubicBezTo>
                <a:cubicBezTo>
                  <a:pt x="12758" y="2431"/>
                  <a:pt x="12525" y="1964"/>
                  <a:pt x="12325" y="1531"/>
                </a:cubicBezTo>
                <a:cubicBezTo>
                  <a:pt x="12225" y="1397"/>
                  <a:pt x="12191" y="1231"/>
                  <a:pt x="12091" y="1064"/>
                </a:cubicBezTo>
                <a:lnTo>
                  <a:pt x="11924" y="730"/>
                </a:lnTo>
                <a:lnTo>
                  <a:pt x="11891" y="630"/>
                </a:lnTo>
                <a:lnTo>
                  <a:pt x="11891" y="597"/>
                </a:lnTo>
                <a:cubicBezTo>
                  <a:pt x="11891" y="586"/>
                  <a:pt x="11887" y="582"/>
                  <a:pt x="11882" y="582"/>
                </a:cubicBezTo>
                <a:cubicBezTo>
                  <a:pt x="11872" y="582"/>
                  <a:pt x="11858" y="597"/>
                  <a:pt x="11858" y="597"/>
                </a:cubicBezTo>
                <a:lnTo>
                  <a:pt x="11691" y="697"/>
                </a:lnTo>
                <a:lnTo>
                  <a:pt x="11090" y="1030"/>
                </a:lnTo>
                <a:cubicBezTo>
                  <a:pt x="11024" y="1097"/>
                  <a:pt x="10890" y="1130"/>
                  <a:pt x="10757" y="1231"/>
                </a:cubicBezTo>
                <a:cubicBezTo>
                  <a:pt x="9856" y="1731"/>
                  <a:pt x="8855" y="2131"/>
                  <a:pt x="8022" y="2131"/>
                </a:cubicBezTo>
                <a:cubicBezTo>
                  <a:pt x="7188" y="2131"/>
                  <a:pt x="6220" y="1698"/>
                  <a:pt x="5486" y="930"/>
                </a:cubicBezTo>
                <a:cubicBezTo>
                  <a:pt x="5386" y="864"/>
                  <a:pt x="5253" y="764"/>
                  <a:pt x="5186" y="697"/>
                </a:cubicBezTo>
                <a:lnTo>
                  <a:pt x="4753" y="230"/>
                </a:lnTo>
                <a:lnTo>
                  <a:pt x="4652" y="96"/>
                </a:lnTo>
                <a:lnTo>
                  <a:pt x="4552" y="30"/>
                </a:lnTo>
                <a:cubicBezTo>
                  <a:pt x="4552" y="30"/>
                  <a:pt x="4538" y="0"/>
                  <a:pt x="45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3955" name="Google Shape;3955;p36"/>
          <p:cNvGrpSpPr/>
          <p:nvPr/>
        </p:nvGrpSpPr>
        <p:grpSpPr>
          <a:xfrm rot="7866275">
            <a:off x="1830713" y="826588"/>
            <a:ext cx="686370" cy="448916"/>
            <a:chOff x="2878050" y="4066850"/>
            <a:chExt cx="773075" cy="505625"/>
          </a:xfrm>
        </p:grpSpPr>
        <p:sp>
          <p:nvSpPr>
            <p:cNvPr id="3956" name="Google Shape;3956;p36"/>
            <p:cNvSpPr/>
            <p:nvPr/>
          </p:nvSpPr>
          <p:spPr>
            <a:xfrm>
              <a:off x="2973950" y="4152375"/>
              <a:ext cx="586300" cy="361025"/>
            </a:xfrm>
            <a:custGeom>
              <a:avLst/>
              <a:gdLst/>
              <a:ahLst/>
              <a:cxnLst/>
              <a:rect l="l" t="t" r="r" b="b"/>
              <a:pathLst>
                <a:path w="23452" h="14441" extrusionOk="0">
                  <a:moveTo>
                    <a:pt x="7068" y="0"/>
                  </a:moveTo>
                  <a:cubicBezTo>
                    <a:pt x="6719" y="0"/>
                    <a:pt x="6339" y="70"/>
                    <a:pt x="6005" y="209"/>
                  </a:cubicBezTo>
                  <a:cubicBezTo>
                    <a:pt x="5572" y="376"/>
                    <a:pt x="5238" y="643"/>
                    <a:pt x="4938" y="876"/>
                  </a:cubicBezTo>
                  <a:cubicBezTo>
                    <a:pt x="4337" y="1376"/>
                    <a:pt x="3870" y="1910"/>
                    <a:pt x="3403" y="2511"/>
                  </a:cubicBezTo>
                  <a:cubicBezTo>
                    <a:pt x="2536" y="3645"/>
                    <a:pt x="1869" y="4812"/>
                    <a:pt x="1335" y="5880"/>
                  </a:cubicBezTo>
                  <a:cubicBezTo>
                    <a:pt x="768" y="6980"/>
                    <a:pt x="401" y="8014"/>
                    <a:pt x="201" y="8882"/>
                  </a:cubicBezTo>
                  <a:cubicBezTo>
                    <a:pt x="34" y="9749"/>
                    <a:pt x="1" y="10550"/>
                    <a:pt x="335" y="11083"/>
                  </a:cubicBezTo>
                  <a:cubicBezTo>
                    <a:pt x="368" y="11250"/>
                    <a:pt x="501" y="11350"/>
                    <a:pt x="568" y="11417"/>
                  </a:cubicBezTo>
                  <a:cubicBezTo>
                    <a:pt x="668" y="11517"/>
                    <a:pt x="735" y="11550"/>
                    <a:pt x="835" y="11584"/>
                  </a:cubicBezTo>
                  <a:cubicBezTo>
                    <a:pt x="935" y="11684"/>
                    <a:pt x="1035" y="11684"/>
                    <a:pt x="1035" y="11684"/>
                  </a:cubicBezTo>
                  <a:cubicBezTo>
                    <a:pt x="1106" y="11712"/>
                    <a:pt x="1170" y="11722"/>
                    <a:pt x="1226" y="11722"/>
                  </a:cubicBezTo>
                  <a:cubicBezTo>
                    <a:pt x="1303" y="11722"/>
                    <a:pt x="1363" y="11703"/>
                    <a:pt x="1402" y="11684"/>
                  </a:cubicBezTo>
                  <a:cubicBezTo>
                    <a:pt x="1502" y="11650"/>
                    <a:pt x="1535" y="11550"/>
                    <a:pt x="1535" y="11517"/>
                  </a:cubicBezTo>
                  <a:cubicBezTo>
                    <a:pt x="1569" y="11384"/>
                    <a:pt x="1402" y="11317"/>
                    <a:pt x="1202" y="11217"/>
                  </a:cubicBezTo>
                  <a:cubicBezTo>
                    <a:pt x="1235" y="11217"/>
                    <a:pt x="935" y="11217"/>
                    <a:pt x="768" y="10883"/>
                  </a:cubicBezTo>
                  <a:cubicBezTo>
                    <a:pt x="568" y="10550"/>
                    <a:pt x="568" y="9882"/>
                    <a:pt x="768" y="9049"/>
                  </a:cubicBezTo>
                  <a:cubicBezTo>
                    <a:pt x="1235" y="7414"/>
                    <a:pt x="2336" y="5179"/>
                    <a:pt x="4037" y="3011"/>
                  </a:cubicBezTo>
                  <a:cubicBezTo>
                    <a:pt x="4504" y="2477"/>
                    <a:pt x="4938" y="1977"/>
                    <a:pt x="5505" y="1510"/>
                  </a:cubicBezTo>
                  <a:cubicBezTo>
                    <a:pt x="5738" y="1310"/>
                    <a:pt x="6039" y="1076"/>
                    <a:pt x="6339" y="976"/>
                  </a:cubicBezTo>
                  <a:cubicBezTo>
                    <a:pt x="6543" y="874"/>
                    <a:pt x="6785" y="831"/>
                    <a:pt x="7037" y="831"/>
                  </a:cubicBezTo>
                  <a:cubicBezTo>
                    <a:pt x="7115" y="831"/>
                    <a:pt x="7194" y="835"/>
                    <a:pt x="7273" y="843"/>
                  </a:cubicBezTo>
                  <a:cubicBezTo>
                    <a:pt x="8007" y="876"/>
                    <a:pt x="8707" y="1043"/>
                    <a:pt x="9441" y="1243"/>
                  </a:cubicBezTo>
                  <a:cubicBezTo>
                    <a:pt x="10208" y="1476"/>
                    <a:pt x="10942" y="1743"/>
                    <a:pt x="11676" y="2010"/>
                  </a:cubicBezTo>
                  <a:cubicBezTo>
                    <a:pt x="14578" y="3078"/>
                    <a:pt x="17380" y="4412"/>
                    <a:pt x="19848" y="5646"/>
                  </a:cubicBezTo>
                  <a:cubicBezTo>
                    <a:pt x="20416" y="5913"/>
                    <a:pt x="21016" y="6213"/>
                    <a:pt x="21516" y="6580"/>
                  </a:cubicBezTo>
                  <a:cubicBezTo>
                    <a:pt x="21750" y="6814"/>
                    <a:pt x="22017" y="7014"/>
                    <a:pt x="22183" y="7214"/>
                  </a:cubicBezTo>
                  <a:cubicBezTo>
                    <a:pt x="22384" y="7481"/>
                    <a:pt x="22450" y="7681"/>
                    <a:pt x="22517" y="7914"/>
                  </a:cubicBezTo>
                  <a:cubicBezTo>
                    <a:pt x="22550" y="8181"/>
                    <a:pt x="22450" y="8415"/>
                    <a:pt x="22384" y="8682"/>
                  </a:cubicBezTo>
                  <a:cubicBezTo>
                    <a:pt x="22284" y="8815"/>
                    <a:pt x="22250" y="8915"/>
                    <a:pt x="22183" y="9049"/>
                  </a:cubicBezTo>
                  <a:cubicBezTo>
                    <a:pt x="22083" y="9149"/>
                    <a:pt x="22050" y="9249"/>
                    <a:pt x="21917" y="9349"/>
                  </a:cubicBezTo>
                  <a:cubicBezTo>
                    <a:pt x="21550" y="9682"/>
                    <a:pt x="21016" y="9882"/>
                    <a:pt x="20416" y="9983"/>
                  </a:cubicBezTo>
                  <a:cubicBezTo>
                    <a:pt x="19248" y="10183"/>
                    <a:pt x="18114" y="10149"/>
                    <a:pt x="17213" y="10216"/>
                  </a:cubicBezTo>
                  <a:cubicBezTo>
                    <a:pt x="16746" y="10249"/>
                    <a:pt x="16313" y="10316"/>
                    <a:pt x="15946" y="10383"/>
                  </a:cubicBezTo>
                  <a:cubicBezTo>
                    <a:pt x="15746" y="10416"/>
                    <a:pt x="15579" y="10483"/>
                    <a:pt x="15479" y="10516"/>
                  </a:cubicBezTo>
                  <a:cubicBezTo>
                    <a:pt x="15312" y="10583"/>
                    <a:pt x="15178" y="10616"/>
                    <a:pt x="15078" y="10683"/>
                  </a:cubicBezTo>
                  <a:lnTo>
                    <a:pt x="15112" y="10683"/>
                  </a:lnTo>
                  <a:cubicBezTo>
                    <a:pt x="13911" y="11183"/>
                    <a:pt x="12977" y="11951"/>
                    <a:pt x="12143" y="12618"/>
                  </a:cubicBezTo>
                  <a:cubicBezTo>
                    <a:pt x="11309" y="13352"/>
                    <a:pt x="10475" y="13752"/>
                    <a:pt x="9574" y="13885"/>
                  </a:cubicBezTo>
                  <a:cubicBezTo>
                    <a:pt x="9403" y="13928"/>
                    <a:pt x="9219" y="13940"/>
                    <a:pt x="9036" y="13940"/>
                  </a:cubicBezTo>
                  <a:cubicBezTo>
                    <a:pt x="8792" y="13940"/>
                    <a:pt x="8550" y="13919"/>
                    <a:pt x="8340" y="13919"/>
                  </a:cubicBezTo>
                  <a:cubicBezTo>
                    <a:pt x="7973" y="13885"/>
                    <a:pt x="7573" y="13752"/>
                    <a:pt x="7239" y="13652"/>
                  </a:cubicBezTo>
                  <a:cubicBezTo>
                    <a:pt x="6572" y="13352"/>
                    <a:pt x="6005" y="13018"/>
                    <a:pt x="5472" y="12718"/>
                  </a:cubicBezTo>
                  <a:cubicBezTo>
                    <a:pt x="4404" y="12084"/>
                    <a:pt x="3537" y="11717"/>
                    <a:pt x="2970" y="11550"/>
                  </a:cubicBezTo>
                  <a:cubicBezTo>
                    <a:pt x="2670" y="11484"/>
                    <a:pt x="2469" y="11384"/>
                    <a:pt x="2303" y="11384"/>
                  </a:cubicBezTo>
                  <a:cubicBezTo>
                    <a:pt x="2136" y="11350"/>
                    <a:pt x="2036" y="11350"/>
                    <a:pt x="2036" y="11350"/>
                  </a:cubicBezTo>
                  <a:cubicBezTo>
                    <a:pt x="1427" y="11350"/>
                    <a:pt x="1464" y="11719"/>
                    <a:pt x="1823" y="11719"/>
                  </a:cubicBezTo>
                  <a:cubicBezTo>
                    <a:pt x="1837" y="11719"/>
                    <a:pt x="1853" y="11718"/>
                    <a:pt x="1869" y="11717"/>
                  </a:cubicBezTo>
                  <a:cubicBezTo>
                    <a:pt x="1869" y="11717"/>
                    <a:pt x="1936" y="11717"/>
                    <a:pt x="2069" y="11750"/>
                  </a:cubicBezTo>
                  <a:cubicBezTo>
                    <a:pt x="2236" y="11817"/>
                    <a:pt x="2403" y="11851"/>
                    <a:pt x="2703" y="11917"/>
                  </a:cubicBezTo>
                  <a:cubicBezTo>
                    <a:pt x="3237" y="12084"/>
                    <a:pt x="4037" y="12484"/>
                    <a:pt x="5071" y="13085"/>
                  </a:cubicBezTo>
                  <a:cubicBezTo>
                    <a:pt x="5605" y="13385"/>
                    <a:pt x="6205" y="13719"/>
                    <a:pt x="6939" y="14052"/>
                  </a:cubicBezTo>
                  <a:cubicBezTo>
                    <a:pt x="7340" y="14219"/>
                    <a:pt x="7740" y="14352"/>
                    <a:pt x="8207" y="14419"/>
                  </a:cubicBezTo>
                  <a:cubicBezTo>
                    <a:pt x="8474" y="14419"/>
                    <a:pt x="8730" y="14441"/>
                    <a:pt x="8993" y="14441"/>
                  </a:cubicBezTo>
                  <a:cubicBezTo>
                    <a:pt x="9191" y="14441"/>
                    <a:pt x="9393" y="14429"/>
                    <a:pt x="9608" y="14386"/>
                  </a:cubicBezTo>
                  <a:cubicBezTo>
                    <a:pt x="10075" y="14286"/>
                    <a:pt x="10575" y="14152"/>
                    <a:pt x="11076" y="13919"/>
                  </a:cubicBezTo>
                  <a:cubicBezTo>
                    <a:pt x="11576" y="13719"/>
                    <a:pt x="12043" y="13385"/>
                    <a:pt x="12443" y="13051"/>
                  </a:cubicBezTo>
                  <a:cubicBezTo>
                    <a:pt x="13344" y="12351"/>
                    <a:pt x="14211" y="11650"/>
                    <a:pt x="15345" y="11217"/>
                  </a:cubicBezTo>
                  <a:lnTo>
                    <a:pt x="15379" y="11217"/>
                  </a:lnTo>
                  <a:cubicBezTo>
                    <a:pt x="15445" y="11217"/>
                    <a:pt x="15545" y="11183"/>
                    <a:pt x="15679" y="11150"/>
                  </a:cubicBezTo>
                  <a:cubicBezTo>
                    <a:pt x="15746" y="11083"/>
                    <a:pt x="15912" y="11083"/>
                    <a:pt x="16046" y="11050"/>
                  </a:cubicBezTo>
                  <a:cubicBezTo>
                    <a:pt x="16346" y="11017"/>
                    <a:pt x="16713" y="10983"/>
                    <a:pt x="17180" y="10983"/>
                  </a:cubicBezTo>
                  <a:cubicBezTo>
                    <a:pt x="18081" y="10917"/>
                    <a:pt x="19215" y="11017"/>
                    <a:pt x="20516" y="10816"/>
                  </a:cubicBezTo>
                  <a:cubicBezTo>
                    <a:pt x="21183" y="10683"/>
                    <a:pt x="21883" y="10516"/>
                    <a:pt x="22517" y="9916"/>
                  </a:cubicBezTo>
                  <a:cubicBezTo>
                    <a:pt x="22684" y="9816"/>
                    <a:pt x="22751" y="9649"/>
                    <a:pt x="22884" y="9482"/>
                  </a:cubicBezTo>
                  <a:cubicBezTo>
                    <a:pt x="23017" y="9315"/>
                    <a:pt x="23084" y="9149"/>
                    <a:pt x="23184" y="8982"/>
                  </a:cubicBezTo>
                  <a:cubicBezTo>
                    <a:pt x="23351" y="8582"/>
                    <a:pt x="23451" y="8181"/>
                    <a:pt x="23384" y="7714"/>
                  </a:cubicBezTo>
                  <a:cubicBezTo>
                    <a:pt x="23351" y="7247"/>
                    <a:pt x="23117" y="6847"/>
                    <a:pt x="22884" y="6547"/>
                  </a:cubicBezTo>
                  <a:cubicBezTo>
                    <a:pt x="22617" y="6213"/>
                    <a:pt x="22350" y="5980"/>
                    <a:pt x="22050" y="5746"/>
                  </a:cubicBezTo>
                  <a:cubicBezTo>
                    <a:pt x="21450" y="5346"/>
                    <a:pt x="20849" y="5012"/>
                    <a:pt x="20249" y="4712"/>
                  </a:cubicBezTo>
                  <a:cubicBezTo>
                    <a:pt x="17780" y="3511"/>
                    <a:pt x="14945" y="2210"/>
                    <a:pt x="11943" y="1143"/>
                  </a:cubicBezTo>
                  <a:cubicBezTo>
                    <a:pt x="11209" y="876"/>
                    <a:pt x="10408" y="643"/>
                    <a:pt x="9675" y="409"/>
                  </a:cubicBezTo>
                  <a:cubicBezTo>
                    <a:pt x="8907" y="209"/>
                    <a:pt x="8107" y="42"/>
                    <a:pt x="7273" y="9"/>
                  </a:cubicBezTo>
                  <a:cubicBezTo>
                    <a:pt x="7206" y="3"/>
                    <a:pt x="7138" y="0"/>
                    <a:pt x="70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57" name="Google Shape;3957;p36"/>
            <p:cNvSpPr/>
            <p:nvPr/>
          </p:nvSpPr>
          <p:spPr>
            <a:xfrm>
              <a:off x="2878050" y="4066850"/>
              <a:ext cx="773075" cy="505625"/>
            </a:xfrm>
            <a:custGeom>
              <a:avLst/>
              <a:gdLst/>
              <a:ahLst/>
              <a:cxnLst/>
              <a:rect l="l" t="t" r="r" b="b"/>
              <a:pathLst>
                <a:path w="30923" h="20225" extrusionOk="0">
                  <a:moveTo>
                    <a:pt x="10426" y="514"/>
                  </a:moveTo>
                  <a:cubicBezTo>
                    <a:pt x="12092" y="514"/>
                    <a:pt x="13782" y="891"/>
                    <a:pt x="15345" y="1395"/>
                  </a:cubicBezTo>
                  <a:cubicBezTo>
                    <a:pt x="17313" y="1995"/>
                    <a:pt x="19148" y="2829"/>
                    <a:pt x="20849" y="3663"/>
                  </a:cubicBezTo>
                  <a:cubicBezTo>
                    <a:pt x="21683" y="4097"/>
                    <a:pt x="22550" y="4531"/>
                    <a:pt x="23418" y="4998"/>
                  </a:cubicBezTo>
                  <a:cubicBezTo>
                    <a:pt x="23885" y="5264"/>
                    <a:pt x="24318" y="5498"/>
                    <a:pt x="24752" y="5765"/>
                  </a:cubicBezTo>
                  <a:cubicBezTo>
                    <a:pt x="24985" y="5865"/>
                    <a:pt x="25219" y="5998"/>
                    <a:pt x="25419" y="6132"/>
                  </a:cubicBezTo>
                  <a:lnTo>
                    <a:pt x="25753" y="6332"/>
                  </a:lnTo>
                  <a:lnTo>
                    <a:pt x="25919" y="6432"/>
                  </a:lnTo>
                  <a:lnTo>
                    <a:pt x="26019" y="6465"/>
                  </a:lnTo>
                  <a:cubicBezTo>
                    <a:pt x="26086" y="6499"/>
                    <a:pt x="26086" y="6499"/>
                    <a:pt x="26153" y="6499"/>
                  </a:cubicBezTo>
                  <a:cubicBezTo>
                    <a:pt x="27087" y="6832"/>
                    <a:pt x="28021" y="7333"/>
                    <a:pt x="28821" y="8000"/>
                  </a:cubicBezTo>
                  <a:cubicBezTo>
                    <a:pt x="29555" y="8667"/>
                    <a:pt x="30156" y="9601"/>
                    <a:pt x="30256" y="10635"/>
                  </a:cubicBezTo>
                  <a:cubicBezTo>
                    <a:pt x="30389" y="11636"/>
                    <a:pt x="30056" y="12670"/>
                    <a:pt x="29489" y="13570"/>
                  </a:cubicBezTo>
                  <a:cubicBezTo>
                    <a:pt x="28888" y="14404"/>
                    <a:pt x="28054" y="15105"/>
                    <a:pt x="27187" y="15605"/>
                  </a:cubicBezTo>
                  <a:cubicBezTo>
                    <a:pt x="26320" y="16105"/>
                    <a:pt x="25319" y="16406"/>
                    <a:pt x="24318" y="16506"/>
                  </a:cubicBezTo>
                  <a:cubicBezTo>
                    <a:pt x="23818" y="16606"/>
                    <a:pt x="23318" y="16639"/>
                    <a:pt x="22817" y="16673"/>
                  </a:cubicBezTo>
                  <a:lnTo>
                    <a:pt x="22050" y="16806"/>
                  </a:lnTo>
                  <a:lnTo>
                    <a:pt x="21283" y="16939"/>
                  </a:lnTo>
                  <a:cubicBezTo>
                    <a:pt x="21049" y="16973"/>
                    <a:pt x="20849" y="17006"/>
                    <a:pt x="20582" y="17106"/>
                  </a:cubicBezTo>
                  <a:cubicBezTo>
                    <a:pt x="20349" y="17173"/>
                    <a:pt x="20082" y="17240"/>
                    <a:pt x="19882" y="17306"/>
                  </a:cubicBezTo>
                  <a:cubicBezTo>
                    <a:pt x="19415" y="17473"/>
                    <a:pt x="19014" y="17640"/>
                    <a:pt x="18581" y="17840"/>
                  </a:cubicBezTo>
                  <a:cubicBezTo>
                    <a:pt x="17747" y="18274"/>
                    <a:pt x="17013" y="18674"/>
                    <a:pt x="16246" y="19008"/>
                  </a:cubicBezTo>
                  <a:cubicBezTo>
                    <a:pt x="14958" y="19606"/>
                    <a:pt x="13671" y="19990"/>
                    <a:pt x="12552" y="19990"/>
                  </a:cubicBezTo>
                  <a:cubicBezTo>
                    <a:pt x="12425" y="19990"/>
                    <a:pt x="12299" y="19985"/>
                    <a:pt x="12176" y="19975"/>
                  </a:cubicBezTo>
                  <a:cubicBezTo>
                    <a:pt x="10975" y="19908"/>
                    <a:pt x="10041" y="19508"/>
                    <a:pt x="9474" y="19241"/>
                  </a:cubicBezTo>
                  <a:cubicBezTo>
                    <a:pt x="9174" y="19074"/>
                    <a:pt x="8974" y="18941"/>
                    <a:pt x="8807" y="18841"/>
                  </a:cubicBezTo>
                  <a:cubicBezTo>
                    <a:pt x="8674" y="18774"/>
                    <a:pt x="8574" y="18741"/>
                    <a:pt x="8574" y="18741"/>
                  </a:cubicBezTo>
                  <a:cubicBezTo>
                    <a:pt x="8333" y="18567"/>
                    <a:pt x="8162" y="18489"/>
                    <a:pt x="8090" y="18489"/>
                  </a:cubicBezTo>
                  <a:cubicBezTo>
                    <a:pt x="8046" y="18489"/>
                    <a:pt x="8041" y="18520"/>
                    <a:pt x="8082" y="18575"/>
                  </a:cubicBezTo>
                  <a:lnTo>
                    <a:pt x="8082" y="18575"/>
                  </a:lnTo>
                  <a:cubicBezTo>
                    <a:pt x="8004" y="18509"/>
                    <a:pt x="7891" y="18430"/>
                    <a:pt x="7740" y="18340"/>
                  </a:cubicBezTo>
                  <a:lnTo>
                    <a:pt x="7506" y="18240"/>
                  </a:lnTo>
                  <a:cubicBezTo>
                    <a:pt x="7339" y="18140"/>
                    <a:pt x="7073" y="18007"/>
                    <a:pt x="6806" y="17907"/>
                  </a:cubicBezTo>
                  <a:cubicBezTo>
                    <a:pt x="6172" y="17607"/>
                    <a:pt x="5238" y="17273"/>
                    <a:pt x="4137" y="16806"/>
                  </a:cubicBezTo>
                  <a:cubicBezTo>
                    <a:pt x="3570" y="16572"/>
                    <a:pt x="2970" y="16272"/>
                    <a:pt x="2369" y="15905"/>
                  </a:cubicBezTo>
                  <a:cubicBezTo>
                    <a:pt x="1802" y="15505"/>
                    <a:pt x="1202" y="15005"/>
                    <a:pt x="835" y="14304"/>
                  </a:cubicBezTo>
                  <a:cubicBezTo>
                    <a:pt x="468" y="13604"/>
                    <a:pt x="334" y="12770"/>
                    <a:pt x="468" y="11902"/>
                  </a:cubicBezTo>
                  <a:cubicBezTo>
                    <a:pt x="535" y="11002"/>
                    <a:pt x="835" y="10101"/>
                    <a:pt x="1168" y="9234"/>
                  </a:cubicBezTo>
                  <a:cubicBezTo>
                    <a:pt x="1869" y="7433"/>
                    <a:pt x="2836" y="5598"/>
                    <a:pt x="4037" y="3897"/>
                  </a:cubicBezTo>
                  <a:cubicBezTo>
                    <a:pt x="4638" y="3063"/>
                    <a:pt x="5338" y="2262"/>
                    <a:pt x="6205" y="1662"/>
                  </a:cubicBezTo>
                  <a:cubicBezTo>
                    <a:pt x="7073" y="1095"/>
                    <a:pt x="8073" y="728"/>
                    <a:pt x="9141" y="594"/>
                  </a:cubicBezTo>
                  <a:cubicBezTo>
                    <a:pt x="9566" y="540"/>
                    <a:pt x="9995" y="514"/>
                    <a:pt x="10426" y="514"/>
                  </a:cubicBezTo>
                  <a:close/>
                  <a:moveTo>
                    <a:pt x="10557" y="0"/>
                  </a:moveTo>
                  <a:cubicBezTo>
                    <a:pt x="10086" y="0"/>
                    <a:pt x="9613" y="30"/>
                    <a:pt x="9141" y="94"/>
                  </a:cubicBezTo>
                  <a:cubicBezTo>
                    <a:pt x="8007" y="261"/>
                    <a:pt x="6906" y="628"/>
                    <a:pt x="6005" y="1262"/>
                  </a:cubicBezTo>
                  <a:cubicBezTo>
                    <a:pt x="5038" y="1829"/>
                    <a:pt x="4337" y="2696"/>
                    <a:pt x="3704" y="3597"/>
                  </a:cubicBezTo>
                  <a:cubicBezTo>
                    <a:pt x="2503" y="5331"/>
                    <a:pt x="1535" y="7166"/>
                    <a:pt x="835" y="9000"/>
                  </a:cubicBezTo>
                  <a:cubicBezTo>
                    <a:pt x="501" y="9934"/>
                    <a:pt x="234" y="10835"/>
                    <a:pt x="101" y="11769"/>
                  </a:cubicBezTo>
                  <a:cubicBezTo>
                    <a:pt x="1" y="12670"/>
                    <a:pt x="101" y="13637"/>
                    <a:pt x="535" y="14404"/>
                  </a:cubicBezTo>
                  <a:cubicBezTo>
                    <a:pt x="968" y="15171"/>
                    <a:pt x="1569" y="15739"/>
                    <a:pt x="2202" y="16105"/>
                  </a:cubicBezTo>
                  <a:cubicBezTo>
                    <a:pt x="2836" y="16506"/>
                    <a:pt x="3403" y="16773"/>
                    <a:pt x="4004" y="17006"/>
                  </a:cubicBezTo>
                  <a:cubicBezTo>
                    <a:pt x="5138" y="17473"/>
                    <a:pt x="6039" y="17807"/>
                    <a:pt x="6672" y="18107"/>
                  </a:cubicBezTo>
                  <a:cubicBezTo>
                    <a:pt x="7006" y="18240"/>
                    <a:pt x="7206" y="18340"/>
                    <a:pt x="7373" y="18441"/>
                  </a:cubicBezTo>
                  <a:lnTo>
                    <a:pt x="7640" y="18574"/>
                  </a:lnTo>
                  <a:cubicBezTo>
                    <a:pt x="7891" y="18725"/>
                    <a:pt x="8071" y="18790"/>
                    <a:pt x="8159" y="18790"/>
                  </a:cubicBezTo>
                  <a:cubicBezTo>
                    <a:pt x="8225" y="18790"/>
                    <a:pt x="8239" y="18754"/>
                    <a:pt x="8193" y="18689"/>
                  </a:cubicBezTo>
                  <a:lnTo>
                    <a:pt x="8193" y="18689"/>
                  </a:lnTo>
                  <a:cubicBezTo>
                    <a:pt x="8272" y="18758"/>
                    <a:pt x="8386" y="18843"/>
                    <a:pt x="8540" y="18941"/>
                  </a:cubicBezTo>
                  <a:lnTo>
                    <a:pt x="8807" y="19041"/>
                  </a:lnTo>
                  <a:cubicBezTo>
                    <a:pt x="8907" y="19141"/>
                    <a:pt x="9174" y="19274"/>
                    <a:pt x="9474" y="19441"/>
                  </a:cubicBezTo>
                  <a:cubicBezTo>
                    <a:pt x="10041" y="19708"/>
                    <a:pt x="11009" y="20142"/>
                    <a:pt x="12243" y="20208"/>
                  </a:cubicBezTo>
                  <a:cubicBezTo>
                    <a:pt x="12381" y="20219"/>
                    <a:pt x="12523" y="20225"/>
                    <a:pt x="12667" y="20225"/>
                  </a:cubicBezTo>
                  <a:cubicBezTo>
                    <a:pt x="13839" y="20225"/>
                    <a:pt x="15176" y="19869"/>
                    <a:pt x="16513" y="19274"/>
                  </a:cubicBezTo>
                  <a:cubicBezTo>
                    <a:pt x="17247" y="18941"/>
                    <a:pt x="18014" y="18507"/>
                    <a:pt x="18848" y="18140"/>
                  </a:cubicBezTo>
                  <a:cubicBezTo>
                    <a:pt x="19615" y="17773"/>
                    <a:pt x="20516" y="17440"/>
                    <a:pt x="21450" y="17273"/>
                  </a:cubicBezTo>
                  <a:cubicBezTo>
                    <a:pt x="21950" y="17173"/>
                    <a:pt x="22417" y="17140"/>
                    <a:pt x="22917" y="17039"/>
                  </a:cubicBezTo>
                  <a:cubicBezTo>
                    <a:pt x="23418" y="16973"/>
                    <a:pt x="23918" y="16973"/>
                    <a:pt x="24418" y="16873"/>
                  </a:cubicBezTo>
                  <a:cubicBezTo>
                    <a:pt x="25452" y="16773"/>
                    <a:pt x="26520" y="16439"/>
                    <a:pt x="27487" y="15939"/>
                  </a:cubicBezTo>
                  <a:cubicBezTo>
                    <a:pt x="28421" y="15438"/>
                    <a:pt x="29322" y="14671"/>
                    <a:pt x="29922" y="13770"/>
                  </a:cubicBezTo>
                  <a:cubicBezTo>
                    <a:pt x="30556" y="12836"/>
                    <a:pt x="30923" y="11702"/>
                    <a:pt x="30823" y="10535"/>
                  </a:cubicBezTo>
                  <a:cubicBezTo>
                    <a:pt x="30623" y="9367"/>
                    <a:pt x="30022" y="8367"/>
                    <a:pt x="29188" y="7633"/>
                  </a:cubicBezTo>
                  <a:cubicBezTo>
                    <a:pt x="28354" y="6932"/>
                    <a:pt x="27354" y="6432"/>
                    <a:pt x="26353" y="6032"/>
                  </a:cubicBezTo>
                  <a:cubicBezTo>
                    <a:pt x="26286" y="6032"/>
                    <a:pt x="26186" y="5932"/>
                    <a:pt x="26053" y="5865"/>
                  </a:cubicBezTo>
                  <a:lnTo>
                    <a:pt x="25719" y="5665"/>
                  </a:lnTo>
                  <a:cubicBezTo>
                    <a:pt x="25519" y="5565"/>
                    <a:pt x="25252" y="5431"/>
                    <a:pt x="25052" y="5298"/>
                  </a:cubicBezTo>
                  <a:cubicBezTo>
                    <a:pt x="24585" y="5031"/>
                    <a:pt x="24185" y="4797"/>
                    <a:pt x="23718" y="4531"/>
                  </a:cubicBezTo>
                  <a:cubicBezTo>
                    <a:pt x="22851" y="4030"/>
                    <a:pt x="21983" y="3597"/>
                    <a:pt x="21149" y="3163"/>
                  </a:cubicBezTo>
                  <a:cubicBezTo>
                    <a:pt x="19415" y="2329"/>
                    <a:pt x="17547" y="1495"/>
                    <a:pt x="15545" y="861"/>
                  </a:cubicBezTo>
                  <a:cubicBezTo>
                    <a:pt x="13974" y="390"/>
                    <a:pt x="12278" y="0"/>
                    <a:pt x="105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58" name="Google Shape;3958;p36"/>
            <p:cNvSpPr/>
            <p:nvPr/>
          </p:nvSpPr>
          <p:spPr>
            <a:xfrm>
              <a:off x="3052350" y="4215300"/>
              <a:ext cx="194250" cy="168075"/>
            </a:xfrm>
            <a:custGeom>
              <a:avLst/>
              <a:gdLst/>
              <a:ahLst/>
              <a:cxnLst/>
              <a:rect l="l" t="t" r="r" b="b"/>
              <a:pathLst>
                <a:path w="7770" h="6723" extrusionOk="0">
                  <a:moveTo>
                    <a:pt x="4966" y="1"/>
                  </a:moveTo>
                  <a:cubicBezTo>
                    <a:pt x="4591" y="1"/>
                    <a:pt x="4204" y="50"/>
                    <a:pt x="3837" y="160"/>
                  </a:cubicBezTo>
                  <a:cubicBezTo>
                    <a:pt x="3103" y="360"/>
                    <a:pt x="2569" y="827"/>
                    <a:pt x="2169" y="1228"/>
                  </a:cubicBezTo>
                  <a:cubicBezTo>
                    <a:pt x="1335" y="2128"/>
                    <a:pt x="734" y="3496"/>
                    <a:pt x="434" y="4630"/>
                  </a:cubicBezTo>
                  <a:cubicBezTo>
                    <a:pt x="267" y="5197"/>
                    <a:pt x="201" y="5664"/>
                    <a:pt x="101" y="6031"/>
                  </a:cubicBezTo>
                  <a:cubicBezTo>
                    <a:pt x="34" y="6398"/>
                    <a:pt x="1" y="6632"/>
                    <a:pt x="1" y="6632"/>
                  </a:cubicBezTo>
                  <a:cubicBezTo>
                    <a:pt x="1" y="6671"/>
                    <a:pt x="95" y="6723"/>
                    <a:pt x="207" y="6723"/>
                  </a:cubicBezTo>
                  <a:cubicBezTo>
                    <a:pt x="283" y="6723"/>
                    <a:pt x="367" y="6699"/>
                    <a:pt x="434" y="6632"/>
                  </a:cubicBezTo>
                  <a:cubicBezTo>
                    <a:pt x="434" y="6632"/>
                    <a:pt x="668" y="5798"/>
                    <a:pt x="1035" y="4730"/>
                  </a:cubicBezTo>
                  <a:cubicBezTo>
                    <a:pt x="1402" y="3696"/>
                    <a:pt x="2035" y="2462"/>
                    <a:pt x="2736" y="1695"/>
                  </a:cubicBezTo>
                  <a:cubicBezTo>
                    <a:pt x="3069" y="1328"/>
                    <a:pt x="3536" y="961"/>
                    <a:pt x="4070" y="727"/>
                  </a:cubicBezTo>
                  <a:cubicBezTo>
                    <a:pt x="4383" y="610"/>
                    <a:pt x="4718" y="562"/>
                    <a:pt x="5050" y="562"/>
                  </a:cubicBezTo>
                  <a:cubicBezTo>
                    <a:pt x="5284" y="562"/>
                    <a:pt x="5517" y="586"/>
                    <a:pt x="5738" y="627"/>
                  </a:cubicBezTo>
                  <a:cubicBezTo>
                    <a:pt x="6238" y="727"/>
                    <a:pt x="6705" y="894"/>
                    <a:pt x="7039" y="1028"/>
                  </a:cubicBezTo>
                  <a:cubicBezTo>
                    <a:pt x="7206" y="1061"/>
                    <a:pt x="7339" y="1161"/>
                    <a:pt x="7406" y="1194"/>
                  </a:cubicBezTo>
                  <a:cubicBezTo>
                    <a:pt x="7506" y="1228"/>
                    <a:pt x="7539" y="1294"/>
                    <a:pt x="7539" y="1294"/>
                  </a:cubicBezTo>
                  <a:cubicBezTo>
                    <a:pt x="7543" y="1296"/>
                    <a:pt x="7546" y="1297"/>
                    <a:pt x="7550" y="1297"/>
                  </a:cubicBezTo>
                  <a:cubicBezTo>
                    <a:pt x="7623" y="1297"/>
                    <a:pt x="7769" y="1022"/>
                    <a:pt x="7706" y="928"/>
                  </a:cubicBezTo>
                  <a:cubicBezTo>
                    <a:pt x="7706" y="928"/>
                    <a:pt x="7673" y="894"/>
                    <a:pt x="7573" y="861"/>
                  </a:cubicBezTo>
                  <a:cubicBezTo>
                    <a:pt x="7506" y="827"/>
                    <a:pt x="7372" y="727"/>
                    <a:pt x="7206" y="661"/>
                  </a:cubicBezTo>
                  <a:cubicBezTo>
                    <a:pt x="6905" y="494"/>
                    <a:pt x="6405" y="260"/>
                    <a:pt x="5838" y="94"/>
                  </a:cubicBezTo>
                  <a:cubicBezTo>
                    <a:pt x="5568" y="34"/>
                    <a:pt x="5271" y="1"/>
                    <a:pt x="49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3959" name="Google Shape;3959;p36"/>
          <p:cNvSpPr txBox="1"/>
          <p:nvPr>
            <p:ph type="subTitle" idx="4"/>
          </p:nvPr>
        </p:nvSpPr>
        <p:spPr>
          <a:xfrm>
            <a:off x="3419271" y="4018575"/>
            <a:ext cx="23055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GB"/>
              <a:t>You can describe the topic of the section here</a:t>
            </a:r>
            <a:endParaRPr lang="en-GB"/>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3963" name="Shape 3963"/>
        <p:cNvGrpSpPr/>
        <p:nvPr/>
      </p:nvGrpSpPr>
      <p:grpSpPr>
        <a:xfrm>
          <a:off x="0" y="0"/>
          <a:ext cx="0" cy="0"/>
          <a:chOff x="0" y="0"/>
          <a:chExt cx="0" cy="0"/>
        </a:xfrm>
      </p:grpSpPr>
      <p:sp>
        <p:nvSpPr>
          <p:cNvPr id="3964" name="Google Shape;3964;p37"/>
          <p:cNvSpPr txBox="1"/>
          <p:nvPr>
            <p:ph type="title"/>
          </p:nvPr>
        </p:nvSpPr>
        <p:spPr>
          <a:xfrm>
            <a:off x="2243075" y="1231601"/>
            <a:ext cx="4872900" cy="1268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GB"/>
              <a:t>Whoa!</a:t>
            </a:r>
            <a:endParaRPr>
              <a:solidFill>
                <a:schemeClr val="dk2"/>
              </a:solidFill>
            </a:endParaRPr>
          </a:p>
        </p:txBody>
      </p:sp>
      <p:sp>
        <p:nvSpPr>
          <p:cNvPr id="3965" name="Google Shape;3965;p37"/>
          <p:cNvSpPr txBox="1"/>
          <p:nvPr>
            <p:ph type="subTitle" idx="1"/>
          </p:nvPr>
        </p:nvSpPr>
        <p:spPr>
          <a:xfrm>
            <a:off x="2243063" y="2500400"/>
            <a:ext cx="4872900" cy="671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This can be the part of the presentation where you introduce yourself, write your email…</a:t>
            </a:r>
            <a:endParaRPr lang="en-GB"/>
          </a:p>
        </p:txBody>
      </p:sp>
      <p:sp>
        <p:nvSpPr>
          <p:cNvPr id="3966" name="Google Shape;3966;p37"/>
          <p:cNvSpPr/>
          <p:nvPr/>
        </p:nvSpPr>
        <p:spPr>
          <a:xfrm rot="2508735">
            <a:off x="8302976" y="4744460"/>
            <a:ext cx="255590" cy="255590"/>
          </a:xfrm>
          <a:prstGeom prst="mathPlus">
            <a:avLst>
              <a:gd name="adj1" fmla="val 18896"/>
            </a:avLst>
          </a:prstGeom>
          <a:solidFill>
            <a:srgbClr val="CC4125"/>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3970" name="Shape 3970"/>
        <p:cNvGrpSpPr/>
        <p:nvPr/>
      </p:nvGrpSpPr>
      <p:grpSpPr>
        <a:xfrm>
          <a:off x="0" y="0"/>
          <a:ext cx="0" cy="0"/>
          <a:chOff x="0" y="0"/>
          <a:chExt cx="0" cy="0"/>
        </a:xfrm>
      </p:grpSpPr>
      <p:sp>
        <p:nvSpPr>
          <p:cNvPr id="3971" name="Google Shape;3971;p38"/>
          <p:cNvSpPr txBox="1"/>
          <p:nvPr>
            <p:ph type="title"/>
          </p:nvPr>
        </p:nvSpPr>
        <p:spPr>
          <a:xfrm>
            <a:off x="1010600" y="1891275"/>
            <a:ext cx="4647300" cy="11424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GB"/>
              <a:t>Introduction</a:t>
            </a:r>
            <a:endParaRPr>
              <a:solidFill>
                <a:schemeClr val="dk2"/>
              </a:solidFill>
            </a:endParaRPr>
          </a:p>
        </p:txBody>
      </p:sp>
      <p:sp>
        <p:nvSpPr>
          <p:cNvPr id="3972" name="Google Shape;3972;p38"/>
          <p:cNvSpPr txBox="1"/>
          <p:nvPr>
            <p:ph type="title" idx="2"/>
          </p:nvPr>
        </p:nvSpPr>
        <p:spPr>
          <a:xfrm>
            <a:off x="2508200" y="1230925"/>
            <a:ext cx="1463400" cy="915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GB"/>
              <a:t>01</a:t>
            </a:r>
            <a:endParaRPr lang="en-GB"/>
          </a:p>
        </p:txBody>
      </p:sp>
      <p:sp>
        <p:nvSpPr>
          <p:cNvPr id="3973" name="Google Shape;3973;p38"/>
          <p:cNvSpPr txBox="1"/>
          <p:nvPr>
            <p:ph type="subTitle" idx="1"/>
          </p:nvPr>
        </p:nvSpPr>
        <p:spPr>
          <a:xfrm>
            <a:off x="1010600" y="3033675"/>
            <a:ext cx="4647300" cy="3750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You can enter a subtitle here if you need it</a:t>
            </a:r>
            <a:endParaRPr lang="en-GB"/>
          </a:p>
        </p:txBody>
      </p:sp>
      <p:grpSp>
        <p:nvGrpSpPr>
          <p:cNvPr id="3974" name="Google Shape;3974;p38"/>
          <p:cNvGrpSpPr/>
          <p:nvPr/>
        </p:nvGrpSpPr>
        <p:grpSpPr>
          <a:xfrm>
            <a:off x="6096484" y="2298362"/>
            <a:ext cx="1979166" cy="2845274"/>
            <a:chOff x="5856284" y="2298262"/>
            <a:chExt cx="1979166" cy="2845274"/>
          </a:xfrm>
        </p:grpSpPr>
        <p:sp>
          <p:nvSpPr>
            <p:cNvPr id="3975" name="Google Shape;3975;p38"/>
            <p:cNvSpPr/>
            <p:nvPr/>
          </p:nvSpPr>
          <p:spPr>
            <a:xfrm>
              <a:off x="5906477" y="2321686"/>
              <a:ext cx="1864781" cy="2135712"/>
            </a:xfrm>
            <a:custGeom>
              <a:avLst/>
              <a:gdLst/>
              <a:ahLst/>
              <a:cxnLst/>
              <a:rect l="l" t="t" r="r" b="b"/>
              <a:pathLst>
                <a:path w="33437" h="38295" extrusionOk="0">
                  <a:moveTo>
                    <a:pt x="16806" y="0"/>
                  </a:moveTo>
                  <a:cubicBezTo>
                    <a:pt x="16679" y="0"/>
                    <a:pt x="16552" y="2"/>
                    <a:pt x="16425" y="5"/>
                  </a:cubicBezTo>
                  <a:cubicBezTo>
                    <a:pt x="7303" y="214"/>
                    <a:pt x="0" y="7893"/>
                    <a:pt x="210" y="17036"/>
                  </a:cubicBezTo>
                  <a:cubicBezTo>
                    <a:pt x="398" y="24422"/>
                    <a:pt x="5420" y="30637"/>
                    <a:pt x="12220" y="32562"/>
                  </a:cubicBezTo>
                  <a:cubicBezTo>
                    <a:pt x="12534" y="32645"/>
                    <a:pt x="12847" y="32771"/>
                    <a:pt x="13140" y="32938"/>
                  </a:cubicBezTo>
                  <a:cubicBezTo>
                    <a:pt x="14542" y="33754"/>
                    <a:pt x="15421" y="35282"/>
                    <a:pt x="15421" y="36935"/>
                  </a:cubicBezTo>
                  <a:lnTo>
                    <a:pt x="15421" y="38295"/>
                  </a:lnTo>
                  <a:lnTo>
                    <a:pt x="18246" y="38295"/>
                  </a:lnTo>
                  <a:lnTo>
                    <a:pt x="18246" y="36956"/>
                  </a:lnTo>
                  <a:cubicBezTo>
                    <a:pt x="18246" y="35324"/>
                    <a:pt x="19104" y="33775"/>
                    <a:pt x="20505" y="32959"/>
                  </a:cubicBezTo>
                  <a:cubicBezTo>
                    <a:pt x="20819" y="32771"/>
                    <a:pt x="21133" y="32666"/>
                    <a:pt x="21489" y="32562"/>
                  </a:cubicBezTo>
                  <a:cubicBezTo>
                    <a:pt x="28394" y="30553"/>
                    <a:pt x="33436" y="24171"/>
                    <a:pt x="33436" y="16618"/>
                  </a:cubicBezTo>
                  <a:cubicBezTo>
                    <a:pt x="33436" y="7434"/>
                    <a:pt x="25965" y="0"/>
                    <a:pt x="16806" y="0"/>
                  </a:cubicBezTo>
                  <a:close/>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76" name="Google Shape;3976;p38"/>
            <p:cNvSpPr/>
            <p:nvPr/>
          </p:nvSpPr>
          <p:spPr>
            <a:xfrm>
              <a:off x="5893650" y="2310086"/>
              <a:ext cx="1891607" cy="2147312"/>
            </a:xfrm>
            <a:custGeom>
              <a:avLst/>
              <a:gdLst/>
              <a:ahLst/>
              <a:cxnLst/>
              <a:rect l="l" t="t" r="r" b="b"/>
              <a:pathLst>
                <a:path w="33918" h="38503" extrusionOk="0">
                  <a:moveTo>
                    <a:pt x="15716" y="38420"/>
                  </a:moveTo>
                  <a:lnTo>
                    <a:pt x="15714" y="38481"/>
                  </a:lnTo>
                  <a:lnTo>
                    <a:pt x="15714" y="38481"/>
                  </a:lnTo>
                  <a:lnTo>
                    <a:pt x="17084" y="38450"/>
                  </a:lnTo>
                  <a:lnTo>
                    <a:pt x="17084" y="38450"/>
                  </a:lnTo>
                  <a:lnTo>
                    <a:pt x="15716" y="38420"/>
                  </a:lnTo>
                  <a:close/>
                  <a:moveTo>
                    <a:pt x="16758" y="1"/>
                  </a:moveTo>
                  <a:cubicBezTo>
                    <a:pt x="12246" y="1"/>
                    <a:pt x="7763" y="2017"/>
                    <a:pt x="4687" y="5339"/>
                  </a:cubicBezTo>
                  <a:cubicBezTo>
                    <a:pt x="3118" y="7034"/>
                    <a:pt x="1883" y="9063"/>
                    <a:pt x="1088" y="11218"/>
                  </a:cubicBezTo>
                  <a:cubicBezTo>
                    <a:pt x="314" y="13394"/>
                    <a:pt x="0" y="15759"/>
                    <a:pt x="209" y="18060"/>
                  </a:cubicBezTo>
                  <a:cubicBezTo>
                    <a:pt x="356" y="20362"/>
                    <a:pt x="1046" y="22622"/>
                    <a:pt x="2134" y="24672"/>
                  </a:cubicBezTo>
                  <a:cubicBezTo>
                    <a:pt x="2281" y="24923"/>
                    <a:pt x="2427" y="25195"/>
                    <a:pt x="2595" y="25426"/>
                  </a:cubicBezTo>
                  <a:cubicBezTo>
                    <a:pt x="2741" y="25656"/>
                    <a:pt x="2909" y="25928"/>
                    <a:pt x="3055" y="26158"/>
                  </a:cubicBezTo>
                  <a:lnTo>
                    <a:pt x="3578" y="26869"/>
                  </a:lnTo>
                  <a:cubicBezTo>
                    <a:pt x="3662" y="26974"/>
                    <a:pt x="3745" y="27099"/>
                    <a:pt x="3850" y="27204"/>
                  </a:cubicBezTo>
                  <a:lnTo>
                    <a:pt x="4122" y="27539"/>
                  </a:lnTo>
                  <a:cubicBezTo>
                    <a:pt x="4331" y="27748"/>
                    <a:pt x="4520" y="27999"/>
                    <a:pt x="4708" y="28208"/>
                  </a:cubicBezTo>
                  <a:lnTo>
                    <a:pt x="5315" y="28794"/>
                  </a:lnTo>
                  <a:lnTo>
                    <a:pt x="5629" y="29108"/>
                  </a:lnTo>
                  <a:lnTo>
                    <a:pt x="5963" y="29401"/>
                  </a:lnTo>
                  <a:lnTo>
                    <a:pt x="6612" y="29945"/>
                  </a:lnTo>
                  <a:cubicBezTo>
                    <a:pt x="8453" y="31368"/>
                    <a:pt x="10567" y="32414"/>
                    <a:pt x="12764" y="32979"/>
                  </a:cubicBezTo>
                  <a:cubicBezTo>
                    <a:pt x="13810" y="33356"/>
                    <a:pt x="14668" y="34193"/>
                    <a:pt x="15170" y="35176"/>
                  </a:cubicBezTo>
                  <a:cubicBezTo>
                    <a:pt x="15400" y="35699"/>
                    <a:pt x="15567" y="36264"/>
                    <a:pt x="15609" y="36808"/>
                  </a:cubicBezTo>
                  <a:cubicBezTo>
                    <a:pt x="15672" y="37352"/>
                    <a:pt x="15651" y="37938"/>
                    <a:pt x="15672" y="38503"/>
                  </a:cubicBezTo>
                  <a:lnTo>
                    <a:pt x="15714" y="38503"/>
                  </a:lnTo>
                  <a:lnTo>
                    <a:pt x="15714" y="38481"/>
                  </a:lnTo>
                  <a:lnTo>
                    <a:pt x="15714" y="38481"/>
                  </a:lnTo>
                  <a:lnTo>
                    <a:pt x="15693" y="38481"/>
                  </a:lnTo>
                  <a:lnTo>
                    <a:pt x="15693" y="38419"/>
                  </a:lnTo>
                  <a:lnTo>
                    <a:pt x="15716" y="38420"/>
                  </a:lnTo>
                  <a:lnTo>
                    <a:pt x="15716" y="38420"/>
                  </a:lnTo>
                  <a:lnTo>
                    <a:pt x="15735" y="37645"/>
                  </a:lnTo>
                  <a:cubicBezTo>
                    <a:pt x="15735" y="37352"/>
                    <a:pt x="15777" y="37059"/>
                    <a:pt x="15735" y="36787"/>
                  </a:cubicBezTo>
                  <a:cubicBezTo>
                    <a:pt x="15693" y="36201"/>
                    <a:pt x="15567" y="35636"/>
                    <a:pt x="15337" y="35113"/>
                  </a:cubicBezTo>
                  <a:cubicBezTo>
                    <a:pt x="14856" y="34025"/>
                    <a:pt x="13977" y="33146"/>
                    <a:pt x="12868" y="32728"/>
                  </a:cubicBezTo>
                  <a:cubicBezTo>
                    <a:pt x="10671" y="32100"/>
                    <a:pt x="8663" y="31033"/>
                    <a:pt x="6884" y="29631"/>
                  </a:cubicBezTo>
                  <a:lnTo>
                    <a:pt x="6256" y="29087"/>
                  </a:lnTo>
                  <a:lnTo>
                    <a:pt x="5942" y="28794"/>
                  </a:lnTo>
                  <a:cubicBezTo>
                    <a:pt x="5838" y="28731"/>
                    <a:pt x="5754" y="28627"/>
                    <a:pt x="5650" y="28522"/>
                  </a:cubicBezTo>
                  <a:lnTo>
                    <a:pt x="5043" y="27915"/>
                  </a:lnTo>
                  <a:cubicBezTo>
                    <a:pt x="4875" y="27706"/>
                    <a:pt x="4687" y="27476"/>
                    <a:pt x="4499" y="27246"/>
                  </a:cubicBezTo>
                  <a:lnTo>
                    <a:pt x="4248" y="26953"/>
                  </a:lnTo>
                  <a:cubicBezTo>
                    <a:pt x="4143" y="26848"/>
                    <a:pt x="4059" y="26702"/>
                    <a:pt x="3976" y="26597"/>
                  </a:cubicBezTo>
                  <a:lnTo>
                    <a:pt x="3473" y="25928"/>
                  </a:lnTo>
                  <a:cubicBezTo>
                    <a:pt x="3327" y="25718"/>
                    <a:pt x="3201" y="25446"/>
                    <a:pt x="3034" y="25216"/>
                  </a:cubicBezTo>
                  <a:cubicBezTo>
                    <a:pt x="2888" y="24986"/>
                    <a:pt x="2720" y="24756"/>
                    <a:pt x="2616" y="24484"/>
                  </a:cubicBezTo>
                  <a:lnTo>
                    <a:pt x="2260" y="23731"/>
                  </a:lnTo>
                  <a:lnTo>
                    <a:pt x="1946" y="22936"/>
                  </a:lnTo>
                  <a:cubicBezTo>
                    <a:pt x="1695" y="22413"/>
                    <a:pt x="1569" y="21869"/>
                    <a:pt x="1381" y="21345"/>
                  </a:cubicBezTo>
                  <a:cubicBezTo>
                    <a:pt x="1339" y="21220"/>
                    <a:pt x="1318" y="21094"/>
                    <a:pt x="1277" y="20948"/>
                  </a:cubicBezTo>
                  <a:lnTo>
                    <a:pt x="1172" y="20529"/>
                  </a:lnTo>
                  <a:cubicBezTo>
                    <a:pt x="1130" y="20278"/>
                    <a:pt x="1025" y="20006"/>
                    <a:pt x="1005" y="19734"/>
                  </a:cubicBezTo>
                  <a:cubicBezTo>
                    <a:pt x="921" y="19169"/>
                    <a:pt x="816" y="18604"/>
                    <a:pt x="795" y="18060"/>
                  </a:cubicBezTo>
                  <a:cubicBezTo>
                    <a:pt x="419" y="13583"/>
                    <a:pt x="2051" y="9001"/>
                    <a:pt x="5022" y="5715"/>
                  </a:cubicBezTo>
                  <a:cubicBezTo>
                    <a:pt x="6549" y="4063"/>
                    <a:pt x="8391" y="2702"/>
                    <a:pt x="10441" y="1782"/>
                  </a:cubicBezTo>
                  <a:cubicBezTo>
                    <a:pt x="12512" y="861"/>
                    <a:pt x="14751" y="380"/>
                    <a:pt x="17011" y="338"/>
                  </a:cubicBezTo>
                  <a:cubicBezTo>
                    <a:pt x="17062" y="338"/>
                    <a:pt x="17113" y="337"/>
                    <a:pt x="17164" y="337"/>
                  </a:cubicBezTo>
                  <a:cubicBezTo>
                    <a:pt x="19353" y="337"/>
                    <a:pt x="21557" y="777"/>
                    <a:pt x="23602" y="1656"/>
                  </a:cubicBezTo>
                  <a:cubicBezTo>
                    <a:pt x="25694" y="2577"/>
                    <a:pt x="27577" y="3874"/>
                    <a:pt x="29105" y="5548"/>
                  </a:cubicBezTo>
                  <a:cubicBezTo>
                    <a:pt x="30653" y="7222"/>
                    <a:pt x="31867" y="9210"/>
                    <a:pt x="32557" y="11365"/>
                  </a:cubicBezTo>
                  <a:cubicBezTo>
                    <a:pt x="33290" y="13499"/>
                    <a:pt x="33562" y="15780"/>
                    <a:pt x="33373" y="18019"/>
                  </a:cubicBezTo>
                  <a:cubicBezTo>
                    <a:pt x="33185" y="20278"/>
                    <a:pt x="32536" y="22475"/>
                    <a:pt x="31490" y="24463"/>
                  </a:cubicBezTo>
                  <a:cubicBezTo>
                    <a:pt x="30423" y="26430"/>
                    <a:pt x="28979" y="28208"/>
                    <a:pt x="27222" y="29610"/>
                  </a:cubicBezTo>
                  <a:cubicBezTo>
                    <a:pt x="26782" y="29945"/>
                    <a:pt x="26364" y="30322"/>
                    <a:pt x="25862" y="30615"/>
                  </a:cubicBezTo>
                  <a:cubicBezTo>
                    <a:pt x="25632" y="30761"/>
                    <a:pt x="25401" y="30928"/>
                    <a:pt x="25171" y="31054"/>
                  </a:cubicBezTo>
                  <a:lnTo>
                    <a:pt x="24439" y="31452"/>
                  </a:lnTo>
                  <a:cubicBezTo>
                    <a:pt x="24334" y="31493"/>
                    <a:pt x="24188" y="31577"/>
                    <a:pt x="24062" y="31619"/>
                  </a:cubicBezTo>
                  <a:lnTo>
                    <a:pt x="23665" y="31807"/>
                  </a:lnTo>
                  <a:lnTo>
                    <a:pt x="22891" y="32142"/>
                  </a:lnTo>
                  <a:lnTo>
                    <a:pt x="21259" y="32707"/>
                  </a:lnTo>
                  <a:cubicBezTo>
                    <a:pt x="20171" y="33125"/>
                    <a:pt x="19271" y="34004"/>
                    <a:pt x="18790" y="35071"/>
                  </a:cubicBezTo>
                  <a:cubicBezTo>
                    <a:pt x="18538" y="35636"/>
                    <a:pt x="18392" y="36201"/>
                    <a:pt x="18371" y="36787"/>
                  </a:cubicBezTo>
                  <a:cubicBezTo>
                    <a:pt x="18329" y="37059"/>
                    <a:pt x="18371" y="37352"/>
                    <a:pt x="18371" y="37645"/>
                  </a:cubicBezTo>
                  <a:lnTo>
                    <a:pt x="18390" y="38421"/>
                  </a:lnTo>
                  <a:lnTo>
                    <a:pt x="18390" y="38421"/>
                  </a:lnTo>
                  <a:lnTo>
                    <a:pt x="17084" y="38450"/>
                  </a:lnTo>
                  <a:lnTo>
                    <a:pt x="17084" y="38450"/>
                  </a:lnTo>
                  <a:lnTo>
                    <a:pt x="18391" y="38480"/>
                  </a:lnTo>
                  <a:lnTo>
                    <a:pt x="18391" y="38480"/>
                  </a:lnTo>
                  <a:lnTo>
                    <a:pt x="18392" y="38503"/>
                  </a:lnTo>
                  <a:lnTo>
                    <a:pt x="18415" y="38480"/>
                  </a:lnTo>
                  <a:lnTo>
                    <a:pt x="18415" y="38480"/>
                  </a:lnTo>
                  <a:lnTo>
                    <a:pt x="18497" y="38482"/>
                  </a:lnTo>
                  <a:lnTo>
                    <a:pt x="18580" y="38482"/>
                  </a:lnTo>
                  <a:lnTo>
                    <a:pt x="18580" y="38398"/>
                  </a:lnTo>
                  <a:lnTo>
                    <a:pt x="18601" y="37540"/>
                  </a:lnTo>
                  <a:cubicBezTo>
                    <a:pt x="18601" y="37247"/>
                    <a:pt x="18601" y="36975"/>
                    <a:pt x="18622" y="36703"/>
                  </a:cubicBezTo>
                  <a:cubicBezTo>
                    <a:pt x="18643" y="36431"/>
                    <a:pt x="18706" y="36159"/>
                    <a:pt x="18769" y="35887"/>
                  </a:cubicBezTo>
                  <a:cubicBezTo>
                    <a:pt x="18852" y="35636"/>
                    <a:pt x="18936" y="35364"/>
                    <a:pt x="19062" y="35113"/>
                  </a:cubicBezTo>
                  <a:cubicBezTo>
                    <a:pt x="19564" y="34109"/>
                    <a:pt x="20422" y="33293"/>
                    <a:pt x="21447" y="32937"/>
                  </a:cubicBezTo>
                  <a:lnTo>
                    <a:pt x="23058" y="32414"/>
                  </a:lnTo>
                  <a:lnTo>
                    <a:pt x="23874" y="32058"/>
                  </a:lnTo>
                  <a:lnTo>
                    <a:pt x="24272" y="31912"/>
                  </a:lnTo>
                  <a:cubicBezTo>
                    <a:pt x="24397" y="31870"/>
                    <a:pt x="24523" y="31786"/>
                    <a:pt x="24669" y="31724"/>
                  </a:cubicBezTo>
                  <a:lnTo>
                    <a:pt x="25422" y="31347"/>
                  </a:lnTo>
                  <a:cubicBezTo>
                    <a:pt x="25673" y="31200"/>
                    <a:pt x="25925" y="31054"/>
                    <a:pt x="26155" y="30887"/>
                  </a:cubicBezTo>
                  <a:cubicBezTo>
                    <a:pt x="26657" y="30594"/>
                    <a:pt x="27096" y="30238"/>
                    <a:pt x="27557" y="29903"/>
                  </a:cubicBezTo>
                  <a:cubicBezTo>
                    <a:pt x="27808" y="29736"/>
                    <a:pt x="28017" y="29527"/>
                    <a:pt x="28226" y="29359"/>
                  </a:cubicBezTo>
                  <a:lnTo>
                    <a:pt x="28540" y="29066"/>
                  </a:lnTo>
                  <a:lnTo>
                    <a:pt x="28686" y="28941"/>
                  </a:lnTo>
                  <a:lnTo>
                    <a:pt x="28854" y="28773"/>
                  </a:lnTo>
                  <a:cubicBezTo>
                    <a:pt x="29230" y="28355"/>
                    <a:pt x="29649" y="27936"/>
                    <a:pt x="30026" y="27497"/>
                  </a:cubicBezTo>
                  <a:cubicBezTo>
                    <a:pt x="30779" y="26618"/>
                    <a:pt x="31407" y="25656"/>
                    <a:pt x="31951" y="24630"/>
                  </a:cubicBezTo>
                  <a:lnTo>
                    <a:pt x="32327" y="23856"/>
                  </a:lnTo>
                  <a:cubicBezTo>
                    <a:pt x="32369" y="23731"/>
                    <a:pt x="32453" y="23584"/>
                    <a:pt x="32515" y="23459"/>
                  </a:cubicBezTo>
                  <a:lnTo>
                    <a:pt x="32662" y="23061"/>
                  </a:lnTo>
                  <a:lnTo>
                    <a:pt x="32976" y="22266"/>
                  </a:lnTo>
                  <a:lnTo>
                    <a:pt x="33206" y="21429"/>
                  </a:lnTo>
                  <a:cubicBezTo>
                    <a:pt x="33394" y="20885"/>
                    <a:pt x="33478" y="20320"/>
                    <a:pt x="33603" y="19755"/>
                  </a:cubicBezTo>
                  <a:cubicBezTo>
                    <a:pt x="33666" y="19462"/>
                    <a:pt x="33666" y="19169"/>
                    <a:pt x="33708" y="18897"/>
                  </a:cubicBezTo>
                  <a:cubicBezTo>
                    <a:pt x="33729" y="18604"/>
                    <a:pt x="33792" y="18312"/>
                    <a:pt x="33792" y="18019"/>
                  </a:cubicBezTo>
                  <a:cubicBezTo>
                    <a:pt x="33917" y="15717"/>
                    <a:pt x="33603" y="13415"/>
                    <a:pt x="32829" y="11260"/>
                  </a:cubicBezTo>
                  <a:cubicBezTo>
                    <a:pt x="32034" y="9084"/>
                    <a:pt x="30842" y="7096"/>
                    <a:pt x="29272" y="5423"/>
                  </a:cubicBezTo>
                  <a:cubicBezTo>
                    <a:pt x="26155" y="2054"/>
                    <a:pt x="21635" y="24"/>
                    <a:pt x="17032" y="3"/>
                  </a:cubicBezTo>
                  <a:cubicBezTo>
                    <a:pt x="16941" y="2"/>
                    <a:pt x="16849" y="1"/>
                    <a:pt x="167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77" name="Google Shape;3977;p38"/>
            <p:cNvSpPr/>
            <p:nvPr/>
          </p:nvSpPr>
          <p:spPr>
            <a:xfrm>
              <a:off x="6845811" y="2321909"/>
              <a:ext cx="226482" cy="2134318"/>
            </a:xfrm>
            <a:custGeom>
              <a:avLst/>
              <a:gdLst/>
              <a:ahLst/>
              <a:cxnLst/>
              <a:rect l="l" t="t" r="r" b="b"/>
              <a:pathLst>
                <a:path w="4061" h="38270" extrusionOk="0">
                  <a:moveTo>
                    <a:pt x="1" y="1"/>
                  </a:moveTo>
                  <a:lnTo>
                    <a:pt x="1" y="1"/>
                  </a:lnTo>
                  <a:cubicBezTo>
                    <a:pt x="273" y="294"/>
                    <a:pt x="503" y="628"/>
                    <a:pt x="733" y="1026"/>
                  </a:cubicBezTo>
                  <a:lnTo>
                    <a:pt x="901" y="1277"/>
                  </a:lnTo>
                  <a:lnTo>
                    <a:pt x="1026" y="1549"/>
                  </a:lnTo>
                  <a:cubicBezTo>
                    <a:pt x="1110" y="1716"/>
                    <a:pt x="1214" y="1905"/>
                    <a:pt x="1298" y="2093"/>
                  </a:cubicBezTo>
                  <a:lnTo>
                    <a:pt x="1528" y="2637"/>
                  </a:lnTo>
                  <a:lnTo>
                    <a:pt x="1738" y="3223"/>
                  </a:lnTo>
                  <a:cubicBezTo>
                    <a:pt x="1884" y="3599"/>
                    <a:pt x="1989" y="3997"/>
                    <a:pt x="2135" y="4395"/>
                  </a:cubicBezTo>
                  <a:cubicBezTo>
                    <a:pt x="2616" y="5943"/>
                    <a:pt x="2930" y="7554"/>
                    <a:pt x="3181" y="9186"/>
                  </a:cubicBezTo>
                  <a:cubicBezTo>
                    <a:pt x="3621" y="12429"/>
                    <a:pt x="3746" y="15714"/>
                    <a:pt x="3642" y="18978"/>
                  </a:cubicBezTo>
                  <a:cubicBezTo>
                    <a:pt x="3600" y="20610"/>
                    <a:pt x="3495" y="22263"/>
                    <a:pt x="3181" y="23854"/>
                  </a:cubicBezTo>
                  <a:cubicBezTo>
                    <a:pt x="3098" y="24272"/>
                    <a:pt x="2993" y="24670"/>
                    <a:pt x="2909" y="25046"/>
                  </a:cubicBezTo>
                  <a:lnTo>
                    <a:pt x="2595" y="26239"/>
                  </a:lnTo>
                  <a:cubicBezTo>
                    <a:pt x="2365" y="27013"/>
                    <a:pt x="2093" y="27766"/>
                    <a:pt x="1842" y="28561"/>
                  </a:cubicBezTo>
                  <a:cubicBezTo>
                    <a:pt x="1319" y="30110"/>
                    <a:pt x="838" y="31700"/>
                    <a:pt x="608" y="33353"/>
                  </a:cubicBezTo>
                  <a:cubicBezTo>
                    <a:pt x="377" y="34964"/>
                    <a:pt x="357" y="36617"/>
                    <a:pt x="357" y="38270"/>
                  </a:cubicBezTo>
                  <a:cubicBezTo>
                    <a:pt x="398" y="36638"/>
                    <a:pt x="482" y="35006"/>
                    <a:pt x="775" y="33374"/>
                  </a:cubicBezTo>
                  <a:cubicBezTo>
                    <a:pt x="1026" y="31763"/>
                    <a:pt x="1507" y="30193"/>
                    <a:pt x="2072" y="28645"/>
                  </a:cubicBezTo>
                  <a:lnTo>
                    <a:pt x="2491" y="27494"/>
                  </a:lnTo>
                  <a:cubicBezTo>
                    <a:pt x="2658" y="27097"/>
                    <a:pt x="2763" y="26699"/>
                    <a:pt x="2888" y="26322"/>
                  </a:cubicBezTo>
                  <a:cubicBezTo>
                    <a:pt x="2993" y="25925"/>
                    <a:pt x="3098" y="25506"/>
                    <a:pt x="3202" y="25109"/>
                  </a:cubicBezTo>
                  <a:cubicBezTo>
                    <a:pt x="3286" y="24711"/>
                    <a:pt x="3390" y="24335"/>
                    <a:pt x="3453" y="23916"/>
                  </a:cubicBezTo>
                  <a:cubicBezTo>
                    <a:pt x="3809" y="22284"/>
                    <a:pt x="3893" y="20631"/>
                    <a:pt x="3976" y="18999"/>
                  </a:cubicBezTo>
                  <a:cubicBezTo>
                    <a:pt x="4060" y="15693"/>
                    <a:pt x="3934" y="12408"/>
                    <a:pt x="3432" y="9123"/>
                  </a:cubicBezTo>
                  <a:cubicBezTo>
                    <a:pt x="3181" y="7512"/>
                    <a:pt x="2826" y="5880"/>
                    <a:pt x="2302" y="4311"/>
                  </a:cubicBezTo>
                  <a:cubicBezTo>
                    <a:pt x="2156" y="3955"/>
                    <a:pt x="2010" y="3537"/>
                    <a:pt x="1863" y="3160"/>
                  </a:cubicBezTo>
                  <a:lnTo>
                    <a:pt x="1633" y="2595"/>
                  </a:lnTo>
                  <a:lnTo>
                    <a:pt x="1361" y="2051"/>
                  </a:lnTo>
                  <a:cubicBezTo>
                    <a:pt x="1277" y="1863"/>
                    <a:pt x="1193" y="1674"/>
                    <a:pt x="1089" y="1486"/>
                  </a:cubicBezTo>
                  <a:lnTo>
                    <a:pt x="921" y="1235"/>
                  </a:lnTo>
                  <a:lnTo>
                    <a:pt x="775" y="963"/>
                  </a:lnTo>
                  <a:cubicBezTo>
                    <a:pt x="524" y="628"/>
                    <a:pt x="294" y="29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78" name="Google Shape;3978;p38"/>
            <p:cNvSpPr/>
            <p:nvPr/>
          </p:nvSpPr>
          <p:spPr>
            <a:xfrm>
              <a:off x="6851667" y="2321909"/>
              <a:ext cx="521673" cy="2139003"/>
            </a:xfrm>
            <a:custGeom>
              <a:avLst/>
              <a:gdLst/>
              <a:ahLst/>
              <a:cxnLst/>
              <a:rect l="l" t="t" r="r" b="b"/>
              <a:pathLst>
                <a:path w="9354" h="38354" extrusionOk="0">
                  <a:moveTo>
                    <a:pt x="0" y="1"/>
                  </a:moveTo>
                  <a:lnTo>
                    <a:pt x="0" y="1"/>
                  </a:lnTo>
                  <a:cubicBezTo>
                    <a:pt x="816" y="314"/>
                    <a:pt x="1570" y="754"/>
                    <a:pt x="2260" y="1340"/>
                  </a:cubicBezTo>
                  <a:cubicBezTo>
                    <a:pt x="2951" y="1863"/>
                    <a:pt x="3620" y="2428"/>
                    <a:pt x="4185" y="3055"/>
                  </a:cubicBezTo>
                  <a:cubicBezTo>
                    <a:pt x="5357" y="4311"/>
                    <a:pt x="6319" y="5776"/>
                    <a:pt x="7010" y="7345"/>
                  </a:cubicBezTo>
                  <a:cubicBezTo>
                    <a:pt x="7742" y="8914"/>
                    <a:pt x="8223" y="10567"/>
                    <a:pt x="8537" y="12262"/>
                  </a:cubicBezTo>
                  <a:cubicBezTo>
                    <a:pt x="8851" y="13936"/>
                    <a:pt x="8977" y="15672"/>
                    <a:pt x="8977" y="17388"/>
                  </a:cubicBezTo>
                  <a:cubicBezTo>
                    <a:pt x="8998" y="17869"/>
                    <a:pt x="8977" y="18372"/>
                    <a:pt x="8956" y="18832"/>
                  </a:cubicBezTo>
                  <a:cubicBezTo>
                    <a:pt x="8935" y="19313"/>
                    <a:pt x="8872" y="19794"/>
                    <a:pt x="8830" y="20276"/>
                  </a:cubicBezTo>
                  <a:cubicBezTo>
                    <a:pt x="8726" y="21238"/>
                    <a:pt x="8516" y="22180"/>
                    <a:pt x="8244" y="23121"/>
                  </a:cubicBezTo>
                  <a:cubicBezTo>
                    <a:pt x="7721" y="24983"/>
                    <a:pt x="6947" y="26783"/>
                    <a:pt x="5838" y="28373"/>
                  </a:cubicBezTo>
                  <a:lnTo>
                    <a:pt x="5420" y="28980"/>
                  </a:lnTo>
                  <a:cubicBezTo>
                    <a:pt x="5273" y="29168"/>
                    <a:pt x="5127" y="29377"/>
                    <a:pt x="4980" y="29566"/>
                  </a:cubicBezTo>
                  <a:cubicBezTo>
                    <a:pt x="4646" y="29921"/>
                    <a:pt x="4353" y="30319"/>
                    <a:pt x="4018" y="30654"/>
                  </a:cubicBezTo>
                  <a:cubicBezTo>
                    <a:pt x="3850" y="30842"/>
                    <a:pt x="3662" y="30988"/>
                    <a:pt x="3495" y="31156"/>
                  </a:cubicBezTo>
                  <a:cubicBezTo>
                    <a:pt x="3306" y="31302"/>
                    <a:pt x="3097" y="31470"/>
                    <a:pt x="2909" y="31616"/>
                  </a:cubicBezTo>
                  <a:cubicBezTo>
                    <a:pt x="2553" y="31972"/>
                    <a:pt x="2197" y="32328"/>
                    <a:pt x="1925" y="32725"/>
                  </a:cubicBezTo>
                  <a:cubicBezTo>
                    <a:pt x="1340" y="33499"/>
                    <a:pt x="900" y="34441"/>
                    <a:pt x="775" y="35424"/>
                  </a:cubicBezTo>
                  <a:cubicBezTo>
                    <a:pt x="691" y="35906"/>
                    <a:pt x="712" y="36387"/>
                    <a:pt x="712" y="36889"/>
                  </a:cubicBezTo>
                  <a:lnTo>
                    <a:pt x="733" y="38354"/>
                  </a:lnTo>
                  <a:lnTo>
                    <a:pt x="775" y="36889"/>
                  </a:lnTo>
                  <a:cubicBezTo>
                    <a:pt x="775" y="36387"/>
                    <a:pt x="775" y="35885"/>
                    <a:pt x="837" y="35424"/>
                  </a:cubicBezTo>
                  <a:cubicBezTo>
                    <a:pt x="1005" y="34483"/>
                    <a:pt x="1444" y="33583"/>
                    <a:pt x="2051" y="32830"/>
                  </a:cubicBezTo>
                  <a:cubicBezTo>
                    <a:pt x="2344" y="32453"/>
                    <a:pt x="2679" y="32097"/>
                    <a:pt x="3034" y="31784"/>
                  </a:cubicBezTo>
                  <a:cubicBezTo>
                    <a:pt x="3223" y="31595"/>
                    <a:pt x="3411" y="31470"/>
                    <a:pt x="3620" y="31302"/>
                  </a:cubicBezTo>
                  <a:cubicBezTo>
                    <a:pt x="3809" y="31156"/>
                    <a:pt x="3976" y="30988"/>
                    <a:pt x="4164" y="30821"/>
                  </a:cubicBezTo>
                  <a:cubicBezTo>
                    <a:pt x="4499" y="30444"/>
                    <a:pt x="4813" y="30089"/>
                    <a:pt x="5169" y="29712"/>
                  </a:cubicBezTo>
                  <a:cubicBezTo>
                    <a:pt x="5315" y="29524"/>
                    <a:pt x="5441" y="29315"/>
                    <a:pt x="5608" y="29147"/>
                  </a:cubicBezTo>
                  <a:lnTo>
                    <a:pt x="6047" y="28540"/>
                  </a:lnTo>
                  <a:cubicBezTo>
                    <a:pt x="7177" y="26908"/>
                    <a:pt x="7993" y="25088"/>
                    <a:pt x="8537" y="23205"/>
                  </a:cubicBezTo>
                  <a:cubicBezTo>
                    <a:pt x="8788" y="22242"/>
                    <a:pt x="8998" y="21259"/>
                    <a:pt x="9144" y="20296"/>
                  </a:cubicBezTo>
                  <a:cubicBezTo>
                    <a:pt x="9270" y="19334"/>
                    <a:pt x="9353" y="18330"/>
                    <a:pt x="9291" y="17346"/>
                  </a:cubicBezTo>
                  <a:cubicBezTo>
                    <a:pt x="9291" y="15589"/>
                    <a:pt x="9144" y="13831"/>
                    <a:pt x="8830" y="12136"/>
                  </a:cubicBezTo>
                  <a:cubicBezTo>
                    <a:pt x="8516" y="10441"/>
                    <a:pt x="8014" y="8726"/>
                    <a:pt x="7261" y="7156"/>
                  </a:cubicBezTo>
                  <a:cubicBezTo>
                    <a:pt x="6487" y="5608"/>
                    <a:pt x="5524" y="4102"/>
                    <a:pt x="4290" y="2888"/>
                  </a:cubicBezTo>
                  <a:cubicBezTo>
                    <a:pt x="3704" y="2260"/>
                    <a:pt x="3013" y="1695"/>
                    <a:pt x="2302" y="1214"/>
                  </a:cubicBezTo>
                  <a:cubicBezTo>
                    <a:pt x="1570" y="733"/>
                    <a:pt x="816" y="29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79" name="Google Shape;3979;p38"/>
            <p:cNvSpPr/>
            <p:nvPr/>
          </p:nvSpPr>
          <p:spPr>
            <a:xfrm>
              <a:off x="6904202" y="2325422"/>
              <a:ext cx="690823" cy="2133147"/>
            </a:xfrm>
            <a:custGeom>
              <a:avLst/>
              <a:gdLst/>
              <a:ahLst/>
              <a:cxnLst/>
              <a:rect l="l" t="t" r="r" b="b"/>
              <a:pathLst>
                <a:path w="12387" h="38249" extrusionOk="0">
                  <a:moveTo>
                    <a:pt x="293" y="0"/>
                  </a:moveTo>
                  <a:cubicBezTo>
                    <a:pt x="1297" y="168"/>
                    <a:pt x="2260" y="523"/>
                    <a:pt x="3243" y="963"/>
                  </a:cubicBezTo>
                  <a:cubicBezTo>
                    <a:pt x="4164" y="1402"/>
                    <a:pt x="5022" y="1925"/>
                    <a:pt x="5838" y="2532"/>
                  </a:cubicBezTo>
                  <a:cubicBezTo>
                    <a:pt x="7428" y="3746"/>
                    <a:pt x="8788" y="5294"/>
                    <a:pt x="9771" y="7073"/>
                  </a:cubicBezTo>
                  <a:cubicBezTo>
                    <a:pt x="10232" y="7972"/>
                    <a:pt x="10650" y="8914"/>
                    <a:pt x="10964" y="9855"/>
                  </a:cubicBezTo>
                  <a:cubicBezTo>
                    <a:pt x="11278" y="10818"/>
                    <a:pt x="11550" y="11780"/>
                    <a:pt x="11696" y="12785"/>
                  </a:cubicBezTo>
                  <a:cubicBezTo>
                    <a:pt x="11885" y="13768"/>
                    <a:pt x="11989" y="14772"/>
                    <a:pt x="12031" y="15798"/>
                  </a:cubicBezTo>
                  <a:cubicBezTo>
                    <a:pt x="12031" y="16279"/>
                    <a:pt x="12031" y="16802"/>
                    <a:pt x="12073" y="17304"/>
                  </a:cubicBezTo>
                  <a:cubicBezTo>
                    <a:pt x="12094" y="17806"/>
                    <a:pt x="12073" y="18288"/>
                    <a:pt x="12010" y="18790"/>
                  </a:cubicBezTo>
                  <a:cubicBezTo>
                    <a:pt x="11801" y="20778"/>
                    <a:pt x="11299" y="22765"/>
                    <a:pt x="10462" y="24607"/>
                  </a:cubicBezTo>
                  <a:cubicBezTo>
                    <a:pt x="9625" y="26427"/>
                    <a:pt x="8432" y="28080"/>
                    <a:pt x="6968" y="29461"/>
                  </a:cubicBezTo>
                  <a:cubicBezTo>
                    <a:pt x="6214" y="30151"/>
                    <a:pt x="5419" y="30758"/>
                    <a:pt x="4561" y="31302"/>
                  </a:cubicBezTo>
                  <a:lnTo>
                    <a:pt x="3913" y="31700"/>
                  </a:lnTo>
                  <a:lnTo>
                    <a:pt x="3222" y="32034"/>
                  </a:lnTo>
                  <a:cubicBezTo>
                    <a:pt x="2762" y="32244"/>
                    <a:pt x="2281" y="32474"/>
                    <a:pt x="1862" y="32767"/>
                  </a:cubicBezTo>
                  <a:cubicBezTo>
                    <a:pt x="1444" y="33060"/>
                    <a:pt x="1046" y="33394"/>
                    <a:pt x="732" y="33813"/>
                  </a:cubicBezTo>
                  <a:cubicBezTo>
                    <a:pt x="418" y="34231"/>
                    <a:pt x="188" y="34734"/>
                    <a:pt x="105" y="35215"/>
                  </a:cubicBezTo>
                  <a:cubicBezTo>
                    <a:pt x="0" y="35717"/>
                    <a:pt x="63" y="36240"/>
                    <a:pt x="63" y="36742"/>
                  </a:cubicBezTo>
                  <a:lnTo>
                    <a:pt x="84" y="38249"/>
                  </a:lnTo>
                  <a:lnTo>
                    <a:pt x="105" y="36742"/>
                  </a:lnTo>
                  <a:cubicBezTo>
                    <a:pt x="105" y="36219"/>
                    <a:pt x="84" y="35717"/>
                    <a:pt x="188" y="35215"/>
                  </a:cubicBezTo>
                  <a:cubicBezTo>
                    <a:pt x="272" y="34734"/>
                    <a:pt x="502" y="34273"/>
                    <a:pt x="816" y="33897"/>
                  </a:cubicBezTo>
                  <a:cubicBezTo>
                    <a:pt x="1130" y="33499"/>
                    <a:pt x="1527" y="33185"/>
                    <a:pt x="1946" y="32892"/>
                  </a:cubicBezTo>
                  <a:cubicBezTo>
                    <a:pt x="2364" y="32599"/>
                    <a:pt x="2804" y="32432"/>
                    <a:pt x="3285" y="32223"/>
                  </a:cubicBezTo>
                  <a:lnTo>
                    <a:pt x="3976" y="31867"/>
                  </a:lnTo>
                  <a:lnTo>
                    <a:pt x="4645" y="31490"/>
                  </a:lnTo>
                  <a:cubicBezTo>
                    <a:pt x="5503" y="30967"/>
                    <a:pt x="6340" y="30340"/>
                    <a:pt x="7093" y="29649"/>
                  </a:cubicBezTo>
                  <a:cubicBezTo>
                    <a:pt x="8641" y="28268"/>
                    <a:pt x="9834" y="26573"/>
                    <a:pt x="10713" y="24711"/>
                  </a:cubicBezTo>
                  <a:cubicBezTo>
                    <a:pt x="11571" y="22849"/>
                    <a:pt x="12094" y="20840"/>
                    <a:pt x="12303" y="18790"/>
                  </a:cubicBezTo>
                  <a:cubicBezTo>
                    <a:pt x="12345" y="18267"/>
                    <a:pt x="12387" y="17785"/>
                    <a:pt x="12345" y="17262"/>
                  </a:cubicBezTo>
                  <a:cubicBezTo>
                    <a:pt x="12324" y="16760"/>
                    <a:pt x="12324" y="16237"/>
                    <a:pt x="12303" y="15735"/>
                  </a:cubicBezTo>
                  <a:cubicBezTo>
                    <a:pt x="12219" y="14710"/>
                    <a:pt x="12115" y="13705"/>
                    <a:pt x="11926" y="12701"/>
                  </a:cubicBezTo>
                  <a:cubicBezTo>
                    <a:pt x="11780" y="11676"/>
                    <a:pt x="11487" y="10692"/>
                    <a:pt x="11173" y="9730"/>
                  </a:cubicBezTo>
                  <a:cubicBezTo>
                    <a:pt x="10859" y="8746"/>
                    <a:pt x="10420" y="7805"/>
                    <a:pt x="9918" y="6926"/>
                  </a:cubicBezTo>
                  <a:cubicBezTo>
                    <a:pt x="8913" y="5148"/>
                    <a:pt x="7512" y="3578"/>
                    <a:pt x="5859" y="2365"/>
                  </a:cubicBezTo>
                  <a:cubicBezTo>
                    <a:pt x="5022" y="1800"/>
                    <a:pt x="4143" y="1277"/>
                    <a:pt x="3201" y="879"/>
                  </a:cubicBezTo>
                  <a:cubicBezTo>
                    <a:pt x="2281" y="461"/>
                    <a:pt x="1297" y="147"/>
                    <a:pt x="2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80" name="Google Shape;3980;p38"/>
            <p:cNvSpPr/>
            <p:nvPr/>
          </p:nvSpPr>
          <p:spPr>
            <a:xfrm>
              <a:off x="7023215" y="2340592"/>
              <a:ext cx="686194" cy="1760938"/>
            </a:xfrm>
            <a:custGeom>
              <a:avLst/>
              <a:gdLst/>
              <a:ahLst/>
              <a:cxnLst/>
              <a:rect l="l" t="t" r="r" b="b"/>
              <a:pathLst>
                <a:path w="12304" h="31575" extrusionOk="0">
                  <a:moveTo>
                    <a:pt x="0" y="0"/>
                  </a:moveTo>
                  <a:cubicBezTo>
                    <a:pt x="1632" y="419"/>
                    <a:pt x="3181" y="1130"/>
                    <a:pt x="4603" y="2051"/>
                  </a:cubicBezTo>
                  <a:cubicBezTo>
                    <a:pt x="5294" y="2490"/>
                    <a:pt x="5984" y="3013"/>
                    <a:pt x="6612" y="3557"/>
                  </a:cubicBezTo>
                  <a:cubicBezTo>
                    <a:pt x="7240" y="4122"/>
                    <a:pt x="7805" y="4750"/>
                    <a:pt x="8328" y="5399"/>
                  </a:cubicBezTo>
                  <a:cubicBezTo>
                    <a:pt x="8851" y="6047"/>
                    <a:pt x="9311" y="6759"/>
                    <a:pt x="9730" y="7491"/>
                  </a:cubicBezTo>
                  <a:cubicBezTo>
                    <a:pt x="9918" y="7847"/>
                    <a:pt x="10148" y="8223"/>
                    <a:pt x="10295" y="8621"/>
                  </a:cubicBezTo>
                  <a:cubicBezTo>
                    <a:pt x="10378" y="8788"/>
                    <a:pt x="10483" y="8977"/>
                    <a:pt x="10567" y="9186"/>
                  </a:cubicBezTo>
                  <a:lnTo>
                    <a:pt x="10797" y="9772"/>
                  </a:lnTo>
                  <a:cubicBezTo>
                    <a:pt x="11362" y="11341"/>
                    <a:pt x="11717" y="12973"/>
                    <a:pt x="11864" y="14647"/>
                  </a:cubicBezTo>
                  <a:cubicBezTo>
                    <a:pt x="11948" y="15484"/>
                    <a:pt x="11969" y="16321"/>
                    <a:pt x="11969" y="17158"/>
                  </a:cubicBezTo>
                  <a:cubicBezTo>
                    <a:pt x="11927" y="17995"/>
                    <a:pt x="11822" y="18832"/>
                    <a:pt x="11655" y="19648"/>
                  </a:cubicBezTo>
                  <a:cubicBezTo>
                    <a:pt x="11341" y="21301"/>
                    <a:pt x="10797" y="22891"/>
                    <a:pt x="10064" y="24418"/>
                  </a:cubicBezTo>
                  <a:cubicBezTo>
                    <a:pt x="8600" y="27452"/>
                    <a:pt x="6173" y="30005"/>
                    <a:pt x="3160" y="31574"/>
                  </a:cubicBezTo>
                  <a:cubicBezTo>
                    <a:pt x="3913" y="31218"/>
                    <a:pt x="4666" y="30800"/>
                    <a:pt x="5357" y="30298"/>
                  </a:cubicBezTo>
                  <a:cubicBezTo>
                    <a:pt x="6026" y="29796"/>
                    <a:pt x="6717" y="29273"/>
                    <a:pt x="7323" y="28666"/>
                  </a:cubicBezTo>
                  <a:cubicBezTo>
                    <a:pt x="8516" y="27473"/>
                    <a:pt x="9520" y="26050"/>
                    <a:pt x="10295" y="24544"/>
                  </a:cubicBezTo>
                  <a:cubicBezTo>
                    <a:pt x="11090" y="23016"/>
                    <a:pt x="11634" y="21405"/>
                    <a:pt x="11969" y="19731"/>
                  </a:cubicBezTo>
                  <a:cubicBezTo>
                    <a:pt x="12157" y="18894"/>
                    <a:pt x="12261" y="18057"/>
                    <a:pt x="12303" y="17200"/>
                  </a:cubicBezTo>
                  <a:cubicBezTo>
                    <a:pt x="12303" y="16321"/>
                    <a:pt x="12282" y="15484"/>
                    <a:pt x="12199" y="14626"/>
                  </a:cubicBezTo>
                  <a:cubicBezTo>
                    <a:pt x="12052" y="12952"/>
                    <a:pt x="11676" y="11257"/>
                    <a:pt x="11090" y="9667"/>
                  </a:cubicBezTo>
                  <a:cubicBezTo>
                    <a:pt x="10483" y="8056"/>
                    <a:pt x="9646" y="6549"/>
                    <a:pt x="8537" y="5231"/>
                  </a:cubicBezTo>
                  <a:cubicBezTo>
                    <a:pt x="6382" y="2595"/>
                    <a:pt x="3285" y="73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81" name="Google Shape;3981;p38"/>
            <p:cNvSpPr/>
            <p:nvPr/>
          </p:nvSpPr>
          <p:spPr>
            <a:xfrm>
              <a:off x="5981153" y="2340592"/>
              <a:ext cx="687365" cy="1760938"/>
            </a:xfrm>
            <a:custGeom>
              <a:avLst/>
              <a:gdLst/>
              <a:ahLst/>
              <a:cxnLst/>
              <a:rect l="l" t="t" r="r" b="b"/>
              <a:pathLst>
                <a:path w="12325" h="31575" extrusionOk="0">
                  <a:moveTo>
                    <a:pt x="12324" y="0"/>
                  </a:moveTo>
                  <a:lnTo>
                    <a:pt x="12324" y="0"/>
                  </a:lnTo>
                  <a:cubicBezTo>
                    <a:pt x="9019" y="733"/>
                    <a:pt x="5943" y="2595"/>
                    <a:pt x="3767" y="5231"/>
                  </a:cubicBezTo>
                  <a:cubicBezTo>
                    <a:pt x="2658" y="6549"/>
                    <a:pt x="1821" y="8056"/>
                    <a:pt x="1235" y="9646"/>
                  </a:cubicBezTo>
                  <a:cubicBezTo>
                    <a:pt x="628" y="11257"/>
                    <a:pt x="272" y="12931"/>
                    <a:pt x="105" y="14626"/>
                  </a:cubicBezTo>
                  <a:cubicBezTo>
                    <a:pt x="21" y="15484"/>
                    <a:pt x="0" y="16321"/>
                    <a:pt x="0" y="17179"/>
                  </a:cubicBezTo>
                  <a:cubicBezTo>
                    <a:pt x="63" y="18057"/>
                    <a:pt x="189" y="18894"/>
                    <a:pt x="335" y="19731"/>
                  </a:cubicBezTo>
                  <a:cubicBezTo>
                    <a:pt x="670" y="21363"/>
                    <a:pt x="1235" y="23016"/>
                    <a:pt x="2009" y="24544"/>
                  </a:cubicBezTo>
                  <a:cubicBezTo>
                    <a:pt x="2762" y="26071"/>
                    <a:pt x="3788" y="27473"/>
                    <a:pt x="5001" y="28666"/>
                  </a:cubicBezTo>
                  <a:cubicBezTo>
                    <a:pt x="5587" y="29273"/>
                    <a:pt x="6278" y="29796"/>
                    <a:pt x="6947" y="30298"/>
                  </a:cubicBezTo>
                  <a:cubicBezTo>
                    <a:pt x="7658" y="30800"/>
                    <a:pt x="8391" y="31177"/>
                    <a:pt x="9165" y="31574"/>
                  </a:cubicBezTo>
                  <a:cubicBezTo>
                    <a:pt x="6152" y="29984"/>
                    <a:pt x="3725" y="27431"/>
                    <a:pt x="2260" y="24397"/>
                  </a:cubicBezTo>
                  <a:cubicBezTo>
                    <a:pt x="1528" y="22891"/>
                    <a:pt x="963" y="21301"/>
                    <a:pt x="649" y="19648"/>
                  </a:cubicBezTo>
                  <a:cubicBezTo>
                    <a:pt x="503" y="18832"/>
                    <a:pt x="377" y="17995"/>
                    <a:pt x="335" y="17158"/>
                  </a:cubicBezTo>
                  <a:cubicBezTo>
                    <a:pt x="335" y="16321"/>
                    <a:pt x="377" y="15484"/>
                    <a:pt x="440" y="14647"/>
                  </a:cubicBezTo>
                  <a:cubicBezTo>
                    <a:pt x="607" y="13015"/>
                    <a:pt x="921" y="11341"/>
                    <a:pt x="1528" y="9772"/>
                  </a:cubicBezTo>
                  <a:lnTo>
                    <a:pt x="1758" y="9186"/>
                  </a:lnTo>
                  <a:cubicBezTo>
                    <a:pt x="1842" y="8977"/>
                    <a:pt x="1946" y="8788"/>
                    <a:pt x="2009" y="8621"/>
                  </a:cubicBezTo>
                  <a:cubicBezTo>
                    <a:pt x="2197" y="8223"/>
                    <a:pt x="2386" y="7847"/>
                    <a:pt x="2595" y="7491"/>
                  </a:cubicBezTo>
                  <a:cubicBezTo>
                    <a:pt x="3013" y="6759"/>
                    <a:pt x="3453" y="6047"/>
                    <a:pt x="3976" y="5399"/>
                  </a:cubicBezTo>
                  <a:cubicBezTo>
                    <a:pt x="4499" y="4750"/>
                    <a:pt x="5064" y="4122"/>
                    <a:pt x="5713" y="3557"/>
                  </a:cubicBezTo>
                  <a:cubicBezTo>
                    <a:pt x="6340" y="3013"/>
                    <a:pt x="7010" y="2490"/>
                    <a:pt x="7721" y="2051"/>
                  </a:cubicBezTo>
                  <a:cubicBezTo>
                    <a:pt x="9123" y="1130"/>
                    <a:pt x="10671" y="398"/>
                    <a:pt x="123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82" name="Google Shape;3982;p38"/>
            <p:cNvSpPr/>
            <p:nvPr/>
          </p:nvSpPr>
          <p:spPr>
            <a:xfrm>
              <a:off x="6621783" y="2321909"/>
              <a:ext cx="224084" cy="2133147"/>
            </a:xfrm>
            <a:custGeom>
              <a:avLst/>
              <a:gdLst/>
              <a:ahLst/>
              <a:cxnLst/>
              <a:rect l="l" t="t" r="r" b="b"/>
              <a:pathLst>
                <a:path w="4018" h="38249" extrusionOk="0">
                  <a:moveTo>
                    <a:pt x="4018" y="1"/>
                  </a:moveTo>
                  <a:lnTo>
                    <a:pt x="4018" y="1"/>
                  </a:lnTo>
                  <a:cubicBezTo>
                    <a:pt x="3746" y="294"/>
                    <a:pt x="3474" y="628"/>
                    <a:pt x="3286" y="942"/>
                  </a:cubicBezTo>
                  <a:lnTo>
                    <a:pt x="3139" y="1214"/>
                  </a:lnTo>
                  <a:lnTo>
                    <a:pt x="2972" y="1465"/>
                  </a:lnTo>
                  <a:cubicBezTo>
                    <a:pt x="2867" y="1654"/>
                    <a:pt x="2762" y="1842"/>
                    <a:pt x="2700" y="2009"/>
                  </a:cubicBezTo>
                  <a:lnTo>
                    <a:pt x="2428" y="2574"/>
                  </a:lnTo>
                  <a:lnTo>
                    <a:pt x="2197" y="3139"/>
                  </a:lnTo>
                  <a:cubicBezTo>
                    <a:pt x="2009" y="3516"/>
                    <a:pt x="1905" y="3892"/>
                    <a:pt x="1758" y="4290"/>
                  </a:cubicBezTo>
                  <a:cubicBezTo>
                    <a:pt x="1235" y="5859"/>
                    <a:pt x="879" y="7491"/>
                    <a:pt x="628" y="9102"/>
                  </a:cubicBezTo>
                  <a:cubicBezTo>
                    <a:pt x="126" y="12366"/>
                    <a:pt x="1" y="15672"/>
                    <a:pt x="84" y="18957"/>
                  </a:cubicBezTo>
                  <a:cubicBezTo>
                    <a:pt x="147" y="20610"/>
                    <a:pt x="293" y="22263"/>
                    <a:pt x="607" y="23874"/>
                  </a:cubicBezTo>
                  <a:cubicBezTo>
                    <a:pt x="670" y="24272"/>
                    <a:pt x="775" y="24690"/>
                    <a:pt x="858" y="25088"/>
                  </a:cubicBezTo>
                  <a:cubicBezTo>
                    <a:pt x="942" y="25506"/>
                    <a:pt x="1068" y="25904"/>
                    <a:pt x="1172" y="26281"/>
                  </a:cubicBezTo>
                  <a:lnTo>
                    <a:pt x="1570" y="27473"/>
                  </a:lnTo>
                  <a:lnTo>
                    <a:pt x="1988" y="28624"/>
                  </a:lnTo>
                  <a:cubicBezTo>
                    <a:pt x="2532" y="30152"/>
                    <a:pt x="3034" y="31721"/>
                    <a:pt x="3286" y="33353"/>
                  </a:cubicBezTo>
                  <a:cubicBezTo>
                    <a:pt x="3558" y="34943"/>
                    <a:pt x="3662" y="36596"/>
                    <a:pt x="3704" y="38249"/>
                  </a:cubicBezTo>
                  <a:cubicBezTo>
                    <a:pt x="3704" y="36617"/>
                    <a:pt x="3683" y="34964"/>
                    <a:pt x="3453" y="33332"/>
                  </a:cubicBezTo>
                  <a:cubicBezTo>
                    <a:pt x="3223" y="31679"/>
                    <a:pt x="2742" y="30089"/>
                    <a:pt x="2218" y="28540"/>
                  </a:cubicBezTo>
                  <a:cubicBezTo>
                    <a:pt x="1967" y="27787"/>
                    <a:pt x="1695" y="26992"/>
                    <a:pt x="1465" y="26218"/>
                  </a:cubicBezTo>
                  <a:lnTo>
                    <a:pt x="1151" y="25025"/>
                  </a:lnTo>
                  <a:cubicBezTo>
                    <a:pt x="1068" y="24649"/>
                    <a:pt x="963" y="24230"/>
                    <a:pt x="879" y="23833"/>
                  </a:cubicBezTo>
                  <a:cubicBezTo>
                    <a:pt x="607" y="22242"/>
                    <a:pt x="503" y="20589"/>
                    <a:pt x="419" y="18957"/>
                  </a:cubicBezTo>
                  <a:cubicBezTo>
                    <a:pt x="314" y="15693"/>
                    <a:pt x="440" y="12408"/>
                    <a:pt x="879" y="9165"/>
                  </a:cubicBezTo>
                  <a:cubicBezTo>
                    <a:pt x="1151" y="7533"/>
                    <a:pt x="1444" y="5943"/>
                    <a:pt x="1925" y="4374"/>
                  </a:cubicBezTo>
                  <a:cubicBezTo>
                    <a:pt x="2072" y="3976"/>
                    <a:pt x="2177" y="3558"/>
                    <a:pt x="2323" y="3202"/>
                  </a:cubicBezTo>
                  <a:lnTo>
                    <a:pt x="2532" y="2616"/>
                  </a:lnTo>
                  <a:lnTo>
                    <a:pt x="2762" y="2072"/>
                  </a:lnTo>
                  <a:cubicBezTo>
                    <a:pt x="2846" y="1884"/>
                    <a:pt x="2930" y="1695"/>
                    <a:pt x="3034" y="1507"/>
                  </a:cubicBezTo>
                  <a:lnTo>
                    <a:pt x="3160" y="1256"/>
                  </a:lnTo>
                  <a:lnTo>
                    <a:pt x="3327" y="984"/>
                  </a:lnTo>
                  <a:cubicBezTo>
                    <a:pt x="3537" y="649"/>
                    <a:pt x="3746" y="314"/>
                    <a:pt x="40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83" name="Google Shape;3983;p38"/>
            <p:cNvSpPr/>
            <p:nvPr/>
          </p:nvSpPr>
          <p:spPr>
            <a:xfrm>
              <a:off x="6318394" y="2321909"/>
              <a:ext cx="520501" cy="2134318"/>
            </a:xfrm>
            <a:custGeom>
              <a:avLst/>
              <a:gdLst/>
              <a:ahLst/>
              <a:cxnLst/>
              <a:rect l="l" t="t" r="r" b="b"/>
              <a:pathLst>
                <a:path w="9333" h="38270" extrusionOk="0">
                  <a:moveTo>
                    <a:pt x="9332" y="1"/>
                  </a:moveTo>
                  <a:lnTo>
                    <a:pt x="9332" y="1"/>
                  </a:lnTo>
                  <a:cubicBezTo>
                    <a:pt x="8516" y="294"/>
                    <a:pt x="7742" y="712"/>
                    <a:pt x="7031" y="1130"/>
                  </a:cubicBezTo>
                  <a:cubicBezTo>
                    <a:pt x="6319" y="1633"/>
                    <a:pt x="5650" y="2177"/>
                    <a:pt x="5043" y="2804"/>
                  </a:cubicBezTo>
                  <a:cubicBezTo>
                    <a:pt x="3808" y="4060"/>
                    <a:pt x="2846" y="5524"/>
                    <a:pt x="2093" y="7094"/>
                  </a:cubicBezTo>
                  <a:cubicBezTo>
                    <a:pt x="1339" y="8663"/>
                    <a:pt x="837" y="10358"/>
                    <a:pt x="523" y="12053"/>
                  </a:cubicBezTo>
                  <a:cubicBezTo>
                    <a:pt x="210" y="13789"/>
                    <a:pt x="42" y="15547"/>
                    <a:pt x="42" y="17263"/>
                  </a:cubicBezTo>
                  <a:cubicBezTo>
                    <a:pt x="0" y="18267"/>
                    <a:pt x="84" y="19250"/>
                    <a:pt x="210" y="20213"/>
                  </a:cubicBezTo>
                  <a:cubicBezTo>
                    <a:pt x="335" y="21217"/>
                    <a:pt x="544" y="22180"/>
                    <a:pt x="816" y="23121"/>
                  </a:cubicBezTo>
                  <a:cubicBezTo>
                    <a:pt x="1360" y="25004"/>
                    <a:pt x="2135" y="26846"/>
                    <a:pt x="3285" y="28457"/>
                  </a:cubicBezTo>
                  <a:lnTo>
                    <a:pt x="3746" y="29063"/>
                  </a:lnTo>
                  <a:cubicBezTo>
                    <a:pt x="3871" y="29252"/>
                    <a:pt x="3997" y="29461"/>
                    <a:pt x="4185" y="29628"/>
                  </a:cubicBezTo>
                  <a:cubicBezTo>
                    <a:pt x="4520" y="30005"/>
                    <a:pt x="4834" y="30382"/>
                    <a:pt x="5169" y="30737"/>
                  </a:cubicBezTo>
                  <a:cubicBezTo>
                    <a:pt x="5336" y="30926"/>
                    <a:pt x="5545" y="31072"/>
                    <a:pt x="5733" y="31240"/>
                  </a:cubicBezTo>
                  <a:cubicBezTo>
                    <a:pt x="5943" y="31386"/>
                    <a:pt x="6110" y="31553"/>
                    <a:pt x="6298" y="31700"/>
                  </a:cubicBezTo>
                  <a:cubicBezTo>
                    <a:pt x="6675" y="32014"/>
                    <a:pt x="7010" y="32348"/>
                    <a:pt x="7303" y="32746"/>
                  </a:cubicBezTo>
                  <a:cubicBezTo>
                    <a:pt x="7889" y="33478"/>
                    <a:pt x="8349" y="34378"/>
                    <a:pt x="8495" y="35341"/>
                  </a:cubicBezTo>
                  <a:cubicBezTo>
                    <a:pt x="8579" y="35843"/>
                    <a:pt x="8579" y="36303"/>
                    <a:pt x="8579" y="36805"/>
                  </a:cubicBezTo>
                  <a:lnTo>
                    <a:pt x="8600" y="38270"/>
                  </a:lnTo>
                  <a:lnTo>
                    <a:pt x="8621" y="36805"/>
                  </a:lnTo>
                  <a:cubicBezTo>
                    <a:pt x="8621" y="36324"/>
                    <a:pt x="8663" y="35843"/>
                    <a:pt x="8579" y="35341"/>
                  </a:cubicBezTo>
                  <a:cubicBezTo>
                    <a:pt x="8454" y="34378"/>
                    <a:pt x="8035" y="33437"/>
                    <a:pt x="7428" y="32641"/>
                  </a:cubicBezTo>
                  <a:cubicBezTo>
                    <a:pt x="7135" y="32244"/>
                    <a:pt x="6801" y="31888"/>
                    <a:pt x="6424" y="31553"/>
                  </a:cubicBezTo>
                  <a:cubicBezTo>
                    <a:pt x="6257" y="31386"/>
                    <a:pt x="6047" y="31240"/>
                    <a:pt x="5859" y="31072"/>
                  </a:cubicBezTo>
                  <a:cubicBezTo>
                    <a:pt x="5671" y="30926"/>
                    <a:pt x="5482" y="30758"/>
                    <a:pt x="5336" y="30570"/>
                  </a:cubicBezTo>
                  <a:cubicBezTo>
                    <a:pt x="5001" y="30235"/>
                    <a:pt x="4687" y="29838"/>
                    <a:pt x="4373" y="29482"/>
                  </a:cubicBezTo>
                  <a:cubicBezTo>
                    <a:pt x="4185" y="29294"/>
                    <a:pt x="4080" y="29084"/>
                    <a:pt x="3913" y="28896"/>
                  </a:cubicBezTo>
                  <a:lnTo>
                    <a:pt x="3495" y="28310"/>
                  </a:lnTo>
                  <a:cubicBezTo>
                    <a:pt x="2407" y="26699"/>
                    <a:pt x="1611" y="24900"/>
                    <a:pt x="1088" y="23037"/>
                  </a:cubicBezTo>
                  <a:cubicBezTo>
                    <a:pt x="837" y="22096"/>
                    <a:pt x="628" y="21154"/>
                    <a:pt x="523" y="20192"/>
                  </a:cubicBezTo>
                  <a:cubicBezTo>
                    <a:pt x="461" y="19711"/>
                    <a:pt x="419" y="19229"/>
                    <a:pt x="377" y="18748"/>
                  </a:cubicBezTo>
                  <a:cubicBezTo>
                    <a:pt x="335" y="18288"/>
                    <a:pt x="335" y="17786"/>
                    <a:pt x="356" y="17325"/>
                  </a:cubicBezTo>
                  <a:cubicBezTo>
                    <a:pt x="356" y="15610"/>
                    <a:pt x="503" y="13894"/>
                    <a:pt x="816" y="12199"/>
                  </a:cubicBezTo>
                  <a:cubicBezTo>
                    <a:pt x="1130" y="10483"/>
                    <a:pt x="1611" y="8851"/>
                    <a:pt x="2323" y="7261"/>
                  </a:cubicBezTo>
                  <a:cubicBezTo>
                    <a:pt x="3034" y="5692"/>
                    <a:pt x="3976" y="4248"/>
                    <a:pt x="5148" y="3014"/>
                  </a:cubicBezTo>
                  <a:cubicBezTo>
                    <a:pt x="5754" y="2386"/>
                    <a:pt x="6382" y="1779"/>
                    <a:pt x="7093" y="1277"/>
                  </a:cubicBezTo>
                  <a:cubicBezTo>
                    <a:pt x="7784" y="754"/>
                    <a:pt x="8516" y="314"/>
                    <a:pt x="93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84" name="Google Shape;3984;p38"/>
            <p:cNvSpPr/>
            <p:nvPr/>
          </p:nvSpPr>
          <p:spPr>
            <a:xfrm>
              <a:off x="6101337" y="2325422"/>
              <a:ext cx="689708" cy="2131976"/>
            </a:xfrm>
            <a:custGeom>
              <a:avLst/>
              <a:gdLst/>
              <a:ahLst/>
              <a:cxnLst/>
              <a:rect l="l" t="t" r="r" b="b"/>
              <a:pathLst>
                <a:path w="12367" h="38228" extrusionOk="0">
                  <a:moveTo>
                    <a:pt x="11990" y="0"/>
                  </a:moveTo>
                  <a:cubicBezTo>
                    <a:pt x="11006" y="147"/>
                    <a:pt x="10044" y="461"/>
                    <a:pt x="9165" y="858"/>
                  </a:cubicBezTo>
                  <a:cubicBezTo>
                    <a:pt x="8224" y="1256"/>
                    <a:pt x="7345" y="1737"/>
                    <a:pt x="6508" y="2344"/>
                  </a:cubicBezTo>
                  <a:cubicBezTo>
                    <a:pt x="4855" y="3557"/>
                    <a:pt x="3474" y="5127"/>
                    <a:pt x="2449" y="6905"/>
                  </a:cubicBezTo>
                  <a:cubicBezTo>
                    <a:pt x="1946" y="7784"/>
                    <a:pt x="1528" y="8726"/>
                    <a:pt x="1193" y="9688"/>
                  </a:cubicBezTo>
                  <a:cubicBezTo>
                    <a:pt x="879" y="10692"/>
                    <a:pt x="586" y="11655"/>
                    <a:pt x="440" y="12680"/>
                  </a:cubicBezTo>
                  <a:cubicBezTo>
                    <a:pt x="231" y="13663"/>
                    <a:pt x="147" y="14689"/>
                    <a:pt x="63" y="15714"/>
                  </a:cubicBezTo>
                  <a:cubicBezTo>
                    <a:pt x="42" y="16216"/>
                    <a:pt x="42" y="16739"/>
                    <a:pt x="21" y="17220"/>
                  </a:cubicBezTo>
                  <a:cubicBezTo>
                    <a:pt x="1" y="17744"/>
                    <a:pt x="21" y="18246"/>
                    <a:pt x="63" y="18769"/>
                  </a:cubicBezTo>
                  <a:cubicBezTo>
                    <a:pt x="273" y="20819"/>
                    <a:pt x="796" y="22828"/>
                    <a:pt x="1674" y="24690"/>
                  </a:cubicBezTo>
                  <a:cubicBezTo>
                    <a:pt x="2532" y="26532"/>
                    <a:pt x="3767" y="28268"/>
                    <a:pt x="5273" y="29628"/>
                  </a:cubicBezTo>
                  <a:cubicBezTo>
                    <a:pt x="6027" y="30298"/>
                    <a:pt x="6864" y="30925"/>
                    <a:pt x="7742" y="31449"/>
                  </a:cubicBezTo>
                  <a:lnTo>
                    <a:pt x="8391" y="31846"/>
                  </a:lnTo>
                  <a:lnTo>
                    <a:pt x="9102" y="32181"/>
                  </a:lnTo>
                  <a:cubicBezTo>
                    <a:pt x="9563" y="32390"/>
                    <a:pt x="10002" y="32578"/>
                    <a:pt x="10421" y="32871"/>
                  </a:cubicBezTo>
                  <a:cubicBezTo>
                    <a:pt x="10839" y="33164"/>
                    <a:pt x="11237" y="33478"/>
                    <a:pt x="11550" y="33855"/>
                  </a:cubicBezTo>
                  <a:cubicBezTo>
                    <a:pt x="11843" y="34252"/>
                    <a:pt x="12074" y="34692"/>
                    <a:pt x="12178" y="35194"/>
                  </a:cubicBezTo>
                  <a:cubicBezTo>
                    <a:pt x="12283" y="35696"/>
                    <a:pt x="12241" y="36219"/>
                    <a:pt x="12262" y="36721"/>
                  </a:cubicBezTo>
                  <a:lnTo>
                    <a:pt x="12283" y="38228"/>
                  </a:lnTo>
                  <a:lnTo>
                    <a:pt x="12304" y="36721"/>
                  </a:lnTo>
                  <a:cubicBezTo>
                    <a:pt x="12304" y="36219"/>
                    <a:pt x="12366" y="35717"/>
                    <a:pt x="12262" y="35194"/>
                  </a:cubicBezTo>
                  <a:cubicBezTo>
                    <a:pt x="12157" y="34671"/>
                    <a:pt x="11948" y="34210"/>
                    <a:pt x="11634" y="33792"/>
                  </a:cubicBezTo>
                  <a:cubicBezTo>
                    <a:pt x="11320" y="33374"/>
                    <a:pt x="10923" y="33018"/>
                    <a:pt x="10504" y="32746"/>
                  </a:cubicBezTo>
                  <a:cubicBezTo>
                    <a:pt x="10086" y="32432"/>
                    <a:pt x="9584" y="32223"/>
                    <a:pt x="9144" y="32013"/>
                  </a:cubicBezTo>
                  <a:lnTo>
                    <a:pt x="8475" y="31658"/>
                  </a:lnTo>
                  <a:lnTo>
                    <a:pt x="7805" y="31281"/>
                  </a:lnTo>
                  <a:cubicBezTo>
                    <a:pt x="6947" y="30758"/>
                    <a:pt x="6131" y="30130"/>
                    <a:pt x="5399" y="29440"/>
                  </a:cubicBezTo>
                  <a:cubicBezTo>
                    <a:pt x="3913" y="28080"/>
                    <a:pt x="2742" y="26406"/>
                    <a:pt x="1905" y="24586"/>
                  </a:cubicBezTo>
                  <a:cubicBezTo>
                    <a:pt x="1047" y="22744"/>
                    <a:pt x="545" y="20778"/>
                    <a:pt x="356" y="18769"/>
                  </a:cubicBezTo>
                  <a:cubicBezTo>
                    <a:pt x="335" y="18267"/>
                    <a:pt x="314" y="17785"/>
                    <a:pt x="314" y="17283"/>
                  </a:cubicBezTo>
                  <a:cubicBezTo>
                    <a:pt x="314" y="16781"/>
                    <a:pt x="314" y="16258"/>
                    <a:pt x="335" y="15756"/>
                  </a:cubicBezTo>
                  <a:cubicBezTo>
                    <a:pt x="419" y="14752"/>
                    <a:pt x="482" y="13747"/>
                    <a:pt x="670" y="12764"/>
                  </a:cubicBezTo>
                  <a:cubicBezTo>
                    <a:pt x="817" y="11759"/>
                    <a:pt x="1089" y="10797"/>
                    <a:pt x="1402" y="9834"/>
                  </a:cubicBezTo>
                  <a:cubicBezTo>
                    <a:pt x="1716" y="8851"/>
                    <a:pt x="2135" y="7951"/>
                    <a:pt x="2595" y="7052"/>
                  </a:cubicBezTo>
                  <a:cubicBezTo>
                    <a:pt x="3579" y="5273"/>
                    <a:pt x="4897" y="3704"/>
                    <a:pt x="6529" y="2511"/>
                  </a:cubicBezTo>
                  <a:cubicBezTo>
                    <a:pt x="7303" y="1883"/>
                    <a:pt x="8203" y="1360"/>
                    <a:pt x="9123" y="942"/>
                  </a:cubicBezTo>
                  <a:cubicBezTo>
                    <a:pt x="10044" y="523"/>
                    <a:pt x="11006" y="168"/>
                    <a:pt x="119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85" name="Google Shape;3985;p38"/>
            <p:cNvSpPr/>
            <p:nvPr/>
          </p:nvSpPr>
          <p:spPr>
            <a:xfrm>
              <a:off x="6836497" y="2321909"/>
              <a:ext cx="19910" cy="2135489"/>
            </a:xfrm>
            <a:custGeom>
              <a:avLst/>
              <a:gdLst/>
              <a:ahLst/>
              <a:cxnLst/>
              <a:rect l="l" t="t" r="r" b="b"/>
              <a:pathLst>
                <a:path w="357" h="38291" extrusionOk="0">
                  <a:moveTo>
                    <a:pt x="168" y="1"/>
                  </a:moveTo>
                  <a:cubicBezTo>
                    <a:pt x="126" y="1591"/>
                    <a:pt x="105" y="3202"/>
                    <a:pt x="105" y="4792"/>
                  </a:cubicBezTo>
                  <a:lnTo>
                    <a:pt x="42" y="9584"/>
                  </a:lnTo>
                  <a:lnTo>
                    <a:pt x="0" y="19146"/>
                  </a:lnTo>
                  <a:lnTo>
                    <a:pt x="42" y="28729"/>
                  </a:lnTo>
                  <a:lnTo>
                    <a:pt x="105" y="33499"/>
                  </a:lnTo>
                  <a:cubicBezTo>
                    <a:pt x="126" y="35110"/>
                    <a:pt x="126" y="36701"/>
                    <a:pt x="168" y="38291"/>
                  </a:cubicBezTo>
                  <a:lnTo>
                    <a:pt x="252" y="33499"/>
                  </a:lnTo>
                  <a:lnTo>
                    <a:pt x="314" y="28729"/>
                  </a:lnTo>
                  <a:lnTo>
                    <a:pt x="356" y="19146"/>
                  </a:lnTo>
                  <a:lnTo>
                    <a:pt x="314" y="9584"/>
                  </a:lnTo>
                  <a:lnTo>
                    <a:pt x="252" y="4792"/>
                  </a:lnTo>
                  <a:cubicBezTo>
                    <a:pt x="231" y="3202"/>
                    <a:pt x="231" y="1591"/>
                    <a:pt x="1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86" name="Google Shape;3986;p38"/>
            <p:cNvSpPr/>
            <p:nvPr/>
          </p:nvSpPr>
          <p:spPr>
            <a:xfrm>
              <a:off x="6727969" y="4450371"/>
              <a:ext cx="239253" cy="105851"/>
            </a:xfrm>
            <a:custGeom>
              <a:avLst/>
              <a:gdLst/>
              <a:ahLst/>
              <a:cxnLst/>
              <a:rect l="l" t="t" r="r" b="b"/>
              <a:pathLst>
                <a:path w="4290" h="1898" extrusionOk="0">
                  <a:moveTo>
                    <a:pt x="462" y="228"/>
                  </a:moveTo>
                  <a:cubicBezTo>
                    <a:pt x="475" y="228"/>
                    <a:pt x="489" y="229"/>
                    <a:pt x="503" y="230"/>
                  </a:cubicBezTo>
                  <a:cubicBezTo>
                    <a:pt x="1382" y="293"/>
                    <a:pt x="2260" y="314"/>
                    <a:pt x="3139" y="314"/>
                  </a:cubicBezTo>
                  <a:lnTo>
                    <a:pt x="3767" y="314"/>
                  </a:lnTo>
                  <a:cubicBezTo>
                    <a:pt x="3892" y="335"/>
                    <a:pt x="4039" y="440"/>
                    <a:pt x="4039" y="649"/>
                  </a:cubicBezTo>
                  <a:cubicBezTo>
                    <a:pt x="4039" y="858"/>
                    <a:pt x="4081" y="1088"/>
                    <a:pt x="4081" y="1298"/>
                  </a:cubicBezTo>
                  <a:cubicBezTo>
                    <a:pt x="4102" y="1507"/>
                    <a:pt x="3892" y="1695"/>
                    <a:pt x="3683" y="1695"/>
                  </a:cubicBezTo>
                  <a:cubicBezTo>
                    <a:pt x="3244" y="1695"/>
                    <a:pt x="2825" y="1653"/>
                    <a:pt x="2386" y="1611"/>
                  </a:cubicBezTo>
                  <a:cubicBezTo>
                    <a:pt x="2090" y="1597"/>
                    <a:pt x="1784" y="1582"/>
                    <a:pt x="1467" y="1582"/>
                  </a:cubicBezTo>
                  <a:cubicBezTo>
                    <a:pt x="1336" y="1582"/>
                    <a:pt x="1202" y="1584"/>
                    <a:pt x="1068" y="1590"/>
                  </a:cubicBezTo>
                  <a:lnTo>
                    <a:pt x="733" y="1611"/>
                  </a:lnTo>
                  <a:cubicBezTo>
                    <a:pt x="649" y="1611"/>
                    <a:pt x="575" y="1621"/>
                    <a:pt x="510" y="1621"/>
                  </a:cubicBezTo>
                  <a:cubicBezTo>
                    <a:pt x="477" y="1621"/>
                    <a:pt x="447" y="1618"/>
                    <a:pt x="419" y="1611"/>
                  </a:cubicBezTo>
                  <a:cubicBezTo>
                    <a:pt x="231" y="1590"/>
                    <a:pt x="84" y="1402"/>
                    <a:pt x="105" y="1193"/>
                  </a:cubicBezTo>
                  <a:cubicBezTo>
                    <a:pt x="105" y="984"/>
                    <a:pt x="84" y="754"/>
                    <a:pt x="105" y="544"/>
                  </a:cubicBezTo>
                  <a:cubicBezTo>
                    <a:pt x="125" y="350"/>
                    <a:pt x="288" y="228"/>
                    <a:pt x="462" y="228"/>
                  </a:cubicBezTo>
                  <a:close/>
                  <a:moveTo>
                    <a:pt x="3160" y="0"/>
                  </a:moveTo>
                  <a:cubicBezTo>
                    <a:pt x="2281" y="0"/>
                    <a:pt x="1423" y="0"/>
                    <a:pt x="524" y="84"/>
                  </a:cubicBezTo>
                  <a:cubicBezTo>
                    <a:pt x="273" y="105"/>
                    <a:pt x="63" y="314"/>
                    <a:pt x="21" y="565"/>
                  </a:cubicBezTo>
                  <a:lnTo>
                    <a:pt x="21" y="1235"/>
                  </a:lnTo>
                  <a:cubicBezTo>
                    <a:pt x="1" y="1465"/>
                    <a:pt x="126" y="1758"/>
                    <a:pt x="398" y="1821"/>
                  </a:cubicBezTo>
                  <a:cubicBezTo>
                    <a:pt x="440" y="1862"/>
                    <a:pt x="524" y="1862"/>
                    <a:pt x="586" y="1862"/>
                  </a:cubicBezTo>
                  <a:lnTo>
                    <a:pt x="733" y="1862"/>
                  </a:lnTo>
                  <a:lnTo>
                    <a:pt x="1068" y="1883"/>
                  </a:lnTo>
                  <a:cubicBezTo>
                    <a:pt x="1241" y="1892"/>
                    <a:pt x="1422" y="1897"/>
                    <a:pt x="1605" y="1897"/>
                  </a:cubicBezTo>
                  <a:cubicBezTo>
                    <a:pt x="1864" y="1897"/>
                    <a:pt x="2128" y="1887"/>
                    <a:pt x="2386" y="1862"/>
                  </a:cubicBezTo>
                  <a:cubicBezTo>
                    <a:pt x="2804" y="1800"/>
                    <a:pt x="3244" y="1758"/>
                    <a:pt x="3683" y="1758"/>
                  </a:cubicBezTo>
                  <a:cubicBezTo>
                    <a:pt x="3934" y="1758"/>
                    <a:pt x="4164" y="1570"/>
                    <a:pt x="4206" y="1339"/>
                  </a:cubicBezTo>
                  <a:lnTo>
                    <a:pt x="4290" y="670"/>
                  </a:lnTo>
                  <a:lnTo>
                    <a:pt x="4290" y="502"/>
                  </a:lnTo>
                  <a:cubicBezTo>
                    <a:pt x="4269" y="419"/>
                    <a:pt x="4227" y="335"/>
                    <a:pt x="4206" y="293"/>
                  </a:cubicBezTo>
                  <a:cubicBezTo>
                    <a:pt x="4123" y="168"/>
                    <a:pt x="4018" y="63"/>
                    <a:pt x="3871" y="21"/>
                  </a:cubicBezTo>
                  <a:cubicBezTo>
                    <a:pt x="3788" y="0"/>
                    <a:pt x="3725" y="0"/>
                    <a:pt x="36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87" name="Google Shape;3987;p38"/>
            <p:cNvSpPr/>
            <p:nvPr/>
          </p:nvSpPr>
          <p:spPr>
            <a:xfrm>
              <a:off x="7138715" y="4841263"/>
              <a:ext cx="74732" cy="287104"/>
            </a:xfrm>
            <a:custGeom>
              <a:avLst/>
              <a:gdLst/>
              <a:ahLst/>
              <a:cxnLst/>
              <a:rect l="l" t="t" r="r" b="b"/>
              <a:pathLst>
                <a:path w="1340" h="5148" fill="none" extrusionOk="0">
                  <a:moveTo>
                    <a:pt x="1340" y="1"/>
                  </a:moveTo>
                  <a:lnTo>
                    <a:pt x="1" y="5148"/>
                  </a:lnTo>
                </a:path>
              </a:pathLst>
            </a:custGeom>
            <a:solidFill>
              <a:schemeClr val="dk1"/>
            </a:solidFill>
            <a:ln w="4175" cap="flat" cmpd="sng">
              <a:solidFill>
                <a:schemeClr val="dk1"/>
              </a:solidFill>
              <a:prstDash val="solid"/>
              <a:miter lim="2092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88" name="Google Shape;3988;p38"/>
            <p:cNvSpPr/>
            <p:nvPr/>
          </p:nvSpPr>
          <p:spPr>
            <a:xfrm>
              <a:off x="6482915" y="4841263"/>
              <a:ext cx="60734" cy="280133"/>
            </a:xfrm>
            <a:custGeom>
              <a:avLst/>
              <a:gdLst/>
              <a:ahLst/>
              <a:cxnLst/>
              <a:rect l="l" t="t" r="r" b="b"/>
              <a:pathLst>
                <a:path w="1089" h="5023" fill="none" extrusionOk="0">
                  <a:moveTo>
                    <a:pt x="1" y="1"/>
                  </a:moveTo>
                  <a:lnTo>
                    <a:pt x="1089" y="5022"/>
                  </a:lnTo>
                </a:path>
              </a:pathLst>
            </a:custGeom>
            <a:solidFill>
              <a:schemeClr val="dk1"/>
            </a:solidFill>
            <a:ln w="4175" cap="flat" cmpd="sng">
              <a:solidFill>
                <a:schemeClr val="dk1"/>
              </a:solidFill>
              <a:prstDash val="solid"/>
              <a:miter lim="2092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89" name="Google Shape;3989;p38"/>
            <p:cNvSpPr/>
            <p:nvPr/>
          </p:nvSpPr>
          <p:spPr>
            <a:xfrm>
              <a:off x="6653293" y="4842434"/>
              <a:ext cx="28052" cy="273106"/>
            </a:xfrm>
            <a:custGeom>
              <a:avLst/>
              <a:gdLst/>
              <a:ahLst/>
              <a:cxnLst/>
              <a:rect l="l" t="t" r="r" b="b"/>
              <a:pathLst>
                <a:path w="503" h="4897" fill="none" extrusionOk="0">
                  <a:moveTo>
                    <a:pt x="0" y="1"/>
                  </a:moveTo>
                  <a:lnTo>
                    <a:pt x="503" y="4897"/>
                  </a:lnTo>
                </a:path>
              </a:pathLst>
            </a:custGeom>
            <a:solidFill>
              <a:schemeClr val="dk1"/>
            </a:solidFill>
            <a:ln w="4175" cap="flat" cmpd="sng">
              <a:solidFill>
                <a:schemeClr val="dk1"/>
              </a:solidFill>
              <a:prstDash val="solid"/>
              <a:miter lim="2092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90" name="Google Shape;3990;p38"/>
            <p:cNvSpPr/>
            <p:nvPr/>
          </p:nvSpPr>
          <p:spPr>
            <a:xfrm>
              <a:off x="6687145" y="4842434"/>
              <a:ext cx="22196" cy="277790"/>
            </a:xfrm>
            <a:custGeom>
              <a:avLst/>
              <a:gdLst/>
              <a:ahLst/>
              <a:cxnLst/>
              <a:rect l="l" t="t" r="r" b="b"/>
              <a:pathLst>
                <a:path w="398" h="4981" fill="none" extrusionOk="0">
                  <a:moveTo>
                    <a:pt x="0" y="1"/>
                  </a:moveTo>
                  <a:lnTo>
                    <a:pt x="398" y="4980"/>
                  </a:lnTo>
                </a:path>
              </a:pathLst>
            </a:custGeom>
            <a:solidFill>
              <a:schemeClr val="dk1"/>
            </a:solidFill>
            <a:ln w="4175" cap="flat" cmpd="sng">
              <a:solidFill>
                <a:schemeClr val="dk1"/>
              </a:solidFill>
              <a:prstDash val="solid"/>
              <a:miter lim="2092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91" name="Google Shape;3991;p38"/>
            <p:cNvSpPr/>
            <p:nvPr/>
          </p:nvSpPr>
          <p:spPr>
            <a:xfrm>
              <a:off x="6709286" y="4835463"/>
              <a:ext cx="22252" cy="280077"/>
            </a:xfrm>
            <a:custGeom>
              <a:avLst/>
              <a:gdLst/>
              <a:ahLst/>
              <a:cxnLst/>
              <a:rect l="l" t="t" r="r" b="b"/>
              <a:pathLst>
                <a:path w="399" h="5022" fill="none" extrusionOk="0">
                  <a:moveTo>
                    <a:pt x="1" y="0"/>
                  </a:moveTo>
                  <a:lnTo>
                    <a:pt x="398" y="5022"/>
                  </a:lnTo>
                </a:path>
              </a:pathLst>
            </a:custGeom>
            <a:solidFill>
              <a:schemeClr val="dk1"/>
            </a:solidFill>
            <a:ln w="4175" cap="flat" cmpd="sng">
              <a:solidFill>
                <a:schemeClr val="dk1"/>
              </a:solidFill>
              <a:prstDash val="solid"/>
              <a:miter lim="2092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92" name="Google Shape;3992;p38"/>
            <p:cNvSpPr/>
            <p:nvPr/>
          </p:nvSpPr>
          <p:spPr>
            <a:xfrm>
              <a:off x="6738453" y="4841263"/>
              <a:ext cx="16396" cy="274277"/>
            </a:xfrm>
            <a:custGeom>
              <a:avLst/>
              <a:gdLst/>
              <a:ahLst/>
              <a:cxnLst/>
              <a:rect l="l" t="t" r="r" b="b"/>
              <a:pathLst>
                <a:path w="294" h="4918" fill="none" extrusionOk="0">
                  <a:moveTo>
                    <a:pt x="1" y="1"/>
                  </a:moveTo>
                  <a:lnTo>
                    <a:pt x="294" y="4918"/>
                  </a:lnTo>
                </a:path>
              </a:pathLst>
            </a:custGeom>
            <a:solidFill>
              <a:schemeClr val="dk1"/>
            </a:solidFill>
            <a:ln w="4175" cap="flat" cmpd="sng">
              <a:solidFill>
                <a:schemeClr val="dk1"/>
              </a:solidFill>
              <a:prstDash val="solid"/>
              <a:miter lim="2092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93" name="Google Shape;3993;p38"/>
            <p:cNvSpPr/>
            <p:nvPr/>
          </p:nvSpPr>
          <p:spPr>
            <a:xfrm>
              <a:off x="6761821" y="4841263"/>
              <a:ext cx="11712" cy="278962"/>
            </a:xfrm>
            <a:custGeom>
              <a:avLst/>
              <a:gdLst/>
              <a:ahLst/>
              <a:cxnLst/>
              <a:rect l="l" t="t" r="r" b="b"/>
              <a:pathLst>
                <a:path w="210" h="5002" fill="none" extrusionOk="0">
                  <a:moveTo>
                    <a:pt x="0" y="1"/>
                  </a:moveTo>
                  <a:lnTo>
                    <a:pt x="210" y="5001"/>
                  </a:lnTo>
                </a:path>
              </a:pathLst>
            </a:custGeom>
            <a:solidFill>
              <a:schemeClr val="dk1"/>
            </a:solidFill>
            <a:ln w="4175" cap="flat" cmpd="sng">
              <a:solidFill>
                <a:schemeClr val="dk1"/>
              </a:solidFill>
              <a:prstDash val="solid"/>
              <a:miter lim="2092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94" name="Google Shape;3994;p38"/>
            <p:cNvSpPr/>
            <p:nvPr/>
          </p:nvSpPr>
          <p:spPr>
            <a:xfrm>
              <a:off x="6787475" y="4841263"/>
              <a:ext cx="4740" cy="274277"/>
            </a:xfrm>
            <a:custGeom>
              <a:avLst/>
              <a:gdLst/>
              <a:ahLst/>
              <a:cxnLst/>
              <a:rect l="l" t="t" r="r" b="b"/>
              <a:pathLst>
                <a:path w="85" h="4918" fill="none" extrusionOk="0">
                  <a:moveTo>
                    <a:pt x="1" y="1"/>
                  </a:moveTo>
                  <a:lnTo>
                    <a:pt x="84" y="4918"/>
                  </a:lnTo>
                </a:path>
              </a:pathLst>
            </a:custGeom>
            <a:solidFill>
              <a:schemeClr val="dk1"/>
            </a:solidFill>
            <a:ln w="4175" cap="flat" cmpd="sng">
              <a:solidFill>
                <a:schemeClr val="dk1"/>
              </a:solidFill>
              <a:prstDash val="solid"/>
              <a:miter lim="2092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95" name="Google Shape;3995;p38"/>
            <p:cNvSpPr/>
            <p:nvPr/>
          </p:nvSpPr>
          <p:spPr>
            <a:xfrm>
              <a:off x="6804987" y="4841263"/>
              <a:ext cx="3569" cy="274277"/>
            </a:xfrm>
            <a:custGeom>
              <a:avLst/>
              <a:gdLst/>
              <a:ahLst/>
              <a:cxnLst/>
              <a:rect l="l" t="t" r="r" b="b"/>
              <a:pathLst>
                <a:path w="64" h="4918" fill="none" extrusionOk="0">
                  <a:moveTo>
                    <a:pt x="63" y="1"/>
                  </a:moveTo>
                  <a:lnTo>
                    <a:pt x="1" y="4918"/>
                  </a:lnTo>
                </a:path>
              </a:pathLst>
            </a:custGeom>
            <a:solidFill>
              <a:schemeClr val="dk1"/>
            </a:solidFill>
            <a:ln w="4175" cap="flat" cmpd="sng">
              <a:solidFill>
                <a:schemeClr val="dk1"/>
              </a:solidFill>
              <a:prstDash val="solid"/>
              <a:miter lim="2092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96" name="Google Shape;3996;p38"/>
            <p:cNvSpPr/>
            <p:nvPr/>
          </p:nvSpPr>
          <p:spPr>
            <a:xfrm>
              <a:off x="6829470" y="4842434"/>
              <a:ext cx="56" cy="273106"/>
            </a:xfrm>
            <a:custGeom>
              <a:avLst/>
              <a:gdLst/>
              <a:ahLst/>
              <a:cxnLst/>
              <a:rect l="l" t="t" r="r" b="b"/>
              <a:pathLst>
                <a:path w="1" h="4897" fill="none" extrusionOk="0">
                  <a:moveTo>
                    <a:pt x="1" y="1"/>
                  </a:moveTo>
                  <a:lnTo>
                    <a:pt x="1" y="4897"/>
                  </a:lnTo>
                </a:path>
              </a:pathLst>
            </a:custGeom>
            <a:solidFill>
              <a:schemeClr val="dk1"/>
            </a:solidFill>
            <a:ln w="4175" cap="flat" cmpd="sng">
              <a:solidFill>
                <a:schemeClr val="dk1"/>
              </a:solidFill>
              <a:prstDash val="solid"/>
              <a:miter lim="2092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97" name="Google Shape;3997;p38"/>
            <p:cNvSpPr/>
            <p:nvPr/>
          </p:nvSpPr>
          <p:spPr>
            <a:xfrm>
              <a:off x="6843468" y="4842434"/>
              <a:ext cx="56" cy="273106"/>
            </a:xfrm>
            <a:custGeom>
              <a:avLst/>
              <a:gdLst/>
              <a:ahLst/>
              <a:cxnLst/>
              <a:rect l="l" t="t" r="r" b="b"/>
              <a:pathLst>
                <a:path w="1" h="4897" fill="none" extrusionOk="0">
                  <a:moveTo>
                    <a:pt x="1" y="1"/>
                  </a:moveTo>
                  <a:lnTo>
                    <a:pt x="1" y="4897"/>
                  </a:lnTo>
                </a:path>
              </a:pathLst>
            </a:custGeom>
            <a:solidFill>
              <a:schemeClr val="dk1"/>
            </a:solidFill>
            <a:ln w="4175" cap="flat" cmpd="sng">
              <a:solidFill>
                <a:schemeClr val="dk1"/>
              </a:solidFill>
              <a:prstDash val="solid"/>
              <a:miter lim="2092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98" name="Google Shape;3998;p38"/>
            <p:cNvSpPr/>
            <p:nvPr/>
          </p:nvSpPr>
          <p:spPr>
            <a:xfrm>
              <a:off x="6628810" y="4842434"/>
              <a:ext cx="33852" cy="273106"/>
            </a:xfrm>
            <a:custGeom>
              <a:avLst/>
              <a:gdLst/>
              <a:ahLst/>
              <a:cxnLst/>
              <a:rect l="l" t="t" r="r" b="b"/>
              <a:pathLst>
                <a:path w="607" h="4897" fill="none" extrusionOk="0">
                  <a:moveTo>
                    <a:pt x="0" y="1"/>
                  </a:moveTo>
                  <a:lnTo>
                    <a:pt x="607" y="4897"/>
                  </a:lnTo>
                </a:path>
              </a:pathLst>
            </a:custGeom>
            <a:solidFill>
              <a:schemeClr val="dk1"/>
            </a:solidFill>
            <a:ln w="4175" cap="flat" cmpd="sng">
              <a:solidFill>
                <a:schemeClr val="dk1"/>
              </a:solidFill>
              <a:prstDash val="solid"/>
              <a:miter lim="2092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99" name="Google Shape;3999;p38"/>
            <p:cNvSpPr/>
            <p:nvPr/>
          </p:nvSpPr>
          <p:spPr>
            <a:xfrm>
              <a:off x="6601929" y="4842434"/>
              <a:ext cx="33908" cy="273106"/>
            </a:xfrm>
            <a:custGeom>
              <a:avLst/>
              <a:gdLst/>
              <a:ahLst/>
              <a:cxnLst/>
              <a:rect l="l" t="t" r="r" b="b"/>
              <a:pathLst>
                <a:path w="608" h="4897" fill="none" extrusionOk="0">
                  <a:moveTo>
                    <a:pt x="1" y="1"/>
                  </a:moveTo>
                  <a:lnTo>
                    <a:pt x="608" y="4897"/>
                  </a:lnTo>
                </a:path>
              </a:pathLst>
            </a:custGeom>
            <a:solidFill>
              <a:schemeClr val="dk1"/>
            </a:solidFill>
            <a:ln w="4175" cap="flat" cmpd="sng">
              <a:solidFill>
                <a:schemeClr val="dk1"/>
              </a:solidFill>
              <a:prstDash val="solid"/>
              <a:miter lim="2092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00" name="Google Shape;4000;p38"/>
            <p:cNvSpPr/>
            <p:nvPr/>
          </p:nvSpPr>
          <p:spPr>
            <a:xfrm>
              <a:off x="6583301" y="4842434"/>
              <a:ext cx="35024" cy="277790"/>
            </a:xfrm>
            <a:custGeom>
              <a:avLst/>
              <a:gdLst/>
              <a:ahLst/>
              <a:cxnLst/>
              <a:rect l="l" t="t" r="r" b="b"/>
              <a:pathLst>
                <a:path w="628" h="4981" fill="none" extrusionOk="0">
                  <a:moveTo>
                    <a:pt x="0" y="1"/>
                  </a:moveTo>
                  <a:lnTo>
                    <a:pt x="628" y="4980"/>
                  </a:lnTo>
                </a:path>
              </a:pathLst>
            </a:custGeom>
            <a:solidFill>
              <a:schemeClr val="dk1"/>
            </a:solidFill>
            <a:ln w="4175" cap="flat" cmpd="sng">
              <a:solidFill>
                <a:schemeClr val="dk1"/>
              </a:solidFill>
              <a:prstDash val="solid"/>
              <a:miter lim="2092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01" name="Google Shape;4001;p38"/>
            <p:cNvSpPr/>
            <p:nvPr/>
          </p:nvSpPr>
          <p:spPr>
            <a:xfrm>
              <a:off x="6900688" y="4842434"/>
              <a:ext cx="14054" cy="273106"/>
            </a:xfrm>
            <a:custGeom>
              <a:avLst/>
              <a:gdLst/>
              <a:ahLst/>
              <a:cxnLst/>
              <a:rect l="l" t="t" r="r" b="b"/>
              <a:pathLst>
                <a:path w="252" h="4897" fill="none" extrusionOk="0">
                  <a:moveTo>
                    <a:pt x="251" y="1"/>
                  </a:moveTo>
                  <a:lnTo>
                    <a:pt x="0" y="4897"/>
                  </a:lnTo>
                </a:path>
              </a:pathLst>
            </a:custGeom>
            <a:solidFill>
              <a:schemeClr val="dk1"/>
            </a:solidFill>
            <a:ln w="4175" cap="flat" cmpd="sng">
              <a:solidFill>
                <a:schemeClr val="dk1"/>
              </a:solidFill>
              <a:prstDash val="solid"/>
              <a:miter lim="2092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02" name="Google Shape;4002;p38"/>
            <p:cNvSpPr/>
            <p:nvPr/>
          </p:nvSpPr>
          <p:spPr>
            <a:xfrm>
              <a:off x="6917029" y="4842434"/>
              <a:ext cx="21025" cy="273106"/>
            </a:xfrm>
            <a:custGeom>
              <a:avLst/>
              <a:gdLst/>
              <a:ahLst/>
              <a:cxnLst/>
              <a:rect l="l" t="t" r="r" b="b"/>
              <a:pathLst>
                <a:path w="377" h="4897" fill="none" extrusionOk="0">
                  <a:moveTo>
                    <a:pt x="377" y="1"/>
                  </a:moveTo>
                  <a:lnTo>
                    <a:pt x="0" y="4897"/>
                  </a:lnTo>
                </a:path>
              </a:pathLst>
            </a:custGeom>
            <a:solidFill>
              <a:schemeClr val="dk1"/>
            </a:solidFill>
            <a:ln w="4175" cap="flat" cmpd="sng">
              <a:solidFill>
                <a:schemeClr val="dk1"/>
              </a:solidFill>
              <a:prstDash val="solid"/>
              <a:miter lim="2092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03" name="Google Shape;4003;p38"/>
            <p:cNvSpPr/>
            <p:nvPr/>
          </p:nvSpPr>
          <p:spPr>
            <a:xfrm>
              <a:off x="6883177" y="4842434"/>
              <a:ext cx="7027" cy="273106"/>
            </a:xfrm>
            <a:custGeom>
              <a:avLst/>
              <a:gdLst/>
              <a:ahLst/>
              <a:cxnLst/>
              <a:rect l="l" t="t" r="r" b="b"/>
              <a:pathLst>
                <a:path w="126" h="4897" fill="none" extrusionOk="0">
                  <a:moveTo>
                    <a:pt x="126" y="1"/>
                  </a:moveTo>
                  <a:lnTo>
                    <a:pt x="0" y="4897"/>
                  </a:lnTo>
                </a:path>
              </a:pathLst>
            </a:custGeom>
            <a:solidFill>
              <a:schemeClr val="dk1"/>
            </a:solidFill>
            <a:ln w="4175" cap="flat" cmpd="sng">
              <a:solidFill>
                <a:schemeClr val="dk1"/>
              </a:solidFill>
              <a:prstDash val="solid"/>
              <a:miter lim="2092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04" name="Google Shape;4004;p38"/>
            <p:cNvSpPr/>
            <p:nvPr/>
          </p:nvSpPr>
          <p:spPr>
            <a:xfrm>
              <a:off x="6862151" y="4842434"/>
              <a:ext cx="5912" cy="273106"/>
            </a:xfrm>
            <a:custGeom>
              <a:avLst/>
              <a:gdLst/>
              <a:ahLst/>
              <a:cxnLst/>
              <a:rect l="l" t="t" r="r" b="b"/>
              <a:pathLst>
                <a:path w="106" h="4897" fill="none" extrusionOk="0">
                  <a:moveTo>
                    <a:pt x="105" y="1"/>
                  </a:moveTo>
                  <a:lnTo>
                    <a:pt x="1" y="4897"/>
                  </a:lnTo>
                </a:path>
              </a:pathLst>
            </a:custGeom>
            <a:solidFill>
              <a:schemeClr val="dk1"/>
            </a:solidFill>
            <a:ln w="4175" cap="flat" cmpd="sng">
              <a:solidFill>
                <a:schemeClr val="dk1"/>
              </a:solidFill>
              <a:prstDash val="solid"/>
              <a:miter lim="2092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05" name="Google Shape;4005;p38"/>
            <p:cNvSpPr/>
            <p:nvPr/>
          </p:nvSpPr>
          <p:spPr>
            <a:xfrm>
              <a:off x="6959024" y="4842434"/>
              <a:ext cx="26881" cy="277790"/>
            </a:xfrm>
            <a:custGeom>
              <a:avLst/>
              <a:gdLst/>
              <a:ahLst/>
              <a:cxnLst/>
              <a:rect l="l" t="t" r="r" b="b"/>
              <a:pathLst>
                <a:path w="482" h="4981" fill="none" extrusionOk="0">
                  <a:moveTo>
                    <a:pt x="482" y="1"/>
                  </a:moveTo>
                  <a:lnTo>
                    <a:pt x="0" y="4980"/>
                  </a:lnTo>
                </a:path>
              </a:pathLst>
            </a:custGeom>
            <a:solidFill>
              <a:schemeClr val="dk1"/>
            </a:solidFill>
            <a:ln w="4175" cap="flat" cmpd="sng">
              <a:solidFill>
                <a:schemeClr val="dk1"/>
              </a:solidFill>
              <a:prstDash val="solid"/>
              <a:miter lim="2092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06" name="Google Shape;4006;p38"/>
            <p:cNvSpPr/>
            <p:nvPr/>
          </p:nvSpPr>
          <p:spPr>
            <a:xfrm>
              <a:off x="6981165" y="4842434"/>
              <a:ext cx="28108" cy="277790"/>
            </a:xfrm>
            <a:custGeom>
              <a:avLst/>
              <a:gdLst/>
              <a:ahLst/>
              <a:cxnLst/>
              <a:rect l="l" t="t" r="r" b="b"/>
              <a:pathLst>
                <a:path w="504" h="4981" fill="none" extrusionOk="0">
                  <a:moveTo>
                    <a:pt x="503" y="1"/>
                  </a:moveTo>
                  <a:lnTo>
                    <a:pt x="1" y="4980"/>
                  </a:lnTo>
                </a:path>
              </a:pathLst>
            </a:custGeom>
            <a:solidFill>
              <a:schemeClr val="dk1"/>
            </a:solidFill>
            <a:ln w="4175" cap="flat" cmpd="sng">
              <a:solidFill>
                <a:schemeClr val="dk1"/>
              </a:solidFill>
              <a:prstDash val="solid"/>
              <a:miter lim="2092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07" name="Google Shape;4007;p38"/>
            <p:cNvSpPr/>
            <p:nvPr/>
          </p:nvSpPr>
          <p:spPr>
            <a:xfrm>
              <a:off x="6995219" y="4842434"/>
              <a:ext cx="33852" cy="277790"/>
            </a:xfrm>
            <a:custGeom>
              <a:avLst/>
              <a:gdLst/>
              <a:ahLst/>
              <a:cxnLst/>
              <a:rect l="l" t="t" r="r" b="b"/>
              <a:pathLst>
                <a:path w="607" h="4981" fill="none" extrusionOk="0">
                  <a:moveTo>
                    <a:pt x="607" y="1"/>
                  </a:moveTo>
                  <a:lnTo>
                    <a:pt x="0" y="4980"/>
                  </a:lnTo>
                </a:path>
              </a:pathLst>
            </a:custGeom>
            <a:solidFill>
              <a:schemeClr val="dk1"/>
            </a:solidFill>
            <a:ln w="4175" cap="flat" cmpd="sng">
              <a:solidFill>
                <a:schemeClr val="dk1"/>
              </a:solidFill>
              <a:prstDash val="solid"/>
              <a:miter lim="2092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08" name="Google Shape;4008;p38"/>
            <p:cNvSpPr/>
            <p:nvPr/>
          </p:nvSpPr>
          <p:spPr>
            <a:xfrm>
              <a:off x="6536622" y="4842434"/>
              <a:ext cx="56049" cy="281304"/>
            </a:xfrm>
            <a:custGeom>
              <a:avLst/>
              <a:gdLst/>
              <a:ahLst/>
              <a:cxnLst/>
              <a:rect l="l" t="t" r="r" b="b"/>
              <a:pathLst>
                <a:path w="1005" h="5044" fill="none" extrusionOk="0">
                  <a:moveTo>
                    <a:pt x="0" y="1"/>
                  </a:moveTo>
                  <a:lnTo>
                    <a:pt x="1004" y="5043"/>
                  </a:lnTo>
                </a:path>
              </a:pathLst>
            </a:custGeom>
            <a:solidFill>
              <a:schemeClr val="dk1"/>
            </a:solidFill>
            <a:ln w="4175" cap="flat" cmpd="sng">
              <a:solidFill>
                <a:schemeClr val="dk1"/>
              </a:solidFill>
              <a:prstDash val="solid"/>
              <a:miter lim="2092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09" name="Google Shape;4009;p38"/>
            <p:cNvSpPr/>
            <p:nvPr/>
          </p:nvSpPr>
          <p:spPr>
            <a:xfrm>
              <a:off x="6564618" y="4842434"/>
              <a:ext cx="37366" cy="277790"/>
            </a:xfrm>
            <a:custGeom>
              <a:avLst/>
              <a:gdLst/>
              <a:ahLst/>
              <a:cxnLst/>
              <a:rect l="l" t="t" r="r" b="b"/>
              <a:pathLst>
                <a:path w="670" h="4981" fill="none" extrusionOk="0">
                  <a:moveTo>
                    <a:pt x="0" y="1"/>
                  </a:moveTo>
                  <a:lnTo>
                    <a:pt x="670" y="4980"/>
                  </a:lnTo>
                </a:path>
              </a:pathLst>
            </a:custGeom>
            <a:solidFill>
              <a:schemeClr val="dk1"/>
            </a:solidFill>
            <a:ln w="4175" cap="flat" cmpd="sng">
              <a:solidFill>
                <a:schemeClr val="dk1"/>
              </a:solidFill>
              <a:prstDash val="solid"/>
              <a:miter lim="2092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10" name="Google Shape;4010;p38"/>
            <p:cNvSpPr/>
            <p:nvPr/>
          </p:nvSpPr>
          <p:spPr>
            <a:xfrm>
              <a:off x="6516768" y="4849461"/>
              <a:ext cx="56049" cy="266079"/>
            </a:xfrm>
            <a:custGeom>
              <a:avLst/>
              <a:gdLst/>
              <a:ahLst/>
              <a:cxnLst/>
              <a:rect l="l" t="t" r="r" b="b"/>
              <a:pathLst>
                <a:path w="1005" h="4771" fill="none" extrusionOk="0">
                  <a:moveTo>
                    <a:pt x="0" y="0"/>
                  </a:moveTo>
                  <a:lnTo>
                    <a:pt x="1005" y="4771"/>
                  </a:lnTo>
                </a:path>
              </a:pathLst>
            </a:custGeom>
            <a:solidFill>
              <a:schemeClr val="dk1"/>
            </a:solidFill>
            <a:ln w="4175" cap="flat" cmpd="sng">
              <a:solidFill>
                <a:schemeClr val="dk1"/>
              </a:solidFill>
              <a:prstDash val="solid"/>
              <a:miter lim="2092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11" name="Google Shape;4011;p38"/>
            <p:cNvSpPr/>
            <p:nvPr/>
          </p:nvSpPr>
          <p:spPr>
            <a:xfrm>
              <a:off x="7046527" y="4842434"/>
              <a:ext cx="56105" cy="273106"/>
            </a:xfrm>
            <a:custGeom>
              <a:avLst/>
              <a:gdLst/>
              <a:ahLst/>
              <a:cxnLst/>
              <a:rect l="l" t="t" r="r" b="b"/>
              <a:pathLst>
                <a:path w="1006" h="4897" fill="none" extrusionOk="0">
                  <a:moveTo>
                    <a:pt x="1005" y="1"/>
                  </a:moveTo>
                  <a:lnTo>
                    <a:pt x="1" y="4897"/>
                  </a:lnTo>
                </a:path>
              </a:pathLst>
            </a:custGeom>
            <a:solidFill>
              <a:schemeClr val="dk1"/>
            </a:solidFill>
            <a:ln w="4175" cap="flat" cmpd="sng">
              <a:solidFill>
                <a:schemeClr val="dk1"/>
              </a:solidFill>
              <a:prstDash val="solid"/>
              <a:miter lim="2092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12" name="Google Shape;4012;p38"/>
            <p:cNvSpPr/>
            <p:nvPr/>
          </p:nvSpPr>
          <p:spPr>
            <a:xfrm>
              <a:off x="7066381" y="4842434"/>
              <a:ext cx="51420" cy="273106"/>
            </a:xfrm>
            <a:custGeom>
              <a:avLst/>
              <a:gdLst/>
              <a:ahLst/>
              <a:cxnLst/>
              <a:rect l="l" t="t" r="r" b="b"/>
              <a:pathLst>
                <a:path w="922" h="4897" fill="none" extrusionOk="0">
                  <a:moveTo>
                    <a:pt x="921" y="1"/>
                  </a:moveTo>
                  <a:lnTo>
                    <a:pt x="0" y="4897"/>
                  </a:lnTo>
                </a:path>
              </a:pathLst>
            </a:custGeom>
            <a:solidFill>
              <a:schemeClr val="dk1"/>
            </a:solidFill>
            <a:ln w="4175" cap="flat" cmpd="sng">
              <a:solidFill>
                <a:schemeClr val="dk1"/>
              </a:solidFill>
              <a:prstDash val="solid"/>
              <a:miter lim="2092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13" name="Google Shape;4013;p38"/>
            <p:cNvSpPr/>
            <p:nvPr/>
          </p:nvSpPr>
          <p:spPr>
            <a:xfrm>
              <a:off x="7096720" y="4842434"/>
              <a:ext cx="49078" cy="273106"/>
            </a:xfrm>
            <a:custGeom>
              <a:avLst/>
              <a:gdLst/>
              <a:ahLst/>
              <a:cxnLst/>
              <a:rect l="l" t="t" r="r" b="b"/>
              <a:pathLst>
                <a:path w="880" h="4897" fill="none" extrusionOk="0">
                  <a:moveTo>
                    <a:pt x="879" y="1"/>
                  </a:moveTo>
                  <a:lnTo>
                    <a:pt x="0" y="4897"/>
                  </a:lnTo>
                </a:path>
              </a:pathLst>
            </a:custGeom>
            <a:solidFill>
              <a:schemeClr val="dk1"/>
            </a:solidFill>
            <a:ln w="4175" cap="flat" cmpd="sng">
              <a:solidFill>
                <a:schemeClr val="dk1"/>
              </a:solidFill>
              <a:prstDash val="solid"/>
              <a:miter lim="2092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14" name="Google Shape;4014;p38"/>
            <p:cNvSpPr/>
            <p:nvPr/>
          </p:nvSpPr>
          <p:spPr>
            <a:xfrm>
              <a:off x="7031358" y="4845948"/>
              <a:ext cx="49078" cy="274277"/>
            </a:xfrm>
            <a:custGeom>
              <a:avLst/>
              <a:gdLst/>
              <a:ahLst/>
              <a:cxnLst/>
              <a:rect l="l" t="t" r="r" b="b"/>
              <a:pathLst>
                <a:path w="880" h="4918" fill="none" extrusionOk="0">
                  <a:moveTo>
                    <a:pt x="879" y="0"/>
                  </a:moveTo>
                  <a:lnTo>
                    <a:pt x="1" y="4917"/>
                  </a:lnTo>
                </a:path>
              </a:pathLst>
            </a:custGeom>
            <a:solidFill>
              <a:schemeClr val="dk1"/>
            </a:solidFill>
            <a:ln w="4175" cap="flat" cmpd="sng">
              <a:solidFill>
                <a:schemeClr val="dk1"/>
              </a:solidFill>
              <a:prstDash val="solid"/>
              <a:miter lim="2092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15" name="Google Shape;4015;p38"/>
            <p:cNvSpPr/>
            <p:nvPr/>
          </p:nvSpPr>
          <p:spPr>
            <a:xfrm>
              <a:off x="7010388" y="4842434"/>
              <a:ext cx="45564" cy="273106"/>
            </a:xfrm>
            <a:custGeom>
              <a:avLst/>
              <a:gdLst/>
              <a:ahLst/>
              <a:cxnLst/>
              <a:rect l="l" t="t" r="r" b="b"/>
              <a:pathLst>
                <a:path w="817" h="4897" fill="none" extrusionOk="0">
                  <a:moveTo>
                    <a:pt x="816" y="1"/>
                  </a:moveTo>
                  <a:lnTo>
                    <a:pt x="0" y="4897"/>
                  </a:lnTo>
                </a:path>
              </a:pathLst>
            </a:custGeom>
            <a:solidFill>
              <a:schemeClr val="dk1"/>
            </a:solidFill>
            <a:ln w="4175" cap="flat" cmpd="sng">
              <a:solidFill>
                <a:schemeClr val="dk1"/>
              </a:solidFill>
              <a:prstDash val="solid"/>
              <a:miter lim="2092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16" name="Google Shape;4016;p38"/>
            <p:cNvSpPr/>
            <p:nvPr/>
          </p:nvSpPr>
          <p:spPr>
            <a:xfrm>
              <a:off x="7120032" y="4849461"/>
              <a:ext cx="51420" cy="266079"/>
            </a:xfrm>
            <a:custGeom>
              <a:avLst/>
              <a:gdLst/>
              <a:ahLst/>
              <a:cxnLst/>
              <a:rect l="l" t="t" r="r" b="b"/>
              <a:pathLst>
                <a:path w="922" h="4771" fill="none" extrusionOk="0">
                  <a:moveTo>
                    <a:pt x="922" y="0"/>
                  </a:moveTo>
                  <a:lnTo>
                    <a:pt x="1" y="4771"/>
                  </a:lnTo>
                </a:path>
              </a:pathLst>
            </a:custGeom>
            <a:solidFill>
              <a:schemeClr val="dk1"/>
            </a:solidFill>
            <a:ln w="4175" cap="flat" cmpd="sng">
              <a:solidFill>
                <a:schemeClr val="dk1"/>
              </a:solidFill>
              <a:prstDash val="solid"/>
              <a:miter lim="2092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17" name="Google Shape;4017;p38"/>
            <p:cNvSpPr/>
            <p:nvPr/>
          </p:nvSpPr>
          <p:spPr>
            <a:xfrm>
              <a:off x="6937999" y="4845948"/>
              <a:ext cx="21081" cy="274277"/>
            </a:xfrm>
            <a:custGeom>
              <a:avLst/>
              <a:gdLst/>
              <a:ahLst/>
              <a:cxnLst/>
              <a:rect l="l" t="t" r="r" b="b"/>
              <a:pathLst>
                <a:path w="378" h="4918" fill="none" extrusionOk="0">
                  <a:moveTo>
                    <a:pt x="377" y="0"/>
                  </a:moveTo>
                  <a:lnTo>
                    <a:pt x="1" y="4917"/>
                  </a:lnTo>
                </a:path>
              </a:pathLst>
            </a:custGeom>
            <a:solidFill>
              <a:schemeClr val="dk1"/>
            </a:solidFill>
            <a:ln w="4175" cap="flat" cmpd="sng">
              <a:solidFill>
                <a:schemeClr val="dk1"/>
              </a:solidFill>
              <a:prstDash val="solid"/>
              <a:miter lim="2092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18" name="Google Shape;4018;p38"/>
            <p:cNvSpPr/>
            <p:nvPr/>
          </p:nvSpPr>
          <p:spPr>
            <a:xfrm>
              <a:off x="6498085" y="4842434"/>
              <a:ext cx="61905" cy="273106"/>
            </a:xfrm>
            <a:custGeom>
              <a:avLst/>
              <a:gdLst/>
              <a:ahLst/>
              <a:cxnLst/>
              <a:rect l="l" t="t" r="r" b="b"/>
              <a:pathLst>
                <a:path w="1110" h="4897" fill="none" extrusionOk="0">
                  <a:moveTo>
                    <a:pt x="1" y="1"/>
                  </a:moveTo>
                  <a:lnTo>
                    <a:pt x="1110" y="4897"/>
                  </a:lnTo>
                </a:path>
              </a:pathLst>
            </a:custGeom>
            <a:solidFill>
              <a:schemeClr val="dk1"/>
            </a:solidFill>
            <a:ln w="4175" cap="flat" cmpd="sng">
              <a:solidFill>
                <a:schemeClr val="dk1"/>
              </a:solidFill>
              <a:prstDash val="solid"/>
              <a:miter lim="2092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19" name="Google Shape;4019;p38"/>
            <p:cNvSpPr/>
            <p:nvPr/>
          </p:nvSpPr>
          <p:spPr>
            <a:xfrm>
              <a:off x="6594957" y="4859946"/>
              <a:ext cx="29223" cy="3569"/>
            </a:xfrm>
            <a:custGeom>
              <a:avLst/>
              <a:gdLst/>
              <a:ahLst/>
              <a:cxnLst/>
              <a:rect l="l" t="t" r="r" b="b"/>
              <a:pathLst>
                <a:path w="524" h="64" fill="none" extrusionOk="0">
                  <a:moveTo>
                    <a:pt x="0" y="63"/>
                  </a:moveTo>
                  <a:cubicBezTo>
                    <a:pt x="189" y="21"/>
                    <a:pt x="356" y="21"/>
                    <a:pt x="523"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20" name="Google Shape;4020;p38"/>
            <p:cNvSpPr/>
            <p:nvPr/>
          </p:nvSpPr>
          <p:spPr>
            <a:xfrm>
              <a:off x="6587930" y="4877458"/>
              <a:ext cx="39764" cy="3569"/>
            </a:xfrm>
            <a:custGeom>
              <a:avLst/>
              <a:gdLst/>
              <a:ahLst/>
              <a:cxnLst/>
              <a:rect l="l" t="t" r="r" b="b"/>
              <a:pathLst>
                <a:path w="713" h="64" fill="none" extrusionOk="0">
                  <a:moveTo>
                    <a:pt x="1" y="63"/>
                  </a:moveTo>
                  <a:cubicBezTo>
                    <a:pt x="231" y="21"/>
                    <a:pt x="482" y="21"/>
                    <a:pt x="712"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21" name="Google Shape;4021;p38"/>
            <p:cNvSpPr/>
            <p:nvPr/>
          </p:nvSpPr>
          <p:spPr>
            <a:xfrm>
              <a:off x="6632267" y="4854090"/>
              <a:ext cx="21081" cy="7083"/>
            </a:xfrm>
            <a:custGeom>
              <a:avLst/>
              <a:gdLst/>
              <a:ahLst/>
              <a:cxnLst/>
              <a:rect l="l" t="t" r="r" b="b"/>
              <a:pathLst>
                <a:path w="378" h="127" fill="none" extrusionOk="0">
                  <a:moveTo>
                    <a:pt x="1" y="85"/>
                  </a:moveTo>
                  <a:cubicBezTo>
                    <a:pt x="126" y="126"/>
                    <a:pt x="252" y="1"/>
                    <a:pt x="377" y="22"/>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22" name="Google Shape;4022;p38"/>
            <p:cNvSpPr/>
            <p:nvPr/>
          </p:nvSpPr>
          <p:spPr>
            <a:xfrm>
              <a:off x="6634610" y="4876286"/>
              <a:ext cx="17568" cy="1227"/>
            </a:xfrm>
            <a:custGeom>
              <a:avLst/>
              <a:gdLst/>
              <a:ahLst/>
              <a:cxnLst/>
              <a:rect l="l" t="t" r="r" b="b"/>
              <a:pathLst>
                <a:path w="315" h="22" fill="none" extrusionOk="0">
                  <a:moveTo>
                    <a:pt x="1" y="0"/>
                  </a:moveTo>
                  <a:cubicBezTo>
                    <a:pt x="105" y="0"/>
                    <a:pt x="210" y="0"/>
                    <a:pt x="315" y="2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23" name="Google Shape;4023;p38"/>
            <p:cNvSpPr/>
            <p:nvPr/>
          </p:nvSpPr>
          <p:spPr>
            <a:xfrm>
              <a:off x="6655635" y="4855261"/>
              <a:ext cx="29223" cy="4740"/>
            </a:xfrm>
            <a:custGeom>
              <a:avLst/>
              <a:gdLst/>
              <a:ahLst/>
              <a:cxnLst/>
              <a:rect l="l" t="t" r="r" b="b"/>
              <a:pathLst>
                <a:path w="524" h="85" fill="none" extrusionOk="0">
                  <a:moveTo>
                    <a:pt x="0" y="43"/>
                  </a:moveTo>
                  <a:cubicBezTo>
                    <a:pt x="168" y="1"/>
                    <a:pt x="356" y="84"/>
                    <a:pt x="523" y="84"/>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24" name="Google Shape;4024;p38"/>
            <p:cNvSpPr/>
            <p:nvPr/>
          </p:nvSpPr>
          <p:spPr>
            <a:xfrm>
              <a:off x="6656806" y="4875115"/>
              <a:ext cx="25710" cy="1227"/>
            </a:xfrm>
            <a:custGeom>
              <a:avLst/>
              <a:gdLst/>
              <a:ahLst/>
              <a:cxnLst/>
              <a:rect l="l" t="t" r="r" b="b"/>
              <a:pathLst>
                <a:path w="461" h="22" fill="none" extrusionOk="0">
                  <a:moveTo>
                    <a:pt x="0" y="0"/>
                  </a:moveTo>
                  <a:cubicBezTo>
                    <a:pt x="0" y="21"/>
                    <a:pt x="42" y="21"/>
                    <a:pt x="84" y="21"/>
                  </a:cubicBezTo>
                  <a:cubicBezTo>
                    <a:pt x="209" y="21"/>
                    <a:pt x="335" y="0"/>
                    <a:pt x="461"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25" name="Google Shape;4025;p38"/>
            <p:cNvSpPr/>
            <p:nvPr/>
          </p:nvSpPr>
          <p:spPr>
            <a:xfrm>
              <a:off x="6589101" y="4893798"/>
              <a:ext cx="17568" cy="1227"/>
            </a:xfrm>
            <a:custGeom>
              <a:avLst/>
              <a:gdLst/>
              <a:ahLst/>
              <a:cxnLst/>
              <a:rect l="l" t="t" r="r" b="b"/>
              <a:pathLst>
                <a:path w="315" h="22" fill="none" extrusionOk="0">
                  <a:moveTo>
                    <a:pt x="1" y="21"/>
                  </a:moveTo>
                  <a:cubicBezTo>
                    <a:pt x="105" y="21"/>
                    <a:pt x="210" y="0"/>
                    <a:pt x="315"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26" name="Google Shape;4026;p38"/>
            <p:cNvSpPr/>
            <p:nvPr/>
          </p:nvSpPr>
          <p:spPr>
            <a:xfrm>
              <a:off x="6593786" y="4917110"/>
              <a:ext cx="16396" cy="4740"/>
            </a:xfrm>
            <a:custGeom>
              <a:avLst/>
              <a:gdLst/>
              <a:ahLst/>
              <a:cxnLst/>
              <a:rect l="l" t="t" r="r" b="b"/>
              <a:pathLst>
                <a:path w="294" h="85" fill="none" extrusionOk="0">
                  <a:moveTo>
                    <a:pt x="0" y="84"/>
                  </a:moveTo>
                  <a:cubicBezTo>
                    <a:pt x="105" y="43"/>
                    <a:pt x="189" y="22"/>
                    <a:pt x="293" y="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27" name="Google Shape;4027;p38"/>
            <p:cNvSpPr/>
            <p:nvPr/>
          </p:nvSpPr>
          <p:spPr>
            <a:xfrm>
              <a:off x="6597300" y="4940478"/>
              <a:ext cx="14054" cy="1227"/>
            </a:xfrm>
            <a:custGeom>
              <a:avLst/>
              <a:gdLst/>
              <a:ahLst/>
              <a:cxnLst/>
              <a:rect l="l" t="t" r="r" b="b"/>
              <a:pathLst>
                <a:path w="252" h="22" fill="none" extrusionOk="0">
                  <a:moveTo>
                    <a:pt x="0" y="21"/>
                  </a:moveTo>
                  <a:cubicBezTo>
                    <a:pt x="63" y="0"/>
                    <a:pt x="168" y="0"/>
                    <a:pt x="251"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28" name="Google Shape;4028;p38"/>
            <p:cNvSpPr/>
            <p:nvPr/>
          </p:nvSpPr>
          <p:spPr>
            <a:xfrm>
              <a:off x="6612469" y="4917110"/>
              <a:ext cx="21025" cy="56"/>
            </a:xfrm>
            <a:custGeom>
              <a:avLst/>
              <a:gdLst/>
              <a:ahLst/>
              <a:cxnLst/>
              <a:rect l="l" t="t" r="r" b="b"/>
              <a:pathLst>
                <a:path w="377" h="1" fill="none" extrusionOk="0">
                  <a:moveTo>
                    <a:pt x="0" y="1"/>
                  </a:moveTo>
                  <a:lnTo>
                    <a:pt x="377" y="1"/>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29" name="Google Shape;4029;p38"/>
            <p:cNvSpPr/>
            <p:nvPr/>
          </p:nvSpPr>
          <p:spPr>
            <a:xfrm>
              <a:off x="6610127" y="4893798"/>
              <a:ext cx="19854" cy="2398"/>
            </a:xfrm>
            <a:custGeom>
              <a:avLst/>
              <a:gdLst/>
              <a:ahLst/>
              <a:cxnLst/>
              <a:rect l="l" t="t" r="r" b="b"/>
              <a:pathLst>
                <a:path w="356" h="43" fill="none" extrusionOk="0">
                  <a:moveTo>
                    <a:pt x="0" y="0"/>
                  </a:moveTo>
                  <a:lnTo>
                    <a:pt x="42" y="0"/>
                  </a:lnTo>
                  <a:cubicBezTo>
                    <a:pt x="147" y="21"/>
                    <a:pt x="251" y="21"/>
                    <a:pt x="356" y="42"/>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30" name="Google Shape;4030;p38"/>
            <p:cNvSpPr/>
            <p:nvPr/>
          </p:nvSpPr>
          <p:spPr>
            <a:xfrm>
              <a:off x="6639294" y="4915939"/>
              <a:ext cx="15225" cy="1227"/>
            </a:xfrm>
            <a:custGeom>
              <a:avLst/>
              <a:gdLst/>
              <a:ahLst/>
              <a:cxnLst/>
              <a:rect l="l" t="t" r="r" b="b"/>
              <a:pathLst>
                <a:path w="273" h="22" fill="none" extrusionOk="0">
                  <a:moveTo>
                    <a:pt x="0" y="1"/>
                  </a:moveTo>
                  <a:cubicBezTo>
                    <a:pt x="105" y="22"/>
                    <a:pt x="189" y="22"/>
                    <a:pt x="272" y="22"/>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31" name="Google Shape;4031;p38"/>
            <p:cNvSpPr/>
            <p:nvPr/>
          </p:nvSpPr>
          <p:spPr>
            <a:xfrm>
              <a:off x="6634610" y="4899598"/>
              <a:ext cx="18739" cy="56"/>
            </a:xfrm>
            <a:custGeom>
              <a:avLst/>
              <a:gdLst/>
              <a:ahLst/>
              <a:cxnLst/>
              <a:rect l="l" t="t" r="r" b="b"/>
              <a:pathLst>
                <a:path w="336" h="1" fill="none" extrusionOk="0">
                  <a:moveTo>
                    <a:pt x="1" y="1"/>
                  </a:moveTo>
                  <a:lnTo>
                    <a:pt x="335" y="1"/>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32" name="Google Shape;4032;p38"/>
            <p:cNvSpPr/>
            <p:nvPr/>
          </p:nvSpPr>
          <p:spPr>
            <a:xfrm>
              <a:off x="6661435" y="4913597"/>
              <a:ext cx="29223" cy="2398"/>
            </a:xfrm>
            <a:custGeom>
              <a:avLst/>
              <a:gdLst/>
              <a:ahLst/>
              <a:cxnLst/>
              <a:rect l="l" t="t" r="r" b="b"/>
              <a:pathLst>
                <a:path w="524" h="43" fill="none" extrusionOk="0">
                  <a:moveTo>
                    <a:pt x="1" y="43"/>
                  </a:moveTo>
                  <a:cubicBezTo>
                    <a:pt x="168" y="1"/>
                    <a:pt x="336" y="1"/>
                    <a:pt x="524" y="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33" name="Google Shape;4033;p38"/>
            <p:cNvSpPr/>
            <p:nvPr/>
          </p:nvSpPr>
          <p:spPr>
            <a:xfrm>
              <a:off x="6659149" y="4899598"/>
              <a:ext cx="28052" cy="1227"/>
            </a:xfrm>
            <a:custGeom>
              <a:avLst/>
              <a:gdLst/>
              <a:ahLst/>
              <a:cxnLst/>
              <a:rect l="l" t="t" r="r" b="b"/>
              <a:pathLst>
                <a:path w="503" h="22" fill="none" extrusionOk="0">
                  <a:moveTo>
                    <a:pt x="0" y="22"/>
                  </a:moveTo>
                  <a:cubicBezTo>
                    <a:pt x="167" y="22"/>
                    <a:pt x="356" y="22"/>
                    <a:pt x="502" y="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34" name="Google Shape;4034;p38"/>
            <p:cNvSpPr/>
            <p:nvPr/>
          </p:nvSpPr>
          <p:spPr>
            <a:xfrm>
              <a:off x="6691774" y="4886771"/>
              <a:ext cx="17568" cy="1227"/>
            </a:xfrm>
            <a:custGeom>
              <a:avLst/>
              <a:gdLst/>
              <a:ahLst/>
              <a:cxnLst/>
              <a:rect l="l" t="t" r="r" b="b"/>
              <a:pathLst>
                <a:path w="315" h="22" fill="none" extrusionOk="0">
                  <a:moveTo>
                    <a:pt x="1" y="22"/>
                  </a:moveTo>
                  <a:cubicBezTo>
                    <a:pt x="106" y="22"/>
                    <a:pt x="210" y="22"/>
                    <a:pt x="315" y="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35" name="Google Shape;4035;p38"/>
            <p:cNvSpPr/>
            <p:nvPr/>
          </p:nvSpPr>
          <p:spPr>
            <a:xfrm>
              <a:off x="6690659" y="4864630"/>
              <a:ext cx="18683" cy="4685"/>
            </a:xfrm>
            <a:custGeom>
              <a:avLst/>
              <a:gdLst/>
              <a:ahLst/>
              <a:cxnLst/>
              <a:rect l="l" t="t" r="r" b="b"/>
              <a:pathLst>
                <a:path w="335" h="84" fill="none" extrusionOk="0">
                  <a:moveTo>
                    <a:pt x="0" y="84"/>
                  </a:moveTo>
                  <a:cubicBezTo>
                    <a:pt x="105" y="42"/>
                    <a:pt x="209" y="21"/>
                    <a:pt x="335"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36" name="Google Shape;4036;p38"/>
            <p:cNvSpPr/>
            <p:nvPr/>
          </p:nvSpPr>
          <p:spPr>
            <a:xfrm>
              <a:off x="6694116" y="4900769"/>
              <a:ext cx="17568" cy="3569"/>
            </a:xfrm>
            <a:custGeom>
              <a:avLst/>
              <a:gdLst/>
              <a:ahLst/>
              <a:cxnLst/>
              <a:rect l="l" t="t" r="r" b="b"/>
              <a:pathLst>
                <a:path w="315" h="64" fill="none" extrusionOk="0">
                  <a:moveTo>
                    <a:pt x="1" y="1"/>
                  </a:moveTo>
                  <a:cubicBezTo>
                    <a:pt x="105" y="1"/>
                    <a:pt x="210" y="22"/>
                    <a:pt x="315" y="64"/>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37" name="Google Shape;4037;p38"/>
            <p:cNvSpPr/>
            <p:nvPr/>
          </p:nvSpPr>
          <p:spPr>
            <a:xfrm>
              <a:off x="6697630" y="4928766"/>
              <a:ext cx="17568" cy="1227"/>
            </a:xfrm>
            <a:custGeom>
              <a:avLst/>
              <a:gdLst/>
              <a:ahLst/>
              <a:cxnLst/>
              <a:rect l="l" t="t" r="r" b="b"/>
              <a:pathLst>
                <a:path w="315" h="22" fill="none" extrusionOk="0">
                  <a:moveTo>
                    <a:pt x="1" y="22"/>
                  </a:moveTo>
                  <a:cubicBezTo>
                    <a:pt x="105" y="22"/>
                    <a:pt x="210" y="1"/>
                    <a:pt x="314" y="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38" name="Google Shape;4038;p38"/>
            <p:cNvSpPr/>
            <p:nvPr/>
          </p:nvSpPr>
          <p:spPr>
            <a:xfrm>
              <a:off x="6697630" y="4947449"/>
              <a:ext cx="19910" cy="1227"/>
            </a:xfrm>
            <a:custGeom>
              <a:avLst/>
              <a:gdLst/>
              <a:ahLst/>
              <a:cxnLst/>
              <a:rect l="l" t="t" r="r" b="b"/>
              <a:pathLst>
                <a:path w="357" h="22" fill="none" extrusionOk="0">
                  <a:moveTo>
                    <a:pt x="1" y="22"/>
                  </a:moveTo>
                  <a:cubicBezTo>
                    <a:pt x="126" y="22"/>
                    <a:pt x="231" y="22"/>
                    <a:pt x="356" y="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39" name="Google Shape;4039;p38"/>
            <p:cNvSpPr/>
            <p:nvPr/>
          </p:nvSpPr>
          <p:spPr>
            <a:xfrm>
              <a:off x="6698801" y="4970817"/>
              <a:ext cx="18739" cy="1227"/>
            </a:xfrm>
            <a:custGeom>
              <a:avLst/>
              <a:gdLst/>
              <a:ahLst/>
              <a:cxnLst/>
              <a:rect l="l" t="t" r="r" b="b"/>
              <a:pathLst>
                <a:path w="336" h="22" fill="none" extrusionOk="0">
                  <a:moveTo>
                    <a:pt x="0" y="21"/>
                  </a:moveTo>
                  <a:cubicBezTo>
                    <a:pt x="105" y="21"/>
                    <a:pt x="231" y="21"/>
                    <a:pt x="335"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40" name="Google Shape;4040;p38"/>
            <p:cNvSpPr/>
            <p:nvPr/>
          </p:nvSpPr>
          <p:spPr>
            <a:xfrm>
              <a:off x="6702315" y="4997642"/>
              <a:ext cx="18739" cy="1227"/>
            </a:xfrm>
            <a:custGeom>
              <a:avLst/>
              <a:gdLst/>
              <a:ahLst/>
              <a:cxnLst/>
              <a:rect l="l" t="t" r="r" b="b"/>
              <a:pathLst>
                <a:path w="336" h="22" fill="none" extrusionOk="0">
                  <a:moveTo>
                    <a:pt x="0" y="21"/>
                  </a:moveTo>
                  <a:cubicBezTo>
                    <a:pt x="105" y="21"/>
                    <a:pt x="230" y="21"/>
                    <a:pt x="335"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41" name="Google Shape;4041;p38"/>
            <p:cNvSpPr/>
            <p:nvPr/>
          </p:nvSpPr>
          <p:spPr>
            <a:xfrm>
              <a:off x="6650950" y="4985986"/>
              <a:ext cx="59562" cy="2398"/>
            </a:xfrm>
            <a:custGeom>
              <a:avLst/>
              <a:gdLst/>
              <a:ahLst/>
              <a:cxnLst/>
              <a:rect l="l" t="t" r="r" b="b"/>
              <a:pathLst>
                <a:path w="1068" h="43" fill="none" extrusionOk="0">
                  <a:moveTo>
                    <a:pt x="1" y="0"/>
                  </a:moveTo>
                  <a:cubicBezTo>
                    <a:pt x="356" y="0"/>
                    <a:pt x="712" y="21"/>
                    <a:pt x="1068" y="42"/>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42" name="Google Shape;4042;p38"/>
            <p:cNvSpPr/>
            <p:nvPr/>
          </p:nvSpPr>
          <p:spPr>
            <a:xfrm>
              <a:off x="6650950" y="4963790"/>
              <a:ext cx="49078" cy="56"/>
            </a:xfrm>
            <a:custGeom>
              <a:avLst/>
              <a:gdLst/>
              <a:ahLst/>
              <a:cxnLst/>
              <a:rect l="l" t="t" r="r" b="b"/>
              <a:pathLst>
                <a:path w="880" h="1" fill="none" extrusionOk="0">
                  <a:moveTo>
                    <a:pt x="1" y="1"/>
                  </a:moveTo>
                  <a:lnTo>
                    <a:pt x="879" y="1"/>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43" name="Google Shape;4043;p38"/>
            <p:cNvSpPr/>
            <p:nvPr/>
          </p:nvSpPr>
          <p:spPr>
            <a:xfrm>
              <a:off x="6645095" y="4936964"/>
              <a:ext cx="47906" cy="5912"/>
            </a:xfrm>
            <a:custGeom>
              <a:avLst/>
              <a:gdLst/>
              <a:ahLst/>
              <a:cxnLst/>
              <a:rect l="l" t="t" r="r" b="b"/>
              <a:pathLst>
                <a:path w="859" h="106" fill="none" extrusionOk="0">
                  <a:moveTo>
                    <a:pt x="1" y="105"/>
                  </a:moveTo>
                  <a:cubicBezTo>
                    <a:pt x="294" y="63"/>
                    <a:pt x="566" y="42"/>
                    <a:pt x="859"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44" name="Google Shape;4044;p38"/>
            <p:cNvSpPr/>
            <p:nvPr/>
          </p:nvSpPr>
          <p:spPr>
            <a:xfrm>
              <a:off x="6600757" y="4960276"/>
              <a:ext cx="19910" cy="4740"/>
            </a:xfrm>
            <a:custGeom>
              <a:avLst/>
              <a:gdLst/>
              <a:ahLst/>
              <a:cxnLst/>
              <a:rect l="l" t="t" r="r" b="b"/>
              <a:pathLst>
                <a:path w="357" h="85" fill="none" extrusionOk="0">
                  <a:moveTo>
                    <a:pt x="1" y="1"/>
                  </a:moveTo>
                  <a:cubicBezTo>
                    <a:pt x="106" y="43"/>
                    <a:pt x="252" y="64"/>
                    <a:pt x="357" y="85"/>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45" name="Google Shape;4045;p38"/>
            <p:cNvSpPr/>
            <p:nvPr/>
          </p:nvSpPr>
          <p:spPr>
            <a:xfrm>
              <a:off x="6615927" y="4941649"/>
              <a:ext cx="22252" cy="1227"/>
            </a:xfrm>
            <a:custGeom>
              <a:avLst/>
              <a:gdLst/>
              <a:ahLst/>
              <a:cxnLst/>
              <a:rect l="l" t="t" r="r" b="b"/>
              <a:pathLst>
                <a:path w="399" h="22" fill="none" extrusionOk="0">
                  <a:moveTo>
                    <a:pt x="1" y="21"/>
                  </a:moveTo>
                  <a:cubicBezTo>
                    <a:pt x="126" y="21"/>
                    <a:pt x="252" y="0"/>
                    <a:pt x="398" y="2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46" name="Google Shape;4046;p38"/>
            <p:cNvSpPr/>
            <p:nvPr/>
          </p:nvSpPr>
          <p:spPr>
            <a:xfrm>
              <a:off x="6620611" y="4964961"/>
              <a:ext cx="23423" cy="56"/>
            </a:xfrm>
            <a:custGeom>
              <a:avLst/>
              <a:gdLst/>
              <a:ahLst/>
              <a:cxnLst/>
              <a:rect l="l" t="t" r="r" b="b"/>
              <a:pathLst>
                <a:path w="420" h="1" fill="none" extrusionOk="0">
                  <a:moveTo>
                    <a:pt x="1" y="1"/>
                  </a:moveTo>
                  <a:lnTo>
                    <a:pt x="419" y="1"/>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47" name="Google Shape;4047;p38"/>
            <p:cNvSpPr/>
            <p:nvPr/>
          </p:nvSpPr>
          <p:spPr>
            <a:xfrm>
              <a:off x="6605442" y="4977788"/>
              <a:ext cx="17568" cy="5912"/>
            </a:xfrm>
            <a:custGeom>
              <a:avLst/>
              <a:gdLst/>
              <a:ahLst/>
              <a:cxnLst/>
              <a:rect l="l" t="t" r="r" b="b"/>
              <a:pathLst>
                <a:path w="315" h="106" fill="none" extrusionOk="0">
                  <a:moveTo>
                    <a:pt x="1" y="1"/>
                  </a:moveTo>
                  <a:cubicBezTo>
                    <a:pt x="105" y="64"/>
                    <a:pt x="210" y="84"/>
                    <a:pt x="314" y="105"/>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48" name="Google Shape;4048;p38"/>
            <p:cNvSpPr/>
            <p:nvPr/>
          </p:nvSpPr>
          <p:spPr>
            <a:xfrm>
              <a:off x="6605442" y="4999984"/>
              <a:ext cx="17568" cy="3569"/>
            </a:xfrm>
            <a:custGeom>
              <a:avLst/>
              <a:gdLst/>
              <a:ahLst/>
              <a:cxnLst/>
              <a:rect l="l" t="t" r="r" b="b"/>
              <a:pathLst>
                <a:path w="315" h="64" fill="none" extrusionOk="0">
                  <a:moveTo>
                    <a:pt x="1" y="0"/>
                  </a:moveTo>
                  <a:cubicBezTo>
                    <a:pt x="105" y="21"/>
                    <a:pt x="210" y="63"/>
                    <a:pt x="314" y="63"/>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49" name="Google Shape;4049;p38"/>
            <p:cNvSpPr/>
            <p:nvPr/>
          </p:nvSpPr>
          <p:spPr>
            <a:xfrm>
              <a:off x="6608956" y="5018667"/>
              <a:ext cx="15225" cy="56"/>
            </a:xfrm>
            <a:custGeom>
              <a:avLst/>
              <a:gdLst/>
              <a:ahLst/>
              <a:cxnLst/>
              <a:rect l="l" t="t" r="r" b="b"/>
              <a:pathLst>
                <a:path w="273" h="1" fill="none" extrusionOk="0">
                  <a:moveTo>
                    <a:pt x="0" y="0"/>
                  </a:moveTo>
                  <a:lnTo>
                    <a:pt x="272" y="0"/>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50" name="Google Shape;4050;p38"/>
            <p:cNvSpPr/>
            <p:nvPr/>
          </p:nvSpPr>
          <p:spPr>
            <a:xfrm>
              <a:off x="6622954" y="4985986"/>
              <a:ext cx="22196" cy="56"/>
            </a:xfrm>
            <a:custGeom>
              <a:avLst/>
              <a:gdLst/>
              <a:ahLst/>
              <a:cxnLst/>
              <a:rect l="l" t="t" r="r" b="b"/>
              <a:pathLst>
                <a:path w="398" h="1" fill="none" extrusionOk="0">
                  <a:moveTo>
                    <a:pt x="0" y="0"/>
                  </a:moveTo>
                  <a:lnTo>
                    <a:pt x="398" y="0"/>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51" name="Google Shape;4051;p38"/>
            <p:cNvSpPr/>
            <p:nvPr/>
          </p:nvSpPr>
          <p:spPr>
            <a:xfrm>
              <a:off x="6624125" y="4999984"/>
              <a:ext cx="25710" cy="3569"/>
            </a:xfrm>
            <a:custGeom>
              <a:avLst/>
              <a:gdLst/>
              <a:ahLst/>
              <a:cxnLst/>
              <a:rect l="l" t="t" r="r" b="b"/>
              <a:pathLst>
                <a:path w="461" h="64" fill="none" extrusionOk="0">
                  <a:moveTo>
                    <a:pt x="0" y="63"/>
                  </a:moveTo>
                  <a:cubicBezTo>
                    <a:pt x="168" y="21"/>
                    <a:pt x="293" y="0"/>
                    <a:pt x="461"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52" name="Google Shape;4052;p38"/>
            <p:cNvSpPr/>
            <p:nvPr/>
          </p:nvSpPr>
          <p:spPr>
            <a:xfrm>
              <a:off x="6622954" y="5017496"/>
              <a:ext cx="24539" cy="1227"/>
            </a:xfrm>
            <a:custGeom>
              <a:avLst/>
              <a:gdLst/>
              <a:ahLst/>
              <a:cxnLst/>
              <a:rect l="l" t="t" r="r" b="b"/>
              <a:pathLst>
                <a:path w="440" h="22" fill="none" extrusionOk="0">
                  <a:moveTo>
                    <a:pt x="0" y="21"/>
                  </a:moveTo>
                  <a:lnTo>
                    <a:pt x="84" y="21"/>
                  </a:lnTo>
                  <a:cubicBezTo>
                    <a:pt x="210" y="21"/>
                    <a:pt x="314" y="0"/>
                    <a:pt x="440"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53" name="Google Shape;4053;p38"/>
            <p:cNvSpPr/>
            <p:nvPr/>
          </p:nvSpPr>
          <p:spPr>
            <a:xfrm>
              <a:off x="6715142" y="4886771"/>
              <a:ext cx="22196" cy="2398"/>
            </a:xfrm>
            <a:custGeom>
              <a:avLst/>
              <a:gdLst/>
              <a:ahLst/>
              <a:cxnLst/>
              <a:rect l="l" t="t" r="r" b="b"/>
              <a:pathLst>
                <a:path w="398" h="43" fill="none" extrusionOk="0">
                  <a:moveTo>
                    <a:pt x="0" y="1"/>
                  </a:moveTo>
                  <a:cubicBezTo>
                    <a:pt x="126" y="22"/>
                    <a:pt x="251" y="22"/>
                    <a:pt x="398" y="43"/>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54" name="Google Shape;4054;p38"/>
            <p:cNvSpPr/>
            <p:nvPr/>
          </p:nvSpPr>
          <p:spPr>
            <a:xfrm>
              <a:off x="6716313" y="4906625"/>
              <a:ext cx="23368" cy="1227"/>
            </a:xfrm>
            <a:custGeom>
              <a:avLst/>
              <a:gdLst/>
              <a:ahLst/>
              <a:cxnLst/>
              <a:rect l="l" t="t" r="r" b="b"/>
              <a:pathLst>
                <a:path w="419" h="22" fill="none" extrusionOk="0">
                  <a:moveTo>
                    <a:pt x="0" y="0"/>
                  </a:moveTo>
                  <a:cubicBezTo>
                    <a:pt x="126" y="0"/>
                    <a:pt x="293" y="0"/>
                    <a:pt x="419" y="2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55" name="Google Shape;4055;p38"/>
            <p:cNvSpPr/>
            <p:nvPr/>
          </p:nvSpPr>
          <p:spPr>
            <a:xfrm>
              <a:off x="6719826" y="4928766"/>
              <a:ext cx="21025" cy="1227"/>
            </a:xfrm>
            <a:custGeom>
              <a:avLst/>
              <a:gdLst/>
              <a:ahLst/>
              <a:cxnLst/>
              <a:rect l="l" t="t" r="r" b="b"/>
              <a:pathLst>
                <a:path w="377" h="22" fill="none" extrusionOk="0">
                  <a:moveTo>
                    <a:pt x="0" y="1"/>
                  </a:moveTo>
                  <a:cubicBezTo>
                    <a:pt x="126" y="1"/>
                    <a:pt x="251" y="1"/>
                    <a:pt x="377" y="22"/>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56" name="Google Shape;4056;p38"/>
            <p:cNvSpPr/>
            <p:nvPr/>
          </p:nvSpPr>
          <p:spPr>
            <a:xfrm>
              <a:off x="6717484" y="4948620"/>
              <a:ext cx="23368" cy="56"/>
            </a:xfrm>
            <a:custGeom>
              <a:avLst/>
              <a:gdLst/>
              <a:ahLst/>
              <a:cxnLst/>
              <a:rect l="l" t="t" r="r" b="b"/>
              <a:pathLst>
                <a:path w="419" h="1" fill="none" extrusionOk="0">
                  <a:moveTo>
                    <a:pt x="0" y="1"/>
                  </a:moveTo>
                  <a:lnTo>
                    <a:pt x="419" y="1"/>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57" name="Google Shape;4057;p38"/>
            <p:cNvSpPr/>
            <p:nvPr/>
          </p:nvSpPr>
          <p:spPr>
            <a:xfrm>
              <a:off x="6719826" y="4968474"/>
              <a:ext cx="21025" cy="2398"/>
            </a:xfrm>
            <a:custGeom>
              <a:avLst/>
              <a:gdLst/>
              <a:ahLst/>
              <a:cxnLst/>
              <a:rect l="l" t="t" r="r" b="b"/>
              <a:pathLst>
                <a:path w="377" h="43" fill="none" extrusionOk="0">
                  <a:moveTo>
                    <a:pt x="0" y="42"/>
                  </a:moveTo>
                  <a:cubicBezTo>
                    <a:pt x="126" y="21"/>
                    <a:pt x="251" y="0"/>
                    <a:pt x="377" y="2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58" name="Google Shape;4058;p38"/>
            <p:cNvSpPr/>
            <p:nvPr/>
          </p:nvSpPr>
          <p:spPr>
            <a:xfrm>
              <a:off x="6720997" y="4997642"/>
              <a:ext cx="22196" cy="1227"/>
            </a:xfrm>
            <a:custGeom>
              <a:avLst/>
              <a:gdLst/>
              <a:ahLst/>
              <a:cxnLst/>
              <a:rect l="l" t="t" r="r" b="b"/>
              <a:pathLst>
                <a:path w="398" h="22" fill="none" extrusionOk="0">
                  <a:moveTo>
                    <a:pt x="0" y="0"/>
                  </a:moveTo>
                  <a:cubicBezTo>
                    <a:pt x="126" y="0"/>
                    <a:pt x="251" y="0"/>
                    <a:pt x="398" y="2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59" name="Google Shape;4059;p38"/>
            <p:cNvSpPr/>
            <p:nvPr/>
          </p:nvSpPr>
          <p:spPr>
            <a:xfrm>
              <a:off x="6713970" y="4858775"/>
              <a:ext cx="21081" cy="56"/>
            </a:xfrm>
            <a:custGeom>
              <a:avLst/>
              <a:gdLst/>
              <a:ahLst/>
              <a:cxnLst/>
              <a:rect l="l" t="t" r="r" b="b"/>
              <a:pathLst>
                <a:path w="378" h="1" fill="none" extrusionOk="0">
                  <a:moveTo>
                    <a:pt x="0" y="1"/>
                  </a:moveTo>
                  <a:lnTo>
                    <a:pt x="377" y="1"/>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60" name="Google Shape;4060;p38"/>
            <p:cNvSpPr/>
            <p:nvPr/>
          </p:nvSpPr>
          <p:spPr>
            <a:xfrm>
              <a:off x="6733825" y="4870431"/>
              <a:ext cx="23368" cy="1227"/>
            </a:xfrm>
            <a:custGeom>
              <a:avLst/>
              <a:gdLst/>
              <a:ahLst/>
              <a:cxnLst/>
              <a:rect l="l" t="t" r="r" b="b"/>
              <a:pathLst>
                <a:path w="419" h="22" fill="none" extrusionOk="0">
                  <a:moveTo>
                    <a:pt x="21" y="1"/>
                  </a:moveTo>
                  <a:cubicBezTo>
                    <a:pt x="21" y="1"/>
                    <a:pt x="0" y="22"/>
                    <a:pt x="21" y="1"/>
                  </a:cubicBezTo>
                  <a:cubicBezTo>
                    <a:pt x="168" y="22"/>
                    <a:pt x="293" y="22"/>
                    <a:pt x="419" y="22"/>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61" name="Google Shape;4061;p38"/>
            <p:cNvSpPr/>
            <p:nvPr/>
          </p:nvSpPr>
          <p:spPr>
            <a:xfrm>
              <a:off x="6740796" y="4898427"/>
              <a:ext cx="19910" cy="1227"/>
            </a:xfrm>
            <a:custGeom>
              <a:avLst/>
              <a:gdLst/>
              <a:ahLst/>
              <a:cxnLst/>
              <a:rect l="l" t="t" r="r" b="b"/>
              <a:pathLst>
                <a:path w="357" h="22" fill="none" extrusionOk="0">
                  <a:moveTo>
                    <a:pt x="1" y="22"/>
                  </a:moveTo>
                  <a:cubicBezTo>
                    <a:pt x="105" y="22"/>
                    <a:pt x="252" y="22"/>
                    <a:pt x="356" y="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62" name="Google Shape;4062;p38"/>
            <p:cNvSpPr/>
            <p:nvPr/>
          </p:nvSpPr>
          <p:spPr>
            <a:xfrm>
              <a:off x="6745481" y="4887942"/>
              <a:ext cx="12883" cy="56"/>
            </a:xfrm>
            <a:custGeom>
              <a:avLst/>
              <a:gdLst/>
              <a:ahLst/>
              <a:cxnLst/>
              <a:rect l="l" t="t" r="r" b="b"/>
              <a:pathLst>
                <a:path w="231" h="1" fill="none" extrusionOk="0">
                  <a:moveTo>
                    <a:pt x="0" y="1"/>
                  </a:moveTo>
                  <a:lnTo>
                    <a:pt x="231" y="1"/>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63" name="Google Shape;4063;p38"/>
            <p:cNvSpPr/>
            <p:nvPr/>
          </p:nvSpPr>
          <p:spPr>
            <a:xfrm>
              <a:off x="6739625" y="4911310"/>
              <a:ext cx="18739" cy="1227"/>
            </a:xfrm>
            <a:custGeom>
              <a:avLst/>
              <a:gdLst/>
              <a:ahLst/>
              <a:cxnLst/>
              <a:rect l="l" t="t" r="r" b="b"/>
              <a:pathLst>
                <a:path w="336" h="22" fill="none" extrusionOk="0">
                  <a:moveTo>
                    <a:pt x="1" y="21"/>
                  </a:moveTo>
                  <a:cubicBezTo>
                    <a:pt x="105" y="21"/>
                    <a:pt x="231" y="21"/>
                    <a:pt x="336"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64" name="Google Shape;4064;p38"/>
            <p:cNvSpPr/>
            <p:nvPr/>
          </p:nvSpPr>
          <p:spPr>
            <a:xfrm>
              <a:off x="6740796" y="4931108"/>
              <a:ext cx="21081" cy="56"/>
            </a:xfrm>
            <a:custGeom>
              <a:avLst/>
              <a:gdLst/>
              <a:ahLst/>
              <a:cxnLst/>
              <a:rect l="l" t="t" r="r" b="b"/>
              <a:pathLst>
                <a:path w="378" h="1" fill="none" extrusionOk="0">
                  <a:moveTo>
                    <a:pt x="1" y="1"/>
                  </a:moveTo>
                  <a:lnTo>
                    <a:pt x="377" y="1"/>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65" name="Google Shape;4065;p38"/>
            <p:cNvSpPr/>
            <p:nvPr/>
          </p:nvSpPr>
          <p:spPr>
            <a:xfrm>
              <a:off x="6739625" y="4942820"/>
              <a:ext cx="21081" cy="56"/>
            </a:xfrm>
            <a:custGeom>
              <a:avLst/>
              <a:gdLst/>
              <a:ahLst/>
              <a:cxnLst/>
              <a:rect l="l" t="t" r="r" b="b"/>
              <a:pathLst>
                <a:path w="378" h="1" fill="none" extrusionOk="0">
                  <a:moveTo>
                    <a:pt x="1" y="0"/>
                  </a:moveTo>
                  <a:lnTo>
                    <a:pt x="377" y="0"/>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66" name="Google Shape;4066;p38"/>
            <p:cNvSpPr/>
            <p:nvPr/>
          </p:nvSpPr>
          <p:spPr>
            <a:xfrm>
              <a:off x="6739625" y="4959105"/>
              <a:ext cx="23423" cy="4740"/>
            </a:xfrm>
            <a:custGeom>
              <a:avLst/>
              <a:gdLst/>
              <a:ahLst/>
              <a:cxnLst/>
              <a:rect l="l" t="t" r="r" b="b"/>
              <a:pathLst>
                <a:path w="420" h="85" fill="none" extrusionOk="0">
                  <a:moveTo>
                    <a:pt x="1" y="85"/>
                  </a:moveTo>
                  <a:cubicBezTo>
                    <a:pt x="126" y="64"/>
                    <a:pt x="273" y="64"/>
                    <a:pt x="419" y="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67" name="Google Shape;4067;p38"/>
            <p:cNvSpPr/>
            <p:nvPr/>
          </p:nvSpPr>
          <p:spPr>
            <a:xfrm>
              <a:off x="6737282" y="4977788"/>
              <a:ext cx="30395" cy="3569"/>
            </a:xfrm>
            <a:custGeom>
              <a:avLst/>
              <a:gdLst/>
              <a:ahLst/>
              <a:cxnLst/>
              <a:rect l="l" t="t" r="r" b="b"/>
              <a:pathLst>
                <a:path w="545" h="64" fill="none" extrusionOk="0">
                  <a:moveTo>
                    <a:pt x="1" y="64"/>
                  </a:moveTo>
                  <a:cubicBezTo>
                    <a:pt x="168" y="43"/>
                    <a:pt x="357" y="43"/>
                    <a:pt x="545" y="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68" name="Google Shape;4068;p38"/>
            <p:cNvSpPr/>
            <p:nvPr/>
          </p:nvSpPr>
          <p:spPr>
            <a:xfrm>
              <a:off x="6740796" y="4852919"/>
              <a:ext cx="17568" cy="2398"/>
            </a:xfrm>
            <a:custGeom>
              <a:avLst/>
              <a:gdLst/>
              <a:ahLst/>
              <a:cxnLst/>
              <a:rect l="l" t="t" r="r" b="b"/>
              <a:pathLst>
                <a:path w="315" h="43" fill="none" extrusionOk="0">
                  <a:moveTo>
                    <a:pt x="1" y="1"/>
                  </a:moveTo>
                  <a:cubicBezTo>
                    <a:pt x="105" y="22"/>
                    <a:pt x="210" y="43"/>
                    <a:pt x="315" y="43"/>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69" name="Google Shape;4069;p38"/>
            <p:cNvSpPr/>
            <p:nvPr/>
          </p:nvSpPr>
          <p:spPr>
            <a:xfrm>
              <a:off x="6762992" y="4869259"/>
              <a:ext cx="18739" cy="3569"/>
            </a:xfrm>
            <a:custGeom>
              <a:avLst/>
              <a:gdLst/>
              <a:ahLst/>
              <a:cxnLst/>
              <a:rect l="l" t="t" r="r" b="b"/>
              <a:pathLst>
                <a:path w="336" h="64" fill="none" extrusionOk="0">
                  <a:moveTo>
                    <a:pt x="21" y="1"/>
                  </a:moveTo>
                  <a:cubicBezTo>
                    <a:pt x="21" y="1"/>
                    <a:pt x="0" y="1"/>
                    <a:pt x="21" y="1"/>
                  </a:cubicBezTo>
                  <a:cubicBezTo>
                    <a:pt x="0" y="22"/>
                    <a:pt x="21" y="22"/>
                    <a:pt x="21" y="1"/>
                  </a:cubicBezTo>
                  <a:lnTo>
                    <a:pt x="335" y="64"/>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70" name="Google Shape;4070;p38"/>
            <p:cNvSpPr/>
            <p:nvPr/>
          </p:nvSpPr>
          <p:spPr>
            <a:xfrm>
              <a:off x="6766506" y="4857603"/>
              <a:ext cx="18683" cy="2398"/>
            </a:xfrm>
            <a:custGeom>
              <a:avLst/>
              <a:gdLst/>
              <a:ahLst/>
              <a:cxnLst/>
              <a:rect l="l" t="t" r="r" b="b"/>
              <a:pathLst>
                <a:path w="335" h="43" fill="none" extrusionOk="0">
                  <a:moveTo>
                    <a:pt x="0" y="1"/>
                  </a:moveTo>
                  <a:cubicBezTo>
                    <a:pt x="105" y="1"/>
                    <a:pt x="230" y="1"/>
                    <a:pt x="335" y="42"/>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71" name="Google Shape;4071;p38"/>
            <p:cNvSpPr/>
            <p:nvPr/>
          </p:nvSpPr>
          <p:spPr>
            <a:xfrm>
              <a:off x="6766506" y="4894969"/>
              <a:ext cx="21025" cy="1227"/>
            </a:xfrm>
            <a:custGeom>
              <a:avLst/>
              <a:gdLst/>
              <a:ahLst/>
              <a:cxnLst/>
              <a:rect l="l" t="t" r="r" b="b"/>
              <a:pathLst>
                <a:path w="377" h="22" fill="none" extrusionOk="0">
                  <a:moveTo>
                    <a:pt x="0" y="0"/>
                  </a:moveTo>
                  <a:cubicBezTo>
                    <a:pt x="126" y="21"/>
                    <a:pt x="251" y="21"/>
                    <a:pt x="377" y="2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72" name="Google Shape;4072;p38"/>
            <p:cNvSpPr/>
            <p:nvPr/>
          </p:nvSpPr>
          <p:spPr>
            <a:xfrm>
              <a:off x="6764163" y="4912481"/>
              <a:ext cx="23368" cy="56"/>
            </a:xfrm>
            <a:custGeom>
              <a:avLst/>
              <a:gdLst/>
              <a:ahLst/>
              <a:cxnLst/>
              <a:rect l="l" t="t" r="r" b="b"/>
              <a:pathLst>
                <a:path w="419" h="1" fill="none" extrusionOk="0">
                  <a:moveTo>
                    <a:pt x="0" y="0"/>
                  </a:moveTo>
                  <a:lnTo>
                    <a:pt x="419" y="0"/>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73" name="Google Shape;4073;p38"/>
            <p:cNvSpPr/>
            <p:nvPr/>
          </p:nvSpPr>
          <p:spPr>
            <a:xfrm>
              <a:off x="6767621" y="4927651"/>
              <a:ext cx="19910" cy="1171"/>
            </a:xfrm>
            <a:custGeom>
              <a:avLst/>
              <a:gdLst/>
              <a:ahLst/>
              <a:cxnLst/>
              <a:rect l="l" t="t" r="r" b="b"/>
              <a:pathLst>
                <a:path w="357" h="21" fill="none" extrusionOk="0">
                  <a:moveTo>
                    <a:pt x="1" y="0"/>
                  </a:moveTo>
                  <a:cubicBezTo>
                    <a:pt x="127" y="0"/>
                    <a:pt x="231" y="0"/>
                    <a:pt x="357" y="2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74" name="Google Shape;4074;p38"/>
            <p:cNvSpPr/>
            <p:nvPr/>
          </p:nvSpPr>
          <p:spPr>
            <a:xfrm>
              <a:off x="6767621" y="4947449"/>
              <a:ext cx="19910" cy="56"/>
            </a:xfrm>
            <a:custGeom>
              <a:avLst/>
              <a:gdLst/>
              <a:ahLst/>
              <a:cxnLst/>
              <a:rect l="l" t="t" r="r" b="b"/>
              <a:pathLst>
                <a:path w="357" h="1" fill="none" extrusionOk="0">
                  <a:moveTo>
                    <a:pt x="1" y="1"/>
                  </a:moveTo>
                  <a:lnTo>
                    <a:pt x="357" y="1"/>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75" name="Google Shape;4075;p38"/>
            <p:cNvSpPr/>
            <p:nvPr/>
          </p:nvSpPr>
          <p:spPr>
            <a:xfrm>
              <a:off x="6766506" y="4962618"/>
              <a:ext cx="19854" cy="56"/>
            </a:xfrm>
            <a:custGeom>
              <a:avLst/>
              <a:gdLst/>
              <a:ahLst/>
              <a:cxnLst/>
              <a:rect l="l" t="t" r="r" b="b"/>
              <a:pathLst>
                <a:path w="356" h="1" fill="none" extrusionOk="0">
                  <a:moveTo>
                    <a:pt x="0" y="1"/>
                  </a:moveTo>
                  <a:lnTo>
                    <a:pt x="356" y="1"/>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76" name="Google Shape;4076;p38"/>
            <p:cNvSpPr/>
            <p:nvPr/>
          </p:nvSpPr>
          <p:spPr>
            <a:xfrm>
              <a:off x="6768792" y="4977788"/>
              <a:ext cx="16396" cy="56"/>
            </a:xfrm>
            <a:custGeom>
              <a:avLst/>
              <a:gdLst/>
              <a:ahLst/>
              <a:cxnLst/>
              <a:rect l="l" t="t" r="r" b="b"/>
              <a:pathLst>
                <a:path w="294" h="1" fill="none" extrusionOk="0">
                  <a:moveTo>
                    <a:pt x="1" y="1"/>
                  </a:moveTo>
                  <a:lnTo>
                    <a:pt x="294" y="1"/>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77" name="Google Shape;4077;p38"/>
            <p:cNvSpPr/>
            <p:nvPr/>
          </p:nvSpPr>
          <p:spPr>
            <a:xfrm>
              <a:off x="6768792" y="4991786"/>
              <a:ext cx="21081" cy="56"/>
            </a:xfrm>
            <a:custGeom>
              <a:avLst/>
              <a:gdLst/>
              <a:ahLst/>
              <a:cxnLst/>
              <a:rect l="l" t="t" r="r" b="b"/>
              <a:pathLst>
                <a:path w="378" h="1" fill="none" extrusionOk="0">
                  <a:moveTo>
                    <a:pt x="1" y="1"/>
                  </a:moveTo>
                  <a:lnTo>
                    <a:pt x="64" y="1"/>
                  </a:lnTo>
                  <a:lnTo>
                    <a:pt x="378" y="1"/>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78" name="Google Shape;4078;p38"/>
            <p:cNvSpPr/>
            <p:nvPr/>
          </p:nvSpPr>
          <p:spPr>
            <a:xfrm>
              <a:off x="6745481" y="5001155"/>
              <a:ext cx="16396" cy="2398"/>
            </a:xfrm>
            <a:custGeom>
              <a:avLst/>
              <a:gdLst/>
              <a:ahLst/>
              <a:cxnLst/>
              <a:rect l="l" t="t" r="r" b="b"/>
              <a:pathLst>
                <a:path w="294" h="43" fill="none" extrusionOk="0">
                  <a:moveTo>
                    <a:pt x="0" y="42"/>
                  </a:moveTo>
                  <a:cubicBezTo>
                    <a:pt x="105" y="0"/>
                    <a:pt x="189" y="0"/>
                    <a:pt x="293"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79" name="Google Shape;4079;p38"/>
            <p:cNvSpPr/>
            <p:nvPr/>
          </p:nvSpPr>
          <p:spPr>
            <a:xfrm>
              <a:off x="6750165" y="5015154"/>
              <a:ext cx="16396" cy="1227"/>
            </a:xfrm>
            <a:custGeom>
              <a:avLst/>
              <a:gdLst/>
              <a:ahLst/>
              <a:cxnLst/>
              <a:rect l="l" t="t" r="r" b="b"/>
              <a:pathLst>
                <a:path w="294" h="22" fill="none" extrusionOk="0">
                  <a:moveTo>
                    <a:pt x="0" y="21"/>
                  </a:moveTo>
                  <a:cubicBezTo>
                    <a:pt x="105" y="21"/>
                    <a:pt x="188" y="0"/>
                    <a:pt x="293"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80" name="Google Shape;4080;p38"/>
            <p:cNvSpPr/>
            <p:nvPr/>
          </p:nvSpPr>
          <p:spPr>
            <a:xfrm>
              <a:off x="6653293" y="5015154"/>
              <a:ext cx="15225" cy="2398"/>
            </a:xfrm>
            <a:custGeom>
              <a:avLst/>
              <a:gdLst/>
              <a:ahLst/>
              <a:cxnLst/>
              <a:rect l="l" t="t" r="r" b="b"/>
              <a:pathLst>
                <a:path w="273" h="43" fill="none" extrusionOk="0">
                  <a:moveTo>
                    <a:pt x="0" y="21"/>
                  </a:moveTo>
                  <a:lnTo>
                    <a:pt x="0" y="21"/>
                  </a:lnTo>
                  <a:cubicBezTo>
                    <a:pt x="0" y="42"/>
                    <a:pt x="0" y="42"/>
                    <a:pt x="0" y="21"/>
                  </a:cubicBezTo>
                  <a:cubicBezTo>
                    <a:pt x="84" y="42"/>
                    <a:pt x="189" y="21"/>
                    <a:pt x="272"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81" name="Google Shape;4081;p38"/>
            <p:cNvSpPr/>
            <p:nvPr/>
          </p:nvSpPr>
          <p:spPr>
            <a:xfrm>
              <a:off x="6670804" y="5016325"/>
              <a:ext cx="26881" cy="1227"/>
            </a:xfrm>
            <a:custGeom>
              <a:avLst/>
              <a:gdLst/>
              <a:ahLst/>
              <a:cxnLst/>
              <a:rect l="l" t="t" r="r" b="b"/>
              <a:pathLst>
                <a:path w="482" h="22" fill="none" extrusionOk="0">
                  <a:moveTo>
                    <a:pt x="0" y="0"/>
                  </a:moveTo>
                  <a:cubicBezTo>
                    <a:pt x="168" y="0"/>
                    <a:pt x="314" y="0"/>
                    <a:pt x="482" y="2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82" name="Google Shape;4082;p38"/>
            <p:cNvSpPr/>
            <p:nvPr/>
          </p:nvSpPr>
          <p:spPr>
            <a:xfrm>
              <a:off x="6699972" y="5026810"/>
              <a:ext cx="44393" cy="1227"/>
            </a:xfrm>
            <a:custGeom>
              <a:avLst/>
              <a:gdLst/>
              <a:ahLst/>
              <a:cxnLst/>
              <a:rect l="l" t="t" r="r" b="b"/>
              <a:pathLst>
                <a:path w="796" h="22" fill="none" extrusionOk="0">
                  <a:moveTo>
                    <a:pt x="0" y="21"/>
                  </a:moveTo>
                  <a:cubicBezTo>
                    <a:pt x="272" y="21"/>
                    <a:pt x="523" y="1"/>
                    <a:pt x="795" y="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83" name="Google Shape;4083;p38"/>
            <p:cNvSpPr/>
            <p:nvPr/>
          </p:nvSpPr>
          <p:spPr>
            <a:xfrm>
              <a:off x="6612469" y="5034952"/>
              <a:ext cx="12883" cy="4740"/>
            </a:xfrm>
            <a:custGeom>
              <a:avLst/>
              <a:gdLst/>
              <a:ahLst/>
              <a:cxnLst/>
              <a:rect l="l" t="t" r="r" b="b"/>
              <a:pathLst>
                <a:path w="231" h="85" fill="none" extrusionOk="0">
                  <a:moveTo>
                    <a:pt x="0" y="1"/>
                  </a:moveTo>
                  <a:cubicBezTo>
                    <a:pt x="0" y="22"/>
                    <a:pt x="42" y="22"/>
                    <a:pt x="42" y="22"/>
                  </a:cubicBezTo>
                  <a:cubicBezTo>
                    <a:pt x="105" y="64"/>
                    <a:pt x="188" y="64"/>
                    <a:pt x="230" y="85"/>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84" name="Google Shape;4084;p38"/>
            <p:cNvSpPr/>
            <p:nvPr/>
          </p:nvSpPr>
          <p:spPr>
            <a:xfrm>
              <a:off x="6615927" y="5059491"/>
              <a:ext cx="14054" cy="2398"/>
            </a:xfrm>
            <a:custGeom>
              <a:avLst/>
              <a:gdLst/>
              <a:ahLst/>
              <a:cxnLst/>
              <a:rect l="l" t="t" r="r" b="b"/>
              <a:pathLst>
                <a:path w="252" h="43" fill="none" extrusionOk="0">
                  <a:moveTo>
                    <a:pt x="1" y="42"/>
                  </a:moveTo>
                  <a:cubicBezTo>
                    <a:pt x="85" y="0"/>
                    <a:pt x="189" y="0"/>
                    <a:pt x="252"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85" name="Google Shape;4085;p38"/>
            <p:cNvSpPr/>
            <p:nvPr/>
          </p:nvSpPr>
          <p:spPr>
            <a:xfrm>
              <a:off x="6627639" y="5036123"/>
              <a:ext cx="45564" cy="5912"/>
            </a:xfrm>
            <a:custGeom>
              <a:avLst/>
              <a:gdLst/>
              <a:ahLst/>
              <a:cxnLst/>
              <a:rect l="l" t="t" r="r" b="b"/>
              <a:pathLst>
                <a:path w="817" h="106" fill="none" extrusionOk="0">
                  <a:moveTo>
                    <a:pt x="0" y="106"/>
                  </a:moveTo>
                  <a:cubicBezTo>
                    <a:pt x="251" y="85"/>
                    <a:pt x="544" y="64"/>
                    <a:pt x="816" y="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86" name="Google Shape;4086;p38"/>
            <p:cNvSpPr/>
            <p:nvPr/>
          </p:nvSpPr>
          <p:spPr>
            <a:xfrm>
              <a:off x="6632267" y="5057149"/>
              <a:ext cx="40935" cy="2398"/>
            </a:xfrm>
            <a:custGeom>
              <a:avLst/>
              <a:gdLst/>
              <a:ahLst/>
              <a:cxnLst/>
              <a:rect l="l" t="t" r="r" b="b"/>
              <a:pathLst>
                <a:path w="734" h="43" fill="none" extrusionOk="0">
                  <a:moveTo>
                    <a:pt x="1" y="42"/>
                  </a:moveTo>
                  <a:cubicBezTo>
                    <a:pt x="231" y="21"/>
                    <a:pt x="461" y="21"/>
                    <a:pt x="733" y="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87" name="Google Shape;4087;p38"/>
            <p:cNvSpPr/>
            <p:nvPr/>
          </p:nvSpPr>
          <p:spPr>
            <a:xfrm>
              <a:off x="6675433" y="5038466"/>
              <a:ext cx="29279" cy="1227"/>
            </a:xfrm>
            <a:custGeom>
              <a:avLst/>
              <a:gdLst/>
              <a:ahLst/>
              <a:cxnLst/>
              <a:rect l="l" t="t" r="r" b="b"/>
              <a:pathLst>
                <a:path w="525" h="22" fill="none" extrusionOk="0">
                  <a:moveTo>
                    <a:pt x="1" y="1"/>
                  </a:moveTo>
                  <a:cubicBezTo>
                    <a:pt x="189" y="1"/>
                    <a:pt x="378" y="22"/>
                    <a:pt x="524" y="22"/>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88" name="Google Shape;4088;p38"/>
            <p:cNvSpPr/>
            <p:nvPr/>
          </p:nvSpPr>
          <p:spPr>
            <a:xfrm>
              <a:off x="6676605" y="5057149"/>
              <a:ext cx="23423" cy="1227"/>
            </a:xfrm>
            <a:custGeom>
              <a:avLst/>
              <a:gdLst/>
              <a:ahLst/>
              <a:cxnLst/>
              <a:rect l="l" t="t" r="r" b="b"/>
              <a:pathLst>
                <a:path w="420" h="22" fill="none" extrusionOk="0">
                  <a:moveTo>
                    <a:pt x="1" y="1"/>
                  </a:moveTo>
                  <a:lnTo>
                    <a:pt x="1" y="21"/>
                  </a:lnTo>
                  <a:cubicBezTo>
                    <a:pt x="147" y="1"/>
                    <a:pt x="294" y="1"/>
                    <a:pt x="419" y="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89" name="Google Shape;4089;p38"/>
            <p:cNvSpPr/>
            <p:nvPr/>
          </p:nvSpPr>
          <p:spPr>
            <a:xfrm>
              <a:off x="6615927" y="5080516"/>
              <a:ext cx="37422" cy="4685"/>
            </a:xfrm>
            <a:custGeom>
              <a:avLst/>
              <a:gdLst/>
              <a:ahLst/>
              <a:cxnLst/>
              <a:rect l="l" t="t" r="r" b="b"/>
              <a:pathLst>
                <a:path w="671" h="84" fill="none" extrusionOk="0">
                  <a:moveTo>
                    <a:pt x="1" y="84"/>
                  </a:moveTo>
                  <a:lnTo>
                    <a:pt x="1" y="84"/>
                  </a:lnTo>
                  <a:lnTo>
                    <a:pt x="294" y="84"/>
                  </a:lnTo>
                  <a:cubicBezTo>
                    <a:pt x="419" y="84"/>
                    <a:pt x="566" y="0"/>
                    <a:pt x="670"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90" name="Google Shape;4090;p38"/>
            <p:cNvSpPr/>
            <p:nvPr/>
          </p:nvSpPr>
          <p:spPr>
            <a:xfrm>
              <a:off x="6657977" y="5073489"/>
              <a:ext cx="40879" cy="5912"/>
            </a:xfrm>
            <a:custGeom>
              <a:avLst/>
              <a:gdLst/>
              <a:ahLst/>
              <a:cxnLst/>
              <a:rect l="l" t="t" r="r" b="b"/>
              <a:pathLst>
                <a:path w="733" h="106" fill="none" extrusionOk="0">
                  <a:moveTo>
                    <a:pt x="0" y="105"/>
                  </a:moveTo>
                  <a:cubicBezTo>
                    <a:pt x="105" y="105"/>
                    <a:pt x="209" y="63"/>
                    <a:pt x="314" y="63"/>
                  </a:cubicBezTo>
                  <a:cubicBezTo>
                    <a:pt x="440" y="63"/>
                    <a:pt x="607" y="21"/>
                    <a:pt x="732"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91" name="Google Shape;4091;p38"/>
            <p:cNvSpPr/>
            <p:nvPr/>
          </p:nvSpPr>
          <p:spPr>
            <a:xfrm>
              <a:off x="6708115" y="5050177"/>
              <a:ext cx="15225" cy="1171"/>
            </a:xfrm>
            <a:custGeom>
              <a:avLst/>
              <a:gdLst/>
              <a:ahLst/>
              <a:cxnLst/>
              <a:rect l="l" t="t" r="r" b="b"/>
              <a:pathLst>
                <a:path w="273" h="21" fill="none" extrusionOk="0">
                  <a:moveTo>
                    <a:pt x="1" y="21"/>
                  </a:moveTo>
                  <a:cubicBezTo>
                    <a:pt x="105" y="0"/>
                    <a:pt x="168" y="0"/>
                    <a:pt x="273"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92" name="Google Shape;4092;p38"/>
            <p:cNvSpPr/>
            <p:nvPr/>
          </p:nvSpPr>
          <p:spPr>
            <a:xfrm>
              <a:off x="6704657" y="5063004"/>
              <a:ext cx="17512" cy="5856"/>
            </a:xfrm>
            <a:custGeom>
              <a:avLst/>
              <a:gdLst/>
              <a:ahLst/>
              <a:cxnLst/>
              <a:rect l="l" t="t" r="r" b="b"/>
              <a:pathLst>
                <a:path w="314" h="105" fill="none" extrusionOk="0">
                  <a:moveTo>
                    <a:pt x="0" y="105"/>
                  </a:moveTo>
                  <a:cubicBezTo>
                    <a:pt x="105" y="84"/>
                    <a:pt x="209" y="42"/>
                    <a:pt x="314"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93" name="Google Shape;4093;p38"/>
            <p:cNvSpPr/>
            <p:nvPr/>
          </p:nvSpPr>
          <p:spPr>
            <a:xfrm>
              <a:off x="6729140" y="5051293"/>
              <a:ext cx="22252" cy="2398"/>
            </a:xfrm>
            <a:custGeom>
              <a:avLst/>
              <a:gdLst/>
              <a:ahLst/>
              <a:cxnLst/>
              <a:rect l="l" t="t" r="r" b="b"/>
              <a:pathLst>
                <a:path w="399" h="43" fill="none" extrusionOk="0">
                  <a:moveTo>
                    <a:pt x="0" y="1"/>
                  </a:moveTo>
                  <a:cubicBezTo>
                    <a:pt x="147" y="1"/>
                    <a:pt x="272" y="22"/>
                    <a:pt x="398" y="43"/>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94" name="Google Shape;4094;p38"/>
            <p:cNvSpPr/>
            <p:nvPr/>
          </p:nvSpPr>
          <p:spPr>
            <a:xfrm>
              <a:off x="6729140" y="5065347"/>
              <a:ext cx="19910" cy="2342"/>
            </a:xfrm>
            <a:custGeom>
              <a:avLst/>
              <a:gdLst/>
              <a:ahLst/>
              <a:cxnLst/>
              <a:rect l="l" t="t" r="r" b="b"/>
              <a:pathLst>
                <a:path w="357" h="42" fill="none" extrusionOk="0">
                  <a:moveTo>
                    <a:pt x="0" y="0"/>
                  </a:moveTo>
                  <a:cubicBezTo>
                    <a:pt x="105" y="0"/>
                    <a:pt x="210" y="42"/>
                    <a:pt x="356" y="42"/>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95" name="Google Shape;4095;p38"/>
            <p:cNvSpPr/>
            <p:nvPr/>
          </p:nvSpPr>
          <p:spPr>
            <a:xfrm>
              <a:off x="6750165" y="5034952"/>
              <a:ext cx="17512" cy="56"/>
            </a:xfrm>
            <a:custGeom>
              <a:avLst/>
              <a:gdLst/>
              <a:ahLst/>
              <a:cxnLst/>
              <a:rect l="l" t="t" r="r" b="b"/>
              <a:pathLst>
                <a:path w="314" h="1" fill="none" extrusionOk="0">
                  <a:moveTo>
                    <a:pt x="0" y="1"/>
                  </a:moveTo>
                  <a:lnTo>
                    <a:pt x="314" y="1"/>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96" name="Google Shape;4096;p38"/>
            <p:cNvSpPr/>
            <p:nvPr/>
          </p:nvSpPr>
          <p:spPr>
            <a:xfrm>
              <a:off x="6768792" y="5010469"/>
              <a:ext cx="17568" cy="56"/>
            </a:xfrm>
            <a:custGeom>
              <a:avLst/>
              <a:gdLst/>
              <a:ahLst/>
              <a:cxnLst/>
              <a:rect l="l" t="t" r="r" b="b"/>
              <a:pathLst>
                <a:path w="315" h="1" fill="none" extrusionOk="0">
                  <a:moveTo>
                    <a:pt x="1" y="1"/>
                  </a:moveTo>
                  <a:lnTo>
                    <a:pt x="315" y="1"/>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97" name="Google Shape;4097;p38"/>
            <p:cNvSpPr/>
            <p:nvPr/>
          </p:nvSpPr>
          <p:spPr>
            <a:xfrm>
              <a:off x="6769964" y="5020954"/>
              <a:ext cx="21081" cy="56"/>
            </a:xfrm>
            <a:custGeom>
              <a:avLst/>
              <a:gdLst/>
              <a:ahLst/>
              <a:cxnLst/>
              <a:rect l="l" t="t" r="r" b="b"/>
              <a:pathLst>
                <a:path w="378" h="1" fill="none" extrusionOk="0">
                  <a:moveTo>
                    <a:pt x="1" y="1"/>
                  </a:moveTo>
                  <a:lnTo>
                    <a:pt x="377" y="1"/>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98" name="Google Shape;4098;p38"/>
            <p:cNvSpPr/>
            <p:nvPr/>
          </p:nvSpPr>
          <p:spPr>
            <a:xfrm>
              <a:off x="6769964" y="5034952"/>
              <a:ext cx="19910" cy="1227"/>
            </a:xfrm>
            <a:custGeom>
              <a:avLst/>
              <a:gdLst/>
              <a:ahLst/>
              <a:cxnLst/>
              <a:rect l="l" t="t" r="r" b="b"/>
              <a:pathLst>
                <a:path w="357" h="22" fill="none" extrusionOk="0">
                  <a:moveTo>
                    <a:pt x="1" y="22"/>
                  </a:moveTo>
                  <a:cubicBezTo>
                    <a:pt x="105" y="22"/>
                    <a:pt x="210" y="1"/>
                    <a:pt x="357" y="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99" name="Google Shape;4099;p38"/>
            <p:cNvSpPr/>
            <p:nvPr/>
          </p:nvSpPr>
          <p:spPr>
            <a:xfrm>
              <a:off x="6772306" y="5044321"/>
              <a:ext cx="15225" cy="2398"/>
            </a:xfrm>
            <a:custGeom>
              <a:avLst/>
              <a:gdLst/>
              <a:ahLst/>
              <a:cxnLst/>
              <a:rect l="l" t="t" r="r" b="b"/>
              <a:pathLst>
                <a:path w="273" h="43" fill="none" extrusionOk="0">
                  <a:moveTo>
                    <a:pt x="1" y="0"/>
                  </a:moveTo>
                  <a:cubicBezTo>
                    <a:pt x="105" y="21"/>
                    <a:pt x="168" y="21"/>
                    <a:pt x="273" y="42"/>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00" name="Google Shape;4100;p38"/>
            <p:cNvSpPr/>
            <p:nvPr/>
          </p:nvSpPr>
          <p:spPr>
            <a:xfrm>
              <a:off x="6758308" y="5057149"/>
              <a:ext cx="14054" cy="56"/>
            </a:xfrm>
            <a:custGeom>
              <a:avLst/>
              <a:gdLst/>
              <a:ahLst/>
              <a:cxnLst/>
              <a:rect l="l" t="t" r="r" b="b"/>
              <a:pathLst>
                <a:path w="252" h="1" fill="none" extrusionOk="0">
                  <a:moveTo>
                    <a:pt x="1" y="1"/>
                  </a:moveTo>
                  <a:lnTo>
                    <a:pt x="252" y="1"/>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01" name="Google Shape;4101;p38"/>
            <p:cNvSpPr/>
            <p:nvPr/>
          </p:nvSpPr>
          <p:spPr>
            <a:xfrm>
              <a:off x="6754794" y="5068804"/>
              <a:ext cx="18739" cy="56"/>
            </a:xfrm>
            <a:custGeom>
              <a:avLst/>
              <a:gdLst/>
              <a:ahLst/>
              <a:cxnLst/>
              <a:rect l="l" t="t" r="r" b="b"/>
              <a:pathLst>
                <a:path w="336" h="1" fill="none" extrusionOk="0">
                  <a:moveTo>
                    <a:pt x="1" y="1"/>
                  </a:moveTo>
                  <a:lnTo>
                    <a:pt x="336" y="1"/>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02" name="Google Shape;4102;p38"/>
            <p:cNvSpPr/>
            <p:nvPr/>
          </p:nvSpPr>
          <p:spPr>
            <a:xfrm>
              <a:off x="6519110" y="4861117"/>
              <a:ext cx="17568" cy="5856"/>
            </a:xfrm>
            <a:custGeom>
              <a:avLst/>
              <a:gdLst/>
              <a:ahLst/>
              <a:cxnLst/>
              <a:rect l="l" t="t" r="r" b="b"/>
              <a:pathLst>
                <a:path w="315" h="105" fill="none" extrusionOk="0">
                  <a:moveTo>
                    <a:pt x="0" y="0"/>
                  </a:moveTo>
                  <a:cubicBezTo>
                    <a:pt x="105" y="42"/>
                    <a:pt x="209" y="63"/>
                    <a:pt x="314" y="105"/>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03" name="Google Shape;4103;p38"/>
            <p:cNvSpPr/>
            <p:nvPr/>
          </p:nvSpPr>
          <p:spPr>
            <a:xfrm>
              <a:off x="6523739" y="4877458"/>
              <a:ext cx="18739" cy="3569"/>
            </a:xfrm>
            <a:custGeom>
              <a:avLst/>
              <a:gdLst/>
              <a:ahLst/>
              <a:cxnLst/>
              <a:rect l="l" t="t" r="r" b="b"/>
              <a:pathLst>
                <a:path w="336" h="64" fill="none" extrusionOk="0">
                  <a:moveTo>
                    <a:pt x="1" y="0"/>
                  </a:moveTo>
                  <a:cubicBezTo>
                    <a:pt x="106" y="0"/>
                    <a:pt x="231" y="21"/>
                    <a:pt x="336" y="63"/>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04" name="Google Shape;4104;p38"/>
            <p:cNvSpPr/>
            <p:nvPr/>
          </p:nvSpPr>
          <p:spPr>
            <a:xfrm>
              <a:off x="6542422" y="4859946"/>
              <a:ext cx="21081" cy="4740"/>
            </a:xfrm>
            <a:custGeom>
              <a:avLst/>
              <a:gdLst/>
              <a:ahLst/>
              <a:cxnLst/>
              <a:rect l="l" t="t" r="r" b="b"/>
              <a:pathLst>
                <a:path w="378" h="85" fill="none" extrusionOk="0">
                  <a:moveTo>
                    <a:pt x="1" y="84"/>
                  </a:moveTo>
                  <a:cubicBezTo>
                    <a:pt x="105" y="63"/>
                    <a:pt x="252" y="21"/>
                    <a:pt x="377"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05" name="Google Shape;4105;p38"/>
            <p:cNvSpPr/>
            <p:nvPr/>
          </p:nvSpPr>
          <p:spPr>
            <a:xfrm>
              <a:off x="6547107" y="4876286"/>
              <a:ext cx="21081" cy="4740"/>
            </a:xfrm>
            <a:custGeom>
              <a:avLst/>
              <a:gdLst/>
              <a:ahLst/>
              <a:cxnLst/>
              <a:rect l="l" t="t" r="r" b="b"/>
              <a:pathLst>
                <a:path w="378" h="85" fill="none" extrusionOk="0">
                  <a:moveTo>
                    <a:pt x="0" y="84"/>
                  </a:moveTo>
                  <a:cubicBezTo>
                    <a:pt x="105" y="42"/>
                    <a:pt x="231" y="21"/>
                    <a:pt x="377"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06" name="Google Shape;4106;p38"/>
            <p:cNvSpPr/>
            <p:nvPr/>
          </p:nvSpPr>
          <p:spPr>
            <a:xfrm>
              <a:off x="6565790" y="4871602"/>
              <a:ext cx="15225" cy="1227"/>
            </a:xfrm>
            <a:custGeom>
              <a:avLst/>
              <a:gdLst/>
              <a:ahLst/>
              <a:cxnLst/>
              <a:rect l="l" t="t" r="r" b="b"/>
              <a:pathLst>
                <a:path w="273" h="22" fill="none" extrusionOk="0">
                  <a:moveTo>
                    <a:pt x="0" y="1"/>
                  </a:moveTo>
                  <a:cubicBezTo>
                    <a:pt x="84" y="1"/>
                    <a:pt x="188" y="1"/>
                    <a:pt x="272" y="22"/>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07" name="Google Shape;4107;p38"/>
            <p:cNvSpPr/>
            <p:nvPr/>
          </p:nvSpPr>
          <p:spPr>
            <a:xfrm>
              <a:off x="6569247" y="4858775"/>
              <a:ext cx="12939" cy="1227"/>
            </a:xfrm>
            <a:custGeom>
              <a:avLst/>
              <a:gdLst/>
              <a:ahLst/>
              <a:cxnLst/>
              <a:rect l="l" t="t" r="r" b="b"/>
              <a:pathLst>
                <a:path w="232" h="22" fill="none" extrusionOk="0">
                  <a:moveTo>
                    <a:pt x="1" y="21"/>
                  </a:moveTo>
                  <a:cubicBezTo>
                    <a:pt x="85" y="1"/>
                    <a:pt x="147" y="1"/>
                    <a:pt x="231" y="2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08" name="Google Shape;4108;p38"/>
            <p:cNvSpPr/>
            <p:nvPr/>
          </p:nvSpPr>
          <p:spPr>
            <a:xfrm>
              <a:off x="6570418" y="4889113"/>
              <a:ext cx="16396" cy="56"/>
            </a:xfrm>
            <a:custGeom>
              <a:avLst/>
              <a:gdLst/>
              <a:ahLst/>
              <a:cxnLst/>
              <a:rect l="l" t="t" r="r" b="b"/>
              <a:pathLst>
                <a:path w="294" h="1" fill="none" extrusionOk="0">
                  <a:moveTo>
                    <a:pt x="1" y="1"/>
                  </a:moveTo>
                  <a:lnTo>
                    <a:pt x="294" y="1"/>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09" name="Google Shape;4109;p38"/>
            <p:cNvSpPr/>
            <p:nvPr/>
          </p:nvSpPr>
          <p:spPr>
            <a:xfrm>
              <a:off x="6551791" y="4904283"/>
              <a:ext cx="18683" cy="2398"/>
            </a:xfrm>
            <a:custGeom>
              <a:avLst/>
              <a:gdLst/>
              <a:ahLst/>
              <a:cxnLst/>
              <a:rect l="l" t="t" r="r" b="b"/>
              <a:pathLst>
                <a:path w="335" h="43" fill="none" extrusionOk="0">
                  <a:moveTo>
                    <a:pt x="0" y="42"/>
                  </a:moveTo>
                  <a:cubicBezTo>
                    <a:pt x="105" y="21"/>
                    <a:pt x="230" y="21"/>
                    <a:pt x="335" y="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10" name="Google Shape;4110;p38"/>
            <p:cNvSpPr/>
            <p:nvPr/>
          </p:nvSpPr>
          <p:spPr>
            <a:xfrm>
              <a:off x="6554078" y="4919452"/>
              <a:ext cx="19910" cy="56"/>
            </a:xfrm>
            <a:custGeom>
              <a:avLst/>
              <a:gdLst/>
              <a:ahLst/>
              <a:cxnLst/>
              <a:rect l="l" t="t" r="r" b="b"/>
              <a:pathLst>
                <a:path w="357" h="1" fill="none" extrusionOk="0">
                  <a:moveTo>
                    <a:pt x="1" y="1"/>
                  </a:moveTo>
                  <a:lnTo>
                    <a:pt x="357" y="1"/>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11" name="Google Shape;4111;p38"/>
            <p:cNvSpPr/>
            <p:nvPr/>
          </p:nvSpPr>
          <p:spPr>
            <a:xfrm>
              <a:off x="6557591" y="4931108"/>
              <a:ext cx="19910" cy="56"/>
            </a:xfrm>
            <a:custGeom>
              <a:avLst/>
              <a:gdLst/>
              <a:ahLst/>
              <a:cxnLst/>
              <a:rect l="l" t="t" r="r" b="b"/>
              <a:pathLst>
                <a:path w="357" h="1" fill="none" extrusionOk="0">
                  <a:moveTo>
                    <a:pt x="1" y="1"/>
                  </a:moveTo>
                  <a:lnTo>
                    <a:pt x="356" y="1"/>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12" name="Google Shape;4112;p38"/>
            <p:cNvSpPr/>
            <p:nvPr/>
          </p:nvSpPr>
          <p:spPr>
            <a:xfrm>
              <a:off x="6573932" y="4911310"/>
              <a:ext cx="17568" cy="1227"/>
            </a:xfrm>
            <a:custGeom>
              <a:avLst/>
              <a:gdLst/>
              <a:ahLst/>
              <a:cxnLst/>
              <a:rect l="l" t="t" r="r" b="b"/>
              <a:pathLst>
                <a:path w="315" h="22" fill="none" extrusionOk="0">
                  <a:moveTo>
                    <a:pt x="1" y="21"/>
                  </a:moveTo>
                  <a:cubicBezTo>
                    <a:pt x="105" y="21"/>
                    <a:pt x="210" y="0"/>
                    <a:pt x="314"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13" name="Google Shape;4113;p38"/>
            <p:cNvSpPr/>
            <p:nvPr/>
          </p:nvSpPr>
          <p:spPr>
            <a:xfrm>
              <a:off x="6576274" y="4925308"/>
              <a:ext cx="15225" cy="2398"/>
            </a:xfrm>
            <a:custGeom>
              <a:avLst/>
              <a:gdLst/>
              <a:ahLst/>
              <a:cxnLst/>
              <a:rect l="l" t="t" r="r" b="b"/>
              <a:pathLst>
                <a:path w="273" h="43" fill="none" extrusionOk="0">
                  <a:moveTo>
                    <a:pt x="0" y="0"/>
                  </a:moveTo>
                  <a:cubicBezTo>
                    <a:pt x="84" y="0"/>
                    <a:pt x="189" y="0"/>
                    <a:pt x="272" y="42"/>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14" name="Google Shape;4114;p38"/>
            <p:cNvSpPr/>
            <p:nvPr/>
          </p:nvSpPr>
          <p:spPr>
            <a:xfrm>
              <a:off x="6577446" y="4945107"/>
              <a:ext cx="15225" cy="1227"/>
            </a:xfrm>
            <a:custGeom>
              <a:avLst/>
              <a:gdLst/>
              <a:ahLst/>
              <a:cxnLst/>
              <a:rect l="l" t="t" r="r" b="b"/>
              <a:pathLst>
                <a:path w="273" h="22" fill="none" extrusionOk="0">
                  <a:moveTo>
                    <a:pt x="0" y="1"/>
                  </a:moveTo>
                  <a:cubicBezTo>
                    <a:pt x="84" y="1"/>
                    <a:pt x="189" y="1"/>
                    <a:pt x="272" y="22"/>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15" name="Google Shape;4115;p38"/>
            <p:cNvSpPr/>
            <p:nvPr/>
          </p:nvSpPr>
          <p:spPr>
            <a:xfrm>
              <a:off x="6582130" y="4957989"/>
              <a:ext cx="15225" cy="56"/>
            </a:xfrm>
            <a:custGeom>
              <a:avLst/>
              <a:gdLst/>
              <a:ahLst/>
              <a:cxnLst/>
              <a:rect l="l" t="t" r="r" b="b"/>
              <a:pathLst>
                <a:path w="273" h="1" fill="none" extrusionOk="0">
                  <a:moveTo>
                    <a:pt x="0" y="0"/>
                  </a:moveTo>
                  <a:lnTo>
                    <a:pt x="272" y="0"/>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16" name="Google Shape;4116;p38"/>
            <p:cNvSpPr/>
            <p:nvPr/>
          </p:nvSpPr>
          <p:spPr>
            <a:xfrm>
              <a:off x="6585588" y="4969645"/>
              <a:ext cx="14054" cy="56"/>
            </a:xfrm>
            <a:custGeom>
              <a:avLst/>
              <a:gdLst/>
              <a:ahLst/>
              <a:cxnLst/>
              <a:rect l="l" t="t" r="r" b="b"/>
              <a:pathLst>
                <a:path w="252" h="1" fill="none" extrusionOk="0">
                  <a:moveTo>
                    <a:pt x="1" y="0"/>
                  </a:moveTo>
                  <a:lnTo>
                    <a:pt x="252" y="0"/>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17" name="Google Shape;4117;p38"/>
            <p:cNvSpPr/>
            <p:nvPr/>
          </p:nvSpPr>
          <p:spPr>
            <a:xfrm>
              <a:off x="6586759" y="4976617"/>
              <a:ext cx="11767" cy="56"/>
            </a:xfrm>
            <a:custGeom>
              <a:avLst/>
              <a:gdLst/>
              <a:ahLst/>
              <a:cxnLst/>
              <a:rect l="l" t="t" r="r" b="b"/>
              <a:pathLst>
                <a:path w="211" h="1" fill="none" extrusionOk="0">
                  <a:moveTo>
                    <a:pt x="1" y="1"/>
                  </a:moveTo>
                  <a:lnTo>
                    <a:pt x="210" y="1"/>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18" name="Google Shape;4118;p38"/>
            <p:cNvSpPr/>
            <p:nvPr/>
          </p:nvSpPr>
          <p:spPr>
            <a:xfrm>
              <a:off x="6583301" y="5001155"/>
              <a:ext cx="17512" cy="3514"/>
            </a:xfrm>
            <a:custGeom>
              <a:avLst/>
              <a:gdLst/>
              <a:ahLst/>
              <a:cxnLst/>
              <a:rect l="l" t="t" r="r" b="b"/>
              <a:pathLst>
                <a:path w="314" h="63" fill="none" extrusionOk="0">
                  <a:moveTo>
                    <a:pt x="0" y="0"/>
                  </a:moveTo>
                  <a:cubicBezTo>
                    <a:pt x="105" y="42"/>
                    <a:pt x="209" y="42"/>
                    <a:pt x="314" y="63"/>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19" name="Google Shape;4119;p38"/>
            <p:cNvSpPr/>
            <p:nvPr/>
          </p:nvSpPr>
          <p:spPr>
            <a:xfrm>
              <a:off x="6589101" y="5017496"/>
              <a:ext cx="15225" cy="56"/>
            </a:xfrm>
            <a:custGeom>
              <a:avLst/>
              <a:gdLst/>
              <a:ahLst/>
              <a:cxnLst/>
              <a:rect l="l" t="t" r="r" b="b"/>
              <a:pathLst>
                <a:path w="273" h="1" fill="none" extrusionOk="0">
                  <a:moveTo>
                    <a:pt x="1" y="0"/>
                  </a:moveTo>
                  <a:lnTo>
                    <a:pt x="273" y="0"/>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20" name="Google Shape;4120;p38"/>
            <p:cNvSpPr/>
            <p:nvPr/>
          </p:nvSpPr>
          <p:spPr>
            <a:xfrm>
              <a:off x="6593786" y="5033837"/>
              <a:ext cx="12883" cy="1171"/>
            </a:xfrm>
            <a:custGeom>
              <a:avLst/>
              <a:gdLst/>
              <a:ahLst/>
              <a:cxnLst/>
              <a:rect l="l" t="t" r="r" b="b"/>
              <a:pathLst>
                <a:path w="231" h="21" fill="none" extrusionOk="0">
                  <a:moveTo>
                    <a:pt x="0" y="0"/>
                  </a:moveTo>
                  <a:cubicBezTo>
                    <a:pt x="84" y="21"/>
                    <a:pt x="168" y="21"/>
                    <a:pt x="231"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21" name="Google Shape;4121;p38"/>
            <p:cNvSpPr/>
            <p:nvPr/>
          </p:nvSpPr>
          <p:spPr>
            <a:xfrm>
              <a:off x="6594957" y="5046664"/>
              <a:ext cx="14054" cy="1227"/>
            </a:xfrm>
            <a:custGeom>
              <a:avLst/>
              <a:gdLst/>
              <a:ahLst/>
              <a:cxnLst/>
              <a:rect l="l" t="t" r="r" b="b"/>
              <a:pathLst>
                <a:path w="252" h="22" fill="none" extrusionOk="0">
                  <a:moveTo>
                    <a:pt x="0" y="21"/>
                  </a:moveTo>
                  <a:cubicBezTo>
                    <a:pt x="84" y="21"/>
                    <a:pt x="168" y="21"/>
                    <a:pt x="251"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22" name="Google Shape;4122;p38"/>
            <p:cNvSpPr/>
            <p:nvPr/>
          </p:nvSpPr>
          <p:spPr>
            <a:xfrm>
              <a:off x="6598471" y="5063004"/>
              <a:ext cx="12883" cy="56"/>
            </a:xfrm>
            <a:custGeom>
              <a:avLst/>
              <a:gdLst/>
              <a:ahLst/>
              <a:cxnLst/>
              <a:rect l="l" t="t" r="r" b="b"/>
              <a:pathLst>
                <a:path w="231" h="1" fill="none" extrusionOk="0">
                  <a:moveTo>
                    <a:pt x="0" y="0"/>
                  </a:moveTo>
                  <a:lnTo>
                    <a:pt x="230" y="0"/>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23" name="Google Shape;4123;p38"/>
            <p:cNvSpPr/>
            <p:nvPr/>
          </p:nvSpPr>
          <p:spPr>
            <a:xfrm>
              <a:off x="6599586" y="5074660"/>
              <a:ext cx="15225" cy="1227"/>
            </a:xfrm>
            <a:custGeom>
              <a:avLst/>
              <a:gdLst/>
              <a:ahLst/>
              <a:cxnLst/>
              <a:rect l="l" t="t" r="r" b="b"/>
              <a:pathLst>
                <a:path w="273" h="22" fill="none" extrusionOk="0">
                  <a:moveTo>
                    <a:pt x="1" y="0"/>
                  </a:moveTo>
                  <a:cubicBezTo>
                    <a:pt x="85" y="21"/>
                    <a:pt x="189" y="21"/>
                    <a:pt x="273" y="2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24" name="Google Shape;4124;p38"/>
            <p:cNvSpPr/>
            <p:nvPr/>
          </p:nvSpPr>
          <p:spPr>
            <a:xfrm>
              <a:off x="6599586" y="5087487"/>
              <a:ext cx="15225" cy="56"/>
            </a:xfrm>
            <a:custGeom>
              <a:avLst/>
              <a:gdLst/>
              <a:ahLst/>
              <a:cxnLst/>
              <a:rect l="l" t="t" r="r" b="b"/>
              <a:pathLst>
                <a:path w="273" h="1" fill="none" extrusionOk="0">
                  <a:moveTo>
                    <a:pt x="1" y="1"/>
                  </a:moveTo>
                  <a:lnTo>
                    <a:pt x="273" y="1"/>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25" name="Google Shape;4125;p38"/>
            <p:cNvSpPr/>
            <p:nvPr/>
          </p:nvSpPr>
          <p:spPr>
            <a:xfrm>
              <a:off x="6599586" y="5103828"/>
              <a:ext cx="12939" cy="56"/>
            </a:xfrm>
            <a:custGeom>
              <a:avLst/>
              <a:gdLst/>
              <a:ahLst/>
              <a:cxnLst/>
              <a:rect l="l" t="t" r="r" b="b"/>
              <a:pathLst>
                <a:path w="232" h="1" fill="none" extrusionOk="0">
                  <a:moveTo>
                    <a:pt x="1" y="0"/>
                  </a:moveTo>
                  <a:lnTo>
                    <a:pt x="231" y="0"/>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26" name="Google Shape;4126;p38"/>
            <p:cNvSpPr/>
            <p:nvPr/>
          </p:nvSpPr>
          <p:spPr>
            <a:xfrm>
              <a:off x="6634610" y="5096801"/>
              <a:ext cx="21081" cy="3569"/>
            </a:xfrm>
            <a:custGeom>
              <a:avLst/>
              <a:gdLst/>
              <a:ahLst/>
              <a:cxnLst/>
              <a:rect l="l" t="t" r="r" b="b"/>
              <a:pathLst>
                <a:path w="378" h="64" fill="none" extrusionOk="0">
                  <a:moveTo>
                    <a:pt x="1" y="64"/>
                  </a:moveTo>
                  <a:cubicBezTo>
                    <a:pt x="126" y="43"/>
                    <a:pt x="231" y="22"/>
                    <a:pt x="377" y="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27" name="Google Shape;4127;p38"/>
            <p:cNvSpPr/>
            <p:nvPr/>
          </p:nvSpPr>
          <p:spPr>
            <a:xfrm>
              <a:off x="6618269" y="5100314"/>
              <a:ext cx="11712" cy="56"/>
            </a:xfrm>
            <a:custGeom>
              <a:avLst/>
              <a:gdLst/>
              <a:ahLst/>
              <a:cxnLst/>
              <a:rect l="l" t="t" r="r" b="b"/>
              <a:pathLst>
                <a:path w="210" h="1" fill="none" extrusionOk="0">
                  <a:moveTo>
                    <a:pt x="1" y="1"/>
                  </a:moveTo>
                  <a:lnTo>
                    <a:pt x="210" y="1"/>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28" name="Google Shape;4128;p38"/>
            <p:cNvSpPr/>
            <p:nvPr/>
          </p:nvSpPr>
          <p:spPr>
            <a:xfrm>
              <a:off x="6659149" y="5097972"/>
              <a:ext cx="16341" cy="1227"/>
            </a:xfrm>
            <a:custGeom>
              <a:avLst/>
              <a:gdLst/>
              <a:ahLst/>
              <a:cxnLst/>
              <a:rect l="l" t="t" r="r" b="b"/>
              <a:pathLst>
                <a:path w="293" h="22" fill="none" extrusionOk="0">
                  <a:moveTo>
                    <a:pt x="0" y="22"/>
                  </a:moveTo>
                  <a:cubicBezTo>
                    <a:pt x="105" y="22"/>
                    <a:pt x="188" y="1"/>
                    <a:pt x="293" y="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29" name="Google Shape;4129;p38"/>
            <p:cNvSpPr/>
            <p:nvPr/>
          </p:nvSpPr>
          <p:spPr>
            <a:xfrm>
              <a:off x="6703486" y="5080516"/>
              <a:ext cx="22196" cy="2342"/>
            </a:xfrm>
            <a:custGeom>
              <a:avLst/>
              <a:gdLst/>
              <a:ahLst/>
              <a:cxnLst/>
              <a:rect l="l" t="t" r="r" b="b"/>
              <a:pathLst>
                <a:path w="398" h="42" fill="none" extrusionOk="0">
                  <a:moveTo>
                    <a:pt x="0" y="42"/>
                  </a:moveTo>
                  <a:cubicBezTo>
                    <a:pt x="126" y="42"/>
                    <a:pt x="251" y="21"/>
                    <a:pt x="398"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30" name="Google Shape;4130;p38"/>
            <p:cNvSpPr/>
            <p:nvPr/>
          </p:nvSpPr>
          <p:spPr>
            <a:xfrm>
              <a:off x="6680118" y="5093343"/>
              <a:ext cx="28052" cy="1227"/>
            </a:xfrm>
            <a:custGeom>
              <a:avLst/>
              <a:gdLst/>
              <a:ahLst/>
              <a:cxnLst/>
              <a:rect l="l" t="t" r="r" b="b"/>
              <a:pathLst>
                <a:path w="503" h="22" fill="none" extrusionOk="0">
                  <a:moveTo>
                    <a:pt x="22" y="0"/>
                  </a:moveTo>
                  <a:cubicBezTo>
                    <a:pt x="1" y="21"/>
                    <a:pt x="22" y="21"/>
                    <a:pt x="22" y="0"/>
                  </a:cubicBezTo>
                  <a:cubicBezTo>
                    <a:pt x="189" y="21"/>
                    <a:pt x="335" y="21"/>
                    <a:pt x="503" y="2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31" name="Google Shape;4131;p38"/>
            <p:cNvSpPr/>
            <p:nvPr/>
          </p:nvSpPr>
          <p:spPr>
            <a:xfrm>
              <a:off x="6681289" y="5109684"/>
              <a:ext cx="24595" cy="1227"/>
            </a:xfrm>
            <a:custGeom>
              <a:avLst/>
              <a:gdLst/>
              <a:ahLst/>
              <a:cxnLst/>
              <a:rect l="l" t="t" r="r" b="b"/>
              <a:pathLst>
                <a:path w="441" h="22" fill="none" extrusionOk="0">
                  <a:moveTo>
                    <a:pt x="1" y="21"/>
                  </a:moveTo>
                  <a:cubicBezTo>
                    <a:pt x="168" y="21"/>
                    <a:pt x="294" y="0"/>
                    <a:pt x="440"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32" name="Google Shape;4132;p38"/>
            <p:cNvSpPr/>
            <p:nvPr/>
          </p:nvSpPr>
          <p:spPr>
            <a:xfrm>
              <a:off x="6727969" y="5080516"/>
              <a:ext cx="18739" cy="56"/>
            </a:xfrm>
            <a:custGeom>
              <a:avLst/>
              <a:gdLst/>
              <a:ahLst/>
              <a:cxnLst/>
              <a:rect l="l" t="t" r="r" b="b"/>
              <a:pathLst>
                <a:path w="336" h="1" fill="none" extrusionOk="0">
                  <a:moveTo>
                    <a:pt x="1" y="0"/>
                  </a:moveTo>
                  <a:lnTo>
                    <a:pt x="335" y="0"/>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33" name="Google Shape;4133;p38"/>
            <p:cNvSpPr/>
            <p:nvPr/>
          </p:nvSpPr>
          <p:spPr>
            <a:xfrm>
              <a:off x="6705828" y="5102657"/>
              <a:ext cx="19854" cy="1227"/>
            </a:xfrm>
            <a:custGeom>
              <a:avLst/>
              <a:gdLst/>
              <a:ahLst/>
              <a:cxnLst/>
              <a:rect l="l" t="t" r="r" b="b"/>
              <a:pathLst>
                <a:path w="356" h="22" fill="none" extrusionOk="0">
                  <a:moveTo>
                    <a:pt x="0" y="1"/>
                  </a:moveTo>
                  <a:cubicBezTo>
                    <a:pt x="105" y="21"/>
                    <a:pt x="251" y="21"/>
                    <a:pt x="356" y="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34" name="Google Shape;4134;p38"/>
            <p:cNvSpPr/>
            <p:nvPr/>
          </p:nvSpPr>
          <p:spPr>
            <a:xfrm>
              <a:off x="6731482" y="5099143"/>
              <a:ext cx="18739" cy="2398"/>
            </a:xfrm>
            <a:custGeom>
              <a:avLst/>
              <a:gdLst/>
              <a:ahLst/>
              <a:cxnLst/>
              <a:rect l="l" t="t" r="r" b="b"/>
              <a:pathLst>
                <a:path w="336" h="43" fill="none" extrusionOk="0">
                  <a:moveTo>
                    <a:pt x="0" y="1"/>
                  </a:moveTo>
                  <a:cubicBezTo>
                    <a:pt x="0" y="22"/>
                    <a:pt x="21" y="22"/>
                    <a:pt x="42" y="22"/>
                  </a:cubicBezTo>
                  <a:cubicBezTo>
                    <a:pt x="147" y="43"/>
                    <a:pt x="230" y="43"/>
                    <a:pt x="335" y="43"/>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35" name="Google Shape;4135;p38"/>
            <p:cNvSpPr/>
            <p:nvPr/>
          </p:nvSpPr>
          <p:spPr>
            <a:xfrm>
              <a:off x="6752452" y="5080516"/>
              <a:ext cx="19910" cy="1171"/>
            </a:xfrm>
            <a:custGeom>
              <a:avLst/>
              <a:gdLst/>
              <a:ahLst/>
              <a:cxnLst/>
              <a:rect l="l" t="t" r="r" b="b"/>
              <a:pathLst>
                <a:path w="357" h="21" fill="none" extrusionOk="0">
                  <a:moveTo>
                    <a:pt x="1" y="0"/>
                  </a:moveTo>
                  <a:cubicBezTo>
                    <a:pt x="106" y="0"/>
                    <a:pt x="252" y="21"/>
                    <a:pt x="357" y="2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36" name="Google Shape;4136;p38"/>
            <p:cNvSpPr/>
            <p:nvPr/>
          </p:nvSpPr>
          <p:spPr>
            <a:xfrm>
              <a:off x="6754794" y="5092172"/>
              <a:ext cx="15225" cy="1227"/>
            </a:xfrm>
            <a:custGeom>
              <a:avLst/>
              <a:gdLst/>
              <a:ahLst/>
              <a:cxnLst/>
              <a:rect l="l" t="t" r="r" b="b"/>
              <a:pathLst>
                <a:path w="273" h="22" fill="none" extrusionOk="0">
                  <a:moveTo>
                    <a:pt x="1" y="21"/>
                  </a:moveTo>
                  <a:cubicBezTo>
                    <a:pt x="105" y="21"/>
                    <a:pt x="168" y="0"/>
                    <a:pt x="273"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37" name="Google Shape;4137;p38"/>
            <p:cNvSpPr/>
            <p:nvPr/>
          </p:nvSpPr>
          <p:spPr>
            <a:xfrm>
              <a:off x="6755965" y="5102657"/>
              <a:ext cx="18739" cy="2398"/>
            </a:xfrm>
            <a:custGeom>
              <a:avLst/>
              <a:gdLst/>
              <a:ahLst/>
              <a:cxnLst/>
              <a:rect l="l" t="t" r="r" b="b"/>
              <a:pathLst>
                <a:path w="336" h="43" fill="none" extrusionOk="0">
                  <a:moveTo>
                    <a:pt x="1" y="42"/>
                  </a:moveTo>
                  <a:cubicBezTo>
                    <a:pt x="105" y="21"/>
                    <a:pt x="210" y="1"/>
                    <a:pt x="336" y="2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38" name="Google Shape;4138;p38"/>
            <p:cNvSpPr/>
            <p:nvPr/>
          </p:nvSpPr>
          <p:spPr>
            <a:xfrm>
              <a:off x="6775819" y="5085145"/>
              <a:ext cx="15225" cy="1227"/>
            </a:xfrm>
            <a:custGeom>
              <a:avLst/>
              <a:gdLst/>
              <a:ahLst/>
              <a:cxnLst/>
              <a:rect l="l" t="t" r="r" b="b"/>
              <a:pathLst>
                <a:path w="273" h="22" fill="none" extrusionOk="0">
                  <a:moveTo>
                    <a:pt x="0" y="1"/>
                  </a:moveTo>
                  <a:cubicBezTo>
                    <a:pt x="84" y="22"/>
                    <a:pt x="168" y="22"/>
                    <a:pt x="272" y="22"/>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39" name="Google Shape;4139;p38"/>
            <p:cNvSpPr/>
            <p:nvPr/>
          </p:nvSpPr>
          <p:spPr>
            <a:xfrm>
              <a:off x="6775819" y="5071147"/>
              <a:ext cx="14054" cy="2398"/>
            </a:xfrm>
            <a:custGeom>
              <a:avLst/>
              <a:gdLst/>
              <a:ahLst/>
              <a:cxnLst/>
              <a:rect l="l" t="t" r="r" b="b"/>
              <a:pathLst>
                <a:path w="252" h="43" fill="none" extrusionOk="0">
                  <a:moveTo>
                    <a:pt x="0" y="1"/>
                  </a:moveTo>
                  <a:cubicBezTo>
                    <a:pt x="84" y="1"/>
                    <a:pt x="168" y="1"/>
                    <a:pt x="252" y="42"/>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40" name="Google Shape;4140;p38"/>
            <p:cNvSpPr/>
            <p:nvPr/>
          </p:nvSpPr>
          <p:spPr>
            <a:xfrm>
              <a:off x="6775819" y="5058320"/>
              <a:ext cx="15225" cy="1227"/>
            </a:xfrm>
            <a:custGeom>
              <a:avLst/>
              <a:gdLst/>
              <a:ahLst/>
              <a:cxnLst/>
              <a:rect l="l" t="t" r="r" b="b"/>
              <a:pathLst>
                <a:path w="273" h="22" fill="none" extrusionOk="0">
                  <a:moveTo>
                    <a:pt x="0" y="21"/>
                  </a:moveTo>
                  <a:cubicBezTo>
                    <a:pt x="84" y="21"/>
                    <a:pt x="189" y="0"/>
                    <a:pt x="272" y="2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41" name="Google Shape;4141;p38"/>
            <p:cNvSpPr/>
            <p:nvPr/>
          </p:nvSpPr>
          <p:spPr>
            <a:xfrm>
              <a:off x="6775819" y="5099143"/>
              <a:ext cx="11712" cy="1227"/>
            </a:xfrm>
            <a:custGeom>
              <a:avLst/>
              <a:gdLst/>
              <a:ahLst/>
              <a:cxnLst/>
              <a:rect l="l" t="t" r="r" b="b"/>
              <a:pathLst>
                <a:path w="210" h="22" fill="none" extrusionOk="0">
                  <a:moveTo>
                    <a:pt x="0" y="1"/>
                  </a:moveTo>
                  <a:cubicBezTo>
                    <a:pt x="84" y="22"/>
                    <a:pt x="168" y="22"/>
                    <a:pt x="210" y="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42" name="Google Shape;4142;p38"/>
            <p:cNvSpPr/>
            <p:nvPr/>
          </p:nvSpPr>
          <p:spPr>
            <a:xfrm>
              <a:off x="6790989" y="5086316"/>
              <a:ext cx="12883" cy="1227"/>
            </a:xfrm>
            <a:custGeom>
              <a:avLst/>
              <a:gdLst/>
              <a:ahLst/>
              <a:cxnLst/>
              <a:rect l="l" t="t" r="r" b="b"/>
              <a:pathLst>
                <a:path w="231" h="22" fill="none" extrusionOk="0">
                  <a:moveTo>
                    <a:pt x="0" y="22"/>
                  </a:moveTo>
                  <a:cubicBezTo>
                    <a:pt x="84" y="22"/>
                    <a:pt x="147" y="1"/>
                    <a:pt x="231" y="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43" name="Google Shape;4143;p38"/>
            <p:cNvSpPr/>
            <p:nvPr/>
          </p:nvSpPr>
          <p:spPr>
            <a:xfrm>
              <a:off x="6792160" y="5069976"/>
              <a:ext cx="11712" cy="1227"/>
            </a:xfrm>
            <a:custGeom>
              <a:avLst/>
              <a:gdLst/>
              <a:ahLst/>
              <a:cxnLst/>
              <a:rect l="l" t="t" r="r" b="b"/>
              <a:pathLst>
                <a:path w="210" h="22" fill="none" extrusionOk="0">
                  <a:moveTo>
                    <a:pt x="0" y="22"/>
                  </a:moveTo>
                  <a:lnTo>
                    <a:pt x="189" y="22"/>
                  </a:lnTo>
                  <a:cubicBezTo>
                    <a:pt x="189" y="22"/>
                    <a:pt x="210" y="22"/>
                    <a:pt x="210" y="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44" name="Google Shape;4144;p38"/>
            <p:cNvSpPr/>
            <p:nvPr/>
          </p:nvSpPr>
          <p:spPr>
            <a:xfrm>
              <a:off x="6792160" y="5059491"/>
              <a:ext cx="11712" cy="2398"/>
            </a:xfrm>
            <a:custGeom>
              <a:avLst/>
              <a:gdLst/>
              <a:ahLst/>
              <a:cxnLst/>
              <a:rect l="l" t="t" r="r" b="b"/>
              <a:pathLst>
                <a:path w="210" h="43" fill="none" extrusionOk="0">
                  <a:moveTo>
                    <a:pt x="0" y="42"/>
                  </a:moveTo>
                  <a:cubicBezTo>
                    <a:pt x="84" y="0"/>
                    <a:pt x="126" y="0"/>
                    <a:pt x="210"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45" name="Google Shape;4145;p38"/>
            <p:cNvSpPr/>
            <p:nvPr/>
          </p:nvSpPr>
          <p:spPr>
            <a:xfrm>
              <a:off x="6792160" y="5047835"/>
              <a:ext cx="11712" cy="2342"/>
            </a:xfrm>
            <a:custGeom>
              <a:avLst/>
              <a:gdLst/>
              <a:ahLst/>
              <a:cxnLst/>
              <a:rect l="l" t="t" r="r" b="b"/>
              <a:pathLst>
                <a:path w="210" h="42" fill="none" extrusionOk="0">
                  <a:moveTo>
                    <a:pt x="0" y="0"/>
                  </a:moveTo>
                  <a:cubicBezTo>
                    <a:pt x="84" y="0"/>
                    <a:pt x="126" y="0"/>
                    <a:pt x="210" y="42"/>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46" name="Google Shape;4146;p38"/>
            <p:cNvSpPr/>
            <p:nvPr/>
          </p:nvSpPr>
          <p:spPr>
            <a:xfrm>
              <a:off x="6792160" y="5034952"/>
              <a:ext cx="11712" cy="1227"/>
            </a:xfrm>
            <a:custGeom>
              <a:avLst/>
              <a:gdLst/>
              <a:ahLst/>
              <a:cxnLst/>
              <a:rect l="l" t="t" r="r" b="b"/>
              <a:pathLst>
                <a:path w="210" h="22" fill="none" extrusionOk="0">
                  <a:moveTo>
                    <a:pt x="0" y="22"/>
                  </a:moveTo>
                  <a:cubicBezTo>
                    <a:pt x="63" y="1"/>
                    <a:pt x="126" y="1"/>
                    <a:pt x="210" y="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47" name="Google Shape;4147;p38"/>
            <p:cNvSpPr/>
            <p:nvPr/>
          </p:nvSpPr>
          <p:spPr>
            <a:xfrm>
              <a:off x="6792160" y="5020954"/>
              <a:ext cx="8198" cy="56"/>
            </a:xfrm>
            <a:custGeom>
              <a:avLst/>
              <a:gdLst/>
              <a:ahLst/>
              <a:cxnLst/>
              <a:rect l="l" t="t" r="r" b="b"/>
              <a:pathLst>
                <a:path w="147" h="1" fill="none" extrusionOk="0">
                  <a:moveTo>
                    <a:pt x="0" y="1"/>
                  </a:moveTo>
                  <a:lnTo>
                    <a:pt x="147" y="1"/>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48" name="Google Shape;4148;p38"/>
            <p:cNvSpPr/>
            <p:nvPr/>
          </p:nvSpPr>
          <p:spPr>
            <a:xfrm>
              <a:off x="6793331" y="5006956"/>
              <a:ext cx="9369" cy="56"/>
            </a:xfrm>
            <a:custGeom>
              <a:avLst/>
              <a:gdLst/>
              <a:ahLst/>
              <a:cxnLst/>
              <a:rect l="l" t="t" r="r" b="b"/>
              <a:pathLst>
                <a:path w="168" h="1" fill="none" extrusionOk="0">
                  <a:moveTo>
                    <a:pt x="0" y="1"/>
                  </a:moveTo>
                  <a:lnTo>
                    <a:pt x="168" y="1"/>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49" name="Google Shape;4149;p38"/>
            <p:cNvSpPr/>
            <p:nvPr/>
          </p:nvSpPr>
          <p:spPr>
            <a:xfrm>
              <a:off x="6792160" y="4989444"/>
              <a:ext cx="10541" cy="2398"/>
            </a:xfrm>
            <a:custGeom>
              <a:avLst/>
              <a:gdLst/>
              <a:ahLst/>
              <a:cxnLst/>
              <a:rect l="l" t="t" r="r" b="b"/>
              <a:pathLst>
                <a:path w="189" h="43" fill="none" extrusionOk="0">
                  <a:moveTo>
                    <a:pt x="0" y="43"/>
                  </a:moveTo>
                  <a:cubicBezTo>
                    <a:pt x="63" y="43"/>
                    <a:pt x="126" y="1"/>
                    <a:pt x="189" y="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50" name="Google Shape;4150;p38"/>
            <p:cNvSpPr/>
            <p:nvPr/>
          </p:nvSpPr>
          <p:spPr>
            <a:xfrm>
              <a:off x="6790989" y="4980130"/>
              <a:ext cx="11712" cy="56"/>
            </a:xfrm>
            <a:custGeom>
              <a:avLst/>
              <a:gdLst/>
              <a:ahLst/>
              <a:cxnLst/>
              <a:rect l="l" t="t" r="r" b="b"/>
              <a:pathLst>
                <a:path w="210" h="1" fill="none" extrusionOk="0">
                  <a:moveTo>
                    <a:pt x="0" y="1"/>
                  </a:moveTo>
                  <a:lnTo>
                    <a:pt x="210" y="1"/>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51" name="Google Shape;4151;p38"/>
            <p:cNvSpPr/>
            <p:nvPr/>
          </p:nvSpPr>
          <p:spPr>
            <a:xfrm>
              <a:off x="6790989" y="4962618"/>
              <a:ext cx="12883" cy="1227"/>
            </a:xfrm>
            <a:custGeom>
              <a:avLst/>
              <a:gdLst/>
              <a:ahLst/>
              <a:cxnLst/>
              <a:rect l="l" t="t" r="r" b="b"/>
              <a:pathLst>
                <a:path w="231" h="22" fill="none" extrusionOk="0">
                  <a:moveTo>
                    <a:pt x="0" y="1"/>
                  </a:moveTo>
                  <a:lnTo>
                    <a:pt x="0" y="1"/>
                  </a:lnTo>
                  <a:lnTo>
                    <a:pt x="0" y="1"/>
                  </a:lnTo>
                  <a:cubicBezTo>
                    <a:pt x="84" y="22"/>
                    <a:pt x="147" y="22"/>
                    <a:pt x="231" y="22"/>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52" name="Google Shape;4152;p38"/>
            <p:cNvSpPr/>
            <p:nvPr/>
          </p:nvSpPr>
          <p:spPr>
            <a:xfrm>
              <a:off x="6790989" y="4947449"/>
              <a:ext cx="14054" cy="1227"/>
            </a:xfrm>
            <a:custGeom>
              <a:avLst/>
              <a:gdLst/>
              <a:ahLst/>
              <a:cxnLst/>
              <a:rect l="l" t="t" r="r" b="b"/>
              <a:pathLst>
                <a:path w="252" h="22" fill="none" extrusionOk="0">
                  <a:moveTo>
                    <a:pt x="0" y="22"/>
                  </a:moveTo>
                  <a:lnTo>
                    <a:pt x="231" y="22"/>
                  </a:lnTo>
                  <a:cubicBezTo>
                    <a:pt x="231" y="22"/>
                    <a:pt x="252" y="1"/>
                    <a:pt x="231" y="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53" name="Google Shape;4153;p38"/>
            <p:cNvSpPr/>
            <p:nvPr/>
          </p:nvSpPr>
          <p:spPr>
            <a:xfrm>
              <a:off x="6790989" y="4934622"/>
              <a:ext cx="12883" cy="1227"/>
            </a:xfrm>
            <a:custGeom>
              <a:avLst/>
              <a:gdLst/>
              <a:ahLst/>
              <a:cxnLst/>
              <a:rect l="l" t="t" r="r" b="b"/>
              <a:pathLst>
                <a:path w="231" h="22" fill="none" extrusionOk="0">
                  <a:moveTo>
                    <a:pt x="0" y="21"/>
                  </a:moveTo>
                  <a:cubicBezTo>
                    <a:pt x="84" y="21"/>
                    <a:pt x="147" y="21"/>
                    <a:pt x="231" y="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54" name="Google Shape;4154;p38"/>
            <p:cNvSpPr/>
            <p:nvPr/>
          </p:nvSpPr>
          <p:spPr>
            <a:xfrm>
              <a:off x="6789818" y="4919452"/>
              <a:ext cx="15225" cy="2398"/>
            </a:xfrm>
            <a:custGeom>
              <a:avLst/>
              <a:gdLst/>
              <a:ahLst/>
              <a:cxnLst/>
              <a:rect l="l" t="t" r="r" b="b"/>
              <a:pathLst>
                <a:path w="273" h="43" fill="none" extrusionOk="0">
                  <a:moveTo>
                    <a:pt x="1" y="42"/>
                  </a:moveTo>
                  <a:lnTo>
                    <a:pt x="252" y="42"/>
                  </a:lnTo>
                  <a:cubicBezTo>
                    <a:pt x="273" y="42"/>
                    <a:pt x="273" y="42"/>
                    <a:pt x="273" y="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55" name="Google Shape;4155;p38"/>
            <p:cNvSpPr/>
            <p:nvPr/>
          </p:nvSpPr>
          <p:spPr>
            <a:xfrm>
              <a:off x="6789818" y="4907796"/>
              <a:ext cx="14054" cy="2398"/>
            </a:xfrm>
            <a:custGeom>
              <a:avLst/>
              <a:gdLst/>
              <a:ahLst/>
              <a:cxnLst/>
              <a:rect l="l" t="t" r="r" b="b"/>
              <a:pathLst>
                <a:path w="252" h="43" fill="none" extrusionOk="0">
                  <a:moveTo>
                    <a:pt x="1" y="0"/>
                  </a:moveTo>
                  <a:cubicBezTo>
                    <a:pt x="63" y="42"/>
                    <a:pt x="147" y="42"/>
                    <a:pt x="252" y="42"/>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56" name="Google Shape;4156;p38"/>
            <p:cNvSpPr/>
            <p:nvPr/>
          </p:nvSpPr>
          <p:spPr>
            <a:xfrm>
              <a:off x="6790989" y="4896141"/>
              <a:ext cx="14054" cy="56"/>
            </a:xfrm>
            <a:custGeom>
              <a:avLst/>
              <a:gdLst/>
              <a:ahLst/>
              <a:cxnLst/>
              <a:rect l="l" t="t" r="r" b="b"/>
              <a:pathLst>
                <a:path w="252" h="1" fill="none" extrusionOk="0">
                  <a:moveTo>
                    <a:pt x="0" y="0"/>
                  </a:moveTo>
                  <a:lnTo>
                    <a:pt x="252" y="0"/>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57" name="Google Shape;4157;p38"/>
            <p:cNvSpPr/>
            <p:nvPr/>
          </p:nvSpPr>
          <p:spPr>
            <a:xfrm>
              <a:off x="6787475" y="4886771"/>
              <a:ext cx="16396" cy="56"/>
            </a:xfrm>
            <a:custGeom>
              <a:avLst/>
              <a:gdLst/>
              <a:ahLst/>
              <a:cxnLst/>
              <a:rect l="l" t="t" r="r" b="b"/>
              <a:pathLst>
                <a:path w="294" h="1" fill="none" extrusionOk="0">
                  <a:moveTo>
                    <a:pt x="1" y="1"/>
                  </a:moveTo>
                  <a:lnTo>
                    <a:pt x="294" y="1"/>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58" name="Google Shape;4158;p38"/>
            <p:cNvSpPr/>
            <p:nvPr/>
          </p:nvSpPr>
          <p:spPr>
            <a:xfrm>
              <a:off x="6789818" y="4875115"/>
              <a:ext cx="14054" cy="1227"/>
            </a:xfrm>
            <a:custGeom>
              <a:avLst/>
              <a:gdLst/>
              <a:ahLst/>
              <a:cxnLst/>
              <a:rect l="l" t="t" r="r" b="b"/>
              <a:pathLst>
                <a:path w="252" h="22" fill="none" extrusionOk="0">
                  <a:moveTo>
                    <a:pt x="1" y="21"/>
                  </a:moveTo>
                  <a:cubicBezTo>
                    <a:pt x="63" y="0"/>
                    <a:pt x="168" y="0"/>
                    <a:pt x="252"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59" name="Google Shape;4159;p38"/>
            <p:cNvSpPr/>
            <p:nvPr/>
          </p:nvSpPr>
          <p:spPr>
            <a:xfrm>
              <a:off x="6787475" y="4859946"/>
              <a:ext cx="15225" cy="56"/>
            </a:xfrm>
            <a:custGeom>
              <a:avLst/>
              <a:gdLst/>
              <a:ahLst/>
              <a:cxnLst/>
              <a:rect l="l" t="t" r="r" b="b"/>
              <a:pathLst>
                <a:path w="273" h="1" fill="none" extrusionOk="0">
                  <a:moveTo>
                    <a:pt x="1" y="0"/>
                  </a:moveTo>
                  <a:lnTo>
                    <a:pt x="273" y="0"/>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60" name="Google Shape;4160;p38"/>
            <p:cNvSpPr/>
            <p:nvPr/>
          </p:nvSpPr>
          <p:spPr>
            <a:xfrm>
              <a:off x="6809672" y="4869259"/>
              <a:ext cx="21025" cy="1227"/>
            </a:xfrm>
            <a:custGeom>
              <a:avLst/>
              <a:gdLst/>
              <a:ahLst/>
              <a:cxnLst/>
              <a:rect l="l" t="t" r="r" b="b"/>
              <a:pathLst>
                <a:path w="377" h="22" fill="none" extrusionOk="0">
                  <a:moveTo>
                    <a:pt x="0" y="22"/>
                  </a:moveTo>
                  <a:cubicBezTo>
                    <a:pt x="0" y="1"/>
                    <a:pt x="21" y="1"/>
                    <a:pt x="63" y="1"/>
                  </a:cubicBezTo>
                  <a:lnTo>
                    <a:pt x="377" y="1"/>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61" name="Google Shape;4161;p38"/>
            <p:cNvSpPr/>
            <p:nvPr/>
          </p:nvSpPr>
          <p:spPr>
            <a:xfrm>
              <a:off x="6810843" y="4889113"/>
              <a:ext cx="17512" cy="1227"/>
            </a:xfrm>
            <a:custGeom>
              <a:avLst/>
              <a:gdLst/>
              <a:ahLst/>
              <a:cxnLst/>
              <a:rect l="l" t="t" r="r" b="b"/>
              <a:pathLst>
                <a:path w="314" h="22" fill="none" extrusionOk="0">
                  <a:moveTo>
                    <a:pt x="42" y="1"/>
                  </a:moveTo>
                  <a:cubicBezTo>
                    <a:pt x="0" y="1"/>
                    <a:pt x="0" y="21"/>
                    <a:pt x="0" y="21"/>
                  </a:cubicBezTo>
                  <a:lnTo>
                    <a:pt x="314" y="21"/>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62" name="Google Shape;4162;p38"/>
            <p:cNvSpPr/>
            <p:nvPr/>
          </p:nvSpPr>
          <p:spPr>
            <a:xfrm>
              <a:off x="6808501" y="4904283"/>
              <a:ext cx="16396" cy="1227"/>
            </a:xfrm>
            <a:custGeom>
              <a:avLst/>
              <a:gdLst/>
              <a:ahLst/>
              <a:cxnLst/>
              <a:rect l="l" t="t" r="r" b="b"/>
              <a:pathLst>
                <a:path w="294" h="22" fill="none" extrusionOk="0">
                  <a:moveTo>
                    <a:pt x="0" y="1"/>
                  </a:moveTo>
                  <a:cubicBezTo>
                    <a:pt x="105" y="21"/>
                    <a:pt x="210" y="21"/>
                    <a:pt x="293" y="2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63" name="Google Shape;4163;p38"/>
            <p:cNvSpPr/>
            <p:nvPr/>
          </p:nvSpPr>
          <p:spPr>
            <a:xfrm>
              <a:off x="6809672" y="4915939"/>
              <a:ext cx="12883" cy="56"/>
            </a:xfrm>
            <a:custGeom>
              <a:avLst/>
              <a:gdLst/>
              <a:ahLst/>
              <a:cxnLst/>
              <a:rect l="l" t="t" r="r" b="b"/>
              <a:pathLst>
                <a:path w="231" h="1" fill="none" extrusionOk="0">
                  <a:moveTo>
                    <a:pt x="0" y="1"/>
                  </a:moveTo>
                  <a:lnTo>
                    <a:pt x="230" y="1"/>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64" name="Google Shape;4164;p38"/>
            <p:cNvSpPr/>
            <p:nvPr/>
          </p:nvSpPr>
          <p:spPr>
            <a:xfrm>
              <a:off x="6810843" y="4925308"/>
              <a:ext cx="15225" cy="2398"/>
            </a:xfrm>
            <a:custGeom>
              <a:avLst/>
              <a:gdLst/>
              <a:ahLst/>
              <a:cxnLst/>
              <a:rect l="l" t="t" r="r" b="b"/>
              <a:pathLst>
                <a:path w="273" h="43" fill="none" extrusionOk="0">
                  <a:moveTo>
                    <a:pt x="0" y="0"/>
                  </a:moveTo>
                  <a:cubicBezTo>
                    <a:pt x="84" y="0"/>
                    <a:pt x="188" y="0"/>
                    <a:pt x="272" y="42"/>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65" name="Google Shape;4165;p38"/>
            <p:cNvSpPr/>
            <p:nvPr/>
          </p:nvSpPr>
          <p:spPr>
            <a:xfrm>
              <a:off x="6809672" y="4936964"/>
              <a:ext cx="16396" cy="56"/>
            </a:xfrm>
            <a:custGeom>
              <a:avLst/>
              <a:gdLst/>
              <a:ahLst/>
              <a:cxnLst/>
              <a:rect l="l" t="t" r="r" b="b"/>
              <a:pathLst>
                <a:path w="294" h="1" fill="none" extrusionOk="0">
                  <a:moveTo>
                    <a:pt x="0" y="0"/>
                  </a:moveTo>
                  <a:lnTo>
                    <a:pt x="293" y="0"/>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66" name="Google Shape;4166;p38"/>
            <p:cNvSpPr/>
            <p:nvPr/>
          </p:nvSpPr>
          <p:spPr>
            <a:xfrm>
              <a:off x="6809672" y="4953305"/>
              <a:ext cx="11712" cy="56"/>
            </a:xfrm>
            <a:custGeom>
              <a:avLst/>
              <a:gdLst/>
              <a:ahLst/>
              <a:cxnLst/>
              <a:rect l="l" t="t" r="r" b="b"/>
              <a:pathLst>
                <a:path w="210" h="1" fill="none" extrusionOk="0">
                  <a:moveTo>
                    <a:pt x="0" y="0"/>
                  </a:moveTo>
                  <a:lnTo>
                    <a:pt x="209" y="0"/>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67" name="Google Shape;4167;p38"/>
            <p:cNvSpPr/>
            <p:nvPr/>
          </p:nvSpPr>
          <p:spPr>
            <a:xfrm>
              <a:off x="6808501" y="4971988"/>
              <a:ext cx="18739" cy="2342"/>
            </a:xfrm>
            <a:custGeom>
              <a:avLst/>
              <a:gdLst/>
              <a:ahLst/>
              <a:cxnLst/>
              <a:rect l="l" t="t" r="r" b="b"/>
              <a:pathLst>
                <a:path w="336" h="42" fill="none" extrusionOk="0">
                  <a:moveTo>
                    <a:pt x="0" y="0"/>
                  </a:moveTo>
                  <a:cubicBezTo>
                    <a:pt x="105" y="42"/>
                    <a:pt x="210" y="42"/>
                    <a:pt x="335" y="42"/>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68" name="Google Shape;4168;p38"/>
            <p:cNvSpPr/>
            <p:nvPr/>
          </p:nvSpPr>
          <p:spPr>
            <a:xfrm>
              <a:off x="6809672" y="4982472"/>
              <a:ext cx="15225" cy="3569"/>
            </a:xfrm>
            <a:custGeom>
              <a:avLst/>
              <a:gdLst/>
              <a:ahLst/>
              <a:cxnLst/>
              <a:rect l="l" t="t" r="r" b="b"/>
              <a:pathLst>
                <a:path w="273" h="64" fill="none" extrusionOk="0">
                  <a:moveTo>
                    <a:pt x="0" y="63"/>
                  </a:moveTo>
                  <a:cubicBezTo>
                    <a:pt x="105" y="63"/>
                    <a:pt x="189" y="21"/>
                    <a:pt x="272"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69" name="Google Shape;4169;p38"/>
            <p:cNvSpPr/>
            <p:nvPr/>
          </p:nvSpPr>
          <p:spPr>
            <a:xfrm>
              <a:off x="6808501" y="4997642"/>
              <a:ext cx="19854" cy="56"/>
            </a:xfrm>
            <a:custGeom>
              <a:avLst/>
              <a:gdLst/>
              <a:ahLst/>
              <a:cxnLst/>
              <a:rect l="l" t="t" r="r" b="b"/>
              <a:pathLst>
                <a:path w="356" h="1" fill="none" extrusionOk="0">
                  <a:moveTo>
                    <a:pt x="0" y="0"/>
                  </a:moveTo>
                  <a:lnTo>
                    <a:pt x="356" y="0"/>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70" name="Google Shape;4170;p38"/>
            <p:cNvSpPr/>
            <p:nvPr/>
          </p:nvSpPr>
          <p:spPr>
            <a:xfrm>
              <a:off x="6807329" y="5011640"/>
              <a:ext cx="14054" cy="3569"/>
            </a:xfrm>
            <a:custGeom>
              <a:avLst/>
              <a:gdLst/>
              <a:ahLst/>
              <a:cxnLst/>
              <a:rect l="l" t="t" r="r" b="b"/>
              <a:pathLst>
                <a:path w="252" h="64" fill="none" extrusionOk="0">
                  <a:moveTo>
                    <a:pt x="0" y="63"/>
                  </a:moveTo>
                  <a:cubicBezTo>
                    <a:pt x="63" y="21"/>
                    <a:pt x="168" y="21"/>
                    <a:pt x="251" y="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71" name="Google Shape;4171;p38"/>
            <p:cNvSpPr/>
            <p:nvPr/>
          </p:nvSpPr>
          <p:spPr>
            <a:xfrm>
              <a:off x="6808501" y="5020954"/>
              <a:ext cx="16396" cy="2398"/>
            </a:xfrm>
            <a:custGeom>
              <a:avLst/>
              <a:gdLst/>
              <a:ahLst/>
              <a:cxnLst/>
              <a:rect l="l" t="t" r="r" b="b"/>
              <a:pathLst>
                <a:path w="294" h="43" fill="none" extrusionOk="0">
                  <a:moveTo>
                    <a:pt x="0" y="22"/>
                  </a:moveTo>
                  <a:cubicBezTo>
                    <a:pt x="105" y="43"/>
                    <a:pt x="189" y="43"/>
                    <a:pt x="293" y="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72" name="Google Shape;4172;p38"/>
            <p:cNvSpPr/>
            <p:nvPr/>
          </p:nvSpPr>
          <p:spPr>
            <a:xfrm>
              <a:off x="6831812" y="4876286"/>
              <a:ext cx="11712" cy="56"/>
            </a:xfrm>
            <a:custGeom>
              <a:avLst/>
              <a:gdLst/>
              <a:ahLst/>
              <a:cxnLst/>
              <a:rect l="l" t="t" r="r" b="b"/>
              <a:pathLst>
                <a:path w="210" h="1" fill="none" extrusionOk="0">
                  <a:moveTo>
                    <a:pt x="1" y="0"/>
                  </a:moveTo>
                  <a:lnTo>
                    <a:pt x="210" y="0"/>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73" name="Google Shape;4173;p38"/>
            <p:cNvSpPr/>
            <p:nvPr/>
          </p:nvSpPr>
          <p:spPr>
            <a:xfrm>
              <a:off x="6844640" y="4863459"/>
              <a:ext cx="18739" cy="56"/>
            </a:xfrm>
            <a:custGeom>
              <a:avLst/>
              <a:gdLst/>
              <a:ahLst/>
              <a:cxnLst/>
              <a:rect l="l" t="t" r="r" b="b"/>
              <a:pathLst>
                <a:path w="336" h="1" fill="none" extrusionOk="0">
                  <a:moveTo>
                    <a:pt x="1" y="0"/>
                  </a:moveTo>
                  <a:lnTo>
                    <a:pt x="336" y="0"/>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74" name="Google Shape;4174;p38"/>
            <p:cNvSpPr/>
            <p:nvPr/>
          </p:nvSpPr>
          <p:spPr>
            <a:xfrm>
              <a:off x="6845811" y="4876286"/>
              <a:ext cx="15225" cy="1227"/>
            </a:xfrm>
            <a:custGeom>
              <a:avLst/>
              <a:gdLst/>
              <a:ahLst/>
              <a:cxnLst/>
              <a:rect l="l" t="t" r="r" b="b"/>
              <a:pathLst>
                <a:path w="273" h="22" fill="none" extrusionOk="0">
                  <a:moveTo>
                    <a:pt x="1" y="0"/>
                  </a:moveTo>
                  <a:cubicBezTo>
                    <a:pt x="85" y="21"/>
                    <a:pt x="189" y="21"/>
                    <a:pt x="273" y="2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75" name="Google Shape;4175;p38"/>
            <p:cNvSpPr/>
            <p:nvPr/>
          </p:nvSpPr>
          <p:spPr>
            <a:xfrm>
              <a:off x="6845811" y="4889113"/>
              <a:ext cx="17568" cy="1227"/>
            </a:xfrm>
            <a:custGeom>
              <a:avLst/>
              <a:gdLst/>
              <a:ahLst/>
              <a:cxnLst/>
              <a:rect l="l" t="t" r="r" b="b"/>
              <a:pathLst>
                <a:path w="315" h="22" fill="none" extrusionOk="0">
                  <a:moveTo>
                    <a:pt x="1" y="21"/>
                  </a:moveTo>
                  <a:cubicBezTo>
                    <a:pt x="105" y="21"/>
                    <a:pt x="210" y="1"/>
                    <a:pt x="315" y="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76" name="Google Shape;4176;p38"/>
            <p:cNvSpPr/>
            <p:nvPr/>
          </p:nvSpPr>
          <p:spPr>
            <a:xfrm>
              <a:off x="6848153" y="4905454"/>
              <a:ext cx="17568" cy="1227"/>
            </a:xfrm>
            <a:custGeom>
              <a:avLst/>
              <a:gdLst/>
              <a:ahLst/>
              <a:cxnLst/>
              <a:rect l="l" t="t" r="r" b="b"/>
              <a:pathLst>
                <a:path w="315" h="22" fill="none" extrusionOk="0">
                  <a:moveTo>
                    <a:pt x="1" y="21"/>
                  </a:moveTo>
                  <a:cubicBezTo>
                    <a:pt x="1" y="0"/>
                    <a:pt x="1" y="0"/>
                    <a:pt x="1" y="21"/>
                  </a:cubicBezTo>
                  <a:lnTo>
                    <a:pt x="1" y="21"/>
                  </a:lnTo>
                  <a:cubicBezTo>
                    <a:pt x="105" y="21"/>
                    <a:pt x="210" y="21"/>
                    <a:pt x="315"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77" name="Google Shape;4177;p38"/>
            <p:cNvSpPr/>
            <p:nvPr/>
          </p:nvSpPr>
          <p:spPr>
            <a:xfrm>
              <a:off x="6832984" y="4896141"/>
              <a:ext cx="10541" cy="56"/>
            </a:xfrm>
            <a:custGeom>
              <a:avLst/>
              <a:gdLst/>
              <a:ahLst/>
              <a:cxnLst/>
              <a:rect l="l" t="t" r="r" b="b"/>
              <a:pathLst>
                <a:path w="189" h="1" fill="none" extrusionOk="0">
                  <a:moveTo>
                    <a:pt x="1" y="0"/>
                  </a:moveTo>
                  <a:lnTo>
                    <a:pt x="189" y="0"/>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78" name="Google Shape;4178;p38"/>
            <p:cNvSpPr/>
            <p:nvPr/>
          </p:nvSpPr>
          <p:spPr>
            <a:xfrm>
              <a:off x="6832984" y="4921795"/>
              <a:ext cx="5912" cy="1227"/>
            </a:xfrm>
            <a:custGeom>
              <a:avLst/>
              <a:gdLst/>
              <a:ahLst/>
              <a:cxnLst/>
              <a:rect l="l" t="t" r="r" b="b"/>
              <a:pathLst>
                <a:path w="106" h="22" fill="none" extrusionOk="0">
                  <a:moveTo>
                    <a:pt x="1" y="0"/>
                  </a:moveTo>
                  <a:cubicBezTo>
                    <a:pt x="22" y="21"/>
                    <a:pt x="84" y="21"/>
                    <a:pt x="105"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79" name="Google Shape;4179;p38"/>
            <p:cNvSpPr/>
            <p:nvPr/>
          </p:nvSpPr>
          <p:spPr>
            <a:xfrm>
              <a:off x="6844640" y="4922966"/>
              <a:ext cx="17568" cy="56"/>
            </a:xfrm>
            <a:custGeom>
              <a:avLst/>
              <a:gdLst/>
              <a:ahLst/>
              <a:cxnLst/>
              <a:rect l="l" t="t" r="r" b="b"/>
              <a:pathLst>
                <a:path w="315" h="1" fill="none" extrusionOk="0">
                  <a:moveTo>
                    <a:pt x="1" y="0"/>
                  </a:moveTo>
                  <a:lnTo>
                    <a:pt x="315" y="0"/>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80" name="Google Shape;4180;p38"/>
            <p:cNvSpPr/>
            <p:nvPr/>
          </p:nvSpPr>
          <p:spPr>
            <a:xfrm>
              <a:off x="6843468" y="4935793"/>
              <a:ext cx="17568" cy="3569"/>
            </a:xfrm>
            <a:custGeom>
              <a:avLst/>
              <a:gdLst/>
              <a:ahLst/>
              <a:cxnLst/>
              <a:rect l="l" t="t" r="r" b="b"/>
              <a:pathLst>
                <a:path w="315" h="64" fill="none" extrusionOk="0">
                  <a:moveTo>
                    <a:pt x="1" y="21"/>
                  </a:moveTo>
                  <a:cubicBezTo>
                    <a:pt x="106" y="63"/>
                    <a:pt x="210" y="21"/>
                    <a:pt x="315"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81" name="Google Shape;4181;p38"/>
            <p:cNvSpPr/>
            <p:nvPr/>
          </p:nvSpPr>
          <p:spPr>
            <a:xfrm>
              <a:off x="6830641" y="4940478"/>
              <a:ext cx="5912" cy="56"/>
            </a:xfrm>
            <a:custGeom>
              <a:avLst/>
              <a:gdLst/>
              <a:ahLst/>
              <a:cxnLst/>
              <a:rect l="l" t="t" r="r" b="b"/>
              <a:pathLst>
                <a:path w="106" h="1" fill="none" extrusionOk="0">
                  <a:moveTo>
                    <a:pt x="1" y="0"/>
                  </a:moveTo>
                  <a:lnTo>
                    <a:pt x="105" y="0"/>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82" name="Google Shape;4182;p38"/>
            <p:cNvSpPr/>
            <p:nvPr/>
          </p:nvSpPr>
          <p:spPr>
            <a:xfrm>
              <a:off x="6831812" y="4954476"/>
              <a:ext cx="31566" cy="56"/>
            </a:xfrm>
            <a:custGeom>
              <a:avLst/>
              <a:gdLst/>
              <a:ahLst/>
              <a:cxnLst/>
              <a:rect l="l" t="t" r="r" b="b"/>
              <a:pathLst>
                <a:path w="566" h="1" fill="none" extrusionOk="0">
                  <a:moveTo>
                    <a:pt x="1" y="0"/>
                  </a:moveTo>
                  <a:lnTo>
                    <a:pt x="210" y="0"/>
                  </a:lnTo>
                  <a:lnTo>
                    <a:pt x="566" y="0"/>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83" name="Google Shape;4183;p38"/>
            <p:cNvSpPr/>
            <p:nvPr/>
          </p:nvSpPr>
          <p:spPr>
            <a:xfrm>
              <a:off x="6845811" y="4968474"/>
              <a:ext cx="19910" cy="2398"/>
            </a:xfrm>
            <a:custGeom>
              <a:avLst/>
              <a:gdLst/>
              <a:ahLst/>
              <a:cxnLst/>
              <a:rect l="l" t="t" r="r" b="b"/>
              <a:pathLst>
                <a:path w="357" h="43" fill="none" extrusionOk="0">
                  <a:moveTo>
                    <a:pt x="1" y="42"/>
                  </a:moveTo>
                  <a:cubicBezTo>
                    <a:pt x="105" y="21"/>
                    <a:pt x="252" y="0"/>
                    <a:pt x="357"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84" name="Google Shape;4184;p38"/>
            <p:cNvSpPr/>
            <p:nvPr/>
          </p:nvSpPr>
          <p:spPr>
            <a:xfrm>
              <a:off x="6831812" y="4969645"/>
              <a:ext cx="11712" cy="2398"/>
            </a:xfrm>
            <a:custGeom>
              <a:avLst/>
              <a:gdLst/>
              <a:ahLst/>
              <a:cxnLst/>
              <a:rect l="l" t="t" r="r" b="b"/>
              <a:pathLst>
                <a:path w="210" h="43" fill="none" extrusionOk="0">
                  <a:moveTo>
                    <a:pt x="1" y="42"/>
                  </a:moveTo>
                  <a:cubicBezTo>
                    <a:pt x="84" y="42"/>
                    <a:pt x="126" y="21"/>
                    <a:pt x="210"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85" name="Google Shape;4185;p38"/>
            <p:cNvSpPr/>
            <p:nvPr/>
          </p:nvSpPr>
          <p:spPr>
            <a:xfrm>
              <a:off x="6830641" y="4989444"/>
              <a:ext cx="11767" cy="2398"/>
            </a:xfrm>
            <a:custGeom>
              <a:avLst/>
              <a:gdLst/>
              <a:ahLst/>
              <a:cxnLst/>
              <a:rect l="l" t="t" r="r" b="b"/>
              <a:pathLst>
                <a:path w="211" h="43" fill="none" extrusionOk="0">
                  <a:moveTo>
                    <a:pt x="1" y="1"/>
                  </a:moveTo>
                  <a:cubicBezTo>
                    <a:pt x="43" y="43"/>
                    <a:pt x="126" y="43"/>
                    <a:pt x="210" y="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86" name="Google Shape;4186;p38"/>
            <p:cNvSpPr/>
            <p:nvPr/>
          </p:nvSpPr>
          <p:spPr>
            <a:xfrm>
              <a:off x="6845811" y="4988328"/>
              <a:ext cx="17568" cy="56"/>
            </a:xfrm>
            <a:custGeom>
              <a:avLst/>
              <a:gdLst/>
              <a:ahLst/>
              <a:cxnLst/>
              <a:rect l="l" t="t" r="r" b="b"/>
              <a:pathLst>
                <a:path w="315" h="1" fill="none" extrusionOk="0">
                  <a:moveTo>
                    <a:pt x="1" y="0"/>
                  </a:moveTo>
                  <a:lnTo>
                    <a:pt x="315" y="0"/>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87" name="Google Shape;4187;p38"/>
            <p:cNvSpPr/>
            <p:nvPr/>
          </p:nvSpPr>
          <p:spPr>
            <a:xfrm>
              <a:off x="6844640" y="5006956"/>
              <a:ext cx="17568" cy="2398"/>
            </a:xfrm>
            <a:custGeom>
              <a:avLst/>
              <a:gdLst/>
              <a:ahLst/>
              <a:cxnLst/>
              <a:rect l="l" t="t" r="r" b="b"/>
              <a:pathLst>
                <a:path w="315" h="43" fill="none" extrusionOk="0">
                  <a:moveTo>
                    <a:pt x="1" y="43"/>
                  </a:moveTo>
                  <a:cubicBezTo>
                    <a:pt x="106" y="43"/>
                    <a:pt x="210" y="43"/>
                    <a:pt x="315" y="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88" name="Google Shape;4188;p38"/>
            <p:cNvSpPr/>
            <p:nvPr/>
          </p:nvSpPr>
          <p:spPr>
            <a:xfrm>
              <a:off x="6845811" y="5022125"/>
              <a:ext cx="19910" cy="2398"/>
            </a:xfrm>
            <a:custGeom>
              <a:avLst/>
              <a:gdLst/>
              <a:ahLst/>
              <a:cxnLst/>
              <a:rect l="l" t="t" r="r" b="b"/>
              <a:pathLst>
                <a:path w="357" h="43" fill="none" extrusionOk="0">
                  <a:moveTo>
                    <a:pt x="43" y="22"/>
                  </a:moveTo>
                  <a:cubicBezTo>
                    <a:pt x="1" y="22"/>
                    <a:pt x="1" y="43"/>
                    <a:pt x="43" y="22"/>
                  </a:cubicBezTo>
                  <a:cubicBezTo>
                    <a:pt x="43" y="43"/>
                    <a:pt x="43" y="43"/>
                    <a:pt x="43" y="22"/>
                  </a:cubicBezTo>
                  <a:cubicBezTo>
                    <a:pt x="168" y="22"/>
                    <a:pt x="252" y="22"/>
                    <a:pt x="357" y="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89" name="Google Shape;4189;p38"/>
            <p:cNvSpPr/>
            <p:nvPr/>
          </p:nvSpPr>
          <p:spPr>
            <a:xfrm>
              <a:off x="6848153" y="5036123"/>
              <a:ext cx="14054" cy="2398"/>
            </a:xfrm>
            <a:custGeom>
              <a:avLst/>
              <a:gdLst/>
              <a:ahLst/>
              <a:cxnLst/>
              <a:rect l="l" t="t" r="r" b="b"/>
              <a:pathLst>
                <a:path w="252" h="43" fill="none" extrusionOk="0">
                  <a:moveTo>
                    <a:pt x="1" y="43"/>
                  </a:moveTo>
                  <a:cubicBezTo>
                    <a:pt x="63" y="43"/>
                    <a:pt x="168" y="1"/>
                    <a:pt x="252" y="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90" name="Google Shape;4190;p38"/>
            <p:cNvSpPr/>
            <p:nvPr/>
          </p:nvSpPr>
          <p:spPr>
            <a:xfrm>
              <a:off x="6831812" y="5030323"/>
              <a:ext cx="8254" cy="2398"/>
            </a:xfrm>
            <a:custGeom>
              <a:avLst/>
              <a:gdLst/>
              <a:ahLst/>
              <a:cxnLst/>
              <a:rect l="l" t="t" r="r" b="b"/>
              <a:pathLst>
                <a:path w="148" h="43" fill="none" extrusionOk="0">
                  <a:moveTo>
                    <a:pt x="1" y="42"/>
                  </a:moveTo>
                  <a:cubicBezTo>
                    <a:pt x="43" y="42"/>
                    <a:pt x="105" y="42"/>
                    <a:pt x="147"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91" name="Google Shape;4191;p38"/>
            <p:cNvSpPr/>
            <p:nvPr/>
          </p:nvSpPr>
          <p:spPr>
            <a:xfrm>
              <a:off x="6831812" y="5040808"/>
              <a:ext cx="7083" cy="1227"/>
            </a:xfrm>
            <a:custGeom>
              <a:avLst/>
              <a:gdLst/>
              <a:ahLst/>
              <a:cxnLst/>
              <a:rect l="l" t="t" r="r" b="b"/>
              <a:pathLst>
                <a:path w="127" h="22" fill="none" extrusionOk="0">
                  <a:moveTo>
                    <a:pt x="1" y="22"/>
                  </a:moveTo>
                  <a:cubicBezTo>
                    <a:pt x="43" y="22"/>
                    <a:pt x="105" y="22"/>
                    <a:pt x="126" y="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92" name="Google Shape;4192;p38"/>
            <p:cNvSpPr/>
            <p:nvPr/>
          </p:nvSpPr>
          <p:spPr>
            <a:xfrm>
              <a:off x="6831812" y="5017496"/>
              <a:ext cx="8254" cy="56"/>
            </a:xfrm>
            <a:custGeom>
              <a:avLst/>
              <a:gdLst/>
              <a:ahLst/>
              <a:cxnLst/>
              <a:rect l="l" t="t" r="r" b="b"/>
              <a:pathLst>
                <a:path w="148" h="1" fill="none" extrusionOk="0">
                  <a:moveTo>
                    <a:pt x="1" y="0"/>
                  </a:moveTo>
                  <a:lnTo>
                    <a:pt x="147" y="0"/>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93" name="Google Shape;4193;p38"/>
            <p:cNvSpPr/>
            <p:nvPr/>
          </p:nvSpPr>
          <p:spPr>
            <a:xfrm>
              <a:off x="6807329" y="5058320"/>
              <a:ext cx="21025" cy="1227"/>
            </a:xfrm>
            <a:custGeom>
              <a:avLst/>
              <a:gdLst/>
              <a:ahLst/>
              <a:cxnLst/>
              <a:rect l="l" t="t" r="r" b="b"/>
              <a:pathLst>
                <a:path w="377" h="22" fill="none" extrusionOk="0">
                  <a:moveTo>
                    <a:pt x="0" y="21"/>
                  </a:moveTo>
                  <a:cubicBezTo>
                    <a:pt x="126" y="21"/>
                    <a:pt x="251" y="21"/>
                    <a:pt x="377"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94" name="Google Shape;4194;p38"/>
            <p:cNvSpPr/>
            <p:nvPr/>
          </p:nvSpPr>
          <p:spPr>
            <a:xfrm>
              <a:off x="6808501" y="5043150"/>
              <a:ext cx="14054" cy="4740"/>
            </a:xfrm>
            <a:custGeom>
              <a:avLst/>
              <a:gdLst/>
              <a:ahLst/>
              <a:cxnLst/>
              <a:rect l="l" t="t" r="r" b="b"/>
              <a:pathLst>
                <a:path w="252" h="85" fill="none" extrusionOk="0">
                  <a:moveTo>
                    <a:pt x="0" y="84"/>
                  </a:moveTo>
                  <a:cubicBezTo>
                    <a:pt x="84" y="63"/>
                    <a:pt x="189" y="42"/>
                    <a:pt x="251"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95" name="Google Shape;4195;p38"/>
            <p:cNvSpPr/>
            <p:nvPr/>
          </p:nvSpPr>
          <p:spPr>
            <a:xfrm>
              <a:off x="6807329" y="5032665"/>
              <a:ext cx="19910" cy="5856"/>
            </a:xfrm>
            <a:custGeom>
              <a:avLst/>
              <a:gdLst/>
              <a:ahLst/>
              <a:cxnLst/>
              <a:rect l="l" t="t" r="r" b="b"/>
              <a:pathLst>
                <a:path w="357" h="105" fill="none" extrusionOk="0">
                  <a:moveTo>
                    <a:pt x="0" y="105"/>
                  </a:moveTo>
                  <a:cubicBezTo>
                    <a:pt x="126" y="42"/>
                    <a:pt x="231" y="21"/>
                    <a:pt x="356"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96" name="Google Shape;4196;p38"/>
            <p:cNvSpPr/>
            <p:nvPr/>
          </p:nvSpPr>
          <p:spPr>
            <a:xfrm>
              <a:off x="6808501" y="5071147"/>
              <a:ext cx="17568" cy="2398"/>
            </a:xfrm>
            <a:custGeom>
              <a:avLst/>
              <a:gdLst/>
              <a:ahLst/>
              <a:cxnLst/>
              <a:rect l="l" t="t" r="r" b="b"/>
              <a:pathLst>
                <a:path w="315" h="43" fill="none" extrusionOk="0">
                  <a:moveTo>
                    <a:pt x="0" y="42"/>
                  </a:moveTo>
                  <a:cubicBezTo>
                    <a:pt x="105" y="42"/>
                    <a:pt x="210" y="1"/>
                    <a:pt x="314" y="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97" name="Google Shape;4197;p38"/>
            <p:cNvSpPr/>
            <p:nvPr/>
          </p:nvSpPr>
          <p:spPr>
            <a:xfrm>
              <a:off x="6809672" y="5080516"/>
              <a:ext cx="17568" cy="1171"/>
            </a:xfrm>
            <a:custGeom>
              <a:avLst/>
              <a:gdLst/>
              <a:ahLst/>
              <a:cxnLst/>
              <a:rect l="l" t="t" r="r" b="b"/>
              <a:pathLst>
                <a:path w="315" h="21" fill="none" extrusionOk="0">
                  <a:moveTo>
                    <a:pt x="0" y="21"/>
                  </a:moveTo>
                  <a:cubicBezTo>
                    <a:pt x="105" y="21"/>
                    <a:pt x="209" y="21"/>
                    <a:pt x="314"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98" name="Google Shape;4198;p38"/>
            <p:cNvSpPr/>
            <p:nvPr/>
          </p:nvSpPr>
          <p:spPr>
            <a:xfrm>
              <a:off x="6810843" y="5094514"/>
              <a:ext cx="16396" cy="56"/>
            </a:xfrm>
            <a:custGeom>
              <a:avLst/>
              <a:gdLst/>
              <a:ahLst/>
              <a:cxnLst/>
              <a:rect l="l" t="t" r="r" b="b"/>
              <a:pathLst>
                <a:path w="294" h="1" fill="none" extrusionOk="0">
                  <a:moveTo>
                    <a:pt x="0" y="0"/>
                  </a:moveTo>
                  <a:lnTo>
                    <a:pt x="293" y="0"/>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99" name="Google Shape;4199;p38"/>
            <p:cNvSpPr/>
            <p:nvPr/>
          </p:nvSpPr>
          <p:spPr>
            <a:xfrm>
              <a:off x="6810843" y="5108513"/>
              <a:ext cx="15225" cy="1227"/>
            </a:xfrm>
            <a:custGeom>
              <a:avLst/>
              <a:gdLst/>
              <a:ahLst/>
              <a:cxnLst/>
              <a:rect l="l" t="t" r="r" b="b"/>
              <a:pathLst>
                <a:path w="273" h="22" fill="none" extrusionOk="0">
                  <a:moveTo>
                    <a:pt x="0" y="0"/>
                  </a:moveTo>
                  <a:cubicBezTo>
                    <a:pt x="84" y="21"/>
                    <a:pt x="188" y="21"/>
                    <a:pt x="272"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00" name="Google Shape;4200;p38"/>
            <p:cNvSpPr/>
            <p:nvPr/>
          </p:nvSpPr>
          <p:spPr>
            <a:xfrm>
              <a:off x="6792160" y="5100314"/>
              <a:ext cx="12883" cy="56"/>
            </a:xfrm>
            <a:custGeom>
              <a:avLst/>
              <a:gdLst/>
              <a:ahLst/>
              <a:cxnLst/>
              <a:rect l="l" t="t" r="r" b="b"/>
              <a:pathLst>
                <a:path w="231" h="1" fill="none" extrusionOk="0">
                  <a:moveTo>
                    <a:pt x="0" y="1"/>
                  </a:moveTo>
                  <a:lnTo>
                    <a:pt x="231" y="1"/>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01" name="Google Shape;4201;p38"/>
            <p:cNvSpPr/>
            <p:nvPr/>
          </p:nvSpPr>
          <p:spPr>
            <a:xfrm>
              <a:off x="6575103" y="5096801"/>
              <a:ext cx="10541" cy="2398"/>
            </a:xfrm>
            <a:custGeom>
              <a:avLst/>
              <a:gdLst/>
              <a:ahLst/>
              <a:cxnLst/>
              <a:rect l="l" t="t" r="r" b="b"/>
              <a:pathLst>
                <a:path w="189" h="43" fill="none" extrusionOk="0">
                  <a:moveTo>
                    <a:pt x="1" y="43"/>
                  </a:moveTo>
                  <a:cubicBezTo>
                    <a:pt x="1" y="43"/>
                    <a:pt x="126" y="22"/>
                    <a:pt x="189" y="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02" name="Google Shape;4202;p38"/>
            <p:cNvSpPr/>
            <p:nvPr/>
          </p:nvSpPr>
          <p:spPr>
            <a:xfrm>
              <a:off x="6580959" y="5071147"/>
              <a:ext cx="14054" cy="4740"/>
            </a:xfrm>
            <a:custGeom>
              <a:avLst/>
              <a:gdLst/>
              <a:ahLst/>
              <a:cxnLst/>
              <a:rect l="l" t="t" r="r" b="b"/>
              <a:pathLst>
                <a:path w="252" h="85" fill="none" extrusionOk="0">
                  <a:moveTo>
                    <a:pt x="0" y="84"/>
                  </a:moveTo>
                  <a:cubicBezTo>
                    <a:pt x="84" y="63"/>
                    <a:pt x="147" y="42"/>
                    <a:pt x="251" y="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03" name="Google Shape;4203;p38"/>
            <p:cNvSpPr/>
            <p:nvPr/>
          </p:nvSpPr>
          <p:spPr>
            <a:xfrm>
              <a:off x="6586759" y="5088659"/>
              <a:ext cx="7083" cy="2398"/>
            </a:xfrm>
            <a:custGeom>
              <a:avLst/>
              <a:gdLst/>
              <a:ahLst/>
              <a:cxnLst/>
              <a:rect l="l" t="t" r="r" b="b"/>
              <a:pathLst>
                <a:path w="127" h="43" fill="none" extrusionOk="0">
                  <a:moveTo>
                    <a:pt x="1" y="42"/>
                  </a:moveTo>
                  <a:cubicBezTo>
                    <a:pt x="43" y="42"/>
                    <a:pt x="84" y="42"/>
                    <a:pt x="126"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04" name="Google Shape;4204;p38"/>
            <p:cNvSpPr/>
            <p:nvPr/>
          </p:nvSpPr>
          <p:spPr>
            <a:xfrm>
              <a:off x="6589101" y="5100314"/>
              <a:ext cx="10541" cy="4740"/>
            </a:xfrm>
            <a:custGeom>
              <a:avLst/>
              <a:gdLst/>
              <a:ahLst/>
              <a:cxnLst/>
              <a:rect l="l" t="t" r="r" b="b"/>
              <a:pathLst>
                <a:path w="189" h="85" fill="none" extrusionOk="0">
                  <a:moveTo>
                    <a:pt x="1" y="84"/>
                  </a:moveTo>
                  <a:cubicBezTo>
                    <a:pt x="63" y="63"/>
                    <a:pt x="147" y="43"/>
                    <a:pt x="189" y="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05" name="Google Shape;4205;p38"/>
            <p:cNvSpPr/>
            <p:nvPr/>
          </p:nvSpPr>
          <p:spPr>
            <a:xfrm>
              <a:off x="6579788" y="5052464"/>
              <a:ext cx="9369" cy="1227"/>
            </a:xfrm>
            <a:custGeom>
              <a:avLst/>
              <a:gdLst/>
              <a:ahLst/>
              <a:cxnLst/>
              <a:rect l="l" t="t" r="r" b="b"/>
              <a:pathLst>
                <a:path w="168" h="22" fill="none" extrusionOk="0">
                  <a:moveTo>
                    <a:pt x="0" y="22"/>
                  </a:moveTo>
                  <a:cubicBezTo>
                    <a:pt x="42" y="22"/>
                    <a:pt x="126" y="22"/>
                    <a:pt x="168" y="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06" name="Google Shape;4206;p38"/>
            <p:cNvSpPr/>
            <p:nvPr/>
          </p:nvSpPr>
          <p:spPr>
            <a:xfrm>
              <a:off x="6576274" y="5038466"/>
              <a:ext cx="12883" cy="3569"/>
            </a:xfrm>
            <a:custGeom>
              <a:avLst/>
              <a:gdLst/>
              <a:ahLst/>
              <a:cxnLst/>
              <a:rect l="l" t="t" r="r" b="b"/>
              <a:pathLst>
                <a:path w="231" h="64" fill="none" extrusionOk="0">
                  <a:moveTo>
                    <a:pt x="0" y="64"/>
                  </a:moveTo>
                  <a:cubicBezTo>
                    <a:pt x="0" y="43"/>
                    <a:pt x="21" y="43"/>
                    <a:pt x="63" y="22"/>
                  </a:cubicBezTo>
                  <a:cubicBezTo>
                    <a:pt x="105" y="22"/>
                    <a:pt x="168" y="1"/>
                    <a:pt x="231" y="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07" name="Google Shape;4207;p38"/>
            <p:cNvSpPr/>
            <p:nvPr/>
          </p:nvSpPr>
          <p:spPr>
            <a:xfrm>
              <a:off x="6575103" y="5023296"/>
              <a:ext cx="11712" cy="3569"/>
            </a:xfrm>
            <a:custGeom>
              <a:avLst/>
              <a:gdLst/>
              <a:ahLst/>
              <a:cxnLst/>
              <a:rect l="l" t="t" r="r" b="b"/>
              <a:pathLst>
                <a:path w="210" h="64" fill="none" extrusionOk="0">
                  <a:moveTo>
                    <a:pt x="1" y="64"/>
                  </a:moveTo>
                  <a:cubicBezTo>
                    <a:pt x="84" y="22"/>
                    <a:pt x="126" y="22"/>
                    <a:pt x="210" y="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08" name="Google Shape;4208;p38"/>
            <p:cNvSpPr/>
            <p:nvPr/>
          </p:nvSpPr>
          <p:spPr>
            <a:xfrm>
              <a:off x="6570418" y="5010469"/>
              <a:ext cx="12939" cy="2398"/>
            </a:xfrm>
            <a:custGeom>
              <a:avLst/>
              <a:gdLst/>
              <a:ahLst/>
              <a:cxnLst/>
              <a:rect l="l" t="t" r="r" b="b"/>
              <a:pathLst>
                <a:path w="232" h="43" fill="none" extrusionOk="0">
                  <a:moveTo>
                    <a:pt x="1" y="42"/>
                  </a:moveTo>
                  <a:cubicBezTo>
                    <a:pt x="85" y="22"/>
                    <a:pt x="168" y="22"/>
                    <a:pt x="231" y="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09" name="Google Shape;4209;p38"/>
            <p:cNvSpPr/>
            <p:nvPr/>
          </p:nvSpPr>
          <p:spPr>
            <a:xfrm>
              <a:off x="6568132" y="4995300"/>
              <a:ext cx="12883" cy="3569"/>
            </a:xfrm>
            <a:custGeom>
              <a:avLst/>
              <a:gdLst/>
              <a:ahLst/>
              <a:cxnLst/>
              <a:rect l="l" t="t" r="r" b="b"/>
              <a:pathLst>
                <a:path w="231" h="64" fill="none" extrusionOk="0">
                  <a:moveTo>
                    <a:pt x="0" y="63"/>
                  </a:moveTo>
                  <a:cubicBezTo>
                    <a:pt x="63" y="42"/>
                    <a:pt x="146" y="42"/>
                    <a:pt x="230" y="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10" name="Google Shape;4210;p38"/>
            <p:cNvSpPr/>
            <p:nvPr/>
          </p:nvSpPr>
          <p:spPr>
            <a:xfrm>
              <a:off x="6565790" y="4983644"/>
              <a:ext cx="11712" cy="3569"/>
            </a:xfrm>
            <a:custGeom>
              <a:avLst/>
              <a:gdLst/>
              <a:ahLst/>
              <a:cxnLst/>
              <a:rect l="l" t="t" r="r" b="b"/>
              <a:pathLst>
                <a:path w="210" h="64" fill="none" extrusionOk="0">
                  <a:moveTo>
                    <a:pt x="0" y="63"/>
                  </a:moveTo>
                  <a:lnTo>
                    <a:pt x="0" y="63"/>
                  </a:lnTo>
                  <a:lnTo>
                    <a:pt x="0" y="63"/>
                  </a:lnTo>
                  <a:cubicBezTo>
                    <a:pt x="84" y="42"/>
                    <a:pt x="168" y="42"/>
                    <a:pt x="209"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11" name="Google Shape;4211;p38"/>
            <p:cNvSpPr/>
            <p:nvPr/>
          </p:nvSpPr>
          <p:spPr>
            <a:xfrm>
              <a:off x="6563447" y="4969645"/>
              <a:ext cx="14054" cy="2398"/>
            </a:xfrm>
            <a:custGeom>
              <a:avLst/>
              <a:gdLst/>
              <a:ahLst/>
              <a:cxnLst/>
              <a:rect l="l" t="t" r="r" b="b"/>
              <a:pathLst>
                <a:path w="252" h="43" fill="none" extrusionOk="0">
                  <a:moveTo>
                    <a:pt x="0" y="42"/>
                  </a:moveTo>
                  <a:cubicBezTo>
                    <a:pt x="84" y="21"/>
                    <a:pt x="189" y="21"/>
                    <a:pt x="251"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12" name="Google Shape;4212;p38"/>
            <p:cNvSpPr/>
            <p:nvPr/>
          </p:nvSpPr>
          <p:spPr>
            <a:xfrm>
              <a:off x="6558763" y="4957989"/>
              <a:ext cx="16396" cy="4685"/>
            </a:xfrm>
            <a:custGeom>
              <a:avLst/>
              <a:gdLst/>
              <a:ahLst/>
              <a:cxnLst/>
              <a:rect l="l" t="t" r="r" b="b"/>
              <a:pathLst>
                <a:path w="294" h="84" fill="none" extrusionOk="0">
                  <a:moveTo>
                    <a:pt x="1" y="84"/>
                  </a:moveTo>
                  <a:cubicBezTo>
                    <a:pt x="84" y="42"/>
                    <a:pt x="189" y="21"/>
                    <a:pt x="294"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13" name="Google Shape;4213;p38"/>
            <p:cNvSpPr/>
            <p:nvPr/>
          </p:nvSpPr>
          <p:spPr>
            <a:xfrm>
              <a:off x="6559934" y="4948620"/>
              <a:ext cx="14054" cy="2398"/>
            </a:xfrm>
            <a:custGeom>
              <a:avLst/>
              <a:gdLst/>
              <a:ahLst/>
              <a:cxnLst/>
              <a:rect l="l" t="t" r="r" b="b"/>
              <a:pathLst>
                <a:path w="252" h="43" fill="none" extrusionOk="0">
                  <a:moveTo>
                    <a:pt x="1" y="42"/>
                  </a:moveTo>
                  <a:cubicBezTo>
                    <a:pt x="84" y="42"/>
                    <a:pt x="168" y="42"/>
                    <a:pt x="252" y="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14" name="Google Shape;4214;p38"/>
            <p:cNvSpPr/>
            <p:nvPr/>
          </p:nvSpPr>
          <p:spPr>
            <a:xfrm>
              <a:off x="6554078" y="5010469"/>
              <a:ext cx="15225" cy="2398"/>
            </a:xfrm>
            <a:custGeom>
              <a:avLst/>
              <a:gdLst/>
              <a:ahLst/>
              <a:cxnLst/>
              <a:rect l="l" t="t" r="r" b="b"/>
              <a:pathLst>
                <a:path w="273" h="43" fill="none" extrusionOk="0">
                  <a:moveTo>
                    <a:pt x="1" y="22"/>
                  </a:moveTo>
                  <a:cubicBezTo>
                    <a:pt x="85" y="42"/>
                    <a:pt x="189" y="22"/>
                    <a:pt x="273" y="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15" name="Google Shape;4215;p38"/>
            <p:cNvSpPr/>
            <p:nvPr/>
          </p:nvSpPr>
          <p:spPr>
            <a:xfrm>
              <a:off x="6558763" y="5030323"/>
              <a:ext cx="12883" cy="2398"/>
            </a:xfrm>
            <a:custGeom>
              <a:avLst/>
              <a:gdLst/>
              <a:ahLst/>
              <a:cxnLst/>
              <a:rect l="l" t="t" r="r" b="b"/>
              <a:pathLst>
                <a:path w="231" h="43" fill="none" extrusionOk="0">
                  <a:moveTo>
                    <a:pt x="1" y="42"/>
                  </a:moveTo>
                  <a:cubicBezTo>
                    <a:pt x="84" y="42"/>
                    <a:pt x="147" y="42"/>
                    <a:pt x="231"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16" name="Google Shape;4216;p38"/>
            <p:cNvSpPr/>
            <p:nvPr/>
          </p:nvSpPr>
          <p:spPr>
            <a:xfrm>
              <a:off x="6563447" y="5046664"/>
              <a:ext cx="12883" cy="1227"/>
            </a:xfrm>
            <a:custGeom>
              <a:avLst/>
              <a:gdLst/>
              <a:ahLst/>
              <a:cxnLst/>
              <a:rect l="l" t="t" r="r" b="b"/>
              <a:pathLst>
                <a:path w="231" h="22" fill="none" extrusionOk="0">
                  <a:moveTo>
                    <a:pt x="0" y="0"/>
                  </a:moveTo>
                  <a:cubicBezTo>
                    <a:pt x="0" y="0"/>
                    <a:pt x="0" y="21"/>
                    <a:pt x="21" y="21"/>
                  </a:cubicBezTo>
                  <a:lnTo>
                    <a:pt x="230" y="21"/>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17" name="Google Shape;4217;p38"/>
            <p:cNvSpPr/>
            <p:nvPr/>
          </p:nvSpPr>
          <p:spPr>
            <a:xfrm>
              <a:off x="6569247" y="5068804"/>
              <a:ext cx="11767" cy="4740"/>
            </a:xfrm>
            <a:custGeom>
              <a:avLst/>
              <a:gdLst/>
              <a:ahLst/>
              <a:cxnLst/>
              <a:rect l="l" t="t" r="r" b="b"/>
              <a:pathLst>
                <a:path w="211" h="85" fill="none" extrusionOk="0">
                  <a:moveTo>
                    <a:pt x="1" y="84"/>
                  </a:moveTo>
                  <a:cubicBezTo>
                    <a:pt x="85" y="84"/>
                    <a:pt x="147" y="43"/>
                    <a:pt x="210" y="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18" name="Google Shape;4218;p38"/>
            <p:cNvSpPr/>
            <p:nvPr/>
          </p:nvSpPr>
          <p:spPr>
            <a:xfrm>
              <a:off x="6569247" y="5080516"/>
              <a:ext cx="11767" cy="4685"/>
            </a:xfrm>
            <a:custGeom>
              <a:avLst/>
              <a:gdLst/>
              <a:ahLst/>
              <a:cxnLst/>
              <a:rect l="l" t="t" r="r" b="b"/>
              <a:pathLst>
                <a:path w="211" h="84" fill="none" extrusionOk="0">
                  <a:moveTo>
                    <a:pt x="1" y="84"/>
                  </a:moveTo>
                  <a:lnTo>
                    <a:pt x="43" y="84"/>
                  </a:lnTo>
                  <a:lnTo>
                    <a:pt x="210" y="0"/>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19" name="Google Shape;4219;p38"/>
            <p:cNvSpPr/>
            <p:nvPr/>
          </p:nvSpPr>
          <p:spPr>
            <a:xfrm>
              <a:off x="6533108" y="4906625"/>
              <a:ext cx="11712" cy="4740"/>
            </a:xfrm>
            <a:custGeom>
              <a:avLst/>
              <a:gdLst/>
              <a:ahLst/>
              <a:cxnLst/>
              <a:rect l="l" t="t" r="r" b="b"/>
              <a:pathLst>
                <a:path w="210" h="85" fill="none" extrusionOk="0">
                  <a:moveTo>
                    <a:pt x="0" y="84"/>
                  </a:moveTo>
                  <a:lnTo>
                    <a:pt x="0" y="84"/>
                  </a:lnTo>
                  <a:lnTo>
                    <a:pt x="0" y="84"/>
                  </a:lnTo>
                  <a:cubicBezTo>
                    <a:pt x="63" y="21"/>
                    <a:pt x="126" y="0"/>
                    <a:pt x="210"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20" name="Google Shape;4220;p38"/>
            <p:cNvSpPr/>
            <p:nvPr/>
          </p:nvSpPr>
          <p:spPr>
            <a:xfrm>
              <a:off x="6529595" y="4894969"/>
              <a:ext cx="16396" cy="4685"/>
            </a:xfrm>
            <a:custGeom>
              <a:avLst/>
              <a:gdLst/>
              <a:ahLst/>
              <a:cxnLst/>
              <a:rect l="l" t="t" r="r" b="b"/>
              <a:pathLst>
                <a:path w="294" h="84" fill="none" extrusionOk="0">
                  <a:moveTo>
                    <a:pt x="1" y="84"/>
                  </a:moveTo>
                  <a:cubicBezTo>
                    <a:pt x="21" y="63"/>
                    <a:pt x="63" y="63"/>
                    <a:pt x="84" y="63"/>
                  </a:cubicBezTo>
                  <a:cubicBezTo>
                    <a:pt x="147" y="21"/>
                    <a:pt x="210" y="21"/>
                    <a:pt x="293"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21" name="Google Shape;4221;p38"/>
            <p:cNvSpPr/>
            <p:nvPr/>
          </p:nvSpPr>
          <p:spPr>
            <a:xfrm>
              <a:off x="6535451" y="4922966"/>
              <a:ext cx="12883" cy="4740"/>
            </a:xfrm>
            <a:custGeom>
              <a:avLst/>
              <a:gdLst/>
              <a:ahLst/>
              <a:cxnLst/>
              <a:rect l="l" t="t" r="r" b="b"/>
              <a:pathLst>
                <a:path w="231" h="85" fill="none" extrusionOk="0">
                  <a:moveTo>
                    <a:pt x="0" y="84"/>
                  </a:moveTo>
                  <a:lnTo>
                    <a:pt x="230" y="0"/>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22" name="Google Shape;4222;p38"/>
            <p:cNvSpPr/>
            <p:nvPr/>
          </p:nvSpPr>
          <p:spPr>
            <a:xfrm>
              <a:off x="6538908" y="4940478"/>
              <a:ext cx="11767" cy="2398"/>
            </a:xfrm>
            <a:custGeom>
              <a:avLst/>
              <a:gdLst/>
              <a:ahLst/>
              <a:cxnLst/>
              <a:rect l="l" t="t" r="r" b="b"/>
              <a:pathLst>
                <a:path w="211" h="43" fill="none" extrusionOk="0">
                  <a:moveTo>
                    <a:pt x="1" y="21"/>
                  </a:moveTo>
                  <a:cubicBezTo>
                    <a:pt x="1" y="21"/>
                    <a:pt x="1" y="42"/>
                    <a:pt x="1" y="21"/>
                  </a:cubicBezTo>
                  <a:cubicBezTo>
                    <a:pt x="1" y="42"/>
                    <a:pt x="1" y="42"/>
                    <a:pt x="1" y="21"/>
                  </a:cubicBezTo>
                  <a:cubicBezTo>
                    <a:pt x="64" y="42"/>
                    <a:pt x="147" y="21"/>
                    <a:pt x="210"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23" name="Google Shape;4223;p38"/>
            <p:cNvSpPr/>
            <p:nvPr/>
          </p:nvSpPr>
          <p:spPr>
            <a:xfrm>
              <a:off x="6541251" y="4957989"/>
              <a:ext cx="12883" cy="1171"/>
            </a:xfrm>
            <a:custGeom>
              <a:avLst/>
              <a:gdLst/>
              <a:ahLst/>
              <a:cxnLst/>
              <a:rect l="l" t="t" r="r" b="b"/>
              <a:pathLst>
                <a:path w="231" h="21" fill="none" extrusionOk="0">
                  <a:moveTo>
                    <a:pt x="1" y="21"/>
                  </a:moveTo>
                  <a:cubicBezTo>
                    <a:pt x="84" y="21"/>
                    <a:pt x="168" y="21"/>
                    <a:pt x="231"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24" name="Google Shape;4224;p38"/>
            <p:cNvSpPr/>
            <p:nvPr/>
          </p:nvSpPr>
          <p:spPr>
            <a:xfrm>
              <a:off x="6545935" y="4971988"/>
              <a:ext cx="12883" cy="3514"/>
            </a:xfrm>
            <a:custGeom>
              <a:avLst/>
              <a:gdLst/>
              <a:ahLst/>
              <a:cxnLst/>
              <a:rect l="l" t="t" r="r" b="b"/>
              <a:pathLst>
                <a:path w="231" h="63" fill="none" extrusionOk="0">
                  <a:moveTo>
                    <a:pt x="0" y="63"/>
                  </a:moveTo>
                  <a:cubicBezTo>
                    <a:pt x="84" y="63"/>
                    <a:pt x="147" y="42"/>
                    <a:pt x="231"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25" name="Google Shape;4225;p38"/>
            <p:cNvSpPr/>
            <p:nvPr/>
          </p:nvSpPr>
          <p:spPr>
            <a:xfrm>
              <a:off x="6548278" y="4987157"/>
              <a:ext cx="14054" cy="1227"/>
            </a:xfrm>
            <a:custGeom>
              <a:avLst/>
              <a:gdLst/>
              <a:ahLst/>
              <a:cxnLst/>
              <a:rect l="l" t="t" r="r" b="b"/>
              <a:pathLst>
                <a:path w="252" h="22" fill="none" extrusionOk="0">
                  <a:moveTo>
                    <a:pt x="0" y="21"/>
                  </a:moveTo>
                  <a:cubicBezTo>
                    <a:pt x="84" y="21"/>
                    <a:pt x="168" y="21"/>
                    <a:pt x="251"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26" name="Google Shape;4226;p38"/>
            <p:cNvSpPr/>
            <p:nvPr/>
          </p:nvSpPr>
          <p:spPr>
            <a:xfrm>
              <a:off x="6550620" y="4998813"/>
              <a:ext cx="12883" cy="1227"/>
            </a:xfrm>
            <a:custGeom>
              <a:avLst/>
              <a:gdLst/>
              <a:ahLst/>
              <a:cxnLst/>
              <a:rect l="l" t="t" r="r" b="b"/>
              <a:pathLst>
                <a:path w="231" h="22" fill="none" extrusionOk="0">
                  <a:moveTo>
                    <a:pt x="0" y="21"/>
                  </a:moveTo>
                  <a:cubicBezTo>
                    <a:pt x="63" y="21"/>
                    <a:pt x="147" y="0"/>
                    <a:pt x="230"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27" name="Google Shape;4227;p38"/>
            <p:cNvSpPr/>
            <p:nvPr/>
          </p:nvSpPr>
          <p:spPr>
            <a:xfrm>
              <a:off x="6869178" y="4892627"/>
              <a:ext cx="14054" cy="56"/>
            </a:xfrm>
            <a:custGeom>
              <a:avLst/>
              <a:gdLst/>
              <a:ahLst/>
              <a:cxnLst/>
              <a:rect l="l" t="t" r="r" b="b"/>
              <a:pathLst>
                <a:path w="252" h="1" fill="none" extrusionOk="0">
                  <a:moveTo>
                    <a:pt x="0" y="0"/>
                  </a:moveTo>
                  <a:lnTo>
                    <a:pt x="251" y="0"/>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28" name="Google Shape;4228;p38"/>
            <p:cNvSpPr/>
            <p:nvPr/>
          </p:nvSpPr>
          <p:spPr>
            <a:xfrm>
              <a:off x="6869178" y="4906625"/>
              <a:ext cx="14054" cy="56"/>
            </a:xfrm>
            <a:custGeom>
              <a:avLst/>
              <a:gdLst/>
              <a:ahLst/>
              <a:cxnLst/>
              <a:rect l="l" t="t" r="r" b="b"/>
              <a:pathLst>
                <a:path w="252" h="1" fill="none" extrusionOk="0">
                  <a:moveTo>
                    <a:pt x="0" y="0"/>
                  </a:moveTo>
                  <a:lnTo>
                    <a:pt x="251" y="0"/>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29" name="Google Shape;4229;p38"/>
            <p:cNvSpPr/>
            <p:nvPr/>
          </p:nvSpPr>
          <p:spPr>
            <a:xfrm>
              <a:off x="6891319" y="4892627"/>
              <a:ext cx="12939" cy="1227"/>
            </a:xfrm>
            <a:custGeom>
              <a:avLst/>
              <a:gdLst/>
              <a:ahLst/>
              <a:cxnLst/>
              <a:rect l="l" t="t" r="r" b="b"/>
              <a:pathLst>
                <a:path w="232" h="22" fill="none" extrusionOk="0">
                  <a:moveTo>
                    <a:pt x="1" y="21"/>
                  </a:moveTo>
                  <a:cubicBezTo>
                    <a:pt x="85" y="21"/>
                    <a:pt x="168" y="21"/>
                    <a:pt x="231"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30" name="Google Shape;4230;p38"/>
            <p:cNvSpPr/>
            <p:nvPr/>
          </p:nvSpPr>
          <p:spPr>
            <a:xfrm>
              <a:off x="6891319" y="4878629"/>
              <a:ext cx="16396" cy="4685"/>
            </a:xfrm>
            <a:custGeom>
              <a:avLst/>
              <a:gdLst/>
              <a:ahLst/>
              <a:cxnLst/>
              <a:rect l="l" t="t" r="r" b="b"/>
              <a:pathLst>
                <a:path w="294" h="84" fill="none" extrusionOk="0">
                  <a:moveTo>
                    <a:pt x="1" y="84"/>
                  </a:moveTo>
                  <a:cubicBezTo>
                    <a:pt x="85" y="63"/>
                    <a:pt x="189" y="42"/>
                    <a:pt x="294"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31" name="Google Shape;4231;p38"/>
            <p:cNvSpPr/>
            <p:nvPr/>
          </p:nvSpPr>
          <p:spPr>
            <a:xfrm>
              <a:off x="6890148" y="4870431"/>
              <a:ext cx="17568" cy="1227"/>
            </a:xfrm>
            <a:custGeom>
              <a:avLst/>
              <a:gdLst/>
              <a:ahLst/>
              <a:cxnLst/>
              <a:rect l="l" t="t" r="r" b="b"/>
              <a:pathLst>
                <a:path w="315" h="22" fill="none" extrusionOk="0">
                  <a:moveTo>
                    <a:pt x="1" y="22"/>
                  </a:moveTo>
                  <a:cubicBezTo>
                    <a:pt x="1" y="1"/>
                    <a:pt x="22" y="1"/>
                    <a:pt x="43" y="1"/>
                  </a:cubicBezTo>
                  <a:lnTo>
                    <a:pt x="315" y="1"/>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32" name="Google Shape;4232;p38"/>
            <p:cNvSpPr/>
            <p:nvPr/>
          </p:nvSpPr>
          <p:spPr>
            <a:xfrm>
              <a:off x="6890148" y="4858775"/>
              <a:ext cx="17568" cy="1227"/>
            </a:xfrm>
            <a:custGeom>
              <a:avLst/>
              <a:gdLst/>
              <a:ahLst/>
              <a:cxnLst/>
              <a:rect l="l" t="t" r="r" b="b"/>
              <a:pathLst>
                <a:path w="315" h="22" fill="none" extrusionOk="0">
                  <a:moveTo>
                    <a:pt x="1" y="21"/>
                  </a:moveTo>
                  <a:cubicBezTo>
                    <a:pt x="1" y="1"/>
                    <a:pt x="1" y="1"/>
                    <a:pt x="1" y="21"/>
                  </a:cubicBezTo>
                  <a:cubicBezTo>
                    <a:pt x="126" y="1"/>
                    <a:pt x="231" y="1"/>
                    <a:pt x="315" y="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33" name="Google Shape;4233;p38"/>
            <p:cNvSpPr/>
            <p:nvPr/>
          </p:nvSpPr>
          <p:spPr>
            <a:xfrm>
              <a:off x="6912344" y="4866917"/>
              <a:ext cx="18739" cy="5912"/>
            </a:xfrm>
            <a:custGeom>
              <a:avLst/>
              <a:gdLst/>
              <a:ahLst/>
              <a:cxnLst/>
              <a:rect l="l" t="t" r="r" b="b"/>
              <a:pathLst>
                <a:path w="336" h="106" fill="none" extrusionOk="0">
                  <a:moveTo>
                    <a:pt x="0" y="106"/>
                  </a:moveTo>
                  <a:cubicBezTo>
                    <a:pt x="105" y="85"/>
                    <a:pt x="210" y="64"/>
                    <a:pt x="335" y="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34" name="Google Shape;4234;p38"/>
            <p:cNvSpPr/>
            <p:nvPr/>
          </p:nvSpPr>
          <p:spPr>
            <a:xfrm>
              <a:off x="6912344" y="4886771"/>
              <a:ext cx="18739" cy="3569"/>
            </a:xfrm>
            <a:custGeom>
              <a:avLst/>
              <a:gdLst/>
              <a:ahLst/>
              <a:cxnLst/>
              <a:rect l="l" t="t" r="r" b="b"/>
              <a:pathLst>
                <a:path w="336" h="64" fill="none" extrusionOk="0">
                  <a:moveTo>
                    <a:pt x="0" y="63"/>
                  </a:moveTo>
                  <a:cubicBezTo>
                    <a:pt x="105" y="43"/>
                    <a:pt x="231" y="43"/>
                    <a:pt x="335" y="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35" name="Google Shape;4235;p38"/>
            <p:cNvSpPr/>
            <p:nvPr/>
          </p:nvSpPr>
          <p:spPr>
            <a:xfrm>
              <a:off x="6914687" y="4901941"/>
              <a:ext cx="21025" cy="3569"/>
            </a:xfrm>
            <a:custGeom>
              <a:avLst/>
              <a:gdLst/>
              <a:ahLst/>
              <a:cxnLst/>
              <a:rect l="l" t="t" r="r" b="b"/>
              <a:pathLst>
                <a:path w="377" h="64" fill="none" extrusionOk="0">
                  <a:moveTo>
                    <a:pt x="0" y="63"/>
                  </a:moveTo>
                  <a:cubicBezTo>
                    <a:pt x="126" y="63"/>
                    <a:pt x="230" y="43"/>
                    <a:pt x="377" y="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36" name="Google Shape;4236;p38"/>
            <p:cNvSpPr/>
            <p:nvPr/>
          </p:nvSpPr>
          <p:spPr>
            <a:xfrm>
              <a:off x="6890148" y="4906625"/>
              <a:ext cx="18739" cy="1227"/>
            </a:xfrm>
            <a:custGeom>
              <a:avLst/>
              <a:gdLst/>
              <a:ahLst/>
              <a:cxnLst/>
              <a:rect l="l" t="t" r="r" b="b"/>
              <a:pathLst>
                <a:path w="336" h="22" fill="none" extrusionOk="0">
                  <a:moveTo>
                    <a:pt x="1" y="21"/>
                  </a:moveTo>
                  <a:cubicBezTo>
                    <a:pt x="106" y="21"/>
                    <a:pt x="231" y="21"/>
                    <a:pt x="336"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37" name="Google Shape;4237;p38"/>
            <p:cNvSpPr/>
            <p:nvPr/>
          </p:nvSpPr>
          <p:spPr>
            <a:xfrm>
              <a:off x="6889032" y="4924137"/>
              <a:ext cx="15225" cy="1227"/>
            </a:xfrm>
            <a:custGeom>
              <a:avLst/>
              <a:gdLst/>
              <a:ahLst/>
              <a:cxnLst/>
              <a:rect l="l" t="t" r="r" b="b"/>
              <a:pathLst>
                <a:path w="273" h="22" fill="none" extrusionOk="0">
                  <a:moveTo>
                    <a:pt x="0" y="21"/>
                  </a:moveTo>
                  <a:cubicBezTo>
                    <a:pt x="105" y="21"/>
                    <a:pt x="167" y="21"/>
                    <a:pt x="272"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38" name="Google Shape;4238;p38"/>
            <p:cNvSpPr/>
            <p:nvPr/>
          </p:nvSpPr>
          <p:spPr>
            <a:xfrm>
              <a:off x="6871521" y="4924137"/>
              <a:ext cx="11712" cy="56"/>
            </a:xfrm>
            <a:custGeom>
              <a:avLst/>
              <a:gdLst/>
              <a:ahLst/>
              <a:cxnLst/>
              <a:rect l="l" t="t" r="r" b="b"/>
              <a:pathLst>
                <a:path w="210" h="1" fill="none" extrusionOk="0">
                  <a:moveTo>
                    <a:pt x="0" y="0"/>
                  </a:moveTo>
                  <a:lnTo>
                    <a:pt x="209" y="0"/>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39" name="Google Shape;4239;p38"/>
            <p:cNvSpPr/>
            <p:nvPr/>
          </p:nvSpPr>
          <p:spPr>
            <a:xfrm>
              <a:off x="6866836" y="4941649"/>
              <a:ext cx="14054" cy="1227"/>
            </a:xfrm>
            <a:custGeom>
              <a:avLst/>
              <a:gdLst/>
              <a:ahLst/>
              <a:cxnLst/>
              <a:rect l="l" t="t" r="r" b="b"/>
              <a:pathLst>
                <a:path w="252" h="22" fill="none" extrusionOk="0">
                  <a:moveTo>
                    <a:pt x="0" y="0"/>
                  </a:moveTo>
                  <a:cubicBezTo>
                    <a:pt x="84" y="21"/>
                    <a:pt x="189" y="21"/>
                    <a:pt x="252"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40" name="Google Shape;4240;p38"/>
            <p:cNvSpPr/>
            <p:nvPr/>
          </p:nvSpPr>
          <p:spPr>
            <a:xfrm>
              <a:off x="6865665" y="4878629"/>
              <a:ext cx="15225" cy="56"/>
            </a:xfrm>
            <a:custGeom>
              <a:avLst/>
              <a:gdLst/>
              <a:ahLst/>
              <a:cxnLst/>
              <a:rect l="l" t="t" r="r" b="b"/>
              <a:pathLst>
                <a:path w="273" h="1" fill="none" extrusionOk="0">
                  <a:moveTo>
                    <a:pt x="1" y="0"/>
                  </a:moveTo>
                  <a:lnTo>
                    <a:pt x="273" y="0"/>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41" name="Google Shape;4241;p38"/>
            <p:cNvSpPr/>
            <p:nvPr/>
          </p:nvSpPr>
          <p:spPr>
            <a:xfrm>
              <a:off x="6869178" y="4869259"/>
              <a:ext cx="15225" cy="1227"/>
            </a:xfrm>
            <a:custGeom>
              <a:avLst/>
              <a:gdLst/>
              <a:ahLst/>
              <a:cxnLst/>
              <a:rect l="l" t="t" r="r" b="b"/>
              <a:pathLst>
                <a:path w="273" h="22" fill="none" extrusionOk="0">
                  <a:moveTo>
                    <a:pt x="0" y="22"/>
                  </a:moveTo>
                  <a:cubicBezTo>
                    <a:pt x="84" y="1"/>
                    <a:pt x="189" y="1"/>
                    <a:pt x="272" y="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42" name="Google Shape;4242;p38"/>
            <p:cNvSpPr/>
            <p:nvPr/>
          </p:nvSpPr>
          <p:spPr>
            <a:xfrm>
              <a:off x="6871521" y="4858775"/>
              <a:ext cx="12883" cy="1227"/>
            </a:xfrm>
            <a:custGeom>
              <a:avLst/>
              <a:gdLst/>
              <a:ahLst/>
              <a:cxnLst/>
              <a:rect l="l" t="t" r="r" b="b"/>
              <a:pathLst>
                <a:path w="231" h="22" fill="none" extrusionOk="0">
                  <a:moveTo>
                    <a:pt x="0" y="21"/>
                  </a:moveTo>
                  <a:cubicBezTo>
                    <a:pt x="63" y="21"/>
                    <a:pt x="147" y="1"/>
                    <a:pt x="230" y="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43" name="Google Shape;4243;p38"/>
            <p:cNvSpPr/>
            <p:nvPr/>
          </p:nvSpPr>
          <p:spPr>
            <a:xfrm>
              <a:off x="6869178" y="4956818"/>
              <a:ext cx="14054" cy="56"/>
            </a:xfrm>
            <a:custGeom>
              <a:avLst/>
              <a:gdLst/>
              <a:ahLst/>
              <a:cxnLst/>
              <a:rect l="l" t="t" r="r" b="b"/>
              <a:pathLst>
                <a:path w="252" h="1" fill="none" extrusionOk="0">
                  <a:moveTo>
                    <a:pt x="0" y="0"/>
                  </a:moveTo>
                  <a:lnTo>
                    <a:pt x="63" y="0"/>
                  </a:lnTo>
                  <a:lnTo>
                    <a:pt x="251" y="0"/>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44" name="Google Shape;4244;p38"/>
            <p:cNvSpPr/>
            <p:nvPr/>
          </p:nvSpPr>
          <p:spPr>
            <a:xfrm>
              <a:off x="6868007" y="4963790"/>
              <a:ext cx="11712" cy="1227"/>
            </a:xfrm>
            <a:custGeom>
              <a:avLst/>
              <a:gdLst/>
              <a:ahLst/>
              <a:cxnLst/>
              <a:rect l="l" t="t" r="r" b="b"/>
              <a:pathLst>
                <a:path w="210" h="22" fill="none" extrusionOk="0">
                  <a:moveTo>
                    <a:pt x="0" y="1"/>
                  </a:moveTo>
                  <a:cubicBezTo>
                    <a:pt x="0" y="1"/>
                    <a:pt x="0" y="22"/>
                    <a:pt x="0" y="1"/>
                  </a:cubicBezTo>
                  <a:cubicBezTo>
                    <a:pt x="84" y="22"/>
                    <a:pt x="168" y="22"/>
                    <a:pt x="210" y="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45" name="Google Shape;4245;p38"/>
            <p:cNvSpPr/>
            <p:nvPr/>
          </p:nvSpPr>
          <p:spPr>
            <a:xfrm>
              <a:off x="6866836" y="4982472"/>
              <a:ext cx="14054" cy="3569"/>
            </a:xfrm>
            <a:custGeom>
              <a:avLst/>
              <a:gdLst/>
              <a:ahLst/>
              <a:cxnLst/>
              <a:rect l="l" t="t" r="r" b="b"/>
              <a:pathLst>
                <a:path w="252" h="64" fill="none" extrusionOk="0">
                  <a:moveTo>
                    <a:pt x="0" y="21"/>
                  </a:moveTo>
                  <a:cubicBezTo>
                    <a:pt x="84" y="63"/>
                    <a:pt x="189" y="21"/>
                    <a:pt x="252"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46" name="Google Shape;4246;p38"/>
            <p:cNvSpPr/>
            <p:nvPr/>
          </p:nvSpPr>
          <p:spPr>
            <a:xfrm>
              <a:off x="6866836" y="4994128"/>
              <a:ext cx="12883" cy="1227"/>
            </a:xfrm>
            <a:custGeom>
              <a:avLst/>
              <a:gdLst/>
              <a:ahLst/>
              <a:cxnLst/>
              <a:rect l="l" t="t" r="r" b="b"/>
              <a:pathLst>
                <a:path w="231" h="22" fill="none" extrusionOk="0">
                  <a:moveTo>
                    <a:pt x="0" y="1"/>
                  </a:moveTo>
                  <a:cubicBezTo>
                    <a:pt x="84" y="22"/>
                    <a:pt x="147" y="22"/>
                    <a:pt x="231" y="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47" name="Google Shape;4247;p38"/>
            <p:cNvSpPr/>
            <p:nvPr/>
          </p:nvSpPr>
          <p:spPr>
            <a:xfrm>
              <a:off x="6868007" y="5009298"/>
              <a:ext cx="12883" cy="56"/>
            </a:xfrm>
            <a:custGeom>
              <a:avLst/>
              <a:gdLst/>
              <a:ahLst/>
              <a:cxnLst/>
              <a:rect l="l" t="t" r="r" b="b"/>
              <a:pathLst>
                <a:path w="231" h="1" fill="none" extrusionOk="0">
                  <a:moveTo>
                    <a:pt x="0" y="1"/>
                  </a:moveTo>
                  <a:lnTo>
                    <a:pt x="231" y="1"/>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48" name="Google Shape;4248;p38"/>
            <p:cNvSpPr/>
            <p:nvPr/>
          </p:nvSpPr>
          <p:spPr>
            <a:xfrm>
              <a:off x="6865665" y="5024467"/>
              <a:ext cx="11712" cy="56"/>
            </a:xfrm>
            <a:custGeom>
              <a:avLst/>
              <a:gdLst/>
              <a:ahLst/>
              <a:cxnLst/>
              <a:rect l="l" t="t" r="r" b="b"/>
              <a:pathLst>
                <a:path w="210" h="1" fill="none" extrusionOk="0">
                  <a:moveTo>
                    <a:pt x="1" y="1"/>
                  </a:moveTo>
                  <a:lnTo>
                    <a:pt x="210" y="1"/>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49" name="Google Shape;4249;p38"/>
            <p:cNvSpPr/>
            <p:nvPr/>
          </p:nvSpPr>
          <p:spPr>
            <a:xfrm>
              <a:off x="6890148" y="4992957"/>
              <a:ext cx="12939" cy="2398"/>
            </a:xfrm>
            <a:custGeom>
              <a:avLst/>
              <a:gdLst/>
              <a:ahLst/>
              <a:cxnLst/>
              <a:rect l="l" t="t" r="r" b="b"/>
              <a:pathLst>
                <a:path w="232" h="43" fill="none" extrusionOk="0">
                  <a:moveTo>
                    <a:pt x="1" y="1"/>
                  </a:moveTo>
                  <a:cubicBezTo>
                    <a:pt x="85" y="1"/>
                    <a:pt x="147" y="22"/>
                    <a:pt x="231" y="43"/>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50" name="Google Shape;4250;p38"/>
            <p:cNvSpPr/>
            <p:nvPr/>
          </p:nvSpPr>
          <p:spPr>
            <a:xfrm>
              <a:off x="6889032" y="4981301"/>
              <a:ext cx="15225" cy="4740"/>
            </a:xfrm>
            <a:custGeom>
              <a:avLst/>
              <a:gdLst/>
              <a:ahLst/>
              <a:cxnLst/>
              <a:rect l="l" t="t" r="r" b="b"/>
              <a:pathLst>
                <a:path w="273" h="85" fill="none" extrusionOk="0">
                  <a:moveTo>
                    <a:pt x="0" y="84"/>
                  </a:moveTo>
                  <a:cubicBezTo>
                    <a:pt x="63" y="21"/>
                    <a:pt x="167" y="1"/>
                    <a:pt x="272" y="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51" name="Google Shape;4251;p38"/>
            <p:cNvSpPr/>
            <p:nvPr/>
          </p:nvSpPr>
          <p:spPr>
            <a:xfrm>
              <a:off x="6889032" y="4966132"/>
              <a:ext cx="14054" cy="56"/>
            </a:xfrm>
            <a:custGeom>
              <a:avLst/>
              <a:gdLst/>
              <a:ahLst/>
              <a:cxnLst/>
              <a:rect l="l" t="t" r="r" b="b"/>
              <a:pathLst>
                <a:path w="252" h="1" fill="none" extrusionOk="0">
                  <a:moveTo>
                    <a:pt x="0" y="1"/>
                  </a:moveTo>
                  <a:lnTo>
                    <a:pt x="251" y="1"/>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52" name="Google Shape;4252;p38"/>
            <p:cNvSpPr/>
            <p:nvPr/>
          </p:nvSpPr>
          <p:spPr>
            <a:xfrm>
              <a:off x="6889032" y="4952134"/>
              <a:ext cx="17512" cy="2398"/>
            </a:xfrm>
            <a:custGeom>
              <a:avLst/>
              <a:gdLst/>
              <a:ahLst/>
              <a:cxnLst/>
              <a:rect l="l" t="t" r="r" b="b"/>
              <a:pathLst>
                <a:path w="314" h="43" fill="none" extrusionOk="0">
                  <a:moveTo>
                    <a:pt x="0" y="42"/>
                  </a:moveTo>
                  <a:cubicBezTo>
                    <a:pt x="105" y="42"/>
                    <a:pt x="209" y="21"/>
                    <a:pt x="314"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53" name="Google Shape;4253;p38"/>
            <p:cNvSpPr/>
            <p:nvPr/>
          </p:nvSpPr>
          <p:spPr>
            <a:xfrm>
              <a:off x="6889032" y="4939306"/>
              <a:ext cx="15225" cy="1227"/>
            </a:xfrm>
            <a:custGeom>
              <a:avLst/>
              <a:gdLst/>
              <a:ahLst/>
              <a:cxnLst/>
              <a:rect l="l" t="t" r="r" b="b"/>
              <a:pathLst>
                <a:path w="273" h="22" fill="none" extrusionOk="0">
                  <a:moveTo>
                    <a:pt x="0" y="21"/>
                  </a:moveTo>
                  <a:cubicBezTo>
                    <a:pt x="105" y="21"/>
                    <a:pt x="167" y="21"/>
                    <a:pt x="272"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54" name="Google Shape;4254;p38"/>
            <p:cNvSpPr/>
            <p:nvPr/>
          </p:nvSpPr>
          <p:spPr>
            <a:xfrm>
              <a:off x="6913516" y="4921795"/>
              <a:ext cx="14054" cy="3569"/>
            </a:xfrm>
            <a:custGeom>
              <a:avLst/>
              <a:gdLst/>
              <a:ahLst/>
              <a:cxnLst/>
              <a:rect l="l" t="t" r="r" b="b"/>
              <a:pathLst>
                <a:path w="252" h="64" fill="none" extrusionOk="0">
                  <a:moveTo>
                    <a:pt x="0" y="63"/>
                  </a:moveTo>
                  <a:cubicBezTo>
                    <a:pt x="0" y="42"/>
                    <a:pt x="21" y="42"/>
                    <a:pt x="21" y="42"/>
                  </a:cubicBezTo>
                  <a:cubicBezTo>
                    <a:pt x="105" y="21"/>
                    <a:pt x="189" y="21"/>
                    <a:pt x="251"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55" name="Google Shape;4255;p38"/>
            <p:cNvSpPr/>
            <p:nvPr/>
          </p:nvSpPr>
          <p:spPr>
            <a:xfrm>
              <a:off x="6912344" y="4942820"/>
              <a:ext cx="14054" cy="4685"/>
            </a:xfrm>
            <a:custGeom>
              <a:avLst/>
              <a:gdLst/>
              <a:ahLst/>
              <a:cxnLst/>
              <a:rect l="l" t="t" r="r" b="b"/>
              <a:pathLst>
                <a:path w="252" h="84" fill="none" extrusionOk="0">
                  <a:moveTo>
                    <a:pt x="0" y="84"/>
                  </a:moveTo>
                  <a:cubicBezTo>
                    <a:pt x="105" y="84"/>
                    <a:pt x="168" y="63"/>
                    <a:pt x="252"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56" name="Google Shape;4256;p38"/>
            <p:cNvSpPr/>
            <p:nvPr/>
          </p:nvSpPr>
          <p:spPr>
            <a:xfrm>
              <a:off x="6913516" y="4933451"/>
              <a:ext cx="16396" cy="3569"/>
            </a:xfrm>
            <a:custGeom>
              <a:avLst/>
              <a:gdLst/>
              <a:ahLst/>
              <a:cxnLst/>
              <a:rect l="l" t="t" r="r" b="b"/>
              <a:pathLst>
                <a:path w="294" h="64" fill="none" extrusionOk="0">
                  <a:moveTo>
                    <a:pt x="0" y="63"/>
                  </a:moveTo>
                  <a:cubicBezTo>
                    <a:pt x="84" y="22"/>
                    <a:pt x="189" y="1"/>
                    <a:pt x="293" y="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57" name="Google Shape;4257;p38"/>
            <p:cNvSpPr/>
            <p:nvPr/>
          </p:nvSpPr>
          <p:spPr>
            <a:xfrm>
              <a:off x="6910002" y="4960276"/>
              <a:ext cx="17568" cy="4740"/>
            </a:xfrm>
            <a:custGeom>
              <a:avLst/>
              <a:gdLst/>
              <a:ahLst/>
              <a:cxnLst/>
              <a:rect l="l" t="t" r="r" b="b"/>
              <a:pathLst>
                <a:path w="315" h="85" fill="none" extrusionOk="0">
                  <a:moveTo>
                    <a:pt x="1" y="85"/>
                  </a:moveTo>
                  <a:cubicBezTo>
                    <a:pt x="105" y="85"/>
                    <a:pt x="210" y="64"/>
                    <a:pt x="314" y="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58" name="Google Shape;4258;p38"/>
            <p:cNvSpPr/>
            <p:nvPr/>
          </p:nvSpPr>
          <p:spPr>
            <a:xfrm>
              <a:off x="6910002" y="4971988"/>
              <a:ext cx="16396" cy="4685"/>
            </a:xfrm>
            <a:custGeom>
              <a:avLst/>
              <a:gdLst/>
              <a:ahLst/>
              <a:cxnLst/>
              <a:rect l="l" t="t" r="r" b="b"/>
              <a:pathLst>
                <a:path w="294" h="84" fill="none" extrusionOk="0">
                  <a:moveTo>
                    <a:pt x="1" y="84"/>
                  </a:moveTo>
                  <a:cubicBezTo>
                    <a:pt x="105" y="84"/>
                    <a:pt x="210" y="63"/>
                    <a:pt x="294"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59" name="Google Shape;4259;p38"/>
            <p:cNvSpPr/>
            <p:nvPr/>
          </p:nvSpPr>
          <p:spPr>
            <a:xfrm>
              <a:off x="6907660" y="4991786"/>
              <a:ext cx="17568" cy="2398"/>
            </a:xfrm>
            <a:custGeom>
              <a:avLst/>
              <a:gdLst/>
              <a:ahLst/>
              <a:cxnLst/>
              <a:rect l="l" t="t" r="r" b="b"/>
              <a:pathLst>
                <a:path w="315" h="43" fill="none" extrusionOk="0">
                  <a:moveTo>
                    <a:pt x="1" y="43"/>
                  </a:moveTo>
                  <a:cubicBezTo>
                    <a:pt x="105" y="43"/>
                    <a:pt x="210" y="22"/>
                    <a:pt x="315" y="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60" name="Google Shape;4260;p38"/>
            <p:cNvSpPr/>
            <p:nvPr/>
          </p:nvSpPr>
          <p:spPr>
            <a:xfrm>
              <a:off x="6886690" y="5011640"/>
              <a:ext cx="16396" cy="1227"/>
            </a:xfrm>
            <a:custGeom>
              <a:avLst/>
              <a:gdLst/>
              <a:ahLst/>
              <a:cxnLst/>
              <a:rect l="l" t="t" r="r" b="b"/>
              <a:pathLst>
                <a:path w="294" h="22" fill="none" extrusionOk="0">
                  <a:moveTo>
                    <a:pt x="0" y="1"/>
                  </a:moveTo>
                  <a:cubicBezTo>
                    <a:pt x="105" y="21"/>
                    <a:pt x="188" y="21"/>
                    <a:pt x="293" y="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61" name="Google Shape;4261;p38"/>
            <p:cNvSpPr/>
            <p:nvPr/>
          </p:nvSpPr>
          <p:spPr>
            <a:xfrm>
              <a:off x="6908831" y="5003498"/>
              <a:ext cx="15225" cy="2342"/>
            </a:xfrm>
            <a:custGeom>
              <a:avLst/>
              <a:gdLst/>
              <a:ahLst/>
              <a:cxnLst/>
              <a:rect l="l" t="t" r="r" b="b"/>
              <a:pathLst>
                <a:path w="273" h="42" fill="none" extrusionOk="0">
                  <a:moveTo>
                    <a:pt x="1" y="42"/>
                  </a:moveTo>
                  <a:cubicBezTo>
                    <a:pt x="84" y="42"/>
                    <a:pt x="189" y="21"/>
                    <a:pt x="273"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62" name="Google Shape;4262;p38"/>
            <p:cNvSpPr/>
            <p:nvPr/>
          </p:nvSpPr>
          <p:spPr>
            <a:xfrm>
              <a:off x="6907660" y="5013983"/>
              <a:ext cx="14054" cy="4740"/>
            </a:xfrm>
            <a:custGeom>
              <a:avLst/>
              <a:gdLst/>
              <a:ahLst/>
              <a:cxnLst/>
              <a:rect l="l" t="t" r="r" b="b"/>
              <a:pathLst>
                <a:path w="252" h="85" fill="none" extrusionOk="0">
                  <a:moveTo>
                    <a:pt x="1" y="84"/>
                  </a:moveTo>
                  <a:cubicBezTo>
                    <a:pt x="105" y="84"/>
                    <a:pt x="189" y="63"/>
                    <a:pt x="252"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63" name="Google Shape;4263;p38"/>
            <p:cNvSpPr/>
            <p:nvPr/>
          </p:nvSpPr>
          <p:spPr>
            <a:xfrm>
              <a:off x="6866836" y="5034952"/>
              <a:ext cx="14054" cy="3569"/>
            </a:xfrm>
            <a:custGeom>
              <a:avLst/>
              <a:gdLst/>
              <a:ahLst/>
              <a:cxnLst/>
              <a:rect l="l" t="t" r="r" b="b"/>
              <a:pathLst>
                <a:path w="252" h="64" fill="none" extrusionOk="0">
                  <a:moveTo>
                    <a:pt x="0" y="64"/>
                  </a:moveTo>
                  <a:cubicBezTo>
                    <a:pt x="84" y="22"/>
                    <a:pt x="189" y="1"/>
                    <a:pt x="252" y="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64" name="Google Shape;4264;p38"/>
            <p:cNvSpPr/>
            <p:nvPr/>
          </p:nvSpPr>
          <p:spPr>
            <a:xfrm>
              <a:off x="6866836" y="5046664"/>
              <a:ext cx="14054" cy="3514"/>
            </a:xfrm>
            <a:custGeom>
              <a:avLst/>
              <a:gdLst/>
              <a:ahLst/>
              <a:cxnLst/>
              <a:rect l="l" t="t" r="r" b="b"/>
              <a:pathLst>
                <a:path w="252" h="63" fill="none" extrusionOk="0">
                  <a:moveTo>
                    <a:pt x="0" y="63"/>
                  </a:moveTo>
                  <a:cubicBezTo>
                    <a:pt x="84" y="21"/>
                    <a:pt x="189" y="0"/>
                    <a:pt x="252"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65" name="Google Shape;4265;p38"/>
            <p:cNvSpPr/>
            <p:nvPr/>
          </p:nvSpPr>
          <p:spPr>
            <a:xfrm>
              <a:off x="6886690" y="5033837"/>
              <a:ext cx="14054" cy="1171"/>
            </a:xfrm>
            <a:custGeom>
              <a:avLst/>
              <a:gdLst/>
              <a:ahLst/>
              <a:cxnLst/>
              <a:rect l="l" t="t" r="r" b="b"/>
              <a:pathLst>
                <a:path w="252" h="21" fill="none" extrusionOk="0">
                  <a:moveTo>
                    <a:pt x="0" y="0"/>
                  </a:moveTo>
                  <a:cubicBezTo>
                    <a:pt x="84" y="21"/>
                    <a:pt x="168" y="21"/>
                    <a:pt x="251"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66" name="Google Shape;4266;p38"/>
            <p:cNvSpPr/>
            <p:nvPr/>
          </p:nvSpPr>
          <p:spPr>
            <a:xfrm>
              <a:off x="6885519" y="5046664"/>
              <a:ext cx="15225" cy="1227"/>
            </a:xfrm>
            <a:custGeom>
              <a:avLst/>
              <a:gdLst/>
              <a:ahLst/>
              <a:cxnLst/>
              <a:rect l="l" t="t" r="r" b="b"/>
              <a:pathLst>
                <a:path w="273" h="22" fill="none" extrusionOk="0">
                  <a:moveTo>
                    <a:pt x="0" y="21"/>
                  </a:moveTo>
                  <a:cubicBezTo>
                    <a:pt x="84" y="21"/>
                    <a:pt x="189" y="21"/>
                    <a:pt x="272"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67" name="Google Shape;4267;p38"/>
            <p:cNvSpPr/>
            <p:nvPr/>
          </p:nvSpPr>
          <p:spPr>
            <a:xfrm>
              <a:off x="6908831" y="5032665"/>
              <a:ext cx="12883" cy="56"/>
            </a:xfrm>
            <a:custGeom>
              <a:avLst/>
              <a:gdLst/>
              <a:ahLst/>
              <a:cxnLst/>
              <a:rect l="l" t="t" r="r" b="b"/>
              <a:pathLst>
                <a:path w="231" h="1" fill="none" extrusionOk="0">
                  <a:moveTo>
                    <a:pt x="1" y="0"/>
                  </a:moveTo>
                  <a:lnTo>
                    <a:pt x="231" y="0"/>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68" name="Google Shape;4268;p38"/>
            <p:cNvSpPr/>
            <p:nvPr/>
          </p:nvSpPr>
          <p:spPr>
            <a:xfrm>
              <a:off x="6906489" y="5047835"/>
              <a:ext cx="14054" cy="2342"/>
            </a:xfrm>
            <a:custGeom>
              <a:avLst/>
              <a:gdLst/>
              <a:ahLst/>
              <a:cxnLst/>
              <a:rect l="l" t="t" r="r" b="b"/>
              <a:pathLst>
                <a:path w="252" h="42" fill="none" extrusionOk="0">
                  <a:moveTo>
                    <a:pt x="1" y="42"/>
                  </a:moveTo>
                  <a:cubicBezTo>
                    <a:pt x="64" y="42"/>
                    <a:pt x="168" y="0"/>
                    <a:pt x="252"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69" name="Google Shape;4269;p38"/>
            <p:cNvSpPr/>
            <p:nvPr/>
          </p:nvSpPr>
          <p:spPr>
            <a:xfrm>
              <a:off x="6906489" y="5064176"/>
              <a:ext cx="15225" cy="56"/>
            </a:xfrm>
            <a:custGeom>
              <a:avLst/>
              <a:gdLst/>
              <a:ahLst/>
              <a:cxnLst/>
              <a:rect l="l" t="t" r="r" b="b"/>
              <a:pathLst>
                <a:path w="273" h="1" fill="none" extrusionOk="0">
                  <a:moveTo>
                    <a:pt x="1" y="0"/>
                  </a:moveTo>
                  <a:lnTo>
                    <a:pt x="273" y="0"/>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70" name="Google Shape;4270;p38"/>
            <p:cNvSpPr/>
            <p:nvPr/>
          </p:nvSpPr>
          <p:spPr>
            <a:xfrm>
              <a:off x="6906489" y="5077003"/>
              <a:ext cx="11767" cy="2398"/>
            </a:xfrm>
            <a:custGeom>
              <a:avLst/>
              <a:gdLst/>
              <a:ahLst/>
              <a:cxnLst/>
              <a:rect l="l" t="t" r="r" b="b"/>
              <a:pathLst>
                <a:path w="211" h="43" fill="none" extrusionOk="0">
                  <a:moveTo>
                    <a:pt x="1" y="0"/>
                  </a:moveTo>
                  <a:cubicBezTo>
                    <a:pt x="64" y="42"/>
                    <a:pt x="147" y="0"/>
                    <a:pt x="210"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71" name="Google Shape;4271;p38"/>
            <p:cNvSpPr/>
            <p:nvPr/>
          </p:nvSpPr>
          <p:spPr>
            <a:xfrm>
              <a:off x="6903031" y="5094514"/>
              <a:ext cx="15225" cy="2342"/>
            </a:xfrm>
            <a:custGeom>
              <a:avLst/>
              <a:gdLst/>
              <a:ahLst/>
              <a:cxnLst/>
              <a:rect l="l" t="t" r="r" b="b"/>
              <a:pathLst>
                <a:path w="273" h="42" fill="none" extrusionOk="0">
                  <a:moveTo>
                    <a:pt x="0" y="42"/>
                  </a:moveTo>
                  <a:cubicBezTo>
                    <a:pt x="84" y="42"/>
                    <a:pt x="188" y="42"/>
                    <a:pt x="272"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72" name="Google Shape;4272;p38"/>
            <p:cNvSpPr/>
            <p:nvPr/>
          </p:nvSpPr>
          <p:spPr>
            <a:xfrm>
              <a:off x="6884348" y="5080516"/>
              <a:ext cx="16396" cy="4685"/>
            </a:xfrm>
            <a:custGeom>
              <a:avLst/>
              <a:gdLst/>
              <a:ahLst/>
              <a:cxnLst/>
              <a:rect l="l" t="t" r="r" b="b"/>
              <a:pathLst>
                <a:path w="294" h="84" fill="none" extrusionOk="0">
                  <a:moveTo>
                    <a:pt x="0" y="84"/>
                  </a:moveTo>
                  <a:cubicBezTo>
                    <a:pt x="105" y="42"/>
                    <a:pt x="189" y="21"/>
                    <a:pt x="293"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73" name="Google Shape;4273;p38"/>
            <p:cNvSpPr/>
            <p:nvPr/>
          </p:nvSpPr>
          <p:spPr>
            <a:xfrm>
              <a:off x="6884348" y="5067633"/>
              <a:ext cx="17568" cy="2398"/>
            </a:xfrm>
            <a:custGeom>
              <a:avLst/>
              <a:gdLst/>
              <a:ahLst/>
              <a:cxnLst/>
              <a:rect l="l" t="t" r="r" b="b"/>
              <a:pathLst>
                <a:path w="315" h="43" fill="none" extrusionOk="0">
                  <a:moveTo>
                    <a:pt x="0" y="43"/>
                  </a:moveTo>
                  <a:cubicBezTo>
                    <a:pt x="105" y="43"/>
                    <a:pt x="210" y="22"/>
                    <a:pt x="314" y="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74" name="Google Shape;4274;p38"/>
            <p:cNvSpPr/>
            <p:nvPr/>
          </p:nvSpPr>
          <p:spPr>
            <a:xfrm>
              <a:off x="6863323" y="5068804"/>
              <a:ext cx="14054" cy="56"/>
            </a:xfrm>
            <a:custGeom>
              <a:avLst/>
              <a:gdLst/>
              <a:ahLst/>
              <a:cxnLst/>
              <a:rect l="l" t="t" r="r" b="b"/>
              <a:pathLst>
                <a:path w="252" h="1" fill="none" extrusionOk="0">
                  <a:moveTo>
                    <a:pt x="1" y="1"/>
                  </a:moveTo>
                  <a:lnTo>
                    <a:pt x="252" y="1"/>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75" name="Google Shape;4275;p38"/>
            <p:cNvSpPr/>
            <p:nvPr/>
          </p:nvSpPr>
          <p:spPr>
            <a:xfrm>
              <a:off x="6865665" y="5085145"/>
              <a:ext cx="12883" cy="1227"/>
            </a:xfrm>
            <a:custGeom>
              <a:avLst/>
              <a:gdLst/>
              <a:ahLst/>
              <a:cxnLst/>
              <a:rect l="l" t="t" r="r" b="b"/>
              <a:pathLst>
                <a:path w="231" h="22" fill="none" extrusionOk="0">
                  <a:moveTo>
                    <a:pt x="1" y="1"/>
                  </a:moveTo>
                  <a:cubicBezTo>
                    <a:pt x="63" y="22"/>
                    <a:pt x="147" y="22"/>
                    <a:pt x="231" y="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76" name="Google Shape;4276;p38"/>
            <p:cNvSpPr/>
            <p:nvPr/>
          </p:nvSpPr>
          <p:spPr>
            <a:xfrm>
              <a:off x="6865665" y="5094514"/>
              <a:ext cx="14054" cy="56"/>
            </a:xfrm>
            <a:custGeom>
              <a:avLst/>
              <a:gdLst/>
              <a:ahLst/>
              <a:cxnLst/>
              <a:rect l="l" t="t" r="r" b="b"/>
              <a:pathLst>
                <a:path w="252" h="1" fill="none" extrusionOk="0">
                  <a:moveTo>
                    <a:pt x="1" y="0"/>
                  </a:moveTo>
                  <a:lnTo>
                    <a:pt x="252" y="0"/>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77" name="Google Shape;4277;p38"/>
            <p:cNvSpPr/>
            <p:nvPr/>
          </p:nvSpPr>
          <p:spPr>
            <a:xfrm>
              <a:off x="6844640" y="5085145"/>
              <a:ext cx="16396" cy="1227"/>
            </a:xfrm>
            <a:custGeom>
              <a:avLst/>
              <a:gdLst/>
              <a:ahLst/>
              <a:cxnLst/>
              <a:rect l="l" t="t" r="r" b="b"/>
              <a:pathLst>
                <a:path w="294" h="22" fill="none" extrusionOk="0">
                  <a:moveTo>
                    <a:pt x="1" y="22"/>
                  </a:moveTo>
                  <a:cubicBezTo>
                    <a:pt x="106" y="22"/>
                    <a:pt x="189" y="22"/>
                    <a:pt x="294" y="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78" name="Google Shape;4278;p38"/>
            <p:cNvSpPr/>
            <p:nvPr/>
          </p:nvSpPr>
          <p:spPr>
            <a:xfrm>
              <a:off x="6844640" y="5100314"/>
              <a:ext cx="12939" cy="2398"/>
            </a:xfrm>
            <a:custGeom>
              <a:avLst/>
              <a:gdLst/>
              <a:ahLst/>
              <a:cxnLst/>
              <a:rect l="l" t="t" r="r" b="b"/>
              <a:pathLst>
                <a:path w="232" h="43" fill="none" extrusionOk="0">
                  <a:moveTo>
                    <a:pt x="1" y="43"/>
                  </a:moveTo>
                  <a:cubicBezTo>
                    <a:pt x="85" y="43"/>
                    <a:pt x="168" y="1"/>
                    <a:pt x="231" y="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79" name="Google Shape;4279;p38"/>
            <p:cNvSpPr/>
            <p:nvPr/>
          </p:nvSpPr>
          <p:spPr>
            <a:xfrm>
              <a:off x="6832984" y="5077003"/>
              <a:ext cx="10541" cy="2398"/>
            </a:xfrm>
            <a:custGeom>
              <a:avLst/>
              <a:gdLst/>
              <a:ahLst/>
              <a:cxnLst/>
              <a:rect l="l" t="t" r="r" b="b"/>
              <a:pathLst>
                <a:path w="189" h="43" fill="none" extrusionOk="0">
                  <a:moveTo>
                    <a:pt x="1" y="0"/>
                  </a:moveTo>
                  <a:cubicBezTo>
                    <a:pt x="63" y="0"/>
                    <a:pt x="126" y="42"/>
                    <a:pt x="189"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80" name="Google Shape;4280;p38"/>
            <p:cNvSpPr/>
            <p:nvPr/>
          </p:nvSpPr>
          <p:spPr>
            <a:xfrm>
              <a:off x="6831812" y="5093343"/>
              <a:ext cx="7083" cy="1227"/>
            </a:xfrm>
            <a:custGeom>
              <a:avLst/>
              <a:gdLst/>
              <a:ahLst/>
              <a:cxnLst/>
              <a:rect l="l" t="t" r="r" b="b"/>
              <a:pathLst>
                <a:path w="127" h="22" fill="none" extrusionOk="0">
                  <a:moveTo>
                    <a:pt x="1" y="0"/>
                  </a:moveTo>
                  <a:lnTo>
                    <a:pt x="1" y="0"/>
                  </a:lnTo>
                  <a:lnTo>
                    <a:pt x="1" y="0"/>
                  </a:lnTo>
                  <a:cubicBezTo>
                    <a:pt x="43" y="21"/>
                    <a:pt x="84" y="21"/>
                    <a:pt x="126"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81" name="Google Shape;4281;p38"/>
            <p:cNvSpPr/>
            <p:nvPr/>
          </p:nvSpPr>
          <p:spPr>
            <a:xfrm>
              <a:off x="6832984" y="5061833"/>
              <a:ext cx="5912" cy="56"/>
            </a:xfrm>
            <a:custGeom>
              <a:avLst/>
              <a:gdLst/>
              <a:ahLst/>
              <a:cxnLst/>
              <a:rect l="l" t="t" r="r" b="b"/>
              <a:pathLst>
                <a:path w="106" h="1" fill="none" extrusionOk="0">
                  <a:moveTo>
                    <a:pt x="1" y="0"/>
                  </a:moveTo>
                  <a:lnTo>
                    <a:pt x="1" y="0"/>
                  </a:lnTo>
                  <a:lnTo>
                    <a:pt x="1" y="0"/>
                  </a:lnTo>
                  <a:lnTo>
                    <a:pt x="105" y="0"/>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82" name="Google Shape;4282;p38"/>
            <p:cNvSpPr/>
            <p:nvPr/>
          </p:nvSpPr>
          <p:spPr>
            <a:xfrm>
              <a:off x="6845811" y="5055977"/>
              <a:ext cx="14054" cy="56"/>
            </a:xfrm>
            <a:custGeom>
              <a:avLst/>
              <a:gdLst/>
              <a:ahLst/>
              <a:cxnLst/>
              <a:rect l="l" t="t" r="r" b="b"/>
              <a:pathLst>
                <a:path w="252" h="1" fill="none" extrusionOk="0">
                  <a:moveTo>
                    <a:pt x="1" y="1"/>
                  </a:moveTo>
                  <a:lnTo>
                    <a:pt x="252" y="1"/>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83" name="Google Shape;4283;p38"/>
            <p:cNvSpPr/>
            <p:nvPr/>
          </p:nvSpPr>
          <p:spPr>
            <a:xfrm>
              <a:off x="6845811" y="5071147"/>
              <a:ext cx="14054" cy="56"/>
            </a:xfrm>
            <a:custGeom>
              <a:avLst/>
              <a:gdLst/>
              <a:ahLst/>
              <a:cxnLst/>
              <a:rect l="l" t="t" r="r" b="b"/>
              <a:pathLst>
                <a:path w="252" h="1" fill="none" extrusionOk="0">
                  <a:moveTo>
                    <a:pt x="1" y="1"/>
                  </a:moveTo>
                  <a:lnTo>
                    <a:pt x="252" y="1"/>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84" name="Google Shape;4284;p38"/>
            <p:cNvSpPr/>
            <p:nvPr/>
          </p:nvSpPr>
          <p:spPr>
            <a:xfrm>
              <a:off x="6885519" y="5100314"/>
              <a:ext cx="11712" cy="2398"/>
            </a:xfrm>
            <a:custGeom>
              <a:avLst/>
              <a:gdLst/>
              <a:ahLst/>
              <a:cxnLst/>
              <a:rect l="l" t="t" r="r" b="b"/>
              <a:pathLst>
                <a:path w="210" h="43" fill="none" extrusionOk="0">
                  <a:moveTo>
                    <a:pt x="0" y="1"/>
                  </a:moveTo>
                  <a:cubicBezTo>
                    <a:pt x="84" y="43"/>
                    <a:pt x="126" y="43"/>
                    <a:pt x="209" y="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85" name="Google Shape;4285;p38"/>
            <p:cNvSpPr/>
            <p:nvPr/>
          </p:nvSpPr>
          <p:spPr>
            <a:xfrm>
              <a:off x="6901860" y="5110855"/>
              <a:ext cx="14054" cy="56"/>
            </a:xfrm>
            <a:custGeom>
              <a:avLst/>
              <a:gdLst/>
              <a:ahLst/>
              <a:cxnLst/>
              <a:rect l="l" t="t" r="r" b="b"/>
              <a:pathLst>
                <a:path w="252" h="1" fill="none" extrusionOk="0">
                  <a:moveTo>
                    <a:pt x="0" y="0"/>
                  </a:moveTo>
                  <a:lnTo>
                    <a:pt x="251" y="0"/>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86" name="Google Shape;4286;p38"/>
            <p:cNvSpPr/>
            <p:nvPr/>
          </p:nvSpPr>
          <p:spPr>
            <a:xfrm>
              <a:off x="6955510" y="4896141"/>
              <a:ext cx="21081" cy="3514"/>
            </a:xfrm>
            <a:custGeom>
              <a:avLst/>
              <a:gdLst/>
              <a:ahLst/>
              <a:cxnLst/>
              <a:rect l="l" t="t" r="r" b="b"/>
              <a:pathLst>
                <a:path w="378" h="63" fill="none" extrusionOk="0">
                  <a:moveTo>
                    <a:pt x="22" y="0"/>
                  </a:moveTo>
                  <a:cubicBezTo>
                    <a:pt x="22" y="0"/>
                    <a:pt x="1" y="0"/>
                    <a:pt x="1" y="42"/>
                  </a:cubicBezTo>
                  <a:cubicBezTo>
                    <a:pt x="126" y="42"/>
                    <a:pt x="231" y="42"/>
                    <a:pt x="377" y="63"/>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87" name="Google Shape;4287;p38"/>
            <p:cNvSpPr/>
            <p:nvPr/>
          </p:nvSpPr>
          <p:spPr>
            <a:xfrm>
              <a:off x="6954339" y="4913597"/>
              <a:ext cx="22252" cy="56"/>
            </a:xfrm>
            <a:custGeom>
              <a:avLst/>
              <a:gdLst/>
              <a:ahLst/>
              <a:cxnLst/>
              <a:rect l="l" t="t" r="r" b="b"/>
              <a:pathLst>
                <a:path w="399" h="1" fill="none" extrusionOk="0">
                  <a:moveTo>
                    <a:pt x="1" y="1"/>
                  </a:moveTo>
                  <a:lnTo>
                    <a:pt x="398" y="1"/>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88" name="Google Shape;4288;p38"/>
            <p:cNvSpPr/>
            <p:nvPr/>
          </p:nvSpPr>
          <p:spPr>
            <a:xfrm>
              <a:off x="6955510" y="4929937"/>
              <a:ext cx="18739" cy="56"/>
            </a:xfrm>
            <a:custGeom>
              <a:avLst/>
              <a:gdLst/>
              <a:ahLst/>
              <a:cxnLst/>
              <a:rect l="l" t="t" r="r" b="b"/>
              <a:pathLst>
                <a:path w="336" h="1" fill="none" extrusionOk="0">
                  <a:moveTo>
                    <a:pt x="1" y="1"/>
                  </a:moveTo>
                  <a:lnTo>
                    <a:pt x="335" y="1"/>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89" name="Google Shape;4289;p38"/>
            <p:cNvSpPr/>
            <p:nvPr/>
          </p:nvSpPr>
          <p:spPr>
            <a:xfrm>
              <a:off x="6950826" y="4940478"/>
              <a:ext cx="21081" cy="1227"/>
            </a:xfrm>
            <a:custGeom>
              <a:avLst/>
              <a:gdLst/>
              <a:ahLst/>
              <a:cxnLst/>
              <a:rect l="l" t="t" r="r" b="b"/>
              <a:pathLst>
                <a:path w="378" h="22" fill="none" extrusionOk="0">
                  <a:moveTo>
                    <a:pt x="1" y="0"/>
                  </a:moveTo>
                  <a:cubicBezTo>
                    <a:pt x="147" y="21"/>
                    <a:pt x="252" y="0"/>
                    <a:pt x="378"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90" name="Google Shape;4290;p38"/>
            <p:cNvSpPr/>
            <p:nvPr/>
          </p:nvSpPr>
          <p:spPr>
            <a:xfrm>
              <a:off x="6953168" y="4948620"/>
              <a:ext cx="21081" cy="2398"/>
            </a:xfrm>
            <a:custGeom>
              <a:avLst/>
              <a:gdLst/>
              <a:ahLst/>
              <a:cxnLst/>
              <a:rect l="l" t="t" r="r" b="b"/>
              <a:pathLst>
                <a:path w="378" h="43" fill="none" extrusionOk="0">
                  <a:moveTo>
                    <a:pt x="1" y="1"/>
                  </a:moveTo>
                  <a:cubicBezTo>
                    <a:pt x="22" y="42"/>
                    <a:pt x="43" y="42"/>
                    <a:pt x="64" y="42"/>
                  </a:cubicBezTo>
                  <a:lnTo>
                    <a:pt x="377" y="42"/>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91" name="Google Shape;4291;p38"/>
            <p:cNvSpPr/>
            <p:nvPr/>
          </p:nvSpPr>
          <p:spPr>
            <a:xfrm>
              <a:off x="6953168" y="4964961"/>
              <a:ext cx="18739" cy="1227"/>
            </a:xfrm>
            <a:custGeom>
              <a:avLst/>
              <a:gdLst/>
              <a:ahLst/>
              <a:cxnLst/>
              <a:rect l="l" t="t" r="r" b="b"/>
              <a:pathLst>
                <a:path w="336" h="22" fill="none" extrusionOk="0">
                  <a:moveTo>
                    <a:pt x="1" y="1"/>
                  </a:moveTo>
                  <a:cubicBezTo>
                    <a:pt x="105" y="22"/>
                    <a:pt x="210" y="22"/>
                    <a:pt x="336" y="22"/>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92" name="Google Shape;4292;p38"/>
            <p:cNvSpPr/>
            <p:nvPr/>
          </p:nvSpPr>
          <p:spPr>
            <a:xfrm>
              <a:off x="6950826" y="4974274"/>
              <a:ext cx="19910" cy="1227"/>
            </a:xfrm>
            <a:custGeom>
              <a:avLst/>
              <a:gdLst/>
              <a:ahLst/>
              <a:cxnLst/>
              <a:rect l="l" t="t" r="r" b="b"/>
              <a:pathLst>
                <a:path w="357" h="22" fill="none" extrusionOk="0">
                  <a:moveTo>
                    <a:pt x="1" y="1"/>
                  </a:moveTo>
                  <a:cubicBezTo>
                    <a:pt x="1" y="22"/>
                    <a:pt x="43" y="22"/>
                    <a:pt x="43" y="22"/>
                  </a:cubicBezTo>
                  <a:lnTo>
                    <a:pt x="357" y="22"/>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93" name="Google Shape;4293;p38"/>
            <p:cNvSpPr/>
            <p:nvPr/>
          </p:nvSpPr>
          <p:spPr>
            <a:xfrm>
              <a:off x="6950826" y="4989444"/>
              <a:ext cx="17568" cy="2398"/>
            </a:xfrm>
            <a:custGeom>
              <a:avLst/>
              <a:gdLst/>
              <a:ahLst/>
              <a:cxnLst/>
              <a:rect l="l" t="t" r="r" b="b"/>
              <a:pathLst>
                <a:path w="315" h="43" fill="none" extrusionOk="0">
                  <a:moveTo>
                    <a:pt x="1" y="1"/>
                  </a:moveTo>
                  <a:cubicBezTo>
                    <a:pt x="106" y="43"/>
                    <a:pt x="210" y="43"/>
                    <a:pt x="315" y="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94" name="Google Shape;4294;p38"/>
            <p:cNvSpPr/>
            <p:nvPr/>
          </p:nvSpPr>
          <p:spPr>
            <a:xfrm>
              <a:off x="6948539" y="5010469"/>
              <a:ext cx="16396" cy="1227"/>
            </a:xfrm>
            <a:custGeom>
              <a:avLst/>
              <a:gdLst/>
              <a:ahLst/>
              <a:cxnLst/>
              <a:rect l="l" t="t" r="r" b="b"/>
              <a:pathLst>
                <a:path w="294" h="22" fill="none" extrusionOk="0">
                  <a:moveTo>
                    <a:pt x="0" y="1"/>
                  </a:moveTo>
                  <a:cubicBezTo>
                    <a:pt x="105" y="1"/>
                    <a:pt x="209" y="22"/>
                    <a:pt x="293" y="22"/>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95" name="Google Shape;4295;p38"/>
            <p:cNvSpPr/>
            <p:nvPr/>
          </p:nvSpPr>
          <p:spPr>
            <a:xfrm>
              <a:off x="6956682" y="4884429"/>
              <a:ext cx="19910" cy="2398"/>
            </a:xfrm>
            <a:custGeom>
              <a:avLst/>
              <a:gdLst/>
              <a:ahLst/>
              <a:cxnLst/>
              <a:rect l="l" t="t" r="r" b="b"/>
              <a:pathLst>
                <a:path w="357" h="43" fill="none" extrusionOk="0">
                  <a:moveTo>
                    <a:pt x="1" y="1"/>
                  </a:moveTo>
                  <a:lnTo>
                    <a:pt x="147" y="1"/>
                  </a:lnTo>
                  <a:cubicBezTo>
                    <a:pt x="210" y="1"/>
                    <a:pt x="273" y="43"/>
                    <a:pt x="356" y="43"/>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96" name="Google Shape;4296;p38"/>
            <p:cNvSpPr/>
            <p:nvPr/>
          </p:nvSpPr>
          <p:spPr>
            <a:xfrm>
              <a:off x="6956682" y="4876286"/>
              <a:ext cx="21081" cy="1227"/>
            </a:xfrm>
            <a:custGeom>
              <a:avLst/>
              <a:gdLst/>
              <a:ahLst/>
              <a:cxnLst/>
              <a:rect l="l" t="t" r="r" b="b"/>
              <a:pathLst>
                <a:path w="378" h="22" fill="none" extrusionOk="0">
                  <a:moveTo>
                    <a:pt x="1" y="21"/>
                  </a:moveTo>
                  <a:cubicBezTo>
                    <a:pt x="42" y="0"/>
                    <a:pt x="63" y="0"/>
                    <a:pt x="84" y="0"/>
                  </a:cubicBezTo>
                  <a:lnTo>
                    <a:pt x="377" y="0"/>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97" name="Google Shape;4297;p38"/>
            <p:cNvSpPr/>
            <p:nvPr/>
          </p:nvSpPr>
          <p:spPr>
            <a:xfrm>
              <a:off x="6960195" y="4864630"/>
              <a:ext cx="18739" cy="56"/>
            </a:xfrm>
            <a:custGeom>
              <a:avLst/>
              <a:gdLst/>
              <a:ahLst/>
              <a:cxnLst/>
              <a:rect l="l" t="t" r="r" b="b"/>
              <a:pathLst>
                <a:path w="336" h="1" fill="none" extrusionOk="0">
                  <a:moveTo>
                    <a:pt x="0" y="0"/>
                  </a:moveTo>
                  <a:lnTo>
                    <a:pt x="335" y="0"/>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98" name="Google Shape;4298;p38"/>
            <p:cNvSpPr/>
            <p:nvPr/>
          </p:nvSpPr>
          <p:spPr>
            <a:xfrm>
              <a:off x="6959024" y="4855261"/>
              <a:ext cx="21081" cy="3569"/>
            </a:xfrm>
            <a:custGeom>
              <a:avLst/>
              <a:gdLst/>
              <a:ahLst/>
              <a:cxnLst/>
              <a:rect l="l" t="t" r="r" b="b"/>
              <a:pathLst>
                <a:path w="378" h="64" fill="none" extrusionOk="0">
                  <a:moveTo>
                    <a:pt x="0" y="64"/>
                  </a:moveTo>
                  <a:cubicBezTo>
                    <a:pt x="0" y="43"/>
                    <a:pt x="21" y="43"/>
                    <a:pt x="42" y="43"/>
                  </a:cubicBezTo>
                  <a:cubicBezTo>
                    <a:pt x="147" y="43"/>
                    <a:pt x="272" y="43"/>
                    <a:pt x="377" y="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99" name="Google Shape;4299;p38"/>
            <p:cNvSpPr/>
            <p:nvPr/>
          </p:nvSpPr>
          <p:spPr>
            <a:xfrm>
              <a:off x="6982336" y="4886771"/>
              <a:ext cx="18739" cy="56"/>
            </a:xfrm>
            <a:custGeom>
              <a:avLst/>
              <a:gdLst/>
              <a:ahLst/>
              <a:cxnLst/>
              <a:rect l="l" t="t" r="r" b="b"/>
              <a:pathLst>
                <a:path w="336" h="1" fill="none" extrusionOk="0">
                  <a:moveTo>
                    <a:pt x="1" y="1"/>
                  </a:moveTo>
                  <a:lnTo>
                    <a:pt x="336" y="1"/>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00" name="Google Shape;4300;p38"/>
            <p:cNvSpPr/>
            <p:nvPr/>
          </p:nvSpPr>
          <p:spPr>
            <a:xfrm>
              <a:off x="6982336" y="4899598"/>
              <a:ext cx="15225" cy="56"/>
            </a:xfrm>
            <a:custGeom>
              <a:avLst/>
              <a:gdLst/>
              <a:ahLst/>
              <a:cxnLst/>
              <a:rect l="l" t="t" r="r" b="b"/>
              <a:pathLst>
                <a:path w="273" h="1" fill="none" extrusionOk="0">
                  <a:moveTo>
                    <a:pt x="1" y="1"/>
                  </a:moveTo>
                  <a:lnTo>
                    <a:pt x="273" y="1"/>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01" name="Google Shape;4301;p38"/>
            <p:cNvSpPr/>
            <p:nvPr/>
          </p:nvSpPr>
          <p:spPr>
            <a:xfrm>
              <a:off x="6983507" y="4906625"/>
              <a:ext cx="16396" cy="1227"/>
            </a:xfrm>
            <a:custGeom>
              <a:avLst/>
              <a:gdLst/>
              <a:ahLst/>
              <a:cxnLst/>
              <a:rect l="l" t="t" r="r" b="b"/>
              <a:pathLst>
                <a:path w="294" h="22" fill="none" extrusionOk="0">
                  <a:moveTo>
                    <a:pt x="1" y="0"/>
                  </a:moveTo>
                  <a:cubicBezTo>
                    <a:pt x="105" y="21"/>
                    <a:pt x="189" y="21"/>
                    <a:pt x="294" y="2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02" name="Google Shape;4302;p38"/>
            <p:cNvSpPr/>
            <p:nvPr/>
          </p:nvSpPr>
          <p:spPr>
            <a:xfrm>
              <a:off x="6985849" y="4863459"/>
              <a:ext cx="16396" cy="1227"/>
            </a:xfrm>
            <a:custGeom>
              <a:avLst/>
              <a:gdLst/>
              <a:ahLst/>
              <a:cxnLst/>
              <a:rect l="l" t="t" r="r" b="b"/>
              <a:pathLst>
                <a:path w="294" h="22" fill="none" extrusionOk="0">
                  <a:moveTo>
                    <a:pt x="1" y="21"/>
                  </a:moveTo>
                  <a:cubicBezTo>
                    <a:pt x="105" y="0"/>
                    <a:pt x="210" y="0"/>
                    <a:pt x="294" y="2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03" name="Google Shape;4303;p38"/>
            <p:cNvSpPr/>
            <p:nvPr/>
          </p:nvSpPr>
          <p:spPr>
            <a:xfrm>
              <a:off x="6985849" y="4854090"/>
              <a:ext cx="17568" cy="1227"/>
            </a:xfrm>
            <a:custGeom>
              <a:avLst/>
              <a:gdLst/>
              <a:ahLst/>
              <a:cxnLst/>
              <a:rect l="l" t="t" r="r" b="b"/>
              <a:pathLst>
                <a:path w="315" h="22" fill="none" extrusionOk="0">
                  <a:moveTo>
                    <a:pt x="1" y="22"/>
                  </a:moveTo>
                  <a:cubicBezTo>
                    <a:pt x="105" y="1"/>
                    <a:pt x="210" y="1"/>
                    <a:pt x="315" y="22"/>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04" name="Google Shape;4304;p38"/>
            <p:cNvSpPr/>
            <p:nvPr/>
          </p:nvSpPr>
          <p:spPr>
            <a:xfrm>
              <a:off x="6980049" y="4924137"/>
              <a:ext cx="17512" cy="56"/>
            </a:xfrm>
            <a:custGeom>
              <a:avLst/>
              <a:gdLst/>
              <a:ahLst/>
              <a:cxnLst/>
              <a:rect l="l" t="t" r="r" b="b"/>
              <a:pathLst>
                <a:path w="314" h="1" fill="none" extrusionOk="0">
                  <a:moveTo>
                    <a:pt x="0" y="0"/>
                  </a:moveTo>
                  <a:lnTo>
                    <a:pt x="314" y="0"/>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05" name="Google Shape;4305;p38"/>
            <p:cNvSpPr/>
            <p:nvPr/>
          </p:nvSpPr>
          <p:spPr>
            <a:xfrm>
              <a:off x="6976536" y="4934622"/>
              <a:ext cx="19854" cy="1227"/>
            </a:xfrm>
            <a:custGeom>
              <a:avLst/>
              <a:gdLst/>
              <a:ahLst/>
              <a:cxnLst/>
              <a:rect l="l" t="t" r="r" b="b"/>
              <a:pathLst>
                <a:path w="356" h="22" fill="none" extrusionOk="0">
                  <a:moveTo>
                    <a:pt x="21" y="1"/>
                  </a:moveTo>
                  <a:cubicBezTo>
                    <a:pt x="21" y="1"/>
                    <a:pt x="0" y="1"/>
                    <a:pt x="21" y="1"/>
                  </a:cubicBezTo>
                  <a:cubicBezTo>
                    <a:pt x="21" y="21"/>
                    <a:pt x="21" y="21"/>
                    <a:pt x="21" y="1"/>
                  </a:cubicBezTo>
                  <a:cubicBezTo>
                    <a:pt x="147" y="21"/>
                    <a:pt x="251" y="21"/>
                    <a:pt x="356" y="2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06" name="Google Shape;4306;p38"/>
            <p:cNvSpPr/>
            <p:nvPr/>
          </p:nvSpPr>
          <p:spPr>
            <a:xfrm>
              <a:off x="6977707" y="4952134"/>
              <a:ext cx="18683" cy="2398"/>
            </a:xfrm>
            <a:custGeom>
              <a:avLst/>
              <a:gdLst/>
              <a:ahLst/>
              <a:cxnLst/>
              <a:rect l="l" t="t" r="r" b="b"/>
              <a:pathLst>
                <a:path w="335" h="43" fill="none" extrusionOk="0">
                  <a:moveTo>
                    <a:pt x="0" y="21"/>
                  </a:moveTo>
                  <a:cubicBezTo>
                    <a:pt x="105" y="42"/>
                    <a:pt x="230" y="21"/>
                    <a:pt x="335"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07" name="Google Shape;4307;p38"/>
            <p:cNvSpPr/>
            <p:nvPr/>
          </p:nvSpPr>
          <p:spPr>
            <a:xfrm>
              <a:off x="6977707" y="4971988"/>
              <a:ext cx="18683" cy="2342"/>
            </a:xfrm>
            <a:custGeom>
              <a:avLst/>
              <a:gdLst/>
              <a:ahLst/>
              <a:cxnLst/>
              <a:rect l="l" t="t" r="r" b="b"/>
              <a:pathLst>
                <a:path w="335" h="42" fill="none" extrusionOk="0">
                  <a:moveTo>
                    <a:pt x="0" y="0"/>
                  </a:moveTo>
                  <a:cubicBezTo>
                    <a:pt x="105" y="42"/>
                    <a:pt x="230" y="42"/>
                    <a:pt x="335" y="42"/>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08" name="Google Shape;4308;p38"/>
            <p:cNvSpPr/>
            <p:nvPr/>
          </p:nvSpPr>
          <p:spPr>
            <a:xfrm>
              <a:off x="6973022" y="4983644"/>
              <a:ext cx="18739" cy="2398"/>
            </a:xfrm>
            <a:custGeom>
              <a:avLst/>
              <a:gdLst/>
              <a:ahLst/>
              <a:cxnLst/>
              <a:rect l="l" t="t" r="r" b="b"/>
              <a:pathLst>
                <a:path w="336" h="43" fill="none" extrusionOk="0">
                  <a:moveTo>
                    <a:pt x="1" y="0"/>
                  </a:moveTo>
                  <a:cubicBezTo>
                    <a:pt x="105" y="42"/>
                    <a:pt x="231" y="42"/>
                    <a:pt x="335" y="42"/>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09" name="Google Shape;4309;p38"/>
            <p:cNvSpPr/>
            <p:nvPr/>
          </p:nvSpPr>
          <p:spPr>
            <a:xfrm>
              <a:off x="6967166" y="4995300"/>
              <a:ext cx="21081" cy="3569"/>
            </a:xfrm>
            <a:custGeom>
              <a:avLst/>
              <a:gdLst/>
              <a:ahLst/>
              <a:cxnLst/>
              <a:rect l="l" t="t" r="r" b="b"/>
              <a:pathLst>
                <a:path w="378" h="64" fill="none" extrusionOk="0">
                  <a:moveTo>
                    <a:pt x="1" y="63"/>
                  </a:moveTo>
                  <a:cubicBezTo>
                    <a:pt x="126" y="63"/>
                    <a:pt x="231" y="42"/>
                    <a:pt x="378" y="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10" name="Google Shape;4310;p38"/>
            <p:cNvSpPr/>
            <p:nvPr/>
          </p:nvSpPr>
          <p:spPr>
            <a:xfrm>
              <a:off x="6971851" y="5011640"/>
              <a:ext cx="16396" cy="56"/>
            </a:xfrm>
            <a:custGeom>
              <a:avLst/>
              <a:gdLst/>
              <a:ahLst/>
              <a:cxnLst/>
              <a:rect l="l" t="t" r="r" b="b"/>
              <a:pathLst>
                <a:path w="294" h="1" fill="none" extrusionOk="0">
                  <a:moveTo>
                    <a:pt x="1" y="1"/>
                  </a:moveTo>
                  <a:lnTo>
                    <a:pt x="294" y="1"/>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11" name="Google Shape;4311;p38"/>
            <p:cNvSpPr/>
            <p:nvPr/>
          </p:nvSpPr>
          <p:spPr>
            <a:xfrm>
              <a:off x="6970680" y="5026810"/>
              <a:ext cx="15225" cy="56"/>
            </a:xfrm>
            <a:custGeom>
              <a:avLst/>
              <a:gdLst/>
              <a:ahLst/>
              <a:cxnLst/>
              <a:rect l="l" t="t" r="r" b="b"/>
              <a:pathLst>
                <a:path w="273" h="1" fill="none" extrusionOk="0">
                  <a:moveTo>
                    <a:pt x="1" y="1"/>
                  </a:moveTo>
                  <a:lnTo>
                    <a:pt x="273" y="1"/>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12" name="Google Shape;4312;p38"/>
            <p:cNvSpPr/>
            <p:nvPr/>
          </p:nvSpPr>
          <p:spPr>
            <a:xfrm>
              <a:off x="6968337" y="5038466"/>
              <a:ext cx="19910" cy="1227"/>
            </a:xfrm>
            <a:custGeom>
              <a:avLst/>
              <a:gdLst/>
              <a:ahLst/>
              <a:cxnLst/>
              <a:rect l="l" t="t" r="r" b="b"/>
              <a:pathLst>
                <a:path w="357" h="22" fill="none" extrusionOk="0">
                  <a:moveTo>
                    <a:pt x="1" y="1"/>
                  </a:moveTo>
                  <a:cubicBezTo>
                    <a:pt x="105" y="22"/>
                    <a:pt x="210" y="22"/>
                    <a:pt x="357" y="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13" name="Google Shape;4313;p38"/>
            <p:cNvSpPr/>
            <p:nvPr/>
          </p:nvSpPr>
          <p:spPr>
            <a:xfrm>
              <a:off x="6948539" y="5029152"/>
              <a:ext cx="14054" cy="1227"/>
            </a:xfrm>
            <a:custGeom>
              <a:avLst/>
              <a:gdLst/>
              <a:ahLst/>
              <a:cxnLst/>
              <a:rect l="l" t="t" r="r" b="b"/>
              <a:pathLst>
                <a:path w="252" h="22" fill="none" extrusionOk="0">
                  <a:moveTo>
                    <a:pt x="0" y="0"/>
                  </a:moveTo>
                  <a:cubicBezTo>
                    <a:pt x="84" y="0"/>
                    <a:pt x="188" y="21"/>
                    <a:pt x="251" y="2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14" name="Google Shape;4314;p38"/>
            <p:cNvSpPr/>
            <p:nvPr/>
          </p:nvSpPr>
          <p:spPr>
            <a:xfrm>
              <a:off x="6943854" y="5047835"/>
              <a:ext cx="12883" cy="2342"/>
            </a:xfrm>
            <a:custGeom>
              <a:avLst/>
              <a:gdLst/>
              <a:ahLst/>
              <a:cxnLst/>
              <a:rect l="l" t="t" r="r" b="b"/>
              <a:pathLst>
                <a:path w="231" h="42" fill="none" extrusionOk="0">
                  <a:moveTo>
                    <a:pt x="0" y="42"/>
                  </a:moveTo>
                  <a:cubicBezTo>
                    <a:pt x="21" y="0"/>
                    <a:pt x="63" y="0"/>
                    <a:pt x="84" y="42"/>
                  </a:cubicBezTo>
                  <a:lnTo>
                    <a:pt x="231" y="42"/>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15" name="Google Shape;4315;p38"/>
            <p:cNvSpPr/>
            <p:nvPr/>
          </p:nvSpPr>
          <p:spPr>
            <a:xfrm>
              <a:off x="6967166" y="5053635"/>
              <a:ext cx="18739" cy="56"/>
            </a:xfrm>
            <a:custGeom>
              <a:avLst/>
              <a:gdLst/>
              <a:ahLst/>
              <a:cxnLst/>
              <a:rect l="l" t="t" r="r" b="b"/>
              <a:pathLst>
                <a:path w="336" h="1" fill="none" extrusionOk="0">
                  <a:moveTo>
                    <a:pt x="1" y="1"/>
                  </a:moveTo>
                  <a:lnTo>
                    <a:pt x="336" y="1"/>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16" name="Google Shape;4316;p38"/>
            <p:cNvSpPr/>
            <p:nvPr/>
          </p:nvSpPr>
          <p:spPr>
            <a:xfrm>
              <a:off x="6925171" y="5046664"/>
              <a:ext cx="16396" cy="56"/>
            </a:xfrm>
            <a:custGeom>
              <a:avLst/>
              <a:gdLst/>
              <a:ahLst/>
              <a:cxnLst/>
              <a:rect l="l" t="t" r="r" b="b"/>
              <a:pathLst>
                <a:path w="294" h="1" fill="none" extrusionOk="0">
                  <a:moveTo>
                    <a:pt x="1" y="0"/>
                  </a:moveTo>
                  <a:lnTo>
                    <a:pt x="294" y="0"/>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17" name="Google Shape;4317;p38"/>
            <p:cNvSpPr/>
            <p:nvPr/>
          </p:nvSpPr>
          <p:spPr>
            <a:xfrm>
              <a:off x="6925171" y="5032665"/>
              <a:ext cx="16396" cy="1227"/>
            </a:xfrm>
            <a:custGeom>
              <a:avLst/>
              <a:gdLst/>
              <a:ahLst/>
              <a:cxnLst/>
              <a:rect l="l" t="t" r="r" b="b"/>
              <a:pathLst>
                <a:path w="294" h="22" fill="none" extrusionOk="0">
                  <a:moveTo>
                    <a:pt x="1" y="21"/>
                  </a:moveTo>
                  <a:cubicBezTo>
                    <a:pt x="105" y="0"/>
                    <a:pt x="189" y="0"/>
                    <a:pt x="294" y="2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18" name="Google Shape;4318;p38"/>
            <p:cNvSpPr/>
            <p:nvPr/>
          </p:nvSpPr>
          <p:spPr>
            <a:xfrm>
              <a:off x="6927514" y="5020954"/>
              <a:ext cx="16396" cy="1227"/>
            </a:xfrm>
            <a:custGeom>
              <a:avLst/>
              <a:gdLst/>
              <a:ahLst/>
              <a:cxnLst/>
              <a:rect l="l" t="t" r="r" b="b"/>
              <a:pathLst>
                <a:path w="294" h="22" fill="none" extrusionOk="0">
                  <a:moveTo>
                    <a:pt x="0" y="1"/>
                  </a:moveTo>
                  <a:cubicBezTo>
                    <a:pt x="105" y="1"/>
                    <a:pt x="189" y="22"/>
                    <a:pt x="293" y="22"/>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19" name="Google Shape;4319;p38"/>
            <p:cNvSpPr/>
            <p:nvPr/>
          </p:nvSpPr>
          <p:spPr>
            <a:xfrm>
              <a:off x="6931027" y="5009298"/>
              <a:ext cx="12883" cy="1227"/>
            </a:xfrm>
            <a:custGeom>
              <a:avLst/>
              <a:gdLst/>
              <a:ahLst/>
              <a:cxnLst/>
              <a:rect l="l" t="t" r="r" b="b"/>
              <a:pathLst>
                <a:path w="231" h="22" fill="none" extrusionOk="0">
                  <a:moveTo>
                    <a:pt x="0" y="1"/>
                  </a:moveTo>
                  <a:cubicBezTo>
                    <a:pt x="84" y="1"/>
                    <a:pt x="147" y="1"/>
                    <a:pt x="230" y="22"/>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20" name="Google Shape;4320;p38"/>
            <p:cNvSpPr/>
            <p:nvPr/>
          </p:nvSpPr>
          <p:spPr>
            <a:xfrm>
              <a:off x="6931027" y="4995300"/>
              <a:ext cx="12883" cy="56"/>
            </a:xfrm>
            <a:custGeom>
              <a:avLst/>
              <a:gdLst/>
              <a:ahLst/>
              <a:cxnLst/>
              <a:rect l="l" t="t" r="r" b="b"/>
              <a:pathLst>
                <a:path w="231" h="1" fill="none" extrusionOk="0">
                  <a:moveTo>
                    <a:pt x="0" y="1"/>
                  </a:moveTo>
                  <a:lnTo>
                    <a:pt x="230" y="1"/>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21" name="Google Shape;4321;p38"/>
            <p:cNvSpPr/>
            <p:nvPr/>
          </p:nvSpPr>
          <p:spPr>
            <a:xfrm>
              <a:off x="6929856" y="4983644"/>
              <a:ext cx="14054" cy="56"/>
            </a:xfrm>
            <a:custGeom>
              <a:avLst/>
              <a:gdLst/>
              <a:ahLst/>
              <a:cxnLst/>
              <a:rect l="l" t="t" r="r" b="b"/>
              <a:pathLst>
                <a:path w="252" h="1" fill="none" extrusionOk="0">
                  <a:moveTo>
                    <a:pt x="0" y="0"/>
                  </a:moveTo>
                  <a:lnTo>
                    <a:pt x="251" y="0"/>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22" name="Google Shape;4322;p38"/>
            <p:cNvSpPr/>
            <p:nvPr/>
          </p:nvSpPr>
          <p:spPr>
            <a:xfrm>
              <a:off x="6931027" y="4966132"/>
              <a:ext cx="14054" cy="3569"/>
            </a:xfrm>
            <a:custGeom>
              <a:avLst/>
              <a:gdLst/>
              <a:ahLst/>
              <a:cxnLst/>
              <a:rect l="l" t="t" r="r" b="b"/>
              <a:pathLst>
                <a:path w="252" h="64" fill="none" extrusionOk="0">
                  <a:moveTo>
                    <a:pt x="0" y="1"/>
                  </a:moveTo>
                  <a:cubicBezTo>
                    <a:pt x="84" y="42"/>
                    <a:pt x="147" y="42"/>
                    <a:pt x="251" y="63"/>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23" name="Google Shape;4323;p38"/>
            <p:cNvSpPr/>
            <p:nvPr/>
          </p:nvSpPr>
          <p:spPr>
            <a:xfrm>
              <a:off x="6933370" y="4957989"/>
              <a:ext cx="14054" cy="1171"/>
            </a:xfrm>
            <a:custGeom>
              <a:avLst/>
              <a:gdLst/>
              <a:ahLst/>
              <a:cxnLst/>
              <a:rect l="l" t="t" r="r" b="b"/>
              <a:pathLst>
                <a:path w="252" h="21" fill="none" extrusionOk="0">
                  <a:moveTo>
                    <a:pt x="0" y="0"/>
                  </a:moveTo>
                  <a:cubicBezTo>
                    <a:pt x="84" y="0"/>
                    <a:pt x="168" y="21"/>
                    <a:pt x="251" y="2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24" name="Google Shape;4324;p38"/>
            <p:cNvSpPr/>
            <p:nvPr/>
          </p:nvSpPr>
          <p:spPr>
            <a:xfrm>
              <a:off x="6933370" y="4948620"/>
              <a:ext cx="14054" cy="2398"/>
            </a:xfrm>
            <a:custGeom>
              <a:avLst/>
              <a:gdLst/>
              <a:ahLst/>
              <a:cxnLst/>
              <a:rect l="l" t="t" r="r" b="b"/>
              <a:pathLst>
                <a:path w="252" h="43" fill="none" extrusionOk="0">
                  <a:moveTo>
                    <a:pt x="0" y="42"/>
                  </a:moveTo>
                  <a:cubicBezTo>
                    <a:pt x="84" y="1"/>
                    <a:pt x="168" y="1"/>
                    <a:pt x="251" y="42"/>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25" name="Google Shape;4325;p38"/>
            <p:cNvSpPr/>
            <p:nvPr/>
          </p:nvSpPr>
          <p:spPr>
            <a:xfrm>
              <a:off x="6933370" y="4936964"/>
              <a:ext cx="16396" cy="2398"/>
            </a:xfrm>
            <a:custGeom>
              <a:avLst/>
              <a:gdLst/>
              <a:ahLst/>
              <a:cxnLst/>
              <a:rect l="l" t="t" r="r" b="b"/>
              <a:pathLst>
                <a:path w="294" h="43" fill="none" extrusionOk="0">
                  <a:moveTo>
                    <a:pt x="0" y="42"/>
                  </a:moveTo>
                  <a:cubicBezTo>
                    <a:pt x="0" y="0"/>
                    <a:pt x="63" y="0"/>
                    <a:pt x="84" y="0"/>
                  </a:cubicBezTo>
                  <a:lnTo>
                    <a:pt x="293" y="0"/>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26" name="Google Shape;4326;p38"/>
            <p:cNvSpPr/>
            <p:nvPr/>
          </p:nvSpPr>
          <p:spPr>
            <a:xfrm>
              <a:off x="6935656" y="4922966"/>
              <a:ext cx="14110" cy="1227"/>
            </a:xfrm>
            <a:custGeom>
              <a:avLst/>
              <a:gdLst/>
              <a:ahLst/>
              <a:cxnLst/>
              <a:rect l="l" t="t" r="r" b="b"/>
              <a:pathLst>
                <a:path w="253" h="22" fill="none" extrusionOk="0">
                  <a:moveTo>
                    <a:pt x="1" y="0"/>
                  </a:moveTo>
                  <a:cubicBezTo>
                    <a:pt x="64" y="21"/>
                    <a:pt x="168" y="21"/>
                    <a:pt x="252" y="2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27" name="Google Shape;4327;p38"/>
            <p:cNvSpPr/>
            <p:nvPr/>
          </p:nvSpPr>
          <p:spPr>
            <a:xfrm>
              <a:off x="6935656" y="4911310"/>
              <a:ext cx="12939" cy="1227"/>
            </a:xfrm>
            <a:custGeom>
              <a:avLst/>
              <a:gdLst/>
              <a:ahLst/>
              <a:cxnLst/>
              <a:rect l="l" t="t" r="r" b="b"/>
              <a:pathLst>
                <a:path w="232" h="22" fill="none" extrusionOk="0">
                  <a:moveTo>
                    <a:pt x="1" y="0"/>
                  </a:moveTo>
                  <a:cubicBezTo>
                    <a:pt x="64" y="0"/>
                    <a:pt x="147" y="0"/>
                    <a:pt x="231" y="2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28" name="Google Shape;4328;p38"/>
            <p:cNvSpPr/>
            <p:nvPr/>
          </p:nvSpPr>
          <p:spPr>
            <a:xfrm>
              <a:off x="6936827" y="4899598"/>
              <a:ext cx="12939" cy="1227"/>
            </a:xfrm>
            <a:custGeom>
              <a:avLst/>
              <a:gdLst/>
              <a:ahLst/>
              <a:cxnLst/>
              <a:rect l="l" t="t" r="r" b="b"/>
              <a:pathLst>
                <a:path w="232" h="22" fill="none" extrusionOk="0">
                  <a:moveTo>
                    <a:pt x="1" y="22"/>
                  </a:moveTo>
                  <a:cubicBezTo>
                    <a:pt x="85" y="1"/>
                    <a:pt x="147" y="1"/>
                    <a:pt x="231" y="22"/>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29" name="Google Shape;4329;p38"/>
            <p:cNvSpPr/>
            <p:nvPr/>
          </p:nvSpPr>
          <p:spPr>
            <a:xfrm>
              <a:off x="6936827" y="4889113"/>
              <a:ext cx="12939" cy="56"/>
            </a:xfrm>
            <a:custGeom>
              <a:avLst/>
              <a:gdLst/>
              <a:ahLst/>
              <a:cxnLst/>
              <a:rect l="l" t="t" r="r" b="b"/>
              <a:pathLst>
                <a:path w="232" h="1" fill="none" extrusionOk="0">
                  <a:moveTo>
                    <a:pt x="1" y="1"/>
                  </a:moveTo>
                  <a:lnTo>
                    <a:pt x="231" y="1"/>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30" name="Google Shape;4330;p38"/>
            <p:cNvSpPr/>
            <p:nvPr/>
          </p:nvSpPr>
          <p:spPr>
            <a:xfrm>
              <a:off x="6939170" y="4876286"/>
              <a:ext cx="15225" cy="1227"/>
            </a:xfrm>
            <a:custGeom>
              <a:avLst/>
              <a:gdLst/>
              <a:ahLst/>
              <a:cxnLst/>
              <a:rect l="l" t="t" r="r" b="b"/>
              <a:pathLst>
                <a:path w="273" h="22" fill="none" extrusionOk="0">
                  <a:moveTo>
                    <a:pt x="1" y="21"/>
                  </a:moveTo>
                  <a:cubicBezTo>
                    <a:pt x="1" y="0"/>
                    <a:pt x="64" y="0"/>
                    <a:pt x="84" y="0"/>
                  </a:cubicBezTo>
                  <a:lnTo>
                    <a:pt x="273" y="0"/>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31" name="Google Shape;4331;p38"/>
            <p:cNvSpPr/>
            <p:nvPr/>
          </p:nvSpPr>
          <p:spPr>
            <a:xfrm>
              <a:off x="6936827" y="4859946"/>
              <a:ext cx="17568" cy="5912"/>
            </a:xfrm>
            <a:custGeom>
              <a:avLst/>
              <a:gdLst/>
              <a:ahLst/>
              <a:cxnLst/>
              <a:rect l="l" t="t" r="r" b="b"/>
              <a:pathLst>
                <a:path w="315" h="106" fill="none" extrusionOk="0">
                  <a:moveTo>
                    <a:pt x="1" y="105"/>
                  </a:moveTo>
                  <a:cubicBezTo>
                    <a:pt x="1" y="84"/>
                    <a:pt x="22" y="84"/>
                    <a:pt x="43" y="63"/>
                  </a:cubicBezTo>
                  <a:cubicBezTo>
                    <a:pt x="126" y="21"/>
                    <a:pt x="210" y="21"/>
                    <a:pt x="315"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32" name="Google Shape;4332;p38"/>
            <p:cNvSpPr/>
            <p:nvPr/>
          </p:nvSpPr>
          <p:spPr>
            <a:xfrm>
              <a:off x="6921658" y="5092172"/>
              <a:ext cx="14054" cy="1227"/>
            </a:xfrm>
            <a:custGeom>
              <a:avLst/>
              <a:gdLst/>
              <a:ahLst/>
              <a:cxnLst/>
              <a:rect l="l" t="t" r="r" b="b"/>
              <a:pathLst>
                <a:path w="252" h="22" fill="none" extrusionOk="0">
                  <a:moveTo>
                    <a:pt x="1" y="0"/>
                  </a:moveTo>
                  <a:cubicBezTo>
                    <a:pt x="85" y="0"/>
                    <a:pt x="168" y="21"/>
                    <a:pt x="252" y="2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33" name="Google Shape;4333;p38"/>
            <p:cNvSpPr/>
            <p:nvPr/>
          </p:nvSpPr>
          <p:spPr>
            <a:xfrm>
              <a:off x="6921658" y="5079345"/>
              <a:ext cx="16396" cy="1227"/>
            </a:xfrm>
            <a:custGeom>
              <a:avLst/>
              <a:gdLst/>
              <a:ahLst/>
              <a:cxnLst/>
              <a:rect l="l" t="t" r="r" b="b"/>
              <a:pathLst>
                <a:path w="294" h="22" fill="none" extrusionOk="0">
                  <a:moveTo>
                    <a:pt x="1" y="21"/>
                  </a:moveTo>
                  <a:cubicBezTo>
                    <a:pt x="1" y="0"/>
                    <a:pt x="43" y="0"/>
                    <a:pt x="64" y="0"/>
                  </a:cubicBezTo>
                  <a:lnTo>
                    <a:pt x="294" y="0"/>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34" name="Google Shape;4334;p38"/>
            <p:cNvSpPr/>
            <p:nvPr/>
          </p:nvSpPr>
          <p:spPr>
            <a:xfrm>
              <a:off x="6924000" y="5064176"/>
              <a:ext cx="14054" cy="1171"/>
            </a:xfrm>
            <a:custGeom>
              <a:avLst/>
              <a:gdLst/>
              <a:ahLst/>
              <a:cxnLst/>
              <a:rect l="l" t="t" r="r" b="b"/>
              <a:pathLst>
                <a:path w="252" h="21" fill="none" extrusionOk="0">
                  <a:moveTo>
                    <a:pt x="1" y="21"/>
                  </a:moveTo>
                  <a:cubicBezTo>
                    <a:pt x="63" y="0"/>
                    <a:pt x="168" y="0"/>
                    <a:pt x="252"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35" name="Google Shape;4335;p38"/>
            <p:cNvSpPr/>
            <p:nvPr/>
          </p:nvSpPr>
          <p:spPr>
            <a:xfrm>
              <a:off x="6943854" y="5075831"/>
              <a:ext cx="15225" cy="1227"/>
            </a:xfrm>
            <a:custGeom>
              <a:avLst/>
              <a:gdLst/>
              <a:ahLst/>
              <a:cxnLst/>
              <a:rect l="l" t="t" r="r" b="b"/>
              <a:pathLst>
                <a:path w="273" h="22" fill="none" extrusionOk="0">
                  <a:moveTo>
                    <a:pt x="0" y="0"/>
                  </a:moveTo>
                  <a:cubicBezTo>
                    <a:pt x="84" y="0"/>
                    <a:pt x="189" y="21"/>
                    <a:pt x="272" y="2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36" name="Google Shape;4336;p38"/>
            <p:cNvSpPr/>
            <p:nvPr/>
          </p:nvSpPr>
          <p:spPr>
            <a:xfrm>
              <a:off x="6945026" y="5065347"/>
              <a:ext cx="15225" cy="0"/>
            </a:xfrm>
            <a:custGeom>
              <a:avLst/>
              <a:gdLst/>
              <a:ahLst/>
              <a:cxnLst/>
              <a:rect l="l" t="t" r="r" b="b"/>
              <a:pathLst>
                <a:path w="273" fill="none" extrusionOk="0">
                  <a:moveTo>
                    <a:pt x="0" y="0"/>
                  </a:moveTo>
                  <a:lnTo>
                    <a:pt x="272" y="0"/>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37" name="Google Shape;4337;p38"/>
            <p:cNvSpPr/>
            <p:nvPr/>
          </p:nvSpPr>
          <p:spPr>
            <a:xfrm>
              <a:off x="6942683" y="5088659"/>
              <a:ext cx="16396" cy="56"/>
            </a:xfrm>
            <a:custGeom>
              <a:avLst/>
              <a:gdLst/>
              <a:ahLst/>
              <a:cxnLst/>
              <a:rect l="l" t="t" r="r" b="b"/>
              <a:pathLst>
                <a:path w="294" h="1" fill="none" extrusionOk="0">
                  <a:moveTo>
                    <a:pt x="1" y="0"/>
                  </a:moveTo>
                  <a:lnTo>
                    <a:pt x="293" y="0"/>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38" name="Google Shape;4338;p38"/>
            <p:cNvSpPr/>
            <p:nvPr/>
          </p:nvSpPr>
          <p:spPr>
            <a:xfrm>
              <a:off x="6941512" y="5103828"/>
              <a:ext cx="15225" cy="1227"/>
            </a:xfrm>
            <a:custGeom>
              <a:avLst/>
              <a:gdLst/>
              <a:ahLst/>
              <a:cxnLst/>
              <a:rect l="l" t="t" r="r" b="b"/>
              <a:pathLst>
                <a:path w="273" h="22" fill="none" extrusionOk="0">
                  <a:moveTo>
                    <a:pt x="1" y="21"/>
                  </a:moveTo>
                  <a:cubicBezTo>
                    <a:pt x="105" y="21"/>
                    <a:pt x="210" y="21"/>
                    <a:pt x="273"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39" name="Google Shape;4339;p38"/>
            <p:cNvSpPr/>
            <p:nvPr/>
          </p:nvSpPr>
          <p:spPr>
            <a:xfrm>
              <a:off x="6962537" y="5088659"/>
              <a:ext cx="15225" cy="56"/>
            </a:xfrm>
            <a:custGeom>
              <a:avLst/>
              <a:gdLst/>
              <a:ahLst/>
              <a:cxnLst/>
              <a:rect l="l" t="t" r="r" b="b"/>
              <a:pathLst>
                <a:path w="273" h="1" fill="none" extrusionOk="0">
                  <a:moveTo>
                    <a:pt x="0" y="0"/>
                  </a:moveTo>
                  <a:lnTo>
                    <a:pt x="272" y="0"/>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40" name="Google Shape;4340;p38"/>
            <p:cNvSpPr/>
            <p:nvPr/>
          </p:nvSpPr>
          <p:spPr>
            <a:xfrm>
              <a:off x="6965995" y="5077003"/>
              <a:ext cx="17568" cy="2398"/>
            </a:xfrm>
            <a:custGeom>
              <a:avLst/>
              <a:gdLst/>
              <a:ahLst/>
              <a:cxnLst/>
              <a:rect l="l" t="t" r="r" b="b"/>
              <a:pathLst>
                <a:path w="315" h="43" fill="none" extrusionOk="0">
                  <a:moveTo>
                    <a:pt x="1" y="42"/>
                  </a:moveTo>
                  <a:cubicBezTo>
                    <a:pt x="106" y="0"/>
                    <a:pt x="210" y="0"/>
                    <a:pt x="315"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41" name="Google Shape;4341;p38"/>
            <p:cNvSpPr/>
            <p:nvPr/>
          </p:nvSpPr>
          <p:spPr>
            <a:xfrm>
              <a:off x="6964880" y="5106170"/>
              <a:ext cx="17512" cy="56"/>
            </a:xfrm>
            <a:custGeom>
              <a:avLst/>
              <a:gdLst/>
              <a:ahLst/>
              <a:cxnLst/>
              <a:rect l="l" t="t" r="r" b="b"/>
              <a:pathLst>
                <a:path w="314" h="1" fill="none" extrusionOk="0">
                  <a:moveTo>
                    <a:pt x="0" y="0"/>
                  </a:moveTo>
                  <a:lnTo>
                    <a:pt x="314" y="0"/>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42" name="Google Shape;4342;p38"/>
            <p:cNvSpPr/>
            <p:nvPr/>
          </p:nvSpPr>
          <p:spPr>
            <a:xfrm>
              <a:off x="6991705" y="5057149"/>
              <a:ext cx="8198" cy="2398"/>
            </a:xfrm>
            <a:custGeom>
              <a:avLst/>
              <a:gdLst/>
              <a:ahLst/>
              <a:cxnLst/>
              <a:rect l="l" t="t" r="r" b="b"/>
              <a:pathLst>
                <a:path w="147" h="43" fill="none" extrusionOk="0">
                  <a:moveTo>
                    <a:pt x="0" y="42"/>
                  </a:moveTo>
                  <a:cubicBezTo>
                    <a:pt x="63" y="21"/>
                    <a:pt x="105" y="21"/>
                    <a:pt x="147" y="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43" name="Google Shape;4343;p38"/>
            <p:cNvSpPr/>
            <p:nvPr/>
          </p:nvSpPr>
          <p:spPr>
            <a:xfrm>
              <a:off x="6989363" y="5073489"/>
              <a:ext cx="8198" cy="56"/>
            </a:xfrm>
            <a:custGeom>
              <a:avLst/>
              <a:gdLst/>
              <a:ahLst/>
              <a:cxnLst/>
              <a:rect l="l" t="t" r="r" b="b"/>
              <a:pathLst>
                <a:path w="147" h="1" fill="none" extrusionOk="0">
                  <a:moveTo>
                    <a:pt x="0" y="0"/>
                  </a:moveTo>
                  <a:lnTo>
                    <a:pt x="147" y="0"/>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44" name="Google Shape;4344;p38"/>
            <p:cNvSpPr/>
            <p:nvPr/>
          </p:nvSpPr>
          <p:spPr>
            <a:xfrm>
              <a:off x="6984678" y="5088659"/>
              <a:ext cx="12883" cy="2398"/>
            </a:xfrm>
            <a:custGeom>
              <a:avLst/>
              <a:gdLst/>
              <a:ahLst/>
              <a:cxnLst/>
              <a:rect l="l" t="t" r="r" b="b"/>
              <a:pathLst>
                <a:path w="231" h="43" fill="none" extrusionOk="0">
                  <a:moveTo>
                    <a:pt x="1" y="0"/>
                  </a:moveTo>
                  <a:cubicBezTo>
                    <a:pt x="84" y="42"/>
                    <a:pt x="168" y="42"/>
                    <a:pt x="231"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45" name="Google Shape;4345;p38"/>
            <p:cNvSpPr/>
            <p:nvPr/>
          </p:nvSpPr>
          <p:spPr>
            <a:xfrm>
              <a:off x="6983507" y="5106170"/>
              <a:ext cx="8254" cy="56"/>
            </a:xfrm>
            <a:custGeom>
              <a:avLst/>
              <a:gdLst/>
              <a:ahLst/>
              <a:cxnLst/>
              <a:rect l="l" t="t" r="r" b="b"/>
              <a:pathLst>
                <a:path w="148" h="1" fill="none" extrusionOk="0">
                  <a:moveTo>
                    <a:pt x="1" y="0"/>
                  </a:moveTo>
                  <a:lnTo>
                    <a:pt x="147" y="0"/>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46" name="Google Shape;4346;p38"/>
            <p:cNvSpPr/>
            <p:nvPr/>
          </p:nvSpPr>
          <p:spPr>
            <a:xfrm>
              <a:off x="6991705" y="5038466"/>
              <a:ext cx="10541" cy="56"/>
            </a:xfrm>
            <a:custGeom>
              <a:avLst/>
              <a:gdLst/>
              <a:ahLst/>
              <a:cxnLst/>
              <a:rect l="l" t="t" r="r" b="b"/>
              <a:pathLst>
                <a:path w="189" h="1" fill="none" extrusionOk="0">
                  <a:moveTo>
                    <a:pt x="0" y="1"/>
                  </a:moveTo>
                  <a:lnTo>
                    <a:pt x="189" y="1"/>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47" name="Google Shape;4347;p38"/>
            <p:cNvSpPr/>
            <p:nvPr/>
          </p:nvSpPr>
          <p:spPr>
            <a:xfrm>
              <a:off x="6991705" y="5024467"/>
              <a:ext cx="14054" cy="2398"/>
            </a:xfrm>
            <a:custGeom>
              <a:avLst/>
              <a:gdLst/>
              <a:ahLst/>
              <a:cxnLst/>
              <a:rect l="l" t="t" r="r" b="b"/>
              <a:pathLst>
                <a:path w="252" h="43" fill="none" extrusionOk="0">
                  <a:moveTo>
                    <a:pt x="0" y="43"/>
                  </a:moveTo>
                  <a:cubicBezTo>
                    <a:pt x="84" y="1"/>
                    <a:pt x="168" y="1"/>
                    <a:pt x="251" y="43"/>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48" name="Google Shape;4348;p38"/>
            <p:cNvSpPr/>
            <p:nvPr/>
          </p:nvSpPr>
          <p:spPr>
            <a:xfrm>
              <a:off x="6995219" y="5016325"/>
              <a:ext cx="10541" cy="56"/>
            </a:xfrm>
            <a:custGeom>
              <a:avLst/>
              <a:gdLst/>
              <a:ahLst/>
              <a:cxnLst/>
              <a:rect l="l" t="t" r="r" b="b"/>
              <a:pathLst>
                <a:path w="189" h="1" fill="none" extrusionOk="0">
                  <a:moveTo>
                    <a:pt x="0" y="0"/>
                  </a:moveTo>
                  <a:lnTo>
                    <a:pt x="188" y="0"/>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49" name="Google Shape;4349;p38"/>
            <p:cNvSpPr/>
            <p:nvPr/>
          </p:nvSpPr>
          <p:spPr>
            <a:xfrm>
              <a:off x="6996334" y="5005784"/>
              <a:ext cx="12939" cy="1227"/>
            </a:xfrm>
            <a:custGeom>
              <a:avLst/>
              <a:gdLst/>
              <a:ahLst/>
              <a:cxnLst/>
              <a:rect l="l" t="t" r="r" b="b"/>
              <a:pathLst>
                <a:path w="232" h="22" fill="none" extrusionOk="0">
                  <a:moveTo>
                    <a:pt x="1" y="1"/>
                  </a:moveTo>
                  <a:cubicBezTo>
                    <a:pt x="85" y="1"/>
                    <a:pt x="147" y="1"/>
                    <a:pt x="231" y="22"/>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50" name="Google Shape;4350;p38"/>
            <p:cNvSpPr/>
            <p:nvPr/>
          </p:nvSpPr>
          <p:spPr>
            <a:xfrm>
              <a:off x="6996334" y="4988328"/>
              <a:ext cx="10596" cy="1171"/>
            </a:xfrm>
            <a:custGeom>
              <a:avLst/>
              <a:gdLst/>
              <a:ahLst/>
              <a:cxnLst/>
              <a:rect l="l" t="t" r="r" b="b"/>
              <a:pathLst>
                <a:path w="190" h="21" fill="none" extrusionOk="0">
                  <a:moveTo>
                    <a:pt x="1" y="21"/>
                  </a:moveTo>
                  <a:cubicBezTo>
                    <a:pt x="64" y="0"/>
                    <a:pt x="127" y="0"/>
                    <a:pt x="189" y="2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51" name="Google Shape;4351;p38"/>
            <p:cNvSpPr/>
            <p:nvPr/>
          </p:nvSpPr>
          <p:spPr>
            <a:xfrm>
              <a:off x="6997505" y="4977788"/>
              <a:ext cx="11767" cy="56"/>
            </a:xfrm>
            <a:custGeom>
              <a:avLst/>
              <a:gdLst/>
              <a:ahLst/>
              <a:cxnLst/>
              <a:rect l="l" t="t" r="r" b="b"/>
              <a:pathLst>
                <a:path w="211" h="1" fill="none" extrusionOk="0">
                  <a:moveTo>
                    <a:pt x="1" y="1"/>
                  </a:moveTo>
                  <a:lnTo>
                    <a:pt x="210" y="1"/>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52" name="Google Shape;4352;p38"/>
            <p:cNvSpPr/>
            <p:nvPr/>
          </p:nvSpPr>
          <p:spPr>
            <a:xfrm>
              <a:off x="6999847" y="4966132"/>
              <a:ext cx="11712" cy="56"/>
            </a:xfrm>
            <a:custGeom>
              <a:avLst/>
              <a:gdLst/>
              <a:ahLst/>
              <a:cxnLst/>
              <a:rect l="l" t="t" r="r" b="b"/>
              <a:pathLst>
                <a:path w="210" h="1" fill="none" extrusionOk="0">
                  <a:moveTo>
                    <a:pt x="1" y="1"/>
                  </a:moveTo>
                  <a:lnTo>
                    <a:pt x="210" y="1"/>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53" name="Google Shape;4353;p38"/>
            <p:cNvSpPr/>
            <p:nvPr/>
          </p:nvSpPr>
          <p:spPr>
            <a:xfrm>
              <a:off x="7001019" y="4957989"/>
              <a:ext cx="10541" cy="56"/>
            </a:xfrm>
            <a:custGeom>
              <a:avLst/>
              <a:gdLst/>
              <a:ahLst/>
              <a:cxnLst/>
              <a:rect l="l" t="t" r="r" b="b"/>
              <a:pathLst>
                <a:path w="189" h="1" fill="none" extrusionOk="0">
                  <a:moveTo>
                    <a:pt x="1" y="0"/>
                  </a:moveTo>
                  <a:lnTo>
                    <a:pt x="189" y="0"/>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54" name="Google Shape;4354;p38"/>
            <p:cNvSpPr/>
            <p:nvPr/>
          </p:nvSpPr>
          <p:spPr>
            <a:xfrm>
              <a:off x="7001019" y="4942820"/>
              <a:ext cx="10541" cy="2342"/>
            </a:xfrm>
            <a:custGeom>
              <a:avLst/>
              <a:gdLst/>
              <a:ahLst/>
              <a:cxnLst/>
              <a:rect l="l" t="t" r="r" b="b"/>
              <a:pathLst>
                <a:path w="189" h="42" fill="none" extrusionOk="0">
                  <a:moveTo>
                    <a:pt x="1" y="0"/>
                  </a:moveTo>
                  <a:cubicBezTo>
                    <a:pt x="43" y="0"/>
                    <a:pt x="126" y="0"/>
                    <a:pt x="189" y="42"/>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55" name="Google Shape;4355;p38"/>
            <p:cNvSpPr/>
            <p:nvPr/>
          </p:nvSpPr>
          <p:spPr>
            <a:xfrm>
              <a:off x="7001019" y="4933451"/>
              <a:ext cx="11712" cy="1227"/>
            </a:xfrm>
            <a:custGeom>
              <a:avLst/>
              <a:gdLst/>
              <a:ahLst/>
              <a:cxnLst/>
              <a:rect l="l" t="t" r="r" b="b"/>
              <a:pathLst>
                <a:path w="210" h="22" fill="none" extrusionOk="0">
                  <a:moveTo>
                    <a:pt x="1" y="22"/>
                  </a:moveTo>
                  <a:cubicBezTo>
                    <a:pt x="1" y="1"/>
                    <a:pt x="22" y="1"/>
                    <a:pt x="43" y="1"/>
                  </a:cubicBezTo>
                  <a:lnTo>
                    <a:pt x="210" y="1"/>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56" name="Google Shape;4356;p38"/>
            <p:cNvSpPr/>
            <p:nvPr/>
          </p:nvSpPr>
          <p:spPr>
            <a:xfrm>
              <a:off x="7003361" y="4922966"/>
              <a:ext cx="10541" cy="1227"/>
            </a:xfrm>
            <a:custGeom>
              <a:avLst/>
              <a:gdLst/>
              <a:ahLst/>
              <a:cxnLst/>
              <a:rect l="l" t="t" r="r" b="b"/>
              <a:pathLst>
                <a:path w="189" h="22" fill="none" extrusionOk="0">
                  <a:moveTo>
                    <a:pt x="1" y="0"/>
                  </a:moveTo>
                  <a:cubicBezTo>
                    <a:pt x="63" y="0"/>
                    <a:pt x="147" y="0"/>
                    <a:pt x="189" y="2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57" name="Google Shape;4357;p38"/>
            <p:cNvSpPr/>
            <p:nvPr/>
          </p:nvSpPr>
          <p:spPr>
            <a:xfrm>
              <a:off x="7003361" y="4911310"/>
              <a:ext cx="12883" cy="2342"/>
            </a:xfrm>
            <a:custGeom>
              <a:avLst/>
              <a:gdLst/>
              <a:ahLst/>
              <a:cxnLst/>
              <a:rect l="l" t="t" r="r" b="b"/>
              <a:pathLst>
                <a:path w="231" h="42" fill="none" extrusionOk="0">
                  <a:moveTo>
                    <a:pt x="1" y="42"/>
                  </a:moveTo>
                  <a:cubicBezTo>
                    <a:pt x="1" y="21"/>
                    <a:pt x="21" y="21"/>
                    <a:pt x="21" y="21"/>
                  </a:cubicBezTo>
                  <a:cubicBezTo>
                    <a:pt x="105" y="21"/>
                    <a:pt x="168" y="21"/>
                    <a:pt x="231"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58" name="Google Shape;4358;p38"/>
            <p:cNvSpPr/>
            <p:nvPr/>
          </p:nvSpPr>
          <p:spPr>
            <a:xfrm>
              <a:off x="7005703" y="4898427"/>
              <a:ext cx="11712" cy="1227"/>
            </a:xfrm>
            <a:custGeom>
              <a:avLst/>
              <a:gdLst/>
              <a:ahLst/>
              <a:cxnLst/>
              <a:rect l="l" t="t" r="r" b="b"/>
              <a:pathLst>
                <a:path w="210" h="22" fill="none" extrusionOk="0">
                  <a:moveTo>
                    <a:pt x="0" y="1"/>
                  </a:moveTo>
                  <a:cubicBezTo>
                    <a:pt x="63" y="1"/>
                    <a:pt x="126" y="1"/>
                    <a:pt x="210" y="22"/>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59" name="Google Shape;4359;p38"/>
            <p:cNvSpPr/>
            <p:nvPr/>
          </p:nvSpPr>
          <p:spPr>
            <a:xfrm>
              <a:off x="7008046" y="4883258"/>
              <a:ext cx="11712" cy="1227"/>
            </a:xfrm>
            <a:custGeom>
              <a:avLst/>
              <a:gdLst/>
              <a:ahLst/>
              <a:cxnLst/>
              <a:rect l="l" t="t" r="r" b="b"/>
              <a:pathLst>
                <a:path w="210" h="22" fill="none" extrusionOk="0">
                  <a:moveTo>
                    <a:pt x="0" y="22"/>
                  </a:moveTo>
                  <a:cubicBezTo>
                    <a:pt x="84" y="1"/>
                    <a:pt x="168" y="1"/>
                    <a:pt x="209" y="22"/>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60" name="Google Shape;4360;p38"/>
            <p:cNvSpPr/>
            <p:nvPr/>
          </p:nvSpPr>
          <p:spPr>
            <a:xfrm>
              <a:off x="7008046" y="4869259"/>
              <a:ext cx="9369" cy="56"/>
            </a:xfrm>
            <a:custGeom>
              <a:avLst/>
              <a:gdLst/>
              <a:ahLst/>
              <a:cxnLst/>
              <a:rect l="l" t="t" r="r" b="b"/>
              <a:pathLst>
                <a:path w="168" h="1" fill="none" extrusionOk="0">
                  <a:moveTo>
                    <a:pt x="0" y="1"/>
                  </a:moveTo>
                  <a:lnTo>
                    <a:pt x="168" y="1"/>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61" name="Google Shape;4361;p38"/>
            <p:cNvSpPr/>
            <p:nvPr/>
          </p:nvSpPr>
          <p:spPr>
            <a:xfrm>
              <a:off x="7012675" y="4857603"/>
              <a:ext cx="12939" cy="1227"/>
            </a:xfrm>
            <a:custGeom>
              <a:avLst/>
              <a:gdLst/>
              <a:ahLst/>
              <a:cxnLst/>
              <a:rect l="l" t="t" r="r" b="b"/>
              <a:pathLst>
                <a:path w="232" h="22" fill="none" extrusionOk="0">
                  <a:moveTo>
                    <a:pt x="1" y="22"/>
                  </a:moveTo>
                  <a:cubicBezTo>
                    <a:pt x="85" y="1"/>
                    <a:pt x="147" y="1"/>
                    <a:pt x="231" y="22"/>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62" name="Google Shape;4362;p38"/>
            <p:cNvSpPr/>
            <p:nvPr/>
          </p:nvSpPr>
          <p:spPr>
            <a:xfrm>
              <a:off x="7025557" y="4883258"/>
              <a:ext cx="22196" cy="1227"/>
            </a:xfrm>
            <a:custGeom>
              <a:avLst/>
              <a:gdLst/>
              <a:ahLst/>
              <a:cxnLst/>
              <a:rect l="l" t="t" r="r" b="b"/>
              <a:pathLst>
                <a:path w="398" h="22" fill="none" extrusionOk="0">
                  <a:moveTo>
                    <a:pt x="0" y="1"/>
                  </a:moveTo>
                  <a:cubicBezTo>
                    <a:pt x="126" y="1"/>
                    <a:pt x="272" y="22"/>
                    <a:pt x="398" y="22"/>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63" name="Google Shape;4363;p38"/>
            <p:cNvSpPr/>
            <p:nvPr/>
          </p:nvSpPr>
          <p:spPr>
            <a:xfrm>
              <a:off x="7025557" y="4894969"/>
              <a:ext cx="17512" cy="2342"/>
            </a:xfrm>
            <a:custGeom>
              <a:avLst/>
              <a:gdLst/>
              <a:ahLst/>
              <a:cxnLst/>
              <a:rect l="l" t="t" r="r" b="b"/>
              <a:pathLst>
                <a:path w="314" h="42" fill="none" extrusionOk="0">
                  <a:moveTo>
                    <a:pt x="0" y="0"/>
                  </a:moveTo>
                  <a:cubicBezTo>
                    <a:pt x="105" y="21"/>
                    <a:pt x="209" y="42"/>
                    <a:pt x="314" y="42"/>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64" name="Google Shape;4364;p38"/>
            <p:cNvSpPr/>
            <p:nvPr/>
          </p:nvSpPr>
          <p:spPr>
            <a:xfrm>
              <a:off x="7023215" y="4912481"/>
              <a:ext cx="19854" cy="56"/>
            </a:xfrm>
            <a:custGeom>
              <a:avLst/>
              <a:gdLst/>
              <a:ahLst/>
              <a:cxnLst/>
              <a:rect l="l" t="t" r="r" b="b"/>
              <a:pathLst>
                <a:path w="356" h="1" fill="none" extrusionOk="0">
                  <a:moveTo>
                    <a:pt x="0" y="0"/>
                  </a:moveTo>
                  <a:lnTo>
                    <a:pt x="356" y="0"/>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65" name="Google Shape;4365;p38"/>
            <p:cNvSpPr/>
            <p:nvPr/>
          </p:nvSpPr>
          <p:spPr>
            <a:xfrm>
              <a:off x="7018530" y="4925308"/>
              <a:ext cx="19910" cy="2398"/>
            </a:xfrm>
            <a:custGeom>
              <a:avLst/>
              <a:gdLst/>
              <a:ahLst/>
              <a:cxnLst/>
              <a:rect l="l" t="t" r="r" b="b"/>
              <a:pathLst>
                <a:path w="357" h="43" fill="none" extrusionOk="0">
                  <a:moveTo>
                    <a:pt x="1" y="0"/>
                  </a:moveTo>
                  <a:cubicBezTo>
                    <a:pt x="126" y="0"/>
                    <a:pt x="231" y="42"/>
                    <a:pt x="356" y="42"/>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66" name="Google Shape;4366;p38"/>
            <p:cNvSpPr/>
            <p:nvPr/>
          </p:nvSpPr>
          <p:spPr>
            <a:xfrm>
              <a:off x="7018530" y="4941649"/>
              <a:ext cx="18739" cy="56"/>
            </a:xfrm>
            <a:custGeom>
              <a:avLst/>
              <a:gdLst/>
              <a:ahLst/>
              <a:cxnLst/>
              <a:rect l="l" t="t" r="r" b="b"/>
              <a:pathLst>
                <a:path w="336" h="1" fill="none" extrusionOk="0">
                  <a:moveTo>
                    <a:pt x="1" y="0"/>
                  </a:moveTo>
                  <a:lnTo>
                    <a:pt x="335" y="0"/>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67" name="Google Shape;4367;p38"/>
            <p:cNvSpPr/>
            <p:nvPr/>
          </p:nvSpPr>
          <p:spPr>
            <a:xfrm>
              <a:off x="7017359" y="4953305"/>
              <a:ext cx="17568" cy="1227"/>
            </a:xfrm>
            <a:custGeom>
              <a:avLst/>
              <a:gdLst/>
              <a:ahLst/>
              <a:cxnLst/>
              <a:rect l="l" t="t" r="r" b="b"/>
              <a:pathLst>
                <a:path w="315" h="22" fill="none" extrusionOk="0">
                  <a:moveTo>
                    <a:pt x="1" y="0"/>
                  </a:moveTo>
                  <a:cubicBezTo>
                    <a:pt x="105" y="21"/>
                    <a:pt x="210" y="21"/>
                    <a:pt x="314" y="2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68" name="Google Shape;4368;p38"/>
            <p:cNvSpPr/>
            <p:nvPr/>
          </p:nvSpPr>
          <p:spPr>
            <a:xfrm>
              <a:off x="7017359" y="4964961"/>
              <a:ext cx="17568" cy="3569"/>
            </a:xfrm>
            <a:custGeom>
              <a:avLst/>
              <a:gdLst/>
              <a:ahLst/>
              <a:cxnLst/>
              <a:rect l="l" t="t" r="r" b="b"/>
              <a:pathLst>
                <a:path w="315" h="64" fill="none" extrusionOk="0">
                  <a:moveTo>
                    <a:pt x="1" y="1"/>
                  </a:moveTo>
                  <a:cubicBezTo>
                    <a:pt x="105" y="22"/>
                    <a:pt x="210" y="63"/>
                    <a:pt x="314" y="63"/>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69" name="Google Shape;4369;p38"/>
            <p:cNvSpPr/>
            <p:nvPr/>
          </p:nvSpPr>
          <p:spPr>
            <a:xfrm>
              <a:off x="7013846" y="4981301"/>
              <a:ext cx="16396" cy="56"/>
            </a:xfrm>
            <a:custGeom>
              <a:avLst/>
              <a:gdLst/>
              <a:ahLst/>
              <a:cxnLst/>
              <a:rect l="l" t="t" r="r" b="b"/>
              <a:pathLst>
                <a:path w="294" h="1" fill="none" extrusionOk="0">
                  <a:moveTo>
                    <a:pt x="1" y="1"/>
                  </a:moveTo>
                  <a:lnTo>
                    <a:pt x="294" y="1"/>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70" name="Google Shape;4370;p38"/>
            <p:cNvSpPr/>
            <p:nvPr/>
          </p:nvSpPr>
          <p:spPr>
            <a:xfrm>
              <a:off x="7025557" y="4865802"/>
              <a:ext cx="19854" cy="2342"/>
            </a:xfrm>
            <a:custGeom>
              <a:avLst/>
              <a:gdLst/>
              <a:ahLst/>
              <a:cxnLst/>
              <a:rect l="l" t="t" r="r" b="b"/>
              <a:pathLst>
                <a:path w="356" h="42" fill="none" extrusionOk="0">
                  <a:moveTo>
                    <a:pt x="0" y="0"/>
                  </a:moveTo>
                  <a:cubicBezTo>
                    <a:pt x="105" y="21"/>
                    <a:pt x="230" y="21"/>
                    <a:pt x="335" y="42"/>
                  </a:cubicBezTo>
                  <a:lnTo>
                    <a:pt x="356" y="42"/>
                  </a:lnTo>
                  <a:lnTo>
                    <a:pt x="356" y="42"/>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71" name="Google Shape;4371;p38"/>
            <p:cNvSpPr/>
            <p:nvPr/>
          </p:nvSpPr>
          <p:spPr>
            <a:xfrm>
              <a:off x="7026729" y="4858775"/>
              <a:ext cx="21025" cy="1227"/>
            </a:xfrm>
            <a:custGeom>
              <a:avLst/>
              <a:gdLst/>
              <a:ahLst/>
              <a:cxnLst/>
              <a:rect l="l" t="t" r="r" b="b"/>
              <a:pathLst>
                <a:path w="377" h="22" fill="none" extrusionOk="0">
                  <a:moveTo>
                    <a:pt x="0" y="1"/>
                  </a:moveTo>
                  <a:cubicBezTo>
                    <a:pt x="146" y="1"/>
                    <a:pt x="272" y="1"/>
                    <a:pt x="377" y="2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72" name="Google Shape;4372;p38"/>
            <p:cNvSpPr/>
            <p:nvPr/>
          </p:nvSpPr>
          <p:spPr>
            <a:xfrm>
              <a:off x="7011503" y="5004613"/>
              <a:ext cx="14110" cy="1227"/>
            </a:xfrm>
            <a:custGeom>
              <a:avLst/>
              <a:gdLst/>
              <a:ahLst/>
              <a:cxnLst/>
              <a:rect l="l" t="t" r="r" b="b"/>
              <a:pathLst>
                <a:path w="253" h="22" fill="none" extrusionOk="0">
                  <a:moveTo>
                    <a:pt x="1" y="22"/>
                  </a:moveTo>
                  <a:cubicBezTo>
                    <a:pt x="1" y="1"/>
                    <a:pt x="22" y="1"/>
                    <a:pt x="43" y="1"/>
                  </a:cubicBezTo>
                  <a:lnTo>
                    <a:pt x="252" y="1"/>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73" name="Google Shape;4373;p38"/>
            <p:cNvSpPr/>
            <p:nvPr/>
          </p:nvSpPr>
          <p:spPr>
            <a:xfrm>
              <a:off x="7009217" y="5020954"/>
              <a:ext cx="14054" cy="2398"/>
            </a:xfrm>
            <a:custGeom>
              <a:avLst/>
              <a:gdLst/>
              <a:ahLst/>
              <a:cxnLst/>
              <a:rect l="l" t="t" r="r" b="b"/>
              <a:pathLst>
                <a:path w="252" h="43" fill="none" extrusionOk="0">
                  <a:moveTo>
                    <a:pt x="0" y="1"/>
                  </a:moveTo>
                  <a:cubicBezTo>
                    <a:pt x="84" y="22"/>
                    <a:pt x="168" y="22"/>
                    <a:pt x="251" y="43"/>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74" name="Google Shape;4374;p38"/>
            <p:cNvSpPr/>
            <p:nvPr/>
          </p:nvSpPr>
          <p:spPr>
            <a:xfrm>
              <a:off x="7008046" y="5036123"/>
              <a:ext cx="12883" cy="2398"/>
            </a:xfrm>
            <a:custGeom>
              <a:avLst/>
              <a:gdLst/>
              <a:ahLst/>
              <a:cxnLst/>
              <a:rect l="l" t="t" r="r" b="b"/>
              <a:pathLst>
                <a:path w="231" h="43" fill="none" extrusionOk="0">
                  <a:moveTo>
                    <a:pt x="0" y="1"/>
                  </a:moveTo>
                  <a:cubicBezTo>
                    <a:pt x="84" y="43"/>
                    <a:pt x="168" y="43"/>
                    <a:pt x="230" y="43"/>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75" name="Google Shape;4375;p38"/>
            <p:cNvSpPr/>
            <p:nvPr/>
          </p:nvSpPr>
          <p:spPr>
            <a:xfrm>
              <a:off x="7006875" y="5050177"/>
              <a:ext cx="10541" cy="0"/>
            </a:xfrm>
            <a:custGeom>
              <a:avLst/>
              <a:gdLst/>
              <a:ahLst/>
              <a:cxnLst/>
              <a:rect l="l" t="t" r="r" b="b"/>
              <a:pathLst>
                <a:path w="189" fill="none" extrusionOk="0">
                  <a:moveTo>
                    <a:pt x="0" y="0"/>
                  </a:moveTo>
                  <a:lnTo>
                    <a:pt x="189" y="0"/>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76" name="Google Shape;4376;p38"/>
            <p:cNvSpPr/>
            <p:nvPr/>
          </p:nvSpPr>
          <p:spPr>
            <a:xfrm>
              <a:off x="7005703" y="5059491"/>
              <a:ext cx="11712" cy="2398"/>
            </a:xfrm>
            <a:custGeom>
              <a:avLst/>
              <a:gdLst/>
              <a:ahLst/>
              <a:cxnLst/>
              <a:rect l="l" t="t" r="r" b="b"/>
              <a:pathLst>
                <a:path w="210" h="43" fill="none" extrusionOk="0">
                  <a:moveTo>
                    <a:pt x="0" y="0"/>
                  </a:moveTo>
                  <a:cubicBezTo>
                    <a:pt x="42" y="42"/>
                    <a:pt x="126" y="42"/>
                    <a:pt x="210"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77" name="Google Shape;4377;p38"/>
            <p:cNvSpPr/>
            <p:nvPr/>
          </p:nvSpPr>
          <p:spPr>
            <a:xfrm>
              <a:off x="7005703" y="5079345"/>
              <a:ext cx="12883" cy="56"/>
            </a:xfrm>
            <a:custGeom>
              <a:avLst/>
              <a:gdLst/>
              <a:ahLst/>
              <a:cxnLst/>
              <a:rect l="l" t="t" r="r" b="b"/>
              <a:pathLst>
                <a:path w="231" h="1" fill="none" extrusionOk="0">
                  <a:moveTo>
                    <a:pt x="0" y="0"/>
                  </a:moveTo>
                  <a:lnTo>
                    <a:pt x="231" y="0"/>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78" name="Google Shape;4378;p38"/>
            <p:cNvSpPr/>
            <p:nvPr/>
          </p:nvSpPr>
          <p:spPr>
            <a:xfrm>
              <a:off x="7001019" y="5092172"/>
              <a:ext cx="11712" cy="1227"/>
            </a:xfrm>
            <a:custGeom>
              <a:avLst/>
              <a:gdLst/>
              <a:ahLst/>
              <a:cxnLst/>
              <a:rect l="l" t="t" r="r" b="b"/>
              <a:pathLst>
                <a:path w="210" h="22" fill="none" extrusionOk="0">
                  <a:moveTo>
                    <a:pt x="1" y="0"/>
                  </a:moveTo>
                  <a:cubicBezTo>
                    <a:pt x="84" y="21"/>
                    <a:pt x="126" y="21"/>
                    <a:pt x="210"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79" name="Google Shape;4379;p38"/>
            <p:cNvSpPr/>
            <p:nvPr/>
          </p:nvSpPr>
          <p:spPr>
            <a:xfrm>
              <a:off x="6997505" y="5104999"/>
              <a:ext cx="14054" cy="1227"/>
            </a:xfrm>
            <a:custGeom>
              <a:avLst/>
              <a:gdLst/>
              <a:ahLst/>
              <a:cxnLst/>
              <a:rect l="l" t="t" r="r" b="b"/>
              <a:pathLst>
                <a:path w="252" h="22" fill="none" extrusionOk="0">
                  <a:moveTo>
                    <a:pt x="43" y="0"/>
                  </a:moveTo>
                  <a:cubicBezTo>
                    <a:pt x="1" y="0"/>
                    <a:pt x="1" y="0"/>
                    <a:pt x="43" y="0"/>
                  </a:cubicBezTo>
                  <a:cubicBezTo>
                    <a:pt x="85" y="21"/>
                    <a:pt x="168" y="21"/>
                    <a:pt x="252" y="2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80" name="Google Shape;4380;p38"/>
            <p:cNvSpPr/>
            <p:nvPr/>
          </p:nvSpPr>
          <p:spPr>
            <a:xfrm>
              <a:off x="7018530" y="5091001"/>
              <a:ext cx="10541" cy="56"/>
            </a:xfrm>
            <a:custGeom>
              <a:avLst/>
              <a:gdLst/>
              <a:ahLst/>
              <a:cxnLst/>
              <a:rect l="l" t="t" r="r" b="b"/>
              <a:pathLst>
                <a:path w="189" h="1" fill="none" extrusionOk="0">
                  <a:moveTo>
                    <a:pt x="1" y="0"/>
                  </a:moveTo>
                  <a:lnTo>
                    <a:pt x="189" y="0"/>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81" name="Google Shape;4381;p38"/>
            <p:cNvSpPr/>
            <p:nvPr/>
          </p:nvSpPr>
          <p:spPr>
            <a:xfrm>
              <a:off x="7019702" y="5075831"/>
              <a:ext cx="12883" cy="56"/>
            </a:xfrm>
            <a:custGeom>
              <a:avLst/>
              <a:gdLst/>
              <a:ahLst/>
              <a:cxnLst/>
              <a:rect l="l" t="t" r="r" b="b"/>
              <a:pathLst>
                <a:path w="231" h="1" fill="none" extrusionOk="0">
                  <a:moveTo>
                    <a:pt x="0" y="0"/>
                  </a:moveTo>
                  <a:lnTo>
                    <a:pt x="231" y="0"/>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82" name="Google Shape;4382;p38"/>
            <p:cNvSpPr/>
            <p:nvPr/>
          </p:nvSpPr>
          <p:spPr>
            <a:xfrm>
              <a:off x="7017359" y="5104999"/>
              <a:ext cx="14054" cy="1227"/>
            </a:xfrm>
            <a:custGeom>
              <a:avLst/>
              <a:gdLst/>
              <a:ahLst/>
              <a:cxnLst/>
              <a:rect l="l" t="t" r="r" b="b"/>
              <a:pathLst>
                <a:path w="252" h="22" fill="none" extrusionOk="0">
                  <a:moveTo>
                    <a:pt x="1" y="21"/>
                  </a:moveTo>
                  <a:cubicBezTo>
                    <a:pt x="63" y="21"/>
                    <a:pt x="168" y="0"/>
                    <a:pt x="252"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83" name="Google Shape;4383;p38"/>
            <p:cNvSpPr/>
            <p:nvPr/>
          </p:nvSpPr>
          <p:spPr>
            <a:xfrm>
              <a:off x="7023215" y="5057149"/>
              <a:ext cx="15225" cy="56"/>
            </a:xfrm>
            <a:custGeom>
              <a:avLst/>
              <a:gdLst/>
              <a:ahLst/>
              <a:cxnLst/>
              <a:rect l="l" t="t" r="r" b="b"/>
              <a:pathLst>
                <a:path w="273" h="1" fill="none" extrusionOk="0">
                  <a:moveTo>
                    <a:pt x="0" y="1"/>
                  </a:moveTo>
                  <a:lnTo>
                    <a:pt x="272" y="1"/>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84" name="Google Shape;4384;p38"/>
            <p:cNvSpPr/>
            <p:nvPr/>
          </p:nvSpPr>
          <p:spPr>
            <a:xfrm>
              <a:off x="7025557" y="5047835"/>
              <a:ext cx="15225" cy="56"/>
            </a:xfrm>
            <a:custGeom>
              <a:avLst/>
              <a:gdLst/>
              <a:ahLst/>
              <a:cxnLst/>
              <a:rect l="l" t="t" r="r" b="b"/>
              <a:pathLst>
                <a:path w="273" h="1" fill="none" extrusionOk="0">
                  <a:moveTo>
                    <a:pt x="0" y="0"/>
                  </a:moveTo>
                  <a:lnTo>
                    <a:pt x="272" y="0"/>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85" name="Google Shape;4385;p38"/>
            <p:cNvSpPr/>
            <p:nvPr/>
          </p:nvSpPr>
          <p:spPr>
            <a:xfrm>
              <a:off x="7025557" y="5039637"/>
              <a:ext cx="17512" cy="1227"/>
            </a:xfrm>
            <a:custGeom>
              <a:avLst/>
              <a:gdLst/>
              <a:ahLst/>
              <a:cxnLst/>
              <a:rect l="l" t="t" r="r" b="b"/>
              <a:pathLst>
                <a:path w="314" h="22" fill="none" extrusionOk="0">
                  <a:moveTo>
                    <a:pt x="0" y="1"/>
                  </a:moveTo>
                  <a:cubicBezTo>
                    <a:pt x="105" y="1"/>
                    <a:pt x="209" y="1"/>
                    <a:pt x="314" y="22"/>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86" name="Google Shape;4386;p38"/>
            <p:cNvSpPr/>
            <p:nvPr/>
          </p:nvSpPr>
          <p:spPr>
            <a:xfrm>
              <a:off x="7030186" y="5022125"/>
              <a:ext cx="14054" cy="1227"/>
            </a:xfrm>
            <a:custGeom>
              <a:avLst/>
              <a:gdLst/>
              <a:ahLst/>
              <a:cxnLst/>
              <a:rect l="l" t="t" r="r" b="b"/>
              <a:pathLst>
                <a:path w="252" h="22" fill="none" extrusionOk="0">
                  <a:moveTo>
                    <a:pt x="1" y="22"/>
                  </a:moveTo>
                  <a:cubicBezTo>
                    <a:pt x="84" y="1"/>
                    <a:pt x="189" y="1"/>
                    <a:pt x="252" y="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87" name="Google Shape;4387;p38"/>
            <p:cNvSpPr/>
            <p:nvPr/>
          </p:nvSpPr>
          <p:spPr>
            <a:xfrm>
              <a:off x="7032529" y="5005784"/>
              <a:ext cx="14054" cy="1227"/>
            </a:xfrm>
            <a:custGeom>
              <a:avLst/>
              <a:gdLst/>
              <a:ahLst/>
              <a:cxnLst/>
              <a:rect l="l" t="t" r="r" b="b"/>
              <a:pathLst>
                <a:path w="252" h="22" fill="none" extrusionOk="0">
                  <a:moveTo>
                    <a:pt x="1" y="1"/>
                  </a:moveTo>
                  <a:cubicBezTo>
                    <a:pt x="84" y="1"/>
                    <a:pt x="168" y="1"/>
                    <a:pt x="252" y="22"/>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88" name="Google Shape;4388;p38"/>
            <p:cNvSpPr/>
            <p:nvPr/>
          </p:nvSpPr>
          <p:spPr>
            <a:xfrm>
              <a:off x="7036042" y="4983644"/>
              <a:ext cx="17568" cy="3569"/>
            </a:xfrm>
            <a:custGeom>
              <a:avLst/>
              <a:gdLst/>
              <a:ahLst/>
              <a:cxnLst/>
              <a:rect l="l" t="t" r="r" b="b"/>
              <a:pathLst>
                <a:path w="315" h="64" fill="none" extrusionOk="0">
                  <a:moveTo>
                    <a:pt x="0" y="0"/>
                  </a:moveTo>
                  <a:cubicBezTo>
                    <a:pt x="105" y="0"/>
                    <a:pt x="210" y="42"/>
                    <a:pt x="314" y="63"/>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89" name="Google Shape;4389;p38"/>
            <p:cNvSpPr/>
            <p:nvPr/>
          </p:nvSpPr>
          <p:spPr>
            <a:xfrm>
              <a:off x="7037213" y="4971988"/>
              <a:ext cx="18739" cy="3514"/>
            </a:xfrm>
            <a:custGeom>
              <a:avLst/>
              <a:gdLst/>
              <a:ahLst/>
              <a:cxnLst/>
              <a:rect l="l" t="t" r="r" b="b"/>
              <a:pathLst>
                <a:path w="336" h="63" fill="none" extrusionOk="0">
                  <a:moveTo>
                    <a:pt x="0" y="42"/>
                  </a:moveTo>
                  <a:cubicBezTo>
                    <a:pt x="0" y="0"/>
                    <a:pt x="21" y="0"/>
                    <a:pt x="21" y="0"/>
                  </a:cubicBezTo>
                  <a:cubicBezTo>
                    <a:pt x="126" y="0"/>
                    <a:pt x="230" y="42"/>
                    <a:pt x="335" y="63"/>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90" name="Google Shape;4390;p38"/>
            <p:cNvSpPr/>
            <p:nvPr/>
          </p:nvSpPr>
          <p:spPr>
            <a:xfrm>
              <a:off x="7037213" y="4960276"/>
              <a:ext cx="21025" cy="3569"/>
            </a:xfrm>
            <a:custGeom>
              <a:avLst/>
              <a:gdLst/>
              <a:ahLst/>
              <a:cxnLst/>
              <a:rect l="l" t="t" r="r" b="b"/>
              <a:pathLst>
                <a:path w="377" h="64" fill="none" extrusionOk="0">
                  <a:moveTo>
                    <a:pt x="0" y="1"/>
                  </a:moveTo>
                  <a:cubicBezTo>
                    <a:pt x="126" y="1"/>
                    <a:pt x="272" y="1"/>
                    <a:pt x="377" y="64"/>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91" name="Google Shape;4391;p38"/>
            <p:cNvSpPr/>
            <p:nvPr/>
          </p:nvSpPr>
          <p:spPr>
            <a:xfrm>
              <a:off x="7040727" y="4948620"/>
              <a:ext cx="18683" cy="3569"/>
            </a:xfrm>
            <a:custGeom>
              <a:avLst/>
              <a:gdLst/>
              <a:ahLst/>
              <a:cxnLst/>
              <a:rect l="l" t="t" r="r" b="b"/>
              <a:pathLst>
                <a:path w="335" h="64" fill="none" extrusionOk="0">
                  <a:moveTo>
                    <a:pt x="0" y="42"/>
                  </a:moveTo>
                  <a:cubicBezTo>
                    <a:pt x="105" y="1"/>
                    <a:pt x="230" y="1"/>
                    <a:pt x="335" y="63"/>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92" name="Google Shape;4392;p38"/>
            <p:cNvSpPr/>
            <p:nvPr/>
          </p:nvSpPr>
          <p:spPr>
            <a:xfrm>
              <a:off x="7044185" y="4934622"/>
              <a:ext cx="16396" cy="1227"/>
            </a:xfrm>
            <a:custGeom>
              <a:avLst/>
              <a:gdLst/>
              <a:ahLst/>
              <a:cxnLst/>
              <a:rect l="l" t="t" r="r" b="b"/>
              <a:pathLst>
                <a:path w="294" h="22" fill="none" extrusionOk="0">
                  <a:moveTo>
                    <a:pt x="1" y="1"/>
                  </a:moveTo>
                  <a:cubicBezTo>
                    <a:pt x="105" y="1"/>
                    <a:pt x="189" y="21"/>
                    <a:pt x="294" y="2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93" name="Google Shape;4393;p38"/>
            <p:cNvSpPr/>
            <p:nvPr/>
          </p:nvSpPr>
          <p:spPr>
            <a:xfrm>
              <a:off x="7046527" y="4917110"/>
              <a:ext cx="15225" cy="56"/>
            </a:xfrm>
            <a:custGeom>
              <a:avLst/>
              <a:gdLst/>
              <a:ahLst/>
              <a:cxnLst/>
              <a:rect l="l" t="t" r="r" b="b"/>
              <a:pathLst>
                <a:path w="273" h="1" fill="none" extrusionOk="0">
                  <a:moveTo>
                    <a:pt x="1" y="1"/>
                  </a:moveTo>
                  <a:lnTo>
                    <a:pt x="273" y="1"/>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94" name="Google Shape;4394;p38"/>
            <p:cNvSpPr/>
            <p:nvPr/>
          </p:nvSpPr>
          <p:spPr>
            <a:xfrm>
              <a:off x="7048869" y="4901941"/>
              <a:ext cx="18739" cy="2398"/>
            </a:xfrm>
            <a:custGeom>
              <a:avLst/>
              <a:gdLst/>
              <a:ahLst/>
              <a:cxnLst/>
              <a:rect l="l" t="t" r="r" b="b"/>
              <a:pathLst>
                <a:path w="336" h="43" fill="none" extrusionOk="0">
                  <a:moveTo>
                    <a:pt x="1" y="43"/>
                  </a:moveTo>
                  <a:cubicBezTo>
                    <a:pt x="1" y="1"/>
                    <a:pt x="21" y="1"/>
                    <a:pt x="63" y="1"/>
                  </a:cubicBezTo>
                  <a:cubicBezTo>
                    <a:pt x="168" y="1"/>
                    <a:pt x="231" y="1"/>
                    <a:pt x="335" y="43"/>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95" name="Google Shape;4395;p38"/>
            <p:cNvSpPr/>
            <p:nvPr/>
          </p:nvSpPr>
          <p:spPr>
            <a:xfrm>
              <a:off x="7052383" y="4886771"/>
              <a:ext cx="17568" cy="1227"/>
            </a:xfrm>
            <a:custGeom>
              <a:avLst/>
              <a:gdLst/>
              <a:ahLst/>
              <a:cxnLst/>
              <a:rect l="l" t="t" r="r" b="b"/>
              <a:pathLst>
                <a:path w="315" h="22" fill="none" extrusionOk="0">
                  <a:moveTo>
                    <a:pt x="0" y="1"/>
                  </a:moveTo>
                  <a:cubicBezTo>
                    <a:pt x="105" y="1"/>
                    <a:pt x="210" y="1"/>
                    <a:pt x="314" y="22"/>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96" name="Google Shape;4396;p38"/>
            <p:cNvSpPr/>
            <p:nvPr/>
          </p:nvSpPr>
          <p:spPr>
            <a:xfrm>
              <a:off x="7054725" y="4870431"/>
              <a:ext cx="18683" cy="2398"/>
            </a:xfrm>
            <a:custGeom>
              <a:avLst/>
              <a:gdLst/>
              <a:ahLst/>
              <a:cxnLst/>
              <a:rect l="l" t="t" r="r" b="b"/>
              <a:pathLst>
                <a:path w="335" h="43" fill="none" extrusionOk="0">
                  <a:moveTo>
                    <a:pt x="0" y="22"/>
                  </a:moveTo>
                  <a:cubicBezTo>
                    <a:pt x="105" y="1"/>
                    <a:pt x="230" y="1"/>
                    <a:pt x="335" y="43"/>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97" name="Google Shape;4397;p38"/>
            <p:cNvSpPr/>
            <p:nvPr/>
          </p:nvSpPr>
          <p:spPr>
            <a:xfrm>
              <a:off x="7058183" y="4859946"/>
              <a:ext cx="15225" cy="56"/>
            </a:xfrm>
            <a:custGeom>
              <a:avLst/>
              <a:gdLst/>
              <a:ahLst/>
              <a:cxnLst/>
              <a:rect l="l" t="t" r="r" b="b"/>
              <a:pathLst>
                <a:path w="273" h="1" fill="none" extrusionOk="0">
                  <a:moveTo>
                    <a:pt x="1" y="0"/>
                  </a:moveTo>
                  <a:lnTo>
                    <a:pt x="273" y="0"/>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98" name="Google Shape;4398;p38"/>
            <p:cNvSpPr/>
            <p:nvPr/>
          </p:nvSpPr>
          <p:spPr>
            <a:xfrm>
              <a:off x="7081551" y="4866917"/>
              <a:ext cx="14054" cy="3569"/>
            </a:xfrm>
            <a:custGeom>
              <a:avLst/>
              <a:gdLst/>
              <a:ahLst/>
              <a:cxnLst/>
              <a:rect l="l" t="t" r="r" b="b"/>
              <a:pathLst>
                <a:path w="252" h="64" fill="none" extrusionOk="0">
                  <a:moveTo>
                    <a:pt x="0" y="1"/>
                  </a:moveTo>
                  <a:cubicBezTo>
                    <a:pt x="105" y="1"/>
                    <a:pt x="168" y="1"/>
                    <a:pt x="251" y="64"/>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99" name="Google Shape;4399;p38"/>
            <p:cNvSpPr/>
            <p:nvPr/>
          </p:nvSpPr>
          <p:spPr>
            <a:xfrm>
              <a:off x="7082722" y="4855261"/>
              <a:ext cx="12883" cy="3569"/>
            </a:xfrm>
            <a:custGeom>
              <a:avLst/>
              <a:gdLst/>
              <a:ahLst/>
              <a:cxnLst/>
              <a:rect l="l" t="t" r="r" b="b"/>
              <a:pathLst>
                <a:path w="231" h="64" fill="none" extrusionOk="0">
                  <a:moveTo>
                    <a:pt x="0" y="43"/>
                  </a:moveTo>
                  <a:cubicBezTo>
                    <a:pt x="84" y="1"/>
                    <a:pt x="147" y="43"/>
                    <a:pt x="230" y="64"/>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00" name="Google Shape;4400;p38"/>
            <p:cNvSpPr/>
            <p:nvPr/>
          </p:nvSpPr>
          <p:spPr>
            <a:xfrm>
              <a:off x="7076866" y="4882086"/>
              <a:ext cx="15225" cy="1227"/>
            </a:xfrm>
            <a:custGeom>
              <a:avLst/>
              <a:gdLst/>
              <a:ahLst/>
              <a:cxnLst/>
              <a:rect l="l" t="t" r="r" b="b"/>
              <a:pathLst>
                <a:path w="273" h="22" fill="none" extrusionOk="0">
                  <a:moveTo>
                    <a:pt x="1" y="1"/>
                  </a:moveTo>
                  <a:cubicBezTo>
                    <a:pt x="105" y="22"/>
                    <a:pt x="168" y="22"/>
                    <a:pt x="273" y="22"/>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01" name="Google Shape;4401;p38"/>
            <p:cNvSpPr/>
            <p:nvPr/>
          </p:nvSpPr>
          <p:spPr>
            <a:xfrm>
              <a:off x="7073352" y="4899598"/>
              <a:ext cx="16396" cy="1227"/>
            </a:xfrm>
            <a:custGeom>
              <a:avLst/>
              <a:gdLst/>
              <a:ahLst/>
              <a:cxnLst/>
              <a:rect l="l" t="t" r="r" b="b"/>
              <a:pathLst>
                <a:path w="294" h="22" fill="none" extrusionOk="0">
                  <a:moveTo>
                    <a:pt x="1" y="1"/>
                  </a:moveTo>
                  <a:cubicBezTo>
                    <a:pt x="106" y="22"/>
                    <a:pt x="189" y="22"/>
                    <a:pt x="294" y="22"/>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02" name="Google Shape;4402;p38"/>
            <p:cNvSpPr/>
            <p:nvPr/>
          </p:nvSpPr>
          <p:spPr>
            <a:xfrm>
              <a:off x="7069895" y="4918281"/>
              <a:ext cx="14054" cy="1227"/>
            </a:xfrm>
            <a:custGeom>
              <a:avLst/>
              <a:gdLst/>
              <a:ahLst/>
              <a:cxnLst/>
              <a:rect l="l" t="t" r="r" b="b"/>
              <a:pathLst>
                <a:path w="252" h="22" fill="none" extrusionOk="0">
                  <a:moveTo>
                    <a:pt x="0" y="1"/>
                  </a:moveTo>
                  <a:cubicBezTo>
                    <a:pt x="63" y="22"/>
                    <a:pt x="168" y="22"/>
                    <a:pt x="251" y="22"/>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03" name="Google Shape;4403;p38"/>
            <p:cNvSpPr/>
            <p:nvPr/>
          </p:nvSpPr>
          <p:spPr>
            <a:xfrm>
              <a:off x="7065210" y="4939306"/>
              <a:ext cx="14054" cy="1227"/>
            </a:xfrm>
            <a:custGeom>
              <a:avLst/>
              <a:gdLst/>
              <a:ahLst/>
              <a:cxnLst/>
              <a:rect l="l" t="t" r="r" b="b"/>
              <a:pathLst>
                <a:path w="252" h="22" fill="none" extrusionOk="0">
                  <a:moveTo>
                    <a:pt x="0" y="0"/>
                  </a:moveTo>
                  <a:cubicBezTo>
                    <a:pt x="84" y="21"/>
                    <a:pt x="189" y="21"/>
                    <a:pt x="252" y="2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04" name="Google Shape;4404;p38"/>
            <p:cNvSpPr/>
            <p:nvPr/>
          </p:nvSpPr>
          <p:spPr>
            <a:xfrm>
              <a:off x="7060525" y="4956818"/>
              <a:ext cx="15225" cy="1227"/>
            </a:xfrm>
            <a:custGeom>
              <a:avLst/>
              <a:gdLst/>
              <a:ahLst/>
              <a:cxnLst/>
              <a:rect l="l" t="t" r="r" b="b"/>
              <a:pathLst>
                <a:path w="273" h="22" fill="none" extrusionOk="0">
                  <a:moveTo>
                    <a:pt x="1" y="0"/>
                  </a:moveTo>
                  <a:lnTo>
                    <a:pt x="1" y="0"/>
                  </a:lnTo>
                  <a:cubicBezTo>
                    <a:pt x="84" y="21"/>
                    <a:pt x="189" y="21"/>
                    <a:pt x="273" y="2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05" name="Google Shape;4405;p38"/>
            <p:cNvSpPr/>
            <p:nvPr/>
          </p:nvSpPr>
          <p:spPr>
            <a:xfrm>
              <a:off x="7058183" y="4970817"/>
              <a:ext cx="14110" cy="1227"/>
            </a:xfrm>
            <a:custGeom>
              <a:avLst/>
              <a:gdLst/>
              <a:ahLst/>
              <a:cxnLst/>
              <a:rect l="l" t="t" r="r" b="b"/>
              <a:pathLst>
                <a:path w="253" h="22" fill="none" extrusionOk="0">
                  <a:moveTo>
                    <a:pt x="1" y="0"/>
                  </a:moveTo>
                  <a:cubicBezTo>
                    <a:pt x="64" y="21"/>
                    <a:pt x="168" y="21"/>
                    <a:pt x="252" y="2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06" name="Google Shape;4406;p38"/>
            <p:cNvSpPr/>
            <p:nvPr/>
          </p:nvSpPr>
          <p:spPr>
            <a:xfrm>
              <a:off x="7054725" y="4987157"/>
              <a:ext cx="12883" cy="1227"/>
            </a:xfrm>
            <a:custGeom>
              <a:avLst/>
              <a:gdLst/>
              <a:ahLst/>
              <a:cxnLst/>
              <a:rect l="l" t="t" r="r" b="b"/>
              <a:pathLst>
                <a:path w="231" h="22" fill="none" extrusionOk="0">
                  <a:moveTo>
                    <a:pt x="0" y="0"/>
                  </a:moveTo>
                  <a:cubicBezTo>
                    <a:pt x="84" y="0"/>
                    <a:pt x="147" y="0"/>
                    <a:pt x="230" y="2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07" name="Google Shape;4407;p38"/>
            <p:cNvSpPr/>
            <p:nvPr/>
          </p:nvSpPr>
          <p:spPr>
            <a:xfrm>
              <a:off x="7052383" y="5016325"/>
              <a:ext cx="14054" cy="1227"/>
            </a:xfrm>
            <a:custGeom>
              <a:avLst/>
              <a:gdLst/>
              <a:ahLst/>
              <a:cxnLst/>
              <a:rect l="l" t="t" r="r" b="b"/>
              <a:pathLst>
                <a:path w="252" h="22" fill="none" extrusionOk="0">
                  <a:moveTo>
                    <a:pt x="0" y="0"/>
                  </a:moveTo>
                  <a:cubicBezTo>
                    <a:pt x="42" y="0"/>
                    <a:pt x="126" y="21"/>
                    <a:pt x="168" y="21"/>
                  </a:cubicBezTo>
                  <a:lnTo>
                    <a:pt x="251" y="21"/>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08" name="Google Shape;4408;p38"/>
            <p:cNvSpPr/>
            <p:nvPr/>
          </p:nvSpPr>
          <p:spPr>
            <a:xfrm>
              <a:off x="7054725" y="5001155"/>
              <a:ext cx="11712" cy="2398"/>
            </a:xfrm>
            <a:custGeom>
              <a:avLst/>
              <a:gdLst/>
              <a:ahLst/>
              <a:cxnLst/>
              <a:rect l="l" t="t" r="r" b="b"/>
              <a:pathLst>
                <a:path w="210" h="43" fill="none" extrusionOk="0">
                  <a:moveTo>
                    <a:pt x="0" y="0"/>
                  </a:moveTo>
                  <a:cubicBezTo>
                    <a:pt x="84" y="0"/>
                    <a:pt x="126" y="42"/>
                    <a:pt x="209" y="42"/>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09" name="Google Shape;4409;p38"/>
            <p:cNvSpPr/>
            <p:nvPr/>
          </p:nvSpPr>
          <p:spPr>
            <a:xfrm>
              <a:off x="7050040" y="5034952"/>
              <a:ext cx="10541" cy="56"/>
            </a:xfrm>
            <a:custGeom>
              <a:avLst/>
              <a:gdLst/>
              <a:ahLst/>
              <a:cxnLst/>
              <a:rect l="l" t="t" r="r" b="b"/>
              <a:pathLst>
                <a:path w="189" h="1" fill="none" extrusionOk="0">
                  <a:moveTo>
                    <a:pt x="0" y="1"/>
                  </a:moveTo>
                  <a:lnTo>
                    <a:pt x="189" y="1"/>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10" name="Google Shape;4410;p38"/>
            <p:cNvSpPr/>
            <p:nvPr/>
          </p:nvSpPr>
          <p:spPr>
            <a:xfrm>
              <a:off x="7044185" y="5045493"/>
              <a:ext cx="14054" cy="2398"/>
            </a:xfrm>
            <a:custGeom>
              <a:avLst/>
              <a:gdLst/>
              <a:ahLst/>
              <a:cxnLst/>
              <a:rect l="l" t="t" r="r" b="b"/>
              <a:pathLst>
                <a:path w="252" h="43" fill="none" extrusionOk="0">
                  <a:moveTo>
                    <a:pt x="1" y="0"/>
                  </a:moveTo>
                  <a:cubicBezTo>
                    <a:pt x="85" y="21"/>
                    <a:pt x="168" y="42"/>
                    <a:pt x="252" y="42"/>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11" name="Google Shape;4411;p38"/>
            <p:cNvSpPr/>
            <p:nvPr/>
          </p:nvSpPr>
          <p:spPr>
            <a:xfrm>
              <a:off x="7043013" y="5057149"/>
              <a:ext cx="11767" cy="4740"/>
            </a:xfrm>
            <a:custGeom>
              <a:avLst/>
              <a:gdLst/>
              <a:ahLst/>
              <a:cxnLst/>
              <a:rect l="l" t="t" r="r" b="b"/>
              <a:pathLst>
                <a:path w="211" h="85" fill="none" extrusionOk="0">
                  <a:moveTo>
                    <a:pt x="1" y="1"/>
                  </a:moveTo>
                  <a:cubicBezTo>
                    <a:pt x="64" y="42"/>
                    <a:pt x="126" y="84"/>
                    <a:pt x="210" y="42"/>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12" name="Google Shape;4412;p38"/>
            <p:cNvSpPr/>
            <p:nvPr/>
          </p:nvSpPr>
          <p:spPr>
            <a:xfrm>
              <a:off x="7041898" y="5068804"/>
              <a:ext cx="11712" cy="2398"/>
            </a:xfrm>
            <a:custGeom>
              <a:avLst/>
              <a:gdLst/>
              <a:ahLst/>
              <a:cxnLst/>
              <a:rect l="l" t="t" r="r" b="b"/>
              <a:pathLst>
                <a:path w="210" h="43" fill="none" extrusionOk="0">
                  <a:moveTo>
                    <a:pt x="0" y="1"/>
                  </a:moveTo>
                  <a:cubicBezTo>
                    <a:pt x="0" y="1"/>
                    <a:pt x="0" y="22"/>
                    <a:pt x="0" y="1"/>
                  </a:cubicBezTo>
                  <a:cubicBezTo>
                    <a:pt x="0" y="22"/>
                    <a:pt x="0" y="22"/>
                    <a:pt x="0" y="1"/>
                  </a:cubicBezTo>
                  <a:cubicBezTo>
                    <a:pt x="84" y="43"/>
                    <a:pt x="126" y="43"/>
                    <a:pt x="209" y="43"/>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13" name="Google Shape;4413;p38"/>
            <p:cNvSpPr/>
            <p:nvPr/>
          </p:nvSpPr>
          <p:spPr>
            <a:xfrm>
              <a:off x="7036042" y="5087487"/>
              <a:ext cx="12883" cy="3569"/>
            </a:xfrm>
            <a:custGeom>
              <a:avLst/>
              <a:gdLst/>
              <a:ahLst/>
              <a:cxnLst/>
              <a:rect l="l" t="t" r="r" b="b"/>
              <a:pathLst>
                <a:path w="231" h="64" fill="none" extrusionOk="0">
                  <a:moveTo>
                    <a:pt x="0" y="1"/>
                  </a:moveTo>
                  <a:cubicBezTo>
                    <a:pt x="84" y="21"/>
                    <a:pt x="147" y="21"/>
                    <a:pt x="231" y="63"/>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14" name="Google Shape;4414;p38"/>
            <p:cNvSpPr/>
            <p:nvPr/>
          </p:nvSpPr>
          <p:spPr>
            <a:xfrm>
              <a:off x="7082722" y="4941649"/>
              <a:ext cx="12883" cy="1227"/>
            </a:xfrm>
            <a:custGeom>
              <a:avLst/>
              <a:gdLst/>
              <a:ahLst/>
              <a:cxnLst/>
              <a:rect l="l" t="t" r="r" b="b"/>
              <a:pathLst>
                <a:path w="231" h="22" fill="none" extrusionOk="0">
                  <a:moveTo>
                    <a:pt x="0" y="0"/>
                  </a:moveTo>
                  <a:cubicBezTo>
                    <a:pt x="84" y="0"/>
                    <a:pt x="147" y="21"/>
                    <a:pt x="230" y="2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15" name="Google Shape;4415;p38"/>
            <p:cNvSpPr/>
            <p:nvPr/>
          </p:nvSpPr>
          <p:spPr>
            <a:xfrm>
              <a:off x="7088522" y="4922966"/>
              <a:ext cx="8254" cy="56"/>
            </a:xfrm>
            <a:custGeom>
              <a:avLst/>
              <a:gdLst/>
              <a:ahLst/>
              <a:cxnLst/>
              <a:rect l="l" t="t" r="r" b="b"/>
              <a:pathLst>
                <a:path w="148" h="1" fill="none" extrusionOk="0">
                  <a:moveTo>
                    <a:pt x="1" y="0"/>
                  </a:moveTo>
                  <a:lnTo>
                    <a:pt x="147" y="0"/>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16" name="Google Shape;4416;p38"/>
            <p:cNvSpPr/>
            <p:nvPr/>
          </p:nvSpPr>
          <p:spPr>
            <a:xfrm>
              <a:off x="7081551" y="4959105"/>
              <a:ext cx="9369" cy="1227"/>
            </a:xfrm>
            <a:custGeom>
              <a:avLst/>
              <a:gdLst/>
              <a:ahLst/>
              <a:cxnLst/>
              <a:rect l="l" t="t" r="r" b="b"/>
              <a:pathLst>
                <a:path w="168" h="22" fill="none" extrusionOk="0">
                  <a:moveTo>
                    <a:pt x="0" y="1"/>
                  </a:moveTo>
                  <a:cubicBezTo>
                    <a:pt x="42" y="1"/>
                    <a:pt x="126" y="1"/>
                    <a:pt x="168" y="22"/>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17" name="Google Shape;4417;p38"/>
            <p:cNvSpPr/>
            <p:nvPr/>
          </p:nvSpPr>
          <p:spPr>
            <a:xfrm>
              <a:off x="7076866" y="4975445"/>
              <a:ext cx="12883" cy="2398"/>
            </a:xfrm>
            <a:custGeom>
              <a:avLst/>
              <a:gdLst/>
              <a:ahLst/>
              <a:cxnLst/>
              <a:rect l="l" t="t" r="r" b="b"/>
              <a:pathLst>
                <a:path w="231" h="43" fill="none" extrusionOk="0">
                  <a:moveTo>
                    <a:pt x="1" y="1"/>
                  </a:moveTo>
                  <a:cubicBezTo>
                    <a:pt x="1" y="1"/>
                    <a:pt x="1" y="22"/>
                    <a:pt x="22" y="22"/>
                  </a:cubicBezTo>
                  <a:cubicBezTo>
                    <a:pt x="105" y="43"/>
                    <a:pt x="168" y="43"/>
                    <a:pt x="231" y="43"/>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18" name="Google Shape;4418;p38"/>
            <p:cNvSpPr/>
            <p:nvPr/>
          </p:nvSpPr>
          <p:spPr>
            <a:xfrm>
              <a:off x="7072237" y="4995300"/>
              <a:ext cx="12883" cy="56"/>
            </a:xfrm>
            <a:custGeom>
              <a:avLst/>
              <a:gdLst/>
              <a:ahLst/>
              <a:cxnLst/>
              <a:rect l="l" t="t" r="r" b="b"/>
              <a:pathLst>
                <a:path w="231" h="1" fill="none" extrusionOk="0">
                  <a:moveTo>
                    <a:pt x="0" y="1"/>
                  </a:moveTo>
                  <a:lnTo>
                    <a:pt x="230" y="1"/>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19" name="Google Shape;4419;p38"/>
            <p:cNvSpPr/>
            <p:nvPr/>
          </p:nvSpPr>
          <p:spPr>
            <a:xfrm>
              <a:off x="7069895" y="5011640"/>
              <a:ext cx="10541" cy="2398"/>
            </a:xfrm>
            <a:custGeom>
              <a:avLst/>
              <a:gdLst/>
              <a:ahLst/>
              <a:cxnLst/>
              <a:rect l="l" t="t" r="r" b="b"/>
              <a:pathLst>
                <a:path w="189" h="43" fill="none" extrusionOk="0">
                  <a:moveTo>
                    <a:pt x="21" y="1"/>
                  </a:moveTo>
                  <a:cubicBezTo>
                    <a:pt x="0" y="1"/>
                    <a:pt x="0" y="21"/>
                    <a:pt x="21" y="1"/>
                  </a:cubicBezTo>
                  <a:cubicBezTo>
                    <a:pt x="63" y="21"/>
                    <a:pt x="126" y="42"/>
                    <a:pt x="188" y="42"/>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20" name="Google Shape;4420;p38"/>
            <p:cNvSpPr/>
            <p:nvPr/>
          </p:nvSpPr>
          <p:spPr>
            <a:xfrm>
              <a:off x="7066381" y="5027981"/>
              <a:ext cx="12883" cy="1227"/>
            </a:xfrm>
            <a:custGeom>
              <a:avLst/>
              <a:gdLst/>
              <a:ahLst/>
              <a:cxnLst/>
              <a:rect l="l" t="t" r="r" b="b"/>
              <a:pathLst>
                <a:path w="231" h="22" fill="none" extrusionOk="0">
                  <a:moveTo>
                    <a:pt x="0" y="0"/>
                  </a:moveTo>
                  <a:cubicBezTo>
                    <a:pt x="84" y="21"/>
                    <a:pt x="168" y="21"/>
                    <a:pt x="231"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21" name="Google Shape;4421;p38"/>
            <p:cNvSpPr/>
            <p:nvPr/>
          </p:nvSpPr>
          <p:spPr>
            <a:xfrm>
              <a:off x="7090864" y="4899598"/>
              <a:ext cx="14054" cy="2398"/>
            </a:xfrm>
            <a:custGeom>
              <a:avLst/>
              <a:gdLst/>
              <a:ahLst/>
              <a:cxnLst/>
              <a:rect l="l" t="t" r="r" b="b"/>
              <a:pathLst>
                <a:path w="252" h="43" fill="none" extrusionOk="0">
                  <a:moveTo>
                    <a:pt x="1" y="1"/>
                  </a:moveTo>
                  <a:cubicBezTo>
                    <a:pt x="84" y="1"/>
                    <a:pt x="168" y="1"/>
                    <a:pt x="252" y="43"/>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22" name="Google Shape;4422;p38"/>
            <p:cNvSpPr/>
            <p:nvPr/>
          </p:nvSpPr>
          <p:spPr>
            <a:xfrm>
              <a:off x="7096720" y="4882086"/>
              <a:ext cx="11712" cy="56"/>
            </a:xfrm>
            <a:custGeom>
              <a:avLst/>
              <a:gdLst/>
              <a:ahLst/>
              <a:cxnLst/>
              <a:rect l="l" t="t" r="r" b="b"/>
              <a:pathLst>
                <a:path w="210" h="1" fill="none" extrusionOk="0">
                  <a:moveTo>
                    <a:pt x="0" y="1"/>
                  </a:moveTo>
                  <a:lnTo>
                    <a:pt x="210" y="1"/>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23" name="Google Shape;4423;p38"/>
            <p:cNvSpPr/>
            <p:nvPr/>
          </p:nvSpPr>
          <p:spPr>
            <a:xfrm>
              <a:off x="7099062" y="4869259"/>
              <a:ext cx="9369" cy="56"/>
            </a:xfrm>
            <a:custGeom>
              <a:avLst/>
              <a:gdLst/>
              <a:ahLst/>
              <a:cxnLst/>
              <a:rect l="l" t="t" r="r" b="b"/>
              <a:pathLst>
                <a:path w="168" h="1" fill="none" extrusionOk="0">
                  <a:moveTo>
                    <a:pt x="0" y="1"/>
                  </a:moveTo>
                  <a:lnTo>
                    <a:pt x="168" y="1"/>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24" name="Google Shape;4424;p38"/>
            <p:cNvSpPr/>
            <p:nvPr/>
          </p:nvSpPr>
          <p:spPr>
            <a:xfrm>
              <a:off x="7101405" y="4858775"/>
              <a:ext cx="10541" cy="1227"/>
            </a:xfrm>
            <a:custGeom>
              <a:avLst/>
              <a:gdLst/>
              <a:ahLst/>
              <a:cxnLst/>
              <a:rect l="l" t="t" r="r" b="b"/>
              <a:pathLst>
                <a:path w="189" h="22" fill="none" extrusionOk="0">
                  <a:moveTo>
                    <a:pt x="0" y="1"/>
                  </a:moveTo>
                  <a:cubicBezTo>
                    <a:pt x="63" y="1"/>
                    <a:pt x="126" y="1"/>
                    <a:pt x="188" y="2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25" name="Google Shape;4425;p38"/>
            <p:cNvSpPr/>
            <p:nvPr/>
          </p:nvSpPr>
          <p:spPr>
            <a:xfrm>
              <a:off x="7060525" y="5050177"/>
              <a:ext cx="12883" cy="0"/>
            </a:xfrm>
            <a:custGeom>
              <a:avLst/>
              <a:gdLst/>
              <a:ahLst/>
              <a:cxnLst/>
              <a:rect l="l" t="t" r="r" b="b"/>
              <a:pathLst>
                <a:path w="231" fill="none" extrusionOk="0">
                  <a:moveTo>
                    <a:pt x="1" y="0"/>
                  </a:moveTo>
                  <a:lnTo>
                    <a:pt x="231" y="0"/>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26" name="Google Shape;4426;p38"/>
            <p:cNvSpPr/>
            <p:nvPr/>
          </p:nvSpPr>
          <p:spPr>
            <a:xfrm>
              <a:off x="7059354" y="5063004"/>
              <a:ext cx="12939" cy="56"/>
            </a:xfrm>
            <a:custGeom>
              <a:avLst/>
              <a:gdLst/>
              <a:ahLst/>
              <a:cxnLst/>
              <a:rect l="l" t="t" r="r" b="b"/>
              <a:pathLst>
                <a:path w="232" h="1" fill="none" extrusionOk="0">
                  <a:moveTo>
                    <a:pt x="1" y="0"/>
                  </a:moveTo>
                  <a:lnTo>
                    <a:pt x="231" y="0"/>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27" name="Google Shape;4427;p38"/>
            <p:cNvSpPr/>
            <p:nvPr/>
          </p:nvSpPr>
          <p:spPr>
            <a:xfrm>
              <a:off x="7055896" y="5079345"/>
              <a:ext cx="16396" cy="1227"/>
            </a:xfrm>
            <a:custGeom>
              <a:avLst/>
              <a:gdLst/>
              <a:ahLst/>
              <a:cxnLst/>
              <a:rect l="l" t="t" r="r" b="b"/>
              <a:pathLst>
                <a:path w="294" h="22" fill="none" extrusionOk="0">
                  <a:moveTo>
                    <a:pt x="0" y="0"/>
                  </a:moveTo>
                  <a:cubicBezTo>
                    <a:pt x="105" y="0"/>
                    <a:pt x="188" y="21"/>
                    <a:pt x="293" y="2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28" name="Google Shape;4428;p38"/>
            <p:cNvSpPr/>
            <p:nvPr/>
          </p:nvSpPr>
          <p:spPr>
            <a:xfrm>
              <a:off x="7052383" y="5093343"/>
              <a:ext cx="15225" cy="1227"/>
            </a:xfrm>
            <a:custGeom>
              <a:avLst/>
              <a:gdLst/>
              <a:ahLst/>
              <a:cxnLst/>
              <a:rect l="l" t="t" r="r" b="b"/>
              <a:pathLst>
                <a:path w="273" h="22" fill="none" extrusionOk="0">
                  <a:moveTo>
                    <a:pt x="0" y="0"/>
                  </a:moveTo>
                  <a:cubicBezTo>
                    <a:pt x="105" y="21"/>
                    <a:pt x="168" y="21"/>
                    <a:pt x="272" y="2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29" name="Google Shape;4429;p38"/>
            <p:cNvSpPr/>
            <p:nvPr/>
          </p:nvSpPr>
          <p:spPr>
            <a:xfrm>
              <a:off x="7048869" y="5108513"/>
              <a:ext cx="12883" cy="56"/>
            </a:xfrm>
            <a:custGeom>
              <a:avLst/>
              <a:gdLst/>
              <a:ahLst/>
              <a:cxnLst/>
              <a:rect l="l" t="t" r="r" b="b"/>
              <a:pathLst>
                <a:path w="231" h="1" fill="none" extrusionOk="0">
                  <a:moveTo>
                    <a:pt x="1" y="0"/>
                  </a:moveTo>
                  <a:lnTo>
                    <a:pt x="231" y="0"/>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30" name="Google Shape;4430;p38"/>
            <p:cNvSpPr/>
            <p:nvPr/>
          </p:nvSpPr>
          <p:spPr>
            <a:xfrm>
              <a:off x="7075695" y="5086316"/>
              <a:ext cx="21081" cy="56"/>
            </a:xfrm>
            <a:custGeom>
              <a:avLst/>
              <a:gdLst/>
              <a:ahLst/>
              <a:cxnLst/>
              <a:rect l="l" t="t" r="r" b="b"/>
              <a:pathLst>
                <a:path w="378" h="1" fill="none" extrusionOk="0">
                  <a:moveTo>
                    <a:pt x="1" y="1"/>
                  </a:moveTo>
                  <a:lnTo>
                    <a:pt x="377" y="1"/>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31" name="Google Shape;4431;p38"/>
            <p:cNvSpPr/>
            <p:nvPr/>
          </p:nvSpPr>
          <p:spPr>
            <a:xfrm>
              <a:off x="7078037" y="5068804"/>
              <a:ext cx="21081" cy="56"/>
            </a:xfrm>
            <a:custGeom>
              <a:avLst/>
              <a:gdLst/>
              <a:ahLst/>
              <a:cxnLst/>
              <a:rect l="l" t="t" r="r" b="b"/>
              <a:pathLst>
                <a:path w="378" h="1" fill="none" extrusionOk="0">
                  <a:moveTo>
                    <a:pt x="1" y="1"/>
                  </a:moveTo>
                  <a:lnTo>
                    <a:pt x="377" y="1"/>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32" name="Google Shape;4432;p38"/>
            <p:cNvSpPr/>
            <p:nvPr/>
          </p:nvSpPr>
          <p:spPr>
            <a:xfrm>
              <a:off x="7081551" y="5051293"/>
              <a:ext cx="24539" cy="1227"/>
            </a:xfrm>
            <a:custGeom>
              <a:avLst/>
              <a:gdLst/>
              <a:ahLst/>
              <a:cxnLst/>
              <a:rect l="l" t="t" r="r" b="b"/>
              <a:pathLst>
                <a:path w="440" h="22" fill="none" extrusionOk="0">
                  <a:moveTo>
                    <a:pt x="21" y="22"/>
                  </a:moveTo>
                  <a:cubicBezTo>
                    <a:pt x="0" y="22"/>
                    <a:pt x="0" y="1"/>
                    <a:pt x="21" y="22"/>
                  </a:cubicBezTo>
                  <a:cubicBezTo>
                    <a:pt x="21" y="1"/>
                    <a:pt x="21" y="1"/>
                    <a:pt x="42" y="1"/>
                  </a:cubicBezTo>
                  <a:lnTo>
                    <a:pt x="440" y="1"/>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33" name="Google Shape;4433;p38"/>
            <p:cNvSpPr/>
            <p:nvPr/>
          </p:nvSpPr>
          <p:spPr>
            <a:xfrm>
              <a:off x="7087406" y="5032665"/>
              <a:ext cx="21025" cy="1227"/>
            </a:xfrm>
            <a:custGeom>
              <a:avLst/>
              <a:gdLst/>
              <a:ahLst/>
              <a:cxnLst/>
              <a:rect l="l" t="t" r="r" b="b"/>
              <a:pathLst>
                <a:path w="377" h="22" fill="none" extrusionOk="0">
                  <a:moveTo>
                    <a:pt x="21" y="21"/>
                  </a:moveTo>
                  <a:cubicBezTo>
                    <a:pt x="21" y="21"/>
                    <a:pt x="0" y="0"/>
                    <a:pt x="21" y="21"/>
                  </a:cubicBezTo>
                  <a:lnTo>
                    <a:pt x="377" y="21"/>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34" name="Google Shape;4434;p38"/>
            <p:cNvSpPr/>
            <p:nvPr/>
          </p:nvSpPr>
          <p:spPr>
            <a:xfrm>
              <a:off x="7087406" y="5015154"/>
              <a:ext cx="21025" cy="2398"/>
            </a:xfrm>
            <a:custGeom>
              <a:avLst/>
              <a:gdLst/>
              <a:ahLst/>
              <a:cxnLst/>
              <a:rect l="l" t="t" r="r" b="b"/>
              <a:pathLst>
                <a:path w="377" h="43" fill="none" extrusionOk="0">
                  <a:moveTo>
                    <a:pt x="0" y="21"/>
                  </a:moveTo>
                  <a:cubicBezTo>
                    <a:pt x="126" y="0"/>
                    <a:pt x="251" y="21"/>
                    <a:pt x="377" y="42"/>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35" name="Google Shape;4435;p38"/>
            <p:cNvSpPr/>
            <p:nvPr/>
          </p:nvSpPr>
          <p:spPr>
            <a:xfrm>
              <a:off x="7094378" y="4992957"/>
              <a:ext cx="19910" cy="2398"/>
            </a:xfrm>
            <a:custGeom>
              <a:avLst/>
              <a:gdLst/>
              <a:ahLst/>
              <a:cxnLst/>
              <a:rect l="l" t="t" r="r" b="b"/>
              <a:pathLst>
                <a:path w="357" h="43" fill="none" extrusionOk="0">
                  <a:moveTo>
                    <a:pt x="1" y="1"/>
                  </a:moveTo>
                  <a:cubicBezTo>
                    <a:pt x="126" y="22"/>
                    <a:pt x="231" y="22"/>
                    <a:pt x="356" y="43"/>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36" name="Google Shape;4436;p38"/>
            <p:cNvSpPr/>
            <p:nvPr/>
          </p:nvSpPr>
          <p:spPr>
            <a:xfrm>
              <a:off x="7094378" y="4981301"/>
              <a:ext cx="22252" cy="1227"/>
            </a:xfrm>
            <a:custGeom>
              <a:avLst/>
              <a:gdLst/>
              <a:ahLst/>
              <a:cxnLst/>
              <a:rect l="l" t="t" r="r" b="b"/>
              <a:pathLst>
                <a:path w="399" h="22" fill="none" extrusionOk="0">
                  <a:moveTo>
                    <a:pt x="1" y="21"/>
                  </a:moveTo>
                  <a:cubicBezTo>
                    <a:pt x="126" y="1"/>
                    <a:pt x="252" y="1"/>
                    <a:pt x="398" y="2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37" name="Google Shape;4437;p38"/>
            <p:cNvSpPr/>
            <p:nvPr/>
          </p:nvSpPr>
          <p:spPr>
            <a:xfrm>
              <a:off x="7095549" y="4969645"/>
              <a:ext cx="23368" cy="2398"/>
            </a:xfrm>
            <a:custGeom>
              <a:avLst/>
              <a:gdLst/>
              <a:ahLst/>
              <a:cxnLst/>
              <a:rect l="l" t="t" r="r" b="b"/>
              <a:pathLst>
                <a:path w="419" h="43" fill="none" extrusionOk="0">
                  <a:moveTo>
                    <a:pt x="0" y="42"/>
                  </a:moveTo>
                  <a:cubicBezTo>
                    <a:pt x="21" y="21"/>
                    <a:pt x="63" y="21"/>
                    <a:pt x="84" y="21"/>
                  </a:cubicBezTo>
                  <a:cubicBezTo>
                    <a:pt x="189" y="0"/>
                    <a:pt x="293" y="0"/>
                    <a:pt x="419"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38" name="Google Shape;4438;p38"/>
            <p:cNvSpPr/>
            <p:nvPr/>
          </p:nvSpPr>
          <p:spPr>
            <a:xfrm>
              <a:off x="7101405" y="4950962"/>
              <a:ext cx="18683" cy="1227"/>
            </a:xfrm>
            <a:custGeom>
              <a:avLst/>
              <a:gdLst/>
              <a:ahLst/>
              <a:cxnLst/>
              <a:rect l="l" t="t" r="r" b="b"/>
              <a:pathLst>
                <a:path w="335" h="22" fill="none" extrusionOk="0">
                  <a:moveTo>
                    <a:pt x="0" y="0"/>
                  </a:moveTo>
                  <a:cubicBezTo>
                    <a:pt x="105" y="0"/>
                    <a:pt x="230" y="0"/>
                    <a:pt x="335" y="2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39" name="Google Shape;4439;p38"/>
            <p:cNvSpPr/>
            <p:nvPr/>
          </p:nvSpPr>
          <p:spPr>
            <a:xfrm>
              <a:off x="7104862" y="4928766"/>
              <a:ext cx="21081" cy="2398"/>
            </a:xfrm>
            <a:custGeom>
              <a:avLst/>
              <a:gdLst/>
              <a:ahLst/>
              <a:cxnLst/>
              <a:rect l="l" t="t" r="r" b="b"/>
              <a:pathLst>
                <a:path w="378" h="43" fill="none" extrusionOk="0">
                  <a:moveTo>
                    <a:pt x="1" y="43"/>
                  </a:moveTo>
                  <a:cubicBezTo>
                    <a:pt x="1" y="22"/>
                    <a:pt x="22" y="22"/>
                    <a:pt x="22" y="22"/>
                  </a:cubicBezTo>
                  <a:cubicBezTo>
                    <a:pt x="147" y="1"/>
                    <a:pt x="273" y="22"/>
                    <a:pt x="378" y="43"/>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40" name="Google Shape;4440;p38"/>
            <p:cNvSpPr/>
            <p:nvPr/>
          </p:nvSpPr>
          <p:spPr>
            <a:xfrm>
              <a:off x="7107205" y="4918281"/>
              <a:ext cx="21081" cy="1227"/>
            </a:xfrm>
            <a:custGeom>
              <a:avLst/>
              <a:gdLst/>
              <a:ahLst/>
              <a:cxnLst/>
              <a:rect l="l" t="t" r="r" b="b"/>
              <a:pathLst>
                <a:path w="378" h="22" fill="none" extrusionOk="0">
                  <a:moveTo>
                    <a:pt x="1" y="1"/>
                  </a:moveTo>
                  <a:cubicBezTo>
                    <a:pt x="126" y="1"/>
                    <a:pt x="231" y="1"/>
                    <a:pt x="377" y="22"/>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41" name="Google Shape;4441;p38"/>
            <p:cNvSpPr/>
            <p:nvPr/>
          </p:nvSpPr>
          <p:spPr>
            <a:xfrm>
              <a:off x="7111889" y="4901941"/>
              <a:ext cx="17568" cy="3569"/>
            </a:xfrm>
            <a:custGeom>
              <a:avLst/>
              <a:gdLst/>
              <a:ahLst/>
              <a:cxnLst/>
              <a:rect l="l" t="t" r="r" b="b"/>
              <a:pathLst>
                <a:path w="315" h="64" fill="none" extrusionOk="0">
                  <a:moveTo>
                    <a:pt x="0" y="1"/>
                  </a:moveTo>
                  <a:cubicBezTo>
                    <a:pt x="105" y="1"/>
                    <a:pt x="210" y="43"/>
                    <a:pt x="314" y="63"/>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42" name="Google Shape;4442;p38"/>
            <p:cNvSpPr/>
            <p:nvPr/>
          </p:nvSpPr>
          <p:spPr>
            <a:xfrm>
              <a:off x="7113061" y="4887942"/>
              <a:ext cx="18739" cy="2398"/>
            </a:xfrm>
            <a:custGeom>
              <a:avLst/>
              <a:gdLst/>
              <a:ahLst/>
              <a:cxnLst/>
              <a:rect l="l" t="t" r="r" b="b"/>
              <a:pathLst>
                <a:path w="336" h="43" fill="none" extrusionOk="0">
                  <a:moveTo>
                    <a:pt x="0" y="1"/>
                  </a:moveTo>
                  <a:cubicBezTo>
                    <a:pt x="105" y="1"/>
                    <a:pt x="231" y="22"/>
                    <a:pt x="335" y="42"/>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43" name="Google Shape;4443;p38"/>
            <p:cNvSpPr/>
            <p:nvPr/>
          </p:nvSpPr>
          <p:spPr>
            <a:xfrm>
              <a:off x="7113061" y="4875115"/>
              <a:ext cx="18739" cy="2398"/>
            </a:xfrm>
            <a:custGeom>
              <a:avLst/>
              <a:gdLst/>
              <a:ahLst/>
              <a:cxnLst/>
              <a:rect l="l" t="t" r="r" b="b"/>
              <a:pathLst>
                <a:path w="336" h="43" fill="none" extrusionOk="0">
                  <a:moveTo>
                    <a:pt x="0" y="21"/>
                  </a:moveTo>
                  <a:cubicBezTo>
                    <a:pt x="105" y="0"/>
                    <a:pt x="231" y="21"/>
                    <a:pt x="335" y="42"/>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44" name="Google Shape;4444;p38"/>
            <p:cNvSpPr/>
            <p:nvPr/>
          </p:nvSpPr>
          <p:spPr>
            <a:xfrm>
              <a:off x="7116574" y="4865802"/>
              <a:ext cx="18683" cy="1171"/>
            </a:xfrm>
            <a:custGeom>
              <a:avLst/>
              <a:gdLst/>
              <a:ahLst/>
              <a:cxnLst/>
              <a:rect l="l" t="t" r="r" b="b"/>
              <a:pathLst>
                <a:path w="335" h="21" fill="none" extrusionOk="0">
                  <a:moveTo>
                    <a:pt x="0" y="0"/>
                  </a:moveTo>
                  <a:cubicBezTo>
                    <a:pt x="105" y="0"/>
                    <a:pt x="230" y="0"/>
                    <a:pt x="335" y="2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45" name="Google Shape;4445;p38"/>
            <p:cNvSpPr/>
            <p:nvPr/>
          </p:nvSpPr>
          <p:spPr>
            <a:xfrm>
              <a:off x="7116574" y="4855261"/>
              <a:ext cx="18683" cy="2398"/>
            </a:xfrm>
            <a:custGeom>
              <a:avLst/>
              <a:gdLst/>
              <a:ahLst/>
              <a:cxnLst/>
              <a:rect l="l" t="t" r="r" b="b"/>
              <a:pathLst>
                <a:path w="335" h="43" fill="none" extrusionOk="0">
                  <a:moveTo>
                    <a:pt x="0" y="43"/>
                  </a:moveTo>
                  <a:cubicBezTo>
                    <a:pt x="105" y="1"/>
                    <a:pt x="230" y="1"/>
                    <a:pt x="335" y="43"/>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46" name="Google Shape;4446;p38"/>
            <p:cNvSpPr/>
            <p:nvPr/>
          </p:nvSpPr>
          <p:spPr>
            <a:xfrm>
              <a:off x="7142228" y="4875115"/>
              <a:ext cx="18739" cy="2398"/>
            </a:xfrm>
            <a:custGeom>
              <a:avLst/>
              <a:gdLst/>
              <a:ahLst/>
              <a:cxnLst/>
              <a:rect l="l" t="t" r="r" b="b"/>
              <a:pathLst>
                <a:path w="336" h="43" fill="none" extrusionOk="0">
                  <a:moveTo>
                    <a:pt x="0" y="0"/>
                  </a:moveTo>
                  <a:cubicBezTo>
                    <a:pt x="105" y="21"/>
                    <a:pt x="231" y="21"/>
                    <a:pt x="335" y="42"/>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47" name="Google Shape;4447;p38"/>
            <p:cNvSpPr/>
            <p:nvPr/>
          </p:nvSpPr>
          <p:spPr>
            <a:xfrm>
              <a:off x="7145742" y="4861117"/>
              <a:ext cx="18683" cy="3569"/>
            </a:xfrm>
            <a:custGeom>
              <a:avLst/>
              <a:gdLst/>
              <a:ahLst/>
              <a:cxnLst/>
              <a:rect l="l" t="t" r="r" b="b"/>
              <a:pathLst>
                <a:path w="335" h="64" fill="none" extrusionOk="0">
                  <a:moveTo>
                    <a:pt x="0" y="42"/>
                  </a:moveTo>
                  <a:cubicBezTo>
                    <a:pt x="105" y="0"/>
                    <a:pt x="230" y="42"/>
                    <a:pt x="335" y="63"/>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48" name="Google Shape;4448;p38"/>
            <p:cNvSpPr/>
            <p:nvPr/>
          </p:nvSpPr>
          <p:spPr>
            <a:xfrm>
              <a:off x="7145742" y="4854090"/>
              <a:ext cx="19854" cy="56"/>
            </a:xfrm>
            <a:custGeom>
              <a:avLst/>
              <a:gdLst/>
              <a:ahLst/>
              <a:cxnLst/>
              <a:rect l="l" t="t" r="r" b="b"/>
              <a:pathLst>
                <a:path w="356" h="1" fill="none" extrusionOk="0">
                  <a:moveTo>
                    <a:pt x="0" y="1"/>
                  </a:moveTo>
                  <a:lnTo>
                    <a:pt x="356" y="1"/>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49" name="Google Shape;4449;p38"/>
            <p:cNvSpPr/>
            <p:nvPr/>
          </p:nvSpPr>
          <p:spPr>
            <a:xfrm>
              <a:off x="7139886" y="4892627"/>
              <a:ext cx="17568" cy="1227"/>
            </a:xfrm>
            <a:custGeom>
              <a:avLst/>
              <a:gdLst/>
              <a:ahLst/>
              <a:cxnLst/>
              <a:rect l="l" t="t" r="r" b="b"/>
              <a:pathLst>
                <a:path w="315" h="22" fill="none" extrusionOk="0">
                  <a:moveTo>
                    <a:pt x="1" y="0"/>
                  </a:moveTo>
                  <a:cubicBezTo>
                    <a:pt x="105" y="21"/>
                    <a:pt x="210" y="21"/>
                    <a:pt x="314" y="2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50" name="Google Shape;4450;p38"/>
            <p:cNvSpPr/>
            <p:nvPr/>
          </p:nvSpPr>
          <p:spPr>
            <a:xfrm>
              <a:off x="7135201" y="4901941"/>
              <a:ext cx="19910" cy="4740"/>
            </a:xfrm>
            <a:custGeom>
              <a:avLst/>
              <a:gdLst/>
              <a:ahLst/>
              <a:cxnLst/>
              <a:rect l="l" t="t" r="r" b="b"/>
              <a:pathLst>
                <a:path w="357" h="85" fill="none" extrusionOk="0">
                  <a:moveTo>
                    <a:pt x="1" y="1"/>
                  </a:moveTo>
                  <a:cubicBezTo>
                    <a:pt x="126" y="43"/>
                    <a:pt x="231" y="63"/>
                    <a:pt x="357" y="84"/>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51" name="Google Shape;4451;p38"/>
            <p:cNvSpPr/>
            <p:nvPr/>
          </p:nvSpPr>
          <p:spPr>
            <a:xfrm>
              <a:off x="7130572" y="4917110"/>
              <a:ext cx="26881" cy="2398"/>
            </a:xfrm>
            <a:custGeom>
              <a:avLst/>
              <a:gdLst/>
              <a:ahLst/>
              <a:cxnLst/>
              <a:rect l="l" t="t" r="r" b="b"/>
              <a:pathLst>
                <a:path w="482" h="43" fill="none" extrusionOk="0">
                  <a:moveTo>
                    <a:pt x="0" y="1"/>
                  </a:moveTo>
                  <a:cubicBezTo>
                    <a:pt x="168" y="22"/>
                    <a:pt x="314" y="22"/>
                    <a:pt x="481" y="43"/>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52" name="Google Shape;4452;p38"/>
            <p:cNvSpPr/>
            <p:nvPr/>
          </p:nvSpPr>
          <p:spPr>
            <a:xfrm>
              <a:off x="6920487" y="4851748"/>
              <a:ext cx="16396" cy="2398"/>
            </a:xfrm>
            <a:custGeom>
              <a:avLst/>
              <a:gdLst/>
              <a:ahLst/>
              <a:cxnLst/>
              <a:rect l="l" t="t" r="r" b="b"/>
              <a:pathLst>
                <a:path w="294" h="43" fill="none" extrusionOk="0">
                  <a:moveTo>
                    <a:pt x="1" y="43"/>
                  </a:moveTo>
                  <a:cubicBezTo>
                    <a:pt x="1" y="43"/>
                    <a:pt x="22" y="43"/>
                    <a:pt x="22" y="22"/>
                  </a:cubicBezTo>
                  <a:cubicBezTo>
                    <a:pt x="106" y="22"/>
                    <a:pt x="210" y="22"/>
                    <a:pt x="294" y="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53" name="Google Shape;4453;p38"/>
            <p:cNvSpPr/>
            <p:nvPr/>
          </p:nvSpPr>
          <p:spPr>
            <a:xfrm>
              <a:off x="6810843" y="4852919"/>
              <a:ext cx="19854" cy="56"/>
            </a:xfrm>
            <a:custGeom>
              <a:avLst/>
              <a:gdLst/>
              <a:ahLst/>
              <a:cxnLst/>
              <a:rect l="l" t="t" r="r" b="b"/>
              <a:pathLst>
                <a:path w="356" h="1" fill="none" extrusionOk="0">
                  <a:moveTo>
                    <a:pt x="0" y="1"/>
                  </a:moveTo>
                  <a:lnTo>
                    <a:pt x="356" y="1"/>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54" name="Google Shape;4454;p38"/>
            <p:cNvSpPr/>
            <p:nvPr/>
          </p:nvSpPr>
          <p:spPr>
            <a:xfrm>
              <a:off x="6843468" y="4852919"/>
              <a:ext cx="22252" cy="56"/>
            </a:xfrm>
            <a:custGeom>
              <a:avLst/>
              <a:gdLst/>
              <a:ahLst/>
              <a:cxnLst/>
              <a:rect l="l" t="t" r="r" b="b"/>
              <a:pathLst>
                <a:path w="399" h="1" fill="none" extrusionOk="0">
                  <a:moveTo>
                    <a:pt x="1" y="1"/>
                  </a:moveTo>
                  <a:lnTo>
                    <a:pt x="399" y="1"/>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55" name="Google Shape;4455;p38"/>
            <p:cNvSpPr/>
            <p:nvPr/>
          </p:nvSpPr>
          <p:spPr>
            <a:xfrm>
              <a:off x="7071066" y="5099143"/>
              <a:ext cx="21025" cy="56"/>
            </a:xfrm>
            <a:custGeom>
              <a:avLst/>
              <a:gdLst/>
              <a:ahLst/>
              <a:cxnLst/>
              <a:rect l="l" t="t" r="r" b="b"/>
              <a:pathLst>
                <a:path w="377" h="1" fill="none" extrusionOk="0">
                  <a:moveTo>
                    <a:pt x="0" y="1"/>
                  </a:moveTo>
                  <a:lnTo>
                    <a:pt x="377" y="1"/>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56" name="Google Shape;4456;p38"/>
            <p:cNvSpPr/>
            <p:nvPr/>
          </p:nvSpPr>
          <p:spPr>
            <a:xfrm>
              <a:off x="7071066" y="5109684"/>
              <a:ext cx="24539" cy="1227"/>
            </a:xfrm>
            <a:custGeom>
              <a:avLst/>
              <a:gdLst/>
              <a:ahLst/>
              <a:cxnLst/>
              <a:rect l="l" t="t" r="r" b="b"/>
              <a:pathLst>
                <a:path w="440" h="22" fill="none" extrusionOk="0">
                  <a:moveTo>
                    <a:pt x="0" y="0"/>
                  </a:moveTo>
                  <a:cubicBezTo>
                    <a:pt x="147" y="21"/>
                    <a:pt x="272" y="21"/>
                    <a:pt x="439"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57" name="Google Shape;4457;p38"/>
            <p:cNvSpPr/>
            <p:nvPr/>
          </p:nvSpPr>
          <p:spPr>
            <a:xfrm>
              <a:off x="7106034" y="5086316"/>
              <a:ext cx="17568" cy="2398"/>
            </a:xfrm>
            <a:custGeom>
              <a:avLst/>
              <a:gdLst/>
              <a:ahLst/>
              <a:cxnLst/>
              <a:rect l="l" t="t" r="r" b="b"/>
              <a:pathLst>
                <a:path w="315" h="43" fill="none" extrusionOk="0">
                  <a:moveTo>
                    <a:pt x="1" y="1"/>
                  </a:moveTo>
                  <a:cubicBezTo>
                    <a:pt x="105" y="22"/>
                    <a:pt x="210" y="42"/>
                    <a:pt x="315" y="42"/>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58" name="Google Shape;4458;p38"/>
            <p:cNvSpPr/>
            <p:nvPr/>
          </p:nvSpPr>
          <p:spPr>
            <a:xfrm>
              <a:off x="7101405" y="5096801"/>
              <a:ext cx="19854" cy="3569"/>
            </a:xfrm>
            <a:custGeom>
              <a:avLst/>
              <a:gdLst/>
              <a:ahLst/>
              <a:cxnLst/>
              <a:rect l="l" t="t" r="r" b="b"/>
              <a:pathLst>
                <a:path w="356" h="64" fill="none" extrusionOk="0">
                  <a:moveTo>
                    <a:pt x="0" y="22"/>
                  </a:moveTo>
                  <a:cubicBezTo>
                    <a:pt x="21" y="1"/>
                    <a:pt x="21" y="22"/>
                    <a:pt x="63" y="22"/>
                  </a:cubicBezTo>
                  <a:cubicBezTo>
                    <a:pt x="168" y="43"/>
                    <a:pt x="272" y="64"/>
                    <a:pt x="356" y="43"/>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59" name="Google Shape;4459;p38"/>
            <p:cNvSpPr/>
            <p:nvPr/>
          </p:nvSpPr>
          <p:spPr>
            <a:xfrm>
              <a:off x="7099062" y="5106170"/>
              <a:ext cx="18739" cy="4740"/>
            </a:xfrm>
            <a:custGeom>
              <a:avLst/>
              <a:gdLst/>
              <a:ahLst/>
              <a:cxnLst/>
              <a:rect l="l" t="t" r="r" b="b"/>
              <a:pathLst>
                <a:path w="336" h="85" fill="none" extrusionOk="0">
                  <a:moveTo>
                    <a:pt x="0" y="0"/>
                  </a:moveTo>
                  <a:cubicBezTo>
                    <a:pt x="42" y="63"/>
                    <a:pt x="105" y="84"/>
                    <a:pt x="147" y="84"/>
                  </a:cubicBezTo>
                  <a:lnTo>
                    <a:pt x="335" y="84"/>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60" name="Google Shape;4460;p38"/>
            <p:cNvSpPr/>
            <p:nvPr/>
          </p:nvSpPr>
          <p:spPr>
            <a:xfrm>
              <a:off x="7107205" y="5069976"/>
              <a:ext cx="18739" cy="1227"/>
            </a:xfrm>
            <a:custGeom>
              <a:avLst/>
              <a:gdLst/>
              <a:ahLst/>
              <a:cxnLst/>
              <a:rect l="l" t="t" r="r" b="b"/>
              <a:pathLst>
                <a:path w="336" h="22" fill="none" extrusionOk="0">
                  <a:moveTo>
                    <a:pt x="1" y="1"/>
                  </a:moveTo>
                  <a:cubicBezTo>
                    <a:pt x="105" y="1"/>
                    <a:pt x="231" y="22"/>
                    <a:pt x="336" y="22"/>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61" name="Google Shape;4461;p38"/>
            <p:cNvSpPr/>
            <p:nvPr/>
          </p:nvSpPr>
          <p:spPr>
            <a:xfrm>
              <a:off x="7110718" y="5058320"/>
              <a:ext cx="17568" cy="1227"/>
            </a:xfrm>
            <a:custGeom>
              <a:avLst/>
              <a:gdLst/>
              <a:ahLst/>
              <a:cxnLst/>
              <a:rect l="l" t="t" r="r" b="b"/>
              <a:pathLst>
                <a:path w="315" h="22" fill="none" extrusionOk="0">
                  <a:moveTo>
                    <a:pt x="1" y="21"/>
                  </a:moveTo>
                  <a:cubicBezTo>
                    <a:pt x="105" y="0"/>
                    <a:pt x="210" y="0"/>
                    <a:pt x="314" y="2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62" name="Google Shape;4462;p38"/>
            <p:cNvSpPr/>
            <p:nvPr/>
          </p:nvSpPr>
          <p:spPr>
            <a:xfrm>
              <a:off x="7111889" y="5044321"/>
              <a:ext cx="18739" cy="2398"/>
            </a:xfrm>
            <a:custGeom>
              <a:avLst/>
              <a:gdLst/>
              <a:ahLst/>
              <a:cxnLst/>
              <a:rect l="l" t="t" r="r" b="b"/>
              <a:pathLst>
                <a:path w="336" h="43" fill="none" extrusionOk="0">
                  <a:moveTo>
                    <a:pt x="0" y="21"/>
                  </a:moveTo>
                  <a:cubicBezTo>
                    <a:pt x="105" y="0"/>
                    <a:pt x="231" y="0"/>
                    <a:pt x="335" y="42"/>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63" name="Google Shape;4463;p38"/>
            <p:cNvSpPr/>
            <p:nvPr/>
          </p:nvSpPr>
          <p:spPr>
            <a:xfrm>
              <a:off x="7113061" y="5030323"/>
              <a:ext cx="21025" cy="3569"/>
            </a:xfrm>
            <a:custGeom>
              <a:avLst/>
              <a:gdLst/>
              <a:ahLst/>
              <a:cxnLst/>
              <a:rect l="l" t="t" r="r" b="b"/>
              <a:pathLst>
                <a:path w="377" h="64" fill="none" extrusionOk="0">
                  <a:moveTo>
                    <a:pt x="0" y="42"/>
                  </a:moveTo>
                  <a:cubicBezTo>
                    <a:pt x="105" y="0"/>
                    <a:pt x="231" y="63"/>
                    <a:pt x="377" y="42"/>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64" name="Google Shape;4464;p38"/>
            <p:cNvSpPr/>
            <p:nvPr/>
          </p:nvSpPr>
          <p:spPr>
            <a:xfrm>
              <a:off x="7116574" y="5018667"/>
              <a:ext cx="17512" cy="2342"/>
            </a:xfrm>
            <a:custGeom>
              <a:avLst/>
              <a:gdLst/>
              <a:ahLst/>
              <a:cxnLst/>
              <a:rect l="l" t="t" r="r" b="b"/>
              <a:pathLst>
                <a:path w="314" h="42" fill="none" extrusionOk="0">
                  <a:moveTo>
                    <a:pt x="0" y="0"/>
                  </a:moveTo>
                  <a:cubicBezTo>
                    <a:pt x="105" y="0"/>
                    <a:pt x="209" y="0"/>
                    <a:pt x="314" y="42"/>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65" name="Google Shape;4465;p38"/>
            <p:cNvSpPr/>
            <p:nvPr/>
          </p:nvSpPr>
          <p:spPr>
            <a:xfrm>
              <a:off x="7121203" y="5004613"/>
              <a:ext cx="17568" cy="1227"/>
            </a:xfrm>
            <a:custGeom>
              <a:avLst/>
              <a:gdLst/>
              <a:ahLst/>
              <a:cxnLst/>
              <a:rect l="l" t="t" r="r" b="b"/>
              <a:pathLst>
                <a:path w="315" h="22" fill="none" extrusionOk="0">
                  <a:moveTo>
                    <a:pt x="1" y="1"/>
                  </a:moveTo>
                  <a:cubicBezTo>
                    <a:pt x="126" y="1"/>
                    <a:pt x="231" y="1"/>
                    <a:pt x="315" y="22"/>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66" name="Google Shape;4466;p38"/>
            <p:cNvSpPr/>
            <p:nvPr/>
          </p:nvSpPr>
          <p:spPr>
            <a:xfrm>
              <a:off x="7123545" y="4988328"/>
              <a:ext cx="17568" cy="4685"/>
            </a:xfrm>
            <a:custGeom>
              <a:avLst/>
              <a:gdLst/>
              <a:ahLst/>
              <a:cxnLst/>
              <a:rect l="l" t="t" r="r" b="b"/>
              <a:pathLst>
                <a:path w="315" h="84" fill="none" extrusionOk="0">
                  <a:moveTo>
                    <a:pt x="1" y="0"/>
                  </a:moveTo>
                  <a:lnTo>
                    <a:pt x="315" y="84"/>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67" name="Google Shape;4467;p38"/>
            <p:cNvSpPr/>
            <p:nvPr/>
          </p:nvSpPr>
          <p:spPr>
            <a:xfrm>
              <a:off x="7121203" y="4981301"/>
              <a:ext cx="22252" cy="3569"/>
            </a:xfrm>
            <a:custGeom>
              <a:avLst/>
              <a:gdLst/>
              <a:ahLst/>
              <a:cxnLst/>
              <a:rect l="l" t="t" r="r" b="b"/>
              <a:pathLst>
                <a:path w="399" h="64" fill="none" extrusionOk="0">
                  <a:moveTo>
                    <a:pt x="1" y="1"/>
                  </a:moveTo>
                  <a:cubicBezTo>
                    <a:pt x="64" y="1"/>
                    <a:pt x="126" y="1"/>
                    <a:pt x="168" y="21"/>
                  </a:cubicBezTo>
                  <a:cubicBezTo>
                    <a:pt x="252" y="42"/>
                    <a:pt x="315" y="42"/>
                    <a:pt x="398" y="63"/>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68" name="Google Shape;4468;p38"/>
            <p:cNvSpPr/>
            <p:nvPr/>
          </p:nvSpPr>
          <p:spPr>
            <a:xfrm>
              <a:off x="7123545" y="4970817"/>
              <a:ext cx="22252" cy="4685"/>
            </a:xfrm>
            <a:custGeom>
              <a:avLst/>
              <a:gdLst/>
              <a:ahLst/>
              <a:cxnLst/>
              <a:rect l="l" t="t" r="r" b="b"/>
              <a:pathLst>
                <a:path w="399" h="84" fill="none" extrusionOk="0">
                  <a:moveTo>
                    <a:pt x="1" y="0"/>
                  </a:moveTo>
                  <a:lnTo>
                    <a:pt x="398" y="84"/>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69" name="Google Shape;4469;p38"/>
            <p:cNvSpPr/>
            <p:nvPr/>
          </p:nvSpPr>
          <p:spPr>
            <a:xfrm>
              <a:off x="7125888" y="4963790"/>
              <a:ext cx="21081" cy="2398"/>
            </a:xfrm>
            <a:custGeom>
              <a:avLst/>
              <a:gdLst/>
              <a:ahLst/>
              <a:cxnLst/>
              <a:rect l="l" t="t" r="r" b="b"/>
              <a:pathLst>
                <a:path w="378" h="43" fill="none" extrusionOk="0">
                  <a:moveTo>
                    <a:pt x="1" y="1"/>
                  </a:moveTo>
                  <a:cubicBezTo>
                    <a:pt x="147" y="1"/>
                    <a:pt x="252" y="22"/>
                    <a:pt x="377" y="43"/>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70" name="Google Shape;4470;p38"/>
            <p:cNvSpPr/>
            <p:nvPr/>
          </p:nvSpPr>
          <p:spPr>
            <a:xfrm>
              <a:off x="7128230" y="4950962"/>
              <a:ext cx="21025" cy="5912"/>
            </a:xfrm>
            <a:custGeom>
              <a:avLst/>
              <a:gdLst/>
              <a:ahLst/>
              <a:cxnLst/>
              <a:rect l="l" t="t" r="r" b="b"/>
              <a:pathLst>
                <a:path w="377" h="106" fill="none" extrusionOk="0">
                  <a:moveTo>
                    <a:pt x="0" y="21"/>
                  </a:moveTo>
                  <a:cubicBezTo>
                    <a:pt x="126" y="0"/>
                    <a:pt x="251" y="63"/>
                    <a:pt x="377" y="105"/>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71" name="Google Shape;4471;p38"/>
            <p:cNvSpPr/>
            <p:nvPr/>
          </p:nvSpPr>
          <p:spPr>
            <a:xfrm>
              <a:off x="7128230" y="4942820"/>
              <a:ext cx="19910" cy="3514"/>
            </a:xfrm>
            <a:custGeom>
              <a:avLst/>
              <a:gdLst/>
              <a:ahLst/>
              <a:cxnLst/>
              <a:rect l="l" t="t" r="r" b="b"/>
              <a:pathLst>
                <a:path w="357" h="63" fill="none" extrusionOk="0">
                  <a:moveTo>
                    <a:pt x="0" y="0"/>
                  </a:moveTo>
                  <a:cubicBezTo>
                    <a:pt x="126" y="42"/>
                    <a:pt x="231" y="42"/>
                    <a:pt x="356" y="63"/>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72" name="Google Shape;4472;p38"/>
            <p:cNvSpPr/>
            <p:nvPr/>
          </p:nvSpPr>
          <p:spPr>
            <a:xfrm>
              <a:off x="7131744" y="4934622"/>
              <a:ext cx="17512" cy="2398"/>
            </a:xfrm>
            <a:custGeom>
              <a:avLst/>
              <a:gdLst/>
              <a:ahLst/>
              <a:cxnLst/>
              <a:rect l="l" t="t" r="r" b="b"/>
              <a:pathLst>
                <a:path w="314" h="43" fill="none" extrusionOk="0">
                  <a:moveTo>
                    <a:pt x="0" y="1"/>
                  </a:moveTo>
                  <a:cubicBezTo>
                    <a:pt x="105" y="42"/>
                    <a:pt x="209" y="21"/>
                    <a:pt x="314" y="42"/>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73" name="Google Shape;4473;p38"/>
            <p:cNvSpPr/>
            <p:nvPr/>
          </p:nvSpPr>
          <p:spPr>
            <a:xfrm>
              <a:off x="7165540" y="4894969"/>
              <a:ext cx="35079" cy="2342"/>
            </a:xfrm>
            <a:custGeom>
              <a:avLst/>
              <a:gdLst/>
              <a:ahLst/>
              <a:cxnLst/>
              <a:rect l="l" t="t" r="r" b="b"/>
              <a:pathLst>
                <a:path w="629" h="42" fill="none" extrusionOk="0">
                  <a:moveTo>
                    <a:pt x="1" y="0"/>
                  </a:moveTo>
                  <a:cubicBezTo>
                    <a:pt x="189" y="21"/>
                    <a:pt x="440" y="21"/>
                    <a:pt x="629" y="42"/>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74" name="Google Shape;4474;p38"/>
            <p:cNvSpPr/>
            <p:nvPr/>
          </p:nvSpPr>
          <p:spPr>
            <a:xfrm>
              <a:off x="7169054" y="4882086"/>
              <a:ext cx="32737" cy="2398"/>
            </a:xfrm>
            <a:custGeom>
              <a:avLst/>
              <a:gdLst/>
              <a:ahLst/>
              <a:cxnLst/>
              <a:rect l="l" t="t" r="r" b="b"/>
              <a:pathLst>
                <a:path w="587" h="43" fill="none" extrusionOk="0">
                  <a:moveTo>
                    <a:pt x="1" y="1"/>
                  </a:moveTo>
                  <a:cubicBezTo>
                    <a:pt x="168" y="1"/>
                    <a:pt x="440" y="22"/>
                    <a:pt x="587" y="43"/>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75" name="Google Shape;4475;p38"/>
            <p:cNvSpPr/>
            <p:nvPr/>
          </p:nvSpPr>
          <p:spPr>
            <a:xfrm>
              <a:off x="7170225" y="4866917"/>
              <a:ext cx="35079" cy="5912"/>
            </a:xfrm>
            <a:custGeom>
              <a:avLst/>
              <a:gdLst/>
              <a:ahLst/>
              <a:cxnLst/>
              <a:rect l="l" t="t" r="r" b="b"/>
              <a:pathLst>
                <a:path w="629" h="106" fill="none" extrusionOk="0">
                  <a:moveTo>
                    <a:pt x="1" y="43"/>
                  </a:moveTo>
                  <a:cubicBezTo>
                    <a:pt x="210" y="1"/>
                    <a:pt x="419" y="43"/>
                    <a:pt x="628" y="106"/>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76" name="Google Shape;4476;p38"/>
            <p:cNvSpPr/>
            <p:nvPr/>
          </p:nvSpPr>
          <p:spPr>
            <a:xfrm>
              <a:off x="7172567" y="4855261"/>
              <a:ext cx="40879" cy="3569"/>
            </a:xfrm>
            <a:custGeom>
              <a:avLst/>
              <a:gdLst/>
              <a:ahLst/>
              <a:cxnLst/>
              <a:rect l="l" t="t" r="r" b="b"/>
              <a:pathLst>
                <a:path w="733" h="64" fill="none" extrusionOk="0">
                  <a:moveTo>
                    <a:pt x="0" y="43"/>
                  </a:moveTo>
                  <a:cubicBezTo>
                    <a:pt x="189" y="1"/>
                    <a:pt x="544" y="43"/>
                    <a:pt x="733" y="64"/>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77" name="Google Shape;4477;p38"/>
            <p:cNvSpPr/>
            <p:nvPr/>
          </p:nvSpPr>
          <p:spPr>
            <a:xfrm>
              <a:off x="7163254" y="4911310"/>
              <a:ext cx="36195" cy="56"/>
            </a:xfrm>
            <a:custGeom>
              <a:avLst/>
              <a:gdLst/>
              <a:ahLst/>
              <a:cxnLst/>
              <a:rect l="l" t="t" r="r" b="b"/>
              <a:pathLst>
                <a:path w="649" h="1" fill="none" extrusionOk="0">
                  <a:moveTo>
                    <a:pt x="0" y="0"/>
                  </a:moveTo>
                  <a:lnTo>
                    <a:pt x="649" y="0"/>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78" name="Google Shape;4478;p38"/>
            <p:cNvSpPr/>
            <p:nvPr/>
          </p:nvSpPr>
          <p:spPr>
            <a:xfrm>
              <a:off x="7158569" y="4924137"/>
              <a:ext cx="35079" cy="1227"/>
            </a:xfrm>
            <a:custGeom>
              <a:avLst/>
              <a:gdLst/>
              <a:ahLst/>
              <a:cxnLst/>
              <a:rect l="l" t="t" r="r" b="b"/>
              <a:pathLst>
                <a:path w="629" h="22" fill="none" extrusionOk="0">
                  <a:moveTo>
                    <a:pt x="0" y="0"/>
                  </a:moveTo>
                  <a:cubicBezTo>
                    <a:pt x="168" y="0"/>
                    <a:pt x="440" y="0"/>
                    <a:pt x="628" y="2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79" name="Google Shape;4479;p38"/>
            <p:cNvSpPr/>
            <p:nvPr/>
          </p:nvSpPr>
          <p:spPr>
            <a:xfrm>
              <a:off x="7152713" y="4936964"/>
              <a:ext cx="29223" cy="8198"/>
            </a:xfrm>
            <a:custGeom>
              <a:avLst/>
              <a:gdLst/>
              <a:ahLst/>
              <a:cxnLst/>
              <a:rect l="l" t="t" r="r" b="b"/>
              <a:pathLst>
                <a:path w="524" h="147" fill="none" extrusionOk="0">
                  <a:moveTo>
                    <a:pt x="1" y="0"/>
                  </a:moveTo>
                  <a:cubicBezTo>
                    <a:pt x="189" y="42"/>
                    <a:pt x="356" y="84"/>
                    <a:pt x="524" y="147"/>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80" name="Google Shape;4480;p38"/>
            <p:cNvSpPr/>
            <p:nvPr/>
          </p:nvSpPr>
          <p:spPr>
            <a:xfrm>
              <a:off x="7152713" y="4947449"/>
              <a:ext cx="33908" cy="7083"/>
            </a:xfrm>
            <a:custGeom>
              <a:avLst/>
              <a:gdLst/>
              <a:ahLst/>
              <a:cxnLst/>
              <a:rect l="l" t="t" r="r" b="b"/>
              <a:pathLst>
                <a:path w="608" h="127" fill="none" extrusionOk="0">
                  <a:moveTo>
                    <a:pt x="1" y="1"/>
                  </a:moveTo>
                  <a:cubicBezTo>
                    <a:pt x="189" y="63"/>
                    <a:pt x="419" y="105"/>
                    <a:pt x="608" y="126"/>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81" name="Google Shape;4481;p38"/>
            <p:cNvSpPr/>
            <p:nvPr/>
          </p:nvSpPr>
          <p:spPr>
            <a:xfrm>
              <a:off x="7150371" y="4957989"/>
              <a:ext cx="28108" cy="4685"/>
            </a:xfrm>
            <a:custGeom>
              <a:avLst/>
              <a:gdLst/>
              <a:ahLst/>
              <a:cxnLst/>
              <a:rect l="l" t="t" r="r" b="b"/>
              <a:pathLst>
                <a:path w="504" h="84" fill="none" extrusionOk="0">
                  <a:moveTo>
                    <a:pt x="1" y="0"/>
                  </a:moveTo>
                  <a:lnTo>
                    <a:pt x="85" y="0"/>
                  </a:lnTo>
                  <a:cubicBezTo>
                    <a:pt x="231" y="21"/>
                    <a:pt x="357" y="42"/>
                    <a:pt x="503" y="84"/>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82" name="Google Shape;4482;p38"/>
            <p:cNvSpPr/>
            <p:nvPr/>
          </p:nvSpPr>
          <p:spPr>
            <a:xfrm>
              <a:off x="7149200" y="4970817"/>
              <a:ext cx="32737" cy="3514"/>
            </a:xfrm>
            <a:custGeom>
              <a:avLst/>
              <a:gdLst/>
              <a:ahLst/>
              <a:cxnLst/>
              <a:rect l="l" t="t" r="r" b="b"/>
              <a:pathLst>
                <a:path w="587" h="63" fill="none" extrusionOk="0">
                  <a:moveTo>
                    <a:pt x="1" y="0"/>
                  </a:moveTo>
                  <a:cubicBezTo>
                    <a:pt x="168" y="0"/>
                    <a:pt x="440" y="21"/>
                    <a:pt x="587" y="63"/>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83" name="Google Shape;4483;p38"/>
            <p:cNvSpPr/>
            <p:nvPr/>
          </p:nvSpPr>
          <p:spPr>
            <a:xfrm>
              <a:off x="7148084" y="4980130"/>
              <a:ext cx="33852" cy="2398"/>
            </a:xfrm>
            <a:custGeom>
              <a:avLst/>
              <a:gdLst/>
              <a:ahLst/>
              <a:cxnLst/>
              <a:rect l="l" t="t" r="r" b="b"/>
              <a:pathLst>
                <a:path w="607" h="43" fill="none" extrusionOk="0">
                  <a:moveTo>
                    <a:pt x="0" y="1"/>
                  </a:moveTo>
                  <a:cubicBezTo>
                    <a:pt x="167" y="22"/>
                    <a:pt x="439" y="42"/>
                    <a:pt x="607" y="42"/>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84" name="Google Shape;4484;p38"/>
            <p:cNvSpPr/>
            <p:nvPr/>
          </p:nvSpPr>
          <p:spPr>
            <a:xfrm>
              <a:off x="7143399" y="4991786"/>
              <a:ext cx="32737" cy="5912"/>
            </a:xfrm>
            <a:custGeom>
              <a:avLst/>
              <a:gdLst/>
              <a:ahLst/>
              <a:cxnLst/>
              <a:rect l="l" t="t" r="r" b="b"/>
              <a:pathLst>
                <a:path w="587" h="106" fill="none" extrusionOk="0">
                  <a:moveTo>
                    <a:pt x="0" y="1"/>
                  </a:moveTo>
                  <a:cubicBezTo>
                    <a:pt x="189" y="64"/>
                    <a:pt x="398" y="22"/>
                    <a:pt x="586" y="105"/>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85" name="Google Shape;4485;p38"/>
            <p:cNvSpPr/>
            <p:nvPr/>
          </p:nvSpPr>
          <p:spPr>
            <a:xfrm>
              <a:off x="7142228" y="5011640"/>
              <a:ext cx="29223" cy="4740"/>
            </a:xfrm>
            <a:custGeom>
              <a:avLst/>
              <a:gdLst/>
              <a:ahLst/>
              <a:cxnLst/>
              <a:rect l="l" t="t" r="r" b="b"/>
              <a:pathLst>
                <a:path w="524" h="85" fill="none" extrusionOk="0">
                  <a:moveTo>
                    <a:pt x="0" y="1"/>
                  </a:moveTo>
                  <a:cubicBezTo>
                    <a:pt x="189" y="21"/>
                    <a:pt x="335" y="42"/>
                    <a:pt x="524" y="84"/>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86" name="Google Shape;4486;p38"/>
            <p:cNvSpPr/>
            <p:nvPr/>
          </p:nvSpPr>
          <p:spPr>
            <a:xfrm>
              <a:off x="7139886" y="5029152"/>
              <a:ext cx="30395" cy="4740"/>
            </a:xfrm>
            <a:custGeom>
              <a:avLst/>
              <a:gdLst/>
              <a:ahLst/>
              <a:cxnLst/>
              <a:rect l="l" t="t" r="r" b="b"/>
              <a:pathLst>
                <a:path w="545" h="85" fill="none" extrusionOk="0">
                  <a:moveTo>
                    <a:pt x="1" y="0"/>
                  </a:moveTo>
                  <a:lnTo>
                    <a:pt x="1" y="0"/>
                  </a:lnTo>
                  <a:lnTo>
                    <a:pt x="1" y="0"/>
                  </a:lnTo>
                  <a:lnTo>
                    <a:pt x="545" y="84"/>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87" name="Google Shape;4487;p38"/>
            <p:cNvSpPr/>
            <p:nvPr/>
          </p:nvSpPr>
          <p:spPr>
            <a:xfrm>
              <a:off x="7142228" y="5022125"/>
              <a:ext cx="26881" cy="5912"/>
            </a:xfrm>
            <a:custGeom>
              <a:avLst/>
              <a:gdLst/>
              <a:ahLst/>
              <a:cxnLst/>
              <a:rect l="l" t="t" r="r" b="b"/>
              <a:pathLst>
                <a:path w="482" h="106" fill="none" extrusionOk="0">
                  <a:moveTo>
                    <a:pt x="0" y="1"/>
                  </a:moveTo>
                  <a:cubicBezTo>
                    <a:pt x="147" y="22"/>
                    <a:pt x="314" y="43"/>
                    <a:pt x="482" y="105"/>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88" name="Google Shape;4488;p38"/>
            <p:cNvSpPr/>
            <p:nvPr/>
          </p:nvSpPr>
          <p:spPr>
            <a:xfrm>
              <a:off x="7130572" y="5075831"/>
              <a:ext cx="32737" cy="1227"/>
            </a:xfrm>
            <a:custGeom>
              <a:avLst/>
              <a:gdLst/>
              <a:ahLst/>
              <a:cxnLst/>
              <a:rect l="l" t="t" r="r" b="b"/>
              <a:pathLst>
                <a:path w="587" h="22" fill="none" extrusionOk="0">
                  <a:moveTo>
                    <a:pt x="0" y="0"/>
                  </a:moveTo>
                  <a:cubicBezTo>
                    <a:pt x="189" y="21"/>
                    <a:pt x="377" y="21"/>
                    <a:pt x="544" y="0"/>
                  </a:cubicBezTo>
                  <a:lnTo>
                    <a:pt x="586" y="0"/>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89" name="Google Shape;4489;p38"/>
            <p:cNvSpPr/>
            <p:nvPr/>
          </p:nvSpPr>
          <p:spPr>
            <a:xfrm>
              <a:off x="7135201" y="5061833"/>
              <a:ext cx="25766" cy="1227"/>
            </a:xfrm>
            <a:custGeom>
              <a:avLst/>
              <a:gdLst/>
              <a:ahLst/>
              <a:cxnLst/>
              <a:rect l="l" t="t" r="r" b="b"/>
              <a:pathLst>
                <a:path w="462" h="22" fill="none" extrusionOk="0">
                  <a:moveTo>
                    <a:pt x="22" y="0"/>
                  </a:moveTo>
                  <a:cubicBezTo>
                    <a:pt x="22" y="0"/>
                    <a:pt x="1" y="0"/>
                    <a:pt x="22" y="0"/>
                  </a:cubicBezTo>
                  <a:cubicBezTo>
                    <a:pt x="1" y="0"/>
                    <a:pt x="22" y="0"/>
                    <a:pt x="22" y="0"/>
                  </a:cubicBezTo>
                  <a:cubicBezTo>
                    <a:pt x="168" y="21"/>
                    <a:pt x="315" y="21"/>
                    <a:pt x="461" y="2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90" name="Google Shape;4490;p38"/>
            <p:cNvSpPr/>
            <p:nvPr/>
          </p:nvSpPr>
          <p:spPr>
            <a:xfrm>
              <a:off x="7134030" y="5050177"/>
              <a:ext cx="25766" cy="2342"/>
            </a:xfrm>
            <a:custGeom>
              <a:avLst/>
              <a:gdLst/>
              <a:ahLst/>
              <a:cxnLst/>
              <a:rect l="l" t="t" r="r" b="b"/>
              <a:pathLst>
                <a:path w="462" h="42" fill="none" extrusionOk="0">
                  <a:moveTo>
                    <a:pt x="1" y="0"/>
                  </a:moveTo>
                  <a:cubicBezTo>
                    <a:pt x="147" y="0"/>
                    <a:pt x="294" y="21"/>
                    <a:pt x="461" y="42"/>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91" name="Google Shape;4491;p38"/>
            <p:cNvSpPr/>
            <p:nvPr/>
          </p:nvSpPr>
          <p:spPr>
            <a:xfrm>
              <a:off x="7136372" y="5040808"/>
              <a:ext cx="28052" cy="2398"/>
            </a:xfrm>
            <a:custGeom>
              <a:avLst/>
              <a:gdLst/>
              <a:ahLst/>
              <a:cxnLst/>
              <a:rect l="l" t="t" r="r" b="b"/>
              <a:pathLst>
                <a:path w="503" h="43" fill="none" extrusionOk="0">
                  <a:moveTo>
                    <a:pt x="1" y="1"/>
                  </a:moveTo>
                  <a:cubicBezTo>
                    <a:pt x="126" y="22"/>
                    <a:pt x="377" y="22"/>
                    <a:pt x="503" y="42"/>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92" name="Google Shape;4492;p38"/>
            <p:cNvSpPr/>
            <p:nvPr/>
          </p:nvSpPr>
          <p:spPr>
            <a:xfrm>
              <a:off x="7128230" y="5092172"/>
              <a:ext cx="21025" cy="5856"/>
            </a:xfrm>
            <a:custGeom>
              <a:avLst/>
              <a:gdLst/>
              <a:ahLst/>
              <a:cxnLst/>
              <a:rect l="l" t="t" r="r" b="b"/>
              <a:pathLst>
                <a:path w="377" h="105" fill="none" extrusionOk="0">
                  <a:moveTo>
                    <a:pt x="0" y="0"/>
                  </a:moveTo>
                  <a:cubicBezTo>
                    <a:pt x="0" y="21"/>
                    <a:pt x="42" y="21"/>
                    <a:pt x="63" y="42"/>
                  </a:cubicBezTo>
                  <a:cubicBezTo>
                    <a:pt x="147" y="63"/>
                    <a:pt x="335" y="105"/>
                    <a:pt x="377" y="105"/>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93" name="Google Shape;4493;p38"/>
            <p:cNvSpPr/>
            <p:nvPr/>
          </p:nvSpPr>
          <p:spPr>
            <a:xfrm>
              <a:off x="7124717" y="5106170"/>
              <a:ext cx="23423" cy="3569"/>
            </a:xfrm>
            <a:custGeom>
              <a:avLst/>
              <a:gdLst/>
              <a:ahLst/>
              <a:cxnLst/>
              <a:rect l="l" t="t" r="r" b="b"/>
              <a:pathLst>
                <a:path w="420" h="64" fill="none" extrusionOk="0">
                  <a:moveTo>
                    <a:pt x="1" y="0"/>
                  </a:moveTo>
                  <a:cubicBezTo>
                    <a:pt x="105" y="0"/>
                    <a:pt x="314" y="63"/>
                    <a:pt x="419" y="63"/>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94" name="Google Shape;4494;p38"/>
            <p:cNvSpPr/>
            <p:nvPr/>
          </p:nvSpPr>
          <p:spPr>
            <a:xfrm>
              <a:off x="6533108" y="5103828"/>
              <a:ext cx="21025" cy="2398"/>
            </a:xfrm>
            <a:custGeom>
              <a:avLst/>
              <a:gdLst/>
              <a:ahLst/>
              <a:cxnLst/>
              <a:rect l="l" t="t" r="r" b="b"/>
              <a:pathLst>
                <a:path w="377" h="43" fill="none" extrusionOk="0">
                  <a:moveTo>
                    <a:pt x="0" y="42"/>
                  </a:moveTo>
                  <a:cubicBezTo>
                    <a:pt x="126" y="21"/>
                    <a:pt x="251" y="21"/>
                    <a:pt x="377"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95" name="Google Shape;4495;p38"/>
            <p:cNvSpPr/>
            <p:nvPr/>
          </p:nvSpPr>
          <p:spPr>
            <a:xfrm>
              <a:off x="6534280" y="5093343"/>
              <a:ext cx="19854" cy="1227"/>
            </a:xfrm>
            <a:custGeom>
              <a:avLst/>
              <a:gdLst/>
              <a:ahLst/>
              <a:cxnLst/>
              <a:rect l="l" t="t" r="r" b="b"/>
              <a:pathLst>
                <a:path w="356" h="22" fill="none" extrusionOk="0">
                  <a:moveTo>
                    <a:pt x="0" y="21"/>
                  </a:moveTo>
                  <a:cubicBezTo>
                    <a:pt x="126" y="0"/>
                    <a:pt x="230" y="0"/>
                    <a:pt x="356"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96" name="Google Shape;4496;p38"/>
            <p:cNvSpPr/>
            <p:nvPr/>
          </p:nvSpPr>
          <p:spPr>
            <a:xfrm>
              <a:off x="6528424" y="5082803"/>
              <a:ext cx="19910" cy="56"/>
            </a:xfrm>
            <a:custGeom>
              <a:avLst/>
              <a:gdLst/>
              <a:ahLst/>
              <a:cxnLst/>
              <a:rect l="l" t="t" r="r" b="b"/>
              <a:pathLst>
                <a:path w="357" h="1" fill="none" extrusionOk="0">
                  <a:moveTo>
                    <a:pt x="1" y="1"/>
                  </a:moveTo>
                  <a:lnTo>
                    <a:pt x="356" y="1"/>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97" name="Google Shape;4497;p38"/>
            <p:cNvSpPr/>
            <p:nvPr/>
          </p:nvSpPr>
          <p:spPr>
            <a:xfrm>
              <a:off x="6524910" y="5067633"/>
              <a:ext cx="22252" cy="56"/>
            </a:xfrm>
            <a:custGeom>
              <a:avLst/>
              <a:gdLst/>
              <a:ahLst/>
              <a:cxnLst/>
              <a:rect l="l" t="t" r="r" b="b"/>
              <a:pathLst>
                <a:path w="399" h="1" fill="none" extrusionOk="0">
                  <a:moveTo>
                    <a:pt x="1" y="1"/>
                  </a:moveTo>
                  <a:lnTo>
                    <a:pt x="398" y="1"/>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98" name="Google Shape;4498;p38"/>
            <p:cNvSpPr/>
            <p:nvPr/>
          </p:nvSpPr>
          <p:spPr>
            <a:xfrm>
              <a:off x="6519110" y="5055977"/>
              <a:ext cx="23368" cy="1227"/>
            </a:xfrm>
            <a:custGeom>
              <a:avLst/>
              <a:gdLst/>
              <a:ahLst/>
              <a:cxnLst/>
              <a:rect l="l" t="t" r="r" b="b"/>
              <a:pathLst>
                <a:path w="419" h="22" fill="none" extrusionOk="0">
                  <a:moveTo>
                    <a:pt x="0" y="22"/>
                  </a:moveTo>
                  <a:cubicBezTo>
                    <a:pt x="147" y="1"/>
                    <a:pt x="293" y="1"/>
                    <a:pt x="419" y="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99" name="Google Shape;4499;p38"/>
            <p:cNvSpPr/>
            <p:nvPr/>
          </p:nvSpPr>
          <p:spPr>
            <a:xfrm>
              <a:off x="6521452" y="5044321"/>
              <a:ext cx="23368" cy="1227"/>
            </a:xfrm>
            <a:custGeom>
              <a:avLst/>
              <a:gdLst/>
              <a:ahLst/>
              <a:cxnLst/>
              <a:rect l="l" t="t" r="r" b="b"/>
              <a:pathLst>
                <a:path w="419" h="22" fill="none" extrusionOk="0">
                  <a:moveTo>
                    <a:pt x="0" y="21"/>
                  </a:moveTo>
                  <a:cubicBezTo>
                    <a:pt x="126" y="0"/>
                    <a:pt x="251" y="0"/>
                    <a:pt x="419"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00" name="Google Shape;4500;p38"/>
            <p:cNvSpPr/>
            <p:nvPr/>
          </p:nvSpPr>
          <p:spPr>
            <a:xfrm>
              <a:off x="6519110" y="5032665"/>
              <a:ext cx="19854" cy="56"/>
            </a:xfrm>
            <a:custGeom>
              <a:avLst/>
              <a:gdLst/>
              <a:ahLst/>
              <a:cxnLst/>
              <a:rect l="l" t="t" r="r" b="b"/>
              <a:pathLst>
                <a:path w="356" h="1" fill="none" extrusionOk="0">
                  <a:moveTo>
                    <a:pt x="0" y="0"/>
                  </a:moveTo>
                  <a:lnTo>
                    <a:pt x="356" y="0"/>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01" name="Google Shape;4501;p38"/>
            <p:cNvSpPr/>
            <p:nvPr/>
          </p:nvSpPr>
          <p:spPr>
            <a:xfrm>
              <a:off x="6515597" y="5018667"/>
              <a:ext cx="21081" cy="2342"/>
            </a:xfrm>
            <a:custGeom>
              <a:avLst/>
              <a:gdLst/>
              <a:ahLst/>
              <a:cxnLst/>
              <a:rect l="l" t="t" r="r" b="b"/>
              <a:pathLst>
                <a:path w="378" h="42" fill="none" extrusionOk="0">
                  <a:moveTo>
                    <a:pt x="0" y="42"/>
                  </a:moveTo>
                  <a:cubicBezTo>
                    <a:pt x="126" y="42"/>
                    <a:pt x="252" y="42"/>
                    <a:pt x="377"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02" name="Google Shape;4502;p38"/>
            <p:cNvSpPr/>
            <p:nvPr/>
          </p:nvSpPr>
          <p:spPr>
            <a:xfrm>
              <a:off x="6545935" y="5039637"/>
              <a:ext cx="10541" cy="1227"/>
            </a:xfrm>
            <a:custGeom>
              <a:avLst/>
              <a:gdLst/>
              <a:ahLst/>
              <a:cxnLst/>
              <a:rect l="l" t="t" r="r" b="b"/>
              <a:pathLst>
                <a:path w="189" h="22" fill="none" extrusionOk="0">
                  <a:moveTo>
                    <a:pt x="0" y="22"/>
                  </a:moveTo>
                  <a:cubicBezTo>
                    <a:pt x="42" y="22"/>
                    <a:pt x="126" y="1"/>
                    <a:pt x="189" y="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03" name="Google Shape;4503;p38"/>
            <p:cNvSpPr/>
            <p:nvPr/>
          </p:nvSpPr>
          <p:spPr>
            <a:xfrm>
              <a:off x="6548278" y="5051293"/>
              <a:ext cx="9369" cy="1227"/>
            </a:xfrm>
            <a:custGeom>
              <a:avLst/>
              <a:gdLst/>
              <a:ahLst/>
              <a:cxnLst/>
              <a:rect l="l" t="t" r="r" b="b"/>
              <a:pathLst>
                <a:path w="168" h="22" fill="none" extrusionOk="0">
                  <a:moveTo>
                    <a:pt x="0" y="22"/>
                  </a:moveTo>
                  <a:cubicBezTo>
                    <a:pt x="63" y="22"/>
                    <a:pt x="105" y="22"/>
                    <a:pt x="168" y="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04" name="Google Shape;4504;p38"/>
            <p:cNvSpPr/>
            <p:nvPr/>
          </p:nvSpPr>
          <p:spPr>
            <a:xfrm>
              <a:off x="6551791" y="5063004"/>
              <a:ext cx="10541" cy="2342"/>
            </a:xfrm>
            <a:custGeom>
              <a:avLst/>
              <a:gdLst/>
              <a:ahLst/>
              <a:cxnLst/>
              <a:rect l="l" t="t" r="r" b="b"/>
              <a:pathLst>
                <a:path w="189" h="42" fill="none" extrusionOk="0">
                  <a:moveTo>
                    <a:pt x="0" y="42"/>
                  </a:moveTo>
                  <a:cubicBezTo>
                    <a:pt x="42" y="21"/>
                    <a:pt x="126" y="21"/>
                    <a:pt x="188"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05" name="Google Shape;4505;p38"/>
            <p:cNvSpPr/>
            <p:nvPr/>
          </p:nvSpPr>
          <p:spPr>
            <a:xfrm>
              <a:off x="6554078" y="5075831"/>
              <a:ext cx="8254" cy="1227"/>
            </a:xfrm>
            <a:custGeom>
              <a:avLst/>
              <a:gdLst/>
              <a:ahLst/>
              <a:cxnLst/>
              <a:rect l="l" t="t" r="r" b="b"/>
              <a:pathLst>
                <a:path w="148" h="22" fill="none" extrusionOk="0">
                  <a:moveTo>
                    <a:pt x="1" y="21"/>
                  </a:moveTo>
                  <a:cubicBezTo>
                    <a:pt x="64" y="21"/>
                    <a:pt x="106" y="21"/>
                    <a:pt x="147"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06" name="Google Shape;4506;p38"/>
            <p:cNvSpPr/>
            <p:nvPr/>
          </p:nvSpPr>
          <p:spPr>
            <a:xfrm>
              <a:off x="6557591" y="5088659"/>
              <a:ext cx="8254" cy="3569"/>
            </a:xfrm>
            <a:custGeom>
              <a:avLst/>
              <a:gdLst/>
              <a:ahLst/>
              <a:cxnLst/>
              <a:rect l="l" t="t" r="r" b="b"/>
              <a:pathLst>
                <a:path w="148" h="64" fill="none" extrusionOk="0">
                  <a:moveTo>
                    <a:pt x="1" y="63"/>
                  </a:moveTo>
                  <a:cubicBezTo>
                    <a:pt x="43" y="63"/>
                    <a:pt x="105" y="42"/>
                    <a:pt x="147"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07" name="Google Shape;4507;p38"/>
            <p:cNvSpPr/>
            <p:nvPr/>
          </p:nvSpPr>
          <p:spPr>
            <a:xfrm>
              <a:off x="6562276" y="5100314"/>
              <a:ext cx="8198" cy="3569"/>
            </a:xfrm>
            <a:custGeom>
              <a:avLst/>
              <a:gdLst/>
              <a:ahLst/>
              <a:cxnLst/>
              <a:rect l="l" t="t" r="r" b="b"/>
              <a:pathLst>
                <a:path w="147" h="64" fill="none" extrusionOk="0">
                  <a:moveTo>
                    <a:pt x="0" y="63"/>
                  </a:moveTo>
                  <a:cubicBezTo>
                    <a:pt x="42" y="63"/>
                    <a:pt x="105" y="43"/>
                    <a:pt x="147" y="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08" name="Google Shape;4508;p38"/>
            <p:cNvSpPr/>
            <p:nvPr/>
          </p:nvSpPr>
          <p:spPr>
            <a:xfrm>
              <a:off x="6564618" y="5110855"/>
              <a:ext cx="10541" cy="3514"/>
            </a:xfrm>
            <a:custGeom>
              <a:avLst/>
              <a:gdLst/>
              <a:ahLst/>
              <a:cxnLst/>
              <a:rect l="l" t="t" r="r" b="b"/>
              <a:pathLst>
                <a:path w="189" h="63" fill="none" extrusionOk="0">
                  <a:moveTo>
                    <a:pt x="0" y="63"/>
                  </a:moveTo>
                  <a:cubicBezTo>
                    <a:pt x="63" y="21"/>
                    <a:pt x="105" y="0"/>
                    <a:pt x="189"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09" name="Google Shape;4509;p38"/>
            <p:cNvSpPr/>
            <p:nvPr/>
          </p:nvSpPr>
          <p:spPr>
            <a:xfrm>
              <a:off x="6516768" y="5005784"/>
              <a:ext cx="17568" cy="1227"/>
            </a:xfrm>
            <a:custGeom>
              <a:avLst/>
              <a:gdLst/>
              <a:ahLst/>
              <a:cxnLst/>
              <a:rect l="l" t="t" r="r" b="b"/>
              <a:pathLst>
                <a:path w="315" h="22" fill="none" extrusionOk="0">
                  <a:moveTo>
                    <a:pt x="0" y="22"/>
                  </a:moveTo>
                  <a:cubicBezTo>
                    <a:pt x="105" y="22"/>
                    <a:pt x="210" y="22"/>
                    <a:pt x="314" y="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10" name="Google Shape;4510;p38"/>
            <p:cNvSpPr/>
            <p:nvPr/>
          </p:nvSpPr>
          <p:spPr>
            <a:xfrm>
              <a:off x="6513254" y="4997642"/>
              <a:ext cx="17568" cy="1227"/>
            </a:xfrm>
            <a:custGeom>
              <a:avLst/>
              <a:gdLst/>
              <a:ahLst/>
              <a:cxnLst/>
              <a:rect l="l" t="t" r="r" b="b"/>
              <a:pathLst>
                <a:path w="315" h="22" fill="none" extrusionOk="0">
                  <a:moveTo>
                    <a:pt x="1" y="21"/>
                  </a:moveTo>
                  <a:cubicBezTo>
                    <a:pt x="105" y="21"/>
                    <a:pt x="210" y="0"/>
                    <a:pt x="314"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11" name="Google Shape;4511;p38"/>
            <p:cNvSpPr/>
            <p:nvPr/>
          </p:nvSpPr>
          <p:spPr>
            <a:xfrm>
              <a:off x="6510912" y="4983644"/>
              <a:ext cx="14054" cy="56"/>
            </a:xfrm>
            <a:custGeom>
              <a:avLst/>
              <a:gdLst/>
              <a:ahLst/>
              <a:cxnLst/>
              <a:rect l="l" t="t" r="r" b="b"/>
              <a:pathLst>
                <a:path w="252" h="1" fill="none" extrusionOk="0">
                  <a:moveTo>
                    <a:pt x="1" y="0"/>
                  </a:moveTo>
                  <a:lnTo>
                    <a:pt x="252" y="0"/>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12" name="Google Shape;4512;p38"/>
            <p:cNvSpPr/>
            <p:nvPr/>
          </p:nvSpPr>
          <p:spPr>
            <a:xfrm>
              <a:off x="6529595" y="4980130"/>
              <a:ext cx="7083" cy="1227"/>
            </a:xfrm>
            <a:custGeom>
              <a:avLst/>
              <a:gdLst/>
              <a:ahLst/>
              <a:cxnLst/>
              <a:rect l="l" t="t" r="r" b="b"/>
              <a:pathLst>
                <a:path w="127" h="22" fill="none" extrusionOk="0">
                  <a:moveTo>
                    <a:pt x="1" y="22"/>
                  </a:moveTo>
                  <a:cubicBezTo>
                    <a:pt x="63" y="22"/>
                    <a:pt x="84" y="22"/>
                    <a:pt x="126" y="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13" name="Google Shape;4513;p38"/>
            <p:cNvSpPr/>
            <p:nvPr/>
          </p:nvSpPr>
          <p:spPr>
            <a:xfrm>
              <a:off x="6535451" y="4992957"/>
              <a:ext cx="9369" cy="2398"/>
            </a:xfrm>
            <a:custGeom>
              <a:avLst/>
              <a:gdLst/>
              <a:ahLst/>
              <a:cxnLst/>
              <a:rect l="l" t="t" r="r" b="b"/>
              <a:pathLst>
                <a:path w="168" h="43" fill="none" extrusionOk="0">
                  <a:moveTo>
                    <a:pt x="0" y="43"/>
                  </a:moveTo>
                  <a:cubicBezTo>
                    <a:pt x="63" y="43"/>
                    <a:pt x="105" y="22"/>
                    <a:pt x="168" y="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14" name="Google Shape;4514;p38"/>
            <p:cNvSpPr/>
            <p:nvPr/>
          </p:nvSpPr>
          <p:spPr>
            <a:xfrm>
              <a:off x="6538908" y="5004613"/>
              <a:ext cx="8254" cy="2398"/>
            </a:xfrm>
            <a:custGeom>
              <a:avLst/>
              <a:gdLst/>
              <a:ahLst/>
              <a:cxnLst/>
              <a:rect l="l" t="t" r="r" b="b"/>
              <a:pathLst>
                <a:path w="148" h="43" fill="none" extrusionOk="0">
                  <a:moveTo>
                    <a:pt x="1" y="43"/>
                  </a:moveTo>
                  <a:cubicBezTo>
                    <a:pt x="43" y="43"/>
                    <a:pt x="106" y="22"/>
                    <a:pt x="147" y="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15" name="Google Shape;4515;p38"/>
            <p:cNvSpPr/>
            <p:nvPr/>
          </p:nvSpPr>
          <p:spPr>
            <a:xfrm>
              <a:off x="6540080" y="5015154"/>
              <a:ext cx="8254" cy="2398"/>
            </a:xfrm>
            <a:custGeom>
              <a:avLst/>
              <a:gdLst/>
              <a:ahLst/>
              <a:cxnLst/>
              <a:rect l="l" t="t" r="r" b="b"/>
              <a:pathLst>
                <a:path w="148" h="43" fill="none" extrusionOk="0">
                  <a:moveTo>
                    <a:pt x="1" y="42"/>
                  </a:moveTo>
                  <a:cubicBezTo>
                    <a:pt x="43" y="21"/>
                    <a:pt x="105" y="21"/>
                    <a:pt x="147"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16" name="Google Shape;4516;p38"/>
            <p:cNvSpPr/>
            <p:nvPr/>
          </p:nvSpPr>
          <p:spPr>
            <a:xfrm>
              <a:off x="6544764" y="5026810"/>
              <a:ext cx="7083" cy="1227"/>
            </a:xfrm>
            <a:custGeom>
              <a:avLst/>
              <a:gdLst/>
              <a:ahLst/>
              <a:cxnLst/>
              <a:rect l="l" t="t" r="r" b="b"/>
              <a:pathLst>
                <a:path w="127" h="22" fill="none" extrusionOk="0">
                  <a:moveTo>
                    <a:pt x="1" y="21"/>
                  </a:moveTo>
                  <a:cubicBezTo>
                    <a:pt x="42" y="21"/>
                    <a:pt x="63" y="21"/>
                    <a:pt x="126" y="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17" name="Google Shape;4517;p38"/>
            <p:cNvSpPr/>
            <p:nvPr/>
          </p:nvSpPr>
          <p:spPr>
            <a:xfrm>
              <a:off x="6482915" y="4855261"/>
              <a:ext cx="16396" cy="56"/>
            </a:xfrm>
            <a:custGeom>
              <a:avLst/>
              <a:gdLst/>
              <a:ahLst/>
              <a:cxnLst/>
              <a:rect l="l" t="t" r="r" b="b"/>
              <a:pathLst>
                <a:path w="294" h="1" fill="none" extrusionOk="0">
                  <a:moveTo>
                    <a:pt x="1" y="1"/>
                  </a:moveTo>
                  <a:lnTo>
                    <a:pt x="294" y="1"/>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18" name="Google Shape;4518;p38"/>
            <p:cNvSpPr/>
            <p:nvPr/>
          </p:nvSpPr>
          <p:spPr>
            <a:xfrm>
              <a:off x="6484087" y="4864630"/>
              <a:ext cx="14054" cy="56"/>
            </a:xfrm>
            <a:custGeom>
              <a:avLst/>
              <a:gdLst/>
              <a:ahLst/>
              <a:cxnLst/>
              <a:rect l="l" t="t" r="r" b="b"/>
              <a:pathLst>
                <a:path w="252" h="1" fill="none" extrusionOk="0">
                  <a:moveTo>
                    <a:pt x="1" y="0"/>
                  </a:moveTo>
                  <a:lnTo>
                    <a:pt x="252" y="0"/>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19" name="Google Shape;4519;p38"/>
            <p:cNvSpPr/>
            <p:nvPr/>
          </p:nvSpPr>
          <p:spPr>
            <a:xfrm>
              <a:off x="6488771" y="4875115"/>
              <a:ext cx="11712" cy="2398"/>
            </a:xfrm>
            <a:custGeom>
              <a:avLst/>
              <a:gdLst/>
              <a:ahLst/>
              <a:cxnLst/>
              <a:rect l="l" t="t" r="r" b="b"/>
              <a:pathLst>
                <a:path w="210" h="43" fill="none" extrusionOk="0">
                  <a:moveTo>
                    <a:pt x="0" y="42"/>
                  </a:moveTo>
                  <a:cubicBezTo>
                    <a:pt x="84" y="42"/>
                    <a:pt x="168" y="42"/>
                    <a:pt x="209"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20" name="Google Shape;4520;p38"/>
            <p:cNvSpPr/>
            <p:nvPr/>
          </p:nvSpPr>
          <p:spPr>
            <a:xfrm>
              <a:off x="6492229" y="4886771"/>
              <a:ext cx="12939" cy="3569"/>
            </a:xfrm>
            <a:custGeom>
              <a:avLst/>
              <a:gdLst/>
              <a:ahLst/>
              <a:cxnLst/>
              <a:rect l="l" t="t" r="r" b="b"/>
              <a:pathLst>
                <a:path w="232" h="64" fill="none" extrusionOk="0">
                  <a:moveTo>
                    <a:pt x="1" y="43"/>
                  </a:moveTo>
                  <a:cubicBezTo>
                    <a:pt x="64" y="63"/>
                    <a:pt x="147" y="43"/>
                    <a:pt x="231" y="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21" name="Google Shape;4521;p38"/>
            <p:cNvSpPr/>
            <p:nvPr/>
          </p:nvSpPr>
          <p:spPr>
            <a:xfrm>
              <a:off x="6493400" y="4900769"/>
              <a:ext cx="12939" cy="1227"/>
            </a:xfrm>
            <a:custGeom>
              <a:avLst/>
              <a:gdLst/>
              <a:ahLst/>
              <a:cxnLst/>
              <a:rect l="l" t="t" r="r" b="b"/>
              <a:pathLst>
                <a:path w="232" h="22" fill="none" extrusionOk="0">
                  <a:moveTo>
                    <a:pt x="1" y="22"/>
                  </a:moveTo>
                  <a:cubicBezTo>
                    <a:pt x="85" y="22"/>
                    <a:pt x="147" y="22"/>
                    <a:pt x="231" y="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22" name="Google Shape;4522;p38"/>
            <p:cNvSpPr/>
            <p:nvPr/>
          </p:nvSpPr>
          <p:spPr>
            <a:xfrm>
              <a:off x="6495742" y="4911310"/>
              <a:ext cx="15225" cy="56"/>
            </a:xfrm>
            <a:custGeom>
              <a:avLst/>
              <a:gdLst/>
              <a:ahLst/>
              <a:cxnLst/>
              <a:rect l="l" t="t" r="r" b="b"/>
              <a:pathLst>
                <a:path w="273" h="1" fill="none" extrusionOk="0">
                  <a:moveTo>
                    <a:pt x="1" y="0"/>
                  </a:moveTo>
                  <a:lnTo>
                    <a:pt x="273" y="0"/>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23" name="Google Shape;4523;p38"/>
            <p:cNvSpPr/>
            <p:nvPr/>
          </p:nvSpPr>
          <p:spPr>
            <a:xfrm>
              <a:off x="6500427" y="4922966"/>
              <a:ext cx="12883" cy="1227"/>
            </a:xfrm>
            <a:custGeom>
              <a:avLst/>
              <a:gdLst/>
              <a:ahLst/>
              <a:cxnLst/>
              <a:rect l="l" t="t" r="r" b="b"/>
              <a:pathLst>
                <a:path w="231" h="22" fill="none" extrusionOk="0">
                  <a:moveTo>
                    <a:pt x="0" y="0"/>
                  </a:moveTo>
                  <a:cubicBezTo>
                    <a:pt x="84" y="0"/>
                    <a:pt x="147" y="0"/>
                    <a:pt x="231" y="2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24" name="Google Shape;4524;p38"/>
            <p:cNvSpPr/>
            <p:nvPr/>
          </p:nvSpPr>
          <p:spPr>
            <a:xfrm>
              <a:off x="6503941" y="4939306"/>
              <a:ext cx="11712" cy="56"/>
            </a:xfrm>
            <a:custGeom>
              <a:avLst/>
              <a:gdLst/>
              <a:ahLst/>
              <a:cxnLst/>
              <a:rect l="l" t="t" r="r" b="b"/>
              <a:pathLst>
                <a:path w="210" h="1" fill="none" extrusionOk="0">
                  <a:moveTo>
                    <a:pt x="0" y="0"/>
                  </a:moveTo>
                  <a:lnTo>
                    <a:pt x="209" y="0"/>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25" name="Google Shape;4525;p38"/>
            <p:cNvSpPr/>
            <p:nvPr/>
          </p:nvSpPr>
          <p:spPr>
            <a:xfrm>
              <a:off x="6506283" y="4952134"/>
              <a:ext cx="10541" cy="1227"/>
            </a:xfrm>
            <a:custGeom>
              <a:avLst/>
              <a:gdLst/>
              <a:ahLst/>
              <a:cxnLst/>
              <a:rect l="l" t="t" r="r" b="b"/>
              <a:pathLst>
                <a:path w="189" h="22" fill="none" extrusionOk="0">
                  <a:moveTo>
                    <a:pt x="0" y="21"/>
                  </a:moveTo>
                  <a:cubicBezTo>
                    <a:pt x="63" y="21"/>
                    <a:pt x="126" y="21"/>
                    <a:pt x="188"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26" name="Google Shape;4526;p38"/>
            <p:cNvSpPr/>
            <p:nvPr/>
          </p:nvSpPr>
          <p:spPr>
            <a:xfrm>
              <a:off x="6507398" y="4964961"/>
              <a:ext cx="15225" cy="1227"/>
            </a:xfrm>
            <a:custGeom>
              <a:avLst/>
              <a:gdLst/>
              <a:ahLst/>
              <a:cxnLst/>
              <a:rect l="l" t="t" r="r" b="b"/>
              <a:pathLst>
                <a:path w="273" h="22" fill="none" extrusionOk="0">
                  <a:moveTo>
                    <a:pt x="1" y="1"/>
                  </a:moveTo>
                  <a:cubicBezTo>
                    <a:pt x="85" y="22"/>
                    <a:pt x="189" y="22"/>
                    <a:pt x="273" y="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27" name="Google Shape;4527;p38"/>
            <p:cNvSpPr/>
            <p:nvPr/>
          </p:nvSpPr>
          <p:spPr>
            <a:xfrm>
              <a:off x="6524910" y="4950962"/>
              <a:ext cx="11767" cy="2398"/>
            </a:xfrm>
            <a:custGeom>
              <a:avLst/>
              <a:gdLst/>
              <a:ahLst/>
              <a:cxnLst/>
              <a:rect l="l" t="t" r="r" b="b"/>
              <a:pathLst>
                <a:path w="211" h="43" fill="none" extrusionOk="0">
                  <a:moveTo>
                    <a:pt x="1" y="21"/>
                  </a:moveTo>
                  <a:cubicBezTo>
                    <a:pt x="43" y="42"/>
                    <a:pt x="85" y="42"/>
                    <a:pt x="105" y="21"/>
                  </a:cubicBezTo>
                  <a:cubicBezTo>
                    <a:pt x="147" y="0"/>
                    <a:pt x="189" y="0"/>
                    <a:pt x="210"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28" name="Google Shape;4528;p38"/>
            <p:cNvSpPr/>
            <p:nvPr/>
          </p:nvSpPr>
          <p:spPr>
            <a:xfrm>
              <a:off x="6527253" y="4959105"/>
              <a:ext cx="11712" cy="3569"/>
            </a:xfrm>
            <a:custGeom>
              <a:avLst/>
              <a:gdLst/>
              <a:ahLst/>
              <a:cxnLst/>
              <a:rect l="l" t="t" r="r" b="b"/>
              <a:pathLst>
                <a:path w="210" h="64" fill="none" extrusionOk="0">
                  <a:moveTo>
                    <a:pt x="1" y="22"/>
                  </a:moveTo>
                  <a:cubicBezTo>
                    <a:pt x="63" y="64"/>
                    <a:pt x="126" y="22"/>
                    <a:pt x="210" y="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29" name="Google Shape;4529;p38"/>
            <p:cNvSpPr/>
            <p:nvPr/>
          </p:nvSpPr>
          <p:spPr>
            <a:xfrm>
              <a:off x="6529595" y="4968474"/>
              <a:ext cx="8254" cy="1227"/>
            </a:xfrm>
            <a:custGeom>
              <a:avLst/>
              <a:gdLst/>
              <a:ahLst/>
              <a:cxnLst/>
              <a:rect l="l" t="t" r="r" b="b"/>
              <a:pathLst>
                <a:path w="148" h="22" fill="none" extrusionOk="0">
                  <a:moveTo>
                    <a:pt x="1" y="21"/>
                  </a:moveTo>
                  <a:cubicBezTo>
                    <a:pt x="63" y="21"/>
                    <a:pt x="105" y="0"/>
                    <a:pt x="147"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30" name="Google Shape;4530;p38"/>
            <p:cNvSpPr/>
            <p:nvPr/>
          </p:nvSpPr>
          <p:spPr>
            <a:xfrm>
              <a:off x="6503941" y="4854090"/>
              <a:ext cx="9369" cy="1227"/>
            </a:xfrm>
            <a:custGeom>
              <a:avLst/>
              <a:gdLst/>
              <a:ahLst/>
              <a:cxnLst/>
              <a:rect l="l" t="t" r="r" b="b"/>
              <a:pathLst>
                <a:path w="168" h="22" fill="none" extrusionOk="0">
                  <a:moveTo>
                    <a:pt x="0" y="22"/>
                  </a:moveTo>
                  <a:cubicBezTo>
                    <a:pt x="42" y="22"/>
                    <a:pt x="126" y="1"/>
                    <a:pt x="168" y="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31" name="Google Shape;4531;p38"/>
            <p:cNvSpPr/>
            <p:nvPr/>
          </p:nvSpPr>
          <p:spPr>
            <a:xfrm>
              <a:off x="6503941" y="4861117"/>
              <a:ext cx="9369" cy="3569"/>
            </a:xfrm>
            <a:custGeom>
              <a:avLst/>
              <a:gdLst/>
              <a:ahLst/>
              <a:cxnLst/>
              <a:rect l="l" t="t" r="r" b="b"/>
              <a:pathLst>
                <a:path w="168" h="64" fill="none" extrusionOk="0">
                  <a:moveTo>
                    <a:pt x="0" y="63"/>
                  </a:moveTo>
                  <a:cubicBezTo>
                    <a:pt x="42" y="63"/>
                    <a:pt x="126" y="42"/>
                    <a:pt x="168"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32" name="Google Shape;4532;p38"/>
            <p:cNvSpPr/>
            <p:nvPr/>
          </p:nvSpPr>
          <p:spPr>
            <a:xfrm>
              <a:off x="6506283" y="4870431"/>
              <a:ext cx="10541" cy="1227"/>
            </a:xfrm>
            <a:custGeom>
              <a:avLst/>
              <a:gdLst/>
              <a:ahLst/>
              <a:cxnLst/>
              <a:rect l="l" t="t" r="r" b="b"/>
              <a:pathLst>
                <a:path w="189" h="22" fill="none" extrusionOk="0">
                  <a:moveTo>
                    <a:pt x="0" y="22"/>
                  </a:moveTo>
                  <a:cubicBezTo>
                    <a:pt x="63" y="22"/>
                    <a:pt x="126" y="22"/>
                    <a:pt x="188" y="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33" name="Google Shape;4533;p38"/>
            <p:cNvSpPr/>
            <p:nvPr/>
          </p:nvSpPr>
          <p:spPr>
            <a:xfrm>
              <a:off x="6507398" y="4880971"/>
              <a:ext cx="11767" cy="2342"/>
            </a:xfrm>
            <a:custGeom>
              <a:avLst/>
              <a:gdLst/>
              <a:ahLst/>
              <a:cxnLst/>
              <a:rect l="l" t="t" r="r" b="b"/>
              <a:pathLst>
                <a:path w="211" h="42" fill="none" extrusionOk="0">
                  <a:moveTo>
                    <a:pt x="1" y="42"/>
                  </a:moveTo>
                  <a:cubicBezTo>
                    <a:pt x="85" y="42"/>
                    <a:pt x="147" y="21"/>
                    <a:pt x="210"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34" name="Google Shape;4534;p38"/>
            <p:cNvSpPr/>
            <p:nvPr/>
          </p:nvSpPr>
          <p:spPr>
            <a:xfrm>
              <a:off x="6510912" y="4890285"/>
              <a:ext cx="12883" cy="3569"/>
            </a:xfrm>
            <a:custGeom>
              <a:avLst/>
              <a:gdLst/>
              <a:ahLst/>
              <a:cxnLst/>
              <a:rect l="l" t="t" r="r" b="b"/>
              <a:pathLst>
                <a:path w="231" h="64" fill="none" extrusionOk="0">
                  <a:moveTo>
                    <a:pt x="1" y="63"/>
                  </a:moveTo>
                  <a:cubicBezTo>
                    <a:pt x="84" y="63"/>
                    <a:pt x="147" y="42"/>
                    <a:pt x="231"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35" name="Google Shape;4535;p38"/>
            <p:cNvSpPr/>
            <p:nvPr/>
          </p:nvSpPr>
          <p:spPr>
            <a:xfrm>
              <a:off x="6512083" y="4900769"/>
              <a:ext cx="12883" cy="3569"/>
            </a:xfrm>
            <a:custGeom>
              <a:avLst/>
              <a:gdLst/>
              <a:ahLst/>
              <a:cxnLst/>
              <a:rect l="l" t="t" r="r" b="b"/>
              <a:pathLst>
                <a:path w="231" h="64" fill="none" extrusionOk="0">
                  <a:moveTo>
                    <a:pt x="1" y="64"/>
                  </a:moveTo>
                  <a:cubicBezTo>
                    <a:pt x="84" y="22"/>
                    <a:pt x="168" y="1"/>
                    <a:pt x="231" y="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36" name="Google Shape;4536;p38"/>
            <p:cNvSpPr/>
            <p:nvPr/>
          </p:nvSpPr>
          <p:spPr>
            <a:xfrm>
              <a:off x="6516768" y="4910139"/>
              <a:ext cx="10541" cy="1227"/>
            </a:xfrm>
            <a:custGeom>
              <a:avLst/>
              <a:gdLst/>
              <a:ahLst/>
              <a:cxnLst/>
              <a:rect l="l" t="t" r="r" b="b"/>
              <a:pathLst>
                <a:path w="189" h="22" fill="none" extrusionOk="0">
                  <a:moveTo>
                    <a:pt x="0" y="21"/>
                  </a:moveTo>
                  <a:cubicBezTo>
                    <a:pt x="42" y="21"/>
                    <a:pt x="126" y="21"/>
                    <a:pt x="189"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37" name="Google Shape;4537;p38"/>
            <p:cNvSpPr/>
            <p:nvPr/>
          </p:nvSpPr>
          <p:spPr>
            <a:xfrm>
              <a:off x="6517939" y="4919452"/>
              <a:ext cx="9369" cy="3569"/>
            </a:xfrm>
            <a:custGeom>
              <a:avLst/>
              <a:gdLst/>
              <a:ahLst/>
              <a:cxnLst/>
              <a:rect l="l" t="t" r="r" b="b"/>
              <a:pathLst>
                <a:path w="168" h="64" fill="none" extrusionOk="0">
                  <a:moveTo>
                    <a:pt x="0" y="63"/>
                  </a:moveTo>
                  <a:cubicBezTo>
                    <a:pt x="63" y="63"/>
                    <a:pt x="105" y="63"/>
                    <a:pt x="168" y="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38" name="Google Shape;4538;p38"/>
            <p:cNvSpPr/>
            <p:nvPr/>
          </p:nvSpPr>
          <p:spPr>
            <a:xfrm>
              <a:off x="6519110" y="4929937"/>
              <a:ext cx="9369" cy="3569"/>
            </a:xfrm>
            <a:custGeom>
              <a:avLst/>
              <a:gdLst/>
              <a:ahLst/>
              <a:cxnLst/>
              <a:rect l="l" t="t" r="r" b="b"/>
              <a:pathLst>
                <a:path w="168" h="64" fill="none" extrusionOk="0">
                  <a:moveTo>
                    <a:pt x="0" y="64"/>
                  </a:moveTo>
                  <a:cubicBezTo>
                    <a:pt x="63" y="64"/>
                    <a:pt x="105" y="22"/>
                    <a:pt x="168" y="1"/>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39" name="Google Shape;4539;p38"/>
            <p:cNvSpPr/>
            <p:nvPr/>
          </p:nvSpPr>
          <p:spPr>
            <a:xfrm>
              <a:off x="6522624" y="4939306"/>
              <a:ext cx="10541" cy="1227"/>
            </a:xfrm>
            <a:custGeom>
              <a:avLst/>
              <a:gdLst/>
              <a:ahLst/>
              <a:cxnLst/>
              <a:rect l="l" t="t" r="r" b="b"/>
              <a:pathLst>
                <a:path w="189" h="22" fill="none" extrusionOk="0">
                  <a:moveTo>
                    <a:pt x="0" y="21"/>
                  </a:moveTo>
                  <a:cubicBezTo>
                    <a:pt x="42" y="21"/>
                    <a:pt x="105" y="0"/>
                    <a:pt x="188" y="0"/>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40" name="Google Shape;4540;p38"/>
            <p:cNvSpPr/>
            <p:nvPr/>
          </p:nvSpPr>
          <p:spPr>
            <a:xfrm>
              <a:off x="7158569" y="4931108"/>
              <a:ext cx="31566" cy="5912"/>
            </a:xfrm>
            <a:custGeom>
              <a:avLst/>
              <a:gdLst/>
              <a:ahLst/>
              <a:cxnLst/>
              <a:rect l="l" t="t" r="r" b="b"/>
              <a:pathLst>
                <a:path w="566" h="106" fill="none" extrusionOk="0">
                  <a:moveTo>
                    <a:pt x="0" y="1"/>
                  </a:moveTo>
                  <a:cubicBezTo>
                    <a:pt x="84" y="43"/>
                    <a:pt x="168" y="43"/>
                    <a:pt x="251" y="43"/>
                  </a:cubicBezTo>
                  <a:cubicBezTo>
                    <a:pt x="314" y="43"/>
                    <a:pt x="335" y="64"/>
                    <a:pt x="377" y="64"/>
                  </a:cubicBezTo>
                  <a:cubicBezTo>
                    <a:pt x="440" y="84"/>
                    <a:pt x="523" y="84"/>
                    <a:pt x="565" y="105"/>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41" name="Google Shape;4541;p38"/>
            <p:cNvSpPr/>
            <p:nvPr/>
          </p:nvSpPr>
          <p:spPr>
            <a:xfrm>
              <a:off x="7130572" y="5085145"/>
              <a:ext cx="23368" cy="3569"/>
            </a:xfrm>
            <a:custGeom>
              <a:avLst/>
              <a:gdLst/>
              <a:ahLst/>
              <a:cxnLst/>
              <a:rect l="l" t="t" r="r" b="b"/>
              <a:pathLst>
                <a:path w="419" h="64" fill="none" extrusionOk="0">
                  <a:moveTo>
                    <a:pt x="0" y="1"/>
                  </a:moveTo>
                  <a:cubicBezTo>
                    <a:pt x="126" y="63"/>
                    <a:pt x="314" y="1"/>
                    <a:pt x="419" y="63"/>
                  </a:cubicBez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42" name="Google Shape;4542;p38"/>
            <p:cNvSpPr/>
            <p:nvPr/>
          </p:nvSpPr>
          <p:spPr>
            <a:xfrm>
              <a:off x="6470088" y="4823751"/>
              <a:ext cx="758528" cy="25766"/>
            </a:xfrm>
            <a:custGeom>
              <a:avLst/>
              <a:gdLst/>
              <a:ahLst/>
              <a:cxnLst/>
              <a:rect l="l" t="t" r="r" b="b"/>
              <a:pathLst>
                <a:path w="13601" h="462" extrusionOk="0">
                  <a:moveTo>
                    <a:pt x="231" y="1"/>
                  </a:moveTo>
                  <a:cubicBezTo>
                    <a:pt x="105" y="1"/>
                    <a:pt x="0" y="105"/>
                    <a:pt x="0" y="231"/>
                  </a:cubicBezTo>
                  <a:cubicBezTo>
                    <a:pt x="0" y="357"/>
                    <a:pt x="105" y="461"/>
                    <a:pt x="231" y="461"/>
                  </a:cubicBezTo>
                  <a:lnTo>
                    <a:pt x="13329" y="461"/>
                  </a:lnTo>
                  <a:cubicBezTo>
                    <a:pt x="13496" y="461"/>
                    <a:pt x="13601" y="336"/>
                    <a:pt x="13601" y="231"/>
                  </a:cubicBezTo>
                  <a:cubicBezTo>
                    <a:pt x="13601" y="105"/>
                    <a:pt x="13496" y="1"/>
                    <a:pt x="133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43" name="Google Shape;4543;p38"/>
            <p:cNvSpPr/>
            <p:nvPr/>
          </p:nvSpPr>
          <p:spPr>
            <a:xfrm>
              <a:off x="6536622" y="5116655"/>
              <a:ext cx="616147" cy="26881"/>
            </a:xfrm>
            <a:custGeom>
              <a:avLst/>
              <a:gdLst/>
              <a:ahLst/>
              <a:cxnLst/>
              <a:rect l="l" t="t" r="r" b="b"/>
              <a:pathLst>
                <a:path w="11048" h="482" extrusionOk="0">
                  <a:moveTo>
                    <a:pt x="251" y="1"/>
                  </a:moveTo>
                  <a:cubicBezTo>
                    <a:pt x="105" y="1"/>
                    <a:pt x="0" y="105"/>
                    <a:pt x="0" y="231"/>
                  </a:cubicBezTo>
                  <a:cubicBezTo>
                    <a:pt x="0" y="377"/>
                    <a:pt x="105" y="482"/>
                    <a:pt x="251" y="482"/>
                  </a:cubicBezTo>
                  <a:lnTo>
                    <a:pt x="10818" y="482"/>
                  </a:lnTo>
                  <a:cubicBezTo>
                    <a:pt x="10943" y="482"/>
                    <a:pt x="11048" y="335"/>
                    <a:pt x="11027" y="231"/>
                  </a:cubicBezTo>
                  <a:cubicBezTo>
                    <a:pt x="11027" y="105"/>
                    <a:pt x="10922" y="1"/>
                    <a:pt x="10776"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44" name="Google Shape;4544;p38"/>
            <p:cNvSpPr/>
            <p:nvPr/>
          </p:nvSpPr>
          <p:spPr>
            <a:xfrm>
              <a:off x="7030186" y="4848290"/>
              <a:ext cx="18739" cy="56"/>
            </a:xfrm>
            <a:custGeom>
              <a:avLst/>
              <a:gdLst/>
              <a:ahLst/>
              <a:cxnLst/>
              <a:rect l="l" t="t" r="r" b="b"/>
              <a:pathLst>
                <a:path w="336" h="1" fill="none" extrusionOk="0">
                  <a:moveTo>
                    <a:pt x="1" y="0"/>
                  </a:moveTo>
                  <a:lnTo>
                    <a:pt x="336" y="0"/>
                  </a:lnTo>
                </a:path>
              </a:pathLst>
            </a:custGeom>
            <a:solidFill>
              <a:schemeClr val="dk1"/>
            </a:solidFill>
            <a:ln w="6800" cap="rnd" cmpd="sng">
              <a:solidFill>
                <a:srgbClr val="2F2B2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45" name="Google Shape;4545;p38"/>
            <p:cNvSpPr/>
            <p:nvPr/>
          </p:nvSpPr>
          <p:spPr>
            <a:xfrm>
              <a:off x="6494571" y="4852919"/>
              <a:ext cx="36250" cy="23423"/>
            </a:xfrm>
            <a:custGeom>
              <a:avLst/>
              <a:gdLst/>
              <a:ahLst/>
              <a:cxnLst/>
              <a:rect l="l" t="t" r="r" b="b"/>
              <a:pathLst>
                <a:path w="650" h="420" fill="none" extrusionOk="0">
                  <a:moveTo>
                    <a:pt x="1" y="419"/>
                  </a:moveTo>
                  <a:cubicBezTo>
                    <a:pt x="210" y="252"/>
                    <a:pt x="440" y="126"/>
                    <a:pt x="649" y="1"/>
                  </a:cubicBezTo>
                </a:path>
              </a:pathLst>
            </a:custGeom>
            <a:solidFill>
              <a:schemeClr val="dk1"/>
            </a:solidFill>
            <a:ln w="21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46" name="Google Shape;4546;p38"/>
            <p:cNvSpPr/>
            <p:nvPr/>
          </p:nvSpPr>
          <p:spPr>
            <a:xfrm>
              <a:off x="6498085" y="4858775"/>
              <a:ext cx="50249" cy="37422"/>
            </a:xfrm>
            <a:custGeom>
              <a:avLst/>
              <a:gdLst/>
              <a:ahLst/>
              <a:cxnLst/>
              <a:rect l="l" t="t" r="r" b="b"/>
              <a:pathLst>
                <a:path w="901" h="671" fill="none" extrusionOk="0">
                  <a:moveTo>
                    <a:pt x="1" y="670"/>
                  </a:moveTo>
                  <a:cubicBezTo>
                    <a:pt x="22" y="607"/>
                    <a:pt x="105" y="545"/>
                    <a:pt x="147" y="503"/>
                  </a:cubicBezTo>
                  <a:cubicBezTo>
                    <a:pt x="377" y="314"/>
                    <a:pt x="649" y="126"/>
                    <a:pt x="900" y="1"/>
                  </a:cubicBezTo>
                </a:path>
              </a:pathLst>
            </a:custGeom>
            <a:solidFill>
              <a:schemeClr val="dk1"/>
            </a:solidFill>
            <a:ln w="21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47" name="Google Shape;4547;p38"/>
            <p:cNvSpPr/>
            <p:nvPr/>
          </p:nvSpPr>
          <p:spPr>
            <a:xfrm>
              <a:off x="6500427" y="4859946"/>
              <a:ext cx="70047" cy="56049"/>
            </a:xfrm>
            <a:custGeom>
              <a:avLst/>
              <a:gdLst/>
              <a:ahLst/>
              <a:cxnLst/>
              <a:rect l="l" t="t" r="r" b="b"/>
              <a:pathLst>
                <a:path w="1256" h="1005" fill="none" extrusionOk="0">
                  <a:moveTo>
                    <a:pt x="0" y="1005"/>
                  </a:moveTo>
                  <a:cubicBezTo>
                    <a:pt x="398" y="628"/>
                    <a:pt x="816" y="314"/>
                    <a:pt x="1256" y="0"/>
                  </a:cubicBezTo>
                </a:path>
              </a:pathLst>
            </a:custGeom>
            <a:solidFill>
              <a:schemeClr val="dk1"/>
            </a:solidFill>
            <a:ln w="21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48" name="Google Shape;4548;p38"/>
            <p:cNvSpPr/>
            <p:nvPr/>
          </p:nvSpPr>
          <p:spPr>
            <a:xfrm>
              <a:off x="6503941" y="4866917"/>
              <a:ext cx="91072" cy="73616"/>
            </a:xfrm>
            <a:custGeom>
              <a:avLst/>
              <a:gdLst/>
              <a:ahLst/>
              <a:cxnLst/>
              <a:rect l="l" t="t" r="r" b="b"/>
              <a:pathLst>
                <a:path w="1633" h="1320" fill="none" extrusionOk="0">
                  <a:moveTo>
                    <a:pt x="0" y="1319"/>
                  </a:moveTo>
                  <a:cubicBezTo>
                    <a:pt x="523" y="880"/>
                    <a:pt x="1088" y="419"/>
                    <a:pt x="1632" y="1"/>
                  </a:cubicBezTo>
                </a:path>
              </a:pathLst>
            </a:custGeom>
            <a:solidFill>
              <a:schemeClr val="dk1"/>
            </a:solidFill>
            <a:ln w="21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49" name="Google Shape;4549;p38"/>
            <p:cNvSpPr/>
            <p:nvPr/>
          </p:nvSpPr>
          <p:spPr>
            <a:xfrm>
              <a:off x="6517939" y="4861117"/>
              <a:ext cx="121411" cy="99215"/>
            </a:xfrm>
            <a:custGeom>
              <a:avLst/>
              <a:gdLst/>
              <a:ahLst/>
              <a:cxnLst/>
              <a:rect l="l" t="t" r="r" b="b"/>
              <a:pathLst>
                <a:path w="2177" h="1779" fill="none" extrusionOk="0">
                  <a:moveTo>
                    <a:pt x="0" y="1779"/>
                  </a:moveTo>
                  <a:cubicBezTo>
                    <a:pt x="691" y="1130"/>
                    <a:pt x="1381" y="523"/>
                    <a:pt x="2176" y="0"/>
                  </a:cubicBezTo>
                </a:path>
              </a:pathLst>
            </a:custGeom>
            <a:solidFill>
              <a:schemeClr val="dk1"/>
            </a:solidFill>
            <a:ln w="21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50" name="Google Shape;4550;p38"/>
            <p:cNvSpPr/>
            <p:nvPr/>
          </p:nvSpPr>
          <p:spPr>
            <a:xfrm>
              <a:off x="6524910" y="4871602"/>
              <a:ext cx="136581" cy="117898"/>
            </a:xfrm>
            <a:custGeom>
              <a:avLst/>
              <a:gdLst/>
              <a:ahLst/>
              <a:cxnLst/>
              <a:rect l="l" t="t" r="r" b="b"/>
              <a:pathLst>
                <a:path w="2449" h="2114" fill="none" extrusionOk="0">
                  <a:moveTo>
                    <a:pt x="1" y="2114"/>
                  </a:moveTo>
                  <a:cubicBezTo>
                    <a:pt x="775" y="1361"/>
                    <a:pt x="1570" y="649"/>
                    <a:pt x="2449" y="1"/>
                  </a:cubicBezTo>
                </a:path>
              </a:pathLst>
            </a:custGeom>
            <a:solidFill>
              <a:schemeClr val="dk1"/>
            </a:solidFill>
            <a:ln w="21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51" name="Google Shape;4551;p38"/>
            <p:cNvSpPr/>
            <p:nvPr/>
          </p:nvSpPr>
          <p:spPr>
            <a:xfrm>
              <a:off x="6542422" y="4889113"/>
              <a:ext cx="136581" cy="115555"/>
            </a:xfrm>
            <a:custGeom>
              <a:avLst/>
              <a:gdLst/>
              <a:ahLst/>
              <a:cxnLst/>
              <a:rect l="l" t="t" r="r" b="b"/>
              <a:pathLst>
                <a:path w="2449" h="2072" fill="none" extrusionOk="0">
                  <a:moveTo>
                    <a:pt x="1" y="2072"/>
                  </a:moveTo>
                  <a:cubicBezTo>
                    <a:pt x="733" y="1319"/>
                    <a:pt x="1549" y="607"/>
                    <a:pt x="2449" y="1"/>
                  </a:cubicBezTo>
                </a:path>
              </a:pathLst>
            </a:custGeom>
            <a:solidFill>
              <a:schemeClr val="dk1"/>
            </a:solidFill>
            <a:ln w="21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52" name="Google Shape;4552;p38"/>
            <p:cNvSpPr/>
            <p:nvPr/>
          </p:nvSpPr>
          <p:spPr>
            <a:xfrm>
              <a:off x="6533108" y="4898427"/>
              <a:ext cx="166920" cy="148292"/>
            </a:xfrm>
            <a:custGeom>
              <a:avLst/>
              <a:gdLst/>
              <a:ahLst/>
              <a:cxnLst/>
              <a:rect l="l" t="t" r="r" b="b"/>
              <a:pathLst>
                <a:path w="2993" h="2659" fill="none" extrusionOk="0">
                  <a:moveTo>
                    <a:pt x="0" y="2658"/>
                  </a:moveTo>
                  <a:cubicBezTo>
                    <a:pt x="984" y="1779"/>
                    <a:pt x="1988" y="880"/>
                    <a:pt x="2992" y="1"/>
                  </a:cubicBezTo>
                </a:path>
              </a:pathLst>
            </a:custGeom>
            <a:solidFill>
              <a:schemeClr val="dk1"/>
            </a:solidFill>
            <a:ln w="21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53" name="Google Shape;4553;p38"/>
            <p:cNvSpPr/>
            <p:nvPr/>
          </p:nvSpPr>
          <p:spPr>
            <a:xfrm>
              <a:off x="6528424" y="4919452"/>
              <a:ext cx="183260" cy="161120"/>
            </a:xfrm>
            <a:custGeom>
              <a:avLst/>
              <a:gdLst/>
              <a:ahLst/>
              <a:cxnLst/>
              <a:rect l="l" t="t" r="r" b="b"/>
              <a:pathLst>
                <a:path w="3286" h="2889" fill="none" extrusionOk="0">
                  <a:moveTo>
                    <a:pt x="1" y="2888"/>
                  </a:moveTo>
                  <a:cubicBezTo>
                    <a:pt x="1068" y="1884"/>
                    <a:pt x="2177" y="921"/>
                    <a:pt x="3286" y="1"/>
                  </a:cubicBezTo>
                </a:path>
              </a:pathLst>
            </a:custGeom>
            <a:solidFill>
              <a:schemeClr val="dk1"/>
            </a:solidFill>
            <a:ln w="21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54" name="Google Shape;4554;p38"/>
            <p:cNvSpPr/>
            <p:nvPr/>
          </p:nvSpPr>
          <p:spPr>
            <a:xfrm>
              <a:off x="6550620" y="4948620"/>
              <a:ext cx="165748" cy="143608"/>
            </a:xfrm>
            <a:custGeom>
              <a:avLst/>
              <a:gdLst/>
              <a:ahLst/>
              <a:cxnLst/>
              <a:rect l="l" t="t" r="r" b="b"/>
              <a:pathLst>
                <a:path w="2972" h="2575" fill="none" extrusionOk="0">
                  <a:moveTo>
                    <a:pt x="0" y="2574"/>
                  </a:moveTo>
                  <a:cubicBezTo>
                    <a:pt x="984" y="1695"/>
                    <a:pt x="1988" y="879"/>
                    <a:pt x="2971" y="1"/>
                  </a:cubicBezTo>
                </a:path>
              </a:pathLst>
            </a:custGeom>
            <a:solidFill>
              <a:schemeClr val="dk1"/>
            </a:solidFill>
            <a:ln w="21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55" name="Google Shape;4555;p38"/>
            <p:cNvSpPr/>
            <p:nvPr/>
          </p:nvSpPr>
          <p:spPr>
            <a:xfrm>
              <a:off x="6569247" y="4957989"/>
              <a:ext cx="173947" cy="147065"/>
            </a:xfrm>
            <a:custGeom>
              <a:avLst/>
              <a:gdLst/>
              <a:ahLst/>
              <a:cxnLst/>
              <a:rect l="l" t="t" r="r" b="b"/>
              <a:pathLst>
                <a:path w="3119" h="2637" fill="none" extrusionOk="0">
                  <a:moveTo>
                    <a:pt x="1" y="2636"/>
                  </a:moveTo>
                  <a:cubicBezTo>
                    <a:pt x="1026" y="1716"/>
                    <a:pt x="2031" y="837"/>
                    <a:pt x="3119" y="0"/>
                  </a:cubicBezTo>
                </a:path>
              </a:pathLst>
            </a:custGeom>
            <a:solidFill>
              <a:schemeClr val="dk1"/>
            </a:solidFill>
            <a:ln w="21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56" name="Google Shape;4556;p38"/>
            <p:cNvSpPr/>
            <p:nvPr/>
          </p:nvSpPr>
          <p:spPr>
            <a:xfrm>
              <a:off x="6593786" y="4981301"/>
              <a:ext cx="156435" cy="134238"/>
            </a:xfrm>
            <a:custGeom>
              <a:avLst/>
              <a:gdLst/>
              <a:ahLst/>
              <a:cxnLst/>
              <a:rect l="l" t="t" r="r" b="b"/>
              <a:pathLst>
                <a:path w="2805" h="2407" fill="none" extrusionOk="0">
                  <a:moveTo>
                    <a:pt x="0" y="2407"/>
                  </a:moveTo>
                  <a:cubicBezTo>
                    <a:pt x="921" y="1570"/>
                    <a:pt x="1842" y="775"/>
                    <a:pt x="2804" y="1"/>
                  </a:cubicBezTo>
                </a:path>
              </a:pathLst>
            </a:custGeom>
            <a:solidFill>
              <a:schemeClr val="dk1"/>
            </a:solidFill>
            <a:ln w="21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57" name="Google Shape;4557;p38"/>
            <p:cNvSpPr/>
            <p:nvPr/>
          </p:nvSpPr>
          <p:spPr>
            <a:xfrm>
              <a:off x="6639294" y="4995300"/>
              <a:ext cx="135410" cy="114440"/>
            </a:xfrm>
            <a:custGeom>
              <a:avLst/>
              <a:gdLst/>
              <a:ahLst/>
              <a:cxnLst/>
              <a:rect l="l" t="t" r="r" b="b"/>
              <a:pathLst>
                <a:path w="2428" h="2052" fill="none" extrusionOk="0">
                  <a:moveTo>
                    <a:pt x="0" y="2051"/>
                  </a:moveTo>
                  <a:cubicBezTo>
                    <a:pt x="775" y="1340"/>
                    <a:pt x="1591" y="670"/>
                    <a:pt x="2428" y="1"/>
                  </a:cubicBezTo>
                </a:path>
              </a:pathLst>
            </a:custGeom>
            <a:solidFill>
              <a:schemeClr val="dk1"/>
            </a:solidFill>
            <a:ln w="21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58" name="Google Shape;4558;p38"/>
            <p:cNvSpPr/>
            <p:nvPr/>
          </p:nvSpPr>
          <p:spPr>
            <a:xfrm>
              <a:off x="6676605" y="5010469"/>
              <a:ext cx="126096" cy="112098"/>
            </a:xfrm>
            <a:custGeom>
              <a:avLst/>
              <a:gdLst/>
              <a:ahLst/>
              <a:cxnLst/>
              <a:rect l="l" t="t" r="r" b="b"/>
              <a:pathLst>
                <a:path w="2261" h="2010" fill="none" extrusionOk="0">
                  <a:moveTo>
                    <a:pt x="1" y="2009"/>
                  </a:moveTo>
                  <a:cubicBezTo>
                    <a:pt x="712" y="1298"/>
                    <a:pt x="1466" y="628"/>
                    <a:pt x="2261" y="1"/>
                  </a:cubicBezTo>
                </a:path>
              </a:pathLst>
            </a:custGeom>
            <a:solidFill>
              <a:schemeClr val="dk1"/>
            </a:solidFill>
            <a:ln w="21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59" name="Google Shape;4559;p38"/>
            <p:cNvSpPr/>
            <p:nvPr/>
          </p:nvSpPr>
          <p:spPr>
            <a:xfrm>
              <a:off x="6708115" y="5013983"/>
              <a:ext cx="112098" cy="107413"/>
            </a:xfrm>
            <a:custGeom>
              <a:avLst/>
              <a:gdLst/>
              <a:ahLst/>
              <a:cxnLst/>
              <a:rect l="l" t="t" r="r" b="b"/>
              <a:pathLst>
                <a:path w="2010" h="1926" fill="none" extrusionOk="0">
                  <a:moveTo>
                    <a:pt x="1" y="1925"/>
                  </a:moveTo>
                  <a:cubicBezTo>
                    <a:pt x="670" y="1298"/>
                    <a:pt x="1361" y="649"/>
                    <a:pt x="2010" y="0"/>
                  </a:cubicBezTo>
                </a:path>
              </a:pathLst>
            </a:custGeom>
            <a:solidFill>
              <a:schemeClr val="dk1"/>
            </a:solidFill>
            <a:ln w="21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60" name="Google Shape;4560;p38"/>
            <p:cNvSpPr/>
            <p:nvPr/>
          </p:nvSpPr>
          <p:spPr>
            <a:xfrm>
              <a:off x="6750165" y="5023296"/>
              <a:ext cx="92244" cy="87615"/>
            </a:xfrm>
            <a:custGeom>
              <a:avLst/>
              <a:gdLst/>
              <a:ahLst/>
              <a:cxnLst/>
              <a:rect l="l" t="t" r="r" b="b"/>
              <a:pathLst>
                <a:path w="1654" h="1571" fill="none" extrusionOk="0">
                  <a:moveTo>
                    <a:pt x="0" y="1570"/>
                  </a:moveTo>
                  <a:lnTo>
                    <a:pt x="1653" y="1"/>
                  </a:lnTo>
                </a:path>
              </a:pathLst>
            </a:custGeom>
            <a:solidFill>
              <a:schemeClr val="dk1"/>
            </a:solidFill>
            <a:ln w="21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61" name="Google Shape;4561;p38"/>
            <p:cNvSpPr/>
            <p:nvPr/>
          </p:nvSpPr>
          <p:spPr>
            <a:xfrm>
              <a:off x="6783962" y="5023296"/>
              <a:ext cx="99271" cy="93415"/>
            </a:xfrm>
            <a:custGeom>
              <a:avLst/>
              <a:gdLst/>
              <a:ahLst/>
              <a:cxnLst/>
              <a:rect l="l" t="t" r="r" b="b"/>
              <a:pathLst>
                <a:path w="1780" h="1675" fill="none" extrusionOk="0">
                  <a:moveTo>
                    <a:pt x="1" y="1675"/>
                  </a:moveTo>
                  <a:cubicBezTo>
                    <a:pt x="545" y="1110"/>
                    <a:pt x="1152" y="524"/>
                    <a:pt x="1779" y="1"/>
                  </a:cubicBezTo>
                </a:path>
              </a:pathLst>
            </a:custGeom>
            <a:solidFill>
              <a:schemeClr val="dk1"/>
            </a:solidFill>
            <a:ln w="21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62" name="Google Shape;4562;p38"/>
            <p:cNvSpPr/>
            <p:nvPr/>
          </p:nvSpPr>
          <p:spPr>
            <a:xfrm>
              <a:off x="6807329" y="5040808"/>
              <a:ext cx="82874" cy="91072"/>
            </a:xfrm>
            <a:custGeom>
              <a:avLst/>
              <a:gdLst/>
              <a:ahLst/>
              <a:cxnLst/>
              <a:rect l="l" t="t" r="r" b="b"/>
              <a:pathLst>
                <a:path w="1486" h="1633" fill="none" extrusionOk="0">
                  <a:moveTo>
                    <a:pt x="0" y="1633"/>
                  </a:moveTo>
                  <a:cubicBezTo>
                    <a:pt x="42" y="1528"/>
                    <a:pt x="126" y="1423"/>
                    <a:pt x="210" y="1340"/>
                  </a:cubicBezTo>
                  <a:cubicBezTo>
                    <a:pt x="607" y="900"/>
                    <a:pt x="1067" y="440"/>
                    <a:pt x="1486" y="1"/>
                  </a:cubicBezTo>
                </a:path>
              </a:pathLst>
            </a:custGeom>
            <a:solidFill>
              <a:schemeClr val="dk1"/>
            </a:solidFill>
            <a:ln w="21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63" name="Google Shape;4563;p38"/>
            <p:cNvSpPr/>
            <p:nvPr/>
          </p:nvSpPr>
          <p:spPr>
            <a:xfrm>
              <a:off x="6844640" y="5027981"/>
              <a:ext cx="85272" cy="89901"/>
            </a:xfrm>
            <a:custGeom>
              <a:avLst/>
              <a:gdLst/>
              <a:ahLst/>
              <a:cxnLst/>
              <a:rect l="l" t="t" r="r" b="b"/>
              <a:pathLst>
                <a:path w="1529" h="1612" fill="none" extrusionOk="0">
                  <a:moveTo>
                    <a:pt x="1" y="1612"/>
                  </a:moveTo>
                  <a:cubicBezTo>
                    <a:pt x="482" y="1047"/>
                    <a:pt x="1005" y="524"/>
                    <a:pt x="1528" y="0"/>
                  </a:cubicBezTo>
                </a:path>
              </a:pathLst>
            </a:custGeom>
            <a:solidFill>
              <a:schemeClr val="dk1"/>
            </a:solidFill>
            <a:ln w="21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64" name="Google Shape;4564;p38"/>
            <p:cNvSpPr/>
            <p:nvPr/>
          </p:nvSpPr>
          <p:spPr>
            <a:xfrm>
              <a:off x="6883177" y="5029152"/>
              <a:ext cx="75903" cy="86388"/>
            </a:xfrm>
            <a:custGeom>
              <a:avLst/>
              <a:gdLst/>
              <a:ahLst/>
              <a:cxnLst/>
              <a:rect l="l" t="t" r="r" b="b"/>
              <a:pathLst>
                <a:path w="1361" h="1549" fill="none" extrusionOk="0">
                  <a:moveTo>
                    <a:pt x="0" y="1549"/>
                  </a:moveTo>
                  <a:cubicBezTo>
                    <a:pt x="419" y="1005"/>
                    <a:pt x="858" y="503"/>
                    <a:pt x="1360" y="0"/>
                  </a:cubicBezTo>
                </a:path>
              </a:pathLst>
            </a:custGeom>
            <a:solidFill>
              <a:schemeClr val="dk1"/>
            </a:solidFill>
            <a:ln w="21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65" name="Google Shape;4565;p38"/>
            <p:cNvSpPr/>
            <p:nvPr/>
          </p:nvSpPr>
          <p:spPr>
            <a:xfrm>
              <a:off x="6914687" y="5034952"/>
              <a:ext cx="70047" cy="79416"/>
            </a:xfrm>
            <a:custGeom>
              <a:avLst/>
              <a:gdLst/>
              <a:ahLst/>
              <a:cxnLst/>
              <a:rect l="l" t="t" r="r" b="b"/>
              <a:pathLst>
                <a:path w="1256" h="1424" fill="none" extrusionOk="0">
                  <a:moveTo>
                    <a:pt x="0" y="1424"/>
                  </a:moveTo>
                  <a:cubicBezTo>
                    <a:pt x="398" y="922"/>
                    <a:pt x="816" y="440"/>
                    <a:pt x="1256" y="1"/>
                  </a:cubicBezTo>
                </a:path>
              </a:pathLst>
            </a:custGeom>
            <a:solidFill>
              <a:schemeClr val="dk1"/>
            </a:solidFill>
            <a:ln w="21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66" name="Google Shape;4566;p38"/>
            <p:cNvSpPr/>
            <p:nvPr/>
          </p:nvSpPr>
          <p:spPr>
            <a:xfrm>
              <a:off x="6943854" y="5039637"/>
              <a:ext cx="64247" cy="78245"/>
            </a:xfrm>
            <a:custGeom>
              <a:avLst/>
              <a:gdLst/>
              <a:ahLst/>
              <a:cxnLst/>
              <a:rect l="l" t="t" r="r" b="b"/>
              <a:pathLst>
                <a:path w="1152" h="1403" fill="none" extrusionOk="0">
                  <a:moveTo>
                    <a:pt x="0" y="1403"/>
                  </a:moveTo>
                  <a:cubicBezTo>
                    <a:pt x="105" y="1298"/>
                    <a:pt x="189" y="1172"/>
                    <a:pt x="272" y="1047"/>
                  </a:cubicBezTo>
                  <a:cubicBezTo>
                    <a:pt x="524" y="649"/>
                    <a:pt x="816" y="315"/>
                    <a:pt x="1151" y="1"/>
                  </a:cubicBezTo>
                </a:path>
              </a:pathLst>
            </a:custGeom>
            <a:solidFill>
              <a:schemeClr val="dk1"/>
            </a:solidFill>
            <a:ln w="21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67" name="Google Shape;4567;p38"/>
            <p:cNvSpPr/>
            <p:nvPr/>
          </p:nvSpPr>
          <p:spPr>
            <a:xfrm>
              <a:off x="6968337" y="5041979"/>
              <a:ext cx="63076" cy="73561"/>
            </a:xfrm>
            <a:custGeom>
              <a:avLst/>
              <a:gdLst/>
              <a:ahLst/>
              <a:cxnLst/>
              <a:rect l="l" t="t" r="r" b="b"/>
              <a:pathLst>
                <a:path w="1131" h="1319" fill="none" extrusionOk="0">
                  <a:moveTo>
                    <a:pt x="1" y="1319"/>
                  </a:moveTo>
                  <a:cubicBezTo>
                    <a:pt x="315" y="837"/>
                    <a:pt x="712" y="398"/>
                    <a:pt x="1131" y="1"/>
                  </a:cubicBezTo>
                </a:path>
              </a:pathLst>
            </a:custGeom>
            <a:solidFill>
              <a:schemeClr val="dk1"/>
            </a:solidFill>
            <a:ln w="21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68" name="Google Shape;4568;p38"/>
            <p:cNvSpPr/>
            <p:nvPr/>
          </p:nvSpPr>
          <p:spPr>
            <a:xfrm>
              <a:off x="6991705" y="5040808"/>
              <a:ext cx="64247" cy="79416"/>
            </a:xfrm>
            <a:custGeom>
              <a:avLst/>
              <a:gdLst/>
              <a:ahLst/>
              <a:cxnLst/>
              <a:rect l="l" t="t" r="r" b="b"/>
              <a:pathLst>
                <a:path w="1152" h="1424" fill="none" extrusionOk="0">
                  <a:moveTo>
                    <a:pt x="0" y="1423"/>
                  </a:moveTo>
                  <a:cubicBezTo>
                    <a:pt x="377" y="942"/>
                    <a:pt x="774" y="482"/>
                    <a:pt x="1151" y="1"/>
                  </a:cubicBezTo>
                </a:path>
              </a:pathLst>
            </a:custGeom>
            <a:solidFill>
              <a:schemeClr val="dk1"/>
            </a:solidFill>
            <a:ln w="21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69" name="Google Shape;4569;p38"/>
            <p:cNvSpPr/>
            <p:nvPr/>
          </p:nvSpPr>
          <p:spPr>
            <a:xfrm>
              <a:off x="7026729" y="5039637"/>
              <a:ext cx="63020" cy="80588"/>
            </a:xfrm>
            <a:custGeom>
              <a:avLst/>
              <a:gdLst/>
              <a:ahLst/>
              <a:cxnLst/>
              <a:rect l="l" t="t" r="r" b="b"/>
              <a:pathLst>
                <a:path w="1130" h="1445" fill="none" extrusionOk="0">
                  <a:moveTo>
                    <a:pt x="0" y="1444"/>
                  </a:moveTo>
                  <a:cubicBezTo>
                    <a:pt x="272" y="1068"/>
                    <a:pt x="523" y="733"/>
                    <a:pt x="795" y="356"/>
                  </a:cubicBezTo>
                  <a:cubicBezTo>
                    <a:pt x="900" y="231"/>
                    <a:pt x="1004" y="105"/>
                    <a:pt x="1130" y="1"/>
                  </a:cubicBezTo>
                </a:path>
              </a:pathLst>
            </a:custGeom>
            <a:solidFill>
              <a:schemeClr val="dk1"/>
            </a:solidFill>
            <a:ln w="21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70" name="Google Shape;4570;p38"/>
            <p:cNvSpPr/>
            <p:nvPr/>
          </p:nvSpPr>
          <p:spPr>
            <a:xfrm>
              <a:off x="7055896" y="5041979"/>
              <a:ext cx="60734" cy="73561"/>
            </a:xfrm>
            <a:custGeom>
              <a:avLst/>
              <a:gdLst/>
              <a:ahLst/>
              <a:cxnLst/>
              <a:rect l="l" t="t" r="r" b="b"/>
              <a:pathLst>
                <a:path w="1089" h="1319" fill="none" extrusionOk="0">
                  <a:moveTo>
                    <a:pt x="0" y="1319"/>
                  </a:moveTo>
                  <a:cubicBezTo>
                    <a:pt x="356" y="879"/>
                    <a:pt x="691" y="419"/>
                    <a:pt x="1088" y="1"/>
                  </a:cubicBezTo>
                </a:path>
              </a:pathLst>
            </a:custGeom>
            <a:solidFill>
              <a:schemeClr val="dk1"/>
            </a:solidFill>
            <a:ln w="21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71" name="Google Shape;4571;p38"/>
            <p:cNvSpPr/>
            <p:nvPr/>
          </p:nvSpPr>
          <p:spPr>
            <a:xfrm>
              <a:off x="7083893" y="5043150"/>
              <a:ext cx="56049" cy="74732"/>
            </a:xfrm>
            <a:custGeom>
              <a:avLst/>
              <a:gdLst/>
              <a:ahLst/>
              <a:cxnLst/>
              <a:rect l="l" t="t" r="r" b="b"/>
              <a:pathLst>
                <a:path w="1005" h="1340" fill="none" extrusionOk="0">
                  <a:moveTo>
                    <a:pt x="0" y="1340"/>
                  </a:moveTo>
                  <a:cubicBezTo>
                    <a:pt x="84" y="1109"/>
                    <a:pt x="272" y="921"/>
                    <a:pt x="398" y="754"/>
                  </a:cubicBezTo>
                  <a:cubicBezTo>
                    <a:pt x="565" y="482"/>
                    <a:pt x="712" y="168"/>
                    <a:pt x="1005" y="0"/>
                  </a:cubicBezTo>
                </a:path>
              </a:pathLst>
            </a:custGeom>
            <a:solidFill>
              <a:schemeClr val="dk1"/>
            </a:solidFill>
            <a:ln w="21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72" name="Google Shape;4572;p38"/>
            <p:cNvSpPr/>
            <p:nvPr/>
          </p:nvSpPr>
          <p:spPr>
            <a:xfrm>
              <a:off x="7110718" y="5058320"/>
              <a:ext cx="43222" cy="59562"/>
            </a:xfrm>
            <a:custGeom>
              <a:avLst/>
              <a:gdLst/>
              <a:ahLst/>
              <a:cxnLst/>
              <a:rect l="l" t="t" r="r" b="b"/>
              <a:pathLst>
                <a:path w="775" h="1068" fill="none" extrusionOk="0">
                  <a:moveTo>
                    <a:pt x="1" y="1068"/>
                  </a:moveTo>
                  <a:cubicBezTo>
                    <a:pt x="147" y="754"/>
                    <a:pt x="356" y="482"/>
                    <a:pt x="628" y="210"/>
                  </a:cubicBezTo>
                  <a:cubicBezTo>
                    <a:pt x="670" y="168"/>
                    <a:pt x="754" y="84"/>
                    <a:pt x="775" y="0"/>
                  </a:cubicBezTo>
                </a:path>
              </a:pathLst>
            </a:custGeom>
            <a:solidFill>
              <a:schemeClr val="dk1"/>
            </a:solidFill>
            <a:ln w="21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73" name="Google Shape;4573;p38"/>
            <p:cNvSpPr/>
            <p:nvPr/>
          </p:nvSpPr>
          <p:spPr>
            <a:xfrm>
              <a:off x="6676605" y="4841263"/>
              <a:ext cx="31566" cy="28052"/>
            </a:xfrm>
            <a:custGeom>
              <a:avLst/>
              <a:gdLst/>
              <a:ahLst/>
              <a:cxnLst/>
              <a:rect l="l" t="t" r="r" b="b"/>
              <a:pathLst>
                <a:path w="566" h="503" fill="none" extrusionOk="0">
                  <a:moveTo>
                    <a:pt x="1" y="503"/>
                  </a:moveTo>
                  <a:cubicBezTo>
                    <a:pt x="189" y="335"/>
                    <a:pt x="378" y="189"/>
                    <a:pt x="566" y="1"/>
                  </a:cubicBezTo>
                </a:path>
              </a:pathLst>
            </a:custGeom>
            <a:solidFill>
              <a:schemeClr val="dk1"/>
            </a:solidFill>
            <a:ln w="21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74" name="Google Shape;4574;p38"/>
            <p:cNvSpPr/>
            <p:nvPr/>
          </p:nvSpPr>
          <p:spPr>
            <a:xfrm>
              <a:off x="6691774" y="4840092"/>
              <a:ext cx="37422" cy="31566"/>
            </a:xfrm>
            <a:custGeom>
              <a:avLst/>
              <a:gdLst/>
              <a:ahLst/>
              <a:cxnLst/>
              <a:rect l="l" t="t" r="r" b="b"/>
              <a:pathLst>
                <a:path w="671" h="566" fill="none" extrusionOk="0">
                  <a:moveTo>
                    <a:pt x="1" y="566"/>
                  </a:moveTo>
                  <a:cubicBezTo>
                    <a:pt x="231" y="377"/>
                    <a:pt x="461" y="168"/>
                    <a:pt x="670" y="1"/>
                  </a:cubicBezTo>
                </a:path>
              </a:pathLst>
            </a:custGeom>
            <a:solidFill>
              <a:schemeClr val="dk1"/>
            </a:solidFill>
            <a:ln w="21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75" name="Google Shape;4575;p38"/>
            <p:cNvSpPr/>
            <p:nvPr/>
          </p:nvSpPr>
          <p:spPr>
            <a:xfrm>
              <a:off x="6703486" y="4849461"/>
              <a:ext cx="54878" cy="45564"/>
            </a:xfrm>
            <a:custGeom>
              <a:avLst/>
              <a:gdLst/>
              <a:ahLst/>
              <a:cxnLst/>
              <a:rect l="l" t="t" r="r" b="b"/>
              <a:pathLst>
                <a:path w="984" h="817" fill="none" extrusionOk="0">
                  <a:moveTo>
                    <a:pt x="0" y="816"/>
                  </a:moveTo>
                  <a:cubicBezTo>
                    <a:pt x="314" y="523"/>
                    <a:pt x="649" y="272"/>
                    <a:pt x="984" y="0"/>
                  </a:cubicBezTo>
                </a:path>
              </a:pathLst>
            </a:custGeom>
            <a:solidFill>
              <a:schemeClr val="dk1"/>
            </a:solidFill>
            <a:ln w="21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76" name="Google Shape;4576;p38"/>
            <p:cNvSpPr/>
            <p:nvPr/>
          </p:nvSpPr>
          <p:spPr>
            <a:xfrm>
              <a:off x="6727969" y="4843605"/>
              <a:ext cx="73561" cy="61905"/>
            </a:xfrm>
            <a:custGeom>
              <a:avLst/>
              <a:gdLst/>
              <a:ahLst/>
              <a:cxnLst/>
              <a:rect l="l" t="t" r="r" b="b"/>
              <a:pathLst>
                <a:path w="1319" h="1110" fill="none" extrusionOk="0">
                  <a:moveTo>
                    <a:pt x="1" y="1109"/>
                  </a:moveTo>
                  <a:cubicBezTo>
                    <a:pt x="398" y="712"/>
                    <a:pt x="838" y="356"/>
                    <a:pt x="1319" y="1"/>
                  </a:cubicBezTo>
                </a:path>
              </a:pathLst>
            </a:custGeom>
            <a:solidFill>
              <a:schemeClr val="dk1"/>
            </a:solidFill>
            <a:ln w="21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77" name="Google Shape;4577;p38"/>
            <p:cNvSpPr/>
            <p:nvPr/>
          </p:nvSpPr>
          <p:spPr>
            <a:xfrm>
              <a:off x="6744309" y="4847119"/>
              <a:ext cx="96928" cy="80588"/>
            </a:xfrm>
            <a:custGeom>
              <a:avLst/>
              <a:gdLst/>
              <a:ahLst/>
              <a:cxnLst/>
              <a:rect l="l" t="t" r="r" b="b"/>
              <a:pathLst>
                <a:path w="1738" h="1445" fill="none" extrusionOk="0">
                  <a:moveTo>
                    <a:pt x="0" y="1444"/>
                  </a:moveTo>
                  <a:cubicBezTo>
                    <a:pt x="189" y="1277"/>
                    <a:pt x="356" y="1088"/>
                    <a:pt x="545" y="942"/>
                  </a:cubicBezTo>
                  <a:cubicBezTo>
                    <a:pt x="921" y="607"/>
                    <a:pt x="1298" y="251"/>
                    <a:pt x="1737" y="0"/>
                  </a:cubicBezTo>
                </a:path>
              </a:pathLst>
            </a:custGeom>
            <a:solidFill>
              <a:schemeClr val="dk1"/>
            </a:solidFill>
            <a:ln w="21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78" name="Google Shape;4578;p38"/>
            <p:cNvSpPr/>
            <p:nvPr/>
          </p:nvSpPr>
          <p:spPr>
            <a:xfrm>
              <a:off x="6758308" y="4855261"/>
              <a:ext cx="114440" cy="102784"/>
            </a:xfrm>
            <a:custGeom>
              <a:avLst/>
              <a:gdLst/>
              <a:ahLst/>
              <a:cxnLst/>
              <a:rect l="l" t="t" r="r" b="b"/>
              <a:pathLst>
                <a:path w="2052" h="1843" fill="none" extrusionOk="0">
                  <a:moveTo>
                    <a:pt x="1" y="1842"/>
                  </a:moveTo>
                  <a:cubicBezTo>
                    <a:pt x="607" y="1152"/>
                    <a:pt x="1319" y="566"/>
                    <a:pt x="2051" y="1"/>
                  </a:cubicBezTo>
                </a:path>
              </a:pathLst>
            </a:custGeom>
            <a:solidFill>
              <a:schemeClr val="dk1"/>
            </a:solidFill>
            <a:ln w="21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79" name="Google Shape;4579;p38"/>
            <p:cNvSpPr/>
            <p:nvPr/>
          </p:nvSpPr>
          <p:spPr>
            <a:xfrm>
              <a:off x="6772306" y="4887942"/>
              <a:ext cx="110927" cy="95757"/>
            </a:xfrm>
            <a:custGeom>
              <a:avLst/>
              <a:gdLst/>
              <a:ahLst/>
              <a:cxnLst/>
              <a:rect l="l" t="t" r="r" b="b"/>
              <a:pathLst>
                <a:path w="1989" h="1717" fill="none" extrusionOk="0">
                  <a:moveTo>
                    <a:pt x="1" y="1716"/>
                  </a:moveTo>
                  <a:cubicBezTo>
                    <a:pt x="628" y="1089"/>
                    <a:pt x="1277" y="524"/>
                    <a:pt x="1988" y="1"/>
                  </a:cubicBezTo>
                </a:path>
              </a:pathLst>
            </a:custGeom>
            <a:solidFill>
              <a:schemeClr val="dk1"/>
            </a:solidFill>
            <a:ln w="21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80" name="Google Shape;4580;p38"/>
            <p:cNvSpPr/>
            <p:nvPr/>
          </p:nvSpPr>
          <p:spPr>
            <a:xfrm>
              <a:off x="6803816" y="4906625"/>
              <a:ext cx="100442" cy="87559"/>
            </a:xfrm>
            <a:custGeom>
              <a:avLst/>
              <a:gdLst/>
              <a:ahLst/>
              <a:cxnLst/>
              <a:rect l="l" t="t" r="r" b="b"/>
              <a:pathLst>
                <a:path w="1801" h="1570" fill="none" extrusionOk="0">
                  <a:moveTo>
                    <a:pt x="1" y="1570"/>
                  </a:moveTo>
                  <a:cubicBezTo>
                    <a:pt x="545" y="1005"/>
                    <a:pt x="1151" y="482"/>
                    <a:pt x="1800" y="0"/>
                  </a:cubicBezTo>
                </a:path>
              </a:pathLst>
            </a:custGeom>
            <a:solidFill>
              <a:schemeClr val="dk1"/>
            </a:solidFill>
            <a:ln w="21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81" name="Google Shape;4581;p38"/>
            <p:cNvSpPr/>
            <p:nvPr/>
          </p:nvSpPr>
          <p:spPr>
            <a:xfrm>
              <a:off x="6848153" y="4917110"/>
              <a:ext cx="82930" cy="75903"/>
            </a:xfrm>
            <a:custGeom>
              <a:avLst/>
              <a:gdLst/>
              <a:ahLst/>
              <a:cxnLst/>
              <a:rect l="l" t="t" r="r" b="b"/>
              <a:pathLst>
                <a:path w="1487" h="1361" fill="none" extrusionOk="0">
                  <a:moveTo>
                    <a:pt x="1" y="1361"/>
                  </a:moveTo>
                  <a:cubicBezTo>
                    <a:pt x="440" y="859"/>
                    <a:pt x="942" y="419"/>
                    <a:pt x="1486" y="1"/>
                  </a:cubicBezTo>
                </a:path>
              </a:pathLst>
            </a:custGeom>
            <a:solidFill>
              <a:schemeClr val="dk1"/>
            </a:solidFill>
            <a:ln w="21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82" name="Google Shape;4582;p38"/>
            <p:cNvSpPr/>
            <p:nvPr/>
          </p:nvSpPr>
          <p:spPr>
            <a:xfrm>
              <a:off x="6885519" y="4929937"/>
              <a:ext cx="68876" cy="67761"/>
            </a:xfrm>
            <a:custGeom>
              <a:avLst/>
              <a:gdLst/>
              <a:ahLst/>
              <a:cxnLst/>
              <a:rect l="l" t="t" r="r" b="b"/>
              <a:pathLst>
                <a:path w="1235" h="1215" fill="none" extrusionOk="0">
                  <a:moveTo>
                    <a:pt x="0" y="1214"/>
                  </a:moveTo>
                  <a:cubicBezTo>
                    <a:pt x="335" y="754"/>
                    <a:pt x="753" y="336"/>
                    <a:pt x="1235" y="1"/>
                  </a:cubicBezTo>
                </a:path>
              </a:pathLst>
            </a:custGeom>
            <a:solidFill>
              <a:schemeClr val="dk1"/>
            </a:solidFill>
            <a:ln w="21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83" name="Google Shape;4583;p38"/>
            <p:cNvSpPr/>
            <p:nvPr/>
          </p:nvSpPr>
          <p:spPr>
            <a:xfrm>
              <a:off x="6908831" y="4940478"/>
              <a:ext cx="67761" cy="70047"/>
            </a:xfrm>
            <a:custGeom>
              <a:avLst/>
              <a:gdLst/>
              <a:ahLst/>
              <a:cxnLst/>
              <a:rect l="l" t="t" r="r" b="b"/>
              <a:pathLst>
                <a:path w="1215" h="1256" fill="none" extrusionOk="0">
                  <a:moveTo>
                    <a:pt x="1" y="1256"/>
                  </a:moveTo>
                  <a:cubicBezTo>
                    <a:pt x="231" y="963"/>
                    <a:pt x="503" y="649"/>
                    <a:pt x="754" y="356"/>
                  </a:cubicBezTo>
                  <a:cubicBezTo>
                    <a:pt x="900" y="230"/>
                    <a:pt x="1026" y="84"/>
                    <a:pt x="1214" y="0"/>
                  </a:cubicBezTo>
                </a:path>
              </a:pathLst>
            </a:custGeom>
            <a:solidFill>
              <a:schemeClr val="dk1"/>
            </a:solidFill>
            <a:ln w="21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84" name="Google Shape;4584;p38"/>
            <p:cNvSpPr/>
            <p:nvPr/>
          </p:nvSpPr>
          <p:spPr>
            <a:xfrm>
              <a:off x="6941512" y="4950962"/>
              <a:ext cx="60734" cy="59562"/>
            </a:xfrm>
            <a:custGeom>
              <a:avLst/>
              <a:gdLst/>
              <a:ahLst/>
              <a:cxnLst/>
              <a:rect l="l" t="t" r="r" b="b"/>
              <a:pathLst>
                <a:path w="1089" h="1068" fill="none" extrusionOk="0">
                  <a:moveTo>
                    <a:pt x="1" y="1068"/>
                  </a:moveTo>
                  <a:cubicBezTo>
                    <a:pt x="356" y="691"/>
                    <a:pt x="733" y="335"/>
                    <a:pt x="1089" y="0"/>
                  </a:cubicBezTo>
                </a:path>
              </a:pathLst>
            </a:custGeom>
            <a:solidFill>
              <a:schemeClr val="dk1"/>
            </a:solidFill>
            <a:ln w="21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85" name="Google Shape;4585;p38"/>
            <p:cNvSpPr/>
            <p:nvPr/>
          </p:nvSpPr>
          <p:spPr>
            <a:xfrm>
              <a:off x="6977707" y="4968474"/>
              <a:ext cx="43222" cy="44393"/>
            </a:xfrm>
            <a:custGeom>
              <a:avLst/>
              <a:gdLst/>
              <a:ahLst/>
              <a:cxnLst/>
              <a:rect l="l" t="t" r="r" b="b"/>
              <a:pathLst>
                <a:path w="775" h="796" fill="none" extrusionOk="0">
                  <a:moveTo>
                    <a:pt x="0" y="795"/>
                  </a:moveTo>
                  <a:cubicBezTo>
                    <a:pt x="209" y="482"/>
                    <a:pt x="461" y="231"/>
                    <a:pt x="774" y="0"/>
                  </a:cubicBezTo>
                </a:path>
              </a:pathLst>
            </a:custGeom>
            <a:solidFill>
              <a:schemeClr val="dk1"/>
            </a:solidFill>
            <a:ln w="21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86" name="Google Shape;4586;p38"/>
            <p:cNvSpPr/>
            <p:nvPr/>
          </p:nvSpPr>
          <p:spPr>
            <a:xfrm>
              <a:off x="7082722" y="5020954"/>
              <a:ext cx="37366" cy="12939"/>
            </a:xfrm>
            <a:custGeom>
              <a:avLst/>
              <a:gdLst/>
              <a:ahLst/>
              <a:cxnLst/>
              <a:rect l="l" t="t" r="r" b="b"/>
              <a:pathLst>
                <a:path w="670" h="232" fill="none" extrusionOk="0">
                  <a:moveTo>
                    <a:pt x="21" y="231"/>
                  </a:moveTo>
                  <a:cubicBezTo>
                    <a:pt x="21" y="231"/>
                    <a:pt x="0" y="231"/>
                    <a:pt x="21" y="231"/>
                  </a:cubicBezTo>
                  <a:lnTo>
                    <a:pt x="21" y="231"/>
                  </a:lnTo>
                  <a:cubicBezTo>
                    <a:pt x="230" y="126"/>
                    <a:pt x="461" y="43"/>
                    <a:pt x="670" y="1"/>
                  </a:cubicBezTo>
                </a:path>
              </a:pathLst>
            </a:custGeom>
            <a:solidFill>
              <a:schemeClr val="dk1"/>
            </a:solidFill>
            <a:ln w="2100" cap="flat" cmpd="sng">
              <a:solidFill>
                <a:schemeClr val="dk1"/>
              </a:solidFill>
              <a:prstDash val="solid"/>
              <a:miter lim="2092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87" name="Google Shape;4587;p38"/>
            <p:cNvSpPr/>
            <p:nvPr/>
          </p:nvSpPr>
          <p:spPr>
            <a:xfrm>
              <a:off x="6178355" y="3770033"/>
              <a:ext cx="450510" cy="777490"/>
            </a:xfrm>
            <a:custGeom>
              <a:avLst/>
              <a:gdLst/>
              <a:ahLst/>
              <a:cxnLst/>
              <a:rect l="l" t="t" r="r" b="b"/>
              <a:pathLst>
                <a:path w="8078" h="13941" extrusionOk="0">
                  <a:moveTo>
                    <a:pt x="21" y="1"/>
                  </a:moveTo>
                  <a:lnTo>
                    <a:pt x="21" y="1"/>
                  </a:lnTo>
                  <a:cubicBezTo>
                    <a:pt x="1" y="1319"/>
                    <a:pt x="21" y="2637"/>
                    <a:pt x="147" y="3914"/>
                  </a:cubicBezTo>
                  <a:cubicBezTo>
                    <a:pt x="231" y="5232"/>
                    <a:pt x="398" y="6550"/>
                    <a:pt x="649" y="7847"/>
                  </a:cubicBezTo>
                  <a:cubicBezTo>
                    <a:pt x="921" y="9165"/>
                    <a:pt x="1256" y="10442"/>
                    <a:pt x="1842" y="11655"/>
                  </a:cubicBezTo>
                  <a:cubicBezTo>
                    <a:pt x="2135" y="12241"/>
                    <a:pt x="2511" y="12827"/>
                    <a:pt x="3034" y="13266"/>
                  </a:cubicBezTo>
                  <a:cubicBezTo>
                    <a:pt x="3469" y="13664"/>
                    <a:pt x="4075" y="13924"/>
                    <a:pt x="4682" y="13924"/>
                  </a:cubicBezTo>
                  <a:cubicBezTo>
                    <a:pt x="4747" y="13924"/>
                    <a:pt x="4811" y="13921"/>
                    <a:pt x="4876" y="13915"/>
                  </a:cubicBezTo>
                  <a:cubicBezTo>
                    <a:pt x="4974" y="13932"/>
                    <a:pt x="5070" y="13940"/>
                    <a:pt x="5165" y="13940"/>
                  </a:cubicBezTo>
                  <a:cubicBezTo>
                    <a:pt x="5416" y="13940"/>
                    <a:pt x="5658" y="13886"/>
                    <a:pt x="5901" y="13810"/>
                  </a:cubicBezTo>
                  <a:cubicBezTo>
                    <a:pt x="6215" y="13748"/>
                    <a:pt x="6529" y="13580"/>
                    <a:pt x="6822" y="13371"/>
                  </a:cubicBezTo>
                  <a:cubicBezTo>
                    <a:pt x="7115" y="13162"/>
                    <a:pt x="7345" y="12932"/>
                    <a:pt x="7554" y="12660"/>
                  </a:cubicBezTo>
                  <a:cubicBezTo>
                    <a:pt x="7659" y="12534"/>
                    <a:pt x="7742" y="12388"/>
                    <a:pt x="7847" y="12241"/>
                  </a:cubicBezTo>
                  <a:cubicBezTo>
                    <a:pt x="7931" y="12116"/>
                    <a:pt x="7993" y="11969"/>
                    <a:pt x="8077" y="11802"/>
                  </a:cubicBezTo>
                  <a:lnTo>
                    <a:pt x="8077" y="11802"/>
                  </a:lnTo>
                  <a:cubicBezTo>
                    <a:pt x="7972" y="11969"/>
                    <a:pt x="7889" y="12095"/>
                    <a:pt x="7826" y="12241"/>
                  </a:cubicBezTo>
                  <a:cubicBezTo>
                    <a:pt x="7700" y="12408"/>
                    <a:pt x="7617" y="12534"/>
                    <a:pt x="7491" y="12660"/>
                  </a:cubicBezTo>
                  <a:cubicBezTo>
                    <a:pt x="7303" y="12932"/>
                    <a:pt x="7031" y="13162"/>
                    <a:pt x="6780" y="13350"/>
                  </a:cubicBezTo>
                  <a:cubicBezTo>
                    <a:pt x="6487" y="13538"/>
                    <a:pt x="6173" y="13685"/>
                    <a:pt x="5859" y="13769"/>
                  </a:cubicBezTo>
                  <a:cubicBezTo>
                    <a:pt x="5603" y="13832"/>
                    <a:pt x="5335" y="13860"/>
                    <a:pt x="5083" y="13860"/>
                  </a:cubicBezTo>
                  <a:cubicBezTo>
                    <a:pt x="5005" y="13860"/>
                    <a:pt x="4929" y="13857"/>
                    <a:pt x="4855" y="13852"/>
                  </a:cubicBezTo>
                  <a:cubicBezTo>
                    <a:pt x="4813" y="13855"/>
                    <a:pt x="4772" y="13856"/>
                    <a:pt x="4731" y="13856"/>
                  </a:cubicBezTo>
                  <a:cubicBezTo>
                    <a:pt x="4127" y="13856"/>
                    <a:pt x="3548" y="13574"/>
                    <a:pt x="3097" y="13183"/>
                  </a:cubicBezTo>
                  <a:cubicBezTo>
                    <a:pt x="2616" y="12764"/>
                    <a:pt x="2239" y="12199"/>
                    <a:pt x="1946" y="11613"/>
                  </a:cubicBezTo>
                  <a:cubicBezTo>
                    <a:pt x="1674" y="11048"/>
                    <a:pt x="1423" y="10421"/>
                    <a:pt x="1256" y="9793"/>
                  </a:cubicBezTo>
                  <a:cubicBezTo>
                    <a:pt x="1068" y="9165"/>
                    <a:pt x="900" y="8538"/>
                    <a:pt x="775" y="7889"/>
                  </a:cubicBezTo>
                  <a:cubicBezTo>
                    <a:pt x="524" y="6571"/>
                    <a:pt x="356" y="5274"/>
                    <a:pt x="231" y="3955"/>
                  </a:cubicBezTo>
                  <a:cubicBezTo>
                    <a:pt x="126" y="2637"/>
                    <a:pt x="42" y="1340"/>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88" name="Google Shape;4588;p38"/>
            <p:cNvSpPr/>
            <p:nvPr/>
          </p:nvSpPr>
          <p:spPr>
            <a:xfrm>
              <a:off x="5927446" y="3384997"/>
              <a:ext cx="671025" cy="1221419"/>
            </a:xfrm>
            <a:custGeom>
              <a:avLst/>
              <a:gdLst/>
              <a:ahLst/>
              <a:cxnLst/>
              <a:rect l="l" t="t" r="r" b="b"/>
              <a:pathLst>
                <a:path w="12032" h="21901" extrusionOk="0">
                  <a:moveTo>
                    <a:pt x="106" y="0"/>
                  </a:moveTo>
                  <a:cubicBezTo>
                    <a:pt x="1" y="2030"/>
                    <a:pt x="1" y="4059"/>
                    <a:pt x="106" y="6110"/>
                  </a:cubicBezTo>
                  <a:cubicBezTo>
                    <a:pt x="168" y="8139"/>
                    <a:pt x="357" y="10148"/>
                    <a:pt x="671" y="12178"/>
                  </a:cubicBezTo>
                  <a:cubicBezTo>
                    <a:pt x="984" y="14165"/>
                    <a:pt x="1466" y="16174"/>
                    <a:pt x="2303" y="18036"/>
                  </a:cubicBezTo>
                  <a:cubicBezTo>
                    <a:pt x="2721" y="18936"/>
                    <a:pt x="3244" y="19836"/>
                    <a:pt x="3976" y="20568"/>
                  </a:cubicBezTo>
                  <a:cubicBezTo>
                    <a:pt x="4667" y="21300"/>
                    <a:pt x="5650" y="21823"/>
                    <a:pt x="6697" y="21865"/>
                  </a:cubicBezTo>
                  <a:cubicBezTo>
                    <a:pt x="6901" y="21889"/>
                    <a:pt x="7105" y="21900"/>
                    <a:pt x="7309" y="21900"/>
                  </a:cubicBezTo>
                  <a:cubicBezTo>
                    <a:pt x="7649" y="21900"/>
                    <a:pt x="7989" y="21868"/>
                    <a:pt x="8329" y="21802"/>
                  </a:cubicBezTo>
                  <a:cubicBezTo>
                    <a:pt x="8893" y="21698"/>
                    <a:pt x="9417" y="21509"/>
                    <a:pt x="9877" y="21217"/>
                  </a:cubicBezTo>
                  <a:cubicBezTo>
                    <a:pt x="10358" y="20924"/>
                    <a:pt x="10798" y="20568"/>
                    <a:pt x="11132" y="20149"/>
                  </a:cubicBezTo>
                  <a:cubicBezTo>
                    <a:pt x="11342" y="19961"/>
                    <a:pt x="11488" y="19731"/>
                    <a:pt x="11634" y="19501"/>
                  </a:cubicBezTo>
                  <a:cubicBezTo>
                    <a:pt x="11802" y="19250"/>
                    <a:pt x="11906" y="18999"/>
                    <a:pt x="12032" y="18769"/>
                  </a:cubicBezTo>
                  <a:lnTo>
                    <a:pt x="12032" y="18769"/>
                  </a:lnTo>
                  <a:cubicBezTo>
                    <a:pt x="11906" y="18999"/>
                    <a:pt x="11802" y="19229"/>
                    <a:pt x="11634" y="19459"/>
                  </a:cubicBezTo>
                  <a:cubicBezTo>
                    <a:pt x="11467" y="19710"/>
                    <a:pt x="11321" y="19940"/>
                    <a:pt x="11132" y="20129"/>
                  </a:cubicBezTo>
                  <a:cubicBezTo>
                    <a:pt x="10798" y="20547"/>
                    <a:pt x="10358" y="20882"/>
                    <a:pt x="9877" y="21133"/>
                  </a:cubicBezTo>
                  <a:cubicBezTo>
                    <a:pt x="9417" y="21405"/>
                    <a:pt x="8893" y="21593"/>
                    <a:pt x="8370" y="21698"/>
                  </a:cubicBezTo>
                  <a:cubicBezTo>
                    <a:pt x="8041" y="21759"/>
                    <a:pt x="7719" y="21791"/>
                    <a:pt x="7404" y="21791"/>
                  </a:cubicBezTo>
                  <a:cubicBezTo>
                    <a:pt x="7179" y="21791"/>
                    <a:pt x="6957" y="21775"/>
                    <a:pt x="6738" y="21740"/>
                  </a:cubicBezTo>
                  <a:cubicBezTo>
                    <a:pt x="6236" y="21719"/>
                    <a:pt x="5755" y="21593"/>
                    <a:pt x="5295" y="21342"/>
                  </a:cubicBezTo>
                  <a:cubicBezTo>
                    <a:pt x="4855" y="21112"/>
                    <a:pt x="4479" y="20819"/>
                    <a:pt x="4102" y="20463"/>
                  </a:cubicBezTo>
                  <a:cubicBezTo>
                    <a:pt x="3391" y="19752"/>
                    <a:pt x="2867" y="18873"/>
                    <a:pt x="2449" y="17952"/>
                  </a:cubicBezTo>
                  <a:cubicBezTo>
                    <a:pt x="2031" y="17032"/>
                    <a:pt x="1717" y="16069"/>
                    <a:pt x="1466" y="15107"/>
                  </a:cubicBezTo>
                  <a:cubicBezTo>
                    <a:pt x="1194" y="14123"/>
                    <a:pt x="984" y="13140"/>
                    <a:pt x="838" y="12136"/>
                  </a:cubicBezTo>
                  <a:cubicBezTo>
                    <a:pt x="524" y="10148"/>
                    <a:pt x="315" y="8118"/>
                    <a:pt x="210" y="6110"/>
                  </a:cubicBezTo>
                  <a:cubicBezTo>
                    <a:pt x="106" y="4059"/>
                    <a:pt x="43" y="2051"/>
                    <a:pt x="1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89" name="Google Shape;4589;p38"/>
            <p:cNvSpPr/>
            <p:nvPr/>
          </p:nvSpPr>
          <p:spPr>
            <a:xfrm>
              <a:off x="5961299" y="3541320"/>
              <a:ext cx="683852" cy="1147747"/>
            </a:xfrm>
            <a:custGeom>
              <a:avLst/>
              <a:gdLst/>
              <a:ahLst/>
              <a:cxnLst/>
              <a:rect l="l" t="t" r="r" b="b"/>
              <a:pathLst>
                <a:path w="12262" h="20580" extrusionOk="0">
                  <a:moveTo>
                    <a:pt x="105" y="1"/>
                  </a:moveTo>
                  <a:cubicBezTo>
                    <a:pt x="1" y="2595"/>
                    <a:pt x="64" y="5169"/>
                    <a:pt x="356" y="7659"/>
                  </a:cubicBezTo>
                  <a:cubicBezTo>
                    <a:pt x="461" y="8956"/>
                    <a:pt x="649" y="10232"/>
                    <a:pt x="880" y="11509"/>
                  </a:cubicBezTo>
                  <a:cubicBezTo>
                    <a:pt x="1110" y="12785"/>
                    <a:pt x="1424" y="14041"/>
                    <a:pt x="1842" y="15275"/>
                  </a:cubicBezTo>
                  <a:cubicBezTo>
                    <a:pt x="2281" y="16489"/>
                    <a:pt x="2867" y="17681"/>
                    <a:pt x="3683" y="18706"/>
                  </a:cubicBezTo>
                  <a:cubicBezTo>
                    <a:pt x="4102" y="19209"/>
                    <a:pt x="4562" y="19669"/>
                    <a:pt x="5148" y="19983"/>
                  </a:cubicBezTo>
                  <a:cubicBezTo>
                    <a:pt x="5399" y="20150"/>
                    <a:pt x="5713" y="20276"/>
                    <a:pt x="6027" y="20380"/>
                  </a:cubicBezTo>
                  <a:cubicBezTo>
                    <a:pt x="6341" y="20485"/>
                    <a:pt x="6654" y="20527"/>
                    <a:pt x="6989" y="20569"/>
                  </a:cubicBezTo>
                  <a:cubicBezTo>
                    <a:pt x="7099" y="20576"/>
                    <a:pt x="7209" y="20579"/>
                    <a:pt x="7319" y="20579"/>
                  </a:cubicBezTo>
                  <a:cubicBezTo>
                    <a:pt x="7877" y="20579"/>
                    <a:pt x="8428" y="20489"/>
                    <a:pt x="8935" y="20297"/>
                  </a:cubicBezTo>
                  <a:cubicBezTo>
                    <a:pt x="9542" y="20087"/>
                    <a:pt x="10107" y="19753"/>
                    <a:pt x="10609" y="19334"/>
                  </a:cubicBezTo>
                  <a:cubicBezTo>
                    <a:pt x="11111" y="18916"/>
                    <a:pt x="11509" y="18372"/>
                    <a:pt x="11760" y="17786"/>
                  </a:cubicBezTo>
                  <a:cubicBezTo>
                    <a:pt x="12053" y="17221"/>
                    <a:pt x="12157" y="16551"/>
                    <a:pt x="12262" y="15924"/>
                  </a:cubicBezTo>
                  <a:lnTo>
                    <a:pt x="12262" y="15924"/>
                  </a:lnTo>
                  <a:cubicBezTo>
                    <a:pt x="12136" y="16593"/>
                    <a:pt x="12032" y="17221"/>
                    <a:pt x="11718" y="17786"/>
                  </a:cubicBezTo>
                  <a:cubicBezTo>
                    <a:pt x="11425" y="18372"/>
                    <a:pt x="11027" y="18895"/>
                    <a:pt x="10525" y="19313"/>
                  </a:cubicBezTo>
                  <a:cubicBezTo>
                    <a:pt x="10044" y="19732"/>
                    <a:pt x="9458" y="20046"/>
                    <a:pt x="8851" y="20255"/>
                  </a:cubicBezTo>
                  <a:cubicBezTo>
                    <a:pt x="8378" y="20424"/>
                    <a:pt x="7851" y="20497"/>
                    <a:pt x="7335" y="20497"/>
                  </a:cubicBezTo>
                  <a:cubicBezTo>
                    <a:pt x="7212" y="20497"/>
                    <a:pt x="7089" y="20493"/>
                    <a:pt x="6968" y="20485"/>
                  </a:cubicBezTo>
                  <a:cubicBezTo>
                    <a:pt x="6320" y="20422"/>
                    <a:pt x="5713" y="20255"/>
                    <a:pt x="5169" y="19899"/>
                  </a:cubicBezTo>
                  <a:cubicBezTo>
                    <a:pt x="4625" y="19585"/>
                    <a:pt x="4165" y="19146"/>
                    <a:pt x="3767" y="18644"/>
                  </a:cubicBezTo>
                  <a:cubicBezTo>
                    <a:pt x="2951" y="17660"/>
                    <a:pt x="2407" y="16489"/>
                    <a:pt x="1988" y="15275"/>
                  </a:cubicBezTo>
                  <a:cubicBezTo>
                    <a:pt x="1110" y="12848"/>
                    <a:pt x="733" y="10274"/>
                    <a:pt x="440" y="7722"/>
                  </a:cubicBezTo>
                  <a:cubicBezTo>
                    <a:pt x="273" y="6445"/>
                    <a:pt x="210" y="5148"/>
                    <a:pt x="147" y="3872"/>
                  </a:cubicBezTo>
                  <a:cubicBezTo>
                    <a:pt x="105" y="2595"/>
                    <a:pt x="64" y="1277"/>
                    <a:pt x="1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90" name="Google Shape;4590;p38"/>
            <p:cNvSpPr/>
            <p:nvPr/>
          </p:nvSpPr>
          <p:spPr>
            <a:xfrm>
              <a:off x="7562288" y="3768583"/>
              <a:ext cx="122582" cy="403106"/>
            </a:xfrm>
            <a:custGeom>
              <a:avLst/>
              <a:gdLst/>
              <a:ahLst/>
              <a:cxnLst/>
              <a:rect l="l" t="t" r="r" b="b"/>
              <a:pathLst>
                <a:path w="2198" h="7228" extrusionOk="0">
                  <a:moveTo>
                    <a:pt x="1138" y="1"/>
                  </a:moveTo>
                  <a:cubicBezTo>
                    <a:pt x="1109" y="1"/>
                    <a:pt x="1079" y="2"/>
                    <a:pt x="1047" y="6"/>
                  </a:cubicBezTo>
                  <a:cubicBezTo>
                    <a:pt x="859" y="27"/>
                    <a:pt x="733" y="194"/>
                    <a:pt x="650" y="320"/>
                  </a:cubicBezTo>
                  <a:cubicBezTo>
                    <a:pt x="587" y="445"/>
                    <a:pt x="524" y="613"/>
                    <a:pt x="440" y="759"/>
                  </a:cubicBezTo>
                  <a:cubicBezTo>
                    <a:pt x="189" y="1387"/>
                    <a:pt x="64" y="2056"/>
                    <a:pt x="22" y="2705"/>
                  </a:cubicBezTo>
                  <a:cubicBezTo>
                    <a:pt x="85" y="2056"/>
                    <a:pt x="210" y="1366"/>
                    <a:pt x="419" y="843"/>
                  </a:cubicBezTo>
                  <a:cubicBezTo>
                    <a:pt x="503" y="675"/>
                    <a:pt x="587" y="529"/>
                    <a:pt x="650" y="403"/>
                  </a:cubicBezTo>
                  <a:cubicBezTo>
                    <a:pt x="733" y="236"/>
                    <a:pt x="859" y="131"/>
                    <a:pt x="1026" y="110"/>
                  </a:cubicBezTo>
                  <a:cubicBezTo>
                    <a:pt x="1047" y="107"/>
                    <a:pt x="1069" y="105"/>
                    <a:pt x="1092" y="105"/>
                  </a:cubicBezTo>
                  <a:cubicBezTo>
                    <a:pt x="1206" y="105"/>
                    <a:pt x="1340" y="149"/>
                    <a:pt x="1445" y="236"/>
                  </a:cubicBezTo>
                  <a:cubicBezTo>
                    <a:pt x="1570" y="341"/>
                    <a:pt x="1654" y="466"/>
                    <a:pt x="1738" y="613"/>
                  </a:cubicBezTo>
                  <a:cubicBezTo>
                    <a:pt x="1989" y="1219"/>
                    <a:pt x="2010" y="1868"/>
                    <a:pt x="2010" y="2517"/>
                  </a:cubicBezTo>
                  <a:cubicBezTo>
                    <a:pt x="2010" y="3165"/>
                    <a:pt x="1989" y="3835"/>
                    <a:pt x="1947" y="4484"/>
                  </a:cubicBezTo>
                  <a:cubicBezTo>
                    <a:pt x="1884" y="5132"/>
                    <a:pt x="1863" y="5781"/>
                    <a:pt x="1675" y="6408"/>
                  </a:cubicBezTo>
                  <a:cubicBezTo>
                    <a:pt x="1633" y="6576"/>
                    <a:pt x="1570" y="6722"/>
                    <a:pt x="1487" y="6869"/>
                  </a:cubicBezTo>
                  <a:cubicBezTo>
                    <a:pt x="1424" y="6994"/>
                    <a:pt x="1277" y="7099"/>
                    <a:pt x="1152" y="7120"/>
                  </a:cubicBezTo>
                  <a:cubicBezTo>
                    <a:pt x="1136" y="7123"/>
                    <a:pt x="1119" y="7124"/>
                    <a:pt x="1101" y="7124"/>
                  </a:cubicBezTo>
                  <a:cubicBezTo>
                    <a:pt x="984" y="7124"/>
                    <a:pt x="845" y="7065"/>
                    <a:pt x="754" y="6973"/>
                  </a:cubicBezTo>
                  <a:cubicBezTo>
                    <a:pt x="650" y="6869"/>
                    <a:pt x="587" y="6701"/>
                    <a:pt x="503" y="6576"/>
                  </a:cubicBezTo>
                  <a:cubicBezTo>
                    <a:pt x="378" y="6283"/>
                    <a:pt x="294" y="5948"/>
                    <a:pt x="231" y="5634"/>
                  </a:cubicBezTo>
                  <a:cubicBezTo>
                    <a:pt x="189" y="5320"/>
                    <a:pt x="168" y="4986"/>
                    <a:pt x="106" y="4672"/>
                  </a:cubicBezTo>
                  <a:cubicBezTo>
                    <a:pt x="64" y="4002"/>
                    <a:pt x="1" y="3354"/>
                    <a:pt x="22" y="2706"/>
                  </a:cubicBezTo>
                  <a:lnTo>
                    <a:pt x="22" y="2706"/>
                  </a:lnTo>
                  <a:cubicBezTo>
                    <a:pt x="1" y="3354"/>
                    <a:pt x="22" y="4002"/>
                    <a:pt x="85" y="4672"/>
                  </a:cubicBezTo>
                  <a:cubicBezTo>
                    <a:pt x="106" y="5007"/>
                    <a:pt x="126" y="5320"/>
                    <a:pt x="189" y="5655"/>
                  </a:cubicBezTo>
                  <a:cubicBezTo>
                    <a:pt x="231" y="5990"/>
                    <a:pt x="315" y="6304"/>
                    <a:pt x="440" y="6618"/>
                  </a:cubicBezTo>
                  <a:cubicBezTo>
                    <a:pt x="524" y="6785"/>
                    <a:pt x="608" y="6911"/>
                    <a:pt x="733" y="7036"/>
                  </a:cubicBezTo>
                  <a:cubicBezTo>
                    <a:pt x="848" y="7132"/>
                    <a:pt x="1015" y="7227"/>
                    <a:pt x="1186" y="7227"/>
                  </a:cubicBezTo>
                  <a:cubicBezTo>
                    <a:pt x="1203" y="7227"/>
                    <a:pt x="1219" y="7226"/>
                    <a:pt x="1235" y="7225"/>
                  </a:cubicBezTo>
                  <a:cubicBezTo>
                    <a:pt x="1424" y="7204"/>
                    <a:pt x="1570" y="7036"/>
                    <a:pt x="1654" y="6911"/>
                  </a:cubicBezTo>
                  <a:cubicBezTo>
                    <a:pt x="1759" y="6764"/>
                    <a:pt x="1800" y="6597"/>
                    <a:pt x="1863" y="6450"/>
                  </a:cubicBezTo>
                  <a:cubicBezTo>
                    <a:pt x="2072" y="5781"/>
                    <a:pt x="2093" y="5132"/>
                    <a:pt x="2156" y="4484"/>
                  </a:cubicBezTo>
                  <a:cubicBezTo>
                    <a:pt x="2177" y="3793"/>
                    <a:pt x="2198" y="3144"/>
                    <a:pt x="2198" y="2496"/>
                  </a:cubicBezTo>
                  <a:cubicBezTo>
                    <a:pt x="2198" y="1847"/>
                    <a:pt x="2156" y="1157"/>
                    <a:pt x="1863" y="529"/>
                  </a:cubicBezTo>
                  <a:cubicBezTo>
                    <a:pt x="1779" y="382"/>
                    <a:pt x="1675" y="236"/>
                    <a:pt x="1549" y="131"/>
                  </a:cubicBezTo>
                  <a:cubicBezTo>
                    <a:pt x="1410" y="44"/>
                    <a:pt x="1285" y="1"/>
                    <a:pt x="11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91" name="Google Shape;4591;p38"/>
            <p:cNvSpPr/>
            <p:nvPr/>
          </p:nvSpPr>
          <p:spPr>
            <a:xfrm>
              <a:off x="7078037" y="3389626"/>
              <a:ext cx="745701" cy="1350582"/>
            </a:xfrm>
            <a:custGeom>
              <a:avLst/>
              <a:gdLst/>
              <a:ahLst/>
              <a:cxnLst/>
              <a:rect l="l" t="t" r="r" b="b"/>
              <a:pathLst>
                <a:path w="13371" h="24217" extrusionOk="0">
                  <a:moveTo>
                    <a:pt x="13183" y="1"/>
                  </a:moveTo>
                  <a:lnTo>
                    <a:pt x="13183" y="1"/>
                  </a:lnTo>
                  <a:cubicBezTo>
                    <a:pt x="13245" y="1528"/>
                    <a:pt x="13245" y="3014"/>
                    <a:pt x="13266" y="4499"/>
                  </a:cubicBezTo>
                  <a:cubicBezTo>
                    <a:pt x="13224" y="6006"/>
                    <a:pt x="13183" y="7533"/>
                    <a:pt x="13078" y="9019"/>
                  </a:cubicBezTo>
                  <a:cubicBezTo>
                    <a:pt x="12869" y="12032"/>
                    <a:pt x="12555" y="15045"/>
                    <a:pt x="11739" y="17932"/>
                  </a:cubicBezTo>
                  <a:cubicBezTo>
                    <a:pt x="11530" y="18644"/>
                    <a:pt x="11299" y="19376"/>
                    <a:pt x="11006" y="20066"/>
                  </a:cubicBezTo>
                  <a:cubicBezTo>
                    <a:pt x="10693" y="20736"/>
                    <a:pt x="10358" y="21426"/>
                    <a:pt x="9939" y="22012"/>
                  </a:cubicBezTo>
                  <a:cubicBezTo>
                    <a:pt x="9521" y="22640"/>
                    <a:pt x="8977" y="23205"/>
                    <a:pt x="8349" y="23561"/>
                  </a:cubicBezTo>
                  <a:cubicBezTo>
                    <a:pt x="8035" y="23770"/>
                    <a:pt x="7680" y="23875"/>
                    <a:pt x="7324" y="23958"/>
                  </a:cubicBezTo>
                  <a:cubicBezTo>
                    <a:pt x="6947" y="24042"/>
                    <a:pt x="6592" y="24063"/>
                    <a:pt x="6215" y="24084"/>
                  </a:cubicBezTo>
                  <a:cubicBezTo>
                    <a:pt x="6078" y="24096"/>
                    <a:pt x="5940" y="24101"/>
                    <a:pt x="5801" y="24101"/>
                  </a:cubicBezTo>
                  <a:cubicBezTo>
                    <a:pt x="5202" y="24101"/>
                    <a:pt x="4596" y="23991"/>
                    <a:pt x="4018" y="23770"/>
                  </a:cubicBezTo>
                  <a:cubicBezTo>
                    <a:pt x="3683" y="23644"/>
                    <a:pt x="3348" y="23456"/>
                    <a:pt x="3035" y="23268"/>
                  </a:cubicBezTo>
                  <a:cubicBezTo>
                    <a:pt x="2721" y="23079"/>
                    <a:pt x="2407" y="22828"/>
                    <a:pt x="2135" y="22577"/>
                  </a:cubicBezTo>
                  <a:cubicBezTo>
                    <a:pt x="1047" y="21531"/>
                    <a:pt x="419" y="20087"/>
                    <a:pt x="1" y="18644"/>
                  </a:cubicBezTo>
                  <a:lnTo>
                    <a:pt x="1" y="18644"/>
                  </a:lnTo>
                  <a:cubicBezTo>
                    <a:pt x="356" y="20087"/>
                    <a:pt x="984" y="21552"/>
                    <a:pt x="2072" y="22619"/>
                  </a:cubicBezTo>
                  <a:cubicBezTo>
                    <a:pt x="2323" y="22891"/>
                    <a:pt x="2637" y="23121"/>
                    <a:pt x="2951" y="23331"/>
                  </a:cubicBezTo>
                  <a:cubicBezTo>
                    <a:pt x="3265" y="23540"/>
                    <a:pt x="3600" y="23728"/>
                    <a:pt x="3976" y="23854"/>
                  </a:cubicBezTo>
                  <a:cubicBezTo>
                    <a:pt x="4625" y="24076"/>
                    <a:pt x="5290" y="24216"/>
                    <a:pt x="5957" y="24216"/>
                  </a:cubicBezTo>
                  <a:cubicBezTo>
                    <a:pt x="6043" y="24216"/>
                    <a:pt x="6129" y="24214"/>
                    <a:pt x="6215" y="24209"/>
                  </a:cubicBezTo>
                  <a:cubicBezTo>
                    <a:pt x="6592" y="24188"/>
                    <a:pt x="6989" y="24167"/>
                    <a:pt x="7345" y="24084"/>
                  </a:cubicBezTo>
                  <a:cubicBezTo>
                    <a:pt x="7721" y="24042"/>
                    <a:pt x="8098" y="23895"/>
                    <a:pt x="8412" y="23686"/>
                  </a:cubicBezTo>
                  <a:cubicBezTo>
                    <a:pt x="9081" y="23310"/>
                    <a:pt x="9626" y="22745"/>
                    <a:pt x="10065" y="22117"/>
                  </a:cubicBezTo>
                  <a:cubicBezTo>
                    <a:pt x="10483" y="21531"/>
                    <a:pt x="10860" y="20841"/>
                    <a:pt x="11153" y="20129"/>
                  </a:cubicBezTo>
                  <a:cubicBezTo>
                    <a:pt x="11425" y="19439"/>
                    <a:pt x="11676" y="18727"/>
                    <a:pt x="11885" y="17995"/>
                  </a:cubicBezTo>
                  <a:cubicBezTo>
                    <a:pt x="12304" y="16530"/>
                    <a:pt x="12555" y="15045"/>
                    <a:pt x="12764" y="13559"/>
                  </a:cubicBezTo>
                  <a:cubicBezTo>
                    <a:pt x="12973" y="12053"/>
                    <a:pt x="13099" y="10567"/>
                    <a:pt x="13183" y="9061"/>
                  </a:cubicBezTo>
                  <a:cubicBezTo>
                    <a:pt x="13371" y="6048"/>
                    <a:pt x="13371" y="3014"/>
                    <a:pt x="131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92" name="Google Shape;4592;p38"/>
            <p:cNvSpPr/>
            <p:nvPr/>
          </p:nvSpPr>
          <p:spPr>
            <a:xfrm>
              <a:off x="7060525" y="3780573"/>
              <a:ext cx="505332" cy="996666"/>
            </a:xfrm>
            <a:custGeom>
              <a:avLst/>
              <a:gdLst/>
              <a:ahLst/>
              <a:cxnLst/>
              <a:rect l="l" t="t" r="r" b="b"/>
              <a:pathLst>
                <a:path w="9061" h="17871" extrusionOk="0">
                  <a:moveTo>
                    <a:pt x="8789" y="0"/>
                  </a:moveTo>
                  <a:lnTo>
                    <a:pt x="8789" y="0"/>
                  </a:lnTo>
                  <a:cubicBezTo>
                    <a:pt x="8851" y="1151"/>
                    <a:pt x="8893" y="2323"/>
                    <a:pt x="8893" y="3515"/>
                  </a:cubicBezTo>
                  <a:cubicBezTo>
                    <a:pt x="8893" y="4666"/>
                    <a:pt x="8893" y="5838"/>
                    <a:pt x="8872" y="7010"/>
                  </a:cubicBezTo>
                  <a:cubicBezTo>
                    <a:pt x="8789" y="9374"/>
                    <a:pt x="8663" y="11717"/>
                    <a:pt x="8140" y="13998"/>
                  </a:cubicBezTo>
                  <a:cubicBezTo>
                    <a:pt x="8015" y="14563"/>
                    <a:pt x="7847" y="15128"/>
                    <a:pt x="7638" y="15672"/>
                  </a:cubicBezTo>
                  <a:cubicBezTo>
                    <a:pt x="7429" y="16216"/>
                    <a:pt x="7157" y="16739"/>
                    <a:pt x="6780" y="17157"/>
                  </a:cubicBezTo>
                  <a:cubicBezTo>
                    <a:pt x="6592" y="17367"/>
                    <a:pt x="6362" y="17534"/>
                    <a:pt x="6090" y="17639"/>
                  </a:cubicBezTo>
                  <a:cubicBezTo>
                    <a:pt x="5838" y="17743"/>
                    <a:pt x="5546" y="17764"/>
                    <a:pt x="5253" y="17764"/>
                  </a:cubicBezTo>
                  <a:cubicBezTo>
                    <a:pt x="4688" y="17764"/>
                    <a:pt x="4102" y="17660"/>
                    <a:pt x="3579" y="17388"/>
                  </a:cubicBezTo>
                  <a:cubicBezTo>
                    <a:pt x="2553" y="16865"/>
                    <a:pt x="1779" y="15923"/>
                    <a:pt x="1235" y="14919"/>
                  </a:cubicBezTo>
                  <a:cubicBezTo>
                    <a:pt x="691" y="13893"/>
                    <a:pt x="273" y="12784"/>
                    <a:pt x="1" y="11634"/>
                  </a:cubicBezTo>
                  <a:lnTo>
                    <a:pt x="1" y="11634"/>
                  </a:lnTo>
                  <a:cubicBezTo>
                    <a:pt x="231" y="12784"/>
                    <a:pt x="608" y="13914"/>
                    <a:pt x="1089" y="14919"/>
                  </a:cubicBezTo>
                  <a:cubicBezTo>
                    <a:pt x="1382" y="15442"/>
                    <a:pt x="1696" y="15923"/>
                    <a:pt x="2093" y="16383"/>
                  </a:cubicBezTo>
                  <a:cubicBezTo>
                    <a:pt x="2491" y="16823"/>
                    <a:pt x="2951" y="17220"/>
                    <a:pt x="3474" y="17471"/>
                  </a:cubicBezTo>
                  <a:cubicBezTo>
                    <a:pt x="3964" y="17726"/>
                    <a:pt x="4528" y="17871"/>
                    <a:pt x="5096" y="17871"/>
                  </a:cubicBezTo>
                  <a:cubicBezTo>
                    <a:pt x="5134" y="17871"/>
                    <a:pt x="5173" y="17870"/>
                    <a:pt x="5211" y="17869"/>
                  </a:cubicBezTo>
                  <a:cubicBezTo>
                    <a:pt x="5504" y="17869"/>
                    <a:pt x="5818" y="17848"/>
                    <a:pt x="6090" y="17743"/>
                  </a:cubicBezTo>
                  <a:cubicBezTo>
                    <a:pt x="6382" y="17639"/>
                    <a:pt x="6654" y="17450"/>
                    <a:pt x="6864" y="17241"/>
                  </a:cubicBezTo>
                  <a:cubicBezTo>
                    <a:pt x="7282" y="16823"/>
                    <a:pt x="7554" y="16279"/>
                    <a:pt x="7763" y="15714"/>
                  </a:cubicBezTo>
                  <a:cubicBezTo>
                    <a:pt x="8015" y="15170"/>
                    <a:pt x="8161" y="14605"/>
                    <a:pt x="8287" y="14019"/>
                  </a:cubicBezTo>
                  <a:cubicBezTo>
                    <a:pt x="8559" y="12868"/>
                    <a:pt x="8705" y="11717"/>
                    <a:pt x="8810" y="10546"/>
                  </a:cubicBezTo>
                  <a:cubicBezTo>
                    <a:pt x="8914" y="9395"/>
                    <a:pt x="8977" y="8223"/>
                    <a:pt x="8998" y="7030"/>
                  </a:cubicBezTo>
                  <a:cubicBezTo>
                    <a:pt x="9061" y="4687"/>
                    <a:pt x="8977" y="2323"/>
                    <a:pt x="87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93" name="Google Shape;4593;p38"/>
            <p:cNvSpPr/>
            <p:nvPr/>
          </p:nvSpPr>
          <p:spPr>
            <a:xfrm>
              <a:off x="7069895" y="3766575"/>
              <a:ext cx="505332" cy="1140106"/>
            </a:xfrm>
            <a:custGeom>
              <a:avLst/>
              <a:gdLst/>
              <a:ahLst/>
              <a:cxnLst/>
              <a:rect l="l" t="t" r="r" b="b"/>
              <a:pathLst>
                <a:path w="9061" h="20443" extrusionOk="0">
                  <a:moveTo>
                    <a:pt x="8955" y="0"/>
                  </a:moveTo>
                  <a:lnTo>
                    <a:pt x="8935" y="3996"/>
                  </a:lnTo>
                  <a:cubicBezTo>
                    <a:pt x="8914" y="5336"/>
                    <a:pt x="8914" y="6654"/>
                    <a:pt x="8851" y="7993"/>
                  </a:cubicBezTo>
                  <a:cubicBezTo>
                    <a:pt x="8830" y="9311"/>
                    <a:pt x="8746" y="10629"/>
                    <a:pt x="8642" y="11968"/>
                  </a:cubicBezTo>
                  <a:cubicBezTo>
                    <a:pt x="8537" y="13307"/>
                    <a:pt x="8391" y="14605"/>
                    <a:pt x="8098" y="15923"/>
                  </a:cubicBezTo>
                  <a:cubicBezTo>
                    <a:pt x="7972" y="16572"/>
                    <a:pt x="7784" y="17199"/>
                    <a:pt x="7554" y="17827"/>
                  </a:cubicBezTo>
                  <a:cubicBezTo>
                    <a:pt x="7323" y="18455"/>
                    <a:pt x="6989" y="19061"/>
                    <a:pt x="6549" y="19522"/>
                  </a:cubicBezTo>
                  <a:cubicBezTo>
                    <a:pt x="6144" y="19988"/>
                    <a:pt x="5542" y="20297"/>
                    <a:pt x="4916" y="20297"/>
                  </a:cubicBezTo>
                  <a:cubicBezTo>
                    <a:pt x="4895" y="20297"/>
                    <a:pt x="4875" y="20297"/>
                    <a:pt x="4854" y="20296"/>
                  </a:cubicBezTo>
                  <a:cubicBezTo>
                    <a:pt x="4828" y="20297"/>
                    <a:pt x="4802" y="20297"/>
                    <a:pt x="4775" y="20297"/>
                  </a:cubicBezTo>
                  <a:cubicBezTo>
                    <a:pt x="4173" y="20297"/>
                    <a:pt x="3556" y="20070"/>
                    <a:pt x="3055" y="19689"/>
                  </a:cubicBezTo>
                  <a:cubicBezTo>
                    <a:pt x="2532" y="19313"/>
                    <a:pt x="2113" y="18789"/>
                    <a:pt x="1758" y="18224"/>
                  </a:cubicBezTo>
                  <a:cubicBezTo>
                    <a:pt x="1423" y="17639"/>
                    <a:pt x="1172" y="17053"/>
                    <a:pt x="921" y="16425"/>
                  </a:cubicBezTo>
                  <a:cubicBezTo>
                    <a:pt x="481" y="15170"/>
                    <a:pt x="168" y="13851"/>
                    <a:pt x="0" y="12554"/>
                  </a:cubicBezTo>
                  <a:lnTo>
                    <a:pt x="0" y="12554"/>
                  </a:lnTo>
                  <a:cubicBezTo>
                    <a:pt x="147" y="13872"/>
                    <a:pt x="398" y="15191"/>
                    <a:pt x="795" y="16446"/>
                  </a:cubicBezTo>
                  <a:cubicBezTo>
                    <a:pt x="1046" y="17074"/>
                    <a:pt x="1297" y="17701"/>
                    <a:pt x="1632" y="18266"/>
                  </a:cubicBezTo>
                  <a:cubicBezTo>
                    <a:pt x="1988" y="18852"/>
                    <a:pt x="2406" y="19375"/>
                    <a:pt x="2950" y="19794"/>
                  </a:cubicBezTo>
                  <a:cubicBezTo>
                    <a:pt x="3494" y="20212"/>
                    <a:pt x="4185" y="20442"/>
                    <a:pt x="4854" y="20442"/>
                  </a:cubicBezTo>
                  <a:cubicBezTo>
                    <a:pt x="5189" y="20442"/>
                    <a:pt x="5545" y="20401"/>
                    <a:pt x="5859" y="20233"/>
                  </a:cubicBezTo>
                  <a:cubicBezTo>
                    <a:pt x="6194" y="20108"/>
                    <a:pt x="6445" y="19877"/>
                    <a:pt x="6696" y="19626"/>
                  </a:cubicBezTo>
                  <a:cubicBezTo>
                    <a:pt x="7156" y="19145"/>
                    <a:pt x="7470" y="18538"/>
                    <a:pt x="7700" y="17911"/>
                  </a:cubicBezTo>
                  <a:cubicBezTo>
                    <a:pt x="7972" y="17283"/>
                    <a:pt x="8160" y="16634"/>
                    <a:pt x="8286" y="15965"/>
                  </a:cubicBezTo>
                  <a:cubicBezTo>
                    <a:pt x="8579" y="14667"/>
                    <a:pt x="8725" y="13328"/>
                    <a:pt x="8830" y="11989"/>
                  </a:cubicBezTo>
                  <a:cubicBezTo>
                    <a:pt x="8935" y="10671"/>
                    <a:pt x="8997" y="9332"/>
                    <a:pt x="9018" y="7993"/>
                  </a:cubicBezTo>
                  <a:cubicBezTo>
                    <a:pt x="9060" y="5336"/>
                    <a:pt x="9018" y="2657"/>
                    <a:pt x="89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94" name="Google Shape;4594;p38"/>
            <p:cNvSpPr/>
            <p:nvPr/>
          </p:nvSpPr>
          <p:spPr>
            <a:xfrm>
              <a:off x="7573219" y="3768862"/>
              <a:ext cx="103509" cy="332947"/>
            </a:xfrm>
            <a:custGeom>
              <a:avLst/>
              <a:gdLst/>
              <a:ahLst/>
              <a:cxnLst/>
              <a:rect l="l" t="t" r="r" b="b"/>
              <a:pathLst>
                <a:path w="1856" h="5970" extrusionOk="0">
                  <a:moveTo>
                    <a:pt x="35" y="2533"/>
                  </a:moveTo>
                  <a:cubicBezTo>
                    <a:pt x="32" y="2624"/>
                    <a:pt x="28" y="2716"/>
                    <a:pt x="25" y="2809"/>
                  </a:cubicBezTo>
                  <a:lnTo>
                    <a:pt x="25" y="2809"/>
                  </a:lnTo>
                  <a:cubicBezTo>
                    <a:pt x="28" y="2718"/>
                    <a:pt x="32" y="2626"/>
                    <a:pt x="35" y="2533"/>
                  </a:cubicBezTo>
                  <a:close/>
                  <a:moveTo>
                    <a:pt x="1019" y="1"/>
                  </a:moveTo>
                  <a:cubicBezTo>
                    <a:pt x="872" y="1"/>
                    <a:pt x="747" y="85"/>
                    <a:pt x="642" y="189"/>
                  </a:cubicBezTo>
                  <a:cubicBezTo>
                    <a:pt x="433" y="398"/>
                    <a:pt x="328" y="650"/>
                    <a:pt x="244" y="922"/>
                  </a:cubicBezTo>
                  <a:cubicBezTo>
                    <a:pt x="98" y="1444"/>
                    <a:pt x="77" y="1988"/>
                    <a:pt x="35" y="2531"/>
                  </a:cubicBezTo>
                  <a:lnTo>
                    <a:pt x="35" y="2531"/>
                  </a:lnTo>
                  <a:cubicBezTo>
                    <a:pt x="77" y="1988"/>
                    <a:pt x="98" y="1444"/>
                    <a:pt x="328" y="942"/>
                  </a:cubicBezTo>
                  <a:cubicBezTo>
                    <a:pt x="412" y="691"/>
                    <a:pt x="537" y="419"/>
                    <a:pt x="726" y="231"/>
                  </a:cubicBezTo>
                  <a:cubicBezTo>
                    <a:pt x="830" y="168"/>
                    <a:pt x="935" y="85"/>
                    <a:pt x="1060" y="85"/>
                  </a:cubicBezTo>
                  <a:cubicBezTo>
                    <a:pt x="1165" y="85"/>
                    <a:pt x="1270" y="168"/>
                    <a:pt x="1353" y="273"/>
                  </a:cubicBezTo>
                  <a:cubicBezTo>
                    <a:pt x="1416" y="377"/>
                    <a:pt x="1479" y="503"/>
                    <a:pt x="1500" y="629"/>
                  </a:cubicBezTo>
                  <a:lnTo>
                    <a:pt x="1583" y="1026"/>
                  </a:lnTo>
                  <a:cubicBezTo>
                    <a:pt x="1646" y="1277"/>
                    <a:pt x="1667" y="1570"/>
                    <a:pt x="1688" y="1842"/>
                  </a:cubicBezTo>
                  <a:cubicBezTo>
                    <a:pt x="1751" y="2365"/>
                    <a:pt x="1709" y="2909"/>
                    <a:pt x="1688" y="3453"/>
                  </a:cubicBezTo>
                  <a:cubicBezTo>
                    <a:pt x="1667" y="3725"/>
                    <a:pt x="1667" y="3997"/>
                    <a:pt x="1646" y="4269"/>
                  </a:cubicBezTo>
                  <a:cubicBezTo>
                    <a:pt x="1604" y="4562"/>
                    <a:pt x="1583" y="4813"/>
                    <a:pt x="1542" y="5085"/>
                  </a:cubicBezTo>
                  <a:cubicBezTo>
                    <a:pt x="1479" y="5336"/>
                    <a:pt x="1374" y="5608"/>
                    <a:pt x="1186" y="5776"/>
                  </a:cubicBezTo>
                  <a:cubicBezTo>
                    <a:pt x="1130" y="5851"/>
                    <a:pt x="1040" y="5926"/>
                    <a:pt x="917" y="5926"/>
                  </a:cubicBezTo>
                  <a:cubicBezTo>
                    <a:pt x="903" y="5926"/>
                    <a:pt x="888" y="5924"/>
                    <a:pt x="872" y="5922"/>
                  </a:cubicBezTo>
                  <a:cubicBezTo>
                    <a:pt x="747" y="5922"/>
                    <a:pt x="642" y="5839"/>
                    <a:pt x="558" y="5734"/>
                  </a:cubicBezTo>
                  <a:cubicBezTo>
                    <a:pt x="391" y="5525"/>
                    <a:pt x="307" y="5253"/>
                    <a:pt x="223" y="5002"/>
                  </a:cubicBezTo>
                  <a:cubicBezTo>
                    <a:pt x="140" y="4730"/>
                    <a:pt x="98" y="4458"/>
                    <a:pt x="77" y="4186"/>
                  </a:cubicBezTo>
                  <a:cubicBezTo>
                    <a:pt x="7" y="3733"/>
                    <a:pt x="10" y="3266"/>
                    <a:pt x="25" y="2809"/>
                  </a:cubicBezTo>
                  <a:lnTo>
                    <a:pt x="25" y="2809"/>
                  </a:lnTo>
                  <a:cubicBezTo>
                    <a:pt x="9" y="3270"/>
                    <a:pt x="0" y="3710"/>
                    <a:pt x="35" y="4165"/>
                  </a:cubicBezTo>
                  <a:cubicBezTo>
                    <a:pt x="77" y="4416"/>
                    <a:pt x="98" y="4709"/>
                    <a:pt x="182" y="4981"/>
                  </a:cubicBezTo>
                  <a:cubicBezTo>
                    <a:pt x="244" y="5232"/>
                    <a:pt x="307" y="5504"/>
                    <a:pt x="495" y="5734"/>
                  </a:cubicBezTo>
                  <a:cubicBezTo>
                    <a:pt x="558" y="5839"/>
                    <a:pt x="705" y="5943"/>
                    <a:pt x="851" y="5964"/>
                  </a:cubicBezTo>
                  <a:cubicBezTo>
                    <a:pt x="879" y="5968"/>
                    <a:pt x="906" y="5969"/>
                    <a:pt x="933" y="5969"/>
                  </a:cubicBezTo>
                  <a:cubicBezTo>
                    <a:pt x="1066" y="5969"/>
                    <a:pt x="1182" y="5926"/>
                    <a:pt x="1270" y="5839"/>
                  </a:cubicBezTo>
                  <a:cubicBezTo>
                    <a:pt x="1479" y="5629"/>
                    <a:pt x="1583" y="5336"/>
                    <a:pt x="1667" y="5085"/>
                  </a:cubicBezTo>
                  <a:cubicBezTo>
                    <a:pt x="1709" y="4813"/>
                    <a:pt x="1751" y="4520"/>
                    <a:pt x="1772" y="4269"/>
                  </a:cubicBezTo>
                  <a:cubicBezTo>
                    <a:pt x="1772" y="3997"/>
                    <a:pt x="1793" y="3725"/>
                    <a:pt x="1814" y="3453"/>
                  </a:cubicBezTo>
                  <a:cubicBezTo>
                    <a:pt x="1855" y="2909"/>
                    <a:pt x="1855" y="2365"/>
                    <a:pt x="1793" y="1800"/>
                  </a:cubicBezTo>
                  <a:cubicBezTo>
                    <a:pt x="1772" y="1549"/>
                    <a:pt x="1709" y="1256"/>
                    <a:pt x="1667" y="1005"/>
                  </a:cubicBezTo>
                  <a:cubicBezTo>
                    <a:pt x="1646" y="859"/>
                    <a:pt x="1604" y="733"/>
                    <a:pt x="1563" y="608"/>
                  </a:cubicBezTo>
                  <a:cubicBezTo>
                    <a:pt x="1500" y="482"/>
                    <a:pt x="1458" y="315"/>
                    <a:pt x="1374" y="210"/>
                  </a:cubicBezTo>
                  <a:cubicBezTo>
                    <a:pt x="1291" y="105"/>
                    <a:pt x="1165" y="1"/>
                    <a:pt x="10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95" name="Google Shape;4595;p38"/>
            <p:cNvSpPr/>
            <p:nvPr/>
          </p:nvSpPr>
          <p:spPr>
            <a:xfrm>
              <a:off x="7558830" y="3766798"/>
              <a:ext cx="121411" cy="431994"/>
            </a:xfrm>
            <a:custGeom>
              <a:avLst/>
              <a:gdLst/>
              <a:ahLst/>
              <a:cxnLst/>
              <a:rect l="l" t="t" r="r" b="b"/>
              <a:pathLst>
                <a:path w="2177" h="7746" extrusionOk="0">
                  <a:moveTo>
                    <a:pt x="145" y="2184"/>
                  </a:moveTo>
                  <a:lnTo>
                    <a:pt x="145" y="2184"/>
                  </a:lnTo>
                  <a:cubicBezTo>
                    <a:pt x="62" y="2871"/>
                    <a:pt x="0" y="3578"/>
                    <a:pt x="0" y="4285"/>
                  </a:cubicBezTo>
                  <a:cubicBezTo>
                    <a:pt x="0" y="4646"/>
                    <a:pt x="12" y="5007"/>
                    <a:pt x="40" y="5365"/>
                  </a:cubicBezTo>
                  <a:lnTo>
                    <a:pt x="40" y="5365"/>
                  </a:lnTo>
                  <a:cubicBezTo>
                    <a:pt x="31" y="5003"/>
                    <a:pt x="42" y="4644"/>
                    <a:pt x="42" y="4285"/>
                  </a:cubicBezTo>
                  <a:cubicBezTo>
                    <a:pt x="0" y="3578"/>
                    <a:pt x="62" y="2871"/>
                    <a:pt x="145" y="2184"/>
                  </a:cubicBezTo>
                  <a:close/>
                  <a:moveTo>
                    <a:pt x="1196" y="0"/>
                  </a:moveTo>
                  <a:cubicBezTo>
                    <a:pt x="1044" y="0"/>
                    <a:pt x="902" y="106"/>
                    <a:pt x="816" y="226"/>
                  </a:cubicBezTo>
                  <a:cubicBezTo>
                    <a:pt x="607" y="498"/>
                    <a:pt x="481" y="812"/>
                    <a:pt x="377" y="1168"/>
                  </a:cubicBezTo>
                  <a:cubicBezTo>
                    <a:pt x="272" y="1503"/>
                    <a:pt x="188" y="1837"/>
                    <a:pt x="147" y="2172"/>
                  </a:cubicBezTo>
                  <a:cubicBezTo>
                    <a:pt x="188" y="1837"/>
                    <a:pt x="272" y="1503"/>
                    <a:pt x="398" y="1168"/>
                  </a:cubicBezTo>
                  <a:cubicBezTo>
                    <a:pt x="502" y="854"/>
                    <a:pt x="607" y="519"/>
                    <a:pt x="858" y="247"/>
                  </a:cubicBezTo>
                  <a:cubicBezTo>
                    <a:pt x="954" y="132"/>
                    <a:pt x="1102" y="35"/>
                    <a:pt x="1254" y="35"/>
                  </a:cubicBezTo>
                  <a:cubicBezTo>
                    <a:pt x="1268" y="35"/>
                    <a:pt x="1283" y="36"/>
                    <a:pt x="1297" y="38"/>
                  </a:cubicBezTo>
                  <a:cubicBezTo>
                    <a:pt x="1444" y="59"/>
                    <a:pt x="1590" y="205"/>
                    <a:pt x="1695" y="331"/>
                  </a:cubicBezTo>
                  <a:cubicBezTo>
                    <a:pt x="1925" y="582"/>
                    <a:pt x="1946" y="959"/>
                    <a:pt x="1967" y="1293"/>
                  </a:cubicBezTo>
                  <a:cubicBezTo>
                    <a:pt x="2072" y="2674"/>
                    <a:pt x="2051" y="4097"/>
                    <a:pt x="1841" y="5457"/>
                  </a:cubicBezTo>
                  <a:cubicBezTo>
                    <a:pt x="1800" y="5792"/>
                    <a:pt x="1737" y="6127"/>
                    <a:pt x="1653" y="6482"/>
                  </a:cubicBezTo>
                  <a:cubicBezTo>
                    <a:pt x="1632" y="6629"/>
                    <a:pt x="1590" y="6817"/>
                    <a:pt x="1528" y="6964"/>
                  </a:cubicBezTo>
                  <a:cubicBezTo>
                    <a:pt x="1444" y="7131"/>
                    <a:pt x="1423" y="7319"/>
                    <a:pt x="1318" y="7424"/>
                  </a:cubicBezTo>
                  <a:cubicBezTo>
                    <a:pt x="1227" y="7515"/>
                    <a:pt x="1104" y="7574"/>
                    <a:pt x="977" y="7574"/>
                  </a:cubicBezTo>
                  <a:cubicBezTo>
                    <a:pt x="959" y="7574"/>
                    <a:pt x="940" y="7573"/>
                    <a:pt x="921" y="7570"/>
                  </a:cubicBezTo>
                  <a:cubicBezTo>
                    <a:pt x="774" y="7549"/>
                    <a:pt x="670" y="7424"/>
                    <a:pt x="565" y="7277"/>
                  </a:cubicBezTo>
                  <a:cubicBezTo>
                    <a:pt x="377" y="7005"/>
                    <a:pt x="251" y="6692"/>
                    <a:pt x="168" y="6336"/>
                  </a:cubicBezTo>
                  <a:cubicBezTo>
                    <a:pt x="108" y="6016"/>
                    <a:pt x="67" y="5692"/>
                    <a:pt x="40" y="5365"/>
                  </a:cubicBezTo>
                  <a:lnTo>
                    <a:pt x="40" y="5365"/>
                  </a:lnTo>
                  <a:cubicBezTo>
                    <a:pt x="49" y="5699"/>
                    <a:pt x="76" y="6036"/>
                    <a:pt x="147" y="6378"/>
                  </a:cubicBezTo>
                  <a:cubicBezTo>
                    <a:pt x="188" y="6713"/>
                    <a:pt x="335" y="7047"/>
                    <a:pt x="502" y="7361"/>
                  </a:cubicBezTo>
                  <a:cubicBezTo>
                    <a:pt x="586" y="7529"/>
                    <a:pt x="712" y="7675"/>
                    <a:pt x="921" y="7738"/>
                  </a:cubicBezTo>
                  <a:cubicBezTo>
                    <a:pt x="946" y="7743"/>
                    <a:pt x="972" y="7746"/>
                    <a:pt x="997" y="7746"/>
                  </a:cubicBezTo>
                  <a:cubicBezTo>
                    <a:pt x="1164" y="7746"/>
                    <a:pt x="1335" y="7637"/>
                    <a:pt x="1444" y="7529"/>
                  </a:cubicBezTo>
                  <a:cubicBezTo>
                    <a:pt x="1841" y="6859"/>
                    <a:pt x="1883" y="6148"/>
                    <a:pt x="2030" y="5478"/>
                  </a:cubicBezTo>
                  <a:cubicBezTo>
                    <a:pt x="2093" y="4767"/>
                    <a:pt x="2176" y="4097"/>
                    <a:pt x="2176" y="3386"/>
                  </a:cubicBezTo>
                  <a:cubicBezTo>
                    <a:pt x="2176" y="2674"/>
                    <a:pt x="2134" y="1963"/>
                    <a:pt x="2051" y="1293"/>
                  </a:cubicBezTo>
                  <a:cubicBezTo>
                    <a:pt x="2030" y="959"/>
                    <a:pt x="1967" y="582"/>
                    <a:pt x="1737" y="289"/>
                  </a:cubicBezTo>
                  <a:cubicBezTo>
                    <a:pt x="1611" y="163"/>
                    <a:pt x="1486" y="38"/>
                    <a:pt x="1297" y="17"/>
                  </a:cubicBezTo>
                  <a:cubicBezTo>
                    <a:pt x="1263" y="6"/>
                    <a:pt x="1229" y="0"/>
                    <a:pt x="11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96" name="Google Shape;4596;p38"/>
            <p:cNvSpPr/>
            <p:nvPr/>
          </p:nvSpPr>
          <p:spPr>
            <a:xfrm>
              <a:off x="7562288" y="3757708"/>
              <a:ext cx="136581" cy="490441"/>
            </a:xfrm>
            <a:custGeom>
              <a:avLst/>
              <a:gdLst/>
              <a:ahLst/>
              <a:cxnLst/>
              <a:rect l="l" t="t" r="r" b="b"/>
              <a:pathLst>
                <a:path w="2449" h="8794" extrusionOk="0">
                  <a:moveTo>
                    <a:pt x="229" y="2394"/>
                  </a:moveTo>
                  <a:cubicBezTo>
                    <a:pt x="166" y="2709"/>
                    <a:pt x="119" y="3029"/>
                    <a:pt x="85" y="3360"/>
                  </a:cubicBezTo>
                  <a:cubicBezTo>
                    <a:pt x="64" y="3570"/>
                    <a:pt x="64" y="3758"/>
                    <a:pt x="22" y="3967"/>
                  </a:cubicBezTo>
                  <a:lnTo>
                    <a:pt x="1" y="4574"/>
                  </a:lnTo>
                  <a:lnTo>
                    <a:pt x="22" y="5725"/>
                  </a:lnTo>
                  <a:lnTo>
                    <a:pt x="64" y="4511"/>
                  </a:lnTo>
                  <a:lnTo>
                    <a:pt x="64" y="3925"/>
                  </a:lnTo>
                  <a:cubicBezTo>
                    <a:pt x="64" y="3695"/>
                    <a:pt x="85" y="3528"/>
                    <a:pt x="106" y="3318"/>
                  </a:cubicBezTo>
                  <a:cubicBezTo>
                    <a:pt x="138" y="3008"/>
                    <a:pt x="177" y="2700"/>
                    <a:pt x="229" y="2394"/>
                  </a:cubicBezTo>
                  <a:close/>
                  <a:moveTo>
                    <a:pt x="1363" y="0"/>
                  </a:moveTo>
                  <a:cubicBezTo>
                    <a:pt x="1320" y="0"/>
                    <a:pt x="1277" y="4"/>
                    <a:pt x="1235" y="13"/>
                  </a:cubicBezTo>
                  <a:cubicBezTo>
                    <a:pt x="1131" y="13"/>
                    <a:pt x="1026" y="75"/>
                    <a:pt x="943" y="138"/>
                  </a:cubicBezTo>
                  <a:cubicBezTo>
                    <a:pt x="859" y="222"/>
                    <a:pt x="817" y="305"/>
                    <a:pt x="754" y="410"/>
                  </a:cubicBezTo>
                  <a:cubicBezTo>
                    <a:pt x="691" y="619"/>
                    <a:pt x="629" y="808"/>
                    <a:pt x="587" y="975"/>
                  </a:cubicBezTo>
                  <a:cubicBezTo>
                    <a:pt x="421" y="1447"/>
                    <a:pt x="310" y="1918"/>
                    <a:pt x="229" y="2394"/>
                  </a:cubicBezTo>
                  <a:lnTo>
                    <a:pt x="229" y="2394"/>
                  </a:lnTo>
                  <a:cubicBezTo>
                    <a:pt x="321" y="1933"/>
                    <a:pt x="446" y="1486"/>
                    <a:pt x="608" y="1038"/>
                  </a:cubicBezTo>
                  <a:cubicBezTo>
                    <a:pt x="691" y="850"/>
                    <a:pt x="733" y="661"/>
                    <a:pt x="817" y="494"/>
                  </a:cubicBezTo>
                  <a:cubicBezTo>
                    <a:pt x="901" y="326"/>
                    <a:pt x="1026" y="201"/>
                    <a:pt x="1215" y="180"/>
                  </a:cubicBezTo>
                  <a:cubicBezTo>
                    <a:pt x="1254" y="165"/>
                    <a:pt x="1294" y="159"/>
                    <a:pt x="1334" y="159"/>
                  </a:cubicBezTo>
                  <a:cubicBezTo>
                    <a:pt x="1467" y="159"/>
                    <a:pt x="1600" y="230"/>
                    <a:pt x="1696" y="326"/>
                  </a:cubicBezTo>
                  <a:cubicBezTo>
                    <a:pt x="1842" y="452"/>
                    <a:pt x="1947" y="619"/>
                    <a:pt x="1989" y="808"/>
                  </a:cubicBezTo>
                  <a:cubicBezTo>
                    <a:pt x="2261" y="1540"/>
                    <a:pt x="2282" y="2335"/>
                    <a:pt x="2282" y="3130"/>
                  </a:cubicBezTo>
                  <a:cubicBezTo>
                    <a:pt x="2261" y="3946"/>
                    <a:pt x="2282" y="4720"/>
                    <a:pt x="2198" y="5515"/>
                  </a:cubicBezTo>
                  <a:cubicBezTo>
                    <a:pt x="2156" y="6290"/>
                    <a:pt x="2010" y="7085"/>
                    <a:pt x="1696" y="7817"/>
                  </a:cubicBezTo>
                  <a:cubicBezTo>
                    <a:pt x="1633" y="8005"/>
                    <a:pt x="1549" y="8152"/>
                    <a:pt x="1445" y="8340"/>
                  </a:cubicBezTo>
                  <a:cubicBezTo>
                    <a:pt x="1340" y="8528"/>
                    <a:pt x="1215" y="8675"/>
                    <a:pt x="1047" y="8759"/>
                  </a:cubicBezTo>
                  <a:cubicBezTo>
                    <a:pt x="1010" y="8777"/>
                    <a:pt x="969" y="8787"/>
                    <a:pt x="929" y="8791"/>
                  </a:cubicBezTo>
                  <a:lnTo>
                    <a:pt x="929" y="8791"/>
                  </a:lnTo>
                  <a:cubicBezTo>
                    <a:pt x="975" y="8787"/>
                    <a:pt x="1022" y="8777"/>
                    <a:pt x="1068" y="8759"/>
                  </a:cubicBezTo>
                  <a:cubicBezTo>
                    <a:pt x="1256" y="8675"/>
                    <a:pt x="1382" y="8508"/>
                    <a:pt x="1487" y="8340"/>
                  </a:cubicBezTo>
                  <a:cubicBezTo>
                    <a:pt x="1591" y="8173"/>
                    <a:pt x="1696" y="7984"/>
                    <a:pt x="1779" y="7817"/>
                  </a:cubicBezTo>
                  <a:cubicBezTo>
                    <a:pt x="2114" y="7085"/>
                    <a:pt x="2282" y="6269"/>
                    <a:pt x="2344" y="5474"/>
                  </a:cubicBezTo>
                  <a:cubicBezTo>
                    <a:pt x="2428" y="4699"/>
                    <a:pt x="2449" y="3883"/>
                    <a:pt x="2449" y="3109"/>
                  </a:cubicBezTo>
                  <a:cubicBezTo>
                    <a:pt x="2449" y="2314"/>
                    <a:pt x="2407" y="1477"/>
                    <a:pt x="2135" y="724"/>
                  </a:cubicBezTo>
                  <a:cubicBezTo>
                    <a:pt x="2093" y="536"/>
                    <a:pt x="1989" y="347"/>
                    <a:pt x="1821" y="201"/>
                  </a:cubicBezTo>
                  <a:cubicBezTo>
                    <a:pt x="1704" y="67"/>
                    <a:pt x="1533" y="0"/>
                    <a:pt x="1363" y="0"/>
                  </a:cubicBezTo>
                  <a:close/>
                  <a:moveTo>
                    <a:pt x="22" y="5737"/>
                  </a:moveTo>
                  <a:cubicBezTo>
                    <a:pt x="22" y="6507"/>
                    <a:pt x="23" y="7319"/>
                    <a:pt x="252" y="8026"/>
                  </a:cubicBezTo>
                  <a:cubicBezTo>
                    <a:pt x="336" y="8236"/>
                    <a:pt x="419" y="8403"/>
                    <a:pt x="524" y="8570"/>
                  </a:cubicBezTo>
                  <a:cubicBezTo>
                    <a:pt x="587" y="8675"/>
                    <a:pt x="650" y="8759"/>
                    <a:pt x="754" y="8780"/>
                  </a:cubicBezTo>
                  <a:cubicBezTo>
                    <a:pt x="798" y="8788"/>
                    <a:pt x="841" y="8793"/>
                    <a:pt x="884" y="8793"/>
                  </a:cubicBezTo>
                  <a:cubicBezTo>
                    <a:pt x="885" y="8793"/>
                    <a:pt x="887" y="8793"/>
                    <a:pt x="888" y="8793"/>
                  </a:cubicBezTo>
                  <a:lnTo>
                    <a:pt x="888" y="8793"/>
                  </a:lnTo>
                  <a:cubicBezTo>
                    <a:pt x="889" y="8793"/>
                    <a:pt x="890" y="8793"/>
                    <a:pt x="891" y="8793"/>
                  </a:cubicBezTo>
                  <a:cubicBezTo>
                    <a:pt x="904" y="8793"/>
                    <a:pt x="916" y="8793"/>
                    <a:pt x="929" y="8791"/>
                  </a:cubicBezTo>
                  <a:lnTo>
                    <a:pt x="929" y="8791"/>
                  </a:lnTo>
                  <a:cubicBezTo>
                    <a:pt x="915" y="8793"/>
                    <a:pt x="902" y="8793"/>
                    <a:pt x="888" y="8793"/>
                  </a:cubicBezTo>
                  <a:lnTo>
                    <a:pt x="888" y="8793"/>
                  </a:lnTo>
                  <a:cubicBezTo>
                    <a:pt x="853" y="8793"/>
                    <a:pt x="821" y="8788"/>
                    <a:pt x="796" y="8780"/>
                  </a:cubicBezTo>
                  <a:cubicBezTo>
                    <a:pt x="712" y="8759"/>
                    <a:pt x="629" y="8675"/>
                    <a:pt x="587" y="8591"/>
                  </a:cubicBezTo>
                  <a:cubicBezTo>
                    <a:pt x="482" y="8445"/>
                    <a:pt x="398" y="8256"/>
                    <a:pt x="315" y="8068"/>
                  </a:cubicBezTo>
                  <a:cubicBezTo>
                    <a:pt x="23" y="7319"/>
                    <a:pt x="22" y="6507"/>
                    <a:pt x="22" y="573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97" name="Google Shape;4597;p38"/>
            <p:cNvSpPr/>
            <p:nvPr/>
          </p:nvSpPr>
          <p:spPr>
            <a:xfrm>
              <a:off x="7213391" y="3763061"/>
              <a:ext cx="417829" cy="1063088"/>
            </a:xfrm>
            <a:custGeom>
              <a:avLst/>
              <a:gdLst/>
              <a:ahLst/>
              <a:cxnLst/>
              <a:rect l="l" t="t" r="r" b="b"/>
              <a:pathLst>
                <a:path w="7492" h="19062" extrusionOk="0">
                  <a:moveTo>
                    <a:pt x="7471" y="0"/>
                  </a:moveTo>
                  <a:cubicBezTo>
                    <a:pt x="7471" y="858"/>
                    <a:pt x="7387" y="1758"/>
                    <a:pt x="7282" y="2637"/>
                  </a:cubicBezTo>
                  <a:cubicBezTo>
                    <a:pt x="7178" y="3515"/>
                    <a:pt x="7052" y="4373"/>
                    <a:pt x="6885" y="5231"/>
                  </a:cubicBezTo>
                  <a:cubicBezTo>
                    <a:pt x="6571" y="6926"/>
                    <a:pt x="6131" y="8642"/>
                    <a:pt x="5525" y="10274"/>
                  </a:cubicBezTo>
                  <a:cubicBezTo>
                    <a:pt x="5232" y="11090"/>
                    <a:pt x="4897" y="11906"/>
                    <a:pt x="4541" y="12680"/>
                  </a:cubicBezTo>
                  <a:cubicBezTo>
                    <a:pt x="4353" y="13098"/>
                    <a:pt x="4144" y="13475"/>
                    <a:pt x="3934" y="13873"/>
                  </a:cubicBezTo>
                  <a:cubicBezTo>
                    <a:pt x="3725" y="14228"/>
                    <a:pt x="3516" y="14626"/>
                    <a:pt x="3286" y="14982"/>
                  </a:cubicBezTo>
                  <a:cubicBezTo>
                    <a:pt x="2386" y="16488"/>
                    <a:pt x="1256" y="17869"/>
                    <a:pt x="1" y="19062"/>
                  </a:cubicBezTo>
                  <a:cubicBezTo>
                    <a:pt x="628" y="18476"/>
                    <a:pt x="1298" y="17869"/>
                    <a:pt x="1842" y="17179"/>
                  </a:cubicBezTo>
                  <a:cubicBezTo>
                    <a:pt x="2386" y="16509"/>
                    <a:pt x="2909" y="15798"/>
                    <a:pt x="3390" y="15065"/>
                  </a:cubicBezTo>
                  <a:cubicBezTo>
                    <a:pt x="3851" y="14333"/>
                    <a:pt x="4290" y="13559"/>
                    <a:pt x="4667" y="12764"/>
                  </a:cubicBezTo>
                  <a:cubicBezTo>
                    <a:pt x="5064" y="11989"/>
                    <a:pt x="5399" y="11173"/>
                    <a:pt x="5692" y="10337"/>
                  </a:cubicBezTo>
                  <a:cubicBezTo>
                    <a:pt x="6278" y="8663"/>
                    <a:pt x="6738" y="6968"/>
                    <a:pt x="7010" y="5231"/>
                  </a:cubicBezTo>
                  <a:cubicBezTo>
                    <a:pt x="7303" y="3515"/>
                    <a:pt x="7491" y="1758"/>
                    <a:pt x="74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98" name="Google Shape;4598;p38"/>
            <p:cNvSpPr/>
            <p:nvPr/>
          </p:nvSpPr>
          <p:spPr>
            <a:xfrm>
              <a:off x="6860980" y="2325422"/>
              <a:ext cx="381634" cy="2108664"/>
            </a:xfrm>
            <a:custGeom>
              <a:avLst/>
              <a:gdLst/>
              <a:ahLst/>
              <a:cxnLst/>
              <a:rect l="l" t="t" r="r" b="b"/>
              <a:pathLst>
                <a:path w="6843" h="37810" extrusionOk="0">
                  <a:moveTo>
                    <a:pt x="1" y="0"/>
                  </a:moveTo>
                  <a:lnTo>
                    <a:pt x="1" y="0"/>
                  </a:lnTo>
                  <a:cubicBezTo>
                    <a:pt x="49" y="28"/>
                    <a:pt x="97" y="57"/>
                    <a:pt x="145" y="87"/>
                  </a:cubicBezTo>
                  <a:lnTo>
                    <a:pt x="145" y="87"/>
                  </a:lnTo>
                  <a:cubicBezTo>
                    <a:pt x="97" y="56"/>
                    <a:pt x="49" y="27"/>
                    <a:pt x="1" y="0"/>
                  </a:cubicBezTo>
                  <a:close/>
                  <a:moveTo>
                    <a:pt x="145" y="87"/>
                  </a:moveTo>
                  <a:lnTo>
                    <a:pt x="145" y="87"/>
                  </a:lnTo>
                  <a:cubicBezTo>
                    <a:pt x="326" y="204"/>
                    <a:pt x="501" y="349"/>
                    <a:pt x="649" y="482"/>
                  </a:cubicBezTo>
                  <a:lnTo>
                    <a:pt x="984" y="775"/>
                  </a:lnTo>
                  <a:lnTo>
                    <a:pt x="1298" y="1088"/>
                  </a:lnTo>
                  <a:cubicBezTo>
                    <a:pt x="1717" y="1507"/>
                    <a:pt x="2114" y="1925"/>
                    <a:pt x="2470" y="2386"/>
                  </a:cubicBezTo>
                  <a:cubicBezTo>
                    <a:pt x="2679" y="2595"/>
                    <a:pt x="2846" y="2867"/>
                    <a:pt x="2993" y="3097"/>
                  </a:cubicBezTo>
                  <a:cubicBezTo>
                    <a:pt x="3160" y="3327"/>
                    <a:pt x="3349" y="3578"/>
                    <a:pt x="3474" y="3829"/>
                  </a:cubicBezTo>
                  <a:lnTo>
                    <a:pt x="3914" y="4583"/>
                  </a:lnTo>
                  <a:lnTo>
                    <a:pt x="4311" y="5378"/>
                  </a:lnTo>
                  <a:cubicBezTo>
                    <a:pt x="5336" y="7470"/>
                    <a:pt x="5922" y="9772"/>
                    <a:pt x="6278" y="12073"/>
                  </a:cubicBezTo>
                  <a:cubicBezTo>
                    <a:pt x="6403" y="12659"/>
                    <a:pt x="6424" y="13245"/>
                    <a:pt x="6487" y="13831"/>
                  </a:cubicBezTo>
                  <a:lnTo>
                    <a:pt x="6550" y="14689"/>
                  </a:lnTo>
                  <a:cubicBezTo>
                    <a:pt x="6592" y="15003"/>
                    <a:pt x="6550" y="15296"/>
                    <a:pt x="6592" y="15588"/>
                  </a:cubicBezTo>
                  <a:lnTo>
                    <a:pt x="6634" y="17325"/>
                  </a:lnTo>
                  <a:cubicBezTo>
                    <a:pt x="6634" y="17911"/>
                    <a:pt x="6613" y="18518"/>
                    <a:pt x="6592" y="19083"/>
                  </a:cubicBezTo>
                  <a:cubicBezTo>
                    <a:pt x="6508" y="20254"/>
                    <a:pt x="6383" y="21405"/>
                    <a:pt x="6131" y="22556"/>
                  </a:cubicBezTo>
                  <a:cubicBezTo>
                    <a:pt x="5901" y="23707"/>
                    <a:pt x="5587" y="24837"/>
                    <a:pt x="5127" y="25904"/>
                  </a:cubicBezTo>
                  <a:lnTo>
                    <a:pt x="3098" y="31846"/>
                  </a:lnTo>
                  <a:lnTo>
                    <a:pt x="1110" y="37809"/>
                  </a:lnTo>
                  <a:lnTo>
                    <a:pt x="3202" y="31909"/>
                  </a:lnTo>
                  <a:lnTo>
                    <a:pt x="5274" y="25967"/>
                  </a:lnTo>
                  <a:cubicBezTo>
                    <a:pt x="5755" y="24858"/>
                    <a:pt x="6090" y="23749"/>
                    <a:pt x="6320" y="22598"/>
                  </a:cubicBezTo>
                  <a:cubicBezTo>
                    <a:pt x="6550" y="21447"/>
                    <a:pt x="6717" y="20254"/>
                    <a:pt x="6801" y="19083"/>
                  </a:cubicBezTo>
                  <a:cubicBezTo>
                    <a:pt x="6822" y="18518"/>
                    <a:pt x="6843" y="17932"/>
                    <a:pt x="6843" y="17325"/>
                  </a:cubicBezTo>
                  <a:lnTo>
                    <a:pt x="6801" y="15588"/>
                  </a:lnTo>
                  <a:cubicBezTo>
                    <a:pt x="6759" y="15275"/>
                    <a:pt x="6759" y="14982"/>
                    <a:pt x="6738" y="14689"/>
                  </a:cubicBezTo>
                  <a:lnTo>
                    <a:pt x="6655" y="13810"/>
                  </a:lnTo>
                  <a:cubicBezTo>
                    <a:pt x="6613" y="13224"/>
                    <a:pt x="6550" y="12617"/>
                    <a:pt x="6445" y="12052"/>
                  </a:cubicBezTo>
                  <a:cubicBezTo>
                    <a:pt x="6111" y="9730"/>
                    <a:pt x="5483" y="7449"/>
                    <a:pt x="4437" y="5336"/>
                  </a:cubicBezTo>
                  <a:lnTo>
                    <a:pt x="4039" y="4541"/>
                  </a:lnTo>
                  <a:lnTo>
                    <a:pt x="3600" y="3788"/>
                  </a:lnTo>
                  <a:cubicBezTo>
                    <a:pt x="3453" y="3516"/>
                    <a:pt x="3286" y="3285"/>
                    <a:pt x="3098" y="3055"/>
                  </a:cubicBezTo>
                  <a:cubicBezTo>
                    <a:pt x="2951" y="2825"/>
                    <a:pt x="2763" y="2553"/>
                    <a:pt x="2574" y="2344"/>
                  </a:cubicBezTo>
                  <a:cubicBezTo>
                    <a:pt x="2219" y="1904"/>
                    <a:pt x="1800" y="1465"/>
                    <a:pt x="1382" y="1067"/>
                  </a:cubicBezTo>
                  <a:lnTo>
                    <a:pt x="1068" y="775"/>
                  </a:lnTo>
                  <a:lnTo>
                    <a:pt x="733" y="482"/>
                  </a:lnTo>
                  <a:cubicBezTo>
                    <a:pt x="547" y="346"/>
                    <a:pt x="348" y="211"/>
                    <a:pt x="145" y="8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99" name="Google Shape;4599;p38"/>
            <p:cNvSpPr/>
            <p:nvPr/>
          </p:nvSpPr>
          <p:spPr>
            <a:xfrm>
              <a:off x="6879719" y="2325422"/>
              <a:ext cx="627803" cy="2108664"/>
            </a:xfrm>
            <a:custGeom>
              <a:avLst/>
              <a:gdLst/>
              <a:ahLst/>
              <a:cxnLst/>
              <a:rect l="l" t="t" r="r" b="b"/>
              <a:pathLst>
                <a:path w="11257" h="37810" extrusionOk="0">
                  <a:moveTo>
                    <a:pt x="0" y="0"/>
                  </a:moveTo>
                  <a:cubicBezTo>
                    <a:pt x="1841" y="440"/>
                    <a:pt x="3515" y="1381"/>
                    <a:pt x="5000" y="2616"/>
                  </a:cubicBezTo>
                  <a:cubicBezTo>
                    <a:pt x="6486" y="3767"/>
                    <a:pt x="7700" y="5252"/>
                    <a:pt x="8641" y="6863"/>
                  </a:cubicBezTo>
                  <a:cubicBezTo>
                    <a:pt x="9562" y="8495"/>
                    <a:pt x="10169" y="10295"/>
                    <a:pt x="10566" y="12136"/>
                  </a:cubicBezTo>
                  <a:cubicBezTo>
                    <a:pt x="10964" y="13956"/>
                    <a:pt x="11068" y="15840"/>
                    <a:pt x="11068" y="17723"/>
                  </a:cubicBezTo>
                  <a:cubicBezTo>
                    <a:pt x="11047" y="19585"/>
                    <a:pt x="10754" y="21468"/>
                    <a:pt x="10127" y="23246"/>
                  </a:cubicBezTo>
                  <a:cubicBezTo>
                    <a:pt x="9813" y="24125"/>
                    <a:pt x="9394" y="24962"/>
                    <a:pt x="8871" y="25757"/>
                  </a:cubicBezTo>
                  <a:lnTo>
                    <a:pt x="7386" y="28164"/>
                  </a:lnTo>
                  <a:lnTo>
                    <a:pt x="4394" y="32976"/>
                  </a:lnTo>
                  <a:lnTo>
                    <a:pt x="1443" y="37809"/>
                  </a:lnTo>
                  <a:lnTo>
                    <a:pt x="4477" y="33018"/>
                  </a:lnTo>
                  <a:lnTo>
                    <a:pt x="7469" y="28247"/>
                  </a:lnTo>
                  <a:lnTo>
                    <a:pt x="8997" y="25841"/>
                  </a:lnTo>
                  <a:cubicBezTo>
                    <a:pt x="9541" y="25046"/>
                    <a:pt x="9959" y="24188"/>
                    <a:pt x="10273" y="23288"/>
                  </a:cubicBezTo>
                  <a:cubicBezTo>
                    <a:pt x="10587" y="22410"/>
                    <a:pt x="10838" y="21489"/>
                    <a:pt x="10985" y="20547"/>
                  </a:cubicBezTo>
                  <a:cubicBezTo>
                    <a:pt x="11131" y="19606"/>
                    <a:pt x="11215" y="18664"/>
                    <a:pt x="11257" y="17723"/>
                  </a:cubicBezTo>
                  <a:cubicBezTo>
                    <a:pt x="11257" y="15819"/>
                    <a:pt x="11110" y="13935"/>
                    <a:pt x="10733" y="12073"/>
                  </a:cubicBezTo>
                  <a:cubicBezTo>
                    <a:pt x="10315" y="10211"/>
                    <a:pt x="9687" y="8412"/>
                    <a:pt x="8746" y="6759"/>
                  </a:cubicBezTo>
                  <a:cubicBezTo>
                    <a:pt x="7804" y="5106"/>
                    <a:pt x="6549" y="3662"/>
                    <a:pt x="5042" y="2469"/>
                  </a:cubicBezTo>
                  <a:cubicBezTo>
                    <a:pt x="3557" y="1319"/>
                    <a:pt x="1841" y="44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00" name="Google Shape;4600;p38"/>
            <p:cNvSpPr/>
            <p:nvPr/>
          </p:nvSpPr>
          <p:spPr>
            <a:xfrm>
              <a:off x="6990534" y="2332394"/>
              <a:ext cx="676880" cy="2099350"/>
            </a:xfrm>
            <a:custGeom>
              <a:avLst/>
              <a:gdLst/>
              <a:ahLst/>
              <a:cxnLst/>
              <a:rect l="l" t="t" r="r" b="b"/>
              <a:pathLst>
                <a:path w="12137" h="37643" extrusionOk="0">
                  <a:moveTo>
                    <a:pt x="0" y="1"/>
                  </a:moveTo>
                  <a:lnTo>
                    <a:pt x="0" y="1"/>
                  </a:lnTo>
                  <a:cubicBezTo>
                    <a:pt x="921" y="231"/>
                    <a:pt x="1779" y="566"/>
                    <a:pt x="2658" y="984"/>
                  </a:cubicBezTo>
                  <a:cubicBezTo>
                    <a:pt x="3495" y="1382"/>
                    <a:pt x="4311" y="1863"/>
                    <a:pt x="5064" y="2407"/>
                  </a:cubicBezTo>
                  <a:cubicBezTo>
                    <a:pt x="6591" y="3474"/>
                    <a:pt x="7930" y="4834"/>
                    <a:pt x="8977" y="6383"/>
                  </a:cubicBezTo>
                  <a:cubicBezTo>
                    <a:pt x="9500" y="7157"/>
                    <a:pt x="9960" y="7973"/>
                    <a:pt x="10337" y="8831"/>
                  </a:cubicBezTo>
                  <a:lnTo>
                    <a:pt x="10462" y="9145"/>
                  </a:lnTo>
                  <a:lnTo>
                    <a:pt x="10588" y="9458"/>
                  </a:lnTo>
                  <a:cubicBezTo>
                    <a:pt x="10671" y="9668"/>
                    <a:pt x="10755" y="9919"/>
                    <a:pt x="10818" y="10128"/>
                  </a:cubicBezTo>
                  <a:cubicBezTo>
                    <a:pt x="10964" y="10567"/>
                    <a:pt x="11111" y="11007"/>
                    <a:pt x="11215" y="11446"/>
                  </a:cubicBezTo>
                  <a:cubicBezTo>
                    <a:pt x="11655" y="13266"/>
                    <a:pt x="11864" y="15150"/>
                    <a:pt x="11864" y="16991"/>
                  </a:cubicBezTo>
                  <a:cubicBezTo>
                    <a:pt x="11927" y="17974"/>
                    <a:pt x="11822" y="18979"/>
                    <a:pt x="11634" y="19962"/>
                  </a:cubicBezTo>
                  <a:cubicBezTo>
                    <a:pt x="11446" y="20945"/>
                    <a:pt x="11174" y="21908"/>
                    <a:pt x="10797" y="22829"/>
                  </a:cubicBezTo>
                  <a:cubicBezTo>
                    <a:pt x="10441" y="23749"/>
                    <a:pt x="9960" y="24628"/>
                    <a:pt x="9416" y="25465"/>
                  </a:cubicBezTo>
                  <a:cubicBezTo>
                    <a:pt x="9290" y="25716"/>
                    <a:pt x="9144" y="25883"/>
                    <a:pt x="8998" y="26093"/>
                  </a:cubicBezTo>
                  <a:lnTo>
                    <a:pt x="8558" y="26699"/>
                  </a:lnTo>
                  <a:lnTo>
                    <a:pt x="7658" y="27913"/>
                  </a:lnTo>
                  <a:lnTo>
                    <a:pt x="4101" y="32767"/>
                  </a:lnTo>
                  <a:lnTo>
                    <a:pt x="586" y="37642"/>
                  </a:lnTo>
                  <a:lnTo>
                    <a:pt x="4185" y="32830"/>
                  </a:lnTo>
                  <a:lnTo>
                    <a:pt x="7805" y="27976"/>
                  </a:lnTo>
                  <a:lnTo>
                    <a:pt x="8684" y="26783"/>
                  </a:lnTo>
                  <a:lnTo>
                    <a:pt x="9123" y="26176"/>
                  </a:lnTo>
                  <a:cubicBezTo>
                    <a:pt x="9290" y="25967"/>
                    <a:pt x="9437" y="25758"/>
                    <a:pt x="9562" y="25549"/>
                  </a:cubicBezTo>
                  <a:cubicBezTo>
                    <a:pt x="10148" y="24712"/>
                    <a:pt x="10588" y="23833"/>
                    <a:pt x="10985" y="22891"/>
                  </a:cubicBezTo>
                  <a:cubicBezTo>
                    <a:pt x="11383" y="21971"/>
                    <a:pt x="11676" y="21008"/>
                    <a:pt x="11843" y="20004"/>
                  </a:cubicBezTo>
                  <a:cubicBezTo>
                    <a:pt x="12031" y="19020"/>
                    <a:pt x="12136" y="18016"/>
                    <a:pt x="12094" y="16991"/>
                  </a:cubicBezTo>
                  <a:cubicBezTo>
                    <a:pt x="12052" y="15150"/>
                    <a:pt x="11843" y="13266"/>
                    <a:pt x="11383" y="11425"/>
                  </a:cubicBezTo>
                  <a:cubicBezTo>
                    <a:pt x="11278" y="10965"/>
                    <a:pt x="11090" y="10505"/>
                    <a:pt x="10964" y="10065"/>
                  </a:cubicBezTo>
                  <a:cubicBezTo>
                    <a:pt x="10881" y="9856"/>
                    <a:pt x="10776" y="9626"/>
                    <a:pt x="10692" y="9417"/>
                  </a:cubicBezTo>
                  <a:lnTo>
                    <a:pt x="10567" y="9082"/>
                  </a:lnTo>
                  <a:lnTo>
                    <a:pt x="10420" y="8768"/>
                  </a:lnTo>
                  <a:cubicBezTo>
                    <a:pt x="10023" y="7889"/>
                    <a:pt x="9542" y="7073"/>
                    <a:pt x="9018" y="6299"/>
                  </a:cubicBezTo>
                  <a:cubicBezTo>
                    <a:pt x="7972" y="4730"/>
                    <a:pt x="6612" y="3391"/>
                    <a:pt x="5085" y="2323"/>
                  </a:cubicBezTo>
                  <a:cubicBezTo>
                    <a:pt x="4311" y="1800"/>
                    <a:pt x="3516" y="1340"/>
                    <a:pt x="2637" y="942"/>
                  </a:cubicBezTo>
                  <a:cubicBezTo>
                    <a:pt x="1800" y="545"/>
                    <a:pt x="921" y="21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01" name="Google Shape;4601;p38"/>
            <p:cNvSpPr/>
            <p:nvPr/>
          </p:nvSpPr>
          <p:spPr>
            <a:xfrm>
              <a:off x="6445605" y="2325422"/>
              <a:ext cx="385092" cy="2107493"/>
            </a:xfrm>
            <a:custGeom>
              <a:avLst/>
              <a:gdLst/>
              <a:ahLst/>
              <a:cxnLst/>
              <a:rect l="l" t="t" r="r" b="b"/>
              <a:pathLst>
                <a:path w="6905" h="37789" extrusionOk="0">
                  <a:moveTo>
                    <a:pt x="6905" y="0"/>
                  </a:moveTo>
                  <a:lnTo>
                    <a:pt x="6905" y="0"/>
                  </a:lnTo>
                  <a:cubicBezTo>
                    <a:pt x="6633" y="126"/>
                    <a:pt x="6403" y="314"/>
                    <a:pt x="6110" y="461"/>
                  </a:cubicBezTo>
                  <a:lnTo>
                    <a:pt x="5775" y="754"/>
                  </a:lnTo>
                  <a:lnTo>
                    <a:pt x="5461" y="1047"/>
                  </a:lnTo>
                  <a:cubicBezTo>
                    <a:pt x="5022" y="1423"/>
                    <a:pt x="4624" y="1842"/>
                    <a:pt x="4248" y="2323"/>
                  </a:cubicBezTo>
                  <a:cubicBezTo>
                    <a:pt x="4080" y="2553"/>
                    <a:pt x="3913" y="2783"/>
                    <a:pt x="3724" y="3034"/>
                  </a:cubicBezTo>
                  <a:cubicBezTo>
                    <a:pt x="3557" y="3264"/>
                    <a:pt x="3390" y="3495"/>
                    <a:pt x="3243" y="3767"/>
                  </a:cubicBezTo>
                  <a:lnTo>
                    <a:pt x="2783" y="4520"/>
                  </a:lnTo>
                  <a:lnTo>
                    <a:pt x="2406" y="5294"/>
                  </a:lnTo>
                  <a:cubicBezTo>
                    <a:pt x="1381" y="7428"/>
                    <a:pt x="732" y="9688"/>
                    <a:pt x="377" y="12031"/>
                  </a:cubicBezTo>
                  <a:cubicBezTo>
                    <a:pt x="272" y="12596"/>
                    <a:pt x="230" y="13203"/>
                    <a:pt x="167" y="13768"/>
                  </a:cubicBezTo>
                  <a:lnTo>
                    <a:pt x="105" y="14668"/>
                  </a:lnTo>
                  <a:cubicBezTo>
                    <a:pt x="42" y="14982"/>
                    <a:pt x="63" y="15275"/>
                    <a:pt x="42" y="15547"/>
                  </a:cubicBezTo>
                  <a:lnTo>
                    <a:pt x="0" y="17304"/>
                  </a:lnTo>
                  <a:cubicBezTo>
                    <a:pt x="0" y="17890"/>
                    <a:pt x="0" y="18476"/>
                    <a:pt x="42" y="19062"/>
                  </a:cubicBezTo>
                  <a:cubicBezTo>
                    <a:pt x="126" y="20233"/>
                    <a:pt x="272" y="21405"/>
                    <a:pt x="523" y="22556"/>
                  </a:cubicBezTo>
                  <a:cubicBezTo>
                    <a:pt x="753" y="23707"/>
                    <a:pt x="1067" y="24858"/>
                    <a:pt x="1569" y="25946"/>
                  </a:cubicBezTo>
                  <a:lnTo>
                    <a:pt x="3620" y="31867"/>
                  </a:lnTo>
                  <a:lnTo>
                    <a:pt x="5712" y="37788"/>
                  </a:lnTo>
                  <a:lnTo>
                    <a:pt x="3724" y="31825"/>
                  </a:lnTo>
                  <a:lnTo>
                    <a:pt x="1716" y="25883"/>
                  </a:lnTo>
                  <a:cubicBezTo>
                    <a:pt x="1255" y="24816"/>
                    <a:pt x="942" y="23686"/>
                    <a:pt x="691" y="22535"/>
                  </a:cubicBezTo>
                  <a:cubicBezTo>
                    <a:pt x="460" y="21384"/>
                    <a:pt x="335" y="20233"/>
                    <a:pt x="251" y="19062"/>
                  </a:cubicBezTo>
                  <a:cubicBezTo>
                    <a:pt x="230" y="18476"/>
                    <a:pt x="209" y="17890"/>
                    <a:pt x="209" y="17304"/>
                  </a:cubicBezTo>
                  <a:lnTo>
                    <a:pt x="251" y="15547"/>
                  </a:lnTo>
                  <a:cubicBezTo>
                    <a:pt x="251" y="15233"/>
                    <a:pt x="251" y="14940"/>
                    <a:pt x="272" y="14668"/>
                  </a:cubicBezTo>
                  <a:lnTo>
                    <a:pt x="356" y="13810"/>
                  </a:lnTo>
                  <a:cubicBezTo>
                    <a:pt x="419" y="13203"/>
                    <a:pt x="460" y="12617"/>
                    <a:pt x="565" y="12052"/>
                  </a:cubicBezTo>
                  <a:cubicBezTo>
                    <a:pt x="879" y="9751"/>
                    <a:pt x="1507" y="7449"/>
                    <a:pt x="2532" y="5357"/>
                  </a:cubicBezTo>
                  <a:lnTo>
                    <a:pt x="2929" y="4562"/>
                  </a:lnTo>
                  <a:lnTo>
                    <a:pt x="3369" y="3829"/>
                  </a:lnTo>
                  <a:cubicBezTo>
                    <a:pt x="3494" y="3578"/>
                    <a:pt x="3683" y="3348"/>
                    <a:pt x="3829" y="3097"/>
                  </a:cubicBezTo>
                  <a:cubicBezTo>
                    <a:pt x="4017" y="2867"/>
                    <a:pt x="4185" y="2637"/>
                    <a:pt x="4352" y="2407"/>
                  </a:cubicBezTo>
                  <a:cubicBezTo>
                    <a:pt x="4729" y="1925"/>
                    <a:pt x="5126" y="1507"/>
                    <a:pt x="5545" y="1088"/>
                  </a:cubicBezTo>
                  <a:lnTo>
                    <a:pt x="5859" y="775"/>
                  </a:lnTo>
                  <a:lnTo>
                    <a:pt x="6193" y="482"/>
                  </a:lnTo>
                  <a:cubicBezTo>
                    <a:pt x="6403" y="314"/>
                    <a:pt x="6633" y="147"/>
                    <a:pt x="69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02" name="Google Shape;4602;p38"/>
            <p:cNvSpPr/>
            <p:nvPr/>
          </p:nvSpPr>
          <p:spPr>
            <a:xfrm>
              <a:off x="6183040" y="2325422"/>
              <a:ext cx="626687" cy="2107493"/>
            </a:xfrm>
            <a:custGeom>
              <a:avLst/>
              <a:gdLst/>
              <a:ahLst/>
              <a:cxnLst/>
              <a:rect l="l" t="t" r="r" b="b"/>
              <a:pathLst>
                <a:path w="11237" h="37789" extrusionOk="0">
                  <a:moveTo>
                    <a:pt x="11236" y="0"/>
                  </a:moveTo>
                  <a:cubicBezTo>
                    <a:pt x="9416" y="419"/>
                    <a:pt x="7700" y="1319"/>
                    <a:pt x="6194" y="2448"/>
                  </a:cubicBezTo>
                  <a:cubicBezTo>
                    <a:pt x="4708" y="3620"/>
                    <a:pt x="3432" y="5085"/>
                    <a:pt x="2490" y="6738"/>
                  </a:cubicBezTo>
                  <a:cubicBezTo>
                    <a:pt x="1528" y="8391"/>
                    <a:pt x="900" y="10190"/>
                    <a:pt x="523" y="12052"/>
                  </a:cubicBezTo>
                  <a:cubicBezTo>
                    <a:pt x="126" y="13915"/>
                    <a:pt x="0" y="15819"/>
                    <a:pt x="0" y="17702"/>
                  </a:cubicBezTo>
                  <a:cubicBezTo>
                    <a:pt x="0" y="18643"/>
                    <a:pt x="105" y="19585"/>
                    <a:pt x="251" y="20526"/>
                  </a:cubicBezTo>
                  <a:cubicBezTo>
                    <a:pt x="419" y="21468"/>
                    <a:pt x="649" y="22389"/>
                    <a:pt x="963" y="23267"/>
                  </a:cubicBezTo>
                  <a:cubicBezTo>
                    <a:pt x="1277" y="24146"/>
                    <a:pt x="1695" y="25025"/>
                    <a:pt x="2239" y="25799"/>
                  </a:cubicBezTo>
                  <a:lnTo>
                    <a:pt x="3766" y="28205"/>
                  </a:lnTo>
                  <a:lnTo>
                    <a:pt x="6759" y="32997"/>
                  </a:lnTo>
                  <a:lnTo>
                    <a:pt x="9792" y="37788"/>
                  </a:lnTo>
                  <a:lnTo>
                    <a:pt x="6842" y="32955"/>
                  </a:lnTo>
                  <a:lnTo>
                    <a:pt x="3850" y="28101"/>
                  </a:lnTo>
                  <a:lnTo>
                    <a:pt x="2365" y="25695"/>
                  </a:lnTo>
                  <a:cubicBezTo>
                    <a:pt x="1821" y="24920"/>
                    <a:pt x="1423" y="24083"/>
                    <a:pt x="1109" y="23184"/>
                  </a:cubicBezTo>
                  <a:cubicBezTo>
                    <a:pt x="481" y="21447"/>
                    <a:pt x="189" y="19564"/>
                    <a:pt x="168" y="17681"/>
                  </a:cubicBezTo>
                  <a:cubicBezTo>
                    <a:pt x="168" y="15819"/>
                    <a:pt x="272" y="13894"/>
                    <a:pt x="670" y="12073"/>
                  </a:cubicBezTo>
                  <a:cubicBezTo>
                    <a:pt x="1067" y="10232"/>
                    <a:pt x="1653" y="8433"/>
                    <a:pt x="2595" y="6821"/>
                  </a:cubicBezTo>
                  <a:cubicBezTo>
                    <a:pt x="3536" y="5189"/>
                    <a:pt x="4771" y="3725"/>
                    <a:pt x="6235" y="2553"/>
                  </a:cubicBezTo>
                  <a:cubicBezTo>
                    <a:pt x="7700" y="1381"/>
                    <a:pt x="9416" y="461"/>
                    <a:pt x="112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03" name="Google Shape;4603;p38"/>
            <p:cNvSpPr/>
            <p:nvPr/>
          </p:nvSpPr>
          <p:spPr>
            <a:xfrm>
              <a:off x="6023147" y="2332394"/>
              <a:ext cx="675709" cy="2097008"/>
            </a:xfrm>
            <a:custGeom>
              <a:avLst/>
              <a:gdLst/>
              <a:ahLst/>
              <a:cxnLst/>
              <a:rect l="l" t="t" r="r" b="b"/>
              <a:pathLst>
                <a:path w="12116" h="37601" extrusionOk="0">
                  <a:moveTo>
                    <a:pt x="12115" y="1"/>
                  </a:moveTo>
                  <a:lnTo>
                    <a:pt x="12115" y="1"/>
                  </a:lnTo>
                  <a:cubicBezTo>
                    <a:pt x="11195" y="210"/>
                    <a:pt x="10337" y="545"/>
                    <a:pt x="9500" y="942"/>
                  </a:cubicBezTo>
                  <a:cubicBezTo>
                    <a:pt x="8663" y="1319"/>
                    <a:pt x="7847" y="1800"/>
                    <a:pt x="7073" y="2323"/>
                  </a:cubicBezTo>
                  <a:cubicBezTo>
                    <a:pt x="5525" y="3391"/>
                    <a:pt x="4164" y="4730"/>
                    <a:pt x="3118" y="6299"/>
                  </a:cubicBezTo>
                  <a:cubicBezTo>
                    <a:pt x="2574" y="7073"/>
                    <a:pt x="2093" y="7889"/>
                    <a:pt x="1737" y="8768"/>
                  </a:cubicBezTo>
                  <a:lnTo>
                    <a:pt x="1570" y="9082"/>
                  </a:lnTo>
                  <a:lnTo>
                    <a:pt x="1444" y="9417"/>
                  </a:lnTo>
                  <a:cubicBezTo>
                    <a:pt x="1340" y="9626"/>
                    <a:pt x="1256" y="9856"/>
                    <a:pt x="1193" y="10065"/>
                  </a:cubicBezTo>
                  <a:cubicBezTo>
                    <a:pt x="1026" y="10546"/>
                    <a:pt x="879" y="10965"/>
                    <a:pt x="775" y="11425"/>
                  </a:cubicBezTo>
                  <a:cubicBezTo>
                    <a:pt x="273" y="13225"/>
                    <a:pt x="63" y="15108"/>
                    <a:pt x="63" y="16991"/>
                  </a:cubicBezTo>
                  <a:cubicBezTo>
                    <a:pt x="1" y="18016"/>
                    <a:pt x="105" y="19020"/>
                    <a:pt x="294" y="20004"/>
                  </a:cubicBezTo>
                  <a:cubicBezTo>
                    <a:pt x="482" y="20966"/>
                    <a:pt x="754" y="21950"/>
                    <a:pt x="1151" y="22891"/>
                  </a:cubicBezTo>
                  <a:cubicBezTo>
                    <a:pt x="1549" y="23833"/>
                    <a:pt x="1988" y="24712"/>
                    <a:pt x="2574" y="25549"/>
                  </a:cubicBezTo>
                  <a:cubicBezTo>
                    <a:pt x="2700" y="25779"/>
                    <a:pt x="2867" y="25967"/>
                    <a:pt x="3014" y="26176"/>
                  </a:cubicBezTo>
                  <a:lnTo>
                    <a:pt x="3453" y="26783"/>
                  </a:lnTo>
                  <a:lnTo>
                    <a:pt x="4353" y="27976"/>
                  </a:lnTo>
                  <a:lnTo>
                    <a:pt x="7931" y="32830"/>
                  </a:lnTo>
                  <a:lnTo>
                    <a:pt x="11571" y="37601"/>
                  </a:lnTo>
                  <a:lnTo>
                    <a:pt x="8035" y="32746"/>
                  </a:lnTo>
                  <a:lnTo>
                    <a:pt x="4478" y="27871"/>
                  </a:lnTo>
                  <a:lnTo>
                    <a:pt x="3579" y="26679"/>
                  </a:lnTo>
                  <a:lnTo>
                    <a:pt x="3139" y="26072"/>
                  </a:lnTo>
                  <a:cubicBezTo>
                    <a:pt x="3014" y="25862"/>
                    <a:pt x="2867" y="25653"/>
                    <a:pt x="2721" y="25444"/>
                  </a:cubicBezTo>
                  <a:cubicBezTo>
                    <a:pt x="2177" y="24628"/>
                    <a:pt x="1716" y="23728"/>
                    <a:pt x="1340" y="22808"/>
                  </a:cubicBezTo>
                  <a:cubicBezTo>
                    <a:pt x="963" y="21866"/>
                    <a:pt x="691" y="20904"/>
                    <a:pt x="503" y="19920"/>
                  </a:cubicBezTo>
                  <a:cubicBezTo>
                    <a:pt x="315" y="18958"/>
                    <a:pt x="210" y="17974"/>
                    <a:pt x="273" y="16970"/>
                  </a:cubicBezTo>
                  <a:cubicBezTo>
                    <a:pt x="252" y="15108"/>
                    <a:pt x="461" y="13225"/>
                    <a:pt x="921" y="11425"/>
                  </a:cubicBezTo>
                  <a:cubicBezTo>
                    <a:pt x="1026" y="10986"/>
                    <a:pt x="1193" y="10546"/>
                    <a:pt x="1319" y="10086"/>
                  </a:cubicBezTo>
                  <a:cubicBezTo>
                    <a:pt x="1361" y="9877"/>
                    <a:pt x="1465" y="9647"/>
                    <a:pt x="1549" y="9437"/>
                  </a:cubicBezTo>
                  <a:lnTo>
                    <a:pt x="1675" y="9124"/>
                  </a:lnTo>
                  <a:lnTo>
                    <a:pt x="1821" y="8810"/>
                  </a:lnTo>
                  <a:cubicBezTo>
                    <a:pt x="2177" y="7952"/>
                    <a:pt x="2658" y="7136"/>
                    <a:pt x="3181" y="6362"/>
                  </a:cubicBezTo>
                  <a:cubicBezTo>
                    <a:pt x="4185" y="4792"/>
                    <a:pt x="5545" y="3453"/>
                    <a:pt x="7073" y="2386"/>
                  </a:cubicBezTo>
                  <a:cubicBezTo>
                    <a:pt x="7826" y="1863"/>
                    <a:pt x="8642" y="1361"/>
                    <a:pt x="9479" y="963"/>
                  </a:cubicBezTo>
                  <a:cubicBezTo>
                    <a:pt x="10337" y="566"/>
                    <a:pt x="11195" y="231"/>
                    <a:pt x="121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04" name="Google Shape;4604;p38"/>
            <p:cNvSpPr/>
            <p:nvPr/>
          </p:nvSpPr>
          <p:spPr>
            <a:xfrm>
              <a:off x="7060525" y="3989432"/>
              <a:ext cx="339639" cy="439970"/>
            </a:xfrm>
            <a:custGeom>
              <a:avLst/>
              <a:gdLst/>
              <a:ahLst/>
              <a:cxnLst/>
              <a:rect l="l" t="t" r="r" b="b"/>
              <a:pathLst>
                <a:path w="6090" h="7889" extrusionOk="0">
                  <a:moveTo>
                    <a:pt x="6090" y="0"/>
                  </a:moveTo>
                  <a:lnTo>
                    <a:pt x="6090" y="0"/>
                  </a:lnTo>
                  <a:cubicBezTo>
                    <a:pt x="5566" y="628"/>
                    <a:pt x="5043" y="1277"/>
                    <a:pt x="4520" y="1925"/>
                  </a:cubicBezTo>
                  <a:lnTo>
                    <a:pt x="2993" y="3892"/>
                  </a:lnTo>
                  <a:lnTo>
                    <a:pt x="1465" y="5880"/>
                  </a:lnTo>
                  <a:cubicBezTo>
                    <a:pt x="963" y="6529"/>
                    <a:pt x="482" y="7219"/>
                    <a:pt x="1" y="7889"/>
                  </a:cubicBezTo>
                  <a:cubicBezTo>
                    <a:pt x="524" y="7240"/>
                    <a:pt x="1047" y="6612"/>
                    <a:pt x="1570" y="5964"/>
                  </a:cubicBezTo>
                  <a:lnTo>
                    <a:pt x="3118" y="3997"/>
                  </a:lnTo>
                  <a:lnTo>
                    <a:pt x="4625" y="2009"/>
                  </a:lnTo>
                  <a:cubicBezTo>
                    <a:pt x="5127" y="1360"/>
                    <a:pt x="5629" y="670"/>
                    <a:pt x="6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05" name="Google Shape;4605;p38"/>
            <p:cNvSpPr/>
            <p:nvPr/>
          </p:nvSpPr>
          <p:spPr>
            <a:xfrm>
              <a:off x="7012675" y="4072306"/>
              <a:ext cx="241651" cy="359438"/>
            </a:xfrm>
            <a:custGeom>
              <a:avLst/>
              <a:gdLst/>
              <a:ahLst/>
              <a:cxnLst/>
              <a:rect l="l" t="t" r="r" b="b"/>
              <a:pathLst>
                <a:path w="4333" h="6445" extrusionOk="0">
                  <a:moveTo>
                    <a:pt x="4332" y="0"/>
                  </a:moveTo>
                  <a:cubicBezTo>
                    <a:pt x="3935" y="523"/>
                    <a:pt x="3558" y="1046"/>
                    <a:pt x="3181" y="1569"/>
                  </a:cubicBezTo>
                  <a:cubicBezTo>
                    <a:pt x="2826" y="2092"/>
                    <a:pt x="2449" y="2636"/>
                    <a:pt x="2093" y="3159"/>
                  </a:cubicBezTo>
                  <a:cubicBezTo>
                    <a:pt x="1717" y="3724"/>
                    <a:pt x="1361" y="4248"/>
                    <a:pt x="1026" y="4792"/>
                  </a:cubicBezTo>
                  <a:lnTo>
                    <a:pt x="1" y="6444"/>
                  </a:lnTo>
                  <a:cubicBezTo>
                    <a:pt x="398" y="5942"/>
                    <a:pt x="754" y="5419"/>
                    <a:pt x="1152" y="4875"/>
                  </a:cubicBezTo>
                  <a:cubicBezTo>
                    <a:pt x="1507" y="4352"/>
                    <a:pt x="1884" y="3787"/>
                    <a:pt x="2240" y="3264"/>
                  </a:cubicBezTo>
                  <a:cubicBezTo>
                    <a:pt x="2616" y="2720"/>
                    <a:pt x="2972" y="2197"/>
                    <a:pt x="3307" y="1653"/>
                  </a:cubicBezTo>
                  <a:lnTo>
                    <a:pt x="433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06" name="Google Shape;4606;p38"/>
            <p:cNvSpPr/>
            <p:nvPr/>
          </p:nvSpPr>
          <p:spPr>
            <a:xfrm>
              <a:off x="6956682" y="4131813"/>
              <a:ext cx="164577" cy="305787"/>
            </a:xfrm>
            <a:custGeom>
              <a:avLst/>
              <a:gdLst/>
              <a:ahLst/>
              <a:cxnLst/>
              <a:rect l="l" t="t" r="r" b="b"/>
              <a:pathLst>
                <a:path w="2951" h="5483" extrusionOk="0">
                  <a:moveTo>
                    <a:pt x="2951" y="0"/>
                  </a:moveTo>
                  <a:lnTo>
                    <a:pt x="2177" y="1339"/>
                  </a:lnTo>
                  <a:cubicBezTo>
                    <a:pt x="1905" y="1779"/>
                    <a:pt x="1674" y="2260"/>
                    <a:pt x="1423" y="2699"/>
                  </a:cubicBezTo>
                  <a:cubicBezTo>
                    <a:pt x="1151" y="3181"/>
                    <a:pt x="921" y="3620"/>
                    <a:pt x="691" y="4080"/>
                  </a:cubicBezTo>
                  <a:cubicBezTo>
                    <a:pt x="461" y="4541"/>
                    <a:pt x="210" y="5001"/>
                    <a:pt x="1" y="5482"/>
                  </a:cubicBezTo>
                  <a:cubicBezTo>
                    <a:pt x="294" y="5022"/>
                    <a:pt x="566" y="4582"/>
                    <a:pt x="796" y="4143"/>
                  </a:cubicBezTo>
                  <a:cubicBezTo>
                    <a:pt x="1047" y="3704"/>
                    <a:pt x="1298" y="3222"/>
                    <a:pt x="1549" y="2783"/>
                  </a:cubicBezTo>
                  <a:cubicBezTo>
                    <a:pt x="1821" y="2302"/>
                    <a:pt x="2051" y="1862"/>
                    <a:pt x="2281" y="1402"/>
                  </a:cubicBezTo>
                  <a:cubicBezTo>
                    <a:pt x="2511" y="942"/>
                    <a:pt x="2742" y="481"/>
                    <a:pt x="29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07" name="Google Shape;4607;p38"/>
            <p:cNvSpPr/>
            <p:nvPr/>
          </p:nvSpPr>
          <p:spPr>
            <a:xfrm>
              <a:off x="7085064" y="3770033"/>
              <a:ext cx="525130" cy="659369"/>
            </a:xfrm>
            <a:custGeom>
              <a:avLst/>
              <a:gdLst/>
              <a:ahLst/>
              <a:cxnLst/>
              <a:rect l="l" t="t" r="r" b="b"/>
              <a:pathLst>
                <a:path w="9416" h="11823" extrusionOk="0">
                  <a:moveTo>
                    <a:pt x="9416" y="1"/>
                  </a:moveTo>
                  <a:lnTo>
                    <a:pt x="8223" y="1445"/>
                  </a:lnTo>
                  <a:lnTo>
                    <a:pt x="7010" y="2909"/>
                  </a:lnTo>
                  <a:lnTo>
                    <a:pt x="4666" y="5859"/>
                  </a:lnTo>
                  <a:lnTo>
                    <a:pt x="2302" y="8831"/>
                  </a:lnTo>
                  <a:lnTo>
                    <a:pt x="1151" y="10316"/>
                  </a:lnTo>
                  <a:lnTo>
                    <a:pt x="0" y="11823"/>
                  </a:lnTo>
                  <a:lnTo>
                    <a:pt x="1235" y="10358"/>
                  </a:lnTo>
                  <a:lnTo>
                    <a:pt x="2406" y="8893"/>
                  </a:lnTo>
                  <a:lnTo>
                    <a:pt x="4792" y="5964"/>
                  </a:lnTo>
                  <a:lnTo>
                    <a:pt x="7114" y="2993"/>
                  </a:lnTo>
                  <a:lnTo>
                    <a:pt x="8307" y="1507"/>
                  </a:lnTo>
                  <a:lnTo>
                    <a:pt x="941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08" name="Google Shape;4608;p38"/>
            <p:cNvSpPr/>
            <p:nvPr/>
          </p:nvSpPr>
          <p:spPr>
            <a:xfrm>
              <a:off x="6289226" y="3989432"/>
              <a:ext cx="339639" cy="439970"/>
            </a:xfrm>
            <a:custGeom>
              <a:avLst/>
              <a:gdLst/>
              <a:ahLst/>
              <a:cxnLst/>
              <a:rect l="l" t="t" r="r" b="b"/>
              <a:pathLst>
                <a:path w="6090" h="7889" extrusionOk="0">
                  <a:moveTo>
                    <a:pt x="0" y="0"/>
                  </a:moveTo>
                  <a:lnTo>
                    <a:pt x="0" y="0"/>
                  </a:lnTo>
                  <a:cubicBezTo>
                    <a:pt x="461" y="670"/>
                    <a:pt x="963" y="1340"/>
                    <a:pt x="1465" y="2009"/>
                  </a:cubicBezTo>
                  <a:lnTo>
                    <a:pt x="2971" y="3997"/>
                  </a:lnTo>
                  <a:lnTo>
                    <a:pt x="4520" y="5964"/>
                  </a:lnTo>
                  <a:cubicBezTo>
                    <a:pt x="5022" y="6612"/>
                    <a:pt x="5545" y="7261"/>
                    <a:pt x="6089" y="7889"/>
                  </a:cubicBezTo>
                  <a:cubicBezTo>
                    <a:pt x="5629" y="7219"/>
                    <a:pt x="5127" y="6529"/>
                    <a:pt x="4624" y="5880"/>
                  </a:cubicBezTo>
                  <a:lnTo>
                    <a:pt x="3118" y="3892"/>
                  </a:lnTo>
                  <a:lnTo>
                    <a:pt x="1570" y="1925"/>
                  </a:lnTo>
                  <a:cubicBezTo>
                    <a:pt x="1067" y="1277"/>
                    <a:pt x="544" y="62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09" name="Google Shape;4609;p38"/>
            <p:cNvSpPr/>
            <p:nvPr/>
          </p:nvSpPr>
          <p:spPr>
            <a:xfrm>
              <a:off x="6435065" y="4072306"/>
              <a:ext cx="241596" cy="359438"/>
            </a:xfrm>
            <a:custGeom>
              <a:avLst/>
              <a:gdLst/>
              <a:ahLst/>
              <a:cxnLst/>
              <a:rect l="l" t="t" r="r" b="b"/>
              <a:pathLst>
                <a:path w="4332" h="6445" extrusionOk="0">
                  <a:moveTo>
                    <a:pt x="1" y="0"/>
                  </a:moveTo>
                  <a:cubicBezTo>
                    <a:pt x="315" y="544"/>
                    <a:pt x="670" y="1109"/>
                    <a:pt x="1026" y="1653"/>
                  </a:cubicBezTo>
                  <a:cubicBezTo>
                    <a:pt x="1382" y="2197"/>
                    <a:pt x="1716" y="2720"/>
                    <a:pt x="2093" y="3264"/>
                  </a:cubicBezTo>
                  <a:cubicBezTo>
                    <a:pt x="2449" y="3787"/>
                    <a:pt x="2825" y="4352"/>
                    <a:pt x="3181" y="4875"/>
                  </a:cubicBezTo>
                  <a:cubicBezTo>
                    <a:pt x="3579" y="5398"/>
                    <a:pt x="3955" y="5921"/>
                    <a:pt x="4332" y="6444"/>
                  </a:cubicBezTo>
                  <a:cubicBezTo>
                    <a:pt x="4018" y="5880"/>
                    <a:pt x="3662" y="5336"/>
                    <a:pt x="3328" y="4792"/>
                  </a:cubicBezTo>
                  <a:cubicBezTo>
                    <a:pt x="2951" y="4248"/>
                    <a:pt x="2616" y="3724"/>
                    <a:pt x="2240" y="3159"/>
                  </a:cubicBezTo>
                  <a:cubicBezTo>
                    <a:pt x="1884" y="2636"/>
                    <a:pt x="1507" y="2092"/>
                    <a:pt x="1152" y="1569"/>
                  </a:cubicBezTo>
                  <a:cubicBezTo>
                    <a:pt x="754" y="1046"/>
                    <a:pt x="398" y="52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10" name="Google Shape;4610;p38"/>
            <p:cNvSpPr/>
            <p:nvPr/>
          </p:nvSpPr>
          <p:spPr>
            <a:xfrm>
              <a:off x="6568132" y="4131813"/>
              <a:ext cx="164577" cy="305787"/>
            </a:xfrm>
            <a:custGeom>
              <a:avLst/>
              <a:gdLst/>
              <a:ahLst/>
              <a:cxnLst/>
              <a:rect l="l" t="t" r="r" b="b"/>
              <a:pathLst>
                <a:path w="2951" h="5483" extrusionOk="0">
                  <a:moveTo>
                    <a:pt x="0" y="0"/>
                  </a:moveTo>
                  <a:lnTo>
                    <a:pt x="0" y="0"/>
                  </a:lnTo>
                  <a:cubicBezTo>
                    <a:pt x="209" y="481"/>
                    <a:pt x="439" y="921"/>
                    <a:pt x="670" y="1402"/>
                  </a:cubicBezTo>
                  <a:cubicBezTo>
                    <a:pt x="900" y="1862"/>
                    <a:pt x="1172" y="2302"/>
                    <a:pt x="1402" y="2783"/>
                  </a:cubicBezTo>
                  <a:cubicBezTo>
                    <a:pt x="1674" y="3222"/>
                    <a:pt x="1904" y="3704"/>
                    <a:pt x="2155" y="4143"/>
                  </a:cubicBezTo>
                  <a:cubicBezTo>
                    <a:pt x="2406" y="4582"/>
                    <a:pt x="2657" y="5022"/>
                    <a:pt x="2950" y="5482"/>
                  </a:cubicBezTo>
                  <a:cubicBezTo>
                    <a:pt x="2741" y="5001"/>
                    <a:pt x="2511" y="4541"/>
                    <a:pt x="2260" y="4080"/>
                  </a:cubicBezTo>
                  <a:cubicBezTo>
                    <a:pt x="2030" y="3620"/>
                    <a:pt x="1779" y="3181"/>
                    <a:pt x="1527" y="2699"/>
                  </a:cubicBezTo>
                  <a:cubicBezTo>
                    <a:pt x="1276" y="2260"/>
                    <a:pt x="1046" y="1779"/>
                    <a:pt x="774" y="1339"/>
                  </a:cubicBezTo>
                  <a:cubicBezTo>
                    <a:pt x="544" y="900"/>
                    <a:pt x="272" y="46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11" name="Google Shape;4611;p38"/>
            <p:cNvSpPr/>
            <p:nvPr/>
          </p:nvSpPr>
          <p:spPr>
            <a:xfrm>
              <a:off x="6089681" y="3784031"/>
              <a:ext cx="514646" cy="647713"/>
            </a:xfrm>
            <a:custGeom>
              <a:avLst/>
              <a:gdLst/>
              <a:ahLst/>
              <a:cxnLst/>
              <a:rect l="l" t="t" r="r" b="b"/>
              <a:pathLst>
                <a:path w="9228" h="11614" extrusionOk="0">
                  <a:moveTo>
                    <a:pt x="0" y="1"/>
                  </a:moveTo>
                  <a:lnTo>
                    <a:pt x="1109" y="1466"/>
                  </a:lnTo>
                  <a:lnTo>
                    <a:pt x="2260" y="2951"/>
                  </a:lnTo>
                  <a:lnTo>
                    <a:pt x="4541" y="5859"/>
                  </a:lnTo>
                  <a:lnTo>
                    <a:pt x="6863" y="8747"/>
                  </a:lnTo>
                  <a:lnTo>
                    <a:pt x="8056" y="10191"/>
                  </a:lnTo>
                  <a:lnTo>
                    <a:pt x="9228" y="11613"/>
                  </a:lnTo>
                  <a:lnTo>
                    <a:pt x="8119" y="10149"/>
                  </a:lnTo>
                  <a:lnTo>
                    <a:pt x="6968" y="8684"/>
                  </a:lnTo>
                  <a:lnTo>
                    <a:pt x="4708" y="5755"/>
                  </a:lnTo>
                  <a:lnTo>
                    <a:pt x="2365" y="2846"/>
                  </a:lnTo>
                  <a:lnTo>
                    <a:pt x="1193" y="1403"/>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12" name="Google Shape;4612;p38"/>
            <p:cNvSpPr/>
            <p:nvPr/>
          </p:nvSpPr>
          <p:spPr>
            <a:xfrm>
              <a:off x="6445605" y="2397756"/>
              <a:ext cx="795838" cy="36251"/>
            </a:xfrm>
            <a:custGeom>
              <a:avLst/>
              <a:gdLst/>
              <a:ahLst/>
              <a:cxnLst/>
              <a:rect l="l" t="t" r="r" b="b"/>
              <a:pathLst>
                <a:path w="14270" h="650" extrusionOk="0">
                  <a:moveTo>
                    <a:pt x="879" y="210"/>
                  </a:moveTo>
                  <a:lnTo>
                    <a:pt x="879" y="210"/>
                  </a:lnTo>
                  <a:cubicBezTo>
                    <a:pt x="881" y="227"/>
                    <a:pt x="884" y="244"/>
                    <a:pt x="888" y="260"/>
                  </a:cubicBezTo>
                  <a:lnTo>
                    <a:pt x="888" y="260"/>
                  </a:lnTo>
                  <a:cubicBezTo>
                    <a:pt x="906" y="251"/>
                    <a:pt x="924" y="241"/>
                    <a:pt x="942" y="231"/>
                  </a:cubicBezTo>
                  <a:lnTo>
                    <a:pt x="879" y="210"/>
                  </a:lnTo>
                  <a:close/>
                  <a:moveTo>
                    <a:pt x="14270" y="273"/>
                  </a:moveTo>
                  <a:lnTo>
                    <a:pt x="14270" y="273"/>
                  </a:lnTo>
                  <a:cubicBezTo>
                    <a:pt x="14228" y="377"/>
                    <a:pt x="14165" y="440"/>
                    <a:pt x="14061" y="482"/>
                  </a:cubicBezTo>
                  <a:cubicBezTo>
                    <a:pt x="14165" y="440"/>
                    <a:pt x="14249" y="377"/>
                    <a:pt x="14270" y="273"/>
                  </a:cubicBezTo>
                  <a:close/>
                  <a:moveTo>
                    <a:pt x="7135" y="1"/>
                  </a:moveTo>
                  <a:lnTo>
                    <a:pt x="7072" y="63"/>
                  </a:lnTo>
                  <a:lnTo>
                    <a:pt x="6863" y="231"/>
                  </a:lnTo>
                  <a:cubicBezTo>
                    <a:pt x="6800" y="273"/>
                    <a:pt x="6717" y="335"/>
                    <a:pt x="6633" y="377"/>
                  </a:cubicBezTo>
                  <a:cubicBezTo>
                    <a:pt x="6486" y="440"/>
                    <a:pt x="6298" y="503"/>
                    <a:pt x="6110" y="503"/>
                  </a:cubicBezTo>
                  <a:cubicBezTo>
                    <a:pt x="6077" y="506"/>
                    <a:pt x="6046" y="508"/>
                    <a:pt x="6015" y="508"/>
                  </a:cubicBezTo>
                  <a:cubicBezTo>
                    <a:pt x="5864" y="508"/>
                    <a:pt x="5725" y="468"/>
                    <a:pt x="5587" y="398"/>
                  </a:cubicBezTo>
                  <a:cubicBezTo>
                    <a:pt x="5398" y="314"/>
                    <a:pt x="5252" y="210"/>
                    <a:pt x="5147" y="84"/>
                  </a:cubicBezTo>
                  <a:lnTo>
                    <a:pt x="5084" y="22"/>
                  </a:lnTo>
                  <a:lnTo>
                    <a:pt x="5043" y="63"/>
                  </a:lnTo>
                  <a:lnTo>
                    <a:pt x="4792" y="189"/>
                  </a:lnTo>
                  <a:lnTo>
                    <a:pt x="4540" y="294"/>
                  </a:lnTo>
                  <a:cubicBezTo>
                    <a:pt x="4394" y="356"/>
                    <a:pt x="4206" y="419"/>
                    <a:pt x="4017" y="419"/>
                  </a:cubicBezTo>
                  <a:cubicBezTo>
                    <a:pt x="3829" y="419"/>
                    <a:pt x="3641" y="419"/>
                    <a:pt x="3494" y="356"/>
                  </a:cubicBezTo>
                  <a:cubicBezTo>
                    <a:pt x="3306" y="314"/>
                    <a:pt x="3160" y="231"/>
                    <a:pt x="3055" y="105"/>
                  </a:cubicBezTo>
                  <a:lnTo>
                    <a:pt x="3034" y="84"/>
                  </a:lnTo>
                  <a:lnTo>
                    <a:pt x="2971" y="105"/>
                  </a:lnTo>
                  <a:cubicBezTo>
                    <a:pt x="2804" y="147"/>
                    <a:pt x="2657" y="231"/>
                    <a:pt x="2469" y="294"/>
                  </a:cubicBezTo>
                  <a:cubicBezTo>
                    <a:pt x="2281" y="377"/>
                    <a:pt x="2134" y="419"/>
                    <a:pt x="1946" y="440"/>
                  </a:cubicBezTo>
                  <a:cubicBezTo>
                    <a:pt x="1836" y="487"/>
                    <a:pt x="1703" y="511"/>
                    <a:pt x="1563" y="511"/>
                  </a:cubicBezTo>
                  <a:cubicBezTo>
                    <a:pt x="1517" y="511"/>
                    <a:pt x="1470" y="508"/>
                    <a:pt x="1423" y="503"/>
                  </a:cubicBezTo>
                  <a:cubicBezTo>
                    <a:pt x="1276" y="503"/>
                    <a:pt x="1088" y="398"/>
                    <a:pt x="1067" y="231"/>
                  </a:cubicBezTo>
                  <a:lnTo>
                    <a:pt x="1067" y="189"/>
                  </a:lnTo>
                  <a:lnTo>
                    <a:pt x="1025" y="210"/>
                  </a:lnTo>
                  <a:cubicBezTo>
                    <a:pt x="987" y="237"/>
                    <a:pt x="944" y="265"/>
                    <a:pt x="898" y="292"/>
                  </a:cubicBezTo>
                  <a:lnTo>
                    <a:pt x="898" y="292"/>
                  </a:lnTo>
                  <a:cubicBezTo>
                    <a:pt x="894" y="282"/>
                    <a:pt x="891" y="271"/>
                    <a:pt x="888" y="260"/>
                  </a:cubicBezTo>
                  <a:lnTo>
                    <a:pt x="888" y="260"/>
                  </a:lnTo>
                  <a:cubicBezTo>
                    <a:pt x="717" y="355"/>
                    <a:pt x="545" y="444"/>
                    <a:pt x="356" y="482"/>
                  </a:cubicBezTo>
                  <a:cubicBezTo>
                    <a:pt x="331" y="487"/>
                    <a:pt x="307" y="491"/>
                    <a:pt x="282" y="493"/>
                  </a:cubicBezTo>
                  <a:lnTo>
                    <a:pt x="282" y="493"/>
                  </a:lnTo>
                  <a:cubicBezTo>
                    <a:pt x="258" y="491"/>
                    <a:pt x="234" y="487"/>
                    <a:pt x="209" y="482"/>
                  </a:cubicBezTo>
                  <a:cubicBezTo>
                    <a:pt x="126" y="419"/>
                    <a:pt x="42" y="377"/>
                    <a:pt x="0" y="273"/>
                  </a:cubicBezTo>
                  <a:lnTo>
                    <a:pt x="0" y="273"/>
                  </a:lnTo>
                  <a:cubicBezTo>
                    <a:pt x="21" y="377"/>
                    <a:pt x="105" y="440"/>
                    <a:pt x="42" y="482"/>
                  </a:cubicBezTo>
                  <a:cubicBezTo>
                    <a:pt x="94" y="492"/>
                    <a:pt x="147" y="498"/>
                    <a:pt x="199" y="498"/>
                  </a:cubicBezTo>
                  <a:cubicBezTo>
                    <a:pt x="227" y="498"/>
                    <a:pt x="254" y="496"/>
                    <a:pt x="282" y="493"/>
                  </a:cubicBezTo>
                  <a:lnTo>
                    <a:pt x="282" y="493"/>
                  </a:lnTo>
                  <a:cubicBezTo>
                    <a:pt x="309" y="496"/>
                    <a:pt x="336" y="498"/>
                    <a:pt x="361" y="498"/>
                  </a:cubicBezTo>
                  <a:cubicBezTo>
                    <a:pt x="408" y="498"/>
                    <a:pt x="450" y="492"/>
                    <a:pt x="481" y="482"/>
                  </a:cubicBezTo>
                  <a:cubicBezTo>
                    <a:pt x="620" y="436"/>
                    <a:pt x="770" y="367"/>
                    <a:pt x="898" y="292"/>
                  </a:cubicBezTo>
                  <a:lnTo>
                    <a:pt x="898" y="292"/>
                  </a:lnTo>
                  <a:cubicBezTo>
                    <a:pt x="958" y="447"/>
                    <a:pt x="1135" y="527"/>
                    <a:pt x="1297" y="545"/>
                  </a:cubicBezTo>
                  <a:cubicBezTo>
                    <a:pt x="1356" y="558"/>
                    <a:pt x="1414" y="563"/>
                    <a:pt x="1472" y="563"/>
                  </a:cubicBezTo>
                  <a:cubicBezTo>
                    <a:pt x="1600" y="563"/>
                    <a:pt x="1726" y="538"/>
                    <a:pt x="1841" y="524"/>
                  </a:cubicBezTo>
                  <a:cubicBezTo>
                    <a:pt x="2030" y="503"/>
                    <a:pt x="2218" y="440"/>
                    <a:pt x="2406" y="398"/>
                  </a:cubicBezTo>
                  <a:cubicBezTo>
                    <a:pt x="2558" y="341"/>
                    <a:pt x="2709" y="267"/>
                    <a:pt x="2876" y="223"/>
                  </a:cubicBezTo>
                  <a:lnTo>
                    <a:pt x="2876" y="223"/>
                  </a:lnTo>
                  <a:cubicBezTo>
                    <a:pt x="3001" y="352"/>
                    <a:pt x="3174" y="445"/>
                    <a:pt x="3348" y="503"/>
                  </a:cubicBezTo>
                  <a:cubicBezTo>
                    <a:pt x="3466" y="532"/>
                    <a:pt x="3605" y="562"/>
                    <a:pt x="3743" y="562"/>
                  </a:cubicBezTo>
                  <a:cubicBezTo>
                    <a:pt x="3801" y="562"/>
                    <a:pt x="3858" y="557"/>
                    <a:pt x="3913" y="545"/>
                  </a:cubicBezTo>
                  <a:cubicBezTo>
                    <a:pt x="4122" y="524"/>
                    <a:pt x="4310" y="482"/>
                    <a:pt x="4499" y="419"/>
                  </a:cubicBezTo>
                  <a:cubicBezTo>
                    <a:pt x="4561" y="398"/>
                    <a:pt x="4666" y="335"/>
                    <a:pt x="4750" y="314"/>
                  </a:cubicBezTo>
                  <a:lnTo>
                    <a:pt x="4975" y="210"/>
                  </a:lnTo>
                  <a:lnTo>
                    <a:pt x="4975" y="210"/>
                  </a:lnTo>
                  <a:cubicBezTo>
                    <a:pt x="5107" y="346"/>
                    <a:pt x="5253" y="451"/>
                    <a:pt x="5398" y="524"/>
                  </a:cubicBezTo>
                  <a:cubicBezTo>
                    <a:pt x="5587" y="607"/>
                    <a:pt x="5796" y="649"/>
                    <a:pt x="6005" y="649"/>
                  </a:cubicBezTo>
                  <a:cubicBezTo>
                    <a:pt x="6214" y="628"/>
                    <a:pt x="6424" y="566"/>
                    <a:pt x="6612" y="503"/>
                  </a:cubicBezTo>
                  <a:cubicBezTo>
                    <a:pt x="6717" y="440"/>
                    <a:pt x="6800" y="398"/>
                    <a:pt x="6863" y="335"/>
                  </a:cubicBezTo>
                  <a:lnTo>
                    <a:pt x="7059" y="188"/>
                  </a:lnTo>
                  <a:lnTo>
                    <a:pt x="7059" y="188"/>
                  </a:lnTo>
                  <a:lnTo>
                    <a:pt x="7240" y="335"/>
                  </a:lnTo>
                  <a:cubicBezTo>
                    <a:pt x="7323" y="398"/>
                    <a:pt x="7386" y="440"/>
                    <a:pt x="7491" y="503"/>
                  </a:cubicBezTo>
                  <a:cubicBezTo>
                    <a:pt x="7679" y="607"/>
                    <a:pt x="7888" y="649"/>
                    <a:pt x="8097" y="649"/>
                  </a:cubicBezTo>
                  <a:cubicBezTo>
                    <a:pt x="8307" y="649"/>
                    <a:pt x="8516" y="607"/>
                    <a:pt x="8704" y="524"/>
                  </a:cubicBezTo>
                  <a:cubicBezTo>
                    <a:pt x="8868" y="451"/>
                    <a:pt x="9015" y="347"/>
                    <a:pt x="9147" y="212"/>
                  </a:cubicBezTo>
                  <a:lnTo>
                    <a:pt x="9147" y="212"/>
                  </a:lnTo>
                  <a:lnTo>
                    <a:pt x="9353" y="314"/>
                  </a:lnTo>
                  <a:cubicBezTo>
                    <a:pt x="9437" y="335"/>
                    <a:pt x="9541" y="398"/>
                    <a:pt x="9625" y="419"/>
                  </a:cubicBezTo>
                  <a:cubicBezTo>
                    <a:pt x="9792" y="503"/>
                    <a:pt x="10002" y="545"/>
                    <a:pt x="10190" y="545"/>
                  </a:cubicBezTo>
                  <a:cubicBezTo>
                    <a:pt x="10240" y="550"/>
                    <a:pt x="10292" y="553"/>
                    <a:pt x="10345" y="553"/>
                  </a:cubicBezTo>
                  <a:cubicBezTo>
                    <a:pt x="10489" y="553"/>
                    <a:pt x="10638" y="533"/>
                    <a:pt x="10776" y="503"/>
                  </a:cubicBezTo>
                  <a:cubicBezTo>
                    <a:pt x="10931" y="444"/>
                    <a:pt x="11105" y="350"/>
                    <a:pt x="11229" y="219"/>
                  </a:cubicBezTo>
                  <a:lnTo>
                    <a:pt x="11229" y="219"/>
                  </a:lnTo>
                  <a:cubicBezTo>
                    <a:pt x="11385" y="263"/>
                    <a:pt x="11542" y="340"/>
                    <a:pt x="11717" y="398"/>
                  </a:cubicBezTo>
                  <a:cubicBezTo>
                    <a:pt x="11885" y="440"/>
                    <a:pt x="12073" y="503"/>
                    <a:pt x="12261" y="524"/>
                  </a:cubicBezTo>
                  <a:cubicBezTo>
                    <a:pt x="12391" y="538"/>
                    <a:pt x="12511" y="563"/>
                    <a:pt x="12635" y="563"/>
                  </a:cubicBezTo>
                  <a:cubicBezTo>
                    <a:pt x="12691" y="563"/>
                    <a:pt x="12747" y="558"/>
                    <a:pt x="12805" y="545"/>
                  </a:cubicBezTo>
                  <a:cubicBezTo>
                    <a:pt x="12980" y="525"/>
                    <a:pt x="13174" y="433"/>
                    <a:pt x="13217" y="252"/>
                  </a:cubicBezTo>
                  <a:lnTo>
                    <a:pt x="13217" y="252"/>
                  </a:lnTo>
                  <a:cubicBezTo>
                    <a:pt x="13375" y="347"/>
                    <a:pt x="13552" y="423"/>
                    <a:pt x="13747" y="482"/>
                  </a:cubicBezTo>
                  <a:cubicBezTo>
                    <a:pt x="13799" y="492"/>
                    <a:pt x="13851" y="498"/>
                    <a:pt x="13904" y="498"/>
                  </a:cubicBezTo>
                  <a:cubicBezTo>
                    <a:pt x="13907" y="498"/>
                    <a:pt x="13910" y="498"/>
                    <a:pt x="13913" y="498"/>
                  </a:cubicBezTo>
                  <a:lnTo>
                    <a:pt x="13913" y="498"/>
                  </a:lnTo>
                  <a:cubicBezTo>
                    <a:pt x="13916" y="498"/>
                    <a:pt x="13919" y="498"/>
                    <a:pt x="13922" y="498"/>
                  </a:cubicBezTo>
                  <a:cubicBezTo>
                    <a:pt x="13972" y="498"/>
                    <a:pt x="14019" y="492"/>
                    <a:pt x="14061" y="482"/>
                  </a:cubicBezTo>
                  <a:lnTo>
                    <a:pt x="14061" y="482"/>
                  </a:lnTo>
                  <a:cubicBezTo>
                    <a:pt x="14012" y="492"/>
                    <a:pt x="13962" y="497"/>
                    <a:pt x="13913" y="498"/>
                  </a:cubicBezTo>
                  <a:lnTo>
                    <a:pt x="13913" y="498"/>
                  </a:lnTo>
                  <a:cubicBezTo>
                    <a:pt x="13866" y="497"/>
                    <a:pt x="13817" y="492"/>
                    <a:pt x="13768" y="482"/>
                  </a:cubicBezTo>
                  <a:cubicBezTo>
                    <a:pt x="13559" y="419"/>
                    <a:pt x="13391" y="314"/>
                    <a:pt x="13224" y="210"/>
                  </a:cubicBezTo>
                  <a:lnTo>
                    <a:pt x="13203" y="189"/>
                  </a:lnTo>
                  <a:lnTo>
                    <a:pt x="13203" y="220"/>
                  </a:lnTo>
                  <a:lnTo>
                    <a:pt x="13182" y="231"/>
                  </a:lnTo>
                  <a:cubicBezTo>
                    <a:pt x="13189" y="235"/>
                    <a:pt x="13196" y="239"/>
                    <a:pt x="13202" y="243"/>
                  </a:cubicBezTo>
                  <a:lnTo>
                    <a:pt x="13202" y="243"/>
                  </a:lnTo>
                  <a:cubicBezTo>
                    <a:pt x="13192" y="403"/>
                    <a:pt x="12989" y="503"/>
                    <a:pt x="12826" y="503"/>
                  </a:cubicBezTo>
                  <a:cubicBezTo>
                    <a:pt x="12680" y="503"/>
                    <a:pt x="12491" y="482"/>
                    <a:pt x="12303" y="440"/>
                  </a:cubicBezTo>
                  <a:cubicBezTo>
                    <a:pt x="12136" y="398"/>
                    <a:pt x="11968" y="335"/>
                    <a:pt x="11780" y="294"/>
                  </a:cubicBezTo>
                  <a:cubicBezTo>
                    <a:pt x="11634" y="231"/>
                    <a:pt x="11445" y="189"/>
                    <a:pt x="11299" y="105"/>
                  </a:cubicBezTo>
                  <a:lnTo>
                    <a:pt x="11236" y="84"/>
                  </a:lnTo>
                  <a:lnTo>
                    <a:pt x="11215" y="105"/>
                  </a:lnTo>
                  <a:cubicBezTo>
                    <a:pt x="11110" y="210"/>
                    <a:pt x="10922" y="314"/>
                    <a:pt x="10776" y="356"/>
                  </a:cubicBezTo>
                  <a:cubicBezTo>
                    <a:pt x="10650" y="403"/>
                    <a:pt x="10513" y="427"/>
                    <a:pt x="10381" y="427"/>
                  </a:cubicBezTo>
                  <a:cubicBezTo>
                    <a:pt x="10338" y="427"/>
                    <a:pt x="10294" y="424"/>
                    <a:pt x="10253" y="419"/>
                  </a:cubicBezTo>
                  <a:cubicBezTo>
                    <a:pt x="10064" y="398"/>
                    <a:pt x="9897" y="335"/>
                    <a:pt x="9730" y="294"/>
                  </a:cubicBezTo>
                  <a:lnTo>
                    <a:pt x="9458" y="189"/>
                  </a:lnTo>
                  <a:lnTo>
                    <a:pt x="9227" y="63"/>
                  </a:lnTo>
                  <a:lnTo>
                    <a:pt x="9165" y="22"/>
                  </a:lnTo>
                  <a:lnTo>
                    <a:pt x="9123" y="84"/>
                  </a:lnTo>
                  <a:cubicBezTo>
                    <a:pt x="8997" y="210"/>
                    <a:pt x="8830" y="314"/>
                    <a:pt x="8683" y="398"/>
                  </a:cubicBezTo>
                  <a:cubicBezTo>
                    <a:pt x="8516" y="482"/>
                    <a:pt x="8328" y="503"/>
                    <a:pt x="8160" y="503"/>
                  </a:cubicBezTo>
                  <a:cubicBezTo>
                    <a:pt x="7972" y="503"/>
                    <a:pt x="7784" y="440"/>
                    <a:pt x="7637" y="377"/>
                  </a:cubicBezTo>
                  <a:cubicBezTo>
                    <a:pt x="7553" y="335"/>
                    <a:pt x="7470" y="294"/>
                    <a:pt x="7386" y="231"/>
                  </a:cubicBezTo>
                  <a:lnTo>
                    <a:pt x="7177" y="63"/>
                  </a:lnTo>
                  <a:lnTo>
                    <a:pt x="713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13" name="Google Shape;4613;p38"/>
            <p:cNvSpPr/>
            <p:nvPr/>
          </p:nvSpPr>
          <p:spPr>
            <a:xfrm>
              <a:off x="6428093" y="2403222"/>
              <a:ext cx="21025" cy="21416"/>
            </a:xfrm>
            <a:custGeom>
              <a:avLst/>
              <a:gdLst/>
              <a:ahLst/>
              <a:cxnLst/>
              <a:rect l="l" t="t" r="r" b="b"/>
              <a:pathLst>
                <a:path w="377" h="384" extrusionOk="0">
                  <a:moveTo>
                    <a:pt x="208" y="1"/>
                  </a:moveTo>
                  <a:cubicBezTo>
                    <a:pt x="162" y="1"/>
                    <a:pt x="126" y="21"/>
                    <a:pt x="126" y="70"/>
                  </a:cubicBezTo>
                  <a:cubicBezTo>
                    <a:pt x="42" y="70"/>
                    <a:pt x="0" y="175"/>
                    <a:pt x="0" y="237"/>
                  </a:cubicBezTo>
                  <a:cubicBezTo>
                    <a:pt x="21" y="321"/>
                    <a:pt x="105" y="384"/>
                    <a:pt x="168" y="384"/>
                  </a:cubicBezTo>
                  <a:cubicBezTo>
                    <a:pt x="251" y="384"/>
                    <a:pt x="335" y="321"/>
                    <a:pt x="356" y="237"/>
                  </a:cubicBezTo>
                  <a:cubicBezTo>
                    <a:pt x="377" y="175"/>
                    <a:pt x="356" y="91"/>
                    <a:pt x="314" y="28"/>
                  </a:cubicBezTo>
                  <a:cubicBezTo>
                    <a:pt x="279" y="11"/>
                    <a:pt x="241"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14" name="Google Shape;4614;p38"/>
            <p:cNvSpPr/>
            <p:nvPr/>
          </p:nvSpPr>
          <p:spPr>
            <a:xfrm>
              <a:off x="6501598" y="2396920"/>
              <a:ext cx="19910" cy="20189"/>
            </a:xfrm>
            <a:custGeom>
              <a:avLst/>
              <a:gdLst/>
              <a:ahLst/>
              <a:cxnLst/>
              <a:rect l="l" t="t" r="r" b="b"/>
              <a:pathLst>
                <a:path w="357" h="362" extrusionOk="0">
                  <a:moveTo>
                    <a:pt x="239" y="0"/>
                  </a:moveTo>
                  <a:cubicBezTo>
                    <a:pt x="211" y="0"/>
                    <a:pt x="184" y="12"/>
                    <a:pt x="168" y="37"/>
                  </a:cubicBezTo>
                  <a:cubicBezTo>
                    <a:pt x="147" y="37"/>
                    <a:pt x="105" y="78"/>
                    <a:pt x="84" y="99"/>
                  </a:cubicBezTo>
                  <a:cubicBezTo>
                    <a:pt x="63" y="120"/>
                    <a:pt x="0" y="183"/>
                    <a:pt x="0" y="225"/>
                  </a:cubicBezTo>
                  <a:cubicBezTo>
                    <a:pt x="0" y="293"/>
                    <a:pt x="70" y="362"/>
                    <a:pt x="141" y="362"/>
                  </a:cubicBezTo>
                  <a:cubicBezTo>
                    <a:pt x="157" y="362"/>
                    <a:pt x="173" y="358"/>
                    <a:pt x="189" y="350"/>
                  </a:cubicBezTo>
                  <a:cubicBezTo>
                    <a:pt x="272" y="329"/>
                    <a:pt x="356" y="246"/>
                    <a:pt x="356" y="183"/>
                  </a:cubicBezTo>
                  <a:lnTo>
                    <a:pt x="356" y="78"/>
                  </a:lnTo>
                  <a:cubicBezTo>
                    <a:pt x="331" y="28"/>
                    <a:pt x="282" y="0"/>
                    <a:pt x="2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15" name="Google Shape;4615;p38"/>
            <p:cNvSpPr/>
            <p:nvPr/>
          </p:nvSpPr>
          <p:spPr>
            <a:xfrm>
              <a:off x="6610127" y="2391956"/>
              <a:ext cx="18739" cy="18683"/>
            </a:xfrm>
            <a:custGeom>
              <a:avLst/>
              <a:gdLst/>
              <a:ahLst/>
              <a:cxnLst/>
              <a:rect l="l" t="t" r="r" b="b"/>
              <a:pathLst>
                <a:path w="336" h="335" extrusionOk="0">
                  <a:moveTo>
                    <a:pt x="168" y="0"/>
                  </a:moveTo>
                  <a:cubicBezTo>
                    <a:pt x="147" y="0"/>
                    <a:pt x="126" y="21"/>
                    <a:pt x="105" y="21"/>
                  </a:cubicBezTo>
                  <a:cubicBezTo>
                    <a:pt x="42" y="63"/>
                    <a:pt x="21" y="126"/>
                    <a:pt x="0" y="188"/>
                  </a:cubicBezTo>
                  <a:lnTo>
                    <a:pt x="0" y="272"/>
                  </a:lnTo>
                  <a:cubicBezTo>
                    <a:pt x="21" y="314"/>
                    <a:pt x="105" y="335"/>
                    <a:pt x="147" y="335"/>
                  </a:cubicBezTo>
                  <a:cubicBezTo>
                    <a:pt x="210" y="335"/>
                    <a:pt x="251" y="293"/>
                    <a:pt x="272" y="230"/>
                  </a:cubicBezTo>
                  <a:cubicBezTo>
                    <a:pt x="314" y="188"/>
                    <a:pt x="335" y="105"/>
                    <a:pt x="272" y="63"/>
                  </a:cubicBezTo>
                  <a:cubicBezTo>
                    <a:pt x="251" y="21"/>
                    <a:pt x="210" y="0"/>
                    <a:pt x="1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16" name="Google Shape;4616;p38"/>
            <p:cNvSpPr/>
            <p:nvPr/>
          </p:nvSpPr>
          <p:spPr>
            <a:xfrm>
              <a:off x="6722113" y="2397310"/>
              <a:ext cx="23814" cy="19185"/>
            </a:xfrm>
            <a:custGeom>
              <a:avLst/>
              <a:gdLst/>
              <a:ahLst/>
              <a:cxnLst/>
              <a:rect l="l" t="t" r="r" b="b"/>
              <a:pathLst>
                <a:path w="427" h="344" extrusionOk="0">
                  <a:moveTo>
                    <a:pt x="191" y="0"/>
                  </a:moveTo>
                  <a:cubicBezTo>
                    <a:pt x="171" y="0"/>
                    <a:pt x="149" y="3"/>
                    <a:pt x="126" y="9"/>
                  </a:cubicBezTo>
                  <a:cubicBezTo>
                    <a:pt x="1" y="71"/>
                    <a:pt x="1" y="343"/>
                    <a:pt x="189" y="343"/>
                  </a:cubicBezTo>
                  <a:cubicBezTo>
                    <a:pt x="231" y="343"/>
                    <a:pt x="294" y="302"/>
                    <a:pt x="336" y="239"/>
                  </a:cubicBezTo>
                  <a:cubicBezTo>
                    <a:pt x="426" y="112"/>
                    <a:pt x="328"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17" name="Google Shape;4617;p38"/>
            <p:cNvSpPr/>
            <p:nvPr/>
          </p:nvSpPr>
          <p:spPr>
            <a:xfrm>
              <a:off x="6834155" y="2392960"/>
              <a:ext cx="17568" cy="20468"/>
            </a:xfrm>
            <a:custGeom>
              <a:avLst/>
              <a:gdLst/>
              <a:ahLst/>
              <a:cxnLst/>
              <a:rect l="l" t="t" r="r" b="b"/>
              <a:pathLst>
                <a:path w="315" h="367" extrusionOk="0">
                  <a:moveTo>
                    <a:pt x="176" y="0"/>
                  </a:moveTo>
                  <a:cubicBezTo>
                    <a:pt x="123" y="0"/>
                    <a:pt x="65" y="21"/>
                    <a:pt x="42" y="66"/>
                  </a:cubicBezTo>
                  <a:cubicBezTo>
                    <a:pt x="1" y="108"/>
                    <a:pt x="1" y="170"/>
                    <a:pt x="1" y="212"/>
                  </a:cubicBezTo>
                  <a:cubicBezTo>
                    <a:pt x="1" y="275"/>
                    <a:pt x="63" y="317"/>
                    <a:pt x="105" y="359"/>
                  </a:cubicBezTo>
                  <a:cubicBezTo>
                    <a:pt x="122" y="364"/>
                    <a:pt x="137" y="367"/>
                    <a:pt x="152" y="367"/>
                  </a:cubicBezTo>
                  <a:cubicBezTo>
                    <a:pt x="192" y="367"/>
                    <a:pt x="227" y="347"/>
                    <a:pt x="273" y="317"/>
                  </a:cubicBezTo>
                  <a:cubicBezTo>
                    <a:pt x="294" y="296"/>
                    <a:pt x="294" y="275"/>
                    <a:pt x="294" y="254"/>
                  </a:cubicBezTo>
                  <a:cubicBezTo>
                    <a:pt x="314" y="170"/>
                    <a:pt x="314" y="87"/>
                    <a:pt x="273" y="45"/>
                  </a:cubicBezTo>
                  <a:cubicBezTo>
                    <a:pt x="263" y="16"/>
                    <a:pt x="222"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18" name="Google Shape;4618;p38"/>
            <p:cNvSpPr/>
            <p:nvPr/>
          </p:nvSpPr>
          <p:spPr>
            <a:xfrm>
              <a:off x="6948539" y="2395079"/>
              <a:ext cx="18683" cy="19073"/>
            </a:xfrm>
            <a:custGeom>
              <a:avLst/>
              <a:gdLst/>
              <a:ahLst/>
              <a:cxnLst/>
              <a:rect l="l" t="t" r="r" b="b"/>
              <a:pathLst>
                <a:path w="335" h="342" extrusionOk="0">
                  <a:moveTo>
                    <a:pt x="115" y="0"/>
                  </a:moveTo>
                  <a:cubicBezTo>
                    <a:pt x="33" y="0"/>
                    <a:pt x="0" y="141"/>
                    <a:pt x="0" y="216"/>
                  </a:cubicBezTo>
                  <a:cubicBezTo>
                    <a:pt x="21" y="258"/>
                    <a:pt x="42" y="321"/>
                    <a:pt x="126" y="342"/>
                  </a:cubicBezTo>
                  <a:lnTo>
                    <a:pt x="209" y="342"/>
                  </a:lnTo>
                  <a:cubicBezTo>
                    <a:pt x="230" y="342"/>
                    <a:pt x="230" y="321"/>
                    <a:pt x="251" y="321"/>
                  </a:cubicBezTo>
                  <a:cubicBezTo>
                    <a:pt x="335" y="237"/>
                    <a:pt x="314" y="70"/>
                    <a:pt x="230" y="28"/>
                  </a:cubicBezTo>
                  <a:cubicBezTo>
                    <a:pt x="209" y="7"/>
                    <a:pt x="188" y="7"/>
                    <a:pt x="147" y="7"/>
                  </a:cubicBezTo>
                  <a:cubicBezTo>
                    <a:pt x="135" y="2"/>
                    <a:pt x="125" y="0"/>
                    <a:pt x="1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19" name="Google Shape;4619;p38"/>
            <p:cNvSpPr/>
            <p:nvPr/>
          </p:nvSpPr>
          <p:spPr>
            <a:xfrm>
              <a:off x="7066381" y="2395414"/>
              <a:ext cx="16396" cy="18794"/>
            </a:xfrm>
            <a:custGeom>
              <a:avLst/>
              <a:gdLst/>
              <a:ahLst/>
              <a:cxnLst/>
              <a:rect l="l" t="t" r="r" b="b"/>
              <a:pathLst>
                <a:path w="294" h="337" extrusionOk="0">
                  <a:moveTo>
                    <a:pt x="126" y="1"/>
                  </a:moveTo>
                  <a:cubicBezTo>
                    <a:pt x="84" y="1"/>
                    <a:pt x="21" y="43"/>
                    <a:pt x="21" y="64"/>
                  </a:cubicBezTo>
                  <a:cubicBezTo>
                    <a:pt x="0" y="126"/>
                    <a:pt x="0" y="231"/>
                    <a:pt x="21" y="273"/>
                  </a:cubicBezTo>
                  <a:cubicBezTo>
                    <a:pt x="62" y="313"/>
                    <a:pt x="120" y="336"/>
                    <a:pt x="167" y="336"/>
                  </a:cubicBezTo>
                  <a:cubicBezTo>
                    <a:pt x="193" y="336"/>
                    <a:pt x="216" y="329"/>
                    <a:pt x="231" y="315"/>
                  </a:cubicBezTo>
                  <a:cubicBezTo>
                    <a:pt x="272" y="273"/>
                    <a:pt x="272" y="252"/>
                    <a:pt x="293" y="210"/>
                  </a:cubicBezTo>
                  <a:cubicBezTo>
                    <a:pt x="293" y="147"/>
                    <a:pt x="293" y="105"/>
                    <a:pt x="272" y="64"/>
                  </a:cubicBezTo>
                  <a:cubicBezTo>
                    <a:pt x="231" y="22"/>
                    <a:pt x="189" y="1"/>
                    <a:pt x="1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20" name="Google Shape;4620;p38"/>
            <p:cNvSpPr/>
            <p:nvPr/>
          </p:nvSpPr>
          <p:spPr>
            <a:xfrm>
              <a:off x="7177252" y="2395414"/>
              <a:ext cx="17512" cy="18460"/>
            </a:xfrm>
            <a:custGeom>
              <a:avLst/>
              <a:gdLst/>
              <a:ahLst/>
              <a:cxnLst/>
              <a:rect l="l" t="t" r="r" b="b"/>
              <a:pathLst>
                <a:path w="314" h="331" extrusionOk="0">
                  <a:moveTo>
                    <a:pt x="126" y="1"/>
                  </a:moveTo>
                  <a:lnTo>
                    <a:pt x="21" y="105"/>
                  </a:lnTo>
                  <a:cubicBezTo>
                    <a:pt x="0" y="168"/>
                    <a:pt x="21" y="273"/>
                    <a:pt x="105" y="315"/>
                  </a:cubicBezTo>
                  <a:cubicBezTo>
                    <a:pt x="115" y="325"/>
                    <a:pt x="136" y="330"/>
                    <a:pt x="160" y="330"/>
                  </a:cubicBezTo>
                  <a:cubicBezTo>
                    <a:pt x="183" y="330"/>
                    <a:pt x="209" y="325"/>
                    <a:pt x="230" y="315"/>
                  </a:cubicBezTo>
                  <a:cubicBezTo>
                    <a:pt x="293" y="273"/>
                    <a:pt x="314" y="252"/>
                    <a:pt x="314" y="210"/>
                  </a:cubicBezTo>
                  <a:cubicBezTo>
                    <a:pt x="314" y="147"/>
                    <a:pt x="293" y="105"/>
                    <a:pt x="230" y="43"/>
                  </a:cubicBezTo>
                  <a:cubicBezTo>
                    <a:pt x="209" y="22"/>
                    <a:pt x="168" y="1"/>
                    <a:pt x="1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21" name="Google Shape;4621;p38"/>
            <p:cNvSpPr/>
            <p:nvPr/>
          </p:nvSpPr>
          <p:spPr>
            <a:xfrm>
              <a:off x="7235587" y="2397421"/>
              <a:ext cx="17568" cy="19854"/>
            </a:xfrm>
            <a:custGeom>
              <a:avLst/>
              <a:gdLst/>
              <a:ahLst/>
              <a:cxnLst/>
              <a:rect l="l" t="t" r="r" b="b"/>
              <a:pathLst>
                <a:path w="315" h="356" extrusionOk="0">
                  <a:moveTo>
                    <a:pt x="181" y="0"/>
                  </a:moveTo>
                  <a:cubicBezTo>
                    <a:pt x="151" y="0"/>
                    <a:pt x="117" y="20"/>
                    <a:pt x="105" y="69"/>
                  </a:cubicBezTo>
                  <a:cubicBezTo>
                    <a:pt x="21" y="90"/>
                    <a:pt x="0" y="195"/>
                    <a:pt x="21" y="279"/>
                  </a:cubicBezTo>
                  <a:cubicBezTo>
                    <a:pt x="37" y="311"/>
                    <a:pt x="90" y="355"/>
                    <a:pt x="143" y="355"/>
                  </a:cubicBezTo>
                  <a:cubicBezTo>
                    <a:pt x="158" y="355"/>
                    <a:pt x="174" y="351"/>
                    <a:pt x="189" y="341"/>
                  </a:cubicBezTo>
                  <a:cubicBezTo>
                    <a:pt x="230" y="341"/>
                    <a:pt x="314" y="279"/>
                    <a:pt x="314" y="216"/>
                  </a:cubicBezTo>
                  <a:cubicBezTo>
                    <a:pt x="314" y="132"/>
                    <a:pt x="293" y="90"/>
                    <a:pt x="230" y="28"/>
                  </a:cubicBezTo>
                  <a:cubicBezTo>
                    <a:pt x="222" y="10"/>
                    <a:pt x="202" y="0"/>
                    <a:pt x="1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22" name="Google Shape;4622;p38"/>
            <p:cNvSpPr/>
            <p:nvPr/>
          </p:nvSpPr>
          <p:spPr>
            <a:xfrm>
              <a:off x="6255374" y="2527310"/>
              <a:ext cx="1166987" cy="42051"/>
            </a:xfrm>
            <a:custGeom>
              <a:avLst/>
              <a:gdLst/>
              <a:ahLst/>
              <a:cxnLst/>
              <a:rect l="l" t="t" r="r" b="b"/>
              <a:pathLst>
                <a:path w="20925" h="754" extrusionOk="0">
                  <a:moveTo>
                    <a:pt x="1340" y="209"/>
                  </a:moveTo>
                  <a:cubicBezTo>
                    <a:pt x="1341" y="211"/>
                    <a:pt x="1342" y="213"/>
                    <a:pt x="1343" y="214"/>
                  </a:cubicBezTo>
                  <a:lnTo>
                    <a:pt x="1343" y="214"/>
                  </a:lnTo>
                  <a:cubicBezTo>
                    <a:pt x="1349" y="213"/>
                    <a:pt x="1355" y="211"/>
                    <a:pt x="1361" y="209"/>
                  </a:cubicBezTo>
                  <a:close/>
                  <a:moveTo>
                    <a:pt x="0" y="105"/>
                  </a:moveTo>
                  <a:cubicBezTo>
                    <a:pt x="16" y="212"/>
                    <a:pt x="76" y="263"/>
                    <a:pt x="190" y="291"/>
                  </a:cubicBezTo>
                  <a:lnTo>
                    <a:pt x="190" y="291"/>
                  </a:lnTo>
                  <a:cubicBezTo>
                    <a:pt x="96" y="255"/>
                    <a:pt x="17" y="186"/>
                    <a:pt x="0" y="105"/>
                  </a:cubicBezTo>
                  <a:close/>
                  <a:moveTo>
                    <a:pt x="1343" y="214"/>
                  </a:moveTo>
                  <a:cubicBezTo>
                    <a:pt x="1336" y="216"/>
                    <a:pt x="1329" y="218"/>
                    <a:pt x="1323" y="220"/>
                  </a:cubicBezTo>
                  <a:lnTo>
                    <a:pt x="1323" y="220"/>
                  </a:lnTo>
                  <a:cubicBezTo>
                    <a:pt x="1349" y="249"/>
                    <a:pt x="1380" y="275"/>
                    <a:pt x="1414" y="297"/>
                  </a:cubicBezTo>
                  <a:lnTo>
                    <a:pt x="1414" y="297"/>
                  </a:lnTo>
                  <a:cubicBezTo>
                    <a:pt x="1388" y="273"/>
                    <a:pt x="1364" y="246"/>
                    <a:pt x="1343" y="214"/>
                  </a:cubicBezTo>
                  <a:close/>
                  <a:moveTo>
                    <a:pt x="190" y="291"/>
                  </a:moveTo>
                  <a:lnTo>
                    <a:pt x="190" y="291"/>
                  </a:lnTo>
                  <a:cubicBezTo>
                    <a:pt x="217" y="302"/>
                    <a:pt x="245" y="309"/>
                    <a:pt x="273" y="314"/>
                  </a:cubicBezTo>
                  <a:cubicBezTo>
                    <a:pt x="325" y="324"/>
                    <a:pt x="382" y="330"/>
                    <a:pt x="440" y="330"/>
                  </a:cubicBezTo>
                  <a:cubicBezTo>
                    <a:pt x="445" y="330"/>
                    <a:pt x="451" y="330"/>
                    <a:pt x="456" y="330"/>
                  </a:cubicBezTo>
                  <a:lnTo>
                    <a:pt x="456" y="330"/>
                  </a:lnTo>
                  <a:cubicBezTo>
                    <a:pt x="414" y="326"/>
                    <a:pt x="373" y="322"/>
                    <a:pt x="335" y="314"/>
                  </a:cubicBezTo>
                  <a:cubicBezTo>
                    <a:pt x="280" y="308"/>
                    <a:pt x="231" y="301"/>
                    <a:pt x="190" y="291"/>
                  </a:cubicBezTo>
                  <a:close/>
                  <a:moveTo>
                    <a:pt x="1277" y="168"/>
                  </a:moveTo>
                  <a:cubicBezTo>
                    <a:pt x="1047" y="251"/>
                    <a:pt x="837" y="293"/>
                    <a:pt x="607" y="314"/>
                  </a:cubicBezTo>
                  <a:cubicBezTo>
                    <a:pt x="560" y="323"/>
                    <a:pt x="508" y="329"/>
                    <a:pt x="456" y="330"/>
                  </a:cubicBezTo>
                  <a:lnTo>
                    <a:pt x="456" y="330"/>
                  </a:lnTo>
                  <a:cubicBezTo>
                    <a:pt x="529" y="335"/>
                    <a:pt x="604" y="335"/>
                    <a:pt x="670" y="335"/>
                  </a:cubicBezTo>
                  <a:cubicBezTo>
                    <a:pt x="907" y="335"/>
                    <a:pt x="1107" y="279"/>
                    <a:pt x="1323" y="220"/>
                  </a:cubicBezTo>
                  <a:lnTo>
                    <a:pt x="1323" y="220"/>
                  </a:lnTo>
                  <a:cubicBezTo>
                    <a:pt x="1314" y="210"/>
                    <a:pt x="1306" y="199"/>
                    <a:pt x="1298" y="188"/>
                  </a:cubicBezTo>
                  <a:lnTo>
                    <a:pt x="1298" y="168"/>
                  </a:lnTo>
                  <a:close/>
                  <a:moveTo>
                    <a:pt x="10567" y="0"/>
                  </a:moveTo>
                  <a:lnTo>
                    <a:pt x="10546" y="42"/>
                  </a:lnTo>
                  <a:cubicBezTo>
                    <a:pt x="10379" y="105"/>
                    <a:pt x="10253" y="188"/>
                    <a:pt x="10086" y="251"/>
                  </a:cubicBezTo>
                  <a:cubicBezTo>
                    <a:pt x="9939" y="293"/>
                    <a:pt x="9772" y="377"/>
                    <a:pt x="9625" y="398"/>
                  </a:cubicBezTo>
                  <a:cubicBezTo>
                    <a:pt x="9312" y="502"/>
                    <a:pt x="8977" y="523"/>
                    <a:pt x="8663" y="565"/>
                  </a:cubicBezTo>
                  <a:cubicBezTo>
                    <a:pt x="8307" y="565"/>
                    <a:pt x="7993" y="523"/>
                    <a:pt x="7679" y="440"/>
                  </a:cubicBezTo>
                  <a:cubicBezTo>
                    <a:pt x="7366" y="377"/>
                    <a:pt x="7052" y="272"/>
                    <a:pt x="6801" y="84"/>
                  </a:cubicBezTo>
                  <a:lnTo>
                    <a:pt x="6780" y="63"/>
                  </a:lnTo>
                  <a:lnTo>
                    <a:pt x="6738" y="84"/>
                  </a:lnTo>
                  <a:lnTo>
                    <a:pt x="6361" y="230"/>
                  </a:lnTo>
                  <a:cubicBezTo>
                    <a:pt x="6215" y="293"/>
                    <a:pt x="6089" y="335"/>
                    <a:pt x="5964" y="377"/>
                  </a:cubicBezTo>
                  <a:cubicBezTo>
                    <a:pt x="5692" y="419"/>
                    <a:pt x="5441" y="481"/>
                    <a:pt x="5148" y="502"/>
                  </a:cubicBezTo>
                  <a:cubicBezTo>
                    <a:pt x="4855" y="502"/>
                    <a:pt x="4583" y="502"/>
                    <a:pt x="4311" y="440"/>
                  </a:cubicBezTo>
                  <a:cubicBezTo>
                    <a:pt x="4060" y="398"/>
                    <a:pt x="3788" y="314"/>
                    <a:pt x="3558" y="168"/>
                  </a:cubicBezTo>
                  <a:lnTo>
                    <a:pt x="3537" y="126"/>
                  </a:lnTo>
                  <a:lnTo>
                    <a:pt x="3495" y="126"/>
                  </a:lnTo>
                  <a:cubicBezTo>
                    <a:pt x="3327" y="209"/>
                    <a:pt x="3139" y="272"/>
                    <a:pt x="2951" y="314"/>
                  </a:cubicBezTo>
                  <a:cubicBezTo>
                    <a:pt x="2783" y="377"/>
                    <a:pt x="2574" y="398"/>
                    <a:pt x="2386" y="419"/>
                  </a:cubicBezTo>
                  <a:cubicBezTo>
                    <a:pt x="2292" y="429"/>
                    <a:pt x="2192" y="434"/>
                    <a:pt x="2093" y="434"/>
                  </a:cubicBezTo>
                  <a:cubicBezTo>
                    <a:pt x="1993" y="434"/>
                    <a:pt x="1894" y="429"/>
                    <a:pt x="1800" y="419"/>
                  </a:cubicBezTo>
                  <a:cubicBezTo>
                    <a:pt x="1667" y="404"/>
                    <a:pt x="1524" y="368"/>
                    <a:pt x="1414" y="297"/>
                  </a:cubicBezTo>
                  <a:lnTo>
                    <a:pt x="1414" y="297"/>
                  </a:lnTo>
                  <a:cubicBezTo>
                    <a:pt x="1539" y="413"/>
                    <a:pt x="1708" y="451"/>
                    <a:pt x="1863" y="502"/>
                  </a:cubicBezTo>
                  <a:cubicBezTo>
                    <a:pt x="1985" y="527"/>
                    <a:pt x="2093" y="537"/>
                    <a:pt x="2204" y="537"/>
                  </a:cubicBezTo>
                  <a:cubicBezTo>
                    <a:pt x="2282" y="537"/>
                    <a:pt x="2362" y="532"/>
                    <a:pt x="2449" y="523"/>
                  </a:cubicBezTo>
                  <a:cubicBezTo>
                    <a:pt x="2836" y="503"/>
                    <a:pt x="3224" y="403"/>
                    <a:pt x="3573" y="281"/>
                  </a:cubicBezTo>
                  <a:lnTo>
                    <a:pt x="3573" y="281"/>
                  </a:lnTo>
                  <a:cubicBezTo>
                    <a:pt x="3820" y="423"/>
                    <a:pt x="4087" y="525"/>
                    <a:pt x="4374" y="586"/>
                  </a:cubicBezTo>
                  <a:cubicBezTo>
                    <a:pt x="4573" y="617"/>
                    <a:pt x="4783" y="636"/>
                    <a:pt x="4996" y="636"/>
                  </a:cubicBezTo>
                  <a:cubicBezTo>
                    <a:pt x="5074" y="636"/>
                    <a:pt x="5153" y="633"/>
                    <a:pt x="5231" y="628"/>
                  </a:cubicBezTo>
                  <a:cubicBezTo>
                    <a:pt x="5524" y="628"/>
                    <a:pt x="5775" y="586"/>
                    <a:pt x="6068" y="502"/>
                  </a:cubicBezTo>
                  <a:cubicBezTo>
                    <a:pt x="6215" y="440"/>
                    <a:pt x="6361" y="419"/>
                    <a:pt x="6487" y="377"/>
                  </a:cubicBezTo>
                  <a:lnTo>
                    <a:pt x="6832" y="231"/>
                  </a:lnTo>
                  <a:lnTo>
                    <a:pt x="6832" y="231"/>
                  </a:lnTo>
                  <a:cubicBezTo>
                    <a:pt x="7116" y="428"/>
                    <a:pt x="7419" y="547"/>
                    <a:pt x="7742" y="628"/>
                  </a:cubicBezTo>
                  <a:cubicBezTo>
                    <a:pt x="8056" y="732"/>
                    <a:pt x="8391" y="753"/>
                    <a:pt x="8726" y="753"/>
                  </a:cubicBezTo>
                  <a:cubicBezTo>
                    <a:pt x="9081" y="732"/>
                    <a:pt x="9416" y="712"/>
                    <a:pt x="9730" y="607"/>
                  </a:cubicBezTo>
                  <a:cubicBezTo>
                    <a:pt x="9876" y="586"/>
                    <a:pt x="10044" y="502"/>
                    <a:pt x="10190" y="440"/>
                  </a:cubicBezTo>
                  <a:cubicBezTo>
                    <a:pt x="10343" y="382"/>
                    <a:pt x="10479" y="325"/>
                    <a:pt x="10629" y="267"/>
                  </a:cubicBezTo>
                  <a:lnTo>
                    <a:pt x="10629" y="267"/>
                  </a:lnTo>
                  <a:cubicBezTo>
                    <a:pt x="10780" y="328"/>
                    <a:pt x="10916" y="401"/>
                    <a:pt x="11069" y="440"/>
                  </a:cubicBezTo>
                  <a:cubicBezTo>
                    <a:pt x="11216" y="502"/>
                    <a:pt x="11383" y="586"/>
                    <a:pt x="11529" y="607"/>
                  </a:cubicBezTo>
                  <a:cubicBezTo>
                    <a:pt x="11843" y="712"/>
                    <a:pt x="12178" y="732"/>
                    <a:pt x="12534" y="753"/>
                  </a:cubicBezTo>
                  <a:cubicBezTo>
                    <a:pt x="12848" y="753"/>
                    <a:pt x="13182" y="712"/>
                    <a:pt x="13517" y="628"/>
                  </a:cubicBezTo>
                  <a:cubicBezTo>
                    <a:pt x="13840" y="527"/>
                    <a:pt x="14143" y="426"/>
                    <a:pt x="14427" y="231"/>
                  </a:cubicBezTo>
                  <a:lnTo>
                    <a:pt x="14427" y="231"/>
                  </a:lnTo>
                  <a:lnTo>
                    <a:pt x="14773" y="377"/>
                  </a:lnTo>
                  <a:cubicBezTo>
                    <a:pt x="14940" y="419"/>
                    <a:pt x="15065" y="481"/>
                    <a:pt x="15191" y="502"/>
                  </a:cubicBezTo>
                  <a:cubicBezTo>
                    <a:pt x="15463" y="544"/>
                    <a:pt x="15735" y="628"/>
                    <a:pt x="16028" y="628"/>
                  </a:cubicBezTo>
                  <a:cubicBezTo>
                    <a:pt x="16106" y="633"/>
                    <a:pt x="16185" y="636"/>
                    <a:pt x="16263" y="636"/>
                  </a:cubicBezTo>
                  <a:cubicBezTo>
                    <a:pt x="16476" y="636"/>
                    <a:pt x="16687" y="617"/>
                    <a:pt x="16886" y="586"/>
                  </a:cubicBezTo>
                  <a:cubicBezTo>
                    <a:pt x="17172" y="525"/>
                    <a:pt x="17459" y="423"/>
                    <a:pt x="17687" y="282"/>
                  </a:cubicBezTo>
                  <a:lnTo>
                    <a:pt x="17687" y="282"/>
                  </a:lnTo>
                  <a:cubicBezTo>
                    <a:pt x="18036" y="403"/>
                    <a:pt x="18423" y="503"/>
                    <a:pt x="18811" y="523"/>
                  </a:cubicBezTo>
                  <a:cubicBezTo>
                    <a:pt x="19020" y="523"/>
                    <a:pt x="19187" y="523"/>
                    <a:pt x="19397" y="502"/>
                  </a:cubicBezTo>
                  <a:cubicBezTo>
                    <a:pt x="19583" y="440"/>
                    <a:pt x="19790" y="398"/>
                    <a:pt x="19916" y="215"/>
                  </a:cubicBezTo>
                  <a:lnTo>
                    <a:pt x="19916" y="215"/>
                  </a:lnTo>
                  <a:cubicBezTo>
                    <a:pt x="20121" y="274"/>
                    <a:pt x="20345" y="315"/>
                    <a:pt x="20589" y="335"/>
                  </a:cubicBezTo>
                  <a:cubicBezTo>
                    <a:pt x="20694" y="335"/>
                    <a:pt x="20819" y="335"/>
                    <a:pt x="20924" y="314"/>
                  </a:cubicBezTo>
                  <a:lnTo>
                    <a:pt x="20924" y="314"/>
                  </a:lnTo>
                  <a:cubicBezTo>
                    <a:pt x="20889" y="321"/>
                    <a:pt x="20852" y="323"/>
                    <a:pt x="20814" y="323"/>
                  </a:cubicBezTo>
                  <a:cubicBezTo>
                    <a:pt x="20738" y="323"/>
                    <a:pt x="20659" y="314"/>
                    <a:pt x="20589" y="314"/>
                  </a:cubicBezTo>
                  <a:cubicBezTo>
                    <a:pt x="20338" y="293"/>
                    <a:pt x="20108" y="251"/>
                    <a:pt x="19899" y="168"/>
                  </a:cubicBezTo>
                  <a:lnTo>
                    <a:pt x="19878" y="168"/>
                  </a:lnTo>
                  <a:lnTo>
                    <a:pt x="19878" y="188"/>
                  </a:lnTo>
                  <a:cubicBezTo>
                    <a:pt x="19773" y="314"/>
                    <a:pt x="19564" y="398"/>
                    <a:pt x="19376" y="419"/>
                  </a:cubicBezTo>
                  <a:cubicBezTo>
                    <a:pt x="19282" y="429"/>
                    <a:pt x="19182" y="434"/>
                    <a:pt x="19085" y="434"/>
                  </a:cubicBezTo>
                  <a:cubicBezTo>
                    <a:pt x="18989" y="434"/>
                    <a:pt x="18895" y="429"/>
                    <a:pt x="18811" y="419"/>
                  </a:cubicBezTo>
                  <a:cubicBezTo>
                    <a:pt x="18623" y="398"/>
                    <a:pt x="18413" y="377"/>
                    <a:pt x="18225" y="314"/>
                  </a:cubicBezTo>
                  <a:cubicBezTo>
                    <a:pt x="18037" y="272"/>
                    <a:pt x="17869" y="188"/>
                    <a:pt x="17681" y="126"/>
                  </a:cubicBezTo>
                  <a:lnTo>
                    <a:pt x="17660" y="126"/>
                  </a:lnTo>
                  <a:lnTo>
                    <a:pt x="17618" y="168"/>
                  </a:lnTo>
                  <a:cubicBezTo>
                    <a:pt x="17409" y="314"/>
                    <a:pt x="17137" y="398"/>
                    <a:pt x="16865" y="440"/>
                  </a:cubicBezTo>
                  <a:cubicBezTo>
                    <a:pt x="16645" y="487"/>
                    <a:pt x="16449" y="510"/>
                    <a:pt x="16241" y="510"/>
                  </a:cubicBezTo>
                  <a:cubicBezTo>
                    <a:pt x="16172" y="510"/>
                    <a:pt x="16101" y="508"/>
                    <a:pt x="16028" y="502"/>
                  </a:cubicBezTo>
                  <a:cubicBezTo>
                    <a:pt x="15777" y="502"/>
                    <a:pt x="15484" y="440"/>
                    <a:pt x="15233" y="377"/>
                  </a:cubicBezTo>
                  <a:cubicBezTo>
                    <a:pt x="15086" y="314"/>
                    <a:pt x="14961" y="293"/>
                    <a:pt x="14835" y="230"/>
                  </a:cubicBezTo>
                  <a:lnTo>
                    <a:pt x="14438" y="84"/>
                  </a:lnTo>
                  <a:lnTo>
                    <a:pt x="14375" y="63"/>
                  </a:lnTo>
                  <a:lnTo>
                    <a:pt x="14354" y="84"/>
                  </a:lnTo>
                  <a:cubicBezTo>
                    <a:pt x="14103" y="251"/>
                    <a:pt x="13789" y="377"/>
                    <a:pt x="13475" y="440"/>
                  </a:cubicBezTo>
                  <a:cubicBezTo>
                    <a:pt x="13161" y="523"/>
                    <a:pt x="12806" y="565"/>
                    <a:pt x="12492" y="565"/>
                  </a:cubicBezTo>
                  <a:cubicBezTo>
                    <a:pt x="12157" y="523"/>
                    <a:pt x="11843" y="502"/>
                    <a:pt x="11529" y="398"/>
                  </a:cubicBezTo>
                  <a:cubicBezTo>
                    <a:pt x="11383" y="377"/>
                    <a:pt x="11216" y="293"/>
                    <a:pt x="11069" y="251"/>
                  </a:cubicBezTo>
                  <a:cubicBezTo>
                    <a:pt x="10902" y="168"/>
                    <a:pt x="10776" y="105"/>
                    <a:pt x="10609" y="42"/>
                  </a:cubicBezTo>
                  <a:lnTo>
                    <a:pt x="1056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23" name="Google Shape;4623;p38"/>
            <p:cNvSpPr/>
            <p:nvPr/>
          </p:nvSpPr>
          <p:spPr>
            <a:xfrm>
              <a:off x="6246060" y="2522179"/>
              <a:ext cx="17512" cy="16843"/>
            </a:xfrm>
            <a:custGeom>
              <a:avLst/>
              <a:gdLst/>
              <a:ahLst/>
              <a:cxnLst/>
              <a:rect l="l" t="t" r="r" b="b"/>
              <a:pathLst>
                <a:path w="314" h="302" extrusionOk="0">
                  <a:moveTo>
                    <a:pt x="167" y="0"/>
                  </a:moveTo>
                  <a:cubicBezTo>
                    <a:pt x="148" y="0"/>
                    <a:pt x="127" y="3"/>
                    <a:pt x="105" y="8"/>
                  </a:cubicBezTo>
                  <a:cubicBezTo>
                    <a:pt x="63" y="50"/>
                    <a:pt x="0" y="134"/>
                    <a:pt x="0" y="176"/>
                  </a:cubicBezTo>
                  <a:cubicBezTo>
                    <a:pt x="0" y="260"/>
                    <a:pt x="63" y="301"/>
                    <a:pt x="147" y="301"/>
                  </a:cubicBezTo>
                  <a:cubicBezTo>
                    <a:pt x="188" y="301"/>
                    <a:pt x="209" y="280"/>
                    <a:pt x="251" y="260"/>
                  </a:cubicBezTo>
                  <a:cubicBezTo>
                    <a:pt x="272" y="218"/>
                    <a:pt x="293" y="176"/>
                    <a:pt x="293" y="155"/>
                  </a:cubicBezTo>
                  <a:cubicBezTo>
                    <a:pt x="293" y="113"/>
                    <a:pt x="314" y="92"/>
                    <a:pt x="293" y="71"/>
                  </a:cubicBezTo>
                  <a:lnTo>
                    <a:pt x="272" y="50"/>
                  </a:lnTo>
                  <a:cubicBezTo>
                    <a:pt x="257" y="20"/>
                    <a:pt x="219"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24" name="Google Shape;4624;p38"/>
            <p:cNvSpPr/>
            <p:nvPr/>
          </p:nvSpPr>
          <p:spPr>
            <a:xfrm>
              <a:off x="6317223" y="2529596"/>
              <a:ext cx="15225" cy="19185"/>
            </a:xfrm>
            <a:custGeom>
              <a:avLst/>
              <a:gdLst/>
              <a:ahLst/>
              <a:cxnLst/>
              <a:rect l="l" t="t" r="r" b="b"/>
              <a:pathLst>
                <a:path w="273" h="344" extrusionOk="0">
                  <a:moveTo>
                    <a:pt x="168" y="1"/>
                  </a:moveTo>
                  <a:cubicBezTo>
                    <a:pt x="126" y="1"/>
                    <a:pt x="63" y="22"/>
                    <a:pt x="42" y="64"/>
                  </a:cubicBezTo>
                  <a:cubicBezTo>
                    <a:pt x="21" y="127"/>
                    <a:pt x="0" y="168"/>
                    <a:pt x="0" y="231"/>
                  </a:cubicBezTo>
                  <a:cubicBezTo>
                    <a:pt x="0" y="312"/>
                    <a:pt x="63" y="343"/>
                    <a:pt x="121" y="343"/>
                  </a:cubicBezTo>
                  <a:cubicBezTo>
                    <a:pt x="138" y="343"/>
                    <a:pt x="154" y="340"/>
                    <a:pt x="168" y="336"/>
                  </a:cubicBezTo>
                  <a:cubicBezTo>
                    <a:pt x="231" y="315"/>
                    <a:pt x="272" y="231"/>
                    <a:pt x="272" y="147"/>
                  </a:cubicBezTo>
                  <a:cubicBezTo>
                    <a:pt x="272" y="64"/>
                    <a:pt x="231" y="1"/>
                    <a:pt x="1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25" name="Google Shape;4625;p38"/>
            <p:cNvSpPr/>
            <p:nvPr/>
          </p:nvSpPr>
          <p:spPr>
            <a:xfrm>
              <a:off x="6434228" y="2524577"/>
              <a:ext cx="26602" cy="19966"/>
            </a:xfrm>
            <a:custGeom>
              <a:avLst/>
              <a:gdLst/>
              <a:ahLst/>
              <a:cxnLst/>
              <a:rect l="l" t="t" r="r" b="b"/>
              <a:pathLst>
                <a:path w="477" h="358" extrusionOk="0">
                  <a:moveTo>
                    <a:pt x="359" y="0"/>
                  </a:moveTo>
                  <a:cubicBezTo>
                    <a:pt x="212" y="0"/>
                    <a:pt x="0" y="196"/>
                    <a:pt x="204" y="342"/>
                  </a:cubicBezTo>
                  <a:cubicBezTo>
                    <a:pt x="225" y="353"/>
                    <a:pt x="256" y="358"/>
                    <a:pt x="288" y="358"/>
                  </a:cubicBezTo>
                  <a:cubicBezTo>
                    <a:pt x="319" y="358"/>
                    <a:pt x="351" y="353"/>
                    <a:pt x="371" y="342"/>
                  </a:cubicBezTo>
                  <a:cubicBezTo>
                    <a:pt x="413" y="321"/>
                    <a:pt x="434" y="258"/>
                    <a:pt x="455" y="217"/>
                  </a:cubicBezTo>
                  <a:cubicBezTo>
                    <a:pt x="455" y="196"/>
                    <a:pt x="476" y="154"/>
                    <a:pt x="476" y="133"/>
                  </a:cubicBezTo>
                  <a:cubicBezTo>
                    <a:pt x="476" y="37"/>
                    <a:pt x="424" y="0"/>
                    <a:pt x="3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26" name="Google Shape;4626;p38"/>
            <p:cNvSpPr/>
            <p:nvPr/>
          </p:nvSpPr>
          <p:spPr>
            <a:xfrm>
              <a:off x="6624125" y="2523964"/>
              <a:ext cx="21025" cy="20579"/>
            </a:xfrm>
            <a:custGeom>
              <a:avLst/>
              <a:gdLst/>
              <a:ahLst/>
              <a:cxnLst/>
              <a:rect l="l" t="t" r="r" b="b"/>
              <a:pathLst>
                <a:path w="377" h="369" extrusionOk="0">
                  <a:moveTo>
                    <a:pt x="213" y="1"/>
                  </a:moveTo>
                  <a:cubicBezTo>
                    <a:pt x="196" y="1"/>
                    <a:pt x="180" y="6"/>
                    <a:pt x="168" y="18"/>
                  </a:cubicBezTo>
                  <a:cubicBezTo>
                    <a:pt x="147" y="18"/>
                    <a:pt x="147" y="18"/>
                    <a:pt x="105" y="39"/>
                  </a:cubicBezTo>
                  <a:cubicBezTo>
                    <a:pt x="63" y="102"/>
                    <a:pt x="0" y="165"/>
                    <a:pt x="42" y="228"/>
                  </a:cubicBezTo>
                  <a:cubicBezTo>
                    <a:pt x="42" y="269"/>
                    <a:pt x="63" y="332"/>
                    <a:pt x="105" y="353"/>
                  </a:cubicBezTo>
                  <a:cubicBezTo>
                    <a:pt x="136" y="364"/>
                    <a:pt x="163" y="369"/>
                    <a:pt x="189" y="369"/>
                  </a:cubicBezTo>
                  <a:cubicBezTo>
                    <a:pt x="215" y="369"/>
                    <a:pt x="241" y="364"/>
                    <a:pt x="272" y="353"/>
                  </a:cubicBezTo>
                  <a:cubicBezTo>
                    <a:pt x="314" y="332"/>
                    <a:pt x="356" y="269"/>
                    <a:pt x="356" y="228"/>
                  </a:cubicBezTo>
                  <a:cubicBezTo>
                    <a:pt x="377" y="165"/>
                    <a:pt x="356" y="123"/>
                    <a:pt x="314" y="60"/>
                  </a:cubicBezTo>
                  <a:cubicBezTo>
                    <a:pt x="299" y="31"/>
                    <a:pt x="253" y="1"/>
                    <a:pt x="2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27" name="Google Shape;4627;p38"/>
            <p:cNvSpPr/>
            <p:nvPr/>
          </p:nvSpPr>
          <p:spPr>
            <a:xfrm>
              <a:off x="6832314" y="2520004"/>
              <a:ext cx="25264" cy="21360"/>
            </a:xfrm>
            <a:custGeom>
              <a:avLst/>
              <a:gdLst/>
              <a:ahLst/>
              <a:cxnLst/>
              <a:rect l="l" t="t" r="r" b="b"/>
              <a:pathLst>
                <a:path w="453" h="383" extrusionOk="0">
                  <a:moveTo>
                    <a:pt x="208" y="1"/>
                  </a:moveTo>
                  <a:cubicBezTo>
                    <a:pt x="81" y="1"/>
                    <a:pt x="0" y="204"/>
                    <a:pt x="96" y="319"/>
                  </a:cubicBezTo>
                  <a:cubicBezTo>
                    <a:pt x="117" y="340"/>
                    <a:pt x="138" y="382"/>
                    <a:pt x="180" y="382"/>
                  </a:cubicBezTo>
                  <a:lnTo>
                    <a:pt x="243" y="382"/>
                  </a:lnTo>
                  <a:cubicBezTo>
                    <a:pt x="431" y="319"/>
                    <a:pt x="452" y="47"/>
                    <a:pt x="243" y="6"/>
                  </a:cubicBezTo>
                  <a:cubicBezTo>
                    <a:pt x="231" y="2"/>
                    <a:pt x="219"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28" name="Google Shape;4628;p38"/>
            <p:cNvSpPr/>
            <p:nvPr/>
          </p:nvSpPr>
          <p:spPr>
            <a:xfrm>
              <a:off x="7046527" y="2523183"/>
              <a:ext cx="19910" cy="21973"/>
            </a:xfrm>
            <a:custGeom>
              <a:avLst/>
              <a:gdLst/>
              <a:ahLst/>
              <a:cxnLst/>
              <a:rect l="l" t="t" r="r" b="b"/>
              <a:pathLst>
                <a:path w="357" h="394" extrusionOk="0">
                  <a:moveTo>
                    <a:pt x="165" y="0"/>
                  </a:moveTo>
                  <a:cubicBezTo>
                    <a:pt x="100" y="0"/>
                    <a:pt x="33" y="37"/>
                    <a:pt x="22" y="116"/>
                  </a:cubicBezTo>
                  <a:cubicBezTo>
                    <a:pt x="1" y="179"/>
                    <a:pt x="1" y="262"/>
                    <a:pt x="43" y="325"/>
                  </a:cubicBezTo>
                  <a:cubicBezTo>
                    <a:pt x="86" y="354"/>
                    <a:pt x="130" y="394"/>
                    <a:pt x="174" y="394"/>
                  </a:cubicBezTo>
                  <a:cubicBezTo>
                    <a:pt x="193" y="394"/>
                    <a:pt x="212" y="386"/>
                    <a:pt x="231" y="367"/>
                  </a:cubicBezTo>
                  <a:cubicBezTo>
                    <a:pt x="273" y="346"/>
                    <a:pt x="294" y="325"/>
                    <a:pt x="294" y="283"/>
                  </a:cubicBezTo>
                  <a:cubicBezTo>
                    <a:pt x="335" y="242"/>
                    <a:pt x="356" y="137"/>
                    <a:pt x="294" y="74"/>
                  </a:cubicBezTo>
                  <a:cubicBezTo>
                    <a:pt x="274" y="26"/>
                    <a:pt x="220" y="0"/>
                    <a:pt x="1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29" name="Google Shape;4629;p38"/>
            <p:cNvSpPr/>
            <p:nvPr/>
          </p:nvSpPr>
          <p:spPr>
            <a:xfrm>
              <a:off x="7225493" y="2519000"/>
              <a:ext cx="22977" cy="25487"/>
            </a:xfrm>
            <a:custGeom>
              <a:avLst/>
              <a:gdLst/>
              <a:ahLst/>
              <a:cxnLst/>
              <a:rect l="l" t="t" r="r" b="b"/>
              <a:pathLst>
                <a:path w="412" h="457" extrusionOk="0">
                  <a:moveTo>
                    <a:pt x="174" y="1"/>
                  </a:moveTo>
                  <a:cubicBezTo>
                    <a:pt x="131" y="1"/>
                    <a:pt x="88" y="20"/>
                    <a:pt x="56" y="65"/>
                  </a:cubicBezTo>
                  <a:cubicBezTo>
                    <a:pt x="1" y="213"/>
                    <a:pt x="75" y="457"/>
                    <a:pt x="221" y="457"/>
                  </a:cubicBezTo>
                  <a:cubicBezTo>
                    <a:pt x="242" y="457"/>
                    <a:pt x="263" y="452"/>
                    <a:pt x="286" y="442"/>
                  </a:cubicBezTo>
                  <a:cubicBezTo>
                    <a:pt x="307" y="442"/>
                    <a:pt x="349" y="421"/>
                    <a:pt x="349" y="400"/>
                  </a:cubicBezTo>
                  <a:cubicBezTo>
                    <a:pt x="391" y="337"/>
                    <a:pt x="411" y="275"/>
                    <a:pt x="391" y="212"/>
                  </a:cubicBezTo>
                  <a:cubicBezTo>
                    <a:pt x="376" y="96"/>
                    <a:pt x="272" y="1"/>
                    <a:pt x="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30" name="Google Shape;4630;p38"/>
            <p:cNvSpPr/>
            <p:nvPr/>
          </p:nvSpPr>
          <p:spPr>
            <a:xfrm>
              <a:off x="7345566" y="2525191"/>
              <a:ext cx="23089" cy="22754"/>
            </a:xfrm>
            <a:custGeom>
              <a:avLst/>
              <a:gdLst/>
              <a:ahLst/>
              <a:cxnLst/>
              <a:rect l="l" t="t" r="r" b="b"/>
              <a:pathLst>
                <a:path w="414" h="408" extrusionOk="0">
                  <a:moveTo>
                    <a:pt x="250" y="0"/>
                  </a:moveTo>
                  <a:cubicBezTo>
                    <a:pt x="105" y="0"/>
                    <a:pt x="1" y="232"/>
                    <a:pt x="121" y="352"/>
                  </a:cubicBezTo>
                  <a:cubicBezTo>
                    <a:pt x="143" y="386"/>
                    <a:pt x="189" y="407"/>
                    <a:pt x="234" y="407"/>
                  </a:cubicBezTo>
                  <a:cubicBezTo>
                    <a:pt x="273" y="407"/>
                    <a:pt x="310" y="391"/>
                    <a:pt x="330" y="352"/>
                  </a:cubicBezTo>
                  <a:cubicBezTo>
                    <a:pt x="351" y="331"/>
                    <a:pt x="351" y="310"/>
                    <a:pt x="393" y="289"/>
                  </a:cubicBezTo>
                  <a:cubicBezTo>
                    <a:pt x="414" y="206"/>
                    <a:pt x="414" y="122"/>
                    <a:pt x="351" y="38"/>
                  </a:cubicBezTo>
                  <a:cubicBezTo>
                    <a:pt x="317" y="12"/>
                    <a:pt x="282" y="0"/>
                    <a:pt x="2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31" name="Google Shape;4631;p38"/>
            <p:cNvSpPr/>
            <p:nvPr/>
          </p:nvSpPr>
          <p:spPr>
            <a:xfrm>
              <a:off x="7425763" y="2519112"/>
              <a:ext cx="18739" cy="20691"/>
            </a:xfrm>
            <a:custGeom>
              <a:avLst/>
              <a:gdLst/>
              <a:ahLst/>
              <a:cxnLst/>
              <a:rect l="l" t="t" r="r" b="b"/>
              <a:pathLst>
                <a:path w="336" h="371" extrusionOk="0">
                  <a:moveTo>
                    <a:pt x="158" y="0"/>
                  </a:moveTo>
                  <a:cubicBezTo>
                    <a:pt x="76" y="0"/>
                    <a:pt x="1" y="84"/>
                    <a:pt x="1" y="189"/>
                  </a:cubicBezTo>
                  <a:lnTo>
                    <a:pt x="1" y="294"/>
                  </a:lnTo>
                  <a:cubicBezTo>
                    <a:pt x="17" y="326"/>
                    <a:pt x="70" y="370"/>
                    <a:pt x="113" y="370"/>
                  </a:cubicBezTo>
                  <a:cubicBezTo>
                    <a:pt x="126" y="370"/>
                    <a:pt x="138" y="366"/>
                    <a:pt x="147" y="356"/>
                  </a:cubicBezTo>
                  <a:cubicBezTo>
                    <a:pt x="231" y="356"/>
                    <a:pt x="273" y="315"/>
                    <a:pt x="294" y="231"/>
                  </a:cubicBezTo>
                  <a:cubicBezTo>
                    <a:pt x="336" y="189"/>
                    <a:pt x="294" y="105"/>
                    <a:pt x="252" y="43"/>
                  </a:cubicBezTo>
                  <a:cubicBezTo>
                    <a:pt x="222" y="13"/>
                    <a:pt x="190" y="0"/>
                    <a:pt x="1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32" name="Google Shape;4632;p38"/>
            <p:cNvSpPr/>
            <p:nvPr/>
          </p:nvSpPr>
          <p:spPr>
            <a:xfrm>
              <a:off x="6082654" y="2688318"/>
              <a:ext cx="1531054" cy="74063"/>
            </a:xfrm>
            <a:custGeom>
              <a:avLst/>
              <a:gdLst/>
              <a:ahLst/>
              <a:cxnLst/>
              <a:rect l="l" t="t" r="r" b="b"/>
              <a:pathLst>
                <a:path w="27453" h="1328" extrusionOk="0">
                  <a:moveTo>
                    <a:pt x="294" y="168"/>
                  </a:moveTo>
                  <a:lnTo>
                    <a:pt x="294" y="168"/>
                  </a:lnTo>
                  <a:cubicBezTo>
                    <a:pt x="231" y="294"/>
                    <a:pt x="168" y="398"/>
                    <a:pt x="126" y="524"/>
                  </a:cubicBezTo>
                  <a:cubicBezTo>
                    <a:pt x="168" y="419"/>
                    <a:pt x="231" y="294"/>
                    <a:pt x="294" y="168"/>
                  </a:cubicBezTo>
                  <a:close/>
                  <a:moveTo>
                    <a:pt x="126" y="524"/>
                  </a:moveTo>
                  <a:lnTo>
                    <a:pt x="126" y="524"/>
                  </a:lnTo>
                  <a:cubicBezTo>
                    <a:pt x="64" y="649"/>
                    <a:pt x="1" y="775"/>
                    <a:pt x="64" y="900"/>
                  </a:cubicBezTo>
                  <a:cubicBezTo>
                    <a:pt x="43" y="775"/>
                    <a:pt x="64" y="649"/>
                    <a:pt x="126" y="524"/>
                  </a:cubicBezTo>
                  <a:close/>
                  <a:moveTo>
                    <a:pt x="2030" y="1"/>
                  </a:moveTo>
                  <a:lnTo>
                    <a:pt x="1968" y="63"/>
                  </a:lnTo>
                  <a:cubicBezTo>
                    <a:pt x="1821" y="273"/>
                    <a:pt x="1654" y="461"/>
                    <a:pt x="1445" y="649"/>
                  </a:cubicBezTo>
                  <a:cubicBezTo>
                    <a:pt x="1235" y="796"/>
                    <a:pt x="1026" y="963"/>
                    <a:pt x="775" y="1047"/>
                  </a:cubicBezTo>
                  <a:cubicBezTo>
                    <a:pt x="683" y="1077"/>
                    <a:pt x="580" y="1097"/>
                    <a:pt x="482" y="1097"/>
                  </a:cubicBezTo>
                  <a:cubicBezTo>
                    <a:pt x="446" y="1097"/>
                    <a:pt x="411" y="1094"/>
                    <a:pt x="377" y="1089"/>
                  </a:cubicBezTo>
                  <a:cubicBezTo>
                    <a:pt x="252" y="1089"/>
                    <a:pt x="126" y="1047"/>
                    <a:pt x="64" y="900"/>
                  </a:cubicBezTo>
                  <a:lnTo>
                    <a:pt x="64" y="900"/>
                  </a:lnTo>
                  <a:cubicBezTo>
                    <a:pt x="84" y="1047"/>
                    <a:pt x="252" y="1110"/>
                    <a:pt x="377" y="1110"/>
                  </a:cubicBezTo>
                  <a:cubicBezTo>
                    <a:pt x="416" y="1123"/>
                    <a:pt x="457" y="1127"/>
                    <a:pt x="499" y="1127"/>
                  </a:cubicBezTo>
                  <a:cubicBezTo>
                    <a:pt x="592" y="1127"/>
                    <a:pt x="688" y="1103"/>
                    <a:pt x="775" y="1089"/>
                  </a:cubicBezTo>
                  <a:cubicBezTo>
                    <a:pt x="1005" y="1026"/>
                    <a:pt x="1235" y="879"/>
                    <a:pt x="1445" y="691"/>
                  </a:cubicBezTo>
                  <a:cubicBezTo>
                    <a:pt x="1635" y="558"/>
                    <a:pt x="1808" y="373"/>
                    <a:pt x="1948" y="183"/>
                  </a:cubicBezTo>
                  <a:lnTo>
                    <a:pt x="1948" y="183"/>
                  </a:lnTo>
                  <a:cubicBezTo>
                    <a:pt x="1955" y="471"/>
                    <a:pt x="2004" y="754"/>
                    <a:pt x="2177" y="984"/>
                  </a:cubicBezTo>
                  <a:cubicBezTo>
                    <a:pt x="2281" y="1130"/>
                    <a:pt x="2428" y="1235"/>
                    <a:pt x="2574" y="1277"/>
                  </a:cubicBezTo>
                  <a:cubicBezTo>
                    <a:pt x="2644" y="1311"/>
                    <a:pt x="2732" y="1327"/>
                    <a:pt x="2846" y="1327"/>
                  </a:cubicBezTo>
                  <a:cubicBezTo>
                    <a:pt x="2939" y="1327"/>
                    <a:pt x="3050" y="1317"/>
                    <a:pt x="3181" y="1298"/>
                  </a:cubicBezTo>
                  <a:cubicBezTo>
                    <a:pt x="3495" y="1235"/>
                    <a:pt x="3746" y="1068"/>
                    <a:pt x="3976" y="858"/>
                  </a:cubicBezTo>
                  <a:cubicBezTo>
                    <a:pt x="4203" y="689"/>
                    <a:pt x="4412" y="485"/>
                    <a:pt x="4589" y="278"/>
                  </a:cubicBezTo>
                  <a:lnTo>
                    <a:pt x="4589" y="278"/>
                  </a:lnTo>
                  <a:cubicBezTo>
                    <a:pt x="4797" y="557"/>
                    <a:pt x="5089" y="768"/>
                    <a:pt x="5399" y="942"/>
                  </a:cubicBezTo>
                  <a:cubicBezTo>
                    <a:pt x="5700" y="1093"/>
                    <a:pt x="6052" y="1175"/>
                    <a:pt x="6409" y="1175"/>
                  </a:cubicBezTo>
                  <a:cubicBezTo>
                    <a:pt x="6449" y="1175"/>
                    <a:pt x="6489" y="1174"/>
                    <a:pt x="6529" y="1172"/>
                  </a:cubicBezTo>
                  <a:cubicBezTo>
                    <a:pt x="6906" y="1172"/>
                    <a:pt x="7282" y="1047"/>
                    <a:pt x="7617" y="879"/>
                  </a:cubicBezTo>
                  <a:cubicBezTo>
                    <a:pt x="7805" y="775"/>
                    <a:pt x="7973" y="712"/>
                    <a:pt x="8119" y="607"/>
                  </a:cubicBezTo>
                  <a:lnTo>
                    <a:pt x="8507" y="293"/>
                  </a:lnTo>
                  <a:lnTo>
                    <a:pt x="8507" y="293"/>
                  </a:lnTo>
                  <a:cubicBezTo>
                    <a:pt x="8891" y="588"/>
                    <a:pt x="9310" y="823"/>
                    <a:pt x="9730" y="963"/>
                  </a:cubicBezTo>
                  <a:cubicBezTo>
                    <a:pt x="10212" y="1130"/>
                    <a:pt x="10672" y="1193"/>
                    <a:pt x="11174" y="1193"/>
                  </a:cubicBezTo>
                  <a:cubicBezTo>
                    <a:pt x="11655" y="1193"/>
                    <a:pt x="12157" y="1089"/>
                    <a:pt x="12597" y="921"/>
                  </a:cubicBezTo>
                  <a:cubicBezTo>
                    <a:pt x="12827" y="838"/>
                    <a:pt x="13036" y="712"/>
                    <a:pt x="13245" y="607"/>
                  </a:cubicBezTo>
                  <a:cubicBezTo>
                    <a:pt x="13437" y="473"/>
                    <a:pt x="13611" y="339"/>
                    <a:pt x="13800" y="221"/>
                  </a:cubicBezTo>
                  <a:lnTo>
                    <a:pt x="13800" y="221"/>
                  </a:lnTo>
                  <a:cubicBezTo>
                    <a:pt x="13985" y="339"/>
                    <a:pt x="14142" y="473"/>
                    <a:pt x="14333" y="607"/>
                  </a:cubicBezTo>
                  <a:cubicBezTo>
                    <a:pt x="14543" y="712"/>
                    <a:pt x="14752" y="838"/>
                    <a:pt x="15003" y="921"/>
                  </a:cubicBezTo>
                  <a:cubicBezTo>
                    <a:pt x="15442" y="1089"/>
                    <a:pt x="15903" y="1193"/>
                    <a:pt x="16405" y="1193"/>
                  </a:cubicBezTo>
                  <a:cubicBezTo>
                    <a:pt x="16480" y="1199"/>
                    <a:pt x="16555" y="1202"/>
                    <a:pt x="16630" y="1202"/>
                  </a:cubicBezTo>
                  <a:cubicBezTo>
                    <a:pt x="17056" y="1202"/>
                    <a:pt x="17475" y="1105"/>
                    <a:pt x="17849" y="963"/>
                  </a:cubicBezTo>
                  <a:cubicBezTo>
                    <a:pt x="18308" y="783"/>
                    <a:pt x="18710" y="585"/>
                    <a:pt x="19073" y="294"/>
                  </a:cubicBezTo>
                  <a:lnTo>
                    <a:pt x="19073" y="294"/>
                  </a:lnTo>
                  <a:lnTo>
                    <a:pt x="19460" y="607"/>
                  </a:lnTo>
                  <a:cubicBezTo>
                    <a:pt x="19627" y="691"/>
                    <a:pt x="19815" y="817"/>
                    <a:pt x="19962" y="879"/>
                  </a:cubicBezTo>
                  <a:cubicBezTo>
                    <a:pt x="20297" y="1047"/>
                    <a:pt x="20673" y="1151"/>
                    <a:pt x="21071" y="1172"/>
                  </a:cubicBezTo>
                  <a:cubicBezTo>
                    <a:pt x="21109" y="1174"/>
                    <a:pt x="21147" y="1175"/>
                    <a:pt x="21186" y="1175"/>
                  </a:cubicBezTo>
                  <a:cubicBezTo>
                    <a:pt x="21527" y="1175"/>
                    <a:pt x="21879" y="1093"/>
                    <a:pt x="22180" y="942"/>
                  </a:cubicBezTo>
                  <a:cubicBezTo>
                    <a:pt x="22512" y="766"/>
                    <a:pt x="22772" y="554"/>
                    <a:pt x="23009" y="270"/>
                  </a:cubicBezTo>
                  <a:lnTo>
                    <a:pt x="23009" y="270"/>
                  </a:lnTo>
                  <a:cubicBezTo>
                    <a:pt x="23200" y="477"/>
                    <a:pt x="23393" y="668"/>
                    <a:pt x="23603" y="858"/>
                  </a:cubicBezTo>
                  <a:cubicBezTo>
                    <a:pt x="23833" y="1068"/>
                    <a:pt x="24105" y="1235"/>
                    <a:pt x="24419" y="1298"/>
                  </a:cubicBezTo>
                  <a:cubicBezTo>
                    <a:pt x="24484" y="1317"/>
                    <a:pt x="24555" y="1327"/>
                    <a:pt x="24625" y="1327"/>
                  </a:cubicBezTo>
                  <a:cubicBezTo>
                    <a:pt x="24711" y="1327"/>
                    <a:pt x="24798" y="1311"/>
                    <a:pt x="24879" y="1277"/>
                  </a:cubicBezTo>
                  <a:cubicBezTo>
                    <a:pt x="25046" y="1235"/>
                    <a:pt x="25172" y="1130"/>
                    <a:pt x="25277" y="984"/>
                  </a:cubicBezTo>
                  <a:cubicBezTo>
                    <a:pt x="25449" y="754"/>
                    <a:pt x="25499" y="470"/>
                    <a:pt x="25506" y="183"/>
                  </a:cubicBezTo>
                  <a:lnTo>
                    <a:pt x="25506" y="183"/>
                  </a:lnTo>
                  <a:cubicBezTo>
                    <a:pt x="25646" y="369"/>
                    <a:pt x="25819" y="539"/>
                    <a:pt x="26009" y="691"/>
                  </a:cubicBezTo>
                  <a:cubicBezTo>
                    <a:pt x="26197" y="858"/>
                    <a:pt x="26427" y="1026"/>
                    <a:pt x="26699" y="1089"/>
                  </a:cubicBezTo>
                  <a:cubicBezTo>
                    <a:pt x="26786" y="1103"/>
                    <a:pt x="26873" y="1127"/>
                    <a:pt x="26959" y="1127"/>
                  </a:cubicBezTo>
                  <a:cubicBezTo>
                    <a:pt x="26998" y="1127"/>
                    <a:pt x="27037" y="1123"/>
                    <a:pt x="27076" y="1110"/>
                  </a:cubicBezTo>
                  <a:cubicBezTo>
                    <a:pt x="27222" y="1110"/>
                    <a:pt x="27348" y="1047"/>
                    <a:pt x="27390" y="900"/>
                  </a:cubicBezTo>
                  <a:cubicBezTo>
                    <a:pt x="27453" y="775"/>
                    <a:pt x="27390" y="649"/>
                    <a:pt x="27348" y="524"/>
                  </a:cubicBezTo>
                  <a:cubicBezTo>
                    <a:pt x="27285" y="377"/>
                    <a:pt x="27222" y="294"/>
                    <a:pt x="27139" y="168"/>
                  </a:cubicBezTo>
                  <a:lnTo>
                    <a:pt x="27139" y="168"/>
                  </a:lnTo>
                  <a:cubicBezTo>
                    <a:pt x="27201" y="273"/>
                    <a:pt x="27264" y="377"/>
                    <a:pt x="27306" y="524"/>
                  </a:cubicBezTo>
                  <a:cubicBezTo>
                    <a:pt x="27369" y="649"/>
                    <a:pt x="27411" y="775"/>
                    <a:pt x="27369" y="900"/>
                  </a:cubicBezTo>
                  <a:cubicBezTo>
                    <a:pt x="27306" y="1047"/>
                    <a:pt x="27181" y="1089"/>
                    <a:pt x="27055" y="1089"/>
                  </a:cubicBezTo>
                  <a:cubicBezTo>
                    <a:pt x="26929" y="1089"/>
                    <a:pt x="26783" y="1068"/>
                    <a:pt x="26657" y="1047"/>
                  </a:cubicBezTo>
                  <a:cubicBezTo>
                    <a:pt x="26406" y="963"/>
                    <a:pt x="26155" y="838"/>
                    <a:pt x="25988" y="649"/>
                  </a:cubicBezTo>
                  <a:cubicBezTo>
                    <a:pt x="25817" y="497"/>
                    <a:pt x="25646" y="311"/>
                    <a:pt x="25507" y="122"/>
                  </a:cubicBezTo>
                  <a:lnTo>
                    <a:pt x="25507" y="122"/>
                  </a:lnTo>
                  <a:cubicBezTo>
                    <a:pt x="25507" y="116"/>
                    <a:pt x="25507" y="111"/>
                    <a:pt x="25507" y="105"/>
                  </a:cubicBezTo>
                  <a:lnTo>
                    <a:pt x="25507" y="105"/>
                  </a:lnTo>
                  <a:lnTo>
                    <a:pt x="25498" y="110"/>
                  </a:lnTo>
                  <a:lnTo>
                    <a:pt x="25498" y="110"/>
                  </a:lnTo>
                  <a:cubicBezTo>
                    <a:pt x="25487" y="94"/>
                    <a:pt x="25476" y="79"/>
                    <a:pt x="25465" y="63"/>
                  </a:cubicBezTo>
                  <a:lnTo>
                    <a:pt x="25402" y="1"/>
                  </a:lnTo>
                  <a:lnTo>
                    <a:pt x="25402" y="105"/>
                  </a:lnTo>
                  <a:cubicBezTo>
                    <a:pt x="25402" y="398"/>
                    <a:pt x="25360" y="691"/>
                    <a:pt x="25172" y="942"/>
                  </a:cubicBezTo>
                  <a:cubicBezTo>
                    <a:pt x="25088" y="1047"/>
                    <a:pt x="24963" y="1130"/>
                    <a:pt x="24837" y="1172"/>
                  </a:cubicBezTo>
                  <a:cubicBezTo>
                    <a:pt x="24756" y="1207"/>
                    <a:pt x="24676" y="1222"/>
                    <a:pt x="24599" y="1222"/>
                  </a:cubicBezTo>
                  <a:cubicBezTo>
                    <a:pt x="24536" y="1222"/>
                    <a:pt x="24475" y="1212"/>
                    <a:pt x="24419" y="1193"/>
                  </a:cubicBezTo>
                  <a:cubicBezTo>
                    <a:pt x="24126" y="1151"/>
                    <a:pt x="23854" y="963"/>
                    <a:pt x="23624" y="775"/>
                  </a:cubicBezTo>
                  <a:cubicBezTo>
                    <a:pt x="23393" y="607"/>
                    <a:pt x="23184" y="356"/>
                    <a:pt x="22996" y="126"/>
                  </a:cubicBezTo>
                  <a:lnTo>
                    <a:pt x="22954" y="84"/>
                  </a:lnTo>
                  <a:lnTo>
                    <a:pt x="22891" y="126"/>
                  </a:lnTo>
                  <a:cubicBezTo>
                    <a:pt x="22682" y="419"/>
                    <a:pt x="22368" y="649"/>
                    <a:pt x="22054" y="817"/>
                  </a:cubicBezTo>
                  <a:cubicBezTo>
                    <a:pt x="21772" y="948"/>
                    <a:pt x="21457" y="1029"/>
                    <a:pt x="21123" y="1029"/>
                  </a:cubicBezTo>
                  <a:cubicBezTo>
                    <a:pt x="21085" y="1029"/>
                    <a:pt x="21047" y="1028"/>
                    <a:pt x="21008" y="1026"/>
                  </a:cubicBezTo>
                  <a:cubicBezTo>
                    <a:pt x="20652" y="984"/>
                    <a:pt x="20318" y="879"/>
                    <a:pt x="19962" y="733"/>
                  </a:cubicBezTo>
                  <a:cubicBezTo>
                    <a:pt x="19815" y="649"/>
                    <a:pt x="19648" y="566"/>
                    <a:pt x="19502" y="461"/>
                  </a:cubicBezTo>
                  <a:lnTo>
                    <a:pt x="19062" y="126"/>
                  </a:lnTo>
                  <a:lnTo>
                    <a:pt x="18999" y="105"/>
                  </a:lnTo>
                  <a:lnTo>
                    <a:pt x="18958" y="126"/>
                  </a:lnTo>
                  <a:cubicBezTo>
                    <a:pt x="18581" y="419"/>
                    <a:pt x="18162" y="649"/>
                    <a:pt x="17723" y="817"/>
                  </a:cubicBezTo>
                  <a:cubicBezTo>
                    <a:pt x="17284" y="963"/>
                    <a:pt x="16802" y="1047"/>
                    <a:pt x="16342" y="1047"/>
                  </a:cubicBezTo>
                  <a:cubicBezTo>
                    <a:pt x="15861" y="1026"/>
                    <a:pt x="15401" y="942"/>
                    <a:pt x="14982" y="754"/>
                  </a:cubicBezTo>
                  <a:cubicBezTo>
                    <a:pt x="14731" y="670"/>
                    <a:pt x="14564" y="545"/>
                    <a:pt x="14354" y="440"/>
                  </a:cubicBezTo>
                  <a:cubicBezTo>
                    <a:pt x="14145" y="335"/>
                    <a:pt x="13957" y="189"/>
                    <a:pt x="13769" y="42"/>
                  </a:cubicBezTo>
                  <a:lnTo>
                    <a:pt x="13727" y="22"/>
                  </a:lnTo>
                  <a:lnTo>
                    <a:pt x="13664" y="42"/>
                  </a:lnTo>
                  <a:cubicBezTo>
                    <a:pt x="13476" y="189"/>
                    <a:pt x="13308" y="314"/>
                    <a:pt x="13099" y="440"/>
                  </a:cubicBezTo>
                  <a:cubicBezTo>
                    <a:pt x="12890" y="545"/>
                    <a:pt x="12701" y="670"/>
                    <a:pt x="12471" y="754"/>
                  </a:cubicBezTo>
                  <a:cubicBezTo>
                    <a:pt x="12053" y="963"/>
                    <a:pt x="11572" y="1047"/>
                    <a:pt x="11111" y="1047"/>
                  </a:cubicBezTo>
                  <a:cubicBezTo>
                    <a:pt x="10630" y="1047"/>
                    <a:pt x="10170" y="963"/>
                    <a:pt x="9709" y="817"/>
                  </a:cubicBezTo>
                  <a:cubicBezTo>
                    <a:pt x="9270" y="649"/>
                    <a:pt x="8851" y="419"/>
                    <a:pt x="8496" y="126"/>
                  </a:cubicBezTo>
                  <a:lnTo>
                    <a:pt x="8433" y="105"/>
                  </a:lnTo>
                  <a:lnTo>
                    <a:pt x="8391" y="126"/>
                  </a:lnTo>
                  <a:lnTo>
                    <a:pt x="7931" y="461"/>
                  </a:lnTo>
                  <a:cubicBezTo>
                    <a:pt x="7784" y="545"/>
                    <a:pt x="7617" y="649"/>
                    <a:pt x="7471" y="733"/>
                  </a:cubicBezTo>
                  <a:cubicBezTo>
                    <a:pt x="7136" y="879"/>
                    <a:pt x="6780" y="984"/>
                    <a:pt x="6424" y="1026"/>
                  </a:cubicBezTo>
                  <a:cubicBezTo>
                    <a:pt x="6386" y="1028"/>
                    <a:pt x="6348" y="1029"/>
                    <a:pt x="6310" y="1029"/>
                  </a:cubicBezTo>
                  <a:cubicBezTo>
                    <a:pt x="5976" y="1029"/>
                    <a:pt x="5660" y="948"/>
                    <a:pt x="5378" y="817"/>
                  </a:cubicBezTo>
                  <a:cubicBezTo>
                    <a:pt x="5104" y="670"/>
                    <a:pt x="4830" y="476"/>
                    <a:pt x="4626" y="234"/>
                  </a:cubicBezTo>
                  <a:lnTo>
                    <a:pt x="4626" y="234"/>
                  </a:lnTo>
                  <a:cubicBezTo>
                    <a:pt x="4632" y="226"/>
                    <a:pt x="4639" y="218"/>
                    <a:pt x="4646" y="210"/>
                  </a:cubicBezTo>
                  <a:lnTo>
                    <a:pt x="4605" y="210"/>
                  </a:lnTo>
                  <a:cubicBezTo>
                    <a:pt x="4583" y="183"/>
                    <a:pt x="4562" y="155"/>
                    <a:pt x="4541" y="126"/>
                  </a:cubicBezTo>
                  <a:lnTo>
                    <a:pt x="4478" y="84"/>
                  </a:lnTo>
                  <a:lnTo>
                    <a:pt x="4437" y="126"/>
                  </a:lnTo>
                  <a:cubicBezTo>
                    <a:pt x="4248" y="356"/>
                    <a:pt x="4039" y="607"/>
                    <a:pt x="3809" y="775"/>
                  </a:cubicBezTo>
                  <a:cubicBezTo>
                    <a:pt x="3558" y="963"/>
                    <a:pt x="3307" y="1130"/>
                    <a:pt x="3014" y="1193"/>
                  </a:cubicBezTo>
                  <a:cubicBezTo>
                    <a:pt x="2957" y="1212"/>
                    <a:pt x="2897" y="1222"/>
                    <a:pt x="2834" y="1222"/>
                  </a:cubicBezTo>
                  <a:cubicBezTo>
                    <a:pt x="2757" y="1222"/>
                    <a:pt x="2676" y="1207"/>
                    <a:pt x="2595" y="1172"/>
                  </a:cubicBezTo>
                  <a:cubicBezTo>
                    <a:pt x="2470" y="1151"/>
                    <a:pt x="2344" y="1047"/>
                    <a:pt x="2261" y="942"/>
                  </a:cubicBezTo>
                  <a:cubicBezTo>
                    <a:pt x="2072" y="691"/>
                    <a:pt x="2030" y="377"/>
                    <a:pt x="2030" y="105"/>
                  </a:cubicBezTo>
                  <a:lnTo>
                    <a:pt x="203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33" name="Google Shape;4633;p38"/>
            <p:cNvSpPr/>
            <p:nvPr/>
          </p:nvSpPr>
          <p:spPr>
            <a:xfrm>
              <a:off x="6087339" y="2694564"/>
              <a:ext cx="16396" cy="18293"/>
            </a:xfrm>
            <a:custGeom>
              <a:avLst/>
              <a:gdLst/>
              <a:ahLst/>
              <a:cxnLst/>
              <a:rect l="l" t="t" r="r" b="b"/>
              <a:pathLst>
                <a:path w="294" h="328" extrusionOk="0">
                  <a:moveTo>
                    <a:pt x="213" y="0"/>
                  </a:moveTo>
                  <a:cubicBezTo>
                    <a:pt x="195" y="0"/>
                    <a:pt x="173" y="5"/>
                    <a:pt x="147" y="14"/>
                  </a:cubicBezTo>
                  <a:lnTo>
                    <a:pt x="105" y="14"/>
                  </a:lnTo>
                  <a:cubicBezTo>
                    <a:pt x="63" y="77"/>
                    <a:pt x="42" y="140"/>
                    <a:pt x="0" y="223"/>
                  </a:cubicBezTo>
                  <a:lnTo>
                    <a:pt x="0" y="286"/>
                  </a:lnTo>
                  <a:cubicBezTo>
                    <a:pt x="0" y="307"/>
                    <a:pt x="42" y="328"/>
                    <a:pt x="63" y="328"/>
                  </a:cubicBezTo>
                  <a:cubicBezTo>
                    <a:pt x="105" y="328"/>
                    <a:pt x="168" y="328"/>
                    <a:pt x="189" y="307"/>
                  </a:cubicBezTo>
                  <a:cubicBezTo>
                    <a:pt x="210" y="286"/>
                    <a:pt x="252" y="223"/>
                    <a:pt x="272" y="182"/>
                  </a:cubicBezTo>
                  <a:cubicBezTo>
                    <a:pt x="272" y="119"/>
                    <a:pt x="293" y="77"/>
                    <a:pt x="252" y="35"/>
                  </a:cubicBezTo>
                  <a:cubicBezTo>
                    <a:pt x="252" y="11"/>
                    <a:pt x="237"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34" name="Google Shape;4634;p38"/>
            <p:cNvSpPr/>
            <p:nvPr/>
          </p:nvSpPr>
          <p:spPr>
            <a:xfrm>
              <a:off x="6185382" y="2683243"/>
              <a:ext cx="18683" cy="20691"/>
            </a:xfrm>
            <a:custGeom>
              <a:avLst/>
              <a:gdLst/>
              <a:ahLst/>
              <a:cxnLst/>
              <a:rect l="l" t="t" r="r" b="b"/>
              <a:pathLst>
                <a:path w="335" h="371" extrusionOk="0">
                  <a:moveTo>
                    <a:pt x="165" y="0"/>
                  </a:moveTo>
                  <a:cubicBezTo>
                    <a:pt x="72" y="0"/>
                    <a:pt x="0" y="108"/>
                    <a:pt x="0" y="196"/>
                  </a:cubicBezTo>
                  <a:cubicBezTo>
                    <a:pt x="0" y="217"/>
                    <a:pt x="0" y="259"/>
                    <a:pt x="21" y="301"/>
                  </a:cubicBezTo>
                  <a:cubicBezTo>
                    <a:pt x="33" y="350"/>
                    <a:pt x="74" y="370"/>
                    <a:pt x="123" y="370"/>
                  </a:cubicBezTo>
                  <a:cubicBezTo>
                    <a:pt x="157" y="370"/>
                    <a:pt x="196" y="360"/>
                    <a:pt x="230" y="343"/>
                  </a:cubicBezTo>
                  <a:cubicBezTo>
                    <a:pt x="314" y="301"/>
                    <a:pt x="335" y="217"/>
                    <a:pt x="314" y="133"/>
                  </a:cubicBezTo>
                  <a:cubicBezTo>
                    <a:pt x="314" y="113"/>
                    <a:pt x="314" y="92"/>
                    <a:pt x="293" y="71"/>
                  </a:cubicBezTo>
                  <a:cubicBezTo>
                    <a:pt x="249" y="20"/>
                    <a:pt x="205" y="0"/>
                    <a:pt x="1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35" name="Google Shape;4635;p38"/>
            <p:cNvSpPr/>
            <p:nvPr/>
          </p:nvSpPr>
          <p:spPr>
            <a:xfrm>
              <a:off x="6325365" y="2683020"/>
              <a:ext cx="18739" cy="19352"/>
            </a:xfrm>
            <a:custGeom>
              <a:avLst/>
              <a:gdLst/>
              <a:ahLst/>
              <a:cxnLst/>
              <a:rect l="l" t="t" r="r" b="b"/>
              <a:pathLst>
                <a:path w="336" h="347" extrusionOk="0">
                  <a:moveTo>
                    <a:pt x="190" y="0"/>
                  </a:moveTo>
                  <a:cubicBezTo>
                    <a:pt x="125" y="0"/>
                    <a:pt x="59" y="55"/>
                    <a:pt x="22" y="117"/>
                  </a:cubicBezTo>
                  <a:cubicBezTo>
                    <a:pt x="1" y="137"/>
                    <a:pt x="1" y="179"/>
                    <a:pt x="1" y="200"/>
                  </a:cubicBezTo>
                  <a:cubicBezTo>
                    <a:pt x="1" y="263"/>
                    <a:pt x="64" y="326"/>
                    <a:pt x="126" y="347"/>
                  </a:cubicBezTo>
                  <a:cubicBezTo>
                    <a:pt x="210" y="347"/>
                    <a:pt x="273" y="305"/>
                    <a:pt x="315" y="242"/>
                  </a:cubicBezTo>
                  <a:cubicBezTo>
                    <a:pt x="336" y="200"/>
                    <a:pt x="336" y="137"/>
                    <a:pt x="315" y="96"/>
                  </a:cubicBezTo>
                  <a:cubicBezTo>
                    <a:pt x="280" y="27"/>
                    <a:pt x="235" y="0"/>
                    <a:pt x="1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36" name="Google Shape;4636;p38"/>
            <p:cNvSpPr/>
            <p:nvPr/>
          </p:nvSpPr>
          <p:spPr>
            <a:xfrm>
              <a:off x="6541251" y="2682462"/>
              <a:ext cx="21081" cy="23925"/>
            </a:xfrm>
            <a:custGeom>
              <a:avLst/>
              <a:gdLst/>
              <a:ahLst/>
              <a:cxnLst/>
              <a:rect l="l" t="t" r="r" b="b"/>
              <a:pathLst>
                <a:path w="378" h="429" extrusionOk="0">
                  <a:moveTo>
                    <a:pt x="210" y="1"/>
                  </a:moveTo>
                  <a:cubicBezTo>
                    <a:pt x="84" y="1"/>
                    <a:pt x="1" y="147"/>
                    <a:pt x="1" y="231"/>
                  </a:cubicBezTo>
                  <a:cubicBezTo>
                    <a:pt x="1" y="315"/>
                    <a:pt x="22" y="399"/>
                    <a:pt x="105" y="419"/>
                  </a:cubicBezTo>
                  <a:cubicBezTo>
                    <a:pt x="124" y="426"/>
                    <a:pt x="140" y="428"/>
                    <a:pt x="156" y="428"/>
                  </a:cubicBezTo>
                  <a:cubicBezTo>
                    <a:pt x="194" y="428"/>
                    <a:pt x="228" y="413"/>
                    <a:pt x="273" y="399"/>
                  </a:cubicBezTo>
                  <a:cubicBezTo>
                    <a:pt x="315" y="357"/>
                    <a:pt x="315" y="315"/>
                    <a:pt x="336" y="252"/>
                  </a:cubicBezTo>
                  <a:cubicBezTo>
                    <a:pt x="377" y="147"/>
                    <a:pt x="315" y="22"/>
                    <a:pt x="2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37" name="Google Shape;4637;p38"/>
            <p:cNvSpPr/>
            <p:nvPr/>
          </p:nvSpPr>
          <p:spPr>
            <a:xfrm>
              <a:off x="6831980" y="2676550"/>
              <a:ext cx="25598" cy="26268"/>
            </a:xfrm>
            <a:custGeom>
              <a:avLst/>
              <a:gdLst/>
              <a:ahLst/>
              <a:cxnLst/>
              <a:rect l="l" t="t" r="r" b="b"/>
              <a:pathLst>
                <a:path w="459" h="471" extrusionOk="0">
                  <a:moveTo>
                    <a:pt x="259" y="1"/>
                  </a:moveTo>
                  <a:cubicBezTo>
                    <a:pt x="91" y="1"/>
                    <a:pt x="0" y="158"/>
                    <a:pt x="40" y="316"/>
                  </a:cubicBezTo>
                  <a:cubicBezTo>
                    <a:pt x="81" y="379"/>
                    <a:pt x="123" y="463"/>
                    <a:pt x="207" y="463"/>
                  </a:cubicBezTo>
                  <a:cubicBezTo>
                    <a:pt x="218" y="468"/>
                    <a:pt x="232" y="471"/>
                    <a:pt x="248" y="471"/>
                  </a:cubicBezTo>
                  <a:cubicBezTo>
                    <a:pt x="289" y="471"/>
                    <a:pt x="338" y="451"/>
                    <a:pt x="353" y="421"/>
                  </a:cubicBezTo>
                  <a:cubicBezTo>
                    <a:pt x="458" y="316"/>
                    <a:pt x="437" y="44"/>
                    <a:pt x="291" y="2"/>
                  </a:cubicBezTo>
                  <a:cubicBezTo>
                    <a:pt x="280" y="1"/>
                    <a:pt x="269" y="1"/>
                    <a:pt x="2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38" name="Google Shape;4638;p38"/>
            <p:cNvSpPr/>
            <p:nvPr/>
          </p:nvSpPr>
          <p:spPr>
            <a:xfrm>
              <a:off x="7128230" y="2683187"/>
              <a:ext cx="16396" cy="23870"/>
            </a:xfrm>
            <a:custGeom>
              <a:avLst/>
              <a:gdLst/>
              <a:ahLst/>
              <a:cxnLst/>
              <a:rect l="l" t="t" r="r" b="b"/>
              <a:pathLst>
                <a:path w="294" h="428" extrusionOk="0">
                  <a:moveTo>
                    <a:pt x="182" y="1"/>
                  </a:moveTo>
                  <a:cubicBezTo>
                    <a:pt x="83" y="1"/>
                    <a:pt x="18" y="107"/>
                    <a:pt x="0" y="197"/>
                  </a:cubicBezTo>
                  <a:cubicBezTo>
                    <a:pt x="0" y="239"/>
                    <a:pt x="0" y="302"/>
                    <a:pt x="21" y="344"/>
                  </a:cubicBezTo>
                  <a:cubicBezTo>
                    <a:pt x="42" y="406"/>
                    <a:pt x="105" y="427"/>
                    <a:pt x="147" y="427"/>
                  </a:cubicBezTo>
                  <a:cubicBezTo>
                    <a:pt x="231" y="427"/>
                    <a:pt x="251" y="365"/>
                    <a:pt x="272" y="302"/>
                  </a:cubicBezTo>
                  <a:cubicBezTo>
                    <a:pt x="293" y="239"/>
                    <a:pt x="293" y="197"/>
                    <a:pt x="293" y="134"/>
                  </a:cubicBezTo>
                  <a:cubicBezTo>
                    <a:pt x="293" y="93"/>
                    <a:pt x="251" y="30"/>
                    <a:pt x="231" y="9"/>
                  </a:cubicBezTo>
                  <a:cubicBezTo>
                    <a:pt x="214" y="3"/>
                    <a:pt x="197" y="1"/>
                    <a:pt x="1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39" name="Google Shape;4639;p38"/>
            <p:cNvSpPr/>
            <p:nvPr/>
          </p:nvSpPr>
          <p:spPr>
            <a:xfrm>
              <a:off x="7339766" y="2682964"/>
              <a:ext cx="27718" cy="22364"/>
            </a:xfrm>
            <a:custGeom>
              <a:avLst/>
              <a:gdLst/>
              <a:ahLst/>
              <a:cxnLst/>
              <a:rect l="l" t="t" r="r" b="b"/>
              <a:pathLst>
                <a:path w="497" h="401" extrusionOk="0">
                  <a:moveTo>
                    <a:pt x="331" y="0"/>
                  </a:moveTo>
                  <a:cubicBezTo>
                    <a:pt x="176" y="0"/>
                    <a:pt x="0" y="207"/>
                    <a:pt x="183" y="348"/>
                  </a:cubicBezTo>
                  <a:cubicBezTo>
                    <a:pt x="210" y="384"/>
                    <a:pt x="254" y="401"/>
                    <a:pt x="300" y="401"/>
                  </a:cubicBezTo>
                  <a:cubicBezTo>
                    <a:pt x="358" y="401"/>
                    <a:pt x="420" y="374"/>
                    <a:pt x="455" y="327"/>
                  </a:cubicBezTo>
                  <a:cubicBezTo>
                    <a:pt x="497" y="285"/>
                    <a:pt x="497" y="222"/>
                    <a:pt x="497" y="180"/>
                  </a:cubicBezTo>
                  <a:cubicBezTo>
                    <a:pt x="476" y="50"/>
                    <a:pt x="406" y="0"/>
                    <a:pt x="3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40" name="Google Shape;4640;p38"/>
            <p:cNvSpPr/>
            <p:nvPr/>
          </p:nvSpPr>
          <p:spPr>
            <a:xfrm>
              <a:off x="7484266" y="2681848"/>
              <a:ext cx="20914" cy="22866"/>
            </a:xfrm>
            <a:custGeom>
              <a:avLst/>
              <a:gdLst/>
              <a:ahLst/>
              <a:cxnLst/>
              <a:rect l="l" t="t" r="r" b="b"/>
              <a:pathLst>
                <a:path w="375" h="410" extrusionOk="0">
                  <a:moveTo>
                    <a:pt x="188" y="0"/>
                  </a:moveTo>
                  <a:cubicBezTo>
                    <a:pt x="94" y="0"/>
                    <a:pt x="1" y="174"/>
                    <a:pt x="19" y="284"/>
                  </a:cubicBezTo>
                  <a:cubicBezTo>
                    <a:pt x="40" y="347"/>
                    <a:pt x="103" y="410"/>
                    <a:pt x="145" y="410"/>
                  </a:cubicBezTo>
                  <a:cubicBezTo>
                    <a:pt x="186" y="410"/>
                    <a:pt x="270" y="368"/>
                    <a:pt x="291" y="326"/>
                  </a:cubicBezTo>
                  <a:cubicBezTo>
                    <a:pt x="354" y="263"/>
                    <a:pt x="375" y="200"/>
                    <a:pt x="354" y="138"/>
                  </a:cubicBezTo>
                  <a:cubicBezTo>
                    <a:pt x="354" y="54"/>
                    <a:pt x="291" y="12"/>
                    <a:pt x="228" y="12"/>
                  </a:cubicBezTo>
                  <a:cubicBezTo>
                    <a:pt x="215" y="4"/>
                    <a:pt x="202" y="0"/>
                    <a:pt x="1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41" name="Google Shape;4641;p38"/>
            <p:cNvSpPr/>
            <p:nvPr/>
          </p:nvSpPr>
          <p:spPr>
            <a:xfrm>
              <a:off x="7590173" y="2702149"/>
              <a:ext cx="22308" cy="18181"/>
            </a:xfrm>
            <a:custGeom>
              <a:avLst/>
              <a:gdLst/>
              <a:ahLst/>
              <a:cxnLst/>
              <a:rect l="l" t="t" r="r" b="b"/>
              <a:pathLst>
                <a:path w="400" h="326" extrusionOk="0">
                  <a:moveTo>
                    <a:pt x="226" y="0"/>
                  </a:moveTo>
                  <a:cubicBezTo>
                    <a:pt x="215" y="0"/>
                    <a:pt x="204" y="1"/>
                    <a:pt x="191" y="4"/>
                  </a:cubicBezTo>
                  <a:cubicBezTo>
                    <a:pt x="0" y="42"/>
                    <a:pt x="19" y="325"/>
                    <a:pt x="167" y="325"/>
                  </a:cubicBezTo>
                  <a:cubicBezTo>
                    <a:pt x="181" y="325"/>
                    <a:pt x="196" y="323"/>
                    <a:pt x="212" y="318"/>
                  </a:cubicBezTo>
                  <a:cubicBezTo>
                    <a:pt x="390" y="298"/>
                    <a:pt x="400"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42" name="Google Shape;4642;p38"/>
            <p:cNvSpPr/>
            <p:nvPr/>
          </p:nvSpPr>
          <p:spPr>
            <a:xfrm>
              <a:off x="5941500" y="2959025"/>
              <a:ext cx="1805219" cy="129721"/>
            </a:xfrm>
            <a:custGeom>
              <a:avLst/>
              <a:gdLst/>
              <a:ahLst/>
              <a:cxnLst/>
              <a:rect l="l" t="t" r="r" b="b"/>
              <a:pathLst>
                <a:path w="32369" h="2326" extrusionOk="0">
                  <a:moveTo>
                    <a:pt x="2092" y="482"/>
                  </a:moveTo>
                  <a:cubicBezTo>
                    <a:pt x="2082" y="589"/>
                    <a:pt x="2076" y="691"/>
                    <a:pt x="2077" y="793"/>
                  </a:cubicBezTo>
                  <a:lnTo>
                    <a:pt x="2077" y="793"/>
                  </a:lnTo>
                  <a:cubicBezTo>
                    <a:pt x="2113" y="698"/>
                    <a:pt x="2145" y="602"/>
                    <a:pt x="2176" y="503"/>
                  </a:cubicBezTo>
                  <a:lnTo>
                    <a:pt x="2092" y="482"/>
                  </a:lnTo>
                  <a:close/>
                  <a:moveTo>
                    <a:pt x="209" y="670"/>
                  </a:moveTo>
                  <a:lnTo>
                    <a:pt x="209" y="670"/>
                  </a:lnTo>
                  <a:cubicBezTo>
                    <a:pt x="184" y="745"/>
                    <a:pt x="162" y="822"/>
                    <a:pt x="144" y="900"/>
                  </a:cubicBezTo>
                  <a:lnTo>
                    <a:pt x="144" y="900"/>
                  </a:lnTo>
                  <a:cubicBezTo>
                    <a:pt x="164" y="823"/>
                    <a:pt x="185" y="747"/>
                    <a:pt x="209" y="670"/>
                  </a:cubicBezTo>
                  <a:close/>
                  <a:moveTo>
                    <a:pt x="144" y="900"/>
                  </a:moveTo>
                  <a:cubicBezTo>
                    <a:pt x="77" y="1158"/>
                    <a:pt x="32" y="1416"/>
                    <a:pt x="0" y="1675"/>
                  </a:cubicBezTo>
                  <a:cubicBezTo>
                    <a:pt x="63" y="1842"/>
                    <a:pt x="209" y="1968"/>
                    <a:pt x="377" y="2030"/>
                  </a:cubicBezTo>
                  <a:cubicBezTo>
                    <a:pt x="487" y="2055"/>
                    <a:pt x="583" y="2065"/>
                    <a:pt x="681" y="2065"/>
                  </a:cubicBezTo>
                  <a:cubicBezTo>
                    <a:pt x="715" y="2065"/>
                    <a:pt x="748" y="2064"/>
                    <a:pt x="783" y="2062"/>
                  </a:cubicBezTo>
                  <a:lnTo>
                    <a:pt x="783" y="2062"/>
                  </a:lnTo>
                  <a:cubicBezTo>
                    <a:pt x="780" y="2062"/>
                    <a:pt x="777" y="2062"/>
                    <a:pt x="774" y="2062"/>
                  </a:cubicBezTo>
                  <a:cubicBezTo>
                    <a:pt x="691" y="2062"/>
                    <a:pt x="607" y="2051"/>
                    <a:pt x="523" y="2030"/>
                  </a:cubicBezTo>
                  <a:cubicBezTo>
                    <a:pt x="356" y="1968"/>
                    <a:pt x="209" y="1842"/>
                    <a:pt x="167" y="1675"/>
                  </a:cubicBezTo>
                  <a:cubicBezTo>
                    <a:pt x="72" y="1419"/>
                    <a:pt x="85" y="1152"/>
                    <a:pt x="144" y="900"/>
                  </a:cubicBezTo>
                  <a:close/>
                  <a:moveTo>
                    <a:pt x="5084" y="1"/>
                  </a:moveTo>
                  <a:lnTo>
                    <a:pt x="4980" y="273"/>
                  </a:lnTo>
                  <a:cubicBezTo>
                    <a:pt x="4976" y="287"/>
                    <a:pt x="4971" y="301"/>
                    <a:pt x="4967" y="315"/>
                  </a:cubicBezTo>
                  <a:lnTo>
                    <a:pt x="4896" y="315"/>
                  </a:lnTo>
                  <a:cubicBezTo>
                    <a:pt x="4906" y="354"/>
                    <a:pt x="4916" y="393"/>
                    <a:pt x="4926" y="433"/>
                  </a:cubicBezTo>
                  <a:lnTo>
                    <a:pt x="4926" y="433"/>
                  </a:lnTo>
                  <a:cubicBezTo>
                    <a:pt x="4812" y="733"/>
                    <a:pt x="4628" y="1025"/>
                    <a:pt x="4415" y="1256"/>
                  </a:cubicBezTo>
                  <a:cubicBezTo>
                    <a:pt x="4185" y="1549"/>
                    <a:pt x="3871" y="1779"/>
                    <a:pt x="3515" y="1863"/>
                  </a:cubicBezTo>
                  <a:cubicBezTo>
                    <a:pt x="3404" y="1889"/>
                    <a:pt x="3285" y="1905"/>
                    <a:pt x="3167" y="1905"/>
                  </a:cubicBezTo>
                  <a:cubicBezTo>
                    <a:pt x="2908" y="1905"/>
                    <a:pt x="2655" y="1828"/>
                    <a:pt x="2511" y="1612"/>
                  </a:cubicBezTo>
                  <a:cubicBezTo>
                    <a:pt x="2281" y="1319"/>
                    <a:pt x="2260" y="901"/>
                    <a:pt x="2302" y="524"/>
                  </a:cubicBezTo>
                  <a:lnTo>
                    <a:pt x="2239" y="503"/>
                  </a:lnTo>
                  <a:cubicBezTo>
                    <a:pt x="2193" y="640"/>
                    <a:pt x="2139" y="777"/>
                    <a:pt x="2080" y="913"/>
                  </a:cubicBezTo>
                  <a:lnTo>
                    <a:pt x="2080" y="913"/>
                  </a:lnTo>
                  <a:cubicBezTo>
                    <a:pt x="2078" y="873"/>
                    <a:pt x="2077" y="833"/>
                    <a:pt x="2077" y="793"/>
                  </a:cubicBezTo>
                  <a:lnTo>
                    <a:pt x="2077" y="793"/>
                  </a:lnTo>
                  <a:cubicBezTo>
                    <a:pt x="1990" y="1021"/>
                    <a:pt x="1884" y="1238"/>
                    <a:pt x="1737" y="1445"/>
                  </a:cubicBezTo>
                  <a:cubicBezTo>
                    <a:pt x="1527" y="1738"/>
                    <a:pt x="1255" y="1989"/>
                    <a:pt x="900" y="2051"/>
                  </a:cubicBezTo>
                  <a:cubicBezTo>
                    <a:pt x="859" y="2056"/>
                    <a:pt x="820" y="2059"/>
                    <a:pt x="783" y="2062"/>
                  </a:cubicBezTo>
                  <a:lnTo>
                    <a:pt x="783" y="2062"/>
                  </a:lnTo>
                  <a:cubicBezTo>
                    <a:pt x="864" y="2061"/>
                    <a:pt x="944" y="2051"/>
                    <a:pt x="1025" y="2030"/>
                  </a:cubicBezTo>
                  <a:cubicBezTo>
                    <a:pt x="1360" y="1947"/>
                    <a:pt x="1632" y="1675"/>
                    <a:pt x="1820" y="1424"/>
                  </a:cubicBezTo>
                  <a:cubicBezTo>
                    <a:pt x="1915" y="1259"/>
                    <a:pt x="2002" y="1087"/>
                    <a:pt x="2080" y="913"/>
                  </a:cubicBezTo>
                  <a:lnTo>
                    <a:pt x="2080" y="913"/>
                  </a:lnTo>
                  <a:cubicBezTo>
                    <a:pt x="2082" y="970"/>
                    <a:pt x="2086" y="1029"/>
                    <a:pt x="2092" y="1089"/>
                  </a:cubicBezTo>
                  <a:cubicBezTo>
                    <a:pt x="2134" y="1298"/>
                    <a:pt x="2176" y="1466"/>
                    <a:pt x="2302" y="1654"/>
                  </a:cubicBezTo>
                  <a:cubicBezTo>
                    <a:pt x="2448" y="1842"/>
                    <a:pt x="2615" y="1947"/>
                    <a:pt x="2825" y="1989"/>
                  </a:cubicBezTo>
                  <a:cubicBezTo>
                    <a:pt x="2910" y="2017"/>
                    <a:pt x="2999" y="2028"/>
                    <a:pt x="3091" y="2028"/>
                  </a:cubicBezTo>
                  <a:cubicBezTo>
                    <a:pt x="3202" y="2028"/>
                    <a:pt x="3317" y="2012"/>
                    <a:pt x="3432" y="1989"/>
                  </a:cubicBezTo>
                  <a:cubicBezTo>
                    <a:pt x="3850" y="1884"/>
                    <a:pt x="4185" y="1654"/>
                    <a:pt x="4457" y="1340"/>
                  </a:cubicBezTo>
                  <a:cubicBezTo>
                    <a:pt x="4654" y="1110"/>
                    <a:pt x="4825" y="842"/>
                    <a:pt x="4960" y="555"/>
                  </a:cubicBezTo>
                  <a:lnTo>
                    <a:pt x="4960" y="555"/>
                  </a:lnTo>
                  <a:cubicBezTo>
                    <a:pt x="5090" y="995"/>
                    <a:pt x="5292" y="1422"/>
                    <a:pt x="5628" y="1758"/>
                  </a:cubicBezTo>
                  <a:cubicBezTo>
                    <a:pt x="5838" y="1968"/>
                    <a:pt x="6068" y="2135"/>
                    <a:pt x="6340" y="2198"/>
                  </a:cubicBezTo>
                  <a:cubicBezTo>
                    <a:pt x="6532" y="2262"/>
                    <a:pt x="6748" y="2289"/>
                    <a:pt x="6961" y="2289"/>
                  </a:cubicBezTo>
                  <a:cubicBezTo>
                    <a:pt x="7026" y="2289"/>
                    <a:pt x="7092" y="2286"/>
                    <a:pt x="7156" y="2282"/>
                  </a:cubicBezTo>
                  <a:cubicBezTo>
                    <a:pt x="7428" y="2240"/>
                    <a:pt x="7700" y="2177"/>
                    <a:pt x="7951" y="2072"/>
                  </a:cubicBezTo>
                  <a:cubicBezTo>
                    <a:pt x="8202" y="1968"/>
                    <a:pt x="8432" y="1821"/>
                    <a:pt x="8641" y="1633"/>
                  </a:cubicBezTo>
                  <a:cubicBezTo>
                    <a:pt x="9003" y="1344"/>
                    <a:pt x="9271" y="945"/>
                    <a:pt x="9499" y="545"/>
                  </a:cubicBezTo>
                  <a:lnTo>
                    <a:pt x="9499" y="545"/>
                  </a:lnTo>
                  <a:cubicBezTo>
                    <a:pt x="9811" y="1072"/>
                    <a:pt x="10251" y="1526"/>
                    <a:pt x="10776" y="1863"/>
                  </a:cubicBezTo>
                  <a:cubicBezTo>
                    <a:pt x="11272" y="2171"/>
                    <a:pt x="11853" y="2325"/>
                    <a:pt x="12426" y="2325"/>
                  </a:cubicBezTo>
                  <a:cubicBezTo>
                    <a:pt x="12553" y="2325"/>
                    <a:pt x="12680" y="2318"/>
                    <a:pt x="12805" y="2302"/>
                  </a:cubicBezTo>
                  <a:cubicBezTo>
                    <a:pt x="13475" y="2261"/>
                    <a:pt x="14165" y="2135"/>
                    <a:pt x="14793" y="1821"/>
                  </a:cubicBezTo>
                  <a:cubicBezTo>
                    <a:pt x="15107" y="1654"/>
                    <a:pt x="15379" y="1466"/>
                    <a:pt x="15630" y="1214"/>
                  </a:cubicBezTo>
                  <a:cubicBezTo>
                    <a:pt x="15824" y="1005"/>
                    <a:pt x="15980" y="783"/>
                    <a:pt x="16128" y="567"/>
                  </a:cubicBezTo>
                  <a:lnTo>
                    <a:pt x="16128" y="567"/>
                  </a:lnTo>
                  <a:cubicBezTo>
                    <a:pt x="16283" y="797"/>
                    <a:pt x="16452" y="999"/>
                    <a:pt x="16634" y="1214"/>
                  </a:cubicBezTo>
                  <a:cubicBezTo>
                    <a:pt x="16885" y="1445"/>
                    <a:pt x="17157" y="1654"/>
                    <a:pt x="17471" y="1821"/>
                  </a:cubicBezTo>
                  <a:cubicBezTo>
                    <a:pt x="18099" y="2135"/>
                    <a:pt x="18789" y="2261"/>
                    <a:pt x="19459" y="2302"/>
                  </a:cubicBezTo>
                  <a:cubicBezTo>
                    <a:pt x="19574" y="2313"/>
                    <a:pt x="19690" y="2318"/>
                    <a:pt x="19805" y="2318"/>
                  </a:cubicBezTo>
                  <a:cubicBezTo>
                    <a:pt x="20399" y="2318"/>
                    <a:pt x="20980" y="2179"/>
                    <a:pt x="21489" y="1863"/>
                  </a:cubicBezTo>
                  <a:cubicBezTo>
                    <a:pt x="22012" y="1545"/>
                    <a:pt x="22453" y="1093"/>
                    <a:pt x="22764" y="553"/>
                  </a:cubicBezTo>
                  <a:lnTo>
                    <a:pt x="22764" y="553"/>
                  </a:lnTo>
                  <a:cubicBezTo>
                    <a:pt x="22982" y="941"/>
                    <a:pt x="23264" y="1310"/>
                    <a:pt x="23623" y="1633"/>
                  </a:cubicBezTo>
                  <a:cubicBezTo>
                    <a:pt x="23811" y="1821"/>
                    <a:pt x="24041" y="1968"/>
                    <a:pt x="24313" y="2072"/>
                  </a:cubicBezTo>
                  <a:cubicBezTo>
                    <a:pt x="24564" y="2198"/>
                    <a:pt x="24857" y="2261"/>
                    <a:pt x="25108" y="2282"/>
                  </a:cubicBezTo>
                  <a:cubicBezTo>
                    <a:pt x="25173" y="2286"/>
                    <a:pt x="25238" y="2289"/>
                    <a:pt x="25304" y="2289"/>
                  </a:cubicBezTo>
                  <a:cubicBezTo>
                    <a:pt x="25516" y="2289"/>
                    <a:pt x="25733" y="2262"/>
                    <a:pt x="25924" y="2198"/>
                  </a:cubicBezTo>
                  <a:cubicBezTo>
                    <a:pt x="26196" y="2093"/>
                    <a:pt x="26447" y="1947"/>
                    <a:pt x="26636" y="1758"/>
                  </a:cubicBezTo>
                  <a:cubicBezTo>
                    <a:pt x="26970" y="1424"/>
                    <a:pt x="27186" y="1000"/>
                    <a:pt x="27309" y="563"/>
                  </a:cubicBezTo>
                  <a:lnTo>
                    <a:pt x="27309" y="563"/>
                  </a:lnTo>
                  <a:cubicBezTo>
                    <a:pt x="27443" y="841"/>
                    <a:pt x="27613" y="1097"/>
                    <a:pt x="27808" y="1340"/>
                  </a:cubicBezTo>
                  <a:cubicBezTo>
                    <a:pt x="28080" y="1654"/>
                    <a:pt x="28435" y="1926"/>
                    <a:pt x="28833" y="1989"/>
                  </a:cubicBezTo>
                  <a:cubicBezTo>
                    <a:pt x="28936" y="2012"/>
                    <a:pt x="29046" y="2028"/>
                    <a:pt x="29158" y="2028"/>
                  </a:cubicBezTo>
                  <a:cubicBezTo>
                    <a:pt x="29251" y="2028"/>
                    <a:pt x="29345" y="2017"/>
                    <a:pt x="29440" y="1989"/>
                  </a:cubicBezTo>
                  <a:cubicBezTo>
                    <a:pt x="29649" y="1947"/>
                    <a:pt x="29816" y="1842"/>
                    <a:pt x="29963" y="1654"/>
                  </a:cubicBezTo>
                  <a:cubicBezTo>
                    <a:pt x="30088" y="1466"/>
                    <a:pt x="30130" y="1298"/>
                    <a:pt x="30172" y="1089"/>
                  </a:cubicBezTo>
                  <a:cubicBezTo>
                    <a:pt x="30182" y="987"/>
                    <a:pt x="30187" y="890"/>
                    <a:pt x="30188" y="793"/>
                  </a:cubicBezTo>
                  <a:lnTo>
                    <a:pt x="30188" y="793"/>
                  </a:lnTo>
                  <a:cubicBezTo>
                    <a:pt x="30274" y="1021"/>
                    <a:pt x="30380" y="1238"/>
                    <a:pt x="30528" y="1445"/>
                  </a:cubicBezTo>
                  <a:cubicBezTo>
                    <a:pt x="30737" y="1717"/>
                    <a:pt x="31030" y="1968"/>
                    <a:pt x="31365" y="2051"/>
                  </a:cubicBezTo>
                  <a:cubicBezTo>
                    <a:pt x="31443" y="2060"/>
                    <a:pt x="31521" y="2065"/>
                    <a:pt x="31596" y="2065"/>
                  </a:cubicBezTo>
                  <a:cubicBezTo>
                    <a:pt x="31702" y="2065"/>
                    <a:pt x="31802" y="2055"/>
                    <a:pt x="31888" y="2030"/>
                  </a:cubicBezTo>
                  <a:cubicBezTo>
                    <a:pt x="32076" y="1989"/>
                    <a:pt x="32201" y="1842"/>
                    <a:pt x="32264" y="1675"/>
                  </a:cubicBezTo>
                  <a:cubicBezTo>
                    <a:pt x="32369" y="1340"/>
                    <a:pt x="32285" y="984"/>
                    <a:pt x="32181" y="670"/>
                  </a:cubicBezTo>
                  <a:lnTo>
                    <a:pt x="32181" y="670"/>
                  </a:lnTo>
                  <a:cubicBezTo>
                    <a:pt x="32285" y="1005"/>
                    <a:pt x="32327" y="1361"/>
                    <a:pt x="32222" y="1675"/>
                  </a:cubicBezTo>
                  <a:cubicBezTo>
                    <a:pt x="32160" y="1863"/>
                    <a:pt x="32013" y="1968"/>
                    <a:pt x="31867" y="2030"/>
                  </a:cubicBezTo>
                  <a:cubicBezTo>
                    <a:pt x="31796" y="2048"/>
                    <a:pt x="31725" y="2055"/>
                    <a:pt x="31654" y="2055"/>
                  </a:cubicBezTo>
                  <a:cubicBezTo>
                    <a:pt x="31558" y="2055"/>
                    <a:pt x="31461" y="2043"/>
                    <a:pt x="31365" y="2030"/>
                  </a:cubicBezTo>
                  <a:cubicBezTo>
                    <a:pt x="31030" y="1947"/>
                    <a:pt x="30758" y="1717"/>
                    <a:pt x="30590" y="1424"/>
                  </a:cubicBezTo>
                  <a:cubicBezTo>
                    <a:pt x="30406" y="1157"/>
                    <a:pt x="30241" y="829"/>
                    <a:pt x="30176" y="521"/>
                  </a:cubicBezTo>
                  <a:lnTo>
                    <a:pt x="30176" y="521"/>
                  </a:lnTo>
                  <a:cubicBezTo>
                    <a:pt x="30174" y="508"/>
                    <a:pt x="30173" y="495"/>
                    <a:pt x="30172" y="482"/>
                  </a:cubicBezTo>
                  <a:lnTo>
                    <a:pt x="30088" y="503"/>
                  </a:lnTo>
                  <a:cubicBezTo>
                    <a:pt x="30090" y="510"/>
                    <a:pt x="30092" y="516"/>
                    <a:pt x="30094" y="522"/>
                  </a:cubicBezTo>
                  <a:lnTo>
                    <a:pt x="30094" y="522"/>
                  </a:lnTo>
                  <a:lnTo>
                    <a:pt x="30088" y="524"/>
                  </a:lnTo>
                  <a:cubicBezTo>
                    <a:pt x="30109" y="901"/>
                    <a:pt x="30088" y="1319"/>
                    <a:pt x="29879" y="1612"/>
                  </a:cubicBezTo>
                  <a:cubicBezTo>
                    <a:pt x="29735" y="1828"/>
                    <a:pt x="29492" y="1905"/>
                    <a:pt x="29232" y="1905"/>
                  </a:cubicBezTo>
                  <a:cubicBezTo>
                    <a:pt x="29114" y="1905"/>
                    <a:pt x="28992" y="1889"/>
                    <a:pt x="28875" y="1863"/>
                  </a:cubicBezTo>
                  <a:cubicBezTo>
                    <a:pt x="28519" y="1779"/>
                    <a:pt x="28205" y="1549"/>
                    <a:pt x="27975" y="1256"/>
                  </a:cubicBezTo>
                  <a:cubicBezTo>
                    <a:pt x="27724" y="984"/>
                    <a:pt x="27556" y="608"/>
                    <a:pt x="27410" y="273"/>
                  </a:cubicBezTo>
                  <a:lnTo>
                    <a:pt x="27305" y="1"/>
                  </a:lnTo>
                  <a:lnTo>
                    <a:pt x="27264" y="294"/>
                  </a:lnTo>
                  <a:cubicBezTo>
                    <a:pt x="27262" y="301"/>
                    <a:pt x="27260" y="308"/>
                    <a:pt x="27258" y="315"/>
                  </a:cubicBezTo>
                  <a:lnTo>
                    <a:pt x="27201" y="315"/>
                  </a:lnTo>
                  <a:cubicBezTo>
                    <a:pt x="27212" y="344"/>
                    <a:pt x="27224" y="372"/>
                    <a:pt x="27236" y="401"/>
                  </a:cubicBezTo>
                  <a:lnTo>
                    <a:pt x="27236" y="401"/>
                  </a:lnTo>
                  <a:cubicBezTo>
                    <a:pt x="27107" y="866"/>
                    <a:pt x="26902" y="1322"/>
                    <a:pt x="26552" y="1633"/>
                  </a:cubicBezTo>
                  <a:cubicBezTo>
                    <a:pt x="26364" y="1821"/>
                    <a:pt x="26155" y="1947"/>
                    <a:pt x="25924" y="2010"/>
                  </a:cubicBezTo>
                  <a:cubicBezTo>
                    <a:pt x="25752" y="2057"/>
                    <a:pt x="25579" y="2080"/>
                    <a:pt x="25389" y="2080"/>
                  </a:cubicBezTo>
                  <a:cubicBezTo>
                    <a:pt x="25325" y="2080"/>
                    <a:pt x="25260" y="2078"/>
                    <a:pt x="25192" y="2072"/>
                  </a:cubicBezTo>
                  <a:cubicBezTo>
                    <a:pt x="24941" y="2051"/>
                    <a:pt x="24690" y="1989"/>
                    <a:pt x="24460" y="1884"/>
                  </a:cubicBezTo>
                  <a:cubicBezTo>
                    <a:pt x="24230" y="1779"/>
                    <a:pt x="24020" y="1633"/>
                    <a:pt x="23832" y="1466"/>
                  </a:cubicBezTo>
                  <a:cubicBezTo>
                    <a:pt x="23434" y="1131"/>
                    <a:pt x="23162" y="712"/>
                    <a:pt x="22911" y="252"/>
                  </a:cubicBezTo>
                  <a:lnTo>
                    <a:pt x="22807" y="64"/>
                  </a:lnTo>
                  <a:lnTo>
                    <a:pt x="22702" y="273"/>
                  </a:lnTo>
                  <a:cubicBezTo>
                    <a:pt x="22388" y="838"/>
                    <a:pt x="21949" y="1361"/>
                    <a:pt x="21405" y="1675"/>
                  </a:cubicBezTo>
                  <a:cubicBezTo>
                    <a:pt x="20961" y="1948"/>
                    <a:pt x="20435" y="2095"/>
                    <a:pt x="19904" y="2095"/>
                  </a:cubicBezTo>
                  <a:cubicBezTo>
                    <a:pt x="19783" y="2095"/>
                    <a:pt x="19663" y="2088"/>
                    <a:pt x="19543" y="2072"/>
                  </a:cubicBezTo>
                  <a:cubicBezTo>
                    <a:pt x="18894" y="2010"/>
                    <a:pt x="18245" y="1884"/>
                    <a:pt x="17660" y="1612"/>
                  </a:cubicBezTo>
                  <a:cubicBezTo>
                    <a:pt x="17095" y="1340"/>
                    <a:pt x="16634" y="838"/>
                    <a:pt x="16300" y="273"/>
                  </a:cubicBezTo>
                  <a:lnTo>
                    <a:pt x="16195" y="85"/>
                  </a:lnTo>
                  <a:lnTo>
                    <a:pt x="16090" y="273"/>
                  </a:lnTo>
                  <a:cubicBezTo>
                    <a:pt x="16069" y="308"/>
                    <a:pt x="16047" y="343"/>
                    <a:pt x="16024" y="378"/>
                  </a:cubicBezTo>
                  <a:lnTo>
                    <a:pt x="16007" y="378"/>
                  </a:lnTo>
                  <a:cubicBezTo>
                    <a:pt x="16009" y="382"/>
                    <a:pt x="16012" y="387"/>
                    <a:pt x="16015" y="392"/>
                  </a:cubicBezTo>
                  <a:lnTo>
                    <a:pt x="16015" y="392"/>
                  </a:lnTo>
                  <a:cubicBezTo>
                    <a:pt x="15690" y="889"/>
                    <a:pt x="15273" y="1341"/>
                    <a:pt x="14730" y="1612"/>
                  </a:cubicBezTo>
                  <a:cubicBezTo>
                    <a:pt x="14165" y="1884"/>
                    <a:pt x="13496" y="2010"/>
                    <a:pt x="12847" y="2072"/>
                  </a:cubicBezTo>
                  <a:cubicBezTo>
                    <a:pt x="12727" y="2088"/>
                    <a:pt x="12607" y="2095"/>
                    <a:pt x="12488" y="2095"/>
                  </a:cubicBezTo>
                  <a:cubicBezTo>
                    <a:pt x="11961" y="2095"/>
                    <a:pt x="11445" y="1948"/>
                    <a:pt x="10985" y="1675"/>
                  </a:cubicBezTo>
                  <a:cubicBezTo>
                    <a:pt x="10420" y="1340"/>
                    <a:pt x="9981" y="838"/>
                    <a:pt x="9688" y="273"/>
                  </a:cubicBezTo>
                  <a:lnTo>
                    <a:pt x="9583" y="64"/>
                  </a:lnTo>
                  <a:lnTo>
                    <a:pt x="9478" y="252"/>
                  </a:lnTo>
                  <a:cubicBezTo>
                    <a:pt x="9461" y="287"/>
                    <a:pt x="9443" y="322"/>
                    <a:pt x="9425" y="357"/>
                  </a:cubicBezTo>
                  <a:lnTo>
                    <a:pt x="9395" y="357"/>
                  </a:lnTo>
                  <a:cubicBezTo>
                    <a:pt x="9400" y="366"/>
                    <a:pt x="9405" y="375"/>
                    <a:pt x="9410" y="385"/>
                  </a:cubicBezTo>
                  <a:lnTo>
                    <a:pt x="9410" y="385"/>
                  </a:lnTo>
                  <a:cubicBezTo>
                    <a:pt x="9190" y="793"/>
                    <a:pt x="8917" y="1163"/>
                    <a:pt x="8558" y="1466"/>
                  </a:cubicBezTo>
                  <a:cubicBezTo>
                    <a:pt x="8369" y="1654"/>
                    <a:pt x="8160" y="1779"/>
                    <a:pt x="7930" y="1884"/>
                  </a:cubicBezTo>
                  <a:cubicBezTo>
                    <a:pt x="7700" y="1989"/>
                    <a:pt x="7470" y="2051"/>
                    <a:pt x="7198" y="2072"/>
                  </a:cubicBezTo>
                  <a:cubicBezTo>
                    <a:pt x="7121" y="2079"/>
                    <a:pt x="7040" y="2084"/>
                    <a:pt x="6957" y="2084"/>
                  </a:cubicBezTo>
                  <a:cubicBezTo>
                    <a:pt x="6791" y="2084"/>
                    <a:pt x="6619" y="2065"/>
                    <a:pt x="6465" y="2010"/>
                  </a:cubicBezTo>
                  <a:cubicBezTo>
                    <a:pt x="6235" y="1947"/>
                    <a:pt x="6026" y="1821"/>
                    <a:pt x="5838" y="1633"/>
                  </a:cubicBezTo>
                  <a:cubicBezTo>
                    <a:pt x="5461" y="1298"/>
                    <a:pt x="5231" y="796"/>
                    <a:pt x="5126" y="294"/>
                  </a:cubicBezTo>
                  <a:lnTo>
                    <a:pt x="508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43" name="Google Shape;4643;p38"/>
            <p:cNvSpPr/>
            <p:nvPr/>
          </p:nvSpPr>
          <p:spPr>
            <a:xfrm>
              <a:off x="5935644" y="3014907"/>
              <a:ext cx="19910" cy="19352"/>
            </a:xfrm>
            <a:custGeom>
              <a:avLst/>
              <a:gdLst/>
              <a:ahLst/>
              <a:cxnLst/>
              <a:rect l="l" t="t" r="r" b="b"/>
              <a:pathLst>
                <a:path w="357" h="347" extrusionOk="0">
                  <a:moveTo>
                    <a:pt x="190" y="0"/>
                  </a:moveTo>
                  <a:cubicBezTo>
                    <a:pt x="183" y="0"/>
                    <a:pt x="175" y="1"/>
                    <a:pt x="168" y="3"/>
                  </a:cubicBezTo>
                  <a:cubicBezTo>
                    <a:pt x="42" y="45"/>
                    <a:pt x="0" y="212"/>
                    <a:pt x="63" y="296"/>
                  </a:cubicBezTo>
                  <a:cubicBezTo>
                    <a:pt x="79" y="327"/>
                    <a:pt x="127" y="346"/>
                    <a:pt x="169" y="346"/>
                  </a:cubicBezTo>
                  <a:cubicBezTo>
                    <a:pt x="184" y="346"/>
                    <a:pt x="198" y="344"/>
                    <a:pt x="210" y="338"/>
                  </a:cubicBezTo>
                  <a:cubicBezTo>
                    <a:pt x="272" y="317"/>
                    <a:pt x="293" y="296"/>
                    <a:pt x="314" y="233"/>
                  </a:cubicBezTo>
                  <a:cubicBezTo>
                    <a:pt x="314" y="212"/>
                    <a:pt x="356" y="192"/>
                    <a:pt x="356" y="150"/>
                  </a:cubicBezTo>
                  <a:cubicBezTo>
                    <a:pt x="356" y="92"/>
                    <a:pt x="269" y="0"/>
                    <a:pt x="1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44" name="Google Shape;4644;p38"/>
            <p:cNvSpPr/>
            <p:nvPr/>
          </p:nvSpPr>
          <p:spPr>
            <a:xfrm>
              <a:off x="6054658" y="2975366"/>
              <a:ext cx="23423" cy="25543"/>
            </a:xfrm>
            <a:custGeom>
              <a:avLst/>
              <a:gdLst/>
              <a:ahLst/>
              <a:cxnLst/>
              <a:rect l="l" t="t" r="r" b="b"/>
              <a:pathLst>
                <a:path w="420" h="458" extrusionOk="0">
                  <a:moveTo>
                    <a:pt x="231" y="1"/>
                  </a:moveTo>
                  <a:cubicBezTo>
                    <a:pt x="126" y="1"/>
                    <a:pt x="42" y="105"/>
                    <a:pt x="22" y="210"/>
                  </a:cubicBezTo>
                  <a:cubicBezTo>
                    <a:pt x="1" y="273"/>
                    <a:pt x="1" y="315"/>
                    <a:pt x="22" y="377"/>
                  </a:cubicBezTo>
                  <a:cubicBezTo>
                    <a:pt x="37" y="423"/>
                    <a:pt x="95" y="457"/>
                    <a:pt x="158" y="457"/>
                  </a:cubicBezTo>
                  <a:cubicBezTo>
                    <a:pt x="182" y="457"/>
                    <a:pt x="207" y="452"/>
                    <a:pt x="231" y="440"/>
                  </a:cubicBezTo>
                  <a:cubicBezTo>
                    <a:pt x="314" y="419"/>
                    <a:pt x="356" y="336"/>
                    <a:pt x="377" y="231"/>
                  </a:cubicBezTo>
                  <a:cubicBezTo>
                    <a:pt x="419" y="126"/>
                    <a:pt x="335" y="22"/>
                    <a:pt x="2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45" name="Google Shape;4645;p38"/>
            <p:cNvSpPr/>
            <p:nvPr/>
          </p:nvSpPr>
          <p:spPr>
            <a:xfrm>
              <a:off x="6212598" y="2961089"/>
              <a:ext cx="21806" cy="21360"/>
            </a:xfrm>
            <a:custGeom>
              <a:avLst/>
              <a:gdLst/>
              <a:ahLst/>
              <a:cxnLst/>
              <a:rect l="l" t="t" r="r" b="b"/>
              <a:pathLst>
                <a:path w="391" h="383" extrusionOk="0">
                  <a:moveTo>
                    <a:pt x="190" y="0"/>
                  </a:moveTo>
                  <a:cubicBezTo>
                    <a:pt x="80" y="0"/>
                    <a:pt x="1" y="174"/>
                    <a:pt x="35" y="278"/>
                  </a:cubicBezTo>
                  <a:cubicBezTo>
                    <a:pt x="56" y="341"/>
                    <a:pt x="119" y="382"/>
                    <a:pt x="182" y="382"/>
                  </a:cubicBezTo>
                  <a:cubicBezTo>
                    <a:pt x="370" y="382"/>
                    <a:pt x="391" y="131"/>
                    <a:pt x="265" y="27"/>
                  </a:cubicBezTo>
                  <a:cubicBezTo>
                    <a:pt x="239" y="8"/>
                    <a:pt x="214" y="0"/>
                    <a:pt x="1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46" name="Google Shape;4646;p38"/>
            <p:cNvSpPr/>
            <p:nvPr/>
          </p:nvSpPr>
          <p:spPr>
            <a:xfrm>
              <a:off x="6463061" y="2961423"/>
              <a:ext cx="26491" cy="24985"/>
            </a:xfrm>
            <a:custGeom>
              <a:avLst/>
              <a:gdLst/>
              <a:ahLst/>
              <a:cxnLst/>
              <a:rect l="l" t="t" r="r" b="b"/>
              <a:pathLst>
                <a:path w="475" h="448" extrusionOk="0">
                  <a:moveTo>
                    <a:pt x="259" y="0"/>
                  </a:moveTo>
                  <a:cubicBezTo>
                    <a:pt x="231" y="0"/>
                    <a:pt x="200" y="6"/>
                    <a:pt x="168" y="21"/>
                  </a:cubicBezTo>
                  <a:cubicBezTo>
                    <a:pt x="64" y="62"/>
                    <a:pt x="1" y="272"/>
                    <a:pt x="106" y="376"/>
                  </a:cubicBezTo>
                  <a:cubicBezTo>
                    <a:pt x="139" y="421"/>
                    <a:pt x="195" y="447"/>
                    <a:pt x="250" y="447"/>
                  </a:cubicBezTo>
                  <a:cubicBezTo>
                    <a:pt x="300" y="447"/>
                    <a:pt x="348" y="426"/>
                    <a:pt x="378" y="376"/>
                  </a:cubicBezTo>
                  <a:cubicBezTo>
                    <a:pt x="419" y="355"/>
                    <a:pt x="440" y="314"/>
                    <a:pt x="440" y="272"/>
                  </a:cubicBezTo>
                  <a:cubicBezTo>
                    <a:pt x="475" y="150"/>
                    <a:pt x="395"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47" name="Google Shape;4647;p38"/>
            <p:cNvSpPr/>
            <p:nvPr/>
          </p:nvSpPr>
          <p:spPr>
            <a:xfrm>
              <a:off x="6831812" y="2959025"/>
              <a:ext cx="25766" cy="31900"/>
            </a:xfrm>
            <a:custGeom>
              <a:avLst/>
              <a:gdLst/>
              <a:ahLst/>
              <a:cxnLst/>
              <a:rect l="l" t="t" r="r" b="b"/>
              <a:pathLst>
                <a:path w="462" h="572" extrusionOk="0">
                  <a:moveTo>
                    <a:pt x="252" y="1"/>
                  </a:moveTo>
                  <a:cubicBezTo>
                    <a:pt x="84" y="1"/>
                    <a:pt x="1" y="252"/>
                    <a:pt x="22" y="378"/>
                  </a:cubicBezTo>
                  <a:cubicBezTo>
                    <a:pt x="22" y="419"/>
                    <a:pt x="43" y="503"/>
                    <a:pt x="105" y="524"/>
                  </a:cubicBezTo>
                  <a:cubicBezTo>
                    <a:pt x="126" y="555"/>
                    <a:pt x="158" y="571"/>
                    <a:pt x="194" y="571"/>
                  </a:cubicBezTo>
                  <a:cubicBezTo>
                    <a:pt x="231" y="571"/>
                    <a:pt x="273" y="555"/>
                    <a:pt x="315" y="524"/>
                  </a:cubicBezTo>
                  <a:cubicBezTo>
                    <a:pt x="356" y="503"/>
                    <a:pt x="419" y="419"/>
                    <a:pt x="440" y="378"/>
                  </a:cubicBezTo>
                  <a:cubicBezTo>
                    <a:pt x="461" y="252"/>
                    <a:pt x="419" y="43"/>
                    <a:pt x="2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48" name="Google Shape;4648;p38"/>
            <p:cNvSpPr/>
            <p:nvPr/>
          </p:nvSpPr>
          <p:spPr>
            <a:xfrm>
              <a:off x="7201735" y="2965272"/>
              <a:ext cx="23423" cy="27383"/>
            </a:xfrm>
            <a:custGeom>
              <a:avLst/>
              <a:gdLst/>
              <a:ahLst/>
              <a:cxnLst/>
              <a:rect l="l" t="t" r="r" b="b"/>
              <a:pathLst>
                <a:path w="420" h="491" extrusionOk="0">
                  <a:moveTo>
                    <a:pt x="198" y="1"/>
                  </a:moveTo>
                  <a:cubicBezTo>
                    <a:pt x="163" y="1"/>
                    <a:pt x="130" y="11"/>
                    <a:pt x="105" y="35"/>
                  </a:cubicBezTo>
                  <a:cubicBezTo>
                    <a:pt x="84" y="56"/>
                    <a:pt x="63" y="77"/>
                    <a:pt x="63" y="98"/>
                  </a:cubicBezTo>
                  <a:cubicBezTo>
                    <a:pt x="42" y="161"/>
                    <a:pt x="1" y="245"/>
                    <a:pt x="1" y="307"/>
                  </a:cubicBezTo>
                  <a:cubicBezTo>
                    <a:pt x="1" y="391"/>
                    <a:pt x="63" y="454"/>
                    <a:pt x="105" y="475"/>
                  </a:cubicBezTo>
                  <a:cubicBezTo>
                    <a:pt x="137" y="485"/>
                    <a:pt x="163" y="490"/>
                    <a:pt x="189" y="490"/>
                  </a:cubicBezTo>
                  <a:cubicBezTo>
                    <a:pt x="215" y="490"/>
                    <a:pt x="241" y="485"/>
                    <a:pt x="273" y="475"/>
                  </a:cubicBezTo>
                  <a:cubicBezTo>
                    <a:pt x="314" y="454"/>
                    <a:pt x="356" y="412"/>
                    <a:pt x="377" y="370"/>
                  </a:cubicBezTo>
                  <a:cubicBezTo>
                    <a:pt x="419" y="286"/>
                    <a:pt x="419" y="203"/>
                    <a:pt x="377" y="119"/>
                  </a:cubicBezTo>
                  <a:cubicBezTo>
                    <a:pt x="377" y="60"/>
                    <a:pt x="283"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49" name="Google Shape;4649;p38"/>
            <p:cNvSpPr/>
            <p:nvPr/>
          </p:nvSpPr>
          <p:spPr>
            <a:xfrm>
              <a:off x="7451473" y="2963375"/>
              <a:ext cx="22196" cy="27439"/>
            </a:xfrm>
            <a:custGeom>
              <a:avLst/>
              <a:gdLst/>
              <a:ahLst/>
              <a:cxnLst/>
              <a:rect l="l" t="t" r="r" b="b"/>
              <a:pathLst>
                <a:path w="398" h="492" extrusionOk="0">
                  <a:moveTo>
                    <a:pt x="197" y="0"/>
                  </a:moveTo>
                  <a:cubicBezTo>
                    <a:pt x="141" y="0"/>
                    <a:pt x="87" y="20"/>
                    <a:pt x="63" y="69"/>
                  </a:cubicBezTo>
                  <a:cubicBezTo>
                    <a:pt x="21" y="90"/>
                    <a:pt x="21" y="132"/>
                    <a:pt x="0" y="195"/>
                  </a:cubicBezTo>
                  <a:cubicBezTo>
                    <a:pt x="0" y="279"/>
                    <a:pt x="0" y="341"/>
                    <a:pt x="63" y="404"/>
                  </a:cubicBezTo>
                  <a:cubicBezTo>
                    <a:pt x="99" y="440"/>
                    <a:pt x="151" y="492"/>
                    <a:pt x="205" y="492"/>
                  </a:cubicBezTo>
                  <a:cubicBezTo>
                    <a:pt x="213" y="492"/>
                    <a:pt x="222" y="491"/>
                    <a:pt x="230" y="488"/>
                  </a:cubicBezTo>
                  <a:cubicBezTo>
                    <a:pt x="293" y="488"/>
                    <a:pt x="335" y="425"/>
                    <a:pt x="356" y="362"/>
                  </a:cubicBezTo>
                  <a:cubicBezTo>
                    <a:pt x="398" y="320"/>
                    <a:pt x="398" y="258"/>
                    <a:pt x="398" y="216"/>
                  </a:cubicBezTo>
                  <a:cubicBezTo>
                    <a:pt x="398" y="132"/>
                    <a:pt x="356" y="69"/>
                    <a:pt x="314" y="27"/>
                  </a:cubicBezTo>
                  <a:cubicBezTo>
                    <a:pt x="279" y="10"/>
                    <a:pt x="238" y="0"/>
                    <a:pt x="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50" name="Google Shape;4650;p38"/>
            <p:cNvSpPr/>
            <p:nvPr/>
          </p:nvSpPr>
          <p:spPr>
            <a:xfrm>
              <a:off x="7613652" y="2975366"/>
              <a:ext cx="23423" cy="26937"/>
            </a:xfrm>
            <a:custGeom>
              <a:avLst/>
              <a:gdLst/>
              <a:ahLst/>
              <a:cxnLst/>
              <a:rect l="l" t="t" r="r" b="b"/>
              <a:pathLst>
                <a:path w="420" h="483" extrusionOk="0">
                  <a:moveTo>
                    <a:pt x="231" y="1"/>
                  </a:moveTo>
                  <a:cubicBezTo>
                    <a:pt x="105" y="1"/>
                    <a:pt x="42" y="85"/>
                    <a:pt x="22" y="168"/>
                  </a:cubicBezTo>
                  <a:cubicBezTo>
                    <a:pt x="1" y="231"/>
                    <a:pt x="1" y="315"/>
                    <a:pt x="42" y="377"/>
                  </a:cubicBezTo>
                  <a:cubicBezTo>
                    <a:pt x="84" y="419"/>
                    <a:pt x="147" y="482"/>
                    <a:pt x="231" y="482"/>
                  </a:cubicBezTo>
                  <a:cubicBezTo>
                    <a:pt x="314" y="440"/>
                    <a:pt x="356" y="398"/>
                    <a:pt x="377" y="315"/>
                  </a:cubicBezTo>
                  <a:cubicBezTo>
                    <a:pt x="377" y="294"/>
                    <a:pt x="419" y="231"/>
                    <a:pt x="419" y="210"/>
                  </a:cubicBezTo>
                  <a:cubicBezTo>
                    <a:pt x="419" y="105"/>
                    <a:pt x="335" y="22"/>
                    <a:pt x="2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51" name="Google Shape;4651;p38"/>
            <p:cNvSpPr/>
            <p:nvPr/>
          </p:nvSpPr>
          <p:spPr>
            <a:xfrm>
              <a:off x="5921646" y="3352315"/>
              <a:ext cx="1850783" cy="224251"/>
            </a:xfrm>
            <a:custGeom>
              <a:avLst/>
              <a:gdLst/>
              <a:ahLst/>
              <a:cxnLst/>
              <a:rect l="l" t="t" r="r" b="b"/>
              <a:pathLst>
                <a:path w="33186" h="4021" extrusionOk="0">
                  <a:moveTo>
                    <a:pt x="105" y="335"/>
                  </a:moveTo>
                  <a:cubicBezTo>
                    <a:pt x="42" y="879"/>
                    <a:pt x="21" y="1465"/>
                    <a:pt x="0" y="2009"/>
                  </a:cubicBezTo>
                  <a:cubicBezTo>
                    <a:pt x="21" y="2281"/>
                    <a:pt x="42" y="2574"/>
                    <a:pt x="147" y="2846"/>
                  </a:cubicBezTo>
                  <a:cubicBezTo>
                    <a:pt x="210" y="2971"/>
                    <a:pt x="251" y="3097"/>
                    <a:pt x="356" y="3201"/>
                  </a:cubicBezTo>
                  <a:cubicBezTo>
                    <a:pt x="461" y="3306"/>
                    <a:pt x="607" y="3390"/>
                    <a:pt x="754" y="3390"/>
                  </a:cubicBezTo>
                  <a:cubicBezTo>
                    <a:pt x="762" y="3390"/>
                    <a:pt x="771" y="3390"/>
                    <a:pt x="779" y="3390"/>
                  </a:cubicBezTo>
                  <a:lnTo>
                    <a:pt x="779" y="3390"/>
                  </a:lnTo>
                  <a:cubicBezTo>
                    <a:pt x="641" y="3385"/>
                    <a:pt x="540" y="3323"/>
                    <a:pt x="440" y="3222"/>
                  </a:cubicBezTo>
                  <a:cubicBezTo>
                    <a:pt x="335" y="3118"/>
                    <a:pt x="293" y="2992"/>
                    <a:pt x="230" y="2867"/>
                  </a:cubicBezTo>
                  <a:cubicBezTo>
                    <a:pt x="147" y="2595"/>
                    <a:pt x="105" y="2323"/>
                    <a:pt x="84" y="2030"/>
                  </a:cubicBezTo>
                  <a:cubicBezTo>
                    <a:pt x="21" y="1465"/>
                    <a:pt x="42" y="900"/>
                    <a:pt x="105" y="335"/>
                  </a:cubicBezTo>
                  <a:close/>
                  <a:moveTo>
                    <a:pt x="1496" y="3113"/>
                  </a:moveTo>
                  <a:cubicBezTo>
                    <a:pt x="1311" y="3297"/>
                    <a:pt x="1039" y="3384"/>
                    <a:pt x="779" y="3390"/>
                  </a:cubicBezTo>
                  <a:lnTo>
                    <a:pt x="779" y="3390"/>
                  </a:lnTo>
                  <a:cubicBezTo>
                    <a:pt x="784" y="3390"/>
                    <a:pt x="790" y="3390"/>
                    <a:pt x="795" y="3390"/>
                  </a:cubicBezTo>
                  <a:cubicBezTo>
                    <a:pt x="1071" y="3390"/>
                    <a:pt x="1327" y="3297"/>
                    <a:pt x="1496" y="3113"/>
                  </a:cubicBezTo>
                  <a:close/>
                  <a:moveTo>
                    <a:pt x="16614" y="0"/>
                  </a:moveTo>
                  <a:lnTo>
                    <a:pt x="16467" y="670"/>
                  </a:lnTo>
                  <a:lnTo>
                    <a:pt x="16446" y="670"/>
                  </a:lnTo>
                  <a:cubicBezTo>
                    <a:pt x="16450" y="689"/>
                    <a:pt x="16454" y="708"/>
                    <a:pt x="16458" y="728"/>
                  </a:cubicBezTo>
                  <a:lnTo>
                    <a:pt x="16458" y="728"/>
                  </a:lnTo>
                  <a:cubicBezTo>
                    <a:pt x="16393" y="1127"/>
                    <a:pt x="16272" y="1525"/>
                    <a:pt x="16132" y="1904"/>
                  </a:cubicBezTo>
                  <a:cubicBezTo>
                    <a:pt x="15986" y="2281"/>
                    <a:pt x="15735" y="2657"/>
                    <a:pt x="15463" y="2950"/>
                  </a:cubicBezTo>
                  <a:cubicBezTo>
                    <a:pt x="14877" y="3557"/>
                    <a:pt x="14019" y="3808"/>
                    <a:pt x="13182" y="3829"/>
                  </a:cubicBezTo>
                  <a:cubicBezTo>
                    <a:pt x="12764" y="3829"/>
                    <a:pt x="12345" y="3745"/>
                    <a:pt x="11948" y="3599"/>
                  </a:cubicBezTo>
                  <a:cubicBezTo>
                    <a:pt x="11550" y="3411"/>
                    <a:pt x="11215" y="3181"/>
                    <a:pt x="10922" y="2867"/>
                  </a:cubicBezTo>
                  <a:cubicBezTo>
                    <a:pt x="10358" y="2239"/>
                    <a:pt x="9939" y="1444"/>
                    <a:pt x="9688" y="649"/>
                  </a:cubicBezTo>
                  <a:lnTo>
                    <a:pt x="9542" y="126"/>
                  </a:lnTo>
                  <a:lnTo>
                    <a:pt x="9482" y="644"/>
                  </a:lnTo>
                  <a:lnTo>
                    <a:pt x="9482" y="644"/>
                  </a:lnTo>
                  <a:lnTo>
                    <a:pt x="9458" y="649"/>
                  </a:lnTo>
                  <a:cubicBezTo>
                    <a:pt x="9464" y="668"/>
                    <a:pt x="9470" y="688"/>
                    <a:pt x="9477" y="707"/>
                  </a:cubicBezTo>
                  <a:lnTo>
                    <a:pt x="9477" y="707"/>
                  </a:lnTo>
                  <a:cubicBezTo>
                    <a:pt x="9433" y="1427"/>
                    <a:pt x="9326" y="2145"/>
                    <a:pt x="8956" y="2741"/>
                  </a:cubicBezTo>
                  <a:cubicBezTo>
                    <a:pt x="8788" y="3034"/>
                    <a:pt x="8558" y="3285"/>
                    <a:pt x="8223" y="3473"/>
                  </a:cubicBezTo>
                  <a:cubicBezTo>
                    <a:pt x="7951" y="3641"/>
                    <a:pt x="7575" y="3704"/>
                    <a:pt x="7240" y="3725"/>
                  </a:cubicBezTo>
                  <a:cubicBezTo>
                    <a:pt x="7201" y="3729"/>
                    <a:pt x="7162" y="3732"/>
                    <a:pt x="7123" y="3732"/>
                  </a:cubicBezTo>
                  <a:cubicBezTo>
                    <a:pt x="6824" y="3732"/>
                    <a:pt x="6518" y="3596"/>
                    <a:pt x="6277" y="3411"/>
                  </a:cubicBezTo>
                  <a:cubicBezTo>
                    <a:pt x="6005" y="3201"/>
                    <a:pt x="5796" y="2929"/>
                    <a:pt x="5608" y="2616"/>
                  </a:cubicBezTo>
                  <a:cubicBezTo>
                    <a:pt x="5273" y="1988"/>
                    <a:pt x="5085" y="1276"/>
                    <a:pt x="4980" y="565"/>
                  </a:cubicBezTo>
                  <a:lnTo>
                    <a:pt x="4952" y="569"/>
                  </a:lnTo>
                  <a:lnTo>
                    <a:pt x="4952" y="569"/>
                  </a:lnTo>
                  <a:cubicBezTo>
                    <a:pt x="4948" y="533"/>
                    <a:pt x="4943" y="497"/>
                    <a:pt x="4938" y="460"/>
                  </a:cubicBezTo>
                  <a:lnTo>
                    <a:pt x="4938" y="460"/>
                  </a:lnTo>
                  <a:lnTo>
                    <a:pt x="4792" y="481"/>
                  </a:lnTo>
                  <a:cubicBezTo>
                    <a:pt x="4811" y="706"/>
                    <a:pt x="4844" y="930"/>
                    <a:pt x="4891" y="1152"/>
                  </a:cubicBezTo>
                  <a:lnTo>
                    <a:pt x="4891" y="1152"/>
                  </a:lnTo>
                  <a:cubicBezTo>
                    <a:pt x="4916" y="1578"/>
                    <a:pt x="4900" y="2008"/>
                    <a:pt x="4813" y="2427"/>
                  </a:cubicBezTo>
                  <a:cubicBezTo>
                    <a:pt x="4750" y="2699"/>
                    <a:pt x="4624" y="2992"/>
                    <a:pt x="4436" y="3222"/>
                  </a:cubicBezTo>
                  <a:cubicBezTo>
                    <a:pt x="4227" y="3473"/>
                    <a:pt x="3934" y="3599"/>
                    <a:pt x="3662" y="3599"/>
                  </a:cubicBezTo>
                  <a:cubicBezTo>
                    <a:pt x="3369" y="3599"/>
                    <a:pt x="3076" y="3473"/>
                    <a:pt x="2867" y="3264"/>
                  </a:cubicBezTo>
                  <a:cubicBezTo>
                    <a:pt x="2658" y="3055"/>
                    <a:pt x="2532" y="2762"/>
                    <a:pt x="2427" y="2469"/>
                  </a:cubicBezTo>
                  <a:cubicBezTo>
                    <a:pt x="2218" y="1904"/>
                    <a:pt x="2135" y="1276"/>
                    <a:pt x="2135" y="649"/>
                  </a:cubicBezTo>
                  <a:lnTo>
                    <a:pt x="2089" y="649"/>
                  </a:lnTo>
                  <a:cubicBezTo>
                    <a:pt x="2091" y="621"/>
                    <a:pt x="2092" y="593"/>
                    <a:pt x="2093" y="565"/>
                  </a:cubicBezTo>
                  <a:lnTo>
                    <a:pt x="1988" y="565"/>
                  </a:lnTo>
                  <a:cubicBezTo>
                    <a:pt x="1988" y="760"/>
                    <a:pt x="1996" y="957"/>
                    <a:pt x="2012" y="1155"/>
                  </a:cubicBezTo>
                  <a:lnTo>
                    <a:pt x="2012" y="1155"/>
                  </a:lnTo>
                  <a:cubicBezTo>
                    <a:pt x="1997" y="1539"/>
                    <a:pt x="1970" y="1931"/>
                    <a:pt x="1883" y="2323"/>
                  </a:cubicBezTo>
                  <a:cubicBezTo>
                    <a:pt x="1800" y="2595"/>
                    <a:pt x="1716" y="2867"/>
                    <a:pt x="1528" y="3076"/>
                  </a:cubicBezTo>
                  <a:cubicBezTo>
                    <a:pt x="1518" y="3089"/>
                    <a:pt x="1507" y="3101"/>
                    <a:pt x="1496" y="3113"/>
                  </a:cubicBezTo>
                  <a:lnTo>
                    <a:pt x="1496" y="3113"/>
                  </a:lnTo>
                  <a:cubicBezTo>
                    <a:pt x="1515" y="3095"/>
                    <a:pt x="1532" y="3075"/>
                    <a:pt x="1549" y="3055"/>
                  </a:cubicBezTo>
                  <a:cubicBezTo>
                    <a:pt x="1758" y="2804"/>
                    <a:pt x="1821" y="2553"/>
                    <a:pt x="1904" y="2260"/>
                  </a:cubicBezTo>
                  <a:cubicBezTo>
                    <a:pt x="1967" y="1977"/>
                    <a:pt x="2009" y="1694"/>
                    <a:pt x="2038" y="1411"/>
                  </a:cubicBezTo>
                  <a:lnTo>
                    <a:pt x="2038" y="1411"/>
                  </a:lnTo>
                  <a:cubicBezTo>
                    <a:pt x="2079" y="1762"/>
                    <a:pt x="2146" y="2112"/>
                    <a:pt x="2239" y="2448"/>
                  </a:cubicBezTo>
                  <a:cubicBezTo>
                    <a:pt x="2344" y="2741"/>
                    <a:pt x="2490" y="3055"/>
                    <a:pt x="2720" y="3285"/>
                  </a:cubicBezTo>
                  <a:cubicBezTo>
                    <a:pt x="2908" y="3491"/>
                    <a:pt x="3196" y="3647"/>
                    <a:pt x="3495" y="3647"/>
                  </a:cubicBezTo>
                  <a:cubicBezTo>
                    <a:pt x="3530" y="3647"/>
                    <a:pt x="3564" y="3645"/>
                    <a:pt x="3599" y="3641"/>
                  </a:cubicBezTo>
                  <a:cubicBezTo>
                    <a:pt x="3955" y="3641"/>
                    <a:pt x="4290" y="3515"/>
                    <a:pt x="4499" y="3264"/>
                  </a:cubicBezTo>
                  <a:cubicBezTo>
                    <a:pt x="4729" y="2992"/>
                    <a:pt x="4834" y="2678"/>
                    <a:pt x="4917" y="2365"/>
                  </a:cubicBezTo>
                  <a:cubicBezTo>
                    <a:pt x="4968" y="2110"/>
                    <a:pt x="4995" y="1853"/>
                    <a:pt x="5003" y="1595"/>
                  </a:cubicBezTo>
                  <a:lnTo>
                    <a:pt x="5003" y="1595"/>
                  </a:lnTo>
                  <a:cubicBezTo>
                    <a:pt x="5107" y="1942"/>
                    <a:pt x="5246" y="2278"/>
                    <a:pt x="5420" y="2595"/>
                  </a:cubicBezTo>
                  <a:cubicBezTo>
                    <a:pt x="5587" y="2909"/>
                    <a:pt x="5796" y="3222"/>
                    <a:pt x="6110" y="3473"/>
                  </a:cubicBezTo>
                  <a:cubicBezTo>
                    <a:pt x="6424" y="3704"/>
                    <a:pt x="6801" y="3829"/>
                    <a:pt x="7198" y="3829"/>
                  </a:cubicBezTo>
                  <a:cubicBezTo>
                    <a:pt x="7575" y="3829"/>
                    <a:pt x="7951" y="3745"/>
                    <a:pt x="8286" y="3578"/>
                  </a:cubicBezTo>
                  <a:cubicBezTo>
                    <a:pt x="8621" y="3369"/>
                    <a:pt x="8914" y="3076"/>
                    <a:pt x="9102" y="2762"/>
                  </a:cubicBezTo>
                  <a:cubicBezTo>
                    <a:pt x="9409" y="2261"/>
                    <a:pt x="9554" y="1696"/>
                    <a:pt x="9623" y="1118"/>
                  </a:cubicBezTo>
                  <a:lnTo>
                    <a:pt x="9623" y="1118"/>
                  </a:lnTo>
                  <a:cubicBezTo>
                    <a:pt x="9891" y="1802"/>
                    <a:pt x="10260" y="2442"/>
                    <a:pt x="10755" y="2971"/>
                  </a:cubicBezTo>
                  <a:cubicBezTo>
                    <a:pt x="11027" y="3285"/>
                    <a:pt x="11404" y="3578"/>
                    <a:pt x="11822" y="3745"/>
                  </a:cubicBezTo>
                  <a:cubicBezTo>
                    <a:pt x="12205" y="3918"/>
                    <a:pt x="12623" y="4020"/>
                    <a:pt x="13045" y="4020"/>
                  </a:cubicBezTo>
                  <a:cubicBezTo>
                    <a:pt x="13083" y="4020"/>
                    <a:pt x="13122" y="4019"/>
                    <a:pt x="13161" y="4017"/>
                  </a:cubicBezTo>
                  <a:cubicBezTo>
                    <a:pt x="14040" y="4017"/>
                    <a:pt x="14961" y="3725"/>
                    <a:pt x="15609" y="3076"/>
                  </a:cubicBezTo>
                  <a:cubicBezTo>
                    <a:pt x="16110" y="2576"/>
                    <a:pt x="16398" y="1913"/>
                    <a:pt x="16581" y="1253"/>
                  </a:cubicBezTo>
                  <a:lnTo>
                    <a:pt x="16581" y="1253"/>
                  </a:lnTo>
                  <a:cubicBezTo>
                    <a:pt x="16759" y="1913"/>
                    <a:pt x="17039" y="2576"/>
                    <a:pt x="17555" y="3076"/>
                  </a:cubicBezTo>
                  <a:cubicBezTo>
                    <a:pt x="18204" y="3725"/>
                    <a:pt x="19125" y="4017"/>
                    <a:pt x="20003" y="4017"/>
                  </a:cubicBezTo>
                  <a:cubicBezTo>
                    <a:pt x="20485" y="4017"/>
                    <a:pt x="20924" y="3934"/>
                    <a:pt x="21342" y="3745"/>
                  </a:cubicBezTo>
                  <a:cubicBezTo>
                    <a:pt x="21740" y="3578"/>
                    <a:pt x="22096" y="3285"/>
                    <a:pt x="22410" y="2971"/>
                  </a:cubicBezTo>
                  <a:cubicBezTo>
                    <a:pt x="22925" y="2405"/>
                    <a:pt x="23285" y="1781"/>
                    <a:pt x="23536" y="1102"/>
                  </a:cubicBezTo>
                  <a:lnTo>
                    <a:pt x="23536" y="1102"/>
                  </a:lnTo>
                  <a:cubicBezTo>
                    <a:pt x="23619" y="1679"/>
                    <a:pt x="23750" y="2253"/>
                    <a:pt x="24062" y="2762"/>
                  </a:cubicBezTo>
                  <a:cubicBezTo>
                    <a:pt x="24272" y="3097"/>
                    <a:pt x="24523" y="3390"/>
                    <a:pt x="24879" y="3578"/>
                  </a:cubicBezTo>
                  <a:cubicBezTo>
                    <a:pt x="25213" y="3745"/>
                    <a:pt x="25590" y="3808"/>
                    <a:pt x="25967" y="3829"/>
                  </a:cubicBezTo>
                  <a:cubicBezTo>
                    <a:pt x="26364" y="3829"/>
                    <a:pt x="26720" y="3704"/>
                    <a:pt x="27034" y="3473"/>
                  </a:cubicBezTo>
                  <a:cubicBezTo>
                    <a:pt x="27327" y="3222"/>
                    <a:pt x="27557" y="2909"/>
                    <a:pt x="27745" y="2595"/>
                  </a:cubicBezTo>
                  <a:cubicBezTo>
                    <a:pt x="27915" y="2266"/>
                    <a:pt x="28047" y="1915"/>
                    <a:pt x="28150" y="1554"/>
                  </a:cubicBezTo>
                  <a:lnTo>
                    <a:pt x="28150" y="1554"/>
                  </a:lnTo>
                  <a:cubicBezTo>
                    <a:pt x="28157" y="1826"/>
                    <a:pt x="28185" y="2097"/>
                    <a:pt x="28247" y="2365"/>
                  </a:cubicBezTo>
                  <a:cubicBezTo>
                    <a:pt x="28310" y="2678"/>
                    <a:pt x="28456" y="2992"/>
                    <a:pt x="28666" y="3264"/>
                  </a:cubicBezTo>
                  <a:cubicBezTo>
                    <a:pt x="28896" y="3494"/>
                    <a:pt x="29210" y="3641"/>
                    <a:pt x="29544" y="3641"/>
                  </a:cubicBezTo>
                  <a:cubicBezTo>
                    <a:pt x="29581" y="3645"/>
                    <a:pt x="29618" y="3647"/>
                    <a:pt x="29654" y="3647"/>
                  </a:cubicBezTo>
                  <a:cubicBezTo>
                    <a:pt x="29968" y="3647"/>
                    <a:pt x="30257" y="3491"/>
                    <a:pt x="30444" y="3285"/>
                  </a:cubicBezTo>
                  <a:cubicBezTo>
                    <a:pt x="30674" y="3055"/>
                    <a:pt x="30800" y="2741"/>
                    <a:pt x="30905" y="2448"/>
                  </a:cubicBezTo>
                  <a:cubicBezTo>
                    <a:pt x="31011" y="2128"/>
                    <a:pt x="31080" y="1808"/>
                    <a:pt x="31122" y="1487"/>
                  </a:cubicBezTo>
                  <a:lnTo>
                    <a:pt x="31122" y="1487"/>
                  </a:lnTo>
                  <a:cubicBezTo>
                    <a:pt x="31145" y="1749"/>
                    <a:pt x="31181" y="2007"/>
                    <a:pt x="31239" y="2260"/>
                  </a:cubicBezTo>
                  <a:cubicBezTo>
                    <a:pt x="31323" y="2553"/>
                    <a:pt x="31428" y="2846"/>
                    <a:pt x="31616" y="3055"/>
                  </a:cubicBezTo>
                  <a:cubicBezTo>
                    <a:pt x="31825" y="3285"/>
                    <a:pt x="32118" y="3390"/>
                    <a:pt x="32411" y="3390"/>
                  </a:cubicBezTo>
                  <a:cubicBezTo>
                    <a:pt x="32557" y="3390"/>
                    <a:pt x="32683" y="3306"/>
                    <a:pt x="32788" y="3201"/>
                  </a:cubicBezTo>
                  <a:cubicBezTo>
                    <a:pt x="32892" y="3097"/>
                    <a:pt x="32955" y="2971"/>
                    <a:pt x="32997" y="2846"/>
                  </a:cubicBezTo>
                  <a:cubicBezTo>
                    <a:pt x="33101" y="2574"/>
                    <a:pt x="33143" y="2302"/>
                    <a:pt x="33164" y="2009"/>
                  </a:cubicBezTo>
                  <a:cubicBezTo>
                    <a:pt x="33185" y="1423"/>
                    <a:pt x="33164" y="858"/>
                    <a:pt x="33101" y="314"/>
                  </a:cubicBezTo>
                  <a:lnTo>
                    <a:pt x="33101" y="314"/>
                  </a:lnTo>
                  <a:cubicBezTo>
                    <a:pt x="33164" y="879"/>
                    <a:pt x="33185" y="1423"/>
                    <a:pt x="33143" y="2009"/>
                  </a:cubicBezTo>
                  <a:cubicBezTo>
                    <a:pt x="33101" y="2302"/>
                    <a:pt x="33081" y="2574"/>
                    <a:pt x="32976" y="2846"/>
                  </a:cubicBezTo>
                  <a:cubicBezTo>
                    <a:pt x="32934" y="2971"/>
                    <a:pt x="32871" y="3097"/>
                    <a:pt x="32767" y="3201"/>
                  </a:cubicBezTo>
                  <a:cubicBezTo>
                    <a:pt x="32662" y="3306"/>
                    <a:pt x="32537" y="3369"/>
                    <a:pt x="32411" y="3369"/>
                  </a:cubicBezTo>
                  <a:cubicBezTo>
                    <a:pt x="32390" y="3370"/>
                    <a:pt x="32369" y="3371"/>
                    <a:pt x="32348" y="3371"/>
                  </a:cubicBezTo>
                  <a:cubicBezTo>
                    <a:pt x="32079" y="3371"/>
                    <a:pt x="31832" y="3249"/>
                    <a:pt x="31658" y="3055"/>
                  </a:cubicBezTo>
                  <a:cubicBezTo>
                    <a:pt x="31490" y="2846"/>
                    <a:pt x="31386" y="2553"/>
                    <a:pt x="31323" y="2302"/>
                  </a:cubicBezTo>
                  <a:cubicBezTo>
                    <a:pt x="31197" y="1737"/>
                    <a:pt x="31197" y="1193"/>
                    <a:pt x="31177" y="628"/>
                  </a:cubicBezTo>
                  <a:lnTo>
                    <a:pt x="31176" y="628"/>
                  </a:lnTo>
                  <a:cubicBezTo>
                    <a:pt x="31176" y="607"/>
                    <a:pt x="31177" y="586"/>
                    <a:pt x="31177" y="565"/>
                  </a:cubicBezTo>
                  <a:lnTo>
                    <a:pt x="31072" y="565"/>
                  </a:lnTo>
                  <a:cubicBezTo>
                    <a:pt x="31073" y="586"/>
                    <a:pt x="31073" y="607"/>
                    <a:pt x="31074" y="628"/>
                  </a:cubicBezTo>
                  <a:lnTo>
                    <a:pt x="31072" y="628"/>
                  </a:lnTo>
                  <a:cubicBezTo>
                    <a:pt x="31030" y="1256"/>
                    <a:pt x="30967" y="1883"/>
                    <a:pt x="30779" y="2448"/>
                  </a:cubicBezTo>
                  <a:cubicBezTo>
                    <a:pt x="30674" y="2741"/>
                    <a:pt x="30549" y="3034"/>
                    <a:pt x="30340" y="3243"/>
                  </a:cubicBezTo>
                  <a:cubicBezTo>
                    <a:pt x="30145" y="3457"/>
                    <a:pt x="29879" y="3580"/>
                    <a:pt x="29608" y="3580"/>
                  </a:cubicBezTo>
                  <a:cubicBezTo>
                    <a:pt x="29587" y="3580"/>
                    <a:pt x="29566" y="3580"/>
                    <a:pt x="29544" y="3578"/>
                  </a:cubicBezTo>
                  <a:cubicBezTo>
                    <a:pt x="29231" y="3557"/>
                    <a:pt x="28938" y="3453"/>
                    <a:pt x="28770" y="3201"/>
                  </a:cubicBezTo>
                  <a:cubicBezTo>
                    <a:pt x="28582" y="2992"/>
                    <a:pt x="28456" y="2678"/>
                    <a:pt x="28394" y="2406"/>
                  </a:cubicBezTo>
                  <a:cubicBezTo>
                    <a:pt x="28268" y="1820"/>
                    <a:pt x="28289" y="1172"/>
                    <a:pt x="28373" y="565"/>
                  </a:cubicBezTo>
                  <a:lnTo>
                    <a:pt x="28361" y="564"/>
                  </a:lnTo>
                  <a:lnTo>
                    <a:pt x="28361" y="564"/>
                  </a:lnTo>
                  <a:cubicBezTo>
                    <a:pt x="28365" y="536"/>
                    <a:pt x="28369" y="509"/>
                    <a:pt x="28373" y="481"/>
                  </a:cubicBezTo>
                  <a:lnTo>
                    <a:pt x="28205" y="460"/>
                  </a:lnTo>
                  <a:lnTo>
                    <a:pt x="28205" y="460"/>
                  </a:lnTo>
                  <a:cubicBezTo>
                    <a:pt x="28198" y="533"/>
                    <a:pt x="28191" y="606"/>
                    <a:pt x="28185" y="679"/>
                  </a:cubicBezTo>
                  <a:lnTo>
                    <a:pt x="28185" y="679"/>
                  </a:lnTo>
                  <a:cubicBezTo>
                    <a:pt x="28079" y="1343"/>
                    <a:pt x="27911" y="1986"/>
                    <a:pt x="27578" y="2574"/>
                  </a:cubicBezTo>
                  <a:cubicBezTo>
                    <a:pt x="27431" y="2888"/>
                    <a:pt x="27222" y="3181"/>
                    <a:pt x="26929" y="3390"/>
                  </a:cubicBezTo>
                  <a:cubicBezTo>
                    <a:pt x="26636" y="3599"/>
                    <a:pt x="26301" y="3704"/>
                    <a:pt x="25967" y="3704"/>
                  </a:cubicBezTo>
                  <a:cubicBezTo>
                    <a:pt x="25632" y="3683"/>
                    <a:pt x="25255" y="3620"/>
                    <a:pt x="24962" y="3453"/>
                  </a:cubicBezTo>
                  <a:cubicBezTo>
                    <a:pt x="24648" y="3264"/>
                    <a:pt x="24418" y="3013"/>
                    <a:pt x="24230" y="2699"/>
                  </a:cubicBezTo>
                  <a:cubicBezTo>
                    <a:pt x="23874" y="2072"/>
                    <a:pt x="23770" y="1381"/>
                    <a:pt x="23707" y="649"/>
                  </a:cubicBezTo>
                  <a:lnTo>
                    <a:pt x="23665" y="84"/>
                  </a:lnTo>
                  <a:lnTo>
                    <a:pt x="23503" y="630"/>
                  </a:lnTo>
                  <a:lnTo>
                    <a:pt x="23503" y="630"/>
                  </a:lnTo>
                  <a:lnTo>
                    <a:pt x="23477" y="628"/>
                  </a:lnTo>
                  <a:lnTo>
                    <a:pt x="23477" y="628"/>
                  </a:lnTo>
                  <a:cubicBezTo>
                    <a:pt x="23479" y="650"/>
                    <a:pt x="23482" y="672"/>
                    <a:pt x="23484" y="694"/>
                  </a:cubicBezTo>
                  <a:lnTo>
                    <a:pt x="23484" y="694"/>
                  </a:lnTo>
                  <a:cubicBezTo>
                    <a:pt x="23251" y="1474"/>
                    <a:pt x="22838" y="2251"/>
                    <a:pt x="22284" y="2867"/>
                  </a:cubicBezTo>
                  <a:cubicBezTo>
                    <a:pt x="21991" y="3181"/>
                    <a:pt x="21656" y="3411"/>
                    <a:pt x="21259" y="3599"/>
                  </a:cubicBezTo>
                  <a:cubicBezTo>
                    <a:pt x="20895" y="3733"/>
                    <a:pt x="20514" y="3832"/>
                    <a:pt x="20132" y="3832"/>
                  </a:cubicBezTo>
                  <a:cubicBezTo>
                    <a:pt x="20096" y="3832"/>
                    <a:pt x="20060" y="3831"/>
                    <a:pt x="20024" y="3829"/>
                  </a:cubicBezTo>
                  <a:cubicBezTo>
                    <a:pt x="19187" y="3829"/>
                    <a:pt x="18329" y="3557"/>
                    <a:pt x="17744" y="2950"/>
                  </a:cubicBezTo>
                  <a:cubicBezTo>
                    <a:pt x="17451" y="2657"/>
                    <a:pt x="17220" y="2281"/>
                    <a:pt x="17074" y="1904"/>
                  </a:cubicBezTo>
                  <a:cubicBezTo>
                    <a:pt x="16928" y="1507"/>
                    <a:pt x="16802" y="1088"/>
                    <a:pt x="16739" y="670"/>
                  </a:cubicBezTo>
                  <a:lnTo>
                    <a:pt x="1661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52" name="Google Shape;4652;p38"/>
            <p:cNvSpPr/>
            <p:nvPr/>
          </p:nvSpPr>
          <p:spPr>
            <a:xfrm>
              <a:off x="6019801" y="3377021"/>
              <a:ext cx="31231" cy="26379"/>
            </a:xfrm>
            <a:custGeom>
              <a:avLst/>
              <a:gdLst/>
              <a:ahLst/>
              <a:cxnLst/>
              <a:rect l="l" t="t" r="r" b="b"/>
              <a:pathLst>
                <a:path w="560" h="473" extrusionOk="0">
                  <a:moveTo>
                    <a:pt x="340" y="0"/>
                  </a:moveTo>
                  <a:cubicBezTo>
                    <a:pt x="313" y="0"/>
                    <a:pt x="282" y="6"/>
                    <a:pt x="249" y="17"/>
                  </a:cubicBezTo>
                  <a:cubicBezTo>
                    <a:pt x="0" y="124"/>
                    <a:pt x="99" y="472"/>
                    <a:pt x="275" y="472"/>
                  </a:cubicBezTo>
                  <a:cubicBezTo>
                    <a:pt x="306" y="472"/>
                    <a:pt x="340" y="461"/>
                    <a:pt x="375" y="436"/>
                  </a:cubicBezTo>
                  <a:cubicBezTo>
                    <a:pt x="560" y="325"/>
                    <a:pt x="548" y="0"/>
                    <a:pt x="3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53" name="Google Shape;4653;p38"/>
            <p:cNvSpPr/>
            <p:nvPr/>
          </p:nvSpPr>
          <p:spPr>
            <a:xfrm>
              <a:off x="6176013" y="3371946"/>
              <a:ext cx="29223" cy="29614"/>
            </a:xfrm>
            <a:custGeom>
              <a:avLst/>
              <a:gdLst/>
              <a:ahLst/>
              <a:cxnLst/>
              <a:rect l="l" t="t" r="r" b="b"/>
              <a:pathLst>
                <a:path w="524" h="531" extrusionOk="0">
                  <a:moveTo>
                    <a:pt x="321" y="1"/>
                  </a:moveTo>
                  <a:cubicBezTo>
                    <a:pt x="312" y="1"/>
                    <a:pt x="303" y="2"/>
                    <a:pt x="294" y="4"/>
                  </a:cubicBezTo>
                  <a:lnTo>
                    <a:pt x="189" y="67"/>
                  </a:lnTo>
                  <a:cubicBezTo>
                    <a:pt x="189" y="25"/>
                    <a:pt x="168" y="25"/>
                    <a:pt x="147" y="25"/>
                  </a:cubicBezTo>
                  <a:cubicBezTo>
                    <a:pt x="126" y="25"/>
                    <a:pt x="126" y="67"/>
                    <a:pt x="126" y="67"/>
                  </a:cubicBezTo>
                  <a:cubicBezTo>
                    <a:pt x="63" y="129"/>
                    <a:pt x="1" y="276"/>
                    <a:pt x="63" y="380"/>
                  </a:cubicBezTo>
                  <a:cubicBezTo>
                    <a:pt x="82" y="472"/>
                    <a:pt x="163" y="531"/>
                    <a:pt x="253" y="531"/>
                  </a:cubicBezTo>
                  <a:cubicBezTo>
                    <a:pt x="267" y="531"/>
                    <a:pt x="280" y="530"/>
                    <a:pt x="294" y="527"/>
                  </a:cubicBezTo>
                  <a:cubicBezTo>
                    <a:pt x="377" y="506"/>
                    <a:pt x="440" y="443"/>
                    <a:pt x="461" y="401"/>
                  </a:cubicBezTo>
                  <a:cubicBezTo>
                    <a:pt x="503" y="318"/>
                    <a:pt x="524" y="213"/>
                    <a:pt x="503" y="129"/>
                  </a:cubicBezTo>
                  <a:cubicBezTo>
                    <a:pt x="484" y="73"/>
                    <a:pt x="399" y="1"/>
                    <a:pt x="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54" name="Google Shape;4654;p38"/>
            <p:cNvSpPr/>
            <p:nvPr/>
          </p:nvSpPr>
          <p:spPr>
            <a:xfrm>
              <a:off x="6433447" y="3372783"/>
              <a:ext cx="37868" cy="32291"/>
            </a:xfrm>
            <a:custGeom>
              <a:avLst/>
              <a:gdLst/>
              <a:ahLst/>
              <a:cxnLst/>
              <a:rect l="l" t="t" r="r" b="b"/>
              <a:pathLst>
                <a:path w="679" h="579" extrusionOk="0">
                  <a:moveTo>
                    <a:pt x="414" y="0"/>
                  </a:moveTo>
                  <a:cubicBezTo>
                    <a:pt x="207" y="0"/>
                    <a:pt x="1" y="304"/>
                    <a:pt x="239" y="512"/>
                  </a:cubicBezTo>
                  <a:cubicBezTo>
                    <a:pt x="260" y="533"/>
                    <a:pt x="281" y="575"/>
                    <a:pt x="344" y="575"/>
                  </a:cubicBezTo>
                  <a:cubicBezTo>
                    <a:pt x="355" y="578"/>
                    <a:pt x="366" y="579"/>
                    <a:pt x="377" y="579"/>
                  </a:cubicBezTo>
                  <a:cubicBezTo>
                    <a:pt x="445" y="579"/>
                    <a:pt x="501" y="527"/>
                    <a:pt x="574" y="491"/>
                  </a:cubicBezTo>
                  <a:cubicBezTo>
                    <a:pt x="657" y="407"/>
                    <a:pt x="678" y="282"/>
                    <a:pt x="637" y="177"/>
                  </a:cubicBezTo>
                  <a:cubicBezTo>
                    <a:pt x="582" y="50"/>
                    <a:pt x="498" y="0"/>
                    <a:pt x="4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55" name="Google Shape;4655;p38"/>
            <p:cNvSpPr/>
            <p:nvPr/>
          </p:nvSpPr>
          <p:spPr>
            <a:xfrm>
              <a:off x="6826068" y="3370887"/>
              <a:ext cx="33797" cy="37477"/>
            </a:xfrm>
            <a:custGeom>
              <a:avLst/>
              <a:gdLst/>
              <a:ahLst/>
              <a:cxnLst/>
              <a:rect l="l" t="t" r="r" b="b"/>
              <a:pathLst>
                <a:path w="606" h="672" extrusionOk="0">
                  <a:moveTo>
                    <a:pt x="274" y="1"/>
                  </a:moveTo>
                  <a:cubicBezTo>
                    <a:pt x="78" y="1"/>
                    <a:pt x="0" y="320"/>
                    <a:pt x="41" y="462"/>
                  </a:cubicBezTo>
                  <a:cubicBezTo>
                    <a:pt x="62" y="609"/>
                    <a:pt x="208" y="671"/>
                    <a:pt x="313" y="671"/>
                  </a:cubicBezTo>
                  <a:cubicBezTo>
                    <a:pt x="418" y="651"/>
                    <a:pt x="501" y="546"/>
                    <a:pt x="543" y="441"/>
                  </a:cubicBezTo>
                  <a:cubicBezTo>
                    <a:pt x="606" y="295"/>
                    <a:pt x="501" y="2"/>
                    <a:pt x="292" y="2"/>
                  </a:cubicBezTo>
                  <a:cubicBezTo>
                    <a:pt x="286" y="1"/>
                    <a:pt x="280" y="1"/>
                    <a:pt x="2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56" name="Google Shape;4656;p38"/>
            <p:cNvSpPr/>
            <p:nvPr/>
          </p:nvSpPr>
          <p:spPr>
            <a:xfrm>
              <a:off x="7218075" y="3369158"/>
              <a:ext cx="29223" cy="33629"/>
            </a:xfrm>
            <a:custGeom>
              <a:avLst/>
              <a:gdLst/>
              <a:ahLst/>
              <a:cxnLst/>
              <a:rect l="l" t="t" r="r" b="b"/>
              <a:pathLst>
                <a:path w="524" h="603" extrusionOk="0">
                  <a:moveTo>
                    <a:pt x="298" y="0"/>
                  </a:moveTo>
                  <a:cubicBezTo>
                    <a:pt x="149" y="0"/>
                    <a:pt x="0" y="158"/>
                    <a:pt x="0" y="326"/>
                  </a:cubicBezTo>
                  <a:cubicBezTo>
                    <a:pt x="0" y="430"/>
                    <a:pt x="63" y="535"/>
                    <a:pt x="168" y="577"/>
                  </a:cubicBezTo>
                  <a:cubicBezTo>
                    <a:pt x="198" y="595"/>
                    <a:pt x="229" y="602"/>
                    <a:pt x="259" y="602"/>
                  </a:cubicBezTo>
                  <a:cubicBezTo>
                    <a:pt x="337" y="602"/>
                    <a:pt x="410" y="553"/>
                    <a:pt x="440" y="493"/>
                  </a:cubicBezTo>
                  <a:cubicBezTo>
                    <a:pt x="482" y="472"/>
                    <a:pt x="482" y="430"/>
                    <a:pt x="503" y="368"/>
                  </a:cubicBezTo>
                  <a:cubicBezTo>
                    <a:pt x="524" y="284"/>
                    <a:pt x="524" y="221"/>
                    <a:pt x="503" y="138"/>
                  </a:cubicBezTo>
                  <a:cubicBezTo>
                    <a:pt x="447" y="40"/>
                    <a:pt x="372" y="0"/>
                    <a:pt x="2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57" name="Google Shape;4657;p38"/>
            <p:cNvSpPr/>
            <p:nvPr/>
          </p:nvSpPr>
          <p:spPr>
            <a:xfrm>
              <a:off x="7480641" y="3372058"/>
              <a:ext cx="30172" cy="30450"/>
            </a:xfrm>
            <a:custGeom>
              <a:avLst/>
              <a:gdLst/>
              <a:ahLst/>
              <a:cxnLst/>
              <a:rect l="l" t="t" r="r" b="b"/>
              <a:pathLst>
                <a:path w="541" h="546" extrusionOk="0">
                  <a:moveTo>
                    <a:pt x="296" y="1"/>
                  </a:moveTo>
                  <a:cubicBezTo>
                    <a:pt x="288" y="1"/>
                    <a:pt x="280" y="1"/>
                    <a:pt x="272" y="2"/>
                  </a:cubicBezTo>
                  <a:cubicBezTo>
                    <a:pt x="63" y="2"/>
                    <a:pt x="0" y="316"/>
                    <a:pt x="126" y="483"/>
                  </a:cubicBezTo>
                  <a:cubicBezTo>
                    <a:pt x="189" y="525"/>
                    <a:pt x="230" y="546"/>
                    <a:pt x="293" y="546"/>
                  </a:cubicBezTo>
                  <a:cubicBezTo>
                    <a:pt x="377" y="546"/>
                    <a:pt x="419" y="504"/>
                    <a:pt x="440" y="441"/>
                  </a:cubicBezTo>
                  <a:cubicBezTo>
                    <a:pt x="541" y="299"/>
                    <a:pt x="525" y="1"/>
                    <a:pt x="2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58" name="Google Shape;4658;p38"/>
            <p:cNvSpPr/>
            <p:nvPr/>
          </p:nvSpPr>
          <p:spPr>
            <a:xfrm>
              <a:off x="7641649" y="3375348"/>
              <a:ext cx="28164" cy="28275"/>
            </a:xfrm>
            <a:custGeom>
              <a:avLst/>
              <a:gdLst/>
              <a:ahLst/>
              <a:cxnLst/>
              <a:rect l="l" t="t" r="r" b="b"/>
              <a:pathLst>
                <a:path w="505" h="507" extrusionOk="0">
                  <a:moveTo>
                    <a:pt x="230" y="0"/>
                  </a:moveTo>
                  <a:cubicBezTo>
                    <a:pt x="108" y="0"/>
                    <a:pt x="1" y="128"/>
                    <a:pt x="1" y="278"/>
                  </a:cubicBezTo>
                  <a:cubicBezTo>
                    <a:pt x="1" y="361"/>
                    <a:pt x="43" y="466"/>
                    <a:pt x="147" y="487"/>
                  </a:cubicBezTo>
                  <a:cubicBezTo>
                    <a:pt x="183" y="500"/>
                    <a:pt x="215" y="507"/>
                    <a:pt x="245" y="507"/>
                  </a:cubicBezTo>
                  <a:cubicBezTo>
                    <a:pt x="442" y="507"/>
                    <a:pt x="505" y="232"/>
                    <a:pt x="377" y="68"/>
                  </a:cubicBezTo>
                  <a:cubicBezTo>
                    <a:pt x="330" y="21"/>
                    <a:pt x="278" y="0"/>
                    <a:pt x="2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59" name="Google Shape;4659;p38"/>
            <p:cNvSpPr/>
            <p:nvPr/>
          </p:nvSpPr>
          <p:spPr>
            <a:xfrm>
              <a:off x="5856284" y="3187738"/>
              <a:ext cx="1979166" cy="56"/>
            </a:xfrm>
            <a:custGeom>
              <a:avLst/>
              <a:gdLst/>
              <a:ahLst/>
              <a:cxnLst/>
              <a:rect l="l" t="t" r="r" b="b"/>
              <a:pathLst>
                <a:path w="35488" h="1" fill="none" extrusionOk="0">
                  <a:moveTo>
                    <a:pt x="1" y="1"/>
                  </a:moveTo>
                  <a:lnTo>
                    <a:pt x="35487" y="1"/>
                  </a:lnTo>
                </a:path>
              </a:pathLst>
            </a:custGeom>
            <a:solidFill>
              <a:schemeClr val="dk1"/>
            </a:solidFill>
            <a:ln w="13075"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60" name="Google Shape;4660;p38"/>
            <p:cNvSpPr/>
            <p:nvPr/>
          </p:nvSpPr>
          <p:spPr>
            <a:xfrm>
              <a:off x="5856284" y="3390797"/>
              <a:ext cx="1979166" cy="56"/>
            </a:xfrm>
            <a:custGeom>
              <a:avLst/>
              <a:gdLst/>
              <a:ahLst/>
              <a:cxnLst/>
              <a:rect l="l" t="t" r="r" b="b"/>
              <a:pathLst>
                <a:path w="35488" h="1" fill="none" extrusionOk="0">
                  <a:moveTo>
                    <a:pt x="1" y="1"/>
                  </a:moveTo>
                  <a:lnTo>
                    <a:pt x="35487" y="1"/>
                  </a:lnTo>
                </a:path>
              </a:pathLst>
            </a:custGeom>
            <a:solidFill>
              <a:schemeClr val="dk1"/>
            </a:solidFill>
            <a:ln w="13075"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61" name="Google Shape;4661;p38"/>
            <p:cNvSpPr/>
            <p:nvPr/>
          </p:nvSpPr>
          <p:spPr>
            <a:xfrm>
              <a:off x="6065142" y="3187738"/>
              <a:ext cx="56" cy="201943"/>
            </a:xfrm>
            <a:custGeom>
              <a:avLst/>
              <a:gdLst/>
              <a:ahLst/>
              <a:cxnLst/>
              <a:rect l="l" t="t" r="r" b="b"/>
              <a:pathLst>
                <a:path w="1" h="3621" fill="none" extrusionOk="0">
                  <a:moveTo>
                    <a:pt x="1" y="1"/>
                  </a:moveTo>
                  <a:lnTo>
                    <a:pt x="1" y="3621"/>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62" name="Google Shape;4662;p38"/>
            <p:cNvSpPr/>
            <p:nvPr/>
          </p:nvSpPr>
          <p:spPr>
            <a:xfrm>
              <a:off x="6209865" y="3187738"/>
              <a:ext cx="56" cy="201943"/>
            </a:xfrm>
            <a:custGeom>
              <a:avLst/>
              <a:gdLst/>
              <a:ahLst/>
              <a:cxnLst/>
              <a:rect l="l" t="t" r="r" b="b"/>
              <a:pathLst>
                <a:path w="1" h="3621" fill="none" extrusionOk="0">
                  <a:moveTo>
                    <a:pt x="0" y="1"/>
                  </a:moveTo>
                  <a:lnTo>
                    <a:pt x="0" y="3621"/>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63" name="Google Shape;4663;p38"/>
            <p:cNvSpPr/>
            <p:nvPr/>
          </p:nvSpPr>
          <p:spPr>
            <a:xfrm>
              <a:off x="6397755" y="3187738"/>
              <a:ext cx="56" cy="201943"/>
            </a:xfrm>
            <a:custGeom>
              <a:avLst/>
              <a:gdLst/>
              <a:ahLst/>
              <a:cxnLst/>
              <a:rect l="l" t="t" r="r" b="b"/>
              <a:pathLst>
                <a:path w="1" h="3621" fill="none" extrusionOk="0">
                  <a:moveTo>
                    <a:pt x="0" y="1"/>
                  </a:moveTo>
                  <a:lnTo>
                    <a:pt x="0" y="3621"/>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64" name="Google Shape;4664;p38"/>
            <p:cNvSpPr/>
            <p:nvPr/>
          </p:nvSpPr>
          <p:spPr>
            <a:xfrm>
              <a:off x="6596128" y="3187738"/>
              <a:ext cx="56" cy="201943"/>
            </a:xfrm>
            <a:custGeom>
              <a:avLst/>
              <a:gdLst/>
              <a:ahLst/>
              <a:cxnLst/>
              <a:rect l="l" t="t" r="r" b="b"/>
              <a:pathLst>
                <a:path w="1" h="3621" fill="none" extrusionOk="0">
                  <a:moveTo>
                    <a:pt x="0" y="1"/>
                  </a:moveTo>
                  <a:lnTo>
                    <a:pt x="0" y="3621"/>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65" name="Google Shape;4665;p38"/>
            <p:cNvSpPr/>
            <p:nvPr/>
          </p:nvSpPr>
          <p:spPr>
            <a:xfrm>
              <a:off x="7625308" y="3187738"/>
              <a:ext cx="56" cy="201943"/>
            </a:xfrm>
            <a:custGeom>
              <a:avLst/>
              <a:gdLst/>
              <a:ahLst/>
              <a:cxnLst/>
              <a:rect l="l" t="t" r="r" b="b"/>
              <a:pathLst>
                <a:path w="1" h="3621" fill="none" extrusionOk="0">
                  <a:moveTo>
                    <a:pt x="1" y="1"/>
                  </a:moveTo>
                  <a:lnTo>
                    <a:pt x="1" y="3621"/>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66" name="Google Shape;4666;p38"/>
            <p:cNvSpPr/>
            <p:nvPr/>
          </p:nvSpPr>
          <p:spPr>
            <a:xfrm>
              <a:off x="7480641" y="3187738"/>
              <a:ext cx="56" cy="201943"/>
            </a:xfrm>
            <a:custGeom>
              <a:avLst/>
              <a:gdLst/>
              <a:ahLst/>
              <a:cxnLst/>
              <a:rect l="l" t="t" r="r" b="b"/>
              <a:pathLst>
                <a:path w="1" h="3621" fill="none" extrusionOk="0">
                  <a:moveTo>
                    <a:pt x="0" y="1"/>
                  </a:moveTo>
                  <a:lnTo>
                    <a:pt x="0" y="3621"/>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67" name="Google Shape;4667;p38"/>
            <p:cNvSpPr/>
            <p:nvPr/>
          </p:nvSpPr>
          <p:spPr>
            <a:xfrm>
              <a:off x="7292752" y="3187738"/>
              <a:ext cx="56" cy="201943"/>
            </a:xfrm>
            <a:custGeom>
              <a:avLst/>
              <a:gdLst/>
              <a:ahLst/>
              <a:cxnLst/>
              <a:rect l="l" t="t" r="r" b="b"/>
              <a:pathLst>
                <a:path w="1" h="3621" fill="none" extrusionOk="0">
                  <a:moveTo>
                    <a:pt x="1" y="1"/>
                  </a:moveTo>
                  <a:lnTo>
                    <a:pt x="1" y="3621"/>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68" name="Google Shape;4668;p38"/>
            <p:cNvSpPr/>
            <p:nvPr/>
          </p:nvSpPr>
          <p:spPr>
            <a:xfrm>
              <a:off x="7092035" y="3187738"/>
              <a:ext cx="56" cy="201943"/>
            </a:xfrm>
            <a:custGeom>
              <a:avLst/>
              <a:gdLst/>
              <a:ahLst/>
              <a:cxnLst/>
              <a:rect l="l" t="t" r="r" b="b"/>
              <a:pathLst>
                <a:path w="1" h="3621" fill="none" extrusionOk="0">
                  <a:moveTo>
                    <a:pt x="1" y="1"/>
                  </a:moveTo>
                  <a:lnTo>
                    <a:pt x="1" y="3621"/>
                  </a:lnTo>
                </a:path>
              </a:pathLst>
            </a:custGeom>
            <a:solidFill>
              <a:schemeClr val="dk1"/>
            </a:solidFill>
            <a:ln w="68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69" name="Google Shape;4669;p38"/>
            <p:cNvSpPr/>
            <p:nvPr/>
          </p:nvSpPr>
          <p:spPr>
            <a:xfrm>
              <a:off x="6051144" y="3770033"/>
              <a:ext cx="1588218" cy="56"/>
            </a:xfrm>
            <a:custGeom>
              <a:avLst/>
              <a:gdLst/>
              <a:ahLst/>
              <a:cxnLst/>
              <a:rect l="l" t="t" r="r" b="b"/>
              <a:pathLst>
                <a:path w="28478" h="1" fill="none" extrusionOk="0">
                  <a:moveTo>
                    <a:pt x="1" y="1"/>
                  </a:moveTo>
                  <a:lnTo>
                    <a:pt x="28478" y="1"/>
                  </a:lnTo>
                </a:path>
              </a:pathLst>
            </a:custGeom>
            <a:solidFill>
              <a:schemeClr val="dk1"/>
            </a:solidFill>
            <a:ln w="89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70" name="Google Shape;4670;p38"/>
            <p:cNvSpPr/>
            <p:nvPr/>
          </p:nvSpPr>
          <p:spPr>
            <a:xfrm>
              <a:off x="6163186" y="3754863"/>
              <a:ext cx="22252" cy="28945"/>
            </a:xfrm>
            <a:custGeom>
              <a:avLst/>
              <a:gdLst/>
              <a:ahLst/>
              <a:cxnLst/>
              <a:rect l="l" t="t" r="r" b="b"/>
              <a:pathLst>
                <a:path w="399" h="519" extrusionOk="0">
                  <a:moveTo>
                    <a:pt x="210" y="1"/>
                  </a:moveTo>
                  <a:cubicBezTo>
                    <a:pt x="105" y="1"/>
                    <a:pt x="63" y="126"/>
                    <a:pt x="21" y="210"/>
                  </a:cubicBezTo>
                  <a:cubicBezTo>
                    <a:pt x="1" y="315"/>
                    <a:pt x="1" y="440"/>
                    <a:pt x="84" y="482"/>
                  </a:cubicBezTo>
                  <a:cubicBezTo>
                    <a:pt x="117" y="507"/>
                    <a:pt x="157" y="519"/>
                    <a:pt x="196" y="519"/>
                  </a:cubicBezTo>
                  <a:cubicBezTo>
                    <a:pt x="257" y="519"/>
                    <a:pt x="318" y="491"/>
                    <a:pt x="356" y="440"/>
                  </a:cubicBezTo>
                  <a:cubicBezTo>
                    <a:pt x="398" y="356"/>
                    <a:pt x="398" y="231"/>
                    <a:pt x="377" y="147"/>
                  </a:cubicBezTo>
                  <a:cubicBezTo>
                    <a:pt x="356" y="126"/>
                    <a:pt x="356" y="64"/>
                    <a:pt x="293" y="64"/>
                  </a:cubicBezTo>
                  <a:cubicBezTo>
                    <a:pt x="288" y="58"/>
                    <a:pt x="279" y="55"/>
                    <a:pt x="269" y="55"/>
                  </a:cubicBezTo>
                  <a:cubicBezTo>
                    <a:pt x="242" y="55"/>
                    <a:pt x="204" y="75"/>
                    <a:pt x="189" y="105"/>
                  </a:cubicBezTo>
                  <a:lnTo>
                    <a:pt x="21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71" name="Google Shape;4671;p38"/>
            <p:cNvSpPr/>
            <p:nvPr/>
          </p:nvSpPr>
          <p:spPr>
            <a:xfrm>
              <a:off x="6060513" y="3749732"/>
              <a:ext cx="26881" cy="30116"/>
            </a:xfrm>
            <a:custGeom>
              <a:avLst/>
              <a:gdLst/>
              <a:ahLst/>
              <a:cxnLst/>
              <a:rect l="l" t="t" r="r" b="b"/>
              <a:pathLst>
                <a:path w="482" h="540" extrusionOk="0">
                  <a:moveTo>
                    <a:pt x="302" y="1"/>
                  </a:moveTo>
                  <a:cubicBezTo>
                    <a:pt x="285" y="1"/>
                    <a:pt x="268" y="3"/>
                    <a:pt x="251" y="9"/>
                  </a:cubicBezTo>
                  <a:lnTo>
                    <a:pt x="147" y="51"/>
                  </a:lnTo>
                  <a:cubicBezTo>
                    <a:pt x="42" y="93"/>
                    <a:pt x="0" y="197"/>
                    <a:pt x="0" y="302"/>
                  </a:cubicBezTo>
                  <a:cubicBezTo>
                    <a:pt x="0" y="407"/>
                    <a:pt x="63" y="511"/>
                    <a:pt x="168" y="532"/>
                  </a:cubicBezTo>
                  <a:cubicBezTo>
                    <a:pt x="191" y="537"/>
                    <a:pt x="215" y="539"/>
                    <a:pt x="238" y="539"/>
                  </a:cubicBezTo>
                  <a:cubicBezTo>
                    <a:pt x="317" y="539"/>
                    <a:pt x="391" y="509"/>
                    <a:pt x="440" y="428"/>
                  </a:cubicBezTo>
                  <a:cubicBezTo>
                    <a:pt x="461" y="365"/>
                    <a:pt x="481" y="323"/>
                    <a:pt x="481" y="239"/>
                  </a:cubicBezTo>
                  <a:cubicBezTo>
                    <a:pt x="481" y="156"/>
                    <a:pt x="461" y="114"/>
                    <a:pt x="440" y="51"/>
                  </a:cubicBezTo>
                  <a:cubicBezTo>
                    <a:pt x="394" y="20"/>
                    <a:pt x="348" y="1"/>
                    <a:pt x="3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72" name="Google Shape;4672;p38"/>
            <p:cNvSpPr/>
            <p:nvPr/>
          </p:nvSpPr>
          <p:spPr>
            <a:xfrm>
              <a:off x="6302053" y="3752075"/>
              <a:ext cx="24539" cy="29837"/>
            </a:xfrm>
            <a:custGeom>
              <a:avLst/>
              <a:gdLst/>
              <a:ahLst/>
              <a:cxnLst/>
              <a:rect l="l" t="t" r="r" b="b"/>
              <a:pathLst>
                <a:path w="440" h="535" extrusionOk="0">
                  <a:moveTo>
                    <a:pt x="150" y="1"/>
                  </a:moveTo>
                  <a:cubicBezTo>
                    <a:pt x="140" y="1"/>
                    <a:pt x="132" y="3"/>
                    <a:pt x="126" y="9"/>
                  </a:cubicBezTo>
                  <a:cubicBezTo>
                    <a:pt x="84" y="51"/>
                    <a:pt x="63" y="93"/>
                    <a:pt x="21" y="155"/>
                  </a:cubicBezTo>
                  <a:cubicBezTo>
                    <a:pt x="0" y="260"/>
                    <a:pt x="21" y="406"/>
                    <a:pt x="105" y="490"/>
                  </a:cubicBezTo>
                  <a:cubicBezTo>
                    <a:pt x="143" y="521"/>
                    <a:pt x="187" y="535"/>
                    <a:pt x="231" y="535"/>
                  </a:cubicBezTo>
                  <a:cubicBezTo>
                    <a:pt x="306" y="535"/>
                    <a:pt x="379" y="494"/>
                    <a:pt x="419" y="427"/>
                  </a:cubicBezTo>
                  <a:cubicBezTo>
                    <a:pt x="440" y="386"/>
                    <a:pt x="440" y="323"/>
                    <a:pt x="440" y="281"/>
                  </a:cubicBezTo>
                  <a:cubicBezTo>
                    <a:pt x="440" y="176"/>
                    <a:pt x="398" y="51"/>
                    <a:pt x="293" y="9"/>
                  </a:cubicBezTo>
                  <a:lnTo>
                    <a:pt x="210" y="51"/>
                  </a:lnTo>
                  <a:cubicBezTo>
                    <a:pt x="210" y="20"/>
                    <a:pt x="176" y="1"/>
                    <a:pt x="1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73" name="Google Shape;4673;p38"/>
            <p:cNvSpPr/>
            <p:nvPr/>
          </p:nvSpPr>
          <p:spPr>
            <a:xfrm>
              <a:off x="6513254" y="3749063"/>
              <a:ext cx="32737" cy="35191"/>
            </a:xfrm>
            <a:custGeom>
              <a:avLst/>
              <a:gdLst/>
              <a:ahLst/>
              <a:cxnLst/>
              <a:rect l="l" t="t" r="r" b="b"/>
              <a:pathLst>
                <a:path w="587" h="631" extrusionOk="0">
                  <a:moveTo>
                    <a:pt x="398" y="0"/>
                  </a:moveTo>
                  <a:lnTo>
                    <a:pt x="294" y="21"/>
                  </a:lnTo>
                  <a:cubicBezTo>
                    <a:pt x="189" y="21"/>
                    <a:pt x="105" y="105"/>
                    <a:pt x="63" y="188"/>
                  </a:cubicBezTo>
                  <a:cubicBezTo>
                    <a:pt x="42" y="272"/>
                    <a:pt x="1" y="335"/>
                    <a:pt x="42" y="398"/>
                  </a:cubicBezTo>
                  <a:cubicBezTo>
                    <a:pt x="62" y="532"/>
                    <a:pt x="168" y="631"/>
                    <a:pt x="314" y="631"/>
                  </a:cubicBezTo>
                  <a:cubicBezTo>
                    <a:pt x="328" y="631"/>
                    <a:pt x="342" y="630"/>
                    <a:pt x="356" y="628"/>
                  </a:cubicBezTo>
                  <a:cubicBezTo>
                    <a:pt x="482" y="586"/>
                    <a:pt x="586" y="460"/>
                    <a:pt x="586" y="335"/>
                  </a:cubicBezTo>
                  <a:cubicBezTo>
                    <a:pt x="586" y="209"/>
                    <a:pt x="503" y="63"/>
                    <a:pt x="3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74" name="Google Shape;4674;p38"/>
            <p:cNvSpPr/>
            <p:nvPr/>
          </p:nvSpPr>
          <p:spPr>
            <a:xfrm>
              <a:off x="6822499" y="3752521"/>
              <a:ext cx="31566" cy="30227"/>
            </a:xfrm>
            <a:custGeom>
              <a:avLst/>
              <a:gdLst/>
              <a:ahLst/>
              <a:cxnLst/>
              <a:rect l="l" t="t" r="r" b="b"/>
              <a:pathLst>
                <a:path w="566" h="542" extrusionOk="0">
                  <a:moveTo>
                    <a:pt x="210" y="1"/>
                  </a:moveTo>
                  <a:cubicBezTo>
                    <a:pt x="84" y="43"/>
                    <a:pt x="0" y="168"/>
                    <a:pt x="0" y="273"/>
                  </a:cubicBezTo>
                  <a:cubicBezTo>
                    <a:pt x="0" y="357"/>
                    <a:pt x="42" y="419"/>
                    <a:pt x="105" y="482"/>
                  </a:cubicBezTo>
                  <a:cubicBezTo>
                    <a:pt x="149" y="512"/>
                    <a:pt x="215" y="541"/>
                    <a:pt x="279" y="541"/>
                  </a:cubicBezTo>
                  <a:cubicBezTo>
                    <a:pt x="305" y="541"/>
                    <a:pt x="332" y="536"/>
                    <a:pt x="356" y="524"/>
                  </a:cubicBezTo>
                  <a:cubicBezTo>
                    <a:pt x="461" y="503"/>
                    <a:pt x="503" y="398"/>
                    <a:pt x="523" y="315"/>
                  </a:cubicBezTo>
                  <a:cubicBezTo>
                    <a:pt x="565" y="273"/>
                    <a:pt x="565" y="189"/>
                    <a:pt x="503" y="147"/>
                  </a:cubicBezTo>
                  <a:cubicBezTo>
                    <a:pt x="482" y="85"/>
                    <a:pt x="398" y="64"/>
                    <a:pt x="356" y="64"/>
                  </a:cubicBezTo>
                  <a:lnTo>
                    <a:pt x="21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75" name="Google Shape;4675;p38"/>
            <p:cNvSpPr/>
            <p:nvPr/>
          </p:nvSpPr>
          <p:spPr>
            <a:xfrm>
              <a:off x="7138715" y="3752521"/>
              <a:ext cx="26881" cy="28220"/>
            </a:xfrm>
            <a:custGeom>
              <a:avLst/>
              <a:gdLst/>
              <a:ahLst/>
              <a:cxnLst/>
              <a:rect l="l" t="t" r="r" b="b"/>
              <a:pathLst>
                <a:path w="482" h="506" extrusionOk="0">
                  <a:moveTo>
                    <a:pt x="210" y="1"/>
                  </a:moveTo>
                  <a:cubicBezTo>
                    <a:pt x="105" y="64"/>
                    <a:pt x="1" y="168"/>
                    <a:pt x="1" y="294"/>
                  </a:cubicBezTo>
                  <a:cubicBezTo>
                    <a:pt x="1" y="409"/>
                    <a:pt x="123" y="506"/>
                    <a:pt x="240" y="506"/>
                  </a:cubicBezTo>
                  <a:cubicBezTo>
                    <a:pt x="251" y="506"/>
                    <a:pt x="262" y="505"/>
                    <a:pt x="273" y="503"/>
                  </a:cubicBezTo>
                  <a:cubicBezTo>
                    <a:pt x="315" y="482"/>
                    <a:pt x="377" y="419"/>
                    <a:pt x="419" y="378"/>
                  </a:cubicBezTo>
                  <a:cubicBezTo>
                    <a:pt x="461" y="294"/>
                    <a:pt x="482" y="210"/>
                    <a:pt x="482" y="168"/>
                  </a:cubicBezTo>
                  <a:cubicBezTo>
                    <a:pt x="465" y="99"/>
                    <a:pt x="404" y="58"/>
                    <a:pt x="336" y="58"/>
                  </a:cubicBezTo>
                  <a:cubicBezTo>
                    <a:pt x="322" y="58"/>
                    <a:pt x="308" y="60"/>
                    <a:pt x="294" y="64"/>
                  </a:cubicBezTo>
                  <a:lnTo>
                    <a:pt x="21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76" name="Google Shape;4676;p38"/>
            <p:cNvSpPr/>
            <p:nvPr/>
          </p:nvSpPr>
          <p:spPr>
            <a:xfrm>
              <a:off x="7359285" y="3755588"/>
              <a:ext cx="26881" cy="25933"/>
            </a:xfrm>
            <a:custGeom>
              <a:avLst/>
              <a:gdLst/>
              <a:ahLst/>
              <a:cxnLst/>
              <a:rect l="l" t="t" r="r" b="b"/>
              <a:pathLst>
                <a:path w="482" h="465" extrusionOk="0">
                  <a:moveTo>
                    <a:pt x="277" y="1"/>
                  </a:moveTo>
                  <a:cubicBezTo>
                    <a:pt x="240" y="1"/>
                    <a:pt x="198" y="20"/>
                    <a:pt x="168" y="51"/>
                  </a:cubicBezTo>
                  <a:cubicBezTo>
                    <a:pt x="147" y="71"/>
                    <a:pt x="84" y="134"/>
                    <a:pt x="63" y="176"/>
                  </a:cubicBezTo>
                  <a:cubicBezTo>
                    <a:pt x="0" y="281"/>
                    <a:pt x="63" y="406"/>
                    <a:pt x="168" y="448"/>
                  </a:cubicBezTo>
                  <a:cubicBezTo>
                    <a:pt x="195" y="459"/>
                    <a:pt x="222" y="464"/>
                    <a:pt x="248" y="464"/>
                  </a:cubicBezTo>
                  <a:cubicBezTo>
                    <a:pt x="322" y="464"/>
                    <a:pt x="388" y="421"/>
                    <a:pt x="419" y="343"/>
                  </a:cubicBezTo>
                  <a:cubicBezTo>
                    <a:pt x="481" y="239"/>
                    <a:pt x="419" y="134"/>
                    <a:pt x="335" y="71"/>
                  </a:cubicBezTo>
                  <a:lnTo>
                    <a:pt x="314" y="9"/>
                  </a:lnTo>
                  <a:cubicBezTo>
                    <a:pt x="303" y="3"/>
                    <a:pt x="290" y="1"/>
                    <a:pt x="2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77" name="Google Shape;4677;p38"/>
            <p:cNvSpPr/>
            <p:nvPr/>
          </p:nvSpPr>
          <p:spPr>
            <a:xfrm>
              <a:off x="7600825" y="3752521"/>
              <a:ext cx="22196" cy="27718"/>
            </a:xfrm>
            <a:custGeom>
              <a:avLst/>
              <a:gdLst/>
              <a:ahLst/>
              <a:cxnLst/>
              <a:rect l="l" t="t" r="r" b="b"/>
              <a:pathLst>
                <a:path w="398" h="497" extrusionOk="0">
                  <a:moveTo>
                    <a:pt x="252" y="1"/>
                  </a:moveTo>
                  <a:cubicBezTo>
                    <a:pt x="168" y="64"/>
                    <a:pt x="105" y="106"/>
                    <a:pt x="42" y="189"/>
                  </a:cubicBezTo>
                  <a:cubicBezTo>
                    <a:pt x="0" y="273"/>
                    <a:pt x="0" y="398"/>
                    <a:pt x="42" y="461"/>
                  </a:cubicBezTo>
                  <a:cubicBezTo>
                    <a:pt x="74" y="485"/>
                    <a:pt x="114" y="497"/>
                    <a:pt x="156" y="497"/>
                  </a:cubicBezTo>
                  <a:cubicBezTo>
                    <a:pt x="227" y="497"/>
                    <a:pt x="304" y="464"/>
                    <a:pt x="356" y="398"/>
                  </a:cubicBezTo>
                  <a:cubicBezTo>
                    <a:pt x="398" y="294"/>
                    <a:pt x="377" y="168"/>
                    <a:pt x="314" y="64"/>
                  </a:cubicBezTo>
                  <a:lnTo>
                    <a:pt x="25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78" name="Google Shape;4678;p38"/>
            <p:cNvSpPr/>
            <p:nvPr/>
          </p:nvSpPr>
          <p:spPr>
            <a:xfrm>
              <a:off x="6589101" y="4430517"/>
              <a:ext cx="512359" cy="56"/>
            </a:xfrm>
            <a:custGeom>
              <a:avLst/>
              <a:gdLst/>
              <a:ahLst/>
              <a:cxnLst/>
              <a:rect l="l" t="t" r="r" b="b"/>
              <a:pathLst>
                <a:path w="9187" h="1" fill="none" extrusionOk="0">
                  <a:moveTo>
                    <a:pt x="1" y="1"/>
                  </a:moveTo>
                  <a:lnTo>
                    <a:pt x="9186" y="1"/>
                  </a:lnTo>
                </a:path>
              </a:pathLst>
            </a:custGeom>
            <a:solidFill>
              <a:schemeClr val="dk1"/>
            </a:solidFill>
            <a:ln w="89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79" name="Google Shape;4679;p38"/>
            <p:cNvSpPr/>
            <p:nvPr/>
          </p:nvSpPr>
          <p:spPr>
            <a:xfrm>
              <a:off x="7020873" y="4414176"/>
              <a:ext cx="23368" cy="24037"/>
            </a:xfrm>
            <a:custGeom>
              <a:avLst/>
              <a:gdLst/>
              <a:ahLst/>
              <a:cxnLst/>
              <a:rect l="l" t="t" r="r" b="b"/>
              <a:pathLst>
                <a:path w="419" h="431" extrusionOk="0">
                  <a:moveTo>
                    <a:pt x="272" y="1"/>
                  </a:moveTo>
                  <a:cubicBezTo>
                    <a:pt x="189" y="22"/>
                    <a:pt x="105" y="42"/>
                    <a:pt x="63" y="126"/>
                  </a:cubicBezTo>
                  <a:cubicBezTo>
                    <a:pt x="0" y="210"/>
                    <a:pt x="42" y="294"/>
                    <a:pt x="84" y="356"/>
                  </a:cubicBezTo>
                  <a:cubicBezTo>
                    <a:pt x="126" y="412"/>
                    <a:pt x="177" y="431"/>
                    <a:pt x="231" y="431"/>
                  </a:cubicBezTo>
                  <a:cubicBezTo>
                    <a:pt x="258" y="431"/>
                    <a:pt x="286" y="426"/>
                    <a:pt x="314" y="419"/>
                  </a:cubicBezTo>
                  <a:cubicBezTo>
                    <a:pt x="398" y="356"/>
                    <a:pt x="419" y="273"/>
                    <a:pt x="419" y="189"/>
                  </a:cubicBezTo>
                  <a:cubicBezTo>
                    <a:pt x="419" y="147"/>
                    <a:pt x="419" y="126"/>
                    <a:pt x="398" y="63"/>
                  </a:cubicBezTo>
                  <a:cubicBezTo>
                    <a:pt x="377" y="42"/>
                    <a:pt x="314" y="22"/>
                    <a:pt x="293" y="22"/>
                  </a:cubicBezTo>
                  <a:lnTo>
                    <a:pt x="27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80" name="Google Shape;4680;p38"/>
            <p:cNvSpPr/>
            <p:nvPr/>
          </p:nvSpPr>
          <p:spPr>
            <a:xfrm>
              <a:off x="6954339" y="4416519"/>
              <a:ext cx="19910" cy="23479"/>
            </a:xfrm>
            <a:custGeom>
              <a:avLst/>
              <a:gdLst/>
              <a:ahLst/>
              <a:cxnLst/>
              <a:rect l="l" t="t" r="r" b="b"/>
              <a:pathLst>
                <a:path w="357" h="421" extrusionOk="0">
                  <a:moveTo>
                    <a:pt x="189" y="0"/>
                  </a:moveTo>
                  <a:cubicBezTo>
                    <a:pt x="105" y="21"/>
                    <a:pt x="43" y="84"/>
                    <a:pt x="22" y="168"/>
                  </a:cubicBezTo>
                  <a:cubicBezTo>
                    <a:pt x="1" y="231"/>
                    <a:pt x="1" y="314"/>
                    <a:pt x="43" y="377"/>
                  </a:cubicBezTo>
                  <a:cubicBezTo>
                    <a:pt x="81" y="403"/>
                    <a:pt x="128" y="421"/>
                    <a:pt x="173" y="421"/>
                  </a:cubicBezTo>
                  <a:cubicBezTo>
                    <a:pt x="201" y="421"/>
                    <a:pt x="228" y="414"/>
                    <a:pt x="252" y="398"/>
                  </a:cubicBezTo>
                  <a:cubicBezTo>
                    <a:pt x="294" y="377"/>
                    <a:pt x="315" y="314"/>
                    <a:pt x="336" y="272"/>
                  </a:cubicBezTo>
                  <a:cubicBezTo>
                    <a:pt x="336" y="210"/>
                    <a:pt x="356" y="189"/>
                    <a:pt x="336" y="126"/>
                  </a:cubicBezTo>
                  <a:cubicBezTo>
                    <a:pt x="336" y="84"/>
                    <a:pt x="294" y="63"/>
                    <a:pt x="231" y="63"/>
                  </a:cubicBezTo>
                  <a:lnTo>
                    <a:pt x="18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81" name="Google Shape;4681;p38"/>
            <p:cNvSpPr/>
            <p:nvPr/>
          </p:nvSpPr>
          <p:spPr>
            <a:xfrm>
              <a:off x="6589101" y="4414845"/>
              <a:ext cx="22252" cy="23925"/>
            </a:xfrm>
            <a:custGeom>
              <a:avLst/>
              <a:gdLst/>
              <a:ahLst/>
              <a:cxnLst/>
              <a:rect l="l" t="t" r="r" b="b"/>
              <a:pathLst>
                <a:path w="399" h="429" extrusionOk="0">
                  <a:moveTo>
                    <a:pt x="162" y="1"/>
                  </a:moveTo>
                  <a:cubicBezTo>
                    <a:pt x="135" y="1"/>
                    <a:pt x="99" y="16"/>
                    <a:pt x="84" y="30"/>
                  </a:cubicBezTo>
                  <a:cubicBezTo>
                    <a:pt x="63" y="51"/>
                    <a:pt x="42" y="93"/>
                    <a:pt x="42" y="135"/>
                  </a:cubicBezTo>
                  <a:cubicBezTo>
                    <a:pt x="1" y="198"/>
                    <a:pt x="1" y="240"/>
                    <a:pt x="42" y="302"/>
                  </a:cubicBezTo>
                  <a:cubicBezTo>
                    <a:pt x="63" y="365"/>
                    <a:pt x="168" y="428"/>
                    <a:pt x="252" y="428"/>
                  </a:cubicBezTo>
                  <a:cubicBezTo>
                    <a:pt x="315" y="407"/>
                    <a:pt x="398" y="302"/>
                    <a:pt x="377" y="219"/>
                  </a:cubicBezTo>
                  <a:cubicBezTo>
                    <a:pt x="356" y="135"/>
                    <a:pt x="273" y="30"/>
                    <a:pt x="189" y="10"/>
                  </a:cubicBezTo>
                  <a:cubicBezTo>
                    <a:pt x="183" y="3"/>
                    <a:pt x="173" y="1"/>
                    <a:pt x="1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82" name="Google Shape;4682;p38"/>
            <p:cNvSpPr/>
            <p:nvPr/>
          </p:nvSpPr>
          <p:spPr>
            <a:xfrm>
              <a:off x="6652122" y="4416519"/>
              <a:ext cx="22252" cy="23368"/>
            </a:xfrm>
            <a:custGeom>
              <a:avLst/>
              <a:gdLst/>
              <a:ahLst/>
              <a:cxnLst/>
              <a:rect l="l" t="t" r="r" b="b"/>
              <a:pathLst>
                <a:path w="399" h="419" extrusionOk="0">
                  <a:moveTo>
                    <a:pt x="126" y="0"/>
                  </a:moveTo>
                  <a:cubicBezTo>
                    <a:pt x="105" y="0"/>
                    <a:pt x="84" y="0"/>
                    <a:pt x="63" y="21"/>
                  </a:cubicBezTo>
                  <a:cubicBezTo>
                    <a:pt x="21" y="63"/>
                    <a:pt x="21" y="84"/>
                    <a:pt x="21" y="105"/>
                  </a:cubicBezTo>
                  <a:cubicBezTo>
                    <a:pt x="1" y="189"/>
                    <a:pt x="1" y="272"/>
                    <a:pt x="63" y="314"/>
                  </a:cubicBezTo>
                  <a:cubicBezTo>
                    <a:pt x="84" y="377"/>
                    <a:pt x="168" y="419"/>
                    <a:pt x="231" y="419"/>
                  </a:cubicBezTo>
                  <a:cubicBezTo>
                    <a:pt x="335" y="419"/>
                    <a:pt x="398" y="314"/>
                    <a:pt x="398" y="210"/>
                  </a:cubicBezTo>
                  <a:cubicBezTo>
                    <a:pt x="398" y="105"/>
                    <a:pt x="314" y="63"/>
                    <a:pt x="2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83" name="Google Shape;4683;p38"/>
            <p:cNvSpPr/>
            <p:nvPr/>
          </p:nvSpPr>
          <p:spPr>
            <a:xfrm>
              <a:off x="6720997" y="4411834"/>
              <a:ext cx="19854" cy="24371"/>
            </a:xfrm>
            <a:custGeom>
              <a:avLst/>
              <a:gdLst/>
              <a:ahLst/>
              <a:cxnLst/>
              <a:rect l="l" t="t" r="r" b="b"/>
              <a:pathLst>
                <a:path w="356" h="437" extrusionOk="0">
                  <a:moveTo>
                    <a:pt x="209" y="1"/>
                  </a:moveTo>
                  <a:cubicBezTo>
                    <a:pt x="146" y="1"/>
                    <a:pt x="126" y="1"/>
                    <a:pt x="105" y="43"/>
                  </a:cubicBezTo>
                  <a:lnTo>
                    <a:pt x="84" y="64"/>
                  </a:lnTo>
                  <a:cubicBezTo>
                    <a:pt x="42" y="64"/>
                    <a:pt x="42" y="84"/>
                    <a:pt x="21" y="105"/>
                  </a:cubicBezTo>
                  <a:cubicBezTo>
                    <a:pt x="0" y="189"/>
                    <a:pt x="0" y="273"/>
                    <a:pt x="42" y="356"/>
                  </a:cubicBezTo>
                  <a:cubicBezTo>
                    <a:pt x="87" y="402"/>
                    <a:pt x="143" y="436"/>
                    <a:pt x="195" y="436"/>
                  </a:cubicBezTo>
                  <a:cubicBezTo>
                    <a:pt x="214" y="436"/>
                    <a:pt x="234" y="431"/>
                    <a:pt x="251" y="419"/>
                  </a:cubicBezTo>
                  <a:cubicBezTo>
                    <a:pt x="314" y="398"/>
                    <a:pt x="356" y="356"/>
                    <a:pt x="356" y="273"/>
                  </a:cubicBezTo>
                  <a:cubicBezTo>
                    <a:pt x="356" y="210"/>
                    <a:pt x="335" y="147"/>
                    <a:pt x="314" y="84"/>
                  </a:cubicBezTo>
                  <a:cubicBezTo>
                    <a:pt x="293" y="64"/>
                    <a:pt x="251" y="1"/>
                    <a:pt x="2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84" name="Google Shape;4684;p38"/>
            <p:cNvSpPr/>
            <p:nvPr/>
          </p:nvSpPr>
          <p:spPr>
            <a:xfrm>
              <a:off x="6836497" y="4415068"/>
              <a:ext cx="21081" cy="21973"/>
            </a:xfrm>
            <a:custGeom>
              <a:avLst/>
              <a:gdLst/>
              <a:ahLst/>
              <a:cxnLst/>
              <a:rect l="l" t="t" r="r" b="b"/>
              <a:pathLst>
                <a:path w="378" h="394" extrusionOk="0">
                  <a:moveTo>
                    <a:pt x="203" y="0"/>
                  </a:moveTo>
                  <a:cubicBezTo>
                    <a:pt x="191" y="0"/>
                    <a:pt x="179" y="2"/>
                    <a:pt x="168" y="6"/>
                  </a:cubicBezTo>
                  <a:lnTo>
                    <a:pt x="147" y="26"/>
                  </a:lnTo>
                  <a:cubicBezTo>
                    <a:pt x="136" y="16"/>
                    <a:pt x="126" y="11"/>
                    <a:pt x="113" y="11"/>
                  </a:cubicBezTo>
                  <a:cubicBezTo>
                    <a:pt x="100" y="11"/>
                    <a:pt x="84" y="16"/>
                    <a:pt x="63" y="26"/>
                  </a:cubicBezTo>
                  <a:cubicBezTo>
                    <a:pt x="42" y="47"/>
                    <a:pt x="42" y="47"/>
                    <a:pt x="42" y="89"/>
                  </a:cubicBezTo>
                  <a:cubicBezTo>
                    <a:pt x="21" y="152"/>
                    <a:pt x="0" y="236"/>
                    <a:pt x="42" y="319"/>
                  </a:cubicBezTo>
                  <a:cubicBezTo>
                    <a:pt x="78" y="366"/>
                    <a:pt x="133" y="394"/>
                    <a:pt x="189" y="394"/>
                  </a:cubicBezTo>
                  <a:cubicBezTo>
                    <a:pt x="233" y="394"/>
                    <a:pt x="278" y="377"/>
                    <a:pt x="314" y="340"/>
                  </a:cubicBezTo>
                  <a:cubicBezTo>
                    <a:pt x="377" y="257"/>
                    <a:pt x="377" y="152"/>
                    <a:pt x="335" y="89"/>
                  </a:cubicBezTo>
                  <a:cubicBezTo>
                    <a:pt x="318" y="38"/>
                    <a:pt x="258" y="0"/>
                    <a:pt x="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85" name="Google Shape;4685;p38"/>
            <p:cNvSpPr/>
            <p:nvPr/>
          </p:nvSpPr>
          <p:spPr>
            <a:xfrm>
              <a:off x="7078037" y="4420032"/>
              <a:ext cx="17568" cy="19854"/>
            </a:xfrm>
            <a:custGeom>
              <a:avLst/>
              <a:gdLst/>
              <a:ahLst/>
              <a:cxnLst/>
              <a:rect l="l" t="t" r="r" b="b"/>
              <a:pathLst>
                <a:path w="315" h="356" extrusionOk="0">
                  <a:moveTo>
                    <a:pt x="210" y="0"/>
                  </a:moveTo>
                  <a:cubicBezTo>
                    <a:pt x="126" y="21"/>
                    <a:pt x="63" y="63"/>
                    <a:pt x="22" y="147"/>
                  </a:cubicBezTo>
                  <a:cubicBezTo>
                    <a:pt x="1" y="189"/>
                    <a:pt x="1" y="314"/>
                    <a:pt x="63" y="335"/>
                  </a:cubicBezTo>
                  <a:cubicBezTo>
                    <a:pt x="84" y="356"/>
                    <a:pt x="105" y="356"/>
                    <a:pt x="126" y="356"/>
                  </a:cubicBezTo>
                  <a:cubicBezTo>
                    <a:pt x="210" y="356"/>
                    <a:pt x="273" y="314"/>
                    <a:pt x="294" y="251"/>
                  </a:cubicBezTo>
                  <a:cubicBezTo>
                    <a:pt x="314" y="189"/>
                    <a:pt x="294" y="84"/>
                    <a:pt x="231" y="63"/>
                  </a:cubicBezTo>
                  <a:lnTo>
                    <a:pt x="21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86" name="Google Shape;4686;p38"/>
            <p:cNvSpPr/>
            <p:nvPr/>
          </p:nvSpPr>
          <p:spPr>
            <a:xfrm>
              <a:off x="6477060" y="4810366"/>
              <a:ext cx="24595" cy="19296"/>
            </a:xfrm>
            <a:custGeom>
              <a:avLst/>
              <a:gdLst/>
              <a:ahLst/>
              <a:cxnLst/>
              <a:rect l="l" t="t" r="r" b="b"/>
              <a:pathLst>
                <a:path w="441" h="346" extrusionOk="0">
                  <a:moveTo>
                    <a:pt x="204" y="1"/>
                  </a:moveTo>
                  <a:cubicBezTo>
                    <a:pt x="169" y="1"/>
                    <a:pt x="135" y="10"/>
                    <a:pt x="106" y="32"/>
                  </a:cubicBezTo>
                  <a:cubicBezTo>
                    <a:pt x="22" y="73"/>
                    <a:pt x="1" y="220"/>
                    <a:pt x="64" y="283"/>
                  </a:cubicBezTo>
                  <a:lnTo>
                    <a:pt x="127" y="345"/>
                  </a:lnTo>
                  <a:cubicBezTo>
                    <a:pt x="231" y="325"/>
                    <a:pt x="336" y="325"/>
                    <a:pt x="440" y="325"/>
                  </a:cubicBezTo>
                  <a:cubicBezTo>
                    <a:pt x="399" y="241"/>
                    <a:pt x="419" y="157"/>
                    <a:pt x="378" y="73"/>
                  </a:cubicBezTo>
                  <a:cubicBezTo>
                    <a:pt x="337" y="33"/>
                    <a:pt x="269" y="1"/>
                    <a:pt x="2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87" name="Google Shape;4687;p38"/>
            <p:cNvSpPr/>
            <p:nvPr/>
          </p:nvSpPr>
          <p:spPr>
            <a:xfrm>
              <a:off x="6542422" y="4810924"/>
              <a:ext cx="22252" cy="17568"/>
            </a:xfrm>
            <a:custGeom>
              <a:avLst/>
              <a:gdLst/>
              <a:ahLst/>
              <a:cxnLst/>
              <a:rect l="l" t="t" r="r" b="b"/>
              <a:pathLst>
                <a:path w="399" h="315" extrusionOk="0">
                  <a:moveTo>
                    <a:pt x="210" y="1"/>
                  </a:moveTo>
                  <a:cubicBezTo>
                    <a:pt x="189" y="1"/>
                    <a:pt x="168" y="1"/>
                    <a:pt x="147" y="22"/>
                  </a:cubicBezTo>
                  <a:cubicBezTo>
                    <a:pt x="43" y="63"/>
                    <a:pt x="1" y="168"/>
                    <a:pt x="43" y="273"/>
                  </a:cubicBezTo>
                  <a:lnTo>
                    <a:pt x="63" y="315"/>
                  </a:lnTo>
                  <a:cubicBezTo>
                    <a:pt x="189" y="315"/>
                    <a:pt x="294" y="273"/>
                    <a:pt x="398" y="273"/>
                  </a:cubicBezTo>
                  <a:cubicBezTo>
                    <a:pt x="398" y="231"/>
                    <a:pt x="398" y="147"/>
                    <a:pt x="377" y="105"/>
                  </a:cubicBezTo>
                  <a:cubicBezTo>
                    <a:pt x="356" y="43"/>
                    <a:pt x="273" y="1"/>
                    <a:pt x="2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88" name="Google Shape;4688;p38"/>
            <p:cNvSpPr/>
            <p:nvPr/>
          </p:nvSpPr>
          <p:spPr>
            <a:xfrm>
              <a:off x="6612469" y="4804789"/>
              <a:ext cx="22196" cy="21360"/>
            </a:xfrm>
            <a:custGeom>
              <a:avLst/>
              <a:gdLst/>
              <a:ahLst/>
              <a:cxnLst/>
              <a:rect l="l" t="t" r="r" b="b"/>
              <a:pathLst>
                <a:path w="398" h="383" extrusionOk="0">
                  <a:moveTo>
                    <a:pt x="212" y="0"/>
                  </a:moveTo>
                  <a:cubicBezTo>
                    <a:pt x="189" y="0"/>
                    <a:pt x="166" y="8"/>
                    <a:pt x="147" y="27"/>
                  </a:cubicBezTo>
                  <a:cubicBezTo>
                    <a:pt x="105" y="48"/>
                    <a:pt x="105" y="111"/>
                    <a:pt x="84" y="132"/>
                  </a:cubicBezTo>
                  <a:cubicBezTo>
                    <a:pt x="63" y="236"/>
                    <a:pt x="42" y="320"/>
                    <a:pt x="0" y="383"/>
                  </a:cubicBezTo>
                  <a:lnTo>
                    <a:pt x="42" y="362"/>
                  </a:lnTo>
                  <a:cubicBezTo>
                    <a:pt x="168" y="362"/>
                    <a:pt x="293" y="341"/>
                    <a:pt x="398" y="320"/>
                  </a:cubicBezTo>
                  <a:cubicBezTo>
                    <a:pt x="398" y="236"/>
                    <a:pt x="398" y="153"/>
                    <a:pt x="356" y="69"/>
                  </a:cubicBezTo>
                  <a:cubicBezTo>
                    <a:pt x="327" y="40"/>
                    <a:pt x="267" y="0"/>
                    <a:pt x="2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89" name="Google Shape;4689;p38"/>
            <p:cNvSpPr/>
            <p:nvPr/>
          </p:nvSpPr>
          <p:spPr>
            <a:xfrm>
              <a:off x="6709286" y="4807410"/>
              <a:ext cx="26937" cy="19631"/>
            </a:xfrm>
            <a:custGeom>
              <a:avLst/>
              <a:gdLst/>
              <a:ahLst/>
              <a:cxnLst/>
              <a:rect l="l" t="t" r="r" b="b"/>
              <a:pathLst>
                <a:path w="483" h="352" extrusionOk="0">
                  <a:moveTo>
                    <a:pt x="336" y="1"/>
                  </a:moveTo>
                  <a:cubicBezTo>
                    <a:pt x="210" y="1"/>
                    <a:pt x="43" y="126"/>
                    <a:pt x="43" y="294"/>
                  </a:cubicBezTo>
                  <a:lnTo>
                    <a:pt x="1" y="336"/>
                  </a:lnTo>
                  <a:cubicBezTo>
                    <a:pt x="74" y="346"/>
                    <a:pt x="142" y="351"/>
                    <a:pt x="213" y="351"/>
                  </a:cubicBezTo>
                  <a:cubicBezTo>
                    <a:pt x="283" y="351"/>
                    <a:pt x="356" y="346"/>
                    <a:pt x="440" y="336"/>
                  </a:cubicBezTo>
                  <a:cubicBezTo>
                    <a:pt x="461" y="336"/>
                    <a:pt x="482" y="315"/>
                    <a:pt x="482" y="315"/>
                  </a:cubicBezTo>
                  <a:lnTo>
                    <a:pt x="482" y="273"/>
                  </a:lnTo>
                  <a:cubicBezTo>
                    <a:pt x="482" y="210"/>
                    <a:pt x="461" y="126"/>
                    <a:pt x="440" y="85"/>
                  </a:cubicBezTo>
                  <a:cubicBezTo>
                    <a:pt x="440" y="64"/>
                    <a:pt x="440" y="64"/>
                    <a:pt x="419" y="22"/>
                  </a:cubicBezTo>
                  <a:cubicBezTo>
                    <a:pt x="398" y="1"/>
                    <a:pt x="356" y="1"/>
                    <a:pt x="3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90" name="Google Shape;4690;p38"/>
            <p:cNvSpPr/>
            <p:nvPr/>
          </p:nvSpPr>
          <p:spPr>
            <a:xfrm>
              <a:off x="6824841" y="4806239"/>
              <a:ext cx="26881" cy="19910"/>
            </a:xfrm>
            <a:custGeom>
              <a:avLst/>
              <a:gdLst/>
              <a:ahLst/>
              <a:cxnLst/>
              <a:rect l="l" t="t" r="r" b="b"/>
              <a:pathLst>
                <a:path w="482" h="357" extrusionOk="0">
                  <a:moveTo>
                    <a:pt x="335" y="1"/>
                  </a:moveTo>
                  <a:cubicBezTo>
                    <a:pt x="272" y="1"/>
                    <a:pt x="230" y="22"/>
                    <a:pt x="168" y="43"/>
                  </a:cubicBezTo>
                  <a:cubicBezTo>
                    <a:pt x="109" y="121"/>
                    <a:pt x="51" y="216"/>
                    <a:pt x="43" y="330"/>
                  </a:cubicBezTo>
                  <a:lnTo>
                    <a:pt x="43" y="330"/>
                  </a:lnTo>
                  <a:cubicBezTo>
                    <a:pt x="179" y="315"/>
                    <a:pt x="328" y="315"/>
                    <a:pt x="461" y="315"/>
                  </a:cubicBezTo>
                  <a:cubicBezTo>
                    <a:pt x="481" y="252"/>
                    <a:pt x="481" y="189"/>
                    <a:pt x="461" y="127"/>
                  </a:cubicBezTo>
                  <a:cubicBezTo>
                    <a:pt x="440" y="85"/>
                    <a:pt x="377" y="22"/>
                    <a:pt x="335" y="1"/>
                  </a:cubicBezTo>
                  <a:close/>
                  <a:moveTo>
                    <a:pt x="43" y="330"/>
                  </a:moveTo>
                  <a:lnTo>
                    <a:pt x="43" y="330"/>
                  </a:lnTo>
                  <a:cubicBezTo>
                    <a:pt x="29" y="332"/>
                    <a:pt x="14" y="334"/>
                    <a:pt x="0" y="336"/>
                  </a:cubicBezTo>
                  <a:lnTo>
                    <a:pt x="42" y="357"/>
                  </a:lnTo>
                  <a:cubicBezTo>
                    <a:pt x="42" y="348"/>
                    <a:pt x="42" y="339"/>
                    <a:pt x="43" y="33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91" name="Google Shape;4691;p38"/>
            <p:cNvSpPr/>
            <p:nvPr/>
          </p:nvSpPr>
          <p:spPr>
            <a:xfrm>
              <a:off x="6959024" y="4810924"/>
              <a:ext cx="21081" cy="14054"/>
            </a:xfrm>
            <a:custGeom>
              <a:avLst/>
              <a:gdLst/>
              <a:ahLst/>
              <a:cxnLst/>
              <a:rect l="l" t="t" r="r" b="b"/>
              <a:pathLst>
                <a:path w="378" h="252" extrusionOk="0">
                  <a:moveTo>
                    <a:pt x="231" y="1"/>
                  </a:moveTo>
                  <a:cubicBezTo>
                    <a:pt x="210" y="1"/>
                    <a:pt x="147" y="1"/>
                    <a:pt x="126" y="22"/>
                  </a:cubicBezTo>
                  <a:cubicBezTo>
                    <a:pt x="42" y="63"/>
                    <a:pt x="0" y="147"/>
                    <a:pt x="0" y="252"/>
                  </a:cubicBezTo>
                  <a:lnTo>
                    <a:pt x="335" y="252"/>
                  </a:lnTo>
                  <a:cubicBezTo>
                    <a:pt x="356" y="252"/>
                    <a:pt x="377" y="252"/>
                    <a:pt x="377" y="231"/>
                  </a:cubicBezTo>
                  <a:lnTo>
                    <a:pt x="377" y="168"/>
                  </a:lnTo>
                  <a:cubicBezTo>
                    <a:pt x="356" y="105"/>
                    <a:pt x="314" y="22"/>
                    <a:pt x="2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92" name="Google Shape;4692;p38"/>
            <p:cNvSpPr/>
            <p:nvPr/>
          </p:nvSpPr>
          <p:spPr>
            <a:xfrm>
              <a:off x="7044185" y="4808805"/>
              <a:ext cx="28108" cy="16173"/>
            </a:xfrm>
            <a:custGeom>
              <a:avLst/>
              <a:gdLst/>
              <a:ahLst/>
              <a:cxnLst/>
              <a:rect l="l" t="t" r="r" b="b"/>
              <a:pathLst>
                <a:path w="504" h="290" extrusionOk="0">
                  <a:moveTo>
                    <a:pt x="244" y="1"/>
                  </a:moveTo>
                  <a:cubicBezTo>
                    <a:pt x="207" y="1"/>
                    <a:pt x="174" y="12"/>
                    <a:pt x="147" y="39"/>
                  </a:cubicBezTo>
                  <a:cubicBezTo>
                    <a:pt x="64" y="81"/>
                    <a:pt x="1" y="185"/>
                    <a:pt x="64" y="269"/>
                  </a:cubicBezTo>
                  <a:lnTo>
                    <a:pt x="22" y="290"/>
                  </a:lnTo>
                  <a:cubicBezTo>
                    <a:pt x="119" y="290"/>
                    <a:pt x="217" y="280"/>
                    <a:pt x="321" y="280"/>
                  </a:cubicBezTo>
                  <a:cubicBezTo>
                    <a:pt x="373" y="280"/>
                    <a:pt x="426" y="283"/>
                    <a:pt x="482" y="290"/>
                  </a:cubicBezTo>
                  <a:cubicBezTo>
                    <a:pt x="503" y="206"/>
                    <a:pt x="482" y="101"/>
                    <a:pt x="398" y="60"/>
                  </a:cubicBezTo>
                  <a:cubicBezTo>
                    <a:pt x="350" y="23"/>
                    <a:pt x="294" y="1"/>
                    <a:pt x="2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93" name="Google Shape;4693;p38"/>
            <p:cNvSpPr/>
            <p:nvPr/>
          </p:nvSpPr>
          <p:spPr>
            <a:xfrm>
              <a:off x="7123545" y="4805793"/>
              <a:ext cx="25710" cy="19185"/>
            </a:xfrm>
            <a:custGeom>
              <a:avLst/>
              <a:gdLst/>
              <a:ahLst/>
              <a:cxnLst/>
              <a:rect l="l" t="t" r="r" b="b"/>
              <a:pathLst>
                <a:path w="461" h="344" extrusionOk="0">
                  <a:moveTo>
                    <a:pt x="243" y="0"/>
                  </a:moveTo>
                  <a:cubicBezTo>
                    <a:pt x="206" y="0"/>
                    <a:pt x="177" y="15"/>
                    <a:pt x="147" y="30"/>
                  </a:cubicBezTo>
                  <a:cubicBezTo>
                    <a:pt x="43" y="114"/>
                    <a:pt x="1" y="239"/>
                    <a:pt x="22" y="344"/>
                  </a:cubicBezTo>
                  <a:lnTo>
                    <a:pt x="419" y="344"/>
                  </a:lnTo>
                  <a:cubicBezTo>
                    <a:pt x="440" y="344"/>
                    <a:pt x="461" y="344"/>
                    <a:pt x="461" y="323"/>
                  </a:cubicBezTo>
                  <a:lnTo>
                    <a:pt x="461" y="260"/>
                  </a:lnTo>
                  <a:cubicBezTo>
                    <a:pt x="440" y="155"/>
                    <a:pt x="398" y="30"/>
                    <a:pt x="294" y="9"/>
                  </a:cubicBezTo>
                  <a:cubicBezTo>
                    <a:pt x="275" y="3"/>
                    <a:pt x="259"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94" name="Google Shape;4694;p38"/>
            <p:cNvSpPr/>
            <p:nvPr/>
          </p:nvSpPr>
          <p:spPr>
            <a:xfrm>
              <a:off x="7190079" y="4808582"/>
              <a:ext cx="22196" cy="19018"/>
            </a:xfrm>
            <a:custGeom>
              <a:avLst/>
              <a:gdLst/>
              <a:ahLst/>
              <a:cxnLst/>
              <a:rect l="l" t="t" r="r" b="b"/>
              <a:pathLst>
                <a:path w="398" h="341" extrusionOk="0">
                  <a:moveTo>
                    <a:pt x="210" y="1"/>
                  </a:moveTo>
                  <a:cubicBezTo>
                    <a:pt x="189" y="1"/>
                    <a:pt x="168" y="1"/>
                    <a:pt x="147" y="43"/>
                  </a:cubicBezTo>
                  <a:cubicBezTo>
                    <a:pt x="63" y="85"/>
                    <a:pt x="0" y="189"/>
                    <a:pt x="42" y="294"/>
                  </a:cubicBezTo>
                  <a:cubicBezTo>
                    <a:pt x="105" y="325"/>
                    <a:pt x="168" y="341"/>
                    <a:pt x="228" y="341"/>
                  </a:cubicBezTo>
                  <a:cubicBezTo>
                    <a:pt x="288" y="341"/>
                    <a:pt x="346" y="325"/>
                    <a:pt x="398" y="294"/>
                  </a:cubicBezTo>
                  <a:cubicBezTo>
                    <a:pt x="398" y="252"/>
                    <a:pt x="398" y="168"/>
                    <a:pt x="377" y="105"/>
                  </a:cubicBezTo>
                  <a:cubicBezTo>
                    <a:pt x="356" y="64"/>
                    <a:pt x="272" y="1"/>
                    <a:pt x="2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95" name="Google Shape;4695;p38"/>
            <p:cNvSpPr/>
            <p:nvPr/>
          </p:nvSpPr>
          <p:spPr>
            <a:xfrm>
              <a:off x="6837668" y="4431688"/>
              <a:ext cx="11712" cy="389777"/>
            </a:xfrm>
            <a:custGeom>
              <a:avLst/>
              <a:gdLst/>
              <a:ahLst/>
              <a:cxnLst/>
              <a:rect l="l" t="t" r="r" b="b"/>
              <a:pathLst>
                <a:path w="210" h="6989" extrusionOk="0">
                  <a:moveTo>
                    <a:pt x="105" y="0"/>
                  </a:moveTo>
                  <a:cubicBezTo>
                    <a:pt x="84" y="586"/>
                    <a:pt x="42" y="1172"/>
                    <a:pt x="21" y="1737"/>
                  </a:cubicBezTo>
                  <a:cubicBezTo>
                    <a:pt x="0" y="2323"/>
                    <a:pt x="0" y="2930"/>
                    <a:pt x="0" y="3495"/>
                  </a:cubicBezTo>
                  <a:cubicBezTo>
                    <a:pt x="0" y="4060"/>
                    <a:pt x="0" y="4666"/>
                    <a:pt x="21" y="5252"/>
                  </a:cubicBezTo>
                  <a:cubicBezTo>
                    <a:pt x="42" y="5817"/>
                    <a:pt x="84" y="6424"/>
                    <a:pt x="105" y="6989"/>
                  </a:cubicBezTo>
                  <a:cubicBezTo>
                    <a:pt x="147" y="6424"/>
                    <a:pt x="147" y="5817"/>
                    <a:pt x="189" y="5252"/>
                  </a:cubicBezTo>
                  <a:cubicBezTo>
                    <a:pt x="210" y="4666"/>
                    <a:pt x="210" y="4060"/>
                    <a:pt x="210" y="3495"/>
                  </a:cubicBezTo>
                  <a:cubicBezTo>
                    <a:pt x="189" y="2930"/>
                    <a:pt x="210" y="2323"/>
                    <a:pt x="189" y="1737"/>
                  </a:cubicBezTo>
                  <a:cubicBezTo>
                    <a:pt x="147" y="1172"/>
                    <a:pt x="126" y="565"/>
                    <a:pt x="1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96" name="Google Shape;4696;p38"/>
            <p:cNvSpPr/>
            <p:nvPr/>
          </p:nvSpPr>
          <p:spPr>
            <a:xfrm>
              <a:off x="6722113" y="4429346"/>
              <a:ext cx="17568" cy="396804"/>
            </a:xfrm>
            <a:custGeom>
              <a:avLst/>
              <a:gdLst/>
              <a:ahLst/>
              <a:cxnLst/>
              <a:rect l="l" t="t" r="r" b="b"/>
              <a:pathLst>
                <a:path w="315" h="7115" extrusionOk="0">
                  <a:moveTo>
                    <a:pt x="294" y="1"/>
                  </a:moveTo>
                  <a:cubicBezTo>
                    <a:pt x="210" y="586"/>
                    <a:pt x="189" y="1193"/>
                    <a:pt x="168" y="1779"/>
                  </a:cubicBezTo>
                  <a:cubicBezTo>
                    <a:pt x="126" y="2386"/>
                    <a:pt x="106" y="2972"/>
                    <a:pt x="85" y="3558"/>
                  </a:cubicBezTo>
                  <a:cubicBezTo>
                    <a:pt x="64" y="4164"/>
                    <a:pt x="22" y="4750"/>
                    <a:pt x="22" y="5336"/>
                  </a:cubicBezTo>
                  <a:cubicBezTo>
                    <a:pt x="22" y="5943"/>
                    <a:pt x="1" y="6529"/>
                    <a:pt x="22" y="7115"/>
                  </a:cubicBezTo>
                  <a:cubicBezTo>
                    <a:pt x="85" y="6529"/>
                    <a:pt x="126" y="5943"/>
                    <a:pt x="168" y="5336"/>
                  </a:cubicBezTo>
                  <a:cubicBezTo>
                    <a:pt x="189" y="4750"/>
                    <a:pt x="210" y="4164"/>
                    <a:pt x="231" y="3558"/>
                  </a:cubicBezTo>
                  <a:cubicBezTo>
                    <a:pt x="273" y="2972"/>
                    <a:pt x="294" y="2386"/>
                    <a:pt x="294" y="1779"/>
                  </a:cubicBezTo>
                  <a:cubicBezTo>
                    <a:pt x="294" y="1193"/>
                    <a:pt x="315" y="607"/>
                    <a:pt x="2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97" name="Google Shape;4697;p38"/>
            <p:cNvSpPr/>
            <p:nvPr/>
          </p:nvSpPr>
          <p:spPr>
            <a:xfrm>
              <a:off x="6624125" y="4431688"/>
              <a:ext cx="33908" cy="387490"/>
            </a:xfrm>
            <a:custGeom>
              <a:avLst/>
              <a:gdLst/>
              <a:ahLst/>
              <a:cxnLst/>
              <a:rect l="l" t="t" r="r" b="b"/>
              <a:pathLst>
                <a:path w="608" h="6948" extrusionOk="0">
                  <a:moveTo>
                    <a:pt x="607" y="0"/>
                  </a:moveTo>
                  <a:lnTo>
                    <a:pt x="607" y="0"/>
                  </a:lnTo>
                  <a:cubicBezTo>
                    <a:pt x="523" y="565"/>
                    <a:pt x="461" y="1151"/>
                    <a:pt x="398" y="1716"/>
                  </a:cubicBezTo>
                  <a:cubicBezTo>
                    <a:pt x="314" y="2302"/>
                    <a:pt x="272" y="2867"/>
                    <a:pt x="210" y="3453"/>
                  </a:cubicBezTo>
                  <a:cubicBezTo>
                    <a:pt x="168" y="4039"/>
                    <a:pt x="105" y="4625"/>
                    <a:pt x="84" y="5190"/>
                  </a:cubicBezTo>
                  <a:cubicBezTo>
                    <a:pt x="63" y="5775"/>
                    <a:pt x="21" y="6382"/>
                    <a:pt x="0" y="6947"/>
                  </a:cubicBezTo>
                  <a:cubicBezTo>
                    <a:pt x="84" y="6382"/>
                    <a:pt x="168" y="5796"/>
                    <a:pt x="210" y="5231"/>
                  </a:cubicBezTo>
                  <a:cubicBezTo>
                    <a:pt x="293" y="4646"/>
                    <a:pt x="356" y="4081"/>
                    <a:pt x="398" y="3495"/>
                  </a:cubicBezTo>
                  <a:cubicBezTo>
                    <a:pt x="461" y="2888"/>
                    <a:pt x="503" y="2323"/>
                    <a:pt x="523" y="1737"/>
                  </a:cubicBezTo>
                  <a:cubicBezTo>
                    <a:pt x="544" y="1172"/>
                    <a:pt x="586" y="565"/>
                    <a:pt x="6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98" name="Google Shape;4698;p38"/>
            <p:cNvSpPr/>
            <p:nvPr/>
          </p:nvSpPr>
          <p:spPr>
            <a:xfrm>
              <a:off x="6554078" y="4429346"/>
              <a:ext cx="74788" cy="389832"/>
            </a:xfrm>
            <a:custGeom>
              <a:avLst/>
              <a:gdLst/>
              <a:ahLst/>
              <a:cxnLst/>
              <a:rect l="l" t="t" r="r" b="b"/>
              <a:pathLst>
                <a:path w="1341" h="6990" extrusionOk="0">
                  <a:moveTo>
                    <a:pt x="1340" y="1"/>
                  </a:moveTo>
                  <a:lnTo>
                    <a:pt x="943" y="1737"/>
                  </a:lnTo>
                  <a:cubicBezTo>
                    <a:pt x="817" y="2344"/>
                    <a:pt x="712" y="2909"/>
                    <a:pt x="587" y="3495"/>
                  </a:cubicBezTo>
                  <a:cubicBezTo>
                    <a:pt x="482" y="4060"/>
                    <a:pt x="378" y="4667"/>
                    <a:pt x="273" y="5232"/>
                  </a:cubicBezTo>
                  <a:cubicBezTo>
                    <a:pt x="189" y="5817"/>
                    <a:pt x="85" y="6382"/>
                    <a:pt x="1" y="6989"/>
                  </a:cubicBezTo>
                  <a:cubicBezTo>
                    <a:pt x="168" y="6424"/>
                    <a:pt x="273" y="5838"/>
                    <a:pt x="398" y="5273"/>
                  </a:cubicBezTo>
                  <a:cubicBezTo>
                    <a:pt x="524" y="4667"/>
                    <a:pt x="629" y="4081"/>
                    <a:pt x="775" y="3516"/>
                  </a:cubicBezTo>
                  <a:cubicBezTo>
                    <a:pt x="880" y="2930"/>
                    <a:pt x="984" y="2344"/>
                    <a:pt x="1089" y="1758"/>
                  </a:cubicBezTo>
                  <a:cubicBezTo>
                    <a:pt x="1152" y="1193"/>
                    <a:pt x="1256" y="607"/>
                    <a:pt x="13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99" name="Google Shape;4699;p38"/>
            <p:cNvSpPr/>
            <p:nvPr/>
          </p:nvSpPr>
          <p:spPr>
            <a:xfrm>
              <a:off x="6489942" y="4432859"/>
              <a:ext cx="114384" cy="385148"/>
            </a:xfrm>
            <a:custGeom>
              <a:avLst/>
              <a:gdLst/>
              <a:ahLst/>
              <a:cxnLst/>
              <a:rect l="l" t="t" r="r" b="b"/>
              <a:pathLst>
                <a:path w="2051" h="6906" extrusionOk="0">
                  <a:moveTo>
                    <a:pt x="2051" y="0"/>
                  </a:moveTo>
                  <a:cubicBezTo>
                    <a:pt x="1841" y="544"/>
                    <a:pt x="1653" y="1130"/>
                    <a:pt x="1465" y="1695"/>
                  </a:cubicBezTo>
                  <a:cubicBezTo>
                    <a:pt x="1297" y="2281"/>
                    <a:pt x="1130" y="2846"/>
                    <a:pt x="942" y="3432"/>
                  </a:cubicBezTo>
                  <a:cubicBezTo>
                    <a:pt x="795" y="3997"/>
                    <a:pt x="607" y="4583"/>
                    <a:pt x="460" y="5148"/>
                  </a:cubicBezTo>
                  <a:cubicBezTo>
                    <a:pt x="293" y="5733"/>
                    <a:pt x="147" y="6319"/>
                    <a:pt x="0" y="6905"/>
                  </a:cubicBezTo>
                  <a:cubicBezTo>
                    <a:pt x="209" y="6361"/>
                    <a:pt x="398" y="5775"/>
                    <a:pt x="586" y="5210"/>
                  </a:cubicBezTo>
                  <a:cubicBezTo>
                    <a:pt x="774" y="4625"/>
                    <a:pt x="921" y="4060"/>
                    <a:pt x="1109" y="3474"/>
                  </a:cubicBezTo>
                  <a:cubicBezTo>
                    <a:pt x="1256" y="2909"/>
                    <a:pt x="1444" y="2323"/>
                    <a:pt x="1611" y="1758"/>
                  </a:cubicBezTo>
                  <a:cubicBezTo>
                    <a:pt x="1758" y="1172"/>
                    <a:pt x="1925" y="565"/>
                    <a:pt x="20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00" name="Google Shape;4700;p38"/>
            <p:cNvSpPr/>
            <p:nvPr/>
          </p:nvSpPr>
          <p:spPr>
            <a:xfrm>
              <a:off x="6507398" y="4432859"/>
              <a:ext cx="103955" cy="393290"/>
            </a:xfrm>
            <a:custGeom>
              <a:avLst/>
              <a:gdLst/>
              <a:ahLst/>
              <a:cxnLst/>
              <a:rect l="l" t="t" r="r" b="b"/>
              <a:pathLst>
                <a:path w="1864" h="7052" extrusionOk="0">
                  <a:moveTo>
                    <a:pt x="1863" y="0"/>
                  </a:moveTo>
                  <a:cubicBezTo>
                    <a:pt x="1675" y="565"/>
                    <a:pt x="1528" y="1172"/>
                    <a:pt x="1340" y="1758"/>
                  </a:cubicBezTo>
                  <a:cubicBezTo>
                    <a:pt x="1152" y="2323"/>
                    <a:pt x="1005" y="2930"/>
                    <a:pt x="838" y="3495"/>
                  </a:cubicBezTo>
                  <a:cubicBezTo>
                    <a:pt x="691" y="4101"/>
                    <a:pt x="524" y="4666"/>
                    <a:pt x="399" y="5273"/>
                  </a:cubicBezTo>
                  <a:cubicBezTo>
                    <a:pt x="273" y="5859"/>
                    <a:pt x="147" y="6466"/>
                    <a:pt x="1" y="7052"/>
                  </a:cubicBezTo>
                  <a:cubicBezTo>
                    <a:pt x="189" y="6466"/>
                    <a:pt x="378" y="5880"/>
                    <a:pt x="524" y="5315"/>
                  </a:cubicBezTo>
                  <a:cubicBezTo>
                    <a:pt x="712" y="4729"/>
                    <a:pt x="880" y="4122"/>
                    <a:pt x="1026" y="3557"/>
                  </a:cubicBezTo>
                  <a:cubicBezTo>
                    <a:pt x="1194" y="2951"/>
                    <a:pt x="1340" y="2386"/>
                    <a:pt x="1466" y="1779"/>
                  </a:cubicBezTo>
                  <a:cubicBezTo>
                    <a:pt x="1612" y="1193"/>
                    <a:pt x="1738" y="607"/>
                    <a:pt x="18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01" name="Google Shape;4701;p38"/>
            <p:cNvSpPr/>
            <p:nvPr/>
          </p:nvSpPr>
          <p:spPr>
            <a:xfrm>
              <a:off x="6569247" y="4432859"/>
              <a:ext cx="66589" cy="395632"/>
            </a:xfrm>
            <a:custGeom>
              <a:avLst/>
              <a:gdLst/>
              <a:ahLst/>
              <a:cxnLst/>
              <a:rect l="l" t="t" r="r" b="b"/>
              <a:pathLst>
                <a:path w="1194" h="7094" extrusionOk="0">
                  <a:moveTo>
                    <a:pt x="1194" y="0"/>
                  </a:moveTo>
                  <a:cubicBezTo>
                    <a:pt x="1068" y="565"/>
                    <a:pt x="943" y="1151"/>
                    <a:pt x="838" y="1737"/>
                  </a:cubicBezTo>
                  <a:cubicBezTo>
                    <a:pt x="733" y="2344"/>
                    <a:pt x="629" y="2930"/>
                    <a:pt x="524" y="3516"/>
                  </a:cubicBezTo>
                  <a:cubicBezTo>
                    <a:pt x="419" y="4122"/>
                    <a:pt x="315" y="4708"/>
                    <a:pt x="231" y="5315"/>
                  </a:cubicBezTo>
                  <a:cubicBezTo>
                    <a:pt x="147" y="5880"/>
                    <a:pt x="43" y="6487"/>
                    <a:pt x="1" y="7094"/>
                  </a:cubicBezTo>
                  <a:cubicBezTo>
                    <a:pt x="147" y="6487"/>
                    <a:pt x="252" y="5901"/>
                    <a:pt x="357" y="5336"/>
                  </a:cubicBezTo>
                  <a:cubicBezTo>
                    <a:pt x="461" y="4729"/>
                    <a:pt x="566" y="4164"/>
                    <a:pt x="671" y="3557"/>
                  </a:cubicBezTo>
                  <a:cubicBezTo>
                    <a:pt x="775" y="2951"/>
                    <a:pt x="880" y="2386"/>
                    <a:pt x="963" y="1779"/>
                  </a:cubicBezTo>
                  <a:cubicBezTo>
                    <a:pt x="1047" y="1193"/>
                    <a:pt x="1152" y="607"/>
                    <a:pt x="11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02" name="Google Shape;4702;p38"/>
            <p:cNvSpPr/>
            <p:nvPr/>
          </p:nvSpPr>
          <p:spPr>
            <a:xfrm>
              <a:off x="6639294" y="4430517"/>
              <a:ext cx="25710" cy="397975"/>
            </a:xfrm>
            <a:custGeom>
              <a:avLst/>
              <a:gdLst/>
              <a:ahLst/>
              <a:cxnLst/>
              <a:rect l="l" t="t" r="r" b="b"/>
              <a:pathLst>
                <a:path w="461" h="7136" extrusionOk="0">
                  <a:moveTo>
                    <a:pt x="461" y="1"/>
                  </a:moveTo>
                  <a:cubicBezTo>
                    <a:pt x="398" y="607"/>
                    <a:pt x="335" y="1193"/>
                    <a:pt x="293" y="1779"/>
                  </a:cubicBezTo>
                  <a:cubicBezTo>
                    <a:pt x="231" y="2386"/>
                    <a:pt x="210" y="2972"/>
                    <a:pt x="147" y="3558"/>
                  </a:cubicBezTo>
                  <a:cubicBezTo>
                    <a:pt x="126" y="4164"/>
                    <a:pt x="84" y="4750"/>
                    <a:pt x="42" y="5357"/>
                  </a:cubicBezTo>
                  <a:cubicBezTo>
                    <a:pt x="21" y="5943"/>
                    <a:pt x="0" y="6529"/>
                    <a:pt x="0" y="7136"/>
                  </a:cubicBezTo>
                  <a:cubicBezTo>
                    <a:pt x="84" y="6550"/>
                    <a:pt x="126" y="5943"/>
                    <a:pt x="189" y="5357"/>
                  </a:cubicBezTo>
                  <a:cubicBezTo>
                    <a:pt x="231" y="4750"/>
                    <a:pt x="251" y="4164"/>
                    <a:pt x="314" y="3558"/>
                  </a:cubicBezTo>
                  <a:cubicBezTo>
                    <a:pt x="335" y="2972"/>
                    <a:pt x="398" y="2386"/>
                    <a:pt x="419" y="1779"/>
                  </a:cubicBezTo>
                  <a:cubicBezTo>
                    <a:pt x="440" y="1193"/>
                    <a:pt x="461" y="607"/>
                    <a:pt x="4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03" name="Google Shape;4703;p38"/>
            <p:cNvSpPr/>
            <p:nvPr/>
          </p:nvSpPr>
          <p:spPr>
            <a:xfrm>
              <a:off x="6908831" y="4429346"/>
              <a:ext cx="59562" cy="396804"/>
            </a:xfrm>
            <a:custGeom>
              <a:avLst/>
              <a:gdLst/>
              <a:ahLst/>
              <a:cxnLst/>
              <a:rect l="l" t="t" r="r" b="b"/>
              <a:pathLst>
                <a:path w="1068" h="7115" extrusionOk="0">
                  <a:moveTo>
                    <a:pt x="1" y="1"/>
                  </a:moveTo>
                  <a:lnTo>
                    <a:pt x="1" y="1"/>
                  </a:lnTo>
                  <a:cubicBezTo>
                    <a:pt x="63" y="607"/>
                    <a:pt x="126" y="1193"/>
                    <a:pt x="210" y="1779"/>
                  </a:cubicBezTo>
                  <a:cubicBezTo>
                    <a:pt x="273" y="2386"/>
                    <a:pt x="377" y="2972"/>
                    <a:pt x="440" y="3558"/>
                  </a:cubicBezTo>
                  <a:cubicBezTo>
                    <a:pt x="545" y="4164"/>
                    <a:pt x="628" y="4750"/>
                    <a:pt x="733" y="5336"/>
                  </a:cubicBezTo>
                  <a:cubicBezTo>
                    <a:pt x="838" y="5943"/>
                    <a:pt x="942" y="6550"/>
                    <a:pt x="1068" y="7115"/>
                  </a:cubicBezTo>
                  <a:cubicBezTo>
                    <a:pt x="1026" y="6529"/>
                    <a:pt x="942" y="5943"/>
                    <a:pt x="859" y="5336"/>
                  </a:cubicBezTo>
                  <a:cubicBezTo>
                    <a:pt x="817" y="4750"/>
                    <a:pt x="712" y="4164"/>
                    <a:pt x="628" y="3558"/>
                  </a:cubicBezTo>
                  <a:cubicBezTo>
                    <a:pt x="524" y="2972"/>
                    <a:pt x="440" y="2386"/>
                    <a:pt x="335" y="1779"/>
                  </a:cubicBezTo>
                  <a:cubicBezTo>
                    <a:pt x="231" y="1193"/>
                    <a:pt x="126" y="58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04" name="Google Shape;4704;p38"/>
            <p:cNvSpPr/>
            <p:nvPr/>
          </p:nvSpPr>
          <p:spPr>
            <a:xfrm>
              <a:off x="6961366" y="4428174"/>
              <a:ext cx="94586" cy="391003"/>
            </a:xfrm>
            <a:custGeom>
              <a:avLst/>
              <a:gdLst/>
              <a:ahLst/>
              <a:cxnLst/>
              <a:rect l="l" t="t" r="r" b="b"/>
              <a:pathLst>
                <a:path w="1696" h="7011" extrusionOk="0">
                  <a:moveTo>
                    <a:pt x="0" y="1"/>
                  </a:moveTo>
                  <a:lnTo>
                    <a:pt x="0" y="1"/>
                  </a:lnTo>
                  <a:cubicBezTo>
                    <a:pt x="105" y="607"/>
                    <a:pt x="230" y="1214"/>
                    <a:pt x="377" y="1779"/>
                  </a:cubicBezTo>
                  <a:cubicBezTo>
                    <a:pt x="482" y="2365"/>
                    <a:pt x="628" y="2951"/>
                    <a:pt x="754" y="3537"/>
                  </a:cubicBezTo>
                  <a:cubicBezTo>
                    <a:pt x="921" y="4102"/>
                    <a:pt x="1046" y="4709"/>
                    <a:pt x="1214" y="5294"/>
                  </a:cubicBezTo>
                  <a:cubicBezTo>
                    <a:pt x="1360" y="5859"/>
                    <a:pt x="1528" y="6445"/>
                    <a:pt x="1695" y="7010"/>
                  </a:cubicBezTo>
                  <a:cubicBezTo>
                    <a:pt x="1590" y="6403"/>
                    <a:pt x="1465" y="5838"/>
                    <a:pt x="1339" y="5232"/>
                  </a:cubicBezTo>
                  <a:cubicBezTo>
                    <a:pt x="1235" y="4667"/>
                    <a:pt x="1067" y="4060"/>
                    <a:pt x="942" y="3474"/>
                  </a:cubicBezTo>
                  <a:cubicBezTo>
                    <a:pt x="774" y="2909"/>
                    <a:pt x="649" y="2302"/>
                    <a:pt x="502" y="1737"/>
                  </a:cubicBezTo>
                  <a:cubicBezTo>
                    <a:pt x="335" y="1152"/>
                    <a:pt x="189" y="58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05" name="Google Shape;4705;p38"/>
            <p:cNvSpPr/>
            <p:nvPr/>
          </p:nvSpPr>
          <p:spPr>
            <a:xfrm>
              <a:off x="7024386" y="4431688"/>
              <a:ext cx="115555" cy="390948"/>
            </a:xfrm>
            <a:custGeom>
              <a:avLst/>
              <a:gdLst/>
              <a:ahLst/>
              <a:cxnLst/>
              <a:rect l="l" t="t" r="r" b="b"/>
              <a:pathLst>
                <a:path w="2072" h="7010" extrusionOk="0">
                  <a:moveTo>
                    <a:pt x="0" y="0"/>
                  </a:moveTo>
                  <a:lnTo>
                    <a:pt x="0" y="0"/>
                  </a:lnTo>
                  <a:cubicBezTo>
                    <a:pt x="126" y="586"/>
                    <a:pt x="293" y="1193"/>
                    <a:pt x="440" y="1779"/>
                  </a:cubicBezTo>
                  <a:cubicBezTo>
                    <a:pt x="607" y="2344"/>
                    <a:pt x="774" y="2951"/>
                    <a:pt x="942" y="3516"/>
                  </a:cubicBezTo>
                  <a:cubicBezTo>
                    <a:pt x="1130" y="4122"/>
                    <a:pt x="1297" y="4708"/>
                    <a:pt x="1486" y="5273"/>
                  </a:cubicBezTo>
                  <a:cubicBezTo>
                    <a:pt x="1674" y="5859"/>
                    <a:pt x="1862" y="6424"/>
                    <a:pt x="2072" y="7010"/>
                  </a:cubicBezTo>
                  <a:cubicBezTo>
                    <a:pt x="1925" y="6403"/>
                    <a:pt x="1779" y="5817"/>
                    <a:pt x="1611" y="5210"/>
                  </a:cubicBezTo>
                  <a:cubicBezTo>
                    <a:pt x="1465" y="4646"/>
                    <a:pt x="1276" y="4039"/>
                    <a:pt x="1130" y="3474"/>
                  </a:cubicBezTo>
                  <a:cubicBezTo>
                    <a:pt x="942" y="2867"/>
                    <a:pt x="753" y="2302"/>
                    <a:pt x="565" y="1716"/>
                  </a:cubicBezTo>
                  <a:cubicBezTo>
                    <a:pt x="398" y="1151"/>
                    <a:pt x="209" y="56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06" name="Google Shape;4706;p38"/>
            <p:cNvSpPr/>
            <p:nvPr/>
          </p:nvSpPr>
          <p:spPr>
            <a:xfrm>
              <a:off x="7078037" y="4431688"/>
              <a:ext cx="126096" cy="390948"/>
            </a:xfrm>
            <a:custGeom>
              <a:avLst/>
              <a:gdLst/>
              <a:ahLst/>
              <a:cxnLst/>
              <a:rect l="l" t="t" r="r" b="b"/>
              <a:pathLst>
                <a:path w="2261" h="7010" extrusionOk="0">
                  <a:moveTo>
                    <a:pt x="1" y="0"/>
                  </a:moveTo>
                  <a:cubicBezTo>
                    <a:pt x="168" y="586"/>
                    <a:pt x="314" y="1193"/>
                    <a:pt x="503" y="1779"/>
                  </a:cubicBezTo>
                  <a:cubicBezTo>
                    <a:pt x="691" y="2344"/>
                    <a:pt x="859" y="2951"/>
                    <a:pt x="1047" y="3516"/>
                  </a:cubicBezTo>
                  <a:cubicBezTo>
                    <a:pt x="1235" y="4122"/>
                    <a:pt x="1423" y="4708"/>
                    <a:pt x="1633" y="5273"/>
                  </a:cubicBezTo>
                  <a:cubicBezTo>
                    <a:pt x="1842" y="5859"/>
                    <a:pt x="2009" y="6424"/>
                    <a:pt x="2260" y="7010"/>
                  </a:cubicBezTo>
                  <a:cubicBezTo>
                    <a:pt x="2093" y="6403"/>
                    <a:pt x="1905" y="5817"/>
                    <a:pt x="1758" y="5210"/>
                  </a:cubicBezTo>
                  <a:cubicBezTo>
                    <a:pt x="1570" y="4646"/>
                    <a:pt x="1382" y="4039"/>
                    <a:pt x="1214" y="3474"/>
                  </a:cubicBezTo>
                  <a:cubicBezTo>
                    <a:pt x="1026" y="2867"/>
                    <a:pt x="838" y="2302"/>
                    <a:pt x="628" y="1716"/>
                  </a:cubicBezTo>
                  <a:cubicBezTo>
                    <a:pt x="419" y="1151"/>
                    <a:pt x="231" y="56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07" name="Google Shape;4707;p38"/>
            <p:cNvSpPr/>
            <p:nvPr/>
          </p:nvSpPr>
          <p:spPr>
            <a:xfrm>
              <a:off x="7053554" y="4432859"/>
              <a:ext cx="119069" cy="393290"/>
            </a:xfrm>
            <a:custGeom>
              <a:avLst/>
              <a:gdLst/>
              <a:ahLst/>
              <a:cxnLst/>
              <a:rect l="l" t="t" r="r" b="b"/>
              <a:pathLst>
                <a:path w="2135" h="7052" extrusionOk="0">
                  <a:moveTo>
                    <a:pt x="0" y="0"/>
                  </a:moveTo>
                  <a:cubicBezTo>
                    <a:pt x="147" y="607"/>
                    <a:pt x="314" y="1172"/>
                    <a:pt x="461" y="1779"/>
                  </a:cubicBezTo>
                  <a:cubicBezTo>
                    <a:pt x="649" y="2386"/>
                    <a:pt x="816" y="2951"/>
                    <a:pt x="984" y="3557"/>
                  </a:cubicBezTo>
                  <a:cubicBezTo>
                    <a:pt x="1172" y="4122"/>
                    <a:pt x="1360" y="4729"/>
                    <a:pt x="1528" y="5315"/>
                  </a:cubicBezTo>
                  <a:cubicBezTo>
                    <a:pt x="1716" y="5901"/>
                    <a:pt x="1925" y="6487"/>
                    <a:pt x="2134" y="7052"/>
                  </a:cubicBezTo>
                  <a:cubicBezTo>
                    <a:pt x="2009" y="6466"/>
                    <a:pt x="1821" y="5859"/>
                    <a:pt x="1674" y="5273"/>
                  </a:cubicBezTo>
                  <a:cubicBezTo>
                    <a:pt x="1486" y="4666"/>
                    <a:pt x="1318" y="4101"/>
                    <a:pt x="1151" y="3495"/>
                  </a:cubicBezTo>
                  <a:cubicBezTo>
                    <a:pt x="963" y="2930"/>
                    <a:pt x="774" y="2323"/>
                    <a:pt x="586" y="1758"/>
                  </a:cubicBezTo>
                  <a:cubicBezTo>
                    <a:pt x="419" y="1151"/>
                    <a:pt x="209" y="56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08" name="Google Shape;4708;p38"/>
            <p:cNvSpPr/>
            <p:nvPr/>
          </p:nvSpPr>
          <p:spPr>
            <a:xfrm>
              <a:off x="7009217" y="4437544"/>
              <a:ext cx="102728" cy="390948"/>
            </a:xfrm>
            <a:custGeom>
              <a:avLst/>
              <a:gdLst/>
              <a:ahLst/>
              <a:cxnLst/>
              <a:rect l="l" t="t" r="r" b="b"/>
              <a:pathLst>
                <a:path w="1842" h="7010" extrusionOk="0">
                  <a:moveTo>
                    <a:pt x="0" y="0"/>
                  </a:moveTo>
                  <a:cubicBezTo>
                    <a:pt x="105" y="586"/>
                    <a:pt x="272" y="1193"/>
                    <a:pt x="398" y="1779"/>
                  </a:cubicBezTo>
                  <a:cubicBezTo>
                    <a:pt x="565" y="2344"/>
                    <a:pt x="691" y="2950"/>
                    <a:pt x="837" y="3515"/>
                  </a:cubicBezTo>
                  <a:cubicBezTo>
                    <a:pt x="1004" y="4101"/>
                    <a:pt x="1151" y="4708"/>
                    <a:pt x="1318" y="5273"/>
                  </a:cubicBezTo>
                  <a:cubicBezTo>
                    <a:pt x="1465" y="5859"/>
                    <a:pt x="1653" y="6424"/>
                    <a:pt x="1841" y="7010"/>
                  </a:cubicBezTo>
                  <a:cubicBezTo>
                    <a:pt x="1716" y="6403"/>
                    <a:pt x="1569" y="5817"/>
                    <a:pt x="1444" y="5231"/>
                  </a:cubicBezTo>
                  <a:cubicBezTo>
                    <a:pt x="1297" y="4645"/>
                    <a:pt x="1151" y="4038"/>
                    <a:pt x="1004" y="3473"/>
                  </a:cubicBezTo>
                  <a:cubicBezTo>
                    <a:pt x="837" y="2888"/>
                    <a:pt x="691" y="2302"/>
                    <a:pt x="523" y="1716"/>
                  </a:cubicBezTo>
                  <a:cubicBezTo>
                    <a:pt x="377" y="1151"/>
                    <a:pt x="188" y="56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09" name="Google Shape;4709;p38"/>
            <p:cNvSpPr/>
            <p:nvPr/>
          </p:nvSpPr>
          <p:spPr>
            <a:xfrm>
              <a:off x="6948539" y="4430517"/>
              <a:ext cx="93415" cy="397975"/>
            </a:xfrm>
            <a:custGeom>
              <a:avLst/>
              <a:gdLst/>
              <a:ahLst/>
              <a:cxnLst/>
              <a:rect l="l" t="t" r="r" b="b"/>
              <a:pathLst>
                <a:path w="1675" h="7136" extrusionOk="0">
                  <a:moveTo>
                    <a:pt x="0" y="1"/>
                  </a:moveTo>
                  <a:lnTo>
                    <a:pt x="0" y="1"/>
                  </a:lnTo>
                  <a:cubicBezTo>
                    <a:pt x="105" y="607"/>
                    <a:pt x="230" y="1214"/>
                    <a:pt x="356" y="1821"/>
                  </a:cubicBezTo>
                  <a:cubicBezTo>
                    <a:pt x="502" y="2428"/>
                    <a:pt x="628" y="2993"/>
                    <a:pt x="753" y="3599"/>
                  </a:cubicBezTo>
                  <a:cubicBezTo>
                    <a:pt x="921" y="4206"/>
                    <a:pt x="1046" y="4771"/>
                    <a:pt x="1193" y="5378"/>
                  </a:cubicBezTo>
                  <a:cubicBezTo>
                    <a:pt x="1339" y="5943"/>
                    <a:pt x="1486" y="6550"/>
                    <a:pt x="1674" y="7136"/>
                  </a:cubicBezTo>
                  <a:cubicBezTo>
                    <a:pt x="1569" y="6529"/>
                    <a:pt x="1444" y="5922"/>
                    <a:pt x="1339" y="5315"/>
                  </a:cubicBezTo>
                  <a:cubicBezTo>
                    <a:pt x="1193" y="4708"/>
                    <a:pt x="1067" y="4143"/>
                    <a:pt x="942" y="3537"/>
                  </a:cubicBezTo>
                  <a:cubicBezTo>
                    <a:pt x="774" y="2930"/>
                    <a:pt x="649" y="2365"/>
                    <a:pt x="502" y="1758"/>
                  </a:cubicBezTo>
                  <a:cubicBezTo>
                    <a:pt x="335" y="1193"/>
                    <a:pt x="188" y="58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10" name="Google Shape;4710;p38"/>
            <p:cNvSpPr/>
            <p:nvPr/>
          </p:nvSpPr>
          <p:spPr>
            <a:xfrm>
              <a:off x="6903031" y="4463198"/>
              <a:ext cx="56049" cy="362951"/>
            </a:xfrm>
            <a:custGeom>
              <a:avLst/>
              <a:gdLst/>
              <a:ahLst/>
              <a:cxnLst/>
              <a:rect l="l" t="t" r="r" b="b"/>
              <a:pathLst>
                <a:path w="1005" h="6508" extrusionOk="0">
                  <a:moveTo>
                    <a:pt x="0" y="0"/>
                  </a:moveTo>
                  <a:lnTo>
                    <a:pt x="0" y="0"/>
                  </a:lnTo>
                  <a:cubicBezTo>
                    <a:pt x="63" y="544"/>
                    <a:pt x="105" y="1109"/>
                    <a:pt x="188" y="1653"/>
                  </a:cubicBezTo>
                  <a:cubicBezTo>
                    <a:pt x="272" y="2197"/>
                    <a:pt x="335" y="2720"/>
                    <a:pt x="419" y="3265"/>
                  </a:cubicBezTo>
                  <a:cubicBezTo>
                    <a:pt x="502" y="3829"/>
                    <a:pt x="586" y="4353"/>
                    <a:pt x="691" y="4897"/>
                  </a:cubicBezTo>
                  <a:cubicBezTo>
                    <a:pt x="795" y="5441"/>
                    <a:pt x="858" y="5964"/>
                    <a:pt x="1004" y="6508"/>
                  </a:cubicBezTo>
                  <a:cubicBezTo>
                    <a:pt x="942" y="5964"/>
                    <a:pt x="900" y="5420"/>
                    <a:pt x="816" y="4876"/>
                  </a:cubicBezTo>
                  <a:cubicBezTo>
                    <a:pt x="732" y="4311"/>
                    <a:pt x="649" y="3788"/>
                    <a:pt x="586" y="3244"/>
                  </a:cubicBezTo>
                  <a:cubicBezTo>
                    <a:pt x="502" y="2700"/>
                    <a:pt x="419" y="2176"/>
                    <a:pt x="314" y="1632"/>
                  </a:cubicBezTo>
                  <a:cubicBezTo>
                    <a:pt x="209" y="1068"/>
                    <a:pt x="126" y="54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11" name="Google Shape;4711;p38"/>
            <p:cNvSpPr/>
            <p:nvPr/>
          </p:nvSpPr>
          <p:spPr>
            <a:xfrm>
              <a:off x="6927514" y="3390797"/>
              <a:ext cx="365293" cy="1434181"/>
            </a:xfrm>
            <a:custGeom>
              <a:avLst/>
              <a:gdLst/>
              <a:ahLst/>
              <a:cxnLst/>
              <a:rect l="l" t="t" r="r" b="b"/>
              <a:pathLst>
                <a:path w="6550" h="25716" fill="none" extrusionOk="0">
                  <a:moveTo>
                    <a:pt x="4708" y="1"/>
                  </a:moveTo>
                  <a:cubicBezTo>
                    <a:pt x="4708" y="1"/>
                    <a:pt x="6550" y="23289"/>
                    <a:pt x="0" y="25716"/>
                  </a:cubicBezTo>
                </a:path>
              </a:pathLst>
            </a:custGeom>
            <a:solidFill>
              <a:schemeClr val="dk1"/>
            </a:solidFill>
            <a:ln w="6800" cap="flat" cmpd="sng">
              <a:solidFill>
                <a:schemeClr val="dk1"/>
              </a:solidFill>
              <a:prstDash val="solid"/>
              <a:miter lim="2092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12" name="Google Shape;4712;p38"/>
            <p:cNvSpPr/>
            <p:nvPr/>
          </p:nvSpPr>
          <p:spPr>
            <a:xfrm>
              <a:off x="7003361" y="3390797"/>
              <a:ext cx="393290" cy="1434181"/>
            </a:xfrm>
            <a:custGeom>
              <a:avLst/>
              <a:gdLst/>
              <a:ahLst/>
              <a:cxnLst/>
              <a:rect l="l" t="t" r="r" b="b"/>
              <a:pathLst>
                <a:path w="7052" h="25716" fill="none" extrusionOk="0">
                  <a:moveTo>
                    <a:pt x="4708" y="1"/>
                  </a:moveTo>
                  <a:cubicBezTo>
                    <a:pt x="4708" y="1"/>
                    <a:pt x="7052" y="22263"/>
                    <a:pt x="1" y="25716"/>
                  </a:cubicBezTo>
                </a:path>
              </a:pathLst>
            </a:custGeom>
            <a:solidFill>
              <a:schemeClr val="dk1"/>
            </a:solidFill>
            <a:ln w="6800" cap="flat" cmpd="sng">
              <a:solidFill>
                <a:schemeClr val="dk1"/>
              </a:solidFill>
              <a:prstDash val="solid"/>
              <a:miter lim="2092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13" name="Google Shape;4713;p38"/>
            <p:cNvSpPr/>
            <p:nvPr/>
          </p:nvSpPr>
          <p:spPr>
            <a:xfrm>
              <a:off x="7179538" y="3440990"/>
              <a:ext cx="101613" cy="56"/>
            </a:xfrm>
            <a:custGeom>
              <a:avLst/>
              <a:gdLst/>
              <a:ahLst/>
              <a:cxnLst/>
              <a:rect l="l" t="t" r="r" b="b"/>
              <a:pathLst>
                <a:path w="1822" h="1" fill="none" extrusionOk="0">
                  <a:moveTo>
                    <a:pt x="1" y="0"/>
                  </a:moveTo>
                  <a:lnTo>
                    <a:pt x="1821" y="0"/>
                  </a:lnTo>
                </a:path>
              </a:pathLst>
            </a:custGeom>
            <a:solidFill>
              <a:schemeClr val="dk1"/>
            </a:solidFill>
            <a:ln w="8900" cap="rnd" cmpd="sng">
              <a:solidFill>
                <a:schemeClr val="dk1"/>
              </a:solidFill>
              <a:prstDash val="solid"/>
              <a:miter lim="2092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14" name="Google Shape;4714;p38"/>
            <p:cNvSpPr/>
            <p:nvPr/>
          </p:nvSpPr>
          <p:spPr>
            <a:xfrm>
              <a:off x="7188908" y="3505181"/>
              <a:ext cx="100386" cy="56"/>
            </a:xfrm>
            <a:custGeom>
              <a:avLst/>
              <a:gdLst/>
              <a:ahLst/>
              <a:cxnLst/>
              <a:rect l="l" t="t" r="r" b="b"/>
              <a:pathLst>
                <a:path w="1800" h="1" fill="none" extrusionOk="0">
                  <a:moveTo>
                    <a:pt x="0" y="0"/>
                  </a:moveTo>
                  <a:lnTo>
                    <a:pt x="1800" y="0"/>
                  </a:lnTo>
                </a:path>
              </a:pathLst>
            </a:custGeom>
            <a:solidFill>
              <a:schemeClr val="dk1"/>
            </a:solidFill>
            <a:ln w="8900" cap="rnd" cmpd="sng">
              <a:solidFill>
                <a:schemeClr val="dk1"/>
              </a:solidFill>
              <a:prstDash val="solid"/>
              <a:miter lim="2092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15" name="Google Shape;4715;p38"/>
            <p:cNvSpPr/>
            <p:nvPr/>
          </p:nvSpPr>
          <p:spPr>
            <a:xfrm>
              <a:off x="7188908" y="3560003"/>
              <a:ext cx="100386" cy="2398"/>
            </a:xfrm>
            <a:custGeom>
              <a:avLst/>
              <a:gdLst/>
              <a:ahLst/>
              <a:cxnLst/>
              <a:rect l="l" t="t" r="r" b="b"/>
              <a:pathLst>
                <a:path w="1800" h="43" fill="none" extrusionOk="0">
                  <a:moveTo>
                    <a:pt x="0" y="1"/>
                  </a:moveTo>
                  <a:lnTo>
                    <a:pt x="1800" y="42"/>
                  </a:lnTo>
                </a:path>
              </a:pathLst>
            </a:custGeom>
            <a:solidFill>
              <a:schemeClr val="dk1"/>
            </a:solidFill>
            <a:ln w="8900" cap="rnd" cmpd="sng">
              <a:solidFill>
                <a:schemeClr val="dk1"/>
              </a:solidFill>
              <a:prstDash val="solid"/>
              <a:miter lim="2092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16" name="Google Shape;4716;p38"/>
            <p:cNvSpPr/>
            <p:nvPr/>
          </p:nvSpPr>
          <p:spPr>
            <a:xfrm>
              <a:off x="7188908" y="3623023"/>
              <a:ext cx="100386" cy="56"/>
            </a:xfrm>
            <a:custGeom>
              <a:avLst/>
              <a:gdLst/>
              <a:ahLst/>
              <a:cxnLst/>
              <a:rect l="l" t="t" r="r" b="b"/>
              <a:pathLst>
                <a:path w="1800" h="1" fill="none" extrusionOk="0">
                  <a:moveTo>
                    <a:pt x="0" y="0"/>
                  </a:moveTo>
                  <a:lnTo>
                    <a:pt x="1800" y="0"/>
                  </a:lnTo>
                </a:path>
              </a:pathLst>
            </a:custGeom>
            <a:solidFill>
              <a:schemeClr val="dk1"/>
            </a:solidFill>
            <a:ln w="8900" cap="rnd" cmpd="sng">
              <a:solidFill>
                <a:schemeClr val="dk1"/>
              </a:solidFill>
              <a:prstDash val="solid"/>
              <a:miter lim="2092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17" name="Google Shape;4717;p38"/>
            <p:cNvSpPr/>
            <p:nvPr/>
          </p:nvSpPr>
          <p:spPr>
            <a:xfrm>
              <a:off x="7188908" y="3681358"/>
              <a:ext cx="100386" cy="56"/>
            </a:xfrm>
            <a:custGeom>
              <a:avLst/>
              <a:gdLst/>
              <a:ahLst/>
              <a:cxnLst/>
              <a:rect l="l" t="t" r="r" b="b"/>
              <a:pathLst>
                <a:path w="1800" h="1" fill="none" extrusionOk="0">
                  <a:moveTo>
                    <a:pt x="0" y="1"/>
                  </a:moveTo>
                  <a:lnTo>
                    <a:pt x="1800" y="1"/>
                  </a:lnTo>
                </a:path>
              </a:pathLst>
            </a:custGeom>
            <a:solidFill>
              <a:schemeClr val="dk1"/>
            </a:solidFill>
            <a:ln w="8900" cap="rnd" cmpd="sng">
              <a:solidFill>
                <a:schemeClr val="dk1"/>
              </a:solidFill>
              <a:prstDash val="solid"/>
              <a:miter lim="2092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18" name="Google Shape;4718;p38"/>
            <p:cNvSpPr/>
            <p:nvPr/>
          </p:nvSpPr>
          <p:spPr>
            <a:xfrm>
              <a:off x="7188908" y="3745550"/>
              <a:ext cx="100386" cy="1227"/>
            </a:xfrm>
            <a:custGeom>
              <a:avLst/>
              <a:gdLst/>
              <a:ahLst/>
              <a:cxnLst/>
              <a:rect l="l" t="t" r="r" b="b"/>
              <a:pathLst>
                <a:path w="1800" h="22" fill="none" extrusionOk="0">
                  <a:moveTo>
                    <a:pt x="0" y="0"/>
                  </a:moveTo>
                  <a:lnTo>
                    <a:pt x="1800" y="21"/>
                  </a:lnTo>
                </a:path>
              </a:pathLst>
            </a:custGeom>
            <a:solidFill>
              <a:schemeClr val="dk1"/>
            </a:solidFill>
            <a:ln w="8900" cap="rnd" cmpd="sng">
              <a:solidFill>
                <a:schemeClr val="dk1"/>
              </a:solidFill>
              <a:prstDash val="solid"/>
              <a:miter lim="2092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19" name="Google Shape;4719;p38"/>
            <p:cNvSpPr/>
            <p:nvPr/>
          </p:nvSpPr>
          <p:spPr>
            <a:xfrm>
              <a:off x="7188908" y="3816712"/>
              <a:ext cx="100386" cy="56"/>
            </a:xfrm>
            <a:custGeom>
              <a:avLst/>
              <a:gdLst/>
              <a:ahLst/>
              <a:cxnLst/>
              <a:rect l="l" t="t" r="r" b="b"/>
              <a:pathLst>
                <a:path w="1800" h="1" fill="none" extrusionOk="0">
                  <a:moveTo>
                    <a:pt x="0" y="1"/>
                  </a:moveTo>
                  <a:lnTo>
                    <a:pt x="1800" y="1"/>
                  </a:lnTo>
                </a:path>
              </a:pathLst>
            </a:custGeom>
            <a:solidFill>
              <a:schemeClr val="dk1"/>
            </a:solidFill>
            <a:ln w="8900" cap="rnd" cmpd="sng">
              <a:solidFill>
                <a:schemeClr val="dk1"/>
              </a:solidFill>
              <a:prstDash val="solid"/>
              <a:miter lim="2092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20" name="Google Shape;4720;p38"/>
            <p:cNvSpPr/>
            <p:nvPr/>
          </p:nvSpPr>
          <p:spPr>
            <a:xfrm>
              <a:off x="7188908" y="3880903"/>
              <a:ext cx="100386" cy="56"/>
            </a:xfrm>
            <a:custGeom>
              <a:avLst/>
              <a:gdLst/>
              <a:ahLst/>
              <a:cxnLst/>
              <a:rect l="l" t="t" r="r" b="b"/>
              <a:pathLst>
                <a:path w="1800" h="1" fill="none" extrusionOk="0">
                  <a:moveTo>
                    <a:pt x="0" y="1"/>
                  </a:moveTo>
                  <a:lnTo>
                    <a:pt x="1800" y="1"/>
                  </a:lnTo>
                </a:path>
              </a:pathLst>
            </a:custGeom>
            <a:solidFill>
              <a:schemeClr val="dk1"/>
            </a:solidFill>
            <a:ln w="8900" cap="rnd" cmpd="sng">
              <a:solidFill>
                <a:schemeClr val="dk1"/>
              </a:solidFill>
              <a:prstDash val="solid"/>
              <a:miter lim="2092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21" name="Google Shape;4721;p38"/>
            <p:cNvSpPr/>
            <p:nvPr/>
          </p:nvSpPr>
          <p:spPr>
            <a:xfrm>
              <a:off x="7187737" y="3943924"/>
              <a:ext cx="100386" cy="1227"/>
            </a:xfrm>
            <a:custGeom>
              <a:avLst/>
              <a:gdLst/>
              <a:ahLst/>
              <a:cxnLst/>
              <a:rect l="l" t="t" r="r" b="b"/>
              <a:pathLst>
                <a:path w="1800" h="22" fill="none" extrusionOk="0">
                  <a:moveTo>
                    <a:pt x="0" y="0"/>
                  </a:moveTo>
                  <a:lnTo>
                    <a:pt x="1800" y="21"/>
                  </a:lnTo>
                </a:path>
              </a:pathLst>
            </a:custGeom>
            <a:solidFill>
              <a:schemeClr val="dk1"/>
            </a:solidFill>
            <a:ln w="8900" cap="rnd" cmpd="sng">
              <a:solidFill>
                <a:schemeClr val="dk1"/>
              </a:solidFill>
              <a:prstDash val="solid"/>
              <a:miter lim="2092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22" name="Google Shape;4722;p38"/>
            <p:cNvSpPr/>
            <p:nvPr/>
          </p:nvSpPr>
          <p:spPr>
            <a:xfrm>
              <a:off x="7187737" y="4017428"/>
              <a:ext cx="100386" cy="56"/>
            </a:xfrm>
            <a:custGeom>
              <a:avLst/>
              <a:gdLst/>
              <a:ahLst/>
              <a:cxnLst/>
              <a:rect l="l" t="t" r="r" b="b"/>
              <a:pathLst>
                <a:path w="1800" h="1" fill="none" extrusionOk="0">
                  <a:moveTo>
                    <a:pt x="0" y="1"/>
                  </a:moveTo>
                  <a:lnTo>
                    <a:pt x="1800" y="1"/>
                  </a:lnTo>
                </a:path>
              </a:pathLst>
            </a:custGeom>
            <a:solidFill>
              <a:schemeClr val="dk1"/>
            </a:solidFill>
            <a:ln w="8900" cap="rnd" cmpd="sng">
              <a:solidFill>
                <a:schemeClr val="dk1"/>
              </a:solidFill>
              <a:prstDash val="solid"/>
              <a:miter lim="2092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23" name="Google Shape;4723;p38"/>
            <p:cNvSpPr/>
            <p:nvPr/>
          </p:nvSpPr>
          <p:spPr>
            <a:xfrm>
              <a:off x="7188908" y="4088591"/>
              <a:ext cx="100386" cy="56"/>
            </a:xfrm>
            <a:custGeom>
              <a:avLst/>
              <a:gdLst/>
              <a:ahLst/>
              <a:cxnLst/>
              <a:rect l="l" t="t" r="r" b="b"/>
              <a:pathLst>
                <a:path w="1800" h="1" fill="none" extrusionOk="0">
                  <a:moveTo>
                    <a:pt x="0" y="1"/>
                  </a:moveTo>
                  <a:lnTo>
                    <a:pt x="1800" y="1"/>
                  </a:lnTo>
                </a:path>
              </a:pathLst>
            </a:custGeom>
            <a:solidFill>
              <a:schemeClr val="dk1"/>
            </a:solidFill>
            <a:ln w="8900" cap="rnd" cmpd="sng">
              <a:solidFill>
                <a:schemeClr val="dk1"/>
              </a:solidFill>
              <a:prstDash val="solid"/>
              <a:miter lim="2092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24" name="Google Shape;4724;p38"/>
            <p:cNvSpPr/>
            <p:nvPr/>
          </p:nvSpPr>
          <p:spPr>
            <a:xfrm>
              <a:off x="7179538" y="4155125"/>
              <a:ext cx="101613" cy="2398"/>
            </a:xfrm>
            <a:custGeom>
              <a:avLst/>
              <a:gdLst/>
              <a:ahLst/>
              <a:cxnLst/>
              <a:rect l="l" t="t" r="r" b="b"/>
              <a:pathLst>
                <a:path w="1822" h="43" fill="none" extrusionOk="0">
                  <a:moveTo>
                    <a:pt x="1" y="1"/>
                  </a:moveTo>
                  <a:lnTo>
                    <a:pt x="1821" y="42"/>
                  </a:lnTo>
                </a:path>
              </a:pathLst>
            </a:custGeom>
            <a:solidFill>
              <a:schemeClr val="dk1"/>
            </a:solidFill>
            <a:ln w="8900" cap="rnd" cmpd="sng">
              <a:solidFill>
                <a:schemeClr val="dk1"/>
              </a:solidFill>
              <a:prstDash val="solid"/>
              <a:miter lim="2092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25" name="Google Shape;4725;p38"/>
            <p:cNvSpPr/>
            <p:nvPr/>
          </p:nvSpPr>
          <p:spPr>
            <a:xfrm>
              <a:off x="7174910" y="4222829"/>
              <a:ext cx="100386" cy="1227"/>
            </a:xfrm>
            <a:custGeom>
              <a:avLst/>
              <a:gdLst/>
              <a:ahLst/>
              <a:cxnLst/>
              <a:rect l="l" t="t" r="r" b="b"/>
              <a:pathLst>
                <a:path w="1800" h="22" fill="none" extrusionOk="0">
                  <a:moveTo>
                    <a:pt x="0" y="0"/>
                  </a:moveTo>
                  <a:lnTo>
                    <a:pt x="1800" y="21"/>
                  </a:lnTo>
                </a:path>
              </a:pathLst>
            </a:custGeom>
            <a:solidFill>
              <a:schemeClr val="dk1"/>
            </a:solidFill>
            <a:ln w="8900" cap="rnd" cmpd="sng">
              <a:solidFill>
                <a:schemeClr val="dk1"/>
              </a:solidFill>
              <a:prstDash val="solid"/>
              <a:miter lim="2092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26" name="Google Shape;4726;p38"/>
            <p:cNvSpPr/>
            <p:nvPr/>
          </p:nvSpPr>
          <p:spPr>
            <a:xfrm>
              <a:off x="7163254" y="4353498"/>
              <a:ext cx="101557" cy="56"/>
            </a:xfrm>
            <a:custGeom>
              <a:avLst/>
              <a:gdLst/>
              <a:ahLst/>
              <a:cxnLst/>
              <a:rect l="l" t="t" r="r" b="b"/>
              <a:pathLst>
                <a:path w="1821" h="1" fill="none" extrusionOk="0">
                  <a:moveTo>
                    <a:pt x="0" y="1"/>
                  </a:moveTo>
                  <a:lnTo>
                    <a:pt x="1820" y="1"/>
                  </a:lnTo>
                </a:path>
              </a:pathLst>
            </a:custGeom>
            <a:solidFill>
              <a:schemeClr val="dk1"/>
            </a:solidFill>
            <a:ln w="8900" cap="rnd" cmpd="sng">
              <a:solidFill>
                <a:schemeClr val="dk1"/>
              </a:solidFill>
              <a:prstDash val="solid"/>
              <a:miter lim="2092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27" name="Google Shape;4727;p38"/>
            <p:cNvSpPr/>
            <p:nvPr/>
          </p:nvSpPr>
          <p:spPr>
            <a:xfrm>
              <a:off x="7148084" y="4420032"/>
              <a:ext cx="100386" cy="5856"/>
            </a:xfrm>
            <a:custGeom>
              <a:avLst/>
              <a:gdLst/>
              <a:ahLst/>
              <a:cxnLst/>
              <a:rect l="l" t="t" r="r" b="b"/>
              <a:pathLst>
                <a:path w="1800" h="105" fill="none" extrusionOk="0">
                  <a:moveTo>
                    <a:pt x="0" y="0"/>
                  </a:moveTo>
                  <a:lnTo>
                    <a:pt x="1799" y="105"/>
                  </a:lnTo>
                </a:path>
              </a:pathLst>
            </a:custGeom>
            <a:solidFill>
              <a:schemeClr val="dk1"/>
            </a:solidFill>
            <a:ln w="8900" cap="rnd" cmpd="sng">
              <a:solidFill>
                <a:schemeClr val="dk1"/>
              </a:solidFill>
              <a:prstDash val="solid"/>
              <a:miter lim="2092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28" name="Google Shape;4728;p38"/>
            <p:cNvSpPr/>
            <p:nvPr/>
          </p:nvSpPr>
          <p:spPr>
            <a:xfrm>
              <a:off x="7135201" y="4478367"/>
              <a:ext cx="99271" cy="15225"/>
            </a:xfrm>
            <a:custGeom>
              <a:avLst/>
              <a:gdLst/>
              <a:ahLst/>
              <a:cxnLst/>
              <a:rect l="l" t="t" r="r" b="b"/>
              <a:pathLst>
                <a:path w="1780" h="273" fill="none" extrusionOk="0">
                  <a:moveTo>
                    <a:pt x="1" y="0"/>
                  </a:moveTo>
                  <a:lnTo>
                    <a:pt x="1779" y="272"/>
                  </a:lnTo>
                </a:path>
              </a:pathLst>
            </a:custGeom>
            <a:solidFill>
              <a:schemeClr val="dk1"/>
            </a:solidFill>
            <a:ln w="8900" cap="rnd" cmpd="sng">
              <a:solidFill>
                <a:schemeClr val="dk1"/>
              </a:solidFill>
              <a:prstDash val="solid"/>
              <a:miter lim="2092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29" name="Google Shape;4729;p38"/>
            <p:cNvSpPr/>
            <p:nvPr/>
          </p:nvSpPr>
          <p:spPr>
            <a:xfrm>
              <a:off x="7121203" y="4528560"/>
              <a:ext cx="98099" cy="21025"/>
            </a:xfrm>
            <a:custGeom>
              <a:avLst/>
              <a:gdLst/>
              <a:ahLst/>
              <a:cxnLst/>
              <a:rect l="l" t="t" r="r" b="b"/>
              <a:pathLst>
                <a:path w="1759" h="377" fill="none" extrusionOk="0">
                  <a:moveTo>
                    <a:pt x="1" y="0"/>
                  </a:moveTo>
                  <a:lnTo>
                    <a:pt x="1758" y="377"/>
                  </a:lnTo>
                </a:path>
              </a:pathLst>
            </a:custGeom>
            <a:solidFill>
              <a:schemeClr val="dk1"/>
            </a:solidFill>
            <a:ln w="8900" cap="rnd" cmpd="sng">
              <a:solidFill>
                <a:schemeClr val="dk1"/>
              </a:solidFill>
              <a:prstDash val="solid"/>
              <a:miter lim="2092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30" name="Google Shape;4730;p38"/>
            <p:cNvSpPr/>
            <p:nvPr/>
          </p:nvSpPr>
          <p:spPr>
            <a:xfrm>
              <a:off x="7102576" y="4576411"/>
              <a:ext cx="98044" cy="25710"/>
            </a:xfrm>
            <a:custGeom>
              <a:avLst/>
              <a:gdLst/>
              <a:ahLst/>
              <a:cxnLst/>
              <a:rect l="l" t="t" r="r" b="b"/>
              <a:pathLst>
                <a:path w="1758" h="461" fill="none" extrusionOk="0">
                  <a:moveTo>
                    <a:pt x="0" y="0"/>
                  </a:moveTo>
                  <a:lnTo>
                    <a:pt x="1758" y="460"/>
                  </a:lnTo>
                </a:path>
              </a:pathLst>
            </a:custGeom>
            <a:solidFill>
              <a:schemeClr val="dk1"/>
            </a:solidFill>
            <a:ln w="8900" cap="rnd" cmpd="sng">
              <a:solidFill>
                <a:schemeClr val="dk1"/>
              </a:solidFill>
              <a:prstDash val="solid"/>
              <a:miter lim="2092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31" name="Google Shape;4731;p38"/>
            <p:cNvSpPr/>
            <p:nvPr/>
          </p:nvSpPr>
          <p:spPr>
            <a:xfrm>
              <a:off x="7085064" y="4627720"/>
              <a:ext cx="98044" cy="25710"/>
            </a:xfrm>
            <a:custGeom>
              <a:avLst/>
              <a:gdLst/>
              <a:ahLst/>
              <a:cxnLst/>
              <a:rect l="l" t="t" r="r" b="b"/>
              <a:pathLst>
                <a:path w="1758" h="461" fill="none" extrusionOk="0">
                  <a:moveTo>
                    <a:pt x="0" y="1"/>
                  </a:moveTo>
                  <a:lnTo>
                    <a:pt x="1758" y="461"/>
                  </a:lnTo>
                </a:path>
              </a:pathLst>
            </a:custGeom>
            <a:solidFill>
              <a:schemeClr val="dk1"/>
            </a:solidFill>
            <a:ln w="8900" cap="rnd" cmpd="sng">
              <a:solidFill>
                <a:schemeClr val="dk1"/>
              </a:solidFill>
              <a:prstDash val="solid"/>
              <a:miter lim="2092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32" name="Google Shape;4732;p38"/>
            <p:cNvSpPr/>
            <p:nvPr/>
          </p:nvSpPr>
          <p:spPr>
            <a:xfrm>
              <a:off x="7058183" y="4668543"/>
              <a:ext cx="96928" cy="29279"/>
            </a:xfrm>
            <a:custGeom>
              <a:avLst/>
              <a:gdLst/>
              <a:ahLst/>
              <a:cxnLst/>
              <a:rect l="l" t="t" r="r" b="b"/>
              <a:pathLst>
                <a:path w="1738" h="525" fill="none" extrusionOk="0">
                  <a:moveTo>
                    <a:pt x="1" y="1"/>
                  </a:moveTo>
                  <a:lnTo>
                    <a:pt x="1738" y="524"/>
                  </a:lnTo>
                </a:path>
              </a:pathLst>
            </a:custGeom>
            <a:solidFill>
              <a:schemeClr val="dk1"/>
            </a:solidFill>
            <a:ln w="8900" cap="rnd" cmpd="sng">
              <a:solidFill>
                <a:schemeClr val="dk1"/>
              </a:solidFill>
              <a:prstDash val="solid"/>
              <a:miter lim="2092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33" name="Google Shape;4733;p38"/>
            <p:cNvSpPr/>
            <p:nvPr/>
          </p:nvSpPr>
          <p:spPr>
            <a:xfrm>
              <a:off x="7037213" y="4704738"/>
              <a:ext cx="93415" cy="37422"/>
            </a:xfrm>
            <a:custGeom>
              <a:avLst/>
              <a:gdLst/>
              <a:ahLst/>
              <a:cxnLst/>
              <a:rect l="l" t="t" r="r" b="b"/>
              <a:pathLst>
                <a:path w="1675" h="671" fill="none" extrusionOk="0">
                  <a:moveTo>
                    <a:pt x="0" y="1"/>
                  </a:moveTo>
                  <a:lnTo>
                    <a:pt x="1674" y="670"/>
                  </a:lnTo>
                </a:path>
              </a:pathLst>
            </a:custGeom>
            <a:solidFill>
              <a:schemeClr val="dk1"/>
            </a:solidFill>
            <a:ln w="8900" cap="rnd" cmpd="sng">
              <a:solidFill>
                <a:schemeClr val="dk1"/>
              </a:solidFill>
              <a:prstDash val="solid"/>
              <a:miter lim="2092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34" name="Google Shape;4734;p38"/>
            <p:cNvSpPr/>
            <p:nvPr/>
          </p:nvSpPr>
          <p:spPr>
            <a:xfrm>
              <a:off x="7002190" y="4740933"/>
              <a:ext cx="92244" cy="39708"/>
            </a:xfrm>
            <a:custGeom>
              <a:avLst/>
              <a:gdLst/>
              <a:ahLst/>
              <a:cxnLst/>
              <a:rect l="l" t="t" r="r" b="b"/>
              <a:pathLst>
                <a:path w="1654" h="712" fill="none" extrusionOk="0">
                  <a:moveTo>
                    <a:pt x="1" y="0"/>
                  </a:moveTo>
                  <a:lnTo>
                    <a:pt x="1654" y="712"/>
                  </a:lnTo>
                </a:path>
              </a:pathLst>
            </a:custGeom>
            <a:solidFill>
              <a:schemeClr val="dk1"/>
            </a:solidFill>
            <a:ln w="8900" cap="rnd" cmpd="sng">
              <a:solidFill>
                <a:schemeClr val="dk1"/>
              </a:solidFill>
              <a:prstDash val="solid"/>
              <a:miter lim="2092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35" name="Google Shape;4735;p38"/>
            <p:cNvSpPr/>
            <p:nvPr/>
          </p:nvSpPr>
          <p:spPr>
            <a:xfrm>
              <a:off x="6964880" y="4772443"/>
              <a:ext cx="89901" cy="45564"/>
            </a:xfrm>
            <a:custGeom>
              <a:avLst/>
              <a:gdLst/>
              <a:ahLst/>
              <a:cxnLst/>
              <a:rect l="l" t="t" r="r" b="b"/>
              <a:pathLst>
                <a:path w="1612" h="817" fill="none" extrusionOk="0">
                  <a:moveTo>
                    <a:pt x="0" y="0"/>
                  </a:moveTo>
                  <a:lnTo>
                    <a:pt x="1611" y="816"/>
                  </a:lnTo>
                </a:path>
              </a:pathLst>
            </a:custGeom>
            <a:solidFill>
              <a:schemeClr val="dk1"/>
            </a:solidFill>
            <a:ln w="8900" cap="rnd" cmpd="sng">
              <a:solidFill>
                <a:schemeClr val="dk1"/>
              </a:solidFill>
              <a:prstDash val="solid"/>
              <a:miter lim="2092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36" name="Google Shape;4736;p38"/>
            <p:cNvSpPr/>
            <p:nvPr/>
          </p:nvSpPr>
          <p:spPr>
            <a:xfrm>
              <a:off x="7172567" y="4293992"/>
              <a:ext cx="101557" cy="56"/>
            </a:xfrm>
            <a:custGeom>
              <a:avLst/>
              <a:gdLst/>
              <a:ahLst/>
              <a:cxnLst/>
              <a:rect l="l" t="t" r="r" b="b"/>
              <a:pathLst>
                <a:path w="1821" h="1" fill="none" extrusionOk="0">
                  <a:moveTo>
                    <a:pt x="0" y="0"/>
                  </a:moveTo>
                  <a:lnTo>
                    <a:pt x="1821" y="0"/>
                  </a:lnTo>
                </a:path>
              </a:pathLst>
            </a:custGeom>
            <a:solidFill>
              <a:schemeClr val="dk1"/>
            </a:solidFill>
            <a:ln w="8900" cap="rnd" cmpd="sng">
              <a:solidFill>
                <a:schemeClr val="dk1"/>
              </a:solidFill>
              <a:prstDash val="solid"/>
              <a:miter lim="2092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37" name="Google Shape;4737;p38"/>
            <p:cNvSpPr/>
            <p:nvPr/>
          </p:nvSpPr>
          <p:spPr>
            <a:xfrm>
              <a:off x="6668462" y="2303226"/>
              <a:ext cx="345439" cy="46735"/>
            </a:xfrm>
            <a:custGeom>
              <a:avLst/>
              <a:gdLst/>
              <a:ahLst/>
              <a:cxnLst/>
              <a:rect l="l" t="t" r="r" b="b"/>
              <a:pathLst>
                <a:path w="6194" h="838" extrusionOk="0">
                  <a:moveTo>
                    <a:pt x="3181" y="1"/>
                  </a:moveTo>
                  <a:cubicBezTo>
                    <a:pt x="754" y="1"/>
                    <a:pt x="0" y="524"/>
                    <a:pt x="0" y="524"/>
                  </a:cubicBezTo>
                  <a:cubicBezTo>
                    <a:pt x="0" y="524"/>
                    <a:pt x="565" y="838"/>
                    <a:pt x="3244" y="838"/>
                  </a:cubicBezTo>
                  <a:cubicBezTo>
                    <a:pt x="5901" y="838"/>
                    <a:pt x="6194" y="608"/>
                    <a:pt x="6194" y="608"/>
                  </a:cubicBezTo>
                  <a:cubicBezTo>
                    <a:pt x="6194" y="608"/>
                    <a:pt x="5587" y="1"/>
                    <a:pt x="3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38" name="Google Shape;4738;p38"/>
            <p:cNvSpPr/>
            <p:nvPr/>
          </p:nvSpPr>
          <p:spPr>
            <a:xfrm>
              <a:off x="6650950" y="2298262"/>
              <a:ext cx="362951" cy="59172"/>
            </a:xfrm>
            <a:custGeom>
              <a:avLst/>
              <a:gdLst/>
              <a:ahLst/>
              <a:cxnLst/>
              <a:rect l="l" t="t" r="r" b="b"/>
              <a:pathLst>
                <a:path w="6508" h="1061" extrusionOk="0">
                  <a:moveTo>
                    <a:pt x="3131" y="1"/>
                  </a:moveTo>
                  <a:cubicBezTo>
                    <a:pt x="2696" y="1"/>
                    <a:pt x="2251" y="38"/>
                    <a:pt x="1821" y="90"/>
                  </a:cubicBezTo>
                  <a:cubicBezTo>
                    <a:pt x="1549" y="111"/>
                    <a:pt x="1277" y="153"/>
                    <a:pt x="1026" y="215"/>
                  </a:cubicBezTo>
                  <a:cubicBezTo>
                    <a:pt x="754" y="299"/>
                    <a:pt x="503" y="341"/>
                    <a:pt x="231" y="508"/>
                  </a:cubicBezTo>
                  <a:lnTo>
                    <a:pt x="1" y="634"/>
                  </a:lnTo>
                  <a:lnTo>
                    <a:pt x="231" y="738"/>
                  </a:lnTo>
                  <a:cubicBezTo>
                    <a:pt x="398" y="822"/>
                    <a:pt x="524" y="843"/>
                    <a:pt x="649" y="864"/>
                  </a:cubicBezTo>
                  <a:lnTo>
                    <a:pt x="1047" y="948"/>
                  </a:lnTo>
                  <a:lnTo>
                    <a:pt x="1821" y="1031"/>
                  </a:lnTo>
                  <a:cubicBezTo>
                    <a:pt x="2191" y="1046"/>
                    <a:pt x="2561" y="1061"/>
                    <a:pt x="2931" y="1061"/>
                  </a:cubicBezTo>
                  <a:cubicBezTo>
                    <a:pt x="3084" y="1061"/>
                    <a:pt x="3237" y="1058"/>
                    <a:pt x="3390" y="1052"/>
                  </a:cubicBezTo>
                  <a:lnTo>
                    <a:pt x="4959" y="969"/>
                  </a:lnTo>
                  <a:cubicBezTo>
                    <a:pt x="5232" y="969"/>
                    <a:pt x="5483" y="927"/>
                    <a:pt x="5755" y="885"/>
                  </a:cubicBezTo>
                  <a:cubicBezTo>
                    <a:pt x="6006" y="843"/>
                    <a:pt x="6278" y="822"/>
                    <a:pt x="6508" y="697"/>
                  </a:cubicBezTo>
                  <a:lnTo>
                    <a:pt x="6508" y="697"/>
                  </a:lnTo>
                  <a:cubicBezTo>
                    <a:pt x="6382" y="738"/>
                    <a:pt x="6257" y="759"/>
                    <a:pt x="6152" y="780"/>
                  </a:cubicBezTo>
                  <a:cubicBezTo>
                    <a:pt x="6006" y="780"/>
                    <a:pt x="5880" y="822"/>
                    <a:pt x="5755" y="822"/>
                  </a:cubicBezTo>
                  <a:cubicBezTo>
                    <a:pt x="5483" y="843"/>
                    <a:pt x="5232" y="843"/>
                    <a:pt x="4959" y="843"/>
                  </a:cubicBezTo>
                  <a:cubicBezTo>
                    <a:pt x="4698" y="854"/>
                    <a:pt x="4436" y="859"/>
                    <a:pt x="4175" y="859"/>
                  </a:cubicBezTo>
                  <a:cubicBezTo>
                    <a:pt x="3913" y="859"/>
                    <a:pt x="3652" y="854"/>
                    <a:pt x="3390" y="843"/>
                  </a:cubicBezTo>
                  <a:cubicBezTo>
                    <a:pt x="2909" y="822"/>
                    <a:pt x="2386" y="822"/>
                    <a:pt x="1863" y="759"/>
                  </a:cubicBezTo>
                  <a:cubicBezTo>
                    <a:pt x="1591" y="759"/>
                    <a:pt x="1361" y="718"/>
                    <a:pt x="1089" y="676"/>
                  </a:cubicBezTo>
                  <a:cubicBezTo>
                    <a:pt x="963" y="655"/>
                    <a:pt x="858" y="634"/>
                    <a:pt x="733" y="613"/>
                  </a:cubicBezTo>
                  <a:cubicBezTo>
                    <a:pt x="719" y="609"/>
                    <a:pt x="705" y="605"/>
                    <a:pt x="692" y="601"/>
                  </a:cubicBezTo>
                  <a:lnTo>
                    <a:pt x="692" y="601"/>
                  </a:lnTo>
                  <a:cubicBezTo>
                    <a:pt x="823" y="548"/>
                    <a:pt x="962" y="501"/>
                    <a:pt x="1089" y="466"/>
                  </a:cubicBezTo>
                  <a:cubicBezTo>
                    <a:pt x="1340" y="404"/>
                    <a:pt x="1591" y="341"/>
                    <a:pt x="1863" y="320"/>
                  </a:cubicBezTo>
                  <a:cubicBezTo>
                    <a:pt x="2386" y="278"/>
                    <a:pt x="2909" y="236"/>
                    <a:pt x="3432" y="215"/>
                  </a:cubicBezTo>
                  <a:cubicBezTo>
                    <a:pt x="3563" y="210"/>
                    <a:pt x="3694" y="208"/>
                    <a:pt x="3824" y="208"/>
                  </a:cubicBezTo>
                  <a:cubicBezTo>
                    <a:pt x="4217" y="208"/>
                    <a:pt x="4609" y="231"/>
                    <a:pt x="5001" y="278"/>
                  </a:cubicBezTo>
                  <a:cubicBezTo>
                    <a:pt x="5252" y="299"/>
                    <a:pt x="5524" y="341"/>
                    <a:pt x="5776" y="404"/>
                  </a:cubicBezTo>
                  <a:cubicBezTo>
                    <a:pt x="6048" y="446"/>
                    <a:pt x="6299" y="529"/>
                    <a:pt x="6508" y="697"/>
                  </a:cubicBezTo>
                  <a:cubicBezTo>
                    <a:pt x="6299" y="508"/>
                    <a:pt x="6048" y="404"/>
                    <a:pt x="5796" y="341"/>
                  </a:cubicBezTo>
                  <a:cubicBezTo>
                    <a:pt x="5545" y="236"/>
                    <a:pt x="5273" y="194"/>
                    <a:pt x="5022" y="132"/>
                  </a:cubicBezTo>
                  <a:cubicBezTo>
                    <a:pt x="4499" y="69"/>
                    <a:pt x="3934" y="6"/>
                    <a:pt x="3411" y="6"/>
                  </a:cubicBezTo>
                  <a:cubicBezTo>
                    <a:pt x="3318" y="2"/>
                    <a:pt x="3225" y="1"/>
                    <a:pt x="3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4739" name="Google Shape;4739;p38"/>
          <p:cNvGrpSpPr/>
          <p:nvPr/>
        </p:nvGrpSpPr>
        <p:grpSpPr>
          <a:xfrm rot="7866275">
            <a:off x="6976813" y="1157075"/>
            <a:ext cx="686370" cy="448916"/>
            <a:chOff x="2878050" y="4066850"/>
            <a:chExt cx="773075" cy="505625"/>
          </a:xfrm>
        </p:grpSpPr>
        <p:sp>
          <p:nvSpPr>
            <p:cNvPr id="4740" name="Google Shape;4740;p38"/>
            <p:cNvSpPr/>
            <p:nvPr/>
          </p:nvSpPr>
          <p:spPr>
            <a:xfrm>
              <a:off x="2973950" y="4152375"/>
              <a:ext cx="586300" cy="361025"/>
            </a:xfrm>
            <a:custGeom>
              <a:avLst/>
              <a:gdLst/>
              <a:ahLst/>
              <a:cxnLst/>
              <a:rect l="l" t="t" r="r" b="b"/>
              <a:pathLst>
                <a:path w="23452" h="14441" extrusionOk="0">
                  <a:moveTo>
                    <a:pt x="7068" y="0"/>
                  </a:moveTo>
                  <a:cubicBezTo>
                    <a:pt x="6719" y="0"/>
                    <a:pt x="6339" y="70"/>
                    <a:pt x="6005" y="209"/>
                  </a:cubicBezTo>
                  <a:cubicBezTo>
                    <a:pt x="5572" y="376"/>
                    <a:pt x="5238" y="643"/>
                    <a:pt x="4938" y="876"/>
                  </a:cubicBezTo>
                  <a:cubicBezTo>
                    <a:pt x="4337" y="1376"/>
                    <a:pt x="3870" y="1910"/>
                    <a:pt x="3403" y="2511"/>
                  </a:cubicBezTo>
                  <a:cubicBezTo>
                    <a:pt x="2536" y="3645"/>
                    <a:pt x="1869" y="4812"/>
                    <a:pt x="1335" y="5880"/>
                  </a:cubicBezTo>
                  <a:cubicBezTo>
                    <a:pt x="768" y="6980"/>
                    <a:pt x="401" y="8014"/>
                    <a:pt x="201" y="8882"/>
                  </a:cubicBezTo>
                  <a:cubicBezTo>
                    <a:pt x="34" y="9749"/>
                    <a:pt x="1" y="10550"/>
                    <a:pt x="335" y="11083"/>
                  </a:cubicBezTo>
                  <a:cubicBezTo>
                    <a:pt x="368" y="11250"/>
                    <a:pt x="501" y="11350"/>
                    <a:pt x="568" y="11417"/>
                  </a:cubicBezTo>
                  <a:cubicBezTo>
                    <a:pt x="668" y="11517"/>
                    <a:pt x="735" y="11550"/>
                    <a:pt x="835" y="11584"/>
                  </a:cubicBezTo>
                  <a:cubicBezTo>
                    <a:pt x="935" y="11684"/>
                    <a:pt x="1035" y="11684"/>
                    <a:pt x="1035" y="11684"/>
                  </a:cubicBezTo>
                  <a:cubicBezTo>
                    <a:pt x="1106" y="11712"/>
                    <a:pt x="1170" y="11722"/>
                    <a:pt x="1226" y="11722"/>
                  </a:cubicBezTo>
                  <a:cubicBezTo>
                    <a:pt x="1303" y="11722"/>
                    <a:pt x="1363" y="11703"/>
                    <a:pt x="1402" y="11684"/>
                  </a:cubicBezTo>
                  <a:cubicBezTo>
                    <a:pt x="1502" y="11650"/>
                    <a:pt x="1535" y="11550"/>
                    <a:pt x="1535" y="11517"/>
                  </a:cubicBezTo>
                  <a:cubicBezTo>
                    <a:pt x="1569" y="11384"/>
                    <a:pt x="1402" y="11317"/>
                    <a:pt x="1202" y="11217"/>
                  </a:cubicBezTo>
                  <a:cubicBezTo>
                    <a:pt x="1235" y="11217"/>
                    <a:pt x="935" y="11217"/>
                    <a:pt x="768" y="10883"/>
                  </a:cubicBezTo>
                  <a:cubicBezTo>
                    <a:pt x="568" y="10550"/>
                    <a:pt x="568" y="9882"/>
                    <a:pt x="768" y="9049"/>
                  </a:cubicBezTo>
                  <a:cubicBezTo>
                    <a:pt x="1235" y="7414"/>
                    <a:pt x="2336" y="5179"/>
                    <a:pt x="4037" y="3011"/>
                  </a:cubicBezTo>
                  <a:cubicBezTo>
                    <a:pt x="4504" y="2477"/>
                    <a:pt x="4938" y="1977"/>
                    <a:pt x="5505" y="1510"/>
                  </a:cubicBezTo>
                  <a:cubicBezTo>
                    <a:pt x="5738" y="1310"/>
                    <a:pt x="6039" y="1076"/>
                    <a:pt x="6339" y="976"/>
                  </a:cubicBezTo>
                  <a:cubicBezTo>
                    <a:pt x="6543" y="874"/>
                    <a:pt x="6785" y="831"/>
                    <a:pt x="7037" y="831"/>
                  </a:cubicBezTo>
                  <a:cubicBezTo>
                    <a:pt x="7115" y="831"/>
                    <a:pt x="7194" y="835"/>
                    <a:pt x="7273" y="843"/>
                  </a:cubicBezTo>
                  <a:cubicBezTo>
                    <a:pt x="8007" y="876"/>
                    <a:pt x="8707" y="1043"/>
                    <a:pt x="9441" y="1243"/>
                  </a:cubicBezTo>
                  <a:cubicBezTo>
                    <a:pt x="10208" y="1476"/>
                    <a:pt x="10942" y="1743"/>
                    <a:pt x="11676" y="2010"/>
                  </a:cubicBezTo>
                  <a:cubicBezTo>
                    <a:pt x="14578" y="3078"/>
                    <a:pt x="17380" y="4412"/>
                    <a:pt x="19848" y="5646"/>
                  </a:cubicBezTo>
                  <a:cubicBezTo>
                    <a:pt x="20416" y="5913"/>
                    <a:pt x="21016" y="6213"/>
                    <a:pt x="21516" y="6580"/>
                  </a:cubicBezTo>
                  <a:cubicBezTo>
                    <a:pt x="21750" y="6814"/>
                    <a:pt x="22017" y="7014"/>
                    <a:pt x="22183" y="7214"/>
                  </a:cubicBezTo>
                  <a:cubicBezTo>
                    <a:pt x="22384" y="7481"/>
                    <a:pt x="22450" y="7681"/>
                    <a:pt x="22517" y="7914"/>
                  </a:cubicBezTo>
                  <a:cubicBezTo>
                    <a:pt x="22550" y="8181"/>
                    <a:pt x="22450" y="8415"/>
                    <a:pt x="22384" y="8682"/>
                  </a:cubicBezTo>
                  <a:cubicBezTo>
                    <a:pt x="22284" y="8815"/>
                    <a:pt x="22250" y="8915"/>
                    <a:pt x="22183" y="9049"/>
                  </a:cubicBezTo>
                  <a:cubicBezTo>
                    <a:pt x="22083" y="9149"/>
                    <a:pt x="22050" y="9249"/>
                    <a:pt x="21917" y="9349"/>
                  </a:cubicBezTo>
                  <a:cubicBezTo>
                    <a:pt x="21550" y="9682"/>
                    <a:pt x="21016" y="9882"/>
                    <a:pt x="20416" y="9983"/>
                  </a:cubicBezTo>
                  <a:cubicBezTo>
                    <a:pt x="19248" y="10183"/>
                    <a:pt x="18114" y="10149"/>
                    <a:pt x="17213" y="10216"/>
                  </a:cubicBezTo>
                  <a:cubicBezTo>
                    <a:pt x="16746" y="10249"/>
                    <a:pt x="16313" y="10316"/>
                    <a:pt x="15946" y="10383"/>
                  </a:cubicBezTo>
                  <a:cubicBezTo>
                    <a:pt x="15746" y="10416"/>
                    <a:pt x="15579" y="10483"/>
                    <a:pt x="15479" y="10516"/>
                  </a:cubicBezTo>
                  <a:cubicBezTo>
                    <a:pt x="15312" y="10583"/>
                    <a:pt x="15178" y="10616"/>
                    <a:pt x="15078" y="10683"/>
                  </a:cubicBezTo>
                  <a:lnTo>
                    <a:pt x="15112" y="10683"/>
                  </a:lnTo>
                  <a:cubicBezTo>
                    <a:pt x="13911" y="11183"/>
                    <a:pt x="12977" y="11951"/>
                    <a:pt x="12143" y="12618"/>
                  </a:cubicBezTo>
                  <a:cubicBezTo>
                    <a:pt x="11309" y="13352"/>
                    <a:pt x="10475" y="13752"/>
                    <a:pt x="9574" y="13885"/>
                  </a:cubicBezTo>
                  <a:cubicBezTo>
                    <a:pt x="9403" y="13928"/>
                    <a:pt x="9219" y="13940"/>
                    <a:pt x="9036" y="13940"/>
                  </a:cubicBezTo>
                  <a:cubicBezTo>
                    <a:pt x="8792" y="13940"/>
                    <a:pt x="8550" y="13919"/>
                    <a:pt x="8340" y="13919"/>
                  </a:cubicBezTo>
                  <a:cubicBezTo>
                    <a:pt x="7973" y="13885"/>
                    <a:pt x="7573" y="13752"/>
                    <a:pt x="7239" y="13652"/>
                  </a:cubicBezTo>
                  <a:cubicBezTo>
                    <a:pt x="6572" y="13352"/>
                    <a:pt x="6005" y="13018"/>
                    <a:pt x="5472" y="12718"/>
                  </a:cubicBezTo>
                  <a:cubicBezTo>
                    <a:pt x="4404" y="12084"/>
                    <a:pt x="3537" y="11717"/>
                    <a:pt x="2970" y="11550"/>
                  </a:cubicBezTo>
                  <a:cubicBezTo>
                    <a:pt x="2670" y="11484"/>
                    <a:pt x="2469" y="11384"/>
                    <a:pt x="2303" y="11384"/>
                  </a:cubicBezTo>
                  <a:cubicBezTo>
                    <a:pt x="2136" y="11350"/>
                    <a:pt x="2036" y="11350"/>
                    <a:pt x="2036" y="11350"/>
                  </a:cubicBezTo>
                  <a:cubicBezTo>
                    <a:pt x="1427" y="11350"/>
                    <a:pt x="1464" y="11719"/>
                    <a:pt x="1823" y="11719"/>
                  </a:cubicBezTo>
                  <a:cubicBezTo>
                    <a:pt x="1837" y="11719"/>
                    <a:pt x="1853" y="11718"/>
                    <a:pt x="1869" y="11717"/>
                  </a:cubicBezTo>
                  <a:cubicBezTo>
                    <a:pt x="1869" y="11717"/>
                    <a:pt x="1936" y="11717"/>
                    <a:pt x="2069" y="11750"/>
                  </a:cubicBezTo>
                  <a:cubicBezTo>
                    <a:pt x="2236" y="11817"/>
                    <a:pt x="2403" y="11851"/>
                    <a:pt x="2703" y="11917"/>
                  </a:cubicBezTo>
                  <a:cubicBezTo>
                    <a:pt x="3237" y="12084"/>
                    <a:pt x="4037" y="12484"/>
                    <a:pt x="5071" y="13085"/>
                  </a:cubicBezTo>
                  <a:cubicBezTo>
                    <a:pt x="5605" y="13385"/>
                    <a:pt x="6205" y="13719"/>
                    <a:pt x="6939" y="14052"/>
                  </a:cubicBezTo>
                  <a:cubicBezTo>
                    <a:pt x="7340" y="14219"/>
                    <a:pt x="7740" y="14352"/>
                    <a:pt x="8207" y="14419"/>
                  </a:cubicBezTo>
                  <a:cubicBezTo>
                    <a:pt x="8474" y="14419"/>
                    <a:pt x="8730" y="14441"/>
                    <a:pt x="8993" y="14441"/>
                  </a:cubicBezTo>
                  <a:cubicBezTo>
                    <a:pt x="9191" y="14441"/>
                    <a:pt x="9393" y="14429"/>
                    <a:pt x="9608" y="14386"/>
                  </a:cubicBezTo>
                  <a:cubicBezTo>
                    <a:pt x="10075" y="14286"/>
                    <a:pt x="10575" y="14152"/>
                    <a:pt x="11076" y="13919"/>
                  </a:cubicBezTo>
                  <a:cubicBezTo>
                    <a:pt x="11576" y="13719"/>
                    <a:pt x="12043" y="13385"/>
                    <a:pt x="12443" y="13051"/>
                  </a:cubicBezTo>
                  <a:cubicBezTo>
                    <a:pt x="13344" y="12351"/>
                    <a:pt x="14211" y="11650"/>
                    <a:pt x="15345" y="11217"/>
                  </a:cubicBezTo>
                  <a:lnTo>
                    <a:pt x="15379" y="11217"/>
                  </a:lnTo>
                  <a:cubicBezTo>
                    <a:pt x="15445" y="11217"/>
                    <a:pt x="15545" y="11183"/>
                    <a:pt x="15679" y="11150"/>
                  </a:cubicBezTo>
                  <a:cubicBezTo>
                    <a:pt x="15746" y="11083"/>
                    <a:pt x="15912" y="11083"/>
                    <a:pt x="16046" y="11050"/>
                  </a:cubicBezTo>
                  <a:cubicBezTo>
                    <a:pt x="16346" y="11017"/>
                    <a:pt x="16713" y="10983"/>
                    <a:pt x="17180" y="10983"/>
                  </a:cubicBezTo>
                  <a:cubicBezTo>
                    <a:pt x="18081" y="10917"/>
                    <a:pt x="19215" y="11017"/>
                    <a:pt x="20516" y="10816"/>
                  </a:cubicBezTo>
                  <a:cubicBezTo>
                    <a:pt x="21183" y="10683"/>
                    <a:pt x="21883" y="10516"/>
                    <a:pt x="22517" y="9916"/>
                  </a:cubicBezTo>
                  <a:cubicBezTo>
                    <a:pt x="22684" y="9816"/>
                    <a:pt x="22751" y="9649"/>
                    <a:pt x="22884" y="9482"/>
                  </a:cubicBezTo>
                  <a:cubicBezTo>
                    <a:pt x="23017" y="9315"/>
                    <a:pt x="23084" y="9149"/>
                    <a:pt x="23184" y="8982"/>
                  </a:cubicBezTo>
                  <a:cubicBezTo>
                    <a:pt x="23351" y="8582"/>
                    <a:pt x="23451" y="8181"/>
                    <a:pt x="23384" y="7714"/>
                  </a:cubicBezTo>
                  <a:cubicBezTo>
                    <a:pt x="23351" y="7247"/>
                    <a:pt x="23117" y="6847"/>
                    <a:pt x="22884" y="6547"/>
                  </a:cubicBezTo>
                  <a:cubicBezTo>
                    <a:pt x="22617" y="6213"/>
                    <a:pt x="22350" y="5980"/>
                    <a:pt x="22050" y="5746"/>
                  </a:cubicBezTo>
                  <a:cubicBezTo>
                    <a:pt x="21450" y="5346"/>
                    <a:pt x="20849" y="5012"/>
                    <a:pt x="20249" y="4712"/>
                  </a:cubicBezTo>
                  <a:cubicBezTo>
                    <a:pt x="17780" y="3511"/>
                    <a:pt x="14945" y="2210"/>
                    <a:pt x="11943" y="1143"/>
                  </a:cubicBezTo>
                  <a:cubicBezTo>
                    <a:pt x="11209" y="876"/>
                    <a:pt x="10408" y="643"/>
                    <a:pt x="9675" y="409"/>
                  </a:cubicBezTo>
                  <a:cubicBezTo>
                    <a:pt x="8907" y="209"/>
                    <a:pt x="8107" y="42"/>
                    <a:pt x="7273" y="9"/>
                  </a:cubicBezTo>
                  <a:cubicBezTo>
                    <a:pt x="7206" y="3"/>
                    <a:pt x="7138" y="0"/>
                    <a:pt x="70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41" name="Google Shape;4741;p38"/>
            <p:cNvSpPr/>
            <p:nvPr/>
          </p:nvSpPr>
          <p:spPr>
            <a:xfrm>
              <a:off x="2878050" y="4066850"/>
              <a:ext cx="773075" cy="505625"/>
            </a:xfrm>
            <a:custGeom>
              <a:avLst/>
              <a:gdLst/>
              <a:ahLst/>
              <a:cxnLst/>
              <a:rect l="l" t="t" r="r" b="b"/>
              <a:pathLst>
                <a:path w="30923" h="20225" extrusionOk="0">
                  <a:moveTo>
                    <a:pt x="10426" y="514"/>
                  </a:moveTo>
                  <a:cubicBezTo>
                    <a:pt x="12092" y="514"/>
                    <a:pt x="13782" y="891"/>
                    <a:pt x="15345" y="1395"/>
                  </a:cubicBezTo>
                  <a:cubicBezTo>
                    <a:pt x="17313" y="1995"/>
                    <a:pt x="19148" y="2829"/>
                    <a:pt x="20849" y="3663"/>
                  </a:cubicBezTo>
                  <a:cubicBezTo>
                    <a:pt x="21683" y="4097"/>
                    <a:pt x="22550" y="4531"/>
                    <a:pt x="23418" y="4998"/>
                  </a:cubicBezTo>
                  <a:cubicBezTo>
                    <a:pt x="23885" y="5264"/>
                    <a:pt x="24318" y="5498"/>
                    <a:pt x="24752" y="5765"/>
                  </a:cubicBezTo>
                  <a:cubicBezTo>
                    <a:pt x="24985" y="5865"/>
                    <a:pt x="25219" y="5998"/>
                    <a:pt x="25419" y="6132"/>
                  </a:cubicBezTo>
                  <a:lnTo>
                    <a:pt x="25753" y="6332"/>
                  </a:lnTo>
                  <a:lnTo>
                    <a:pt x="25919" y="6432"/>
                  </a:lnTo>
                  <a:lnTo>
                    <a:pt x="26019" y="6465"/>
                  </a:lnTo>
                  <a:cubicBezTo>
                    <a:pt x="26086" y="6499"/>
                    <a:pt x="26086" y="6499"/>
                    <a:pt x="26153" y="6499"/>
                  </a:cubicBezTo>
                  <a:cubicBezTo>
                    <a:pt x="27087" y="6832"/>
                    <a:pt x="28021" y="7333"/>
                    <a:pt x="28821" y="8000"/>
                  </a:cubicBezTo>
                  <a:cubicBezTo>
                    <a:pt x="29555" y="8667"/>
                    <a:pt x="30156" y="9601"/>
                    <a:pt x="30256" y="10635"/>
                  </a:cubicBezTo>
                  <a:cubicBezTo>
                    <a:pt x="30389" y="11636"/>
                    <a:pt x="30056" y="12670"/>
                    <a:pt x="29489" y="13570"/>
                  </a:cubicBezTo>
                  <a:cubicBezTo>
                    <a:pt x="28888" y="14404"/>
                    <a:pt x="28054" y="15105"/>
                    <a:pt x="27187" y="15605"/>
                  </a:cubicBezTo>
                  <a:cubicBezTo>
                    <a:pt x="26320" y="16105"/>
                    <a:pt x="25319" y="16406"/>
                    <a:pt x="24318" y="16506"/>
                  </a:cubicBezTo>
                  <a:cubicBezTo>
                    <a:pt x="23818" y="16606"/>
                    <a:pt x="23318" y="16639"/>
                    <a:pt x="22817" y="16673"/>
                  </a:cubicBezTo>
                  <a:lnTo>
                    <a:pt x="22050" y="16806"/>
                  </a:lnTo>
                  <a:lnTo>
                    <a:pt x="21283" y="16939"/>
                  </a:lnTo>
                  <a:cubicBezTo>
                    <a:pt x="21049" y="16973"/>
                    <a:pt x="20849" y="17006"/>
                    <a:pt x="20582" y="17106"/>
                  </a:cubicBezTo>
                  <a:cubicBezTo>
                    <a:pt x="20349" y="17173"/>
                    <a:pt x="20082" y="17240"/>
                    <a:pt x="19882" y="17306"/>
                  </a:cubicBezTo>
                  <a:cubicBezTo>
                    <a:pt x="19415" y="17473"/>
                    <a:pt x="19014" y="17640"/>
                    <a:pt x="18581" y="17840"/>
                  </a:cubicBezTo>
                  <a:cubicBezTo>
                    <a:pt x="17747" y="18274"/>
                    <a:pt x="17013" y="18674"/>
                    <a:pt x="16246" y="19008"/>
                  </a:cubicBezTo>
                  <a:cubicBezTo>
                    <a:pt x="14958" y="19606"/>
                    <a:pt x="13671" y="19990"/>
                    <a:pt x="12552" y="19990"/>
                  </a:cubicBezTo>
                  <a:cubicBezTo>
                    <a:pt x="12425" y="19990"/>
                    <a:pt x="12299" y="19985"/>
                    <a:pt x="12176" y="19975"/>
                  </a:cubicBezTo>
                  <a:cubicBezTo>
                    <a:pt x="10975" y="19908"/>
                    <a:pt x="10041" y="19508"/>
                    <a:pt x="9474" y="19241"/>
                  </a:cubicBezTo>
                  <a:cubicBezTo>
                    <a:pt x="9174" y="19074"/>
                    <a:pt x="8974" y="18941"/>
                    <a:pt x="8807" y="18841"/>
                  </a:cubicBezTo>
                  <a:cubicBezTo>
                    <a:pt x="8674" y="18774"/>
                    <a:pt x="8574" y="18741"/>
                    <a:pt x="8574" y="18741"/>
                  </a:cubicBezTo>
                  <a:cubicBezTo>
                    <a:pt x="8333" y="18567"/>
                    <a:pt x="8162" y="18489"/>
                    <a:pt x="8090" y="18489"/>
                  </a:cubicBezTo>
                  <a:cubicBezTo>
                    <a:pt x="8046" y="18489"/>
                    <a:pt x="8041" y="18520"/>
                    <a:pt x="8082" y="18575"/>
                  </a:cubicBezTo>
                  <a:lnTo>
                    <a:pt x="8082" y="18575"/>
                  </a:lnTo>
                  <a:cubicBezTo>
                    <a:pt x="8004" y="18509"/>
                    <a:pt x="7891" y="18430"/>
                    <a:pt x="7740" y="18340"/>
                  </a:cubicBezTo>
                  <a:lnTo>
                    <a:pt x="7506" y="18240"/>
                  </a:lnTo>
                  <a:cubicBezTo>
                    <a:pt x="7339" y="18140"/>
                    <a:pt x="7073" y="18007"/>
                    <a:pt x="6806" y="17907"/>
                  </a:cubicBezTo>
                  <a:cubicBezTo>
                    <a:pt x="6172" y="17607"/>
                    <a:pt x="5238" y="17273"/>
                    <a:pt x="4137" y="16806"/>
                  </a:cubicBezTo>
                  <a:cubicBezTo>
                    <a:pt x="3570" y="16572"/>
                    <a:pt x="2970" y="16272"/>
                    <a:pt x="2369" y="15905"/>
                  </a:cubicBezTo>
                  <a:cubicBezTo>
                    <a:pt x="1802" y="15505"/>
                    <a:pt x="1202" y="15005"/>
                    <a:pt x="835" y="14304"/>
                  </a:cubicBezTo>
                  <a:cubicBezTo>
                    <a:pt x="468" y="13604"/>
                    <a:pt x="334" y="12770"/>
                    <a:pt x="468" y="11902"/>
                  </a:cubicBezTo>
                  <a:cubicBezTo>
                    <a:pt x="535" y="11002"/>
                    <a:pt x="835" y="10101"/>
                    <a:pt x="1168" y="9234"/>
                  </a:cubicBezTo>
                  <a:cubicBezTo>
                    <a:pt x="1869" y="7433"/>
                    <a:pt x="2836" y="5598"/>
                    <a:pt x="4037" y="3897"/>
                  </a:cubicBezTo>
                  <a:cubicBezTo>
                    <a:pt x="4638" y="3063"/>
                    <a:pt x="5338" y="2262"/>
                    <a:pt x="6205" y="1662"/>
                  </a:cubicBezTo>
                  <a:cubicBezTo>
                    <a:pt x="7073" y="1095"/>
                    <a:pt x="8073" y="728"/>
                    <a:pt x="9141" y="594"/>
                  </a:cubicBezTo>
                  <a:cubicBezTo>
                    <a:pt x="9566" y="540"/>
                    <a:pt x="9995" y="514"/>
                    <a:pt x="10426" y="514"/>
                  </a:cubicBezTo>
                  <a:close/>
                  <a:moveTo>
                    <a:pt x="10557" y="0"/>
                  </a:moveTo>
                  <a:cubicBezTo>
                    <a:pt x="10086" y="0"/>
                    <a:pt x="9613" y="30"/>
                    <a:pt x="9141" y="94"/>
                  </a:cubicBezTo>
                  <a:cubicBezTo>
                    <a:pt x="8007" y="261"/>
                    <a:pt x="6906" y="628"/>
                    <a:pt x="6005" y="1262"/>
                  </a:cubicBezTo>
                  <a:cubicBezTo>
                    <a:pt x="5038" y="1829"/>
                    <a:pt x="4337" y="2696"/>
                    <a:pt x="3704" y="3597"/>
                  </a:cubicBezTo>
                  <a:cubicBezTo>
                    <a:pt x="2503" y="5331"/>
                    <a:pt x="1535" y="7166"/>
                    <a:pt x="835" y="9000"/>
                  </a:cubicBezTo>
                  <a:cubicBezTo>
                    <a:pt x="501" y="9934"/>
                    <a:pt x="234" y="10835"/>
                    <a:pt x="101" y="11769"/>
                  </a:cubicBezTo>
                  <a:cubicBezTo>
                    <a:pt x="1" y="12670"/>
                    <a:pt x="101" y="13637"/>
                    <a:pt x="535" y="14404"/>
                  </a:cubicBezTo>
                  <a:cubicBezTo>
                    <a:pt x="968" y="15171"/>
                    <a:pt x="1569" y="15739"/>
                    <a:pt x="2202" y="16105"/>
                  </a:cubicBezTo>
                  <a:cubicBezTo>
                    <a:pt x="2836" y="16506"/>
                    <a:pt x="3403" y="16773"/>
                    <a:pt x="4004" y="17006"/>
                  </a:cubicBezTo>
                  <a:cubicBezTo>
                    <a:pt x="5138" y="17473"/>
                    <a:pt x="6039" y="17807"/>
                    <a:pt x="6672" y="18107"/>
                  </a:cubicBezTo>
                  <a:cubicBezTo>
                    <a:pt x="7006" y="18240"/>
                    <a:pt x="7206" y="18340"/>
                    <a:pt x="7373" y="18441"/>
                  </a:cubicBezTo>
                  <a:lnTo>
                    <a:pt x="7640" y="18574"/>
                  </a:lnTo>
                  <a:cubicBezTo>
                    <a:pt x="7891" y="18725"/>
                    <a:pt x="8071" y="18790"/>
                    <a:pt x="8159" y="18790"/>
                  </a:cubicBezTo>
                  <a:cubicBezTo>
                    <a:pt x="8225" y="18790"/>
                    <a:pt x="8239" y="18754"/>
                    <a:pt x="8193" y="18689"/>
                  </a:cubicBezTo>
                  <a:lnTo>
                    <a:pt x="8193" y="18689"/>
                  </a:lnTo>
                  <a:cubicBezTo>
                    <a:pt x="8272" y="18758"/>
                    <a:pt x="8386" y="18843"/>
                    <a:pt x="8540" y="18941"/>
                  </a:cubicBezTo>
                  <a:lnTo>
                    <a:pt x="8807" y="19041"/>
                  </a:lnTo>
                  <a:cubicBezTo>
                    <a:pt x="8907" y="19141"/>
                    <a:pt x="9174" y="19274"/>
                    <a:pt x="9474" y="19441"/>
                  </a:cubicBezTo>
                  <a:cubicBezTo>
                    <a:pt x="10041" y="19708"/>
                    <a:pt x="11009" y="20142"/>
                    <a:pt x="12243" y="20208"/>
                  </a:cubicBezTo>
                  <a:cubicBezTo>
                    <a:pt x="12381" y="20219"/>
                    <a:pt x="12523" y="20225"/>
                    <a:pt x="12667" y="20225"/>
                  </a:cubicBezTo>
                  <a:cubicBezTo>
                    <a:pt x="13839" y="20225"/>
                    <a:pt x="15176" y="19869"/>
                    <a:pt x="16513" y="19274"/>
                  </a:cubicBezTo>
                  <a:cubicBezTo>
                    <a:pt x="17247" y="18941"/>
                    <a:pt x="18014" y="18507"/>
                    <a:pt x="18848" y="18140"/>
                  </a:cubicBezTo>
                  <a:cubicBezTo>
                    <a:pt x="19615" y="17773"/>
                    <a:pt x="20516" y="17440"/>
                    <a:pt x="21450" y="17273"/>
                  </a:cubicBezTo>
                  <a:cubicBezTo>
                    <a:pt x="21950" y="17173"/>
                    <a:pt x="22417" y="17140"/>
                    <a:pt x="22917" y="17039"/>
                  </a:cubicBezTo>
                  <a:cubicBezTo>
                    <a:pt x="23418" y="16973"/>
                    <a:pt x="23918" y="16973"/>
                    <a:pt x="24418" y="16873"/>
                  </a:cubicBezTo>
                  <a:cubicBezTo>
                    <a:pt x="25452" y="16773"/>
                    <a:pt x="26520" y="16439"/>
                    <a:pt x="27487" y="15939"/>
                  </a:cubicBezTo>
                  <a:cubicBezTo>
                    <a:pt x="28421" y="15438"/>
                    <a:pt x="29322" y="14671"/>
                    <a:pt x="29922" y="13770"/>
                  </a:cubicBezTo>
                  <a:cubicBezTo>
                    <a:pt x="30556" y="12836"/>
                    <a:pt x="30923" y="11702"/>
                    <a:pt x="30823" y="10535"/>
                  </a:cubicBezTo>
                  <a:cubicBezTo>
                    <a:pt x="30623" y="9367"/>
                    <a:pt x="30022" y="8367"/>
                    <a:pt x="29188" y="7633"/>
                  </a:cubicBezTo>
                  <a:cubicBezTo>
                    <a:pt x="28354" y="6932"/>
                    <a:pt x="27354" y="6432"/>
                    <a:pt x="26353" y="6032"/>
                  </a:cubicBezTo>
                  <a:cubicBezTo>
                    <a:pt x="26286" y="6032"/>
                    <a:pt x="26186" y="5932"/>
                    <a:pt x="26053" y="5865"/>
                  </a:cubicBezTo>
                  <a:lnTo>
                    <a:pt x="25719" y="5665"/>
                  </a:lnTo>
                  <a:cubicBezTo>
                    <a:pt x="25519" y="5565"/>
                    <a:pt x="25252" y="5431"/>
                    <a:pt x="25052" y="5298"/>
                  </a:cubicBezTo>
                  <a:cubicBezTo>
                    <a:pt x="24585" y="5031"/>
                    <a:pt x="24185" y="4797"/>
                    <a:pt x="23718" y="4531"/>
                  </a:cubicBezTo>
                  <a:cubicBezTo>
                    <a:pt x="22851" y="4030"/>
                    <a:pt x="21983" y="3597"/>
                    <a:pt x="21149" y="3163"/>
                  </a:cubicBezTo>
                  <a:cubicBezTo>
                    <a:pt x="19415" y="2329"/>
                    <a:pt x="17547" y="1495"/>
                    <a:pt x="15545" y="861"/>
                  </a:cubicBezTo>
                  <a:cubicBezTo>
                    <a:pt x="13974" y="390"/>
                    <a:pt x="12278" y="0"/>
                    <a:pt x="105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42" name="Google Shape;4742;p38"/>
            <p:cNvSpPr/>
            <p:nvPr/>
          </p:nvSpPr>
          <p:spPr>
            <a:xfrm>
              <a:off x="3052350" y="4215300"/>
              <a:ext cx="194250" cy="168075"/>
            </a:xfrm>
            <a:custGeom>
              <a:avLst/>
              <a:gdLst/>
              <a:ahLst/>
              <a:cxnLst/>
              <a:rect l="l" t="t" r="r" b="b"/>
              <a:pathLst>
                <a:path w="7770" h="6723" extrusionOk="0">
                  <a:moveTo>
                    <a:pt x="4966" y="1"/>
                  </a:moveTo>
                  <a:cubicBezTo>
                    <a:pt x="4591" y="1"/>
                    <a:pt x="4204" y="50"/>
                    <a:pt x="3837" y="160"/>
                  </a:cubicBezTo>
                  <a:cubicBezTo>
                    <a:pt x="3103" y="360"/>
                    <a:pt x="2569" y="827"/>
                    <a:pt x="2169" y="1228"/>
                  </a:cubicBezTo>
                  <a:cubicBezTo>
                    <a:pt x="1335" y="2128"/>
                    <a:pt x="734" y="3496"/>
                    <a:pt x="434" y="4630"/>
                  </a:cubicBezTo>
                  <a:cubicBezTo>
                    <a:pt x="267" y="5197"/>
                    <a:pt x="201" y="5664"/>
                    <a:pt x="101" y="6031"/>
                  </a:cubicBezTo>
                  <a:cubicBezTo>
                    <a:pt x="34" y="6398"/>
                    <a:pt x="1" y="6632"/>
                    <a:pt x="1" y="6632"/>
                  </a:cubicBezTo>
                  <a:cubicBezTo>
                    <a:pt x="1" y="6671"/>
                    <a:pt x="95" y="6723"/>
                    <a:pt x="207" y="6723"/>
                  </a:cubicBezTo>
                  <a:cubicBezTo>
                    <a:pt x="283" y="6723"/>
                    <a:pt x="367" y="6699"/>
                    <a:pt x="434" y="6632"/>
                  </a:cubicBezTo>
                  <a:cubicBezTo>
                    <a:pt x="434" y="6632"/>
                    <a:pt x="668" y="5798"/>
                    <a:pt x="1035" y="4730"/>
                  </a:cubicBezTo>
                  <a:cubicBezTo>
                    <a:pt x="1402" y="3696"/>
                    <a:pt x="2035" y="2462"/>
                    <a:pt x="2736" y="1695"/>
                  </a:cubicBezTo>
                  <a:cubicBezTo>
                    <a:pt x="3069" y="1328"/>
                    <a:pt x="3536" y="961"/>
                    <a:pt x="4070" y="727"/>
                  </a:cubicBezTo>
                  <a:cubicBezTo>
                    <a:pt x="4383" y="610"/>
                    <a:pt x="4718" y="562"/>
                    <a:pt x="5050" y="562"/>
                  </a:cubicBezTo>
                  <a:cubicBezTo>
                    <a:pt x="5284" y="562"/>
                    <a:pt x="5517" y="586"/>
                    <a:pt x="5738" y="627"/>
                  </a:cubicBezTo>
                  <a:cubicBezTo>
                    <a:pt x="6238" y="727"/>
                    <a:pt x="6705" y="894"/>
                    <a:pt x="7039" y="1028"/>
                  </a:cubicBezTo>
                  <a:cubicBezTo>
                    <a:pt x="7206" y="1061"/>
                    <a:pt x="7339" y="1161"/>
                    <a:pt x="7406" y="1194"/>
                  </a:cubicBezTo>
                  <a:cubicBezTo>
                    <a:pt x="7506" y="1228"/>
                    <a:pt x="7539" y="1294"/>
                    <a:pt x="7539" y="1294"/>
                  </a:cubicBezTo>
                  <a:cubicBezTo>
                    <a:pt x="7543" y="1296"/>
                    <a:pt x="7546" y="1297"/>
                    <a:pt x="7550" y="1297"/>
                  </a:cubicBezTo>
                  <a:cubicBezTo>
                    <a:pt x="7623" y="1297"/>
                    <a:pt x="7769" y="1022"/>
                    <a:pt x="7706" y="928"/>
                  </a:cubicBezTo>
                  <a:cubicBezTo>
                    <a:pt x="7706" y="928"/>
                    <a:pt x="7673" y="894"/>
                    <a:pt x="7573" y="861"/>
                  </a:cubicBezTo>
                  <a:cubicBezTo>
                    <a:pt x="7506" y="827"/>
                    <a:pt x="7372" y="727"/>
                    <a:pt x="7206" y="661"/>
                  </a:cubicBezTo>
                  <a:cubicBezTo>
                    <a:pt x="6905" y="494"/>
                    <a:pt x="6405" y="260"/>
                    <a:pt x="5838" y="94"/>
                  </a:cubicBezTo>
                  <a:cubicBezTo>
                    <a:pt x="5568" y="34"/>
                    <a:pt x="5271" y="1"/>
                    <a:pt x="49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4743" name="Google Shape;4743;p38"/>
          <p:cNvGrpSpPr/>
          <p:nvPr/>
        </p:nvGrpSpPr>
        <p:grpSpPr>
          <a:xfrm>
            <a:off x="713225" y="1149700"/>
            <a:ext cx="387650" cy="242225"/>
            <a:chOff x="1485625" y="4169650"/>
            <a:chExt cx="387650" cy="242225"/>
          </a:xfrm>
        </p:grpSpPr>
        <p:sp>
          <p:nvSpPr>
            <p:cNvPr id="4744" name="Google Shape;4744;p38"/>
            <p:cNvSpPr/>
            <p:nvPr/>
          </p:nvSpPr>
          <p:spPr>
            <a:xfrm>
              <a:off x="1517550" y="4169650"/>
              <a:ext cx="272025" cy="177875"/>
            </a:xfrm>
            <a:custGeom>
              <a:avLst/>
              <a:gdLst/>
              <a:ahLst/>
              <a:cxnLst/>
              <a:rect l="l" t="t" r="r" b="b"/>
              <a:pathLst>
                <a:path w="10881" h="7115" extrusionOk="0">
                  <a:moveTo>
                    <a:pt x="4583" y="6655"/>
                  </a:moveTo>
                  <a:cubicBezTo>
                    <a:pt x="4478" y="6362"/>
                    <a:pt x="4520" y="6069"/>
                    <a:pt x="4373" y="5839"/>
                  </a:cubicBezTo>
                  <a:cubicBezTo>
                    <a:pt x="4352" y="5818"/>
                    <a:pt x="4352" y="5797"/>
                    <a:pt x="4352" y="5755"/>
                  </a:cubicBezTo>
                  <a:cubicBezTo>
                    <a:pt x="4311" y="5336"/>
                    <a:pt x="4290" y="4897"/>
                    <a:pt x="4269" y="4479"/>
                  </a:cubicBezTo>
                  <a:cubicBezTo>
                    <a:pt x="4394" y="4269"/>
                    <a:pt x="4269" y="4165"/>
                    <a:pt x="4101" y="4060"/>
                  </a:cubicBezTo>
                  <a:cubicBezTo>
                    <a:pt x="4059" y="4018"/>
                    <a:pt x="3976" y="3976"/>
                    <a:pt x="3892" y="3955"/>
                  </a:cubicBezTo>
                  <a:cubicBezTo>
                    <a:pt x="3515" y="3809"/>
                    <a:pt x="3097" y="3663"/>
                    <a:pt x="2699" y="3516"/>
                  </a:cubicBezTo>
                  <a:cubicBezTo>
                    <a:pt x="2323" y="3391"/>
                    <a:pt x="1946" y="3411"/>
                    <a:pt x="1570" y="3453"/>
                  </a:cubicBezTo>
                  <a:cubicBezTo>
                    <a:pt x="1381" y="3495"/>
                    <a:pt x="1235" y="3537"/>
                    <a:pt x="1046" y="3558"/>
                  </a:cubicBezTo>
                  <a:cubicBezTo>
                    <a:pt x="795" y="3621"/>
                    <a:pt x="586" y="3725"/>
                    <a:pt x="440" y="3955"/>
                  </a:cubicBezTo>
                  <a:cubicBezTo>
                    <a:pt x="419" y="4018"/>
                    <a:pt x="314" y="4039"/>
                    <a:pt x="272" y="4039"/>
                  </a:cubicBezTo>
                  <a:cubicBezTo>
                    <a:pt x="168" y="4039"/>
                    <a:pt x="84" y="3955"/>
                    <a:pt x="63" y="3851"/>
                  </a:cubicBezTo>
                  <a:cubicBezTo>
                    <a:pt x="21" y="3788"/>
                    <a:pt x="0" y="3746"/>
                    <a:pt x="21" y="3725"/>
                  </a:cubicBezTo>
                  <a:cubicBezTo>
                    <a:pt x="105" y="3307"/>
                    <a:pt x="189" y="2847"/>
                    <a:pt x="440" y="2491"/>
                  </a:cubicBezTo>
                  <a:cubicBezTo>
                    <a:pt x="628" y="2261"/>
                    <a:pt x="816" y="2010"/>
                    <a:pt x="1067" y="1884"/>
                  </a:cubicBezTo>
                  <a:cubicBezTo>
                    <a:pt x="1444" y="1696"/>
                    <a:pt x="1737" y="1424"/>
                    <a:pt x="2093" y="1256"/>
                  </a:cubicBezTo>
                  <a:cubicBezTo>
                    <a:pt x="2678" y="1005"/>
                    <a:pt x="3222" y="1005"/>
                    <a:pt x="3787" y="1173"/>
                  </a:cubicBezTo>
                  <a:cubicBezTo>
                    <a:pt x="3934" y="1235"/>
                    <a:pt x="4080" y="1277"/>
                    <a:pt x="4206" y="1340"/>
                  </a:cubicBezTo>
                  <a:cubicBezTo>
                    <a:pt x="4603" y="1466"/>
                    <a:pt x="4938" y="1675"/>
                    <a:pt x="5189" y="2030"/>
                  </a:cubicBezTo>
                  <a:cubicBezTo>
                    <a:pt x="5252" y="2156"/>
                    <a:pt x="5357" y="2219"/>
                    <a:pt x="5545" y="2302"/>
                  </a:cubicBezTo>
                  <a:cubicBezTo>
                    <a:pt x="5838" y="1675"/>
                    <a:pt x="6277" y="1214"/>
                    <a:pt x="6780" y="733"/>
                  </a:cubicBezTo>
                  <a:cubicBezTo>
                    <a:pt x="7282" y="273"/>
                    <a:pt x="7909" y="106"/>
                    <a:pt x="8579" y="43"/>
                  </a:cubicBezTo>
                  <a:cubicBezTo>
                    <a:pt x="8893" y="1"/>
                    <a:pt x="9186" y="64"/>
                    <a:pt x="9437" y="231"/>
                  </a:cubicBezTo>
                  <a:lnTo>
                    <a:pt x="10316" y="712"/>
                  </a:lnTo>
                  <a:cubicBezTo>
                    <a:pt x="10525" y="817"/>
                    <a:pt x="10692" y="942"/>
                    <a:pt x="10797" y="1131"/>
                  </a:cubicBezTo>
                  <a:cubicBezTo>
                    <a:pt x="10881" y="1235"/>
                    <a:pt x="10839" y="1466"/>
                    <a:pt x="10692" y="1528"/>
                  </a:cubicBezTo>
                  <a:cubicBezTo>
                    <a:pt x="10462" y="1591"/>
                    <a:pt x="10211" y="1654"/>
                    <a:pt x="9960" y="1696"/>
                  </a:cubicBezTo>
                  <a:cubicBezTo>
                    <a:pt x="9541" y="1800"/>
                    <a:pt x="9123" y="1884"/>
                    <a:pt x="8746" y="2093"/>
                  </a:cubicBezTo>
                  <a:cubicBezTo>
                    <a:pt x="8600" y="2177"/>
                    <a:pt x="8495" y="2282"/>
                    <a:pt x="8579" y="2470"/>
                  </a:cubicBezTo>
                  <a:cubicBezTo>
                    <a:pt x="8600" y="2512"/>
                    <a:pt x="8558" y="2616"/>
                    <a:pt x="8495" y="2658"/>
                  </a:cubicBezTo>
                  <a:cubicBezTo>
                    <a:pt x="7868" y="3077"/>
                    <a:pt x="7951" y="3181"/>
                    <a:pt x="7909" y="3872"/>
                  </a:cubicBezTo>
                  <a:cubicBezTo>
                    <a:pt x="7868" y="4332"/>
                    <a:pt x="7909" y="4751"/>
                    <a:pt x="8119" y="5169"/>
                  </a:cubicBezTo>
                  <a:cubicBezTo>
                    <a:pt x="8181" y="5315"/>
                    <a:pt x="8181" y="5483"/>
                    <a:pt x="8265" y="5629"/>
                  </a:cubicBezTo>
                  <a:cubicBezTo>
                    <a:pt x="8286" y="5713"/>
                    <a:pt x="8370" y="5797"/>
                    <a:pt x="8495" y="5755"/>
                  </a:cubicBezTo>
                  <a:cubicBezTo>
                    <a:pt x="8663" y="5755"/>
                    <a:pt x="8746" y="5922"/>
                    <a:pt x="8663" y="6048"/>
                  </a:cubicBezTo>
                  <a:cubicBezTo>
                    <a:pt x="8495" y="6278"/>
                    <a:pt x="8286" y="6445"/>
                    <a:pt x="8056" y="6592"/>
                  </a:cubicBezTo>
                  <a:cubicBezTo>
                    <a:pt x="7637" y="6843"/>
                    <a:pt x="7198" y="6989"/>
                    <a:pt x="6696" y="7052"/>
                  </a:cubicBezTo>
                  <a:cubicBezTo>
                    <a:pt x="5943" y="7115"/>
                    <a:pt x="5252" y="6968"/>
                    <a:pt x="4583" y="6655"/>
                  </a:cubicBezTo>
                  <a:close/>
                  <a:moveTo>
                    <a:pt x="4373" y="2407"/>
                  </a:moveTo>
                  <a:cubicBezTo>
                    <a:pt x="4352" y="2386"/>
                    <a:pt x="4352" y="2344"/>
                    <a:pt x="4311" y="2302"/>
                  </a:cubicBezTo>
                  <a:lnTo>
                    <a:pt x="4269" y="2302"/>
                  </a:lnTo>
                  <a:cubicBezTo>
                    <a:pt x="4269" y="2407"/>
                    <a:pt x="4331" y="2386"/>
                    <a:pt x="4373" y="2407"/>
                  </a:cubicBezTo>
                  <a:cubicBezTo>
                    <a:pt x="4457" y="2470"/>
                    <a:pt x="4520" y="2512"/>
                    <a:pt x="4603" y="2595"/>
                  </a:cubicBezTo>
                  <a:cubicBezTo>
                    <a:pt x="4624" y="2616"/>
                    <a:pt x="4666" y="2616"/>
                    <a:pt x="4687" y="2616"/>
                  </a:cubicBezTo>
                  <a:cubicBezTo>
                    <a:pt x="4729" y="2595"/>
                    <a:pt x="4729" y="2554"/>
                    <a:pt x="4666" y="2512"/>
                  </a:cubicBezTo>
                  <a:cubicBezTo>
                    <a:pt x="4562" y="2470"/>
                    <a:pt x="4478" y="2449"/>
                    <a:pt x="4373" y="2407"/>
                  </a:cubicBezTo>
                  <a:close/>
                  <a:moveTo>
                    <a:pt x="4080" y="1842"/>
                  </a:moveTo>
                  <a:cubicBezTo>
                    <a:pt x="4018" y="1675"/>
                    <a:pt x="3892" y="1696"/>
                    <a:pt x="3767" y="1675"/>
                  </a:cubicBezTo>
                  <a:cubicBezTo>
                    <a:pt x="3243" y="1152"/>
                    <a:pt x="2197" y="1382"/>
                    <a:pt x="1988" y="1947"/>
                  </a:cubicBezTo>
                  <a:cubicBezTo>
                    <a:pt x="2281" y="1947"/>
                    <a:pt x="2532" y="1947"/>
                    <a:pt x="2825" y="1968"/>
                  </a:cubicBezTo>
                  <a:cubicBezTo>
                    <a:pt x="3097" y="1989"/>
                    <a:pt x="3348" y="2030"/>
                    <a:pt x="3641" y="2072"/>
                  </a:cubicBezTo>
                  <a:cubicBezTo>
                    <a:pt x="3515" y="1968"/>
                    <a:pt x="3369" y="1884"/>
                    <a:pt x="3243" y="1842"/>
                  </a:cubicBezTo>
                  <a:cubicBezTo>
                    <a:pt x="3139" y="1779"/>
                    <a:pt x="3013" y="1779"/>
                    <a:pt x="2888" y="1738"/>
                  </a:cubicBezTo>
                  <a:cubicBezTo>
                    <a:pt x="2825" y="1696"/>
                    <a:pt x="2741" y="1675"/>
                    <a:pt x="2825" y="1570"/>
                  </a:cubicBezTo>
                  <a:cubicBezTo>
                    <a:pt x="3139" y="1612"/>
                    <a:pt x="3453" y="1633"/>
                    <a:pt x="3787" y="1675"/>
                  </a:cubicBezTo>
                  <a:cubicBezTo>
                    <a:pt x="3808" y="1821"/>
                    <a:pt x="3976" y="1821"/>
                    <a:pt x="4080" y="1842"/>
                  </a:cubicBezTo>
                  <a:cubicBezTo>
                    <a:pt x="4185" y="1968"/>
                    <a:pt x="4331" y="1989"/>
                    <a:pt x="4520" y="2051"/>
                  </a:cubicBezTo>
                  <a:cubicBezTo>
                    <a:pt x="4415" y="1821"/>
                    <a:pt x="4248" y="1842"/>
                    <a:pt x="4080" y="1842"/>
                  </a:cubicBezTo>
                  <a:close/>
                  <a:moveTo>
                    <a:pt x="3327" y="3244"/>
                  </a:moveTo>
                  <a:cubicBezTo>
                    <a:pt x="3264" y="3244"/>
                    <a:pt x="3264" y="3181"/>
                    <a:pt x="3222" y="3223"/>
                  </a:cubicBezTo>
                  <a:cubicBezTo>
                    <a:pt x="3243" y="3244"/>
                    <a:pt x="3306" y="3244"/>
                    <a:pt x="3327" y="3244"/>
                  </a:cubicBezTo>
                  <a:cubicBezTo>
                    <a:pt x="3348" y="3349"/>
                    <a:pt x="3453" y="3391"/>
                    <a:pt x="3557" y="3411"/>
                  </a:cubicBezTo>
                  <a:cubicBezTo>
                    <a:pt x="4059" y="3537"/>
                    <a:pt x="4478" y="3809"/>
                    <a:pt x="4855" y="4123"/>
                  </a:cubicBezTo>
                  <a:cubicBezTo>
                    <a:pt x="4938" y="4165"/>
                    <a:pt x="5022" y="4227"/>
                    <a:pt x="5106" y="4248"/>
                  </a:cubicBezTo>
                  <a:cubicBezTo>
                    <a:pt x="5210" y="4186"/>
                    <a:pt x="5294" y="4165"/>
                    <a:pt x="5357" y="4144"/>
                  </a:cubicBezTo>
                  <a:cubicBezTo>
                    <a:pt x="5524" y="4081"/>
                    <a:pt x="5566" y="4353"/>
                    <a:pt x="5754" y="4248"/>
                  </a:cubicBezTo>
                  <a:cubicBezTo>
                    <a:pt x="5775" y="3976"/>
                    <a:pt x="5629" y="3809"/>
                    <a:pt x="5440" y="3621"/>
                  </a:cubicBezTo>
                  <a:cubicBezTo>
                    <a:pt x="5001" y="3139"/>
                    <a:pt x="4457" y="2784"/>
                    <a:pt x="3871" y="2491"/>
                  </a:cubicBezTo>
                  <a:cubicBezTo>
                    <a:pt x="3620" y="2365"/>
                    <a:pt x="3327" y="2282"/>
                    <a:pt x="3013" y="2261"/>
                  </a:cubicBezTo>
                  <a:cubicBezTo>
                    <a:pt x="2637" y="2261"/>
                    <a:pt x="2302" y="2240"/>
                    <a:pt x="1946" y="2261"/>
                  </a:cubicBezTo>
                  <a:cubicBezTo>
                    <a:pt x="1590" y="2261"/>
                    <a:pt x="1277" y="2386"/>
                    <a:pt x="1046" y="2595"/>
                  </a:cubicBezTo>
                  <a:cubicBezTo>
                    <a:pt x="963" y="2658"/>
                    <a:pt x="942" y="2763"/>
                    <a:pt x="921" y="2826"/>
                  </a:cubicBezTo>
                  <a:cubicBezTo>
                    <a:pt x="900" y="2909"/>
                    <a:pt x="1005" y="3035"/>
                    <a:pt x="1067" y="3035"/>
                  </a:cubicBezTo>
                  <a:cubicBezTo>
                    <a:pt x="1318" y="2993"/>
                    <a:pt x="1528" y="2972"/>
                    <a:pt x="1758" y="2909"/>
                  </a:cubicBezTo>
                  <a:cubicBezTo>
                    <a:pt x="2741" y="2700"/>
                    <a:pt x="3662" y="2909"/>
                    <a:pt x="4562" y="3307"/>
                  </a:cubicBezTo>
                  <a:cubicBezTo>
                    <a:pt x="4938" y="3495"/>
                    <a:pt x="5252" y="3746"/>
                    <a:pt x="5399" y="4165"/>
                  </a:cubicBezTo>
                  <a:cubicBezTo>
                    <a:pt x="5189" y="4165"/>
                    <a:pt x="5085" y="4018"/>
                    <a:pt x="4938" y="3914"/>
                  </a:cubicBezTo>
                  <a:cubicBezTo>
                    <a:pt x="4457" y="3516"/>
                    <a:pt x="3934" y="3307"/>
                    <a:pt x="3327" y="3244"/>
                  </a:cubicBezTo>
                  <a:close/>
                  <a:moveTo>
                    <a:pt x="6424" y="2993"/>
                  </a:moveTo>
                  <a:cubicBezTo>
                    <a:pt x="6508" y="2930"/>
                    <a:pt x="6591" y="2909"/>
                    <a:pt x="6612" y="2867"/>
                  </a:cubicBezTo>
                  <a:cubicBezTo>
                    <a:pt x="6780" y="2700"/>
                    <a:pt x="6905" y="2512"/>
                    <a:pt x="7031" y="2344"/>
                  </a:cubicBezTo>
                  <a:cubicBezTo>
                    <a:pt x="7554" y="1675"/>
                    <a:pt x="8244" y="1256"/>
                    <a:pt x="9102" y="1110"/>
                  </a:cubicBezTo>
                  <a:cubicBezTo>
                    <a:pt x="9186" y="1089"/>
                    <a:pt x="9311" y="1131"/>
                    <a:pt x="9374" y="984"/>
                  </a:cubicBezTo>
                  <a:cubicBezTo>
                    <a:pt x="9081" y="984"/>
                    <a:pt x="8788" y="942"/>
                    <a:pt x="8537" y="942"/>
                  </a:cubicBezTo>
                  <a:cubicBezTo>
                    <a:pt x="8391" y="942"/>
                    <a:pt x="8286" y="984"/>
                    <a:pt x="8160" y="1047"/>
                  </a:cubicBezTo>
                  <a:cubicBezTo>
                    <a:pt x="8056" y="1131"/>
                    <a:pt x="7951" y="1173"/>
                    <a:pt x="7826" y="1235"/>
                  </a:cubicBezTo>
                  <a:cubicBezTo>
                    <a:pt x="7428" y="1403"/>
                    <a:pt x="7093" y="1654"/>
                    <a:pt x="6759" y="1926"/>
                  </a:cubicBezTo>
                  <a:cubicBezTo>
                    <a:pt x="6466" y="2198"/>
                    <a:pt x="6298" y="2554"/>
                    <a:pt x="6424" y="2993"/>
                  </a:cubicBezTo>
                  <a:close/>
                  <a:moveTo>
                    <a:pt x="7993" y="2177"/>
                  </a:moveTo>
                  <a:cubicBezTo>
                    <a:pt x="7616" y="2302"/>
                    <a:pt x="7324" y="2554"/>
                    <a:pt x="7093" y="2826"/>
                  </a:cubicBezTo>
                  <a:cubicBezTo>
                    <a:pt x="6884" y="3077"/>
                    <a:pt x="6717" y="3349"/>
                    <a:pt x="6675" y="3663"/>
                  </a:cubicBezTo>
                  <a:cubicBezTo>
                    <a:pt x="6675" y="3746"/>
                    <a:pt x="6696" y="3830"/>
                    <a:pt x="6780" y="3830"/>
                  </a:cubicBezTo>
                  <a:cubicBezTo>
                    <a:pt x="6821" y="3830"/>
                    <a:pt x="6968" y="3830"/>
                    <a:pt x="6989" y="3767"/>
                  </a:cubicBezTo>
                  <a:cubicBezTo>
                    <a:pt x="7324" y="3244"/>
                    <a:pt x="7658" y="2700"/>
                    <a:pt x="7993" y="2177"/>
                  </a:cubicBezTo>
                  <a:close/>
                  <a:moveTo>
                    <a:pt x="9081" y="629"/>
                  </a:moveTo>
                  <a:cubicBezTo>
                    <a:pt x="9060" y="587"/>
                    <a:pt x="9060" y="524"/>
                    <a:pt x="9018" y="524"/>
                  </a:cubicBezTo>
                  <a:cubicBezTo>
                    <a:pt x="8851" y="419"/>
                    <a:pt x="8642" y="398"/>
                    <a:pt x="8453" y="461"/>
                  </a:cubicBezTo>
                  <a:cubicBezTo>
                    <a:pt x="8140" y="524"/>
                    <a:pt x="7826" y="608"/>
                    <a:pt x="7512" y="733"/>
                  </a:cubicBezTo>
                  <a:cubicBezTo>
                    <a:pt x="7177" y="880"/>
                    <a:pt x="6926" y="1131"/>
                    <a:pt x="6717" y="1466"/>
                  </a:cubicBezTo>
                  <a:cubicBezTo>
                    <a:pt x="6905" y="1361"/>
                    <a:pt x="7093" y="1298"/>
                    <a:pt x="7282" y="1214"/>
                  </a:cubicBezTo>
                  <a:cubicBezTo>
                    <a:pt x="7554" y="1047"/>
                    <a:pt x="7826" y="838"/>
                    <a:pt x="8119" y="733"/>
                  </a:cubicBezTo>
                  <a:cubicBezTo>
                    <a:pt x="8432" y="629"/>
                    <a:pt x="8767" y="650"/>
                    <a:pt x="9081" y="629"/>
                  </a:cubicBezTo>
                  <a:close/>
                  <a:moveTo>
                    <a:pt x="7135" y="5399"/>
                  </a:moveTo>
                  <a:cubicBezTo>
                    <a:pt x="7010" y="5441"/>
                    <a:pt x="6947" y="5546"/>
                    <a:pt x="6947" y="5692"/>
                  </a:cubicBezTo>
                  <a:cubicBezTo>
                    <a:pt x="6989" y="5964"/>
                    <a:pt x="7031" y="6257"/>
                    <a:pt x="7093" y="6571"/>
                  </a:cubicBezTo>
                  <a:cubicBezTo>
                    <a:pt x="7344" y="6466"/>
                    <a:pt x="7554" y="6383"/>
                    <a:pt x="7742" y="6215"/>
                  </a:cubicBezTo>
                  <a:cubicBezTo>
                    <a:pt x="7721" y="5818"/>
                    <a:pt x="7470" y="5588"/>
                    <a:pt x="7135" y="5399"/>
                  </a:cubicBezTo>
                  <a:close/>
                  <a:moveTo>
                    <a:pt x="6466" y="6341"/>
                  </a:moveTo>
                  <a:cubicBezTo>
                    <a:pt x="6466" y="6132"/>
                    <a:pt x="6487" y="5922"/>
                    <a:pt x="6487" y="5692"/>
                  </a:cubicBezTo>
                  <a:cubicBezTo>
                    <a:pt x="6487" y="5525"/>
                    <a:pt x="6361" y="5420"/>
                    <a:pt x="6236" y="5357"/>
                  </a:cubicBezTo>
                  <a:cubicBezTo>
                    <a:pt x="6068" y="5295"/>
                    <a:pt x="5943" y="5357"/>
                    <a:pt x="5859" y="5504"/>
                  </a:cubicBezTo>
                  <a:cubicBezTo>
                    <a:pt x="5943" y="5629"/>
                    <a:pt x="6005" y="5797"/>
                    <a:pt x="6110" y="5922"/>
                  </a:cubicBezTo>
                  <a:cubicBezTo>
                    <a:pt x="6236" y="6069"/>
                    <a:pt x="6194" y="6320"/>
                    <a:pt x="6466" y="6341"/>
                  </a:cubicBezTo>
                  <a:close/>
                  <a:moveTo>
                    <a:pt x="5336" y="5441"/>
                  </a:moveTo>
                  <a:cubicBezTo>
                    <a:pt x="5461" y="5378"/>
                    <a:pt x="5503" y="5274"/>
                    <a:pt x="5524" y="5127"/>
                  </a:cubicBezTo>
                  <a:cubicBezTo>
                    <a:pt x="5608" y="4939"/>
                    <a:pt x="5524" y="4813"/>
                    <a:pt x="5399" y="4688"/>
                  </a:cubicBezTo>
                  <a:cubicBezTo>
                    <a:pt x="5357" y="4667"/>
                    <a:pt x="5294" y="4667"/>
                    <a:pt x="5252" y="4667"/>
                  </a:cubicBezTo>
                  <a:cubicBezTo>
                    <a:pt x="5231" y="4667"/>
                    <a:pt x="5189" y="4709"/>
                    <a:pt x="5147" y="4771"/>
                  </a:cubicBezTo>
                  <a:cubicBezTo>
                    <a:pt x="5127" y="5023"/>
                    <a:pt x="5210" y="5232"/>
                    <a:pt x="5336" y="5441"/>
                  </a:cubicBezTo>
                  <a:close/>
                  <a:moveTo>
                    <a:pt x="6026" y="2930"/>
                  </a:moveTo>
                  <a:cubicBezTo>
                    <a:pt x="5817" y="3328"/>
                    <a:pt x="5817" y="3537"/>
                    <a:pt x="6026" y="3788"/>
                  </a:cubicBezTo>
                  <a:close/>
                  <a:moveTo>
                    <a:pt x="6884" y="4353"/>
                  </a:moveTo>
                  <a:cubicBezTo>
                    <a:pt x="6863" y="4290"/>
                    <a:pt x="6863" y="4248"/>
                    <a:pt x="6821" y="4227"/>
                  </a:cubicBezTo>
                  <a:cubicBezTo>
                    <a:pt x="6800" y="4186"/>
                    <a:pt x="6717" y="4186"/>
                    <a:pt x="6696" y="4227"/>
                  </a:cubicBezTo>
                  <a:cubicBezTo>
                    <a:pt x="6633" y="4248"/>
                    <a:pt x="6591" y="4311"/>
                    <a:pt x="6549" y="4374"/>
                  </a:cubicBezTo>
                  <a:cubicBezTo>
                    <a:pt x="6508" y="4437"/>
                    <a:pt x="6487" y="4541"/>
                    <a:pt x="6570" y="4562"/>
                  </a:cubicBezTo>
                  <a:cubicBezTo>
                    <a:pt x="6612" y="4583"/>
                    <a:pt x="6717" y="4583"/>
                    <a:pt x="6780" y="4541"/>
                  </a:cubicBezTo>
                  <a:cubicBezTo>
                    <a:pt x="6821" y="4479"/>
                    <a:pt x="6863" y="4395"/>
                    <a:pt x="6884" y="4353"/>
                  </a:cubicBezTo>
                  <a:close/>
                  <a:moveTo>
                    <a:pt x="6821" y="4918"/>
                  </a:moveTo>
                  <a:cubicBezTo>
                    <a:pt x="6717" y="4897"/>
                    <a:pt x="6633" y="4981"/>
                    <a:pt x="6633" y="5085"/>
                  </a:cubicBezTo>
                  <a:cubicBezTo>
                    <a:pt x="6633" y="5169"/>
                    <a:pt x="6717" y="5232"/>
                    <a:pt x="6780" y="5211"/>
                  </a:cubicBezTo>
                  <a:cubicBezTo>
                    <a:pt x="6842" y="5169"/>
                    <a:pt x="6926" y="5106"/>
                    <a:pt x="6926" y="5002"/>
                  </a:cubicBezTo>
                  <a:cubicBezTo>
                    <a:pt x="6905" y="4981"/>
                    <a:pt x="6863" y="4960"/>
                    <a:pt x="6821" y="4918"/>
                  </a:cubicBezTo>
                  <a:close/>
                  <a:moveTo>
                    <a:pt x="10232" y="1173"/>
                  </a:moveTo>
                  <a:cubicBezTo>
                    <a:pt x="10106" y="1131"/>
                    <a:pt x="10023" y="1089"/>
                    <a:pt x="9918" y="1026"/>
                  </a:cubicBezTo>
                  <a:cubicBezTo>
                    <a:pt x="9897" y="1026"/>
                    <a:pt x="9855" y="1026"/>
                    <a:pt x="9855" y="1047"/>
                  </a:cubicBezTo>
                  <a:cubicBezTo>
                    <a:pt x="9855" y="1047"/>
                    <a:pt x="9834" y="1089"/>
                    <a:pt x="9855" y="1110"/>
                  </a:cubicBezTo>
                  <a:cubicBezTo>
                    <a:pt x="9939" y="1173"/>
                    <a:pt x="10023" y="1298"/>
                    <a:pt x="10232" y="1173"/>
                  </a:cubicBezTo>
                  <a:close/>
                  <a:moveTo>
                    <a:pt x="6068" y="6634"/>
                  </a:moveTo>
                  <a:cubicBezTo>
                    <a:pt x="6047" y="6592"/>
                    <a:pt x="6026" y="6571"/>
                    <a:pt x="5963" y="6550"/>
                  </a:cubicBezTo>
                  <a:cubicBezTo>
                    <a:pt x="5963" y="6571"/>
                    <a:pt x="5943" y="6571"/>
                    <a:pt x="5943" y="6592"/>
                  </a:cubicBezTo>
                  <a:cubicBezTo>
                    <a:pt x="5943" y="6676"/>
                    <a:pt x="6026" y="6738"/>
                    <a:pt x="6068" y="6676"/>
                  </a:cubicBezTo>
                  <a:close/>
                  <a:moveTo>
                    <a:pt x="6236" y="4918"/>
                  </a:moveTo>
                  <a:cubicBezTo>
                    <a:pt x="6173" y="4918"/>
                    <a:pt x="6152" y="4960"/>
                    <a:pt x="6173" y="4981"/>
                  </a:cubicBezTo>
                  <a:lnTo>
                    <a:pt x="6236" y="4981"/>
                  </a:lnTo>
                  <a:cubicBezTo>
                    <a:pt x="6256" y="4960"/>
                    <a:pt x="6236" y="4918"/>
                    <a:pt x="6236" y="4918"/>
                  </a:cubicBezTo>
                  <a:close/>
                  <a:moveTo>
                    <a:pt x="8956" y="1466"/>
                  </a:moveTo>
                  <a:lnTo>
                    <a:pt x="8997" y="1507"/>
                  </a:lnTo>
                  <a:lnTo>
                    <a:pt x="8997" y="1466"/>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45" name="Google Shape;4745;p38"/>
            <p:cNvSpPr/>
            <p:nvPr/>
          </p:nvSpPr>
          <p:spPr>
            <a:xfrm>
              <a:off x="1577700" y="4361625"/>
              <a:ext cx="72200" cy="47100"/>
            </a:xfrm>
            <a:custGeom>
              <a:avLst/>
              <a:gdLst/>
              <a:ahLst/>
              <a:cxnLst/>
              <a:rect l="l" t="t" r="r" b="b"/>
              <a:pathLst>
                <a:path w="2888" h="1884" extrusionOk="0">
                  <a:moveTo>
                    <a:pt x="2888" y="1675"/>
                  </a:moveTo>
                  <a:cubicBezTo>
                    <a:pt x="2741" y="1821"/>
                    <a:pt x="2574" y="1842"/>
                    <a:pt x="2386" y="1842"/>
                  </a:cubicBezTo>
                  <a:cubicBezTo>
                    <a:pt x="1884" y="1884"/>
                    <a:pt x="1402" y="1800"/>
                    <a:pt x="963" y="1633"/>
                  </a:cubicBezTo>
                  <a:cubicBezTo>
                    <a:pt x="649" y="1528"/>
                    <a:pt x="398" y="1319"/>
                    <a:pt x="189" y="1068"/>
                  </a:cubicBezTo>
                  <a:cubicBezTo>
                    <a:pt x="0" y="838"/>
                    <a:pt x="0" y="566"/>
                    <a:pt x="210" y="357"/>
                  </a:cubicBezTo>
                  <a:cubicBezTo>
                    <a:pt x="419" y="147"/>
                    <a:pt x="691" y="1"/>
                    <a:pt x="1026" y="22"/>
                  </a:cubicBezTo>
                  <a:cubicBezTo>
                    <a:pt x="1130" y="22"/>
                    <a:pt x="1214" y="64"/>
                    <a:pt x="1172" y="126"/>
                  </a:cubicBezTo>
                  <a:cubicBezTo>
                    <a:pt x="1151" y="147"/>
                    <a:pt x="1130" y="231"/>
                    <a:pt x="1109" y="231"/>
                  </a:cubicBezTo>
                  <a:cubicBezTo>
                    <a:pt x="921" y="294"/>
                    <a:pt x="733" y="357"/>
                    <a:pt x="586" y="524"/>
                  </a:cubicBezTo>
                  <a:cubicBezTo>
                    <a:pt x="440" y="629"/>
                    <a:pt x="440" y="775"/>
                    <a:pt x="544" y="901"/>
                  </a:cubicBezTo>
                  <a:cubicBezTo>
                    <a:pt x="816" y="1194"/>
                    <a:pt x="1130" y="1361"/>
                    <a:pt x="1528" y="1424"/>
                  </a:cubicBezTo>
                  <a:cubicBezTo>
                    <a:pt x="1863" y="1507"/>
                    <a:pt x="2218" y="1570"/>
                    <a:pt x="2574" y="1612"/>
                  </a:cubicBezTo>
                  <a:cubicBezTo>
                    <a:pt x="2679" y="1633"/>
                    <a:pt x="2783" y="1633"/>
                    <a:pt x="2888" y="167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46" name="Google Shape;4746;p38"/>
            <p:cNvSpPr/>
            <p:nvPr/>
          </p:nvSpPr>
          <p:spPr>
            <a:xfrm>
              <a:off x="1485625" y="4348025"/>
              <a:ext cx="35075" cy="61225"/>
            </a:xfrm>
            <a:custGeom>
              <a:avLst/>
              <a:gdLst/>
              <a:ahLst/>
              <a:cxnLst/>
              <a:rect l="l" t="t" r="r" b="b"/>
              <a:pathLst>
                <a:path w="1403" h="2449" extrusionOk="0">
                  <a:moveTo>
                    <a:pt x="1277" y="2449"/>
                  </a:moveTo>
                  <a:cubicBezTo>
                    <a:pt x="984" y="2386"/>
                    <a:pt x="733" y="2323"/>
                    <a:pt x="503" y="2177"/>
                  </a:cubicBezTo>
                  <a:cubicBezTo>
                    <a:pt x="189" y="1968"/>
                    <a:pt x="1" y="1591"/>
                    <a:pt x="106" y="1235"/>
                  </a:cubicBezTo>
                  <a:cubicBezTo>
                    <a:pt x="294" y="670"/>
                    <a:pt x="629" y="189"/>
                    <a:pt x="1277" y="1"/>
                  </a:cubicBezTo>
                  <a:cubicBezTo>
                    <a:pt x="1298" y="1"/>
                    <a:pt x="1361" y="64"/>
                    <a:pt x="1403" y="85"/>
                  </a:cubicBezTo>
                  <a:cubicBezTo>
                    <a:pt x="1256" y="189"/>
                    <a:pt x="1131" y="294"/>
                    <a:pt x="984" y="398"/>
                  </a:cubicBezTo>
                  <a:cubicBezTo>
                    <a:pt x="712" y="587"/>
                    <a:pt x="545" y="880"/>
                    <a:pt x="440" y="1152"/>
                  </a:cubicBezTo>
                  <a:cubicBezTo>
                    <a:pt x="336" y="1424"/>
                    <a:pt x="336" y="1758"/>
                    <a:pt x="670" y="1989"/>
                  </a:cubicBezTo>
                  <a:cubicBezTo>
                    <a:pt x="880" y="2135"/>
                    <a:pt x="1068" y="2282"/>
                    <a:pt x="1277" y="244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47" name="Google Shape;4747;p38"/>
            <p:cNvSpPr/>
            <p:nvPr/>
          </p:nvSpPr>
          <p:spPr>
            <a:xfrm>
              <a:off x="1802100" y="4341750"/>
              <a:ext cx="20425" cy="34025"/>
            </a:xfrm>
            <a:custGeom>
              <a:avLst/>
              <a:gdLst/>
              <a:ahLst/>
              <a:cxnLst/>
              <a:rect l="l" t="t" r="r" b="b"/>
              <a:pathLst>
                <a:path w="817" h="1361" extrusionOk="0">
                  <a:moveTo>
                    <a:pt x="126" y="1361"/>
                  </a:moveTo>
                  <a:cubicBezTo>
                    <a:pt x="189" y="1235"/>
                    <a:pt x="189" y="1172"/>
                    <a:pt x="210" y="1152"/>
                  </a:cubicBezTo>
                  <a:cubicBezTo>
                    <a:pt x="315" y="1026"/>
                    <a:pt x="398" y="859"/>
                    <a:pt x="356" y="691"/>
                  </a:cubicBezTo>
                  <a:cubicBezTo>
                    <a:pt x="335" y="482"/>
                    <a:pt x="252" y="315"/>
                    <a:pt x="84" y="210"/>
                  </a:cubicBezTo>
                  <a:cubicBezTo>
                    <a:pt x="1" y="168"/>
                    <a:pt x="1" y="64"/>
                    <a:pt x="84" y="22"/>
                  </a:cubicBezTo>
                  <a:cubicBezTo>
                    <a:pt x="126" y="22"/>
                    <a:pt x="189" y="1"/>
                    <a:pt x="210" y="1"/>
                  </a:cubicBezTo>
                  <a:cubicBezTo>
                    <a:pt x="628" y="126"/>
                    <a:pt x="817" y="503"/>
                    <a:pt x="628" y="838"/>
                  </a:cubicBezTo>
                  <a:cubicBezTo>
                    <a:pt x="545" y="1068"/>
                    <a:pt x="440" y="1256"/>
                    <a:pt x="126" y="136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48" name="Google Shape;4748;p38"/>
            <p:cNvSpPr/>
            <p:nvPr/>
          </p:nvSpPr>
          <p:spPr>
            <a:xfrm>
              <a:off x="1856500" y="4355875"/>
              <a:ext cx="16775" cy="35075"/>
            </a:xfrm>
            <a:custGeom>
              <a:avLst/>
              <a:gdLst/>
              <a:ahLst/>
              <a:cxnLst/>
              <a:rect l="l" t="t" r="r" b="b"/>
              <a:pathLst>
                <a:path w="671" h="1403" extrusionOk="0">
                  <a:moveTo>
                    <a:pt x="670" y="817"/>
                  </a:moveTo>
                  <a:cubicBezTo>
                    <a:pt x="649" y="900"/>
                    <a:pt x="587" y="1026"/>
                    <a:pt x="482" y="1131"/>
                  </a:cubicBezTo>
                  <a:cubicBezTo>
                    <a:pt x="377" y="1235"/>
                    <a:pt x="252" y="1319"/>
                    <a:pt x="126" y="1382"/>
                  </a:cubicBezTo>
                  <a:cubicBezTo>
                    <a:pt x="105" y="1403"/>
                    <a:pt x="43" y="1340"/>
                    <a:pt x="1" y="1340"/>
                  </a:cubicBezTo>
                  <a:lnTo>
                    <a:pt x="1" y="1298"/>
                  </a:lnTo>
                  <a:cubicBezTo>
                    <a:pt x="43" y="1235"/>
                    <a:pt x="105" y="1193"/>
                    <a:pt x="126" y="1131"/>
                  </a:cubicBezTo>
                  <a:cubicBezTo>
                    <a:pt x="419" y="817"/>
                    <a:pt x="440" y="691"/>
                    <a:pt x="231" y="294"/>
                  </a:cubicBezTo>
                  <a:cubicBezTo>
                    <a:pt x="168" y="210"/>
                    <a:pt x="147" y="147"/>
                    <a:pt x="126" y="63"/>
                  </a:cubicBezTo>
                  <a:cubicBezTo>
                    <a:pt x="126" y="63"/>
                    <a:pt x="147" y="1"/>
                    <a:pt x="168" y="1"/>
                  </a:cubicBezTo>
                  <a:cubicBezTo>
                    <a:pt x="210" y="1"/>
                    <a:pt x="231" y="1"/>
                    <a:pt x="252" y="43"/>
                  </a:cubicBezTo>
                  <a:cubicBezTo>
                    <a:pt x="524" y="189"/>
                    <a:pt x="649" y="440"/>
                    <a:pt x="670" y="81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49" name="Google Shape;4749;p38"/>
            <p:cNvSpPr/>
            <p:nvPr/>
          </p:nvSpPr>
          <p:spPr>
            <a:xfrm>
              <a:off x="1745600" y="4352225"/>
              <a:ext cx="22000" cy="23025"/>
            </a:xfrm>
            <a:custGeom>
              <a:avLst/>
              <a:gdLst/>
              <a:ahLst/>
              <a:cxnLst/>
              <a:rect l="l" t="t" r="r" b="b"/>
              <a:pathLst>
                <a:path w="880" h="921" extrusionOk="0">
                  <a:moveTo>
                    <a:pt x="461" y="733"/>
                  </a:moveTo>
                  <a:cubicBezTo>
                    <a:pt x="503" y="607"/>
                    <a:pt x="482" y="502"/>
                    <a:pt x="378" y="419"/>
                  </a:cubicBezTo>
                  <a:cubicBezTo>
                    <a:pt x="273" y="314"/>
                    <a:pt x="147" y="230"/>
                    <a:pt x="43" y="126"/>
                  </a:cubicBezTo>
                  <a:cubicBezTo>
                    <a:pt x="1" y="105"/>
                    <a:pt x="1" y="21"/>
                    <a:pt x="43" y="21"/>
                  </a:cubicBezTo>
                  <a:cubicBezTo>
                    <a:pt x="64" y="0"/>
                    <a:pt x="147" y="0"/>
                    <a:pt x="168" y="0"/>
                  </a:cubicBezTo>
                  <a:cubicBezTo>
                    <a:pt x="357" y="84"/>
                    <a:pt x="524" y="189"/>
                    <a:pt x="691" y="293"/>
                  </a:cubicBezTo>
                  <a:cubicBezTo>
                    <a:pt x="880" y="419"/>
                    <a:pt x="880" y="670"/>
                    <a:pt x="671" y="837"/>
                  </a:cubicBezTo>
                  <a:cubicBezTo>
                    <a:pt x="629" y="858"/>
                    <a:pt x="587" y="900"/>
                    <a:pt x="524" y="900"/>
                  </a:cubicBezTo>
                  <a:cubicBezTo>
                    <a:pt x="461" y="921"/>
                    <a:pt x="461" y="858"/>
                    <a:pt x="461" y="73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50" name="Google Shape;4750;p38"/>
            <p:cNvSpPr/>
            <p:nvPr/>
          </p:nvSpPr>
          <p:spPr>
            <a:xfrm>
              <a:off x="1564100" y="4401400"/>
              <a:ext cx="11000" cy="7325"/>
            </a:xfrm>
            <a:custGeom>
              <a:avLst/>
              <a:gdLst/>
              <a:ahLst/>
              <a:cxnLst/>
              <a:rect l="l" t="t" r="r" b="b"/>
              <a:pathLst>
                <a:path w="440" h="293" extrusionOk="0">
                  <a:moveTo>
                    <a:pt x="0" y="0"/>
                  </a:moveTo>
                  <a:cubicBezTo>
                    <a:pt x="210" y="21"/>
                    <a:pt x="356" y="105"/>
                    <a:pt x="440" y="293"/>
                  </a:cubicBezTo>
                  <a:lnTo>
                    <a:pt x="440" y="251"/>
                  </a:lnTo>
                  <a:cubicBezTo>
                    <a:pt x="252" y="251"/>
                    <a:pt x="84" y="20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51" name="Google Shape;4751;p38"/>
            <p:cNvSpPr/>
            <p:nvPr/>
          </p:nvSpPr>
          <p:spPr>
            <a:xfrm>
              <a:off x="1554675" y="4396150"/>
              <a:ext cx="9975" cy="5775"/>
            </a:xfrm>
            <a:custGeom>
              <a:avLst/>
              <a:gdLst/>
              <a:ahLst/>
              <a:cxnLst/>
              <a:rect l="l" t="t" r="r" b="b"/>
              <a:pathLst>
                <a:path w="399" h="231" extrusionOk="0">
                  <a:moveTo>
                    <a:pt x="398" y="210"/>
                  </a:moveTo>
                  <a:cubicBezTo>
                    <a:pt x="273" y="231"/>
                    <a:pt x="168" y="189"/>
                    <a:pt x="64" y="105"/>
                  </a:cubicBezTo>
                  <a:cubicBezTo>
                    <a:pt x="1" y="43"/>
                    <a:pt x="1" y="22"/>
                    <a:pt x="64" y="1"/>
                  </a:cubicBezTo>
                  <a:lnTo>
                    <a:pt x="147" y="1"/>
                  </a:lnTo>
                  <a:cubicBezTo>
                    <a:pt x="210" y="22"/>
                    <a:pt x="357" y="85"/>
                    <a:pt x="398" y="2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52" name="Google Shape;4752;p38"/>
            <p:cNvSpPr/>
            <p:nvPr/>
          </p:nvSpPr>
          <p:spPr>
            <a:xfrm>
              <a:off x="1847100" y="4348025"/>
              <a:ext cx="5775" cy="3175"/>
            </a:xfrm>
            <a:custGeom>
              <a:avLst/>
              <a:gdLst/>
              <a:ahLst/>
              <a:cxnLst/>
              <a:rect l="l" t="t" r="r" b="b"/>
              <a:pathLst>
                <a:path w="231" h="127" extrusionOk="0">
                  <a:moveTo>
                    <a:pt x="230" y="64"/>
                  </a:moveTo>
                  <a:lnTo>
                    <a:pt x="188" y="126"/>
                  </a:lnTo>
                  <a:cubicBezTo>
                    <a:pt x="126" y="85"/>
                    <a:pt x="63" y="85"/>
                    <a:pt x="0" y="64"/>
                  </a:cubicBezTo>
                  <a:cubicBezTo>
                    <a:pt x="21" y="43"/>
                    <a:pt x="21" y="1"/>
                    <a:pt x="63" y="1"/>
                  </a:cubicBezTo>
                  <a:cubicBezTo>
                    <a:pt x="105" y="22"/>
                    <a:pt x="168" y="43"/>
                    <a:pt x="230" y="6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53" name="Google Shape;4753;p38"/>
            <p:cNvSpPr/>
            <p:nvPr/>
          </p:nvSpPr>
          <p:spPr>
            <a:xfrm>
              <a:off x="1517550" y="4409225"/>
              <a:ext cx="4725" cy="550"/>
            </a:xfrm>
            <a:custGeom>
              <a:avLst/>
              <a:gdLst/>
              <a:ahLst/>
              <a:cxnLst/>
              <a:rect l="l" t="t" r="r" b="b"/>
              <a:pathLst>
                <a:path w="189" h="22" extrusionOk="0">
                  <a:moveTo>
                    <a:pt x="0" y="1"/>
                  </a:moveTo>
                  <a:cubicBezTo>
                    <a:pt x="84" y="1"/>
                    <a:pt x="189" y="22"/>
                    <a:pt x="84" y="1"/>
                  </a:cubicBezTo>
                  <a:cubicBezTo>
                    <a:pt x="168" y="22"/>
                    <a:pt x="84"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54" name="Google Shape;4754;p38"/>
            <p:cNvSpPr/>
            <p:nvPr/>
          </p:nvSpPr>
          <p:spPr>
            <a:xfrm>
              <a:off x="1575600" y="4408200"/>
              <a:ext cx="7875" cy="3675"/>
            </a:xfrm>
            <a:custGeom>
              <a:avLst/>
              <a:gdLst/>
              <a:ahLst/>
              <a:cxnLst/>
              <a:rect l="l" t="t" r="r" b="b"/>
              <a:pathLst>
                <a:path w="315" h="147" extrusionOk="0">
                  <a:moveTo>
                    <a:pt x="315" y="147"/>
                  </a:moveTo>
                  <a:cubicBezTo>
                    <a:pt x="189" y="147"/>
                    <a:pt x="64" y="147"/>
                    <a:pt x="1" y="0"/>
                  </a:cubicBezTo>
                  <a:lnTo>
                    <a:pt x="1" y="42"/>
                  </a:lnTo>
                  <a:cubicBezTo>
                    <a:pt x="105" y="0"/>
                    <a:pt x="252" y="0"/>
                    <a:pt x="315" y="14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55" name="Google Shape;4755;p38"/>
            <p:cNvSpPr/>
            <p:nvPr/>
          </p:nvSpPr>
          <p:spPr>
            <a:xfrm>
              <a:off x="1545800" y="4385700"/>
              <a:ext cx="2625" cy="2625"/>
            </a:xfrm>
            <a:custGeom>
              <a:avLst/>
              <a:gdLst/>
              <a:ahLst/>
              <a:cxnLst/>
              <a:rect l="l" t="t" r="r" b="b"/>
              <a:pathLst>
                <a:path w="105" h="105" extrusionOk="0">
                  <a:moveTo>
                    <a:pt x="42" y="0"/>
                  </a:moveTo>
                  <a:cubicBezTo>
                    <a:pt x="84" y="0"/>
                    <a:pt x="105" y="21"/>
                    <a:pt x="105" y="21"/>
                  </a:cubicBezTo>
                  <a:cubicBezTo>
                    <a:pt x="105" y="42"/>
                    <a:pt x="105" y="84"/>
                    <a:pt x="84" y="84"/>
                  </a:cubicBezTo>
                  <a:cubicBezTo>
                    <a:pt x="21" y="105"/>
                    <a:pt x="0" y="42"/>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4759" name="Shape 4759"/>
        <p:cNvGrpSpPr/>
        <p:nvPr/>
      </p:nvGrpSpPr>
      <p:grpSpPr>
        <a:xfrm>
          <a:off x="0" y="0"/>
          <a:ext cx="0" cy="0"/>
          <a:chOff x="0" y="0"/>
          <a:chExt cx="0" cy="0"/>
        </a:xfrm>
      </p:grpSpPr>
      <p:sp>
        <p:nvSpPr>
          <p:cNvPr id="4760" name="Google Shape;4760;p39"/>
          <p:cNvSpPr txBox="1"/>
          <p:nvPr>
            <p:ph type="title"/>
          </p:nvPr>
        </p:nvSpPr>
        <p:spPr>
          <a:xfrm>
            <a:off x="2102200" y="443577"/>
            <a:ext cx="63285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GB"/>
              <a:t>D</a:t>
            </a:r>
            <a:r>
              <a:rPr lang="en-GB"/>
              <a:t>o you need longer text?&lt;</a:t>
            </a:r>
            <a:endParaRPr lang="en-GB"/>
          </a:p>
        </p:txBody>
      </p:sp>
      <p:sp>
        <p:nvSpPr>
          <p:cNvPr id="4761" name="Google Shape;4761;p39"/>
          <p:cNvSpPr txBox="1"/>
          <p:nvPr>
            <p:ph type="subTitle" idx="1"/>
          </p:nvPr>
        </p:nvSpPr>
        <p:spPr>
          <a:xfrm>
            <a:off x="2102200" y="3016275"/>
            <a:ext cx="5787900" cy="13113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GB"/>
              <a:t>Mercury takes a little more than 58 days to complete its rotation, so try to imagine how long days must be there! Since the temperatures are so extreme, albeit not quite as extreme as on Venus, Mercury has been deemed to be non-habitable for humans</a:t>
            </a:r>
            <a:endParaRPr lang="en-GB"/>
          </a:p>
        </p:txBody>
      </p:sp>
      <p:sp>
        <p:nvSpPr>
          <p:cNvPr id="4762" name="Google Shape;4762;p39"/>
          <p:cNvSpPr txBox="1"/>
          <p:nvPr>
            <p:ph type="subTitle" idx="2"/>
          </p:nvPr>
        </p:nvSpPr>
        <p:spPr>
          <a:xfrm>
            <a:off x="2102200" y="1500200"/>
            <a:ext cx="5787900" cy="1227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GB"/>
              <a:t>Mercury is the closest planet to the Sun and the smallest one in the entire Solar System. Contrary to popular belief, this planet's name has nothing to do with the liquid metal. Mercury was, instead, named after the famous Roman messenger god </a:t>
            </a:r>
            <a:r>
              <a:rPr lang="en-GB"/>
              <a:t>Mercurius</a:t>
            </a:r>
            <a:endParaRPr lang="en-GB"/>
          </a:p>
        </p:txBody>
      </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4766" name="Shape 4766"/>
        <p:cNvGrpSpPr/>
        <p:nvPr/>
      </p:nvGrpSpPr>
      <p:grpSpPr>
        <a:xfrm>
          <a:off x="0" y="0"/>
          <a:ext cx="0" cy="0"/>
          <a:chOff x="0" y="0"/>
          <a:chExt cx="0" cy="0"/>
        </a:xfrm>
      </p:grpSpPr>
      <p:sp>
        <p:nvSpPr>
          <p:cNvPr id="4767" name="Google Shape;4767;p40"/>
          <p:cNvSpPr txBox="1"/>
          <p:nvPr>
            <p:ph type="title"/>
          </p:nvPr>
        </p:nvSpPr>
        <p:spPr>
          <a:xfrm>
            <a:off x="720000" y="445025"/>
            <a:ext cx="77109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GB"/>
              <a:t>T</a:t>
            </a:r>
            <a:r>
              <a:rPr lang="en-GB"/>
              <a:t>he slide title goes here!</a:t>
            </a:r>
            <a:endParaRPr lang="en-GB"/>
          </a:p>
        </p:txBody>
      </p:sp>
      <p:sp>
        <p:nvSpPr>
          <p:cNvPr id="4768" name="Google Shape;4768;p40"/>
          <p:cNvSpPr txBox="1"/>
          <p:nvPr>
            <p:ph type="subTitle" idx="1"/>
          </p:nvPr>
        </p:nvSpPr>
        <p:spPr>
          <a:xfrm>
            <a:off x="713225" y="1281750"/>
            <a:ext cx="4294800" cy="22983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panose="020B0604020202020204"/>
              <a:buNone/>
            </a:pPr>
            <a:r>
              <a:rPr lang="en-GB"/>
              <a:t>Do you know what helps you make your point crystal clear? Lists like this one:</a:t>
            </a:r>
            <a:endParaRPr lang="en-GB"/>
          </a:p>
          <a:p>
            <a:pPr marL="457200" lvl="0" indent="-317500" algn="l" rtl="0">
              <a:spcBef>
                <a:spcPts val="1000"/>
              </a:spcBef>
              <a:spcAft>
                <a:spcPts val="0"/>
              </a:spcAft>
              <a:buSzPts val="1400"/>
              <a:buChar char="●"/>
            </a:pPr>
            <a:r>
              <a:rPr lang="en-GB"/>
              <a:t>They’re simple </a:t>
            </a:r>
            <a:endParaRPr lang="en-GB"/>
          </a:p>
          <a:p>
            <a:pPr marL="457200" lvl="0" indent="-317500" algn="l" rtl="0">
              <a:spcBef>
                <a:spcPts val="0"/>
              </a:spcBef>
              <a:spcAft>
                <a:spcPts val="0"/>
              </a:spcAft>
              <a:buSzPts val="1400"/>
              <a:buChar char="●"/>
            </a:pPr>
            <a:r>
              <a:rPr lang="en-GB"/>
              <a:t>You can organize your ideas clearly</a:t>
            </a:r>
            <a:endParaRPr lang="en-GB"/>
          </a:p>
          <a:p>
            <a:pPr marL="457200" lvl="0" indent="-317500" algn="l" rtl="0">
              <a:spcBef>
                <a:spcPts val="0"/>
              </a:spcBef>
              <a:spcAft>
                <a:spcPts val="0"/>
              </a:spcAft>
              <a:buSzPts val="1400"/>
              <a:buChar char="●"/>
            </a:pPr>
            <a:r>
              <a:rPr lang="en-GB"/>
              <a:t>You’ll never forget to buy milk!</a:t>
            </a:r>
            <a:endParaRPr lang="en-GB"/>
          </a:p>
          <a:p>
            <a:pPr marL="0" lvl="0" indent="0" algn="l" rtl="0">
              <a:spcBef>
                <a:spcPts val="1000"/>
              </a:spcBef>
              <a:spcAft>
                <a:spcPts val="0"/>
              </a:spcAft>
              <a:buNone/>
            </a:pPr>
            <a:r>
              <a:rPr lang="en-GB"/>
              <a:t>And the most important thing: the audience won’t miss the point of your presentation</a:t>
            </a:r>
            <a:endParaRPr lang="en-GB"/>
          </a:p>
        </p:txBody>
      </p:sp>
      <p:grpSp>
        <p:nvGrpSpPr>
          <p:cNvPr id="4769" name="Google Shape;4769;p40"/>
          <p:cNvGrpSpPr/>
          <p:nvPr/>
        </p:nvGrpSpPr>
        <p:grpSpPr>
          <a:xfrm>
            <a:off x="6059571" y="2616303"/>
            <a:ext cx="1477260" cy="1504254"/>
            <a:chOff x="2640400" y="1525700"/>
            <a:chExt cx="2217775" cy="2258300"/>
          </a:xfrm>
        </p:grpSpPr>
        <p:sp>
          <p:nvSpPr>
            <p:cNvPr id="4770" name="Google Shape;4770;p40"/>
            <p:cNvSpPr/>
            <p:nvPr/>
          </p:nvSpPr>
          <p:spPr>
            <a:xfrm>
              <a:off x="3928800" y="2485550"/>
              <a:ext cx="922350" cy="391775"/>
            </a:xfrm>
            <a:custGeom>
              <a:avLst/>
              <a:gdLst/>
              <a:ahLst/>
              <a:cxnLst/>
              <a:rect l="l" t="t" r="r" b="b"/>
              <a:pathLst>
                <a:path w="36894" h="15671" extrusionOk="0">
                  <a:moveTo>
                    <a:pt x="668" y="801"/>
                  </a:moveTo>
                  <a:cubicBezTo>
                    <a:pt x="701" y="801"/>
                    <a:pt x="735" y="801"/>
                    <a:pt x="835" y="835"/>
                  </a:cubicBezTo>
                  <a:cubicBezTo>
                    <a:pt x="1035" y="868"/>
                    <a:pt x="1268" y="935"/>
                    <a:pt x="1569" y="1001"/>
                  </a:cubicBezTo>
                  <a:cubicBezTo>
                    <a:pt x="2202" y="1168"/>
                    <a:pt x="2936" y="1335"/>
                    <a:pt x="3870" y="1535"/>
                  </a:cubicBezTo>
                  <a:cubicBezTo>
                    <a:pt x="5672" y="1969"/>
                    <a:pt x="8007" y="2469"/>
                    <a:pt x="10575" y="3036"/>
                  </a:cubicBezTo>
                  <a:cubicBezTo>
                    <a:pt x="15745" y="4170"/>
                    <a:pt x="22017" y="5538"/>
                    <a:pt x="27320" y="6705"/>
                  </a:cubicBezTo>
                  <a:cubicBezTo>
                    <a:pt x="28755" y="7006"/>
                    <a:pt x="30256" y="7339"/>
                    <a:pt x="31590" y="7639"/>
                  </a:cubicBezTo>
                  <a:cubicBezTo>
                    <a:pt x="31924" y="7706"/>
                    <a:pt x="32257" y="7773"/>
                    <a:pt x="32557" y="7840"/>
                  </a:cubicBezTo>
                  <a:lnTo>
                    <a:pt x="32691" y="7840"/>
                  </a:lnTo>
                  <a:cubicBezTo>
                    <a:pt x="16846" y="11509"/>
                    <a:pt x="1002" y="15145"/>
                    <a:pt x="1002" y="15145"/>
                  </a:cubicBezTo>
                  <a:cubicBezTo>
                    <a:pt x="762" y="15202"/>
                    <a:pt x="596" y="15279"/>
                    <a:pt x="501" y="15357"/>
                  </a:cubicBezTo>
                  <a:lnTo>
                    <a:pt x="501" y="15357"/>
                  </a:lnTo>
                  <a:cubicBezTo>
                    <a:pt x="542" y="15245"/>
                    <a:pt x="568" y="15085"/>
                    <a:pt x="568" y="14878"/>
                  </a:cubicBezTo>
                  <a:cubicBezTo>
                    <a:pt x="568" y="14878"/>
                    <a:pt x="601" y="11943"/>
                    <a:pt x="668" y="801"/>
                  </a:cubicBezTo>
                  <a:close/>
                  <a:moveTo>
                    <a:pt x="1" y="1"/>
                  </a:moveTo>
                  <a:lnTo>
                    <a:pt x="1" y="1"/>
                  </a:lnTo>
                  <a:cubicBezTo>
                    <a:pt x="68" y="11776"/>
                    <a:pt x="68" y="14878"/>
                    <a:pt x="68" y="14878"/>
                  </a:cubicBezTo>
                  <a:cubicBezTo>
                    <a:pt x="68" y="15328"/>
                    <a:pt x="193" y="15553"/>
                    <a:pt x="318" y="15553"/>
                  </a:cubicBezTo>
                  <a:cubicBezTo>
                    <a:pt x="346" y="15553"/>
                    <a:pt x="374" y="15542"/>
                    <a:pt x="401" y="15519"/>
                  </a:cubicBezTo>
                  <a:lnTo>
                    <a:pt x="401" y="15519"/>
                  </a:lnTo>
                  <a:cubicBezTo>
                    <a:pt x="406" y="15606"/>
                    <a:pt x="523" y="15670"/>
                    <a:pt x="739" y="15670"/>
                  </a:cubicBezTo>
                  <a:cubicBezTo>
                    <a:pt x="815" y="15670"/>
                    <a:pt x="902" y="15662"/>
                    <a:pt x="1002" y="15645"/>
                  </a:cubicBezTo>
                  <a:cubicBezTo>
                    <a:pt x="1002" y="15645"/>
                    <a:pt x="5238" y="14711"/>
                    <a:pt x="11576" y="13344"/>
                  </a:cubicBezTo>
                  <a:cubicBezTo>
                    <a:pt x="14745" y="12676"/>
                    <a:pt x="18481" y="11876"/>
                    <a:pt x="22417" y="11009"/>
                  </a:cubicBezTo>
                  <a:cubicBezTo>
                    <a:pt x="27054" y="10008"/>
                    <a:pt x="31990" y="8940"/>
                    <a:pt x="36894" y="7840"/>
                  </a:cubicBezTo>
                  <a:cubicBezTo>
                    <a:pt x="35226" y="7506"/>
                    <a:pt x="31156" y="6605"/>
                    <a:pt x="27487" y="5805"/>
                  </a:cubicBezTo>
                  <a:cubicBezTo>
                    <a:pt x="22183" y="4637"/>
                    <a:pt x="15912" y="3303"/>
                    <a:pt x="10709" y="2202"/>
                  </a:cubicBezTo>
                  <a:cubicBezTo>
                    <a:pt x="8073" y="1669"/>
                    <a:pt x="5738" y="1168"/>
                    <a:pt x="3970" y="801"/>
                  </a:cubicBezTo>
                  <a:cubicBezTo>
                    <a:pt x="1936" y="434"/>
                    <a:pt x="535" y="134"/>
                    <a:pt x="1"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71" name="Google Shape;4771;p40"/>
            <p:cNvSpPr/>
            <p:nvPr/>
          </p:nvSpPr>
          <p:spPr>
            <a:xfrm>
              <a:off x="4000525" y="2669025"/>
              <a:ext cx="794750" cy="25025"/>
            </a:xfrm>
            <a:custGeom>
              <a:avLst/>
              <a:gdLst/>
              <a:ahLst/>
              <a:cxnLst/>
              <a:rect l="l" t="t" r="r" b="b"/>
              <a:pathLst>
                <a:path w="31790" h="1001" extrusionOk="0">
                  <a:moveTo>
                    <a:pt x="15879" y="0"/>
                  </a:moveTo>
                  <a:cubicBezTo>
                    <a:pt x="9808" y="34"/>
                    <a:pt x="334" y="267"/>
                    <a:pt x="334" y="267"/>
                  </a:cubicBezTo>
                  <a:cubicBezTo>
                    <a:pt x="1" y="300"/>
                    <a:pt x="1" y="701"/>
                    <a:pt x="334" y="767"/>
                  </a:cubicBezTo>
                  <a:cubicBezTo>
                    <a:pt x="334" y="767"/>
                    <a:pt x="9808" y="1001"/>
                    <a:pt x="15879" y="1001"/>
                  </a:cubicBezTo>
                  <a:cubicBezTo>
                    <a:pt x="21983" y="1001"/>
                    <a:pt x="31456" y="767"/>
                    <a:pt x="31456" y="767"/>
                  </a:cubicBezTo>
                  <a:cubicBezTo>
                    <a:pt x="31790" y="767"/>
                    <a:pt x="31790" y="267"/>
                    <a:pt x="31456" y="267"/>
                  </a:cubicBezTo>
                  <a:cubicBezTo>
                    <a:pt x="31456" y="267"/>
                    <a:pt x="21983" y="0"/>
                    <a:pt x="15879"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72" name="Google Shape;4772;p40"/>
            <p:cNvSpPr/>
            <p:nvPr/>
          </p:nvSpPr>
          <p:spPr>
            <a:xfrm>
              <a:off x="3939200" y="2675125"/>
              <a:ext cx="201900" cy="198775"/>
            </a:xfrm>
            <a:custGeom>
              <a:avLst/>
              <a:gdLst/>
              <a:ahLst/>
              <a:cxnLst/>
              <a:rect l="l" t="t" r="r" b="b"/>
              <a:pathLst>
                <a:path w="8076" h="7951" extrusionOk="0">
                  <a:moveTo>
                    <a:pt x="7801" y="1"/>
                  </a:moveTo>
                  <a:cubicBezTo>
                    <a:pt x="7783" y="1"/>
                    <a:pt x="7768" y="8"/>
                    <a:pt x="7757" y="23"/>
                  </a:cubicBezTo>
                  <a:cubicBezTo>
                    <a:pt x="7757" y="23"/>
                    <a:pt x="5289" y="2225"/>
                    <a:pt x="3788" y="3726"/>
                  </a:cubicBezTo>
                  <a:cubicBezTo>
                    <a:pt x="2287" y="5227"/>
                    <a:pt x="85" y="7695"/>
                    <a:pt x="85" y="7695"/>
                  </a:cubicBezTo>
                  <a:cubicBezTo>
                    <a:pt x="1" y="7752"/>
                    <a:pt x="178" y="7951"/>
                    <a:pt x="275" y="7951"/>
                  </a:cubicBezTo>
                  <a:cubicBezTo>
                    <a:pt x="293" y="7951"/>
                    <a:pt x="308" y="7944"/>
                    <a:pt x="319" y="7929"/>
                  </a:cubicBezTo>
                  <a:cubicBezTo>
                    <a:pt x="319" y="7929"/>
                    <a:pt x="2787" y="5727"/>
                    <a:pt x="4288" y="4226"/>
                  </a:cubicBezTo>
                  <a:cubicBezTo>
                    <a:pt x="5789" y="2725"/>
                    <a:pt x="7991" y="257"/>
                    <a:pt x="7991" y="257"/>
                  </a:cubicBezTo>
                  <a:cubicBezTo>
                    <a:pt x="8075" y="200"/>
                    <a:pt x="7898" y="1"/>
                    <a:pt x="7801"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73" name="Google Shape;4773;p40"/>
            <p:cNvSpPr/>
            <p:nvPr/>
          </p:nvSpPr>
          <p:spPr>
            <a:xfrm>
              <a:off x="4037275" y="2683525"/>
              <a:ext cx="175700" cy="173250"/>
            </a:xfrm>
            <a:custGeom>
              <a:avLst/>
              <a:gdLst/>
              <a:ahLst/>
              <a:cxnLst/>
              <a:rect l="l" t="t" r="r" b="b"/>
              <a:pathLst>
                <a:path w="7028" h="6930" extrusionOk="0">
                  <a:moveTo>
                    <a:pt x="6742" y="0"/>
                  </a:moveTo>
                  <a:cubicBezTo>
                    <a:pt x="6726" y="0"/>
                    <a:pt x="6713" y="7"/>
                    <a:pt x="6703" y="21"/>
                  </a:cubicBezTo>
                  <a:cubicBezTo>
                    <a:pt x="6703" y="21"/>
                    <a:pt x="4568" y="1922"/>
                    <a:pt x="3234" y="3223"/>
                  </a:cubicBezTo>
                  <a:cubicBezTo>
                    <a:pt x="1966" y="4524"/>
                    <a:pt x="32" y="6692"/>
                    <a:pt x="32" y="6692"/>
                  </a:cubicBezTo>
                  <a:cubicBezTo>
                    <a:pt x="1" y="6754"/>
                    <a:pt x="169" y="6929"/>
                    <a:pt x="274" y="6929"/>
                  </a:cubicBezTo>
                  <a:cubicBezTo>
                    <a:pt x="283" y="6929"/>
                    <a:pt x="291" y="6928"/>
                    <a:pt x="299" y="6926"/>
                  </a:cubicBezTo>
                  <a:cubicBezTo>
                    <a:pt x="299" y="6926"/>
                    <a:pt x="2400" y="5024"/>
                    <a:pt x="3734" y="3723"/>
                  </a:cubicBezTo>
                  <a:cubicBezTo>
                    <a:pt x="5035" y="2422"/>
                    <a:pt x="6970" y="254"/>
                    <a:pt x="6970" y="254"/>
                  </a:cubicBezTo>
                  <a:cubicBezTo>
                    <a:pt x="7027" y="226"/>
                    <a:pt x="6839" y="0"/>
                    <a:pt x="6742"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74" name="Google Shape;4774;p40"/>
            <p:cNvSpPr/>
            <p:nvPr/>
          </p:nvSpPr>
          <p:spPr>
            <a:xfrm>
              <a:off x="4138200" y="2685625"/>
              <a:ext cx="149050" cy="146125"/>
            </a:xfrm>
            <a:custGeom>
              <a:avLst/>
              <a:gdLst/>
              <a:ahLst/>
              <a:cxnLst/>
              <a:rect l="l" t="t" r="r" b="b"/>
              <a:pathLst>
                <a:path w="5962" h="5845" extrusionOk="0">
                  <a:moveTo>
                    <a:pt x="5651" y="0"/>
                  </a:moveTo>
                  <a:cubicBezTo>
                    <a:pt x="5645" y="0"/>
                    <a:pt x="5639" y="1"/>
                    <a:pt x="5635" y="3"/>
                  </a:cubicBezTo>
                  <a:cubicBezTo>
                    <a:pt x="5635" y="3"/>
                    <a:pt x="3800" y="1605"/>
                    <a:pt x="2699" y="2672"/>
                  </a:cubicBezTo>
                  <a:cubicBezTo>
                    <a:pt x="1632" y="3773"/>
                    <a:pt x="31" y="5607"/>
                    <a:pt x="31" y="5607"/>
                  </a:cubicBezTo>
                  <a:cubicBezTo>
                    <a:pt x="0" y="5669"/>
                    <a:pt x="169" y="5845"/>
                    <a:pt x="273" y="5845"/>
                  </a:cubicBezTo>
                  <a:cubicBezTo>
                    <a:pt x="282" y="5845"/>
                    <a:pt x="290" y="5843"/>
                    <a:pt x="298" y="5841"/>
                  </a:cubicBezTo>
                  <a:cubicBezTo>
                    <a:pt x="298" y="5841"/>
                    <a:pt x="2132" y="4240"/>
                    <a:pt x="3200" y="3172"/>
                  </a:cubicBezTo>
                  <a:cubicBezTo>
                    <a:pt x="4301" y="2105"/>
                    <a:pt x="5868" y="237"/>
                    <a:pt x="5868" y="237"/>
                  </a:cubicBezTo>
                  <a:cubicBezTo>
                    <a:pt x="5962" y="206"/>
                    <a:pt x="5735" y="0"/>
                    <a:pt x="5651"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75" name="Google Shape;4775;p40"/>
            <p:cNvSpPr/>
            <p:nvPr/>
          </p:nvSpPr>
          <p:spPr>
            <a:xfrm>
              <a:off x="4238250" y="2688950"/>
              <a:ext cx="117500" cy="116100"/>
            </a:xfrm>
            <a:custGeom>
              <a:avLst/>
              <a:gdLst/>
              <a:ahLst/>
              <a:cxnLst/>
              <a:rect l="l" t="t" r="r" b="b"/>
              <a:pathLst>
                <a:path w="4700" h="4644" extrusionOk="0">
                  <a:moveTo>
                    <a:pt x="4444" y="1"/>
                  </a:moveTo>
                  <a:cubicBezTo>
                    <a:pt x="4440" y="1"/>
                    <a:pt x="4437" y="2"/>
                    <a:pt x="4435" y="4"/>
                  </a:cubicBezTo>
                  <a:cubicBezTo>
                    <a:pt x="4435" y="4"/>
                    <a:pt x="3001" y="1205"/>
                    <a:pt x="2133" y="2072"/>
                  </a:cubicBezTo>
                  <a:cubicBezTo>
                    <a:pt x="1233" y="2906"/>
                    <a:pt x="32" y="4374"/>
                    <a:pt x="32" y="4374"/>
                  </a:cubicBezTo>
                  <a:cubicBezTo>
                    <a:pt x="0" y="4405"/>
                    <a:pt x="235" y="4643"/>
                    <a:pt x="290" y="4643"/>
                  </a:cubicBezTo>
                  <a:cubicBezTo>
                    <a:pt x="294" y="4643"/>
                    <a:pt x="297" y="4642"/>
                    <a:pt x="299" y="4640"/>
                  </a:cubicBezTo>
                  <a:cubicBezTo>
                    <a:pt x="299" y="4640"/>
                    <a:pt x="1700" y="3406"/>
                    <a:pt x="2600" y="2539"/>
                  </a:cubicBezTo>
                  <a:cubicBezTo>
                    <a:pt x="3468" y="1705"/>
                    <a:pt x="4668" y="237"/>
                    <a:pt x="4668" y="237"/>
                  </a:cubicBezTo>
                  <a:cubicBezTo>
                    <a:pt x="4700" y="206"/>
                    <a:pt x="4498" y="1"/>
                    <a:pt x="4444"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76" name="Google Shape;4776;p40"/>
            <p:cNvSpPr/>
            <p:nvPr/>
          </p:nvSpPr>
          <p:spPr>
            <a:xfrm>
              <a:off x="4325750" y="2684775"/>
              <a:ext cx="103375" cy="102150"/>
            </a:xfrm>
            <a:custGeom>
              <a:avLst/>
              <a:gdLst/>
              <a:ahLst/>
              <a:cxnLst/>
              <a:rect l="l" t="t" r="r" b="b"/>
              <a:pathLst>
                <a:path w="4135" h="4086" extrusionOk="0">
                  <a:moveTo>
                    <a:pt x="3847" y="1"/>
                  </a:moveTo>
                  <a:cubicBezTo>
                    <a:pt x="3842" y="1"/>
                    <a:pt x="3839" y="2"/>
                    <a:pt x="3837" y="4"/>
                  </a:cubicBezTo>
                  <a:cubicBezTo>
                    <a:pt x="3837" y="4"/>
                    <a:pt x="2536" y="1038"/>
                    <a:pt x="1802" y="1805"/>
                  </a:cubicBezTo>
                  <a:cubicBezTo>
                    <a:pt x="1035" y="2539"/>
                    <a:pt x="1" y="3840"/>
                    <a:pt x="1" y="3840"/>
                  </a:cubicBezTo>
                  <a:cubicBezTo>
                    <a:pt x="1" y="3899"/>
                    <a:pt x="155" y="4086"/>
                    <a:pt x="238" y="4086"/>
                  </a:cubicBezTo>
                  <a:cubicBezTo>
                    <a:pt x="249" y="4086"/>
                    <a:pt x="260" y="4082"/>
                    <a:pt x="268" y="4074"/>
                  </a:cubicBezTo>
                  <a:cubicBezTo>
                    <a:pt x="268" y="4074"/>
                    <a:pt x="1535" y="3040"/>
                    <a:pt x="2303" y="2306"/>
                  </a:cubicBezTo>
                  <a:cubicBezTo>
                    <a:pt x="3036" y="1538"/>
                    <a:pt x="4104" y="238"/>
                    <a:pt x="4104" y="238"/>
                  </a:cubicBezTo>
                  <a:cubicBezTo>
                    <a:pt x="4135" y="206"/>
                    <a:pt x="3904" y="1"/>
                    <a:pt x="3847"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77" name="Google Shape;4777;p40"/>
            <p:cNvSpPr/>
            <p:nvPr/>
          </p:nvSpPr>
          <p:spPr>
            <a:xfrm>
              <a:off x="4412500" y="2684775"/>
              <a:ext cx="86625" cy="85175"/>
            </a:xfrm>
            <a:custGeom>
              <a:avLst/>
              <a:gdLst/>
              <a:ahLst/>
              <a:cxnLst/>
              <a:rect l="l" t="t" r="r" b="b"/>
              <a:pathLst>
                <a:path w="3465" h="3407" extrusionOk="0">
                  <a:moveTo>
                    <a:pt x="3179" y="1"/>
                  </a:moveTo>
                  <a:cubicBezTo>
                    <a:pt x="3174" y="1"/>
                    <a:pt x="3171" y="2"/>
                    <a:pt x="3169" y="4"/>
                  </a:cubicBezTo>
                  <a:cubicBezTo>
                    <a:pt x="3169" y="4"/>
                    <a:pt x="2068" y="838"/>
                    <a:pt x="1468" y="1472"/>
                  </a:cubicBezTo>
                  <a:cubicBezTo>
                    <a:pt x="834" y="2072"/>
                    <a:pt x="0" y="3173"/>
                    <a:pt x="0" y="3173"/>
                  </a:cubicBezTo>
                  <a:cubicBezTo>
                    <a:pt x="0" y="3206"/>
                    <a:pt x="200" y="3406"/>
                    <a:pt x="234" y="3406"/>
                  </a:cubicBezTo>
                  <a:cubicBezTo>
                    <a:pt x="234" y="3406"/>
                    <a:pt x="1334" y="2573"/>
                    <a:pt x="1968" y="1972"/>
                  </a:cubicBezTo>
                  <a:cubicBezTo>
                    <a:pt x="2569" y="1338"/>
                    <a:pt x="3402" y="238"/>
                    <a:pt x="3402" y="238"/>
                  </a:cubicBezTo>
                  <a:cubicBezTo>
                    <a:pt x="3465" y="206"/>
                    <a:pt x="3236" y="1"/>
                    <a:pt x="3179"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78" name="Google Shape;4778;p40"/>
            <p:cNvSpPr/>
            <p:nvPr/>
          </p:nvSpPr>
          <p:spPr>
            <a:xfrm>
              <a:off x="4492550" y="2680700"/>
              <a:ext cx="70075" cy="68400"/>
            </a:xfrm>
            <a:custGeom>
              <a:avLst/>
              <a:gdLst/>
              <a:ahLst/>
              <a:cxnLst/>
              <a:rect l="l" t="t" r="r" b="b"/>
              <a:pathLst>
                <a:path w="2803" h="2736" extrusionOk="0">
                  <a:moveTo>
                    <a:pt x="2502" y="0"/>
                  </a:moveTo>
                  <a:cubicBezTo>
                    <a:pt x="2502" y="0"/>
                    <a:pt x="1635" y="634"/>
                    <a:pt x="1134" y="1134"/>
                  </a:cubicBezTo>
                  <a:cubicBezTo>
                    <a:pt x="634" y="1635"/>
                    <a:pt x="0" y="2502"/>
                    <a:pt x="0" y="2502"/>
                  </a:cubicBezTo>
                  <a:cubicBezTo>
                    <a:pt x="0" y="2535"/>
                    <a:pt x="200" y="2736"/>
                    <a:pt x="267" y="2736"/>
                  </a:cubicBezTo>
                  <a:cubicBezTo>
                    <a:pt x="267" y="2736"/>
                    <a:pt x="1134" y="2135"/>
                    <a:pt x="1635" y="1635"/>
                  </a:cubicBezTo>
                  <a:cubicBezTo>
                    <a:pt x="2135" y="1134"/>
                    <a:pt x="2769" y="234"/>
                    <a:pt x="2769" y="234"/>
                  </a:cubicBezTo>
                  <a:cubicBezTo>
                    <a:pt x="2802" y="234"/>
                    <a:pt x="2535" y="0"/>
                    <a:pt x="2502"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79" name="Google Shape;4779;p40"/>
            <p:cNvSpPr/>
            <p:nvPr/>
          </p:nvSpPr>
          <p:spPr>
            <a:xfrm>
              <a:off x="4560925" y="2681525"/>
              <a:ext cx="51725" cy="50150"/>
            </a:xfrm>
            <a:custGeom>
              <a:avLst/>
              <a:gdLst/>
              <a:ahLst/>
              <a:cxnLst/>
              <a:rect l="l" t="t" r="r" b="b"/>
              <a:pathLst>
                <a:path w="2069" h="2006" extrusionOk="0">
                  <a:moveTo>
                    <a:pt x="1769" y="1"/>
                  </a:moveTo>
                  <a:cubicBezTo>
                    <a:pt x="1769" y="1"/>
                    <a:pt x="1101" y="401"/>
                    <a:pt x="768" y="768"/>
                  </a:cubicBezTo>
                  <a:cubicBezTo>
                    <a:pt x="434" y="1101"/>
                    <a:pt x="1" y="1769"/>
                    <a:pt x="1" y="1769"/>
                  </a:cubicBezTo>
                  <a:cubicBezTo>
                    <a:pt x="1" y="1800"/>
                    <a:pt x="233" y="2005"/>
                    <a:pt x="264" y="2005"/>
                  </a:cubicBezTo>
                  <a:cubicBezTo>
                    <a:pt x="266" y="2005"/>
                    <a:pt x="267" y="2004"/>
                    <a:pt x="267" y="2002"/>
                  </a:cubicBezTo>
                  <a:cubicBezTo>
                    <a:pt x="267" y="2002"/>
                    <a:pt x="935" y="1602"/>
                    <a:pt x="1268" y="1235"/>
                  </a:cubicBezTo>
                  <a:cubicBezTo>
                    <a:pt x="1602" y="901"/>
                    <a:pt x="2035" y="234"/>
                    <a:pt x="2035" y="234"/>
                  </a:cubicBezTo>
                  <a:cubicBezTo>
                    <a:pt x="2069" y="234"/>
                    <a:pt x="1802" y="1"/>
                    <a:pt x="1769"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80" name="Google Shape;4780;p40"/>
            <p:cNvSpPr/>
            <p:nvPr/>
          </p:nvSpPr>
          <p:spPr>
            <a:xfrm>
              <a:off x="3998025" y="2678200"/>
              <a:ext cx="62575" cy="60900"/>
            </a:xfrm>
            <a:custGeom>
              <a:avLst/>
              <a:gdLst/>
              <a:ahLst/>
              <a:cxnLst/>
              <a:rect l="l" t="t" r="r" b="b"/>
              <a:pathLst>
                <a:path w="2503" h="2436" extrusionOk="0">
                  <a:moveTo>
                    <a:pt x="2235" y="0"/>
                  </a:moveTo>
                  <a:cubicBezTo>
                    <a:pt x="2235" y="0"/>
                    <a:pt x="1435" y="567"/>
                    <a:pt x="1035" y="968"/>
                  </a:cubicBezTo>
                  <a:cubicBezTo>
                    <a:pt x="601" y="1401"/>
                    <a:pt x="67" y="2168"/>
                    <a:pt x="67" y="2168"/>
                  </a:cubicBezTo>
                  <a:cubicBezTo>
                    <a:pt x="1" y="2235"/>
                    <a:pt x="267" y="2435"/>
                    <a:pt x="301" y="2435"/>
                  </a:cubicBezTo>
                  <a:cubicBezTo>
                    <a:pt x="301" y="2435"/>
                    <a:pt x="1101" y="1902"/>
                    <a:pt x="1535" y="1468"/>
                  </a:cubicBezTo>
                  <a:cubicBezTo>
                    <a:pt x="1935" y="1068"/>
                    <a:pt x="2469" y="267"/>
                    <a:pt x="2469" y="267"/>
                  </a:cubicBezTo>
                  <a:cubicBezTo>
                    <a:pt x="2502" y="267"/>
                    <a:pt x="2269" y="0"/>
                    <a:pt x="2235"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81" name="Google Shape;4781;p40"/>
            <p:cNvSpPr/>
            <p:nvPr/>
          </p:nvSpPr>
          <p:spPr>
            <a:xfrm>
              <a:off x="4641825" y="2681525"/>
              <a:ext cx="33375" cy="33375"/>
            </a:xfrm>
            <a:custGeom>
              <a:avLst/>
              <a:gdLst/>
              <a:ahLst/>
              <a:cxnLst/>
              <a:rect l="l" t="t" r="r" b="b"/>
              <a:pathLst>
                <a:path w="1335" h="1335" extrusionOk="0">
                  <a:moveTo>
                    <a:pt x="1068" y="1"/>
                  </a:moveTo>
                  <a:cubicBezTo>
                    <a:pt x="1068" y="1"/>
                    <a:pt x="634" y="201"/>
                    <a:pt x="401" y="434"/>
                  </a:cubicBezTo>
                  <a:cubicBezTo>
                    <a:pt x="200" y="634"/>
                    <a:pt x="0" y="1101"/>
                    <a:pt x="0" y="1101"/>
                  </a:cubicBezTo>
                  <a:cubicBezTo>
                    <a:pt x="0" y="1135"/>
                    <a:pt x="200" y="1335"/>
                    <a:pt x="234" y="1335"/>
                  </a:cubicBezTo>
                  <a:cubicBezTo>
                    <a:pt x="234" y="1335"/>
                    <a:pt x="701" y="1135"/>
                    <a:pt x="901" y="935"/>
                  </a:cubicBezTo>
                  <a:cubicBezTo>
                    <a:pt x="1134" y="701"/>
                    <a:pt x="1335" y="267"/>
                    <a:pt x="1335" y="267"/>
                  </a:cubicBezTo>
                  <a:lnTo>
                    <a:pt x="1068" y="1"/>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82" name="Google Shape;4782;p40"/>
            <p:cNvSpPr/>
            <p:nvPr/>
          </p:nvSpPr>
          <p:spPr>
            <a:xfrm>
              <a:off x="3993250" y="2526075"/>
              <a:ext cx="87225" cy="89975"/>
            </a:xfrm>
            <a:custGeom>
              <a:avLst/>
              <a:gdLst/>
              <a:ahLst/>
              <a:cxnLst/>
              <a:rect l="l" t="t" r="r" b="b"/>
              <a:pathLst>
                <a:path w="3489" h="3599" extrusionOk="0">
                  <a:moveTo>
                    <a:pt x="181" y="1"/>
                  </a:moveTo>
                  <a:cubicBezTo>
                    <a:pt x="140" y="1"/>
                    <a:pt x="1" y="152"/>
                    <a:pt x="58" y="181"/>
                  </a:cubicBezTo>
                  <a:cubicBezTo>
                    <a:pt x="58" y="181"/>
                    <a:pt x="959" y="1315"/>
                    <a:pt x="1593" y="1982"/>
                  </a:cubicBezTo>
                  <a:cubicBezTo>
                    <a:pt x="2226" y="2649"/>
                    <a:pt x="3294" y="3583"/>
                    <a:pt x="3294" y="3583"/>
                  </a:cubicBezTo>
                  <a:cubicBezTo>
                    <a:pt x="3299" y="3594"/>
                    <a:pt x="3308" y="3599"/>
                    <a:pt x="3319" y="3599"/>
                  </a:cubicBezTo>
                  <a:cubicBezTo>
                    <a:pt x="3376" y="3599"/>
                    <a:pt x="3489" y="3473"/>
                    <a:pt x="3461" y="3417"/>
                  </a:cubicBezTo>
                  <a:cubicBezTo>
                    <a:pt x="3461" y="3417"/>
                    <a:pt x="2560" y="2282"/>
                    <a:pt x="1926" y="1615"/>
                  </a:cubicBezTo>
                  <a:cubicBezTo>
                    <a:pt x="1292" y="982"/>
                    <a:pt x="192" y="14"/>
                    <a:pt x="192" y="14"/>
                  </a:cubicBezTo>
                  <a:cubicBezTo>
                    <a:pt x="192" y="5"/>
                    <a:pt x="188" y="1"/>
                    <a:pt x="181"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83" name="Google Shape;4783;p40"/>
            <p:cNvSpPr/>
            <p:nvPr/>
          </p:nvSpPr>
          <p:spPr>
            <a:xfrm>
              <a:off x="4055575" y="2546425"/>
              <a:ext cx="35050" cy="31725"/>
            </a:xfrm>
            <a:custGeom>
              <a:avLst/>
              <a:gdLst/>
              <a:ahLst/>
              <a:cxnLst/>
              <a:rect l="l" t="t" r="r" b="b"/>
              <a:pathLst>
                <a:path w="1402" h="1269" extrusionOk="0">
                  <a:moveTo>
                    <a:pt x="134" y="1"/>
                  </a:moveTo>
                  <a:lnTo>
                    <a:pt x="0" y="201"/>
                  </a:lnTo>
                  <a:cubicBezTo>
                    <a:pt x="0" y="201"/>
                    <a:pt x="300" y="568"/>
                    <a:pt x="567" y="768"/>
                  </a:cubicBezTo>
                  <a:cubicBezTo>
                    <a:pt x="801" y="1035"/>
                    <a:pt x="1234" y="1268"/>
                    <a:pt x="1234" y="1268"/>
                  </a:cubicBezTo>
                  <a:cubicBezTo>
                    <a:pt x="1268" y="1268"/>
                    <a:pt x="1401" y="1168"/>
                    <a:pt x="1334" y="1068"/>
                  </a:cubicBezTo>
                  <a:cubicBezTo>
                    <a:pt x="1334" y="1068"/>
                    <a:pt x="1101" y="668"/>
                    <a:pt x="834" y="401"/>
                  </a:cubicBezTo>
                  <a:cubicBezTo>
                    <a:pt x="734" y="334"/>
                    <a:pt x="567" y="201"/>
                    <a:pt x="400" y="101"/>
                  </a:cubicBezTo>
                  <a:cubicBezTo>
                    <a:pt x="267" y="34"/>
                    <a:pt x="134" y="1"/>
                    <a:pt x="134"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84" name="Google Shape;4784;p40"/>
            <p:cNvSpPr/>
            <p:nvPr/>
          </p:nvSpPr>
          <p:spPr>
            <a:xfrm>
              <a:off x="4125625" y="2560600"/>
              <a:ext cx="49225" cy="49225"/>
            </a:xfrm>
            <a:custGeom>
              <a:avLst/>
              <a:gdLst/>
              <a:ahLst/>
              <a:cxnLst/>
              <a:rect l="l" t="t" r="r" b="b"/>
              <a:pathLst>
                <a:path w="1969" h="1969" extrusionOk="0">
                  <a:moveTo>
                    <a:pt x="167" y="1"/>
                  </a:moveTo>
                  <a:cubicBezTo>
                    <a:pt x="134" y="1"/>
                    <a:pt x="0" y="168"/>
                    <a:pt x="0" y="201"/>
                  </a:cubicBezTo>
                  <a:cubicBezTo>
                    <a:pt x="0" y="201"/>
                    <a:pt x="467" y="801"/>
                    <a:pt x="834" y="1135"/>
                  </a:cubicBezTo>
                  <a:cubicBezTo>
                    <a:pt x="1168" y="1469"/>
                    <a:pt x="1768" y="1969"/>
                    <a:pt x="1768" y="1969"/>
                  </a:cubicBezTo>
                  <a:cubicBezTo>
                    <a:pt x="1801" y="1969"/>
                    <a:pt x="1968" y="1835"/>
                    <a:pt x="1968" y="1802"/>
                  </a:cubicBezTo>
                  <a:cubicBezTo>
                    <a:pt x="1968" y="1802"/>
                    <a:pt x="1535" y="1135"/>
                    <a:pt x="1201" y="768"/>
                  </a:cubicBezTo>
                  <a:cubicBezTo>
                    <a:pt x="834" y="434"/>
                    <a:pt x="167" y="1"/>
                    <a:pt x="167"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85" name="Google Shape;4785;p40"/>
            <p:cNvSpPr/>
            <p:nvPr/>
          </p:nvSpPr>
          <p:spPr>
            <a:xfrm>
              <a:off x="4199000" y="2578125"/>
              <a:ext cx="48400" cy="52550"/>
            </a:xfrm>
            <a:custGeom>
              <a:avLst/>
              <a:gdLst/>
              <a:ahLst/>
              <a:cxnLst/>
              <a:rect l="l" t="t" r="r" b="b"/>
              <a:pathLst>
                <a:path w="1936" h="2102" extrusionOk="0">
                  <a:moveTo>
                    <a:pt x="167" y="0"/>
                  </a:moveTo>
                  <a:cubicBezTo>
                    <a:pt x="101" y="0"/>
                    <a:pt x="1" y="167"/>
                    <a:pt x="1" y="234"/>
                  </a:cubicBezTo>
                  <a:cubicBezTo>
                    <a:pt x="1" y="234"/>
                    <a:pt x="501" y="801"/>
                    <a:pt x="835" y="1168"/>
                  </a:cubicBezTo>
                  <a:cubicBezTo>
                    <a:pt x="1168" y="1568"/>
                    <a:pt x="1735" y="2102"/>
                    <a:pt x="1735" y="2102"/>
                  </a:cubicBezTo>
                  <a:cubicBezTo>
                    <a:pt x="1769" y="2102"/>
                    <a:pt x="1935" y="1968"/>
                    <a:pt x="1935" y="1935"/>
                  </a:cubicBezTo>
                  <a:cubicBezTo>
                    <a:pt x="1935" y="1935"/>
                    <a:pt x="1535" y="1235"/>
                    <a:pt x="1201" y="834"/>
                  </a:cubicBezTo>
                  <a:cubicBezTo>
                    <a:pt x="1001" y="634"/>
                    <a:pt x="734" y="434"/>
                    <a:pt x="534" y="267"/>
                  </a:cubicBezTo>
                  <a:cubicBezTo>
                    <a:pt x="301" y="134"/>
                    <a:pt x="167" y="0"/>
                    <a:pt x="167"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86" name="Google Shape;4786;p40"/>
            <p:cNvSpPr/>
            <p:nvPr/>
          </p:nvSpPr>
          <p:spPr>
            <a:xfrm>
              <a:off x="4257375" y="2590625"/>
              <a:ext cx="39225" cy="43500"/>
            </a:xfrm>
            <a:custGeom>
              <a:avLst/>
              <a:gdLst/>
              <a:ahLst/>
              <a:cxnLst/>
              <a:rect l="l" t="t" r="r" b="b"/>
              <a:pathLst>
                <a:path w="1569" h="1740" extrusionOk="0">
                  <a:moveTo>
                    <a:pt x="201" y="1"/>
                  </a:moveTo>
                  <a:cubicBezTo>
                    <a:pt x="167" y="1"/>
                    <a:pt x="1" y="167"/>
                    <a:pt x="1" y="167"/>
                  </a:cubicBezTo>
                  <a:cubicBezTo>
                    <a:pt x="1" y="167"/>
                    <a:pt x="334" y="735"/>
                    <a:pt x="568" y="1068"/>
                  </a:cubicBezTo>
                  <a:cubicBezTo>
                    <a:pt x="868" y="1335"/>
                    <a:pt x="1368" y="1735"/>
                    <a:pt x="1368" y="1735"/>
                  </a:cubicBezTo>
                  <a:cubicBezTo>
                    <a:pt x="1371" y="1738"/>
                    <a:pt x="1375" y="1740"/>
                    <a:pt x="1379" y="1740"/>
                  </a:cubicBezTo>
                  <a:cubicBezTo>
                    <a:pt x="1424" y="1740"/>
                    <a:pt x="1538" y="1590"/>
                    <a:pt x="1568" y="1468"/>
                  </a:cubicBezTo>
                  <a:cubicBezTo>
                    <a:pt x="1568" y="1468"/>
                    <a:pt x="1201" y="968"/>
                    <a:pt x="935" y="668"/>
                  </a:cubicBezTo>
                  <a:cubicBezTo>
                    <a:pt x="701" y="401"/>
                    <a:pt x="201" y="1"/>
                    <a:pt x="201"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87" name="Google Shape;4787;p40"/>
            <p:cNvSpPr/>
            <p:nvPr/>
          </p:nvSpPr>
          <p:spPr>
            <a:xfrm>
              <a:off x="3546950" y="2861650"/>
              <a:ext cx="391900" cy="922350"/>
            </a:xfrm>
            <a:custGeom>
              <a:avLst/>
              <a:gdLst/>
              <a:ahLst/>
              <a:cxnLst/>
              <a:rect l="l" t="t" r="r" b="b"/>
              <a:pathLst>
                <a:path w="15676" h="36894" extrusionOk="0">
                  <a:moveTo>
                    <a:pt x="372" y="546"/>
                  </a:moveTo>
                  <a:cubicBezTo>
                    <a:pt x="477" y="580"/>
                    <a:pt x="619" y="601"/>
                    <a:pt x="798" y="601"/>
                  </a:cubicBezTo>
                  <a:cubicBezTo>
                    <a:pt x="798" y="601"/>
                    <a:pt x="3767" y="635"/>
                    <a:pt x="14908" y="668"/>
                  </a:cubicBezTo>
                  <a:cubicBezTo>
                    <a:pt x="14908" y="701"/>
                    <a:pt x="14908" y="768"/>
                    <a:pt x="14841" y="835"/>
                  </a:cubicBezTo>
                  <a:cubicBezTo>
                    <a:pt x="14808" y="1035"/>
                    <a:pt x="14775" y="1302"/>
                    <a:pt x="14674" y="1602"/>
                  </a:cubicBezTo>
                  <a:cubicBezTo>
                    <a:pt x="14508" y="2202"/>
                    <a:pt x="14341" y="2970"/>
                    <a:pt x="14141" y="3870"/>
                  </a:cubicBezTo>
                  <a:cubicBezTo>
                    <a:pt x="13740" y="5672"/>
                    <a:pt x="13207" y="8007"/>
                    <a:pt x="12640" y="10608"/>
                  </a:cubicBezTo>
                  <a:cubicBezTo>
                    <a:pt x="11506" y="15779"/>
                    <a:pt x="10138" y="22017"/>
                    <a:pt x="8970" y="27320"/>
                  </a:cubicBezTo>
                  <a:cubicBezTo>
                    <a:pt x="8670" y="28788"/>
                    <a:pt x="8337" y="30289"/>
                    <a:pt x="8070" y="31623"/>
                  </a:cubicBezTo>
                  <a:cubicBezTo>
                    <a:pt x="7970" y="31957"/>
                    <a:pt x="7936" y="32291"/>
                    <a:pt x="7836" y="32591"/>
                  </a:cubicBezTo>
                  <a:lnTo>
                    <a:pt x="7836" y="32624"/>
                  </a:lnTo>
                  <a:lnTo>
                    <a:pt x="7836" y="32691"/>
                  </a:lnTo>
                  <a:cubicBezTo>
                    <a:pt x="4167" y="16846"/>
                    <a:pt x="564" y="1002"/>
                    <a:pt x="564" y="1002"/>
                  </a:cubicBezTo>
                  <a:cubicBezTo>
                    <a:pt x="507" y="796"/>
                    <a:pt x="439" y="645"/>
                    <a:pt x="372" y="546"/>
                  </a:cubicBezTo>
                  <a:close/>
                  <a:moveTo>
                    <a:pt x="15675" y="1"/>
                  </a:moveTo>
                  <a:cubicBezTo>
                    <a:pt x="3933" y="101"/>
                    <a:pt x="798" y="101"/>
                    <a:pt x="798" y="101"/>
                  </a:cubicBezTo>
                  <a:cubicBezTo>
                    <a:pt x="303" y="101"/>
                    <a:pt x="90" y="264"/>
                    <a:pt x="160" y="404"/>
                  </a:cubicBezTo>
                  <a:lnTo>
                    <a:pt x="160" y="404"/>
                  </a:lnTo>
                  <a:cubicBezTo>
                    <a:pt x="58" y="430"/>
                    <a:pt x="1" y="637"/>
                    <a:pt x="64" y="1002"/>
                  </a:cubicBezTo>
                  <a:cubicBezTo>
                    <a:pt x="64" y="1002"/>
                    <a:pt x="965" y="5271"/>
                    <a:pt x="2332" y="11609"/>
                  </a:cubicBezTo>
                  <a:cubicBezTo>
                    <a:pt x="2999" y="14778"/>
                    <a:pt x="3800" y="18481"/>
                    <a:pt x="4667" y="22450"/>
                  </a:cubicBezTo>
                  <a:cubicBezTo>
                    <a:pt x="5668" y="27053"/>
                    <a:pt x="6769" y="31990"/>
                    <a:pt x="7836" y="36894"/>
                  </a:cubicBezTo>
                  <a:cubicBezTo>
                    <a:pt x="8170" y="35226"/>
                    <a:pt x="9104" y="31156"/>
                    <a:pt x="9904" y="27487"/>
                  </a:cubicBezTo>
                  <a:cubicBezTo>
                    <a:pt x="11072" y="22183"/>
                    <a:pt x="12406" y="15946"/>
                    <a:pt x="13474" y="10708"/>
                  </a:cubicBezTo>
                  <a:cubicBezTo>
                    <a:pt x="14007" y="8107"/>
                    <a:pt x="14508" y="5772"/>
                    <a:pt x="14908" y="3970"/>
                  </a:cubicBezTo>
                  <a:cubicBezTo>
                    <a:pt x="15275" y="1969"/>
                    <a:pt x="15542" y="535"/>
                    <a:pt x="15675"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88" name="Google Shape;4788;p40"/>
            <p:cNvSpPr/>
            <p:nvPr/>
          </p:nvSpPr>
          <p:spPr>
            <a:xfrm>
              <a:off x="3732000" y="2935875"/>
              <a:ext cx="25050" cy="789350"/>
            </a:xfrm>
            <a:custGeom>
              <a:avLst/>
              <a:gdLst/>
              <a:ahLst/>
              <a:cxnLst/>
              <a:rect l="l" t="t" r="r" b="b"/>
              <a:pathLst>
                <a:path w="1002" h="31574" extrusionOk="0">
                  <a:moveTo>
                    <a:pt x="484" y="1"/>
                  </a:moveTo>
                  <a:cubicBezTo>
                    <a:pt x="368" y="1"/>
                    <a:pt x="251" y="67"/>
                    <a:pt x="234" y="201"/>
                  </a:cubicBezTo>
                  <a:cubicBezTo>
                    <a:pt x="234" y="201"/>
                    <a:pt x="1" y="9674"/>
                    <a:pt x="1" y="15779"/>
                  </a:cubicBezTo>
                  <a:cubicBezTo>
                    <a:pt x="1" y="21850"/>
                    <a:pt x="234" y="31323"/>
                    <a:pt x="234" y="31323"/>
                  </a:cubicBezTo>
                  <a:cubicBezTo>
                    <a:pt x="234" y="31490"/>
                    <a:pt x="359" y="31573"/>
                    <a:pt x="484" y="31573"/>
                  </a:cubicBezTo>
                  <a:cubicBezTo>
                    <a:pt x="609" y="31573"/>
                    <a:pt x="734" y="31490"/>
                    <a:pt x="734" y="31323"/>
                  </a:cubicBezTo>
                  <a:cubicBezTo>
                    <a:pt x="734" y="31323"/>
                    <a:pt x="1001" y="21850"/>
                    <a:pt x="1001" y="15779"/>
                  </a:cubicBezTo>
                  <a:cubicBezTo>
                    <a:pt x="935" y="9674"/>
                    <a:pt x="734" y="201"/>
                    <a:pt x="734" y="201"/>
                  </a:cubicBezTo>
                  <a:cubicBezTo>
                    <a:pt x="718" y="67"/>
                    <a:pt x="601" y="1"/>
                    <a:pt x="484"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89" name="Google Shape;4789;p40"/>
            <p:cNvSpPr/>
            <p:nvPr/>
          </p:nvSpPr>
          <p:spPr>
            <a:xfrm>
              <a:off x="3550275" y="2873250"/>
              <a:ext cx="200750" cy="198850"/>
            </a:xfrm>
            <a:custGeom>
              <a:avLst/>
              <a:gdLst/>
              <a:ahLst/>
              <a:cxnLst/>
              <a:rect l="l" t="t" r="r" b="b"/>
              <a:pathLst>
                <a:path w="8030" h="7954" extrusionOk="0">
                  <a:moveTo>
                    <a:pt x="274" y="0"/>
                  </a:moveTo>
                  <a:cubicBezTo>
                    <a:pt x="169" y="0"/>
                    <a:pt x="0" y="178"/>
                    <a:pt x="31" y="271"/>
                  </a:cubicBezTo>
                  <a:cubicBezTo>
                    <a:pt x="31" y="271"/>
                    <a:pt x="2266" y="2706"/>
                    <a:pt x="3767" y="4207"/>
                  </a:cubicBezTo>
                  <a:cubicBezTo>
                    <a:pt x="5268" y="5708"/>
                    <a:pt x="7703" y="7943"/>
                    <a:pt x="7703" y="7943"/>
                  </a:cubicBezTo>
                  <a:cubicBezTo>
                    <a:pt x="7714" y="7950"/>
                    <a:pt x="7727" y="7953"/>
                    <a:pt x="7740" y="7953"/>
                  </a:cubicBezTo>
                  <a:cubicBezTo>
                    <a:pt x="7851" y="7953"/>
                    <a:pt x="8030" y="7735"/>
                    <a:pt x="7970" y="7676"/>
                  </a:cubicBezTo>
                  <a:cubicBezTo>
                    <a:pt x="7970" y="7676"/>
                    <a:pt x="5769" y="5208"/>
                    <a:pt x="4267" y="3706"/>
                  </a:cubicBezTo>
                  <a:cubicBezTo>
                    <a:pt x="2766" y="2205"/>
                    <a:pt x="298" y="4"/>
                    <a:pt x="298" y="4"/>
                  </a:cubicBezTo>
                  <a:cubicBezTo>
                    <a:pt x="290" y="1"/>
                    <a:pt x="282" y="0"/>
                    <a:pt x="274"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90" name="Google Shape;4790;p40"/>
            <p:cNvSpPr/>
            <p:nvPr/>
          </p:nvSpPr>
          <p:spPr>
            <a:xfrm>
              <a:off x="3567275" y="2971175"/>
              <a:ext cx="176875" cy="173775"/>
            </a:xfrm>
            <a:custGeom>
              <a:avLst/>
              <a:gdLst/>
              <a:ahLst/>
              <a:cxnLst/>
              <a:rect l="l" t="t" r="r" b="b"/>
              <a:pathLst>
                <a:path w="7075" h="6951" extrusionOk="0">
                  <a:moveTo>
                    <a:pt x="275" y="1"/>
                  </a:moveTo>
                  <a:cubicBezTo>
                    <a:pt x="178" y="1"/>
                    <a:pt x="0" y="200"/>
                    <a:pt x="85" y="256"/>
                  </a:cubicBezTo>
                  <a:cubicBezTo>
                    <a:pt x="85" y="256"/>
                    <a:pt x="1986" y="2391"/>
                    <a:pt x="3287" y="3726"/>
                  </a:cubicBezTo>
                  <a:cubicBezTo>
                    <a:pt x="4588" y="5027"/>
                    <a:pt x="6756" y="6928"/>
                    <a:pt x="6756" y="6928"/>
                  </a:cubicBezTo>
                  <a:cubicBezTo>
                    <a:pt x="6762" y="6943"/>
                    <a:pt x="6773" y="6950"/>
                    <a:pt x="6789" y="6950"/>
                  </a:cubicBezTo>
                  <a:cubicBezTo>
                    <a:pt x="6873" y="6950"/>
                    <a:pt x="7074" y="6751"/>
                    <a:pt x="6990" y="6694"/>
                  </a:cubicBezTo>
                  <a:cubicBezTo>
                    <a:pt x="6990" y="6694"/>
                    <a:pt x="5089" y="4560"/>
                    <a:pt x="3788" y="3225"/>
                  </a:cubicBezTo>
                  <a:cubicBezTo>
                    <a:pt x="2487" y="1924"/>
                    <a:pt x="318" y="23"/>
                    <a:pt x="318" y="23"/>
                  </a:cubicBezTo>
                  <a:cubicBezTo>
                    <a:pt x="308" y="7"/>
                    <a:pt x="293" y="1"/>
                    <a:pt x="275"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91" name="Google Shape;4791;p40"/>
            <p:cNvSpPr/>
            <p:nvPr/>
          </p:nvSpPr>
          <p:spPr>
            <a:xfrm>
              <a:off x="3592000" y="3071500"/>
              <a:ext cx="148175" cy="146525"/>
            </a:xfrm>
            <a:custGeom>
              <a:avLst/>
              <a:gdLst/>
              <a:ahLst/>
              <a:cxnLst/>
              <a:rect l="l" t="t" r="r" b="b"/>
              <a:pathLst>
                <a:path w="5927" h="5861" extrusionOk="0">
                  <a:moveTo>
                    <a:pt x="256" y="1"/>
                  </a:moveTo>
                  <a:cubicBezTo>
                    <a:pt x="151" y="1"/>
                    <a:pt x="1" y="188"/>
                    <a:pt x="30" y="246"/>
                  </a:cubicBezTo>
                  <a:cubicBezTo>
                    <a:pt x="30" y="246"/>
                    <a:pt x="1631" y="2081"/>
                    <a:pt x="2699" y="3182"/>
                  </a:cubicBezTo>
                  <a:cubicBezTo>
                    <a:pt x="3799" y="4249"/>
                    <a:pt x="5634" y="5850"/>
                    <a:pt x="5634" y="5850"/>
                  </a:cubicBezTo>
                  <a:cubicBezTo>
                    <a:pt x="5638" y="5858"/>
                    <a:pt x="5644" y="5861"/>
                    <a:pt x="5653" y="5861"/>
                  </a:cubicBezTo>
                  <a:cubicBezTo>
                    <a:pt x="5722" y="5861"/>
                    <a:pt x="5927" y="5643"/>
                    <a:pt x="5867" y="5583"/>
                  </a:cubicBezTo>
                  <a:cubicBezTo>
                    <a:pt x="5867" y="5583"/>
                    <a:pt x="4300" y="3749"/>
                    <a:pt x="3199" y="2681"/>
                  </a:cubicBezTo>
                  <a:cubicBezTo>
                    <a:pt x="2131" y="1581"/>
                    <a:pt x="297" y="13"/>
                    <a:pt x="297" y="13"/>
                  </a:cubicBezTo>
                  <a:cubicBezTo>
                    <a:pt x="285" y="5"/>
                    <a:pt x="271" y="1"/>
                    <a:pt x="256"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92" name="Google Shape;4792;p40"/>
            <p:cNvSpPr/>
            <p:nvPr/>
          </p:nvSpPr>
          <p:spPr>
            <a:xfrm>
              <a:off x="3620250" y="3171050"/>
              <a:ext cx="116725" cy="116025"/>
            </a:xfrm>
            <a:custGeom>
              <a:avLst/>
              <a:gdLst/>
              <a:ahLst/>
              <a:cxnLst/>
              <a:rect l="l" t="t" r="r" b="b"/>
              <a:pathLst>
                <a:path w="4669" h="4641" extrusionOk="0">
                  <a:moveTo>
                    <a:pt x="234" y="0"/>
                  </a:moveTo>
                  <a:cubicBezTo>
                    <a:pt x="201" y="0"/>
                    <a:pt x="1" y="234"/>
                    <a:pt x="1" y="267"/>
                  </a:cubicBezTo>
                  <a:cubicBezTo>
                    <a:pt x="1" y="267"/>
                    <a:pt x="1202" y="1668"/>
                    <a:pt x="2069" y="2569"/>
                  </a:cubicBezTo>
                  <a:cubicBezTo>
                    <a:pt x="2903" y="3436"/>
                    <a:pt x="4371" y="4637"/>
                    <a:pt x="4371" y="4637"/>
                  </a:cubicBezTo>
                  <a:cubicBezTo>
                    <a:pt x="4373" y="4639"/>
                    <a:pt x="4376" y="4640"/>
                    <a:pt x="4380" y="4640"/>
                  </a:cubicBezTo>
                  <a:cubicBezTo>
                    <a:pt x="4438" y="4640"/>
                    <a:pt x="4669" y="4435"/>
                    <a:pt x="4637" y="4403"/>
                  </a:cubicBezTo>
                  <a:cubicBezTo>
                    <a:pt x="4637" y="4403"/>
                    <a:pt x="3403" y="2969"/>
                    <a:pt x="2536" y="2102"/>
                  </a:cubicBezTo>
                  <a:cubicBezTo>
                    <a:pt x="1702" y="1235"/>
                    <a:pt x="234" y="0"/>
                    <a:pt x="234"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93" name="Google Shape;4793;p40"/>
            <p:cNvSpPr/>
            <p:nvPr/>
          </p:nvSpPr>
          <p:spPr>
            <a:xfrm>
              <a:off x="3637025" y="3259150"/>
              <a:ext cx="104125" cy="102125"/>
            </a:xfrm>
            <a:custGeom>
              <a:avLst/>
              <a:gdLst/>
              <a:ahLst/>
              <a:cxnLst/>
              <a:rect l="l" t="t" r="r" b="b"/>
              <a:pathLst>
                <a:path w="4165" h="4085" extrusionOk="0">
                  <a:moveTo>
                    <a:pt x="266" y="0"/>
                  </a:moveTo>
                  <a:cubicBezTo>
                    <a:pt x="177" y="0"/>
                    <a:pt x="1" y="187"/>
                    <a:pt x="30" y="246"/>
                  </a:cubicBezTo>
                  <a:cubicBezTo>
                    <a:pt x="30" y="246"/>
                    <a:pt x="1064" y="1547"/>
                    <a:pt x="1832" y="2280"/>
                  </a:cubicBezTo>
                  <a:cubicBezTo>
                    <a:pt x="2565" y="3048"/>
                    <a:pt x="3866" y="4082"/>
                    <a:pt x="3866" y="4082"/>
                  </a:cubicBezTo>
                  <a:cubicBezTo>
                    <a:pt x="3869" y="4084"/>
                    <a:pt x="3872" y="4085"/>
                    <a:pt x="3876" y="4085"/>
                  </a:cubicBezTo>
                  <a:cubicBezTo>
                    <a:pt x="3934" y="4085"/>
                    <a:pt x="4164" y="3879"/>
                    <a:pt x="4133" y="3848"/>
                  </a:cubicBezTo>
                  <a:cubicBezTo>
                    <a:pt x="4133" y="3848"/>
                    <a:pt x="3066" y="2547"/>
                    <a:pt x="2332" y="1780"/>
                  </a:cubicBezTo>
                  <a:cubicBezTo>
                    <a:pt x="1565" y="1046"/>
                    <a:pt x="297" y="12"/>
                    <a:pt x="297" y="12"/>
                  </a:cubicBezTo>
                  <a:cubicBezTo>
                    <a:pt x="289" y="4"/>
                    <a:pt x="278" y="0"/>
                    <a:pt x="266"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94" name="Google Shape;4794;p40"/>
            <p:cNvSpPr/>
            <p:nvPr/>
          </p:nvSpPr>
          <p:spPr>
            <a:xfrm>
              <a:off x="3654450" y="3345325"/>
              <a:ext cx="86700" cy="86000"/>
            </a:xfrm>
            <a:custGeom>
              <a:avLst/>
              <a:gdLst/>
              <a:ahLst/>
              <a:cxnLst/>
              <a:rect l="l" t="t" r="r" b="b"/>
              <a:pathLst>
                <a:path w="3468" h="3440" extrusionOk="0">
                  <a:moveTo>
                    <a:pt x="267" y="1"/>
                  </a:moveTo>
                  <a:cubicBezTo>
                    <a:pt x="201" y="1"/>
                    <a:pt x="0" y="234"/>
                    <a:pt x="0" y="268"/>
                  </a:cubicBezTo>
                  <a:cubicBezTo>
                    <a:pt x="0" y="268"/>
                    <a:pt x="834" y="1335"/>
                    <a:pt x="1468" y="1969"/>
                  </a:cubicBezTo>
                  <a:cubicBezTo>
                    <a:pt x="2102" y="2603"/>
                    <a:pt x="3169" y="3437"/>
                    <a:pt x="3169" y="3437"/>
                  </a:cubicBezTo>
                  <a:cubicBezTo>
                    <a:pt x="3172" y="3439"/>
                    <a:pt x="3175" y="3440"/>
                    <a:pt x="3179" y="3440"/>
                  </a:cubicBezTo>
                  <a:cubicBezTo>
                    <a:pt x="3237" y="3440"/>
                    <a:pt x="3467" y="3232"/>
                    <a:pt x="3436" y="3170"/>
                  </a:cubicBezTo>
                  <a:cubicBezTo>
                    <a:pt x="3436" y="3170"/>
                    <a:pt x="2602" y="2102"/>
                    <a:pt x="1968" y="1469"/>
                  </a:cubicBezTo>
                  <a:cubicBezTo>
                    <a:pt x="1335" y="835"/>
                    <a:pt x="267" y="1"/>
                    <a:pt x="267"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95" name="Google Shape;4795;p40"/>
            <p:cNvSpPr/>
            <p:nvPr/>
          </p:nvSpPr>
          <p:spPr>
            <a:xfrm>
              <a:off x="3675300" y="3424550"/>
              <a:ext cx="69225" cy="69325"/>
            </a:xfrm>
            <a:custGeom>
              <a:avLst/>
              <a:gdLst/>
              <a:ahLst/>
              <a:cxnLst/>
              <a:rect l="l" t="t" r="r" b="b"/>
              <a:pathLst>
                <a:path w="2769" h="2773" extrusionOk="0">
                  <a:moveTo>
                    <a:pt x="267" y="1"/>
                  </a:moveTo>
                  <a:cubicBezTo>
                    <a:pt x="200" y="1"/>
                    <a:pt x="0" y="268"/>
                    <a:pt x="0" y="268"/>
                  </a:cubicBezTo>
                  <a:cubicBezTo>
                    <a:pt x="0" y="268"/>
                    <a:pt x="634" y="1135"/>
                    <a:pt x="1134" y="1635"/>
                  </a:cubicBezTo>
                  <a:cubicBezTo>
                    <a:pt x="1635" y="2136"/>
                    <a:pt x="2502" y="2770"/>
                    <a:pt x="2502" y="2770"/>
                  </a:cubicBezTo>
                  <a:cubicBezTo>
                    <a:pt x="2502" y="2772"/>
                    <a:pt x="2503" y="2773"/>
                    <a:pt x="2505" y="2773"/>
                  </a:cubicBezTo>
                  <a:cubicBezTo>
                    <a:pt x="2536" y="2773"/>
                    <a:pt x="2769" y="2565"/>
                    <a:pt x="2769" y="2503"/>
                  </a:cubicBezTo>
                  <a:cubicBezTo>
                    <a:pt x="2769" y="2503"/>
                    <a:pt x="2135" y="1635"/>
                    <a:pt x="1635" y="1135"/>
                  </a:cubicBezTo>
                  <a:cubicBezTo>
                    <a:pt x="1134" y="635"/>
                    <a:pt x="267" y="1"/>
                    <a:pt x="267"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96" name="Google Shape;4796;p40"/>
            <p:cNvSpPr/>
            <p:nvPr/>
          </p:nvSpPr>
          <p:spPr>
            <a:xfrm>
              <a:off x="3692800" y="3494600"/>
              <a:ext cx="50075" cy="50150"/>
            </a:xfrm>
            <a:custGeom>
              <a:avLst/>
              <a:gdLst/>
              <a:ahLst/>
              <a:cxnLst/>
              <a:rect l="l" t="t" r="r" b="b"/>
              <a:pathLst>
                <a:path w="2003" h="2006" extrusionOk="0">
                  <a:moveTo>
                    <a:pt x="268" y="1"/>
                  </a:moveTo>
                  <a:cubicBezTo>
                    <a:pt x="234" y="1"/>
                    <a:pt x="1" y="201"/>
                    <a:pt x="1" y="268"/>
                  </a:cubicBezTo>
                  <a:cubicBezTo>
                    <a:pt x="1" y="268"/>
                    <a:pt x="434" y="902"/>
                    <a:pt x="768" y="1235"/>
                  </a:cubicBezTo>
                  <a:cubicBezTo>
                    <a:pt x="1102" y="1602"/>
                    <a:pt x="1769" y="2002"/>
                    <a:pt x="1769" y="2002"/>
                  </a:cubicBezTo>
                  <a:cubicBezTo>
                    <a:pt x="1769" y="2005"/>
                    <a:pt x="1770" y="2006"/>
                    <a:pt x="1772" y="2006"/>
                  </a:cubicBezTo>
                  <a:cubicBezTo>
                    <a:pt x="1799" y="2006"/>
                    <a:pt x="2002" y="1798"/>
                    <a:pt x="2002" y="1735"/>
                  </a:cubicBezTo>
                  <a:cubicBezTo>
                    <a:pt x="2002" y="1735"/>
                    <a:pt x="1602" y="1102"/>
                    <a:pt x="1268" y="768"/>
                  </a:cubicBezTo>
                  <a:cubicBezTo>
                    <a:pt x="935" y="401"/>
                    <a:pt x="268" y="1"/>
                    <a:pt x="268"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97" name="Google Shape;4797;p40"/>
            <p:cNvSpPr/>
            <p:nvPr/>
          </p:nvSpPr>
          <p:spPr>
            <a:xfrm>
              <a:off x="3686125" y="2931700"/>
              <a:ext cx="60075" cy="60975"/>
            </a:xfrm>
            <a:custGeom>
              <a:avLst/>
              <a:gdLst/>
              <a:ahLst/>
              <a:cxnLst/>
              <a:rect l="l" t="t" r="r" b="b"/>
              <a:pathLst>
                <a:path w="2403" h="2439" extrusionOk="0">
                  <a:moveTo>
                    <a:pt x="234" y="1"/>
                  </a:moveTo>
                  <a:cubicBezTo>
                    <a:pt x="201" y="1"/>
                    <a:pt x="1" y="201"/>
                    <a:pt x="1" y="268"/>
                  </a:cubicBezTo>
                  <a:cubicBezTo>
                    <a:pt x="1" y="268"/>
                    <a:pt x="535" y="1035"/>
                    <a:pt x="935" y="1469"/>
                  </a:cubicBezTo>
                  <a:cubicBezTo>
                    <a:pt x="1369" y="1869"/>
                    <a:pt x="2169" y="2436"/>
                    <a:pt x="2169" y="2436"/>
                  </a:cubicBezTo>
                  <a:cubicBezTo>
                    <a:pt x="2169" y="2438"/>
                    <a:pt x="2170" y="2439"/>
                    <a:pt x="2171" y="2439"/>
                  </a:cubicBezTo>
                  <a:cubicBezTo>
                    <a:pt x="2196" y="2439"/>
                    <a:pt x="2403" y="2200"/>
                    <a:pt x="2403" y="2169"/>
                  </a:cubicBezTo>
                  <a:cubicBezTo>
                    <a:pt x="2403" y="2169"/>
                    <a:pt x="1869" y="1368"/>
                    <a:pt x="1435" y="968"/>
                  </a:cubicBezTo>
                  <a:cubicBezTo>
                    <a:pt x="1035" y="535"/>
                    <a:pt x="234" y="1"/>
                    <a:pt x="234"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98" name="Google Shape;4798;p40"/>
            <p:cNvSpPr/>
            <p:nvPr/>
          </p:nvSpPr>
          <p:spPr>
            <a:xfrm>
              <a:off x="3709475" y="3574675"/>
              <a:ext cx="33400" cy="33375"/>
            </a:xfrm>
            <a:custGeom>
              <a:avLst/>
              <a:gdLst/>
              <a:ahLst/>
              <a:cxnLst/>
              <a:rect l="l" t="t" r="r" b="b"/>
              <a:pathLst>
                <a:path w="1336" h="1335" extrusionOk="0">
                  <a:moveTo>
                    <a:pt x="268" y="0"/>
                  </a:moveTo>
                  <a:cubicBezTo>
                    <a:pt x="268" y="0"/>
                    <a:pt x="1" y="234"/>
                    <a:pt x="1" y="267"/>
                  </a:cubicBezTo>
                  <a:cubicBezTo>
                    <a:pt x="1" y="267"/>
                    <a:pt x="234" y="734"/>
                    <a:pt x="435" y="934"/>
                  </a:cubicBezTo>
                  <a:cubicBezTo>
                    <a:pt x="635" y="1134"/>
                    <a:pt x="1102" y="1334"/>
                    <a:pt x="1102" y="1334"/>
                  </a:cubicBezTo>
                  <a:lnTo>
                    <a:pt x="1335" y="1101"/>
                  </a:lnTo>
                  <a:cubicBezTo>
                    <a:pt x="1335" y="1101"/>
                    <a:pt x="1135" y="634"/>
                    <a:pt x="935" y="434"/>
                  </a:cubicBezTo>
                  <a:cubicBezTo>
                    <a:pt x="735" y="234"/>
                    <a:pt x="268" y="0"/>
                    <a:pt x="268"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99" name="Google Shape;4799;p40"/>
            <p:cNvSpPr/>
            <p:nvPr/>
          </p:nvSpPr>
          <p:spPr>
            <a:xfrm>
              <a:off x="3808025" y="2926400"/>
              <a:ext cx="91425" cy="85775"/>
            </a:xfrm>
            <a:custGeom>
              <a:avLst/>
              <a:gdLst/>
              <a:ahLst/>
              <a:cxnLst/>
              <a:rect l="l" t="t" r="r" b="b"/>
              <a:pathLst>
                <a:path w="3657" h="3431" extrusionOk="0">
                  <a:moveTo>
                    <a:pt x="3460" y="1"/>
                  </a:moveTo>
                  <a:cubicBezTo>
                    <a:pt x="3449" y="1"/>
                    <a:pt x="3439" y="4"/>
                    <a:pt x="3431" y="13"/>
                  </a:cubicBezTo>
                  <a:cubicBezTo>
                    <a:pt x="3431" y="13"/>
                    <a:pt x="2330" y="913"/>
                    <a:pt x="1663" y="1547"/>
                  </a:cubicBezTo>
                  <a:cubicBezTo>
                    <a:pt x="996" y="2181"/>
                    <a:pt x="28" y="3248"/>
                    <a:pt x="28" y="3248"/>
                  </a:cubicBezTo>
                  <a:cubicBezTo>
                    <a:pt x="1" y="3304"/>
                    <a:pt x="113" y="3431"/>
                    <a:pt x="170" y="3431"/>
                  </a:cubicBezTo>
                  <a:cubicBezTo>
                    <a:pt x="181" y="3431"/>
                    <a:pt x="190" y="3426"/>
                    <a:pt x="195" y="3415"/>
                  </a:cubicBezTo>
                  <a:cubicBezTo>
                    <a:pt x="195" y="3415"/>
                    <a:pt x="1329" y="2514"/>
                    <a:pt x="1997" y="1881"/>
                  </a:cubicBezTo>
                  <a:cubicBezTo>
                    <a:pt x="2664" y="1247"/>
                    <a:pt x="3598" y="179"/>
                    <a:pt x="3598" y="179"/>
                  </a:cubicBezTo>
                  <a:cubicBezTo>
                    <a:pt x="3656" y="179"/>
                    <a:pt x="3536" y="1"/>
                    <a:pt x="3460"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00" name="Google Shape;4800;p40"/>
            <p:cNvSpPr/>
            <p:nvPr/>
          </p:nvSpPr>
          <p:spPr>
            <a:xfrm>
              <a:off x="3846250" y="2989250"/>
              <a:ext cx="32550" cy="33500"/>
            </a:xfrm>
            <a:custGeom>
              <a:avLst/>
              <a:gdLst/>
              <a:ahLst/>
              <a:cxnLst/>
              <a:rect l="l" t="t" r="r" b="b"/>
              <a:pathLst>
                <a:path w="1302" h="1340" extrusionOk="0">
                  <a:moveTo>
                    <a:pt x="1068" y="0"/>
                  </a:moveTo>
                  <a:cubicBezTo>
                    <a:pt x="1068" y="0"/>
                    <a:pt x="701" y="267"/>
                    <a:pt x="501" y="534"/>
                  </a:cubicBezTo>
                  <a:cubicBezTo>
                    <a:pt x="267" y="801"/>
                    <a:pt x="1" y="1201"/>
                    <a:pt x="1" y="1201"/>
                  </a:cubicBezTo>
                  <a:cubicBezTo>
                    <a:pt x="1" y="1201"/>
                    <a:pt x="138" y="1339"/>
                    <a:pt x="189" y="1339"/>
                  </a:cubicBezTo>
                  <a:cubicBezTo>
                    <a:pt x="194" y="1339"/>
                    <a:pt x="198" y="1338"/>
                    <a:pt x="201" y="1335"/>
                  </a:cubicBezTo>
                  <a:cubicBezTo>
                    <a:pt x="201" y="1335"/>
                    <a:pt x="634" y="1068"/>
                    <a:pt x="868" y="834"/>
                  </a:cubicBezTo>
                  <a:cubicBezTo>
                    <a:pt x="968" y="701"/>
                    <a:pt x="1068" y="534"/>
                    <a:pt x="1168" y="367"/>
                  </a:cubicBezTo>
                  <a:cubicBezTo>
                    <a:pt x="1235" y="234"/>
                    <a:pt x="1301" y="134"/>
                    <a:pt x="1301" y="134"/>
                  </a:cubicBezTo>
                  <a:lnTo>
                    <a:pt x="1068" y="0"/>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01" name="Google Shape;4801;p40"/>
            <p:cNvSpPr/>
            <p:nvPr/>
          </p:nvSpPr>
          <p:spPr>
            <a:xfrm>
              <a:off x="3815400" y="3059300"/>
              <a:ext cx="50050" cy="48400"/>
            </a:xfrm>
            <a:custGeom>
              <a:avLst/>
              <a:gdLst/>
              <a:ahLst/>
              <a:cxnLst/>
              <a:rect l="l" t="t" r="r" b="b"/>
              <a:pathLst>
                <a:path w="2002" h="1936" extrusionOk="0">
                  <a:moveTo>
                    <a:pt x="1768" y="0"/>
                  </a:moveTo>
                  <a:cubicBezTo>
                    <a:pt x="1768" y="0"/>
                    <a:pt x="1201" y="434"/>
                    <a:pt x="868" y="834"/>
                  </a:cubicBezTo>
                  <a:cubicBezTo>
                    <a:pt x="534" y="1168"/>
                    <a:pt x="34" y="1735"/>
                    <a:pt x="34" y="1735"/>
                  </a:cubicBezTo>
                  <a:cubicBezTo>
                    <a:pt x="0" y="1735"/>
                    <a:pt x="100" y="1902"/>
                    <a:pt x="200" y="1935"/>
                  </a:cubicBezTo>
                  <a:cubicBezTo>
                    <a:pt x="200" y="1935"/>
                    <a:pt x="868" y="1535"/>
                    <a:pt x="1235" y="1201"/>
                  </a:cubicBezTo>
                  <a:cubicBezTo>
                    <a:pt x="1568" y="834"/>
                    <a:pt x="2002" y="167"/>
                    <a:pt x="2002" y="167"/>
                  </a:cubicBezTo>
                  <a:cubicBezTo>
                    <a:pt x="2002" y="101"/>
                    <a:pt x="1835" y="0"/>
                    <a:pt x="1768"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02" name="Google Shape;4802;p40"/>
            <p:cNvSpPr/>
            <p:nvPr/>
          </p:nvSpPr>
          <p:spPr>
            <a:xfrm>
              <a:off x="3794550" y="3131850"/>
              <a:ext cx="52550" cy="49225"/>
            </a:xfrm>
            <a:custGeom>
              <a:avLst/>
              <a:gdLst/>
              <a:ahLst/>
              <a:cxnLst/>
              <a:rect l="l" t="t" r="r" b="b"/>
              <a:pathLst>
                <a:path w="2102" h="1969" extrusionOk="0">
                  <a:moveTo>
                    <a:pt x="1902" y="1"/>
                  </a:moveTo>
                  <a:cubicBezTo>
                    <a:pt x="1902" y="1"/>
                    <a:pt x="1335" y="501"/>
                    <a:pt x="934" y="834"/>
                  </a:cubicBezTo>
                  <a:cubicBezTo>
                    <a:pt x="567" y="1168"/>
                    <a:pt x="34" y="1768"/>
                    <a:pt x="34" y="1768"/>
                  </a:cubicBezTo>
                  <a:cubicBezTo>
                    <a:pt x="0" y="1768"/>
                    <a:pt x="100" y="1935"/>
                    <a:pt x="201" y="1969"/>
                  </a:cubicBezTo>
                  <a:cubicBezTo>
                    <a:pt x="201" y="1969"/>
                    <a:pt x="901" y="1535"/>
                    <a:pt x="1268" y="1201"/>
                  </a:cubicBezTo>
                  <a:cubicBezTo>
                    <a:pt x="1501" y="1001"/>
                    <a:pt x="1702" y="734"/>
                    <a:pt x="1868" y="534"/>
                  </a:cubicBezTo>
                  <a:cubicBezTo>
                    <a:pt x="2002" y="334"/>
                    <a:pt x="2102" y="167"/>
                    <a:pt x="2102" y="167"/>
                  </a:cubicBezTo>
                  <a:cubicBezTo>
                    <a:pt x="2102" y="134"/>
                    <a:pt x="1935" y="1"/>
                    <a:pt x="1902"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03" name="Google Shape;4803;p40"/>
            <p:cNvSpPr/>
            <p:nvPr/>
          </p:nvSpPr>
          <p:spPr>
            <a:xfrm>
              <a:off x="3791200" y="3189400"/>
              <a:ext cx="42575" cy="39200"/>
            </a:xfrm>
            <a:custGeom>
              <a:avLst/>
              <a:gdLst/>
              <a:ahLst/>
              <a:cxnLst/>
              <a:rect l="l" t="t" r="r" b="b"/>
              <a:pathLst>
                <a:path w="1703" h="1568" extrusionOk="0">
                  <a:moveTo>
                    <a:pt x="1535" y="0"/>
                  </a:moveTo>
                  <a:cubicBezTo>
                    <a:pt x="1535" y="0"/>
                    <a:pt x="1002" y="334"/>
                    <a:pt x="668" y="567"/>
                  </a:cubicBezTo>
                  <a:cubicBezTo>
                    <a:pt x="368" y="867"/>
                    <a:pt x="1" y="1368"/>
                    <a:pt x="1" y="1368"/>
                  </a:cubicBezTo>
                  <a:cubicBezTo>
                    <a:pt x="1" y="1401"/>
                    <a:pt x="134" y="1568"/>
                    <a:pt x="234" y="1568"/>
                  </a:cubicBezTo>
                  <a:cubicBezTo>
                    <a:pt x="234" y="1568"/>
                    <a:pt x="735" y="1201"/>
                    <a:pt x="1035" y="968"/>
                  </a:cubicBezTo>
                  <a:cubicBezTo>
                    <a:pt x="1335" y="701"/>
                    <a:pt x="1702" y="200"/>
                    <a:pt x="1702" y="200"/>
                  </a:cubicBezTo>
                  <a:cubicBezTo>
                    <a:pt x="1702" y="167"/>
                    <a:pt x="1535" y="0"/>
                    <a:pt x="1535"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04" name="Google Shape;4804;p40"/>
            <p:cNvSpPr/>
            <p:nvPr/>
          </p:nvSpPr>
          <p:spPr>
            <a:xfrm>
              <a:off x="2641225" y="2484900"/>
              <a:ext cx="922350" cy="391800"/>
            </a:xfrm>
            <a:custGeom>
              <a:avLst/>
              <a:gdLst/>
              <a:ahLst/>
              <a:cxnLst/>
              <a:rect l="l" t="t" r="r" b="b"/>
              <a:pathLst>
                <a:path w="36894" h="15672" extrusionOk="0">
                  <a:moveTo>
                    <a:pt x="36402" y="294"/>
                  </a:moveTo>
                  <a:cubicBezTo>
                    <a:pt x="36356" y="406"/>
                    <a:pt x="36326" y="573"/>
                    <a:pt x="36326" y="794"/>
                  </a:cubicBezTo>
                  <a:cubicBezTo>
                    <a:pt x="36326" y="794"/>
                    <a:pt x="36293" y="3729"/>
                    <a:pt x="36226" y="14871"/>
                  </a:cubicBezTo>
                  <a:cubicBezTo>
                    <a:pt x="36193" y="14871"/>
                    <a:pt x="36160" y="14871"/>
                    <a:pt x="36060" y="14837"/>
                  </a:cubicBezTo>
                  <a:cubicBezTo>
                    <a:pt x="35859" y="14804"/>
                    <a:pt x="35626" y="14737"/>
                    <a:pt x="35326" y="14671"/>
                  </a:cubicBezTo>
                  <a:cubicBezTo>
                    <a:pt x="34692" y="14504"/>
                    <a:pt x="33958" y="14337"/>
                    <a:pt x="33024" y="14137"/>
                  </a:cubicBezTo>
                  <a:cubicBezTo>
                    <a:pt x="31223" y="13703"/>
                    <a:pt x="28888" y="13203"/>
                    <a:pt x="26319" y="12636"/>
                  </a:cubicBezTo>
                  <a:cubicBezTo>
                    <a:pt x="21149" y="11502"/>
                    <a:pt x="14878" y="10134"/>
                    <a:pt x="9607" y="8966"/>
                  </a:cubicBezTo>
                  <a:cubicBezTo>
                    <a:pt x="8140" y="8666"/>
                    <a:pt x="6639" y="8333"/>
                    <a:pt x="5304" y="8032"/>
                  </a:cubicBezTo>
                  <a:cubicBezTo>
                    <a:pt x="4971" y="7966"/>
                    <a:pt x="4637" y="7899"/>
                    <a:pt x="4337" y="7832"/>
                  </a:cubicBezTo>
                  <a:lnTo>
                    <a:pt x="4203" y="7832"/>
                  </a:lnTo>
                  <a:cubicBezTo>
                    <a:pt x="20048" y="4163"/>
                    <a:pt x="35893" y="527"/>
                    <a:pt x="35893" y="527"/>
                  </a:cubicBezTo>
                  <a:cubicBezTo>
                    <a:pt x="36140" y="458"/>
                    <a:pt x="36308" y="374"/>
                    <a:pt x="36402" y="294"/>
                  </a:cubicBezTo>
                  <a:close/>
                  <a:moveTo>
                    <a:pt x="36169" y="0"/>
                  </a:moveTo>
                  <a:cubicBezTo>
                    <a:pt x="36090" y="0"/>
                    <a:pt x="35998" y="8"/>
                    <a:pt x="35893" y="27"/>
                  </a:cubicBezTo>
                  <a:cubicBezTo>
                    <a:pt x="35893" y="27"/>
                    <a:pt x="31656" y="961"/>
                    <a:pt x="25319" y="2328"/>
                  </a:cubicBezTo>
                  <a:cubicBezTo>
                    <a:pt x="22150" y="2995"/>
                    <a:pt x="18447" y="3796"/>
                    <a:pt x="14477" y="4663"/>
                  </a:cubicBezTo>
                  <a:cubicBezTo>
                    <a:pt x="9841" y="5664"/>
                    <a:pt x="4937" y="6731"/>
                    <a:pt x="0" y="7832"/>
                  </a:cubicBezTo>
                  <a:cubicBezTo>
                    <a:pt x="1668" y="8166"/>
                    <a:pt x="5771" y="9066"/>
                    <a:pt x="9441" y="9867"/>
                  </a:cubicBezTo>
                  <a:cubicBezTo>
                    <a:pt x="14711" y="11035"/>
                    <a:pt x="20982" y="12369"/>
                    <a:pt x="26186" y="13470"/>
                  </a:cubicBezTo>
                  <a:cubicBezTo>
                    <a:pt x="28821" y="14003"/>
                    <a:pt x="31156" y="14504"/>
                    <a:pt x="32957" y="14871"/>
                  </a:cubicBezTo>
                  <a:cubicBezTo>
                    <a:pt x="34959" y="15238"/>
                    <a:pt x="36360" y="15538"/>
                    <a:pt x="36893" y="15671"/>
                  </a:cubicBezTo>
                  <a:cubicBezTo>
                    <a:pt x="36827" y="3896"/>
                    <a:pt x="36827" y="794"/>
                    <a:pt x="36827" y="794"/>
                  </a:cubicBezTo>
                  <a:cubicBezTo>
                    <a:pt x="36827" y="344"/>
                    <a:pt x="36702" y="118"/>
                    <a:pt x="36577" y="118"/>
                  </a:cubicBezTo>
                  <a:cubicBezTo>
                    <a:pt x="36548" y="118"/>
                    <a:pt x="36520" y="130"/>
                    <a:pt x="36493" y="153"/>
                  </a:cubicBezTo>
                  <a:lnTo>
                    <a:pt x="36493" y="153"/>
                  </a:lnTo>
                  <a:cubicBezTo>
                    <a:pt x="36499" y="64"/>
                    <a:pt x="36387" y="0"/>
                    <a:pt x="36169"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05" name="Google Shape;4805;p40"/>
            <p:cNvSpPr/>
            <p:nvPr/>
          </p:nvSpPr>
          <p:spPr>
            <a:xfrm>
              <a:off x="2697100" y="2668175"/>
              <a:ext cx="794750" cy="25050"/>
            </a:xfrm>
            <a:custGeom>
              <a:avLst/>
              <a:gdLst/>
              <a:ahLst/>
              <a:cxnLst/>
              <a:rect l="l" t="t" r="r" b="b"/>
              <a:pathLst>
                <a:path w="31790" h="1002" extrusionOk="0">
                  <a:moveTo>
                    <a:pt x="15912" y="1"/>
                  </a:moveTo>
                  <a:cubicBezTo>
                    <a:pt x="9807" y="1"/>
                    <a:pt x="334" y="234"/>
                    <a:pt x="334" y="234"/>
                  </a:cubicBezTo>
                  <a:cubicBezTo>
                    <a:pt x="0" y="234"/>
                    <a:pt x="0" y="735"/>
                    <a:pt x="334" y="735"/>
                  </a:cubicBezTo>
                  <a:cubicBezTo>
                    <a:pt x="334" y="735"/>
                    <a:pt x="9807" y="1002"/>
                    <a:pt x="15912" y="1002"/>
                  </a:cubicBezTo>
                  <a:cubicBezTo>
                    <a:pt x="21983" y="968"/>
                    <a:pt x="31456" y="735"/>
                    <a:pt x="31456" y="735"/>
                  </a:cubicBezTo>
                  <a:cubicBezTo>
                    <a:pt x="31790" y="701"/>
                    <a:pt x="31790" y="301"/>
                    <a:pt x="31456" y="234"/>
                  </a:cubicBezTo>
                  <a:cubicBezTo>
                    <a:pt x="31456" y="234"/>
                    <a:pt x="21983" y="1"/>
                    <a:pt x="15912"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06" name="Google Shape;4806;p40"/>
            <p:cNvSpPr/>
            <p:nvPr/>
          </p:nvSpPr>
          <p:spPr>
            <a:xfrm>
              <a:off x="3351275" y="2488275"/>
              <a:ext cx="201175" cy="198825"/>
            </a:xfrm>
            <a:custGeom>
              <a:avLst/>
              <a:gdLst/>
              <a:ahLst/>
              <a:cxnLst/>
              <a:rect l="l" t="t" r="r" b="b"/>
              <a:pathLst>
                <a:path w="8047" h="7953" extrusionOk="0">
                  <a:moveTo>
                    <a:pt x="7804" y="1"/>
                  </a:moveTo>
                  <a:cubicBezTo>
                    <a:pt x="7785" y="1"/>
                    <a:pt x="7769" y="8"/>
                    <a:pt x="7758" y="25"/>
                  </a:cubicBezTo>
                  <a:cubicBezTo>
                    <a:pt x="7758" y="25"/>
                    <a:pt x="5289" y="2227"/>
                    <a:pt x="3788" y="3728"/>
                  </a:cubicBezTo>
                  <a:cubicBezTo>
                    <a:pt x="2287" y="5229"/>
                    <a:pt x="85" y="7697"/>
                    <a:pt x="85" y="7697"/>
                  </a:cubicBezTo>
                  <a:cubicBezTo>
                    <a:pt x="1" y="7754"/>
                    <a:pt x="178" y="7953"/>
                    <a:pt x="276" y="7953"/>
                  </a:cubicBezTo>
                  <a:cubicBezTo>
                    <a:pt x="293" y="7953"/>
                    <a:pt x="309" y="7946"/>
                    <a:pt x="319" y="7931"/>
                  </a:cubicBezTo>
                  <a:cubicBezTo>
                    <a:pt x="319" y="7931"/>
                    <a:pt x="2787" y="5729"/>
                    <a:pt x="4288" y="4228"/>
                  </a:cubicBezTo>
                  <a:cubicBezTo>
                    <a:pt x="5790" y="2727"/>
                    <a:pt x="7991" y="259"/>
                    <a:pt x="7991" y="259"/>
                  </a:cubicBezTo>
                  <a:cubicBezTo>
                    <a:pt x="8046" y="176"/>
                    <a:pt x="7895" y="1"/>
                    <a:pt x="7804"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07" name="Google Shape;4807;p40"/>
            <p:cNvSpPr/>
            <p:nvPr/>
          </p:nvSpPr>
          <p:spPr>
            <a:xfrm>
              <a:off x="3279525" y="2505475"/>
              <a:ext cx="175575" cy="173250"/>
            </a:xfrm>
            <a:custGeom>
              <a:avLst/>
              <a:gdLst/>
              <a:ahLst/>
              <a:cxnLst/>
              <a:rect l="l" t="t" r="r" b="b"/>
              <a:pathLst>
                <a:path w="7023" h="6930" extrusionOk="0">
                  <a:moveTo>
                    <a:pt x="6776" y="1"/>
                  </a:moveTo>
                  <a:cubicBezTo>
                    <a:pt x="6769" y="1"/>
                    <a:pt x="6763" y="2"/>
                    <a:pt x="6758" y="4"/>
                  </a:cubicBezTo>
                  <a:cubicBezTo>
                    <a:pt x="6758" y="4"/>
                    <a:pt x="4623" y="1906"/>
                    <a:pt x="3289" y="3207"/>
                  </a:cubicBezTo>
                  <a:cubicBezTo>
                    <a:pt x="1988" y="4507"/>
                    <a:pt x="87" y="6676"/>
                    <a:pt x="87" y="6676"/>
                  </a:cubicBezTo>
                  <a:cubicBezTo>
                    <a:pt x="1" y="6704"/>
                    <a:pt x="185" y="6930"/>
                    <a:pt x="281" y="6930"/>
                  </a:cubicBezTo>
                  <a:cubicBezTo>
                    <a:pt x="297" y="6930"/>
                    <a:pt x="311" y="6923"/>
                    <a:pt x="320" y="6909"/>
                  </a:cubicBezTo>
                  <a:cubicBezTo>
                    <a:pt x="320" y="6909"/>
                    <a:pt x="2455" y="5008"/>
                    <a:pt x="3789" y="3707"/>
                  </a:cubicBezTo>
                  <a:cubicBezTo>
                    <a:pt x="5090" y="2406"/>
                    <a:pt x="6992" y="238"/>
                    <a:pt x="6992" y="238"/>
                  </a:cubicBezTo>
                  <a:cubicBezTo>
                    <a:pt x="7023" y="176"/>
                    <a:pt x="6854" y="1"/>
                    <a:pt x="6776"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08" name="Google Shape;4808;p40"/>
            <p:cNvSpPr/>
            <p:nvPr/>
          </p:nvSpPr>
          <p:spPr>
            <a:xfrm>
              <a:off x="3205100" y="2529450"/>
              <a:ext cx="149050" cy="146350"/>
            </a:xfrm>
            <a:custGeom>
              <a:avLst/>
              <a:gdLst/>
              <a:ahLst/>
              <a:cxnLst/>
              <a:rect l="l" t="t" r="r" b="b"/>
              <a:pathLst>
                <a:path w="5962" h="5854" extrusionOk="0">
                  <a:moveTo>
                    <a:pt x="5706" y="1"/>
                  </a:moveTo>
                  <a:cubicBezTo>
                    <a:pt x="5692" y="1"/>
                    <a:pt x="5678" y="4"/>
                    <a:pt x="5666" y="13"/>
                  </a:cubicBezTo>
                  <a:cubicBezTo>
                    <a:pt x="5666" y="13"/>
                    <a:pt x="3831" y="1580"/>
                    <a:pt x="2764" y="2681"/>
                  </a:cubicBezTo>
                  <a:cubicBezTo>
                    <a:pt x="1663" y="3749"/>
                    <a:pt x="95" y="5583"/>
                    <a:pt x="95" y="5583"/>
                  </a:cubicBezTo>
                  <a:cubicBezTo>
                    <a:pt x="1" y="5615"/>
                    <a:pt x="232" y="5853"/>
                    <a:pt x="315" y="5853"/>
                  </a:cubicBezTo>
                  <a:cubicBezTo>
                    <a:pt x="320" y="5853"/>
                    <a:pt x="325" y="5852"/>
                    <a:pt x="328" y="5850"/>
                  </a:cubicBezTo>
                  <a:cubicBezTo>
                    <a:pt x="328" y="5850"/>
                    <a:pt x="2163" y="4249"/>
                    <a:pt x="3264" y="3182"/>
                  </a:cubicBezTo>
                  <a:cubicBezTo>
                    <a:pt x="4331" y="2081"/>
                    <a:pt x="5932" y="246"/>
                    <a:pt x="5932" y="246"/>
                  </a:cubicBezTo>
                  <a:cubicBezTo>
                    <a:pt x="5962" y="188"/>
                    <a:pt x="5811" y="1"/>
                    <a:pt x="5706"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09" name="Google Shape;4809;p40"/>
            <p:cNvSpPr/>
            <p:nvPr/>
          </p:nvSpPr>
          <p:spPr>
            <a:xfrm>
              <a:off x="3136625" y="2557175"/>
              <a:ext cx="117500" cy="116125"/>
            </a:xfrm>
            <a:custGeom>
              <a:avLst/>
              <a:gdLst/>
              <a:ahLst/>
              <a:cxnLst/>
              <a:rect l="l" t="t" r="r" b="b"/>
              <a:pathLst>
                <a:path w="4700" h="4645" extrusionOk="0">
                  <a:moveTo>
                    <a:pt x="4420" y="1"/>
                  </a:moveTo>
                  <a:cubicBezTo>
                    <a:pt x="4413" y="1"/>
                    <a:pt x="4407" y="2"/>
                    <a:pt x="4402" y="4"/>
                  </a:cubicBezTo>
                  <a:cubicBezTo>
                    <a:pt x="4402" y="4"/>
                    <a:pt x="3001" y="1239"/>
                    <a:pt x="2133" y="2106"/>
                  </a:cubicBezTo>
                  <a:cubicBezTo>
                    <a:pt x="1233" y="2940"/>
                    <a:pt x="32" y="4408"/>
                    <a:pt x="32" y="4408"/>
                  </a:cubicBezTo>
                  <a:cubicBezTo>
                    <a:pt x="1" y="4439"/>
                    <a:pt x="202" y="4644"/>
                    <a:pt x="283" y="4644"/>
                  </a:cubicBezTo>
                  <a:cubicBezTo>
                    <a:pt x="289" y="4644"/>
                    <a:pt x="294" y="4643"/>
                    <a:pt x="299" y="4641"/>
                  </a:cubicBezTo>
                  <a:cubicBezTo>
                    <a:pt x="299" y="4641"/>
                    <a:pt x="1700" y="3440"/>
                    <a:pt x="2567" y="2573"/>
                  </a:cubicBezTo>
                  <a:cubicBezTo>
                    <a:pt x="3468" y="1739"/>
                    <a:pt x="4669" y="271"/>
                    <a:pt x="4669" y="271"/>
                  </a:cubicBezTo>
                  <a:cubicBezTo>
                    <a:pt x="4699" y="179"/>
                    <a:pt x="4502" y="1"/>
                    <a:pt x="4420"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10" name="Google Shape;4810;p40"/>
            <p:cNvSpPr/>
            <p:nvPr/>
          </p:nvSpPr>
          <p:spPr>
            <a:xfrm>
              <a:off x="3063300" y="2573950"/>
              <a:ext cx="103325" cy="102675"/>
            </a:xfrm>
            <a:custGeom>
              <a:avLst/>
              <a:gdLst/>
              <a:ahLst/>
              <a:cxnLst/>
              <a:rect l="l" t="t" r="r" b="b"/>
              <a:pathLst>
                <a:path w="4133" h="4107" extrusionOk="0">
                  <a:moveTo>
                    <a:pt x="3899" y="1"/>
                  </a:moveTo>
                  <a:cubicBezTo>
                    <a:pt x="3899" y="1"/>
                    <a:pt x="2598" y="1068"/>
                    <a:pt x="1831" y="1802"/>
                  </a:cubicBezTo>
                  <a:cubicBezTo>
                    <a:pt x="1097" y="2569"/>
                    <a:pt x="63" y="3837"/>
                    <a:pt x="63" y="3837"/>
                  </a:cubicBezTo>
                  <a:cubicBezTo>
                    <a:pt x="1" y="3899"/>
                    <a:pt x="229" y="4107"/>
                    <a:pt x="287" y="4107"/>
                  </a:cubicBezTo>
                  <a:cubicBezTo>
                    <a:pt x="291" y="4107"/>
                    <a:pt x="294" y="4106"/>
                    <a:pt x="296" y="4103"/>
                  </a:cubicBezTo>
                  <a:cubicBezTo>
                    <a:pt x="296" y="4103"/>
                    <a:pt x="1597" y="3069"/>
                    <a:pt x="2331" y="2302"/>
                  </a:cubicBezTo>
                  <a:cubicBezTo>
                    <a:pt x="3098" y="1568"/>
                    <a:pt x="4132" y="267"/>
                    <a:pt x="4132" y="267"/>
                  </a:cubicBezTo>
                  <a:cubicBezTo>
                    <a:pt x="4132" y="234"/>
                    <a:pt x="3932" y="1"/>
                    <a:pt x="3899"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11" name="Google Shape;4811;p40"/>
            <p:cNvSpPr/>
            <p:nvPr/>
          </p:nvSpPr>
          <p:spPr>
            <a:xfrm>
              <a:off x="2992425" y="2592025"/>
              <a:ext cx="87375" cy="85450"/>
            </a:xfrm>
            <a:custGeom>
              <a:avLst/>
              <a:gdLst/>
              <a:ahLst/>
              <a:cxnLst/>
              <a:rect l="l" t="t" r="r" b="b"/>
              <a:pathLst>
                <a:path w="3495" h="3418" extrusionOk="0">
                  <a:moveTo>
                    <a:pt x="3258" y="1"/>
                  </a:moveTo>
                  <a:cubicBezTo>
                    <a:pt x="3248" y="1"/>
                    <a:pt x="3239" y="4"/>
                    <a:pt x="3231" y="11"/>
                  </a:cubicBezTo>
                  <a:cubicBezTo>
                    <a:pt x="3231" y="11"/>
                    <a:pt x="2131" y="845"/>
                    <a:pt x="1497" y="1446"/>
                  </a:cubicBezTo>
                  <a:cubicBezTo>
                    <a:pt x="896" y="2080"/>
                    <a:pt x="63" y="3180"/>
                    <a:pt x="63" y="3180"/>
                  </a:cubicBezTo>
                  <a:cubicBezTo>
                    <a:pt x="0" y="3211"/>
                    <a:pt x="229" y="3417"/>
                    <a:pt x="286" y="3417"/>
                  </a:cubicBezTo>
                  <a:cubicBezTo>
                    <a:pt x="291" y="3417"/>
                    <a:pt x="294" y="3416"/>
                    <a:pt x="296" y="3414"/>
                  </a:cubicBezTo>
                  <a:cubicBezTo>
                    <a:pt x="296" y="3414"/>
                    <a:pt x="1397" y="2580"/>
                    <a:pt x="1997" y="1946"/>
                  </a:cubicBezTo>
                  <a:cubicBezTo>
                    <a:pt x="2631" y="1346"/>
                    <a:pt x="3465" y="245"/>
                    <a:pt x="3465" y="245"/>
                  </a:cubicBezTo>
                  <a:cubicBezTo>
                    <a:pt x="3495" y="215"/>
                    <a:pt x="3340" y="1"/>
                    <a:pt x="3258"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12" name="Google Shape;4812;p40"/>
            <p:cNvSpPr/>
            <p:nvPr/>
          </p:nvSpPr>
          <p:spPr>
            <a:xfrm>
              <a:off x="2929775" y="2612875"/>
              <a:ext cx="70075" cy="68675"/>
            </a:xfrm>
            <a:custGeom>
              <a:avLst/>
              <a:gdLst/>
              <a:ahLst/>
              <a:cxnLst/>
              <a:rect l="l" t="t" r="r" b="b"/>
              <a:pathLst>
                <a:path w="2803" h="2747" extrusionOk="0">
                  <a:moveTo>
                    <a:pt x="2585" y="1"/>
                  </a:moveTo>
                  <a:cubicBezTo>
                    <a:pt x="2578" y="1"/>
                    <a:pt x="2572" y="4"/>
                    <a:pt x="2569" y="11"/>
                  </a:cubicBezTo>
                  <a:cubicBezTo>
                    <a:pt x="2569" y="11"/>
                    <a:pt x="1668" y="612"/>
                    <a:pt x="1168" y="1112"/>
                  </a:cubicBezTo>
                  <a:cubicBezTo>
                    <a:pt x="667" y="1612"/>
                    <a:pt x="67" y="2513"/>
                    <a:pt x="67" y="2513"/>
                  </a:cubicBezTo>
                  <a:cubicBezTo>
                    <a:pt x="0" y="2513"/>
                    <a:pt x="267" y="2747"/>
                    <a:pt x="300" y="2747"/>
                  </a:cubicBezTo>
                  <a:cubicBezTo>
                    <a:pt x="300" y="2747"/>
                    <a:pt x="1168" y="2113"/>
                    <a:pt x="1668" y="1612"/>
                  </a:cubicBezTo>
                  <a:cubicBezTo>
                    <a:pt x="2168" y="1112"/>
                    <a:pt x="2802" y="245"/>
                    <a:pt x="2802" y="245"/>
                  </a:cubicBezTo>
                  <a:cubicBezTo>
                    <a:pt x="2802" y="215"/>
                    <a:pt x="2644" y="1"/>
                    <a:pt x="2585"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13" name="Google Shape;4813;p40"/>
            <p:cNvSpPr/>
            <p:nvPr/>
          </p:nvSpPr>
          <p:spPr>
            <a:xfrm>
              <a:off x="2878900" y="2629825"/>
              <a:ext cx="50900" cy="50050"/>
            </a:xfrm>
            <a:custGeom>
              <a:avLst/>
              <a:gdLst/>
              <a:ahLst/>
              <a:cxnLst/>
              <a:rect l="l" t="t" r="r" b="b"/>
              <a:pathLst>
                <a:path w="2036" h="2002" extrusionOk="0">
                  <a:moveTo>
                    <a:pt x="1802" y="0"/>
                  </a:moveTo>
                  <a:cubicBezTo>
                    <a:pt x="1802" y="0"/>
                    <a:pt x="1134" y="401"/>
                    <a:pt x="801" y="734"/>
                  </a:cubicBezTo>
                  <a:cubicBezTo>
                    <a:pt x="467" y="1068"/>
                    <a:pt x="34" y="1735"/>
                    <a:pt x="34" y="1735"/>
                  </a:cubicBezTo>
                  <a:cubicBezTo>
                    <a:pt x="0" y="1735"/>
                    <a:pt x="267" y="2002"/>
                    <a:pt x="300" y="2002"/>
                  </a:cubicBezTo>
                  <a:cubicBezTo>
                    <a:pt x="300" y="2002"/>
                    <a:pt x="968" y="1568"/>
                    <a:pt x="1301" y="1235"/>
                  </a:cubicBezTo>
                  <a:cubicBezTo>
                    <a:pt x="1635" y="901"/>
                    <a:pt x="2035" y="234"/>
                    <a:pt x="2035" y="234"/>
                  </a:cubicBezTo>
                  <a:cubicBezTo>
                    <a:pt x="2035" y="201"/>
                    <a:pt x="1835" y="0"/>
                    <a:pt x="1802"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14" name="Google Shape;4814;p40"/>
            <p:cNvSpPr/>
            <p:nvPr/>
          </p:nvSpPr>
          <p:spPr>
            <a:xfrm>
              <a:off x="3431800" y="2623075"/>
              <a:ext cx="60900" cy="60975"/>
            </a:xfrm>
            <a:custGeom>
              <a:avLst/>
              <a:gdLst/>
              <a:ahLst/>
              <a:cxnLst/>
              <a:rect l="l" t="t" r="r" b="b"/>
              <a:pathLst>
                <a:path w="2436" h="2439" extrusionOk="0">
                  <a:moveTo>
                    <a:pt x="2210" y="0"/>
                  </a:moveTo>
                  <a:cubicBezTo>
                    <a:pt x="2207" y="0"/>
                    <a:pt x="2204" y="1"/>
                    <a:pt x="2202" y="4"/>
                  </a:cubicBezTo>
                  <a:cubicBezTo>
                    <a:pt x="2202" y="4"/>
                    <a:pt x="1401" y="537"/>
                    <a:pt x="1001" y="971"/>
                  </a:cubicBezTo>
                  <a:cubicBezTo>
                    <a:pt x="567" y="1371"/>
                    <a:pt x="33" y="2172"/>
                    <a:pt x="33" y="2172"/>
                  </a:cubicBezTo>
                  <a:cubicBezTo>
                    <a:pt x="0" y="2172"/>
                    <a:pt x="234" y="2439"/>
                    <a:pt x="267" y="2439"/>
                  </a:cubicBezTo>
                  <a:cubicBezTo>
                    <a:pt x="267" y="2439"/>
                    <a:pt x="1067" y="1872"/>
                    <a:pt x="1501" y="1471"/>
                  </a:cubicBezTo>
                  <a:cubicBezTo>
                    <a:pt x="1901" y="1038"/>
                    <a:pt x="2435" y="270"/>
                    <a:pt x="2435" y="270"/>
                  </a:cubicBezTo>
                  <a:cubicBezTo>
                    <a:pt x="2435" y="208"/>
                    <a:pt x="2261" y="0"/>
                    <a:pt x="2210"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15" name="Google Shape;4815;p40"/>
            <p:cNvSpPr/>
            <p:nvPr/>
          </p:nvSpPr>
          <p:spPr>
            <a:xfrm>
              <a:off x="2817175" y="2647325"/>
              <a:ext cx="33400" cy="33400"/>
            </a:xfrm>
            <a:custGeom>
              <a:avLst/>
              <a:gdLst/>
              <a:ahLst/>
              <a:cxnLst/>
              <a:rect l="l" t="t" r="r" b="b"/>
              <a:pathLst>
                <a:path w="1336" h="1336" extrusionOk="0">
                  <a:moveTo>
                    <a:pt x="1102" y="1"/>
                  </a:moveTo>
                  <a:cubicBezTo>
                    <a:pt x="1102" y="1"/>
                    <a:pt x="635" y="201"/>
                    <a:pt x="434" y="401"/>
                  </a:cubicBezTo>
                  <a:cubicBezTo>
                    <a:pt x="234" y="635"/>
                    <a:pt x="1" y="1068"/>
                    <a:pt x="1" y="1068"/>
                  </a:cubicBezTo>
                  <a:lnTo>
                    <a:pt x="268" y="1335"/>
                  </a:lnTo>
                  <a:cubicBezTo>
                    <a:pt x="268" y="1335"/>
                    <a:pt x="735" y="1135"/>
                    <a:pt x="935" y="902"/>
                  </a:cubicBezTo>
                  <a:cubicBezTo>
                    <a:pt x="1135" y="701"/>
                    <a:pt x="1335" y="234"/>
                    <a:pt x="1335" y="234"/>
                  </a:cubicBezTo>
                  <a:cubicBezTo>
                    <a:pt x="1335" y="201"/>
                    <a:pt x="1102" y="1"/>
                    <a:pt x="1102"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16" name="Google Shape;4816;p40"/>
            <p:cNvSpPr/>
            <p:nvPr/>
          </p:nvSpPr>
          <p:spPr>
            <a:xfrm>
              <a:off x="3411775" y="2744900"/>
              <a:ext cx="87425" cy="90200"/>
            </a:xfrm>
            <a:custGeom>
              <a:avLst/>
              <a:gdLst/>
              <a:ahLst/>
              <a:cxnLst/>
              <a:rect l="l" t="t" r="r" b="b"/>
              <a:pathLst>
                <a:path w="3497" h="3608" extrusionOk="0">
                  <a:moveTo>
                    <a:pt x="201" y="1"/>
                  </a:moveTo>
                  <a:cubicBezTo>
                    <a:pt x="167" y="1"/>
                    <a:pt x="0" y="134"/>
                    <a:pt x="34" y="168"/>
                  </a:cubicBezTo>
                  <a:cubicBezTo>
                    <a:pt x="34" y="168"/>
                    <a:pt x="934" y="1302"/>
                    <a:pt x="1568" y="1969"/>
                  </a:cubicBezTo>
                  <a:cubicBezTo>
                    <a:pt x="2202" y="2636"/>
                    <a:pt x="3269" y="3603"/>
                    <a:pt x="3269" y="3603"/>
                  </a:cubicBezTo>
                  <a:cubicBezTo>
                    <a:pt x="3269" y="3606"/>
                    <a:pt x="3271" y="3608"/>
                    <a:pt x="3275" y="3608"/>
                  </a:cubicBezTo>
                  <a:cubicBezTo>
                    <a:pt x="3309" y="3608"/>
                    <a:pt x="3497" y="3467"/>
                    <a:pt x="3436" y="3437"/>
                  </a:cubicBezTo>
                  <a:cubicBezTo>
                    <a:pt x="3436" y="3437"/>
                    <a:pt x="2536" y="2302"/>
                    <a:pt x="1902" y="1635"/>
                  </a:cubicBezTo>
                  <a:cubicBezTo>
                    <a:pt x="1301" y="968"/>
                    <a:pt x="201" y="1"/>
                    <a:pt x="201"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17" name="Google Shape;4817;p40"/>
            <p:cNvSpPr/>
            <p:nvPr/>
          </p:nvSpPr>
          <p:spPr>
            <a:xfrm>
              <a:off x="3400925" y="2782425"/>
              <a:ext cx="35900" cy="32550"/>
            </a:xfrm>
            <a:custGeom>
              <a:avLst/>
              <a:gdLst/>
              <a:ahLst/>
              <a:cxnLst/>
              <a:rect l="l" t="t" r="r" b="b"/>
              <a:pathLst>
                <a:path w="1436" h="1302" extrusionOk="0">
                  <a:moveTo>
                    <a:pt x="234" y="1"/>
                  </a:moveTo>
                  <a:cubicBezTo>
                    <a:pt x="168" y="1"/>
                    <a:pt x="1" y="168"/>
                    <a:pt x="101" y="234"/>
                  </a:cubicBezTo>
                  <a:cubicBezTo>
                    <a:pt x="101" y="234"/>
                    <a:pt x="334" y="635"/>
                    <a:pt x="601" y="901"/>
                  </a:cubicBezTo>
                  <a:cubicBezTo>
                    <a:pt x="735" y="968"/>
                    <a:pt x="901" y="1102"/>
                    <a:pt x="1068" y="1168"/>
                  </a:cubicBezTo>
                  <a:cubicBezTo>
                    <a:pt x="1168" y="1268"/>
                    <a:pt x="1302" y="1302"/>
                    <a:pt x="1302" y="1302"/>
                  </a:cubicBezTo>
                  <a:lnTo>
                    <a:pt x="1435" y="1102"/>
                  </a:lnTo>
                  <a:cubicBezTo>
                    <a:pt x="1435" y="1102"/>
                    <a:pt x="1135" y="735"/>
                    <a:pt x="901" y="501"/>
                  </a:cubicBezTo>
                  <a:cubicBezTo>
                    <a:pt x="635" y="268"/>
                    <a:pt x="234" y="1"/>
                    <a:pt x="234"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18" name="Google Shape;4818;p40"/>
            <p:cNvSpPr/>
            <p:nvPr/>
          </p:nvSpPr>
          <p:spPr>
            <a:xfrm>
              <a:off x="3317550" y="2752400"/>
              <a:ext cx="49225" cy="49250"/>
            </a:xfrm>
            <a:custGeom>
              <a:avLst/>
              <a:gdLst/>
              <a:ahLst/>
              <a:cxnLst/>
              <a:rect l="l" t="t" r="r" b="b"/>
              <a:pathLst>
                <a:path w="1969" h="1970" extrusionOk="0">
                  <a:moveTo>
                    <a:pt x="234" y="1"/>
                  </a:moveTo>
                  <a:cubicBezTo>
                    <a:pt x="167" y="1"/>
                    <a:pt x="0" y="134"/>
                    <a:pt x="0" y="168"/>
                  </a:cubicBezTo>
                  <a:cubicBezTo>
                    <a:pt x="0" y="168"/>
                    <a:pt x="434" y="835"/>
                    <a:pt x="767" y="1202"/>
                  </a:cubicBezTo>
                  <a:cubicBezTo>
                    <a:pt x="1134" y="1535"/>
                    <a:pt x="1801" y="1969"/>
                    <a:pt x="1801" y="1969"/>
                  </a:cubicBezTo>
                  <a:cubicBezTo>
                    <a:pt x="1835" y="1969"/>
                    <a:pt x="1968" y="1802"/>
                    <a:pt x="1968" y="1736"/>
                  </a:cubicBezTo>
                  <a:cubicBezTo>
                    <a:pt x="1968" y="1736"/>
                    <a:pt x="1501" y="1168"/>
                    <a:pt x="1134" y="835"/>
                  </a:cubicBezTo>
                  <a:cubicBezTo>
                    <a:pt x="801" y="501"/>
                    <a:pt x="234" y="1"/>
                    <a:pt x="234"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19" name="Google Shape;4819;p40"/>
            <p:cNvSpPr/>
            <p:nvPr/>
          </p:nvSpPr>
          <p:spPr>
            <a:xfrm>
              <a:off x="3245000" y="2731575"/>
              <a:ext cx="49225" cy="52550"/>
            </a:xfrm>
            <a:custGeom>
              <a:avLst/>
              <a:gdLst/>
              <a:ahLst/>
              <a:cxnLst/>
              <a:rect l="l" t="t" r="r" b="b"/>
              <a:pathLst>
                <a:path w="1969" h="2102" extrusionOk="0">
                  <a:moveTo>
                    <a:pt x="200" y="0"/>
                  </a:moveTo>
                  <a:cubicBezTo>
                    <a:pt x="167" y="0"/>
                    <a:pt x="0" y="133"/>
                    <a:pt x="0" y="167"/>
                  </a:cubicBezTo>
                  <a:cubicBezTo>
                    <a:pt x="0" y="167"/>
                    <a:pt x="400" y="867"/>
                    <a:pt x="734" y="1268"/>
                  </a:cubicBezTo>
                  <a:cubicBezTo>
                    <a:pt x="934" y="1468"/>
                    <a:pt x="1201" y="1668"/>
                    <a:pt x="1401" y="1835"/>
                  </a:cubicBezTo>
                  <a:cubicBezTo>
                    <a:pt x="1601" y="1968"/>
                    <a:pt x="1768" y="2102"/>
                    <a:pt x="1768" y="2102"/>
                  </a:cubicBezTo>
                  <a:cubicBezTo>
                    <a:pt x="1835" y="2102"/>
                    <a:pt x="1968" y="1935"/>
                    <a:pt x="1968" y="1868"/>
                  </a:cubicBezTo>
                  <a:cubicBezTo>
                    <a:pt x="1968" y="1868"/>
                    <a:pt x="1468" y="1301"/>
                    <a:pt x="1134" y="901"/>
                  </a:cubicBezTo>
                  <a:cubicBezTo>
                    <a:pt x="801" y="534"/>
                    <a:pt x="200" y="0"/>
                    <a:pt x="200"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20" name="Google Shape;4820;p40"/>
            <p:cNvSpPr/>
            <p:nvPr/>
          </p:nvSpPr>
          <p:spPr>
            <a:xfrm>
              <a:off x="3195775" y="2727400"/>
              <a:ext cx="40075" cy="42550"/>
            </a:xfrm>
            <a:custGeom>
              <a:avLst/>
              <a:gdLst/>
              <a:ahLst/>
              <a:cxnLst/>
              <a:rect l="l" t="t" r="r" b="b"/>
              <a:pathLst>
                <a:path w="1603" h="1702" extrusionOk="0">
                  <a:moveTo>
                    <a:pt x="201" y="0"/>
                  </a:moveTo>
                  <a:cubicBezTo>
                    <a:pt x="168" y="0"/>
                    <a:pt x="34" y="167"/>
                    <a:pt x="1" y="267"/>
                  </a:cubicBezTo>
                  <a:cubicBezTo>
                    <a:pt x="1" y="267"/>
                    <a:pt x="368" y="767"/>
                    <a:pt x="635" y="1034"/>
                  </a:cubicBezTo>
                  <a:cubicBezTo>
                    <a:pt x="868" y="1335"/>
                    <a:pt x="1369" y="1701"/>
                    <a:pt x="1369" y="1701"/>
                  </a:cubicBezTo>
                  <a:cubicBezTo>
                    <a:pt x="1435" y="1701"/>
                    <a:pt x="1602" y="1535"/>
                    <a:pt x="1602" y="1535"/>
                  </a:cubicBezTo>
                  <a:cubicBezTo>
                    <a:pt x="1602" y="1535"/>
                    <a:pt x="1269" y="1001"/>
                    <a:pt x="1002" y="667"/>
                  </a:cubicBezTo>
                  <a:cubicBezTo>
                    <a:pt x="701" y="367"/>
                    <a:pt x="201" y="0"/>
                    <a:pt x="201"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21" name="Google Shape;4821;p40"/>
            <p:cNvSpPr/>
            <p:nvPr/>
          </p:nvSpPr>
          <p:spPr>
            <a:xfrm>
              <a:off x="3551875" y="1525700"/>
              <a:ext cx="392775" cy="922350"/>
            </a:xfrm>
            <a:custGeom>
              <a:avLst/>
              <a:gdLst/>
              <a:ahLst/>
              <a:cxnLst/>
              <a:rect l="l" t="t" r="r" b="b"/>
              <a:pathLst>
                <a:path w="15711" h="36894" extrusionOk="0">
                  <a:moveTo>
                    <a:pt x="7839" y="4204"/>
                  </a:moveTo>
                  <a:cubicBezTo>
                    <a:pt x="11542" y="20048"/>
                    <a:pt x="15145" y="35893"/>
                    <a:pt x="15145" y="35893"/>
                  </a:cubicBezTo>
                  <a:cubicBezTo>
                    <a:pt x="15201" y="36126"/>
                    <a:pt x="15275" y="36289"/>
                    <a:pt x="15350" y="36386"/>
                  </a:cubicBezTo>
                  <a:lnTo>
                    <a:pt x="15350" y="36386"/>
                  </a:lnTo>
                  <a:cubicBezTo>
                    <a:pt x="15244" y="36350"/>
                    <a:pt x="15097" y="36327"/>
                    <a:pt x="14911" y="36327"/>
                  </a:cubicBezTo>
                  <a:cubicBezTo>
                    <a:pt x="14911" y="36327"/>
                    <a:pt x="11942" y="36260"/>
                    <a:pt x="801" y="36226"/>
                  </a:cubicBezTo>
                  <a:cubicBezTo>
                    <a:pt x="801" y="36193"/>
                    <a:pt x="801" y="36160"/>
                    <a:pt x="834" y="36060"/>
                  </a:cubicBezTo>
                  <a:cubicBezTo>
                    <a:pt x="901" y="35860"/>
                    <a:pt x="934" y="35593"/>
                    <a:pt x="1001" y="35326"/>
                  </a:cubicBezTo>
                  <a:cubicBezTo>
                    <a:pt x="1168" y="34692"/>
                    <a:pt x="1368" y="33925"/>
                    <a:pt x="1568" y="33024"/>
                  </a:cubicBezTo>
                  <a:cubicBezTo>
                    <a:pt x="1969" y="31223"/>
                    <a:pt x="2469" y="28888"/>
                    <a:pt x="3069" y="26319"/>
                  </a:cubicBezTo>
                  <a:cubicBezTo>
                    <a:pt x="4203" y="21149"/>
                    <a:pt x="5571" y="14878"/>
                    <a:pt x="6739" y="9574"/>
                  </a:cubicBezTo>
                  <a:cubicBezTo>
                    <a:pt x="7005" y="8140"/>
                    <a:pt x="7372" y="6605"/>
                    <a:pt x="7639" y="5271"/>
                  </a:cubicBezTo>
                  <a:cubicBezTo>
                    <a:pt x="7739" y="4937"/>
                    <a:pt x="7773" y="4604"/>
                    <a:pt x="7839" y="4337"/>
                  </a:cubicBezTo>
                  <a:lnTo>
                    <a:pt x="7839" y="4270"/>
                  </a:lnTo>
                  <a:lnTo>
                    <a:pt x="7839" y="4204"/>
                  </a:lnTo>
                  <a:close/>
                  <a:moveTo>
                    <a:pt x="7839" y="1"/>
                  </a:moveTo>
                  <a:cubicBezTo>
                    <a:pt x="7506" y="1668"/>
                    <a:pt x="6605" y="5738"/>
                    <a:pt x="5805" y="9407"/>
                  </a:cubicBezTo>
                  <a:cubicBezTo>
                    <a:pt x="4637" y="14711"/>
                    <a:pt x="3303" y="20982"/>
                    <a:pt x="2235" y="26186"/>
                  </a:cubicBezTo>
                  <a:cubicBezTo>
                    <a:pt x="1668" y="28788"/>
                    <a:pt x="1168" y="31123"/>
                    <a:pt x="801" y="32924"/>
                  </a:cubicBezTo>
                  <a:cubicBezTo>
                    <a:pt x="434" y="34926"/>
                    <a:pt x="134" y="36360"/>
                    <a:pt x="0" y="36894"/>
                  </a:cubicBezTo>
                  <a:cubicBezTo>
                    <a:pt x="11776" y="36827"/>
                    <a:pt x="14911" y="36827"/>
                    <a:pt x="14911" y="36827"/>
                  </a:cubicBezTo>
                  <a:cubicBezTo>
                    <a:pt x="15444" y="36827"/>
                    <a:pt x="15649" y="36638"/>
                    <a:pt x="15528" y="36492"/>
                  </a:cubicBezTo>
                  <a:lnTo>
                    <a:pt x="15528" y="36492"/>
                  </a:lnTo>
                  <a:cubicBezTo>
                    <a:pt x="15640" y="36476"/>
                    <a:pt x="15710" y="36268"/>
                    <a:pt x="15645" y="35893"/>
                  </a:cubicBezTo>
                  <a:cubicBezTo>
                    <a:pt x="15645" y="35893"/>
                    <a:pt x="14744" y="31623"/>
                    <a:pt x="13343" y="25319"/>
                  </a:cubicBezTo>
                  <a:cubicBezTo>
                    <a:pt x="12710" y="22150"/>
                    <a:pt x="11909" y="18414"/>
                    <a:pt x="11008" y="14444"/>
                  </a:cubicBezTo>
                  <a:cubicBezTo>
                    <a:pt x="10008" y="9841"/>
                    <a:pt x="8940" y="4904"/>
                    <a:pt x="7839"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22" name="Google Shape;4822;p40"/>
            <p:cNvSpPr/>
            <p:nvPr/>
          </p:nvSpPr>
          <p:spPr>
            <a:xfrm>
              <a:off x="3469325" y="2373800"/>
              <a:ext cx="562925" cy="562925"/>
            </a:xfrm>
            <a:custGeom>
              <a:avLst/>
              <a:gdLst/>
              <a:ahLst/>
              <a:cxnLst/>
              <a:rect l="l" t="t" r="r" b="b"/>
              <a:pathLst>
                <a:path w="22517" h="22517" extrusionOk="0">
                  <a:moveTo>
                    <a:pt x="11241" y="1"/>
                  </a:moveTo>
                  <a:cubicBezTo>
                    <a:pt x="5037" y="1"/>
                    <a:pt x="0" y="5038"/>
                    <a:pt x="0" y="11276"/>
                  </a:cubicBezTo>
                  <a:cubicBezTo>
                    <a:pt x="0" y="17480"/>
                    <a:pt x="5037" y="22517"/>
                    <a:pt x="11241" y="22517"/>
                  </a:cubicBezTo>
                  <a:cubicBezTo>
                    <a:pt x="17446" y="22517"/>
                    <a:pt x="22516" y="17480"/>
                    <a:pt x="22516" y="11276"/>
                  </a:cubicBezTo>
                  <a:cubicBezTo>
                    <a:pt x="22516" y="5071"/>
                    <a:pt x="17513" y="1"/>
                    <a:pt x="11241" y="1"/>
                  </a:cubicBezTo>
                  <a:close/>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23" name="Google Shape;4823;p40"/>
            <p:cNvSpPr/>
            <p:nvPr/>
          </p:nvSpPr>
          <p:spPr>
            <a:xfrm>
              <a:off x="3457650" y="2363425"/>
              <a:ext cx="580425" cy="582050"/>
            </a:xfrm>
            <a:custGeom>
              <a:avLst/>
              <a:gdLst/>
              <a:ahLst/>
              <a:cxnLst/>
              <a:rect l="l" t="t" r="r" b="b"/>
              <a:pathLst>
                <a:path w="23217" h="23282" extrusionOk="0">
                  <a:moveTo>
                    <a:pt x="11899" y="814"/>
                  </a:moveTo>
                  <a:cubicBezTo>
                    <a:pt x="13465" y="814"/>
                    <a:pt x="14996" y="1135"/>
                    <a:pt x="16312" y="1750"/>
                  </a:cubicBezTo>
                  <a:cubicBezTo>
                    <a:pt x="17846" y="2484"/>
                    <a:pt x="19080" y="3485"/>
                    <a:pt x="20048" y="4552"/>
                  </a:cubicBezTo>
                  <a:cubicBezTo>
                    <a:pt x="21015" y="5653"/>
                    <a:pt x="21649" y="6754"/>
                    <a:pt x="22016" y="7754"/>
                  </a:cubicBezTo>
                  <a:cubicBezTo>
                    <a:pt x="22083" y="8021"/>
                    <a:pt x="22183" y="8221"/>
                    <a:pt x="22249" y="8488"/>
                  </a:cubicBezTo>
                  <a:cubicBezTo>
                    <a:pt x="22316" y="8722"/>
                    <a:pt x="22383" y="8922"/>
                    <a:pt x="22416" y="9155"/>
                  </a:cubicBezTo>
                  <a:cubicBezTo>
                    <a:pt x="22449" y="9222"/>
                    <a:pt x="22449" y="9356"/>
                    <a:pt x="22516" y="9422"/>
                  </a:cubicBezTo>
                  <a:cubicBezTo>
                    <a:pt x="22516" y="9556"/>
                    <a:pt x="22550" y="9656"/>
                    <a:pt x="22550" y="9722"/>
                  </a:cubicBezTo>
                  <a:cubicBezTo>
                    <a:pt x="22583" y="9923"/>
                    <a:pt x="22583" y="10089"/>
                    <a:pt x="22650" y="10223"/>
                  </a:cubicBezTo>
                  <a:cubicBezTo>
                    <a:pt x="22716" y="10523"/>
                    <a:pt x="22716" y="10723"/>
                    <a:pt x="22716" y="10890"/>
                  </a:cubicBezTo>
                  <a:lnTo>
                    <a:pt x="22716" y="11157"/>
                  </a:lnTo>
                  <a:cubicBezTo>
                    <a:pt x="22729" y="11417"/>
                    <a:pt x="22796" y="11585"/>
                    <a:pt x="22878" y="11653"/>
                  </a:cubicBezTo>
                  <a:lnTo>
                    <a:pt x="22878" y="11653"/>
                  </a:lnTo>
                  <a:cubicBezTo>
                    <a:pt x="22796" y="11726"/>
                    <a:pt x="22728" y="11894"/>
                    <a:pt x="22716" y="12158"/>
                  </a:cubicBezTo>
                  <a:lnTo>
                    <a:pt x="22716" y="12391"/>
                  </a:lnTo>
                  <a:cubicBezTo>
                    <a:pt x="22716" y="12558"/>
                    <a:pt x="22683" y="12758"/>
                    <a:pt x="22650" y="13058"/>
                  </a:cubicBezTo>
                  <a:cubicBezTo>
                    <a:pt x="22583" y="13225"/>
                    <a:pt x="22583" y="13392"/>
                    <a:pt x="22550" y="13559"/>
                  </a:cubicBezTo>
                  <a:cubicBezTo>
                    <a:pt x="22550" y="13659"/>
                    <a:pt x="22516" y="13759"/>
                    <a:pt x="22516" y="13859"/>
                  </a:cubicBezTo>
                  <a:cubicBezTo>
                    <a:pt x="22483" y="13925"/>
                    <a:pt x="22483" y="14059"/>
                    <a:pt x="22416" y="14159"/>
                  </a:cubicBezTo>
                  <a:cubicBezTo>
                    <a:pt x="22383" y="14359"/>
                    <a:pt x="22316" y="14559"/>
                    <a:pt x="22249" y="14826"/>
                  </a:cubicBezTo>
                  <a:cubicBezTo>
                    <a:pt x="22216" y="15026"/>
                    <a:pt x="22083" y="15260"/>
                    <a:pt x="22016" y="15527"/>
                  </a:cubicBezTo>
                  <a:cubicBezTo>
                    <a:pt x="21582" y="16494"/>
                    <a:pt x="21015" y="17661"/>
                    <a:pt x="20048" y="18729"/>
                  </a:cubicBezTo>
                  <a:cubicBezTo>
                    <a:pt x="19147" y="19830"/>
                    <a:pt x="17846" y="20830"/>
                    <a:pt x="16312" y="21531"/>
                  </a:cubicBezTo>
                  <a:cubicBezTo>
                    <a:pt x="14992" y="22162"/>
                    <a:pt x="13456" y="22491"/>
                    <a:pt x="11885" y="22491"/>
                  </a:cubicBezTo>
                  <a:cubicBezTo>
                    <a:pt x="9802" y="22491"/>
                    <a:pt x="7658" y="21914"/>
                    <a:pt x="5871" y="20697"/>
                  </a:cubicBezTo>
                  <a:cubicBezTo>
                    <a:pt x="5070" y="20163"/>
                    <a:pt x="4337" y="19563"/>
                    <a:pt x="3736" y="18862"/>
                  </a:cubicBezTo>
                  <a:cubicBezTo>
                    <a:pt x="3403" y="18529"/>
                    <a:pt x="3169" y="18162"/>
                    <a:pt x="2869" y="17762"/>
                  </a:cubicBezTo>
                  <a:cubicBezTo>
                    <a:pt x="2702" y="17595"/>
                    <a:pt x="2635" y="17395"/>
                    <a:pt x="2502" y="17194"/>
                  </a:cubicBezTo>
                  <a:cubicBezTo>
                    <a:pt x="2368" y="16994"/>
                    <a:pt x="2235" y="16828"/>
                    <a:pt x="2168" y="16594"/>
                  </a:cubicBezTo>
                  <a:cubicBezTo>
                    <a:pt x="1334" y="15026"/>
                    <a:pt x="967" y="13258"/>
                    <a:pt x="967" y="11657"/>
                  </a:cubicBezTo>
                  <a:cubicBezTo>
                    <a:pt x="967" y="10023"/>
                    <a:pt x="1334" y="8321"/>
                    <a:pt x="2168" y="6687"/>
                  </a:cubicBezTo>
                  <a:cubicBezTo>
                    <a:pt x="2235" y="6487"/>
                    <a:pt x="2368" y="6320"/>
                    <a:pt x="2502" y="6087"/>
                  </a:cubicBezTo>
                  <a:cubicBezTo>
                    <a:pt x="2635" y="5886"/>
                    <a:pt x="2735" y="5686"/>
                    <a:pt x="2869" y="5519"/>
                  </a:cubicBezTo>
                  <a:cubicBezTo>
                    <a:pt x="3169" y="5153"/>
                    <a:pt x="3403" y="4752"/>
                    <a:pt x="3736" y="4419"/>
                  </a:cubicBezTo>
                  <a:cubicBezTo>
                    <a:pt x="4370" y="3718"/>
                    <a:pt x="5070" y="3151"/>
                    <a:pt x="5871" y="2584"/>
                  </a:cubicBezTo>
                  <a:cubicBezTo>
                    <a:pt x="7662" y="1384"/>
                    <a:pt x="9812" y="814"/>
                    <a:pt x="11899" y="814"/>
                  </a:cubicBezTo>
                  <a:close/>
                  <a:moveTo>
                    <a:pt x="11639" y="0"/>
                  </a:moveTo>
                  <a:cubicBezTo>
                    <a:pt x="11440" y="0"/>
                    <a:pt x="11241" y="5"/>
                    <a:pt x="11041" y="16"/>
                  </a:cubicBezTo>
                  <a:cubicBezTo>
                    <a:pt x="10574" y="16"/>
                    <a:pt x="10074" y="82"/>
                    <a:pt x="9574" y="182"/>
                  </a:cubicBezTo>
                  <a:cubicBezTo>
                    <a:pt x="9340" y="216"/>
                    <a:pt x="9073" y="316"/>
                    <a:pt x="8840" y="349"/>
                  </a:cubicBezTo>
                  <a:cubicBezTo>
                    <a:pt x="8606" y="416"/>
                    <a:pt x="8373" y="483"/>
                    <a:pt x="8106" y="549"/>
                  </a:cubicBezTo>
                  <a:cubicBezTo>
                    <a:pt x="7606" y="716"/>
                    <a:pt x="7172" y="849"/>
                    <a:pt x="6705" y="1083"/>
                  </a:cubicBezTo>
                  <a:cubicBezTo>
                    <a:pt x="6238" y="1316"/>
                    <a:pt x="5771" y="1583"/>
                    <a:pt x="5371" y="1850"/>
                  </a:cubicBezTo>
                  <a:cubicBezTo>
                    <a:pt x="4537" y="2417"/>
                    <a:pt x="3736" y="3051"/>
                    <a:pt x="3069" y="3818"/>
                  </a:cubicBezTo>
                  <a:cubicBezTo>
                    <a:pt x="2702" y="4185"/>
                    <a:pt x="2402" y="4552"/>
                    <a:pt x="2102" y="4986"/>
                  </a:cubicBezTo>
                  <a:cubicBezTo>
                    <a:pt x="1935" y="5186"/>
                    <a:pt x="1835" y="5386"/>
                    <a:pt x="1701" y="5586"/>
                  </a:cubicBezTo>
                  <a:cubicBezTo>
                    <a:pt x="1568" y="5820"/>
                    <a:pt x="1401" y="6020"/>
                    <a:pt x="1334" y="6220"/>
                  </a:cubicBezTo>
                  <a:cubicBezTo>
                    <a:pt x="434" y="7988"/>
                    <a:pt x="0" y="9856"/>
                    <a:pt x="0" y="11657"/>
                  </a:cubicBezTo>
                  <a:cubicBezTo>
                    <a:pt x="0" y="13425"/>
                    <a:pt x="400" y="15326"/>
                    <a:pt x="1334" y="17061"/>
                  </a:cubicBezTo>
                  <a:cubicBezTo>
                    <a:pt x="1401" y="17261"/>
                    <a:pt x="1568" y="17495"/>
                    <a:pt x="1701" y="17695"/>
                  </a:cubicBezTo>
                  <a:cubicBezTo>
                    <a:pt x="1868" y="17895"/>
                    <a:pt x="1935" y="18095"/>
                    <a:pt x="2102" y="18329"/>
                  </a:cubicBezTo>
                  <a:cubicBezTo>
                    <a:pt x="2435" y="18729"/>
                    <a:pt x="2702" y="19096"/>
                    <a:pt x="3069" y="19496"/>
                  </a:cubicBezTo>
                  <a:cubicBezTo>
                    <a:pt x="3736" y="20230"/>
                    <a:pt x="4537" y="20897"/>
                    <a:pt x="5371" y="21431"/>
                  </a:cubicBezTo>
                  <a:cubicBezTo>
                    <a:pt x="5771" y="21731"/>
                    <a:pt x="6238" y="21998"/>
                    <a:pt x="6705" y="22198"/>
                  </a:cubicBezTo>
                  <a:cubicBezTo>
                    <a:pt x="7172" y="22398"/>
                    <a:pt x="7672" y="22565"/>
                    <a:pt x="8106" y="22732"/>
                  </a:cubicBezTo>
                  <a:cubicBezTo>
                    <a:pt x="8339" y="22832"/>
                    <a:pt x="8573" y="22865"/>
                    <a:pt x="8840" y="22932"/>
                  </a:cubicBezTo>
                  <a:cubicBezTo>
                    <a:pt x="9073" y="22999"/>
                    <a:pt x="9340" y="23065"/>
                    <a:pt x="9574" y="23099"/>
                  </a:cubicBezTo>
                  <a:cubicBezTo>
                    <a:pt x="10041" y="23199"/>
                    <a:pt x="10541" y="23266"/>
                    <a:pt x="11041" y="23266"/>
                  </a:cubicBezTo>
                  <a:cubicBezTo>
                    <a:pt x="11257" y="23276"/>
                    <a:pt x="11471" y="23282"/>
                    <a:pt x="11683" y="23282"/>
                  </a:cubicBezTo>
                  <a:cubicBezTo>
                    <a:pt x="13449" y="23282"/>
                    <a:pt x="15120" y="22913"/>
                    <a:pt x="16579" y="22198"/>
                  </a:cubicBezTo>
                  <a:cubicBezTo>
                    <a:pt x="18246" y="21398"/>
                    <a:pt x="19581" y="20330"/>
                    <a:pt x="20548" y="19163"/>
                  </a:cubicBezTo>
                  <a:cubicBezTo>
                    <a:pt x="21549" y="17995"/>
                    <a:pt x="22183" y="16727"/>
                    <a:pt x="22550" y="15693"/>
                  </a:cubicBezTo>
                  <a:cubicBezTo>
                    <a:pt x="22650" y="15427"/>
                    <a:pt x="22750" y="15193"/>
                    <a:pt x="22816" y="14926"/>
                  </a:cubicBezTo>
                  <a:cubicBezTo>
                    <a:pt x="22850" y="14693"/>
                    <a:pt x="22916" y="14426"/>
                    <a:pt x="22950" y="14226"/>
                  </a:cubicBezTo>
                  <a:cubicBezTo>
                    <a:pt x="23017" y="14159"/>
                    <a:pt x="23017" y="14026"/>
                    <a:pt x="23050" y="13925"/>
                  </a:cubicBezTo>
                  <a:cubicBezTo>
                    <a:pt x="23050" y="13859"/>
                    <a:pt x="23083" y="13725"/>
                    <a:pt x="23083" y="13659"/>
                  </a:cubicBezTo>
                  <a:cubicBezTo>
                    <a:pt x="23117" y="13492"/>
                    <a:pt x="23117" y="13325"/>
                    <a:pt x="23183" y="13158"/>
                  </a:cubicBezTo>
                  <a:cubicBezTo>
                    <a:pt x="23217" y="12858"/>
                    <a:pt x="23217" y="12591"/>
                    <a:pt x="23217" y="12424"/>
                  </a:cubicBezTo>
                  <a:lnTo>
                    <a:pt x="23217" y="12191"/>
                  </a:lnTo>
                  <a:cubicBezTo>
                    <a:pt x="23217" y="11893"/>
                    <a:pt x="23146" y="11711"/>
                    <a:pt x="23058" y="11642"/>
                  </a:cubicBezTo>
                  <a:lnTo>
                    <a:pt x="23058" y="11642"/>
                  </a:lnTo>
                  <a:cubicBezTo>
                    <a:pt x="23139" y="11565"/>
                    <a:pt x="23204" y="11383"/>
                    <a:pt x="23217" y="11090"/>
                  </a:cubicBezTo>
                  <a:lnTo>
                    <a:pt x="23217" y="10857"/>
                  </a:lnTo>
                  <a:cubicBezTo>
                    <a:pt x="23217" y="10690"/>
                    <a:pt x="23217" y="10423"/>
                    <a:pt x="23183" y="10156"/>
                  </a:cubicBezTo>
                  <a:cubicBezTo>
                    <a:pt x="23150" y="10023"/>
                    <a:pt x="23150" y="9823"/>
                    <a:pt x="23083" y="9656"/>
                  </a:cubicBezTo>
                  <a:cubicBezTo>
                    <a:pt x="23083" y="9556"/>
                    <a:pt x="23050" y="9422"/>
                    <a:pt x="23050" y="9356"/>
                  </a:cubicBezTo>
                  <a:cubicBezTo>
                    <a:pt x="23017" y="9255"/>
                    <a:pt x="23017" y="9189"/>
                    <a:pt x="22950" y="9055"/>
                  </a:cubicBezTo>
                  <a:cubicBezTo>
                    <a:pt x="22916" y="8822"/>
                    <a:pt x="22850" y="8588"/>
                    <a:pt x="22816" y="8355"/>
                  </a:cubicBezTo>
                  <a:cubicBezTo>
                    <a:pt x="22750" y="8088"/>
                    <a:pt x="22616" y="7854"/>
                    <a:pt x="22550" y="7588"/>
                  </a:cubicBezTo>
                  <a:cubicBezTo>
                    <a:pt x="22116" y="6520"/>
                    <a:pt x="21549" y="5319"/>
                    <a:pt x="20548" y="4152"/>
                  </a:cubicBezTo>
                  <a:cubicBezTo>
                    <a:pt x="19547" y="2984"/>
                    <a:pt x="18213" y="1850"/>
                    <a:pt x="16579" y="1083"/>
                  </a:cubicBezTo>
                  <a:cubicBezTo>
                    <a:pt x="15110" y="394"/>
                    <a:pt x="13399" y="0"/>
                    <a:pt x="11639"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24" name="Google Shape;4824;p40"/>
            <p:cNvSpPr/>
            <p:nvPr/>
          </p:nvSpPr>
          <p:spPr>
            <a:xfrm>
              <a:off x="3579400" y="2487325"/>
              <a:ext cx="337750" cy="338725"/>
            </a:xfrm>
            <a:custGeom>
              <a:avLst/>
              <a:gdLst/>
              <a:ahLst/>
              <a:cxnLst/>
              <a:rect l="l" t="t" r="r" b="b"/>
              <a:pathLst>
                <a:path w="13510" h="13549" extrusionOk="0">
                  <a:moveTo>
                    <a:pt x="6964" y="703"/>
                  </a:moveTo>
                  <a:cubicBezTo>
                    <a:pt x="7828" y="703"/>
                    <a:pt x="8676" y="887"/>
                    <a:pt x="9407" y="1231"/>
                  </a:cubicBezTo>
                  <a:cubicBezTo>
                    <a:pt x="10241" y="1598"/>
                    <a:pt x="10975" y="2165"/>
                    <a:pt x="11508" y="2765"/>
                  </a:cubicBezTo>
                  <a:cubicBezTo>
                    <a:pt x="12009" y="3332"/>
                    <a:pt x="12376" y="3999"/>
                    <a:pt x="12576" y="4566"/>
                  </a:cubicBezTo>
                  <a:cubicBezTo>
                    <a:pt x="12843" y="5133"/>
                    <a:pt x="12909" y="5600"/>
                    <a:pt x="12976" y="5934"/>
                  </a:cubicBezTo>
                  <a:cubicBezTo>
                    <a:pt x="13010" y="6101"/>
                    <a:pt x="13010" y="6234"/>
                    <a:pt x="13010" y="6301"/>
                  </a:cubicBezTo>
                  <a:lnTo>
                    <a:pt x="13010" y="6434"/>
                  </a:lnTo>
                  <a:cubicBezTo>
                    <a:pt x="13024" y="6593"/>
                    <a:pt x="13113" y="6695"/>
                    <a:pt x="13213" y="6728"/>
                  </a:cubicBezTo>
                  <a:lnTo>
                    <a:pt x="13213" y="6728"/>
                  </a:lnTo>
                  <a:cubicBezTo>
                    <a:pt x="13113" y="6753"/>
                    <a:pt x="13023" y="6848"/>
                    <a:pt x="13010" y="7001"/>
                  </a:cubicBezTo>
                  <a:lnTo>
                    <a:pt x="13010" y="7135"/>
                  </a:lnTo>
                  <a:cubicBezTo>
                    <a:pt x="13010" y="7235"/>
                    <a:pt x="13010" y="7335"/>
                    <a:pt x="12976" y="7502"/>
                  </a:cubicBezTo>
                  <a:cubicBezTo>
                    <a:pt x="12943" y="7835"/>
                    <a:pt x="12843" y="8336"/>
                    <a:pt x="12576" y="8903"/>
                  </a:cubicBezTo>
                  <a:cubicBezTo>
                    <a:pt x="12376" y="9436"/>
                    <a:pt x="12042" y="10104"/>
                    <a:pt x="11508" y="10671"/>
                  </a:cubicBezTo>
                  <a:cubicBezTo>
                    <a:pt x="11008" y="11304"/>
                    <a:pt x="10308" y="11838"/>
                    <a:pt x="9407" y="12238"/>
                  </a:cubicBezTo>
                  <a:cubicBezTo>
                    <a:pt x="8689" y="12562"/>
                    <a:pt x="7859" y="12731"/>
                    <a:pt x="7011" y="12731"/>
                  </a:cubicBezTo>
                  <a:cubicBezTo>
                    <a:pt x="5849" y="12731"/>
                    <a:pt x="4653" y="12413"/>
                    <a:pt x="3670" y="11738"/>
                  </a:cubicBezTo>
                  <a:cubicBezTo>
                    <a:pt x="2836" y="11138"/>
                    <a:pt x="2135" y="10337"/>
                    <a:pt x="1668" y="9470"/>
                  </a:cubicBezTo>
                  <a:cubicBezTo>
                    <a:pt x="1201" y="8603"/>
                    <a:pt x="1001" y="7635"/>
                    <a:pt x="1001" y="6735"/>
                  </a:cubicBezTo>
                  <a:cubicBezTo>
                    <a:pt x="1001" y="5801"/>
                    <a:pt x="1201" y="4833"/>
                    <a:pt x="1668" y="3966"/>
                  </a:cubicBezTo>
                  <a:cubicBezTo>
                    <a:pt x="2135" y="3099"/>
                    <a:pt x="2802" y="2298"/>
                    <a:pt x="3670" y="1731"/>
                  </a:cubicBezTo>
                  <a:cubicBezTo>
                    <a:pt x="4640" y="1027"/>
                    <a:pt x="5817" y="703"/>
                    <a:pt x="6964" y="703"/>
                  </a:cubicBezTo>
                  <a:close/>
                  <a:moveTo>
                    <a:pt x="6826" y="1"/>
                  </a:moveTo>
                  <a:cubicBezTo>
                    <a:pt x="5568" y="1"/>
                    <a:pt x="4268" y="331"/>
                    <a:pt x="3169" y="1064"/>
                  </a:cubicBezTo>
                  <a:cubicBezTo>
                    <a:pt x="2168" y="1664"/>
                    <a:pt x="1335" y="2598"/>
                    <a:pt x="801" y="3599"/>
                  </a:cubicBezTo>
                  <a:cubicBezTo>
                    <a:pt x="234" y="4600"/>
                    <a:pt x="0" y="5734"/>
                    <a:pt x="0" y="6768"/>
                  </a:cubicBezTo>
                  <a:cubicBezTo>
                    <a:pt x="0" y="7802"/>
                    <a:pt x="234" y="8936"/>
                    <a:pt x="801" y="9937"/>
                  </a:cubicBezTo>
                  <a:cubicBezTo>
                    <a:pt x="1335" y="10938"/>
                    <a:pt x="2168" y="11838"/>
                    <a:pt x="3169" y="12472"/>
                  </a:cubicBezTo>
                  <a:cubicBezTo>
                    <a:pt x="4274" y="13208"/>
                    <a:pt x="5581" y="13548"/>
                    <a:pt x="6846" y="13548"/>
                  </a:cubicBezTo>
                  <a:cubicBezTo>
                    <a:pt x="7872" y="13548"/>
                    <a:pt x="8870" y="13324"/>
                    <a:pt x="9707" y="12906"/>
                  </a:cubicBezTo>
                  <a:cubicBezTo>
                    <a:pt x="10675" y="12439"/>
                    <a:pt x="11408" y="11771"/>
                    <a:pt x="12009" y="11104"/>
                  </a:cubicBezTo>
                  <a:cubicBezTo>
                    <a:pt x="12543" y="10437"/>
                    <a:pt x="12909" y="9737"/>
                    <a:pt x="13143" y="9103"/>
                  </a:cubicBezTo>
                  <a:cubicBezTo>
                    <a:pt x="13343" y="8469"/>
                    <a:pt x="13410" y="7969"/>
                    <a:pt x="13477" y="7602"/>
                  </a:cubicBezTo>
                  <a:cubicBezTo>
                    <a:pt x="13510" y="7435"/>
                    <a:pt x="13510" y="7268"/>
                    <a:pt x="13510" y="7168"/>
                  </a:cubicBezTo>
                  <a:lnTo>
                    <a:pt x="13510" y="7068"/>
                  </a:lnTo>
                  <a:cubicBezTo>
                    <a:pt x="13510" y="6875"/>
                    <a:pt x="13430" y="6767"/>
                    <a:pt x="13333" y="6733"/>
                  </a:cubicBezTo>
                  <a:lnTo>
                    <a:pt x="13333" y="6733"/>
                  </a:lnTo>
                  <a:cubicBezTo>
                    <a:pt x="13422" y="6710"/>
                    <a:pt x="13497" y="6625"/>
                    <a:pt x="13510" y="6468"/>
                  </a:cubicBezTo>
                  <a:lnTo>
                    <a:pt x="13510" y="6334"/>
                  </a:lnTo>
                  <a:cubicBezTo>
                    <a:pt x="13510" y="6268"/>
                    <a:pt x="13510" y="6101"/>
                    <a:pt x="13477" y="5934"/>
                  </a:cubicBezTo>
                  <a:cubicBezTo>
                    <a:pt x="13410" y="5567"/>
                    <a:pt x="13376" y="5067"/>
                    <a:pt x="13143" y="4433"/>
                  </a:cubicBezTo>
                  <a:cubicBezTo>
                    <a:pt x="12909" y="3799"/>
                    <a:pt x="12576" y="3099"/>
                    <a:pt x="12009" y="2431"/>
                  </a:cubicBezTo>
                  <a:cubicBezTo>
                    <a:pt x="11408" y="1731"/>
                    <a:pt x="10675" y="1097"/>
                    <a:pt x="9707" y="630"/>
                  </a:cubicBezTo>
                  <a:cubicBezTo>
                    <a:pt x="8865" y="224"/>
                    <a:pt x="7859" y="1"/>
                    <a:pt x="6826"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25" name="Google Shape;4825;p40"/>
            <p:cNvSpPr/>
            <p:nvPr/>
          </p:nvSpPr>
          <p:spPr>
            <a:xfrm>
              <a:off x="2752975" y="1664125"/>
              <a:ext cx="1986450" cy="1977450"/>
            </a:xfrm>
            <a:custGeom>
              <a:avLst/>
              <a:gdLst/>
              <a:ahLst/>
              <a:cxnLst/>
              <a:rect l="l" t="t" r="r" b="b"/>
              <a:pathLst>
                <a:path w="79458" h="79098" extrusionOk="0">
                  <a:moveTo>
                    <a:pt x="39729" y="1"/>
                  </a:moveTo>
                  <a:cubicBezTo>
                    <a:pt x="33724" y="1"/>
                    <a:pt x="27253" y="1368"/>
                    <a:pt x="21382" y="4504"/>
                  </a:cubicBezTo>
                  <a:cubicBezTo>
                    <a:pt x="18413" y="6005"/>
                    <a:pt x="15678" y="8007"/>
                    <a:pt x="13143" y="10275"/>
                  </a:cubicBezTo>
                  <a:cubicBezTo>
                    <a:pt x="11909" y="11442"/>
                    <a:pt x="10675" y="12610"/>
                    <a:pt x="9574" y="13944"/>
                  </a:cubicBezTo>
                  <a:lnTo>
                    <a:pt x="9174" y="14445"/>
                  </a:lnTo>
                  <a:lnTo>
                    <a:pt x="8740" y="14945"/>
                  </a:lnTo>
                  <a:lnTo>
                    <a:pt x="7973" y="15946"/>
                  </a:lnTo>
                  <a:lnTo>
                    <a:pt x="7205" y="16980"/>
                  </a:lnTo>
                  <a:lnTo>
                    <a:pt x="6839" y="17513"/>
                  </a:lnTo>
                  <a:lnTo>
                    <a:pt x="6505" y="18047"/>
                  </a:lnTo>
                  <a:cubicBezTo>
                    <a:pt x="2702" y="23818"/>
                    <a:pt x="567" y="30623"/>
                    <a:pt x="200" y="37328"/>
                  </a:cubicBezTo>
                  <a:cubicBezTo>
                    <a:pt x="0" y="40697"/>
                    <a:pt x="234" y="44032"/>
                    <a:pt x="868" y="47201"/>
                  </a:cubicBezTo>
                  <a:cubicBezTo>
                    <a:pt x="1468" y="50370"/>
                    <a:pt x="2502" y="53406"/>
                    <a:pt x="3803" y="56208"/>
                  </a:cubicBezTo>
                  <a:cubicBezTo>
                    <a:pt x="4070" y="56908"/>
                    <a:pt x="4470" y="57575"/>
                    <a:pt x="4804" y="58243"/>
                  </a:cubicBezTo>
                  <a:cubicBezTo>
                    <a:pt x="5171" y="58910"/>
                    <a:pt x="5538" y="59543"/>
                    <a:pt x="5905" y="60211"/>
                  </a:cubicBezTo>
                  <a:cubicBezTo>
                    <a:pt x="6338" y="60778"/>
                    <a:pt x="6705" y="61478"/>
                    <a:pt x="7139" y="62045"/>
                  </a:cubicBezTo>
                  <a:cubicBezTo>
                    <a:pt x="7572" y="62612"/>
                    <a:pt x="7973" y="63246"/>
                    <a:pt x="8406" y="63780"/>
                  </a:cubicBezTo>
                  <a:cubicBezTo>
                    <a:pt x="10174" y="66048"/>
                    <a:pt x="12076" y="68050"/>
                    <a:pt x="14077" y="69717"/>
                  </a:cubicBezTo>
                  <a:cubicBezTo>
                    <a:pt x="18080" y="73086"/>
                    <a:pt x="22216" y="75288"/>
                    <a:pt x="25852" y="76622"/>
                  </a:cubicBezTo>
                  <a:cubicBezTo>
                    <a:pt x="29488" y="77957"/>
                    <a:pt x="32557" y="78524"/>
                    <a:pt x="34658" y="78791"/>
                  </a:cubicBezTo>
                  <a:cubicBezTo>
                    <a:pt x="35692" y="78991"/>
                    <a:pt x="36526" y="79024"/>
                    <a:pt x="37060" y="79057"/>
                  </a:cubicBezTo>
                  <a:cubicBezTo>
                    <a:pt x="37360" y="79057"/>
                    <a:pt x="37560" y="79091"/>
                    <a:pt x="37694" y="79091"/>
                  </a:cubicBezTo>
                  <a:lnTo>
                    <a:pt x="37894" y="79091"/>
                  </a:lnTo>
                  <a:cubicBezTo>
                    <a:pt x="38060" y="79095"/>
                    <a:pt x="38215" y="79097"/>
                    <a:pt x="38359" y="79097"/>
                  </a:cubicBezTo>
                  <a:cubicBezTo>
                    <a:pt x="40397" y="79097"/>
                    <a:pt x="40326" y="78684"/>
                    <a:pt x="37927" y="78590"/>
                  </a:cubicBezTo>
                  <a:lnTo>
                    <a:pt x="37727" y="78590"/>
                  </a:lnTo>
                  <a:cubicBezTo>
                    <a:pt x="37594" y="78590"/>
                    <a:pt x="37394" y="78590"/>
                    <a:pt x="37093" y="78557"/>
                  </a:cubicBezTo>
                  <a:cubicBezTo>
                    <a:pt x="36560" y="78524"/>
                    <a:pt x="35759" y="78457"/>
                    <a:pt x="34725" y="78290"/>
                  </a:cubicBezTo>
                  <a:cubicBezTo>
                    <a:pt x="32657" y="78023"/>
                    <a:pt x="29588" y="77423"/>
                    <a:pt x="26052" y="76089"/>
                  </a:cubicBezTo>
                  <a:cubicBezTo>
                    <a:pt x="22516" y="74754"/>
                    <a:pt x="18413" y="72553"/>
                    <a:pt x="14544" y="69217"/>
                  </a:cubicBezTo>
                  <a:cubicBezTo>
                    <a:pt x="12576" y="67549"/>
                    <a:pt x="10708" y="65614"/>
                    <a:pt x="9007" y="63380"/>
                  </a:cubicBezTo>
                  <a:cubicBezTo>
                    <a:pt x="8540" y="62846"/>
                    <a:pt x="8173" y="62245"/>
                    <a:pt x="7739" y="61678"/>
                  </a:cubicBezTo>
                  <a:cubicBezTo>
                    <a:pt x="7339" y="61078"/>
                    <a:pt x="7005" y="60444"/>
                    <a:pt x="6572" y="59844"/>
                  </a:cubicBezTo>
                  <a:cubicBezTo>
                    <a:pt x="6205" y="59210"/>
                    <a:pt x="5838" y="58576"/>
                    <a:pt x="5504" y="57909"/>
                  </a:cubicBezTo>
                  <a:cubicBezTo>
                    <a:pt x="5171" y="57242"/>
                    <a:pt x="4804" y="56608"/>
                    <a:pt x="4504" y="55908"/>
                  </a:cubicBezTo>
                  <a:cubicBezTo>
                    <a:pt x="1968" y="50437"/>
                    <a:pt x="667" y="43999"/>
                    <a:pt x="1068" y="37394"/>
                  </a:cubicBezTo>
                  <a:cubicBezTo>
                    <a:pt x="1501" y="30823"/>
                    <a:pt x="3636" y="24185"/>
                    <a:pt x="7339" y="18547"/>
                  </a:cubicBezTo>
                  <a:lnTo>
                    <a:pt x="7672" y="18014"/>
                  </a:lnTo>
                  <a:lnTo>
                    <a:pt x="8039" y="17513"/>
                  </a:lnTo>
                  <a:lnTo>
                    <a:pt x="8807" y="16479"/>
                  </a:lnTo>
                  <a:lnTo>
                    <a:pt x="9574" y="15479"/>
                  </a:lnTo>
                  <a:lnTo>
                    <a:pt x="9974" y="14978"/>
                  </a:lnTo>
                  <a:lnTo>
                    <a:pt x="10374" y="14511"/>
                  </a:lnTo>
                  <a:cubicBezTo>
                    <a:pt x="11475" y="13210"/>
                    <a:pt x="12676" y="12043"/>
                    <a:pt x="13877" y="10909"/>
                  </a:cubicBezTo>
                  <a:cubicBezTo>
                    <a:pt x="16379" y="8707"/>
                    <a:pt x="19081" y="6739"/>
                    <a:pt x="21983" y="5305"/>
                  </a:cubicBezTo>
                  <a:cubicBezTo>
                    <a:pt x="27720" y="2236"/>
                    <a:pt x="34025" y="901"/>
                    <a:pt x="39895" y="901"/>
                  </a:cubicBezTo>
                  <a:cubicBezTo>
                    <a:pt x="45766" y="901"/>
                    <a:pt x="52071" y="2236"/>
                    <a:pt x="57842" y="5305"/>
                  </a:cubicBezTo>
                  <a:cubicBezTo>
                    <a:pt x="60710" y="6806"/>
                    <a:pt x="63412" y="8707"/>
                    <a:pt x="65914" y="10909"/>
                  </a:cubicBezTo>
                  <a:cubicBezTo>
                    <a:pt x="67115" y="12043"/>
                    <a:pt x="68349" y="13210"/>
                    <a:pt x="69417" y="14511"/>
                  </a:cubicBezTo>
                  <a:lnTo>
                    <a:pt x="69850" y="14978"/>
                  </a:lnTo>
                  <a:lnTo>
                    <a:pt x="70217" y="15479"/>
                  </a:lnTo>
                  <a:lnTo>
                    <a:pt x="71018" y="16479"/>
                  </a:lnTo>
                  <a:lnTo>
                    <a:pt x="71752" y="17513"/>
                  </a:lnTo>
                  <a:lnTo>
                    <a:pt x="72118" y="18014"/>
                  </a:lnTo>
                  <a:lnTo>
                    <a:pt x="72452" y="18547"/>
                  </a:lnTo>
                  <a:cubicBezTo>
                    <a:pt x="76188" y="24185"/>
                    <a:pt x="78256" y="30856"/>
                    <a:pt x="78690" y="37394"/>
                  </a:cubicBezTo>
                  <a:cubicBezTo>
                    <a:pt x="78890" y="40697"/>
                    <a:pt x="78623" y="43932"/>
                    <a:pt x="78056" y="47068"/>
                  </a:cubicBezTo>
                  <a:cubicBezTo>
                    <a:pt x="77456" y="50203"/>
                    <a:pt x="76455" y="53172"/>
                    <a:pt x="75221" y="55908"/>
                  </a:cubicBezTo>
                  <a:cubicBezTo>
                    <a:pt x="74920" y="56575"/>
                    <a:pt x="74554" y="57242"/>
                    <a:pt x="74220" y="57909"/>
                  </a:cubicBezTo>
                  <a:cubicBezTo>
                    <a:pt x="73886" y="58576"/>
                    <a:pt x="73519" y="59210"/>
                    <a:pt x="73119" y="59844"/>
                  </a:cubicBezTo>
                  <a:cubicBezTo>
                    <a:pt x="72752" y="60444"/>
                    <a:pt x="72385" y="61078"/>
                    <a:pt x="71952" y="61678"/>
                  </a:cubicBezTo>
                  <a:cubicBezTo>
                    <a:pt x="71551" y="62245"/>
                    <a:pt x="71184" y="62846"/>
                    <a:pt x="70717" y="63380"/>
                  </a:cubicBezTo>
                  <a:cubicBezTo>
                    <a:pt x="69016" y="65581"/>
                    <a:pt x="67115" y="67549"/>
                    <a:pt x="65180" y="69217"/>
                  </a:cubicBezTo>
                  <a:cubicBezTo>
                    <a:pt x="61277" y="72553"/>
                    <a:pt x="57208" y="74754"/>
                    <a:pt x="53672" y="76089"/>
                  </a:cubicBezTo>
                  <a:cubicBezTo>
                    <a:pt x="50069" y="77456"/>
                    <a:pt x="47067" y="78023"/>
                    <a:pt x="44999" y="78290"/>
                  </a:cubicBezTo>
                  <a:cubicBezTo>
                    <a:pt x="43998" y="78490"/>
                    <a:pt x="43164" y="78524"/>
                    <a:pt x="42597" y="78557"/>
                  </a:cubicBezTo>
                  <a:cubicBezTo>
                    <a:pt x="42331" y="78557"/>
                    <a:pt x="42097" y="78590"/>
                    <a:pt x="41997" y="78590"/>
                  </a:cubicBezTo>
                  <a:lnTo>
                    <a:pt x="41763" y="78590"/>
                  </a:lnTo>
                  <a:cubicBezTo>
                    <a:pt x="39328" y="78690"/>
                    <a:pt x="39262" y="79091"/>
                    <a:pt x="41563" y="79091"/>
                  </a:cubicBezTo>
                  <a:lnTo>
                    <a:pt x="41763" y="79091"/>
                  </a:lnTo>
                  <a:cubicBezTo>
                    <a:pt x="41897" y="79091"/>
                    <a:pt x="42097" y="79057"/>
                    <a:pt x="42397" y="79057"/>
                  </a:cubicBezTo>
                  <a:cubicBezTo>
                    <a:pt x="42931" y="79024"/>
                    <a:pt x="43765" y="78957"/>
                    <a:pt x="44832" y="78791"/>
                  </a:cubicBezTo>
                  <a:cubicBezTo>
                    <a:pt x="46934" y="78524"/>
                    <a:pt x="50003" y="77957"/>
                    <a:pt x="53605" y="76622"/>
                  </a:cubicBezTo>
                  <a:cubicBezTo>
                    <a:pt x="57241" y="75288"/>
                    <a:pt x="61411" y="73086"/>
                    <a:pt x="65380" y="69717"/>
                  </a:cubicBezTo>
                  <a:cubicBezTo>
                    <a:pt x="67382" y="68050"/>
                    <a:pt x="69283" y="66048"/>
                    <a:pt x="71051" y="63780"/>
                  </a:cubicBezTo>
                  <a:cubicBezTo>
                    <a:pt x="71518" y="63246"/>
                    <a:pt x="71918" y="62612"/>
                    <a:pt x="72352" y="62045"/>
                  </a:cubicBezTo>
                  <a:cubicBezTo>
                    <a:pt x="72752" y="61478"/>
                    <a:pt x="73119" y="60844"/>
                    <a:pt x="73553" y="60211"/>
                  </a:cubicBezTo>
                  <a:cubicBezTo>
                    <a:pt x="73920" y="59543"/>
                    <a:pt x="74353" y="58910"/>
                    <a:pt x="74687" y="58243"/>
                  </a:cubicBezTo>
                  <a:cubicBezTo>
                    <a:pt x="75021" y="57575"/>
                    <a:pt x="75387" y="56908"/>
                    <a:pt x="75688" y="56208"/>
                  </a:cubicBezTo>
                  <a:cubicBezTo>
                    <a:pt x="76955" y="53406"/>
                    <a:pt x="78023" y="50404"/>
                    <a:pt x="78590" y="47201"/>
                  </a:cubicBezTo>
                  <a:cubicBezTo>
                    <a:pt x="79224" y="43999"/>
                    <a:pt x="79457" y="40663"/>
                    <a:pt x="79257" y="37328"/>
                  </a:cubicBezTo>
                  <a:cubicBezTo>
                    <a:pt x="78890" y="30623"/>
                    <a:pt x="76755" y="23818"/>
                    <a:pt x="72952" y="18047"/>
                  </a:cubicBezTo>
                  <a:lnTo>
                    <a:pt x="72619" y="17513"/>
                  </a:lnTo>
                  <a:lnTo>
                    <a:pt x="72252" y="16980"/>
                  </a:lnTo>
                  <a:lnTo>
                    <a:pt x="71518" y="15946"/>
                  </a:lnTo>
                  <a:lnTo>
                    <a:pt x="70717" y="14945"/>
                  </a:lnTo>
                  <a:lnTo>
                    <a:pt x="70284" y="14445"/>
                  </a:lnTo>
                  <a:lnTo>
                    <a:pt x="69884" y="13944"/>
                  </a:lnTo>
                  <a:cubicBezTo>
                    <a:pt x="68783" y="12643"/>
                    <a:pt x="67582" y="11442"/>
                    <a:pt x="66348" y="10275"/>
                  </a:cubicBezTo>
                  <a:cubicBezTo>
                    <a:pt x="63779" y="8007"/>
                    <a:pt x="61044" y="6005"/>
                    <a:pt x="58075" y="4504"/>
                  </a:cubicBezTo>
                  <a:cubicBezTo>
                    <a:pt x="52204" y="1402"/>
                    <a:pt x="45733" y="1"/>
                    <a:pt x="39729"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26" name="Google Shape;4826;p40"/>
            <p:cNvSpPr/>
            <p:nvPr/>
          </p:nvSpPr>
          <p:spPr>
            <a:xfrm>
              <a:off x="3507675" y="2413400"/>
              <a:ext cx="479525" cy="482100"/>
            </a:xfrm>
            <a:custGeom>
              <a:avLst/>
              <a:gdLst/>
              <a:ahLst/>
              <a:cxnLst/>
              <a:rect l="l" t="t" r="r" b="b"/>
              <a:pathLst>
                <a:path w="19181" h="19284" extrusionOk="0">
                  <a:moveTo>
                    <a:pt x="9823" y="856"/>
                  </a:moveTo>
                  <a:cubicBezTo>
                    <a:pt x="11093" y="856"/>
                    <a:pt x="12335" y="1117"/>
                    <a:pt x="13410" y="1619"/>
                  </a:cubicBezTo>
                  <a:cubicBezTo>
                    <a:pt x="14711" y="2186"/>
                    <a:pt x="15745" y="3020"/>
                    <a:pt x="16512" y="3887"/>
                  </a:cubicBezTo>
                  <a:cubicBezTo>
                    <a:pt x="17246" y="4755"/>
                    <a:pt x="17747" y="5722"/>
                    <a:pt x="18080" y="6523"/>
                  </a:cubicBezTo>
                  <a:cubicBezTo>
                    <a:pt x="18414" y="7357"/>
                    <a:pt x="18547" y="8057"/>
                    <a:pt x="18647" y="8524"/>
                  </a:cubicBezTo>
                  <a:cubicBezTo>
                    <a:pt x="18681" y="8724"/>
                    <a:pt x="18681" y="8924"/>
                    <a:pt x="18681" y="9058"/>
                  </a:cubicBezTo>
                  <a:lnTo>
                    <a:pt x="18681" y="9258"/>
                  </a:lnTo>
                  <a:cubicBezTo>
                    <a:pt x="18709" y="9500"/>
                    <a:pt x="18805" y="9645"/>
                    <a:pt x="18905" y="9674"/>
                  </a:cubicBezTo>
                  <a:lnTo>
                    <a:pt x="18905" y="9674"/>
                  </a:lnTo>
                  <a:cubicBezTo>
                    <a:pt x="18797" y="9698"/>
                    <a:pt x="18695" y="9838"/>
                    <a:pt x="18681" y="10092"/>
                  </a:cubicBezTo>
                  <a:lnTo>
                    <a:pt x="18681" y="10292"/>
                  </a:lnTo>
                  <a:cubicBezTo>
                    <a:pt x="18681" y="10425"/>
                    <a:pt x="18681" y="10592"/>
                    <a:pt x="18647" y="10859"/>
                  </a:cubicBezTo>
                  <a:cubicBezTo>
                    <a:pt x="18547" y="11359"/>
                    <a:pt x="18414" y="12060"/>
                    <a:pt x="18080" y="12860"/>
                  </a:cubicBezTo>
                  <a:cubicBezTo>
                    <a:pt x="17813" y="13628"/>
                    <a:pt x="17280" y="14595"/>
                    <a:pt x="16512" y="15462"/>
                  </a:cubicBezTo>
                  <a:cubicBezTo>
                    <a:pt x="15712" y="16363"/>
                    <a:pt x="14678" y="17130"/>
                    <a:pt x="13410" y="17731"/>
                  </a:cubicBezTo>
                  <a:cubicBezTo>
                    <a:pt x="12354" y="18244"/>
                    <a:pt x="11121" y="18508"/>
                    <a:pt x="9854" y="18508"/>
                  </a:cubicBezTo>
                  <a:cubicBezTo>
                    <a:pt x="8160" y="18508"/>
                    <a:pt x="6407" y="18037"/>
                    <a:pt x="4937" y="17064"/>
                  </a:cubicBezTo>
                  <a:cubicBezTo>
                    <a:pt x="4337" y="16597"/>
                    <a:pt x="3737" y="16130"/>
                    <a:pt x="3236" y="15562"/>
                  </a:cubicBezTo>
                  <a:cubicBezTo>
                    <a:pt x="2736" y="15029"/>
                    <a:pt x="2336" y="14362"/>
                    <a:pt x="2002" y="13728"/>
                  </a:cubicBezTo>
                  <a:cubicBezTo>
                    <a:pt x="1335" y="12427"/>
                    <a:pt x="1001" y="11026"/>
                    <a:pt x="1001" y="9692"/>
                  </a:cubicBezTo>
                  <a:cubicBezTo>
                    <a:pt x="1001" y="8357"/>
                    <a:pt x="1335" y="6923"/>
                    <a:pt x="2002" y="5622"/>
                  </a:cubicBezTo>
                  <a:cubicBezTo>
                    <a:pt x="2336" y="4955"/>
                    <a:pt x="2736" y="4354"/>
                    <a:pt x="3236" y="3787"/>
                  </a:cubicBezTo>
                  <a:cubicBezTo>
                    <a:pt x="3737" y="3220"/>
                    <a:pt x="4337" y="2720"/>
                    <a:pt x="4937" y="2286"/>
                  </a:cubicBezTo>
                  <a:cubicBezTo>
                    <a:pt x="6402" y="1316"/>
                    <a:pt x="8138" y="856"/>
                    <a:pt x="9823" y="856"/>
                  </a:cubicBezTo>
                  <a:close/>
                  <a:moveTo>
                    <a:pt x="9747" y="0"/>
                  </a:moveTo>
                  <a:cubicBezTo>
                    <a:pt x="9557" y="0"/>
                    <a:pt x="9366" y="6"/>
                    <a:pt x="9174" y="18"/>
                  </a:cubicBezTo>
                  <a:cubicBezTo>
                    <a:pt x="7506" y="51"/>
                    <a:pt x="5871" y="585"/>
                    <a:pt x="4470" y="1519"/>
                  </a:cubicBezTo>
                  <a:cubicBezTo>
                    <a:pt x="3737" y="1953"/>
                    <a:pt x="3069" y="2520"/>
                    <a:pt x="2536" y="3120"/>
                  </a:cubicBezTo>
                  <a:cubicBezTo>
                    <a:pt x="1969" y="3721"/>
                    <a:pt x="1502" y="4421"/>
                    <a:pt x="1135" y="5122"/>
                  </a:cubicBezTo>
                  <a:cubicBezTo>
                    <a:pt x="367" y="6589"/>
                    <a:pt x="1" y="8190"/>
                    <a:pt x="1" y="9625"/>
                  </a:cubicBezTo>
                  <a:cubicBezTo>
                    <a:pt x="1" y="11126"/>
                    <a:pt x="367" y="12694"/>
                    <a:pt x="1135" y="14128"/>
                  </a:cubicBezTo>
                  <a:cubicBezTo>
                    <a:pt x="1502" y="14862"/>
                    <a:pt x="1969" y="15562"/>
                    <a:pt x="2536" y="16130"/>
                  </a:cubicBezTo>
                  <a:cubicBezTo>
                    <a:pt x="3069" y="16763"/>
                    <a:pt x="3737" y="17297"/>
                    <a:pt x="4470" y="17764"/>
                  </a:cubicBezTo>
                  <a:cubicBezTo>
                    <a:pt x="5871" y="18698"/>
                    <a:pt x="7539" y="19232"/>
                    <a:pt x="9174" y="19265"/>
                  </a:cubicBezTo>
                  <a:cubicBezTo>
                    <a:pt x="9379" y="19278"/>
                    <a:pt x="9584" y="19284"/>
                    <a:pt x="9788" y="19284"/>
                  </a:cubicBezTo>
                  <a:cubicBezTo>
                    <a:pt x="11206" y="19284"/>
                    <a:pt x="12577" y="18981"/>
                    <a:pt x="13744" y="18398"/>
                  </a:cubicBezTo>
                  <a:cubicBezTo>
                    <a:pt x="15078" y="17764"/>
                    <a:pt x="16212" y="16863"/>
                    <a:pt x="17013" y="15896"/>
                  </a:cubicBezTo>
                  <a:cubicBezTo>
                    <a:pt x="17813" y="14929"/>
                    <a:pt x="18314" y="13928"/>
                    <a:pt x="18647" y="13061"/>
                  </a:cubicBezTo>
                  <a:cubicBezTo>
                    <a:pt x="18981" y="12193"/>
                    <a:pt x="19047" y="11426"/>
                    <a:pt x="19148" y="10926"/>
                  </a:cubicBezTo>
                  <a:cubicBezTo>
                    <a:pt x="19181" y="10692"/>
                    <a:pt x="19181" y="10459"/>
                    <a:pt x="19181" y="10359"/>
                  </a:cubicBezTo>
                  <a:lnTo>
                    <a:pt x="19181" y="10125"/>
                  </a:lnTo>
                  <a:cubicBezTo>
                    <a:pt x="19181" y="9852"/>
                    <a:pt x="19084" y="9703"/>
                    <a:pt x="18976" y="9675"/>
                  </a:cubicBezTo>
                  <a:lnTo>
                    <a:pt x="18976" y="9675"/>
                  </a:lnTo>
                  <a:cubicBezTo>
                    <a:pt x="19084" y="9646"/>
                    <a:pt x="19181" y="9471"/>
                    <a:pt x="19181" y="9124"/>
                  </a:cubicBezTo>
                  <a:lnTo>
                    <a:pt x="19181" y="8924"/>
                  </a:lnTo>
                  <a:cubicBezTo>
                    <a:pt x="19181" y="8791"/>
                    <a:pt x="19181" y="8591"/>
                    <a:pt x="19148" y="8357"/>
                  </a:cubicBezTo>
                  <a:cubicBezTo>
                    <a:pt x="19081" y="7857"/>
                    <a:pt x="18981" y="7090"/>
                    <a:pt x="18647" y="6222"/>
                  </a:cubicBezTo>
                  <a:cubicBezTo>
                    <a:pt x="18347" y="5355"/>
                    <a:pt x="17813" y="4354"/>
                    <a:pt x="17013" y="3387"/>
                  </a:cubicBezTo>
                  <a:cubicBezTo>
                    <a:pt x="16212" y="2420"/>
                    <a:pt x="15078" y="1519"/>
                    <a:pt x="13744" y="885"/>
                  </a:cubicBezTo>
                  <a:cubicBezTo>
                    <a:pt x="12537" y="326"/>
                    <a:pt x="11174" y="0"/>
                    <a:pt x="9747"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27" name="Google Shape;4827;p40"/>
            <p:cNvSpPr/>
            <p:nvPr/>
          </p:nvSpPr>
          <p:spPr>
            <a:xfrm>
              <a:off x="3736175" y="1583650"/>
              <a:ext cx="25050" cy="790600"/>
            </a:xfrm>
            <a:custGeom>
              <a:avLst/>
              <a:gdLst/>
              <a:ahLst/>
              <a:cxnLst/>
              <a:rect l="l" t="t" r="r" b="b"/>
              <a:pathLst>
                <a:path w="1002" h="31624" extrusionOk="0">
                  <a:moveTo>
                    <a:pt x="484" y="1"/>
                  </a:moveTo>
                  <a:cubicBezTo>
                    <a:pt x="359" y="1"/>
                    <a:pt x="234" y="84"/>
                    <a:pt x="234" y="251"/>
                  </a:cubicBezTo>
                  <a:cubicBezTo>
                    <a:pt x="234" y="251"/>
                    <a:pt x="0" y="9724"/>
                    <a:pt x="0" y="15829"/>
                  </a:cubicBezTo>
                  <a:cubicBezTo>
                    <a:pt x="34" y="21900"/>
                    <a:pt x="234" y="31373"/>
                    <a:pt x="234" y="31373"/>
                  </a:cubicBezTo>
                  <a:cubicBezTo>
                    <a:pt x="251" y="31540"/>
                    <a:pt x="367" y="31624"/>
                    <a:pt x="484" y="31624"/>
                  </a:cubicBezTo>
                  <a:cubicBezTo>
                    <a:pt x="601" y="31624"/>
                    <a:pt x="718" y="31540"/>
                    <a:pt x="734" y="31373"/>
                  </a:cubicBezTo>
                  <a:cubicBezTo>
                    <a:pt x="734" y="31373"/>
                    <a:pt x="1001" y="21900"/>
                    <a:pt x="1001" y="15829"/>
                  </a:cubicBezTo>
                  <a:cubicBezTo>
                    <a:pt x="1001" y="9724"/>
                    <a:pt x="734" y="251"/>
                    <a:pt x="734" y="251"/>
                  </a:cubicBezTo>
                  <a:cubicBezTo>
                    <a:pt x="734" y="84"/>
                    <a:pt x="609" y="1"/>
                    <a:pt x="484"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28" name="Google Shape;4828;p40"/>
            <p:cNvSpPr/>
            <p:nvPr/>
          </p:nvSpPr>
          <p:spPr>
            <a:xfrm>
              <a:off x="3740600" y="2237325"/>
              <a:ext cx="201150" cy="198825"/>
            </a:xfrm>
            <a:custGeom>
              <a:avLst/>
              <a:gdLst/>
              <a:ahLst/>
              <a:cxnLst/>
              <a:rect l="l" t="t" r="r" b="b"/>
              <a:pathLst>
                <a:path w="8046" h="7953" extrusionOk="0">
                  <a:moveTo>
                    <a:pt x="249" y="0"/>
                  </a:moveTo>
                  <a:cubicBezTo>
                    <a:pt x="159" y="0"/>
                    <a:pt x="1" y="200"/>
                    <a:pt x="57" y="256"/>
                  </a:cubicBezTo>
                  <a:cubicBezTo>
                    <a:pt x="57" y="256"/>
                    <a:pt x="2258" y="2725"/>
                    <a:pt x="3760" y="4226"/>
                  </a:cubicBezTo>
                  <a:cubicBezTo>
                    <a:pt x="5261" y="5727"/>
                    <a:pt x="7729" y="7928"/>
                    <a:pt x="7729" y="7928"/>
                  </a:cubicBezTo>
                  <a:cubicBezTo>
                    <a:pt x="7740" y="7945"/>
                    <a:pt x="7758" y="7953"/>
                    <a:pt x="7778" y="7953"/>
                  </a:cubicBezTo>
                  <a:cubicBezTo>
                    <a:pt x="7876" y="7953"/>
                    <a:pt x="8046" y="7778"/>
                    <a:pt x="7963" y="7695"/>
                  </a:cubicBezTo>
                  <a:cubicBezTo>
                    <a:pt x="7963" y="7695"/>
                    <a:pt x="5761" y="5226"/>
                    <a:pt x="4260" y="3725"/>
                  </a:cubicBezTo>
                  <a:cubicBezTo>
                    <a:pt x="2759" y="2224"/>
                    <a:pt x="290" y="23"/>
                    <a:pt x="290" y="23"/>
                  </a:cubicBezTo>
                  <a:cubicBezTo>
                    <a:pt x="280" y="7"/>
                    <a:pt x="266" y="0"/>
                    <a:pt x="249"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29" name="Google Shape;4829;p40"/>
            <p:cNvSpPr/>
            <p:nvPr/>
          </p:nvSpPr>
          <p:spPr>
            <a:xfrm>
              <a:off x="3748875" y="2165025"/>
              <a:ext cx="175700" cy="174075"/>
            </a:xfrm>
            <a:custGeom>
              <a:avLst/>
              <a:gdLst/>
              <a:ahLst/>
              <a:cxnLst/>
              <a:rect l="l" t="t" r="r" b="b"/>
              <a:pathLst>
                <a:path w="7028" h="6963" extrusionOk="0">
                  <a:moveTo>
                    <a:pt x="294" y="1"/>
                  </a:moveTo>
                  <a:cubicBezTo>
                    <a:pt x="200" y="1"/>
                    <a:pt x="1" y="191"/>
                    <a:pt x="59" y="279"/>
                  </a:cubicBezTo>
                  <a:cubicBezTo>
                    <a:pt x="59" y="279"/>
                    <a:pt x="1994" y="2414"/>
                    <a:pt x="3262" y="3749"/>
                  </a:cubicBezTo>
                  <a:cubicBezTo>
                    <a:pt x="4563" y="5016"/>
                    <a:pt x="6731" y="6951"/>
                    <a:pt x="6731" y="6951"/>
                  </a:cubicBezTo>
                  <a:cubicBezTo>
                    <a:pt x="6743" y="6959"/>
                    <a:pt x="6757" y="6963"/>
                    <a:pt x="6771" y="6963"/>
                  </a:cubicBezTo>
                  <a:cubicBezTo>
                    <a:pt x="6876" y="6963"/>
                    <a:pt x="7027" y="6772"/>
                    <a:pt x="6998" y="6684"/>
                  </a:cubicBezTo>
                  <a:cubicBezTo>
                    <a:pt x="6998" y="6684"/>
                    <a:pt x="5063" y="4582"/>
                    <a:pt x="3762" y="3248"/>
                  </a:cubicBezTo>
                  <a:cubicBezTo>
                    <a:pt x="2495" y="1947"/>
                    <a:pt x="326" y="13"/>
                    <a:pt x="326" y="13"/>
                  </a:cubicBezTo>
                  <a:cubicBezTo>
                    <a:pt x="318" y="4"/>
                    <a:pt x="307" y="1"/>
                    <a:pt x="294"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30" name="Google Shape;4830;p40"/>
            <p:cNvSpPr/>
            <p:nvPr/>
          </p:nvSpPr>
          <p:spPr>
            <a:xfrm>
              <a:off x="3751450" y="2092225"/>
              <a:ext cx="148875" cy="146600"/>
            </a:xfrm>
            <a:custGeom>
              <a:avLst/>
              <a:gdLst/>
              <a:ahLst/>
              <a:cxnLst/>
              <a:rect l="l" t="t" r="r" b="b"/>
              <a:pathLst>
                <a:path w="5955" h="5864" extrusionOk="0">
                  <a:moveTo>
                    <a:pt x="260" y="0"/>
                  </a:moveTo>
                  <a:cubicBezTo>
                    <a:pt x="182" y="0"/>
                    <a:pt x="0" y="200"/>
                    <a:pt x="57" y="256"/>
                  </a:cubicBezTo>
                  <a:cubicBezTo>
                    <a:pt x="57" y="256"/>
                    <a:pt x="1624" y="2091"/>
                    <a:pt x="2725" y="3191"/>
                  </a:cubicBezTo>
                  <a:cubicBezTo>
                    <a:pt x="3793" y="4259"/>
                    <a:pt x="5627" y="5860"/>
                    <a:pt x="5627" y="5860"/>
                  </a:cubicBezTo>
                  <a:cubicBezTo>
                    <a:pt x="5632" y="5862"/>
                    <a:pt x="5637" y="5863"/>
                    <a:pt x="5643" y="5863"/>
                  </a:cubicBezTo>
                  <a:cubicBezTo>
                    <a:pt x="5728" y="5863"/>
                    <a:pt x="5954" y="5655"/>
                    <a:pt x="5861" y="5593"/>
                  </a:cubicBezTo>
                  <a:cubicBezTo>
                    <a:pt x="5861" y="5593"/>
                    <a:pt x="4293" y="3758"/>
                    <a:pt x="3192" y="2691"/>
                  </a:cubicBezTo>
                  <a:cubicBezTo>
                    <a:pt x="2125" y="1590"/>
                    <a:pt x="290" y="22"/>
                    <a:pt x="290" y="22"/>
                  </a:cubicBezTo>
                  <a:cubicBezTo>
                    <a:pt x="285" y="7"/>
                    <a:pt x="274" y="0"/>
                    <a:pt x="260"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31" name="Google Shape;4831;p40"/>
            <p:cNvSpPr/>
            <p:nvPr/>
          </p:nvSpPr>
          <p:spPr>
            <a:xfrm>
              <a:off x="3754575" y="2021800"/>
              <a:ext cx="117500" cy="116125"/>
            </a:xfrm>
            <a:custGeom>
              <a:avLst/>
              <a:gdLst/>
              <a:ahLst/>
              <a:cxnLst/>
              <a:rect l="l" t="t" r="r" b="b"/>
              <a:pathLst>
                <a:path w="4700" h="4645" extrusionOk="0">
                  <a:moveTo>
                    <a:pt x="289" y="1"/>
                  </a:moveTo>
                  <a:cubicBezTo>
                    <a:pt x="231" y="1"/>
                    <a:pt x="0" y="206"/>
                    <a:pt x="32" y="238"/>
                  </a:cubicBezTo>
                  <a:cubicBezTo>
                    <a:pt x="32" y="238"/>
                    <a:pt x="1266" y="1672"/>
                    <a:pt x="2133" y="2539"/>
                  </a:cubicBezTo>
                  <a:cubicBezTo>
                    <a:pt x="2967" y="3407"/>
                    <a:pt x="4435" y="4641"/>
                    <a:pt x="4435" y="4641"/>
                  </a:cubicBezTo>
                  <a:cubicBezTo>
                    <a:pt x="4437" y="4643"/>
                    <a:pt x="4441" y="4644"/>
                    <a:pt x="4446" y="4644"/>
                  </a:cubicBezTo>
                  <a:cubicBezTo>
                    <a:pt x="4502" y="4644"/>
                    <a:pt x="4699" y="4466"/>
                    <a:pt x="4668" y="4374"/>
                  </a:cubicBezTo>
                  <a:cubicBezTo>
                    <a:pt x="4668" y="4374"/>
                    <a:pt x="3467" y="2973"/>
                    <a:pt x="2600" y="2072"/>
                  </a:cubicBezTo>
                  <a:cubicBezTo>
                    <a:pt x="1766" y="1205"/>
                    <a:pt x="298" y="4"/>
                    <a:pt x="298" y="4"/>
                  </a:cubicBezTo>
                  <a:cubicBezTo>
                    <a:pt x="296" y="2"/>
                    <a:pt x="293" y="1"/>
                    <a:pt x="289"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32" name="Google Shape;4832;p40"/>
            <p:cNvSpPr/>
            <p:nvPr/>
          </p:nvSpPr>
          <p:spPr>
            <a:xfrm>
              <a:off x="3750400" y="1948425"/>
              <a:ext cx="104150" cy="102750"/>
            </a:xfrm>
            <a:custGeom>
              <a:avLst/>
              <a:gdLst/>
              <a:ahLst/>
              <a:cxnLst/>
              <a:rect l="l" t="t" r="r" b="b"/>
              <a:pathLst>
                <a:path w="4166" h="4110" extrusionOk="0">
                  <a:moveTo>
                    <a:pt x="291" y="1"/>
                  </a:moveTo>
                  <a:cubicBezTo>
                    <a:pt x="235" y="1"/>
                    <a:pt x="0" y="239"/>
                    <a:pt x="32" y="271"/>
                  </a:cubicBezTo>
                  <a:cubicBezTo>
                    <a:pt x="32" y="271"/>
                    <a:pt x="1099" y="1571"/>
                    <a:pt x="1833" y="2305"/>
                  </a:cubicBezTo>
                  <a:cubicBezTo>
                    <a:pt x="2600" y="3073"/>
                    <a:pt x="3868" y="4107"/>
                    <a:pt x="3868" y="4107"/>
                  </a:cubicBezTo>
                  <a:cubicBezTo>
                    <a:pt x="3875" y="4109"/>
                    <a:pt x="3882" y="4110"/>
                    <a:pt x="3889" y="4110"/>
                  </a:cubicBezTo>
                  <a:cubicBezTo>
                    <a:pt x="3993" y="4110"/>
                    <a:pt x="4166" y="3902"/>
                    <a:pt x="4135" y="3840"/>
                  </a:cubicBezTo>
                  <a:cubicBezTo>
                    <a:pt x="4135" y="3840"/>
                    <a:pt x="3101" y="2572"/>
                    <a:pt x="2333" y="1805"/>
                  </a:cubicBezTo>
                  <a:cubicBezTo>
                    <a:pt x="1566" y="1071"/>
                    <a:pt x="299" y="4"/>
                    <a:pt x="299" y="4"/>
                  </a:cubicBezTo>
                  <a:cubicBezTo>
                    <a:pt x="297" y="2"/>
                    <a:pt x="294" y="1"/>
                    <a:pt x="291"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33" name="Google Shape;4833;p40"/>
            <p:cNvSpPr/>
            <p:nvPr/>
          </p:nvSpPr>
          <p:spPr>
            <a:xfrm>
              <a:off x="3750450" y="1879025"/>
              <a:ext cx="86650" cy="85350"/>
            </a:xfrm>
            <a:custGeom>
              <a:avLst/>
              <a:gdLst/>
              <a:ahLst/>
              <a:cxnLst/>
              <a:rect l="l" t="t" r="r" b="b"/>
              <a:pathLst>
                <a:path w="3466" h="3414" extrusionOk="0">
                  <a:moveTo>
                    <a:pt x="278" y="0"/>
                  </a:moveTo>
                  <a:cubicBezTo>
                    <a:pt x="208" y="0"/>
                    <a:pt x="0" y="215"/>
                    <a:pt x="30" y="244"/>
                  </a:cubicBezTo>
                  <a:cubicBezTo>
                    <a:pt x="30" y="244"/>
                    <a:pt x="864" y="1345"/>
                    <a:pt x="1498" y="1946"/>
                  </a:cubicBezTo>
                  <a:cubicBezTo>
                    <a:pt x="2131" y="2580"/>
                    <a:pt x="3199" y="3413"/>
                    <a:pt x="3199" y="3413"/>
                  </a:cubicBezTo>
                  <a:cubicBezTo>
                    <a:pt x="3265" y="3413"/>
                    <a:pt x="3466" y="3213"/>
                    <a:pt x="3466" y="3180"/>
                  </a:cubicBezTo>
                  <a:cubicBezTo>
                    <a:pt x="3466" y="3180"/>
                    <a:pt x="2632" y="2079"/>
                    <a:pt x="1998" y="1445"/>
                  </a:cubicBezTo>
                  <a:cubicBezTo>
                    <a:pt x="1364" y="845"/>
                    <a:pt x="297" y="11"/>
                    <a:pt x="297" y="11"/>
                  </a:cubicBezTo>
                  <a:cubicBezTo>
                    <a:pt x="293" y="4"/>
                    <a:pt x="286" y="0"/>
                    <a:pt x="278"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34" name="Google Shape;4834;p40"/>
            <p:cNvSpPr/>
            <p:nvPr/>
          </p:nvSpPr>
          <p:spPr>
            <a:xfrm>
              <a:off x="3747025" y="1815000"/>
              <a:ext cx="69225" cy="69400"/>
            </a:xfrm>
            <a:custGeom>
              <a:avLst/>
              <a:gdLst/>
              <a:ahLst/>
              <a:cxnLst/>
              <a:rect l="l" t="t" r="r" b="b"/>
              <a:pathLst>
                <a:path w="2769" h="2776" extrusionOk="0">
                  <a:moveTo>
                    <a:pt x="264" y="1"/>
                  </a:moveTo>
                  <a:cubicBezTo>
                    <a:pt x="237" y="1"/>
                    <a:pt x="0" y="239"/>
                    <a:pt x="0" y="270"/>
                  </a:cubicBezTo>
                  <a:cubicBezTo>
                    <a:pt x="0" y="270"/>
                    <a:pt x="634" y="1138"/>
                    <a:pt x="1134" y="1638"/>
                  </a:cubicBezTo>
                  <a:cubicBezTo>
                    <a:pt x="1635" y="2138"/>
                    <a:pt x="2502" y="2772"/>
                    <a:pt x="2502" y="2772"/>
                  </a:cubicBezTo>
                  <a:cubicBezTo>
                    <a:pt x="2506" y="2774"/>
                    <a:pt x="2511" y="2775"/>
                    <a:pt x="2517" y="2775"/>
                  </a:cubicBezTo>
                  <a:cubicBezTo>
                    <a:pt x="2594" y="2775"/>
                    <a:pt x="2769" y="2568"/>
                    <a:pt x="2769" y="2505"/>
                  </a:cubicBezTo>
                  <a:cubicBezTo>
                    <a:pt x="2769" y="2505"/>
                    <a:pt x="2135" y="1638"/>
                    <a:pt x="1635" y="1138"/>
                  </a:cubicBezTo>
                  <a:cubicBezTo>
                    <a:pt x="1134" y="637"/>
                    <a:pt x="267" y="3"/>
                    <a:pt x="267" y="3"/>
                  </a:cubicBezTo>
                  <a:cubicBezTo>
                    <a:pt x="267" y="2"/>
                    <a:pt x="266" y="1"/>
                    <a:pt x="264"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35" name="Google Shape;4835;p40"/>
            <p:cNvSpPr/>
            <p:nvPr/>
          </p:nvSpPr>
          <p:spPr>
            <a:xfrm>
              <a:off x="3747850" y="1764975"/>
              <a:ext cx="51725" cy="50125"/>
            </a:xfrm>
            <a:custGeom>
              <a:avLst/>
              <a:gdLst/>
              <a:ahLst/>
              <a:cxnLst/>
              <a:rect l="l" t="t" r="r" b="b"/>
              <a:pathLst>
                <a:path w="2069" h="2005" extrusionOk="0">
                  <a:moveTo>
                    <a:pt x="265" y="0"/>
                  </a:moveTo>
                  <a:cubicBezTo>
                    <a:pt x="237" y="0"/>
                    <a:pt x="0" y="239"/>
                    <a:pt x="0" y="270"/>
                  </a:cubicBezTo>
                  <a:cubicBezTo>
                    <a:pt x="0" y="270"/>
                    <a:pt x="434" y="937"/>
                    <a:pt x="768" y="1271"/>
                  </a:cubicBezTo>
                  <a:cubicBezTo>
                    <a:pt x="1101" y="1604"/>
                    <a:pt x="1768" y="2004"/>
                    <a:pt x="1768" y="2004"/>
                  </a:cubicBezTo>
                  <a:cubicBezTo>
                    <a:pt x="1802" y="2004"/>
                    <a:pt x="2069" y="1804"/>
                    <a:pt x="2035" y="1771"/>
                  </a:cubicBezTo>
                  <a:cubicBezTo>
                    <a:pt x="2035" y="1771"/>
                    <a:pt x="1602" y="1104"/>
                    <a:pt x="1268" y="770"/>
                  </a:cubicBezTo>
                  <a:cubicBezTo>
                    <a:pt x="934" y="437"/>
                    <a:pt x="267" y="3"/>
                    <a:pt x="267" y="3"/>
                  </a:cubicBezTo>
                  <a:cubicBezTo>
                    <a:pt x="267" y="1"/>
                    <a:pt x="266" y="0"/>
                    <a:pt x="265"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36" name="Google Shape;4836;p40"/>
            <p:cNvSpPr/>
            <p:nvPr/>
          </p:nvSpPr>
          <p:spPr>
            <a:xfrm>
              <a:off x="3745350" y="2317850"/>
              <a:ext cx="60075" cy="60150"/>
            </a:xfrm>
            <a:custGeom>
              <a:avLst/>
              <a:gdLst/>
              <a:ahLst/>
              <a:cxnLst/>
              <a:rect l="l" t="t" r="r" b="b"/>
              <a:pathLst>
                <a:path w="2403" h="2406" extrusionOk="0">
                  <a:moveTo>
                    <a:pt x="231" y="1"/>
                  </a:moveTo>
                  <a:cubicBezTo>
                    <a:pt x="204" y="1"/>
                    <a:pt x="0" y="206"/>
                    <a:pt x="0" y="237"/>
                  </a:cubicBezTo>
                  <a:cubicBezTo>
                    <a:pt x="0" y="237"/>
                    <a:pt x="534" y="1038"/>
                    <a:pt x="968" y="1472"/>
                  </a:cubicBezTo>
                  <a:cubicBezTo>
                    <a:pt x="1368" y="1872"/>
                    <a:pt x="2169" y="2406"/>
                    <a:pt x="2169" y="2406"/>
                  </a:cubicBezTo>
                  <a:cubicBezTo>
                    <a:pt x="2202" y="2406"/>
                    <a:pt x="2402" y="2205"/>
                    <a:pt x="2402" y="2172"/>
                  </a:cubicBezTo>
                  <a:cubicBezTo>
                    <a:pt x="2402" y="2172"/>
                    <a:pt x="1868" y="1372"/>
                    <a:pt x="1468" y="971"/>
                  </a:cubicBezTo>
                  <a:cubicBezTo>
                    <a:pt x="1034" y="538"/>
                    <a:pt x="234" y="4"/>
                    <a:pt x="234" y="4"/>
                  </a:cubicBezTo>
                  <a:cubicBezTo>
                    <a:pt x="234" y="2"/>
                    <a:pt x="233" y="1"/>
                    <a:pt x="231"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37" name="Google Shape;4837;p40"/>
            <p:cNvSpPr/>
            <p:nvPr/>
          </p:nvSpPr>
          <p:spPr>
            <a:xfrm>
              <a:off x="3748675" y="1701650"/>
              <a:ext cx="33400" cy="33400"/>
            </a:xfrm>
            <a:custGeom>
              <a:avLst/>
              <a:gdLst/>
              <a:ahLst/>
              <a:cxnLst/>
              <a:rect l="l" t="t" r="r" b="b"/>
              <a:pathLst>
                <a:path w="1336" h="1336" extrusionOk="0">
                  <a:moveTo>
                    <a:pt x="234" y="1"/>
                  </a:moveTo>
                  <a:lnTo>
                    <a:pt x="1" y="268"/>
                  </a:lnTo>
                  <a:cubicBezTo>
                    <a:pt x="1" y="268"/>
                    <a:pt x="201" y="701"/>
                    <a:pt x="401" y="935"/>
                  </a:cubicBezTo>
                  <a:cubicBezTo>
                    <a:pt x="601" y="1135"/>
                    <a:pt x="1068" y="1335"/>
                    <a:pt x="1068" y="1335"/>
                  </a:cubicBezTo>
                  <a:cubicBezTo>
                    <a:pt x="1102" y="1335"/>
                    <a:pt x="1335" y="1135"/>
                    <a:pt x="1335" y="1102"/>
                  </a:cubicBezTo>
                  <a:cubicBezTo>
                    <a:pt x="1335" y="1102"/>
                    <a:pt x="1102" y="635"/>
                    <a:pt x="901" y="435"/>
                  </a:cubicBezTo>
                  <a:cubicBezTo>
                    <a:pt x="701" y="201"/>
                    <a:pt x="234" y="1"/>
                    <a:pt x="234"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38" name="Google Shape;4838;p40"/>
            <p:cNvSpPr/>
            <p:nvPr/>
          </p:nvSpPr>
          <p:spPr>
            <a:xfrm>
              <a:off x="3640275" y="2701325"/>
              <a:ext cx="43375" cy="77525"/>
            </a:xfrm>
            <a:custGeom>
              <a:avLst/>
              <a:gdLst/>
              <a:ahLst/>
              <a:cxnLst/>
              <a:rect l="l" t="t" r="r" b="b"/>
              <a:pathLst>
                <a:path w="1735" h="3101" extrusionOk="0">
                  <a:moveTo>
                    <a:pt x="199" y="0"/>
                  </a:moveTo>
                  <a:cubicBezTo>
                    <a:pt x="131" y="0"/>
                    <a:pt x="0" y="49"/>
                    <a:pt x="0" y="76"/>
                  </a:cubicBezTo>
                  <a:cubicBezTo>
                    <a:pt x="0" y="76"/>
                    <a:pt x="67" y="343"/>
                    <a:pt x="200" y="676"/>
                  </a:cubicBezTo>
                  <a:cubicBezTo>
                    <a:pt x="334" y="1010"/>
                    <a:pt x="501" y="1377"/>
                    <a:pt x="667" y="1677"/>
                  </a:cubicBezTo>
                  <a:cubicBezTo>
                    <a:pt x="834" y="1977"/>
                    <a:pt x="1068" y="2311"/>
                    <a:pt x="1235" y="2578"/>
                  </a:cubicBezTo>
                  <a:cubicBezTo>
                    <a:pt x="1401" y="2878"/>
                    <a:pt x="1535" y="3078"/>
                    <a:pt x="1535" y="3078"/>
                  </a:cubicBezTo>
                  <a:cubicBezTo>
                    <a:pt x="1543" y="3094"/>
                    <a:pt x="1559" y="3101"/>
                    <a:pt x="1578" y="3101"/>
                  </a:cubicBezTo>
                  <a:cubicBezTo>
                    <a:pt x="1639" y="3101"/>
                    <a:pt x="1735" y="3037"/>
                    <a:pt x="1735" y="3011"/>
                  </a:cubicBezTo>
                  <a:cubicBezTo>
                    <a:pt x="1735" y="3011"/>
                    <a:pt x="1668" y="2744"/>
                    <a:pt x="1535" y="2411"/>
                  </a:cubicBezTo>
                  <a:cubicBezTo>
                    <a:pt x="1401" y="2077"/>
                    <a:pt x="1235" y="1710"/>
                    <a:pt x="1068" y="1410"/>
                  </a:cubicBezTo>
                  <a:cubicBezTo>
                    <a:pt x="901" y="1143"/>
                    <a:pt x="701" y="810"/>
                    <a:pt x="534" y="510"/>
                  </a:cubicBezTo>
                  <a:cubicBezTo>
                    <a:pt x="367" y="209"/>
                    <a:pt x="234" y="9"/>
                    <a:pt x="234" y="9"/>
                  </a:cubicBezTo>
                  <a:cubicBezTo>
                    <a:pt x="227" y="3"/>
                    <a:pt x="215" y="0"/>
                    <a:pt x="199"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39" name="Google Shape;4839;p40"/>
            <p:cNvSpPr/>
            <p:nvPr/>
          </p:nvSpPr>
          <p:spPr>
            <a:xfrm>
              <a:off x="3682800" y="2731575"/>
              <a:ext cx="37550" cy="57800"/>
            </a:xfrm>
            <a:custGeom>
              <a:avLst/>
              <a:gdLst/>
              <a:ahLst/>
              <a:cxnLst/>
              <a:rect l="l" t="t" r="r" b="b"/>
              <a:pathLst>
                <a:path w="1502" h="2312" extrusionOk="0">
                  <a:moveTo>
                    <a:pt x="201" y="0"/>
                  </a:moveTo>
                  <a:cubicBezTo>
                    <a:pt x="167" y="0"/>
                    <a:pt x="1" y="133"/>
                    <a:pt x="1" y="167"/>
                  </a:cubicBezTo>
                  <a:cubicBezTo>
                    <a:pt x="1" y="167"/>
                    <a:pt x="334" y="834"/>
                    <a:pt x="568" y="1268"/>
                  </a:cubicBezTo>
                  <a:cubicBezTo>
                    <a:pt x="701" y="1468"/>
                    <a:pt x="868" y="1701"/>
                    <a:pt x="1001" y="1935"/>
                  </a:cubicBezTo>
                  <a:cubicBezTo>
                    <a:pt x="1135" y="2135"/>
                    <a:pt x="1201" y="2302"/>
                    <a:pt x="1201" y="2302"/>
                  </a:cubicBezTo>
                  <a:cubicBezTo>
                    <a:pt x="1208" y="2308"/>
                    <a:pt x="1223" y="2311"/>
                    <a:pt x="1242" y="2311"/>
                  </a:cubicBezTo>
                  <a:cubicBezTo>
                    <a:pt x="1320" y="2311"/>
                    <a:pt x="1475" y="2268"/>
                    <a:pt x="1502" y="2268"/>
                  </a:cubicBezTo>
                  <a:cubicBezTo>
                    <a:pt x="1502" y="2268"/>
                    <a:pt x="1468" y="2035"/>
                    <a:pt x="1368" y="1801"/>
                  </a:cubicBezTo>
                  <a:cubicBezTo>
                    <a:pt x="1301" y="1534"/>
                    <a:pt x="1168" y="1268"/>
                    <a:pt x="1035" y="1001"/>
                  </a:cubicBezTo>
                  <a:cubicBezTo>
                    <a:pt x="901" y="801"/>
                    <a:pt x="701" y="500"/>
                    <a:pt x="534" y="334"/>
                  </a:cubicBezTo>
                  <a:lnTo>
                    <a:pt x="201" y="0"/>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40" name="Google Shape;4840;p40"/>
            <p:cNvSpPr/>
            <p:nvPr/>
          </p:nvSpPr>
          <p:spPr>
            <a:xfrm>
              <a:off x="3717000" y="2729325"/>
              <a:ext cx="46650" cy="71600"/>
            </a:xfrm>
            <a:custGeom>
              <a:avLst/>
              <a:gdLst/>
              <a:ahLst/>
              <a:cxnLst/>
              <a:rect l="l" t="t" r="r" b="b"/>
              <a:pathLst>
                <a:path w="1866" h="2864" extrusionOk="0">
                  <a:moveTo>
                    <a:pt x="171" y="1"/>
                  </a:moveTo>
                  <a:cubicBezTo>
                    <a:pt x="116" y="1"/>
                    <a:pt x="0" y="65"/>
                    <a:pt x="0" y="90"/>
                  </a:cubicBezTo>
                  <a:cubicBezTo>
                    <a:pt x="0" y="90"/>
                    <a:pt x="100" y="357"/>
                    <a:pt x="200" y="624"/>
                  </a:cubicBezTo>
                  <a:cubicBezTo>
                    <a:pt x="334" y="924"/>
                    <a:pt x="501" y="1291"/>
                    <a:pt x="667" y="1591"/>
                  </a:cubicBezTo>
                  <a:cubicBezTo>
                    <a:pt x="834" y="1858"/>
                    <a:pt x="1034" y="2192"/>
                    <a:pt x="1301" y="2425"/>
                  </a:cubicBezTo>
                  <a:cubicBezTo>
                    <a:pt x="1501" y="2692"/>
                    <a:pt x="1668" y="2859"/>
                    <a:pt x="1668" y="2859"/>
                  </a:cubicBezTo>
                  <a:cubicBezTo>
                    <a:pt x="1671" y="2862"/>
                    <a:pt x="1675" y="2863"/>
                    <a:pt x="1680" y="2863"/>
                  </a:cubicBezTo>
                  <a:cubicBezTo>
                    <a:pt x="1730" y="2863"/>
                    <a:pt x="1865" y="2719"/>
                    <a:pt x="1835" y="2659"/>
                  </a:cubicBezTo>
                  <a:cubicBezTo>
                    <a:pt x="1835" y="2659"/>
                    <a:pt x="1701" y="2458"/>
                    <a:pt x="1535" y="2225"/>
                  </a:cubicBezTo>
                  <a:cubicBezTo>
                    <a:pt x="1368" y="1958"/>
                    <a:pt x="1201" y="1591"/>
                    <a:pt x="1034" y="1358"/>
                  </a:cubicBezTo>
                  <a:cubicBezTo>
                    <a:pt x="701" y="857"/>
                    <a:pt x="200" y="23"/>
                    <a:pt x="200" y="23"/>
                  </a:cubicBezTo>
                  <a:cubicBezTo>
                    <a:pt x="200" y="7"/>
                    <a:pt x="189" y="1"/>
                    <a:pt x="171"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41" name="Google Shape;4841;p40"/>
            <p:cNvSpPr/>
            <p:nvPr/>
          </p:nvSpPr>
          <p:spPr>
            <a:xfrm>
              <a:off x="3759525" y="2752400"/>
              <a:ext cx="32550" cy="41725"/>
            </a:xfrm>
            <a:custGeom>
              <a:avLst/>
              <a:gdLst/>
              <a:ahLst/>
              <a:cxnLst/>
              <a:rect l="l" t="t" r="r" b="b"/>
              <a:pathLst>
                <a:path w="1302" h="1669" extrusionOk="0">
                  <a:moveTo>
                    <a:pt x="234" y="1"/>
                  </a:moveTo>
                  <a:cubicBezTo>
                    <a:pt x="167" y="1"/>
                    <a:pt x="0" y="168"/>
                    <a:pt x="0" y="168"/>
                  </a:cubicBezTo>
                  <a:cubicBezTo>
                    <a:pt x="0" y="168"/>
                    <a:pt x="267" y="701"/>
                    <a:pt x="467" y="1002"/>
                  </a:cubicBezTo>
                  <a:cubicBezTo>
                    <a:pt x="668" y="1302"/>
                    <a:pt x="1101" y="1669"/>
                    <a:pt x="1101" y="1669"/>
                  </a:cubicBezTo>
                  <a:cubicBezTo>
                    <a:pt x="1101" y="1669"/>
                    <a:pt x="1268" y="1535"/>
                    <a:pt x="1301" y="1502"/>
                  </a:cubicBezTo>
                  <a:cubicBezTo>
                    <a:pt x="1301" y="1502"/>
                    <a:pt x="1068" y="968"/>
                    <a:pt x="834" y="668"/>
                  </a:cubicBezTo>
                  <a:cubicBezTo>
                    <a:pt x="634" y="368"/>
                    <a:pt x="234" y="1"/>
                    <a:pt x="234"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42" name="Google Shape;4842;p40"/>
            <p:cNvSpPr/>
            <p:nvPr/>
          </p:nvSpPr>
          <p:spPr>
            <a:xfrm>
              <a:off x="3789550" y="2733225"/>
              <a:ext cx="40050" cy="49225"/>
            </a:xfrm>
            <a:custGeom>
              <a:avLst/>
              <a:gdLst/>
              <a:ahLst/>
              <a:cxnLst/>
              <a:rect l="l" t="t" r="r" b="b"/>
              <a:pathLst>
                <a:path w="1602" h="1969" extrusionOk="0">
                  <a:moveTo>
                    <a:pt x="234" y="1"/>
                  </a:moveTo>
                  <a:cubicBezTo>
                    <a:pt x="200" y="1"/>
                    <a:pt x="0" y="134"/>
                    <a:pt x="0" y="201"/>
                  </a:cubicBezTo>
                  <a:cubicBezTo>
                    <a:pt x="0" y="201"/>
                    <a:pt x="367" y="801"/>
                    <a:pt x="634" y="1135"/>
                  </a:cubicBezTo>
                  <a:cubicBezTo>
                    <a:pt x="934" y="1468"/>
                    <a:pt x="1401" y="1969"/>
                    <a:pt x="1401" y="1969"/>
                  </a:cubicBezTo>
                  <a:cubicBezTo>
                    <a:pt x="1435" y="1969"/>
                    <a:pt x="1601" y="1902"/>
                    <a:pt x="1601" y="1802"/>
                  </a:cubicBezTo>
                  <a:cubicBezTo>
                    <a:pt x="1601" y="1802"/>
                    <a:pt x="1501" y="1635"/>
                    <a:pt x="1435" y="1435"/>
                  </a:cubicBezTo>
                  <a:cubicBezTo>
                    <a:pt x="1301" y="1235"/>
                    <a:pt x="1134" y="968"/>
                    <a:pt x="1034" y="801"/>
                  </a:cubicBezTo>
                  <a:cubicBezTo>
                    <a:pt x="734" y="468"/>
                    <a:pt x="234" y="1"/>
                    <a:pt x="234"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43" name="Google Shape;4843;p40"/>
            <p:cNvSpPr/>
            <p:nvPr/>
          </p:nvSpPr>
          <p:spPr>
            <a:xfrm>
              <a:off x="3832900" y="2714050"/>
              <a:ext cx="28375" cy="30875"/>
            </a:xfrm>
            <a:custGeom>
              <a:avLst/>
              <a:gdLst/>
              <a:ahLst/>
              <a:cxnLst/>
              <a:rect l="l" t="t" r="r" b="b"/>
              <a:pathLst>
                <a:path w="1135" h="1235" extrusionOk="0">
                  <a:moveTo>
                    <a:pt x="134" y="1"/>
                  </a:moveTo>
                  <a:lnTo>
                    <a:pt x="1" y="201"/>
                  </a:lnTo>
                  <a:cubicBezTo>
                    <a:pt x="1" y="201"/>
                    <a:pt x="68" y="301"/>
                    <a:pt x="168" y="401"/>
                  </a:cubicBezTo>
                  <a:cubicBezTo>
                    <a:pt x="234" y="501"/>
                    <a:pt x="334" y="668"/>
                    <a:pt x="401" y="734"/>
                  </a:cubicBezTo>
                  <a:cubicBezTo>
                    <a:pt x="568" y="968"/>
                    <a:pt x="901" y="1235"/>
                    <a:pt x="901" y="1235"/>
                  </a:cubicBezTo>
                  <a:cubicBezTo>
                    <a:pt x="968" y="1235"/>
                    <a:pt x="1135" y="1135"/>
                    <a:pt x="1135" y="1135"/>
                  </a:cubicBezTo>
                  <a:cubicBezTo>
                    <a:pt x="1135" y="1135"/>
                    <a:pt x="1002" y="701"/>
                    <a:pt x="801" y="468"/>
                  </a:cubicBezTo>
                  <a:cubicBezTo>
                    <a:pt x="668" y="334"/>
                    <a:pt x="535" y="201"/>
                    <a:pt x="368" y="134"/>
                  </a:cubicBezTo>
                  <a:cubicBezTo>
                    <a:pt x="234" y="34"/>
                    <a:pt x="134" y="1"/>
                    <a:pt x="134"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44" name="Google Shape;4844;p40"/>
            <p:cNvSpPr/>
            <p:nvPr/>
          </p:nvSpPr>
          <p:spPr>
            <a:xfrm>
              <a:off x="3592000" y="2297075"/>
              <a:ext cx="91650" cy="85400"/>
            </a:xfrm>
            <a:custGeom>
              <a:avLst/>
              <a:gdLst/>
              <a:ahLst/>
              <a:cxnLst/>
              <a:rect l="l" t="t" r="r" b="b"/>
              <a:pathLst>
                <a:path w="3666" h="3416" extrusionOk="0">
                  <a:moveTo>
                    <a:pt x="3466" y="1"/>
                  </a:moveTo>
                  <a:cubicBezTo>
                    <a:pt x="3466" y="1"/>
                    <a:pt x="2332" y="902"/>
                    <a:pt x="1664" y="1535"/>
                  </a:cubicBezTo>
                  <a:cubicBezTo>
                    <a:pt x="997" y="2169"/>
                    <a:pt x="30" y="3237"/>
                    <a:pt x="30" y="3237"/>
                  </a:cubicBezTo>
                  <a:cubicBezTo>
                    <a:pt x="1" y="3237"/>
                    <a:pt x="125" y="3415"/>
                    <a:pt x="179" y="3415"/>
                  </a:cubicBezTo>
                  <a:cubicBezTo>
                    <a:pt x="186" y="3415"/>
                    <a:pt x="193" y="3412"/>
                    <a:pt x="197" y="3403"/>
                  </a:cubicBezTo>
                  <a:cubicBezTo>
                    <a:pt x="197" y="3403"/>
                    <a:pt x="1331" y="2503"/>
                    <a:pt x="1998" y="1869"/>
                  </a:cubicBezTo>
                  <a:cubicBezTo>
                    <a:pt x="2665" y="1235"/>
                    <a:pt x="3633" y="168"/>
                    <a:pt x="3633" y="168"/>
                  </a:cubicBezTo>
                  <a:cubicBezTo>
                    <a:pt x="3666" y="134"/>
                    <a:pt x="3532" y="1"/>
                    <a:pt x="3466"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45" name="Google Shape;4845;p40"/>
            <p:cNvSpPr/>
            <p:nvPr/>
          </p:nvSpPr>
          <p:spPr>
            <a:xfrm>
              <a:off x="3612750" y="2287450"/>
              <a:ext cx="32550" cy="33850"/>
            </a:xfrm>
            <a:custGeom>
              <a:avLst/>
              <a:gdLst/>
              <a:ahLst/>
              <a:cxnLst/>
              <a:rect l="l" t="t" r="r" b="b"/>
              <a:pathLst>
                <a:path w="1302" h="1354" extrusionOk="0">
                  <a:moveTo>
                    <a:pt x="1147" y="1"/>
                  </a:moveTo>
                  <a:cubicBezTo>
                    <a:pt x="1130" y="1"/>
                    <a:pt x="1114" y="6"/>
                    <a:pt x="1101" y="19"/>
                  </a:cubicBezTo>
                  <a:cubicBezTo>
                    <a:pt x="1101" y="19"/>
                    <a:pt x="668" y="253"/>
                    <a:pt x="434" y="519"/>
                  </a:cubicBezTo>
                  <a:cubicBezTo>
                    <a:pt x="334" y="619"/>
                    <a:pt x="201" y="786"/>
                    <a:pt x="134" y="953"/>
                  </a:cubicBezTo>
                  <a:cubicBezTo>
                    <a:pt x="34" y="1086"/>
                    <a:pt x="1" y="1220"/>
                    <a:pt x="1" y="1220"/>
                  </a:cubicBezTo>
                  <a:lnTo>
                    <a:pt x="201" y="1353"/>
                  </a:lnTo>
                  <a:cubicBezTo>
                    <a:pt x="201" y="1353"/>
                    <a:pt x="601" y="1053"/>
                    <a:pt x="801" y="786"/>
                  </a:cubicBezTo>
                  <a:cubicBezTo>
                    <a:pt x="1035" y="553"/>
                    <a:pt x="1301" y="119"/>
                    <a:pt x="1301" y="119"/>
                  </a:cubicBezTo>
                  <a:cubicBezTo>
                    <a:pt x="1301" y="92"/>
                    <a:pt x="1215" y="1"/>
                    <a:pt x="1147"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46" name="Google Shape;4846;p40"/>
            <p:cNvSpPr/>
            <p:nvPr/>
          </p:nvSpPr>
          <p:spPr>
            <a:xfrm>
              <a:off x="3627750" y="2202025"/>
              <a:ext cx="48400" cy="49225"/>
            </a:xfrm>
            <a:custGeom>
              <a:avLst/>
              <a:gdLst/>
              <a:ahLst/>
              <a:cxnLst/>
              <a:rect l="l" t="t" r="r" b="b"/>
              <a:pathLst>
                <a:path w="1936" h="1969" extrusionOk="0">
                  <a:moveTo>
                    <a:pt x="1769" y="0"/>
                  </a:moveTo>
                  <a:cubicBezTo>
                    <a:pt x="1769" y="0"/>
                    <a:pt x="1102" y="401"/>
                    <a:pt x="735" y="767"/>
                  </a:cubicBezTo>
                  <a:cubicBezTo>
                    <a:pt x="401" y="1134"/>
                    <a:pt x="1" y="1802"/>
                    <a:pt x="1" y="1802"/>
                  </a:cubicBezTo>
                  <a:cubicBezTo>
                    <a:pt x="1" y="1835"/>
                    <a:pt x="168" y="1968"/>
                    <a:pt x="201" y="1968"/>
                  </a:cubicBezTo>
                  <a:cubicBezTo>
                    <a:pt x="201" y="1968"/>
                    <a:pt x="768" y="1501"/>
                    <a:pt x="1102" y="1134"/>
                  </a:cubicBezTo>
                  <a:cubicBezTo>
                    <a:pt x="1435" y="801"/>
                    <a:pt x="1936" y="200"/>
                    <a:pt x="1936" y="200"/>
                  </a:cubicBezTo>
                  <a:cubicBezTo>
                    <a:pt x="1936" y="200"/>
                    <a:pt x="1836" y="34"/>
                    <a:pt x="1769"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47" name="Google Shape;4847;p40"/>
            <p:cNvSpPr/>
            <p:nvPr/>
          </p:nvSpPr>
          <p:spPr>
            <a:xfrm>
              <a:off x="3645275" y="2128625"/>
              <a:ext cx="51725" cy="49225"/>
            </a:xfrm>
            <a:custGeom>
              <a:avLst/>
              <a:gdLst/>
              <a:ahLst/>
              <a:cxnLst/>
              <a:rect l="l" t="t" r="r" b="b"/>
              <a:pathLst>
                <a:path w="2069" h="1969" extrusionOk="0">
                  <a:moveTo>
                    <a:pt x="1902" y="1"/>
                  </a:moveTo>
                  <a:cubicBezTo>
                    <a:pt x="1902" y="1"/>
                    <a:pt x="1201" y="434"/>
                    <a:pt x="834" y="768"/>
                  </a:cubicBezTo>
                  <a:cubicBezTo>
                    <a:pt x="634" y="968"/>
                    <a:pt x="401" y="1235"/>
                    <a:pt x="234" y="1435"/>
                  </a:cubicBezTo>
                  <a:cubicBezTo>
                    <a:pt x="134" y="1635"/>
                    <a:pt x="0" y="1802"/>
                    <a:pt x="0" y="1802"/>
                  </a:cubicBezTo>
                  <a:cubicBezTo>
                    <a:pt x="0" y="1869"/>
                    <a:pt x="167" y="1969"/>
                    <a:pt x="201" y="1969"/>
                  </a:cubicBezTo>
                  <a:cubicBezTo>
                    <a:pt x="201" y="1969"/>
                    <a:pt x="801" y="1469"/>
                    <a:pt x="1168" y="1135"/>
                  </a:cubicBezTo>
                  <a:cubicBezTo>
                    <a:pt x="1535" y="801"/>
                    <a:pt x="2069" y="234"/>
                    <a:pt x="2069" y="234"/>
                  </a:cubicBezTo>
                  <a:cubicBezTo>
                    <a:pt x="2069" y="234"/>
                    <a:pt x="1969" y="68"/>
                    <a:pt x="1902"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48" name="Google Shape;4848;p40"/>
            <p:cNvSpPr/>
            <p:nvPr/>
          </p:nvSpPr>
          <p:spPr>
            <a:xfrm>
              <a:off x="3658625" y="2080275"/>
              <a:ext cx="42550" cy="39200"/>
            </a:xfrm>
            <a:custGeom>
              <a:avLst/>
              <a:gdLst/>
              <a:ahLst/>
              <a:cxnLst/>
              <a:rect l="l" t="t" r="r" b="b"/>
              <a:pathLst>
                <a:path w="1702" h="1568" extrusionOk="0">
                  <a:moveTo>
                    <a:pt x="1468" y="0"/>
                  </a:moveTo>
                  <a:cubicBezTo>
                    <a:pt x="1468" y="0"/>
                    <a:pt x="968" y="367"/>
                    <a:pt x="667" y="634"/>
                  </a:cubicBezTo>
                  <a:cubicBezTo>
                    <a:pt x="367" y="867"/>
                    <a:pt x="0" y="1368"/>
                    <a:pt x="0" y="1368"/>
                  </a:cubicBezTo>
                  <a:cubicBezTo>
                    <a:pt x="0" y="1401"/>
                    <a:pt x="167" y="1568"/>
                    <a:pt x="167" y="1568"/>
                  </a:cubicBezTo>
                  <a:cubicBezTo>
                    <a:pt x="167" y="1568"/>
                    <a:pt x="701" y="1234"/>
                    <a:pt x="1034" y="1001"/>
                  </a:cubicBezTo>
                  <a:cubicBezTo>
                    <a:pt x="1334" y="701"/>
                    <a:pt x="1701" y="200"/>
                    <a:pt x="1701" y="200"/>
                  </a:cubicBezTo>
                  <a:cubicBezTo>
                    <a:pt x="1701" y="200"/>
                    <a:pt x="1535" y="33"/>
                    <a:pt x="1468"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49" name="Google Shape;4849;p40"/>
            <p:cNvSpPr/>
            <p:nvPr/>
          </p:nvSpPr>
          <p:spPr>
            <a:xfrm>
              <a:off x="3064850" y="2062750"/>
              <a:ext cx="507600" cy="458975"/>
            </a:xfrm>
            <a:custGeom>
              <a:avLst/>
              <a:gdLst/>
              <a:ahLst/>
              <a:cxnLst/>
              <a:rect l="l" t="t" r="r" b="b"/>
              <a:pathLst>
                <a:path w="20304" h="18359" extrusionOk="0">
                  <a:moveTo>
                    <a:pt x="1" y="1"/>
                  </a:moveTo>
                  <a:lnTo>
                    <a:pt x="1" y="1"/>
                  </a:lnTo>
                  <a:cubicBezTo>
                    <a:pt x="1502" y="2102"/>
                    <a:pt x="3203" y="4504"/>
                    <a:pt x="4871" y="6872"/>
                  </a:cubicBezTo>
                  <a:cubicBezTo>
                    <a:pt x="6239" y="8740"/>
                    <a:pt x="7573" y="10675"/>
                    <a:pt x="8774" y="12343"/>
                  </a:cubicBezTo>
                  <a:cubicBezTo>
                    <a:pt x="11209" y="15678"/>
                    <a:pt x="13010" y="18180"/>
                    <a:pt x="13010" y="18180"/>
                  </a:cubicBezTo>
                  <a:cubicBezTo>
                    <a:pt x="13097" y="18304"/>
                    <a:pt x="13192" y="18359"/>
                    <a:pt x="13265" y="18359"/>
                  </a:cubicBezTo>
                  <a:cubicBezTo>
                    <a:pt x="13388" y="18359"/>
                    <a:pt x="13445" y="18199"/>
                    <a:pt x="13277" y="17947"/>
                  </a:cubicBezTo>
                  <a:cubicBezTo>
                    <a:pt x="13277" y="17947"/>
                    <a:pt x="11542" y="15412"/>
                    <a:pt x="9207" y="12009"/>
                  </a:cubicBezTo>
                  <a:cubicBezTo>
                    <a:pt x="7106" y="9040"/>
                    <a:pt x="4537" y="5271"/>
                    <a:pt x="2436" y="2236"/>
                  </a:cubicBezTo>
                  <a:lnTo>
                    <a:pt x="2436" y="2236"/>
                  </a:lnTo>
                  <a:cubicBezTo>
                    <a:pt x="5738" y="4104"/>
                    <a:pt x="9941" y="6539"/>
                    <a:pt x="13344" y="8507"/>
                  </a:cubicBezTo>
                  <a:cubicBezTo>
                    <a:pt x="17046" y="10608"/>
                    <a:pt x="19848" y="12209"/>
                    <a:pt x="19848" y="12209"/>
                  </a:cubicBezTo>
                  <a:cubicBezTo>
                    <a:pt x="19954" y="12262"/>
                    <a:pt x="20040" y="12285"/>
                    <a:pt x="20106" y="12285"/>
                  </a:cubicBezTo>
                  <a:cubicBezTo>
                    <a:pt x="20289" y="12285"/>
                    <a:pt x="20303" y="12106"/>
                    <a:pt x="20082" y="11909"/>
                  </a:cubicBezTo>
                  <a:cubicBezTo>
                    <a:pt x="20082" y="11909"/>
                    <a:pt x="17347" y="10275"/>
                    <a:pt x="13677" y="8073"/>
                  </a:cubicBezTo>
                  <a:cubicBezTo>
                    <a:pt x="11843" y="7006"/>
                    <a:pt x="9775" y="5738"/>
                    <a:pt x="7740" y="4537"/>
                  </a:cubicBezTo>
                  <a:cubicBezTo>
                    <a:pt x="5338" y="3103"/>
                    <a:pt x="2936" y="1735"/>
                    <a:pt x="868" y="501"/>
                  </a:cubicBezTo>
                  <a:cubicBezTo>
                    <a:pt x="535" y="267"/>
                    <a:pt x="168" y="101"/>
                    <a:pt x="1"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50" name="Google Shape;4850;p40"/>
            <p:cNvSpPr/>
            <p:nvPr/>
          </p:nvSpPr>
          <p:spPr>
            <a:xfrm>
              <a:off x="3089825" y="2088525"/>
              <a:ext cx="442050" cy="380525"/>
            </a:xfrm>
            <a:custGeom>
              <a:avLst/>
              <a:gdLst/>
              <a:ahLst/>
              <a:cxnLst/>
              <a:rect l="l" t="t" r="r" b="b"/>
              <a:pathLst>
                <a:path w="17682" h="15221" extrusionOk="0">
                  <a:moveTo>
                    <a:pt x="301" y="1"/>
                  </a:moveTo>
                  <a:cubicBezTo>
                    <a:pt x="151" y="1"/>
                    <a:pt x="1" y="202"/>
                    <a:pt x="136" y="337"/>
                  </a:cubicBezTo>
                  <a:cubicBezTo>
                    <a:pt x="136" y="337"/>
                    <a:pt x="5273" y="4974"/>
                    <a:pt x="8609" y="7876"/>
                  </a:cubicBezTo>
                  <a:cubicBezTo>
                    <a:pt x="11944" y="10811"/>
                    <a:pt x="17282" y="15181"/>
                    <a:pt x="17282" y="15181"/>
                  </a:cubicBezTo>
                  <a:cubicBezTo>
                    <a:pt x="17329" y="15208"/>
                    <a:pt x="17376" y="15220"/>
                    <a:pt x="17418" y="15220"/>
                  </a:cubicBezTo>
                  <a:cubicBezTo>
                    <a:pt x="17582" y="15220"/>
                    <a:pt x="17681" y="15040"/>
                    <a:pt x="17548" y="14881"/>
                  </a:cubicBezTo>
                  <a:cubicBezTo>
                    <a:pt x="17548" y="14881"/>
                    <a:pt x="12411" y="10244"/>
                    <a:pt x="9076" y="7342"/>
                  </a:cubicBezTo>
                  <a:cubicBezTo>
                    <a:pt x="5740" y="4407"/>
                    <a:pt x="403" y="37"/>
                    <a:pt x="403" y="37"/>
                  </a:cubicBezTo>
                  <a:cubicBezTo>
                    <a:pt x="371" y="12"/>
                    <a:pt x="336" y="1"/>
                    <a:pt x="301"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51" name="Google Shape;4851;p40"/>
            <p:cNvSpPr/>
            <p:nvPr/>
          </p:nvSpPr>
          <p:spPr>
            <a:xfrm>
              <a:off x="3399275" y="2477925"/>
              <a:ext cx="59925" cy="12200"/>
            </a:xfrm>
            <a:custGeom>
              <a:avLst/>
              <a:gdLst/>
              <a:ahLst/>
              <a:cxnLst/>
              <a:rect l="l" t="t" r="r" b="b"/>
              <a:pathLst>
                <a:path w="2397" h="488" extrusionOk="0">
                  <a:moveTo>
                    <a:pt x="1038" y="0"/>
                  </a:moveTo>
                  <a:cubicBezTo>
                    <a:pt x="587" y="0"/>
                    <a:pt x="33" y="106"/>
                    <a:pt x="33" y="106"/>
                  </a:cubicBezTo>
                  <a:cubicBezTo>
                    <a:pt x="0" y="106"/>
                    <a:pt x="0" y="339"/>
                    <a:pt x="33" y="339"/>
                  </a:cubicBezTo>
                  <a:cubicBezTo>
                    <a:pt x="33" y="339"/>
                    <a:pt x="734" y="472"/>
                    <a:pt x="1201" y="472"/>
                  </a:cubicBezTo>
                  <a:cubicBezTo>
                    <a:pt x="1357" y="484"/>
                    <a:pt x="1538" y="487"/>
                    <a:pt x="1711" y="487"/>
                  </a:cubicBezTo>
                  <a:cubicBezTo>
                    <a:pt x="2057" y="487"/>
                    <a:pt x="2368" y="472"/>
                    <a:pt x="2368" y="472"/>
                  </a:cubicBezTo>
                  <a:cubicBezTo>
                    <a:pt x="2368" y="442"/>
                    <a:pt x="2397" y="269"/>
                    <a:pt x="2375" y="269"/>
                  </a:cubicBezTo>
                  <a:cubicBezTo>
                    <a:pt x="2373" y="269"/>
                    <a:pt x="2371" y="270"/>
                    <a:pt x="2368" y="272"/>
                  </a:cubicBezTo>
                  <a:cubicBezTo>
                    <a:pt x="2368" y="272"/>
                    <a:pt x="1668" y="72"/>
                    <a:pt x="1201" y="5"/>
                  </a:cubicBezTo>
                  <a:cubicBezTo>
                    <a:pt x="1149" y="2"/>
                    <a:pt x="1094" y="0"/>
                    <a:pt x="1038"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52" name="Google Shape;4852;p40"/>
            <p:cNvSpPr/>
            <p:nvPr/>
          </p:nvSpPr>
          <p:spPr>
            <a:xfrm>
              <a:off x="3367575" y="2433275"/>
              <a:ext cx="75075" cy="14775"/>
            </a:xfrm>
            <a:custGeom>
              <a:avLst/>
              <a:gdLst/>
              <a:ahLst/>
              <a:cxnLst/>
              <a:rect l="l" t="t" r="r" b="b"/>
              <a:pathLst>
                <a:path w="3003" h="591" extrusionOk="0">
                  <a:moveTo>
                    <a:pt x="1038" y="1"/>
                  </a:moveTo>
                  <a:cubicBezTo>
                    <a:pt x="555" y="1"/>
                    <a:pt x="67" y="57"/>
                    <a:pt x="67" y="57"/>
                  </a:cubicBezTo>
                  <a:cubicBezTo>
                    <a:pt x="1" y="57"/>
                    <a:pt x="1" y="290"/>
                    <a:pt x="67" y="290"/>
                  </a:cubicBezTo>
                  <a:cubicBezTo>
                    <a:pt x="67" y="290"/>
                    <a:pt x="935" y="457"/>
                    <a:pt x="1468" y="524"/>
                  </a:cubicBezTo>
                  <a:cubicBezTo>
                    <a:pt x="2069" y="591"/>
                    <a:pt x="2936" y="591"/>
                    <a:pt x="2936" y="591"/>
                  </a:cubicBezTo>
                  <a:cubicBezTo>
                    <a:pt x="2969" y="557"/>
                    <a:pt x="3003" y="357"/>
                    <a:pt x="2936" y="290"/>
                  </a:cubicBezTo>
                  <a:cubicBezTo>
                    <a:pt x="2936" y="290"/>
                    <a:pt x="2102" y="90"/>
                    <a:pt x="1502" y="24"/>
                  </a:cubicBezTo>
                  <a:cubicBezTo>
                    <a:pt x="1360" y="7"/>
                    <a:pt x="1199" y="1"/>
                    <a:pt x="1038"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53" name="Google Shape;4853;p40"/>
            <p:cNvSpPr/>
            <p:nvPr/>
          </p:nvSpPr>
          <p:spPr>
            <a:xfrm>
              <a:off x="3331725" y="2387400"/>
              <a:ext cx="48375" cy="14775"/>
            </a:xfrm>
            <a:custGeom>
              <a:avLst/>
              <a:gdLst/>
              <a:ahLst/>
              <a:cxnLst/>
              <a:rect l="l" t="t" r="r" b="b"/>
              <a:pathLst>
                <a:path w="1935" h="591" extrusionOk="0">
                  <a:moveTo>
                    <a:pt x="676" y="1"/>
                  </a:moveTo>
                  <a:cubicBezTo>
                    <a:pt x="338" y="1"/>
                    <a:pt x="0" y="57"/>
                    <a:pt x="0" y="57"/>
                  </a:cubicBezTo>
                  <a:lnTo>
                    <a:pt x="0" y="291"/>
                  </a:lnTo>
                  <a:cubicBezTo>
                    <a:pt x="0" y="291"/>
                    <a:pt x="534" y="424"/>
                    <a:pt x="901" y="524"/>
                  </a:cubicBezTo>
                  <a:cubicBezTo>
                    <a:pt x="1268" y="558"/>
                    <a:pt x="1868" y="591"/>
                    <a:pt x="1868" y="591"/>
                  </a:cubicBezTo>
                  <a:cubicBezTo>
                    <a:pt x="1868" y="591"/>
                    <a:pt x="1935" y="391"/>
                    <a:pt x="1935" y="291"/>
                  </a:cubicBezTo>
                  <a:cubicBezTo>
                    <a:pt x="1935" y="291"/>
                    <a:pt x="1368" y="57"/>
                    <a:pt x="1001" y="24"/>
                  </a:cubicBezTo>
                  <a:cubicBezTo>
                    <a:pt x="901" y="7"/>
                    <a:pt x="788" y="1"/>
                    <a:pt x="676"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54" name="Google Shape;4854;p40"/>
            <p:cNvSpPr/>
            <p:nvPr/>
          </p:nvSpPr>
          <p:spPr>
            <a:xfrm>
              <a:off x="3285850" y="2342775"/>
              <a:ext cx="55900" cy="14375"/>
            </a:xfrm>
            <a:custGeom>
              <a:avLst/>
              <a:gdLst/>
              <a:ahLst/>
              <a:cxnLst/>
              <a:rect l="l" t="t" r="r" b="b"/>
              <a:pathLst>
                <a:path w="2236" h="575" extrusionOk="0">
                  <a:moveTo>
                    <a:pt x="958" y="1"/>
                  </a:moveTo>
                  <a:cubicBezTo>
                    <a:pt x="524" y="1"/>
                    <a:pt x="34" y="74"/>
                    <a:pt x="34" y="74"/>
                  </a:cubicBezTo>
                  <a:cubicBezTo>
                    <a:pt x="1" y="74"/>
                    <a:pt x="1" y="341"/>
                    <a:pt x="34" y="341"/>
                  </a:cubicBezTo>
                  <a:cubicBezTo>
                    <a:pt x="34" y="341"/>
                    <a:pt x="701" y="475"/>
                    <a:pt x="1101" y="508"/>
                  </a:cubicBezTo>
                  <a:cubicBezTo>
                    <a:pt x="1268" y="508"/>
                    <a:pt x="1568" y="508"/>
                    <a:pt x="1768" y="541"/>
                  </a:cubicBezTo>
                  <a:cubicBezTo>
                    <a:pt x="2002" y="541"/>
                    <a:pt x="2169" y="575"/>
                    <a:pt x="2169" y="575"/>
                  </a:cubicBezTo>
                  <a:cubicBezTo>
                    <a:pt x="2169" y="541"/>
                    <a:pt x="2235" y="375"/>
                    <a:pt x="2235" y="375"/>
                  </a:cubicBezTo>
                  <a:cubicBezTo>
                    <a:pt x="2235" y="375"/>
                    <a:pt x="2069" y="308"/>
                    <a:pt x="1869" y="208"/>
                  </a:cubicBezTo>
                  <a:cubicBezTo>
                    <a:pt x="1635" y="74"/>
                    <a:pt x="1368" y="41"/>
                    <a:pt x="1168" y="8"/>
                  </a:cubicBezTo>
                  <a:cubicBezTo>
                    <a:pt x="1101" y="3"/>
                    <a:pt x="1031" y="1"/>
                    <a:pt x="958"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55" name="Google Shape;4855;p40"/>
            <p:cNvSpPr/>
            <p:nvPr/>
          </p:nvSpPr>
          <p:spPr>
            <a:xfrm>
              <a:off x="3923600" y="2011050"/>
              <a:ext cx="460550" cy="506725"/>
            </a:xfrm>
            <a:custGeom>
              <a:avLst/>
              <a:gdLst/>
              <a:ahLst/>
              <a:cxnLst/>
              <a:rect l="l" t="t" r="r" b="b"/>
              <a:pathLst>
                <a:path w="18422" h="20269" extrusionOk="0">
                  <a:moveTo>
                    <a:pt x="18422" y="0"/>
                  </a:moveTo>
                  <a:lnTo>
                    <a:pt x="18422" y="0"/>
                  </a:lnTo>
                  <a:cubicBezTo>
                    <a:pt x="16287" y="1502"/>
                    <a:pt x="13919" y="3236"/>
                    <a:pt x="11550" y="4904"/>
                  </a:cubicBezTo>
                  <a:cubicBezTo>
                    <a:pt x="9682" y="6272"/>
                    <a:pt x="7748" y="7606"/>
                    <a:pt x="6080" y="8807"/>
                  </a:cubicBezTo>
                  <a:cubicBezTo>
                    <a:pt x="2744" y="11242"/>
                    <a:pt x="242" y="13010"/>
                    <a:pt x="242" y="13010"/>
                  </a:cubicBezTo>
                  <a:cubicBezTo>
                    <a:pt x="1" y="13203"/>
                    <a:pt x="22" y="13414"/>
                    <a:pt x="191" y="13414"/>
                  </a:cubicBezTo>
                  <a:cubicBezTo>
                    <a:pt x="255" y="13414"/>
                    <a:pt x="341" y="13383"/>
                    <a:pt x="442" y="13310"/>
                  </a:cubicBezTo>
                  <a:cubicBezTo>
                    <a:pt x="442" y="13310"/>
                    <a:pt x="3011" y="11575"/>
                    <a:pt x="6413" y="9240"/>
                  </a:cubicBezTo>
                  <a:cubicBezTo>
                    <a:pt x="9382" y="7139"/>
                    <a:pt x="13118" y="4570"/>
                    <a:pt x="16187" y="2469"/>
                  </a:cubicBezTo>
                  <a:lnTo>
                    <a:pt x="16187" y="2469"/>
                  </a:lnTo>
                  <a:cubicBezTo>
                    <a:pt x="14286" y="5771"/>
                    <a:pt x="11884" y="9974"/>
                    <a:pt x="9916" y="13343"/>
                  </a:cubicBezTo>
                  <a:cubicBezTo>
                    <a:pt x="7781" y="17079"/>
                    <a:pt x="6213" y="19848"/>
                    <a:pt x="6213" y="19848"/>
                  </a:cubicBezTo>
                  <a:cubicBezTo>
                    <a:pt x="6084" y="20107"/>
                    <a:pt x="6136" y="20268"/>
                    <a:pt x="6261" y="20268"/>
                  </a:cubicBezTo>
                  <a:cubicBezTo>
                    <a:pt x="6329" y="20268"/>
                    <a:pt x="6419" y="20221"/>
                    <a:pt x="6513" y="20115"/>
                  </a:cubicBezTo>
                  <a:cubicBezTo>
                    <a:pt x="6513" y="20115"/>
                    <a:pt x="8115" y="17346"/>
                    <a:pt x="10349" y="13677"/>
                  </a:cubicBezTo>
                  <a:cubicBezTo>
                    <a:pt x="11417" y="11842"/>
                    <a:pt x="12684" y="9807"/>
                    <a:pt x="13885" y="7773"/>
                  </a:cubicBezTo>
                  <a:cubicBezTo>
                    <a:pt x="15286" y="5338"/>
                    <a:pt x="16687" y="2969"/>
                    <a:pt x="17922" y="901"/>
                  </a:cubicBezTo>
                  <a:cubicBezTo>
                    <a:pt x="18122" y="568"/>
                    <a:pt x="18288" y="167"/>
                    <a:pt x="18422"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56" name="Google Shape;4856;p40"/>
            <p:cNvSpPr/>
            <p:nvPr/>
          </p:nvSpPr>
          <p:spPr>
            <a:xfrm>
              <a:off x="3976300" y="2038925"/>
              <a:ext cx="383125" cy="438075"/>
            </a:xfrm>
            <a:custGeom>
              <a:avLst/>
              <a:gdLst/>
              <a:ahLst/>
              <a:cxnLst/>
              <a:rect l="l" t="t" r="r" b="b"/>
              <a:pathLst>
                <a:path w="15325" h="17523" extrusionOk="0">
                  <a:moveTo>
                    <a:pt x="15063" y="0"/>
                  </a:moveTo>
                  <a:cubicBezTo>
                    <a:pt x="15024" y="0"/>
                    <a:pt x="14983" y="16"/>
                    <a:pt x="14946" y="53"/>
                  </a:cubicBezTo>
                  <a:cubicBezTo>
                    <a:pt x="14946" y="53"/>
                    <a:pt x="10310" y="5190"/>
                    <a:pt x="7408" y="8526"/>
                  </a:cubicBezTo>
                  <a:cubicBezTo>
                    <a:pt x="4472" y="11861"/>
                    <a:pt x="102" y="17199"/>
                    <a:pt x="102" y="17199"/>
                  </a:cubicBezTo>
                  <a:cubicBezTo>
                    <a:pt x="1" y="17351"/>
                    <a:pt x="92" y="17522"/>
                    <a:pt x="245" y="17522"/>
                  </a:cubicBezTo>
                  <a:cubicBezTo>
                    <a:pt x="293" y="17522"/>
                    <a:pt x="347" y="17505"/>
                    <a:pt x="403" y="17465"/>
                  </a:cubicBezTo>
                  <a:cubicBezTo>
                    <a:pt x="403" y="17465"/>
                    <a:pt x="5006" y="12328"/>
                    <a:pt x="7941" y="8993"/>
                  </a:cubicBezTo>
                  <a:cubicBezTo>
                    <a:pt x="10843" y="5657"/>
                    <a:pt x="15246" y="320"/>
                    <a:pt x="15246" y="320"/>
                  </a:cubicBezTo>
                  <a:cubicBezTo>
                    <a:pt x="15324" y="190"/>
                    <a:pt x="15201" y="0"/>
                    <a:pt x="15063"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57" name="Google Shape;4857;p40"/>
            <p:cNvSpPr/>
            <p:nvPr/>
          </p:nvSpPr>
          <p:spPr>
            <a:xfrm>
              <a:off x="3955500" y="2345025"/>
              <a:ext cx="14200" cy="60625"/>
            </a:xfrm>
            <a:custGeom>
              <a:avLst/>
              <a:gdLst/>
              <a:ahLst/>
              <a:cxnLst/>
              <a:rect l="l" t="t" r="r" b="b"/>
              <a:pathLst>
                <a:path w="568" h="2425" extrusionOk="0">
                  <a:moveTo>
                    <a:pt x="301" y="1"/>
                  </a:moveTo>
                  <a:cubicBezTo>
                    <a:pt x="234" y="1"/>
                    <a:pt x="167" y="18"/>
                    <a:pt x="167" y="51"/>
                  </a:cubicBezTo>
                  <a:cubicBezTo>
                    <a:pt x="167" y="51"/>
                    <a:pt x="34" y="752"/>
                    <a:pt x="34" y="1219"/>
                  </a:cubicBezTo>
                  <a:cubicBezTo>
                    <a:pt x="0" y="1652"/>
                    <a:pt x="34" y="2386"/>
                    <a:pt x="34" y="2386"/>
                  </a:cubicBezTo>
                  <a:cubicBezTo>
                    <a:pt x="72" y="2405"/>
                    <a:pt x="155" y="2425"/>
                    <a:pt x="212" y="2425"/>
                  </a:cubicBezTo>
                  <a:cubicBezTo>
                    <a:pt x="254" y="2425"/>
                    <a:pt x="281" y="2414"/>
                    <a:pt x="267" y="2386"/>
                  </a:cubicBezTo>
                  <a:cubicBezTo>
                    <a:pt x="267" y="2386"/>
                    <a:pt x="467" y="1652"/>
                    <a:pt x="501" y="1219"/>
                  </a:cubicBezTo>
                  <a:cubicBezTo>
                    <a:pt x="567" y="752"/>
                    <a:pt x="434" y="51"/>
                    <a:pt x="434" y="51"/>
                  </a:cubicBezTo>
                  <a:cubicBezTo>
                    <a:pt x="434" y="18"/>
                    <a:pt x="367" y="1"/>
                    <a:pt x="301"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58" name="Google Shape;4858;p40"/>
            <p:cNvSpPr/>
            <p:nvPr/>
          </p:nvSpPr>
          <p:spPr>
            <a:xfrm>
              <a:off x="3998025" y="2314800"/>
              <a:ext cx="15875" cy="73575"/>
            </a:xfrm>
            <a:custGeom>
              <a:avLst/>
              <a:gdLst/>
              <a:ahLst/>
              <a:cxnLst/>
              <a:rect l="l" t="t" r="r" b="b"/>
              <a:pathLst>
                <a:path w="635" h="2943" extrusionOk="0">
                  <a:moveTo>
                    <a:pt x="434" y="1"/>
                  </a:moveTo>
                  <a:cubicBezTo>
                    <a:pt x="367" y="1"/>
                    <a:pt x="301" y="9"/>
                    <a:pt x="301" y="26"/>
                  </a:cubicBezTo>
                  <a:cubicBezTo>
                    <a:pt x="301" y="26"/>
                    <a:pt x="134" y="893"/>
                    <a:pt x="101" y="1460"/>
                  </a:cubicBezTo>
                  <a:cubicBezTo>
                    <a:pt x="1" y="2027"/>
                    <a:pt x="1" y="2928"/>
                    <a:pt x="1" y="2928"/>
                  </a:cubicBezTo>
                  <a:cubicBezTo>
                    <a:pt x="45" y="2928"/>
                    <a:pt x="149" y="2943"/>
                    <a:pt x="223" y="2943"/>
                  </a:cubicBezTo>
                  <a:cubicBezTo>
                    <a:pt x="260" y="2943"/>
                    <a:pt x="290" y="2939"/>
                    <a:pt x="301" y="2928"/>
                  </a:cubicBezTo>
                  <a:cubicBezTo>
                    <a:pt x="301" y="2928"/>
                    <a:pt x="534" y="2094"/>
                    <a:pt x="601" y="1494"/>
                  </a:cubicBezTo>
                  <a:cubicBezTo>
                    <a:pt x="634" y="893"/>
                    <a:pt x="568" y="26"/>
                    <a:pt x="568" y="26"/>
                  </a:cubicBezTo>
                  <a:cubicBezTo>
                    <a:pt x="568" y="9"/>
                    <a:pt x="501" y="1"/>
                    <a:pt x="434"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59" name="Google Shape;4859;p40"/>
            <p:cNvSpPr/>
            <p:nvPr/>
          </p:nvSpPr>
          <p:spPr>
            <a:xfrm>
              <a:off x="4044725" y="2277075"/>
              <a:ext cx="15025" cy="49225"/>
            </a:xfrm>
            <a:custGeom>
              <a:avLst/>
              <a:gdLst/>
              <a:ahLst/>
              <a:cxnLst/>
              <a:rect l="l" t="t" r="r" b="b"/>
              <a:pathLst>
                <a:path w="601" h="1969" extrusionOk="0">
                  <a:moveTo>
                    <a:pt x="267" y="0"/>
                  </a:moveTo>
                  <a:cubicBezTo>
                    <a:pt x="267" y="0"/>
                    <a:pt x="167" y="534"/>
                    <a:pt x="67" y="934"/>
                  </a:cubicBezTo>
                  <a:cubicBezTo>
                    <a:pt x="34" y="1301"/>
                    <a:pt x="1" y="1868"/>
                    <a:pt x="1" y="1868"/>
                  </a:cubicBezTo>
                  <a:cubicBezTo>
                    <a:pt x="1" y="1935"/>
                    <a:pt x="201" y="1968"/>
                    <a:pt x="267" y="1968"/>
                  </a:cubicBezTo>
                  <a:cubicBezTo>
                    <a:pt x="267" y="1968"/>
                    <a:pt x="534" y="1368"/>
                    <a:pt x="568" y="1001"/>
                  </a:cubicBezTo>
                  <a:cubicBezTo>
                    <a:pt x="601" y="634"/>
                    <a:pt x="534" y="0"/>
                    <a:pt x="534"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60" name="Google Shape;4860;p40"/>
            <p:cNvSpPr/>
            <p:nvPr/>
          </p:nvSpPr>
          <p:spPr>
            <a:xfrm>
              <a:off x="4088925" y="2231425"/>
              <a:ext cx="15875" cy="56675"/>
            </a:xfrm>
            <a:custGeom>
              <a:avLst/>
              <a:gdLst/>
              <a:ahLst/>
              <a:cxnLst/>
              <a:rect l="l" t="t" r="r" b="b"/>
              <a:pathLst>
                <a:path w="635" h="2267" extrusionOk="0">
                  <a:moveTo>
                    <a:pt x="384" y="0"/>
                  </a:moveTo>
                  <a:cubicBezTo>
                    <a:pt x="326" y="0"/>
                    <a:pt x="267" y="8"/>
                    <a:pt x="267" y="25"/>
                  </a:cubicBezTo>
                  <a:cubicBezTo>
                    <a:pt x="267" y="25"/>
                    <a:pt x="134" y="692"/>
                    <a:pt x="101" y="1126"/>
                  </a:cubicBezTo>
                  <a:cubicBezTo>
                    <a:pt x="101" y="1293"/>
                    <a:pt x="101" y="1593"/>
                    <a:pt x="67" y="1793"/>
                  </a:cubicBezTo>
                  <a:cubicBezTo>
                    <a:pt x="67" y="1993"/>
                    <a:pt x="0" y="2160"/>
                    <a:pt x="0" y="2160"/>
                  </a:cubicBezTo>
                  <a:cubicBezTo>
                    <a:pt x="58" y="2189"/>
                    <a:pt x="189" y="2267"/>
                    <a:pt x="225" y="2267"/>
                  </a:cubicBezTo>
                  <a:cubicBezTo>
                    <a:pt x="231" y="2267"/>
                    <a:pt x="234" y="2265"/>
                    <a:pt x="234" y="2260"/>
                  </a:cubicBezTo>
                  <a:cubicBezTo>
                    <a:pt x="234" y="2260"/>
                    <a:pt x="301" y="2093"/>
                    <a:pt x="401" y="1860"/>
                  </a:cubicBezTo>
                  <a:cubicBezTo>
                    <a:pt x="501" y="1660"/>
                    <a:pt x="568" y="1359"/>
                    <a:pt x="601" y="1159"/>
                  </a:cubicBezTo>
                  <a:cubicBezTo>
                    <a:pt x="634" y="692"/>
                    <a:pt x="501" y="25"/>
                    <a:pt x="501" y="25"/>
                  </a:cubicBezTo>
                  <a:cubicBezTo>
                    <a:pt x="501" y="8"/>
                    <a:pt x="442" y="0"/>
                    <a:pt x="384"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61" name="Google Shape;4861;p40"/>
            <p:cNvSpPr/>
            <p:nvPr/>
          </p:nvSpPr>
          <p:spPr>
            <a:xfrm>
              <a:off x="3909175" y="2843825"/>
              <a:ext cx="508350" cy="459000"/>
            </a:xfrm>
            <a:custGeom>
              <a:avLst/>
              <a:gdLst/>
              <a:ahLst/>
              <a:cxnLst/>
              <a:rect l="l" t="t" r="r" b="b"/>
              <a:pathLst>
                <a:path w="20334" h="18360" extrusionOk="0">
                  <a:moveTo>
                    <a:pt x="7064" y="0"/>
                  </a:moveTo>
                  <a:cubicBezTo>
                    <a:pt x="6940" y="0"/>
                    <a:pt x="6878" y="151"/>
                    <a:pt x="7024" y="380"/>
                  </a:cubicBezTo>
                  <a:cubicBezTo>
                    <a:pt x="7024" y="380"/>
                    <a:pt x="8792" y="2949"/>
                    <a:pt x="11127" y="6351"/>
                  </a:cubicBezTo>
                  <a:cubicBezTo>
                    <a:pt x="13195" y="9320"/>
                    <a:pt x="15797" y="13056"/>
                    <a:pt x="17865" y="16091"/>
                  </a:cubicBezTo>
                  <a:cubicBezTo>
                    <a:pt x="14596" y="14223"/>
                    <a:pt x="10359" y="11822"/>
                    <a:pt x="6990" y="9854"/>
                  </a:cubicBezTo>
                  <a:cubicBezTo>
                    <a:pt x="3288" y="7719"/>
                    <a:pt x="486" y="6151"/>
                    <a:pt x="486" y="6151"/>
                  </a:cubicBezTo>
                  <a:cubicBezTo>
                    <a:pt x="387" y="6102"/>
                    <a:pt x="302" y="6081"/>
                    <a:pt x="236" y="6081"/>
                  </a:cubicBezTo>
                  <a:cubicBezTo>
                    <a:pt x="34" y="6081"/>
                    <a:pt x="1" y="6275"/>
                    <a:pt x="252" y="6451"/>
                  </a:cubicBezTo>
                  <a:cubicBezTo>
                    <a:pt x="252" y="6451"/>
                    <a:pt x="2987" y="8052"/>
                    <a:pt x="6657" y="10287"/>
                  </a:cubicBezTo>
                  <a:cubicBezTo>
                    <a:pt x="8491" y="11355"/>
                    <a:pt x="10526" y="12622"/>
                    <a:pt x="12594" y="13823"/>
                  </a:cubicBezTo>
                  <a:cubicBezTo>
                    <a:pt x="14996" y="15224"/>
                    <a:pt x="17364" y="16625"/>
                    <a:pt x="19466" y="17859"/>
                  </a:cubicBezTo>
                  <a:cubicBezTo>
                    <a:pt x="19799" y="18060"/>
                    <a:pt x="20166" y="18226"/>
                    <a:pt x="20333" y="18360"/>
                  </a:cubicBezTo>
                  <a:cubicBezTo>
                    <a:pt x="18832" y="16225"/>
                    <a:pt x="17131" y="13857"/>
                    <a:pt x="15463" y="11488"/>
                  </a:cubicBezTo>
                  <a:cubicBezTo>
                    <a:pt x="14095" y="9620"/>
                    <a:pt x="12761" y="7685"/>
                    <a:pt x="11527" y="6018"/>
                  </a:cubicBezTo>
                  <a:cubicBezTo>
                    <a:pt x="9125" y="2682"/>
                    <a:pt x="7324" y="180"/>
                    <a:pt x="7324" y="180"/>
                  </a:cubicBezTo>
                  <a:cubicBezTo>
                    <a:pt x="7236" y="55"/>
                    <a:pt x="7139" y="0"/>
                    <a:pt x="7064"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62" name="Google Shape;4862;p40"/>
            <p:cNvSpPr/>
            <p:nvPr/>
          </p:nvSpPr>
          <p:spPr>
            <a:xfrm>
              <a:off x="3936225" y="2872025"/>
              <a:ext cx="454650" cy="405850"/>
            </a:xfrm>
            <a:custGeom>
              <a:avLst/>
              <a:gdLst/>
              <a:ahLst/>
              <a:cxnLst/>
              <a:rect l="l" t="t" r="r" b="b"/>
              <a:pathLst>
                <a:path w="18186" h="16234" extrusionOk="0">
                  <a:moveTo>
                    <a:pt x="256" y="0"/>
                  </a:moveTo>
                  <a:cubicBezTo>
                    <a:pt x="119" y="0"/>
                    <a:pt x="0" y="197"/>
                    <a:pt x="104" y="353"/>
                  </a:cubicBezTo>
                  <a:cubicBezTo>
                    <a:pt x="104" y="353"/>
                    <a:pt x="5375" y="5323"/>
                    <a:pt x="8810" y="8392"/>
                  </a:cubicBezTo>
                  <a:cubicBezTo>
                    <a:pt x="12280" y="11528"/>
                    <a:pt x="17783" y="16198"/>
                    <a:pt x="17783" y="16198"/>
                  </a:cubicBezTo>
                  <a:cubicBezTo>
                    <a:pt x="17821" y="16223"/>
                    <a:pt x="17860" y="16234"/>
                    <a:pt x="17898" y="16234"/>
                  </a:cubicBezTo>
                  <a:cubicBezTo>
                    <a:pt x="18058" y="16234"/>
                    <a:pt x="18186" y="16033"/>
                    <a:pt x="18050" y="15897"/>
                  </a:cubicBezTo>
                  <a:cubicBezTo>
                    <a:pt x="18050" y="15897"/>
                    <a:pt x="12780" y="10927"/>
                    <a:pt x="9344" y="7858"/>
                  </a:cubicBezTo>
                  <a:cubicBezTo>
                    <a:pt x="5875" y="4723"/>
                    <a:pt x="371" y="53"/>
                    <a:pt x="371" y="53"/>
                  </a:cubicBezTo>
                  <a:cubicBezTo>
                    <a:pt x="334" y="16"/>
                    <a:pt x="294" y="0"/>
                    <a:pt x="256"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63" name="Google Shape;4863;p40"/>
            <p:cNvSpPr/>
            <p:nvPr/>
          </p:nvSpPr>
          <p:spPr>
            <a:xfrm>
              <a:off x="4022200" y="2876300"/>
              <a:ext cx="60900" cy="12200"/>
            </a:xfrm>
            <a:custGeom>
              <a:avLst/>
              <a:gdLst/>
              <a:ahLst/>
              <a:cxnLst/>
              <a:rect l="l" t="t" r="r" b="b"/>
              <a:pathLst>
                <a:path w="2436" h="488" extrusionOk="0">
                  <a:moveTo>
                    <a:pt x="725" y="0"/>
                  </a:moveTo>
                  <a:cubicBezTo>
                    <a:pt x="379" y="0"/>
                    <a:pt x="68" y="15"/>
                    <a:pt x="68" y="15"/>
                  </a:cubicBezTo>
                  <a:cubicBezTo>
                    <a:pt x="68" y="15"/>
                    <a:pt x="1" y="215"/>
                    <a:pt x="68" y="215"/>
                  </a:cubicBezTo>
                  <a:cubicBezTo>
                    <a:pt x="68" y="215"/>
                    <a:pt x="768" y="416"/>
                    <a:pt x="1235" y="482"/>
                  </a:cubicBezTo>
                  <a:cubicBezTo>
                    <a:pt x="1283" y="486"/>
                    <a:pt x="1335" y="488"/>
                    <a:pt x="1389" y="488"/>
                  </a:cubicBezTo>
                  <a:cubicBezTo>
                    <a:pt x="1823" y="488"/>
                    <a:pt x="2403" y="382"/>
                    <a:pt x="2403" y="382"/>
                  </a:cubicBezTo>
                  <a:cubicBezTo>
                    <a:pt x="2436" y="382"/>
                    <a:pt x="2436" y="149"/>
                    <a:pt x="2403" y="149"/>
                  </a:cubicBezTo>
                  <a:cubicBezTo>
                    <a:pt x="2403" y="149"/>
                    <a:pt x="1669" y="15"/>
                    <a:pt x="1235" y="15"/>
                  </a:cubicBezTo>
                  <a:cubicBezTo>
                    <a:pt x="1079" y="4"/>
                    <a:pt x="898" y="0"/>
                    <a:pt x="725"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64" name="Google Shape;4864;p40"/>
            <p:cNvSpPr/>
            <p:nvPr/>
          </p:nvSpPr>
          <p:spPr>
            <a:xfrm>
              <a:off x="4038900" y="2918375"/>
              <a:ext cx="75075" cy="14775"/>
            </a:xfrm>
            <a:custGeom>
              <a:avLst/>
              <a:gdLst/>
              <a:ahLst/>
              <a:cxnLst/>
              <a:rect l="l" t="t" r="r" b="b"/>
              <a:pathLst>
                <a:path w="3003" h="591" extrusionOk="0">
                  <a:moveTo>
                    <a:pt x="100" y="0"/>
                  </a:moveTo>
                  <a:cubicBezTo>
                    <a:pt x="33" y="0"/>
                    <a:pt x="0" y="200"/>
                    <a:pt x="100" y="300"/>
                  </a:cubicBezTo>
                  <a:cubicBezTo>
                    <a:pt x="100" y="300"/>
                    <a:pt x="934" y="500"/>
                    <a:pt x="1501" y="567"/>
                  </a:cubicBezTo>
                  <a:cubicBezTo>
                    <a:pt x="1651" y="584"/>
                    <a:pt x="1818" y="590"/>
                    <a:pt x="1984" y="590"/>
                  </a:cubicBezTo>
                  <a:cubicBezTo>
                    <a:pt x="2481" y="590"/>
                    <a:pt x="2969" y="534"/>
                    <a:pt x="2969" y="534"/>
                  </a:cubicBezTo>
                  <a:cubicBezTo>
                    <a:pt x="3002" y="534"/>
                    <a:pt x="3002" y="300"/>
                    <a:pt x="2969" y="300"/>
                  </a:cubicBezTo>
                  <a:cubicBezTo>
                    <a:pt x="2969" y="300"/>
                    <a:pt x="2102" y="134"/>
                    <a:pt x="1568" y="67"/>
                  </a:cubicBezTo>
                  <a:cubicBezTo>
                    <a:pt x="967" y="0"/>
                    <a:pt x="100" y="0"/>
                    <a:pt x="100"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65" name="Google Shape;4865;p40"/>
            <p:cNvSpPr/>
            <p:nvPr/>
          </p:nvSpPr>
          <p:spPr>
            <a:xfrm>
              <a:off x="4101425" y="2962575"/>
              <a:ext cx="49225" cy="15250"/>
            </a:xfrm>
            <a:custGeom>
              <a:avLst/>
              <a:gdLst/>
              <a:ahLst/>
              <a:cxnLst/>
              <a:rect l="l" t="t" r="r" b="b"/>
              <a:pathLst>
                <a:path w="1969" h="610" extrusionOk="0">
                  <a:moveTo>
                    <a:pt x="101" y="0"/>
                  </a:moveTo>
                  <a:cubicBezTo>
                    <a:pt x="34" y="0"/>
                    <a:pt x="1" y="234"/>
                    <a:pt x="1" y="300"/>
                  </a:cubicBezTo>
                  <a:cubicBezTo>
                    <a:pt x="1" y="300"/>
                    <a:pt x="601" y="567"/>
                    <a:pt x="968" y="600"/>
                  </a:cubicBezTo>
                  <a:cubicBezTo>
                    <a:pt x="1042" y="607"/>
                    <a:pt x="1126" y="610"/>
                    <a:pt x="1213" y="610"/>
                  </a:cubicBezTo>
                  <a:cubicBezTo>
                    <a:pt x="1563" y="610"/>
                    <a:pt x="1969" y="567"/>
                    <a:pt x="1969" y="567"/>
                  </a:cubicBezTo>
                  <a:lnTo>
                    <a:pt x="1969" y="300"/>
                  </a:lnTo>
                  <a:cubicBezTo>
                    <a:pt x="1969" y="300"/>
                    <a:pt x="1435" y="167"/>
                    <a:pt x="1068" y="100"/>
                  </a:cubicBezTo>
                  <a:cubicBezTo>
                    <a:pt x="668" y="67"/>
                    <a:pt x="101" y="0"/>
                    <a:pt x="101"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66" name="Google Shape;4866;p40"/>
            <p:cNvSpPr/>
            <p:nvPr/>
          </p:nvSpPr>
          <p:spPr>
            <a:xfrm>
              <a:off x="4140625" y="3007600"/>
              <a:ext cx="55900" cy="15175"/>
            </a:xfrm>
            <a:custGeom>
              <a:avLst/>
              <a:gdLst/>
              <a:ahLst/>
              <a:cxnLst/>
              <a:rect l="l" t="t" r="r" b="b"/>
              <a:pathLst>
                <a:path w="2236" h="607" extrusionOk="0">
                  <a:moveTo>
                    <a:pt x="67" y="0"/>
                  </a:moveTo>
                  <a:cubicBezTo>
                    <a:pt x="34" y="67"/>
                    <a:pt x="1" y="234"/>
                    <a:pt x="1" y="234"/>
                  </a:cubicBezTo>
                  <a:cubicBezTo>
                    <a:pt x="1" y="234"/>
                    <a:pt x="167" y="301"/>
                    <a:pt x="368" y="401"/>
                  </a:cubicBezTo>
                  <a:cubicBezTo>
                    <a:pt x="568" y="501"/>
                    <a:pt x="868" y="567"/>
                    <a:pt x="1068" y="601"/>
                  </a:cubicBezTo>
                  <a:cubicBezTo>
                    <a:pt x="1120" y="604"/>
                    <a:pt x="1174" y="606"/>
                    <a:pt x="1230" y="606"/>
                  </a:cubicBezTo>
                  <a:cubicBezTo>
                    <a:pt x="1675" y="606"/>
                    <a:pt x="2202" y="501"/>
                    <a:pt x="2202" y="501"/>
                  </a:cubicBezTo>
                  <a:cubicBezTo>
                    <a:pt x="2236" y="501"/>
                    <a:pt x="2236" y="267"/>
                    <a:pt x="2202" y="267"/>
                  </a:cubicBezTo>
                  <a:cubicBezTo>
                    <a:pt x="2202" y="267"/>
                    <a:pt x="1535" y="134"/>
                    <a:pt x="1101" y="100"/>
                  </a:cubicBezTo>
                  <a:cubicBezTo>
                    <a:pt x="935" y="100"/>
                    <a:pt x="634" y="100"/>
                    <a:pt x="434" y="67"/>
                  </a:cubicBezTo>
                  <a:cubicBezTo>
                    <a:pt x="234" y="67"/>
                    <a:pt x="67" y="0"/>
                    <a:pt x="67"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67" name="Google Shape;4867;p40"/>
            <p:cNvSpPr/>
            <p:nvPr/>
          </p:nvSpPr>
          <p:spPr>
            <a:xfrm>
              <a:off x="3125725" y="2835275"/>
              <a:ext cx="460550" cy="505925"/>
            </a:xfrm>
            <a:custGeom>
              <a:avLst/>
              <a:gdLst/>
              <a:ahLst/>
              <a:cxnLst/>
              <a:rect l="l" t="t" r="r" b="b"/>
              <a:pathLst>
                <a:path w="18422" h="20237" extrusionOk="0">
                  <a:moveTo>
                    <a:pt x="12169" y="0"/>
                  </a:moveTo>
                  <a:cubicBezTo>
                    <a:pt x="12099" y="0"/>
                    <a:pt x="12014" y="48"/>
                    <a:pt x="11943" y="155"/>
                  </a:cubicBezTo>
                  <a:cubicBezTo>
                    <a:pt x="11943" y="155"/>
                    <a:pt x="10308" y="2890"/>
                    <a:pt x="8107" y="6560"/>
                  </a:cubicBezTo>
                  <a:cubicBezTo>
                    <a:pt x="7006" y="8394"/>
                    <a:pt x="5772" y="10463"/>
                    <a:pt x="4571" y="12497"/>
                  </a:cubicBezTo>
                  <a:cubicBezTo>
                    <a:pt x="3137" y="14899"/>
                    <a:pt x="1769" y="17267"/>
                    <a:pt x="501" y="19369"/>
                  </a:cubicBezTo>
                  <a:cubicBezTo>
                    <a:pt x="301" y="19702"/>
                    <a:pt x="134" y="20069"/>
                    <a:pt x="1" y="20236"/>
                  </a:cubicBezTo>
                  <a:cubicBezTo>
                    <a:pt x="2136" y="18735"/>
                    <a:pt x="4504" y="17034"/>
                    <a:pt x="6906" y="15366"/>
                  </a:cubicBezTo>
                  <a:cubicBezTo>
                    <a:pt x="8774" y="13998"/>
                    <a:pt x="10675" y="12664"/>
                    <a:pt x="12343" y="11463"/>
                  </a:cubicBezTo>
                  <a:cubicBezTo>
                    <a:pt x="15679" y="9028"/>
                    <a:pt x="18181" y="7227"/>
                    <a:pt x="18181" y="7227"/>
                  </a:cubicBezTo>
                  <a:cubicBezTo>
                    <a:pt x="18421" y="7058"/>
                    <a:pt x="18401" y="6855"/>
                    <a:pt x="18234" y="6855"/>
                  </a:cubicBezTo>
                  <a:cubicBezTo>
                    <a:pt x="18169" y="6855"/>
                    <a:pt x="18083" y="6886"/>
                    <a:pt x="17980" y="6960"/>
                  </a:cubicBezTo>
                  <a:cubicBezTo>
                    <a:pt x="17980" y="6960"/>
                    <a:pt x="15445" y="8695"/>
                    <a:pt x="12010" y="11030"/>
                  </a:cubicBezTo>
                  <a:cubicBezTo>
                    <a:pt x="9074" y="13131"/>
                    <a:pt x="5305" y="15700"/>
                    <a:pt x="2269" y="17801"/>
                  </a:cubicBezTo>
                  <a:cubicBezTo>
                    <a:pt x="4137" y="14499"/>
                    <a:pt x="6572" y="10296"/>
                    <a:pt x="8507" y="6893"/>
                  </a:cubicBezTo>
                  <a:cubicBezTo>
                    <a:pt x="10642" y="3191"/>
                    <a:pt x="12243" y="389"/>
                    <a:pt x="12243" y="389"/>
                  </a:cubicBezTo>
                  <a:cubicBezTo>
                    <a:pt x="12372" y="153"/>
                    <a:pt x="12294" y="0"/>
                    <a:pt x="12169"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68" name="Google Shape;4868;p40"/>
            <p:cNvSpPr/>
            <p:nvPr/>
          </p:nvSpPr>
          <p:spPr>
            <a:xfrm>
              <a:off x="3150725" y="2870950"/>
              <a:ext cx="403850" cy="442500"/>
            </a:xfrm>
            <a:custGeom>
              <a:avLst/>
              <a:gdLst/>
              <a:ahLst/>
              <a:cxnLst/>
              <a:rect l="l" t="t" r="r" b="b"/>
              <a:pathLst>
                <a:path w="16154" h="17700" extrusionOk="0">
                  <a:moveTo>
                    <a:pt x="15917" y="0"/>
                  </a:moveTo>
                  <a:cubicBezTo>
                    <a:pt x="15871" y="0"/>
                    <a:pt x="15823" y="19"/>
                    <a:pt x="15780" y="62"/>
                  </a:cubicBezTo>
                  <a:cubicBezTo>
                    <a:pt x="15780" y="62"/>
                    <a:pt x="10909" y="5233"/>
                    <a:pt x="7807" y="8602"/>
                  </a:cubicBezTo>
                  <a:cubicBezTo>
                    <a:pt x="4738" y="12038"/>
                    <a:pt x="102" y="17408"/>
                    <a:pt x="102" y="17408"/>
                  </a:cubicBezTo>
                  <a:cubicBezTo>
                    <a:pt x="1" y="17534"/>
                    <a:pt x="129" y="17699"/>
                    <a:pt x="270" y="17699"/>
                  </a:cubicBezTo>
                  <a:cubicBezTo>
                    <a:pt x="315" y="17699"/>
                    <a:pt x="361" y="17682"/>
                    <a:pt x="402" y="17642"/>
                  </a:cubicBezTo>
                  <a:cubicBezTo>
                    <a:pt x="402" y="17642"/>
                    <a:pt x="5272" y="12471"/>
                    <a:pt x="8341" y="9102"/>
                  </a:cubicBezTo>
                  <a:cubicBezTo>
                    <a:pt x="11443" y="5700"/>
                    <a:pt x="16080" y="296"/>
                    <a:pt x="16080" y="296"/>
                  </a:cubicBezTo>
                  <a:cubicBezTo>
                    <a:pt x="16154" y="148"/>
                    <a:pt x="16046" y="0"/>
                    <a:pt x="15917"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69" name="Google Shape;4869;p40"/>
            <p:cNvSpPr/>
            <p:nvPr/>
          </p:nvSpPr>
          <p:spPr>
            <a:xfrm>
              <a:off x="3539375" y="2947425"/>
              <a:ext cx="14200" cy="59975"/>
            </a:xfrm>
            <a:custGeom>
              <a:avLst/>
              <a:gdLst/>
              <a:ahLst/>
              <a:cxnLst/>
              <a:rect l="l" t="t" r="r" b="b"/>
              <a:pathLst>
                <a:path w="568" h="2399" extrusionOk="0">
                  <a:moveTo>
                    <a:pt x="390" y="0"/>
                  </a:moveTo>
                  <a:cubicBezTo>
                    <a:pt x="342" y="0"/>
                    <a:pt x="300" y="11"/>
                    <a:pt x="300" y="39"/>
                  </a:cubicBezTo>
                  <a:cubicBezTo>
                    <a:pt x="300" y="39"/>
                    <a:pt x="100" y="739"/>
                    <a:pt x="67" y="1206"/>
                  </a:cubicBezTo>
                  <a:cubicBezTo>
                    <a:pt x="0" y="1673"/>
                    <a:pt x="134" y="2374"/>
                    <a:pt x="134" y="2374"/>
                  </a:cubicBezTo>
                  <a:cubicBezTo>
                    <a:pt x="134" y="2391"/>
                    <a:pt x="200" y="2399"/>
                    <a:pt x="267" y="2399"/>
                  </a:cubicBezTo>
                  <a:cubicBezTo>
                    <a:pt x="334" y="2399"/>
                    <a:pt x="400" y="2391"/>
                    <a:pt x="400" y="2374"/>
                  </a:cubicBezTo>
                  <a:cubicBezTo>
                    <a:pt x="400" y="2374"/>
                    <a:pt x="534" y="1673"/>
                    <a:pt x="534" y="1206"/>
                  </a:cubicBezTo>
                  <a:cubicBezTo>
                    <a:pt x="567" y="739"/>
                    <a:pt x="534" y="39"/>
                    <a:pt x="534" y="39"/>
                  </a:cubicBezTo>
                  <a:cubicBezTo>
                    <a:pt x="534" y="20"/>
                    <a:pt x="456" y="0"/>
                    <a:pt x="390"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70" name="Google Shape;4870;p40"/>
            <p:cNvSpPr/>
            <p:nvPr/>
          </p:nvSpPr>
          <p:spPr>
            <a:xfrm>
              <a:off x="3495175" y="2964700"/>
              <a:ext cx="15850" cy="73350"/>
            </a:xfrm>
            <a:custGeom>
              <a:avLst/>
              <a:gdLst/>
              <a:ahLst/>
              <a:cxnLst/>
              <a:rect l="l" t="t" r="r" b="b"/>
              <a:pathLst>
                <a:path w="634" h="2934" extrusionOk="0">
                  <a:moveTo>
                    <a:pt x="441" y="0"/>
                  </a:moveTo>
                  <a:cubicBezTo>
                    <a:pt x="397" y="0"/>
                    <a:pt x="356" y="4"/>
                    <a:pt x="334" y="15"/>
                  </a:cubicBezTo>
                  <a:cubicBezTo>
                    <a:pt x="334" y="15"/>
                    <a:pt x="134" y="849"/>
                    <a:pt x="34" y="1449"/>
                  </a:cubicBezTo>
                  <a:cubicBezTo>
                    <a:pt x="0" y="2017"/>
                    <a:pt x="67" y="2884"/>
                    <a:pt x="67" y="2884"/>
                  </a:cubicBezTo>
                  <a:cubicBezTo>
                    <a:pt x="67" y="2917"/>
                    <a:pt x="134" y="2934"/>
                    <a:pt x="200" y="2934"/>
                  </a:cubicBezTo>
                  <a:cubicBezTo>
                    <a:pt x="267" y="2934"/>
                    <a:pt x="334" y="2917"/>
                    <a:pt x="334" y="2884"/>
                  </a:cubicBezTo>
                  <a:cubicBezTo>
                    <a:pt x="334" y="2884"/>
                    <a:pt x="501" y="2017"/>
                    <a:pt x="534" y="1483"/>
                  </a:cubicBezTo>
                  <a:cubicBezTo>
                    <a:pt x="634" y="882"/>
                    <a:pt x="634" y="15"/>
                    <a:pt x="634" y="15"/>
                  </a:cubicBezTo>
                  <a:cubicBezTo>
                    <a:pt x="634" y="15"/>
                    <a:pt x="530" y="0"/>
                    <a:pt x="441"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71" name="Google Shape;4871;p40"/>
            <p:cNvSpPr/>
            <p:nvPr/>
          </p:nvSpPr>
          <p:spPr>
            <a:xfrm>
              <a:off x="3450125" y="3025950"/>
              <a:ext cx="15875" cy="48375"/>
            </a:xfrm>
            <a:custGeom>
              <a:avLst/>
              <a:gdLst/>
              <a:ahLst/>
              <a:cxnLst/>
              <a:rect l="l" t="t" r="r" b="b"/>
              <a:pathLst>
                <a:path w="635" h="1935" extrusionOk="0">
                  <a:moveTo>
                    <a:pt x="334" y="0"/>
                  </a:moveTo>
                  <a:cubicBezTo>
                    <a:pt x="334" y="0"/>
                    <a:pt x="101" y="567"/>
                    <a:pt x="34" y="934"/>
                  </a:cubicBezTo>
                  <a:cubicBezTo>
                    <a:pt x="1" y="1334"/>
                    <a:pt x="101" y="1935"/>
                    <a:pt x="101" y="1935"/>
                  </a:cubicBezTo>
                  <a:lnTo>
                    <a:pt x="334" y="1935"/>
                  </a:lnTo>
                  <a:cubicBezTo>
                    <a:pt x="334" y="1935"/>
                    <a:pt x="468" y="1401"/>
                    <a:pt x="535" y="1034"/>
                  </a:cubicBezTo>
                  <a:cubicBezTo>
                    <a:pt x="601" y="667"/>
                    <a:pt x="635" y="67"/>
                    <a:pt x="635" y="67"/>
                  </a:cubicBezTo>
                  <a:cubicBezTo>
                    <a:pt x="635" y="67"/>
                    <a:pt x="435" y="34"/>
                    <a:pt x="334"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72" name="Google Shape;4872;p40"/>
            <p:cNvSpPr/>
            <p:nvPr/>
          </p:nvSpPr>
          <p:spPr>
            <a:xfrm>
              <a:off x="3404275" y="3064900"/>
              <a:ext cx="15875" cy="56550"/>
            </a:xfrm>
            <a:custGeom>
              <a:avLst/>
              <a:gdLst/>
              <a:ahLst/>
              <a:cxnLst/>
              <a:rect l="l" t="t" r="r" b="b"/>
              <a:pathLst>
                <a:path w="635" h="2262" extrusionOk="0">
                  <a:moveTo>
                    <a:pt x="453" y="1"/>
                  </a:moveTo>
                  <a:cubicBezTo>
                    <a:pt x="441" y="1"/>
                    <a:pt x="434" y="4"/>
                    <a:pt x="434" y="10"/>
                  </a:cubicBezTo>
                  <a:cubicBezTo>
                    <a:pt x="434" y="10"/>
                    <a:pt x="334" y="177"/>
                    <a:pt x="267" y="377"/>
                  </a:cubicBezTo>
                  <a:cubicBezTo>
                    <a:pt x="134" y="610"/>
                    <a:pt x="100" y="877"/>
                    <a:pt x="34" y="1111"/>
                  </a:cubicBezTo>
                  <a:cubicBezTo>
                    <a:pt x="0" y="1544"/>
                    <a:pt x="134" y="2212"/>
                    <a:pt x="134" y="2212"/>
                  </a:cubicBezTo>
                  <a:cubicBezTo>
                    <a:pt x="134" y="2245"/>
                    <a:pt x="192" y="2262"/>
                    <a:pt x="250" y="2262"/>
                  </a:cubicBezTo>
                  <a:cubicBezTo>
                    <a:pt x="309" y="2262"/>
                    <a:pt x="367" y="2245"/>
                    <a:pt x="367" y="2212"/>
                  </a:cubicBezTo>
                  <a:cubicBezTo>
                    <a:pt x="367" y="2212"/>
                    <a:pt x="501" y="1544"/>
                    <a:pt x="534" y="1144"/>
                  </a:cubicBezTo>
                  <a:cubicBezTo>
                    <a:pt x="534" y="977"/>
                    <a:pt x="534" y="677"/>
                    <a:pt x="601" y="477"/>
                  </a:cubicBezTo>
                  <a:cubicBezTo>
                    <a:pt x="601" y="243"/>
                    <a:pt x="634" y="77"/>
                    <a:pt x="634" y="77"/>
                  </a:cubicBezTo>
                  <a:cubicBezTo>
                    <a:pt x="634" y="50"/>
                    <a:pt x="503" y="1"/>
                    <a:pt x="453"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73" name="Google Shape;4873;p40"/>
            <p:cNvSpPr/>
            <p:nvPr/>
          </p:nvSpPr>
          <p:spPr>
            <a:xfrm>
              <a:off x="2640400" y="1541675"/>
              <a:ext cx="2217775" cy="2221450"/>
            </a:xfrm>
            <a:custGeom>
              <a:avLst/>
              <a:gdLst/>
              <a:ahLst/>
              <a:cxnLst/>
              <a:rect l="l" t="t" r="r" b="b"/>
              <a:pathLst>
                <a:path w="88711" h="88858" extrusionOk="0">
                  <a:moveTo>
                    <a:pt x="44242" y="864"/>
                  </a:moveTo>
                  <a:cubicBezTo>
                    <a:pt x="47122" y="864"/>
                    <a:pt x="49964" y="1141"/>
                    <a:pt x="52704" y="1663"/>
                  </a:cubicBezTo>
                  <a:cubicBezTo>
                    <a:pt x="56240" y="2264"/>
                    <a:pt x="59576" y="3398"/>
                    <a:pt x="62678" y="4832"/>
                  </a:cubicBezTo>
                  <a:cubicBezTo>
                    <a:pt x="63412" y="5166"/>
                    <a:pt x="64179" y="5566"/>
                    <a:pt x="64913" y="5933"/>
                  </a:cubicBezTo>
                  <a:cubicBezTo>
                    <a:pt x="65680" y="6333"/>
                    <a:pt x="66381" y="6733"/>
                    <a:pt x="67081" y="7167"/>
                  </a:cubicBezTo>
                  <a:cubicBezTo>
                    <a:pt x="67748" y="7601"/>
                    <a:pt x="68449" y="8034"/>
                    <a:pt x="69116" y="8501"/>
                  </a:cubicBezTo>
                  <a:cubicBezTo>
                    <a:pt x="69783" y="9002"/>
                    <a:pt x="70450" y="9402"/>
                    <a:pt x="71084" y="9902"/>
                  </a:cubicBezTo>
                  <a:cubicBezTo>
                    <a:pt x="73586" y="11837"/>
                    <a:pt x="75788" y="13939"/>
                    <a:pt x="77689" y="16107"/>
                  </a:cubicBezTo>
                  <a:cubicBezTo>
                    <a:pt x="81425" y="20510"/>
                    <a:pt x="83893" y="25080"/>
                    <a:pt x="85394" y="29083"/>
                  </a:cubicBezTo>
                  <a:cubicBezTo>
                    <a:pt x="86929" y="33086"/>
                    <a:pt x="87529" y="36455"/>
                    <a:pt x="87863" y="38790"/>
                  </a:cubicBezTo>
                  <a:cubicBezTo>
                    <a:pt x="88063" y="39957"/>
                    <a:pt x="88096" y="40891"/>
                    <a:pt x="88130" y="41525"/>
                  </a:cubicBezTo>
                  <a:cubicBezTo>
                    <a:pt x="88130" y="41859"/>
                    <a:pt x="88196" y="42059"/>
                    <a:pt x="88196" y="42226"/>
                  </a:cubicBezTo>
                  <a:lnTo>
                    <a:pt x="88196" y="42459"/>
                  </a:lnTo>
                  <a:cubicBezTo>
                    <a:pt x="88235" y="43531"/>
                    <a:pt x="88324" y="44198"/>
                    <a:pt x="88416" y="44443"/>
                  </a:cubicBezTo>
                  <a:lnTo>
                    <a:pt x="88416" y="44443"/>
                  </a:lnTo>
                  <a:cubicBezTo>
                    <a:pt x="88317" y="44639"/>
                    <a:pt x="88224" y="45307"/>
                    <a:pt x="88196" y="46462"/>
                  </a:cubicBezTo>
                  <a:lnTo>
                    <a:pt x="88196" y="46729"/>
                  </a:lnTo>
                  <a:cubicBezTo>
                    <a:pt x="88196" y="46896"/>
                    <a:pt x="88196" y="47129"/>
                    <a:pt x="88130" y="47429"/>
                  </a:cubicBezTo>
                  <a:cubicBezTo>
                    <a:pt x="88063" y="48063"/>
                    <a:pt x="88030" y="48964"/>
                    <a:pt x="87863" y="50131"/>
                  </a:cubicBezTo>
                  <a:cubicBezTo>
                    <a:pt x="87529" y="52466"/>
                    <a:pt x="86895" y="55869"/>
                    <a:pt x="85394" y="59872"/>
                  </a:cubicBezTo>
                  <a:cubicBezTo>
                    <a:pt x="83893" y="63874"/>
                    <a:pt x="81425" y="68444"/>
                    <a:pt x="77689" y="72814"/>
                  </a:cubicBezTo>
                  <a:cubicBezTo>
                    <a:pt x="75788" y="74982"/>
                    <a:pt x="73586" y="77117"/>
                    <a:pt x="71084" y="79052"/>
                  </a:cubicBezTo>
                  <a:cubicBezTo>
                    <a:pt x="70450" y="79552"/>
                    <a:pt x="69783" y="79986"/>
                    <a:pt x="69116" y="80453"/>
                  </a:cubicBezTo>
                  <a:cubicBezTo>
                    <a:pt x="68449" y="80920"/>
                    <a:pt x="67782" y="81320"/>
                    <a:pt x="67081" y="81787"/>
                  </a:cubicBezTo>
                  <a:cubicBezTo>
                    <a:pt x="66381" y="82154"/>
                    <a:pt x="65680" y="82621"/>
                    <a:pt x="64913" y="82988"/>
                  </a:cubicBezTo>
                  <a:cubicBezTo>
                    <a:pt x="64179" y="83388"/>
                    <a:pt x="63445" y="83789"/>
                    <a:pt x="62678" y="84122"/>
                  </a:cubicBezTo>
                  <a:cubicBezTo>
                    <a:pt x="59576" y="85557"/>
                    <a:pt x="56207" y="86657"/>
                    <a:pt x="52704" y="87291"/>
                  </a:cubicBezTo>
                  <a:cubicBezTo>
                    <a:pt x="50063" y="87794"/>
                    <a:pt x="47328" y="88089"/>
                    <a:pt x="44554" y="88089"/>
                  </a:cubicBezTo>
                  <a:cubicBezTo>
                    <a:pt x="43649" y="88089"/>
                    <a:pt x="42741" y="88057"/>
                    <a:pt x="41830" y="87992"/>
                  </a:cubicBezTo>
                  <a:cubicBezTo>
                    <a:pt x="34425" y="87558"/>
                    <a:pt x="26919" y="85156"/>
                    <a:pt x="20648" y="80987"/>
                  </a:cubicBezTo>
                  <a:lnTo>
                    <a:pt x="20048" y="80620"/>
                  </a:lnTo>
                  <a:lnTo>
                    <a:pt x="19481" y="80219"/>
                  </a:lnTo>
                  <a:lnTo>
                    <a:pt x="18313" y="79385"/>
                  </a:lnTo>
                  <a:lnTo>
                    <a:pt x="17179" y="78485"/>
                  </a:lnTo>
                  <a:lnTo>
                    <a:pt x="16645" y="78051"/>
                  </a:lnTo>
                  <a:lnTo>
                    <a:pt x="16078" y="77584"/>
                  </a:lnTo>
                  <a:lnTo>
                    <a:pt x="15011" y="76650"/>
                  </a:lnTo>
                  <a:lnTo>
                    <a:pt x="14010" y="75716"/>
                  </a:lnTo>
                  <a:cubicBezTo>
                    <a:pt x="13643" y="75383"/>
                    <a:pt x="13343" y="75049"/>
                    <a:pt x="13009" y="74715"/>
                  </a:cubicBezTo>
                  <a:lnTo>
                    <a:pt x="12042" y="73715"/>
                  </a:lnTo>
                  <a:cubicBezTo>
                    <a:pt x="9574" y="70913"/>
                    <a:pt x="7405" y="67877"/>
                    <a:pt x="5738" y="64608"/>
                  </a:cubicBezTo>
                  <a:cubicBezTo>
                    <a:pt x="2368" y="58137"/>
                    <a:pt x="834" y="51065"/>
                    <a:pt x="834" y="44460"/>
                  </a:cubicBezTo>
                  <a:cubicBezTo>
                    <a:pt x="834" y="37889"/>
                    <a:pt x="2335" y="30784"/>
                    <a:pt x="5738" y="24346"/>
                  </a:cubicBezTo>
                  <a:cubicBezTo>
                    <a:pt x="7372" y="21077"/>
                    <a:pt x="9540" y="18042"/>
                    <a:pt x="12042" y="15240"/>
                  </a:cubicBezTo>
                  <a:lnTo>
                    <a:pt x="13009" y="14239"/>
                  </a:lnTo>
                  <a:lnTo>
                    <a:pt x="14010" y="13238"/>
                  </a:lnTo>
                  <a:lnTo>
                    <a:pt x="15011" y="12271"/>
                  </a:lnTo>
                  <a:lnTo>
                    <a:pt x="16078" y="11370"/>
                  </a:lnTo>
                  <a:lnTo>
                    <a:pt x="16645" y="10903"/>
                  </a:lnTo>
                  <a:lnTo>
                    <a:pt x="17179" y="10436"/>
                  </a:lnTo>
                  <a:lnTo>
                    <a:pt x="18313" y="9569"/>
                  </a:lnTo>
                  <a:lnTo>
                    <a:pt x="19481" y="8735"/>
                  </a:lnTo>
                  <a:lnTo>
                    <a:pt x="20048" y="8335"/>
                  </a:lnTo>
                  <a:lnTo>
                    <a:pt x="20648" y="7934"/>
                  </a:lnTo>
                  <a:cubicBezTo>
                    <a:pt x="26986" y="3765"/>
                    <a:pt x="34425" y="1396"/>
                    <a:pt x="41830" y="929"/>
                  </a:cubicBezTo>
                  <a:cubicBezTo>
                    <a:pt x="42636" y="886"/>
                    <a:pt x="43440" y="864"/>
                    <a:pt x="44242" y="864"/>
                  </a:cubicBezTo>
                  <a:close/>
                  <a:moveTo>
                    <a:pt x="44170" y="1"/>
                  </a:moveTo>
                  <a:cubicBezTo>
                    <a:pt x="43401" y="1"/>
                    <a:pt x="42632" y="21"/>
                    <a:pt x="41863" y="62"/>
                  </a:cubicBezTo>
                  <a:cubicBezTo>
                    <a:pt x="34358" y="529"/>
                    <a:pt x="26719" y="2897"/>
                    <a:pt x="20248" y="7167"/>
                  </a:cubicBezTo>
                  <a:lnTo>
                    <a:pt x="19647" y="7534"/>
                  </a:lnTo>
                  <a:lnTo>
                    <a:pt x="19047" y="7934"/>
                  </a:lnTo>
                  <a:lnTo>
                    <a:pt x="17880" y="8768"/>
                  </a:lnTo>
                  <a:lnTo>
                    <a:pt x="16745" y="9669"/>
                  </a:lnTo>
                  <a:lnTo>
                    <a:pt x="16178" y="10103"/>
                  </a:lnTo>
                  <a:lnTo>
                    <a:pt x="15611" y="10570"/>
                  </a:lnTo>
                  <a:lnTo>
                    <a:pt x="14544" y="11537"/>
                  </a:lnTo>
                  <a:lnTo>
                    <a:pt x="13510" y="12538"/>
                  </a:lnTo>
                  <a:cubicBezTo>
                    <a:pt x="13176" y="12838"/>
                    <a:pt x="12843" y="13205"/>
                    <a:pt x="12509" y="13538"/>
                  </a:cubicBezTo>
                  <a:lnTo>
                    <a:pt x="11508" y="14572"/>
                  </a:lnTo>
                  <a:cubicBezTo>
                    <a:pt x="8940" y="17408"/>
                    <a:pt x="6738" y="20510"/>
                    <a:pt x="5037" y="23846"/>
                  </a:cubicBezTo>
                  <a:cubicBezTo>
                    <a:pt x="1568" y="30417"/>
                    <a:pt x="0" y="37689"/>
                    <a:pt x="0" y="44427"/>
                  </a:cubicBezTo>
                  <a:cubicBezTo>
                    <a:pt x="0" y="51199"/>
                    <a:pt x="1535" y="58437"/>
                    <a:pt x="5037" y="65042"/>
                  </a:cubicBezTo>
                  <a:cubicBezTo>
                    <a:pt x="6738" y="68311"/>
                    <a:pt x="8940" y="71446"/>
                    <a:pt x="11508" y="74282"/>
                  </a:cubicBezTo>
                  <a:lnTo>
                    <a:pt x="12509" y="75316"/>
                  </a:lnTo>
                  <a:lnTo>
                    <a:pt x="13510" y="76317"/>
                  </a:lnTo>
                  <a:lnTo>
                    <a:pt x="14544" y="77317"/>
                  </a:lnTo>
                  <a:lnTo>
                    <a:pt x="15611" y="78285"/>
                  </a:lnTo>
                  <a:lnTo>
                    <a:pt x="16178" y="78752"/>
                  </a:lnTo>
                  <a:lnTo>
                    <a:pt x="16745" y="79219"/>
                  </a:lnTo>
                  <a:lnTo>
                    <a:pt x="17880" y="80086"/>
                  </a:lnTo>
                  <a:lnTo>
                    <a:pt x="19047" y="80920"/>
                  </a:lnTo>
                  <a:lnTo>
                    <a:pt x="19647" y="81320"/>
                  </a:lnTo>
                  <a:lnTo>
                    <a:pt x="20248" y="81720"/>
                  </a:lnTo>
                  <a:cubicBezTo>
                    <a:pt x="26719" y="85957"/>
                    <a:pt x="34358" y="88392"/>
                    <a:pt x="41863" y="88792"/>
                  </a:cubicBezTo>
                  <a:cubicBezTo>
                    <a:pt x="42677" y="88836"/>
                    <a:pt x="43488" y="88857"/>
                    <a:pt x="44298" y="88857"/>
                  </a:cubicBezTo>
                  <a:cubicBezTo>
                    <a:pt x="47206" y="88857"/>
                    <a:pt x="50086" y="88580"/>
                    <a:pt x="52905" y="88058"/>
                  </a:cubicBezTo>
                  <a:cubicBezTo>
                    <a:pt x="56440" y="87391"/>
                    <a:pt x="59876" y="86224"/>
                    <a:pt x="63012" y="84789"/>
                  </a:cubicBezTo>
                  <a:cubicBezTo>
                    <a:pt x="63779" y="84456"/>
                    <a:pt x="64546" y="84056"/>
                    <a:pt x="65280" y="83655"/>
                  </a:cubicBezTo>
                  <a:cubicBezTo>
                    <a:pt x="66047" y="83288"/>
                    <a:pt x="66781" y="82821"/>
                    <a:pt x="67515" y="82421"/>
                  </a:cubicBezTo>
                  <a:cubicBezTo>
                    <a:pt x="68215" y="81954"/>
                    <a:pt x="68916" y="81487"/>
                    <a:pt x="69583" y="81053"/>
                  </a:cubicBezTo>
                  <a:cubicBezTo>
                    <a:pt x="70250" y="80553"/>
                    <a:pt x="70917" y="80086"/>
                    <a:pt x="71551" y="79586"/>
                  </a:cubicBezTo>
                  <a:cubicBezTo>
                    <a:pt x="74086" y="77618"/>
                    <a:pt x="76355" y="75449"/>
                    <a:pt x="78223" y="73248"/>
                  </a:cubicBezTo>
                  <a:cubicBezTo>
                    <a:pt x="82025" y="68778"/>
                    <a:pt x="84460" y="64108"/>
                    <a:pt x="85961" y="60072"/>
                  </a:cubicBezTo>
                  <a:cubicBezTo>
                    <a:pt x="87463" y="55969"/>
                    <a:pt x="88096" y="52566"/>
                    <a:pt x="88397" y="50198"/>
                  </a:cubicBezTo>
                  <a:cubicBezTo>
                    <a:pt x="88563" y="49030"/>
                    <a:pt x="88597" y="48096"/>
                    <a:pt x="88630" y="47463"/>
                  </a:cubicBezTo>
                  <a:cubicBezTo>
                    <a:pt x="88630" y="47129"/>
                    <a:pt x="88697" y="46929"/>
                    <a:pt x="88697" y="46762"/>
                  </a:cubicBezTo>
                  <a:lnTo>
                    <a:pt x="88697" y="46529"/>
                  </a:lnTo>
                  <a:cubicBezTo>
                    <a:pt x="88710" y="45413"/>
                    <a:pt x="88644" y="44725"/>
                    <a:pt x="88555" y="44481"/>
                  </a:cubicBezTo>
                  <a:lnTo>
                    <a:pt x="88555" y="44481"/>
                  </a:lnTo>
                  <a:cubicBezTo>
                    <a:pt x="88645" y="44272"/>
                    <a:pt x="88711" y="43572"/>
                    <a:pt x="88697" y="42359"/>
                  </a:cubicBezTo>
                  <a:lnTo>
                    <a:pt x="88697" y="42092"/>
                  </a:lnTo>
                  <a:cubicBezTo>
                    <a:pt x="88697" y="41925"/>
                    <a:pt x="88697" y="41692"/>
                    <a:pt x="88630" y="41392"/>
                  </a:cubicBezTo>
                  <a:cubicBezTo>
                    <a:pt x="88597" y="40758"/>
                    <a:pt x="88563" y="39857"/>
                    <a:pt x="88397" y="38690"/>
                  </a:cubicBezTo>
                  <a:cubicBezTo>
                    <a:pt x="88096" y="36288"/>
                    <a:pt x="87463" y="32852"/>
                    <a:pt x="85961" y="28783"/>
                  </a:cubicBezTo>
                  <a:cubicBezTo>
                    <a:pt x="84460" y="24746"/>
                    <a:pt x="82025" y="20076"/>
                    <a:pt x="78223" y="15606"/>
                  </a:cubicBezTo>
                  <a:cubicBezTo>
                    <a:pt x="76288" y="13405"/>
                    <a:pt x="74086" y="11237"/>
                    <a:pt x="71551" y="9269"/>
                  </a:cubicBezTo>
                  <a:cubicBezTo>
                    <a:pt x="70917" y="8735"/>
                    <a:pt x="70250" y="8335"/>
                    <a:pt x="69583" y="7834"/>
                  </a:cubicBezTo>
                  <a:cubicBezTo>
                    <a:pt x="68916" y="7334"/>
                    <a:pt x="68215" y="6900"/>
                    <a:pt x="67515" y="6433"/>
                  </a:cubicBezTo>
                  <a:cubicBezTo>
                    <a:pt x="66748" y="6033"/>
                    <a:pt x="66047" y="5566"/>
                    <a:pt x="65280" y="5199"/>
                  </a:cubicBezTo>
                  <a:cubicBezTo>
                    <a:pt x="64546" y="4832"/>
                    <a:pt x="63779" y="4398"/>
                    <a:pt x="63012" y="4065"/>
                  </a:cubicBezTo>
                  <a:cubicBezTo>
                    <a:pt x="59876" y="2664"/>
                    <a:pt x="56507" y="1496"/>
                    <a:pt x="52905" y="829"/>
                  </a:cubicBezTo>
                  <a:cubicBezTo>
                    <a:pt x="50096" y="299"/>
                    <a:pt x="47140" y="1"/>
                    <a:pt x="44170"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74" name="Google Shape;4874;p40"/>
            <p:cNvSpPr/>
            <p:nvPr/>
          </p:nvSpPr>
          <p:spPr>
            <a:xfrm>
              <a:off x="3042350" y="2923325"/>
              <a:ext cx="203450" cy="113475"/>
            </a:xfrm>
            <a:custGeom>
              <a:avLst/>
              <a:gdLst/>
              <a:ahLst/>
              <a:cxnLst/>
              <a:rect l="l" t="t" r="r" b="b"/>
              <a:pathLst>
                <a:path w="8138" h="4539" extrusionOk="0">
                  <a:moveTo>
                    <a:pt x="7850" y="1"/>
                  </a:moveTo>
                  <a:cubicBezTo>
                    <a:pt x="7846" y="1"/>
                    <a:pt x="7843" y="1"/>
                    <a:pt x="7839" y="2"/>
                  </a:cubicBezTo>
                  <a:cubicBezTo>
                    <a:pt x="7839" y="2"/>
                    <a:pt x="7239" y="269"/>
                    <a:pt x="6405" y="536"/>
                  </a:cubicBezTo>
                  <a:cubicBezTo>
                    <a:pt x="6171" y="636"/>
                    <a:pt x="5938" y="703"/>
                    <a:pt x="5738" y="803"/>
                  </a:cubicBezTo>
                  <a:cubicBezTo>
                    <a:pt x="5504" y="870"/>
                    <a:pt x="5271" y="1003"/>
                    <a:pt x="5071" y="1103"/>
                  </a:cubicBezTo>
                  <a:cubicBezTo>
                    <a:pt x="4604" y="1270"/>
                    <a:pt x="4137" y="1470"/>
                    <a:pt x="3770" y="1670"/>
                  </a:cubicBezTo>
                  <a:cubicBezTo>
                    <a:pt x="3336" y="1870"/>
                    <a:pt x="2936" y="2137"/>
                    <a:pt x="2502" y="2371"/>
                  </a:cubicBezTo>
                  <a:cubicBezTo>
                    <a:pt x="2102" y="2637"/>
                    <a:pt x="1668" y="2904"/>
                    <a:pt x="1301" y="3171"/>
                  </a:cubicBezTo>
                  <a:cubicBezTo>
                    <a:pt x="601" y="3672"/>
                    <a:pt x="67" y="4072"/>
                    <a:pt x="67" y="4072"/>
                  </a:cubicBezTo>
                  <a:cubicBezTo>
                    <a:pt x="0" y="4172"/>
                    <a:pt x="234" y="4505"/>
                    <a:pt x="300" y="4539"/>
                  </a:cubicBezTo>
                  <a:cubicBezTo>
                    <a:pt x="300" y="4539"/>
                    <a:pt x="901" y="4272"/>
                    <a:pt x="1668" y="3838"/>
                  </a:cubicBezTo>
                  <a:cubicBezTo>
                    <a:pt x="2068" y="3638"/>
                    <a:pt x="2469" y="3438"/>
                    <a:pt x="2936" y="3205"/>
                  </a:cubicBezTo>
                  <a:cubicBezTo>
                    <a:pt x="3403" y="3004"/>
                    <a:pt x="3803" y="2804"/>
                    <a:pt x="4170" y="2604"/>
                  </a:cubicBezTo>
                  <a:cubicBezTo>
                    <a:pt x="4570" y="2371"/>
                    <a:pt x="5004" y="2170"/>
                    <a:pt x="5437" y="1937"/>
                  </a:cubicBezTo>
                  <a:lnTo>
                    <a:pt x="6071" y="1537"/>
                  </a:lnTo>
                  <a:cubicBezTo>
                    <a:pt x="6271" y="1437"/>
                    <a:pt x="6472" y="1303"/>
                    <a:pt x="6672" y="1203"/>
                  </a:cubicBezTo>
                  <a:cubicBezTo>
                    <a:pt x="7472" y="803"/>
                    <a:pt x="8073" y="469"/>
                    <a:pt x="8073" y="469"/>
                  </a:cubicBezTo>
                  <a:cubicBezTo>
                    <a:pt x="8137" y="437"/>
                    <a:pt x="7953" y="1"/>
                    <a:pt x="7850"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75" name="Google Shape;4875;p40"/>
            <p:cNvSpPr/>
            <p:nvPr/>
          </p:nvSpPr>
          <p:spPr>
            <a:xfrm>
              <a:off x="3395100" y="3217975"/>
              <a:ext cx="103425" cy="190625"/>
            </a:xfrm>
            <a:custGeom>
              <a:avLst/>
              <a:gdLst/>
              <a:ahLst/>
              <a:cxnLst/>
              <a:rect l="l" t="t" r="r" b="b"/>
              <a:pathLst>
                <a:path w="4137" h="7625" extrusionOk="0">
                  <a:moveTo>
                    <a:pt x="3718" y="0"/>
                  </a:moveTo>
                  <a:cubicBezTo>
                    <a:pt x="3693" y="0"/>
                    <a:pt x="3675" y="7"/>
                    <a:pt x="3670" y="25"/>
                  </a:cubicBezTo>
                  <a:cubicBezTo>
                    <a:pt x="3670" y="25"/>
                    <a:pt x="2335" y="2160"/>
                    <a:pt x="1635" y="3594"/>
                  </a:cubicBezTo>
                  <a:cubicBezTo>
                    <a:pt x="901" y="5062"/>
                    <a:pt x="0" y="7397"/>
                    <a:pt x="0" y="7397"/>
                  </a:cubicBezTo>
                  <a:cubicBezTo>
                    <a:pt x="0" y="7478"/>
                    <a:pt x="240" y="7624"/>
                    <a:pt x="385" y="7624"/>
                  </a:cubicBezTo>
                  <a:cubicBezTo>
                    <a:pt x="419" y="7624"/>
                    <a:pt x="448" y="7616"/>
                    <a:pt x="467" y="7597"/>
                  </a:cubicBezTo>
                  <a:cubicBezTo>
                    <a:pt x="467" y="7597"/>
                    <a:pt x="1802" y="5495"/>
                    <a:pt x="2502" y="4028"/>
                  </a:cubicBezTo>
                  <a:cubicBezTo>
                    <a:pt x="3203" y="2560"/>
                    <a:pt x="4137" y="225"/>
                    <a:pt x="4137" y="225"/>
                  </a:cubicBezTo>
                  <a:cubicBezTo>
                    <a:pt x="4137" y="170"/>
                    <a:pt x="3839" y="0"/>
                    <a:pt x="3718"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76" name="Google Shape;4876;p40"/>
            <p:cNvSpPr/>
            <p:nvPr/>
          </p:nvSpPr>
          <p:spPr>
            <a:xfrm>
              <a:off x="3958125" y="3165700"/>
              <a:ext cx="114150" cy="222125"/>
            </a:xfrm>
            <a:custGeom>
              <a:avLst/>
              <a:gdLst/>
              <a:ahLst/>
              <a:cxnLst/>
              <a:rect l="l" t="t" r="r" b="b"/>
              <a:pathLst>
                <a:path w="4566" h="8885" extrusionOk="0">
                  <a:moveTo>
                    <a:pt x="459" y="1"/>
                  </a:moveTo>
                  <a:cubicBezTo>
                    <a:pt x="342" y="1"/>
                    <a:pt x="0" y="157"/>
                    <a:pt x="29" y="214"/>
                  </a:cubicBezTo>
                  <a:cubicBezTo>
                    <a:pt x="29" y="214"/>
                    <a:pt x="1063" y="2950"/>
                    <a:pt x="1863" y="4651"/>
                  </a:cubicBezTo>
                  <a:cubicBezTo>
                    <a:pt x="2664" y="6352"/>
                    <a:pt x="4098" y="8854"/>
                    <a:pt x="4098" y="8854"/>
                  </a:cubicBezTo>
                  <a:cubicBezTo>
                    <a:pt x="4113" y="8875"/>
                    <a:pt x="4142" y="8884"/>
                    <a:pt x="4179" y="8884"/>
                  </a:cubicBezTo>
                  <a:cubicBezTo>
                    <a:pt x="4317" y="8884"/>
                    <a:pt x="4565" y="8759"/>
                    <a:pt x="4565" y="8654"/>
                  </a:cubicBezTo>
                  <a:cubicBezTo>
                    <a:pt x="4565" y="8654"/>
                    <a:pt x="3531" y="5952"/>
                    <a:pt x="2731" y="4251"/>
                  </a:cubicBezTo>
                  <a:cubicBezTo>
                    <a:pt x="1963" y="2516"/>
                    <a:pt x="496" y="14"/>
                    <a:pt x="496" y="14"/>
                  </a:cubicBezTo>
                  <a:cubicBezTo>
                    <a:pt x="491" y="5"/>
                    <a:pt x="478" y="1"/>
                    <a:pt x="459"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77" name="Google Shape;4877;p40"/>
            <p:cNvSpPr/>
            <p:nvPr/>
          </p:nvSpPr>
          <p:spPr>
            <a:xfrm>
              <a:off x="4284900" y="2901675"/>
              <a:ext cx="158475" cy="74250"/>
            </a:xfrm>
            <a:custGeom>
              <a:avLst/>
              <a:gdLst/>
              <a:ahLst/>
              <a:cxnLst/>
              <a:rect l="l" t="t" r="r" b="b"/>
              <a:pathLst>
                <a:path w="6339" h="2970" extrusionOk="0">
                  <a:moveTo>
                    <a:pt x="201" y="1"/>
                  </a:moveTo>
                  <a:cubicBezTo>
                    <a:pt x="167" y="1"/>
                    <a:pt x="0" y="401"/>
                    <a:pt x="67" y="468"/>
                  </a:cubicBezTo>
                  <a:cubicBezTo>
                    <a:pt x="67" y="468"/>
                    <a:pt x="467" y="701"/>
                    <a:pt x="1034" y="1035"/>
                  </a:cubicBezTo>
                  <a:cubicBezTo>
                    <a:pt x="1635" y="1369"/>
                    <a:pt x="2402" y="1736"/>
                    <a:pt x="2969" y="2036"/>
                  </a:cubicBezTo>
                  <a:cubicBezTo>
                    <a:pt x="3603" y="2336"/>
                    <a:pt x="4370" y="2569"/>
                    <a:pt x="5071" y="2736"/>
                  </a:cubicBezTo>
                  <a:cubicBezTo>
                    <a:pt x="5404" y="2836"/>
                    <a:pt x="5671" y="2870"/>
                    <a:pt x="5905" y="2903"/>
                  </a:cubicBezTo>
                  <a:cubicBezTo>
                    <a:pt x="6105" y="2970"/>
                    <a:pt x="6238" y="2970"/>
                    <a:pt x="6238" y="2970"/>
                  </a:cubicBezTo>
                  <a:cubicBezTo>
                    <a:pt x="6272" y="2903"/>
                    <a:pt x="6338" y="2503"/>
                    <a:pt x="6305" y="2403"/>
                  </a:cubicBezTo>
                  <a:cubicBezTo>
                    <a:pt x="6305" y="2403"/>
                    <a:pt x="6238" y="2369"/>
                    <a:pt x="6005" y="2303"/>
                  </a:cubicBezTo>
                  <a:cubicBezTo>
                    <a:pt x="5838" y="2236"/>
                    <a:pt x="5571" y="2136"/>
                    <a:pt x="5271" y="2002"/>
                  </a:cubicBezTo>
                  <a:cubicBezTo>
                    <a:pt x="4637" y="1736"/>
                    <a:pt x="3937" y="1369"/>
                    <a:pt x="3336" y="1135"/>
                  </a:cubicBezTo>
                  <a:cubicBezTo>
                    <a:pt x="2769" y="868"/>
                    <a:pt x="1968" y="535"/>
                    <a:pt x="1335" y="335"/>
                  </a:cubicBezTo>
                  <a:cubicBezTo>
                    <a:pt x="1034" y="234"/>
                    <a:pt x="768" y="134"/>
                    <a:pt x="567" y="68"/>
                  </a:cubicBezTo>
                  <a:cubicBezTo>
                    <a:pt x="334" y="34"/>
                    <a:pt x="201" y="1"/>
                    <a:pt x="201"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78" name="Google Shape;4878;p40"/>
            <p:cNvSpPr/>
            <p:nvPr/>
          </p:nvSpPr>
          <p:spPr>
            <a:xfrm>
              <a:off x="4240750" y="2340400"/>
              <a:ext cx="164225" cy="123550"/>
            </a:xfrm>
            <a:custGeom>
              <a:avLst/>
              <a:gdLst/>
              <a:ahLst/>
              <a:cxnLst/>
              <a:rect l="l" t="t" r="r" b="b"/>
              <a:pathLst>
                <a:path w="6569" h="4942" extrusionOk="0">
                  <a:moveTo>
                    <a:pt x="6214" y="0"/>
                  </a:moveTo>
                  <a:cubicBezTo>
                    <a:pt x="6210" y="0"/>
                    <a:pt x="6206" y="1"/>
                    <a:pt x="6203" y="3"/>
                  </a:cubicBezTo>
                  <a:cubicBezTo>
                    <a:pt x="6203" y="3"/>
                    <a:pt x="4235" y="1303"/>
                    <a:pt x="3067" y="2171"/>
                  </a:cubicBezTo>
                  <a:cubicBezTo>
                    <a:pt x="1900" y="3105"/>
                    <a:pt x="65" y="4506"/>
                    <a:pt x="65" y="4506"/>
                  </a:cubicBezTo>
                  <a:cubicBezTo>
                    <a:pt x="1" y="4538"/>
                    <a:pt x="215" y="4941"/>
                    <a:pt x="320" y="4941"/>
                  </a:cubicBezTo>
                  <a:cubicBezTo>
                    <a:pt x="324" y="4941"/>
                    <a:pt x="328" y="4941"/>
                    <a:pt x="332" y="4939"/>
                  </a:cubicBezTo>
                  <a:cubicBezTo>
                    <a:pt x="332" y="4939"/>
                    <a:pt x="866" y="4673"/>
                    <a:pt x="1533" y="4306"/>
                  </a:cubicBezTo>
                  <a:cubicBezTo>
                    <a:pt x="1866" y="4105"/>
                    <a:pt x="2233" y="3872"/>
                    <a:pt x="2600" y="3638"/>
                  </a:cubicBezTo>
                  <a:cubicBezTo>
                    <a:pt x="3001" y="3405"/>
                    <a:pt x="3368" y="3138"/>
                    <a:pt x="3668" y="2938"/>
                  </a:cubicBezTo>
                  <a:cubicBezTo>
                    <a:pt x="4869" y="2004"/>
                    <a:pt x="6536" y="403"/>
                    <a:pt x="6536" y="403"/>
                  </a:cubicBezTo>
                  <a:cubicBezTo>
                    <a:pt x="6568" y="307"/>
                    <a:pt x="6297" y="0"/>
                    <a:pt x="6214"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79" name="Google Shape;4879;p40"/>
            <p:cNvSpPr/>
            <p:nvPr/>
          </p:nvSpPr>
          <p:spPr>
            <a:xfrm>
              <a:off x="3978975" y="1966550"/>
              <a:ext cx="83300" cy="180000"/>
            </a:xfrm>
            <a:custGeom>
              <a:avLst/>
              <a:gdLst/>
              <a:ahLst/>
              <a:cxnLst/>
              <a:rect l="l" t="t" r="r" b="b"/>
              <a:pathLst>
                <a:path w="3332" h="7200" extrusionOk="0">
                  <a:moveTo>
                    <a:pt x="2934" y="1"/>
                  </a:moveTo>
                  <a:cubicBezTo>
                    <a:pt x="2918" y="1"/>
                    <a:pt x="2906" y="4"/>
                    <a:pt x="2897" y="13"/>
                  </a:cubicBezTo>
                  <a:cubicBezTo>
                    <a:pt x="2897" y="13"/>
                    <a:pt x="1730" y="2014"/>
                    <a:pt x="1129" y="3382"/>
                  </a:cubicBezTo>
                  <a:cubicBezTo>
                    <a:pt x="596" y="4749"/>
                    <a:pt x="29" y="7018"/>
                    <a:pt x="29" y="7018"/>
                  </a:cubicBezTo>
                  <a:cubicBezTo>
                    <a:pt x="1" y="7073"/>
                    <a:pt x="301" y="7200"/>
                    <a:pt x="438" y="7200"/>
                  </a:cubicBezTo>
                  <a:cubicBezTo>
                    <a:pt x="465" y="7200"/>
                    <a:pt x="485" y="7195"/>
                    <a:pt x="496" y="7184"/>
                  </a:cubicBezTo>
                  <a:cubicBezTo>
                    <a:pt x="496" y="7184"/>
                    <a:pt x="1496" y="5116"/>
                    <a:pt x="1997" y="3749"/>
                  </a:cubicBezTo>
                  <a:cubicBezTo>
                    <a:pt x="2564" y="2414"/>
                    <a:pt x="3331" y="246"/>
                    <a:pt x="3331" y="246"/>
                  </a:cubicBezTo>
                  <a:cubicBezTo>
                    <a:pt x="3331" y="187"/>
                    <a:pt x="3049" y="1"/>
                    <a:pt x="2934"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80" name="Google Shape;4880;p40"/>
            <p:cNvSpPr/>
            <p:nvPr/>
          </p:nvSpPr>
          <p:spPr>
            <a:xfrm>
              <a:off x="3384425" y="1964950"/>
              <a:ext cx="114925" cy="172975"/>
            </a:xfrm>
            <a:custGeom>
              <a:avLst/>
              <a:gdLst/>
              <a:ahLst/>
              <a:cxnLst/>
              <a:rect l="l" t="t" r="r" b="b"/>
              <a:pathLst>
                <a:path w="4597" h="6919" extrusionOk="0">
                  <a:moveTo>
                    <a:pt x="407" y="0"/>
                  </a:moveTo>
                  <a:cubicBezTo>
                    <a:pt x="319" y="0"/>
                    <a:pt x="0" y="250"/>
                    <a:pt x="60" y="310"/>
                  </a:cubicBezTo>
                  <a:cubicBezTo>
                    <a:pt x="60" y="310"/>
                    <a:pt x="327" y="810"/>
                    <a:pt x="761" y="1478"/>
                  </a:cubicBezTo>
                  <a:cubicBezTo>
                    <a:pt x="894" y="1644"/>
                    <a:pt x="961" y="1811"/>
                    <a:pt x="1094" y="1978"/>
                  </a:cubicBezTo>
                  <a:cubicBezTo>
                    <a:pt x="1161" y="2178"/>
                    <a:pt x="1295" y="2345"/>
                    <a:pt x="1395" y="2578"/>
                  </a:cubicBezTo>
                  <a:cubicBezTo>
                    <a:pt x="1595" y="2945"/>
                    <a:pt x="1795" y="3312"/>
                    <a:pt x="1995" y="3646"/>
                  </a:cubicBezTo>
                  <a:cubicBezTo>
                    <a:pt x="2762" y="4980"/>
                    <a:pt x="4130" y="6915"/>
                    <a:pt x="4130" y="6915"/>
                  </a:cubicBezTo>
                  <a:cubicBezTo>
                    <a:pt x="4137" y="6917"/>
                    <a:pt x="4146" y="6918"/>
                    <a:pt x="4156" y="6918"/>
                  </a:cubicBezTo>
                  <a:cubicBezTo>
                    <a:pt x="4278" y="6918"/>
                    <a:pt x="4566" y="6738"/>
                    <a:pt x="4597" y="6615"/>
                  </a:cubicBezTo>
                  <a:cubicBezTo>
                    <a:pt x="4597" y="6615"/>
                    <a:pt x="3596" y="4480"/>
                    <a:pt x="2829" y="3145"/>
                  </a:cubicBezTo>
                  <a:cubicBezTo>
                    <a:pt x="2629" y="2812"/>
                    <a:pt x="2395" y="2478"/>
                    <a:pt x="2129" y="2111"/>
                  </a:cubicBezTo>
                  <a:cubicBezTo>
                    <a:pt x="1995" y="1945"/>
                    <a:pt x="1895" y="1744"/>
                    <a:pt x="1762" y="1544"/>
                  </a:cubicBezTo>
                  <a:cubicBezTo>
                    <a:pt x="1595" y="1411"/>
                    <a:pt x="1461" y="1244"/>
                    <a:pt x="1328" y="1077"/>
                  </a:cubicBezTo>
                  <a:cubicBezTo>
                    <a:pt x="794" y="477"/>
                    <a:pt x="427" y="10"/>
                    <a:pt x="427" y="10"/>
                  </a:cubicBezTo>
                  <a:cubicBezTo>
                    <a:pt x="424" y="3"/>
                    <a:pt x="417" y="0"/>
                    <a:pt x="407"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81" name="Google Shape;4881;p40"/>
            <p:cNvSpPr/>
            <p:nvPr/>
          </p:nvSpPr>
          <p:spPr>
            <a:xfrm>
              <a:off x="2979800" y="2336275"/>
              <a:ext cx="162650" cy="85100"/>
            </a:xfrm>
            <a:custGeom>
              <a:avLst/>
              <a:gdLst/>
              <a:ahLst/>
              <a:cxnLst/>
              <a:rect l="l" t="t" r="r" b="b"/>
              <a:pathLst>
                <a:path w="6506" h="3404" extrusionOk="0">
                  <a:moveTo>
                    <a:pt x="167" y="1"/>
                  </a:moveTo>
                  <a:cubicBezTo>
                    <a:pt x="134" y="1"/>
                    <a:pt x="0" y="468"/>
                    <a:pt x="101" y="501"/>
                  </a:cubicBezTo>
                  <a:cubicBezTo>
                    <a:pt x="101" y="501"/>
                    <a:pt x="234" y="568"/>
                    <a:pt x="434" y="635"/>
                  </a:cubicBezTo>
                  <a:cubicBezTo>
                    <a:pt x="634" y="668"/>
                    <a:pt x="934" y="801"/>
                    <a:pt x="1235" y="935"/>
                  </a:cubicBezTo>
                  <a:cubicBezTo>
                    <a:pt x="1835" y="1168"/>
                    <a:pt x="2602" y="1569"/>
                    <a:pt x="3169" y="1835"/>
                  </a:cubicBezTo>
                  <a:cubicBezTo>
                    <a:pt x="3770" y="2136"/>
                    <a:pt x="4570" y="2469"/>
                    <a:pt x="5137" y="2803"/>
                  </a:cubicBezTo>
                  <a:cubicBezTo>
                    <a:pt x="5438" y="2970"/>
                    <a:pt x="5738" y="3103"/>
                    <a:pt x="5905" y="3236"/>
                  </a:cubicBezTo>
                  <a:cubicBezTo>
                    <a:pt x="6071" y="3303"/>
                    <a:pt x="6172" y="3403"/>
                    <a:pt x="6172" y="3403"/>
                  </a:cubicBezTo>
                  <a:cubicBezTo>
                    <a:pt x="6272" y="3403"/>
                    <a:pt x="6505" y="3070"/>
                    <a:pt x="6372" y="2936"/>
                  </a:cubicBezTo>
                  <a:cubicBezTo>
                    <a:pt x="6372" y="2936"/>
                    <a:pt x="6305" y="2803"/>
                    <a:pt x="6138" y="2669"/>
                  </a:cubicBezTo>
                  <a:cubicBezTo>
                    <a:pt x="6005" y="2569"/>
                    <a:pt x="5771" y="2336"/>
                    <a:pt x="5471" y="2136"/>
                  </a:cubicBezTo>
                  <a:cubicBezTo>
                    <a:pt x="4937" y="1669"/>
                    <a:pt x="4170" y="1235"/>
                    <a:pt x="3570" y="935"/>
                  </a:cubicBezTo>
                  <a:cubicBezTo>
                    <a:pt x="2936" y="668"/>
                    <a:pt x="2102" y="401"/>
                    <a:pt x="1401" y="234"/>
                  </a:cubicBezTo>
                  <a:cubicBezTo>
                    <a:pt x="1068" y="134"/>
                    <a:pt x="734" y="101"/>
                    <a:pt x="501" y="67"/>
                  </a:cubicBezTo>
                  <a:cubicBezTo>
                    <a:pt x="301" y="1"/>
                    <a:pt x="167" y="1"/>
                    <a:pt x="167"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4882" name="Google Shape;4882;p40"/>
          <p:cNvGrpSpPr/>
          <p:nvPr/>
        </p:nvGrpSpPr>
        <p:grpSpPr>
          <a:xfrm rot="4476030" flipH="1">
            <a:off x="5729820" y="4375191"/>
            <a:ext cx="896875" cy="308490"/>
            <a:chOff x="2487850" y="3435100"/>
            <a:chExt cx="520575" cy="179075"/>
          </a:xfrm>
        </p:grpSpPr>
        <p:sp>
          <p:nvSpPr>
            <p:cNvPr id="4883" name="Google Shape;4883;p40"/>
            <p:cNvSpPr/>
            <p:nvPr/>
          </p:nvSpPr>
          <p:spPr>
            <a:xfrm>
              <a:off x="2487850" y="3435100"/>
              <a:ext cx="520575" cy="179075"/>
            </a:xfrm>
            <a:custGeom>
              <a:avLst/>
              <a:gdLst/>
              <a:ahLst/>
              <a:cxnLst/>
              <a:rect l="l" t="t" r="r" b="b"/>
              <a:pathLst>
                <a:path w="20823" h="7163" extrusionOk="0">
                  <a:moveTo>
                    <a:pt x="6490" y="658"/>
                  </a:moveTo>
                  <a:cubicBezTo>
                    <a:pt x="6639" y="658"/>
                    <a:pt x="6787" y="665"/>
                    <a:pt x="6936" y="680"/>
                  </a:cubicBezTo>
                  <a:cubicBezTo>
                    <a:pt x="6069" y="1080"/>
                    <a:pt x="5235" y="1380"/>
                    <a:pt x="4267" y="1647"/>
                  </a:cubicBezTo>
                  <a:cubicBezTo>
                    <a:pt x="4167" y="1647"/>
                    <a:pt x="4101" y="1647"/>
                    <a:pt x="4001" y="1580"/>
                  </a:cubicBezTo>
                  <a:cubicBezTo>
                    <a:pt x="4743" y="923"/>
                    <a:pt x="5608" y="658"/>
                    <a:pt x="6490" y="658"/>
                  </a:cubicBezTo>
                  <a:close/>
                  <a:moveTo>
                    <a:pt x="7136" y="680"/>
                  </a:moveTo>
                  <a:cubicBezTo>
                    <a:pt x="7770" y="746"/>
                    <a:pt x="8470" y="913"/>
                    <a:pt x="9171" y="1180"/>
                  </a:cubicBezTo>
                  <a:cubicBezTo>
                    <a:pt x="8604" y="1313"/>
                    <a:pt x="8070" y="1514"/>
                    <a:pt x="7470" y="1647"/>
                  </a:cubicBezTo>
                  <a:cubicBezTo>
                    <a:pt x="6769" y="1747"/>
                    <a:pt x="6069" y="1814"/>
                    <a:pt x="5402" y="1847"/>
                  </a:cubicBezTo>
                  <a:cubicBezTo>
                    <a:pt x="5235" y="1814"/>
                    <a:pt x="5001" y="1747"/>
                    <a:pt x="4835" y="1714"/>
                  </a:cubicBezTo>
                  <a:cubicBezTo>
                    <a:pt x="5668" y="1547"/>
                    <a:pt x="6469" y="1180"/>
                    <a:pt x="7136" y="680"/>
                  </a:cubicBezTo>
                  <a:close/>
                  <a:moveTo>
                    <a:pt x="9304" y="1213"/>
                  </a:moveTo>
                  <a:cubicBezTo>
                    <a:pt x="9638" y="1347"/>
                    <a:pt x="9938" y="1414"/>
                    <a:pt x="10172" y="1547"/>
                  </a:cubicBezTo>
                  <a:cubicBezTo>
                    <a:pt x="9222" y="2007"/>
                    <a:pt x="8149" y="2195"/>
                    <a:pt x="7079" y="2195"/>
                  </a:cubicBezTo>
                  <a:cubicBezTo>
                    <a:pt x="6909" y="2195"/>
                    <a:pt x="6739" y="2190"/>
                    <a:pt x="6569" y="2181"/>
                  </a:cubicBezTo>
                  <a:cubicBezTo>
                    <a:pt x="6336" y="2081"/>
                    <a:pt x="6135" y="2047"/>
                    <a:pt x="5902" y="1947"/>
                  </a:cubicBezTo>
                  <a:cubicBezTo>
                    <a:pt x="6402" y="1914"/>
                    <a:pt x="6903" y="1881"/>
                    <a:pt x="7336" y="1814"/>
                  </a:cubicBezTo>
                  <a:cubicBezTo>
                    <a:pt x="8003" y="1680"/>
                    <a:pt x="8737" y="1547"/>
                    <a:pt x="9304" y="1213"/>
                  </a:cubicBezTo>
                  <a:close/>
                  <a:moveTo>
                    <a:pt x="10338" y="1647"/>
                  </a:moveTo>
                  <a:cubicBezTo>
                    <a:pt x="10972" y="1847"/>
                    <a:pt x="11506" y="2081"/>
                    <a:pt x="12073" y="2314"/>
                  </a:cubicBezTo>
                  <a:cubicBezTo>
                    <a:pt x="12073" y="2314"/>
                    <a:pt x="12106" y="2314"/>
                    <a:pt x="12106" y="2348"/>
                  </a:cubicBezTo>
                  <a:cubicBezTo>
                    <a:pt x="11339" y="2514"/>
                    <a:pt x="10639" y="2681"/>
                    <a:pt x="9838" y="2714"/>
                  </a:cubicBezTo>
                  <a:cubicBezTo>
                    <a:pt x="9650" y="2723"/>
                    <a:pt x="9463" y="2728"/>
                    <a:pt x="9276" y="2728"/>
                  </a:cubicBezTo>
                  <a:cubicBezTo>
                    <a:pt x="8765" y="2728"/>
                    <a:pt x="8258" y="2697"/>
                    <a:pt x="7770" y="2648"/>
                  </a:cubicBezTo>
                  <a:cubicBezTo>
                    <a:pt x="7603" y="2581"/>
                    <a:pt x="7470" y="2514"/>
                    <a:pt x="7303" y="2481"/>
                  </a:cubicBezTo>
                  <a:lnTo>
                    <a:pt x="7270" y="2414"/>
                  </a:lnTo>
                  <a:cubicBezTo>
                    <a:pt x="7253" y="2398"/>
                    <a:pt x="7245" y="2389"/>
                    <a:pt x="7232" y="2389"/>
                  </a:cubicBezTo>
                  <a:cubicBezTo>
                    <a:pt x="7220" y="2389"/>
                    <a:pt x="7203" y="2398"/>
                    <a:pt x="7170" y="2414"/>
                  </a:cubicBezTo>
                  <a:cubicBezTo>
                    <a:pt x="7003" y="2381"/>
                    <a:pt x="6836" y="2314"/>
                    <a:pt x="6736" y="2247"/>
                  </a:cubicBezTo>
                  <a:lnTo>
                    <a:pt x="6736" y="2247"/>
                  </a:lnTo>
                  <a:cubicBezTo>
                    <a:pt x="6985" y="2281"/>
                    <a:pt x="7235" y="2297"/>
                    <a:pt x="7485" y="2297"/>
                  </a:cubicBezTo>
                  <a:cubicBezTo>
                    <a:pt x="8475" y="2297"/>
                    <a:pt x="9460" y="2046"/>
                    <a:pt x="10338" y="1647"/>
                  </a:cubicBezTo>
                  <a:close/>
                  <a:moveTo>
                    <a:pt x="4234" y="1947"/>
                  </a:moveTo>
                  <a:cubicBezTo>
                    <a:pt x="4434" y="1947"/>
                    <a:pt x="4601" y="2014"/>
                    <a:pt x="4801" y="2047"/>
                  </a:cubicBezTo>
                  <a:cubicBezTo>
                    <a:pt x="4835" y="2181"/>
                    <a:pt x="4935" y="2247"/>
                    <a:pt x="4935" y="2381"/>
                  </a:cubicBezTo>
                  <a:cubicBezTo>
                    <a:pt x="4968" y="2514"/>
                    <a:pt x="4968" y="2648"/>
                    <a:pt x="4968" y="2748"/>
                  </a:cubicBezTo>
                  <a:cubicBezTo>
                    <a:pt x="4768" y="2481"/>
                    <a:pt x="4568" y="2181"/>
                    <a:pt x="4234" y="1947"/>
                  </a:cubicBezTo>
                  <a:close/>
                  <a:moveTo>
                    <a:pt x="190" y="2797"/>
                  </a:moveTo>
                  <a:lnTo>
                    <a:pt x="190" y="2797"/>
                  </a:lnTo>
                  <a:cubicBezTo>
                    <a:pt x="159" y="2814"/>
                    <a:pt x="129" y="2831"/>
                    <a:pt x="98" y="2848"/>
                  </a:cubicBezTo>
                  <a:cubicBezTo>
                    <a:pt x="84" y="2853"/>
                    <a:pt x="71" y="2855"/>
                    <a:pt x="60" y="2855"/>
                  </a:cubicBezTo>
                  <a:lnTo>
                    <a:pt x="60" y="2855"/>
                  </a:lnTo>
                  <a:cubicBezTo>
                    <a:pt x="36" y="2840"/>
                    <a:pt x="21" y="2835"/>
                    <a:pt x="14" y="2835"/>
                  </a:cubicBezTo>
                  <a:cubicBezTo>
                    <a:pt x="1" y="2835"/>
                    <a:pt x="19" y="2855"/>
                    <a:pt x="56" y="2855"/>
                  </a:cubicBezTo>
                  <a:cubicBezTo>
                    <a:pt x="57" y="2855"/>
                    <a:pt x="59" y="2855"/>
                    <a:pt x="60" y="2855"/>
                  </a:cubicBezTo>
                  <a:lnTo>
                    <a:pt x="60" y="2855"/>
                  </a:lnTo>
                  <a:cubicBezTo>
                    <a:pt x="70" y="2862"/>
                    <a:pt x="83" y="2870"/>
                    <a:pt x="98" y="2881"/>
                  </a:cubicBezTo>
                  <a:cubicBezTo>
                    <a:pt x="128" y="2853"/>
                    <a:pt x="159" y="2825"/>
                    <a:pt x="190" y="2797"/>
                  </a:cubicBezTo>
                  <a:close/>
                  <a:moveTo>
                    <a:pt x="12307" y="2348"/>
                  </a:moveTo>
                  <a:cubicBezTo>
                    <a:pt x="12473" y="2481"/>
                    <a:pt x="12640" y="2548"/>
                    <a:pt x="12807" y="2581"/>
                  </a:cubicBezTo>
                  <a:cubicBezTo>
                    <a:pt x="12774" y="2581"/>
                    <a:pt x="12740" y="2648"/>
                    <a:pt x="12640" y="2681"/>
                  </a:cubicBezTo>
                  <a:cubicBezTo>
                    <a:pt x="12352" y="2864"/>
                    <a:pt x="12187" y="3109"/>
                    <a:pt x="11839" y="3109"/>
                  </a:cubicBezTo>
                  <a:cubicBezTo>
                    <a:pt x="11744" y="3109"/>
                    <a:pt x="11635" y="3091"/>
                    <a:pt x="11506" y="3048"/>
                  </a:cubicBezTo>
                  <a:cubicBezTo>
                    <a:pt x="11373" y="3015"/>
                    <a:pt x="11272" y="2881"/>
                    <a:pt x="11139" y="2848"/>
                  </a:cubicBezTo>
                  <a:cubicBezTo>
                    <a:pt x="11039" y="2812"/>
                    <a:pt x="10947" y="2798"/>
                    <a:pt x="10858" y="2798"/>
                  </a:cubicBezTo>
                  <a:cubicBezTo>
                    <a:pt x="10620" y="2798"/>
                    <a:pt x="10406" y="2899"/>
                    <a:pt x="10138" y="2948"/>
                  </a:cubicBezTo>
                  <a:cubicBezTo>
                    <a:pt x="9922" y="3005"/>
                    <a:pt x="9721" y="3031"/>
                    <a:pt x="9527" y="3031"/>
                  </a:cubicBezTo>
                  <a:cubicBezTo>
                    <a:pt x="9155" y="3031"/>
                    <a:pt x="8810" y="2935"/>
                    <a:pt x="8437" y="2781"/>
                  </a:cubicBezTo>
                  <a:lnTo>
                    <a:pt x="8437" y="2781"/>
                  </a:lnTo>
                  <a:cubicBezTo>
                    <a:pt x="8504" y="2881"/>
                    <a:pt x="8604" y="2915"/>
                    <a:pt x="8671" y="2948"/>
                  </a:cubicBezTo>
                  <a:cubicBezTo>
                    <a:pt x="8504" y="2881"/>
                    <a:pt x="8404" y="2848"/>
                    <a:pt x="8204" y="2748"/>
                  </a:cubicBezTo>
                  <a:lnTo>
                    <a:pt x="8204" y="2748"/>
                  </a:lnTo>
                  <a:cubicBezTo>
                    <a:pt x="8534" y="2771"/>
                    <a:pt x="8865" y="2784"/>
                    <a:pt x="9194" y="2784"/>
                  </a:cubicBezTo>
                  <a:cubicBezTo>
                    <a:pt x="10260" y="2784"/>
                    <a:pt x="11313" y="2653"/>
                    <a:pt x="12307" y="2348"/>
                  </a:cubicBezTo>
                  <a:close/>
                  <a:moveTo>
                    <a:pt x="12940" y="2648"/>
                  </a:moveTo>
                  <a:cubicBezTo>
                    <a:pt x="13307" y="2781"/>
                    <a:pt x="13674" y="2981"/>
                    <a:pt x="14108" y="3081"/>
                  </a:cubicBezTo>
                  <a:cubicBezTo>
                    <a:pt x="13274" y="3248"/>
                    <a:pt x="12473" y="3415"/>
                    <a:pt x="11639" y="3415"/>
                  </a:cubicBezTo>
                  <a:cubicBezTo>
                    <a:pt x="10906" y="3415"/>
                    <a:pt x="10172" y="3348"/>
                    <a:pt x="9438" y="3181"/>
                  </a:cubicBezTo>
                  <a:lnTo>
                    <a:pt x="9605" y="3181"/>
                  </a:lnTo>
                  <a:cubicBezTo>
                    <a:pt x="10038" y="3181"/>
                    <a:pt x="10433" y="2928"/>
                    <a:pt x="10863" y="2928"/>
                  </a:cubicBezTo>
                  <a:cubicBezTo>
                    <a:pt x="10995" y="2928"/>
                    <a:pt x="11131" y="2952"/>
                    <a:pt x="11272" y="3015"/>
                  </a:cubicBezTo>
                  <a:cubicBezTo>
                    <a:pt x="11477" y="3073"/>
                    <a:pt x="11682" y="3260"/>
                    <a:pt x="11909" y="3260"/>
                  </a:cubicBezTo>
                  <a:cubicBezTo>
                    <a:pt x="11941" y="3260"/>
                    <a:pt x="11974" y="3256"/>
                    <a:pt x="12006" y="3248"/>
                  </a:cubicBezTo>
                  <a:cubicBezTo>
                    <a:pt x="12440" y="3181"/>
                    <a:pt x="12573" y="2681"/>
                    <a:pt x="12940" y="2648"/>
                  </a:cubicBezTo>
                  <a:close/>
                  <a:moveTo>
                    <a:pt x="4968" y="2081"/>
                  </a:moveTo>
                  <a:cubicBezTo>
                    <a:pt x="5001" y="2081"/>
                    <a:pt x="5068" y="2081"/>
                    <a:pt x="5101" y="2147"/>
                  </a:cubicBezTo>
                  <a:cubicBezTo>
                    <a:pt x="5268" y="2381"/>
                    <a:pt x="5435" y="2581"/>
                    <a:pt x="5502" y="2915"/>
                  </a:cubicBezTo>
                  <a:cubicBezTo>
                    <a:pt x="5602" y="3215"/>
                    <a:pt x="5602" y="3515"/>
                    <a:pt x="5602" y="3815"/>
                  </a:cubicBezTo>
                  <a:cubicBezTo>
                    <a:pt x="5435" y="3515"/>
                    <a:pt x="5268" y="3215"/>
                    <a:pt x="5068" y="2915"/>
                  </a:cubicBezTo>
                  <a:cubicBezTo>
                    <a:pt x="5101" y="2681"/>
                    <a:pt x="5101" y="2348"/>
                    <a:pt x="4968" y="2081"/>
                  </a:cubicBezTo>
                  <a:close/>
                  <a:moveTo>
                    <a:pt x="14275" y="3215"/>
                  </a:moveTo>
                  <a:cubicBezTo>
                    <a:pt x="14775" y="3382"/>
                    <a:pt x="15275" y="3548"/>
                    <a:pt x="15776" y="3749"/>
                  </a:cubicBezTo>
                  <a:cubicBezTo>
                    <a:pt x="14908" y="3882"/>
                    <a:pt x="14108" y="4182"/>
                    <a:pt x="13174" y="4216"/>
                  </a:cubicBezTo>
                  <a:cubicBezTo>
                    <a:pt x="13115" y="4218"/>
                    <a:pt x="13056" y="4219"/>
                    <a:pt x="12997" y="4219"/>
                  </a:cubicBezTo>
                  <a:cubicBezTo>
                    <a:pt x="12159" y="4219"/>
                    <a:pt x="11345" y="4007"/>
                    <a:pt x="10472" y="3882"/>
                  </a:cubicBezTo>
                  <a:lnTo>
                    <a:pt x="10439" y="3882"/>
                  </a:lnTo>
                  <a:cubicBezTo>
                    <a:pt x="10105" y="3715"/>
                    <a:pt x="9771" y="3582"/>
                    <a:pt x="9471" y="3415"/>
                  </a:cubicBezTo>
                  <a:lnTo>
                    <a:pt x="9471" y="3415"/>
                  </a:lnTo>
                  <a:cubicBezTo>
                    <a:pt x="10141" y="3546"/>
                    <a:pt x="10855" y="3620"/>
                    <a:pt x="11572" y="3620"/>
                  </a:cubicBezTo>
                  <a:cubicBezTo>
                    <a:pt x="12498" y="3620"/>
                    <a:pt x="13429" y="3497"/>
                    <a:pt x="14275" y="3215"/>
                  </a:cubicBezTo>
                  <a:close/>
                  <a:moveTo>
                    <a:pt x="15842" y="3715"/>
                  </a:moveTo>
                  <a:cubicBezTo>
                    <a:pt x="15976" y="3749"/>
                    <a:pt x="16143" y="3849"/>
                    <a:pt x="16276" y="3882"/>
                  </a:cubicBezTo>
                  <a:cubicBezTo>
                    <a:pt x="16476" y="4015"/>
                    <a:pt x="16743" y="4082"/>
                    <a:pt x="16943" y="4149"/>
                  </a:cubicBezTo>
                  <a:cubicBezTo>
                    <a:pt x="16109" y="4416"/>
                    <a:pt x="15275" y="4649"/>
                    <a:pt x="14341" y="4683"/>
                  </a:cubicBezTo>
                  <a:cubicBezTo>
                    <a:pt x="14252" y="4686"/>
                    <a:pt x="14162" y="4688"/>
                    <a:pt x="14073" y="4688"/>
                  </a:cubicBezTo>
                  <a:cubicBezTo>
                    <a:pt x="13295" y="4688"/>
                    <a:pt x="12521" y="4562"/>
                    <a:pt x="11773" y="4382"/>
                  </a:cubicBezTo>
                  <a:cubicBezTo>
                    <a:pt x="11606" y="4349"/>
                    <a:pt x="11473" y="4249"/>
                    <a:pt x="11306" y="4182"/>
                  </a:cubicBezTo>
                  <a:lnTo>
                    <a:pt x="11306" y="4182"/>
                  </a:lnTo>
                  <a:cubicBezTo>
                    <a:pt x="11697" y="4260"/>
                    <a:pt x="12099" y="4293"/>
                    <a:pt x="12492" y="4293"/>
                  </a:cubicBezTo>
                  <a:cubicBezTo>
                    <a:pt x="12771" y="4293"/>
                    <a:pt x="13045" y="4277"/>
                    <a:pt x="13307" y="4249"/>
                  </a:cubicBezTo>
                  <a:cubicBezTo>
                    <a:pt x="14141" y="4216"/>
                    <a:pt x="15142" y="4149"/>
                    <a:pt x="15842" y="3715"/>
                  </a:cubicBezTo>
                  <a:close/>
                  <a:moveTo>
                    <a:pt x="5402" y="2181"/>
                  </a:moveTo>
                  <a:cubicBezTo>
                    <a:pt x="5468" y="2181"/>
                    <a:pt x="5568" y="2214"/>
                    <a:pt x="5635" y="2214"/>
                  </a:cubicBezTo>
                  <a:cubicBezTo>
                    <a:pt x="6236" y="3015"/>
                    <a:pt x="6436" y="3849"/>
                    <a:pt x="6436" y="4749"/>
                  </a:cubicBezTo>
                  <a:cubicBezTo>
                    <a:pt x="6336" y="4683"/>
                    <a:pt x="6236" y="4582"/>
                    <a:pt x="6135" y="4516"/>
                  </a:cubicBezTo>
                  <a:cubicBezTo>
                    <a:pt x="5969" y="4349"/>
                    <a:pt x="5835" y="4182"/>
                    <a:pt x="5668" y="3915"/>
                  </a:cubicBezTo>
                  <a:cubicBezTo>
                    <a:pt x="5835" y="3382"/>
                    <a:pt x="5702" y="2681"/>
                    <a:pt x="5402" y="2181"/>
                  </a:cubicBezTo>
                  <a:close/>
                  <a:moveTo>
                    <a:pt x="17077" y="4216"/>
                  </a:moveTo>
                  <a:cubicBezTo>
                    <a:pt x="17143" y="4216"/>
                    <a:pt x="17177" y="4216"/>
                    <a:pt x="17243" y="4249"/>
                  </a:cubicBezTo>
                  <a:cubicBezTo>
                    <a:pt x="17048" y="4664"/>
                    <a:pt x="16745" y="4793"/>
                    <a:pt x="16374" y="4793"/>
                  </a:cubicBezTo>
                  <a:cubicBezTo>
                    <a:pt x="16239" y="4793"/>
                    <a:pt x="16094" y="4776"/>
                    <a:pt x="15942" y="4749"/>
                  </a:cubicBezTo>
                  <a:cubicBezTo>
                    <a:pt x="15776" y="4749"/>
                    <a:pt x="15676" y="4716"/>
                    <a:pt x="15509" y="4716"/>
                  </a:cubicBezTo>
                  <a:cubicBezTo>
                    <a:pt x="16076" y="4582"/>
                    <a:pt x="16576" y="4416"/>
                    <a:pt x="17077" y="4216"/>
                  </a:cubicBezTo>
                  <a:close/>
                  <a:moveTo>
                    <a:pt x="13083" y="4883"/>
                  </a:moveTo>
                  <a:cubicBezTo>
                    <a:pt x="13146" y="4885"/>
                    <a:pt x="13201" y="4892"/>
                    <a:pt x="13274" y="4916"/>
                  </a:cubicBezTo>
                  <a:cubicBezTo>
                    <a:pt x="13182" y="4916"/>
                    <a:pt x="13119" y="4888"/>
                    <a:pt x="13083" y="4883"/>
                  </a:cubicBezTo>
                  <a:close/>
                  <a:moveTo>
                    <a:pt x="15383" y="4761"/>
                  </a:moveTo>
                  <a:cubicBezTo>
                    <a:pt x="15163" y="4862"/>
                    <a:pt x="15001" y="5019"/>
                    <a:pt x="14808" y="5083"/>
                  </a:cubicBezTo>
                  <a:cubicBezTo>
                    <a:pt x="14675" y="5127"/>
                    <a:pt x="14545" y="5146"/>
                    <a:pt x="14416" y="5146"/>
                  </a:cubicBezTo>
                  <a:cubicBezTo>
                    <a:pt x="14062" y="5146"/>
                    <a:pt x="13726" y="5005"/>
                    <a:pt x="13407" y="4883"/>
                  </a:cubicBezTo>
                  <a:lnTo>
                    <a:pt x="13407" y="4883"/>
                  </a:lnTo>
                  <a:cubicBezTo>
                    <a:pt x="13557" y="4891"/>
                    <a:pt x="13712" y="4895"/>
                    <a:pt x="13871" y="4895"/>
                  </a:cubicBezTo>
                  <a:cubicBezTo>
                    <a:pt x="14364" y="4895"/>
                    <a:pt x="14890" y="4855"/>
                    <a:pt x="15383" y="4761"/>
                  </a:cubicBezTo>
                  <a:close/>
                  <a:moveTo>
                    <a:pt x="17310" y="4249"/>
                  </a:moveTo>
                  <a:cubicBezTo>
                    <a:pt x="17610" y="4349"/>
                    <a:pt x="17844" y="4416"/>
                    <a:pt x="18144" y="4516"/>
                  </a:cubicBezTo>
                  <a:cubicBezTo>
                    <a:pt x="17255" y="4990"/>
                    <a:pt x="16260" y="5227"/>
                    <a:pt x="15253" y="5227"/>
                  </a:cubicBezTo>
                  <a:cubicBezTo>
                    <a:pt x="15127" y="5227"/>
                    <a:pt x="15001" y="5224"/>
                    <a:pt x="14875" y="5216"/>
                  </a:cubicBezTo>
                  <a:cubicBezTo>
                    <a:pt x="15242" y="5049"/>
                    <a:pt x="15475" y="4849"/>
                    <a:pt x="15942" y="4849"/>
                  </a:cubicBezTo>
                  <a:cubicBezTo>
                    <a:pt x="16153" y="4870"/>
                    <a:pt x="16311" y="4931"/>
                    <a:pt x="16482" y="4931"/>
                  </a:cubicBezTo>
                  <a:cubicBezTo>
                    <a:pt x="16582" y="4931"/>
                    <a:pt x="16687" y="4911"/>
                    <a:pt x="16810" y="4849"/>
                  </a:cubicBezTo>
                  <a:cubicBezTo>
                    <a:pt x="17043" y="4716"/>
                    <a:pt x="17243" y="4516"/>
                    <a:pt x="17310" y="4249"/>
                  </a:cubicBezTo>
                  <a:close/>
                  <a:moveTo>
                    <a:pt x="18411" y="4549"/>
                  </a:moveTo>
                  <a:cubicBezTo>
                    <a:pt x="18845" y="4683"/>
                    <a:pt x="19345" y="4716"/>
                    <a:pt x="19812" y="4749"/>
                  </a:cubicBezTo>
                  <a:cubicBezTo>
                    <a:pt x="18578" y="5083"/>
                    <a:pt x="17343" y="5283"/>
                    <a:pt x="16109" y="5283"/>
                  </a:cubicBezTo>
                  <a:cubicBezTo>
                    <a:pt x="16910" y="5216"/>
                    <a:pt x="17677" y="4916"/>
                    <a:pt x="18411" y="4549"/>
                  </a:cubicBezTo>
                  <a:close/>
                  <a:moveTo>
                    <a:pt x="5802" y="2314"/>
                  </a:moveTo>
                  <a:cubicBezTo>
                    <a:pt x="6069" y="2381"/>
                    <a:pt x="6336" y="2448"/>
                    <a:pt x="6602" y="2548"/>
                  </a:cubicBezTo>
                  <a:cubicBezTo>
                    <a:pt x="6836" y="2881"/>
                    <a:pt x="7069" y="3181"/>
                    <a:pt x="7170" y="3582"/>
                  </a:cubicBezTo>
                  <a:cubicBezTo>
                    <a:pt x="7336" y="4082"/>
                    <a:pt x="7403" y="4582"/>
                    <a:pt x="7336" y="5083"/>
                  </a:cubicBezTo>
                  <a:cubicBezTo>
                    <a:pt x="7336" y="5083"/>
                    <a:pt x="7366" y="5113"/>
                    <a:pt x="7386" y="5113"/>
                  </a:cubicBezTo>
                  <a:cubicBezTo>
                    <a:pt x="7396" y="5113"/>
                    <a:pt x="7403" y="5105"/>
                    <a:pt x="7403" y="5083"/>
                  </a:cubicBezTo>
                  <a:cubicBezTo>
                    <a:pt x="7603" y="4349"/>
                    <a:pt x="7470" y="3382"/>
                    <a:pt x="7003" y="2681"/>
                  </a:cubicBezTo>
                  <a:lnTo>
                    <a:pt x="7003" y="2681"/>
                  </a:lnTo>
                  <a:cubicBezTo>
                    <a:pt x="7136" y="2714"/>
                    <a:pt x="7270" y="2748"/>
                    <a:pt x="7403" y="2848"/>
                  </a:cubicBezTo>
                  <a:cubicBezTo>
                    <a:pt x="7637" y="3248"/>
                    <a:pt x="7903" y="3615"/>
                    <a:pt x="8003" y="4149"/>
                  </a:cubicBezTo>
                  <a:cubicBezTo>
                    <a:pt x="8137" y="4683"/>
                    <a:pt x="8137" y="5183"/>
                    <a:pt x="8104" y="5717"/>
                  </a:cubicBezTo>
                  <a:cubicBezTo>
                    <a:pt x="7503" y="5516"/>
                    <a:pt x="7003" y="5250"/>
                    <a:pt x="6502" y="4883"/>
                  </a:cubicBezTo>
                  <a:cubicBezTo>
                    <a:pt x="6602" y="3982"/>
                    <a:pt x="6302" y="3048"/>
                    <a:pt x="5802" y="2314"/>
                  </a:cubicBezTo>
                  <a:close/>
                  <a:moveTo>
                    <a:pt x="7770" y="2981"/>
                  </a:moveTo>
                  <a:lnTo>
                    <a:pt x="7770" y="2981"/>
                  </a:lnTo>
                  <a:cubicBezTo>
                    <a:pt x="7937" y="3048"/>
                    <a:pt x="8104" y="3148"/>
                    <a:pt x="8270" y="3181"/>
                  </a:cubicBezTo>
                  <a:cubicBezTo>
                    <a:pt x="8404" y="3382"/>
                    <a:pt x="8537" y="3582"/>
                    <a:pt x="8637" y="3849"/>
                  </a:cubicBezTo>
                  <a:cubicBezTo>
                    <a:pt x="8771" y="4182"/>
                    <a:pt x="8804" y="4516"/>
                    <a:pt x="8804" y="4883"/>
                  </a:cubicBezTo>
                  <a:cubicBezTo>
                    <a:pt x="8804" y="4899"/>
                    <a:pt x="8812" y="4908"/>
                    <a:pt x="8821" y="4908"/>
                  </a:cubicBezTo>
                  <a:cubicBezTo>
                    <a:pt x="8829" y="4908"/>
                    <a:pt x="8837" y="4899"/>
                    <a:pt x="8837" y="4883"/>
                  </a:cubicBezTo>
                  <a:cubicBezTo>
                    <a:pt x="8937" y="4482"/>
                    <a:pt x="8871" y="3849"/>
                    <a:pt x="8637" y="3382"/>
                  </a:cubicBezTo>
                  <a:lnTo>
                    <a:pt x="8637" y="3382"/>
                  </a:lnTo>
                  <a:lnTo>
                    <a:pt x="8871" y="3515"/>
                  </a:lnTo>
                  <a:cubicBezTo>
                    <a:pt x="9104" y="3849"/>
                    <a:pt x="9271" y="4216"/>
                    <a:pt x="9338" y="4649"/>
                  </a:cubicBezTo>
                  <a:cubicBezTo>
                    <a:pt x="9438" y="5150"/>
                    <a:pt x="9404" y="5583"/>
                    <a:pt x="9404" y="6084"/>
                  </a:cubicBezTo>
                  <a:cubicBezTo>
                    <a:pt x="9004" y="6017"/>
                    <a:pt x="8604" y="5883"/>
                    <a:pt x="8204" y="5750"/>
                  </a:cubicBezTo>
                  <a:cubicBezTo>
                    <a:pt x="8404" y="4883"/>
                    <a:pt x="8204" y="3815"/>
                    <a:pt x="7770" y="2981"/>
                  </a:cubicBezTo>
                  <a:close/>
                  <a:moveTo>
                    <a:pt x="19945" y="5150"/>
                  </a:moveTo>
                  <a:lnTo>
                    <a:pt x="19945" y="5150"/>
                  </a:lnTo>
                  <a:cubicBezTo>
                    <a:pt x="19178" y="5683"/>
                    <a:pt x="18444" y="6050"/>
                    <a:pt x="17644" y="6317"/>
                  </a:cubicBezTo>
                  <a:cubicBezTo>
                    <a:pt x="17644" y="6050"/>
                    <a:pt x="17510" y="5850"/>
                    <a:pt x="17343" y="5650"/>
                  </a:cubicBezTo>
                  <a:cubicBezTo>
                    <a:pt x="18244" y="5583"/>
                    <a:pt x="19078" y="5416"/>
                    <a:pt x="19945" y="5150"/>
                  </a:cubicBezTo>
                  <a:close/>
                  <a:moveTo>
                    <a:pt x="9238" y="3682"/>
                  </a:moveTo>
                  <a:lnTo>
                    <a:pt x="9238" y="3682"/>
                  </a:lnTo>
                  <a:cubicBezTo>
                    <a:pt x="9404" y="3749"/>
                    <a:pt x="9605" y="3849"/>
                    <a:pt x="9771" y="3915"/>
                  </a:cubicBezTo>
                  <a:cubicBezTo>
                    <a:pt x="9838" y="4015"/>
                    <a:pt x="9905" y="4149"/>
                    <a:pt x="9938" y="4249"/>
                  </a:cubicBezTo>
                  <a:cubicBezTo>
                    <a:pt x="10072" y="4516"/>
                    <a:pt x="10105" y="4816"/>
                    <a:pt x="10105" y="5083"/>
                  </a:cubicBezTo>
                  <a:cubicBezTo>
                    <a:pt x="10105" y="5116"/>
                    <a:pt x="10113" y="5133"/>
                    <a:pt x="10122" y="5133"/>
                  </a:cubicBezTo>
                  <a:cubicBezTo>
                    <a:pt x="10130" y="5133"/>
                    <a:pt x="10138" y="5116"/>
                    <a:pt x="10138" y="5083"/>
                  </a:cubicBezTo>
                  <a:cubicBezTo>
                    <a:pt x="10172" y="4816"/>
                    <a:pt x="10172" y="4416"/>
                    <a:pt x="10072" y="4082"/>
                  </a:cubicBezTo>
                  <a:lnTo>
                    <a:pt x="10072" y="4082"/>
                  </a:lnTo>
                  <a:cubicBezTo>
                    <a:pt x="10138" y="4149"/>
                    <a:pt x="10172" y="4182"/>
                    <a:pt x="10272" y="4182"/>
                  </a:cubicBezTo>
                  <a:cubicBezTo>
                    <a:pt x="10439" y="4482"/>
                    <a:pt x="10605" y="4816"/>
                    <a:pt x="10639" y="5150"/>
                  </a:cubicBezTo>
                  <a:cubicBezTo>
                    <a:pt x="10739" y="5550"/>
                    <a:pt x="10739" y="5983"/>
                    <a:pt x="10739" y="6384"/>
                  </a:cubicBezTo>
                  <a:cubicBezTo>
                    <a:pt x="10639" y="6384"/>
                    <a:pt x="10505" y="6350"/>
                    <a:pt x="10439" y="6350"/>
                  </a:cubicBezTo>
                  <a:cubicBezTo>
                    <a:pt x="10138" y="6317"/>
                    <a:pt x="9805" y="6217"/>
                    <a:pt x="9471" y="6117"/>
                  </a:cubicBezTo>
                  <a:cubicBezTo>
                    <a:pt x="9705" y="5383"/>
                    <a:pt x="9605" y="4416"/>
                    <a:pt x="9238" y="3682"/>
                  </a:cubicBezTo>
                  <a:close/>
                  <a:moveTo>
                    <a:pt x="17243" y="5683"/>
                  </a:moveTo>
                  <a:cubicBezTo>
                    <a:pt x="17410" y="5883"/>
                    <a:pt x="17477" y="6084"/>
                    <a:pt x="17510" y="6350"/>
                  </a:cubicBezTo>
                  <a:cubicBezTo>
                    <a:pt x="17444" y="6384"/>
                    <a:pt x="17343" y="6384"/>
                    <a:pt x="17243" y="6417"/>
                  </a:cubicBezTo>
                  <a:cubicBezTo>
                    <a:pt x="17243" y="6317"/>
                    <a:pt x="17177" y="6150"/>
                    <a:pt x="17143" y="6017"/>
                  </a:cubicBezTo>
                  <a:cubicBezTo>
                    <a:pt x="17077" y="5883"/>
                    <a:pt x="16977" y="5750"/>
                    <a:pt x="16843" y="5683"/>
                  </a:cubicBezTo>
                  <a:close/>
                  <a:moveTo>
                    <a:pt x="16743" y="5683"/>
                  </a:moveTo>
                  <a:cubicBezTo>
                    <a:pt x="16843" y="5817"/>
                    <a:pt x="16977" y="5917"/>
                    <a:pt x="17010" y="6084"/>
                  </a:cubicBezTo>
                  <a:cubicBezTo>
                    <a:pt x="17043" y="6217"/>
                    <a:pt x="17043" y="6350"/>
                    <a:pt x="17110" y="6484"/>
                  </a:cubicBezTo>
                  <a:cubicBezTo>
                    <a:pt x="17010" y="6484"/>
                    <a:pt x="16943" y="6517"/>
                    <a:pt x="16876" y="6517"/>
                  </a:cubicBezTo>
                  <a:cubicBezTo>
                    <a:pt x="16843" y="6217"/>
                    <a:pt x="16610" y="5883"/>
                    <a:pt x="16309" y="5683"/>
                  </a:cubicBezTo>
                  <a:close/>
                  <a:moveTo>
                    <a:pt x="15809" y="5650"/>
                  </a:moveTo>
                  <a:lnTo>
                    <a:pt x="15809" y="5650"/>
                  </a:lnTo>
                  <a:cubicBezTo>
                    <a:pt x="15942" y="5683"/>
                    <a:pt x="16076" y="5683"/>
                    <a:pt x="16176" y="5683"/>
                  </a:cubicBezTo>
                  <a:cubicBezTo>
                    <a:pt x="16309" y="5817"/>
                    <a:pt x="16443" y="5917"/>
                    <a:pt x="16510" y="6050"/>
                  </a:cubicBezTo>
                  <a:cubicBezTo>
                    <a:pt x="16610" y="6184"/>
                    <a:pt x="16676" y="6350"/>
                    <a:pt x="16776" y="6517"/>
                  </a:cubicBezTo>
                  <a:cubicBezTo>
                    <a:pt x="16676" y="6551"/>
                    <a:pt x="16576" y="6551"/>
                    <a:pt x="16476" y="6551"/>
                  </a:cubicBezTo>
                  <a:cubicBezTo>
                    <a:pt x="16343" y="6217"/>
                    <a:pt x="16109" y="5850"/>
                    <a:pt x="15809" y="5650"/>
                  </a:cubicBezTo>
                  <a:close/>
                  <a:moveTo>
                    <a:pt x="10639" y="4349"/>
                  </a:moveTo>
                  <a:lnTo>
                    <a:pt x="10639" y="4349"/>
                  </a:lnTo>
                  <a:cubicBezTo>
                    <a:pt x="10972" y="4516"/>
                    <a:pt x="11306" y="4649"/>
                    <a:pt x="11673" y="4749"/>
                  </a:cubicBezTo>
                  <a:cubicBezTo>
                    <a:pt x="11973" y="5350"/>
                    <a:pt x="12073" y="5917"/>
                    <a:pt x="11940" y="6584"/>
                  </a:cubicBezTo>
                  <a:cubicBezTo>
                    <a:pt x="11539" y="6551"/>
                    <a:pt x="11239" y="6484"/>
                    <a:pt x="10906" y="6417"/>
                  </a:cubicBezTo>
                  <a:cubicBezTo>
                    <a:pt x="11072" y="5750"/>
                    <a:pt x="10972" y="4983"/>
                    <a:pt x="10639" y="4349"/>
                  </a:cubicBezTo>
                  <a:close/>
                  <a:moveTo>
                    <a:pt x="14642" y="5550"/>
                  </a:moveTo>
                  <a:cubicBezTo>
                    <a:pt x="14775" y="5550"/>
                    <a:pt x="14842" y="5583"/>
                    <a:pt x="14942" y="5583"/>
                  </a:cubicBezTo>
                  <a:lnTo>
                    <a:pt x="15175" y="5850"/>
                  </a:lnTo>
                  <a:cubicBezTo>
                    <a:pt x="15342" y="6017"/>
                    <a:pt x="15442" y="6184"/>
                    <a:pt x="15509" y="6417"/>
                  </a:cubicBezTo>
                  <a:cubicBezTo>
                    <a:pt x="15475" y="6217"/>
                    <a:pt x="15442" y="5983"/>
                    <a:pt x="15309" y="5817"/>
                  </a:cubicBezTo>
                  <a:cubicBezTo>
                    <a:pt x="15275" y="5750"/>
                    <a:pt x="15242" y="5717"/>
                    <a:pt x="15242" y="5650"/>
                  </a:cubicBezTo>
                  <a:cubicBezTo>
                    <a:pt x="15342" y="5650"/>
                    <a:pt x="15475" y="5683"/>
                    <a:pt x="15576" y="5683"/>
                  </a:cubicBezTo>
                  <a:cubicBezTo>
                    <a:pt x="15909" y="5983"/>
                    <a:pt x="16143" y="6250"/>
                    <a:pt x="16309" y="6651"/>
                  </a:cubicBezTo>
                  <a:cubicBezTo>
                    <a:pt x="15842" y="6717"/>
                    <a:pt x="15409" y="6751"/>
                    <a:pt x="14942" y="6751"/>
                  </a:cubicBezTo>
                  <a:cubicBezTo>
                    <a:pt x="15008" y="6384"/>
                    <a:pt x="14908" y="5883"/>
                    <a:pt x="14642" y="5550"/>
                  </a:cubicBezTo>
                  <a:close/>
                  <a:moveTo>
                    <a:pt x="11940" y="4849"/>
                  </a:moveTo>
                  <a:lnTo>
                    <a:pt x="11940" y="4849"/>
                  </a:lnTo>
                  <a:cubicBezTo>
                    <a:pt x="12106" y="4883"/>
                    <a:pt x="12240" y="4916"/>
                    <a:pt x="12407" y="5016"/>
                  </a:cubicBezTo>
                  <a:cubicBezTo>
                    <a:pt x="12607" y="5383"/>
                    <a:pt x="12807" y="5717"/>
                    <a:pt x="12840" y="6184"/>
                  </a:cubicBezTo>
                  <a:cubicBezTo>
                    <a:pt x="12840" y="6195"/>
                    <a:pt x="12848" y="6198"/>
                    <a:pt x="12858" y="6198"/>
                  </a:cubicBezTo>
                  <a:cubicBezTo>
                    <a:pt x="12877" y="6198"/>
                    <a:pt x="12907" y="6184"/>
                    <a:pt x="12907" y="6184"/>
                  </a:cubicBezTo>
                  <a:cubicBezTo>
                    <a:pt x="12907" y="5817"/>
                    <a:pt x="12807" y="5416"/>
                    <a:pt x="12640" y="5083"/>
                  </a:cubicBezTo>
                  <a:lnTo>
                    <a:pt x="12640" y="5083"/>
                  </a:lnTo>
                  <a:cubicBezTo>
                    <a:pt x="12807" y="5150"/>
                    <a:pt x="13007" y="5216"/>
                    <a:pt x="13174" y="5250"/>
                  </a:cubicBezTo>
                  <a:cubicBezTo>
                    <a:pt x="13241" y="5283"/>
                    <a:pt x="13241" y="5350"/>
                    <a:pt x="13274" y="5383"/>
                  </a:cubicBezTo>
                  <a:cubicBezTo>
                    <a:pt x="13341" y="5550"/>
                    <a:pt x="13407" y="5750"/>
                    <a:pt x="13441" y="5917"/>
                  </a:cubicBezTo>
                  <a:cubicBezTo>
                    <a:pt x="13441" y="5950"/>
                    <a:pt x="13457" y="5967"/>
                    <a:pt x="13474" y="5967"/>
                  </a:cubicBezTo>
                  <a:cubicBezTo>
                    <a:pt x="13491" y="5967"/>
                    <a:pt x="13507" y="5950"/>
                    <a:pt x="13507" y="5917"/>
                  </a:cubicBezTo>
                  <a:cubicBezTo>
                    <a:pt x="13507" y="5717"/>
                    <a:pt x="13441" y="5516"/>
                    <a:pt x="13341" y="5283"/>
                  </a:cubicBezTo>
                  <a:lnTo>
                    <a:pt x="13341" y="5283"/>
                  </a:lnTo>
                  <a:cubicBezTo>
                    <a:pt x="13674" y="5383"/>
                    <a:pt x="14041" y="5450"/>
                    <a:pt x="14408" y="5516"/>
                  </a:cubicBezTo>
                  <a:cubicBezTo>
                    <a:pt x="14508" y="5683"/>
                    <a:pt x="14642" y="5850"/>
                    <a:pt x="14742" y="6050"/>
                  </a:cubicBezTo>
                  <a:cubicBezTo>
                    <a:pt x="14808" y="6317"/>
                    <a:pt x="14842" y="6517"/>
                    <a:pt x="14842" y="6751"/>
                  </a:cubicBezTo>
                  <a:cubicBezTo>
                    <a:pt x="14637" y="6765"/>
                    <a:pt x="14431" y="6772"/>
                    <a:pt x="14223" y="6772"/>
                  </a:cubicBezTo>
                  <a:cubicBezTo>
                    <a:pt x="13485" y="6772"/>
                    <a:pt x="12736" y="6688"/>
                    <a:pt x="12006" y="6584"/>
                  </a:cubicBezTo>
                  <a:cubicBezTo>
                    <a:pt x="12240" y="6050"/>
                    <a:pt x="12173" y="5383"/>
                    <a:pt x="11940" y="4849"/>
                  </a:cubicBezTo>
                  <a:close/>
                  <a:moveTo>
                    <a:pt x="6582" y="1"/>
                  </a:moveTo>
                  <a:cubicBezTo>
                    <a:pt x="5252" y="1"/>
                    <a:pt x="3916" y="654"/>
                    <a:pt x="3100" y="1680"/>
                  </a:cubicBezTo>
                  <a:lnTo>
                    <a:pt x="3100" y="1714"/>
                  </a:lnTo>
                  <a:lnTo>
                    <a:pt x="3000" y="1714"/>
                  </a:lnTo>
                  <a:cubicBezTo>
                    <a:pt x="3133" y="1580"/>
                    <a:pt x="3167" y="1480"/>
                    <a:pt x="3300" y="1347"/>
                  </a:cubicBezTo>
                  <a:cubicBezTo>
                    <a:pt x="3434" y="1213"/>
                    <a:pt x="3534" y="1047"/>
                    <a:pt x="3700" y="913"/>
                  </a:cubicBezTo>
                  <a:cubicBezTo>
                    <a:pt x="4001" y="680"/>
                    <a:pt x="4368" y="480"/>
                    <a:pt x="4768" y="313"/>
                  </a:cubicBezTo>
                  <a:cubicBezTo>
                    <a:pt x="4801" y="313"/>
                    <a:pt x="4768" y="246"/>
                    <a:pt x="4768" y="246"/>
                  </a:cubicBezTo>
                  <a:cubicBezTo>
                    <a:pt x="4334" y="379"/>
                    <a:pt x="4001" y="580"/>
                    <a:pt x="3634" y="846"/>
                  </a:cubicBezTo>
                  <a:cubicBezTo>
                    <a:pt x="3333" y="1047"/>
                    <a:pt x="2967" y="1347"/>
                    <a:pt x="2833" y="1714"/>
                  </a:cubicBezTo>
                  <a:cubicBezTo>
                    <a:pt x="2666" y="1714"/>
                    <a:pt x="2533" y="1747"/>
                    <a:pt x="2366" y="1747"/>
                  </a:cubicBezTo>
                  <a:cubicBezTo>
                    <a:pt x="2299" y="1747"/>
                    <a:pt x="2266" y="1747"/>
                    <a:pt x="2166" y="1814"/>
                  </a:cubicBezTo>
                  <a:cubicBezTo>
                    <a:pt x="1469" y="1972"/>
                    <a:pt x="772" y="2281"/>
                    <a:pt x="190" y="2797"/>
                  </a:cubicBezTo>
                  <a:lnTo>
                    <a:pt x="190" y="2797"/>
                  </a:lnTo>
                  <a:cubicBezTo>
                    <a:pt x="993" y="2359"/>
                    <a:pt x="1798" y="2076"/>
                    <a:pt x="2633" y="1947"/>
                  </a:cubicBezTo>
                  <a:cubicBezTo>
                    <a:pt x="2900" y="2014"/>
                    <a:pt x="3100" y="2114"/>
                    <a:pt x="3267" y="2314"/>
                  </a:cubicBezTo>
                  <a:cubicBezTo>
                    <a:pt x="3167" y="2181"/>
                    <a:pt x="3067" y="2047"/>
                    <a:pt x="2933" y="1947"/>
                  </a:cubicBezTo>
                  <a:lnTo>
                    <a:pt x="3000" y="1947"/>
                  </a:lnTo>
                  <a:cubicBezTo>
                    <a:pt x="3033" y="1947"/>
                    <a:pt x="3100" y="2014"/>
                    <a:pt x="3133" y="2014"/>
                  </a:cubicBezTo>
                  <a:cubicBezTo>
                    <a:pt x="3267" y="2081"/>
                    <a:pt x="3434" y="2181"/>
                    <a:pt x="3500" y="2314"/>
                  </a:cubicBezTo>
                  <a:cubicBezTo>
                    <a:pt x="3734" y="2514"/>
                    <a:pt x="3934" y="2781"/>
                    <a:pt x="4067" y="3048"/>
                  </a:cubicBezTo>
                  <a:cubicBezTo>
                    <a:pt x="4067" y="3059"/>
                    <a:pt x="4071" y="3063"/>
                    <a:pt x="4076" y="3063"/>
                  </a:cubicBezTo>
                  <a:cubicBezTo>
                    <a:pt x="4086" y="3063"/>
                    <a:pt x="4101" y="3048"/>
                    <a:pt x="4101" y="3048"/>
                  </a:cubicBezTo>
                  <a:cubicBezTo>
                    <a:pt x="4001" y="2714"/>
                    <a:pt x="3901" y="2414"/>
                    <a:pt x="3634" y="2181"/>
                  </a:cubicBezTo>
                  <a:cubicBezTo>
                    <a:pt x="3600" y="2081"/>
                    <a:pt x="3500" y="2014"/>
                    <a:pt x="3434" y="1947"/>
                  </a:cubicBezTo>
                  <a:lnTo>
                    <a:pt x="3500" y="1947"/>
                  </a:lnTo>
                  <a:cubicBezTo>
                    <a:pt x="3734" y="2114"/>
                    <a:pt x="3967" y="2247"/>
                    <a:pt x="4134" y="2514"/>
                  </a:cubicBezTo>
                  <a:cubicBezTo>
                    <a:pt x="4334" y="2781"/>
                    <a:pt x="4501" y="3081"/>
                    <a:pt x="4568" y="3415"/>
                  </a:cubicBezTo>
                  <a:lnTo>
                    <a:pt x="4601" y="3415"/>
                  </a:lnTo>
                  <a:cubicBezTo>
                    <a:pt x="4568" y="3081"/>
                    <a:pt x="4468" y="2781"/>
                    <a:pt x="4334" y="2514"/>
                  </a:cubicBezTo>
                  <a:lnTo>
                    <a:pt x="4334" y="2514"/>
                  </a:lnTo>
                  <a:cubicBezTo>
                    <a:pt x="4734" y="2915"/>
                    <a:pt x="4968" y="3482"/>
                    <a:pt x="5302" y="3982"/>
                  </a:cubicBezTo>
                  <a:cubicBezTo>
                    <a:pt x="5602" y="4449"/>
                    <a:pt x="5969" y="4883"/>
                    <a:pt x="6436" y="5216"/>
                  </a:cubicBezTo>
                  <a:cubicBezTo>
                    <a:pt x="6436" y="5250"/>
                    <a:pt x="6469" y="5250"/>
                    <a:pt x="6469" y="5250"/>
                  </a:cubicBezTo>
                  <a:cubicBezTo>
                    <a:pt x="6536" y="5350"/>
                    <a:pt x="6636" y="5383"/>
                    <a:pt x="6769" y="5483"/>
                  </a:cubicBezTo>
                  <a:cubicBezTo>
                    <a:pt x="8137" y="6350"/>
                    <a:pt x="9871" y="6651"/>
                    <a:pt x="11473" y="6917"/>
                  </a:cubicBezTo>
                  <a:cubicBezTo>
                    <a:pt x="12378" y="7067"/>
                    <a:pt x="13345" y="7162"/>
                    <a:pt x="14320" y="7162"/>
                  </a:cubicBezTo>
                  <a:cubicBezTo>
                    <a:pt x="16614" y="7162"/>
                    <a:pt x="18950" y="6632"/>
                    <a:pt x="20612" y="5016"/>
                  </a:cubicBezTo>
                  <a:cubicBezTo>
                    <a:pt x="20646" y="4949"/>
                    <a:pt x="20646" y="4949"/>
                    <a:pt x="20646" y="4916"/>
                  </a:cubicBezTo>
                  <a:lnTo>
                    <a:pt x="20679" y="4916"/>
                  </a:lnTo>
                  <a:cubicBezTo>
                    <a:pt x="20822" y="4859"/>
                    <a:pt x="20769" y="4629"/>
                    <a:pt x="20645" y="4629"/>
                  </a:cubicBezTo>
                  <a:cubicBezTo>
                    <a:pt x="20625" y="4629"/>
                    <a:pt x="20603" y="4635"/>
                    <a:pt x="20579" y="4649"/>
                  </a:cubicBezTo>
                  <a:cubicBezTo>
                    <a:pt x="19779" y="4516"/>
                    <a:pt x="18978" y="4416"/>
                    <a:pt x="18177" y="4249"/>
                  </a:cubicBezTo>
                  <a:cubicBezTo>
                    <a:pt x="17410" y="4049"/>
                    <a:pt x="16643" y="3815"/>
                    <a:pt x="15909" y="3515"/>
                  </a:cubicBezTo>
                  <a:cubicBezTo>
                    <a:pt x="14308" y="2881"/>
                    <a:pt x="12774" y="2247"/>
                    <a:pt x="11172" y="1647"/>
                  </a:cubicBezTo>
                  <a:cubicBezTo>
                    <a:pt x="9780" y="1102"/>
                    <a:pt x="8106" y="386"/>
                    <a:pt x="6550" y="386"/>
                  </a:cubicBezTo>
                  <a:cubicBezTo>
                    <a:pt x="5535" y="386"/>
                    <a:pt x="4571" y="691"/>
                    <a:pt x="3767" y="1547"/>
                  </a:cubicBezTo>
                  <a:cubicBezTo>
                    <a:pt x="3700" y="1580"/>
                    <a:pt x="3700" y="1647"/>
                    <a:pt x="3700" y="1680"/>
                  </a:cubicBezTo>
                  <a:lnTo>
                    <a:pt x="3367" y="1680"/>
                  </a:lnTo>
                  <a:cubicBezTo>
                    <a:pt x="4312" y="593"/>
                    <a:pt x="5576" y="143"/>
                    <a:pt x="6948" y="143"/>
                  </a:cubicBezTo>
                  <a:cubicBezTo>
                    <a:pt x="7175" y="143"/>
                    <a:pt x="7405" y="156"/>
                    <a:pt x="7637" y="179"/>
                  </a:cubicBezTo>
                  <a:cubicBezTo>
                    <a:pt x="7670" y="179"/>
                    <a:pt x="7670" y="146"/>
                    <a:pt x="7637" y="146"/>
                  </a:cubicBezTo>
                  <a:cubicBezTo>
                    <a:pt x="7292" y="48"/>
                    <a:pt x="6937" y="1"/>
                    <a:pt x="65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84" name="Google Shape;4884;p40"/>
            <p:cNvSpPr/>
            <p:nvPr/>
          </p:nvSpPr>
          <p:spPr>
            <a:xfrm>
              <a:off x="2781325" y="3501275"/>
              <a:ext cx="9200" cy="6700"/>
            </a:xfrm>
            <a:custGeom>
              <a:avLst/>
              <a:gdLst/>
              <a:ahLst/>
              <a:cxnLst/>
              <a:rect l="l" t="t" r="r" b="b"/>
              <a:pathLst>
                <a:path w="368" h="268" extrusionOk="0">
                  <a:moveTo>
                    <a:pt x="201" y="1"/>
                  </a:moveTo>
                  <a:cubicBezTo>
                    <a:pt x="0" y="1"/>
                    <a:pt x="0" y="268"/>
                    <a:pt x="201" y="268"/>
                  </a:cubicBezTo>
                  <a:cubicBezTo>
                    <a:pt x="367" y="268"/>
                    <a:pt x="367" y="1"/>
                    <a:pt x="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85" name="Google Shape;4885;p40"/>
            <p:cNvSpPr/>
            <p:nvPr/>
          </p:nvSpPr>
          <p:spPr>
            <a:xfrm>
              <a:off x="2811350" y="3509625"/>
              <a:ext cx="8350" cy="6700"/>
            </a:xfrm>
            <a:custGeom>
              <a:avLst/>
              <a:gdLst/>
              <a:ahLst/>
              <a:cxnLst/>
              <a:rect l="l" t="t" r="r" b="b"/>
              <a:pathLst>
                <a:path w="334" h="268" extrusionOk="0">
                  <a:moveTo>
                    <a:pt x="167" y="0"/>
                  </a:moveTo>
                  <a:cubicBezTo>
                    <a:pt x="0" y="0"/>
                    <a:pt x="0" y="267"/>
                    <a:pt x="167" y="267"/>
                  </a:cubicBezTo>
                  <a:cubicBezTo>
                    <a:pt x="334" y="267"/>
                    <a:pt x="334"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86" name="Google Shape;4886;p40"/>
            <p:cNvSpPr/>
            <p:nvPr/>
          </p:nvSpPr>
          <p:spPr>
            <a:xfrm>
              <a:off x="2752975" y="3511300"/>
              <a:ext cx="9200" cy="7525"/>
            </a:xfrm>
            <a:custGeom>
              <a:avLst/>
              <a:gdLst/>
              <a:ahLst/>
              <a:cxnLst/>
              <a:rect l="l" t="t" r="r" b="b"/>
              <a:pathLst>
                <a:path w="368" h="301" extrusionOk="0">
                  <a:moveTo>
                    <a:pt x="200" y="0"/>
                  </a:moveTo>
                  <a:cubicBezTo>
                    <a:pt x="0" y="0"/>
                    <a:pt x="0" y="300"/>
                    <a:pt x="200" y="300"/>
                  </a:cubicBezTo>
                  <a:cubicBezTo>
                    <a:pt x="367" y="300"/>
                    <a:pt x="367" y="0"/>
                    <a:pt x="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87" name="Google Shape;4887;p40"/>
            <p:cNvSpPr/>
            <p:nvPr/>
          </p:nvSpPr>
          <p:spPr>
            <a:xfrm>
              <a:off x="2899750" y="3546325"/>
              <a:ext cx="6700" cy="5850"/>
            </a:xfrm>
            <a:custGeom>
              <a:avLst/>
              <a:gdLst/>
              <a:ahLst/>
              <a:cxnLst/>
              <a:rect l="l" t="t" r="r" b="b"/>
              <a:pathLst>
                <a:path w="268" h="234" extrusionOk="0">
                  <a:moveTo>
                    <a:pt x="134" y="0"/>
                  </a:moveTo>
                  <a:cubicBezTo>
                    <a:pt x="0" y="0"/>
                    <a:pt x="0" y="234"/>
                    <a:pt x="134" y="234"/>
                  </a:cubicBezTo>
                  <a:cubicBezTo>
                    <a:pt x="267" y="234"/>
                    <a:pt x="267" y="0"/>
                    <a:pt x="1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88" name="Google Shape;4888;p40"/>
            <p:cNvSpPr/>
            <p:nvPr/>
          </p:nvSpPr>
          <p:spPr>
            <a:xfrm>
              <a:off x="2876400" y="3558000"/>
              <a:ext cx="7525" cy="5850"/>
            </a:xfrm>
            <a:custGeom>
              <a:avLst/>
              <a:gdLst/>
              <a:ahLst/>
              <a:cxnLst/>
              <a:rect l="l" t="t" r="r" b="b"/>
              <a:pathLst>
                <a:path w="301" h="234" extrusionOk="0">
                  <a:moveTo>
                    <a:pt x="134" y="0"/>
                  </a:moveTo>
                  <a:cubicBezTo>
                    <a:pt x="0" y="0"/>
                    <a:pt x="0" y="234"/>
                    <a:pt x="134" y="234"/>
                  </a:cubicBezTo>
                  <a:cubicBezTo>
                    <a:pt x="300" y="234"/>
                    <a:pt x="300" y="0"/>
                    <a:pt x="1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4889" name="Google Shape;4889;p40"/>
          <p:cNvGrpSpPr/>
          <p:nvPr/>
        </p:nvGrpSpPr>
        <p:grpSpPr>
          <a:xfrm rot="-3783520">
            <a:off x="7149325" y="1992389"/>
            <a:ext cx="896890" cy="308493"/>
            <a:chOff x="2487850" y="3435100"/>
            <a:chExt cx="520575" cy="179075"/>
          </a:xfrm>
        </p:grpSpPr>
        <p:sp>
          <p:nvSpPr>
            <p:cNvPr id="4890" name="Google Shape;4890;p40"/>
            <p:cNvSpPr/>
            <p:nvPr/>
          </p:nvSpPr>
          <p:spPr>
            <a:xfrm>
              <a:off x="2487850" y="3435100"/>
              <a:ext cx="520575" cy="179075"/>
            </a:xfrm>
            <a:custGeom>
              <a:avLst/>
              <a:gdLst/>
              <a:ahLst/>
              <a:cxnLst/>
              <a:rect l="l" t="t" r="r" b="b"/>
              <a:pathLst>
                <a:path w="20823" h="7163" extrusionOk="0">
                  <a:moveTo>
                    <a:pt x="6490" y="658"/>
                  </a:moveTo>
                  <a:cubicBezTo>
                    <a:pt x="6639" y="658"/>
                    <a:pt x="6787" y="665"/>
                    <a:pt x="6936" y="680"/>
                  </a:cubicBezTo>
                  <a:cubicBezTo>
                    <a:pt x="6069" y="1080"/>
                    <a:pt x="5235" y="1380"/>
                    <a:pt x="4267" y="1647"/>
                  </a:cubicBezTo>
                  <a:cubicBezTo>
                    <a:pt x="4167" y="1647"/>
                    <a:pt x="4101" y="1647"/>
                    <a:pt x="4001" y="1580"/>
                  </a:cubicBezTo>
                  <a:cubicBezTo>
                    <a:pt x="4743" y="923"/>
                    <a:pt x="5608" y="658"/>
                    <a:pt x="6490" y="658"/>
                  </a:cubicBezTo>
                  <a:close/>
                  <a:moveTo>
                    <a:pt x="7136" y="680"/>
                  </a:moveTo>
                  <a:cubicBezTo>
                    <a:pt x="7770" y="746"/>
                    <a:pt x="8470" y="913"/>
                    <a:pt x="9171" y="1180"/>
                  </a:cubicBezTo>
                  <a:cubicBezTo>
                    <a:pt x="8604" y="1313"/>
                    <a:pt x="8070" y="1514"/>
                    <a:pt x="7470" y="1647"/>
                  </a:cubicBezTo>
                  <a:cubicBezTo>
                    <a:pt x="6769" y="1747"/>
                    <a:pt x="6069" y="1814"/>
                    <a:pt x="5402" y="1847"/>
                  </a:cubicBezTo>
                  <a:cubicBezTo>
                    <a:pt x="5235" y="1814"/>
                    <a:pt x="5001" y="1747"/>
                    <a:pt x="4835" y="1714"/>
                  </a:cubicBezTo>
                  <a:cubicBezTo>
                    <a:pt x="5668" y="1547"/>
                    <a:pt x="6469" y="1180"/>
                    <a:pt x="7136" y="680"/>
                  </a:cubicBezTo>
                  <a:close/>
                  <a:moveTo>
                    <a:pt x="9304" y="1213"/>
                  </a:moveTo>
                  <a:cubicBezTo>
                    <a:pt x="9638" y="1347"/>
                    <a:pt x="9938" y="1414"/>
                    <a:pt x="10172" y="1547"/>
                  </a:cubicBezTo>
                  <a:cubicBezTo>
                    <a:pt x="9222" y="2007"/>
                    <a:pt x="8149" y="2195"/>
                    <a:pt x="7079" y="2195"/>
                  </a:cubicBezTo>
                  <a:cubicBezTo>
                    <a:pt x="6909" y="2195"/>
                    <a:pt x="6739" y="2190"/>
                    <a:pt x="6569" y="2181"/>
                  </a:cubicBezTo>
                  <a:cubicBezTo>
                    <a:pt x="6336" y="2081"/>
                    <a:pt x="6135" y="2047"/>
                    <a:pt x="5902" y="1947"/>
                  </a:cubicBezTo>
                  <a:cubicBezTo>
                    <a:pt x="6402" y="1914"/>
                    <a:pt x="6903" y="1881"/>
                    <a:pt x="7336" y="1814"/>
                  </a:cubicBezTo>
                  <a:cubicBezTo>
                    <a:pt x="8003" y="1680"/>
                    <a:pt x="8737" y="1547"/>
                    <a:pt x="9304" y="1213"/>
                  </a:cubicBezTo>
                  <a:close/>
                  <a:moveTo>
                    <a:pt x="10338" y="1647"/>
                  </a:moveTo>
                  <a:cubicBezTo>
                    <a:pt x="10972" y="1847"/>
                    <a:pt x="11506" y="2081"/>
                    <a:pt x="12073" y="2314"/>
                  </a:cubicBezTo>
                  <a:cubicBezTo>
                    <a:pt x="12073" y="2314"/>
                    <a:pt x="12106" y="2314"/>
                    <a:pt x="12106" y="2348"/>
                  </a:cubicBezTo>
                  <a:cubicBezTo>
                    <a:pt x="11339" y="2514"/>
                    <a:pt x="10639" y="2681"/>
                    <a:pt x="9838" y="2714"/>
                  </a:cubicBezTo>
                  <a:cubicBezTo>
                    <a:pt x="9650" y="2723"/>
                    <a:pt x="9463" y="2728"/>
                    <a:pt x="9276" y="2728"/>
                  </a:cubicBezTo>
                  <a:cubicBezTo>
                    <a:pt x="8765" y="2728"/>
                    <a:pt x="8258" y="2697"/>
                    <a:pt x="7770" y="2648"/>
                  </a:cubicBezTo>
                  <a:cubicBezTo>
                    <a:pt x="7603" y="2581"/>
                    <a:pt x="7470" y="2514"/>
                    <a:pt x="7303" y="2481"/>
                  </a:cubicBezTo>
                  <a:lnTo>
                    <a:pt x="7270" y="2414"/>
                  </a:lnTo>
                  <a:cubicBezTo>
                    <a:pt x="7253" y="2398"/>
                    <a:pt x="7245" y="2389"/>
                    <a:pt x="7232" y="2389"/>
                  </a:cubicBezTo>
                  <a:cubicBezTo>
                    <a:pt x="7220" y="2389"/>
                    <a:pt x="7203" y="2398"/>
                    <a:pt x="7170" y="2414"/>
                  </a:cubicBezTo>
                  <a:cubicBezTo>
                    <a:pt x="7003" y="2381"/>
                    <a:pt x="6836" y="2314"/>
                    <a:pt x="6736" y="2247"/>
                  </a:cubicBezTo>
                  <a:lnTo>
                    <a:pt x="6736" y="2247"/>
                  </a:lnTo>
                  <a:cubicBezTo>
                    <a:pt x="6985" y="2281"/>
                    <a:pt x="7235" y="2297"/>
                    <a:pt x="7485" y="2297"/>
                  </a:cubicBezTo>
                  <a:cubicBezTo>
                    <a:pt x="8475" y="2297"/>
                    <a:pt x="9460" y="2046"/>
                    <a:pt x="10338" y="1647"/>
                  </a:cubicBezTo>
                  <a:close/>
                  <a:moveTo>
                    <a:pt x="4234" y="1947"/>
                  </a:moveTo>
                  <a:cubicBezTo>
                    <a:pt x="4434" y="1947"/>
                    <a:pt x="4601" y="2014"/>
                    <a:pt x="4801" y="2047"/>
                  </a:cubicBezTo>
                  <a:cubicBezTo>
                    <a:pt x="4835" y="2181"/>
                    <a:pt x="4935" y="2247"/>
                    <a:pt x="4935" y="2381"/>
                  </a:cubicBezTo>
                  <a:cubicBezTo>
                    <a:pt x="4968" y="2514"/>
                    <a:pt x="4968" y="2648"/>
                    <a:pt x="4968" y="2748"/>
                  </a:cubicBezTo>
                  <a:cubicBezTo>
                    <a:pt x="4768" y="2481"/>
                    <a:pt x="4568" y="2181"/>
                    <a:pt x="4234" y="1947"/>
                  </a:cubicBezTo>
                  <a:close/>
                  <a:moveTo>
                    <a:pt x="190" y="2797"/>
                  </a:moveTo>
                  <a:lnTo>
                    <a:pt x="190" y="2797"/>
                  </a:lnTo>
                  <a:cubicBezTo>
                    <a:pt x="159" y="2814"/>
                    <a:pt x="129" y="2831"/>
                    <a:pt x="98" y="2848"/>
                  </a:cubicBezTo>
                  <a:cubicBezTo>
                    <a:pt x="84" y="2853"/>
                    <a:pt x="71" y="2855"/>
                    <a:pt x="60" y="2855"/>
                  </a:cubicBezTo>
                  <a:lnTo>
                    <a:pt x="60" y="2855"/>
                  </a:lnTo>
                  <a:cubicBezTo>
                    <a:pt x="36" y="2840"/>
                    <a:pt x="21" y="2835"/>
                    <a:pt x="14" y="2835"/>
                  </a:cubicBezTo>
                  <a:cubicBezTo>
                    <a:pt x="1" y="2835"/>
                    <a:pt x="19" y="2855"/>
                    <a:pt x="56" y="2855"/>
                  </a:cubicBezTo>
                  <a:cubicBezTo>
                    <a:pt x="57" y="2855"/>
                    <a:pt x="59" y="2855"/>
                    <a:pt x="60" y="2855"/>
                  </a:cubicBezTo>
                  <a:lnTo>
                    <a:pt x="60" y="2855"/>
                  </a:lnTo>
                  <a:cubicBezTo>
                    <a:pt x="70" y="2862"/>
                    <a:pt x="83" y="2870"/>
                    <a:pt x="98" y="2881"/>
                  </a:cubicBezTo>
                  <a:cubicBezTo>
                    <a:pt x="128" y="2853"/>
                    <a:pt x="159" y="2825"/>
                    <a:pt x="190" y="2797"/>
                  </a:cubicBezTo>
                  <a:close/>
                  <a:moveTo>
                    <a:pt x="12307" y="2348"/>
                  </a:moveTo>
                  <a:cubicBezTo>
                    <a:pt x="12473" y="2481"/>
                    <a:pt x="12640" y="2548"/>
                    <a:pt x="12807" y="2581"/>
                  </a:cubicBezTo>
                  <a:cubicBezTo>
                    <a:pt x="12774" y="2581"/>
                    <a:pt x="12740" y="2648"/>
                    <a:pt x="12640" y="2681"/>
                  </a:cubicBezTo>
                  <a:cubicBezTo>
                    <a:pt x="12352" y="2864"/>
                    <a:pt x="12187" y="3109"/>
                    <a:pt x="11839" y="3109"/>
                  </a:cubicBezTo>
                  <a:cubicBezTo>
                    <a:pt x="11744" y="3109"/>
                    <a:pt x="11635" y="3091"/>
                    <a:pt x="11506" y="3048"/>
                  </a:cubicBezTo>
                  <a:cubicBezTo>
                    <a:pt x="11373" y="3015"/>
                    <a:pt x="11272" y="2881"/>
                    <a:pt x="11139" y="2848"/>
                  </a:cubicBezTo>
                  <a:cubicBezTo>
                    <a:pt x="11039" y="2812"/>
                    <a:pt x="10947" y="2798"/>
                    <a:pt x="10858" y="2798"/>
                  </a:cubicBezTo>
                  <a:cubicBezTo>
                    <a:pt x="10620" y="2798"/>
                    <a:pt x="10406" y="2899"/>
                    <a:pt x="10138" y="2948"/>
                  </a:cubicBezTo>
                  <a:cubicBezTo>
                    <a:pt x="9922" y="3005"/>
                    <a:pt x="9721" y="3031"/>
                    <a:pt x="9527" y="3031"/>
                  </a:cubicBezTo>
                  <a:cubicBezTo>
                    <a:pt x="9155" y="3031"/>
                    <a:pt x="8810" y="2935"/>
                    <a:pt x="8437" y="2781"/>
                  </a:cubicBezTo>
                  <a:lnTo>
                    <a:pt x="8437" y="2781"/>
                  </a:lnTo>
                  <a:cubicBezTo>
                    <a:pt x="8504" y="2881"/>
                    <a:pt x="8604" y="2915"/>
                    <a:pt x="8671" y="2948"/>
                  </a:cubicBezTo>
                  <a:cubicBezTo>
                    <a:pt x="8504" y="2881"/>
                    <a:pt x="8404" y="2848"/>
                    <a:pt x="8204" y="2748"/>
                  </a:cubicBezTo>
                  <a:lnTo>
                    <a:pt x="8204" y="2748"/>
                  </a:lnTo>
                  <a:cubicBezTo>
                    <a:pt x="8534" y="2771"/>
                    <a:pt x="8865" y="2784"/>
                    <a:pt x="9194" y="2784"/>
                  </a:cubicBezTo>
                  <a:cubicBezTo>
                    <a:pt x="10260" y="2784"/>
                    <a:pt x="11313" y="2653"/>
                    <a:pt x="12307" y="2348"/>
                  </a:cubicBezTo>
                  <a:close/>
                  <a:moveTo>
                    <a:pt x="12940" y="2648"/>
                  </a:moveTo>
                  <a:cubicBezTo>
                    <a:pt x="13307" y="2781"/>
                    <a:pt x="13674" y="2981"/>
                    <a:pt x="14108" y="3081"/>
                  </a:cubicBezTo>
                  <a:cubicBezTo>
                    <a:pt x="13274" y="3248"/>
                    <a:pt x="12473" y="3415"/>
                    <a:pt x="11639" y="3415"/>
                  </a:cubicBezTo>
                  <a:cubicBezTo>
                    <a:pt x="10906" y="3415"/>
                    <a:pt x="10172" y="3348"/>
                    <a:pt x="9438" y="3181"/>
                  </a:cubicBezTo>
                  <a:lnTo>
                    <a:pt x="9605" y="3181"/>
                  </a:lnTo>
                  <a:cubicBezTo>
                    <a:pt x="10038" y="3181"/>
                    <a:pt x="10433" y="2928"/>
                    <a:pt x="10863" y="2928"/>
                  </a:cubicBezTo>
                  <a:cubicBezTo>
                    <a:pt x="10995" y="2928"/>
                    <a:pt x="11131" y="2952"/>
                    <a:pt x="11272" y="3015"/>
                  </a:cubicBezTo>
                  <a:cubicBezTo>
                    <a:pt x="11477" y="3073"/>
                    <a:pt x="11682" y="3260"/>
                    <a:pt x="11909" y="3260"/>
                  </a:cubicBezTo>
                  <a:cubicBezTo>
                    <a:pt x="11941" y="3260"/>
                    <a:pt x="11974" y="3256"/>
                    <a:pt x="12006" y="3248"/>
                  </a:cubicBezTo>
                  <a:cubicBezTo>
                    <a:pt x="12440" y="3181"/>
                    <a:pt x="12573" y="2681"/>
                    <a:pt x="12940" y="2648"/>
                  </a:cubicBezTo>
                  <a:close/>
                  <a:moveTo>
                    <a:pt x="4968" y="2081"/>
                  </a:moveTo>
                  <a:cubicBezTo>
                    <a:pt x="5001" y="2081"/>
                    <a:pt x="5068" y="2081"/>
                    <a:pt x="5101" y="2147"/>
                  </a:cubicBezTo>
                  <a:cubicBezTo>
                    <a:pt x="5268" y="2381"/>
                    <a:pt x="5435" y="2581"/>
                    <a:pt x="5502" y="2915"/>
                  </a:cubicBezTo>
                  <a:cubicBezTo>
                    <a:pt x="5602" y="3215"/>
                    <a:pt x="5602" y="3515"/>
                    <a:pt x="5602" y="3815"/>
                  </a:cubicBezTo>
                  <a:cubicBezTo>
                    <a:pt x="5435" y="3515"/>
                    <a:pt x="5268" y="3215"/>
                    <a:pt x="5068" y="2915"/>
                  </a:cubicBezTo>
                  <a:cubicBezTo>
                    <a:pt x="5101" y="2681"/>
                    <a:pt x="5101" y="2348"/>
                    <a:pt x="4968" y="2081"/>
                  </a:cubicBezTo>
                  <a:close/>
                  <a:moveTo>
                    <a:pt x="14275" y="3215"/>
                  </a:moveTo>
                  <a:cubicBezTo>
                    <a:pt x="14775" y="3382"/>
                    <a:pt x="15275" y="3548"/>
                    <a:pt x="15776" y="3749"/>
                  </a:cubicBezTo>
                  <a:cubicBezTo>
                    <a:pt x="14908" y="3882"/>
                    <a:pt x="14108" y="4182"/>
                    <a:pt x="13174" y="4216"/>
                  </a:cubicBezTo>
                  <a:cubicBezTo>
                    <a:pt x="13115" y="4218"/>
                    <a:pt x="13056" y="4219"/>
                    <a:pt x="12997" y="4219"/>
                  </a:cubicBezTo>
                  <a:cubicBezTo>
                    <a:pt x="12159" y="4219"/>
                    <a:pt x="11345" y="4007"/>
                    <a:pt x="10472" y="3882"/>
                  </a:cubicBezTo>
                  <a:lnTo>
                    <a:pt x="10439" y="3882"/>
                  </a:lnTo>
                  <a:cubicBezTo>
                    <a:pt x="10105" y="3715"/>
                    <a:pt x="9771" y="3582"/>
                    <a:pt x="9471" y="3415"/>
                  </a:cubicBezTo>
                  <a:lnTo>
                    <a:pt x="9471" y="3415"/>
                  </a:lnTo>
                  <a:cubicBezTo>
                    <a:pt x="10141" y="3546"/>
                    <a:pt x="10855" y="3620"/>
                    <a:pt x="11572" y="3620"/>
                  </a:cubicBezTo>
                  <a:cubicBezTo>
                    <a:pt x="12498" y="3620"/>
                    <a:pt x="13429" y="3497"/>
                    <a:pt x="14275" y="3215"/>
                  </a:cubicBezTo>
                  <a:close/>
                  <a:moveTo>
                    <a:pt x="15842" y="3715"/>
                  </a:moveTo>
                  <a:cubicBezTo>
                    <a:pt x="15976" y="3749"/>
                    <a:pt x="16143" y="3849"/>
                    <a:pt x="16276" y="3882"/>
                  </a:cubicBezTo>
                  <a:cubicBezTo>
                    <a:pt x="16476" y="4015"/>
                    <a:pt x="16743" y="4082"/>
                    <a:pt x="16943" y="4149"/>
                  </a:cubicBezTo>
                  <a:cubicBezTo>
                    <a:pt x="16109" y="4416"/>
                    <a:pt x="15275" y="4649"/>
                    <a:pt x="14341" y="4683"/>
                  </a:cubicBezTo>
                  <a:cubicBezTo>
                    <a:pt x="14252" y="4686"/>
                    <a:pt x="14162" y="4688"/>
                    <a:pt x="14073" y="4688"/>
                  </a:cubicBezTo>
                  <a:cubicBezTo>
                    <a:pt x="13295" y="4688"/>
                    <a:pt x="12521" y="4562"/>
                    <a:pt x="11773" y="4382"/>
                  </a:cubicBezTo>
                  <a:cubicBezTo>
                    <a:pt x="11606" y="4349"/>
                    <a:pt x="11473" y="4249"/>
                    <a:pt x="11306" y="4182"/>
                  </a:cubicBezTo>
                  <a:lnTo>
                    <a:pt x="11306" y="4182"/>
                  </a:lnTo>
                  <a:cubicBezTo>
                    <a:pt x="11697" y="4260"/>
                    <a:pt x="12099" y="4293"/>
                    <a:pt x="12492" y="4293"/>
                  </a:cubicBezTo>
                  <a:cubicBezTo>
                    <a:pt x="12771" y="4293"/>
                    <a:pt x="13045" y="4277"/>
                    <a:pt x="13307" y="4249"/>
                  </a:cubicBezTo>
                  <a:cubicBezTo>
                    <a:pt x="14141" y="4216"/>
                    <a:pt x="15142" y="4149"/>
                    <a:pt x="15842" y="3715"/>
                  </a:cubicBezTo>
                  <a:close/>
                  <a:moveTo>
                    <a:pt x="5402" y="2181"/>
                  </a:moveTo>
                  <a:cubicBezTo>
                    <a:pt x="5468" y="2181"/>
                    <a:pt x="5568" y="2214"/>
                    <a:pt x="5635" y="2214"/>
                  </a:cubicBezTo>
                  <a:cubicBezTo>
                    <a:pt x="6236" y="3015"/>
                    <a:pt x="6436" y="3849"/>
                    <a:pt x="6436" y="4749"/>
                  </a:cubicBezTo>
                  <a:cubicBezTo>
                    <a:pt x="6336" y="4683"/>
                    <a:pt x="6236" y="4582"/>
                    <a:pt x="6135" y="4516"/>
                  </a:cubicBezTo>
                  <a:cubicBezTo>
                    <a:pt x="5969" y="4349"/>
                    <a:pt x="5835" y="4182"/>
                    <a:pt x="5668" y="3915"/>
                  </a:cubicBezTo>
                  <a:cubicBezTo>
                    <a:pt x="5835" y="3382"/>
                    <a:pt x="5702" y="2681"/>
                    <a:pt x="5402" y="2181"/>
                  </a:cubicBezTo>
                  <a:close/>
                  <a:moveTo>
                    <a:pt x="17077" y="4216"/>
                  </a:moveTo>
                  <a:cubicBezTo>
                    <a:pt x="17143" y="4216"/>
                    <a:pt x="17177" y="4216"/>
                    <a:pt x="17243" y="4249"/>
                  </a:cubicBezTo>
                  <a:cubicBezTo>
                    <a:pt x="17048" y="4664"/>
                    <a:pt x="16745" y="4793"/>
                    <a:pt x="16374" y="4793"/>
                  </a:cubicBezTo>
                  <a:cubicBezTo>
                    <a:pt x="16239" y="4793"/>
                    <a:pt x="16094" y="4776"/>
                    <a:pt x="15942" y="4749"/>
                  </a:cubicBezTo>
                  <a:cubicBezTo>
                    <a:pt x="15776" y="4749"/>
                    <a:pt x="15676" y="4716"/>
                    <a:pt x="15509" y="4716"/>
                  </a:cubicBezTo>
                  <a:cubicBezTo>
                    <a:pt x="16076" y="4582"/>
                    <a:pt x="16576" y="4416"/>
                    <a:pt x="17077" y="4216"/>
                  </a:cubicBezTo>
                  <a:close/>
                  <a:moveTo>
                    <a:pt x="13083" y="4883"/>
                  </a:moveTo>
                  <a:cubicBezTo>
                    <a:pt x="13146" y="4885"/>
                    <a:pt x="13201" y="4892"/>
                    <a:pt x="13274" y="4916"/>
                  </a:cubicBezTo>
                  <a:cubicBezTo>
                    <a:pt x="13182" y="4916"/>
                    <a:pt x="13119" y="4888"/>
                    <a:pt x="13083" y="4883"/>
                  </a:cubicBezTo>
                  <a:close/>
                  <a:moveTo>
                    <a:pt x="15383" y="4761"/>
                  </a:moveTo>
                  <a:cubicBezTo>
                    <a:pt x="15163" y="4862"/>
                    <a:pt x="15001" y="5019"/>
                    <a:pt x="14808" y="5083"/>
                  </a:cubicBezTo>
                  <a:cubicBezTo>
                    <a:pt x="14675" y="5127"/>
                    <a:pt x="14545" y="5146"/>
                    <a:pt x="14416" y="5146"/>
                  </a:cubicBezTo>
                  <a:cubicBezTo>
                    <a:pt x="14062" y="5146"/>
                    <a:pt x="13726" y="5005"/>
                    <a:pt x="13407" y="4883"/>
                  </a:cubicBezTo>
                  <a:lnTo>
                    <a:pt x="13407" y="4883"/>
                  </a:lnTo>
                  <a:cubicBezTo>
                    <a:pt x="13557" y="4891"/>
                    <a:pt x="13712" y="4895"/>
                    <a:pt x="13871" y="4895"/>
                  </a:cubicBezTo>
                  <a:cubicBezTo>
                    <a:pt x="14364" y="4895"/>
                    <a:pt x="14890" y="4855"/>
                    <a:pt x="15383" y="4761"/>
                  </a:cubicBezTo>
                  <a:close/>
                  <a:moveTo>
                    <a:pt x="17310" y="4249"/>
                  </a:moveTo>
                  <a:cubicBezTo>
                    <a:pt x="17610" y="4349"/>
                    <a:pt x="17844" y="4416"/>
                    <a:pt x="18144" y="4516"/>
                  </a:cubicBezTo>
                  <a:cubicBezTo>
                    <a:pt x="17255" y="4990"/>
                    <a:pt x="16260" y="5227"/>
                    <a:pt x="15253" y="5227"/>
                  </a:cubicBezTo>
                  <a:cubicBezTo>
                    <a:pt x="15127" y="5227"/>
                    <a:pt x="15001" y="5224"/>
                    <a:pt x="14875" y="5216"/>
                  </a:cubicBezTo>
                  <a:cubicBezTo>
                    <a:pt x="15242" y="5049"/>
                    <a:pt x="15475" y="4849"/>
                    <a:pt x="15942" y="4849"/>
                  </a:cubicBezTo>
                  <a:cubicBezTo>
                    <a:pt x="16153" y="4870"/>
                    <a:pt x="16311" y="4931"/>
                    <a:pt x="16482" y="4931"/>
                  </a:cubicBezTo>
                  <a:cubicBezTo>
                    <a:pt x="16582" y="4931"/>
                    <a:pt x="16687" y="4911"/>
                    <a:pt x="16810" y="4849"/>
                  </a:cubicBezTo>
                  <a:cubicBezTo>
                    <a:pt x="17043" y="4716"/>
                    <a:pt x="17243" y="4516"/>
                    <a:pt x="17310" y="4249"/>
                  </a:cubicBezTo>
                  <a:close/>
                  <a:moveTo>
                    <a:pt x="18411" y="4549"/>
                  </a:moveTo>
                  <a:cubicBezTo>
                    <a:pt x="18845" y="4683"/>
                    <a:pt x="19345" y="4716"/>
                    <a:pt x="19812" y="4749"/>
                  </a:cubicBezTo>
                  <a:cubicBezTo>
                    <a:pt x="18578" y="5083"/>
                    <a:pt x="17343" y="5283"/>
                    <a:pt x="16109" y="5283"/>
                  </a:cubicBezTo>
                  <a:cubicBezTo>
                    <a:pt x="16910" y="5216"/>
                    <a:pt x="17677" y="4916"/>
                    <a:pt x="18411" y="4549"/>
                  </a:cubicBezTo>
                  <a:close/>
                  <a:moveTo>
                    <a:pt x="5802" y="2314"/>
                  </a:moveTo>
                  <a:cubicBezTo>
                    <a:pt x="6069" y="2381"/>
                    <a:pt x="6336" y="2448"/>
                    <a:pt x="6602" y="2548"/>
                  </a:cubicBezTo>
                  <a:cubicBezTo>
                    <a:pt x="6836" y="2881"/>
                    <a:pt x="7069" y="3181"/>
                    <a:pt x="7170" y="3582"/>
                  </a:cubicBezTo>
                  <a:cubicBezTo>
                    <a:pt x="7336" y="4082"/>
                    <a:pt x="7403" y="4582"/>
                    <a:pt x="7336" y="5083"/>
                  </a:cubicBezTo>
                  <a:cubicBezTo>
                    <a:pt x="7336" y="5083"/>
                    <a:pt x="7366" y="5113"/>
                    <a:pt x="7386" y="5113"/>
                  </a:cubicBezTo>
                  <a:cubicBezTo>
                    <a:pt x="7396" y="5113"/>
                    <a:pt x="7403" y="5105"/>
                    <a:pt x="7403" y="5083"/>
                  </a:cubicBezTo>
                  <a:cubicBezTo>
                    <a:pt x="7603" y="4349"/>
                    <a:pt x="7470" y="3382"/>
                    <a:pt x="7003" y="2681"/>
                  </a:cubicBezTo>
                  <a:lnTo>
                    <a:pt x="7003" y="2681"/>
                  </a:lnTo>
                  <a:cubicBezTo>
                    <a:pt x="7136" y="2714"/>
                    <a:pt x="7270" y="2748"/>
                    <a:pt x="7403" y="2848"/>
                  </a:cubicBezTo>
                  <a:cubicBezTo>
                    <a:pt x="7637" y="3248"/>
                    <a:pt x="7903" y="3615"/>
                    <a:pt x="8003" y="4149"/>
                  </a:cubicBezTo>
                  <a:cubicBezTo>
                    <a:pt x="8137" y="4683"/>
                    <a:pt x="8137" y="5183"/>
                    <a:pt x="8104" y="5717"/>
                  </a:cubicBezTo>
                  <a:cubicBezTo>
                    <a:pt x="7503" y="5516"/>
                    <a:pt x="7003" y="5250"/>
                    <a:pt x="6502" y="4883"/>
                  </a:cubicBezTo>
                  <a:cubicBezTo>
                    <a:pt x="6602" y="3982"/>
                    <a:pt x="6302" y="3048"/>
                    <a:pt x="5802" y="2314"/>
                  </a:cubicBezTo>
                  <a:close/>
                  <a:moveTo>
                    <a:pt x="7770" y="2981"/>
                  </a:moveTo>
                  <a:lnTo>
                    <a:pt x="7770" y="2981"/>
                  </a:lnTo>
                  <a:cubicBezTo>
                    <a:pt x="7937" y="3048"/>
                    <a:pt x="8104" y="3148"/>
                    <a:pt x="8270" y="3181"/>
                  </a:cubicBezTo>
                  <a:cubicBezTo>
                    <a:pt x="8404" y="3382"/>
                    <a:pt x="8537" y="3582"/>
                    <a:pt x="8637" y="3849"/>
                  </a:cubicBezTo>
                  <a:cubicBezTo>
                    <a:pt x="8771" y="4182"/>
                    <a:pt x="8804" y="4516"/>
                    <a:pt x="8804" y="4883"/>
                  </a:cubicBezTo>
                  <a:cubicBezTo>
                    <a:pt x="8804" y="4899"/>
                    <a:pt x="8812" y="4908"/>
                    <a:pt x="8821" y="4908"/>
                  </a:cubicBezTo>
                  <a:cubicBezTo>
                    <a:pt x="8829" y="4908"/>
                    <a:pt x="8837" y="4899"/>
                    <a:pt x="8837" y="4883"/>
                  </a:cubicBezTo>
                  <a:cubicBezTo>
                    <a:pt x="8937" y="4482"/>
                    <a:pt x="8871" y="3849"/>
                    <a:pt x="8637" y="3382"/>
                  </a:cubicBezTo>
                  <a:lnTo>
                    <a:pt x="8637" y="3382"/>
                  </a:lnTo>
                  <a:lnTo>
                    <a:pt x="8871" y="3515"/>
                  </a:lnTo>
                  <a:cubicBezTo>
                    <a:pt x="9104" y="3849"/>
                    <a:pt x="9271" y="4216"/>
                    <a:pt x="9338" y="4649"/>
                  </a:cubicBezTo>
                  <a:cubicBezTo>
                    <a:pt x="9438" y="5150"/>
                    <a:pt x="9404" y="5583"/>
                    <a:pt x="9404" y="6084"/>
                  </a:cubicBezTo>
                  <a:cubicBezTo>
                    <a:pt x="9004" y="6017"/>
                    <a:pt x="8604" y="5883"/>
                    <a:pt x="8204" y="5750"/>
                  </a:cubicBezTo>
                  <a:cubicBezTo>
                    <a:pt x="8404" y="4883"/>
                    <a:pt x="8204" y="3815"/>
                    <a:pt x="7770" y="2981"/>
                  </a:cubicBezTo>
                  <a:close/>
                  <a:moveTo>
                    <a:pt x="19945" y="5150"/>
                  </a:moveTo>
                  <a:lnTo>
                    <a:pt x="19945" y="5150"/>
                  </a:lnTo>
                  <a:cubicBezTo>
                    <a:pt x="19178" y="5683"/>
                    <a:pt x="18444" y="6050"/>
                    <a:pt x="17644" y="6317"/>
                  </a:cubicBezTo>
                  <a:cubicBezTo>
                    <a:pt x="17644" y="6050"/>
                    <a:pt x="17510" y="5850"/>
                    <a:pt x="17343" y="5650"/>
                  </a:cubicBezTo>
                  <a:cubicBezTo>
                    <a:pt x="18244" y="5583"/>
                    <a:pt x="19078" y="5416"/>
                    <a:pt x="19945" y="5150"/>
                  </a:cubicBezTo>
                  <a:close/>
                  <a:moveTo>
                    <a:pt x="9238" y="3682"/>
                  </a:moveTo>
                  <a:lnTo>
                    <a:pt x="9238" y="3682"/>
                  </a:lnTo>
                  <a:cubicBezTo>
                    <a:pt x="9404" y="3749"/>
                    <a:pt x="9605" y="3849"/>
                    <a:pt x="9771" y="3915"/>
                  </a:cubicBezTo>
                  <a:cubicBezTo>
                    <a:pt x="9838" y="4015"/>
                    <a:pt x="9905" y="4149"/>
                    <a:pt x="9938" y="4249"/>
                  </a:cubicBezTo>
                  <a:cubicBezTo>
                    <a:pt x="10072" y="4516"/>
                    <a:pt x="10105" y="4816"/>
                    <a:pt x="10105" y="5083"/>
                  </a:cubicBezTo>
                  <a:cubicBezTo>
                    <a:pt x="10105" y="5116"/>
                    <a:pt x="10113" y="5133"/>
                    <a:pt x="10122" y="5133"/>
                  </a:cubicBezTo>
                  <a:cubicBezTo>
                    <a:pt x="10130" y="5133"/>
                    <a:pt x="10138" y="5116"/>
                    <a:pt x="10138" y="5083"/>
                  </a:cubicBezTo>
                  <a:cubicBezTo>
                    <a:pt x="10172" y="4816"/>
                    <a:pt x="10172" y="4416"/>
                    <a:pt x="10072" y="4082"/>
                  </a:cubicBezTo>
                  <a:lnTo>
                    <a:pt x="10072" y="4082"/>
                  </a:lnTo>
                  <a:cubicBezTo>
                    <a:pt x="10138" y="4149"/>
                    <a:pt x="10172" y="4182"/>
                    <a:pt x="10272" y="4182"/>
                  </a:cubicBezTo>
                  <a:cubicBezTo>
                    <a:pt x="10439" y="4482"/>
                    <a:pt x="10605" y="4816"/>
                    <a:pt x="10639" y="5150"/>
                  </a:cubicBezTo>
                  <a:cubicBezTo>
                    <a:pt x="10739" y="5550"/>
                    <a:pt x="10739" y="5983"/>
                    <a:pt x="10739" y="6384"/>
                  </a:cubicBezTo>
                  <a:cubicBezTo>
                    <a:pt x="10639" y="6384"/>
                    <a:pt x="10505" y="6350"/>
                    <a:pt x="10439" y="6350"/>
                  </a:cubicBezTo>
                  <a:cubicBezTo>
                    <a:pt x="10138" y="6317"/>
                    <a:pt x="9805" y="6217"/>
                    <a:pt x="9471" y="6117"/>
                  </a:cubicBezTo>
                  <a:cubicBezTo>
                    <a:pt x="9705" y="5383"/>
                    <a:pt x="9605" y="4416"/>
                    <a:pt x="9238" y="3682"/>
                  </a:cubicBezTo>
                  <a:close/>
                  <a:moveTo>
                    <a:pt x="17243" y="5683"/>
                  </a:moveTo>
                  <a:cubicBezTo>
                    <a:pt x="17410" y="5883"/>
                    <a:pt x="17477" y="6084"/>
                    <a:pt x="17510" y="6350"/>
                  </a:cubicBezTo>
                  <a:cubicBezTo>
                    <a:pt x="17444" y="6384"/>
                    <a:pt x="17343" y="6384"/>
                    <a:pt x="17243" y="6417"/>
                  </a:cubicBezTo>
                  <a:cubicBezTo>
                    <a:pt x="17243" y="6317"/>
                    <a:pt x="17177" y="6150"/>
                    <a:pt x="17143" y="6017"/>
                  </a:cubicBezTo>
                  <a:cubicBezTo>
                    <a:pt x="17077" y="5883"/>
                    <a:pt x="16977" y="5750"/>
                    <a:pt x="16843" y="5683"/>
                  </a:cubicBezTo>
                  <a:close/>
                  <a:moveTo>
                    <a:pt x="16743" y="5683"/>
                  </a:moveTo>
                  <a:cubicBezTo>
                    <a:pt x="16843" y="5817"/>
                    <a:pt x="16977" y="5917"/>
                    <a:pt x="17010" y="6084"/>
                  </a:cubicBezTo>
                  <a:cubicBezTo>
                    <a:pt x="17043" y="6217"/>
                    <a:pt x="17043" y="6350"/>
                    <a:pt x="17110" y="6484"/>
                  </a:cubicBezTo>
                  <a:cubicBezTo>
                    <a:pt x="17010" y="6484"/>
                    <a:pt x="16943" y="6517"/>
                    <a:pt x="16876" y="6517"/>
                  </a:cubicBezTo>
                  <a:cubicBezTo>
                    <a:pt x="16843" y="6217"/>
                    <a:pt x="16610" y="5883"/>
                    <a:pt x="16309" y="5683"/>
                  </a:cubicBezTo>
                  <a:close/>
                  <a:moveTo>
                    <a:pt x="15809" y="5650"/>
                  </a:moveTo>
                  <a:lnTo>
                    <a:pt x="15809" y="5650"/>
                  </a:lnTo>
                  <a:cubicBezTo>
                    <a:pt x="15942" y="5683"/>
                    <a:pt x="16076" y="5683"/>
                    <a:pt x="16176" y="5683"/>
                  </a:cubicBezTo>
                  <a:cubicBezTo>
                    <a:pt x="16309" y="5817"/>
                    <a:pt x="16443" y="5917"/>
                    <a:pt x="16510" y="6050"/>
                  </a:cubicBezTo>
                  <a:cubicBezTo>
                    <a:pt x="16610" y="6184"/>
                    <a:pt x="16676" y="6350"/>
                    <a:pt x="16776" y="6517"/>
                  </a:cubicBezTo>
                  <a:cubicBezTo>
                    <a:pt x="16676" y="6551"/>
                    <a:pt x="16576" y="6551"/>
                    <a:pt x="16476" y="6551"/>
                  </a:cubicBezTo>
                  <a:cubicBezTo>
                    <a:pt x="16343" y="6217"/>
                    <a:pt x="16109" y="5850"/>
                    <a:pt x="15809" y="5650"/>
                  </a:cubicBezTo>
                  <a:close/>
                  <a:moveTo>
                    <a:pt x="10639" y="4349"/>
                  </a:moveTo>
                  <a:lnTo>
                    <a:pt x="10639" y="4349"/>
                  </a:lnTo>
                  <a:cubicBezTo>
                    <a:pt x="10972" y="4516"/>
                    <a:pt x="11306" y="4649"/>
                    <a:pt x="11673" y="4749"/>
                  </a:cubicBezTo>
                  <a:cubicBezTo>
                    <a:pt x="11973" y="5350"/>
                    <a:pt x="12073" y="5917"/>
                    <a:pt x="11940" y="6584"/>
                  </a:cubicBezTo>
                  <a:cubicBezTo>
                    <a:pt x="11539" y="6551"/>
                    <a:pt x="11239" y="6484"/>
                    <a:pt x="10906" y="6417"/>
                  </a:cubicBezTo>
                  <a:cubicBezTo>
                    <a:pt x="11072" y="5750"/>
                    <a:pt x="10972" y="4983"/>
                    <a:pt x="10639" y="4349"/>
                  </a:cubicBezTo>
                  <a:close/>
                  <a:moveTo>
                    <a:pt x="14642" y="5550"/>
                  </a:moveTo>
                  <a:cubicBezTo>
                    <a:pt x="14775" y="5550"/>
                    <a:pt x="14842" y="5583"/>
                    <a:pt x="14942" y="5583"/>
                  </a:cubicBezTo>
                  <a:lnTo>
                    <a:pt x="15175" y="5850"/>
                  </a:lnTo>
                  <a:cubicBezTo>
                    <a:pt x="15342" y="6017"/>
                    <a:pt x="15442" y="6184"/>
                    <a:pt x="15509" y="6417"/>
                  </a:cubicBezTo>
                  <a:cubicBezTo>
                    <a:pt x="15475" y="6217"/>
                    <a:pt x="15442" y="5983"/>
                    <a:pt x="15309" y="5817"/>
                  </a:cubicBezTo>
                  <a:cubicBezTo>
                    <a:pt x="15275" y="5750"/>
                    <a:pt x="15242" y="5717"/>
                    <a:pt x="15242" y="5650"/>
                  </a:cubicBezTo>
                  <a:cubicBezTo>
                    <a:pt x="15342" y="5650"/>
                    <a:pt x="15475" y="5683"/>
                    <a:pt x="15576" y="5683"/>
                  </a:cubicBezTo>
                  <a:cubicBezTo>
                    <a:pt x="15909" y="5983"/>
                    <a:pt x="16143" y="6250"/>
                    <a:pt x="16309" y="6651"/>
                  </a:cubicBezTo>
                  <a:cubicBezTo>
                    <a:pt x="15842" y="6717"/>
                    <a:pt x="15409" y="6751"/>
                    <a:pt x="14942" y="6751"/>
                  </a:cubicBezTo>
                  <a:cubicBezTo>
                    <a:pt x="15008" y="6384"/>
                    <a:pt x="14908" y="5883"/>
                    <a:pt x="14642" y="5550"/>
                  </a:cubicBezTo>
                  <a:close/>
                  <a:moveTo>
                    <a:pt x="11940" y="4849"/>
                  </a:moveTo>
                  <a:lnTo>
                    <a:pt x="11940" y="4849"/>
                  </a:lnTo>
                  <a:cubicBezTo>
                    <a:pt x="12106" y="4883"/>
                    <a:pt x="12240" y="4916"/>
                    <a:pt x="12407" y="5016"/>
                  </a:cubicBezTo>
                  <a:cubicBezTo>
                    <a:pt x="12607" y="5383"/>
                    <a:pt x="12807" y="5717"/>
                    <a:pt x="12840" y="6184"/>
                  </a:cubicBezTo>
                  <a:cubicBezTo>
                    <a:pt x="12840" y="6195"/>
                    <a:pt x="12848" y="6198"/>
                    <a:pt x="12858" y="6198"/>
                  </a:cubicBezTo>
                  <a:cubicBezTo>
                    <a:pt x="12877" y="6198"/>
                    <a:pt x="12907" y="6184"/>
                    <a:pt x="12907" y="6184"/>
                  </a:cubicBezTo>
                  <a:cubicBezTo>
                    <a:pt x="12907" y="5817"/>
                    <a:pt x="12807" y="5416"/>
                    <a:pt x="12640" y="5083"/>
                  </a:cubicBezTo>
                  <a:lnTo>
                    <a:pt x="12640" y="5083"/>
                  </a:lnTo>
                  <a:cubicBezTo>
                    <a:pt x="12807" y="5150"/>
                    <a:pt x="13007" y="5216"/>
                    <a:pt x="13174" y="5250"/>
                  </a:cubicBezTo>
                  <a:cubicBezTo>
                    <a:pt x="13241" y="5283"/>
                    <a:pt x="13241" y="5350"/>
                    <a:pt x="13274" y="5383"/>
                  </a:cubicBezTo>
                  <a:cubicBezTo>
                    <a:pt x="13341" y="5550"/>
                    <a:pt x="13407" y="5750"/>
                    <a:pt x="13441" y="5917"/>
                  </a:cubicBezTo>
                  <a:cubicBezTo>
                    <a:pt x="13441" y="5950"/>
                    <a:pt x="13457" y="5967"/>
                    <a:pt x="13474" y="5967"/>
                  </a:cubicBezTo>
                  <a:cubicBezTo>
                    <a:pt x="13491" y="5967"/>
                    <a:pt x="13507" y="5950"/>
                    <a:pt x="13507" y="5917"/>
                  </a:cubicBezTo>
                  <a:cubicBezTo>
                    <a:pt x="13507" y="5717"/>
                    <a:pt x="13441" y="5516"/>
                    <a:pt x="13341" y="5283"/>
                  </a:cubicBezTo>
                  <a:lnTo>
                    <a:pt x="13341" y="5283"/>
                  </a:lnTo>
                  <a:cubicBezTo>
                    <a:pt x="13674" y="5383"/>
                    <a:pt x="14041" y="5450"/>
                    <a:pt x="14408" y="5516"/>
                  </a:cubicBezTo>
                  <a:cubicBezTo>
                    <a:pt x="14508" y="5683"/>
                    <a:pt x="14642" y="5850"/>
                    <a:pt x="14742" y="6050"/>
                  </a:cubicBezTo>
                  <a:cubicBezTo>
                    <a:pt x="14808" y="6317"/>
                    <a:pt x="14842" y="6517"/>
                    <a:pt x="14842" y="6751"/>
                  </a:cubicBezTo>
                  <a:cubicBezTo>
                    <a:pt x="14637" y="6765"/>
                    <a:pt x="14431" y="6772"/>
                    <a:pt x="14223" y="6772"/>
                  </a:cubicBezTo>
                  <a:cubicBezTo>
                    <a:pt x="13485" y="6772"/>
                    <a:pt x="12736" y="6688"/>
                    <a:pt x="12006" y="6584"/>
                  </a:cubicBezTo>
                  <a:cubicBezTo>
                    <a:pt x="12240" y="6050"/>
                    <a:pt x="12173" y="5383"/>
                    <a:pt x="11940" y="4849"/>
                  </a:cubicBezTo>
                  <a:close/>
                  <a:moveTo>
                    <a:pt x="6582" y="1"/>
                  </a:moveTo>
                  <a:cubicBezTo>
                    <a:pt x="5252" y="1"/>
                    <a:pt x="3916" y="654"/>
                    <a:pt x="3100" y="1680"/>
                  </a:cubicBezTo>
                  <a:lnTo>
                    <a:pt x="3100" y="1714"/>
                  </a:lnTo>
                  <a:lnTo>
                    <a:pt x="3000" y="1714"/>
                  </a:lnTo>
                  <a:cubicBezTo>
                    <a:pt x="3133" y="1580"/>
                    <a:pt x="3167" y="1480"/>
                    <a:pt x="3300" y="1347"/>
                  </a:cubicBezTo>
                  <a:cubicBezTo>
                    <a:pt x="3434" y="1213"/>
                    <a:pt x="3534" y="1047"/>
                    <a:pt x="3700" y="913"/>
                  </a:cubicBezTo>
                  <a:cubicBezTo>
                    <a:pt x="4001" y="680"/>
                    <a:pt x="4368" y="480"/>
                    <a:pt x="4768" y="313"/>
                  </a:cubicBezTo>
                  <a:cubicBezTo>
                    <a:pt x="4801" y="313"/>
                    <a:pt x="4768" y="246"/>
                    <a:pt x="4768" y="246"/>
                  </a:cubicBezTo>
                  <a:cubicBezTo>
                    <a:pt x="4334" y="379"/>
                    <a:pt x="4001" y="580"/>
                    <a:pt x="3634" y="846"/>
                  </a:cubicBezTo>
                  <a:cubicBezTo>
                    <a:pt x="3333" y="1047"/>
                    <a:pt x="2967" y="1347"/>
                    <a:pt x="2833" y="1714"/>
                  </a:cubicBezTo>
                  <a:cubicBezTo>
                    <a:pt x="2666" y="1714"/>
                    <a:pt x="2533" y="1747"/>
                    <a:pt x="2366" y="1747"/>
                  </a:cubicBezTo>
                  <a:cubicBezTo>
                    <a:pt x="2299" y="1747"/>
                    <a:pt x="2266" y="1747"/>
                    <a:pt x="2166" y="1814"/>
                  </a:cubicBezTo>
                  <a:cubicBezTo>
                    <a:pt x="1469" y="1972"/>
                    <a:pt x="772" y="2281"/>
                    <a:pt x="190" y="2797"/>
                  </a:cubicBezTo>
                  <a:lnTo>
                    <a:pt x="190" y="2797"/>
                  </a:lnTo>
                  <a:cubicBezTo>
                    <a:pt x="993" y="2359"/>
                    <a:pt x="1798" y="2076"/>
                    <a:pt x="2633" y="1947"/>
                  </a:cubicBezTo>
                  <a:cubicBezTo>
                    <a:pt x="2900" y="2014"/>
                    <a:pt x="3100" y="2114"/>
                    <a:pt x="3267" y="2314"/>
                  </a:cubicBezTo>
                  <a:cubicBezTo>
                    <a:pt x="3167" y="2181"/>
                    <a:pt x="3067" y="2047"/>
                    <a:pt x="2933" y="1947"/>
                  </a:cubicBezTo>
                  <a:lnTo>
                    <a:pt x="3000" y="1947"/>
                  </a:lnTo>
                  <a:cubicBezTo>
                    <a:pt x="3033" y="1947"/>
                    <a:pt x="3100" y="2014"/>
                    <a:pt x="3133" y="2014"/>
                  </a:cubicBezTo>
                  <a:cubicBezTo>
                    <a:pt x="3267" y="2081"/>
                    <a:pt x="3434" y="2181"/>
                    <a:pt x="3500" y="2314"/>
                  </a:cubicBezTo>
                  <a:cubicBezTo>
                    <a:pt x="3734" y="2514"/>
                    <a:pt x="3934" y="2781"/>
                    <a:pt x="4067" y="3048"/>
                  </a:cubicBezTo>
                  <a:cubicBezTo>
                    <a:pt x="4067" y="3059"/>
                    <a:pt x="4071" y="3063"/>
                    <a:pt x="4076" y="3063"/>
                  </a:cubicBezTo>
                  <a:cubicBezTo>
                    <a:pt x="4086" y="3063"/>
                    <a:pt x="4101" y="3048"/>
                    <a:pt x="4101" y="3048"/>
                  </a:cubicBezTo>
                  <a:cubicBezTo>
                    <a:pt x="4001" y="2714"/>
                    <a:pt x="3901" y="2414"/>
                    <a:pt x="3634" y="2181"/>
                  </a:cubicBezTo>
                  <a:cubicBezTo>
                    <a:pt x="3600" y="2081"/>
                    <a:pt x="3500" y="2014"/>
                    <a:pt x="3434" y="1947"/>
                  </a:cubicBezTo>
                  <a:lnTo>
                    <a:pt x="3500" y="1947"/>
                  </a:lnTo>
                  <a:cubicBezTo>
                    <a:pt x="3734" y="2114"/>
                    <a:pt x="3967" y="2247"/>
                    <a:pt x="4134" y="2514"/>
                  </a:cubicBezTo>
                  <a:cubicBezTo>
                    <a:pt x="4334" y="2781"/>
                    <a:pt x="4501" y="3081"/>
                    <a:pt x="4568" y="3415"/>
                  </a:cubicBezTo>
                  <a:lnTo>
                    <a:pt x="4601" y="3415"/>
                  </a:lnTo>
                  <a:cubicBezTo>
                    <a:pt x="4568" y="3081"/>
                    <a:pt x="4468" y="2781"/>
                    <a:pt x="4334" y="2514"/>
                  </a:cubicBezTo>
                  <a:lnTo>
                    <a:pt x="4334" y="2514"/>
                  </a:lnTo>
                  <a:cubicBezTo>
                    <a:pt x="4734" y="2915"/>
                    <a:pt x="4968" y="3482"/>
                    <a:pt x="5302" y="3982"/>
                  </a:cubicBezTo>
                  <a:cubicBezTo>
                    <a:pt x="5602" y="4449"/>
                    <a:pt x="5969" y="4883"/>
                    <a:pt x="6436" y="5216"/>
                  </a:cubicBezTo>
                  <a:cubicBezTo>
                    <a:pt x="6436" y="5250"/>
                    <a:pt x="6469" y="5250"/>
                    <a:pt x="6469" y="5250"/>
                  </a:cubicBezTo>
                  <a:cubicBezTo>
                    <a:pt x="6536" y="5350"/>
                    <a:pt x="6636" y="5383"/>
                    <a:pt x="6769" y="5483"/>
                  </a:cubicBezTo>
                  <a:cubicBezTo>
                    <a:pt x="8137" y="6350"/>
                    <a:pt x="9871" y="6651"/>
                    <a:pt x="11473" y="6917"/>
                  </a:cubicBezTo>
                  <a:cubicBezTo>
                    <a:pt x="12378" y="7067"/>
                    <a:pt x="13345" y="7162"/>
                    <a:pt x="14320" y="7162"/>
                  </a:cubicBezTo>
                  <a:cubicBezTo>
                    <a:pt x="16614" y="7162"/>
                    <a:pt x="18950" y="6632"/>
                    <a:pt x="20612" y="5016"/>
                  </a:cubicBezTo>
                  <a:cubicBezTo>
                    <a:pt x="20646" y="4949"/>
                    <a:pt x="20646" y="4949"/>
                    <a:pt x="20646" y="4916"/>
                  </a:cubicBezTo>
                  <a:lnTo>
                    <a:pt x="20679" y="4916"/>
                  </a:lnTo>
                  <a:cubicBezTo>
                    <a:pt x="20822" y="4859"/>
                    <a:pt x="20769" y="4629"/>
                    <a:pt x="20645" y="4629"/>
                  </a:cubicBezTo>
                  <a:cubicBezTo>
                    <a:pt x="20625" y="4629"/>
                    <a:pt x="20603" y="4635"/>
                    <a:pt x="20579" y="4649"/>
                  </a:cubicBezTo>
                  <a:cubicBezTo>
                    <a:pt x="19779" y="4516"/>
                    <a:pt x="18978" y="4416"/>
                    <a:pt x="18177" y="4249"/>
                  </a:cubicBezTo>
                  <a:cubicBezTo>
                    <a:pt x="17410" y="4049"/>
                    <a:pt x="16643" y="3815"/>
                    <a:pt x="15909" y="3515"/>
                  </a:cubicBezTo>
                  <a:cubicBezTo>
                    <a:pt x="14308" y="2881"/>
                    <a:pt x="12774" y="2247"/>
                    <a:pt x="11172" y="1647"/>
                  </a:cubicBezTo>
                  <a:cubicBezTo>
                    <a:pt x="9780" y="1102"/>
                    <a:pt x="8106" y="386"/>
                    <a:pt x="6550" y="386"/>
                  </a:cubicBezTo>
                  <a:cubicBezTo>
                    <a:pt x="5535" y="386"/>
                    <a:pt x="4571" y="691"/>
                    <a:pt x="3767" y="1547"/>
                  </a:cubicBezTo>
                  <a:cubicBezTo>
                    <a:pt x="3700" y="1580"/>
                    <a:pt x="3700" y="1647"/>
                    <a:pt x="3700" y="1680"/>
                  </a:cubicBezTo>
                  <a:lnTo>
                    <a:pt x="3367" y="1680"/>
                  </a:lnTo>
                  <a:cubicBezTo>
                    <a:pt x="4312" y="593"/>
                    <a:pt x="5576" y="143"/>
                    <a:pt x="6948" y="143"/>
                  </a:cubicBezTo>
                  <a:cubicBezTo>
                    <a:pt x="7175" y="143"/>
                    <a:pt x="7405" y="156"/>
                    <a:pt x="7637" y="179"/>
                  </a:cubicBezTo>
                  <a:cubicBezTo>
                    <a:pt x="7670" y="179"/>
                    <a:pt x="7670" y="146"/>
                    <a:pt x="7637" y="146"/>
                  </a:cubicBezTo>
                  <a:cubicBezTo>
                    <a:pt x="7292" y="48"/>
                    <a:pt x="6937" y="1"/>
                    <a:pt x="65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91" name="Google Shape;4891;p40"/>
            <p:cNvSpPr/>
            <p:nvPr/>
          </p:nvSpPr>
          <p:spPr>
            <a:xfrm>
              <a:off x="2781325" y="3501275"/>
              <a:ext cx="9200" cy="6700"/>
            </a:xfrm>
            <a:custGeom>
              <a:avLst/>
              <a:gdLst/>
              <a:ahLst/>
              <a:cxnLst/>
              <a:rect l="l" t="t" r="r" b="b"/>
              <a:pathLst>
                <a:path w="368" h="268" extrusionOk="0">
                  <a:moveTo>
                    <a:pt x="201" y="1"/>
                  </a:moveTo>
                  <a:cubicBezTo>
                    <a:pt x="0" y="1"/>
                    <a:pt x="0" y="268"/>
                    <a:pt x="201" y="268"/>
                  </a:cubicBezTo>
                  <a:cubicBezTo>
                    <a:pt x="367" y="268"/>
                    <a:pt x="367" y="1"/>
                    <a:pt x="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92" name="Google Shape;4892;p40"/>
            <p:cNvSpPr/>
            <p:nvPr/>
          </p:nvSpPr>
          <p:spPr>
            <a:xfrm>
              <a:off x="2811350" y="3509625"/>
              <a:ext cx="8350" cy="6700"/>
            </a:xfrm>
            <a:custGeom>
              <a:avLst/>
              <a:gdLst/>
              <a:ahLst/>
              <a:cxnLst/>
              <a:rect l="l" t="t" r="r" b="b"/>
              <a:pathLst>
                <a:path w="334" h="268" extrusionOk="0">
                  <a:moveTo>
                    <a:pt x="167" y="0"/>
                  </a:moveTo>
                  <a:cubicBezTo>
                    <a:pt x="0" y="0"/>
                    <a:pt x="0" y="267"/>
                    <a:pt x="167" y="267"/>
                  </a:cubicBezTo>
                  <a:cubicBezTo>
                    <a:pt x="334" y="267"/>
                    <a:pt x="334"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93" name="Google Shape;4893;p40"/>
            <p:cNvSpPr/>
            <p:nvPr/>
          </p:nvSpPr>
          <p:spPr>
            <a:xfrm>
              <a:off x="2752975" y="3511300"/>
              <a:ext cx="9200" cy="7525"/>
            </a:xfrm>
            <a:custGeom>
              <a:avLst/>
              <a:gdLst/>
              <a:ahLst/>
              <a:cxnLst/>
              <a:rect l="l" t="t" r="r" b="b"/>
              <a:pathLst>
                <a:path w="368" h="301" extrusionOk="0">
                  <a:moveTo>
                    <a:pt x="200" y="0"/>
                  </a:moveTo>
                  <a:cubicBezTo>
                    <a:pt x="0" y="0"/>
                    <a:pt x="0" y="300"/>
                    <a:pt x="200" y="300"/>
                  </a:cubicBezTo>
                  <a:cubicBezTo>
                    <a:pt x="367" y="300"/>
                    <a:pt x="367" y="0"/>
                    <a:pt x="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94" name="Google Shape;4894;p40"/>
            <p:cNvSpPr/>
            <p:nvPr/>
          </p:nvSpPr>
          <p:spPr>
            <a:xfrm>
              <a:off x="2899750" y="3546325"/>
              <a:ext cx="6700" cy="5850"/>
            </a:xfrm>
            <a:custGeom>
              <a:avLst/>
              <a:gdLst/>
              <a:ahLst/>
              <a:cxnLst/>
              <a:rect l="l" t="t" r="r" b="b"/>
              <a:pathLst>
                <a:path w="268" h="234" extrusionOk="0">
                  <a:moveTo>
                    <a:pt x="134" y="0"/>
                  </a:moveTo>
                  <a:cubicBezTo>
                    <a:pt x="0" y="0"/>
                    <a:pt x="0" y="234"/>
                    <a:pt x="134" y="234"/>
                  </a:cubicBezTo>
                  <a:cubicBezTo>
                    <a:pt x="267" y="234"/>
                    <a:pt x="267" y="0"/>
                    <a:pt x="1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95" name="Google Shape;4895;p40"/>
            <p:cNvSpPr/>
            <p:nvPr/>
          </p:nvSpPr>
          <p:spPr>
            <a:xfrm>
              <a:off x="2876400" y="3558000"/>
              <a:ext cx="7525" cy="5850"/>
            </a:xfrm>
            <a:custGeom>
              <a:avLst/>
              <a:gdLst/>
              <a:ahLst/>
              <a:cxnLst/>
              <a:rect l="l" t="t" r="r" b="b"/>
              <a:pathLst>
                <a:path w="301" h="234" extrusionOk="0">
                  <a:moveTo>
                    <a:pt x="134" y="0"/>
                  </a:moveTo>
                  <a:cubicBezTo>
                    <a:pt x="0" y="0"/>
                    <a:pt x="0" y="234"/>
                    <a:pt x="134" y="234"/>
                  </a:cubicBezTo>
                  <a:cubicBezTo>
                    <a:pt x="300" y="234"/>
                    <a:pt x="300" y="0"/>
                    <a:pt x="1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4899" name="Shape 4899"/>
        <p:cNvGrpSpPr/>
        <p:nvPr/>
      </p:nvGrpSpPr>
      <p:grpSpPr>
        <a:xfrm>
          <a:off x="0" y="0"/>
          <a:ext cx="0" cy="0"/>
          <a:chOff x="0" y="0"/>
          <a:chExt cx="0" cy="0"/>
        </a:xfrm>
      </p:grpSpPr>
      <p:sp>
        <p:nvSpPr>
          <p:cNvPr id="4900" name="Google Shape;4900;p41"/>
          <p:cNvSpPr txBox="1"/>
          <p:nvPr>
            <p:ph type="title"/>
          </p:nvPr>
        </p:nvSpPr>
        <p:spPr>
          <a:xfrm>
            <a:off x="3829087" y="445025"/>
            <a:ext cx="4303500" cy="1101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GB"/>
              <a:t>You can</a:t>
            </a:r>
            <a:r>
              <a:rPr lang="en-GB"/>
              <a:t> divide the content into 2 ideas</a:t>
            </a:r>
            <a:endParaRPr lang="en-GB"/>
          </a:p>
        </p:txBody>
      </p:sp>
      <p:sp>
        <p:nvSpPr>
          <p:cNvPr id="4901" name="Google Shape;4901;p41"/>
          <p:cNvSpPr txBox="1"/>
          <p:nvPr>
            <p:ph type="subTitle" idx="1"/>
          </p:nvPr>
        </p:nvSpPr>
        <p:spPr>
          <a:xfrm>
            <a:off x="3829087" y="3704925"/>
            <a:ext cx="4303500" cy="1010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GB"/>
              <a:t>Venus has a beautiful name and is the second planet from the Sun. It’s hot and has a poisonous atmosphere</a:t>
            </a:r>
            <a:endParaRPr lang="en-GB"/>
          </a:p>
        </p:txBody>
      </p:sp>
      <p:sp>
        <p:nvSpPr>
          <p:cNvPr id="4902" name="Google Shape;4902;p41"/>
          <p:cNvSpPr txBox="1"/>
          <p:nvPr>
            <p:ph type="subTitle" idx="2"/>
          </p:nvPr>
        </p:nvSpPr>
        <p:spPr>
          <a:xfrm>
            <a:off x="3829074" y="2246950"/>
            <a:ext cx="4303500" cy="1010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GB"/>
              <a:t>Mercury is the closest planet to the Sun and the smallest one in the Solar System—it’s only a bit larger than the Moon</a:t>
            </a:r>
            <a:endParaRPr lang="en-GB"/>
          </a:p>
        </p:txBody>
      </p:sp>
      <p:sp>
        <p:nvSpPr>
          <p:cNvPr id="4903" name="Google Shape;4903;p41"/>
          <p:cNvSpPr txBox="1"/>
          <p:nvPr>
            <p:ph type="subTitle" idx="3"/>
          </p:nvPr>
        </p:nvSpPr>
        <p:spPr>
          <a:xfrm>
            <a:off x="3829087" y="1900050"/>
            <a:ext cx="4303500" cy="4119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GB"/>
              <a:t>Mercury</a:t>
            </a:r>
            <a:endParaRPr lang="en-GB"/>
          </a:p>
        </p:txBody>
      </p:sp>
      <p:sp>
        <p:nvSpPr>
          <p:cNvPr id="4904" name="Google Shape;4904;p41"/>
          <p:cNvSpPr txBox="1"/>
          <p:nvPr>
            <p:ph type="subTitle" idx="4"/>
          </p:nvPr>
        </p:nvSpPr>
        <p:spPr>
          <a:xfrm>
            <a:off x="3829087" y="3358125"/>
            <a:ext cx="4303500" cy="4119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GB"/>
              <a:t>Venus</a:t>
            </a:r>
            <a:endParaRPr lang="en-GB"/>
          </a:p>
        </p:txBody>
      </p:sp>
      <p:sp>
        <p:nvSpPr>
          <p:cNvPr id="4905" name="Google Shape;4905;p41"/>
          <p:cNvSpPr/>
          <p:nvPr/>
        </p:nvSpPr>
        <p:spPr>
          <a:xfrm rot="3075997">
            <a:off x="648346" y="2271006"/>
            <a:ext cx="1242185" cy="1248127"/>
          </a:xfrm>
          <a:custGeom>
            <a:avLst/>
            <a:gdLst/>
            <a:ahLst/>
            <a:cxnLst/>
            <a:rect l="l" t="t" r="r" b="b"/>
            <a:pathLst>
              <a:path w="43930" h="40472" extrusionOk="0">
                <a:moveTo>
                  <a:pt x="41105" y="1134"/>
                </a:moveTo>
                <a:lnTo>
                  <a:pt x="41105" y="1134"/>
                </a:lnTo>
                <a:cubicBezTo>
                  <a:pt x="41097" y="1140"/>
                  <a:pt x="41089" y="1146"/>
                  <a:pt x="41082" y="1151"/>
                </a:cubicBezTo>
                <a:lnTo>
                  <a:pt x="41082" y="1151"/>
                </a:lnTo>
                <a:cubicBezTo>
                  <a:pt x="41070" y="1176"/>
                  <a:pt x="41059" y="1200"/>
                  <a:pt x="41047" y="1224"/>
                </a:cubicBezTo>
                <a:lnTo>
                  <a:pt x="41047" y="1224"/>
                </a:lnTo>
                <a:cubicBezTo>
                  <a:pt x="41066" y="1194"/>
                  <a:pt x="41086" y="1164"/>
                  <a:pt x="41105" y="1134"/>
                </a:cubicBezTo>
                <a:close/>
                <a:moveTo>
                  <a:pt x="6047" y="2302"/>
                </a:moveTo>
                <a:lnTo>
                  <a:pt x="6247" y="2502"/>
                </a:lnTo>
                <a:cubicBezTo>
                  <a:pt x="6147" y="2402"/>
                  <a:pt x="6080" y="2369"/>
                  <a:pt x="6047" y="2302"/>
                </a:cubicBezTo>
                <a:close/>
                <a:moveTo>
                  <a:pt x="7024" y="2532"/>
                </a:moveTo>
                <a:cubicBezTo>
                  <a:pt x="7043" y="2535"/>
                  <a:pt x="7065" y="2535"/>
                  <a:pt x="7081" y="2535"/>
                </a:cubicBezTo>
                <a:cubicBezTo>
                  <a:pt x="7099" y="2553"/>
                  <a:pt x="7117" y="2591"/>
                  <a:pt x="7146" y="2627"/>
                </a:cubicBezTo>
                <a:lnTo>
                  <a:pt x="7146" y="2627"/>
                </a:lnTo>
                <a:cubicBezTo>
                  <a:pt x="7105" y="2596"/>
                  <a:pt x="7067" y="2564"/>
                  <a:pt x="7024" y="2532"/>
                </a:cubicBezTo>
                <a:close/>
                <a:moveTo>
                  <a:pt x="6147" y="2302"/>
                </a:moveTo>
                <a:cubicBezTo>
                  <a:pt x="6213" y="2302"/>
                  <a:pt x="6247" y="2302"/>
                  <a:pt x="6280" y="2335"/>
                </a:cubicBezTo>
                <a:cubicBezTo>
                  <a:pt x="6380" y="2469"/>
                  <a:pt x="6447" y="2535"/>
                  <a:pt x="6580" y="2669"/>
                </a:cubicBezTo>
                <a:lnTo>
                  <a:pt x="6480" y="2569"/>
                </a:lnTo>
                <a:cubicBezTo>
                  <a:pt x="6414" y="2502"/>
                  <a:pt x="6280" y="2402"/>
                  <a:pt x="6147" y="2302"/>
                </a:cubicBezTo>
                <a:close/>
                <a:moveTo>
                  <a:pt x="5880" y="2402"/>
                </a:moveTo>
                <a:cubicBezTo>
                  <a:pt x="5947" y="2502"/>
                  <a:pt x="6047" y="2569"/>
                  <a:pt x="6080" y="2669"/>
                </a:cubicBezTo>
                <a:cubicBezTo>
                  <a:pt x="6047" y="2669"/>
                  <a:pt x="6047" y="2635"/>
                  <a:pt x="5980" y="2569"/>
                </a:cubicBezTo>
                <a:lnTo>
                  <a:pt x="5880" y="2469"/>
                </a:lnTo>
                <a:lnTo>
                  <a:pt x="5880" y="2402"/>
                </a:lnTo>
                <a:close/>
                <a:moveTo>
                  <a:pt x="6447" y="2369"/>
                </a:moveTo>
                <a:cubicBezTo>
                  <a:pt x="6480" y="2369"/>
                  <a:pt x="6580" y="2402"/>
                  <a:pt x="6614" y="2402"/>
                </a:cubicBezTo>
                <a:cubicBezTo>
                  <a:pt x="6580" y="2402"/>
                  <a:pt x="6580" y="2469"/>
                  <a:pt x="6614" y="2469"/>
                </a:cubicBezTo>
                <a:cubicBezTo>
                  <a:pt x="6692" y="2521"/>
                  <a:pt x="6750" y="2614"/>
                  <a:pt x="6836" y="2684"/>
                </a:cubicBezTo>
                <a:lnTo>
                  <a:pt x="6836" y="2684"/>
                </a:lnTo>
                <a:cubicBezTo>
                  <a:pt x="6815" y="2675"/>
                  <a:pt x="6795" y="2669"/>
                  <a:pt x="6780" y="2669"/>
                </a:cubicBezTo>
                <a:cubicBezTo>
                  <a:pt x="6647" y="2569"/>
                  <a:pt x="6580" y="2469"/>
                  <a:pt x="6447" y="2369"/>
                </a:cubicBezTo>
                <a:close/>
                <a:moveTo>
                  <a:pt x="7398" y="2635"/>
                </a:moveTo>
                <a:cubicBezTo>
                  <a:pt x="7404" y="2635"/>
                  <a:pt x="7409" y="2635"/>
                  <a:pt x="7414" y="2635"/>
                </a:cubicBezTo>
                <a:lnTo>
                  <a:pt x="7484" y="2706"/>
                </a:lnTo>
                <a:lnTo>
                  <a:pt x="7484" y="2706"/>
                </a:lnTo>
                <a:cubicBezTo>
                  <a:pt x="7453" y="2686"/>
                  <a:pt x="7427" y="2662"/>
                  <a:pt x="7398" y="2635"/>
                </a:cubicBezTo>
                <a:close/>
                <a:moveTo>
                  <a:pt x="7714" y="2702"/>
                </a:moveTo>
                <a:lnTo>
                  <a:pt x="7737" y="2737"/>
                </a:lnTo>
                <a:lnTo>
                  <a:pt x="7737" y="2737"/>
                </a:lnTo>
                <a:cubicBezTo>
                  <a:pt x="7714" y="2714"/>
                  <a:pt x="7687" y="2702"/>
                  <a:pt x="7648" y="2702"/>
                </a:cubicBezTo>
                <a:close/>
                <a:moveTo>
                  <a:pt x="7553" y="2775"/>
                </a:moveTo>
                <a:lnTo>
                  <a:pt x="7614" y="2836"/>
                </a:lnTo>
                <a:cubicBezTo>
                  <a:pt x="7589" y="2811"/>
                  <a:pt x="7564" y="2804"/>
                  <a:pt x="7553" y="2775"/>
                </a:cubicBezTo>
                <a:close/>
                <a:moveTo>
                  <a:pt x="8215" y="2836"/>
                </a:moveTo>
                <a:cubicBezTo>
                  <a:pt x="8215" y="2852"/>
                  <a:pt x="8198" y="2861"/>
                  <a:pt x="8190" y="2861"/>
                </a:cubicBezTo>
                <a:cubicBezTo>
                  <a:pt x="8181" y="2861"/>
                  <a:pt x="8181" y="2852"/>
                  <a:pt x="8215" y="2836"/>
                </a:cubicBezTo>
                <a:close/>
                <a:moveTo>
                  <a:pt x="4145" y="401"/>
                </a:moveTo>
                <a:cubicBezTo>
                  <a:pt x="4946" y="901"/>
                  <a:pt x="5813" y="1335"/>
                  <a:pt x="6647" y="1735"/>
                </a:cubicBezTo>
                <a:lnTo>
                  <a:pt x="8915" y="2869"/>
                </a:lnTo>
                <a:cubicBezTo>
                  <a:pt x="8382" y="2702"/>
                  <a:pt x="7815" y="2535"/>
                  <a:pt x="7281" y="2402"/>
                </a:cubicBezTo>
                <a:cubicBezTo>
                  <a:pt x="6914" y="2335"/>
                  <a:pt x="6547" y="2235"/>
                  <a:pt x="6113" y="2168"/>
                </a:cubicBezTo>
                <a:cubicBezTo>
                  <a:pt x="5980" y="2102"/>
                  <a:pt x="5880" y="2068"/>
                  <a:pt x="5746" y="2068"/>
                </a:cubicBezTo>
                <a:cubicBezTo>
                  <a:pt x="5346" y="1735"/>
                  <a:pt x="5046" y="1368"/>
                  <a:pt x="4712" y="1001"/>
                </a:cubicBezTo>
                <a:cubicBezTo>
                  <a:pt x="4512" y="834"/>
                  <a:pt x="4312" y="601"/>
                  <a:pt x="4145" y="401"/>
                </a:cubicBezTo>
                <a:close/>
                <a:moveTo>
                  <a:pt x="6647" y="2469"/>
                </a:moveTo>
                <a:lnTo>
                  <a:pt x="6647" y="2469"/>
                </a:lnTo>
                <a:cubicBezTo>
                  <a:pt x="6747" y="2502"/>
                  <a:pt x="6814" y="2502"/>
                  <a:pt x="6881" y="2535"/>
                </a:cubicBezTo>
                <a:cubicBezTo>
                  <a:pt x="6890" y="2526"/>
                  <a:pt x="6894" y="2522"/>
                  <a:pt x="6896" y="2522"/>
                </a:cubicBezTo>
                <a:cubicBezTo>
                  <a:pt x="6900" y="2522"/>
                  <a:pt x="6890" y="2545"/>
                  <a:pt x="6914" y="2569"/>
                </a:cubicBezTo>
                <a:cubicBezTo>
                  <a:pt x="7047" y="2702"/>
                  <a:pt x="7114" y="2802"/>
                  <a:pt x="7214" y="2902"/>
                </a:cubicBezTo>
                <a:cubicBezTo>
                  <a:pt x="7147" y="2869"/>
                  <a:pt x="7081" y="2836"/>
                  <a:pt x="7047" y="2802"/>
                </a:cubicBezTo>
                <a:cubicBezTo>
                  <a:pt x="6914" y="2669"/>
                  <a:pt x="6780" y="2569"/>
                  <a:pt x="6647" y="2469"/>
                </a:cubicBezTo>
                <a:close/>
                <a:moveTo>
                  <a:pt x="39003" y="2836"/>
                </a:moveTo>
                <a:cubicBezTo>
                  <a:pt x="38987" y="2869"/>
                  <a:pt x="38962" y="2902"/>
                  <a:pt x="38928" y="2936"/>
                </a:cubicBezTo>
                <a:lnTo>
                  <a:pt x="38928" y="2936"/>
                </a:lnTo>
                <a:lnTo>
                  <a:pt x="39003" y="2836"/>
                </a:lnTo>
                <a:close/>
                <a:moveTo>
                  <a:pt x="8415" y="2902"/>
                </a:moveTo>
                <a:cubicBezTo>
                  <a:pt x="8448" y="2902"/>
                  <a:pt x="8548" y="2969"/>
                  <a:pt x="8582" y="2969"/>
                </a:cubicBezTo>
                <a:lnTo>
                  <a:pt x="8582" y="3002"/>
                </a:lnTo>
                <a:lnTo>
                  <a:pt x="8548" y="3002"/>
                </a:lnTo>
                <a:cubicBezTo>
                  <a:pt x="8482" y="2969"/>
                  <a:pt x="8448" y="2902"/>
                  <a:pt x="8415" y="2902"/>
                </a:cubicBezTo>
                <a:close/>
                <a:moveTo>
                  <a:pt x="38892" y="2969"/>
                </a:moveTo>
                <a:cubicBezTo>
                  <a:pt x="38866" y="2992"/>
                  <a:pt x="38836" y="3014"/>
                  <a:pt x="38803" y="3036"/>
                </a:cubicBezTo>
                <a:cubicBezTo>
                  <a:pt x="38835" y="3004"/>
                  <a:pt x="38837" y="2973"/>
                  <a:pt x="38892" y="2969"/>
                </a:cubicBezTo>
                <a:close/>
                <a:moveTo>
                  <a:pt x="38529" y="2887"/>
                </a:moveTo>
                <a:cubicBezTo>
                  <a:pt x="38451" y="2930"/>
                  <a:pt x="38393" y="3007"/>
                  <a:pt x="38336" y="3036"/>
                </a:cubicBezTo>
                <a:cubicBezTo>
                  <a:pt x="38312" y="3072"/>
                  <a:pt x="38279" y="3104"/>
                  <a:pt x="38241" y="3136"/>
                </a:cubicBezTo>
                <a:lnTo>
                  <a:pt x="38241" y="3136"/>
                </a:lnTo>
                <a:cubicBezTo>
                  <a:pt x="38311" y="3069"/>
                  <a:pt x="38374" y="2986"/>
                  <a:pt x="38436" y="2902"/>
                </a:cubicBezTo>
                <a:cubicBezTo>
                  <a:pt x="38462" y="2902"/>
                  <a:pt x="38488" y="2902"/>
                  <a:pt x="38529" y="2887"/>
                </a:cubicBezTo>
                <a:close/>
                <a:moveTo>
                  <a:pt x="5931" y="2943"/>
                </a:moveTo>
                <a:lnTo>
                  <a:pt x="5931" y="2943"/>
                </a:lnTo>
                <a:cubicBezTo>
                  <a:pt x="5974" y="3021"/>
                  <a:pt x="6051" y="3074"/>
                  <a:pt x="6080" y="3102"/>
                </a:cubicBezTo>
                <a:cubicBezTo>
                  <a:pt x="6091" y="3120"/>
                  <a:pt x="6104" y="3138"/>
                  <a:pt x="6117" y="3157"/>
                </a:cubicBezTo>
                <a:lnTo>
                  <a:pt x="6117" y="3157"/>
                </a:lnTo>
                <a:cubicBezTo>
                  <a:pt x="6064" y="3107"/>
                  <a:pt x="6005" y="3065"/>
                  <a:pt x="5947" y="3036"/>
                </a:cubicBezTo>
                <a:cubicBezTo>
                  <a:pt x="5947" y="3010"/>
                  <a:pt x="5947" y="2984"/>
                  <a:pt x="5931" y="2943"/>
                </a:cubicBezTo>
                <a:close/>
                <a:moveTo>
                  <a:pt x="5880" y="2635"/>
                </a:moveTo>
                <a:lnTo>
                  <a:pt x="5913" y="2669"/>
                </a:lnTo>
                <a:cubicBezTo>
                  <a:pt x="5980" y="2736"/>
                  <a:pt x="6080" y="2869"/>
                  <a:pt x="6147" y="2902"/>
                </a:cubicBezTo>
                <a:cubicBezTo>
                  <a:pt x="6180" y="2902"/>
                  <a:pt x="6180" y="2902"/>
                  <a:pt x="6180" y="2869"/>
                </a:cubicBezTo>
                <a:lnTo>
                  <a:pt x="6180" y="2836"/>
                </a:lnTo>
                <a:lnTo>
                  <a:pt x="6247" y="2869"/>
                </a:lnTo>
                <a:cubicBezTo>
                  <a:pt x="6247" y="2902"/>
                  <a:pt x="6180" y="2902"/>
                  <a:pt x="6180" y="2969"/>
                </a:cubicBezTo>
                <a:cubicBezTo>
                  <a:pt x="6180" y="3036"/>
                  <a:pt x="6247" y="3069"/>
                  <a:pt x="6247" y="3169"/>
                </a:cubicBezTo>
                <a:cubicBezTo>
                  <a:pt x="6247" y="3136"/>
                  <a:pt x="6213" y="3069"/>
                  <a:pt x="6213" y="3069"/>
                </a:cubicBezTo>
                <a:lnTo>
                  <a:pt x="5880" y="2736"/>
                </a:lnTo>
                <a:lnTo>
                  <a:pt x="5880" y="2635"/>
                </a:lnTo>
                <a:close/>
                <a:moveTo>
                  <a:pt x="38903" y="2836"/>
                </a:moveTo>
                <a:lnTo>
                  <a:pt x="38837" y="2869"/>
                </a:lnTo>
                <a:cubicBezTo>
                  <a:pt x="38770" y="2969"/>
                  <a:pt x="38637" y="3036"/>
                  <a:pt x="38603" y="3136"/>
                </a:cubicBezTo>
                <a:cubicBezTo>
                  <a:pt x="38603" y="3169"/>
                  <a:pt x="38603" y="3169"/>
                  <a:pt x="38637" y="3169"/>
                </a:cubicBezTo>
                <a:lnTo>
                  <a:pt x="38670" y="3169"/>
                </a:lnTo>
                <a:lnTo>
                  <a:pt x="38637" y="3203"/>
                </a:lnTo>
                <a:cubicBezTo>
                  <a:pt x="38603" y="3203"/>
                  <a:pt x="38603" y="3169"/>
                  <a:pt x="38570" y="3169"/>
                </a:cubicBezTo>
                <a:cubicBezTo>
                  <a:pt x="38470" y="3169"/>
                  <a:pt x="38436" y="3203"/>
                  <a:pt x="38336" y="3203"/>
                </a:cubicBezTo>
                <a:cubicBezTo>
                  <a:pt x="38336" y="3203"/>
                  <a:pt x="38403" y="3203"/>
                  <a:pt x="38436" y="3169"/>
                </a:cubicBezTo>
                <a:lnTo>
                  <a:pt x="38770" y="2836"/>
                </a:lnTo>
                <a:close/>
                <a:moveTo>
                  <a:pt x="39237" y="3002"/>
                </a:moveTo>
                <a:lnTo>
                  <a:pt x="39003" y="3203"/>
                </a:lnTo>
                <a:cubicBezTo>
                  <a:pt x="39070" y="3136"/>
                  <a:pt x="39137" y="3036"/>
                  <a:pt x="39237" y="3002"/>
                </a:cubicBezTo>
                <a:close/>
                <a:moveTo>
                  <a:pt x="38146" y="3211"/>
                </a:moveTo>
                <a:cubicBezTo>
                  <a:pt x="38132" y="3223"/>
                  <a:pt x="38117" y="3234"/>
                  <a:pt x="38103" y="3246"/>
                </a:cubicBezTo>
                <a:lnTo>
                  <a:pt x="38103" y="3246"/>
                </a:lnTo>
                <a:cubicBezTo>
                  <a:pt x="38103" y="3243"/>
                  <a:pt x="38103" y="3240"/>
                  <a:pt x="38103" y="3236"/>
                </a:cubicBezTo>
                <a:cubicBezTo>
                  <a:pt x="38118" y="3228"/>
                  <a:pt x="38132" y="3220"/>
                  <a:pt x="38146" y="3211"/>
                </a:cubicBezTo>
                <a:close/>
                <a:moveTo>
                  <a:pt x="40805" y="1068"/>
                </a:moveTo>
                <a:lnTo>
                  <a:pt x="40805" y="1068"/>
                </a:lnTo>
                <a:cubicBezTo>
                  <a:pt x="40638" y="1201"/>
                  <a:pt x="40505" y="1368"/>
                  <a:pt x="40404" y="1501"/>
                </a:cubicBezTo>
                <a:cubicBezTo>
                  <a:pt x="40004" y="1835"/>
                  <a:pt x="39671" y="2168"/>
                  <a:pt x="39304" y="2502"/>
                </a:cubicBezTo>
                <a:cubicBezTo>
                  <a:pt x="38737" y="2535"/>
                  <a:pt x="38103" y="2836"/>
                  <a:pt x="37569" y="3002"/>
                </a:cubicBezTo>
                <a:cubicBezTo>
                  <a:pt x="37236" y="3079"/>
                  <a:pt x="36883" y="3176"/>
                  <a:pt x="36556" y="3292"/>
                </a:cubicBezTo>
                <a:lnTo>
                  <a:pt x="36556" y="3292"/>
                </a:lnTo>
                <a:cubicBezTo>
                  <a:pt x="37200" y="3032"/>
                  <a:pt x="37860" y="2684"/>
                  <a:pt x="38470" y="2335"/>
                </a:cubicBezTo>
                <a:cubicBezTo>
                  <a:pt x="39237" y="1902"/>
                  <a:pt x="40071" y="1535"/>
                  <a:pt x="40805" y="1068"/>
                </a:cubicBezTo>
                <a:close/>
                <a:moveTo>
                  <a:pt x="37335" y="3271"/>
                </a:moveTo>
                <a:lnTo>
                  <a:pt x="37302" y="3336"/>
                </a:lnTo>
                <a:cubicBezTo>
                  <a:pt x="37293" y="3345"/>
                  <a:pt x="37278" y="3355"/>
                  <a:pt x="37261" y="3366"/>
                </a:cubicBezTo>
                <a:lnTo>
                  <a:pt x="37261" y="3366"/>
                </a:lnTo>
                <a:cubicBezTo>
                  <a:pt x="37266" y="3355"/>
                  <a:pt x="37269" y="3346"/>
                  <a:pt x="37269" y="3336"/>
                </a:cubicBezTo>
                <a:cubicBezTo>
                  <a:pt x="37302" y="3336"/>
                  <a:pt x="37302" y="3336"/>
                  <a:pt x="37335" y="3271"/>
                </a:cubicBezTo>
                <a:close/>
                <a:moveTo>
                  <a:pt x="39204" y="3136"/>
                </a:moveTo>
                <a:cubicBezTo>
                  <a:pt x="39170" y="3169"/>
                  <a:pt x="39170" y="3203"/>
                  <a:pt x="39170" y="3236"/>
                </a:cubicBezTo>
                <a:cubicBezTo>
                  <a:pt x="39111" y="3295"/>
                  <a:pt x="39051" y="3343"/>
                  <a:pt x="38985" y="3400"/>
                </a:cubicBezTo>
                <a:lnTo>
                  <a:pt x="38985" y="3400"/>
                </a:lnTo>
                <a:cubicBezTo>
                  <a:pt x="39047" y="3313"/>
                  <a:pt x="39125" y="3214"/>
                  <a:pt x="39204" y="3136"/>
                </a:cubicBezTo>
                <a:close/>
                <a:moveTo>
                  <a:pt x="38270" y="2902"/>
                </a:moveTo>
                <a:lnTo>
                  <a:pt x="38069" y="3136"/>
                </a:lnTo>
                <a:cubicBezTo>
                  <a:pt x="37969" y="3203"/>
                  <a:pt x="37836" y="3236"/>
                  <a:pt x="37769" y="3336"/>
                </a:cubicBezTo>
                <a:cubicBezTo>
                  <a:pt x="37769" y="3369"/>
                  <a:pt x="37736" y="3369"/>
                  <a:pt x="37669" y="3369"/>
                </a:cubicBezTo>
                <a:cubicBezTo>
                  <a:pt x="37536" y="3369"/>
                  <a:pt x="37469" y="3403"/>
                  <a:pt x="37336" y="3403"/>
                </a:cubicBezTo>
                <a:cubicBezTo>
                  <a:pt x="37302" y="3403"/>
                  <a:pt x="37336" y="3403"/>
                  <a:pt x="37402" y="3369"/>
                </a:cubicBezTo>
                <a:cubicBezTo>
                  <a:pt x="37436" y="3336"/>
                  <a:pt x="37502" y="3303"/>
                  <a:pt x="37569" y="3203"/>
                </a:cubicBezTo>
                <a:lnTo>
                  <a:pt x="37602" y="3203"/>
                </a:lnTo>
                <a:lnTo>
                  <a:pt x="37469" y="3336"/>
                </a:lnTo>
                <a:cubicBezTo>
                  <a:pt x="37469" y="3336"/>
                  <a:pt x="37469" y="3369"/>
                  <a:pt x="37502" y="3369"/>
                </a:cubicBezTo>
                <a:cubicBezTo>
                  <a:pt x="37602" y="3336"/>
                  <a:pt x="37636" y="3303"/>
                  <a:pt x="37669" y="3236"/>
                </a:cubicBezTo>
                <a:lnTo>
                  <a:pt x="37803" y="3136"/>
                </a:lnTo>
                <a:cubicBezTo>
                  <a:pt x="37836" y="3136"/>
                  <a:pt x="37836" y="3136"/>
                  <a:pt x="37901" y="3071"/>
                </a:cubicBezTo>
                <a:lnTo>
                  <a:pt x="37901" y="3071"/>
                </a:lnTo>
                <a:lnTo>
                  <a:pt x="37836" y="3136"/>
                </a:lnTo>
                <a:cubicBezTo>
                  <a:pt x="37769" y="3169"/>
                  <a:pt x="37636" y="3236"/>
                  <a:pt x="37636" y="3336"/>
                </a:cubicBezTo>
                <a:cubicBezTo>
                  <a:pt x="37636" y="3336"/>
                  <a:pt x="37636" y="3369"/>
                  <a:pt x="37669" y="3369"/>
                </a:cubicBezTo>
                <a:cubicBezTo>
                  <a:pt x="37769" y="3336"/>
                  <a:pt x="37803" y="3303"/>
                  <a:pt x="37836" y="3203"/>
                </a:cubicBezTo>
                <a:cubicBezTo>
                  <a:pt x="37936" y="3136"/>
                  <a:pt x="37969" y="3069"/>
                  <a:pt x="38003" y="3002"/>
                </a:cubicBezTo>
                <a:cubicBezTo>
                  <a:pt x="38103" y="2969"/>
                  <a:pt x="38170" y="2969"/>
                  <a:pt x="38270" y="2902"/>
                </a:cubicBezTo>
                <a:close/>
                <a:moveTo>
                  <a:pt x="36759" y="3467"/>
                </a:moveTo>
                <a:lnTo>
                  <a:pt x="36735" y="3503"/>
                </a:lnTo>
                <a:lnTo>
                  <a:pt x="36635" y="3503"/>
                </a:lnTo>
                <a:cubicBezTo>
                  <a:pt x="36668" y="3503"/>
                  <a:pt x="36668" y="3503"/>
                  <a:pt x="36735" y="3469"/>
                </a:cubicBezTo>
                <a:cubicBezTo>
                  <a:pt x="36746" y="3469"/>
                  <a:pt x="36753" y="3469"/>
                  <a:pt x="36759" y="3467"/>
                </a:cubicBezTo>
                <a:close/>
                <a:moveTo>
                  <a:pt x="37135" y="3336"/>
                </a:moveTo>
                <a:cubicBezTo>
                  <a:pt x="37102" y="3369"/>
                  <a:pt x="37002" y="3403"/>
                  <a:pt x="36935" y="3469"/>
                </a:cubicBezTo>
                <a:cubicBezTo>
                  <a:pt x="36902" y="3503"/>
                  <a:pt x="36902" y="3503"/>
                  <a:pt x="36835" y="3503"/>
                </a:cubicBezTo>
                <a:lnTo>
                  <a:pt x="36902" y="3469"/>
                </a:lnTo>
                <a:lnTo>
                  <a:pt x="36969" y="3369"/>
                </a:lnTo>
                <a:cubicBezTo>
                  <a:pt x="37002" y="3369"/>
                  <a:pt x="37035" y="3336"/>
                  <a:pt x="37135" y="3336"/>
                </a:cubicBezTo>
                <a:close/>
                <a:moveTo>
                  <a:pt x="39137" y="3403"/>
                </a:moveTo>
                <a:lnTo>
                  <a:pt x="39137" y="3403"/>
                </a:lnTo>
                <a:cubicBezTo>
                  <a:pt x="39104" y="3469"/>
                  <a:pt x="39104" y="3536"/>
                  <a:pt x="39104" y="3569"/>
                </a:cubicBezTo>
                <a:lnTo>
                  <a:pt x="39070" y="3569"/>
                </a:lnTo>
                <a:cubicBezTo>
                  <a:pt x="38995" y="3645"/>
                  <a:pt x="38901" y="3701"/>
                  <a:pt x="38831" y="3781"/>
                </a:cubicBezTo>
                <a:lnTo>
                  <a:pt x="38831" y="3781"/>
                </a:lnTo>
                <a:cubicBezTo>
                  <a:pt x="38835" y="3768"/>
                  <a:pt x="38837" y="3753"/>
                  <a:pt x="38837" y="3736"/>
                </a:cubicBezTo>
                <a:cubicBezTo>
                  <a:pt x="38937" y="3603"/>
                  <a:pt x="39070" y="3536"/>
                  <a:pt x="39137" y="3403"/>
                </a:cubicBezTo>
                <a:close/>
                <a:moveTo>
                  <a:pt x="5947" y="3203"/>
                </a:moveTo>
                <a:lnTo>
                  <a:pt x="6147" y="3403"/>
                </a:lnTo>
                <a:cubicBezTo>
                  <a:pt x="6247" y="3503"/>
                  <a:pt x="6313" y="3636"/>
                  <a:pt x="6414" y="3703"/>
                </a:cubicBezTo>
                <a:lnTo>
                  <a:pt x="6414" y="3803"/>
                </a:lnTo>
                <a:cubicBezTo>
                  <a:pt x="6380" y="3703"/>
                  <a:pt x="6313" y="3670"/>
                  <a:pt x="6247" y="3636"/>
                </a:cubicBezTo>
                <a:cubicBezTo>
                  <a:pt x="6147" y="3536"/>
                  <a:pt x="6113" y="3503"/>
                  <a:pt x="6047" y="3469"/>
                </a:cubicBezTo>
                <a:cubicBezTo>
                  <a:pt x="5980" y="3369"/>
                  <a:pt x="5980" y="3303"/>
                  <a:pt x="5947" y="3203"/>
                </a:cubicBezTo>
                <a:close/>
                <a:moveTo>
                  <a:pt x="38970" y="3936"/>
                </a:moveTo>
                <a:cubicBezTo>
                  <a:pt x="38970" y="3970"/>
                  <a:pt x="38970" y="4003"/>
                  <a:pt x="38937" y="4036"/>
                </a:cubicBezTo>
                <a:cubicBezTo>
                  <a:pt x="38919" y="4054"/>
                  <a:pt x="38883" y="4081"/>
                  <a:pt x="38848" y="4112"/>
                </a:cubicBezTo>
                <a:lnTo>
                  <a:pt x="38848" y="4112"/>
                </a:lnTo>
                <a:cubicBezTo>
                  <a:pt x="38889" y="4059"/>
                  <a:pt x="38929" y="3998"/>
                  <a:pt x="38970" y="3936"/>
                </a:cubicBezTo>
                <a:close/>
                <a:moveTo>
                  <a:pt x="6114" y="3637"/>
                </a:moveTo>
                <a:lnTo>
                  <a:pt x="6147" y="3670"/>
                </a:lnTo>
                <a:cubicBezTo>
                  <a:pt x="6180" y="3736"/>
                  <a:pt x="6280" y="3870"/>
                  <a:pt x="6380" y="3870"/>
                </a:cubicBezTo>
                <a:cubicBezTo>
                  <a:pt x="6380" y="3870"/>
                  <a:pt x="6414" y="3870"/>
                  <a:pt x="6414" y="3836"/>
                </a:cubicBezTo>
                <a:cubicBezTo>
                  <a:pt x="6414" y="3970"/>
                  <a:pt x="6447" y="4036"/>
                  <a:pt x="6447" y="4170"/>
                </a:cubicBezTo>
                <a:cubicBezTo>
                  <a:pt x="6447" y="4170"/>
                  <a:pt x="6414" y="4170"/>
                  <a:pt x="6414" y="4137"/>
                </a:cubicBezTo>
                <a:cubicBezTo>
                  <a:pt x="6380" y="4070"/>
                  <a:pt x="6313" y="4003"/>
                  <a:pt x="6247" y="3970"/>
                </a:cubicBezTo>
                <a:lnTo>
                  <a:pt x="6247" y="3903"/>
                </a:lnTo>
                <a:lnTo>
                  <a:pt x="6380" y="4036"/>
                </a:lnTo>
                <a:cubicBezTo>
                  <a:pt x="6380" y="4036"/>
                  <a:pt x="6414" y="4036"/>
                  <a:pt x="6414" y="4003"/>
                </a:cubicBezTo>
                <a:cubicBezTo>
                  <a:pt x="6380" y="3903"/>
                  <a:pt x="6313" y="3870"/>
                  <a:pt x="6280" y="3836"/>
                </a:cubicBezTo>
                <a:lnTo>
                  <a:pt x="6147" y="3703"/>
                </a:lnTo>
                <a:cubicBezTo>
                  <a:pt x="6147" y="3670"/>
                  <a:pt x="6147" y="3670"/>
                  <a:pt x="6114" y="3637"/>
                </a:cubicBezTo>
                <a:close/>
                <a:moveTo>
                  <a:pt x="39003" y="3636"/>
                </a:moveTo>
                <a:cubicBezTo>
                  <a:pt x="39003" y="3736"/>
                  <a:pt x="39003" y="3836"/>
                  <a:pt x="38970" y="3870"/>
                </a:cubicBezTo>
                <a:cubicBezTo>
                  <a:pt x="38970" y="3870"/>
                  <a:pt x="38955" y="3855"/>
                  <a:pt x="38936" y="3855"/>
                </a:cubicBezTo>
                <a:cubicBezTo>
                  <a:pt x="38926" y="3855"/>
                  <a:pt x="38915" y="3859"/>
                  <a:pt x="38903" y="3870"/>
                </a:cubicBezTo>
                <a:cubicBezTo>
                  <a:pt x="38770" y="4003"/>
                  <a:pt x="38670" y="4070"/>
                  <a:pt x="38570" y="4170"/>
                </a:cubicBezTo>
                <a:cubicBezTo>
                  <a:pt x="38603" y="4137"/>
                  <a:pt x="38637" y="4036"/>
                  <a:pt x="38670" y="4003"/>
                </a:cubicBezTo>
                <a:cubicBezTo>
                  <a:pt x="38803" y="3870"/>
                  <a:pt x="38903" y="3736"/>
                  <a:pt x="39003" y="3636"/>
                </a:cubicBezTo>
                <a:close/>
                <a:moveTo>
                  <a:pt x="6281" y="4171"/>
                </a:moveTo>
                <a:lnTo>
                  <a:pt x="6313" y="4203"/>
                </a:lnTo>
                <a:cubicBezTo>
                  <a:pt x="6322" y="4216"/>
                  <a:pt x="6330" y="4228"/>
                  <a:pt x="6337" y="4240"/>
                </a:cubicBezTo>
                <a:lnTo>
                  <a:pt x="6337" y="4240"/>
                </a:lnTo>
                <a:cubicBezTo>
                  <a:pt x="6330" y="4238"/>
                  <a:pt x="6322" y="4237"/>
                  <a:pt x="6313" y="4237"/>
                </a:cubicBezTo>
                <a:cubicBezTo>
                  <a:pt x="6313" y="4203"/>
                  <a:pt x="6313" y="4203"/>
                  <a:pt x="6281" y="4171"/>
                </a:cubicBezTo>
                <a:close/>
                <a:moveTo>
                  <a:pt x="38903" y="4303"/>
                </a:moveTo>
                <a:cubicBezTo>
                  <a:pt x="38903" y="4303"/>
                  <a:pt x="38903" y="4337"/>
                  <a:pt x="38837" y="4370"/>
                </a:cubicBezTo>
                <a:lnTo>
                  <a:pt x="38767" y="4439"/>
                </a:lnTo>
                <a:lnTo>
                  <a:pt x="38767" y="4439"/>
                </a:lnTo>
                <a:cubicBezTo>
                  <a:pt x="38803" y="4385"/>
                  <a:pt x="38853" y="4353"/>
                  <a:pt x="38903" y="4303"/>
                </a:cubicBezTo>
                <a:close/>
                <a:moveTo>
                  <a:pt x="38698" y="4509"/>
                </a:moveTo>
                <a:lnTo>
                  <a:pt x="38637" y="4570"/>
                </a:lnTo>
                <a:cubicBezTo>
                  <a:pt x="38662" y="4545"/>
                  <a:pt x="38668" y="4520"/>
                  <a:pt x="38698" y="4509"/>
                </a:cubicBezTo>
                <a:close/>
                <a:moveTo>
                  <a:pt x="6380" y="4337"/>
                </a:moveTo>
                <a:lnTo>
                  <a:pt x="6380" y="4337"/>
                </a:lnTo>
                <a:cubicBezTo>
                  <a:pt x="6414" y="4370"/>
                  <a:pt x="6447" y="4470"/>
                  <a:pt x="6480" y="4537"/>
                </a:cubicBezTo>
                <a:cubicBezTo>
                  <a:pt x="6547" y="4570"/>
                  <a:pt x="6547" y="4637"/>
                  <a:pt x="6547" y="4637"/>
                </a:cubicBezTo>
                <a:lnTo>
                  <a:pt x="6480" y="4570"/>
                </a:lnTo>
                <a:lnTo>
                  <a:pt x="6414" y="4503"/>
                </a:lnTo>
                <a:cubicBezTo>
                  <a:pt x="6414" y="4437"/>
                  <a:pt x="6380" y="4403"/>
                  <a:pt x="6380" y="4337"/>
                </a:cubicBezTo>
                <a:close/>
                <a:moveTo>
                  <a:pt x="38770" y="4637"/>
                </a:moveTo>
                <a:cubicBezTo>
                  <a:pt x="38803" y="4637"/>
                  <a:pt x="38803" y="4637"/>
                  <a:pt x="38770" y="4670"/>
                </a:cubicBezTo>
                <a:lnTo>
                  <a:pt x="38745" y="4687"/>
                </a:lnTo>
                <a:lnTo>
                  <a:pt x="38745" y="4687"/>
                </a:lnTo>
                <a:cubicBezTo>
                  <a:pt x="38762" y="4670"/>
                  <a:pt x="38770" y="4654"/>
                  <a:pt x="38770" y="4637"/>
                </a:cubicBezTo>
                <a:close/>
                <a:moveTo>
                  <a:pt x="6447" y="4704"/>
                </a:moveTo>
                <a:lnTo>
                  <a:pt x="6547" y="4804"/>
                </a:lnTo>
                <a:lnTo>
                  <a:pt x="6547" y="4870"/>
                </a:lnTo>
                <a:cubicBezTo>
                  <a:pt x="6547" y="4804"/>
                  <a:pt x="6547" y="4804"/>
                  <a:pt x="6480" y="4804"/>
                </a:cubicBezTo>
                <a:cubicBezTo>
                  <a:pt x="6480" y="4737"/>
                  <a:pt x="6480" y="4737"/>
                  <a:pt x="6447" y="4704"/>
                </a:cubicBezTo>
                <a:close/>
                <a:moveTo>
                  <a:pt x="38722" y="4889"/>
                </a:moveTo>
                <a:cubicBezTo>
                  <a:pt x="38729" y="4889"/>
                  <a:pt x="38737" y="4893"/>
                  <a:pt x="38737" y="4904"/>
                </a:cubicBezTo>
                <a:cubicBezTo>
                  <a:pt x="38692" y="4904"/>
                  <a:pt x="38707" y="4889"/>
                  <a:pt x="38722" y="4889"/>
                </a:cubicBezTo>
                <a:close/>
                <a:moveTo>
                  <a:pt x="4145" y="701"/>
                </a:moveTo>
                <a:cubicBezTo>
                  <a:pt x="4279" y="868"/>
                  <a:pt x="4445" y="1001"/>
                  <a:pt x="4579" y="1134"/>
                </a:cubicBezTo>
                <a:cubicBezTo>
                  <a:pt x="4912" y="1501"/>
                  <a:pt x="5246" y="1835"/>
                  <a:pt x="5580" y="2202"/>
                </a:cubicBezTo>
                <a:cubicBezTo>
                  <a:pt x="5613" y="2802"/>
                  <a:pt x="5913" y="3403"/>
                  <a:pt x="6080" y="3970"/>
                </a:cubicBezTo>
                <a:cubicBezTo>
                  <a:pt x="6213" y="4370"/>
                  <a:pt x="6313" y="4837"/>
                  <a:pt x="6480" y="5237"/>
                </a:cubicBezTo>
                <a:cubicBezTo>
                  <a:pt x="6113" y="4503"/>
                  <a:pt x="5780" y="3736"/>
                  <a:pt x="5379" y="3002"/>
                </a:cubicBezTo>
                <a:cubicBezTo>
                  <a:pt x="4979" y="2235"/>
                  <a:pt x="4612" y="1401"/>
                  <a:pt x="4145" y="701"/>
                </a:cubicBezTo>
                <a:close/>
                <a:moveTo>
                  <a:pt x="38570" y="5371"/>
                </a:moveTo>
                <a:cubicBezTo>
                  <a:pt x="38570" y="5471"/>
                  <a:pt x="38503" y="5504"/>
                  <a:pt x="38503" y="5538"/>
                </a:cubicBezTo>
                <a:lnTo>
                  <a:pt x="38470" y="5538"/>
                </a:lnTo>
                <a:lnTo>
                  <a:pt x="38470" y="5504"/>
                </a:lnTo>
                <a:cubicBezTo>
                  <a:pt x="38503" y="5471"/>
                  <a:pt x="38570" y="5404"/>
                  <a:pt x="38570" y="5371"/>
                </a:cubicBezTo>
                <a:close/>
                <a:moveTo>
                  <a:pt x="8248" y="4403"/>
                </a:moveTo>
                <a:lnTo>
                  <a:pt x="8482" y="4537"/>
                </a:lnTo>
                <a:cubicBezTo>
                  <a:pt x="8982" y="4804"/>
                  <a:pt x="9449" y="5071"/>
                  <a:pt x="9783" y="5504"/>
                </a:cubicBezTo>
                <a:cubicBezTo>
                  <a:pt x="10016" y="5804"/>
                  <a:pt x="10183" y="6171"/>
                  <a:pt x="10316" y="6505"/>
                </a:cubicBezTo>
                <a:lnTo>
                  <a:pt x="10083" y="6238"/>
                </a:lnTo>
                <a:lnTo>
                  <a:pt x="8248" y="4403"/>
                </a:lnTo>
                <a:close/>
                <a:moveTo>
                  <a:pt x="7014" y="3236"/>
                </a:moveTo>
                <a:cubicBezTo>
                  <a:pt x="7548" y="3736"/>
                  <a:pt x="8282" y="3970"/>
                  <a:pt x="8982" y="4237"/>
                </a:cubicBezTo>
                <a:cubicBezTo>
                  <a:pt x="9649" y="4503"/>
                  <a:pt x="10316" y="4837"/>
                  <a:pt x="10717" y="5504"/>
                </a:cubicBezTo>
                <a:cubicBezTo>
                  <a:pt x="10983" y="6005"/>
                  <a:pt x="11050" y="6638"/>
                  <a:pt x="11050" y="7205"/>
                </a:cubicBezTo>
                <a:lnTo>
                  <a:pt x="10650" y="6838"/>
                </a:lnTo>
                <a:cubicBezTo>
                  <a:pt x="10550" y="6138"/>
                  <a:pt x="10049" y="5471"/>
                  <a:pt x="9516" y="5037"/>
                </a:cubicBezTo>
                <a:cubicBezTo>
                  <a:pt x="9015" y="4637"/>
                  <a:pt x="8415" y="4403"/>
                  <a:pt x="7848" y="4070"/>
                </a:cubicBezTo>
                <a:cubicBezTo>
                  <a:pt x="7614" y="3836"/>
                  <a:pt x="7314" y="3569"/>
                  <a:pt x="7081" y="3369"/>
                </a:cubicBezTo>
                <a:cubicBezTo>
                  <a:pt x="7014" y="3336"/>
                  <a:pt x="7014" y="3303"/>
                  <a:pt x="6981" y="3236"/>
                </a:cubicBezTo>
                <a:close/>
                <a:moveTo>
                  <a:pt x="10617" y="7372"/>
                </a:moveTo>
                <a:lnTo>
                  <a:pt x="11117" y="7873"/>
                </a:lnTo>
                <a:cubicBezTo>
                  <a:pt x="11084" y="8573"/>
                  <a:pt x="11417" y="9207"/>
                  <a:pt x="11917" y="9707"/>
                </a:cubicBezTo>
                <a:cubicBezTo>
                  <a:pt x="11217" y="9173"/>
                  <a:pt x="10817" y="8306"/>
                  <a:pt x="10617" y="7372"/>
                </a:cubicBezTo>
                <a:close/>
                <a:moveTo>
                  <a:pt x="11250" y="8039"/>
                </a:moveTo>
                <a:lnTo>
                  <a:pt x="12551" y="9340"/>
                </a:lnTo>
                <a:lnTo>
                  <a:pt x="13485" y="10308"/>
                </a:lnTo>
                <a:lnTo>
                  <a:pt x="13452" y="10308"/>
                </a:lnTo>
                <a:lnTo>
                  <a:pt x="13419" y="10241"/>
                </a:lnTo>
                <a:lnTo>
                  <a:pt x="13252" y="10241"/>
                </a:lnTo>
                <a:cubicBezTo>
                  <a:pt x="12718" y="10141"/>
                  <a:pt x="12251" y="9874"/>
                  <a:pt x="11884" y="9474"/>
                </a:cubicBezTo>
                <a:cubicBezTo>
                  <a:pt x="11484" y="9040"/>
                  <a:pt x="11317" y="8573"/>
                  <a:pt x="11250" y="8039"/>
                </a:cubicBezTo>
                <a:close/>
                <a:moveTo>
                  <a:pt x="14886" y="11008"/>
                </a:moveTo>
                <a:cubicBezTo>
                  <a:pt x="15120" y="11175"/>
                  <a:pt x="15320" y="11342"/>
                  <a:pt x="15553" y="11542"/>
                </a:cubicBezTo>
                <a:cubicBezTo>
                  <a:pt x="15720" y="11709"/>
                  <a:pt x="15787" y="11875"/>
                  <a:pt x="15920" y="12042"/>
                </a:cubicBezTo>
                <a:lnTo>
                  <a:pt x="14886" y="11008"/>
                </a:lnTo>
                <a:close/>
                <a:moveTo>
                  <a:pt x="14286" y="10508"/>
                </a:moveTo>
                <a:lnTo>
                  <a:pt x="14286" y="10508"/>
                </a:lnTo>
                <a:cubicBezTo>
                  <a:pt x="14753" y="10574"/>
                  <a:pt x="15253" y="10675"/>
                  <a:pt x="15653" y="10908"/>
                </a:cubicBezTo>
                <a:cubicBezTo>
                  <a:pt x="16321" y="11308"/>
                  <a:pt x="16654" y="12042"/>
                  <a:pt x="16654" y="12809"/>
                </a:cubicBezTo>
                <a:lnTo>
                  <a:pt x="16621" y="12743"/>
                </a:lnTo>
                <a:lnTo>
                  <a:pt x="16621" y="12709"/>
                </a:lnTo>
                <a:cubicBezTo>
                  <a:pt x="16621" y="12693"/>
                  <a:pt x="16604" y="12684"/>
                  <a:pt x="16587" y="12684"/>
                </a:cubicBezTo>
                <a:cubicBezTo>
                  <a:pt x="16571" y="12684"/>
                  <a:pt x="16554" y="12693"/>
                  <a:pt x="16554" y="12709"/>
                </a:cubicBezTo>
                <a:cubicBezTo>
                  <a:pt x="16287" y="11875"/>
                  <a:pt x="15420" y="11175"/>
                  <a:pt x="14586" y="10775"/>
                </a:cubicBezTo>
                <a:lnTo>
                  <a:pt x="14286" y="10508"/>
                </a:lnTo>
                <a:close/>
                <a:moveTo>
                  <a:pt x="16988" y="13810"/>
                </a:moveTo>
                <a:cubicBezTo>
                  <a:pt x="17555" y="14310"/>
                  <a:pt x="18055" y="14844"/>
                  <a:pt x="18589" y="15378"/>
                </a:cubicBezTo>
                <a:cubicBezTo>
                  <a:pt x="17888" y="14978"/>
                  <a:pt x="17221" y="14577"/>
                  <a:pt x="16988" y="13810"/>
                </a:cubicBezTo>
                <a:close/>
                <a:moveTo>
                  <a:pt x="16621" y="13410"/>
                </a:moveTo>
                <a:lnTo>
                  <a:pt x="16854" y="13677"/>
                </a:lnTo>
                <a:cubicBezTo>
                  <a:pt x="16921" y="14210"/>
                  <a:pt x="17255" y="14677"/>
                  <a:pt x="17688" y="15044"/>
                </a:cubicBezTo>
                <a:cubicBezTo>
                  <a:pt x="18322" y="15545"/>
                  <a:pt x="18989" y="15845"/>
                  <a:pt x="19490" y="16345"/>
                </a:cubicBezTo>
                <a:cubicBezTo>
                  <a:pt x="19223" y="16245"/>
                  <a:pt x="18956" y="16212"/>
                  <a:pt x="18756" y="16145"/>
                </a:cubicBezTo>
                <a:cubicBezTo>
                  <a:pt x="17455" y="15745"/>
                  <a:pt x="16721" y="14677"/>
                  <a:pt x="16621" y="13410"/>
                </a:cubicBezTo>
                <a:close/>
                <a:moveTo>
                  <a:pt x="20157" y="16979"/>
                </a:moveTo>
                <a:lnTo>
                  <a:pt x="20590" y="17379"/>
                </a:lnTo>
                <a:cubicBezTo>
                  <a:pt x="20590" y="17413"/>
                  <a:pt x="20624" y="17413"/>
                  <a:pt x="20624" y="17479"/>
                </a:cubicBezTo>
                <a:cubicBezTo>
                  <a:pt x="20624" y="17513"/>
                  <a:pt x="20657" y="17513"/>
                  <a:pt x="20690" y="17513"/>
                </a:cubicBezTo>
                <a:lnTo>
                  <a:pt x="21791" y="18580"/>
                </a:lnTo>
                <a:cubicBezTo>
                  <a:pt x="21491" y="18480"/>
                  <a:pt x="21257" y="18313"/>
                  <a:pt x="20991" y="18046"/>
                </a:cubicBezTo>
                <a:cubicBezTo>
                  <a:pt x="20657" y="17746"/>
                  <a:pt x="20424" y="17413"/>
                  <a:pt x="20157" y="17046"/>
                </a:cubicBezTo>
                <a:lnTo>
                  <a:pt x="20157" y="17012"/>
                </a:lnTo>
                <a:lnTo>
                  <a:pt x="20157" y="16979"/>
                </a:lnTo>
                <a:close/>
                <a:moveTo>
                  <a:pt x="24460" y="20582"/>
                </a:moveTo>
                <a:cubicBezTo>
                  <a:pt x="24593" y="20682"/>
                  <a:pt x="24760" y="20715"/>
                  <a:pt x="24893" y="20815"/>
                </a:cubicBezTo>
                <a:cubicBezTo>
                  <a:pt x="25594" y="21182"/>
                  <a:pt x="25994" y="21716"/>
                  <a:pt x="26294" y="22383"/>
                </a:cubicBezTo>
                <a:cubicBezTo>
                  <a:pt x="25627" y="21749"/>
                  <a:pt x="25060" y="21182"/>
                  <a:pt x="24460" y="20582"/>
                </a:cubicBezTo>
                <a:close/>
                <a:moveTo>
                  <a:pt x="23492" y="19614"/>
                </a:moveTo>
                <a:lnTo>
                  <a:pt x="23492" y="19614"/>
                </a:lnTo>
                <a:cubicBezTo>
                  <a:pt x="24059" y="19814"/>
                  <a:pt x="24660" y="19848"/>
                  <a:pt x="25160" y="20081"/>
                </a:cubicBezTo>
                <a:cubicBezTo>
                  <a:pt x="26261" y="20582"/>
                  <a:pt x="26495" y="21682"/>
                  <a:pt x="26628" y="22750"/>
                </a:cubicBezTo>
                <a:lnTo>
                  <a:pt x="26595" y="22716"/>
                </a:lnTo>
                <a:cubicBezTo>
                  <a:pt x="26461" y="22083"/>
                  <a:pt x="26028" y="21516"/>
                  <a:pt x="25627" y="21115"/>
                </a:cubicBezTo>
                <a:cubicBezTo>
                  <a:pt x="25194" y="20748"/>
                  <a:pt x="24660" y="20548"/>
                  <a:pt x="24160" y="20281"/>
                </a:cubicBezTo>
                <a:lnTo>
                  <a:pt x="23492" y="19614"/>
                </a:lnTo>
                <a:close/>
                <a:moveTo>
                  <a:pt x="26661" y="23484"/>
                </a:moveTo>
                <a:lnTo>
                  <a:pt x="26695" y="23517"/>
                </a:lnTo>
                <a:lnTo>
                  <a:pt x="26695" y="23550"/>
                </a:lnTo>
                <a:cubicBezTo>
                  <a:pt x="26695" y="23584"/>
                  <a:pt x="26761" y="23584"/>
                  <a:pt x="26795" y="23584"/>
                </a:cubicBezTo>
                <a:lnTo>
                  <a:pt x="27095" y="23884"/>
                </a:lnTo>
                <a:cubicBezTo>
                  <a:pt x="27162" y="24251"/>
                  <a:pt x="27362" y="24685"/>
                  <a:pt x="27629" y="25018"/>
                </a:cubicBezTo>
                <a:cubicBezTo>
                  <a:pt x="27395" y="24851"/>
                  <a:pt x="27162" y="24584"/>
                  <a:pt x="26995" y="24318"/>
                </a:cubicBezTo>
                <a:cubicBezTo>
                  <a:pt x="26828" y="24051"/>
                  <a:pt x="26761" y="23751"/>
                  <a:pt x="26661" y="23484"/>
                </a:cubicBezTo>
                <a:close/>
                <a:moveTo>
                  <a:pt x="27395" y="24151"/>
                </a:moveTo>
                <a:lnTo>
                  <a:pt x="28296" y="25052"/>
                </a:lnTo>
                <a:cubicBezTo>
                  <a:pt x="28329" y="25185"/>
                  <a:pt x="28329" y="25252"/>
                  <a:pt x="28396" y="25385"/>
                </a:cubicBezTo>
                <a:cubicBezTo>
                  <a:pt x="28162" y="25252"/>
                  <a:pt x="27962" y="25085"/>
                  <a:pt x="27795" y="24885"/>
                </a:cubicBezTo>
                <a:cubicBezTo>
                  <a:pt x="27762" y="24851"/>
                  <a:pt x="27762" y="24818"/>
                  <a:pt x="27729" y="24751"/>
                </a:cubicBezTo>
                <a:cubicBezTo>
                  <a:pt x="27729" y="24718"/>
                  <a:pt x="27662" y="24718"/>
                  <a:pt x="27662" y="24718"/>
                </a:cubicBezTo>
                <a:cubicBezTo>
                  <a:pt x="27662" y="24685"/>
                  <a:pt x="27629" y="24685"/>
                  <a:pt x="27629" y="24651"/>
                </a:cubicBezTo>
                <a:lnTo>
                  <a:pt x="27395" y="24151"/>
                </a:lnTo>
                <a:close/>
                <a:moveTo>
                  <a:pt x="28763" y="24785"/>
                </a:moveTo>
                <a:cubicBezTo>
                  <a:pt x="29133" y="25018"/>
                  <a:pt x="29578" y="25065"/>
                  <a:pt x="30049" y="25065"/>
                </a:cubicBezTo>
                <a:cubicBezTo>
                  <a:pt x="30366" y="25065"/>
                  <a:pt x="30695" y="25044"/>
                  <a:pt x="31022" y="25044"/>
                </a:cubicBezTo>
                <a:cubicBezTo>
                  <a:pt x="31390" y="25044"/>
                  <a:pt x="31756" y="25071"/>
                  <a:pt x="32099" y="25185"/>
                </a:cubicBezTo>
                <a:cubicBezTo>
                  <a:pt x="33166" y="25552"/>
                  <a:pt x="33967" y="26386"/>
                  <a:pt x="34834" y="27020"/>
                </a:cubicBezTo>
                <a:cubicBezTo>
                  <a:pt x="34100" y="26686"/>
                  <a:pt x="33266" y="26453"/>
                  <a:pt x="32499" y="26319"/>
                </a:cubicBezTo>
                <a:cubicBezTo>
                  <a:pt x="32465" y="26319"/>
                  <a:pt x="32465" y="26352"/>
                  <a:pt x="32499" y="26352"/>
                </a:cubicBezTo>
                <a:cubicBezTo>
                  <a:pt x="33333" y="26586"/>
                  <a:pt x="34133" y="26986"/>
                  <a:pt x="34934" y="27320"/>
                </a:cubicBezTo>
                <a:cubicBezTo>
                  <a:pt x="34500" y="27220"/>
                  <a:pt x="34100" y="27186"/>
                  <a:pt x="33967" y="27186"/>
                </a:cubicBezTo>
                <a:cubicBezTo>
                  <a:pt x="32632" y="26920"/>
                  <a:pt x="31331" y="26553"/>
                  <a:pt x="30064" y="26152"/>
                </a:cubicBezTo>
                <a:lnTo>
                  <a:pt x="29797" y="25885"/>
                </a:lnTo>
                <a:cubicBezTo>
                  <a:pt x="30097" y="25885"/>
                  <a:pt x="30431" y="25885"/>
                  <a:pt x="30731" y="25919"/>
                </a:cubicBezTo>
                <a:cubicBezTo>
                  <a:pt x="30764" y="25919"/>
                  <a:pt x="30764" y="25885"/>
                  <a:pt x="30731" y="25885"/>
                </a:cubicBezTo>
                <a:cubicBezTo>
                  <a:pt x="30331" y="25852"/>
                  <a:pt x="29997" y="25752"/>
                  <a:pt x="29630" y="25719"/>
                </a:cubicBezTo>
                <a:lnTo>
                  <a:pt x="29397" y="25485"/>
                </a:lnTo>
                <a:lnTo>
                  <a:pt x="29397" y="25485"/>
                </a:lnTo>
                <a:cubicBezTo>
                  <a:pt x="29764" y="25519"/>
                  <a:pt x="30097" y="25519"/>
                  <a:pt x="30464" y="25552"/>
                </a:cubicBezTo>
                <a:cubicBezTo>
                  <a:pt x="30964" y="25619"/>
                  <a:pt x="31465" y="25752"/>
                  <a:pt x="31965" y="25885"/>
                </a:cubicBezTo>
                <a:cubicBezTo>
                  <a:pt x="31229" y="25579"/>
                  <a:pt x="30295" y="25244"/>
                  <a:pt x="29449" y="25244"/>
                </a:cubicBezTo>
                <a:cubicBezTo>
                  <a:pt x="29376" y="25244"/>
                  <a:pt x="29302" y="25246"/>
                  <a:pt x="29230" y="25252"/>
                </a:cubicBezTo>
                <a:lnTo>
                  <a:pt x="28763" y="24785"/>
                </a:lnTo>
                <a:close/>
                <a:moveTo>
                  <a:pt x="35067" y="27086"/>
                </a:moveTo>
                <a:cubicBezTo>
                  <a:pt x="35267" y="27186"/>
                  <a:pt x="35568" y="27353"/>
                  <a:pt x="35801" y="27487"/>
                </a:cubicBezTo>
                <a:cubicBezTo>
                  <a:pt x="35734" y="27487"/>
                  <a:pt x="35634" y="27420"/>
                  <a:pt x="35501" y="27387"/>
                </a:cubicBezTo>
                <a:cubicBezTo>
                  <a:pt x="35401" y="27320"/>
                  <a:pt x="35234" y="27186"/>
                  <a:pt x="35067" y="27086"/>
                </a:cubicBezTo>
                <a:close/>
                <a:moveTo>
                  <a:pt x="35001" y="29755"/>
                </a:moveTo>
                <a:cubicBezTo>
                  <a:pt x="35234" y="29888"/>
                  <a:pt x="35434" y="29988"/>
                  <a:pt x="35668" y="30088"/>
                </a:cubicBezTo>
                <a:cubicBezTo>
                  <a:pt x="35434" y="30022"/>
                  <a:pt x="35234" y="29888"/>
                  <a:pt x="35001" y="29755"/>
                </a:cubicBezTo>
                <a:close/>
                <a:moveTo>
                  <a:pt x="13886" y="27753"/>
                </a:moveTo>
                <a:lnTo>
                  <a:pt x="13452" y="28187"/>
                </a:lnTo>
                <a:cubicBezTo>
                  <a:pt x="12952" y="28487"/>
                  <a:pt x="12451" y="28687"/>
                  <a:pt x="11884" y="28854"/>
                </a:cubicBezTo>
                <a:cubicBezTo>
                  <a:pt x="11084" y="29088"/>
                  <a:pt x="10283" y="29221"/>
                  <a:pt x="9482" y="29388"/>
                </a:cubicBezTo>
                <a:cubicBezTo>
                  <a:pt x="8615" y="29555"/>
                  <a:pt x="7481" y="29755"/>
                  <a:pt x="6547" y="30155"/>
                </a:cubicBezTo>
                <a:cubicBezTo>
                  <a:pt x="7481" y="29588"/>
                  <a:pt x="8548" y="29154"/>
                  <a:pt x="9582" y="28854"/>
                </a:cubicBezTo>
                <a:cubicBezTo>
                  <a:pt x="10950" y="28487"/>
                  <a:pt x="12585" y="28421"/>
                  <a:pt x="13886" y="27753"/>
                </a:cubicBezTo>
                <a:close/>
                <a:moveTo>
                  <a:pt x="13052" y="28554"/>
                </a:moveTo>
                <a:lnTo>
                  <a:pt x="12918" y="28687"/>
                </a:lnTo>
                <a:cubicBezTo>
                  <a:pt x="12251" y="29054"/>
                  <a:pt x="11551" y="29355"/>
                  <a:pt x="10783" y="29588"/>
                </a:cubicBezTo>
                <a:cubicBezTo>
                  <a:pt x="9482" y="29922"/>
                  <a:pt x="8048" y="29988"/>
                  <a:pt x="6714" y="30355"/>
                </a:cubicBezTo>
                <a:cubicBezTo>
                  <a:pt x="7047" y="30189"/>
                  <a:pt x="7381" y="30055"/>
                  <a:pt x="7714" y="29922"/>
                </a:cubicBezTo>
                <a:cubicBezTo>
                  <a:pt x="8482" y="29688"/>
                  <a:pt x="9282" y="29555"/>
                  <a:pt x="10083" y="29388"/>
                </a:cubicBezTo>
                <a:cubicBezTo>
                  <a:pt x="10983" y="29221"/>
                  <a:pt x="12118" y="29021"/>
                  <a:pt x="13052" y="28554"/>
                </a:cubicBezTo>
                <a:close/>
                <a:moveTo>
                  <a:pt x="13986" y="29054"/>
                </a:moveTo>
                <a:cubicBezTo>
                  <a:pt x="13756" y="29717"/>
                  <a:pt x="13534" y="30385"/>
                  <a:pt x="13290" y="31040"/>
                </a:cubicBezTo>
                <a:lnTo>
                  <a:pt x="13290" y="31040"/>
                </a:lnTo>
                <a:cubicBezTo>
                  <a:pt x="13513" y="30493"/>
                  <a:pt x="13727" y="29936"/>
                  <a:pt x="13953" y="29381"/>
                </a:cubicBezTo>
                <a:lnTo>
                  <a:pt x="13953" y="29381"/>
                </a:lnTo>
                <a:cubicBezTo>
                  <a:pt x="13962" y="29272"/>
                  <a:pt x="13973" y="29163"/>
                  <a:pt x="13986" y="29054"/>
                </a:cubicBezTo>
                <a:close/>
                <a:moveTo>
                  <a:pt x="11250" y="31056"/>
                </a:moveTo>
                <a:cubicBezTo>
                  <a:pt x="11150" y="31223"/>
                  <a:pt x="11084" y="31356"/>
                  <a:pt x="10983" y="31489"/>
                </a:cubicBezTo>
                <a:cubicBezTo>
                  <a:pt x="10950" y="31423"/>
                  <a:pt x="10950" y="31423"/>
                  <a:pt x="10917" y="31423"/>
                </a:cubicBezTo>
                <a:lnTo>
                  <a:pt x="10883" y="31423"/>
                </a:lnTo>
                <a:lnTo>
                  <a:pt x="11250" y="31056"/>
                </a:lnTo>
                <a:close/>
                <a:moveTo>
                  <a:pt x="28496" y="25218"/>
                </a:moveTo>
                <a:lnTo>
                  <a:pt x="28830" y="25552"/>
                </a:lnTo>
                <a:cubicBezTo>
                  <a:pt x="28896" y="27186"/>
                  <a:pt x="29563" y="28854"/>
                  <a:pt x="30331" y="30222"/>
                </a:cubicBezTo>
                <a:cubicBezTo>
                  <a:pt x="29964" y="29421"/>
                  <a:pt x="29630" y="28587"/>
                  <a:pt x="29430" y="27753"/>
                </a:cubicBezTo>
                <a:cubicBezTo>
                  <a:pt x="29263" y="27086"/>
                  <a:pt x="29163" y="26419"/>
                  <a:pt x="29063" y="25752"/>
                </a:cubicBezTo>
                <a:lnTo>
                  <a:pt x="29063" y="25752"/>
                </a:lnTo>
                <a:lnTo>
                  <a:pt x="29463" y="26186"/>
                </a:lnTo>
                <a:cubicBezTo>
                  <a:pt x="29430" y="26719"/>
                  <a:pt x="29563" y="27320"/>
                  <a:pt x="29764" y="27820"/>
                </a:cubicBezTo>
                <a:lnTo>
                  <a:pt x="29797" y="27820"/>
                </a:lnTo>
                <a:cubicBezTo>
                  <a:pt x="29630" y="27320"/>
                  <a:pt x="29597" y="26853"/>
                  <a:pt x="29630" y="26352"/>
                </a:cubicBezTo>
                <a:lnTo>
                  <a:pt x="29630" y="26352"/>
                </a:lnTo>
                <a:lnTo>
                  <a:pt x="29797" y="26519"/>
                </a:lnTo>
                <a:cubicBezTo>
                  <a:pt x="30164" y="27720"/>
                  <a:pt x="30497" y="28921"/>
                  <a:pt x="30764" y="30189"/>
                </a:cubicBezTo>
                <a:cubicBezTo>
                  <a:pt x="30831" y="30822"/>
                  <a:pt x="30898" y="31489"/>
                  <a:pt x="31064" y="32023"/>
                </a:cubicBezTo>
                <a:cubicBezTo>
                  <a:pt x="30931" y="31723"/>
                  <a:pt x="30764" y="31489"/>
                  <a:pt x="30597" y="31223"/>
                </a:cubicBezTo>
                <a:cubicBezTo>
                  <a:pt x="29997" y="30355"/>
                  <a:pt x="29163" y="29555"/>
                  <a:pt x="28796" y="28521"/>
                </a:cubicBezTo>
                <a:cubicBezTo>
                  <a:pt x="28429" y="27487"/>
                  <a:pt x="28930" y="26219"/>
                  <a:pt x="28496" y="25218"/>
                </a:cubicBezTo>
                <a:close/>
                <a:moveTo>
                  <a:pt x="33333" y="31389"/>
                </a:moveTo>
                <a:lnTo>
                  <a:pt x="33333" y="31389"/>
                </a:lnTo>
                <a:cubicBezTo>
                  <a:pt x="33466" y="31590"/>
                  <a:pt x="33600" y="31856"/>
                  <a:pt x="33666" y="32057"/>
                </a:cubicBezTo>
                <a:cubicBezTo>
                  <a:pt x="33600" y="31856"/>
                  <a:pt x="33466" y="31656"/>
                  <a:pt x="33333" y="31389"/>
                </a:cubicBezTo>
                <a:close/>
                <a:moveTo>
                  <a:pt x="11417" y="29722"/>
                </a:moveTo>
                <a:cubicBezTo>
                  <a:pt x="10783" y="30022"/>
                  <a:pt x="10150" y="30355"/>
                  <a:pt x="9582" y="30689"/>
                </a:cubicBezTo>
                <a:cubicBezTo>
                  <a:pt x="8782" y="30922"/>
                  <a:pt x="7981" y="31089"/>
                  <a:pt x="7247" y="31389"/>
                </a:cubicBezTo>
                <a:cubicBezTo>
                  <a:pt x="5913" y="31856"/>
                  <a:pt x="4479" y="32490"/>
                  <a:pt x="3311" y="33324"/>
                </a:cubicBezTo>
                <a:cubicBezTo>
                  <a:pt x="4479" y="32390"/>
                  <a:pt x="5780" y="31656"/>
                  <a:pt x="7147" y="31022"/>
                </a:cubicBezTo>
                <a:cubicBezTo>
                  <a:pt x="8215" y="30555"/>
                  <a:pt x="9249" y="30255"/>
                  <a:pt x="10316" y="29988"/>
                </a:cubicBezTo>
                <a:cubicBezTo>
                  <a:pt x="10717" y="29888"/>
                  <a:pt x="11084" y="29855"/>
                  <a:pt x="11417" y="29722"/>
                </a:cubicBezTo>
                <a:close/>
                <a:moveTo>
                  <a:pt x="9149" y="30922"/>
                </a:moveTo>
                <a:lnTo>
                  <a:pt x="9149" y="30922"/>
                </a:lnTo>
                <a:cubicBezTo>
                  <a:pt x="8615" y="31223"/>
                  <a:pt x="8081" y="31523"/>
                  <a:pt x="7481" y="31756"/>
                </a:cubicBezTo>
                <a:cubicBezTo>
                  <a:pt x="6213" y="32357"/>
                  <a:pt x="4879" y="32890"/>
                  <a:pt x="3578" y="33424"/>
                </a:cubicBezTo>
                <a:cubicBezTo>
                  <a:pt x="4079" y="33091"/>
                  <a:pt x="4579" y="32757"/>
                  <a:pt x="5113" y="32490"/>
                </a:cubicBezTo>
                <a:cubicBezTo>
                  <a:pt x="6047" y="31990"/>
                  <a:pt x="6981" y="31590"/>
                  <a:pt x="7948" y="31323"/>
                </a:cubicBezTo>
                <a:cubicBezTo>
                  <a:pt x="8382" y="31156"/>
                  <a:pt x="8749" y="31056"/>
                  <a:pt x="9149" y="30922"/>
                </a:cubicBezTo>
                <a:close/>
                <a:moveTo>
                  <a:pt x="11951" y="29688"/>
                </a:moveTo>
                <a:lnTo>
                  <a:pt x="10083" y="31556"/>
                </a:lnTo>
                <a:cubicBezTo>
                  <a:pt x="9149" y="32157"/>
                  <a:pt x="8215" y="32557"/>
                  <a:pt x="7214" y="33024"/>
                </a:cubicBezTo>
                <a:cubicBezTo>
                  <a:pt x="6647" y="33191"/>
                  <a:pt x="6113" y="33357"/>
                  <a:pt x="5546" y="33424"/>
                </a:cubicBezTo>
                <a:cubicBezTo>
                  <a:pt x="4379" y="33691"/>
                  <a:pt x="3111" y="33891"/>
                  <a:pt x="2077" y="34392"/>
                </a:cubicBezTo>
                <a:lnTo>
                  <a:pt x="2444" y="34025"/>
                </a:lnTo>
                <a:cubicBezTo>
                  <a:pt x="2444" y="34058"/>
                  <a:pt x="2544" y="34091"/>
                  <a:pt x="2577" y="34091"/>
                </a:cubicBezTo>
                <a:cubicBezTo>
                  <a:pt x="2778" y="33958"/>
                  <a:pt x="2944" y="33858"/>
                  <a:pt x="3111" y="33724"/>
                </a:cubicBezTo>
                <a:cubicBezTo>
                  <a:pt x="4546" y="33224"/>
                  <a:pt x="5947" y="32590"/>
                  <a:pt x="7314" y="31990"/>
                </a:cubicBezTo>
                <a:cubicBezTo>
                  <a:pt x="8415" y="31489"/>
                  <a:pt x="9582" y="30989"/>
                  <a:pt x="10650" y="30389"/>
                </a:cubicBezTo>
                <a:cubicBezTo>
                  <a:pt x="10983" y="30255"/>
                  <a:pt x="11284" y="30088"/>
                  <a:pt x="11584" y="29888"/>
                </a:cubicBezTo>
                <a:cubicBezTo>
                  <a:pt x="11717" y="29822"/>
                  <a:pt x="11817" y="29722"/>
                  <a:pt x="11951" y="29688"/>
                </a:cubicBezTo>
                <a:close/>
                <a:moveTo>
                  <a:pt x="36568" y="32657"/>
                </a:moveTo>
                <a:cubicBezTo>
                  <a:pt x="37002" y="32991"/>
                  <a:pt x="37469" y="33324"/>
                  <a:pt x="37936" y="33591"/>
                </a:cubicBezTo>
                <a:lnTo>
                  <a:pt x="38570" y="34225"/>
                </a:lnTo>
                <a:cubicBezTo>
                  <a:pt x="38721" y="34376"/>
                  <a:pt x="38818" y="34528"/>
                  <a:pt x="38960" y="34655"/>
                </a:cubicBezTo>
                <a:lnTo>
                  <a:pt x="38960" y="34655"/>
                </a:lnTo>
                <a:cubicBezTo>
                  <a:pt x="38538" y="34298"/>
                  <a:pt x="38086" y="33916"/>
                  <a:pt x="37602" y="33658"/>
                </a:cubicBezTo>
                <a:lnTo>
                  <a:pt x="37502" y="33658"/>
                </a:lnTo>
                <a:cubicBezTo>
                  <a:pt x="37169" y="33324"/>
                  <a:pt x="36902" y="32991"/>
                  <a:pt x="36568" y="32657"/>
                </a:cubicBezTo>
                <a:close/>
                <a:moveTo>
                  <a:pt x="36568" y="33324"/>
                </a:moveTo>
                <a:cubicBezTo>
                  <a:pt x="36802" y="33558"/>
                  <a:pt x="37069" y="33824"/>
                  <a:pt x="37336" y="34058"/>
                </a:cubicBezTo>
                <a:cubicBezTo>
                  <a:pt x="37602" y="34525"/>
                  <a:pt x="37936" y="34992"/>
                  <a:pt x="38303" y="35392"/>
                </a:cubicBezTo>
                <a:cubicBezTo>
                  <a:pt x="38136" y="35225"/>
                  <a:pt x="37969" y="35092"/>
                  <a:pt x="37836" y="34925"/>
                </a:cubicBezTo>
                <a:cubicBezTo>
                  <a:pt x="37636" y="34725"/>
                  <a:pt x="37469" y="34525"/>
                  <a:pt x="37269" y="34358"/>
                </a:cubicBezTo>
                <a:lnTo>
                  <a:pt x="37236" y="34325"/>
                </a:lnTo>
                <a:cubicBezTo>
                  <a:pt x="37002" y="33958"/>
                  <a:pt x="36769" y="33624"/>
                  <a:pt x="36568" y="33324"/>
                </a:cubicBezTo>
                <a:close/>
                <a:moveTo>
                  <a:pt x="33066" y="29188"/>
                </a:moveTo>
                <a:lnTo>
                  <a:pt x="34934" y="30555"/>
                </a:lnTo>
                <a:cubicBezTo>
                  <a:pt x="35901" y="31223"/>
                  <a:pt x="36802" y="31923"/>
                  <a:pt x="37769" y="32657"/>
                </a:cubicBezTo>
                <a:cubicBezTo>
                  <a:pt x="37803" y="32657"/>
                  <a:pt x="37836" y="32590"/>
                  <a:pt x="37803" y="32590"/>
                </a:cubicBezTo>
                <a:cubicBezTo>
                  <a:pt x="36902" y="31890"/>
                  <a:pt x="35968" y="31156"/>
                  <a:pt x="35101" y="30422"/>
                </a:cubicBezTo>
                <a:cubicBezTo>
                  <a:pt x="34800" y="30189"/>
                  <a:pt x="34467" y="29922"/>
                  <a:pt x="34167" y="29688"/>
                </a:cubicBezTo>
                <a:lnTo>
                  <a:pt x="34167" y="29688"/>
                </a:lnTo>
                <a:cubicBezTo>
                  <a:pt x="35301" y="30322"/>
                  <a:pt x="36468" y="30856"/>
                  <a:pt x="37669" y="31356"/>
                </a:cubicBezTo>
                <a:cubicBezTo>
                  <a:pt x="39737" y="32590"/>
                  <a:pt x="41639" y="34158"/>
                  <a:pt x="43340" y="35926"/>
                </a:cubicBezTo>
                <a:cubicBezTo>
                  <a:pt x="43140" y="35726"/>
                  <a:pt x="42940" y="35559"/>
                  <a:pt x="42673" y="35392"/>
                </a:cubicBezTo>
                <a:cubicBezTo>
                  <a:pt x="41739" y="34392"/>
                  <a:pt x="40505" y="33591"/>
                  <a:pt x="39404" y="32824"/>
                </a:cubicBezTo>
                <a:cubicBezTo>
                  <a:pt x="39337" y="32824"/>
                  <a:pt x="39337" y="32824"/>
                  <a:pt x="39404" y="32857"/>
                </a:cubicBezTo>
                <a:cubicBezTo>
                  <a:pt x="40138" y="33391"/>
                  <a:pt x="40838" y="34025"/>
                  <a:pt x="41572" y="34592"/>
                </a:cubicBezTo>
                <a:cubicBezTo>
                  <a:pt x="41439" y="34525"/>
                  <a:pt x="41338" y="34492"/>
                  <a:pt x="41238" y="34392"/>
                </a:cubicBezTo>
                <a:cubicBezTo>
                  <a:pt x="40271" y="33824"/>
                  <a:pt x="39270" y="33257"/>
                  <a:pt x="38270" y="32824"/>
                </a:cubicBezTo>
                <a:cubicBezTo>
                  <a:pt x="38236" y="32824"/>
                  <a:pt x="38236" y="32857"/>
                  <a:pt x="38236" y="32857"/>
                </a:cubicBezTo>
                <a:cubicBezTo>
                  <a:pt x="39170" y="33324"/>
                  <a:pt x="40138" y="33858"/>
                  <a:pt x="41005" y="34492"/>
                </a:cubicBezTo>
                <a:cubicBezTo>
                  <a:pt x="41605" y="34892"/>
                  <a:pt x="42139" y="35326"/>
                  <a:pt x="42739" y="35759"/>
                </a:cubicBezTo>
                <a:cubicBezTo>
                  <a:pt x="41305" y="35192"/>
                  <a:pt x="39937" y="34525"/>
                  <a:pt x="38637" y="33724"/>
                </a:cubicBezTo>
                <a:cubicBezTo>
                  <a:pt x="37102" y="32757"/>
                  <a:pt x="35701" y="31690"/>
                  <a:pt x="34400" y="30522"/>
                </a:cubicBezTo>
                <a:lnTo>
                  <a:pt x="33066" y="29188"/>
                </a:lnTo>
                <a:close/>
                <a:moveTo>
                  <a:pt x="9115" y="32557"/>
                </a:moveTo>
                <a:lnTo>
                  <a:pt x="9049" y="32657"/>
                </a:lnTo>
                <a:cubicBezTo>
                  <a:pt x="8415" y="33024"/>
                  <a:pt x="7815" y="33357"/>
                  <a:pt x="7147" y="33691"/>
                </a:cubicBezTo>
                <a:cubicBezTo>
                  <a:pt x="5947" y="34325"/>
                  <a:pt x="4646" y="34792"/>
                  <a:pt x="3411" y="35292"/>
                </a:cubicBezTo>
                <a:cubicBezTo>
                  <a:pt x="3378" y="35292"/>
                  <a:pt x="3411" y="35359"/>
                  <a:pt x="3411" y="35359"/>
                </a:cubicBezTo>
                <a:cubicBezTo>
                  <a:pt x="4646" y="34992"/>
                  <a:pt x="5880" y="34458"/>
                  <a:pt x="7047" y="33925"/>
                </a:cubicBezTo>
                <a:cubicBezTo>
                  <a:pt x="7381" y="33758"/>
                  <a:pt x="7714" y="33658"/>
                  <a:pt x="8048" y="33491"/>
                </a:cubicBezTo>
                <a:lnTo>
                  <a:pt x="8048" y="33491"/>
                </a:lnTo>
                <a:cubicBezTo>
                  <a:pt x="7448" y="33858"/>
                  <a:pt x="6881" y="34225"/>
                  <a:pt x="6313" y="34658"/>
                </a:cubicBezTo>
                <a:cubicBezTo>
                  <a:pt x="6213" y="34658"/>
                  <a:pt x="6113" y="34692"/>
                  <a:pt x="5980" y="34725"/>
                </a:cubicBezTo>
                <a:cubicBezTo>
                  <a:pt x="4546" y="35392"/>
                  <a:pt x="3044" y="35893"/>
                  <a:pt x="1643" y="36660"/>
                </a:cubicBezTo>
                <a:cubicBezTo>
                  <a:pt x="2811" y="35225"/>
                  <a:pt x="4579" y="34358"/>
                  <a:pt x="6247" y="33691"/>
                </a:cubicBezTo>
                <a:lnTo>
                  <a:pt x="6881" y="33424"/>
                </a:lnTo>
                <a:cubicBezTo>
                  <a:pt x="7614" y="33224"/>
                  <a:pt x="8382" y="32924"/>
                  <a:pt x="9115" y="32557"/>
                </a:cubicBezTo>
                <a:close/>
                <a:moveTo>
                  <a:pt x="12051" y="30422"/>
                </a:moveTo>
                <a:lnTo>
                  <a:pt x="12051" y="30422"/>
                </a:lnTo>
                <a:cubicBezTo>
                  <a:pt x="11884" y="31056"/>
                  <a:pt x="11651" y="31723"/>
                  <a:pt x="11450" y="32357"/>
                </a:cubicBezTo>
                <a:cubicBezTo>
                  <a:pt x="10583" y="34191"/>
                  <a:pt x="9416" y="35759"/>
                  <a:pt x="7915" y="37160"/>
                </a:cubicBezTo>
                <a:cubicBezTo>
                  <a:pt x="8282" y="36093"/>
                  <a:pt x="8715" y="35059"/>
                  <a:pt x="9216" y="34025"/>
                </a:cubicBezTo>
                <a:cubicBezTo>
                  <a:pt x="9482" y="33424"/>
                  <a:pt x="9816" y="32890"/>
                  <a:pt x="10116" y="32290"/>
                </a:cubicBezTo>
                <a:lnTo>
                  <a:pt x="10216" y="32290"/>
                </a:lnTo>
                <a:cubicBezTo>
                  <a:pt x="10416" y="32190"/>
                  <a:pt x="10617" y="32023"/>
                  <a:pt x="10817" y="31823"/>
                </a:cubicBezTo>
                <a:lnTo>
                  <a:pt x="10817" y="31823"/>
                </a:lnTo>
                <a:cubicBezTo>
                  <a:pt x="10383" y="32590"/>
                  <a:pt x="10049" y="33424"/>
                  <a:pt x="9749" y="34258"/>
                </a:cubicBezTo>
                <a:cubicBezTo>
                  <a:pt x="9749" y="34291"/>
                  <a:pt x="9758" y="34308"/>
                  <a:pt x="9766" y="34308"/>
                </a:cubicBezTo>
                <a:cubicBezTo>
                  <a:pt x="9774" y="34308"/>
                  <a:pt x="9783" y="34291"/>
                  <a:pt x="9783" y="34258"/>
                </a:cubicBezTo>
                <a:cubicBezTo>
                  <a:pt x="10116" y="33558"/>
                  <a:pt x="10483" y="32790"/>
                  <a:pt x="10917" y="32123"/>
                </a:cubicBezTo>
                <a:cubicBezTo>
                  <a:pt x="11284" y="31556"/>
                  <a:pt x="11651" y="31022"/>
                  <a:pt x="12051" y="30422"/>
                </a:cubicBezTo>
                <a:close/>
                <a:moveTo>
                  <a:pt x="30231" y="27020"/>
                </a:moveTo>
                <a:lnTo>
                  <a:pt x="30497" y="27320"/>
                </a:lnTo>
                <a:cubicBezTo>
                  <a:pt x="30764" y="27987"/>
                  <a:pt x="31098" y="28654"/>
                  <a:pt x="31331" y="29255"/>
                </a:cubicBezTo>
                <a:cubicBezTo>
                  <a:pt x="31798" y="30255"/>
                  <a:pt x="32265" y="31256"/>
                  <a:pt x="32766" y="32223"/>
                </a:cubicBezTo>
                <a:cubicBezTo>
                  <a:pt x="33633" y="33991"/>
                  <a:pt x="34634" y="35659"/>
                  <a:pt x="35734" y="37260"/>
                </a:cubicBezTo>
                <a:cubicBezTo>
                  <a:pt x="34300" y="35759"/>
                  <a:pt x="32932" y="34158"/>
                  <a:pt x="32132" y="32190"/>
                </a:cubicBezTo>
                <a:cubicBezTo>
                  <a:pt x="31431" y="30489"/>
                  <a:pt x="30998" y="28654"/>
                  <a:pt x="30231" y="27020"/>
                </a:cubicBezTo>
                <a:close/>
                <a:moveTo>
                  <a:pt x="30931" y="27720"/>
                </a:moveTo>
                <a:lnTo>
                  <a:pt x="31465" y="28254"/>
                </a:lnTo>
                <a:cubicBezTo>
                  <a:pt x="31898" y="28888"/>
                  <a:pt x="32265" y="29488"/>
                  <a:pt x="32632" y="30088"/>
                </a:cubicBezTo>
                <a:cubicBezTo>
                  <a:pt x="33166" y="31356"/>
                  <a:pt x="33800" y="32557"/>
                  <a:pt x="34467" y="33724"/>
                </a:cubicBezTo>
                <a:cubicBezTo>
                  <a:pt x="35001" y="34925"/>
                  <a:pt x="35468" y="36193"/>
                  <a:pt x="35935" y="37427"/>
                </a:cubicBezTo>
                <a:cubicBezTo>
                  <a:pt x="34834" y="35759"/>
                  <a:pt x="33833" y="34058"/>
                  <a:pt x="32932" y="32257"/>
                </a:cubicBezTo>
                <a:cubicBezTo>
                  <a:pt x="32465" y="31323"/>
                  <a:pt x="31998" y="30355"/>
                  <a:pt x="31598" y="29388"/>
                </a:cubicBezTo>
                <a:cubicBezTo>
                  <a:pt x="31331" y="28854"/>
                  <a:pt x="31165" y="28321"/>
                  <a:pt x="30931" y="27720"/>
                </a:cubicBezTo>
                <a:close/>
                <a:moveTo>
                  <a:pt x="6947" y="34492"/>
                </a:moveTo>
                <a:lnTo>
                  <a:pt x="6947" y="34492"/>
                </a:lnTo>
                <a:cubicBezTo>
                  <a:pt x="6447" y="34925"/>
                  <a:pt x="5947" y="35359"/>
                  <a:pt x="5446" y="35759"/>
                </a:cubicBezTo>
                <a:cubicBezTo>
                  <a:pt x="4746" y="36360"/>
                  <a:pt x="4045" y="36993"/>
                  <a:pt x="3311" y="37560"/>
                </a:cubicBezTo>
                <a:cubicBezTo>
                  <a:pt x="4112" y="36393"/>
                  <a:pt x="5246" y="35559"/>
                  <a:pt x="6414" y="34725"/>
                </a:cubicBezTo>
                <a:cubicBezTo>
                  <a:pt x="6580" y="34658"/>
                  <a:pt x="6747" y="34558"/>
                  <a:pt x="6947" y="34492"/>
                </a:cubicBezTo>
                <a:close/>
                <a:moveTo>
                  <a:pt x="8715" y="33658"/>
                </a:moveTo>
                <a:lnTo>
                  <a:pt x="8715" y="33658"/>
                </a:lnTo>
                <a:cubicBezTo>
                  <a:pt x="7614" y="35225"/>
                  <a:pt x="6647" y="36927"/>
                  <a:pt x="5713" y="38561"/>
                </a:cubicBezTo>
                <a:cubicBezTo>
                  <a:pt x="6147" y="37027"/>
                  <a:pt x="6947" y="35592"/>
                  <a:pt x="7948" y="34358"/>
                </a:cubicBezTo>
                <a:cubicBezTo>
                  <a:pt x="8215" y="34091"/>
                  <a:pt x="8448" y="33891"/>
                  <a:pt x="8715" y="33658"/>
                </a:cubicBezTo>
                <a:close/>
                <a:moveTo>
                  <a:pt x="6213" y="36026"/>
                </a:moveTo>
                <a:lnTo>
                  <a:pt x="6213" y="36026"/>
                </a:lnTo>
                <a:cubicBezTo>
                  <a:pt x="5880" y="36526"/>
                  <a:pt x="5480" y="37027"/>
                  <a:pt x="5079" y="37527"/>
                </a:cubicBezTo>
                <a:cubicBezTo>
                  <a:pt x="4712" y="38027"/>
                  <a:pt x="4245" y="38428"/>
                  <a:pt x="3812" y="38861"/>
                </a:cubicBezTo>
                <a:cubicBezTo>
                  <a:pt x="4546" y="37827"/>
                  <a:pt x="5313" y="36893"/>
                  <a:pt x="6213" y="36026"/>
                </a:cubicBezTo>
                <a:close/>
                <a:moveTo>
                  <a:pt x="32399" y="29188"/>
                </a:moveTo>
                <a:lnTo>
                  <a:pt x="32599" y="29388"/>
                </a:lnTo>
                <a:cubicBezTo>
                  <a:pt x="33066" y="30155"/>
                  <a:pt x="33600" y="30889"/>
                  <a:pt x="34067" y="31590"/>
                </a:cubicBezTo>
                <a:cubicBezTo>
                  <a:pt x="34667" y="32657"/>
                  <a:pt x="35334" y="33658"/>
                  <a:pt x="35935" y="34725"/>
                </a:cubicBezTo>
                <a:cubicBezTo>
                  <a:pt x="35944" y="34735"/>
                  <a:pt x="35954" y="34739"/>
                  <a:pt x="35963" y="34739"/>
                </a:cubicBezTo>
                <a:cubicBezTo>
                  <a:pt x="35985" y="34739"/>
                  <a:pt x="36001" y="34715"/>
                  <a:pt x="36001" y="34692"/>
                </a:cubicBezTo>
                <a:cubicBezTo>
                  <a:pt x="35434" y="33591"/>
                  <a:pt x="34834" y="32490"/>
                  <a:pt x="34200" y="31389"/>
                </a:cubicBezTo>
                <a:cubicBezTo>
                  <a:pt x="34033" y="31156"/>
                  <a:pt x="33933" y="30856"/>
                  <a:pt x="33766" y="30589"/>
                </a:cubicBezTo>
                <a:lnTo>
                  <a:pt x="33766" y="30589"/>
                </a:lnTo>
                <a:lnTo>
                  <a:pt x="34100" y="30922"/>
                </a:lnTo>
                <a:cubicBezTo>
                  <a:pt x="34233" y="31056"/>
                  <a:pt x="34300" y="31223"/>
                  <a:pt x="34400" y="31356"/>
                </a:cubicBezTo>
                <a:cubicBezTo>
                  <a:pt x="35001" y="32223"/>
                  <a:pt x="35568" y="33157"/>
                  <a:pt x="36135" y="34058"/>
                </a:cubicBezTo>
                <a:cubicBezTo>
                  <a:pt x="36135" y="34068"/>
                  <a:pt x="36138" y="34072"/>
                  <a:pt x="36142" y="34072"/>
                </a:cubicBezTo>
                <a:cubicBezTo>
                  <a:pt x="36151" y="34072"/>
                  <a:pt x="36168" y="34048"/>
                  <a:pt x="36168" y="34025"/>
                </a:cubicBezTo>
                <a:cubicBezTo>
                  <a:pt x="35801" y="33257"/>
                  <a:pt x="35368" y="32524"/>
                  <a:pt x="34967" y="31823"/>
                </a:cubicBezTo>
                <a:lnTo>
                  <a:pt x="34967" y="31823"/>
                </a:lnTo>
                <a:cubicBezTo>
                  <a:pt x="35835" y="32857"/>
                  <a:pt x="36668" y="33925"/>
                  <a:pt x="37369" y="35092"/>
                </a:cubicBezTo>
                <a:cubicBezTo>
                  <a:pt x="38336" y="36660"/>
                  <a:pt x="39104" y="38261"/>
                  <a:pt x="39771" y="39929"/>
                </a:cubicBezTo>
                <a:cubicBezTo>
                  <a:pt x="37836" y="38194"/>
                  <a:pt x="36235" y="36193"/>
                  <a:pt x="34901" y="34058"/>
                </a:cubicBezTo>
                <a:cubicBezTo>
                  <a:pt x="34167" y="32357"/>
                  <a:pt x="33399" y="30689"/>
                  <a:pt x="32399" y="29188"/>
                </a:cubicBezTo>
                <a:close/>
                <a:moveTo>
                  <a:pt x="3445" y="0"/>
                </a:moveTo>
                <a:lnTo>
                  <a:pt x="3445" y="34"/>
                </a:lnTo>
                <a:cubicBezTo>
                  <a:pt x="3912" y="1134"/>
                  <a:pt x="4579" y="2135"/>
                  <a:pt x="5079" y="3169"/>
                </a:cubicBezTo>
                <a:cubicBezTo>
                  <a:pt x="5580" y="4203"/>
                  <a:pt x="6080" y="5237"/>
                  <a:pt x="6547" y="6338"/>
                </a:cubicBezTo>
                <a:cubicBezTo>
                  <a:pt x="6558" y="6383"/>
                  <a:pt x="6588" y="6401"/>
                  <a:pt x="6622" y="6401"/>
                </a:cubicBezTo>
                <a:cubicBezTo>
                  <a:pt x="6691" y="6401"/>
                  <a:pt x="6780" y="6327"/>
                  <a:pt x="6780" y="6238"/>
                </a:cubicBezTo>
                <a:cubicBezTo>
                  <a:pt x="6780" y="5237"/>
                  <a:pt x="6714" y="4203"/>
                  <a:pt x="6447" y="3236"/>
                </a:cubicBezTo>
                <a:lnTo>
                  <a:pt x="6447" y="3236"/>
                </a:lnTo>
                <a:cubicBezTo>
                  <a:pt x="7314" y="4303"/>
                  <a:pt x="8315" y="5237"/>
                  <a:pt x="9249" y="6205"/>
                </a:cubicBezTo>
                <a:lnTo>
                  <a:pt x="10383" y="7339"/>
                </a:lnTo>
                <a:cubicBezTo>
                  <a:pt x="10575" y="8776"/>
                  <a:pt x="11378" y="10518"/>
                  <a:pt x="12938" y="10518"/>
                </a:cubicBezTo>
                <a:cubicBezTo>
                  <a:pt x="13008" y="10518"/>
                  <a:pt x="13079" y="10515"/>
                  <a:pt x="13152" y="10508"/>
                </a:cubicBezTo>
                <a:cubicBezTo>
                  <a:pt x="13285" y="10541"/>
                  <a:pt x="13385" y="10541"/>
                  <a:pt x="13485" y="10541"/>
                </a:cubicBezTo>
                <a:cubicBezTo>
                  <a:pt x="13552" y="10541"/>
                  <a:pt x="13552" y="10541"/>
                  <a:pt x="13585" y="10508"/>
                </a:cubicBezTo>
                <a:lnTo>
                  <a:pt x="16321" y="13243"/>
                </a:lnTo>
                <a:cubicBezTo>
                  <a:pt x="16287" y="14144"/>
                  <a:pt x="16621" y="15044"/>
                  <a:pt x="17288" y="15678"/>
                </a:cubicBezTo>
                <a:cubicBezTo>
                  <a:pt x="17655" y="16012"/>
                  <a:pt x="18089" y="16245"/>
                  <a:pt x="18556" y="16412"/>
                </a:cubicBezTo>
                <a:cubicBezTo>
                  <a:pt x="18956" y="16545"/>
                  <a:pt x="19323" y="16645"/>
                  <a:pt x="19656" y="16746"/>
                </a:cubicBezTo>
                <a:cubicBezTo>
                  <a:pt x="20057" y="17813"/>
                  <a:pt x="21124" y="18980"/>
                  <a:pt x="22258" y="19214"/>
                </a:cubicBezTo>
                <a:lnTo>
                  <a:pt x="22292" y="19247"/>
                </a:lnTo>
                <a:cubicBezTo>
                  <a:pt x="19957" y="21582"/>
                  <a:pt x="17588" y="23917"/>
                  <a:pt x="15253" y="26319"/>
                </a:cubicBezTo>
                <a:cubicBezTo>
                  <a:pt x="14619" y="26519"/>
                  <a:pt x="13986" y="26819"/>
                  <a:pt x="13318" y="26986"/>
                </a:cubicBezTo>
                <a:cubicBezTo>
                  <a:pt x="12585" y="27186"/>
                  <a:pt x="11817" y="27353"/>
                  <a:pt x="11050" y="27487"/>
                </a:cubicBezTo>
                <a:lnTo>
                  <a:pt x="11050" y="27520"/>
                </a:lnTo>
                <a:cubicBezTo>
                  <a:pt x="12218" y="27487"/>
                  <a:pt x="13585" y="27253"/>
                  <a:pt x="14753" y="26753"/>
                </a:cubicBezTo>
                <a:lnTo>
                  <a:pt x="14753" y="26753"/>
                </a:lnTo>
                <a:lnTo>
                  <a:pt x="14619" y="26886"/>
                </a:lnTo>
                <a:cubicBezTo>
                  <a:pt x="13886" y="27186"/>
                  <a:pt x="13118" y="27520"/>
                  <a:pt x="12284" y="27687"/>
                </a:cubicBezTo>
                <a:cubicBezTo>
                  <a:pt x="11234" y="27891"/>
                  <a:pt x="10132" y="27993"/>
                  <a:pt x="9046" y="27993"/>
                </a:cubicBezTo>
                <a:cubicBezTo>
                  <a:pt x="8891" y="27993"/>
                  <a:pt x="8736" y="27991"/>
                  <a:pt x="8582" y="27987"/>
                </a:cubicBezTo>
                <a:lnTo>
                  <a:pt x="8582" y="28020"/>
                </a:lnTo>
                <a:cubicBezTo>
                  <a:pt x="9068" y="28090"/>
                  <a:pt x="9560" y="28125"/>
                  <a:pt x="10054" y="28125"/>
                </a:cubicBezTo>
                <a:cubicBezTo>
                  <a:pt x="10744" y="28125"/>
                  <a:pt x="11437" y="28056"/>
                  <a:pt x="12118" y="27920"/>
                </a:cubicBezTo>
                <a:cubicBezTo>
                  <a:pt x="12551" y="27854"/>
                  <a:pt x="13052" y="27753"/>
                  <a:pt x="13485" y="27653"/>
                </a:cubicBezTo>
                <a:lnTo>
                  <a:pt x="13485" y="27653"/>
                </a:lnTo>
                <a:cubicBezTo>
                  <a:pt x="11951" y="28321"/>
                  <a:pt x="10216" y="28321"/>
                  <a:pt x="8615" y="28854"/>
                </a:cubicBezTo>
                <a:cubicBezTo>
                  <a:pt x="6981" y="29421"/>
                  <a:pt x="5480" y="30355"/>
                  <a:pt x="4245" y="31556"/>
                </a:cubicBezTo>
                <a:lnTo>
                  <a:pt x="4045" y="31756"/>
                </a:lnTo>
                <a:cubicBezTo>
                  <a:pt x="3946" y="31855"/>
                  <a:pt x="4030" y="31972"/>
                  <a:pt x="4121" y="31972"/>
                </a:cubicBezTo>
                <a:cubicBezTo>
                  <a:pt x="4153" y="31972"/>
                  <a:pt x="4186" y="31958"/>
                  <a:pt x="4212" y="31923"/>
                </a:cubicBezTo>
                <a:lnTo>
                  <a:pt x="4412" y="31723"/>
                </a:lnTo>
                <a:cubicBezTo>
                  <a:pt x="5613" y="30656"/>
                  <a:pt x="7214" y="30389"/>
                  <a:pt x="8782" y="30189"/>
                </a:cubicBezTo>
                <a:lnTo>
                  <a:pt x="8782" y="30189"/>
                </a:lnTo>
                <a:cubicBezTo>
                  <a:pt x="7981" y="30422"/>
                  <a:pt x="7147" y="30689"/>
                  <a:pt x="6414" y="31022"/>
                </a:cubicBezTo>
                <a:cubicBezTo>
                  <a:pt x="4212" y="32023"/>
                  <a:pt x="2211" y="33491"/>
                  <a:pt x="576" y="35259"/>
                </a:cubicBezTo>
                <a:cubicBezTo>
                  <a:pt x="443" y="35392"/>
                  <a:pt x="276" y="35559"/>
                  <a:pt x="142" y="35726"/>
                </a:cubicBezTo>
                <a:cubicBezTo>
                  <a:pt x="142" y="35726"/>
                  <a:pt x="142" y="35759"/>
                  <a:pt x="109" y="35759"/>
                </a:cubicBezTo>
                <a:cubicBezTo>
                  <a:pt x="1" y="35867"/>
                  <a:pt x="156" y="36020"/>
                  <a:pt x="290" y="36020"/>
                </a:cubicBezTo>
                <a:cubicBezTo>
                  <a:pt x="321" y="36020"/>
                  <a:pt x="351" y="36012"/>
                  <a:pt x="376" y="35993"/>
                </a:cubicBezTo>
                <a:cubicBezTo>
                  <a:pt x="543" y="35826"/>
                  <a:pt x="709" y="35592"/>
                  <a:pt x="876" y="35426"/>
                </a:cubicBezTo>
                <a:cubicBezTo>
                  <a:pt x="2044" y="34325"/>
                  <a:pt x="3712" y="34058"/>
                  <a:pt x="5279" y="33724"/>
                </a:cubicBezTo>
                <a:lnTo>
                  <a:pt x="5279" y="33724"/>
                </a:lnTo>
                <a:cubicBezTo>
                  <a:pt x="3578" y="34492"/>
                  <a:pt x="1877" y="35426"/>
                  <a:pt x="810" y="37027"/>
                </a:cubicBezTo>
                <a:cubicBezTo>
                  <a:pt x="757" y="37132"/>
                  <a:pt x="849" y="37257"/>
                  <a:pt x="956" y="37257"/>
                </a:cubicBezTo>
                <a:cubicBezTo>
                  <a:pt x="985" y="37257"/>
                  <a:pt x="1015" y="37248"/>
                  <a:pt x="1043" y="37227"/>
                </a:cubicBezTo>
                <a:cubicBezTo>
                  <a:pt x="2377" y="36393"/>
                  <a:pt x="3812" y="35859"/>
                  <a:pt x="5246" y="35225"/>
                </a:cubicBezTo>
                <a:lnTo>
                  <a:pt x="5246" y="35225"/>
                </a:lnTo>
                <a:cubicBezTo>
                  <a:pt x="4145" y="36026"/>
                  <a:pt x="3211" y="36927"/>
                  <a:pt x="2544" y="38161"/>
                </a:cubicBezTo>
                <a:cubicBezTo>
                  <a:pt x="2463" y="38242"/>
                  <a:pt x="2558" y="38346"/>
                  <a:pt x="2668" y="38346"/>
                </a:cubicBezTo>
                <a:cubicBezTo>
                  <a:pt x="2693" y="38346"/>
                  <a:pt x="2719" y="38340"/>
                  <a:pt x="2744" y="38328"/>
                </a:cubicBezTo>
                <a:lnTo>
                  <a:pt x="5379" y="36059"/>
                </a:lnTo>
                <a:cubicBezTo>
                  <a:pt x="5746" y="35759"/>
                  <a:pt x="6080" y="35492"/>
                  <a:pt x="6447" y="35159"/>
                </a:cubicBezTo>
                <a:lnTo>
                  <a:pt x="6447" y="35159"/>
                </a:lnTo>
                <a:cubicBezTo>
                  <a:pt x="6280" y="35326"/>
                  <a:pt x="6147" y="35492"/>
                  <a:pt x="5980" y="35659"/>
                </a:cubicBezTo>
                <a:cubicBezTo>
                  <a:pt x="5947" y="35692"/>
                  <a:pt x="5947" y="35759"/>
                  <a:pt x="5947" y="35826"/>
                </a:cubicBezTo>
                <a:cubicBezTo>
                  <a:pt x="4712" y="36893"/>
                  <a:pt x="3612" y="38194"/>
                  <a:pt x="2778" y="39662"/>
                </a:cubicBezTo>
                <a:cubicBezTo>
                  <a:pt x="2729" y="39783"/>
                  <a:pt x="2821" y="39869"/>
                  <a:pt x="2926" y="39869"/>
                </a:cubicBezTo>
                <a:cubicBezTo>
                  <a:pt x="2966" y="39869"/>
                  <a:pt x="3008" y="39856"/>
                  <a:pt x="3044" y="39829"/>
                </a:cubicBezTo>
                <a:cubicBezTo>
                  <a:pt x="4079" y="38995"/>
                  <a:pt x="5113" y="37927"/>
                  <a:pt x="5913" y="36827"/>
                </a:cubicBezTo>
                <a:lnTo>
                  <a:pt x="5913" y="36827"/>
                </a:lnTo>
                <a:cubicBezTo>
                  <a:pt x="5546" y="37661"/>
                  <a:pt x="5246" y="38494"/>
                  <a:pt x="5046" y="39362"/>
                </a:cubicBezTo>
                <a:cubicBezTo>
                  <a:pt x="5005" y="39444"/>
                  <a:pt x="5078" y="39501"/>
                  <a:pt x="5148" y="39501"/>
                </a:cubicBezTo>
                <a:cubicBezTo>
                  <a:pt x="5191" y="39501"/>
                  <a:pt x="5233" y="39479"/>
                  <a:pt x="5246" y="39428"/>
                </a:cubicBezTo>
                <a:cubicBezTo>
                  <a:pt x="6580" y="37327"/>
                  <a:pt x="8048" y="35192"/>
                  <a:pt x="9149" y="32991"/>
                </a:cubicBezTo>
                <a:lnTo>
                  <a:pt x="9282" y="32857"/>
                </a:lnTo>
                <a:lnTo>
                  <a:pt x="9282" y="32857"/>
                </a:lnTo>
                <a:cubicBezTo>
                  <a:pt x="9082" y="33224"/>
                  <a:pt x="8915" y="33658"/>
                  <a:pt x="8749" y="34025"/>
                </a:cubicBezTo>
                <a:cubicBezTo>
                  <a:pt x="8248" y="35159"/>
                  <a:pt x="7815" y="36260"/>
                  <a:pt x="7381" y="37427"/>
                </a:cubicBezTo>
                <a:cubicBezTo>
                  <a:pt x="7333" y="37499"/>
                  <a:pt x="7389" y="37554"/>
                  <a:pt x="7461" y="37554"/>
                </a:cubicBezTo>
                <a:cubicBezTo>
                  <a:pt x="7489" y="37554"/>
                  <a:pt x="7520" y="37546"/>
                  <a:pt x="7548" y="37527"/>
                </a:cubicBezTo>
                <a:cubicBezTo>
                  <a:pt x="8749" y="36526"/>
                  <a:pt x="9749" y="35326"/>
                  <a:pt x="10583" y="34025"/>
                </a:cubicBezTo>
                <a:lnTo>
                  <a:pt x="10583" y="34025"/>
                </a:lnTo>
                <a:cubicBezTo>
                  <a:pt x="10316" y="34592"/>
                  <a:pt x="10049" y="35192"/>
                  <a:pt x="9749" y="35726"/>
                </a:cubicBezTo>
                <a:cubicBezTo>
                  <a:pt x="9724" y="35827"/>
                  <a:pt x="9775" y="35928"/>
                  <a:pt x="9845" y="35928"/>
                </a:cubicBezTo>
                <a:cubicBezTo>
                  <a:pt x="9867" y="35928"/>
                  <a:pt x="9892" y="35917"/>
                  <a:pt x="9916" y="35893"/>
                </a:cubicBezTo>
                <a:cubicBezTo>
                  <a:pt x="11682" y="34749"/>
                  <a:pt x="12576" y="32956"/>
                  <a:pt x="13290" y="31040"/>
                </a:cubicBezTo>
                <a:lnTo>
                  <a:pt x="13290" y="31040"/>
                </a:lnTo>
                <a:cubicBezTo>
                  <a:pt x="12612" y="32699"/>
                  <a:pt x="11851" y="34259"/>
                  <a:pt x="10450" y="35359"/>
                </a:cubicBezTo>
                <a:cubicBezTo>
                  <a:pt x="11284" y="33658"/>
                  <a:pt x="12084" y="31756"/>
                  <a:pt x="12485" y="29888"/>
                </a:cubicBezTo>
                <a:lnTo>
                  <a:pt x="12818" y="29555"/>
                </a:lnTo>
                <a:lnTo>
                  <a:pt x="13719" y="28687"/>
                </a:lnTo>
                <a:lnTo>
                  <a:pt x="13719" y="28687"/>
                </a:lnTo>
                <a:cubicBezTo>
                  <a:pt x="13452" y="29088"/>
                  <a:pt x="13252" y="29521"/>
                  <a:pt x="13052" y="29888"/>
                </a:cubicBezTo>
                <a:cubicBezTo>
                  <a:pt x="12618" y="30756"/>
                  <a:pt x="12251" y="31690"/>
                  <a:pt x="12051" y="32590"/>
                </a:cubicBezTo>
                <a:cubicBezTo>
                  <a:pt x="12051" y="32624"/>
                  <a:pt x="12059" y="32640"/>
                  <a:pt x="12068" y="32640"/>
                </a:cubicBezTo>
                <a:cubicBezTo>
                  <a:pt x="12076" y="32640"/>
                  <a:pt x="12084" y="32624"/>
                  <a:pt x="12084" y="32590"/>
                </a:cubicBezTo>
                <a:cubicBezTo>
                  <a:pt x="12418" y="31690"/>
                  <a:pt x="12818" y="30756"/>
                  <a:pt x="13318" y="29888"/>
                </a:cubicBezTo>
                <a:cubicBezTo>
                  <a:pt x="13652" y="29355"/>
                  <a:pt x="14052" y="28854"/>
                  <a:pt x="14419" y="28287"/>
                </a:cubicBezTo>
                <a:lnTo>
                  <a:pt x="14419" y="28287"/>
                </a:lnTo>
                <a:cubicBezTo>
                  <a:pt x="14255" y="28648"/>
                  <a:pt x="14101" y="29014"/>
                  <a:pt x="13953" y="29381"/>
                </a:cubicBezTo>
                <a:lnTo>
                  <a:pt x="13953" y="29381"/>
                </a:lnTo>
                <a:cubicBezTo>
                  <a:pt x="13908" y="29872"/>
                  <a:pt x="13886" y="30358"/>
                  <a:pt x="13886" y="30822"/>
                </a:cubicBezTo>
                <a:cubicBezTo>
                  <a:pt x="13886" y="30839"/>
                  <a:pt x="13894" y="30847"/>
                  <a:pt x="13902" y="30847"/>
                </a:cubicBezTo>
                <a:cubicBezTo>
                  <a:pt x="13911" y="30847"/>
                  <a:pt x="13919" y="30839"/>
                  <a:pt x="13919" y="30822"/>
                </a:cubicBezTo>
                <a:cubicBezTo>
                  <a:pt x="14086" y="29688"/>
                  <a:pt x="14453" y="28654"/>
                  <a:pt x="14653" y="27520"/>
                </a:cubicBezTo>
                <a:cubicBezTo>
                  <a:pt x="14653" y="27487"/>
                  <a:pt x="14653" y="27487"/>
                  <a:pt x="14619" y="27420"/>
                </a:cubicBezTo>
                <a:lnTo>
                  <a:pt x="14619" y="27387"/>
                </a:lnTo>
                <a:lnTo>
                  <a:pt x="14920" y="27086"/>
                </a:lnTo>
                <a:lnTo>
                  <a:pt x="14920" y="27086"/>
                </a:lnTo>
                <a:cubicBezTo>
                  <a:pt x="14653" y="27687"/>
                  <a:pt x="14553" y="28321"/>
                  <a:pt x="14553" y="28854"/>
                </a:cubicBezTo>
                <a:cubicBezTo>
                  <a:pt x="14553" y="28871"/>
                  <a:pt x="14569" y="28879"/>
                  <a:pt x="14586" y="28879"/>
                </a:cubicBezTo>
                <a:cubicBezTo>
                  <a:pt x="14603" y="28879"/>
                  <a:pt x="14619" y="28871"/>
                  <a:pt x="14619" y="28854"/>
                </a:cubicBezTo>
                <a:cubicBezTo>
                  <a:pt x="14786" y="28254"/>
                  <a:pt x="14953" y="27687"/>
                  <a:pt x="15220" y="27086"/>
                </a:cubicBezTo>
                <a:cubicBezTo>
                  <a:pt x="15553" y="27020"/>
                  <a:pt x="15620" y="26853"/>
                  <a:pt x="15754" y="26719"/>
                </a:cubicBezTo>
                <a:cubicBezTo>
                  <a:pt x="15787" y="26719"/>
                  <a:pt x="15787" y="26686"/>
                  <a:pt x="15820" y="26686"/>
                </a:cubicBezTo>
                <a:cubicBezTo>
                  <a:pt x="15887" y="26619"/>
                  <a:pt x="15887" y="26586"/>
                  <a:pt x="15887" y="26586"/>
                </a:cubicBezTo>
                <a:cubicBezTo>
                  <a:pt x="15920" y="26519"/>
                  <a:pt x="15987" y="26419"/>
                  <a:pt x="16054" y="26352"/>
                </a:cubicBezTo>
                <a:lnTo>
                  <a:pt x="19123" y="23250"/>
                </a:lnTo>
                <a:cubicBezTo>
                  <a:pt x="20323" y="22049"/>
                  <a:pt x="21558" y="20848"/>
                  <a:pt x="22759" y="19581"/>
                </a:cubicBezTo>
                <a:lnTo>
                  <a:pt x="26428" y="23250"/>
                </a:lnTo>
                <a:cubicBezTo>
                  <a:pt x="26495" y="24218"/>
                  <a:pt x="27162" y="25285"/>
                  <a:pt x="28062" y="25585"/>
                </a:cubicBezTo>
                <a:cubicBezTo>
                  <a:pt x="28129" y="25685"/>
                  <a:pt x="28262" y="25719"/>
                  <a:pt x="28329" y="25719"/>
                </a:cubicBezTo>
                <a:cubicBezTo>
                  <a:pt x="28363" y="26352"/>
                  <a:pt x="28296" y="26986"/>
                  <a:pt x="28329" y="27653"/>
                </a:cubicBezTo>
                <a:cubicBezTo>
                  <a:pt x="28363" y="28220"/>
                  <a:pt x="28529" y="28754"/>
                  <a:pt x="28830" y="29255"/>
                </a:cubicBezTo>
                <a:cubicBezTo>
                  <a:pt x="29530" y="30489"/>
                  <a:pt x="30631" y="31356"/>
                  <a:pt x="31031" y="32724"/>
                </a:cubicBezTo>
                <a:cubicBezTo>
                  <a:pt x="31031" y="32763"/>
                  <a:pt x="31052" y="32777"/>
                  <a:pt x="31077" y="32777"/>
                </a:cubicBezTo>
                <a:cubicBezTo>
                  <a:pt x="31115" y="32777"/>
                  <a:pt x="31165" y="32744"/>
                  <a:pt x="31165" y="32724"/>
                </a:cubicBezTo>
                <a:cubicBezTo>
                  <a:pt x="30931" y="30822"/>
                  <a:pt x="30564" y="28921"/>
                  <a:pt x="29997" y="27086"/>
                </a:cubicBezTo>
                <a:lnTo>
                  <a:pt x="29997" y="27086"/>
                </a:lnTo>
                <a:cubicBezTo>
                  <a:pt x="30798" y="28921"/>
                  <a:pt x="31265" y="30889"/>
                  <a:pt x="32065" y="32724"/>
                </a:cubicBezTo>
                <a:cubicBezTo>
                  <a:pt x="32966" y="34859"/>
                  <a:pt x="34567" y="36526"/>
                  <a:pt x="36101" y="38161"/>
                </a:cubicBezTo>
                <a:cubicBezTo>
                  <a:pt x="36120" y="38180"/>
                  <a:pt x="36144" y="38188"/>
                  <a:pt x="36168" y="38188"/>
                </a:cubicBezTo>
                <a:cubicBezTo>
                  <a:pt x="36230" y="38188"/>
                  <a:pt x="36292" y="38133"/>
                  <a:pt x="36268" y="38061"/>
                </a:cubicBezTo>
                <a:cubicBezTo>
                  <a:pt x="35868" y="37027"/>
                  <a:pt x="35468" y="35926"/>
                  <a:pt x="35034" y="34892"/>
                </a:cubicBezTo>
                <a:lnTo>
                  <a:pt x="35034" y="34892"/>
                </a:lnTo>
                <a:cubicBezTo>
                  <a:pt x="36368" y="36893"/>
                  <a:pt x="37969" y="38761"/>
                  <a:pt x="39771" y="40429"/>
                </a:cubicBezTo>
                <a:cubicBezTo>
                  <a:pt x="39791" y="40460"/>
                  <a:pt x="39817" y="40472"/>
                  <a:pt x="39843" y="40472"/>
                </a:cubicBezTo>
                <a:cubicBezTo>
                  <a:pt x="39903" y="40472"/>
                  <a:pt x="39961" y="40409"/>
                  <a:pt x="39937" y="40362"/>
                </a:cubicBezTo>
                <a:cubicBezTo>
                  <a:pt x="39337" y="38561"/>
                  <a:pt x="38503" y="36727"/>
                  <a:pt x="37502" y="35059"/>
                </a:cubicBezTo>
                <a:lnTo>
                  <a:pt x="37502" y="35059"/>
                </a:lnTo>
                <a:lnTo>
                  <a:pt x="37536" y="35092"/>
                </a:lnTo>
                <a:cubicBezTo>
                  <a:pt x="37969" y="35559"/>
                  <a:pt x="38436" y="35993"/>
                  <a:pt x="38870" y="36360"/>
                </a:cubicBezTo>
                <a:cubicBezTo>
                  <a:pt x="38888" y="36366"/>
                  <a:pt x="38907" y="36368"/>
                  <a:pt x="38925" y="36368"/>
                </a:cubicBezTo>
                <a:cubicBezTo>
                  <a:pt x="39010" y="36368"/>
                  <a:pt x="39086" y="36309"/>
                  <a:pt x="39003" y="36226"/>
                </a:cubicBezTo>
                <a:cubicBezTo>
                  <a:pt x="38670" y="35826"/>
                  <a:pt x="38336" y="35359"/>
                  <a:pt x="38003" y="34892"/>
                </a:cubicBezTo>
                <a:lnTo>
                  <a:pt x="38003" y="34892"/>
                </a:lnTo>
                <a:cubicBezTo>
                  <a:pt x="38170" y="35059"/>
                  <a:pt x="38336" y="35225"/>
                  <a:pt x="38503" y="35359"/>
                </a:cubicBezTo>
                <a:cubicBezTo>
                  <a:pt x="38531" y="35387"/>
                  <a:pt x="38563" y="35399"/>
                  <a:pt x="38593" y="35399"/>
                </a:cubicBezTo>
                <a:cubicBezTo>
                  <a:pt x="38707" y="35399"/>
                  <a:pt x="38808" y="35238"/>
                  <a:pt x="38703" y="35159"/>
                </a:cubicBezTo>
                <a:cubicBezTo>
                  <a:pt x="38470" y="34859"/>
                  <a:pt x="38203" y="34558"/>
                  <a:pt x="37969" y="34325"/>
                </a:cubicBezTo>
                <a:lnTo>
                  <a:pt x="37969" y="34325"/>
                </a:lnTo>
                <a:cubicBezTo>
                  <a:pt x="38503" y="34758"/>
                  <a:pt x="39104" y="35159"/>
                  <a:pt x="39637" y="35559"/>
                </a:cubicBezTo>
                <a:cubicBezTo>
                  <a:pt x="39652" y="35581"/>
                  <a:pt x="39668" y="35590"/>
                  <a:pt x="39685" y="35590"/>
                </a:cubicBezTo>
                <a:cubicBezTo>
                  <a:pt x="39742" y="35590"/>
                  <a:pt x="39797" y="35478"/>
                  <a:pt x="39771" y="35426"/>
                </a:cubicBezTo>
                <a:cubicBezTo>
                  <a:pt x="39337" y="34992"/>
                  <a:pt x="38937" y="34525"/>
                  <a:pt x="38503" y="34091"/>
                </a:cubicBezTo>
                <a:lnTo>
                  <a:pt x="38470" y="34058"/>
                </a:lnTo>
                <a:lnTo>
                  <a:pt x="38470" y="34058"/>
                </a:lnTo>
                <a:cubicBezTo>
                  <a:pt x="40038" y="35025"/>
                  <a:pt x="41705" y="35759"/>
                  <a:pt x="43373" y="36360"/>
                </a:cubicBezTo>
                <a:cubicBezTo>
                  <a:pt x="43440" y="36393"/>
                  <a:pt x="43507" y="36426"/>
                  <a:pt x="43573" y="36493"/>
                </a:cubicBezTo>
                <a:cubicBezTo>
                  <a:pt x="43582" y="36502"/>
                  <a:pt x="43591" y="36506"/>
                  <a:pt x="43600" y="36506"/>
                </a:cubicBezTo>
                <a:cubicBezTo>
                  <a:pt x="43622" y="36506"/>
                  <a:pt x="43640" y="36475"/>
                  <a:pt x="43640" y="36426"/>
                </a:cubicBezTo>
                <a:cubicBezTo>
                  <a:pt x="43673" y="36426"/>
                  <a:pt x="43707" y="36493"/>
                  <a:pt x="43774" y="36493"/>
                </a:cubicBezTo>
                <a:cubicBezTo>
                  <a:pt x="43788" y="36497"/>
                  <a:pt x="43801" y="36498"/>
                  <a:pt x="43813" y="36498"/>
                </a:cubicBezTo>
                <a:cubicBezTo>
                  <a:pt x="43913" y="36498"/>
                  <a:pt x="43929" y="36386"/>
                  <a:pt x="43840" y="36326"/>
                </a:cubicBezTo>
                <a:cubicBezTo>
                  <a:pt x="42139" y="34525"/>
                  <a:pt x="40304" y="32924"/>
                  <a:pt x="38303" y="31590"/>
                </a:cubicBezTo>
                <a:lnTo>
                  <a:pt x="38303" y="31590"/>
                </a:lnTo>
                <a:cubicBezTo>
                  <a:pt x="39137" y="31923"/>
                  <a:pt x="39937" y="32223"/>
                  <a:pt x="40705" y="32524"/>
                </a:cubicBezTo>
                <a:cubicBezTo>
                  <a:pt x="40838" y="32590"/>
                  <a:pt x="40938" y="32657"/>
                  <a:pt x="41072" y="32690"/>
                </a:cubicBezTo>
                <a:cubicBezTo>
                  <a:pt x="41105" y="32690"/>
                  <a:pt x="41138" y="32690"/>
                  <a:pt x="41138" y="32657"/>
                </a:cubicBezTo>
                <a:cubicBezTo>
                  <a:pt x="41272" y="32690"/>
                  <a:pt x="41338" y="32724"/>
                  <a:pt x="41472" y="32757"/>
                </a:cubicBezTo>
                <a:cubicBezTo>
                  <a:pt x="41484" y="32769"/>
                  <a:pt x="41498" y="32775"/>
                  <a:pt x="41511" y="32775"/>
                </a:cubicBezTo>
                <a:cubicBezTo>
                  <a:pt x="41569" y="32775"/>
                  <a:pt x="41620" y="32672"/>
                  <a:pt x="41539" y="32590"/>
                </a:cubicBezTo>
                <a:cubicBezTo>
                  <a:pt x="39871" y="31022"/>
                  <a:pt x="38203" y="29488"/>
                  <a:pt x="36135" y="28554"/>
                </a:cubicBezTo>
                <a:cubicBezTo>
                  <a:pt x="34639" y="27901"/>
                  <a:pt x="33055" y="27493"/>
                  <a:pt x="31526" y="26930"/>
                </a:cubicBezTo>
                <a:lnTo>
                  <a:pt x="31526" y="26930"/>
                </a:lnTo>
                <a:cubicBezTo>
                  <a:pt x="32916" y="27505"/>
                  <a:pt x="34379" y="27882"/>
                  <a:pt x="35801" y="28487"/>
                </a:cubicBezTo>
                <a:cubicBezTo>
                  <a:pt x="37903" y="29388"/>
                  <a:pt x="39571" y="30889"/>
                  <a:pt x="41172" y="32390"/>
                </a:cubicBezTo>
                <a:cubicBezTo>
                  <a:pt x="41105" y="32357"/>
                  <a:pt x="41005" y="32323"/>
                  <a:pt x="40938" y="32323"/>
                </a:cubicBezTo>
                <a:cubicBezTo>
                  <a:pt x="40338" y="31823"/>
                  <a:pt x="39637" y="31423"/>
                  <a:pt x="39003" y="31022"/>
                </a:cubicBezTo>
                <a:cubicBezTo>
                  <a:pt x="38170" y="30522"/>
                  <a:pt x="37336" y="30022"/>
                  <a:pt x="36468" y="29588"/>
                </a:cubicBezTo>
                <a:cubicBezTo>
                  <a:pt x="36435" y="29588"/>
                  <a:pt x="36402" y="29655"/>
                  <a:pt x="36435" y="29655"/>
                </a:cubicBezTo>
                <a:cubicBezTo>
                  <a:pt x="37236" y="30088"/>
                  <a:pt x="38069" y="30589"/>
                  <a:pt x="38837" y="31089"/>
                </a:cubicBezTo>
                <a:cubicBezTo>
                  <a:pt x="39270" y="31356"/>
                  <a:pt x="39671" y="31690"/>
                  <a:pt x="40104" y="31990"/>
                </a:cubicBezTo>
                <a:cubicBezTo>
                  <a:pt x="39170" y="31656"/>
                  <a:pt x="38270" y="31256"/>
                  <a:pt x="37336" y="30856"/>
                </a:cubicBezTo>
                <a:cubicBezTo>
                  <a:pt x="36168" y="30155"/>
                  <a:pt x="34967" y="29521"/>
                  <a:pt x="33733" y="29021"/>
                </a:cubicBezTo>
                <a:cubicBezTo>
                  <a:pt x="33399" y="28821"/>
                  <a:pt x="32999" y="28587"/>
                  <a:pt x="32666" y="28354"/>
                </a:cubicBezTo>
                <a:lnTo>
                  <a:pt x="32666" y="28354"/>
                </a:lnTo>
                <a:cubicBezTo>
                  <a:pt x="33166" y="28554"/>
                  <a:pt x="33633" y="28821"/>
                  <a:pt x="34133" y="28988"/>
                </a:cubicBezTo>
                <a:cubicBezTo>
                  <a:pt x="34133" y="28988"/>
                  <a:pt x="34167" y="28921"/>
                  <a:pt x="34133" y="28921"/>
                </a:cubicBezTo>
                <a:cubicBezTo>
                  <a:pt x="33266" y="28387"/>
                  <a:pt x="32299" y="27820"/>
                  <a:pt x="31331" y="27353"/>
                </a:cubicBezTo>
                <a:lnTo>
                  <a:pt x="31331" y="27353"/>
                </a:lnTo>
                <a:cubicBezTo>
                  <a:pt x="32132" y="27653"/>
                  <a:pt x="32899" y="27920"/>
                  <a:pt x="33666" y="28187"/>
                </a:cubicBezTo>
                <a:cubicBezTo>
                  <a:pt x="33666" y="28187"/>
                  <a:pt x="33733" y="28154"/>
                  <a:pt x="33666" y="28154"/>
                </a:cubicBezTo>
                <a:cubicBezTo>
                  <a:pt x="32799" y="27753"/>
                  <a:pt x="31898" y="27387"/>
                  <a:pt x="30964" y="27020"/>
                </a:cubicBezTo>
                <a:lnTo>
                  <a:pt x="30431" y="26486"/>
                </a:lnTo>
                <a:lnTo>
                  <a:pt x="30431" y="26419"/>
                </a:lnTo>
                <a:cubicBezTo>
                  <a:pt x="30560" y="26487"/>
                  <a:pt x="30690" y="26553"/>
                  <a:pt x="30821" y="26616"/>
                </a:cubicBezTo>
                <a:lnTo>
                  <a:pt x="30821" y="26616"/>
                </a:lnTo>
                <a:cubicBezTo>
                  <a:pt x="30713" y="26584"/>
                  <a:pt x="30605" y="26552"/>
                  <a:pt x="30497" y="26519"/>
                </a:cubicBezTo>
                <a:lnTo>
                  <a:pt x="30497" y="26519"/>
                </a:lnTo>
                <a:cubicBezTo>
                  <a:pt x="30836" y="26667"/>
                  <a:pt x="31180" y="26803"/>
                  <a:pt x="31526" y="26930"/>
                </a:cubicBezTo>
                <a:lnTo>
                  <a:pt x="31526" y="26930"/>
                </a:lnTo>
                <a:cubicBezTo>
                  <a:pt x="31289" y="26832"/>
                  <a:pt x="31053" y="26728"/>
                  <a:pt x="30821" y="26616"/>
                </a:cubicBezTo>
                <a:lnTo>
                  <a:pt x="30821" y="26616"/>
                </a:lnTo>
                <a:cubicBezTo>
                  <a:pt x="32352" y="27063"/>
                  <a:pt x="33912" y="27369"/>
                  <a:pt x="35501" y="27587"/>
                </a:cubicBezTo>
                <a:lnTo>
                  <a:pt x="35534" y="27587"/>
                </a:lnTo>
                <a:cubicBezTo>
                  <a:pt x="35768" y="27653"/>
                  <a:pt x="35968" y="27653"/>
                  <a:pt x="36168" y="27687"/>
                </a:cubicBezTo>
                <a:cubicBezTo>
                  <a:pt x="36268" y="27687"/>
                  <a:pt x="36268" y="27587"/>
                  <a:pt x="36168" y="27553"/>
                </a:cubicBezTo>
                <a:cubicBezTo>
                  <a:pt x="34834" y="27153"/>
                  <a:pt x="33933" y="26019"/>
                  <a:pt x="32699" y="25352"/>
                </a:cubicBezTo>
                <a:cubicBezTo>
                  <a:pt x="32265" y="25052"/>
                  <a:pt x="31765" y="24885"/>
                  <a:pt x="31198" y="24851"/>
                </a:cubicBezTo>
                <a:cubicBezTo>
                  <a:pt x="31018" y="24831"/>
                  <a:pt x="30839" y="24825"/>
                  <a:pt x="30661" y="24825"/>
                </a:cubicBezTo>
                <a:cubicBezTo>
                  <a:pt x="30304" y="24825"/>
                  <a:pt x="29950" y="24851"/>
                  <a:pt x="29591" y="24851"/>
                </a:cubicBezTo>
                <a:cubicBezTo>
                  <a:pt x="29232" y="24851"/>
                  <a:pt x="28870" y="24825"/>
                  <a:pt x="28496" y="24718"/>
                </a:cubicBezTo>
                <a:lnTo>
                  <a:pt x="28463" y="24718"/>
                </a:lnTo>
                <a:lnTo>
                  <a:pt x="26761" y="23017"/>
                </a:lnTo>
                <a:cubicBezTo>
                  <a:pt x="26695" y="22016"/>
                  <a:pt x="26428" y="20915"/>
                  <a:pt x="25627" y="20315"/>
                </a:cubicBezTo>
                <a:cubicBezTo>
                  <a:pt x="24927" y="19714"/>
                  <a:pt x="23926" y="19714"/>
                  <a:pt x="23092" y="19381"/>
                </a:cubicBezTo>
                <a:lnTo>
                  <a:pt x="22959" y="19247"/>
                </a:lnTo>
                <a:cubicBezTo>
                  <a:pt x="25827" y="16379"/>
                  <a:pt x="28696" y="13510"/>
                  <a:pt x="31531" y="10641"/>
                </a:cubicBezTo>
                <a:cubicBezTo>
                  <a:pt x="32732" y="9474"/>
                  <a:pt x="33866" y="8306"/>
                  <a:pt x="35034" y="7072"/>
                </a:cubicBezTo>
                <a:cubicBezTo>
                  <a:pt x="36101" y="6038"/>
                  <a:pt x="37169" y="5004"/>
                  <a:pt x="38136" y="3870"/>
                </a:cubicBezTo>
                <a:lnTo>
                  <a:pt x="38136" y="3870"/>
                </a:lnTo>
                <a:cubicBezTo>
                  <a:pt x="38003" y="4704"/>
                  <a:pt x="38003" y="5571"/>
                  <a:pt x="38003" y="6472"/>
                </a:cubicBezTo>
                <a:cubicBezTo>
                  <a:pt x="38003" y="6472"/>
                  <a:pt x="38003" y="6505"/>
                  <a:pt x="37969" y="6505"/>
                </a:cubicBezTo>
                <a:cubicBezTo>
                  <a:pt x="37936" y="6638"/>
                  <a:pt x="37936" y="6705"/>
                  <a:pt x="37936" y="6838"/>
                </a:cubicBezTo>
                <a:cubicBezTo>
                  <a:pt x="37936" y="6886"/>
                  <a:pt x="37969" y="6933"/>
                  <a:pt x="38024" y="6933"/>
                </a:cubicBezTo>
                <a:cubicBezTo>
                  <a:pt x="38047" y="6933"/>
                  <a:pt x="38074" y="6925"/>
                  <a:pt x="38103" y="6905"/>
                </a:cubicBezTo>
                <a:cubicBezTo>
                  <a:pt x="38118" y="6935"/>
                  <a:pt x="38146" y="6952"/>
                  <a:pt x="38176" y="6952"/>
                </a:cubicBezTo>
                <a:cubicBezTo>
                  <a:pt x="38213" y="6952"/>
                  <a:pt x="38251" y="6927"/>
                  <a:pt x="38270" y="6872"/>
                </a:cubicBezTo>
                <a:cubicBezTo>
                  <a:pt x="38737" y="5838"/>
                  <a:pt x="39237" y="4737"/>
                  <a:pt x="39737" y="3703"/>
                </a:cubicBezTo>
                <a:cubicBezTo>
                  <a:pt x="40161" y="2882"/>
                  <a:pt x="40647" y="2062"/>
                  <a:pt x="41047" y="1224"/>
                </a:cubicBezTo>
                <a:lnTo>
                  <a:pt x="41047" y="1224"/>
                </a:lnTo>
                <a:cubicBezTo>
                  <a:pt x="40571" y="1971"/>
                  <a:pt x="40155" y="2835"/>
                  <a:pt x="39771" y="3636"/>
                </a:cubicBezTo>
                <a:lnTo>
                  <a:pt x="38637" y="5871"/>
                </a:lnTo>
                <a:cubicBezTo>
                  <a:pt x="38803" y="5337"/>
                  <a:pt x="38970" y="4770"/>
                  <a:pt x="39104" y="4237"/>
                </a:cubicBezTo>
                <a:cubicBezTo>
                  <a:pt x="39170" y="3870"/>
                  <a:pt x="39270" y="3503"/>
                  <a:pt x="39337" y="3069"/>
                </a:cubicBezTo>
                <a:cubicBezTo>
                  <a:pt x="39404" y="2969"/>
                  <a:pt x="39437" y="2836"/>
                  <a:pt x="39437" y="2702"/>
                </a:cubicBezTo>
                <a:cubicBezTo>
                  <a:pt x="39771" y="2335"/>
                  <a:pt x="40138" y="2002"/>
                  <a:pt x="40505" y="1668"/>
                </a:cubicBezTo>
                <a:cubicBezTo>
                  <a:pt x="40666" y="1507"/>
                  <a:pt x="40858" y="1315"/>
                  <a:pt x="41082" y="1151"/>
                </a:cubicBezTo>
                <a:lnTo>
                  <a:pt x="41082" y="1151"/>
                </a:lnTo>
                <a:cubicBezTo>
                  <a:pt x="41173" y="958"/>
                  <a:pt x="41259" y="763"/>
                  <a:pt x="41338" y="567"/>
                </a:cubicBezTo>
                <a:lnTo>
                  <a:pt x="41338" y="534"/>
                </a:lnTo>
                <a:lnTo>
                  <a:pt x="41305" y="534"/>
                </a:lnTo>
                <a:cubicBezTo>
                  <a:pt x="40238" y="1001"/>
                  <a:pt x="39237" y="1668"/>
                  <a:pt x="38170" y="2168"/>
                </a:cubicBezTo>
                <a:cubicBezTo>
                  <a:pt x="37135" y="2669"/>
                  <a:pt x="36101" y="3169"/>
                  <a:pt x="35001" y="3636"/>
                </a:cubicBezTo>
                <a:cubicBezTo>
                  <a:pt x="34901" y="3670"/>
                  <a:pt x="34967" y="3870"/>
                  <a:pt x="35101" y="3870"/>
                </a:cubicBezTo>
                <a:cubicBezTo>
                  <a:pt x="36101" y="3870"/>
                  <a:pt x="37135" y="3803"/>
                  <a:pt x="38103" y="3536"/>
                </a:cubicBezTo>
                <a:lnTo>
                  <a:pt x="38103" y="3536"/>
                </a:lnTo>
                <a:cubicBezTo>
                  <a:pt x="37069" y="4403"/>
                  <a:pt x="36101" y="5404"/>
                  <a:pt x="35134" y="6338"/>
                </a:cubicBezTo>
                <a:lnTo>
                  <a:pt x="31965" y="9507"/>
                </a:lnTo>
                <a:cubicBezTo>
                  <a:pt x="29830" y="11642"/>
                  <a:pt x="27729" y="13710"/>
                  <a:pt x="25627" y="15845"/>
                </a:cubicBezTo>
                <a:lnTo>
                  <a:pt x="22592" y="18880"/>
                </a:lnTo>
                <a:lnTo>
                  <a:pt x="16721" y="13010"/>
                </a:lnTo>
                <a:cubicBezTo>
                  <a:pt x="16788" y="12342"/>
                  <a:pt x="16554" y="11642"/>
                  <a:pt x="16054" y="11142"/>
                </a:cubicBezTo>
                <a:cubicBezTo>
                  <a:pt x="15453" y="10541"/>
                  <a:pt x="14719" y="10474"/>
                  <a:pt x="13952" y="10241"/>
                </a:cubicBezTo>
                <a:lnTo>
                  <a:pt x="13485" y="9774"/>
                </a:lnTo>
                <a:lnTo>
                  <a:pt x="11084" y="7372"/>
                </a:lnTo>
                <a:cubicBezTo>
                  <a:pt x="11084" y="6371"/>
                  <a:pt x="10950" y="5371"/>
                  <a:pt x="10116" y="4704"/>
                </a:cubicBezTo>
                <a:cubicBezTo>
                  <a:pt x="9216" y="4003"/>
                  <a:pt x="8048" y="3903"/>
                  <a:pt x="7114" y="3236"/>
                </a:cubicBezTo>
                <a:lnTo>
                  <a:pt x="7114" y="3236"/>
                </a:lnTo>
                <a:cubicBezTo>
                  <a:pt x="7881" y="3336"/>
                  <a:pt x="8615" y="3336"/>
                  <a:pt x="9382" y="3336"/>
                </a:cubicBezTo>
                <a:cubicBezTo>
                  <a:pt x="9382" y="3336"/>
                  <a:pt x="9416" y="3336"/>
                  <a:pt x="9416" y="3369"/>
                </a:cubicBezTo>
                <a:cubicBezTo>
                  <a:pt x="9549" y="3403"/>
                  <a:pt x="9616" y="3403"/>
                  <a:pt x="9749" y="3403"/>
                </a:cubicBezTo>
                <a:cubicBezTo>
                  <a:pt x="9816" y="3403"/>
                  <a:pt x="9883" y="3336"/>
                  <a:pt x="9816" y="3236"/>
                </a:cubicBezTo>
                <a:cubicBezTo>
                  <a:pt x="9883" y="3203"/>
                  <a:pt x="9883" y="3136"/>
                  <a:pt x="9783" y="3069"/>
                </a:cubicBezTo>
                <a:cubicBezTo>
                  <a:pt x="8749" y="2635"/>
                  <a:pt x="7648" y="2135"/>
                  <a:pt x="6614" y="1635"/>
                </a:cubicBezTo>
                <a:cubicBezTo>
                  <a:pt x="5580" y="1068"/>
                  <a:pt x="4546" y="467"/>
                  <a:pt x="34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06" name="Google Shape;4906;p41"/>
          <p:cNvSpPr/>
          <p:nvPr/>
        </p:nvSpPr>
        <p:spPr>
          <a:xfrm flipH="1">
            <a:off x="839933" y="4375106"/>
            <a:ext cx="339267" cy="457775"/>
          </a:xfrm>
          <a:custGeom>
            <a:avLst/>
            <a:gdLst/>
            <a:ahLst/>
            <a:cxnLst/>
            <a:rect l="l" t="t" r="r" b="b"/>
            <a:pathLst>
              <a:path w="65181" h="87949" extrusionOk="0">
                <a:moveTo>
                  <a:pt x="17345" y="2047"/>
                </a:moveTo>
                <a:cubicBezTo>
                  <a:pt x="17368" y="2047"/>
                  <a:pt x="17391" y="2049"/>
                  <a:pt x="17413" y="2054"/>
                </a:cubicBezTo>
                <a:cubicBezTo>
                  <a:pt x="21383" y="2621"/>
                  <a:pt x="25352" y="3355"/>
                  <a:pt x="29155" y="4622"/>
                </a:cubicBezTo>
                <a:cubicBezTo>
                  <a:pt x="31323" y="5390"/>
                  <a:pt x="33425" y="6223"/>
                  <a:pt x="35593" y="7057"/>
                </a:cubicBezTo>
                <a:cubicBezTo>
                  <a:pt x="35826" y="7124"/>
                  <a:pt x="35993" y="7258"/>
                  <a:pt x="36193" y="7358"/>
                </a:cubicBezTo>
                <a:lnTo>
                  <a:pt x="36193" y="7558"/>
                </a:lnTo>
                <a:cubicBezTo>
                  <a:pt x="34993" y="7791"/>
                  <a:pt x="33825" y="8091"/>
                  <a:pt x="32524" y="8292"/>
                </a:cubicBezTo>
                <a:cubicBezTo>
                  <a:pt x="30880" y="8560"/>
                  <a:pt x="29236" y="8694"/>
                  <a:pt x="27592" y="8694"/>
                </a:cubicBezTo>
                <a:cubicBezTo>
                  <a:pt x="26167" y="8694"/>
                  <a:pt x="24742" y="8593"/>
                  <a:pt x="23318" y="8392"/>
                </a:cubicBezTo>
                <a:cubicBezTo>
                  <a:pt x="22884" y="8292"/>
                  <a:pt x="22484" y="8125"/>
                  <a:pt x="22083" y="7925"/>
                </a:cubicBezTo>
                <a:cubicBezTo>
                  <a:pt x="20082" y="6757"/>
                  <a:pt x="18547" y="5089"/>
                  <a:pt x="17247" y="3188"/>
                </a:cubicBezTo>
                <a:cubicBezTo>
                  <a:pt x="17146" y="3021"/>
                  <a:pt x="17013" y="2788"/>
                  <a:pt x="16913" y="2588"/>
                </a:cubicBezTo>
                <a:cubicBezTo>
                  <a:pt x="16880" y="2521"/>
                  <a:pt x="16846" y="2254"/>
                  <a:pt x="16913" y="2221"/>
                </a:cubicBezTo>
                <a:cubicBezTo>
                  <a:pt x="17028" y="2134"/>
                  <a:pt x="17194" y="2047"/>
                  <a:pt x="17345" y="2047"/>
                </a:cubicBezTo>
                <a:close/>
                <a:moveTo>
                  <a:pt x="24178" y="607"/>
                </a:moveTo>
                <a:cubicBezTo>
                  <a:pt x="24579" y="607"/>
                  <a:pt x="24982" y="613"/>
                  <a:pt x="25386" y="619"/>
                </a:cubicBezTo>
                <a:cubicBezTo>
                  <a:pt x="28688" y="619"/>
                  <a:pt x="31957" y="1086"/>
                  <a:pt x="35059" y="2187"/>
                </a:cubicBezTo>
                <a:cubicBezTo>
                  <a:pt x="35293" y="2254"/>
                  <a:pt x="35493" y="2454"/>
                  <a:pt x="35593" y="2688"/>
                </a:cubicBezTo>
                <a:cubicBezTo>
                  <a:pt x="36027" y="3288"/>
                  <a:pt x="36360" y="3955"/>
                  <a:pt x="36727" y="4589"/>
                </a:cubicBezTo>
                <a:cubicBezTo>
                  <a:pt x="36827" y="4722"/>
                  <a:pt x="36994" y="4756"/>
                  <a:pt x="37127" y="4856"/>
                </a:cubicBezTo>
                <a:cubicBezTo>
                  <a:pt x="37194" y="4722"/>
                  <a:pt x="37294" y="4556"/>
                  <a:pt x="37328" y="4422"/>
                </a:cubicBezTo>
                <a:cubicBezTo>
                  <a:pt x="37394" y="3922"/>
                  <a:pt x="37494" y="3421"/>
                  <a:pt x="37561" y="2721"/>
                </a:cubicBezTo>
                <a:cubicBezTo>
                  <a:pt x="37995" y="3055"/>
                  <a:pt x="38395" y="3221"/>
                  <a:pt x="38528" y="3522"/>
                </a:cubicBezTo>
                <a:cubicBezTo>
                  <a:pt x="39196" y="4956"/>
                  <a:pt x="39863" y="6424"/>
                  <a:pt x="40496" y="7925"/>
                </a:cubicBezTo>
                <a:cubicBezTo>
                  <a:pt x="40697" y="8458"/>
                  <a:pt x="40797" y="9025"/>
                  <a:pt x="40997" y="9626"/>
                </a:cubicBezTo>
                <a:cubicBezTo>
                  <a:pt x="33958" y="4956"/>
                  <a:pt x="26120" y="3021"/>
                  <a:pt x="18014" y="1620"/>
                </a:cubicBezTo>
                <a:cubicBezTo>
                  <a:pt x="18514" y="1420"/>
                  <a:pt x="19014" y="1220"/>
                  <a:pt x="19548" y="1086"/>
                </a:cubicBezTo>
                <a:cubicBezTo>
                  <a:pt x="21086" y="689"/>
                  <a:pt x="22624" y="607"/>
                  <a:pt x="24178" y="607"/>
                </a:cubicBezTo>
                <a:close/>
                <a:moveTo>
                  <a:pt x="36840" y="7810"/>
                </a:moveTo>
                <a:cubicBezTo>
                  <a:pt x="37281" y="7810"/>
                  <a:pt x="37647" y="8062"/>
                  <a:pt x="38128" y="8392"/>
                </a:cubicBezTo>
                <a:cubicBezTo>
                  <a:pt x="36794" y="8792"/>
                  <a:pt x="35626" y="9226"/>
                  <a:pt x="34392" y="9492"/>
                </a:cubicBezTo>
                <a:cubicBezTo>
                  <a:pt x="32945" y="9839"/>
                  <a:pt x="31486" y="10023"/>
                  <a:pt x="30015" y="10023"/>
                </a:cubicBezTo>
                <a:cubicBezTo>
                  <a:pt x="29077" y="10023"/>
                  <a:pt x="28135" y="9949"/>
                  <a:pt x="27187" y="9793"/>
                </a:cubicBezTo>
                <a:cubicBezTo>
                  <a:pt x="27020" y="9759"/>
                  <a:pt x="26887" y="9759"/>
                  <a:pt x="26720" y="9759"/>
                </a:cubicBezTo>
                <a:cubicBezTo>
                  <a:pt x="25486" y="9726"/>
                  <a:pt x="25452" y="9726"/>
                  <a:pt x="24352" y="9059"/>
                </a:cubicBezTo>
                <a:cubicBezTo>
                  <a:pt x="25452" y="9059"/>
                  <a:pt x="26520" y="9059"/>
                  <a:pt x="27687" y="9126"/>
                </a:cubicBezTo>
                <a:cubicBezTo>
                  <a:pt x="27801" y="9127"/>
                  <a:pt x="27915" y="9127"/>
                  <a:pt x="28029" y="9127"/>
                </a:cubicBezTo>
                <a:cubicBezTo>
                  <a:pt x="30879" y="9127"/>
                  <a:pt x="33667" y="8725"/>
                  <a:pt x="36394" y="7891"/>
                </a:cubicBezTo>
                <a:cubicBezTo>
                  <a:pt x="36554" y="7835"/>
                  <a:pt x="36701" y="7810"/>
                  <a:pt x="36840" y="7810"/>
                </a:cubicBezTo>
                <a:close/>
                <a:moveTo>
                  <a:pt x="39396" y="3788"/>
                </a:moveTo>
                <a:lnTo>
                  <a:pt x="39396" y="3788"/>
                </a:lnTo>
                <a:cubicBezTo>
                  <a:pt x="39562" y="4022"/>
                  <a:pt x="39863" y="4189"/>
                  <a:pt x="39996" y="4389"/>
                </a:cubicBezTo>
                <a:cubicBezTo>
                  <a:pt x="40730" y="6390"/>
                  <a:pt x="41397" y="8392"/>
                  <a:pt x="42131" y="10393"/>
                </a:cubicBezTo>
                <a:cubicBezTo>
                  <a:pt x="42131" y="10393"/>
                  <a:pt x="42064" y="10426"/>
                  <a:pt x="42031" y="10593"/>
                </a:cubicBezTo>
                <a:cubicBezTo>
                  <a:pt x="41831" y="10360"/>
                  <a:pt x="41564" y="10193"/>
                  <a:pt x="41497" y="9926"/>
                </a:cubicBezTo>
                <a:cubicBezTo>
                  <a:pt x="40797" y="7925"/>
                  <a:pt x="40130" y="5890"/>
                  <a:pt x="39396" y="3788"/>
                </a:cubicBezTo>
                <a:close/>
                <a:moveTo>
                  <a:pt x="38328" y="8458"/>
                </a:moveTo>
                <a:cubicBezTo>
                  <a:pt x="38495" y="8558"/>
                  <a:pt x="38729" y="8725"/>
                  <a:pt x="39029" y="8892"/>
                </a:cubicBezTo>
                <a:cubicBezTo>
                  <a:pt x="37697" y="10010"/>
                  <a:pt x="34264" y="10822"/>
                  <a:pt x="31786" y="10822"/>
                </a:cubicBezTo>
                <a:cubicBezTo>
                  <a:pt x="30787" y="10822"/>
                  <a:pt x="29944" y="10690"/>
                  <a:pt x="29455" y="10393"/>
                </a:cubicBezTo>
                <a:cubicBezTo>
                  <a:pt x="32624" y="10360"/>
                  <a:pt x="35526" y="9893"/>
                  <a:pt x="38328" y="8458"/>
                </a:cubicBezTo>
                <a:close/>
                <a:moveTo>
                  <a:pt x="40630" y="4756"/>
                </a:moveTo>
                <a:cubicBezTo>
                  <a:pt x="41230" y="4956"/>
                  <a:pt x="41397" y="5390"/>
                  <a:pt x="41531" y="5890"/>
                </a:cubicBezTo>
                <a:cubicBezTo>
                  <a:pt x="41864" y="6991"/>
                  <a:pt x="42331" y="8091"/>
                  <a:pt x="42698" y="9226"/>
                </a:cubicBezTo>
                <a:cubicBezTo>
                  <a:pt x="42932" y="9993"/>
                  <a:pt x="43098" y="10793"/>
                  <a:pt x="43332" y="11594"/>
                </a:cubicBezTo>
                <a:cubicBezTo>
                  <a:pt x="43298" y="11627"/>
                  <a:pt x="43232" y="11627"/>
                  <a:pt x="43198" y="11661"/>
                </a:cubicBezTo>
                <a:cubicBezTo>
                  <a:pt x="42965" y="11461"/>
                  <a:pt x="42698" y="11260"/>
                  <a:pt x="42465" y="11027"/>
                </a:cubicBezTo>
                <a:cubicBezTo>
                  <a:pt x="42398" y="10960"/>
                  <a:pt x="42364" y="10927"/>
                  <a:pt x="42364" y="10893"/>
                </a:cubicBezTo>
                <a:cubicBezTo>
                  <a:pt x="42364" y="8759"/>
                  <a:pt x="41330" y="6957"/>
                  <a:pt x="40663" y="5056"/>
                </a:cubicBezTo>
                <a:cubicBezTo>
                  <a:pt x="40663" y="4956"/>
                  <a:pt x="40630" y="4889"/>
                  <a:pt x="40630" y="4756"/>
                </a:cubicBezTo>
                <a:close/>
                <a:moveTo>
                  <a:pt x="39508" y="9243"/>
                </a:moveTo>
                <a:cubicBezTo>
                  <a:pt x="39640" y="9243"/>
                  <a:pt x="39738" y="9350"/>
                  <a:pt x="39963" y="9593"/>
                </a:cubicBezTo>
                <a:cubicBezTo>
                  <a:pt x="38829" y="10393"/>
                  <a:pt x="37561" y="10827"/>
                  <a:pt x="36227" y="11060"/>
                </a:cubicBezTo>
                <a:cubicBezTo>
                  <a:pt x="35826" y="11127"/>
                  <a:pt x="35460" y="11094"/>
                  <a:pt x="35026" y="11194"/>
                </a:cubicBezTo>
                <a:cubicBezTo>
                  <a:pt x="34826" y="11227"/>
                  <a:pt x="34626" y="11360"/>
                  <a:pt x="34392" y="11427"/>
                </a:cubicBezTo>
                <a:cubicBezTo>
                  <a:pt x="34125" y="11561"/>
                  <a:pt x="33792" y="11761"/>
                  <a:pt x="33491" y="11761"/>
                </a:cubicBezTo>
                <a:cubicBezTo>
                  <a:pt x="33024" y="11761"/>
                  <a:pt x="32891" y="11961"/>
                  <a:pt x="32858" y="12428"/>
                </a:cubicBezTo>
                <a:cubicBezTo>
                  <a:pt x="32224" y="12061"/>
                  <a:pt x="31724" y="11661"/>
                  <a:pt x="31190" y="11294"/>
                </a:cubicBezTo>
                <a:cubicBezTo>
                  <a:pt x="31223" y="11260"/>
                  <a:pt x="31223" y="11160"/>
                  <a:pt x="31223" y="11127"/>
                </a:cubicBezTo>
                <a:lnTo>
                  <a:pt x="32457" y="11127"/>
                </a:lnTo>
                <a:cubicBezTo>
                  <a:pt x="34826" y="11127"/>
                  <a:pt x="36994" y="10493"/>
                  <a:pt x="39062" y="9426"/>
                </a:cubicBezTo>
                <a:cubicBezTo>
                  <a:pt x="39282" y="9308"/>
                  <a:pt x="39405" y="9243"/>
                  <a:pt x="39508" y="9243"/>
                </a:cubicBezTo>
                <a:close/>
                <a:moveTo>
                  <a:pt x="25621" y="14984"/>
                </a:moveTo>
                <a:cubicBezTo>
                  <a:pt x="25887" y="14984"/>
                  <a:pt x="26161" y="15059"/>
                  <a:pt x="26453" y="15197"/>
                </a:cubicBezTo>
                <a:cubicBezTo>
                  <a:pt x="25953" y="15797"/>
                  <a:pt x="25319" y="16264"/>
                  <a:pt x="24618" y="16464"/>
                </a:cubicBezTo>
                <a:cubicBezTo>
                  <a:pt x="22684" y="17098"/>
                  <a:pt x="20716" y="17698"/>
                  <a:pt x="18781" y="18132"/>
                </a:cubicBezTo>
                <a:cubicBezTo>
                  <a:pt x="17680" y="18399"/>
                  <a:pt x="16546" y="18466"/>
                  <a:pt x="15479" y="18599"/>
                </a:cubicBezTo>
                <a:cubicBezTo>
                  <a:pt x="15363" y="18614"/>
                  <a:pt x="15249" y="18621"/>
                  <a:pt x="15138" y="18621"/>
                </a:cubicBezTo>
                <a:cubicBezTo>
                  <a:pt x="14256" y="18621"/>
                  <a:pt x="13510" y="18183"/>
                  <a:pt x="12710" y="17798"/>
                </a:cubicBezTo>
                <a:lnTo>
                  <a:pt x="12710" y="17798"/>
                </a:lnTo>
                <a:cubicBezTo>
                  <a:pt x="13061" y="17811"/>
                  <a:pt x="13410" y="17817"/>
                  <a:pt x="13758" y="17817"/>
                </a:cubicBezTo>
                <a:cubicBezTo>
                  <a:pt x="17109" y="17817"/>
                  <a:pt x="20298" y="17227"/>
                  <a:pt x="23351" y="15897"/>
                </a:cubicBezTo>
                <a:cubicBezTo>
                  <a:pt x="23851" y="15697"/>
                  <a:pt x="24385" y="15463"/>
                  <a:pt x="24885" y="15197"/>
                </a:cubicBezTo>
                <a:cubicBezTo>
                  <a:pt x="25128" y="15051"/>
                  <a:pt x="25371" y="14984"/>
                  <a:pt x="25621" y="14984"/>
                </a:cubicBezTo>
                <a:close/>
                <a:moveTo>
                  <a:pt x="43832" y="7291"/>
                </a:moveTo>
                <a:cubicBezTo>
                  <a:pt x="44132" y="7558"/>
                  <a:pt x="44466" y="7791"/>
                  <a:pt x="44699" y="8091"/>
                </a:cubicBezTo>
                <a:cubicBezTo>
                  <a:pt x="45600" y="9126"/>
                  <a:pt x="46501" y="10260"/>
                  <a:pt x="47468" y="11260"/>
                </a:cubicBezTo>
                <a:cubicBezTo>
                  <a:pt x="48102" y="11928"/>
                  <a:pt x="48335" y="12695"/>
                  <a:pt x="48369" y="13562"/>
                </a:cubicBezTo>
                <a:cubicBezTo>
                  <a:pt x="48469" y="15130"/>
                  <a:pt x="48502" y="16698"/>
                  <a:pt x="48536" y="18265"/>
                </a:cubicBezTo>
                <a:cubicBezTo>
                  <a:pt x="48536" y="18399"/>
                  <a:pt x="48502" y="18532"/>
                  <a:pt x="48469" y="18766"/>
                </a:cubicBezTo>
                <a:cubicBezTo>
                  <a:pt x="47968" y="17899"/>
                  <a:pt x="47501" y="17131"/>
                  <a:pt x="47001" y="16431"/>
                </a:cubicBezTo>
                <a:cubicBezTo>
                  <a:pt x="46567" y="15864"/>
                  <a:pt x="46201" y="15230"/>
                  <a:pt x="45734" y="14696"/>
                </a:cubicBezTo>
                <a:cubicBezTo>
                  <a:pt x="45300" y="14096"/>
                  <a:pt x="45066" y="13529"/>
                  <a:pt x="44966" y="12795"/>
                </a:cubicBezTo>
                <a:cubicBezTo>
                  <a:pt x="44666" y="11127"/>
                  <a:pt x="44199" y="9459"/>
                  <a:pt x="43832" y="7791"/>
                </a:cubicBezTo>
                <a:cubicBezTo>
                  <a:pt x="43799" y="7624"/>
                  <a:pt x="43732" y="7491"/>
                  <a:pt x="43832" y="7291"/>
                </a:cubicBezTo>
                <a:close/>
                <a:moveTo>
                  <a:pt x="48902" y="14563"/>
                </a:moveTo>
                <a:cubicBezTo>
                  <a:pt x="49503" y="16431"/>
                  <a:pt x="49369" y="18299"/>
                  <a:pt x="49203" y="20200"/>
                </a:cubicBezTo>
                <a:cubicBezTo>
                  <a:pt x="48869" y="19733"/>
                  <a:pt x="48802" y="19300"/>
                  <a:pt x="48869" y="18732"/>
                </a:cubicBezTo>
                <a:cubicBezTo>
                  <a:pt x="49003" y="17598"/>
                  <a:pt x="48902" y="16431"/>
                  <a:pt x="48902" y="15297"/>
                </a:cubicBezTo>
                <a:cubicBezTo>
                  <a:pt x="48902" y="15063"/>
                  <a:pt x="48869" y="14796"/>
                  <a:pt x="48902" y="14563"/>
                </a:cubicBezTo>
                <a:close/>
                <a:moveTo>
                  <a:pt x="27120" y="15346"/>
                </a:moveTo>
                <a:cubicBezTo>
                  <a:pt x="27156" y="15346"/>
                  <a:pt x="27190" y="15351"/>
                  <a:pt x="27220" y="15363"/>
                </a:cubicBezTo>
                <a:cubicBezTo>
                  <a:pt x="30656" y="16231"/>
                  <a:pt x="33958" y="17331"/>
                  <a:pt x="37161" y="18766"/>
                </a:cubicBezTo>
                <a:cubicBezTo>
                  <a:pt x="37194" y="18766"/>
                  <a:pt x="37227" y="18799"/>
                  <a:pt x="37394" y="18966"/>
                </a:cubicBezTo>
                <a:cubicBezTo>
                  <a:pt x="35860" y="19400"/>
                  <a:pt x="34459" y="19800"/>
                  <a:pt x="33024" y="20133"/>
                </a:cubicBezTo>
                <a:cubicBezTo>
                  <a:pt x="31156" y="20567"/>
                  <a:pt x="29255" y="20867"/>
                  <a:pt x="27387" y="21234"/>
                </a:cubicBezTo>
                <a:cubicBezTo>
                  <a:pt x="27254" y="21251"/>
                  <a:pt x="27122" y="21259"/>
                  <a:pt x="26992" y="21259"/>
                </a:cubicBezTo>
                <a:cubicBezTo>
                  <a:pt x="26601" y="21259"/>
                  <a:pt x="26220" y="21184"/>
                  <a:pt x="25819" y="21034"/>
                </a:cubicBezTo>
                <a:cubicBezTo>
                  <a:pt x="24819" y="20634"/>
                  <a:pt x="23718" y="20434"/>
                  <a:pt x="22684" y="20200"/>
                </a:cubicBezTo>
                <a:cubicBezTo>
                  <a:pt x="22647" y="20186"/>
                  <a:pt x="22603" y="20179"/>
                  <a:pt x="22555" y="20179"/>
                </a:cubicBezTo>
                <a:cubicBezTo>
                  <a:pt x="22385" y="20179"/>
                  <a:pt x="22176" y="20263"/>
                  <a:pt x="22150" y="20367"/>
                </a:cubicBezTo>
                <a:cubicBezTo>
                  <a:pt x="22072" y="20555"/>
                  <a:pt x="21964" y="20618"/>
                  <a:pt x="21844" y="20618"/>
                </a:cubicBezTo>
                <a:cubicBezTo>
                  <a:pt x="21709" y="20618"/>
                  <a:pt x="21558" y="20538"/>
                  <a:pt x="21416" y="20467"/>
                </a:cubicBezTo>
                <a:cubicBezTo>
                  <a:pt x="21083" y="20300"/>
                  <a:pt x="20716" y="20133"/>
                  <a:pt x="20382" y="19967"/>
                </a:cubicBezTo>
                <a:cubicBezTo>
                  <a:pt x="20179" y="19883"/>
                  <a:pt x="20036" y="19834"/>
                  <a:pt x="19933" y="19834"/>
                </a:cubicBezTo>
                <a:cubicBezTo>
                  <a:pt x="19748" y="19834"/>
                  <a:pt x="19691" y="19993"/>
                  <a:pt x="19648" y="20400"/>
                </a:cubicBezTo>
                <a:cubicBezTo>
                  <a:pt x="19648" y="20467"/>
                  <a:pt x="19615" y="20534"/>
                  <a:pt x="19615" y="20600"/>
                </a:cubicBezTo>
                <a:cubicBezTo>
                  <a:pt x="18381" y="20033"/>
                  <a:pt x="17180" y="19466"/>
                  <a:pt x="15879" y="18866"/>
                </a:cubicBezTo>
                <a:cubicBezTo>
                  <a:pt x="16513" y="18766"/>
                  <a:pt x="17046" y="18732"/>
                  <a:pt x="17647" y="18632"/>
                </a:cubicBezTo>
                <a:cubicBezTo>
                  <a:pt x="20282" y="18265"/>
                  <a:pt x="22817" y="17698"/>
                  <a:pt x="25186" y="16564"/>
                </a:cubicBezTo>
                <a:cubicBezTo>
                  <a:pt x="25686" y="16297"/>
                  <a:pt x="26120" y="15897"/>
                  <a:pt x="26620" y="15564"/>
                </a:cubicBezTo>
                <a:cubicBezTo>
                  <a:pt x="26756" y="15455"/>
                  <a:pt x="26959" y="15346"/>
                  <a:pt x="27120" y="15346"/>
                </a:cubicBezTo>
                <a:close/>
                <a:moveTo>
                  <a:pt x="40332" y="10034"/>
                </a:moveTo>
                <a:cubicBezTo>
                  <a:pt x="40528" y="10034"/>
                  <a:pt x="40703" y="10117"/>
                  <a:pt x="40897" y="10293"/>
                </a:cubicBezTo>
                <a:cubicBezTo>
                  <a:pt x="43699" y="12528"/>
                  <a:pt x="45967" y="15230"/>
                  <a:pt x="47635" y="18366"/>
                </a:cubicBezTo>
                <a:cubicBezTo>
                  <a:pt x="48402" y="19767"/>
                  <a:pt x="49003" y="21301"/>
                  <a:pt x="49670" y="22802"/>
                </a:cubicBezTo>
                <a:cubicBezTo>
                  <a:pt x="49703" y="22969"/>
                  <a:pt x="49736" y="23102"/>
                  <a:pt x="49836" y="23436"/>
                </a:cubicBezTo>
                <a:cubicBezTo>
                  <a:pt x="48802" y="22869"/>
                  <a:pt x="47902" y="22268"/>
                  <a:pt x="47368" y="21368"/>
                </a:cubicBezTo>
                <a:cubicBezTo>
                  <a:pt x="47001" y="20767"/>
                  <a:pt x="46701" y="20200"/>
                  <a:pt x="46334" y="19633"/>
                </a:cubicBezTo>
                <a:cubicBezTo>
                  <a:pt x="46148" y="19329"/>
                  <a:pt x="46013" y="19179"/>
                  <a:pt x="45865" y="19179"/>
                </a:cubicBezTo>
                <a:cubicBezTo>
                  <a:pt x="45721" y="19179"/>
                  <a:pt x="45563" y="19320"/>
                  <a:pt x="45333" y="19600"/>
                </a:cubicBezTo>
                <a:cubicBezTo>
                  <a:pt x="45233" y="19700"/>
                  <a:pt x="45200" y="19800"/>
                  <a:pt x="45166" y="19900"/>
                </a:cubicBezTo>
                <a:cubicBezTo>
                  <a:pt x="45066" y="19867"/>
                  <a:pt x="45033" y="19867"/>
                  <a:pt x="45000" y="19800"/>
                </a:cubicBezTo>
                <a:cubicBezTo>
                  <a:pt x="44866" y="19266"/>
                  <a:pt x="44733" y="18766"/>
                  <a:pt x="44633" y="18232"/>
                </a:cubicBezTo>
                <a:lnTo>
                  <a:pt x="44232" y="16864"/>
                </a:lnTo>
                <a:cubicBezTo>
                  <a:pt x="44199" y="16698"/>
                  <a:pt x="44066" y="16531"/>
                  <a:pt x="43966" y="16464"/>
                </a:cubicBezTo>
                <a:cubicBezTo>
                  <a:pt x="43955" y="16461"/>
                  <a:pt x="43943" y="16459"/>
                  <a:pt x="43931" y="16459"/>
                </a:cubicBezTo>
                <a:cubicBezTo>
                  <a:pt x="43824" y="16459"/>
                  <a:pt x="43655" y="16578"/>
                  <a:pt x="43565" y="16698"/>
                </a:cubicBezTo>
                <a:cubicBezTo>
                  <a:pt x="43332" y="16965"/>
                  <a:pt x="43132" y="17298"/>
                  <a:pt x="42831" y="17732"/>
                </a:cubicBezTo>
                <a:cubicBezTo>
                  <a:pt x="42531" y="17131"/>
                  <a:pt x="42264" y="16598"/>
                  <a:pt x="42031" y="16064"/>
                </a:cubicBezTo>
                <a:cubicBezTo>
                  <a:pt x="41964" y="15930"/>
                  <a:pt x="41864" y="15764"/>
                  <a:pt x="41797" y="15630"/>
                </a:cubicBezTo>
                <a:cubicBezTo>
                  <a:pt x="41670" y="15454"/>
                  <a:pt x="41549" y="15363"/>
                  <a:pt x="41440" y="15363"/>
                </a:cubicBezTo>
                <a:cubicBezTo>
                  <a:pt x="41322" y="15363"/>
                  <a:pt x="41217" y="15471"/>
                  <a:pt x="41130" y="15697"/>
                </a:cubicBezTo>
                <a:cubicBezTo>
                  <a:pt x="40963" y="16097"/>
                  <a:pt x="40830" y="16464"/>
                  <a:pt x="40630" y="16965"/>
                </a:cubicBezTo>
                <a:cubicBezTo>
                  <a:pt x="39496" y="14763"/>
                  <a:pt x="38295" y="12762"/>
                  <a:pt x="35893" y="11661"/>
                </a:cubicBezTo>
                <a:cubicBezTo>
                  <a:pt x="36227" y="11594"/>
                  <a:pt x="36394" y="11561"/>
                  <a:pt x="36627" y="11461"/>
                </a:cubicBezTo>
                <a:cubicBezTo>
                  <a:pt x="37661" y="11060"/>
                  <a:pt x="38729" y="10727"/>
                  <a:pt x="39729" y="10226"/>
                </a:cubicBezTo>
                <a:cubicBezTo>
                  <a:pt x="39965" y="10100"/>
                  <a:pt x="40157" y="10034"/>
                  <a:pt x="40332" y="10034"/>
                </a:cubicBezTo>
                <a:close/>
                <a:moveTo>
                  <a:pt x="39431" y="20184"/>
                </a:moveTo>
                <a:cubicBezTo>
                  <a:pt x="40003" y="20184"/>
                  <a:pt x="40423" y="20446"/>
                  <a:pt x="40997" y="21067"/>
                </a:cubicBezTo>
                <a:cubicBezTo>
                  <a:pt x="40130" y="21301"/>
                  <a:pt x="39329" y="21635"/>
                  <a:pt x="38462" y="21801"/>
                </a:cubicBezTo>
                <a:cubicBezTo>
                  <a:pt x="36060" y="22268"/>
                  <a:pt x="33658" y="22702"/>
                  <a:pt x="31290" y="23102"/>
                </a:cubicBezTo>
                <a:cubicBezTo>
                  <a:pt x="31223" y="23119"/>
                  <a:pt x="31148" y="23127"/>
                  <a:pt x="31077" y="23127"/>
                </a:cubicBezTo>
                <a:cubicBezTo>
                  <a:pt x="31006" y="23127"/>
                  <a:pt x="30940" y="23119"/>
                  <a:pt x="30890" y="23102"/>
                </a:cubicBezTo>
                <a:cubicBezTo>
                  <a:pt x="30752" y="23030"/>
                  <a:pt x="30640" y="22998"/>
                  <a:pt x="30549" y="22998"/>
                </a:cubicBezTo>
                <a:cubicBezTo>
                  <a:pt x="30264" y="22998"/>
                  <a:pt x="30181" y="23307"/>
                  <a:pt x="30156" y="23636"/>
                </a:cubicBezTo>
                <a:cubicBezTo>
                  <a:pt x="30122" y="23869"/>
                  <a:pt x="30056" y="24103"/>
                  <a:pt x="30022" y="24303"/>
                </a:cubicBezTo>
                <a:cubicBezTo>
                  <a:pt x="29355" y="23603"/>
                  <a:pt x="28688" y="22935"/>
                  <a:pt x="28021" y="22235"/>
                </a:cubicBezTo>
                <a:cubicBezTo>
                  <a:pt x="28855" y="22135"/>
                  <a:pt x="29789" y="22035"/>
                  <a:pt x="30656" y="21935"/>
                </a:cubicBezTo>
                <a:cubicBezTo>
                  <a:pt x="33358" y="21635"/>
                  <a:pt x="36027" y="21067"/>
                  <a:pt x="38662" y="20300"/>
                </a:cubicBezTo>
                <a:cubicBezTo>
                  <a:pt x="38954" y="20225"/>
                  <a:pt x="39204" y="20184"/>
                  <a:pt x="39431" y="20184"/>
                </a:cubicBezTo>
                <a:close/>
                <a:moveTo>
                  <a:pt x="48102" y="22769"/>
                </a:moveTo>
                <a:lnTo>
                  <a:pt x="48102" y="22769"/>
                </a:lnTo>
                <a:cubicBezTo>
                  <a:pt x="48736" y="23136"/>
                  <a:pt x="49369" y="23436"/>
                  <a:pt x="49937" y="23903"/>
                </a:cubicBezTo>
                <a:cubicBezTo>
                  <a:pt x="50203" y="24103"/>
                  <a:pt x="50270" y="24537"/>
                  <a:pt x="50504" y="24904"/>
                </a:cubicBezTo>
                <a:cubicBezTo>
                  <a:pt x="49203" y="24770"/>
                  <a:pt x="48035" y="24036"/>
                  <a:pt x="48102" y="22769"/>
                </a:cubicBezTo>
                <a:close/>
                <a:moveTo>
                  <a:pt x="20149" y="20867"/>
                </a:moveTo>
                <a:lnTo>
                  <a:pt x="20149" y="20867"/>
                </a:lnTo>
                <a:cubicBezTo>
                  <a:pt x="21650" y="22102"/>
                  <a:pt x="22717" y="23736"/>
                  <a:pt x="23851" y="25371"/>
                </a:cubicBezTo>
                <a:cubicBezTo>
                  <a:pt x="23783" y="25379"/>
                  <a:pt x="23718" y="25383"/>
                  <a:pt x="23656" y="25383"/>
                </a:cubicBezTo>
                <a:cubicBezTo>
                  <a:pt x="23232" y="25383"/>
                  <a:pt x="22937" y="25190"/>
                  <a:pt x="22617" y="24870"/>
                </a:cubicBezTo>
                <a:cubicBezTo>
                  <a:pt x="21917" y="23970"/>
                  <a:pt x="21216" y="23136"/>
                  <a:pt x="20449" y="22402"/>
                </a:cubicBezTo>
                <a:cubicBezTo>
                  <a:pt x="19882" y="21901"/>
                  <a:pt x="19882" y="21468"/>
                  <a:pt x="20149" y="20867"/>
                </a:cubicBezTo>
                <a:close/>
                <a:moveTo>
                  <a:pt x="17036" y="20567"/>
                </a:moveTo>
                <a:cubicBezTo>
                  <a:pt x="17714" y="20567"/>
                  <a:pt x="18292" y="20840"/>
                  <a:pt x="18848" y="21368"/>
                </a:cubicBezTo>
                <a:cubicBezTo>
                  <a:pt x="20049" y="22435"/>
                  <a:pt x="21183" y="23636"/>
                  <a:pt x="22117" y="24970"/>
                </a:cubicBezTo>
                <a:cubicBezTo>
                  <a:pt x="22150" y="25037"/>
                  <a:pt x="22183" y="25104"/>
                  <a:pt x="22217" y="25204"/>
                </a:cubicBezTo>
                <a:cubicBezTo>
                  <a:pt x="21794" y="25204"/>
                  <a:pt x="21387" y="25174"/>
                  <a:pt x="20974" y="25174"/>
                </a:cubicBezTo>
                <a:cubicBezTo>
                  <a:pt x="20768" y="25174"/>
                  <a:pt x="20560" y="25182"/>
                  <a:pt x="20349" y="25204"/>
                </a:cubicBezTo>
                <a:cubicBezTo>
                  <a:pt x="17613" y="25270"/>
                  <a:pt x="14811" y="25404"/>
                  <a:pt x="12043" y="25471"/>
                </a:cubicBezTo>
                <a:cubicBezTo>
                  <a:pt x="11943" y="25471"/>
                  <a:pt x="11809" y="25437"/>
                  <a:pt x="11676" y="25404"/>
                </a:cubicBezTo>
                <a:cubicBezTo>
                  <a:pt x="10809" y="24937"/>
                  <a:pt x="9975" y="24470"/>
                  <a:pt x="9107" y="24036"/>
                </a:cubicBezTo>
                <a:cubicBezTo>
                  <a:pt x="9007" y="23970"/>
                  <a:pt x="8974" y="23936"/>
                  <a:pt x="8807" y="23803"/>
                </a:cubicBezTo>
                <a:cubicBezTo>
                  <a:pt x="9541" y="23436"/>
                  <a:pt x="10175" y="23036"/>
                  <a:pt x="10809" y="22769"/>
                </a:cubicBezTo>
                <a:cubicBezTo>
                  <a:pt x="12443" y="22068"/>
                  <a:pt x="14111" y="21434"/>
                  <a:pt x="15712" y="20767"/>
                </a:cubicBezTo>
                <a:cubicBezTo>
                  <a:pt x="16012" y="20701"/>
                  <a:pt x="16313" y="20634"/>
                  <a:pt x="16613" y="20600"/>
                </a:cubicBezTo>
                <a:cubicBezTo>
                  <a:pt x="16758" y="20578"/>
                  <a:pt x="16899" y="20567"/>
                  <a:pt x="17036" y="20567"/>
                </a:cubicBezTo>
                <a:close/>
                <a:moveTo>
                  <a:pt x="20749" y="20767"/>
                </a:moveTo>
                <a:lnTo>
                  <a:pt x="20749" y="20767"/>
                </a:lnTo>
                <a:cubicBezTo>
                  <a:pt x="21183" y="20967"/>
                  <a:pt x="21650" y="21101"/>
                  <a:pt x="21917" y="21301"/>
                </a:cubicBezTo>
                <a:cubicBezTo>
                  <a:pt x="23151" y="22602"/>
                  <a:pt x="24385" y="23869"/>
                  <a:pt x="25252" y="25537"/>
                </a:cubicBezTo>
                <a:cubicBezTo>
                  <a:pt x="25162" y="25562"/>
                  <a:pt x="25082" y="25574"/>
                  <a:pt x="25009" y="25574"/>
                </a:cubicBezTo>
                <a:cubicBezTo>
                  <a:pt x="24781" y="25574"/>
                  <a:pt x="24612" y="25456"/>
                  <a:pt x="24385" y="25204"/>
                </a:cubicBezTo>
                <a:cubicBezTo>
                  <a:pt x="23251" y="23769"/>
                  <a:pt x="22050" y="22402"/>
                  <a:pt x="20882" y="21034"/>
                </a:cubicBezTo>
                <a:cubicBezTo>
                  <a:pt x="20849" y="21034"/>
                  <a:pt x="20849" y="20934"/>
                  <a:pt x="20749" y="20767"/>
                </a:cubicBezTo>
                <a:close/>
                <a:moveTo>
                  <a:pt x="22884" y="20767"/>
                </a:moveTo>
                <a:cubicBezTo>
                  <a:pt x="24285" y="22402"/>
                  <a:pt x="25686" y="23970"/>
                  <a:pt x="26620" y="25971"/>
                </a:cubicBezTo>
                <a:cubicBezTo>
                  <a:pt x="26543" y="25984"/>
                  <a:pt x="26472" y="25990"/>
                  <a:pt x="26406" y="25990"/>
                </a:cubicBezTo>
                <a:cubicBezTo>
                  <a:pt x="26131" y="25990"/>
                  <a:pt x="25948" y="25873"/>
                  <a:pt x="25786" y="25604"/>
                </a:cubicBezTo>
                <a:cubicBezTo>
                  <a:pt x="24885" y="24070"/>
                  <a:pt x="23818" y="22735"/>
                  <a:pt x="22550" y="21534"/>
                </a:cubicBezTo>
                <a:cubicBezTo>
                  <a:pt x="22183" y="21201"/>
                  <a:pt x="22317" y="20934"/>
                  <a:pt x="22884" y="20767"/>
                </a:cubicBezTo>
                <a:close/>
                <a:moveTo>
                  <a:pt x="50939" y="15496"/>
                </a:moveTo>
                <a:cubicBezTo>
                  <a:pt x="51114" y="15496"/>
                  <a:pt x="51216" y="15648"/>
                  <a:pt x="51237" y="16031"/>
                </a:cubicBezTo>
                <a:cubicBezTo>
                  <a:pt x="51438" y="17065"/>
                  <a:pt x="51671" y="18132"/>
                  <a:pt x="51805" y="19199"/>
                </a:cubicBezTo>
                <a:cubicBezTo>
                  <a:pt x="52071" y="21401"/>
                  <a:pt x="52038" y="23636"/>
                  <a:pt x="51704" y="25871"/>
                </a:cubicBezTo>
                <a:cubicBezTo>
                  <a:pt x="51671" y="26071"/>
                  <a:pt x="51504" y="26238"/>
                  <a:pt x="51371" y="26405"/>
                </a:cubicBezTo>
                <a:cubicBezTo>
                  <a:pt x="51237" y="26238"/>
                  <a:pt x="51004" y="26071"/>
                  <a:pt x="51037" y="25904"/>
                </a:cubicBezTo>
                <a:cubicBezTo>
                  <a:pt x="51137" y="25237"/>
                  <a:pt x="50537" y="24770"/>
                  <a:pt x="50537" y="24136"/>
                </a:cubicBezTo>
                <a:cubicBezTo>
                  <a:pt x="50537" y="23903"/>
                  <a:pt x="50570" y="23703"/>
                  <a:pt x="50604" y="23469"/>
                </a:cubicBezTo>
                <a:cubicBezTo>
                  <a:pt x="50670" y="23369"/>
                  <a:pt x="50704" y="23269"/>
                  <a:pt x="50704" y="23136"/>
                </a:cubicBezTo>
                <a:cubicBezTo>
                  <a:pt x="50737" y="21101"/>
                  <a:pt x="50837" y="19099"/>
                  <a:pt x="50837" y="17065"/>
                </a:cubicBezTo>
                <a:cubicBezTo>
                  <a:pt x="50871" y="16598"/>
                  <a:pt x="50704" y="16131"/>
                  <a:pt x="50570" y="15630"/>
                </a:cubicBezTo>
                <a:cubicBezTo>
                  <a:pt x="50716" y="15545"/>
                  <a:pt x="50839" y="15496"/>
                  <a:pt x="50939" y="15496"/>
                </a:cubicBezTo>
                <a:close/>
                <a:moveTo>
                  <a:pt x="23451" y="20767"/>
                </a:moveTo>
                <a:lnTo>
                  <a:pt x="23451" y="20767"/>
                </a:lnTo>
                <a:cubicBezTo>
                  <a:pt x="24051" y="20901"/>
                  <a:pt x="24618" y="20934"/>
                  <a:pt x="24985" y="21468"/>
                </a:cubicBezTo>
                <a:cubicBezTo>
                  <a:pt x="26053" y="22969"/>
                  <a:pt x="27020" y="24603"/>
                  <a:pt x="27721" y="26305"/>
                </a:cubicBezTo>
                <a:lnTo>
                  <a:pt x="27621" y="26438"/>
                </a:lnTo>
                <a:cubicBezTo>
                  <a:pt x="27454" y="26305"/>
                  <a:pt x="27287" y="26238"/>
                  <a:pt x="27187" y="26071"/>
                </a:cubicBezTo>
                <a:cubicBezTo>
                  <a:pt x="26286" y="24136"/>
                  <a:pt x="25052" y="22435"/>
                  <a:pt x="23518" y="20967"/>
                </a:cubicBezTo>
                <a:cubicBezTo>
                  <a:pt x="23484" y="20967"/>
                  <a:pt x="23484" y="20901"/>
                  <a:pt x="23451" y="20767"/>
                </a:cubicBezTo>
                <a:close/>
                <a:moveTo>
                  <a:pt x="48469" y="24570"/>
                </a:moveTo>
                <a:lnTo>
                  <a:pt x="48469" y="24570"/>
                </a:lnTo>
                <a:cubicBezTo>
                  <a:pt x="49136" y="24870"/>
                  <a:pt x="49770" y="25070"/>
                  <a:pt x="50370" y="25404"/>
                </a:cubicBezTo>
                <a:cubicBezTo>
                  <a:pt x="50604" y="25537"/>
                  <a:pt x="50670" y="25971"/>
                  <a:pt x="50737" y="26305"/>
                </a:cubicBezTo>
                <a:cubicBezTo>
                  <a:pt x="50737" y="26371"/>
                  <a:pt x="50537" y="26471"/>
                  <a:pt x="50404" y="26571"/>
                </a:cubicBezTo>
                <a:cubicBezTo>
                  <a:pt x="49836" y="26872"/>
                  <a:pt x="49203" y="27138"/>
                  <a:pt x="48469" y="27539"/>
                </a:cubicBezTo>
                <a:cubicBezTo>
                  <a:pt x="48502" y="26905"/>
                  <a:pt x="48502" y="26471"/>
                  <a:pt x="48536" y="26071"/>
                </a:cubicBezTo>
                <a:cubicBezTo>
                  <a:pt x="49203" y="26238"/>
                  <a:pt x="49836" y="26405"/>
                  <a:pt x="50404" y="26571"/>
                </a:cubicBezTo>
                <a:cubicBezTo>
                  <a:pt x="50303" y="26438"/>
                  <a:pt x="50203" y="26271"/>
                  <a:pt x="50003" y="26104"/>
                </a:cubicBezTo>
                <a:cubicBezTo>
                  <a:pt x="49703" y="25938"/>
                  <a:pt x="49369" y="25804"/>
                  <a:pt x="49036" y="25704"/>
                </a:cubicBezTo>
                <a:cubicBezTo>
                  <a:pt x="48502" y="25537"/>
                  <a:pt x="48402" y="25104"/>
                  <a:pt x="48469" y="24570"/>
                </a:cubicBezTo>
                <a:close/>
                <a:moveTo>
                  <a:pt x="24852" y="10393"/>
                </a:moveTo>
                <a:cubicBezTo>
                  <a:pt x="27787" y="10393"/>
                  <a:pt x="30323" y="11394"/>
                  <a:pt x="32524" y="13262"/>
                </a:cubicBezTo>
                <a:cubicBezTo>
                  <a:pt x="32624" y="13295"/>
                  <a:pt x="32691" y="13395"/>
                  <a:pt x="32791" y="13462"/>
                </a:cubicBezTo>
                <a:cubicBezTo>
                  <a:pt x="32922" y="13567"/>
                  <a:pt x="33032" y="13620"/>
                  <a:pt x="33122" y="13620"/>
                </a:cubicBezTo>
                <a:cubicBezTo>
                  <a:pt x="33261" y="13620"/>
                  <a:pt x="33351" y="13492"/>
                  <a:pt x="33391" y="13229"/>
                </a:cubicBezTo>
                <a:cubicBezTo>
                  <a:pt x="33441" y="12928"/>
                  <a:pt x="33735" y="12722"/>
                  <a:pt x="34020" y="12722"/>
                </a:cubicBezTo>
                <a:cubicBezTo>
                  <a:pt x="34115" y="12722"/>
                  <a:pt x="34209" y="12745"/>
                  <a:pt x="34292" y="12795"/>
                </a:cubicBezTo>
                <a:cubicBezTo>
                  <a:pt x="34325" y="12795"/>
                  <a:pt x="34325" y="12895"/>
                  <a:pt x="34359" y="12895"/>
                </a:cubicBezTo>
                <a:cubicBezTo>
                  <a:pt x="34559" y="12928"/>
                  <a:pt x="34792" y="12928"/>
                  <a:pt x="34993" y="12962"/>
                </a:cubicBezTo>
                <a:cubicBezTo>
                  <a:pt x="34892" y="12795"/>
                  <a:pt x="34826" y="12661"/>
                  <a:pt x="34692" y="12428"/>
                </a:cubicBezTo>
                <a:cubicBezTo>
                  <a:pt x="34753" y="12146"/>
                  <a:pt x="34874" y="12034"/>
                  <a:pt x="35064" y="12034"/>
                </a:cubicBezTo>
                <a:cubicBezTo>
                  <a:pt x="35188" y="12034"/>
                  <a:pt x="35341" y="12082"/>
                  <a:pt x="35526" y="12161"/>
                </a:cubicBezTo>
                <a:cubicBezTo>
                  <a:pt x="37294" y="12962"/>
                  <a:pt x="38362" y="14396"/>
                  <a:pt x="39296" y="15997"/>
                </a:cubicBezTo>
                <a:cubicBezTo>
                  <a:pt x="39629" y="16631"/>
                  <a:pt x="39896" y="17265"/>
                  <a:pt x="40230" y="17899"/>
                </a:cubicBezTo>
                <a:cubicBezTo>
                  <a:pt x="40330" y="17999"/>
                  <a:pt x="40496" y="18165"/>
                  <a:pt x="40563" y="18165"/>
                </a:cubicBezTo>
                <a:cubicBezTo>
                  <a:pt x="40730" y="18132"/>
                  <a:pt x="40863" y="17965"/>
                  <a:pt x="40963" y="17865"/>
                </a:cubicBezTo>
                <a:cubicBezTo>
                  <a:pt x="41130" y="17465"/>
                  <a:pt x="41230" y="17065"/>
                  <a:pt x="41397" y="16631"/>
                </a:cubicBezTo>
                <a:cubicBezTo>
                  <a:pt x="41464" y="16631"/>
                  <a:pt x="41531" y="16598"/>
                  <a:pt x="41564" y="16598"/>
                </a:cubicBezTo>
                <a:cubicBezTo>
                  <a:pt x="41831" y="17231"/>
                  <a:pt x="42031" y="17865"/>
                  <a:pt x="42298" y="18466"/>
                </a:cubicBezTo>
                <a:cubicBezTo>
                  <a:pt x="42364" y="18632"/>
                  <a:pt x="42498" y="18799"/>
                  <a:pt x="42565" y="18966"/>
                </a:cubicBezTo>
                <a:cubicBezTo>
                  <a:pt x="42731" y="18833"/>
                  <a:pt x="42965" y="18766"/>
                  <a:pt x="43065" y="18599"/>
                </a:cubicBezTo>
                <a:cubicBezTo>
                  <a:pt x="43298" y="18299"/>
                  <a:pt x="43499" y="17999"/>
                  <a:pt x="43799" y="17565"/>
                </a:cubicBezTo>
                <a:cubicBezTo>
                  <a:pt x="43999" y="18499"/>
                  <a:pt x="44199" y="19333"/>
                  <a:pt x="44399" y="20133"/>
                </a:cubicBezTo>
                <a:cubicBezTo>
                  <a:pt x="44533" y="20534"/>
                  <a:pt x="44699" y="20867"/>
                  <a:pt x="44833" y="21201"/>
                </a:cubicBezTo>
                <a:cubicBezTo>
                  <a:pt x="45066" y="20901"/>
                  <a:pt x="45333" y="20634"/>
                  <a:pt x="45533" y="20400"/>
                </a:cubicBezTo>
                <a:cubicBezTo>
                  <a:pt x="45600" y="20267"/>
                  <a:pt x="45700" y="20167"/>
                  <a:pt x="45834" y="20000"/>
                </a:cubicBezTo>
                <a:cubicBezTo>
                  <a:pt x="47101" y="21668"/>
                  <a:pt x="47702" y="23569"/>
                  <a:pt x="47768" y="25637"/>
                </a:cubicBezTo>
                <a:cubicBezTo>
                  <a:pt x="47735" y="25504"/>
                  <a:pt x="47668" y="25437"/>
                  <a:pt x="47602" y="25304"/>
                </a:cubicBezTo>
                <a:cubicBezTo>
                  <a:pt x="47568" y="25170"/>
                  <a:pt x="47535" y="25004"/>
                  <a:pt x="47501" y="24904"/>
                </a:cubicBezTo>
                <a:cubicBezTo>
                  <a:pt x="47501" y="24737"/>
                  <a:pt x="47435" y="24603"/>
                  <a:pt x="47401" y="24437"/>
                </a:cubicBezTo>
                <a:cubicBezTo>
                  <a:pt x="47335" y="24503"/>
                  <a:pt x="47201" y="24603"/>
                  <a:pt x="47101" y="24670"/>
                </a:cubicBezTo>
                <a:cubicBezTo>
                  <a:pt x="47101" y="24904"/>
                  <a:pt x="47168" y="25104"/>
                  <a:pt x="47168" y="25270"/>
                </a:cubicBezTo>
                <a:cubicBezTo>
                  <a:pt x="47001" y="25404"/>
                  <a:pt x="46834" y="25571"/>
                  <a:pt x="46701" y="25671"/>
                </a:cubicBezTo>
                <a:cubicBezTo>
                  <a:pt x="46901" y="25671"/>
                  <a:pt x="47068" y="25737"/>
                  <a:pt x="47268" y="25771"/>
                </a:cubicBezTo>
                <a:cubicBezTo>
                  <a:pt x="47735" y="26305"/>
                  <a:pt x="48069" y="26905"/>
                  <a:pt x="47668" y="27739"/>
                </a:cubicBezTo>
                <a:cubicBezTo>
                  <a:pt x="47468" y="27405"/>
                  <a:pt x="47235" y="27105"/>
                  <a:pt x="47034" y="26805"/>
                </a:cubicBezTo>
                <a:cubicBezTo>
                  <a:pt x="45700" y="24803"/>
                  <a:pt x="44266" y="22802"/>
                  <a:pt x="42398" y="21268"/>
                </a:cubicBezTo>
                <a:cubicBezTo>
                  <a:pt x="40430" y="19633"/>
                  <a:pt x="38161" y="18566"/>
                  <a:pt x="35826" y="17632"/>
                </a:cubicBezTo>
                <a:cubicBezTo>
                  <a:pt x="31690" y="15964"/>
                  <a:pt x="27454" y="14730"/>
                  <a:pt x="23051" y="13962"/>
                </a:cubicBezTo>
                <a:cubicBezTo>
                  <a:pt x="19742" y="13395"/>
                  <a:pt x="16404" y="13126"/>
                  <a:pt x="13008" y="13126"/>
                </a:cubicBezTo>
                <a:cubicBezTo>
                  <a:pt x="12809" y="13126"/>
                  <a:pt x="12609" y="13127"/>
                  <a:pt x="12410" y="13128"/>
                </a:cubicBezTo>
                <a:cubicBezTo>
                  <a:pt x="11476" y="13128"/>
                  <a:pt x="11009" y="13395"/>
                  <a:pt x="10642" y="14062"/>
                </a:cubicBezTo>
                <a:cubicBezTo>
                  <a:pt x="11400" y="13511"/>
                  <a:pt x="12221" y="13355"/>
                  <a:pt x="13062" y="13355"/>
                </a:cubicBezTo>
                <a:cubicBezTo>
                  <a:pt x="13443" y="13355"/>
                  <a:pt x="13827" y="13387"/>
                  <a:pt x="14211" y="13429"/>
                </a:cubicBezTo>
                <a:cubicBezTo>
                  <a:pt x="16746" y="13729"/>
                  <a:pt x="19315" y="13962"/>
                  <a:pt x="21850" y="14263"/>
                </a:cubicBezTo>
                <a:cubicBezTo>
                  <a:pt x="21983" y="14263"/>
                  <a:pt x="22117" y="14296"/>
                  <a:pt x="22217" y="14363"/>
                </a:cubicBezTo>
                <a:lnTo>
                  <a:pt x="22217" y="14563"/>
                </a:lnTo>
                <a:cubicBezTo>
                  <a:pt x="21016" y="14930"/>
                  <a:pt x="19815" y="15297"/>
                  <a:pt x="18547" y="15730"/>
                </a:cubicBezTo>
                <a:cubicBezTo>
                  <a:pt x="16212" y="16297"/>
                  <a:pt x="13844" y="16264"/>
                  <a:pt x="11509" y="16431"/>
                </a:cubicBezTo>
                <a:cubicBezTo>
                  <a:pt x="11422" y="16436"/>
                  <a:pt x="11337" y="16438"/>
                  <a:pt x="11255" y="16438"/>
                </a:cubicBezTo>
                <a:cubicBezTo>
                  <a:pt x="10268" y="16438"/>
                  <a:pt x="9626" y="16069"/>
                  <a:pt x="9041" y="15330"/>
                </a:cubicBezTo>
                <a:cubicBezTo>
                  <a:pt x="8874" y="15130"/>
                  <a:pt x="8640" y="14963"/>
                  <a:pt x="8474" y="14763"/>
                </a:cubicBezTo>
                <a:cubicBezTo>
                  <a:pt x="8007" y="14263"/>
                  <a:pt x="7973" y="13896"/>
                  <a:pt x="8440" y="13395"/>
                </a:cubicBezTo>
                <a:cubicBezTo>
                  <a:pt x="8707" y="13095"/>
                  <a:pt x="9041" y="12828"/>
                  <a:pt x="9441" y="12628"/>
                </a:cubicBezTo>
                <a:cubicBezTo>
                  <a:pt x="11209" y="11661"/>
                  <a:pt x="13210" y="11394"/>
                  <a:pt x="15212" y="11127"/>
                </a:cubicBezTo>
                <a:cubicBezTo>
                  <a:pt x="16382" y="10992"/>
                  <a:pt x="17542" y="10928"/>
                  <a:pt x="18696" y="10928"/>
                </a:cubicBezTo>
                <a:cubicBezTo>
                  <a:pt x="20401" y="10928"/>
                  <a:pt x="22093" y="11068"/>
                  <a:pt x="23785" y="11327"/>
                </a:cubicBezTo>
                <a:cubicBezTo>
                  <a:pt x="23869" y="11348"/>
                  <a:pt x="23943" y="11359"/>
                  <a:pt x="24007" y="11359"/>
                </a:cubicBezTo>
                <a:cubicBezTo>
                  <a:pt x="24246" y="11359"/>
                  <a:pt x="24345" y="11209"/>
                  <a:pt x="24318" y="10893"/>
                </a:cubicBezTo>
                <a:cubicBezTo>
                  <a:pt x="24218" y="10426"/>
                  <a:pt x="24485" y="10393"/>
                  <a:pt x="24852" y="10393"/>
                </a:cubicBezTo>
                <a:close/>
                <a:moveTo>
                  <a:pt x="41393" y="21379"/>
                </a:moveTo>
                <a:cubicBezTo>
                  <a:pt x="41507" y="21379"/>
                  <a:pt x="41619" y="21395"/>
                  <a:pt x="41697" y="21434"/>
                </a:cubicBezTo>
                <a:cubicBezTo>
                  <a:pt x="43499" y="22902"/>
                  <a:pt x="44900" y="24737"/>
                  <a:pt x="46201" y="26705"/>
                </a:cubicBezTo>
                <a:cubicBezTo>
                  <a:pt x="44450" y="27517"/>
                  <a:pt x="42729" y="27979"/>
                  <a:pt x="40900" y="27979"/>
                </a:cubicBezTo>
                <a:cubicBezTo>
                  <a:pt x="40777" y="27979"/>
                  <a:pt x="40654" y="27977"/>
                  <a:pt x="40530" y="27972"/>
                </a:cubicBezTo>
                <a:cubicBezTo>
                  <a:pt x="40471" y="27982"/>
                  <a:pt x="40415" y="27987"/>
                  <a:pt x="40361" y="27987"/>
                </a:cubicBezTo>
                <a:cubicBezTo>
                  <a:pt x="40043" y="27987"/>
                  <a:pt x="39790" y="27824"/>
                  <a:pt x="39562" y="27539"/>
                </a:cubicBezTo>
                <a:cubicBezTo>
                  <a:pt x="38395" y="26104"/>
                  <a:pt x="37027" y="25037"/>
                  <a:pt x="35326" y="24370"/>
                </a:cubicBezTo>
                <a:cubicBezTo>
                  <a:pt x="35184" y="24315"/>
                  <a:pt x="35068" y="24286"/>
                  <a:pt x="34974" y="24286"/>
                </a:cubicBezTo>
                <a:cubicBezTo>
                  <a:pt x="34779" y="24286"/>
                  <a:pt x="34681" y="24411"/>
                  <a:pt x="34659" y="24703"/>
                </a:cubicBezTo>
                <a:cubicBezTo>
                  <a:pt x="34626" y="25104"/>
                  <a:pt x="34325" y="25270"/>
                  <a:pt x="33992" y="25371"/>
                </a:cubicBezTo>
                <a:cubicBezTo>
                  <a:pt x="33950" y="25377"/>
                  <a:pt x="33911" y="25380"/>
                  <a:pt x="33876" y="25380"/>
                </a:cubicBezTo>
                <a:cubicBezTo>
                  <a:pt x="33544" y="25380"/>
                  <a:pt x="33472" y="25118"/>
                  <a:pt x="33291" y="24937"/>
                </a:cubicBezTo>
                <a:cubicBezTo>
                  <a:pt x="32824" y="24437"/>
                  <a:pt x="32357" y="23970"/>
                  <a:pt x="31857" y="23436"/>
                </a:cubicBezTo>
                <a:cubicBezTo>
                  <a:pt x="32624" y="23302"/>
                  <a:pt x="33325" y="23236"/>
                  <a:pt x="34059" y="23102"/>
                </a:cubicBezTo>
                <a:cubicBezTo>
                  <a:pt x="36494" y="22769"/>
                  <a:pt x="38829" y="22135"/>
                  <a:pt x="41164" y="21401"/>
                </a:cubicBezTo>
                <a:cubicBezTo>
                  <a:pt x="41233" y="21387"/>
                  <a:pt x="41313" y="21379"/>
                  <a:pt x="41393" y="21379"/>
                </a:cubicBezTo>
                <a:close/>
                <a:moveTo>
                  <a:pt x="8313" y="24235"/>
                </a:moveTo>
                <a:cubicBezTo>
                  <a:pt x="8944" y="24235"/>
                  <a:pt x="10552" y="24983"/>
                  <a:pt x="11009" y="25571"/>
                </a:cubicBezTo>
                <a:cubicBezTo>
                  <a:pt x="8707" y="25938"/>
                  <a:pt x="6472" y="26305"/>
                  <a:pt x="4471" y="27305"/>
                </a:cubicBezTo>
                <a:cubicBezTo>
                  <a:pt x="4471" y="27372"/>
                  <a:pt x="4504" y="27405"/>
                  <a:pt x="4504" y="27439"/>
                </a:cubicBezTo>
                <a:cubicBezTo>
                  <a:pt x="5672" y="27205"/>
                  <a:pt x="6872" y="26972"/>
                  <a:pt x="8040" y="26738"/>
                </a:cubicBezTo>
                <a:cubicBezTo>
                  <a:pt x="8040" y="26772"/>
                  <a:pt x="8073" y="26805"/>
                  <a:pt x="8073" y="26872"/>
                </a:cubicBezTo>
                <a:cubicBezTo>
                  <a:pt x="7973" y="26972"/>
                  <a:pt x="7840" y="27105"/>
                  <a:pt x="7706" y="27205"/>
                </a:cubicBezTo>
                <a:cubicBezTo>
                  <a:pt x="6839" y="27639"/>
                  <a:pt x="5972" y="28139"/>
                  <a:pt x="5105" y="28606"/>
                </a:cubicBezTo>
                <a:cubicBezTo>
                  <a:pt x="4980" y="28668"/>
                  <a:pt x="4835" y="28694"/>
                  <a:pt x="4688" y="28694"/>
                </a:cubicBezTo>
                <a:cubicBezTo>
                  <a:pt x="4518" y="28694"/>
                  <a:pt x="4347" y="28660"/>
                  <a:pt x="4204" y="28606"/>
                </a:cubicBezTo>
                <a:cubicBezTo>
                  <a:pt x="3704" y="28439"/>
                  <a:pt x="3270" y="28139"/>
                  <a:pt x="2669" y="27806"/>
                </a:cubicBezTo>
                <a:cubicBezTo>
                  <a:pt x="3036" y="27439"/>
                  <a:pt x="3337" y="27072"/>
                  <a:pt x="3704" y="26805"/>
                </a:cubicBezTo>
                <a:cubicBezTo>
                  <a:pt x="5105" y="25971"/>
                  <a:pt x="6506" y="25137"/>
                  <a:pt x="7940" y="24303"/>
                </a:cubicBezTo>
                <a:cubicBezTo>
                  <a:pt x="8040" y="24270"/>
                  <a:pt x="8140" y="24236"/>
                  <a:pt x="8273" y="24236"/>
                </a:cubicBezTo>
                <a:cubicBezTo>
                  <a:pt x="8286" y="24236"/>
                  <a:pt x="8299" y="24235"/>
                  <a:pt x="8313" y="24235"/>
                </a:cubicBezTo>
                <a:close/>
                <a:moveTo>
                  <a:pt x="46401" y="27239"/>
                </a:moveTo>
                <a:lnTo>
                  <a:pt x="46401" y="27239"/>
                </a:lnTo>
                <a:cubicBezTo>
                  <a:pt x="45667" y="27906"/>
                  <a:pt x="44766" y="28306"/>
                  <a:pt x="43832" y="28539"/>
                </a:cubicBezTo>
                <a:cubicBezTo>
                  <a:pt x="42865" y="28773"/>
                  <a:pt x="41897" y="28873"/>
                  <a:pt x="40897" y="28973"/>
                </a:cubicBezTo>
                <a:cubicBezTo>
                  <a:pt x="40836" y="28986"/>
                  <a:pt x="40782" y="28992"/>
                  <a:pt x="40733" y="28992"/>
                </a:cubicBezTo>
                <a:cubicBezTo>
                  <a:pt x="40403" y="28992"/>
                  <a:pt x="40312" y="28708"/>
                  <a:pt x="40196" y="28273"/>
                </a:cubicBezTo>
                <a:lnTo>
                  <a:pt x="40196" y="28273"/>
                </a:lnTo>
                <a:cubicBezTo>
                  <a:pt x="40637" y="28339"/>
                  <a:pt x="41069" y="28370"/>
                  <a:pt x="41495" y="28370"/>
                </a:cubicBezTo>
                <a:cubicBezTo>
                  <a:pt x="43198" y="28370"/>
                  <a:pt x="44800" y="27879"/>
                  <a:pt x="46401" y="27239"/>
                </a:cubicBezTo>
                <a:close/>
                <a:moveTo>
                  <a:pt x="10508" y="26471"/>
                </a:moveTo>
                <a:cubicBezTo>
                  <a:pt x="10342" y="26705"/>
                  <a:pt x="10242" y="26805"/>
                  <a:pt x="10141" y="26938"/>
                </a:cubicBezTo>
                <a:cubicBezTo>
                  <a:pt x="9041" y="27939"/>
                  <a:pt x="7840" y="28773"/>
                  <a:pt x="6472" y="29307"/>
                </a:cubicBezTo>
                <a:cubicBezTo>
                  <a:pt x="6390" y="29339"/>
                  <a:pt x="6299" y="29352"/>
                  <a:pt x="6200" y="29352"/>
                </a:cubicBezTo>
                <a:cubicBezTo>
                  <a:pt x="5897" y="29352"/>
                  <a:pt x="5532" y="29232"/>
                  <a:pt x="5205" y="29207"/>
                </a:cubicBezTo>
                <a:lnTo>
                  <a:pt x="5205" y="28973"/>
                </a:lnTo>
                <a:cubicBezTo>
                  <a:pt x="5371" y="28906"/>
                  <a:pt x="5605" y="28873"/>
                  <a:pt x="5705" y="28773"/>
                </a:cubicBezTo>
                <a:cubicBezTo>
                  <a:pt x="6639" y="28239"/>
                  <a:pt x="7540" y="27739"/>
                  <a:pt x="8374" y="27105"/>
                </a:cubicBezTo>
                <a:cubicBezTo>
                  <a:pt x="9007" y="26605"/>
                  <a:pt x="9674" y="26471"/>
                  <a:pt x="10508" y="26471"/>
                </a:cubicBezTo>
                <a:close/>
                <a:moveTo>
                  <a:pt x="46968" y="27806"/>
                </a:moveTo>
                <a:lnTo>
                  <a:pt x="46968" y="27806"/>
                </a:lnTo>
                <a:cubicBezTo>
                  <a:pt x="46901" y="27972"/>
                  <a:pt x="46868" y="28206"/>
                  <a:pt x="46734" y="28306"/>
                </a:cubicBezTo>
                <a:cubicBezTo>
                  <a:pt x="45800" y="29207"/>
                  <a:pt x="44566" y="29607"/>
                  <a:pt x="43365" y="29907"/>
                </a:cubicBezTo>
                <a:cubicBezTo>
                  <a:pt x="42798" y="30041"/>
                  <a:pt x="42198" y="30074"/>
                  <a:pt x="41664" y="30141"/>
                </a:cubicBezTo>
                <a:cubicBezTo>
                  <a:pt x="41577" y="30157"/>
                  <a:pt x="41496" y="30165"/>
                  <a:pt x="41423" y="30165"/>
                </a:cubicBezTo>
                <a:cubicBezTo>
                  <a:pt x="41049" y="30165"/>
                  <a:pt x="40858" y="29948"/>
                  <a:pt x="40830" y="29473"/>
                </a:cubicBezTo>
                <a:cubicBezTo>
                  <a:pt x="41497" y="29440"/>
                  <a:pt x="42164" y="29440"/>
                  <a:pt x="42831" y="29373"/>
                </a:cubicBezTo>
                <a:cubicBezTo>
                  <a:pt x="44166" y="29207"/>
                  <a:pt x="45333" y="28706"/>
                  <a:pt x="46467" y="27939"/>
                </a:cubicBezTo>
                <a:cubicBezTo>
                  <a:pt x="46567" y="27872"/>
                  <a:pt x="46801" y="27872"/>
                  <a:pt x="46968" y="27806"/>
                </a:cubicBezTo>
                <a:close/>
                <a:moveTo>
                  <a:pt x="12894" y="26139"/>
                </a:moveTo>
                <a:cubicBezTo>
                  <a:pt x="12995" y="26139"/>
                  <a:pt x="13110" y="26160"/>
                  <a:pt x="13244" y="26204"/>
                </a:cubicBezTo>
                <a:lnTo>
                  <a:pt x="12643" y="27305"/>
                </a:lnTo>
                <a:cubicBezTo>
                  <a:pt x="11976" y="28473"/>
                  <a:pt x="11042" y="29440"/>
                  <a:pt x="10008" y="30274"/>
                </a:cubicBezTo>
                <a:cubicBezTo>
                  <a:pt x="9770" y="30468"/>
                  <a:pt x="9584" y="30562"/>
                  <a:pt x="9399" y="30562"/>
                </a:cubicBezTo>
                <a:cubicBezTo>
                  <a:pt x="9169" y="30562"/>
                  <a:pt x="8939" y="30417"/>
                  <a:pt x="8607" y="30141"/>
                </a:cubicBezTo>
                <a:cubicBezTo>
                  <a:pt x="10275" y="29407"/>
                  <a:pt x="11309" y="27972"/>
                  <a:pt x="12310" y="26538"/>
                </a:cubicBezTo>
                <a:cubicBezTo>
                  <a:pt x="12456" y="26294"/>
                  <a:pt x="12621" y="26139"/>
                  <a:pt x="12894" y="26139"/>
                </a:cubicBezTo>
                <a:close/>
                <a:moveTo>
                  <a:pt x="19540" y="25632"/>
                </a:moveTo>
                <a:cubicBezTo>
                  <a:pt x="22115" y="25632"/>
                  <a:pt x="24629" y="26159"/>
                  <a:pt x="27054" y="27072"/>
                </a:cubicBezTo>
                <a:cubicBezTo>
                  <a:pt x="26553" y="27239"/>
                  <a:pt x="26053" y="27405"/>
                  <a:pt x="25519" y="27572"/>
                </a:cubicBezTo>
                <a:cubicBezTo>
                  <a:pt x="23017" y="28406"/>
                  <a:pt x="20649" y="29540"/>
                  <a:pt x="18347" y="30874"/>
                </a:cubicBezTo>
                <a:cubicBezTo>
                  <a:pt x="17547" y="31308"/>
                  <a:pt x="16613" y="31408"/>
                  <a:pt x="15645" y="31642"/>
                </a:cubicBezTo>
                <a:cubicBezTo>
                  <a:pt x="15679" y="31208"/>
                  <a:pt x="15712" y="30874"/>
                  <a:pt x="15779" y="30407"/>
                </a:cubicBezTo>
                <a:lnTo>
                  <a:pt x="15779" y="30407"/>
                </a:lnTo>
                <a:cubicBezTo>
                  <a:pt x="15212" y="30741"/>
                  <a:pt x="14845" y="30975"/>
                  <a:pt x="14311" y="31275"/>
                </a:cubicBezTo>
                <a:cubicBezTo>
                  <a:pt x="14311" y="30941"/>
                  <a:pt x="14344" y="30708"/>
                  <a:pt x="14311" y="30474"/>
                </a:cubicBezTo>
                <a:cubicBezTo>
                  <a:pt x="14311" y="30374"/>
                  <a:pt x="14178" y="30207"/>
                  <a:pt x="14044" y="30107"/>
                </a:cubicBezTo>
                <a:cubicBezTo>
                  <a:pt x="14038" y="30101"/>
                  <a:pt x="14027" y="30099"/>
                  <a:pt x="14013" y="30099"/>
                </a:cubicBezTo>
                <a:cubicBezTo>
                  <a:pt x="13945" y="30099"/>
                  <a:pt x="13805" y="30158"/>
                  <a:pt x="13777" y="30241"/>
                </a:cubicBezTo>
                <a:cubicBezTo>
                  <a:pt x="13232" y="30968"/>
                  <a:pt x="12547" y="31200"/>
                  <a:pt x="11807" y="31200"/>
                </a:cubicBezTo>
                <a:cubicBezTo>
                  <a:pt x="11461" y="31200"/>
                  <a:pt x="11103" y="31149"/>
                  <a:pt x="10742" y="31075"/>
                </a:cubicBezTo>
                <a:cubicBezTo>
                  <a:pt x="10475" y="31041"/>
                  <a:pt x="10175" y="30908"/>
                  <a:pt x="9875" y="30808"/>
                </a:cubicBezTo>
                <a:cubicBezTo>
                  <a:pt x="10508" y="30307"/>
                  <a:pt x="11042" y="29874"/>
                  <a:pt x="11576" y="29373"/>
                </a:cubicBezTo>
                <a:cubicBezTo>
                  <a:pt x="12476" y="28539"/>
                  <a:pt x="13144" y="27605"/>
                  <a:pt x="13544" y="26471"/>
                </a:cubicBezTo>
                <a:cubicBezTo>
                  <a:pt x="13677" y="26204"/>
                  <a:pt x="13844" y="26071"/>
                  <a:pt x="14178" y="26038"/>
                </a:cubicBezTo>
                <a:cubicBezTo>
                  <a:pt x="15846" y="25904"/>
                  <a:pt x="17480" y="25671"/>
                  <a:pt x="19081" y="25637"/>
                </a:cubicBezTo>
                <a:cubicBezTo>
                  <a:pt x="19234" y="25634"/>
                  <a:pt x="19387" y="25632"/>
                  <a:pt x="19540" y="25632"/>
                </a:cubicBezTo>
                <a:close/>
                <a:moveTo>
                  <a:pt x="25486" y="21368"/>
                </a:moveTo>
                <a:cubicBezTo>
                  <a:pt x="26353" y="21968"/>
                  <a:pt x="27154" y="22468"/>
                  <a:pt x="27854" y="23002"/>
                </a:cubicBezTo>
                <a:cubicBezTo>
                  <a:pt x="28555" y="23636"/>
                  <a:pt x="29155" y="24403"/>
                  <a:pt x="29822" y="25104"/>
                </a:cubicBezTo>
                <a:cubicBezTo>
                  <a:pt x="29922" y="25270"/>
                  <a:pt x="30156" y="25304"/>
                  <a:pt x="30323" y="25437"/>
                </a:cubicBezTo>
                <a:cubicBezTo>
                  <a:pt x="30356" y="25270"/>
                  <a:pt x="30489" y="25104"/>
                  <a:pt x="30523" y="24937"/>
                </a:cubicBezTo>
                <a:cubicBezTo>
                  <a:pt x="30589" y="24503"/>
                  <a:pt x="30656" y="24103"/>
                  <a:pt x="30689" y="23636"/>
                </a:cubicBezTo>
                <a:cubicBezTo>
                  <a:pt x="31523" y="23936"/>
                  <a:pt x="32157" y="24470"/>
                  <a:pt x="32658" y="25104"/>
                </a:cubicBezTo>
                <a:cubicBezTo>
                  <a:pt x="32858" y="25371"/>
                  <a:pt x="33024" y="25637"/>
                  <a:pt x="33225" y="25904"/>
                </a:cubicBezTo>
                <a:cubicBezTo>
                  <a:pt x="33459" y="26185"/>
                  <a:pt x="33751" y="26327"/>
                  <a:pt x="34034" y="26327"/>
                </a:cubicBezTo>
                <a:cubicBezTo>
                  <a:pt x="34355" y="26327"/>
                  <a:pt x="34664" y="26144"/>
                  <a:pt x="34859" y="25771"/>
                </a:cubicBezTo>
                <a:cubicBezTo>
                  <a:pt x="34993" y="25571"/>
                  <a:pt x="35026" y="25404"/>
                  <a:pt x="35159" y="25170"/>
                </a:cubicBezTo>
                <a:cubicBezTo>
                  <a:pt x="36360" y="27339"/>
                  <a:pt x="37528" y="29473"/>
                  <a:pt x="37828" y="31975"/>
                </a:cubicBezTo>
                <a:cubicBezTo>
                  <a:pt x="37728" y="31942"/>
                  <a:pt x="37628" y="31942"/>
                  <a:pt x="37561" y="31909"/>
                </a:cubicBezTo>
                <a:cubicBezTo>
                  <a:pt x="34892" y="29707"/>
                  <a:pt x="31957" y="28106"/>
                  <a:pt x="28721" y="26805"/>
                </a:cubicBezTo>
                <a:cubicBezTo>
                  <a:pt x="28521" y="26738"/>
                  <a:pt x="28288" y="26471"/>
                  <a:pt x="28188" y="26238"/>
                </a:cubicBezTo>
                <a:cubicBezTo>
                  <a:pt x="27621" y="24603"/>
                  <a:pt x="26787" y="23136"/>
                  <a:pt x="25653" y="21868"/>
                </a:cubicBezTo>
                <a:cubicBezTo>
                  <a:pt x="25619" y="21768"/>
                  <a:pt x="25519" y="21735"/>
                  <a:pt x="25486" y="21635"/>
                </a:cubicBezTo>
                <a:cubicBezTo>
                  <a:pt x="25452" y="21635"/>
                  <a:pt x="25486" y="21601"/>
                  <a:pt x="25486" y="21368"/>
                </a:cubicBezTo>
                <a:close/>
                <a:moveTo>
                  <a:pt x="27770" y="27256"/>
                </a:moveTo>
                <a:cubicBezTo>
                  <a:pt x="28061" y="27256"/>
                  <a:pt x="28334" y="27343"/>
                  <a:pt x="28655" y="27572"/>
                </a:cubicBezTo>
                <a:cubicBezTo>
                  <a:pt x="25152" y="29140"/>
                  <a:pt x="21716" y="30641"/>
                  <a:pt x="18281" y="32209"/>
                </a:cubicBezTo>
                <a:cubicBezTo>
                  <a:pt x="17947" y="31742"/>
                  <a:pt x="17980" y="31442"/>
                  <a:pt x="18381" y="31241"/>
                </a:cubicBezTo>
                <a:cubicBezTo>
                  <a:pt x="21316" y="29774"/>
                  <a:pt x="24285" y="28373"/>
                  <a:pt x="27354" y="27305"/>
                </a:cubicBezTo>
                <a:cubicBezTo>
                  <a:pt x="27500" y="27274"/>
                  <a:pt x="27637" y="27256"/>
                  <a:pt x="27770" y="27256"/>
                </a:cubicBezTo>
                <a:close/>
                <a:moveTo>
                  <a:pt x="44399" y="30241"/>
                </a:moveTo>
                <a:lnTo>
                  <a:pt x="44399" y="30241"/>
                </a:lnTo>
                <a:cubicBezTo>
                  <a:pt x="43532" y="31041"/>
                  <a:pt x="42665" y="31808"/>
                  <a:pt x="41731" y="32642"/>
                </a:cubicBezTo>
                <a:cubicBezTo>
                  <a:pt x="41564" y="31909"/>
                  <a:pt x="41397" y="31275"/>
                  <a:pt x="41297" y="30641"/>
                </a:cubicBezTo>
                <a:cubicBezTo>
                  <a:pt x="42331" y="30541"/>
                  <a:pt x="43332" y="30374"/>
                  <a:pt x="44399" y="30241"/>
                </a:cubicBezTo>
                <a:close/>
                <a:moveTo>
                  <a:pt x="29072" y="27940"/>
                </a:moveTo>
                <a:cubicBezTo>
                  <a:pt x="29323" y="27940"/>
                  <a:pt x="29599" y="28039"/>
                  <a:pt x="29856" y="28039"/>
                </a:cubicBezTo>
                <a:cubicBezTo>
                  <a:pt x="29889" y="28139"/>
                  <a:pt x="29889" y="28239"/>
                  <a:pt x="29889" y="28306"/>
                </a:cubicBezTo>
                <a:cubicBezTo>
                  <a:pt x="29322" y="28640"/>
                  <a:pt x="28721" y="28973"/>
                  <a:pt x="28121" y="29273"/>
                </a:cubicBezTo>
                <a:cubicBezTo>
                  <a:pt x="25286" y="30774"/>
                  <a:pt x="22217" y="31808"/>
                  <a:pt x="19148" y="32742"/>
                </a:cubicBezTo>
                <a:cubicBezTo>
                  <a:pt x="19111" y="32749"/>
                  <a:pt x="19072" y="32751"/>
                  <a:pt x="19032" y="32751"/>
                </a:cubicBezTo>
                <a:cubicBezTo>
                  <a:pt x="18852" y="32751"/>
                  <a:pt x="18644" y="32697"/>
                  <a:pt x="18481" y="32642"/>
                </a:cubicBezTo>
                <a:lnTo>
                  <a:pt x="18481" y="32476"/>
                </a:lnTo>
                <a:cubicBezTo>
                  <a:pt x="19481" y="31975"/>
                  <a:pt x="20482" y="31542"/>
                  <a:pt x="21516" y="31075"/>
                </a:cubicBezTo>
                <a:cubicBezTo>
                  <a:pt x="23951" y="30041"/>
                  <a:pt x="26386" y="28973"/>
                  <a:pt x="28855" y="27972"/>
                </a:cubicBezTo>
                <a:cubicBezTo>
                  <a:pt x="28924" y="27949"/>
                  <a:pt x="28997" y="27940"/>
                  <a:pt x="29072" y="27940"/>
                </a:cubicBezTo>
                <a:close/>
                <a:moveTo>
                  <a:pt x="37394" y="26271"/>
                </a:moveTo>
                <a:lnTo>
                  <a:pt x="37394" y="26271"/>
                </a:lnTo>
                <a:cubicBezTo>
                  <a:pt x="38028" y="26738"/>
                  <a:pt x="38395" y="27072"/>
                  <a:pt x="38528" y="27772"/>
                </a:cubicBezTo>
                <a:cubicBezTo>
                  <a:pt x="38695" y="28906"/>
                  <a:pt x="39062" y="30041"/>
                  <a:pt x="39329" y="31141"/>
                </a:cubicBezTo>
                <a:cubicBezTo>
                  <a:pt x="39396" y="31708"/>
                  <a:pt x="39362" y="32275"/>
                  <a:pt x="39329" y="32809"/>
                </a:cubicBezTo>
                <a:cubicBezTo>
                  <a:pt x="39029" y="31742"/>
                  <a:pt x="38795" y="30641"/>
                  <a:pt x="38495" y="29574"/>
                </a:cubicBezTo>
                <a:cubicBezTo>
                  <a:pt x="38195" y="28473"/>
                  <a:pt x="37795" y="27472"/>
                  <a:pt x="37394" y="26271"/>
                </a:cubicBezTo>
                <a:close/>
                <a:moveTo>
                  <a:pt x="35593" y="25204"/>
                </a:moveTo>
                <a:lnTo>
                  <a:pt x="35593" y="25204"/>
                </a:lnTo>
                <a:cubicBezTo>
                  <a:pt x="36227" y="25304"/>
                  <a:pt x="36660" y="25704"/>
                  <a:pt x="36827" y="26238"/>
                </a:cubicBezTo>
                <a:cubicBezTo>
                  <a:pt x="37361" y="27906"/>
                  <a:pt x="37895" y="29607"/>
                  <a:pt x="38428" y="31275"/>
                </a:cubicBezTo>
                <a:cubicBezTo>
                  <a:pt x="38628" y="31742"/>
                  <a:pt x="38662" y="32275"/>
                  <a:pt x="38729" y="32776"/>
                </a:cubicBezTo>
                <a:cubicBezTo>
                  <a:pt x="38662" y="32809"/>
                  <a:pt x="38562" y="32809"/>
                  <a:pt x="38495" y="32876"/>
                </a:cubicBezTo>
                <a:cubicBezTo>
                  <a:pt x="37961" y="30207"/>
                  <a:pt x="37194" y="27572"/>
                  <a:pt x="35593" y="25204"/>
                </a:cubicBezTo>
                <a:close/>
                <a:moveTo>
                  <a:pt x="17513" y="31608"/>
                </a:moveTo>
                <a:cubicBezTo>
                  <a:pt x="17714" y="32109"/>
                  <a:pt x="17880" y="32542"/>
                  <a:pt x="18114" y="32976"/>
                </a:cubicBezTo>
                <a:cubicBezTo>
                  <a:pt x="17447" y="32642"/>
                  <a:pt x="16813" y="32342"/>
                  <a:pt x="16012" y="31942"/>
                </a:cubicBezTo>
                <a:cubicBezTo>
                  <a:pt x="16646" y="31808"/>
                  <a:pt x="17046" y="31742"/>
                  <a:pt x="17513" y="31608"/>
                </a:cubicBezTo>
                <a:close/>
                <a:moveTo>
                  <a:pt x="30574" y="28618"/>
                </a:moveTo>
                <a:cubicBezTo>
                  <a:pt x="30752" y="28618"/>
                  <a:pt x="30930" y="28677"/>
                  <a:pt x="31123" y="28806"/>
                </a:cubicBezTo>
                <a:cubicBezTo>
                  <a:pt x="31290" y="28940"/>
                  <a:pt x="31490" y="29040"/>
                  <a:pt x="31857" y="29273"/>
                </a:cubicBezTo>
                <a:cubicBezTo>
                  <a:pt x="30489" y="30041"/>
                  <a:pt x="29322" y="30774"/>
                  <a:pt x="28154" y="31442"/>
                </a:cubicBezTo>
                <a:cubicBezTo>
                  <a:pt x="26019" y="32542"/>
                  <a:pt x="23718" y="33143"/>
                  <a:pt x="21450" y="33710"/>
                </a:cubicBezTo>
                <a:cubicBezTo>
                  <a:pt x="21368" y="33721"/>
                  <a:pt x="21290" y="33727"/>
                  <a:pt x="21214" y="33727"/>
                </a:cubicBezTo>
                <a:cubicBezTo>
                  <a:pt x="20631" y="33727"/>
                  <a:pt x="20175" y="33416"/>
                  <a:pt x="19615" y="33209"/>
                </a:cubicBezTo>
                <a:lnTo>
                  <a:pt x="20115" y="33043"/>
                </a:lnTo>
                <a:cubicBezTo>
                  <a:pt x="23651" y="32242"/>
                  <a:pt x="26887" y="30708"/>
                  <a:pt x="29989" y="28806"/>
                </a:cubicBezTo>
                <a:cubicBezTo>
                  <a:pt x="30196" y="28686"/>
                  <a:pt x="30385" y="28618"/>
                  <a:pt x="30574" y="28618"/>
                </a:cubicBezTo>
                <a:close/>
                <a:moveTo>
                  <a:pt x="38862" y="27739"/>
                </a:moveTo>
                <a:lnTo>
                  <a:pt x="39229" y="28239"/>
                </a:lnTo>
                <a:cubicBezTo>
                  <a:pt x="40230" y="29574"/>
                  <a:pt x="40797" y="31075"/>
                  <a:pt x="41030" y="32676"/>
                </a:cubicBezTo>
                <a:cubicBezTo>
                  <a:pt x="41064" y="32976"/>
                  <a:pt x="40963" y="33276"/>
                  <a:pt x="40797" y="33510"/>
                </a:cubicBezTo>
                <a:cubicBezTo>
                  <a:pt x="40597" y="33810"/>
                  <a:pt x="40363" y="34010"/>
                  <a:pt x="40163" y="34277"/>
                </a:cubicBezTo>
                <a:cubicBezTo>
                  <a:pt x="40063" y="34277"/>
                  <a:pt x="40029" y="34244"/>
                  <a:pt x="39963" y="34244"/>
                </a:cubicBezTo>
                <a:cubicBezTo>
                  <a:pt x="39896" y="34077"/>
                  <a:pt x="39796" y="33910"/>
                  <a:pt x="39729" y="33676"/>
                </a:cubicBezTo>
                <a:cubicBezTo>
                  <a:pt x="40029" y="31675"/>
                  <a:pt x="39629" y="29807"/>
                  <a:pt x="38829" y="27972"/>
                </a:cubicBezTo>
                <a:cubicBezTo>
                  <a:pt x="38829" y="27939"/>
                  <a:pt x="38762" y="27839"/>
                  <a:pt x="38862" y="27739"/>
                </a:cubicBezTo>
                <a:close/>
                <a:moveTo>
                  <a:pt x="11610" y="32136"/>
                </a:moveTo>
                <a:cubicBezTo>
                  <a:pt x="12462" y="32136"/>
                  <a:pt x="13368" y="32588"/>
                  <a:pt x="14244" y="32776"/>
                </a:cubicBezTo>
                <a:cubicBezTo>
                  <a:pt x="15912" y="33143"/>
                  <a:pt x="17313" y="34077"/>
                  <a:pt x="18681" y="35044"/>
                </a:cubicBezTo>
                <a:cubicBezTo>
                  <a:pt x="17566" y="35044"/>
                  <a:pt x="16426" y="34971"/>
                  <a:pt x="15325" y="34971"/>
                </a:cubicBezTo>
                <a:cubicBezTo>
                  <a:pt x="15142" y="34971"/>
                  <a:pt x="14959" y="34973"/>
                  <a:pt x="14778" y="34977"/>
                </a:cubicBezTo>
                <a:cubicBezTo>
                  <a:pt x="14559" y="35001"/>
                  <a:pt x="14347" y="35012"/>
                  <a:pt x="14139" y="35012"/>
                </a:cubicBezTo>
                <a:cubicBezTo>
                  <a:pt x="13174" y="35012"/>
                  <a:pt x="12309" y="34773"/>
                  <a:pt x="11376" y="34444"/>
                </a:cubicBezTo>
                <a:cubicBezTo>
                  <a:pt x="10308" y="34010"/>
                  <a:pt x="9141" y="33910"/>
                  <a:pt x="7973" y="33610"/>
                </a:cubicBezTo>
                <a:cubicBezTo>
                  <a:pt x="8173" y="33476"/>
                  <a:pt x="8407" y="33376"/>
                  <a:pt x="8674" y="33243"/>
                </a:cubicBezTo>
                <a:cubicBezTo>
                  <a:pt x="9608" y="32843"/>
                  <a:pt x="10475" y="32242"/>
                  <a:pt x="11442" y="32142"/>
                </a:cubicBezTo>
                <a:cubicBezTo>
                  <a:pt x="11498" y="32138"/>
                  <a:pt x="11554" y="32136"/>
                  <a:pt x="11610" y="32136"/>
                </a:cubicBezTo>
                <a:close/>
                <a:moveTo>
                  <a:pt x="13711" y="30975"/>
                </a:moveTo>
                <a:cubicBezTo>
                  <a:pt x="13807" y="31533"/>
                  <a:pt x="13892" y="31780"/>
                  <a:pt x="14165" y="31780"/>
                </a:cubicBezTo>
                <a:cubicBezTo>
                  <a:pt x="14365" y="31780"/>
                  <a:pt x="14666" y="31648"/>
                  <a:pt x="15145" y="31408"/>
                </a:cubicBezTo>
                <a:cubicBezTo>
                  <a:pt x="15145" y="31608"/>
                  <a:pt x="15178" y="31775"/>
                  <a:pt x="15178" y="31942"/>
                </a:cubicBezTo>
                <a:cubicBezTo>
                  <a:pt x="17113" y="32542"/>
                  <a:pt x="18514" y="33777"/>
                  <a:pt x="19815" y="35244"/>
                </a:cubicBezTo>
                <a:cubicBezTo>
                  <a:pt x="17613" y="33310"/>
                  <a:pt x="14978" y="32309"/>
                  <a:pt x="11943" y="31875"/>
                </a:cubicBezTo>
                <a:cubicBezTo>
                  <a:pt x="12577" y="31508"/>
                  <a:pt x="13144" y="31275"/>
                  <a:pt x="13711" y="30975"/>
                </a:cubicBezTo>
                <a:close/>
                <a:moveTo>
                  <a:pt x="32313" y="29613"/>
                </a:moveTo>
                <a:cubicBezTo>
                  <a:pt x="32370" y="29613"/>
                  <a:pt x="32420" y="29622"/>
                  <a:pt x="32457" y="29640"/>
                </a:cubicBezTo>
                <a:cubicBezTo>
                  <a:pt x="33625" y="30441"/>
                  <a:pt x="34826" y="31241"/>
                  <a:pt x="35993" y="32075"/>
                </a:cubicBezTo>
                <a:cubicBezTo>
                  <a:pt x="36027" y="32109"/>
                  <a:pt x="36060" y="32142"/>
                  <a:pt x="36160" y="32275"/>
                </a:cubicBezTo>
                <a:cubicBezTo>
                  <a:pt x="33692" y="33576"/>
                  <a:pt x="31156" y="34444"/>
                  <a:pt x="28488" y="35077"/>
                </a:cubicBezTo>
                <a:cubicBezTo>
                  <a:pt x="28354" y="34911"/>
                  <a:pt x="28321" y="34744"/>
                  <a:pt x="28188" y="34610"/>
                </a:cubicBezTo>
                <a:cubicBezTo>
                  <a:pt x="27435" y="35094"/>
                  <a:pt x="26701" y="35274"/>
                  <a:pt x="25980" y="35274"/>
                </a:cubicBezTo>
                <a:cubicBezTo>
                  <a:pt x="24560" y="35274"/>
                  <a:pt x="23188" y="34575"/>
                  <a:pt x="21816" y="34110"/>
                </a:cubicBezTo>
                <a:cubicBezTo>
                  <a:pt x="22348" y="34025"/>
                  <a:pt x="22853" y="33723"/>
                  <a:pt x="23391" y="33723"/>
                </a:cubicBezTo>
                <a:cubicBezTo>
                  <a:pt x="23697" y="33723"/>
                  <a:pt x="24013" y="33820"/>
                  <a:pt x="24352" y="34110"/>
                </a:cubicBezTo>
                <a:cubicBezTo>
                  <a:pt x="24352" y="33777"/>
                  <a:pt x="24318" y="33643"/>
                  <a:pt x="24318" y="33476"/>
                </a:cubicBezTo>
                <a:cubicBezTo>
                  <a:pt x="27054" y="32709"/>
                  <a:pt x="29555" y="31408"/>
                  <a:pt x="31857" y="29740"/>
                </a:cubicBezTo>
                <a:cubicBezTo>
                  <a:pt x="31977" y="29668"/>
                  <a:pt x="32167" y="29613"/>
                  <a:pt x="32313" y="29613"/>
                </a:cubicBezTo>
                <a:close/>
                <a:moveTo>
                  <a:pt x="7330" y="34132"/>
                </a:moveTo>
                <a:cubicBezTo>
                  <a:pt x="7366" y="34132"/>
                  <a:pt x="7403" y="34135"/>
                  <a:pt x="7440" y="34143"/>
                </a:cubicBezTo>
                <a:cubicBezTo>
                  <a:pt x="8807" y="34410"/>
                  <a:pt x="10175" y="34744"/>
                  <a:pt x="11542" y="35044"/>
                </a:cubicBezTo>
                <a:cubicBezTo>
                  <a:pt x="11643" y="35077"/>
                  <a:pt x="11676" y="35111"/>
                  <a:pt x="11776" y="35144"/>
                </a:cubicBezTo>
                <a:cubicBezTo>
                  <a:pt x="11339" y="35381"/>
                  <a:pt x="10842" y="35488"/>
                  <a:pt x="10351" y="35488"/>
                </a:cubicBezTo>
                <a:cubicBezTo>
                  <a:pt x="9943" y="35488"/>
                  <a:pt x="9538" y="35414"/>
                  <a:pt x="9174" y="35278"/>
                </a:cubicBezTo>
                <a:cubicBezTo>
                  <a:pt x="8540" y="35044"/>
                  <a:pt x="7840" y="34877"/>
                  <a:pt x="7173" y="34711"/>
                </a:cubicBezTo>
                <a:cubicBezTo>
                  <a:pt x="6973" y="34644"/>
                  <a:pt x="6806" y="34610"/>
                  <a:pt x="6606" y="34577"/>
                </a:cubicBezTo>
                <a:cubicBezTo>
                  <a:pt x="6539" y="34544"/>
                  <a:pt x="6539" y="34444"/>
                  <a:pt x="6539" y="34410"/>
                </a:cubicBezTo>
                <a:cubicBezTo>
                  <a:pt x="6803" y="34322"/>
                  <a:pt x="7066" y="34132"/>
                  <a:pt x="7330" y="34132"/>
                </a:cubicBezTo>
                <a:close/>
                <a:moveTo>
                  <a:pt x="18714" y="33543"/>
                </a:moveTo>
                <a:cubicBezTo>
                  <a:pt x="19848" y="33877"/>
                  <a:pt x="20349" y="34711"/>
                  <a:pt x="21016" y="35378"/>
                </a:cubicBezTo>
                <a:cubicBezTo>
                  <a:pt x="20983" y="35411"/>
                  <a:pt x="20949" y="35478"/>
                  <a:pt x="20882" y="35544"/>
                </a:cubicBezTo>
                <a:cubicBezTo>
                  <a:pt x="20182" y="34911"/>
                  <a:pt x="19515" y="34244"/>
                  <a:pt x="18714" y="33543"/>
                </a:cubicBezTo>
                <a:close/>
                <a:moveTo>
                  <a:pt x="36601" y="32613"/>
                </a:moveTo>
                <a:cubicBezTo>
                  <a:pt x="36771" y="32613"/>
                  <a:pt x="36922" y="32718"/>
                  <a:pt x="37061" y="32976"/>
                </a:cubicBezTo>
                <a:cubicBezTo>
                  <a:pt x="36794" y="33176"/>
                  <a:pt x="36494" y="33443"/>
                  <a:pt x="36160" y="33610"/>
                </a:cubicBezTo>
                <a:cubicBezTo>
                  <a:pt x="34392" y="34310"/>
                  <a:pt x="32624" y="34977"/>
                  <a:pt x="30856" y="35645"/>
                </a:cubicBezTo>
                <a:cubicBezTo>
                  <a:pt x="30763" y="35678"/>
                  <a:pt x="30681" y="35695"/>
                  <a:pt x="30607" y="35695"/>
                </a:cubicBezTo>
                <a:cubicBezTo>
                  <a:pt x="30390" y="35695"/>
                  <a:pt x="30247" y="35551"/>
                  <a:pt x="30122" y="35278"/>
                </a:cubicBezTo>
                <a:cubicBezTo>
                  <a:pt x="30189" y="35178"/>
                  <a:pt x="30289" y="35144"/>
                  <a:pt x="30356" y="35111"/>
                </a:cubicBezTo>
                <a:cubicBezTo>
                  <a:pt x="32457" y="34610"/>
                  <a:pt x="34392" y="33810"/>
                  <a:pt x="36227" y="32742"/>
                </a:cubicBezTo>
                <a:cubicBezTo>
                  <a:pt x="36362" y="32662"/>
                  <a:pt x="36486" y="32613"/>
                  <a:pt x="36601" y="32613"/>
                </a:cubicBezTo>
                <a:close/>
                <a:moveTo>
                  <a:pt x="6227" y="34839"/>
                </a:moveTo>
                <a:cubicBezTo>
                  <a:pt x="6243" y="34839"/>
                  <a:pt x="6258" y="34840"/>
                  <a:pt x="6272" y="34844"/>
                </a:cubicBezTo>
                <a:cubicBezTo>
                  <a:pt x="7139" y="35077"/>
                  <a:pt x="8007" y="35378"/>
                  <a:pt x="8874" y="35611"/>
                </a:cubicBezTo>
                <a:cubicBezTo>
                  <a:pt x="8874" y="35745"/>
                  <a:pt x="8841" y="35811"/>
                  <a:pt x="8841" y="35911"/>
                </a:cubicBezTo>
                <a:cubicBezTo>
                  <a:pt x="8540" y="35911"/>
                  <a:pt x="8207" y="35911"/>
                  <a:pt x="7973" y="35778"/>
                </a:cubicBezTo>
                <a:cubicBezTo>
                  <a:pt x="7206" y="35578"/>
                  <a:pt x="6539" y="35311"/>
                  <a:pt x="5672" y="35044"/>
                </a:cubicBezTo>
                <a:cubicBezTo>
                  <a:pt x="5910" y="34955"/>
                  <a:pt x="6095" y="34839"/>
                  <a:pt x="6227" y="34839"/>
                </a:cubicBezTo>
                <a:close/>
                <a:moveTo>
                  <a:pt x="61978" y="32442"/>
                </a:moveTo>
                <a:lnTo>
                  <a:pt x="61978" y="32442"/>
                </a:lnTo>
                <a:cubicBezTo>
                  <a:pt x="62912" y="33543"/>
                  <a:pt x="63980" y="35278"/>
                  <a:pt x="63813" y="36045"/>
                </a:cubicBezTo>
                <a:cubicBezTo>
                  <a:pt x="63600" y="36093"/>
                  <a:pt x="63446" y="36122"/>
                  <a:pt x="63329" y="36122"/>
                </a:cubicBezTo>
                <a:cubicBezTo>
                  <a:pt x="63046" y="36122"/>
                  <a:pt x="62988" y="35951"/>
                  <a:pt x="62846" y="35478"/>
                </a:cubicBezTo>
                <a:cubicBezTo>
                  <a:pt x="62546" y="34477"/>
                  <a:pt x="62245" y="33443"/>
                  <a:pt x="61978" y="32442"/>
                </a:cubicBezTo>
                <a:close/>
                <a:moveTo>
                  <a:pt x="55574" y="26371"/>
                </a:moveTo>
                <a:cubicBezTo>
                  <a:pt x="56341" y="26638"/>
                  <a:pt x="57042" y="26938"/>
                  <a:pt x="57809" y="27239"/>
                </a:cubicBezTo>
                <a:cubicBezTo>
                  <a:pt x="57842" y="27272"/>
                  <a:pt x="57876" y="27439"/>
                  <a:pt x="57909" y="27539"/>
                </a:cubicBezTo>
                <a:cubicBezTo>
                  <a:pt x="58209" y="28306"/>
                  <a:pt x="58543" y="29140"/>
                  <a:pt x="58843" y="29940"/>
                </a:cubicBezTo>
                <a:cubicBezTo>
                  <a:pt x="59410" y="31442"/>
                  <a:pt x="59977" y="32943"/>
                  <a:pt x="60544" y="34444"/>
                </a:cubicBezTo>
                <a:cubicBezTo>
                  <a:pt x="60744" y="34977"/>
                  <a:pt x="61011" y="35478"/>
                  <a:pt x="61211" y="35978"/>
                </a:cubicBezTo>
                <a:cubicBezTo>
                  <a:pt x="61311" y="35978"/>
                  <a:pt x="61378" y="35945"/>
                  <a:pt x="61478" y="35945"/>
                </a:cubicBezTo>
                <a:cubicBezTo>
                  <a:pt x="61411" y="35678"/>
                  <a:pt x="61478" y="35411"/>
                  <a:pt x="61378" y="35211"/>
                </a:cubicBezTo>
                <a:cubicBezTo>
                  <a:pt x="60844" y="33743"/>
                  <a:pt x="60311" y="32275"/>
                  <a:pt x="59710" y="30808"/>
                </a:cubicBezTo>
                <a:cubicBezTo>
                  <a:pt x="59310" y="29774"/>
                  <a:pt x="58876" y="28773"/>
                  <a:pt x="58509" y="27672"/>
                </a:cubicBezTo>
                <a:lnTo>
                  <a:pt x="58509" y="27672"/>
                </a:lnTo>
                <a:cubicBezTo>
                  <a:pt x="58810" y="27972"/>
                  <a:pt x="59076" y="28239"/>
                  <a:pt x="59377" y="28506"/>
                </a:cubicBezTo>
                <a:cubicBezTo>
                  <a:pt x="59577" y="28740"/>
                  <a:pt x="59810" y="29006"/>
                  <a:pt x="60010" y="29273"/>
                </a:cubicBezTo>
                <a:cubicBezTo>
                  <a:pt x="60811" y="30341"/>
                  <a:pt x="61545" y="31442"/>
                  <a:pt x="61712" y="32843"/>
                </a:cubicBezTo>
                <a:cubicBezTo>
                  <a:pt x="61845" y="33943"/>
                  <a:pt x="62245" y="34977"/>
                  <a:pt x="62546" y="36112"/>
                </a:cubicBezTo>
                <a:cubicBezTo>
                  <a:pt x="61912" y="36212"/>
                  <a:pt x="61345" y="36245"/>
                  <a:pt x="60844" y="36312"/>
                </a:cubicBezTo>
                <a:cubicBezTo>
                  <a:pt x="60761" y="36331"/>
                  <a:pt x="60688" y="36340"/>
                  <a:pt x="60622" y="36340"/>
                </a:cubicBezTo>
                <a:cubicBezTo>
                  <a:pt x="60347" y="36340"/>
                  <a:pt x="60212" y="36174"/>
                  <a:pt x="60077" y="35878"/>
                </a:cubicBezTo>
                <a:cubicBezTo>
                  <a:pt x="58743" y="33076"/>
                  <a:pt x="57409" y="30274"/>
                  <a:pt x="56074" y="27539"/>
                </a:cubicBezTo>
                <a:cubicBezTo>
                  <a:pt x="55907" y="27205"/>
                  <a:pt x="55674" y="26872"/>
                  <a:pt x="55474" y="26538"/>
                </a:cubicBezTo>
                <a:cubicBezTo>
                  <a:pt x="55507" y="26471"/>
                  <a:pt x="55541" y="26405"/>
                  <a:pt x="55574" y="26371"/>
                </a:cubicBezTo>
                <a:close/>
                <a:moveTo>
                  <a:pt x="54673" y="26471"/>
                </a:moveTo>
                <a:cubicBezTo>
                  <a:pt x="54807" y="26471"/>
                  <a:pt x="55007" y="26605"/>
                  <a:pt x="55074" y="26738"/>
                </a:cubicBezTo>
                <a:cubicBezTo>
                  <a:pt x="56575" y="29807"/>
                  <a:pt x="58042" y="32909"/>
                  <a:pt x="59543" y="35978"/>
                </a:cubicBezTo>
                <a:cubicBezTo>
                  <a:pt x="59577" y="36145"/>
                  <a:pt x="59643" y="36278"/>
                  <a:pt x="59710" y="36478"/>
                </a:cubicBezTo>
                <a:cubicBezTo>
                  <a:pt x="59241" y="36631"/>
                  <a:pt x="58956" y="36725"/>
                  <a:pt x="58750" y="36725"/>
                </a:cubicBezTo>
                <a:cubicBezTo>
                  <a:pt x="58415" y="36725"/>
                  <a:pt x="58294" y="36473"/>
                  <a:pt x="57942" y="35811"/>
                </a:cubicBezTo>
                <a:cubicBezTo>
                  <a:pt x="56441" y="33043"/>
                  <a:pt x="55007" y="30274"/>
                  <a:pt x="53506" y="27472"/>
                </a:cubicBezTo>
                <a:cubicBezTo>
                  <a:pt x="53339" y="27205"/>
                  <a:pt x="53206" y="26938"/>
                  <a:pt x="53039" y="26605"/>
                </a:cubicBezTo>
                <a:cubicBezTo>
                  <a:pt x="53673" y="26571"/>
                  <a:pt x="54173" y="26471"/>
                  <a:pt x="54673" y="26471"/>
                </a:cubicBezTo>
                <a:close/>
                <a:moveTo>
                  <a:pt x="52472" y="26705"/>
                </a:moveTo>
                <a:cubicBezTo>
                  <a:pt x="52572" y="26705"/>
                  <a:pt x="52805" y="26938"/>
                  <a:pt x="52872" y="27105"/>
                </a:cubicBezTo>
                <a:cubicBezTo>
                  <a:pt x="54039" y="29407"/>
                  <a:pt x="55174" y="31742"/>
                  <a:pt x="56341" y="34043"/>
                </a:cubicBezTo>
                <a:cubicBezTo>
                  <a:pt x="56808" y="34944"/>
                  <a:pt x="57342" y="35878"/>
                  <a:pt x="57842" y="36779"/>
                </a:cubicBezTo>
                <a:cubicBezTo>
                  <a:pt x="57551" y="36993"/>
                  <a:pt x="57344" y="37102"/>
                  <a:pt x="57167" y="37102"/>
                </a:cubicBezTo>
                <a:cubicBezTo>
                  <a:pt x="56959" y="37102"/>
                  <a:pt x="56791" y="36952"/>
                  <a:pt x="56575" y="36645"/>
                </a:cubicBezTo>
                <a:cubicBezTo>
                  <a:pt x="54807" y="34244"/>
                  <a:pt x="53572" y="31442"/>
                  <a:pt x="52171" y="28806"/>
                </a:cubicBezTo>
                <a:cubicBezTo>
                  <a:pt x="51838" y="28239"/>
                  <a:pt x="51471" y="27639"/>
                  <a:pt x="51071" y="26972"/>
                </a:cubicBezTo>
                <a:cubicBezTo>
                  <a:pt x="51571" y="26905"/>
                  <a:pt x="52005" y="26738"/>
                  <a:pt x="52472" y="26705"/>
                </a:cubicBezTo>
                <a:close/>
                <a:moveTo>
                  <a:pt x="50465" y="27192"/>
                </a:moveTo>
                <a:cubicBezTo>
                  <a:pt x="50613" y="27192"/>
                  <a:pt x="50846" y="27365"/>
                  <a:pt x="50904" y="27539"/>
                </a:cubicBezTo>
                <a:cubicBezTo>
                  <a:pt x="51905" y="29407"/>
                  <a:pt x="52872" y="31275"/>
                  <a:pt x="53873" y="33143"/>
                </a:cubicBezTo>
                <a:cubicBezTo>
                  <a:pt x="54607" y="34577"/>
                  <a:pt x="55440" y="35911"/>
                  <a:pt x="56241" y="37312"/>
                </a:cubicBezTo>
                <a:lnTo>
                  <a:pt x="54740" y="37813"/>
                </a:lnTo>
                <a:cubicBezTo>
                  <a:pt x="52839" y="34477"/>
                  <a:pt x="50904" y="31141"/>
                  <a:pt x="48936" y="27739"/>
                </a:cubicBezTo>
                <a:cubicBezTo>
                  <a:pt x="49503" y="27572"/>
                  <a:pt x="49970" y="27372"/>
                  <a:pt x="50404" y="27205"/>
                </a:cubicBezTo>
                <a:cubicBezTo>
                  <a:pt x="50421" y="27196"/>
                  <a:pt x="50442" y="27192"/>
                  <a:pt x="50465" y="27192"/>
                </a:cubicBezTo>
                <a:close/>
                <a:moveTo>
                  <a:pt x="21049" y="34477"/>
                </a:moveTo>
                <a:cubicBezTo>
                  <a:pt x="21883" y="34777"/>
                  <a:pt x="22717" y="35111"/>
                  <a:pt x="23618" y="35344"/>
                </a:cubicBezTo>
                <a:cubicBezTo>
                  <a:pt x="24375" y="35597"/>
                  <a:pt x="25145" y="35756"/>
                  <a:pt x="25936" y="35756"/>
                </a:cubicBezTo>
                <a:cubicBezTo>
                  <a:pt x="26401" y="35756"/>
                  <a:pt x="26873" y="35701"/>
                  <a:pt x="27354" y="35578"/>
                </a:cubicBezTo>
                <a:cubicBezTo>
                  <a:pt x="27427" y="35529"/>
                  <a:pt x="27482" y="35498"/>
                  <a:pt x="27520" y="35498"/>
                </a:cubicBezTo>
                <a:cubicBezTo>
                  <a:pt x="27534" y="35498"/>
                  <a:pt x="27545" y="35502"/>
                  <a:pt x="27554" y="35511"/>
                </a:cubicBezTo>
                <a:cubicBezTo>
                  <a:pt x="28121" y="35945"/>
                  <a:pt x="28955" y="35811"/>
                  <a:pt x="29288" y="36512"/>
                </a:cubicBezTo>
                <a:cubicBezTo>
                  <a:pt x="29522" y="37046"/>
                  <a:pt x="29789" y="37546"/>
                  <a:pt x="30122" y="38146"/>
                </a:cubicBezTo>
                <a:lnTo>
                  <a:pt x="29622" y="37980"/>
                </a:lnTo>
                <a:cubicBezTo>
                  <a:pt x="27354" y="36979"/>
                  <a:pt x="25019" y="36245"/>
                  <a:pt x="22617" y="35811"/>
                </a:cubicBezTo>
                <a:cubicBezTo>
                  <a:pt x="21783" y="35711"/>
                  <a:pt x="21483" y="35077"/>
                  <a:pt x="21049" y="34477"/>
                </a:cubicBezTo>
                <a:close/>
                <a:moveTo>
                  <a:pt x="48536" y="27906"/>
                </a:moveTo>
                <a:cubicBezTo>
                  <a:pt x="49336" y="29373"/>
                  <a:pt x="50103" y="30708"/>
                  <a:pt x="50871" y="32075"/>
                </a:cubicBezTo>
                <a:lnTo>
                  <a:pt x="53506" y="36812"/>
                </a:lnTo>
                <a:cubicBezTo>
                  <a:pt x="53572" y="36945"/>
                  <a:pt x="53639" y="37112"/>
                  <a:pt x="53639" y="37246"/>
                </a:cubicBezTo>
                <a:cubicBezTo>
                  <a:pt x="53639" y="37546"/>
                  <a:pt x="53639" y="37813"/>
                  <a:pt x="53572" y="38246"/>
                </a:cubicBezTo>
                <a:cubicBezTo>
                  <a:pt x="53639" y="38246"/>
                  <a:pt x="53506" y="38280"/>
                  <a:pt x="53406" y="38280"/>
                </a:cubicBezTo>
                <a:cubicBezTo>
                  <a:pt x="53234" y="38383"/>
                  <a:pt x="53094" y="38431"/>
                  <a:pt x="52972" y="38431"/>
                </a:cubicBezTo>
                <a:cubicBezTo>
                  <a:pt x="52738" y="38431"/>
                  <a:pt x="52569" y="38253"/>
                  <a:pt x="52372" y="37946"/>
                </a:cubicBezTo>
                <a:cubicBezTo>
                  <a:pt x="50604" y="35111"/>
                  <a:pt x="48836" y="32309"/>
                  <a:pt x="47068" y="29540"/>
                </a:cubicBezTo>
                <a:cubicBezTo>
                  <a:pt x="46934" y="29373"/>
                  <a:pt x="46868" y="29207"/>
                  <a:pt x="46701" y="28940"/>
                </a:cubicBezTo>
                <a:cubicBezTo>
                  <a:pt x="47335" y="28606"/>
                  <a:pt x="47902" y="28273"/>
                  <a:pt x="48536" y="27906"/>
                </a:cubicBezTo>
                <a:close/>
                <a:moveTo>
                  <a:pt x="30062" y="36942"/>
                </a:moveTo>
                <a:cubicBezTo>
                  <a:pt x="30800" y="36942"/>
                  <a:pt x="30877" y="37193"/>
                  <a:pt x="31156" y="38747"/>
                </a:cubicBezTo>
                <a:cubicBezTo>
                  <a:pt x="30122" y="38547"/>
                  <a:pt x="30523" y="37446"/>
                  <a:pt x="29889" y="36945"/>
                </a:cubicBezTo>
                <a:cubicBezTo>
                  <a:pt x="29950" y="36943"/>
                  <a:pt x="30008" y="36942"/>
                  <a:pt x="30062" y="36942"/>
                </a:cubicBezTo>
                <a:close/>
                <a:moveTo>
                  <a:pt x="46388" y="29438"/>
                </a:moveTo>
                <a:cubicBezTo>
                  <a:pt x="46577" y="29438"/>
                  <a:pt x="46690" y="29644"/>
                  <a:pt x="46968" y="30107"/>
                </a:cubicBezTo>
                <a:cubicBezTo>
                  <a:pt x="48536" y="32742"/>
                  <a:pt x="50203" y="35344"/>
                  <a:pt x="51838" y="37980"/>
                </a:cubicBezTo>
                <a:cubicBezTo>
                  <a:pt x="52005" y="38246"/>
                  <a:pt x="52105" y="38480"/>
                  <a:pt x="52272" y="38747"/>
                </a:cubicBezTo>
                <a:cubicBezTo>
                  <a:pt x="52205" y="38813"/>
                  <a:pt x="52205" y="38880"/>
                  <a:pt x="52171" y="38914"/>
                </a:cubicBezTo>
                <a:cubicBezTo>
                  <a:pt x="51693" y="39167"/>
                  <a:pt x="51422" y="39308"/>
                  <a:pt x="51219" y="39308"/>
                </a:cubicBezTo>
                <a:cubicBezTo>
                  <a:pt x="50941" y="39308"/>
                  <a:pt x="50789" y="39044"/>
                  <a:pt x="50404" y="38447"/>
                </a:cubicBezTo>
                <a:cubicBezTo>
                  <a:pt x="48802" y="35811"/>
                  <a:pt x="47168" y="33243"/>
                  <a:pt x="45500" y="30641"/>
                </a:cubicBezTo>
                <a:cubicBezTo>
                  <a:pt x="45233" y="30274"/>
                  <a:pt x="45300" y="30074"/>
                  <a:pt x="45667" y="29807"/>
                </a:cubicBezTo>
                <a:cubicBezTo>
                  <a:pt x="46037" y="29570"/>
                  <a:pt x="46237" y="29438"/>
                  <a:pt x="46388" y="29438"/>
                </a:cubicBezTo>
                <a:close/>
                <a:moveTo>
                  <a:pt x="31734" y="37224"/>
                </a:moveTo>
                <a:cubicBezTo>
                  <a:pt x="32115" y="37224"/>
                  <a:pt x="32209" y="37401"/>
                  <a:pt x="32357" y="37946"/>
                </a:cubicBezTo>
                <a:cubicBezTo>
                  <a:pt x="32457" y="38447"/>
                  <a:pt x="32524" y="38980"/>
                  <a:pt x="32624" y="39581"/>
                </a:cubicBezTo>
                <a:cubicBezTo>
                  <a:pt x="32024" y="39381"/>
                  <a:pt x="31623" y="39214"/>
                  <a:pt x="31557" y="38580"/>
                </a:cubicBezTo>
                <a:cubicBezTo>
                  <a:pt x="31523" y="38146"/>
                  <a:pt x="31357" y="37746"/>
                  <a:pt x="31223" y="37279"/>
                </a:cubicBezTo>
                <a:cubicBezTo>
                  <a:pt x="31437" y="37245"/>
                  <a:pt x="31603" y="37224"/>
                  <a:pt x="31734" y="37224"/>
                </a:cubicBezTo>
                <a:close/>
                <a:moveTo>
                  <a:pt x="32874" y="37305"/>
                </a:moveTo>
                <a:cubicBezTo>
                  <a:pt x="33113" y="37305"/>
                  <a:pt x="33244" y="37458"/>
                  <a:pt x="33291" y="37813"/>
                </a:cubicBezTo>
                <a:cubicBezTo>
                  <a:pt x="33325" y="38580"/>
                  <a:pt x="33391" y="39314"/>
                  <a:pt x="33491" y="40081"/>
                </a:cubicBezTo>
                <a:cubicBezTo>
                  <a:pt x="33391" y="40081"/>
                  <a:pt x="33325" y="40114"/>
                  <a:pt x="33225" y="40148"/>
                </a:cubicBezTo>
                <a:cubicBezTo>
                  <a:pt x="33125" y="39981"/>
                  <a:pt x="32958" y="39848"/>
                  <a:pt x="32858" y="39714"/>
                </a:cubicBezTo>
                <a:cubicBezTo>
                  <a:pt x="32824" y="39280"/>
                  <a:pt x="32824" y="38914"/>
                  <a:pt x="32791" y="38480"/>
                </a:cubicBezTo>
                <a:cubicBezTo>
                  <a:pt x="32724" y="38113"/>
                  <a:pt x="32624" y="37746"/>
                  <a:pt x="32524" y="37379"/>
                </a:cubicBezTo>
                <a:cubicBezTo>
                  <a:pt x="32660" y="37331"/>
                  <a:pt x="32776" y="37305"/>
                  <a:pt x="32874" y="37305"/>
                </a:cubicBezTo>
                <a:close/>
                <a:moveTo>
                  <a:pt x="44866" y="30407"/>
                </a:moveTo>
                <a:cubicBezTo>
                  <a:pt x="46801" y="33476"/>
                  <a:pt x="48669" y="36512"/>
                  <a:pt x="50570" y="39581"/>
                </a:cubicBezTo>
                <a:cubicBezTo>
                  <a:pt x="50058" y="39969"/>
                  <a:pt x="49791" y="40176"/>
                  <a:pt x="49575" y="40176"/>
                </a:cubicBezTo>
                <a:cubicBezTo>
                  <a:pt x="49327" y="40176"/>
                  <a:pt x="49146" y="39902"/>
                  <a:pt x="48736" y="39314"/>
                </a:cubicBezTo>
                <a:cubicBezTo>
                  <a:pt x="47034" y="36912"/>
                  <a:pt x="45300" y="34477"/>
                  <a:pt x="43565" y="32075"/>
                </a:cubicBezTo>
                <a:cubicBezTo>
                  <a:pt x="43365" y="31808"/>
                  <a:pt x="43365" y="31642"/>
                  <a:pt x="43632" y="31442"/>
                </a:cubicBezTo>
                <a:cubicBezTo>
                  <a:pt x="44032" y="31108"/>
                  <a:pt x="44399" y="30774"/>
                  <a:pt x="44866" y="30407"/>
                </a:cubicBezTo>
                <a:close/>
                <a:moveTo>
                  <a:pt x="5331" y="35524"/>
                </a:moveTo>
                <a:cubicBezTo>
                  <a:pt x="5591" y="35524"/>
                  <a:pt x="5965" y="35685"/>
                  <a:pt x="6772" y="35911"/>
                </a:cubicBezTo>
                <a:cubicBezTo>
                  <a:pt x="6973" y="35945"/>
                  <a:pt x="7173" y="36078"/>
                  <a:pt x="7506" y="36212"/>
                </a:cubicBezTo>
                <a:cubicBezTo>
                  <a:pt x="5705" y="36945"/>
                  <a:pt x="4037" y="37746"/>
                  <a:pt x="2770" y="39114"/>
                </a:cubicBezTo>
                <a:cubicBezTo>
                  <a:pt x="6105" y="37046"/>
                  <a:pt x="9608" y="35645"/>
                  <a:pt x="13711" y="35544"/>
                </a:cubicBezTo>
                <a:lnTo>
                  <a:pt x="13711" y="35544"/>
                </a:lnTo>
                <a:cubicBezTo>
                  <a:pt x="13544" y="35811"/>
                  <a:pt x="13477" y="35978"/>
                  <a:pt x="13310" y="36112"/>
                </a:cubicBezTo>
                <a:cubicBezTo>
                  <a:pt x="11809" y="38080"/>
                  <a:pt x="9841" y="39280"/>
                  <a:pt x="7473" y="39981"/>
                </a:cubicBezTo>
                <a:cubicBezTo>
                  <a:pt x="6996" y="40132"/>
                  <a:pt x="6527" y="40190"/>
                  <a:pt x="6064" y="40190"/>
                </a:cubicBezTo>
                <a:cubicBezTo>
                  <a:pt x="5198" y="40190"/>
                  <a:pt x="4351" y="39988"/>
                  <a:pt x="3503" y="39814"/>
                </a:cubicBezTo>
                <a:cubicBezTo>
                  <a:pt x="3136" y="39781"/>
                  <a:pt x="2703" y="39647"/>
                  <a:pt x="2136" y="39481"/>
                </a:cubicBezTo>
                <a:cubicBezTo>
                  <a:pt x="2803" y="38480"/>
                  <a:pt x="3370" y="37479"/>
                  <a:pt x="4104" y="36645"/>
                </a:cubicBezTo>
                <a:cubicBezTo>
                  <a:pt x="4833" y="35820"/>
                  <a:pt x="4977" y="35524"/>
                  <a:pt x="5331" y="35524"/>
                </a:cubicBezTo>
                <a:close/>
                <a:moveTo>
                  <a:pt x="14553" y="35521"/>
                </a:moveTo>
                <a:cubicBezTo>
                  <a:pt x="14643" y="35521"/>
                  <a:pt x="14740" y="35540"/>
                  <a:pt x="14845" y="35578"/>
                </a:cubicBezTo>
                <a:cubicBezTo>
                  <a:pt x="13719" y="37861"/>
                  <a:pt x="11148" y="40421"/>
                  <a:pt x="8730" y="40421"/>
                </a:cubicBezTo>
                <a:cubicBezTo>
                  <a:pt x="8498" y="40421"/>
                  <a:pt x="8268" y="40398"/>
                  <a:pt x="8040" y="40348"/>
                </a:cubicBezTo>
                <a:cubicBezTo>
                  <a:pt x="8374" y="40248"/>
                  <a:pt x="8640" y="40148"/>
                  <a:pt x="8841" y="40081"/>
                </a:cubicBezTo>
                <a:cubicBezTo>
                  <a:pt x="10975" y="39214"/>
                  <a:pt x="12677" y="37746"/>
                  <a:pt x="13978" y="35878"/>
                </a:cubicBezTo>
                <a:cubicBezTo>
                  <a:pt x="14144" y="35640"/>
                  <a:pt x="14328" y="35521"/>
                  <a:pt x="14553" y="35521"/>
                </a:cubicBezTo>
                <a:close/>
                <a:moveTo>
                  <a:pt x="15724" y="35502"/>
                </a:moveTo>
                <a:cubicBezTo>
                  <a:pt x="15902" y="35502"/>
                  <a:pt x="16091" y="35562"/>
                  <a:pt x="16279" y="35578"/>
                </a:cubicBezTo>
                <a:cubicBezTo>
                  <a:pt x="16146" y="37212"/>
                  <a:pt x="12610" y="40615"/>
                  <a:pt x="11009" y="40648"/>
                </a:cubicBezTo>
                <a:cubicBezTo>
                  <a:pt x="11042" y="40281"/>
                  <a:pt x="11176" y="39981"/>
                  <a:pt x="11542" y="39747"/>
                </a:cubicBezTo>
                <a:cubicBezTo>
                  <a:pt x="13110" y="38780"/>
                  <a:pt x="14344" y="37479"/>
                  <a:pt x="15178" y="35878"/>
                </a:cubicBezTo>
                <a:cubicBezTo>
                  <a:pt x="15337" y="35578"/>
                  <a:pt x="15524" y="35502"/>
                  <a:pt x="15724" y="35502"/>
                </a:cubicBezTo>
                <a:close/>
                <a:moveTo>
                  <a:pt x="62521" y="36772"/>
                </a:moveTo>
                <a:cubicBezTo>
                  <a:pt x="62929" y="36772"/>
                  <a:pt x="63277" y="36806"/>
                  <a:pt x="63546" y="36879"/>
                </a:cubicBezTo>
                <a:cubicBezTo>
                  <a:pt x="63013" y="36979"/>
                  <a:pt x="62479" y="37212"/>
                  <a:pt x="61878" y="37279"/>
                </a:cubicBezTo>
                <a:cubicBezTo>
                  <a:pt x="58910" y="37713"/>
                  <a:pt x="56174" y="38613"/>
                  <a:pt x="53372" y="39547"/>
                </a:cubicBezTo>
                <a:cubicBezTo>
                  <a:pt x="52171" y="39914"/>
                  <a:pt x="51004" y="40381"/>
                  <a:pt x="49770" y="40782"/>
                </a:cubicBezTo>
                <a:cubicBezTo>
                  <a:pt x="51820" y="39028"/>
                  <a:pt x="59192" y="36772"/>
                  <a:pt x="62521" y="36772"/>
                </a:cubicBezTo>
                <a:close/>
                <a:moveTo>
                  <a:pt x="43098" y="31942"/>
                </a:moveTo>
                <a:cubicBezTo>
                  <a:pt x="45066" y="34777"/>
                  <a:pt x="47034" y="37613"/>
                  <a:pt x="48936" y="40381"/>
                </a:cubicBezTo>
                <a:cubicBezTo>
                  <a:pt x="48888" y="40453"/>
                  <a:pt x="48874" y="40508"/>
                  <a:pt x="48871" y="40508"/>
                </a:cubicBezTo>
                <a:cubicBezTo>
                  <a:pt x="48869" y="40508"/>
                  <a:pt x="48869" y="40500"/>
                  <a:pt x="48869" y="40481"/>
                </a:cubicBezTo>
                <a:cubicBezTo>
                  <a:pt x="48373" y="40817"/>
                  <a:pt x="48094" y="40993"/>
                  <a:pt x="47876" y="40993"/>
                </a:cubicBezTo>
                <a:cubicBezTo>
                  <a:pt x="47595" y="40993"/>
                  <a:pt x="47414" y="40701"/>
                  <a:pt x="47001" y="40081"/>
                </a:cubicBezTo>
                <a:cubicBezTo>
                  <a:pt x="45500" y="37879"/>
                  <a:pt x="43999" y="35678"/>
                  <a:pt x="42431" y="33543"/>
                </a:cubicBezTo>
                <a:cubicBezTo>
                  <a:pt x="42098" y="33076"/>
                  <a:pt x="42064" y="32776"/>
                  <a:pt x="42531" y="32442"/>
                </a:cubicBezTo>
                <a:cubicBezTo>
                  <a:pt x="42731" y="32309"/>
                  <a:pt x="42898" y="32142"/>
                  <a:pt x="43098" y="31942"/>
                </a:cubicBezTo>
                <a:close/>
                <a:moveTo>
                  <a:pt x="24518" y="36812"/>
                </a:moveTo>
                <a:cubicBezTo>
                  <a:pt x="24618" y="36879"/>
                  <a:pt x="24652" y="36945"/>
                  <a:pt x="24719" y="36979"/>
                </a:cubicBezTo>
                <a:cubicBezTo>
                  <a:pt x="24318" y="37613"/>
                  <a:pt x="23951" y="38313"/>
                  <a:pt x="23384" y="38880"/>
                </a:cubicBezTo>
                <a:cubicBezTo>
                  <a:pt x="22750" y="39547"/>
                  <a:pt x="22083" y="40214"/>
                  <a:pt x="21349" y="40715"/>
                </a:cubicBezTo>
                <a:cubicBezTo>
                  <a:pt x="20916" y="40982"/>
                  <a:pt x="20315" y="40982"/>
                  <a:pt x="19748" y="41148"/>
                </a:cubicBezTo>
                <a:cubicBezTo>
                  <a:pt x="19748" y="41115"/>
                  <a:pt x="19715" y="41048"/>
                  <a:pt x="19715" y="40982"/>
                </a:cubicBezTo>
                <a:cubicBezTo>
                  <a:pt x="20182" y="40715"/>
                  <a:pt x="20649" y="40415"/>
                  <a:pt x="21049" y="40081"/>
                </a:cubicBezTo>
                <a:cubicBezTo>
                  <a:pt x="21483" y="39781"/>
                  <a:pt x="21917" y="39447"/>
                  <a:pt x="22350" y="39080"/>
                </a:cubicBezTo>
                <a:cubicBezTo>
                  <a:pt x="22750" y="38713"/>
                  <a:pt x="23084" y="38280"/>
                  <a:pt x="23518" y="37913"/>
                </a:cubicBezTo>
                <a:cubicBezTo>
                  <a:pt x="23885" y="37579"/>
                  <a:pt x="23985" y="36945"/>
                  <a:pt x="24518" y="36812"/>
                </a:cubicBezTo>
                <a:close/>
                <a:moveTo>
                  <a:pt x="37961" y="36645"/>
                </a:moveTo>
                <a:lnTo>
                  <a:pt x="37961" y="36645"/>
                </a:lnTo>
                <a:cubicBezTo>
                  <a:pt x="36827" y="38213"/>
                  <a:pt x="35793" y="39714"/>
                  <a:pt x="34692" y="41215"/>
                </a:cubicBezTo>
                <a:cubicBezTo>
                  <a:pt x="33958" y="40815"/>
                  <a:pt x="33892" y="40648"/>
                  <a:pt x="33858" y="39814"/>
                </a:cubicBezTo>
                <a:cubicBezTo>
                  <a:pt x="33858" y="38980"/>
                  <a:pt x="33692" y="38146"/>
                  <a:pt x="33558" y="37312"/>
                </a:cubicBezTo>
                <a:cubicBezTo>
                  <a:pt x="34993" y="37112"/>
                  <a:pt x="36460" y="36879"/>
                  <a:pt x="37961" y="36645"/>
                </a:cubicBezTo>
                <a:close/>
                <a:moveTo>
                  <a:pt x="17113" y="35578"/>
                </a:moveTo>
                <a:cubicBezTo>
                  <a:pt x="19281" y="35911"/>
                  <a:pt x="21450" y="36245"/>
                  <a:pt x="23618" y="36612"/>
                </a:cubicBezTo>
                <a:cubicBezTo>
                  <a:pt x="23684" y="36612"/>
                  <a:pt x="23718" y="36712"/>
                  <a:pt x="23851" y="36745"/>
                </a:cubicBezTo>
                <a:cubicBezTo>
                  <a:pt x="22984" y="38246"/>
                  <a:pt x="21683" y="39247"/>
                  <a:pt x="20315" y="40148"/>
                </a:cubicBezTo>
                <a:cubicBezTo>
                  <a:pt x="18995" y="41079"/>
                  <a:pt x="17576" y="41307"/>
                  <a:pt x="16113" y="41307"/>
                </a:cubicBezTo>
                <a:cubicBezTo>
                  <a:pt x="15322" y="41307"/>
                  <a:pt x="14518" y="41240"/>
                  <a:pt x="13711" y="41182"/>
                </a:cubicBezTo>
                <a:cubicBezTo>
                  <a:pt x="13711" y="40584"/>
                  <a:pt x="13552" y="40420"/>
                  <a:pt x="13328" y="40420"/>
                </a:cubicBezTo>
                <a:cubicBezTo>
                  <a:pt x="13054" y="40420"/>
                  <a:pt x="12682" y="40664"/>
                  <a:pt x="12380" y="40664"/>
                </a:cubicBezTo>
                <a:cubicBezTo>
                  <a:pt x="12307" y="40664"/>
                  <a:pt x="12239" y="40650"/>
                  <a:pt x="12176" y="40615"/>
                </a:cubicBezTo>
                <a:cubicBezTo>
                  <a:pt x="12610" y="40348"/>
                  <a:pt x="12977" y="40114"/>
                  <a:pt x="13344" y="39848"/>
                </a:cubicBezTo>
                <a:cubicBezTo>
                  <a:pt x="14878" y="38847"/>
                  <a:pt x="16046" y="37613"/>
                  <a:pt x="16679" y="35845"/>
                </a:cubicBezTo>
                <a:cubicBezTo>
                  <a:pt x="16713" y="35745"/>
                  <a:pt x="16980" y="35578"/>
                  <a:pt x="17113" y="35578"/>
                </a:cubicBezTo>
                <a:close/>
                <a:moveTo>
                  <a:pt x="41797" y="33243"/>
                </a:moveTo>
                <a:cubicBezTo>
                  <a:pt x="43565" y="35945"/>
                  <a:pt x="45367" y="38647"/>
                  <a:pt x="47201" y="41415"/>
                </a:cubicBezTo>
                <a:cubicBezTo>
                  <a:pt x="46734" y="41649"/>
                  <a:pt x="46334" y="41916"/>
                  <a:pt x="45900" y="42116"/>
                </a:cubicBezTo>
                <a:cubicBezTo>
                  <a:pt x="45033" y="41482"/>
                  <a:pt x="44699" y="40481"/>
                  <a:pt x="44166" y="39647"/>
                </a:cubicBezTo>
                <a:cubicBezTo>
                  <a:pt x="43032" y="37913"/>
                  <a:pt x="41864" y="36112"/>
                  <a:pt x="40697" y="34277"/>
                </a:cubicBezTo>
                <a:cubicBezTo>
                  <a:pt x="40963" y="34043"/>
                  <a:pt x="41330" y="33643"/>
                  <a:pt x="41797" y="33243"/>
                </a:cubicBezTo>
                <a:close/>
                <a:moveTo>
                  <a:pt x="40463" y="34577"/>
                </a:moveTo>
                <a:cubicBezTo>
                  <a:pt x="41864" y="36879"/>
                  <a:pt x="43232" y="39080"/>
                  <a:pt x="44633" y="41282"/>
                </a:cubicBezTo>
                <a:cubicBezTo>
                  <a:pt x="44833" y="41649"/>
                  <a:pt x="45166" y="41982"/>
                  <a:pt x="45467" y="42416"/>
                </a:cubicBezTo>
                <a:cubicBezTo>
                  <a:pt x="45033" y="42616"/>
                  <a:pt x="44566" y="42883"/>
                  <a:pt x="44132" y="43117"/>
                </a:cubicBezTo>
                <a:cubicBezTo>
                  <a:pt x="44119" y="43121"/>
                  <a:pt x="44104" y="43123"/>
                  <a:pt x="44087" y="43123"/>
                </a:cubicBezTo>
                <a:cubicBezTo>
                  <a:pt x="43973" y="43123"/>
                  <a:pt x="43786" y="43032"/>
                  <a:pt x="43699" y="42916"/>
                </a:cubicBezTo>
                <a:cubicBezTo>
                  <a:pt x="42531" y="41148"/>
                  <a:pt x="41397" y="39381"/>
                  <a:pt x="40230" y="37579"/>
                </a:cubicBezTo>
                <a:cubicBezTo>
                  <a:pt x="39896" y="37079"/>
                  <a:pt x="39529" y="36612"/>
                  <a:pt x="39162" y="36045"/>
                </a:cubicBezTo>
                <a:cubicBezTo>
                  <a:pt x="39529" y="35611"/>
                  <a:pt x="39896" y="35144"/>
                  <a:pt x="40463" y="34577"/>
                </a:cubicBezTo>
                <a:close/>
                <a:moveTo>
                  <a:pt x="26702" y="37528"/>
                </a:moveTo>
                <a:cubicBezTo>
                  <a:pt x="26733" y="37528"/>
                  <a:pt x="26762" y="37534"/>
                  <a:pt x="26787" y="37546"/>
                </a:cubicBezTo>
                <a:cubicBezTo>
                  <a:pt x="29389" y="38413"/>
                  <a:pt x="31824" y="39614"/>
                  <a:pt x="33958" y="41449"/>
                </a:cubicBezTo>
                <a:cubicBezTo>
                  <a:pt x="34025" y="41482"/>
                  <a:pt x="34059" y="41582"/>
                  <a:pt x="34192" y="41749"/>
                </a:cubicBezTo>
                <a:cubicBezTo>
                  <a:pt x="31770" y="42567"/>
                  <a:pt x="29407" y="43325"/>
                  <a:pt x="26713" y="43325"/>
                </a:cubicBezTo>
                <a:cubicBezTo>
                  <a:pt x="26549" y="43325"/>
                  <a:pt x="26385" y="43322"/>
                  <a:pt x="26220" y="43317"/>
                </a:cubicBezTo>
                <a:cubicBezTo>
                  <a:pt x="26386" y="42883"/>
                  <a:pt x="26620" y="42449"/>
                  <a:pt x="26720" y="42082"/>
                </a:cubicBezTo>
                <a:cubicBezTo>
                  <a:pt x="26787" y="41882"/>
                  <a:pt x="26787" y="41716"/>
                  <a:pt x="26787" y="41482"/>
                </a:cubicBezTo>
                <a:cubicBezTo>
                  <a:pt x="26620" y="41482"/>
                  <a:pt x="26453" y="41482"/>
                  <a:pt x="26286" y="41549"/>
                </a:cubicBezTo>
                <a:cubicBezTo>
                  <a:pt x="24885" y="41916"/>
                  <a:pt x="23484" y="42249"/>
                  <a:pt x="22050" y="42616"/>
                </a:cubicBezTo>
                <a:cubicBezTo>
                  <a:pt x="21950" y="42650"/>
                  <a:pt x="21783" y="42650"/>
                  <a:pt x="21650" y="42650"/>
                </a:cubicBezTo>
                <a:lnTo>
                  <a:pt x="21516" y="42549"/>
                </a:lnTo>
                <a:cubicBezTo>
                  <a:pt x="21983" y="42082"/>
                  <a:pt x="22317" y="41482"/>
                  <a:pt x="22851" y="41148"/>
                </a:cubicBezTo>
                <a:cubicBezTo>
                  <a:pt x="24285" y="40281"/>
                  <a:pt x="25519" y="39247"/>
                  <a:pt x="26320" y="37746"/>
                </a:cubicBezTo>
                <a:cubicBezTo>
                  <a:pt x="26374" y="37637"/>
                  <a:pt x="26562" y="37528"/>
                  <a:pt x="26702" y="37528"/>
                </a:cubicBezTo>
                <a:close/>
                <a:moveTo>
                  <a:pt x="38895" y="36278"/>
                </a:moveTo>
                <a:cubicBezTo>
                  <a:pt x="40396" y="38647"/>
                  <a:pt x="41964" y="40982"/>
                  <a:pt x="43465" y="43383"/>
                </a:cubicBezTo>
                <a:cubicBezTo>
                  <a:pt x="43032" y="43647"/>
                  <a:pt x="42792" y="43795"/>
                  <a:pt x="42607" y="43795"/>
                </a:cubicBezTo>
                <a:cubicBezTo>
                  <a:pt x="42393" y="43795"/>
                  <a:pt x="42250" y="43597"/>
                  <a:pt x="41964" y="43150"/>
                </a:cubicBezTo>
                <a:cubicBezTo>
                  <a:pt x="41130" y="41916"/>
                  <a:pt x="40330" y="40581"/>
                  <a:pt x="39462" y="39314"/>
                </a:cubicBezTo>
                <a:cubicBezTo>
                  <a:pt x="39062" y="38780"/>
                  <a:pt x="38662" y="38280"/>
                  <a:pt x="38195" y="37813"/>
                </a:cubicBezTo>
                <a:cubicBezTo>
                  <a:pt x="37961" y="37546"/>
                  <a:pt x="37895" y="37346"/>
                  <a:pt x="38161" y="37112"/>
                </a:cubicBezTo>
                <a:cubicBezTo>
                  <a:pt x="38462" y="36879"/>
                  <a:pt x="38662" y="36512"/>
                  <a:pt x="38895" y="36278"/>
                </a:cubicBezTo>
                <a:close/>
                <a:moveTo>
                  <a:pt x="37694" y="37646"/>
                </a:moveTo>
                <a:cubicBezTo>
                  <a:pt x="39162" y="39881"/>
                  <a:pt x="40597" y="41949"/>
                  <a:pt x="42031" y="44084"/>
                </a:cubicBezTo>
                <a:lnTo>
                  <a:pt x="41664" y="44317"/>
                </a:lnTo>
                <a:cubicBezTo>
                  <a:pt x="41531" y="44410"/>
                  <a:pt x="41420" y="44456"/>
                  <a:pt x="41317" y="44456"/>
                </a:cubicBezTo>
                <a:cubicBezTo>
                  <a:pt x="41161" y="44456"/>
                  <a:pt x="41024" y="44352"/>
                  <a:pt x="40863" y="44151"/>
                </a:cubicBezTo>
                <a:cubicBezTo>
                  <a:pt x="39562" y="42483"/>
                  <a:pt x="38228" y="40882"/>
                  <a:pt x="36961" y="39214"/>
                </a:cubicBezTo>
                <a:cubicBezTo>
                  <a:pt x="36861" y="39114"/>
                  <a:pt x="36827" y="38847"/>
                  <a:pt x="36861" y="38780"/>
                </a:cubicBezTo>
                <a:cubicBezTo>
                  <a:pt x="37094" y="38413"/>
                  <a:pt x="37361" y="38080"/>
                  <a:pt x="37694" y="37646"/>
                </a:cubicBezTo>
                <a:close/>
                <a:moveTo>
                  <a:pt x="36560" y="39314"/>
                </a:moveTo>
                <a:cubicBezTo>
                  <a:pt x="37995" y="41115"/>
                  <a:pt x="39396" y="42916"/>
                  <a:pt x="40897" y="44751"/>
                </a:cubicBezTo>
                <a:cubicBezTo>
                  <a:pt x="40496" y="44985"/>
                  <a:pt x="40163" y="45218"/>
                  <a:pt x="39829" y="45418"/>
                </a:cubicBezTo>
                <a:cubicBezTo>
                  <a:pt x="38695" y="44051"/>
                  <a:pt x="37561" y="42716"/>
                  <a:pt x="36460" y="41415"/>
                </a:cubicBezTo>
                <a:cubicBezTo>
                  <a:pt x="35660" y="40481"/>
                  <a:pt x="35660" y="40548"/>
                  <a:pt x="36360" y="39581"/>
                </a:cubicBezTo>
                <a:cubicBezTo>
                  <a:pt x="36394" y="39481"/>
                  <a:pt x="36494" y="39447"/>
                  <a:pt x="36560" y="39314"/>
                </a:cubicBezTo>
                <a:close/>
                <a:moveTo>
                  <a:pt x="21550" y="41449"/>
                </a:moveTo>
                <a:cubicBezTo>
                  <a:pt x="21616" y="41482"/>
                  <a:pt x="21616" y="41549"/>
                  <a:pt x="21650" y="41582"/>
                </a:cubicBezTo>
                <a:cubicBezTo>
                  <a:pt x="21316" y="41982"/>
                  <a:pt x="21016" y="42349"/>
                  <a:pt x="20682" y="42750"/>
                </a:cubicBezTo>
                <a:cubicBezTo>
                  <a:pt x="20616" y="42916"/>
                  <a:pt x="20549" y="43117"/>
                  <a:pt x="20516" y="43283"/>
                </a:cubicBezTo>
                <a:cubicBezTo>
                  <a:pt x="20642" y="43309"/>
                  <a:pt x="20788" y="43373"/>
                  <a:pt x="20924" y="43373"/>
                </a:cubicBezTo>
                <a:cubicBezTo>
                  <a:pt x="20967" y="43373"/>
                  <a:pt x="21009" y="43366"/>
                  <a:pt x="21049" y="43350"/>
                </a:cubicBezTo>
                <a:cubicBezTo>
                  <a:pt x="22550" y="43016"/>
                  <a:pt x="24018" y="42683"/>
                  <a:pt x="25519" y="42349"/>
                </a:cubicBezTo>
                <a:cubicBezTo>
                  <a:pt x="25653" y="42349"/>
                  <a:pt x="25786" y="42316"/>
                  <a:pt x="25986" y="42283"/>
                </a:cubicBezTo>
                <a:lnTo>
                  <a:pt x="25986" y="42283"/>
                </a:lnTo>
                <a:cubicBezTo>
                  <a:pt x="25886" y="42516"/>
                  <a:pt x="25853" y="42750"/>
                  <a:pt x="25786" y="42950"/>
                </a:cubicBezTo>
                <a:cubicBezTo>
                  <a:pt x="25520" y="43717"/>
                  <a:pt x="25542" y="43962"/>
                  <a:pt x="26198" y="43962"/>
                </a:cubicBezTo>
                <a:cubicBezTo>
                  <a:pt x="26283" y="43962"/>
                  <a:pt x="26379" y="43958"/>
                  <a:pt x="26486" y="43950"/>
                </a:cubicBezTo>
                <a:cubicBezTo>
                  <a:pt x="27821" y="43850"/>
                  <a:pt x="29155" y="43684"/>
                  <a:pt x="30456" y="43450"/>
                </a:cubicBezTo>
                <a:cubicBezTo>
                  <a:pt x="31557" y="43250"/>
                  <a:pt x="32691" y="42883"/>
                  <a:pt x="33858" y="42549"/>
                </a:cubicBezTo>
                <a:lnTo>
                  <a:pt x="33858" y="42549"/>
                </a:lnTo>
                <a:cubicBezTo>
                  <a:pt x="33825" y="42716"/>
                  <a:pt x="33825" y="42816"/>
                  <a:pt x="33792" y="42916"/>
                </a:cubicBezTo>
                <a:cubicBezTo>
                  <a:pt x="33358" y="43817"/>
                  <a:pt x="32958" y="44718"/>
                  <a:pt x="32524" y="45618"/>
                </a:cubicBezTo>
                <a:cubicBezTo>
                  <a:pt x="32420" y="45852"/>
                  <a:pt x="32337" y="45985"/>
                  <a:pt x="32116" y="45985"/>
                </a:cubicBezTo>
                <a:cubicBezTo>
                  <a:pt x="32053" y="45985"/>
                  <a:pt x="31979" y="45974"/>
                  <a:pt x="31890" y="45952"/>
                </a:cubicBezTo>
                <a:cubicBezTo>
                  <a:pt x="29196" y="45475"/>
                  <a:pt x="26431" y="45187"/>
                  <a:pt x="23695" y="45187"/>
                </a:cubicBezTo>
                <a:cubicBezTo>
                  <a:pt x="23179" y="45187"/>
                  <a:pt x="22663" y="45197"/>
                  <a:pt x="22150" y="45218"/>
                </a:cubicBezTo>
                <a:cubicBezTo>
                  <a:pt x="19848" y="45285"/>
                  <a:pt x="17513" y="45585"/>
                  <a:pt x="15178" y="45785"/>
                </a:cubicBezTo>
                <a:cubicBezTo>
                  <a:pt x="14811" y="45785"/>
                  <a:pt x="14611" y="45652"/>
                  <a:pt x="14278" y="45485"/>
                </a:cubicBezTo>
                <a:cubicBezTo>
                  <a:pt x="12643" y="44551"/>
                  <a:pt x="10975" y="43650"/>
                  <a:pt x="9007" y="43584"/>
                </a:cubicBezTo>
                <a:cubicBezTo>
                  <a:pt x="8974" y="43584"/>
                  <a:pt x="8941" y="43550"/>
                  <a:pt x="8874" y="43417"/>
                </a:cubicBezTo>
                <a:cubicBezTo>
                  <a:pt x="9508" y="43283"/>
                  <a:pt x="10141" y="43150"/>
                  <a:pt x="10775" y="43083"/>
                </a:cubicBezTo>
                <a:cubicBezTo>
                  <a:pt x="11109" y="43050"/>
                  <a:pt x="11209" y="42916"/>
                  <a:pt x="11109" y="42449"/>
                </a:cubicBezTo>
                <a:lnTo>
                  <a:pt x="13377" y="42449"/>
                </a:lnTo>
                <a:cubicBezTo>
                  <a:pt x="13377" y="42416"/>
                  <a:pt x="13444" y="42316"/>
                  <a:pt x="13444" y="42283"/>
                </a:cubicBezTo>
                <a:cubicBezTo>
                  <a:pt x="13310" y="42116"/>
                  <a:pt x="13177" y="41949"/>
                  <a:pt x="12977" y="41716"/>
                </a:cubicBezTo>
                <a:lnTo>
                  <a:pt x="12977" y="41716"/>
                </a:lnTo>
                <a:cubicBezTo>
                  <a:pt x="14063" y="41853"/>
                  <a:pt x="15141" y="41916"/>
                  <a:pt x="16212" y="41916"/>
                </a:cubicBezTo>
                <a:cubicBezTo>
                  <a:pt x="18002" y="41916"/>
                  <a:pt x="19776" y="41741"/>
                  <a:pt x="21550" y="41449"/>
                </a:cubicBezTo>
                <a:close/>
                <a:moveTo>
                  <a:pt x="7123" y="44643"/>
                </a:moveTo>
                <a:cubicBezTo>
                  <a:pt x="8646" y="44643"/>
                  <a:pt x="10136" y="44976"/>
                  <a:pt x="11542" y="45618"/>
                </a:cubicBezTo>
                <a:lnTo>
                  <a:pt x="12043" y="45885"/>
                </a:lnTo>
                <a:cubicBezTo>
                  <a:pt x="12143" y="45919"/>
                  <a:pt x="12176" y="45952"/>
                  <a:pt x="12210" y="46052"/>
                </a:cubicBezTo>
                <a:cubicBezTo>
                  <a:pt x="10526" y="45586"/>
                  <a:pt x="8882" y="45079"/>
                  <a:pt x="7154" y="45079"/>
                </a:cubicBezTo>
                <a:cubicBezTo>
                  <a:pt x="6657" y="45079"/>
                  <a:pt x="6153" y="45121"/>
                  <a:pt x="5638" y="45218"/>
                </a:cubicBezTo>
                <a:cubicBezTo>
                  <a:pt x="5638" y="45118"/>
                  <a:pt x="5605" y="45085"/>
                  <a:pt x="5605" y="44985"/>
                </a:cubicBezTo>
                <a:cubicBezTo>
                  <a:pt x="5972" y="44851"/>
                  <a:pt x="6339" y="44651"/>
                  <a:pt x="6706" y="44651"/>
                </a:cubicBezTo>
                <a:cubicBezTo>
                  <a:pt x="6845" y="44645"/>
                  <a:pt x="6984" y="44643"/>
                  <a:pt x="7123" y="44643"/>
                </a:cubicBezTo>
                <a:close/>
                <a:moveTo>
                  <a:pt x="35526" y="40782"/>
                </a:moveTo>
                <a:cubicBezTo>
                  <a:pt x="36861" y="42416"/>
                  <a:pt x="38161" y="43950"/>
                  <a:pt x="39496" y="45585"/>
                </a:cubicBezTo>
                <a:cubicBezTo>
                  <a:pt x="39229" y="45752"/>
                  <a:pt x="39062" y="45852"/>
                  <a:pt x="38895" y="45985"/>
                </a:cubicBezTo>
                <a:cubicBezTo>
                  <a:pt x="38809" y="46057"/>
                  <a:pt x="38735" y="46092"/>
                  <a:pt x="38662" y="46092"/>
                </a:cubicBezTo>
                <a:cubicBezTo>
                  <a:pt x="38567" y="46092"/>
                  <a:pt x="38475" y="46032"/>
                  <a:pt x="38362" y="45919"/>
                </a:cubicBezTo>
                <a:cubicBezTo>
                  <a:pt x="37294" y="44684"/>
                  <a:pt x="36193" y="43483"/>
                  <a:pt x="35059" y="42316"/>
                </a:cubicBezTo>
                <a:cubicBezTo>
                  <a:pt x="34859" y="42116"/>
                  <a:pt x="34792" y="41916"/>
                  <a:pt x="34993" y="41649"/>
                </a:cubicBezTo>
                <a:cubicBezTo>
                  <a:pt x="35159" y="41415"/>
                  <a:pt x="35326" y="41115"/>
                  <a:pt x="35526" y="40782"/>
                </a:cubicBezTo>
                <a:close/>
                <a:moveTo>
                  <a:pt x="34659" y="42283"/>
                </a:moveTo>
                <a:cubicBezTo>
                  <a:pt x="35860" y="43650"/>
                  <a:pt x="37061" y="44951"/>
                  <a:pt x="38295" y="46319"/>
                </a:cubicBezTo>
                <a:lnTo>
                  <a:pt x="38061" y="46552"/>
                </a:lnTo>
                <a:cubicBezTo>
                  <a:pt x="37785" y="46782"/>
                  <a:pt x="37636" y="46893"/>
                  <a:pt x="37507" y="46893"/>
                </a:cubicBezTo>
                <a:cubicBezTo>
                  <a:pt x="37355" y="46893"/>
                  <a:pt x="37231" y="46741"/>
                  <a:pt x="36961" y="46452"/>
                </a:cubicBezTo>
                <a:cubicBezTo>
                  <a:pt x="36160" y="45585"/>
                  <a:pt x="35393" y="44751"/>
                  <a:pt x="34526" y="43950"/>
                </a:cubicBezTo>
                <a:cubicBezTo>
                  <a:pt x="34025" y="43550"/>
                  <a:pt x="33992" y="43150"/>
                  <a:pt x="34359" y="42716"/>
                </a:cubicBezTo>
                <a:cubicBezTo>
                  <a:pt x="34459" y="42583"/>
                  <a:pt x="34526" y="42483"/>
                  <a:pt x="34659" y="42283"/>
                </a:cubicBezTo>
                <a:close/>
                <a:moveTo>
                  <a:pt x="33825" y="43750"/>
                </a:moveTo>
                <a:cubicBezTo>
                  <a:pt x="34959" y="44918"/>
                  <a:pt x="36027" y="46052"/>
                  <a:pt x="37127" y="47220"/>
                </a:cubicBezTo>
                <a:cubicBezTo>
                  <a:pt x="36731" y="47616"/>
                  <a:pt x="36549" y="47798"/>
                  <a:pt x="36360" y="47798"/>
                </a:cubicBezTo>
                <a:cubicBezTo>
                  <a:pt x="36199" y="47798"/>
                  <a:pt x="36033" y="47665"/>
                  <a:pt x="35726" y="47420"/>
                </a:cubicBezTo>
                <a:cubicBezTo>
                  <a:pt x="34892" y="46652"/>
                  <a:pt x="34059" y="45952"/>
                  <a:pt x="33191" y="45218"/>
                </a:cubicBezTo>
                <a:cubicBezTo>
                  <a:pt x="33358" y="44784"/>
                  <a:pt x="33558" y="44317"/>
                  <a:pt x="33825" y="43750"/>
                </a:cubicBezTo>
                <a:close/>
                <a:moveTo>
                  <a:pt x="33125" y="45618"/>
                </a:moveTo>
                <a:cubicBezTo>
                  <a:pt x="34059" y="46452"/>
                  <a:pt x="34993" y="47286"/>
                  <a:pt x="35993" y="48053"/>
                </a:cubicBezTo>
                <a:cubicBezTo>
                  <a:pt x="35960" y="48087"/>
                  <a:pt x="35960" y="48120"/>
                  <a:pt x="35893" y="48154"/>
                </a:cubicBezTo>
                <a:cubicBezTo>
                  <a:pt x="35793" y="48120"/>
                  <a:pt x="35660" y="48120"/>
                  <a:pt x="35526" y="48053"/>
                </a:cubicBezTo>
                <a:cubicBezTo>
                  <a:pt x="34726" y="47586"/>
                  <a:pt x="33992" y="47119"/>
                  <a:pt x="33191" y="46652"/>
                </a:cubicBezTo>
                <a:cubicBezTo>
                  <a:pt x="32791" y="46419"/>
                  <a:pt x="32658" y="46119"/>
                  <a:pt x="33125" y="45618"/>
                </a:cubicBezTo>
                <a:close/>
                <a:moveTo>
                  <a:pt x="32624" y="46786"/>
                </a:moveTo>
                <a:lnTo>
                  <a:pt x="32624" y="46786"/>
                </a:lnTo>
                <a:cubicBezTo>
                  <a:pt x="33558" y="47386"/>
                  <a:pt x="34492" y="47953"/>
                  <a:pt x="35460" y="48554"/>
                </a:cubicBezTo>
                <a:lnTo>
                  <a:pt x="35460" y="48754"/>
                </a:lnTo>
                <a:cubicBezTo>
                  <a:pt x="35348" y="48754"/>
                  <a:pt x="35193" y="48784"/>
                  <a:pt x="35062" y="48784"/>
                </a:cubicBezTo>
                <a:cubicBezTo>
                  <a:pt x="34996" y="48784"/>
                  <a:pt x="34937" y="48776"/>
                  <a:pt x="34892" y="48754"/>
                </a:cubicBezTo>
                <a:cubicBezTo>
                  <a:pt x="34192" y="48387"/>
                  <a:pt x="33525" y="47953"/>
                  <a:pt x="32824" y="47553"/>
                </a:cubicBezTo>
                <a:cubicBezTo>
                  <a:pt x="32391" y="47286"/>
                  <a:pt x="32357" y="47286"/>
                  <a:pt x="32624" y="46786"/>
                </a:cubicBezTo>
                <a:close/>
                <a:moveTo>
                  <a:pt x="32291" y="47720"/>
                </a:moveTo>
                <a:cubicBezTo>
                  <a:pt x="33125" y="48254"/>
                  <a:pt x="33858" y="48721"/>
                  <a:pt x="34626" y="49221"/>
                </a:cubicBezTo>
                <a:cubicBezTo>
                  <a:pt x="34659" y="49221"/>
                  <a:pt x="34692" y="49388"/>
                  <a:pt x="34659" y="49421"/>
                </a:cubicBezTo>
                <a:cubicBezTo>
                  <a:pt x="34632" y="49448"/>
                  <a:pt x="34539" y="49497"/>
                  <a:pt x="34452" y="49497"/>
                </a:cubicBezTo>
                <a:cubicBezTo>
                  <a:pt x="34432" y="49497"/>
                  <a:pt x="34411" y="49494"/>
                  <a:pt x="34392" y="49488"/>
                </a:cubicBezTo>
                <a:cubicBezTo>
                  <a:pt x="33625" y="49288"/>
                  <a:pt x="32824" y="49054"/>
                  <a:pt x="31957" y="48787"/>
                </a:cubicBezTo>
                <a:cubicBezTo>
                  <a:pt x="32024" y="48454"/>
                  <a:pt x="32157" y="48120"/>
                  <a:pt x="32291" y="47720"/>
                </a:cubicBezTo>
                <a:close/>
                <a:moveTo>
                  <a:pt x="15078" y="46252"/>
                </a:moveTo>
                <a:cubicBezTo>
                  <a:pt x="14912" y="47386"/>
                  <a:pt x="14344" y="48287"/>
                  <a:pt x="13711" y="49154"/>
                </a:cubicBezTo>
                <a:cubicBezTo>
                  <a:pt x="12877" y="50388"/>
                  <a:pt x="11643" y="50555"/>
                  <a:pt x="10442" y="50889"/>
                </a:cubicBezTo>
                <a:cubicBezTo>
                  <a:pt x="12110" y="49621"/>
                  <a:pt x="13877" y="48554"/>
                  <a:pt x="14545" y="46286"/>
                </a:cubicBezTo>
                <a:cubicBezTo>
                  <a:pt x="14611" y="46286"/>
                  <a:pt x="14678" y="46252"/>
                  <a:pt x="14778" y="46252"/>
                </a:cubicBezTo>
                <a:close/>
                <a:moveTo>
                  <a:pt x="31056" y="49421"/>
                </a:moveTo>
                <a:lnTo>
                  <a:pt x="31056" y="49421"/>
                </a:lnTo>
                <a:cubicBezTo>
                  <a:pt x="31523" y="49454"/>
                  <a:pt x="31990" y="49454"/>
                  <a:pt x="32524" y="49488"/>
                </a:cubicBezTo>
                <a:cubicBezTo>
                  <a:pt x="32124" y="50055"/>
                  <a:pt x="31790" y="50455"/>
                  <a:pt x="31390" y="50956"/>
                </a:cubicBezTo>
                <a:cubicBezTo>
                  <a:pt x="31290" y="50422"/>
                  <a:pt x="31190" y="49955"/>
                  <a:pt x="31056" y="49421"/>
                </a:cubicBezTo>
                <a:close/>
                <a:moveTo>
                  <a:pt x="14144" y="46319"/>
                </a:moveTo>
                <a:lnTo>
                  <a:pt x="14144" y="46319"/>
                </a:lnTo>
                <a:cubicBezTo>
                  <a:pt x="13644" y="47653"/>
                  <a:pt x="12877" y="48587"/>
                  <a:pt x="11876" y="49288"/>
                </a:cubicBezTo>
                <a:cubicBezTo>
                  <a:pt x="10163" y="50503"/>
                  <a:pt x="8537" y="51776"/>
                  <a:pt x="6264" y="51776"/>
                </a:cubicBezTo>
                <a:cubicBezTo>
                  <a:pt x="6103" y="51776"/>
                  <a:pt x="5939" y="51769"/>
                  <a:pt x="5772" y="51756"/>
                </a:cubicBezTo>
                <a:cubicBezTo>
                  <a:pt x="6839" y="50622"/>
                  <a:pt x="7706" y="49388"/>
                  <a:pt x="8107" y="47720"/>
                </a:cubicBezTo>
                <a:cubicBezTo>
                  <a:pt x="9975" y="47286"/>
                  <a:pt x="11976" y="46819"/>
                  <a:pt x="14144" y="46319"/>
                </a:cubicBezTo>
                <a:close/>
                <a:moveTo>
                  <a:pt x="7540" y="47820"/>
                </a:moveTo>
                <a:cubicBezTo>
                  <a:pt x="7475" y="49380"/>
                  <a:pt x="5637" y="51795"/>
                  <a:pt x="4617" y="51795"/>
                </a:cubicBezTo>
                <a:cubicBezTo>
                  <a:pt x="4590" y="51795"/>
                  <a:pt x="4563" y="51793"/>
                  <a:pt x="4537" y="51789"/>
                </a:cubicBezTo>
                <a:cubicBezTo>
                  <a:pt x="4671" y="51656"/>
                  <a:pt x="4804" y="51556"/>
                  <a:pt x="4871" y="51423"/>
                </a:cubicBezTo>
                <a:cubicBezTo>
                  <a:pt x="5738" y="50455"/>
                  <a:pt x="6639" y="49488"/>
                  <a:pt x="7039" y="48254"/>
                </a:cubicBezTo>
                <a:cubicBezTo>
                  <a:pt x="7139" y="48087"/>
                  <a:pt x="7373" y="47953"/>
                  <a:pt x="7540" y="47820"/>
                </a:cubicBezTo>
                <a:close/>
                <a:moveTo>
                  <a:pt x="6397" y="45509"/>
                </a:moveTo>
                <a:cubicBezTo>
                  <a:pt x="8112" y="45509"/>
                  <a:pt x="9771" y="45801"/>
                  <a:pt x="11376" y="46286"/>
                </a:cubicBezTo>
                <a:cubicBezTo>
                  <a:pt x="11442" y="46286"/>
                  <a:pt x="11476" y="46319"/>
                  <a:pt x="11542" y="46419"/>
                </a:cubicBezTo>
                <a:cubicBezTo>
                  <a:pt x="8841" y="47153"/>
                  <a:pt x="6039" y="47620"/>
                  <a:pt x="3870" y="49588"/>
                </a:cubicBezTo>
                <a:lnTo>
                  <a:pt x="6506" y="48187"/>
                </a:lnTo>
                <a:lnTo>
                  <a:pt x="6639" y="48320"/>
                </a:lnTo>
                <a:cubicBezTo>
                  <a:pt x="6506" y="48587"/>
                  <a:pt x="6439" y="48887"/>
                  <a:pt x="6272" y="49121"/>
                </a:cubicBezTo>
                <a:cubicBezTo>
                  <a:pt x="5672" y="49888"/>
                  <a:pt x="5105" y="50622"/>
                  <a:pt x="4471" y="51389"/>
                </a:cubicBezTo>
                <a:cubicBezTo>
                  <a:pt x="4261" y="51651"/>
                  <a:pt x="3989" y="51831"/>
                  <a:pt x="3656" y="51831"/>
                </a:cubicBezTo>
                <a:cubicBezTo>
                  <a:pt x="3565" y="51831"/>
                  <a:pt x="3470" y="51818"/>
                  <a:pt x="3370" y="51789"/>
                </a:cubicBezTo>
                <a:cubicBezTo>
                  <a:pt x="2669" y="51623"/>
                  <a:pt x="1936" y="51489"/>
                  <a:pt x="1202" y="51256"/>
                </a:cubicBezTo>
                <a:cubicBezTo>
                  <a:pt x="635" y="51022"/>
                  <a:pt x="501" y="50589"/>
                  <a:pt x="801" y="49988"/>
                </a:cubicBezTo>
                <a:cubicBezTo>
                  <a:pt x="968" y="49688"/>
                  <a:pt x="1135" y="49421"/>
                  <a:pt x="1335" y="49188"/>
                </a:cubicBezTo>
                <a:cubicBezTo>
                  <a:pt x="2202" y="48287"/>
                  <a:pt x="3136" y="47386"/>
                  <a:pt x="4004" y="46419"/>
                </a:cubicBezTo>
                <a:cubicBezTo>
                  <a:pt x="4504" y="45818"/>
                  <a:pt x="5138" y="45585"/>
                  <a:pt x="5872" y="45518"/>
                </a:cubicBezTo>
                <a:cubicBezTo>
                  <a:pt x="6048" y="45512"/>
                  <a:pt x="6223" y="45509"/>
                  <a:pt x="6397" y="45509"/>
                </a:cubicBezTo>
                <a:close/>
                <a:moveTo>
                  <a:pt x="29322" y="49921"/>
                </a:moveTo>
                <a:cubicBezTo>
                  <a:pt x="29288" y="50622"/>
                  <a:pt x="29222" y="51322"/>
                  <a:pt x="29188" y="51890"/>
                </a:cubicBezTo>
                <a:cubicBezTo>
                  <a:pt x="28621" y="51656"/>
                  <a:pt x="27954" y="51389"/>
                  <a:pt x="27220" y="51122"/>
                </a:cubicBezTo>
                <a:cubicBezTo>
                  <a:pt x="27687" y="50422"/>
                  <a:pt x="28555" y="50222"/>
                  <a:pt x="29322" y="49921"/>
                </a:cubicBezTo>
                <a:close/>
                <a:moveTo>
                  <a:pt x="34826" y="50255"/>
                </a:moveTo>
                <a:cubicBezTo>
                  <a:pt x="35193" y="50922"/>
                  <a:pt x="35493" y="51489"/>
                  <a:pt x="35826" y="52056"/>
                </a:cubicBezTo>
                <a:cubicBezTo>
                  <a:pt x="35293" y="51923"/>
                  <a:pt x="34792" y="51823"/>
                  <a:pt x="34292" y="51789"/>
                </a:cubicBezTo>
                <a:cubicBezTo>
                  <a:pt x="34459" y="51423"/>
                  <a:pt x="34626" y="50922"/>
                  <a:pt x="34826" y="50255"/>
                </a:cubicBezTo>
                <a:close/>
                <a:moveTo>
                  <a:pt x="22017" y="45718"/>
                </a:moveTo>
                <a:cubicBezTo>
                  <a:pt x="23518" y="45718"/>
                  <a:pt x="24985" y="45752"/>
                  <a:pt x="26520" y="45785"/>
                </a:cubicBezTo>
                <a:cubicBezTo>
                  <a:pt x="25886" y="48787"/>
                  <a:pt x="23818" y="50455"/>
                  <a:pt x="21683" y="52090"/>
                </a:cubicBezTo>
                <a:cubicBezTo>
                  <a:pt x="21349" y="51756"/>
                  <a:pt x="21450" y="51389"/>
                  <a:pt x="21616" y="50989"/>
                </a:cubicBezTo>
                <a:cubicBezTo>
                  <a:pt x="21716" y="50722"/>
                  <a:pt x="21950" y="50422"/>
                  <a:pt x="22050" y="50122"/>
                </a:cubicBezTo>
                <a:cubicBezTo>
                  <a:pt x="22117" y="49988"/>
                  <a:pt x="22050" y="49821"/>
                  <a:pt x="22050" y="49655"/>
                </a:cubicBezTo>
                <a:cubicBezTo>
                  <a:pt x="21983" y="49655"/>
                  <a:pt x="21917" y="49649"/>
                  <a:pt x="21854" y="49649"/>
                </a:cubicBezTo>
                <a:cubicBezTo>
                  <a:pt x="21760" y="49649"/>
                  <a:pt x="21676" y="49661"/>
                  <a:pt x="21616" y="49721"/>
                </a:cubicBezTo>
                <a:cubicBezTo>
                  <a:pt x="20616" y="50255"/>
                  <a:pt x="19648" y="50822"/>
                  <a:pt x="18648" y="51322"/>
                </a:cubicBezTo>
                <a:cubicBezTo>
                  <a:pt x="18014" y="51656"/>
                  <a:pt x="17347" y="51923"/>
                  <a:pt x="16679" y="52156"/>
                </a:cubicBezTo>
                <a:cubicBezTo>
                  <a:pt x="16646" y="52090"/>
                  <a:pt x="16646" y="52056"/>
                  <a:pt x="16613" y="51990"/>
                </a:cubicBezTo>
                <a:cubicBezTo>
                  <a:pt x="16813" y="51890"/>
                  <a:pt x="17013" y="51723"/>
                  <a:pt x="17213" y="51589"/>
                </a:cubicBezTo>
                <a:cubicBezTo>
                  <a:pt x="19348" y="50288"/>
                  <a:pt x="20782" y="48454"/>
                  <a:pt x="21616" y="46119"/>
                </a:cubicBezTo>
                <a:cubicBezTo>
                  <a:pt x="21683" y="45952"/>
                  <a:pt x="21883" y="45718"/>
                  <a:pt x="22017" y="45718"/>
                </a:cubicBezTo>
                <a:close/>
                <a:moveTo>
                  <a:pt x="27206" y="45868"/>
                </a:moveTo>
                <a:cubicBezTo>
                  <a:pt x="27249" y="45868"/>
                  <a:pt x="27297" y="45874"/>
                  <a:pt x="27354" y="45885"/>
                </a:cubicBezTo>
                <a:cubicBezTo>
                  <a:pt x="28688" y="46085"/>
                  <a:pt x="30056" y="46252"/>
                  <a:pt x="31390" y="46419"/>
                </a:cubicBezTo>
                <a:cubicBezTo>
                  <a:pt x="31857" y="46452"/>
                  <a:pt x="31957" y="46652"/>
                  <a:pt x="31857" y="47119"/>
                </a:cubicBezTo>
                <a:cubicBezTo>
                  <a:pt x="31724" y="47987"/>
                  <a:pt x="31223" y="48487"/>
                  <a:pt x="30456" y="48821"/>
                </a:cubicBezTo>
                <a:cubicBezTo>
                  <a:pt x="28521" y="49655"/>
                  <a:pt x="26553" y="50455"/>
                  <a:pt x="24652" y="51289"/>
                </a:cubicBezTo>
                <a:cubicBezTo>
                  <a:pt x="24018" y="51556"/>
                  <a:pt x="23451" y="51823"/>
                  <a:pt x="22851" y="52090"/>
                </a:cubicBezTo>
                <a:cubicBezTo>
                  <a:pt x="22650" y="52223"/>
                  <a:pt x="22384" y="52256"/>
                  <a:pt x="22050" y="52323"/>
                </a:cubicBezTo>
                <a:cubicBezTo>
                  <a:pt x="22951" y="51623"/>
                  <a:pt x="23718" y="50989"/>
                  <a:pt x="24518" y="50288"/>
                </a:cubicBezTo>
                <a:cubicBezTo>
                  <a:pt x="25686" y="49154"/>
                  <a:pt x="26520" y="47820"/>
                  <a:pt x="26887" y="46252"/>
                </a:cubicBezTo>
                <a:cubicBezTo>
                  <a:pt x="26942" y="46003"/>
                  <a:pt x="26998" y="45868"/>
                  <a:pt x="27206" y="45868"/>
                </a:cubicBezTo>
                <a:close/>
                <a:moveTo>
                  <a:pt x="21349" y="45652"/>
                </a:moveTo>
                <a:lnTo>
                  <a:pt x="21349" y="45652"/>
                </a:lnTo>
                <a:cubicBezTo>
                  <a:pt x="20749" y="47386"/>
                  <a:pt x="20049" y="48821"/>
                  <a:pt x="18781" y="49955"/>
                </a:cubicBezTo>
                <a:cubicBezTo>
                  <a:pt x="17714" y="50889"/>
                  <a:pt x="16546" y="51656"/>
                  <a:pt x="15379" y="52423"/>
                </a:cubicBezTo>
                <a:lnTo>
                  <a:pt x="15278" y="52290"/>
                </a:lnTo>
                <a:lnTo>
                  <a:pt x="15512" y="51156"/>
                </a:lnTo>
                <a:cubicBezTo>
                  <a:pt x="15545" y="51056"/>
                  <a:pt x="15512" y="50889"/>
                  <a:pt x="15445" y="50755"/>
                </a:cubicBezTo>
                <a:cubicBezTo>
                  <a:pt x="15424" y="50724"/>
                  <a:pt x="15390" y="50712"/>
                  <a:pt x="15348" y="50712"/>
                </a:cubicBezTo>
                <a:cubicBezTo>
                  <a:pt x="15258" y="50712"/>
                  <a:pt x="15136" y="50766"/>
                  <a:pt x="15045" y="50789"/>
                </a:cubicBezTo>
                <a:cubicBezTo>
                  <a:pt x="14678" y="50922"/>
                  <a:pt x="14344" y="51089"/>
                  <a:pt x="14011" y="51256"/>
                </a:cubicBezTo>
                <a:cubicBezTo>
                  <a:pt x="14011" y="51256"/>
                  <a:pt x="13978" y="51222"/>
                  <a:pt x="13978" y="51156"/>
                </a:cubicBezTo>
                <a:cubicBezTo>
                  <a:pt x="14611" y="50489"/>
                  <a:pt x="15312" y="49821"/>
                  <a:pt x="15846" y="49054"/>
                </a:cubicBezTo>
                <a:cubicBezTo>
                  <a:pt x="16446" y="48220"/>
                  <a:pt x="16813" y="47253"/>
                  <a:pt x="17280" y="46319"/>
                </a:cubicBezTo>
                <a:cubicBezTo>
                  <a:pt x="17380" y="46152"/>
                  <a:pt x="17513" y="45919"/>
                  <a:pt x="17680" y="45919"/>
                </a:cubicBezTo>
                <a:cubicBezTo>
                  <a:pt x="18848" y="45818"/>
                  <a:pt x="20049" y="45752"/>
                  <a:pt x="21349" y="45652"/>
                </a:cubicBezTo>
                <a:close/>
                <a:moveTo>
                  <a:pt x="30367" y="49984"/>
                </a:moveTo>
                <a:cubicBezTo>
                  <a:pt x="30529" y="49984"/>
                  <a:pt x="30732" y="50136"/>
                  <a:pt x="30823" y="50288"/>
                </a:cubicBezTo>
                <a:cubicBezTo>
                  <a:pt x="31156" y="50822"/>
                  <a:pt x="31056" y="52790"/>
                  <a:pt x="30689" y="53424"/>
                </a:cubicBezTo>
                <a:cubicBezTo>
                  <a:pt x="29789" y="52824"/>
                  <a:pt x="29288" y="51222"/>
                  <a:pt x="29722" y="50422"/>
                </a:cubicBezTo>
                <a:cubicBezTo>
                  <a:pt x="29822" y="50222"/>
                  <a:pt x="30122" y="50055"/>
                  <a:pt x="30323" y="49988"/>
                </a:cubicBezTo>
                <a:cubicBezTo>
                  <a:pt x="30337" y="49985"/>
                  <a:pt x="30352" y="49984"/>
                  <a:pt x="30367" y="49984"/>
                </a:cubicBezTo>
                <a:close/>
                <a:moveTo>
                  <a:pt x="33254" y="49710"/>
                </a:moveTo>
                <a:cubicBezTo>
                  <a:pt x="33427" y="49710"/>
                  <a:pt x="33608" y="49748"/>
                  <a:pt x="33792" y="49821"/>
                </a:cubicBezTo>
                <a:cubicBezTo>
                  <a:pt x="34025" y="49955"/>
                  <a:pt x="34192" y="50222"/>
                  <a:pt x="34325" y="50322"/>
                </a:cubicBezTo>
                <a:cubicBezTo>
                  <a:pt x="34159" y="51389"/>
                  <a:pt x="33658" y="52056"/>
                  <a:pt x="33091" y="52723"/>
                </a:cubicBezTo>
                <a:cubicBezTo>
                  <a:pt x="32858" y="52957"/>
                  <a:pt x="32591" y="53124"/>
                  <a:pt x="32357" y="53391"/>
                </a:cubicBezTo>
                <a:cubicBezTo>
                  <a:pt x="32230" y="53497"/>
                  <a:pt x="32115" y="53576"/>
                  <a:pt x="31971" y="53576"/>
                </a:cubicBezTo>
                <a:cubicBezTo>
                  <a:pt x="31890" y="53576"/>
                  <a:pt x="31799" y="53551"/>
                  <a:pt x="31690" y="53491"/>
                </a:cubicBezTo>
                <a:cubicBezTo>
                  <a:pt x="31390" y="53324"/>
                  <a:pt x="31290" y="53224"/>
                  <a:pt x="31357" y="52890"/>
                </a:cubicBezTo>
                <a:cubicBezTo>
                  <a:pt x="31623" y="52090"/>
                  <a:pt x="31790" y="51289"/>
                  <a:pt x="32124" y="50555"/>
                </a:cubicBezTo>
                <a:cubicBezTo>
                  <a:pt x="32390" y="49975"/>
                  <a:pt x="32796" y="49710"/>
                  <a:pt x="33254" y="49710"/>
                </a:cubicBezTo>
                <a:close/>
                <a:moveTo>
                  <a:pt x="27641" y="51746"/>
                </a:moveTo>
                <a:cubicBezTo>
                  <a:pt x="27701" y="51746"/>
                  <a:pt x="27761" y="51750"/>
                  <a:pt x="27821" y="51756"/>
                </a:cubicBezTo>
                <a:cubicBezTo>
                  <a:pt x="28788" y="51823"/>
                  <a:pt x="29755" y="52890"/>
                  <a:pt x="29956" y="53991"/>
                </a:cubicBezTo>
                <a:cubicBezTo>
                  <a:pt x="28988" y="53958"/>
                  <a:pt x="28121" y="53758"/>
                  <a:pt x="27254" y="53257"/>
                </a:cubicBezTo>
                <a:cubicBezTo>
                  <a:pt x="26820" y="52957"/>
                  <a:pt x="26953" y="52557"/>
                  <a:pt x="27020" y="52156"/>
                </a:cubicBezTo>
                <a:cubicBezTo>
                  <a:pt x="27102" y="51827"/>
                  <a:pt x="27365" y="51746"/>
                  <a:pt x="27641" y="51746"/>
                </a:cubicBezTo>
                <a:close/>
                <a:moveTo>
                  <a:pt x="34602" y="52336"/>
                </a:moveTo>
                <a:cubicBezTo>
                  <a:pt x="34910" y="52336"/>
                  <a:pt x="35222" y="52419"/>
                  <a:pt x="35393" y="52590"/>
                </a:cubicBezTo>
                <a:cubicBezTo>
                  <a:pt x="35793" y="52957"/>
                  <a:pt x="35626" y="53391"/>
                  <a:pt x="35393" y="53724"/>
                </a:cubicBezTo>
                <a:cubicBezTo>
                  <a:pt x="34989" y="54408"/>
                  <a:pt x="34324" y="54628"/>
                  <a:pt x="33534" y="54628"/>
                </a:cubicBezTo>
                <a:cubicBezTo>
                  <a:pt x="33476" y="54628"/>
                  <a:pt x="33417" y="54627"/>
                  <a:pt x="33358" y="54625"/>
                </a:cubicBezTo>
                <a:cubicBezTo>
                  <a:pt x="33333" y="54619"/>
                  <a:pt x="33307" y="54617"/>
                  <a:pt x="33280" y="54617"/>
                </a:cubicBezTo>
                <a:cubicBezTo>
                  <a:pt x="33130" y="54617"/>
                  <a:pt x="32947" y="54689"/>
                  <a:pt x="32791" y="54689"/>
                </a:cubicBezTo>
                <a:cubicBezTo>
                  <a:pt x="32634" y="54689"/>
                  <a:pt x="32503" y="54616"/>
                  <a:pt x="32457" y="54325"/>
                </a:cubicBezTo>
                <a:cubicBezTo>
                  <a:pt x="32391" y="54225"/>
                  <a:pt x="32457" y="53958"/>
                  <a:pt x="32524" y="53891"/>
                </a:cubicBezTo>
                <a:cubicBezTo>
                  <a:pt x="32958" y="53424"/>
                  <a:pt x="33391" y="52957"/>
                  <a:pt x="33858" y="52557"/>
                </a:cubicBezTo>
                <a:cubicBezTo>
                  <a:pt x="34021" y="52411"/>
                  <a:pt x="34310" y="52336"/>
                  <a:pt x="34602" y="52336"/>
                </a:cubicBezTo>
                <a:close/>
                <a:moveTo>
                  <a:pt x="36127" y="53090"/>
                </a:moveTo>
                <a:cubicBezTo>
                  <a:pt x="36494" y="54058"/>
                  <a:pt x="36560" y="54992"/>
                  <a:pt x="36327" y="55992"/>
                </a:cubicBezTo>
                <a:cubicBezTo>
                  <a:pt x="35793" y="55592"/>
                  <a:pt x="35326" y="55225"/>
                  <a:pt x="34826" y="54758"/>
                </a:cubicBezTo>
                <a:cubicBezTo>
                  <a:pt x="35460" y="54391"/>
                  <a:pt x="36127" y="53991"/>
                  <a:pt x="36127" y="53090"/>
                </a:cubicBezTo>
                <a:close/>
                <a:moveTo>
                  <a:pt x="27953" y="54318"/>
                </a:moveTo>
                <a:cubicBezTo>
                  <a:pt x="28500" y="54318"/>
                  <a:pt x="29057" y="54396"/>
                  <a:pt x="29689" y="54425"/>
                </a:cubicBezTo>
                <a:cubicBezTo>
                  <a:pt x="29489" y="54925"/>
                  <a:pt x="29389" y="55492"/>
                  <a:pt x="29122" y="55759"/>
                </a:cubicBezTo>
                <a:cubicBezTo>
                  <a:pt x="28540" y="56076"/>
                  <a:pt x="27895" y="56310"/>
                  <a:pt x="27237" y="56310"/>
                </a:cubicBezTo>
                <a:cubicBezTo>
                  <a:pt x="27065" y="56310"/>
                  <a:pt x="26893" y="56294"/>
                  <a:pt x="26720" y="56259"/>
                </a:cubicBezTo>
                <a:cubicBezTo>
                  <a:pt x="26620" y="56226"/>
                  <a:pt x="26453" y="56059"/>
                  <a:pt x="26386" y="55892"/>
                </a:cubicBezTo>
                <a:cubicBezTo>
                  <a:pt x="26186" y="55159"/>
                  <a:pt x="26820" y="54391"/>
                  <a:pt x="27687" y="54325"/>
                </a:cubicBezTo>
                <a:cubicBezTo>
                  <a:pt x="27776" y="54320"/>
                  <a:pt x="27864" y="54318"/>
                  <a:pt x="27953" y="54318"/>
                </a:cubicBezTo>
                <a:close/>
                <a:moveTo>
                  <a:pt x="26320" y="51189"/>
                </a:moveTo>
                <a:cubicBezTo>
                  <a:pt x="26320" y="51256"/>
                  <a:pt x="26353" y="51289"/>
                  <a:pt x="26386" y="51322"/>
                </a:cubicBezTo>
                <a:cubicBezTo>
                  <a:pt x="26286" y="51456"/>
                  <a:pt x="26153" y="51589"/>
                  <a:pt x="25986" y="51656"/>
                </a:cubicBezTo>
                <a:cubicBezTo>
                  <a:pt x="23318" y="52924"/>
                  <a:pt x="20882" y="54658"/>
                  <a:pt x="18481" y="56326"/>
                </a:cubicBezTo>
                <a:cubicBezTo>
                  <a:pt x="18181" y="56493"/>
                  <a:pt x="17814" y="56626"/>
                  <a:pt x="17480" y="56660"/>
                </a:cubicBezTo>
                <a:cubicBezTo>
                  <a:pt x="16313" y="56793"/>
                  <a:pt x="15145" y="56826"/>
                  <a:pt x="13811" y="56926"/>
                </a:cubicBezTo>
                <a:cubicBezTo>
                  <a:pt x="15712" y="54491"/>
                  <a:pt x="18047" y="52957"/>
                  <a:pt x="20682" y="51789"/>
                </a:cubicBezTo>
                <a:cubicBezTo>
                  <a:pt x="20849" y="52090"/>
                  <a:pt x="20983" y="52490"/>
                  <a:pt x="21216" y="52690"/>
                </a:cubicBezTo>
                <a:cubicBezTo>
                  <a:pt x="21407" y="52809"/>
                  <a:pt x="21665" y="52826"/>
                  <a:pt x="21919" y="52826"/>
                </a:cubicBezTo>
                <a:cubicBezTo>
                  <a:pt x="22021" y="52826"/>
                  <a:pt x="22121" y="52824"/>
                  <a:pt x="22217" y="52824"/>
                </a:cubicBezTo>
                <a:cubicBezTo>
                  <a:pt x="22484" y="52824"/>
                  <a:pt x="22750" y="52757"/>
                  <a:pt x="23017" y="52623"/>
                </a:cubicBezTo>
                <a:cubicBezTo>
                  <a:pt x="23885" y="52256"/>
                  <a:pt x="24819" y="51823"/>
                  <a:pt x="25686" y="51456"/>
                </a:cubicBezTo>
                <a:lnTo>
                  <a:pt x="26320" y="51189"/>
                </a:lnTo>
                <a:close/>
                <a:moveTo>
                  <a:pt x="31216" y="53964"/>
                </a:moveTo>
                <a:cubicBezTo>
                  <a:pt x="31272" y="53964"/>
                  <a:pt x="31320" y="53973"/>
                  <a:pt x="31357" y="53991"/>
                </a:cubicBezTo>
                <a:cubicBezTo>
                  <a:pt x="31890" y="54325"/>
                  <a:pt x="32491" y="54758"/>
                  <a:pt x="32291" y="55425"/>
                </a:cubicBezTo>
                <a:cubicBezTo>
                  <a:pt x="32291" y="56432"/>
                  <a:pt x="31753" y="57028"/>
                  <a:pt x="30955" y="57028"/>
                </a:cubicBezTo>
                <a:cubicBezTo>
                  <a:pt x="30933" y="57028"/>
                  <a:pt x="30912" y="57027"/>
                  <a:pt x="30890" y="57027"/>
                </a:cubicBezTo>
                <a:cubicBezTo>
                  <a:pt x="30222" y="57027"/>
                  <a:pt x="29722" y="56626"/>
                  <a:pt x="29689" y="55959"/>
                </a:cubicBezTo>
                <a:cubicBezTo>
                  <a:pt x="29655" y="55325"/>
                  <a:pt x="29789" y="54658"/>
                  <a:pt x="30323" y="54291"/>
                </a:cubicBezTo>
                <a:cubicBezTo>
                  <a:pt x="30568" y="54128"/>
                  <a:pt x="30968" y="53964"/>
                  <a:pt x="31216" y="53964"/>
                </a:cubicBezTo>
                <a:close/>
                <a:moveTo>
                  <a:pt x="33953" y="55069"/>
                </a:moveTo>
                <a:cubicBezTo>
                  <a:pt x="34297" y="55069"/>
                  <a:pt x="34628" y="55123"/>
                  <a:pt x="34959" y="55259"/>
                </a:cubicBezTo>
                <a:cubicBezTo>
                  <a:pt x="35460" y="55492"/>
                  <a:pt x="35793" y="55892"/>
                  <a:pt x="35893" y="56459"/>
                </a:cubicBezTo>
                <a:cubicBezTo>
                  <a:pt x="35993" y="56993"/>
                  <a:pt x="35793" y="57293"/>
                  <a:pt x="35293" y="57293"/>
                </a:cubicBezTo>
                <a:cubicBezTo>
                  <a:pt x="35248" y="57295"/>
                  <a:pt x="35204" y="57296"/>
                  <a:pt x="35161" y="57296"/>
                </a:cubicBezTo>
                <a:cubicBezTo>
                  <a:pt x="34249" y="57296"/>
                  <a:pt x="33461" y="56967"/>
                  <a:pt x="32824" y="56426"/>
                </a:cubicBezTo>
                <a:cubicBezTo>
                  <a:pt x="32624" y="56226"/>
                  <a:pt x="32691" y="55659"/>
                  <a:pt x="32624" y="55259"/>
                </a:cubicBezTo>
                <a:cubicBezTo>
                  <a:pt x="33100" y="55149"/>
                  <a:pt x="33536" y="55069"/>
                  <a:pt x="33953" y="55069"/>
                </a:cubicBezTo>
                <a:close/>
                <a:moveTo>
                  <a:pt x="17046" y="57293"/>
                </a:moveTo>
                <a:cubicBezTo>
                  <a:pt x="16622" y="57661"/>
                  <a:pt x="16246" y="57957"/>
                  <a:pt x="15693" y="57957"/>
                </a:cubicBezTo>
                <a:cubicBezTo>
                  <a:pt x="15595" y="57957"/>
                  <a:pt x="15490" y="57947"/>
                  <a:pt x="15379" y="57927"/>
                </a:cubicBezTo>
                <a:cubicBezTo>
                  <a:pt x="15098" y="57874"/>
                  <a:pt x="14813" y="57858"/>
                  <a:pt x="14524" y="57858"/>
                </a:cubicBezTo>
                <a:cubicBezTo>
                  <a:pt x="14091" y="57858"/>
                  <a:pt x="13651" y="57894"/>
                  <a:pt x="13210" y="57894"/>
                </a:cubicBezTo>
                <a:cubicBezTo>
                  <a:pt x="13177" y="57794"/>
                  <a:pt x="13177" y="57760"/>
                  <a:pt x="13144" y="57660"/>
                </a:cubicBezTo>
                <a:cubicBezTo>
                  <a:pt x="13310" y="57560"/>
                  <a:pt x="13477" y="57293"/>
                  <a:pt x="13644" y="57293"/>
                </a:cubicBezTo>
                <a:close/>
                <a:moveTo>
                  <a:pt x="13044" y="58127"/>
                </a:moveTo>
                <a:cubicBezTo>
                  <a:pt x="13811" y="58127"/>
                  <a:pt x="14611" y="58227"/>
                  <a:pt x="15345" y="58261"/>
                </a:cubicBezTo>
                <a:lnTo>
                  <a:pt x="15345" y="58461"/>
                </a:lnTo>
                <a:lnTo>
                  <a:pt x="12543" y="58461"/>
                </a:lnTo>
                <a:cubicBezTo>
                  <a:pt x="12777" y="58294"/>
                  <a:pt x="12943" y="58127"/>
                  <a:pt x="13044" y="58127"/>
                </a:cubicBezTo>
                <a:close/>
                <a:moveTo>
                  <a:pt x="26186" y="52757"/>
                </a:moveTo>
                <a:lnTo>
                  <a:pt x="26186" y="52757"/>
                </a:lnTo>
                <a:cubicBezTo>
                  <a:pt x="26687" y="53124"/>
                  <a:pt x="27187" y="53491"/>
                  <a:pt x="27787" y="53924"/>
                </a:cubicBezTo>
                <a:cubicBezTo>
                  <a:pt x="27554" y="53958"/>
                  <a:pt x="27454" y="53991"/>
                  <a:pt x="27254" y="54058"/>
                </a:cubicBezTo>
                <a:cubicBezTo>
                  <a:pt x="26553" y="54225"/>
                  <a:pt x="25886" y="54992"/>
                  <a:pt x="25853" y="55759"/>
                </a:cubicBezTo>
                <a:cubicBezTo>
                  <a:pt x="25853" y="56226"/>
                  <a:pt x="26153" y="56593"/>
                  <a:pt x="26653" y="56626"/>
                </a:cubicBezTo>
                <a:cubicBezTo>
                  <a:pt x="26776" y="56637"/>
                  <a:pt x="26898" y="56641"/>
                  <a:pt x="27024" y="56641"/>
                </a:cubicBezTo>
                <a:cubicBezTo>
                  <a:pt x="27276" y="56641"/>
                  <a:pt x="27543" y="56626"/>
                  <a:pt x="27854" y="56626"/>
                </a:cubicBezTo>
                <a:cubicBezTo>
                  <a:pt x="27287" y="57327"/>
                  <a:pt x="26553" y="57961"/>
                  <a:pt x="26820" y="58995"/>
                </a:cubicBezTo>
                <a:cubicBezTo>
                  <a:pt x="25452" y="57760"/>
                  <a:pt x="25152" y="54425"/>
                  <a:pt x="26186" y="52757"/>
                </a:cubicBezTo>
                <a:close/>
                <a:moveTo>
                  <a:pt x="29155" y="56059"/>
                </a:moveTo>
                <a:cubicBezTo>
                  <a:pt x="29389" y="56459"/>
                  <a:pt x="29622" y="56793"/>
                  <a:pt x="29789" y="57127"/>
                </a:cubicBezTo>
                <a:cubicBezTo>
                  <a:pt x="29822" y="57227"/>
                  <a:pt x="29822" y="57427"/>
                  <a:pt x="29722" y="57494"/>
                </a:cubicBezTo>
                <a:cubicBezTo>
                  <a:pt x="29222" y="57961"/>
                  <a:pt x="28688" y="58494"/>
                  <a:pt x="28121" y="58928"/>
                </a:cubicBezTo>
                <a:cubicBezTo>
                  <a:pt x="27985" y="59019"/>
                  <a:pt x="27851" y="59060"/>
                  <a:pt x="27730" y="59060"/>
                </a:cubicBezTo>
                <a:cubicBezTo>
                  <a:pt x="27406" y="59060"/>
                  <a:pt x="27172" y="58764"/>
                  <a:pt x="27220" y="58327"/>
                </a:cubicBezTo>
                <a:cubicBezTo>
                  <a:pt x="27287" y="57961"/>
                  <a:pt x="27387" y="57594"/>
                  <a:pt x="27654" y="57327"/>
                </a:cubicBezTo>
                <a:cubicBezTo>
                  <a:pt x="28121" y="56826"/>
                  <a:pt x="28655" y="56459"/>
                  <a:pt x="29155" y="56059"/>
                </a:cubicBezTo>
                <a:close/>
                <a:moveTo>
                  <a:pt x="34025" y="57560"/>
                </a:moveTo>
                <a:lnTo>
                  <a:pt x="34025" y="57560"/>
                </a:lnTo>
                <a:cubicBezTo>
                  <a:pt x="34559" y="57627"/>
                  <a:pt x="35126" y="57760"/>
                  <a:pt x="35726" y="57860"/>
                </a:cubicBezTo>
                <a:cubicBezTo>
                  <a:pt x="35393" y="58394"/>
                  <a:pt x="35126" y="58794"/>
                  <a:pt x="34792" y="59295"/>
                </a:cubicBezTo>
                <a:cubicBezTo>
                  <a:pt x="34492" y="58661"/>
                  <a:pt x="34292" y="58127"/>
                  <a:pt x="34025" y="57560"/>
                </a:cubicBezTo>
                <a:close/>
                <a:moveTo>
                  <a:pt x="32624" y="56626"/>
                </a:moveTo>
                <a:cubicBezTo>
                  <a:pt x="33058" y="57127"/>
                  <a:pt x="33558" y="57627"/>
                  <a:pt x="33958" y="58161"/>
                </a:cubicBezTo>
                <a:cubicBezTo>
                  <a:pt x="34159" y="58394"/>
                  <a:pt x="34225" y="58794"/>
                  <a:pt x="34192" y="59061"/>
                </a:cubicBezTo>
                <a:cubicBezTo>
                  <a:pt x="34125" y="59428"/>
                  <a:pt x="33825" y="59728"/>
                  <a:pt x="33625" y="60062"/>
                </a:cubicBezTo>
                <a:cubicBezTo>
                  <a:pt x="33358" y="59895"/>
                  <a:pt x="32991" y="59762"/>
                  <a:pt x="32824" y="59495"/>
                </a:cubicBezTo>
                <a:cubicBezTo>
                  <a:pt x="32491" y="58895"/>
                  <a:pt x="32191" y="58261"/>
                  <a:pt x="31990" y="57594"/>
                </a:cubicBezTo>
                <a:cubicBezTo>
                  <a:pt x="31890" y="57327"/>
                  <a:pt x="32191" y="56960"/>
                  <a:pt x="32324" y="56660"/>
                </a:cubicBezTo>
                <a:cubicBezTo>
                  <a:pt x="32391" y="56660"/>
                  <a:pt x="32524" y="56626"/>
                  <a:pt x="32624" y="56626"/>
                </a:cubicBezTo>
                <a:close/>
                <a:moveTo>
                  <a:pt x="30556" y="57460"/>
                </a:moveTo>
                <a:cubicBezTo>
                  <a:pt x="30856" y="57460"/>
                  <a:pt x="31123" y="57460"/>
                  <a:pt x="31623" y="57494"/>
                </a:cubicBezTo>
                <a:cubicBezTo>
                  <a:pt x="31557" y="58294"/>
                  <a:pt x="31557" y="59128"/>
                  <a:pt x="31457" y="59929"/>
                </a:cubicBezTo>
                <a:cubicBezTo>
                  <a:pt x="31390" y="60329"/>
                  <a:pt x="31056" y="60462"/>
                  <a:pt x="30656" y="60462"/>
                </a:cubicBezTo>
                <a:cubicBezTo>
                  <a:pt x="30222" y="60462"/>
                  <a:pt x="29956" y="60329"/>
                  <a:pt x="29822" y="59962"/>
                </a:cubicBezTo>
                <a:cubicBezTo>
                  <a:pt x="29522" y="59095"/>
                  <a:pt x="29956" y="58327"/>
                  <a:pt x="30289" y="57560"/>
                </a:cubicBezTo>
                <a:cubicBezTo>
                  <a:pt x="30323" y="57460"/>
                  <a:pt x="30489" y="57460"/>
                  <a:pt x="30556" y="57460"/>
                </a:cubicBezTo>
                <a:close/>
                <a:moveTo>
                  <a:pt x="12969" y="58881"/>
                </a:moveTo>
                <a:cubicBezTo>
                  <a:pt x="13364" y="58881"/>
                  <a:pt x="13814" y="58961"/>
                  <a:pt x="14278" y="58961"/>
                </a:cubicBezTo>
                <a:cubicBezTo>
                  <a:pt x="13611" y="59795"/>
                  <a:pt x="12777" y="59728"/>
                  <a:pt x="11876" y="59795"/>
                </a:cubicBezTo>
                <a:cubicBezTo>
                  <a:pt x="12043" y="59995"/>
                  <a:pt x="12110" y="60095"/>
                  <a:pt x="12210" y="60262"/>
                </a:cubicBezTo>
                <a:cubicBezTo>
                  <a:pt x="11976" y="60396"/>
                  <a:pt x="11776" y="60496"/>
                  <a:pt x="11542" y="60596"/>
                </a:cubicBezTo>
                <a:lnTo>
                  <a:pt x="11442" y="60462"/>
                </a:lnTo>
                <a:cubicBezTo>
                  <a:pt x="11709" y="59962"/>
                  <a:pt x="11876" y="59261"/>
                  <a:pt x="12343" y="58995"/>
                </a:cubicBezTo>
                <a:cubicBezTo>
                  <a:pt x="12527" y="58909"/>
                  <a:pt x="12739" y="58881"/>
                  <a:pt x="12969" y="58881"/>
                </a:cubicBezTo>
                <a:close/>
                <a:moveTo>
                  <a:pt x="29622" y="58294"/>
                </a:moveTo>
                <a:lnTo>
                  <a:pt x="29622" y="58294"/>
                </a:lnTo>
                <a:cubicBezTo>
                  <a:pt x="29522" y="59261"/>
                  <a:pt x="29155" y="60129"/>
                  <a:pt x="29889" y="60896"/>
                </a:cubicBezTo>
                <a:cubicBezTo>
                  <a:pt x="28955" y="60796"/>
                  <a:pt x="28121" y="60429"/>
                  <a:pt x="27287" y="59628"/>
                </a:cubicBezTo>
                <a:lnTo>
                  <a:pt x="27287" y="59628"/>
                </a:lnTo>
                <a:cubicBezTo>
                  <a:pt x="27313" y="59629"/>
                  <a:pt x="27338" y="59630"/>
                  <a:pt x="27363" y="59630"/>
                </a:cubicBezTo>
                <a:cubicBezTo>
                  <a:pt x="28380" y="59630"/>
                  <a:pt x="28906" y="58978"/>
                  <a:pt x="29622" y="58294"/>
                </a:cubicBezTo>
                <a:close/>
                <a:moveTo>
                  <a:pt x="32024" y="58895"/>
                </a:moveTo>
                <a:cubicBezTo>
                  <a:pt x="32357" y="59395"/>
                  <a:pt x="32658" y="59929"/>
                  <a:pt x="33024" y="60496"/>
                </a:cubicBezTo>
                <a:cubicBezTo>
                  <a:pt x="32457" y="60662"/>
                  <a:pt x="31890" y="60829"/>
                  <a:pt x="31390" y="60963"/>
                </a:cubicBezTo>
                <a:cubicBezTo>
                  <a:pt x="31623" y="60262"/>
                  <a:pt x="31824" y="59595"/>
                  <a:pt x="32024" y="58895"/>
                </a:cubicBezTo>
                <a:close/>
                <a:moveTo>
                  <a:pt x="25653" y="52323"/>
                </a:moveTo>
                <a:cubicBezTo>
                  <a:pt x="25486" y="53057"/>
                  <a:pt x="25286" y="53657"/>
                  <a:pt x="25152" y="54291"/>
                </a:cubicBezTo>
                <a:cubicBezTo>
                  <a:pt x="25052" y="54658"/>
                  <a:pt x="25019" y="55092"/>
                  <a:pt x="25052" y="55459"/>
                </a:cubicBezTo>
                <a:cubicBezTo>
                  <a:pt x="25152" y="56159"/>
                  <a:pt x="24885" y="56660"/>
                  <a:pt x="24385" y="57160"/>
                </a:cubicBezTo>
                <a:cubicBezTo>
                  <a:pt x="22384" y="59161"/>
                  <a:pt x="20115" y="60629"/>
                  <a:pt x="17313" y="61129"/>
                </a:cubicBezTo>
                <a:cubicBezTo>
                  <a:pt x="17180" y="61129"/>
                  <a:pt x="17046" y="61129"/>
                  <a:pt x="16813" y="61163"/>
                </a:cubicBezTo>
                <a:cubicBezTo>
                  <a:pt x="16880" y="60896"/>
                  <a:pt x="16980" y="60629"/>
                  <a:pt x="17046" y="60396"/>
                </a:cubicBezTo>
                <a:cubicBezTo>
                  <a:pt x="17447" y="59395"/>
                  <a:pt x="17780" y="58428"/>
                  <a:pt x="18147" y="57427"/>
                </a:cubicBezTo>
                <a:cubicBezTo>
                  <a:pt x="18181" y="57227"/>
                  <a:pt x="18314" y="56993"/>
                  <a:pt x="18481" y="56893"/>
                </a:cubicBezTo>
                <a:cubicBezTo>
                  <a:pt x="20716" y="55425"/>
                  <a:pt x="23017" y="53958"/>
                  <a:pt x="25286" y="52490"/>
                </a:cubicBezTo>
                <a:cubicBezTo>
                  <a:pt x="25352" y="52423"/>
                  <a:pt x="25486" y="52390"/>
                  <a:pt x="25653" y="52323"/>
                </a:cubicBezTo>
                <a:close/>
                <a:moveTo>
                  <a:pt x="13711" y="60095"/>
                </a:moveTo>
                <a:lnTo>
                  <a:pt x="13711" y="60329"/>
                </a:lnTo>
                <a:cubicBezTo>
                  <a:pt x="13544" y="60629"/>
                  <a:pt x="13444" y="61230"/>
                  <a:pt x="13277" y="61230"/>
                </a:cubicBezTo>
                <a:cubicBezTo>
                  <a:pt x="13228" y="61232"/>
                  <a:pt x="13179" y="61234"/>
                  <a:pt x="13130" y="61234"/>
                </a:cubicBezTo>
                <a:cubicBezTo>
                  <a:pt x="12612" y="61234"/>
                  <a:pt x="12097" y="61079"/>
                  <a:pt x="11609" y="60896"/>
                </a:cubicBezTo>
                <a:cubicBezTo>
                  <a:pt x="12276" y="60629"/>
                  <a:pt x="12977" y="60362"/>
                  <a:pt x="13711" y="60095"/>
                </a:cubicBezTo>
                <a:close/>
                <a:moveTo>
                  <a:pt x="17680" y="57560"/>
                </a:moveTo>
                <a:lnTo>
                  <a:pt x="17680" y="57560"/>
                </a:lnTo>
                <a:cubicBezTo>
                  <a:pt x="17280" y="58794"/>
                  <a:pt x="16846" y="59895"/>
                  <a:pt x="16446" y="60929"/>
                </a:cubicBezTo>
                <a:cubicBezTo>
                  <a:pt x="16328" y="61214"/>
                  <a:pt x="16125" y="61296"/>
                  <a:pt x="15874" y="61296"/>
                </a:cubicBezTo>
                <a:cubicBezTo>
                  <a:pt x="15772" y="61296"/>
                  <a:pt x="15661" y="61282"/>
                  <a:pt x="15545" y="61263"/>
                </a:cubicBezTo>
                <a:cubicBezTo>
                  <a:pt x="15946" y="60329"/>
                  <a:pt x="16313" y="59462"/>
                  <a:pt x="16613" y="58561"/>
                </a:cubicBezTo>
                <a:cubicBezTo>
                  <a:pt x="16780" y="58094"/>
                  <a:pt x="17046" y="57760"/>
                  <a:pt x="17680" y="57560"/>
                </a:cubicBezTo>
                <a:close/>
                <a:moveTo>
                  <a:pt x="16046" y="58561"/>
                </a:moveTo>
                <a:cubicBezTo>
                  <a:pt x="16146" y="58594"/>
                  <a:pt x="16179" y="58594"/>
                  <a:pt x="16212" y="58628"/>
                </a:cubicBezTo>
                <a:cubicBezTo>
                  <a:pt x="16112" y="58961"/>
                  <a:pt x="15979" y="59261"/>
                  <a:pt x="15846" y="59595"/>
                </a:cubicBezTo>
                <a:cubicBezTo>
                  <a:pt x="15712" y="59795"/>
                  <a:pt x="15645" y="60062"/>
                  <a:pt x="15545" y="60296"/>
                </a:cubicBezTo>
                <a:cubicBezTo>
                  <a:pt x="15244" y="61129"/>
                  <a:pt x="15152" y="61384"/>
                  <a:pt x="14634" y="61384"/>
                </a:cubicBezTo>
                <a:cubicBezTo>
                  <a:pt x="14405" y="61384"/>
                  <a:pt x="14093" y="61334"/>
                  <a:pt x="13644" y="61263"/>
                </a:cubicBezTo>
                <a:cubicBezTo>
                  <a:pt x="14211" y="60629"/>
                  <a:pt x="14311" y="59728"/>
                  <a:pt x="14978" y="59228"/>
                </a:cubicBezTo>
                <a:cubicBezTo>
                  <a:pt x="15012" y="59228"/>
                  <a:pt x="15045" y="59261"/>
                  <a:pt x="15112" y="59295"/>
                </a:cubicBezTo>
                <a:cubicBezTo>
                  <a:pt x="14845" y="59895"/>
                  <a:pt x="14611" y="60496"/>
                  <a:pt x="14378" y="61096"/>
                </a:cubicBezTo>
                <a:cubicBezTo>
                  <a:pt x="14478" y="61129"/>
                  <a:pt x="14511" y="61129"/>
                  <a:pt x="14545" y="61163"/>
                </a:cubicBezTo>
                <a:cubicBezTo>
                  <a:pt x="15345" y="60462"/>
                  <a:pt x="15212" y="59228"/>
                  <a:pt x="16046" y="58561"/>
                </a:cubicBezTo>
                <a:close/>
                <a:moveTo>
                  <a:pt x="30323" y="70503"/>
                </a:moveTo>
                <a:cubicBezTo>
                  <a:pt x="30523" y="70636"/>
                  <a:pt x="30689" y="70803"/>
                  <a:pt x="30990" y="71003"/>
                </a:cubicBezTo>
                <a:cubicBezTo>
                  <a:pt x="30746" y="71125"/>
                  <a:pt x="30642" y="71274"/>
                  <a:pt x="30549" y="71274"/>
                </a:cubicBezTo>
                <a:cubicBezTo>
                  <a:pt x="30540" y="71274"/>
                  <a:pt x="30531" y="71273"/>
                  <a:pt x="30523" y="71270"/>
                </a:cubicBezTo>
                <a:cubicBezTo>
                  <a:pt x="30356" y="71170"/>
                  <a:pt x="30189" y="71003"/>
                  <a:pt x="30022" y="70903"/>
                </a:cubicBezTo>
                <a:cubicBezTo>
                  <a:pt x="30122" y="70770"/>
                  <a:pt x="30289" y="70503"/>
                  <a:pt x="30323" y="70503"/>
                </a:cubicBezTo>
                <a:close/>
                <a:moveTo>
                  <a:pt x="32858" y="73171"/>
                </a:moveTo>
                <a:cubicBezTo>
                  <a:pt x="33024" y="73438"/>
                  <a:pt x="33325" y="73638"/>
                  <a:pt x="33325" y="73905"/>
                </a:cubicBezTo>
                <a:cubicBezTo>
                  <a:pt x="33325" y="74072"/>
                  <a:pt x="32991" y="74272"/>
                  <a:pt x="32791" y="74439"/>
                </a:cubicBezTo>
                <a:cubicBezTo>
                  <a:pt x="32691" y="74072"/>
                  <a:pt x="32624" y="73738"/>
                  <a:pt x="32524" y="73338"/>
                </a:cubicBezTo>
                <a:cubicBezTo>
                  <a:pt x="32658" y="73305"/>
                  <a:pt x="32724" y="73238"/>
                  <a:pt x="32858" y="73171"/>
                </a:cubicBezTo>
                <a:close/>
                <a:moveTo>
                  <a:pt x="30426" y="73832"/>
                </a:moveTo>
                <a:cubicBezTo>
                  <a:pt x="30446" y="73832"/>
                  <a:pt x="30468" y="73834"/>
                  <a:pt x="30489" y="73839"/>
                </a:cubicBezTo>
                <a:cubicBezTo>
                  <a:pt x="30723" y="73905"/>
                  <a:pt x="30956" y="74406"/>
                  <a:pt x="31023" y="74739"/>
                </a:cubicBezTo>
                <a:cubicBezTo>
                  <a:pt x="31056" y="74906"/>
                  <a:pt x="30689" y="75106"/>
                  <a:pt x="30623" y="75173"/>
                </a:cubicBezTo>
                <a:cubicBezTo>
                  <a:pt x="29989" y="75173"/>
                  <a:pt x="29989" y="74839"/>
                  <a:pt x="29956" y="74606"/>
                </a:cubicBezTo>
                <a:cubicBezTo>
                  <a:pt x="29956" y="74263"/>
                  <a:pt x="30131" y="73832"/>
                  <a:pt x="30426" y="73832"/>
                </a:cubicBezTo>
                <a:close/>
                <a:moveTo>
                  <a:pt x="30156" y="61563"/>
                </a:moveTo>
                <a:cubicBezTo>
                  <a:pt x="30356" y="61563"/>
                  <a:pt x="30523" y="61563"/>
                  <a:pt x="30656" y="61596"/>
                </a:cubicBezTo>
                <a:cubicBezTo>
                  <a:pt x="30743" y="61578"/>
                  <a:pt x="30818" y="61569"/>
                  <a:pt x="30882" y="61569"/>
                </a:cubicBezTo>
                <a:cubicBezTo>
                  <a:pt x="31167" y="61569"/>
                  <a:pt x="31250" y="61750"/>
                  <a:pt x="31223" y="62130"/>
                </a:cubicBezTo>
                <a:cubicBezTo>
                  <a:pt x="31156" y="63131"/>
                  <a:pt x="31123" y="64132"/>
                  <a:pt x="31023" y="65132"/>
                </a:cubicBezTo>
                <a:cubicBezTo>
                  <a:pt x="30990" y="65599"/>
                  <a:pt x="31056" y="66000"/>
                  <a:pt x="31523" y="66300"/>
                </a:cubicBezTo>
                <a:cubicBezTo>
                  <a:pt x="31657" y="66400"/>
                  <a:pt x="31757" y="66600"/>
                  <a:pt x="31757" y="66767"/>
                </a:cubicBezTo>
                <a:cubicBezTo>
                  <a:pt x="31824" y="67267"/>
                  <a:pt x="31824" y="67768"/>
                  <a:pt x="31824" y="68268"/>
                </a:cubicBezTo>
                <a:cubicBezTo>
                  <a:pt x="31824" y="68501"/>
                  <a:pt x="31757" y="68802"/>
                  <a:pt x="31690" y="69068"/>
                </a:cubicBezTo>
                <a:cubicBezTo>
                  <a:pt x="31523" y="69535"/>
                  <a:pt x="31490" y="70002"/>
                  <a:pt x="32024" y="70336"/>
                </a:cubicBezTo>
                <a:cubicBezTo>
                  <a:pt x="32157" y="70369"/>
                  <a:pt x="32224" y="70603"/>
                  <a:pt x="32224" y="70736"/>
                </a:cubicBezTo>
                <a:cubicBezTo>
                  <a:pt x="32191" y="71670"/>
                  <a:pt x="32090" y="72638"/>
                  <a:pt x="32024" y="73605"/>
                </a:cubicBezTo>
                <a:cubicBezTo>
                  <a:pt x="31990" y="74072"/>
                  <a:pt x="32090" y="74439"/>
                  <a:pt x="32391" y="74773"/>
                </a:cubicBezTo>
                <a:cubicBezTo>
                  <a:pt x="32557" y="74939"/>
                  <a:pt x="32658" y="75240"/>
                  <a:pt x="32658" y="75440"/>
                </a:cubicBezTo>
                <a:cubicBezTo>
                  <a:pt x="32658" y="76073"/>
                  <a:pt x="32591" y="76674"/>
                  <a:pt x="32557" y="77341"/>
                </a:cubicBezTo>
                <a:cubicBezTo>
                  <a:pt x="32157" y="76741"/>
                  <a:pt x="31757" y="76140"/>
                  <a:pt x="31423" y="75573"/>
                </a:cubicBezTo>
                <a:cubicBezTo>
                  <a:pt x="31390" y="75473"/>
                  <a:pt x="31390" y="75306"/>
                  <a:pt x="31423" y="75173"/>
                </a:cubicBezTo>
                <a:cubicBezTo>
                  <a:pt x="31590" y="74639"/>
                  <a:pt x="31423" y="74139"/>
                  <a:pt x="31056" y="73772"/>
                </a:cubicBezTo>
                <a:cubicBezTo>
                  <a:pt x="30723" y="73438"/>
                  <a:pt x="30589" y="73105"/>
                  <a:pt x="30656" y="72638"/>
                </a:cubicBezTo>
                <a:cubicBezTo>
                  <a:pt x="30689" y="72337"/>
                  <a:pt x="30656" y="72104"/>
                  <a:pt x="30589" y="71804"/>
                </a:cubicBezTo>
                <a:cubicBezTo>
                  <a:pt x="31390" y="71437"/>
                  <a:pt x="31490" y="70903"/>
                  <a:pt x="30756" y="70269"/>
                </a:cubicBezTo>
                <a:cubicBezTo>
                  <a:pt x="30489" y="70002"/>
                  <a:pt x="30423" y="69135"/>
                  <a:pt x="30723" y="68902"/>
                </a:cubicBezTo>
                <a:cubicBezTo>
                  <a:pt x="31423" y="68301"/>
                  <a:pt x="31523" y="67701"/>
                  <a:pt x="30890" y="67034"/>
                </a:cubicBezTo>
                <a:cubicBezTo>
                  <a:pt x="30489" y="66600"/>
                  <a:pt x="30389" y="66100"/>
                  <a:pt x="30356" y="65499"/>
                </a:cubicBezTo>
                <a:cubicBezTo>
                  <a:pt x="30323" y="64832"/>
                  <a:pt x="30356" y="64165"/>
                  <a:pt x="30323" y="63565"/>
                </a:cubicBezTo>
                <a:cubicBezTo>
                  <a:pt x="30289" y="62864"/>
                  <a:pt x="30189" y="62264"/>
                  <a:pt x="30156" y="61563"/>
                </a:cubicBezTo>
                <a:close/>
                <a:moveTo>
                  <a:pt x="33191" y="75173"/>
                </a:moveTo>
                <a:lnTo>
                  <a:pt x="33191" y="75173"/>
                </a:lnTo>
                <a:cubicBezTo>
                  <a:pt x="33558" y="77174"/>
                  <a:pt x="34192" y="78942"/>
                  <a:pt x="35293" y="80510"/>
                </a:cubicBezTo>
                <a:cubicBezTo>
                  <a:pt x="34526" y="78809"/>
                  <a:pt x="33858" y="77108"/>
                  <a:pt x="33692" y="75240"/>
                </a:cubicBezTo>
                <a:lnTo>
                  <a:pt x="33692" y="75240"/>
                </a:lnTo>
                <a:cubicBezTo>
                  <a:pt x="35993" y="77608"/>
                  <a:pt x="36894" y="80477"/>
                  <a:pt x="37161" y="83746"/>
                </a:cubicBezTo>
                <a:cubicBezTo>
                  <a:pt x="34726" y="82912"/>
                  <a:pt x="32324" y="77675"/>
                  <a:pt x="33191" y="75173"/>
                </a:cubicBezTo>
                <a:close/>
                <a:moveTo>
                  <a:pt x="26720" y="77775"/>
                </a:moveTo>
                <a:cubicBezTo>
                  <a:pt x="26853" y="78942"/>
                  <a:pt x="25886" y="83145"/>
                  <a:pt x="25286" y="84613"/>
                </a:cubicBezTo>
                <a:cubicBezTo>
                  <a:pt x="24552" y="83245"/>
                  <a:pt x="25452" y="79743"/>
                  <a:pt x="26720" y="77775"/>
                </a:cubicBezTo>
                <a:close/>
                <a:moveTo>
                  <a:pt x="27521" y="75773"/>
                </a:moveTo>
                <a:lnTo>
                  <a:pt x="27521" y="75773"/>
                </a:lnTo>
                <a:cubicBezTo>
                  <a:pt x="27988" y="78342"/>
                  <a:pt x="28321" y="80844"/>
                  <a:pt x="27187" y="83312"/>
                </a:cubicBezTo>
                <a:cubicBezTo>
                  <a:pt x="26787" y="84179"/>
                  <a:pt x="26220" y="84947"/>
                  <a:pt x="25352" y="85480"/>
                </a:cubicBezTo>
                <a:cubicBezTo>
                  <a:pt x="25386" y="85280"/>
                  <a:pt x="25386" y="85080"/>
                  <a:pt x="25486" y="84846"/>
                </a:cubicBezTo>
                <a:cubicBezTo>
                  <a:pt x="26553" y="82411"/>
                  <a:pt x="27187" y="79809"/>
                  <a:pt x="27320" y="77108"/>
                </a:cubicBezTo>
                <a:cubicBezTo>
                  <a:pt x="27320" y="76774"/>
                  <a:pt x="27320" y="76407"/>
                  <a:pt x="27354" y="76073"/>
                </a:cubicBezTo>
                <a:cubicBezTo>
                  <a:pt x="27354" y="75973"/>
                  <a:pt x="27454" y="75940"/>
                  <a:pt x="27521" y="75773"/>
                </a:cubicBezTo>
                <a:close/>
                <a:moveTo>
                  <a:pt x="30623" y="75940"/>
                </a:moveTo>
                <a:lnTo>
                  <a:pt x="30623" y="75940"/>
                </a:lnTo>
                <a:cubicBezTo>
                  <a:pt x="30456" y="78442"/>
                  <a:pt x="30623" y="80844"/>
                  <a:pt x="31357" y="83245"/>
                </a:cubicBezTo>
                <a:cubicBezTo>
                  <a:pt x="30856" y="80844"/>
                  <a:pt x="30723" y="78442"/>
                  <a:pt x="31056" y="75973"/>
                </a:cubicBezTo>
                <a:lnTo>
                  <a:pt x="31056" y="75973"/>
                </a:lnTo>
                <a:cubicBezTo>
                  <a:pt x="32858" y="77174"/>
                  <a:pt x="33491" y="85013"/>
                  <a:pt x="31724" y="87115"/>
                </a:cubicBezTo>
                <a:cubicBezTo>
                  <a:pt x="29355" y="85514"/>
                  <a:pt x="28521" y="78008"/>
                  <a:pt x="30623" y="75940"/>
                </a:cubicBezTo>
                <a:close/>
                <a:moveTo>
                  <a:pt x="25316" y="1"/>
                </a:moveTo>
                <a:cubicBezTo>
                  <a:pt x="24096" y="1"/>
                  <a:pt x="22873" y="55"/>
                  <a:pt x="21650" y="152"/>
                </a:cubicBezTo>
                <a:cubicBezTo>
                  <a:pt x="20182" y="286"/>
                  <a:pt x="18748" y="653"/>
                  <a:pt x="17513" y="1453"/>
                </a:cubicBezTo>
                <a:cubicBezTo>
                  <a:pt x="16546" y="2054"/>
                  <a:pt x="16513" y="2254"/>
                  <a:pt x="17046" y="3221"/>
                </a:cubicBezTo>
                <a:cubicBezTo>
                  <a:pt x="17046" y="3221"/>
                  <a:pt x="17080" y="3255"/>
                  <a:pt x="17080" y="3288"/>
                </a:cubicBezTo>
                <a:cubicBezTo>
                  <a:pt x="18547" y="5556"/>
                  <a:pt x="20349" y="7391"/>
                  <a:pt x="22650" y="8725"/>
                </a:cubicBezTo>
                <a:cubicBezTo>
                  <a:pt x="23151" y="8992"/>
                  <a:pt x="23684" y="9259"/>
                  <a:pt x="24151" y="9492"/>
                </a:cubicBezTo>
                <a:cubicBezTo>
                  <a:pt x="24085" y="9826"/>
                  <a:pt x="24018" y="10160"/>
                  <a:pt x="23985" y="10493"/>
                </a:cubicBezTo>
                <a:lnTo>
                  <a:pt x="23718" y="10493"/>
                </a:lnTo>
                <a:cubicBezTo>
                  <a:pt x="22241" y="10282"/>
                  <a:pt x="20770" y="10178"/>
                  <a:pt x="19306" y="10178"/>
                </a:cubicBezTo>
                <a:cubicBezTo>
                  <a:pt x="17296" y="10178"/>
                  <a:pt x="15298" y="10374"/>
                  <a:pt x="13310" y="10760"/>
                </a:cubicBezTo>
                <a:cubicBezTo>
                  <a:pt x="11676" y="11094"/>
                  <a:pt x="10041" y="11494"/>
                  <a:pt x="8640" y="12428"/>
                </a:cubicBezTo>
                <a:cubicBezTo>
                  <a:pt x="7540" y="13128"/>
                  <a:pt x="7473" y="13729"/>
                  <a:pt x="8240" y="14730"/>
                </a:cubicBezTo>
                <a:cubicBezTo>
                  <a:pt x="9841" y="16764"/>
                  <a:pt x="11976" y="18065"/>
                  <a:pt x="14411" y="18799"/>
                </a:cubicBezTo>
                <a:cubicBezTo>
                  <a:pt x="15345" y="19099"/>
                  <a:pt x="16246" y="19433"/>
                  <a:pt x="17313" y="19767"/>
                </a:cubicBezTo>
                <a:cubicBezTo>
                  <a:pt x="17080" y="19833"/>
                  <a:pt x="17013" y="19933"/>
                  <a:pt x="16913" y="19933"/>
                </a:cubicBezTo>
                <a:cubicBezTo>
                  <a:pt x="15545" y="20067"/>
                  <a:pt x="14311" y="20500"/>
                  <a:pt x="13077" y="21134"/>
                </a:cubicBezTo>
                <a:cubicBezTo>
                  <a:pt x="10208" y="22635"/>
                  <a:pt x="7339" y="24270"/>
                  <a:pt x="4471" y="25838"/>
                </a:cubicBezTo>
                <a:cubicBezTo>
                  <a:pt x="4037" y="26104"/>
                  <a:pt x="3670" y="26438"/>
                  <a:pt x="3303" y="26772"/>
                </a:cubicBezTo>
                <a:cubicBezTo>
                  <a:pt x="2369" y="27639"/>
                  <a:pt x="2369" y="28006"/>
                  <a:pt x="3537" y="28506"/>
                </a:cubicBezTo>
                <a:cubicBezTo>
                  <a:pt x="5905" y="29574"/>
                  <a:pt x="8340" y="30441"/>
                  <a:pt x="10742" y="31341"/>
                </a:cubicBezTo>
                <a:cubicBezTo>
                  <a:pt x="10975" y="31408"/>
                  <a:pt x="11176" y="31442"/>
                  <a:pt x="11376" y="31508"/>
                </a:cubicBezTo>
                <a:cubicBezTo>
                  <a:pt x="11309" y="31608"/>
                  <a:pt x="11309" y="31642"/>
                  <a:pt x="11242" y="31642"/>
                </a:cubicBezTo>
                <a:cubicBezTo>
                  <a:pt x="10675" y="31909"/>
                  <a:pt x="10041" y="32142"/>
                  <a:pt x="9474" y="32409"/>
                </a:cubicBezTo>
                <a:cubicBezTo>
                  <a:pt x="6139" y="33743"/>
                  <a:pt x="3670" y="35978"/>
                  <a:pt x="2036" y="39180"/>
                </a:cubicBezTo>
                <a:cubicBezTo>
                  <a:pt x="1836" y="39581"/>
                  <a:pt x="1869" y="39747"/>
                  <a:pt x="2303" y="39848"/>
                </a:cubicBezTo>
                <a:cubicBezTo>
                  <a:pt x="4325" y="40433"/>
                  <a:pt x="6348" y="40827"/>
                  <a:pt x="8438" y="40827"/>
                </a:cubicBezTo>
                <a:cubicBezTo>
                  <a:pt x="8968" y="40827"/>
                  <a:pt x="9502" y="40802"/>
                  <a:pt x="10041" y="40748"/>
                </a:cubicBezTo>
                <a:cubicBezTo>
                  <a:pt x="10208" y="40748"/>
                  <a:pt x="10375" y="40782"/>
                  <a:pt x="10508" y="40815"/>
                </a:cubicBezTo>
                <a:cubicBezTo>
                  <a:pt x="10809" y="40915"/>
                  <a:pt x="11142" y="41148"/>
                  <a:pt x="11409" y="41148"/>
                </a:cubicBezTo>
                <a:cubicBezTo>
                  <a:pt x="11976" y="41148"/>
                  <a:pt x="12243" y="41449"/>
                  <a:pt x="12577" y="41916"/>
                </a:cubicBezTo>
                <a:lnTo>
                  <a:pt x="10742" y="41916"/>
                </a:lnTo>
                <a:cubicBezTo>
                  <a:pt x="10141" y="41916"/>
                  <a:pt x="10141" y="41916"/>
                  <a:pt x="10242" y="42483"/>
                </a:cubicBezTo>
                <a:cubicBezTo>
                  <a:pt x="9474" y="42750"/>
                  <a:pt x="8674" y="42950"/>
                  <a:pt x="7907" y="43250"/>
                </a:cubicBezTo>
                <a:cubicBezTo>
                  <a:pt x="4704" y="44584"/>
                  <a:pt x="2569" y="47220"/>
                  <a:pt x="368" y="49721"/>
                </a:cubicBezTo>
                <a:cubicBezTo>
                  <a:pt x="1" y="50155"/>
                  <a:pt x="34" y="50655"/>
                  <a:pt x="501" y="51022"/>
                </a:cubicBezTo>
                <a:cubicBezTo>
                  <a:pt x="735" y="51289"/>
                  <a:pt x="1068" y="51456"/>
                  <a:pt x="1369" y="51623"/>
                </a:cubicBezTo>
                <a:cubicBezTo>
                  <a:pt x="2469" y="52123"/>
                  <a:pt x="3670" y="52290"/>
                  <a:pt x="4838" y="52290"/>
                </a:cubicBezTo>
                <a:cubicBezTo>
                  <a:pt x="4912" y="52291"/>
                  <a:pt x="4987" y="52291"/>
                  <a:pt x="5061" y="52291"/>
                </a:cubicBezTo>
                <a:cubicBezTo>
                  <a:pt x="7349" y="52291"/>
                  <a:pt x="9544" y="51800"/>
                  <a:pt x="11676" y="51089"/>
                </a:cubicBezTo>
                <a:cubicBezTo>
                  <a:pt x="12143" y="50922"/>
                  <a:pt x="12577" y="50755"/>
                  <a:pt x="13177" y="50589"/>
                </a:cubicBezTo>
                <a:lnTo>
                  <a:pt x="13177" y="50589"/>
                </a:lnTo>
                <a:cubicBezTo>
                  <a:pt x="13010" y="50922"/>
                  <a:pt x="12910" y="51122"/>
                  <a:pt x="12810" y="51389"/>
                </a:cubicBezTo>
                <a:cubicBezTo>
                  <a:pt x="12643" y="51656"/>
                  <a:pt x="12743" y="51823"/>
                  <a:pt x="13077" y="51823"/>
                </a:cubicBezTo>
                <a:cubicBezTo>
                  <a:pt x="13344" y="51823"/>
                  <a:pt x="13577" y="51789"/>
                  <a:pt x="13844" y="51756"/>
                </a:cubicBezTo>
                <a:cubicBezTo>
                  <a:pt x="14211" y="51656"/>
                  <a:pt x="14578" y="51589"/>
                  <a:pt x="15045" y="51456"/>
                </a:cubicBezTo>
                <a:lnTo>
                  <a:pt x="15045" y="51456"/>
                </a:lnTo>
                <a:cubicBezTo>
                  <a:pt x="15012" y="51756"/>
                  <a:pt x="14978" y="51923"/>
                  <a:pt x="14912" y="52090"/>
                </a:cubicBezTo>
                <a:cubicBezTo>
                  <a:pt x="14752" y="52673"/>
                  <a:pt x="14783" y="52856"/>
                  <a:pt x="15172" y="52856"/>
                </a:cubicBezTo>
                <a:cubicBezTo>
                  <a:pt x="15271" y="52856"/>
                  <a:pt x="15395" y="52844"/>
                  <a:pt x="15545" y="52824"/>
                </a:cubicBezTo>
                <a:cubicBezTo>
                  <a:pt x="17380" y="52623"/>
                  <a:pt x="19014" y="51823"/>
                  <a:pt x="20582" y="50956"/>
                </a:cubicBezTo>
                <a:cubicBezTo>
                  <a:pt x="20816" y="50822"/>
                  <a:pt x="21016" y="50755"/>
                  <a:pt x="21216" y="50622"/>
                </a:cubicBezTo>
                <a:cubicBezTo>
                  <a:pt x="21249" y="50722"/>
                  <a:pt x="21316" y="50755"/>
                  <a:pt x="21349" y="50789"/>
                </a:cubicBezTo>
                <a:cubicBezTo>
                  <a:pt x="21183" y="50956"/>
                  <a:pt x="21049" y="51256"/>
                  <a:pt x="20882" y="51289"/>
                </a:cubicBezTo>
                <a:cubicBezTo>
                  <a:pt x="19548" y="51656"/>
                  <a:pt x="18414" y="52423"/>
                  <a:pt x="17313" y="53224"/>
                </a:cubicBezTo>
                <a:cubicBezTo>
                  <a:pt x="14545" y="55092"/>
                  <a:pt x="12510" y="57594"/>
                  <a:pt x="11042" y="60562"/>
                </a:cubicBezTo>
                <a:cubicBezTo>
                  <a:pt x="10842" y="60963"/>
                  <a:pt x="10842" y="61263"/>
                  <a:pt x="11376" y="61330"/>
                </a:cubicBezTo>
                <a:cubicBezTo>
                  <a:pt x="12376" y="61463"/>
                  <a:pt x="13344" y="61730"/>
                  <a:pt x="14344" y="61763"/>
                </a:cubicBezTo>
                <a:cubicBezTo>
                  <a:pt x="14587" y="61774"/>
                  <a:pt x="14828" y="61780"/>
                  <a:pt x="15067" y="61780"/>
                </a:cubicBezTo>
                <a:cubicBezTo>
                  <a:pt x="18478" y="61780"/>
                  <a:pt x="21533" y="60663"/>
                  <a:pt x="24151" y="58294"/>
                </a:cubicBezTo>
                <a:lnTo>
                  <a:pt x="25361" y="57183"/>
                </a:lnTo>
                <a:lnTo>
                  <a:pt x="25361" y="57183"/>
                </a:lnTo>
                <a:cubicBezTo>
                  <a:pt x="25961" y="58807"/>
                  <a:pt x="26861" y="60133"/>
                  <a:pt x="28455" y="60963"/>
                </a:cubicBezTo>
                <a:cubicBezTo>
                  <a:pt x="28521" y="60996"/>
                  <a:pt x="28555" y="61196"/>
                  <a:pt x="28555" y="61330"/>
                </a:cubicBezTo>
                <a:cubicBezTo>
                  <a:pt x="28455" y="62264"/>
                  <a:pt x="28354" y="63164"/>
                  <a:pt x="28221" y="64098"/>
                </a:cubicBezTo>
                <a:cubicBezTo>
                  <a:pt x="28154" y="64732"/>
                  <a:pt x="28154" y="65299"/>
                  <a:pt x="27687" y="65833"/>
                </a:cubicBezTo>
                <a:cubicBezTo>
                  <a:pt x="27187" y="66433"/>
                  <a:pt x="27287" y="66667"/>
                  <a:pt x="27821" y="67267"/>
                </a:cubicBezTo>
                <a:cubicBezTo>
                  <a:pt x="27887" y="67334"/>
                  <a:pt x="27954" y="67501"/>
                  <a:pt x="27954" y="67634"/>
                </a:cubicBezTo>
                <a:cubicBezTo>
                  <a:pt x="27954" y="67968"/>
                  <a:pt x="27887" y="68301"/>
                  <a:pt x="27887" y="68635"/>
                </a:cubicBezTo>
                <a:cubicBezTo>
                  <a:pt x="27887" y="69102"/>
                  <a:pt x="27787" y="69469"/>
                  <a:pt x="27354" y="69736"/>
                </a:cubicBezTo>
                <a:cubicBezTo>
                  <a:pt x="26887" y="69969"/>
                  <a:pt x="26953" y="70369"/>
                  <a:pt x="27354" y="70803"/>
                </a:cubicBezTo>
                <a:cubicBezTo>
                  <a:pt x="27521" y="70970"/>
                  <a:pt x="27654" y="71203"/>
                  <a:pt x="27654" y="71437"/>
                </a:cubicBezTo>
                <a:cubicBezTo>
                  <a:pt x="27621" y="71704"/>
                  <a:pt x="27487" y="72037"/>
                  <a:pt x="27320" y="72304"/>
                </a:cubicBezTo>
                <a:cubicBezTo>
                  <a:pt x="26953" y="72838"/>
                  <a:pt x="26953" y="73005"/>
                  <a:pt x="27320" y="73472"/>
                </a:cubicBezTo>
                <a:cubicBezTo>
                  <a:pt x="27487" y="73638"/>
                  <a:pt x="27554" y="73939"/>
                  <a:pt x="27521" y="74105"/>
                </a:cubicBezTo>
                <a:cubicBezTo>
                  <a:pt x="27287" y="74973"/>
                  <a:pt x="27054" y="75907"/>
                  <a:pt x="26720" y="76741"/>
                </a:cubicBezTo>
                <a:cubicBezTo>
                  <a:pt x="26320" y="77775"/>
                  <a:pt x="25719" y="78775"/>
                  <a:pt x="25319" y="79809"/>
                </a:cubicBezTo>
                <a:cubicBezTo>
                  <a:pt x="24518" y="81778"/>
                  <a:pt x="24452" y="83779"/>
                  <a:pt x="25052" y="85780"/>
                </a:cubicBezTo>
                <a:cubicBezTo>
                  <a:pt x="25128" y="86066"/>
                  <a:pt x="25204" y="86199"/>
                  <a:pt x="25330" y="86199"/>
                </a:cubicBezTo>
                <a:cubicBezTo>
                  <a:pt x="25425" y="86199"/>
                  <a:pt x="25547" y="86124"/>
                  <a:pt x="25719" y="85981"/>
                </a:cubicBezTo>
                <a:cubicBezTo>
                  <a:pt x="27120" y="84846"/>
                  <a:pt x="27954" y="83445"/>
                  <a:pt x="28288" y="81744"/>
                </a:cubicBezTo>
                <a:cubicBezTo>
                  <a:pt x="28721" y="79476"/>
                  <a:pt x="28655" y="77241"/>
                  <a:pt x="27954" y="75006"/>
                </a:cubicBezTo>
                <a:cubicBezTo>
                  <a:pt x="27721" y="74472"/>
                  <a:pt x="27621" y="73905"/>
                  <a:pt x="28288" y="73472"/>
                </a:cubicBezTo>
                <a:cubicBezTo>
                  <a:pt x="28655" y="73238"/>
                  <a:pt x="28655" y="72604"/>
                  <a:pt x="28288" y="72304"/>
                </a:cubicBezTo>
                <a:cubicBezTo>
                  <a:pt x="27854" y="71971"/>
                  <a:pt x="27854" y="71303"/>
                  <a:pt x="28021" y="71170"/>
                </a:cubicBezTo>
                <a:cubicBezTo>
                  <a:pt x="28721" y="70603"/>
                  <a:pt x="28455" y="70103"/>
                  <a:pt x="28221" y="69435"/>
                </a:cubicBezTo>
                <a:cubicBezTo>
                  <a:pt x="28054" y="68835"/>
                  <a:pt x="28188" y="68168"/>
                  <a:pt x="28188" y="67601"/>
                </a:cubicBezTo>
                <a:cubicBezTo>
                  <a:pt x="28955" y="67234"/>
                  <a:pt x="29188" y="66500"/>
                  <a:pt x="28655" y="66000"/>
                </a:cubicBezTo>
                <a:cubicBezTo>
                  <a:pt x="28288" y="65633"/>
                  <a:pt x="28321" y="65266"/>
                  <a:pt x="28354" y="64832"/>
                </a:cubicBezTo>
                <a:cubicBezTo>
                  <a:pt x="28388" y="64432"/>
                  <a:pt x="28455" y="64065"/>
                  <a:pt x="28488" y="63665"/>
                </a:cubicBezTo>
                <a:cubicBezTo>
                  <a:pt x="28555" y="62897"/>
                  <a:pt x="28688" y="62097"/>
                  <a:pt x="28788" y="61296"/>
                </a:cubicBezTo>
                <a:cubicBezTo>
                  <a:pt x="29789" y="61396"/>
                  <a:pt x="29722" y="61396"/>
                  <a:pt x="29956" y="62264"/>
                </a:cubicBezTo>
                <a:cubicBezTo>
                  <a:pt x="29989" y="63531"/>
                  <a:pt x="30122" y="64832"/>
                  <a:pt x="30156" y="66133"/>
                </a:cubicBezTo>
                <a:cubicBezTo>
                  <a:pt x="30156" y="66433"/>
                  <a:pt x="30022" y="66834"/>
                  <a:pt x="29822" y="67034"/>
                </a:cubicBezTo>
                <a:cubicBezTo>
                  <a:pt x="29288" y="67667"/>
                  <a:pt x="29322" y="68368"/>
                  <a:pt x="29989" y="68802"/>
                </a:cubicBezTo>
                <a:cubicBezTo>
                  <a:pt x="30289" y="68968"/>
                  <a:pt x="30389" y="69169"/>
                  <a:pt x="30323" y="69469"/>
                </a:cubicBezTo>
                <a:cubicBezTo>
                  <a:pt x="30222" y="69836"/>
                  <a:pt x="30122" y="70169"/>
                  <a:pt x="29889" y="70469"/>
                </a:cubicBezTo>
                <a:cubicBezTo>
                  <a:pt x="29555" y="70970"/>
                  <a:pt x="29655" y="71370"/>
                  <a:pt x="30156" y="71670"/>
                </a:cubicBezTo>
                <a:cubicBezTo>
                  <a:pt x="30289" y="71704"/>
                  <a:pt x="30389" y="71804"/>
                  <a:pt x="30523" y="71837"/>
                </a:cubicBezTo>
                <a:cubicBezTo>
                  <a:pt x="30489" y="72304"/>
                  <a:pt x="30489" y="72671"/>
                  <a:pt x="30456" y="73038"/>
                </a:cubicBezTo>
                <a:cubicBezTo>
                  <a:pt x="30389" y="73205"/>
                  <a:pt x="30389" y="73438"/>
                  <a:pt x="30289" y="73605"/>
                </a:cubicBezTo>
                <a:cubicBezTo>
                  <a:pt x="29555" y="74606"/>
                  <a:pt x="29555" y="74873"/>
                  <a:pt x="30222" y="75840"/>
                </a:cubicBezTo>
                <a:cubicBezTo>
                  <a:pt x="27988" y="79376"/>
                  <a:pt x="29322" y="85447"/>
                  <a:pt x="31857" y="87949"/>
                </a:cubicBezTo>
                <a:cubicBezTo>
                  <a:pt x="33125" y="86981"/>
                  <a:pt x="33458" y="84780"/>
                  <a:pt x="33225" y="79543"/>
                </a:cubicBezTo>
                <a:lnTo>
                  <a:pt x="33225" y="79543"/>
                </a:lnTo>
                <a:cubicBezTo>
                  <a:pt x="33358" y="79843"/>
                  <a:pt x="33458" y="79976"/>
                  <a:pt x="33525" y="80143"/>
                </a:cubicBezTo>
                <a:cubicBezTo>
                  <a:pt x="34325" y="81944"/>
                  <a:pt x="35560" y="83379"/>
                  <a:pt x="37227" y="84446"/>
                </a:cubicBezTo>
                <a:cubicBezTo>
                  <a:pt x="37361" y="84513"/>
                  <a:pt x="37561" y="84513"/>
                  <a:pt x="37728" y="84546"/>
                </a:cubicBezTo>
                <a:cubicBezTo>
                  <a:pt x="37728" y="84379"/>
                  <a:pt x="37828" y="84279"/>
                  <a:pt x="37828" y="84113"/>
                </a:cubicBezTo>
                <a:cubicBezTo>
                  <a:pt x="37828" y="83679"/>
                  <a:pt x="37795" y="83312"/>
                  <a:pt x="37728" y="82945"/>
                </a:cubicBezTo>
                <a:cubicBezTo>
                  <a:pt x="37394" y="79976"/>
                  <a:pt x="36460" y="77274"/>
                  <a:pt x="34392" y="75006"/>
                </a:cubicBezTo>
                <a:cubicBezTo>
                  <a:pt x="34225" y="74806"/>
                  <a:pt x="34192" y="74472"/>
                  <a:pt x="34059" y="74205"/>
                </a:cubicBezTo>
                <a:cubicBezTo>
                  <a:pt x="33892" y="73839"/>
                  <a:pt x="33825" y="73305"/>
                  <a:pt x="33525" y="73138"/>
                </a:cubicBezTo>
                <a:cubicBezTo>
                  <a:pt x="32958" y="72838"/>
                  <a:pt x="32958" y="72371"/>
                  <a:pt x="32891" y="71870"/>
                </a:cubicBezTo>
                <a:cubicBezTo>
                  <a:pt x="32858" y="71537"/>
                  <a:pt x="32791" y="71170"/>
                  <a:pt x="32791" y="70836"/>
                </a:cubicBezTo>
                <a:cubicBezTo>
                  <a:pt x="32791" y="70670"/>
                  <a:pt x="32824" y="70503"/>
                  <a:pt x="32891" y="70369"/>
                </a:cubicBezTo>
                <a:cubicBezTo>
                  <a:pt x="33291" y="69836"/>
                  <a:pt x="33225" y="69469"/>
                  <a:pt x="32724" y="69035"/>
                </a:cubicBezTo>
                <a:cubicBezTo>
                  <a:pt x="32557" y="68935"/>
                  <a:pt x="32491" y="68702"/>
                  <a:pt x="32391" y="68501"/>
                </a:cubicBezTo>
                <a:cubicBezTo>
                  <a:pt x="32357" y="68301"/>
                  <a:pt x="32324" y="68034"/>
                  <a:pt x="32324" y="67834"/>
                </a:cubicBezTo>
                <a:cubicBezTo>
                  <a:pt x="32324" y="67301"/>
                  <a:pt x="32224" y="66667"/>
                  <a:pt x="32457" y="66200"/>
                </a:cubicBezTo>
                <a:cubicBezTo>
                  <a:pt x="32858" y="65332"/>
                  <a:pt x="32824" y="64865"/>
                  <a:pt x="32024" y="64265"/>
                </a:cubicBezTo>
                <a:cubicBezTo>
                  <a:pt x="31957" y="64165"/>
                  <a:pt x="31824" y="64032"/>
                  <a:pt x="31824" y="63931"/>
                </a:cubicBezTo>
                <a:cubicBezTo>
                  <a:pt x="31790" y="63264"/>
                  <a:pt x="31790" y="62530"/>
                  <a:pt x="31790" y="61830"/>
                </a:cubicBezTo>
                <a:cubicBezTo>
                  <a:pt x="31790" y="61663"/>
                  <a:pt x="31957" y="61463"/>
                  <a:pt x="32057" y="61430"/>
                </a:cubicBezTo>
                <a:cubicBezTo>
                  <a:pt x="35526" y="60662"/>
                  <a:pt x="37628" y="57160"/>
                  <a:pt x="36894" y="53357"/>
                </a:cubicBezTo>
                <a:cubicBezTo>
                  <a:pt x="36660" y="52156"/>
                  <a:pt x="36160" y="51122"/>
                  <a:pt x="35393" y="50088"/>
                </a:cubicBezTo>
                <a:cubicBezTo>
                  <a:pt x="36060" y="49488"/>
                  <a:pt x="36660" y="48954"/>
                  <a:pt x="37294" y="48454"/>
                </a:cubicBezTo>
                <a:cubicBezTo>
                  <a:pt x="39562" y="46586"/>
                  <a:pt x="41964" y="44784"/>
                  <a:pt x="44633" y="43584"/>
                </a:cubicBezTo>
                <a:cubicBezTo>
                  <a:pt x="48869" y="41649"/>
                  <a:pt x="53239" y="40114"/>
                  <a:pt x="57742" y="38847"/>
                </a:cubicBezTo>
                <a:cubicBezTo>
                  <a:pt x="59643" y="38313"/>
                  <a:pt x="61545" y="37980"/>
                  <a:pt x="63413" y="37513"/>
                </a:cubicBezTo>
                <a:cubicBezTo>
                  <a:pt x="63846" y="37446"/>
                  <a:pt x="64247" y="37179"/>
                  <a:pt x="64547" y="36912"/>
                </a:cubicBezTo>
                <a:cubicBezTo>
                  <a:pt x="64847" y="36645"/>
                  <a:pt x="65181" y="36245"/>
                  <a:pt x="64580" y="35845"/>
                </a:cubicBezTo>
                <a:cubicBezTo>
                  <a:pt x="64514" y="35778"/>
                  <a:pt x="64514" y="35578"/>
                  <a:pt x="64447" y="35444"/>
                </a:cubicBezTo>
                <a:cubicBezTo>
                  <a:pt x="64280" y="35077"/>
                  <a:pt x="64213" y="34610"/>
                  <a:pt x="64013" y="34277"/>
                </a:cubicBezTo>
                <a:cubicBezTo>
                  <a:pt x="62779" y="32409"/>
                  <a:pt x="61645" y="30474"/>
                  <a:pt x="60244" y="28740"/>
                </a:cubicBezTo>
                <a:cubicBezTo>
                  <a:pt x="58876" y="26972"/>
                  <a:pt x="56942" y="26104"/>
                  <a:pt x="54707" y="26071"/>
                </a:cubicBezTo>
                <a:lnTo>
                  <a:pt x="52572" y="26071"/>
                </a:lnTo>
                <a:lnTo>
                  <a:pt x="52572" y="25737"/>
                </a:lnTo>
                <a:cubicBezTo>
                  <a:pt x="52905" y="23269"/>
                  <a:pt x="52905" y="20834"/>
                  <a:pt x="52538" y="18432"/>
                </a:cubicBezTo>
                <a:cubicBezTo>
                  <a:pt x="52372" y="17398"/>
                  <a:pt x="52171" y="16331"/>
                  <a:pt x="51871" y="15297"/>
                </a:cubicBezTo>
                <a:cubicBezTo>
                  <a:pt x="51771" y="14996"/>
                  <a:pt x="51404" y="14730"/>
                  <a:pt x="51071" y="14596"/>
                </a:cubicBezTo>
                <a:cubicBezTo>
                  <a:pt x="51004" y="14574"/>
                  <a:pt x="50941" y="14564"/>
                  <a:pt x="50880" y="14564"/>
                </a:cubicBezTo>
                <a:cubicBezTo>
                  <a:pt x="50574" y="14564"/>
                  <a:pt x="50337" y="14824"/>
                  <a:pt x="50170" y="15130"/>
                </a:cubicBezTo>
                <a:cubicBezTo>
                  <a:pt x="50137" y="15230"/>
                  <a:pt x="50070" y="15263"/>
                  <a:pt x="49970" y="15397"/>
                </a:cubicBezTo>
                <a:cubicBezTo>
                  <a:pt x="49870" y="15097"/>
                  <a:pt x="49836" y="14930"/>
                  <a:pt x="49770" y="14730"/>
                </a:cubicBezTo>
                <a:cubicBezTo>
                  <a:pt x="49536" y="13595"/>
                  <a:pt x="49336" y="12428"/>
                  <a:pt x="49069" y="11294"/>
                </a:cubicBezTo>
                <a:cubicBezTo>
                  <a:pt x="49043" y="11053"/>
                  <a:pt x="48973" y="10770"/>
                  <a:pt x="48740" y="10770"/>
                </a:cubicBezTo>
                <a:cubicBezTo>
                  <a:pt x="48683" y="10770"/>
                  <a:pt x="48615" y="10787"/>
                  <a:pt x="48536" y="10827"/>
                </a:cubicBezTo>
                <a:cubicBezTo>
                  <a:pt x="48436" y="10896"/>
                  <a:pt x="48355" y="10924"/>
                  <a:pt x="48284" y="10924"/>
                </a:cubicBezTo>
                <a:cubicBezTo>
                  <a:pt x="48117" y="10924"/>
                  <a:pt x="48009" y="10767"/>
                  <a:pt x="47868" y="10627"/>
                </a:cubicBezTo>
                <a:cubicBezTo>
                  <a:pt x="46868" y="9459"/>
                  <a:pt x="45834" y="8258"/>
                  <a:pt x="44733" y="7124"/>
                </a:cubicBezTo>
                <a:cubicBezTo>
                  <a:pt x="44366" y="6757"/>
                  <a:pt x="43832" y="6590"/>
                  <a:pt x="43332" y="6290"/>
                </a:cubicBezTo>
                <a:cubicBezTo>
                  <a:pt x="43232" y="6257"/>
                  <a:pt x="43098" y="6223"/>
                  <a:pt x="43065" y="6123"/>
                </a:cubicBezTo>
                <a:cubicBezTo>
                  <a:pt x="41797" y="4289"/>
                  <a:pt x="39863" y="3288"/>
                  <a:pt x="37961" y="2287"/>
                </a:cubicBezTo>
                <a:cubicBezTo>
                  <a:pt x="37856" y="2224"/>
                  <a:pt x="37761" y="2194"/>
                  <a:pt x="37678" y="2194"/>
                </a:cubicBezTo>
                <a:cubicBezTo>
                  <a:pt x="37497" y="2194"/>
                  <a:pt x="37373" y="2336"/>
                  <a:pt x="37328" y="2588"/>
                </a:cubicBezTo>
                <a:cubicBezTo>
                  <a:pt x="37227" y="2888"/>
                  <a:pt x="37161" y="3221"/>
                  <a:pt x="37061" y="3488"/>
                </a:cubicBezTo>
                <a:lnTo>
                  <a:pt x="36894" y="3488"/>
                </a:lnTo>
                <a:cubicBezTo>
                  <a:pt x="36760" y="3121"/>
                  <a:pt x="36527" y="2754"/>
                  <a:pt x="36527" y="2387"/>
                </a:cubicBezTo>
                <a:cubicBezTo>
                  <a:pt x="36494" y="2054"/>
                  <a:pt x="36360" y="1920"/>
                  <a:pt x="36127" y="1820"/>
                </a:cubicBezTo>
                <a:cubicBezTo>
                  <a:pt x="35426" y="1587"/>
                  <a:pt x="34826" y="1320"/>
                  <a:pt x="34159" y="1153"/>
                </a:cubicBezTo>
                <a:cubicBezTo>
                  <a:pt x="31250" y="325"/>
                  <a:pt x="28290" y="1"/>
                  <a:pt x="25316"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4910" name="Shape 4910"/>
        <p:cNvGrpSpPr/>
        <p:nvPr/>
      </p:nvGrpSpPr>
      <p:grpSpPr>
        <a:xfrm>
          <a:off x="0" y="0"/>
          <a:ext cx="0" cy="0"/>
          <a:chOff x="0" y="0"/>
          <a:chExt cx="0" cy="0"/>
        </a:xfrm>
      </p:grpSpPr>
      <p:sp>
        <p:nvSpPr>
          <p:cNvPr id="4911" name="Google Shape;4911;p42"/>
          <p:cNvSpPr txBox="1"/>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Here are three important ideas</a:t>
            </a:r>
            <a:endParaRPr lang="en-GB"/>
          </a:p>
        </p:txBody>
      </p:sp>
      <p:sp>
        <p:nvSpPr>
          <p:cNvPr id="4912" name="Google Shape;4912;p42"/>
          <p:cNvSpPr txBox="1"/>
          <p:nvPr>
            <p:ph type="subTitle" idx="1"/>
          </p:nvPr>
        </p:nvSpPr>
        <p:spPr>
          <a:xfrm>
            <a:off x="937613" y="2263274"/>
            <a:ext cx="2175300" cy="10155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Mercury is</a:t>
            </a:r>
            <a:r>
              <a:rPr lang="en-GB"/>
              <a:t> the closest planet to the Sun and the smallest one of them all</a:t>
            </a:r>
            <a:endParaRPr lang="en-GB"/>
          </a:p>
        </p:txBody>
      </p:sp>
      <p:sp>
        <p:nvSpPr>
          <p:cNvPr id="4913" name="Google Shape;4913;p42"/>
          <p:cNvSpPr txBox="1"/>
          <p:nvPr>
            <p:ph type="subTitle" idx="2"/>
          </p:nvPr>
        </p:nvSpPr>
        <p:spPr>
          <a:xfrm>
            <a:off x="3484334" y="2263274"/>
            <a:ext cx="2175300" cy="10155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Venus has a beautiful name and is the second planet from the Sun</a:t>
            </a:r>
            <a:endParaRPr lang="en-GB"/>
          </a:p>
        </p:txBody>
      </p:sp>
      <p:sp>
        <p:nvSpPr>
          <p:cNvPr id="4914" name="Google Shape;4914;p42"/>
          <p:cNvSpPr txBox="1"/>
          <p:nvPr>
            <p:ph type="subTitle" idx="3"/>
          </p:nvPr>
        </p:nvSpPr>
        <p:spPr>
          <a:xfrm>
            <a:off x="6031062" y="2263274"/>
            <a:ext cx="2175300" cy="10155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Despite being red, Mars is actually a cold place. It’s full of iron oxide dust</a:t>
            </a:r>
            <a:endParaRPr lang="en-GB"/>
          </a:p>
        </p:txBody>
      </p:sp>
      <p:sp>
        <p:nvSpPr>
          <p:cNvPr id="4915" name="Google Shape;4915;p42"/>
          <p:cNvSpPr txBox="1"/>
          <p:nvPr>
            <p:ph type="subTitle" idx="4"/>
          </p:nvPr>
        </p:nvSpPr>
        <p:spPr>
          <a:xfrm>
            <a:off x="937613" y="1674165"/>
            <a:ext cx="2175300" cy="6600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GB"/>
              <a:t>Mercury</a:t>
            </a:r>
            <a:endParaRPr lang="en-GB"/>
          </a:p>
        </p:txBody>
      </p:sp>
      <p:sp>
        <p:nvSpPr>
          <p:cNvPr id="4916" name="Google Shape;4916;p42"/>
          <p:cNvSpPr txBox="1"/>
          <p:nvPr>
            <p:ph type="subTitle" idx="5"/>
          </p:nvPr>
        </p:nvSpPr>
        <p:spPr>
          <a:xfrm>
            <a:off x="3484338" y="1674165"/>
            <a:ext cx="2175300" cy="6600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GB"/>
              <a:t>Venus</a:t>
            </a:r>
            <a:endParaRPr lang="en-GB"/>
          </a:p>
        </p:txBody>
      </p:sp>
      <p:sp>
        <p:nvSpPr>
          <p:cNvPr id="4917" name="Google Shape;4917;p42"/>
          <p:cNvSpPr txBox="1"/>
          <p:nvPr>
            <p:ph type="subTitle" idx="6"/>
          </p:nvPr>
        </p:nvSpPr>
        <p:spPr>
          <a:xfrm>
            <a:off x="6031063" y="1674165"/>
            <a:ext cx="2175300" cy="6600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GB"/>
              <a:t>Mars</a:t>
            </a:r>
            <a:endParaRPr lang="en-GB"/>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4921" name="Shape 4921"/>
        <p:cNvGrpSpPr/>
        <p:nvPr/>
      </p:nvGrpSpPr>
      <p:grpSpPr>
        <a:xfrm>
          <a:off x="0" y="0"/>
          <a:ext cx="0" cy="0"/>
          <a:chOff x="0" y="0"/>
          <a:chExt cx="0" cy="0"/>
        </a:xfrm>
      </p:grpSpPr>
      <p:sp>
        <p:nvSpPr>
          <p:cNvPr id="4922" name="Google Shape;4922;p43"/>
          <p:cNvSpPr txBox="1"/>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D</a:t>
            </a:r>
            <a:r>
              <a:rPr lang="en-GB"/>
              <a:t>ivide the content into four ideas</a:t>
            </a:r>
            <a:endParaRPr lang="en-GB"/>
          </a:p>
        </p:txBody>
      </p:sp>
      <p:sp>
        <p:nvSpPr>
          <p:cNvPr id="4923" name="Google Shape;4923;p43"/>
          <p:cNvSpPr txBox="1"/>
          <p:nvPr>
            <p:ph type="subTitle" idx="1"/>
          </p:nvPr>
        </p:nvSpPr>
        <p:spPr>
          <a:xfrm>
            <a:off x="2026586" y="2004600"/>
            <a:ext cx="1978200" cy="665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Mars is actually a very cold place</a:t>
            </a:r>
            <a:endParaRPr lang="en-GB"/>
          </a:p>
        </p:txBody>
      </p:sp>
      <p:sp>
        <p:nvSpPr>
          <p:cNvPr id="4924" name="Google Shape;4924;p43"/>
          <p:cNvSpPr txBox="1"/>
          <p:nvPr>
            <p:ph type="subTitle" idx="2"/>
          </p:nvPr>
        </p:nvSpPr>
        <p:spPr>
          <a:xfrm>
            <a:off x="5139214" y="2004600"/>
            <a:ext cx="1978200" cy="665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Venus has extremely high temperatures</a:t>
            </a:r>
            <a:endParaRPr lang="en-GB"/>
          </a:p>
        </p:txBody>
      </p:sp>
      <p:sp>
        <p:nvSpPr>
          <p:cNvPr id="4925" name="Google Shape;4925;p43"/>
          <p:cNvSpPr txBox="1"/>
          <p:nvPr>
            <p:ph type="subTitle" idx="3"/>
          </p:nvPr>
        </p:nvSpPr>
        <p:spPr>
          <a:xfrm>
            <a:off x="2026586" y="3647475"/>
            <a:ext cx="1978200" cy="665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Jupiter is the biggest planet of them all</a:t>
            </a:r>
            <a:endParaRPr lang="en-GB"/>
          </a:p>
        </p:txBody>
      </p:sp>
      <p:sp>
        <p:nvSpPr>
          <p:cNvPr id="4926" name="Google Shape;4926;p43"/>
          <p:cNvSpPr txBox="1"/>
          <p:nvPr>
            <p:ph type="subTitle" idx="4"/>
          </p:nvPr>
        </p:nvSpPr>
        <p:spPr>
          <a:xfrm>
            <a:off x="5139214" y="3647475"/>
            <a:ext cx="1978200" cy="665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Saturn is a gas giant and has several rings</a:t>
            </a:r>
            <a:endParaRPr lang="en-GB"/>
          </a:p>
        </p:txBody>
      </p:sp>
      <p:sp>
        <p:nvSpPr>
          <p:cNvPr id="4927" name="Google Shape;4927;p43"/>
          <p:cNvSpPr txBox="1"/>
          <p:nvPr>
            <p:ph type="subTitle" idx="5"/>
          </p:nvPr>
        </p:nvSpPr>
        <p:spPr>
          <a:xfrm>
            <a:off x="2026586" y="1627770"/>
            <a:ext cx="1978200" cy="5055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GB"/>
              <a:t>Mars</a:t>
            </a:r>
            <a:endParaRPr lang="en-GB"/>
          </a:p>
        </p:txBody>
      </p:sp>
      <p:sp>
        <p:nvSpPr>
          <p:cNvPr id="4928" name="Google Shape;4928;p43"/>
          <p:cNvSpPr txBox="1"/>
          <p:nvPr>
            <p:ph type="subTitle" idx="6"/>
          </p:nvPr>
        </p:nvSpPr>
        <p:spPr>
          <a:xfrm>
            <a:off x="2026586" y="3270745"/>
            <a:ext cx="1978200" cy="5055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GB"/>
              <a:t>Jupiter</a:t>
            </a:r>
            <a:endParaRPr lang="en-GB"/>
          </a:p>
        </p:txBody>
      </p:sp>
      <p:sp>
        <p:nvSpPr>
          <p:cNvPr id="4929" name="Google Shape;4929;p43"/>
          <p:cNvSpPr txBox="1"/>
          <p:nvPr>
            <p:ph type="subTitle" idx="7"/>
          </p:nvPr>
        </p:nvSpPr>
        <p:spPr>
          <a:xfrm>
            <a:off x="5139211" y="1627770"/>
            <a:ext cx="1978200" cy="5055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GB"/>
              <a:t>Venus</a:t>
            </a:r>
            <a:endParaRPr lang="en-GB"/>
          </a:p>
        </p:txBody>
      </p:sp>
      <p:sp>
        <p:nvSpPr>
          <p:cNvPr id="4930" name="Google Shape;4930;p43"/>
          <p:cNvSpPr txBox="1"/>
          <p:nvPr>
            <p:ph type="subTitle" idx="8"/>
          </p:nvPr>
        </p:nvSpPr>
        <p:spPr>
          <a:xfrm>
            <a:off x="5139211" y="3270745"/>
            <a:ext cx="1978200" cy="5055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GB"/>
              <a:t>Saturn</a:t>
            </a:r>
            <a:endParaRPr lang="en-GB"/>
          </a:p>
        </p:txBody>
      </p:sp>
      <p:sp>
        <p:nvSpPr>
          <p:cNvPr id="4931" name="Google Shape;4931;p43"/>
          <p:cNvSpPr/>
          <p:nvPr/>
        </p:nvSpPr>
        <p:spPr>
          <a:xfrm>
            <a:off x="7973525" y="1498996"/>
            <a:ext cx="450464" cy="91104"/>
          </a:xfrm>
          <a:custGeom>
            <a:avLst/>
            <a:gdLst/>
            <a:ahLst/>
            <a:cxnLst/>
            <a:rect l="l" t="t" r="r" b="b"/>
            <a:pathLst>
              <a:path w="21296" h="4307" extrusionOk="0">
                <a:moveTo>
                  <a:pt x="13664" y="1"/>
                </a:moveTo>
                <a:cubicBezTo>
                  <a:pt x="13660" y="1"/>
                  <a:pt x="13656" y="9"/>
                  <a:pt x="13656" y="29"/>
                </a:cubicBezTo>
                <a:lnTo>
                  <a:pt x="13623" y="63"/>
                </a:lnTo>
                <a:lnTo>
                  <a:pt x="13523" y="129"/>
                </a:lnTo>
                <a:lnTo>
                  <a:pt x="13356" y="296"/>
                </a:lnTo>
                <a:lnTo>
                  <a:pt x="13089" y="596"/>
                </a:lnTo>
                <a:cubicBezTo>
                  <a:pt x="12956" y="730"/>
                  <a:pt x="12822" y="796"/>
                  <a:pt x="12689" y="897"/>
                </a:cubicBezTo>
                <a:cubicBezTo>
                  <a:pt x="12589" y="1030"/>
                  <a:pt x="12456" y="1097"/>
                  <a:pt x="12322" y="1197"/>
                </a:cubicBezTo>
                <a:lnTo>
                  <a:pt x="11955" y="1430"/>
                </a:lnTo>
                <a:cubicBezTo>
                  <a:pt x="11455" y="1764"/>
                  <a:pt x="10854" y="1931"/>
                  <a:pt x="10321" y="2064"/>
                </a:cubicBezTo>
                <a:cubicBezTo>
                  <a:pt x="9912" y="2153"/>
                  <a:pt x="9465" y="2204"/>
                  <a:pt x="9003" y="2204"/>
                </a:cubicBezTo>
                <a:cubicBezTo>
                  <a:pt x="8257" y="2204"/>
                  <a:pt x="7472" y="2073"/>
                  <a:pt x="6751" y="1764"/>
                </a:cubicBezTo>
                <a:cubicBezTo>
                  <a:pt x="6451" y="1697"/>
                  <a:pt x="6184" y="1530"/>
                  <a:pt x="5918" y="1364"/>
                </a:cubicBezTo>
                <a:lnTo>
                  <a:pt x="5517" y="1097"/>
                </a:lnTo>
                <a:lnTo>
                  <a:pt x="5350" y="930"/>
                </a:lnTo>
                <a:lnTo>
                  <a:pt x="5017" y="630"/>
                </a:lnTo>
                <a:cubicBezTo>
                  <a:pt x="4917" y="563"/>
                  <a:pt x="4817" y="430"/>
                  <a:pt x="4683" y="363"/>
                </a:cubicBezTo>
                <a:lnTo>
                  <a:pt x="4483" y="763"/>
                </a:lnTo>
                <a:cubicBezTo>
                  <a:pt x="4416" y="963"/>
                  <a:pt x="4283" y="1130"/>
                  <a:pt x="4183" y="1364"/>
                </a:cubicBezTo>
                <a:lnTo>
                  <a:pt x="3949" y="1730"/>
                </a:lnTo>
                <a:cubicBezTo>
                  <a:pt x="3849" y="1797"/>
                  <a:pt x="3783" y="1964"/>
                  <a:pt x="3683" y="2064"/>
                </a:cubicBezTo>
                <a:cubicBezTo>
                  <a:pt x="2982" y="2931"/>
                  <a:pt x="2015" y="3398"/>
                  <a:pt x="1348" y="3632"/>
                </a:cubicBezTo>
                <a:cubicBezTo>
                  <a:pt x="1181" y="3732"/>
                  <a:pt x="1014" y="3765"/>
                  <a:pt x="914" y="3799"/>
                </a:cubicBezTo>
                <a:cubicBezTo>
                  <a:pt x="747" y="3865"/>
                  <a:pt x="614" y="3865"/>
                  <a:pt x="514" y="3899"/>
                </a:cubicBezTo>
                <a:cubicBezTo>
                  <a:pt x="347" y="3899"/>
                  <a:pt x="247" y="3932"/>
                  <a:pt x="247" y="3932"/>
                </a:cubicBezTo>
                <a:cubicBezTo>
                  <a:pt x="0" y="3963"/>
                  <a:pt x="10" y="4306"/>
                  <a:pt x="223" y="4306"/>
                </a:cubicBezTo>
                <a:cubicBezTo>
                  <a:pt x="241" y="4306"/>
                  <a:pt x="260" y="4304"/>
                  <a:pt x="280" y="4299"/>
                </a:cubicBezTo>
                <a:cubicBezTo>
                  <a:pt x="280" y="4299"/>
                  <a:pt x="414" y="4299"/>
                  <a:pt x="614" y="4266"/>
                </a:cubicBezTo>
                <a:cubicBezTo>
                  <a:pt x="680" y="4232"/>
                  <a:pt x="814" y="4232"/>
                  <a:pt x="981" y="4199"/>
                </a:cubicBezTo>
                <a:cubicBezTo>
                  <a:pt x="1114" y="4132"/>
                  <a:pt x="1281" y="4099"/>
                  <a:pt x="1481" y="4065"/>
                </a:cubicBezTo>
                <a:cubicBezTo>
                  <a:pt x="2182" y="3799"/>
                  <a:pt x="3282" y="3365"/>
                  <a:pt x="4116" y="2398"/>
                </a:cubicBezTo>
                <a:cubicBezTo>
                  <a:pt x="4250" y="2264"/>
                  <a:pt x="4316" y="2131"/>
                  <a:pt x="4416" y="2031"/>
                </a:cubicBezTo>
                <a:cubicBezTo>
                  <a:pt x="4483" y="1897"/>
                  <a:pt x="4617" y="1730"/>
                  <a:pt x="4683" y="1597"/>
                </a:cubicBezTo>
                <a:lnTo>
                  <a:pt x="4817" y="1397"/>
                </a:lnTo>
                <a:lnTo>
                  <a:pt x="4850" y="1364"/>
                </a:lnTo>
                <a:lnTo>
                  <a:pt x="4917" y="1297"/>
                </a:lnTo>
                <a:lnTo>
                  <a:pt x="4950" y="1364"/>
                </a:lnTo>
                <a:lnTo>
                  <a:pt x="4984" y="1397"/>
                </a:lnTo>
                <a:cubicBezTo>
                  <a:pt x="5084" y="1430"/>
                  <a:pt x="5117" y="1530"/>
                  <a:pt x="5184" y="1564"/>
                </a:cubicBezTo>
                <a:lnTo>
                  <a:pt x="5617" y="1864"/>
                </a:lnTo>
                <a:cubicBezTo>
                  <a:pt x="5918" y="2031"/>
                  <a:pt x="6184" y="2231"/>
                  <a:pt x="6518" y="2364"/>
                </a:cubicBezTo>
                <a:cubicBezTo>
                  <a:pt x="7371" y="2748"/>
                  <a:pt x="8278" y="2914"/>
                  <a:pt x="9135" y="2914"/>
                </a:cubicBezTo>
                <a:cubicBezTo>
                  <a:pt x="9619" y="2914"/>
                  <a:pt x="10087" y="2861"/>
                  <a:pt x="10521" y="2765"/>
                </a:cubicBezTo>
                <a:cubicBezTo>
                  <a:pt x="11121" y="2598"/>
                  <a:pt x="11788" y="2398"/>
                  <a:pt x="12355" y="2064"/>
                </a:cubicBezTo>
                <a:cubicBezTo>
                  <a:pt x="12522" y="1964"/>
                  <a:pt x="12656" y="1864"/>
                  <a:pt x="12822" y="1764"/>
                </a:cubicBezTo>
                <a:cubicBezTo>
                  <a:pt x="12956" y="1630"/>
                  <a:pt x="13123" y="1564"/>
                  <a:pt x="13256" y="1430"/>
                </a:cubicBezTo>
                <a:cubicBezTo>
                  <a:pt x="13423" y="1364"/>
                  <a:pt x="13523" y="1230"/>
                  <a:pt x="13656" y="1097"/>
                </a:cubicBezTo>
                <a:lnTo>
                  <a:pt x="13690" y="1063"/>
                </a:lnTo>
                <a:lnTo>
                  <a:pt x="13790" y="1197"/>
                </a:lnTo>
                <a:lnTo>
                  <a:pt x="14123" y="1564"/>
                </a:lnTo>
                <a:lnTo>
                  <a:pt x="14490" y="1931"/>
                </a:lnTo>
                <a:cubicBezTo>
                  <a:pt x="14624" y="2064"/>
                  <a:pt x="14791" y="2131"/>
                  <a:pt x="14924" y="2264"/>
                </a:cubicBezTo>
                <a:cubicBezTo>
                  <a:pt x="15491" y="2631"/>
                  <a:pt x="16125" y="2898"/>
                  <a:pt x="16759" y="3065"/>
                </a:cubicBezTo>
                <a:cubicBezTo>
                  <a:pt x="17387" y="3222"/>
                  <a:pt x="17997" y="3269"/>
                  <a:pt x="18541" y="3269"/>
                </a:cubicBezTo>
                <a:cubicBezTo>
                  <a:pt x="19037" y="3269"/>
                  <a:pt x="19478" y="3230"/>
                  <a:pt x="19827" y="3198"/>
                </a:cubicBezTo>
                <a:cubicBezTo>
                  <a:pt x="20595" y="3098"/>
                  <a:pt x="21028" y="3031"/>
                  <a:pt x="21028" y="3031"/>
                </a:cubicBezTo>
                <a:cubicBezTo>
                  <a:pt x="21295" y="2965"/>
                  <a:pt x="21195" y="2698"/>
                  <a:pt x="20995" y="2598"/>
                </a:cubicBezTo>
                <a:cubicBezTo>
                  <a:pt x="20995" y="2598"/>
                  <a:pt x="20528" y="2698"/>
                  <a:pt x="19794" y="2731"/>
                </a:cubicBezTo>
                <a:cubicBezTo>
                  <a:pt x="19602" y="2740"/>
                  <a:pt x="19394" y="2746"/>
                  <a:pt x="19171" y="2746"/>
                </a:cubicBezTo>
                <a:cubicBezTo>
                  <a:pt x="18504" y="2746"/>
                  <a:pt x="17709" y="2689"/>
                  <a:pt x="16859" y="2464"/>
                </a:cubicBezTo>
                <a:cubicBezTo>
                  <a:pt x="16292" y="2364"/>
                  <a:pt x="15758" y="2097"/>
                  <a:pt x="15258" y="1730"/>
                </a:cubicBezTo>
                <a:cubicBezTo>
                  <a:pt x="15124" y="1630"/>
                  <a:pt x="14991" y="1530"/>
                  <a:pt x="14857" y="1430"/>
                </a:cubicBezTo>
                <a:lnTo>
                  <a:pt x="14524" y="1097"/>
                </a:lnTo>
                <a:cubicBezTo>
                  <a:pt x="14424" y="963"/>
                  <a:pt x="14324" y="897"/>
                  <a:pt x="14190" y="730"/>
                </a:cubicBezTo>
                <a:lnTo>
                  <a:pt x="13690" y="63"/>
                </a:lnTo>
                <a:cubicBezTo>
                  <a:pt x="13690" y="40"/>
                  <a:pt x="13674" y="1"/>
                  <a:pt x="13664"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32" name="Google Shape;4932;p43"/>
          <p:cNvSpPr/>
          <p:nvPr/>
        </p:nvSpPr>
        <p:spPr>
          <a:xfrm>
            <a:off x="8605100" y="3050871"/>
            <a:ext cx="450464" cy="91104"/>
          </a:xfrm>
          <a:custGeom>
            <a:avLst/>
            <a:gdLst/>
            <a:ahLst/>
            <a:cxnLst/>
            <a:rect l="l" t="t" r="r" b="b"/>
            <a:pathLst>
              <a:path w="21296" h="4307" extrusionOk="0">
                <a:moveTo>
                  <a:pt x="13664" y="1"/>
                </a:moveTo>
                <a:cubicBezTo>
                  <a:pt x="13660" y="1"/>
                  <a:pt x="13656" y="9"/>
                  <a:pt x="13656" y="29"/>
                </a:cubicBezTo>
                <a:lnTo>
                  <a:pt x="13623" y="63"/>
                </a:lnTo>
                <a:lnTo>
                  <a:pt x="13523" y="129"/>
                </a:lnTo>
                <a:lnTo>
                  <a:pt x="13356" y="296"/>
                </a:lnTo>
                <a:lnTo>
                  <a:pt x="13089" y="596"/>
                </a:lnTo>
                <a:cubicBezTo>
                  <a:pt x="12956" y="730"/>
                  <a:pt x="12822" y="796"/>
                  <a:pt x="12689" y="897"/>
                </a:cubicBezTo>
                <a:cubicBezTo>
                  <a:pt x="12589" y="1030"/>
                  <a:pt x="12456" y="1097"/>
                  <a:pt x="12322" y="1197"/>
                </a:cubicBezTo>
                <a:lnTo>
                  <a:pt x="11955" y="1430"/>
                </a:lnTo>
                <a:cubicBezTo>
                  <a:pt x="11455" y="1764"/>
                  <a:pt x="10854" y="1931"/>
                  <a:pt x="10321" y="2064"/>
                </a:cubicBezTo>
                <a:cubicBezTo>
                  <a:pt x="9912" y="2153"/>
                  <a:pt x="9465" y="2204"/>
                  <a:pt x="9003" y="2204"/>
                </a:cubicBezTo>
                <a:cubicBezTo>
                  <a:pt x="8257" y="2204"/>
                  <a:pt x="7472" y="2073"/>
                  <a:pt x="6751" y="1764"/>
                </a:cubicBezTo>
                <a:cubicBezTo>
                  <a:pt x="6451" y="1697"/>
                  <a:pt x="6184" y="1530"/>
                  <a:pt x="5918" y="1364"/>
                </a:cubicBezTo>
                <a:lnTo>
                  <a:pt x="5517" y="1097"/>
                </a:lnTo>
                <a:lnTo>
                  <a:pt x="5350" y="930"/>
                </a:lnTo>
                <a:lnTo>
                  <a:pt x="5017" y="630"/>
                </a:lnTo>
                <a:cubicBezTo>
                  <a:pt x="4917" y="563"/>
                  <a:pt x="4817" y="430"/>
                  <a:pt x="4683" y="363"/>
                </a:cubicBezTo>
                <a:lnTo>
                  <a:pt x="4483" y="763"/>
                </a:lnTo>
                <a:cubicBezTo>
                  <a:pt x="4416" y="963"/>
                  <a:pt x="4283" y="1130"/>
                  <a:pt x="4183" y="1364"/>
                </a:cubicBezTo>
                <a:lnTo>
                  <a:pt x="3949" y="1730"/>
                </a:lnTo>
                <a:cubicBezTo>
                  <a:pt x="3849" y="1797"/>
                  <a:pt x="3783" y="1964"/>
                  <a:pt x="3683" y="2064"/>
                </a:cubicBezTo>
                <a:cubicBezTo>
                  <a:pt x="2982" y="2931"/>
                  <a:pt x="2015" y="3398"/>
                  <a:pt x="1348" y="3632"/>
                </a:cubicBezTo>
                <a:cubicBezTo>
                  <a:pt x="1181" y="3732"/>
                  <a:pt x="1014" y="3765"/>
                  <a:pt x="914" y="3799"/>
                </a:cubicBezTo>
                <a:cubicBezTo>
                  <a:pt x="747" y="3865"/>
                  <a:pt x="614" y="3865"/>
                  <a:pt x="514" y="3899"/>
                </a:cubicBezTo>
                <a:cubicBezTo>
                  <a:pt x="347" y="3899"/>
                  <a:pt x="247" y="3932"/>
                  <a:pt x="247" y="3932"/>
                </a:cubicBezTo>
                <a:cubicBezTo>
                  <a:pt x="0" y="3963"/>
                  <a:pt x="10" y="4306"/>
                  <a:pt x="223" y="4306"/>
                </a:cubicBezTo>
                <a:cubicBezTo>
                  <a:pt x="241" y="4306"/>
                  <a:pt x="260" y="4304"/>
                  <a:pt x="280" y="4299"/>
                </a:cubicBezTo>
                <a:cubicBezTo>
                  <a:pt x="280" y="4299"/>
                  <a:pt x="414" y="4299"/>
                  <a:pt x="614" y="4266"/>
                </a:cubicBezTo>
                <a:cubicBezTo>
                  <a:pt x="680" y="4232"/>
                  <a:pt x="814" y="4232"/>
                  <a:pt x="981" y="4199"/>
                </a:cubicBezTo>
                <a:cubicBezTo>
                  <a:pt x="1114" y="4132"/>
                  <a:pt x="1281" y="4099"/>
                  <a:pt x="1481" y="4065"/>
                </a:cubicBezTo>
                <a:cubicBezTo>
                  <a:pt x="2182" y="3799"/>
                  <a:pt x="3282" y="3365"/>
                  <a:pt x="4116" y="2398"/>
                </a:cubicBezTo>
                <a:cubicBezTo>
                  <a:pt x="4250" y="2264"/>
                  <a:pt x="4316" y="2131"/>
                  <a:pt x="4416" y="2031"/>
                </a:cubicBezTo>
                <a:cubicBezTo>
                  <a:pt x="4483" y="1897"/>
                  <a:pt x="4617" y="1730"/>
                  <a:pt x="4683" y="1597"/>
                </a:cubicBezTo>
                <a:lnTo>
                  <a:pt x="4817" y="1397"/>
                </a:lnTo>
                <a:lnTo>
                  <a:pt x="4850" y="1364"/>
                </a:lnTo>
                <a:lnTo>
                  <a:pt x="4917" y="1297"/>
                </a:lnTo>
                <a:lnTo>
                  <a:pt x="4950" y="1364"/>
                </a:lnTo>
                <a:lnTo>
                  <a:pt x="4984" y="1397"/>
                </a:lnTo>
                <a:cubicBezTo>
                  <a:pt x="5084" y="1430"/>
                  <a:pt x="5117" y="1530"/>
                  <a:pt x="5184" y="1564"/>
                </a:cubicBezTo>
                <a:lnTo>
                  <a:pt x="5617" y="1864"/>
                </a:lnTo>
                <a:cubicBezTo>
                  <a:pt x="5918" y="2031"/>
                  <a:pt x="6184" y="2231"/>
                  <a:pt x="6518" y="2364"/>
                </a:cubicBezTo>
                <a:cubicBezTo>
                  <a:pt x="7371" y="2748"/>
                  <a:pt x="8278" y="2914"/>
                  <a:pt x="9135" y="2914"/>
                </a:cubicBezTo>
                <a:cubicBezTo>
                  <a:pt x="9619" y="2914"/>
                  <a:pt x="10087" y="2861"/>
                  <a:pt x="10521" y="2765"/>
                </a:cubicBezTo>
                <a:cubicBezTo>
                  <a:pt x="11121" y="2598"/>
                  <a:pt x="11788" y="2398"/>
                  <a:pt x="12355" y="2064"/>
                </a:cubicBezTo>
                <a:cubicBezTo>
                  <a:pt x="12522" y="1964"/>
                  <a:pt x="12656" y="1864"/>
                  <a:pt x="12822" y="1764"/>
                </a:cubicBezTo>
                <a:cubicBezTo>
                  <a:pt x="12956" y="1630"/>
                  <a:pt x="13123" y="1564"/>
                  <a:pt x="13256" y="1430"/>
                </a:cubicBezTo>
                <a:cubicBezTo>
                  <a:pt x="13423" y="1364"/>
                  <a:pt x="13523" y="1230"/>
                  <a:pt x="13656" y="1097"/>
                </a:cubicBezTo>
                <a:lnTo>
                  <a:pt x="13690" y="1063"/>
                </a:lnTo>
                <a:lnTo>
                  <a:pt x="13790" y="1197"/>
                </a:lnTo>
                <a:lnTo>
                  <a:pt x="14123" y="1564"/>
                </a:lnTo>
                <a:lnTo>
                  <a:pt x="14490" y="1931"/>
                </a:lnTo>
                <a:cubicBezTo>
                  <a:pt x="14624" y="2064"/>
                  <a:pt x="14791" y="2131"/>
                  <a:pt x="14924" y="2264"/>
                </a:cubicBezTo>
                <a:cubicBezTo>
                  <a:pt x="15491" y="2631"/>
                  <a:pt x="16125" y="2898"/>
                  <a:pt x="16759" y="3065"/>
                </a:cubicBezTo>
                <a:cubicBezTo>
                  <a:pt x="17387" y="3222"/>
                  <a:pt x="17997" y="3269"/>
                  <a:pt x="18541" y="3269"/>
                </a:cubicBezTo>
                <a:cubicBezTo>
                  <a:pt x="19037" y="3269"/>
                  <a:pt x="19478" y="3230"/>
                  <a:pt x="19827" y="3198"/>
                </a:cubicBezTo>
                <a:cubicBezTo>
                  <a:pt x="20595" y="3098"/>
                  <a:pt x="21028" y="3031"/>
                  <a:pt x="21028" y="3031"/>
                </a:cubicBezTo>
                <a:cubicBezTo>
                  <a:pt x="21295" y="2965"/>
                  <a:pt x="21195" y="2698"/>
                  <a:pt x="20995" y="2598"/>
                </a:cubicBezTo>
                <a:cubicBezTo>
                  <a:pt x="20995" y="2598"/>
                  <a:pt x="20528" y="2698"/>
                  <a:pt x="19794" y="2731"/>
                </a:cubicBezTo>
                <a:cubicBezTo>
                  <a:pt x="19602" y="2740"/>
                  <a:pt x="19394" y="2746"/>
                  <a:pt x="19171" y="2746"/>
                </a:cubicBezTo>
                <a:cubicBezTo>
                  <a:pt x="18504" y="2746"/>
                  <a:pt x="17709" y="2689"/>
                  <a:pt x="16859" y="2464"/>
                </a:cubicBezTo>
                <a:cubicBezTo>
                  <a:pt x="16292" y="2364"/>
                  <a:pt x="15758" y="2097"/>
                  <a:pt x="15258" y="1730"/>
                </a:cubicBezTo>
                <a:cubicBezTo>
                  <a:pt x="15124" y="1630"/>
                  <a:pt x="14991" y="1530"/>
                  <a:pt x="14857" y="1430"/>
                </a:cubicBezTo>
                <a:lnTo>
                  <a:pt x="14524" y="1097"/>
                </a:lnTo>
                <a:cubicBezTo>
                  <a:pt x="14424" y="963"/>
                  <a:pt x="14324" y="897"/>
                  <a:pt x="14190" y="730"/>
                </a:cubicBezTo>
                <a:lnTo>
                  <a:pt x="13690" y="63"/>
                </a:lnTo>
                <a:cubicBezTo>
                  <a:pt x="13690" y="40"/>
                  <a:pt x="13674" y="1"/>
                  <a:pt x="13664"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4933" name="Google Shape;4933;p43"/>
          <p:cNvGrpSpPr/>
          <p:nvPr/>
        </p:nvGrpSpPr>
        <p:grpSpPr>
          <a:xfrm>
            <a:off x="8027175" y="2630884"/>
            <a:ext cx="450488" cy="281490"/>
            <a:chOff x="1485625" y="4169650"/>
            <a:chExt cx="387650" cy="242225"/>
          </a:xfrm>
        </p:grpSpPr>
        <p:sp>
          <p:nvSpPr>
            <p:cNvPr id="4934" name="Google Shape;4934;p43"/>
            <p:cNvSpPr/>
            <p:nvPr/>
          </p:nvSpPr>
          <p:spPr>
            <a:xfrm>
              <a:off x="1517550" y="4169650"/>
              <a:ext cx="272025" cy="177875"/>
            </a:xfrm>
            <a:custGeom>
              <a:avLst/>
              <a:gdLst/>
              <a:ahLst/>
              <a:cxnLst/>
              <a:rect l="l" t="t" r="r" b="b"/>
              <a:pathLst>
                <a:path w="10881" h="7115" extrusionOk="0">
                  <a:moveTo>
                    <a:pt x="4583" y="6655"/>
                  </a:moveTo>
                  <a:cubicBezTo>
                    <a:pt x="4478" y="6362"/>
                    <a:pt x="4520" y="6069"/>
                    <a:pt x="4373" y="5839"/>
                  </a:cubicBezTo>
                  <a:cubicBezTo>
                    <a:pt x="4352" y="5818"/>
                    <a:pt x="4352" y="5797"/>
                    <a:pt x="4352" y="5755"/>
                  </a:cubicBezTo>
                  <a:cubicBezTo>
                    <a:pt x="4311" y="5336"/>
                    <a:pt x="4290" y="4897"/>
                    <a:pt x="4269" y="4479"/>
                  </a:cubicBezTo>
                  <a:cubicBezTo>
                    <a:pt x="4394" y="4269"/>
                    <a:pt x="4269" y="4165"/>
                    <a:pt x="4101" y="4060"/>
                  </a:cubicBezTo>
                  <a:cubicBezTo>
                    <a:pt x="4059" y="4018"/>
                    <a:pt x="3976" y="3976"/>
                    <a:pt x="3892" y="3955"/>
                  </a:cubicBezTo>
                  <a:cubicBezTo>
                    <a:pt x="3515" y="3809"/>
                    <a:pt x="3097" y="3663"/>
                    <a:pt x="2699" y="3516"/>
                  </a:cubicBezTo>
                  <a:cubicBezTo>
                    <a:pt x="2323" y="3391"/>
                    <a:pt x="1946" y="3411"/>
                    <a:pt x="1570" y="3453"/>
                  </a:cubicBezTo>
                  <a:cubicBezTo>
                    <a:pt x="1381" y="3495"/>
                    <a:pt x="1235" y="3537"/>
                    <a:pt x="1046" y="3558"/>
                  </a:cubicBezTo>
                  <a:cubicBezTo>
                    <a:pt x="795" y="3621"/>
                    <a:pt x="586" y="3725"/>
                    <a:pt x="440" y="3955"/>
                  </a:cubicBezTo>
                  <a:cubicBezTo>
                    <a:pt x="419" y="4018"/>
                    <a:pt x="314" y="4039"/>
                    <a:pt x="272" y="4039"/>
                  </a:cubicBezTo>
                  <a:cubicBezTo>
                    <a:pt x="168" y="4039"/>
                    <a:pt x="84" y="3955"/>
                    <a:pt x="63" y="3851"/>
                  </a:cubicBezTo>
                  <a:cubicBezTo>
                    <a:pt x="21" y="3788"/>
                    <a:pt x="0" y="3746"/>
                    <a:pt x="21" y="3725"/>
                  </a:cubicBezTo>
                  <a:cubicBezTo>
                    <a:pt x="105" y="3307"/>
                    <a:pt x="189" y="2847"/>
                    <a:pt x="440" y="2491"/>
                  </a:cubicBezTo>
                  <a:cubicBezTo>
                    <a:pt x="628" y="2261"/>
                    <a:pt x="816" y="2010"/>
                    <a:pt x="1067" y="1884"/>
                  </a:cubicBezTo>
                  <a:cubicBezTo>
                    <a:pt x="1444" y="1696"/>
                    <a:pt x="1737" y="1424"/>
                    <a:pt x="2093" y="1256"/>
                  </a:cubicBezTo>
                  <a:cubicBezTo>
                    <a:pt x="2678" y="1005"/>
                    <a:pt x="3222" y="1005"/>
                    <a:pt x="3787" y="1173"/>
                  </a:cubicBezTo>
                  <a:cubicBezTo>
                    <a:pt x="3934" y="1235"/>
                    <a:pt x="4080" y="1277"/>
                    <a:pt x="4206" y="1340"/>
                  </a:cubicBezTo>
                  <a:cubicBezTo>
                    <a:pt x="4603" y="1466"/>
                    <a:pt x="4938" y="1675"/>
                    <a:pt x="5189" y="2030"/>
                  </a:cubicBezTo>
                  <a:cubicBezTo>
                    <a:pt x="5252" y="2156"/>
                    <a:pt x="5357" y="2219"/>
                    <a:pt x="5545" y="2302"/>
                  </a:cubicBezTo>
                  <a:cubicBezTo>
                    <a:pt x="5838" y="1675"/>
                    <a:pt x="6277" y="1214"/>
                    <a:pt x="6780" y="733"/>
                  </a:cubicBezTo>
                  <a:cubicBezTo>
                    <a:pt x="7282" y="273"/>
                    <a:pt x="7909" y="106"/>
                    <a:pt x="8579" y="43"/>
                  </a:cubicBezTo>
                  <a:cubicBezTo>
                    <a:pt x="8893" y="1"/>
                    <a:pt x="9186" y="64"/>
                    <a:pt x="9437" y="231"/>
                  </a:cubicBezTo>
                  <a:lnTo>
                    <a:pt x="10316" y="712"/>
                  </a:lnTo>
                  <a:cubicBezTo>
                    <a:pt x="10525" y="817"/>
                    <a:pt x="10692" y="942"/>
                    <a:pt x="10797" y="1131"/>
                  </a:cubicBezTo>
                  <a:cubicBezTo>
                    <a:pt x="10881" y="1235"/>
                    <a:pt x="10839" y="1466"/>
                    <a:pt x="10692" y="1528"/>
                  </a:cubicBezTo>
                  <a:cubicBezTo>
                    <a:pt x="10462" y="1591"/>
                    <a:pt x="10211" y="1654"/>
                    <a:pt x="9960" y="1696"/>
                  </a:cubicBezTo>
                  <a:cubicBezTo>
                    <a:pt x="9541" y="1800"/>
                    <a:pt x="9123" y="1884"/>
                    <a:pt x="8746" y="2093"/>
                  </a:cubicBezTo>
                  <a:cubicBezTo>
                    <a:pt x="8600" y="2177"/>
                    <a:pt x="8495" y="2282"/>
                    <a:pt x="8579" y="2470"/>
                  </a:cubicBezTo>
                  <a:cubicBezTo>
                    <a:pt x="8600" y="2512"/>
                    <a:pt x="8558" y="2616"/>
                    <a:pt x="8495" y="2658"/>
                  </a:cubicBezTo>
                  <a:cubicBezTo>
                    <a:pt x="7868" y="3077"/>
                    <a:pt x="7951" y="3181"/>
                    <a:pt x="7909" y="3872"/>
                  </a:cubicBezTo>
                  <a:cubicBezTo>
                    <a:pt x="7868" y="4332"/>
                    <a:pt x="7909" y="4751"/>
                    <a:pt x="8119" y="5169"/>
                  </a:cubicBezTo>
                  <a:cubicBezTo>
                    <a:pt x="8181" y="5315"/>
                    <a:pt x="8181" y="5483"/>
                    <a:pt x="8265" y="5629"/>
                  </a:cubicBezTo>
                  <a:cubicBezTo>
                    <a:pt x="8286" y="5713"/>
                    <a:pt x="8370" y="5797"/>
                    <a:pt x="8495" y="5755"/>
                  </a:cubicBezTo>
                  <a:cubicBezTo>
                    <a:pt x="8663" y="5755"/>
                    <a:pt x="8746" y="5922"/>
                    <a:pt x="8663" y="6048"/>
                  </a:cubicBezTo>
                  <a:cubicBezTo>
                    <a:pt x="8495" y="6278"/>
                    <a:pt x="8286" y="6445"/>
                    <a:pt x="8056" y="6592"/>
                  </a:cubicBezTo>
                  <a:cubicBezTo>
                    <a:pt x="7637" y="6843"/>
                    <a:pt x="7198" y="6989"/>
                    <a:pt x="6696" y="7052"/>
                  </a:cubicBezTo>
                  <a:cubicBezTo>
                    <a:pt x="5943" y="7115"/>
                    <a:pt x="5252" y="6968"/>
                    <a:pt x="4583" y="6655"/>
                  </a:cubicBezTo>
                  <a:close/>
                  <a:moveTo>
                    <a:pt x="4373" y="2407"/>
                  </a:moveTo>
                  <a:cubicBezTo>
                    <a:pt x="4352" y="2386"/>
                    <a:pt x="4352" y="2344"/>
                    <a:pt x="4311" y="2302"/>
                  </a:cubicBezTo>
                  <a:lnTo>
                    <a:pt x="4269" y="2302"/>
                  </a:lnTo>
                  <a:cubicBezTo>
                    <a:pt x="4269" y="2407"/>
                    <a:pt x="4331" y="2386"/>
                    <a:pt x="4373" y="2407"/>
                  </a:cubicBezTo>
                  <a:cubicBezTo>
                    <a:pt x="4457" y="2470"/>
                    <a:pt x="4520" y="2512"/>
                    <a:pt x="4603" y="2595"/>
                  </a:cubicBezTo>
                  <a:cubicBezTo>
                    <a:pt x="4624" y="2616"/>
                    <a:pt x="4666" y="2616"/>
                    <a:pt x="4687" y="2616"/>
                  </a:cubicBezTo>
                  <a:cubicBezTo>
                    <a:pt x="4729" y="2595"/>
                    <a:pt x="4729" y="2554"/>
                    <a:pt x="4666" y="2512"/>
                  </a:cubicBezTo>
                  <a:cubicBezTo>
                    <a:pt x="4562" y="2470"/>
                    <a:pt x="4478" y="2449"/>
                    <a:pt x="4373" y="2407"/>
                  </a:cubicBezTo>
                  <a:close/>
                  <a:moveTo>
                    <a:pt x="4080" y="1842"/>
                  </a:moveTo>
                  <a:cubicBezTo>
                    <a:pt x="4018" y="1675"/>
                    <a:pt x="3892" y="1696"/>
                    <a:pt x="3767" y="1675"/>
                  </a:cubicBezTo>
                  <a:cubicBezTo>
                    <a:pt x="3243" y="1152"/>
                    <a:pt x="2197" y="1382"/>
                    <a:pt x="1988" y="1947"/>
                  </a:cubicBezTo>
                  <a:cubicBezTo>
                    <a:pt x="2281" y="1947"/>
                    <a:pt x="2532" y="1947"/>
                    <a:pt x="2825" y="1968"/>
                  </a:cubicBezTo>
                  <a:cubicBezTo>
                    <a:pt x="3097" y="1989"/>
                    <a:pt x="3348" y="2030"/>
                    <a:pt x="3641" y="2072"/>
                  </a:cubicBezTo>
                  <a:cubicBezTo>
                    <a:pt x="3515" y="1968"/>
                    <a:pt x="3369" y="1884"/>
                    <a:pt x="3243" y="1842"/>
                  </a:cubicBezTo>
                  <a:cubicBezTo>
                    <a:pt x="3139" y="1779"/>
                    <a:pt x="3013" y="1779"/>
                    <a:pt x="2888" y="1738"/>
                  </a:cubicBezTo>
                  <a:cubicBezTo>
                    <a:pt x="2825" y="1696"/>
                    <a:pt x="2741" y="1675"/>
                    <a:pt x="2825" y="1570"/>
                  </a:cubicBezTo>
                  <a:cubicBezTo>
                    <a:pt x="3139" y="1612"/>
                    <a:pt x="3453" y="1633"/>
                    <a:pt x="3787" y="1675"/>
                  </a:cubicBezTo>
                  <a:cubicBezTo>
                    <a:pt x="3808" y="1821"/>
                    <a:pt x="3976" y="1821"/>
                    <a:pt x="4080" y="1842"/>
                  </a:cubicBezTo>
                  <a:cubicBezTo>
                    <a:pt x="4185" y="1968"/>
                    <a:pt x="4331" y="1989"/>
                    <a:pt x="4520" y="2051"/>
                  </a:cubicBezTo>
                  <a:cubicBezTo>
                    <a:pt x="4415" y="1821"/>
                    <a:pt x="4248" y="1842"/>
                    <a:pt x="4080" y="1842"/>
                  </a:cubicBezTo>
                  <a:close/>
                  <a:moveTo>
                    <a:pt x="3327" y="3244"/>
                  </a:moveTo>
                  <a:cubicBezTo>
                    <a:pt x="3264" y="3244"/>
                    <a:pt x="3264" y="3181"/>
                    <a:pt x="3222" y="3223"/>
                  </a:cubicBezTo>
                  <a:cubicBezTo>
                    <a:pt x="3243" y="3244"/>
                    <a:pt x="3306" y="3244"/>
                    <a:pt x="3327" y="3244"/>
                  </a:cubicBezTo>
                  <a:cubicBezTo>
                    <a:pt x="3348" y="3349"/>
                    <a:pt x="3453" y="3391"/>
                    <a:pt x="3557" y="3411"/>
                  </a:cubicBezTo>
                  <a:cubicBezTo>
                    <a:pt x="4059" y="3537"/>
                    <a:pt x="4478" y="3809"/>
                    <a:pt x="4855" y="4123"/>
                  </a:cubicBezTo>
                  <a:cubicBezTo>
                    <a:pt x="4938" y="4165"/>
                    <a:pt x="5022" y="4227"/>
                    <a:pt x="5106" y="4248"/>
                  </a:cubicBezTo>
                  <a:cubicBezTo>
                    <a:pt x="5210" y="4186"/>
                    <a:pt x="5294" y="4165"/>
                    <a:pt x="5357" y="4144"/>
                  </a:cubicBezTo>
                  <a:cubicBezTo>
                    <a:pt x="5524" y="4081"/>
                    <a:pt x="5566" y="4353"/>
                    <a:pt x="5754" y="4248"/>
                  </a:cubicBezTo>
                  <a:cubicBezTo>
                    <a:pt x="5775" y="3976"/>
                    <a:pt x="5629" y="3809"/>
                    <a:pt x="5440" y="3621"/>
                  </a:cubicBezTo>
                  <a:cubicBezTo>
                    <a:pt x="5001" y="3139"/>
                    <a:pt x="4457" y="2784"/>
                    <a:pt x="3871" y="2491"/>
                  </a:cubicBezTo>
                  <a:cubicBezTo>
                    <a:pt x="3620" y="2365"/>
                    <a:pt x="3327" y="2282"/>
                    <a:pt x="3013" y="2261"/>
                  </a:cubicBezTo>
                  <a:cubicBezTo>
                    <a:pt x="2637" y="2261"/>
                    <a:pt x="2302" y="2240"/>
                    <a:pt x="1946" y="2261"/>
                  </a:cubicBezTo>
                  <a:cubicBezTo>
                    <a:pt x="1590" y="2261"/>
                    <a:pt x="1277" y="2386"/>
                    <a:pt x="1046" y="2595"/>
                  </a:cubicBezTo>
                  <a:cubicBezTo>
                    <a:pt x="963" y="2658"/>
                    <a:pt x="942" y="2763"/>
                    <a:pt x="921" y="2826"/>
                  </a:cubicBezTo>
                  <a:cubicBezTo>
                    <a:pt x="900" y="2909"/>
                    <a:pt x="1005" y="3035"/>
                    <a:pt x="1067" y="3035"/>
                  </a:cubicBezTo>
                  <a:cubicBezTo>
                    <a:pt x="1318" y="2993"/>
                    <a:pt x="1528" y="2972"/>
                    <a:pt x="1758" y="2909"/>
                  </a:cubicBezTo>
                  <a:cubicBezTo>
                    <a:pt x="2741" y="2700"/>
                    <a:pt x="3662" y="2909"/>
                    <a:pt x="4562" y="3307"/>
                  </a:cubicBezTo>
                  <a:cubicBezTo>
                    <a:pt x="4938" y="3495"/>
                    <a:pt x="5252" y="3746"/>
                    <a:pt x="5399" y="4165"/>
                  </a:cubicBezTo>
                  <a:cubicBezTo>
                    <a:pt x="5189" y="4165"/>
                    <a:pt x="5085" y="4018"/>
                    <a:pt x="4938" y="3914"/>
                  </a:cubicBezTo>
                  <a:cubicBezTo>
                    <a:pt x="4457" y="3516"/>
                    <a:pt x="3934" y="3307"/>
                    <a:pt x="3327" y="3244"/>
                  </a:cubicBezTo>
                  <a:close/>
                  <a:moveTo>
                    <a:pt x="6424" y="2993"/>
                  </a:moveTo>
                  <a:cubicBezTo>
                    <a:pt x="6508" y="2930"/>
                    <a:pt x="6591" y="2909"/>
                    <a:pt x="6612" y="2867"/>
                  </a:cubicBezTo>
                  <a:cubicBezTo>
                    <a:pt x="6780" y="2700"/>
                    <a:pt x="6905" y="2512"/>
                    <a:pt x="7031" y="2344"/>
                  </a:cubicBezTo>
                  <a:cubicBezTo>
                    <a:pt x="7554" y="1675"/>
                    <a:pt x="8244" y="1256"/>
                    <a:pt x="9102" y="1110"/>
                  </a:cubicBezTo>
                  <a:cubicBezTo>
                    <a:pt x="9186" y="1089"/>
                    <a:pt x="9311" y="1131"/>
                    <a:pt x="9374" y="984"/>
                  </a:cubicBezTo>
                  <a:cubicBezTo>
                    <a:pt x="9081" y="984"/>
                    <a:pt x="8788" y="942"/>
                    <a:pt x="8537" y="942"/>
                  </a:cubicBezTo>
                  <a:cubicBezTo>
                    <a:pt x="8391" y="942"/>
                    <a:pt x="8286" y="984"/>
                    <a:pt x="8160" y="1047"/>
                  </a:cubicBezTo>
                  <a:cubicBezTo>
                    <a:pt x="8056" y="1131"/>
                    <a:pt x="7951" y="1173"/>
                    <a:pt x="7826" y="1235"/>
                  </a:cubicBezTo>
                  <a:cubicBezTo>
                    <a:pt x="7428" y="1403"/>
                    <a:pt x="7093" y="1654"/>
                    <a:pt x="6759" y="1926"/>
                  </a:cubicBezTo>
                  <a:cubicBezTo>
                    <a:pt x="6466" y="2198"/>
                    <a:pt x="6298" y="2554"/>
                    <a:pt x="6424" y="2993"/>
                  </a:cubicBezTo>
                  <a:close/>
                  <a:moveTo>
                    <a:pt x="7993" y="2177"/>
                  </a:moveTo>
                  <a:cubicBezTo>
                    <a:pt x="7616" y="2302"/>
                    <a:pt x="7324" y="2554"/>
                    <a:pt x="7093" y="2826"/>
                  </a:cubicBezTo>
                  <a:cubicBezTo>
                    <a:pt x="6884" y="3077"/>
                    <a:pt x="6717" y="3349"/>
                    <a:pt x="6675" y="3663"/>
                  </a:cubicBezTo>
                  <a:cubicBezTo>
                    <a:pt x="6675" y="3746"/>
                    <a:pt x="6696" y="3830"/>
                    <a:pt x="6780" y="3830"/>
                  </a:cubicBezTo>
                  <a:cubicBezTo>
                    <a:pt x="6821" y="3830"/>
                    <a:pt x="6968" y="3830"/>
                    <a:pt x="6989" y="3767"/>
                  </a:cubicBezTo>
                  <a:cubicBezTo>
                    <a:pt x="7324" y="3244"/>
                    <a:pt x="7658" y="2700"/>
                    <a:pt x="7993" y="2177"/>
                  </a:cubicBezTo>
                  <a:close/>
                  <a:moveTo>
                    <a:pt x="9081" y="629"/>
                  </a:moveTo>
                  <a:cubicBezTo>
                    <a:pt x="9060" y="587"/>
                    <a:pt x="9060" y="524"/>
                    <a:pt x="9018" y="524"/>
                  </a:cubicBezTo>
                  <a:cubicBezTo>
                    <a:pt x="8851" y="419"/>
                    <a:pt x="8642" y="398"/>
                    <a:pt x="8453" y="461"/>
                  </a:cubicBezTo>
                  <a:cubicBezTo>
                    <a:pt x="8140" y="524"/>
                    <a:pt x="7826" y="608"/>
                    <a:pt x="7512" y="733"/>
                  </a:cubicBezTo>
                  <a:cubicBezTo>
                    <a:pt x="7177" y="880"/>
                    <a:pt x="6926" y="1131"/>
                    <a:pt x="6717" y="1466"/>
                  </a:cubicBezTo>
                  <a:cubicBezTo>
                    <a:pt x="6905" y="1361"/>
                    <a:pt x="7093" y="1298"/>
                    <a:pt x="7282" y="1214"/>
                  </a:cubicBezTo>
                  <a:cubicBezTo>
                    <a:pt x="7554" y="1047"/>
                    <a:pt x="7826" y="838"/>
                    <a:pt x="8119" y="733"/>
                  </a:cubicBezTo>
                  <a:cubicBezTo>
                    <a:pt x="8432" y="629"/>
                    <a:pt x="8767" y="650"/>
                    <a:pt x="9081" y="629"/>
                  </a:cubicBezTo>
                  <a:close/>
                  <a:moveTo>
                    <a:pt x="7135" y="5399"/>
                  </a:moveTo>
                  <a:cubicBezTo>
                    <a:pt x="7010" y="5441"/>
                    <a:pt x="6947" y="5546"/>
                    <a:pt x="6947" y="5692"/>
                  </a:cubicBezTo>
                  <a:cubicBezTo>
                    <a:pt x="6989" y="5964"/>
                    <a:pt x="7031" y="6257"/>
                    <a:pt x="7093" y="6571"/>
                  </a:cubicBezTo>
                  <a:cubicBezTo>
                    <a:pt x="7344" y="6466"/>
                    <a:pt x="7554" y="6383"/>
                    <a:pt x="7742" y="6215"/>
                  </a:cubicBezTo>
                  <a:cubicBezTo>
                    <a:pt x="7721" y="5818"/>
                    <a:pt x="7470" y="5588"/>
                    <a:pt x="7135" y="5399"/>
                  </a:cubicBezTo>
                  <a:close/>
                  <a:moveTo>
                    <a:pt x="6466" y="6341"/>
                  </a:moveTo>
                  <a:cubicBezTo>
                    <a:pt x="6466" y="6132"/>
                    <a:pt x="6487" y="5922"/>
                    <a:pt x="6487" y="5692"/>
                  </a:cubicBezTo>
                  <a:cubicBezTo>
                    <a:pt x="6487" y="5525"/>
                    <a:pt x="6361" y="5420"/>
                    <a:pt x="6236" y="5357"/>
                  </a:cubicBezTo>
                  <a:cubicBezTo>
                    <a:pt x="6068" y="5295"/>
                    <a:pt x="5943" y="5357"/>
                    <a:pt x="5859" y="5504"/>
                  </a:cubicBezTo>
                  <a:cubicBezTo>
                    <a:pt x="5943" y="5629"/>
                    <a:pt x="6005" y="5797"/>
                    <a:pt x="6110" y="5922"/>
                  </a:cubicBezTo>
                  <a:cubicBezTo>
                    <a:pt x="6236" y="6069"/>
                    <a:pt x="6194" y="6320"/>
                    <a:pt x="6466" y="6341"/>
                  </a:cubicBezTo>
                  <a:close/>
                  <a:moveTo>
                    <a:pt x="5336" y="5441"/>
                  </a:moveTo>
                  <a:cubicBezTo>
                    <a:pt x="5461" y="5378"/>
                    <a:pt x="5503" y="5274"/>
                    <a:pt x="5524" y="5127"/>
                  </a:cubicBezTo>
                  <a:cubicBezTo>
                    <a:pt x="5608" y="4939"/>
                    <a:pt x="5524" y="4813"/>
                    <a:pt x="5399" y="4688"/>
                  </a:cubicBezTo>
                  <a:cubicBezTo>
                    <a:pt x="5357" y="4667"/>
                    <a:pt x="5294" y="4667"/>
                    <a:pt x="5252" y="4667"/>
                  </a:cubicBezTo>
                  <a:cubicBezTo>
                    <a:pt x="5231" y="4667"/>
                    <a:pt x="5189" y="4709"/>
                    <a:pt x="5147" y="4771"/>
                  </a:cubicBezTo>
                  <a:cubicBezTo>
                    <a:pt x="5127" y="5023"/>
                    <a:pt x="5210" y="5232"/>
                    <a:pt x="5336" y="5441"/>
                  </a:cubicBezTo>
                  <a:close/>
                  <a:moveTo>
                    <a:pt x="6026" y="2930"/>
                  </a:moveTo>
                  <a:cubicBezTo>
                    <a:pt x="5817" y="3328"/>
                    <a:pt x="5817" y="3537"/>
                    <a:pt x="6026" y="3788"/>
                  </a:cubicBezTo>
                  <a:close/>
                  <a:moveTo>
                    <a:pt x="6884" y="4353"/>
                  </a:moveTo>
                  <a:cubicBezTo>
                    <a:pt x="6863" y="4290"/>
                    <a:pt x="6863" y="4248"/>
                    <a:pt x="6821" y="4227"/>
                  </a:cubicBezTo>
                  <a:cubicBezTo>
                    <a:pt x="6800" y="4186"/>
                    <a:pt x="6717" y="4186"/>
                    <a:pt x="6696" y="4227"/>
                  </a:cubicBezTo>
                  <a:cubicBezTo>
                    <a:pt x="6633" y="4248"/>
                    <a:pt x="6591" y="4311"/>
                    <a:pt x="6549" y="4374"/>
                  </a:cubicBezTo>
                  <a:cubicBezTo>
                    <a:pt x="6508" y="4437"/>
                    <a:pt x="6487" y="4541"/>
                    <a:pt x="6570" y="4562"/>
                  </a:cubicBezTo>
                  <a:cubicBezTo>
                    <a:pt x="6612" y="4583"/>
                    <a:pt x="6717" y="4583"/>
                    <a:pt x="6780" y="4541"/>
                  </a:cubicBezTo>
                  <a:cubicBezTo>
                    <a:pt x="6821" y="4479"/>
                    <a:pt x="6863" y="4395"/>
                    <a:pt x="6884" y="4353"/>
                  </a:cubicBezTo>
                  <a:close/>
                  <a:moveTo>
                    <a:pt x="6821" y="4918"/>
                  </a:moveTo>
                  <a:cubicBezTo>
                    <a:pt x="6717" y="4897"/>
                    <a:pt x="6633" y="4981"/>
                    <a:pt x="6633" y="5085"/>
                  </a:cubicBezTo>
                  <a:cubicBezTo>
                    <a:pt x="6633" y="5169"/>
                    <a:pt x="6717" y="5232"/>
                    <a:pt x="6780" y="5211"/>
                  </a:cubicBezTo>
                  <a:cubicBezTo>
                    <a:pt x="6842" y="5169"/>
                    <a:pt x="6926" y="5106"/>
                    <a:pt x="6926" y="5002"/>
                  </a:cubicBezTo>
                  <a:cubicBezTo>
                    <a:pt x="6905" y="4981"/>
                    <a:pt x="6863" y="4960"/>
                    <a:pt x="6821" y="4918"/>
                  </a:cubicBezTo>
                  <a:close/>
                  <a:moveTo>
                    <a:pt x="10232" y="1173"/>
                  </a:moveTo>
                  <a:cubicBezTo>
                    <a:pt x="10106" y="1131"/>
                    <a:pt x="10023" y="1089"/>
                    <a:pt x="9918" y="1026"/>
                  </a:cubicBezTo>
                  <a:cubicBezTo>
                    <a:pt x="9897" y="1026"/>
                    <a:pt x="9855" y="1026"/>
                    <a:pt x="9855" y="1047"/>
                  </a:cubicBezTo>
                  <a:cubicBezTo>
                    <a:pt x="9855" y="1047"/>
                    <a:pt x="9834" y="1089"/>
                    <a:pt x="9855" y="1110"/>
                  </a:cubicBezTo>
                  <a:cubicBezTo>
                    <a:pt x="9939" y="1173"/>
                    <a:pt x="10023" y="1298"/>
                    <a:pt x="10232" y="1173"/>
                  </a:cubicBezTo>
                  <a:close/>
                  <a:moveTo>
                    <a:pt x="6068" y="6634"/>
                  </a:moveTo>
                  <a:cubicBezTo>
                    <a:pt x="6047" y="6592"/>
                    <a:pt x="6026" y="6571"/>
                    <a:pt x="5963" y="6550"/>
                  </a:cubicBezTo>
                  <a:cubicBezTo>
                    <a:pt x="5963" y="6571"/>
                    <a:pt x="5943" y="6571"/>
                    <a:pt x="5943" y="6592"/>
                  </a:cubicBezTo>
                  <a:cubicBezTo>
                    <a:pt x="5943" y="6676"/>
                    <a:pt x="6026" y="6738"/>
                    <a:pt x="6068" y="6676"/>
                  </a:cubicBezTo>
                  <a:close/>
                  <a:moveTo>
                    <a:pt x="6236" y="4918"/>
                  </a:moveTo>
                  <a:cubicBezTo>
                    <a:pt x="6173" y="4918"/>
                    <a:pt x="6152" y="4960"/>
                    <a:pt x="6173" y="4981"/>
                  </a:cubicBezTo>
                  <a:lnTo>
                    <a:pt x="6236" y="4981"/>
                  </a:lnTo>
                  <a:cubicBezTo>
                    <a:pt x="6256" y="4960"/>
                    <a:pt x="6236" y="4918"/>
                    <a:pt x="6236" y="4918"/>
                  </a:cubicBezTo>
                  <a:close/>
                  <a:moveTo>
                    <a:pt x="8956" y="1466"/>
                  </a:moveTo>
                  <a:lnTo>
                    <a:pt x="8997" y="1507"/>
                  </a:lnTo>
                  <a:lnTo>
                    <a:pt x="8997" y="1466"/>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35" name="Google Shape;4935;p43"/>
            <p:cNvSpPr/>
            <p:nvPr/>
          </p:nvSpPr>
          <p:spPr>
            <a:xfrm>
              <a:off x="1577700" y="4361625"/>
              <a:ext cx="72200" cy="47100"/>
            </a:xfrm>
            <a:custGeom>
              <a:avLst/>
              <a:gdLst/>
              <a:ahLst/>
              <a:cxnLst/>
              <a:rect l="l" t="t" r="r" b="b"/>
              <a:pathLst>
                <a:path w="2888" h="1884" extrusionOk="0">
                  <a:moveTo>
                    <a:pt x="2888" y="1675"/>
                  </a:moveTo>
                  <a:cubicBezTo>
                    <a:pt x="2741" y="1821"/>
                    <a:pt x="2574" y="1842"/>
                    <a:pt x="2386" y="1842"/>
                  </a:cubicBezTo>
                  <a:cubicBezTo>
                    <a:pt x="1884" y="1884"/>
                    <a:pt x="1402" y="1800"/>
                    <a:pt x="963" y="1633"/>
                  </a:cubicBezTo>
                  <a:cubicBezTo>
                    <a:pt x="649" y="1528"/>
                    <a:pt x="398" y="1319"/>
                    <a:pt x="189" y="1068"/>
                  </a:cubicBezTo>
                  <a:cubicBezTo>
                    <a:pt x="0" y="838"/>
                    <a:pt x="0" y="566"/>
                    <a:pt x="210" y="357"/>
                  </a:cubicBezTo>
                  <a:cubicBezTo>
                    <a:pt x="419" y="147"/>
                    <a:pt x="691" y="1"/>
                    <a:pt x="1026" y="22"/>
                  </a:cubicBezTo>
                  <a:cubicBezTo>
                    <a:pt x="1130" y="22"/>
                    <a:pt x="1214" y="64"/>
                    <a:pt x="1172" y="126"/>
                  </a:cubicBezTo>
                  <a:cubicBezTo>
                    <a:pt x="1151" y="147"/>
                    <a:pt x="1130" y="231"/>
                    <a:pt x="1109" y="231"/>
                  </a:cubicBezTo>
                  <a:cubicBezTo>
                    <a:pt x="921" y="294"/>
                    <a:pt x="733" y="357"/>
                    <a:pt x="586" y="524"/>
                  </a:cubicBezTo>
                  <a:cubicBezTo>
                    <a:pt x="440" y="629"/>
                    <a:pt x="440" y="775"/>
                    <a:pt x="544" y="901"/>
                  </a:cubicBezTo>
                  <a:cubicBezTo>
                    <a:pt x="816" y="1194"/>
                    <a:pt x="1130" y="1361"/>
                    <a:pt x="1528" y="1424"/>
                  </a:cubicBezTo>
                  <a:cubicBezTo>
                    <a:pt x="1863" y="1507"/>
                    <a:pt x="2218" y="1570"/>
                    <a:pt x="2574" y="1612"/>
                  </a:cubicBezTo>
                  <a:cubicBezTo>
                    <a:pt x="2679" y="1633"/>
                    <a:pt x="2783" y="1633"/>
                    <a:pt x="2888" y="167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36" name="Google Shape;4936;p43"/>
            <p:cNvSpPr/>
            <p:nvPr/>
          </p:nvSpPr>
          <p:spPr>
            <a:xfrm>
              <a:off x="1485625" y="4348025"/>
              <a:ext cx="35075" cy="61225"/>
            </a:xfrm>
            <a:custGeom>
              <a:avLst/>
              <a:gdLst/>
              <a:ahLst/>
              <a:cxnLst/>
              <a:rect l="l" t="t" r="r" b="b"/>
              <a:pathLst>
                <a:path w="1403" h="2449" extrusionOk="0">
                  <a:moveTo>
                    <a:pt x="1277" y="2449"/>
                  </a:moveTo>
                  <a:cubicBezTo>
                    <a:pt x="984" y="2386"/>
                    <a:pt x="733" y="2323"/>
                    <a:pt x="503" y="2177"/>
                  </a:cubicBezTo>
                  <a:cubicBezTo>
                    <a:pt x="189" y="1968"/>
                    <a:pt x="1" y="1591"/>
                    <a:pt x="106" y="1235"/>
                  </a:cubicBezTo>
                  <a:cubicBezTo>
                    <a:pt x="294" y="670"/>
                    <a:pt x="629" y="189"/>
                    <a:pt x="1277" y="1"/>
                  </a:cubicBezTo>
                  <a:cubicBezTo>
                    <a:pt x="1298" y="1"/>
                    <a:pt x="1361" y="64"/>
                    <a:pt x="1403" y="85"/>
                  </a:cubicBezTo>
                  <a:cubicBezTo>
                    <a:pt x="1256" y="189"/>
                    <a:pt x="1131" y="294"/>
                    <a:pt x="984" y="398"/>
                  </a:cubicBezTo>
                  <a:cubicBezTo>
                    <a:pt x="712" y="587"/>
                    <a:pt x="545" y="880"/>
                    <a:pt x="440" y="1152"/>
                  </a:cubicBezTo>
                  <a:cubicBezTo>
                    <a:pt x="336" y="1424"/>
                    <a:pt x="336" y="1758"/>
                    <a:pt x="670" y="1989"/>
                  </a:cubicBezTo>
                  <a:cubicBezTo>
                    <a:pt x="880" y="2135"/>
                    <a:pt x="1068" y="2282"/>
                    <a:pt x="1277" y="244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37" name="Google Shape;4937;p43"/>
            <p:cNvSpPr/>
            <p:nvPr/>
          </p:nvSpPr>
          <p:spPr>
            <a:xfrm>
              <a:off x="1802100" y="4341750"/>
              <a:ext cx="20425" cy="34025"/>
            </a:xfrm>
            <a:custGeom>
              <a:avLst/>
              <a:gdLst/>
              <a:ahLst/>
              <a:cxnLst/>
              <a:rect l="l" t="t" r="r" b="b"/>
              <a:pathLst>
                <a:path w="817" h="1361" extrusionOk="0">
                  <a:moveTo>
                    <a:pt x="126" y="1361"/>
                  </a:moveTo>
                  <a:cubicBezTo>
                    <a:pt x="189" y="1235"/>
                    <a:pt x="189" y="1172"/>
                    <a:pt x="210" y="1152"/>
                  </a:cubicBezTo>
                  <a:cubicBezTo>
                    <a:pt x="315" y="1026"/>
                    <a:pt x="398" y="859"/>
                    <a:pt x="356" y="691"/>
                  </a:cubicBezTo>
                  <a:cubicBezTo>
                    <a:pt x="335" y="482"/>
                    <a:pt x="252" y="315"/>
                    <a:pt x="84" y="210"/>
                  </a:cubicBezTo>
                  <a:cubicBezTo>
                    <a:pt x="1" y="168"/>
                    <a:pt x="1" y="64"/>
                    <a:pt x="84" y="22"/>
                  </a:cubicBezTo>
                  <a:cubicBezTo>
                    <a:pt x="126" y="22"/>
                    <a:pt x="189" y="1"/>
                    <a:pt x="210" y="1"/>
                  </a:cubicBezTo>
                  <a:cubicBezTo>
                    <a:pt x="628" y="126"/>
                    <a:pt x="817" y="503"/>
                    <a:pt x="628" y="838"/>
                  </a:cubicBezTo>
                  <a:cubicBezTo>
                    <a:pt x="545" y="1068"/>
                    <a:pt x="440" y="1256"/>
                    <a:pt x="126" y="136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38" name="Google Shape;4938;p43"/>
            <p:cNvSpPr/>
            <p:nvPr/>
          </p:nvSpPr>
          <p:spPr>
            <a:xfrm>
              <a:off x="1856500" y="4355875"/>
              <a:ext cx="16775" cy="35075"/>
            </a:xfrm>
            <a:custGeom>
              <a:avLst/>
              <a:gdLst/>
              <a:ahLst/>
              <a:cxnLst/>
              <a:rect l="l" t="t" r="r" b="b"/>
              <a:pathLst>
                <a:path w="671" h="1403" extrusionOk="0">
                  <a:moveTo>
                    <a:pt x="670" y="817"/>
                  </a:moveTo>
                  <a:cubicBezTo>
                    <a:pt x="649" y="900"/>
                    <a:pt x="587" y="1026"/>
                    <a:pt x="482" y="1131"/>
                  </a:cubicBezTo>
                  <a:cubicBezTo>
                    <a:pt x="377" y="1235"/>
                    <a:pt x="252" y="1319"/>
                    <a:pt x="126" y="1382"/>
                  </a:cubicBezTo>
                  <a:cubicBezTo>
                    <a:pt x="105" y="1403"/>
                    <a:pt x="43" y="1340"/>
                    <a:pt x="1" y="1340"/>
                  </a:cubicBezTo>
                  <a:lnTo>
                    <a:pt x="1" y="1298"/>
                  </a:lnTo>
                  <a:cubicBezTo>
                    <a:pt x="43" y="1235"/>
                    <a:pt x="105" y="1193"/>
                    <a:pt x="126" y="1131"/>
                  </a:cubicBezTo>
                  <a:cubicBezTo>
                    <a:pt x="419" y="817"/>
                    <a:pt x="440" y="691"/>
                    <a:pt x="231" y="294"/>
                  </a:cubicBezTo>
                  <a:cubicBezTo>
                    <a:pt x="168" y="210"/>
                    <a:pt x="147" y="147"/>
                    <a:pt x="126" y="63"/>
                  </a:cubicBezTo>
                  <a:cubicBezTo>
                    <a:pt x="126" y="63"/>
                    <a:pt x="147" y="1"/>
                    <a:pt x="168" y="1"/>
                  </a:cubicBezTo>
                  <a:cubicBezTo>
                    <a:pt x="210" y="1"/>
                    <a:pt x="231" y="1"/>
                    <a:pt x="252" y="43"/>
                  </a:cubicBezTo>
                  <a:cubicBezTo>
                    <a:pt x="524" y="189"/>
                    <a:pt x="649" y="440"/>
                    <a:pt x="670" y="81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39" name="Google Shape;4939;p43"/>
            <p:cNvSpPr/>
            <p:nvPr/>
          </p:nvSpPr>
          <p:spPr>
            <a:xfrm>
              <a:off x="1745600" y="4352225"/>
              <a:ext cx="22000" cy="23025"/>
            </a:xfrm>
            <a:custGeom>
              <a:avLst/>
              <a:gdLst/>
              <a:ahLst/>
              <a:cxnLst/>
              <a:rect l="l" t="t" r="r" b="b"/>
              <a:pathLst>
                <a:path w="880" h="921" extrusionOk="0">
                  <a:moveTo>
                    <a:pt x="461" y="733"/>
                  </a:moveTo>
                  <a:cubicBezTo>
                    <a:pt x="503" y="607"/>
                    <a:pt x="482" y="502"/>
                    <a:pt x="378" y="419"/>
                  </a:cubicBezTo>
                  <a:cubicBezTo>
                    <a:pt x="273" y="314"/>
                    <a:pt x="147" y="230"/>
                    <a:pt x="43" y="126"/>
                  </a:cubicBezTo>
                  <a:cubicBezTo>
                    <a:pt x="1" y="105"/>
                    <a:pt x="1" y="21"/>
                    <a:pt x="43" y="21"/>
                  </a:cubicBezTo>
                  <a:cubicBezTo>
                    <a:pt x="64" y="0"/>
                    <a:pt x="147" y="0"/>
                    <a:pt x="168" y="0"/>
                  </a:cubicBezTo>
                  <a:cubicBezTo>
                    <a:pt x="357" y="84"/>
                    <a:pt x="524" y="189"/>
                    <a:pt x="691" y="293"/>
                  </a:cubicBezTo>
                  <a:cubicBezTo>
                    <a:pt x="880" y="419"/>
                    <a:pt x="880" y="670"/>
                    <a:pt x="671" y="837"/>
                  </a:cubicBezTo>
                  <a:cubicBezTo>
                    <a:pt x="629" y="858"/>
                    <a:pt x="587" y="900"/>
                    <a:pt x="524" y="900"/>
                  </a:cubicBezTo>
                  <a:cubicBezTo>
                    <a:pt x="461" y="921"/>
                    <a:pt x="461" y="858"/>
                    <a:pt x="461" y="73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40" name="Google Shape;4940;p43"/>
            <p:cNvSpPr/>
            <p:nvPr/>
          </p:nvSpPr>
          <p:spPr>
            <a:xfrm>
              <a:off x="1564100" y="4401400"/>
              <a:ext cx="11000" cy="7325"/>
            </a:xfrm>
            <a:custGeom>
              <a:avLst/>
              <a:gdLst/>
              <a:ahLst/>
              <a:cxnLst/>
              <a:rect l="l" t="t" r="r" b="b"/>
              <a:pathLst>
                <a:path w="440" h="293" extrusionOk="0">
                  <a:moveTo>
                    <a:pt x="0" y="0"/>
                  </a:moveTo>
                  <a:cubicBezTo>
                    <a:pt x="210" y="21"/>
                    <a:pt x="356" y="105"/>
                    <a:pt x="440" y="293"/>
                  </a:cubicBezTo>
                  <a:lnTo>
                    <a:pt x="440" y="251"/>
                  </a:lnTo>
                  <a:cubicBezTo>
                    <a:pt x="252" y="251"/>
                    <a:pt x="84" y="20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41" name="Google Shape;4941;p43"/>
            <p:cNvSpPr/>
            <p:nvPr/>
          </p:nvSpPr>
          <p:spPr>
            <a:xfrm>
              <a:off x="1554675" y="4396150"/>
              <a:ext cx="9975" cy="5775"/>
            </a:xfrm>
            <a:custGeom>
              <a:avLst/>
              <a:gdLst/>
              <a:ahLst/>
              <a:cxnLst/>
              <a:rect l="l" t="t" r="r" b="b"/>
              <a:pathLst>
                <a:path w="399" h="231" extrusionOk="0">
                  <a:moveTo>
                    <a:pt x="398" y="210"/>
                  </a:moveTo>
                  <a:cubicBezTo>
                    <a:pt x="273" y="231"/>
                    <a:pt x="168" y="189"/>
                    <a:pt x="64" y="105"/>
                  </a:cubicBezTo>
                  <a:cubicBezTo>
                    <a:pt x="1" y="43"/>
                    <a:pt x="1" y="22"/>
                    <a:pt x="64" y="1"/>
                  </a:cubicBezTo>
                  <a:lnTo>
                    <a:pt x="147" y="1"/>
                  </a:lnTo>
                  <a:cubicBezTo>
                    <a:pt x="210" y="22"/>
                    <a:pt x="357" y="85"/>
                    <a:pt x="398" y="2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42" name="Google Shape;4942;p43"/>
            <p:cNvSpPr/>
            <p:nvPr/>
          </p:nvSpPr>
          <p:spPr>
            <a:xfrm>
              <a:off x="1847100" y="4348025"/>
              <a:ext cx="5775" cy="3175"/>
            </a:xfrm>
            <a:custGeom>
              <a:avLst/>
              <a:gdLst/>
              <a:ahLst/>
              <a:cxnLst/>
              <a:rect l="l" t="t" r="r" b="b"/>
              <a:pathLst>
                <a:path w="231" h="127" extrusionOk="0">
                  <a:moveTo>
                    <a:pt x="230" y="64"/>
                  </a:moveTo>
                  <a:lnTo>
                    <a:pt x="188" y="126"/>
                  </a:lnTo>
                  <a:cubicBezTo>
                    <a:pt x="126" y="85"/>
                    <a:pt x="63" y="85"/>
                    <a:pt x="0" y="64"/>
                  </a:cubicBezTo>
                  <a:cubicBezTo>
                    <a:pt x="21" y="43"/>
                    <a:pt x="21" y="1"/>
                    <a:pt x="63" y="1"/>
                  </a:cubicBezTo>
                  <a:cubicBezTo>
                    <a:pt x="105" y="22"/>
                    <a:pt x="168" y="43"/>
                    <a:pt x="230" y="6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43" name="Google Shape;4943;p43"/>
            <p:cNvSpPr/>
            <p:nvPr/>
          </p:nvSpPr>
          <p:spPr>
            <a:xfrm>
              <a:off x="1517550" y="4409225"/>
              <a:ext cx="4725" cy="550"/>
            </a:xfrm>
            <a:custGeom>
              <a:avLst/>
              <a:gdLst/>
              <a:ahLst/>
              <a:cxnLst/>
              <a:rect l="l" t="t" r="r" b="b"/>
              <a:pathLst>
                <a:path w="189" h="22" extrusionOk="0">
                  <a:moveTo>
                    <a:pt x="0" y="1"/>
                  </a:moveTo>
                  <a:cubicBezTo>
                    <a:pt x="84" y="1"/>
                    <a:pt x="189" y="22"/>
                    <a:pt x="84" y="1"/>
                  </a:cubicBezTo>
                  <a:cubicBezTo>
                    <a:pt x="168" y="22"/>
                    <a:pt x="84"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44" name="Google Shape;4944;p43"/>
            <p:cNvSpPr/>
            <p:nvPr/>
          </p:nvSpPr>
          <p:spPr>
            <a:xfrm>
              <a:off x="1575600" y="4408200"/>
              <a:ext cx="7875" cy="3675"/>
            </a:xfrm>
            <a:custGeom>
              <a:avLst/>
              <a:gdLst/>
              <a:ahLst/>
              <a:cxnLst/>
              <a:rect l="l" t="t" r="r" b="b"/>
              <a:pathLst>
                <a:path w="315" h="147" extrusionOk="0">
                  <a:moveTo>
                    <a:pt x="315" y="147"/>
                  </a:moveTo>
                  <a:cubicBezTo>
                    <a:pt x="189" y="147"/>
                    <a:pt x="64" y="147"/>
                    <a:pt x="1" y="0"/>
                  </a:cubicBezTo>
                  <a:lnTo>
                    <a:pt x="1" y="42"/>
                  </a:lnTo>
                  <a:cubicBezTo>
                    <a:pt x="105" y="0"/>
                    <a:pt x="252" y="0"/>
                    <a:pt x="315" y="14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45" name="Google Shape;4945;p43"/>
            <p:cNvSpPr/>
            <p:nvPr/>
          </p:nvSpPr>
          <p:spPr>
            <a:xfrm>
              <a:off x="1545800" y="4385700"/>
              <a:ext cx="2625" cy="2625"/>
            </a:xfrm>
            <a:custGeom>
              <a:avLst/>
              <a:gdLst/>
              <a:ahLst/>
              <a:cxnLst/>
              <a:rect l="l" t="t" r="r" b="b"/>
              <a:pathLst>
                <a:path w="105" h="105" extrusionOk="0">
                  <a:moveTo>
                    <a:pt x="42" y="0"/>
                  </a:moveTo>
                  <a:cubicBezTo>
                    <a:pt x="84" y="0"/>
                    <a:pt x="105" y="21"/>
                    <a:pt x="105" y="21"/>
                  </a:cubicBezTo>
                  <a:cubicBezTo>
                    <a:pt x="105" y="42"/>
                    <a:pt x="105" y="84"/>
                    <a:pt x="84" y="84"/>
                  </a:cubicBezTo>
                  <a:cubicBezTo>
                    <a:pt x="21" y="105"/>
                    <a:pt x="0" y="42"/>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4949" name="Shape 4949"/>
        <p:cNvGrpSpPr/>
        <p:nvPr/>
      </p:nvGrpSpPr>
      <p:grpSpPr>
        <a:xfrm>
          <a:off x="0" y="0"/>
          <a:ext cx="0" cy="0"/>
          <a:chOff x="0" y="0"/>
          <a:chExt cx="0" cy="0"/>
        </a:xfrm>
      </p:grpSpPr>
      <p:sp>
        <p:nvSpPr>
          <p:cNvPr id="4950" name="Google Shape;4950;p44"/>
          <p:cNvSpPr txBox="1"/>
          <p:nvPr>
            <p:ph type="subTitle" idx="2"/>
          </p:nvPr>
        </p:nvSpPr>
        <p:spPr>
          <a:xfrm>
            <a:off x="3579000" y="1792350"/>
            <a:ext cx="1986000" cy="635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Venus has extremely high temperatures</a:t>
            </a:r>
            <a:endParaRPr lang="en-GB"/>
          </a:p>
        </p:txBody>
      </p:sp>
      <p:sp>
        <p:nvSpPr>
          <p:cNvPr id="4951" name="Google Shape;4951;p44"/>
          <p:cNvSpPr txBox="1"/>
          <p:nvPr>
            <p:ph type="subTitle" idx="5"/>
          </p:nvPr>
        </p:nvSpPr>
        <p:spPr>
          <a:xfrm>
            <a:off x="6048848" y="1792350"/>
            <a:ext cx="1986000" cy="635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Neptune is the farthest planet from the Sun</a:t>
            </a:r>
            <a:endParaRPr lang="en-GB"/>
          </a:p>
        </p:txBody>
      </p:sp>
      <p:sp>
        <p:nvSpPr>
          <p:cNvPr id="4952" name="Google Shape;4952;p44"/>
          <p:cNvSpPr txBox="1"/>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R</a:t>
            </a:r>
            <a:r>
              <a:rPr lang="en-GB"/>
              <a:t>eviewing concepts is a good idea</a:t>
            </a:r>
            <a:endParaRPr lang="en-GB"/>
          </a:p>
        </p:txBody>
      </p:sp>
      <p:sp>
        <p:nvSpPr>
          <p:cNvPr id="4953" name="Google Shape;4953;p44"/>
          <p:cNvSpPr txBox="1"/>
          <p:nvPr>
            <p:ph type="subTitle" idx="1"/>
          </p:nvPr>
        </p:nvSpPr>
        <p:spPr>
          <a:xfrm>
            <a:off x="1109152" y="1792350"/>
            <a:ext cx="1986000" cy="635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Mars is actually a very cold place</a:t>
            </a:r>
            <a:endParaRPr lang="en-GB"/>
          </a:p>
        </p:txBody>
      </p:sp>
      <p:sp>
        <p:nvSpPr>
          <p:cNvPr id="4954" name="Google Shape;4954;p44"/>
          <p:cNvSpPr txBox="1"/>
          <p:nvPr>
            <p:ph type="subTitle" idx="3"/>
          </p:nvPr>
        </p:nvSpPr>
        <p:spPr>
          <a:xfrm>
            <a:off x="1109152" y="3222575"/>
            <a:ext cx="1986000" cy="635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Mercury i</a:t>
            </a:r>
            <a:r>
              <a:rPr lang="en-GB"/>
              <a:t>s the closest planet to the Sun</a:t>
            </a:r>
            <a:endParaRPr lang="en-GB"/>
          </a:p>
        </p:txBody>
      </p:sp>
      <p:sp>
        <p:nvSpPr>
          <p:cNvPr id="4955" name="Google Shape;4955;p44"/>
          <p:cNvSpPr txBox="1"/>
          <p:nvPr>
            <p:ph type="subTitle" idx="4"/>
          </p:nvPr>
        </p:nvSpPr>
        <p:spPr>
          <a:xfrm>
            <a:off x="3579000" y="3222575"/>
            <a:ext cx="1986000" cy="635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Saturn is a gas giant with several rings</a:t>
            </a:r>
            <a:endParaRPr lang="en-GB"/>
          </a:p>
        </p:txBody>
      </p:sp>
      <p:sp>
        <p:nvSpPr>
          <p:cNvPr id="4956" name="Google Shape;4956;p44"/>
          <p:cNvSpPr txBox="1"/>
          <p:nvPr>
            <p:ph type="subTitle" idx="6"/>
          </p:nvPr>
        </p:nvSpPr>
        <p:spPr>
          <a:xfrm>
            <a:off x="6048848" y="3222575"/>
            <a:ext cx="1986000" cy="635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Jupiter is the biggest planet of them all</a:t>
            </a:r>
            <a:endParaRPr lang="en-GB"/>
          </a:p>
        </p:txBody>
      </p:sp>
      <p:sp>
        <p:nvSpPr>
          <p:cNvPr id="4957" name="Google Shape;4957;p44"/>
          <p:cNvSpPr txBox="1"/>
          <p:nvPr>
            <p:ph type="subTitle" idx="7"/>
          </p:nvPr>
        </p:nvSpPr>
        <p:spPr>
          <a:xfrm>
            <a:off x="1113052" y="1415333"/>
            <a:ext cx="1978200" cy="4926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GB"/>
              <a:t>Mars</a:t>
            </a:r>
            <a:endParaRPr lang="en-GB"/>
          </a:p>
        </p:txBody>
      </p:sp>
      <p:sp>
        <p:nvSpPr>
          <p:cNvPr id="4958" name="Google Shape;4958;p44"/>
          <p:cNvSpPr txBox="1"/>
          <p:nvPr>
            <p:ph type="subTitle" idx="8"/>
          </p:nvPr>
        </p:nvSpPr>
        <p:spPr>
          <a:xfrm>
            <a:off x="3582900" y="1415333"/>
            <a:ext cx="1978200" cy="4926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GB"/>
              <a:t>Venus</a:t>
            </a:r>
            <a:endParaRPr lang="en-GB"/>
          </a:p>
        </p:txBody>
      </p:sp>
      <p:sp>
        <p:nvSpPr>
          <p:cNvPr id="4959" name="Google Shape;4959;p44"/>
          <p:cNvSpPr txBox="1"/>
          <p:nvPr>
            <p:ph type="subTitle" idx="9"/>
          </p:nvPr>
        </p:nvSpPr>
        <p:spPr>
          <a:xfrm>
            <a:off x="6052748" y="1415333"/>
            <a:ext cx="1978200" cy="4926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GB"/>
              <a:t>Neptune</a:t>
            </a:r>
            <a:endParaRPr lang="en-GB"/>
          </a:p>
        </p:txBody>
      </p:sp>
      <p:sp>
        <p:nvSpPr>
          <p:cNvPr id="4960" name="Google Shape;4960;p44"/>
          <p:cNvSpPr txBox="1"/>
          <p:nvPr>
            <p:ph type="subTitle" idx="13"/>
          </p:nvPr>
        </p:nvSpPr>
        <p:spPr>
          <a:xfrm>
            <a:off x="1113052" y="2845534"/>
            <a:ext cx="1978200" cy="4926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GB"/>
              <a:t>Mercury</a:t>
            </a:r>
            <a:endParaRPr lang="en-GB"/>
          </a:p>
        </p:txBody>
      </p:sp>
      <p:sp>
        <p:nvSpPr>
          <p:cNvPr id="4961" name="Google Shape;4961;p44"/>
          <p:cNvSpPr txBox="1"/>
          <p:nvPr>
            <p:ph type="subTitle" idx="14"/>
          </p:nvPr>
        </p:nvSpPr>
        <p:spPr>
          <a:xfrm>
            <a:off x="3582900" y="2845534"/>
            <a:ext cx="1978200" cy="4926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GB"/>
              <a:t>Saturn</a:t>
            </a:r>
            <a:endParaRPr lang="en-GB"/>
          </a:p>
        </p:txBody>
      </p:sp>
      <p:sp>
        <p:nvSpPr>
          <p:cNvPr id="4962" name="Google Shape;4962;p44"/>
          <p:cNvSpPr txBox="1"/>
          <p:nvPr>
            <p:ph type="subTitle" idx="15"/>
          </p:nvPr>
        </p:nvSpPr>
        <p:spPr>
          <a:xfrm>
            <a:off x="6052748" y="2845534"/>
            <a:ext cx="1978200" cy="4926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GB"/>
              <a:t>Jupiter</a:t>
            </a:r>
            <a:endParaRPr lang="en-GB"/>
          </a:p>
        </p:txBody>
      </p:sp>
      <p:sp>
        <p:nvSpPr>
          <p:cNvPr id="4963" name="Google Shape;4963;p44"/>
          <p:cNvSpPr/>
          <p:nvPr/>
        </p:nvSpPr>
        <p:spPr>
          <a:xfrm>
            <a:off x="7636657" y="4652811"/>
            <a:ext cx="300643" cy="81465"/>
          </a:xfrm>
          <a:custGeom>
            <a:avLst/>
            <a:gdLst/>
            <a:ahLst/>
            <a:cxnLst/>
            <a:rect l="l" t="t" r="r" b="b"/>
            <a:pathLst>
              <a:path w="13544" h="3670" extrusionOk="0">
                <a:moveTo>
                  <a:pt x="8173" y="0"/>
                </a:moveTo>
                <a:cubicBezTo>
                  <a:pt x="7773" y="267"/>
                  <a:pt x="7339" y="501"/>
                  <a:pt x="6972" y="701"/>
                </a:cubicBezTo>
                <a:cubicBezTo>
                  <a:pt x="6672" y="868"/>
                  <a:pt x="6338" y="1034"/>
                  <a:pt x="6005" y="1201"/>
                </a:cubicBezTo>
                <a:cubicBezTo>
                  <a:pt x="5638" y="1335"/>
                  <a:pt x="5304" y="1501"/>
                  <a:pt x="4937" y="1635"/>
                </a:cubicBezTo>
                <a:cubicBezTo>
                  <a:pt x="4570" y="1768"/>
                  <a:pt x="4170" y="1935"/>
                  <a:pt x="3803" y="1968"/>
                </a:cubicBezTo>
                <a:cubicBezTo>
                  <a:pt x="3636" y="2002"/>
                  <a:pt x="3436" y="2035"/>
                  <a:pt x="3270" y="2102"/>
                </a:cubicBezTo>
                <a:cubicBezTo>
                  <a:pt x="3103" y="2135"/>
                  <a:pt x="2903" y="2135"/>
                  <a:pt x="2736" y="2135"/>
                </a:cubicBezTo>
                <a:cubicBezTo>
                  <a:pt x="2569" y="2135"/>
                  <a:pt x="2402" y="2169"/>
                  <a:pt x="2235" y="2169"/>
                </a:cubicBezTo>
                <a:cubicBezTo>
                  <a:pt x="2180" y="2191"/>
                  <a:pt x="2128" y="2198"/>
                  <a:pt x="2077" y="2198"/>
                </a:cubicBezTo>
                <a:cubicBezTo>
                  <a:pt x="1976" y="2198"/>
                  <a:pt x="1880" y="2169"/>
                  <a:pt x="1768" y="2169"/>
                </a:cubicBezTo>
                <a:cubicBezTo>
                  <a:pt x="1468" y="2135"/>
                  <a:pt x="1168" y="2135"/>
                  <a:pt x="968" y="2102"/>
                </a:cubicBezTo>
                <a:cubicBezTo>
                  <a:pt x="501" y="2002"/>
                  <a:pt x="267" y="1968"/>
                  <a:pt x="267" y="1968"/>
                </a:cubicBezTo>
                <a:cubicBezTo>
                  <a:pt x="134" y="1968"/>
                  <a:pt x="1" y="2302"/>
                  <a:pt x="201" y="2335"/>
                </a:cubicBezTo>
                <a:cubicBezTo>
                  <a:pt x="201" y="2335"/>
                  <a:pt x="434" y="2435"/>
                  <a:pt x="901" y="2535"/>
                </a:cubicBezTo>
                <a:cubicBezTo>
                  <a:pt x="1135" y="2636"/>
                  <a:pt x="1402" y="2636"/>
                  <a:pt x="1735" y="2669"/>
                </a:cubicBezTo>
                <a:cubicBezTo>
                  <a:pt x="1902" y="2669"/>
                  <a:pt x="2069" y="2736"/>
                  <a:pt x="2235" y="2736"/>
                </a:cubicBezTo>
                <a:lnTo>
                  <a:pt x="2769" y="2736"/>
                </a:lnTo>
                <a:cubicBezTo>
                  <a:pt x="2869" y="2702"/>
                  <a:pt x="2961" y="2702"/>
                  <a:pt x="3053" y="2702"/>
                </a:cubicBezTo>
                <a:cubicBezTo>
                  <a:pt x="3144" y="2702"/>
                  <a:pt x="3236" y="2702"/>
                  <a:pt x="3336" y="2669"/>
                </a:cubicBezTo>
                <a:cubicBezTo>
                  <a:pt x="3536" y="2636"/>
                  <a:pt x="3737" y="2636"/>
                  <a:pt x="3937" y="2602"/>
                </a:cubicBezTo>
                <a:cubicBezTo>
                  <a:pt x="4370" y="2569"/>
                  <a:pt x="4737" y="2402"/>
                  <a:pt x="5138" y="2302"/>
                </a:cubicBezTo>
                <a:cubicBezTo>
                  <a:pt x="5571" y="2235"/>
                  <a:pt x="5938" y="2002"/>
                  <a:pt x="6305" y="1902"/>
                </a:cubicBezTo>
                <a:cubicBezTo>
                  <a:pt x="6672" y="1735"/>
                  <a:pt x="7039" y="1568"/>
                  <a:pt x="7372" y="1401"/>
                </a:cubicBezTo>
                <a:cubicBezTo>
                  <a:pt x="7506" y="1301"/>
                  <a:pt x="7706" y="1168"/>
                  <a:pt x="7873" y="1101"/>
                </a:cubicBezTo>
                <a:cubicBezTo>
                  <a:pt x="7940" y="1068"/>
                  <a:pt x="8040" y="968"/>
                  <a:pt x="8106" y="934"/>
                </a:cubicBezTo>
                <a:lnTo>
                  <a:pt x="8306" y="1134"/>
                </a:lnTo>
                <a:cubicBezTo>
                  <a:pt x="8440" y="1268"/>
                  <a:pt x="8607" y="1435"/>
                  <a:pt x="8773" y="1568"/>
                </a:cubicBezTo>
                <a:cubicBezTo>
                  <a:pt x="9107" y="1835"/>
                  <a:pt x="9441" y="2102"/>
                  <a:pt x="9774" y="2335"/>
                </a:cubicBezTo>
                <a:cubicBezTo>
                  <a:pt x="10141" y="2569"/>
                  <a:pt x="10475" y="2769"/>
                  <a:pt x="10808" y="2936"/>
                </a:cubicBezTo>
                <a:cubicBezTo>
                  <a:pt x="11475" y="3269"/>
                  <a:pt x="12109" y="3436"/>
                  <a:pt x="12576" y="3570"/>
                </a:cubicBezTo>
                <a:cubicBezTo>
                  <a:pt x="12776" y="3603"/>
                  <a:pt x="12976" y="3603"/>
                  <a:pt x="13110" y="3636"/>
                </a:cubicBezTo>
                <a:cubicBezTo>
                  <a:pt x="13243" y="3670"/>
                  <a:pt x="13310" y="3670"/>
                  <a:pt x="13310" y="3670"/>
                </a:cubicBezTo>
                <a:cubicBezTo>
                  <a:pt x="13477" y="3670"/>
                  <a:pt x="13544" y="3403"/>
                  <a:pt x="13310" y="3269"/>
                </a:cubicBezTo>
                <a:cubicBezTo>
                  <a:pt x="13310" y="3269"/>
                  <a:pt x="13277" y="3269"/>
                  <a:pt x="13143" y="3203"/>
                </a:cubicBezTo>
                <a:cubicBezTo>
                  <a:pt x="13010" y="3169"/>
                  <a:pt x="12843" y="3169"/>
                  <a:pt x="12643" y="3103"/>
                </a:cubicBezTo>
                <a:cubicBezTo>
                  <a:pt x="12243" y="2969"/>
                  <a:pt x="11642" y="2769"/>
                  <a:pt x="11008" y="2369"/>
                </a:cubicBezTo>
                <a:cubicBezTo>
                  <a:pt x="10742" y="2269"/>
                  <a:pt x="10441" y="2002"/>
                  <a:pt x="10108" y="1802"/>
                </a:cubicBezTo>
                <a:cubicBezTo>
                  <a:pt x="9808" y="1535"/>
                  <a:pt x="9507" y="1335"/>
                  <a:pt x="9240" y="1034"/>
                </a:cubicBezTo>
                <a:cubicBezTo>
                  <a:pt x="9074" y="934"/>
                  <a:pt x="8940" y="801"/>
                  <a:pt x="8807" y="634"/>
                </a:cubicBezTo>
                <a:lnTo>
                  <a:pt x="8607" y="434"/>
                </a:lnTo>
                <a:cubicBezTo>
                  <a:pt x="8440" y="301"/>
                  <a:pt x="8306" y="100"/>
                  <a:pt x="81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64" name="Google Shape;4964;p44"/>
          <p:cNvSpPr/>
          <p:nvPr/>
        </p:nvSpPr>
        <p:spPr>
          <a:xfrm>
            <a:off x="8125479" y="3338124"/>
            <a:ext cx="1474826" cy="1948139"/>
          </a:xfrm>
          <a:custGeom>
            <a:avLst/>
            <a:gdLst/>
            <a:ahLst/>
            <a:cxnLst/>
            <a:rect l="l" t="t" r="r" b="b"/>
            <a:pathLst>
              <a:path w="30633" h="40464" extrusionOk="0">
                <a:moveTo>
                  <a:pt x="15066" y="1241"/>
                </a:moveTo>
                <a:cubicBezTo>
                  <a:pt x="15066" y="1848"/>
                  <a:pt x="15108" y="2455"/>
                  <a:pt x="15129" y="3040"/>
                </a:cubicBezTo>
                <a:cubicBezTo>
                  <a:pt x="15129" y="3250"/>
                  <a:pt x="15150" y="3459"/>
                  <a:pt x="15150" y="3689"/>
                </a:cubicBezTo>
                <a:cubicBezTo>
                  <a:pt x="14722" y="4001"/>
                  <a:pt x="14244" y="4223"/>
                  <a:pt x="13714" y="4223"/>
                </a:cubicBezTo>
                <a:cubicBezTo>
                  <a:pt x="13568" y="4223"/>
                  <a:pt x="13419" y="4206"/>
                  <a:pt x="13266" y="4170"/>
                </a:cubicBezTo>
                <a:cubicBezTo>
                  <a:pt x="12764" y="4066"/>
                  <a:pt x="12325" y="3815"/>
                  <a:pt x="11802" y="3815"/>
                </a:cubicBezTo>
                <a:cubicBezTo>
                  <a:pt x="10965" y="3815"/>
                  <a:pt x="10212" y="4296"/>
                  <a:pt x="9647" y="4923"/>
                </a:cubicBezTo>
                <a:cubicBezTo>
                  <a:pt x="9647" y="4128"/>
                  <a:pt x="9647" y="3291"/>
                  <a:pt x="9521" y="2475"/>
                </a:cubicBezTo>
                <a:cubicBezTo>
                  <a:pt x="10023" y="1973"/>
                  <a:pt x="10546" y="1555"/>
                  <a:pt x="11258" y="1408"/>
                </a:cubicBezTo>
                <a:cubicBezTo>
                  <a:pt x="11454" y="1359"/>
                  <a:pt x="11642" y="1339"/>
                  <a:pt x="11825" y="1339"/>
                </a:cubicBezTo>
                <a:cubicBezTo>
                  <a:pt x="12345" y="1339"/>
                  <a:pt x="12830" y="1505"/>
                  <a:pt x="13371" y="1659"/>
                </a:cubicBezTo>
                <a:cubicBezTo>
                  <a:pt x="13575" y="1718"/>
                  <a:pt x="13812" y="1756"/>
                  <a:pt x="14045" y="1756"/>
                </a:cubicBezTo>
                <a:cubicBezTo>
                  <a:pt x="14481" y="1756"/>
                  <a:pt x="14902" y="1623"/>
                  <a:pt x="15066" y="1241"/>
                </a:cubicBezTo>
                <a:close/>
                <a:moveTo>
                  <a:pt x="15233" y="843"/>
                </a:moveTo>
                <a:cubicBezTo>
                  <a:pt x="15442" y="2580"/>
                  <a:pt x="15568" y="4317"/>
                  <a:pt x="15819" y="6053"/>
                </a:cubicBezTo>
                <a:cubicBezTo>
                  <a:pt x="15694" y="6053"/>
                  <a:pt x="15568" y="6053"/>
                  <a:pt x="15463" y="6074"/>
                </a:cubicBezTo>
                <a:lnTo>
                  <a:pt x="15442" y="6074"/>
                </a:lnTo>
                <a:cubicBezTo>
                  <a:pt x="15463" y="5342"/>
                  <a:pt x="15401" y="4589"/>
                  <a:pt x="15359" y="3856"/>
                </a:cubicBezTo>
                <a:cubicBezTo>
                  <a:pt x="15422" y="3794"/>
                  <a:pt x="15380" y="3689"/>
                  <a:pt x="15338" y="3647"/>
                </a:cubicBezTo>
                <a:cubicBezTo>
                  <a:pt x="15275" y="2727"/>
                  <a:pt x="15191" y="1785"/>
                  <a:pt x="15233" y="843"/>
                </a:cubicBezTo>
                <a:close/>
                <a:moveTo>
                  <a:pt x="6234" y="988"/>
                </a:moveTo>
                <a:cubicBezTo>
                  <a:pt x="6493" y="988"/>
                  <a:pt x="6762" y="1013"/>
                  <a:pt x="7052" y="1053"/>
                </a:cubicBezTo>
                <a:cubicBezTo>
                  <a:pt x="7052" y="1659"/>
                  <a:pt x="7073" y="2266"/>
                  <a:pt x="7073" y="2873"/>
                </a:cubicBezTo>
                <a:cubicBezTo>
                  <a:pt x="7073" y="3333"/>
                  <a:pt x="7052" y="3815"/>
                  <a:pt x="7052" y="4275"/>
                </a:cubicBezTo>
                <a:cubicBezTo>
                  <a:pt x="6868" y="4228"/>
                  <a:pt x="6691" y="4207"/>
                  <a:pt x="6518" y="4207"/>
                </a:cubicBezTo>
                <a:cubicBezTo>
                  <a:pt x="5608" y="4207"/>
                  <a:pt x="4837" y="4794"/>
                  <a:pt x="4081" y="5321"/>
                </a:cubicBezTo>
                <a:cubicBezTo>
                  <a:pt x="3558" y="5719"/>
                  <a:pt x="3014" y="6053"/>
                  <a:pt x="2344" y="6158"/>
                </a:cubicBezTo>
                <a:cubicBezTo>
                  <a:pt x="2190" y="6182"/>
                  <a:pt x="2040" y="6193"/>
                  <a:pt x="1894" y="6193"/>
                </a:cubicBezTo>
                <a:cubicBezTo>
                  <a:pt x="1287" y="6193"/>
                  <a:pt x="741" y="6005"/>
                  <a:pt x="168" y="5802"/>
                </a:cubicBezTo>
                <a:cubicBezTo>
                  <a:pt x="163" y="5799"/>
                  <a:pt x="157" y="5796"/>
                  <a:pt x="152" y="5794"/>
                </a:cubicBezTo>
                <a:lnTo>
                  <a:pt x="152" y="5794"/>
                </a:lnTo>
                <a:cubicBezTo>
                  <a:pt x="170" y="5783"/>
                  <a:pt x="184" y="5765"/>
                  <a:pt x="189" y="5740"/>
                </a:cubicBezTo>
                <a:cubicBezTo>
                  <a:pt x="482" y="4442"/>
                  <a:pt x="503" y="3082"/>
                  <a:pt x="670" y="1743"/>
                </a:cubicBezTo>
                <a:cubicBezTo>
                  <a:pt x="1051" y="2271"/>
                  <a:pt x="1699" y="2542"/>
                  <a:pt x="2341" y="2542"/>
                </a:cubicBezTo>
                <a:cubicBezTo>
                  <a:pt x="2615" y="2542"/>
                  <a:pt x="2889" y="2492"/>
                  <a:pt x="3139" y="2392"/>
                </a:cubicBezTo>
                <a:cubicBezTo>
                  <a:pt x="3704" y="2183"/>
                  <a:pt x="4123" y="1764"/>
                  <a:pt x="4604" y="1450"/>
                </a:cubicBezTo>
                <a:cubicBezTo>
                  <a:pt x="5163" y="1106"/>
                  <a:pt x="5673" y="988"/>
                  <a:pt x="6234" y="988"/>
                </a:cubicBezTo>
                <a:close/>
                <a:moveTo>
                  <a:pt x="7952" y="5760"/>
                </a:moveTo>
                <a:cubicBezTo>
                  <a:pt x="8077" y="5760"/>
                  <a:pt x="8224" y="5802"/>
                  <a:pt x="8349" y="5823"/>
                </a:cubicBezTo>
                <a:cubicBezTo>
                  <a:pt x="8872" y="6158"/>
                  <a:pt x="8852" y="6472"/>
                  <a:pt x="8349" y="6786"/>
                </a:cubicBezTo>
                <a:lnTo>
                  <a:pt x="8328" y="6786"/>
                </a:lnTo>
                <a:cubicBezTo>
                  <a:pt x="8287" y="6660"/>
                  <a:pt x="8266" y="6535"/>
                  <a:pt x="8245" y="6430"/>
                </a:cubicBezTo>
                <a:cubicBezTo>
                  <a:pt x="8232" y="6366"/>
                  <a:pt x="8196" y="6341"/>
                  <a:pt x="8155" y="6341"/>
                </a:cubicBezTo>
                <a:cubicBezTo>
                  <a:pt x="8129" y="6341"/>
                  <a:pt x="8102" y="6351"/>
                  <a:pt x="8077" y="6367"/>
                </a:cubicBezTo>
                <a:cubicBezTo>
                  <a:pt x="7992" y="6324"/>
                  <a:pt x="7892" y="6306"/>
                  <a:pt x="7787" y="6306"/>
                </a:cubicBezTo>
                <a:cubicBezTo>
                  <a:pt x="7584" y="6306"/>
                  <a:pt x="7364" y="6375"/>
                  <a:pt x="7199" y="6472"/>
                </a:cubicBezTo>
                <a:cubicBezTo>
                  <a:pt x="7115" y="6535"/>
                  <a:pt x="7136" y="6639"/>
                  <a:pt x="7219" y="6639"/>
                </a:cubicBezTo>
                <a:lnTo>
                  <a:pt x="7219" y="6911"/>
                </a:lnTo>
                <a:cubicBezTo>
                  <a:pt x="7219" y="6890"/>
                  <a:pt x="7219" y="6890"/>
                  <a:pt x="7199" y="6869"/>
                </a:cubicBezTo>
                <a:cubicBezTo>
                  <a:pt x="7190" y="6843"/>
                  <a:pt x="7170" y="6831"/>
                  <a:pt x="7150" y="6831"/>
                </a:cubicBezTo>
                <a:cubicBezTo>
                  <a:pt x="7122" y="6831"/>
                  <a:pt x="7094" y="6854"/>
                  <a:pt x="7094" y="6890"/>
                </a:cubicBezTo>
                <a:cubicBezTo>
                  <a:pt x="7094" y="6892"/>
                  <a:pt x="7088" y="6893"/>
                  <a:pt x="7076" y="6893"/>
                </a:cubicBezTo>
                <a:cubicBezTo>
                  <a:pt x="6956" y="6893"/>
                  <a:pt x="6270" y="6779"/>
                  <a:pt x="6403" y="6263"/>
                </a:cubicBezTo>
                <a:cubicBezTo>
                  <a:pt x="6487" y="5949"/>
                  <a:pt x="6906" y="5907"/>
                  <a:pt x="7136" y="5844"/>
                </a:cubicBezTo>
                <a:cubicBezTo>
                  <a:pt x="7408" y="5781"/>
                  <a:pt x="7701" y="5760"/>
                  <a:pt x="7952" y="5760"/>
                </a:cubicBezTo>
                <a:close/>
                <a:moveTo>
                  <a:pt x="15818" y="6275"/>
                </a:moveTo>
                <a:cubicBezTo>
                  <a:pt x="15867" y="6275"/>
                  <a:pt x="15917" y="6277"/>
                  <a:pt x="15966" y="6284"/>
                </a:cubicBezTo>
                <a:cubicBezTo>
                  <a:pt x="16070" y="6284"/>
                  <a:pt x="16175" y="6304"/>
                  <a:pt x="16238" y="6367"/>
                </a:cubicBezTo>
                <a:cubicBezTo>
                  <a:pt x="16530" y="6514"/>
                  <a:pt x="16510" y="6723"/>
                  <a:pt x="16196" y="7016"/>
                </a:cubicBezTo>
                <a:cubicBezTo>
                  <a:pt x="16175" y="7016"/>
                  <a:pt x="16175" y="7037"/>
                  <a:pt x="16133" y="7037"/>
                </a:cubicBezTo>
                <a:cubicBezTo>
                  <a:pt x="16112" y="6995"/>
                  <a:pt x="16112" y="6911"/>
                  <a:pt x="16091" y="6869"/>
                </a:cubicBezTo>
                <a:cubicBezTo>
                  <a:pt x="16065" y="6810"/>
                  <a:pt x="16022" y="6785"/>
                  <a:pt x="15982" y="6785"/>
                </a:cubicBezTo>
                <a:cubicBezTo>
                  <a:pt x="15950" y="6785"/>
                  <a:pt x="15920" y="6800"/>
                  <a:pt x="15901" y="6825"/>
                </a:cubicBezTo>
                <a:lnTo>
                  <a:pt x="15901" y="6825"/>
                </a:lnTo>
                <a:cubicBezTo>
                  <a:pt x="15902" y="6819"/>
                  <a:pt x="15903" y="6813"/>
                  <a:pt x="15903" y="6807"/>
                </a:cubicBezTo>
                <a:cubicBezTo>
                  <a:pt x="15903" y="6786"/>
                  <a:pt x="15882" y="6765"/>
                  <a:pt x="15861" y="6744"/>
                </a:cubicBezTo>
                <a:cubicBezTo>
                  <a:pt x="15808" y="6717"/>
                  <a:pt x="15751" y="6706"/>
                  <a:pt x="15693" y="6706"/>
                </a:cubicBezTo>
                <a:cubicBezTo>
                  <a:pt x="15524" y="6706"/>
                  <a:pt x="15353" y="6807"/>
                  <a:pt x="15275" y="6932"/>
                </a:cubicBezTo>
                <a:cubicBezTo>
                  <a:pt x="15275" y="6928"/>
                  <a:pt x="15274" y="6926"/>
                  <a:pt x="15273" y="6926"/>
                </a:cubicBezTo>
                <a:cubicBezTo>
                  <a:pt x="15268" y="6926"/>
                  <a:pt x="15254" y="6957"/>
                  <a:pt x="15254" y="6974"/>
                </a:cubicBezTo>
                <a:cubicBezTo>
                  <a:pt x="15233" y="7037"/>
                  <a:pt x="15233" y="7162"/>
                  <a:pt x="15233" y="7225"/>
                </a:cubicBezTo>
                <a:lnTo>
                  <a:pt x="15191" y="7225"/>
                </a:lnTo>
                <a:cubicBezTo>
                  <a:pt x="14815" y="7204"/>
                  <a:pt x="14731" y="6786"/>
                  <a:pt x="14961" y="6556"/>
                </a:cubicBezTo>
                <a:cubicBezTo>
                  <a:pt x="15108" y="6409"/>
                  <a:pt x="15275" y="6346"/>
                  <a:pt x="15463" y="6304"/>
                </a:cubicBezTo>
                <a:cubicBezTo>
                  <a:pt x="15582" y="6290"/>
                  <a:pt x="15700" y="6275"/>
                  <a:pt x="15818" y="6275"/>
                </a:cubicBezTo>
                <a:close/>
                <a:moveTo>
                  <a:pt x="8035" y="6493"/>
                </a:moveTo>
                <a:cubicBezTo>
                  <a:pt x="8098" y="6744"/>
                  <a:pt x="8140" y="6995"/>
                  <a:pt x="8245" y="7225"/>
                </a:cubicBezTo>
                <a:lnTo>
                  <a:pt x="7847" y="7392"/>
                </a:lnTo>
                <a:cubicBezTo>
                  <a:pt x="7701" y="7455"/>
                  <a:pt x="7512" y="7518"/>
                  <a:pt x="7366" y="7602"/>
                </a:cubicBezTo>
                <a:cubicBezTo>
                  <a:pt x="7366" y="7392"/>
                  <a:pt x="7387" y="7204"/>
                  <a:pt x="7408" y="6995"/>
                </a:cubicBezTo>
                <a:cubicBezTo>
                  <a:pt x="7429" y="6869"/>
                  <a:pt x="7471" y="6702"/>
                  <a:pt x="7429" y="6576"/>
                </a:cubicBezTo>
                <a:lnTo>
                  <a:pt x="7743" y="6493"/>
                </a:lnTo>
                <a:close/>
                <a:moveTo>
                  <a:pt x="15884" y="6858"/>
                </a:moveTo>
                <a:cubicBezTo>
                  <a:pt x="15880" y="6874"/>
                  <a:pt x="15879" y="6892"/>
                  <a:pt x="15882" y="6911"/>
                </a:cubicBezTo>
                <a:cubicBezTo>
                  <a:pt x="15924" y="7204"/>
                  <a:pt x="16007" y="7497"/>
                  <a:pt x="16091" y="7769"/>
                </a:cubicBezTo>
                <a:cubicBezTo>
                  <a:pt x="15861" y="7832"/>
                  <a:pt x="15610" y="7853"/>
                  <a:pt x="15380" y="7916"/>
                </a:cubicBezTo>
                <a:cubicBezTo>
                  <a:pt x="15401" y="7623"/>
                  <a:pt x="15442" y="7309"/>
                  <a:pt x="15401" y="7016"/>
                </a:cubicBezTo>
                <a:lnTo>
                  <a:pt x="15401" y="6995"/>
                </a:lnTo>
                <a:cubicBezTo>
                  <a:pt x="15484" y="6911"/>
                  <a:pt x="15589" y="6890"/>
                  <a:pt x="15694" y="6890"/>
                </a:cubicBezTo>
                <a:cubicBezTo>
                  <a:pt x="15711" y="6890"/>
                  <a:pt x="15736" y="6892"/>
                  <a:pt x="15762" y="6892"/>
                </a:cubicBezTo>
                <a:cubicBezTo>
                  <a:pt x="15808" y="6892"/>
                  <a:pt x="15858" y="6887"/>
                  <a:pt x="15884" y="6858"/>
                </a:cubicBezTo>
                <a:close/>
                <a:moveTo>
                  <a:pt x="23937" y="6158"/>
                </a:moveTo>
                <a:cubicBezTo>
                  <a:pt x="23958" y="6242"/>
                  <a:pt x="24000" y="6325"/>
                  <a:pt x="24000" y="6430"/>
                </a:cubicBezTo>
                <a:cubicBezTo>
                  <a:pt x="24000" y="6535"/>
                  <a:pt x="24000" y="6597"/>
                  <a:pt x="23958" y="6702"/>
                </a:cubicBezTo>
                <a:cubicBezTo>
                  <a:pt x="23951" y="6694"/>
                  <a:pt x="23940" y="6689"/>
                  <a:pt x="23928" y="6689"/>
                </a:cubicBezTo>
                <a:cubicBezTo>
                  <a:pt x="23907" y="6689"/>
                  <a:pt x="23880" y="6704"/>
                  <a:pt x="23854" y="6744"/>
                </a:cubicBezTo>
                <a:lnTo>
                  <a:pt x="23854" y="6765"/>
                </a:lnTo>
                <a:cubicBezTo>
                  <a:pt x="20297" y="7999"/>
                  <a:pt x="16510" y="8271"/>
                  <a:pt x="12848" y="9150"/>
                </a:cubicBezTo>
                <a:cubicBezTo>
                  <a:pt x="12827" y="8962"/>
                  <a:pt x="12806" y="8773"/>
                  <a:pt x="12806" y="8585"/>
                </a:cubicBezTo>
                <a:cubicBezTo>
                  <a:pt x="14626" y="8397"/>
                  <a:pt x="16468" y="7999"/>
                  <a:pt x="18267" y="7602"/>
                </a:cubicBezTo>
                <a:cubicBezTo>
                  <a:pt x="20150" y="7183"/>
                  <a:pt x="22117" y="6786"/>
                  <a:pt x="23937" y="6158"/>
                </a:cubicBezTo>
                <a:close/>
                <a:moveTo>
                  <a:pt x="12639" y="5593"/>
                </a:moveTo>
                <a:cubicBezTo>
                  <a:pt x="12743" y="5635"/>
                  <a:pt x="12806" y="5802"/>
                  <a:pt x="12743" y="5907"/>
                </a:cubicBezTo>
                <a:lnTo>
                  <a:pt x="12722" y="5907"/>
                </a:lnTo>
                <a:cubicBezTo>
                  <a:pt x="9626" y="7162"/>
                  <a:pt x="6487" y="8271"/>
                  <a:pt x="3453" y="9694"/>
                </a:cubicBezTo>
                <a:cubicBezTo>
                  <a:pt x="3432" y="9610"/>
                  <a:pt x="3411" y="9485"/>
                  <a:pt x="3432" y="9401"/>
                </a:cubicBezTo>
                <a:cubicBezTo>
                  <a:pt x="3453" y="9359"/>
                  <a:pt x="3495" y="9317"/>
                  <a:pt x="3516" y="9276"/>
                </a:cubicBezTo>
                <a:cubicBezTo>
                  <a:pt x="5106" y="8836"/>
                  <a:pt x="6634" y="8104"/>
                  <a:pt x="8161" y="7497"/>
                </a:cubicBezTo>
                <a:cubicBezTo>
                  <a:pt x="9668" y="6890"/>
                  <a:pt x="11174" y="6284"/>
                  <a:pt x="12639" y="5593"/>
                </a:cubicBezTo>
                <a:close/>
                <a:moveTo>
                  <a:pt x="23707" y="7016"/>
                </a:moveTo>
                <a:lnTo>
                  <a:pt x="23707" y="7016"/>
                </a:lnTo>
                <a:cubicBezTo>
                  <a:pt x="22243" y="10196"/>
                  <a:pt x="22452" y="14193"/>
                  <a:pt x="24356" y="17164"/>
                </a:cubicBezTo>
                <a:cubicBezTo>
                  <a:pt x="22328" y="16464"/>
                  <a:pt x="20024" y="15912"/>
                  <a:pt x="17784" y="15912"/>
                </a:cubicBezTo>
                <a:cubicBezTo>
                  <a:pt x="16072" y="15912"/>
                  <a:pt x="14397" y="16234"/>
                  <a:pt x="12911" y="17059"/>
                </a:cubicBezTo>
                <a:cubicBezTo>
                  <a:pt x="12701" y="16641"/>
                  <a:pt x="12618" y="16222"/>
                  <a:pt x="12534" y="15804"/>
                </a:cubicBezTo>
                <a:cubicBezTo>
                  <a:pt x="12681" y="15801"/>
                  <a:pt x="12828" y="15800"/>
                  <a:pt x="12975" y="15800"/>
                </a:cubicBezTo>
                <a:cubicBezTo>
                  <a:pt x="14171" y="15800"/>
                  <a:pt x="15380" y="15869"/>
                  <a:pt x="16572" y="15887"/>
                </a:cubicBezTo>
                <a:cubicBezTo>
                  <a:pt x="16698" y="15887"/>
                  <a:pt x="16740" y="15783"/>
                  <a:pt x="16740" y="15678"/>
                </a:cubicBezTo>
                <a:cubicBezTo>
                  <a:pt x="16802" y="15657"/>
                  <a:pt x="16802" y="15574"/>
                  <a:pt x="16740" y="15553"/>
                </a:cubicBezTo>
                <a:cubicBezTo>
                  <a:pt x="15484" y="14423"/>
                  <a:pt x="14333" y="13398"/>
                  <a:pt x="13601" y="11828"/>
                </a:cubicBezTo>
                <a:cubicBezTo>
                  <a:pt x="13225" y="10991"/>
                  <a:pt x="12953" y="10113"/>
                  <a:pt x="12848" y="9213"/>
                </a:cubicBezTo>
                <a:cubicBezTo>
                  <a:pt x="14731" y="8983"/>
                  <a:pt x="16614" y="8585"/>
                  <a:pt x="18476" y="8250"/>
                </a:cubicBezTo>
                <a:cubicBezTo>
                  <a:pt x="20234" y="7936"/>
                  <a:pt x="22033" y="7644"/>
                  <a:pt x="23707" y="7016"/>
                </a:cubicBezTo>
                <a:close/>
                <a:moveTo>
                  <a:pt x="12325" y="15804"/>
                </a:moveTo>
                <a:lnTo>
                  <a:pt x="12325" y="15804"/>
                </a:lnTo>
                <a:cubicBezTo>
                  <a:pt x="12304" y="16306"/>
                  <a:pt x="12492" y="16808"/>
                  <a:pt x="12701" y="17227"/>
                </a:cubicBezTo>
                <a:cubicBezTo>
                  <a:pt x="12713" y="17261"/>
                  <a:pt x="12744" y="17277"/>
                  <a:pt x="12776" y="17277"/>
                </a:cubicBezTo>
                <a:cubicBezTo>
                  <a:pt x="12802" y="17277"/>
                  <a:pt x="12829" y="17266"/>
                  <a:pt x="12848" y="17248"/>
                </a:cubicBezTo>
                <a:cubicBezTo>
                  <a:pt x="13957" y="16745"/>
                  <a:pt x="15129" y="16431"/>
                  <a:pt x="16300" y="16306"/>
                </a:cubicBezTo>
                <a:lnTo>
                  <a:pt x="16300" y="16306"/>
                </a:lnTo>
                <a:cubicBezTo>
                  <a:pt x="14020" y="17122"/>
                  <a:pt x="11781" y="17980"/>
                  <a:pt x="9458" y="18670"/>
                </a:cubicBezTo>
                <a:lnTo>
                  <a:pt x="9416" y="18670"/>
                </a:lnTo>
                <a:cubicBezTo>
                  <a:pt x="9437" y="17812"/>
                  <a:pt x="9312" y="16996"/>
                  <a:pt x="9165" y="16180"/>
                </a:cubicBezTo>
                <a:lnTo>
                  <a:pt x="9186" y="16180"/>
                </a:lnTo>
                <a:cubicBezTo>
                  <a:pt x="10232" y="15950"/>
                  <a:pt x="11279" y="15846"/>
                  <a:pt x="12325" y="15804"/>
                </a:cubicBezTo>
                <a:close/>
                <a:moveTo>
                  <a:pt x="9061" y="16201"/>
                </a:moveTo>
                <a:cubicBezTo>
                  <a:pt x="9082" y="17038"/>
                  <a:pt x="9103" y="17896"/>
                  <a:pt x="9270" y="18691"/>
                </a:cubicBezTo>
                <a:cubicBezTo>
                  <a:pt x="8956" y="18775"/>
                  <a:pt x="8600" y="18880"/>
                  <a:pt x="8287" y="18942"/>
                </a:cubicBezTo>
                <a:cubicBezTo>
                  <a:pt x="8328" y="18105"/>
                  <a:pt x="8328" y="17248"/>
                  <a:pt x="8307" y="16411"/>
                </a:cubicBezTo>
                <a:cubicBezTo>
                  <a:pt x="8559" y="16327"/>
                  <a:pt x="8789" y="16285"/>
                  <a:pt x="9061" y="16201"/>
                </a:cubicBezTo>
                <a:close/>
                <a:moveTo>
                  <a:pt x="12639" y="6179"/>
                </a:moveTo>
                <a:lnTo>
                  <a:pt x="12639" y="6179"/>
                </a:lnTo>
                <a:cubicBezTo>
                  <a:pt x="12220" y="8020"/>
                  <a:pt x="12429" y="9966"/>
                  <a:pt x="13162" y="11703"/>
                </a:cubicBezTo>
                <a:cubicBezTo>
                  <a:pt x="13769" y="13105"/>
                  <a:pt x="14857" y="14653"/>
                  <a:pt x="16217" y="15469"/>
                </a:cubicBezTo>
                <a:cubicBezTo>
                  <a:pt x="15316" y="15394"/>
                  <a:pt x="14397" y="15346"/>
                  <a:pt x="13475" y="15346"/>
                </a:cubicBezTo>
                <a:cubicBezTo>
                  <a:pt x="11824" y="15346"/>
                  <a:pt x="10163" y="15500"/>
                  <a:pt x="8579" y="15929"/>
                </a:cubicBezTo>
                <a:cubicBezTo>
                  <a:pt x="6655" y="16515"/>
                  <a:pt x="4039" y="17666"/>
                  <a:pt x="3098" y="19633"/>
                </a:cubicBezTo>
                <a:cubicBezTo>
                  <a:pt x="1298" y="16641"/>
                  <a:pt x="1528" y="12812"/>
                  <a:pt x="3390" y="9903"/>
                </a:cubicBezTo>
                <a:cubicBezTo>
                  <a:pt x="3411" y="9903"/>
                  <a:pt x="3411" y="9882"/>
                  <a:pt x="3432" y="9882"/>
                </a:cubicBezTo>
                <a:cubicBezTo>
                  <a:pt x="6550" y="8794"/>
                  <a:pt x="9584" y="7434"/>
                  <a:pt x="12639" y="6179"/>
                </a:cubicBezTo>
                <a:close/>
                <a:moveTo>
                  <a:pt x="17639" y="16222"/>
                </a:moveTo>
                <a:cubicBezTo>
                  <a:pt x="17681" y="17289"/>
                  <a:pt x="17765" y="18419"/>
                  <a:pt x="18037" y="19528"/>
                </a:cubicBezTo>
                <a:cubicBezTo>
                  <a:pt x="17660" y="19591"/>
                  <a:pt x="17305" y="19675"/>
                  <a:pt x="16928" y="19779"/>
                </a:cubicBezTo>
                <a:cubicBezTo>
                  <a:pt x="16949" y="18859"/>
                  <a:pt x="16907" y="17959"/>
                  <a:pt x="16865" y="17038"/>
                </a:cubicBezTo>
                <a:cubicBezTo>
                  <a:pt x="16928" y="16871"/>
                  <a:pt x="17012" y="16745"/>
                  <a:pt x="17054" y="16599"/>
                </a:cubicBezTo>
                <a:cubicBezTo>
                  <a:pt x="17116" y="16494"/>
                  <a:pt x="17012" y="16390"/>
                  <a:pt x="16928" y="16348"/>
                </a:cubicBezTo>
                <a:cubicBezTo>
                  <a:pt x="16928" y="16348"/>
                  <a:pt x="16928" y="16327"/>
                  <a:pt x="16907" y="16327"/>
                </a:cubicBezTo>
                <a:lnTo>
                  <a:pt x="16907" y="16243"/>
                </a:lnTo>
                <a:cubicBezTo>
                  <a:pt x="17137" y="16222"/>
                  <a:pt x="17388" y="16222"/>
                  <a:pt x="17639" y="16222"/>
                </a:cubicBezTo>
                <a:close/>
                <a:moveTo>
                  <a:pt x="16677" y="17457"/>
                </a:moveTo>
                <a:cubicBezTo>
                  <a:pt x="16698" y="18252"/>
                  <a:pt x="16698" y="19026"/>
                  <a:pt x="16740" y="19821"/>
                </a:cubicBezTo>
                <a:cubicBezTo>
                  <a:pt x="16468" y="19884"/>
                  <a:pt x="16175" y="19968"/>
                  <a:pt x="15861" y="20072"/>
                </a:cubicBezTo>
                <a:cubicBezTo>
                  <a:pt x="16070" y="19193"/>
                  <a:pt x="16342" y="18294"/>
                  <a:pt x="16677" y="17457"/>
                </a:cubicBezTo>
                <a:close/>
                <a:moveTo>
                  <a:pt x="25611" y="17875"/>
                </a:moveTo>
                <a:cubicBezTo>
                  <a:pt x="25653" y="17959"/>
                  <a:pt x="25737" y="18001"/>
                  <a:pt x="25758" y="18105"/>
                </a:cubicBezTo>
                <a:cubicBezTo>
                  <a:pt x="25800" y="18210"/>
                  <a:pt x="25800" y="18315"/>
                  <a:pt x="25758" y="18419"/>
                </a:cubicBezTo>
                <a:lnTo>
                  <a:pt x="25716" y="18419"/>
                </a:lnTo>
                <a:cubicBezTo>
                  <a:pt x="23958" y="18796"/>
                  <a:pt x="22201" y="19235"/>
                  <a:pt x="20464" y="19675"/>
                </a:cubicBezTo>
                <a:cubicBezTo>
                  <a:pt x="18895" y="20093"/>
                  <a:pt x="17221" y="20386"/>
                  <a:pt x="15694" y="20993"/>
                </a:cubicBezTo>
                <a:cubicBezTo>
                  <a:pt x="15714" y="20721"/>
                  <a:pt x="15777" y="20491"/>
                  <a:pt x="15819" y="20261"/>
                </a:cubicBezTo>
                <a:cubicBezTo>
                  <a:pt x="17430" y="20072"/>
                  <a:pt x="19020" y="19612"/>
                  <a:pt x="20569" y="19214"/>
                </a:cubicBezTo>
                <a:cubicBezTo>
                  <a:pt x="22243" y="18796"/>
                  <a:pt x="23958" y="18398"/>
                  <a:pt x="25611" y="17875"/>
                </a:cubicBezTo>
                <a:close/>
                <a:moveTo>
                  <a:pt x="16698" y="16473"/>
                </a:moveTo>
                <a:cubicBezTo>
                  <a:pt x="16698" y="16494"/>
                  <a:pt x="16719" y="16494"/>
                  <a:pt x="16719" y="16515"/>
                </a:cubicBezTo>
                <a:cubicBezTo>
                  <a:pt x="15735" y="17059"/>
                  <a:pt x="14585" y="17331"/>
                  <a:pt x="13497" y="17666"/>
                </a:cubicBezTo>
                <a:cubicBezTo>
                  <a:pt x="12325" y="18064"/>
                  <a:pt x="11174" y="18461"/>
                  <a:pt x="10023" y="18838"/>
                </a:cubicBezTo>
                <a:cubicBezTo>
                  <a:pt x="7743" y="19633"/>
                  <a:pt x="5378" y="20261"/>
                  <a:pt x="3118" y="21139"/>
                </a:cubicBezTo>
                <a:cubicBezTo>
                  <a:pt x="3104" y="21110"/>
                  <a:pt x="3059" y="21071"/>
                  <a:pt x="3019" y="21071"/>
                </a:cubicBezTo>
                <a:cubicBezTo>
                  <a:pt x="3001" y="21071"/>
                  <a:pt x="2985" y="21078"/>
                  <a:pt x="2972" y="21097"/>
                </a:cubicBezTo>
                <a:cubicBezTo>
                  <a:pt x="2930" y="21056"/>
                  <a:pt x="2909" y="21056"/>
                  <a:pt x="2909" y="21035"/>
                </a:cubicBezTo>
                <a:cubicBezTo>
                  <a:pt x="2909" y="20993"/>
                  <a:pt x="2930" y="20930"/>
                  <a:pt x="2972" y="20888"/>
                </a:cubicBezTo>
                <a:cubicBezTo>
                  <a:pt x="5169" y="19988"/>
                  <a:pt x="7387" y="19444"/>
                  <a:pt x="9626" y="18796"/>
                </a:cubicBezTo>
                <a:cubicBezTo>
                  <a:pt x="12011" y="18084"/>
                  <a:pt x="14375" y="17289"/>
                  <a:pt x="16698" y="16473"/>
                </a:cubicBezTo>
                <a:close/>
                <a:moveTo>
                  <a:pt x="17242" y="28023"/>
                </a:moveTo>
                <a:cubicBezTo>
                  <a:pt x="17430" y="28044"/>
                  <a:pt x="17639" y="28044"/>
                  <a:pt x="17828" y="28044"/>
                </a:cubicBezTo>
                <a:cubicBezTo>
                  <a:pt x="17849" y="28337"/>
                  <a:pt x="17870" y="28609"/>
                  <a:pt x="17891" y="28860"/>
                </a:cubicBezTo>
                <a:cubicBezTo>
                  <a:pt x="17660" y="28609"/>
                  <a:pt x="17451" y="28316"/>
                  <a:pt x="17242" y="28023"/>
                </a:cubicBezTo>
                <a:close/>
                <a:moveTo>
                  <a:pt x="11132" y="26789"/>
                </a:moveTo>
                <a:cubicBezTo>
                  <a:pt x="12513" y="27061"/>
                  <a:pt x="13852" y="27563"/>
                  <a:pt x="15129" y="28128"/>
                </a:cubicBezTo>
                <a:cubicBezTo>
                  <a:pt x="13852" y="28295"/>
                  <a:pt x="12283" y="28714"/>
                  <a:pt x="11341" y="29613"/>
                </a:cubicBezTo>
                <a:cubicBezTo>
                  <a:pt x="11446" y="28714"/>
                  <a:pt x="11341" y="27688"/>
                  <a:pt x="11132" y="26789"/>
                </a:cubicBezTo>
                <a:close/>
                <a:moveTo>
                  <a:pt x="9226" y="26585"/>
                </a:moveTo>
                <a:cubicBezTo>
                  <a:pt x="9416" y="26585"/>
                  <a:pt x="9605" y="26590"/>
                  <a:pt x="9793" y="26600"/>
                </a:cubicBezTo>
                <a:cubicBezTo>
                  <a:pt x="9793" y="27835"/>
                  <a:pt x="9877" y="29090"/>
                  <a:pt x="10086" y="30283"/>
                </a:cubicBezTo>
                <a:cubicBezTo>
                  <a:pt x="9741" y="30236"/>
                  <a:pt x="9419" y="30212"/>
                  <a:pt x="9103" y="30212"/>
                </a:cubicBezTo>
                <a:cubicBezTo>
                  <a:pt x="8998" y="30212"/>
                  <a:pt x="8893" y="30215"/>
                  <a:pt x="8789" y="30220"/>
                </a:cubicBezTo>
                <a:cubicBezTo>
                  <a:pt x="8768" y="29007"/>
                  <a:pt x="8747" y="27835"/>
                  <a:pt x="8642" y="26642"/>
                </a:cubicBezTo>
                <a:lnTo>
                  <a:pt x="8642" y="26600"/>
                </a:lnTo>
                <a:cubicBezTo>
                  <a:pt x="8841" y="26590"/>
                  <a:pt x="9035" y="26585"/>
                  <a:pt x="9226" y="26585"/>
                </a:cubicBezTo>
                <a:close/>
                <a:moveTo>
                  <a:pt x="16593" y="16913"/>
                </a:moveTo>
                <a:cubicBezTo>
                  <a:pt x="15652" y="19110"/>
                  <a:pt x="15024" y="21537"/>
                  <a:pt x="15317" y="23943"/>
                </a:cubicBezTo>
                <a:cubicBezTo>
                  <a:pt x="15526" y="25784"/>
                  <a:pt x="16258" y="27730"/>
                  <a:pt x="17681" y="28965"/>
                </a:cubicBezTo>
                <a:cubicBezTo>
                  <a:pt x="15105" y="27554"/>
                  <a:pt x="12230" y="26263"/>
                  <a:pt x="9270" y="26263"/>
                </a:cubicBezTo>
                <a:cubicBezTo>
                  <a:pt x="9200" y="26263"/>
                  <a:pt x="9130" y="26264"/>
                  <a:pt x="9061" y="26266"/>
                </a:cubicBezTo>
                <a:cubicBezTo>
                  <a:pt x="6571" y="26328"/>
                  <a:pt x="3704" y="27626"/>
                  <a:pt x="3516" y="30325"/>
                </a:cubicBezTo>
                <a:cubicBezTo>
                  <a:pt x="2512" y="29132"/>
                  <a:pt x="1863" y="27626"/>
                  <a:pt x="1779" y="26056"/>
                </a:cubicBezTo>
                <a:cubicBezTo>
                  <a:pt x="1675" y="24362"/>
                  <a:pt x="2261" y="22750"/>
                  <a:pt x="3118" y="21307"/>
                </a:cubicBezTo>
                <a:cubicBezTo>
                  <a:pt x="5546" y="20679"/>
                  <a:pt x="7952" y="19758"/>
                  <a:pt x="10358" y="18984"/>
                </a:cubicBezTo>
                <a:cubicBezTo>
                  <a:pt x="11551" y="18608"/>
                  <a:pt x="12701" y="18252"/>
                  <a:pt x="13873" y="17854"/>
                </a:cubicBezTo>
                <a:cubicBezTo>
                  <a:pt x="14731" y="17561"/>
                  <a:pt x="15756" y="17352"/>
                  <a:pt x="16593" y="16913"/>
                </a:cubicBezTo>
                <a:close/>
                <a:moveTo>
                  <a:pt x="25528" y="18649"/>
                </a:moveTo>
                <a:lnTo>
                  <a:pt x="25528" y="18649"/>
                </a:lnTo>
                <a:cubicBezTo>
                  <a:pt x="23707" y="22353"/>
                  <a:pt x="23540" y="27416"/>
                  <a:pt x="25695" y="31036"/>
                </a:cubicBezTo>
                <a:cubicBezTo>
                  <a:pt x="24607" y="29927"/>
                  <a:pt x="23289" y="29090"/>
                  <a:pt x="21845" y="28525"/>
                </a:cubicBezTo>
                <a:cubicBezTo>
                  <a:pt x="21008" y="28211"/>
                  <a:pt x="20150" y="27960"/>
                  <a:pt x="19251" y="27856"/>
                </a:cubicBezTo>
                <a:cubicBezTo>
                  <a:pt x="18831" y="27816"/>
                  <a:pt x="18361" y="27761"/>
                  <a:pt x="17904" y="27761"/>
                </a:cubicBezTo>
                <a:cubicBezTo>
                  <a:pt x="17633" y="27761"/>
                  <a:pt x="17366" y="27780"/>
                  <a:pt x="17116" y="27835"/>
                </a:cubicBezTo>
                <a:cubicBezTo>
                  <a:pt x="16279" y="26579"/>
                  <a:pt x="15714" y="25198"/>
                  <a:pt x="15589" y="23629"/>
                </a:cubicBezTo>
                <a:cubicBezTo>
                  <a:pt x="15526" y="22792"/>
                  <a:pt x="15568" y="21955"/>
                  <a:pt x="15673" y="21139"/>
                </a:cubicBezTo>
                <a:cubicBezTo>
                  <a:pt x="17346" y="20846"/>
                  <a:pt x="18999" y="20219"/>
                  <a:pt x="20611" y="19800"/>
                </a:cubicBezTo>
                <a:cubicBezTo>
                  <a:pt x="22243" y="19382"/>
                  <a:pt x="23875" y="19026"/>
                  <a:pt x="25528" y="18649"/>
                </a:cubicBezTo>
                <a:close/>
                <a:moveTo>
                  <a:pt x="22556" y="32438"/>
                </a:moveTo>
                <a:cubicBezTo>
                  <a:pt x="22494" y="32585"/>
                  <a:pt x="22515" y="32731"/>
                  <a:pt x="22556" y="32857"/>
                </a:cubicBezTo>
                <a:lnTo>
                  <a:pt x="21845" y="32857"/>
                </a:lnTo>
                <a:cubicBezTo>
                  <a:pt x="21782" y="32731"/>
                  <a:pt x="21782" y="32605"/>
                  <a:pt x="21824" y="32459"/>
                </a:cubicBezTo>
                <a:lnTo>
                  <a:pt x="21824" y="32459"/>
                </a:lnTo>
                <a:cubicBezTo>
                  <a:pt x="21933" y="32498"/>
                  <a:pt x="22046" y="32519"/>
                  <a:pt x="22162" y="32519"/>
                </a:cubicBezTo>
                <a:cubicBezTo>
                  <a:pt x="22291" y="32519"/>
                  <a:pt x="22424" y="32493"/>
                  <a:pt x="22556" y="32438"/>
                </a:cubicBezTo>
                <a:close/>
                <a:moveTo>
                  <a:pt x="23686" y="32333"/>
                </a:moveTo>
                <a:lnTo>
                  <a:pt x="23686" y="32333"/>
                </a:lnTo>
                <a:cubicBezTo>
                  <a:pt x="23644" y="32501"/>
                  <a:pt x="23686" y="32647"/>
                  <a:pt x="23707" y="32815"/>
                </a:cubicBezTo>
                <a:cubicBezTo>
                  <a:pt x="23644" y="32773"/>
                  <a:pt x="23582" y="32752"/>
                  <a:pt x="23519" y="32752"/>
                </a:cubicBezTo>
                <a:cubicBezTo>
                  <a:pt x="23505" y="32749"/>
                  <a:pt x="23492" y="32748"/>
                  <a:pt x="23480" y="32748"/>
                </a:cubicBezTo>
                <a:cubicBezTo>
                  <a:pt x="23404" y="32748"/>
                  <a:pt x="23372" y="32802"/>
                  <a:pt x="23372" y="32857"/>
                </a:cubicBezTo>
                <a:cubicBezTo>
                  <a:pt x="23331" y="32857"/>
                  <a:pt x="23310" y="32898"/>
                  <a:pt x="23310" y="32898"/>
                </a:cubicBezTo>
                <a:lnTo>
                  <a:pt x="23080" y="32898"/>
                </a:lnTo>
                <a:cubicBezTo>
                  <a:pt x="23080" y="32731"/>
                  <a:pt x="23100" y="32605"/>
                  <a:pt x="23100" y="32438"/>
                </a:cubicBezTo>
                <a:lnTo>
                  <a:pt x="23393" y="32438"/>
                </a:lnTo>
                <a:cubicBezTo>
                  <a:pt x="23477" y="32417"/>
                  <a:pt x="23603" y="32417"/>
                  <a:pt x="23686" y="32333"/>
                </a:cubicBezTo>
                <a:close/>
                <a:moveTo>
                  <a:pt x="9981" y="26642"/>
                </a:moveTo>
                <a:cubicBezTo>
                  <a:pt x="10316" y="26663"/>
                  <a:pt x="10630" y="26705"/>
                  <a:pt x="10965" y="26768"/>
                </a:cubicBezTo>
                <a:cubicBezTo>
                  <a:pt x="10986" y="27730"/>
                  <a:pt x="11028" y="28735"/>
                  <a:pt x="11132" y="29697"/>
                </a:cubicBezTo>
                <a:cubicBezTo>
                  <a:pt x="11132" y="29781"/>
                  <a:pt x="11195" y="29802"/>
                  <a:pt x="11258" y="29802"/>
                </a:cubicBezTo>
                <a:cubicBezTo>
                  <a:pt x="11268" y="29812"/>
                  <a:pt x="11279" y="29817"/>
                  <a:pt x="11292" y="29817"/>
                </a:cubicBezTo>
                <a:cubicBezTo>
                  <a:pt x="11305" y="29817"/>
                  <a:pt x="11320" y="29812"/>
                  <a:pt x="11341" y="29802"/>
                </a:cubicBezTo>
                <a:cubicBezTo>
                  <a:pt x="11990" y="29509"/>
                  <a:pt x="12555" y="29132"/>
                  <a:pt x="13225" y="28881"/>
                </a:cubicBezTo>
                <a:cubicBezTo>
                  <a:pt x="13873" y="28630"/>
                  <a:pt x="14543" y="28504"/>
                  <a:pt x="15254" y="28400"/>
                </a:cubicBezTo>
                <a:cubicBezTo>
                  <a:pt x="15338" y="28400"/>
                  <a:pt x="15359" y="28316"/>
                  <a:pt x="15380" y="28253"/>
                </a:cubicBezTo>
                <a:cubicBezTo>
                  <a:pt x="16238" y="28651"/>
                  <a:pt x="17095" y="29090"/>
                  <a:pt x="17932" y="29509"/>
                </a:cubicBezTo>
                <a:cubicBezTo>
                  <a:pt x="17974" y="30701"/>
                  <a:pt x="17953" y="31894"/>
                  <a:pt x="18204" y="33045"/>
                </a:cubicBezTo>
                <a:cubicBezTo>
                  <a:pt x="17535" y="32689"/>
                  <a:pt x="16844" y="32292"/>
                  <a:pt x="16154" y="31978"/>
                </a:cubicBezTo>
                <a:cubicBezTo>
                  <a:pt x="14961" y="31455"/>
                  <a:pt x="13748" y="31036"/>
                  <a:pt x="12492" y="30722"/>
                </a:cubicBezTo>
                <a:cubicBezTo>
                  <a:pt x="11781" y="30534"/>
                  <a:pt x="10986" y="30388"/>
                  <a:pt x="10232" y="30304"/>
                </a:cubicBezTo>
                <a:cubicBezTo>
                  <a:pt x="10212" y="29069"/>
                  <a:pt x="10086" y="27835"/>
                  <a:pt x="9940" y="26642"/>
                </a:cubicBezTo>
                <a:close/>
                <a:moveTo>
                  <a:pt x="24168" y="32396"/>
                </a:moveTo>
                <a:cubicBezTo>
                  <a:pt x="24335" y="32459"/>
                  <a:pt x="24523" y="32543"/>
                  <a:pt x="24670" y="32585"/>
                </a:cubicBezTo>
                <a:cubicBezTo>
                  <a:pt x="24649" y="32752"/>
                  <a:pt x="24691" y="32940"/>
                  <a:pt x="24733" y="33129"/>
                </a:cubicBezTo>
                <a:cubicBezTo>
                  <a:pt x="24544" y="33066"/>
                  <a:pt x="24335" y="33003"/>
                  <a:pt x="24147" y="32940"/>
                </a:cubicBezTo>
                <a:cubicBezTo>
                  <a:pt x="24147" y="32752"/>
                  <a:pt x="24168" y="32585"/>
                  <a:pt x="24168" y="32396"/>
                </a:cubicBezTo>
                <a:close/>
                <a:moveTo>
                  <a:pt x="25235" y="32710"/>
                </a:moveTo>
                <a:cubicBezTo>
                  <a:pt x="25339" y="32731"/>
                  <a:pt x="25423" y="32731"/>
                  <a:pt x="25528" y="32752"/>
                </a:cubicBezTo>
                <a:cubicBezTo>
                  <a:pt x="25590" y="32794"/>
                  <a:pt x="25653" y="32815"/>
                  <a:pt x="25716" y="32815"/>
                </a:cubicBezTo>
                <a:cubicBezTo>
                  <a:pt x="25716" y="33045"/>
                  <a:pt x="25779" y="33275"/>
                  <a:pt x="25821" y="33484"/>
                </a:cubicBezTo>
                <a:cubicBezTo>
                  <a:pt x="25632" y="33421"/>
                  <a:pt x="25423" y="33359"/>
                  <a:pt x="25235" y="33275"/>
                </a:cubicBezTo>
                <a:lnTo>
                  <a:pt x="25235" y="33254"/>
                </a:lnTo>
                <a:cubicBezTo>
                  <a:pt x="25214" y="33149"/>
                  <a:pt x="25214" y="33024"/>
                  <a:pt x="25214" y="32919"/>
                </a:cubicBezTo>
                <a:cubicBezTo>
                  <a:pt x="25214" y="32836"/>
                  <a:pt x="25235" y="32794"/>
                  <a:pt x="25235" y="32710"/>
                </a:cubicBezTo>
                <a:close/>
                <a:moveTo>
                  <a:pt x="17891" y="28044"/>
                </a:moveTo>
                <a:cubicBezTo>
                  <a:pt x="18204" y="28044"/>
                  <a:pt x="18518" y="28044"/>
                  <a:pt x="18811" y="28086"/>
                </a:cubicBezTo>
                <a:lnTo>
                  <a:pt x="18811" y="28107"/>
                </a:lnTo>
                <a:cubicBezTo>
                  <a:pt x="19230" y="29990"/>
                  <a:pt x="19083" y="31873"/>
                  <a:pt x="19439" y="33735"/>
                </a:cubicBezTo>
                <a:cubicBezTo>
                  <a:pt x="19104" y="33547"/>
                  <a:pt x="18790" y="33359"/>
                  <a:pt x="18455" y="33170"/>
                </a:cubicBezTo>
                <a:cubicBezTo>
                  <a:pt x="18267" y="31999"/>
                  <a:pt x="18288" y="30743"/>
                  <a:pt x="18163" y="29551"/>
                </a:cubicBezTo>
                <a:cubicBezTo>
                  <a:pt x="18204" y="29509"/>
                  <a:pt x="18267" y="29446"/>
                  <a:pt x="18267" y="29362"/>
                </a:cubicBezTo>
                <a:cubicBezTo>
                  <a:pt x="18288" y="29320"/>
                  <a:pt x="18288" y="29300"/>
                  <a:pt x="18267" y="29279"/>
                </a:cubicBezTo>
                <a:lnTo>
                  <a:pt x="18100" y="29132"/>
                </a:lnTo>
                <a:cubicBezTo>
                  <a:pt x="18058" y="28755"/>
                  <a:pt x="17995" y="28421"/>
                  <a:pt x="17891" y="28044"/>
                </a:cubicBezTo>
                <a:close/>
                <a:moveTo>
                  <a:pt x="26260" y="33024"/>
                </a:moveTo>
                <a:cubicBezTo>
                  <a:pt x="26448" y="33087"/>
                  <a:pt x="26616" y="33212"/>
                  <a:pt x="26783" y="33275"/>
                </a:cubicBezTo>
                <a:cubicBezTo>
                  <a:pt x="26783" y="33380"/>
                  <a:pt x="26825" y="33505"/>
                  <a:pt x="26825" y="33610"/>
                </a:cubicBezTo>
                <a:lnTo>
                  <a:pt x="26825" y="33903"/>
                </a:lnTo>
                <a:cubicBezTo>
                  <a:pt x="26637" y="33840"/>
                  <a:pt x="26448" y="33756"/>
                  <a:pt x="26302" y="33673"/>
                </a:cubicBezTo>
                <a:cubicBezTo>
                  <a:pt x="26302" y="33673"/>
                  <a:pt x="26323" y="33652"/>
                  <a:pt x="26302" y="33610"/>
                </a:cubicBezTo>
                <a:cubicBezTo>
                  <a:pt x="26260" y="33421"/>
                  <a:pt x="26260" y="33233"/>
                  <a:pt x="26260" y="33024"/>
                </a:cubicBezTo>
                <a:close/>
                <a:moveTo>
                  <a:pt x="23624" y="32020"/>
                </a:moveTo>
                <a:cubicBezTo>
                  <a:pt x="24230" y="32229"/>
                  <a:pt x="24879" y="32313"/>
                  <a:pt x="25507" y="32522"/>
                </a:cubicBezTo>
                <a:cubicBezTo>
                  <a:pt x="26197" y="32752"/>
                  <a:pt x="26867" y="33024"/>
                  <a:pt x="27515" y="33338"/>
                </a:cubicBezTo>
                <a:lnTo>
                  <a:pt x="27453" y="33338"/>
                </a:lnTo>
                <a:cubicBezTo>
                  <a:pt x="27383" y="33338"/>
                  <a:pt x="27322" y="33347"/>
                  <a:pt x="27259" y="33347"/>
                </a:cubicBezTo>
                <a:cubicBezTo>
                  <a:pt x="27227" y="33347"/>
                  <a:pt x="27195" y="33345"/>
                  <a:pt x="27160" y="33338"/>
                </a:cubicBezTo>
                <a:lnTo>
                  <a:pt x="27139" y="33338"/>
                </a:lnTo>
                <a:cubicBezTo>
                  <a:pt x="27076" y="33338"/>
                  <a:pt x="27055" y="33359"/>
                  <a:pt x="27034" y="33421"/>
                </a:cubicBezTo>
                <a:cubicBezTo>
                  <a:pt x="26971" y="33610"/>
                  <a:pt x="26992" y="33840"/>
                  <a:pt x="27034" y="34028"/>
                </a:cubicBezTo>
                <a:lnTo>
                  <a:pt x="26867" y="33965"/>
                </a:lnTo>
                <a:cubicBezTo>
                  <a:pt x="26930" y="33777"/>
                  <a:pt x="26950" y="33505"/>
                  <a:pt x="26888" y="33338"/>
                </a:cubicBezTo>
                <a:cubicBezTo>
                  <a:pt x="26971" y="33338"/>
                  <a:pt x="27055" y="33212"/>
                  <a:pt x="26950" y="33149"/>
                </a:cubicBezTo>
                <a:cubicBezTo>
                  <a:pt x="26678" y="33045"/>
                  <a:pt x="26427" y="32919"/>
                  <a:pt x="26155" y="32815"/>
                </a:cubicBezTo>
                <a:cubicBezTo>
                  <a:pt x="26147" y="32811"/>
                  <a:pt x="26140" y="32809"/>
                  <a:pt x="26134" y="32809"/>
                </a:cubicBezTo>
                <a:cubicBezTo>
                  <a:pt x="26106" y="32809"/>
                  <a:pt x="26093" y="32840"/>
                  <a:pt x="26093" y="32857"/>
                </a:cubicBezTo>
                <a:lnTo>
                  <a:pt x="26093" y="32898"/>
                </a:lnTo>
                <a:cubicBezTo>
                  <a:pt x="26030" y="33129"/>
                  <a:pt x="26051" y="33380"/>
                  <a:pt x="26155" y="33631"/>
                </a:cubicBezTo>
                <a:cubicBezTo>
                  <a:pt x="26051" y="33589"/>
                  <a:pt x="25988" y="33547"/>
                  <a:pt x="25883" y="33526"/>
                </a:cubicBezTo>
                <a:cubicBezTo>
                  <a:pt x="25883" y="33275"/>
                  <a:pt x="25925" y="33024"/>
                  <a:pt x="25883" y="32794"/>
                </a:cubicBezTo>
                <a:cubicBezTo>
                  <a:pt x="25883" y="32752"/>
                  <a:pt x="25883" y="32731"/>
                  <a:pt x="25841" y="32710"/>
                </a:cubicBezTo>
                <a:cubicBezTo>
                  <a:pt x="25695" y="32585"/>
                  <a:pt x="25423" y="32585"/>
                  <a:pt x="25214" y="32543"/>
                </a:cubicBezTo>
                <a:cubicBezTo>
                  <a:pt x="25206" y="32535"/>
                  <a:pt x="25196" y="32530"/>
                  <a:pt x="25183" y="32530"/>
                </a:cubicBezTo>
                <a:cubicBezTo>
                  <a:pt x="25162" y="32530"/>
                  <a:pt x="25136" y="32545"/>
                  <a:pt x="25109" y="32585"/>
                </a:cubicBezTo>
                <a:cubicBezTo>
                  <a:pt x="25005" y="32752"/>
                  <a:pt x="25067" y="33045"/>
                  <a:pt x="25151" y="33254"/>
                </a:cubicBezTo>
                <a:cubicBezTo>
                  <a:pt x="25046" y="33233"/>
                  <a:pt x="24942" y="33170"/>
                  <a:pt x="24837" y="33149"/>
                </a:cubicBezTo>
                <a:lnTo>
                  <a:pt x="24837" y="32794"/>
                </a:lnTo>
                <a:lnTo>
                  <a:pt x="24837" y="32543"/>
                </a:lnTo>
                <a:lnTo>
                  <a:pt x="24837" y="32501"/>
                </a:lnTo>
                <a:lnTo>
                  <a:pt x="24837" y="32438"/>
                </a:lnTo>
                <a:cubicBezTo>
                  <a:pt x="24837" y="32417"/>
                  <a:pt x="24816" y="32407"/>
                  <a:pt x="24793" y="32407"/>
                </a:cubicBezTo>
                <a:cubicBezTo>
                  <a:pt x="24769" y="32407"/>
                  <a:pt x="24743" y="32417"/>
                  <a:pt x="24733" y="32438"/>
                </a:cubicBezTo>
                <a:cubicBezTo>
                  <a:pt x="24544" y="32375"/>
                  <a:pt x="24356" y="32313"/>
                  <a:pt x="24168" y="32292"/>
                </a:cubicBezTo>
                <a:cubicBezTo>
                  <a:pt x="24158" y="32262"/>
                  <a:pt x="24130" y="32247"/>
                  <a:pt x="24101" y="32247"/>
                </a:cubicBezTo>
                <a:cubicBezTo>
                  <a:pt x="24068" y="32247"/>
                  <a:pt x="24032" y="32268"/>
                  <a:pt x="24021" y="32313"/>
                </a:cubicBezTo>
                <a:cubicBezTo>
                  <a:pt x="24000" y="32522"/>
                  <a:pt x="24021" y="32731"/>
                  <a:pt x="24021" y="32940"/>
                </a:cubicBezTo>
                <a:lnTo>
                  <a:pt x="23791" y="32857"/>
                </a:lnTo>
                <a:cubicBezTo>
                  <a:pt x="23812" y="32647"/>
                  <a:pt x="23833" y="32396"/>
                  <a:pt x="23791" y="32187"/>
                </a:cubicBezTo>
                <a:cubicBezTo>
                  <a:pt x="23791" y="32177"/>
                  <a:pt x="23770" y="32171"/>
                  <a:pt x="23749" y="32171"/>
                </a:cubicBezTo>
                <a:cubicBezTo>
                  <a:pt x="23728" y="32171"/>
                  <a:pt x="23707" y="32177"/>
                  <a:pt x="23707" y="32187"/>
                </a:cubicBezTo>
                <a:cubicBezTo>
                  <a:pt x="23707" y="32208"/>
                  <a:pt x="23707" y="32208"/>
                  <a:pt x="23686" y="32229"/>
                </a:cubicBezTo>
                <a:cubicBezTo>
                  <a:pt x="23686" y="32229"/>
                  <a:pt x="23644" y="32229"/>
                  <a:pt x="23644" y="32208"/>
                </a:cubicBezTo>
                <a:cubicBezTo>
                  <a:pt x="23625" y="32204"/>
                  <a:pt x="23608" y="32202"/>
                  <a:pt x="23591" y="32202"/>
                </a:cubicBezTo>
                <a:cubicBezTo>
                  <a:pt x="23515" y="32202"/>
                  <a:pt x="23458" y="32236"/>
                  <a:pt x="23372" y="32271"/>
                </a:cubicBezTo>
                <a:cubicBezTo>
                  <a:pt x="23268" y="32292"/>
                  <a:pt x="23121" y="32313"/>
                  <a:pt x="22996" y="32313"/>
                </a:cubicBezTo>
                <a:cubicBezTo>
                  <a:pt x="22975" y="32313"/>
                  <a:pt x="22954" y="32333"/>
                  <a:pt x="22954" y="32375"/>
                </a:cubicBezTo>
                <a:lnTo>
                  <a:pt x="22954" y="32396"/>
                </a:lnTo>
                <a:cubicBezTo>
                  <a:pt x="22912" y="32543"/>
                  <a:pt x="22954" y="32710"/>
                  <a:pt x="22954" y="32857"/>
                </a:cubicBezTo>
                <a:lnTo>
                  <a:pt x="22661" y="32857"/>
                </a:lnTo>
                <a:cubicBezTo>
                  <a:pt x="22682" y="32689"/>
                  <a:pt x="22703" y="32501"/>
                  <a:pt x="22661" y="32333"/>
                </a:cubicBezTo>
                <a:cubicBezTo>
                  <a:pt x="22651" y="32302"/>
                  <a:pt x="22619" y="32286"/>
                  <a:pt x="22585" y="32286"/>
                </a:cubicBezTo>
                <a:cubicBezTo>
                  <a:pt x="22551" y="32286"/>
                  <a:pt x="22515" y="32302"/>
                  <a:pt x="22494" y="32333"/>
                </a:cubicBezTo>
                <a:cubicBezTo>
                  <a:pt x="22368" y="32333"/>
                  <a:pt x="22243" y="32375"/>
                  <a:pt x="22117" y="32375"/>
                </a:cubicBezTo>
                <a:lnTo>
                  <a:pt x="21740" y="32375"/>
                </a:lnTo>
                <a:cubicBezTo>
                  <a:pt x="21731" y="32356"/>
                  <a:pt x="21709" y="32346"/>
                  <a:pt x="21687" y="32346"/>
                </a:cubicBezTo>
                <a:cubicBezTo>
                  <a:pt x="21661" y="32346"/>
                  <a:pt x="21636" y="32362"/>
                  <a:pt x="21636" y="32396"/>
                </a:cubicBezTo>
                <a:cubicBezTo>
                  <a:pt x="21615" y="32543"/>
                  <a:pt x="21636" y="32731"/>
                  <a:pt x="21720" y="32898"/>
                </a:cubicBezTo>
                <a:lnTo>
                  <a:pt x="21489" y="32898"/>
                </a:lnTo>
                <a:cubicBezTo>
                  <a:pt x="21448" y="32815"/>
                  <a:pt x="21448" y="32731"/>
                  <a:pt x="21448" y="32647"/>
                </a:cubicBezTo>
                <a:cubicBezTo>
                  <a:pt x="21448" y="32585"/>
                  <a:pt x="21489" y="32480"/>
                  <a:pt x="21448" y="32396"/>
                </a:cubicBezTo>
                <a:cubicBezTo>
                  <a:pt x="21448" y="32362"/>
                  <a:pt x="21435" y="32346"/>
                  <a:pt x="21413" y="32346"/>
                </a:cubicBezTo>
                <a:cubicBezTo>
                  <a:pt x="21395" y="32346"/>
                  <a:pt x="21371" y="32356"/>
                  <a:pt x="21343" y="32375"/>
                </a:cubicBezTo>
                <a:cubicBezTo>
                  <a:pt x="21385" y="32313"/>
                  <a:pt x="21343" y="32313"/>
                  <a:pt x="21322" y="32313"/>
                </a:cubicBezTo>
                <a:cubicBezTo>
                  <a:pt x="21289" y="32213"/>
                  <a:pt x="21308" y="32153"/>
                  <a:pt x="21369" y="32153"/>
                </a:cubicBezTo>
                <a:cubicBezTo>
                  <a:pt x="21386" y="32153"/>
                  <a:pt x="21405" y="32157"/>
                  <a:pt x="21427" y="32166"/>
                </a:cubicBezTo>
                <a:lnTo>
                  <a:pt x="22347" y="32166"/>
                </a:lnTo>
                <a:cubicBezTo>
                  <a:pt x="22766" y="32166"/>
                  <a:pt x="23163" y="32124"/>
                  <a:pt x="23582" y="32103"/>
                </a:cubicBezTo>
                <a:cubicBezTo>
                  <a:pt x="23624" y="32103"/>
                  <a:pt x="23624" y="32082"/>
                  <a:pt x="23624" y="32020"/>
                </a:cubicBezTo>
                <a:close/>
                <a:moveTo>
                  <a:pt x="20067" y="33170"/>
                </a:moveTo>
                <a:cubicBezTo>
                  <a:pt x="20087" y="33484"/>
                  <a:pt x="20150" y="33798"/>
                  <a:pt x="20192" y="34112"/>
                </a:cubicBezTo>
                <a:lnTo>
                  <a:pt x="19878" y="33965"/>
                </a:lnTo>
                <a:cubicBezTo>
                  <a:pt x="19836" y="33945"/>
                  <a:pt x="19753" y="33882"/>
                  <a:pt x="19690" y="33861"/>
                </a:cubicBezTo>
                <a:cubicBezTo>
                  <a:pt x="19648" y="33652"/>
                  <a:pt x="19627" y="33421"/>
                  <a:pt x="19606" y="33212"/>
                </a:cubicBezTo>
                <a:lnTo>
                  <a:pt x="19606" y="33212"/>
                </a:lnTo>
                <a:cubicBezTo>
                  <a:pt x="19651" y="33227"/>
                  <a:pt x="19703" y="33234"/>
                  <a:pt x="19759" y="33234"/>
                </a:cubicBezTo>
                <a:cubicBezTo>
                  <a:pt x="19860" y="33234"/>
                  <a:pt x="19972" y="33211"/>
                  <a:pt x="20067" y="33170"/>
                </a:cubicBezTo>
                <a:close/>
                <a:moveTo>
                  <a:pt x="21134" y="33024"/>
                </a:moveTo>
                <a:lnTo>
                  <a:pt x="21134" y="33024"/>
                </a:lnTo>
                <a:cubicBezTo>
                  <a:pt x="21680" y="33056"/>
                  <a:pt x="22238" y="33100"/>
                  <a:pt x="22790" y="33100"/>
                </a:cubicBezTo>
                <a:cubicBezTo>
                  <a:pt x="22957" y="33100"/>
                  <a:pt x="23123" y="33096"/>
                  <a:pt x="23289" y="33087"/>
                </a:cubicBezTo>
                <a:lnTo>
                  <a:pt x="23289" y="33087"/>
                </a:lnTo>
                <a:cubicBezTo>
                  <a:pt x="23805" y="33995"/>
                  <a:pt x="22916" y="34740"/>
                  <a:pt x="22048" y="34740"/>
                </a:cubicBezTo>
                <a:cubicBezTo>
                  <a:pt x="22036" y="34740"/>
                  <a:pt x="22024" y="34740"/>
                  <a:pt x="22012" y="34740"/>
                </a:cubicBezTo>
                <a:cubicBezTo>
                  <a:pt x="21803" y="34740"/>
                  <a:pt x="21594" y="34698"/>
                  <a:pt x="21385" y="34635"/>
                </a:cubicBezTo>
                <a:cubicBezTo>
                  <a:pt x="21385" y="34405"/>
                  <a:pt x="21301" y="34175"/>
                  <a:pt x="21280" y="33924"/>
                </a:cubicBezTo>
                <a:cubicBezTo>
                  <a:pt x="21238" y="33631"/>
                  <a:pt x="21217" y="33317"/>
                  <a:pt x="21134" y="33024"/>
                </a:cubicBezTo>
                <a:close/>
                <a:moveTo>
                  <a:pt x="6864" y="28232"/>
                </a:moveTo>
                <a:lnTo>
                  <a:pt x="6864" y="28232"/>
                </a:lnTo>
                <a:cubicBezTo>
                  <a:pt x="7178" y="28463"/>
                  <a:pt x="7617" y="28714"/>
                  <a:pt x="8035" y="28735"/>
                </a:cubicBezTo>
                <a:cubicBezTo>
                  <a:pt x="7533" y="30116"/>
                  <a:pt x="7680" y="31852"/>
                  <a:pt x="7910" y="33254"/>
                </a:cubicBezTo>
                <a:cubicBezTo>
                  <a:pt x="8098" y="34426"/>
                  <a:pt x="8454" y="35660"/>
                  <a:pt x="8998" y="36727"/>
                </a:cubicBezTo>
                <a:cubicBezTo>
                  <a:pt x="8245" y="35598"/>
                  <a:pt x="7680" y="34384"/>
                  <a:pt x="7303" y="33066"/>
                </a:cubicBezTo>
                <a:cubicBezTo>
                  <a:pt x="6864" y="31476"/>
                  <a:pt x="6864" y="29885"/>
                  <a:pt x="6864" y="28232"/>
                </a:cubicBezTo>
                <a:close/>
                <a:moveTo>
                  <a:pt x="8140" y="29028"/>
                </a:moveTo>
                <a:lnTo>
                  <a:pt x="8224" y="29488"/>
                </a:lnTo>
                <a:cubicBezTo>
                  <a:pt x="8266" y="29718"/>
                  <a:pt x="8287" y="30011"/>
                  <a:pt x="8454" y="30199"/>
                </a:cubicBezTo>
                <a:cubicBezTo>
                  <a:pt x="8454" y="30199"/>
                  <a:pt x="8454" y="30220"/>
                  <a:pt x="8475" y="30220"/>
                </a:cubicBezTo>
                <a:cubicBezTo>
                  <a:pt x="8140" y="32585"/>
                  <a:pt x="8705" y="35137"/>
                  <a:pt x="9626" y="37313"/>
                </a:cubicBezTo>
                <a:cubicBezTo>
                  <a:pt x="8956" y="36037"/>
                  <a:pt x="8391" y="34740"/>
                  <a:pt x="8140" y="33317"/>
                </a:cubicBezTo>
                <a:cubicBezTo>
                  <a:pt x="8015" y="32522"/>
                  <a:pt x="7931" y="31706"/>
                  <a:pt x="7952" y="30932"/>
                </a:cubicBezTo>
                <a:cubicBezTo>
                  <a:pt x="7994" y="30304"/>
                  <a:pt x="8098" y="29655"/>
                  <a:pt x="8140" y="29028"/>
                </a:cubicBezTo>
                <a:close/>
                <a:moveTo>
                  <a:pt x="16614" y="37606"/>
                </a:moveTo>
                <a:cubicBezTo>
                  <a:pt x="16614" y="37606"/>
                  <a:pt x="16614" y="37615"/>
                  <a:pt x="16620" y="37622"/>
                </a:cubicBezTo>
                <a:lnTo>
                  <a:pt x="16620" y="37622"/>
                </a:lnTo>
                <a:cubicBezTo>
                  <a:pt x="16618" y="37616"/>
                  <a:pt x="16616" y="37611"/>
                  <a:pt x="16614" y="37606"/>
                </a:cubicBezTo>
                <a:close/>
                <a:moveTo>
                  <a:pt x="6634" y="30806"/>
                </a:moveTo>
                <a:cubicBezTo>
                  <a:pt x="6696" y="31643"/>
                  <a:pt x="6885" y="32459"/>
                  <a:pt x="7115" y="33254"/>
                </a:cubicBezTo>
                <a:cubicBezTo>
                  <a:pt x="7596" y="34844"/>
                  <a:pt x="8349" y="36309"/>
                  <a:pt x="9375" y="37627"/>
                </a:cubicBezTo>
                <a:cubicBezTo>
                  <a:pt x="7575" y="37460"/>
                  <a:pt x="6236" y="36560"/>
                  <a:pt x="5022" y="35221"/>
                </a:cubicBezTo>
                <a:cubicBezTo>
                  <a:pt x="4730" y="34907"/>
                  <a:pt x="4437" y="34551"/>
                  <a:pt x="4248" y="34133"/>
                </a:cubicBezTo>
                <a:cubicBezTo>
                  <a:pt x="3955" y="33484"/>
                  <a:pt x="4290" y="32982"/>
                  <a:pt x="4730" y="32522"/>
                </a:cubicBezTo>
                <a:cubicBezTo>
                  <a:pt x="5294" y="31894"/>
                  <a:pt x="5943" y="31392"/>
                  <a:pt x="6592" y="30869"/>
                </a:cubicBezTo>
                <a:cubicBezTo>
                  <a:pt x="6634" y="30848"/>
                  <a:pt x="6634" y="30827"/>
                  <a:pt x="6634" y="30806"/>
                </a:cubicBezTo>
                <a:close/>
                <a:moveTo>
                  <a:pt x="16620" y="37622"/>
                </a:moveTo>
                <a:lnTo>
                  <a:pt x="16620" y="37622"/>
                </a:lnTo>
                <a:cubicBezTo>
                  <a:pt x="16623" y="37629"/>
                  <a:pt x="16626" y="37636"/>
                  <a:pt x="16629" y="37643"/>
                </a:cubicBezTo>
                <a:lnTo>
                  <a:pt x="16629" y="37643"/>
                </a:lnTo>
                <a:cubicBezTo>
                  <a:pt x="16633" y="37641"/>
                  <a:pt x="16639" y="37639"/>
                  <a:pt x="16646" y="37639"/>
                </a:cubicBezTo>
                <a:cubicBezTo>
                  <a:pt x="16648" y="37639"/>
                  <a:pt x="16651" y="37640"/>
                  <a:pt x="16654" y="37640"/>
                </a:cubicBezTo>
                <a:lnTo>
                  <a:pt x="16654" y="37640"/>
                </a:lnTo>
                <a:cubicBezTo>
                  <a:pt x="16648" y="37636"/>
                  <a:pt x="16641" y="37631"/>
                  <a:pt x="16635" y="37627"/>
                </a:cubicBezTo>
                <a:cubicBezTo>
                  <a:pt x="16628" y="37627"/>
                  <a:pt x="16623" y="37625"/>
                  <a:pt x="16620" y="37622"/>
                </a:cubicBezTo>
                <a:close/>
                <a:moveTo>
                  <a:pt x="13290" y="35825"/>
                </a:moveTo>
                <a:cubicBezTo>
                  <a:pt x="13337" y="35825"/>
                  <a:pt x="13385" y="35826"/>
                  <a:pt x="13434" y="35828"/>
                </a:cubicBezTo>
                <a:cubicBezTo>
                  <a:pt x="14898" y="35870"/>
                  <a:pt x="15986" y="36832"/>
                  <a:pt x="16489" y="38150"/>
                </a:cubicBezTo>
                <a:cubicBezTo>
                  <a:pt x="16342" y="37960"/>
                  <a:pt x="16084" y="37872"/>
                  <a:pt x="15806" y="37872"/>
                </a:cubicBezTo>
                <a:cubicBezTo>
                  <a:pt x="15686" y="37872"/>
                  <a:pt x="15562" y="37889"/>
                  <a:pt x="15442" y="37920"/>
                </a:cubicBezTo>
                <a:cubicBezTo>
                  <a:pt x="15484" y="37836"/>
                  <a:pt x="15547" y="37753"/>
                  <a:pt x="15547" y="37648"/>
                </a:cubicBezTo>
                <a:cubicBezTo>
                  <a:pt x="15547" y="37460"/>
                  <a:pt x="15380" y="37292"/>
                  <a:pt x="15233" y="37188"/>
                </a:cubicBezTo>
                <a:cubicBezTo>
                  <a:pt x="15117" y="37106"/>
                  <a:pt x="14980" y="37063"/>
                  <a:pt x="14854" y="37063"/>
                </a:cubicBezTo>
                <a:cubicBezTo>
                  <a:pt x="14753" y="37063"/>
                  <a:pt x="14659" y="37090"/>
                  <a:pt x="14585" y="37146"/>
                </a:cubicBezTo>
                <a:cubicBezTo>
                  <a:pt x="14543" y="36832"/>
                  <a:pt x="14396" y="36518"/>
                  <a:pt x="14082" y="36414"/>
                </a:cubicBezTo>
                <a:cubicBezTo>
                  <a:pt x="14006" y="36387"/>
                  <a:pt x="13933" y="36375"/>
                  <a:pt x="13863" y="36375"/>
                </a:cubicBezTo>
                <a:cubicBezTo>
                  <a:pt x="13546" y="36375"/>
                  <a:pt x="13287" y="36621"/>
                  <a:pt x="13099" y="36895"/>
                </a:cubicBezTo>
                <a:cubicBezTo>
                  <a:pt x="12981" y="36709"/>
                  <a:pt x="12712" y="36605"/>
                  <a:pt x="12481" y="36605"/>
                </a:cubicBezTo>
                <a:cubicBezTo>
                  <a:pt x="12426" y="36605"/>
                  <a:pt x="12373" y="36611"/>
                  <a:pt x="12325" y="36623"/>
                </a:cubicBezTo>
                <a:cubicBezTo>
                  <a:pt x="11927" y="36769"/>
                  <a:pt x="11718" y="37188"/>
                  <a:pt x="11739" y="37564"/>
                </a:cubicBezTo>
                <a:cubicBezTo>
                  <a:pt x="11666" y="37535"/>
                  <a:pt x="11584" y="37522"/>
                  <a:pt x="11500" y="37522"/>
                </a:cubicBezTo>
                <a:cubicBezTo>
                  <a:pt x="11222" y="37522"/>
                  <a:pt x="10911" y="37665"/>
                  <a:pt x="10735" y="37857"/>
                </a:cubicBezTo>
                <a:cubicBezTo>
                  <a:pt x="10442" y="38171"/>
                  <a:pt x="10400" y="38590"/>
                  <a:pt x="10442" y="38987"/>
                </a:cubicBezTo>
                <a:cubicBezTo>
                  <a:pt x="10169" y="38564"/>
                  <a:pt x="9691" y="38257"/>
                  <a:pt x="9229" y="38257"/>
                </a:cubicBezTo>
                <a:cubicBezTo>
                  <a:pt x="8983" y="38257"/>
                  <a:pt x="8741" y="38344"/>
                  <a:pt x="8538" y="38548"/>
                </a:cubicBezTo>
                <a:cubicBezTo>
                  <a:pt x="8496" y="38297"/>
                  <a:pt x="8307" y="38087"/>
                  <a:pt x="8077" y="38025"/>
                </a:cubicBezTo>
                <a:cubicBezTo>
                  <a:pt x="8006" y="37997"/>
                  <a:pt x="7932" y="37984"/>
                  <a:pt x="7860" y="37984"/>
                </a:cubicBezTo>
                <a:cubicBezTo>
                  <a:pt x="7658" y="37984"/>
                  <a:pt x="7463" y="38085"/>
                  <a:pt x="7324" y="38255"/>
                </a:cubicBezTo>
                <a:cubicBezTo>
                  <a:pt x="7179" y="37921"/>
                  <a:pt x="6833" y="37598"/>
                  <a:pt x="6495" y="37598"/>
                </a:cubicBezTo>
                <a:cubicBezTo>
                  <a:pt x="6345" y="37598"/>
                  <a:pt x="6197" y="37661"/>
                  <a:pt x="6069" y="37815"/>
                </a:cubicBezTo>
                <a:cubicBezTo>
                  <a:pt x="5755" y="38171"/>
                  <a:pt x="5922" y="38715"/>
                  <a:pt x="6257" y="38987"/>
                </a:cubicBezTo>
                <a:cubicBezTo>
                  <a:pt x="6048" y="39029"/>
                  <a:pt x="5859" y="39196"/>
                  <a:pt x="5818" y="39427"/>
                </a:cubicBezTo>
                <a:cubicBezTo>
                  <a:pt x="5755" y="39657"/>
                  <a:pt x="5922" y="39908"/>
                  <a:pt x="6111" y="39950"/>
                </a:cubicBezTo>
                <a:cubicBezTo>
                  <a:pt x="6063" y="39961"/>
                  <a:pt x="6014" y="39967"/>
                  <a:pt x="5963" y="39967"/>
                </a:cubicBezTo>
                <a:cubicBezTo>
                  <a:pt x="5564" y="39967"/>
                  <a:pt x="5078" y="39631"/>
                  <a:pt x="4855" y="39427"/>
                </a:cubicBezTo>
                <a:cubicBezTo>
                  <a:pt x="4499" y="39092"/>
                  <a:pt x="4353" y="38590"/>
                  <a:pt x="4395" y="38129"/>
                </a:cubicBezTo>
                <a:cubicBezTo>
                  <a:pt x="4518" y="37281"/>
                  <a:pt x="5149" y="36851"/>
                  <a:pt x="5859" y="36851"/>
                </a:cubicBezTo>
                <a:cubicBezTo>
                  <a:pt x="5990" y="36851"/>
                  <a:pt x="6123" y="36865"/>
                  <a:pt x="6257" y="36895"/>
                </a:cubicBezTo>
                <a:cubicBezTo>
                  <a:pt x="7045" y="37477"/>
                  <a:pt x="7930" y="37877"/>
                  <a:pt x="8845" y="37877"/>
                </a:cubicBezTo>
                <a:cubicBezTo>
                  <a:pt x="9048" y="37877"/>
                  <a:pt x="9253" y="37857"/>
                  <a:pt x="9458" y="37815"/>
                </a:cubicBezTo>
                <a:cubicBezTo>
                  <a:pt x="9473" y="37830"/>
                  <a:pt x="9491" y="37837"/>
                  <a:pt x="9508" y="37837"/>
                </a:cubicBezTo>
                <a:cubicBezTo>
                  <a:pt x="9539" y="37837"/>
                  <a:pt x="9570" y="37814"/>
                  <a:pt x="9584" y="37774"/>
                </a:cubicBezTo>
                <a:cubicBezTo>
                  <a:pt x="9605" y="37815"/>
                  <a:pt x="9668" y="37815"/>
                  <a:pt x="9709" y="37815"/>
                </a:cubicBezTo>
                <a:cubicBezTo>
                  <a:pt x="9695" y="37845"/>
                  <a:pt x="9732" y="37875"/>
                  <a:pt x="9763" y="37875"/>
                </a:cubicBezTo>
                <a:cubicBezTo>
                  <a:pt x="9775" y="37875"/>
                  <a:pt x="9787" y="37870"/>
                  <a:pt x="9793" y="37857"/>
                </a:cubicBezTo>
                <a:cubicBezTo>
                  <a:pt x="10644" y="36743"/>
                  <a:pt x="11829" y="35825"/>
                  <a:pt x="13290" y="35825"/>
                </a:cubicBezTo>
                <a:close/>
                <a:moveTo>
                  <a:pt x="28197" y="37605"/>
                </a:moveTo>
                <a:cubicBezTo>
                  <a:pt x="28437" y="37605"/>
                  <a:pt x="28680" y="37652"/>
                  <a:pt x="28917" y="37753"/>
                </a:cubicBezTo>
                <a:cubicBezTo>
                  <a:pt x="29901" y="38171"/>
                  <a:pt x="30215" y="39134"/>
                  <a:pt x="30089" y="40117"/>
                </a:cubicBezTo>
                <a:cubicBezTo>
                  <a:pt x="30026" y="40012"/>
                  <a:pt x="29922" y="39929"/>
                  <a:pt x="29796" y="39866"/>
                </a:cubicBezTo>
                <a:cubicBezTo>
                  <a:pt x="29744" y="39849"/>
                  <a:pt x="29681" y="39838"/>
                  <a:pt x="29617" y="39838"/>
                </a:cubicBezTo>
                <a:cubicBezTo>
                  <a:pt x="29525" y="39838"/>
                  <a:pt x="29430" y="39859"/>
                  <a:pt x="29357" y="39908"/>
                </a:cubicBezTo>
                <a:cubicBezTo>
                  <a:pt x="29419" y="39699"/>
                  <a:pt x="29419" y="39427"/>
                  <a:pt x="29231" y="39301"/>
                </a:cubicBezTo>
                <a:cubicBezTo>
                  <a:pt x="29144" y="39246"/>
                  <a:pt x="29039" y="39215"/>
                  <a:pt x="28941" y="39215"/>
                </a:cubicBezTo>
                <a:cubicBezTo>
                  <a:pt x="28852" y="39215"/>
                  <a:pt x="28768" y="39241"/>
                  <a:pt x="28708" y="39301"/>
                </a:cubicBezTo>
                <a:cubicBezTo>
                  <a:pt x="28645" y="39092"/>
                  <a:pt x="28520" y="38924"/>
                  <a:pt x="28310" y="38883"/>
                </a:cubicBezTo>
                <a:cubicBezTo>
                  <a:pt x="28266" y="38870"/>
                  <a:pt x="28219" y="38864"/>
                  <a:pt x="28173" y="38864"/>
                </a:cubicBezTo>
                <a:cubicBezTo>
                  <a:pt x="27981" y="38864"/>
                  <a:pt x="27788" y="38965"/>
                  <a:pt x="27704" y="39134"/>
                </a:cubicBezTo>
                <a:cubicBezTo>
                  <a:pt x="27599" y="39046"/>
                  <a:pt x="27465" y="39003"/>
                  <a:pt x="27339" y="39003"/>
                </a:cubicBezTo>
                <a:cubicBezTo>
                  <a:pt x="27314" y="39003"/>
                  <a:pt x="27289" y="39005"/>
                  <a:pt x="27264" y="39008"/>
                </a:cubicBezTo>
                <a:cubicBezTo>
                  <a:pt x="27097" y="39071"/>
                  <a:pt x="26950" y="39175"/>
                  <a:pt x="26888" y="39322"/>
                </a:cubicBezTo>
                <a:cubicBezTo>
                  <a:pt x="26846" y="39280"/>
                  <a:pt x="26762" y="39238"/>
                  <a:pt x="26657" y="39217"/>
                </a:cubicBezTo>
                <a:cubicBezTo>
                  <a:pt x="26616" y="39217"/>
                  <a:pt x="26532" y="39217"/>
                  <a:pt x="26469" y="39238"/>
                </a:cubicBezTo>
                <a:cubicBezTo>
                  <a:pt x="26574" y="38987"/>
                  <a:pt x="26637" y="38694"/>
                  <a:pt x="26637" y="38401"/>
                </a:cubicBezTo>
                <a:cubicBezTo>
                  <a:pt x="27012" y="37906"/>
                  <a:pt x="27591" y="37605"/>
                  <a:pt x="28197" y="37605"/>
                </a:cubicBezTo>
                <a:close/>
                <a:moveTo>
                  <a:pt x="7319" y="0"/>
                </a:moveTo>
                <a:cubicBezTo>
                  <a:pt x="7270" y="0"/>
                  <a:pt x="7219" y="33"/>
                  <a:pt x="7219" y="90"/>
                </a:cubicBezTo>
                <a:cubicBezTo>
                  <a:pt x="7261" y="1032"/>
                  <a:pt x="7471" y="1973"/>
                  <a:pt x="7533" y="2915"/>
                </a:cubicBezTo>
                <a:cubicBezTo>
                  <a:pt x="7617" y="3752"/>
                  <a:pt x="7680" y="4610"/>
                  <a:pt x="7826" y="5447"/>
                </a:cubicBezTo>
                <a:cubicBezTo>
                  <a:pt x="7638" y="5447"/>
                  <a:pt x="7429" y="5488"/>
                  <a:pt x="7261" y="5509"/>
                </a:cubicBezTo>
                <a:cubicBezTo>
                  <a:pt x="7324" y="4610"/>
                  <a:pt x="7261" y="3731"/>
                  <a:pt x="7261" y="2873"/>
                </a:cubicBezTo>
                <a:cubicBezTo>
                  <a:pt x="7219" y="1952"/>
                  <a:pt x="7261" y="1053"/>
                  <a:pt x="7219" y="153"/>
                </a:cubicBezTo>
                <a:cubicBezTo>
                  <a:pt x="7219" y="101"/>
                  <a:pt x="7183" y="74"/>
                  <a:pt x="7146" y="74"/>
                </a:cubicBezTo>
                <a:cubicBezTo>
                  <a:pt x="7110" y="74"/>
                  <a:pt x="7073" y="101"/>
                  <a:pt x="7073" y="153"/>
                </a:cubicBezTo>
                <a:lnTo>
                  <a:pt x="7073" y="885"/>
                </a:lnTo>
                <a:cubicBezTo>
                  <a:pt x="6816" y="716"/>
                  <a:pt x="6521" y="648"/>
                  <a:pt x="6214" y="648"/>
                </a:cubicBezTo>
                <a:cubicBezTo>
                  <a:pt x="5570" y="648"/>
                  <a:pt x="4877" y="950"/>
                  <a:pt x="4395" y="1262"/>
                </a:cubicBezTo>
                <a:cubicBezTo>
                  <a:pt x="3872" y="1618"/>
                  <a:pt x="3411" y="2057"/>
                  <a:pt x="2805" y="2203"/>
                </a:cubicBezTo>
                <a:cubicBezTo>
                  <a:pt x="2659" y="2240"/>
                  <a:pt x="2517" y="2257"/>
                  <a:pt x="2377" y="2257"/>
                </a:cubicBezTo>
                <a:cubicBezTo>
                  <a:pt x="1791" y="2257"/>
                  <a:pt x="1256" y="1960"/>
                  <a:pt x="817" y="1555"/>
                </a:cubicBezTo>
                <a:cubicBezTo>
                  <a:pt x="789" y="1541"/>
                  <a:pt x="759" y="1534"/>
                  <a:pt x="730" y="1534"/>
                </a:cubicBezTo>
                <a:cubicBezTo>
                  <a:pt x="673" y="1534"/>
                  <a:pt x="622" y="1562"/>
                  <a:pt x="608" y="1618"/>
                </a:cubicBezTo>
                <a:cubicBezTo>
                  <a:pt x="315" y="2099"/>
                  <a:pt x="315" y="2789"/>
                  <a:pt x="252" y="3354"/>
                </a:cubicBezTo>
                <a:cubicBezTo>
                  <a:pt x="147" y="4149"/>
                  <a:pt x="1" y="4923"/>
                  <a:pt x="1" y="5719"/>
                </a:cubicBezTo>
                <a:cubicBezTo>
                  <a:pt x="1" y="5776"/>
                  <a:pt x="51" y="5808"/>
                  <a:pt x="100" y="5808"/>
                </a:cubicBezTo>
                <a:cubicBezTo>
                  <a:pt x="101" y="5808"/>
                  <a:pt x="102" y="5808"/>
                  <a:pt x="102" y="5808"/>
                </a:cubicBezTo>
                <a:lnTo>
                  <a:pt x="102" y="5808"/>
                </a:lnTo>
                <a:cubicBezTo>
                  <a:pt x="85" y="5831"/>
                  <a:pt x="82" y="5872"/>
                  <a:pt x="105" y="5907"/>
                </a:cubicBezTo>
                <a:cubicBezTo>
                  <a:pt x="571" y="6310"/>
                  <a:pt x="1196" y="6493"/>
                  <a:pt x="1820" y="6493"/>
                </a:cubicBezTo>
                <a:cubicBezTo>
                  <a:pt x="2234" y="6493"/>
                  <a:pt x="2647" y="6413"/>
                  <a:pt x="3014" y="6263"/>
                </a:cubicBezTo>
                <a:cubicBezTo>
                  <a:pt x="4236" y="5793"/>
                  <a:pt x="5171" y="4494"/>
                  <a:pt x="6517" y="4494"/>
                </a:cubicBezTo>
                <a:cubicBezTo>
                  <a:pt x="6669" y="4494"/>
                  <a:pt x="6826" y="4511"/>
                  <a:pt x="6989" y="4547"/>
                </a:cubicBezTo>
                <a:lnTo>
                  <a:pt x="7052" y="4547"/>
                </a:lnTo>
                <a:cubicBezTo>
                  <a:pt x="7052" y="4882"/>
                  <a:pt x="7073" y="5196"/>
                  <a:pt x="7094" y="5530"/>
                </a:cubicBezTo>
                <a:cubicBezTo>
                  <a:pt x="6885" y="5593"/>
                  <a:pt x="6675" y="5656"/>
                  <a:pt x="6529" y="5719"/>
                </a:cubicBezTo>
                <a:cubicBezTo>
                  <a:pt x="6027" y="5949"/>
                  <a:pt x="5943" y="6597"/>
                  <a:pt x="6383" y="6953"/>
                </a:cubicBezTo>
                <a:cubicBezTo>
                  <a:pt x="6474" y="7018"/>
                  <a:pt x="6721" y="7092"/>
                  <a:pt x="6919" y="7092"/>
                </a:cubicBezTo>
                <a:cubicBezTo>
                  <a:pt x="7037" y="7092"/>
                  <a:pt x="7138" y="7066"/>
                  <a:pt x="7178" y="6995"/>
                </a:cubicBezTo>
                <a:cubicBezTo>
                  <a:pt x="7178" y="7204"/>
                  <a:pt x="7199" y="7392"/>
                  <a:pt x="7199" y="7581"/>
                </a:cubicBezTo>
                <a:lnTo>
                  <a:pt x="7199" y="7602"/>
                </a:lnTo>
                <a:cubicBezTo>
                  <a:pt x="5943" y="8104"/>
                  <a:pt x="4646" y="8543"/>
                  <a:pt x="3432" y="9150"/>
                </a:cubicBezTo>
                <a:cubicBezTo>
                  <a:pt x="3411" y="9108"/>
                  <a:pt x="3390" y="9108"/>
                  <a:pt x="3349" y="9108"/>
                </a:cubicBezTo>
                <a:cubicBezTo>
                  <a:pt x="3223" y="9150"/>
                  <a:pt x="3181" y="9297"/>
                  <a:pt x="3181" y="9422"/>
                </a:cubicBezTo>
                <a:cubicBezTo>
                  <a:pt x="3181" y="9506"/>
                  <a:pt x="3202" y="9569"/>
                  <a:pt x="3223" y="9610"/>
                </a:cubicBezTo>
                <a:cubicBezTo>
                  <a:pt x="3202" y="9610"/>
                  <a:pt x="3202" y="9631"/>
                  <a:pt x="3181" y="9673"/>
                </a:cubicBezTo>
                <a:cubicBezTo>
                  <a:pt x="2156" y="11201"/>
                  <a:pt x="1549" y="12979"/>
                  <a:pt x="1507" y="14841"/>
                </a:cubicBezTo>
                <a:cubicBezTo>
                  <a:pt x="1445" y="16536"/>
                  <a:pt x="1779" y="18587"/>
                  <a:pt x="3035" y="19821"/>
                </a:cubicBezTo>
                <a:cubicBezTo>
                  <a:pt x="3047" y="19829"/>
                  <a:pt x="3060" y="19833"/>
                  <a:pt x="3074" y="19833"/>
                </a:cubicBezTo>
                <a:cubicBezTo>
                  <a:pt x="3131" y="19833"/>
                  <a:pt x="3190" y="19771"/>
                  <a:pt x="3139" y="19737"/>
                </a:cubicBezTo>
                <a:cubicBezTo>
                  <a:pt x="3139" y="19737"/>
                  <a:pt x="3139" y="19716"/>
                  <a:pt x="3118" y="19716"/>
                </a:cubicBezTo>
                <a:cubicBezTo>
                  <a:pt x="4290" y="18064"/>
                  <a:pt x="6152" y="17017"/>
                  <a:pt x="8098" y="16390"/>
                </a:cubicBezTo>
                <a:lnTo>
                  <a:pt x="8098" y="16390"/>
                </a:lnTo>
                <a:cubicBezTo>
                  <a:pt x="8035" y="17248"/>
                  <a:pt x="8015" y="18084"/>
                  <a:pt x="8015" y="18942"/>
                </a:cubicBezTo>
                <a:cubicBezTo>
                  <a:pt x="6257" y="19361"/>
                  <a:pt x="4458" y="19779"/>
                  <a:pt x="2930" y="20679"/>
                </a:cubicBezTo>
                <a:lnTo>
                  <a:pt x="2909" y="20658"/>
                </a:lnTo>
                <a:cubicBezTo>
                  <a:pt x="2896" y="20655"/>
                  <a:pt x="2882" y="20654"/>
                  <a:pt x="2870" y="20654"/>
                </a:cubicBezTo>
                <a:cubicBezTo>
                  <a:pt x="2690" y="20654"/>
                  <a:pt x="2620" y="20920"/>
                  <a:pt x="2679" y="21077"/>
                </a:cubicBezTo>
                <a:cubicBezTo>
                  <a:pt x="2700" y="21118"/>
                  <a:pt x="2763" y="21181"/>
                  <a:pt x="2805" y="21223"/>
                </a:cubicBezTo>
                <a:cubicBezTo>
                  <a:pt x="608" y="24048"/>
                  <a:pt x="1152" y="28191"/>
                  <a:pt x="3495" y="30764"/>
                </a:cubicBezTo>
                <a:cubicBezTo>
                  <a:pt x="3517" y="30800"/>
                  <a:pt x="3553" y="30816"/>
                  <a:pt x="3591" y="30816"/>
                </a:cubicBezTo>
                <a:cubicBezTo>
                  <a:pt x="3665" y="30816"/>
                  <a:pt x="3746" y="30756"/>
                  <a:pt x="3746" y="30660"/>
                </a:cubicBezTo>
                <a:cubicBezTo>
                  <a:pt x="3704" y="28002"/>
                  <a:pt x="6111" y="26831"/>
                  <a:pt x="8433" y="26579"/>
                </a:cubicBezTo>
                <a:lnTo>
                  <a:pt x="8433" y="26579"/>
                </a:lnTo>
                <a:cubicBezTo>
                  <a:pt x="8370" y="27688"/>
                  <a:pt x="8433" y="28776"/>
                  <a:pt x="8517" y="29885"/>
                </a:cubicBezTo>
                <a:cubicBezTo>
                  <a:pt x="8475" y="29718"/>
                  <a:pt x="8412" y="29572"/>
                  <a:pt x="8349" y="29404"/>
                </a:cubicBezTo>
                <a:cubicBezTo>
                  <a:pt x="8266" y="29153"/>
                  <a:pt x="8203" y="28923"/>
                  <a:pt x="8119" y="28651"/>
                </a:cubicBezTo>
                <a:cubicBezTo>
                  <a:pt x="8119" y="28630"/>
                  <a:pt x="8098" y="28630"/>
                  <a:pt x="8098" y="28630"/>
                </a:cubicBezTo>
                <a:lnTo>
                  <a:pt x="8098" y="28567"/>
                </a:lnTo>
                <a:cubicBezTo>
                  <a:pt x="8098" y="28546"/>
                  <a:pt x="8056" y="28525"/>
                  <a:pt x="8035" y="28525"/>
                </a:cubicBezTo>
                <a:lnTo>
                  <a:pt x="8015" y="28525"/>
                </a:lnTo>
                <a:cubicBezTo>
                  <a:pt x="7826" y="28421"/>
                  <a:pt x="7617" y="28358"/>
                  <a:pt x="7429" y="28295"/>
                </a:cubicBezTo>
                <a:cubicBezTo>
                  <a:pt x="7219" y="28211"/>
                  <a:pt x="7052" y="28107"/>
                  <a:pt x="6864" y="28023"/>
                </a:cubicBezTo>
                <a:cubicBezTo>
                  <a:pt x="6848" y="28018"/>
                  <a:pt x="6834" y="28015"/>
                  <a:pt x="6821" y="28015"/>
                </a:cubicBezTo>
                <a:cubicBezTo>
                  <a:pt x="6781" y="28015"/>
                  <a:pt x="6754" y="28039"/>
                  <a:pt x="6738" y="28086"/>
                </a:cubicBezTo>
                <a:cubicBezTo>
                  <a:pt x="6696" y="28086"/>
                  <a:pt x="6655" y="28086"/>
                  <a:pt x="6655" y="28107"/>
                </a:cubicBezTo>
                <a:cubicBezTo>
                  <a:pt x="6466" y="28944"/>
                  <a:pt x="6445" y="29823"/>
                  <a:pt x="6550" y="30701"/>
                </a:cubicBezTo>
                <a:cubicBezTo>
                  <a:pt x="6535" y="30641"/>
                  <a:pt x="6488" y="30592"/>
                  <a:pt x="6431" y="30592"/>
                </a:cubicBezTo>
                <a:cubicBezTo>
                  <a:pt x="6409" y="30592"/>
                  <a:pt x="6385" y="30600"/>
                  <a:pt x="6362" y="30618"/>
                </a:cubicBezTo>
                <a:cubicBezTo>
                  <a:pt x="5504" y="31141"/>
                  <a:pt x="4562" y="31915"/>
                  <a:pt x="4018" y="32752"/>
                </a:cubicBezTo>
                <a:cubicBezTo>
                  <a:pt x="3516" y="33526"/>
                  <a:pt x="3746" y="34217"/>
                  <a:pt x="4290" y="34886"/>
                </a:cubicBezTo>
                <a:cubicBezTo>
                  <a:pt x="4709" y="35409"/>
                  <a:pt x="5232" y="35974"/>
                  <a:pt x="5818" y="36476"/>
                </a:cubicBezTo>
                <a:cubicBezTo>
                  <a:pt x="5807" y="36476"/>
                  <a:pt x="5795" y="36476"/>
                  <a:pt x="5784" y="36476"/>
                </a:cubicBezTo>
                <a:cubicBezTo>
                  <a:pt x="4938" y="36476"/>
                  <a:pt x="4123" y="37263"/>
                  <a:pt x="4123" y="38234"/>
                </a:cubicBezTo>
                <a:cubicBezTo>
                  <a:pt x="4123" y="38862"/>
                  <a:pt x="4458" y="39427"/>
                  <a:pt x="4981" y="39803"/>
                </a:cubicBezTo>
                <a:cubicBezTo>
                  <a:pt x="5191" y="39944"/>
                  <a:pt x="5638" y="40178"/>
                  <a:pt x="5984" y="40178"/>
                </a:cubicBezTo>
                <a:cubicBezTo>
                  <a:pt x="6154" y="40178"/>
                  <a:pt x="6300" y="40122"/>
                  <a:pt x="6383" y="39971"/>
                </a:cubicBezTo>
                <a:cubicBezTo>
                  <a:pt x="6403" y="39950"/>
                  <a:pt x="6403" y="39929"/>
                  <a:pt x="6383" y="39908"/>
                </a:cubicBezTo>
                <a:cubicBezTo>
                  <a:pt x="6403" y="39908"/>
                  <a:pt x="6403" y="39866"/>
                  <a:pt x="6445" y="39866"/>
                </a:cubicBezTo>
                <a:cubicBezTo>
                  <a:pt x="6487" y="39845"/>
                  <a:pt x="6466" y="39740"/>
                  <a:pt x="6403" y="39740"/>
                </a:cubicBezTo>
                <a:cubicBezTo>
                  <a:pt x="6391" y="39742"/>
                  <a:pt x="6379" y="39742"/>
                  <a:pt x="6367" y="39742"/>
                </a:cubicBezTo>
                <a:cubicBezTo>
                  <a:pt x="6185" y="39742"/>
                  <a:pt x="5968" y="39600"/>
                  <a:pt x="6027" y="39385"/>
                </a:cubicBezTo>
                <a:cubicBezTo>
                  <a:pt x="6048" y="39238"/>
                  <a:pt x="6131" y="39134"/>
                  <a:pt x="6257" y="39113"/>
                </a:cubicBezTo>
                <a:cubicBezTo>
                  <a:pt x="6305" y="39097"/>
                  <a:pt x="6353" y="39090"/>
                  <a:pt x="6402" y="39090"/>
                </a:cubicBezTo>
                <a:cubicBezTo>
                  <a:pt x="6481" y="39090"/>
                  <a:pt x="6564" y="39108"/>
                  <a:pt x="6655" y="39134"/>
                </a:cubicBezTo>
                <a:cubicBezTo>
                  <a:pt x="6662" y="39141"/>
                  <a:pt x="6669" y="39145"/>
                  <a:pt x="6676" y="39145"/>
                </a:cubicBezTo>
                <a:cubicBezTo>
                  <a:pt x="6703" y="39145"/>
                  <a:pt x="6713" y="39080"/>
                  <a:pt x="6696" y="39029"/>
                </a:cubicBezTo>
                <a:cubicBezTo>
                  <a:pt x="6675" y="39008"/>
                  <a:pt x="6655" y="39008"/>
                  <a:pt x="6634" y="38987"/>
                </a:cubicBezTo>
                <a:lnTo>
                  <a:pt x="6592" y="38966"/>
                </a:lnTo>
                <a:cubicBezTo>
                  <a:pt x="6236" y="38778"/>
                  <a:pt x="5943" y="38339"/>
                  <a:pt x="6173" y="37941"/>
                </a:cubicBezTo>
                <a:cubicBezTo>
                  <a:pt x="6253" y="37811"/>
                  <a:pt x="6367" y="37758"/>
                  <a:pt x="6486" y="37758"/>
                </a:cubicBezTo>
                <a:cubicBezTo>
                  <a:pt x="6617" y="37758"/>
                  <a:pt x="6754" y="37822"/>
                  <a:pt x="6864" y="37920"/>
                </a:cubicBezTo>
                <a:cubicBezTo>
                  <a:pt x="7010" y="38046"/>
                  <a:pt x="7073" y="38255"/>
                  <a:pt x="7199" y="38401"/>
                </a:cubicBezTo>
                <a:cubicBezTo>
                  <a:pt x="7218" y="38420"/>
                  <a:pt x="7237" y="38428"/>
                  <a:pt x="7254" y="38428"/>
                </a:cubicBezTo>
                <a:cubicBezTo>
                  <a:pt x="7294" y="38428"/>
                  <a:pt x="7324" y="38389"/>
                  <a:pt x="7324" y="38359"/>
                </a:cubicBezTo>
                <a:cubicBezTo>
                  <a:pt x="7345" y="38359"/>
                  <a:pt x="7345" y="38359"/>
                  <a:pt x="7387" y="38339"/>
                </a:cubicBezTo>
                <a:cubicBezTo>
                  <a:pt x="7525" y="38216"/>
                  <a:pt x="7685" y="38138"/>
                  <a:pt x="7851" y="38138"/>
                </a:cubicBezTo>
                <a:cubicBezTo>
                  <a:pt x="7912" y="38138"/>
                  <a:pt x="7974" y="38149"/>
                  <a:pt x="8035" y="38171"/>
                </a:cubicBezTo>
                <a:cubicBezTo>
                  <a:pt x="8245" y="38276"/>
                  <a:pt x="8307" y="38464"/>
                  <a:pt x="8433" y="38652"/>
                </a:cubicBezTo>
                <a:cubicBezTo>
                  <a:pt x="8443" y="38663"/>
                  <a:pt x="8459" y="38668"/>
                  <a:pt x="8477" y="38668"/>
                </a:cubicBezTo>
                <a:cubicBezTo>
                  <a:pt x="8496" y="38668"/>
                  <a:pt x="8517" y="38663"/>
                  <a:pt x="8538" y="38652"/>
                </a:cubicBezTo>
                <a:cubicBezTo>
                  <a:pt x="8753" y="38545"/>
                  <a:pt x="9003" y="38471"/>
                  <a:pt x="9252" y="38471"/>
                </a:cubicBezTo>
                <a:cubicBezTo>
                  <a:pt x="9438" y="38471"/>
                  <a:pt x="9623" y="38512"/>
                  <a:pt x="9793" y="38611"/>
                </a:cubicBezTo>
                <a:cubicBezTo>
                  <a:pt x="10149" y="38820"/>
                  <a:pt x="10316" y="39196"/>
                  <a:pt x="10525" y="39510"/>
                </a:cubicBezTo>
                <a:cubicBezTo>
                  <a:pt x="10536" y="39531"/>
                  <a:pt x="10552" y="39542"/>
                  <a:pt x="10570" y="39542"/>
                </a:cubicBezTo>
                <a:cubicBezTo>
                  <a:pt x="10588" y="39542"/>
                  <a:pt x="10609" y="39531"/>
                  <a:pt x="10630" y="39510"/>
                </a:cubicBezTo>
                <a:cubicBezTo>
                  <a:pt x="10635" y="39515"/>
                  <a:pt x="10642" y="39518"/>
                  <a:pt x="10649" y="39518"/>
                </a:cubicBezTo>
                <a:cubicBezTo>
                  <a:pt x="10669" y="39518"/>
                  <a:pt x="10693" y="39495"/>
                  <a:pt x="10693" y="39447"/>
                </a:cubicBezTo>
                <a:cubicBezTo>
                  <a:pt x="10651" y="39071"/>
                  <a:pt x="10567" y="38611"/>
                  <a:pt x="10735" y="38255"/>
                </a:cubicBezTo>
                <a:cubicBezTo>
                  <a:pt x="10797" y="38046"/>
                  <a:pt x="10965" y="37857"/>
                  <a:pt x="11174" y="37753"/>
                </a:cubicBezTo>
                <a:cubicBezTo>
                  <a:pt x="11267" y="37713"/>
                  <a:pt x="11348" y="37696"/>
                  <a:pt x="11423" y="37696"/>
                </a:cubicBezTo>
                <a:cubicBezTo>
                  <a:pt x="11584" y="37696"/>
                  <a:pt x="11721" y="37772"/>
                  <a:pt x="11906" y="37857"/>
                </a:cubicBezTo>
                <a:cubicBezTo>
                  <a:pt x="11921" y="37861"/>
                  <a:pt x="11934" y="37863"/>
                  <a:pt x="11947" y="37863"/>
                </a:cubicBezTo>
                <a:cubicBezTo>
                  <a:pt x="12009" y="37863"/>
                  <a:pt x="12046" y="37822"/>
                  <a:pt x="12011" y="37753"/>
                </a:cubicBezTo>
                <a:cubicBezTo>
                  <a:pt x="11990" y="37732"/>
                  <a:pt x="11948" y="37711"/>
                  <a:pt x="11927" y="37648"/>
                </a:cubicBezTo>
                <a:cubicBezTo>
                  <a:pt x="11927" y="37334"/>
                  <a:pt x="11990" y="37020"/>
                  <a:pt x="12262" y="36832"/>
                </a:cubicBezTo>
                <a:cubicBezTo>
                  <a:pt x="12358" y="36779"/>
                  <a:pt x="12446" y="36755"/>
                  <a:pt x="12526" y="36755"/>
                </a:cubicBezTo>
                <a:cubicBezTo>
                  <a:pt x="12760" y="36755"/>
                  <a:pt x="12927" y="36954"/>
                  <a:pt x="13036" y="37188"/>
                </a:cubicBezTo>
                <a:cubicBezTo>
                  <a:pt x="13044" y="37203"/>
                  <a:pt x="13059" y="37209"/>
                  <a:pt x="13077" y="37209"/>
                </a:cubicBezTo>
                <a:cubicBezTo>
                  <a:pt x="13109" y="37209"/>
                  <a:pt x="13148" y="37186"/>
                  <a:pt x="13162" y="37146"/>
                </a:cubicBezTo>
                <a:lnTo>
                  <a:pt x="13162" y="37020"/>
                </a:lnTo>
                <a:cubicBezTo>
                  <a:pt x="13311" y="36789"/>
                  <a:pt x="13551" y="36518"/>
                  <a:pt x="13821" y="36518"/>
                </a:cubicBezTo>
                <a:cubicBezTo>
                  <a:pt x="13892" y="36518"/>
                  <a:pt x="13966" y="36537"/>
                  <a:pt x="14041" y="36581"/>
                </a:cubicBezTo>
                <a:cubicBezTo>
                  <a:pt x="14354" y="36790"/>
                  <a:pt x="14313" y="37146"/>
                  <a:pt x="14396" y="37502"/>
                </a:cubicBezTo>
                <a:cubicBezTo>
                  <a:pt x="14406" y="37530"/>
                  <a:pt x="14432" y="37541"/>
                  <a:pt x="14460" y="37541"/>
                </a:cubicBezTo>
                <a:cubicBezTo>
                  <a:pt x="14495" y="37541"/>
                  <a:pt x="14531" y="37525"/>
                  <a:pt x="14543" y="37502"/>
                </a:cubicBezTo>
                <a:cubicBezTo>
                  <a:pt x="14543" y="37460"/>
                  <a:pt x="14564" y="37439"/>
                  <a:pt x="14564" y="37418"/>
                </a:cubicBezTo>
                <a:cubicBezTo>
                  <a:pt x="14623" y="37265"/>
                  <a:pt x="14738" y="37202"/>
                  <a:pt x="14860" y="37202"/>
                </a:cubicBezTo>
                <a:cubicBezTo>
                  <a:pt x="15039" y="37202"/>
                  <a:pt x="15234" y="37336"/>
                  <a:pt x="15296" y="37522"/>
                </a:cubicBezTo>
                <a:cubicBezTo>
                  <a:pt x="15359" y="37711"/>
                  <a:pt x="15129" y="37815"/>
                  <a:pt x="15150" y="37983"/>
                </a:cubicBezTo>
                <a:cubicBezTo>
                  <a:pt x="15129" y="38025"/>
                  <a:pt x="15087" y="38025"/>
                  <a:pt x="15066" y="38046"/>
                </a:cubicBezTo>
                <a:cubicBezTo>
                  <a:pt x="14974" y="38119"/>
                  <a:pt x="15060" y="38241"/>
                  <a:pt x="15153" y="38241"/>
                </a:cubicBezTo>
                <a:cubicBezTo>
                  <a:pt x="15166" y="38241"/>
                  <a:pt x="15179" y="38239"/>
                  <a:pt x="15191" y="38234"/>
                </a:cubicBezTo>
                <a:cubicBezTo>
                  <a:pt x="15372" y="38124"/>
                  <a:pt x="15561" y="38073"/>
                  <a:pt x="15744" y="38073"/>
                </a:cubicBezTo>
                <a:cubicBezTo>
                  <a:pt x="16051" y="38073"/>
                  <a:pt x="16342" y="38215"/>
                  <a:pt x="16551" y="38464"/>
                </a:cubicBezTo>
                <a:cubicBezTo>
                  <a:pt x="16574" y="38492"/>
                  <a:pt x="16602" y="38503"/>
                  <a:pt x="16630" y="38503"/>
                </a:cubicBezTo>
                <a:cubicBezTo>
                  <a:pt x="16708" y="38503"/>
                  <a:pt x="16786" y="38415"/>
                  <a:pt x="16740" y="38339"/>
                </a:cubicBezTo>
                <a:cubicBezTo>
                  <a:pt x="16761" y="38297"/>
                  <a:pt x="16802" y="38276"/>
                  <a:pt x="16802" y="38234"/>
                </a:cubicBezTo>
                <a:cubicBezTo>
                  <a:pt x="16763" y="38037"/>
                  <a:pt x="16705" y="37840"/>
                  <a:pt x="16629" y="37643"/>
                </a:cubicBezTo>
                <a:lnTo>
                  <a:pt x="16629" y="37643"/>
                </a:lnTo>
                <a:cubicBezTo>
                  <a:pt x="16619" y="37649"/>
                  <a:pt x="16614" y="37659"/>
                  <a:pt x="16614" y="37669"/>
                </a:cubicBezTo>
                <a:cubicBezTo>
                  <a:pt x="16154" y="36560"/>
                  <a:pt x="15045" y="35723"/>
                  <a:pt x="13810" y="35577"/>
                </a:cubicBezTo>
                <a:cubicBezTo>
                  <a:pt x="13677" y="35562"/>
                  <a:pt x="13543" y="35555"/>
                  <a:pt x="13411" y="35555"/>
                </a:cubicBezTo>
                <a:cubicBezTo>
                  <a:pt x="11992" y="35555"/>
                  <a:pt x="10684" y="36357"/>
                  <a:pt x="9919" y="37543"/>
                </a:cubicBezTo>
                <a:lnTo>
                  <a:pt x="9919" y="37502"/>
                </a:lnTo>
                <a:cubicBezTo>
                  <a:pt x="9416" y="36351"/>
                  <a:pt x="9061" y="35116"/>
                  <a:pt x="8852" y="33861"/>
                </a:cubicBezTo>
                <a:cubicBezTo>
                  <a:pt x="8663" y="32710"/>
                  <a:pt x="8663" y="31580"/>
                  <a:pt x="8642" y="30429"/>
                </a:cubicBezTo>
                <a:lnTo>
                  <a:pt x="8642" y="30429"/>
                </a:lnTo>
                <a:cubicBezTo>
                  <a:pt x="10400" y="30660"/>
                  <a:pt x="12095" y="30827"/>
                  <a:pt x="13810" y="31371"/>
                </a:cubicBezTo>
                <a:cubicBezTo>
                  <a:pt x="15547" y="31915"/>
                  <a:pt x="17116" y="32752"/>
                  <a:pt x="18686" y="33631"/>
                </a:cubicBezTo>
                <a:cubicBezTo>
                  <a:pt x="19648" y="34186"/>
                  <a:pt x="20890" y="35036"/>
                  <a:pt x="22090" y="35036"/>
                </a:cubicBezTo>
                <a:cubicBezTo>
                  <a:pt x="22247" y="35036"/>
                  <a:pt x="22402" y="35022"/>
                  <a:pt x="22556" y="34991"/>
                </a:cubicBezTo>
                <a:cubicBezTo>
                  <a:pt x="23456" y="34781"/>
                  <a:pt x="24168" y="33777"/>
                  <a:pt x="23561" y="32961"/>
                </a:cubicBezTo>
                <a:lnTo>
                  <a:pt x="23561" y="32961"/>
                </a:lnTo>
                <a:cubicBezTo>
                  <a:pt x="24816" y="33526"/>
                  <a:pt x="26113" y="33986"/>
                  <a:pt x="27369" y="34509"/>
                </a:cubicBezTo>
                <a:cubicBezTo>
                  <a:pt x="27327" y="34530"/>
                  <a:pt x="27306" y="34572"/>
                  <a:pt x="27306" y="34614"/>
                </a:cubicBezTo>
                <a:cubicBezTo>
                  <a:pt x="27264" y="35137"/>
                  <a:pt x="27306" y="35660"/>
                  <a:pt x="27306" y="36183"/>
                </a:cubicBezTo>
                <a:lnTo>
                  <a:pt x="27306" y="36581"/>
                </a:lnTo>
                <a:cubicBezTo>
                  <a:pt x="27202" y="36686"/>
                  <a:pt x="27076" y="36727"/>
                  <a:pt x="26950" y="36790"/>
                </a:cubicBezTo>
                <a:cubicBezTo>
                  <a:pt x="26762" y="36853"/>
                  <a:pt x="26595" y="36895"/>
                  <a:pt x="26448" y="37020"/>
                </a:cubicBezTo>
                <a:cubicBezTo>
                  <a:pt x="26427" y="37041"/>
                  <a:pt x="26385" y="37083"/>
                  <a:pt x="26385" y="37104"/>
                </a:cubicBezTo>
                <a:cubicBezTo>
                  <a:pt x="26344" y="37104"/>
                  <a:pt x="26323" y="37146"/>
                  <a:pt x="26323" y="37209"/>
                </a:cubicBezTo>
                <a:cubicBezTo>
                  <a:pt x="26427" y="38255"/>
                  <a:pt x="26469" y="39489"/>
                  <a:pt x="25402" y="40012"/>
                </a:cubicBezTo>
                <a:cubicBezTo>
                  <a:pt x="24978" y="40215"/>
                  <a:pt x="24478" y="40289"/>
                  <a:pt x="23968" y="40289"/>
                </a:cubicBezTo>
                <a:cubicBezTo>
                  <a:pt x="23371" y="40289"/>
                  <a:pt x="22761" y="40188"/>
                  <a:pt x="22243" y="40075"/>
                </a:cubicBezTo>
                <a:cubicBezTo>
                  <a:pt x="20213" y="39636"/>
                  <a:pt x="18497" y="38548"/>
                  <a:pt x="16677" y="37648"/>
                </a:cubicBezTo>
                <a:cubicBezTo>
                  <a:pt x="16668" y="37644"/>
                  <a:pt x="16661" y="37641"/>
                  <a:pt x="16654" y="37640"/>
                </a:cubicBezTo>
                <a:lnTo>
                  <a:pt x="16654" y="37640"/>
                </a:lnTo>
                <a:cubicBezTo>
                  <a:pt x="18617" y="38995"/>
                  <a:pt x="20932" y="40243"/>
                  <a:pt x="23331" y="40431"/>
                </a:cubicBezTo>
                <a:cubicBezTo>
                  <a:pt x="23573" y="40448"/>
                  <a:pt x="23833" y="40463"/>
                  <a:pt x="24097" y="40463"/>
                </a:cubicBezTo>
                <a:cubicBezTo>
                  <a:pt x="24815" y="40463"/>
                  <a:pt x="25561" y="40350"/>
                  <a:pt x="26051" y="39845"/>
                </a:cubicBezTo>
                <a:cubicBezTo>
                  <a:pt x="26155" y="39740"/>
                  <a:pt x="26239" y="39636"/>
                  <a:pt x="26323" y="39510"/>
                </a:cubicBezTo>
                <a:lnTo>
                  <a:pt x="26365" y="39510"/>
                </a:lnTo>
                <a:cubicBezTo>
                  <a:pt x="26469" y="39447"/>
                  <a:pt x="26490" y="39343"/>
                  <a:pt x="26595" y="39322"/>
                </a:cubicBezTo>
                <a:cubicBezTo>
                  <a:pt x="26613" y="39318"/>
                  <a:pt x="26630" y="39317"/>
                  <a:pt x="26647" y="39317"/>
                </a:cubicBezTo>
                <a:cubicBezTo>
                  <a:pt x="26727" y="39317"/>
                  <a:pt x="26794" y="39357"/>
                  <a:pt x="26846" y="39427"/>
                </a:cubicBezTo>
                <a:lnTo>
                  <a:pt x="26846" y="39447"/>
                </a:lnTo>
                <a:cubicBezTo>
                  <a:pt x="26846" y="39489"/>
                  <a:pt x="26867" y="39510"/>
                  <a:pt x="26888" y="39531"/>
                </a:cubicBezTo>
                <a:cubicBezTo>
                  <a:pt x="26895" y="39553"/>
                  <a:pt x="26910" y="39562"/>
                  <a:pt x="26926" y="39562"/>
                </a:cubicBezTo>
                <a:cubicBezTo>
                  <a:pt x="26957" y="39562"/>
                  <a:pt x="26992" y="39530"/>
                  <a:pt x="26992" y="39489"/>
                </a:cubicBezTo>
                <a:lnTo>
                  <a:pt x="26992" y="39447"/>
                </a:lnTo>
                <a:cubicBezTo>
                  <a:pt x="27013" y="39322"/>
                  <a:pt x="27097" y="39175"/>
                  <a:pt x="27222" y="39113"/>
                </a:cubicBezTo>
                <a:cubicBezTo>
                  <a:pt x="27269" y="39099"/>
                  <a:pt x="27315" y="39092"/>
                  <a:pt x="27360" y="39092"/>
                </a:cubicBezTo>
                <a:cubicBezTo>
                  <a:pt x="27457" y="39092"/>
                  <a:pt x="27548" y="39125"/>
                  <a:pt x="27620" y="39196"/>
                </a:cubicBezTo>
                <a:lnTo>
                  <a:pt x="27620" y="39217"/>
                </a:lnTo>
                <a:cubicBezTo>
                  <a:pt x="27620" y="39264"/>
                  <a:pt x="27655" y="39288"/>
                  <a:pt x="27682" y="39288"/>
                </a:cubicBezTo>
                <a:cubicBezTo>
                  <a:pt x="27691" y="39288"/>
                  <a:pt x="27698" y="39285"/>
                  <a:pt x="27704" y="39280"/>
                </a:cubicBezTo>
                <a:cubicBezTo>
                  <a:pt x="27714" y="39285"/>
                  <a:pt x="27726" y="39288"/>
                  <a:pt x="27737" y="39288"/>
                </a:cubicBezTo>
                <a:cubicBezTo>
                  <a:pt x="27772" y="39288"/>
                  <a:pt x="27803" y="39264"/>
                  <a:pt x="27787" y="39217"/>
                </a:cubicBezTo>
                <a:cubicBezTo>
                  <a:pt x="27787" y="39217"/>
                  <a:pt x="27787" y="39196"/>
                  <a:pt x="27746" y="39196"/>
                </a:cubicBezTo>
                <a:cubicBezTo>
                  <a:pt x="27831" y="39059"/>
                  <a:pt x="27960" y="38950"/>
                  <a:pt x="28118" y="38950"/>
                </a:cubicBezTo>
                <a:cubicBezTo>
                  <a:pt x="28153" y="38950"/>
                  <a:pt x="28189" y="38955"/>
                  <a:pt x="28227" y="38966"/>
                </a:cubicBezTo>
                <a:cubicBezTo>
                  <a:pt x="28457" y="39008"/>
                  <a:pt x="28582" y="39238"/>
                  <a:pt x="28562" y="39447"/>
                </a:cubicBezTo>
                <a:cubicBezTo>
                  <a:pt x="28562" y="39481"/>
                  <a:pt x="28586" y="39503"/>
                  <a:pt x="28611" y="39503"/>
                </a:cubicBezTo>
                <a:cubicBezTo>
                  <a:pt x="28633" y="39503"/>
                  <a:pt x="28656" y="39486"/>
                  <a:pt x="28666" y="39447"/>
                </a:cubicBezTo>
                <a:lnTo>
                  <a:pt x="28666" y="39406"/>
                </a:lnTo>
                <a:cubicBezTo>
                  <a:pt x="28730" y="39329"/>
                  <a:pt x="28833" y="39284"/>
                  <a:pt x="28932" y="39284"/>
                </a:cubicBezTo>
                <a:cubicBezTo>
                  <a:pt x="28995" y="39284"/>
                  <a:pt x="29057" y="39302"/>
                  <a:pt x="29106" y="39343"/>
                </a:cubicBezTo>
                <a:cubicBezTo>
                  <a:pt x="29294" y="39510"/>
                  <a:pt x="29252" y="39803"/>
                  <a:pt x="29147" y="39950"/>
                </a:cubicBezTo>
                <a:lnTo>
                  <a:pt x="29147" y="40012"/>
                </a:lnTo>
                <a:cubicBezTo>
                  <a:pt x="29147" y="40054"/>
                  <a:pt x="29168" y="40075"/>
                  <a:pt x="29210" y="40075"/>
                </a:cubicBezTo>
                <a:cubicBezTo>
                  <a:pt x="29363" y="40037"/>
                  <a:pt x="29463" y="39947"/>
                  <a:pt x="29622" y="39947"/>
                </a:cubicBezTo>
                <a:cubicBezTo>
                  <a:pt x="29638" y="39947"/>
                  <a:pt x="29654" y="39948"/>
                  <a:pt x="29670" y="39950"/>
                </a:cubicBezTo>
                <a:cubicBezTo>
                  <a:pt x="29880" y="40012"/>
                  <a:pt x="30005" y="40180"/>
                  <a:pt x="30005" y="40389"/>
                </a:cubicBezTo>
                <a:cubicBezTo>
                  <a:pt x="30005" y="40431"/>
                  <a:pt x="30031" y="40452"/>
                  <a:pt x="30058" y="40452"/>
                </a:cubicBezTo>
                <a:cubicBezTo>
                  <a:pt x="30084" y="40452"/>
                  <a:pt x="30110" y="40431"/>
                  <a:pt x="30110" y="40389"/>
                </a:cubicBezTo>
                <a:lnTo>
                  <a:pt x="30110" y="40368"/>
                </a:lnTo>
                <a:cubicBezTo>
                  <a:pt x="30131" y="40368"/>
                  <a:pt x="30194" y="40347"/>
                  <a:pt x="30215" y="40284"/>
                </a:cubicBezTo>
                <a:cubicBezTo>
                  <a:pt x="30633" y="39238"/>
                  <a:pt x="30131" y="37962"/>
                  <a:pt x="29022" y="37502"/>
                </a:cubicBezTo>
                <a:cubicBezTo>
                  <a:pt x="28757" y="37393"/>
                  <a:pt x="28490" y="37342"/>
                  <a:pt x="28232" y="37342"/>
                </a:cubicBezTo>
                <a:cubicBezTo>
                  <a:pt x="27594" y="37342"/>
                  <a:pt x="27009" y="37656"/>
                  <a:pt x="26637" y="38192"/>
                </a:cubicBezTo>
                <a:cubicBezTo>
                  <a:pt x="26637" y="37857"/>
                  <a:pt x="26616" y="37522"/>
                  <a:pt x="26553" y="37209"/>
                </a:cubicBezTo>
                <a:lnTo>
                  <a:pt x="26553" y="37188"/>
                </a:lnTo>
                <a:cubicBezTo>
                  <a:pt x="26888" y="37188"/>
                  <a:pt x="27515" y="37041"/>
                  <a:pt x="27620" y="36706"/>
                </a:cubicBezTo>
                <a:cubicBezTo>
                  <a:pt x="27704" y="36476"/>
                  <a:pt x="27620" y="36037"/>
                  <a:pt x="27620" y="35786"/>
                </a:cubicBezTo>
                <a:cubicBezTo>
                  <a:pt x="27620" y="35409"/>
                  <a:pt x="27620" y="35012"/>
                  <a:pt x="27578" y="34614"/>
                </a:cubicBezTo>
                <a:cubicBezTo>
                  <a:pt x="27578" y="34572"/>
                  <a:pt x="27557" y="34530"/>
                  <a:pt x="27515" y="34509"/>
                </a:cubicBezTo>
                <a:cubicBezTo>
                  <a:pt x="27578" y="34468"/>
                  <a:pt x="27599" y="34321"/>
                  <a:pt x="27515" y="34279"/>
                </a:cubicBezTo>
                <a:cubicBezTo>
                  <a:pt x="27411" y="34217"/>
                  <a:pt x="27306" y="34154"/>
                  <a:pt x="27202" y="34091"/>
                </a:cubicBezTo>
                <a:cubicBezTo>
                  <a:pt x="27222" y="33882"/>
                  <a:pt x="27264" y="33652"/>
                  <a:pt x="27222" y="33442"/>
                </a:cubicBezTo>
                <a:lnTo>
                  <a:pt x="27222" y="33442"/>
                </a:lnTo>
                <a:cubicBezTo>
                  <a:pt x="27285" y="33463"/>
                  <a:pt x="27369" y="33463"/>
                  <a:pt x="27411" y="33463"/>
                </a:cubicBezTo>
                <a:cubicBezTo>
                  <a:pt x="27515" y="33463"/>
                  <a:pt x="27662" y="33442"/>
                  <a:pt x="27725" y="33359"/>
                </a:cubicBezTo>
                <a:cubicBezTo>
                  <a:pt x="27766" y="33317"/>
                  <a:pt x="27766" y="33254"/>
                  <a:pt x="27704" y="33233"/>
                </a:cubicBezTo>
                <a:cubicBezTo>
                  <a:pt x="27725" y="33170"/>
                  <a:pt x="27725" y="33129"/>
                  <a:pt x="27683" y="33108"/>
                </a:cubicBezTo>
                <a:cubicBezTo>
                  <a:pt x="26448" y="32543"/>
                  <a:pt x="25005" y="31915"/>
                  <a:pt x="23686" y="31810"/>
                </a:cubicBezTo>
                <a:cubicBezTo>
                  <a:pt x="23644" y="31810"/>
                  <a:pt x="23624" y="31852"/>
                  <a:pt x="23624" y="31873"/>
                </a:cubicBezTo>
                <a:lnTo>
                  <a:pt x="23603" y="31873"/>
                </a:lnTo>
                <a:cubicBezTo>
                  <a:pt x="23038" y="31873"/>
                  <a:pt x="22494" y="31894"/>
                  <a:pt x="21950" y="31915"/>
                </a:cubicBezTo>
                <a:cubicBezTo>
                  <a:pt x="21851" y="31915"/>
                  <a:pt x="21683" y="31903"/>
                  <a:pt x="21509" y="31903"/>
                </a:cubicBezTo>
                <a:cubicBezTo>
                  <a:pt x="21276" y="31903"/>
                  <a:pt x="21032" y="31924"/>
                  <a:pt x="20924" y="32020"/>
                </a:cubicBezTo>
                <a:cubicBezTo>
                  <a:pt x="20723" y="32257"/>
                  <a:pt x="21018" y="32383"/>
                  <a:pt x="21235" y="32383"/>
                </a:cubicBezTo>
                <a:cubicBezTo>
                  <a:pt x="21266" y="32383"/>
                  <a:pt x="21296" y="32381"/>
                  <a:pt x="21322" y="32375"/>
                </a:cubicBezTo>
                <a:lnTo>
                  <a:pt x="21322" y="32375"/>
                </a:lnTo>
                <a:cubicBezTo>
                  <a:pt x="21301" y="32438"/>
                  <a:pt x="21301" y="32522"/>
                  <a:pt x="21322" y="32585"/>
                </a:cubicBezTo>
                <a:cubicBezTo>
                  <a:pt x="21322" y="32647"/>
                  <a:pt x="21343" y="32731"/>
                  <a:pt x="21406" y="32815"/>
                </a:cubicBezTo>
                <a:cubicBezTo>
                  <a:pt x="21301" y="32815"/>
                  <a:pt x="21196" y="32815"/>
                  <a:pt x="21071" y="32836"/>
                </a:cubicBezTo>
                <a:cubicBezTo>
                  <a:pt x="21008" y="32836"/>
                  <a:pt x="21008" y="32898"/>
                  <a:pt x="21029" y="32919"/>
                </a:cubicBezTo>
                <a:lnTo>
                  <a:pt x="21029" y="32940"/>
                </a:lnTo>
                <a:cubicBezTo>
                  <a:pt x="21029" y="33421"/>
                  <a:pt x="21071" y="34007"/>
                  <a:pt x="21217" y="34489"/>
                </a:cubicBezTo>
                <a:cubicBezTo>
                  <a:pt x="20924" y="34384"/>
                  <a:pt x="20652" y="34258"/>
                  <a:pt x="20359" y="34091"/>
                </a:cubicBezTo>
                <a:cubicBezTo>
                  <a:pt x="20359" y="33693"/>
                  <a:pt x="20339" y="33338"/>
                  <a:pt x="20255" y="32940"/>
                </a:cubicBezTo>
                <a:cubicBezTo>
                  <a:pt x="20255" y="32911"/>
                  <a:pt x="20223" y="32881"/>
                  <a:pt x="20190" y="32881"/>
                </a:cubicBezTo>
                <a:cubicBezTo>
                  <a:pt x="20177" y="32881"/>
                  <a:pt x="20163" y="32886"/>
                  <a:pt x="20150" y="32898"/>
                </a:cubicBezTo>
                <a:cubicBezTo>
                  <a:pt x="20067" y="32919"/>
                  <a:pt x="19962" y="32919"/>
                  <a:pt x="19878" y="32940"/>
                </a:cubicBezTo>
                <a:cubicBezTo>
                  <a:pt x="19836" y="32815"/>
                  <a:pt x="19753" y="32626"/>
                  <a:pt x="19857" y="32522"/>
                </a:cubicBezTo>
                <a:cubicBezTo>
                  <a:pt x="19920" y="32480"/>
                  <a:pt x="20046" y="32501"/>
                  <a:pt x="20129" y="32480"/>
                </a:cubicBezTo>
                <a:cubicBezTo>
                  <a:pt x="20192" y="32438"/>
                  <a:pt x="20255" y="32375"/>
                  <a:pt x="20255" y="32292"/>
                </a:cubicBezTo>
                <a:cubicBezTo>
                  <a:pt x="20243" y="32100"/>
                  <a:pt x="20087" y="32059"/>
                  <a:pt x="19925" y="32059"/>
                </a:cubicBezTo>
                <a:cubicBezTo>
                  <a:pt x="19804" y="32059"/>
                  <a:pt x="19678" y="32082"/>
                  <a:pt x="19606" y="32082"/>
                </a:cubicBezTo>
                <a:cubicBezTo>
                  <a:pt x="19502" y="32082"/>
                  <a:pt x="19460" y="32229"/>
                  <a:pt x="19564" y="32229"/>
                </a:cubicBezTo>
                <a:cubicBezTo>
                  <a:pt x="19594" y="32237"/>
                  <a:pt x="19622" y="32241"/>
                  <a:pt x="19650" y="32241"/>
                </a:cubicBezTo>
                <a:cubicBezTo>
                  <a:pt x="19762" y="32241"/>
                  <a:pt x="19866" y="32187"/>
                  <a:pt x="19983" y="32187"/>
                </a:cubicBezTo>
                <a:cubicBezTo>
                  <a:pt x="20025" y="32208"/>
                  <a:pt x="20067" y="32208"/>
                  <a:pt x="20087" y="32229"/>
                </a:cubicBezTo>
                <a:cubicBezTo>
                  <a:pt x="20087" y="32271"/>
                  <a:pt x="20067" y="32313"/>
                  <a:pt x="20067" y="32333"/>
                </a:cubicBezTo>
                <a:cubicBezTo>
                  <a:pt x="20056" y="32354"/>
                  <a:pt x="20035" y="32354"/>
                  <a:pt x="20014" y="32354"/>
                </a:cubicBezTo>
                <a:cubicBezTo>
                  <a:pt x="19993" y="32354"/>
                  <a:pt x="19972" y="32354"/>
                  <a:pt x="19962" y="32375"/>
                </a:cubicBezTo>
                <a:cubicBezTo>
                  <a:pt x="19920" y="32375"/>
                  <a:pt x="19857" y="32396"/>
                  <a:pt x="19815" y="32417"/>
                </a:cubicBezTo>
                <a:cubicBezTo>
                  <a:pt x="19627" y="32543"/>
                  <a:pt x="19669" y="32794"/>
                  <a:pt x="19774" y="32961"/>
                </a:cubicBezTo>
                <a:cubicBezTo>
                  <a:pt x="19732" y="32961"/>
                  <a:pt x="19648" y="33003"/>
                  <a:pt x="19606" y="33024"/>
                </a:cubicBezTo>
                <a:lnTo>
                  <a:pt x="19564" y="33024"/>
                </a:lnTo>
                <a:cubicBezTo>
                  <a:pt x="19355" y="31350"/>
                  <a:pt x="19564" y="29592"/>
                  <a:pt x="18937" y="28023"/>
                </a:cubicBezTo>
                <a:cubicBezTo>
                  <a:pt x="19020" y="28023"/>
                  <a:pt x="19104" y="28044"/>
                  <a:pt x="19188" y="28044"/>
                </a:cubicBezTo>
                <a:cubicBezTo>
                  <a:pt x="19983" y="28149"/>
                  <a:pt x="20799" y="28358"/>
                  <a:pt x="21552" y="28651"/>
                </a:cubicBezTo>
                <a:cubicBezTo>
                  <a:pt x="23184" y="29258"/>
                  <a:pt x="24565" y="30220"/>
                  <a:pt x="25779" y="31455"/>
                </a:cubicBezTo>
                <a:cubicBezTo>
                  <a:pt x="25801" y="31485"/>
                  <a:pt x="25827" y="31496"/>
                  <a:pt x="25851" y="31496"/>
                </a:cubicBezTo>
                <a:cubicBezTo>
                  <a:pt x="25894" y="31496"/>
                  <a:pt x="25933" y="31461"/>
                  <a:pt x="25946" y="31434"/>
                </a:cubicBezTo>
                <a:cubicBezTo>
                  <a:pt x="25958" y="31442"/>
                  <a:pt x="25971" y="31445"/>
                  <a:pt x="25985" y="31445"/>
                </a:cubicBezTo>
                <a:cubicBezTo>
                  <a:pt x="26044" y="31445"/>
                  <a:pt x="26110" y="31380"/>
                  <a:pt x="26093" y="31329"/>
                </a:cubicBezTo>
                <a:cubicBezTo>
                  <a:pt x="25172" y="29258"/>
                  <a:pt x="24481" y="27207"/>
                  <a:pt x="24440" y="24947"/>
                </a:cubicBezTo>
                <a:cubicBezTo>
                  <a:pt x="24377" y="22709"/>
                  <a:pt x="24879" y="20553"/>
                  <a:pt x="25800" y="18524"/>
                </a:cubicBezTo>
                <a:cubicBezTo>
                  <a:pt x="25800" y="18524"/>
                  <a:pt x="25821" y="18524"/>
                  <a:pt x="25821" y="18503"/>
                </a:cubicBezTo>
                <a:cubicBezTo>
                  <a:pt x="25946" y="18356"/>
                  <a:pt x="26009" y="18168"/>
                  <a:pt x="25946" y="17980"/>
                </a:cubicBezTo>
                <a:cubicBezTo>
                  <a:pt x="25925" y="17833"/>
                  <a:pt x="25800" y="17582"/>
                  <a:pt x="25611" y="17582"/>
                </a:cubicBezTo>
                <a:lnTo>
                  <a:pt x="25569" y="17582"/>
                </a:lnTo>
                <a:cubicBezTo>
                  <a:pt x="23917" y="17980"/>
                  <a:pt x="22284" y="18482"/>
                  <a:pt x="20652" y="18900"/>
                </a:cubicBezTo>
                <a:cubicBezTo>
                  <a:pt x="19836" y="19089"/>
                  <a:pt x="18999" y="19235"/>
                  <a:pt x="18163" y="19424"/>
                </a:cubicBezTo>
                <a:cubicBezTo>
                  <a:pt x="18079" y="18315"/>
                  <a:pt x="17870" y="17227"/>
                  <a:pt x="17744" y="16118"/>
                </a:cubicBezTo>
                <a:cubicBezTo>
                  <a:pt x="18037" y="16118"/>
                  <a:pt x="18309" y="16118"/>
                  <a:pt x="18602" y="16159"/>
                </a:cubicBezTo>
                <a:cubicBezTo>
                  <a:pt x="20673" y="16285"/>
                  <a:pt x="22598" y="16913"/>
                  <a:pt x="24586" y="17478"/>
                </a:cubicBezTo>
                <a:lnTo>
                  <a:pt x="24670" y="17478"/>
                </a:lnTo>
                <a:cubicBezTo>
                  <a:pt x="24684" y="17487"/>
                  <a:pt x="24697" y="17491"/>
                  <a:pt x="24710" y="17491"/>
                </a:cubicBezTo>
                <a:cubicBezTo>
                  <a:pt x="24756" y="17491"/>
                  <a:pt x="24791" y="17438"/>
                  <a:pt x="24774" y="17373"/>
                </a:cubicBezTo>
                <a:cubicBezTo>
                  <a:pt x="24795" y="17310"/>
                  <a:pt x="24774" y="17227"/>
                  <a:pt x="24670" y="17206"/>
                </a:cubicBezTo>
                <a:cubicBezTo>
                  <a:pt x="23017" y="13983"/>
                  <a:pt x="22326" y="10238"/>
                  <a:pt x="23937" y="6869"/>
                </a:cubicBezTo>
                <a:lnTo>
                  <a:pt x="23958" y="6869"/>
                </a:lnTo>
                <a:lnTo>
                  <a:pt x="24042" y="6786"/>
                </a:lnTo>
                <a:lnTo>
                  <a:pt x="24063" y="6786"/>
                </a:lnTo>
                <a:cubicBezTo>
                  <a:pt x="24272" y="6576"/>
                  <a:pt x="24314" y="6053"/>
                  <a:pt x="24105" y="5844"/>
                </a:cubicBezTo>
                <a:cubicBezTo>
                  <a:pt x="24073" y="5834"/>
                  <a:pt x="24047" y="5828"/>
                  <a:pt x="24021" y="5828"/>
                </a:cubicBezTo>
                <a:cubicBezTo>
                  <a:pt x="23995" y="5828"/>
                  <a:pt x="23969" y="5834"/>
                  <a:pt x="23937" y="5844"/>
                </a:cubicBezTo>
                <a:lnTo>
                  <a:pt x="23917" y="5844"/>
                </a:lnTo>
                <a:cubicBezTo>
                  <a:pt x="22033" y="6284"/>
                  <a:pt x="20192" y="6869"/>
                  <a:pt x="18309" y="7288"/>
                </a:cubicBezTo>
                <a:cubicBezTo>
                  <a:pt x="17639" y="7434"/>
                  <a:pt x="16928" y="7581"/>
                  <a:pt x="16258" y="7706"/>
                </a:cubicBezTo>
                <a:cubicBezTo>
                  <a:pt x="16258" y="7497"/>
                  <a:pt x="16217" y="7309"/>
                  <a:pt x="16196" y="7100"/>
                </a:cubicBezTo>
                <a:lnTo>
                  <a:pt x="16196" y="7100"/>
                </a:lnTo>
                <a:cubicBezTo>
                  <a:pt x="16196" y="7100"/>
                  <a:pt x="16217" y="7120"/>
                  <a:pt x="16258" y="7120"/>
                </a:cubicBezTo>
                <a:cubicBezTo>
                  <a:pt x="16274" y="7122"/>
                  <a:pt x="16289" y="7123"/>
                  <a:pt x="16303" y="7123"/>
                </a:cubicBezTo>
                <a:cubicBezTo>
                  <a:pt x="16628" y="7123"/>
                  <a:pt x="16774" y="6689"/>
                  <a:pt x="16614" y="6388"/>
                </a:cubicBezTo>
                <a:cubicBezTo>
                  <a:pt x="16489" y="6158"/>
                  <a:pt x="16258" y="6053"/>
                  <a:pt x="15986" y="6032"/>
                </a:cubicBezTo>
                <a:cubicBezTo>
                  <a:pt x="15986" y="4066"/>
                  <a:pt x="15673" y="2057"/>
                  <a:pt x="15338" y="111"/>
                </a:cubicBezTo>
                <a:cubicBezTo>
                  <a:pt x="15338" y="90"/>
                  <a:pt x="15317" y="69"/>
                  <a:pt x="15317" y="69"/>
                </a:cubicBezTo>
                <a:cubicBezTo>
                  <a:pt x="15317" y="38"/>
                  <a:pt x="15296" y="22"/>
                  <a:pt x="15275" y="22"/>
                </a:cubicBezTo>
                <a:cubicBezTo>
                  <a:pt x="15254" y="22"/>
                  <a:pt x="15233" y="38"/>
                  <a:pt x="15233" y="69"/>
                </a:cubicBezTo>
                <a:lnTo>
                  <a:pt x="15233" y="90"/>
                </a:lnTo>
                <a:cubicBezTo>
                  <a:pt x="15212" y="111"/>
                  <a:pt x="15170" y="153"/>
                  <a:pt x="15170" y="174"/>
                </a:cubicBezTo>
                <a:cubicBezTo>
                  <a:pt x="15170" y="216"/>
                  <a:pt x="15170" y="258"/>
                  <a:pt x="15212" y="299"/>
                </a:cubicBezTo>
                <a:cubicBezTo>
                  <a:pt x="15170" y="488"/>
                  <a:pt x="15170" y="634"/>
                  <a:pt x="15150" y="822"/>
                </a:cubicBezTo>
                <a:cubicBezTo>
                  <a:pt x="15150" y="822"/>
                  <a:pt x="15129" y="822"/>
                  <a:pt x="15129" y="843"/>
                </a:cubicBezTo>
                <a:cubicBezTo>
                  <a:pt x="14942" y="1310"/>
                  <a:pt x="14586" y="1453"/>
                  <a:pt x="14193" y="1453"/>
                </a:cubicBezTo>
                <a:cubicBezTo>
                  <a:pt x="13792" y="1453"/>
                  <a:pt x="13353" y="1305"/>
                  <a:pt x="13015" y="1199"/>
                </a:cubicBezTo>
                <a:cubicBezTo>
                  <a:pt x="12674" y="1080"/>
                  <a:pt x="12323" y="1025"/>
                  <a:pt x="11976" y="1025"/>
                </a:cubicBezTo>
                <a:cubicBezTo>
                  <a:pt x="11833" y="1025"/>
                  <a:pt x="11691" y="1034"/>
                  <a:pt x="11551" y="1053"/>
                </a:cubicBezTo>
                <a:cubicBezTo>
                  <a:pt x="10714" y="1157"/>
                  <a:pt x="9835" y="1638"/>
                  <a:pt x="9396" y="2350"/>
                </a:cubicBezTo>
                <a:cubicBezTo>
                  <a:pt x="9375" y="2392"/>
                  <a:pt x="9396" y="2455"/>
                  <a:pt x="9416" y="2475"/>
                </a:cubicBezTo>
                <a:cubicBezTo>
                  <a:pt x="9312" y="3396"/>
                  <a:pt x="9396" y="4359"/>
                  <a:pt x="9416" y="5279"/>
                </a:cubicBezTo>
                <a:cubicBezTo>
                  <a:pt x="9416" y="5355"/>
                  <a:pt x="9504" y="5409"/>
                  <a:pt x="9585" y="5409"/>
                </a:cubicBezTo>
                <a:cubicBezTo>
                  <a:pt x="9615" y="5409"/>
                  <a:pt x="9644" y="5401"/>
                  <a:pt x="9668" y="5384"/>
                </a:cubicBezTo>
                <a:cubicBezTo>
                  <a:pt x="10086" y="4861"/>
                  <a:pt x="10609" y="4359"/>
                  <a:pt x="11258" y="4170"/>
                </a:cubicBezTo>
                <a:cubicBezTo>
                  <a:pt x="11432" y="4119"/>
                  <a:pt x="11592" y="4098"/>
                  <a:pt x="11744" y="4098"/>
                </a:cubicBezTo>
                <a:cubicBezTo>
                  <a:pt x="12216" y="4098"/>
                  <a:pt x="12614" y="4300"/>
                  <a:pt x="13120" y="4442"/>
                </a:cubicBezTo>
                <a:cubicBezTo>
                  <a:pt x="13339" y="4505"/>
                  <a:pt x="13560" y="4536"/>
                  <a:pt x="13779" y="4536"/>
                </a:cubicBezTo>
                <a:cubicBezTo>
                  <a:pt x="14290" y="4536"/>
                  <a:pt x="14787" y="4367"/>
                  <a:pt x="15212" y="4045"/>
                </a:cubicBezTo>
                <a:cubicBezTo>
                  <a:pt x="15233" y="4756"/>
                  <a:pt x="15254" y="5426"/>
                  <a:pt x="15359" y="6116"/>
                </a:cubicBezTo>
                <a:cubicBezTo>
                  <a:pt x="15003" y="6221"/>
                  <a:pt x="14626" y="6430"/>
                  <a:pt x="14605" y="6848"/>
                </a:cubicBezTo>
                <a:cubicBezTo>
                  <a:pt x="14605" y="7116"/>
                  <a:pt x="14806" y="7357"/>
                  <a:pt x="15058" y="7357"/>
                </a:cubicBezTo>
                <a:cubicBezTo>
                  <a:pt x="15121" y="7357"/>
                  <a:pt x="15187" y="7342"/>
                  <a:pt x="15254" y="7309"/>
                </a:cubicBezTo>
                <a:cubicBezTo>
                  <a:pt x="15254" y="7497"/>
                  <a:pt x="15275" y="7706"/>
                  <a:pt x="15317" y="7895"/>
                </a:cubicBezTo>
                <a:cubicBezTo>
                  <a:pt x="14480" y="8041"/>
                  <a:pt x="13643" y="8209"/>
                  <a:pt x="12827" y="8418"/>
                </a:cubicBezTo>
                <a:cubicBezTo>
                  <a:pt x="12806" y="7623"/>
                  <a:pt x="12848" y="6848"/>
                  <a:pt x="12973" y="6053"/>
                </a:cubicBezTo>
                <a:cubicBezTo>
                  <a:pt x="12973" y="6032"/>
                  <a:pt x="12973" y="5970"/>
                  <a:pt x="12953" y="5949"/>
                </a:cubicBezTo>
                <a:cubicBezTo>
                  <a:pt x="13078" y="5719"/>
                  <a:pt x="12953" y="5405"/>
                  <a:pt x="12701" y="5300"/>
                </a:cubicBezTo>
                <a:cubicBezTo>
                  <a:pt x="12687" y="5296"/>
                  <a:pt x="12672" y="5295"/>
                  <a:pt x="12659" y="5295"/>
                </a:cubicBezTo>
                <a:cubicBezTo>
                  <a:pt x="12597" y="5295"/>
                  <a:pt x="12551" y="5332"/>
                  <a:pt x="12534" y="5384"/>
                </a:cubicBezTo>
                <a:cubicBezTo>
                  <a:pt x="11153" y="5928"/>
                  <a:pt x="9772" y="6556"/>
                  <a:pt x="8370" y="7120"/>
                </a:cubicBezTo>
                <a:lnTo>
                  <a:pt x="8370" y="6995"/>
                </a:lnTo>
                <a:lnTo>
                  <a:pt x="8433" y="6995"/>
                </a:lnTo>
                <a:cubicBezTo>
                  <a:pt x="8956" y="6807"/>
                  <a:pt x="9186" y="6221"/>
                  <a:pt x="8789" y="5760"/>
                </a:cubicBezTo>
                <a:cubicBezTo>
                  <a:pt x="8621" y="5551"/>
                  <a:pt x="8266" y="5488"/>
                  <a:pt x="7931" y="5447"/>
                </a:cubicBezTo>
                <a:cubicBezTo>
                  <a:pt x="7952" y="4505"/>
                  <a:pt x="7847" y="3605"/>
                  <a:pt x="7743" y="2664"/>
                </a:cubicBezTo>
                <a:cubicBezTo>
                  <a:pt x="7680" y="1785"/>
                  <a:pt x="7617" y="906"/>
                  <a:pt x="7408" y="69"/>
                </a:cubicBezTo>
                <a:cubicBezTo>
                  <a:pt x="7398" y="22"/>
                  <a:pt x="7359" y="0"/>
                  <a:pt x="7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4968" name="Shape 4968"/>
        <p:cNvGrpSpPr/>
        <p:nvPr/>
      </p:nvGrpSpPr>
      <p:grpSpPr>
        <a:xfrm>
          <a:off x="0" y="0"/>
          <a:ext cx="0" cy="0"/>
          <a:chOff x="0" y="0"/>
          <a:chExt cx="0" cy="0"/>
        </a:xfrm>
      </p:grpSpPr>
      <p:sp>
        <p:nvSpPr>
          <p:cNvPr id="4969" name="Google Shape;4969;p45"/>
          <p:cNvSpPr txBox="1"/>
          <p:nvPr>
            <p:ph type="title"/>
          </p:nvPr>
        </p:nvSpPr>
        <p:spPr>
          <a:xfrm>
            <a:off x="1556975" y="1432950"/>
            <a:ext cx="4169400" cy="2529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GB"/>
              <a:t>A</a:t>
            </a:r>
            <a:r>
              <a:rPr lang="en-GB"/>
              <a:t>wesome words</a:t>
            </a:r>
            <a:endParaRPr lang="en-GB"/>
          </a:p>
        </p:txBody>
      </p:sp>
      <p:sp>
        <p:nvSpPr>
          <p:cNvPr id="4970" name="Google Shape;4970;p45"/>
          <p:cNvSpPr/>
          <p:nvPr/>
        </p:nvSpPr>
        <p:spPr>
          <a:xfrm flipH="1">
            <a:off x="6143905" y="967125"/>
            <a:ext cx="1425997" cy="1924104"/>
          </a:xfrm>
          <a:custGeom>
            <a:avLst/>
            <a:gdLst/>
            <a:ahLst/>
            <a:cxnLst/>
            <a:rect l="l" t="t" r="r" b="b"/>
            <a:pathLst>
              <a:path w="65181" h="87949" extrusionOk="0">
                <a:moveTo>
                  <a:pt x="17345" y="2047"/>
                </a:moveTo>
                <a:cubicBezTo>
                  <a:pt x="17368" y="2047"/>
                  <a:pt x="17391" y="2049"/>
                  <a:pt x="17413" y="2054"/>
                </a:cubicBezTo>
                <a:cubicBezTo>
                  <a:pt x="21383" y="2621"/>
                  <a:pt x="25352" y="3355"/>
                  <a:pt x="29155" y="4622"/>
                </a:cubicBezTo>
                <a:cubicBezTo>
                  <a:pt x="31323" y="5390"/>
                  <a:pt x="33425" y="6223"/>
                  <a:pt x="35593" y="7057"/>
                </a:cubicBezTo>
                <a:cubicBezTo>
                  <a:pt x="35826" y="7124"/>
                  <a:pt x="35993" y="7258"/>
                  <a:pt x="36193" y="7358"/>
                </a:cubicBezTo>
                <a:lnTo>
                  <a:pt x="36193" y="7558"/>
                </a:lnTo>
                <a:cubicBezTo>
                  <a:pt x="34993" y="7791"/>
                  <a:pt x="33825" y="8091"/>
                  <a:pt x="32524" y="8292"/>
                </a:cubicBezTo>
                <a:cubicBezTo>
                  <a:pt x="30880" y="8560"/>
                  <a:pt x="29236" y="8694"/>
                  <a:pt x="27592" y="8694"/>
                </a:cubicBezTo>
                <a:cubicBezTo>
                  <a:pt x="26167" y="8694"/>
                  <a:pt x="24742" y="8593"/>
                  <a:pt x="23318" y="8392"/>
                </a:cubicBezTo>
                <a:cubicBezTo>
                  <a:pt x="22884" y="8292"/>
                  <a:pt x="22484" y="8125"/>
                  <a:pt x="22083" y="7925"/>
                </a:cubicBezTo>
                <a:cubicBezTo>
                  <a:pt x="20082" y="6757"/>
                  <a:pt x="18547" y="5089"/>
                  <a:pt x="17247" y="3188"/>
                </a:cubicBezTo>
                <a:cubicBezTo>
                  <a:pt x="17146" y="3021"/>
                  <a:pt x="17013" y="2788"/>
                  <a:pt x="16913" y="2588"/>
                </a:cubicBezTo>
                <a:cubicBezTo>
                  <a:pt x="16880" y="2521"/>
                  <a:pt x="16846" y="2254"/>
                  <a:pt x="16913" y="2221"/>
                </a:cubicBezTo>
                <a:cubicBezTo>
                  <a:pt x="17028" y="2134"/>
                  <a:pt x="17194" y="2047"/>
                  <a:pt x="17345" y="2047"/>
                </a:cubicBezTo>
                <a:close/>
                <a:moveTo>
                  <a:pt x="24178" y="607"/>
                </a:moveTo>
                <a:cubicBezTo>
                  <a:pt x="24579" y="607"/>
                  <a:pt x="24982" y="613"/>
                  <a:pt x="25386" y="619"/>
                </a:cubicBezTo>
                <a:cubicBezTo>
                  <a:pt x="28688" y="619"/>
                  <a:pt x="31957" y="1086"/>
                  <a:pt x="35059" y="2187"/>
                </a:cubicBezTo>
                <a:cubicBezTo>
                  <a:pt x="35293" y="2254"/>
                  <a:pt x="35493" y="2454"/>
                  <a:pt x="35593" y="2688"/>
                </a:cubicBezTo>
                <a:cubicBezTo>
                  <a:pt x="36027" y="3288"/>
                  <a:pt x="36360" y="3955"/>
                  <a:pt x="36727" y="4589"/>
                </a:cubicBezTo>
                <a:cubicBezTo>
                  <a:pt x="36827" y="4722"/>
                  <a:pt x="36994" y="4756"/>
                  <a:pt x="37127" y="4856"/>
                </a:cubicBezTo>
                <a:cubicBezTo>
                  <a:pt x="37194" y="4722"/>
                  <a:pt x="37294" y="4556"/>
                  <a:pt x="37328" y="4422"/>
                </a:cubicBezTo>
                <a:cubicBezTo>
                  <a:pt x="37394" y="3922"/>
                  <a:pt x="37494" y="3421"/>
                  <a:pt x="37561" y="2721"/>
                </a:cubicBezTo>
                <a:cubicBezTo>
                  <a:pt x="37995" y="3055"/>
                  <a:pt x="38395" y="3221"/>
                  <a:pt x="38528" y="3522"/>
                </a:cubicBezTo>
                <a:cubicBezTo>
                  <a:pt x="39196" y="4956"/>
                  <a:pt x="39863" y="6424"/>
                  <a:pt x="40496" y="7925"/>
                </a:cubicBezTo>
                <a:cubicBezTo>
                  <a:pt x="40697" y="8458"/>
                  <a:pt x="40797" y="9025"/>
                  <a:pt x="40997" y="9626"/>
                </a:cubicBezTo>
                <a:cubicBezTo>
                  <a:pt x="33958" y="4956"/>
                  <a:pt x="26120" y="3021"/>
                  <a:pt x="18014" y="1620"/>
                </a:cubicBezTo>
                <a:cubicBezTo>
                  <a:pt x="18514" y="1420"/>
                  <a:pt x="19014" y="1220"/>
                  <a:pt x="19548" y="1086"/>
                </a:cubicBezTo>
                <a:cubicBezTo>
                  <a:pt x="21086" y="689"/>
                  <a:pt x="22624" y="607"/>
                  <a:pt x="24178" y="607"/>
                </a:cubicBezTo>
                <a:close/>
                <a:moveTo>
                  <a:pt x="36840" y="7810"/>
                </a:moveTo>
                <a:cubicBezTo>
                  <a:pt x="37281" y="7810"/>
                  <a:pt x="37647" y="8062"/>
                  <a:pt x="38128" y="8392"/>
                </a:cubicBezTo>
                <a:cubicBezTo>
                  <a:pt x="36794" y="8792"/>
                  <a:pt x="35626" y="9226"/>
                  <a:pt x="34392" y="9492"/>
                </a:cubicBezTo>
                <a:cubicBezTo>
                  <a:pt x="32945" y="9839"/>
                  <a:pt x="31486" y="10023"/>
                  <a:pt x="30015" y="10023"/>
                </a:cubicBezTo>
                <a:cubicBezTo>
                  <a:pt x="29077" y="10023"/>
                  <a:pt x="28135" y="9949"/>
                  <a:pt x="27187" y="9793"/>
                </a:cubicBezTo>
                <a:cubicBezTo>
                  <a:pt x="27020" y="9759"/>
                  <a:pt x="26887" y="9759"/>
                  <a:pt x="26720" y="9759"/>
                </a:cubicBezTo>
                <a:cubicBezTo>
                  <a:pt x="25486" y="9726"/>
                  <a:pt x="25452" y="9726"/>
                  <a:pt x="24352" y="9059"/>
                </a:cubicBezTo>
                <a:cubicBezTo>
                  <a:pt x="25452" y="9059"/>
                  <a:pt x="26520" y="9059"/>
                  <a:pt x="27687" y="9126"/>
                </a:cubicBezTo>
                <a:cubicBezTo>
                  <a:pt x="27801" y="9127"/>
                  <a:pt x="27915" y="9127"/>
                  <a:pt x="28029" y="9127"/>
                </a:cubicBezTo>
                <a:cubicBezTo>
                  <a:pt x="30879" y="9127"/>
                  <a:pt x="33667" y="8725"/>
                  <a:pt x="36394" y="7891"/>
                </a:cubicBezTo>
                <a:cubicBezTo>
                  <a:pt x="36554" y="7835"/>
                  <a:pt x="36701" y="7810"/>
                  <a:pt x="36840" y="7810"/>
                </a:cubicBezTo>
                <a:close/>
                <a:moveTo>
                  <a:pt x="39396" y="3788"/>
                </a:moveTo>
                <a:lnTo>
                  <a:pt x="39396" y="3788"/>
                </a:lnTo>
                <a:cubicBezTo>
                  <a:pt x="39562" y="4022"/>
                  <a:pt x="39863" y="4189"/>
                  <a:pt x="39996" y="4389"/>
                </a:cubicBezTo>
                <a:cubicBezTo>
                  <a:pt x="40730" y="6390"/>
                  <a:pt x="41397" y="8392"/>
                  <a:pt x="42131" y="10393"/>
                </a:cubicBezTo>
                <a:cubicBezTo>
                  <a:pt x="42131" y="10393"/>
                  <a:pt x="42064" y="10426"/>
                  <a:pt x="42031" y="10593"/>
                </a:cubicBezTo>
                <a:cubicBezTo>
                  <a:pt x="41831" y="10360"/>
                  <a:pt x="41564" y="10193"/>
                  <a:pt x="41497" y="9926"/>
                </a:cubicBezTo>
                <a:cubicBezTo>
                  <a:pt x="40797" y="7925"/>
                  <a:pt x="40130" y="5890"/>
                  <a:pt x="39396" y="3788"/>
                </a:cubicBezTo>
                <a:close/>
                <a:moveTo>
                  <a:pt x="38328" y="8458"/>
                </a:moveTo>
                <a:cubicBezTo>
                  <a:pt x="38495" y="8558"/>
                  <a:pt x="38729" y="8725"/>
                  <a:pt x="39029" y="8892"/>
                </a:cubicBezTo>
                <a:cubicBezTo>
                  <a:pt x="37697" y="10010"/>
                  <a:pt x="34264" y="10822"/>
                  <a:pt x="31786" y="10822"/>
                </a:cubicBezTo>
                <a:cubicBezTo>
                  <a:pt x="30787" y="10822"/>
                  <a:pt x="29944" y="10690"/>
                  <a:pt x="29455" y="10393"/>
                </a:cubicBezTo>
                <a:cubicBezTo>
                  <a:pt x="32624" y="10360"/>
                  <a:pt x="35526" y="9893"/>
                  <a:pt x="38328" y="8458"/>
                </a:cubicBezTo>
                <a:close/>
                <a:moveTo>
                  <a:pt x="40630" y="4756"/>
                </a:moveTo>
                <a:cubicBezTo>
                  <a:pt x="41230" y="4956"/>
                  <a:pt x="41397" y="5390"/>
                  <a:pt x="41531" y="5890"/>
                </a:cubicBezTo>
                <a:cubicBezTo>
                  <a:pt x="41864" y="6991"/>
                  <a:pt x="42331" y="8091"/>
                  <a:pt x="42698" y="9226"/>
                </a:cubicBezTo>
                <a:cubicBezTo>
                  <a:pt x="42932" y="9993"/>
                  <a:pt x="43098" y="10793"/>
                  <a:pt x="43332" y="11594"/>
                </a:cubicBezTo>
                <a:cubicBezTo>
                  <a:pt x="43298" y="11627"/>
                  <a:pt x="43232" y="11627"/>
                  <a:pt x="43198" y="11661"/>
                </a:cubicBezTo>
                <a:cubicBezTo>
                  <a:pt x="42965" y="11461"/>
                  <a:pt x="42698" y="11260"/>
                  <a:pt x="42465" y="11027"/>
                </a:cubicBezTo>
                <a:cubicBezTo>
                  <a:pt x="42398" y="10960"/>
                  <a:pt x="42364" y="10927"/>
                  <a:pt x="42364" y="10893"/>
                </a:cubicBezTo>
                <a:cubicBezTo>
                  <a:pt x="42364" y="8759"/>
                  <a:pt x="41330" y="6957"/>
                  <a:pt x="40663" y="5056"/>
                </a:cubicBezTo>
                <a:cubicBezTo>
                  <a:pt x="40663" y="4956"/>
                  <a:pt x="40630" y="4889"/>
                  <a:pt x="40630" y="4756"/>
                </a:cubicBezTo>
                <a:close/>
                <a:moveTo>
                  <a:pt x="39508" y="9243"/>
                </a:moveTo>
                <a:cubicBezTo>
                  <a:pt x="39640" y="9243"/>
                  <a:pt x="39738" y="9350"/>
                  <a:pt x="39963" y="9593"/>
                </a:cubicBezTo>
                <a:cubicBezTo>
                  <a:pt x="38829" y="10393"/>
                  <a:pt x="37561" y="10827"/>
                  <a:pt x="36227" y="11060"/>
                </a:cubicBezTo>
                <a:cubicBezTo>
                  <a:pt x="35826" y="11127"/>
                  <a:pt x="35460" y="11094"/>
                  <a:pt x="35026" y="11194"/>
                </a:cubicBezTo>
                <a:cubicBezTo>
                  <a:pt x="34826" y="11227"/>
                  <a:pt x="34626" y="11360"/>
                  <a:pt x="34392" y="11427"/>
                </a:cubicBezTo>
                <a:cubicBezTo>
                  <a:pt x="34125" y="11561"/>
                  <a:pt x="33792" y="11761"/>
                  <a:pt x="33491" y="11761"/>
                </a:cubicBezTo>
                <a:cubicBezTo>
                  <a:pt x="33024" y="11761"/>
                  <a:pt x="32891" y="11961"/>
                  <a:pt x="32858" y="12428"/>
                </a:cubicBezTo>
                <a:cubicBezTo>
                  <a:pt x="32224" y="12061"/>
                  <a:pt x="31724" y="11661"/>
                  <a:pt x="31190" y="11294"/>
                </a:cubicBezTo>
                <a:cubicBezTo>
                  <a:pt x="31223" y="11260"/>
                  <a:pt x="31223" y="11160"/>
                  <a:pt x="31223" y="11127"/>
                </a:cubicBezTo>
                <a:lnTo>
                  <a:pt x="32457" y="11127"/>
                </a:lnTo>
                <a:cubicBezTo>
                  <a:pt x="34826" y="11127"/>
                  <a:pt x="36994" y="10493"/>
                  <a:pt x="39062" y="9426"/>
                </a:cubicBezTo>
                <a:cubicBezTo>
                  <a:pt x="39282" y="9308"/>
                  <a:pt x="39405" y="9243"/>
                  <a:pt x="39508" y="9243"/>
                </a:cubicBezTo>
                <a:close/>
                <a:moveTo>
                  <a:pt x="25621" y="14984"/>
                </a:moveTo>
                <a:cubicBezTo>
                  <a:pt x="25887" y="14984"/>
                  <a:pt x="26161" y="15059"/>
                  <a:pt x="26453" y="15197"/>
                </a:cubicBezTo>
                <a:cubicBezTo>
                  <a:pt x="25953" y="15797"/>
                  <a:pt x="25319" y="16264"/>
                  <a:pt x="24618" y="16464"/>
                </a:cubicBezTo>
                <a:cubicBezTo>
                  <a:pt x="22684" y="17098"/>
                  <a:pt x="20716" y="17698"/>
                  <a:pt x="18781" y="18132"/>
                </a:cubicBezTo>
                <a:cubicBezTo>
                  <a:pt x="17680" y="18399"/>
                  <a:pt x="16546" y="18466"/>
                  <a:pt x="15479" y="18599"/>
                </a:cubicBezTo>
                <a:cubicBezTo>
                  <a:pt x="15363" y="18614"/>
                  <a:pt x="15249" y="18621"/>
                  <a:pt x="15138" y="18621"/>
                </a:cubicBezTo>
                <a:cubicBezTo>
                  <a:pt x="14256" y="18621"/>
                  <a:pt x="13510" y="18183"/>
                  <a:pt x="12710" y="17798"/>
                </a:cubicBezTo>
                <a:lnTo>
                  <a:pt x="12710" y="17798"/>
                </a:lnTo>
                <a:cubicBezTo>
                  <a:pt x="13061" y="17811"/>
                  <a:pt x="13410" y="17817"/>
                  <a:pt x="13758" y="17817"/>
                </a:cubicBezTo>
                <a:cubicBezTo>
                  <a:pt x="17109" y="17817"/>
                  <a:pt x="20298" y="17227"/>
                  <a:pt x="23351" y="15897"/>
                </a:cubicBezTo>
                <a:cubicBezTo>
                  <a:pt x="23851" y="15697"/>
                  <a:pt x="24385" y="15463"/>
                  <a:pt x="24885" y="15197"/>
                </a:cubicBezTo>
                <a:cubicBezTo>
                  <a:pt x="25128" y="15051"/>
                  <a:pt x="25371" y="14984"/>
                  <a:pt x="25621" y="14984"/>
                </a:cubicBezTo>
                <a:close/>
                <a:moveTo>
                  <a:pt x="43832" y="7291"/>
                </a:moveTo>
                <a:cubicBezTo>
                  <a:pt x="44132" y="7558"/>
                  <a:pt x="44466" y="7791"/>
                  <a:pt x="44699" y="8091"/>
                </a:cubicBezTo>
                <a:cubicBezTo>
                  <a:pt x="45600" y="9126"/>
                  <a:pt x="46501" y="10260"/>
                  <a:pt x="47468" y="11260"/>
                </a:cubicBezTo>
                <a:cubicBezTo>
                  <a:pt x="48102" y="11928"/>
                  <a:pt x="48335" y="12695"/>
                  <a:pt x="48369" y="13562"/>
                </a:cubicBezTo>
                <a:cubicBezTo>
                  <a:pt x="48469" y="15130"/>
                  <a:pt x="48502" y="16698"/>
                  <a:pt x="48536" y="18265"/>
                </a:cubicBezTo>
                <a:cubicBezTo>
                  <a:pt x="48536" y="18399"/>
                  <a:pt x="48502" y="18532"/>
                  <a:pt x="48469" y="18766"/>
                </a:cubicBezTo>
                <a:cubicBezTo>
                  <a:pt x="47968" y="17899"/>
                  <a:pt x="47501" y="17131"/>
                  <a:pt x="47001" y="16431"/>
                </a:cubicBezTo>
                <a:cubicBezTo>
                  <a:pt x="46567" y="15864"/>
                  <a:pt x="46201" y="15230"/>
                  <a:pt x="45734" y="14696"/>
                </a:cubicBezTo>
                <a:cubicBezTo>
                  <a:pt x="45300" y="14096"/>
                  <a:pt x="45066" y="13529"/>
                  <a:pt x="44966" y="12795"/>
                </a:cubicBezTo>
                <a:cubicBezTo>
                  <a:pt x="44666" y="11127"/>
                  <a:pt x="44199" y="9459"/>
                  <a:pt x="43832" y="7791"/>
                </a:cubicBezTo>
                <a:cubicBezTo>
                  <a:pt x="43799" y="7624"/>
                  <a:pt x="43732" y="7491"/>
                  <a:pt x="43832" y="7291"/>
                </a:cubicBezTo>
                <a:close/>
                <a:moveTo>
                  <a:pt x="48902" y="14563"/>
                </a:moveTo>
                <a:cubicBezTo>
                  <a:pt x="49503" y="16431"/>
                  <a:pt x="49369" y="18299"/>
                  <a:pt x="49203" y="20200"/>
                </a:cubicBezTo>
                <a:cubicBezTo>
                  <a:pt x="48869" y="19733"/>
                  <a:pt x="48802" y="19300"/>
                  <a:pt x="48869" y="18732"/>
                </a:cubicBezTo>
                <a:cubicBezTo>
                  <a:pt x="49003" y="17598"/>
                  <a:pt x="48902" y="16431"/>
                  <a:pt x="48902" y="15297"/>
                </a:cubicBezTo>
                <a:cubicBezTo>
                  <a:pt x="48902" y="15063"/>
                  <a:pt x="48869" y="14796"/>
                  <a:pt x="48902" y="14563"/>
                </a:cubicBezTo>
                <a:close/>
                <a:moveTo>
                  <a:pt x="27120" y="15346"/>
                </a:moveTo>
                <a:cubicBezTo>
                  <a:pt x="27156" y="15346"/>
                  <a:pt x="27190" y="15351"/>
                  <a:pt x="27220" y="15363"/>
                </a:cubicBezTo>
                <a:cubicBezTo>
                  <a:pt x="30656" y="16231"/>
                  <a:pt x="33958" y="17331"/>
                  <a:pt x="37161" y="18766"/>
                </a:cubicBezTo>
                <a:cubicBezTo>
                  <a:pt x="37194" y="18766"/>
                  <a:pt x="37227" y="18799"/>
                  <a:pt x="37394" y="18966"/>
                </a:cubicBezTo>
                <a:cubicBezTo>
                  <a:pt x="35860" y="19400"/>
                  <a:pt x="34459" y="19800"/>
                  <a:pt x="33024" y="20133"/>
                </a:cubicBezTo>
                <a:cubicBezTo>
                  <a:pt x="31156" y="20567"/>
                  <a:pt x="29255" y="20867"/>
                  <a:pt x="27387" y="21234"/>
                </a:cubicBezTo>
                <a:cubicBezTo>
                  <a:pt x="27254" y="21251"/>
                  <a:pt x="27122" y="21259"/>
                  <a:pt x="26992" y="21259"/>
                </a:cubicBezTo>
                <a:cubicBezTo>
                  <a:pt x="26601" y="21259"/>
                  <a:pt x="26220" y="21184"/>
                  <a:pt x="25819" y="21034"/>
                </a:cubicBezTo>
                <a:cubicBezTo>
                  <a:pt x="24819" y="20634"/>
                  <a:pt x="23718" y="20434"/>
                  <a:pt x="22684" y="20200"/>
                </a:cubicBezTo>
                <a:cubicBezTo>
                  <a:pt x="22647" y="20186"/>
                  <a:pt x="22603" y="20179"/>
                  <a:pt x="22555" y="20179"/>
                </a:cubicBezTo>
                <a:cubicBezTo>
                  <a:pt x="22385" y="20179"/>
                  <a:pt x="22176" y="20263"/>
                  <a:pt x="22150" y="20367"/>
                </a:cubicBezTo>
                <a:cubicBezTo>
                  <a:pt x="22072" y="20555"/>
                  <a:pt x="21964" y="20618"/>
                  <a:pt x="21844" y="20618"/>
                </a:cubicBezTo>
                <a:cubicBezTo>
                  <a:pt x="21709" y="20618"/>
                  <a:pt x="21558" y="20538"/>
                  <a:pt x="21416" y="20467"/>
                </a:cubicBezTo>
                <a:cubicBezTo>
                  <a:pt x="21083" y="20300"/>
                  <a:pt x="20716" y="20133"/>
                  <a:pt x="20382" y="19967"/>
                </a:cubicBezTo>
                <a:cubicBezTo>
                  <a:pt x="20179" y="19883"/>
                  <a:pt x="20036" y="19834"/>
                  <a:pt x="19933" y="19834"/>
                </a:cubicBezTo>
                <a:cubicBezTo>
                  <a:pt x="19748" y="19834"/>
                  <a:pt x="19691" y="19993"/>
                  <a:pt x="19648" y="20400"/>
                </a:cubicBezTo>
                <a:cubicBezTo>
                  <a:pt x="19648" y="20467"/>
                  <a:pt x="19615" y="20534"/>
                  <a:pt x="19615" y="20600"/>
                </a:cubicBezTo>
                <a:cubicBezTo>
                  <a:pt x="18381" y="20033"/>
                  <a:pt x="17180" y="19466"/>
                  <a:pt x="15879" y="18866"/>
                </a:cubicBezTo>
                <a:cubicBezTo>
                  <a:pt x="16513" y="18766"/>
                  <a:pt x="17046" y="18732"/>
                  <a:pt x="17647" y="18632"/>
                </a:cubicBezTo>
                <a:cubicBezTo>
                  <a:pt x="20282" y="18265"/>
                  <a:pt x="22817" y="17698"/>
                  <a:pt x="25186" y="16564"/>
                </a:cubicBezTo>
                <a:cubicBezTo>
                  <a:pt x="25686" y="16297"/>
                  <a:pt x="26120" y="15897"/>
                  <a:pt x="26620" y="15564"/>
                </a:cubicBezTo>
                <a:cubicBezTo>
                  <a:pt x="26756" y="15455"/>
                  <a:pt x="26959" y="15346"/>
                  <a:pt x="27120" y="15346"/>
                </a:cubicBezTo>
                <a:close/>
                <a:moveTo>
                  <a:pt x="40332" y="10034"/>
                </a:moveTo>
                <a:cubicBezTo>
                  <a:pt x="40528" y="10034"/>
                  <a:pt x="40703" y="10117"/>
                  <a:pt x="40897" y="10293"/>
                </a:cubicBezTo>
                <a:cubicBezTo>
                  <a:pt x="43699" y="12528"/>
                  <a:pt x="45967" y="15230"/>
                  <a:pt x="47635" y="18366"/>
                </a:cubicBezTo>
                <a:cubicBezTo>
                  <a:pt x="48402" y="19767"/>
                  <a:pt x="49003" y="21301"/>
                  <a:pt x="49670" y="22802"/>
                </a:cubicBezTo>
                <a:cubicBezTo>
                  <a:pt x="49703" y="22969"/>
                  <a:pt x="49736" y="23102"/>
                  <a:pt x="49836" y="23436"/>
                </a:cubicBezTo>
                <a:cubicBezTo>
                  <a:pt x="48802" y="22869"/>
                  <a:pt x="47902" y="22268"/>
                  <a:pt x="47368" y="21368"/>
                </a:cubicBezTo>
                <a:cubicBezTo>
                  <a:pt x="47001" y="20767"/>
                  <a:pt x="46701" y="20200"/>
                  <a:pt x="46334" y="19633"/>
                </a:cubicBezTo>
                <a:cubicBezTo>
                  <a:pt x="46148" y="19329"/>
                  <a:pt x="46013" y="19179"/>
                  <a:pt x="45865" y="19179"/>
                </a:cubicBezTo>
                <a:cubicBezTo>
                  <a:pt x="45721" y="19179"/>
                  <a:pt x="45563" y="19320"/>
                  <a:pt x="45333" y="19600"/>
                </a:cubicBezTo>
                <a:cubicBezTo>
                  <a:pt x="45233" y="19700"/>
                  <a:pt x="45200" y="19800"/>
                  <a:pt x="45166" y="19900"/>
                </a:cubicBezTo>
                <a:cubicBezTo>
                  <a:pt x="45066" y="19867"/>
                  <a:pt x="45033" y="19867"/>
                  <a:pt x="45000" y="19800"/>
                </a:cubicBezTo>
                <a:cubicBezTo>
                  <a:pt x="44866" y="19266"/>
                  <a:pt x="44733" y="18766"/>
                  <a:pt x="44633" y="18232"/>
                </a:cubicBezTo>
                <a:lnTo>
                  <a:pt x="44232" y="16864"/>
                </a:lnTo>
                <a:cubicBezTo>
                  <a:pt x="44199" y="16698"/>
                  <a:pt x="44066" y="16531"/>
                  <a:pt x="43966" y="16464"/>
                </a:cubicBezTo>
                <a:cubicBezTo>
                  <a:pt x="43955" y="16461"/>
                  <a:pt x="43943" y="16459"/>
                  <a:pt x="43931" y="16459"/>
                </a:cubicBezTo>
                <a:cubicBezTo>
                  <a:pt x="43824" y="16459"/>
                  <a:pt x="43655" y="16578"/>
                  <a:pt x="43565" y="16698"/>
                </a:cubicBezTo>
                <a:cubicBezTo>
                  <a:pt x="43332" y="16965"/>
                  <a:pt x="43132" y="17298"/>
                  <a:pt x="42831" y="17732"/>
                </a:cubicBezTo>
                <a:cubicBezTo>
                  <a:pt x="42531" y="17131"/>
                  <a:pt x="42264" y="16598"/>
                  <a:pt x="42031" y="16064"/>
                </a:cubicBezTo>
                <a:cubicBezTo>
                  <a:pt x="41964" y="15930"/>
                  <a:pt x="41864" y="15764"/>
                  <a:pt x="41797" y="15630"/>
                </a:cubicBezTo>
                <a:cubicBezTo>
                  <a:pt x="41670" y="15454"/>
                  <a:pt x="41549" y="15363"/>
                  <a:pt x="41440" y="15363"/>
                </a:cubicBezTo>
                <a:cubicBezTo>
                  <a:pt x="41322" y="15363"/>
                  <a:pt x="41217" y="15471"/>
                  <a:pt x="41130" y="15697"/>
                </a:cubicBezTo>
                <a:cubicBezTo>
                  <a:pt x="40963" y="16097"/>
                  <a:pt x="40830" y="16464"/>
                  <a:pt x="40630" y="16965"/>
                </a:cubicBezTo>
                <a:cubicBezTo>
                  <a:pt x="39496" y="14763"/>
                  <a:pt x="38295" y="12762"/>
                  <a:pt x="35893" y="11661"/>
                </a:cubicBezTo>
                <a:cubicBezTo>
                  <a:pt x="36227" y="11594"/>
                  <a:pt x="36394" y="11561"/>
                  <a:pt x="36627" y="11461"/>
                </a:cubicBezTo>
                <a:cubicBezTo>
                  <a:pt x="37661" y="11060"/>
                  <a:pt x="38729" y="10727"/>
                  <a:pt x="39729" y="10226"/>
                </a:cubicBezTo>
                <a:cubicBezTo>
                  <a:pt x="39965" y="10100"/>
                  <a:pt x="40157" y="10034"/>
                  <a:pt x="40332" y="10034"/>
                </a:cubicBezTo>
                <a:close/>
                <a:moveTo>
                  <a:pt x="39431" y="20184"/>
                </a:moveTo>
                <a:cubicBezTo>
                  <a:pt x="40003" y="20184"/>
                  <a:pt x="40423" y="20446"/>
                  <a:pt x="40997" y="21067"/>
                </a:cubicBezTo>
                <a:cubicBezTo>
                  <a:pt x="40130" y="21301"/>
                  <a:pt x="39329" y="21635"/>
                  <a:pt x="38462" y="21801"/>
                </a:cubicBezTo>
                <a:cubicBezTo>
                  <a:pt x="36060" y="22268"/>
                  <a:pt x="33658" y="22702"/>
                  <a:pt x="31290" y="23102"/>
                </a:cubicBezTo>
                <a:cubicBezTo>
                  <a:pt x="31223" y="23119"/>
                  <a:pt x="31148" y="23127"/>
                  <a:pt x="31077" y="23127"/>
                </a:cubicBezTo>
                <a:cubicBezTo>
                  <a:pt x="31006" y="23127"/>
                  <a:pt x="30940" y="23119"/>
                  <a:pt x="30890" y="23102"/>
                </a:cubicBezTo>
                <a:cubicBezTo>
                  <a:pt x="30752" y="23030"/>
                  <a:pt x="30640" y="22998"/>
                  <a:pt x="30549" y="22998"/>
                </a:cubicBezTo>
                <a:cubicBezTo>
                  <a:pt x="30264" y="22998"/>
                  <a:pt x="30181" y="23307"/>
                  <a:pt x="30156" y="23636"/>
                </a:cubicBezTo>
                <a:cubicBezTo>
                  <a:pt x="30122" y="23869"/>
                  <a:pt x="30056" y="24103"/>
                  <a:pt x="30022" y="24303"/>
                </a:cubicBezTo>
                <a:cubicBezTo>
                  <a:pt x="29355" y="23603"/>
                  <a:pt x="28688" y="22935"/>
                  <a:pt x="28021" y="22235"/>
                </a:cubicBezTo>
                <a:cubicBezTo>
                  <a:pt x="28855" y="22135"/>
                  <a:pt x="29789" y="22035"/>
                  <a:pt x="30656" y="21935"/>
                </a:cubicBezTo>
                <a:cubicBezTo>
                  <a:pt x="33358" y="21635"/>
                  <a:pt x="36027" y="21067"/>
                  <a:pt x="38662" y="20300"/>
                </a:cubicBezTo>
                <a:cubicBezTo>
                  <a:pt x="38954" y="20225"/>
                  <a:pt x="39204" y="20184"/>
                  <a:pt x="39431" y="20184"/>
                </a:cubicBezTo>
                <a:close/>
                <a:moveTo>
                  <a:pt x="48102" y="22769"/>
                </a:moveTo>
                <a:lnTo>
                  <a:pt x="48102" y="22769"/>
                </a:lnTo>
                <a:cubicBezTo>
                  <a:pt x="48736" y="23136"/>
                  <a:pt x="49369" y="23436"/>
                  <a:pt x="49937" y="23903"/>
                </a:cubicBezTo>
                <a:cubicBezTo>
                  <a:pt x="50203" y="24103"/>
                  <a:pt x="50270" y="24537"/>
                  <a:pt x="50504" y="24904"/>
                </a:cubicBezTo>
                <a:cubicBezTo>
                  <a:pt x="49203" y="24770"/>
                  <a:pt x="48035" y="24036"/>
                  <a:pt x="48102" y="22769"/>
                </a:cubicBezTo>
                <a:close/>
                <a:moveTo>
                  <a:pt x="20149" y="20867"/>
                </a:moveTo>
                <a:lnTo>
                  <a:pt x="20149" y="20867"/>
                </a:lnTo>
                <a:cubicBezTo>
                  <a:pt x="21650" y="22102"/>
                  <a:pt x="22717" y="23736"/>
                  <a:pt x="23851" y="25371"/>
                </a:cubicBezTo>
                <a:cubicBezTo>
                  <a:pt x="23783" y="25379"/>
                  <a:pt x="23718" y="25383"/>
                  <a:pt x="23656" y="25383"/>
                </a:cubicBezTo>
                <a:cubicBezTo>
                  <a:pt x="23232" y="25383"/>
                  <a:pt x="22937" y="25190"/>
                  <a:pt x="22617" y="24870"/>
                </a:cubicBezTo>
                <a:cubicBezTo>
                  <a:pt x="21917" y="23970"/>
                  <a:pt x="21216" y="23136"/>
                  <a:pt x="20449" y="22402"/>
                </a:cubicBezTo>
                <a:cubicBezTo>
                  <a:pt x="19882" y="21901"/>
                  <a:pt x="19882" y="21468"/>
                  <a:pt x="20149" y="20867"/>
                </a:cubicBezTo>
                <a:close/>
                <a:moveTo>
                  <a:pt x="17036" y="20567"/>
                </a:moveTo>
                <a:cubicBezTo>
                  <a:pt x="17714" y="20567"/>
                  <a:pt x="18292" y="20840"/>
                  <a:pt x="18848" y="21368"/>
                </a:cubicBezTo>
                <a:cubicBezTo>
                  <a:pt x="20049" y="22435"/>
                  <a:pt x="21183" y="23636"/>
                  <a:pt x="22117" y="24970"/>
                </a:cubicBezTo>
                <a:cubicBezTo>
                  <a:pt x="22150" y="25037"/>
                  <a:pt x="22183" y="25104"/>
                  <a:pt x="22217" y="25204"/>
                </a:cubicBezTo>
                <a:cubicBezTo>
                  <a:pt x="21794" y="25204"/>
                  <a:pt x="21387" y="25174"/>
                  <a:pt x="20974" y="25174"/>
                </a:cubicBezTo>
                <a:cubicBezTo>
                  <a:pt x="20768" y="25174"/>
                  <a:pt x="20560" y="25182"/>
                  <a:pt x="20349" y="25204"/>
                </a:cubicBezTo>
                <a:cubicBezTo>
                  <a:pt x="17613" y="25270"/>
                  <a:pt x="14811" y="25404"/>
                  <a:pt x="12043" y="25471"/>
                </a:cubicBezTo>
                <a:cubicBezTo>
                  <a:pt x="11943" y="25471"/>
                  <a:pt x="11809" y="25437"/>
                  <a:pt x="11676" y="25404"/>
                </a:cubicBezTo>
                <a:cubicBezTo>
                  <a:pt x="10809" y="24937"/>
                  <a:pt x="9975" y="24470"/>
                  <a:pt x="9107" y="24036"/>
                </a:cubicBezTo>
                <a:cubicBezTo>
                  <a:pt x="9007" y="23970"/>
                  <a:pt x="8974" y="23936"/>
                  <a:pt x="8807" y="23803"/>
                </a:cubicBezTo>
                <a:cubicBezTo>
                  <a:pt x="9541" y="23436"/>
                  <a:pt x="10175" y="23036"/>
                  <a:pt x="10809" y="22769"/>
                </a:cubicBezTo>
                <a:cubicBezTo>
                  <a:pt x="12443" y="22068"/>
                  <a:pt x="14111" y="21434"/>
                  <a:pt x="15712" y="20767"/>
                </a:cubicBezTo>
                <a:cubicBezTo>
                  <a:pt x="16012" y="20701"/>
                  <a:pt x="16313" y="20634"/>
                  <a:pt x="16613" y="20600"/>
                </a:cubicBezTo>
                <a:cubicBezTo>
                  <a:pt x="16758" y="20578"/>
                  <a:pt x="16899" y="20567"/>
                  <a:pt x="17036" y="20567"/>
                </a:cubicBezTo>
                <a:close/>
                <a:moveTo>
                  <a:pt x="20749" y="20767"/>
                </a:moveTo>
                <a:lnTo>
                  <a:pt x="20749" y="20767"/>
                </a:lnTo>
                <a:cubicBezTo>
                  <a:pt x="21183" y="20967"/>
                  <a:pt x="21650" y="21101"/>
                  <a:pt x="21917" y="21301"/>
                </a:cubicBezTo>
                <a:cubicBezTo>
                  <a:pt x="23151" y="22602"/>
                  <a:pt x="24385" y="23869"/>
                  <a:pt x="25252" y="25537"/>
                </a:cubicBezTo>
                <a:cubicBezTo>
                  <a:pt x="25162" y="25562"/>
                  <a:pt x="25082" y="25574"/>
                  <a:pt x="25009" y="25574"/>
                </a:cubicBezTo>
                <a:cubicBezTo>
                  <a:pt x="24781" y="25574"/>
                  <a:pt x="24612" y="25456"/>
                  <a:pt x="24385" y="25204"/>
                </a:cubicBezTo>
                <a:cubicBezTo>
                  <a:pt x="23251" y="23769"/>
                  <a:pt x="22050" y="22402"/>
                  <a:pt x="20882" y="21034"/>
                </a:cubicBezTo>
                <a:cubicBezTo>
                  <a:pt x="20849" y="21034"/>
                  <a:pt x="20849" y="20934"/>
                  <a:pt x="20749" y="20767"/>
                </a:cubicBezTo>
                <a:close/>
                <a:moveTo>
                  <a:pt x="22884" y="20767"/>
                </a:moveTo>
                <a:cubicBezTo>
                  <a:pt x="24285" y="22402"/>
                  <a:pt x="25686" y="23970"/>
                  <a:pt x="26620" y="25971"/>
                </a:cubicBezTo>
                <a:cubicBezTo>
                  <a:pt x="26543" y="25984"/>
                  <a:pt x="26472" y="25990"/>
                  <a:pt x="26406" y="25990"/>
                </a:cubicBezTo>
                <a:cubicBezTo>
                  <a:pt x="26131" y="25990"/>
                  <a:pt x="25948" y="25873"/>
                  <a:pt x="25786" y="25604"/>
                </a:cubicBezTo>
                <a:cubicBezTo>
                  <a:pt x="24885" y="24070"/>
                  <a:pt x="23818" y="22735"/>
                  <a:pt x="22550" y="21534"/>
                </a:cubicBezTo>
                <a:cubicBezTo>
                  <a:pt x="22183" y="21201"/>
                  <a:pt x="22317" y="20934"/>
                  <a:pt x="22884" y="20767"/>
                </a:cubicBezTo>
                <a:close/>
                <a:moveTo>
                  <a:pt x="50939" y="15496"/>
                </a:moveTo>
                <a:cubicBezTo>
                  <a:pt x="51114" y="15496"/>
                  <a:pt x="51216" y="15648"/>
                  <a:pt x="51237" y="16031"/>
                </a:cubicBezTo>
                <a:cubicBezTo>
                  <a:pt x="51438" y="17065"/>
                  <a:pt x="51671" y="18132"/>
                  <a:pt x="51805" y="19199"/>
                </a:cubicBezTo>
                <a:cubicBezTo>
                  <a:pt x="52071" y="21401"/>
                  <a:pt x="52038" y="23636"/>
                  <a:pt x="51704" y="25871"/>
                </a:cubicBezTo>
                <a:cubicBezTo>
                  <a:pt x="51671" y="26071"/>
                  <a:pt x="51504" y="26238"/>
                  <a:pt x="51371" y="26405"/>
                </a:cubicBezTo>
                <a:cubicBezTo>
                  <a:pt x="51237" y="26238"/>
                  <a:pt x="51004" y="26071"/>
                  <a:pt x="51037" y="25904"/>
                </a:cubicBezTo>
                <a:cubicBezTo>
                  <a:pt x="51137" y="25237"/>
                  <a:pt x="50537" y="24770"/>
                  <a:pt x="50537" y="24136"/>
                </a:cubicBezTo>
                <a:cubicBezTo>
                  <a:pt x="50537" y="23903"/>
                  <a:pt x="50570" y="23703"/>
                  <a:pt x="50604" y="23469"/>
                </a:cubicBezTo>
                <a:cubicBezTo>
                  <a:pt x="50670" y="23369"/>
                  <a:pt x="50704" y="23269"/>
                  <a:pt x="50704" y="23136"/>
                </a:cubicBezTo>
                <a:cubicBezTo>
                  <a:pt x="50737" y="21101"/>
                  <a:pt x="50837" y="19099"/>
                  <a:pt x="50837" y="17065"/>
                </a:cubicBezTo>
                <a:cubicBezTo>
                  <a:pt x="50871" y="16598"/>
                  <a:pt x="50704" y="16131"/>
                  <a:pt x="50570" y="15630"/>
                </a:cubicBezTo>
                <a:cubicBezTo>
                  <a:pt x="50716" y="15545"/>
                  <a:pt x="50839" y="15496"/>
                  <a:pt x="50939" y="15496"/>
                </a:cubicBezTo>
                <a:close/>
                <a:moveTo>
                  <a:pt x="23451" y="20767"/>
                </a:moveTo>
                <a:lnTo>
                  <a:pt x="23451" y="20767"/>
                </a:lnTo>
                <a:cubicBezTo>
                  <a:pt x="24051" y="20901"/>
                  <a:pt x="24618" y="20934"/>
                  <a:pt x="24985" y="21468"/>
                </a:cubicBezTo>
                <a:cubicBezTo>
                  <a:pt x="26053" y="22969"/>
                  <a:pt x="27020" y="24603"/>
                  <a:pt x="27721" y="26305"/>
                </a:cubicBezTo>
                <a:lnTo>
                  <a:pt x="27621" y="26438"/>
                </a:lnTo>
                <a:cubicBezTo>
                  <a:pt x="27454" y="26305"/>
                  <a:pt x="27287" y="26238"/>
                  <a:pt x="27187" y="26071"/>
                </a:cubicBezTo>
                <a:cubicBezTo>
                  <a:pt x="26286" y="24136"/>
                  <a:pt x="25052" y="22435"/>
                  <a:pt x="23518" y="20967"/>
                </a:cubicBezTo>
                <a:cubicBezTo>
                  <a:pt x="23484" y="20967"/>
                  <a:pt x="23484" y="20901"/>
                  <a:pt x="23451" y="20767"/>
                </a:cubicBezTo>
                <a:close/>
                <a:moveTo>
                  <a:pt x="48469" y="24570"/>
                </a:moveTo>
                <a:lnTo>
                  <a:pt x="48469" y="24570"/>
                </a:lnTo>
                <a:cubicBezTo>
                  <a:pt x="49136" y="24870"/>
                  <a:pt x="49770" y="25070"/>
                  <a:pt x="50370" y="25404"/>
                </a:cubicBezTo>
                <a:cubicBezTo>
                  <a:pt x="50604" y="25537"/>
                  <a:pt x="50670" y="25971"/>
                  <a:pt x="50737" y="26305"/>
                </a:cubicBezTo>
                <a:cubicBezTo>
                  <a:pt x="50737" y="26371"/>
                  <a:pt x="50537" y="26471"/>
                  <a:pt x="50404" y="26571"/>
                </a:cubicBezTo>
                <a:cubicBezTo>
                  <a:pt x="49836" y="26872"/>
                  <a:pt x="49203" y="27138"/>
                  <a:pt x="48469" y="27539"/>
                </a:cubicBezTo>
                <a:cubicBezTo>
                  <a:pt x="48502" y="26905"/>
                  <a:pt x="48502" y="26471"/>
                  <a:pt x="48536" y="26071"/>
                </a:cubicBezTo>
                <a:cubicBezTo>
                  <a:pt x="49203" y="26238"/>
                  <a:pt x="49836" y="26405"/>
                  <a:pt x="50404" y="26571"/>
                </a:cubicBezTo>
                <a:cubicBezTo>
                  <a:pt x="50303" y="26438"/>
                  <a:pt x="50203" y="26271"/>
                  <a:pt x="50003" y="26104"/>
                </a:cubicBezTo>
                <a:cubicBezTo>
                  <a:pt x="49703" y="25938"/>
                  <a:pt x="49369" y="25804"/>
                  <a:pt x="49036" y="25704"/>
                </a:cubicBezTo>
                <a:cubicBezTo>
                  <a:pt x="48502" y="25537"/>
                  <a:pt x="48402" y="25104"/>
                  <a:pt x="48469" y="24570"/>
                </a:cubicBezTo>
                <a:close/>
                <a:moveTo>
                  <a:pt x="24852" y="10393"/>
                </a:moveTo>
                <a:cubicBezTo>
                  <a:pt x="27787" y="10393"/>
                  <a:pt x="30323" y="11394"/>
                  <a:pt x="32524" y="13262"/>
                </a:cubicBezTo>
                <a:cubicBezTo>
                  <a:pt x="32624" y="13295"/>
                  <a:pt x="32691" y="13395"/>
                  <a:pt x="32791" y="13462"/>
                </a:cubicBezTo>
                <a:cubicBezTo>
                  <a:pt x="32922" y="13567"/>
                  <a:pt x="33032" y="13620"/>
                  <a:pt x="33122" y="13620"/>
                </a:cubicBezTo>
                <a:cubicBezTo>
                  <a:pt x="33261" y="13620"/>
                  <a:pt x="33351" y="13492"/>
                  <a:pt x="33391" y="13229"/>
                </a:cubicBezTo>
                <a:cubicBezTo>
                  <a:pt x="33441" y="12928"/>
                  <a:pt x="33735" y="12722"/>
                  <a:pt x="34020" y="12722"/>
                </a:cubicBezTo>
                <a:cubicBezTo>
                  <a:pt x="34115" y="12722"/>
                  <a:pt x="34209" y="12745"/>
                  <a:pt x="34292" y="12795"/>
                </a:cubicBezTo>
                <a:cubicBezTo>
                  <a:pt x="34325" y="12795"/>
                  <a:pt x="34325" y="12895"/>
                  <a:pt x="34359" y="12895"/>
                </a:cubicBezTo>
                <a:cubicBezTo>
                  <a:pt x="34559" y="12928"/>
                  <a:pt x="34792" y="12928"/>
                  <a:pt x="34993" y="12962"/>
                </a:cubicBezTo>
                <a:cubicBezTo>
                  <a:pt x="34892" y="12795"/>
                  <a:pt x="34826" y="12661"/>
                  <a:pt x="34692" y="12428"/>
                </a:cubicBezTo>
                <a:cubicBezTo>
                  <a:pt x="34753" y="12146"/>
                  <a:pt x="34874" y="12034"/>
                  <a:pt x="35064" y="12034"/>
                </a:cubicBezTo>
                <a:cubicBezTo>
                  <a:pt x="35188" y="12034"/>
                  <a:pt x="35341" y="12082"/>
                  <a:pt x="35526" y="12161"/>
                </a:cubicBezTo>
                <a:cubicBezTo>
                  <a:pt x="37294" y="12962"/>
                  <a:pt x="38362" y="14396"/>
                  <a:pt x="39296" y="15997"/>
                </a:cubicBezTo>
                <a:cubicBezTo>
                  <a:pt x="39629" y="16631"/>
                  <a:pt x="39896" y="17265"/>
                  <a:pt x="40230" y="17899"/>
                </a:cubicBezTo>
                <a:cubicBezTo>
                  <a:pt x="40330" y="17999"/>
                  <a:pt x="40496" y="18165"/>
                  <a:pt x="40563" y="18165"/>
                </a:cubicBezTo>
                <a:cubicBezTo>
                  <a:pt x="40730" y="18132"/>
                  <a:pt x="40863" y="17965"/>
                  <a:pt x="40963" y="17865"/>
                </a:cubicBezTo>
                <a:cubicBezTo>
                  <a:pt x="41130" y="17465"/>
                  <a:pt x="41230" y="17065"/>
                  <a:pt x="41397" y="16631"/>
                </a:cubicBezTo>
                <a:cubicBezTo>
                  <a:pt x="41464" y="16631"/>
                  <a:pt x="41531" y="16598"/>
                  <a:pt x="41564" y="16598"/>
                </a:cubicBezTo>
                <a:cubicBezTo>
                  <a:pt x="41831" y="17231"/>
                  <a:pt x="42031" y="17865"/>
                  <a:pt x="42298" y="18466"/>
                </a:cubicBezTo>
                <a:cubicBezTo>
                  <a:pt x="42364" y="18632"/>
                  <a:pt x="42498" y="18799"/>
                  <a:pt x="42565" y="18966"/>
                </a:cubicBezTo>
                <a:cubicBezTo>
                  <a:pt x="42731" y="18833"/>
                  <a:pt x="42965" y="18766"/>
                  <a:pt x="43065" y="18599"/>
                </a:cubicBezTo>
                <a:cubicBezTo>
                  <a:pt x="43298" y="18299"/>
                  <a:pt x="43499" y="17999"/>
                  <a:pt x="43799" y="17565"/>
                </a:cubicBezTo>
                <a:cubicBezTo>
                  <a:pt x="43999" y="18499"/>
                  <a:pt x="44199" y="19333"/>
                  <a:pt x="44399" y="20133"/>
                </a:cubicBezTo>
                <a:cubicBezTo>
                  <a:pt x="44533" y="20534"/>
                  <a:pt x="44699" y="20867"/>
                  <a:pt x="44833" y="21201"/>
                </a:cubicBezTo>
                <a:cubicBezTo>
                  <a:pt x="45066" y="20901"/>
                  <a:pt x="45333" y="20634"/>
                  <a:pt x="45533" y="20400"/>
                </a:cubicBezTo>
                <a:cubicBezTo>
                  <a:pt x="45600" y="20267"/>
                  <a:pt x="45700" y="20167"/>
                  <a:pt x="45834" y="20000"/>
                </a:cubicBezTo>
                <a:cubicBezTo>
                  <a:pt x="47101" y="21668"/>
                  <a:pt x="47702" y="23569"/>
                  <a:pt x="47768" y="25637"/>
                </a:cubicBezTo>
                <a:cubicBezTo>
                  <a:pt x="47735" y="25504"/>
                  <a:pt x="47668" y="25437"/>
                  <a:pt x="47602" y="25304"/>
                </a:cubicBezTo>
                <a:cubicBezTo>
                  <a:pt x="47568" y="25170"/>
                  <a:pt x="47535" y="25004"/>
                  <a:pt x="47501" y="24904"/>
                </a:cubicBezTo>
                <a:cubicBezTo>
                  <a:pt x="47501" y="24737"/>
                  <a:pt x="47435" y="24603"/>
                  <a:pt x="47401" y="24437"/>
                </a:cubicBezTo>
                <a:cubicBezTo>
                  <a:pt x="47335" y="24503"/>
                  <a:pt x="47201" y="24603"/>
                  <a:pt x="47101" y="24670"/>
                </a:cubicBezTo>
                <a:cubicBezTo>
                  <a:pt x="47101" y="24904"/>
                  <a:pt x="47168" y="25104"/>
                  <a:pt x="47168" y="25270"/>
                </a:cubicBezTo>
                <a:cubicBezTo>
                  <a:pt x="47001" y="25404"/>
                  <a:pt x="46834" y="25571"/>
                  <a:pt x="46701" y="25671"/>
                </a:cubicBezTo>
                <a:cubicBezTo>
                  <a:pt x="46901" y="25671"/>
                  <a:pt x="47068" y="25737"/>
                  <a:pt x="47268" y="25771"/>
                </a:cubicBezTo>
                <a:cubicBezTo>
                  <a:pt x="47735" y="26305"/>
                  <a:pt x="48069" y="26905"/>
                  <a:pt x="47668" y="27739"/>
                </a:cubicBezTo>
                <a:cubicBezTo>
                  <a:pt x="47468" y="27405"/>
                  <a:pt x="47235" y="27105"/>
                  <a:pt x="47034" y="26805"/>
                </a:cubicBezTo>
                <a:cubicBezTo>
                  <a:pt x="45700" y="24803"/>
                  <a:pt x="44266" y="22802"/>
                  <a:pt x="42398" y="21268"/>
                </a:cubicBezTo>
                <a:cubicBezTo>
                  <a:pt x="40430" y="19633"/>
                  <a:pt x="38161" y="18566"/>
                  <a:pt x="35826" y="17632"/>
                </a:cubicBezTo>
                <a:cubicBezTo>
                  <a:pt x="31690" y="15964"/>
                  <a:pt x="27454" y="14730"/>
                  <a:pt x="23051" y="13962"/>
                </a:cubicBezTo>
                <a:cubicBezTo>
                  <a:pt x="19742" y="13395"/>
                  <a:pt x="16404" y="13126"/>
                  <a:pt x="13008" y="13126"/>
                </a:cubicBezTo>
                <a:cubicBezTo>
                  <a:pt x="12809" y="13126"/>
                  <a:pt x="12609" y="13127"/>
                  <a:pt x="12410" y="13128"/>
                </a:cubicBezTo>
                <a:cubicBezTo>
                  <a:pt x="11476" y="13128"/>
                  <a:pt x="11009" y="13395"/>
                  <a:pt x="10642" y="14062"/>
                </a:cubicBezTo>
                <a:cubicBezTo>
                  <a:pt x="11400" y="13511"/>
                  <a:pt x="12221" y="13355"/>
                  <a:pt x="13062" y="13355"/>
                </a:cubicBezTo>
                <a:cubicBezTo>
                  <a:pt x="13443" y="13355"/>
                  <a:pt x="13827" y="13387"/>
                  <a:pt x="14211" y="13429"/>
                </a:cubicBezTo>
                <a:cubicBezTo>
                  <a:pt x="16746" y="13729"/>
                  <a:pt x="19315" y="13962"/>
                  <a:pt x="21850" y="14263"/>
                </a:cubicBezTo>
                <a:cubicBezTo>
                  <a:pt x="21983" y="14263"/>
                  <a:pt x="22117" y="14296"/>
                  <a:pt x="22217" y="14363"/>
                </a:cubicBezTo>
                <a:lnTo>
                  <a:pt x="22217" y="14563"/>
                </a:lnTo>
                <a:cubicBezTo>
                  <a:pt x="21016" y="14930"/>
                  <a:pt x="19815" y="15297"/>
                  <a:pt x="18547" y="15730"/>
                </a:cubicBezTo>
                <a:cubicBezTo>
                  <a:pt x="16212" y="16297"/>
                  <a:pt x="13844" y="16264"/>
                  <a:pt x="11509" y="16431"/>
                </a:cubicBezTo>
                <a:cubicBezTo>
                  <a:pt x="11422" y="16436"/>
                  <a:pt x="11337" y="16438"/>
                  <a:pt x="11255" y="16438"/>
                </a:cubicBezTo>
                <a:cubicBezTo>
                  <a:pt x="10268" y="16438"/>
                  <a:pt x="9626" y="16069"/>
                  <a:pt x="9041" y="15330"/>
                </a:cubicBezTo>
                <a:cubicBezTo>
                  <a:pt x="8874" y="15130"/>
                  <a:pt x="8640" y="14963"/>
                  <a:pt x="8474" y="14763"/>
                </a:cubicBezTo>
                <a:cubicBezTo>
                  <a:pt x="8007" y="14263"/>
                  <a:pt x="7973" y="13896"/>
                  <a:pt x="8440" y="13395"/>
                </a:cubicBezTo>
                <a:cubicBezTo>
                  <a:pt x="8707" y="13095"/>
                  <a:pt x="9041" y="12828"/>
                  <a:pt x="9441" y="12628"/>
                </a:cubicBezTo>
                <a:cubicBezTo>
                  <a:pt x="11209" y="11661"/>
                  <a:pt x="13210" y="11394"/>
                  <a:pt x="15212" y="11127"/>
                </a:cubicBezTo>
                <a:cubicBezTo>
                  <a:pt x="16382" y="10992"/>
                  <a:pt x="17542" y="10928"/>
                  <a:pt x="18696" y="10928"/>
                </a:cubicBezTo>
                <a:cubicBezTo>
                  <a:pt x="20401" y="10928"/>
                  <a:pt x="22093" y="11068"/>
                  <a:pt x="23785" y="11327"/>
                </a:cubicBezTo>
                <a:cubicBezTo>
                  <a:pt x="23869" y="11348"/>
                  <a:pt x="23943" y="11359"/>
                  <a:pt x="24007" y="11359"/>
                </a:cubicBezTo>
                <a:cubicBezTo>
                  <a:pt x="24246" y="11359"/>
                  <a:pt x="24345" y="11209"/>
                  <a:pt x="24318" y="10893"/>
                </a:cubicBezTo>
                <a:cubicBezTo>
                  <a:pt x="24218" y="10426"/>
                  <a:pt x="24485" y="10393"/>
                  <a:pt x="24852" y="10393"/>
                </a:cubicBezTo>
                <a:close/>
                <a:moveTo>
                  <a:pt x="41393" y="21379"/>
                </a:moveTo>
                <a:cubicBezTo>
                  <a:pt x="41507" y="21379"/>
                  <a:pt x="41619" y="21395"/>
                  <a:pt x="41697" y="21434"/>
                </a:cubicBezTo>
                <a:cubicBezTo>
                  <a:pt x="43499" y="22902"/>
                  <a:pt x="44900" y="24737"/>
                  <a:pt x="46201" y="26705"/>
                </a:cubicBezTo>
                <a:cubicBezTo>
                  <a:pt x="44450" y="27517"/>
                  <a:pt x="42729" y="27979"/>
                  <a:pt x="40900" y="27979"/>
                </a:cubicBezTo>
                <a:cubicBezTo>
                  <a:pt x="40777" y="27979"/>
                  <a:pt x="40654" y="27977"/>
                  <a:pt x="40530" y="27972"/>
                </a:cubicBezTo>
                <a:cubicBezTo>
                  <a:pt x="40471" y="27982"/>
                  <a:pt x="40415" y="27987"/>
                  <a:pt x="40361" y="27987"/>
                </a:cubicBezTo>
                <a:cubicBezTo>
                  <a:pt x="40043" y="27987"/>
                  <a:pt x="39790" y="27824"/>
                  <a:pt x="39562" y="27539"/>
                </a:cubicBezTo>
                <a:cubicBezTo>
                  <a:pt x="38395" y="26104"/>
                  <a:pt x="37027" y="25037"/>
                  <a:pt x="35326" y="24370"/>
                </a:cubicBezTo>
                <a:cubicBezTo>
                  <a:pt x="35184" y="24315"/>
                  <a:pt x="35068" y="24286"/>
                  <a:pt x="34974" y="24286"/>
                </a:cubicBezTo>
                <a:cubicBezTo>
                  <a:pt x="34779" y="24286"/>
                  <a:pt x="34681" y="24411"/>
                  <a:pt x="34659" y="24703"/>
                </a:cubicBezTo>
                <a:cubicBezTo>
                  <a:pt x="34626" y="25104"/>
                  <a:pt x="34325" y="25270"/>
                  <a:pt x="33992" y="25371"/>
                </a:cubicBezTo>
                <a:cubicBezTo>
                  <a:pt x="33950" y="25377"/>
                  <a:pt x="33911" y="25380"/>
                  <a:pt x="33876" y="25380"/>
                </a:cubicBezTo>
                <a:cubicBezTo>
                  <a:pt x="33544" y="25380"/>
                  <a:pt x="33472" y="25118"/>
                  <a:pt x="33291" y="24937"/>
                </a:cubicBezTo>
                <a:cubicBezTo>
                  <a:pt x="32824" y="24437"/>
                  <a:pt x="32357" y="23970"/>
                  <a:pt x="31857" y="23436"/>
                </a:cubicBezTo>
                <a:cubicBezTo>
                  <a:pt x="32624" y="23302"/>
                  <a:pt x="33325" y="23236"/>
                  <a:pt x="34059" y="23102"/>
                </a:cubicBezTo>
                <a:cubicBezTo>
                  <a:pt x="36494" y="22769"/>
                  <a:pt x="38829" y="22135"/>
                  <a:pt x="41164" y="21401"/>
                </a:cubicBezTo>
                <a:cubicBezTo>
                  <a:pt x="41233" y="21387"/>
                  <a:pt x="41313" y="21379"/>
                  <a:pt x="41393" y="21379"/>
                </a:cubicBezTo>
                <a:close/>
                <a:moveTo>
                  <a:pt x="8313" y="24235"/>
                </a:moveTo>
                <a:cubicBezTo>
                  <a:pt x="8944" y="24235"/>
                  <a:pt x="10552" y="24983"/>
                  <a:pt x="11009" y="25571"/>
                </a:cubicBezTo>
                <a:cubicBezTo>
                  <a:pt x="8707" y="25938"/>
                  <a:pt x="6472" y="26305"/>
                  <a:pt x="4471" y="27305"/>
                </a:cubicBezTo>
                <a:cubicBezTo>
                  <a:pt x="4471" y="27372"/>
                  <a:pt x="4504" y="27405"/>
                  <a:pt x="4504" y="27439"/>
                </a:cubicBezTo>
                <a:cubicBezTo>
                  <a:pt x="5672" y="27205"/>
                  <a:pt x="6872" y="26972"/>
                  <a:pt x="8040" y="26738"/>
                </a:cubicBezTo>
                <a:cubicBezTo>
                  <a:pt x="8040" y="26772"/>
                  <a:pt x="8073" y="26805"/>
                  <a:pt x="8073" y="26872"/>
                </a:cubicBezTo>
                <a:cubicBezTo>
                  <a:pt x="7973" y="26972"/>
                  <a:pt x="7840" y="27105"/>
                  <a:pt x="7706" y="27205"/>
                </a:cubicBezTo>
                <a:cubicBezTo>
                  <a:pt x="6839" y="27639"/>
                  <a:pt x="5972" y="28139"/>
                  <a:pt x="5105" y="28606"/>
                </a:cubicBezTo>
                <a:cubicBezTo>
                  <a:pt x="4980" y="28668"/>
                  <a:pt x="4835" y="28694"/>
                  <a:pt x="4688" y="28694"/>
                </a:cubicBezTo>
                <a:cubicBezTo>
                  <a:pt x="4518" y="28694"/>
                  <a:pt x="4347" y="28660"/>
                  <a:pt x="4204" y="28606"/>
                </a:cubicBezTo>
                <a:cubicBezTo>
                  <a:pt x="3704" y="28439"/>
                  <a:pt x="3270" y="28139"/>
                  <a:pt x="2669" y="27806"/>
                </a:cubicBezTo>
                <a:cubicBezTo>
                  <a:pt x="3036" y="27439"/>
                  <a:pt x="3337" y="27072"/>
                  <a:pt x="3704" y="26805"/>
                </a:cubicBezTo>
                <a:cubicBezTo>
                  <a:pt x="5105" y="25971"/>
                  <a:pt x="6506" y="25137"/>
                  <a:pt x="7940" y="24303"/>
                </a:cubicBezTo>
                <a:cubicBezTo>
                  <a:pt x="8040" y="24270"/>
                  <a:pt x="8140" y="24236"/>
                  <a:pt x="8273" y="24236"/>
                </a:cubicBezTo>
                <a:cubicBezTo>
                  <a:pt x="8286" y="24236"/>
                  <a:pt x="8299" y="24235"/>
                  <a:pt x="8313" y="24235"/>
                </a:cubicBezTo>
                <a:close/>
                <a:moveTo>
                  <a:pt x="46401" y="27239"/>
                </a:moveTo>
                <a:lnTo>
                  <a:pt x="46401" y="27239"/>
                </a:lnTo>
                <a:cubicBezTo>
                  <a:pt x="45667" y="27906"/>
                  <a:pt x="44766" y="28306"/>
                  <a:pt x="43832" y="28539"/>
                </a:cubicBezTo>
                <a:cubicBezTo>
                  <a:pt x="42865" y="28773"/>
                  <a:pt x="41897" y="28873"/>
                  <a:pt x="40897" y="28973"/>
                </a:cubicBezTo>
                <a:cubicBezTo>
                  <a:pt x="40836" y="28986"/>
                  <a:pt x="40782" y="28992"/>
                  <a:pt x="40733" y="28992"/>
                </a:cubicBezTo>
                <a:cubicBezTo>
                  <a:pt x="40403" y="28992"/>
                  <a:pt x="40312" y="28708"/>
                  <a:pt x="40196" y="28273"/>
                </a:cubicBezTo>
                <a:lnTo>
                  <a:pt x="40196" y="28273"/>
                </a:lnTo>
                <a:cubicBezTo>
                  <a:pt x="40637" y="28339"/>
                  <a:pt x="41069" y="28370"/>
                  <a:pt x="41495" y="28370"/>
                </a:cubicBezTo>
                <a:cubicBezTo>
                  <a:pt x="43198" y="28370"/>
                  <a:pt x="44800" y="27879"/>
                  <a:pt x="46401" y="27239"/>
                </a:cubicBezTo>
                <a:close/>
                <a:moveTo>
                  <a:pt x="10508" y="26471"/>
                </a:moveTo>
                <a:cubicBezTo>
                  <a:pt x="10342" y="26705"/>
                  <a:pt x="10242" y="26805"/>
                  <a:pt x="10141" y="26938"/>
                </a:cubicBezTo>
                <a:cubicBezTo>
                  <a:pt x="9041" y="27939"/>
                  <a:pt x="7840" y="28773"/>
                  <a:pt x="6472" y="29307"/>
                </a:cubicBezTo>
                <a:cubicBezTo>
                  <a:pt x="6390" y="29339"/>
                  <a:pt x="6299" y="29352"/>
                  <a:pt x="6200" y="29352"/>
                </a:cubicBezTo>
                <a:cubicBezTo>
                  <a:pt x="5897" y="29352"/>
                  <a:pt x="5532" y="29232"/>
                  <a:pt x="5205" y="29207"/>
                </a:cubicBezTo>
                <a:lnTo>
                  <a:pt x="5205" y="28973"/>
                </a:lnTo>
                <a:cubicBezTo>
                  <a:pt x="5371" y="28906"/>
                  <a:pt x="5605" y="28873"/>
                  <a:pt x="5705" y="28773"/>
                </a:cubicBezTo>
                <a:cubicBezTo>
                  <a:pt x="6639" y="28239"/>
                  <a:pt x="7540" y="27739"/>
                  <a:pt x="8374" y="27105"/>
                </a:cubicBezTo>
                <a:cubicBezTo>
                  <a:pt x="9007" y="26605"/>
                  <a:pt x="9674" y="26471"/>
                  <a:pt x="10508" y="26471"/>
                </a:cubicBezTo>
                <a:close/>
                <a:moveTo>
                  <a:pt x="46968" y="27806"/>
                </a:moveTo>
                <a:lnTo>
                  <a:pt x="46968" y="27806"/>
                </a:lnTo>
                <a:cubicBezTo>
                  <a:pt x="46901" y="27972"/>
                  <a:pt x="46868" y="28206"/>
                  <a:pt x="46734" y="28306"/>
                </a:cubicBezTo>
                <a:cubicBezTo>
                  <a:pt x="45800" y="29207"/>
                  <a:pt x="44566" y="29607"/>
                  <a:pt x="43365" y="29907"/>
                </a:cubicBezTo>
                <a:cubicBezTo>
                  <a:pt x="42798" y="30041"/>
                  <a:pt x="42198" y="30074"/>
                  <a:pt x="41664" y="30141"/>
                </a:cubicBezTo>
                <a:cubicBezTo>
                  <a:pt x="41577" y="30157"/>
                  <a:pt x="41496" y="30165"/>
                  <a:pt x="41423" y="30165"/>
                </a:cubicBezTo>
                <a:cubicBezTo>
                  <a:pt x="41049" y="30165"/>
                  <a:pt x="40858" y="29948"/>
                  <a:pt x="40830" y="29473"/>
                </a:cubicBezTo>
                <a:cubicBezTo>
                  <a:pt x="41497" y="29440"/>
                  <a:pt x="42164" y="29440"/>
                  <a:pt x="42831" y="29373"/>
                </a:cubicBezTo>
                <a:cubicBezTo>
                  <a:pt x="44166" y="29207"/>
                  <a:pt x="45333" y="28706"/>
                  <a:pt x="46467" y="27939"/>
                </a:cubicBezTo>
                <a:cubicBezTo>
                  <a:pt x="46567" y="27872"/>
                  <a:pt x="46801" y="27872"/>
                  <a:pt x="46968" y="27806"/>
                </a:cubicBezTo>
                <a:close/>
                <a:moveTo>
                  <a:pt x="12894" y="26139"/>
                </a:moveTo>
                <a:cubicBezTo>
                  <a:pt x="12995" y="26139"/>
                  <a:pt x="13110" y="26160"/>
                  <a:pt x="13244" y="26204"/>
                </a:cubicBezTo>
                <a:lnTo>
                  <a:pt x="12643" y="27305"/>
                </a:lnTo>
                <a:cubicBezTo>
                  <a:pt x="11976" y="28473"/>
                  <a:pt x="11042" y="29440"/>
                  <a:pt x="10008" y="30274"/>
                </a:cubicBezTo>
                <a:cubicBezTo>
                  <a:pt x="9770" y="30468"/>
                  <a:pt x="9584" y="30562"/>
                  <a:pt x="9399" y="30562"/>
                </a:cubicBezTo>
                <a:cubicBezTo>
                  <a:pt x="9169" y="30562"/>
                  <a:pt x="8939" y="30417"/>
                  <a:pt x="8607" y="30141"/>
                </a:cubicBezTo>
                <a:cubicBezTo>
                  <a:pt x="10275" y="29407"/>
                  <a:pt x="11309" y="27972"/>
                  <a:pt x="12310" y="26538"/>
                </a:cubicBezTo>
                <a:cubicBezTo>
                  <a:pt x="12456" y="26294"/>
                  <a:pt x="12621" y="26139"/>
                  <a:pt x="12894" y="26139"/>
                </a:cubicBezTo>
                <a:close/>
                <a:moveTo>
                  <a:pt x="19540" y="25632"/>
                </a:moveTo>
                <a:cubicBezTo>
                  <a:pt x="22115" y="25632"/>
                  <a:pt x="24629" y="26159"/>
                  <a:pt x="27054" y="27072"/>
                </a:cubicBezTo>
                <a:cubicBezTo>
                  <a:pt x="26553" y="27239"/>
                  <a:pt x="26053" y="27405"/>
                  <a:pt x="25519" y="27572"/>
                </a:cubicBezTo>
                <a:cubicBezTo>
                  <a:pt x="23017" y="28406"/>
                  <a:pt x="20649" y="29540"/>
                  <a:pt x="18347" y="30874"/>
                </a:cubicBezTo>
                <a:cubicBezTo>
                  <a:pt x="17547" y="31308"/>
                  <a:pt x="16613" y="31408"/>
                  <a:pt x="15645" y="31642"/>
                </a:cubicBezTo>
                <a:cubicBezTo>
                  <a:pt x="15679" y="31208"/>
                  <a:pt x="15712" y="30874"/>
                  <a:pt x="15779" y="30407"/>
                </a:cubicBezTo>
                <a:lnTo>
                  <a:pt x="15779" y="30407"/>
                </a:lnTo>
                <a:cubicBezTo>
                  <a:pt x="15212" y="30741"/>
                  <a:pt x="14845" y="30975"/>
                  <a:pt x="14311" y="31275"/>
                </a:cubicBezTo>
                <a:cubicBezTo>
                  <a:pt x="14311" y="30941"/>
                  <a:pt x="14344" y="30708"/>
                  <a:pt x="14311" y="30474"/>
                </a:cubicBezTo>
                <a:cubicBezTo>
                  <a:pt x="14311" y="30374"/>
                  <a:pt x="14178" y="30207"/>
                  <a:pt x="14044" y="30107"/>
                </a:cubicBezTo>
                <a:cubicBezTo>
                  <a:pt x="14038" y="30101"/>
                  <a:pt x="14027" y="30099"/>
                  <a:pt x="14013" y="30099"/>
                </a:cubicBezTo>
                <a:cubicBezTo>
                  <a:pt x="13945" y="30099"/>
                  <a:pt x="13805" y="30158"/>
                  <a:pt x="13777" y="30241"/>
                </a:cubicBezTo>
                <a:cubicBezTo>
                  <a:pt x="13232" y="30968"/>
                  <a:pt x="12547" y="31200"/>
                  <a:pt x="11807" y="31200"/>
                </a:cubicBezTo>
                <a:cubicBezTo>
                  <a:pt x="11461" y="31200"/>
                  <a:pt x="11103" y="31149"/>
                  <a:pt x="10742" y="31075"/>
                </a:cubicBezTo>
                <a:cubicBezTo>
                  <a:pt x="10475" y="31041"/>
                  <a:pt x="10175" y="30908"/>
                  <a:pt x="9875" y="30808"/>
                </a:cubicBezTo>
                <a:cubicBezTo>
                  <a:pt x="10508" y="30307"/>
                  <a:pt x="11042" y="29874"/>
                  <a:pt x="11576" y="29373"/>
                </a:cubicBezTo>
                <a:cubicBezTo>
                  <a:pt x="12476" y="28539"/>
                  <a:pt x="13144" y="27605"/>
                  <a:pt x="13544" y="26471"/>
                </a:cubicBezTo>
                <a:cubicBezTo>
                  <a:pt x="13677" y="26204"/>
                  <a:pt x="13844" y="26071"/>
                  <a:pt x="14178" y="26038"/>
                </a:cubicBezTo>
                <a:cubicBezTo>
                  <a:pt x="15846" y="25904"/>
                  <a:pt x="17480" y="25671"/>
                  <a:pt x="19081" y="25637"/>
                </a:cubicBezTo>
                <a:cubicBezTo>
                  <a:pt x="19234" y="25634"/>
                  <a:pt x="19387" y="25632"/>
                  <a:pt x="19540" y="25632"/>
                </a:cubicBezTo>
                <a:close/>
                <a:moveTo>
                  <a:pt x="25486" y="21368"/>
                </a:moveTo>
                <a:cubicBezTo>
                  <a:pt x="26353" y="21968"/>
                  <a:pt x="27154" y="22468"/>
                  <a:pt x="27854" y="23002"/>
                </a:cubicBezTo>
                <a:cubicBezTo>
                  <a:pt x="28555" y="23636"/>
                  <a:pt x="29155" y="24403"/>
                  <a:pt x="29822" y="25104"/>
                </a:cubicBezTo>
                <a:cubicBezTo>
                  <a:pt x="29922" y="25270"/>
                  <a:pt x="30156" y="25304"/>
                  <a:pt x="30323" y="25437"/>
                </a:cubicBezTo>
                <a:cubicBezTo>
                  <a:pt x="30356" y="25270"/>
                  <a:pt x="30489" y="25104"/>
                  <a:pt x="30523" y="24937"/>
                </a:cubicBezTo>
                <a:cubicBezTo>
                  <a:pt x="30589" y="24503"/>
                  <a:pt x="30656" y="24103"/>
                  <a:pt x="30689" y="23636"/>
                </a:cubicBezTo>
                <a:cubicBezTo>
                  <a:pt x="31523" y="23936"/>
                  <a:pt x="32157" y="24470"/>
                  <a:pt x="32658" y="25104"/>
                </a:cubicBezTo>
                <a:cubicBezTo>
                  <a:pt x="32858" y="25371"/>
                  <a:pt x="33024" y="25637"/>
                  <a:pt x="33225" y="25904"/>
                </a:cubicBezTo>
                <a:cubicBezTo>
                  <a:pt x="33459" y="26185"/>
                  <a:pt x="33751" y="26327"/>
                  <a:pt x="34034" y="26327"/>
                </a:cubicBezTo>
                <a:cubicBezTo>
                  <a:pt x="34355" y="26327"/>
                  <a:pt x="34664" y="26144"/>
                  <a:pt x="34859" y="25771"/>
                </a:cubicBezTo>
                <a:cubicBezTo>
                  <a:pt x="34993" y="25571"/>
                  <a:pt x="35026" y="25404"/>
                  <a:pt x="35159" y="25170"/>
                </a:cubicBezTo>
                <a:cubicBezTo>
                  <a:pt x="36360" y="27339"/>
                  <a:pt x="37528" y="29473"/>
                  <a:pt x="37828" y="31975"/>
                </a:cubicBezTo>
                <a:cubicBezTo>
                  <a:pt x="37728" y="31942"/>
                  <a:pt x="37628" y="31942"/>
                  <a:pt x="37561" y="31909"/>
                </a:cubicBezTo>
                <a:cubicBezTo>
                  <a:pt x="34892" y="29707"/>
                  <a:pt x="31957" y="28106"/>
                  <a:pt x="28721" y="26805"/>
                </a:cubicBezTo>
                <a:cubicBezTo>
                  <a:pt x="28521" y="26738"/>
                  <a:pt x="28288" y="26471"/>
                  <a:pt x="28188" y="26238"/>
                </a:cubicBezTo>
                <a:cubicBezTo>
                  <a:pt x="27621" y="24603"/>
                  <a:pt x="26787" y="23136"/>
                  <a:pt x="25653" y="21868"/>
                </a:cubicBezTo>
                <a:cubicBezTo>
                  <a:pt x="25619" y="21768"/>
                  <a:pt x="25519" y="21735"/>
                  <a:pt x="25486" y="21635"/>
                </a:cubicBezTo>
                <a:cubicBezTo>
                  <a:pt x="25452" y="21635"/>
                  <a:pt x="25486" y="21601"/>
                  <a:pt x="25486" y="21368"/>
                </a:cubicBezTo>
                <a:close/>
                <a:moveTo>
                  <a:pt x="27770" y="27256"/>
                </a:moveTo>
                <a:cubicBezTo>
                  <a:pt x="28061" y="27256"/>
                  <a:pt x="28334" y="27343"/>
                  <a:pt x="28655" y="27572"/>
                </a:cubicBezTo>
                <a:cubicBezTo>
                  <a:pt x="25152" y="29140"/>
                  <a:pt x="21716" y="30641"/>
                  <a:pt x="18281" y="32209"/>
                </a:cubicBezTo>
                <a:cubicBezTo>
                  <a:pt x="17947" y="31742"/>
                  <a:pt x="17980" y="31442"/>
                  <a:pt x="18381" y="31241"/>
                </a:cubicBezTo>
                <a:cubicBezTo>
                  <a:pt x="21316" y="29774"/>
                  <a:pt x="24285" y="28373"/>
                  <a:pt x="27354" y="27305"/>
                </a:cubicBezTo>
                <a:cubicBezTo>
                  <a:pt x="27500" y="27274"/>
                  <a:pt x="27637" y="27256"/>
                  <a:pt x="27770" y="27256"/>
                </a:cubicBezTo>
                <a:close/>
                <a:moveTo>
                  <a:pt x="44399" y="30241"/>
                </a:moveTo>
                <a:lnTo>
                  <a:pt x="44399" y="30241"/>
                </a:lnTo>
                <a:cubicBezTo>
                  <a:pt x="43532" y="31041"/>
                  <a:pt x="42665" y="31808"/>
                  <a:pt x="41731" y="32642"/>
                </a:cubicBezTo>
                <a:cubicBezTo>
                  <a:pt x="41564" y="31909"/>
                  <a:pt x="41397" y="31275"/>
                  <a:pt x="41297" y="30641"/>
                </a:cubicBezTo>
                <a:cubicBezTo>
                  <a:pt x="42331" y="30541"/>
                  <a:pt x="43332" y="30374"/>
                  <a:pt x="44399" y="30241"/>
                </a:cubicBezTo>
                <a:close/>
                <a:moveTo>
                  <a:pt x="29072" y="27940"/>
                </a:moveTo>
                <a:cubicBezTo>
                  <a:pt x="29323" y="27940"/>
                  <a:pt x="29599" y="28039"/>
                  <a:pt x="29856" y="28039"/>
                </a:cubicBezTo>
                <a:cubicBezTo>
                  <a:pt x="29889" y="28139"/>
                  <a:pt x="29889" y="28239"/>
                  <a:pt x="29889" y="28306"/>
                </a:cubicBezTo>
                <a:cubicBezTo>
                  <a:pt x="29322" y="28640"/>
                  <a:pt x="28721" y="28973"/>
                  <a:pt x="28121" y="29273"/>
                </a:cubicBezTo>
                <a:cubicBezTo>
                  <a:pt x="25286" y="30774"/>
                  <a:pt x="22217" y="31808"/>
                  <a:pt x="19148" y="32742"/>
                </a:cubicBezTo>
                <a:cubicBezTo>
                  <a:pt x="19111" y="32749"/>
                  <a:pt x="19072" y="32751"/>
                  <a:pt x="19032" y="32751"/>
                </a:cubicBezTo>
                <a:cubicBezTo>
                  <a:pt x="18852" y="32751"/>
                  <a:pt x="18644" y="32697"/>
                  <a:pt x="18481" y="32642"/>
                </a:cubicBezTo>
                <a:lnTo>
                  <a:pt x="18481" y="32476"/>
                </a:lnTo>
                <a:cubicBezTo>
                  <a:pt x="19481" y="31975"/>
                  <a:pt x="20482" y="31542"/>
                  <a:pt x="21516" y="31075"/>
                </a:cubicBezTo>
                <a:cubicBezTo>
                  <a:pt x="23951" y="30041"/>
                  <a:pt x="26386" y="28973"/>
                  <a:pt x="28855" y="27972"/>
                </a:cubicBezTo>
                <a:cubicBezTo>
                  <a:pt x="28924" y="27949"/>
                  <a:pt x="28997" y="27940"/>
                  <a:pt x="29072" y="27940"/>
                </a:cubicBezTo>
                <a:close/>
                <a:moveTo>
                  <a:pt x="37394" y="26271"/>
                </a:moveTo>
                <a:lnTo>
                  <a:pt x="37394" y="26271"/>
                </a:lnTo>
                <a:cubicBezTo>
                  <a:pt x="38028" y="26738"/>
                  <a:pt x="38395" y="27072"/>
                  <a:pt x="38528" y="27772"/>
                </a:cubicBezTo>
                <a:cubicBezTo>
                  <a:pt x="38695" y="28906"/>
                  <a:pt x="39062" y="30041"/>
                  <a:pt x="39329" y="31141"/>
                </a:cubicBezTo>
                <a:cubicBezTo>
                  <a:pt x="39396" y="31708"/>
                  <a:pt x="39362" y="32275"/>
                  <a:pt x="39329" y="32809"/>
                </a:cubicBezTo>
                <a:cubicBezTo>
                  <a:pt x="39029" y="31742"/>
                  <a:pt x="38795" y="30641"/>
                  <a:pt x="38495" y="29574"/>
                </a:cubicBezTo>
                <a:cubicBezTo>
                  <a:pt x="38195" y="28473"/>
                  <a:pt x="37795" y="27472"/>
                  <a:pt x="37394" y="26271"/>
                </a:cubicBezTo>
                <a:close/>
                <a:moveTo>
                  <a:pt x="35593" y="25204"/>
                </a:moveTo>
                <a:lnTo>
                  <a:pt x="35593" y="25204"/>
                </a:lnTo>
                <a:cubicBezTo>
                  <a:pt x="36227" y="25304"/>
                  <a:pt x="36660" y="25704"/>
                  <a:pt x="36827" y="26238"/>
                </a:cubicBezTo>
                <a:cubicBezTo>
                  <a:pt x="37361" y="27906"/>
                  <a:pt x="37895" y="29607"/>
                  <a:pt x="38428" y="31275"/>
                </a:cubicBezTo>
                <a:cubicBezTo>
                  <a:pt x="38628" y="31742"/>
                  <a:pt x="38662" y="32275"/>
                  <a:pt x="38729" y="32776"/>
                </a:cubicBezTo>
                <a:cubicBezTo>
                  <a:pt x="38662" y="32809"/>
                  <a:pt x="38562" y="32809"/>
                  <a:pt x="38495" y="32876"/>
                </a:cubicBezTo>
                <a:cubicBezTo>
                  <a:pt x="37961" y="30207"/>
                  <a:pt x="37194" y="27572"/>
                  <a:pt x="35593" y="25204"/>
                </a:cubicBezTo>
                <a:close/>
                <a:moveTo>
                  <a:pt x="17513" y="31608"/>
                </a:moveTo>
                <a:cubicBezTo>
                  <a:pt x="17714" y="32109"/>
                  <a:pt x="17880" y="32542"/>
                  <a:pt x="18114" y="32976"/>
                </a:cubicBezTo>
                <a:cubicBezTo>
                  <a:pt x="17447" y="32642"/>
                  <a:pt x="16813" y="32342"/>
                  <a:pt x="16012" y="31942"/>
                </a:cubicBezTo>
                <a:cubicBezTo>
                  <a:pt x="16646" y="31808"/>
                  <a:pt x="17046" y="31742"/>
                  <a:pt x="17513" y="31608"/>
                </a:cubicBezTo>
                <a:close/>
                <a:moveTo>
                  <a:pt x="30574" y="28618"/>
                </a:moveTo>
                <a:cubicBezTo>
                  <a:pt x="30752" y="28618"/>
                  <a:pt x="30930" y="28677"/>
                  <a:pt x="31123" y="28806"/>
                </a:cubicBezTo>
                <a:cubicBezTo>
                  <a:pt x="31290" y="28940"/>
                  <a:pt x="31490" y="29040"/>
                  <a:pt x="31857" y="29273"/>
                </a:cubicBezTo>
                <a:cubicBezTo>
                  <a:pt x="30489" y="30041"/>
                  <a:pt x="29322" y="30774"/>
                  <a:pt x="28154" y="31442"/>
                </a:cubicBezTo>
                <a:cubicBezTo>
                  <a:pt x="26019" y="32542"/>
                  <a:pt x="23718" y="33143"/>
                  <a:pt x="21450" y="33710"/>
                </a:cubicBezTo>
                <a:cubicBezTo>
                  <a:pt x="21368" y="33721"/>
                  <a:pt x="21290" y="33727"/>
                  <a:pt x="21214" y="33727"/>
                </a:cubicBezTo>
                <a:cubicBezTo>
                  <a:pt x="20631" y="33727"/>
                  <a:pt x="20175" y="33416"/>
                  <a:pt x="19615" y="33209"/>
                </a:cubicBezTo>
                <a:lnTo>
                  <a:pt x="20115" y="33043"/>
                </a:lnTo>
                <a:cubicBezTo>
                  <a:pt x="23651" y="32242"/>
                  <a:pt x="26887" y="30708"/>
                  <a:pt x="29989" y="28806"/>
                </a:cubicBezTo>
                <a:cubicBezTo>
                  <a:pt x="30196" y="28686"/>
                  <a:pt x="30385" y="28618"/>
                  <a:pt x="30574" y="28618"/>
                </a:cubicBezTo>
                <a:close/>
                <a:moveTo>
                  <a:pt x="38862" y="27739"/>
                </a:moveTo>
                <a:lnTo>
                  <a:pt x="39229" y="28239"/>
                </a:lnTo>
                <a:cubicBezTo>
                  <a:pt x="40230" y="29574"/>
                  <a:pt x="40797" y="31075"/>
                  <a:pt x="41030" y="32676"/>
                </a:cubicBezTo>
                <a:cubicBezTo>
                  <a:pt x="41064" y="32976"/>
                  <a:pt x="40963" y="33276"/>
                  <a:pt x="40797" y="33510"/>
                </a:cubicBezTo>
                <a:cubicBezTo>
                  <a:pt x="40597" y="33810"/>
                  <a:pt x="40363" y="34010"/>
                  <a:pt x="40163" y="34277"/>
                </a:cubicBezTo>
                <a:cubicBezTo>
                  <a:pt x="40063" y="34277"/>
                  <a:pt x="40029" y="34244"/>
                  <a:pt x="39963" y="34244"/>
                </a:cubicBezTo>
                <a:cubicBezTo>
                  <a:pt x="39896" y="34077"/>
                  <a:pt x="39796" y="33910"/>
                  <a:pt x="39729" y="33676"/>
                </a:cubicBezTo>
                <a:cubicBezTo>
                  <a:pt x="40029" y="31675"/>
                  <a:pt x="39629" y="29807"/>
                  <a:pt x="38829" y="27972"/>
                </a:cubicBezTo>
                <a:cubicBezTo>
                  <a:pt x="38829" y="27939"/>
                  <a:pt x="38762" y="27839"/>
                  <a:pt x="38862" y="27739"/>
                </a:cubicBezTo>
                <a:close/>
                <a:moveTo>
                  <a:pt x="11610" y="32136"/>
                </a:moveTo>
                <a:cubicBezTo>
                  <a:pt x="12462" y="32136"/>
                  <a:pt x="13368" y="32588"/>
                  <a:pt x="14244" y="32776"/>
                </a:cubicBezTo>
                <a:cubicBezTo>
                  <a:pt x="15912" y="33143"/>
                  <a:pt x="17313" y="34077"/>
                  <a:pt x="18681" y="35044"/>
                </a:cubicBezTo>
                <a:cubicBezTo>
                  <a:pt x="17566" y="35044"/>
                  <a:pt x="16426" y="34971"/>
                  <a:pt x="15325" y="34971"/>
                </a:cubicBezTo>
                <a:cubicBezTo>
                  <a:pt x="15142" y="34971"/>
                  <a:pt x="14959" y="34973"/>
                  <a:pt x="14778" y="34977"/>
                </a:cubicBezTo>
                <a:cubicBezTo>
                  <a:pt x="14559" y="35001"/>
                  <a:pt x="14347" y="35012"/>
                  <a:pt x="14139" y="35012"/>
                </a:cubicBezTo>
                <a:cubicBezTo>
                  <a:pt x="13174" y="35012"/>
                  <a:pt x="12309" y="34773"/>
                  <a:pt x="11376" y="34444"/>
                </a:cubicBezTo>
                <a:cubicBezTo>
                  <a:pt x="10308" y="34010"/>
                  <a:pt x="9141" y="33910"/>
                  <a:pt x="7973" y="33610"/>
                </a:cubicBezTo>
                <a:cubicBezTo>
                  <a:pt x="8173" y="33476"/>
                  <a:pt x="8407" y="33376"/>
                  <a:pt x="8674" y="33243"/>
                </a:cubicBezTo>
                <a:cubicBezTo>
                  <a:pt x="9608" y="32843"/>
                  <a:pt x="10475" y="32242"/>
                  <a:pt x="11442" y="32142"/>
                </a:cubicBezTo>
                <a:cubicBezTo>
                  <a:pt x="11498" y="32138"/>
                  <a:pt x="11554" y="32136"/>
                  <a:pt x="11610" y="32136"/>
                </a:cubicBezTo>
                <a:close/>
                <a:moveTo>
                  <a:pt x="13711" y="30975"/>
                </a:moveTo>
                <a:cubicBezTo>
                  <a:pt x="13807" y="31533"/>
                  <a:pt x="13892" y="31780"/>
                  <a:pt x="14165" y="31780"/>
                </a:cubicBezTo>
                <a:cubicBezTo>
                  <a:pt x="14365" y="31780"/>
                  <a:pt x="14666" y="31648"/>
                  <a:pt x="15145" y="31408"/>
                </a:cubicBezTo>
                <a:cubicBezTo>
                  <a:pt x="15145" y="31608"/>
                  <a:pt x="15178" y="31775"/>
                  <a:pt x="15178" y="31942"/>
                </a:cubicBezTo>
                <a:cubicBezTo>
                  <a:pt x="17113" y="32542"/>
                  <a:pt x="18514" y="33777"/>
                  <a:pt x="19815" y="35244"/>
                </a:cubicBezTo>
                <a:cubicBezTo>
                  <a:pt x="17613" y="33310"/>
                  <a:pt x="14978" y="32309"/>
                  <a:pt x="11943" y="31875"/>
                </a:cubicBezTo>
                <a:cubicBezTo>
                  <a:pt x="12577" y="31508"/>
                  <a:pt x="13144" y="31275"/>
                  <a:pt x="13711" y="30975"/>
                </a:cubicBezTo>
                <a:close/>
                <a:moveTo>
                  <a:pt x="32313" y="29613"/>
                </a:moveTo>
                <a:cubicBezTo>
                  <a:pt x="32370" y="29613"/>
                  <a:pt x="32420" y="29622"/>
                  <a:pt x="32457" y="29640"/>
                </a:cubicBezTo>
                <a:cubicBezTo>
                  <a:pt x="33625" y="30441"/>
                  <a:pt x="34826" y="31241"/>
                  <a:pt x="35993" y="32075"/>
                </a:cubicBezTo>
                <a:cubicBezTo>
                  <a:pt x="36027" y="32109"/>
                  <a:pt x="36060" y="32142"/>
                  <a:pt x="36160" y="32275"/>
                </a:cubicBezTo>
                <a:cubicBezTo>
                  <a:pt x="33692" y="33576"/>
                  <a:pt x="31156" y="34444"/>
                  <a:pt x="28488" y="35077"/>
                </a:cubicBezTo>
                <a:cubicBezTo>
                  <a:pt x="28354" y="34911"/>
                  <a:pt x="28321" y="34744"/>
                  <a:pt x="28188" y="34610"/>
                </a:cubicBezTo>
                <a:cubicBezTo>
                  <a:pt x="27435" y="35094"/>
                  <a:pt x="26701" y="35274"/>
                  <a:pt x="25980" y="35274"/>
                </a:cubicBezTo>
                <a:cubicBezTo>
                  <a:pt x="24560" y="35274"/>
                  <a:pt x="23188" y="34575"/>
                  <a:pt x="21816" y="34110"/>
                </a:cubicBezTo>
                <a:cubicBezTo>
                  <a:pt x="22348" y="34025"/>
                  <a:pt x="22853" y="33723"/>
                  <a:pt x="23391" y="33723"/>
                </a:cubicBezTo>
                <a:cubicBezTo>
                  <a:pt x="23697" y="33723"/>
                  <a:pt x="24013" y="33820"/>
                  <a:pt x="24352" y="34110"/>
                </a:cubicBezTo>
                <a:cubicBezTo>
                  <a:pt x="24352" y="33777"/>
                  <a:pt x="24318" y="33643"/>
                  <a:pt x="24318" y="33476"/>
                </a:cubicBezTo>
                <a:cubicBezTo>
                  <a:pt x="27054" y="32709"/>
                  <a:pt x="29555" y="31408"/>
                  <a:pt x="31857" y="29740"/>
                </a:cubicBezTo>
                <a:cubicBezTo>
                  <a:pt x="31977" y="29668"/>
                  <a:pt x="32167" y="29613"/>
                  <a:pt x="32313" y="29613"/>
                </a:cubicBezTo>
                <a:close/>
                <a:moveTo>
                  <a:pt x="7330" y="34132"/>
                </a:moveTo>
                <a:cubicBezTo>
                  <a:pt x="7366" y="34132"/>
                  <a:pt x="7403" y="34135"/>
                  <a:pt x="7440" y="34143"/>
                </a:cubicBezTo>
                <a:cubicBezTo>
                  <a:pt x="8807" y="34410"/>
                  <a:pt x="10175" y="34744"/>
                  <a:pt x="11542" y="35044"/>
                </a:cubicBezTo>
                <a:cubicBezTo>
                  <a:pt x="11643" y="35077"/>
                  <a:pt x="11676" y="35111"/>
                  <a:pt x="11776" y="35144"/>
                </a:cubicBezTo>
                <a:cubicBezTo>
                  <a:pt x="11339" y="35381"/>
                  <a:pt x="10842" y="35488"/>
                  <a:pt x="10351" y="35488"/>
                </a:cubicBezTo>
                <a:cubicBezTo>
                  <a:pt x="9943" y="35488"/>
                  <a:pt x="9538" y="35414"/>
                  <a:pt x="9174" y="35278"/>
                </a:cubicBezTo>
                <a:cubicBezTo>
                  <a:pt x="8540" y="35044"/>
                  <a:pt x="7840" y="34877"/>
                  <a:pt x="7173" y="34711"/>
                </a:cubicBezTo>
                <a:cubicBezTo>
                  <a:pt x="6973" y="34644"/>
                  <a:pt x="6806" y="34610"/>
                  <a:pt x="6606" y="34577"/>
                </a:cubicBezTo>
                <a:cubicBezTo>
                  <a:pt x="6539" y="34544"/>
                  <a:pt x="6539" y="34444"/>
                  <a:pt x="6539" y="34410"/>
                </a:cubicBezTo>
                <a:cubicBezTo>
                  <a:pt x="6803" y="34322"/>
                  <a:pt x="7066" y="34132"/>
                  <a:pt x="7330" y="34132"/>
                </a:cubicBezTo>
                <a:close/>
                <a:moveTo>
                  <a:pt x="18714" y="33543"/>
                </a:moveTo>
                <a:cubicBezTo>
                  <a:pt x="19848" y="33877"/>
                  <a:pt x="20349" y="34711"/>
                  <a:pt x="21016" y="35378"/>
                </a:cubicBezTo>
                <a:cubicBezTo>
                  <a:pt x="20983" y="35411"/>
                  <a:pt x="20949" y="35478"/>
                  <a:pt x="20882" y="35544"/>
                </a:cubicBezTo>
                <a:cubicBezTo>
                  <a:pt x="20182" y="34911"/>
                  <a:pt x="19515" y="34244"/>
                  <a:pt x="18714" y="33543"/>
                </a:cubicBezTo>
                <a:close/>
                <a:moveTo>
                  <a:pt x="36601" y="32613"/>
                </a:moveTo>
                <a:cubicBezTo>
                  <a:pt x="36771" y="32613"/>
                  <a:pt x="36922" y="32718"/>
                  <a:pt x="37061" y="32976"/>
                </a:cubicBezTo>
                <a:cubicBezTo>
                  <a:pt x="36794" y="33176"/>
                  <a:pt x="36494" y="33443"/>
                  <a:pt x="36160" y="33610"/>
                </a:cubicBezTo>
                <a:cubicBezTo>
                  <a:pt x="34392" y="34310"/>
                  <a:pt x="32624" y="34977"/>
                  <a:pt x="30856" y="35645"/>
                </a:cubicBezTo>
                <a:cubicBezTo>
                  <a:pt x="30763" y="35678"/>
                  <a:pt x="30681" y="35695"/>
                  <a:pt x="30607" y="35695"/>
                </a:cubicBezTo>
                <a:cubicBezTo>
                  <a:pt x="30390" y="35695"/>
                  <a:pt x="30247" y="35551"/>
                  <a:pt x="30122" y="35278"/>
                </a:cubicBezTo>
                <a:cubicBezTo>
                  <a:pt x="30189" y="35178"/>
                  <a:pt x="30289" y="35144"/>
                  <a:pt x="30356" y="35111"/>
                </a:cubicBezTo>
                <a:cubicBezTo>
                  <a:pt x="32457" y="34610"/>
                  <a:pt x="34392" y="33810"/>
                  <a:pt x="36227" y="32742"/>
                </a:cubicBezTo>
                <a:cubicBezTo>
                  <a:pt x="36362" y="32662"/>
                  <a:pt x="36486" y="32613"/>
                  <a:pt x="36601" y="32613"/>
                </a:cubicBezTo>
                <a:close/>
                <a:moveTo>
                  <a:pt x="6227" y="34839"/>
                </a:moveTo>
                <a:cubicBezTo>
                  <a:pt x="6243" y="34839"/>
                  <a:pt x="6258" y="34840"/>
                  <a:pt x="6272" y="34844"/>
                </a:cubicBezTo>
                <a:cubicBezTo>
                  <a:pt x="7139" y="35077"/>
                  <a:pt x="8007" y="35378"/>
                  <a:pt x="8874" y="35611"/>
                </a:cubicBezTo>
                <a:cubicBezTo>
                  <a:pt x="8874" y="35745"/>
                  <a:pt x="8841" y="35811"/>
                  <a:pt x="8841" y="35911"/>
                </a:cubicBezTo>
                <a:cubicBezTo>
                  <a:pt x="8540" y="35911"/>
                  <a:pt x="8207" y="35911"/>
                  <a:pt x="7973" y="35778"/>
                </a:cubicBezTo>
                <a:cubicBezTo>
                  <a:pt x="7206" y="35578"/>
                  <a:pt x="6539" y="35311"/>
                  <a:pt x="5672" y="35044"/>
                </a:cubicBezTo>
                <a:cubicBezTo>
                  <a:pt x="5910" y="34955"/>
                  <a:pt x="6095" y="34839"/>
                  <a:pt x="6227" y="34839"/>
                </a:cubicBezTo>
                <a:close/>
                <a:moveTo>
                  <a:pt x="61978" y="32442"/>
                </a:moveTo>
                <a:lnTo>
                  <a:pt x="61978" y="32442"/>
                </a:lnTo>
                <a:cubicBezTo>
                  <a:pt x="62912" y="33543"/>
                  <a:pt x="63980" y="35278"/>
                  <a:pt x="63813" y="36045"/>
                </a:cubicBezTo>
                <a:cubicBezTo>
                  <a:pt x="63600" y="36093"/>
                  <a:pt x="63446" y="36122"/>
                  <a:pt x="63329" y="36122"/>
                </a:cubicBezTo>
                <a:cubicBezTo>
                  <a:pt x="63046" y="36122"/>
                  <a:pt x="62988" y="35951"/>
                  <a:pt x="62846" y="35478"/>
                </a:cubicBezTo>
                <a:cubicBezTo>
                  <a:pt x="62546" y="34477"/>
                  <a:pt x="62245" y="33443"/>
                  <a:pt x="61978" y="32442"/>
                </a:cubicBezTo>
                <a:close/>
                <a:moveTo>
                  <a:pt x="55574" y="26371"/>
                </a:moveTo>
                <a:cubicBezTo>
                  <a:pt x="56341" y="26638"/>
                  <a:pt x="57042" y="26938"/>
                  <a:pt x="57809" y="27239"/>
                </a:cubicBezTo>
                <a:cubicBezTo>
                  <a:pt x="57842" y="27272"/>
                  <a:pt x="57876" y="27439"/>
                  <a:pt x="57909" y="27539"/>
                </a:cubicBezTo>
                <a:cubicBezTo>
                  <a:pt x="58209" y="28306"/>
                  <a:pt x="58543" y="29140"/>
                  <a:pt x="58843" y="29940"/>
                </a:cubicBezTo>
                <a:cubicBezTo>
                  <a:pt x="59410" y="31442"/>
                  <a:pt x="59977" y="32943"/>
                  <a:pt x="60544" y="34444"/>
                </a:cubicBezTo>
                <a:cubicBezTo>
                  <a:pt x="60744" y="34977"/>
                  <a:pt x="61011" y="35478"/>
                  <a:pt x="61211" y="35978"/>
                </a:cubicBezTo>
                <a:cubicBezTo>
                  <a:pt x="61311" y="35978"/>
                  <a:pt x="61378" y="35945"/>
                  <a:pt x="61478" y="35945"/>
                </a:cubicBezTo>
                <a:cubicBezTo>
                  <a:pt x="61411" y="35678"/>
                  <a:pt x="61478" y="35411"/>
                  <a:pt x="61378" y="35211"/>
                </a:cubicBezTo>
                <a:cubicBezTo>
                  <a:pt x="60844" y="33743"/>
                  <a:pt x="60311" y="32275"/>
                  <a:pt x="59710" y="30808"/>
                </a:cubicBezTo>
                <a:cubicBezTo>
                  <a:pt x="59310" y="29774"/>
                  <a:pt x="58876" y="28773"/>
                  <a:pt x="58509" y="27672"/>
                </a:cubicBezTo>
                <a:lnTo>
                  <a:pt x="58509" y="27672"/>
                </a:lnTo>
                <a:cubicBezTo>
                  <a:pt x="58810" y="27972"/>
                  <a:pt x="59076" y="28239"/>
                  <a:pt x="59377" y="28506"/>
                </a:cubicBezTo>
                <a:cubicBezTo>
                  <a:pt x="59577" y="28740"/>
                  <a:pt x="59810" y="29006"/>
                  <a:pt x="60010" y="29273"/>
                </a:cubicBezTo>
                <a:cubicBezTo>
                  <a:pt x="60811" y="30341"/>
                  <a:pt x="61545" y="31442"/>
                  <a:pt x="61712" y="32843"/>
                </a:cubicBezTo>
                <a:cubicBezTo>
                  <a:pt x="61845" y="33943"/>
                  <a:pt x="62245" y="34977"/>
                  <a:pt x="62546" y="36112"/>
                </a:cubicBezTo>
                <a:cubicBezTo>
                  <a:pt x="61912" y="36212"/>
                  <a:pt x="61345" y="36245"/>
                  <a:pt x="60844" y="36312"/>
                </a:cubicBezTo>
                <a:cubicBezTo>
                  <a:pt x="60761" y="36331"/>
                  <a:pt x="60688" y="36340"/>
                  <a:pt x="60622" y="36340"/>
                </a:cubicBezTo>
                <a:cubicBezTo>
                  <a:pt x="60347" y="36340"/>
                  <a:pt x="60212" y="36174"/>
                  <a:pt x="60077" y="35878"/>
                </a:cubicBezTo>
                <a:cubicBezTo>
                  <a:pt x="58743" y="33076"/>
                  <a:pt x="57409" y="30274"/>
                  <a:pt x="56074" y="27539"/>
                </a:cubicBezTo>
                <a:cubicBezTo>
                  <a:pt x="55907" y="27205"/>
                  <a:pt x="55674" y="26872"/>
                  <a:pt x="55474" y="26538"/>
                </a:cubicBezTo>
                <a:cubicBezTo>
                  <a:pt x="55507" y="26471"/>
                  <a:pt x="55541" y="26405"/>
                  <a:pt x="55574" y="26371"/>
                </a:cubicBezTo>
                <a:close/>
                <a:moveTo>
                  <a:pt x="54673" y="26471"/>
                </a:moveTo>
                <a:cubicBezTo>
                  <a:pt x="54807" y="26471"/>
                  <a:pt x="55007" y="26605"/>
                  <a:pt x="55074" y="26738"/>
                </a:cubicBezTo>
                <a:cubicBezTo>
                  <a:pt x="56575" y="29807"/>
                  <a:pt x="58042" y="32909"/>
                  <a:pt x="59543" y="35978"/>
                </a:cubicBezTo>
                <a:cubicBezTo>
                  <a:pt x="59577" y="36145"/>
                  <a:pt x="59643" y="36278"/>
                  <a:pt x="59710" y="36478"/>
                </a:cubicBezTo>
                <a:cubicBezTo>
                  <a:pt x="59241" y="36631"/>
                  <a:pt x="58956" y="36725"/>
                  <a:pt x="58750" y="36725"/>
                </a:cubicBezTo>
                <a:cubicBezTo>
                  <a:pt x="58415" y="36725"/>
                  <a:pt x="58294" y="36473"/>
                  <a:pt x="57942" y="35811"/>
                </a:cubicBezTo>
                <a:cubicBezTo>
                  <a:pt x="56441" y="33043"/>
                  <a:pt x="55007" y="30274"/>
                  <a:pt x="53506" y="27472"/>
                </a:cubicBezTo>
                <a:cubicBezTo>
                  <a:pt x="53339" y="27205"/>
                  <a:pt x="53206" y="26938"/>
                  <a:pt x="53039" y="26605"/>
                </a:cubicBezTo>
                <a:cubicBezTo>
                  <a:pt x="53673" y="26571"/>
                  <a:pt x="54173" y="26471"/>
                  <a:pt x="54673" y="26471"/>
                </a:cubicBezTo>
                <a:close/>
                <a:moveTo>
                  <a:pt x="52472" y="26705"/>
                </a:moveTo>
                <a:cubicBezTo>
                  <a:pt x="52572" y="26705"/>
                  <a:pt x="52805" y="26938"/>
                  <a:pt x="52872" y="27105"/>
                </a:cubicBezTo>
                <a:cubicBezTo>
                  <a:pt x="54039" y="29407"/>
                  <a:pt x="55174" y="31742"/>
                  <a:pt x="56341" y="34043"/>
                </a:cubicBezTo>
                <a:cubicBezTo>
                  <a:pt x="56808" y="34944"/>
                  <a:pt x="57342" y="35878"/>
                  <a:pt x="57842" y="36779"/>
                </a:cubicBezTo>
                <a:cubicBezTo>
                  <a:pt x="57551" y="36993"/>
                  <a:pt x="57344" y="37102"/>
                  <a:pt x="57167" y="37102"/>
                </a:cubicBezTo>
                <a:cubicBezTo>
                  <a:pt x="56959" y="37102"/>
                  <a:pt x="56791" y="36952"/>
                  <a:pt x="56575" y="36645"/>
                </a:cubicBezTo>
                <a:cubicBezTo>
                  <a:pt x="54807" y="34244"/>
                  <a:pt x="53572" y="31442"/>
                  <a:pt x="52171" y="28806"/>
                </a:cubicBezTo>
                <a:cubicBezTo>
                  <a:pt x="51838" y="28239"/>
                  <a:pt x="51471" y="27639"/>
                  <a:pt x="51071" y="26972"/>
                </a:cubicBezTo>
                <a:cubicBezTo>
                  <a:pt x="51571" y="26905"/>
                  <a:pt x="52005" y="26738"/>
                  <a:pt x="52472" y="26705"/>
                </a:cubicBezTo>
                <a:close/>
                <a:moveTo>
                  <a:pt x="50465" y="27192"/>
                </a:moveTo>
                <a:cubicBezTo>
                  <a:pt x="50613" y="27192"/>
                  <a:pt x="50846" y="27365"/>
                  <a:pt x="50904" y="27539"/>
                </a:cubicBezTo>
                <a:cubicBezTo>
                  <a:pt x="51905" y="29407"/>
                  <a:pt x="52872" y="31275"/>
                  <a:pt x="53873" y="33143"/>
                </a:cubicBezTo>
                <a:cubicBezTo>
                  <a:pt x="54607" y="34577"/>
                  <a:pt x="55440" y="35911"/>
                  <a:pt x="56241" y="37312"/>
                </a:cubicBezTo>
                <a:lnTo>
                  <a:pt x="54740" y="37813"/>
                </a:lnTo>
                <a:cubicBezTo>
                  <a:pt x="52839" y="34477"/>
                  <a:pt x="50904" y="31141"/>
                  <a:pt x="48936" y="27739"/>
                </a:cubicBezTo>
                <a:cubicBezTo>
                  <a:pt x="49503" y="27572"/>
                  <a:pt x="49970" y="27372"/>
                  <a:pt x="50404" y="27205"/>
                </a:cubicBezTo>
                <a:cubicBezTo>
                  <a:pt x="50421" y="27196"/>
                  <a:pt x="50442" y="27192"/>
                  <a:pt x="50465" y="27192"/>
                </a:cubicBezTo>
                <a:close/>
                <a:moveTo>
                  <a:pt x="21049" y="34477"/>
                </a:moveTo>
                <a:cubicBezTo>
                  <a:pt x="21883" y="34777"/>
                  <a:pt x="22717" y="35111"/>
                  <a:pt x="23618" y="35344"/>
                </a:cubicBezTo>
                <a:cubicBezTo>
                  <a:pt x="24375" y="35597"/>
                  <a:pt x="25145" y="35756"/>
                  <a:pt x="25936" y="35756"/>
                </a:cubicBezTo>
                <a:cubicBezTo>
                  <a:pt x="26401" y="35756"/>
                  <a:pt x="26873" y="35701"/>
                  <a:pt x="27354" y="35578"/>
                </a:cubicBezTo>
                <a:cubicBezTo>
                  <a:pt x="27427" y="35529"/>
                  <a:pt x="27482" y="35498"/>
                  <a:pt x="27520" y="35498"/>
                </a:cubicBezTo>
                <a:cubicBezTo>
                  <a:pt x="27534" y="35498"/>
                  <a:pt x="27545" y="35502"/>
                  <a:pt x="27554" y="35511"/>
                </a:cubicBezTo>
                <a:cubicBezTo>
                  <a:pt x="28121" y="35945"/>
                  <a:pt x="28955" y="35811"/>
                  <a:pt x="29288" y="36512"/>
                </a:cubicBezTo>
                <a:cubicBezTo>
                  <a:pt x="29522" y="37046"/>
                  <a:pt x="29789" y="37546"/>
                  <a:pt x="30122" y="38146"/>
                </a:cubicBezTo>
                <a:lnTo>
                  <a:pt x="29622" y="37980"/>
                </a:lnTo>
                <a:cubicBezTo>
                  <a:pt x="27354" y="36979"/>
                  <a:pt x="25019" y="36245"/>
                  <a:pt x="22617" y="35811"/>
                </a:cubicBezTo>
                <a:cubicBezTo>
                  <a:pt x="21783" y="35711"/>
                  <a:pt x="21483" y="35077"/>
                  <a:pt x="21049" y="34477"/>
                </a:cubicBezTo>
                <a:close/>
                <a:moveTo>
                  <a:pt x="48536" y="27906"/>
                </a:moveTo>
                <a:cubicBezTo>
                  <a:pt x="49336" y="29373"/>
                  <a:pt x="50103" y="30708"/>
                  <a:pt x="50871" y="32075"/>
                </a:cubicBezTo>
                <a:lnTo>
                  <a:pt x="53506" y="36812"/>
                </a:lnTo>
                <a:cubicBezTo>
                  <a:pt x="53572" y="36945"/>
                  <a:pt x="53639" y="37112"/>
                  <a:pt x="53639" y="37246"/>
                </a:cubicBezTo>
                <a:cubicBezTo>
                  <a:pt x="53639" y="37546"/>
                  <a:pt x="53639" y="37813"/>
                  <a:pt x="53572" y="38246"/>
                </a:cubicBezTo>
                <a:cubicBezTo>
                  <a:pt x="53639" y="38246"/>
                  <a:pt x="53506" y="38280"/>
                  <a:pt x="53406" y="38280"/>
                </a:cubicBezTo>
                <a:cubicBezTo>
                  <a:pt x="53234" y="38383"/>
                  <a:pt x="53094" y="38431"/>
                  <a:pt x="52972" y="38431"/>
                </a:cubicBezTo>
                <a:cubicBezTo>
                  <a:pt x="52738" y="38431"/>
                  <a:pt x="52569" y="38253"/>
                  <a:pt x="52372" y="37946"/>
                </a:cubicBezTo>
                <a:cubicBezTo>
                  <a:pt x="50604" y="35111"/>
                  <a:pt x="48836" y="32309"/>
                  <a:pt x="47068" y="29540"/>
                </a:cubicBezTo>
                <a:cubicBezTo>
                  <a:pt x="46934" y="29373"/>
                  <a:pt x="46868" y="29207"/>
                  <a:pt x="46701" y="28940"/>
                </a:cubicBezTo>
                <a:cubicBezTo>
                  <a:pt x="47335" y="28606"/>
                  <a:pt x="47902" y="28273"/>
                  <a:pt x="48536" y="27906"/>
                </a:cubicBezTo>
                <a:close/>
                <a:moveTo>
                  <a:pt x="30062" y="36942"/>
                </a:moveTo>
                <a:cubicBezTo>
                  <a:pt x="30800" y="36942"/>
                  <a:pt x="30877" y="37193"/>
                  <a:pt x="31156" y="38747"/>
                </a:cubicBezTo>
                <a:cubicBezTo>
                  <a:pt x="30122" y="38547"/>
                  <a:pt x="30523" y="37446"/>
                  <a:pt x="29889" y="36945"/>
                </a:cubicBezTo>
                <a:cubicBezTo>
                  <a:pt x="29950" y="36943"/>
                  <a:pt x="30008" y="36942"/>
                  <a:pt x="30062" y="36942"/>
                </a:cubicBezTo>
                <a:close/>
                <a:moveTo>
                  <a:pt x="46388" y="29438"/>
                </a:moveTo>
                <a:cubicBezTo>
                  <a:pt x="46577" y="29438"/>
                  <a:pt x="46690" y="29644"/>
                  <a:pt x="46968" y="30107"/>
                </a:cubicBezTo>
                <a:cubicBezTo>
                  <a:pt x="48536" y="32742"/>
                  <a:pt x="50203" y="35344"/>
                  <a:pt x="51838" y="37980"/>
                </a:cubicBezTo>
                <a:cubicBezTo>
                  <a:pt x="52005" y="38246"/>
                  <a:pt x="52105" y="38480"/>
                  <a:pt x="52272" y="38747"/>
                </a:cubicBezTo>
                <a:cubicBezTo>
                  <a:pt x="52205" y="38813"/>
                  <a:pt x="52205" y="38880"/>
                  <a:pt x="52171" y="38914"/>
                </a:cubicBezTo>
                <a:cubicBezTo>
                  <a:pt x="51693" y="39167"/>
                  <a:pt x="51422" y="39308"/>
                  <a:pt x="51219" y="39308"/>
                </a:cubicBezTo>
                <a:cubicBezTo>
                  <a:pt x="50941" y="39308"/>
                  <a:pt x="50789" y="39044"/>
                  <a:pt x="50404" y="38447"/>
                </a:cubicBezTo>
                <a:cubicBezTo>
                  <a:pt x="48802" y="35811"/>
                  <a:pt x="47168" y="33243"/>
                  <a:pt x="45500" y="30641"/>
                </a:cubicBezTo>
                <a:cubicBezTo>
                  <a:pt x="45233" y="30274"/>
                  <a:pt x="45300" y="30074"/>
                  <a:pt x="45667" y="29807"/>
                </a:cubicBezTo>
                <a:cubicBezTo>
                  <a:pt x="46037" y="29570"/>
                  <a:pt x="46237" y="29438"/>
                  <a:pt x="46388" y="29438"/>
                </a:cubicBezTo>
                <a:close/>
                <a:moveTo>
                  <a:pt x="31734" y="37224"/>
                </a:moveTo>
                <a:cubicBezTo>
                  <a:pt x="32115" y="37224"/>
                  <a:pt x="32209" y="37401"/>
                  <a:pt x="32357" y="37946"/>
                </a:cubicBezTo>
                <a:cubicBezTo>
                  <a:pt x="32457" y="38447"/>
                  <a:pt x="32524" y="38980"/>
                  <a:pt x="32624" y="39581"/>
                </a:cubicBezTo>
                <a:cubicBezTo>
                  <a:pt x="32024" y="39381"/>
                  <a:pt x="31623" y="39214"/>
                  <a:pt x="31557" y="38580"/>
                </a:cubicBezTo>
                <a:cubicBezTo>
                  <a:pt x="31523" y="38146"/>
                  <a:pt x="31357" y="37746"/>
                  <a:pt x="31223" y="37279"/>
                </a:cubicBezTo>
                <a:cubicBezTo>
                  <a:pt x="31437" y="37245"/>
                  <a:pt x="31603" y="37224"/>
                  <a:pt x="31734" y="37224"/>
                </a:cubicBezTo>
                <a:close/>
                <a:moveTo>
                  <a:pt x="32874" y="37305"/>
                </a:moveTo>
                <a:cubicBezTo>
                  <a:pt x="33113" y="37305"/>
                  <a:pt x="33244" y="37458"/>
                  <a:pt x="33291" y="37813"/>
                </a:cubicBezTo>
                <a:cubicBezTo>
                  <a:pt x="33325" y="38580"/>
                  <a:pt x="33391" y="39314"/>
                  <a:pt x="33491" y="40081"/>
                </a:cubicBezTo>
                <a:cubicBezTo>
                  <a:pt x="33391" y="40081"/>
                  <a:pt x="33325" y="40114"/>
                  <a:pt x="33225" y="40148"/>
                </a:cubicBezTo>
                <a:cubicBezTo>
                  <a:pt x="33125" y="39981"/>
                  <a:pt x="32958" y="39848"/>
                  <a:pt x="32858" y="39714"/>
                </a:cubicBezTo>
                <a:cubicBezTo>
                  <a:pt x="32824" y="39280"/>
                  <a:pt x="32824" y="38914"/>
                  <a:pt x="32791" y="38480"/>
                </a:cubicBezTo>
                <a:cubicBezTo>
                  <a:pt x="32724" y="38113"/>
                  <a:pt x="32624" y="37746"/>
                  <a:pt x="32524" y="37379"/>
                </a:cubicBezTo>
                <a:cubicBezTo>
                  <a:pt x="32660" y="37331"/>
                  <a:pt x="32776" y="37305"/>
                  <a:pt x="32874" y="37305"/>
                </a:cubicBezTo>
                <a:close/>
                <a:moveTo>
                  <a:pt x="44866" y="30407"/>
                </a:moveTo>
                <a:cubicBezTo>
                  <a:pt x="46801" y="33476"/>
                  <a:pt x="48669" y="36512"/>
                  <a:pt x="50570" y="39581"/>
                </a:cubicBezTo>
                <a:cubicBezTo>
                  <a:pt x="50058" y="39969"/>
                  <a:pt x="49791" y="40176"/>
                  <a:pt x="49575" y="40176"/>
                </a:cubicBezTo>
                <a:cubicBezTo>
                  <a:pt x="49327" y="40176"/>
                  <a:pt x="49146" y="39902"/>
                  <a:pt x="48736" y="39314"/>
                </a:cubicBezTo>
                <a:cubicBezTo>
                  <a:pt x="47034" y="36912"/>
                  <a:pt x="45300" y="34477"/>
                  <a:pt x="43565" y="32075"/>
                </a:cubicBezTo>
                <a:cubicBezTo>
                  <a:pt x="43365" y="31808"/>
                  <a:pt x="43365" y="31642"/>
                  <a:pt x="43632" y="31442"/>
                </a:cubicBezTo>
                <a:cubicBezTo>
                  <a:pt x="44032" y="31108"/>
                  <a:pt x="44399" y="30774"/>
                  <a:pt x="44866" y="30407"/>
                </a:cubicBezTo>
                <a:close/>
                <a:moveTo>
                  <a:pt x="5331" y="35524"/>
                </a:moveTo>
                <a:cubicBezTo>
                  <a:pt x="5591" y="35524"/>
                  <a:pt x="5965" y="35685"/>
                  <a:pt x="6772" y="35911"/>
                </a:cubicBezTo>
                <a:cubicBezTo>
                  <a:pt x="6973" y="35945"/>
                  <a:pt x="7173" y="36078"/>
                  <a:pt x="7506" y="36212"/>
                </a:cubicBezTo>
                <a:cubicBezTo>
                  <a:pt x="5705" y="36945"/>
                  <a:pt x="4037" y="37746"/>
                  <a:pt x="2770" y="39114"/>
                </a:cubicBezTo>
                <a:cubicBezTo>
                  <a:pt x="6105" y="37046"/>
                  <a:pt x="9608" y="35645"/>
                  <a:pt x="13711" y="35544"/>
                </a:cubicBezTo>
                <a:lnTo>
                  <a:pt x="13711" y="35544"/>
                </a:lnTo>
                <a:cubicBezTo>
                  <a:pt x="13544" y="35811"/>
                  <a:pt x="13477" y="35978"/>
                  <a:pt x="13310" y="36112"/>
                </a:cubicBezTo>
                <a:cubicBezTo>
                  <a:pt x="11809" y="38080"/>
                  <a:pt x="9841" y="39280"/>
                  <a:pt x="7473" y="39981"/>
                </a:cubicBezTo>
                <a:cubicBezTo>
                  <a:pt x="6996" y="40132"/>
                  <a:pt x="6527" y="40190"/>
                  <a:pt x="6064" y="40190"/>
                </a:cubicBezTo>
                <a:cubicBezTo>
                  <a:pt x="5198" y="40190"/>
                  <a:pt x="4351" y="39988"/>
                  <a:pt x="3503" y="39814"/>
                </a:cubicBezTo>
                <a:cubicBezTo>
                  <a:pt x="3136" y="39781"/>
                  <a:pt x="2703" y="39647"/>
                  <a:pt x="2136" y="39481"/>
                </a:cubicBezTo>
                <a:cubicBezTo>
                  <a:pt x="2803" y="38480"/>
                  <a:pt x="3370" y="37479"/>
                  <a:pt x="4104" y="36645"/>
                </a:cubicBezTo>
                <a:cubicBezTo>
                  <a:pt x="4833" y="35820"/>
                  <a:pt x="4977" y="35524"/>
                  <a:pt x="5331" y="35524"/>
                </a:cubicBezTo>
                <a:close/>
                <a:moveTo>
                  <a:pt x="14553" y="35521"/>
                </a:moveTo>
                <a:cubicBezTo>
                  <a:pt x="14643" y="35521"/>
                  <a:pt x="14740" y="35540"/>
                  <a:pt x="14845" y="35578"/>
                </a:cubicBezTo>
                <a:cubicBezTo>
                  <a:pt x="13719" y="37861"/>
                  <a:pt x="11148" y="40421"/>
                  <a:pt x="8730" y="40421"/>
                </a:cubicBezTo>
                <a:cubicBezTo>
                  <a:pt x="8498" y="40421"/>
                  <a:pt x="8268" y="40398"/>
                  <a:pt x="8040" y="40348"/>
                </a:cubicBezTo>
                <a:cubicBezTo>
                  <a:pt x="8374" y="40248"/>
                  <a:pt x="8640" y="40148"/>
                  <a:pt x="8841" y="40081"/>
                </a:cubicBezTo>
                <a:cubicBezTo>
                  <a:pt x="10975" y="39214"/>
                  <a:pt x="12677" y="37746"/>
                  <a:pt x="13978" y="35878"/>
                </a:cubicBezTo>
                <a:cubicBezTo>
                  <a:pt x="14144" y="35640"/>
                  <a:pt x="14328" y="35521"/>
                  <a:pt x="14553" y="35521"/>
                </a:cubicBezTo>
                <a:close/>
                <a:moveTo>
                  <a:pt x="15724" y="35502"/>
                </a:moveTo>
                <a:cubicBezTo>
                  <a:pt x="15902" y="35502"/>
                  <a:pt x="16091" y="35562"/>
                  <a:pt x="16279" y="35578"/>
                </a:cubicBezTo>
                <a:cubicBezTo>
                  <a:pt x="16146" y="37212"/>
                  <a:pt x="12610" y="40615"/>
                  <a:pt x="11009" y="40648"/>
                </a:cubicBezTo>
                <a:cubicBezTo>
                  <a:pt x="11042" y="40281"/>
                  <a:pt x="11176" y="39981"/>
                  <a:pt x="11542" y="39747"/>
                </a:cubicBezTo>
                <a:cubicBezTo>
                  <a:pt x="13110" y="38780"/>
                  <a:pt x="14344" y="37479"/>
                  <a:pt x="15178" y="35878"/>
                </a:cubicBezTo>
                <a:cubicBezTo>
                  <a:pt x="15337" y="35578"/>
                  <a:pt x="15524" y="35502"/>
                  <a:pt x="15724" y="35502"/>
                </a:cubicBezTo>
                <a:close/>
                <a:moveTo>
                  <a:pt x="62521" y="36772"/>
                </a:moveTo>
                <a:cubicBezTo>
                  <a:pt x="62929" y="36772"/>
                  <a:pt x="63277" y="36806"/>
                  <a:pt x="63546" y="36879"/>
                </a:cubicBezTo>
                <a:cubicBezTo>
                  <a:pt x="63013" y="36979"/>
                  <a:pt x="62479" y="37212"/>
                  <a:pt x="61878" y="37279"/>
                </a:cubicBezTo>
                <a:cubicBezTo>
                  <a:pt x="58910" y="37713"/>
                  <a:pt x="56174" y="38613"/>
                  <a:pt x="53372" y="39547"/>
                </a:cubicBezTo>
                <a:cubicBezTo>
                  <a:pt x="52171" y="39914"/>
                  <a:pt x="51004" y="40381"/>
                  <a:pt x="49770" y="40782"/>
                </a:cubicBezTo>
                <a:cubicBezTo>
                  <a:pt x="51820" y="39028"/>
                  <a:pt x="59192" y="36772"/>
                  <a:pt x="62521" y="36772"/>
                </a:cubicBezTo>
                <a:close/>
                <a:moveTo>
                  <a:pt x="43098" y="31942"/>
                </a:moveTo>
                <a:cubicBezTo>
                  <a:pt x="45066" y="34777"/>
                  <a:pt x="47034" y="37613"/>
                  <a:pt x="48936" y="40381"/>
                </a:cubicBezTo>
                <a:cubicBezTo>
                  <a:pt x="48888" y="40453"/>
                  <a:pt x="48874" y="40508"/>
                  <a:pt x="48871" y="40508"/>
                </a:cubicBezTo>
                <a:cubicBezTo>
                  <a:pt x="48869" y="40508"/>
                  <a:pt x="48869" y="40500"/>
                  <a:pt x="48869" y="40481"/>
                </a:cubicBezTo>
                <a:cubicBezTo>
                  <a:pt x="48373" y="40817"/>
                  <a:pt x="48094" y="40993"/>
                  <a:pt x="47876" y="40993"/>
                </a:cubicBezTo>
                <a:cubicBezTo>
                  <a:pt x="47595" y="40993"/>
                  <a:pt x="47414" y="40701"/>
                  <a:pt x="47001" y="40081"/>
                </a:cubicBezTo>
                <a:cubicBezTo>
                  <a:pt x="45500" y="37879"/>
                  <a:pt x="43999" y="35678"/>
                  <a:pt x="42431" y="33543"/>
                </a:cubicBezTo>
                <a:cubicBezTo>
                  <a:pt x="42098" y="33076"/>
                  <a:pt x="42064" y="32776"/>
                  <a:pt x="42531" y="32442"/>
                </a:cubicBezTo>
                <a:cubicBezTo>
                  <a:pt x="42731" y="32309"/>
                  <a:pt x="42898" y="32142"/>
                  <a:pt x="43098" y="31942"/>
                </a:cubicBezTo>
                <a:close/>
                <a:moveTo>
                  <a:pt x="24518" y="36812"/>
                </a:moveTo>
                <a:cubicBezTo>
                  <a:pt x="24618" y="36879"/>
                  <a:pt x="24652" y="36945"/>
                  <a:pt x="24719" y="36979"/>
                </a:cubicBezTo>
                <a:cubicBezTo>
                  <a:pt x="24318" y="37613"/>
                  <a:pt x="23951" y="38313"/>
                  <a:pt x="23384" y="38880"/>
                </a:cubicBezTo>
                <a:cubicBezTo>
                  <a:pt x="22750" y="39547"/>
                  <a:pt x="22083" y="40214"/>
                  <a:pt x="21349" y="40715"/>
                </a:cubicBezTo>
                <a:cubicBezTo>
                  <a:pt x="20916" y="40982"/>
                  <a:pt x="20315" y="40982"/>
                  <a:pt x="19748" y="41148"/>
                </a:cubicBezTo>
                <a:cubicBezTo>
                  <a:pt x="19748" y="41115"/>
                  <a:pt x="19715" y="41048"/>
                  <a:pt x="19715" y="40982"/>
                </a:cubicBezTo>
                <a:cubicBezTo>
                  <a:pt x="20182" y="40715"/>
                  <a:pt x="20649" y="40415"/>
                  <a:pt x="21049" y="40081"/>
                </a:cubicBezTo>
                <a:cubicBezTo>
                  <a:pt x="21483" y="39781"/>
                  <a:pt x="21917" y="39447"/>
                  <a:pt x="22350" y="39080"/>
                </a:cubicBezTo>
                <a:cubicBezTo>
                  <a:pt x="22750" y="38713"/>
                  <a:pt x="23084" y="38280"/>
                  <a:pt x="23518" y="37913"/>
                </a:cubicBezTo>
                <a:cubicBezTo>
                  <a:pt x="23885" y="37579"/>
                  <a:pt x="23985" y="36945"/>
                  <a:pt x="24518" y="36812"/>
                </a:cubicBezTo>
                <a:close/>
                <a:moveTo>
                  <a:pt x="37961" y="36645"/>
                </a:moveTo>
                <a:lnTo>
                  <a:pt x="37961" y="36645"/>
                </a:lnTo>
                <a:cubicBezTo>
                  <a:pt x="36827" y="38213"/>
                  <a:pt x="35793" y="39714"/>
                  <a:pt x="34692" y="41215"/>
                </a:cubicBezTo>
                <a:cubicBezTo>
                  <a:pt x="33958" y="40815"/>
                  <a:pt x="33892" y="40648"/>
                  <a:pt x="33858" y="39814"/>
                </a:cubicBezTo>
                <a:cubicBezTo>
                  <a:pt x="33858" y="38980"/>
                  <a:pt x="33692" y="38146"/>
                  <a:pt x="33558" y="37312"/>
                </a:cubicBezTo>
                <a:cubicBezTo>
                  <a:pt x="34993" y="37112"/>
                  <a:pt x="36460" y="36879"/>
                  <a:pt x="37961" y="36645"/>
                </a:cubicBezTo>
                <a:close/>
                <a:moveTo>
                  <a:pt x="17113" y="35578"/>
                </a:moveTo>
                <a:cubicBezTo>
                  <a:pt x="19281" y="35911"/>
                  <a:pt x="21450" y="36245"/>
                  <a:pt x="23618" y="36612"/>
                </a:cubicBezTo>
                <a:cubicBezTo>
                  <a:pt x="23684" y="36612"/>
                  <a:pt x="23718" y="36712"/>
                  <a:pt x="23851" y="36745"/>
                </a:cubicBezTo>
                <a:cubicBezTo>
                  <a:pt x="22984" y="38246"/>
                  <a:pt x="21683" y="39247"/>
                  <a:pt x="20315" y="40148"/>
                </a:cubicBezTo>
                <a:cubicBezTo>
                  <a:pt x="18995" y="41079"/>
                  <a:pt x="17576" y="41307"/>
                  <a:pt x="16113" y="41307"/>
                </a:cubicBezTo>
                <a:cubicBezTo>
                  <a:pt x="15322" y="41307"/>
                  <a:pt x="14518" y="41240"/>
                  <a:pt x="13711" y="41182"/>
                </a:cubicBezTo>
                <a:cubicBezTo>
                  <a:pt x="13711" y="40584"/>
                  <a:pt x="13552" y="40420"/>
                  <a:pt x="13328" y="40420"/>
                </a:cubicBezTo>
                <a:cubicBezTo>
                  <a:pt x="13054" y="40420"/>
                  <a:pt x="12682" y="40664"/>
                  <a:pt x="12380" y="40664"/>
                </a:cubicBezTo>
                <a:cubicBezTo>
                  <a:pt x="12307" y="40664"/>
                  <a:pt x="12239" y="40650"/>
                  <a:pt x="12176" y="40615"/>
                </a:cubicBezTo>
                <a:cubicBezTo>
                  <a:pt x="12610" y="40348"/>
                  <a:pt x="12977" y="40114"/>
                  <a:pt x="13344" y="39848"/>
                </a:cubicBezTo>
                <a:cubicBezTo>
                  <a:pt x="14878" y="38847"/>
                  <a:pt x="16046" y="37613"/>
                  <a:pt x="16679" y="35845"/>
                </a:cubicBezTo>
                <a:cubicBezTo>
                  <a:pt x="16713" y="35745"/>
                  <a:pt x="16980" y="35578"/>
                  <a:pt x="17113" y="35578"/>
                </a:cubicBezTo>
                <a:close/>
                <a:moveTo>
                  <a:pt x="41797" y="33243"/>
                </a:moveTo>
                <a:cubicBezTo>
                  <a:pt x="43565" y="35945"/>
                  <a:pt x="45367" y="38647"/>
                  <a:pt x="47201" y="41415"/>
                </a:cubicBezTo>
                <a:cubicBezTo>
                  <a:pt x="46734" y="41649"/>
                  <a:pt x="46334" y="41916"/>
                  <a:pt x="45900" y="42116"/>
                </a:cubicBezTo>
                <a:cubicBezTo>
                  <a:pt x="45033" y="41482"/>
                  <a:pt x="44699" y="40481"/>
                  <a:pt x="44166" y="39647"/>
                </a:cubicBezTo>
                <a:cubicBezTo>
                  <a:pt x="43032" y="37913"/>
                  <a:pt x="41864" y="36112"/>
                  <a:pt x="40697" y="34277"/>
                </a:cubicBezTo>
                <a:cubicBezTo>
                  <a:pt x="40963" y="34043"/>
                  <a:pt x="41330" y="33643"/>
                  <a:pt x="41797" y="33243"/>
                </a:cubicBezTo>
                <a:close/>
                <a:moveTo>
                  <a:pt x="40463" y="34577"/>
                </a:moveTo>
                <a:cubicBezTo>
                  <a:pt x="41864" y="36879"/>
                  <a:pt x="43232" y="39080"/>
                  <a:pt x="44633" y="41282"/>
                </a:cubicBezTo>
                <a:cubicBezTo>
                  <a:pt x="44833" y="41649"/>
                  <a:pt x="45166" y="41982"/>
                  <a:pt x="45467" y="42416"/>
                </a:cubicBezTo>
                <a:cubicBezTo>
                  <a:pt x="45033" y="42616"/>
                  <a:pt x="44566" y="42883"/>
                  <a:pt x="44132" y="43117"/>
                </a:cubicBezTo>
                <a:cubicBezTo>
                  <a:pt x="44119" y="43121"/>
                  <a:pt x="44104" y="43123"/>
                  <a:pt x="44087" y="43123"/>
                </a:cubicBezTo>
                <a:cubicBezTo>
                  <a:pt x="43973" y="43123"/>
                  <a:pt x="43786" y="43032"/>
                  <a:pt x="43699" y="42916"/>
                </a:cubicBezTo>
                <a:cubicBezTo>
                  <a:pt x="42531" y="41148"/>
                  <a:pt x="41397" y="39381"/>
                  <a:pt x="40230" y="37579"/>
                </a:cubicBezTo>
                <a:cubicBezTo>
                  <a:pt x="39896" y="37079"/>
                  <a:pt x="39529" y="36612"/>
                  <a:pt x="39162" y="36045"/>
                </a:cubicBezTo>
                <a:cubicBezTo>
                  <a:pt x="39529" y="35611"/>
                  <a:pt x="39896" y="35144"/>
                  <a:pt x="40463" y="34577"/>
                </a:cubicBezTo>
                <a:close/>
                <a:moveTo>
                  <a:pt x="26702" y="37528"/>
                </a:moveTo>
                <a:cubicBezTo>
                  <a:pt x="26733" y="37528"/>
                  <a:pt x="26762" y="37534"/>
                  <a:pt x="26787" y="37546"/>
                </a:cubicBezTo>
                <a:cubicBezTo>
                  <a:pt x="29389" y="38413"/>
                  <a:pt x="31824" y="39614"/>
                  <a:pt x="33958" y="41449"/>
                </a:cubicBezTo>
                <a:cubicBezTo>
                  <a:pt x="34025" y="41482"/>
                  <a:pt x="34059" y="41582"/>
                  <a:pt x="34192" y="41749"/>
                </a:cubicBezTo>
                <a:cubicBezTo>
                  <a:pt x="31770" y="42567"/>
                  <a:pt x="29407" y="43325"/>
                  <a:pt x="26713" y="43325"/>
                </a:cubicBezTo>
                <a:cubicBezTo>
                  <a:pt x="26549" y="43325"/>
                  <a:pt x="26385" y="43322"/>
                  <a:pt x="26220" y="43317"/>
                </a:cubicBezTo>
                <a:cubicBezTo>
                  <a:pt x="26386" y="42883"/>
                  <a:pt x="26620" y="42449"/>
                  <a:pt x="26720" y="42082"/>
                </a:cubicBezTo>
                <a:cubicBezTo>
                  <a:pt x="26787" y="41882"/>
                  <a:pt x="26787" y="41716"/>
                  <a:pt x="26787" y="41482"/>
                </a:cubicBezTo>
                <a:cubicBezTo>
                  <a:pt x="26620" y="41482"/>
                  <a:pt x="26453" y="41482"/>
                  <a:pt x="26286" y="41549"/>
                </a:cubicBezTo>
                <a:cubicBezTo>
                  <a:pt x="24885" y="41916"/>
                  <a:pt x="23484" y="42249"/>
                  <a:pt x="22050" y="42616"/>
                </a:cubicBezTo>
                <a:cubicBezTo>
                  <a:pt x="21950" y="42650"/>
                  <a:pt x="21783" y="42650"/>
                  <a:pt x="21650" y="42650"/>
                </a:cubicBezTo>
                <a:lnTo>
                  <a:pt x="21516" y="42549"/>
                </a:lnTo>
                <a:cubicBezTo>
                  <a:pt x="21983" y="42082"/>
                  <a:pt x="22317" y="41482"/>
                  <a:pt x="22851" y="41148"/>
                </a:cubicBezTo>
                <a:cubicBezTo>
                  <a:pt x="24285" y="40281"/>
                  <a:pt x="25519" y="39247"/>
                  <a:pt x="26320" y="37746"/>
                </a:cubicBezTo>
                <a:cubicBezTo>
                  <a:pt x="26374" y="37637"/>
                  <a:pt x="26562" y="37528"/>
                  <a:pt x="26702" y="37528"/>
                </a:cubicBezTo>
                <a:close/>
                <a:moveTo>
                  <a:pt x="38895" y="36278"/>
                </a:moveTo>
                <a:cubicBezTo>
                  <a:pt x="40396" y="38647"/>
                  <a:pt x="41964" y="40982"/>
                  <a:pt x="43465" y="43383"/>
                </a:cubicBezTo>
                <a:cubicBezTo>
                  <a:pt x="43032" y="43647"/>
                  <a:pt x="42792" y="43795"/>
                  <a:pt x="42607" y="43795"/>
                </a:cubicBezTo>
                <a:cubicBezTo>
                  <a:pt x="42393" y="43795"/>
                  <a:pt x="42250" y="43597"/>
                  <a:pt x="41964" y="43150"/>
                </a:cubicBezTo>
                <a:cubicBezTo>
                  <a:pt x="41130" y="41916"/>
                  <a:pt x="40330" y="40581"/>
                  <a:pt x="39462" y="39314"/>
                </a:cubicBezTo>
                <a:cubicBezTo>
                  <a:pt x="39062" y="38780"/>
                  <a:pt x="38662" y="38280"/>
                  <a:pt x="38195" y="37813"/>
                </a:cubicBezTo>
                <a:cubicBezTo>
                  <a:pt x="37961" y="37546"/>
                  <a:pt x="37895" y="37346"/>
                  <a:pt x="38161" y="37112"/>
                </a:cubicBezTo>
                <a:cubicBezTo>
                  <a:pt x="38462" y="36879"/>
                  <a:pt x="38662" y="36512"/>
                  <a:pt x="38895" y="36278"/>
                </a:cubicBezTo>
                <a:close/>
                <a:moveTo>
                  <a:pt x="37694" y="37646"/>
                </a:moveTo>
                <a:cubicBezTo>
                  <a:pt x="39162" y="39881"/>
                  <a:pt x="40597" y="41949"/>
                  <a:pt x="42031" y="44084"/>
                </a:cubicBezTo>
                <a:lnTo>
                  <a:pt x="41664" y="44317"/>
                </a:lnTo>
                <a:cubicBezTo>
                  <a:pt x="41531" y="44410"/>
                  <a:pt x="41420" y="44456"/>
                  <a:pt x="41317" y="44456"/>
                </a:cubicBezTo>
                <a:cubicBezTo>
                  <a:pt x="41161" y="44456"/>
                  <a:pt x="41024" y="44352"/>
                  <a:pt x="40863" y="44151"/>
                </a:cubicBezTo>
                <a:cubicBezTo>
                  <a:pt x="39562" y="42483"/>
                  <a:pt x="38228" y="40882"/>
                  <a:pt x="36961" y="39214"/>
                </a:cubicBezTo>
                <a:cubicBezTo>
                  <a:pt x="36861" y="39114"/>
                  <a:pt x="36827" y="38847"/>
                  <a:pt x="36861" y="38780"/>
                </a:cubicBezTo>
                <a:cubicBezTo>
                  <a:pt x="37094" y="38413"/>
                  <a:pt x="37361" y="38080"/>
                  <a:pt x="37694" y="37646"/>
                </a:cubicBezTo>
                <a:close/>
                <a:moveTo>
                  <a:pt x="36560" y="39314"/>
                </a:moveTo>
                <a:cubicBezTo>
                  <a:pt x="37995" y="41115"/>
                  <a:pt x="39396" y="42916"/>
                  <a:pt x="40897" y="44751"/>
                </a:cubicBezTo>
                <a:cubicBezTo>
                  <a:pt x="40496" y="44985"/>
                  <a:pt x="40163" y="45218"/>
                  <a:pt x="39829" y="45418"/>
                </a:cubicBezTo>
                <a:cubicBezTo>
                  <a:pt x="38695" y="44051"/>
                  <a:pt x="37561" y="42716"/>
                  <a:pt x="36460" y="41415"/>
                </a:cubicBezTo>
                <a:cubicBezTo>
                  <a:pt x="35660" y="40481"/>
                  <a:pt x="35660" y="40548"/>
                  <a:pt x="36360" y="39581"/>
                </a:cubicBezTo>
                <a:cubicBezTo>
                  <a:pt x="36394" y="39481"/>
                  <a:pt x="36494" y="39447"/>
                  <a:pt x="36560" y="39314"/>
                </a:cubicBezTo>
                <a:close/>
                <a:moveTo>
                  <a:pt x="21550" y="41449"/>
                </a:moveTo>
                <a:cubicBezTo>
                  <a:pt x="21616" y="41482"/>
                  <a:pt x="21616" y="41549"/>
                  <a:pt x="21650" y="41582"/>
                </a:cubicBezTo>
                <a:cubicBezTo>
                  <a:pt x="21316" y="41982"/>
                  <a:pt x="21016" y="42349"/>
                  <a:pt x="20682" y="42750"/>
                </a:cubicBezTo>
                <a:cubicBezTo>
                  <a:pt x="20616" y="42916"/>
                  <a:pt x="20549" y="43117"/>
                  <a:pt x="20516" y="43283"/>
                </a:cubicBezTo>
                <a:cubicBezTo>
                  <a:pt x="20642" y="43309"/>
                  <a:pt x="20788" y="43373"/>
                  <a:pt x="20924" y="43373"/>
                </a:cubicBezTo>
                <a:cubicBezTo>
                  <a:pt x="20967" y="43373"/>
                  <a:pt x="21009" y="43366"/>
                  <a:pt x="21049" y="43350"/>
                </a:cubicBezTo>
                <a:cubicBezTo>
                  <a:pt x="22550" y="43016"/>
                  <a:pt x="24018" y="42683"/>
                  <a:pt x="25519" y="42349"/>
                </a:cubicBezTo>
                <a:cubicBezTo>
                  <a:pt x="25653" y="42349"/>
                  <a:pt x="25786" y="42316"/>
                  <a:pt x="25986" y="42283"/>
                </a:cubicBezTo>
                <a:lnTo>
                  <a:pt x="25986" y="42283"/>
                </a:lnTo>
                <a:cubicBezTo>
                  <a:pt x="25886" y="42516"/>
                  <a:pt x="25853" y="42750"/>
                  <a:pt x="25786" y="42950"/>
                </a:cubicBezTo>
                <a:cubicBezTo>
                  <a:pt x="25520" y="43717"/>
                  <a:pt x="25542" y="43962"/>
                  <a:pt x="26198" y="43962"/>
                </a:cubicBezTo>
                <a:cubicBezTo>
                  <a:pt x="26283" y="43962"/>
                  <a:pt x="26379" y="43958"/>
                  <a:pt x="26486" y="43950"/>
                </a:cubicBezTo>
                <a:cubicBezTo>
                  <a:pt x="27821" y="43850"/>
                  <a:pt x="29155" y="43684"/>
                  <a:pt x="30456" y="43450"/>
                </a:cubicBezTo>
                <a:cubicBezTo>
                  <a:pt x="31557" y="43250"/>
                  <a:pt x="32691" y="42883"/>
                  <a:pt x="33858" y="42549"/>
                </a:cubicBezTo>
                <a:lnTo>
                  <a:pt x="33858" y="42549"/>
                </a:lnTo>
                <a:cubicBezTo>
                  <a:pt x="33825" y="42716"/>
                  <a:pt x="33825" y="42816"/>
                  <a:pt x="33792" y="42916"/>
                </a:cubicBezTo>
                <a:cubicBezTo>
                  <a:pt x="33358" y="43817"/>
                  <a:pt x="32958" y="44718"/>
                  <a:pt x="32524" y="45618"/>
                </a:cubicBezTo>
                <a:cubicBezTo>
                  <a:pt x="32420" y="45852"/>
                  <a:pt x="32337" y="45985"/>
                  <a:pt x="32116" y="45985"/>
                </a:cubicBezTo>
                <a:cubicBezTo>
                  <a:pt x="32053" y="45985"/>
                  <a:pt x="31979" y="45974"/>
                  <a:pt x="31890" y="45952"/>
                </a:cubicBezTo>
                <a:cubicBezTo>
                  <a:pt x="29196" y="45475"/>
                  <a:pt x="26431" y="45187"/>
                  <a:pt x="23695" y="45187"/>
                </a:cubicBezTo>
                <a:cubicBezTo>
                  <a:pt x="23179" y="45187"/>
                  <a:pt x="22663" y="45197"/>
                  <a:pt x="22150" y="45218"/>
                </a:cubicBezTo>
                <a:cubicBezTo>
                  <a:pt x="19848" y="45285"/>
                  <a:pt x="17513" y="45585"/>
                  <a:pt x="15178" y="45785"/>
                </a:cubicBezTo>
                <a:cubicBezTo>
                  <a:pt x="14811" y="45785"/>
                  <a:pt x="14611" y="45652"/>
                  <a:pt x="14278" y="45485"/>
                </a:cubicBezTo>
                <a:cubicBezTo>
                  <a:pt x="12643" y="44551"/>
                  <a:pt x="10975" y="43650"/>
                  <a:pt x="9007" y="43584"/>
                </a:cubicBezTo>
                <a:cubicBezTo>
                  <a:pt x="8974" y="43584"/>
                  <a:pt x="8941" y="43550"/>
                  <a:pt x="8874" y="43417"/>
                </a:cubicBezTo>
                <a:cubicBezTo>
                  <a:pt x="9508" y="43283"/>
                  <a:pt x="10141" y="43150"/>
                  <a:pt x="10775" y="43083"/>
                </a:cubicBezTo>
                <a:cubicBezTo>
                  <a:pt x="11109" y="43050"/>
                  <a:pt x="11209" y="42916"/>
                  <a:pt x="11109" y="42449"/>
                </a:cubicBezTo>
                <a:lnTo>
                  <a:pt x="13377" y="42449"/>
                </a:lnTo>
                <a:cubicBezTo>
                  <a:pt x="13377" y="42416"/>
                  <a:pt x="13444" y="42316"/>
                  <a:pt x="13444" y="42283"/>
                </a:cubicBezTo>
                <a:cubicBezTo>
                  <a:pt x="13310" y="42116"/>
                  <a:pt x="13177" y="41949"/>
                  <a:pt x="12977" y="41716"/>
                </a:cubicBezTo>
                <a:lnTo>
                  <a:pt x="12977" y="41716"/>
                </a:lnTo>
                <a:cubicBezTo>
                  <a:pt x="14063" y="41853"/>
                  <a:pt x="15141" y="41916"/>
                  <a:pt x="16212" y="41916"/>
                </a:cubicBezTo>
                <a:cubicBezTo>
                  <a:pt x="18002" y="41916"/>
                  <a:pt x="19776" y="41741"/>
                  <a:pt x="21550" y="41449"/>
                </a:cubicBezTo>
                <a:close/>
                <a:moveTo>
                  <a:pt x="7123" y="44643"/>
                </a:moveTo>
                <a:cubicBezTo>
                  <a:pt x="8646" y="44643"/>
                  <a:pt x="10136" y="44976"/>
                  <a:pt x="11542" y="45618"/>
                </a:cubicBezTo>
                <a:lnTo>
                  <a:pt x="12043" y="45885"/>
                </a:lnTo>
                <a:cubicBezTo>
                  <a:pt x="12143" y="45919"/>
                  <a:pt x="12176" y="45952"/>
                  <a:pt x="12210" y="46052"/>
                </a:cubicBezTo>
                <a:cubicBezTo>
                  <a:pt x="10526" y="45586"/>
                  <a:pt x="8882" y="45079"/>
                  <a:pt x="7154" y="45079"/>
                </a:cubicBezTo>
                <a:cubicBezTo>
                  <a:pt x="6657" y="45079"/>
                  <a:pt x="6153" y="45121"/>
                  <a:pt x="5638" y="45218"/>
                </a:cubicBezTo>
                <a:cubicBezTo>
                  <a:pt x="5638" y="45118"/>
                  <a:pt x="5605" y="45085"/>
                  <a:pt x="5605" y="44985"/>
                </a:cubicBezTo>
                <a:cubicBezTo>
                  <a:pt x="5972" y="44851"/>
                  <a:pt x="6339" y="44651"/>
                  <a:pt x="6706" y="44651"/>
                </a:cubicBezTo>
                <a:cubicBezTo>
                  <a:pt x="6845" y="44645"/>
                  <a:pt x="6984" y="44643"/>
                  <a:pt x="7123" y="44643"/>
                </a:cubicBezTo>
                <a:close/>
                <a:moveTo>
                  <a:pt x="35526" y="40782"/>
                </a:moveTo>
                <a:cubicBezTo>
                  <a:pt x="36861" y="42416"/>
                  <a:pt x="38161" y="43950"/>
                  <a:pt x="39496" y="45585"/>
                </a:cubicBezTo>
                <a:cubicBezTo>
                  <a:pt x="39229" y="45752"/>
                  <a:pt x="39062" y="45852"/>
                  <a:pt x="38895" y="45985"/>
                </a:cubicBezTo>
                <a:cubicBezTo>
                  <a:pt x="38809" y="46057"/>
                  <a:pt x="38735" y="46092"/>
                  <a:pt x="38662" y="46092"/>
                </a:cubicBezTo>
                <a:cubicBezTo>
                  <a:pt x="38567" y="46092"/>
                  <a:pt x="38475" y="46032"/>
                  <a:pt x="38362" y="45919"/>
                </a:cubicBezTo>
                <a:cubicBezTo>
                  <a:pt x="37294" y="44684"/>
                  <a:pt x="36193" y="43483"/>
                  <a:pt x="35059" y="42316"/>
                </a:cubicBezTo>
                <a:cubicBezTo>
                  <a:pt x="34859" y="42116"/>
                  <a:pt x="34792" y="41916"/>
                  <a:pt x="34993" y="41649"/>
                </a:cubicBezTo>
                <a:cubicBezTo>
                  <a:pt x="35159" y="41415"/>
                  <a:pt x="35326" y="41115"/>
                  <a:pt x="35526" y="40782"/>
                </a:cubicBezTo>
                <a:close/>
                <a:moveTo>
                  <a:pt x="34659" y="42283"/>
                </a:moveTo>
                <a:cubicBezTo>
                  <a:pt x="35860" y="43650"/>
                  <a:pt x="37061" y="44951"/>
                  <a:pt x="38295" y="46319"/>
                </a:cubicBezTo>
                <a:lnTo>
                  <a:pt x="38061" y="46552"/>
                </a:lnTo>
                <a:cubicBezTo>
                  <a:pt x="37785" y="46782"/>
                  <a:pt x="37636" y="46893"/>
                  <a:pt x="37507" y="46893"/>
                </a:cubicBezTo>
                <a:cubicBezTo>
                  <a:pt x="37355" y="46893"/>
                  <a:pt x="37231" y="46741"/>
                  <a:pt x="36961" y="46452"/>
                </a:cubicBezTo>
                <a:cubicBezTo>
                  <a:pt x="36160" y="45585"/>
                  <a:pt x="35393" y="44751"/>
                  <a:pt x="34526" y="43950"/>
                </a:cubicBezTo>
                <a:cubicBezTo>
                  <a:pt x="34025" y="43550"/>
                  <a:pt x="33992" y="43150"/>
                  <a:pt x="34359" y="42716"/>
                </a:cubicBezTo>
                <a:cubicBezTo>
                  <a:pt x="34459" y="42583"/>
                  <a:pt x="34526" y="42483"/>
                  <a:pt x="34659" y="42283"/>
                </a:cubicBezTo>
                <a:close/>
                <a:moveTo>
                  <a:pt x="33825" y="43750"/>
                </a:moveTo>
                <a:cubicBezTo>
                  <a:pt x="34959" y="44918"/>
                  <a:pt x="36027" y="46052"/>
                  <a:pt x="37127" y="47220"/>
                </a:cubicBezTo>
                <a:cubicBezTo>
                  <a:pt x="36731" y="47616"/>
                  <a:pt x="36549" y="47798"/>
                  <a:pt x="36360" y="47798"/>
                </a:cubicBezTo>
                <a:cubicBezTo>
                  <a:pt x="36199" y="47798"/>
                  <a:pt x="36033" y="47665"/>
                  <a:pt x="35726" y="47420"/>
                </a:cubicBezTo>
                <a:cubicBezTo>
                  <a:pt x="34892" y="46652"/>
                  <a:pt x="34059" y="45952"/>
                  <a:pt x="33191" y="45218"/>
                </a:cubicBezTo>
                <a:cubicBezTo>
                  <a:pt x="33358" y="44784"/>
                  <a:pt x="33558" y="44317"/>
                  <a:pt x="33825" y="43750"/>
                </a:cubicBezTo>
                <a:close/>
                <a:moveTo>
                  <a:pt x="33125" y="45618"/>
                </a:moveTo>
                <a:cubicBezTo>
                  <a:pt x="34059" y="46452"/>
                  <a:pt x="34993" y="47286"/>
                  <a:pt x="35993" y="48053"/>
                </a:cubicBezTo>
                <a:cubicBezTo>
                  <a:pt x="35960" y="48087"/>
                  <a:pt x="35960" y="48120"/>
                  <a:pt x="35893" y="48154"/>
                </a:cubicBezTo>
                <a:cubicBezTo>
                  <a:pt x="35793" y="48120"/>
                  <a:pt x="35660" y="48120"/>
                  <a:pt x="35526" y="48053"/>
                </a:cubicBezTo>
                <a:cubicBezTo>
                  <a:pt x="34726" y="47586"/>
                  <a:pt x="33992" y="47119"/>
                  <a:pt x="33191" y="46652"/>
                </a:cubicBezTo>
                <a:cubicBezTo>
                  <a:pt x="32791" y="46419"/>
                  <a:pt x="32658" y="46119"/>
                  <a:pt x="33125" y="45618"/>
                </a:cubicBezTo>
                <a:close/>
                <a:moveTo>
                  <a:pt x="32624" y="46786"/>
                </a:moveTo>
                <a:lnTo>
                  <a:pt x="32624" y="46786"/>
                </a:lnTo>
                <a:cubicBezTo>
                  <a:pt x="33558" y="47386"/>
                  <a:pt x="34492" y="47953"/>
                  <a:pt x="35460" y="48554"/>
                </a:cubicBezTo>
                <a:lnTo>
                  <a:pt x="35460" y="48754"/>
                </a:lnTo>
                <a:cubicBezTo>
                  <a:pt x="35348" y="48754"/>
                  <a:pt x="35193" y="48784"/>
                  <a:pt x="35062" y="48784"/>
                </a:cubicBezTo>
                <a:cubicBezTo>
                  <a:pt x="34996" y="48784"/>
                  <a:pt x="34937" y="48776"/>
                  <a:pt x="34892" y="48754"/>
                </a:cubicBezTo>
                <a:cubicBezTo>
                  <a:pt x="34192" y="48387"/>
                  <a:pt x="33525" y="47953"/>
                  <a:pt x="32824" y="47553"/>
                </a:cubicBezTo>
                <a:cubicBezTo>
                  <a:pt x="32391" y="47286"/>
                  <a:pt x="32357" y="47286"/>
                  <a:pt x="32624" y="46786"/>
                </a:cubicBezTo>
                <a:close/>
                <a:moveTo>
                  <a:pt x="32291" y="47720"/>
                </a:moveTo>
                <a:cubicBezTo>
                  <a:pt x="33125" y="48254"/>
                  <a:pt x="33858" y="48721"/>
                  <a:pt x="34626" y="49221"/>
                </a:cubicBezTo>
                <a:cubicBezTo>
                  <a:pt x="34659" y="49221"/>
                  <a:pt x="34692" y="49388"/>
                  <a:pt x="34659" y="49421"/>
                </a:cubicBezTo>
                <a:cubicBezTo>
                  <a:pt x="34632" y="49448"/>
                  <a:pt x="34539" y="49497"/>
                  <a:pt x="34452" y="49497"/>
                </a:cubicBezTo>
                <a:cubicBezTo>
                  <a:pt x="34432" y="49497"/>
                  <a:pt x="34411" y="49494"/>
                  <a:pt x="34392" y="49488"/>
                </a:cubicBezTo>
                <a:cubicBezTo>
                  <a:pt x="33625" y="49288"/>
                  <a:pt x="32824" y="49054"/>
                  <a:pt x="31957" y="48787"/>
                </a:cubicBezTo>
                <a:cubicBezTo>
                  <a:pt x="32024" y="48454"/>
                  <a:pt x="32157" y="48120"/>
                  <a:pt x="32291" y="47720"/>
                </a:cubicBezTo>
                <a:close/>
                <a:moveTo>
                  <a:pt x="15078" y="46252"/>
                </a:moveTo>
                <a:cubicBezTo>
                  <a:pt x="14912" y="47386"/>
                  <a:pt x="14344" y="48287"/>
                  <a:pt x="13711" y="49154"/>
                </a:cubicBezTo>
                <a:cubicBezTo>
                  <a:pt x="12877" y="50388"/>
                  <a:pt x="11643" y="50555"/>
                  <a:pt x="10442" y="50889"/>
                </a:cubicBezTo>
                <a:cubicBezTo>
                  <a:pt x="12110" y="49621"/>
                  <a:pt x="13877" y="48554"/>
                  <a:pt x="14545" y="46286"/>
                </a:cubicBezTo>
                <a:cubicBezTo>
                  <a:pt x="14611" y="46286"/>
                  <a:pt x="14678" y="46252"/>
                  <a:pt x="14778" y="46252"/>
                </a:cubicBezTo>
                <a:close/>
                <a:moveTo>
                  <a:pt x="31056" y="49421"/>
                </a:moveTo>
                <a:lnTo>
                  <a:pt x="31056" y="49421"/>
                </a:lnTo>
                <a:cubicBezTo>
                  <a:pt x="31523" y="49454"/>
                  <a:pt x="31990" y="49454"/>
                  <a:pt x="32524" y="49488"/>
                </a:cubicBezTo>
                <a:cubicBezTo>
                  <a:pt x="32124" y="50055"/>
                  <a:pt x="31790" y="50455"/>
                  <a:pt x="31390" y="50956"/>
                </a:cubicBezTo>
                <a:cubicBezTo>
                  <a:pt x="31290" y="50422"/>
                  <a:pt x="31190" y="49955"/>
                  <a:pt x="31056" y="49421"/>
                </a:cubicBezTo>
                <a:close/>
                <a:moveTo>
                  <a:pt x="14144" y="46319"/>
                </a:moveTo>
                <a:lnTo>
                  <a:pt x="14144" y="46319"/>
                </a:lnTo>
                <a:cubicBezTo>
                  <a:pt x="13644" y="47653"/>
                  <a:pt x="12877" y="48587"/>
                  <a:pt x="11876" y="49288"/>
                </a:cubicBezTo>
                <a:cubicBezTo>
                  <a:pt x="10163" y="50503"/>
                  <a:pt x="8537" y="51776"/>
                  <a:pt x="6264" y="51776"/>
                </a:cubicBezTo>
                <a:cubicBezTo>
                  <a:pt x="6103" y="51776"/>
                  <a:pt x="5939" y="51769"/>
                  <a:pt x="5772" y="51756"/>
                </a:cubicBezTo>
                <a:cubicBezTo>
                  <a:pt x="6839" y="50622"/>
                  <a:pt x="7706" y="49388"/>
                  <a:pt x="8107" y="47720"/>
                </a:cubicBezTo>
                <a:cubicBezTo>
                  <a:pt x="9975" y="47286"/>
                  <a:pt x="11976" y="46819"/>
                  <a:pt x="14144" y="46319"/>
                </a:cubicBezTo>
                <a:close/>
                <a:moveTo>
                  <a:pt x="7540" y="47820"/>
                </a:moveTo>
                <a:cubicBezTo>
                  <a:pt x="7475" y="49380"/>
                  <a:pt x="5637" y="51795"/>
                  <a:pt x="4617" y="51795"/>
                </a:cubicBezTo>
                <a:cubicBezTo>
                  <a:pt x="4590" y="51795"/>
                  <a:pt x="4563" y="51793"/>
                  <a:pt x="4537" y="51789"/>
                </a:cubicBezTo>
                <a:cubicBezTo>
                  <a:pt x="4671" y="51656"/>
                  <a:pt x="4804" y="51556"/>
                  <a:pt x="4871" y="51423"/>
                </a:cubicBezTo>
                <a:cubicBezTo>
                  <a:pt x="5738" y="50455"/>
                  <a:pt x="6639" y="49488"/>
                  <a:pt x="7039" y="48254"/>
                </a:cubicBezTo>
                <a:cubicBezTo>
                  <a:pt x="7139" y="48087"/>
                  <a:pt x="7373" y="47953"/>
                  <a:pt x="7540" y="47820"/>
                </a:cubicBezTo>
                <a:close/>
                <a:moveTo>
                  <a:pt x="6397" y="45509"/>
                </a:moveTo>
                <a:cubicBezTo>
                  <a:pt x="8112" y="45509"/>
                  <a:pt x="9771" y="45801"/>
                  <a:pt x="11376" y="46286"/>
                </a:cubicBezTo>
                <a:cubicBezTo>
                  <a:pt x="11442" y="46286"/>
                  <a:pt x="11476" y="46319"/>
                  <a:pt x="11542" y="46419"/>
                </a:cubicBezTo>
                <a:cubicBezTo>
                  <a:pt x="8841" y="47153"/>
                  <a:pt x="6039" y="47620"/>
                  <a:pt x="3870" y="49588"/>
                </a:cubicBezTo>
                <a:lnTo>
                  <a:pt x="6506" y="48187"/>
                </a:lnTo>
                <a:lnTo>
                  <a:pt x="6639" y="48320"/>
                </a:lnTo>
                <a:cubicBezTo>
                  <a:pt x="6506" y="48587"/>
                  <a:pt x="6439" y="48887"/>
                  <a:pt x="6272" y="49121"/>
                </a:cubicBezTo>
                <a:cubicBezTo>
                  <a:pt x="5672" y="49888"/>
                  <a:pt x="5105" y="50622"/>
                  <a:pt x="4471" y="51389"/>
                </a:cubicBezTo>
                <a:cubicBezTo>
                  <a:pt x="4261" y="51651"/>
                  <a:pt x="3989" y="51831"/>
                  <a:pt x="3656" y="51831"/>
                </a:cubicBezTo>
                <a:cubicBezTo>
                  <a:pt x="3565" y="51831"/>
                  <a:pt x="3470" y="51818"/>
                  <a:pt x="3370" y="51789"/>
                </a:cubicBezTo>
                <a:cubicBezTo>
                  <a:pt x="2669" y="51623"/>
                  <a:pt x="1936" y="51489"/>
                  <a:pt x="1202" y="51256"/>
                </a:cubicBezTo>
                <a:cubicBezTo>
                  <a:pt x="635" y="51022"/>
                  <a:pt x="501" y="50589"/>
                  <a:pt x="801" y="49988"/>
                </a:cubicBezTo>
                <a:cubicBezTo>
                  <a:pt x="968" y="49688"/>
                  <a:pt x="1135" y="49421"/>
                  <a:pt x="1335" y="49188"/>
                </a:cubicBezTo>
                <a:cubicBezTo>
                  <a:pt x="2202" y="48287"/>
                  <a:pt x="3136" y="47386"/>
                  <a:pt x="4004" y="46419"/>
                </a:cubicBezTo>
                <a:cubicBezTo>
                  <a:pt x="4504" y="45818"/>
                  <a:pt x="5138" y="45585"/>
                  <a:pt x="5872" y="45518"/>
                </a:cubicBezTo>
                <a:cubicBezTo>
                  <a:pt x="6048" y="45512"/>
                  <a:pt x="6223" y="45509"/>
                  <a:pt x="6397" y="45509"/>
                </a:cubicBezTo>
                <a:close/>
                <a:moveTo>
                  <a:pt x="29322" y="49921"/>
                </a:moveTo>
                <a:cubicBezTo>
                  <a:pt x="29288" y="50622"/>
                  <a:pt x="29222" y="51322"/>
                  <a:pt x="29188" y="51890"/>
                </a:cubicBezTo>
                <a:cubicBezTo>
                  <a:pt x="28621" y="51656"/>
                  <a:pt x="27954" y="51389"/>
                  <a:pt x="27220" y="51122"/>
                </a:cubicBezTo>
                <a:cubicBezTo>
                  <a:pt x="27687" y="50422"/>
                  <a:pt x="28555" y="50222"/>
                  <a:pt x="29322" y="49921"/>
                </a:cubicBezTo>
                <a:close/>
                <a:moveTo>
                  <a:pt x="34826" y="50255"/>
                </a:moveTo>
                <a:cubicBezTo>
                  <a:pt x="35193" y="50922"/>
                  <a:pt x="35493" y="51489"/>
                  <a:pt x="35826" y="52056"/>
                </a:cubicBezTo>
                <a:cubicBezTo>
                  <a:pt x="35293" y="51923"/>
                  <a:pt x="34792" y="51823"/>
                  <a:pt x="34292" y="51789"/>
                </a:cubicBezTo>
                <a:cubicBezTo>
                  <a:pt x="34459" y="51423"/>
                  <a:pt x="34626" y="50922"/>
                  <a:pt x="34826" y="50255"/>
                </a:cubicBezTo>
                <a:close/>
                <a:moveTo>
                  <a:pt x="22017" y="45718"/>
                </a:moveTo>
                <a:cubicBezTo>
                  <a:pt x="23518" y="45718"/>
                  <a:pt x="24985" y="45752"/>
                  <a:pt x="26520" y="45785"/>
                </a:cubicBezTo>
                <a:cubicBezTo>
                  <a:pt x="25886" y="48787"/>
                  <a:pt x="23818" y="50455"/>
                  <a:pt x="21683" y="52090"/>
                </a:cubicBezTo>
                <a:cubicBezTo>
                  <a:pt x="21349" y="51756"/>
                  <a:pt x="21450" y="51389"/>
                  <a:pt x="21616" y="50989"/>
                </a:cubicBezTo>
                <a:cubicBezTo>
                  <a:pt x="21716" y="50722"/>
                  <a:pt x="21950" y="50422"/>
                  <a:pt x="22050" y="50122"/>
                </a:cubicBezTo>
                <a:cubicBezTo>
                  <a:pt x="22117" y="49988"/>
                  <a:pt x="22050" y="49821"/>
                  <a:pt x="22050" y="49655"/>
                </a:cubicBezTo>
                <a:cubicBezTo>
                  <a:pt x="21983" y="49655"/>
                  <a:pt x="21917" y="49649"/>
                  <a:pt x="21854" y="49649"/>
                </a:cubicBezTo>
                <a:cubicBezTo>
                  <a:pt x="21760" y="49649"/>
                  <a:pt x="21676" y="49661"/>
                  <a:pt x="21616" y="49721"/>
                </a:cubicBezTo>
                <a:cubicBezTo>
                  <a:pt x="20616" y="50255"/>
                  <a:pt x="19648" y="50822"/>
                  <a:pt x="18648" y="51322"/>
                </a:cubicBezTo>
                <a:cubicBezTo>
                  <a:pt x="18014" y="51656"/>
                  <a:pt x="17347" y="51923"/>
                  <a:pt x="16679" y="52156"/>
                </a:cubicBezTo>
                <a:cubicBezTo>
                  <a:pt x="16646" y="52090"/>
                  <a:pt x="16646" y="52056"/>
                  <a:pt x="16613" y="51990"/>
                </a:cubicBezTo>
                <a:cubicBezTo>
                  <a:pt x="16813" y="51890"/>
                  <a:pt x="17013" y="51723"/>
                  <a:pt x="17213" y="51589"/>
                </a:cubicBezTo>
                <a:cubicBezTo>
                  <a:pt x="19348" y="50288"/>
                  <a:pt x="20782" y="48454"/>
                  <a:pt x="21616" y="46119"/>
                </a:cubicBezTo>
                <a:cubicBezTo>
                  <a:pt x="21683" y="45952"/>
                  <a:pt x="21883" y="45718"/>
                  <a:pt x="22017" y="45718"/>
                </a:cubicBezTo>
                <a:close/>
                <a:moveTo>
                  <a:pt x="27206" y="45868"/>
                </a:moveTo>
                <a:cubicBezTo>
                  <a:pt x="27249" y="45868"/>
                  <a:pt x="27297" y="45874"/>
                  <a:pt x="27354" y="45885"/>
                </a:cubicBezTo>
                <a:cubicBezTo>
                  <a:pt x="28688" y="46085"/>
                  <a:pt x="30056" y="46252"/>
                  <a:pt x="31390" y="46419"/>
                </a:cubicBezTo>
                <a:cubicBezTo>
                  <a:pt x="31857" y="46452"/>
                  <a:pt x="31957" y="46652"/>
                  <a:pt x="31857" y="47119"/>
                </a:cubicBezTo>
                <a:cubicBezTo>
                  <a:pt x="31724" y="47987"/>
                  <a:pt x="31223" y="48487"/>
                  <a:pt x="30456" y="48821"/>
                </a:cubicBezTo>
                <a:cubicBezTo>
                  <a:pt x="28521" y="49655"/>
                  <a:pt x="26553" y="50455"/>
                  <a:pt x="24652" y="51289"/>
                </a:cubicBezTo>
                <a:cubicBezTo>
                  <a:pt x="24018" y="51556"/>
                  <a:pt x="23451" y="51823"/>
                  <a:pt x="22851" y="52090"/>
                </a:cubicBezTo>
                <a:cubicBezTo>
                  <a:pt x="22650" y="52223"/>
                  <a:pt x="22384" y="52256"/>
                  <a:pt x="22050" y="52323"/>
                </a:cubicBezTo>
                <a:cubicBezTo>
                  <a:pt x="22951" y="51623"/>
                  <a:pt x="23718" y="50989"/>
                  <a:pt x="24518" y="50288"/>
                </a:cubicBezTo>
                <a:cubicBezTo>
                  <a:pt x="25686" y="49154"/>
                  <a:pt x="26520" y="47820"/>
                  <a:pt x="26887" y="46252"/>
                </a:cubicBezTo>
                <a:cubicBezTo>
                  <a:pt x="26942" y="46003"/>
                  <a:pt x="26998" y="45868"/>
                  <a:pt x="27206" y="45868"/>
                </a:cubicBezTo>
                <a:close/>
                <a:moveTo>
                  <a:pt x="21349" y="45652"/>
                </a:moveTo>
                <a:lnTo>
                  <a:pt x="21349" y="45652"/>
                </a:lnTo>
                <a:cubicBezTo>
                  <a:pt x="20749" y="47386"/>
                  <a:pt x="20049" y="48821"/>
                  <a:pt x="18781" y="49955"/>
                </a:cubicBezTo>
                <a:cubicBezTo>
                  <a:pt x="17714" y="50889"/>
                  <a:pt x="16546" y="51656"/>
                  <a:pt x="15379" y="52423"/>
                </a:cubicBezTo>
                <a:lnTo>
                  <a:pt x="15278" y="52290"/>
                </a:lnTo>
                <a:lnTo>
                  <a:pt x="15512" y="51156"/>
                </a:lnTo>
                <a:cubicBezTo>
                  <a:pt x="15545" y="51056"/>
                  <a:pt x="15512" y="50889"/>
                  <a:pt x="15445" y="50755"/>
                </a:cubicBezTo>
                <a:cubicBezTo>
                  <a:pt x="15424" y="50724"/>
                  <a:pt x="15390" y="50712"/>
                  <a:pt x="15348" y="50712"/>
                </a:cubicBezTo>
                <a:cubicBezTo>
                  <a:pt x="15258" y="50712"/>
                  <a:pt x="15136" y="50766"/>
                  <a:pt x="15045" y="50789"/>
                </a:cubicBezTo>
                <a:cubicBezTo>
                  <a:pt x="14678" y="50922"/>
                  <a:pt x="14344" y="51089"/>
                  <a:pt x="14011" y="51256"/>
                </a:cubicBezTo>
                <a:cubicBezTo>
                  <a:pt x="14011" y="51256"/>
                  <a:pt x="13978" y="51222"/>
                  <a:pt x="13978" y="51156"/>
                </a:cubicBezTo>
                <a:cubicBezTo>
                  <a:pt x="14611" y="50489"/>
                  <a:pt x="15312" y="49821"/>
                  <a:pt x="15846" y="49054"/>
                </a:cubicBezTo>
                <a:cubicBezTo>
                  <a:pt x="16446" y="48220"/>
                  <a:pt x="16813" y="47253"/>
                  <a:pt x="17280" y="46319"/>
                </a:cubicBezTo>
                <a:cubicBezTo>
                  <a:pt x="17380" y="46152"/>
                  <a:pt x="17513" y="45919"/>
                  <a:pt x="17680" y="45919"/>
                </a:cubicBezTo>
                <a:cubicBezTo>
                  <a:pt x="18848" y="45818"/>
                  <a:pt x="20049" y="45752"/>
                  <a:pt x="21349" y="45652"/>
                </a:cubicBezTo>
                <a:close/>
                <a:moveTo>
                  <a:pt x="30367" y="49984"/>
                </a:moveTo>
                <a:cubicBezTo>
                  <a:pt x="30529" y="49984"/>
                  <a:pt x="30732" y="50136"/>
                  <a:pt x="30823" y="50288"/>
                </a:cubicBezTo>
                <a:cubicBezTo>
                  <a:pt x="31156" y="50822"/>
                  <a:pt x="31056" y="52790"/>
                  <a:pt x="30689" y="53424"/>
                </a:cubicBezTo>
                <a:cubicBezTo>
                  <a:pt x="29789" y="52824"/>
                  <a:pt x="29288" y="51222"/>
                  <a:pt x="29722" y="50422"/>
                </a:cubicBezTo>
                <a:cubicBezTo>
                  <a:pt x="29822" y="50222"/>
                  <a:pt x="30122" y="50055"/>
                  <a:pt x="30323" y="49988"/>
                </a:cubicBezTo>
                <a:cubicBezTo>
                  <a:pt x="30337" y="49985"/>
                  <a:pt x="30352" y="49984"/>
                  <a:pt x="30367" y="49984"/>
                </a:cubicBezTo>
                <a:close/>
                <a:moveTo>
                  <a:pt x="33254" y="49710"/>
                </a:moveTo>
                <a:cubicBezTo>
                  <a:pt x="33427" y="49710"/>
                  <a:pt x="33608" y="49748"/>
                  <a:pt x="33792" y="49821"/>
                </a:cubicBezTo>
                <a:cubicBezTo>
                  <a:pt x="34025" y="49955"/>
                  <a:pt x="34192" y="50222"/>
                  <a:pt x="34325" y="50322"/>
                </a:cubicBezTo>
                <a:cubicBezTo>
                  <a:pt x="34159" y="51389"/>
                  <a:pt x="33658" y="52056"/>
                  <a:pt x="33091" y="52723"/>
                </a:cubicBezTo>
                <a:cubicBezTo>
                  <a:pt x="32858" y="52957"/>
                  <a:pt x="32591" y="53124"/>
                  <a:pt x="32357" y="53391"/>
                </a:cubicBezTo>
                <a:cubicBezTo>
                  <a:pt x="32230" y="53497"/>
                  <a:pt x="32115" y="53576"/>
                  <a:pt x="31971" y="53576"/>
                </a:cubicBezTo>
                <a:cubicBezTo>
                  <a:pt x="31890" y="53576"/>
                  <a:pt x="31799" y="53551"/>
                  <a:pt x="31690" y="53491"/>
                </a:cubicBezTo>
                <a:cubicBezTo>
                  <a:pt x="31390" y="53324"/>
                  <a:pt x="31290" y="53224"/>
                  <a:pt x="31357" y="52890"/>
                </a:cubicBezTo>
                <a:cubicBezTo>
                  <a:pt x="31623" y="52090"/>
                  <a:pt x="31790" y="51289"/>
                  <a:pt x="32124" y="50555"/>
                </a:cubicBezTo>
                <a:cubicBezTo>
                  <a:pt x="32390" y="49975"/>
                  <a:pt x="32796" y="49710"/>
                  <a:pt x="33254" y="49710"/>
                </a:cubicBezTo>
                <a:close/>
                <a:moveTo>
                  <a:pt x="27641" y="51746"/>
                </a:moveTo>
                <a:cubicBezTo>
                  <a:pt x="27701" y="51746"/>
                  <a:pt x="27761" y="51750"/>
                  <a:pt x="27821" y="51756"/>
                </a:cubicBezTo>
                <a:cubicBezTo>
                  <a:pt x="28788" y="51823"/>
                  <a:pt x="29755" y="52890"/>
                  <a:pt x="29956" y="53991"/>
                </a:cubicBezTo>
                <a:cubicBezTo>
                  <a:pt x="28988" y="53958"/>
                  <a:pt x="28121" y="53758"/>
                  <a:pt x="27254" y="53257"/>
                </a:cubicBezTo>
                <a:cubicBezTo>
                  <a:pt x="26820" y="52957"/>
                  <a:pt x="26953" y="52557"/>
                  <a:pt x="27020" y="52156"/>
                </a:cubicBezTo>
                <a:cubicBezTo>
                  <a:pt x="27102" y="51827"/>
                  <a:pt x="27365" y="51746"/>
                  <a:pt x="27641" y="51746"/>
                </a:cubicBezTo>
                <a:close/>
                <a:moveTo>
                  <a:pt x="34602" y="52336"/>
                </a:moveTo>
                <a:cubicBezTo>
                  <a:pt x="34910" y="52336"/>
                  <a:pt x="35222" y="52419"/>
                  <a:pt x="35393" y="52590"/>
                </a:cubicBezTo>
                <a:cubicBezTo>
                  <a:pt x="35793" y="52957"/>
                  <a:pt x="35626" y="53391"/>
                  <a:pt x="35393" y="53724"/>
                </a:cubicBezTo>
                <a:cubicBezTo>
                  <a:pt x="34989" y="54408"/>
                  <a:pt x="34324" y="54628"/>
                  <a:pt x="33534" y="54628"/>
                </a:cubicBezTo>
                <a:cubicBezTo>
                  <a:pt x="33476" y="54628"/>
                  <a:pt x="33417" y="54627"/>
                  <a:pt x="33358" y="54625"/>
                </a:cubicBezTo>
                <a:cubicBezTo>
                  <a:pt x="33333" y="54619"/>
                  <a:pt x="33307" y="54617"/>
                  <a:pt x="33280" y="54617"/>
                </a:cubicBezTo>
                <a:cubicBezTo>
                  <a:pt x="33130" y="54617"/>
                  <a:pt x="32947" y="54689"/>
                  <a:pt x="32791" y="54689"/>
                </a:cubicBezTo>
                <a:cubicBezTo>
                  <a:pt x="32634" y="54689"/>
                  <a:pt x="32503" y="54616"/>
                  <a:pt x="32457" y="54325"/>
                </a:cubicBezTo>
                <a:cubicBezTo>
                  <a:pt x="32391" y="54225"/>
                  <a:pt x="32457" y="53958"/>
                  <a:pt x="32524" y="53891"/>
                </a:cubicBezTo>
                <a:cubicBezTo>
                  <a:pt x="32958" y="53424"/>
                  <a:pt x="33391" y="52957"/>
                  <a:pt x="33858" y="52557"/>
                </a:cubicBezTo>
                <a:cubicBezTo>
                  <a:pt x="34021" y="52411"/>
                  <a:pt x="34310" y="52336"/>
                  <a:pt x="34602" y="52336"/>
                </a:cubicBezTo>
                <a:close/>
                <a:moveTo>
                  <a:pt x="36127" y="53090"/>
                </a:moveTo>
                <a:cubicBezTo>
                  <a:pt x="36494" y="54058"/>
                  <a:pt x="36560" y="54992"/>
                  <a:pt x="36327" y="55992"/>
                </a:cubicBezTo>
                <a:cubicBezTo>
                  <a:pt x="35793" y="55592"/>
                  <a:pt x="35326" y="55225"/>
                  <a:pt x="34826" y="54758"/>
                </a:cubicBezTo>
                <a:cubicBezTo>
                  <a:pt x="35460" y="54391"/>
                  <a:pt x="36127" y="53991"/>
                  <a:pt x="36127" y="53090"/>
                </a:cubicBezTo>
                <a:close/>
                <a:moveTo>
                  <a:pt x="27953" y="54318"/>
                </a:moveTo>
                <a:cubicBezTo>
                  <a:pt x="28500" y="54318"/>
                  <a:pt x="29057" y="54396"/>
                  <a:pt x="29689" y="54425"/>
                </a:cubicBezTo>
                <a:cubicBezTo>
                  <a:pt x="29489" y="54925"/>
                  <a:pt x="29389" y="55492"/>
                  <a:pt x="29122" y="55759"/>
                </a:cubicBezTo>
                <a:cubicBezTo>
                  <a:pt x="28540" y="56076"/>
                  <a:pt x="27895" y="56310"/>
                  <a:pt x="27237" y="56310"/>
                </a:cubicBezTo>
                <a:cubicBezTo>
                  <a:pt x="27065" y="56310"/>
                  <a:pt x="26893" y="56294"/>
                  <a:pt x="26720" y="56259"/>
                </a:cubicBezTo>
                <a:cubicBezTo>
                  <a:pt x="26620" y="56226"/>
                  <a:pt x="26453" y="56059"/>
                  <a:pt x="26386" y="55892"/>
                </a:cubicBezTo>
                <a:cubicBezTo>
                  <a:pt x="26186" y="55159"/>
                  <a:pt x="26820" y="54391"/>
                  <a:pt x="27687" y="54325"/>
                </a:cubicBezTo>
                <a:cubicBezTo>
                  <a:pt x="27776" y="54320"/>
                  <a:pt x="27864" y="54318"/>
                  <a:pt x="27953" y="54318"/>
                </a:cubicBezTo>
                <a:close/>
                <a:moveTo>
                  <a:pt x="26320" y="51189"/>
                </a:moveTo>
                <a:cubicBezTo>
                  <a:pt x="26320" y="51256"/>
                  <a:pt x="26353" y="51289"/>
                  <a:pt x="26386" y="51322"/>
                </a:cubicBezTo>
                <a:cubicBezTo>
                  <a:pt x="26286" y="51456"/>
                  <a:pt x="26153" y="51589"/>
                  <a:pt x="25986" y="51656"/>
                </a:cubicBezTo>
                <a:cubicBezTo>
                  <a:pt x="23318" y="52924"/>
                  <a:pt x="20882" y="54658"/>
                  <a:pt x="18481" y="56326"/>
                </a:cubicBezTo>
                <a:cubicBezTo>
                  <a:pt x="18181" y="56493"/>
                  <a:pt x="17814" y="56626"/>
                  <a:pt x="17480" y="56660"/>
                </a:cubicBezTo>
                <a:cubicBezTo>
                  <a:pt x="16313" y="56793"/>
                  <a:pt x="15145" y="56826"/>
                  <a:pt x="13811" y="56926"/>
                </a:cubicBezTo>
                <a:cubicBezTo>
                  <a:pt x="15712" y="54491"/>
                  <a:pt x="18047" y="52957"/>
                  <a:pt x="20682" y="51789"/>
                </a:cubicBezTo>
                <a:cubicBezTo>
                  <a:pt x="20849" y="52090"/>
                  <a:pt x="20983" y="52490"/>
                  <a:pt x="21216" y="52690"/>
                </a:cubicBezTo>
                <a:cubicBezTo>
                  <a:pt x="21407" y="52809"/>
                  <a:pt x="21665" y="52826"/>
                  <a:pt x="21919" y="52826"/>
                </a:cubicBezTo>
                <a:cubicBezTo>
                  <a:pt x="22021" y="52826"/>
                  <a:pt x="22121" y="52824"/>
                  <a:pt x="22217" y="52824"/>
                </a:cubicBezTo>
                <a:cubicBezTo>
                  <a:pt x="22484" y="52824"/>
                  <a:pt x="22750" y="52757"/>
                  <a:pt x="23017" y="52623"/>
                </a:cubicBezTo>
                <a:cubicBezTo>
                  <a:pt x="23885" y="52256"/>
                  <a:pt x="24819" y="51823"/>
                  <a:pt x="25686" y="51456"/>
                </a:cubicBezTo>
                <a:lnTo>
                  <a:pt x="26320" y="51189"/>
                </a:lnTo>
                <a:close/>
                <a:moveTo>
                  <a:pt x="31216" y="53964"/>
                </a:moveTo>
                <a:cubicBezTo>
                  <a:pt x="31272" y="53964"/>
                  <a:pt x="31320" y="53973"/>
                  <a:pt x="31357" y="53991"/>
                </a:cubicBezTo>
                <a:cubicBezTo>
                  <a:pt x="31890" y="54325"/>
                  <a:pt x="32491" y="54758"/>
                  <a:pt x="32291" y="55425"/>
                </a:cubicBezTo>
                <a:cubicBezTo>
                  <a:pt x="32291" y="56432"/>
                  <a:pt x="31753" y="57028"/>
                  <a:pt x="30955" y="57028"/>
                </a:cubicBezTo>
                <a:cubicBezTo>
                  <a:pt x="30933" y="57028"/>
                  <a:pt x="30912" y="57027"/>
                  <a:pt x="30890" y="57027"/>
                </a:cubicBezTo>
                <a:cubicBezTo>
                  <a:pt x="30222" y="57027"/>
                  <a:pt x="29722" y="56626"/>
                  <a:pt x="29689" y="55959"/>
                </a:cubicBezTo>
                <a:cubicBezTo>
                  <a:pt x="29655" y="55325"/>
                  <a:pt x="29789" y="54658"/>
                  <a:pt x="30323" y="54291"/>
                </a:cubicBezTo>
                <a:cubicBezTo>
                  <a:pt x="30568" y="54128"/>
                  <a:pt x="30968" y="53964"/>
                  <a:pt x="31216" y="53964"/>
                </a:cubicBezTo>
                <a:close/>
                <a:moveTo>
                  <a:pt x="33953" y="55069"/>
                </a:moveTo>
                <a:cubicBezTo>
                  <a:pt x="34297" y="55069"/>
                  <a:pt x="34628" y="55123"/>
                  <a:pt x="34959" y="55259"/>
                </a:cubicBezTo>
                <a:cubicBezTo>
                  <a:pt x="35460" y="55492"/>
                  <a:pt x="35793" y="55892"/>
                  <a:pt x="35893" y="56459"/>
                </a:cubicBezTo>
                <a:cubicBezTo>
                  <a:pt x="35993" y="56993"/>
                  <a:pt x="35793" y="57293"/>
                  <a:pt x="35293" y="57293"/>
                </a:cubicBezTo>
                <a:cubicBezTo>
                  <a:pt x="35248" y="57295"/>
                  <a:pt x="35204" y="57296"/>
                  <a:pt x="35161" y="57296"/>
                </a:cubicBezTo>
                <a:cubicBezTo>
                  <a:pt x="34249" y="57296"/>
                  <a:pt x="33461" y="56967"/>
                  <a:pt x="32824" y="56426"/>
                </a:cubicBezTo>
                <a:cubicBezTo>
                  <a:pt x="32624" y="56226"/>
                  <a:pt x="32691" y="55659"/>
                  <a:pt x="32624" y="55259"/>
                </a:cubicBezTo>
                <a:cubicBezTo>
                  <a:pt x="33100" y="55149"/>
                  <a:pt x="33536" y="55069"/>
                  <a:pt x="33953" y="55069"/>
                </a:cubicBezTo>
                <a:close/>
                <a:moveTo>
                  <a:pt x="17046" y="57293"/>
                </a:moveTo>
                <a:cubicBezTo>
                  <a:pt x="16622" y="57661"/>
                  <a:pt x="16246" y="57957"/>
                  <a:pt x="15693" y="57957"/>
                </a:cubicBezTo>
                <a:cubicBezTo>
                  <a:pt x="15595" y="57957"/>
                  <a:pt x="15490" y="57947"/>
                  <a:pt x="15379" y="57927"/>
                </a:cubicBezTo>
                <a:cubicBezTo>
                  <a:pt x="15098" y="57874"/>
                  <a:pt x="14813" y="57858"/>
                  <a:pt x="14524" y="57858"/>
                </a:cubicBezTo>
                <a:cubicBezTo>
                  <a:pt x="14091" y="57858"/>
                  <a:pt x="13651" y="57894"/>
                  <a:pt x="13210" y="57894"/>
                </a:cubicBezTo>
                <a:cubicBezTo>
                  <a:pt x="13177" y="57794"/>
                  <a:pt x="13177" y="57760"/>
                  <a:pt x="13144" y="57660"/>
                </a:cubicBezTo>
                <a:cubicBezTo>
                  <a:pt x="13310" y="57560"/>
                  <a:pt x="13477" y="57293"/>
                  <a:pt x="13644" y="57293"/>
                </a:cubicBezTo>
                <a:close/>
                <a:moveTo>
                  <a:pt x="13044" y="58127"/>
                </a:moveTo>
                <a:cubicBezTo>
                  <a:pt x="13811" y="58127"/>
                  <a:pt x="14611" y="58227"/>
                  <a:pt x="15345" y="58261"/>
                </a:cubicBezTo>
                <a:lnTo>
                  <a:pt x="15345" y="58461"/>
                </a:lnTo>
                <a:lnTo>
                  <a:pt x="12543" y="58461"/>
                </a:lnTo>
                <a:cubicBezTo>
                  <a:pt x="12777" y="58294"/>
                  <a:pt x="12943" y="58127"/>
                  <a:pt x="13044" y="58127"/>
                </a:cubicBezTo>
                <a:close/>
                <a:moveTo>
                  <a:pt x="26186" y="52757"/>
                </a:moveTo>
                <a:lnTo>
                  <a:pt x="26186" y="52757"/>
                </a:lnTo>
                <a:cubicBezTo>
                  <a:pt x="26687" y="53124"/>
                  <a:pt x="27187" y="53491"/>
                  <a:pt x="27787" y="53924"/>
                </a:cubicBezTo>
                <a:cubicBezTo>
                  <a:pt x="27554" y="53958"/>
                  <a:pt x="27454" y="53991"/>
                  <a:pt x="27254" y="54058"/>
                </a:cubicBezTo>
                <a:cubicBezTo>
                  <a:pt x="26553" y="54225"/>
                  <a:pt x="25886" y="54992"/>
                  <a:pt x="25853" y="55759"/>
                </a:cubicBezTo>
                <a:cubicBezTo>
                  <a:pt x="25853" y="56226"/>
                  <a:pt x="26153" y="56593"/>
                  <a:pt x="26653" y="56626"/>
                </a:cubicBezTo>
                <a:cubicBezTo>
                  <a:pt x="26776" y="56637"/>
                  <a:pt x="26898" y="56641"/>
                  <a:pt x="27024" y="56641"/>
                </a:cubicBezTo>
                <a:cubicBezTo>
                  <a:pt x="27276" y="56641"/>
                  <a:pt x="27543" y="56626"/>
                  <a:pt x="27854" y="56626"/>
                </a:cubicBezTo>
                <a:cubicBezTo>
                  <a:pt x="27287" y="57327"/>
                  <a:pt x="26553" y="57961"/>
                  <a:pt x="26820" y="58995"/>
                </a:cubicBezTo>
                <a:cubicBezTo>
                  <a:pt x="25452" y="57760"/>
                  <a:pt x="25152" y="54425"/>
                  <a:pt x="26186" y="52757"/>
                </a:cubicBezTo>
                <a:close/>
                <a:moveTo>
                  <a:pt x="29155" y="56059"/>
                </a:moveTo>
                <a:cubicBezTo>
                  <a:pt x="29389" y="56459"/>
                  <a:pt x="29622" y="56793"/>
                  <a:pt x="29789" y="57127"/>
                </a:cubicBezTo>
                <a:cubicBezTo>
                  <a:pt x="29822" y="57227"/>
                  <a:pt x="29822" y="57427"/>
                  <a:pt x="29722" y="57494"/>
                </a:cubicBezTo>
                <a:cubicBezTo>
                  <a:pt x="29222" y="57961"/>
                  <a:pt x="28688" y="58494"/>
                  <a:pt x="28121" y="58928"/>
                </a:cubicBezTo>
                <a:cubicBezTo>
                  <a:pt x="27985" y="59019"/>
                  <a:pt x="27851" y="59060"/>
                  <a:pt x="27730" y="59060"/>
                </a:cubicBezTo>
                <a:cubicBezTo>
                  <a:pt x="27406" y="59060"/>
                  <a:pt x="27172" y="58764"/>
                  <a:pt x="27220" y="58327"/>
                </a:cubicBezTo>
                <a:cubicBezTo>
                  <a:pt x="27287" y="57961"/>
                  <a:pt x="27387" y="57594"/>
                  <a:pt x="27654" y="57327"/>
                </a:cubicBezTo>
                <a:cubicBezTo>
                  <a:pt x="28121" y="56826"/>
                  <a:pt x="28655" y="56459"/>
                  <a:pt x="29155" y="56059"/>
                </a:cubicBezTo>
                <a:close/>
                <a:moveTo>
                  <a:pt x="34025" y="57560"/>
                </a:moveTo>
                <a:lnTo>
                  <a:pt x="34025" y="57560"/>
                </a:lnTo>
                <a:cubicBezTo>
                  <a:pt x="34559" y="57627"/>
                  <a:pt x="35126" y="57760"/>
                  <a:pt x="35726" y="57860"/>
                </a:cubicBezTo>
                <a:cubicBezTo>
                  <a:pt x="35393" y="58394"/>
                  <a:pt x="35126" y="58794"/>
                  <a:pt x="34792" y="59295"/>
                </a:cubicBezTo>
                <a:cubicBezTo>
                  <a:pt x="34492" y="58661"/>
                  <a:pt x="34292" y="58127"/>
                  <a:pt x="34025" y="57560"/>
                </a:cubicBezTo>
                <a:close/>
                <a:moveTo>
                  <a:pt x="32624" y="56626"/>
                </a:moveTo>
                <a:cubicBezTo>
                  <a:pt x="33058" y="57127"/>
                  <a:pt x="33558" y="57627"/>
                  <a:pt x="33958" y="58161"/>
                </a:cubicBezTo>
                <a:cubicBezTo>
                  <a:pt x="34159" y="58394"/>
                  <a:pt x="34225" y="58794"/>
                  <a:pt x="34192" y="59061"/>
                </a:cubicBezTo>
                <a:cubicBezTo>
                  <a:pt x="34125" y="59428"/>
                  <a:pt x="33825" y="59728"/>
                  <a:pt x="33625" y="60062"/>
                </a:cubicBezTo>
                <a:cubicBezTo>
                  <a:pt x="33358" y="59895"/>
                  <a:pt x="32991" y="59762"/>
                  <a:pt x="32824" y="59495"/>
                </a:cubicBezTo>
                <a:cubicBezTo>
                  <a:pt x="32491" y="58895"/>
                  <a:pt x="32191" y="58261"/>
                  <a:pt x="31990" y="57594"/>
                </a:cubicBezTo>
                <a:cubicBezTo>
                  <a:pt x="31890" y="57327"/>
                  <a:pt x="32191" y="56960"/>
                  <a:pt x="32324" y="56660"/>
                </a:cubicBezTo>
                <a:cubicBezTo>
                  <a:pt x="32391" y="56660"/>
                  <a:pt x="32524" y="56626"/>
                  <a:pt x="32624" y="56626"/>
                </a:cubicBezTo>
                <a:close/>
                <a:moveTo>
                  <a:pt x="30556" y="57460"/>
                </a:moveTo>
                <a:cubicBezTo>
                  <a:pt x="30856" y="57460"/>
                  <a:pt x="31123" y="57460"/>
                  <a:pt x="31623" y="57494"/>
                </a:cubicBezTo>
                <a:cubicBezTo>
                  <a:pt x="31557" y="58294"/>
                  <a:pt x="31557" y="59128"/>
                  <a:pt x="31457" y="59929"/>
                </a:cubicBezTo>
                <a:cubicBezTo>
                  <a:pt x="31390" y="60329"/>
                  <a:pt x="31056" y="60462"/>
                  <a:pt x="30656" y="60462"/>
                </a:cubicBezTo>
                <a:cubicBezTo>
                  <a:pt x="30222" y="60462"/>
                  <a:pt x="29956" y="60329"/>
                  <a:pt x="29822" y="59962"/>
                </a:cubicBezTo>
                <a:cubicBezTo>
                  <a:pt x="29522" y="59095"/>
                  <a:pt x="29956" y="58327"/>
                  <a:pt x="30289" y="57560"/>
                </a:cubicBezTo>
                <a:cubicBezTo>
                  <a:pt x="30323" y="57460"/>
                  <a:pt x="30489" y="57460"/>
                  <a:pt x="30556" y="57460"/>
                </a:cubicBezTo>
                <a:close/>
                <a:moveTo>
                  <a:pt x="12969" y="58881"/>
                </a:moveTo>
                <a:cubicBezTo>
                  <a:pt x="13364" y="58881"/>
                  <a:pt x="13814" y="58961"/>
                  <a:pt x="14278" y="58961"/>
                </a:cubicBezTo>
                <a:cubicBezTo>
                  <a:pt x="13611" y="59795"/>
                  <a:pt x="12777" y="59728"/>
                  <a:pt x="11876" y="59795"/>
                </a:cubicBezTo>
                <a:cubicBezTo>
                  <a:pt x="12043" y="59995"/>
                  <a:pt x="12110" y="60095"/>
                  <a:pt x="12210" y="60262"/>
                </a:cubicBezTo>
                <a:cubicBezTo>
                  <a:pt x="11976" y="60396"/>
                  <a:pt x="11776" y="60496"/>
                  <a:pt x="11542" y="60596"/>
                </a:cubicBezTo>
                <a:lnTo>
                  <a:pt x="11442" y="60462"/>
                </a:lnTo>
                <a:cubicBezTo>
                  <a:pt x="11709" y="59962"/>
                  <a:pt x="11876" y="59261"/>
                  <a:pt x="12343" y="58995"/>
                </a:cubicBezTo>
                <a:cubicBezTo>
                  <a:pt x="12527" y="58909"/>
                  <a:pt x="12739" y="58881"/>
                  <a:pt x="12969" y="58881"/>
                </a:cubicBezTo>
                <a:close/>
                <a:moveTo>
                  <a:pt x="29622" y="58294"/>
                </a:moveTo>
                <a:lnTo>
                  <a:pt x="29622" y="58294"/>
                </a:lnTo>
                <a:cubicBezTo>
                  <a:pt x="29522" y="59261"/>
                  <a:pt x="29155" y="60129"/>
                  <a:pt x="29889" y="60896"/>
                </a:cubicBezTo>
                <a:cubicBezTo>
                  <a:pt x="28955" y="60796"/>
                  <a:pt x="28121" y="60429"/>
                  <a:pt x="27287" y="59628"/>
                </a:cubicBezTo>
                <a:lnTo>
                  <a:pt x="27287" y="59628"/>
                </a:lnTo>
                <a:cubicBezTo>
                  <a:pt x="27313" y="59629"/>
                  <a:pt x="27338" y="59630"/>
                  <a:pt x="27363" y="59630"/>
                </a:cubicBezTo>
                <a:cubicBezTo>
                  <a:pt x="28380" y="59630"/>
                  <a:pt x="28906" y="58978"/>
                  <a:pt x="29622" y="58294"/>
                </a:cubicBezTo>
                <a:close/>
                <a:moveTo>
                  <a:pt x="32024" y="58895"/>
                </a:moveTo>
                <a:cubicBezTo>
                  <a:pt x="32357" y="59395"/>
                  <a:pt x="32658" y="59929"/>
                  <a:pt x="33024" y="60496"/>
                </a:cubicBezTo>
                <a:cubicBezTo>
                  <a:pt x="32457" y="60662"/>
                  <a:pt x="31890" y="60829"/>
                  <a:pt x="31390" y="60963"/>
                </a:cubicBezTo>
                <a:cubicBezTo>
                  <a:pt x="31623" y="60262"/>
                  <a:pt x="31824" y="59595"/>
                  <a:pt x="32024" y="58895"/>
                </a:cubicBezTo>
                <a:close/>
                <a:moveTo>
                  <a:pt x="25653" y="52323"/>
                </a:moveTo>
                <a:cubicBezTo>
                  <a:pt x="25486" y="53057"/>
                  <a:pt x="25286" y="53657"/>
                  <a:pt x="25152" y="54291"/>
                </a:cubicBezTo>
                <a:cubicBezTo>
                  <a:pt x="25052" y="54658"/>
                  <a:pt x="25019" y="55092"/>
                  <a:pt x="25052" y="55459"/>
                </a:cubicBezTo>
                <a:cubicBezTo>
                  <a:pt x="25152" y="56159"/>
                  <a:pt x="24885" y="56660"/>
                  <a:pt x="24385" y="57160"/>
                </a:cubicBezTo>
                <a:cubicBezTo>
                  <a:pt x="22384" y="59161"/>
                  <a:pt x="20115" y="60629"/>
                  <a:pt x="17313" y="61129"/>
                </a:cubicBezTo>
                <a:cubicBezTo>
                  <a:pt x="17180" y="61129"/>
                  <a:pt x="17046" y="61129"/>
                  <a:pt x="16813" y="61163"/>
                </a:cubicBezTo>
                <a:cubicBezTo>
                  <a:pt x="16880" y="60896"/>
                  <a:pt x="16980" y="60629"/>
                  <a:pt x="17046" y="60396"/>
                </a:cubicBezTo>
                <a:cubicBezTo>
                  <a:pt x="17447" y="59395"/>
                  <a:pt x="17780" y="58428"/>
                  <a:pt x="18147" y="57427"/>
                </a:cubicBezTo>
                <a:cubicBezTo>
                  <a:pt x="18181" y="57227"/>
                  <a:pt x="18314" y="56993"/>
                  <a:pt x="18481" y="56893"/>
                </a:cubicBezTo>
                <a:cubicBezTo>
                  <a:pt x="20716" y="55425"/>
                  <a:pt x="23017" y="53958"/>
                  <a:pt x="25286" y="52490"/>
                </a:cubicBezTo>
                <a:cubicBezTo>
                  <a:pt x="25352" y="52423"/>
                  <a:pt x="25486" y="52390"/>
                  <a:pt x="25653" y="52323"/>
                </a:cubicBezTo>
                <a:close/>
                <a:moveTo>
                  <a:pt x="13711" y="60095"/>
                </a:moveTo>
                <a:lnTo>
                  <a:pt x="13711" y="60329"/>
                </a:lnTo>
                <a:cubicBezTo>
                  <a:pt x="13544" y="60629"/>
                  <a:pt x="13444" y="61230"/>
                  <a:pt x="13277" y="61230"/>
                </a:cubicBezTo>
                <a:cubicBezTo>
                  <a:pt x="13228" y="61232"/>
                  <a:pt x="13179" y="61234"/>
                  <a:pt x="13130" y="61234"/>
                </a:cubicBezTo>
                <a:cubicBezTo>
                  <a:pt x="12612" y="61234"/>
                  <a:pt x="12097" y="61079"/>
                  <a:pt x="11609" y="60896"/>
                </a:cubicBezTo>
                <a:cubicBezTo>
                  <a:pt x="12276" y="60629"/>
                  <a:pt x="12977" y="60362"/>
                  <a:pt x="13711" y="60095"/>
                </a:cubicBezTo>
                <a:close/>
                <a:moveTo>
                  <a:pt x="17680" y="57560"/>
                </a:moveTo>
                <a:lnTo>
                  <a:pt x="17680" y="57560"/>
                </a:lnTo>
                <a:cubicBezTo>
                  <a:pt x="17280" y="58794"/>
                  <a:pt x="16846" y="59895"/>
                  <a:pt x="16446" y="60929"/>
                </a:cubicBezTo>
                <a:cubicBezTo>
                  <a:pt x="16328" y="61214"/>
                  <a:pt x="16125" y="61296"/>
                  <a:pt x="15874" y="61296"/>
                </a:cubicBezTo>
                <a:cubicBezTo>
                  <a:pt x="15772" y="61296"/>
                  <a:pt x="15661" y="61282"/>
                  <a:pt x="15545" y="61263"/>
                </a:cubicBezTo>
                <a:cubicBezTo>
                  <a:pt x="15946" y="60329"/>
                  <a:pt x="16313" y="59462"/>
                  <a:pt x="16613" y="58561"/>
                </a:cubicBezTo>
                <a:cubicBezTo>
                  <a:pt x="16780" y="58094"/>
                  <a:pt x="17046" y="57760"/>
                  <a:pt x="17680" y="57560"/>
                </a:cubicBezTo>
                <a:close/>
                <a:moveTo>
                  <a:pt x="16046" y="58561"/>
                </a:moveTo>
                <a:cubicBezTo>
                  <a:pt x="16146" y="58594"/>
                  <a:pt x="16179" y="58594"/>
                  <a:pt x="16212" y="58628"/>
                </a:cubicBezTo>
                <a:cubicBezTo>
                  <a:pt x="16112" y="58961"/>
                  <a:pt x="15979" y="59261"/>
                  <a:pt x="15846" y="59595"/>
                </a:cubicBezTo>
                <a:cubicBezTo>
                  <a:pt x="15712" y="59795"/>
                  <a:pt x="15645" y="60062"/>
                  <a:pt x="15545" y="60296"/>
                </a:cubicBezTo>
                <a:cubicBezTo>
                  <a:pt x="15244" y="61129"/>
                  <a:pt x="15152" y="61384"/>
                  <a:pt x="14634" y="61384"/>
                </a:cubicBezTo>
                <a:cubicBezTo>
                  <a:pt x="14405" y="61384"/>
                  <a:pt x="14093" y="61334"/>
                  <a:pt x="13644" y="61263"/>
                </a:cubicBezTo>
                <a:cubicBezTo>
                  <a:pt x="14211" y="60629"/>
                  <a:pt x="14311" y="59728"/>
                  <a:pt x="14978" y="59228"/>
                </a:cubicBezTo>
                <a:cubicBezTo>
                  <a:pt x="15012" y="59228"/>
                  <a:pt x="15045" y="59261"/>
                  <a:pt x="15112" y="59295"/>
                </a:cubicBezTo>
                <a:cubicBezTo>
                  <a:pt x="14845" y="59895"/>
                  <a:pt x="14611" y="60496"/>
                  <a:pt x="14378" y="61096"/>
                </a:cubicBezTo>
                <a:cubicBezTo>
                  <a:pt x="14478" y="61129"/>
                  <a:pt x="14511" y="61129"/>
                  <a:pt x="14545" y="61163"/>
                </a:cubicBezTo>
                <a:cubicBezTo>
                  <a:pt x="15345" y="60462"/>
                  <a:pt x="15212" y="59228"/>
                  <a:pt x="16046" y="58561"/>
                </a:cubicBezTo>
                <a:close/>
                <a:moveTo>
                  <a:pt x="30323" y="70503"/>
                </a:moveTo>
                <a:cubicBezTo>
                  <a:pt x="30523" y="70636"/>
                  <a:pt x="30689" y="70803"/>
                  <a:pt x="30990" y="71003"/>
                </a:cubicBezTo>
                <a:cubicBezTo>
                  <a:pt x="30746" y="71125"/>
                  <a:pt x="30642" y="71274"/>
                  <a:pt x="30549" y="71274"/>
                </a:cubicBezTo>
                <a:cubicBezTo>
                  <a:pt x="30540" y="71274"/>
                  <a:pt x="30531" y="71273"/>
                  <a:pt x="30523" y="71270"/>
                </a:cubicBezTo>
                <a:cubicBezTo>
                  <a:pt x="30356" y="71170"/>
                  <a:pt x="30189" y="71003"/>
                  <a:pt x="30022" y="70903"/>
                </a:cubicBezTo>
                <a:cubicBezTo>
                  <a:pt x="30122" y="70770"/>
                  <a:pt x="30289" y="70503"/>
                  <a:pt x="30323" y="70503"/>
                </a:cubicBezTo>
                <a:close/>
                <a:moveTo>
                  <a:pt x="32858" y="73171"/>
                </a:moveTo>
                <a:cubicBezTo>
                  <a:pt x="33024" y="73438"/>
                  <a:pt x="33325" y="73638"/>
                  <a:pt x="33325" y="73905"/>
                </a:cubicBezTo>
                <a:cubicBezTo>
                  <a:pt x="33325" y="74072"/>
                  <a:pt x="32991" y="74272"/>
                  <a:pt x="32791" y="74439"/>
                </a:cubicBezTo>
                <a:cubicBezTo>
                  <a:pt x="32691" y="74072"/>
                  <a:pt x="32624" y="73738"/>
                  <a:pt x="32524" y="73338"/>
                </a:cubicBezTo>
                <a:cubicBezTo>
                  <a:pt x="32658" y="73305"/>
                  <a:pt x="32724" y="73238"/>
                  <a:pt x="32858" y="73171"/>
                </a:cubicBezTo>
                <a:close/>
                <a:moveTo>
                  <a:pt x="30426" y="73832"/>
                </a:moveTo>
                <a:cubicBezTo>
                  <a:pt x="30446" y="73832"/>
                  <a:pt x="30468" y="73834"/>
                  <a:pt x="30489" y="73839"/>
                </a:cubicBezTo>
                <a:cubicBezTo>
                  <a:pt x="30723" y="73905"/>
                  <a:pt x="30956" y="74406"/>
                  <a:pt x="31023" y="74739"/>
                </a:cubicBezTo>
                <a:cubicBezTo>
                  <a:pt x="31056" y="74906"/>
                  <a:pt x="30689" y="75106"/>
                  <a:pt x="30623" y="75173"/>
                </a:cubicBezTo>
                <a:cubicBezTo>
                  <a:pt x="29989" y="75173"/>
                  <a:pt x="29989" y="74839"/>
                  <a:pt x="29956" y="74606"/>
                </a:cubicBezTo>
                <a:cubicBezTo>
                  <a:pt x="29956" y="74263"/>
                  <a:pt x="30131" y="73832"/>
                  <a:pt x="30426" y="73832"/>
                </a:cubicBezTo>
                <a:close/>
                <a:moveTo>
                  <a:pt x="30156" y="61563"/>
                </a:moveTo>
                <a:cubicBezTo>
                  <a:pt x="30356" y="61563"/>
                  <a:pt x="30523" y="61563"/>
                  <a:pt x="30656" y="61596"/>
                </a:cubicBezTo>
                <a:cubicBezTo>
                  <a:pt x="30743" y="61578"/>
                  <a:pt x="30818" y="61569"/>
                  <a:pt x="30882" y="61569"/>
                </a:cubicBezTo>
                <a:cubicBezTo>
                  <a:pt x="31167" y="61569"/>
                  <a:pt x="31250" y="61750"/>
                  <a:pt x="31223" y="62130"/>
                </a:cubicBezTo>
                <a:cubicBezTo>
                  <a:pt x="31156" y="63131"/>
                  <a:pt x="31123" y="64132"/>
                  <a:pt x="31023" y="65132"/>
                </a:cubicBezTo>
                <a:cubicBezTo>
                  <a:pt x="30990" y="65599"/>
                  <a:pt x="31056" y="66000"/>
                  <a:pt x="31523" y="66300"/>
                </a:cubicBezTo>
                <a:cubicBezTo>
                  <a:pt x="31657" y="66400"/>
                  <a:pt x="31757" y="66600"/>
                  <a:pt x="31757" y="66767"/>
                </a:cubicBezTo>
                <a:cubicBezTo>
                  <a:pt x="31824" y="67267"/>
                  <a:pt x="31824" y="67768"/>
                  <a:pt x="31824" y="68268"/>
                </a:cubicBezTo>
                <a:cubicBezTo>
                  <a:pt x="31824" y="68501"/>
                  <a:pt x="31757" y="68802"/>
                  <a:pt x="31690" y="69068"/>
                </a:cubicBezTo>
                <a:cubicBezTo>
                  <a:pt x="31523" y="69535"/>
                  <a:pt x="31490" y="70002"/>
                  <a:pt x="32024" y="70336"/>
                </a:cubicBezTo>
                <a:cubicBezTo>
                  <a:pt x="32157" y="70369"/>
                  <a:pt x="32224" y="70603"/>
                  <a:pt x="32224" y="70736"/>
                </a:cubicBezTo>
                <a:cubicBezTo>
                  <a:pt x="32191" y="71670"/>
                  <a:pt x="32090" y="72638"/>
                  <a:pt x="32024" y="73605"/>
                </a:cubicBezTo>
                <a:cubicBezTo>
                  <a:pt x="31990" y="74072"/>
                  <a:pt x="32090" y="74439"/>
                  <a:pt x="32391" y="74773"/>
                </a:cubicBezTo>
                <a:cubicBezTo>
                  <a:pt x="32557" y="74939"/>
                  <a:pt x="32658" y="75240"/>
                  <a:pt x="32658" y="75440"/>
                </a:cubicBezTo>
                <a:cubicBezTo>
                  <a:pt x="32658" y="76073"/>
                  <a:pt x="32591" y="76674"/>
                  <a:pt x="32557" y="77341"/>
                </a:cubicBezTo>
                <a:cubicBezTo>
                  <a:pt x="32157" y="76741"/>
                  <a:pt x="31757" y="76140"/>
                  <a:pt x="31423" y="75573"/>
                </a:cubicBezTo>
                <a:cubicBezTo>
                  <a:pt x="31390" y="75473"/>
                  <a:pt x="31390" y="75306"/>
                  <a:pt x="31423" y="75173"/>
                </a:cubicBezTo>
                <a:cubicBezTo>
                  <a:pt x="31590" y="74639"/>
                  <a:pt x="31423" y="74139"/>
                  <a:pt x="31056" y="73772"/>
                </a:cubicBezTo>
                <a:cubicBezTo>
                  <a:pt x="30723" y="73438"/>
                  <a:pt x="30589" y="73105"/>
                  <a:pt x="30656" y="72638"/>
                </a:cubicBezTo>
                <a:cubicBezTo>
                  <a:pt x="30689" y="72337"/>
                  <a:pt x="30656" y="72104"/>
                  <a:pt x="30589" y="71804"/>
                </a:cubicBezTo>
                <a:cubicBezTo>
                  <a:pt x="31390" y="71437"/>
                  <a:pt x="31490" y="70903"/>
                  <a:pt x="30756" y="70269"/>
                </a:cubicBezTo>
                <a:cubicBezTo>
                  <a:pt x="30489" y="70002"/>
                  <a:pt x="30423" y="69135"/>
                  <a:pt x="30723" y="68902"/>
                </a:cubicBezTo>
                <a:cubicBezTo>
                  <a:pt x="31423" y="68301"/>
                  <a:pt x="31523" y="67701"/>
                  <a:pt x="30890" y="67034"/>
                </a:cubicBezTo>
                <a:cubicBezTo>
                  <a:pt x="30489" y="66600"/>
                  <a:pt x="30389" y="66100"/>
                  <a:pt x="30356" y="65499"/>
                </a:cubicBezTo>
                <a:cubicBezTo>
                  <a:pt x="30323" y="64832"/>
                  <a:pt x="30356" y="64165"/>
                  <a:pt x="30323" y="63565"/>
                </a:cubicBezTo>
                <a:cubicBezTo>
                  <a:pt x="30289" y="62864"/>
                  <a:pt x="30189" y="62264"/>
                  <a:pt x="30156" y="61563"/>
                </a:cubicBezTo>
                <a:close/>
                <a:moveTo>
                  <a:pt x="33191" y="75173"/>
                </a:moveTo>
                <a:lnTo>
                  <a:pt x="33191" y="75173"/>
                </a:lnTo>
                <a:cubicBezTo>
                  <a:pt x="33558" y="77174"/>
                  <a:pt x="34192" y="78942"/>
                  <a:pt x="35293" y="80510"/>
                </a:cubicBezTo>
                <a:cubicBezTo>
                  <a:pt x="34526" y="78809"/>
                  <a:pt x="33858" y="77108"/>
                  <a:pt x="33692" y="75240"/>
                </a:cubicBezTo>
                <a:lnTo>
                  <a:pt x="33692" y="75240"/>
                </a:lnTo>
                <a:cubicBezTo>
                  <a:pt x="35993" y="77608"/>
                  <a:pt x="36894" y="80477"/>
                  <a:pt x="37161" y="83746"/>
                </a:cubicBezTo>
                <a:cubicBezTo>
                  <a:pt x="34726" y="82912"/>
                  <a:pt x="32324" y="77675"/>
                  <a:pt x="33191" y="75173"/>
                </a:cubicBezTo>
                <a:close/>
                <a:moveTo>
                  <a:pt x="26720" y="77775"/>
                </a:moveTo>
                <a:cubicBezTo>
                  <a:pt x="26853" y="78942"/>
                  <a:pt x="25886" y="83145"/>
                  <a:pt x="25286" y="84613"/>
                </a:cubicBezTo>
                <a:cubicBezTo>
                  <a:pt x="24552" y="83245"/>
                  <a:pt x="25452" y="79743"/>
                  <a:pt x="26720" y="77775"/>
                </a:cubicBezTo>
                <a:close/>
                <a:moveTo>
                  <a:pt x="27521" y="75773"/>
                </a:moveTo>
                <a:lnTo>
                  <a:pt x="27521" y="75773"/>
                </a:lnTo>
                <a:cubicBezTo>
                  <a:pt x="27988" y="78342"/>
                  <a:pt x="28321" y="80844"/>
                  <a:pt x="27187" y="83312"/>
                </a:cubicBezTo>
                <a:cubicBezTo>
                  <a:pt x="26787" y="84179"/>
                  <a:pt x="26220" y="84947"/>
                  <a:pt x="25352" y="85480"/>
                </a:cubicBezTo>
                <a:cubicBezTo>
                  <a:pt x="25386" y="85280"/>
                  <a:pt x="25386" y="85080"/>
                  <a:pt x="25486" y="84846"/>
                </a:cubicBezTo>
                <a:cubicBezTo>
                  <a:pt x="26553" y="82411"/>
                  <a:pt x="27187" y="79809"/>
                  <a:pt x="27320" y="77108"/>
                </a:cubicBezTo>
                <a:cubicBezTo>
                  <a:pt x="27320" y="76774"/>
                  <a:pt x="27320" y="76407"/>
                  <a:pt x="27354" y="76073"/>
                </a:cubicBezTo>
                <a:cubicBezTo>
                  <a:pt x="27354" y="75973"/>
                  <a:pt x="27454" y="75940"/>
                  <a:pt x="27521" y="75773"/>
                </a:cubicBezTo>
                <a:close/>
                <a:moveTo>
                  <a:pt x="30623" y="75940"/>
                </a:moveTo>
                <a:lnTo>
                  <a:pt x="30623" y="75940"/>
                </a:lnTo>
                <a:cubicBezTo>
                  <a:pt x="30456" y="78442"/>
                  <a:pt x="30623" y="80844"/>
                  <a:pt x="31357" y="83245"/>
                </a:cubicBezTo>
                <a:cubicBezTo>
                  <a:pt x="30856" y="80844"/>
                  <a:pt x="30723" y="78442"/>
                  <a:pt x="31056" y="75973"/>
                </a:cubicBezTo>
                <a:lnTo>
                  <a:pt x="31056" y="75973"/>
                </a:lnTo>
                <a:cubicBezTo>
                  <a:pt x="32858" y="77174"/>
                  <a:pt x="33491" y="85013"/>
                  <a:pt x="31724" y="87115"/>
                </a:cubicBezTo>
                <a:cubicBezTo>
                  <a:pt x="29355" y="85514"/>
                  <a:pt x="28521" y="78008"/>
                  <a:pt x="30623" y="75940"/>
                </a:cubicBezTo>
                <a:close/>
                <a:moveTo>
                  <a:pt x="25316" y="1"/>
                </a:moveTo>
                <a:cubicBezTo>
                  <a:pt x="24096" y="1"/>
                  <a:pt x="22873" y="55"/>
                  <a:pt x="21650" y="152"/>
                </a:cubicBezTo>
                <a:cubicBezTo>
                  <a:pt x="20182" y="286"/>
                  <a:pt x="18748" y="653"/>
                  <a:pt x="17513" y="1453"/>
                </a:cubicBezTo>
                <a:cubicBezTo>
                  <a:pt x="16546" y="2054"/>
                  <a:pt x="16513" y="2254"/>
                  <a:pt x="17046" y="3221"/>
                </a:cubicBezTo>
                <a:cubicBezTo>
                  <a:pt x="17046" y="3221"/>
                  <a:pt x="17080" y="3255"/>
                  <a:pt x="17080" y="3288"/>
                </a:cubicBezTo>
                <a:cubicBezTo>
                  <a:pt x="18547" y="5556"/>
                  <a:pt x="20349" y="7391"/>
                  <a:pt x="22650" y="8725"/>
                </a:cubicBezTo>
                <a:cubicBezTo>
                  <a:pt x="23151" y="8992"/>
                  <a:pt x="23684" y="9259"/>
                  <a:pt x="24151" y="9492"/>
                </a:cubicBezTo>
                <a:cubicBezTo>
                  <a:pt x="24085" y="9826"/>
                  <a:pt x="24018" y="10160"/>
                  <a:pt x="23985" y="10493"/>
                </a:cubicBezTo>
                <a:lnTo>
                  <a:pt x="23718" y="10493"/>
                </a:lnTo>
                <a:cubicBezTo>
                  <a:pt x="22241" y="10282"/>
                  <a:pt x="20770" y="10178"/>
                  <a:pt x="19306" y="10178"/>
                </a:cubicBezTo>
                <a:cubicBezTo>
                  <a:pt x="17296" y="10178"/>
                  <a:pt x="15298" y="10374"/>
                  <a:pt x="13310" y="10760"/>
                </a:cubicBezTo>
                <a:cubicBezTo>
                  <a:pt x="11676" y="11094"/>
                  <a:pt x="10041" y="11494"/>
                  <a:pt x="8640" y="12428"/>
                </a:cubicBezTo>
                <a:cubicBezTo>
                  <a:pt x="7540" y="13128"/>
                  <a:pt x="7473" y="13729"/>
                  <a:pt x="8240" y="14730"/>
                </a:cubicBezTo>
                <a:cubicBezTo>
                  <a:pt x="9841" y="16764"/>
                  <a:pt x="11976" y="18065"/>
                  <a:pt x="14411" y="18799"/>
                </a:cubicBezTo>
                <a:cubicBezTo>
                  <a:pt x="15345" y="19099"/>
                  <a:pt x="16246" y="19433"/>
                  <a:pt x="17313" y="19767"/>
                </a:cubicBezTo>
                <a:cubicBezTo>
                  <a:pt x="17080" y="19833"/>
                  <a:pt x="17013" y="19933"/>
                  <a:pt x="16913" y="19933"/>
                </a:cubicBezTo>
                <a:cubicBezTo>
                  <a:pt x="15545" y="20067"/>
                  <a:pt x="14311" y="20500"/>
                  <a:pt x="13077" y="21134"/>
                </a:cubicBezTo>
                <a:cubicBezTo>
                  <a:pt x="10208" y="22635"/>
                  <a:pt x="7339" y="24270"/>
                  <a:pt x="4471" y="25838"/>
                </a:cubicBezTo>
                <a:cubicBezTo>
                  <a:pt x="4037" y="26104"/>
                  <a:pt x="3670" y="26438"/>
                  <a:pt x="3303" y="26772"/>
                </a:cubicBezTo>
                <a:cubicBezTo>
                  <a:pt x="2369" y="27639"/>
                  <a:pt x="2369" y="28006"/>
                  <a:pt x="3537" y="28506"/>
                </a:cubicBezTo>
                <a:cubicBezTo>
                  <a:pt x="5905" y="29574"/>
                  <a:pt x="8340" y="30441"/>
                  <a:pt x="10742" y="31341"/>
                </a:cubicBezTo>
                <a:cubicBezTo>
                  <a:pt x="10975" y="31408"/>
                  <a:pt x="11176" y="31442"/>
                  <a:pt x="11376" y="31508"/>
                </a:cubicBezTo>
                <a:cubicBezTo>
                  <a:pt x="11309" y="31608"/>
                  <a:pt x="11309" y="31642"/>
                  <a:pt x="11242" y="31642"/>
                </a:cubicBezTo>
                <a:cubicBezTo>
                  <a:pt x="10675" y="31909"/>
                  <a:pt x="10041" y="32142"/>
                  <a:pt x="9474" y="32409"/>
                </a:cubicBezTo>
                <a:cubicBezTo>
                  <a:pt x="6139" y="33743"/>
                  <a:pt x="3670" y="35978"/>
                  <a:pt x="2036" y="39180"/>
                </a:cubicBezTo>
                <a:cubicBezTo>
                  <a:pt x="1836" y="39581"/>
                  <a:pt x="1869" y="39747"/>
                  <a:pt x="2303" y="39848"/>
                </a:cubicBezTo>
                <a:cubicBezTo>
                  <a:pt x="4325" y="40433"/>
                  <a:pt x="6348" y="40827"/>
                  <a:pt x="8438" y="40827"/>
                </a:cubicBezTo>
                <a:cubicBezTo>
                  <a:pt x="8968" y="40827"/>
                  <a:pt x="9502" y="40802"/>
                  <a:pt x="10041" y="40748"/>
                </a:cubicBezTo>
                <a:cubicBezTo>
                  <a:pt x="10208" y="40748"/>
                  <a:pt x="10375" y="40782"/>
                  <a:pt x="10508" y="40815"/>
                </a:cubicBezTo>
                <a:cubicBezTo>
                  <a:pt x="10809" y="40915"/>
                  <a:pt x="11142" y="41148"/>
                  <a:pt x="11409" y="41148"/>
                </a:cubicBezTo>
                <a:cubicBezTo>
                  <a:pt x="11976" y="41148"/>
                  <a:pt x="12243" y="41449"/>
                  <a:pt x="12577" y="41916"/>
                </a:cubicBezTo>
                <a:lnTo>
                  <a:pt x="10742" y="41916"/>
                </a:lnTo>
                <a:cubicBezTo>
                  <a:pt x="10141" y="41916"/>
                  <a:pt x="10141" y="41916"/>
                  <a:pt x="10242" y="42483"/>
                </a:cubicBezTo>
                <a:cubicBezTo>
                  <a:pt x="9474" y="42750"/>
                  <a:pt x="8674" y="42950"/>
                  <a:pt x="7907" y="43250"/>
                </a:cubicBezTo>
                <a:cubicBezTo>
                  <a:pt x="4704" y="44584"/>
                  <a:pt x="2569" y="47220"/>
                  <a:pt x="368" y="49721"/>
                </a:cubicBezTo>
                <a:cubicBezTo>
                  <a:pt x="1" y="50155"/>
                  <a:pt x="34" y="50655"/>
                  <a:pt x="501" y="51022"/>
                </a:cubicBezTo>
                <a:cubicBezTo>
                  <a:pt x="735" y="51289"/>
                  <a:pt x="1068" y="51456"/>
                  <a:pt x="1369" y="51623"/>
                </a:cubicBezTo>
                <a:cubicBezTo>
                  <a:pt x="2469" y="52123"/>
                  <a:pt x="3670" y="52290"/>
                  <a:pt x="4838" y="52290"/>
                </a:cubicBezTo>
                <a:cubicBezTo>
                  <a:pt x="4912" y="52291"/>
                  <a:pt x="4987" y="52291"/>
                  <a:pt x="5061" y="52291"/>
                </a:cubicBezTo>
                <a:cubicBezTo>
                  <a:pt x="7349" y="52291"/>
                  <a:pt x="9544" y="51800"/>
                  <a:pt x="11676" y="51089"/>
                </a:cubicBezTo>
                <a:cubicBezTo>
                  <a:pt x="12143" y="50922"/>
                  <a:pt x="12577" y="50755"/>
                  <a:pt x="13177" y="50589"/>
                </a:cubicBezTo>
                <a:lnTo>
                  <a:pt x="13177" y="50589"/>
                </a:lnTo>
                <a:cubicBezTo>
                  <a:pt x="13010" y="50922"/>
                  <a:pt x="12910" y="51122"/>
                  <a:pt x="12810" y="51389"/>
                </a:cubicBezTo>
                <a:cubicBezTo>
                  <a:pt x="12643" y="51656"/>
                  <a:pt x="12743" y="51823"/>
                  <a:pt x="13077" y="51823"/>
                </a:cubicBezTo>
                <a:cubicBezTo>
                  <a:pt x="13344" y="51823"/>
                  <a:pt x="13577" y="51789"/>
                  <a:pt x="13844" y="51756"/>
                </a:cubicBezTo>
                <a:cubicBezTo>
                  <a:pt x="14211" y="51656"/>
                  <a:pt x="14578" y="51589"/>
                  <a:pt x="15045" y="51456"/>
                </a:cubicBezTo>
                <a:lnTo>
                  <a:pt x="15045" y="51456"/>
                </a:lnTo>
                <a:cubicBezTo>
                  <a:pt x="15012" y="51756"/>
                  <a:pt x="14978" y="51923"/>
                  <a:pt x="14912" y="52090"/>
                </a:cubicBezTo>
                <a:cubicBezTo>
                  <a:pt x="14752" y="52673"/>
                  <a:pt x="14783" y="52856"/>
                  <a:pt x="15172" y="52856"/>
                </a:cubicBezTo>
                <a:cubicBezTo>
                  <a:pt x="15271" y="52856"/>
                  <a:pt x="15395" y="52844"/>
                  <a:pt x="15545" y="52824"/>
                </a:cubicBezTo>
                <a:cubicBezTo>
                  <a:pt x="17380" y="52623"/>
                  <a:pt x="19014" y="51823"/>
                  <a:pt x="20582" y="50956"/>
                </a:cubicBezTo>
                <a:cubicBezTo>
                  <a:pt x="20816" y="50822"/>
                  <a:pt x="21016" y="50755"/>
                  <a:pt x="21216" y="50622"/>
                </a:cubicBezTo>
                <a:cubicBezTo>
                  <a:pt x="21249" y="50722"/>
                  <a:pt x="21316" y="50755"/>
                  <a:pt x="21349" y="50789"/>
                </a:cubicBezTo>
                <a:cubicBezTo>
                  <a:pt x="21183" y="50956"/>
                  <a:pt x="21049" y="51256"/>
                  <a:pt x="20882" y="51289"/>
                </a:cubicBezTo>
                <a:cubicBezTo>
                  <a:pt x="19548" y="51656"/>
                  <a:pt x="18414" y="52423"/>
                  <a:pt x="17313" y="53224"/>
                </a:cubicBezTo>
                <a:cubicBezTo>
                  <a:pt x="14545" y="55092"/>
                  <a:pt x="12510" y="57594"/>
                  <a:pt x="11042" y="60562"/>
                </a:cubicBezTo>
                <a:cubicBezTo>
                  <a:pt x="10842" y="60963"/>
                  <a:pt x="10842" y="61263"/>
                  <a:pt x="11376" y="61330"/>
                </a:cubicBezTo>
                <a:cubicBezTo>
                  <a:pt x="12376" y="61463"/>
                  <a:pt x="13344" y="61730"/>
                  <a:pt x="14344" y="61763"/>
                </a:cubicBezTo>
                <a:cubicBezTo>
                  <a:pt x="14587" y="61774"/>
                  <a:pt x="14828" y="61780"/>
                  <a:pt x="15067" y="61780"/>
                </a:cubicBezTo>
                <a:cubicBezTo>
                  <a:pt x="18478" y="61780"/>
                  <a:pt x="21533" y="60663"/>
                  <a:pt x="24151" y="58294"/>
                </a:cubicBezTo>
                <a:lnTo>
                  <a:pt x="25361" y="57183"/>
                </a:lnTo>
                <a:lnTo>
                  <a:pt x="25361" y="57183"/>
                </a:lnTo>
                <a:cubicBezTo>
                  <a:pt x="25961" y="58807"/>
                  <a:pt x="26861" y="60133"/>
                  <a:pt x="28455" y="60963"/>
                </a:cubicBezTo>
                <a:cubicBezTo>
                  <a:pt x="28521" y="60996"/>
                  <a:pt x="28555" y="61196"/>
                  <a:pt x="28555" y="61330"/>
                </a:cubicBezTo>
                <a:cubicBezTo>
                  <a:pt x="28455" y="62264"/>
                  <a:pt x="28354" y="63164"/>
                  <a:pt x="28221" y="64098"/>
                </a:cubicBezTo>
                <a:cubicBezTo>
                  <a:pt x="28154" y="64732"/>
                  <a:pt x="28154" y="65299"/>
                  <a:pt x="27687" y="65833"/>
                </a:cubicBezTo>
                <a:cubicBezTo>
                  <a:pt x="27187" y="66433"/>
                  <a:pt x="27287" y="66667"/>
                  <a:pt x="27821" y="67267"/>
                </a:cubicBezTo>
                <a:cubicBezTo>
                  <a:pt x="27887" y="67334"/>
                  <a:pt x="27954" y="67501"/>
                  <a:pt x="27954" y="67634"/>
                </a:cubicBezTo>
                <a:cubicBezTo>
                  <a:pt x="27954" y="67968"/>
                  <a:pt x="27887" y="68301"/>
                  <a:pt x="27887" y="68635"/>
                </a:cubicBezTo>
                <a:cubicBezTo>
                  <a:pt x="27887" y="69102"/>
                  <a:pt x="27787" y="69469"/>
                  <a:pt x="27354" y="69736"/>
                </a:cubicBezTo>
                <a:cubicBezTo>
                  <a:pt x="26887" y="69969"/>
                  <a:pt x="26953" y="70369"/>
                  <a:pt x="27354" y="70803"/>
                </a:cubicBezTo>
                <a:cubicBezTo>
                  <a:pt x="27521" y="70970"/>
                  <a:pt x="27654" y="71203"/>
                  <a:pt x="27654" y="71437"/>
                </a:cubicBezTo>
                <a:cubicBezTo>
                  <a:pt x="27621" y="71704"/>
                  <a:pt x="27487" y="72037"/>
                  <a:pt x="27320" y="72304"/>
                </a:cubicBezTo>
                <a:cubicBezTo>
                  <a:pt x="26953" y="72838"/>
                  <a:pt x="26953" y="73005"/>
                  <a:pt x="27320" y="73472"/>
                </a:cubicBezTo>
                <a:cubicBezTo>
                  <a:pt x="27487" y="73638"/>
                  <a:pt x="27554" y="73939"/>
                  <a:pt x="27521" y="74105"/>
                </a:cubicBezTo>
                <a:cubicBezTo>
                  <a:pt x="27287" y="74973"/>
                  <a:pt x="27054" y="75907"/>
                  <a:pt x="26720" y="76741"/>
                </a:cubicBezTo>
                <a:cubicBezTo>
                  <a:pt x="26320" y="77775"/>
                  <a:pt x="25719" y="78775"/>
                  <a:pt x="25319" y="79809"/>
                </a:cubicBezTo>
                <a:cubicBezTo>
                  <a:pt x="24518" y="81778"/>
                  <a:pt x="24452" y="83779"/>
                  <a:pt x="25052" y="85780"/>
                </a:cubicBezTo>
                <a:cubicBezTo>
                  <a:pt x="25128" y="86066"/>
                  <a:pt x="25204" y="86199"/>
                  <a:pt x="25330" y="86199"/>
                </a:cubicBezTo>
                <a:cubicBezTo>
                  <a:pt x="25425" y="86199"/>
                  <a:pt x="25547" y="86124"/>
                  <a:pt x="25719" y="85981"/>
                </a:cubicBezTo>
                <a:cubicBezTo>
                  <a:pt x="27120" y="84846"/>
                  <a:pt x="27954" y="83445"/>
                  <a:pt x="28288" y="81744"/>
                </a:cubicBezTo>
                <a:cubicBezTo>
                  <a:pt x="28721" y="79476"/>
                  <a:pt x="28655" y="77241"/>
                  <a:pt x="27954" y="75006"/>
                </a:cubicBezTo>
                <a:cubicBezTo>
                  <a:pt x="27721" y="74472"/>
                  <a:pt x="27621" y="73905"/>
                  <a:pt x="28288" y="73472"/>
                </a:cubicBezTo>
                <a:cubicBezTo>
                  <a:pt x="28655" y="73238"/>
                  <a:pt x="28655" y="72604"/>
                  <a:pt x="28288" y="72304"/>
                </a:cubicBezTo>
                <a:cubicBezTo>
                  <a:pt x="27854" y="71971"/>
                  <a:pt x="27854" y="71303"/>
                  <a:pt x="28021" y="71170"/>
                </a:cubicBezTo>
                <a:cubicBezTo>
                  <a:pt x="28721" y="70603"/>
                  <a:pt x="28455" y="70103"/>
                  <a:pt x="28221" y="69435"/>
                </a:cubicBezTo>
                <a:cubicBezTo>
                  <a:pt x="28054" y="68835"/>
                  <a:pt x="28188" y="68168"/>
                  <a:pt x="28188" y="67601"/>
                </a:cubicBezTo>
                <a:cubicBezTo>
                  <a:pt x="28955" y="67234"/>
                  <a:pt x="29188" y="66500"/>
                  <a:pt x="28655" y="66000"/>
                </a:cubicBezTo>
                <a:cubicBezTo>
                  <a:pt x="28288" y="65633"/>
                  <a:pt x="28321" y="65266"/>
                  <a:pt x="28354" y="64832"/>
                </a:cubicBezTo>
                <a:cubicBezTo>
                  <a:pt x="28388" y="64432"/>
                  <a:pt x="28455" y="64065"/>
                  <a:pt x="28488" y="63665"/>
                </a:cubicBezTo>
                <a:cubicBezTo>
                  <a:pt x="28555" y="62897"/>
                  <a:pt x="28688" y="62097"/>
                  <a:pt x="28788" y="61296"/>
                </a:cubicBezTo>
                <a:cubicBezTo>
                  <a:pt x="29789" y="61396"/>
                  <a:pt x="29722" y="61396"/>
                  <a:pt x="29956" y="62264"/>
                </a:cubicBezTo>
                <a:cubicBezTo>
                  <a:pt x="29989" y="63531"/>
                  <a:pt x="30122" y="64832"/>
                  <a:pt x="30156" y="66133"/>
                </a:cubicBezTo>
                <a:cubicBezTo>
                  <a:pt x="30156" y="66433"/>
                  <a:pt x="30022" y="66834"/>
                  <a:pt x="29822" y="67034"/>
                </a:cubicBezTo>
                <a:cubicBezTo>
                  <a:pt x="29288" y="67667"/>
                  <a:pt x="29322" y="68368"/>
                  <a:pt x="29989" y="68802"/>
                </a:cubicBezTo>
                <a:cubicBezTo>
                  <a:pt x="30289" y="68968"/>
                  <a:pt x="30389" y="69169"/>
                  <a:pt x="30323" y="69469"/>
                </a:cubicBezTo>
                <a:cubicBezTo>
                  <a:pt x="30222" y="69836"/>
                  <a:pt x="30122" y="70169"/>
                  <a:pt x="29889" y="70469"/>
                </a:cubicBezTo>
                <a:cubicBezTo>
                  <a:pt x="29555" y="70970"/>
                  <a:pt x="29655" y="71370"/>
                  <a:pt x="30156" y="71670"/>
                </a:cubicBezTo>
                <a:cubicBezTo>
                  <a:pt x="30289" y="71704"/>
                  <a:pt x="30389" y="71804"/>
                  <a:pt x="30523" y="71837"/>
                </a:cubicBezTo>
                <a:cubicBezTo>
                  <a:pt x="30489" y="72304"/>
                  <a:pt x="30489" y="72671"/>
                  <a:pt x="30456" y="73038"/>
                </a:cubicBezTo>
                <a:cubicBezTo>
                  <a:pt x="30389" y="73205"/>
                  <a:pt x="30389" y="73438"/>
                  <a:pt x="30289" y="73605"/>
                </a:cubicBezTo>
                <a:cubicBezTo>
                  <a:pt x="29555" y="74606"/>
                  <a:pt x="29555" y="74873"/>
                  <a:pt x="30222" y="75840"/>
                </a:cubicBezTo>
                <a:cubicBezTo>
                  <a:pt x="27988" y="79376"/>
                  <a:pt x="29322" y="85447"/>
                  <a:pt x="31857" y="87949"/>
                </a:cubicBezTo>
                <a:cubicBezTo>
                  <a:pt x="33125" y="86981"/>
                  <a:pt x="33458" y="84780"/>
                  <a:pt x="33225" y="79543"/>
                </a:cubicBezTo>
                <a:lnTo>
                  <a:pt x="33225" y="79543"/>
                </a:lnTo>
                <a:cubicBezTo>
                  <a:pt x="33358" y="79843"/>
                  <a:pt x="33458" y="79976"/>
                  <a:pt x="33525" y="80143"/>
                </a:cubicBezTo>
                <a:cubicBezTo>
                  <a:pt x="34325" y="81944"/>
                  <a:pt x="35560" y="83379"/>
                  <a:pt x="37227" y="84446"/>
                </a:cubicBezTo>
                <a:cubicBezTo>
                  <a:pt x="37361" y="84513"/>
                  <a:pt x="37561" y="84513"/>
                  <a:pt x="37728" y="84546"/>
                </a:cubicBezTo>
                <a:cubicBezTo>
                  <a:pt x="37728" y="84379"/>
                  <a:pt x="37828" y="84279"/>
                  <a:pt x="37828" y="84113"/>
                </a:cubicBezTo>
                <a:cubicBezTo>
                  <a:pt x="37828" y="83679"/>
                  <a:pt x="37795" y="83312"/>
                  <a:pt x="37728" y="82945"/>
                </a:cubicBezTo>
                <a:cubicBezTo>
                  <a:pt x="37394" y="79976"/>
                  <a:pt x="36460" y="77274"/>
                  <a:pt x="34392" y="75006"/>
                </a:cubicBezTo>
                <a:cubicBezTo>
                  <a:pt x="34225" y="74806"/>
                  <a:pt x="34192" y="74472"/>
                  <a:pt x="34059" y="74205"/>
                </a:cubicBezTo>
                <a:cubicBezTo>
                  <a:pt x="33892" y="73839"/>
                  <a:pt x="33825" y="73305"/>
                  <a:pt x="33525" y="73138"/>
                </a:cubicBezTo>
                <a:cubicBezTo>
                  <a:pt x="32958" y="72838"/>
                  <a:pt x="32958" y="72371"/>
                  <a:pt x="32891" y="71870"/>
                </a:cubicBezTo>
                <a:cubicBezTo>
                  <a:pt x="32858" y="71537"/>
                  <a:pt x="32791" y="71170"/>
                  <a:pt x="32791" y="70836"/>
                </a:cubicBezTo>
                <a:cubicBezTo>
                  <a:pt x="32791" y="70670"/>
                  <a:pt x="32824" y="70503"/>
                  <a:pt x="32891" y="70369"/>
                </a:cubicBezTo>
                <a:cubicBezTo>
                  <a:pt x="33291" y="69836"/>
                  <a:pt x="33225" y="69469"/>
                  <a:pt x="32724" y="69035"/>
                </a:cubicBezTo>
                <a:cubicBezTo>
                  <a:pt x="32557" y="68935"/>
                  <a:pt x="32491" y="68702"/>
                  <a:pt x="32391" y="68501"/>
                </a:cubicBezTo>
                <a:cubicBezTo>
                  <a:pt x="32357" y="68301"/>
                  <a:pt x="32324" y="68034"/>
                  <a:pt x="32324" y="67834"/>
                </a:cubicBezTo>
                <a:cubicBezTo>
                  <a:pt x="32324" y="67301"/>
                  <a:pt x="32224" y="66667"/>
                  <a:pt x="32457" y="66200"/>
                </a:cubicBezTo>
                <a:cubicBezTo>
                  <a:pt x="32858" y="65332"/>
                  <a:pt x="32824" y="64865"/>
                  <a:pt x="32024" y="64265"/>
                </a:cubicBezTo>
                <a:cubicBezTo>
                  <a:pt x="31957" y="64165"/>
                  <a:pt x="31824" y="64032"/>
                  <a:pt x="31824" y="63931"/>
                </a:cubicBezTo>
                <a:cubicBezTo>
                  <a:pt x="31790" y="63264"/>
                  <a:pt x="31790" y="62530"/>
                  <a:pt x="31790" y="61830"/>
                </a:cubicBezTo>
                <a:cubicBezTo>
                  <a:pt x="31790" y="61663"/>
                  <a:pt x="31957" y="61463"/>
                  <a:pt x="32057" y="61430"/>
                </a:cubicBezTo>
                <a:cubicBezTo>
                  <a:pt x="35526" y="60662"/>
                  <a:pt x="37628" y="57160"/>
                  <a:pt x="36894" y="53357"/>
                </a:cubicBezTo>
                <a:cubicBezTo>
                  <a:pt x="36660" y="52156"/>
                  <a:pt x="36160" y="51122"/>
                  <a:pt x="35393" y="50088"/>
                </a:cubicBezTo>
                <a:cubicBezTo>
                  <a:pt x="36060" y="49488"/>
                  <a:pt x="36660" y="48954"/>
                  <a:pt x="37294" y="48454"/>
                </a:cubicBezTo>
                <a:cubicBezTo>
                  <a:pt x="39562" y="46586"/>
                  <a:pt x="41964" y="44784"/>
                  <a:pt x="44633" y="43584"/>
                </a:cubicBezTo>
                <a:cubicBezTo>
                  <a:pt x="48869" y="41649"/>
                  <a:pt x="53239" y="40114"/>
                  <a:pt x="57742" y="38847"/>
                </a:cubicBezTo>
                <a:cubicBezTo>
                  <a:pt x="59643" y="38313"/>
                  <a:pt x="61545" y="37980"/>
                  <a:pt x="63413" y="37513"/>
                </a:cubicBezTo>
                <a:cubicBezTo>
                  <a:pt x="63846" y="37446"/>
                  <a:pt x="64247" y="37179"/>
                  <a:pt x="64547" y="36912"/>
                </a:cubicBezTo>
                <a:cubicBezTo>
                  <a:pt x="64847" y="36645"/>
                  <a:pt x="65181" y="36245"/>
                  <a:pt x="64580" y="35845"/>
                </a:cubicBezTo>
                <a:cubicBezTo>
                  <a:pt x="64514" y="35778"/>
                  <a:pt x="64514" y="35578"/>
                  <a:pt x="64447" y="35444"/>
                </a:cubicBezTo>
                <a:cubicBezTo>
                  <a:pt x="64280" y="35077"/>
                  <a:pt x="64213" y="34610"/>
                  <a:pt x="64013" y="34277"/>
                </a:cubicBezTo>
                <a:cubicBezTo>
                  <a:pt x="62779" y="32409"/>
                  <a:pt x="61645" y="30474"/>
                  <a:pt x="60244" y="28740"/>
                </a:cubicBezTo>
                <a:cubicBezTo>
                  <a:pt x="58876" y="26972"/>
                  <a:pt x="56942" y="26104"/>
                  <a:pt x="54707" y="26071"/>
                </a:cubicBezTo>
                <a:lnTo>
                  <a:pt x="52572" y="26071"/>
                </a:lnTo>
                <a:lnTo>
                  <a:pt x="52572" y="25737"/>
                </a:lnTo>
                <a:cubicBezTo>
                  <a:pt x="52905" y="23269"/>
                  <a:pt x="52905" y="20834"/>
                  <a:pt x="52538" y="18432"/>
                </a:cubicBezTo>
                <a:cubicBezTo>
                  <a:pt x="52372" y="17398"/>
                  <a:pt x="52171" y="16331"/>
                  <a:pt x="51871" y="15297"/>
                </a:cubicBezTo>
                <a:cubicBezTo>
                  <a:pt x="51771" y="14996"/>
                  <a:pt x="51404" y="14730"/>
                  <a:pt x="51071" y="14596"/>
                </a:cubicBezTo>
                <a:cubicBezTo>
                  <a:pt x="51004" y="14574"/>
                  <a:pt x="50941" y="14564"/>
                  <a:pt x="50880" y="14564"/>
                </a:cubicBezTo>
                <a:cubicBezTo>
                  <a:pt x="50574" y="14564"/>
                  <a:pt x="50337" y="14824"/>
                  <a:pt x="50170" y="15130"/>
                </a:cubicBezTo>
                <a:cubicBezTo>
                  <a:pt x="50137" y="15230"/>
                  <a:pt x="50070" y="15263"/>
                  <a:pt x="49970" y="15397"/>
                </a:cubicBezTo>
                <a:cubicBezTo>
                  <a:pt x="49870" y="15097"/>
                  <a:pt x="49836" y="14930"/>
                  <a:pt x="49770" y="14730"/>
                </a:cubicBezTo>
                <a:cubicBezTo>
                  <a:pt x="49536" y="13595"/>
                  <a:pt x="49336" y="12428"/>
                  <a:pt x="49069" y="11294"/>
                </a:cubicBezTo>
                <a:cubicBezTo>
                  <a:pt x="49043" y="11053"/>
                  <a:pt x="48973" y="10770"/>
                  <a:pt x="48740" y="10770"/>
                </a:cubicBezTo>
                <a:cubicBezTo>
                  <a:pt x="48683" y="10770"/>
                  <a:pt x="48615" y="10787"/>
                  <a:pt x="48536" y="10827"/>
                </a:cubicBezTo>
                <a:cubicBezTo>
                  <a:pt x="48436" y="10896"/>
                  <a:pt x="48355" y="10924"/>
                  <a:pt x="48284" y="10924"/>
                </a:cubicBezTo>
                <a:cubicBezTo>
                  <a:pt x="48117" y="10924"/>
                  <a:pt x="48009" y="10767"/>
                  <a:pt x="47868" y="10627"/>
                </a:cubicBezTo>
                <a:cubicBezTo>
                  <a:pt x="46868" y="9459"/>
                  <a:pt x="45834" y="8258"/>
                  <a:pt x="44733" y="7124"/>
                </a:cubicBezTo>
                <a:cubicBezTo>
                  <a:pt x="44366" y="6757"/>
                  <a:pt x="43832" y="6590"/>
                  <a:pt x="43332" y="6290"/>
                </a:cubicBezTo>
                <a:cubicBezTo>
                  <a:pt x="43232" y="6257"/>
                  <a:pt x="43098" y="6223"/>
                  <a:pt x="43065" y="6123"/>
                </a:cubicBezTo>
                <a:cubicBezTo>
                  <a:pt x="41797" y="4289"/>
                  <a:pt x="39863" y="3288"/>
                  <a:pt x="37961" y="2287"/>
                </a:cubicBezTo>
                <a:cubicBezTo>
                  <a:pt x="37856" y="2224"/>
                  <a:pt x="37761" y="2194"/>
                  <a:pt x="37678" y="2194"/>
                </a:cubicBezTo>
                <a:cubicBezTo>
                  <a:pt x="37497" y="2194"/>
                  <a:pt x="37373" y="2336"/>
                  <a:pt x="37328" y="2588"/>
                </a:cubicBezTo>
                <a:cubicBezTo>
                  <a:pt x="37227" y="2888"/>
                  <a:pt x="37161" y="3221"/>
                  <a:pt x="37061" y="3488"/>
                </a:cubicBezTo>
                <a:lnTo>
                  <a:pt x="36894" y="3488"/>
                </a:lnTo>
                <a:cubicBezTo>
                  <a:pt x="36760" y="3121"/>
                  <a:pt x="36527" y="2754"/>
                  <a:pt x="36527" y="2387"/>
                </a:cubicBezTo>
                <a:cubicBezTo>
                  <a:pt x="36494" y="2054"/>
                  <a:pt x="36360" y="1920"/>
                  <a:pt x="36127" y="1820"/>
                </a:cubicBezTo>
                <a:cubicBezTo>
                  <a:pt x="35426" y="1587"/>
                  <a:pt x="34826" y="1320"/>
                  <a:pt x="34159" y="1153"/>
                </a:cubicBezTo>
                <a:cubicBezTo>
                  <a:pt x="31250" y="325"/>
                  <a:pt x="28290" y="1"/>
                  <a:pt x="253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4974" name="Shape 4974"/>
        <p:cNvGrpSpPr/>
        <p:nvPr/>
      </p:nvGrpSpPr>
      <p:grpSpPr>
        <a:xfrm>
          <a:off x="0" y="0"/>
          <a:ext cx="0" cy="0"/>
          <a:chOff x="0" y="0"/>
          <a:chExt cx="0" cy="0"/>
        </a:xfrm>
      </p:grpSpPr>
      <p:sp>
        <p:nvSpPr>
          <p:cNvPr id="4975" name="Google Shape;4975;p46"/>
          <p:cNvSpPr/>
          <p:nvPr/>
        </p:nvSpPr>
        <p:spPr>
          <a:xfrm flipH="1">
            <a:off x="1625861" y="999753"/>
            <a:ext cx="472718" cy="95605"/>
          </a:xfrm>
          <a:custGeom>
            <a:avLst/>
            <a:gdLst/>
            <a:ahLst/>
            <a:cxnLst/>
            <a:rect l="l" t="t" r="r" b="b"/>
            <a:pathLst>
              <a:path w="21296" h="4307" extrusionOk="0">
                <a:moveTo>
                  <a:pt x="13664" y="1"/>
                </a:moveTo>
                <a:cubicBezTo>
                  <a:pt x="13660" y="1"/>
                  <a:pt x="13656" y="9"/>
                  <a:pt x="13656" y="29"/>
                </a:cubicBezTo>
                <a:lnTo>
                  <a:pt x="13623" y="63"/>
                </a:lnTo>
                <a:lnTo>
                  <a:pt x="13523" y="129"/>
                </a:lnTo>
                <a:lnTo>
                  <a:pt x="13356" y="296"/>
                </a:lnTo>
                <a:lnTo>
                  <a:pt x="13089" y="596"/>
                </a:lnTo>
                <a:cubicBezTo>
                  <a:pt x="12956" y="730"/>
                  <a:pt x="12822" y="796"/>
                  <a:pt x="12689" y="897"/>
                </a:cubicBezTo>
                <a:cubicBezTo>
                  <a:pt x="12589" y="1030"/>
                  <a:pt x="12456" y="1097"/>
                  <a:pt x="12322" y="1197"/>
                </a:cubicBezTo>
                <a:lnTo>
                  <a:pt x="11955" y="1430"/>
                </a:lnTo>
                <a:cubicBezTo>
                  <a:pt x="11455" y="1764"/>
                  <a:pt x="10854" y="1931"/>
                  <a:pt x="10321" y="2064"/>
                </a:cubicBezTo>
                <a:cubicBezTo>
                  <a:pt x="9912" y="2153"/>
                  <a:pt x="9465" y="2204"/>
                  <a:pt x="9003" y="2204"/>
                </a:cubicBezTo>
                <a:cubicBezTo>
                  <a:pt x="8257" y="2204"/>
                  <a:pt x="7472" y="2073"/>
                  <a:pt x="6751" y="1764"/>
                </a:cubicBezTo>
                <a:cubicBezTo>
                  <a:pt x="6451" y="1697"/>
                  <a:pt x="6184" y="1530"/>
                  <a:pt x="5918" y="1364"/>
                </a:cubicBezTo>
                <a:lnTo>
                  <a:pt x="5517" y="1097"/>
                </a:lnTo>
                <a:lnTo>
                  <a:pt x="5350" y="930"/>
                </a:lnTo>
                <a:lnTo>
                  <a:pt x="5017" y="630"/>
                </a:lnTo>
                <a:cubicBezTo>
                  <a:pt x="4917" y="563"/>
                  <a:pt x="4817" y="430"/>
                  <a:pt x="4683" y="363"/>
                </a:cubicBezTo>
                <a:lnTo>
                  <a:pt x="4483" y="763"/>
                </a:lnTo>
                <a:cubicBezTo>
                  <a:pt x="4416" y="963"/>
                  <a:pt x="4283" y="1130"/>
                  <a:pt x="4183" y="1364"/>
                </a:cubicBezTo>
                <a:lnTo>
                  <a:pt x="3949" y="1730"/>
                </a:lnTo>
                <a:cubicBezTo>
                  <a:pt x="3849" y="1797"/>
                  <a:pt x="3783" y="1964"/>
                  <a:pt x="3683" y="2064"/>
                </a:cubicBezTo>
                <a:cubicBezTo>
                  <a:pt x="2982" y="2931"/>
                  <a:pt x="2015" y="3398"/>
                  <a:pt x="1348" y="3632"/>
                </a:cubicBezTo>
                <a:cubicBezTo>
                  <a:pt x="1181" y="3732"/>
                  <a:pt x="1014" y="3765"/>
                  <a:pt x="914" y="3799"/>
                </a:cubicBezTo>
                <a:cubicBezTo>
                  <a:pt x="747" y="3865"/>
                  <a:pt x="614" y="3865"/>
                  <a:pt x="514" y="3899"/>
                </a:cubicBezTo>
                <a:cubicBezTo>
                  <a:pt x="347" y="3899"/>
                  <a:pt x="247" y="3932"/>
                  <a:pt x="247" y="3932"/>
                </a:cubicBezTo>
                <a:cubicBezTo>
                  <a:pt x="0" y="3963"/>
                  <a:pt x="10" y="4306"/>
                  <a:pt x="223" y="4306"/>
                </a:cubicBezTo>
                <a:cubicBezTo>
                  <a:pt x="241" y="4306"/>
                  <a:pt x="260" y="4304"/>
                  <a:pt x="280" y="4299"/>
                </a:cubicBezTo>
                <a:cubicBezTo>
                  <a:pt x="280" y="4299"/>
                  <a:pt x="414" y="4299"/>
                  <a:pt x="614" y="4266"/>
                </a:cubicBezTo>
                <a:cubicBezTo>
                  <a:pt x="680" y="4232"/>
                  <a:pt x="814" y="4232"/>
                  <a:pt x="981" y="4199"/>
                </a:cubicBezTo>
                <a:cubicBezTo>
                  <a:pt x="1114" y="4132"/>
                  <a:pt x="1281" y="4099"/>
                  <a:pt x="1481" y="4065"/>
                </a:cubicBezTo>
                <a:cubicBezTo>
                  <a:pt x="2182" y="3799"/>
                  <a:pt x="3282" y="3365"/>
                  <a:pt x="4116" y="2398"/>
                </a:cubicBezTo>
                <a:cubicBezTo>
                  <a:pt x="4250" y="2264"/>
                  <a:pt x="4316" y="2131"/>
                  <a:pt x="4416" y="2031"/>
                </a:cubicBezTo>
                <a:cubicBezTo>
                  <a:pt x="4483" y="1897"/>
                  <a:pt x="4617" y="1730"/>
                  <a:pt x="4683" y="1597"/>
                </a:cubicBezTo>
                <a:lnTo>
                  <a:pt x="4817" y="1397"/>
                </a:lnTo>
                <a:lnTo>
                  <a:pt x="4850" y="1364"/>
                </a:lnTo>
                <a:lnTo>
                  <a:pt x="4917" y="1297"/>
                </a:lnTo>
                <a:lnTo>
                  <a:pt x="4950" y="1364"/>
                </a:lnTo>
                <a:lnTo>
                  <a:pt x="4984" y="1397"/>
                </a:lnTo>
                <a:cubicBezTo>
                  <a:pt x="5084" y="1430"/>
                  <a:pt x="5117" y="1530"/>
                  <a:pt x="5184" y="1564"/>
                </a:cubicBezTo>
                <a:lnTo>
                  <a:pt x="5617" y="1864"/>
                </a:lnTo>
                <a:cubicBezTo>
                  <a:pt x="5918" y="2031"/>
                  <a:pt x="6184" y="2231"/>
                  <a:pt x="6518" y="2364"/>
                </a:cubicBezTo>
                <a:cubicBezTo>
                  <a:pt x="7371" y="2748"/>
                  <a:pt x="8278" y="2914"/>
                  <a:pt x="9135" y="2914"/>
                </a:cubicBezTo>
                <a:cubicBezTo>
                  <a:pt x="9619" y="2914"/>
                  <a:pt x="10087" y="2861"/>
                  <a:pt x="10521" y="2765"/>
                </a:cubicBezTo>
                <a:cubicBezTo>
                  <a:pt x="11121" y="2598"/>
                  <a:pt x="11788" y="2398"/>
                  <a:pt x="12355" y="2064"/>
                </a:cubicBezTo>
                <a:cubicBezTo>
                  <a:pt x="12522" y="1964"/>
                  <a:pt x="12656" y="1864"/>
                  <a:pt x="12822" y="1764"/>
                </a:cubicBezTo>
                <a:cubicBezTo>
                  <a:pt x="12956" y="1630"/>
                  <a:pt x="13123" y="1564"/>
                  <a:pt x="13256" y="1430"/>
                </a:cubicBezTo>
                <a:cubicBezTo>
                  <a:pt x="13423" y="1364"/>
                  <a:pt x="13523" y="1230"/>
                  <a:pt x="13656" y="1097"/>
                </a:cubicBezTo>
                <a:lnTo>
                  <a:pt x="13690" y="1063"/>
                </a:lnTo>
                <a:lnTo>
                  <a:pt x="13790" y="1197"/>
                </a:lnTo>
                <a:lnTo>
                  <a:pt x="14123" y="1564"/>
                </a:lnTo>
                <a:lnTo>
                  <a:pt x="14490" y="1931"/>
                </a:lnTo>
                <a:cubicBezTo>
                  <a:pt x="14624" y="2064"/>
                  <a:pt x="14791" y="2131"/>
                  <a:pt x="14924" y="2264"/>
                </a:cubicBezTo>
                <a:cubicBezTo>
                  <a:pt x="15491" y="2631"/>
                  <a:pt x="16125" y="2898"/>
                  <a:pt x="16759" y="3065"/>
                </a:cubicBezTo>
                <a:cubicBezTo>
                  <a:pt x="17387" y="3222"/>
                  <a:pt x="17997" y="3269"/>
                  <a:pt x="18541" y="3269"/>
                </a:cubicBezTo>
                <a:cubicBezTo>
                  <a:pt x="19037" y="3269"/>
                  <a:pt x="19478" y="3230"/>
                  <a:pt x="19827" y="3198"/>
                </a:cubicBezTo>
                <a:cubicBezTo>
                  <a:pt x="20595" y="3098"/>
                  <a:pt x="21028" y="3031"/>
                  <a:pt x="21028" y="3031"/>
                </a:cubicBezTo>
                <a:cubicBezTo>
                  <a:pt x="21295" y="2965"/>
                  <a:pt x="21195" y="2698"/>
                  <a:pt x="20995" y="2598"/>
                </a:cubicBezTo>
                <a:cubicBezTo>
                  <a:pt x="20995" y="2598"/>
                  <a:pt x="20528" y="2698"/>
                  <a:pt x="19794" y="2731"/>
                </a:cubicBezTo>
                <a:cubicBezTo>
                  <a:pt x="19602" y="2740"/>
                  <a:pt x="19394" y="2746"/>
                  <a:pt x="19171" y="2746"/>
                </a:cubicBezTo>
                <a:cubicBezTo>
                  <a:pt x="18504" y="2746"/>
                  <a:pt x="17709" y="2689"/>
                  <a:pt x="16859" y="2464"/>
                </a:cubicBezTo>
                <a:cubicBezTo>
                  <a:pt x="16292" y="2364"/>
                  <a:pt x="15758" y="2097"/>
                  <a:pt x="15258" y="1730"/>
                </a:cubicBezTo>
                <a:cubicBezTo>
                  <a:pt x="15124" y="1630"/>
                  <a:pt x="14991" y="1530"/>
                  <a:pt x="14857" y="1430"/>
                </a:cubicBezTo>
                <a:lnTo>
                  <a:pt x="14524" y="1097"/>
                </a:lnTo>
                <a:cubicBezTo>
                  <a:pt x="14424" y="963"/>
                  <a:pt x="14324" y="897"/>
                  <a:pt x="14190" y="730"/>
                </a:cubicBezTo>
                <a:lnTo>
                  <a:pt x="13690" y="63"/>
                </a:lnTo>
                <a:cubicBezTo>
                  <a:pt x="13690" y="40"/>
                  <a:pt x="13674" y="1"/>
                  <a:pt x="13664"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76" name="Google Shape;4976;p46"/>
          <p:cNvSpPr txBox="1"/>
          <p:nvPr>
            <p:ph type="subTitle" idx="1"/>
          </p:nvPr>
        </p:nvSpPr>
        <p:spPr>
          <a:xfrm>
            <a:off x="2399825" y="1126425"/>
            <a:ext cx="6030900" cy="1863300"/>
          </a:xfrm>
          <a:prstGeom prst="rect">
            <a:avLst/>
          </a:prstGeom>
        </p:spPr>
        <p:txBody>
          <a:bodyPr spcFirstLastPara="1" wrap="square" lIns="91425" tIns="91425" rIns="91425" bIns="91425" anchor="b" anchorCtr="0">
            <a:noAutofit/>
          </a:bodyPr>
          <a:lstStyle/>
          <a:p>
            <a:pPr marL="0" lvl="0" indent="0" algn="r" rtl="0">
              <a:spcBef>
                <a:spcPts val="0"/>
              </a:spcBef>
              <a:spcAft>
                <a:spcPts val="0"/>
              </a:spcAft>
              <a:buNone/>
            </a:pPr>
            <a:r>
              <a:rPr lang="en-GB"/>
              <a:t>“This is a quote, words full of wisdom that someone important said and that can inspire anyone who reads them”</a:t>
            </a:r>
            <a:endParaRPr lang="en-GB"/>
          </a:p>
        </p:txBody>
      </p:sp>
      <p:sp>
        <p:nvSpPr>
          <p:cNvPr id="4977" name="Google Shape;4977;p46"/>
          <p:cNvSpPr txBox="1"/>
          <p:nvPr>
            <p:ph type="title"/>
          </p:nvPr>
        </p:nvSpPr>
        <p:spPr>
          <a:xfrm>
            <a:off x="2399875" y="3109600"/>
            <a:ext cx="6030900" cy="6618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GB"/>
              <a:t>—Someone Famous</a:t>
            </a:r>
            <a:endParaRPr lang="en-GB"/>
          </a:p>
        </p:txBody>
      </p:sp>
      <p:sp>
        <p:nvSpPr>
          <p:cNvPr id="4978" name="Google Shape;4978;p46"/>
          <p:cNvSpPr/>
          <p:nvPr/>
        </p:nvSpPr>
        <p:spPr>
          <a:xfrm>
            <a:off x="1079073" y="186285"/>
            <a:ext cx="911500" cy="873876"/>
          </a:xfrm>
          <a:custGeom>
            <a:avLst/>
            <a:gdLst/>
            <a:ahLst/>
            <a:cxnLst/>
            <a:rect l="l" t="t" r="r" b="b"/>
            <a:pathLst>
              <a:path w="34910" h="33469" extrusionOk="0">
                <a:moveTo>
                  <a:pt x="14647" y="3192"/>
                </a:moveTo>
                <a:cubicBezTo>
                  <a:pt x="15066" y="3464"/>
                  <a:pt x="15526" y="3652"/>
                  <a:pt x="15986" y="3778"/>
                </a:cubicBezTo>
                <a:cubicBezTo>
                  <a:pt x="16028" y="3820"/>
                  <a:pt x="16028" y="3903"/>
                  <a:pt x="16028" y="3987"/>
                </a:cubicBezTo>
                <a:cubicBezTo>
                  <a:pt x="15631" y="3820"/>
                  <a:pt x="15212" y="3694"/>
                  <a:pt x="14794" y="3589"/>
                </a:cubicBezTo>
                <a:lnTo>
                  <a:pt x="14752" y="3589"/>
                </a:lnTo>
                <a:cubicBezTo>
                  <a:pt x="14710" y="3568"/>
                  <a:pt x="14626" y="3568"/>
                  <a:pt x="14585" y="3548"/>
                </a:cubicBezTo>
                <a:cubicBezTo>
                  <a:pt x="14585" y="3506"/>
                  <a:pt x="14585" y="3485"/>
                  <a:pt x="14543" y="3464"/>
                </a:cubicBezTo>
                <a:cubicBezTo>
                  <a:pt x="14522" y="3443"/>
                  <a:pt x="14522" y="3359"/>
                  <a:pt x="14522" y="3338"/>
                </a:cubicBezTo>
                <a:cubicBezTo>
                  <a:pt x="14543" y="3276"/>
                  <a:pt x="14585" y="3255"/>
                  <a:pt x="14626" y="3234"/>
                </a:cubicBezTo>
                <a:cubicBezTo>
                  <a:pt x="14626" y="3234"/>
                  <a:pt x="14626" y="3192"/>
                  <a:pt x="14647" y="3192"/>
                </a:cubicBezTo>
                <a:close/>
                <a:moveTo>
                  <a:pt x="16530" y="3778"/>
                </a:moveTo>
                <a:lnTo>
                  <a:pt x="16530" y="3778"/>
                </a:lnTo>
                <a:cubicBezTo>
                  <a:pt x="17074" y="4029"/>
                  <a:pt x="17556" y="4301"/>
                  <a:pt x="18079" y="4531"/>
                </a:cubicBezTo>
                <a:cubicBezTo>
                  <a:pt x="18121" y="4552"/>
                  <a:pt x="18121" y="4552"/>
                  <a:pt x="18121" y="4594"/>
                </a:cubicBezTo>
                <a:lnTo>
                  <a:pt x="18121" y="4740"/>
                </a:lnTo>
                <a:cubicBezTo>
                  <a:pt x="18103" y="4731"/>
                  <a:pt x="18082" y="4726"/>
                  <a:pt x="18061" y="4726"/>
                </a:cubicBezTo>
                <a:cubicBezTo>
                  <a:pt x="18030" y="4726"/>
                  <a:pt x="17999" y="4737"/>
                  <a:pt x="17974" y="4761"/>
                </a:cubicBezTo>
                <a:cubicBezTo>
                  <a:pt x="17535" y="4552"/>
                  <a:pt x="17095" y="4384"/>
                  <a:pt x="16614" y="4238"/>
                </a:cubicBezTo>
                <a:lnTo>
                  <a:pt x="16572" y="4238"/>
                </a:lnTo>
                <a:cubicBezTo>
                  <a:pt x="16572" y="4092"/>
                  <a:pt x="16530" y="3924"/>
                  <a:pt x="16530" y="3778"/>
                </a:cubicBezTo>
                <a:close/>
                <a:moveTo>
                  <a:pt x="14773" y="3694"/>
                </a:moveTo>
                <a:cubicBezTo>
                  <a:pt x="15191" y="3882"/>
                  <a:pt x="15610" y="4008"/>
                  <a:pt x="16028" y="4133"/>
                </a:cubicBezTo>
                <a:lnTo>
                  <a:pt x="16028" y="4426"/>
                </a:lnTo>
                <a:cubicBezTo>
                  <a:pt x="16028" y="5054"/>
                  <a:pt x="15986" y="5682"/>
                  <a:pt x="15986" y="6309"/>
                </a:cubicBezTo>
                <a:cubicBezTo>
                  <a:pt x="15696" y="6164"/>
                  <a:pt x="15394" y="6106"/>
                  <a:pt x="15079" y="6106"/>
                </a:cubicBezTo>
                <a:cubicBezTo>
                  <a:pt x="14985" y="6106"/>
                  <a:pt x="14890" y="6111"/>
                  <a:pt x="14794" y="6121"/>
                </a:cubicBezTo>
                <a:cubicBezTo>
                  <a:pt x="15149" y="5347"/>
                  <a:pt x="15149" y="4384"/>
                  <a:pt x="14585" y="3694"/>
                </a:cubicBezTo>
                <a:cubicBezTo>
                  <a:pt x="14612" y="3694"/>
                  <a:pt x="14650" y="3703"/>
                  <a:pt x="14684" y="3703"/>
                </a:cubicBezTo>
                <a:cubicBezTo>
                  <a:pt x="14701" y="3703"/>
                  <a:pt x="14717" y="3701"/>
                  <a:pt x="14731" y="3694"/>
                </a:cubicBezTo>
                <a:close/>
                <a:moveTo>
                  <a:pt x="8517" y="4824"/>
                </a:moveTo>
                <a:cubicBezTo>
                  <a:pt x="8559" y="5368"/>
                  <a:pt x="8642" y="5912"/>
                  <a:pt x="8726" y="6435"/>
                </a:cubicBezTo>
                <a:lnTo>
                  <a:pt x="8621" y="6435"/>
                </a:lnTo>
                <a:cubicBezTo>
                  <a:pt x="8559" y="6435"/>
                  <a:pt x="8496" y="6435"/>
                  <a:pt x="8412" y="6477"/>
                </a:cubicBezTo>
                <a:cubicBezTo>
                  <a:pt x="8454" y="5912"/>
                  <a:pt x="8496" y="5368"/>
                  <a:pt x="8517" y="4824"/>
                </a:cubicBezTo>
                <a:close/>
                <a:moveTo>
                  <a:pt x="16593" y="4384"/>
                </a:moveTo>
                <a:lnTo>
                  <a:pt x="16593" y="4384"/>
                </a:lnTo>
                <a:cubicBezTo>
                  <a:pt x="17033" y="4531"/>
                  <a:pt x="17514" y="4719"/>
                  <a:pt x="17953" y="4928"/>
                </a:cubicBezTo>
                <a:lnTo>
                  <a:pt x="18037" y="4928"/>
                </a:lnTo>
                <a:cubicBezTo>
                  <a:pt x="18142" y="5284"/>
                  <a:pt x="18225" y="5682"/>
                  <a:pt x="18225" y="6100"/>
                </a:cubicBezTo>
                <a:cubicBezTo>
                  <a:pt x="18225" y="6414"/>
                  <a:pt x="18246" y="7125"/>
                  <a:pt x="17932" y="7314"/>
                </a:cubicBezTo>
                <a:cubicBezTo>
                  <a:pt x="17819" y="7375"/>
                  <a:pt x="17789" y="7403"/>
                  <a:pt x="17778" y="7403"/>
                </a:cubicBezTo>
                <a:cubicBezTo>
                  <a:pt x="17762" y="7403"/>
                  <a:pt x="17782" y="7348"/>
                  <a:pt x="17660" y="7251"/>
                </a:cubicBezTo>
                <a:cubicBezTo>
                  <a:pt x="17535" y="7146"/>
                  <a:pt x="17430" y="7000"/>
                  <a:pt x="17305" y="6895"/>
                </a:cubicBezTo>
                <a:cubicBezTo>
                  <a:pt x="17116" y="6728"/>
                  <a:pt x="16907" y="6644"/>
                  <a:pt x="16698" y="6540"/>
                </a:cubicBezTo>
                <a:cubicBezTo>
                  <a:pt x="16677" y="5807"/>
                  <a:pt x="16656" y="5075"/>
                  <a:pt x="16593" y="4384"/>
                </a:cubicBezTo>
                <a:close/>
                <a:moveTo>
                  <a:pt x="8665" y="6687"/>
                </a:moveTo>
                <a:cubicBezTo>
                  <a:pt x="8823" y="6687"/>
                  <a:pt x="8983" y="6727"/>
                  <a:pt x="9123" y="6833"/>
                </a:cubicBezTo>
                <a:cubicBezTo>
                  <a:pt x="9471" y="7119"/>
                  <a:pt x="9279" y="7545"/>
                  <a:pt x="8880" y="7545"/>
                </a:cubicBezTo>
                <a:cubicBezTo>
                  <a:pt x="8871" y="7545"/>
                  <a:pt x="8861" y="7544"/>
                  <a:pt x="8851" y="7544"/>
                </a:cubicBezTo>
                <a:lnTo>
                  <a:pt x="8831" y="7544"/>
                </a:lnTo>
                <a:cubicBezTo>
                  <a:pt x="8831" y="7377"/>
                  <a:pt x="8810" y="7230"/>
                  <a:pt x="8810" y="7063"/>
                </a:cubicBezTo>
                <a:cubicBezTo>
                  <a:pt x="8810" y="6979"/>
                  <a:pt x="8747" y="6958"/>
                  <a:pt x="8663" y="6958"/>
                </a:cubicBezTo>
                <a:cubicBezTo>
                  <a:pt x="8644" y="6909"/>
                  <a:pt x="8592" y="6892"/>
                  <a:pt x="8535" y="6892"/>
                </a:cubicBezTo>
                <a:cubicBezTo>
                  <a:pt x="8469" y="6892"/>
                  <a:pt x="8394" y="6915"/>
                  <a:pt x="8349" y="6937"/>
                </a:cubicBezTo>
                <a:cubicBezTo>
                  <a:pt x="8287" y="7000"/>
                  <a:pt x="8245" y="7105"/>
                  <a:pt x="8307" y="7167"/>
                </a:cubicBezTo>
                <a:lnTo>
                  <a:pt x="8307" y="7669"/>
                </a:lnTo>
                <a:cubicBezTo>
                  <a:pt x="8098" y="7628"/>
                  <a:pt x="7910" y="7481"/>
                  <a:pt x="7805" y="7314"/>
                </a:cubicBezTo>
                <a:cubicBezTo>
                  <a:pt x="7617" y="6937"/>
                  <a:pt x="8035" y="6833"/>
                  <a:pt x="8307" y="6749"/>
                </a:cubicBezTo>
                <a:cubicBezTo>
                  <a:pt x="8418" y="6712"/>
                  <a:pt x="8541" y="6687"/>
                  <a:pt x="8665" y="6687"/>
                </a:cubicBezTo>
                <a:close/>
                <a:moveTo>
                  <a:pt x="5901" y="7523"/>
                </a:moveTo>
                <a:cubicBezTo>
                  <a:pt x="6027" y="7565"/>
                  <a:pt x="6152" y="7586"/>
                  <a:pt x="6299" y="7649"/>
                </a:cubicBezTo>
                <a:cubicBezTo>
                  <a:pt x="6424" y="7669"/>
                  <a:pt x="6529" y="7732"/>
                  <a:pt x="6654" y="7753"/>
                </a:cubicBezTo>
                <a:cubicBezTo>
                  <a:pt x="6864" y="7837"/>
                  <a:pt x="7094" y="7879"/>
                  <a:pt x="7303" y="7962"/>
                </a:cubicBezTo>
                <a:cubicBezTo>
                  <a:pt x="7617" y="8067"/>
                  <a:pt x="7973" y="8151"/>
                  <a:pt x="8307" y="8255"/>
                </a:cubicBezTo>
                <a:lnTo>
                  <a:pt x="8307" y="8611"/>
                </a:lnTo>
                <a:cubicBezTo>
                  <a:pt x="7512" y="8318"/>
                  <a:pt x="6717" y="8067"/>
                  <a:pt x="5880" y="7795"/>
                </a:cubicBezTo>
                <a:cubicBezTo>
                  <a:pt x="5901" y="7774"/>
                  <a:pt x="5922" y="7753"/>
                  <a:pt x="5901" y="7690"/>
                </a:cubicBezTo>
                <a:cubicBezTo>
                  <a:pt x="5838" y="7649"/>
                  <a:pt x="5838" y="7544"/>
                  <a:pt x="5901" y="7523"/>
                </a:cubicBezTo>
                <a:close/>
                <a:moveTo>
                  <a:pt x="16258" y="1204"/>
                </a:moveTo>
                <a:cubicBezTo>
                  <a:pt x="16321" y="3694"/>
                  <a:pt x="16321" y="6184"/>
                  <a:pt x="16551" y="8632"/>
                </a:cubicBezTo>
                <a:cubicBezTo>
                  <a:pt x="16551" y="8674"/>
                  <a:pt x="16572" y="8695"/>
                  <a:pt x="16572" y="8695"/>
                </a:cubicBezTo>
                <a:lnTo>
                  <a:pt x="16447" y="8695"/>
                </a:lnTo>
                <a:cubicBezTo>
                  <a:pt x="16342" y="8695"/>
                  <a:pt x="16237" y="8716"/>
                  <a:pt x="16133" y="8757"/>
                </a:cubicBezTo>
                <a:cubicBezTo>
                  <a:pt x="16175" y="8046"/>
                  <a:pt x="16175" y="7314"/>
                  <a:pt x="16154" y="6581"/>
                </a:cubicBezTo>
                <a:cubicBezTo>
                  <a:pt x="16196" y="6540"/>
                  <a:pt x="16237" y="6435"/>
                  <a:pt x="16154" y="6414"/>
                </a:cubicBezTo>
                <a:cubicBezTo>
                  <a:pt x="16154" y="5765"/>
                  <a:pt x="16133" y="5096"/>
                  <a:pt x="16154" y="4447"/>
                </a:cubicBezTo>
                <a:cubicBezTo>
                  <a:pt x="16154" y="3380"/>
                  <a:pt x="16237" y="2271"/>
                  <a:pt x="16258" y="1204"/>
                </a:cubicBezTo>
                <a:close/>
                <a:moveTo>
                  <a:pt x="8872" y="8297"/>
                </a:moveTo>
                <a:lnTo>
                  <a:pt x="8872" y="8297"/>
                </a:lnTo>
                <a:cubicBezTo>
                  <a:pt x="9751" y="8590"/>
                  <a:pt x="10609" y="8820"/>
                  <a:pt x="11467" y="9113"/>
                </a:cubicBezTo>
                <a:cubicBezTo>
                  <a:pt x="11467" y="9134"/>
                  <a:pt x="11467" y="9155"/>
                  <a:pt x="11488" y="9155"/>
                </a:cubicBezTo>
                <a:cubicBezTo>
                  <a:pt x="11572" y="9218"/>
                  <a:pt x="11655" y="9343"/>
                  <a:pt x="11530" y="9406"/>
                </a:cubicBezTo>
                <a:lnTo>
                  <a:pt x="11488" y="9406"/>
                </a:lnTo>
                <a:lnTo>
                  <a:pt x="11467" y="9364"/>
                </a:lnTo>
                <a:cubicBezTo>
                  <a:pt x="10630" y="9071"/>
                  <a:pt x="9772" y="8841"/>
                  <a:pt x="8914" y="8674"/>
                </a:cubicBezTo>
                <a:cubicBezTo>
                  <a:pt x="8914" y="8527"/>
                  <a:pt x="8872" y="8423"/>
                  <a:pt x="8872" y="8297"/>
                </a:cubicBezTo>
                <a:close/>
                <a:moveTo>
                  <a:pt x="16593" y="8925"/>
                </a:moveTo>
                <a:cubicBezTo>
                  <a:pt x="16761" y="8925"/>
                  <a:pt x="16970" y="8946"/>
                  <a:pt x="17074" y="9092"/>
                </a:cubicBezTo>
                <a:cubicBezTo>
                  <a:pt x="17346" y="9406"/>
                  <a:pt x="16991" y="9678"/>
                  <a:pt x="16698" y="9741"/>
                </a:cubicBezTo>
                <a:cubicBezTo>
                  <a:pt x="16698" y="9657"/>
                  <a:pt x="16698" y="9553"/>
                  <a:pt x="16677" y="9469"/>
                </a:cubicBezTo>
                <a:cubicBezTo>
                  <a:pt x="16698" y="9448"/>
                  <a:pt x="16719" y="9427"/>
                  <a:pt x="16719" y="9406"/>
                </a:cubicBezTo>
                <a:cubicBezTo>
                  <a:pt x="16705" y="9269"/>
                  <a:pt x="16575" y="9195"/>
                  <a:pt x="16452" y="9195"/>
                </a:cubicBezTo>
                <a:cubicBezTo>
                  <a:pt x="16387" y="9195"/>
                  <a:pt x="16323" y="9216"/>
                  <a:pt x="16279" y="9260"/>
                </a:cubicBezTo>
                <a:cubicBezTo>
                  <a:pt x="16274" y="9254"/>
                  <a:pt x="16265" y="9251"/>
                  <a:pt x="16255" y="9251"/>
                </a:cubicBezTo>
                <a:cubicBezTo>
                  <a:pt x="16228" y="9251"/>
                  <a:pt x="16190" y="9271"/>
                  <a:pt x="16175" y="9302"/>
                </a:cubicBezTo>
                <a:cubicBezTo>
                  <a:pt x="16154" y="9427"/>
                  <a:pt x="16154" y="9574"/>
                  <a:pt x="16154" y="9720"/>
                </a:cubicBezTo>
                <a:cubicBezTo>
                  <a:pt x="16133" y="9724"/>
                  <a:pt x="16114" y="9726"/>
                  <a:pt x="16095" y="9726"/>
                </a:cubicBezTo>
                <a:cubicBezTo>
                  <a:pt x="15830" y="9726"/>
                  <a:pt x="15769" y="9330"/>
                  <a:pt x="15945" y="9134"/>
                </a:cubicBezTo>
                <a:cubicBezTo>
                  <a:pt x="16091" y="8946"/>
                  <a:pt x="16363" y="8925"/>
                  <a:pt x="16593" y="8925"/>
                </a:cubicBezTo>
                <a:close/>
                <a:moveTo>
                  <a:pt x="20108" y="8632"/>
                </a:moveTo>
                <a:cubicBezTo>
                  <a:pt x="20862" y="9134"/>
                  <a:pt x="21699" y="9553"/>
                  <a:pt x="22536" y="9887"/>
                </a:cubicBezTo>
                <a:lnTo>
                  <a:pt x="22556" y="9887"/>
                </a:lnTo>
                <a:lnTo>
                  <a:pt x="22556" y="10264"/>
                </a:lnTo>
                <a:cubicBezTo>
                  <a:pt x="22096" y="10034"/>
                  <a:pt x="21615" y="9762"/>
                  <a:pt x="21175" y="9511"/>
                </a:cubicBezTo>
                <a:cubicBezTo>
                  <a:pt x="21062" y="9435"/>
                  <a:pt x="20811" y="9188"/>
                  <a:pt x="20625" y="9188"/>
                </a:cubicBezTo>
                <a:cubicBezTo>
                  <a:pt x="20606" y="9188"/>
                  <a:pt x="20587" y="9191"/>
                  <a:pt x="20569" y="9197"/>
                </a:cubicBezTo>
                <a:cubicBezTo>
                  <a:pt x="20380" y="9050"/>
                  <a:pt x="20150" y="8988"/>
                  <a:pt x="19962" y="8883"/>
                </a:cubicBezTo>
                <a:cubicBezTo>
                  <a:pt x="19962" y="8778"/>
                  <a:pt x="20046" y="8716"/>
                  <a:pt x="20108" y="8632"/>
                </a:cubicBezTo>
                <a:close/>
                <a:moveTo>
                  <a:pt x="13622" y="9364"/>
                </a:moveTo>
                <a:cubicBezTo>
                  <a:pt x="13664" y="9427"/>
                  <a:pt x="13748" y="9448"/>
                  <a:pt x="13810" y="9469"/>
                </a:cubicBezTo>
                <a:cubicBezTo>
                  <a:pt x="13915" y="9532"/>
                  <a:pt x="14061" y="9574"/>
                  <a:pt x="14166" y="9615"/>
                </a:cubicBezTo>
                <a:cubicBezTo>
                  <a:pt x="14794" y="9887"/>
                  <a:pt x="15463" y="10159"/>
                  <a:pt x="16112" y="10369"/>
                </a:cubicBezTo>
                <a:lnTo>
                  <a:pt x="16112" y="10599"/>
                </a:lnTo>
                <a:cubicBezTo>
                  <a:pt x="15254" y="10243"/>
                  <a:pt x="14396" y="9866"/>
                  <a:pt x="13538" y="9553"/>
                </a:cubicBezTo>
                <a:lnTo>
                  <a:pt x="13497" y="9553"/>
                </a:lnTo>
                <a:cubicBezTo>
                  <a:pt x="13517" y="9469"/>
                  <a:pt x="13517" y="9448"/>
                  <a:pt x="13538" y="9427"/>
                </a:cubicBezTo>
                <a:cubicBezTo>
                  <a:pt x="13559" y="9406"/>
                  <a:pt x="13580" y="9364"/>
                  <a:pt x="13622" y="9364"/>
                </a:cubicBezTo>
                <a:close/>
                <a:moveTo>
                  <a:pt x="5943" y="7983"/>
                </a:moveTo>
                <a:lnTo>
                  <a:pt x="5943" y="7983"/>
                </a:lnTo>
                <a:cubicBezTo>
                  <a:pt x="6362" y="8151"/>
                  <a:pt x="6780" y="8276"/>
                  <a:pt x="7198" y="8402"/>
                </a:cubicBezTo>
                <a:cubicBezTo>
                  <a:pt x="7596" y="8527"/>
                  <a:pt x="7952" y="8674"/>
                  <a:pt x="8349" y="8674"/>
                </a:cubicBezTo>
                <a:cubicBezTo>
                  <a:pt x="8391" y="9469"/>
                  <a:pt x="8391" y="10306"/>
                  <a:pt x="8412" y="11122"/>
                </a:cubicBezTo>
                <a:cubicBezTo>
                  <a:pt x="7844" y="10928"/>
                  <a:pt x="7227" y="10846"/>
                  <a:pt x="6617" y="10846"/>
                </a:cubicBezTo>
                <a:cubicBezTo>
                  <a:pt x="6239" y="10846"/>
                  <a:pt x="5864" y="10878"/>
                  <a:pt x="5504" y="10934"/>
                </a:cubicBezTo>
                <a:cubicBezTo>
                  <a:pt x="5922" y="10599"/>
                  <a:pt x="6194" y="10097"/>
                  <a:pt x="6257" y="9553"/>
                </a:cubicBezTo>
                <a:cubicBezTo>
                  <a:pt x="6341" y="8946"/>
                  <a:pt x="6110" y="8506"/>
                  <a:pt x="5943" y="7983"/>
                </a:cubicBezTo>
                <a:close/>
                <a:moveTo>
                  <a:pt x="16782" y="10494"/>
                </a:moveTo>
                <a:cubicBezTo>
                  <a:pt x="17535" y="10871"/>
                  <a:pt x="18351" y="11185"/>
                  <a:pt x="19125" y="11498"/>
                </a:cubicBezTo>
                <a:lnTo>
                  <a:pt x="19125" y="11540"/>
                </a:lnTo>
                <a:cubicBezTo>
                  <a:pt x="19125" y="11587"/>
                  <a:pt x="19172" y="11611"/>
                  <a:pt x="19204" y="11611"/>
                </a:cubicBezTo>
                <a:cubicBezTo>
                  <a:pt x="19215" y="11611"/>
                  <a:pt x="19224" y="11608"/>
                  <a:pt x="19230" y="11603"/>
                </a:cubicBezTo>
                <a:cubicBezTo>
                  <a:pt x="19271" y="11603"/>
                  <a:pt x="19292" y="11561"/>
                  <a:pt x="19313" y="11540"/>
                </a:cubicBezTo>
                <a:cubicBezTo>
                  <a:pt x="19376" y="11561"/>
                  <a:pt x="19418" y="11603"/>
                  <a:pt x="19460" y="11603"/>
                </a:cubicBezTo>
                <a:cubicBezTo>
                  <a:pt x="19385" y="11710"/>
                  <a:pt x="19298" y="11763"/>
                  <a:pt x="19204" y="11763"/>
                </a:cubicBezTo>
                <a:cubicBezTo>
                  <a:pt x="19114" y="11763"/>
                  <a:pt x="19018" y="11716"/>
                  <a:pt x="18916" y="11624"/>
                </a:cubicBezTo>
                <a:cubicBezTo>
                  <a:pt x="18790" y="11561"/>
                  <a:pt x="18665" y="11519"/>
                  <a:pt x="18518" y="11436"/>
                </a:cubicBezTo>
                <a:cubicBezTo>
                  <a:pt x="18393" y="11394"/>
                  <a:pt x="18246" y="11310"/>
                  <a:pt x="18100" y="11247"/>
                </a:cubicBezTo>
                <a:cubicBezTo>
                  <a:pt x="17660" y="11080"/>
                  <a:pt x="17242" y="10892"/>
                  <a:pt x="16782" y="10766"/>
                </a:cubicBezTo>
                <a:lnTo>
                  <a:pt x="16782" y="10494"/>
                </a:lnTo>
                <a:close/>
                <a:moveTo>
                  <a:pt x="23059" y="9992"/>
                </a:moveTo>
                <a:cubicBezTo>
                  <a:pt x="23916" y="10662"/>
                  <a:pt x="24963" y="11185"/>
                  <a:pt x="25967" y="11624"/>
                </a:cubicBezTo>
                <a:lnTo>
                  <a:pt x="26009" y="11624"/>
                </a:lnTo>
                <a:cubicBezTo>
                  <a:pt x="26030" y="11645"/>
                  <a:pt x="26030" y="11666"/>
                  <a:pt x="26030" y="11708"/>
                </a:cubicBezTo>
                <a:lnTo>
                  <a:pt x="26030" y="11729"/>
                </a:lnTo>
                <a:cubicBezTo>
                  <a:pt x="26019" y="11723"/>
                  <a:pt x="26004" y="11720"/>
                  <a:pt x="25990" y="11720"/>
                </a:cubicBezTo>
                <a:cubicBezTo>
                  <a:pt x="25949" y="11720"/>
                  <a:pt x="25904" y="11740"/>
                  <a:pt x="25904" y="11770"/>
                </a:cubicBezTo>
                <a:cubicBezTo>
                  <a:pt x="25025" y="11226"/>
                  <a:pt x="24021" y="10808"/>
                  <a:pt x="23100" y="10369"/>
                </a:cubicBezTo>
                <a:lnTo>
                  <a:pt x="23080" y="10369"/>
                </a:lnTo>
                <a:cubicBezTo>
                  <a:pt x="23080" y="10243"/>
                  <a:pt x="23059" y="10138"/>
                  <a:pt x="23059" y="9992"/>
                </a:cubicBezTo>
                <a:close/>
                <a:moveTo>
                  <a:pt x="8914" y="8778"/>
                </a:moveTo>
                <a:lnTo>
                  <a:pt x="8914" y="8778"/>
                </a:lnTo>
                <a:cubicBezTo>
                  <a:pt x="9751" y="9029"/>
                  <a:pt x="10546" y="9260"/>
                  <a:pt x="11383" y="9532"/>
                </a:cubicBezTo>
                <a:lnTo>
                  <a:pt x="11383" y="9574"/>
                </a:lnTo>
                <a:cubicBezTo>
                  <a:pt x="11530" y="10410"/>
                  <a:pt x="11760" y="11624"/>
                  <a:pt x="10965" y="12189"/>
                </a:cubicBezTo>
                <a:cubicBezTo>
                  <a:pt x="10504" y="11666"/>
                  <a:pt x="9709" y="11436"/>
                  <a:pt x="9061" y="11310"/>
                </a:cubicBezTo>
                <a:cubicBezTo>
                  <a:pt x="9019" y="10473"/>
                  <a:pt x="8956" y="9636"/>
                  <a:pt x="8914" y="8778"/>
                </a:cubicBezTo>
                <a:close/>
                <a:moveTo>
                  <a:pt x="22619" y="7125"/>
                </a:moveTo>
                <a:cubicBezTo>
                  <a:pt x="22828" y="8946"/>
                  <a:pt x="22954" y="10808"/>
                  <a:pt x="23038" y="12691"/>
                </a:cubicBezTo>
                <a:cubicBezTo>
                  <a:pt x="22933" y="12691"/>
                  <a:pt x="22828" y="12691"/>
                  <a:pt x="22724" y="12712"/>
                </a:cubicBezTo>
                <a:cubicBezTo>
                  <a:pt x="22787" y="11624"/>
                  <a:pt x="22724" y="10515"/>
                  <a:pt x="22682" y="9427"/>
                </a:cubicBezTo>
                <a:cubicBezTo>
                  <a:pt x="22661" y="8674"/>
                  <a:pt x="22661" y="7879"/>
                  <a:pt x="22619" y="7125"/>
                </a:cubicBezTo>
                <a:close/>
                <a:moveTo>
                  <a:pt x="3286" y="11352"/>
                </a:moveTo>
                <a:cubicBezTo>
                  <a:pt x="4144" y="11394"/>
                  <a:pt x="5085" y="11770"/>
                  <a:pt x="5901" y="11980"/>
                </a:cubicBezTo>
                <a:cubicBezTo>
                  <a:pt x="6738" y="12210"/>
                  <a:pt x="7533" y="12482"/>
                  <a:pt x="8391" y="12670"/>
                </a:cubicBezTo>
                <a:lnTo>
                  <a:pt x="8433" y="12670"/>
                </a:lnTo>
                <a:lnTo>
                  <a:pt x="8433" y="12859"/>
                </a:lnTo>
                <a:cubicBezTo>
                  <a:pt x="7491" y="12691"/>
                  <a:pt x="6550" y="12503"/>
                  <a:pt x="5608" y="12252"/>
                </a:cubicBezTo>
                <a:cubicBezTo>
                  <a:pt x="4834" y="12043"/>
                  <a:pt x="4039" y="11624"/>
                  <a:pt x="3202" y="11624"/>
                </a:cubicBezTo>
                <a:cubicBezTo>
                  <a:pt x="3181" y="11519"/>
                  <a:pt x="3202" y="11415"/>
                  <a:pt x="3286" y="11352"/>
                </a:cubicBezTo>
                <a:close/>
                <a:moveTo>
                  <a:pt x="23059" y="12921"/>
                </a:moveTo>
                <a:cubicBezTo>
                  <a:pt x="23205" y="12921"/>
                  <a:pt x="23414" y="13005"/>
                  <a:pt x="23498" y="13172"/>
                </a:cubicBezTo>
                <a:cubicBezTo>
                  <a:pt x="23582" y="13319"/>
                  <a:pt x="23519" y="13444"/>
                  <a:pt x="23372" y="13465"/>
                </a:cubicBezTo>
                <a:cubicBezTo>
                  <a:pt x="23352" y="13479"/>
                  <a:pt x="23333" y="13484"/>
                  <a:pt x="23315" y="13484"/>
                </a:cubicBezTo>
                <a:cubicBezTo>
                  <a:pt x="23279" y="13484"/>
                  <a:pt x="23247" y="13465"/>
                  <a:pt x="23205" y="13465"/>
                </a:cubicBezTo>
                <a:lnTo>
                  <a:pt x="23184" y="13465"/>
                </a:lnTo>
                <a:lnTo>
                  <a:pt x="23184" y="13403"/>
                </a:lnTo>
                <a:cubicBezTo>
                  <a:pt x="23184" y="13361"/>
                  <a:pt x="23184" y="13340"/>
                  <a:pt x="23163" y="13340"/>
                </a:cubicBezTo>
                <a:lnTo>
                  <a:pt x="23163" y="13298"/>
                </a:lnTo>
                <a:cubicBezTo>
                  <a:pt x="23123" y="13234"/>
                  <a:pt x="23060" y="13210"/>
                  <a:pt x="22992" y="13210"/>
                </a:cubicBezTo>
                <a:cubicBezTo>
                  <a:pt x="22882" y="13210"/>
                  <a:pt x="22763" y="13275"/>
                  <a:pt x="22724" y="13340"/>
                </a:cubicBezTo>
                <a:cubicBezTo>
                  <a:pt x="22661" y="13403"/>
                  <a:pt x="22640" y="13465"/>
                  <a:pt x="22640" y="13549"/>
                </a:cubicBezTo>
                <a:cubicBezTo>
                  <a:pt x="22536" y="13549"/>
                  <a:pt x="22431" y="13444"/>
                  <a:pt x="22410" y="13319"/>
                </a:cubicBezTo>
                <a:cubicBezTo>
                  <a:pt x="22347" y="13193"/>
                  <a:pt x="22536" y="13068"/>
                  <a:pt x="22640" y="13005"/>
                </a:cubicBezTo>
                <a:cubicBezTo>
                  <a:pt x="22766" y="12921"/>
                  <a:pt x="22933" y="12921"/>
                  <a:pt x="23059" y="12921"/>
                </a:cubicBezTo>
                <a:close/>
                <a:moveTo>
                  <a:pt x="9123" y="12754"/>
                </a:moveTo>
                <a:lnTo>
                  <a:pt x="9123" y="12754"/>
                </a:lnTo>
                <a:cubicBezTo>
                  <a:pt x="9877" y="12963"/>
                  <a:pt x="10651" y="13089"/>
                  <a:pt x="11383" y="13277"/>
                </a:cubicBezTo>
                <a:cubicBezTo>
                  <a:pt x="12157" y="13444"/>
                  <a:pt x="12911" y="13654"/>
                  <a:pt x="13685" y="13821"/>
                </a:cubicBezTo>
                <a:lnTo>
                  <a:pt x="13685" y="13842"/>
                </a:lnTo>
                <a:cubicBezTo>
                  <a:pt x="13685" y="13863"/>
                  <a:pt x="13727" y="13863"/>
                  <a:pt x="13727" y="13905"/>
                </a:cubicBezTo>
                <a:lnTo>
                  <a:pt x="13727" y="14009"/>
                </a:lnTo>
                <a:cubicBezTo>
                  <a:pt x="13708" y="13997"/>
                  <a:pt x="13688" y="13992"/>
                  <a:pt x="13668" y="13992"/>
                </a:cubicBezTo>
                <a:cubicBezTo>
                  <a:pt x="13618" y="13992"/>
                  <a:pt x="13568" y="14022"/>
                  <a:pt x="13538" y="14051"/>
                </a:cubicBezTo>
                <a:cubicBezTo>
                  <a:pt x="12785" y="13800"/>
                  <a:pt x="11969" y="13633"/>
                  <a:pt x="11174" y="13444"/>
                </a:cubicBezTo>
                <a:cubicBezTo>
                  <a:pt x="10504" y="13277"/>
                  <a:pt x="9814" y="13089"/>
                  <a:pt x="9144" y="13005"/>
                </a:cubicBezTo>
                <a:cubicBezTo>
                  <a:pt x="9144" y="12921"/>
                  <a:pt x="9144" y="12817"/>
                  <a:pt x="9123" y="12754"/>
                </a:cubicBezTo>
                <a:close/>
                <a:moveTo>
                  <a:pt x="13517" y="9720"/>
                </a:moveTo>
                <a:cubicBezTo>
                  <a:pt x="14354" y="10076"/>
                  <a:pt x="15212" y="10410"/>
                  <a:pt x="16049" y="10766"/>
                </a:cubicBezTo>
                <a:lnTo>
                  <a:pt x="16133" y="10766"/>
                </a:lnTo>
                <a:cubicBezTo>
                  <a:pt x="16091" y="11812"/>
                  <a:pt x="16133" y="12859"/>
                  <a:pt x="16133" y="13863"/>
                </a:cubicBezTo>
                <a:lnTo>
                  <a:pt x="16133" y="14219"/>
                </a:lnTo>
                <a:cubicBezTo>
                  <a:pt x="15583" y="13823"/>
                  <a:pt x="14849" y="13626"/>
                  <a:pt x="14176" y="13626"/>
                </a:cubicBezTo>
                <a:cubicBezTo>
                  <a:pt x="14029" y="13626"/>
                  <a:pt x="13886" y="13635"/>
                  <a:pt x="13748" y="13654"/>
                </a:cubicBezTo>
                <a:cubicBezTo>
                  <a:pt x="13706" y="13654"/>
                  <a:pt x="13706" y="13695"/>
                  <a:pt x="13706" y="13716"/>
                </a:cubicBezTo>
                <a:cubicBezTo>
                  <a:pt x="13455" y="13633"/>
                  <a:pt x="13162" y="13549"/>
                  <a:pt x="12869" y="13465"/>
                </a:cubicBezTo>
                <a:cubicBezTo>
                  <a:pt x="13455" y="12294"/>
                  <a:pt x="13748" y="10975"/>
                  <a:pt x="13434" y="9741"/>
                </a:cubicBezTo>
                <a:cubicBezTo>
                  <a:pt x="13455" y="9741"/>
                  <a:pt x="13517" y="9741"/>
                  <a:pt x="13517" y="9720"/>
                </a:cubicBezTo>
                <a:close/>
                <a:moveTo>
                  <a:pt x="19941" y="9029"/>
                </a:moveTo>
                <a:cubicBezTo>
                  <a:pt x="20067" y="9113"/>
                  <a:pt x="20171" y="9197"/>
                  <a:pt x="20297" y="9239"/>
                </a:cubicBezTo>
                <a:cubicBezTo>
                  <a:pt x="20443" y="9322"/>
                  <a:pt x="20569" y="9406"/>
                  <a:pt x="20715" y="9427"/>
                </a:cubicBezTo>
                <a:cubicBezTo>
                  <a:pt x="20778" y="9448"/>
                  <a:pt x="20799" y="9469"/>
                  <a:pt x="20799" y="9469"/>
                </a:cubicBezTo>
                <a:cubicBezTo>
                  <a:pt x="21008" y="9574"/>
                  <a:pt x="21196" y="9699"/>
                  <a:pt x="21406" y="9804"/>
                </a:cubicBezTo>
                <a:cubicBezTo>
                  <a:pt x="21761" y="9992"/>
                  <a:pt x="22159" y="10180"/>
                  <a:pt x="22536" y="10327"/>
                </a:cubicBezTo>
                <a:cubicBezTo>
                  <a:pt x="22536" y="11143"/>
                  <a:pt x="22494" y="11959"/>
                  <a:pt x="22556" y="12733"/>
                </a:cubicBezTo>
                <a:cubicBezTo>
                  <a:pt x="22368" y="12817"/>
                  <a:pt x="22243" y="12921"/>
                  <a:pt x="22159" y="13110"/>
                </a:cubicBezTo>
                <a:cubicBezTo>
                  <a:pt x="22063" y="13396"/>
                  <a:pt x="22229" y="13683"/>
                  <a:pt x="22498" y="13683"/>
                </a:cubicBezTo>
                <a:cubicBezTo>
                  <a:pt x="22523" y="13683"/>
                  <a:pt x="22550" y="13680"/>
                  <a:pt x="22577" y="13675"/>
                </a:cubicBezTo>
                <a:cubicBezTo>
                  <a:pt x="22598" y="13779"/>
                  <a:pt x="22640" y="13884"/>
                  <a:pt x="22682" y="13967"/>
                </a:cubicBezTo>
                <a:cubicBezTo>
                  <a:pt x="22682" y="13988"/>
                  <a:pt x="22703" y="13988"/>
                  <a:pt x="22745" y="13988"/>
                </a:cubicBezTo>
                <a:lnTo>
                  <a:pt x="22745" y="14616"/>
                </a:lnTo>
                <a:cubicBezTo>
                  <a:pt x="21866" y="14156"/>
                  <a:pt x="20820" y="13758"/>
                  <a:pt x="19836" y="13758"/>
                </a:cubicBezTo>
                <a:cubicBezTo>
                  <a:pt x="19941" y="13151"/>
                  <a:pt x="19857" y="12503"/>
                  <a:pt x="19606" y="11875"/>
                </a:cubicBezTo>
                <a:cubicBezTo>
                  <a:pt x="19732" y="11770"/>
                  <a:pt x="19774" y="11582"/>
                  <a:pt x="19606" y="11457"/>
                </a:cubicBezTo>
                <a:cubicBezTo>
                  <a:pt x="19594" y="11451"/>
                  <a:pt x="19583" y="11448"/>
                  <a:pt x="19574" y="11448"/>
                </a:cubicBezTo>
                <a:cubicBezTo>
                  <a:pt x="19552" y="11448"/>
                  <a:pt x="19537" y="11463"/>
                  <a:pt x="19523" y="11478"/>
                </a:cubicBezTo>
                <a:cubicBezTo>
                  <a:pt x="19507" y="11485"/>
                  <a:pt x="19489" y="11490"/>
                  <a:pt x="19471" y="11490"/>
                </a:cubicBezTo>
                <a:cubicBezTo>
                  <a:pt x="19440" y="11490"/>
                  <a:pt x="19410" y="11476"/>
                  <a:pt x="19397" y="11436"/>
                </a:cubicBezTo>
                <a:cubicBezTo>
                  <a:pt x="19418" y="11436"/>
                  <a:pt x="19439" y="11436"/>
                  <a:pt x="19460" y="11415"/>
                </a:cubicBezTo>
                <a:cubicBezTo>
                  <a:pt x="20192" y="10829"/>
                  <a:pt x="20171" y="9866"/>
                  <a:pt x="19941" y="9029"/>
                </a:cubicBezTo>
                <a:close/>
                <a:moveTo>
                  <a:pt x="16761" y="10913"/>
                </a:moveTo>
                <a:lnTo>
                  <a:pt x="16761" y="10913"/>
                </a:lnTo>
                <a:cubicBezTo>
                  <a:pt x="17221" y="11185"/>
                  <a:pt x="17702" y="11394"/>
                  <a:pt x="18183" y="11603"/>
                </a:cubicBezTo>
                <a:cubicBezTo>
                  <a:pt x="18497" y="11729"/>
                  <a:pt x="18978" y="12043"/>
                  <a:pt x="19313" y="12043"/>
                </a:cubicBezTo>
                <a:cubicBezTo>
                  <a:pt x="19376" y="12043"/>
                  <a:pt x="19418" y="12022"/>
                  <a:pt x="19460" y="12022"/>
                </a:cubicBezTo>
                <a:cubicBezTo>
                  <a:pt x="19795" y="13193"/>
                  <a:pt x="19564" y="14491"/>
                  <a:pt x="18748" y="15411"/>
                </a:cubicBezTo>
                <a:cubicBezTo>
                  <a:pt x="18651" y="15508"/>
                  <a:pt x="18392" y="15857"/>
                  <a:pt x="18205" y="15857"/>
                </a:cubicBezTo>
                <a:cubicBezTo>
                  <a:pt x="18190" y="15857"/>
                  <a:pt x="18176" y="15855"/>
                  <a:pt x="18162" y="15851"/>
                </a:cubicBezTo>
                <a:cubicBezTo>
                  <a:pt x="18079" y="15830"/>
                  <a:pt x="17953" y="15516"/>
                  <a:pt x="17870" y="15432"/>
                </a:cubicBezTo>
                <a:cubicBezTo>
                  <a:pt x="17577" y="15097"/>
                  <a:pt x="17284" y="14825"/>
                  <a:pt x="16886" y="14616"/>
                </a:cubicBezTo>
                <a:cubicBezTo>
                  <a:pt x="16886" y="14574"/>
                  <a:pt x="16865" y="14574"/>
                  <a:pt x="16823" y="14574"/>
                </a:cubicBezTo>
                <a:cubicBezTo>
                  <a:pt x="16823" y="14428"/>
                  <a:pt x="16802" y="14260"/>
                  <a:pt x="16802" y="14135"/>
                </a:cubicBezTo>
                <a:cubicBezTo>
                  <a:pt x="16761" y="13068"/>
                  <a:pt x="16782" y="11980"/>
                  <a:pt x="16761" y="10913"/>
                </a:cubicBezTo>
                <a:close/>
                <a:moveTo>
                  <a:pt x="23038" y="10557"/>
                </a:moveTo>
                <a:lnTo>
                  <a:pt x="23038" y="10557"/>
                </a:lnTo>
                <a:cubicBezTo>
                  <a:pt x="23916" y="11038"/>
                  <a:pt x="24837" y="11561"/>
                  <a:pt x="25800" y="11938"/>
                </a:cubicBezTo>
                <a:cubicBezTo>
                  <a:pt x="25800" y="11959"/>
                  <a:pt x="25800" y="11959"/>
                  <a:pt x="25821" y="11959"/>
                </a:cubicBezTo>
                <a:lnTo>
                  <a:pt x="25925" y="11959"/>
                </a:lnTo>
                <a:cubicBezTo>
                  <a:pt x="26637" y="13486"/>
                  <a:pt x="25904" y="14867"/>
                  <a:pt x="25130" y="16206"/>
                </a:cubicBezTo>
                <a:cubicBezTo>
                  <a:pt x="24879" y="15495"/>
                  <a:pt x="23896" y="15118"/>
                  <a:pt x="23268" y="14867"/>
                </a:cubicBezTo>
                <a:lnTo>
                  <a:pt x="23205" y="14867"/>
                </a:lnTo>
                <a:cubicBezTo>
                  <a:pt x="23184" y="14470"/>
                  <a:pt x="23184" y="14072"/>
                  <a:pt x="23163" y="13695"/>
                </a:cubicBezTo>
                <a:lnTo>
                  <a:pt x="23163" y="13695"/>
                </a:lnTo>
                <a:cubicBezTo>
                  <a:pt x="23210" y="13732"/>
                  <a:pt x="23263" y="13747"/>
                  <a:pt x="23317" y="13747"/>
                </a:cubicBezTo>
                <a:cubicBezTo>
                  <a:pt x="23484" y="13747"/>
                  <a:pt x="23665" y="13602"/>
                  <a:pt x="23728" y="13444"/>
                </a:cubicBezTo>
                <a:cubicBezTo>
                  <a:pt x="23896" y="13068"/>
                  <a:pt x="23498" y="12754"/>
                  <a:pt x="23142" y="12691"/>
                </a:cubicBezTo>
                <a:lnTo>
                  <a:pt x="23100" y="12691"/>
                </a:lnTo>
                <a:cubicBezTo>
                  <a:pt x="23100" y="11980"/>
                  <a:pt x="23080" y="11247"/>
                  <a:pt x="23038" y="10557"/>
                </a:cubicBezTo>
                <a:close/>
                <a:moveTo>
                  <a:pt x="13852" y="13716"/>
                </a:moveTo>
                <a:cubicBezTo>
                  <a:pt x="14271" y="13758"/>
                  <a:pt x="14689" y="13821"/>
                  <a:pt x="15108" y="13947"/>
                </a:cubicBezTo>
                <a:cubicBezTo>
                  <a:pt x="15463" y="14051"/>
                  <a:pt x="15819" y="14239"/>
                  <a:pt x="16154" y="14365"/>
                </a:cubicBezTo>
                <a:cubicBezTo>
                  <a:pt x="16133" y="15097"/>
                  <a:pt x="16133" y="15851"/>
                  <a:pt x="16154" y="16625"/>
                </a:cubicBezTo>
                <a:cubicBezTo>
                  <a:pt x="15547" y="16269"/>
                  <a:pt x="14919" y="15955"/>
                  <a:pt x="14313" y="15704"/>
                </a:cubicBezTo>
                <a:cubicBezTo>
                  <a:pt x="14187" y="15160"/>
                  <a:pt x="14041" y="14595"/>
                  <a:pt x="13831" y="14135"/>
                </a:cubicBezTo>
                <a:cubicBezTo>
                  <a:pt x="13936" y="14051"/>
                  <a:pt x="13957" y="13905"/>
                  <a:pt x="13873" y="13800"/>
                </a:cubicBezTo>
                <a:cubicBezTo>
                  <a:pt x="13873" y="13800"/>
                  <a:pt x="13852" y="13800"/>
                  <a:pt x="13852" y="13758"/>
                </a:cubicBezTo>
                <a:lnTo>
                  <a:pt x="13852" y="13716"/>
                </a:lnTo>
                <a:close/>
                <a:moveTo>
                  <a:pt x="14375" y="15872"/>
                </a:moveTo>
                <a:lnTo>
                  <a:pt x="14375" y="15872"/>
                </a:lnTo>
                <a:cubicBezTo>
                  <a:pt x="14919" y="16185"/>
                  <a:pt x="15526" y="16457"/>
                  <a:pt x="16091" y="16708"/>
                </a:cubicBezTo>
                <a:lnTo>
                  <a:pt x="16175" y="16708"/>
                </a:lnTo>
                <a:cubicBezTo>
                  <a:pt x="16154" y="16792"/>
                  <a:pt x="16154" y="16897"/>
                  <a:pt x="16154" y="17001"/>
                </a:cubicBezTo>
                <a:cubicBezTo>
                  <a:pt x="15965" y="16855"/>
                  <a:pt x="15735" y="16750"/>
                  <a:pt x="15526" y="16667"/>
                </a:cubicBezTo>
                <a:cubicBezTo>
                  <a:pt x="15296" y="16562"/>
                  <a:pt x="15045" y="16457"/>
                  <a:pt x="14815" y="16374"/>
                </a:cubicBezTo>
                <a:cubicBezTo>
                  <a:pt x="14731" y="16332"/>
                  <a:pt x="14668" y="16311"/>
                  <a:pt x="14585" y="16248"/>
                </a:cubicBezTo>
                <a:lnTo>
                  <a:pt x="14417" y="16164"/>
                </a:lnTo>
                <a:cubicBezTo>
                  <a:pt x="14396" y="16060"/>
                  <a:pt x="14396" y="15997"/>
                  <a:pt x="14375" y="15872"/>
                </a:cubicBezTo>
                <a:close/>
                <a:moveTo>
                  <a:pt x="19795" y="13988"/>
                </a:moveTo>
                <a:cubicBezTo>
                  <a:pt x="20799" y="14093"/>
                  <a:pt x="21719" y="14553"/>
                  <a:pt x="22724" y="14763"/>
                </a:cubicBezTo>
                <a:lnTo>
                  <a:pt x="22745" y="14763"/>
                </a:lnTo>
                <a:cubicBezTo>
                  <a:pt x="22745" y="15641"/>
                  <a:pt x="22745" y="16562"/>
                  <a:pt x="22766" y="17441"/>
                </a:cubicBezTo>
                <a:cubicBezTo>
                  <a:pt x="21573" y="17064"/>
                  <a:pt x="20443" y="16583"/>
                  <a:pt x="19271" y="16081"/>
                </a:cubicBezTo>
                <a:cubicBezTo>
                  <a:pt x="19230" y="16060"/>
                  <a:pt x="19209" y="16060"/>
                  <a:pt x="19188" y="16060"/>
                </a:cubicBezTo>
                <a:lnTo>
                  <a:pt x="19125" y="16060"/>
                </a:lnTo>
                <a:cubicBezTo>
                  <a:pt x="19062" y="16081"/>
                  <a:pt x="18958" y="16227"/>
                  <a:pt x="18958" y="16269"/>
                </a:cubicBezTo>
                <a:cubicBezTo>
                  <a:pt x="18916" y="16374"/>
                  <a:pt x="18916" y="16478"/>
                  <a:pt x="18978" y="16562"/>
                </a:cubicBezTo>
                <a:cubicBezTo>
                  <a:pt x="18967" y="16559"/>
                  <a:pt x="18957" y="16558"/>
                  <a:pt x="18948" y="16558"/>
                </a:cubicBezTo>
                <a:cubicBezTo>
                  <a:pt x="18885" y="16558"/>
                  <a:pt x="18856" y="16615"/>
                  <a:pt x="18874" y="16688"/>
                </a:cubicBezTo>
                <a:cubicBezTo>
                  <a:pt x="18978" y="16876"/>
                  <a:pt x="19083" y="17043"/>
                  <a:pt x="19167" y="17252"/>
                </a:cubicBezTo>
                <a:cubicBezTo>
                  <a:pt x="19188" y="17315"/>
                  <a:pt x="19313" y="17817"/>
                  <a:pt x="19292" y="17838"/>
                </a:cubicBezTo>
                <a:cubicBezTo>
                  <a:pt x="19271" y="17838"/>
                  <a:pt x="19230" y="17880"/>
                  <a:pt x="19230" y="17901"/>
                </a:cubicBezTo>
                <a:cubicBezTo>
                  <a:pt x="18476" y="17524"/>
                  <a:pt x="17723" y="17169"/>
                  <a:pt x="16928" y="16939"/>
                </a:cubicBezTo>
                <a:cubicBezTo>
                  <a:pt x="16907" y="16227"/>
                  <a:pt x="16865" y="15495"/>
                  <a:pt x="16823" y="14783"/>
                </a:cubicBezTo>
                <a:lnTo>
                  <a:pt x="16823" y="14783"/>
                </a:lnTo>
                <a:cubicBezTo>
                  <a:pt x="17409" y="15097"/>
                  <a:pt x="17807" y="15516"/>
                  <a:pt x="18079" y="16123"/>
                </a:cubicBezTo>
                <a:cubicBezTo>
                  <a:pt x="18108" y="16152"/>
                  <a:pt x="18148" y="16182"/>
                  <a:pt x="18192" y="16182"/>
                </a:cubicBezTo>
                <a:cubicBezTo>
                  <a:pt x="18209" y="16182"/>
                  <a:pt x="18228" y="16177"/>
                  <a:pt x="18246" y="16164"/>
                </a:cubicBezTo>
                <a:cubicBezTo>
                  <a:pt x="19062" y="15641"/>
                  <a:pt x="19606" y="14867"/>
                  <a:pt x="19795" y="13988"/>
                </a:cubicBezTo>
                <a:close/>
                <a:moveTo>
                  <a:pt x="19271" y="16248"/>
                </a:moveTo>
                <a:cubicBezTo>
                  <a:pt x="20359" y="16834"/>
                  <a:pt x="21573" y="17273"/>
                  <a:pt x="22766" y="17629"/>
                </a:cubicBezTo>
                <a:lnTo>
                  <a:pt x="22766" y="18006"/>
                </a:lnTo>
                <a:cubicBezTo>
                  <a:pt x="21950" y="17566"/>
                  <a:pt x="20966" y="17127"/>
                  <a:pt x="20025" y="16918"/>
                </a:cubicBezTo>
                <a:cubicBezTo>
                  <a:pt x="19920" y="16834"/>
                  <a:pt x="19732" y="16750"/>
                  <a:pt x="19606" y="16688"/>
                </a:cubicBezTo>
                <a:cubicBezTo>
                  <a:pt x="19439" y="16604"/>
                  <a:pt x="19292" y="16541"/>
                  <a:pt x="19104" y="16541"/>
                </a:cubicBezTo>
                <a:cubicBezTo>
                  <a:pt x="19083" y="16478"/>
                  <a:pt x="19083" y="16395"/>
                  <a:pt x="19125" y="16353"/>
                </a:cubicBezTo>
                <a:cubicBezTo>
                  <a:pt x="19167" y="16311"/>
                  <a:pt x="19209" y="16269"/>
                  <a:pt x="19271" y="16248"/>
                </a:cubicBezTo>
                <a:close/>
                <a:moveTo>
                  <a:pt x="3307" y="11750"/>
                </a:moveTo>
                <a:lnTo>
                  <a:pt x="3307" y="11750"/>
                </a:lnTo>
                <a:cubicBezTo>
                  <a:pt x="4123" y="11917"/>
                  <a:pt x="4897" y="12252"/>
                  <a:pt x="5713" y="12461"/>
                </a:cubicBezTo>
                <a:cubicBezTo>
                  <a:pt x="6613" y="12691"/>
                  <a:pt x="7491" y="12879"/>
                  <a:pt x="8412" y="13026"/>
                </a:cubicBezTo>
                <a:lnTo>
                  <a:pt x="8454" y="13026"/>
                </a:lnTo>
                <a:cubicBezTo>
                  <a:pt x="8517" y="14867"/>
                  <a:pt x="8559" y="16688"/>
                  <a:pt x="8642" y="18529"/>
                </a:cubicBezTo>
                <a:cubicBezTo>
                  <a:pt x="7705" y="18039"/>
                  <a:pt x="6431" y="17688"/>
                  <a:pt x="5250" y="17688"/>
                </a:cubicBezTo>
                <a:cubicBezTo>
                  <a:pt x="4716" y="17688"/>
                  <a:pt x="4202" y="17759"/>
                  <a:pt x="3746" y="17922"/>
                </a:cubicBezTo>
                <a:cubicBezTo>
                  <a:pt x="4332" y="16980"/>
                  <a:pt x="4583" y="15913"/>
                  <a:pt x="4478" y="14804"/>
                </a:cubicBezTo>
                <a:cubicBezTo>
                  <a:pt x="4374" y="13800"/>
                  <a:pt x="3955" y="12587"/>
                  <a:pt x="3307" y="11750"/>
                </a:cubicBezTo>
                <a:close/>
                <a:moveTo>
                  <a:pt x="23038" y="13382"/>
                </a:moveTo>
                <a:cubicBezTo>
                  <a:pt x="23038" y="15181"/>
                  <a:pt x="23059" y="17043"/>
                  <a:pt x="23393" y="18822"/>
                </a:cubicBezTo>
                <a:cubicBezTo>
                  <a:pt x="23352" y="18822"/>
                  <a:pt x="23310" y="18780"/>
                  <a:pt x="23268" y="18780"/>
                </a:cubicBezTo>
                <a:cubicBezTo>
                  <a:pt x="23240" y="18774"/>
                  <a:pt x="23210" y="18772"/>
                  <a:pt x="23180" y="18772"/>
                </a:cubicBezTo>
                <a:cubicBezTo>
                  <a:pt x="23097" y="18772"/>
                  <a:pt x="23010" y="18791"/>
                  <a:pt x="22933" y="18822"/>
                </a:cubicBezTo>
                <a:cubicBezTo>
                  <a:pt x="22954" y="18424"/>
                  <a:pt x="22954" y="18048"/>
                  <a:pt x="22954" y="17671"/>
                </a:cubicBezTo>
                <a:cubicBezTo>
                  <a:pt x="22996" y="17629"/>
                  <a:pt x="22996" y="17566"/>
                  <a:pt x="22954" y="17524"/>
                </a:cubicBezTo>
                <a:cubicBezTo>
                  <a:pt x="22954" y="16248"/>
                  <a:pt x="22933" y="14951"/>
                  <a:pt x="22870" y="13654"/>
                </a:cubicBezTo>
                <a:cubicBezTo>
                  <a:pt x="22870" y="13633"/>
                  <a:pt x="22849" y="13622"/>
                  <a:pt x="22826" y="13622"/>
                </a:cubicBezTo>
                <a:cubicBezTo>
                  <a:pt x="22802" y="13622"/>
                  <a:pt x="22776" y="13633"/>
                  <a:pt x="22766" y="13654"/>
                </a:cubicBezTo>
                <a:cubicBezTo>
                  <a:pt x="22766" y="13612"/>
                  <a:pt x="22766" y="13549"/>
                  <a:pt x="22787" y="13507"/>
                </a:cubicBezTo>
                <a:cubicBezTo>
                  <a:pt x="22828" y="13444"/>
                  <a:pt x="22870" y="13403"/>
                  <a:pt x="22933" y="13382"/>
                </a:cubicBezTo>
                <a:close/>
                <a:moveTo>
                  <a:pt x="16970" y="16980"/>
                </a:moveTo>
                <a:lnTo>
                  <a:pt x="16970" y="16980"/>
                </a:lnTo>
                <a:cubicBezTo>
                  <a:pt x="17618" y="17462"/>
                  <a:pt x="18434" y="17734"/>
                  <a:pt x="19167" y="18048"/>
                </a:cubicBezTo>
                <a:cubicBezTo>
                  <a:pt x="19481" y="18194"/>
                  <a:pt x="19795" y="18341"/>
                  <a:pt x="20108" y="18466"/>
                </a:cubicBezTo>
                <a:cubicBezTo>
                  <a:pt x="20255" y="18550"/>
                  <a:pt x="20422" y="18613"/>
                  <a:pt x="20590" y="18675"/>
                </a:cubicBezTo>
                <a:cubicBezTo>
                  <a:pt x="20673" y="18717"/>
                  <a:pt x="20757" y="18738"/>
                  <a:pt x="20841" y="18780"/>
                </a:cubicBezTo>
                <a:cubicBezTo>
                  <a:pt x="21071" y="18843"/>
                  <a:pt x="21280" y="18989"/>
                  <a:pt x="21406" y="19198"/>
                </a:cubicBezTo>
                <a:lnTo>
                  <a:pt x="21385" y="19198"/>
                </a:lnTo>
                <a:cubicBezTo>
                  <a:pt x="19899" y="18613"/>
                  <a:pt x="18455" y="17922"/>
                  <a:pt x="16991" y="17273"/>
                </a:cubicBezTo>
                <a:cubicBezTo>
                  <a:pt x="16991" y="17169"/>
                  <a:pt x="16991" y="17085"/>
                  <a:pt x="16970" y="16980"/>
                </a:cubicBezTo>
                <a:close/>
                <a:moveTo>
                  <a:pt x="23152" y="19024"/>
                </a:moveTo>
                <a:cubicBezTo>
                  <a:pt x="23222" y="19024"/>
                  <a:pt x="23291" y="19034"/>
                  <a:pt x="23352" y="19052"/>
                </a:cubicBezTo>
                <a:cubicBezTo>
                  <a:pt x="23456" y="19052"/>
                  <a:pt x="23603" y="19136"/>
                  <a:pt x="23707" y="19240"/>
                </a:cubicBezTo>
                <a:cubicBezTo>
                  <a:pt x="23875" y="19387"/>
                  <a:pt x="23916" y="19784"/>
                  <a:pt x="23603" y="19784"/>
                </a:cubicBezTo>
                <a:cubicBezTo>
                  <a:pt x="23582" y="19784"/>
                  <a:pt x="23561" y="19805"/>
                  <a:pt x="23519" y="19826"/>
                </a:cubicBezTo>
                <a:cubicBezTo>
                  <a:pt x="23498" y="19680"/>
                  <a:pt x="23477" y="19554"/>
                  <a:pt x="23456" y="19408"/>
                </a:cubicBezTo>
                <a:cubicBezTo>
                  <a:pt x="23456" y="19387"/>
                  <a:pt x="23456" y="19387"/>
                  <a:pt x="23414" y="19387"/>
                </a:cubicBezTo>
                <a:cubicBezTo>
                  <a:pt x="23398" y="19306"/>
                  <a:pt x="23281" y="19275"/>
                  <a:pt x="23200" y="19275"/>
                </a:cubicBezTo>
                <a:cubicBezTo>
                  <a:pt x="23177" y="19275"/>
                  <a:pt x="23156" y="19277"/>
                  <a:pt x="23142" y="19282"/>
                </a:cubicBezTo>
                <a:cubicBezTo>
                  <a:pt x="23080" y="19303"/>
                  <a:pt x="23038" y="19345"/>
                  <a:pt x="22996" y="19366"/>
                </a:cubicBezTo>
                <a:cubicBezTo>
                  <a:pt x="22975" y="19366"/>
                  <a:pt x="22933" y="19387"/>
                  <a:pt x="22933" y="19449"/>
                </a:cubicBezTo>
                <a:cubicBezTo>
                  <a:pt x="22933" y="19554"/>
                  <a:pt x="22933" y="19659"/>
                  <a:pt x="22891" y="19763"/>
                </a:cubicBezTo>
                <a:cubicBezTo>
                  <a:pt x="22619" y="19721"/>
                  <a:pt x="22515" y="19408"/>
                  <a:pt x="22682" y="19198"/>
                </a:cubicBezTo>
                <a:cubicBezTo>
                  <a:pt x="22801" y="19080"/>
                  <a:pt x="22982" y="19024"/>
                  <a:pt x="23152" y="19024"/>
                </a:cubicBezTo>
                <a:close/>
                <a:moveTo>
                  <a:pt x="23477" y="17796"/>
                </a:moveTo>
                <a:lnTo>
                  <a:pt x="23477" y="17796"/>
                </a:lnTo>
                <a:cubicBezTo>
                  <a:pt x="24105" y="18194"/>
                  <a:pt x="24816" y="18571"/>
                  <a:pt x="25549" y="18864"/>
                </a:cubicBezTo>
                <a:cubicBezTo>
                  <a:pt x="26302" y="19177"/>
                  <a:pt x="27055" y="19408"/>
                  <a:pt x="27808" y="19784"/>
                </a:cubicBezTo>
                <a:cubicBezTo>
                  <a:pt x="27808" y="19805"/>
                  <a:pt x="27850" y="19868"/>
                  <a:pt x="27850" y="19889"/>
                </a:cubicBezTo>
                <a:cubicBezTo>
                  <a:pt x="27850" y="19931"/>
                  <a:pt x="27808" y="19993"/>
                  <a:pt x="27787" y="20035"/>
                </a:cubicBezTo>
                <a:lnTo>
                  <a:pt x="27745" y="20035"/>
                </a:lnTo>
                <a:cubicBezTo>
                  <a:pt x="26323" y="19387"/>
                  <a:pt x="24921" y="18738"/>
                  <a:pt x="23498" y="18152"/>
                </a:cubicBezTo>
                <a:cubicBezTo>
                  <a:pt x="23498" y="18027"/>
                  <a:pt x="23477" y="17901"/>
                  <a:pt x="23477" y="17796"/>
                </a:cubicBezTo>
                <a:close/>
                <a:moveTo>
                  <a:pt x="8600" y="7125"/>
                </a:moveTo>
                <a:cubicBezTo>
                  <a:pt x="8726" y="9553"/>
                  <a:pt x="8872" y="11959"/>
                  <a:pt x="9040" y="14386"/>
                </a:cubicBezTo>
                <a:cubicBezTo>
                  <a:pt x="9186" y="16750"/>
                  <a:pt x="9270" y="19157"/>
                  <a:pt x="9605" y="21458"/>
                </a:cubicBezTo>
                <a:lnTo>
                  <a:pt x="8914" y="21228"/>
                </a:lnTo>
                <a:cubicBezTo>
                  <a:pt x="8872" y="20412"/>
                  <a:pt x="8872" y="19596"/>
                  <a:pt x="8851" y="18780"/>
                </a:cubicBezTo>
                <a:cubicBezTo>
                  <a:pt x="8914" y="18738"/>
                  <a:pt x="8935" y="18633"/>
                  <a:pt x="8851" y="18571"/>
                </a:cubicBezTo>
                <a:cubicBezTo>
                  <a:pt x="8726" y="14804"/>
                  <a:pt x="8538" y="10996"/>
                  <a:pt x="8496" y="7167"/>
                </a:cubicBezTo>
                <a:lnTo>
                  <a:pt x="8496" y="7125"/>
                </a:lnTo>
                <a:close/>
                <a:moveTo>
                  <a:pt x="9165" y="13110"/>
                </a:moveTo>
                <a:lnTo>
                  <a:pt x="9165" y="13110"/>
                </a:lnTo>
                <a:cubicBezTo>
                  <a:pt x="9856" y="13340"/>
                  <a:pt x="10546" y="13486"/>
                  <a:pt x="11258" y="13654"/>
                </a:cubicBezTo>
                <a:cubicBezTo>
                  <a:pt x="12011" y="13842"/>
                  <a:pt x="12785" y="14051"/>
                  <a:pt x="13538" y="14177"/>
                </a:cubicBezTo>
                <a:cubicBezTo>
                  <a:pt x="14061" y="15432"/>
                  <a:pt x="14271" y="16855"/>
                  <a:pt x="14187" y="18215"/>
                </a:cubicBezTo>
                <a:cubicBezTo>
                  <a:pt x="14145" y="18926"/>
                  <a:pt x="13978" y="19596"/>
                  <a:pt x="13664" y="20245"/>
                </a:cubicBezTo>
                <a:cubicBezTo>
                  <a:pt x="13476" y="20642"/>
                  <a:pt x="13120" y="21040"/>
                  <a:pt x="12994" y="21458"/>
                </a:cubicBezTo>
                <a:cubicBezTo>
                  <a:pt x="12262" y="20245"/>
                  <a:pt x="10965" y="19345"/>
                  <a:pt x="9605" y="18926"/>
                </a:cubicBezTo>
                <a:cubicBezTo>
                  <a:pt x="9500" y="17378"/>
                  <a:pt x="9354" y="15809"/>
                  <a:pt x="9249" y="14260"/>
                </a:cubicBezTo>
                <a:cubicBezTo>
                  <a:pt x="9228" y="13863"/>
                  <a:pt x="9186" y="13507"/>
                  <a:pt x="9165" y="13110"/>
                </a:cubicBezTo>
                <a:close/>
                <a:moveTo>
                  <a:pt x="9647" y="19052"/>
                </a:moveTo>
                <a:cubicBezTo>
                  <a:pt x="10714" y="19617"/>
                  <a:pt x="11592" y="20307"/>
                  <a:pt x="12471" y="21144"/>
                </a:cubicBezTo>
                <a:cubicBezTo>
                  <a:pt x="12325" y="21291"/>
                  <a:pt x="12283" y="21563"/>
                  <a:pt x="12178" y="21751"/>
                </a:cubicBezTo>
                <a:cubicBezTo>
                  <a:pt x="12095" y="21898"/>
                  <a:pt x="11906" y="22086"/>
                  <a:pt x="11885" y="22274"/>
                </a:cubicBezTo>
                <a:cubicBezTo>
                  <a:pt x="11237" y="22023"/>
                  <a:pt x="10567" y="21814"/>
                  <a:pt x="9919" y="21605"/>
                </a:cubicBezTo>
                <a:lnTo>
                  <a:pt x="9688" y="21542"/>
                </a:lnTo>
                <a:lnTo>
                  <a:pt x="9709" y="21500"/>
                </a:lnTo>
                <a:cubicBezTo>
                  <a:pt x="9709" y="20642"/>
                  <a:pt x="9688" y="19868"/>
                  <a:pt x="9647" y="19052"/>
                </a:cubicBezTo>
                <a:close/>
                <a:moveTo>
                  <a:pt x="14396" y="16332"/>
                </a:moveTo>
                <a:lnTo>
                  <a:pt x="14396" y="16332"/>
                </a:lnTo>
                <a:cubicBezTo>
                  <a:pt x="14480" y="16374"/>
                  <a:pt x="14585" y="16436"/>
                  <a:pt x="14668" y="16457"/>
                </a:cubicBezTo>
                <a:cubicBezTo>
                  <a:pt x="14919" y="16583"/>
                  <a:pt x="15191" y="16688"/>
                  <a:pt x="15442" y="16834"/>
                </a:cubicBezTo>
                <a:cubicBezTo>
                  <a:pt x="15652" y="16939"/>
                  <a:pt x="15882" y="17106"/>
                  <a:pt x="16133" y="17169"/>
                </a:cubicBezTo>
                <a:cubicBezTo>
                  <a:pt x="16133" y="17566"/>
                  <a:pt x="16154" y="17922"/>
                  <a:pt x="16154" y="18320"/>
                </a:cubicBezTo>
                <a:cubicBezTo>
                  <a:pt x="16196" y="20245"/>
                  <a:pt x="16258" y="22190"/>
                  <a:pt x="16300" y="24157"/>
                </a:cubicBezTo>
                <a:cubicBezTo>
                  <a:pt x="15442" y="23802"/>
                  <a:pt x="14501" y="23697"/>
                  <a:pt x="13580" y="23655"/>
                </a:cubicBezTo>
                <a:cubicBezTo>
                  <a:pt x="13455" y="23362"/>
                  <a:pt x="13350" y="23048"/>
                  <a:pt x="13245" y="22734"/>
                </a:cubicBezTo>
                <a:cubicBezTo>
                  <a:pt x="13234" y="22690"/>
                  <a:pt x="13205" y="22669"/>
                  <a:pt x="13177" y="22669"/>
                </a:cubicBezTo>
                <a:cubicBezTo>
                  <a:pt x="13153" y="22669"/>
                  <a:pt x="13130" y="22684"/>
                  <a:pt x="13120" y="22714"/>
                </a:cubicBezTo>
                <a:cubicBezTo>
                  <a:pt x="12722" y="22546"/>
                  <a:pt x="12367" y="22400"/>
                  <a:pt x="11969" y="22274"/>
                </a:cubicBezTo>
                <a:cubicBezTo>
                  <a:pt x="12157" y="22190"/>
                  <a:pt x="12262" y="21981"/>
                  <a:pt x="12325" y="21856"/>
                </a:cubicBezTo>
                <a:cubicBezTo>
                  <a:pt x="12429" y="21688"/>
                  <a:pt x="12576" y="21458"/>
                  <a:pt x="12597" y="21270"/>
                </a:cubicBezTo>
                <a:lnTo>
                  <a:pt x="12890" y="21563"/>
                </a:lnTo>
                <a:cubicBezTo>
                  <a:pt x="12900" y="21573"/>
                  <a:pt x="12916" y="21578"/>
                  <a:pt x="12934" y="21578"/>
                </a:cubicBezTo>
                <a:cubicBezTo>
                  <a:pt x="12952" y="21578"/>
                  <a:pt x="12973" y="21573"/>
                  <a:pt x="12994" y="21563"/>
                </a:cubicBezTo>
                <a:cubicBezTo>
                  <a:pt x="13455" y="21395"/>
                  <a:pt x="13748" y="20809"/>
                  <a:pt x="13957" y="20391"/>
                </a:cubicBezTo>
                <a:cubicBezTo>
                  <a:pt x="14250" y="19805"/>
                  <a:pt x="14417" y="19177"/>
                  <a:pt x="14480" y="18550"/>
                </a:cubicBezTo>
                <a:cubicBezTo>
                  <a:pt x="14564" y="17838"/>
                  <a:pt x="14522" y="17085"/>
                  <a:pt x="14396" y="16332"/>
                </a:cubicBezTo>
                <a:close/>
                <a:moveTo>
                  <a:pt x="19083" y="16667"/>
                </a:moveTo>
                <a:cubicBezTo>
                  <a:pt x="19188" y="16750"/>
                  <a:pt x="19334" y="16792"/>
                  <a:pt x="19481" y="16855"/>
                </a:cubicBezTo>
                <a:cubicBezTo>
                  <a:pt x="19585" y="16897"/>
                  <a:pt x="19711" y="16960"/>
                  <a:pt x="19815" y="16980"/>
                </a:cubicBezTo>
                <a:cubicBezTo>
                  <a:pt x="20736" y="17462"/>
                  <a:pt x="21803" y="17817"/>
                  <a:pt x="22766" y="18131"/>
                </a:cubicBezTo>
                <a:cubicBezTo>
                  <a:pt x="22766" y="18361"/>
                  <a:pt x="22787" y="18613"/>
                  <a:pt x="22787" y="18843"/>
                </a:cubicBezTo>
                <a:cubicBezTo>
                  <a:pt x="22598" y="18926"/>
                  <a:pt x="22431" y="19052"/>
                  <a:pt x="22368" y="19261"/>
                </a:cubicBezTo>
                <a:cubicBezTo>
                  <a:pt x="22305" y="19575"/>
                  <a:pt x="22515" y="19889"/>
                  <a:pt x="22828" y="19889"/>
                </a:cubicBezTo>
                <a:lnTo>
                  <a:pt x="22849" y="19889"/>
                </a:lnTo>
                <a:cubicBezTo>
                  <a:pt x="22828" y="21437"/>
                  <a:pt x="22849" y="23006"/>
                  <a:pt x="22849" y="24576"/>
                </a:cubicBezTo>
                <a:cubicBezTo>
                  <a:pt x="22441" y="24323"/>
                  <a:pt x="21925" y="24197"/>
                  <a:pt x="21435" y="24197"/>
                </a:cubicBezTo>
                <a:cubicBezTo>
                  <a:pt x="21397" y="24197"/>
                  <a:pt x="21359" y="24198"/>
                  <a:pt x="21322" y="24199"/>
                </a:cubicBezTo>
                <a:cubicBezTo>
                  <a:pt x="21468" y="23802"/>
                  <a:pt x="21594" y="23383"/>
                  <a:pt x="21678" y="22965"/>
                </a:cubicBezTo>
                <a:cubicBezTo>
                  <a:pt x="21803" y="22379"/>
                  <a:pt x="21845" y="21751"/>
                  <a:pt x="21845" y="21123"/>
                </a:cubicBezTo>
                <a:cubicBezTo>
                  <a:pt x="21845" y="20600"/>
                  <a:pt x="21887" y="19868"/>
                  <a:pt x="21573" y="19408"/>
                </a:cubicBezTo>
                <a:cubicBezTo>
                  <a:pt x="22117" y="18968"/>
                  <a:pt x="20987" y="18675"/>
                  <a:pt x="20736" y="18571"/>
                </a:cubicBezTo>
                <a:cubicBezTo>
                  <a:pt x="20318" y="18403"/>
                  <a:pt x="19857" y="18215"/>
                  <a:pt x="19439" y="18006"/>
                </a:cubicBezTo>
                <a:cubicBezTo>
                  <a:pt x="19585" y="17838"/>
                  <a:pt x="19481" y="17524"/>
                  <a:pt x="19418" y="17357"/>
                </a:cubicBezTo>
                <a:cubicBezTo>
                  <a:pt x="19334" y="17106"/>
                  <a:pt x="19209" y="16876"/>
                  <a:pt x="19062" y="16667"/>
                </a:cubicBezTo>
                <a:close/>
                <a:moveTo>
                  <a:pt x="6508" y="20935"/>
                </a:moveTo>
                <a:cubicBezTo>
                  <a:pt x="6675" y="21646"/>
                  <a:pt x="7094" y="22316"/>
                  <a:pt x="7450" y="22923"/>
                </a:cubicBezTo>
                <a:cubicBezTo>
                  <a:pt x="7784" y="23488"/>
                  <a:pt x="8140" y="24095"/>
                  <a:pt x="8559" y="24618"/>
                </a:cubicBezTo>
                <a:cubicBezTo>
                  <a:pt x="7178" y="24806"/>
                  <a:pt x="5797" y="25015"/>
                  <a:pt x="4416" y="25203"/>
                </a:cubicBezTo>
                <a:cubicBezTo>
                  <a:pt x="3077" y="25350"/>
                  <a:pt x="1717" y="25455"/>
                  <a:pt x="377" y="25685"/>
                </a:cubicBezTo>
                <a:cubicBezTo>
                  <a:pt x="1005" y="24283"/>
                  <a:pt x="1465" y="22797"/>
                  <a:pt x="1926" y="21333"/>
                </a:cubicBezTo>
                <a:cubicBezTo>
                  <a:pt x="2064" y="21345"/>
                  <a:pt x="2201" y="21350"/>
                  <a:pt x="2337" y="21350"/>
                </a:cubicBezTo>
                <a:cubicBezTo>
                  <a:pt x="2906" y="21350"/>
                  <a:pt x="3465" y="21262"/>
                  <a:pt x="4039" y="21228"/>
                </a:cubicBezTo>
                <a:cubicBezTo>
                  <a:pt x="4855" y="21144"/>
                  <a:pt x="5629" y="21061"/>
                  <a:pt x="6445" y="20956"/>
                </a:cubicBezTo>
                <a:cubicBezTo>
                  <a:pt x="6466" y="20956"/>
                  <a:pt x="6508" y="20956"/>
                  <a:pt x="6508" y="20935"/>
                </a:cubicBezTo>
                <a:close/>
                <a:moveTo>
                  <a:pt x="17012" y="17462"/>
                </a:moveTo>
                <a:lnTo>
                  <a:pt x="17012" y="17462"/>
                </a:lnTo>
                <a:cubicBezTo>
                  <a:pt x="18351" y="18215"/>
                  <a:pt x="19857" y="18864"/>
                  <a:pt x="21364" y="19408"/>
                </a:cubicBezTo>
                <a:lnTo>
                  <a:pt x="21427" y="19408"/>
                </a:lnTo>
                <a:cubicBezTo>
                  <a:pt x="21427" y="19408"/>
                  <a:pt x="21468" y="19408"/>
                  <a:pt x="21468" y="19449"/>
                </a:cubicBezTo>
                <a:cubicBezTo>
                  <a:pt x="21479" y="19460"/>
                  <a:pt x="21495" y="19465"/>
                  <a:pt x="21510" y="19465"/>
                </a:cubicBezTo>
                <a:cubicBezTo>
                  <a:pt x="21526" y="19465"/>
                  <a:pt x="21542" y="19460"/>
                  <a:pt x="21552" y="19449"/>
                </a:cubicBezTo>
                <a:lnTo>
                  <a:pt x="21552" y="19449"/>
                </a:lnTo>
                <a:cubicBezTo>
                  <a:pt x="21427" y="19931"/>
                  <a:pt x="21594" y="20517"/>
                  <a:pt x="21594" y="21019"/>
                </a:cubicBezTo>
                <a:cubicBezTo>
                  <a:pt x="21594" y="21688"/>
                  <a:pt x="21510" y="22337"/>
                  <a:pt x="21385" y="23006"/>
                </a:cubicBezTo>
                <a:cubicBezTo>
                  <a:pt x="21113" y="24178"/>
                  <a:pt x="20631" y="25266"/>
                  <a:pt x="19941" y="26271"/>
                </a:cubicBezTo>
                <a:cubicBezTo>
                  <a:pt x="19376" y="25434"/>
                  <a:pt x="18497" y="24618"/>
                  <a:pt x="17493" y="24408"/>
                </a:cubicBezTo>
                <a:cubicBezTo>
                  <a:pt x="17326" y="22483"/>
                  <a:pt x="17179" y="20537"/>
                  <a:pt x="17074" y="18633"/>
                </a:cubicBezTo>
                <a:cubicBezTo>
                  <a:pt x="17033" y="18236"/>
                  <a:pt x="17012" y="17838"/>
                  <a:pt x="17012" y="17462"/>
                </a:cubicBezTo>
                <a:close/>
                <a:moveTo>
                  <a:pt x="6613" y="20726"/>
                </a:moveTo>
                <a:cubicBezTo>
                  <a:pt x="7680" y="21123"/>
                  <a:pt x="8810" y="21374"/>
                  <a:pt x="9877" y="21772"/>
                </a:cubicBezTo>
                <a:cubicBezTo>
                  <a:pt x="10965" y="22128"/>
                  <a:pt x="12053" y="22546"/>
                  <a:pt x="13141" y="22944"/>
                </a:cubicBezTo>
                <a:lnTo>
                  <a:pt x="13162" y="22944"/>
                </a:lnTo>
                <a:cubicBezTo>
                  <a:pt x="13455" y="24471"/>
                  <a:pt x="14313" y="25664"/>
                  <a:pt x="15442" y="26626"/>
                </a:cubicBezTo>
                <a:cubicBezTo>
                  <a:pt x="14480" y="26354"/>
                  <a:pt x="13476" y="26103"/>
                  <a:pt x="12513" y="25831"/>
                </a:cubicBezTo>
                <a:cubicBezTo>
                  <a:pt x="11341" y="25455"/>
                  <a:pt x="10170" y="24994"/>
                  <a:pt x="8956" y="24680"/>
                </a:cubicBezTo>
                <a:cubicBezTo>
                  <a:pt x="8538" y="24053"/>
                  <a:pt x="8077" y="23446"/>
                  <a:pt x="7680" y="22797"/>
                </a:cubicBezTo>
                <a:cubicBezTo>
                  <a:pt x="7282" y="22128"/>
                  <a:pt x="7031" y="21395"/>
                  <a:pt x="6613" y="20768"/>
                </a:cubicBezTo>
                <a:lnTo>
                  <a:pt x="6613" y="20726"/>
                </a:lnTo>
                <a:close/>
                <a:moveTo>
                  <a:pt x="13748" y="23885"/>
                </a:moveTo>
                <a:lnTo>
                  <a:pt x="13748" y="23885"/>
                </a:lnTo>
                <a:cubicBezTo>
                  <a:pt x="14626" y="23969"/>
                  <a:pt x="15463" y="24178"/>
                  <a:pt x="16363" y="24325"/>
                </a:cubicBezTo>
                <a:cubicBezTo>
                  <a:pt x="16384" y="25224"/>
                  <a:pt x="16405" y="26103"/>
                  <a:pt x="16447" y="27024"/>
                </a:cubicBezTo>
                <a:cubicBezTo>
                  <a:pt x="15317" y="26187"/>
                  <a:pt x="14375" y="25162"/>
                  <a:pt x="13748" y="23885"/>
                </a:cubicBezTo>
                <a:close/>
                <a:moveTo>
                  <a:pt x="23477" y="18320"/>
                </a:moveTo>
                <a:lnTo>
                  <a:pt x="23477" y="18320"/>
                </a:lnTo>
                <a:cubicBezTo>
                  <a:pt x="24837" y="18968"/>
                  <a:pt x="26239" y="19575"/>
                  <a:pt x="27662" y="20182"/>
                </a:cubicBezTo>
                <a:lnTo>
                  <a:pt x="27704" y="20182"/>
                </a:lnTo>
                <a:cubicBezTo>
                  <a:pt x="27704" y="20203"/>
                  <a:pt x="27704" y="20203"/>
                  <a:pt x="27745" y="20224"/>
                </a:cubicBezTo>
                <a:cubicBezTo>
                  <a:pt x="28394" y="22797"/>
                  <a:pt x="27997" y="25455"/>
                  <a:pt x="26302" y="27526"/>
                </a:cubicBezTo>
                <a:cubicBezTo>
                  <a:pt x="25988" y="26312"/>
                  <a:pt x="25172" y="25308"/>
                  <a:pt x="24000" y="24848"/>
                </a:cubicBezTo>
                <a:cubicBezTo>
                  <a:pt x="24000" y="24785"/>
                  <a:pt x="24000" y="24701"/>
                  <a:pt x="23979" y="24639"/>
                </a:cubicBezTo>
                <a:cubicBezTo>
                  <a:pt x="23833" y="23132"/>
                  <a:pt x="23812" y="21542"/>
                  <a:pt x="23561" y="20014"/>
                </a:cubicBezTo>
                <a:lnTo>
                  <a:pt x="23603" y="20014"/>
                </a:lnTo>
                <a:cubicBezTo>
                  <a:pt x="23896" y="19993"/>
                  <a:pt x="24105" y="19721"/>
                  <a:pt x="24084" y="19449"/>
                </a:cubicBezTo>
                <a:cubicBezTo>
                  <a:pt x="24042" y="19157"/>
                  <a:pt x="23770" y="18947"/>
                  <a:pt x="23498" y="18843"/>
                </a:cubicBezTo>
                <a:lnTo>
                  <a:pt x="23498" y="18822"/>
                </a:lnTo>
                <a:cubicBezTo>
                  <a:pt x="23498" y="18654"/>
                  <a:pt x="23477" y="18466"/>
                  <a:pt x="23477" y="18320"/>
                </a:cubicBezTo>
                <a:close/>
                <a:moveTo>
                  <a:pt x="8538" y="24890"/>
                </a:moveTo>
                <a:lnTo>
                  <a:pt x="8538" y="24890"/>
                </a:lnTo>
                <a:cubicBezTo>
                  <a:pt x="7910" y="25434"/>
                  <a:pt x="7366" y="26103"/>
                  <a:pt x="6843" y="26773"/>
                </a:cubicBezTo>
                <a:cubicBezTo>
                  <a:pt x="6822" y="26815"/>
                  <a:pt x="6822" y="26835"/>
                  <a:pt x="6843" y="26898"/>
                </a:cubicBezTo>
                <a:cubicBezTo>
                  <a:pt x="6822" y="26898"/>
                  <a:pt x="6780" y="26919"/>
                  <a:pt x="6759" y="26940"/>
                </a:cubicBezTo>
                <a:lnTo>
                  <a:pt x="4730" y="27254"/>
                </a:lnTo>
                <a:cubicBezTo>
                  <a:pt x="3997" y="27359"/>
                  <a:pt x="3181" y="27421"/>
                  <a:pt x="2449" y="27631"/>
                </a:cubicBezTo>
                <a:cubicBezTo>
                  <a:pt x="1821" y="27003"/>
                  <a:pt x="1089" y="26459"/>
                  <a:pt x="419" y="25831"/>
                </a:cubicBezTo>
                <a:cubicBezTo>
                  <a:pt x="1863" y="25768"/>
                  <a:pt x="3286" y="25559"/>
                  <a:pt x="4667" y="25371"/>
                </a:cubicBezTo>
                <a:cubicBezTo>
                  <a:pt x="5943" y="25224"/>
                  <a:pt x="7261" y="25057"/>
                  <a:pt x="8538" y="24890"/>
                </a:cubicBezTo>
                <a:close/>
                <a:moveTo>
                  <a:pt x="16512" y="9387"/>
                </a:moveTo>
                <a:cubicBezTo>
                  <a:pt x="16541" y="9387"/>
                  <a:pt x="16570" y="9404"/>
                  <a:pt x="16593" y="9427"/>
                </a:cubicBezTo>
                <a:cubicBezTo>
                  <a:pt x="16468" y="10913"/>
                  <a:pt x="16593" y="12461"/>
                  <a:pt x="16656" y="13947"/>
                </a:cubicBezTo>
                <a:cubicBezTo>
                  <a:pt x="16656" y="15537"/>
                  <a:pt x="16698" y="17085"/>
                  <a:pt x="16782" y="18613"/>
                </a:cubicBezTo>
                <a:cubicBezTo>
                  <a:pt x="16928" y="21646"/>
                  <a:pt x="17179" y="24680"/>
                  <a:pt x="17493" y="27672"/>
                </a:cubicBezTo>
                <a:cubicBezTo>
                  <a:pt x="17200" y="27526"/>
                  <a:pt x="16928" y="27338"/>
                  <a:pt x="16677" y="27149"/>
                </a:cubicBezTo>
                <a:lnTo>
                  <a:pt x="16593" y="24325"/>
                </a:lnTo>
                <a:cubicBezTo>
                  <a:pt x="16656" y="24325"/>
                  <a:pt x="16698" y="24241"/>
                  <a:pt x="16656" y="24220"/>
                </a:cubicBezTo>
                <a:cubicBezTo>
                  <a:pt x="16614" y="24220"/>
                  <a:pt x="16614" y="24220"/>
                  <a:pt x="16593" y="24199"/>
                </a:cubicBezTo>
                <a:cubicBezTo>
                  <a:pt x="16551" y="22211"/>
                  <a:pt x="16468" y="20245"/>
                  <a:pt x="16405" y="18257"/>
                </a:cubicBezTo>
                <a:cubicBezTo>
                  <a:pt x="16384" y="16980"/>
                  <a:pt x="16342" y="15683"/>
                  <a:pt x="16342" y="14386"/>
                </a:cubicBezTo>
                <a:lnTo>
                  <a:pt x="16342" y="14386"/>
                </a:lnTo>
                <a:cubicBezTo>
                  <a:pt x="16350" y="14394"/>
                  <a:pt x="16357" y="14397"/>
                  <a:pt x="16364" y="14397"/>
                </a:cubicBezTo>
                <a:cubicBezTo>
                  <a:pt x="16390" y="14397"/>
                  <a:pt x="16401" y="14336"/>
                  <a:pt x="16384" y="14302"/>
                </a:cubicBezTo>
                <a:lnTo>
                  <a:pt x="16342" y="14260"/>
                </a:lnTo>
                <a:lnTo>
                  <a:pt x="16342" y="13905"/>
                </a:lnTo>
                <a:cubicBezTo>
                  <a:pt x="16300" y="12398"/>
                  <a:pt x="16384" y="10913"/>
                  <a:pt x="16363" y="9448"/>
                </a:cubicBezTo>
                <a:cubicBezTo>
                  <a:pt x="16384" y="9448"/>
                  <a:pt x="16405" y="9448"/>
                  <a:pt x="16447" y="9427"/>
                </a:cubicBezTo>
                <a:cubicBezTo>
                  <a:pt x="16466" y="9399"/>
                  <a:pt x="16489" y="9387"/>
                  <a:pt x="16512" y="9387"/>
                </a:cubicBezTo>
                <a:close/>
                <a:moveTo>
                  <a:pt x="6864" y="27212"/>
                </a:moveTo>
                <a:cubicBezTo>
                  <a:pt x="7198" y="27421"/>
                  <a:pt x="7512" y="27672"/>
                  <a:pt x="7784" y="27965"/>
                </a:cubicBezTo>
                <a:cubicBezTo>
                  <a:pt x="5901" y="28070"/>
                  <a:pt x="3997" y="28196"/>
                  <a:pt x="2135" y="28447"/>
                </a:cubicBezTo>
                <a:cubicBezTo>
                  <a:pt x="2240" y="28196"/>
                  <a:pt x="2365" y="27986"/>
                  <a:pt x="2553" y="27819"/>
                </a:cubicBezTo>
                <a:cubicBezTo>
                  <a:pt x="2574" y="27777"/>
                  <a:pt x="2574" y="27777"/>
                  <a:pt x="2574" y="27756"/>
                </a:cubicBezTo>
                <a:cubicBezTo>
                  <a:pt x="2623" y="27758"/>
                  <a:pt x="2672" y="27758"/>
                  <a:pt x="2721" y="27758"/>
                </a:cubicBezTo>
                <a:cubicBezTo>
                  <a:pt x="3329" y="27758"/>
                  <a:pt x="3982" y="27645"/>
                  <a:pt x="4562" y="27568"/>
                </a:cubicBezTo>
                <a:cubicBezTo>
                  <a:pt x="5315" y="27463"/>
                  <a:pt x="6110" y="27359"/>
                  <a:pt x="6864" y="27212"/>
                </a:cubicBezTo>
                <a:close/>
                <a:moveTo>
                  <a:pt x="21217" y="24408"/>
                </a:moveTo>
                <a:cubicBezTo>
                  <a:pt x="21782" y="24471"/>
                  <a:pt x="22263" y="24576"/>
                  <a:pt x="22828" y="24722"/>
                </a:cubicBezTo>
                <a:cubicBezTo>
                  <a:pt x="22849" y="25873"/>
                  <a:pt x="22828" y="27003"/>
                  <a:pt x="22828" y="28154"/>
                </a:cubicBezTo>
                <a:cubicBezTo>
                  <a:pt x="21510" y="28175"/>
                  <a:pt x="20318" y="28279"/>
                  <a:pt x="18999" y="28488"/>
                </a:cubicBezTo>
                <a:cubicBezTo>
                  <a:pt x="18581" y="28300"/>
                  <a:pt x="18162" y="28091"/>
                  <a:pt x="17744" y="27861"/>
                </a:cubicBezTo>
                <a:lnTo>
                  <a:pt x="17744" y="27840"/>
                </a:lnTo>
                <a:cubicBezTo>
                  <a:pt x="17639" y="26773"/>
                  <a:pt x="17535" y="25685"/>
                  <a:pt x="17451" y="24618"/>
                </a:cubicBezTo>
                <a:lnTo>
                  <a:pt x="17451" y="24618"/>
                </a:lnTo>
                <a:cubicBezTo>
                  <a:pt x="18393" y="25141"/>
                  <a:pt x="19188" y="25643"/>
                  <a:pt x="19753" y="26605"/>
                </a:cubicBezTo>
                <a:cubicBezTo>
                  <a:pt x="19782" y="26655"/>
                  <a:pt x="19831" y="26676"/>
                  <a:pt x="19880" y="26676"/>
                </a:cubicBezTo>
                <a:cubicBezTo>
                  <a:pt x="19935" y="26676"/>
                  <a:pt x="19992" y="26649"/>
                  <a:pt x="20025" y="26605"/>
                </a:cubicBezTo>
                <a:cubicBezTo>
                  <a:pt x="20506" y="25936"/>
                  <a:pt x="20945" y="25203"/>
                  <a:pt x="21217" y="24408"/>
                </a:cubicBezTo>
                <a:close/>
                <a:moveTo>
                  <a:pt x="33541" y="25559"/>
                </a:moveTo>
                <a:lnTo>
                  <a:pt x="33541" y="25559"/>
                </a:lnTo>
                <a:cubicBezTo>
                  <a:pt x="31888" y="26605"/>
                  <a:pt x="30256" y="27631"/>
                  <a:pt x="28541" y="28614"/>
                </a:cubicBezTo>
                <a:cubicBezTo>
                  <a:pt x="28520" y="28614"/>
                  <a:pt x="28478" y="28614"/>
                  <a:pt x="28436" y="28656"/>
                </a:cubicBezTo>
                <a:lnTo>
                  <a:pt x="28415" y="28677"/>
                </a:lnTo>
                <a:cubicBezTo>
                  <a:pt x="28394" y="28593"/>
                  <a:pt x="28331" y="28551"/>
                  <a:pt x="28289" y="28488"/>
                </a:cubicBezTo>
                <a:cubicBezTo>
                  <a:pt x="30005" y="27463"/>
                  <a:pt x="31763" y="26459"/>
                  <a:pt x="33541" y="25559"/>
                </a:cubicBezTo>
                <a:close/>
                <a:moveTo>
                  <a:pt x="7889" y="28154"/>
                </a:moveTo>
                <a:cubicBezTo>
                  <a:pt x="8098" y="28405"/>
                  <a:pt x="8245" y="28677"/>
                  <a:pt x="8412" y="28970"/>
                </a:cubicBezTo>
                <a:cubicBezTo>
                  <a:pt x="8064" y="28963"/>
                  <a:pt x="7715" y="28960"/>
                  <a:pt x="7367" y="28960"/>
                </a:cubicBezTo>
                <a:cubicBezTo>
                  <a:pt x="5492" y="28960"/>
                  <a:pt x="3607" y="29046"/>
                  <a:pt x="1737" y="29116"/>
                </a:cubicBezTo>
                <a:cubicBezTo>
                  <a:pt x="1821" y="28907"/>
                  <a:pt x="1926" y="28719"/>
                  <a:pt x="2030" y="28551"/>
                </a:cubicBezTo>
                <a:cubicBezTo>
                  <a:pt x="3955" y="28488"/>
                  <a:pt x="5943" y="28342"/>
                  <a:pt x="7868" y="28154"/>
                </a:cubicBezTo>
                <a:close/>
                <a:moveTo>
                  <a:pt x="9019" y="24806"/>
                </a:moveTo>
                <a:cubicBezTo>
                  <a:pt x="10065" y="25329"/>
                  <a:pt x="11216" y="25685"/>
                  <a:pt x="12325" y="26040"/>
                </a:cubicBezTo>
                <a:cubicBezTo>
                  <a:pt x="13517" y="26396"/>
                  <a:pt x="14710" y="26794"/>
                  <a:pt x="15945" y="27003"/>
                </a:cubicBezTo>
                <a:cubicBezTo>
                  <a:pt x="17012" y="27840"/>
                  <a:pt x="18267" y="28488"/>
                  <a:pt x="19481" y="28970"/>
                </a:cubicBezTo>
                <a:cubicBezTo>
                  <a:pt x="20108" y="29221"/>
                  <a:pt x="20799" y="29493"/>
                  <a:pt x="21531" y="29723"/>
                </a:cubicBezTo>
                <a:cubicBezTo>
                  <a:pt x="20694" y="29597"/>
                  <a:pt x="19899" y="29388"/>
                  <a:pt x="19083" y="29095"/>
                </a:cubicBezTo>
                <a:cubicBezTo>
                  <a:pt x="17932" y="28698"/>
                  <a:pt x="16823" y="28091"/>
                  <a:pt x="15673" y="27672"/>
                </a:cubicBezTo>
                <a:cubicBezTo>
                  <a:pt x="14522" y="27254"/>
                  <a:pt x="13329" y="26940"/>
                  <a:pt x="12178" y="26522"/>
                </a:cubicBezTo>
                <a:cubicBezTo>
                  <a:pt x="11007" y="26103"/>
                  <a:pt x="9793" y="25664"/>
                  <a:pt x="8559" y="25350"/>
                </a:cubicBezTo>
                <a:lnTo>
                  <a:pt x="8872" y="24952"/>
                </a:lnTo>
                <a:cubicBezTo>
                  <a:pt x="8914" y="24931"/>
                  <a:pt x="8914" y="24911"/>
                  <a:pt x="8914" y="24890"/>
                </a:cubicBezTo>
                <a:cubicBezTo>
                  <a:pt x="8956" y="24890"/>
                  <a:pt x="8977" y="24848"/>
                  <a:pt x="9019" y="24806"/>
                </a:cubicBezTo>
                <a:close/>
                <a:moveTo>
                  <a:pt x="22828" y="28237"/>
                </a:moveTo>
                <a:lnTo>
                  <a:pt x="22828" y="29807"/>
                </a:lnTo>
                <a:cubicBezTo>
                  <a:pt x="21699" y="29535"/>
                  <a:pt x="20548" y="29116"/>
                  <a:pt x="19543" y="28698"/>
                </a:cubicBezTo>
                <a:cubicBezTo>
                  <a:pt x="19439" y="28656"/>
                  <a:pt x="19334" y="28614"/>
                  <a:pt x="19230" y="28572"/>
                </a:cubicBezTo>
                <a:cubicBezTo>
                  <a:pt x="20422" y="28384"/>
                  <a:pt x="21636" y="28279"/>
                  <a:pt x="22828" y="28237"/>
                </a:cubicBezTo>
                <a:close/>
                <a:moveTo>
                  <a:pt x="8538" y="29179"/>
                </a:moveTo>
                <a:cubicBezTo>
                  <a:pt x="8621" y="29346"/>
                  <a:pt x="8705" y="29556"/>
                  <a:pt x="8747" y="29744"/>
                </a:cubicBezTo>
                <a:cubicBezTo>
                  <a:pt x="6341" y="29765"/>
                  <a:pt x="3934" y="29807"/>
                  <a:pt x="1528" y="29869"/>
                </a:cubicBezTo>
                <a:cubicBezTo>
                  <a:pt x="1549" y="29639"/>
                  <a:pt x="1633" y="29430"/>
                  <a:pt x="1717" y="29221"/>
                </a:cubicBezTo>
                <a:cubicBezTo>
                  <a:pt x="2857" y="29231"/>
                  <a:pt x="3992" y="29247"/>
                  <a:pt x="5127" y="29247"/>
                </a:cubicBezTo>
                <a:cubicBezTo>
                  <a:pt x="6262" y="29247"/>
                  <a:pt x="7397" y="29231"/>
                  <a:pt x="8538" y="29179"/>
                </a:cubicBezTo>
                <a:close/>
                <a:moveTo>
                  <a:pt x="28310" y="29116"/>
                </a:moveTo>
                <a:lnTo>
                  <a:pt x="28310" y="29116"/>
                </a:lnTo>
                <a:cubicBezTo>
                  <a:pt x="28269" y="29304"/>
                  <a:pt x="28206" y="29493"/>
                  <a:pt x="28164" y="29702"/>
                </a:cubicBezTo>
                <a:cubicBezTo>
                  <a:pt x="27787" y="29744"/>
                  <a:pt x="27432" y="29848"/>
                  <a:pt x="27076" y="29953"/>
                </a:cubicBezTo>
                <a:cubicBezTo>
                  <a:pt x="27536" y="29765"/>
                  <a:pt x="27934" y="29493"/>
                  <a:pt x="28310" y="29116"/>
                </a:cubicBezTo>
                <a:close/>
                <a:moveTo>
                  <a:pt x="23247" y="19470"/>
                </a:moveTo>
                <a:cubicBezTo>
                  <a:pt x="23268" y="19491"/>
                  <a:pt x="23289" y="19512"/>
                  <a:pt x="23352" y="19512"/>
                </a:cubicBezTo>
                <a:cubicBezTo>
                  <a:pt x="23289" y="21249"/>
                  <a:pt x="23582" y="23048"/>
                  <a:pt x="23728" y="24806"/>
                </a:cubicBezTo>
                <a:cubicBezTo>
                  <a:pt x="23896" y="26522"/>
                  <a:pt x="24042" y="28279"/>
                  <a:pt x="24209" y="30037"/>
                </a:cubicBezTo>
                <a:cubicBezTo>
                  <a:pt x="23833" y="30016"/>
                  <a:pt x="23456" y="29932"/>
                  <a:pt x="23080" y="29848"/>
                </a:cubicBezTo>
                <a:cubicBezTo>
                  <a:pt x="23100" y="28133"/>
                  <a:pt x="23080" y="26375"/>
                  <a:pt x="23080" y="24639"/>
                </a:cubicBezTo>
                <a:cubicBezTo>
                  <a:pt x="23080" y="22923"/>
                  <a:pt x="23163" y="21186"/>
                  <a:pt x="23059" y="19491"/>
                </a:cubicBezTo>
                <a:cubicBezTo>
                  <a:pt x="23080" y="19470"/>
                  <a:pt x="23142" y="19470"/>
                  <a:pt x="23163" y="19470"/>
                </a:cubicBezTo>
                <a:close/>
                <a:moveTo>
                  <a:pt x="27377" y="28433"/>
                </a:moveTo>
                <a:cubicBezTo>
                  <a:pt x="27778" y="28433"/>
                  <a:pt x="28157" y="28493"/>
                  <a:pt x="28310" y="28719"/>
                </a:cubicBezTo>
                <a:lnTo>
                  <a:pt x="28331" y="28760"/>
                </a:lnTo>
                <a:cubicBezTo>
                  <a:pt x="27355" y="29700"/>
                  <a:pt x="26183" y="30056"/>
                  <a:pt x="24932" y="30056"/>
                </a:cubicBezTo>
                <a:cubicBezTo>
                  <a:pt x="24762" y="30056"/>
                  <a:pt x="24591" y="30049"/>
                  <a:pt x="24419" y="30037"/>
                </a:cubicBezTo>
                <a:cubicBezTo>
                  <a:pt x="24356" y="29514"/>
                  <a:pt x="24335" y="29012"/>
                  <a:pt x="24293" y="28488"/>
                </a:cubicBezTo>
                <a:lnTo>
                  <a:pt x="24293" y="28488"/>
                </a:lnTo>
                <a:cubicBezTo>
                  <a:pt x="24617" y="28530"/>
                  <a:pt x="24947" y="28546"/>
                  <a:pt x="25279" y="28546"/>
                </a:cubicBezTo>
                <a:cubicBezTo>
                  <a:pt x="25611" y="28546"/>
                  <a:pt x="25946" y="28530"/>
                  <a:pt x="26281" y="28509"/>
                </a:cubicBezTo>
                <a:cubicBezTo>
                  <a:pt x="26516" y="28499"/>
                  <a:pt x="26958" y="28433"/>
                  <a:pt x="27377" y="28433"/>
                </a:cubicBezTo>
                <a:close/>
                <a:moveTo>
                  <a:pt x="8810" y="30016"/>
                </a:moveTo>
                <a:cubicBezTo>
                  <a:pt x="8831" y="30162"/>
                  <a:pt x="8851" y="30351"/>
                  <a:pt x="8872" y="30539"/>
                </a:cubicBezTo>
                <a:lnTo>
                  <a:pt x="8872" y="30602"/>
                </a:lnTo>
                <a:cubicBezTo>
                  <a:pt x="8439" y="30541"/>
                  <a:pt x="7994" y="30516"/>
                  <a:pt x="7548" y="30516"/>
                </a:cubicBezTo>
                <a:cubicBezTo>
                  <a:pt x="6768" y="30516"/>
                  <a:pt x="5985" y="30592"/>
                  <a:pt x="5253" y="30685"/>
                </a:cubicBezTo>
                <a:cubicBezTo>
                  <a:pt x="5169" y="30455"/>
                  <a:pt x="5064" y="30246"/>
                  <a:pt x="4960" y="30016"/>
                </a:cubicBezTo>
                <a:close/>
                <a:moveTo>
                  <a:pt x="1507" y="29953"/>
                </a:moveTo>
                <a:cubicBezTo>
                  <a:pt x="2574" y="29974"/>
                  <a:pt x="3641" y="29974"/>
                  <a:pt x="4730" y="29974"/>
                </a:cubicBezTo>
                <a:cubicBezTo>
                  <a:pt x="4688" y="30225"/>
                  <a:pt x="4667" y="30455"/>
                  <a:pt x="4646" y="30706"/>
                </a:cubicBezTo>
                <a:cubicBezTo>
                  <a:pt x="4625" y="30685"/>
                  <a:pt x="4562" y="30665"/>
                  <a:pt x="4541" y="30665"/>
                </a:cubicBezTo>
                <a:cubicBezTo>
                  <a:pt x="3742" y="30728"/>
                  <a:pt x="2955" y="30756"/>
                  <a:pt x="2162" y="30756"/>
                </a:cubicBezTo>
                <a:cubicBezTo>
                  <a:pt x="1916" y="30756"/>
                  <a:pt x="1671" y="30753"/>
                  <a:pt x="1424" y="30748"/>
                </a:cubicBezTo>
                <a:cubicBezTo>
                  <a:pt x="1424" y="30476"/>
                  <a:pt x="1445" y="30225"/>
                  <a:pt x="1507" y="29953"/>
                </a:cubicBezTo>
                <a:close/>
                <a:moveTo>
                  <a:pt x="8475" y="25455"/>
                </a:moveTo>
                <a:cubicBezTo>
                  <a:pt x="10839" y="26459"/>
                  <a:pt x="13329" y="27087"/>
                  <a:pt x="15735" y="27965"/>
                </a:cubicBezTo>
                <a:cubicBezTo>
                  <a:pt x="16907" y="28405"/>
                  <a:pt x="18037" y="28991"/>
                  <a:pt x="19230" y="29409"/>
                </a:cubicBezTo>
                <a:cubicBezTo>
                  <a:pt x="20380" y="29807"/>
                  <a:pt x="21594" y="30037"/>
                  <a:pt x="22787" y="30141"/>
                </a:cubicBezTo>
                <a:cubicBezTo>
                  <a:pt x="22828" y="30141"/>
                  <a:pt x="22849" y="30141"/>
                  <a:pt x="22870" y="30121"/>
                </a:cubicBezTo>
                <a:cubicBezTo>
                  <a:pt x="23598" y="30271"/>
                  <a:pt x="24319" y="30369"/>
                  <a:pt x="25014" y="30369"/>
                </a:cubicBezTo>
                <a:cubicBezTo>
                  <a:pt x="25477" y="30369"/>
                  <a:pt x="25929" y="30326"/>
                  <a:pt x="26365" y="30225"/>
                </a:cubicBezTo>
                <a:cubicBezTo>
                  <a:pt x="26448" y="30243"/>
                  <a:pt x="26531" y="30251"/>
                  <a:pt x="26613" y="30251"/>
                </a:cubicBezTo>
                <a:cubicBezTo>
                  <a:pt x="26822" y="30251"/>
                  <a:pt x="27027" y="30201"/>
                  <a:pt x="27222" y="30141"/>
                </a:cubicBezTo>
                <a:cubicBezTo>
                  <a:pt x="27494" y="30058"/>
                  <a:pt x="27787" y="29974"/>
                  <a:pt x="28080" y="29869"/>
                </a:cubicBezTo>
                <a:lnTo>
                  <a:pt x="28080" y="29869"/>
                </a:lnTo>
                <a:cubicBezTo>
                  <a:pt x="28059" y="30016"/>
                  <a:pt x="27997" y="30183"/>
                  <a:pt x="27913" y="30372"/>
                </a:cubicBezTo>
                <a:cubicBezTo>
                  <a:pt x="27215" y="30524"/>
                  <a:pt x="26514" y="30587"/>
                  <a:pt x="25814" y="30587"/>
                </a:cubicBezTo>
                <a:cubicBezTo>
                  <a:pt x="24687" y="30587"/>
                  <a:pt x="23561" y="30424"/>
                  <a:pt x="22452" y="30204"/>
                </a:cubicBezTo>
                <a:cubicBezTo>
                  <a:pt x="20799" y="29911"/>
                  <a:pt x="19167" y="29514"/>
                  <a:pt x="17535" y="29116"/>
                </a:cubicBezTo>
                <a:cubicBezTo>
                  <a:pt x="14271" y="28279"/>
                  <a:pt x="11132" y="27191"/>
                  <a:pt x="7973" y="26061"/>
                </a:cubicBezTo>
                <a:cubicBezTo>
                  <a:pt x="7961" y="26053"/>
                  <a:pt x="7950" y="26050"/>
                  <a:pt x="7941" y="26050"/>
                </a:cubicBezTo>
                <a:cubicBezTo>
                  <a:pt x="7904" y="26050"/>
                  <a:pt x="7897" y="26111"/>
                  <a:pt x="7931" y="26145"/>
                </a:cubicBezTo>
                <a:cubicBezTo>
                  <a:pt x="11132" y="27526"/>
                  <a:pt x="14501" y="28572"/>
                  <a:pt x="17849" y="29409"/>
                </a:cubicBezTo>
                <a:cubicBezTo>
                  <a:pt x="19543" y="29848"/>
                  <a:pt x="21280" y="30225"/>
                  <a:pt x="23038" y="30539"/>
                </a:cubicBezTo>
                <a:cubicBezTo>
                  <a:pt x="23942" y="30682"/>
                  <a:pt x="24853" y="30784"/>
                  <a:pt x="25763" y="30784"/>
                </a:cubicBezTo>
                <a:cubicBezTo>
                  <a:pt x="26454" y="30784"/>
                  <a:pt x="27143" y="30725"/>
                  <a:pt x="27829" y="30581"/>
                </a:cubicBezTo>
                <a:lnTo>
                  <a:pt x="27829" y="30581"/>
                </a:lnTo>
                <a:cubicBezTo>
                  <a:pt x="27808" y="30685"/>
                  <a:pt x="27766" y="30769"/>
                  <a:pt x="27704" y="30874"/>
                </a:cubicBezTo>
                <a:cubicBezTo>
                  <a:pt x="27030" y="30942"/>
                  <a:pt x="26353" y="30972"/>
                  <a:pt x="25675" y="30972"/>
                </a:cubicBezTo>
                <a:cubicBezTo>
                  <a:pt x="22794" y="30972"/>
                  <a:pt x="19890" y="30420"/>
                  <a:pt x="17095" y="29828"/>
                </a:cubicBezTo>
                <a:cubicBezTo>
                  <a:pt x="13664" y="29095"/>
                  <a:pt x="10421" y="27882"/>
                  <a:pt x="7073" y="26877"/>
                </a:cubicBezTo>
                <a:cubicBezTo>
                  <a:pt x="7533" y="26417"/>
                  <a:pt x="8035" y="25957"/>
                  <a:pt x="8475" y="25455"/>
                </a:cubicBezTo>
                <a:close/>
                <a:moveTo>
                  <a:pt x="5678" y="30787"/>
                </a:moveTo>
                <a:cubicBezTo>
                  <a:pt x="6484" y="30787"/>
                  <a:pt x="7312" y="30823"/>
                  <a:pt x="8123" y="30823"/>
                </a:cubicBezTo>
                <a:cubicBezTo>
                  <a:pt x="8368" y="30823"/>
                  <a:pt x="8611" y="30820"/>
                  <a:pt x="8851" y="30811"/>
                </a:cubicBezTo>
                <a:lnTo>
                  <a:pt x="8851" y="30811"/>
                </a:lnTo>
                <a:cubicBezTo>
                  <a:pt x="8851" y="30978"/>
                  <a:pt x="8851" y="31104"/>
                  <a:pt x="8831" y="31271"/>
                </a:cubicBezTo>
                <a:cubicBezTo>
                  <a:pt x="7701" y="31334"/>
                  <a:pt x="6613" y="31376"/>
                  <a:pt x="5483" y="31397"/>
                </a:cubicBezTo>
                <a:cubicBezTo>
                  <a:pt x="5399" y="31188"/>
                  <a:pt x="5357" y="30999"/>
                  <a:pt x="5274" y="30790"/>
                </a:cubicBezTo>
                <a:cubicBezTo>
                  <a:pt x="5408" y="30788"/>
                  <a:pt x="5542" y="30787"/>
                  <a:pt x="5678" y="30787"/>
                </a:cubicBezTo>
                <a:close/>
                <a:moveTo>
                  <a:pt x="7052" y="26940"/>
                </a:moveTo>
                <a:lnTo>
                  <a:pt x="7052" y="26940"/>
                </a:lnTo>
                <a:cubicBezTo>
                  <a:pt x="10421" y="28175"/>
                  <a:pt x="13894" y="29346"/>
                  <a:pt x="17430" y="30079"/>
                </a:cubicBezTo>
                <a:cubicBezTo>
                  <a:pt x="19104" y="30455"/>
                  <a:pt x="20778" y="30685"/>
                  <a:pt x="22452" y="30895"/>
                </a:cubicBezTo>
                <a:cubicBezTo>
                  <a:pt x="23543" y="31029"/>
                  <a:pt x="24696" y="31156"/>
                  <a:pt x="25825" y="31156"/>
                </a:cubicBezTo>
                <a:cubicBezTo>
                  <a:pt x="26449" y="31156"/>
                  <a:pt x="27066" y="31117"/>
                  <a:pt x="27662" y="31020"/>
                </a:cubicBezTo>
                <a:lnTo>
                  <a:pt x="27662" y="31020"/>
                </a:lnTo>
                <a:cubicBezTo>
                  <a:pt x="27599" y="31125"/>
                  <a:pt x="27536" y="31250"/>
                  <a:pt x="27473" y="31418"/>
                </a:cubicBezTo>
                <a:cubicBezTo>
                  <a:pt x="27453" y="31397"/>
                  <a:pt x="27411" y="31376"/>
                  <a:pt x="27369" y="31376"/>
                </a:cubicBezTo>
                <a:cubicBezTo>
                  <a:pt x="26979" y="31473"/>
                  <a:pt x="26594" y="31507"/>
                  <a:pt x="26207" y="31507"/>
                </a:cubicBezTo>
                <a:cubicBezTo>
                  <a:pt x="25763" y="31507"/>
                  <a:pt x="25317" y="31463"/>
                  <a:pt x="24858" y="31418"/>
                </a:cubicBezTo>
                <a:cubicBezTo>
                  <a:pt x="24042" y="31334"/>
                  <a:pt x="23226" y="31292"/>
                  <a:pt x="22431" y="31188"/>
                </a:cubicBezTo>
                <a:cubicBezTo>
                  <a:pt x="20757" y="31020"/>
                  <a:pt x="19083" y="30811"/>
                  <a:pt x="17409" y="30539"/>
                </a:cubicBezTo>
                <a:cubicBezTo>
                  <a:pt x="14292" y="29974"/>
                  <a:pt x="11279" y="28781"/>
                  <a:pt x="8203" y="27986"/>
                </a:cubicBezTo>
                <a:cubicBezTo>
                  <a:pt x="7889" y="27568"/>
                  <a:pt x="7491" y="27233"/>
                  <a:pt x="7052" y="26940"/>
                </a:cubicBezTo>
                <a:close/>
                <a:moveTo>
                  <a:pt x="4625" y="30790"/>
                </a:moveTo>
                <a:lnTo>
                  <a:pt x="4625" y="30790"/>
                </a:lnTo>
                <a:cubicBezTo>
                  <a:pt x="4562" y="31083"/>
                  <a:pt x="4541" y="31334"/>
                  <a:pt x="4520" y="31606"/>
                </a:cubicBezTo>
                <a:cubicBezTo>
                  <a:pt x="4018" y="31596"/>
                  <a:pt x="3511" y="31590"/>
                  <a:pt x="3006" y="31590"/>
                </a:cubicBezTo>
                <a:cubicBezTo>
                  <a:pt x="2501" y="31590"/>
                  <a:pt x="1999" y="31596"/>
                  <a:pt x="1507" y="31606"/>
                </a:cubicBezTo>
                <a:lnTo>
                  <a:pt x="1507" y="31585"/>
                </a:lnTo>
                <a:cubicBezTo>
                  <a:pt x="1445" y="31313"/>
                  <a:pt x="1424" y="31062"/>
                  <a:pt x="1424" y="30811"/>
                </a:cubicBezTo>
                <a:lnTo>
                  <a:pt x="1424" y="30811"/>
                </a:lnTo>
                <a:cubicBezTo>
                  <a:pt x="2036" y="30860"/>
                  <a:pt x="2642" y="30880"/>
                  <a:pt x="3249" y="30880"/>
                </a:cubicBezTo>
                <a:cubicBezTo>
                  <a:pt x="3678" y="30880"/>
                  <a:pt x="4108" y="30870"/>
                  <a:pt x="4541" y="30853"/>
                </a:cubicBezTo>
                <a:cubicBezTo>
                  <a:pt x="4562" y="30853"/>
                  <a:pt x="4583" y="30811"/>
                  <a:pt x="4625" y="30790"/>
                </a:cubicBezTo>
                <a:close/>
                <a:moveTo>
                  <a:pt x="8328" y="28133"/>
                </a:moveTo>
                <a:cubicBezTo>
                  <a:pt x="9919" y="28677"/>
                  <a:pt x="11551" y="29116"/>
                  <a:pt x="13141" y="29597"/>
                </a:cubicBezTo>
                <a:cubicBezTo>
                  <a:pt x="14710" y="30058"/>
                  <a:pt x="16258" y="30539"/>
                  <a:pt x="17849" y="30790"/>
                </a:cubicBezTo>
                <a:cubicBezTo>
                  <a:pt x="19418" y="31020"/>
                  <a:pt x="20987" y="31209"/>
                  <a:pt x="22556" y="31397"/>
                </a:cubicBezTo>
                <a:cubicBezTo>
                  <a:pt x="23414" y="31481"/>
                  <a:pt x="24251" y="31543"/>
                  <a:pt x="25109" y="31627"/>
                </a:cubicBezTo>
                <a:cubicBezTo>
                  <a:pt x="25519" y="31660"/>
                  <a:pt x="25930" y="31711"/>
                  <a:pt x="26334" y="31711"/>
                </a:cubicBezTo>
                <a:cubicBezTo>
                  <a:pt x="26692" y="31711"/>
                  <a:pt x="27046" y="31671"/>
                  <a:pt x="27390" y="31543"/>
                </a:cubicBezTo>
                <a:lnTo>
                  <a:pt x="27390" y="31543"/>
                </a:lnTo>
                <a:cubicBezTo>
                  <a:pt x="27348" y="31648"/>
                  <a:pt x="27264" y="31753"/>
                  <a:pt x="27222" y="31857"/>
                </a:cubicBezTo>
                <a:lnTo>
                  <a:pt x="27181" y="31857"/>
                </a:lnTo>
                <a:cubicBezTo>
                  <a:pt x="26859" y="31899"/>
                  <a:pt x="26532" y="31916"/>
                  <a:pt x="26202" y="31916"/>
                </a:cubicBezTo>
                <a:cubicBezTo>
                  <a:pt x="25031" y="31916"/>
                  <a:pt x="23825" y="31699"/>
                  <a:pt x="22682" y="31585"/>
                </a:cubicBezTo>
                <a:cubicBezTo>
                  <a:pt x="21155" y="31418"/>
                  <a:pt x="19606" y="31292"/>
                  <a:pt x="18058" y="31125"/>
                </a:cubicBezTo>
                <a:cubicBezTo>
                  <a:pt x="15003" y="30790"/>
                  <a:pt x="11990" y="30246"/>
                  <a:pt x="8998" y="29430"/>
                </a:cubicBezTo>
                <a:cubicBezTo>
                  <a:pt x="8851" y="28970"/>
                  <a:pt x="8642" y="28509"/>
                  <a:pt x="8328" y="28133"/>
                </a:cubicBezTo>
                <a:close/>
                <a:moveTo>
                  <a:pt x="8810" y="31439"/>
                </a:moveTo>
                <a:lnTo>
                  <a:pt x="8810" y="31439"/>
                </a:lnTo>
                <a:cubicBezTo>
                  <a:pt x="8768" y="31648"/>
                  <a:pt x="8705" y="31857"/>
                  <a:pt x="8600" y="32045"/>
                </a:cubicBezTo>
                <a:cubicBezTo>
                  <a:pt x="8350" y="32012"/>
                  <a:pt x="8093" y="31998"/>
                  <a:pt x="7834" y="31998"/>
                </a:cubicBezTo>
                <a:cubicBezTo>
                  <a:pt x="7120" y="31998"/>
                  <a:pt x="6388" y="32105"/>
                  <a:pt x="5713" y="32213"/>
                </a:cubicBezTo>
                <a:cubicBezTo>
                  <a:pt x="5671" y="31962"/>
                  <a:pt x="5587" y="31732"/>
                  <a:pt x="5504" y="31481"/>
                </a:cubicBezTo>
                <a:lnTo>
                  <a:pt x="5504" y="31481"/>
                </a:lnTo>
                <a:cubicBezTo>
                  <a:pt x="5951" y="31523"/>
                  <a:pt x="6396" y="31541"/>
                  <a:pt x="6839" y="31541"/>
                </a:cubicBezTo>
                <a:cubicBezTo>
                  <a:pt x="7495" y="31541"/>
                  <a:pt x="8148" y="31501"/>
                  <a:pt x="8810" y="31439"/>
                </a:cubicBezTo>
                <a:close/>
                <a:moveTo>
                  <a:pt x="1507" y="31690"/>
                </a:moveTo>
                <a:lnTo>
                  <a:pt x="1507" y="31690"/>
                </a:lnTo>
                <a:cubicBezTo>
                  <a:pt x="2491" y="31732"/>
                  <a:pt x="3495" y="31773"/>
                  <a:pt x="4478" y="31773"/>
                </a:cubicBezTo>
                <a:cubicBezTo>
                  <a:pt x="4478" y="31941"/>
                  <a:pt x="4478" y="32108"/>
                  <a:pt x="4458" y="32276"/>
                </a:cubicBezTo>
                <a:cubicBezTo>
                  <a:pt x="3537" y="32276"/>
                  <a:pt x="2658" y="32255"/>
                  <a:pt x="1737" y="32255"/>
                </a:cubicBezTo>
                <a:cubicBezTo>
                  <a:pt x="1633" y="32087"/>
                  <a:pt x="1549" y="31920"/>
                  <a:pt x="1507" y="31690"/>
                </a:cubicBezTo>
                <a:close/>
                <a:moveTo>
                  <a:pt x="9040" y="29639"/>
                </a:moveTo>
                <a:lnTo>
                  <a:pt x="9040" y="29639"/>
                </a:lnTo>
                <a:cubicBezTo>
                  <a:pt x="11906" y="30560"/>
                  <a:pt x="14919" y="30978"/>
                  <a:pt x="17890" y="31313"/>
                </a:cubicBezTo>
                <a:cubicBezTo>
                  <a:pt x="19439" y="31501"/>
                  <a:pt x="20987" y="31648"/>
                  <a:pt x="22536" y="31815"/>
                </a:cubicBezTo>
                <a:cubicBezTo>
                  <a:pt x="23644" y="31925"/>
                  <a:pt x="24812" y="32127"/>
                  <a:pt x="25959" y="32127"/>
                </a:cubicBezTo>
                <a:cubicBezTo>
                  <a:pt x="26348" y="32127"/>
                  <a:pt x="26736" y="32104"/>
                  <a:pt x="27118" y="32045"/>
                </a:cubicBezTo>
                <a:lnTo>
                  <a:pt x="27118" y="32045"/>
                </a:lnTo>
                <a:cubicBezTo>
                  <a:pt x="27034" y="32150"/>
                  <a:pt x="26929" y="32276"/>
                  <a:pt x="26825" y="32422"/>
                </a:cubicBezTo>
                <a:cubicBezTo>
                  <a:pt x="23916" y="32255"/>
                  <a:pt x="21008" y="32108"/>
                  <a:pt x="18142" y="31899"/>
                </a:cubicBezTo>
                <a:cubicBezTo>
                  <a:pt x="15129" y="31648"/>
                  <a:pt x="12199" y="31229"/>
                  <a:pt x="9228" y="30748"/>
                </a:cubicBezTo>
                <a:lnTo>
                  <a:pt x="9186" y="30748"/>
                </a:lnTo>
                <a:cubicBezTo>
                  <a:pt x="9186" y="30372"/>
                  <a:pt x="9144" y="29974"/>
                  <a:pt x="9040" y="29639"/>
                </a:cubicBezTo>
                <a:close/>
                <a:moveTo>
                  <a:pt x="9082" y="31836"/>
                </a:moveTo>
                <a:cubicBezTo>
                  <a:pt x="10714" y="32192"/>
                  <a:pt x="12367" y="32548"/>
                  <a:pt x="14041" y="32757"/>
                </a:cubicBezTo>
                <a:cubicBezTo>
                  <a:pt x="13559" y="32736"/>
                  <a:pt x="13120" y="32736"/>
                  <a:pt x="12680" y="32736"/>
                </a:cubicBezTo>
                <a:cubicBezTo>
                  <a:pt x="11762" y="32707"/>
                  <a:pt x="10824" y="32649"/>
                  <a:pt x="9893" y="32649"/>
                </a:cubicBezTo>
                <a:cubicBezTo>
                  <a:pt x="9467" y="32649"/>
                  <a:pt x="9042" y="32661"/>
                  <a:pt x="8621" y="32694"/>
                </a:cubicBezTo>
                <a:cubicBezTo>
                  <a:pt x="8851" y="32485"/>
                  <a:pt x="9019" y="32171"/>
                  <a:pt x="9082" y="31836"/>
                </a:cubicBezTo>
                <a:close/>
                <a:moveTo>
                  <a:pt x="8517" y="32234"/>
                </a:moveTo>
                <a:lnTo>
                  <a:pt x="8517" y="32234"/>
                </a:lnTo>
                <a:cubicBezTo>
                  <a:pt x="8391" y="32380"/>
                  <a:pt x="8245" y="32527"/>
                  <a:pt x="8077" y="32589"/>
                </a:cubicBezTo>
                <a:cubicBezTo>
                  <a:pt x="7450" y="32882"/>
                  <a:pt x="6613" y="32903"/>
                  <a:pt x="5901" y="32945"/>
                </a:cubicBezTo>
                <a:cubicBezTo>
                  <a:pt x="5880" y="32736"/>
                  <a:pt x="5818" y="32527"/>
                  <a:pt x="5776" y="32338"/>
                </a:cubicBezTo>
                <a:cubicBezTo>
                  <a:pt x="6675" y="32276"/>
                  <a:pt x="7617" y="32338"/>
                  <a:pt x="8517" y="32234"/>
                </a:cubicBezTo>
                <a:close/>
                <a:moveTo>
                  <a:pt x="9207" y="30874"/>
                </a:moveTo>
                <a:cubicBezTo>
                  <a:pt x="12011" y="31606"/>
                  <a:pt x="15024" y="31878"/>
                  <a:pt x="17890" y="32129"/>
                </a:cubicBezTo>
                <a:cubicBezTo>
                  <a:pt x="20841" y="32359"/>
                  <a:pt x="23749" y="32464"/>
                  <a:pt x="26720" y="32610"/>
                </a:cubicBezTo>
                <a:cubicBezTo>
                  <a:pt x="26532" y="32694"/>
                  <a:pt x="26385" y="32841"/>
                  <a:pt x="26218" y="32903"/>
                </a:cubicBezTo>
                <a:cubicBezTo>
                  <a:pt x="26197" y="32903"/>
                  <a:pt x="26197" y="32945"/>
                  <a:pt x="26176" y="32966"/>
                </a:cubicBezTo>
                <a:cubicBezTo>
                  <a:pt x="26176" y="32966"/>
                  <a:pt x="26134" y="32945"/>
                  <a:pt x="26113" y="32945"/>
                </a:cubicBezTo>
                <a:cubicBezTo>
                  <a:pt x="23080" y="32903"/>
                  <a:pt x="20025" y="32778"/>
                  <a:pt x="16991" y="32778"/>
                </a:cubicBezTo>
                <a:lnTo>
                  <a:pt x="15045" y="32778"/>
                </a:lnTo>
                <a:cubicBezTo>
                  <a:pt x="15045" y="32757"/>
                  <a:pt x="15024" y="32736"/>
                  <a:pt x="15003" y="32736"/>
                </a:cubicBezTo>
                <a:cubicBezTo>
                  <a:pt x="13036" y="32359"/>
                  <a:pt x="11069" y="32150"/>
                  <a:pt x="9103" y="31773"/>
                </a:cubicBezTo>
                <a:cubicBezTo>
                  <a:pt x="9186" y="31501"/>
                  <a:pt x="9186" y="31188"/>
                  <a:pt x="9207" y="30916"/>
                </a:cubicBezTo>
                <a:lnTo>
                  <a:pt x="9207" y="30874"/>
                </a:lnTo>
                <a:close/>
                <a:moveTo>
                  <a:pt x="1821" y="32338"/>
                </a:moveTo>
                <a:cubicBezTo>
                  <a:pt x="2700" y="32380"/>
                  <a:pt x="3600" y="32422"/>
                  <a:pt x="4458" y="32422"/>
                </a:cubicBezTo>
                <a:cubicBezTo>
                  <a:pt x="4458" y="32631"/>
                  <a:pt x="4437" y="32799"/>
                  <a:pt x="4437" y="32987"/>
                </a:cubicBezTo>
                <a:cubicBezTo>
                  <a:pt x="4018" y="32987"/>
                  <a:pt x="3600" y="32987"/>
                  <a:pt x="3181" y="32966"/>
                </a:cubicBezTo>
                <a:cubicBezTo>
                  <a:pt x="2574" y="32903"/>
                  <a:pt x="2114" y="32736"/>
                  <a:pt x="1821" y="32338"/>
                </a:cubicBezTo>
                <a:close/>
                <a:moveTo>
                  <a:pt x="4897" y="30351"/>
                </a:moveTo>
                <a:cubicBezTo>
                  <a:pt x="5253" y="31188"/>
                  <a:pt x="5483" y="32045"/>
                  <a:pt x="5629" y="32945"/>
                </a:cubicBezTo>
                <a:cubicBezTo>
                  <a:pt x="5566" y="32966"/>
                  <a:pt x="5483" y="32966"/>
                  <a:pt x="5420" y="32966"/>
                </a:cubicBezTo>
                <a:cubicBezTo>
                  <a:pt x="5169" y="32987"/>
                  <a:pt x="4897" y="32987"/>
                  <a:pt x="4667" y="32987"/>
                </a:cubicBezTo>
                <a:cubicBezTo>
                  <a:pt x="4771" y="32129"/>
                  <a:pt x="4855" y="31229"/>
                  <a:pt x="4897" y="30351"/>
                </a:cubicBezTo>
                <a:close/>
                <a:moveTo>
                  <a:pt x="16133" y="1"/>
                </a:moveTo>
                <a:cubicBezTo>
                  <a:pt x="16112" y="1"/>
                  <a:pt x="16091" y="11"/>
                  <a:pt x="16091" y="32"/>
                </a:cubicBezTo>
                <a:cubicBezTo>
                  <a:pt x="15945" y="1183"/>
                  <a:pt x="15945" y="2397"/>
                  <a:pt x="15945" y="3568"/>
                </a:cubicBezTo>
                <a:cubicBezTo>
                  <a:pt x="15421" y="3443"/>
                  <a:pt x="14940" y="3234"/>
                  <a:pt x="14480" y="2962"/>
                </a:cubicBezTo>
                <a:cubicBezTo>
                  <a:pt x="14473" y="2959"/>
                  <a:pt x="14466" y="2958"/>
                  <a:pt x="14460" y="2958"/>
                </a:cubicBezTo>
                <a:cubicBezTo>
                  <a:pt x="14409" y="2958"/>
                  <a:pt x="14380" y="3027"/>
                  <a:pt x="14417" y="3045"/>
                </a:cubicBezTo>
                <a:cubicBezTo>
                  <a:pt x="14354" y="3066"/>
                  <a:pt x="14271" y="3150"/>
                  <a:pt x="14229" y="3234"/>
                </a:cubicBezTo>
                <a:cubicBezTo>
                  <a:pt x="14208" y="3296"/>
                  <a:pt x="14208" y="3380"/>
                  <a:pt x="14271" y="3443"/>
                </a:cubicBezTo>
                <a:cubicBezTo>
                  <a:pt x="14229" y="3443"/>
                  <a:pt x="14229" y="3464"/>
                  <a:pt x="14229" y="3485"/>
                </a:cubicBezTo>
                <a:cubicBezTo>
                  <a:pt x="14271" y="3506"/>
                  <a:pt x="14271" y="3548"/>
                  <a:pt x="14292" y="3568"/>
                </a:cubicBezTo>
                <a:lnTo>
                  <a:pt x="14292" y="3589"/>
                </a:lnTo>
                <a:cubicBezTo>
                  <a:pt x="14710" y="4447"/>
                  <a:pt x="14815" y="5347"/>
                  <a:pt x="14292" y="6184"/>
                </a:cubicBezTo>
                <a:cubicBezTo>
                  <a:pt x="14237" y="6274"/>
                  <a:pt x="14324" y="6380"/>
                  <a:pt x="14416" y="6380"/>
                </a:cubicBezTo>
                <a:cubicBezTo>
                  <a:pt x="14430" y="6380"/>
                  <a:pt x="14445" y="6378"/>
                  <a:pt x="14459" y="6372"/>
                </a:cubicBezTo>
                <a:cubicBezTo>
                  <a:pt x="14637" y="6318"/>
                  <a:pt x="14816" y="6292"/>
                  <a:pt x="14992" y="6292"/>
                </a:cubicBezTo>
                <a:cubicBezTo>
                  <a:pt x="15291" y="6292"/>
                  <a:pt x="15584" y="6366"/>
                  <a:pt x="15861" y="6498"/>
                </a:cubicBezTo>
                <a:cubicBezTo>
                  <a:pt x="15861" y="7251"/>
                  <a:pt x="15882" y="7983"/>
                  <a:pt x="15945" y="8737"/>
                </a:cubicBezTo>
                <a:cubicBezTo>
                  <a:pt x="15714" y="8841"/>
                  <a:pt x="15526" y="9029"/>
                  <a:pt x="15484" y="9322"/>
                </a:cubicBezTo>
                <a:cubicBezTo>
                  <a:pt x="15465" y="9611"/>
                  <a:pt x="15694" y="9830"/>
                  <a:pt x="15943" y="9830"/>
                </a:cubicBezTo>
                <a:cubicBezTo>
                  <a:pt x="15964" y="9830"/>
                  <a:pt x="15986" y="9828"/>
                  <a:pt x="16007" y="9825"/>
                </a:cubicBezTo>
                <a:lnTo>
                  <a:pt x="16007" y="9825"/>
                </a:lnTo>
                <a:cubicBezTo>
                  <a:pt x="16007" y="9950"/>
                  <a:pt x="15986" y="10076"/>
                  <a:pt x="15986" y="10201"/>
                </a:cubicBezTo>
                <a:cubicBezTo>
                  <a:pt x="15359" y="9929"/>
                  <a:pt x="14710" y="9636"/>
                  <a:pt x="14061" y="9406"/>
                </a:cubicBezTo>
                <a:cubicBezTo>
                  <a:pt x="13957" y="9322"/>
                  <a:pt x="13852" y="9302"/>
                  <a:pt x="13748" y="9239"/>
                </a:cubicBezTo>
                <a:cubicBezTo>
                  <a:pt x="13657" y="9203"/>
                  <a:pt x="13536" y="9151"/>
                  <a:pt x="13437" y="9151"/>
                </a:cubicBezTo>
                <a:cubicBezTo>
                  <a:pt x="13421" y="9151"/>
                  <a:pt x="13406" y="9152"/>
                  <a:pt x="13392" y="9155"/>
                </a:cubicBezTo>
                <a:cubicBezTo>
                  <a:pt x="13371" y="9155"/>
                  <a:pt x="13350" y="9197"/>
                  <a:pt x="13371" y="9218"/>
                </a:cubicBezTo>
                <a:cubicBezTo>
                  <a:pt x="13329" y="9239"/>
                  <a:pt x="13266" y="9281"/>
                  <a:pt x="13266" y="9322"/>
                </a:cubicBezTo>
                <a:cubicBezTo>
                  <a:pt x="13224" y="9364"/>
                  <a:pt x="13224" y="9448"/>
                  <a:pt x="13224" y="9532"/>
                </a:cubicBezTo>
                <a:cubicBezTo>
                  <a:pt x="13183" y="9532"/>
                  <a:pt x="13183" y="9553"/>
                  <a:pt x="13183" y="9574"/>
                </a:cubicBezTo>
                <a:cubicBezTo>
                  <a:pt x="13245" y="10892"/>
                  <a:pt x="13162" y="12105"/>
                  <a:pt x="12555" y="13319"/>
                </a:cubicBezTo>
                <a:lnTo>
                  <a:pt x="12555" y="13361"/>
                </a:lnTo>
                <a:cubicBezTo>
                  <a:pt x="12178" y="13256"/>
                  <a:pt x="11760" y="13193"/>
                  <a:pt x="11362" y="13089"/>
                </a:cubicBezTo>
                <a:cubicBezTo>
                  <a:pt x="10609" y="12900"/>
                  <a:pt x="9835" y="12670"/>
                  <a:pt x="9061" y="12566"/>
                </a:cubicBezTo>
                <a:lnTo>
                  <a:pt x="8977" y="11457"/>
                </a:lnTo>
                <a:lnTo>
                  <a:pt x="8977" y="11457"/>
                </a:lnTo>
                <a:cubicBezTo>
                  <a:pt x="9312" y="11561"/>
                  <a:pt x="9667" y="11687"/>
                  <a:pt x="9981" y="11854"/>
                </a:cubicBezTo>
                <a:cubicBezTo>
                  <a:pt x="10253" y="12001"/>
                  <a:pt x="10504" y="12210"/>
                  <a:pt x="10776" y="12398"/>
                </a:cubicBezTo>
                <a:cubicBezTo>
                  <a:pt x="10818" y="12419"/>
                  <a:pt x="10839" y="12461"/>
                  <a:pt x="10860" y="12461"/>
                </a:cubicBezTo>
                <a:cubicBezTo>
                  <a:pt x="10876" y="12466"/>
                  <a:pt x="10890" y="12469"/>
                  <a:pt x="10903" y="12469"/>
                </a:cubicBezTo>
                <a:cubicBezTo>
                  <a:pt x="10943" y="12469"/>
                  <a:pt x="10970" y="12445"/>
                  <a:pt x="10986" y="12398"/>
                </a:cubicBezTo>
                <a:cubicBezTo>
                  <a:pt x="11969" y="11896"/>
                  <a:pt x="11781" y="10410"/>
                  <a:pt x="11592" y="9532"/>
                </a:cubicBezTo>
                <a:lnTo>
                  <a:pt x="11592" y="9490"/>
                </a:lnTo>
                <a:cubicBezTo>
                  <a:pt x="11676" y="9448"/>
                  <a:pt x="11697" y="9364"/>
                  <a:pt x="11697" y="9281"/>
                </a:cubicBezTo>
                <a:cubicBezTo>
                  <a:pt x="11697" y="9176"/>
                  <a:pt x="11613" y="9113"/>
                  <a:pt x="11551" y="9050"/>
                </a:cubicBezTo>
                <a:cubicBezTo>
                  <a:pt x="11551" y="9029"/>
                  <a:pt x="11509" y="9029"/>
                  <a:pt x="11509" y="9029"/>
                </a:cubicBezTo>
                <a:cubicBezTo>
                  <a:pt x="10630" y="8716"/>
                  <a:pt x="9709" y="8423"/>
                  <a:pt x="8789" y="8213"/>
                </a:cubicBezTo>
                <a:cubicBezTo>
                  <a:pt x="8789" y="8067"/>
                  <a:pt x="8768" y="7879"/>
                  <a:pt x="8768" y="7711"/>
                </a:cubicBezTo>
                <a:lnTo>
                  <a:pt x="8768" y="7711"/>
                </a:lnTo>
                <a:cubicBezTo>
                  <a:pt x="8831" y="7745"/>
                  <a:pt x="8897" y="7760"/>
                  <a:pt x="8961" y="7760"/>
                </a:cubicBezTo>
                <a:cubicBezTo>
                  <a:pt x="9219" y="7760"/>
                  <a:pt x="9462" y="7523"/>
                  <a:pt x="9479" y="7272"/>
                </a:cubicBezTo>
                <a:cubicBezTo>
                  <a:pt x="9521" y="6833"/>
                  <a:pt x="9165" y="6540"/>
                  <a:pt x="8768" y="6456"/>
                </a:cubicBezTo>
                <a:cubicBezTo>
                  <a:pt x="8789" y="5514"/>
                  <a:pt x="8726" y="4510"/>
                  <a:pt x="8517" y="3568"/>
                </a:cubicBezTo>
                <a:cubicBezTo>
                  <a:pt x="8485" y="3521"/>
                  <a:pt x="8454" y="3498"/>
                  <a:pt x="8414" y="3498"/>
                </a:cubicBezTo>
                <a:cubicBezTo>
                  <a:pt x="8400" y="3498"/>
                  <a:pt x="8386" y="3500"/>
                  <a:pt x="8370" y="3506"/>
                </a:cubicBezTo>
                <a:lnTo>
                  <a:pt x="8370" y="3464"/>
                </a:lnTo>
                <a:cubicBezTo>
                  <a:pt x="8370" y="3423"/>
                  <a:pt x="8327" y="3400"/>
                  <a:pt x="8296" y="3400"/>
                </a:cubicBezTo>
                <a:cubicBezTo>
                  <a:pt x="8279" y="3400"/>
                  <a:pt x="8266" y="3407"/>
                  <a:pt x="8266" y="3422"/>
                </a:cubicBezTo>
                <a:cubicBezTo>
                  <a:pt x="8119" y="4426"/>
                  <a:pt x="8161" y="5472"/>
                  <a:pt x="8224" y="6498"/>
                </a:cubicBezTo>
                <a:cubicBezTo>
                  <a:pt x="7889" y="6561"/>
                  <a:pt x="7491" y="6728"/>
                  <a:pt x="7471" y="7063"/>
                </a:cubicBezTo>
                <a:cubicBezTo>
                  <a:pt x="7429" y="7502"/>
                  <a:pt x="7847" y="7816"/>
                  <a:pt x="8245" y="7858"/>
                </a:cubicBezTo>
                <a:lnTo>
                  <a:pt x="8245" y="8130"/>
                </a:lnTo>
                <a:lnTo>
                  <a:pt x="7303" y="7816"/>
                </a:lnTo>
                <a:cubicBezTo>
                  <a:pt x="7073" y="7753"/>
                  <a:pt x="6801" y="7649"/>
                  <a:pt x="6550" y="7607"/>
                </a:cubicBezTo>
                <a:cubicBezTo>
                  <a:pt x="6466" y="7586"/>
                  <a:pt x="6362" y="7565"/>
                  <a:pt x="6257" y="7544"/>
                </a:cubicBezTo>
                <a:cubicBezTo>
                  <a:pt x="6152" y="7502"/>
                  <a:pt x="6069" y="7481"/>
                  <a:pt x="5964" y="7460"/>
                </a:cubicBezTo>
                <a:cubicBezTo>
                  <a:pt x="5964" y="7439"/>
                  <a:pt x="5964" y="7377"/>
                  <a:pt x="5922" y="7377"/>
                </a:cubicBezTo>
                <a:cubicBezTo>
                  <a:pt x="5902" y="7373"/>
                  <a:pt x="5882" y="7371"/>
                  <a:pt x="5861" y="7371"/>
                </a:cubicBezTo>
                <a:cubicBezTo>
                  <a:pt x="5753" y="7371"/>
                  <a:pt x="5644" y="7421"/>
                  <a:pt x="5608" y="7544"/>
                </a:cubicBezTo>
                <a:cubicBezTo>
                  <a:pt x="5587" y="7607"/>
                  <a:pt x="5608" y="7690"/>
                  <a:pt x="5629" y="7753"/>
                </a:cubicBezTo>
                <a:cubicBezTo>
                  <a:pt x="5608" y="8234"/>
                  <a:pt x="5922" y="8695"/>
                  <a:pt x="5922" y="9218"/>
                </a:cubicBezTo>
                <a:cubicBezTo>
                  <a:pt x="5922" y="9866"/>
                  <a:pt x="5608" y="10431"/>
                  <a:pt x="5127" y="10850"/>
                </a:cubicBezTo>
                <a:cubicBezTo>
                  <a:pt x="5064" y="10934"/>
                  <a:pt x="5106" y="11038"/>
                  <a:pt x="5211" y="11059"/>
                </a:cubicBezTo>
                <a:cubicBezTo>
                  <a:pt x="5211" y="11101"/>
                  <a:pt x="5232" y="11122"/>
                  <a:pt x="5294" y="11122"/>
                </a:cubicBezTo>
                <a:cubicBezTo>
                  <a:pt x="5536" y="11098"/>
                  <a:pt x="5772" y="11087"/>
                  <a:pt x="6006" y="11087"/>
                </a:cubicBezTo>
                <a:cubicBezTo>
                  <a:pt x="6788" y="11087"/>
                  <a:pt x="7539" y="11207"/>
                  <a:pt x="8328" y="11352"/>
                </a:cubicBezTo>
                <a:cubicBezTo>
                  <a:pt x="8328" y="11750"/>
                  <a:pt x="8349" y="12147"/>
                  <a:pt x="8349" y="12524"/>
                </a:cubicBezTo>
                <a:cubicBezTo>
                  <a:pt x="7429" y="12273"/>
                  <a:pt x="6529" y="12063"/>
                  <a:pt x="5608" y="11833"/>
                </a:cubicBezTo>
                <a:cubicBezTo>
                  <a:pt x="4895" y="11629"/>
                  <a:pt x="4062" y="11247"/>
                  <a:pt x="3303" y="11247"/>
                </a:cubicBezTo>
                <a:cubicBezTo>
                  <a:pt x="3283" y="11247"/>
                  <a:pt x="3264" y="11247"/>
                  <a:pt x="3244" y="11247"/>
                </a:cubicBezTo>
                <a:cubicBezTo>
                  <a:pt x="3229" y="11218"/>
                  <a:pt x="3204" y="11188"/>
                  <a:pt x="3161" y="11188"/>
                </a:cubicBezTo>
                <a:cubicBezTo>
                  <a:pt x="3143" y="11188"/>
                  <a:pt x="3122" y="11193"/>
                  <a:pt x="3097" y="11206"/>
                </a:cubicBezTo>
                <a:cubicBezTo>
                  <a:pt x="2909" y="11268"/>
                  <a:pt x="2867" y="11582"/>
                  <a:pt x="3035" y="11687"/>
                </a:cubicBezTo>
                <a:cubicBezTo>
                  <a:pt x="3035" y="11729"/>
                  <a:pt x="3035" y="11750"/>
                  <a:pt x="3077" y="11750"/>
                </a:cubicBezTo>
                <a:cubicBezTo>
                  <a:pt x="3328" y="12796"/>
                  <a:pt x="4039" y="13654"/>
                  <a:pt x="4165" y="14763"/>
                </a:cubicBezTo>
                <a:cubicBezTo>
                  <a:pt x="4290" y="15934"/>
                  <a:pt x="3976" y="17085"/>
                  <a:pt x="3307" y="18048"/>
                </a:cubicBezTo>
                <a:cubicBezTo>
                  <a:pt x="3243" y="18143"/>
                  <a:pt x="3337" y="18251"/>
                  <a:pt x="3431" y="18251"/>
                </a:cubicBezTo>
                <a:cubicBezTo>
                  <a:pt x="3461" y="18251"/>
                  <a:pt x="3491" y="18240"/>
                  <a:pt x="3516" y="18215"/>
                </a:cubicBezTo>
                <a:cubicBezTo>
                  <a:pt x="4014" y="18074"/>
                  <a:pt x="4519" y="18012"/>
                  <a:pt x="5024" y="18012"/>
                </a:cubicBezTo>
                <a:cubicBezTo>
                  <a:pt x="6239" y="18012"/>
                  <a:pt x="7456" y="18370"/>
                  <a:pt x="8579" y="18843"/>
                </a:cubicBezTo>
                <a:cubicBezTo>
                  <a:pt x="8642" y="19638"/>
                  <a:pt x="8663" y="20433"/>
                  <a:pt x="8726" y="21249"/>
                </a:cubicBezTo>
                <a:cubicBezTo>
                  <a:pt x="8015" y="20998"/>
                  <a:pt x="7282" y="20768"/>
                  <a:pt x="6550" y="20621"/>
                </a:cubicBezTo>
                <a:cubicBezTo>
                  <a:pt x="6535" y="20611"/>
                  <a:pt x="6522" y="20607"/>
                  <a:pt x="6510" y="20607"/>
                </a:cubicBezTo>
                <a:cubicBezTo>
                  <a:pt x="6470" y="20607"/>
                  <a:pt x="6445" y="20652"/>
                  <a:pt x="6445" y="20684"/>
                </a:cubicBezTo>
                <a:lnTo>
                  <a:pt x="6362" y="20684"/>
                </a:lnTo>
                <a:cubicBezTo>
                  <a:pt x="4813" y="20830"/>
                  <a:pt x="3286" y="21102"/>
                  <a:pt x="1737" y="21186"/>
                </a:cubicBezTo>
                <a:cubicBezTo>
                  <a:pt x="1675" y="21186"/>
                  <a:pt x="1612" y="21207"/>
                  <a:pt x="1570" y="21291"/>
                </a:cubicBezTo>
                <a:cubicBezTo>
                  <a:pt x="1089" y="22776"/>
                  <a:pt x="524" y="24283"/>
                  <a:pt x="64" y="25789"/>
                </a:cubicBezTo>
                <a:lnTo>
                  <a:pt x="64" y="25873"/>
                </a:lnTo>
                <a:cubicBezTo>
                  <a:pt x="1" y="25915"/>
                  <a:pt x="1" y="25999"/>
                  <a:pt x="84" y="26061"/>
                </a:cubicBezTo>
                <a:cubicBezTo>
                  <a:pt x="775" y="26689"/>
                  <a:pt x="1465" y="27338"/>
                  <a:pt x="2261" y="27798"/>
                </a:cubicBezTo>
                <a:cubicBezTo>
                  <a:pt x="1005" y="28509"/>
                  <a:pt x="817" y="30476"/>
                  <a:pt x="1089" y="31732"/>
                </a:cubicBezTo>
                <a:cubicBezTo>
                  <a:pt x="1374" y="33175"/>
                  <a:pt x="2659" y="33412"/>
                  <a:pt x="3958" y="33412"/>
                </a:cubicBezTo>
                <a:cubicBezTo>
                  <a:pt x="4090" y="33412"/>
                  <a:pt x="4222" y="33409"/>
                  <a:pt x="4353" y="33406"/>
                </a:cubicBezTo>
                <a:cubicBezTo>
                  <a:pt x="4363" y="33447"/>
                  <a:pt x="4400" y="33468"/>
                  <a:pt x="4439" y="33468"/>
                </a:cubicBezTo>
                <a:cubicBezTo>
                  <a:pt x="4478" y="33468"/>
                  <a:pt x="4520" y="33447"/>
                  <a:pt x="4541" y="33406"/>
                </a:cubicBezTo>
                <a:cubicBezTo>
                  <a:pt x="4876" y="33385"/>
                  <a:pt x="5190" y="33343"/>
                  <a:pt x="5483" y="33343"/>
                </a:cubicBezTo>
                <a:cubicBezTo>
                  <a:pt x="6048" y="33322"/>
                  <a:pt x="6592" y="33280"/>
                  <a:pt x="7178" y="33196"/>
                </a:cubicBezTo>
                <a:cubicBezTo>
                  <a:pt x="7512" y="33134"/>
                  <a:pt x="7910" y="33113"/>
                  <a:pt x="8245" y="32966"/>
                </a:cubicBezTo>
                <a:cubicBezTo>
                  <a:pt x="8860" y="33034"/>
                  <a:pt x="9475" y="33053"/>
                  <a:pt x="10090" y="33053"/>
                </a:cubicBezTo>
                <a:cubicBezTo>
                  <a:pt x="10793" y="33053"/>
                  <a:pt x="11496" y="33029"/>
                  <a:pt x="12199" y="33029"/>
                </a:cubicBezTo>
                <a:cubicBezTo>
                  <a:pt x="13706" y="33071"/>
                  <a:pt x="15254" y="33092"/>
                  <a:pt x="16782" y="33113"/>
                </a:cubicBezTo>
                <a:cubicBezTo>
                  <a:pt x="18319" y="33144"/>
                  <a:pt x="19863" y="33144"/>
                  <a:pt x="21406" y="33144"/>
                </a:cubicBezTo>
                <a:cubicBezTo>
                  <a:pt x="22949" y="33144"/>
                  <a:pt x="24492" y="33144"/>
                  <a:pt x="26030" y="33175"/>
                </a:cubicBezTo>
                <a:cubicBezTo>
                  <a:pt x="26051" y="33175"/>
                  <a:pt x="26051" y="33175"/>
                  <a:pt x="26093" y="33134"/>
                </a:cubicBezTo>
                <a:cubicBezTo>
                  <a:pt x="26113" y="33175"/>
                  <a:pt x="26134" y="33196"/>
                  <a:pt x="26218" y="33196"/>
                </a:cubicBezTo>
                <a:cubicBezTo>
                  <a:pt x="26950" y="33029"/>
                  <a:pt x="27390" y="32150"/>
                  <a:pt x="27704" y="31522"/>
                </a:cubicBezTo>
                <a:cubicBezTo>
                  <a:pt x="28101" y="30727"/>
                  <a:pt x="28457" y="29848"/>
                  <a:pt x="28520" y="28949"/>
                </a:cubicBezTo>
                <a:cubicBezTo>
                  <a:pt x="28520" y="28928"/>
                  <a:pt x="28520" y="28907"/>
                  <a:pt x="28499" y="28907"/>
                </a:cubicBezTo>
                <a:lnTo>
                  <a:pt x="28520" y="28886"/>
                </a:lnTo>
                <a:cubicBezTo>
                  <a:pt x="28541" y="28823"/>
                  <a:pt x="28541" y="28802"/>
                  <a:pt x="28541" y="28740"/>
                </a:cubicBezTo>
                <a:cubicBezTo>
                  <a:pt x="30717" y="27756"/>
                  <a:pt x="32893" y="26501"/>
                  <a:pt x="34734" y="25036"/>
                </a:cubicBezTo>
                <a:lnTo>
                  <a:pt x="34776" y="25015"/>
                </a:lnTo>
                <a:cubicBezTo>
                  <a:pt x="34910" y="24900"/>
                  <a:pt x="34834" y="24803"/>
                  <a:pt x="34740" y="24803"/>
                </a:cubicBezTo>
                <a:cubicBezTo>
                  <a:pt x="34731" y="24803"/>
                  <a:pt x="34722" y="24804"/>
                  <a:pt x="34713" y="24806"/>
                </a:cubicBezTo>
                <a:cubicBezTo>
                  <a:pt x="32495" y="25978"/>
                  <a:pt x="30256" y="27045"/>
                  <a:pt x="28101" y="28363"/>
                </a:cubicBezTo>
                <a:cubicBezTo>
                  <a:pt x="27937" y="28288"/>
                  <a:pt x="27719" y="28278"/>
                  <a:pt x="27516" y="28278"/>
                </a:cubicBezTo>
                <a:cubicBezTo>
                  <a:pt x="27435" y="28278"/>
                  <a:pt x="27357" y="28279"/>
                  <a:pt x="27285" y="28279"/>
                </a:cubicBezTo>
                <a:cubicBezTo>
                  <a:pt x="27168" y="28277"/>
                  <a:pt x="27052" y="28276"/>
                  <a:pt x="26935" y="28276"/>
                </a:cubicBezTo>
                <a:cubicBezTo>
                  <a:pt x="26332" y="28276"/>
                  <a:pt x="25729" y="28303"/>
                  <a:pt x="25132" y="28303"/>
                </a:cubicBezTo>
                <a:cubicBezTo>
                  <a:pt x="24851" y="28303"/>
                  <a:pt x="24571" y="28297"/>
                  <a:pt x="24293" y="28279"/>
                </a:cubicBezTo>
                <a:cubicBezTo>
                  <a:pt x="24188" y="27212"/>
                  <a:pt x="24105" y="26145"/>
                  <a:pt x="24021" y="25057"/>
                </a:cubicBezTo>
                <a:lnTo>
                  <a:pt x="24021" y="25057"/>
                </a:lnTo>
                <a:cubicBezTo>
                  <a:pt x="25151" y="25580"/>
                  <a:pt x="25967" y="26563"/>
                  <a:pt x="26134" y="27819"/>
                </a:cubicBezTo>
                <a:cubicBezTo>
                  <a:pt x="26134" y="27860"/>
                  <a:pt x="26197" y="27892"/>
                  <a:pt x="26251" y="27892"/>
                </a:cubicBezTo>
                <a:cubicBezTo>
                  <a:pt x="26281" y="27892"/>
                  <a:pt x="26308" y="27883"/>
                  <a:pt x="26323" y="27861"/>
                </a:cubicBezTo>
                <a:cubicBezTo>
                  <a:pt x="28206" y="25894"/>
                  <a:pt x="28959" y="22755"/>
                  <a:pt x="27871" y="20224"/>
                </a:cubicBezTo>
                <a:cubicBezTo>
                  <a:pt x="27976" y="20182"/>
                  <a:pt x="28017" y="20077"/>
                  <a:pt x="28059" y="19973"/>
                </a:cubicBezTo>
                <a:cubicBezTo>
                  <a:pt x="28080" y="19826"/>
                  <a:pt x="28059" y="19617"/>
                  <a:pt x="27892" y="19596"/>
                </a:cubicBezTo>
                <a:cubicBezTo>
                  <a:pt x="27871" y="19596"/>
                  <a:pt x="27808" y="19617"/>
                  <a:pt x="27808" y="19659"/>
                </a:cubicBezTo>
                <a:cubicBezTo>
                  <a:pt x="27181" y="19282"/>
                  <a:pt x="26511" y="19052"/>
                  <a:pt x="25800" y="18822"/>
                </a:cubicBezTo>
                <a:cubicBezTo>
                  <a:pt x="24984" y="18529"/>
                  <a:pt x="24230" y="18048"/>
                  <a:pt x="23456" y="17692"/>
                </a:cubicBezTo>
                <a:cubicBezTo>
                  <a:pt x="23393" y="16792"/>
                  <a:pt x="23310" y="15913"/>
                  <a:pt x="23268" y="15014"/>
                </a:cubicBezTo>
                <a:lnTo>
                  <a:pt x="23268" y="15014"/>
                </a:lnTo>
                <a:cubicBezTo>
                  <a:pt x="23812" y="15390"/>
                  <a:pt x="24984" y="15704"/>
                  <a:pt x="24963" y="16520"/>
                </a:cubicBezTo>
                <a:cubicBezTo>
                  <a:pt x="24963" y="16591"/>
                  <a:pt x="25017" y="16629"/>
                  <a:pt x="25071" y="16629"/>
                </a:cubicBezTo>
                <a:cubicBezTo>
                  <a:pt x="25112" y="16629"/>
                  <a:pt x="25154" y="16607"/>
                  <a:pt x="25172" y="16562"/>
                </a:cubicBezTo>
                <a:cubicBezTo>
                  <a:pt x="26093" y="15265"/>
                  <a:pt x="27139" y="13382"/>
                  <a:pt x="26134" y="11854"/>
                </a:cubicBezTo>
                <a:cubicBezTo>
                  <a:pt x="26176" y="11833"/>
                  <a:pt x="26197" y="11770"/>
                  <a:pt x="26197" y="11750"/>
                </a:cubicBezTo>
                <a:cubicBezTo>
                  <a:pt x="26218" y="11666"/>
                  <a:pt x="26197" y="11540"/>
                  <a:pt x="26113" y="11498"/>
                </a:cubicBezTo>
                <a:cubicBezTo>
                  <a:pt x="26113" y="11457"/>
                  <a:pt x="26093" y="11436"/>
                  <a:pt x="26072" y="11415"/>
                </a:cubicBezTo>
                <a:cubicBezTo>
                  <a:pt x="25046" y="10913"/>
                  <a:pt x="24084" y="10348"/>
                  <a:pt x="23059" y="9887"/>
                </a:cubicBezTo>
                <a:lnTo>
                  <a:pt x="23038" y="9887"/>
                </a:lnTo>
                <a:cubicBezTo>
                  <a:pt x="22954" y="8632"/>
                  <a:pt x="22828" y="7418"/>
                  <a:pt x="22661" y="6163"/>
                </a:cubicBezTo>
                <a:cubicBezTo>
                  <a:pt x="22661" y="6100"/>
                  <a:pt x="22577" y="6079"/>
                  <a:pt x="22536" y="6079"/>
                </a:cubicBezTo>
                <a:lnTo>
                  <a:pt x="22536" y="5975"/>
                </a:lnTo>
                <a:cubicBezTo>
                  <a:pt x="22536" y="5943"/>
                  <a:pt x="22515" y="5928"/>
                  <a:pt x="22494" y="5928"/>
                </a:cubicBezTo>
                <a:cubicBezTo>
                  <a:pt x="22473" y="5928"/>
                  <a:pt x="22452" y="5943"/>
                  <a:pt x="22452" y="5975"/>
                </a:cubicBezTo>
                <a:cubicBezTo>
                  <a:pt x="22452" y="7125"/>
                  <a:pt x="22536" y="8255"/>
                  <a:pt x="22536" y="9406"/>
                </a:cubicBezTo>
                <a:lnTo>
                  <a:pt x="22536" y="9678"/>
                </a:lnTo>
                <a:cubicBezTo>
                  <a:pt x="21678" y="9302"/>
                  <a:pt x="20841" y="8883"/>
                  <a:pt x="20004" y="8423"/>
                </a:cubicBezTo>
                <a:cubicBezTo>
                  <a:pt x="19995" y="8420"/>
                  <a:pt x="19987" y="8419"/>
                  <a:pt x="19980" y="8419"/>
                </a:cubicBezTo>
                <a:cubicBezTo>
                  <a:pt x="19936" y="8419"/>
                  <a:pt x="19923" y="8467"/>
                  <a:pt x="19941" y="8485"/>
                </a:cubicBezTo>
                <a:cubicBezTo>
                  <a:pt x="19815" y="8527"/>
                  <a:pt x="19732" y="8716"/>
                  <a:pt x="19732" y="8841"/>
                </a:cubicBezTo>
                <a:cubicBezTo>
                  <a:pt x="19732" y="8883"/>
                  <a:pt x="19753" y="8904"/>
                  <a:pt x="19795" y="8925"/>
                </a:cubicBezTo>
                <a:cubicBezTo>
                  <a:pt x="19857" y="9741"/>
                  <a:pt x="20004" y="10620"/>
                  <a:pt x="19271" y="11206"/>
                </a:cubicBezTo>
                <a:cubicBezTo>
                  <a:pt x="19230" y="11226"/>
                  <a:pt x="19209" y="11247"/>
                  <a:pt x="19209" y="11289"/>
                </a:cubicBezTo>
                <a:lnTo>
                  <a:pt x="19167" y="11331"/>
                </a:lnTo>
                <a:cubicBezTo>
                  <a:pt x="18372" y="10975"/>
                  <a:pt x="17535" y="10662"/>
                  <a:pt x="16719" y="10390"/>
                </a:cubicBezTo>
                <a:cubicBezTo>
                  <a:pt x="16719" y="10243"/>
                  <a:pt x="16698" y="10097"/>
                  <a:pt x="16698" y="9950"/>
                </a:cubicBezTo>
                <a:cubicBezTo>
                  <a:pt x="17095" y="9929"/>
                  <a:pt x="17430" y="9574"/>
                  <a:pt x="17346" y="9155"/>
                </a:cubicBezTo>
                <a:cubicBezTo>
                  <a:pt x="17284" y="8820"/>
                  <a:pt x="16970" y="8674"/>
                  <a:pt x="16656" y="8632"/>
                </a:cubicBezTo>
                <a:cubicBezTo>
                  <a:pt x="16677" y="8611"/>
                  <a:pt x="16677" y="8611"/>
                  <a:pt x="16677" y="8569"/>
                </a:cubicBezTo>
                <a:cubicBezTo>
                  <a:pt x="16677" y="7941"/>
                  <a:pt x="16677" y="7314"/>
                  <a:pt x="16656" y="6686"/>
                </a:cubicBezTo>
                <a:lnTo>
                  <a:pt x="16656" y="6686"/>
                </a:lnTo>
                <a:cubicBezTo>
                  <a:pt x="17074" y="6916"/>
                  <a:pt x="17367" y="7209"/>
                  <a:pt x="17639" y="7628"/>
                </a:cubicBezTo>
                <a:cubicBezTo>
                  <a:pt x="17660" y="7649"/>
                  <a:pt x="17723" y="7669"/>
                  <a:pt x="17744" y="7669"/>
                </a:cubicBezTo>
                <a:cubicBezTo>
                  <a:pt x="18183" y="7544"/>
                  <a:pt x="18267" y="7021"/>
                  <a:pt x="18330" y="6623"/>
                </a:cubicBezTo>
                <a:cubicBezTo>
                  <a:pt x="18393" y="6016"/>
                  <a:pt x="18330" y="5431"/>
                  <a:pt x="18121" y="4866"/>
                </a:cubicBezTo>
                <a:cubicBezTo>
                  <a:pt x="18183" y="4698"/>
                  <a:pt x="18225" y="4405"/>
                  <a:pt x="18058" y="4280"/>
                </a:cubicBezTo>
                <a:cubicBezTo>
                  <a:pt x="18039" y="4268"/>
                  <a:pt x="18023" y="4263"/>
                  <a:pt x="18009" y="4263"/>
                </a:cubicBezTo>
                <a:cubicBezTo>
                  <a:pt x="17974" y="4263"/>
                  <a:pt x="17953" y="4292"/>
                  <a:pt x="17953" y="4322"/>
                </a:cubicBezTo>
                <a:lnTo>
                  <a:pt x="17953" y="4343"/>
                </a:lnTo>
                <a:cubicBezTo>
                  <a:pt x="17451" y="4092"/>
                  <a:pt x="16970" y="3861"/>
                  <a:pt x="16468" y="3652"/>
                </a:cubicBezTo>
                <a:cubicBezTo>
                  <a:pt x="16384" y="2459"/>
                  <a:pt x="16300" y="1267"/>
                  <a:pt x="16258" y="95"/>
                </a:cubicBezTo>
                <a:cubicBezTo>
                  <a:pt x="16258" y="48"/>
                  <a:pt x="16223" y="24"/>
                  <a:pt x="16197" y="24"/>
                </a:cubicBezTo>
                <a:cubicBezTo>
                  <a:pt x="16188" y="24"/>
                  <a:pt x="16180" y="27"/>
                  <a:pt x="16175" y="32"/>
                </a:cubicBezTo>
                <a:cubicBezTo>
                  <a:pt x="16175" y="11"/>
                  <a:pt x="16154" y="1"/>
                  <a:pt x="16133"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4982" name="Shape 4982"/>
        <p:cNvGrpSpPr/>
        <p:nvPr/>
      </p:nvGrpSpPr>
      <p:grpSpPr>
        <a:xfrm>
          <a:off x="0" y="0"/>
          <a:ext cx="0" cy="0"/>
          <a:chOff x="0" y="0"/>
          <a:chExt cx="0" cy="0"/>
        </a:xfrm>
      </p:grpSpPr>
      <p:pic>
        <p:nvPicPr>
          <p:cNvPr id="4983" name="Google Shape;4983;p47"/>
          <p:cNvPicPr preferRelativeResize="0"/>
          <p:nvPr>
            <p:ph type="pic" idx="2"/>
          </p:nvPr>
        </p:nvPicPr>
        <p:blipFill rotWithShape="1">
          <a:blip r:embed="rId1"/>
          <a:srcRect t="7692" b="7684"/>
          <a:stretch>
            <a:fillRect/>
          </a:stretch>
        </p:blipFill>
        <p:spPr>
          <a:xfrm>
            <a:off x="-25" y="-13725"/>
            <a:ext cx="9143997" cy="5157301"/>
          </a:xfrm>
          <a:prstGeom prst="rect">
            <a:avLst/>
          </a:prstGeom>
        </p:spPr>
      </p:pic>
      <p:sp>
        <p:nvSpPr>
          <p:cNvPr id="4984" name="Google Shape;4984;p47"/>
          <p:cNvSpPr txBox="1"/>
          <p:nvPr>
            <p:ph type="title"/>
          </p:nvPr>
        </p:nvSpPr>
        <p:spPr>
          <a:xfrm>
            <a:off x="720000" y="4014450"/>
            <a:ext cx="7704000" cy="6495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A</a:t>
            </a:r>
            <a:r>
              <a:rPr lang="en-GB"/>
              <a:t> picture is worth a thousand words</a:t>
            </a:r>
            <a:endParaRPr lang="en-GB"/>
          </a:p>
        </p:txBody>
      </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4988" name="Shape 4988"/>
        <p:cNvGrpSpPr/>
        <p:nvPr/>
      </p:nvGrpSpPr>
      <p:grpSpPr>
        <a:xfrm>
          <a:off x="0" y="0"/>
          <a:ext cx="0" cy="0"/>
          <a:chOff x="0" y="0"/>
          <a:chExt cx="0" cy="0"/>
        </a:xfrm>
      </p:grpSpPr>
      <p:sp>
        <p:nvSpPr>
          <p:cNvPr id="4989" name="Google Shape;4989;p48"/>
          <p:cNvSpPr/>
          <p:nvPr/>
        </p:nvSpPr>
        <p:spPr>
          <a:xfrm>
            <a:off x="5178950" y="565600"/>
            <a:ext cx="2941800" cy="3993900"/>
          </a:xfrm>
          <a:prstGeom prst="rect">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90" name="Google Shape;4990;p48"/>
          <p:cNvSpPr/>
          <p:nvPr/>
        </p:nvSpPr>
        <p:spPr>
          <a:xfrm>
            <a:off x="5258000" y="643225"/>
            <a:ext cx="2788200" cy="3831000"/>
          </a:xfrm>
          <a:prstGeom prst="rect">
            <a:avLst/>
          </a:prstGeom>
          <a:noFill/>
          <a:ln w="19050" cap="flat" cmpd="sng">
            <a:solidFill>
              <a:schemeClr val="dk1"/>
            </a:solidFill>
            <a:prstDash val="lgDash"/>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pic>
        <p:nvPicPr>
          <p:cNvPr id="4991" name="Google Shape;4991;p48"/>
          <p:cNvPicPr preferRelativeResize="0"/>
          <p:nvPr>
            <p:ph type="pic" idx="2"/>
          </p:nvPr>
        </p:nvPicPr>
        <p:blipFill rotWithShape="1">
          <a:blip r:embed="rId1"/>
          <a:srcRect t="-140" r="59839" b="140"/>
          <a:stretch>
            <a:fillRect/>
          </a:stretch>
        </p:blipFill>
        <p:spPr>
          <a:xfrm>
            <a:off x="5343075" y="725563"/>
            <a:ext cx="2618051" cy="3666326"/>
          </a:xfrm>
          <a:prstGeom prst="rect">
            <a:avLst/>
          </a:prstGeom>
        </p:spPr>
      </p:pic>
      <p:sp>
        <p:nvSpPr>
          <p:cNvPr id="4992" name="Google Shape;4992;p48"/>
          <p:cNvSpPr txBox="1"/>
          <p:nvPr>
            <p:ph type="title"/>
          </p:nvPr>
        </p:nvSpPr>
        <p:spPr>
          <a:xfrm>
            <a:off x="1242875" y="852550"/>
            <a:ext cx="3519600" cy="2296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GB"/>
              <a:t>A</a:t>
            </a:r>
            <a:r>
              <a:rPr lang="en-GB"/>
              <a:t> picture always reinforces </a:t>
            </a:r>
            <a:endParaRPr lang="en-GB"/>
          </a:p>
          <a:p>
            <a:pPr marL="0" lvl="0" indent="0" algn="l" rtl="0">
              <a:spcBef>
                <a:spcPts val="0"/>
              </a:spcBef>
              <a:spcAft>
                <a:spcPts val="0"/>
              </a:spcAft>
              <a:buNone/>
            </a:pPr>
            <a:r>
              <a:rPr lang="en-GB"/>
              <a:t>the concept</a:t>
            </a:r>
            <a:endParaRPr lang="en-GB"/>
          </a:p>
        </p:txBody>
      </p:sp>
      <p:sp>
        <p:nvSpPr>
          <p:cNvPr id="4993" name="Google Shape;4993;p48"/>
          <p:cNvSpPr txBox="1"/>
          <p:nvPr>
            <p:ph type="subTitle" idx="1"/>
          </p:nvPr>
        </p:nvSpPr>
        <p:spPr>
          <a:xfrm>
            <a:off x="1242875" y="3148600"/>
            <a:ext cx="3519600" cy="11163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GB"/>
              <a:t>Images reveal large amounts of data, so remember: use an image instead of a long text. Your audience will appreciate it</a:t>
            </a:r>
            <a:endParaRPr lang="en-GB"/>
          </a:p>
        </p:txBody>
      </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4997" name="Shape 4997"/>
        <p:cNvGrpSpPr/>
        <p:nvPr/>
      </p:nvGrpSpPr>
      <p:grpSpPr>
        <a:xfrm>
          <a:off x="0" y="0"/>
          <a:ext cx="0" cy="0"/>
          <a:chOff x="0" y="0"/>
          <a:chExt cx="0" cy="0"/>
        </a:xfrm>
      </p:grpSpPr>
      <p:sp>
        <p:nvSpPr>
          <p:cNvPr id="4998" name="Google Shape;4998;p49"/>
          <p:cNvSpPr txBox="1"/>
          <p:nvPr>
            <p:ph type="title"/>
          </p:nvPr>
        </p:nvSpPr>
        <p:spPr>
          <a:xfrm>
            <a:off x="1663225" y="1710375"/>
            <a:ext cx="6132600" cy="10635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GB"/>
              <a:t>98,300,000</a:t>
            </a:r>
            <a:endParaRPr lang="en-GB"/>
          </a:p>
        </p:txBody>
      </p:sp>
      <p:sp>
        <p:nvSpPr>
          <p:cNvPr id="4999" name="Google Shape;4999;p49"/>
          <p:cNvSpPr txBox="1"/>
          <p:nvPr>
            <p:ph type="subTitle" idx="1"/>
          </p:nvPr>
        </p:nvSpPr>
        <p:spPr>
          <a:xfrm>
            <a:off x="1663225" y="2774100"/>
            <a:ext cx="6132600" cy="497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Big numbers catch your audience’s attention</a:t>
            </a:r>
            <a:endParaRPr lang="en-GB"/>
          </a:p>
        </p:txBody>
      </p:sp>
      <p:sp>
        <p:nvSpPr>
          <p:cNvPr id="5000" name="Google Shape;5000;p49"/>
          <p:cNvSpPr/>
          <p:nvPr/>
        </p:nvSpPr>
        <p:spPr>
          <a:xfrm>
            <a:off x="1299975" y="3891950"/>
            <a:ext cx="872750" cy="836725"/>
          </a:xfrm>
          <a:custGeom>
            <a:avLst/>
            <a:gdLst/>
            <a:ahLst/>
            <a:cxnLst/>
            <a:rect l="l" t="t" r="r" b="b"/>
            <a:pathLst>
              <a:path w="34910" h="33469" extrusionOk="0">
                <a:moveTo>
                  <a:pt x="14647" y="3192"/>
                </a:moveTo>
                <a:cubicBezTo>
                  <a:pt x="15066" y="3464"/>
                  <a:pt x="15526" y="3652"/>
                  <a:pt x="15986" y="3778"/>
                </a:cubicBezTo>
                <a:cubicBezTo>
                  <a:pt x="16028" y="3820"/>
                  <a:pt x="16028" y="3903"/>
                  <a:pt x="16028" y="3987"/>
                </a:cubicBezTo>
                <a:cubicBezTo>
                  <a:pt x="15631" y="3820"/>
                  <a:pt x="15212" y="3694"/>
                  <a:pt x="14794" y="3589"/>
                </a:cubicBezTo>
                <a:lnTo>
                  <a:pt x="14752" y="3589"/>
                </a:lnTo>
                <a:cubicBezTo>
                  <a:pt x="14710" y="3568"/>
                  <a:pt x="14626" y="3568"/>
                  <a:pt x="14585" y="3548"/>
                </a:cubicBezTo>
                <a:cubicBezTo>
                  <a:pt x="14585" y="3506"/>
                  <a:pt x="14585" y="3485"/>
                  <a:pt x="14543" y="3464"/>
                </a:cubicBezTo>
                <a:cubicBezTo>
                  <a:pt x="14522" y="3443"/>
                  <a:pt x="14522" y="3359"/>
                  <a:pt x="14522" y="3338"/>
                </a:cubicBezTo>
                <a:cubicBezTo>
                  <a:pt x="14543" y="3276"/>
                  <a:pt x="14585" y="3255"/>
                  <a:pt x="14626" y="3234"/>
                </a:cubicBezTo>
                <a:cubicBezTo>
                  <a:pt x="14626" y="3234"/>
                  <a:pt x="14626" y="3192"/>
                  <a:pt x="14647" y="3192"/>
                </a:cubicBezTo>
                <a:close/>
                <a:moveTo>
                  <a:pt x="16530" y="3778"/>
                </a:moveTo>
                <a:lnTo>
                  <a:pt x="16530" y="3778"/>
                </a:lnTo>
                <a:cubicBezTo>
                  <a:pt x="17074" y="4029"/>
                  <a:pt x="17556" y="4301"/>
                  <a:pt x="18079" y="4531"/>
                </a:cubicBezTo>
                <a:cubicBezTo>
                  <a:pt x="18121" y="4552"/>
                  <a:pt x="18121" y="4552"/>
                  <a:pt x="18121" y="4594"/>
                </a:cubicBezTo>
                <a:lnTo>
                  <a:pt x="18121" y="4740"/>
                </a:lnTo>
                <a:cubicBezTo>
                  <a:pt x="18103" y="4731"/>
                  <a:pt x="18082" y="4726"/>
                  <a:pt x="18061" y="4726"/>
                </a:cubicBezTo>
                <a:cubicBezTo>
                  <a:pt x="18030" y="4726"/>
                  <a:pt x="17999" y="4737"/>
                  <a:pt x="17974" y="4761"/>
                </a:cubicBezTo>
                <a:cubicBezTo>
                  <a:pt x="17535" y="4552"/>
                  <a:pt x="17095" y="4384"/>
                  <a:pt x="16614" y="4238"/>
                </a:cubicBezTo>
                <a:lnTo>
                  <a:pt x="16572" y="4238"/>
                </a:lnTo>
                <a:cubicBezTo>
                  <a:pt x="16572" y="4092"/>
                  <a:pt x="16530" y="3924"/>
                  <a:pt x="16530" y="3778"/>
                </a:cubicBezTo>
                <a:close/>
                <a:moveTo>
                  <a:pt x="14773" y="3694"/>
                </a:moveTo>
                <a:cubicBezTo>
                  <a:pt x="15191" y="3882"/>
                  <a:pt x="15610" y="4008"/>
                  <a:pt x="16028" y="4133"/>
                </a:cubicBezTo>
                <a:lnTo>
                  <a:pt x="16028" y="4426"/>
                </a:lnTo>
                <a:cubicBezTo>
                  <a:pt x="16028" y="5054"/>
                  <a:pt x="15986" y="5682"/>
                  <a:pt x="15986" y="6309"/>
                </a:cubicBezTo>
                <a:cubicBezTo>
                  <a:pt x="15696" y="6164"/>
                  <a:pt x="15394" y="6106"/>
                  <a:pt x="15079" y="6106"/>
                </a:cubicBezTo>
                <a:cubicBezTo>
                  <a:pt x="14985" y="6106"/>
                  <a:pt x="14890" y="6111"/>
                  <a:pt x="14794" y="6121"/>
                </a:cubicBezTo>
                <a:cubicBezTo>
                  <a:pt x="15149" y="5347"/>
                  <a:pt x="15149" y="4384"/>
                  <a:pt x="14585" y="3694"/>
                </a:cubicBezTo>
                <a:cubicBezTo>
                  <a:pt x="14612" y="3694"/>
                  <a:pt x="14650" y="3703"/>
                  <a:pt x="14684" y="3703"/>
                </a:cubicBezTo>
                <a:cubicBezTo>
                  <a:pt x="14701" y="3703"/>
                  <a:pt x="14717" y="3701"/>
                  <a:pt x="14731" y="3694"/>
                </a:cubicBezTo>
                <a:close/>
                <a:moveTo>
                  <a:pt x="8517" y="4824"/>
                </a:moveTo>
                <a:cubicBezTo>
                  <a:pt x="8559" y="5368"/>
                  <a:pt x="8642" y="5912"/>
                  <a:pt x="8726" y="6435"/>
                </a:cubicBezTo>
                <a:lnTo>
                  <a:pt x="8621" y="6435"/>
                </a:lnTo>
                <a:cubicBezTo>
                  <a:pt x="8559" y="6435"/>
                  <a:pt x="8496" y="6435"/>
                  <a:pt x="8412" y="6477"/>
                </a:cubicBezTo>
                <a:cubicBezTo>
                  <a:pt x="8454" y="5912"/>
                  <a:pt x="8496" y="5368"/>
                  <a:pt x="8517" y="4824"/>
                </a:cubicBezTo>
                <a:close/>
                <a:moveTo>
                  <a:pt x="16593" y="4384"/>
                </a:moveTo>
                <a:lnTo>
                  <a:pt x="16593" y="4384"/>
                </a:lnTo>
                <a:cubicBezTo>
                  <a:pt x="17033" y="4531"/>
                  <a:pt x="17514" y="4719"/>
                  <a:pt x="17953" y="4928"/>
                </a:cubicBezTo>
                <a:lnTo>
                  <a:pt x="18037" y="4928"/>
                </a:lnTo>
                <a:cubicBezTo>
                  <a:pt x="18142" y="5284"/>
                  <a:pt x="18225" y="5682"/>
                  <a:pt x="18225" y="6100"/>
                </a:cubicBezTo>
                <a:cubicBezTo>
                  <a:pt x="18225" y="6414"/>
                  <a:pt x="18246" y="7125"/>
                  <a:pt x="17932" y="7314"/>
                </a:cubicBezTo>
                <a:cubicBezTo>
                  <a:pt x="17819" y="7375"/>
                  <a:pt x="17789" y="7403"/>
                  <a:pt x="17778" y="7403"/>
                </a:cubicBezTo>
                <a:cubicBezTo>
                  <a:pt x="17762" y="7403"/>
                  <a:pt x="17782" y="7348"/>
                  <a:pt x="17660" y="7251"/>
                </a:cubicBezTo>
                <a:cubicBezTo>
                  <a:pt x="17535" y="7146"/>
                  <a:pt x="17430" y="7000"/>
                  <a:pt x="17305" y="6895"/>
                </a:cubicBezTo>
                <a:cubicBezTo>
                  <a:pt x="17116" y="6728"/>
                  <a:pt x="16907" y="6644"/>
                  <a:pt x="16698" y="6540"/>
                </a:cubicBezTo>
                <a:cubicBezTo>
                  <a:pt x="16677" y="5807"/>
                  <a:pt x="16656" y="5075"/>
                  <a:pt x="16593" y="4384"/>
                </a:cubicBezTo>
                <a:close/>
                <a:moveTo>
                  <a:pt x="8665" y="6687"/>
                </a:moveTo>
                <a:cubicBezTo>
                  <a:pt x="8823" y="6687"/>
                  <a:pt x="8983" y="6727"/>
                  <a:pt x="9123" y="6833"/>
                </a:cubicBezTo>
                <a:cubicBezTo>
                  <a:pt x="9471" y="7119"/>
                  <a:pt x="9279" y="7545"/>
                  <a:pt x="8880" y="7545"/>
                </a:cubicBezTo>
                <a:cubicBezTo>
                  <a:pt x="8871" y="7545"/>
                  <a:pt x="8861" y="7544"/>
                  <a:pt x="8851" y="7544"/>
                </a:cubicBezTo>
                <a:lnTo>
                  <a:pt x="8831" y="7544"/>
                </a:lnTo>
                <a:cubicBezTo>
                  <a:pt x="8831" y="7377"/>
                  <a:pt x="8810" y="7230"/>
                  <a:pt x="8810" y="7063"/>
                </a:cubicBezTo>
                <a:cubicBezTo>
                  <a:pt x="8810" y="6979"/>
                  <a:pt x="8747" y="6958"/>
                  <a:pt x="8663" y="6958"/>
                </a:cubicBezTo>
                <a:cubicBezTo>
                  <a:pt x="8644" y="6909"/>
                  <a:pt x="8592" y="6892"/>
                  <a:pt x="8535" y="6892"/>
                </a:cubicBezTo>
                <a:cubicBezTo>
                  <a:pt x="8469" y="6892"/>
                  <a:pt x="8394" y="6915"/>
                  <a:pt x="8349" y="6937"/>
                </a:cubicBezTo>
                <a:cubicBezTo>
                  <a:pt x="8287" y="7000"/>
                  <a:pt x="8245" y="7105"/>
                  <a:pt x="8307" y="7167"/>
                </a:cubicBezTo>
                <a:lnTo>
                  <a:pt x="8307" y="7669"/>
                </a:lnTo>
                <a:cubicBezTo>
                  <a:pt x="8098" y="7628"/>
                  <a:pt x="7910" y="7481"/>
                  <a:pt x="7805" y="7314"/>
                </a:cubicBezTo>
                <a:cubicBezTo>
                  <a:pt x="7617" y="6937"/>
                  <a:pt x="8035" y="6833"/>
                  <a:pt x="8307" y="6749"/>
                </a:cubicBezTo>
                <a:cubicBezTo>
                  <a:pt x="8418" y="6712"/>
                  <a:pt x="8541" y="6687"/>
                  <a:pt x="8665" y="6687"/>
                </a:cubicBezTo>
                <a:close/>
                <a:moveTo>
                  <a:pt x="5901" y="7523"/>
                </a:moveTo>
                <a:cubicBezTo>
                  <a:pt x="6027" y="7565"/>
                  <a:pt x="6152" y="7586"/>
                  <a:pt x="6299" y="7649"/>
                </a:cubicBezTo>
                <a:cubicBezTo>
                  <a:pt x="6424" y="7669"/>
                  <a:pt x="6529" y="7732"/>
                  <a:pt x="6654" y="7753"/>
                </a:cubicBezTo>
                <a:cubicBezTo>
                  <a:pt x="6864" y="7837"/>
                  <a:pt x="7094" y="7879"/>
                  <a:pt x="7303" y="7962"/>
                </a:cubicBezTo>
                <a:cubicBezTo>
                  <a:pt x="7617" y="8067"/>
                  <a:pt x="7973" y="8151"/>
                  <a:pt x="8307" y="8255"/>
                </a:cubicBezTo>
                <a:lnTo>
                  <a:pt x="8307" y="8611"/>
                </a:lnTo>
                <a:cubicBezTo>
                  <a:pt x="7512" y="8318"/>
                  <a:pt x="6717" y="8067"/>
                  <a:pt x="5880" y="7795"/>
                </a:cubicBezTo>
                <a:cubicBezTo>
                  <a:pt x="5901" y="7774"/>
                  <a:pt x="5922" y="7753"/>
                  <a:pt x="5901" y="7690"/>
                </a:cubicBezTo>
                <a:cubicBezTo>
                  <a:pt x="5838" y="7649"/>
                  <a:pt x="5838" y="7544"/>
                  <a:pt x="5901" y="7523"/>
                </a:cubicBezTo>
                <a:close/>
                <a:moveTo>
                  <a:pt x="16258" y="1204"/>
                </a:moveTo>
                <a:cubicBezTo>
                  <a:pt x="16321" y="3694"/>
                  <a:pt x="16321" y="6184"/>
                  <a:pt x="16551" y="8632"/>
                </a:cubicBezTo>
                <a:cubicBezTo>
                  <a:pt x="16551" y="8674"/>
                  <a:pt x="16572" y="8695"/>
                  <a:pt x="16572" y="8695"/>
                </a:cubicBezTo>
                <a:lnTo>
                  <a:pt x="16447" y="8695"/>
                </a:lnTo>
                <a:cubicBezTo>
                  <a:pt x="16342" y="8695"/>
                  <a:pt x="16237" y="8716"/>
                  <a:pt x="16133" y="8757"/>
                </a:cubicBezTo>
                <a:cubicBezTo>
                  <a:pt x="16175" y="8046"/>
                  <a:pt x="16175" y="7314"/>
                  <a:pt x="16154" y="6581"/>
                </a:cubicBezTo>
                <a:cubicBezTo>
                  <a:pt x="16196" y="6540"/>
                  <a:pt x="16237" y="6435"/>
                  <a:pt x="16154" y="6414"/>
                </a:cubicBezTo>
                <a:cubicBezTo>
                  <a:pt x="16154" y="5765"/>
                  <a:pt x="16133" y="5096"/>
                  <a:pt x="16154" y="4447"/>
                </a:cubicBezTo>
                <a:cubicBezTo>
                  <a:pt x="16154" y="3380"/>
                  <a:pt x="16237" y="2271"/>
                  <a:pt x="16258" y="1204"/>
                </a:cubicBezTo>
                <a:close/>
                <a:moveTo>
                  <a:pt x="8872" y="8297"/>
                </a:moveTo>
                <a:lnTo>
                  <a:pt x="8872" y="8297"/>
                </a:lnTo>
                <a:cubicBezTo>
                  <a:pt x="9751" y="8590"/>
                  <a:pt x="10609" y="8820"/>
                  <a:pt x="11467" y="9113"/>
                </a:cubicBezTo>
                <a:cubicBezTo>
                  <a:pt x="11467" y="9134"/>
                  <a:pt x="11467" y="9155"/>
                  <a:pt x="11488" y="9155"/>
                </a:cubicBezTo>
                <a:cubicBezTo>
                  <a:pt x="11572" y="9218"/>
                  <a:pt x="11655" y="9343"/>
                  <a:pt x="11530" y="9406"/>
                </a:cubicBezTo>
                <a:lnTo>
                  <a:pt x="11488" y="9406"/>
                </a:lnTo>
                <a:lnTo>
                  <a:pt x="11467" y="9364"/>
                </a:lnTo>
                <a:cubicBezTo>
                  <a:pt x="10630" y="9071"/>
                  <a:pt x="9772" y="8841"/>
                  <a:pt x="8914" y="8674"/>
                </a:cubicBezTo>
                <a:cubicBezTo>
                  <a:pt x="8914" y="8527"/>
                  <a:pt x="8872" y="8423"/>
                  <a:pt x="8872" y="8297"/>
                </a:cubicBezTo>
                <a:close/>
                <a:moveTo>
                  <a:pt x="16593" y="8925"/>
                </a:moveTo>
                <a:cubicBezTo>
                  <a:pt x="16761" y="8925"/>
                  <a:pt x="16970" y="8946"/>
                  <a:pt x="17074" y="9092"/>
                </a:cubicBezTo>
                <a:cubicBezTo>
                  <a:pt x="17346" y="9406"/>
                  <a:pt x="16991" y="9678"/>
                  <a:pt x="16698" y="9741"/>
                </a:cubicBezTo>
                <a:cubicBezTo>
                  <a:pt x="16698" y="9657"/>
                  <a:pt x="16698" y="9553"/>
                  <a:pt x="16677" y="9469"/>
                </a:cubicBezTo>
                <a:cubicBezTo>
                  <a:pt x="16698" y="9448"/>
                  <a:pt x="16719" y="9427"/>
                  <a:pt x="16719" y="9406"/>
                </a:cubicBezTo>
                <a:cubicBezTo>
                  <a:pt x="16705" y="9269"/>
                  <a:pt x="16575" y="9195"/>
                  <a:pt x="16452" y="9195"/>
                </a:cubicBezTo>
                <a:cubicBezTo>
                  <a:pt x="16387" y="9195"/>
                  <a:pt x="16323" y="9216"/>
                  <a:pt x="16279" y="9260"/>
                </a:cubicBezTo>
                <a:cubicBezTo>
                  <a:pt x="16274" y="9254"/>
                  <a:pt x="16265" y="9251"/>
                  <a:pt x="16255" y="9251"/>
                </a:cubicBezTo>
                <a:cubicBezTo>
                  <a:pt x="16228" y="9251"/>
                  <a:pt x="16190" y="9271"/>
                  <a:pt x="16175" y="9302"/>
                </a:cubicBezTo>
                <a:cubicBezTo>
                  <a:pt x="16154" y="9427"/>
                  <a:pt x="16154" y="9574"/>
                  <a:pt x="16154" y="9720"/>
                </a:cubicBezTo>
                <a:cubicBezTo>
                  <a:pt x="16133" y="9724"/>
                  <a:pt x="16114" y="9726"/>
                  <a:pt x="16095" y="9726"/>
                </a:cubicBezTo>
                <a:cubicBezTo>
                  <a:pt x="15830" y="9726"/>
                  <a:pt x="15769" y="9330"/>
                  <a:pt x="15945" y="9134"/>
                </a:cubicBezTo>
                <a:cubicBezTo>
                  <a:pt x="16091" y="8946"/>
                  <a:pt x="16363" y="8925"/>
                  <a:pt x="16593" y="8925"/>
                </a:cubicBezTo>
                <a:close/>
                <a:moveTo>
                  <a:pt x="20108" y="8632"/>
                </a:moveTo>
                <a:cubicBezTo>
                  <a:pt x="20862" y="9134"/>
                  <a:pt x="21699" y="9553"/>
                  <a:pt x="22536" y="9887"/>
                </a:cubicBezTo>
                <a:lnTo>
                  <a:pt x="22556" y="9887"/>
                </a:lnTo>
                <a:lnTo>
                  <a:pt x="22556" y="10264"/>
                </a:lnTo>
                <a:cubicBezTo>
                  <a:pt x="22096" y="10034"/>
                  <a:pt x="21615" y="9762"/>
                  <a:pt x="21175" y="9511"/>
                </a:cubicBezTo>
                <a:cubicBezTo>
                  <a:pt x="21062" y="9435"/>
                  <a:pt x="20811" y="9188"/>
                  <a:pt x="20625" y="9188"/>
                </a:cubicBezTo>
                <a:cubicBezTo>
                  <a:pt x="20606" y="9188"/>
                  <a:pt x="20587" y="9191"/>
                  <a:pt x="20569" y="9197"/>
                </a:cubicBezTo>
                <a:cubicBezTo>
                  <a:pt x="20380" y="9050"/>
                  <a:pt x="20150" y="8988"/>
                  <a:pt x="19962" y="8883"/>
                </a:cubicBezTo>
                <a:cubicBezTo>
                  <a:pt x="19962" y="8778"/>
                  <a:pt x="20046" y="8716"/>
                  <a:pt x="20108" y="8632"/>
                </a:cubicBezTo>
                <a:close/>
                <a:moveTo>
                  <a:pt x="13622" y="9364"/>
                </a:moveTo>
                <a:cubicBezTo>
                  <a:pt x="13664" y="9427"/>
                  <a:pt x="13748" y="9448"/>
                  <a:pt x="13810" y="9469"/>
                </a:cubicBezTo>
                <a:cubicBezTo>
                  <a:pt x="13915" y="9532"/>
                  <a:pt x="14061" y="9574"/>
                  <a:pt x="14166" y="9615"/>
                </a:cubicBezTo>
                <a:cubicBezTo>
                  <a:pt x="14794" y="9887"/>
                  <a:pt x="15463" y="10159"/>
                  <a:pt x="16112" y="10369"/>
                </a:cubicBezTo>
                <a:lnTo>
                  <a:pt x="16112" y="10599"/>
                </a:lnTo>
                <a:cubicBezTo>
                  <a:pt x="15254" y="10243"/>
                  <a:pt x="14396" y="9866"/>
                  <a:pt x="13538" y="9553"/>
                </a:cubicBezTo>
                <a:lnTo>
                  <a:pt x="13497" y="9553"/>
                </a:lnTo>
                <a:cubicBezTo>
                  <a:pt x="13517" y="9469"/>
                  <a:pt x="13517" y="9448"/>
                  <a:pt x="13538" y="9427"/>
                </a:cubicBezTo>
                <a:cubicBezTo>
                  <a:pt x="13559" y="9406"/>
                  <a:pt x="13580" y="9364"/>
                  <a:pt x="13622" y="9364"/>
                </a:cubicBezTo>
                <a:close/>
                <a:moveTo>
                  <a:pt x="5943" y="7983"/>
                </a:moveTo>
                <a:lnTo>
                  <a:pt x="5943" y="7983"/>
                </a:lnTo>
                <a:cubicBezTo>
                  <a:pt x="6362" y="8151"/>
                  <a:pt x="6780" y="8276"/>
                  <a:pt x="7198" y="8402"/>
                </a:cubicBezTo>
                <a:cubicBezTo>
                  <a:pt x="7596" y="8527"/>
                  <a:pt x="7952" y="8674"/>
                  <a:pt x="8349" y="8674"/>
                </a:cubicBezTo>
                <a:cubicBezTo>
                  <a:pt x="8391" y="9469"/>
                  <a:pt x="8391" y="10306"/>
                  <a:pt x="8412" y="11122"/>
                </a:cubicBezTo>
                <a:cubicBezTo>
                  <a:pt x="7844" y="10928"/>
                  <a:pt x="7227" y="10846"/>
                  <a:pt x="6617" y="10846"/>
                </a:cubicBezTo>
                <a:cubicBezTo>
                  <a:pt x="6239" y="10846"/>
                  <a:pt x="5864" y="10878"/>
                  <a:pt x="5504" y="10934"/>
                </a:cubicBezTo>
                <a:cubicBezTo>
                  <a:pt x="5922" y="10599"/>
                  <a:pt x="6194" y="10097"/>
                  <a:pt x="6257" y="9553"/>
                </a:cubicBezTo>
                <a:cubicBezTo>
                  <a:pt x="6341" y="8946"/>
                  <a:pt x="6110" y="8506"/>
                  <a:pt x="5943" y="7983"/>
                </a:cubicBezTo>
                <a:close/>
                <a:moveTo>
                  <a:pt x="16782" y="10494"/>
                </a:moveTo>
                <a:cubicBezTo>
                  <a:pt x="17535" y="10871"/>
                  <a:pt x="18351" y="11185"/>
                  <a:pt x="19125" y="11498"/>
                </a:cubicBezTo>
                <a:lnTo>
                  <a:pt x="19125" y="11540"/>
                </a:lnTo>
                <a:cubicBezTo>
                  <a:pt x="19125" y="11587"/>
                  <a:pt x="19172" y="11611"/>
                  <a:pt x="19204" y="11611"/>
                </a:cubicBezTo>
                <a:cubicBezTo>
                  <a:pt x="19215" y="11611"/>
                  <a:pt x="19224" y="11608"/>
                  <a:pt x="19230" y="11603"/>
                </a:cubicBezTo>
                <a:cubicBezTo>
                  <a:pt x="19271" y="11603"/>
                  <a:pt x="19292" y="11561"/>
                  <a:pt x="19313" y="11540"/>
                </a:cubicBezTo>
                <a:cubicBezTo>
                  <a:pt x="19376" y="11561"/>
                  <a:pt x="19418" y="11603"/>
                  <a:pt x="19460" y="11603"/>
                </a:cubicBezTo>
                <a:cubicBezTo>
                  <a:pt x="19385" y="11710"/>
                  <a:pt x="19298" y="11763"/>
                  <a:pt x="19204" y="11763"/>
                </a:cubicBezTo>
                <a:cubicBezTo>
                  <a:pt x="19114" y="11763"/>
                  <a:pt x="19018" y="11716"/>
                  <a:pt x="18916" y="11624"/>
                </a:cubicBezTo>
                <a:cubicBezTo>
                  <a:pt x="18790" y="11561"/>
                  <a:pt x="18665" y="11519"/>
                  <a:pt x="18518" y="11436"/>
                </a:cubicBezTo>
                <a:cubicBezTo>
                  <a:pt x="18393" y="11394"/>
                  <a:pt x="18246" y="11310"/>
                  <a:pt x="18100" y="11247"/>
                </a:cubicBezTo>
                <a:cubicBezTo>
                  <a:pt x="17660" y="11080"/>
                  <a:pt x="17242" y="10892"/>
                  <a:pt x="16782" y="10766"/>
                </a:cubicBezTo>
                <a:lnTo>
                  <a:pt x="16782" y="10494"/>
                </a:lnTo>
                <a:close/>
                <a:moveTo>
                  <a:pt x="23059" y="9992"/>
                </a:moveTo>
                <a:cubicBezTo>
                  <a:pt x="23916" y="10662"/>
                  <a:pt x="24963" y="11185"/>
                  <a:pt x="25967" y="11624"/>
                </a:cubicBezTo>
                <a:lnTo>
                  <a:pt x="26009" y="11624"/>
                </a:lnTo>
                <a:cubicBezTo>
                  <a:pt x="26030" y="11645"/>
                  <a:pt x="26030" y="11666"/>
                  <a:pt x="26030" y="11708"/>
                </a:cubicBezTo>
                <a:lnTo>
                  <a:pt x="26030" y="11729"/>
                </a:lnTo>
                <a:cubicBezTo>
                  <a:pt x="26019" y="11723"/>
                  <a:pt x="26004" y="11720"/>
                  <a:pt x="25990" y="11720"/>
                </a:cubicBezTo>
                <a:cubicBezTo>
                  <a:pt x="25949" y="11720"/>
                  <a:pt x="25904" y="11740"/>
                  <a:pt x="25904" y="11770"/>
                </a:cubicBezTo>
                <a:cubicBezTo>
                  <a:pt x="25025" y="11226"/>
                  <a:pt x="24021" y="10808"/>
                  <a:pt x="23100" y="10369"/>
                </a:cubicBezTo>
                <a:lnTo>
                  <a:pt x="23080" y="10369"/>
                </a:lnTo>
                <a:cubicBezTo>
                  <a:pt x="23080" y="10243"/>
                  <a:pt x="23059" y="10138"/>
                  <a:pt x="23059" y="9992"/>
                </a:cubicBezTo>
                <a:close/>
                <a:moveTo>
                  <a:pt x="8914" y="8778"/>
                </a:moveTo>
                <a:lnTo>
                  <a:pt x="8914" y="8778"/>
                </a:lnTo>
                <a:cubicBezTo>
                  <a:pt x="9751" y="9029"/>
                  <a:pt x="10546" y="9260"/>
                  <a:pt x="11383" y="9532"/>
                </a:cubicBezTo>
                <a:lnTo>
                  <a:pt x="11383" y="9574"/>
                </a:lnTo>
                <a:cubicBezTo>
                  <a:pt x="11530" y="10410"/>
                  <a:pt x="11760" y="11624"/>
                  <a:pt x="10965" y="12189"/>
                </a:cubicBezTo>
                <a:cubicBezTo>
                  <a:pt x="10504" y="11666"/>
                  <a:pt x="9709" y="11436"/>
                  <a:pt x="9061" y="11310"/>
                </a:cubicBezTo>
                <a:cubicBezTo>
                  <a:pt x="9019" y="10473"/>
                  <a:pt x="8956" y="9636"/>
                  <a:pt x="8914" y="8778"/>
                </a:cubicBezTo>
                <a:close/>
                <a:moveTo>
                  <a:pt x="22619" y="7125"/>
                </a:moveTo>
                <a:cubicBezTo>
                  <a:pt x="22828" y="8946"/>
                  <a:pt x="22954" y="10808"/>
                  <a:pt x="23038" y="12691"/>
                </a:cubicBezTo>
                <a:cubicBezTo>
                  <a:pt x="22933" y="12691"/>
                  <a:pt x="22828" y="12691"/>
                  <a:pt x="22724" y="12712"/>
                </a:cubicBezTo>
                <a:cubicBezTo>
                  <a:pt x="22787" y="11624"/>
                  <a:pt x="22724" y="10515"/>
                  <a:pt x="22682" y="9427"/>
                </a:cubicBezTo>
                <a:cubicBezTo>
                  <a:pt x="22661" y="8674"/>
                  <a:pt x="22661" y="7879"/>
                  <a:pt x="22619" y="7125"/>
                </a:cubicBezTo>
                <a:close/>
                <a:moveTo>
                  <a:pt x="3286" y="11352"/>
                </a:moveTo>
                <a:cubicBezTo>
                  <a:pt x="4144" y="11394"/>
                  <a:pt x="5085" y="11770"/>
                  <a:pt x="5901" y="11980"/>
                </a:cubicBezTo>
                <a:cubicBezTo>
                  <a:pt x="6738" y="12210"/>
                  <a:pt x="7533" y="12482"/>
                  <a:pt x="8391" y="12670"/>
                </a:cubicBezTo>
                <a:lnTo>
                  <a:pt x="8433" y="12670"/>
                </a:lnTo>
                <a:lnTo>
                  <a:pt x="8433" y="12859"/>
                </a:lnTo>
                <a:cubicBezTo>
                  <a:pt x="7491" y="12691"/>
                  <a:pt x="6550" y="12503"/>
                  <a:pt x="5608" y="12252"/>
                </a:cubicBezTo>
                <a:cubicBezTo>
                  <a:pt x="4834" y="12043"/>
                  <a:pt x="4039" y="11624"/>
                  <a:pt x="3202" y="11624"/>
                </a:cubicBezTo>
                <a:cubicBezTo>
                  <a:pt x="3181" y="11519"/>
                  <a:pt x="3202" y="11415"/>
                  <a:pt x="3286" y="11352"/>
                </a:cubicBezTo>
                <a:close/>
                <a:moveTo>
                  <a:pt x="23059" y="12921"/>
                </a:moveTo>
                <a:cubicBezTo>
                  <a:pt x="23205" y="12921"/>
                  <a:pt x="23414" y="13005"/>
                  <a:pt x="23498" y="13172"/>
                </a:cubicBezTo>
                <a:cubicBezTo>
                  <a:pt x="23582" y="13319"/>
                  <a:pt x="23519" y="13444"/>
                  <a:pt x="23372" y="13465"/>
                </a:cubicBezTo>
                <a:cubicBezTo>
                  <a:pt x="23352" y="13479"/>
                  <a:pt x="23333" y="13484"/>
                  <a:pt x="23315" y="13484"/>
                </a:cubicBezTo>
                <a:cubicBezTo>
                  <a:pt x="23279" y="13484"/>
                  <a:pt x="23247" y="13465"/>
                  <a:pt x="23205" y="13465"/>
                </a:cubicBezTo>
                <a:lnTo>
                  <a:pt x="23184" y="13465"/>
                </a:lnTo>
                <a:lnTo>
                  <a:pt x="23184" y="13403"/>
                </a:lnTo>
                <a:cubicBezTo>
                  <a:pt x="23184" y="13361"/>
                  <a:pt x="23184" y="13340"/>
                  <a:pt x="23163" y="13340"/>
                </a:cubicBezTo>
                <a:lnTo>
                  <a:pt x="23163" y="13298"/>
                </a:lnTo>
                <a:cubicBezTo>
                  <a:pt x="23123" y="13234"/>
                  <a:pt x="23060" y="13210"/>
                  <a:pt x="22992" y="13210"/>
                </a:cubicBezTo>
                <a:cubicBezTo>
                  <a:pt x="22882" y="13210"/>
                  <a:pt x="22763" y="13275"/>
                  <a:pt x="22724" y="13340"/>
                </a:cubicBezTo>
                <a:cubicBezTo>
                  <a:pt x="22661" y="13403"/>
                  <a:pt x="22640" y="13465"/>
                  <a:pt x="22640" y="13549"/>
                </a:cubicBezTo>
                <a:cubicBezTo>
                  <a:pt x="22536" y="13549"/>
                  <a:pt x="22431" y="13444"/>
                  <a:pt x="22410" y="13319"/>
                </a:cubicBezTo>
                <a:cubicBezTo>
                  <a:pt x="22347" y="13193"/>
                  <a:pt x="22536" y="13068"/>
                  <a:pt x="22640" y="13005"/>
                </a:cubicBezTo>
                <a:cubicBezTo>
                  <a:pt x="22766" y="12921"/>
                  <a:pt x="22933" y="12921"/>
                  <a:pt x="23059" y="12921"/>
                </a:cubicBezTo>
                <a:close/>
                <a:moveTo>
                  <a:pt x="9123" y="12754"/>
                </a:moveTo>
                <a:lnTo>
                  <a:pt x="9123" y="12754"/>
                </a:lnTo>
                <a:cubicBezTo>
                  <a:pt x="9877" y="12963"/>
                  <a:pt x="10651" y="13089"/>
                  <a:pt x="11383" y="13277"/>
                </a:cubicBezTo>
                <a:cubicBezTo>
                  <a:pt x="12157" y="13444"/>
                  <a:pt x="12911" y="13654"/>
                  <a:pt x="13685" y="13821"/>
                </a:cubicBezTo>
                <a:lnTo>
                  <a:pt x="13685" y="13842"/>
                </a:lnTo>
                <a:cubicBezTo>
                  <a:pt x="13685" y="13863"/>
                  <a:pt x="13727" y="13863"/>
                  <a:pt x="13727" y="13905"/>
                </a:cubicBezTo>
                <a:lnTo>
                  <a:pt x="13727" y="14009"/>
                </a:lnTo>
                <a:cubicBezTo>
                  <a:pt x="13708" y="13997"/>
                  <a:pt x="13688" y="13992"/>
                  <a:pt x="13668" y="13992"/>
                </a:cubicBezTo>
                <a:cubicBezTo>
                  <a:pt x="13618" y="13992"/>
                  <a:pt x="13568" y="14022"/>
                  <a:pt x="13538" y="14051"/>
                </a:cubicBezTo>
                <a:cubicBezTo>
                  <a:pt x="12785" y="13800"/>
                  <a:pt x="11969" y="13633"/>
                  <a:pt x="11174" y="13444"/>
                </a:cubicBezTo>
                <a:cubicBezTo>
                  <a:pt x="10504" y="13277"/>
                  <a:pt x="9814" y="13089"/>
                  <a:pt x="9144" y="13005"/>
                </a:cubicBezTo>
                <a:cubicBezTo>
                  <a:pt x="9144" y="12921"/>
                  <a:pt x="9144" y="12817"/>
                  <a:pt x="9123" y="12754"/>
                </a:cubicBezTo>
                <a:close/>
                <a:moveTo>
                  <a:pt x="13517" y="9720"/>
                </a:moveTo>
                <a:cubicBezTo>
                  <a:pt x="14354" y="10076"/>
                  <a:pt x="15212" y="10410"/>
                  <a:pt x="16049" y="10766"/>
                </a:cubicBezTo>
                <a:lnTo>
                  <a:pt x="16133" y="10766"/>
                </a:lnTo>
                <a:cubicBezTo>
                  <a:pt x="16091" y="11812"/>
                  <a:pt x="16133" y="12859"/>
                  <a:pt x="16133" y="13863"/>
                </a:cubicBezTo>
                <a:lnTo>
                  <a:pt x="16133" y="14219"/>
                </a:lnTo>
                <a:cubicBezTo>
                  <a:pt x="15583" y="13823"/>
                  <a:pt x="14849" y="13626"/>
                  <a:pt x="14176" y="13626"/>
                </a:cubicBezTo>
                <a:cubicBezTo>
                  <a:pt x="14029" y="13626"/>
                  <a:pt x="13886" y="13635"/>
                  <a:pt x="13748" y="13654"/>
                </a:cubicBezTo>
                <a:cubicBezTo>
                  <a:pt x="13706" y="13654"/>
                  <a:pt x="13706" y="13695"/>
                  <a:pt x="13706" y="13716"/>
                </a:cubicBezTo>
                <a:cubicBezTo>
                  <a:pt x="13455" y="13633"/>
                  <a:pt x="13162" y="13549"/>
                  <a:pt x="12869" y="13465"/>
                </a:cubicBezTo>
                <a:cubicBezTo>
                  <a:pt x="13455" y="12294"/>
                  <a:pt x="13748" y="10975"/>
                  <a:pt x="13434" y="9741"/>
                </a:cubicBezTo>
                <a:cubicBezTo>
                  <a:pt x="13455" y="9741"/>
                  <a:pt x="13517" y="9741"/>
                  <a:pt x="13517" y="9720"/>
                </a:cubicBezTo>
                <a:close/>
                <a:moveTo>
                  <a:pt x="19941" y="9029"/>
                </a:moveTo>
                <a:cubicBezTo>
                  <a:pt x="20067" y="9113"/>
                  <a:pt x="20171" y="9197"/>
                  <a:pt x="20297" y="9239"/>
                </a:cubicBezTo>
                <a:cubicBezTo>
                  <a:pt x="20443" y="9322"/>
                  <a:pt x="20569" y="9406"/>
                  <a:pt x="20715" y="9427"/>
                </a:cubicBezTo>
                <a:cubicBezTo>
                  <a:pt x="20778" y="9448"/>
                  <a:pt x="20799" y="9469"/>
                  <a:pt x="20799" y="9469"/>
                </a:cubicBezTo>
                <a:cubicBezTo>
                  <a:pt x="21008" y="9574"/>
                  <a:pt x="21196" y="9699"/>
                  <a:pt x="21406" y="9804"/>
                </a:cubicBezTo>
                <a:cubicBezTo>
                  <a:pt x="21761" y="9992"/>
                  <a:pt x="22159" y="10180"/>
                  <a:pt x="22536" y="10327"/>
                </a:cubicBezTo>
                <a:cubicBezTo>
                  <a:pt x="22536" y="11143"/>
                  <a:pt x="22494" y="11959"/>
                  <a:pt x="22556" y="12733"/>
                </a:cubicBezTo>
                <a:cubicBezTo>
                  <a:pt x="22368" y="12817"/>
                  <a:pt x="22243" y="12921"/>
                  <a:pt x="22159" y="13110"/>
                </a:cubicBezTo>
                <a:cubicBezTo>
                  <a:pt x="22063" y="13396"/>
                  <a:pt x="22229" y="13683"/>
                  <a:pt x="22498" y="13683"/>
                </a:cubicBezTo>
                <a:cubicBezTo>
                  <a:pt x="22523" y="13683"/>
                  <a:pt x="22550" y="13680"/>
                  <a:pt x="22577" y="13675"/>
                </a:cubicBezTo>
                <a:cubicBezTo>
                  <a:pt x="22598" y="13779"/>
                  <a:pt x="22640" y="13884"/>
                  <a:pt x="22682" y="13967"/>
                </a:cubicBezTo>
                <a:cubicBezTo>
                  <a:pt x="22682" y="13988"/>
                  <a:pt x="22703" y="13988"/>
                  <a:pt x="22745" y="13988"/>
                </a:cubicBezTo>
                <a:lnTo>
                  <a:pt x="22745" y="14616"/>
                </a:lnTo>
                <a:cubicBezTo>
                  <a:pt x="21866" y="14156"/>
                  <a:pt x="20820" y="13758"/>
                  <a:pt x="19836" y="13758"/>
                </a:cubicBezTo>
                <a:cubicBezTo>
                  <a:pt x="19941" y="13151"/>
                  <a:pt x="19857" y="12503"/>
                  <a:pt x="19606" y="11875"/>
                </a:cubicBezTo>
                <a:cubicBezTo>
                  <a:pt x="19732" y="11770"/>
                  <a:pt x="19774" y="11582"/>
                  <a:pt x="19606" y="11457"/>
                </a:cubicBezTo>
                <a:cubicBezTo>
                  <a:pt x="19594" y="11451"/>
                  <a:pt x="19583" y="11448"/>
                  <a:pt x="19574" y="11448"/>
                </a:cubicBezTo>
                <a:cubicBezTo>
                  <a:pt x="19552" y="11448"/>
                  <a:pt x="19537" y="11463"/>
                  <a:pt x="19523" y="11478"/>
                </a:cubicBezTo>
                <a:cubicBezTo>
                  <a:pt x="19507" y="11485"/>
                  <a:pt x="19489" y="11490"/>
                  <a:pt x="19471" y="11490"/>
                </a:cubicBezTo>
                <a:cubicBezTo>
                  <a:pt x="19440" y="11490"/>
                  <a:pt x="19410" y="11476"/>
                  <a:pt x="19397" y="11436"/>
                </a:cubicBezTo>
                <a:cubicBezTo>
                  <a:pt x="19418" y="11436"/>
                  <a:pt x="19439" y="11436"/>
                  <a:pt x="19460" y="11415"/>
                </a:cubicBezTo>
                <a:cubicBezTo>
                  <a:pt x="20192" y="10829"/>
                  <a:pt x="20171" y="9866"/>
                  <a:pt x="19941" y="9029"/>
                </a:cubicBezTo>
                <a:close/>
                <a:moveTo>
                  <a:pt x="16761" y="10913"/>
                </a:moveTo>
                <a:lnTo>
                  <a:pt x="16761" y="10913"/>
                </a:lnTo>
                <a:cubicBezTo>
                  <a:pt x="17221" y="11185"/>
                  <a:pt x="17702" y="11394"/>
                  <a:pt x="18183" y="11603"/>
                </a:cubicBezTo>
                <a:cubicBezTo>
                  <a:pt x="18497" y="11729"/>
                  <a:pt x="18978" y="12043"/>
                  <a:pt x="19313" y="12043"/>
                </a:cubicBezTo>
                <a:cubicBezTo>
                  <a:pt x="19376" y="12043"/>
                  <a:pt x="19418" y="12022"/>
                  <a:pt x="19460" y="12022"/>
                </a:cubicBezTo>
                <a:cubicBezTo>
                  <a:pt x="19795" y="13193"/>
                  <a:pt x="19564" y="14491"/>
                  <a:pt x="18748" y="15411"/>
                </a:cubicBezTo>
                <a:cubicBezTo>
                  <a:pt x="18651" y="15508"/>
                  <a:pt x="18392" y="15857"/>
                  <a:pt x="18205" y="15857"/>
                </a:cubicBezTo>
                <a:cubicBezTo>
                  <a:pt x="18190" y="15857"/>
                  <a:pt x="18176" y="15855"/>
                  <a:pt x="18162" y="15851"/>
                </a:cubicBezTo>
                <a:cubicBezTo>
                  <a:pt x="18079" y="15830"/>
                  <a:pt x="17953" y="15516"/>
                  <a:pt x="17870" y="15432"/>
                </a:cubicBezTo>
                <a:cubicBezTo>
                  <a:pt x="17577" y="15097"/>
                  <a:pt x="17284" y="14825"/>
                  <a:pt x="16886" y="14616"/>
                </a:cubicBezTo>
                <a:cubicBezTo>
                  <a:pt x="16886" y="14574"/>
                  <a:pt x="16865" y="14574"/>
                  <a:pt x="16823" y="14574"/>
                </a:cubicBezTo>
                <a:cubicBezTo>
                  <a:pt x="16823" y="14428"/>
                  <a:pt x="16802" y="14260"/>
                  <a:pt x="16802" y="14135"/>
                </a:cubicBezTo>
                <a:cubicBezTo>
                  <a:pt x="16761" y="13068"/>
                  <a:pt x="16782" y="11980"/>
                  <a:pt x="16761" y="10913"/>
                </a:cubicBezTo>
                <a:close/>
                <a:moveTo>
                  <a:pt x="23038" y="10557"/>
                </a:moveTo>
                <a:lnTo>
                  <a:pt x="23038" y="10557"/>
                </a:lnTo>
                <a:cubicBezTo>
                  <a:pt x="23916" y="11038"/>
                  <a:pt x="24837" y="11561"/>
                  <a:pt x="25800" y="11938"/>
                </a:cubicBezTo>
                <a:cubicBezTo>
                  <a:pt x="25800" y="11959"/>
                  <a:pt x="25800" y="11959"/>
                  <a:pt x="25821" y="11959"/>
                </a:cubicBezTo>
                <a:lnTo>
                  <a:pt x="25925" y="11959"/>
                </a:lnTo>
                <a:cubicBezTo>
                  <a:pt x="26637" y="13486"/>
                  <a:pt x="25904" y="14867"/>
                  <a:pt x="25130" y="16206"/>
                </a:cubicBezTo>
                <a:cubicBezTo>
                  <a:pt x="24879" y="15495"/>
                  <a:pt x="23896" y="15118"/>
                  <a:pt x="23268" y="14867"/>
                </a:cubicBezTo>
                <a:lnTo>
                  <a:pt x="23205" y="14867"/>
                </a:lnTo>
                <a:cubicBezTo>
                  <a:pt x="23184" y="14470"/>
                  <a:pt x="23184" y="14072"/>
                  <a:pt x="23163" y="13695"/>
                </a:cubicBezTo>
                <a:lnTo>
                  <a:pt x="23163" y="13695"/>
                </a:lnTo>
                <a:cubicBezTo>
                  <a:pt x="23210" y="13732"/>
                  <a:pt x="23263" y="13747"/>
                  <a:pt x="23317" y="13747"/>
                </a:cubicBezTo>
                <a:cubicBezTo>
                  <a:pt x="23484" y="13747"/>
                  <a:pt x="23665" y="13602"/>
                  <a:pt x="23728" y="13444"/>
                </a:cubicBezTo>
                <a:cubicBezTo>
                  <a:pt x="23896" y="13068"/>
                  <a:pt x="23498" y="12754"/>
                  <a:pt x="23142" y="12691"/>
                </a:cubicBezTo>
                <a:lnTo>
                  <a:pt x="23100" y="12691"/>
                </a:lnTo>
                <a:cubicBezTo>
                  <a:pt x="23100" y="11980"/>
                  <a:pt x="23080" y="11247"/>
                  <a:pt x="23038" y="10557"/>
                </a:cubicBezTo>
                <a:close/>
                <a:moveTo>
                  <a:pt x="13852" y="13716"/>
                </a:moveTo>
                <a:cubicBezTo>
                  <a:pt x="14271" y="13758"/>
                  <a:pt x="14689" y="13821"/>
                  <a:pt x="15108" y="13947"/>
                </a:cubicBezTo>
                <a:cubicBezTo>
                  <a:pt x="15463" y="14051"/>
                  <a:pt x="15819" y="14239"/>
                  <a:pt x="16154" y="14365"/>
                </a:cubicBezTo>
                <a:cubicBezTo>
                  <a:pt x="16133" y="15097"/>
                  <a:pt x="16133" y="15851"/>
                  <a:pt x="16154" y="16625"/>
                </a:cubicBezTo>
                <a:cubicBezTo>
                  <a:pt x="15547" y="16269"/>
                  <a:pt x="14919" y="15955"/>
                  <a:pt x="14313" y="15704"/>
                </a:cubicBezTo>
                <a:cubicBezTo>
                  <a:pt x="14187" y="15160"/>
                  <a:pt x="14041" y="14595"/>
                  <a:pt x="13831" y="14135"/>
                </a:cubicBezTo>
                <a:cubicBezTo>
                  <a:pt x="13936" y="14051"/>
                  <a:pt x="13957" y="13905"/>
                  <a:pt x="13873" y="13800"/>
                </a:cubicBezTo>
                <a:cubicBezTo>
                  <a:pt x="13873" y="13800"/>
                  <a:pt x="13852" y="13800"/>
                  <a:pt x="13852" y="13758"/>
                </a:cubicBezTo>
                <a:lnTo>
                  <a:pt x="13852" y="13716"/>
                </a:lnTo>
                <a:close/>
                <a:moveTo>
                  <a:pt x="14375" y="15872"/>
                </a:moveTo>
                <a:lnTo>
                  <a:pt x="14375" y="15872"/>
                </a:lnTo>
                <a:cubicBezTo>
                  <a:pt x="14919" y="16185"/>
                  <a:pt x="15526" y="16457"/>
                  <a:pt x="16091" y="16708"/>
                </a:cubicBezTo>
                <a:lnTo>
                  <a:pt x="16175" y="16708"/>
                </a:lnTo>
                <a:cubicBezTo>
                  <a:pt x="16154" y="16792"/>
                  <a:pt x="16154" y="16897"/>
                  <a:pt x="16154" y="17001"/>
                </a:cubicBezTo>
                <a:cubicBezTo>
                  <a:pt x="15965" y="16855"/>
                  <a:pt x="15735" y="16750"/>
                  <a:pt x="15526" y="16667"/>
                </a:cubicBezTo>
                <a:cubicBezTo>
                  <a:pt x="15296" y="16562"/>
                  <a:pt x="15045" y="16457"/>
                  <a:pt x="14815" y="16374"/>
                </a:cubicBezTo>
                <a:cubicBezTo>
                  <a:pt x="14731" y="16332"/>
                  <a:pt x="14668" y="16311"/>
                  <a:pt x="14585" y="16248"/>
                </a:cubicBezTo>
                <a:lnTo>
                  <a:pt x="14417" y="16164"/>
                </a:lnTo>
                <a:cubicBezTo>
                  <a:pt x="14396" y="16060"/>
                  <a:pt x="14396" y="15997"/>
                  <a:pt x="14375" y="15872"/>
                </a:cubicBezTo>
                <a:close/>
                <a:moveTo>
                  <a:pt x="19795" y="13988"/>
                </a:moveTo>
                <a:cubicBezTo>
                  <a:pt x="20799" y="14093"/>
                  <a:pt x="21719" y="14553"/>
                  <a:pt x="22724" y="14763"/>
                </a:cubicBezTo>
                <a:lnTo>
                  <a:pt x="22745" y="14763"/>
                </a:lnTo>
                <a:cubicBezTo>
                  <a:pt x="22745" y="15641"/>
                  <a:pt x="22745" y="16562"/>
                  <a:pt x="22766" y="17441"/>
                </a:cubicBezTo>
                <a:cubicBezTo>
                  <a:pt x="21573" y="17064"/>
                  <a:pt x="20443" y="16583"/>
                  <a:pt x="19271" y="16081"/>
                </a:cubicBezTo>
                <a:cubicBezTo>
                  <a:pt x="19230" y="16060"/>
                  <a:pt x="19209" y="16060"/>
                  <a:pt x="19188" y="16060"/>
                </a:cubicBezTo>
                <a:lnTo>
                  <a:pt x="19125" y="16060"/>
                </a:lnTo>
                <a:cubicBezTo>
                  <a:pt x="19062" y="16081"/>
                  <a:pt x="18958" y="16227"/>
                  <a:pt x="18958" y="16269"/>
                </a:cubicBezTo>
                <a:cubicBezTo>
                  <a:pt x="18916" y="16374"/>
                  <a:pt x="18916" y="16478"/>
                  <a:pt x="18978" y="16562"/>
                </a:cubicBezTo>
                <a:cubicBezTo>
                  <a:pt x="18967" y="16559"/>
                  <a:pt x="18957" y="16558"/>
                  <a:pt x="18948" y="16558"/>
                </a:cubicBezTo>
                <a:cubicBezTo>
                  <a:pt x="18885" y="16558"/>
                  <a:pt x="18856" y="16615"/>
                  <a:pt x="18874" y="16688"/>
                </a:cubicBezTo>
                <a:cubicBezTo>
                  <a:pt x="18978" y="16876"/>
                  <a:pt x="19083" y="17043"/>
                  <a:pt x="19167" y="17252"/>
                </a:cubicBezTo>
                <a:cubicBezTo>
                  <a:pt x="19188" y="17315"/>
                  <a:pt x="19313" y="17817"/>
                  <a:pt x="19292" y="17838"/>
                </a:cubicBezTo>
                <a:cubicBezTo>
                  <a:pt x="19271" y="17838"/>
                  <a:pt x="19230" y="17880"/>
                  <a:pt x="19230" y="17901"/>
                </a:cubicBezTo>
                <a:cubicBezTo>
                  <a:pt x="18476" y="17524"/>
                  <a:pt x="17723" y="17169"/>
                  <a:pt x="16928" y="16939"/>
                </a:cubicBezTo>
                <a:cubicBezTo>
                  <a:pt x="16907" y="16227"/>
                  <a:pt x="16865" y="15495"/>
                  <a:pt x="16823" y="14783"/>
                </a:cubicBezTo>
                <a:lnTo>
                  <a:pt x="16823" y="14783"/>
                </a:lnTo>
                <a:cubicBezTo>
                  <a:pt x="17409" y="15097"/>
                  <a:pt x="17807" y="15516"/>
                  <a:pt x="18079" y="16123"/>
                </a:cubicBezTo>
                <a:cubicBezTo>
                  <a:pt x="18108" y="16152"/>
                  <a:pt x="18148" y="16182"/>
                  <a:pt x="18192" y="16182"/>
                </a:cubicBezTo>
                <a:cubicBezTo>
                  <a:pt x="18209" y="16182"/>
                  <a:pt x="18228" y="16177"/>
                  <a:pt x="18246" y="16164"/>
                </a:cubicBezTo>
                <a:cubicBezTo>
                  <a:pt x="19062" y="15641"/>
                  <a:pt x="19606" y="14867"/>
                  <a:pt x="19795" y="13988"/>
                </a:cubicBezTo>
                <a:close/>
                <a:moveTo>
                  <a:pt x="19271" y="16248"/>
                </a:moveTo>
                <a:cubicBezTo>
                  <a:pt x="20359" y="16834"/>
                  <a:pt x="21573" y="17273"/>
                  <a:pt x="22766" y="17629"/>
                </a:cubicBezTo>
                <a:lnTo>
                  <a:pt x="22766" y="18006"/>
                </a:lnTo>
                <a:cubicBezTo>
                  <a:pt x="21950" y="17566"/>
                  <a:pt x="20966" y="17127"/>
                  <a:pt x="20025" y="16918"/>
                </a:cubicBezTo>
                <a:cubicBezTo>
                  <a:pt x="19920" y="16834"/>
                  <a:pt x="19732" y="16750"/>
                  <a:pt x="19606" y="16688"/>
                </a:cubicBezTo>
                <a:cubicBezTo>
                  <a:pt x="19439" y="16604"/>
                  <a:pt x="19292" y="16541"/>
                  <a:pt x="19104" y="16541"/>
                </a:cubicBezTo>
                <a:cubicBezTo>
                  <a:pt x="19083" y="16478"/>
                  <a:pt x="19083" y="16395"/>
                  <a:pt x="19125" y="16353"/>
                </a:cubicBezTo>
                <a:cubicBezTo>
                  <a:pt x="19167" y="16311"/>
                  <a:pt x="19209" y="16269"/>
                  <a:pt x="19271" y="16248"/>
                </a:cubicBezTo>
                <a:close/>
                <a:moveTo>
                  <a:pt x="3307" y="11750"/>
                </a:moveTo>
                <a:lnTo>
                  <a:pt x="3307" y="11750"/>
                </a:lnTo>
                <a:cubicBezTo>
                  <a:pt x="4123" y="11917"/>
                  <a:pt x="4897" y="12252"/>
                  <a:pt x="5713" y="12461"/>
                </a:cubicBezTo>
                <a:cubicBezTo>
                  <a:pt x="6613" y="12691"/>
                  <a:pt x="7491" y="12879"/>
                  <a:pt x="8412" y="13026"/>
                </a:cubicBezTo>
                <a:lnTo>
                  <a:pt x="8454" y="13026"/>
                </a:lnTo>
                <a:cubicBezTo>
                  <a:pt x="8517" y="14867"/>
                  <a:pt x="8559" y="16688"/>
                  <a:pt x="8642" y="18529"/>
                </a:cubicBezTo>
                <a:cubicBezTo>
                  <a:pt x="7705" y="18039"/>
                  <a:pt x="6431" y="17688"/>
                  <a:pt x="5250" y="17688"/>
                </a:cubicBezTo>
                <a:cubicBezTo>
                  <a:pt x="4716" y="17688"/>
                  <a:pt x="4202" y="17759"/>
                  <a:pt x="3746" y="17922"/>
                </a:cubicBezTo>
                <a:cubicBezTo>
                  <a:pt x="4332" y="16980"/>
                  <a:pt x="4583" y="15913"/>
                  <a:pt x="4478" y="14804"/>
                </a:cubicBezTo>
                <a:cubicBezTo>
                  <a:pt x="4374" y="13800"/>
                  <a:pt x="3955" y="12587"/>
                  <a:pt x="3307" y="11750"/>
                </a:cubicBezTo>
                <a:close/>
                <a:moveTo>
                  <a:pt x="23038" y="13382"/>
                </a:moveTo>
                <a:cubicBezTo>
                  <a:pt x="23038" y="15181"/>
                  <a:pt x="23059" y="17043"/>
                  <a:pt x="23393" y="18822"/>
                </a:cubicBezTo>
                <a:cubicBezTo>
                  <a:pt x="23352" y="18822"/>
                  <a:pt x="23310" y="18780"/>
                  <a:pt x="23268" y="18780"/>
                </a:cubicBezTo>
                <a:cubicBezTo>
                  <a:pt x="23240" y="18774"/>
                  <a:pt x="23210" y="18772"/>
                  <a:pt x="23180" y="18772"/>
                </a:cubicBezTo>
                <a:cubicBezTo>
                  <a:pt x="23097" y="18772"/>
                  <a:pt x="23010" y="18791"/>
                  <a:pt x="22933" y="18822"/>
                </a:cubicBezTo>
                <a:cubicBezTo>
                  <a:pt x="22954" y="18424"/>
                  <a:pt x="22954" y="18048"/>
                  <a:pt x="22954" y="17671"/>
                </a:cubicBezTo>
                <a:cubicBezTo>
                  <a:pt x="22996" y="17629"/>
                  <a:pt x="22996" y="17566"/>
                  <a:pt x="22954" y="17524"/>
                </a:cubicBezTo>
                <a:cubicBezTo>
                  <a:pt x="22954" y="16248"/>
                  <a:pt x="22933" y="14951"/>
                  <a:pt x="22870" y="13654"/>
                </a:cubicBezTo>
                <a:cubicBezTo>
                  <a:pt x="22870" y="13633"/>
                  <a:pt x="22849" y="13622"/>
                  <a:pt x="22826" y="13622"/>
                </a:cubicBezTo>
                <a:cubicBezTo>
                  <a:pt x="22802" y="13622"/>
                  <a:pt x="22776" y="13633"/>
                  <a:pt x="22766" y="13654"/>
                </a:cubicBezTo>
                <a:cubicBezTo>
                  <a:pt x="22766" y="13612"/>
                  <a:pt x="22766" y="13549"/>
                  <a:pt x="22787" y="13507"/>
                </a:cubicBezTo>
                <a:cubicBezTo>
                  <a:pt x="22828" y="13444"/>
                  <a:pt x="22870" y="13403"/>
                  <a:pt x="22933" y="13382"/>
                </a:cubicBezTo>
                <a:close/>
                <a:moveTo>
                  <a:pt x="16970" y="16980"/>
                </a:moveTo>
                <a:lnTo>
                  <a:pt x="16970" y="16980"/>
                </a:lnTo>
                <a:cubicBezTo>
                  <a:pt x="17618" y="17462"/>
                  <a:pt x="18434" y="17734"/>
                  <a:pt x="19167" y="18048"/>
                </a:cubicBezTo>
                <a:cubicBezTo>
                  <a:pt x="19481" y="18194"/>
                  <a:pt x="19795" y="18341"/>
                  <a:pt x="20108" y="18466"/>
                </a:cubicBezTo>
                <a:cubicBezTo>
                  <a:pt x="20255" y="18550"/>
                  <a:pt x="20422" y="18613"/>
                  <a:pt x="20590" y="18675"/>
                </a:cubicBezTo>
                <a:cubicBezTo>
                  <a:pt x="20673" y="18717"/>
                  <a:pt x="20757" y="18738"/>
                  <a:pt x="20841" y="18780"/>
                </a:cubicBezTo>
                <a:cubicBezTo>
                  <a:pt x="21071" y="18843"/>
                  <a:pt x="21280" y="18989"/>
                  <a:pt x="21406" y="19198"/>
                </a:cubicBezTo>
                <a:lnTo>
                  <a:pt x="21385" y="19198"/>
                </a:lnTo>
                <a:cubicBezTo>
                  <a:pt x="19899" y="18613"/>
                  <a:pt x="18455" y="17922"/>
                  <a:pt x="16991" y="17273"/>
                </a:cubicBezTo>
                <a:cubicBezTo>
                  <a:pt x="16991" y="17169"/>
                  <a:pt x="16991" y="17085"/>
                  <a:pt x="16970" y="16980"/>
                </a:cubicBezTo>
                <a:close/>
                <a:moveTo>
                  <a:pt x="23152" y="19024"/>
                </a:moveTo>
                <a:cubicBezTo>
                  <a:pt x="23222" y="19024"/>
                  <a:pt x="23291" y="19034"/>
                  <a:pt x="23352" y="19052"/>
                </a:cubicBezTo>
                <a:cubicBezTo>
                  <a:pt x="23456" y="19052"/>
                  <a:pt x="23603" y="19136"/>
                  <a:pt x="23707" y="19240"/>
                </a:cubicBezTo>
                <a:cubicBezTo>
                  <a:pt x="23875" y="19387"/>
                  <a:pt x="23916" y="19784"/>
                  <a:pt x="23603" y="19784"/>
                </a:cubicBezTo>
                <a:cubicBezTo>
                  <a:pt x="23582" y="19784"/>
                  <a:pt x="23561" y="19805"/>
                  <a:pt x="23519" y="19826"/>
                </a:cubicBezTo>
                <a:cubicBezTo>
                  <a:pt x="23498" y="19680"/>
                  <a:pt x="23477" y="19554"/>
                  <a:pt x="23456" y="19408"/>
                </a:cubicBezTo>
                <a:cubicBezTo>
                  <a:pt x="23456" y="19387"/>
                  <a:pt x="23456" y="19387"/>
                  <a:pt x="23414" y="19387"/>
                </a:cubicBezTo>
                <a:cubicBezTo>
                  <a:pt x="23398" y="19306"/>
                  <a:pt x="23281" y="19275"/>
                  <a:pt x="23200" y="19275"/>
                </a:cubicBezTo>
                <a:cubicBezTo>
                  <a:pt x="23177" y="19275"/>
                  <a:pt x="23156" y="19277"/>
                  <a:pt x="23142" y="19282"/>
                </a:cubicBezTo>
                <a:cubicBezTo>
                  <a:pt x="23080" y="19303"/>
                  <a:pt x="23038" y="19345"/>
                  <a:pt x="22996" y="19366"/>
                </a:cubicBezTo>
                <a:cubicBezTo>
                  <a:pt x="22975" y="19366"/>
                  <a:pt x="22933" y="19387"/>
                  <a:pt x="22933" y="19449"/>
                </a:cubicBezTo>
                <a:cubicBezTo>
                  <a:pt x="22933" y="19554"/>
                  <a:pt x="22933" y="19659"/>
                  <a:pt x="22891" y="19763"/>
                </a:cubicBezTo>
                <a:cubicBezTo>
                  <a:pt x="22619" y="19721"/>
                  <a:pt x="22515" y="19408"/>
                  <a:pt x="22682" y="19198"/>
                </a:cubicBezTo>
                <a:cubicBezTo>
                  <a:pt x="22801" y="19080"/>
                  <a:pt x="22982" y="19024"/>
                  <a:pt x="23152" y="19024"/>
                </a:cubicBezTo>
                <a:close/>
                <a:moveTo>
                  <a:pt x="23477" y="17796"/>
                </a:moveTo>
                <a:lnTo>
                  <a:pt x="23477" y="17796"/>
                </a:lnTo>
                <a:cubicBezTo>
                  <a:pt x="24105" y="18194"/>
                  <a:pt x="24816" y="18571"/>
                  <a:pt x="25549" y="18864"/>
                </a:cubicBezTo>
                <a:cubicBezTo>
                  <a:pt x="26302" y="19177"/>
                  <a:pt x="27055" y="19408"/>
                  <a:pt x="27808" y="19784"/>
                </a:cubicBezTo>
                <a:cubicBezTo>
                  <a:pt x="27808" y="19805"/>
                  <a:pt x="27850" y="19868"/>
                  <a:pt x="27850" y="19889"/>
                </a:cubicBezTo>
                <a:cubicBezTo>
                  <a:pt x="27850" y="19931"/>
                  <a:pt x="27808" y="19993"/>
                  <a:pt x="27787" y="20035"/>
                </a:cubicBezTo>
                <a:lnTo>
                  <a:pt x="27745" y="20035"/>
                </a:lnTo>
                <a:cubicBezTo>
                  <a:pt x="26323" y="19387"/>
                  <a:pt x="24921" y="18738"/>
                  <a:pt x="23498" y="18152"/>
                </a:cubicBezTo>
                <a:cubicBezTo>
                  <a:pt x="23498" y="18027"/>
                  <a:pt x="23477" y="17901"/>
                  <a:pt x="23477" y="17796"/>
                </a:cubicBezTo>
                <a:close/>
                <a:moveTo>
                  <a:pt x="8600" y="7125"/>
                </a:moveTo>
                <a:cubicBezTo>
                  <a:pt x="8726" y="9553"/>
                  <a:pt x="8872" y="11959"/>
                  <a:pt x="9040" y="14386"/>
                </a:cubicBezTo>
                <a:cubicBezTo>
                  <a:pt x="9186" y="16750"/>
                  <a:pt x="9270" y="19157"/>
                  <a:pt x="9605" y="21458"/>
                </a:cubicBezTo>
                <a:lnTo>
                  <a:pt x="8914" y="21228"/>
                </a:lnTo>
                <a:cubicBezTo>
                  <a:pt x="8872" y="20412"/>
                  <a:pt x="8872" y="19596"/>
                  <a:pt x="8851" y="18780"/>
                </a:cubicBezTo>
                <a:cubicBezTo>
                  <a:pt x="8914" y="18738"/>
                  <a:pt x="8935" y="18633"/>
                  <a:pt x="8851" y="18571"/>
                </a:cubicBezTo>
                <a:cubicBezTo>
                  <a:pt x="8726" y="14804"/>
                  <a:pt x="8538" y="10996"/>
                  <a:pt x="8496" y="7167"/>
                </a:cubicBezTo>
                <a:lnTo>
                  <a:pt x="8496" y="7125"/>
                </a:lnTo>
                <a:close/>
                <a:moveTo>
                  <a:pt x="9165" y="13110"/>
                </a:moveTo>
                <a:lnTo>
                  <a:pt x="9165" y="13110"/>
                </a:lnTo>
                <a:cubicBezTo>
                  <a:pt x="9856" y="13340"/>
                  <a:pt x="10546" y="13486"/>
                  <a:pt x="11258" y="13654"/>
                </a:cubicBezTo>
                <a:cubicBezTo>
                  <a:pt x="12011" y="13842"/>
                  <a:pt x="12785" y="14051"/>
                  <a:pt x="13538" y="14177"/>
                </a:cubicBezTo>
                <a:cubicBezTo>
                  <a:pt x="14061" y="15432"/>
                  <a:pt x="14271" y="16855"/>
                  <a:pt x="14187" y="18215"/>
                </a:cubicBezTo>
                <a:cubicBezTo>
                  <a:pt x="14145" y="18926"/>
                  <a:pt x="13978" y="19596"/>
                  <a:pt x="13664" y="20245"/>
                </a:cubicBezTo>
                <a:cubicBezTo>
                  <a:pt x="13476" y="20642"/>
                  <a:pt x="13120" y="21040"/>
                  <a:pt x="12994" y="21458"/>
                </a:cubicBezTo>
                <a:cubicBezTo>
                  <a:pt x="12262" y="20245"/>
                  <a:pt x="10965" y="19345"/>
                  <a:pt x="9605" y="18926"/>
                </a:cubicBezTo>
                <a:cubicBezTo>
                  <a:pt x="9500" y="17378"/>
                  <a:pt x="9354" y="15809"/>
                  <a:pt x="9249" y="14260"/>
                </a:cubicBezTo>
                <a:cubicBezTo>
                  <a:pt x="9228" y="13863"/>
                  <a:pt x="9186" y="13507"/>
                  <a:pt x="9165" y="13110"/>
                </a:cubicBezTo>
                <a:close/>
                <a:moveTo>
                  <a:pt x="9647" y="19052"/>
                </a:moveTo>
                <a:cubicBezTo>
                  <a:pt x="10714" y="19617"/>
                  <a:pt x="11592" y="20307"/>
                  <a:pt x="12471" y="21144"/>
                </a:cubicBezTo>
                <a:cubicBezTo>
                  <a:pt x="12325" y="21291"/>
                  <a:pt x="12283" y="21563"/>
                  <a:pt x="12178" y="21751"/>
                </a:cubicBezTo>
                <a:cubicBezTo>
                  <a:pt x="12095" y="21898"/>
                  <a:pt x="11906" y="22086"/>
                  <a:pt x="11885" y="22274"/>
                </a:cubicBezTo>
                <a:cubicBezTo>
                  <a:pt x="11237" y="22023"/>
                  <a:pt x="10567" y="21814"/>
                  <a:pt x="9919" y="21605"/>
                </a:cubicBezTo>
                <a:lnTo>
                  <a:pt x="9688" y="21542"/>
                </a:lnTo>
                <a:lnTo>
                  <a:pt x="9709" y="21500"/>
                </a:lnTo>
                <a:cubicBezTo>
                  <a:pt x="9709" y="20642"/>
                  <a:pt x="9688" y="19868"/>
                  <a:pt x="9647" y="19052"/>
                </a:cubicBezTo>
                <a:close/>
                <a:moveTo>
                  <a:pt x="14396" y="16332"/>
                </a:moveTo>
                <a:lnTo>
                  <a:pt x="14396" y="16332"/>
                </a:lnTo>
                <a:cubicBezTo>
                  <a:pt x="14480" y="16374"/>
                  <a:pt x="14585" y="16436"/>
                  <a:pt x="14668" y="16457"/>
                </a:cubicBezTo>
                <a:cubicBezTo>
                  <a:pt x="14919" y="16583"/>
                  <a:pt x="15191" y="16688"/>
                  <a:pt x="15442" y="16834"/>
                </a:cubicBezTo>
                <a:cubicBezTo>
                  <a:pt x="15652" y="16939"/>
                  <a:pt x="15882" y="17106"/>
                  <a:pt x="16133" y="17169"/>
                </a:cubicBezTo>
                <a:cubicBezTo>
                  <a:pt x="16133" y="17566"/>
                  <a:pt x="16154" y="17922"/>
                  <a:pt x="16154" y="18320"/>
                </a:cubicBezTo>
                <a:cubicBezTo>
                  <a:pt x="16196" y="20245"/>
                  <a:pt x="16258" y="22190"/>
                  <a:pt x="16300" y="24157"/>
                </a:cubicBezTo>
                <a:cubicBezTo>
                  <a:pt x="15442" y="23802"/>
                  <a:pt x="14501" y="23697"/>
                  <a:pt x="13580" y="23655"/>
                </a:cubicBezTo>
                <a:cubicBezTo>
                  <a:pt x="13455" y="23362"/>
                  <a:pt x="13350" y="23048"/>
                  <a:pt x="13245" y="22734"/>
                </a:cubicBezTo>
                <a:cubicBezTo>
                  <a:pt x="13234" y="22690"/>
                  <a:pt x="13205" y="22669"/>
                  <a:pt x="13177" y="22669"/>
                </a:cubicBezTo>
                <a:cubicBezTo>
                  <a:pt x="13153" y="22669"/>
                  <a:pt x="13130" y="22684"/>
                  <a:pt x="13120" y="22714"/>
                </a:cubicBezTo>
                <a:cubicBezTo>
                  <a:pt x="12722" y="22546"/>
                  <a:pt x="12367" y="22400"/>
                  <a:pt x="11969" y="22274"/>
                </a:cubicBezTo>
                <a:cubicBezTo>
                  <a:pt x="12157" y="22190"/>
                  <a:pt x="12262" y="21981"/>
                  <a:pt x="12325" y="21856"/>
                </a:cubicBezTo>
                <a:cubicBezTo>
                  <a:pt x="12429" y="21688"/>
                  <a:pt x="12576" y="21458"/>
                  <a:pt x="12597" y="21270"/>
                </a:cubicBezTo>
                <a:lnTo>
                  <a:pt x="12890" y="21563"/>
                </a:lnTo>
                <a:cubicBezTo>
                  <a:pt x="12900" y="21573"/>
                  <a:pt x="12916" y="21578"/>
                  <a:pt x="12934" y="21578"/>
                </a:cubicBezTo>
                <a:cubicBezTo>
                  <a:pt x="12952" y="21578"/>
                  <a:pt x="12973" y="21573"/>
                  <a:pt x="12994" y="21563"/>
                </a:cubicBezTo>
                <a:cubicBezTo>
                  <a:pt x="13455" y="21395"/>
                  <a:pt x="13748" y="20809"/>
                  <a:pt x="13957" y="20391"/>
                </a:cubicBezTo>
                <a:cubicBezTo>
                  <a:pt x="14250" y="19805"/>
                  <a:pt x="14417" y="19177"/>
                  <a:pt x="14480" y="18550"/>
                </a:cubicBezTo>
                <a:cubicBezTo>
                  <a:pt x="14564" y="17838"/>
                  <a:pt x="14522" y="17085"/>
                  <a:pt x="14396" y="16332"/>
                </a:cubicBezTo>
                <a:close/>
                <a:moveTo>
                  <a:pt x="19083" y="16667"/>
                </a:moveTo>
                <a:cubicBezTo>
                  <a:pt x="19188" y="16750"/>
                  <a:pt x="19334" y="16792"/>
                  <a:pt x="19481" y="16855"/>
                </a:cubicBezTo>
                <a:cubicBezTo>
                  <a:pt x="19585" y="16897"/>
                  <a:pt x="19711" y="16960"/>
                  <a:pt x="19815" y="16980"/>
                </a:cubicBezTo>
                <a:cubicBezTo>
                  <a:pt x="20736" y="17462"/>
                  <a:pt x="21803" y="17817"/>
                  <a:pt x="22766" y="18131"/>
                </a:cubicBezTo>
                <a:cubicBezTo>
                  <a:pt x="22766" y="18361"/>
                  <a:pt x="22787" y="18613"/>
                  <a:pt x="22787" y="18843"/>
                </a:cubicBezTo>
                <a:cubicBezTo>
                  <a:pt x="22598" y="18926"/>
                  <a:pt x="22431" y="19052"/>
                  <a:pt x="22368" y="19261"/>
                </a:cubicBezTo>
                <a:cubicBezTo>
                  <a:pt x="22305" y="19575"/>
                  <a:pt x="22515" y="19889"/>
                  <a:pt x="22828" y="19889"/>
                </a:cubicBezTo>
                <a:lnTo>
                  <a:pt x="22849" y="19889"/>
                </a:lnTo>
                <a:cubicBezTo>
                  <a:pt x="22828" y="21437"/>
                  <a:pt x="22849" y="23006"/>
                  <a:pt x="22849" y="24576"/>
                </a:cubicBezTo>
                <a:cubicBezTo>
                  <a:pt x="22441" y="24323"/>
                  <a:pt x="21925" y="24197"/>
                  <a:pt x="21435" y="24197"/>
                </a:cubicBezTo>
                <a:cubicBezTo>
                  <a:pt x="21397" y="24197"/>
                  <a:pt x="21359" y="24198"/>
                  <a:pt x="21322" y="24199"/>
                </a:cubicBezTo>
                <a:cubicBezTo>
                  <a:pt x="21468" y="23802"/>
                  <a:pt x="21594" y="23383"/>
                  <a:pt x="21678" y="22965"/>
                </a:cubicBezTo>
                <a:cubicBezTo>
                  <a:pt x="21803" y="22379"/>
                  <a:pt x="21845" y="21751"/>
                  <a:pt x="21845" y="21123"/>
                </a:cubicBezTo>
                <a:cubicBezTo>
                  <a:pt x="21845" y="20600"/>
                  <a:pt x="21887" y="19868"/>
                  <a:pt x="21573" y="19408"/>
                </a:cubicBezTo>
                <a:cubicBezTo>
                  <a:pt x="22117" y="18968"/>
                  <a:pt x="20987" y="18675"/>
                  <a:pt x="20736" y="18571"/>
                </a:cubicBezTo>
                <a:cubicBezTo>
                  <a:pt x="20318" y="18403"/>
                  <a:pt x="19857" y="18215"/>
                  <a:pt x="19439" y="18006"/>
                </a:cubicBezTo>
                <a:cubicBezTo>
                  <a:pt x="19585" y="17838"/>
                  <a:pt x="19481" y="17524"/>
                  <a:pt x="19418" y="17357"/>
                </a:cubicBezTo>
                <a:cubicBezTo>
                  <a:pt x="19334" y="17106"/>
                  <a:pt x="19209" y="16876"/>
                  <a:pt x="19062" y="16667"/>
                </a:cubicBezTo>
                <a:close/>
                <a:moveTo>
                  <a:pt x="6508" y="20935"/>
                </a:moveTo>
                <a:cubicBezTo>
                  <a:pt x="6675" y="21646"/>
                  <a:pt x="7094" y="22316"/>
                  <a:pt x="7450" y="22923"/>
                </a:cubicBezTo>
                <a:cubicBezTo>
                  <a:pt x="7784" y="23488"/>
                  <a:pt x="8140" y="24095"/>
                  <a:pt x="8559" y="24618"/>
                </a:cubicBezTo>
                <a:cubicBezTo>
                  <a:pt x="7178" y="24806"/>
                  <a:pt x="5797" y="25015"/>
                  <a:pt x="4416" y="25203"/>
                </a:cubicBezTo>
                <a:cubicBezTo>
                  <a:pt x="3077" y="25350"/>
                  <a:pt x="1717" y="25455"/>
                  <a:pt x="377" y="25685"/>
                </a:cubicBezTo>
                <a:cubicBezTo>
                  <a:pt x="1005" y="24283"/>
                  <a:pt x="1465" y="22797"/>
                  <a:pt x="1926" y="21333"/>
                </a:cubicBezTo>
                <a:cubicBezTo>
                  <a:pt x="2064" y="21345"/>
                  <a:pt x="2201" y="21350"/>
                  <a:pt x="2337" y="21350"/>
                </a:cubicBezTo>
                <a:cubicBezTo>
                  <a:pt x="2906" y="21350"/>
                  <a:pt x="3465" y="21262"/>
                  <a:pt x="4039" y="21228"/>
                </a:cubicBezTo>
                <a:cubicBezTo>
                  <a:pt x="4855" y="21144"/>
                  <a:pt x="5629" y="21061"/>
                  <a:pt x="6445" y="20956"/>
                </a:cubicBezTo>
                <a:cubicBezTo>
                  <a:pt x="6466" y="20956"/>
                  <a:pt x="6508" y="20956"/>
                  <a:pt x="6508" y="20935"/>
                </a:cubicBezTo>
                <a:close/>
                <a:moveTo>
                  <a:pt x="17012" y="17462"/>
                </a:moveTo>
                <a:lnTo>
                  <a:pt x="17012" y="17462"/>
                </a:lnTo>
                <a:cubicBezTo>
                  <a:pt x="18351" y="18215"/>
                  <a:pt x="19857" y="18864"/>
                  <a:pt x="21364" y="19408"/>
                </a:cubicBezTo>
                <a:lnTo>
                  <a:pt x="21427" y="19408"/>
                </a:lnTo>
                <a:cubicBezTo>
                  <a:pt x="21427" y="19408"/>
                  <a:pt x="21468" y="19408"/>
                  <a:pt x="21468" y="19449"/>
                </a:cubicBezTo>
                <a:cubicBezTo>
                  <a:pt x="21479" y="19460"/>
                  <a:pt x="21495" y="19465"/>
                  <a:pt x="21510" y="19465"/>
                </a:cubicBezTo>
                <a:cubicBezTo>
                  <a:pt x="21526" y="19465"/>
                  <a:pt x="21542" y="19460"/>
                  <a:pt x="21552" y="19449"/>
                </a:cubicBezTo>
                <a:lnTo>
                  <a:pt x="21552" y="19449"/>
                </a:lnTo>
                <a:cubicBezTo>
                  <a:pt x="21427" y="19931"/>
                  <a:pt x="21594" y="20517"/>
                  <a:pt x="21594" y="21019"/>
                </a:cubicBezTo>
                <a:cubicBezTo>
                  <a:pt x="21594" y="21688"/>
                  <a:pt x="21510" y="22337"/>
                  <a:pt x="21385" y="23006"/>
                </a:cubicBezTo>
                <a:cubicBezTo>
                  <a:pt x="21113" y="24178"/>
                  <a:pt x="20631" y="25266"/>
                  <a:pt x="19941" y="26271"/>
                </a:cubicBezTo>
                <a:cubicBezTo>
                  <a:pt x="19376" y="25434"/>
                  <a:pt x="18497" y="24618"/>
                  <a:pt x="17493" y="24408"/>
                </a:cubicBezTo>
                <a:cubicBezTo>
                  <a:pt x="17326" y="22483"/>
                  <a:pt x="17179" y="20537"/>
                  <a:pt x="17074" y="18633"/>
                </a:cubicBezTo>
                <a:cubicBezTo>
                  <a:pt x="17033" y="18236"/>
                  <a:pt x="17012" y="17838"/>
                  <a:pt x="17012" y="17462"/>
                </a:cubicBezTo>
                <a:close/>
                <a:moveTo>
                  <a:pt x="6613" y="20726"/>
                </a:moveTo>
                <a:cubicBezTo>
                  <a:pt x="7680" y="21123"/>
                  <a:pt x="8810" y="21374"/>
                  <a:pt x="9877" y="21772"/>
                </a:cubicBezTo>
                <a:cubicBezTo>
                  <a:pt x="10965" y="22128"/>
                  <a:pt x="12053" y="22546"/>
                  <a:pt x="13141" y="22944"/>
                </a:cubicBezTo>
                <a:lnTo>
                  <a:pt x="13162" y="22944"/>
                </a:lnTo>
                <a:cubicBezTo>
                  <a:pt x="13455" y="24471"/>
                  <a:pt x="14313" y="25664"/>
                  <a:pt x="15442" y="26626"/>
                </a:cubicBezTo>
                <a:cubicBezTo>
                  <a:pt x="14480" y="26354"/>
                  <a:pt x="13476" y="26103"/>
                  <a:pt x="12513" y="25831"/>
                </a:cubicBezTo>
                <a:cubicBezTo>
                  <a:pt x="11341" y="25455"/>
                  <a:pt x="10170" y="24994"/>
                  <a:pt x="8956" y="24680"/>
                </a:cubicBezTo>
                <a:cubicBezTo>
                  <a:pt x="8538" y="24053"/>
                  <a:pt x="8077" y="23446"/>
                  <a:pt x="7680" y="22797"/>
                </a:cubicBezTo>
                <a:cubicBezTo>
                  <a:pt x="7282" y="22128"/>
                  <a:pt x="7031" y="21395"/>
                  <a:pt x="6613" y="20768"/>
                </a:cubicBezTo>
                <a:lnTo>
                  <a:pt x="6613" y="20726"/>
                </a:lnTo>
                <a:close/>
                <a:moveTo>
                  <a:pt x="13748" y="23885"/>
                </a:moveTo>
                <a:lnTo>
                  <a:pt x="13748" y="23885"/>
                </a:lnTo>
                <a:cubicBezTo>
                  <a:pt x="14626" y="23969"/>
                  <a:pt x="15463" y="24178"/>
                  <a:pt x="16363" y="24325"/>
                </a:cubicBezTo>
                <a:cubicBezTo>
                  <a:pt x="16384" y="25224"/>
                  <a:pt x="16405" y="26103"/>
                  <a:pt x="16447" y="27024"/>
                </a:cubicBezTo>
                <a:cubicBezTo>
                  <a:pt x="15317" y="26187"/>
                  <a:pt x="14375" y="25162"/>
                  <a:pt x="13748" y="23885"/>
                </a:cubicBezTo>
                <a:close/>
                <a:moveTo>
                  <a:pt x="23477" y="18320"/>
                </a:moveTo>
                <a:lnTo>
                  <a:pt x="23477" y="18320"/>
                </a:lnTo>
                <a:cubicBezTo>
                  <a:pt x="24837" y="18968"/>
                  <a:pt x="26239" y="19575"/>
                  <a:pt x="27662" y="20182"/>
                </a:cubicBezTo>
                <a:lnTo>
                  <a:pt x="27704" y="20182"/>
                </a:lnTo>
                <a:cubicBezTo>
                  <a:pt x="27704" y="20203"/>
                  <a:pt x="27704" y="20203"/>
                  <a:pt x="27745" y="20224"/>
                </a:cubicBezTo>
                <a:cubicBezTo>
                  <a:pt x="28394" y="22797"/>
                  <a:pt x="27997" y="25455"/>
                  <a:pt x="26302" y="27526"/>
                </a:cubicBezTo>
                <a:cubicBezTo>
                  <a:pt x="25988" y="26312"/>
                  <a:pt x="25172" y="25308"/>
                  <a:pt x="24000" y="24848"/>
                </a:cubicBezTo>
                <a:cubicBezTo>
                  <a:pt x="24000" y="24785"/>
                  <a:pt x="24000" y="24701"/>
                  <a:pt x="23979" y="24639"/>
                </a:cubicBezTo>
                <a:cubicBezTo>
                  <a:pt x="23833" y="23132"/>
                  <a:pt x="23812" y="21542"/>
                  <a:pt x="23561" y="20014"/>
                </a:cubicBezTo>
                <a:lnTo>
                  <a:pt x="23603" y="20014"/>
                </a:lnTo>
                <a:cubicBezTo>
                  <a:pt x="23896" y="19993"/>
                  <a:pt x="24105" y="19721"/>
                  <a:pt x="24084" y="19449"/>
                </a:cubicBezTo>
                <a:cubicBezTo>
                  <a:pt x="24042" y="19157"/>
                  <a:pt x="23770" y="18947"/>
                  <a:pt x="23498" y="18843"/>
                </a:cubicBezTo>
                <a:lnTo>
                  <a:pt x="23498" y="18822"/>
                </a:lnTo>
                <a:cubicBezTo>
                  <a:pt x="23498" y="18654"/>
                  <a:pt x="23477" y="18466"/>
                  <a:pt x="23477" y="18320"/>
                </a:cubicBezTo>
                <a:close/>
                <a:moveTo>
                  <a:pt x="8538" y="24890"/>
                </a:moveTo>
                <a:lnTo>
                  <a:pt x="8538" y="24890"/>
                </a:lnTo>
                <a:cubicBezTo>
                  <a:pt x="7910" y="25434"/>
                  <a:pt x="7366" y="26103"/>
                  <a:pt x="6843" y="26773"/>
                </a:cubicBezTo>
                <a:cubicBezTo>
                  <a:pt x="6822" y="26815"/>
                  <a:pt x="6822" y="26835"/>
                  <a:pt x="6843" y="26898"/>
                </a:cubicBezTo>
                <a:cubicBezTo>
                  <a:pt x="6822" y="26898"/>
                  <a:pt x="6780" y="26919"/>
                  <a:pt x="6759" y="26940"/>
                </a:cubicBezTo>
                <a:lnTo>
                  <a:pt x="4730" y="27254"/>
                </a:lnTo>
                <a:cubicBezTo>
                  <a:pt x="3997" y="27359"/>
                  <a:pt x="3181" y="27421"/>
                  <a:pt x="2449" y="27631"/>
                </a:cubicBezTo>
                <a:cubicBezTo>
                  <a:pt x="1821" y="27003"/>
                  <a:pt x="1089" y="26459"/>
                  <a:pt x="419" y="25831"/>
                </a:cubicBezTo>
                <a:cubicBezTo>
                  <a:pt x="1863" y="25768"/>
                  <a:pt x="3286" y="25559"/>
                  <a:pt x="4667" y="25371"/>
                </a:cubicBezTo>
                <a:cubicBezTo>
                  <a:pt x="5943" y="25224"/>
                  <a:pt x="7261" y="25057"/>
                  <a:pt x="8538" y="24890"/>
                </a:cubicBezTo>
                <a:close/>
                <a:moveTo>
                  <a:pt x="16512" y="9387"/>
                </a:moveTo>
                <a:cubicBezTo>
                  <a:pt x="16541" y="9387"/>
                  <a:pt x="16570" y="9404"/>
                  <a:pt x="16593" y="9427"/>
                </a:cubicBezTo>
                <a:cubicBezTo>
                  <a:pt x="16468" y="10913"/>
                  <a:pt x="16593" y="12461"/>
                  <a:pt x="16656" y="13947"/>
                </a:cubicBezTo>
                <a:cubicBezTo>
                  <a:pt x="16656" y="15537"/>
                  <a:pt x="16698" y="17085"/>
                  <a:pt x="16782" y="18613"/>
                </a:cubicBezTo>
                <a:cubicBezTo>
                  <a:pt x="16928" y="21646"/>
                  <a:pt x="17179" y="24680"/>
                  <a:pt x="17493" y="27672"/>
                </a:cubicBezTo>
                <a:cubicBezTo>
                  <a:pt x="17200" y="27526"/>
                  <a:pt x="16928" y="27338"/>
                  <a:pt x="16677" y="27149"/>
                </a:cubicBezTo>
                <a:lnTo>
                  <a:pt x="16593" y="24325"/>
                </a:lnTo>
                <a:cubicBezTo>
                  <a:pt x="16656" y="24325"/>
                  <a:pt x="16698" y="24241"/>
                  <a:pt x="16656" y="24220"/>
                </a:cubicBezTo>
                <a:cubicBezTo>
                  <a:pt x="16614" y="24220"/>
                  <a:pt x="16614" y="24220"/>
                  <a:pt x="16593" y="24199"/>
                </a:cubicBezTo>
                <a:cubicBezTo>
                  <a:pt x="16551" y="22211"/>
                  <a:pt x="16468" y="20245"/>
                  <a:pt x="16405" y="18257"/>
                </a:cubicBezTo>
                <a:cubicBezTo>
                  <a:pt x="16384" y="16980"/>
                  <a:pt x="16342" y="15683"/>
                  <a:pt x="16342" y="14386"/>
                </a:cubicBezTo>
                <a:lnTo>
                  <a:pt x="16342" y="14386"/>
                </a:lnTo>
                <a:cubicBezTo>
                  <a:pt x="16350" y="14394"/>
                  <a:pt x="16357" y="14397"/>
                  <a:pt x="16364" y="14397"/>
                </a:cubicBezTo>
                <a:cubicBezTo>
                  <a:pt x="16390" y="14397"/>
                  <a:pt x="16401" y="14336"/>
                  <a:pt x="16384" y="14302"/>
                </a:cubicBezTo>
                <a:lnTo>
                  <a:pt x="16342" y="14260"/>
                </a:lnTo>
                <a:lnTo>
                  <a:pt x="16342" y="13905"/>
                </a:lnTo>
                <a:cubicBezTo>
                  <a:pt x="16300" y="12398"/>
                  <a:pt x="16384" y="10913"/>
                  <a:pt x="16363" y="9448"/>
                </a:cubicBezTo>
                <a:cubicBezTo>
                  <a:pt x="16384" y="9448"/>
                  <a:pt x="16405" y="9448"/>
                  <a:pt x="16447" y="9427"/>
                </a:cubicBezTo>
                <a:cubicBezTo>
                  <a:pt x="16466" y="9399"/>
                  <a:pt x="16489" y="9387"/>
                  <a:pt x="16512" y="9387"/>
                </a:cubicBezTo>
                <a:close/>
                <a:moveTo>
                  <a:pt x="6864" y="27212"/>
                </a:moveTo>
                <a:cubicBezTo>
                  <a:pt x="7198" y="27421"/>
                  <a:pt x="7512" y="27672"/>
                  <a:pt x="7784" y="27965"/>
                </a:cubicBezTo>
                <a:cubicBezTo>
                  <a:pt x="5901" y="28070"/>
                  <a:pt x="3997" y="28196"/>
                  <a:pt x="2135" y="28447"/>
                </a:cubicBezTo>
                <a:cubicBezTo>
                  <a:pt x="2240" y="28196"/>
                  <a:pt x="2365" y="27986"/>
                  <a:pt x="2553" y="27819"/>
                </a:cubicBezTo>
                <a:cubicBezTo>
                  <a:pt x="2574" y="27777"/>
                  <a:pt x="2574" y="27777"/>
                  <a:pt x="2574" y="27756"/>
                </a:cubicBezTo>
                <a:cubicBezTo>
                  <a:pt x="2623" y="27758"/>
                  <a:pt x="2672" y="27758"/>
                  <a:pt x="2721" y="27758"/>
                </a:cubicBezTo>
                <a:cubicBezTo>
                  <a:pt x="3329" y="27758"/>
                  <a:pt x="3982" y="27645"/>
                  <a:pt x="4562" y="27568"/>
                </a:cubicBezTo>
                <a:cubicBezTo>
                  <a:pt x="5315" y="27463"/>
                  <a:pt x="6110" y="27359"/>
                  <a:pt x="6864" y="27212"/>
                </a:cubicBezTo>
                <a:close/>
                <a:moveTo>
                  <a:pt x="21217" y="24408"/>
                </a:moveTo>
                <a:cubicBezTo>
                  <a:pt x="21782" y="24471"/>
                  <a:pt x="22263" y="24576"/>
                  <a:pt x="22828" y="24722"/>
                </a:cubicBezTo>
                <a:cubicBezTo>
                  <a:pt x="22849" y="25873"/>
                  <a:pt x="22828" y="27003"/>
                  <a:pt x="22828" y="28154"/>
                </a:cubicBezTo>
                <a:cubicBezTo>
                  <a:pt x="21510" y="28175"/>
                  <a:pt x="20318" y="28279"/>
                  <a:pt x="18999" y="28488"/>
                </a:cubicBezTo>
                <a:cubicBezTo>
                  <a:pt x="18581" y="28300"/>
                  <a:pt x="18162" y="28091"/>
                  <a:pt x="17744" y="27861"/>
                </a:cubicBezTo>
                <a:lnTo>
                  <a:pt x="17744" y="27840"/>
                </a:lnTo>
                <a:cubicBezTo>
                  <a:pt x="17639" y="26773"/>
                  <a:pt x="17535" y="25685"/>
                  <a:pt x="17451" y="24618"/>
                </a:cubicBezTo>
                <a:lnTo>
                  <a:pt x="17451" y="24618"/>
                </a:lnTo>
                <a:cubicBezTo>
                  <a:pt x="18393" y="25141"/>
                  <a:pt x="19188" y="25643"/>
                  <a:pt x="19753" y="26605"/>
                </a:cubicBezTo>
                <a:cubicBezTo>
                  <a:pt x="19782" y="26655"/>
                  <a:pt x="19831" y="26676"/>
                  <a:pt x="19880" y="26676"/>
                </a:cubicBezTo>
                <a:cubicBezTo>
                  <a:pt x="19935" y="26676"/>
                  <a:pt x="19992" y="26649"/>
                  <a:pt x="20025" y="26605"/>
                </a:cubicBezTo>
                <a:cubicBezTo>
                  <a:pt x="20506" y="25936"/>
                  <a:pt x="20945" y="25203"/>
                  <a:pt x="21217" y="24408"/>
                </a:cubicBezTo>
                <a:close/>
                <a:moveTo>
                  <a:pt x="33541" y="25559"/>
                </a:moveTo>
                <a:lnTo>
                  <a:pt x="33541" y="25559"/>
                </a:lnTo>
                <a:cubicBezTo>
                  <a:pt x="31888" y="26605"/>
                  <a:pt x="30256" y="27631"/>
                  <a:pt x="28541" y="28614"/>
                </a:cubicBezTo>
                <a:cubicBezTo>
                  <a:pt x="28520" y="28614"/>
                  <a:pt x="28478" y="28614"/>
                  <a:pt x="28436" y="28656"/>
                </a:cubicBezTo>
                <a:lnTo>
                  <a:pt x="28415" y="28677"/>
                </a:lnTo>
                <a:cubicBezTo>
                  <a:pt x="28394" y="28593"/>
                  <a:pt x="28331" y="28551"/>
                  <a:pt x="28289" y="28488"/>
                </a:cubicBezTo>
                <a:cubicBezTo>
                  <a:pt x="30005" y="27463"/>
                  <a:pt x="31763" y="26459"/>
                  <a:pt x="33541" y="25559"/>
                </a:cubicBezTo>
                <a:close/>
                <a:moveTo>
                  <a:pt x="7889" y="28154"/>
                </a:moveTo>
                <a:cubicBezTo>
                  <a:pt x="8098" y="28405"/>
                  <a:pt x="8245" y="28677"/>
                  <a:pt x="8412" y="28970"/>
                </a:cubicBezTo>
                <a:cubicBezTo>
                  <a:pt x="8064" y="28963"/>
                  <a:pt x="7715" y="28960"/>
                  <a:pt x="7367" y="28960"/>
                </a:cubicBezTo>
                <a:cubicBezTo>
                  <a:pt x="5492" y="28960"/>
                  <a:pt x="3607" y="29046"/>
                  <a:pt x="1737" y="29116"/>
                </a:cubicBezTo>
                <a:cubicBezTo>
                  <a:pt x="1821" y="28907"/>
                  <a:pt x="1926" y="28719"/>
                  <a:pt x="2030" y="28551"/>
                </a:cubicBezTo>
                <a:cubicBezTo>
                  <a:pt x="3955" y="28488"/>
                  <a:pt x="5943" y="28342"/>
                  <a:pt x="7868" y="28154"/>
                </a:cubicBezTo>
                <a:close/>
                <a:moveTo>
                  <a:pt x="9019" y="24806"/>
                </a:moveTo>
                <a:cubicBezTo>
                  <a:pt x="10065" y="25329"/>
                  <a:pt x="11216" y="25685"/>
                  <a:pt x="12325" y="26040"/>
                </a:cubicBezTo>
                <a:cubicBezTo>
                  <a:pt x="13517" y="26396"/>
                  <a:pt x="14710" y="26794"/>
                  <a:pt x="15945" y="27003"/>
                </a:cubicBezTo>
                <a:cubicBezTo>
                  <a:pt x="17012" y="27840"/>
                  <a:pt x="18267" y="28488"/>
                  <a:pt x="19481" y="28970"/>
                </a:cubicBezTo>
                <a:cubicBezTo>
                  <a:pt x="20108" y="29221"/>
                  <a:pt x="20799" y="29493"/>
                  <a:pt x="21531" y="29723"/>
                </a:cubicBezTo>
                <a:cubicBezTo>
                  <a:pt x="20694" y="29597"/>
                  <a:pt x="19899" y="29388"/>
                  <a:pt x="19083" y="29095"/>
                </a:cubicBezTo>
                <a:cubicBezTo>
                  <a:pt x="17932" y="28698"/>
                  <a:pt x="16823" y="28091"/>
                  <a:pt x="15673" y="27672"/>
                </a:cubicBezTo>
                <a:cubicBezTo>
                  <a:pt x="14522" y="27254"/>
                  <a:pt x="13329" y="26940"/>
                  <a:pt x="12178" y="26522"/>
                </a:cubicBezTo>
                <a:cubicBezTo>
                  <a:pt x="11007" y="26103"/>
                  <a:pt x="9793" y="25664"/>
                  <a:pt x="8559" y="25350"/>
                </a:cubicBezTo>
                <a:lnTo>
                  <a:pt x="8872" y="24952"/>
                </a:lnTo>
                <a:cubicBezTo>
                  <a:pt x="8914" y="24931"/>
                  <a:pt x="8914" y="24911"/>
                  <a:pt x="8914" y="24890"/>
                </a:cubicBezTo>
                <a:cubicBezTo>
                  <a:pt x="8956" y="24890"/>
                  <a:pt x="8977" y="24848"/>
                  <a:pt x="9019" y="24806"/>
                </a:cubicBezTo>
                <a:close/>
                <a:moveTo>
                  <a:pt x="22828" y="28237"/>
                </a:moveTo>
                <a:lnTo>
                  <a:pt x="22828" y="29807"/>
                </a:lnTo>
                <a:cubicBezTo>
                  <a:pt x="21699" y="29535"/>
                  <a:pt x="20548" y="29116"/>
                  <a:pt x="19543" y="28698"/>
                </a:cubicBezTo>
                <a:cubicBezTo>
                  <a:pt x="19439" y="28656"/>
                  <a:pt x="19334" y="28614"/>
                  <a:pt x="19230" y="28572"/>
                </a:cubicBezTo>
                <a:cubicBezTo>
                  <a:pt x="20422" y="28384"/>
                  <a:pt x="21636" y="28279"/>
                  <a:pt x="22828" y="28237"/>
                </a:cubicBezTo>
                <a:close/>
                <a:moveTo>
                  <a:pt x="8538" y="29179"/>
                </a:moveTo>
                <a:cubicBezTo>
                  <a:pt x="8621" y="29346"/>
                  <a:pt x="8705" y="29556"/>
                  <a:pt x="8747" y="29744"/>
                </a:cubicBezTo>
                <a:cubicBezTo>
                  <a:pt x="6341" y="29765"/>
                  <a:pt x="3934" y="29807"/>
                  <a:pt x="1528" y="29869"/>
                </a:cubicBezTo>
                <a:cubicBezTo>
                  <a:pt x="1549" y="29639"/>
                  <a:pt x="1633" y="29430"/>
                  <a:pt x="1717" y="29221"/>
                </a:cubicBezTo>
                <a:cubicBezTo>
                  <a:pt x="2857" y="29231"/>
                  <a:pt x="3992" y="29247"/>
                  <a:pt x="5127" y="29247"/>
                </a:cubicBezTo>
                <a:cubicBezTo>
                  <a:pt x="6262" y="29247"/>
                  <a:pt x="7397" y="29231"/>
                  <a:pt x="8538" y="29179"/>
                </a:cubicBezTo>
                <a:close/>
                <a:moveTo>
                  <a:pt x="28310" y="29116"/>
                </a:moveTo>
                <a:lnTo>
                  <a:pt x="28310" y="29116"/>
                </a:lnTo>
                <a:cubicBezTo>
                  <a:pt x="28269" y="29304"/>
                  <a:pt x="28206" y="29493"/>
                  <a:pt x="28164" y="29702"/>
                </a:cubicBezTo>
                <a:cubicBezTo>
                  <a:pt x="27787" y="29744"/>
                  <a:pt x="27432" y="29848"/>
                  <a:pt x="27076" y="29953"/>
                </a:cubicBezTo>
                <a:cubicBezTo>
                  <a:pt x="27536" y="29765"/>
                  <a:pt x="27934" y="29493"/>
                  <a:pt x="28310" y="29116"/>
                </a:cubicBezTo>
                <a:close/>
                <a:moveTo>
                  <a:pt x="23247" y="19470"/>
                </a:moveTo>
                <a:cubicBezTo>
                  <a:pt x="23268" y="19491"/>
                  <a:pt x="23289" y="19512"/>
                  <a:pt x="23352" y="19512"/>
                </a:cubicBezTo>
                <a:cubicBezTo>
                  <a:pt x="23289" y="21249"/>
                  <a:pt x="23582" y="23048"/>
                  <a:pt x="23728" y="24806"/>
                </a:cubicBezTo>
                <a:cubicBezTo>
                  <a:pt x="23896" y="26522"/>
                  <a:pt x="24042" y="28279"/>
                  <a:pt x="24209" y="30037"/>
                </a:cubicBezTo>
                <a:cubicBezTo>
                  <a:pt x="23833" y="30016"/>
                  <a:pt x="23456" y="29932"/>
                  <a:pt x="23080" y="29848"/>
                </a:cubicBezTo>
                <a:cubicBezTo>
                  <a:pt x="23100" y="28133"/>
                  <a:pt x="23080" y="26375"/>
                  <a:pt x="23080" y="24639"/>
                </a:cubicBezTo>
                <a:cubicBezTo>
                  <a:pt x="23080" y="22923"/>
                  <a:pt x="23163" y="21186"/>
                  <a:pt x="23059" y="19491"/>
                </a:cubicBezTo>
                <a:cubicBezTo>
                  <a:pt x="23080" y="19470"/>
                  <a:pt x="23142" y="19470"/>
                  <a:pt x="23163" y="19470"/>
                </a:cubicBezTo>
                <a:close/>
                <a:moveTo>
                  <a:pt x="27377" y="28433"/>
                </a:moveTo>
                <a:cubicBezTo>
                  <a:pt x="27778" y="28433"/>
                  <a:pt x="28157" y="28493"/>
                  <a:pt x="28310" y="28719"/>
                </a:cubicBezTo>
                <a:lnTo>
                  <a:pt x="28331" y="28760"/>
                </a:lnTo>
                <a:cubicBezTo>
                  <a:pt x="27355" y="29700"/>
                  <a:pt x="26183" y="30056"/>
                  <a:pt x="24932" y="30056"/>
                </a:cubicBezTo>
                <a:cubicBezTo>
                  <a:pt x="24762" y="30056"/>
                  <a:pt x="24591" y="30049"/>
                  <a:pt x="24419" y="30037"/>
                </a:cubicBezTo>
                <a:cubicBezTo>
                  <a:pt x="24356" y="29514"/>
                  <a:pt x="24335" y="29012"/>
                  <a:pt x="24293" y="28488"/>
                </a:cubicBezTo>
                <a:lnTo>
                  <a:pt x="24293" y="28488"/>
                </a:lnTo>
                <a:cubicBezTo>
                  <a:pt x="24617" y="28530"/>
                  <a:pt x="24947" y="28546"/>
                  <a:pt x="25279" y="28546"/>
                </a:cubicBezTo>
                <a:cubicBezTo>
                  <a:pt x="25611" y="28546"/>
                  <a:pt x="25946" y="28530"/>
                  <a:pt x="26281" y="28509"/>
                </a:cubicBezTo>
                <a:cubicBezTo>
                  <a:pt x="26516" y="28499"/>
                  <a:pt x="26958" y="28433"/>
                  <a:pt x="27377" y="28433"/>
                </a:cubicBezTo>
                <a:close/>
                <a:moveTo>
                  <a:pt x="8810" y="30016"/>
                </a:moveTo>
                <a:cubicBezTo>
                  <a:pt x="8831" y="30162"/>
                  <a:pt x="8851" y="30351"/>
                  <a:pt x="8872" y="30539"/>
                </a:cubicBezTo>
                <a:lnTo>
                  <a:pt x="8872" y="30602"/>
                </a:lnTo>
                <a:cubicBezTo>
                  <a:pt x="8439" y="30541"/>
                  <a:pt x="7994" y="30516"/>
                  <a:pt x="7548" y="30516"/>
                </a:cubicBezTo>
                <a:cubicBezTo>
                  <a:pt x="6768" y="30516"/>
                  <a:pt x="5985" y="30592"/>
                  <a:pt x="5253" y="30685"/>
                </a:cubicBezTo>
                <a:cubicBezTo>
                  <a:pt x="5169" y="30455"/>
                  <a:pt x="5064" y="30246"/>
                  <a:pt x="4960" y="30016"/>
                </a:cubicBezTo>
                <a:close/>
                <a:moveTo>
                  <a:pt x="1507" y="29953"/>
                </a:moveTo>
                <a:cubicBezTo>
                  <a:pt x="2574" y="29974"/>
                  <a:pt x="3641" y="29974"/>
                  <a:pt x="4730" y="29974"/>
                </a:cubicBezTo>
                <a:cubicBezTo>
                  <a:pt x="4688" y="30225"/>
                  <a:pt x="4667" y="30455"/>
                  <a:pt x="4646" y="30706"/>
                </a:cubicBezTo>
                <a:cubicBezTo>
                  <a:pt x="4625" y="30685"/>
                  <a:pt x="4562" y="30665"/>
                  <a:pt x="4541" y="30665"/>
                </a:cubicBezTo>
                <a:cubicBezTo>
                  <a:pt x="3742" y="30728"/>
                  <a:pt x="2955" y="30756"/>
                  <a:pt x="2162" y="30756"/>
                </a:cubicBezTo>
                <a:cubicBezTo>
                  <a:pt x="1916" y="30756"/>
                  <a:pt x="1671" y="30753"/>
                  <a:pt x="1424" y="30748"/>
                </a:cubicBezTo>
                <a:cubicBezTo>
                  <a:pt x="1424" y="30476"/>
                  <a:pt x="1445" y="30225"/>
                  <a:pt x="1507" y="29953"/>
                </a:cubicBezTo>
                <a:close/>
                <a:moveTo>
                  <a:pt x="8475" y="25455"/>
                </a:moveTo>
                <a:cubicBezTo>
                  <a:pt x="10839" y="26459"/>
                  <a:pt x="13329" y="27087"/>
                  <a:pt x="15735" y="27965"/>
                </a:cubicBezTo>
                <a:cubicBezTo>
                  <a:pt x="16907" y="28405"/>
                  <a:pt x="18037" y="28991"/>
                  <a:pt x="19230" y="29409"/>
                </a:cubicBezTo>
                <a:cubicBezTo>
                  <a:pt x="20380" y="29807"/>
                  <a:pt x="21594" y="30037"/>
                  <a:pt x="22787" y="30141"/>
                </a:cubicBezTo>
                <a:cubicBezTo>
                  <a:pt x="22828" y="30141"/>
                  <a:pt x="22849" y="30141"/>
                  <a:pt x="22870" y="30121"/>
                </a:cubicBezTo>
                <a:cubicBezTo>
                  <a:pt x="23598" y="30271"/>
                  <a:pt x="24319" y="30369"/>
                  <a:pt x="25014" y="30369"/>
                </a:cubicBezTo>
                <a:cubicBezTo>
                  <a:pt x="25477" y="30369"/>
                  <a:pt x="25929" y="30326"/>
                  <a:pt x="26365" y="30225"/>
                </a:cubicBezTo>
                <a:cubicBezTo>
                  <a:pt x="26448" y="30243"/>
                  <a:pt x="26531" y="30251"/>
                  <a:pt x="26613" y="30251"/>
                </a:cubicBezTo>
                <a:cubicBezTo>
                  <a:pt x="26822" y="30251"/>
                  <a:pt x="27027" y="30201"/>
                  <a:pt x="27222" y="30141"/>
                </a:cubicBezTo>
                <a:cubicBezTo>
                  <a:pt x="27494" y="30058"/>
                  <a:pt x="27787" y="29974"/>
                  <a:pt x="28080" y="29869"/>
                </a:cubicBezTo>
                <a:lnTo>
                  <a:pt x="28080" y="29869"/>
                </a:lnTo>
                <a:cubicBezTo>
                  <a:pt x="28059" y="30016"/>
                  <a:pt x="27997" y="30183"/>
                  <a:pt x="27913" y="30372"/>
                </a:cubicBezTo>
                <a:cubicBezTo>
                  <a:pt x="27215" y="30524"/>
                  <a:pt x="26514" y="30587"/>
                  <a:pt x="25814" y="30587"/>
                </a:cubicBezTo>
                <a:cubicBezTo>
                  <a:pt x="24687" y="30587"/>
                  <a:pt x="23561" y="30424"/>
                  <a:pt x="22452" y="30204"/>
                </a:cubicBezTo>
                <a:cubicBezTo>
                  <a:pt x="20799" y="29911"/>
                  <a:pt x="19167" y="29514"/>
                  <a:pt x="17535" y="29116"/>
                </a:cubicBezTo>
                <a:cubicBezTo>
                  <a:pt x="14271" y="28279"/>
                  <a:pt x="11132" y="27191"/>
                  <a:pt x="7973" y="26061"/>
                </a:cubicBezTo>
                <a:cubicBezTo>
                  <a:pt x="7961" y="26053"/>
                  <a:pt x="7950" y="26050"/>
                  <a:pt x="7941" y="26050"/>
                </a:cubicBezTo>
                <a:cubicBezTo>
                  <a:pt x="7904" y="26050"/>
                  <a:pt x="7897" y="26111"/>
                  <a:pt x="7931" y="26145"/>
                </a:cubicBezTo>
                <a:cubicBezTo>
                  <a:pt x="11132" y="27526"/>
                  <a:pt x="14501" y="28572"/>
                  <a:pt x="17849" y="29409"/>
                </a:cubicBezTo>
                <a:cubicBezTo>
                  <a:pt x="19543" y="29848"/>
                  <a:pt x="21280" y="30225"/>
                  <a:pt x="23038" y="30539"/>
                </a:cubicBezTo>
                <a:cubicBezTo>
                  <a:pt x="23942" y="30682"/>
                  <a:pt x="24853" y="30784"/>
                  <a:pt x="25763" y="30784"/>
                </a:cubicBezTo>
                <a:cubicBezTo>
                  <a:pt x="26454" y="30784"/>
                  <a:pt x="27143" y="30725"/>
                  <a:pt x="27829" y="30581"/>
                </a:cubicBezTo>
                <a:lnTo>
                  <a:pt x="27829" y="30581"/>
                </a:lnTo>
                <a:cubicBezTo>
                  <a:pt x="27808" y="30685"/>
                  <a:pt x="27766" y="30769"/>
                  <a:pt x="27704" y="30874"/>
                </a:cubicBezTo>
                <a:cubicBezTo>
                  <a:pt x="27030" y="30942"/>
                  <a:pt x="26353" y="30972"/>
                  <a:pt x="25675" y="30972"/>
                </a:cubicBezTo>
                <a:cubicBezTo>
                  <a:pt x="22794" y="30972"/>
                  <a:pt x="19890" y="30420"/>
                  <a:pt x="17095" y="29828"/>
                </a:cubicBezTo>
                <a:cubicBezTo>
                  <a:pt x="13664" y="29095"/>
                  <a:pt x="10421" y="27882"/>
                  <a:pt x="7073" y="26877"/>
                </a:cubicBezTo>
                <a:cubicBezTo>
                  <a:pt x="7533" y="26417"/>
                  <a:pt x="8035" y="25957"/>
                  <a:pt x="8475" y="25455"/>
                </a:cubicBezTo>
                <a:close/>
                <a:moveTo>
                  <a:pt x="5678" y="30787"/>
                </a:moveTo>
                <a:cubicBezTo>
                  <a:pt x="6484" y="30787"/>
                  <a:pt x="7312" y="30823"/>
                  <a:pt x="8123" y="30823"/>
                </a:cubicBezTo>
                <a:cubicBezTo>
                  <a:pt x="8368" y="30823"/>
                  <a:pt x="8611" y="30820"/>
                  <a:pt x="8851" y="30811"/>
                </a:cubicBezTo>
                <a:lnTo>
                  <a:pt x="8851" y="30811"/>
                </a:lnTo>
                <a:cubicBezTo>
                  <a:pt x="8851" y="30978"/>
                  <a:pt x="8851" y="31104"/>
                  <a:pt x="8831" y="31271"/>
                </a:cubicBezTo>
                <a:cubicBezTo>
                  <a:pt x="7701" y="31334"/>
                  <a:pt x="6613" y="31376"/>
                  <a:pt x="5483" y="31397"/>
                </a:cubicBezTo>
                <a:cubicBezTo>
                  <a:pt x="5399" y="31188"/>
                  <a:pt x="5357" y="30999"/>
                  <a:pt x="5274" y="30790"/>
                </a:cubicBezTo>
                <a:cubicBezTo>
                  <a:pt x="5408" y="30788"/>
                  <a:pt x="5542" y="30787"/>
                  <a:pt x="5678" y="30787"/>
                </a:cubicBezTo>
                <a:close/>
                <a:moveTo>
                  <a:pt x="7052" y="26940"/>
                </a:moveTo>
                <a:lnTo>
                  <a:pt x="7052" y="26940"/>
                </a:lnTo>
                <a:cubicBezTo>
                  <a:pt x="10421" y="28175"/>
                  <a:pt x="13894" y="29346"/>
                  <a:pt x="17430" y="30079"/>
                </a:cubicBezTo>
                <a:cubicBezTo>
                  <a:pt x="19104" y="30455"/>
                  <a:pt x="20778" y="30685"/>
                  <a:pt x="22452" y="30895"/>
                </a:cubicBezTo>
                <a:cubicBezTo>
                  <a:pt x="23543" y="31029"/>
                  <a:pt x="24696" y="31156"/>
                  <a:pt x="25825" y="31156"/>
                </a:cubicBezTo>
                <a:cubicBezTo>
                  <a:pt x="26449" y="31156"/>
                  <a:pt x="27066" y="31117"/>
                  <a:pt x="27662" y="31020"/>
                </a:cubicBezTo>
                <a:lnTo>
                  <a:pt x="27662" y="31020"/>
                </a:lnTo>
                <a:cubicBezTo>
                  <a:pt x="27599" y="31125"/>
                  <a:pt x="27536" y="31250"/>
                  <a:pt x="27473" y="31418"/>
                </a:cubicBezTo>
                <a:cubicBezTo>
                  <a:pt x="27453" y="31397"/>
                  <a:pt x="27411" y="31376"/>
                  <a:pt x="27369" y="31376"/>
                </a:cubicBezTo>
                <a:cubicBezTo>
                  <a:pt x="26979" y="31473"/>
                  <a:pt x="26594" y="31507"/>
                  <a:pt x="26207" y="31507"/>
                </a:cubicBezTo>
                <a:cubicBezTo>
                  <a:pt x="25763" y="31507"/>
                  <a:pt x="25317" y="31463"/>
                  <a:pt x="24858" y="31418"/>
                </a:cubicBezTo>
                <a:cubicBezTo>
                  <a:pt x="24042" y="31334"/>
                  <a:pt x="23226" y="31292"/>
                  <a:pt x="22431" y="31188"/>
                </a:cubicBezTo>
                <a:cubicBezTo>
                  <a:pt x="20757" y="31020"/>
                  <a:pt x="19083" y="30811"/>
                  <a:pt x="17409" y="30539"/>
                </a:cubicBezTo>
                <a:cubicBezTo>
                  <a:pt x="14292" y="29974"/>
                  <a:pt x="11279" y="28781"/>
                  <a:pt x="8203" y="27986"/>
                </a:cubicBezTo>
                <a:cubicBezTo>
                  <a:pt x="7889" y="27568"/>
                  <a:pt x="7491" y="27233"/>
                  <a:pt x="7052" y="26940"/>
                </a:cubicBezTo>
                <a:close/>
                <a:moveTo>
                  <a:pt x="4625" y="30790"/>
                </a:moveTo>
                <a:lnTo>
                  <a:pt x="4625" y="30790"/>
                </a:lnTo>
                <a:cubicBezTo>
                  <a:pt x="4562" y="31083"/>
                  <a:pt x="4541" y="31334"/>
                  <a:pt x="4520" y="31606"/>
                </a:cubicBezTo>
                <a:cubicBezTo>
                  <a:pt x="4018" y="31596"/>
                  <a:pt x="3511" y="31590"/>
                  <a:pt x="3006" y="31590"/>
                </a:cubicBezTo>
                <a:cubicBezTo>
                  <a:pt x="2501" y="31590"/>
                  <a:pt x="1999" y="31596"/>
                  <a:pt x="1507" y="31606"/>
                </a:cubicBezTo>
                <a:lnTo>
                  <a:pt x="1507" y="31585"/>
                </a:lnTo>
                <a:cubicBezTo>
                  <a:pt x="1445" y="31313"/>
                  <a:pt x="1424" y="31062"/>
                  <a:pt x="1424" y="30811"/>
                </a:cubicBezTo>
                <a:lnTo>
                  <a:pt x="1424" y="30811"/>
                </a:lnTo>
                <a:cubicBezTo>
                  <a:pt x="2036" y="30860"/>
                  <a:pt x="2642" y="30880"/>
                  <a:pt x="3249" y="30880"/>
                </a:cubicBezTo>
                <a:cubicBezTo>
                  <a:pt x="3678" y="30880"/>
                  <a:pt x="4108" y="30870"/>
                  <a:pt x="4541" y="30853"/>
                </a:cubicBezTo>
                <a:cubicBezTo>
                  <a:pt x="4562" y="30853"/>
                  <a:pt x="4583" y="30811"/>
                  <a:pt x="4625" y="30790"/>
                </a:cubicBezTo>
                <a:close/>
                <a:moveTo>
                  <a:pt x="8328" y="28133"/>
                </a:moveTo>
                <a:cubicBezTo>
                  <a:pt x="9919" y="28677"/>
                  <a:pt x="11551" y="29116"/>
                  <a:pt x="13141" y="29597"/>
                </a:cubicBezTo>
                <a:cubicBezTo>
                  <a:pt x="14710" y="30058"/>
                  <a:pt x="16258" y="30539"/>
                  <a:pt x="17849" y="30790"/>
                </a:cubicBezTo>
                <a:cubicBezTo>
                  <a:pt x="19418" y="31020"/>
                  <a:pt x="20987" y="31209"/>
                  <a:pt x="22556" y="31397"/>
                </a:cubicBezTo>
                <a:cubicBezTo>
                  <a:pt x="23414" y="31481"/>
                  <a:pt x="24251" y="31543"/>
                  <a:pt x="25109" y="31627"/>
                </a:cubicBezTo>
                <a:cubicBezTo>
                  <a:pt x="25519" y="31660"/>
                  <a:pt x="25930" y="31711"/>
                  <a:pt x="26334" y="31711"/>
                </a:cubicBezTo>
                <a:cubicBezTo>
                  <a:pt x="26692" y="31711"/>
                  <a:pt x="27046" y="31671"/>
                  <a:pt x="27390" y="31543"/>
                </a:cubicBezTo>
                <a:lnTo>
                  <a:pt x="27390" y="31543"/>
                </a:lnTo>
                <a:cubicBezTo>
                  <a:pt x="27348" y="31648"/>
                  <a:pt x="27264" y="31753"/>
                  <a:pt x="27222" y="31857"/>
                </a:cubicBezTo>
                <a:lnTo>
                  <a:pt x="27181" y="31857"/>
                </a:lnTo>
                <a:cubicBezTo>
                  <a:pt x="26859" y="31899"/>
                  <a:pt x="26532" y="31916"/>
                  <a:pt x="26202" y="31916"/>
                </a:cubicBezTo>
                <a:cubicBezTo>
                  <a:pt x="25031" y="31916"/>
                  <a:pt x="23825" y="31699"/>
                  <a:pt x="22682" y="31585"/>
                </a:cubicBezTo>
                <a:cubicBezTo>
                  <a:pt x="21155" y="31418"/>
                  <a:pt x="19606" y="31292"/>
                  <a:pt x="18058" y="31125"/>
                </a:cubicBezTo>
                <a:cubicBezTo>
                  <a:pt x="15003" y="30790"/>
                  <a:pt x="11990" y="30246"/>
                  <a:pt x="8998" y="29430"/>
                </a:cubicBezTo>
                <a:cubicBezTo>
                  <a:pt x="8851" y="28970"/>
                  <a:pt x="8642" y="28509"/>
                  <a:pt x="8328" y="28133"/>
                </a:cubicBezTo>
                <a:close/>
                <a:moveTo>
                  <a:pt x="8810" y="31439"/>
                </a:moveTo>
                <a:lnTo>
                  <a:pt x="8810" y="31439"/>
                </a:lnTo>
                <a:cubicBezTo>
                  <a:pt x="8768" y="31648"/>
                  <a:pt x="8705" y="31857"/>
                  <a:pt x="8600" y="32045"/>
                </a:cubicBezTo>
                <a:cubicBezTo>
                  <a:pt x="8350" y="32012"/>
                  <a:pt x="8093" y="31998"/>
                  <a:pt x="7834" y="31998"/>
                </a:cubicBezTo>
                <a:cubicBezTo>
                  <a:pt x="7120" y="31998"/>
                  <a:pt x="6388" y="32105"/>
                  <a:pt x="5713" y="32213"/>
                </a:cubicBezTo>
                <a:cubicBezTo>
                  <a:pt x="5671" y="31962"/>
                  <a:pt x="5587" y="31732"/>
                  <a:pt x="5504" y="31481"/>
                </a:cubicBezTo>
                <a:lnTo>
                  <a:pt x="5504" y="31481"/>
                </a:lnTo>
                <a:cubicBezTo>
                  <a:pt x="5951" y="31523"/>
                  <a:pt x="6396" y="31541"/>
                  <a:pt x="6839" y="31541"/>
                </a:cubicBezTo>
                <a:cubicBezTo>
                  <a:pt x="7495" y="31541"/>
                  <a:pt x="8148" y="31501"/>
                  <a:pt x="8810" y="31439"/>
                </a:cubicBezTo>
                <a:close/>
                <a:moveTo>
                  <a:pt x="1507" y="31690"/>
                </a:moveTo>
                <a:lnTo>
                  <a:pt x="1507" y="31690"/>
                </a:lnTo>
                <a:cubicBezTo>
                  <a:pt x="2491" y="31732"/>
                  <a:pt x="3495" y="31773"/>
                  <a:pt x="4478" y="31773"/>
                </a:cubicBezTo>
                <a:cubicBezTo>
                  <a:pt x="4478" y="31941"/>
                  <a:pt x="4478" y="32108"/>
                  <a:pt x="4458" y="32276"/>
                </a:cubicBezTo>
                <a:cubicBezTo>
                  <a:pt x="3537" y="32276"/>
                  <a:pt x="2658" y="32255"/>
                  <a:pt x="1737" y="32255"/>
                </a:cubicBezTo>
                <a:cubicBezTo>
                  <a:pt x="1633" y="32087"/>
                  <a:pt x="1549" y="31920"/>
                  <a:pt x="1507" y="31690"/>
                </a:cubicBezTo>
                <a:close/>
                <a:moveTo>
                  <a:pt x="9040" y="29639"/>
                </a:moveTo>
                <a:lnTo>
                  <a:pt x="9040" y="29639"/>
                </a:lnTo>
                <a:cubicBezTo>
                  <a:pt x="11906" y="30560"/>
                  <a:pt x="14919" y="30978"/>
                  <a:pt x="17890" y="31313"/>
                </a:cubicBezTo>
                <a:cubicBezTo>
                  <a:pt x="19439" y="31501"/>
                  <a:pt x="20987" y="31648"/>
                  <a:pt x="22536" y="31815"/>
                </a:cubicBezTo>
                <a:cubicBezTo>
                  <a:pt x="23644" y="31925"/>
                  <a:pt x="24812" y="32127"/>
                  <a:pt x="25959" y="32127"/>
                </a:cubicBezTo>
                <a:cubicBezTo>
                  <a:pt x="26348" y="32127"/>
                  <a:pt x="26736" y="32104"/>
                  <a:pt x="27118" y="32045"/>
                </a:cubicBezTo>
                <a:lnTo>
                  <a:pt x="27118" y="32045"/>
                </a:lnTo>
                <a:cubicBezTo>
                  <a:pt x="27034" y="32150"/>
                  <a:pt x="26929" y="32276"/>
                  <a:pt x="26825" y="32422"/>
                </a:cubicBezTo>
                <a:cubicBezTo>
                  <a:pt x="23916" y="32255"/>
                  <a:pt x="21008" y="32108"/>
                  <a:pt x="18142" y="31899"/>
                </a:cubicBezTo>
                <a:cubicBezTo>
                  <a:pt x="15129" y="31648"/>
                  <a:pt x="12199" y="31229"/>
                  <a:pt x="9228" y="30748"/>
                </a:cubicBezTo>
                <a:lnTo>
                  <a:pt x="9186" y="30748"/>
                </a:lnTo>
                <a:cubicBezTo>
                  <a:pt x="9186" y="30372"/>
                  <a:pt x="9144" y="29974"/>
                  <a:pt x="9040" y="29639"/>
                </a:cubicBezTo>
                <a:close/>
                <a:moveTo>
                  <a:pt x="9082" y="31836"/>
                </a:moveTo>
                <a:cubicBezTo>
                  <a:pt x="10714" y="32192"/>
                  <a:pt x="12367" y="32548"/>
                  <a:pt x="14041" y="32757"/>
                </a:cubicBezTo>
                <a:cubicBezTo>
                  <a:pt x="13559" y="32736"/>
                  <a:pt x="13120" y="32736"/>
                  <a:pt x="12680" y="32736"/>
                </a:cubicBezTo>
                <a:cubicBezTo>
                  <a:pt x="11762" y="32707"/>
                  <a:pt x="10824" y="32649"/>
                  <a:pt x="9893" y="32649"/>
                </a:cubicBezTo>
                <a:cubicBezTo>
                  <a:pt x="9467" y="32649"/>
                  <a:pt x="9042" y="32661"/>
                  <a:pt x="8621" y="32694"/>
                </a:cubicBezTo>
                <a:cubicBezTo>
                  <a:pt x="8851" y="32485"/>
                  <a:pt x="9019" y="32171"/>
                  <a:pt x="9082" y="31836"/>
                </a:cubicBezTo>
                <a:close/>
                <a:moveTo>
                  <a:pt x="8517" y="32234"/>
                </a:moveTo>
                <a:lnTo>
                  <a:pt x="8517" y="32234"/>
                </a:lnTo>
                <a:cubicBezTo>
                  <a:pt x="8391" y="32380"/>
                  <a:pt x="8245" y="32527"/>
                  <a:pt x="8077" y="32589"/>
                </a:cubicBezTo>
                <a:cubicBezTo>
                  <a:pt x="7450" y="32882"/>
                  <a:pt x="6613" y="32903"/>
                  <a:pt x="5901" y="32945"/>
                </a:cubicBezTo>
                <a:cubicBezTo>
                  <a:pt x="5880" y="32736"/>
                  <a:pt x="5818" y="32527"/>
                  <a:pt x="5776" y="32338"/>
                </a:cubicBezTo>
                <a:cubicBezTo>
                  <a:pt x="6675" y="32276"/>
                  <a:pt x="7617" y="32338"/>
                  <a:pt x="8517" y="32234"/>
                </a:cubicBezTo>
                <a:close/>
                <a:moveTo>
                  <a:pt x="9207" y="30874"/>
                </a:moveTo>
                <a:cubicBezTo>
                  <a:pt x="12011" y="31606"/>
                  <a:pt x="15024" y="31878"/>
                  <a:pt x="17890" y="32129"/>
                </a:cubicBezTo>
                <a:cubicBezTo>
                  <a:pt x="20841" y="32359"/>
                  <a:pt x="23749" y="32464"/>
                  <a:pt x="26720" y="32610"/>
                </a:cubicBezTo>
                <a:cubicBezTo>
                  <a:pt x="26532" y="32694"/>
                  <a:pt x="26385" y="32841"/>
                  <a:pt x="26218" y="32903"/>
                </a:cubicBezTo>
                <a:cubicBezTo>
                  <a:pt x="26197" y="32903"/>
                  <a:pt x="26197" y="32945"/>
                  <a:pt x="26176" y="32966"/>
                </a:cubicBezTo>
                <a:cubicBezTo>
                  <a:pt x="26176" y="32966"/>
                  <a:pt x="26134" y="32945"/>
                  <a:pt x="26113" y="32945"/>
                </a:cubicBezTo>
                <a:cubicBezTo>
                  <a:pt x="23080" y="32903"/>
                  <a:pt x="20025" y="32778"/>
                  <a:pt x="16991" y="32778"/>
                </a:cubicBezTo>
                <a:lnTo>
                  <a:pt x="15045" y="32778"/>
                </a:lnTo>
                <a:cubicBezTo>
                  <a:pt x="15045" y="32757"/>
                  <a:pt x="15024" y="32736"/>
                  <a:pt x="15003" y="32736"/>
                </a:cubicBezTo>
                <a:cubicBezTo>
                  <a:pt x="13036" y="32359"/>
                  <a:pt x="11069" y="32150"/>
                  <a:pt x="9103" y="31773"/>
                </a:cubicBezTo>
                <a:cubicBezTo>
                  <a:pt x="9186" y="31501"/>
                  <a:pt x="9186" y="31188"/>
                  <a:pt x="9207" y="30916"/>
                </a:cubicBezTo>
                <a:lnTo>
                  <a:pt x="9207" y="30874"/>
                </a:lnTo>
                <a:close/>
                <a:moveTo>
                  <a:pt x="1821" y="32338"/>
                </a:moveTo>
                <a:cubicBezTo>
                  <a:pt x="2700" y="32380"/>
                  <a:pt x="3600" y="32422"/>
                  <a:pt x="4458" y="32422"/>
                </a:cubicBezTo>
                <a:cubicBezTo>
                  <a:pt x="4458" y="32631"/>
                  <a:pt x="4437" y="32799"/>
                  <a:pt x="4437" y="32987"/>
                </a:cubicBezTo>
                <a:cubicBezTo>
                  <a:pt x="4018" y="32987"/>
                  <a:pt x="3600" y="32987"/>
                  <a:pt x="3181" y="32966"/>
                </a:cubicBezTo>
                <a:cubicBezTo>
                  <a:pt x="2574" y="32903"/>
                  <a:pt x="2114" y="32736"/>
                  <a:pt x="1821" y="32338"/>
                </a:cubicBezTo>
                <a:close/>
                <a:moveTo>
                  <a:pt x="4897" y="30351"/>
                </a:moveTo>
                <a:cubicBezTo>
                  <a:pt x="5253" y="31188"/>
                  <a:pt x="5483" y="32045"/>
                  <a:pt x="5629" y="32945"/>
                </a:cubicBezTo>
                <a:cubicBezTo>
                  <a:pt x="5566" y="32966"/>
                  <a:pt x="5483" y="32966"/>
                  <a:pt x="5420" y="32966"/>
                </a:cubicBezTo>
                <a:cubicBezTo>
                  <a:pt x="5169" y="32987"/>
                  <a:pt x="4897" y="32987"/>
                  <a:pt x="4667" y="32987"/>
                </a:cubicBezTo>
                <a:cubicBezTo>
                  <a:pt x="4771" y="32129"/>
                  <a:pt x="4855" y="31229"/>
                  <a:pt x="4897" y="30351"/>
                </a:cubicBezTo>
                <a:close/>
                <a:moveTo>
                  <a:pt x="16133" y="1"/>
                </a:moveTo>
                <a:cubicBezTo>
                  <a:pt x="16112" y="1"/>
                  <a:pt x="16091" y="11"/>
                  <a:pt x="16091" y="32"/>
                </a:cubicBezTo>
                <a:cubicBezTo>
                  <a:pt x="15945" y="1183"/>
                  <a:pt x="15945" y="2397"/>
                  <a:pt x="15945" y="3568"/>
                </a:cubicBezTo>
                <a:cubicBezTo>
                  <a:pt x="15421" y="3443"/>
                  <a:pt x="14940" y="3234"/>
                  <a:pt x="14480" y="2962"/>
                </a:cubicBezTo>
                <a:cubicBezTo>
                  <a:pt x="14473" y="2959"/>
                  <a:pt x="14466" y="2958"/>
                  <a:pt x="14460" y="2958"/>
                </a:cubicBezTo>
                <a:cubicBezTo>
                  <a:pt x="14409" y="2958"/>
                  <a:pt x="14380" y="3027"/>
                  <a:pt x="14417" y="3045"/>
                </a:cubicBezTo>
                <a:cubicBezTo>
                  <a:pt x="14354" y="3066"/>
                  <a:pt x="14271" y="3150"/>
                  <a:pt x="14229" y="3234"/>
                </a:cubicBezTo>
                <a:cubicBezTo>
                  <a:pt x="14208" y="3296"/>
                  <a:pt x="14208" y="3380"/>
                  <a:pt x="14271" y="3443"/>
                </a:cubicBezTo>
                <a:cubicBezTo>
                  <a:pt x="14229" y="3443"/>
                  <a:pt x="14229" y="3464"/>
                  <a:pt x="14229" y="3485"/>
                </a:cubicBezTo>
                <a:cubicBezTo>
                  <a:pt x="14271" y="3506"/>
                  <a:pt x="14271" y="3548"/>
                  <a:pt x="14292" y="3568"/>
                </a:cubicBezTo>
                <a:lnTo>
                  <a:pt x="14292" y="3589"/>
                </a:lnTo>
                <a:cubicBezTo>
                  <a:pt x="14710" y="4447"/>
                  <a:pt x="14815" y="5347"/>
                  <a:pt x="14292" y="6184"/>
                </a:cubicBezTo>
                <a:cubicBezTo>
                  <a:pt x="14237" y="6274"/>
                  <a:pt x="14324" y="6380"/>
                  <a:pt x="14416" y="6380"/>
                </a:cubicBezTo>
                <a:cubicBezTo>
                  <a:pt x="14430" y="6380"/>
                  <a:pt x="14445" y="6378"/>
                  <a:pt x="14459" y="6372"/>
                </a:cubicBezTo>
                <a:cubicBezTo>
                  <a:pt x="14637" y="6318"/>
                  <a:pt x="14816" y="6292"/>
                  <a:pt x="14992" y="6292"/>
                </a:cubicBezTo>
                <a:cubicBezTo>
                  <a:pt x="15291" y="6292"/>
                  <a:pt x="15584" y="6366"/>
                  <a:pt x="15861" y="6498"/>
                </a:cubicBezTo>
                <a:cubicBezTo>
                  <a:pt x="15861" y="7251"/>
                  <a:pt x="15882" y="7983"/>
                  <a:pt x="15945" y="8737"/>
                </a:cubicBezTo>
                <a:cubicBezTo>
                  <a:pt x="15714" y="8841"/>
                  <a:pt x="15526" y="9029"/>
                  <a:pt x="15484" y="9322"/>
                </a:cubicBezTo>
                <a:cubicBezTo>
                  <a:pt x="15465" y="9611"/>
                  <a:pt x="15694" y="9830"/>
                  <a:pt x="15943" y="9830"/>
                </a:cubicBezTo>
                <a:cubicBezTo>
                  <a:pt x="15964" y="9830"/>
                  <a:pt x="15986" y="9828"/>
                  <a:pt x="16007" y="9825"/>
                </a:cubicBezTo>
                <a:lnTo>
                  <a:pt x="16007" y="9825"/>
                </a:lnTo>
                <a:cubicBezTo>
                  <a:pt x="16007" y="9950"/>
                  <a:pt x="15986" y="10076"/>
                  <a:pt x="15986" y="10201"/>
                </a:cubicBezTo>
                <a:cubicBezTo>
                  <a:pt x="15359" y="9929"/>
                  <a:pt x="14710" y="9636"/>
                  <a:pt x="14061" y="9406"/>
                </a:cubicBezTo>
                <a:cubicBezTo>
                  <a:pt x="13957" y="9322"/>
                  <a:pt x="13852" y="9302"/>
                  <a:pt x="13748" y="9239"/>
                </a:cubicBezTo>
                <a:cubicBezTo>
                  <a:pt x="13657" y="9203"/>
                  <a:pt x="13536" y="9151"/>
                  <a:pt x="13437" y="9151"/>
                </a:cubicBezTo>
                <a:cubicBezTo>
                  <a:pt x="13421" y="9151"/>
                  <a:pt x="13406" y="9152"/>
                  <a:pt x="13392" y="9155"/>
                </a:cubicBezTo>
                <a:cubicBezTo>
                  <a:pt x="13371" y="9155"/>
                  <a:pt x="13350" y="9197"/>
                  <a:pt x="13371" y="9218"/>
                </a:cubicBezTo>
                <a:cubicBezTo>
                  <a:pt x="13329" y="9239"/>
                  <a:pt x="13266" y="9281"/>
                  <a:pt x="13266" y="9322"/>
                </a:cubicBezTo>
                <a:cubicBezTo>
                  <a:pt x="13224" y="9364"/>
                  <a:pt x="13224" y="9448"/>
                  <a:pt x="13224" y="9532"/>
                </a:cubicBezTo>
                <a:cubicBezTo>
                  <a:pt x="13183" y="9532"/>
                  <a:pt x="13183" y="9553"/>
                  <a:pt x="13183" y="9574"/>
                </a:cubicBezTo>
                <a:cubicBezTo>
                  <a:pt x="13245" y="10892"/>
                  <a:pt x="13162" y="12105"/>
                  <a:pt x="12555" y="13319"/>
                </a:cubicBezTo>
                <a:lnTo>
                  <a:pt x="12555" y="13361"/>
                </a:lnTo>
                <a:cubicBezTo>
                  <a:pt x="12178" y="13256"/>
                  <a:pt x="11760" y="13193"/>
                  <a:pt x="11362" y="13089"/>
                </a:cubicBezTo>
                <a:cubicBezTo>
                  <a:pt x="10609" y="12900"/>
                  <a:pt x="9835" y="12670"/>
                  <a:pt x="9061" y="12566"/>
                </a:cubicBezTo>
                <a:lnTo>
                  <a:pt x="8977" y="11457"/>
                </a:lnTo>
                <a:lnTo>
                  <a:pt x="8977" y="11457"/>
                </a:lnTo>
                <a:cubicBezTo>
                  <a:pt x="9312" y="11561"/>
                  <a:pt x="9667" y="11687"/>
                  <a:pt x="9981" y="11854"/>
                </a:cubicBezTo>
                <a:cubicBezTo>
                  <a:pt x="10253" y="12001"/>
                  <a:pt x="10504" y="12210"/>
                  <a:pt x="10776" y="12398"/>
                </a:cubicBezTo>
                <a:cubicBezTo>
                  <a:pt x="10818" y="12419"/>
                  <a:pt x="10839" y="12461"/>
                  <a:pt x="10860" y="12461"/>
                </a:cubicBezTo>
                <a:cubicBezTo>
                  <a:pt x="10876" y="12466"/>
                  <a:pt x="10890" y="12469"/>
                  <a:pt x="10903" y="12469"/>
                </a:cubicBezTo>
                <a:cubicBezTo>
                  <a:pt x="10943" y="12469"/>
                  <a:pt x="10970" y="12445"/>
                  <a:pt x="10986" y="12398"/>
                </a:cubicBezTo>
                <a:cubicBezTo>
                  <a:pt x="11969" y="11896"/>
                  <a:pt x="11781" y="10410"/>
                  <a:pt x="11592" y="9532"/>
                </a:cubicBezTo>
                <a:lnTo>
                  <a:pt x="11592" y="9490"/>
                </a:lnTo>
                <a:cubicBezTo>
                  <a:pt x="11676" y="9448"/>
                  <a:pt x="11697" y="9364"/>
                  <a:pt x="11697" y="9281"/>
                </a:cubicBezTo>
                <a:cubicBezTo>
                  <a:pt x="11697" y="9176"/>
                  <a:pt x="11613" y="9113"/>
                  <a:pt x="11551" y="9050"/>
                </a:cubicBezTo>
                <a:cubicBezTo>
                  <a:pt x="11551" y="9029"/>
                  <a:pt x="11509" y="9029"/>
                  <a:pt x="11509" y="9029"/>
                </a:cubicBezTo>
                <a:cubicBezTo>
                  <a:pt x="10630" y="8716"/>
                  <a:pt x="9709" y="8423"/>
                  <a:pt x="8789" y="8213"/>
                </a:cubicBezTo>
                <a:cubicBezTo>
                  <a:pt x="8789" y="8067"/>
                  <a:pt x="8768" y="7879"/>
                  <a:pt x="8768" y="7711"/>
                </a:cubicBezTo>
                <a:lnTo>
                  <a:pt x="8768" y="7711"/>
                </a:lnTo>
                <a:cubicBezTo>
                  <a:pt x="8831" y="7745"/>
                  <a:pt x="8897" y="7760"/>
                  <a:pt x="8961" y="7760"/>
                </a:cubicBezTo>
                <a:cubicBezTo>
                  <a:pt x="9219" y="7760"/>
                  <a:pt x="9462" y="7523"/>
                  <a:pt x="9479" y="7272"/>
                </a:cubicBezTo>
                <a:cubicBezTo>
                  <a:pt x="9521" y="6833"/>
                  <a:pt x="9165" y="6540"/>
                  <a:pt x="8768" y="6456"/>
                </a:cubicBezTo>
                <a:cubicBezTo>
                  <a:pt x="8789" y="5514"/>
                  <a:pt x="8726" y="4510"/>
                  <a:pt x="8517" y="3568"/>
                </a:cubicBezTo>
                <a:cubicBezTo>
                  <a:pt x="8485" y="3521"/>
                  <a:pt x="8454" y="3498"/>
                  <a:pt x="8414" y="3498"/>
                </a:cubicBezTo>
                <a:cubicBezTo>
                  <a:pt x="8400" y="3498"/>
                  <a:pt x="8386" y="3500"/>
                  <a:pt x="8370" y="3506"/>
                </a:cubicBezTo>
                <a:lnTo>
                  <a:pt x="8370" y="3464"/>
                </a:lnTo>
                <a:cubicBezTo>
                  <a:pt x="8370" y="3423"/>
                  <a:pt x="8327" y="3400"/>
                  <a:pt x="8296" y="3400"/>
                </a:cubicBezTo>
                <a:cubicBezTo>
                  <a:pt x="8279" y="3400"/>
                  <a:pt x="8266" y="3407"/>
                  <a:pt x="8266" y="3422"/>
                </a:cubicBezTo>
                <a:cubicBezTo>
                  <a:pt x="8119" y="4426"/>
                  <a:pt x="8161" y="5472"/>
                  <a:pt x="8224" y="6498"/>
                </a:cubicBezTo>
                <a:cubicBezTo>
                  <a:pt x="7889" y="6561"/>
                  <a:pt x="7491" y="6728"/>
                  <a:pt x="7471" y="7063"/>
                </a:cubicBezTo>
                <a:cubicBezTo>
                  <a:pt x="7429" y="7502"/>
                  <a:pt x="7847" y="7816"/>
                  <a:pt x="8245" y="7858"/>
                </a:cubicBezTo>
                <a:lnTo>
                  <a:pt x="8245" y="8130"/>
                </a:lnTo>
                <a:lnTo>
                  <a:pt x="7303" y="7816"/>
                </a:lnTo>
                <a:cubicBezTo>
                  <a:pt x="7073" y="7753"/>
                  <a:pt x="6801" y="7649"/>
                  <a:pt x="6550" y="7607"/>
                </a:cubicBezTo>
                <a:cubicBezTo>
                  <a:pt x="6466" y="7586"/>
                  <a:pt x="6362" y="7565"/>
                  <a:pt x="6257" y="7544"/>
                </a:cubicBezTo>
                <a:cubicBezTo>
                  <a:pt x="6152" y="7502"/>
                  <a:pt x="6069" y="7481"/>
                  <a:pt x="5964" y="7460"/>
                </a:cubicBezTo>
                <a:cubicBezTo>
                  <a:pt x="5964" y="7439"/>
                  <a:pt x="5964" y="7377"/>
                  <a:pt x="5922" y="7377"/>
                </a:cubicBezTo>
                <a:cubicBezTo>
                  <a:pt x="5902" y="7373"/>
                  <a:pt x="5882" y="7371"/>
                  <a:pt x="5861" y="7371"/>
                </a:cubicBezTo>
                <a:cubicBezTo>
                  <a:pt x="5753" y="7371"/>
                  <a:pt x="5644" y="7421"/>
                  <a:pt x="5608" y="7544"/>
                </a:cubicBezTo>
                <a:cubicBezTo>
                  <a:pt x="5587" y="7607"/>
                  <a:pt x="5608" y="7690"/>
                  <a:pt x="5629" y="7753"/>
                </a:cubicBezTo>
                <a:cubicBezTo>
                  <a:pt x="5608" y="8234"/>
                  <a:pt x="5922" y="8695"/>
                  <a:pt x="5922" y="9218"/>
                </a:cubicBezTo>
                <a:cubicBezTo>
                  <a:pt x="5922" y="9866"/>
                  <a:pt x="5608" y="10431"/>
                  <a:pt x="5127" y="10850"/>
                </a:cubicBezTo>
                <a:cubicBezTo>
                  <a:pt x="5064" y="10934"/>
                  <a:pt x="5106" y="11038"/>
                  <a:pt x="5211" y="11059"/>
                </a:cubicBezTo>
                <a:cubicBezTo>
                  <a:pt x="5211" y="11101"/>
                  <a:pt x="5232" y="11122"/>
                  <a:pt x="5294" y="11122"/>
                </a:cubicBezTo>
                <a:cubicBezTo>
                  <a:pt x="5536" y="11098"/>
                  <a:pt x="5772" y="11087"/>
                  <a:pt x="6006" y="11087"/>
                </a:cubicBezTo>
                <a:cubicBezTo>
                  <a:pt x="6788" y="11087"/>
                  <a:pt x="7539" y="11207"/>
                  <a:pt x="8328" y="11352"/>
                </a:cubicBezTo>
                <a:cubicBezTo>
                  <a:pt x="8328" y="11750"/>
                  <a:pt x="8349" y="12147"/>
                  <a:pt x="8349" y="12524"/>
                </a:cubicBezTo>
                <a:cubicBezTo>
                  <a:pt x="7429" y="12273"/>
                  <a:pt x="6529" y="12063"/>
                  <a:pt x="5608" y="11833"/>
                </a:cubicBezTo>
                <a:cubicBezTo>
                  <a:pt x="4895" y="11629"/>
                  <a:pt x="4062" y="11247"/>
                  <a:pt x="3303" y="11247"/>
                </a:cubicBezTo>
                <a:cubicBezTo>
                  <a:pt x="3283" y="11247"/>
                  <a:pt x="3264" y="11247"/>
                  <a:pt x="3244" y="11247"/>
                </a:cubicBezTo>
                <a:cubicBezTo>
                  <a:pt x="3229" y="11218"/>
                  <a:pt x="3204" y="11188"/>
                  <a:pt x="3161" y="11188"/>
                </a:cubicBezTo>
                <a:cubicBezTo>
                  <a:pt x="3143" y="11188"/>
                  <a:pt x="3122" y="11193"/>
                  <a:pt x="3097" y="11206"/>
                </a:cubicBezTo>
                <a:cubicBezTo>
                  <a:pt x="2909" y="11268"/>
                  <a:pt x="2867" y="11582"/>
                  <a:pt x="3035" y="11687"/>
                </a:cubicBezTo>
                <a:cubicBezTo>
                  <a:pt x="3035" y="11729"/>
                  <a:pt x="3035" y="11750"/>
                  <a:pt x="3077" y="11750"/>
                </a:cubicBezTo>
                <a:cubicBezTo>
                  <a:pt x="3328" y="12796"/>
                  <a:pt x="4039" y="13654"/>
                  <a:pt x="4165" y="14763"/>
                </a:cubicBezTo>
                <a:cubicBezTo>
                  <a:pt x="4290" y="15934"/>
                  <a:pt x="3976" y="17085"/>
                  <a:pt x="3307" y="18048"/>
                </a:cubicBezTo>
                <a:cubicBezTo>
                  <a:pt x="3243" y="18143"/>
                  <a:pt x="3337" y="18251"/>
                  <a:pt x="3431" y="18251"/>
                </a:cubicBezTo>
                <a:cubicBezTo>
                  <a:pt x="3461" y="18251"/>
                  <a:pt x="3491" y="18240"/>
                  <a:pt x="3516" y="18215"/>
                </a:cubicBezTo>
                <a:cubicBezTo>
                  <a:pt x="4014" y="18074"/>
                  <a:pt x="4519" y="18012"/>
                  <a:pt x="5024" y="18012"/>
                </a:cubicBezTo>
                <a:cubicBezTo>
                  <a:pt x="6239" y="18012"/>
                  <a:pt x="7456" y="18370"/>
                  <a:pt x="8579" y="18843"/>
                </a:cubicBezTo>
                <a:cubicBezTo>
                  <a:pt x="8642" y="19638"/>
                  <a:pt x="8663" y="20433"/>
                  <a:pt x="8726" y="21249"/>
                </a:cubicBezTo>
                <a:cubicBezTo>
                  <a:pt x="8015" y="20998"/>
                  <a:pt x="7282" y="20768"/>
                  <a:pt x="6550" y="20621"/>
                </a:cubicBezTo>
                <a:cubicBezTo>
                  <a:pt x="6535" y="20611"/>
                  <a:pt x="6522" y="20607"/>
                  <a:pt x="6510" y="20607"/>
                </a:cubicBezTo>
                <a:cubicBezTo>
                  <a:pt x="6470" y="20607"/>
                  <a:pt x="6445" y="20652"/>
                  <a:pt x="6445" y="20684"/>
                </a:cubicBezTo>
                <a:lnTo>
                  <a:pt x="6362" y="20684"/>
                </a:lnTo>
                <a:cubicBezTo>
                  <a:pt x="4813" y="20830"/>
                  <a:pt x="3286" y="21102"/>
                  <a:pt x="1737" y="21186"/>
                </a:cubicBezTo>
                <a:cubicBezTo>
                  <a:pt x="1675" y="21186"/>
                  <a:pt x="1612" y="21207"/>
                  <a:pt x="1570" y="21291"/>
                </a:cubicBezTo>
                <a:cubicBezTo>
                  <a:pt x="1089" y="22776"/>
                  <a:pt x="524" y="24283"/>
                  <a:pt x="64" y="25789"/>
                </a:cubicBezTo>
                <a:lnTo>
                  <a:pt x="64" y="25873"/>
                </a:lnTo>
                <a:cubicBezTo>
                  <a:pt x="1" y="25915"/>
                  <a:pt x="1" y="25999"/>
                  <a:pt x="84" y="26061"/>
                </a:cubicBezTo>
                <a:cubicBezTo>
                  <a:pt x="775" y="26689"/>
                  <a:pt x="1465" y="27338"/>
                  <a:pt x="2261" y="27798"/>
                </a:cubicBezTo>
                <a:cubicBezTo>
                  <a:pt x="1005" y="28509"/>
                  <a:pt x="817" y="30476"/>
                  <a:pt x="1089" y="31732"/>
                </a:cubicBezTo>
                <a:cubicBezTo>
                  <a:pt x="1374" y="33175"/>
                  <a:pt x="2659" y="33412"/>
                  <a:pt x="3958" y="33412"/>
                </a:cubicBezTo>
                <a:cubicBezTo>
                  <a:pt x="4090" y="33412"/>
                  <a:pt x="4222" y="33409"/>
                  <a:pt x="4353" y="33406"/>
                </a:cubicBezTo>
                <a:cubicBezTo>
                  <a:pt x="4363" y="33447"/>
                  <a:pt x="4400" y="33468"/>
                  <a:pt x="4439" y="33468"/>
                </a:cubicBezTo>
                <a:cubicBezTo>
                  <a:pt x="4478" y="33468"/>
                  <a:pt x="4520" y="33447"/>
                  <a:pt x="4541" y="33406"/>
                </a:cubicBezTo>
                <a:cubicBezTo>
                  <a:pt x="4876" y="33385"/>
                  <a:pt x="5190" y="33343"/>
                  <a:pt x="5483" y="33343"/>
                </a:cubicBezTo>
                <a:cubicBezTo>
                  <a:pt x="6048" y="33322"/>
                  <a:pt x="6592" y="33280"/>
                  <a:pt x="7178" y="33196"/>
                </a:cubicBezTo>
                <a:cubicBezTo>
                  <a:pt x="7512" y="33134"/>
                  <a:pt x="7910" y="33113"/>
                  <a:pt x="8245" y="32966"/>
                </a:cubicBezTo>
                <a:cubicBezTo>
                  <a:pt x="8860" y="33034"/>
                  <a:pt x="9475" y="33053"/>
                  <a:pt x="10090" y="33053"/>
                </a:cubicBezTo>
                <a:cubicBezTo>
                  <a:pt x="10793" y="33053"/>
                  <a:pt x="11496" y="33029"/>
                  <a:pt x="12199" y="33029"/>
                </a:cubicBezTo>
                <a:cubicBezTo>
                  <a:pt x="13706" y="33071"/>
                  <a:pt x="15254" y="33092"/>
                  <a:pt x="16782" y="33113"/>
                </a:cubicBezTo>
                <a:cubicBezTo>
                  <a:pt x="18319" y="33144"/>
                  <a:pt x="19863" y="33144"/>
                  <a:pt x="21406" y="33144"/>
                </a:cubicBezTo>
                <a:cubicBezTo>
                  <a:pt x="22949" y="33144"/>
                  <a:pt x="24492" y="33144"/>
                  <a:pt x="26030" y="33175"/>
                </a:cubicBezTo>
                <a:cubicBezTo>
                  <a:pt x="26051" y="33175"/>
                  <a:pt x="26051" y="33175"/>
                  <a:pt x="26093" y="33134"/>
                </a:cubicBezTo>
                <a:cubicBezTo>
                  <a:pt x="26113" y="33175"/>
                  <a:pt x="26134" y="33196"/>
                  <a:pt x="26218" y="33196"/>
                </a:cubicBezTo>
                <a:cubicBezTo>
                  <a:pt x="26950" y="33029"/>
                  <a:pt x="27390" y="32150"/>
                  <a:pt x="27704" y="31522"/>
                </a:cubicBezTo>
                <a:cubicBezTo>
                  <a:pt x="28101" y="30727"/>
                  <a:pt x="28457" y="29848"/>
                  <a:pt x="28520" y="28949"/>
                </a:cubicBezTo>
                <a:cubicBezTo>
                  <a:pt x="28520" y="28928"/>
                  <a:pt x="28520" y="28907"/>
                  <a:pt x="28499" y="28907"/>
                </a:cubicBezTo>
                <a:lnTo>
                  <a:pt x="28520" y="28886"/>
                </a:lnTo>
                <a:cubicBezTo>
                  <a:pt x="28541" y="28823"/>
                  <a:pt x="28541" y="28802"/>
                  <a:pt x="28541" y="28740"/>
                </a:cubicBezTo>
                <a:cubicBezTo>
                  <a:pt x="30717" y="27756"/>
                  <a:pt x="32893" y="26501"/>
                  <a:pt x="34734" y="25036"/>
                </a:cubicBezTo>
                <a:lnTo>
                  <a:pt x="34776" y="25015"/>
                </a:lnTo>
                <a:cubicBezTo>
                  <a:pt x="34910" y="24900"/>
                  <a:pt x="34834" y="24803"/>
                  <a:pt x="34740" y="24803"/>
                </a:cubicBezTo>
                <a:cubicBezTo>
                  <a:pt x="34731" y="24803"/>
                  <a:pt x="34722" y="24804"/>
                  <a:pt x="34713" y="24806"/>
                </a:cubicBezTo>
                <a:cubicBezTo>
                  <a:pt x="32495" y="25978"/>
                  <a:pt x="30256" y="27045"/>
                  <a:pt x="28101" y="28363"/>
                </a:cubicBezTo>
                <a:cubicBezTo>
                  <a:pt x="27937" y="28288"/>
                  <a:pt x="27719" y="28278"/>
                  <a:pt x="27516" y="28278"/>
                </a:cubicBezTo>
                <a:cubicBezTo>
                  <a:pt x="27435" y="28278"/>
                  <a:pt x="27357" y="28279"/>
                  <a:pt x="27285" y="28279"/>
                </a:cubicBezTo>
                <a:cubicBezTo>
                  <a:pt x="27168" y="28277"/>
                  <a:pt x="27052" y="28276"/>
                  <a:pt x="26935" y="28276"/>
                </a:cubicBezTo>
                <a:cubicBezTo>
                  <a:pt x="26332" y="28276"/>
                  <a:pt x="25729" y="28303"/>
                  <a:pt x="25132" y="28303"/>
                </a:cubicBezTo>
                <a:cubicBezTo>
                  <a:pt x="24851" y="28303"/>
                  <a:pt x="24571" y="28297"/>
                  <a:pt x="24293" y="28279"/>
                </a:cubicBezTo>
                <a:cubicBezTo>
                  <a:pt x="24188" y="27212"/>
                  <a:pt x="24105" y="26145"/>
                  <a:pt x="24021" y="25057"/>
                </a:cubicBezTo>
                <a:lnTo>
                  <a:pt x="24021" y="25057"/>
                </a:lnTo>
                <a:cubicBezTo>
                  <a:pt x="25151" y="25580"/>
                  <a:pt x="25967" y="26563"/>
                  <a:pt x="26134" y="27819"/>
                </a:cubicBezTo>
                <a:cubicBezTo>
                  <a:pt x="26134" y="27860"/>
                  <a:pt x="26197" y="27892"/>
                  <a:pt x="26251" y="27892"/>
                </a:cubicBezTo>
                <a:cubicBezTo>
                  <a:pt x="26281" y="27892"/>
                  <a:pt x="26308" y="27883"/>
                  <a:pt x="26323" y="27861"/>
                </a:cubicBezTo>
                <a:cubicBezTo>
                  <a:pt x="28206" y="25894"/>
                  <a:pt x="28959" y="22755"/>
                  <a:pt x="27871" y="20224"/>
                </a:cubicBezTo>
                <a:cubicBezTo>
                  <a:pt x="27976" y="20182"/>
                  <a:pt x="28017" y="20077"/>
                  <a:pt x="28059" y="19973"/>
                </a:cubicBezTo>
                <a:cubicBezTo>
                  <a:pt x="28080" y="19826"/>
                  <a:pt x="28059" y="19617"/>
                  <a:pt x="27892" y="19596"/>
                </a:cubicBezTo>
                <a:cubicBezTo>
                  <a:pt x="27871" y="19596"/>
                  <a:pt x="27808" y="19617"/>
                  <a:pt x="27808" y="19659"/>
                </a:cubicBezTo>
                <a:cubicBezTo>
                  <a:pt x="27181" y="19282"/>
                  <a:pt x="26511" y="19052"/>
                  <a:pt x="25800" y="18822"/>
                </a:cubicBezTo>
                <a:cubicBezTo>
                  <a:pt x="24984" y="18529"/>
                  <a:pt x="24230" y="18048"/>
                  <a:pt x="23456" y="17692"/>
                </a:cubicBezTo>
                <a:cubicBezTo>
                  <a:pt x="23393" y="16792"/>
                  <a:pt x="23310" y="15913"/>
                  <a:pt x="23268" y="15014"/>
                </a:cubicBezTo>
                <a:lnTo>
                  <a:pt x="23268" y="15014"/>
                </a:lnTo>
                <a:cubicBezTo>
                  <a:pt x="23812" y="15390"/>
                  <a:pt x="24984" y="15704"/>
                  <a:pt x="24963" y="16520"/>
                </a:cubicBezTo>
                <a:cubicBezTo>
                  <a:pt x="24963" y="16591"/>
                  <a:pt x="25017" y="16629"/>
                  <a:pt x="25071" y="16629"/>
                </a:cubicBezTo>
                <a:cubicBezTo>
                  <a:pt x="25112" y="16629"/>
                  <a:pt x="25154" y="16607"/>
                  <a:pt x="25172" y="16562"/>
                </a:cubicBezTo>
                <a:cubicBezTo>
                  <a:pt x="26093" y="15265"/>
                  <a:pt x="27139" y="13382"/>
                  <a:pt x="26134" y="11854"/>
                </a:cubicBezTo>
                <a:cubicBezTo>
                  <a:pt x="26176" y="11833"/>
                  <a:pt x="26197" y="11770"/>
                  <a:pt x="26197" y="11750"/>
                </a:cubicBezTo>
                <a:cubicBezTo>
                  <a:pt x="26218" y="11666"/>
                  <a:pt x="26197" y="11540"/>
                  <a:pt x="26113" y="11498"/>
                </a:cubicBezTo>
                <a:cubicBezTo>
                  <a:pt x="26113" y="11457"/>
                  <a:pt x="26093" y="11436"/>
                  <a:pt x="26072" y="11415"/>
                </a:cubicBezTo>
                <a:cubicBezTo>
                  <a:pt x="25046" y="10913"/>
                  <a:pt x="24084" y="10348"/>
                  <a:pt x="23059" y="9887"/>
                </a:cubicBezTo>
                <a:lnTo>
                  <a:pt x="23038" y="9887"/>
                </a:lnTo>
                <a:cubicBezTo>
                  <a:pt x="22954" y="8632"/>
                  <a:pt x="22828" y="7418"/>
                  <a:pt x="22661" y="6163"/>
                </a:cubicBezTo>
                <a:cubicBezTo>
                  <a:pt x="22661" y="6100"/>
                  <a:pt x="22577" y="6079"/>
                  <a:pt x="22536" y="6079"/>
                </a:cubicBezTo>
                <a:lnTo>
                  <a:pt x="22536" y="5975"/>
                </a:lnTo>
                <a:cubicBezTo>
                  <a:pt x="22536" y="5943"/>
                  <a:pt x="22515" y="5928"/>
                  <a:pt x="22494" y="5928"/>
                </a:cubicBezTo>
                <a:cubicBezTo>
                  <a:pt x="22473" y="5928"/>
                  <a:pt x="22452" y="5943"/>
                  <a:pt x="22452" y="5975"/>
                </a:cubicBezTo>
                <a:cubicBezTo>
                  <a:pt x="22452" y="7125"/>
                  <a:pt x="22536" y="8255"/>
                  <a:pt x="22536" y="9406"/>
                </a:cubicBezTo>
                <a:lnTo>
                  <a:pt x="22536" y="9678"/>
                </a:lnTo>
                <a:cubicBezTo>
                  <a:pt x="21678" y="9302"/>
                  <a:pt x="20841" y="8883"/>
                  <a:pt x="20004" y="8423"/>
                </a:cubicBezTo>
                <a:cubicBezTo>
                  <a:pt x="19995" y="8420"/>
                  <a:pt x="19987" y="8419"/>
                  <a:pt x="19980" y="8419"/>
                </a:cubicBezTo>
                <a:cubicBezTo>
                  <a:pt x="19936" y="8419"/>
                  <a:pt x="19923" y="8467"/>
                  <a:pt x="19941" y="8485"/>
                </a:cubicBezTo>
                <a:cubicBezTo>
                  <a:pt x="19815" y="8527"/>
                  <a:pt x="19732" y="8716"/>
                  <a:pt x="19732" y="8841"/>
                </a:cubicBezTo>
                <a:cubicBezTo>
                  <a:pt x="19732" y="8883"/>
                  <a:pt x="19753" y="8904"/>
                  <a:pt x="19795" y="8925"/>
                </a:cubicBezTo>
                <a:cubicBezTo>
                  <a:pt x="19857" y="9741"/>
                  <a:pt x="20004" y="10620"/>
                  <a:pt x="19271" y="11206"/>
                </a:cubicBezTo>
                <a:cubicBezTo>
                  <a:pt x="19230" y="11226"/>
                  <a:pt x="19209" y="11247"/>
                  <a:pt x="19209" y="11289"/>
                </a:cubicBezTo>
                <a:lnTo>
                  <a:pt x="19167" y="11331"/>
                </a:lnTo>
                <a:cubicBezTo>
                  <a:pt x="18372" y="10975"/>
                  <a:pt x="17535" y="10662"/>
                  <a:pt x="16719" y="10390"/>
                </a:cubicBezTo>
                <a:cubicBezTo>
                  <a:pt x="16719" y="10243"/>
                  <a:pt x="16698" y="10097"/>
                  <a:pt x="16698" y="9950"/>
                </a:cubicBezTo>
                <a:cubicBezTo>
                  <a:pt x="17095" y="9929"/>
                  <a:pt x="17430" y="9574"/>
                  <a:pt x="17346" y="9155"/>
                </a:cubicBezTo>
                <a:cubicBezTo>
                  <a:pt x="17284" y="8820"/>
                  <a:pt x="16970" y="8674"/>
                  <a:pt x="16656" y="8632"/>
                </a:cubicBezTo>
                <a:cubicBezTo>
                  <a:pt x="16677" y="8611"/>
                  <a:pt x="16677" y="8611"/>
                  <a:pt x="16677" y="8569"/>
                </a:cubicBezTo>
                <a:cubicBezTo>
                  <a:pt x="16677" y="7941"/>
                  <a:pt x="16677" y="7314"/>
                  <a:pt x="16656" y="6686"/>
                </a:cubicBezTo>
                <a:lnTo>
                  <a:pt x="16656" y="6686"/>
                </a:lnTo>
                <a:cubicBezTo>
                  <a:pt x="17074" y="6916"/>
                  <a:pt x="17367" y="7209"/>
                  <a:pt x="17639" y="7628"/>
                </a:cubicBezTo>
                <a:cubicBezTo>
                  <a:pt x="17660" y="7649"/>
                  <a:pt x="17723" y="7669"/>
                  <a:pt x="17744" y="7669"/>
                </a:cubicBezTo>
                <a:cubicBezTo>
                  <a:pt x="18183" y="7544"/>
                  <a:pt x="18267" y="7021"/>
                  <a:pt x="18330" y="6623"/>
                </a:cubicBezTo>
                <a:cubicBezTo>
                  <a:pt x="18393" y="6016"/>
                  <a:pt x="18330" y="5431"/>
                  <a:pt x="18121" y="4866"/>
                </a:cubicBezTo>
                <a:cubicBezTo>
                  <a:pt x="18183" y="4698"/>
                  <a:pt x="18225" y="4405"/>
                  <a:pt x="18058" y="4280"/>
                </a:cubicBezTo>
                <a:cubicBezTo>
                  <a:pt x="18039" y="4268"/>
                  <a:pt x="18023" y="4263"/>
                  <a:pt x="18009" y="4263"/>
                </a:cubicBezTo>
                <a:cubicBezTo>
                  <a:pt x="17974" y="4263"/>
                  <a:pt x="17953" y="4292"/>
                  <a:pt x="17953" y="4322"/>
                </a:cubicBezTo>
                <a:lnTo>
                  <a:pt x="17953" y="4343"/>
                </a:lnTo>
                <a:cubicBezTo>
                  <a:pt x="17451" y="4092"/>
                  <a:pt x="16970" y="3861"/>
                  <a:pt x="16468" y="3652"/>
                </a:cubicBezTo>
                <a:cubicBezTo>
                  <a:pt x="16384" y="2459"/>
                  <a:pt x="16300" y="1267"/>
                  <a:pt x="16258" y="95"/>
                </a:cubicBezTo>
                <a:cubicBezTo>
                  <a:pt x="16258" y="48"/>
                  <a:pt x="16223" y="24"/>
                  <a:pt x="16197" y="24"/>
                </a:cubicBezTo>
                <a:cubicBezTo>
                  <a:pt x="16188" y="24"/>
                  <a:pt x="16180" y="27"/>
                  <a:pt x="16175" y="32"/>
                </a:cubicBezTo>
                <a:cubicBezTo>
                  <a:pt x="16175" y="11"/>
                  <a:pt x="16154" y="1"/>
                  <a:pt x="16133"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01" name="Google Shape;5001;p49"/>
          <p:cNvSpPr/>
          <p:nvPr/>
        </p:nvSpPr>
        <p:spPr>
          <a:xfrm>
            <a:off x="7638300" y="1301275"/>
            <a:ext cx="507840" cy="201151"/>
          </a:xfrm>
          <a:custGeom>
            <a:avLst/>
            <a:gdLst/>
            <a:ahLst/>
            <a:cxnLst/>
            <a:rect l="l" t="t" r="r" b="b"/>
            <a:pathLst>
              <a:path w="16928" h="5964" extrusionOk="0">
                <a:moveTo>
                  <a:pt x="10462" y="1653"/>
                </a:moveTo>
                <a:cubicBezTo>
                  <a:pt x="10566" y="1988"/>
                  <a:pt x="10441" y="2197"/>
                  <a:pt x="10169" y="2386"/>
                </a:cubicBezTo>
                <a:cubicBezTo>
                  <a:pt x="10064" y="2448"/>
                  <a:pt x="9960" y="2511"/>
                  <a:pt x="9897" y="2553"/>
                </a:cubicBezTo>
                <a:cubicBezTo>
                  <a:pt x="9834" y="2699"/>
                  <a:pt x="9897" y="2762"/>
                  <a:pt x="9939" y="2846"/>
                </a:cubicBezTo>
                <a:cubicBezTo>
                  <a:pt x="10002" y="2992"/>
                  <a:pt x="10002" y="3118"/>
                  <a:pt x="9897" y="3160"/>
                </a:cubicBezTo>
                <a:cubicBezTo>
                  <a:pt x="9625" y="3327"/>
                  <a:pt x="9541" y="3557"/>
                  <a:pt x="9604" y="3850"/>
                </a:cubicBezTo>
                <a:cubicBezTo>
                  <a:pt x="9625" y="3976"/>
                  <a:pt x="9604" y="4143"/>
                  <a:pt x="9625" y="4290"/>
                </a:cubicBezTo>
                <a:cubicBezTo>
                  <a:pt x="9646" y="4499"/>
                  <a:pt x="9688" y="4666"/>
                  <a:pt x="10002" y="4687"/>
                </a:cubicBezTo>
                <a:cubicBezTo>
                  <a:pt x="10253" y="4708"/>
                  <a:pt x="10462" y="4813"/>
                  <a:pt x="10692" y="4938"/>
                </a:cubicBezTo>
                <a:cubicBezTo>
                  <a:pt x="11110" y="5231"/>
                  <a:pt x="11592" y="5419"/>
                  <a:pt x="12115" y="5440"/>
                </a:cubicBezTo>
                <a:cubicBezTo>
                  <a:pt x="12157" y="5315"/>
                  <a:pt x="12031" y="5315"/>
                  <a:pt x="11989" y="5252"/>
                </a:cubicBezTo>
                <a:cubicBezTo>
                  <a:pt x="11926" y="5210"/>
                  <a:pt x="11843" y="5189"/>
                  <a:pt x="11801" y="5127"/>
                </a:cubicBezTo>
                <a:cubicBezTo>
                  <a:pt x="11780" y="5106"/>
                  <a:pt x="11738" y="5022"/>
                  <a:pt x="11780" y="5001"/>
                </a:cubicBezTo>
                <a:cubicBezTo>
                  <a:pt x="11780" y="4980"/>
                  <a:pt x="11843" y="4938"/>
                  <a:pt x="11906" y="4938"/>
                </a:cubicBezTo>
                <a:cubicBezTo>
                  <a:pt x="11947" y="4938"/>
                  <a:pt x="12010" y="4980"/>
                  <a:pt x="12052" y="4980"/>
                </a:cubicBezTo>
                <a:cubicBezTo>
                  <a:pt x="13245" y="5357"/>
                  <a:pt x="14500" y="5440"/>
                  <a:pt x="15714" y="5566"/>
                </a:cubicBezTo>
                <a:cubicBezTo>
                  <a:pt x="16069" y="5608"/>
                  <a:pt x="16425" y="5629"/>
                  <a:pt x="16927" y="5671"/>
                </a:cubicBezTo>
                <a:cubicBezTo>
                  <a:pt x="16174" y="5838"/>
                  <a:pt x="15567" y="5963"/>
                  <a:pt x="14919" y="5859"/>
                </a:cubicBezTo>
                <a:cubicBezTo>
                  <a:pt x="14458" y="5775"/>
                  <a:pt x="13998" y="5733"/>
                  <a:pt x="13559" y="5650"/>
                </a:cubicBezTo>
                <a:lnTo>
                  <a:pt x="13266" y="5650"/>
                </a:lnTo>
                <a:cubicBezTo>
                  <a:pt x="13307" y="5838"/>
                  <a:pt x="13307" y="5880"/>
                  <a:pt x="13203" y="5880"/>
                </a:cubicBezTo>
                <a:cubicBezTo>
                  <a:pt x="12198" y="5922"/>
                  <a:pt x="11257" y="5754"/>
                  <a:pt x="10378" y="5168"/>
                </a:cubicBezTo>
                <a:cubicBezTo>
                  <a:pt x="10336" y="5127"/>
                  <a:pt x="10253" y="5085"/>
                  <a:pt x="10169" y="5085"/>
                </a:cubicBezTo>
                <a:cubicBezTo>
                  <a:pt x="10064" y="5043"/>
                  <a:pt x="9960" y="5022"/>
                  <a:pt x="9897" y="5085"/>
                </a:cubicBezTo>
                <a:cubicBezTo>
                  <a:pt x="9625" y="5168"/>
                  <a:pt x="9374" y="5273"/>
                  <a:pt x="9123" y="5399"/>
                </a:cubicBezTo>
                <a:cubicBezTo>
                  <a:pt x="8872" y="5503"/>
                  <a:pt x="8641" y="5461"/>
                  <a:pt x="8390" y="5336"/>
                </a:cubicBezTo>
                <a:cubicBezTo>
                  <a:pt x="8181" y="5231"/>
                  <a:pt x="8014" y="5127"/>
                  <a:pt x="7805" y="5001"/>
                </a:cubicBezTo>
                <a:cubicBezTo>
                  <a:pt x="7700" y="5085"/>
                  <a:pt x="7637" y="5127"/>
                  <a:pt x="7533" y="5189"/>
                </a:cubicBezTo>
                <a:cubicBezTo>
                  <a:pt x="7407" y="5252"/>
                  <a:pt x="7281" y="5399"/>
                  <a:pt x="7135" y="5399"/>
                </a:cubicBezTo>
                <a:cubicBezTo>
                  <a:pt x="6717" y="5399"/>
                  <a:pt x="6382" y="5712"/>
                  <a:pt x="5984" y="5712"/>
                </a:cubicBezTo>
                <a:cubicBezTo>
                  <a:pt x="5817" y="5712"/>
                  <a:pt x="5628" y="5671"/>
                  <a:pt x="5461" y="5629"/>
                </a:cubicBezTo>
                <a:cubicBezTo>
                  <a:pt x="5189" y="5545"/>
                  <a:pt x="4917" y="5545"/>
                  <a:pt x="4624" y="5545"/>
                </a:cubicBezTo>
                <a:cubicBezTo>
                  <a:pt x="4499" y="5545"/>
                  <a:pt x="4394" y="5629"/>
                  <a:pt x="4248" y="5671"/>
                </a:cubicBezTo>
                <a:cubicBezTo>
                  <a:pt x="3934" y="5461"/>
                  <a:pt x="3557" y="5231"/>
                  <a:pt x="3243" y="5022"/>
                </a:cubicBezTo>
                <a:cubicBezTo>
                  <a:pt x="3055" y="4980"/>
                  <a:pt x="2929" y="5085"/>
                  <a:pt x="2804" y="5127"/>
                </a:cubicBezTo>
                <a:cubicBezTo>
                  <a:pt x="2281" y="5336"/>
                  <a:pt x="1737" y="5461"/>
                  <a:pt x="1214" y="5608"/>
                </a:cubicBezTo>
                <a:cubicBezTo>
                  <a:pt x="837" y="5712"/>
                  <a:pt x="439" y="5712"/>
                  <a:pt x="84" y="5608"/>
                </a:cubicBezTo>
                <a:cubicBezTo>
                  <a:pt x="63" y="5608"/>
                  <a:pt x="0" y="5524"/>
                  <a:pt x="0" y="5503"/>
                </a:cubicBezTo>
                <a:cubicBezTo>
                  <a:pt x="0" y="5461"/>
                  <a:pt x="21" y="5419"/>
                  <a:pt x="84" y="5399"/>
                </a:cubicBezTo>
                <a:cubicBezTo>
                  <a:pt x="126" y="5357"/>
                  <a:pt x="188" y="5357"/>
                  <a:pt x="230" y="5357"/>
                </a:cubicBezTo>
                <a:cubicBezTo>
                  <a:pt x="1109" y="5399"/>
                  <a:pt x="1883" y="5106"/>
                  <a:pt x="2678" y="4834"/>
                </a:cubicBezTo>
                <a:cubicBezTo>
                  <a:pt x="2720" y="4813"/>
                  <a:pt x="2783" y="4813"/>
                  <a:pt x="2804" y="4792"/>
                </a:cubicBezTo>
                <a:cubicBezTo>
                  <a:pt x="3097" y="4624"/>
                  <a:pt x="3369" y="4624"/>
                  <a:pt x="3641" y="4875"/>
                </a:cubicBezTo>
                <a:cubicBezTo>
                  <a:pt x="3662" y="4896"/>
                  <a:pt x="3724" y="4917"/>
                  <a:pt x="3766" y="4917"/>
                </a:cubicBezTo>
                <a:cubicBezTo>
                  <a:pt x="3850" y="4917"/>
                  <a:pt x="3934" y="4917"/>
                  <a:pt x="3976" y="4875"/>
                </a:cubicBezTo>
                <a:cubicBezTo>
                  <a:pt x="4164" y="4729"/>
                  <a:pt x="4289" y="4562"/>
                  <a:pt x="4373" y="4352"/>
                </a:cubicBezTo>
                <a:cubicBezTo>
                  <a:pt x="4582" y="3766"/>
                  <a:pt x="4938" y="3306"/>
                  <a:pt x="5398" y="2846"/>
                </a:cubicBezTo>
                <a:cubicBezTo>
                  <a:pt x="5754" y="2490"/>
                  <a:pt x="6089" y="2093"/>
                  <a:pt x="6486" y="1758"/>
                </a:cubicBezTo>
                <a:cubicBezTo>
                  <a:pt x="6863" y="1444"/>
                  <a:pt x="7281" y="1193"/>
                  <a:pt x="7721" y="1046"/>
                </a:cubicBezTo>
                <a:cubicBezTo>
                  <a:pt x="8349" y="816"/>
                  <a:pt x="8997" y="565"/>
                  <a:pt x="9625" y="335"/>
                </a:cubicBezTo>
                <a:cubicBezTo>
                  <a:pt x="10022" y="209"/>
                  <a:pt x="10378" y="105"/>
                  <a:pt x="10797" y="105"/>
                </a:cubicBezTo>
                <a:cubicBezTo>
                  <a:pt x="11069" y="105"/>
                  <a:pt x="11299" y="42"/>
                  <a:pt x="11571" y="21"/>
                </a:cubicBezTo>
                <a:cubicBezTo>
                  <a:pt x="11675" y="21"/>
                  <a:pt x="11780" y="0"/>
                  <a:pt x="11885" y="0"/>
                </a:cubicBezTo>
                <a:cubicBezTo>
                  <a:pt x="12094" y="0"/>
                  <a:pt x="12240" y="42"/>
                  <a:pt x="12240" y="189"/>
                </a:cubicBezTo>
                <a:cubicBezTo>
                  <a:pt x="12261" y="314"/>
                  <a:pt x="12157" y="398"/>
                  <a:pt x="12052" y="461"/>
                </a:cubicBezTo>
                <a:cubicBezTo>
                  <a:pt x="12031" y="502"/>
                  <a:pt x="11989" y="523"/>
                  <a:pt x="11926" y="544"/>
                </a:cubicBezTo>
                <a:cubicBezTo>
                  <a:pt x="11696" y="733"/>
                  <a:pt x="11487" y="942"/>
                  <a:pt x="11257" y="1130"/>
                </a:cubicBezTo>
                <a:cubicBezTo>
                  <a:pt x="11006" y="1360"/>
                  <a:pt x="10755" y="1465"/>
                  <a:pt x="10462" y="1653"/>
                </a:cubicBezTo>
                <a:close/>
                <a:moveTo>
                  <a:pt x="9018" y="3934"/>
                </a:moveTo>
                <a:cubicBezTo>
                  <a:pt x="9060" y="3641"/>
                  <a:pt x="9123" y="3369"/>
                  <a:pt x="9123" y="3118"/>
                </a:cubicBezTo>
                <a:cubicBezTo>
                  <a:pt x="9123" y="2720"/>
                  <a:pt x="9269" y="2406"/>
                  <a:pt x="9583" y="2134"/>
                </a:cubicBezTo>
                <a:cubicBezTo>
                  <a:pt x="9646" y="2093"/>
                  <a:pt x="9750" y="1988"/>
                  <a:pt x="9730" y="1904"/>
                </a:cubicBezTo>
                <a:cubicBezTo>
                  <a:pt x="9688" y="1444"/>
                  <a:pt x="10043" y="1277"/>
                  <a:pt x="10357" y="1088"/>
                </a:cubicBezTo>
                <a:cubicBezTo>
                  <a:pt x="10546" y="984"/>
                  <a:pt x="10755" y="900"/>
                  <a:pt x="10964" y="753"/>
                </a:cubicBezTo>
                <a:cubicBezTo>
                  <a:pt x="11048" y="712"/>
                  <a:pt x="11110" y="628"/>
                  <a:pt x="11173" y="565"/>
                </a:cubicBezTo>
                <a:cubicBezTo>
                  <a:pt x="11194" y="544"/>
                  <a:pt x="11173" y="502"/>
                  <a:pt x="11173" y="440"/>
                </a:cubicBezTo>
                <a:cubicBezTo>
                  <a:pt x="11173" y="419"/>
                  <a:pt x="11110" y="419"/>
                  <a:pt x="11110" y="419"/>
                </a:cubicBezTo>
                <a:cubicBezTo>
                  <a:pt x="11048" y="419"/>
                  <a:pt x="10964" y="398"/>
                  <a:pt x="10880" y="419"/>
                </a:cubicBezTo>
                <a:cubicBezTo>
                  <a:pt x="10211" y="649"/>
                  <a:pt x="9499" y="879"/>
                  <a:pt x="8809" y="1151"/>
                </a:cubicBezTo>
                <a:cubicBezTo>
                  <a:pt x="8788" y="1151"/>
                  <a:pt x="8788" y="1172"/>
                  <a:pt x="8767" y="1193"/>
                </a:cubicBezTo>
                <a:cubicBezTo>
                  <a:pt x="8746" y="1297"/>
                  <a:pt x="8704" y="1381"/>
                  <a:pt x="8683" y="1486"/>
                </a:cubicBezTo>
                <a:cubicBezTo>
                  <a:pt x="8453" y="1611"/>
                  <a:pt x="8202" y="1695"/>
                  <a:pt x="7972" y="1716"/>
                </a:cubicBezTo>
                <a:cubicBezTo>
                  <a:pt x="7302" y="1779"/>
                  <a:pt x="6779" y="2114"/>
                  <a:pt x="6277" y="2490"/>
                </a:cubicBezTo>
                <a:cubicBezTo>
                  <a:pt x="5838" y="2804"/>
                  <a:pt x="5461" y="3222"/>
                  <a:pt x="5147" y="3662"/>
                </a:cubicBezTo>
                <a:cubicBezTo>
                  <a:pt x="4959" y="3955"/>
                  <a:pt x="4792" y="4227"/>
                  <a:pt x="4729" y="4582"/>
                </a:cubicBezTo>
                <a:cubicBezTo>
                  <a:pt x="4729" y="4645"/>
                  <a:pt x="4687" y="4750"/>
                  <a:pt x="4812" y="4855"/>
                </a:cubicBezTo>
                <a:cubicBezTo>
                  <a:pt x="5210" y="4917"/>
                  <a:pt x="5670" y="4896"/>
                  <a:pt x="6110" y="4896"/>
                </a:cubicBezTo>
                <a:cubicBezTo>
                  <a:pt x="6277" y="4896"/>
                  <a:pt x="6445" y="4855"/>
                  <a:pt x="6570" y="4896"/>
                </a:cubicBezTo>
                <a:cubicBezTo>
                  <a:pt x="6758" y="4917"/>
                  <a:pt x="6905" y="4959"/>
                  <a:pt x="7072" y="5001"/>
                </a:cubicBezTo>
                <a:cubicBezTo>
                  <a:pt x="7135" y="4938"/>
                  <a:pt x="7198" y="4917"/>
                  <a:pt x="7281" y="4855"/>
                </a:cubicBezTo>
                <a:cubicBezTo>
                  <a:pt x="7553" y="4624"/>
                  <a:pt x="7867" y="4624"/>
                  <a:pt x="8181" y="4813"/>
                </a:cubicBezTo>
                <a:cubicBezTo>
                  <a:pt x="8286" y="4855"/>
                  <a:pt x="8390" y="4938"/>
                  <a:pt x="8495" y="5001"/>
                </a:cubicBezTo>
                <a:cubicBezTo>
                  <a:pt x="8558" y="5022"/>
                  <a:pt x="8662" y="5001"/>
                  <a:pt x="8704" y="4959"/>
                </a:cubicBezTo>
                <a:cubicBezTo>
                  <a:pt x="8893" y="4855"/>
                  <a:pt x="8913" y="4624"/>
                  <a:pt x="8767" y="4499"/>
                </a:cubicBezTo>
                <a:cubicBezTo>
                  <a:pt x="8495" y="4269"/>
                  <a:pt x="8537" y="4206"/>
                  <a:pt x="8809" y="4038"/>
                </a:cubicBezTo>
                <a:cubicBezTo>
                  <a:pt x="8893" y="4038"/>
                  <a:pt x="8913" y="3997"/>
                  <a:pt x="9018" y="3934"/>
                </a:cubicBezTo>
                <a:close/>
                <a:moveTo>
                  <a:pt x="6382" y="5168"/>
                </a:moveTo>
                <a:cubicBezTo>
                  <a:pt x="6005" y="5210"/>
                  <a:pt x="5796" y="5210"/>
                  <a:pt x="5628" y="5231"/>
                </a:cubicBezTo>
                <a:cubicBezTo>
                  <a:pt x="5817" y="5440"/>
                  <a:pt x="5817" y="5440"/>
                  <a:pt x="6382" y="5168"/>
                </a:cubicBezTo>
                <a:close/>
                <a:moveTo>
                  <a:pt x="5001" y="5168"/>
                </a:moveTo>
                <a:cubicBezTo>
                  <a:pt x="5001" y="5147"/>
                  <a:pt x="5022" y="5127"/>
                  <a:pt x="5001" y="5106"/>
                </a:cubicBezTo>
                <a:cubicBezTo>
                  <a:pt x="4917" y="5022"/>
                  <a:pt x="4750" y="5022"/>
                  <a:pt x="4666" y="5085"/>
                </a:cubicBezTo>
                <a:cubicBezTo>
                  <a:pt x="4624" y="5085"/>
                  <a:pt x="4624" y="5106"/>
                  <a:pt x="4624" y="5127"/>
                </a:cubicBezTo>
                <a:cubicBezTo>
                  <a:pt x="4624" y="5147"/>
                  <a:pt x="4666" y="5189"/>
                  <a:pt x="4666" y="5189"/>
                </a:cubicBezTo>
                <a:cubicBezTo>
                  <a:pt x="4792" y="5294"/>
                  <a:pt x="4896" y="5252"/>
                  <a:pt x="5001" y="516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5002" name="Google Shape;5002;p49"/>
          <p:cNvGrpSpPr/>
          <p:nvPr/>
        </p:nvGrpSpPr>
        <p:grpSpPr>
          <a:xfrm>
            <a:off x="8146150" y="4603988"/>
            <a:ext cx="214500" cy="219400"/>
            <a:chOff x="5881675" y="584200"/>
            <a:chExt cx="214500" cy="219400"/>
          </a:xfrm>
        </p:grpSpPr>
        <p:sp>
          <p:nvSpPr>
            <p:cNvPr id="5003" name="Google Shape;5003;p49"/>
            <p:cNvSpPr/>
            <p:nvPr/>
          </p:nvSpPr>
          <p:spPr>
            <a:xfrm>
              <a:off x="5882200" y="783700"/>
              <a:ext cx="14150" cy="4200"/>
            </a:xfrm>
            <a:custGeom>
              <a:avLst/>
              <a:gdLst/>
              <a:ahLst/>
              <a:cxnLst/>
              <a:rect l="l" t="t" r="r" b="b"/>
              <a:pathLst>
                <a:path w="566" h="168" extrusionOk="0">
                  <a:moveTo>
                    <a:pt x="524" y="0"/>
                  </a:moveTo>
                  <a:cubicBezTo>
                    <a:pt x="336" y="0"/>
                    <a:pt x="189" y="42"/>
                    <a:pt x="22" y="126"/>
                  </a:cubicBezTo>
                  <a:cubicBezTo>
                    <a:pt x="1" y="147"/>
                    <a:pt x="22" y="168"/>
                    <a:pt x="43" y="168"/>
                  </a:cubicBezTo>
                  <a:cubicBezTo>
                    <a:pt x="210" y="126"/>
                    <a:pt x="357" y="63"/>
                    <a:pt x="524" y="63"/>
                  </a:cubicBezTo>
                  <a:cubicBezTo>
                    <a:pt x="566" y="63"/>
                    <a:pt x="566" y="21"/>
                    <a:pt x="52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04" name="Google Shape;5004;p49"/>
            <p:cNvSpPr/>
            <p:nvPr/>
          </p:nvSpPr>
          <p:spPr>
            <a:xfrm>
              <a:off x="5886175" y="588375"/>
              <a:ext cx="210000" cy="215225"/>
            </a:xfrm>
            <a:custGeom>
              <a:avLst/>
              <a:gdLst/>
              <a:ahLst/>
              <a:cxnLst/>
              <a:rect l="l" t="t" r="r" b="b"/>
              <a:pathLst>
                <a:path w="8400" h="8609" extrusionOk="0">
                  <a:moveTo>
                    <a:pt x="8086" y="134"/>
                  </a:moveTo>
                  <a:lnTo>
                    <a:pt x="8002" y="218"/>
                  </a:lnTo>
                  <a:lnTo>
                    <a:pt x="7814" y="218"/>
                  </a:lnTo>
                  <a:cubicBezTo>
                    <a:pt x="7897" y="197"/>
                    <a:pt x="8002" y="176"/>
                    <a:pt x="8086" y="134"/>
                  </a:cubicBezTo>
                  <a:close/>
                  <a:moveTo>
                    <a:pt x="8211" y="197"/>
                  </a:moveTo>
                  <a:lnTo>
                    <a:pt x="8211" y="197"/>
                  </a:lnTo>
                  <a:cubicBezTo>
                    <a:pt x="8149" y="239"/>
                    <a:pt x="8128" y="302"/>
                    <a:pt x="8107" y="344"/>
                  </a:cubicBezTo>
                  <a:lnTo>
                    <a:pt x="8086" y="344"/>
                  </a:lnTo>
                  <a:cubicBezTo>
                    <a:pt x="8086" y="344"/>
                    <a:pt x="8086" y="323"/>
                    <a:pt x="8044" y="323"/>
                  </a:cubicBezTo>
                  <a:lnTo>
                    <a:pt x="8107" y="260"/>
                  </a:lnTo>
                  <a:lnTo>
                    <a:pt x="8128" y="260"/>
                  </a:lnTo>
                  <a:lnTo>
                    <a:pt x="8149" y="239"/>
                  </a:lnTo>
                  <a:lnTo>
                    <a:pt x="8211" y="197"/>
                  </a:lnTo>
                  <a:close/>
                  <a:moveTo>
                    <a:pt x="7605" y="323"/>
                  </a:moveTo>
                  <a:cubicBezTo>
                    <a:pt x="7563" y="344"/>
                    <a:pt x="7521" y="344"/>
                    <a:pt x="7479" y="365"/>
                  </a:cubicBezTo>
                  <a:cubicBezTo>
                    <a:pt x="7423" y="402"/>
                    <a:pt x="7384" y="406"/>
                    <a:pt x="7331" y="421"/>
                  </a:cubicBezTo>
                  <a:lnTo>
                    <a:pt x="7331" y="421"/>
                  </a:lnTo>
                  <a:cubicBezTo>
                    <a:pt x="7344" y="412"/>
                    <a:pt x="7346" y="393"/>
                    <a:pt x="7339" y="380"/>
                  </a:cubicBezTo>
                  <a:lnTo>
                    <a:pt x="7339" y="380"/>
                  </a:lnTo>
                  <a:cubicBezTo>
                    <a:pt x="7433" y="354"/>
                    <a:pt x="7525" y="339"/>
                    <a:pt x="7605" y="323"/>
                  </a:cubicBezTo>
                  <a:close/>
                  <a:moveTo>
                    <a:pt x="8044" y="406"/>
                  </a:moveTo>
                  <a:lnTo>
                    <a:pt x="8044" y="406"/>
                  </a:lnTo>
                  <a:cubicBezTo>
                    <a:pt x="8023" y="448"/>
                    <a:pt x="8002" y="532"/>
                    <a:pt x="7981" y="595"/>
                  </a:cubicBezTo>
                  <a:lnTo>
                    <a:pt x="7939" y="553"/>
                  </a:lnTo>
                  <a:lnTo>
                    <a:pt x="7939" y="532"/>
                  </a:lnTo>
                  <a:cubicBezTo>
                    <a:pt x="7939" y="511"/>
                    <a:pt x="7981" y="511"/>
                    <a:pt x="7981" y="490"/>
                  </a:cubicBezTo>
                  <a:lnTo>
                    <a:pt x="8044" y="406"/>
                  </a:lnTo>
                  <a:close/>
                  <a:moveTo>
                    <a:pt x="7395" y="637"/>
                  </a:moveTo>
                  <a:lnTo>
                    <a:pt x="7374" y="657"/>
                  </a:lnTo>
                  <a:lnTo>
                    <a:pt x="7312" y="657"/>
                  </a:lnTo>
                  <a:cubicBezTo>
                    <a:pt x="7353" y="637"/>
                    <a:pt x="7374" y="637"/>
                    <a:pt x="7395" y="637"/>
                  </a:cubicBezTo>
                  <a:close/>
                  <a:moveTo>
                    <a:pt x="7374" y="804"/>
                  </a:moveTo>
                  <a:lnTo>
                    <a:pt x="7374" y="825"/>
                  </a:lnTo>
                  <a:lnTo>
                    <a:pt x="7353" y="846"/>
                  </a:lnTo>
                  <a:cubicBezTo>
                    <a:pt x="7312" y="846"/>
                    <a:pt x="7291" y="846"/>
                    <a:pt x="7270" y="825"/>
                  </a:cubicBezTo>
                  <a:lnTo>
                    <a:pt x="7291" y="825"/>
                  </a:lnTo>
                  <a:cubicBezTo>
                    <a:pt x="7291" y="825"/>
                    <a:pt x="7300" y="834"/>
                    <a:pt x="7306" y="834"/>
                  </a:cubicBezTo>
                  <a:cubicBezTo>
                    <a:pt x="7309" y="834"/>
                    <a:pt x="7312" y="832"/>
                    <a:pt x="7312" y="825"/>
                  </a:cubicBezTo>
                  <a:cubicBezTo>
                    <a:pt x="7353" y="825"/>
                    <a:pt x="7353" y="825"/>
                    <a:pt x="7374" y="804"/>
                  </a:cubicBezTo>
                  <a:close/>
                  <a:moveTo>
                    <a:pt x="7081" y="595"/>
                  </a:moveTo>
                  <a:cubicBezTo>
                    <a:pt x="7081" y="657"/>
                    <a:pt x="7102" y="741"/>
                    <a:pt x="7102" y="846"/>
                  </a:cubicBezTo>
                  <a:cubicBezTo>
                    <a:pt x="7102" y="929"/>
                    <a:pt x="7144" y="971"/>
                    <a:pt x="7186" y="1013"/>
                  </a:cubicBezTo>
                  <a:lnTo>
                    <a:pt x="7102" y="1076"/>
                  </a:lnTo>
                  <a:cubicBezTo>
                    <a:pt x="7081" y="1013"/>
                    <a:pt x="7061" y="950"/>
                    <a:pt x="7040" y="867"/>
                  </a:cubicBezTo>
                  <a:lnTo>
                    <a:pt x="7040" y="720"/>
                  </a:lnTo>
                  <a:cubicBezTo>
                    <a:pt x="7061" y="657"/>
                    <a:pt x="7061" y="616"/>
                    <a:pt x="7081" y="595"/>
                  </a:cubicBezTo>
                  <a:close/>
                  <a:moveTo>
                    <a:pt x="7370" y="1059"/>
                  </a:moveTo>
                  <a:cubicBezTo>
                    <a:pt x="7385" y="1065"/>
                    <a:pt x="7401" y="1076"/>
                    <a:pt x="7416" y="1076"/>
                  </a:cubicBezTo>
                  <a:cubicBezTo>
                    <a:pt x="7416" y="1076"/>
                    <a:pt x="7416" y="1118"/>
                    <a:pt x="7395" y="1118"/>
                  </a:cubicBezTo>
                  <a:lnTo>
                    <a:pt x="7395" y="1139"/>
                  </a:lnTo>
                  <a:lnTo>
                    <a:pt x="7374" y="1139"/>
                  </a:lnTo>
                  <a:cubicBezTo>
                    <a:pt x="7407" y="1090"/>
                    <a:pt x="7389" y="1067"/>
                    <a:pt x="7370" y="1059"/>
                  </a:cubicBezTo>
                  <a:close/>
                  <a:moveTo>
                    <a:pt x="7312" y="1118"/>
                  </a:moveTo>
                  <a:cubicBezTo>
                    <a:pt x="7312" y="1118"/>
                    <a:pt x="7291" y="1139"/>
                    <a:pt x="7312" y="1139"/>
                  </a:cubicBezTo>
                  <a:lnTo>
                    <a:pt x="7312" y="1160"/>
                  </a:lnTo>
                  <a:lnTo>
                    <a:pt x="7270" y="1160"/>
                  </a:lnTo>
                  <a:cubicBezTo>
                    <a:pt x="7270" y="1139"/>
                    <a:pt x="7291" y="1118"/>
                    <a:pt x="7312" y="1118"/>
                  </a:cubicBezTo>
                  <a:close/>
                  <a:moveTo>
                    <a:pt x="7688" y="1181"/>
                  </a:moveTo>
                  <a:cubicBezTo>
                    <a:pt x="7619" y="1236"/>
                    <a:pt x="7549" y="1264"/>
                    <a:pt x="7473" y="1264"/>
                  </a:cubicBezTo>
                  <a:cubicBezTo>
                    <a:pt x="7435" y="1264"/>
                    <a:pt x="7395" y="1257"/>
                    <a:pt x="7353" y="1243"/>
                  </a:cubicBezTo>
                  <a:lnTo>
                    <a:pt x="7395" y="1243"/>
                  </a:lnTo>
                  <a:cubicBezTo>
                    <a:pt x="7479" y="1243"/>
                    <a:pt x="7563" y="1222"/>
                    <a:pt x="7605" y="1181"/>
                  </a:cubicBezTo>
                  <a:close/>
                  <a:moveTo>
                    <a:pt x="3399" y="4968"/>
                  </a:moveTo>
                  <a:cubicBezTo>
                    <a:pt x="3420" y="5030"/>
                    <a:pt x="3441" y="5051"/>
                    <a:pt x="3483" y="5093"/>
                  </a:cubicBezTo>
                  <a:cubicBezTo>
                    <a:pt x="3399" y="5156"/>
                    <a:pt x="3315" y="5219"/>
                    <a:pt x="3273" y="5302"/>
                  </a:cubicBezTo>
                  <a:lnTo>
                    <a:pt x="3232" y="5302"/>
                  </a:lnTo>
                  <a:lnTo>
                    <a:pt x="3294" y="5240"/>
                  </a:lnTo>
                  <a:cubicBezTo>
                    <a:pt x="3315" y="5219"/>
                    <a:pt x="3315" y="5177"/>
                    <a:pt x="3294" y="5177"/>
                  </a:cubicBezTo>
                  <a:cubicBezTo>
                    <a:pt x="3315" y="5156"/>
                    <a:pt x="3315" y="5135"/>
                    <a:pt x="3294" y="5072"/>
                  </a:cubicBezTo>
                  <a:cubicBezTo>
                    <a:pt x="3315" y="5051"/>
                    <a:pt x="3378" y="5030"/>
                    <a:pt x="3399" y="4968"/>
                  </a:cubicBezTo>
                  <a:close/>
                  <a:moveTo>
                    <a:pt x="2980" y="5219"/>
                  </a:moveTo>
                  <a:lnTo>
                    <a:pt x="2562" y="5637"/>
                  </a:lnTo>
                  <a:cubicBezTo>
                    <a:pt x="2541" y="5679"/>
                    <a:pt x="2478" y="5679"/>
                    <a:pt x="2457" y="5721"/>
                  </a:cubicBezTo>
                  <a:cubicBezTo>
                    <a:pt x="2478" y="5679"/>
                    <a:pt x="2499" y="5658"/>
                    <a:pt x="2541" y="5616"/>
                  </a:cubicBezTo>
                  <a:cubicBezTo>
                    <a:pt x="2687" y="5470"/>
                    <a:pt x="2855" y="5344"/>
                    <a:pt x="2980" y="5219"/>
                  </a:cubicBezTo>
                  <a:close/>
                  <a:moveTo>
                    <a:pt x="2269" y="5784"/>
                  </a:moveTo>
                  <a:cubicBezTo>
                    <a:pt x="2269" y="5826"/>
                    <a:pt x="2290" y="5847"/>
                    <a:pt x="2332" y="5847"/>
                  </a:cubicBezTo>
                  <a:cubicBezTo>
                    <a:pt x="2353" y="5847"/>
                    <a:pt x="2374" y="5826"/>
                    <a:pt x="2395" y="5826"/>
                  </a:cubicBezTo>
                  <a:lnTo>
                    <a:pt x="2395" y="5826"/>
                  </a:lnTo>
                  <a:lnTo>
                    <a:pt x="2185" y="6035"/>
                  </a:lnTo>
                  <a:lnTo>
                    <a:pt x="2123" y="5951"/>
                  </a:lnTo>
                  <a:lnTo>
                    <a:pt x="2269" y="5784"/>
                  </a:lnTo>
                  <a:close/>
                  <a:moveTo>
                    <a:pt x="1181" y="6935"/>
                  </a:moveTo>
                  <a:lnTo>
                    <a:pt x="1181" y="6935"/>
                  </a:lnTo>
                  <a:cubicBezTo>
                    <a:pt x="1185" y="6942"/>
                    <a:pt x="1188" y="6949"/>
                    <a:pt x="1190" y="6955"/>
                  </a:cubicBezTo>
                  <a:lnTo>
                    <a:pt x="1190" y="6955"/>
                  </a:lnTo>
                  <a:cubicBezTo>
                    <a:pt x="1195" y="6955"/>
                    <a:pt x="1200" y="6955"/>
                    <a:pt x="1205" y="6956"/>
                  </a:cubicBezTo>
                  <a:lnTo>
                    <a:pt x="1205" y="6956"/>
                  </a:lnTo>
                  <a:cubicBezTo>
                    <a:pt x="1192" y="6945"/>
                    <a:pt x="1181" y="6935"/>
                    <a:pt x="1181" y="6935"/>
                  </a:cubicBezTo>
                  <a:close/>
                  <a:moveTo>
                    <a:pt x="1293" y="7071"/>
                  </a:moveTo>
                  <a:cubicBezTo>
                    <a:pt x="1296" y="7071"/>
                    <a:pt x="1296" y="7081"/>
                    <a:pt x="1286" y="7102"/>
                  </a:cubicBezTo>
                  <a:cubicBezTo>
                    <a:pt x="1286" y="7081"/>
                    <a:pt x="1291" y="7071"/>
                    <a:pt x="1293" y="7071"/>
                  </a:cubicBezTo>
                  <a:close/>
                  <a:moveTo>
                    <a:pt x="1300" y="7083"/>
                  </a:moveTo>
                  <a:cubicBezTo>
                    <a:pt x="1304" y="7083"/>
                    <a:pt x="1300" y="7102"/>
                    <a:pt x="1286" y="7102"/>
                  </a:cubicBezTo>
                  <a:cubicBezTo>
                    <a:pt x="1293" y="7088"/>
                    <a:pt x="1297" y="7083"/>
                    <a:pt x="1300" y="7083"/>
                  </a:cubicBezTo>
                  <a:close/>
                  <a:moveTo>
                    <a:pt x="679" y="7060"/>
                  </a:moveTo>
                  <a:cubicBezTo>
                    <a:pt x="670" y="7078"/>
                    <a:pt x="657" y="7093"/>
                    <a:pt x="643" y="7103"/>
                  </a:cubicBezTo>
                  <a:lnTo>
                    <a:pt x="643" y="7103"/>
                  </a:lnTo>
                  <a:cubicBezTo>
                    <a:pt x="648" y="7102"/>
                    <a:pt x="653" y="7102"/>
                    <a:pt x="658" y="7102"/>
                  </a:cubicBezTo>
                  <a:lnTo>
                    <a:pt x="679" y="7060"/>
                  </a:lnTo>
                  <a:close/>
                  <a:moveTo>
                    <a:pt x="643" y="7103"/>
                  </a:moveTo>
                  <a:cubicBezTo>
                    <a:pt x="611" y="7107"/>
                    <a:pt x="595" y="7123"/>
                    <a:pt x="595" y="7123"/>
                  </a:cubicBezTo>
                  <a:cubicBezTo>
                    <a:pt x="607" y="7123"/>
                    <a:pt x="625" y="7116"/>
                    <a:pt x="643" y="7103"/>
                  </a:cubicBezTo>
                  <a:close/>
                  <a:moveTo>
                    <a:pt x="870" y="7162"/>
                  </a:moveTo>
                  <a:cubicBezTo>
                    <a:pt x="868" y="7168"/>
                    <a:pt x="867" y="7176"/>
                    <a:pt x="867" y="7186"/>
                  </a:cubicBezTo>
                  <a:cubicBezTo>
                    <a:pt x="804" y="7207"/>
                    <a:pt x="763" y="7207"/>
                    <a:pt x="700" y="7227"/>
                  </a:cubicBezTo>
                  <a:cubicBezTo>
                    <a:pt x="753" y="7210"/>
                    <a:pt x="805" y="7192"/>
                    <a:pt x="870" y="7162"/>
                  </a:cubicBezTo>
                  <a:close/>
                  <a:moveTo>
                    <a:pt x="1181" y="7207"/>
                  </a:moveTo>
                  <a:cubicBezTo>
                    <a:pt x="1139" y="7227"/>
                    <a:pt x="1139" y="7248"/>
                    <a:pt x="1118" y="7269"/>
                  </a:cubicBezTo>
                  <a:lnTo>
                    <a:pt x="1118" y="7248"/>
                  </a:lnTo>
                  <a:cubicBezTo>
                    <a:pt x="1118" y="7227"/>
                    <a:pt x="1118" y="7227"/>
                    <a:pt x="1097" y="7227"/>
                  </a:cubicBezTo>
                  <a:cubicBezTo>
                    <a:pt x="1139" y="7227"/>
                    <a:pt x="1139" y="7207"/>
                    <a:pt x="1139" y="7207"/>
                  </a:cubicBezTo>
                  <a:close/>
                  <a:moveTo>
                    <a:pt x="622" y="7302"/>
                  </a:moveTo>
                  <a:cubicBezTo>
                    <a:pt x="642" y="7302"/>
                    <a:pt x="665" y="7311"/>
                    <a:pt x="679" y="7311"/>
                  </a:cubicBezTo>
                  <a:lnTo>
                    <a:pt x="637" y="7332"/>
                  </a:lnTo>
                  <a:cubicBezTo>
                    <a:pt x="616" y="7311"/>
                    <a:pt x="616" y="7311"/>
                    <a:pt x="595" y="7311"/>
                  </a:cubicBezTo>
                  <a:cubicBezTo>
                    <a:pt x="602" y="7304"/>
                    <a:pt x="611" y="7302"/>
                    <a:pt x="622" y="7302"/>
                  </a:cubicBezTo>
                  <a:close/>
                  <a:moveTo>
                    <a:pt x="1014" y="7207"/>
                  </a:moveTo>
                  <a:lnTo>
                    <a:pt x="867" y="7353"/>
                  </a:lnTo>
                  <a:lnTo>
                    <a:pt x="783" y="7290"/>
                  </a:lnTo>
                  <a:cubicBezTo>
                    <a:pt x="825" y="7248"/>
                    <a:pt x="867" y="7248"/>
                    <a:pt x="888" y="7227"/>
                  </a:cubicBezTo>
                  <a:cubicBezTo>
                    <a:pt x="930" y="7227"/>
                    <a:pt x="972" y="7207"/>
                    <a:pt x="1014" y="7207"/>
                  </a:cubicBezTo>
                  <a:close/>
                  <a:moveTo>
                    <a:pt x="595" y="7395"/>
                  </a:moveTo>
                  <a:lnTo>
                    <a:pt x="595" y="7416"/>
                  </a:lnTo>
                  <a:cubicBezTo>
                    <a:pt x="553" y="7416"/>
                    <a:pt x="553" y="7416"/>
                    <a:pt x="511" y="7395"/>
                  </a:cubicBezTo>
                  <a:close/>
                  <a:moveTo>
                    <a:pt x="1076" y="7290"/>
                  </a:moveTo>
                  <a:cubicBezTo>
                    <a:pt x="1076" y="7311"/>
                    <a:pt x="1076" y="7353"/>
                    <a:pt x="1035" y="7395"/>
                  </a:cubicBezTo>
                  <a:cubicBezTo>
                    <a:pt x="1028" y="7382"/>
                    <a:pt x="1022" y="7377"/>
                    <a:pt x="1016" y="7377"/>
                  </a:cubicBezTo>
                  <a:cubicBezTo>
                    <a:pt x="1003" y="7377"/>
                    <a:pt x="993" y="7401"/>
                    <a:pt x="993" y="7416"/>
                  </a:cubicBezTo>
                  <a:cubicBezTo>
                    <a:pt x="993" y="7416"/>
                    <a:pt x="993" y="7437"/>
                    <a:pt x="1014" y="7437"/>
                  </a:cubicBezTo>
                  <a:lnTo>
                    <a:pt x="993" y="7458"/>
                  </a:lnTo>
                  <a:lnTo>
                    <a:pt x="930" y="7416"/>
                  </a:lnTo>
                  <a:cubicBezTo>
                    <a:pt x="993" y="7353"/>
                    <a:pt x="1035" y="7332"/>
                    <a:pt x="1076" y="7290"/>
                  </a:cubicBezTo>
                  <a:close/>
                  <a:moveTo>
                    <a:pt x="511" y="7471"/>
                  </a:moveTo>
                  <a:lnTo>
                    <a:pt x="511" y="7471"/>
                  </a:lnTo>
                  <a:cubicBezTo>
                    <a:pt x="463" y="7475"/>
                    <a:pt x="414" y="7491"/>
                    <a:pt x="365" y="7520"/>
                  </a:cubicBezTo>
                  <a:cubicBezTo>
                    <a:pt x="369" y="7520"/>
                    <a:pt x="374" y="7520"/>
                    <a:pt x="378" y="7521"/>
                  </a:cubicBezTo>
                  <a:lnTo>
                    <a:pt x="378" y="7521"/>
                  </a:lnTo>
                  <a:cubicBezTo>
                    <a:pt x="417" y="7494"/>
                    <a:pt x="459" y="7479"/>
                    <a:pt x="511" y="7479"/>
                  </a:cubicBezTo>
                  <a:lnTo>
                    <a:pt x="511" y="7471"/>
                  </a:lnTo>
                  <a:close/>
                  <a:moveTo>
                    <a:pt x="909" y="7437"/>
                  </a:moveTo>
                  <a:lnTo>
                    <a:pt x="972" y="7499"/>
                  </a:lnTo>
                  <a:cubicBezTo>
                    <a:pt x="972" y="7499"/>
                    <a:pt x="930" y="7499"/>
                    <a:pt x="930" y="7520"/>
                  </a:cubicBezTo>
                  <a:cubicBezTo>
                    <a:pt x="930" y="7541"/>
                    <a:pt x="909" y="7604"/>
                    <a:pt x="909" y="7625"/>
                  </a:cubicBezTo>
                  <a:cubicBezTo>
                    <a:pt x="867" y="7604"/>
                    <a:pt x="867" y="7541"/>
                    <a:pt x="825" y="7520"/>
                  </a:cubicBezTo>
                  <a:lnTo>
                    <a:pt x="909" y="7437"/>
                  </a:lnTo>
                  <a:close/>
                  <a:moveTo>
                    <a:pt x="574" y="7646"/>
                  </a:moveTo>
                  <a:cubicBezTo>
                    <a:pt x="553" y="7646"/>
                    <a:pt x="553" y="7646"/>
                    <a:pt x="553" y="7667"/>
                  </a:cubicBezTo>
                  <a:lnTo>
                    <a:pt x="553" y="7688"/>
                  </a:lnTo>
                  <a:lnTo>
                    <a:pt x="366" y="7703"/>
                  </a:lnTo>
                  <a:lnTo>
                    <a:pt x="366" y="7703"/>
                  </a:lnTo>
                  <a:cubicBezTo>
                    <a:pt x="399" y="7687"/>
                    <a:pt x="433" y="7674"/>
                    <a:pt x="470" y="7667"/>
                  </a:cubicBezTo>
                  <a:cubicBezTo>
                    <a:pt x="449" y="7663"/>
                    <a:pt x="427" y="7662"/>
                    <a:pt x="406" y="7662"/>
                  </a:cubicBezTo>
                  <a:cubicBezTo>
                    <a:pt x="402" y="7662"/>
                    <a:pt x="399" y="7662"/>
                    <a:pt x="396" y="7662"/>
                  </a:cubicBezTo>
                  <a:lnTo>
                    <a:pt x="396" y="7662"/>
                  </a:lnTo>
                  <a:cubicBezTo>
                    <a:pt x="450" y="7646"/>
                    <a:pt x="508" y="7646"/>
                    <a:pt x="574" y="7646"/>
                  </a:cubicBezTo>
                  <a:close/>
                  <a:moveTo>
                    <a:pt x="972" y="7562"/>
                  </a:moveTo>
                  <a:lnTo>
                    <a:pt x="972" y="7604"/>
                  </a:lnTo>
                  <a:cubicBezTo>
                    <a:pt x="972" y="7646"/>
                    <a:pt x="930" y="7709"/>
                    <a:pt x="888" y="7730"/>
                  </a:cubicBezTo>
                  <a:cubicBezTo>
                    <a:pt x="909" y="7667"/>
                    <a:pt x="909" y="7625"/>
                    <a:pt x="930" y="7562"/>
                  </a:cubicBezTo>
                  <a:close/>
                  <a:moveTo>
                    <a:pt x="972" y="7730"/>
                  </a:moveTo>
                  <a:lnTo>
                    <a:pt x="972" y="7751"/>
                  </a:lnTo>
                  <a:lnTo>
                    <a:pt x="888" y="7834"/>
                  </a:lnTo>
                  <a:cubicBezTo>
                    <a:pt x="905" y="7817"/>
                    <a:pt x="908" y="7786"/>
                    <a:pt x="898" y="7753"/>
                  </a:cubicBezTo>
                  <a:lnTo>
                    <a:pt x="898" y="7753"/>
                  </a:lnTo>
                  <a:cubicBezTo>
                    <a:pt x="902" y="7757"/>
                    <a:pt x="907" y="7759"/>
                    <a:pt x="912" y="7759"/>
                  </a:cubicBezTo>
                  <a:cubicBezTo>
                    <a:pt x="918" y="7759"/>
                    <a:pt x="924" y="7757"/>
                    <a:pt x="930" y="7751"/>
                  </a:cubicBezTo>
                  <a:cubicBezTo>
                    <a:pt x="930" y="7751"/>
                    <a:pt x="930" y="7730"/>
                    <a:pt x="972" y="7730"/>
                  </a:cubicBezTo>
                  <a:close/>
                  <a:moveTo>
                    <a:pt x="783" y="7562"/>
                  </a:moveTo>
                  <a:cubicBezTo>
                    <a:pt x="783" y="7604"/>
                    <a:pt x="783" y="7604"/>
                    <a:pt x="804" y="7625"/>
                  </a:cubicBezTo>
                  <a:lnTo>
                    <a:pt x="804" y="7646"/>
                  </a:lnTo>
                  <a:cubicBezTo>
                    <a:pt x="825" y="7709"/>
                    <a:pt x="825" y="7751"/>
                    <a:pt x="825" y="7813"/>
                  </a:cubicBezTo>
                  <a:cubicBezTo>
                    <a:pt x="825" y="7834"/>
                    <a:pt x="825" y="7834"/>
                    <a:pt x="804" y="7855"/>
                  </a:cubicBezTo>
                  <a:cubicBezTo>
                    <a:pt x="783" y="7771"/>
                    <a:pt x="783" y="7709"/>
                    <a:pt x="721" y="7625"/>
                  </a:cubicBezTo>
                  <a:cubicBezTo>
                    <a:pt x="763" y="7625"/>
                    <a:pt x="763" y="7604"/>
                    <a:pt x="783" y="7562"/>
                  </a:cubicBezTo>
                  <a:close/>
                  <a:moveTo>
                    <a:pt x="721" y="7771"/>
                  </a:moveTo>
                  <a:lnTo>
                    <a:pt x="721" y="7771"/>
                  </a:lnTo>
                  <a:cubicBezTo>
                    <a:pt x="780" y="7949"/>
                    <a:pt x="765" y="8127"/>
                    <a:pt x="639" y="8270"/>
                  </a:cubicBezTo>
                  <a:lnTo>
                    <a:pt x="639" y="8270"/>
                  </a:lnTo>
                  <a:cubicBezTo>
                    <a:pt x="667" y="8201"/>
                    <a:pt x="672" y="8133"/>
                    <a:pt x="658" y="8064"/>
                  </a:cubicBezTo>
                  <a:cubicBezTo>
                    <a:pt x="658" y="7981"/>
                    <a:pt x="658" y="7897"/>
                    <a:pt x="616" y="7855"/>
                  </a:cubicBezTo>
                  <a:cubicBezTo>
                    <a:pt x="658" y="7834"/>
                    <a:pt x="679" y="7792"/>
                    <a:pt x="721" y="7771"/>
                  </a:cubicBezTo>
                  <a:close/>
                  <a:moveTo>
                    <a:pt x="8317" y="0"/>
                  </a:moveTo>
                  <a:cubicBezTo>
                    <a:pt x="8309" y="0"/>
                    <a:pt x="8301" y="3"/>
                    <a:pt x="8295" y="9"/>
                  </a:cubicBezTo>
                  <a:lnTo>
                    <a:pt x="8232" y="51"/>
                  </a:lnTo>
                  <a:cubicBezTo>
                    <a:pt x="7897" y="134"/>
                    <a:pt x="7563" y="239"/>
                    <a:pt x="7249" y="344"/>
                  </a:cubicBezTo>
                  <a:cubicBezTo>
                    <a:pt x="7209" y="344"/>
                    <a:pt x="7207" y="400"/>
                    <a:pt x="7242" y="406"/>
                  </a:cubicBezTo>
                  <a:lnTo>
                    <a:pt x="7242" y="406"/>
                  </a:lnTo>
                  <a:cubicBezTo>
                    <a:pt x="7231" y="414"/>
                    <a:pt x="7219" y="421"/>
                    <a:pt x="7207" y="427"/>
                  </a:cubicBezTo>
                  <a:cubicBezTo>
                    <a:pt x="7249" y="427"/>
                    <a:pt x="7270" y="427"/>
                    <a:pt x="7291" y="406"/>
                  </a:cubicBezTo>
                  <a:lnTo>
                    <a:pt x="7291" y="406"/>
                  </a:lnTo>
                  <a:cubicBezTo>
                    <a:pt x="7270" y="427"/>
                    <a:pt x="7270" y="448"/>
                    <a:pt x="7291" y="490"/>
                  </a:cubicBezTo>
                  <a:lnTo>
                    <a:pt x="7207" y="553"/>
                  </a:lnTo>
                  <a:lnTo>
                    <a:pt x="7186" y="595"/>
                  </a:lnTo>
                  <a:cubicBezTo>
                    <a:pt x="7186" y="532"/>
                    <a:pt x="7207" y="490"/>
                    <a:pt x="7207" y="427"/>
                  </a:cubicBezTo>
                  <a:lnTo>
                    <a:pt x="7186" y="427"/>
                  </a:lnTo>
                  <a:lnTo>
                    <a:pt x="7186" y="448"/>
                  </a:lnTo>
                  <a:cubicBezTo>
                    <a:pt x="7144" y="490"/>
                    <a:pt x="7102" y="532"/>
                    <a:pt x="7081" y="553"/>
                  </a:cubicBezTo>
                  <a:cubicBezTo>
                    <a:pt x="7102" y="490"/>
                    <a:pt x="7165" y="406"/>
                    <a:pt x="7207" y="344"/>
                  </a:cubicBezTo>
                  <a:cubicBezTo>
                    <a:pt x="7237" y="329"/>
                    <a:pt x="7224" y="314"/>
                    <a:pt x="7207" y="314"/>
                  </a:cubicBezTo>
                  <a:cubicBezTo>
                    <a:pt x="7200" y="314"/>
                    <a:pt x="7192" y="317"/>
                    <a:pt x="7186" y="323"/>
                  </a:cubicBezTo>
                  <a:cubicBezTo>
                    <a:pt x="7061" y="448"/>
                    <a:pt x="6956" y="657"/>
                    <a:pt x="6977" y="867"/>
                  </a:cubicBezTo>
                  <a:cubicBezTo>
                    <a:pt x="6977" y="971"/>
                    <a:pt x="6998" y="1076"/>
                    <a:pt x="7081" y="1139"/>
                  </a:cubicBezTo>
                  <a:lnTo>
                    <a:pt x="7102" y="1160"/>
                  </a:lnTo>
                  <a:cubicBezTo>
                    <a:pt x="6203" y="2080"/>
                    <a:pt x="5282" y="3022"/>
                    <a:pt x="4361" y="3922"/>
                  </a:cubicBezTo>
                  <a:lnTo>
                    <a:pt x="3399" y="4905"/>
                  </a:lnTo>
                  <a:cubicBezTo>
                    <a:pt x="3378" y="4884"/>
                    <a:pt x="3336" y="4842"/>
                    <a:pt x="3315" y="4842"/>
                  </a:cubicBezTo>
                  <a:cubicBezTo>
                    <a:pt x="3309" y="4836"/>
                    <a:pt x="3303" y="4834"/>
                    <a:pt x="3298" y="4834"/>
                  </a:cubicBezTo>
                  <a:cubicBezTo>
                    <a:pt x="3286" y="4834"/>
                    <a:pt x="3280" y="4848"/>
                    <a:pt x="3294" y="4863"/>
                  </a:cubicBezTo>
                  <a:cubicBezTo>
                    <a:pt x="3315" y="4905"/>
                    <a:pt x="3336" y="4926"/>
                    <a:pt x="3336" y="4947"/>
                  </a:cubicBezTo>
                  <a:lnTo>
                    <a:pt x="3232" y="5051"/>
                  </a:lnTo>
                  <a:cubicBezTo>
                    <a:pt x="3232" y="5030"/>
                    <a:pt x="3211" y="5030"/>
                    <a:pt x="3190" y="5030"/>
                  </a:cubicBezTo>
                  <a:lnTo>
                    <a:pt x="3169" y="5030"/>
                  </a:lnTo>
                  <a:cubicBezTo>
                    <a:pt x="3106" y="5051"/>
                    <a:pt x="3085" y="5114"/>
                    <a:pt x="3022" y="5135"/>
                  </a:cubicBezTo>
                  <a:cubicBezTo>
                    <a:pt x="3001" y="5156"/>
                    <a:pt x="2960" y="5198"/>
                    <a:pt x="2918" y="5219"/>
                  </a:cubicBezTo>
                  <a:cubicBezTo>
                    <a:pt x="3064" y="5051"/>
                    <a:pt x="3211" y="4926"/>
                    <a:pt x="3336" y="4779"/>
                  </a:cubicBezTo>
                  <a:cubicBezTo>
                    <a:pt x="3378" y="4738"/>
                    <a:pt x="3336" y="4738"/>
                    <a:pt x="3315" y="4738"/>
                  </a:cubicBezTo>
                  <a:cubicBezTo>
                    <a:pt x="2855" y="5156"/>
                    <a:pt x="2395" y="5616"/>
                    <a:pt x="1976" y="6077"/>
                  </a:cubicBezTo>
                  <a:cubicBezTo>
                    <a:pt x="1958" y="6095"/>
                    <a:pt x="2002" y="6144"/>
                    <a:pt x="2028" y="6144"/>
                  </a:cubicBezTo>
                  <a:cubicBezTo>
                    <a:pt x="2032" y="6144"/>
                    <a:pt x="2036" y="6142"/>
                    <a:pt x="2039" y="6139"/>
                  </a:cubicBezTo>
                  <a:cubicBezTo>
                    <a:pt x="2060" y="6098"/>
                    <a:pt x="2081" y="6077"/>
                    <a:pt x="2144" y="6056"/>
                  </a:cubicBezTo>
                  <a:lnTo>
                    <a:pt x="2227" y="6139"/>
                  </a:lnTo>
                  <a:cubicBezTo>
                    <a:pt x="1934" y="6411"/>
                    <a:pt x="1641" y="6704"/>
                    <a:pt x="1348" y="7018"/>
                  </a:cubicBezTo>
                  <a:cubicBezTo>
                    <a:pt x="1348" y="6997"/>
                    <a:pt x="1348" y="6997"/>
                    <a:pt x="1327" y="6976"/>
                  </a:cubicBezTo>
                  <a:cubicBezTo>
                    <a:pt x="1286" y="6964"/>
                    <a:pt x="1245" y="6957"/>
                    <a:pt x="1205" y="6956"/>
                  </a:cubicBezTo>
                  <a:lnTo>
                    <a:pt x="1205" y="6956"/>
                  </a:lnTo>
                  <a:cubicBezTo>
                    <a:pt x="1218" y="6966"/>
                    <a:pt x="1233" y="6976"/>
                    <a:pt x="1244" y="6976"/>
                  </a:cubicBezTo>
                  <a:cubicBezTo>
                    <a:pt x="1202" y="7018"/>
                    <a:pt x="1139" y="7081"/>
                    <a:pt x="1097" y="7144"/>
                  </a:cubicBezTo>
                  <a:cubicBezTo>
                    <a:pt x="1097" y="7123"/>
                    <a:pt x="1097" y="7123"/>
                    <a:pt x="1076" y="7123"/>
                  </a:cubicBezTo>
                  <a:lnTo>
                    <a:pt x="1035" y="7123"/>
                  </a:lnTo>
                  <a:cubicBezTo>
                    <a:pt x="1003" y="7112"/>
                    <a:pt x="972" y="7107"/>
                    <a:pt x="938" y="7107"/>
                  </a:cubicBezTo>
                  <a:cubicBezTo>
                    <a:pt x="919" y="7107"/>
                    <a:pt x="899" y="7109"/>
                    <a:pt x="878" y="7112"/>
                  </a:cubicBezTo>
                  <a:lnTo>
                    <a:pt x="878" y="7112"/>
                  </a:lnTo>
                  <a:cubicBezTo>
                    <a:pt x="881" y="7109"/>
                    <a:pt x="884" y="7106"/>
                    <a:pt x="888" y="7102"/>
                  </a:cubicBezTo>
                  <a:cubicBezTo>
                    <a:pt x="909" y="7102"/>
                    <a:pt x="930" y="7081"/>
                    <a:pt x="993" y="7081"/>
                  </a:cubicBezTo>
                  <a:cubicBezTo>
                    <a:pt x="1014" y="7081"/>
                    <a:pt x="1014" y="7081"/>
                    <a:pt x="1014" y="7039"/>
                  </a:cubicBezTo>
                  <a:cubicBezTo>
                    <a:pt x="1076" y="7018"/>
                    <a:pt x="1118" y="7018"/>
                    <a:pt x="1181" y="6997"/>
                  </a:cubicBezTo>
                  <a:cubicBezTo>
                    <a:pt x="1198" y="6997"/>
                    <a:pt x="1201" y="6983"/>
                    <a:pt x="1190" y="6955"/>
                  </a:cubicBezTo>
                  <a:lnTo>
                    <a:pt x="1190" y="6955"/>
                  </a:lnTo>
                  <a:cubicBezTo>
                    <a:pt x="1187" y="6955"/>
                    <a:pt x="1184" y="6955"/>
                    <a:pt x="1182" y="6955"/>
                  </a:cubicBezTo>
                  <a:cubicBezTo>
                    <a:pt x="1024" y="6955"/>
                    <a:pt x="875" y="7027"/>
                    <a:pt x="763" y="7123"/>
                  </a:cubicBezTo>
                  <a:cubicBezTo>
                    <a:pt x="679" y="7144"/>
                    <a:pt x="595" y="7207"/>
                    <a:pt x="553" y="7248"/>
                  </a:cubicBezTo>
                  <a:lnTo>
                    <a:pt x="511" y="7269"/>
                  </a:lnTo>
                  <a:cubicBezTo>
                    <a:pt x="488" y="7285"/>
                    <a:pt x="461" y="7298"/>
                    <a:pt x="434" y="7311"/>
                  </a:cubicBezTo>
                  <a:lnTo>
                    <a:pt x="470" y="7311"/>
                  </a:lnTo>
                  <a:lnTo>
                    <a:pt x="470" y="7332"/>
                  </a:lnTo>
                  <a:cubicBezTo>
                    <a:pt x="463" y="7325"/>
                    <a:pt x="453" y="7323"/>
                    <a:pt x="442" y="7323"/>
                  </a:cubicBezTo>
                  <a:cubicBezTo>
                    <a:pt x="429" y="7323"/>
                    <a:pt x="414" y="7326"/>
                    <a:pt x="398" y="7329"/>
                  </a:cubicBezTo>
                  <a:lnTo>
                    <a:pt x="398" y="7329"/>
                  </a:lnTo>
                  <a:cubicBezTo>
                    <a:pt x="410" y="7323"/>
                    <a:pt x="422" y="7317"/>
                    <a:pt x="434" y="7311"/>
                  </a:cubicBezTo>
                  <a:lnTo>
                    <a:pt x="386" y="7311"/>
                  </a:lnTo>
                  <a:lnTo>
                    <a:pt x="365" y="7332"/>
                  </a:lnTo>
                  <a:cubicBezTo>
                    <a:pt x="376" y="7332"/>
                    <a:pt x="387" y="7331"/>
                    <a:pt x="398" y="7329"/>
                  </a:cubicBezTo>
                  <a:lnTo>
                    <a:pt x="398" y="7329"/>
                  </a:lnTo>
                  <a:cubicBezTo>
                    <a:pt x="364" y="7346"/>
                    <a:pt x="331" y="7366"/>
                    <a:pt x="302" y="7395"/>
                  </a:cubicBezTo>
                  <a:cubicBezTo>
                    <a:pt x="281" y="7416"/>
                    <a:pt x="302" y="7437"/>
                    <a:pt x="344" y="7437"/>
                  </a:cubicBezTo>
                  <a:cubicBezTo>
                    <a:pt x="302" y="7458"/>
                    <a:pt x="260" y="7499"/>
                    <a:pt x="239" y="7520"/>
                  </a:cubicBezTo>
                  <a:cubicBezTo>
                    <a:pt x="208" y="7536"/>
                    <a:pt x="236" y="7576"/>
                    <a:pt x="261" y="7576"/>
                  </a:cubicBezTo>
                  <a:cubicBezTo>
                    <a:pt x="269" y="7576"/>
                    <a:pt x="276" y="7572"/>
                    <a:pt x="281" y="7562"/>
                  </a:cubicBezTo>
                  <a:cubicBezTo>
                    <a:pt x="365" y="7520"/>
                    <a:pt x="449" y="7458"/>
                    <a:pt x="511" y="7458"/>
                  </a:cubicBezTo>
                  <a:lnTo>
                    <a:pt x="511" y="7471"/>
                  </a:lnTo>
                  <a:lnTo>
                    <a:pt x="511" y="7471"/>
                  </a:lnTo>
                  <a:cubicBezTo>
                    <a:pt x="520" y="7471"/>
                    <a:pt x="529" y="7470"/>
                    <a:pt x="538" y="7470"/>
                  </a:cubicBezTo>
                  <a:cubicBezTo>
                    <a:pt x="585" y="7470"/>
                    <a:pt x="632" y="7481"/>
                    <a:pt x="679" y="7499"/>
                  </a:cubicBezTo>
                  <a:cubicBezTo>
                    <a:pt x="700" y="7499"/>
                    <a:pt x="721" y="7458"/>
                    <a:pt x="700" y="7437"/>
                  </a:cubicBezTo>
                  <a:cubicBezTo>
                    <a:pt x="679" y="7437"/>
                    <a:pt x="658" y="7416"/>
                    <a:pt x="658" y="7416"/>
                  </a:cubicBezTo>
                  <a:lnTo>
                    <a:pt x="679" y="7395"/>
                  </a:lnTo>
                  <a:cubicBezTo>
                    <a:pt x="721" y="7395"/>
                    <a:pt x="783" y="7416"/>
                    <a:pt x="804" y="7437"/>
                  </a:cubicBezTo>
                  <a:lnTo>
                    <a:pt x="783" y="7458"/>
                  </a:lnTo>
                  <a:cubicBezTo>
                    <a:pt x="781" y="7455"/>
                    <a:pt x="777" y="7453"/>
                    <a:pt x="773" y="7453"/>
                  </a:cubicBezTo>
                  <a:cubicBezTo>
                    <a:pt x="747" y="7453"/>
                    <a:pt x="703" y="7502"/>
                    <a:pt x="721" y="7520"/>
                  </a:cubicBezTo>
                  <a:lnTo>
                    <a:pt x="721" y="7541"/>
                  </a:lnTo>
                  <a:lnTo>
                    <a:pt x="658" y="7625"/>
                  </a:lnTo>
                  <a:cubicBezTo>
                    <a:pt x="616" y="7625"/>
                    <a:pt x="595" y="7604"/>
                    <a:pt x="574" y="7604"/>
                  </a:cubicBezTo>
                  <a:cubicBezTo>
                    <a:pt x="515" y="7545"/>
                    <a:pt x="455" y="7523"/>
                    <a:pt x="378" y="7521"/>
                  </a:cubicBezTo>
                  <a:lnTo>
                    <a:pt x="378" y="7521"/>
                  </a:lnTo>
                  <a:cubicBezTo>
                    <a:pt x="339" y="7547"/>
                    <a:pt x="302" y="7583"/>
                    <a:pt x="260" y="7625"/>
                  </a:cubicBezTo>
                  <a:cubicBezTo>
                    <a:pt x="177" y="7646"/>
                    <a:pt x="93" y="7688"/>
                    <a:pt x="72" y="7771"/>
                  </a:cubicBezTo>
                  <a:cubicBezTo>
                    <a:pt x="58" y="7786"/>
                    <a:pt x="73" y="7810"/>
                    <a:pt x="98" y="7810"/>
                  </a:cubicBezTo>
                  <a:cubicBezTo>
                    <a:pt x="109" y="7810"/>
                    <a:pt x="122" y="7805"/>
                    <a:pt x="135" y="7792"/>
                  </a:cubicBezTo>
                  <a:cubicBezTo>
                    <a:pt x="186" y="7708"/>
                    <a:pt x="291" y="7664"/>
                    <a:pt x="396" y="7662"/>
                  </a:cubicBezTo>
                  <a:lnTo>
                    <a:pt x="396" y="7662"/>
                  </a:lnTo>
                  <a:cubicBezTo>
                    <a:pt x="364" y="7671"/>
                    <a:pt x="333" y="7686"/>
                    <a:pt x="302" y="7709"/>
                  </a:cubicBezTo>
                  <a:lnTo>
                    <a:pt x="366" y="7703"/>
                  </a:lnTo>
                  <a:lnTo>
                    <a:pt x="366" y="7703"/>
                  </a:lnTo>
                  <a:cubicBezTo>
                    <a:pt x="306" y="7734"/>
                    <a:pt x="252" y="7780"/>
                    <a:pt x="198" y="7834"/>
                  </a:cubicBezTo>
                  <a:cubicBezTo>
                    <a:pt x="156" y="7855"/>
                    <a:pt x="72" y="7876"/>
                    <a:pt x="30" y="7939"/>
                  </a:cubicBezTo>
                  <a:cubicBezTo>
                    <a:pt x="1" y="7954"/>
                    <a:pt x="13" y="7968"/>
                    <a:pt x="30" y="7968"/>
                  </a:cubicBezTo>
                  <a:cubicBezTo>
                    <a:pt x="37" y="7968"/>
                    <a:pt x="45" y="7966"/>
                    <a:pt x="51" y="7960"/>
                  </a:cubicBezTo>
                  <a:cubicBezTo>
                    <a:pt x="72" y="7939"/>
                    <a:pt x="135" y="7897"/>
                    <a:pt x="177" y="7876"/>
                  </a:cubicBezTo>
                  <a:cubicBezTo>
                    <a:pt x="177" y="7876"/>
                    <a:pt x="186" y="7885"/>
                    <a:pt x="192" y="7885"/>
                  </a:cubicBezTo>
                  <a:cubicBezTo>
                    <a:pt x="195" y="7885"/>
                    <a:pt x="198" y="7883"/>
                    <a:pt x="198" y="7876"/>
                  </a:cubicBezTo>
                  <a:lnTo>
                    <a:pt x="239" y="7855"/>
                  </a:lnTo>
                  <a:cubicBezTo>
                    <a:pt x="344" y="7834"/>
                    <a:pt x="449" y="7834"/>
                    <a:pt x="511" y="7834"/>
                  </a:cubicBezTo>
                  <a:lnTo>
                    <a:pt x="449" y="7897"/>
                  </a:lnTo>
                  <a:cubicBezTo>
                    <a:pt x="407" y="7939"/>
                    <a:pt x="470" y="7960"/>
                    <a:pt x="491" y="7960"/>
                  </a:cubicBezTo>
                  <a:lnTo>
                    <a:pt x="574" y="7876"/>
                  </a:lnTo>
                  <a:cubicBezTo>
                    <a:pt x="595" y="7939"/>
                    <a:pt x="595" y="7981"/>
                    <a:pt x="616" y="8043"/>
                  </a:cubicBezTo>
                  <a:cubicBezTo>
                    <a:pt x="616" y="8106"/>
                    <a:pt x="595" y="8211"/>
                    <a:pt x="574" y="8295"/>
                  </a:cubicBezTo>
                  <a:lnTo>
                    <a:pt x="574" y="8274"/>
                  </a:lnTo>
                  <a:cubicBezTo>
                    <a:pt x="574" y="8263"/>
                    <a:pt x="569" y="8258"/>
                    <a:pt x="559" y="8258"/>
                  </a:cubicBezTo>
                  <a:cubicBezTo>
                    <a:pt x="548" y="8258"/>
                    <a:pt x="532" y="8263"/>
                    <a:pt x="511" y="8274"/>
                  </a:cubicBezTo>
                  <a:cubicBezTo>
                    <a:pt x="491" y="8378"/>
                    <a:pt x="470" y="8504"/>
                    <a:pt x="386" y="8588"/>
                  </a:cubicBezTo>
                  <a:cubicBezTo>
                    <a:pt x="386" y="8608"/>
                    <a:pt x="407" y="8608"/>
                    <a:pt x="407" y="8608"/>
                  </a:cubicBezTo>
                  <a:cubicBezTo>
                    <a:pt x="470" y="8525"/>
                    <a:pt x="491" y="8483"/>
                    <a:pt x="511" y="8399"/>
                  </a:cubicBezTo>
                  <a:lnTo>
                    <a:pt x="553" y="8399"/>
                  </a:lnTo>
                  <a:cubicBezTo>
                    <a:pt x="553" y="8399"/>
                    <a:pt x="553" y="8378"/>
                    <a:pt x="574" y="8378"/>
                  </a:cubicBezTo>
                  <a:cubicBezTo>
                    <a:pt x="588" y="8361"/>
                    <a:pt x="601" y="8343"/>
                    <a:pt x="611" y="8325"/>
                  </a:cubicBezTo>
                  <a:lnTo>
                    <a:pt x="611" y="8325"/>
                  </a:lnTo>
                  <a:cubicBezTo>
                    <a:pt x="595" y="8361"/>
                    <a:pt x="593" y="8380"/>
                    <a:pt x="574" y="8399"/>
                  </a:cubicBezTo>
                  <a:cubicBezTo>
                    <a:pt x="560" y="8414"/>
                    <a:pt x="575" y="8438"/>
                    <a:pt x="586" y="8438"/>
                  </a:cubicBezTo>
                  <a:cubicBezTo>
                    <a:pt x="591" y="8438"/>
                    <a:pt x="595" y="8433"/>
                    <a:pt x="595" y="8420"/>
                  </a:cubicBezTo>
                  <a:cubicBezTo>
                    <a:pt x="616" y="8378"/>
                    <a:pt x="679" y="8315"/>
                    <a:pt x="700" y="8274"/>
                  </a:cubicBezTo>
                  <a:cubicBezTo>
                    <a:pt x="700" y="8288"/>
                    <a:pt x="710" y="8303"/>
                    <a:pt x="731" y="8303"/>
                  </a:cubicBezTo>
                  <a:cubicBezTo>
                    <a:pt x="740" y="8303"/>
                    <a:pt x="750" y="8301"/>
                    <a:pt x="763" y="8295"/>
                  </a:cubicBezTo>
                  <a:cubicBezTo>
                    <a:pt x="804" y="8253"/>
                    <a:pt x="825" y="8169"/>
                    <a:pt x="867" y="8085"/>
                  </a:cubicBezTo>
                  <a:cubicBezTo>
                    <a:pt x="867" y="8085"/>
                    <a:pt x="867" y="8064"/>
                    <a:pt x="888" y="8064"/>
                  </a:cubicBezTo>
                  <a:lnTo>
                    <a:pt x="972" y="7981"/>
                  </a:lnTo>
                  <a:lnTo>
                    <a:pt x="972" y="7981"/>
                  </a:lnTo>
                  <a:cubicBezTo>
                    <a:pt x="930" y="8043"/>
                    <a:pt x="909" y="8064"/>
                    <a:pt x="867" y="8106"/>
                  </a:cubicBezTo>
                  <a:cubicBezTo>
                    <a:pt x="825" y="8148"/>
                    <a:pt x="867" y="8169"/>
                    <a:pt x="888" y="8169"/>
                  </a:cubicBezTo>
                  <a:cubicBezTo>
                    <a:pt x="972" y="8106"/>
                    <a:pt x="1014" y="8064"/>
                    <a:pt x="1035" y="7981"/>
                  </a:cubicBezTo>
                  <a:cubicBezTo>
                    <a:pt x="1076" y="7855"/>
                    <a:pt x="1097" y="7855"/>
                    <a:pt x="1097" y="7834"/>
                  </a:cubicBezTo>
                  <a:cubicBezTo>
                    <a:pt x="1118" y="7771"/>
                    <a:pt x="1139" y="7730"/>
                    <a:pt x="1139" y="7667"/>
                  </a:cubicBezTo>
                  <a:lnTo>
                    <a:pt x="1202" y="7625"/>
                  </a:lnTo>
                  <a:lnTo>
                    <a:pt x="1244" y="7562"/>
                  </a:lnTo>
                  <a:lnTo>
                    <a:pt x="1286" y="7562"/>
                  </a:lnTo>
                  <a:cubicBezTo>
                    <a:pt x="1348" y="7416"/>
                    <a:pt x="1411" y="7248"/>
                    <a:pt x="1453" y="7060"/>
                  </a:cubicBezTo>
                  <a:cubicBezTo>
                    <a:pt x="1453" y="7045"/>
                    <a:pt x="1443" y="7030"/>
                    <a:pt x="1436" y="7030"/>
                  </a:cubicBezTo>
                  <a:cubicBezTo>
                    <a:pt x="1434" y="7030"/>
                    <a:pt x="1432" y="7033"/>
                    <a:pt x="1432" y="7039"/>
                  </a:cubicBezTo>
                  <a:cubicBezTo>
                    <a:pt x="1432" y="7039"/>
                    <a:pt x="1432" y="7018"/>
                    <a:pt x="1411" y="7018"/>
                  </a:cubicBezTo>
                  <a:cubicBezTo>
                    <a:pt x="1704" y="6725"/>
                    <a:pt x="1976" y="6453"/>
                    <a:pt x="2269" y="6181"/>
                  </a:cubicBezTo>
                  <a:lnTo>
                    <a:pt x="2290" y="6202"/>
                  </a:lnTo>
                  <a:cubicBezTo>
                    <a:pt x="2302" y="6208"/>
                    <a:pt x="2313" y="6211"/>
                    <a:pt x="2321" y="6211"/>
                  </a:cubicBezTo>
                  <a:cubicBezTo>
                    <a:pt x="2340" y="6211"/>
                    <a:pt x="2347" y="6196"/>
                    <a:pt x="2332" y="6181"/>
                  </a:cubicBezTo>
                  <a:lnTo>
                    <a:pt x="2290" y="6160"/>
                  </a:lnTo>
                  <a:cubicBezTo>
                    <a:pt x="2353" y="6098"/>
                    <a:pt x="2395" y="6056"/>
                    <a:pt x="2457" y="6035"/>
                  </a:cubicBezTo>
                  <a:cubicBezTo>
                    <a:pt x="2457" y="6050"/>
                    <a:pt x="2478" y="6064"/>
                    <a:pt x="2505" y="6064"/>
                  </a:cubicBezTo>
                  <a:cubicBezTo>
                    <a:pt x="2517" y="6064"/>
                    <a:pt x="2529" y="6062"/>
                    <a:pt x="2541" y="6056"/>
                  </a:cubicBezTo>
                  <a:cubicBezTo>
                    <a:pt x="2562" y="6035"/>
                    <a:pt x="2583" y="5993"/>
                    <a:pt x="2646" y="5972"/>
                  </a:cubicBezTo>
                  <a:lnTo>
                    <a:pt x="2667" y="5972"/>
                  </a:lnTo>
                  <a:cubicBezTo>
                    <a:pt x="2562" y="6077"/>
                    <a:pt x="2457" y="6202"/>
                    <a:pt x="2353" y="6307"/>
                  </a:cubicBezTo>
                  <a:cubicBezTo>
                    <a:pt x="2337" y="6337"/>
                    <a:pt x="2345" y="6357"/>
                    <a:pt x="2358" y="6357"/>
                  </a:cubicBezTo>
                  <a:cubicBezTo>
                    <a:pt x="2362" y="6357"/>
                    <a:pt x="2368" y="6354"/>
                    <a:pt x="2374" y="6349"/>
                  </a:cubicBezTo>
                  <a:cubicBezTo>
                    <a:pt x="2604" y="6139"/>
                    <a:pt x="2813" y="5930"/>
                    <a:pt x="3064" y="5700"/>
                  </a:cubicBezTo>
                  <a:cubicBezTo>
                    <a:pt x="3169" y="5637"/>
                    <a:pt x="3232" y="5533"/>
                    <a:pt x="3336" y="5449"/>
                  </a:cubicBezTo>
                  <a:cubicBezTo>
                    <a:pt x="3336" y="5428"/>
                    <a:pt x="3378" y="5428"/>
                    <a:pt x="3378" y="5386"/>
                  </a:cubicBezTo>
                  <a:cubicBezTo>
                    <a:pt x="3441" y="5323"/>
                    <a:pt x="3504" y="5240"/>
                    <a:pt x="3587" y="5156"/>
                  </a:cubicBezTo>
                  <a:cubicBezTo>
                    <a:pt x="3587" y="5156"/>
                    <a:pt x="3608" y="5156"/>
                    <a:pt x="3608" y="5135"/>
                  </a:cubicBezTo>
                  <a:cubicBezTo>
                    <a:pt x="3629" y="5114"/>
                    <a:pt x="3650" y="5072"/>
                    <a:pt x="3650" y="5051"/>
                  </a:cubicBezTo>
                  <a:cubicBezTo>
                    <a:pt x="3680" y="5037"/>
                    <a:pt x="3667" y="5022"/>
                    <a:pt x="3650" y="5022"/>
                  </a:cubicBezTo>
                  <a:cubicBezTo>
                    <a:pt x="3643" y="5022"/>
                    <a:pt x="3635" y="5024"/>
                    <a:pt x="3629" y="5030"/>
                  </a:cubicBezTo>
                  <a:lnTo>
                    <a:pt x="3587" y="5093"/>
                  </a:lnTo>
                  <a:cubicBezTo>
                    <a:pt x="3545" y="5051"/>
                    <a:pt x="3524" y="5010"/>
                    <a:pt x="3504" y="4968"/>
                  </a:cubicBezTo>
                  <a:lnTo>
                    <a:pt x="4466" y="4005"/>
                  </a:lnTo>
                  <a:cubicBezTo>
                    <a:pt x="5387" y="3085"/>
                    <a:pt x="6328" y="2185"/>
                    <a:pt x="7249" y="1264"/>
                  </a:cubicBezTo>
                  <a:lnTo>
                    <a:pt x="7291" y="1264"/>
                  </a:lnTo>
                  <a:cubicBezTo>
                    <a:pt x="7378" y="1355"/>
                    <a:pt x="7464" y="1393"/>
                    <a:pt x="7549" y="1393"/>
                  </a:cubicBezTo>
                  <a:cubicBezTo>
                    <a:pt x="7953" y="1393"/>
                    <a:pt x="8302" y="512"/>
                    <a:pt x="8337" y="218"/>
                  </a:cubicBezTo>
                  <a:lnTo>
                    <a:pt x="8337" y="197"/>
                  </a:lnTo>
                  <a:lnTo>
                    <a:pt x="8337" y="155"/>
                  </a:lnTo>
                  <a:cubicBezTo>
                    <a:pt x="8337" y="134"/>
                    <a:pt x="8337" y="134"/>
                    <a:pt x="8316" y="113"/>
                  </a:cubicBezTo>
                  <a:cubicBezTo>
                    <a:pt x="8337" y="113"/>
                    <a:pt x="8337" y="113"/>
                    <a:pt x="8358" y="93"/>
                  </a:cubicBezTo>
                  <a:cubicBezTo>
                    <a:pt x="8400" y="93"/>
                    <a:pt x="8400" y="30"/>
                    <a:pt x="8358" y="30"/>
                  </a:cubicBezTo>
                  <a:cubicBezTo>
                    <a:pt x="8358" y="15"/>
                    <a:pt x="8337" y="0"/>
                    <a:pt x="8317"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05" name="Google Shape;5005;p49"/>
            <p:cNvSpPr/>
            <p:nvPr/>
          </p:nvSpPr>
          <p:spPr>
            <a:xfrm>
              <a:off x="6081500" y="783700"/>
              <a:ext cx="13625" cy="4200"/>
            </a:xfrm>
            <a:custGeom>
              <a:avLst/>
              <a:gdLst/>
              <a:ahLst/>
              <a:cxnLst/>
              <a:rect l="l" t="t" r="r" b="b"/>
              <a:pathLst>
                <a:path w="545" h="168" extrusionOk="0">
                  <a:moveTo>
                    <a:pt x="22" y="0"/>
                  </a:moveTo>
                  <a:cubicBezTo>
                    <a:pt x="1" y="21"/>
                    <a:pt x="1" y="63"/>
                    <a:pt x="22" y="63"/>
                  </a:cubicBezTo>
                  <a:cubicBezTo>
                    <a:pt x="189" y="63"/>
                    <a:pt x="336" y="126"/>
                    <a:pt x="503" y="168"/>
                  </a:cubicBezTo>
                  <a:cubicBezTo>
                    <a:pt x="524" y="168"/>
                    <a:pt x="545" y="147"/>
                    <a:pt x="524" y="126"/>
                  </a:cubicBezTo>
                  <a:cubicBezTo>
                    <a:pt x="377" y="42"/>
                    <a:pt x="210" y="0"/>
                    <a:pt x="22"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06" name="Google Shape;5006;p49"/>
            <p:cNvSpPr/>
            <p:nvPr/>
          </p:nvSpPr>
          <p:spPr>
            <a:xfrm>
              <a:off x="5881675" y="584200"/>
              <a:ext cx="209725" cy="215950"/>
            </a:xfrm>
            <a:custGeom>
              <a:avLst/>
              <a:gdLst/>
              <a:ahLst/>
              <a:cxnLst/>
              <a:rect l="l" t="t" r="r" b="b"/>
              <a:pathLst>
                <a:path w="8389" h="8638" extrusionOk="0">
                  <a:moveTo>
                    <a:pt x="315" y="301"/>
                  </a:moveTo>
                  <a:cubicBezTo>
                    <a:pt x="419" y="343"/>
                    <a:pt x="482" y="364"/>
                    <a:pt x="566" y="385"/>
                  </a:cubicBezTo>
                  <a:lnTo>
                    <a:pt x="378" y="385"/>
                  </a:lnTo>
                  <a:lnTo>
                    <a:pt x="315" y="301"/>
                  </a:lnTo>
                  <a:close/>
                  <a:moveTo>
                    <a:pt x="852" y="356"/>
                  </a:moveTo>
                  <a:cubicBezTo>
                    <a:pt x="921" y="367"/>
                    <a:pt x="992" y="378"/>
                    <a:pt x="1057" y="389"/>
                  </a:cubicBezTo>
                  <a:lnTo>
                    <a:pt x="1057" y="389"/>
                  </a:lnTo>
                  <a:cubicBezTo>
                    <a:pt x="1048" y="396"/>
                    <a:pt x="1052" y="416"/>
                    <a:pt x="1068" y="448"/>
                  </a:cubicBezTo>
                  <a:cubicBezTo>
                    <a:pt x="1005" y="406"/>
                    <a:pt x="963" y="406"/>
                    <a:pt x="901" y="385"/>
                  </a:cubicBezTo>
                  <a:cubicBezTo>
                    <a:pt x="890" y="374"/>
                    <a:pt x="874" y="364"/>
                    <a:pt x="852" y="356"/>
                  </a:cubicBezTo>
                  <a:close/>
                  <a:moveTo>
                    <a:pt x="210" y="364"/>
                  </a:moveTo>
                  <a:lnTo>
                    <a:pt x="252" y="406"/>
                  </a:lnTo>
                  <a:cubicBezTo>
                    <a:pt x="252" y="406"/>
                    <a:pt x="252" y="448"/>
                    <a:pt x="273" y="448"/>
                  </a:cubicBezTo>
                  <a:lnTo>
                    <a:pt x="315" y="448"/>
                  </a:lnTo>
                  <a:lnTo>
                    <a:pt x="357" y="490"/>
                  </a:lnTo>
                  <a:cubicBezTo>
                    <a:pt x="357" y="490"/>
                    <a:pt x="336" y="490"/>
                    <a:pt x="336" y="511"/>
                  </a:cubicBezTo>
                  <a:lnTo>
                    <a:pt x="315" y="511"/>
                  </a:lnTo>
                  <a:cubicBezTo>
                    <a:pt x="273" y="469"/>
                    <a:pt x="231" y="406"/>
                    <a:pt x="210" y="364"/>
                  </a:cubicBezTo>
                  <a:close/>
                  <a:moveTo>
                    <a:pt x="357" y="594"/>
                  </a:moveTo>
                  <a:lnTo>
                    <a:pt x="357" y="594"/>
                  </a:lnTo>
                  <a:cubicBezTo>
                    <a:pt x="357" y="594"/>
                    <a:pt x="419" y="615"/>
                    <a:pt x="440" y="678"/>
                  </a:cubicBezTo>
                  <a:cubicBezTo>
                    <a:pt x="440" y="699"/>
                    <a:pt x="461" y="699"/>
                    <a:pt x="461" y="720"/>
                  </a:cubicBezTo>
                  <a:lnTo>
                    <a:pt x="461" y="762"/>
                  </a:lnTo>
                  <a:cubicBezTo>
                    <a:pt x="461" y="762"/>
                    <a:pt x="440" y="762"/>
                    <a:pt x="440" y="783"/>
                  </a:cubicBezTo>
                  <a:cubicBezTo>
                    <a:pt x="419" y="720"/>
                    <a:pt x="378" y="657"/>
                    <a:pt x="357" y="594"/>
                  </a:cubicBezTo>
                  <a:close/>
                  <a:moveTo>
                    <a:pt x="1089" y="594"/>
                  </a:moveTo>
                  <a:cubicBezTo>
                    <a:pt x="1110" y="594"/>
                    <a:pt x="1152" y="594"/>
                    <a:pt x="1173" y="615"/>
                  </a:cubicBezTo>
                  <a:cubicBezTo>
                    <a:pt x="1173" y="678"/>
                    <a:pt x="1194" y="720"/>
                    <a:pt x="1194" y="783"/>
                  </a:cubicBezTo>
                  <a:lnTo>
                    <a:pt x="1173" y="762"/>
                  </a:lnTo>
                  <a:lnTo>
                    <a:pt x="1089" y="678"/>
                  </a:lnTo>
                  <a:cubicBezTo>
                    <a:pt x="1110" y="657"/>
                    <a:pt x="1110" y="615"/>
                    <a:pt x="1089" y="594"/>
                  </a:cubicBezTo>
                  <a:close/>
                  <a:moveTo>
                    <a:pt x="1068" y="804"/>
                  </a:moveTo>
                  <a:cubicBezTo>
                    <a:pt x="1068" y="804"/>
                    <a:pt x="1068" y="824"/>
                    <a:pt x="1089" y="866"/>
                  </a:cubicBezTo>
                  <a:cubicBezTo>
                    <a:pt x="1068" y="866"/>
                    <a:pt x="1068" y="866"/>
                    <a:pt x="1047" y="824"/>
                  </a:cubicBezTo>
                  <a:lnTo>
                    <a:pt x="1005" y="804"/>
                  </a:lnTo>
                  <a:close/>
                  <a:moveTo>
                    <a:pt x="524" y="908"/>
                  </a:moveTo>
                  <a:cubicBezTo>
                    <a:pt x="535" y="919"/>
                    <a:pt x="535" y="924"/>
                    <a:pt x="532" y="924"/>
                  </a:cubicBezTo>
                  <a:cubicBezTo>
                    <a:pt x="529" y="924"/>
                    <a:pt x="524" y="919"/>
                    <a:pt x="524" y="908"/>
                  </a:cubicBezTo>
                  <a:close/>
                  <a:moveTo>
                    <a:pt x="1005" y="929"/>
                  </a:moveTo>
                  <a:cubicBezTo>
                    <a:pt x="1047" y="929"/>
                    <a:pt x="1047" y="929"/>
                    <a:pt x="1068" y="971"/>
                  </a:cubicBezTo>
                  <a:lnTo>
                    <a:pt x="1089" y="971"/>
                  </a:lnTo>
                  <a:lnTo>
                    <a:pt x="1110" y="992"/>
                  </a:lnTo>
                  <a:cubicBezTo>
                    <a:pt x="1099" y="1002"/>
                    <a:pt x="1089" y="1008"/>
                    <a:pt x="1079" y="1008"/>
                  </a:cubicBezTo>
                  <a:cubicBezTo>
                    <a:pt x="1068" y="1008"/>
                    <a:pt x="1058" y="1002"/>
                    <a:pt x="1047" y="992"/>
                  </a:cubicBezTo>
                  <a:lnTo>
                    <a:pt x="1005" y="971"/>
                  </a:lnTo>
                  <a:lnTo>
                    <a:pt x="1005" y="929"/>
                  </a:lnTo>
                  <a:close/>
                  <a:moveTo>
                    <a:pt x="1277" y="720"/>
                  </a:moveTo>
                  <a:lnTo>
                    <a:pt x="1277" y="720"/>
                  </a:lnTo>
                  <a:cubicBezTo>
                    <a:pt x="1298" y="783"/>
                    <a:pt x="1319" y="804"/>
                    <a:pt x="1319" y="866"/>
                  </a:cubicBezTo>
                  <a:cubicBezTo>
                    <a:pt x="1361" y="908"/>
                    <a:pt x="1361" y="971"/>
                    <a:pt x="1319" y="1013"/>
                  </a:cubicBezTo>
                  <a:cubicBezTo>
                    <a:pt x="1298" y="1096"/>
                    <a:pt x="1277" y="1138"/>
                    <a:pt x="1256" y="1222"/>
                  </a:cubicBezTo>
                  <a:lnTo>
                    <a:pt x="1173" y="1138"/>
                  </a:lnTo>
                  <a:cubicBezTo>
                    <a:pt x="1215" y="1117"/>
                    <a:pt x="1256" y="1034"/>
                    <a:pt x="1256" y="992"/>
                  </a:cubicBezTo>
                  <a:cubicBezTo>
                    <a:pt x="1298" y="908"/>
                    <a:pt x="1298" y="824"/>
                    <a:pt x="1277" y="720"/>
                  </a:cubicBezTo>
                  <a:close/>
                  <a:moveTo>
                    <a:pt x="1018" y="1234"/>
                  </a:moveTo>
                  <a:cubicBezTo>
                    <a:pt x="1028" y="1234"/>
                    <a:pt x="1040" y="1235"/>
                    <a:pt x="1055" y="1239"/>
                  </a:cubicBezTo>
                  <a:lnTo>
                    <a:pt x="1055" y="1239"/>
                  </a:lnTo>
                  <a:cubicBezTo>
                    <a:pt x="1028" y="1242"/>
                    <a:pt x="988" y="1288"/>
                    <a:pt x="1005" y="1306"/>
                  </a:cubicBezTo>
                  <a:lnTo>
                    <a:pt x="984" y="1306"/>
                  </a:lnTo>
                  <a:lnTo>
                    <a:pt x="984" y="1285"/>
                  </a:lnTo>
                  <a:cubicBezTo>
                    <a:pt x="984" y="1285"/>
                    <a:pt x="984" y="1243"/>
                    <a:pt x="963" y="1243"/>
                  </a:cubicBezTo>
                  <a:cubicBezTo>
                    <a:pt x="977" y="1243"/>
                    <a:pt x="991" y="1234"/>
                    <a:pt x="1018" y="1234"/>
                  </a:cubicBezTo>
                  <a:close/>
                  <a:moveTo>
                    <a:pt x="984" y="1389"/>
                  </a:moveTo>
                  <a:cubicBezTo>
                    <a:pt x="979" y="1392"/>
                    <a:pt x="972" y="1394"/>
                    <a:pt x="965" y="1394"/>
                  </a:cubicBezTo>
                  <a:cubicBezTo>
                    <a:pt x="958" y="1394"/>
                    <a:pt x="950" y="1392"/>
                    <a:pt x="942" y="1391"/>
                  </a:cubicBezTo>
                  <a:lnTo>
                    <a:pt x="942" y="1391"/>
                  </a:lnTo>
                  <a:cubicBezTo>
                    <a:pt x="906" y="1405"/>
                    <a:pt x="871" y="1412"/>
                    <a:pt x="835" y="1412"/>
                  </a:cubicBezTo>
                  <a:cubicBezTo>
                    <a:pt x="834" y="1412"/>
                    <a:pt x="833" y="1412"/>
                    <a:pt x="832" y="1412"/>
                  </a:cubicBezTo>
                  <a:lnTo>
                    <a:pt x="832" y="1412"/>
                  </a:lnTo>
                  <a:cubicBezTo>
                    <a:pt x="860" y="1421"/>
                    <a:pt x="889" y="1425"/>
                    <a:pt x="916" y="1425"/>
                  </a:cubicBezTo>
                  <a:cubicBezTo>
                    <a:pt x="963" y="1425"/>
                    <a:pt x="1008" y="1413"/>
                    <a:pt x="1047" y="1389"/>
                  </a:cubicBezTo>
                  <a:close/>
                  <a:moveTo>
                    <a:pt x="5023" y="5177"/>
                  </a:moveTo>
                  <a:cubicBezTo>
                    <a:pt x="5044" y="5197"/>
                    <a:pt x="5085" y="5218"/>
                    <a:pt x="5127" y="5281"/>
                  </a:cubicBezTo>
                  <a:lnTo>
                    <a:pt x="5127" y="5386"/>
                  </a:lnTo>
                  <a:cubicBezTo>
                    <a:pt x="5085" y="5407"/>
                    <a:pt x="5085" y="5428"/>
                    <a:pt x="5127" y="5428"/>
                  </a:cubicBezTo>
                  <a:cubicBezTo>
                    <a:pt x="5127" y="5469"/>
                    <a:pt x="5148" y="5469"/>
                    <a:pt x="5169" y="5490"/>
                  </a:cubicBezTo>
                  <a:lnTo>
                    <a:pt x="5148" y="5490"/>
                  </a:lnTo>
                  <a:cubicBezTo>
                    <a:pt x="5064" y="5407"/>
                    <a:pt x="4981" y="5365"/>
                    <a:pt x="4939" y="5281"/>
                  </a:cubicBezTo>
                  <a:cubicBezTo>
                    <a:pt x="4960" y="5218"/>
                    <a:pt x="4981" y="5197"/>
                    <a:pt x="5023" y="5177"/>
                  </a:cubicBezTo>
                  <a:close/>
                  <a:moveTo>
                    <a:pt x="5441" y="5407"/>
                  </a:moveTo>
                  <a:lnTo>
                    <a:pt x="5441" y="5407"/>
                  </a:lnTo>
                  <a:cubicBezTo>
                    <a:pt x="5588" y="5532"/>
                    <a:pt x="5755" y="5679"/>
                    <a:pt x="5881" y="5804"/>
                  </a:cubicBezTo>
                  <a:cubicBezTo>
                    <a:pt x="5901" y="5825"/>
                    <a:pt x="5922" y="5846"/>
                    <a:pt x="5964" y="5909"/>
                  </a:cubicBezTo>
                  <a:cubicBezTo>
                    <a:pt x="5901" y="5846"/>
                    <a:pt x="5881" y="5846"/>
                    <a:pt x="5860" y="5825"/>
                  </a:cubicBezTo>
                  <a:lnTo>
                    <a:pt x="5441" y="5407"/>
                  </a:lnTo>
                  <a:close/>
                  <a:moveTo>
                    <a:pt x="6227" y="6067"/>
                  </a:moveTo>
                  <a:lnTo>
                    <a:pt x="6173" y="6139"/>
                  </a:lnTo>
                  <a:cubicBezTo>
                    <a:pt x="6184" y="6150"/>
                    <a:pt x="6194" y="6162"/>
                    <a:pt x="6205" y="6173"/>
                  </a:cubicBezTo>
                  <a:lnTo>
                    <a:pt x="6205" y="6173"/>
                  </a:lnTo>
                  <a:lnTo>
                    <a:pt x="6278" y="6118"/>
                  </a:lnTo>
                  <a:lnTo>
                    <a:pt x="6227" y="6067"/>
                  </a:lnTo>
                  <a:close/>
                  <a:moveTo>
                    <a:pt x="7722" y="7269"/>
                  </a:moveTo>
                  <a:cubicBezTo>
                    <a:pt x="7764" y="7269"/>
                    <a:pt x="7785" y="7290"/>
                    <a:pt x="7805" y="7311"/>
                  </a:cubicBezTo>
                  <a:cubicBezTo>
                    <a:pt x="7785" y="7311"/>
                    <a:pt x="7764" y="7290"/>
                    <a:pt x="7764" y="7290"/>
                  </a:cubicBezTo>
                  <a:lnTo>
                    <a:pt x="7722" y="7269"/>
                  </a:lnTo>
                  <a:close/>
                  <a:moveTo>
                    <a:pt x="7224" y="7125"/>
                  </a:moveTo>
                  <a:cubicBezTo>
                    <a:pt x="7236" y="7125"/>
                    <a:pt x="7249" y="7130"/>
                    <a:pt x="7261" y="7143"/>
                  </a:cubicBezTo>
                  <a:cubicBezTo>
                    <a:pt x="7241" y="7143"/>
                    <a:pt x="7241" y="7164"/>
                    <a:pt x="7261" y="7185"/>
                  </a:cubicBezTo>
                  <a:cubicBezTo>
                    <a:pt x="7324" y="7206"/>
                    <a:pt x="7366" y="7206"/>
                    <a:pt x="7429" y="7248"/>
                  </a:cubicBezTo>
                  <a:cubicBezTo>
                    <a:pt x="7429" y="7248"/>
                    <a:pt x="7429" y="7269"/>
                    <a:pt x="7450" y="7269"/>
                  </a:cubicBezTo>
                  <a:cubicBezTo>
                    <a:pt x="7471" y="7269"/>
                    <a:pt x="7492" y="7290"/>
                    <a:pt x="7554" y="7290"/>
                  </a:cubicBezTo>
                  <a:cubicBezTo>
                    <a:pt x="7575" y="7290"/>
                    <a:pt x="7575" y="7290"/>
                    <a:pt x="7596" y="7311"/>
                  </a:cubicBezTo>
                  <a:lnTo>
                    <a:pt x="7366" y="7311"/>
                  </a:lnTo>
                  <a:cubicBezTo>
                    <a:pt x="7345" y="7311"/>
                    <a:pt x="7345" y="7332"/>
                    <a:pt x="7345" y="7332"/>
                  </a:cubicBezTo>
                  <a:cubicBezTo>
                    <a:pt x="7282" y="7290"/>
                    <a:pt x="7241" y="7206"/>
                    <a:pt x="7157" y="7164"/>
                  </a:cubicBezTo>
                  <a:lnTo>
                    <a:pt x="7178" y="7164"/>
                  </a:lnTo>
                  <a:cubicBezTo>
                    <a:pt x="7178" y="7150"/>
                    <a:pt x="7198" y="7125"/>
                    <a:pt x="7224" y="7125"/>
                  </a:cubicBezTo>
                  <a:close/>
                  <a:moveTo>
                    <a:pt x="7524" y="7313"/>
                  </a:moveTo>
                  <a:lnTo>
                    <a:pt x="7524" y="7313"/>
                  </a:lnTo>
                  <a:cubicBezTo>
                    <a:pt x="7592" y="7322"/>
                    <a:pt x="7647" y="7358"/>
                    <a:pt x="7701" y="7394"/>
                  </a:cubicBezTo>
                  <a:cubicBezTo>
                    <a:pt x="7659" y="7374"/>
                    <a:pt x="7596" y="7353"/>
                    <a:pt x="7554" y="7353"/>
                  </a:cubicBezTo>
                  <a:cubicBezTo>
                    <a:pt x="7541" y="7326"/>
                    <a:pt x="7536" y="7317"/>
                    <a:pt x="7524" y="7313"/>
                  </a:cubicBezTo>
                  <a:close/>
                  <a:moveTo>
                    <a:pt x="7220" y="7374"/>
                  </a:moveTo>
                  <a:cubicBezTo>
                    <a:pt x="7261" y="7374"/>
                    <a:pt x="7261" y="7394"/>
                    <a:pt x="7261" y="7394"/>
                  </a:cubicBezTo>
                  <a:lnTo>
                    <a:pt x="7241" y="7415"/>
                  </a:lnTo>
                  <a:lnTo>
                    <a:pt x="7241" y="7436"/>
                  </a:lnTo>
                  <a:cubicBezTo>
                    <a:pt x="7220" y="7415"/>
                    <a:pt x="7220" y="7394"/>
                    <a:pt x="7178" y="7374"/>
                  </a:cubicBezTo>
                  <a:close/>
                  <a:moveTo>
                    <a:pt x="7785" y="7457"/>
                  </a:moveTo>
                  <a:lnTo>
                    <a:pt x="7805" y="7478"/>
                  </a:lnTo>
                  <a:lnTo>
                    <a:pt x="7764" y="7478"/>
                  </a:lnTo>
                  <a:cubicBezTo>
                    <a:pt x="7764" y="7457"/>
                    <a:pt x="7785" y="7457"/>
                    <a:pt x="7785" y="7457"/>
                  </a:cubicBezTo>
                  <a:close/>
                  <a:moveTo>
                    <a:pt x="8015" y="7478"/>
                  </a:moveTo>
                  <a:cubicBezTo>
                    <a:pt x="8015" y="7478"/>
                    <a:pt x="8057" y="7478"/>
                    <a:pt x="8057" y="7499"/>
                  </a:cubicBezTo>
                  <a:cubicBezTo>
                    <a:pt x="7994" y="7499"/>
                    <a:pt x="7973" y="7478"/>
                    <a:pt x="7952" y="7478"/>
                  </a:cubicBezTo>
                  <a:close/>
                  <a:moveTo>
                    <a:pt x="7366" y="7374"/>
                  </a:moveTo>
                  <a:cubicBezTo>
                    <a:pt x="7429" y="7374"/>
                    <a:pt x="7471" y="7374"/>
                    <a:pt x="7492" y="7394"/>
                  </a:cubicBezTo>
                  <a:cubicBezTo>
                    <a:pt x="7533" y="7415"/>
                    <a:pt x="7575" y="7415"/>
                    <a:pt x="7596" y="7457"/>
                  </a:cubicBezTo>
                  <a:lnTo>
                    <a:pt x="7533" y="7520"/>
                  </a:lnTo>
                  <a:lnTo>
                    <a:pt x="7366" y="7374"/>
                  </a:lnTo>
                  <a:close/>
                  <a:moveTo>
                    <a:pt x="7680" y="7499"/>
                  </a:moveTo>
                  <a:cubicBezTo>
                    <a:pt x="7659" y="7499"/>
                    <a:pt x="7596" y="7520"/>
                    <a:pt x="7575" y="7562"/>
                  </a:cubicBezTo>
                  <a:cubicBezTo>
                    <a:pt x="7596" y="7520"/>
                    <a:pt x="7638" y="7499"/>
                    <a:pt x="7680" y="7499"/>
                  </a:cubicBezTo>
                  <a:close/>
                  <a:moveTo>
                    <a:pt x="7847" y="7562"/>
                  </a:moveTo>
                  <a:cubicBezTo>
                    <a:pt x="7847" y="7562"/>
                    <a:pt x="7868" y="7562"/>
                    <a:pt x="7889" y="7583"/>
                  </a:cubicBezTo>
                  <a:lnTo>
                    <a:pt x="7847" y="7583"/>
                  </a:lnTo>
                  <a:lnTo>
                    <a:pt x="7847" y="7562"/>
                  </a:lnTo>
                  <a:close/>
                  <a:moveTo>
                    <a:pt x="7324" y="7478"/>
                  </a:moveTo>
                  <a:lnTo>
                    <a:pt x="7324" y="7478"/>
                  </a:lnTo>
                  <a:cubicBezTo>
                    <a:pt x="7366" y="7520"/>
                    <a:pt x="7429" y="7562"/>
                    <a:pt x="7450" y="7604"/>
                  </a:cubicBezTo>
                  <a:lnTo>
                    <a:pt x="7387" y="7666"/>
                  </a:lnTo>
                  <a:lnTo>
                    <a:pt x="7366" y="7625"/>
                  </a:lnTo>
                  <a:cubicBezTo>
                    <a:pt x="7366" y="7625"/>
                    <a:pt x="7366" y="7604"/>
                    <a:pt x="7387" y="7604"/>
                  </a:cubicBezTo>
                  <a:cubicBezTo>
                    <a:pt x="7417" y="7589"/>
                    <a:pt x="7394" y="7574"/>
                    <a:pt x="7371" y="7574"/>
                  </a:cubicBezTo>
                  <a:cubicBezTo>
                    <a:pt x="7361" y="7574"/>
                    <a:pt x="7351" y="7577"/>
                    <a:pt x="7345" y="7583"/>
                  </a:cubicBezTo>
                  <a:cubicBezTo>
                    <a:pt x="7345" y="7562"/>
                    <a:pt x="7324" y="7499"/>
                    <a:pt x="7324" y="7478"/>
                  </a:cubicBezTo>
                  <a:close/>
                  <a:moveTo>
                    <a:pt x="7972" y="7682"/>
                  </a:moveTo>
                  <a:cubicBezTo>
                    <a:pt x="7952" y="7683"/>
                    <a:pt x="7931" y="7684"/>
                    <a:pt x="7910" y="7687"/>
                  </a:cubicBezTo>
                  <a:cubicBezTo>
                    <a:pt x="7920" y="7689"/>
                    <a:pt x="7929" y="7692"/>
                    <a:pt x="7939" y="7694"/>
                  </a:cubicBezTo>
                  <a:lnTo>
                    <a:pt x="7939" y="7694"/>
                  </a:lnTo>
                  <a:cubicBezTo>
                    <a:pt x="7949" y="7691"/>
                    <a:pt x="7960" y="7687"/>
                    <a:pt x="7972" y="7682"/>
                  </a:cubicBezTo>
                  <a:close/>
                  <a:moveTo>
                    <a:pt x="7533" y="7604"/>
                  </a:moveTo>
                  <a:lnTo>
                    <a:pt x="7596" y="7687"/>
                  </a:lnTo>
                  <a:cubicBezTo>
                    <a:pt x="7554" y="7708"/>
                    <a:pt x="7554" y="7771"/>
                    <a:pt x="7533" y="7792"/>
                  </a:cubicBezTo>
                  <a:cubicBezTo>
                    <a:pt x="7533" y="7771"/>
                    <a:pt x="7492" y="7708"/>
                    <a:pt x="7492" y="7687"/>
                  </a:cubicBezTo>
                  <a:cubicBezTo>
                    <a:pt x="7492" y="7666"/>
                    <a:pt x="7471" y="7666"/>
                    <a:pt x="7471" y="7666"/>
                  </a:cubicBezTo>
                  <a:cubicBezTo>
                    <a:pt x="7471" y="7625"/>
                    <a:pt x="7492" y="7625"/>
                    <a:pt x="7533" y="7604"/>
                  </a:cubicBezTo>
                  <a:close/>
                  <a:moveTo>
                    <a:pt x="7952" y="7826"/>
                  </a:moveTo>
                  <a:cubicBezTo>
                    <a:pt x="7924" y="7826"/>
                    <a:pt x="7896" y="7828"/>
                    <a:pt x="7868" y="7834"/>
                  </a:cubicBezTo>
                  <a:lnTo>
                    <a:pt x="7910" y="7875"/>
                  </a:lnTo>
                  <a:lnTo>
                    <a:pt x="7910" y="7875"/>
                  </a:lnTo>
                  <a:cubicBezTo>
                    <a:pt x="7968" y="7875"/>
                    <a:pt x="8018" y="7870"/>
                    <a:pt x="8078" y="7843"/>
                  </a:cubicBezTo>
                  <a:lnTo>
                    <a:pt x="8078" y="7843"/>
                  </a:lnTo>
                  <a:cubicBezTo>
                    <a:pt x="8038" y="7832"/>
                    <a:pt x="7995" y="7826"/>
                    <a:pt x="7952" y="7826"/>
                  </a:cubicBezTo>
                  <a:close/>
                  <a:moveTo>
                    <a:pt x="7429" y="7729"/>
                  </a:moveTo>
                  <a:cubicBezTo>
                    <a:pt x="7450" y="7792"/>
                    <a:pt x="7450" y="7834"/>
                    <a:pt x="7471" y="7897"/>
                  </a:cubicBezTo>
                  <a:cubicBezTo>
                    <a:pt x="7450" y="7876"/>
                    <a:pt x="7429" y="7813"/>
                    <a:pt x="7387" y="7771"/>
                  </a:cubicBezTo>
                  <a:lnTo>
                    <a:pt x="7387" y="7729"/>
                  </a:lnTo>
                  <a:close/>
                  <a:moveTo>
                    <a:pt x="7429" y="7897"/>
                  </a:moveTo>
                  <a:cubicBezTo>
                    <a:pt x="7429" y="7897"/>
                    <a:pt x="7429" y="7918"/>
                    <a:pt x="7450" y="7918"/>
                  </a:cubicBezTo>
                  <a:cubicBezTo>
                    <a:pt x="7456" y="7924"/>
                    <a:pt x="7462" y="7926"/>
                    <a:pt x="7467" y="7926"/>
                  </a:cubicBezTo>
                  <a:cubicBezTo>
                    <a:pt x="7473" y="7926"/>
                    <a:pt x="7478" y="7922"/>
                    <a:pt x="7479" y="7916"/>
                  </a:cubicBezTo>
                  <a:lnTo>
                    <a:pt x="7479" y="7916"/>
                  </a:lnTo>
                  <a:cubicBezTo>
                    <a:pt x="7492" y="7951"/>
                    <a:pt x="7492" y="7984"/>
                    <a:pt x="7492" y="8001"/>
                  </a:cubicBezTo>
                  <a:lnTo>
                    <a:pt x="7429" y="7918"/>
                  </a:lnTo>
                  <a:lnTo>
                    <a:pt x="7429" y="7897"/>
                  </a:lnTo>
                  <a:close/>
                  <a:moveTo>
                    <a:pt x="7638" y="7729"/>
                  </a:moveTo>
                  <a:cubicBezTo>
                    <a:pt x="7659" y="7729"/>
                    <a:pt x="7659" y="7771"/>
                    <a:pt x="7680" y="7792"/>
                  </a:cubicBezTo>
                  <a:cubicBezTo>
                    <a:pt x="7678" y="7797"/>
                    <a:pt x="7675" y="7801"/>
                    <a:pt x="7673" y="7806"/>
                  </a:cubicBezTo>
                  <a:lnTo>
                    <a:pt x="7673" y="7806"/>
                  </a:lnTo>
                  <a:cubicBezTo>
                    <a:pt x="7668" y="7801"/>
                    <a:pt x="7664" y="7797"/>
                    <a:pt x="7659" y="7792"/>
                  </a:cubicBezTo>
                  <a:lnTo>
                    <a:pt x="7659" y="7792"/>
                  </a:lnTo>
                  <a:cubicBezTo>
                    <a:pt x="7657" y="7809"/>
                    <a:pt x="7656" y="7825"/>
                    <a:pt x="7654" y="7841"/>
                  </a:cubicBezTo>
                  <a:lnTo>
                    <a:pt x="7654" y="7841"/>
                  </a:lnTo>
                  <a:cubicBezTo>
                    <a:pt x="7661" y="7830"/>
                    <a:pt x="7667" y="7818"/>
                    <a:pt x="7673" y="7806"/>
                  </a:cubicBezTo>
                  <a:lnTo>
                    <a:pt x="7673" y="7806"/>
                  </a:lnTo>
                  <a:cubicBezTo>
                    <a:pt x="7691" y="7823"/>
                    <a:pt x="7714" y="7843"/>
                    <a:pt x="7764" y="7876"/>
                  </a:cubicBezTo>
                  <a:cubicBezTo>
                    <a:pt x="7743" y="7938"/>
                    <a:pt x="7743" y="8022"/>
                    <a:pt x="7743" y="8085"/>
                  </a:cubicBezTo>
                  <a:cubicBezTo>
                    <a:pt x="7718" y="8148"/>
                    <a:pt x="7723" y="8218"/>
                    <a:pt x="7744" y="8282"/>
                  </a:cubicBezTo>
                  <a:lnTo>
                    <a:pt x="7744" y="8282"/>
                  </a:lnTo>
                  <a:cubicBezTo>
                    <a:pt x="7665" y="8141"/>
                    <a:pt x="7643" y="7998"/>
                    <a:pt x="7654" y="7841"/>
                  </a:cubicBezTo>
                  <a:lnTo>
                    <a:pt x="7654" y="7841"/>
                  </a:lnTo>
                  <a:cubicBezTo>
                    <a:pt x="7623" y="7902"/>
                    <a:pt x="7596" y="7956"/>
                    <a:pt x="7596" y="8022"/>
                  </a:cubicBezTo>
                  <a:cubicBezTo>
                    <a:pt x="7596" y="8001"/>
                    <a:pt x="7596" y="8001"/>
                    <a:pt x="7575" y="7980"/>
                  </a:cubicBezTo>
                  <a:cubicBezTo>
                    <a:pt x="7575" y="7918"/>
                    <a:pt x="7575" y="7855"/>
                    <a:pt x="7596" y="7813"/>
                  </a:cubicBezTo>
                  <a:lnTo>
                    <a:pt x="7596" y="7792"/>
                  </a:lnTo>
                  <a:cubicBezTo>
                    <a:pt x="7596" y="7771"/>
                    <a:pt x="7596" y="7771"/>
                    <a:pt x="7638" y="7729"/>
                  </a:cubicBezTo>
                  <a:close/>
                  <a:moveTo>
                    <a:pt x="73" y="0"/>
                  </a:moveTo>
                  <a:cubicBezTo>
                    <a:pt x="44" y="0"/>
                    <a:pt x="22" y="20"/>
                    <a:pt x="22" y="50"/>
                  </a:cubicBezTo>
                  <a:cubicBezTo>
                    <a:pt x="1" y="50"/>
                    <a:pt x="1" y="92"/>
                    <a:pt x="22" y="92"/>
                  </a:cubicBezTo>
                  <a:cubicBezTo>
                    <a:pt x="43" y="92"/>
                    <a:pt x="43" y="92"/>
                    <a:pt x="64" y="134"/>
                  </a:cubicBezTo>
                  <a:cubicBezTo>
                    <a:pt x="43" y="134"/>
                    <a:pt x="43" y="155"/>
                    <a:pt x="43" y="176"/>
                  </a:cubicBezTo>
                  <a:lnTo>
                    <a:pt x="43" y="197"/>
                  </a:lnTo>
                  <a:lnTo>
                    <a:pt x="43" y="239"/>
                  </a:lnTo>
                  <a:cubicBezTo>
                    <a:pt x="95" y="515"/>
                    <a:pt x="433" y="1408"/>
                    <a:pt x="832" y="1412"/>
                  </a:cubicBezTo>
                  <a:lnTo>
                    <a:pt x="832" y="1412"/>
                  </a:lnTo>
                  <a:cubicBezTo>
                    <a:pt x="782" y="1397"/>
                    <a:pt x="734" y="1369"/>
                    <a:pt x="691" y="1327"/>
                  </a:cubicBezTo>
                  <a:lnTo>
                    <a:pt x="775" y="1327"/>
                  </a:lnTo>
                  <a:cubicBezTo>
                    <a:pt x="836" y="1342"/>
                    <a:pt x="897" y="1379"/>
                    <a:pt x="942" y="1391"/>
                  </a:cubicBezTo>
                  <a:lnTo>
                    <a:pt x="942" y="1391"/>
                  </a:lnTo>
                  <a:cubicBezTo>
                    <a:pt x="991" y="1371"/>
                    <a:pt x="1040" y="1336"/>
                    <a:pt x="1089" y="1285"/>
                  </a:cubicBezTo>
                  <a:lnTo>
                    <a:pt x="1089" y="1306"/>
                  </a:lnTo>
                  <a:lnTo>
                    <a:pt x="1089" y="1327"/>
                  </a:lnTo>
                  <a:lnTo>
                    <a:pt x="1152" y="1327"/>
                  </a:lnTo>
                  <a:cubicBezTo>
                    <a:pt x="1110" y="1306"/>
                    <a:pt x="1110" y="1285"/>
                    <a:pt x="1089" y="1285"/>
                  </a:cubicBezTo>
                  <a:lnTo>
                    <a:pt x="1152" y="1285"/>
                  </a:lnTo>
                  <a:cubicBezTo>
                    <a:pt x="2051" y="2226"/>
                    <a:pt x="2993" y="3105"/>
                    <a:pt x="3914" y="4026"/>
                  </a:cubicBezTo>
                  <a:lnTo>
                    <a:pt x="4876" y="4988"/>
                  </a:lnTo>
                  <a:cubicBezTo>
                    <a:pt x="4855" y="5009"/>
                    <a:pt x="4834" y="5051"/>
                    <a:pt x="4813" y="5093"/>
                  </a:cubicBezTo>
                  <a:lnTo>
                    <a:pt x="4751" y="5051"/>
                  </a:lnTo>
                  <a:cubicBezTo>
                    <a:pt x="4744" y="5038"/>
                    <a:pt x="4738" y="5033"/>
                    <a:pt x="4732" y="5033"/>
                  </a:cubicBezTo>
                  <a:cubicBezTo>
                    <a:pt x="4721" y="5033"/>
                    <a:pt x="4715" y="5058"/>
                    <a:pt x="4730" y="5072"/>
                  </a:cubicBezTo>
                  <a:cubicBezTo>
                    <a:pt x="4751" y="5093"/>
                    <a:pt x="4772" y="5114"/>
                    <a:pt x="4772" y="5156"/>
                  </a:cubicBezTo>
                  <a:cubicBezTo>
                    <a:pt x="4772" y="5156"/>
                    <a:pt x="4772" y="5177"/>
                    <a:pt x="4813" y="5177"/>
                  </a:cubicBezTo>
                  <a:cubicBezTo>
                    <a:pt x="4876" y="5260"/>
                    <a:pt x="4939" y="5323"/>
                    <a:pt x="5023" y="5407"/>
                  </a:cubicBezTo>
                  <a:cubicBezTo>
                    <a:pt x="5023" y="5407"/>
                    <a:pt x="5023" y="5428"/>
                    <a:pt x="5044" y="5469"/>
                  </a:cubicBezTo>
                  <a:cubicBezTo>
                    <a:pt x="5127" y="5574"/>
                    <a:pt x="5232" y="5637"/>
                    <a:pt x="5337" y="5721"/>
                  </a:cubicBezTo>
                  <a:cubicBezTo>
                    <a:pt x="5546" y="5930"/>
                    <a:pt x="5776" y="6160"/>
                    <a:pt x="6006" y="6348"/>
                  </a:cubicBezTo>
                  <a:cubicBezTo>
                    <a:pt x="6012" y="6354"/>
                    <a:pt x="6020" y="6357"/>
                    <a:pt x="6027" y="6357"/>
                  </a:cubicBezTo>
                  <a:cubicBezTo>
                    <a:pt x="6044" y="6357"/>
                    <a:pt x="6057" y="6342"/>
                    <a:pt x="6027" y="6327"/>
                  </a:cubicBezTo>
                  <a:cubicBezTo>
                    <a:pt x="5922" y="6223"/>
                    <a:pt x="5818" y="6097"/>
                    <a:pt x="5713" y="5993"/>
                  </a:cubicBezTo>
                  <a:lnTo>
                    <a:pt x="5755" y="5993"/>
                  </a:lnTo>
                  <a:cubicBezTo>
                    <a:pt x="5776" y="6014"/>
                    <a:pt x="5797" y="6034"/>
                    <a:pt x="5860" y="6055"/>
                  </a:cubicBezTo>
                  <a:cubicBezTo>
                    <a:pt x="5866" y="6068"/>
                    <a:pt x="5875" y="6073"/>
                    <a:pt x="5883" y="6073"/>
                  </a:cubicBezTo>
                  <a:cubicBezTo>
                    <a:pt x="5902" y="6073"/>
                    <a:pt x="5922" y="6049"/>
                    <a:pt x="5922" y="6034"/>
                  </a:cubicBezTo>
                  <a:cubicBezTo>
                    <a:pt x="5985" y="6097"/>
                    <a:pt x="6027" y="6139"/>
                    <a:pt x="6090" y="6160"/>
                  </a:cubicBezTo>
                  <a:lnTo>
                    <a:pt x="6069" y="6202"/>
                  </a:lnTo>
                  <a:cubicBezTo>
                    <a:pt x="6039" y="6217"/>
                    <a:pt x="6051" y="6231"/>
                    <a:pt x="6069" y="6231"/>
                  </a:cubicBezTo>
                  <a:cubicBezTo>
                    <a:pt x="6076" y="6231"/>
                    <a:pt x="6084" y="6229"/>
                    <a:pt x="6090" y="6223"/>
                  </a:cubicBezTo>
                  <a:lnTo>
                    <a:pt x="6111" y="6202"/>
                  </a:lnTo>
                  <a:cubicBezTo>
                    <a:pt x="6404" y="6474"/>
                    <a:pt x="6697" y="6767"/>
                    <a:pt x="6969" y="7039"/>
                  </a:cubicBezTo>
                  <a:cubicBezTo>
                    <a:pt x="6969" y="7039"/>
                    <a:pt x="6948" y="7039"/>
                    <a:pt x="6948" y="7060"/>
                  </a:cubicBezTo>
                  <a:cubicBezTo>
                    <a:pt x="6927" y="7060"/>
                    <a:pt x="6906" y="7060"/>
                    <a:pt x="6927" y="7081"/>
                  </a:cubicBezTo>
                  <a:cubicBezTo>
                    <a:pt x="6969" y="7248"/>
                    <a:pt x="7031" y="7415"/>
                    <a:pt x="7115" y="7583"/>
                  </a:cubicBezTo>
                  <a:cubicBezTo>
                    <a:pt x="7115" y="7583"/>
                    <a:pt x="7124" y="7592"/>
                    <a:pt x="7131" y="7592"/>
                  </a:cubicBezTo>
                  <a:cubicBezTo>
                    <a:pt x="7134" y="7592"/>
                    <a:pt x="7136" y="7590"/>
                    <a:pt x="7136" y="7583"/>
                  </a:cubicBezTo>
                  <a:lnTo>
                    <a:pt x="7178" y="7625"/>
                  </a:lnTo>
                  <a:cubicBezTo>
                    <a:pt x="7220" y="7666"/>
                    <a:pt x="7220" y="7687"/>
                    <a:pt x="7241" y="7687"/>
                  </a:cubicBezTo>
                  <a:cubicBezTo>
                    <a:pt x="7241" y="7729"/>
                    <a:pt x="7261" y="7792"/>
                    <a:pt x="7282" y="7834"/>
                  </a:cubicBezTo>
                  <a:cubicBezTo>
                    <a:pt x="7314" y="7975"/>
                    <a:pt x="7333" y="8010"/>
                    <a:pt x="7341" y="8010"/>
                  </a:cubicBezTo>
                  <a:cubicBezTo>
                    <a:pt x="7344" y="8010"/>
                    <a:pt x="7345" y="8006"/>
                    <a:pt x="7345" y="8001"/>
                  </a:cubicBezTo>
                  <a:cubicBezTo>
                    <a:pt x="7366" y="8085"/>
                    <a:pt x="7429" y="8148"/>
                    <a:pt x="7492" y="8190"/>
                  </a:cubicBezTo>
                  <a:cubicBezTo>
                    <a:pt x="7497" y="8192"/>
                    <a:pt x="7503" y="8194"/>
                    <a:pt x="7508" y="8194"/>
                  </a:cubicBezTo>
                  <a:cubicBezTo>
                    <a:pt x="7539" y="8194"/>
                    <a:pt x="7551" y="8145"/>
                    <a:pt x="7533" y="8127"/>
                  </a:cubicBezTo>
                  <a:cubicBezTo>
                    <a:pt x="7471" y="8106"/>
                    <a:pt x="7450" y="8043"/>
                    <a:pt x="7429" y="8001"/>
                  </a:cubicBezTo>
                  <a:lnTo>
                    <a:pt x="7429" y="8001"/>
                  </a:lnTo>
                  <a:lnTo>
                    <a:pt x="7492" y="8085"/>
                  </a:lnTo>
                  <a:cubicBezTo>
                    <a:pt x="7492" y="8106"/>
                    <a:pt x="7492" y="8106"/>
                    <a:pt x="7533" y="8106"/>
                  </a:cubicBezTo>
                  <a:cubicBezTo>
                    <a:pt x="7554" y="8169"/>
                    <a:pt x="7575" y="8231"/>
                    <a:pt x="7638" y="8315"/>
                  </a:cubicBezTo>
                  <a:cubicBezTo>
                    <a:pt x="7644" y="8321"/>
                    <a:pt x="7650" y="8324"/>
                    <a:pt x="7656" y="8324"/>
                  </a:cubicBezTo>
                  <a:cubicBezTo>
                    <a:pt x="7669" y="8324"/>
                    <a:pt x="7680" y="8309"/>
                    <a:pt x="7680" y="8294"/>
                  </a:cubicBezTo>
                  <a:cubicBezTo>
                    <a:pt x="7701" y="8336"/>
                    <a:pt x="7764" y="8399"/>
                    <a:pt x="7785" y="8441"/>
                  </a:cubicBezTo>
                  <a:cubicBezTo>
                    <a:pt x="7791" y="8447"/>
                    <a:pt x="7799" y="8449"/>
                    <a:pt x="7806" y="8449"/>
                  </a:cubicBezTo>
                  <a:cubicBezTo>
                    <a:pt x="7823" y="8449"/>
                    <a:pt x="7835" y="8435"/>
                    <a:pt x="7805" y="8420"/>
                  </a:cubicBezTo>
                  <a:cubicBezTo>
                    <a:pt x="7785" y="8399"/>
                    <a:pt x="7785" y="8357"/>
                    <a:pt x="7764" y="8336"/>
                  </a:cubicBezTo>
                  <a:cubicBezTo>
                    <a:pt x="7764" y="8336"/>
                    <a:pt x="7764" y="8335"/>
                    <a:pt x="7766" y="8334"/>
                  </a:cubicBezTo>
                  <a:lnTo>
                    <a:pt x="7766" y="8334"/>
                  </a:lnTo>
                  <a:cubicBezTo>
                    <a:pt x="7777" y="8357"/>
                    <a:pt x="7791" y="8379"/>
                    <a:pt x="7805" y="8399"/>
                  </a:cubicBezTo>
                  <a:cubicBezTo>
                    <a:pt x="7805" y="8399"/>
                    <a:pt x="7805" y="8420"/>
                    <a:pt x="7847" y="8420"/>
                  </a:cubicBezTo>
                  <a:cubicBezTo>
                    <a:pt x="7847" y="8430"/>
                    <a:pt x="7853" y="8435"/>
                    <a:pt x="7858" y="8435"/>
                  </a:cubicBezTo>
                  <a:cubicBezTo>
                    <a:pt x="7863" y="8435"/>
                    <a:pt x="7868" y="8430"/>
                    <a:pt x="7868" y="8420"/>
                  </a:cubicBezTo>
                  <a:cubicBezTo>
                    <a:pt x="7889" y="8503"/>
                    <a:pt x="7910" y="8566"/>
                    <a:pt x="7973" y="8629"/>
                  </a:cubicBezTo>
                  <a:cubicBezTo>
                    <a:pt x="7979" y="8635"/>
                    <a:pt x="7985" y="8638"/>
                    <a:pt x="7990" y="8638"/>
                  </a:cubicBezTo>
                  <a:cubicBezTo>
                    <a:pt x="8002" y="8638"/>
                    <a:pt x="8009" y="8623"/>
                    <a:pt x="7994" y="8608"/>
                  </a:cubicBezTo>
                  <a:cubicBezTo>
                    <a:pt x="7952" y="8503"/>
                    <a:pt x="7889" y="8399"/>
                    <a:pt x="7868" y="8294"/>
                  </a:cubicBezTo>
                  <a:cubicBezTo>
                    <a:pt x="7868" y="8273"/>
                    <a:pt x="7853" y="8263"/>
                    <a:pt x="7837" y="8263"/>
                  </a:cubicBezTo>
                  <a:cubicBezTo>
                    <a:pt x="7821" y="8263"/>
                    <a:pt x="7805" y="8273"/>
                    <a:pt x="7805" y="8294"/>
                  </a:cubicBezTo>
                  <a:lnTo>
                    <a:pt x="7805" y="8315"/>
                  </a:lnTo>
                  <a:cubicBezTo>
                    <a:pt x="7785" y="8231"/>
                    <a:pt x="7764" y="8127"/>
                    <a:pt x="7764" y="8043"/>
                  </a:cubicBezTo>
                  <a:cubicBezTo>
                    <a:pt x="7764" y="8001"/>
                    <a:pt x="7785" y="7938"/>
                    <a:pt x="7805" y="7897"/>
                  </a:cubicBezTo>
                  <a:lnTo>
                    <a:pt x="7889" y="7980"/>
                  </a:lnTo>
                  <a:cubicBezTo>
                    <a:pt x="7892" y="7983"/>
                    <a:pt x="7895" y="7985"/>
                    <a:pt x="7899" y="7985"/>
                  </a:cubicBezTo>
                  <a:cubicBezTo>
                    <a:pt x="7921" y="7985"/>
                    <a:pt x="7952" y="7936"/>
                    <a:pt x="7952" y="7918"/>
                  </a:cubicBezTo>
                  <a:lnTo>
                    <a:pt x="7910" y="7875"/>
                  </a:lnTo>
                  <a:lnTo>
                    <a:pt x="7910" y="7875"/>
                  </a:lnTo>
                  <a:cubicBezTo>
                    <a:pt x="7896" y="7876"/>
                    <a:pt x="7883" y="7876"/>
                    <a:pt x="7868" y="7876"/>
                  </a:cubicBezTo>
                  <a:lnTo>
                    <a:pt x="7868" y="7813"/>
                  </a:lnTo>
                  <a:cubicBezTo>
                    <a:pt x="7868" y="7796"/>
                    <a:pt x="7868" y="7793"/>
                    <a:pt x="7858" y="7792"/>
                  </a:cubicBezTo>
                  <a:lnTo>
                    <a:pt x="7858" y="7792"/>
                  </a:lnTo>
                  <a:cubicBezTo>
                    <a:pt x="7921" y="7794"/>
                    <a:pt x="8019" y="7814"/>
                    <a:pt x="8098" y="7834"/>
                  </a:cubicBezTo>
                  <a:cubicBezTo>
                    <a:pt x="8091" y="7837"/>
                    <a:pt x="8085" y="7841"/>
                    <a:pt x="8078" y="7843"/>
                  </a:cubicBezTo>
                  <a:lnTo>
                    <a:pt x="8078" y="7843"/>
                  </a:lnTo>
                  <a:cubicBezTo>
                    <a:pt x="8107" y="7852"/>
                    <a:pt x="8135" y="7863"/>
                    <a:pt x="8161" y="7876"/>
                  </a:cubicBezTo>
                  <a:lnTo>
                    <a:pt x="8182" y="7897"/>
                  </a:lnTo>
                  <a:lnTo>
                    <a:pt x="8203" y="7897"/>
                  </a:lnTo>
                  <a:cubicBezTo>
                    <a:pt x="8266" y="7918"/>
                    <a:pt x="8287" y="7938"/>
                    <a:pt x="8329" y="7980"/>
                  </a:cubicBezTo>
                  <a:cubicBezTo>
                    <a:pt x="8335" y="7983"/>
                    <a:pt x="8340" y="7985"/>
                    <a:pt x="8345" y="7985"/>
                  </a:cubicBezTo>
                  <a:cubicBezTo>
                    <a:pt x="8376" y="7985"/>
                    <a:pt x="8388" y="7938"/>
                    <a:pt x="8370" y="7938"/>
                  </a:cubicBezTo>
                  <a:cubicBezTo>
                    <a:pt x="8308" y="7897"/>
                    <a:pt x="8266" y="7876"/>
                    <a:pt x="8182" y="7834"/>
                  </a:cubicBezTo>
                  <a:cubicBezTo>
                    <a:pt x="8106" y="7777"/>
                    <a:pt x="8030" y="7720"/>
                    <a:pt x="7939" y="7694"/>
                  </a:cubicBezTo>
                  <a:lnTo>
                    <a:pt x="7939" y="7694"/>
                  </a:lnTo>
                  <a:cubicBezTo>
                    <a:pt x="7901" y="7708"/>
                    <a:pt x="7869" y="7719"/>
                    <a:pt x="7847" y="7729"/>
                  </a:cubicBezTo>
                  <a:cubicBezTo>
                    <a:pt x="7805" y="7729"/>
                    <a:pt x="7785" y="7729"/>
                    <a:pt x="7764" y="7771"/>
                  </a:cubicBezTo>
                  <a:lnTo>
                    <a:pt x="7680" y="7687"/>
                  </a:lnTo>
                  <a:lnTo>
                    <a:pt x="7680" y="7666"/>
                  </a:lnTo>
                  <a:cubicBezTo>
                    <a:pt x="7697" y="7632"/>
                    <a:pt x="7672" y="7598"/>
                    <a:pt x="7651" y="7598"/>
                  </a:cubicBezTo>
                  <a:cubicBezTo>
                    <a:pt x="7646" y="7598"/>
                    <a:pt x="7642" y="7600"/>
                    <a:pt x="7638" y="7604"/>
                  </a:cubicBezTo>
                  <a:lnTo>
                    <a:pt x="7596" y="7583"/>
                  </a:lnTo>
                  <a:cubicBezTo>
                    <a:pt x="7659" y="7562"/>
                    <a:pt x="7701" y="7520"/>
                    <a:pt x="7743" y="7520"/>
                  </a:cubicBezTo>
                  <a:lnTo>
                    <a:pt x="7764" y="7562"/>
                  </a:lnTo>
                  <a:cubicBezTo>
                    <a:pt x="7743" y="7562"/>
                    <a:pt x="7701" y="7562"/>
                    <a:pt x="7701" y="7583"/>
                  </a:cubicBezTo>
                  <a:cubicBezTo>
                    <a:pt x="7680" y="7583"/>
                    <a:pt x="7701" y="7625"/>
                    <a:pt x="7743" y="7625"/>
                  </a:cubicBezTo>
                  <a:cubicBezTo>
                    <a:pt x="7786" y="7616"/>
                    <a:pt x="7829" y="7611"/>
                    <a:pt x="7873" y="7611"/>
                  </a:cubicBezTo>
                  <a:cubicBezTo>
                    <a:pt x="7934" y="7611"/>
                    <a:pt x="7995" y="7621"/>
                    <a:pt x="8057" y="7646"/>
                  </a:cubicBezTo>
                  <a:cubicBezTo>
                    <a:pt x="8028" y="7660"/>
                    <a:pt x="7999" y="7672"/>
                    <a:pt x="7972" y="7682"/>
                  </a:cubicBezTo>
                  <a:lnTo>
                    <a:pt x="7972" y="7682"/>
                  </a:lnTo>
                  <a:cubicBezTo>
                    <a:pt x="7975" y="7682"/>
                    <a:pt x="7978" y="7682"/>
                    <a:pt x="7982" y="7682"/>
                  </a:cubicBezTo>
                  <a:cubicBezTo>
                    <a:pt x="8097" y="7682"/>
                    <a:pt x="8196" y="7726"/>
                    <a:pt x="8266" y="7813"/>
                  </a:cubicBezTo>
                  <a:cubicBezTo>
                    <a:pt x="8272" y="7819"/>
                    <a:pt x="8278" y="7822"/>
                    <a:pt x="8284" y="7822"/>
                  </a:cubicBezTo>
                  <a:cubicBezTo>
                    <a:pt x="8297" y="7822"/>
                    <a:pt x="8308" y="7807"/>
                    <a:pt x="8308" y="7792"/>
                  </a:cubicBezTo>
                  <a:cubicBezTo>
                    <a:pt x="8266" y="7708"/>
                    <a:pt x="8203" y="7666"/>
                    <a:pt x="8119" y="7625"/>
                  </a:cubicBezTo>
                  <a:cubicBezTo>
                    <a:pt x="8057" y="7562"/>
                    <a:pt x="7973" y="7520"/>
                    <a:pt x="7868" y="7499"/>
                  </a:cubicBezTo>
                  <a:lnTo>
                    <a:pt x="7868" y="7478"/>
                  </a:lnTo>
                  <a:cubicBezTo>
                    <a:pt x="7952" y="7499"/>
                    <a:pt x="8015" y="7520"/>
                    <a:pt x="8098" y="7583"/>
                  </a:cubicBezTo>
                  <a:cubicBezTo>
                    <a:pt x="8102" y="7587"/>
                    <a:pt x="8108" y="7588"/>
                    <a:pt x="8113" y="7588"/>
                  </a:cubicBezTo>
                  <a:cubicBezTo>
                    <a:pt x="8140" y="7588"/>
                    <a:pt x="8178" y="7554"/>
                    <a:pt x="8161" y="7520"/>
                  </a:cubicBezTo>
                  <a:cubicBezTo>
                    <a:pt x="8119" y="7499"/>
                    <a:pt x="8098" y="7478"/>
                    <a:pt x="8057" y="7457"/>
                  </a:cubicBezTo>
                  <a:cubicBezTo>
                    <a:pt x="8077" y="7457"/>
                    <a:pt x="8077" y="7415"/>
                    <a:pt x="8077" y="7394"/>
                  </a:cubicBezTo>
                  <a:cubicBezTo>
                    <a:pt x="8015" y="7353"/>
                    <a:pt x="7952" y="7290"/>
                    <a:pt x="7868" y="7290"/>
                  </a:cubicBezTo>
                  <a:lnTo>
                    <a:pt x="7847" y="7269"/>
                  </a:lnTo>
                  <a:cubicBezTo>
                    <a:pt x="7785" y="7185"/>
                    <a:pt x="7743" y="7143"/>
                    <a:pt x="7638" y="7143"/>
                  </a:cubicBezTo>
                  <a:cubicBezTo>
                    <a:pt x="7497" y="7020"/>
                    <a:pt x="7327" y="6971"/>
                    <a:pt x="7151" y="6971"/>
                  </a:cubicBezTo>
                  <a:cubicBezTo>
                    <a:pt x="7118" y="6971"/>
                    <a:pt x="7085" y="6973"/>
                    <a:pt x="7052" y="6976"/>
                  </a:cubicBezTo>
                  <a:cubicBezTo>
                    <a:pt x="7031" y="6976"/>
                    <a:pt x="7031" y="6997"/>
                    <a:pt x="7031" y="7039"/>
                  </a:cubicBezTo>
                  <a:cubicBezTo>
                    <a:pt x="6750" y="6757"/>
                    <a:pt x="6468" y="6456"/>
                    <a:pt x="6205" y="6173"/>
                  </a:cubicBezTo>
                  <a:lnTo>
                    <a:pt x="6205" y="6173"/>
                  </a:lnTo>
                  <a:lnTo>
                    <a:pt x="6194" y="6181"/>
                  </a:lnTo>
                  <a:lnTo>
                    <a:pt x="5985" y="5993"/>
                  </a:lnTo>
                  <a:lnTo>
                    <a:pt x="5985" y="5993"/>
                  </a:lnTo>
                  <a:cubicBezTo>
                    <a:pt x="6006" y="5993"/>
                    <a:pt x="6027" y="6014"/>
                    <a:pt x="6069" y="6014"/>
                  </a:cubicBezTo>
                  <a:cubicBezTo>
                    <a:pt x="6090" y="6014"/>
                    <a:pt x="6111" y="5993"/>
                    <a:pt x="6111" y="5951"/>
                  </a:cubicBezTo>
                  <a:lnTo>
                    <a:pt x="6227" y="6067"/>
                  </a:lnTo>
                  <a:lnTo>
                    <a:pt x="6236" y="6055"/>
                  </a:lnTo>
                  <a:cubicBezTo>
                    <a:pt x="6278" y="6097"/>
                    <a:pt x="6299" y="6118"/>
                    <a:pt x="6341" y="6139"/>
                  </a:cubicBezTo>
                  <a:cubicBezTo>
                    <a:pt x="6349" y="6143"/>
                    <a:pt x="6357" y="6145"/>
                    <a:pt x="6364" y="6145"/>
                  </a:cubicBezTo>
                  <a:cubicBezTo>
                    <a:pt x="6396" y="6145"/>
                    <a:pt x="6421" y="6114"/>
                    <a:pt x="6404" y="6097"/>
                  </a:cubicBezTo>
                  <a:cubicBezTo>
                    <a:pt x="5985" y="5616"/>
                    <a:pt x="5504" y="5177"/>
                    <a:pt x="5064" y="4758"/>
                  </a:cubicBezTo>
                  <a:cubicBezTo>
                    <a:pt x="5058" y="4752"/>
                    <a:pt x="5054" y="4749"/>
                    <a:pt x="5051" y="4749"/>
                  </a:cubicBezTo>
                  <a:cubicBezTo>
                    <a:pt x="5044" y="4749"/>
                    <a:pt x="5044" y="4764"/>
                    <a:pt x="5044" y="4779"/>
                  </a:cubicBezTo>
                  <a:cubicBezTo>
                    <a:pt x="5165" y="4941"/>
                    <a:pt x="5287" y="5084"/>
                    <a:pt x="5447" y="5207"/>
                  </a:cubicBezTo>
                  <a:lnTo>
                    <a:pt x="5447" y="5207"/>
                  </a:lnTo>
                  <a:cubicBezTo>
                    <a:pt x="5420" y="5190"/>
                    <a:pt x="5375" y="5173"/>
                    <a:pt x="5357" y="5156"/>
                  </a:cubicBezTo>
                  <a:cubicBezTo>
                    <a:pt x="5295" y="5114"/>
                    <a:pt x="5274" y="5072"/>
                    <a:pt x="5232" y="5051"/>
                  </a:cubicBezTo>
                  <a:lnTo>
                    <a:pt x="5190" y="5051"/>
                  </a:lnTo>
                  <a:cubicBezTo>
                    <a:pt x="5169" y="5051"/>
                    <a:pt x="5148" y="5051"/>
                    <a:pt x="5148" y="5072"/>
                  </a:cubicBezTo>
                  <a:lnTo>
                    <a:pt x="5044" y="4967"/>
                  </a:lnTo>
                  <a:cubicBezTo>
                    <a:pt x="5064" y="4946"/>
                    <a:pt x="5085" y="4905"/>
                    <a:pt x="5085" y="4884"/>
                  </a:cubicBezTo>
                  <a:cubicBezTo>
                    <a:pt x="5115" y="4869"/>
                    <a:pt x="5103" y="4854"/>
                    <a:pt x="5086" y="4854"/>
                  </a:cubicBezTo>
                  <a:cubicBezTo>
                    <a:pt x="5079" y="4854"/>
                    <a:pt x="5071" y="4857"/>
                    <a:pt x="5064" y="4863"/>
                  </a:cubicBezTo>
                  <a:cubicBezTo>
                    <a:pt x="5044" y="4884"/>
                    <a:pt x="5023" y="4905"/>
                    <a:pt x="4981" y="4905"/>
                  </a:cubicBezTo>
                  <a:lnTo>
                    <a:pt x="4018" y="3942"/>
                  </a:lnTo>
                  <a:cubicBezTo>
                    <a:pt x="3098" y="3021"/>
                    <a:pt x="2219" y="2080"/>
                    <a:pt x="1277" y="1180"/>
                  </a:cubicBezTo>
                  <a:lnTo>
                    <a:pt x="1298" y="1138"/>
                  </a:lnTo>
                  <a:cubicBezTo>
                    <a:pt x="1382" y="1076"/>
                    <a:pt x="1403" y="971"/>
                    <a:pt x="1403" y="887"/>
                  </a:cubicBezTo>
                  <a:cubicBezTo>
                    <a:pt x="1424" y="678"/>
                    <a:pt x="1319" y="469"/>
                    <a:pt x="1194" y="343"/>
                  </a:cubicBezTo>
                  <a:cubicBezTo>
                    <a:pt x="1187" y="330"/>
                    <a:pt x="1181" y="325"/>
                    <a:pt x="1175" y="325"/>
                  </a:cubicBezTo>
                  <a:cubicBezTo>
                    <a:pt x="1164" y="325"/>
                    <a:pt x="1158" y="350"/>
                    <a:pt x="1173" y="364"/>
                  </a:cubicBezTo>
                  <a:cubicBezTo>
                    <a:pt x="1215" y="406"/>
                    <a:pt x="1277" y="490"/>
                    <a:pt x="1298" y="573"/>
                  </a:cubicBezTo>
                  <a:cubicBezTo>
                    <a:pt x="1277" y="511"/>
                    <a:pt x="1215" y="490"/>
                    <a:pt x="1194" y="469"/>
                  </a:cubicBezTo>
                  <a:lnTo>
                    <a:pt x="1194" y="448"/>
                  </a:lnTo>
                  <a:lnTo>
                    <a:pt x="1173" y="448"/>
                  </a:lnTo>
                  <a:cubicBezTo>
                    <a:pt x="1155" y="411"/>
                    <a:pt x="1105" y="407"/>
                    <a:pt x="1078" y="392"/>
                  </a:cubicBezTo>
                  <a:lnTo>
                    <a:pt x="1078" y="392"/>
                  </a:lnTo>
                  <a:cubicBezTo>
                    <a:pt x="1104" y="397"/>
                    <a:pt x="1129" y="401"/>
                    <a:pt x="1152" y="406"/>
                  </a:cubicBezTo>
                  <a:cubicBezTo>
                    <a:pt x="1173" y="406"/>
                    <a:pt x="1194" y="385"/>
                    <a:pt x="1152" y="364"/>
                  </a:cubicBezTo>
                  <a:cubicBezTo>
                    <a:pt x="838" y="260"/>
                    <a:pt x="482" y="155"/>
                    <a:pt x="147" y="71"/>
                  </a:cubicBezTo>
                  <a:lnTo>
                    <a:pt x="106" y="8"/>
                  </a:lnTo>
                  <a:cubicBezTo>
                    <a:pt x="94" y="3"/>
                    <a:pt x="83" y="0"/>
                    <a:pt x="73"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5010" name="Shape 5010"/>
        <p:cNvGrpSpPr/>
        <p:nvPr/>
      </p:nvGrpSpPr>
      <p:grpSpPr>
        <a:xfrm>
          <a:off x="0" y="0"/>
          <a:ext cx="0" cy="0"/>
          <a:chOff x="0" y="0"/>
          <a:chExt cx="0" cy="0"/>
        </a:xfrm>
      </p:grpSpPr>
      <p:sp>
        <p:nvSpPr>
          <p:cNvPr id="5011" name="Google Shape;5011;p50"/>
          <p:cNvSpPr txBox="1"/>
          <p:nvPr>
            <p:ph type="subTitle" idx="1"/>
          </p:nvPr>
        </p:nvSpPr>
        <p:spPr>
          <a:xfrm>
            <a:off x="713225" y="1300677"/>
            <a:ext cx="4696800" cy="598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Jupiter's rotation period</a:t>
            </a:r>
            <a:endParaRPr lang="en-GB"/>
          </a:p>
        </p:txBody>
      </p:sp>
      <p:sp>
        <p:nvSpPr>
          <p:cNvPr id="5012" name="Google Shape;5012;p50"/>
          <p:cNvSpPr txBox="1"/>
          <p:nvPr>
            <p:ph type="title"/>
          </p:nvPr>
        </p:nvSpPr>
        <p:spPr>
          <a:xfrm>
            <a:off x="713225" y="611757"/>
            <a:ext cx="4696800" cy="7689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GB"/>
              <a:t>9</a:t>
            </a:r>
            <a:r>
              <a:rPr lang="en-GB"/>
              <a:t>h 55m 23s</a:t>
            </a:r>
            <a:endParaRPr lang="en-GB"/>
          </a:p>
        </p:txBody>
      </p:sp>
      <p:sp>
        <p:nvSpPr>
          <p:cNvPr id="5013" name="Google Shape;5013;p50"/>
          <p:cNvSpPr txBox="1"/>
          <p:nvPr>
            <p:ph type="title" idx="2"/>
          </p:nvPr>
        </p:nvSpPr>
        <p:spPr>
          <a:xfrm>
            <a:off x="713225" y="1964012"/>
            <a:ext cx="4696800" cy="7689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GB"/>
              <a:t>333,000</a:t>
            </a:r>
            <a:endParaRPr lang="en-GB"/>
          </a:p>
        </p:txBody>
      </p:sp>
      <p:sp>
        <p:nvSpPr>
          <p:cNvPr id="5014" name="Google Shape;5014;p50"/>
          <p:cNvSpPr txBox="1"/>
          <p:nvPr>
            <p:ph type="subTitle" idx="3"/>
          </p:nvPr>
        </p:nvSpPr>
        <p:spPr>
          <a:xfrm>
            <a:off x="713225" y="2652933"/>
            <a:ext cx="4696800" cy="598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The Sun’s mass compared to Earth’s</a:t>
            </a:r>
            <a:endParaRPr lang="en-GB"/>
          </a:p>
        </p:txBody>
      </p:sp>
      <p:sp>
        <p:nvSpPr>
          <p:cNvPr id="5015" name="Google Shape;5015;p50"/>
          <p:cNvSpPr txBox="1"/>
          <p:nvPr>
            <p:ph type="title" idx="4"/>
          </p:nvPr>
        </p:nvSpPr>
        <p:spPr>
          <a:xfrm>
            <a:off x="713225" y="3316268"/>
            <a:ext cx="4696800" cy="7689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GB"/>
              <a:t>386,000 km</a:t>
            </a:r>
            <a:endParaRPr lang="en-GB"/>
          </a:p>
        </p:txBody>
      </p:sp>
      <p:sp>
        <p:nvSpPr>
          <p:cNvPr id="5016" name="Google Shape;5016;p50"/>
          <p:cNvSpPr txBox="1"/>
          <p:nvPr>
            <p:ph type="subTitle" idx="5"/>
          </p:nvPr>
        </p:nvSpPr>
        <p:spPr>
          <a:xfrm>
            <a:off x="713225" y="4005189"/>
            <a:ext cx="4696800" cy="598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Distance between Earth and the Moon</a:t>
            </a:r>
            <a:endParaRPr lang="en-GB"/>
          </a:p>
        </p:txBody>
      </p:sp>
      <p:sp>
        <p:nvSpPr>
          <p:cNvPr id="5017" name="Google Shape;5017;p50"/>
          <p:cNvSpPr/>
          <p:nvPr/>
        </p:nvSpPr>
        <p:spPr>
          <a:xfrm>
            <a:off x="5903439" y="2461052"/>
            <a:ext cx="2119715" cy="1640974"/>
          </a:xfrm>
          <a:custGeom>
            <a:avLst/>
            <a:gdLst/>
            <a:ahLst/>
            <a:cxnLst/>
            <a:rect l="l" t="t" r="r" b="b"/>
            <a:pathLst>
              <a:path w="43564" h="33725" extrusionOk="0">
                <a:moveTo>
                  <a:pt x="23439" y="2229"/>
                </a:moveTo>
                <a:cubicBezTo>
                  <a:pt x="23865" y="2229"/>
                  <a:pt x="24307" y="2535"/>
                  <a:pt x="24418" y="2950"/>
                </a:cubicBezTo>
                <a:cubicBezTo>
                  <a:pt x="24607" y="3557"/>
                  <a:pt x="24188" y="4101"/>
                  <a:pt x="23644" y="4248"/>
                </a:cubicBezTo>
                <a:cubicBezTo>
                  <a:pt x="23226" y="4227"/>
                  <a:pt x="22807" y="4080"/>
                  <a:pt x="22598" y="3704"/>
                </a:cubicBezTo>
                <a:cubicBezTo>
                  <a:pt x="22305" y="3202"/>
                  <a:pt x="22577" y="2553"/>
                  <a:pt x="23058" y="2323"/>
                </a:cubicBezTo>
                <a:cubicBezTo>
                  <a:pt x="23177" y="2258"/>
                  <a:pt x="23307" y="2229"/>
                  <a:pt x="23439" y="2229"/>
                </a:cubicBezTo>
                <a:close/>
                <a:moveTo>
                  <a:pt x="23468" y="415"/>
                </a:moveTo>
                <a:cubicBezTo>
                  <a:pt x="23534" y="415"/>
                  <a:pt x="23599" y="416"/>
                  <a:pt x="23665" y="419"/>
                </a:cubicBezTo>
                <a:cubicBezTo>
                  <a:pt x="25088" y="461"/>
                  <a:pt x="26364" y="1193"/>
                  <a:pt x="26657" y="2678"/>
                </a:cubicBezTo>
                <a:cubicBezTo>
                  <a:pt x="26908" y="3997"/>
                  <a:pt x="26092" y="5189"/>
                  <a:pt x="24921" y="5671"/>
                </a:cubicBezTo>
                <a:cubicBezTo>
                  <a:pt x="24921" y="5566"/>
                  <a:pt x="24900" y="5461"/>
                  <a:pt x="24900" y="5357"/>
                </a:cubicBezTo>
                <a:cubicBezTo>
                  <a:pt x="24816" y="4750"/>
                  <a:pt x="24481" y="4520"/>
                  <a:pt x="24063" y="4457"/>
                </a:cubicBezTo>
                <a:cubicBezTo>
                  <a:pt x="24607" y="4164"/>
                  <a:pt x="24921" y="3515"/>
                  <a:pt x="24753" y="2930"/>
                </a:cubicBezTo>
                <a:cubicBezTo>
                  <a:pt x="24614" y="2323"/>
                  <a:pt x="24016" y="1888"/>
                  <a:pt x="23398" y="1888"/>
                </a:cubicBezTo>
                <a:cubicBezTo>
                  <a:pt x="23270" y="1888"/>
                  <a:pt x="23142" y="1907"/>
                  <a:pt x="23017" y="1946"/>
                </a:cubicBezTo>
                <a:cubicBezTo>
                  <a:pt x="22326" y="2176"/>
                  <a:pt x="21908" y="3034"/>
                  <a:pt x="22180" y="3704"/>
                </a:cubicBezTo>
                <a:cubicBezTo>
                  <a:pt x="22369" y="4178"/>
                  <a:pt x="22834" y="4531"/>
                  <a:pt x="23308" y="4531"/>
                </a:cubicBezTo>
                <a:cubicBezTo>
                  <a:pt x="23357" y="4531"/>
                  <a:pt x="23407" y="4528"/>
                  <a:pt x="23456" y="4520"/>
                </a:cubicBezTo>
                <a:lnTo>
                  <a:pt x="23456" y="4520"/>
                </a:lnTo>
                <a:cubicBezTo>
                  <a:pt x="23226" y="4562"/>
                  <a:pt x="22975" y="4666"/>
                  <a:pt x="22765" y="4771"/>
                </a:cubicBezTo>
                <a:cubicBezTo>
                  <a:pt x="22744" y="4771"/>
                  <a:pt x="22744" y="4771"/>
                  <a:pt x="22744" y="4813"/>
                </a:cubicBezTo>
                <a:cubicBezTo>
                  <a:pt x="22703" y="4854"/>
                  <a:pt x="22703" y="4917"/>
                  <a:pt x="22703" y="4959"/>
                </a:cubicBezTo>
                <a:cubicBezTo>
                  <a:pt x="22682" y="5357"/>
                  <a:pt x="22619" y="5733"/>
                  <a:pt x="22598" y="6173"/>
                </a:cubicBezTo>
                <a:cubicBezTo>
                  <a:pt x="21259" y="5691"/>
                  <a:pt x="20443" y="3997"/>
                  <a:pt x="20589" y="2658"/>
                </a:cubicBezTo>
                <a:cubicBezTo>
                  <a:pt x="20729" y="1077"/>
                  <a:pt x="22037" y="415"/>
                  <a:pt x="23468" y="415"/>
                </a:cubicBezTo>
                <a:close/>
                <a:moveTo>
                  <a:pt x="23791" y="4785"/>
                </a:moveTo>
                <a:cubicBezTo>
                  <a:pt x="23967" y="4785"/>
                  <a:pt x="24140" y="4844"/>
                  <a:pt x="24314" y="5001"/>
                </a:cubicBezTo>
                <a:cubicBezTo>
                  <a:pt x="24628" y="5294"/>
                  <a:pt x="24586" y="5503"/>
                  <a:pt x="24586" y="5901"/>
                </a:cubicBezTo>
                <a:lnTo>
                  <a:pt x="24586" y="6424"/>
                </a:lnTo>
                <a:cubicBezTo>
                  <a:pt x="24586" y="6884"/>
                  <a:pt x="24690" y="7679"/>
                  <a:pt x="24565" y="8286"/>
                </a:cubicBezTo>
                <a:cubicBezTo>
                  <a:pt x="24502" y="8286"/>
                  <a:pt x="24502" y="8349"/>
                  <a:pt x="24523" y="8411"/>
                </a:cubicBezTo>
                <a:cubicBezTo>
                  <a:pt x="24481" y="8621"/>
                  <a:pt x="24377" y="8788"/>
                  <a:pt x="24209" y="8914"/>
                </a:cubicBezTo>
                <a:cubicBezTo>
                  <a:pt x="24064" y="9019"/>
                  <a:pt x="23907" y="9068"/>
                  <a:pt x="23755" y="9068"/>
                </a:cubicBezTo>
                <a:cubicBezTo>
                  <a:pt x="23424" y="9068"/>
                  <a:pt x="23117" y="8834"/>
                  <a:pt x="23017" y="8432"/>
                </a:cubicBezTo>
                <a:cubicBezTo>
                  <a:pt x="22912" y="8056"/>
                  <a:pt x="22912" y="7595"/>
                  <a:pt x="22912" y="7240"/>
                </a:cubicBezTo>
                <a:cubicBezTo>
                  <a:pt x="22891" y="6528"/>
                  <a:pt x="22912" y="5796"/>
                  <a:pt x="22933" y="5085"/>
                </a:cubicBezTo>
                <a:cubicBezTo>
                  <a:pt x="22933" y="5085"/>
                  <a:pt x="22954" y="5085"/>
                  <a:pt x="22954" y="5064"/>
                </a:cubicBezTo>
                <a:cubicBezTo>
                  <a:pt x="23245" y="4924"/>
                  <a:pt x="23521" y="4785"/>
                  <a:pt x="23791" y="4785"/>
                </a:cubicBezTo>
                <a:close/>
                <a:moveTo>
                  <a:pt x="22724" y="10169"/>
                </a:moveTo>
                <a:cubicBezTo>
                  <a:pt x="22724" y="10169"/>
                  <a:pt x="22724" y="10169"/>
                  <a:pt x="22724" y="10169"/>
                </a:cubicBezTo>
                <a:cubicBezTo>
                  <a:pt x="22730" y="10258"/>
                  <a:pt x="22736" y="10347"/>
                  <a:pt x="22742" y="10435"/>
                </a:cubicBezTo>
                <a:lnTo>
                  <a:pt x="22742" y="10435"/>
                </a:lnTo>
                <a:cubicBezTo>
                  <a:pt x="22743" y="10347"/>
                  <a:pt x="22744" y="10258"/>
                  <a:pt x="22744" y="10169"/>
                </a:cubicBezTo>
                <a:cubicBezTo>
                  <a:pt x="22738" y="10169"/>
                  <a:pt x="22731" y="10169"/>
                  <a:pt x="22724" y="10169"/>
                </a:cubicBezTo>
                <a:close/>
                <a:moveTo>
                  <a:pt x="13099" y="12094"/>
                </a:moveTo>
                <a:lnTo>
                  <a:pt x="13099" y="12094"/>
                </a:lnTo>
                <a:cubicBezTo>
                  <a:pt x="13078" y="12554"/>
                  <a:pt x="13099" y="13015"/>
                  <a:pt x="13182" y="13433"/>
                </a:cubicBezTo>
                <a:lnTo>
                  <a:pt x="13015" y="13349"/>
                </a:lnTo>
                <a:cubicBezTo>
                  <a:pt x="13010" y="13347"/>
                  <a:pt x="13006" y="13346"/>
                  <a:pt x="13001" y="13346"/>
                </a:cubicBezTo>
                <a:cubicBezTo>
                  <a:pt x="12961" y="13346"/>
                  <a:pt x="12917" y="13417"/>
                  <a:pt x="12973" y="13454"/>
                </a:cubicBezTo>
                <a:cubicBezTo>
                  <a:pt x="13057" y="13517"/>
                  <a:pt x="13120" y="13601"/>
                  <a:pt x="13203" y="13642"/>
                </a:cubicBezTo>
                <a:cubicBezTo>
                  <a:pt x="13224" y="13852"/>
                  <a:pt x="13287" y="14061"/>
                  <a:pt x="13329" y="14270"/>
                </a:cubicBezTo>
                <a:cubicBezTo>
                  <a:pt x="13329" y="14270"/>
                  <a:pt x="13308" y="14270"/>
                  <a:pt x="13308" y="14249"/>
                </a:cubicBezTo>
                <a:cubicBezTo>
                  <a:pt x="13182" y="14186"/>
                  <a:pt x="13057" y="14145"/>
                  <a:pt x="12910" y="14124"/>
                </a:cubicBezTo>
                <a:cubicBezTo>
                  <a:pt x="12902" y="14115"/>
                  <a:pt x="12895" y="14112"/>
                  <a:pt x="12889" y="14112"/>
                </a:cubicBezTo>
                <a:cubicBezTo>
                  <a:pt x="12863" y="14112"/>
                  <a:pt x="12856" y="14170"/>
                  <a:pt x="12889" y="14186"/>
                </a:cubicBezTo>
                <a:cubicBezTo>
                  <a:pt x="13015" y="14249"/>
                  <a:pt x="13120" y="14291"/>
                  <a:pt x="13245" y="14354"/>
                </a:cubicBezTo>
                <a:lnTo>
                  <a:pt x="13413" y="14437"/>
                </a:lnTo>
                <a:cubicBezTo>
                  <a:pt x="13496" y="14710"/>
                  <a:pt x="13601" y="14982"/>
                  <a:pt x="13705" y="15233"/>
                </a:cubicBezTo>
                <a:cubicBezTo>
                  <a:pt x="13496" y="15128"/>
                  <a:pt x="13266" y="15086"/>
                  <a:pt x="13057" y="15002"/>
                </a:cubicBezTo>
                <a:cubicBezTo>
                  <a:pt x="13015" y="15002"/>
                  <a:pt x="13015" y="15023"/>
                  <a:pt x="13057" y="15023"/>
                </a:cubicBezTo>
                <a:cubicBezTo>
                  <a:pt x="13203" y="15086"/>
                  <a:pt x="13371" y="15170"/>
                  <a:pt x="13496" y="15233"/>
                </a:cubicBezTo>
                <a:cubicBezTo>
                  <a:pt x="13601" y="15295"/>
                  <a:pt x="13685" y="15337"/>
                  <a:pt x="13789" y="15400"/>
                </a:cubicBezTo>
                <a:cubicBezTo>
                  <a:pt x="13915" y="15714"/>
                  <a:pt x="14103" y="16007"/>
                  <a:pt x="14270" y="16279"/>
                </a:cubicBezTo>
                <a:cubicBezTo>
                  <a:pt x="14103" y="16216"/>
                  <a:pt x="13894" y="16174"/>
                  <a:pt x="13705" y="16132"/>
                </a:cubicBezTo>
                <a:cubicBezTo>
                  <a:pt x="13643" y="16132"/>
                  <a:pt x="13622" y="16195"/>
                  <a:pt x="13685" y="16195"/>
                </a:cubicBezTo>
                <a:cubicBezTo>
                  <a:pt x="13936" y="16258"/>
                  <a:pt x="14166" y="16362"/>
                  <a:pt x="14417" y="16467"/>
                </a:cubicBezTo>
                <a:cubicBezTo>
                  <a:pt x="14626" y="16760"/>
                  <a:pt x="14856" y="17053"/>
                  <a:pt x="15086" y="17325"/>
                </a:cubicBezTo>
                <a:cubicBezTo>
                  <a:pt x="14731" y="17199"/>
                  <a:pt x="14354" y="17116"/>
                  <a:pt x="13998" y="17011"/>
                </a:cubicBezTo>
                <a:cubicBezTo>
                  <a:pt x="13993" y="17009"/>
                  <a:pt x="13987" y="17008"/>
                  <a:pt x="13982" y="17008"/>
                </a:cubicBezTo>
                <a:cubicBezTo>
                  <a:pt x="13932" y="17008"/>
                  <a:pt x="13919" y="17097"/>
                  <a:pt x="13957" y="17116"/>
                </a:cubicBezTo>
                <a:cubicBezTo>
                  <a:pt x="14417" y="17283"/>
                  <a:pt x="14877" y="17492"/>
                  <a:pt x="15317" y="17597"/>
                </a:cubicBezTo>
                <a:cubicBezTo>
                  <a:pt x="15400" y="17639"/>
                  <a:pt x="15463" y="17723"/>
                  <a:pt x="15526" y="17764"/>
                </a:cubicBezTo>
                <a:cubicBezTo>
                  <a:pt x="15086" y="17743"/>
                  <a:pt x="14647" y="17702"/>
                  <a:pt x="14208" y="17534"/>
                </a:cubicBezTo>
                <a:cubicBezTo>
                  <a:pt x="14195" y="17532"/>
                  <a:pt x="14183" y="17531"/>
                  <a:pt x="14171" y="17531"/>
                </a:cubicBezTo>
                <a:cubicBezTo>
                  <a:pt x="14048" y="17531"/>
                  <a:pt x="13981" y="17627"/>
                  <a:pt x="14019" y="17723"/>
                </a:cubicBezTo>
                <a:cubicBezTo>
                  <a:pt x="14040" y="17848"/>
                  <a:pt x="14061" y="17974"/>
                  <a:pt x="14124" y="18120"/>
                </a:cubicBezTo>
                <a:cubicBezTo>
                  <a:pt x="13936" y="18036"/>
                  <a:pt x="13726" y="17974"/>
                  <a:pt x="13538" y="17953"/>
                </a:cubicBezTo>
                <a:cubicBezTo>
                  <a:pt x="13496" y="17953"/>
                  <a:pt x="13496" y="18015"/>
                  <a:pt x="13517" y="18036"/>
                </a:cubicBezTo>
                <a:lnTo>
                  <a:pt x="14145" y="18267"/>
                </a:lnTo>
                <a:cubicBezTo>
                  <a:pt x="14229" y="18559"/>
                  <a:pt x="14333" y="18852"/>
                  <a:pt x="14438" y="19124"/>
                </a:cubicBezTo>
                <a:cubicBezTo>
                  <a:pt x="14229" y="19083"/>
                  <a:pt x="14019" y="19020"/>
                  <a:pt x="13810" y="18957"/>
                </a:cubicBezTo>
                <a:cubicBezTo>
                  <a:pt x="13798" y="18949"/>
                  <a:pt x="13787" y="18945"/>
                  <a:pt x="13778" y="18945"/>
                </a:cubicBezTo>
                <a:cubicBezTo>
                  <a:pt x="13742" y="18945"/>
                  <a:pt x="13735" y="19003"/>
                  <a:pt x="13768" y="19020"/>
                </a:cubicBezTo>
                <a:cubicBezTo>
                  <a:pt x="14019" y="19124"/>
                  <a:pt x="14250" y="19229"/>
                  <a:pt x="14501" y="19292"/>
                </a:cubicBezTo>
                <a:cubicBezTo>
                  <a:pt x="14647" y="19627"/>
                  <a:pt x="14794" y="20003"/>
                  <a:pt x="14982" y="20317"/>
                </a:cubicBezTo>
                <a:cubicBezTo>
                  <a:pt x="14773" y="20212"/>
                  <a:pt x="14542" y="20108"/>
                  <a:pt x="14333" y="20003"/>
                </a:cubicBezTo>
                <a:cubicBezTo>
                  <a:pt x="14321" y="19995"/>
                  <a:pt x="14310" y="19992"/>
                  <a:pt x="14301" y="19992"/>
                </a:cubicBezTo>
                <a:cubicBezTo>
                  <a:pt x="14264" y="19992"/>
                  <a:pt x="14254" y="20049"/>
                  <a:pt x="14270" y="20066"/>
                </a:cubicBezTo>
                <a:cubicBezTo>
                  <a:pt x="14542" y="20212"/>
                  <a:pt x="14794" y="20359"/>
                  <a:pt x="15066" y="20463"/>
                </a:cubicBezTo>
                <a:cubicBezTo>
                  <a:pt x="15170" y="20631"/>
                  <a:pt x="15275" y="20798"/>
                  <a:pt x="15379" y="20966"/>
                </a:cubicBezTo>
                <a:cubicBezTo>
                  <a:pt x="15275" y="20966"/>
                  <a:pt x="15170" y="20966"/>
                  <a:pt x="15066" y="20945"/>
                </a:cubicBezTo>
                <a:cubicBezTo>
                  <a:pt x="14982" y="20882"/>
                  <a:pt x="14877" y="20861"/>
                  <a:pt x="14794" y="20840"/>
                </a:cubicBezTo>
                <a:cubicBezTo>
                  <a:pt x="14626" y="20756"/>
                  <a:pt x="14438" y="20673"/>
                  <a:pt x="14229" y="20589"/>
                </a:cubicBezTo>
                <a:cubicBezTo>
                  <a:pt x="14226" y="20587"/>
                  <a:pt x="14224" y="20586"/>
                  <a:pt x="14221" y="20586"/>
                </a:cubicBezTo>
                <a:cubicBezTo>
                  <a:pt x="14199" y="20586"/>
                  <a:pt x="14170" y="20652"/>
                  <a:pt x="14208" y="20652"/>
                </a:cubicBezTo>
                <a:lnTo>
                  <a:pt x="14731" y="20903"/>
                </a:lnTo>
                <a:cubicBezTo>
                  <a:pt x="14752" y="20903"/>
                  <a:pt x="14752" y="20945"/>
                  <a:pt x="14773" y="20945"/>
                </a:cubicBezTo>
                <a:lnTo>
                  <a:pt x="14019" y="20945"/>
                </a:lnTo>
                <a:lnTo>
                  <a:pt x="14019" y="20903"/>
                </a:lnTo>
                <a:cubicBezTo>
                  <a:pt x="13601" y="20024"/>
                  <a:pt x="13371" y="19083"/>
                  <a:pt x="13287" y="18120"/>
                </a:cubicBezTo>
                <a:cubicBezTo>
                  <a:pt x="13287" y="18008"/>
                  <a:pt x="13214" y="17948"/>
                  <a:pt x="13132" y="17948"/>
                </a:cubicBezTo>
                <a:cubicBezTo>
                  <a:pt x="13076" y="17948"/>
                  <a:pt x="13016" y="17977"/>
                  <a:pt x="12973" y="18036"/>
                </a:cubicBezTo>
                <a:lnTo>
                  <a:pt x="12157" y="19208"/>
                </a:lnTo>
                <a:cubicBezTo>
                  <a:pt x="11864" y="16802"/>
                  <a:pt x="12220" y="14354"/>
                  <a:pt x="13099" y="12094"/>
                </a:cubicBezTo>
                <a:close/>
                <a:moveTo>
                  <a:pt x="32432" y="18664"/>
                </a:moveTo>
                <a:cubicBezTo>
                  <a:pt x="32223" y="19020"/>
                  <a:pt x="31993" y="19375"/>
                  <a:pt x="31721" y="19689"/>
                </a:cubicBezTo>
                <a:cubicBezTo>
                  <a:pt x="31631" y="19779"/>
                  <a:pt x="31696" y="19978"/>
                  <a:pt x="31822" y="19978"/>
                </a:cubicBezTo>
                <a:cubicBezTo>
                  <a:pt x="31843" y="19978"/>
                  <a:pt x="31865" y="19973"/>
                  <a:pt x="31888" y="19961"/>
                </a:cubicBezTo>
                <a:cubicBezTo>
                  <a:pt x="32265" y="19815"/>
                  <a:pt x="32662" y="19627"/>
                  <a:pt x="33060" y="19480"/>
                </a:cubicBezTo>
                <a:lnTo>
                  <a:pt x="33060" y="19480"/>
                </a:lnTo>
                <a:cubicBezTo>
                  <a:pt x="32976" y="19689"/>
                  <a:pt x="32892" y="19919"/>
                  <a:pt x="32830" y="20129"/>
                </a:cubicBezTo>
                <a:cubicBezTo>
                  <a:pt x="32812" y="20128"/>
                  <a:pt x="32795" y="20128"/>
                  <a:pt x="32777" y="20128"/>
                </a:cubicBezTo>
                <a:cubicBezTo>
                  <a:pt x="32212" y="20128"/>
                  <a:pt x="31705" y="20449"/>
                  <a:pt x="31198" y="20652"/>
                </a:cubicBezTo>
                <a:cubicBezTo>
                  <a:pt x="30842" y="20777"/>
                  <a:pt x="30444" y="20903"/>
                  <a:pt x="30047" y="20987"/>
                </a:cubicBezTo>
                <a:cubicBezTo>
                  <a:pt x="29838" y="21042"/>
                  <a:pt x="29610" y="21098"/>
                  <a:pt x="29376" y="21098"/>
                </a:cubicBezTo>
                <a:cubicBezTo>
                  <a:pt x="29259" y="21098"/>
                  <a:pt x="29140" y="21084"/>
                  <a:pt x="29022" y="21049"/>
                </a:cubicBezTo>
                <a:cubicBezTo>
                  <a:pt x="28582" y="20945"/>
                  <a:pt x="28268" y="20463"/>
                  <a:pt x="28561" y="20003"/>
                </a:cubicBezTo>
                <a:cubicBezTo>
                  <a:pt x="28959" y="19313"/>
                  <a:pt x="30256" y="19292"/>
                  <a:pt x="30947" y="19166"/>
                </a:cubicBezTo>
                <a:cubicBezTo>
                  <a:pt x="31428" y="19062"/>
                  <a:pt x="31993" y="18915"/>
                  <a:pt x="32432" y="18664"/>
                </a:cubicBezTo>
                <a:close/>
                <a:moveTo>
                  <a:pt x="32725" y="20380"/>
                </a:moveTo>
                <a:lnTo>
                  <a:pt x="32725" y="20380"/>
                </a:lnTo>
                <a:cubicBezTo>
                  <a:pt x="32620" y="20652"/>
                  <a:pt x="32474" y="20903"/>
                  <a:pt x="32348" y="21154"/>
                </a:cubicBezTo>
                <a:cubicBezTo>
                  <a:pt x="32328" y="21070"/>
                  <a:pt x="32265" y="21008"/>
                  <a:pt x="32265" y="20945"/>
                </a:cubicBezTo>
                <a:cubicBezTo>
                  <a:pt x="32244" y="20840"/>
                  <a:pt x="32223" y="20736"/>
                  <a:pt x="32202" y="20568"/>
                </a:cubicBezTo>
                <a:cubicBezTo>
                  <a:pt x="32369" y="20505"/>
                  <a:pt x="32537" y="20443"/>
                  <a:pt x="32725" y="20380"/>
                </a:cubicBezTo>
                <a:close/>
                <a:moveTo>
                  <a:pt x="34876" y="20808"/>
                </a:moveTo>
                <a:cubicBezTo>
                  <a:pt x="35287" y="20808"/>
                  <a:pt x="35532" y="21190"/>
                  <a:pt x="35341" y="21572"/>
                </a:cubicBezTo>
                <a:cubicBezTo>
                  <a:pt x="35278" y="21698"/>
                  <a:pt x="35173" y="21782"/>
                  <a:pt x="35069" y="21865"/>
                </a:cubicBezTo>
                <a:cubicBezTo>
                  <a:pt x="34943" y="21510"/>
                  <a:pt x="34838" y="21154"/>
                  <a:pt x="34713" y="20819"/>
                </a:cubicBezTo>
                <a:lnTo>
                  <a:pt x="34755" y="20819"/>
                </a:lnTo>
                <a:cubicBezTo>
                  <a:pt x="34797" y="20812"/>
                  <a:pt x="34837" y="20808"/>
                  <a:pt x="34876" y="20808"/>
                </a:cubicBezTo>
                <a:close/>
                <a:moveTo>
                  <a:pt x="32035" y="20673"/>
                </a:moveTo>
                <a:cubicBezTo>
                  <a:pt x="32035" y="20882"/>
                  <a:pt x="32097" y="21175"/>
                  <a:pt x="32244" y="21363"/>
                </a:cubicBezTo>
                <a:lnTo>
                  <a:pt x="32244" y="21405"/>
                </a:lnTo>
                <a:cubicBezTo>
                  <a:pt x="32139" y="21593"/>
                  <a:pt x="32014" y="21782"/>
                  <a:pt x="31888" y="21970"/>
                </a:cubicBezTo>
                <a:cubicBezTo>
                  <a:pt x="31888" y="21761"/>
                  <a:pt x="31783" y="21572"/>
                  <a:pt x="31700" y="21384"/>
                </a:cubicBezTo>
                <a:cubicBezTo>
                  <a:pt x="31637" y="21238"/>
                  <a:pt x="31595" y="21091"/>
                  <a:pt x="31532" y="20945"/>
                </a:cubicBezTo>
                <a:cubicBezTo>
                  <a:pt x="31700" y="20861"/>
                  <a:pt x="31888" y="20777"/>
                  <a:pt x="32035" y="20673"/>
                </a:cubicBezTo>
                <a:close/>
                <a:moveTo>
                  <a:pt x="34504" y="20631"/>
                </a:moveTo>
                <a:cubicBezTo>
                  <a:pt x="34608" y="21091"/>
                  <a:pt x="34734" y="21552"/>
                  <a:pt x="34922" y="21991"/>
                </a:cubicBezTo>
                <a:cubicBezTo>
                  <a:pt x="34880" y="22012"/>
                  <a:pt x="34859" y="22012"/>
                  <a:pt x="34838" y="22033"/>
                </a:cubicBezTo>
                <a:lnTo>
                  <a:pt x="34524" y="22200"/>
                </a:lnTo>
                <a:cubicBezTo>
                  <a:pt x="34462" y="22033"/>
                  <a:pt x="34399" y="21886"/>
                  <a:pt x="34336" y="21719"/>
                </a:cubicBezTo>
                <a:lnTo>
                  <a:pt x="34190" y="21175"/>
                </a:lnTo>
                <a:cubicBezTo>
                  <a:pt x="34252" y="20987"/>
                  <a:pt x="34315" y="20819"/>
                  <a:pt x="34357" y="20631"/>
                </a:cubicBezTo>
                <a:close/>
                <a:moveTo>
                  <a:pt x="34106" y="21300"/>
                </a:moveTo>
                <a:cubicBezTo>
                  <a:pt x="34148" y="21614"/>
                  <a:pt x="34211" y="21991"/>
                  <a:pt x="34357" y="22242"/>
                </a:cubicBezTo>
                <a:cubicBezTo>
                  <a:pt x="34294" y="22284"/>
                  <a:pt x="34211" y="22326"/>
                  <a:pt x="34106" y="22347"/>
                </a:cubicBezTo>
                <a:cubicBezTo>
                  <a:pt x="34085" y="22284"/>
                  <a:pt x="34043" y="22221"/>
                  <a:pt x="34022" y="22137"/>
                </a:cubicBezTo>
                <a:cubicBezTo>
                  <a:pt x="34001" y="22033"/>
                  <a:pt x="33980" y="21928"/>
                  <a:pt x="33939" y="21803"/>
                </a:cubicBezTo>
                <a:cubicBezTo>
                  <a:pt x="33939" y="21803"/>
                  <a:pt x="33939" y="21782"/>
                  <a:pt x="33918" y="21782"/>
                </a:cubicBezTo>
                <a:cubicBezTo>
                  <a:pt x="33980" y="21614"/>
                  <a:pt x="34043" y="21468"/>
                  <a:pt x="34106" y="21300"/>
                </a:cubicBezTo>
                <a:close/>
                <a:moveTo>
                  <a:pt x="40048" y="11550"/>
                </a:moveTo>
                <a:cubicBezTo>
                  <a:pt x="40048" y="12408"/>
                  <a:pt x="39986" y="13266"/>
                  <a:pt x="39776" y="14165"/>
                </a:cubicBezTo>
                <a:cubicBezTo>
                  <a:pt x="39483" y="15358"/>
                  <a:pt x="39044" y="16488"/>
                  <a:pt x="38500" y="17597"/>
                </a:cubicBezTo>
                <a:cubicBezTo>
                  <a:pt x="38428" y="17705"/>
                  <a:pt x="38511" y="17861"/>
                  <a:pt x="38643" y="17861"/>
                </a:cubicBezTo>
                <a:cubicBezTo>
                  <a:pt x="38664" y="17861"/>
                  <a:pt x="38686" y="17857"/>
                  <a:pt x="38709" y="17848"/>
                </a:cubicBezTo>
                <a:cubicBezTo>
                  <a:pt x="40278" y="17409"/>
                  <a:pt x="41743" y="16655"/>
                  <a:pt x="42978" y="15609"/>
                </a:cubicBezTo>
                <a:lnTo>
                  <a:pt x="42978" y="15609"/>
                </a:lnTo>
                <a:cubicBezTo>
                  <a:pt x="42266" y="16906"/>
                  <a:pt x="41534" y="18120"/>
                  <a:pt x="40425" y="19208"/>
                </a:cubicBezTo>
                <a:cubicBezTo>
                  <a:pt x="39776" y="19857"/>
                  <a:pt x="39044" y="20463"/>
                  <a:pt x="38291" y="21008"/>
                </a:cubicBezTo>
                <a:cubicBezTo>
                  <a:pt x="37600" y="21510"/>
                  <a:pt x="36847" y="21907"/>
                  <a:pt x="36240" y="22451"/>
                </a:cubicBezTo>
                <a:cubicBezTo>
                  <a:pt x="36115" y="22116"/>
                  <a:pt x="35989" y="21782"/>
                  <a:pt x="35822" y="21426"/>
                </a:cubicBezTo>
                <a:cubicBezTo>
                  <a:pt x="35822" y="21405"/>
                  <a:pt x="35801" y="21384"/>
                  <a:pt x="35780" y="21384"/>
                </a:cubicBezTo>
                <a:cubicBezTo>
                  <a:pt x="35822" y="20903"/>
                  <a:pt x="35466" y="20484"/>
                  <a:pt x="34985" y="20463"/>
                </a:cubicBezTo>
                <a:cubicBezTo>
                  <a:pt x="34943" y="20380"/>
                  <a:pt x="34838" y="20359"/>
                  <a:pt x="34755" y="20338"/>
                </a:cubicBezTo>
                <a:cubicBezTo>
                  <a:pt x="34671" y="20317"/>
                  <a:pt x="34608" y="20317"/>
                  <a:pt x="34524" y="20317"/>
                </a:cubicBezTo>
                <a:lnTo>
                  <a:pt x="34755" y="19606"/>
                </a:lnTo>
                <a:cubicBezTo>
                  <a:pt x="35257" y="19940"/>
                  <a:pt x="35717" y="20275"/>
                  <a:pt x="36219" y="20652"/>
                </a:cubicBezTo>
                <a:cubicBezTo>
                  <a:pt x="36246" y="20673"/>
                  <a:pt x="36274" y="20682"/>
                  <a:pt x="36301" y="20682"/>
                </a:cubicBezTo>
                <a:cubicBezTo>
                  <a:pt x="36380" y="20682"/>
                  <a:pt x="36449" y="20604"/>
                  <a:pt x="36449" y="20526"/>
                </a:cubicBezTo>
                <a:lnTo>
                  <a:pt x="36449" y="19836"/>
                </a:lnTo>
                <a:cubicBezTo>
                  <a:pt x="36512" y="19836"/>
                  <a:pt x="36533" y="19794"/>
                  <a:pt x="36512" y="19752"/>
                </a:cubicBezTo>
                <a:lnTo>
                  <a:pt x="36449" y="19710"/>
                </a:lnTo>
                <a:cubicBezTo>
                  <a:pt x="36408" y="18769"/>
                  <a:pt x="36282" y="17827"/>
                  <a:pt x="36031" y="16906"/>
                </a:cubicBezTo>
                <a:cubicBezTo>
                  <a:pt x="37182" y="16593"/>
                  <a:pt x="38040" y="15421"/>
                  <a:pt x="38688" y="14479"/>
                </a:cubicBezTo>
                <a:cubicBezTo>
                  <a:pt x="39274" y="13580"/>
                  <a:pt x="39734" y="12596"/>
                  <a:pt x="40048" y="11550"/>
                </a:cubicBezTo>
                <a:close/>
                <a:moveTo>
                  <a:pt x="33897" y="21949"/>
                </a:moveTo>
                <a:cubicBezTo>
                  <a:pt x="33897" y="22033"/>
                  <a:pt x="33918" y="22137"/>
                  <a:pt x="33939" y="22221"/>
                </a:cubicBezTo>
                <a:cubicBezTo>
                  <a:pt x="33918" y="22284"/>
                  <a:pt x="33939" y="22347"/>
                  <a:pt x="33980" y="22430"/>
                </a:cubicBezTo>
                <a:cubicBezTo>
                  <a:pt x="33897" y="22451"/>
                  <a:pt x="33792" y="22514"/>
                  <a:pt x="33708" y="22535"/>
                </a:cubicBezTo>
                <a:cubicBezTo>
                  <a:pt x="33688" y="22535"/>
                  <a:pt x="33667" y="22514"/>
                  <a:pt x="33667" y="22514"/>
                </a:cubicBezTo>
                <a:lnTo>
                  <a:pt x="33897" y="21949"/>
                </a:lnTo>
                <a:close/>
                <a:moveTo>
                  <a:pt x="31428" y="20945"/>
                </a:moveTo>
                <a:cubicBezTo>
                  <a:pt x="31470" y="21091"/>
                  <a:pt x="31511" y="21238"/>
                  <a:pt x="31532" y="21384"/>
                </a:cubicBezTo>
                <a:cubicBezTo>
                  <a:pt x="31595" y="21593"/>
                  <a:pt x="31616" y="21803"/>
                  <a:pt x="31742" y="21991"/>
                </a:cubicBezTo>
                <a:cubicBezTo>
                  <a:pt x="31763" y="22012"/>
                  <a:pt x="31804" y="22012"/>
                  <a:pt x="31825" y="22012"/>
                </a:cubicBezTo>
                <a:lnTo>
                  <a:pt x="31428" y="22556"/>
                </a:lnTo>
                <a:cubicBezTo>
                  <a:pt x="31302" y="22075"/>
                  <a:pt x="31093" y="21614"/>
                  <a:pt x="30842" y="21175"/>
                </a:cubicBezTo>
                <a:cubicBezTo>
                  <a:pt x="30967" y="21112"/>
                  <a:pt x="31093" y="21091"/>
                  <a:pt x="31198" y="21049"/>
                </a:cubicBezTo>
                <a:cubicBezTo>
                  <a:pt x="31281" y="21008"/>
                  <a:pt x="31365" y="20987"/>
                  <a:pt x="31428" y="20945"/>
                </a:cubicBezTo>
                <a:close/>
                <a:moveTo>
                  <a:pt x="33813" y="12868"/>
                </a:moveTo>
                <a:cubicBezTo>
                  <a:pt x="34148" y="13349"/>
                  <a:pt x="34441" y="13873"/>
                  <a:pt x="34713" y="14437"/>
                </a:cubicBezTo>
                <a:cubicBezTo>
                  <a:pt x="34566" y="14354"/>
                  <a:pt x="34441" y="14270"/>
                  <a:pt x="34294" y="14228"/>
                </a:cubicBezTo>
                <a:cubicBezTo>
                  <a:pt x="34286" y="14220"/>
                  <a:pt x="34278" y="14217"/>
                  <a:pt x="34272" y="14217"/>
                </a:cubicBezTo>
                <a:cubicBezTo>
                  <a:pt x="34246" y="14217"/>
                  <a:pt x="34236" y="14270"/>
                  <a:pt x="34252" y="14270"/>
                </a:cubicBezTo>
                <a:cubicBezTo>
                  <a:pt x="34462" y="14375"/>
                  <a:pt x="34650" y="14500"/>
                  <a:pt x="34817" y="14668"/>
                </a:cubicBezTo>
                <a:cubicBezTo>
                  <a:pt x="34943" y="14919"/>
                  <a:pt x="35048" y="15191"/>
                  <a:pt x="35152" y="15442"/>
                </a:cubicBezTo>
                <a:cubicBezTo>
                  <a:pt x="34922" y="15295"/>
                  <a:pt x="34650" y="15170"/>
                  <a:pt x="34441" y="15023"/>
                </a:cubicBezTo>
                <a:cubicBezTo>
                  <a:pt x="34436" y="15021"/>
                  <a:pt x="34431" y="15020"/>
                  <a:pt x="34426" y="15020"/>
                </a:cubicBezTo>
                <a:cubicBezTo>
                  <a:pt x="34387" y="15020"/>
                  <a:pt x="34343" y="15088"/>
                  <a:pt x="34399" y="15107"/>
                </a:cubicBezTo>
                <a:cubicBezTo>
                  <a:pt x="34566" y="15212"/>
                  <a:pt x="34734" y="15337"/>
                  <a:pt x="34922" y="15442"/>
                </a:cubicBezTo>
                <a:cubicBezTo>
                  <a:pt x="35027" y="15526"/>
                  <a:pt x="35152" y="15630"/>
                  <a:pt x="35257" y="15714"/>
                </a:cubicBezTo>
                <a:cubicBezTo>
                  <a:pt x="35382" y="16049"/>
                  <a:pt x="35487" y="16362"/>
                  <a:pt x="35571" y="16697"/>
                </a:cubicBezTo>
                <a:cubicBezTo>
                  <a:pt x="35403" y="16551"/>
                  <a:pt x="35236" y="16446"/>
                  <a:pt x="35048" y="16300"/>
                </a:cubicBezTo>
                <a:cubicBezTo>
                  <a:pt x="35045" y="16297"/>
                  <a:pt x="35041" y="16295"/>
                  <a:pt x="35038" y="16295"/>
                </a:cubicBezTo>
                <a:cubicBezTo>
                  <a:pt x="35017" y="16295"/>
                  <a:pt x="34991" y="16344"/>
                  <a:pt x="35027" y="16362"/>
                </a:cubicBezTo>
                <a:cubicBezTo>
                  <a:pt x="35236" y="16530"/>
                  <a:pt x="35445" y="16697"/>
                  <a:pt x="35613" y="16865"/>
                </a:cubicBezTo>
                <a:cubicBezTo>
                  <a:pt x="35696" y="17158"/>
                  <a:pt x="35759" y="17430"/>
                  <a:pt x="35822" y="17723"/>
                </a:cubicBezTo>
                <a:cubicBezTo>
                  <a:pt x="35717" y="17639"/>
                  <a:pt x="35592" y="17555"/>
                  <a:pt x="35487" y="17492"/>
                </a:cubicBezTo>
                <a:cubicBezTo>
                  <a:pt x="35278" y="17325"/>
                  <a:pt x="35089" y="17199"/>
                  <a:pt x="34880" y="17032"/>
                </a:cubicBezTo>
                <a:cubicBezTo>
                  <a:pt x="34876" y="17030"/>
                  <a:pt x="34871" y="17029"/>
                  <a:pt x="34866" y="17029"/>
                </a:cubicBezTo>
                <a:cubicBezTo>
                  <a:pt x="34826" y="17029"/>
                  <a:pt x="34782" y="17097"/>
                  <a:pt x="34838" y="17116"/>
                </a:cubicBezTo>
                <a:cubicBezTo>
                  <a:pt x="35027" y="17283"/>
                  <a:pt x="35236" y="17430"/>
                  <a:pt x="35403" y="17597"/>
                </a:cubicBezTo>
                <a:cubicBezTo>
                  <a:pt x="35571" y="17723"/>
                  <a:pt x="35696" y="17848"/>
                  <a:pt x="35885" y="17953"/>
                </a:cubicBezTo>
                <a:cubicBezTo>
                  <a:pt x="35926" y="18183"/>
                  <a:pt x="35968" y="18392"/>
                  <a:pt x="35989" y="18643"/>
                </a:cubicBezTo>
                <a:cubicBezTo>
                  <a:pt x="35926" y="18601"/>
                  <a:pt x="35885" y="18559"/>
                  <a:pt x="35822" y="18539"/>
                </a:cubicBezTo>
                <a:cubicBezTo>
                  <a:pt x="35717" y="18455"/>
                  <a:pt x="35613" y="18371"/>
                  <a:pt x="35529" y="18267"/>
                </a:cubicBezTo>
                <a:cubicBezTo>
                  <a:pt x="35525" y="18263"/>
                  <a:pt x="35519" y="18261"/>
                  <a:pt x="35512" y="18261"/>
                </a:cubicBezTo>
                <a:cubicBezTo>
                  <a:pt x="35481" y="18261"/>
                  <a:pt x="35432" y="18295"/>
                  <a:pt x="35466" y="18329"/>
                </a:cubicBezTo>
                <a:cubicBezTo>
                  <a:pt x="35529" y="18434"/>
                  <a:pt x="35633" y="18539"/>
                  <a:pt x="35738" y="18601"/>
                </a:cubicBezTo>
                <a:cubicBezTo>
                  <a:pt x="35822" y="18664"/>
                  <a:pt x="35926" y="18748"/>
                  <a:pt x="36010" y="18790"/>
                </a:cubicBezTo>
                <a:cubicBezTo>
                  <a:pt x="36031" y="18999"/>
                  <a:pt x="36052" y="19208"/>
                  <a:pt x="36052" y="19417"/>
                </a:cubicBezTo>
                <a:cubicBezTo>
                  <a:pt x="36010" y="19396"/>
                  <a:pt x="35989" y="19375"/>
                  <a:pt x="35926" y="19334"/>
                </a:cubicBezTo>
                <a:cubicBezTo>
                  <a:pt x="35717" y="19208"/>
                  <a:pt x="35529" y="19062"/>
                  <a:pt x="35320" y="18915"/>
                </a:cubicBezTo>
                <a:cubicBezTo>
                  <a:pt x="35309" y="18908"/>
                  <a:pt x="35299" y="18905"/>
                  <a:pt x="35290" y="18905"/>
                </a:cubicBezTo>
                <a:cubicBezTo>
                  <a:pt x="35240" y="18905"/>
                  <a:pt x="35208" y="18985"/>
                  <a:pt x="35278" y="19020"/>
                </a:cubicBezTo>
                <a:lnTo>
                  <a:pt x="35843" y="19480"/>
                </a:lnTo>
                <a:cubicBezTo>
                  <a:pt x="35926" y="19522"/>
                  <a:pt x="35989" y="19585"/>
                  <a:pt x="36052" y="19668"/>
                </a:cubicBezTo>
                <a:cubicBezTo>
                  <a:pt x="36052" y="19836"/>
                  <a:pt x="36094" y="20045"/>
                  <a:pt x="36094" y="20233"/>
                </a:cubicBezTo>
                <a:cubicBezTo>
                  <a:pt x="35613" y="19899"/>
                  <a:pt x="35173" y="19564"/>
                  <a:pt x="34692" y="19250"/>
                </a:cubicBezTo>
                <a:cubicBezTo>
                  <a:pt x="34674" y="19226"/>
                  <a:pt x="34649" y="19216"/>
                  <a:pt x="34622" y="19216"/>
                </a:cubicBezTo>
                <a:cubicBezTo>
                  <a:pt x="34556" y="19216"/>
                  <a:pt x="34477" y="19280"/>
                  <a:pt x="34462" y="19355"/>
                </a:cubicBezTo>
                <a:cubicBezTo>
                  <a:pt x="34420" y="19480"/>
                  <a:pt x="34378" y="19606"/>
                  <a:pt x="34336" y="19773"/>
                </a:cubicBezTo>
                <a:cubicBezTo>
                  <a:pt x="34169" y="19668"/>
                  <a:pt x="34001" y="19606"/>
                  <a:pt x="33813" y="19501"/>
                </a:cubicBezTo>
                <a:cubicBezTo>
                  <a:pt x="33809" y="19499"/>
                  <a:pt x="33804" y="19498"/>
                  <a:pt x="33799" y="19498"/>
                </a:cubicBezTo>
                <a:cubicBezTo>
                  <a:pt x="33763" y="19498"/>
                  <a:pt x="33734" y="19566"/>
                  <a:pt x="33771" y="19585"/>
                </a:cubicBezTo>
                <a:cubicBezTo>
                  <a:pt x="33918" y="19689"/>
                  <a:pt x="34106" y="19815"/>
                  <a:pt x="34294" y="19899"/>
                </a:cubicBezTo>
                <a:cubicBezTo>
                  <a:pt x="34211" y="20129"/>
                  <a:pt x="34127" y="20359"/>
                  <a:pt x="34043" y="20631"/>
                </a:cubicBezTo>
                <a:cubicBezTo>
                  <a:pt x="34022" y="20610"/>
                  <a:pt x="33980" y="20610"/>
                  <a:pt x="33939" y="20568"/>
                </a:cubicBezTo>
                <a:cubicBezTo>
                  <a:pt x="33876" y="20547"/>
                  <a:pt x="33792" y="20505"/>
                  <a:pt x="33729" y="20463"/>
                </a:cubicBezTo>
                <a:cubicBezTo>
                  <a:pt x="33725" y="20461"/>
                  <a:pt x="33720" y="20460"/>
                  <a:pt x="33715" y="20460"/>
                </a:cubicBezTo>
                <a:cubicBezTo>
                  <a:pt x="33675" y="20460"/>
                  <a:pt x="33632" y="20529"/>
                  <a:pt x="33688" y="20547"/>
                </a:cubicBezTo>
                <a:cubicBezTo>
                  <a:pt x="33771" y="20610"/>
                  <a:pt x="33813" y="20631"/>
                  <a:pt x="33897" y="20673"/>
                </a:cubicBezTo>
                <a:cubicBezTo>
                  <a:pt x="33918" y="20715"/>
                  <a:pt x="33980" y="20736"/>
                  <a:pt x="34001" y="20756"/>
                </a:cubicBezTo>
                <a:cubicBezTo>
                  <a:pt x="33897" y="21049"/>
                  <a:pt x="33792" y="21363"/>
                  <a:pt x="33667" y="21635"/>
                </a:cubicBezTo>
                <a:cubicBezTo>
                  <a:pt x="33604" y="21614"/>
                  <a:pt x="33562" y="21572"/>
                  <a:pt x="33499" y="21531"/>
                </a:cubicBezTo>
                <a:cubicBezTo>
                  <a:pt x="33395" y="21468"/>
                  <a:pt x="33290" y="21405"/>
                  <a:pt x="33185" y="21342"/>
                </a:cubicBezTo>
                <a:cubicBezTo>
                  <a:pt x="33180" y="21332"/>
                  <a:pt x="33173" y="21328"/>
                  <a:pt x="33165" y="21328"/>
                </a:cubicBezTo>
                <a:cubicBezTo>
                  <a:pt x="33140" y="21328"/>
                  <a:pt x="33112" y="21368"/>
                  <a:pt x="33144" y="21384"/>
                </a:cubicBezTo>
                <a:cubicBezTo>
                  <a:pt x="33248" y="21468"/>
                  <a:pt x="33311" y="21552"/>
                  <a:pt x="33416" y="21614"/>
                </a:cubicBezTo>
                <a:cubicBezTo>
                  <a:pt x="33478" y="21677"/>
                  <a:pt x="33562" y="21719"/>
                  <a:pt x="33604" y="21782"/>
                </a:cubicBezTo>
                <a:cubicBezTo>
                  <a:pt x="33499" y="22012"/>
                  <a:pt x="33395" y="22242"/>
                  <a:pt x="33311" y="22493"/>
                </a:cubicBezTo>
                <a:cubicBezTo>
                  <a:pt x="33269" y="22451"/>
                  <a:pt x="33185" y="22430"/>
                  <a:pt x="33144" y="22409"/>
                </a:cubicBezTo>
                <a:cubicBezTo>
                  <a:pt x="33039" y="22347"/>
                  <a:pt x="32934" y="22284"/>
                  <a:pt x="32830" y="22179"/>
                </a:cubicBezTo>
                <a:cubicBezTo>
                  <a:pt x="32815" y="22169"/>
                  <a:pt x="32801" y="22165"/>
                  <a:pt x="32789" y="22165"/>
                </a:cubicBezTo>
                <a:cubicBezTo>
                  <a:pt x="32752" y="22165"/>
                  <a:pt x="32735" y="22205"/>
                  <a:pt x="32767" y="22221"/>
                </a:cubicBezTo>
                <a:cubicBezTo>
                  <a:pt x="32851" y="22326"/>
                  <a:pt x="32955" y="22409"/>
                  <a:pt x="33060" y="22493"/>
                </a:cubicBezTo>
                <a:cubicBezTo>
                  <a:pt x="33102" y="22535"/>
                  <a:pt x="33185" y="22598"/>
                  <a:pt x="33269" y="22619"/>
                </a:cubicBezTo>
                <a:cubicBezTo>
                  <a:pt x="33248" y="22640"/>
                  <a:pt x="33248" y="22660"/>
                  <a:pt x="33206" y="22702"/>
                </a:cubicBezTo>
                <a:cubicBezTo>
                  <a:pt x="33081" y="22744"/>
                  <a:pt x="32955" y="22765"/>
                  <a:pt x="32830" y="22807"/>
                </a:cubicBezTo>
                <a:cubicBezTo>
                  <a:pt x="32683" y="22723"/>
                  <a:pt x="32516" y="22660"/>
                  <a:pt x="32369" y="22619"/>
                </a:cubicBezTo>
                <a:cubicBezTo>
                  <a:pt x="32366" y="22617"/>
                  <a:pt x="32362" y="22616"/>
                  <a:pt x="32358" y="22616"/>
                </a:cubicBezTo>
                <a:cubicBezTo>
                  <a:pt x="32324" y="22616"/>
                  <a:pt x="32310" y="22702"/>
                  <a:pt x="32348" y="22702"/>
                </a:cubicBezTo>
                <a:cubicBezTo>
                  <a:pt x="32453" y="22723"/>
                  <a:pt x="32558" y="22765"/>
                  <a:pt x="32641" y="22828"/>
                </a:cubicBezTo>
                <a:cubicBezTo>
                  <a:pt x="32244" y="22932"/>
                  <a:pt x="31846" y="23037"/>
                  <a:pt x="31470" y="23079"/>
                </a:cubicBezTo>
                <a:cubicBezTo>
                  <a:pt x="31951" y="22702"/>
                  <a:pt x="32328" y="22012"/>
                  <a:pt x="32620" y="21489"/>
                </a:cubicBezTo>
                <a:cubicBezTo>
                  <a:pt x="32997" y="20777"/>
                  <a:pt x="33290" y="20024"/>
                  <a:pt x="33499" y="19250"/>
                </a:cubicBezTo>
                <a:cubicBezTo>
                  <a:pt x="33517" y="19161"/>
                  <a:pt x="33444" y="19027"/>
                  <a:pt x="33345" y="19027"/>
                </a:cubicBezTo>
                <a:cubicBezTo>
                  <a:pt x="33327" y="19027"/>
                  <a:pt x="33309" y="19031"/>
                  <a:pt x="33290" y="19041"/>
                </a:cubicBezTo>
                <a:cubicBezTo>
                  <a:pt x="32976" y="19166"/>
                  <a:pt x="32683" y="19292"/>
                  <a:pt x="32369" y="19417"/>
                </a:cubicBezTo>
                <a:cubicBezTo>
                  <a:pt x="33688" y="17513"/>
                  <a:pt x="33980" y="15128"/>
                  <a:pt x="33813" y="12868"/>
                </a:cubicBezTo>
                <a:close/>
                <a:moveTo>
                  <a:pt x="30716" y="21196"/>
                </a:moveTo>
                <a:cubicBezTo>
                  <a:pt x="30967" y="21719"/>
                  <a:pt x="31156" y="22221"/>
                  <a:pt x="31302" y="22765"/>
                </a:cubicBezTo>
                <a:cubicBezTo>
                  <a:pt x="31260" y="22870"/>
                  <a:pt x="31198" y="22974"/>
                  <a:pt x="31156" y="23100"/>
                </a:cubicBezTo>
                <a:cubicBezTo>
                  <a:pt x="31072" y="23100"/>
                  <a:pt x="31009" y="23142"/>
                  <a:pt x="30947" y="23142"/>
                </a:cubicBezTo>
                <a:cubicBezTo>
                  <a:pt x="30947" y="23100"/>
                  <a:pt x="30905" y="23079"/>
                  <a:pt x="30884" y="23079"/>
                </a:cubicBezTo>
                <a:lnTo>
                  <a:pt x="30863" y="23079"/>
                </a:lnTo>
                <a:cubicBezTo>
                  <a:pt x="30779" y="22974"/>
                  <a:pt x="30695" y="22660"/>
                  <a:pt x="30675" y="22619"/>
                </a:cubicBezTo>
                <a:cubicBezTo>
                  <a:pt x="30633" y="22451"/>
                  <a:pt x="30549" y="22326"/>
                  <a:pt x="30486" y="22158"/>
                </a:cubicBezTo>
                <a:cubicBezTo>
                  <a:pt x="30382" y="21907"/>
                  <a:pt x="30256" y="21614"/>
                  <a:pt x="30151" y="21363"/>
                </a:cubicBezTo>
                <a:cubicBezTo>
                  <a:pt x="30340" y="21300"/>
                  <a:pt x="30549" y="21280"/>
                  <a:pt x="30716" y="21196"/>
                </a:cubicBezTo>
                <a:close/>
                <a:moveTo>
                  <a:pt x="30047" y="21384"/>
                </a:moveTo>
                <a:cubicBezTo>
                  <a:pt x="30214" y="21824"/>
                  <a:pt x="30361" y="22242"/>
                  <a:pt x="30528" y="22660"/>
                </a:cubicBezTo>
                <a:cubicBezTo>
                  <a:pt x="30570" y="22765"/>
                  <a:pt x="30591" y="23037"/>
                  <a:pt x="30695" y="23184"/>
                </a:cubicBezTo>
                <a:cubicBezTo>
                  <a:pt x="30528" y="23204"/>
                  <a:pt x="30361" y="23246"/>
                  <a:pt x="30172" y="23267"/>
                </a:cubicBezTo>
                <a:cubicBezTo>
                  <a:pt x="30026" y="22619"/>
                  <a:pt x="29649" y="21949"/>
                  <a:pt x="29210" y="21426"/>
                </a:cubicBezTo>
                <a:lnTo>
                  <a:pt x="29210" y="21426"/>
                </a:lnTo>
                <a:cubicBezTo>
                  <a:pt x="29273" y="21447"/>
                  <a:pt x="29346" y="21457"/>
                  <a:pt x="29419" y="21457"/>
                </a:cubicBezTo>
                <a:cubicBezTo>
                  <a:pt x="29492" y="21457"/>
                  <a:pt x="29566" y="21447"/>
                  <a:pt x="29628" y="21426"/>
                </a:cubicBezTo>
                <a:cubicBezTo>
                  <a:pt x="29754" y="21426"/>
                  <a:pt x="29921" y="21405"/>
                  <a:pt x="30047" y="21384"/>
                </a:cubicBezTo>
                <a:close/>
                <a:moveTo>
                  <a:pt x="15672" y="26322"/>
                </a:moveTo>
                <a:cubicBezTo>
                  <a:pt x="15840" y="26762"/>
                  <a:pt x="16112" y="27159"/>
                  <a:pt x="16405" y="27557"/>
                </a:cubicBezTo>
                <a:cubicBezTo>
                  <a:pt x="16321" y="27536"/>
                  <a:pt x="16237" y="27515"/>
                  <a:pt x="16154" y="27515"/>
                </a:cubicBezTo>
                <a:cubicBezTo>
                  <a:pt x="16028" y="27306"/>
                  <a:pt x="15840" y="27138"/>
                  <a:pt x="15693" y="26929"/>
                </a:cubicBezTo>
                <a:cubicBezTo>
                  <a:pt x="15526" y="26741"/>
                  <a:pt x="15400" y="26573"/>
                  <a:pt x="15275" y="26385"/>
                </a:cubicBezTo>
                <a:cubicBezTo>
                  <a:pt x="15400" y="26343"/>
                  <a:pt x="15526" y="26322"/>
                  <a:pt x="15672" y="26322"/>
                </a:cubicBezTo>
                <a:close/>
                <a:moveTo>
                  <a:pt x="15107" y="26427"/>
                </a:moveTo>
                <a:cubicBezTo>
                  <a:pt x="15254" y="26636"/>
                  <a:pt x="15379" y="26887"/>
                  <a:pt x="15526" y="27096"/>
                </a:cubicBezTo>
                <a:cubicBezTo>
                  <a:pt x="15630" y="27243"/>
                  <a:pt x="15735" y="27410"/>
                  <a:pt x="15882" y="27557"/>
                </a:cubicBezTo>
                <a:cubicBezTo>
                  <a:pt x="15867" y="27552"/>
                  <a:pt x="15850" y="27549"/>
                  <a:pt x="15831" y="27549"/>
                </a:cubicBezTo>
                <a:cubicBezTo>
                  <a:pt x="15771" y="27549"/>
                  <a:pt x="15694" y="27576"/>
                  <a:pt x="15630" y="27640"/>
                </a:cubicBezTo>
                <a:cubicBezTo>
                  <a:pt x="15589" y="27661"/>
                  <a:pt x="15568" y="27682"/>
                  <a:pt x="15505" y="27682"/>
                </a:cubicBezTo>
                <a:cubicBezTo>
                  <a:pt x="15212" y="27306"/>
                  <a:pt x="14898" y="26908"/>
                  <a:pt x="14647" y="26510"/>
                </a:cubicBezTo>
                <a:lnTo>
                  <a:pt x="15107" y="26427"/>
                </a:lnTo>
                <a:close/>
                <a:moveTo>
                  <a:pt x="14542" y="26510"/>
                </a:moveTo>
                <a:cubicBezTo>
                  <a:pt x="14773" y="26929"/>
                  <a:pt x="15003" y="27347"/>
                  <a:pt x="15317" y="27745"/>
                </a:cubicBezTo>
                <a:cubicBezTo>
                  <a:pt x="15170" y="27787"/>
                  <a:pt x="15045" y="27850"/>
                  <a:pt x="14877" y="27870"/>
                </a:cubicBezTo>
                <a:cubicBezTo>
                  <a:pt x="14773" y="27682"/>
                  <a:pt x="14584" y="27557"/>
                  <a:pt x="14459" y="27410"/>
                </a:cubicBezTo>
                <a:cubicBezTo>
                  <a:pt x="14270" y="27159"/>
                  <a:pt x="14103" y="26908"/>
                  <a:pt x="13936" y="26636"/>
                </a:cubicBezTo>
                <a:cubicBezTo>
                  <a:pt x="14145" y="26594"/>
                  <a:pt x="14333" y="26531"/>
                  <a:pt x="14542" y="26510"/>
                </a:cubicBezTo>
                <a:close/>
                <a:moveTo>
                  <a:pt x="12178" y="27138"/>
                </a:moveTo>
                <a:cubicBezTo>
                  <a:pt x="12283" y="27326"/>
                  <a:pt x="12387" y="27515"/>
                  <a:pt x="12534" y="27682"/>
                </a:cubicBezTo>
                <a:lnTo>
                  <a:pt x="12764" y="27996"/>
                </a:lnTo>
                <a:cubicBezTo>
                  <a:pt x="12262" y="27933"/>
                  <a:pt x="12073" y="27682"/>
                  <a:pt x="11864" y="27243"/>
                </a:cubicBezTo>
                <a:cubicBezTo>
                  <a:pt x="11969" y="27222"/>
                  <a:pt x="12073" y="27159"/>
                  <a:pt x="12178" y="27138"/>
                </a:cubicBezTo>
                <a:close/>
                <a:moveTo>
                  <a:pt x="13831" y="26657"/>
                </a:moveTo>
                <a:cubicBezTo>
                  <a:pt x="13957" y="26950"/>
                  <a:pt x="14124" y="27243"/>
                  <a:pt x="14312" y="27515"/>
                </a:cubicBezTo>
                <a:cubicBezTo>
                  <a:pt x="14417" y="27640"/>
                  <a:pt x="14480" y="27787"/>
                  <a:pt x="14626" y="27933"/>
                </a:cubicBezTo>
                <a:cubicBezTo>
                  <a:pt x="14459" y="27975"/>
                  <a:pt x="14333" y="27996"/>
                  <a:pt x="14208" y="27996"/>
                </a:cubicBezTo>
                <a:cubicBezTo>
                  <a:pt x="14103" y="27787"/>
                  <a:pt x="13915" y="27619"/>
                  <a:pt x="13789" y="27452"/>
                </a:cubicBezTo>
                <a:cubicBezTo>
                  <a:pt x="13622" y="27243"/>
                  <a:pt x="13475" y="27034"/>
                  <a:pt x="13287" y="26824"/>
                </a:cubicBezTo>
                <a:lnTo>
                  <a:pt x="13831" y="26657"/>
                </a:lnTo>
                <a:close/>
                <a:moveTo>
                  <a:pt x="12638" y="27013"/>
                </a:moveTo>
                <a:cubicBezTo>
                  <a:pt x="12722" y="27243"/>
                  <a:pt x="12848" y="27452"/>
                  <a:pt x="12973" y="27661"/>
                </a:cubicBezTo>
                <a:cubicBezTo>
                  <a:pt x="13057" y="27787"/>
                  <a:pt x="13120" y="27933"/>
                  <a:pt x="13224" y="28059"/>
                </a:cubicBezTo>
                <a:cubicBezTo>
                  <a:pt x="13120" y="28059"/>
                  <a:pt x="13057" y="28059"/>
                  <a:pt x="12952" y="28038"/>
                </a:cubicBezTo>
                <a:cubicBezTo>
                  <a:pt x="12848" y="27870"/>
                  <a:pt x="12701" y="27745"/>
                  <a:pt x="12597" y="27578"/>
                </a:cubicBezTo>
                <a:cubicBezTo>
                  <a:pt x="12492" y="27431"/>
                  <a:pt x="12366" y="27264"/>
                  <a:pt x="12262" y="27117"/>
                </a:cubicBezTo>
                <a:cubicBezTo>
                  <a:pt x="12387" y="27096"/>
                  <a:pt x="12492" y="27034"/>
                  <a:pt x="12638" y="27013"/>
                </a:cubicBezTo>
                <a:close/>
                <a:moveTo>
                  <a:pt x="13182" y="26845"/>
                </a:moveTo>
                <a:cubicBezTo>
                  <a:pt x="13308" y="27117"/>
                  <a:pt x="13475" y="27368"/>
                  <a:pt x="13643" y="27619"/>
                </a:cubicBezTo>
                <a:cubicBezTo>
                  <a:pt x="13726" y="27745"/>
                  <a:pt x="13831" y="27891"/>
                  <a:pt x="13936" y="28038"/>
                </a:cubicBezTo>
                <a:cubicBezTo>
                  <a:pt x="13894" y="28059"/>
                  <a:pt x="13852" y="28059"/>
                  <a:pt x="13831" y="28059"/>
                </a:cubicBezTo>
                <a:lnTo>
                  <a:pt x="13517" y="28059"/>
                </a:lnTo>
                <a:cubicBezTo>
                  <a:pt x="13413" y="27870"/>
                  <a:pt x="13224" y="27745"/>
                  <a:pt x="13099" y="27557"/>
                </a:cubicBezTo>
                <a:cubicBezTo>
                  <a:pt x="12973" y="27368"/>
                  <a:pt x="12848" y="27201"/>
                  <a:pt x="12743" y="26992"/>
                </a:cubicBezTo>
                <a:cubicBezTo>
                  <a:pt x="12889" y="26929"/>
                  <a:pt x="13015" y="26908"/>
                  <a:pt x="13182" y="26845"/>
                </a:cubicBezTo>
                <a:close/>
                <a:moveTo>
                  <a:pt x="14827" y="21255"/>
                </a:moveTo>
                <a:cubicBezTo>
                  <a:pt x="15085" y="21255"/>
                  <a:pt x="15346" y="21263"/>
                  <a:pt x="15610" y="21280"/>
                </a:cubicBezTo>
                <a:cubicBezTo>
                  <a:pt x="17702" y="21405"/>
                  <a:pt x="19711" y="21991"/>
                  <a:pt x="21698" y="22535"/>
                </a:cubicBezTo>
                <a:cubicBezTo>
                  <a:pt x="23644" y="23058"/>
                  <a:pt x="25611" y="23581"/>
                  <a:pt x="27620" y="23665"/>
                </a:cubicBezTo>
                <a:cubicBezTo>
                  <a:pt x="27875" y="23678"/>
                  <a:pt x="28131" y="23685"/>
                  <a:pt x="28387" y="23685"/>
                </a:cubicBezTo>
                <a:cubicBezTo>
                  <a:pt x="30168" y="23685"/>
                  <a:pt x="31966" y="23369"/>
                  <a:pt x="33667" y="22765"/>
                </a:cubicBezTo>
                <a:cubicBezTo>
                  <a:pt x="33708" y="22744"/>
                  <a:pt x="33729" y="22723"/>
                  <a:pt x="33771" y="22681"/>
                </a:cubicBezTo>
                <a:cubicBezTo>
                  <a:pt x="34399" y="22556"/>
                  <a:pt x="35257" y="22305"/>
                  <a:pt x="35613" y="21719"/>
                </a:cubicBezTo>
                <a:cubicBezTo>
                  <a:pt x="35654" y="21824"/>
                  <a:pt x="35696" y="21928"/>
                  <a:pt x="35717" y="22012"/>
                </a:cubicBezTo>
                <a:cubicBezTo>
                  <a:pt x="35696" y="22054"/>
                  <a:pt x="35675" y="22096"/>
                  <a:pt x="35675" y="22137"/>
                </a:cubicBezTo>
                <a:cubicBezTo>
                  <a:pt x="35654" y="22221"/>
                  <a:pt x="35592" y="22263"/>
                  <a:pt x="35550" y="22326"/>
                </a:cubicBezTo>
                <a:cubicBezTo>
                  <a:pt x="35445" y="22451"/>
                  <a:pt x="35299" y="22556"/>
                  <a:pt x="35173" y="22640"/>
                </a:cubicBezTo>
                <a:cubicBezTo>
                  <a:pt x="35135" y="22659"/>
                  <a:pt x="35149" y="22747"/>
                  <a:pt x="35215" y="22747"/>
                </a:cubicBezTo>
                <a:cubicBezTo>
                  <a:pt x="35221" y="22747"/>
                  <a:pt x="35228" y="22746"/>
                  <a:pt x="35236" y="22744"/>
                </a:cubicBezTo>
                <a:cubicBezTo>
                  <a:pt x="35403" y="22681"/>
                  <a:pt x="35571" y="22619"/>
                  <a:pt x="35696" y="22472"/>
                </a:cubicBezTo>
                <a:cubicBezTo>
                  <a:pt x="35759" y="22430"/>
                  <a:pt x="35801" y="22368"/>
                  <a:pt x="35864" y="22305"/>
                </a:cubicBezTo>
                <a:cubicBezTo>
                  <a:pt x="35905" y="22409"/>
                  <a:pt x="35926" y="22514"/>
                  <a:pt x="35989" y="22619"/>
                </a:cubicBezTo>
                <a:cubicBezTo>
                  <a:pt x="35780" y="23142"/>
                  <a:pt x="35341" y="23267"/>
                  <a:pt x="34817" y="23393"/>
                </a:cubicBezTo>
                <a:cubicBezTo>
                  <a:pt x="34760" y="23412"/>
                  <a:pt x="34755" y="23500"/>
                  <a:pt x="34818" y="23500"/>
                </a:cubicBezTo>
                <a:cubicBezTo>
                  <a:pt x="34824" y="23500"/>
                  <a:pt x="34831" y="23499"/>
                  <a:pt x="34838" y="23497"/>
                </a:cubicBezTo>
                <a:cubicBezTo>
                  <a:pt x="35257" y="23456"/>
                  <a:pt x="35926" y="23309"/>
                  <a:pt x="36115" y="22849"/>
                </a:cubicBezTo>
                <a:cubicBezTo>
                  <a:pt x="36177" y="22974"/>
                  <a:pt x="36219" y="23142"/>
                  <a:pt x="36303" y="23267"/>
                </a:cubicBezTo>
                <a:cubicBezTo>
                  <a:pt x="36177" y="23393"/>
                  <a:pt x="36115" y="23581"/>
                  <a:pt x="35968" y="23707"/>
                </a:cubicBezTo>
                <a:cubicBezTo>
                  <a:pt x="35801" y="23832"/>
                  <a:pt x="35592" y="23916"/>
                  <a:pt x="35382" y="23937"/>
                </a:cubicBezTo>
                <a:cubicBezTo>
                  <a:pt x="35341" y="23937"/>
                  <a:pt x="35341" y="24041"/>
                  <a:pt x="35403" y="24041"/>
                </a:cubicBezTo>
                <a:cubicBezTo>
                  <a:pt x="35654" y="24021"/>
                  <a:pt x="35864" y="23979"/>
                  <a:pt x="36073" y="23811"/>
                </a:cubicBezTo>
                <a:cubicBezTo>
                  <a:pt x="36198" y="23728"/>
                  <a:pt x="36324" y="23581"/>
                  <a:pt x="36408" y="23414"/>
                </a:cubicBezTo>
                <a:lnTo>
                  <a:pt x="36408" y="23414"/>
                </a:lnTo>
                <a:cubicBezTo>
                  <a:pt x="36324" y="23665"/>
                  <a:pt x="36387" y="23769"/>
                  <a:pt x="36408" y="23895"/>
                </a:cubicBezTo>
                <a:cubicBezTo>
                  <a:pt x="36282" y="24083"/>
                  <a:pt x="36136" y="24272"/>
                  <a:pt x="35968" y="24397"/>
                </a:cubicBezTo>
                <a:cubicBezTo>
                  <a:pt x="35759" y="24544"/>
                  <a:pt x="35487" y="24627"/>
                  <a:pt x="35236" y="24627"/>
                </a:cubicBezTo>
                <a:cubicBezTo>
                  <a:pt x="35173" y="24627"/>
                  <a:pt x="35173" y="24711"/>
                  <a:pt x="35236" y="24711"/>
                </a:cubicBezTo>
                <a:cubicBezTo>
                  <a:pt x="35268" y="24714"/>
                  <a:pt x="35300" y="24715"/>
                  <a:pt x="35333" y="24715"/>
                </a:cubicBezTo>
                <a:cubicBezTo>
                  <a:pt x="35763" y="24715"/>
                  <a:pt x="36314" y="24467"/>
                  <a:pt x="36449" y="24021"/>
                </a:cubicBezTo>
                <a:cubicBezTo>
                  <a:pt x="36491" y="24083"/>
                  <a:pt x="36491" y="24104"/>
                  <a:pt x="36512" y="24146"/>
                </a:cubicBezTo>
                <a:cubicBezTo>
                  <a:pt x="36533" y="24230"/>
                  <a:pt x="36596" y="24334"/>
                  <a:pt x="36617" y="24418"/>
                </a:cubicBezTo>
                <a:cubicBezTo>
                  <a:pt x="36408" y="24816"/>
                  <a:pt x="36031" y="25150"/>
                  <a:pt x="35654" y="25381"/>
                </a:cubicBezTo>
                <a:cubicBezTo>
                  <a:pt x="35600" y="25417"/>
                  <a:pt x="35608" y="25468"/>
                  <a:pt x="35652" y="25468"/>
                </a:cubicBezTo>
                <a:cubicBezTo>
                  <a:pt x="35659" y="25468"/>
                  <a:pt x="35667" y="25467"/>
                  <a:pt x="35675" y="25464"/>
                </a:cubicBezTo>
                <a:cubicBezTo>
                  <a:pt x="36115" y="25297"/>
                  <a:pt x="36449" y="25004"/>
                  <a:pt x="36659" y="24606"/>
                </a:cubicBezTo>
                <a:cubicBezTo>
                  <a:pt x="36721" y="24795"/>
                  <a:pt x="36805" y="24941"/>
                  <a:pt x="36847" y="25129"/>
                </a:cubicBezTo>
                <a:cubicBezTo>
                  <a:pt x="36701" y="25318"/>
                  <a:pt x="36596" y="25548"/>
                  <a:pt x="36387" y="25694"/>
                </a:cubicBezTo>
                <a:cubicBezTo>
                  <a:pt x="36136" y="25883"/>
                  <a:pt x="35885" y="25987"/>
                  <a:pt x="35592" y="26071"/>
                </a:cubicBezTo>
                <a:cubicBezTo>
                  <a:pt x="35550" y="26071"/>
                  <a:pt x="35571" y="26134"/>
                  <a:pt x="35592" y="26134"/>
                </a:cubicBezTo>
                <a:cubicBezTo>
                  <a:pt x="36073" y="26134"/>
                  <a:pt x="36742" y="25799"/>
                  <a:pt x="36910" y="25276"/>
                </a:cubicBezTo>
                <a:cubicBezTo>
                  <a:pt x="36973" y="25464"/>
                  <a:pt x="37035" y="25653"/>
                  <a:pt x="37140" y="25799"/>
                </a:cubicBezTo>
                <a:cubicBezTo>
                  <a:pt x="36931" y="25966"/>
                  <a:pt x="36784" y="26176"/>
                  <a:pt x="36554" y="26322"/>
                </a:cubicBezTo>
                <a:cubicBezTo>
                  <a:pt x="36345" y="26469"/>
                  <a:pt x="36094" y="26573"/>
                  <a:pt x="35822" y="26594"/>
                </a:cubicBezTo>
                <a:cubicBezTo>
                  <a:pt x="35780" y="26594"/>
                  <a:pt x="35780" y="26699"/>
                  <a:pt x="35864" y="26699"/>
                </a:cubicBezTo>
                <a:cubicBezTo>
                  <a:pt x="36324" y="26699"/>
                  <a:pt x="37035" y="26469"/>
                  <a:pt x="37245" y="25966"/>
                </a:cubicBezTo>
                <a:cubicBezTo>
                  <a:pt x="37286" y="26092"/>
                  <a:pt x="37370" y="26217"/>
                  <a:pt x="37454" y="26322"/>
                </a:cubicBezTo>
                <a:cubicBezTo>
                  <a:pt x="37454" y="26322"/>
                  <a:pt x="37433" y="26322"/>
                  <a:pt x="37433" y="26364"/>
                </a:cubicBezTo>
                <a:cubicBezTo>
                  <a:pt x="35717" y="27891"/>
                  <a:pt x="33248" y="28163"/>
                  <a:pt x="31051" y="28205"/>
                </a:cubicBezTo>
                <a:cubicBezTo>
                  <a:pt x="30847" y="28212"/>
                  <a:pt x="30644" y="28216"/>
                  <a:pt x="30441" y="28216"/>
                </a:cubicBezTo>
                <a:cubicBezTo>
                  <a:pt x="28254" y="28216"/>
                  <a:pt x="26148" y="27810"/>
                  <a:pt x="24042" y="27159"/>
                </a:cubicBezTo>
                <a:cubicBezTo>
                  <a:pt x="21970" y="26531"/>
                  <a:pt x="19920" y="25904"/>
                  <a:pt x="17765" y="25841"/>
                </a:cubicBezTo>
                <a:cubicBezTo>
                  <a:pt x="17592" y="25836"/>
                  <a:pt x="17417" y="25833"/>
                  <a:pt x="17242" y="25833"/>
                </a:cubicBezTo>
                <a:cubicBezTo>
                  <a:pt x="15363" y="25833"/>
                  <a:pt x="13383" y="26151"/>
                  <a:pt x="11718" y="27013"/>
                </a:cubicBezTo>
                <a:cubicBezTo>
                  <a:pt x="11676" y="26950"/>
                  <a:pt x="11676" y="26908"/>
                  <a:pt x="11655" y="26845"/>
                </a:cubicBezTo>
                <a:cubicBezTo>
                  <a:pt x="11655" y="26845"/>
                  <a:pt x="11697" y="26845"/>
                  <a:pt x="11697" y="26824"/>
                </a:cubicBezTo>
                <a:cubicBezTo>
                  <a:pt x="11822" y="26615"/>
                  <a:pt x="12011" y="26469"/>
                  <a:pt x="12220" y="26322"/>
                </a:cubicBezTo>
                <a:cubicBezTo>
                  <a:pt x="12429" y="26217"/>
                  <a:pt x="12638" y="26197"/>
                  <a:pt x="12848" y="26134"/>
                </a:cubicBezTo>
                <a:cubicBezTo>
                  <a:pt x="12889" y="26134"/>
                  <a:pt x="12889" y="26071"/>
                  <a:pt x="12848" y="26071"/>
                </a:cubicBezTo>
                <a:cubicBezTo>
                  <a:pt x="12775" y="26047"/>
                  <a:pt x="12702" y="26036"/>
                  <a:pt x="12630" y="26036"/>
                </a:cubicBezTo>
                <a:cubicBezTo>
                  <a:pt x="12201" y="26036"/>
                  <a:pt x="11795" y="26424"/>
                  <a:pt x="11634" y="26782"/>
                </a:cubicBezTo>
                <a:cubicBezTo>
                  <a:pt x="11550" y="26573"/>
                  <a:pt x="11446" y="26322"/>
                  <a:pt x="11362" y="26113"/>
                </a:cubicBezTo>
                <a:cubicBezTo>
                  <a:pt x="11550" y="25987"/>
                  <a:pt x="11760" y="25862"/>
                  <a:pt x="11969" y="25778"/>
                </a:cubicBezTo>
                <a:cubicBezTo>
                  <a:pt x="12199" y="25673"/>
                  <a:pt x="12471" y="25653"/>
                  <a:pt x="12701" y="25569"/>
                </a:cubicBezTo>
                <a:cubicBezTo>
                  <a:pt x="12785" y="25548"/>
                  <a:pt x="12764" y="25464"/>
                  <a:pt x="12680" y="25443"/>
                </a:cubicBezTo>
                <a:cubicBezTo>
                  <a:pt x="12637" y="25438"/>
                  <a:pt x="12593" y="25435"/>
                  <a:pt x="12549" y="25435"/>
                </a:cubicBezTo>
                <a:cubicBezTo>
                  <a:pt x="12089" y="25435"/>
                  <a:pt x="11626" y="25725"/>
                  <a:pt x="11320" y="26050"/>
                </a:cubicBezTo>
                <a:cubicBezTo>
                  <a:pt x="11278" y="25883"/>
                  <a:pt x="11195" y="25757"/>
                  <a:pt x="11132" y="25590"/>
                </a:cubicBezTo>
                <a:lnTo>
                  <a:pt x="11174" y="25590"/>
                </a:lnTo>
                <a:cubicBezTo>
                  <a:pt x="11341" y="25422"/>
                  <a:pt x="11550" y="25276"/>
                  <a:pt x="11801" y="25171"/>
                </a:cubicBezTo>
                <a:cubicBezTo>
                  <a:pt x="12011" y="25109"/>
                  <a:pt x="12220" y="25109"/>
                  <a:pt x="12387" y="25025"/>
                </a:cubicBezTo>
                <a:cubicBezTo>
                  <a:pt x="12450" y="25004"/>
                  <a:pt x="12450" y="24941"/>
                  <a:pt x="12387" y="24920"/>
                </a:cubicBezTo>
                <a:cubicBezTo>
                  <a:pt x="12309" y="24892"/>
                  <a:pt x="12230" y="24879"/>
                  <a:pt x="12150" y="24879"/>
                </a:cubicBezTo>
                <a:cubicBezTo>
                  <a:pt x="11756" y="24879"/>
                  <a:pt x="11354" y="25186"/>
                  <a:pt x="11111" y="25464"/>
                </a:cubicBezTo>
                <a:cubicBezTo>
                  <a:pt x="11027" y="25276"/>
                  <a:pt x="10965" y="25129"/>
                  <a:pt x="10902" y="24941"/>
                </a:cubicBezTo>
                <a:cubicBezTo>
                  <a:pt x="11111" y="24837"/>
                  <a:pt x="11278" y="24690"/>
                  <a:pt x="11446" y="24585"/>
                </a:cubicBezTo>
                <a:cubicBezTo>
                  <a:pt x="11697" y="24481"/>
                  <a:pt x="11948" y="24481"/>
                  <a:pt x="12178" y="24397"/>
                </a:cubicBezTo>
                <a:cubicBezTo>
                  <a:pt x="12262" y="24376"/>
                  <a:pt x="12262" y="24272"/>
                  <a:pt x="12178" y="24272"/>
                </a:cubicBezTo>
                <a:cubicBezTo>
                  <a:pt x="12128" y="24258"/>
                  <a:pt x="12071" y="24251"/>
                  <a:pt x="12010" y="24251"/>
                </a:cubicBezTo>
                <a:cubicBezTo>
                  <a:pt x="11607" y="24251"/>
                  <a:pt x="11008" y="24531"/>
                  <a:pt x="10881" y="24857"/>
                </a:cubicBezTo>
                <a:lnTo>
                  <a:pt x="10797" y="24711"/>
                </a:lnTo>
                <a:cubicBezTo>
                  <a:pt x="10755" y="24565"/>
                  <a:pt x="10692" y="24418"/>
                  <a:pt x="10609" y="24293"/>
                </a:cubicBezTo>
                <a:cubicBezTo>
                  <a:pt x="10797" y="24146"/>
                  <a:pt x="11006" y="24021"/>
                  <a:pt x="11216" y="23958"/>
                </a:cubicBezTo>
                <a:cubicBezTo>
                  <a:pt x="11446" y="23874"/>
                  <a:pt x="11697" y="23853"/>
                  <a:pt x="11906" y="23769"/>
                </a:cubicBezTo>
                <a:cubicBezTo>
                  <a:pt x="11969" y="23728"/>
                  <a:pt x="11948" y="23623"/>
                  <a:pt x="11864" y="23623"/>
                </a:cubicBezTo>
                <a:cubicBezTo>
                  <a:pt x="11848" y="23622"/>
                  <a:pt x="11831" y="23622"/>
                  <a:pt x="11814" y="23622"/>
                </a:cubicBezTo>
                <a:cubicBezTo>
                  <a:pt x="11368" y="23622"/>
                  <a:pt x="10890" y="23885"/>
                  <a:pt x="10567" y="24188"/>
                </a:cubicBezTo>
                <a:cubicBezTo>
                  <a:pt x="10504" y="24021"/>
                  <a:pt x="10441" y="23895"/>
                  <a:pt x="10379" y="23728"/>
                </a:cubicBezTo>
                <a:lnTo>
                  <a:pt x="10441" y="23728"/>
                </a:lnTo>
                <a:cubicBezTo>
                  <a:pt x="10609" y="23560"/>
                  <a:pt x="10818" y="23393"/>
                  <a:pt x="11090" y="23288"/>
                </a:cubicBezTo>
                <a:cubicBezTo>
                  <a:pt x="11320" y="23204"/>
                  <a:pt x="11550" y="23204"/>
                  <a:pt x="11801" y="23163"/>
                </a:cubicBezTo>
                <a:cubicBezTo>
                  <a:pt x="11864" y="23142"/>
                  <a:pt x="11864" y="23037"/>
                  <a:pt x="11801" y="23037"/>
                </a:cubicBezTo>
                <a:cubicBezTo>
                  <a:pt x="11723" y="23011"/>
                  <a:pt x="11642" y="22999"/>
                  <a:pt x="11559" y="22999"/>
                </a:cubicBezTo>
                <a:cubicBezTo>
                  <a:pt x="11107" y="22999"/>
                  <a:pt x="10608" y="23350"/>
                  <a:pt x="10379" y="23686"/>
                </a:cubicBezTo>
                <a:lnTo>
                  <a:pt x="10295" y="23518"/>
                </a:lnTo>
                <a:cubicBezTo>
                  <a:pt x="10253" y="23372"/>
                  <a:pt x="10148" y="23184"/>
                  <a:pt x="10086" y="23037"/>
                </a:cubicBezTo>
                <a:lnTo>
                  <a:pt x="10148" y="23037"/>
                </a:lnTo>
                <a:cubicBezTo>
                  <a:pt x="10379" y="22891"/>
                  <a:pt x="10609" y="22786"/>
                  <a:pt x="10860" y="22681"/>
                </a:cubicBezTo>
                <a:cubicBezTo>
                  <a:pt x="11069" y="22619"/>
                  <a:pt x="11278" y="22556"/>
                  <a:pt x="11446" y="22472"/>
                </a:cubicBezTo>
                <a:cubicBezTo>
                  <a:pt x="11524" y="22453"/>
                  <a:pt x="11511" y="22324"/>
                  <a:pt x="11424" y="22324"/>
                </a:cubicBezTo>
                <a:cubicBezTo>
                  <a:pt x="11417" y="22324"/>
                  <a:pt x="11411" y="22324"/>
                  <a:pt x="11404" y="22326"/>
                </a:cubicBezTo>
                <a:cubicBezTo>
                  <a:pt x="10923" y="22388"/>
                  <a:pt x="10441" y="22640"/>
                  <a:pt x="10065" y="22932"/>
                </a:cubicBezTo>
                <a:lnTo>
                  <a:pt x="10044" y="22953"/>
                </a:lnTo>
                <a:cubicBezTo>
                  <a:pt x="9960" y="22765"/>
                  <a:pt x="9918" y="22556"/>
                  <a:pt x="9918" y="22368"/>
                </a:cubicBezTo>
                <a:cubicBezTo>
                  <a:pt x="11502" y="21621"/>
                  <a:pt x="13101" y="21255"/>
                  <a:pt x="14827" y="21255"/>
                </a:cubicBezTo>
                <a:close/>
                <a:moveTo>
                  <a:pt x="17493" y="26197"/>
                </a:moveTo>
                <a:cubicBezTo>
                  <a:pt x="17890" y="26197"/>
                  <a:pt x="18309" y="26217"/>
                  <a:pt x="18727" y="26259"/>
                </a:cubicBezTo>
                <a:cubicBezTo>
                  <a:pt x="20024" y="26385"/>
                  <a:pt x="21322" y="26741"/>
                  <a:pt x="22577" y="27117"/>
                </a:cubicBezTo>
                <a:cubicBezTo>
                  <a:pt x="22598" y="27661"/>
                  <a:pt x="22598" y="28226"/>
                  <a:pt x="22640" y="28791"/>
                </a:cubicBezTo>
                <a:cubicBezTo>
                  <a:pt x="21489" y="28749"/>
                  <a:pt x="20527" y="28226"/>
                  <a:pt x="19564" y="27661"/>
                </a:cubicBezTo>
                <a:cubicBezTo>
                  <a:pt x="19146" y="27431"/>
                  <a:pt x="18748" y="27180"/>
                  <a:pt x="18392" y="26929"/>
                </a:cubicBezTo>
                <a:cubicBezTo>
                  <a:pt x="18079" y="26720"/>
                  <a:pt x="17786" y="26427"/>
                  <a:pt x="17493" y="26197"/>
                </a:cubicBezTo>
                <a:close/>
                <a:moveTo>
                  <a:pt x="24795" y="27829"/>
                </a:moveTo>
                <a:lnTo>
                  <a:pt x="24795" y="27829"/>
                </a:lnTo>
                <a:cubicBezTo>
                  <a:pt x="25004" y="27870"/>
                  <a:pt x="25234" y="27954"/>
                  <a:pt x="25444" y="27996"/>
                </a:cubicBezTo>
                <a:cubicBezTo>
                  <a:pt x="26364" y="28247"/>
                  <a:pt x="27306" y="28414"/>
                  <a:pt x="28247" y="28519"/>
                </a:cubicBezTo>
                <a:cubicBezTo>
                  <a:pt x="27180" y="28812"/>
                  <a:pt x="26155" y="28875"/>
                  <a:pt x="25025" y="28896"/>
                </a:cubicBezTo>
                <a:cubicBezTo>
                  <a:pt x="25046" y="28875"/>
                  <a:pt x="25046" y="28833"/>
                  <a:pt x="25025" y="28812"/>
                </a:cubicBezTo>
                <a:cubicBezTo>
                  <a:pt x="24941" y="28477"/>
                  <a:pt x="24879" y="28163"/>
                  <a:pt x="24795" y="27829"/>
                </a:cubicBezTo>
                <a:close/>
                <a:moveTo>
                  <a:pt x="23581" y="0"/>
                </a:moveTo>
                <a:cubicBezTo>
                  <a:pt x="21908" y="0"/>
                  <a:pt x="20443" y="795"/>
                  <a:pt x="20276" y="2574"/>
                </a:cubicBezTo>
                <a:cubicBezTo>
                  <a:pt x="20129" y="3997"/>
                  <a:pt x="21029" y="6131"/>
                  <a:pt x="22619" y="6298"/>
                </a:cubicBezTo>
                <a:cubicBezTo>
                  <a:pt x="22619" y="6549"/>
                  <a:pt x="22598" y="6800"/>
                  <a:pt x="22619" y="7051"/>
                </a:cubicBezTo>
                <a:cubicBezTo>
                  <a:pt x="22619" y="7365"/>
                  <a:pt x="22619" y="7742"/>
                  <a:pt x="22682" y="8077"/>
                </a:cubicBezTo>
                <a:cubicBezTo>
                  <a:pt x="22080" y="8180"/>
                  <a:pt x="21480" y="8214"/>
                  <a:pt x="20882" y="8214"/>
                </a:cubicBezTo>
                <a:cubicBezTo>
                  <a:pt x="19680" y="8214"/>
                  <a:pt x="18482" y="8075"/>
                  <a:pt x="17286" y="8075"/>
                </a:cubicBezTo>
                <a:cubicBezTo>
                  <a:pt x="17027" y="8075"/>
                  <a:pt x="16768" y="8082"/>
                  <a:pt x="16509" y="8098"/>
                </a:cubicBezTo>
                <a:cubicBezTo>
                  <a:pt x="16446" y="8098"/>
                  <a:pt x="16426" y="8119"/>
                  <a:pt x="16405" y="8160"/>
                </a:cubicBezTo>
                <a:cubicBezTo>
                  <a:pt x="16342" y="8160"/>
                  <a:pt x="16258" y="8181"/>
                  <a:pt x="16258" y="8265"/>
                </a:cubicBezTo>
                <a:cubicBezTo>
                  <a:pt x="16195" y="8579"/>
                  <a:pt x="16195" y="8893"/>
                  <a:pt x="16300" y="9207"/>
                </a:cubicBezTo>
                <a:cubicBezTo>
                  <a:pt x="16300" y="9228"/>
                  <a:pt x="16321" y="9248"/>
                  <a:pt x="16342" y="9269"/>
                </a:cubicBezTo>
                <a:lnTo>
                  <a:pt x="16342" y="9311"/>
                </a:lnTo>
                <a:lnTo>
                  <a:pt x="16342" y="9897"/>
                </a:lnTo>
                <a:cubicBezTo>
                  <a:pt x="16342" y="10014"/>
                  <a:pt x="16421" y="10077"/>
                  <a:pt x="16507" y="10077"/>
                </a:cubicBezTo>
                <a:cubicBezTo>
                  <a:pt x="16528" y="10077"/>
                  <a:pt x="16551" y="10073"/>
                  <a:pt x="16572" y="10064"/>
                </a:cubicBezTo>
                <a:cubicBezTo>
                  <a:pt x="16892" y="10128"/>
                  <a:pt x="17229" y="10149"/>
                  <a:pt x="17572" y="10149"/>
                </a:cubicBezTo>
                <a:cubicBezTo>
                  <a:pt x="18184" y="10149"/>
                  <a:pt x="18816" y="10084"/>
                  <a:pt x="19407" y="10084"/>
                </a:cubicBezTo>
                <a:cubicBezTo>
                  <a:pt x="19460" y="10084"/>
                  <a:pt x="19512" y="10084"/>
                  <a:pt x="19564" y="10085"/>
                </a:cubicBezTo>
                <a:cubicBezTo>
                  <a:pt x="20624" y="10106"/>
                  <a:pt x="21664" y="10148"/>
                  <a:pt x="22724" y="10169"/>
                </a:cubicBezTo>
                <a:lnTo>
                  <a:pt x="22724" y="10169"/>
                </a:lnTo>
                <a:cubicBezTo>
                  <a:pt x="22786" y="10085"/>
                  <a:pt x="22723" y="9918"/>
                  <a:pt x="22598" y="9918"/>
                </a:cubicBezTo>
                <a:cubicBezTo>
                  <a:pt x="21740" y="9855"/>
                  <a:pt x="20631" y="9834"/>
                  <a:pt x="19564" y="9772"/>
                </a:cubicBezTo>
                <a:cubicBezTo>
                  <a:pt x="19459" y="9667"/>
                  <a:pt x="19334" y="9583"/>
                  <a:pt x="19187" y="9479"/>
                </a:cubicBezTo>
                <a:cubicBezTo>
                  <a:pt x="19181" y="9472"/>
                  <a:pt x="19173" y="9469"/>
                  <a:pt x="19165" y="9469"/>
                </a:cubicBezTo>
                <a:cubicBezTo>
                  <a:pt x="19122" y="9469"/>
                  <a:pt x="19072" y="9548"/>
                  <a:pt x="19125" y="9583"/>
                </a:cubicBezTo>
                <a:cubicBezTo>
                  <a:pt x="19187" y="9646"/>
                  <a:pt x="19271" y="9688"/>
                  <a:pt x="19334" y="9772"/>
                </a:cubicBezTo>
                <a:cubicBezTo>
                  <a:pt x="19062" y="9772"/>
                  <a:pt x="18769" y="9751"/>
                  <a:pt x="18497" y="9751"/>
                </a:cubicBezTo>
                <a:cubicBezTo>
                  <a:pt x="18330" y="9646"/>
                  <a:pt x="18141" y="9520"/>
                  <a:pt x="17995" y="9416"/>
                </a:cubicBezTo>
                <a:cubicBezTo>
                  <a:pt x="17981" y="9402"/>
                  <a:pt x="17968" y="9396"/>
                  <a:pt x="17955" y="9396"/>
                </a:cubicBezTo>
                <a:cubicBezTo>
                  <a:pt x="17911" y="9396"/>
                  <a:pt x="17883" y="9471"/>
                  <a:pt x="17932" y="9520"/>
                </a:cubicBezTo>
                <a:lnTo>
                  <a:pt x="18246" y="9751"/>
                </a:lnTo>
                <a:cubicBezTo>
                  <a:pt x="18016" y="9751"/>
                  <a:pt x="17765" y="9751"/>
                  <a:pt x="17514" y="9772"/>
                </a:cubicBezTo>
                <a:cubicBezTo>
                  <a:pt x="17367" y="9646"/>
                  <a:pt x="17179" y="9520"/>
                  <a:pt x="17032" y="9374"/>
                </a:cubicBezTo>
                <a:cubicBezTo>
                  <a:pt x="17022" y="9367"/>
                  <a:pt x="17012" y="9364"/>
                  <a:pt x="17001" y="9364"/>
                </a:cubicBezTo>
                <a:cubicBezTo>
                  <a:pt x="16946" y="9364"/>
                  <a:pt x="16896" y="9444"/>
                  <a:pt x="16949" y="9479"/>
                </a:cubicBezTo>
                <a:lnTo>
                  <a:pt x="17346" y="9792"/>
                </a:lnTo>
                <a:cubicBezTo>
                  <a:pt x="17095" y="9834"/>
                  <a:pt x="16865" y="9876"/>
                  <a:pt x="16656" y="9960"/>
                </a:cubicBezTo>
                <a:lnTo>
                  <a:pt x="16656" y="9374"/>
                </a:lnTo>
                <a:cubicBezTo>
                  <a:pt x="16656" y="9228"/>
                  <a:pt x="16677" y="9039"/>
                  <a:pt x="16572" y="8914"/>
                </a:cubicBezTo>
                <a:cubicBezTo>
                  <a:pt x="16572" y="8851"/>
                  <a:pt x="16572" y="8830"/>
                  <a:pt x="16551" y="8788"/>
                </a:cubicBezTo>
                <a:cubicBezTo>
                  <a:pt x="16551" y="8746"/>
                  <a:pt x="16530" y="8725"/>
                  <a:pt x="16530" y="8725"/>
                </a:cubicBezTo>
                <a:lnTo>
                  <a:pt x="16530" y="8474"/>
                </a:lnTo>
                <a:cubicBezTo>
                  <a:pt x="17469" y="8642"/>
                  <a:pt x="18459" y="8726"/>
                  <a:pt x="19449" y="8726"/>
                </a:cubicBezTo>
                <a:cubicBezTo>
                  <a:pt x="20557" y="8726"/>
                  <a:pt x="21665" y="8621"/>
                  <a:pt x="22703" y="8411"/>
                </a:cubicBezTo>
                <a:cubicBezTo>
                  <a:pt x="22724" y="8579"/>
                  <a:pt x="22786" y="8725"/>
                  <a:pt x="22849" y="8872"/>
                </a:cubicBezTo>
                <a:cubicBezTo>
                  <a:pt x="23058" y="9241"/>
                  <a:pt x="23469" y="9451"/>
                  <a:pt x="23867" y="9451"/>
                </a:cubicBezTo>
                <a:cubicBezTo>
                  <a:pt x="24145" y="9451"/>
                  <a:pt x="24417" y="9347"/>
                  <a:pt x="24607" y="9123"/>
                </a:cubicBezTo>
                <a:cubicBezTo>
                  <a:pt x="24774" y="8956"/>
                  <a:pt x="24837" y="8746"/>
                  <a:pt x="24900" y="8537"/>
                </a:cubicBezTo>
                <a:cubicBezTo>
                  <a:pt x="25227" y="8565"/>
                  <a:pt x="25562" y="8574"/>
                  <a:pt x="25900" y="8574"/>
                </a:cubicBezTo>
                <a:cubicBezTo>
                  <a:pt x="26576" y="8574"/>
                  <a:pt x="27264" y="8537"/>
                  <a:pt x="27934" y="8537"/>
                </a:cubicBezTo>
                <a:cubicBezTo>
                  <a:pt x="29001" y="8516"/>
                  <a:pt x="30068" y="8516"/>
                  <a:pt x="31114" y="8453"/>
                </a:cubicBezTo>
                <a:lnTo>
                  <a:pt x="31114" y="8453"/>
                </a:lnTo>
                <a:cubicBezTo>
                  <a:pt x="31093" y="8704"/>
                  <a:pt x="31093" y="8914"/>
                  <a:pt x="31093" y="9144"/>
                </a:cubicBezTo>
                <a:cubicBezTo>
                  <a:pt x="31051" y="9123"/>
                  <a:pt x="30988" y="9081"/>
                  <a:pt x="30947" y="9039"/>
                </a:cubicBezTo>
                <a:cubicBezTo>
                  <a:pt x="30800" y="8956"/>
                  <a:pt x="30695" y="8872"/>
                  <a:pt x="30570" y="8788"/>
                </a:cubicBezTo>
                <a:cubicBezTo>
                  <a:pt x="30550" y="8769"/>
                  <a:pt x="30529" y="8761"/>
                  <a:pt x="30508" y="8761"/>
                </a:cubicBezTo>
                <a:cubicBezTo>
                  <a:pt x="30439" y="8761"/>
                  <a:pt x="30380" y="8849"/>
                  <a:pt x="30444" y="8914"/>
                </a:cubicBezTo>
                <a:cubicBezTo>
                  <a:pt x="30549" y="9018"/>
                  <a:pt x="30675" y="9102"/>
                  <a:pt x="30779" y="9207"/>
                </a:cubicBezTo>
                <a:cubicBezTo>
                  <a:pt x="30863" y="9248"/>
                  <a:pt x="30967" y="9332"/>
                  <a:pt x="31072" y="9374"/>
                </a:cubicBezTo>
                <a:cubicBezTo>
                  <a:pt x="31072" y="9520"/>
                  <a:pt x="31093" y="9646"/>
                  <a:pt x="31093" y="9792"/>
                </a:cubicBezTo>
                <a:lnTo>
                  <a:pt x="30842" y="9792"/>
                </a:lnTo>
                <a:cubicBezTo>
                  <a:pt x="30570" y="9625"/>
                  <a:pt x="30277" y="9437"/>
                  <a:pt x="30026" y="9248"/>
                </a:cubicBezTo>
                <a:cubicBezTo>
                  <a:pt x="30012" y="9242"/>
                  <a:pt x="29999" y="9239"/>
                  <a:pt x="29986" y="9239"/>
                </a:cubicBezTo>
                <a:cubicBezTo>
                  <a:pt x="29920" y="9239"/>
                  <a:pt x="29872" y="9318"/>
                  <a:pt x="29942" y="9353"/>
                </a:cubicBezTo>
                <a:cubicBezTo>
                  <a:pt x="30110" y="9479"/>
                  <a:pt x="30277" y="9646"/>
                  <a:pt x="30465" y="9792"/>
                </a:cubicBezTo>
                <a:lnTo>
                  <a:pt x="29942" y="9792"/>
                </a:lnTo>
                <a:cubicBezTo>
                  <a:pt x="29859" y="9730"/>
                  <a:pt x="29796" y="9667"/>
                  <a:pt x="29712" y="9625"/>
                </a:cubicBezTo>
                <a:cubicBezTo>
                  <a:pt x="29587" y="9520"/>
                  <a:pt x="29440" y="9416"/>
                  <a:pt x="29315" y="9332"/>
                </a:cubicBezTo>
                <a:cubicBezTo>
                  <a:pt x="29303" y="9329"/>
                  <a:pt x="29293" y="9328"/>
                  <a:pt x="29283" y="9328"/>
                </a:cubicBezTo>
                <a:cubicBezTo>
                  <a:pt x="29221" y="9328"/>
                  <a:pt x="29195" y="9382"/>
                  <a:pt x="29231" y="9437"/>
                </a:cubicBezTo>
                <a:cubicBezTo>
                  <a:pt x="29335" y="9541"/>
                  <a:pt x="29482" y="9646"/>
                  <a:pt x="29587" y="9751"/>
                </a:cubicBezTo>
                <a:cubicBezTo>
                  <a:pt x="29607" y="9772"/>
                  <a:pt x="29628" y="9772"/>
                  <a:pt x="29628" y="9792"/>
                </a:cubicBezTo>
                <a:cubicBezTo>
                  <a:pt x="29419" y="9792"/>
                  <a:pt x="29231" y="9792"/>
                  <a:pt x="29022" y="9834"/>
                </a:cubicBezTo>
                <a:cubicBezTo>
                  <a:pt x="28959" y="9792"/>
                  <a:pt x="28896" y="9772"/>
                  <a:pt x="28854" y="9730"/>
                </a:cubicBezTo>
                <a:cubicBezTo>
                  <a:pt x="28687" y="9625"/>
                  <a:pt x="28540" y="9520"/>
                  <a:pt x="28373" y="9374"/>
                </a:cubicBezTo>
                <a:cubicBezTo>
                  <a:pt x="28365" y="9366"/>
                  <a:pt x="28355" y="9363"/>
                  <a:pt x="28346" y="9363"/>
                </a:cubicBezTo>
                <a:cubicBezTo>
                  <a:pt x="28304" y="9363"/>
                  <a:pt x="28255" y="9424"/>
                  <a:pt x="28289" y="9458"/>
                </a:cubicBezTo>
                <a:cubicBezTo>
                  <a:pt x="28436" y="9583"/>
                  <a:pt x="28582" y="9688"/>
                  <a:pt x="28750" y="9834"/>
                </a:cubicBezTo>
                <a:cubicBezTo>
                  <a:pt x="28582" y="9834"/>
                  <a:pt x="28394" y="9834"/>
                  <a:pt x="28247" y="9855"/>
                </a:cubicBezTo>
                <a:cubicBezTo>
                  <a:pt x="28164" y="9772"/>
                  <a:pt x="28059" y="9730"/>
                  <a:pt x="27975" y="9667"/>
                </a:cubicBezTo>
                <a:cubicBezTo>
                  <a:pt x="27850" y="9583"/>
                  <a:pt x="27724" y="9479"/>
                  <a:pt x="27599" y="9416"/>
                </a:cubicBezTo>
                <a:cubicBezTo>
                  <a:pt x="27587" y="9408"/>
                  <a:pt x="27573" y="9404"/>
                  <a:pt x="27561" y="9404"/>
                </a:cubicBezTo>
                <a:cubicBezTo>
                  <a:pt x="27509" y="9404"/>
                  <a:pt x="27465" y="9462"/>
                  <a:pt x="27515" y="9479"/>
                </a:cubicBezTo>
                <a:cubicBezTo>
                  <a:pt x="27641" y="9583"/>
                  <a:pt x="27745" y="9667"/>
                  <a:pt x="27871" y="9772"/>
                </a:cubicBezTo>
                <a:cubicBezTo>
                  <a:pt x="27913" y="9792"/>
                  <a:pt x="27954" y="9834"/>
                  <a:pt x="27975" y="9855"/>
                </a:cubicBezTo>
                <a:cubicBezTo>
                  <a:pt x="27871" y="9855"/>
                  <a:pt x="27766" y="9855"/>
                  <a:pt x="27662" y="9876"/>
                </a:cubicBezTo>
                <a:lnTo>
                  <a:pt x="27410" y="9876"/>
                </a:lnTo>
                <a:cubicBezTo>
                  <a:pt x="27138" y="9730"/>
                  <a:pt x="26887" y="9562"/>
                  <a:pt x="26657" y="9374"/>
                </a:cubicBezTo>
                <a:cubicBezTo>
                  <a:pt x="26647" y="9367"/>
                  <a:pt x="26636" y="9364"/>
                  <a:pt x="26626" y="9364"/>
                </a:cubicBezTo>
                <a:cubicBezTo>
                  <a:pt x="26571" y="9364"/>
                  <a:pt x="26521" y="9444"/>
                  <a:pt x="26574" y="9479"/>
                </a:cubicBezTo>
                <a:cubicBezTo>
                  <a:pt x="26720" y="9625"/>
                  <a:pt x="26908" y="9772"/>
                  <a:pt x="27076" y="9876"/>
                </a:cubicBezTo>
                <a:lnTo>
                  <a:pt x="26490" y="9876"/>
                </a:lnTo>
                <a:lnTo>
                  <a:pt x="26176" y="9646"/>
                </a:lnTo>
                <a:cubicBezTo>
                  <a:pt x="26030" y="9541"/>
                  <a:pt x="25883" y="9437"/>
                  <a:pt x="25737" y="9353"/>
                </a:cubicBezTo>
                <a:cubicBezTo>
                  <a:pt x="25723" y="9346"/>
                  <a:pt x="25711" y="9343"/>
                  <a:pt x="25699" y="9343"/>
                </a:cubicBezTo>
                <a:cubicBezTo>
                  <a:pt x="25642" y="9343"/>
                  <a:pt x="25618" y="9423"/>
                  <a:pt x="25653" y="9458"/>
                </a:cubicBezTo>
                <a:lnTo>
                  <a:pt x="26071" y="9772"/>
                </a:lnTo>
                <a:cubicBezTo>
                  <a:pt x="26134" y="9792"/>
                  <a:pt x="26155" y="9834"/>
                  <a:pt x="26197" y="9876"/>
                </a:cubicBezTo>
                <a:cubicBezTo>
                  <a:pt x="25967" y="9876"/>
                  <a:pt x="25737" y="9897"/>
                  <a:pt x="25506" y="9960"/>
                </a:cubicBezTo>
                <a:cubicBezTo>
                  <a:pt x="25444" y="9918"/>
                  <a:pt x="25360" y="9897"/>
                  <a:pt x="25318" y="9855"/>
                </a:cubicBezTo>
                <a:cubicBezTo>
                  <a:pt x="25151" y="9772"/>
                  <a:pt x="25025" y="9688"/>
                  <a:pt x="24879" y="9625"/>
                </a:cubicBezTo>
                <a:cubicBezTo>
                  <a:pt x="24867" y="9617"/>
                  <a:pt x="24856" y="9614"/>
                  <a:pt x="24846" y="9614"/>
                </a:cubicBezTo>
                <a:cubicBezTo>
                  <a:pt x="24803" y="9614"/>
                  <a:pt x="24782" y="9679"/>
                  <a:pt x="24816" y="9730"/>
                </a:cubicBezTo>
                <a:cubicBezTo>
                  <a:pt x="24941" y="9792"/>
                  <a:pt x="25109" y="9876"/>
                  <a:pt x="25234" y="9960"/>
                </a:cubicBezTo>
                <a:lnTo>
                  <a:pt x="25255" y="9981"/>
                </a:lnTo>
                <a:cubicBezTo>
                  <a:pt x="25088" y="10044"/>
                  <a:pt x="24900" y="10085"/>
                  <a:pt x="24732" y="10148"/>
                </a:cubicBezTo>
                <a:cubicBezTo>
                  <a:pt x="24706" y="10087"/>
                  <a:pt x="24647" y="10059"/>
                  <a:pt x="24587" y="10059"/>
                </a:cubicBezTo>
                <a:cubicBezTo>
                  <a:pt x="24503" y="10059"/>
                  <a:pt x="24418" y="10114"/>
                  <a:pt x="24418" y="10211"/>
                </a:cubicBezTo>
                <a:lnTo>
                  <a:pt x="24418" y="10588"/>
                </a:lnTo>
                <a:cubicBezTo>
                  <a:pt x="24314" y="10483"/>
                  <a:pt x="24167" y="10378"/>
                  <a:pt x="24063" y="10274"/>
                </a:cubicBezTo>
                <a:cubicBezTo>
                  <a:pt x="24043" y="10254"/>
                  <a:pt x="24022" y="10246"/>
                  <a:pt x="24003" y="10246"/>
                </a:cubicBezTo>
                <a:cubicBezTo>
                  <a:pt x="23940" y="10246"/>
                  <a:pt x="23894" y="10330"/>
                  <a:pt x="23958" y="10378"/>
                </a:cubicBezTo>
                <a:cubicBezTo>
                  <a:pt x="24042" y="10441"/>
                  <a:pt x="24146" y="10525"/>
                  <a:pt x="24209" y="10608"/>
                </a:cubicBezTo>
                <a:cubicBezTo>
                  <a:pt x="24293" y="10692"/>
                  <a:pt x="24377" y="10734"/>
                  <a:pt x="24460" y="10818"/>
                </a:cubicBezTo>
                <a:lnTo>
                  <a:pt x="24460" y="11466"/>
                </a:lnTo>
                <a:cubicBezTo>
                  <a:pt x="24418" y="11445"/>
                  <a:pt x="24377" y="11424"/>
                  <a:pt x="24356" y="11383"/>
                </a:cubicBezTo>
                <a:cubicBezTo>
                  <a:pt x="24209" y="11278"/>
                  <a:pt x="24105" y="11215"/>
                  <a:pt x="23979" y="11132"/>
                </a:cubicBezTo>
                <a:cubicBezTo>
                  <a:pt x="23973" y="11129"/>
                  <a:pt x="23968" y="11127"/>
                  <a:pt x="23962" y="11127"/>
                </a:cubicBezTo>
                <a:cubicBezTo>
                  <a:pt x="23927" y="11127"/>
                  <a:pt x="23901" y="11179"/>
                  <a:pt x="23937" y="11215"/>
                </a:cubicBezTo>
                <a:cubicBezTo>
                  <a:pt x="24063" y="11278"/>
                  <a:pt x="24167" y="11383"/>
                  <a:pt x="24272" y="11487"/>
                </a:cubicBezTo>
                <a:cubicBezTo>
                  <a:pt x="24314" y="11550"/>
                  <a:pt x="24397" y="11592"/>
                  <a:pt x="24460" y="11655"/>
                </a:cubicBezTo>
                <a:lnTo>
                  <a:pt x="24460" y="12366"/>
                </a:lnTo>
                <a:cubicBezTo>
                  <a:pt x="24377" y="12303"/>
                  <a:pt x="24314" y="12282"/>
                  <a:pt x="24251" y="12220"/>
                </a:cubicBezTo>
                <a:cubicBezTo>
                  <a:pt x="24146" y="12178"/>
                  <a:pt x="24063" y="12094"/>
                  <a:pt x="23958" y="12010"/>
                </a:cubicBezTo>
                <a:cubicBezTo>
                  <a:pt x="23942" y="12003"/>
                  <a:pt x="23927" y="11999"/>
                  <a:pt x="23912" y="11999"/>
                </a:cubicBezTo>
                <a:cubicBezTo>
                  <a:pt x="23848" y="11999"/>
                  <a:pt x="23802" y="12064"/>
                  <a:pt x="23853" y="12115"/>
                </a:cubicBezTo>
                <a:cubicBezTo>
                  <a:pt x="24000" y="12282"/>
                  <a:pt x="24209" y="12492"/>
                  <a:pt x="24418" y="12533"/>
                </a:cubicBezTo>
                <a:lnTo>
                  <a:pt x="24418" y="13308"/>
                </a:lnTo>
                <a:cubicBezTo>
                  <a:pt x="24356" y="13245"/>
                  <a:pt x="24272" y="13203"/>
                  <a:pt x="24209" y="13140"/>
                </a:cubicBezTo>
                <a:cubicBezTo>
                  <a:pt x="24084" y="13036"/>
                  <a:pt x="23937" y="12931"/>
                  <a:pt x="23791" y="12826"/>
                </a:cubicBezTo>
                <a:cubicBezTo>
                  <a:pt x="23784" y="12820"/>
                  <a:pt x="23776" y="12817"/>
                  <a:pt x="23768" y="12817"/>
                </a:cubicBezTo>
                <a:cubicBezTo>
                  <a:pt x="23726" y="12817"/>
                  <a:pt x="23675" y="12896"/>
                  <a:pt x="23728" y="12931"/>
                </a:cubicBezTo>
                <a:cubicBezTo>
                  <a:pt x="23853" y="13036"/>
                  <a:pt x="24000" y="13161"/>
                  <a:pt x="24146" y="13266"/>
                </a:cubicBezTo>
                <a:cubicBezTo>
                  <a:pt x="24251" y="13349"/>
                  <a:pt x="24314" y="13454"/>
                  <a:pt x="24460" y="13517"/>
                </a:cubicBezTo>
                <a:lnTo>
                  <a:pt x="24460" y="14145"/>
                </a:lnTo>
                <a:cubicBezTo>
                  <a:pt x="24293" y="13998"/>
                  <a:pt x="24146" y="13893"/>
                  <a:pt x="23979" y="13789"/>
                </a:cubicBezTo>
                <a:cubicBezTo>
                  <a:pt x="23967" y="13783"/>
                  <a:pt x="23956" y="13780"/>
                  <a:pt x="23946" y="13780"/>
                </a:cubicBezTo>
                <a:cubicBezTo>
                  <a:pt x="23880" y="13780"/>
                  <a:pt x="23838" y="13881"/>
                  <a:pt x="23874" y="13935"/>
                </a:cubicBezTo>
                <a:cubicBezTo>
                  <a:pt x="24063" y="14082"/>
                  <a:pt x="24251" y="14249"/>
                  <a:pt x="24418" y="14375"/>
                </a:cubicBezTo>
                <a:lnTo>
                  <a:pt x="24418" y="14919"/>
                </a:lnTo>
                <a:cubicBezTo>
                  <a:pt x="24314" y="14835"/>
                  <a:pt x="24209" y="14793"/>
                  <a:pt x="24105" y="14710"/>
                </a:cubicBezTo>
                <a:lnTo>
                  <a:pt x="23644" y="14396"/>
                </a:lnTo>
                <a:cubicBezTo>
                  <a:pt x="23630" y="14390"/>
                  <a:pt x="23616" y="14387"/>
                  <a:pt x="23603" y="14387"/>
                </a:cubicBezTo>
                <a:cubicBezTo>
                  <a:pt x="23520" y="14387"/>
                  <a:pt x="23470" y="14491"/>
                  <a:pt x="23561" y="14563"/>
                </a:cubicBezTo>
                <a:cubicBezTo>
                  <a:pt x="23728" y="14668"/>
                  <a:pt x="23874" y="14793"/>
                  <a:pt x="24042" y="14898"/>
                </a:cubicBezTo>
                <a:cubicBezTo>
                  <a:pt x="24167" y="15002"/>
                  <a:pt x="24293" y="15107"/>
                  <a:pt x="24460" y="15149"/>
                </a:cubicBezTo>
                <a:cubicBezTo>
                  <a:pt x="24460" y="15400"/>
                  <a:pt x="24460" y="15630"/>
                  <a:pt x="24481" y="15860"/>
                </a:cubicBezTo>
                <a:cubicBezTo>
                  <a:pt x="24460" y="15839"/>
                  <a:pt x="24397" y="15818"/>
                  <a:pt x="24377" y="15777"/>
                </a:cubicBezTo>
                <a:lnTo>
                  <a:pt x="24063" y="15546"/>
                </a:lnTo>
                <a:cubicBezTo>
                  <a:pt x="24056" y="15544"/>
                  <a:pt x="24049" y="15543"/>
                  <a:pt x="24043" y="15543"/>
                </a:cubicBezTo>
                <a:cubicBezTo>
                  <a:pt x="23992" y="15543"/>
                  <a:pt x="23963" y="15612"/>
                  <a:pt x="24000" y="15630"/>
                </a:cubicBezTo>
                <a:lnTo>
                  <a:pt x="24314" y="15860"/>
                </a:lnTo>
                <a:cubicBezTo>
                  <a:pt x="24377" y="15923"/>
                  <a:pt x="24460" y="15965"/>
                  <a:pt x="24502" y="15986"/>
                </a:cubicBezTo>
                <a:lnTo>
                  <a:pt x="24502" y="16593"/>
                </a:lnTo>
                <a:lnTo>
                  <a:pt x="24188" y="16362"/>
                </a:lnTo>
                <a:cubicBezTo>
                  <a:pt x="24042" y="16237"/>
                  <a:pt x="23853" y="16090"/>
                  <a:pt x="23665" y="16028"/>
                </a:cubicBezTo>
                <a:cubicBezTo>
                  <a:pt x="23657" y="16020"/>
                  <a:pt x="23648" y="16016"/>
                  <a:pt x="23639" y="16016"/>
                </a:cubicBezTo>
                <a:cubicBezTo>
                  <a:pt x="23602" y="16016"/>
                  <a:pt x="23565" y="16074"/>
                  <a:pt x="23581" y="16090"/>
                </a:cubicBezTo>
                <a:cubicBezTo>
                  <a:pt x="23728" y="16258"/>
                  <a:pt x="23895" y="16362"/>
                  <a:pt x="24063" y="16488"/>
                </a:cubicBezTo>
                <a:cubicBezTo>
                  <a:pt x="24188" y="16593"/>
                  <a:pt x="24314" y="16760"/>
                  <a:pt x="24481" y="16781"/>
                </a:cubicBezTo>
                <a:lnTo>
                  <a:pt x="24481" y="17388"/>
                </a:lnTo>
                <a:lnTo>
                  <a:pt x="24251" y="17220"/>
                </a:lnTo>
                <a:cubicBezTo>
                  <a:pt x="24154" y="17143"/>
                  <a:pt x="24022" y="17030"/>
                  <a:pt x="23903" y="17030"/>
                </a:cubicBezTo>
                <a:cubicBezTo>
                  <a:pt x="23893" y="17030"/>
                  <a:pt x="23884" y="17030"/>
                  <a:pt x="23874" y="17032"/>
                </a:cubicBezTo>
                <a:cubicBezTo>
                  <a:pt x="23853" y="17032"/>
                  <a:pt x="23853" y="17074"/>
                  <a:pt x="23853" y="17074"/>
                </a:cubicBezTo>
                <a:cubicBezTo>
                  <a:pt x="23833" y="17095"/>
                  <a:pt x="23853" y="17137"/>
                  <a:pt x="23874" y="17137"/>
                </a:cubicBezTo>
                <a:lnTo>
                  <a:pt x="23937" y="17137"/>
                </a:lnTo>
                <a:lnTo>
                  <a:pt x="23937" y="17178"/>
                </a:lnTo>
                <a:lnTo>
                  <a:pt x="23958" y="17199"/>
                </a:lnTo>
                <a:lnTo>
                  <a:pt x="24042" y="17283"/>
                </a:lnTo>
                <a:cubicBezTo>
                  <a:pt x="24084" y="17325"/>
                  <a:pt x="24146" y="17388"/>
                  <a:pt x="24209" y="17430"/>
                </a:cubicBezTo>
                <a:cubicBezTo>
                  <a:pt x="24293" y="17492"/>
                  <a:pt x="24356" y="17555"/>
                  <a:pt x="24418" y="17618"/>
                </a:cubicBezTo>
                <a:cubicBezTo>
                  <a:pt x="24418" y="17848"/>
                  <a:pt x="24418" y="18078"/>
                  <a:pt x="24460" y="18329"/>
                </a:cubicBezTo>
                <a:lnTo>
                  <a:pt x="24293" y="18246"/>
                </a:lnTo>
                <a:cubicBezTo>
                  <a:pt x="24167" y="18162"/>
                  <a:pt x="24063" y="18120"/>
                  <a:pt x="23937" y="18036"/>
                </a:cubicBezTo>
                <a:cubicBezTo>
                  <a:pt x="23930" y="18034"/>
                  <a:pt x="23924" y="18033"/>
                  <a:pt x="23918" y="18033"/>
                </a:cubicBezTo>
                <a:cubicBezTo>
                  <a:pt x="23870" y="18033"/>
                  <a:pt x="23856" y="18101"/>
                  <a:pt x="23874" y="18120"/>
                </a:cubicBezTo>
                <a:lnTo>
                  <a:pt x="24188" y="18350"/>
                </a:lnTo>
                <a:cubicBezTo>
                  <a:pt x="24272" y="18392"/>
                  <a:pt x="24356" y="18476"/>
                  <a:pt x="24418" y="18497"/>
                </a:cubicBezTo>
                <a:cubicBezTo>
                  <a:pt x="24418" y="18769"/>
                  <a:pt x="24418" y="19062"/>
                  <a:pt x="24460" y="19313"/>
                </a:cubicBezTo>
                <a:lnTo>
                  <a:pt x="24293" y="19250"/>
                </a:lnTo>
                <a:cubicBezTo>
                  <a:pt x="24188" y="19166"/>
                  <a:pt x="24063" y="19083"/>
                  <a:pt x="23958" y="18999"/>
                </a:cubicBezTo>
                <a:cubicBezTo>
                  <a:pt x="23946" y="18991"/>
                  <a:pt x="23934" y="18987"/>
                  <a:pt x="23923" y="18987"/>
                </a:cubicBezTo>
                <a:cubicBezTo>
                  <a:pt x="23875" y="18987"/>
                  <a:pt x="23841" y="19049"/>
                  <a:pt x="23874" y="19083"/>
                </a:cubicBezTo>
                <a:cubicBezTo>
                  <a:pt x="23979" y="19166"/>
                  <a:pt x="24063" y="19271"/>
                  <a:pt x="24167" y="19313"/>
                </a:cubicBezTo>
                <a:cubicBezTo>
                  <a:pt x="24251" y="19375"/>
                  <a:pt x="24314" y="19438"/>
                  <a:pt x="24418" y="19480"/>
                </a:cubicBezTo>
                <a:cubicBezTo>
                  <a:pt x="24418" y="19731"/>
                  <a:pt x="24460" y="20003"/>
                  <a:pt x="24460" y="20296"/>
                </a:cubicBezTo>
                <a:cubicBezTo>
                  <a:pt x="24397" y="20233"/>
                  <a:pt x="24356" y="20212"/>
                  <a:pt x="24293" y="20150"/>
                </a:cubicBezTo>
                <a:cubicBezTo>
                  <a:pt x="24188" y="20087"/>
                  <a:pt x="24084" y="20003"/>
                  <a:pt x="23979" y="19940"/>
                </a:cubicBezTo>
                <a:cubicBezTo>
                  <a:pt x="23973" y="19937"/>
                  <a:pt x="23967" y="19936"/>
                  <a:pt x="23962" y="19936"/>
                </a:cubicBezTo>
                <a:cubicBezTo>
                  <a:pt x="23927" y="19936"/>
                  <a:pt x="23901" y="19985"/>
                  <a:pt x="23937" y="20003"/>
                </a:cubicBezTo>
                <a:cubicBezTo>
                  <a:pt x="24000" y="20108"/>
                  <a:pt x="24105" y="20191"/>
                  <a:pt x="24209" y="20254"/>
                </a:cubicBezTo>
                <a:cubicBezTo>
                  <a:pt x="24293" y="20338"/>
                  <a:pt x="24377" y="20401"/>
                  <a:pt x="24481" y="20443"/>
                </a:cubicBezTo>
                <a:cubicBezTo>
                  <a:pt x="24481" y="20673"/>
                  <a:pt x="24502" y="20924"/>
                  <a:pt x="24502" y="21154"/>
                </a:cubicBezTo>
                <a:cubicBezTo>
                  <a:pt x="24481" y="21154"/>
                  <a:pt x="24460" y="21133"/>
                  <a:pt x="24418" y="21133"/>
                </a:cubicBezTo>
                <a:cubicBezTo>
                  <a:pt x="24293" y="21049"/>
                  <a:pt x="24167" y="20945"/>
                  <a:pt x="24042" y="20840"/>
                </a:cubicBezTo>
                <a:cubicBezTo>
                  <a:pt x="24026" y="20824"/>
                  <a:pt x="24009" y="20818"/>
                  <a:pt x="23993" y="20818"/>
                </a:cubicBezTo>
                <a:cubicBezTo>
                  <a:pt x="23946" y="20818"/>
                  <a:pt x="23911" y="20877"/>
                  <a:pt x="23958" y="20924"/>
                </a:cubicBezTo>
                <a:cubicBezTo>
                  <a:pt x="24063" y="21049"/>
                  <a:pt x="24188" y="21154"/>
                  <a:pt x="24314" y="21238"/>
                </a:cubicBezTo>
                <a:cubicBezTo>
                  <a:pt x="24377" y="21259"/>
                  <a:pt x="24418" y="21300"/>
                  <a:pt x="24481" y="21342"/>
                </a:cubicBezTo>
                <a:cubicBezTo>
                  <a:pt x="24502" y="21572"/>
                  <a:pt x="24502" y="21782"/>
                  <a:pt x="24523" y="22012"/>
                </a:cubicBezTo>
                <a:cubicBezTo>
                  <a:pt x="24481" y="21991"/>
                  <a:pt x="24460" y="21970"/>
                  <a:pt x="24397" y="21928"/>
                </a:cubicBezTo>
                <a:cubicBezTo>
                  <a:pt x="24272" y="21865"/>
                  <a:pt x="24167" y="21782"/>
                  <a:pt x="24042" y="21698"/>
                </a:cubicBezTo>
                <a:cubicBezTo>
                  <a:pt x="24035" y="21696"/>
                  <a:pt x="24028" y="21695"/>
                  <a:pt x="24022" y="21695"/>
                </a:cubicBezTo>
                <a:cubicBezTo>
                  <a:pt x="23971" y="21695"/>
                  <a:pt x="23942" y="21763"/>
                  <a:pt x="23979" y="21782"/>
                </a:cubicBezTo>
                <a:cubicBezTo>
                  <a:pt x="24084" y="21886"/>
                  <a:pt x="24188" y="21970"/>
                  <a:pt x="24293" y="22075"/>
                </a:cubicBezTo>
                <a:cubicBezTo>
                  <a:pt x="24377" y="22137"/>
                  <a:pt x="24460" y="22221"/>
                  <a:pt x="24523" y="22284"/>
                </a:cubicBezTo>
                <a:cubicBezTo>
                  <a:pt x="24565" y="22451"/>
                  <a:pt x="24565" y="22640"/>
                  <a:pt x="24586" y="22828"/>
                </a:cubicBezTo>
                <a:cubicBezTo>
                  <a:pt x="24565" y="22807"/>
                  <a:pt x="24502" y="22765"/>
                  <a:pt x="24481" y="22765"/>
                </a:cubicBezTo>
                <a:cubicBezTo>
                  <a:pt x="24314" y="22660"/>
                  <a:pt x="24188" y="22556"/>
                  <a:pt x="24042" y="22451"/>
                </a:cubicBezTo>
                <a:cubicBezTo>
                  <a:pt x="24032" y="22444"/>
                  <a:pt x="24021" y="22442"/>
                  <a:pt x="24010" y="22442"/>
                </a:cubicBezTo>
                <a:cubicBezTo>
                  <a:pt x="23956" y="22442"/>
                  <a:pt x="23905" y="22521"/>
                  <a:pt x="23958" y="22556"/>
                </a:cubicBezTo>
                <a:cubicBezTo>
                  <a:pt x="24084" y="22702"/>
                  <a:pt x="24209" y="22807"/>
                  <a:pt x="24377" y="22912"/>
                </a:cubicBezTo>
                <a:cubicBezTo>
                  <a:pt x="24418" y="22932"/>
                  <a:pt x="24481" y="22974"/>
                  <a:pt x="24523" y="22995"/>
                </a:cubicBezTo>
                <a:cubicBezTo>
                  <a:pt x="23937" y="22870"/>
                  <a:pt x="23330" y="22744"/>
                  <a:pt x="22744" y="22577"/>
                </a:cubicBezTo>
                <a:cubicBezTo>
                  <a:pt x="22888" y="18544"/>
                  <a:pt x="23011" y="14451"/>
                  <a:pt x="22742" y="10435"/>
                </a:cubicBezTo>
                <a:lnTo>
                  <a:pt x="22742" y="10435"/>
                </a:lnTo>
                <a:cubicBezTo>
                  <a:pt x="22708" y="14427"/>
                  <a:pt x="22825" y="18418"/>
                  <a:pt x="22703" y="22430"/>
                </a:cubicBezTo>
                <a:lnTo>
                  <a:pt x="20652" y="21886"/>
                </a:lnTo>
                <a:cubicBezTo>
                  <a:pt x="19146" y="21489"/>
                  <a:pt x="17388" y="21070"/>
                  <a:pt x="15672" y="20945"/>
                </a:cubicBezTo>
                <a:cubicBezTo>
                  <a:pt x="15191" y="19940"/>
                  <a:pt x="14773" y="18957"/>
                  <a:pt x="14480" y="17911"/>
                </a:cubicBezTo>
                <a:lnTo>
                  <a:pt x="14480" y="17911"/>
                </a:lnTo>
                <a:cubicBezTo>
                  <a:pt x="14880" y="18007"/>
                  <a:pt x="15269" y="18079"/>
                  <a:pt x="15673" y="18079"/>
                </a:cubicBezTo>
                <a:cubicBezTo>
                  <a:pt x="15797" y="18079"/>
                  <a:pt x="15922" y="18072"/>
                  <a:pt x="16049" y="18057"/>
                </a:cubicBezTo>
                <a:cubicBezTo>
                  <a:pt x="16195" y="18057"/>
                  <a:pt x="16300" y="17869"/>
                  <a:pt x="16154" y="17806"/>
                </a:cubicBezTo>
                <a:cubicBezTo>
                  <a:pt x="14145" y="16237"/>
                  <a:pt x="13161" y="13580"/>
                  <a:pt x="13601" y="11069"/>
                </a:cubicBezTo>
                <a:cubicBezTo>
                  <a:pt x="13615" y="10968"/>
                  <a:pt x="13512" y="10878"/>
                  <a:pt x="13418" y="10878"/>
                </a:cubicBezTo>
                <a:cubicBezTo>
                  <a:pt x="13375" y="10878"/>
                  <a:pt x="13334" y="10897"/>
                  <a:pt x="13308" y="10943"/>
                </a:cubicBezTo>
                <a:cubicBezTo>
                  <a:pt x="11969" y="13642"/>
                  <a:pt x="11529" y="16655"/>
                  <a:pt x="11948" y="19627"/>
                </a:cubicBezTo>
                <a:cubicBezTo>
                  <a:pt x="11960" y="19720"/>
                  <a:pt x="12030" y="19761"/>
                  <a:pt x="12105" y="19761"/>
                </a:cubicBezTo>
                <a:cubicBezTo>
                  <a:pt x="12163" y="19761"/>
                  <a:pt x="12225" y="19736"/>
                  <a:pt x="12262" y="19689"/>
                </a:cubicBezTo>
                <a:cubicBezTo>
                  <a:pt x="12534" y="19292"/>
                  <a:pt x="12785" y="18894"/>
                  <a:pt x="13078" y="18539"/>
                </a:cubicBezTo>
                <a:cubicBezTo>
                  <a:pt x="13182" y="19375"/>
                  <a:pt x="13392" y="20150"/>
                  <a:pt x="13726" y="20945"/>
                </a:cubicBezTo>
                <a:cubicBezTo>
                  <a:pt x="12366" y="21049"/>
                  <a:pt x="11090" y="21384"/>
                  <a:pt x="9960" y="22137"/>
                </a:cubicBezTo>
                <a:cubicBezTo>
                  <a:pt x="9950" y="22132"/>
                  <a:pt x="9938" y="22130"/>
                  <a:pt x="9926" y="22130"/>
                </a:cubicBezTo>
                <a:cubicBezTo>
                  <a:pt x="9890" y="22130"/>
                  <a:pt x="9850" y="22153"/>
                  <a:pt x="9835" y="22200"/>
                </a:cubicBezTo>
                <a:cubicBezTo>
                  <a:pt x="9604" y="22828"/>
                  <a:pt x="10044" y="23644"/>
                  <a:pt x="10358" y="24272"/>
                </a:cubicBezTo>
                <a:cubicBezTo>
                  <a:pt x="8872" y="23881"/>
                  <a:pt x="7258" y="23607"/>
                  <a:pt x="5681" y="23607"/>
                </a:cubicBezTo>
                <a:cubicBezTo>
                  <a:pt x="5148" y="23607"/>
                  <a:pt x="4620" y="23638"/>
                  <a:pt x="4102" y="23707"/>
                </a:cubicBezTo>
                <a:cubicBezTo>
                  <a:pt x="3265" y="23811"/>
                  <a:pt x="2428" y="24062"/>
                  <a:pt x="1674" y="24439"/>
                </a:cubicBezTo>
                <a:cubicBezTo>
                  <a:pt x="1068" y="24753"/>
                  <a:pt x="105" y="25339"/>
                  <a:pt x="1" y="26050"/>
                </a:cubicBezTo>
                <a:cubicBezTo>
                  <a:pt x="1" y="26050"/>
                  <a:pt x="1" y="26071"/>
                  <a:pt x="21" y="26071"/>
                </a:cubicBezTo>
                <a:cubicBezTo>
                  <a:pt x="314" y="25966"/>
                  <a:pt x="461" y="25757"/>
                  <a:pt x="712" y="25548"/>
                </a:cubicBezTo>
                <a:cubicBezTo>
                  <a:pt x="1047" y="25255"/>
                  <a:pt x="1381" y="25004"/>
                  <a:pt x="1779" y="24795"/>
                </a:cubicBezTo>
                <a:cubicBezTo>
                  <a:pt x="2658" y="24313"/>
                  <a:pt x="3641" y="24083"/>
                  <a:pt x="4625" y="23979"/>
                </a:cubicBezTo>
                <a:cubicBezTo>
                  <a:pt x="5007" y="23942"/>
                  <a:pt x="5390" y="23925"/>
                  <a:pt x="5773" y="23925"/>
                </a:cubicBezTo>
                <a:cubicBezTo>
                  <a:pt x="7360" y="23925"/>
                  <a:pt x="8945" y="24215"/>
                  <a:pt x="10462" y="24585"/>
                </a:cubicBezTo>
                <a:lnTo>
                  <a:pt x="10504" y="24585"/>
                </a:lnTo>
                <a:cubicBezTo>
                  <a:pt x="10881" y="25485"/>
                  <a:pt x="11216" y="26427"/>
                  <a:pt x="11655" y="27306"/>
                </a:cubicBezTo>
                <a:cubicBezTo>
                  <a:pt x="11697" y="27326"/>
                  <a:pt x="11718" y="27347"/>
                  <a:pt x="11739" y="27347"/>
                </a:cubicBezTo>
                <a:cubicBezTo>
                  <a:pt x="11739" y="27368"/>
                  <a:pt x="11760" y="27410"/>
                  <a:pt x="11801" y="27431"/>
                </a:cubicBezTo>
                <a:cubicBezTo>
                  <a:pt x="11801" y="27452"/>
                  <a:pt x="11822" y="27473"/>
                  <a:pt x="11822" y="27515"/>
                </a:cubicBezTo>
                <a:cubicBezTo>
                  <a:pt x="11927" y="27975"/>
                  <a:pt x="12534" y="28205"/>
                  <a:pt x="12994" y="28268"/>
                </a:cubicBezTo>
                <a:cubicBezTo>
                  <a:pt x="13158" y="28285"/>
                  <a:pt x="13323" y="28293"/>
                  <a:pt x="13488" y="28293"/>
                </a:cubicBezTo>
                <a:cubicBezTo>
                  <a:pt x="14362" y="28293"/>
                  <a:pt x="15254" y="28066"/>
                  <a:pt x="16028" y="27661"/>
                </a:cubicBezTo>
                <a:cubicBezTo>
                  <a:pt x="16530" y="27661"/>
                  <a:pt x="16928" y="27954"/>
                  <a:pt x="16886" y="28519"/>
                </a:cubicBezTo>
                <a:cubicBezTo>
                  <a:pt x="16865" y="29230"/>
                  <a:pt x="16216" y="29628"/>
                  <a:pt x="15589" y="29733"/>
                </a:cubicBezTo>
                <a:cubicBezTo>
                  <a:pt x="15368" y="29770"/>
                  <a:pt x="15144" y="29787"/>
                  <a:pt x="14919" y="29787"/>
                </a:cubicBezTo>
                <a:cubicBezTo>
                  <a:pt x="14271" y="29787"/>
                  <a:pt x="13615" y="29647"/>
                  <a:pt x="12994" y="29461"/>
                </a:cubicBezTo>
                <a:cubicBezTo>
                  <a:pt x="11488" y="29021"/>
                  <a:pt x="10065" y="28205"/>
                  <a:pt x="8496" y="27933"/>
                </a:cubicBezTo>
                <a:cubicBezTo>
                  <a:pt x="8143" y="27864"/>
                  <a:pt x="7763" y="27829"/>
                  <a:pt x="7373" y="27829"/>
                </a:cubicBezTo>
                <a:cubicBezTo>
                  <a:pt x="5635" y="27829"/>
                  <a:pt x="3686" y="28529"/>
                  <a:pt x="2951" y="30067"/>
                </a:cubicBezTo>
                <a:lnTo>
                  <a:pt x="2951" y="30067"/>
                </a:lnTo>
                <a:cubicBezTo>
                  <a:pt x="3014" y="29816"/>
                  <a:pt x="3076" y="29544"/>
                  <a:pt x="3160" y="29335"/>
                </a:cubicBezTo>
                <a:cubicBezTo>
                  <a:pt x="3286" y="28875"/>
                  <a:pt x="3495" y="28394"/>
                  <a:pt x="3746" y="27954"/>
                </a:cubicBezTo>
                <a:cubicBezTo>
                  <a:pt x="4206" y="27096"/>
                  <a:pt x="4834" y="26322"/>
                  <a:pt x="5587" y="25673"/>
                </a:cubicBezTo>
                <a:cubicBezTo>
                  <a:pt x="5671" y="25590"/>
                  <a:pt x="5629" y="25464"/>
                  <a:pt x="5545" y="25443"/>
                </a:cubicBezTo>
                <a:cubicBezTo>
                  <a:pt x="4853" y="25226"/>
                  <a:pt x="4113" y="25106"/>
                  <a:pt x="3376" y="25106"/>
                </a:cubicBezTo>
                <a:cubicBezTo>
                  <a:pt x="2266" y="25106"/>
                  <a:pt x="1161" y="25379"/>
                  <a:pt x="231" y="26008"/>
                </a:cubicBezTo>
                <a:cubicBezTo>
                  <a:pt x="157" y="26063"/>
                  <a:pt x="197" y="26183"/>
                  <a:pt x="278" y="26183"/>
                </a:cubicBezTo>
                <a:cubicBezTo>
                  <a:pt x="290" y="26183"/>
                  <a:pt x="302" y="26181"/>
                  <a:pt x="314" y="26176"/>
                </a:cubicBezTo>
                <a:cubicBezTo>
                  <a:pt x="1378" y="25714"/>
                  <a:pt x="2459" y="25439"/>
                  <a:pt x="3560" y="25439"/>
                </a:cubicBezTo>
                <a:cubicBezTo>
                  <a:pt x="4106" y="25439"/>
                  <a:pt x="4656" y="25507"/>
                  <a:pt x="5211" y="25653"/>
                </a:cubicBezTo>
                <a:cubicBezTo>
                  <a:pt x="4332" y="26364"/>
                  <a:pt x="3662" y="27222"/>
                  <a:pt x="3223" y="28247"/>
                </a:cubicBezTo>
                <a:cubicBezTo>
                  <a:pt x="2972" y="28770"/>
                  <a:pt x="2804" y="29314"/>
                  <a:pt x="2700" y="29858"/>
                </a:cubicBezTo>
                <a:cubicBezTo>
                  <a:pt x="2616" y="30277"/>
                  <a:pt x="2449" y="30821"/>
                  <a:pt x="2700" y="31218"/>
                </a:cubicBezTo>
                <a:cubicBezTo>
                  <a:pt x="2700" y="31290"/>
                  <a:pt x="2768" y="31322"/>
                  <a:pt x="2838" y="31322"/>
                </a:cubicBezTo>
                <a:cubicBezTo>
                  <a:pt x="2871" y="31322"/>
                  <a:pt x="2903" y="31315"/>
                  <a:pt x="2930" y="31302"/>
                </a:cubicBezTo>
                <a:cubicBezTo>
                  <a:pt x="3014" y="31281"/>
                  <a:pt x="3034" y="31197"/>
                  <a:pt x="3014" y="31114"/>
                </a:cubicBezTo>
                <a:cubicBezTo>
                  <a:pt x="3656" y="29208"/>
                  <a:pt x="5283" y="28163"/>
                  <a:pt x="7285" y="28163"/>
                </a:cubicBezTo>
                <a:cubicBezTo>
                  <a:pt x="7305" y="28163"/>
                  <a:pt x="7325" y="28163"/>
                  <a:pt x="7345" y="28163"/>
                </a:cubicBezTo>
                <a:cubicBezTo>
                  <a:pt x="9312" y="28184"/>
                  <a:pt x="11006" y="29189"/>
                  <a:pt x="12806" y="29754"/>
                </a:cubicBezTo>
                <a:cubicBezTo>
                  <a:pt x="13414" y="29946"/>
                  <a:pt x="14219" y="30144"/>
                  <a:pt x="14983" y="30144"/>
                </a:cubicBezTo>
                <a:cubicBezTo>
                  <a:pt x="15795" y="30144"/>
                  <a:pt x="16559" y="29921"/>
                  <a:pt x="16991" y="29230"/>
                </a:cubicBezTo>
                <a:cubicBezTo>
                  <a:pt x="17200" y="28917"/>
                  <a:pt x="17283" y="28519"/>
                  <a:pt x="17200" y="28184"/>
                </a:cubicBezTo>
                <a:lnTo>
                  <a:pt x="17200" y="28184"/>
                </a:lnTo>
                <a:cubicBezTo>
                  <a:pt x="18769" y="29733"/>
                  <a:pt x="21050" y="30591"/>
                  <a:pt x="23142" y="30925"/>
                </a:cubicBezTo>
                <a:lnTo>
                  <a:pt x="23163" y="30925"/>
                </a:lnTo>
                <a:cubicBezTo>
                  <a:pt x="23456" y="31867"/>
                  <a:pt x="23874" y="32767"/>
                  <a:pt x="24293" y="33624"/>
                </a:cubicBezTo>
                <a:cubicBezTo>
                  <a:pt x="24328" y="33695"/>
                  <a:pt x="24385" y="33724"/>
                  <a:pt x="24443" y="33724"/>
                </a:cubicBezTo>
                <a:cubicBezTo>
                  <a:pt x="24523" y="33724"/>
                  <a:pt x="24603" y="33668"/>
                  <a:pt x="24628" y="33583"/>
                </a:cubicBezTo>
                <a:cubicBezTo>
                  <a:pt x="24900" y="32683"/>
                  <a:pt x="25234" y="31804"/>
                  <a:pt x="25402" y="30883"/>
                </a:cubicBezTo>
                <a:lnTo>
                  <a:pt x="25402" y="30811"/>
                </a:lnTo>
                <a:lnTo>
                  <a:pt x="25402" y="30811"/>
                </a:lnTo>
                <a:cubicBezTo>
                  <a:pt x="25413" y="30811"/>
                  <a:pt x="25425" y="30811"/>
                  <a:pt x="25436" y="30812"/>
                </a:cubicBezTo>
                <a:lnTo>
                  <a:pt x="25436" y="30812"/>
                </a:lnTo>
                <a:cubicBezTo>
                  <a:pt x="25425" y="30806"/>
                  <a:pt x="25413" y="30800"/>
                  <a:pt x="25402" y="30800"/>
                </a:cubicBezTo>
                <a:lnTo>
                  <a:pt x="25402" y="30811"/>
                </a:lnTo>
                <a:lnTo>
                  <a:pt x="25402" y="30811"/>
                </a:lnTo>
                <a:cubicBezTo>
                  <a:pt x="25331" y="30808"/>
                  <a:pt x="25261" y="30804"/>
                  <a:pt x="25193" y="30800"/>
                </a:cubicBezTo>
                <a:lnTo>
                  <a:pt x="25151" y="30800"/>
                </a:lnTo>
                <a:cubicBezTo>
                  <a:pt x="24983" y="30695"/>
                  <a:pt x="24795" y="30591"/>
                  <a:pt x="24628" y="30465"/>
                </a:cubicBezTo>
                <a:cubicBezTo>
                  <a:pt x="24622" y="30455"/>
                  <a:pt x="24617" y="30451"/>
                  <a:pt x="24613" y="30451"/>
                </a:cubicBezTo>
                <a:cubicBezTo>
                  <a:pt x="24599" y="30451"/>
                  <a:pt x="24591" y="30486"/>
                  <a:pt x="24607" y="30486"/>
                </a:cubicBezTo>
                <a:cubicBezTo>
                  <a:pt x="24732" y="30611"/>
                  <a:pt x="24900" y="30716"/>
                  <a:pt x="25088" y="30821"/>
                </a:cubicBezTo>
                <a:cubicBezTo>
                  <a:pt x="25025" y="30821"/>
                  <a:pt x="24983" y="30842"/>
                  <a:pt x="24941" y="30925"/>
                </a:cubicBezTo>
                <a:cubicBezTo>
                  <a:pt x="24879" y="31114"/>
                  <a:pt x="24795" y="31302"/>
                  <a:pt x="24732" y="31469"/>
                </a:cubicBezTo>
                <a:cubicBezTo>
                  <a:pt x="24669" y="31407"/>
                  <a:pt x="24565" y="31344"/>
                  <a:pt x="24481" y="31302"/>
                </a:cubicBezTo>
                <a:cubicBezTo>
                  <a:pt x="24377" y="31218"/>
                  <a:pt x="24272" y="31155"/>
                  <a:pt x="24167" y="31093"/>
                </a:cubicBezTo>
                <a:cubicBezTo>
                  <a:pt x="24153" y="31083"/>
                  <a:pt x="24140" y="31079"/>
                  <a:pt x="24130" y="31079"/>
                </a:cubicBezTo>
                <a:cubicBezTo>
                  <a:pt x="24097" y="31079"/>
                  <a:pt x="24088" y="31123"/>
                  <a:pt x="24105" y="31155"/>
                </a:cubicBezTo>
                <a:cubicBezTo>
                  <a:pt x="24209" y="31239"/>
                  <a:pt x="24293" y="31323"/>
                  <a:pt x="24397" y="31407"/>
                </a:cubicBezTo>
                <a:cubicBezTo>
                  <a:pt x="24502" y="31469"/>
                  <a:pt x="24586" y="31553"/>
                  <a:pt x="24690" y="31616"/>
                </a:cubicBezTo>
                <a:cubicBezTo>
                  <a:pt x="24607" y="31825"/>
                  <a:pt x="24565" y="32034"/>
                  <a:pt x="24502" y="32243"/>
                </a:cubicBezTo>
                <a:cubicBezTo>
                  <a:pt x="24460" y="32181"/>
                  <a:pt x="24356" y="32139"/>
                  <a:pt x="24314" y="32097"/>
                </a:cubicBezTo>
                <a:cubicBezTo>
                  <a:pt x="24209" y="31992"/>
                  <a:pt x="24084" y="31930"/>
                  <a:pt x="23979" y="31783"/>
                </a:cubicBezTo>
                <a:cubicBezTo>
                  <a:pt x="23973" y="31778"/>
                  <a:pt x="23965" y="31775"/>
                  <a:pt x="23956" y="31775"/>
                </a:cubicBezTo>
                <a:cubicBezTo>
                  <a:pt x="23932" y="31775"/>
                  <a:pt x="23907" y="31794"/>
                  <a:pt x="23937" y="31825"/>
                </a:cubicBezTo>
                <a:cubicBezTo>
                  <a:pt x="24000" y="31951"/>
                  <a:pt x="24084" y="32076"/>
                  <a:pt x="24209" y="32181"/>
                </a:cubicBezTo>
                <a:cubicBezTo>
                  <a:pt x="24272" y="32243"/>
                  <a:pt x="24377" y="32348"/>
                  <a:pt x="24481" y="32390"/>
                </a:cubicBezTo>
                <a:cubicBezTo>
                  <a:pt x="24397" y="32620"/>
                  <a:pt x="24356" y="32892"/>
                  <a:pt x="24272" y="33122"/>
                </a:cubicBezTo>
                <a:cubicBezTo>
                  <a:pt x="23895" y="32348"/>
                  <a:pt x="23561" y="31553"/>
                  <a:pt x="23163" y="30779"/>
                </a:cubicBezTo>
                <a:cubicBezTo>
                  <a:pt x="23142" y="30716"/>
                  <a:pt x="23100" y="30716"/>
                  <a:pt x="23037" y="30716"/>
                </a:cubicBezTo>
                <a:cubicBezTo>
                  <a:pt x="21531" y="30465"/>
                  <a:pt x="20024" y="29984"/>
                  <a:pt x="18706" y="29147"/>
                </a:cubicBezTo>
                <a:cubicBezTo>
                  <a:pt x="17514" y="28414"/>
                  <a:pt x="16572" y="27389"/>
                  <a:pt x="15798" y="26238"/>
                </a:cubicBezTo>
                <a:cubicBezTo>
                  <a:pt x="16237" y="26197"/>
                  <a:pt x="16718" y="26134"/>
                  <a:pt x="17158" y="26134"/>
                </a:cubicBezTo>
                <a:cubicBezTo>
                  <a:pt x="17242" y="26280"/>
                  <a:pt x="17346" y="26406"/>
                  <a:pt x="17472" y="26531"/>
                </a:cubicBezTo>
                <a:cubicBezTo>
                  <a:pt x="17283" y="26448"/>
                  <a:pt x="17095" y="26406"/>
                  <a:pt x="16928" y="26301"/>
                </a:cubicBezTo>
                <a:cubicBezTo>
                  <a:pt x="16919" y="26298"/>
                  <a:pt x="16911" y="26297"/>
                  <a:pt x="16904" y="26297"/>
                </a:cubicBezTo>
                <a:cubicBezTo>
                  <a:pt x="16860" y="26297"/>
                  <a:pt x="16847" y="26349"/>
                  <a:pt x="16865" y="26385"/>
                </a:cubicBezTo>
                <a:cubicBezTo>
                  <a:pt x="17137" y="26531"/>
                  <a:pt x="17388" y="26636"/>
                  <a:pt x="17681" y="26720"/>
                </a:cubicBezTo>
                <a:cubicBezTo>
                  <a:pt x="17827" y="26845"/>
                  <a:pt x="17995" y="26950"/>
                  <a:pt x="18141" y="27075"/>
                </a:cubicBezTo>
                <a:cubicBezTo>
                  <a:pt x="18016" y="27054"/>
                  <a:pt x="17911" y="27013"/>
                  <a:pt x="17786" y="26971"/>
                </a:cubicBezTo>
                <a:cubicBezTo>
                  <a:pt x="17780" y="26969"/>
                  <a:pt x="17775" y="26968"/>
                  <a:pt x="17770" y="26968"/>
                </a:cubicBezTo>
                <a:cubicBezTo>
                  <a:pt x="17720" y="26968"/>
                  <a:pt x="17708" y="27056"/>
                  <a:pt x="17765" y="27075"/>
                </a:cubicBezTo>
                <a:cubicBezTo>
                  <a:pt x="18016" y="27180"/>
                  <a:pt x="18309" y="27285"/>
                  <a:pt x="18602" y="27368"/>
                </a:cubicBezTo>
                <a:cubicBezTo>
                  <a:pt x="18915" y="27557"/>
                  <a:pt x="19250" y="27745"/>
                  <a:pt x="19480" y="27891"/>
                </a:cubicBezTo>
                <a:cubicBezTo>
                  <a:pt x="20424" y="28486"/>
                  <a:pt x="21449" y="29001"/>
                  <a:pt x="22573" y="29001"/>
                </a:cubicBezTo>
                <a:cubicBezTo>
                  <a:pt x="22595" y="29001"/>
                  <a:pt x="22618" y="29001"/>
                  <a:pt x="22640" y="29000"/>
                </a:cubicBezTo>
                <a:cubicBezTo>
                  <a:pt x="22724" y="29000"/>
                  <a:pt x="22786" y="28917"/>
                  <a:pt x="22786" y="28833"/>
                </a:cubicBezTo>
                <a:cubicBezTo>
                  <a:pt x="22786" y="28833"/>
                  <a:pt x="22807" y="28812"/>
                  <a:pt x="22807" y="28791"/>
                </a:cubicBezTo>
                <a:cubicBezTo>
                  <a:pt x="22912" y="28268"/>
                  <a:pt x="22912" y="27682"/>
                  <a:pt x="22849" y="27138"/>
                </a:cubicBezTo>
                <a:lnTo>
                  <a:pt x="22849" y="27138"/>
                </a:lnTo>
                <a:cubicBezTo>
                  <a:pt x="23435" y="27326"/>
                  <a:pt x="23979" y="27473"/>
                  <a:pt x="24565" y="27661"/>
                </a:cubicBezTo>
                <a:lnTo>
                  <a:pt x="24565" y="27808"/>
                </a:lnTo>
                <a:cubicBezTo>
                  <a:pt x="24523" y="27787"/>
                  <a:pt x="24481" y="27787"/>
                  <a:pt x="24460" y="27766"/>
                </a:cubicBezTo>
                <a:cubicBezTo>
                  <a:pt x="24356" y="27703"/>
                  <a:pt x="24251" y="27661"/>
                  <a:pt x="24105" y="27598"/>
                </a:cubicBezTo>
                <a:cubicBezTo>
                  <a:pt x="24100" y="27596"/>
                  <a:pt x="24096" y="27595"/>
                  <a:pt x="24092" y="27595"/>
                </a:cubicBezTo>
                <a:cubicBezTo>
                  <a:pt x="24059" y="27595"/>
                  <a:pt x="24044" y="27664"/>
                  <a:pt x="24063" y="27682"/>
                </a:cubicBezTo>
                <a:cubicBezTo>
                  <a:pt x="24167" y="27745"/>
                  <a:pt x="24272" y="27808"/>
                  <a:pt x="24377" y="27870"/>
                </a:cubicBezTo>
                <a:cubicBezTo>
                  <a:pt x="24418" y="27891"/>
                  <a:pt x="24481" y="27954"/>
                  <a:pt x="24565" y="27975"/>
                </a:cubicBezTo>
                <a:cubicBezTo>
                  <a:pt x="24565" y="28080"/>
                  <a:pt x="24586" y="28205"/>
                  <a:pt x="24607" y="28310"/>
                </a:cubicBezTo>
                <a:cubicBezTo>
                  <a:pt x="24565" y="28289"/>
                  <a:pt x="24523" y="28268"/>
                  <a:pt x="24481" y="28226"/>
                </a:cubicBezTo>
                <a:cubicBezTo>
                  <a:pt x="24377" y="28163"/>
                  <a:pt x="24272" y="28101"/>
                  <a:pt x="24146" y="28059"/>
                </a:cubicBezTo>
                <a:cubicBezTo>
                  <a:pt x="24136" y="28049"/>
                  <a:pt x="24127" y="28045"/>
                  <a:pt x="24120" y="28045"/>
                </a:cubicBezTo>
                <a:cubicBezTo>
                  <a:pt x="24097" y="28045"/>
                  <a:pt x="24089" y="28085"/>
                  <a:pt x="24105" y="28101"/>
                </a:cubicBezTo>
                <a:cubicBezTo>
                  <a:pt x="24188" y="28205"/>
                  <a:pt x="24293" y="28268"/>
                  <a:pt x="24397" y="28331"/>
                </a:cubicBezTo>
                <a:lnTo>
                  <a:pt x="24628" y="28498"/>
                </a:lnTo>
                <a:cubicBezTo>
                  <a:pt x="24669" y="28603"/>
                  <a:pt x="24690" y="28707"/>
                  <a:pt x="24732" y="28812"/>
                </a:cubicBezTo>
                <a:cubicBezTo>
                  <a:pt x="24774" y="28854"/>
                  <a:pt x="24816" y="28917"/>
                  <a:pt x="24879" y="28917"/>
                </a:cubicBezTo>
                <a:cubicBezTo>
                  <a:pt x="24879" y="28938"/>
                  <a:pt x="24900" y="28958"/>
                  <a:pt x="24921" y="28958"/>
                </a:cubicBezTo>
                <a:cubicBezTo>
                  <a:pt x="25264" y="29027"/>
                  <a:pt x="25616" y="29058"/>
                  <a:pt x="25971" y="29058"/>
                </a:cubicBezTo>
                <a:cubicBezTo>
                  <a:pt x="26914" y="29058"/>
                  <a:pt x="27871" y="28838"/>
                  <a:pt x="28708" y="28519"/>
                </a:cubicBezTo>
                <a:cubicBezTo>
                  <a:pt x="28750" y="28519"/>
                  <a:pt x="28750" y="28498"/>
                  <a:pt x="28770" y="28498"/>
                </a:cubicBezTo>
                <a:cubicBezTo>
                  <a:pt x="29482" y="28540"/>
                  <a:pt x="30172" y="28582"/>
                  <a:pt x="30905" y="28582"/>
                </a:cubicBezTo>
                <a:cubicBezTo>
                  <a:pt x="30800" y="28791"/>
                  <a:pt x="30675" y="28896"/>
                  <a:pt x="30549" y="29021"/>
                </a:cubicBezTo>
                <a:cubicBezTo>
                  <a:pt x="30340" y="28896"/>
                  <a:pt x="30110" y="28833"/>
                  <a:pt x="29838" y="28791"/>
                </a:cubicBezTo>
                <a:cubicBezTo>
                  <a:pt x="29796" y="28791"/>
                  <a:pt x="29796" y="28854"/>
                  <a:pt x="29838" y="28854"/>
                </a:cubicBezTo>
                <a:cubicBezTo>
                  <a:pt x="30047" y="28917"/>
                  <a:pt x="30256" y="29021"/>
                  <a:pt x="30444" y="29105"/>
                </a:cubicBezTo>
                <a:cubicBezTo>
                  <a:pt x="30256" y="29272"/>
                  <a:pt x="30047" y="29440"/>
                  <a:pt x="29838" y="29586"/>
                </a:cubicBezTo>
                <a:cubicBezTo>
                  <a:pt x="29607" y="29440"/>
                  <a:pt x="29335" y="29335"/>
                  <a:pt x="29084" y="29210"/>
                </a:cubicBezTo>
                <a:cubicBezTo>
                  <a:pt x="29071" y="29203"/>
                  <a:pt x="29058" y="29200"/>
                  <a:pt x="29045" y="29200"/>
                </a:cubicBezTo>
                <a:cubicBezTo>
                  <a:pt x="28978" y="29200"/>
                  <a:pt x="28930" y="29282"/>
                  <a:pt x="29001" y="29335"/>
                </a:cubicBezTo>
                <a:cubicBezTo>
                  <a:pt x="29210" y="29461"/>
                  <a:pt x="29440" y="29586"/>
                  <a:pt x="29649" y="29691"/>
                </a:cubicBezTo>
                <a:cubicBezTo>
                  <a:pt x="29419" y="29858"/>
                  <a:pt x="29189" y="29984"/>
                  <a:pt x="28917" y="30088"/>
                </a:cubicBezTo>
                <a:cubicBezTo>
                  <a:pt x="28645" y="29900"/>
                  <a:pt x="28331" y="29795"/>
                  <a:pt x="28038" y="29670"/>
                </a:cubicBezTo>
                <a:cubicBezTo>
                  <a:pt x="28026" y="29664"/>
                  <a:pt x="28014" y="29661"/>
                  <a:pt x="28003" y="29661"/>
                </a:cubicBezTo>
                <a:cubicBezTo>
                  <a:pt x="27929" y="29661"/>
                  <a:pt x="27864" y="29759"/>
                  <a:pt x="27954" y="29795"/>
                </a:cubicBezTo>
                <a:cubicBezTo>
                  <a:pt x="28185" y="29942"/>
                  <a:pt x="28457" y="30067"/>
                  <a:pt x="28687" y="30193"/>
                </a:cubicBezTo>
                <a:lnTo>
                  <a:pt x="28457" y="30277"/>
                </a:lnTo>
                <a:cubicBezTo>
                  <a:pt x="28164" y="30381"/>
                  <a:pt x="27850" y="30465"/>
                  <a:pt x="27536" y="30528"/>
                </a:cubicBezTo>
                <a:cubicBezTo>
                  <a:pt x="27306" y="30402"/>
                  <a:pt x="27013" y="30298"/>
                  <a:pt x="26783" y="30193"/>
                </a:cubicBezTo>
                <a:cubicBezTo>
                  <a:pt x="26777" y="30191"/>
                  <a:pt x="26772" y="30190"/>
                  <a:pt x="26766" y="30190"/>
                </a:cubicBezTo>
                <a:cubicBezTo>
                  <a:pt x="26713" y="30190"/>
                  <a:pt x="26682" y="30279"/>
                  <a:pt x="26720" y="30298"/>
                </a:cubicBezTo>
                <a:cubicBezTo>
                  <a:pt x="26908" y="30381"/>
                  <a:pt x="27076" y="30507"/>
                  <a:pt x="27243" y="30611"/>
                </a:cubicBezTo>
                <a:cubicBezTo>
                  <a:pt x="26992" y="30674"/>
                  <a:pt x="26699" y="30716"/>
                  <a:pt x="26448" y="30779"/>
                </a:cubicBezTo>
                <a:cubicBezTo>
                  <a:pt x="26260" y="30695"/>
                  <a:pt x="26071" y="30611"/>
                  <a:pt x="25883" y="30507"/>
                </a:cubicBezTo>
                <a:cubicBezTo>
                  <a:pt x="25878" y="30505"/>
                  <a:pt x="25874" y="30504"/>
                  <a:pt x="25869" y="30504"/>
                </a:cubicBezTo>
                <a:cubicBezTo>
                  <a:pt x="25829" y="30504"/>
                  <a:pt x="25785" y="30572"/>
                  <a:pt x="25841" y="30591"/>
                </a:cubicBezTo>
                <a:cubicBezTo>
                  <a:pt x="25946" y="30674"/>
                  <a:pt x="26071" y="30716"/>
                  <a:pt x="26176" y="30800"/>
                </a:cubicBezTo>
                <a:cubicBezTo>
                  <a:pt x="26009" y="30810"/>
                  <a:pt x="25841" y="30815"/>
                  <a:pt x="25676" y="30815"/>
                </a:cubicBezTo>
                <a:cubicBezTo>
                  <a:pt x="25596" y="30815"/>
                  <a:pt x="25515" y="30814"/>
                  <a:pt x="25436" y="30812"/>
                </a:cubicBezTo>
                <a:lnTo>
                  <a:pt x="25436" y="30812"/>
                </a:lnTo>
                <a:cubicBezTo>
                  <a:pt x="25446" y="30816"/>
                  <a:pt x="25455" y="30821"/>
                  <a:pt x="25465" y="30821"/>
                </a:cubicBezTo>
                <a:lnTo>
                  <a:pt x="25527" y="30821"/>
                </a:lnTo>
                <a:cubicBezTo>
                  <a:pt x="25816" y="30895"/>
                  <a:pt x="26120" y="30928"/>
                  <a:pt x="26432" y="30928"/>
                </a:cubicBezTo>
                <a:cubicBezTo>
                  <a:pt x="27340" y="30928"/>
                  <a:pt x="28305" y="30651"/>
                  <a:pt x="29084" y="30339"/>
                </a:cubicBezTo>
                <a:cubicBezTo>
                  <a:pt x="30026" y="29963"/>
                  <a:pt x="30947" y="29356"/>
                  <a:pt x="31428" y="28477"/>
                </a:cubicBezTo>
                <a:cubicBezTo>
                  <a:pt x="31804" y="28477"/>
                  <a:pt x="32139" y="28456"/>
                  <a:pt x="32516" y="28394"/>
                </a:cubicBezTo>
                <a:cubicBezTo>
                  <a:pt x="34399" y="28247"/>
                  <a:pt x="36491" y="27870"/>
                  <a:pt x="37893" y="26489"/>
                </a:cubicBezTo>
                <a:cubicBezTo>
                  <a:pt x="37998" y="26385"/>
                  <a:pt x="37956" y="26280"/>
                  <a:pt x="37872" y="26197"/>
                </a:cubicBezTo>
                <a:cubicBezTo>
                  <a:pt x="37684" y="25339"/>
                  <a:pt x="37245" y="24481"/>
                  <a:pt x="36931" y="23665"/>
                </a:cubicBezTo>
                <a:cubicBezTo>
                  <a:pt x="36763" y="23267"/>
                  <a:pt x="36638" y="22849"/>
                  <a:pt x="36491" y="22451"/>
                </a:cubicBezTo>
                <a:cubicBezTo>
                  <a:pt x="37349" y="22137"/>
                  <a:pt x="38102" y="21552"/>
                  <a:pt x="38835" y="21028"/>
                </a:cubicBezTo>
                <a:cubicBezTo>
                  <a:pt x="39567" y="20463"/>
                  <a:pt x="40299" y="19878"/>
                  <a:pt x="40927" y="19208"/>
                </a:cubicBezTo>
                <a:cubicBezTo>
                  <a:pt x="42078" y="18036"/>
                  <a:pt x="43208" y="16530"/>
                  <a:pt x="43563" y="14898"/>
                </a:cubicBezTo>
                <a:lnTo>
                  <a:pt x="43563" y="14898"/>
                </a:lnTo>
                <a:cubicBezTo>
                  <a:pt x="43515" y="14926"/>
                  <a:pt x="43475" y="14935"/>
                  <a:pt x="43442" y="14935"/>
                </a:cubicBezTo>
                <a:cubicBezTo>
                  <a:pt x="43375" y="14935"/>
                  <a:pt x="43333" y="14898"/>
                  <a:pt x="43291" y="14898"/>
                </a:cubicBezTo>
                <a:cubicBezTo>
                  <a:pt x="43257" y="14886"/>
                  <a:pt x="43217" y="14869"/>
                  <a:pt x="43177" y="14869"/>
                </a:cubicBezTo>
                <a:cubicBezTo>
                  <a:pt x="43143" y="14869"/>
                  <a:pt x="43111" y="14881"/>
                  <a:pt x="43082" y="14919"/>
                </a:cubicBezTo>
                <a:cubicBezTo>
                  <a:pt x="41848" y="16049"/>
                  <a:pt x="40467" y="16865"/>
                  <a:pt x="38898" y="17346"/>
                </a:cubicBezTo>
                <a:cubicBezTo>
                  <a:pt x="39860" y="15337"/>
                  <a:pt x="40676" y="12910"/>
                  <a:pt x="40153" y="10692"/>
                </a:cubicBezTo>
                <a:cubicBezTo>
                  <a:pt x="40153" y="10650"/>
                  <a:pt x="40174" y="10608"/>
                  <a:pt x="40174" y="10588"/>
                </a:cubicBezTo>
                <a:cubicBezTo>
                  <a:pt x="40186" y="10463"/>
                  <a:pt x="40087" y="10383"/>
                  <a:pt x="39996" y="10383"/>
                </a:cubicBezTo>
                <a:cubicBezTo>
                  <a:pt x="39935" y="10383"/>
                  <a:pt x="39877" y="10419"/>
                  <a:pt x="39860" y="10504"/>
                </a:cubicBezTo>
                <a:cubicBezTo>
                  <a:pt x="39588" y="11717"/>
                  <a:pt x="39170" y="12868"/>
                  <a:pt x="38521" y="13935"/>
                </a:cubicBezTo>
                <a:cubicBezTo>
                  <a:pt x="37956" y="14877"/>
                  <a:pt x="37014" y="16258"/>
                  <a:pt x="35905" y="16697"/>
                </a:cubicBezTo>
                <a:cubicBezTo>
                  <a:pt x="35466" y="15086"/>
                  <a:pt x="34734" y="13538"/>
                  <a:pt x="33708" y="12157"/>
                </a:cubicBezTo>
                <a:cubicBezTo>
                  <a:pt x="33674" y="12105"/>
                  <a:pt x="33610" y="12078"/>
                  <a:pt x="33547" y="12078"/>
                </a:cubicBezTo>
                <a:cubicBezTo>
                  <a:pt x="33459" y="12078"/>
                  <a:pt x="33374" y="12131"/>
                  <a:pt x="33374" y="12241"/>
                </a:cubicBezTo>
                <a:cubicBezTo>
                  <a:pt x="33583" y="14249"/>
                  <a:pt x="33499" y="16425"/>
                  <a:pt x="32620" y="18246"/>
                </a:cubicBezTo>
                <a:cubicBezTo>
                  <a:pt x="32097" y="18455"/>
                  <a:pt x="31574" y="18685"/>
                  <a:pt x="31009" y="18790"/>
                </a:cubicBezTo>
                <a:cubicBezTo>
                  <a:pt x="30528" y="18894"/>
                  <a:pt x="30026" y="18978"/>
                  <a:pt x="29524" y="19103"/>
                </a:cubicBezTo>
                <a:cubicBezTo>
                  <a:pt x="28854" y="19271"/>
                  <a:pt x="27954" y="19689"/>
                  <a:pt x="28059" y="20526"/>
                </a:cubicBezTo>
                <a:cubicBezTo>
                  <a:pt x="28122" y="20945"/>
                  <a:pt x="28373" y="21196"/>
                  <a:pt x="28750" y="21342"/>
                </a:cubicBezTo>
                <a:cubicBezTo>
                  <a:pt x="28917" y="21552"/>
                  <a:pt x="29084" y="21761"/>
                  <a:pt x="29231" y="21970"/>
                </a:cubicBezTo>
                <a:cubicBezTo>
                  <a:pt x="29524" y="22388"/>
                  <a:pt x="29691" y="22828"/>
                  <a:pt x="29859" y="23288"/>
                </a:cubicBezTo>
                <a:cubicBezTo>
                  <a:pt x="29314" y="23339"/>
                  <a:pt x="28761" y="23367"/>
                  <a:pt x="28206" y="23367"/>
                </a:cubicBezTo>
                <a:cubicBezTo>
                  <a:pt x="27844" y="23367"/>
                  <a:pt x="27481" y="23355"/>
                  <a:pt x="27118" y="23330"/>
                </a:cubicBezTo>
                <a:cubicBezTo>
                  <a:pt x="26448" y="23267"/>
                  <a:pt x="25757" y="23163"/>
                  <a:pt x="25088" y="23037"/>
                </a:cubicBezTo>
                <a:lnTo>
                  <a:pt x="25088" y="22974"/>
                </a:lnTo>
                <a:lnTo>
                  <a:pt x="25046" y="22953"/>
                </a:lnTo>
                <a:cubicBezTo>
                  <a:pt x="25130" y="20861"/>
                  <a:pt x="24941" y="18748"/>
                  <a:pt x="24900" y="16655"/>
                </a:cubicBezTo>
                <a:cubicBezTo>
                  <a:pt x="24837" y="14500"/>
                  <a:pt x="24816" y="12387"/>
                  <a:pt x="24816" y="10253"/>
                </a:cubicBezTo>
                <a:lnTo>
                  <a:pt x="24816" y="10253"/>
                </a:lnTo>
                <a:cubicBezTo>
                  <a:pt x="24978" y="10291"/>
                  <a:pt x="25139" y="10304"/>
                  <a:pt x="25302" y="10304"/>
                </a:cubicBezTo>
                <a:cubicBezTo>
                  <a:pt x="25582" y="10304"/>
                  <a:pt x="25864" y="10266"/>
                  <a:pt x="26155" y="10253"/>
                </a:cubicBezTo>
                <a:cubicBezTo>
                  <a:pt x="26699" y="10211"/>
                  <a:pt x="27285" y="10169"/>
                  <a:pt x="27829" y="10148"/>
                </a:cubicBezTo>
                <a:cubicBezTo>
                  <a:pt x="28938" y="10085"/>
                  <a:pt x="30047" y="10064"/>
                  <a:pt x="31177" y="10044"/>
                </a:cubicBezTo>
                <a:lnTo>
                  <a:pt x="31198" y="10044"/>
                </a:lnTo>
                <a:cubicBezTo>
                  <a:pt x="31226" y="10079"/>
                  <a:pt x="31269" y="10095"/>
                  <a:pt x="31314" y="10095"/>
                </a:cubicBezTo>
                <a:cubicBezTo>
                  <a:pt x="31400" y="10095"/>
                  <a:pt x="31491" y="10035"/>
                  <a:pt x="31491" y="9939"/>
                </a:cubicBezTo>
                <a:cubicBezTo>
                  <a:pt x="31470" y="9646"/>
                  <a:pt x="31428" y="9353"/>
                  <a:pt x="31428" y="9060"/>
                </a:cubicBezTo>
                <a:cubicBezTo>
                  <a:pt x="31470" y="8788"/>
                  <a:pt x="31428" y="8495"/>
                  <a:pt x="31386" y="8202"/>
                </a:cubicBezTo>
                <a:cubicBezTo>
                  <a:pt x="31386" y="8181"/>
                  <a:pt x="31365" y="8160"/>
                  <a:pt x="31323" y="8119"/>
                </a:cubicBezTo>
                <a:cubicBezTo>
                  <a:pt x="31302" y="8098"/>
                  <a:pt x="31281" y="8077"/>
                  <a:pt x="31198" y="8077"/>
                </a:cubicBezTo>
                <a:cubicBezTo>
                  <a:pt x="30972" y="8073"/>
                  <a:pt x="30745" y="8071"/>
                  <a:pt x="30518" y="8071"/>
                </a:cubicBezTo>
                <a:cubicBezTo>
                  <a:pt x="29609" y="8071"/>
                  <a:pt x="28695" y="8098"/>
                  <a:pt x="27808" y="8098"/>
                </a:cubicBezTo>
                <a:cubicBezTo>
                  <a:pt x="26866" y="8119"/>
                  <a:pt x="25883" y="8077"/>
                  <a:pt x="24941" y="8181"/>
                </a:cubicBezTo>
                <a:cubicBezTo>
                  <a:pt x="24983" y="7972"/>
                  <a:pt x="24983" y="7742"/>
                  <a:pt x="24983" y="7533"/>
                </a:cubicBezTo>
                <a:cubicBezTo>
                  <a:pt x="24983" y="7031"/>
                  <a:pt x="25004" y="6528"/>
                  <a:pt x="25004" y="6026"/>
                </a:cubicBezTo>
                <a:cubicBezTo>
                  <a:pt x="26385" y="5587"/>
                  <a:pt x="27327" y="4185"/>
                  <a:pt x="27118" y="2720"/>
                </a:cubicBezTo>
                <a:cubicBezTo>
                  <a:pt x="26866" y="942"/>
                  <a:pt x="25297" y="0"/>
                  <a:pt x="23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18" name="Google Shape;5018;p50"/>
          <p:cNvSpPr/>
          <p:nvPr/>
        </p:nvSpPr>
        <p:spPr>
          <a:xfrm>
            <a:off x="6676416" y="611740"/>
            <a:ext cx="446656" cy="67265"/>
          </a:xfrm>
          <a:custGeom>
            <a:avLst/>
            <a:gdLst/>
            <a:ahLst/>
            <a:cxnLst/>
            <a:rect l="l" t="t" r="r" b="b"/>
            <a:pathLst>
              <a:path w="21116" h="3180" extrusionOk="0">
                <a:moveTo>
                  <a:pt x="10841" y="1"/>
                </a:moveTo>
                <a:cubicBezTo>
                  <a:pt x="10675" y="201"/>
                  <a:pt x="10474" y="468"/>
                  <a:pt x="10241" y="701"/>
                </a:cubicBezTo>
                <a:cubicBezTo>
                  <a:pt x="10141" y="835"/>
                  <a:pt x="10041" y="968"/>
                  <a:pt x="9907" y="1068"/>
                </a:cubicBezTo>
                <a:lnTo>
                  <a:pt x="9874" y="1135"/>
                </a:lnTo>
                <a:lnTo>
                  <a:pt x="9841" y="1168"/>
                </a:lnTo>
                <a:lnTo>
                  <a:pt x="9741" y="1268"/>
                </a:lnTo>
                <a:cubicBezTo>
                  <a:pt x="9540" y="1468"/>
                  <a:pt x="9307" y="1635"/>
                  <a:pt x="9040" y="1769"/>
                </a:cubicBezTo>
                <a:cubicBezTo>
                  <a:pt x="8572" y="2003"/>
                  <a:pt x="8053" y="2108"/>
                  <a:pt x="7527" y="2108"/>
                </a:cubicBezTo>
                <a:cubicBezTo>
                  <a:pt x="7453" y="2108"/>
                  <a:pt x="7379" y="2106"/>
                  <a:pt x="7306" y="2102"/>
                </a:cubicBezTo>
                <a:cubicBezTo>
                  <a:pt x="6672" y="2036"/>
                  <a:pt x="6071" y="1802"/>
                  <a:pt x="5571" y="1468"/>
                </a:cubicBezTo>
                <a:cubicBezTo>
                  <a:pt x="5471" y="1335"/>
                  <a:pt x="5337" y="1268"/>
                  <a:pt x="5204" y="1168"/>
                </a:cubicBezTo>
                <a:lnTo>
                  <a:pt x="5037" y="1035"/>
                </a:lnTo>
                <a:lnTo>
                  <a:pt x="4904" y="935"/>
                </a:lnTo>
                <a:lnTo>
                  <a:pt x="4804" y="801"/>
                </a:lnTo>
                <a:lnTo>
                  <a:pt x="4537" y="534"/>
                </a:lnTo>
                <a:lnTo>
                  <a:pt x="4504" y="501"/>
                </a:lnTo>
                <a:lnTo>
                  <a:pt x="4403" y="568"/>
                </a:lnTo>
                <a:lnTo>
                  <a:pt x="4237" y="701"/>
                </a:lnTo>
                <a:cubicBezTo>
                  <a:pt x="4137" y="868"/>
                  <a:pt x="3970" y="1001"/>
                  <a:pt x="3836" y="1135"/>
                </a:cubicBezTo>
                <a:cubicBezTo>
                  <a:pt x="3002" y="1902"/>
                  <a:pt x="2068" y="2369"/>
                  <a:pt x="1368" y="2503"/>
                </a:cubicBezTo>
                <a:cubicBezTo>
                  <a:pt x="1034" y="2569"/>
                  <a:pt x="734" y="2636"/>
                  <a:pt x="534" y="2636"/>
                </a:cubicBezTo>
                <a:lnTo>
                  <a:pt x="234" y="2636"/>
                </a:lnTo>
                <a:cubicBezTo>
                  <a:pt x="0" y="2669"/>
                  <a:pt x="0" y="3003"/>
                  <a:pt x="234" y="3003"/>
                </a:cubicBezTo>
                <a:lnTo>
                  <a:pt x="567" y="3003"/>
                </a:lnTo>
                <a:cubicBezTo>
                  <a:pt x="801" y="3003"/>
                  <a:pt x="1134" y="2970"/>
                  <a:pt x="1501" y="2903"/>
                </a:cubicBezTo>
                <a:cubicBezTo>
                  <a:pt x="1702" y="2836"/>
                  <a:pt x="1902" y="2836"/>
                  <a:pt x="2135" y="2736"/>
                </a:cubicBezTo>
                <a:cubicBezTo>
                  <a:pt x="2369" y="2669"/>
                  <a:pt x="2569" y="2603"/>
                  <a:pt x="2836" y="2469"/>
                </a:cubicBezTo>
                <a:cubicBezTo>
                  <a:pt x="3303" y="2236"/>
                  <a:pt x="3803" y="1869"/>
                  <a:pt x="4237" y="1502"/>
                </a:cubicBezTo>
                <a:lnTo>
                  <a:pt x="4403" y="1335"/>
                </a:lnTo>
                <a:lnTo>
                  <a:pt x="4470" y="1302"/>
                </a:lnTo>
                <a:cubicBezTo>
                  <a:pt x="4470" y="1302"/>
                  <a:pt x="4470" y="1272"/>
                  <a:pt x="4480" y="1272"/>
                </a:cubicBezTo>
                <a:cubicBezTo>
                  <a:pt x="4485" y="1272"/>
                  <a:pt x="4492" y="1279"/>
                  <a:pt x="4504" y="1302"/>
                </a:cubicBezTo>
                <a:lnTo>
                  <a:pt x="4570" y="1368"/>
                </a:lnTo>
                <a:lnTo>
                  <a:pt x="4637" y="1402"/>
                </a:lnTo>
                <a:lnTo>
                  <a:pt x="4670" y="1468"/>
                </a:lnTo>
                <a:lnTo>
                  <a:pt x="4870" y="1635"/>
                </a:lnTo>
                <a:cubicBezTo>
                  <a:pt x="5004" y="1769"/>
                  <a:pt x="5171" y="1869"/>
                  <a:pt x="5304" y="1969"/>
                </a:cubicBezTo>
                <a:cubicBezTo>
                  <a:pt x="5871" y="2369"/>
                  <a:pt x="6538" y="2669"/>
                  <a:pt x="7306" y="2736"/>
                </a:cubicBezTo>
                <a:cubicBezTo>
                  <a:pt x="7486" y="2771"/>
                  <a:pt x="7674" y="2787"/>
                  <a:pt x="7863" y="2787"/>
                </a:cubicBezTo>
                <a:cubicBezTo>
                  <a:pt x="8406" y="2787"/>
                  <a:pt x="8962" y="2650"/>
                  <a:pt x="9407" y="2402"/>
                </a:cubicBezTo>
                <a:cubicBezTo>
                  <a:pt x="9741" y="2236"/>
                  <a:pt x="10041" y="2036"/>
                  <a:pt x="10308" y="1835"/>
                </a:cubicBezTo>
                <a:lnTo>
                  <a:pt x="10474" y="1669"/>
                </a:lnTo>
                <a:cubicBezTo>
                  <a:pt x="10508" y="1802"/>
                  <a:pt x="10575" y="1969"/>
                  <a:pt x="10675" y="2136"/>
                </a:cubicBezTo>
                <a:cubicBezTo>
                  <a:pt x="10841" y="2436"/>
                  <a:pt x="11175" y="2703"/>
                  <a:pt x="11509" y="2869"/>
                </a:cubicBezTo>
                <a:cubicBezTo>
                  <a:pt x="11922" y="3106"/>
                  <a:pt x="12359" y="3179"/>
                  <a:pt x="12792" y="3179"/>
                </a:cubicBezTo>
                <a:cubicBezTo>
                  <a:pt x="13092" y="3179"/>
                  <a:pt x="13390" y="3144"/>
                  <a:pt x="13677" y="3103"/>
                </a:cubicBezTo>
                <a:cubicBezTo>
                  <a:pt x="14377" y="2970"/>
                  <a:pt x="15044" y="2703"/>
                  <a:pt x="15678" y="2436"/>
                </a:cubicBezTo>
                <a:cubicBezTo>
                  <a:pt x="15978" y="2302"/>
                  <a:pt x="16245" y="2136"/>
                  <a:pt x="16545" y="1935"/>
                </a:cubicBezTo>
                <a:cubicBezTo>
                  <a:pt x="16646" y="1835"/>
                  <a:pt x="16679" y="1802"/>
                  <a:pt x="16746" y="1769"/>
                </a:cubicBezTo>
                <a:lnTo>
                  <a:pt x="16846" y="1669"/>
                </a:lnTo>
                <a:lnTo>
                  <a:pt x="16879" y="1635"/>
                </a:lnTo>
                <a:cubicBezTo>
                  <a:pt x="16925" y="1612"/>
                  <a:pt x="16955" y="1573"/>
                  <a:pt x="16969" y="1573"/>
                </a:cubicBezTo>
                <a:cubicBezTo>
                  <a:pt x="16976" y="1573"/>
                  <a:pt x="16979" y="1581"/>
                  <a:pt x="16979" y="1602"/>
                </a:cubicBezTo>
                <a:cubicBezTo>
                  <a:pt x="17012" y="1602"/>
                  <a:pt x="17012" y="1635"/>
                  <a:pt x="17012" y="1635"/>
                </a:cubicBezTo>
                <a:lnTo>
                  <a:pt x="17046" y="1702"/>
                </a:lnTo>
                <a:cubicBezTo>
                  <a:pt x="17113" y="1702"/>
                  <a:pt x="17113" y="1769"/>
                  <a:pt x="17146" y="1802"/>
                </a:cubicBezTo>
                <a:cubicBezTo>
                  <a:pt x="17279" y="1935"/>
                  <a:pt x="17346" y="2036"/>
                  <a:pt x="17479" y="2136"/>
                </a:cubicBezTo>
                <a:cubicBezTo>
                  <a:pt x="17680" y="2336"/>
                  <a:pt x="17946" y="2503"/>
                  <a:pt x="18180" y="2636"/>
                </a:cubicBezTo>
                <a:cubicBezTo>
                  <a:pt x="18647" y="2869"/>
                  <a:pt x="19114" y="3003"/>
                  <a:pt x="19514" y="3103"/>
                </a:cubicBezTo>
                <a:cubicBezTo>
                  <a:pt x="19731" y="3120"/>
                  <a:pt x="19923" y="3128"/>
                  <a:pt x="20085" y="3128"/>
                </a:cubicBezTo>
                <a:cubicBezTo>
                  <a:pt x="20248" y="3128"/>
                  <a:pt x="20382" y="3120"/>
                  <a:pt x="20482" y="3103"/>
                </a:cubicBezTo>
                <a:cubicBezTo>
                  <a:pt x="20682" y="3036"/>
                  <a:pt x="20815" y="3003"/>
                  <a:pt x="20815" y="3003"/>
                </a:cubicBezTo>
                <a:cubicBezTo>
                  <a:pt x="21115" y="2869"/>
                  <a:pt x="20882" y="2603"/>
                  <a:pt x="20582" y="2569"/>
                </a:cubicBezTo>
                <a:cubicBezTo>
                  <a:pt x="20582" y="2569"/>
                  <a:pt x="20548" y="2636"/>
                  <a:pt x="20515" y="2636"/>
                </a:cubicBezTo>
                <a:cubicBezTo>
                  <a:pt x="20482" y="2636"/>
                  <a:pt x="20382" y="2669"/>
                  <a:pt x="20315" y="2669"/>
                </a:cubicBezTo>
                <a:cubicBezTo>
                  <a:pt x="20218" y="2683"/>
                  <a:pt x="20116" y="2691"/>
                  <a:pt x="20005" y="2691"/>
                </a:cubicBezTo>
                <a:cubicBezTo>
                  <a:pt x="19849" y="2691"/>
                  <a:pt x="19676" y="2675"/>
                  <a:pt x="19481" y="2636"/>
                </a:cubicBezTo>
                <a:cubicBezTo>
                  <a:pt x="19147" y="2569"/>
                  <a:pt x="18714" y="2402"/>
                  <a:pt x="18313" y="2169"/>
                </a:cubicBezTo>
                <a:cubicBezTo>
                  <a:pt x="18080" y="2036"/>
                  <a:pt x="17880" y="1869"/>
                  <a:pt x="17713" y="1702"/>
                </a:cubicBezTo>
                <a:cubicBezTo>
                  <a:pt x="17646" y="1635"/>
                  <a:pt x="17546" y="1502"/>
                  <a:pt x="17479" y="1402"/>
                </a:cubicBezTo>
                <a:cubicBezTo>
                  <a:pt x="17479" y="1368"/>
                  <a:pt x="17413" y="1368"/>
                  <a:pt x="17413" y="1335"/>
                </a:cubicBezTo>
                <a:lnTo>
                  <a:pt x="17379" y="1302"/>
                </a:lnTo>
                <a:lnTo>
                  <a:pt x="17346" y="1202"/>
                </a:lnTo>
                <a:cubicBezTo>
                  <a:pt x="17313" y="1068"/>
                  <a:pt x="17213" y="968"/>
                  <a:pt x="17179" y="835"/>
                </a:cubicBezTo>
                <a:lnTo>
                  <a:pt x="17079" y="668"/>
                </a:lnTo>
                <a:cubicBezTo>
                  <a:pt x="17046" y="668"/>
                  <a:pt x="17046" y="635"/>
                  <a:pt x="17046" y="635"/>
                </a:cubicBezTo>
                <a:lnTo>
                  <a:pt x="17012" y="668"/>
                </a:lnTo>
                <a:lnTo>
                  <a:pt x="16912" y="735"/>
                </a:lnTo>
                <a:cubicBezTo>
                  <a:pt x="16812" y="868"/>
                  <a:pt x="16712" y="968"/>
                  <a:pt x="16579" y="1035"/>
                </a:cubicBezTo>
                <a:cubicBezTo>
                  <a:pt x="16545" y="1068"/>
                  <a:pt x="16479" y="1135"/>
                  <a:pt x="16412" y="1168"/>
                </a:cubicBezTo>
                <a:lnTo>
                  <a:pt x="16345" y="1235"/>
                </a:lnTo>
                <a:cubicBezTo>
                  <a:pt x="16312" y="1302"/>
                  <a:pt x="16212" y="1335"/>
                  <a:pt x="16179" y="1368"/>
                </a:cubicBezTo>
                <a:cubicBezTo>
                  <a:pt x="15912" y="1535"/>
                  <a:pt x="15645" y="1702"/>
                  <a:pt x="15345" y="1835"/>
                </a:cubicBezTo>
                <a:cubicBezTo>
                  <a:pt x="14744" y="2136"/>
                  <a:pt x="14144" y="2336"/>
                  <a:pt x="13510" y="2402"/>
                </a:cubicBezTo>
                <a:cubicBezTo>
                  <a:pt x="13269" y="2441"/>
                  <a:pt x="13029" y="2464"/>
                  <a:pt x="12795" y="2464"/>
                </a:cubicBezTo>
                <a:cubicBezTo>
                  <a:pt x="12414" y="2464"/>
                  <a:pt x="12052" y="2401"/>
                  <a:pt x="11742" y="2236"/>
                </a:cubicBezTo>
                <a:cubicBezTo>
                  <a:pt x="11542" y="2136"/>
                  <a:pt x="11342" y="1969"/>
                  <a:pt x="11208" y="1735"/>
                </a:cubicBezTo>
                <a:cubicBezTo>
                  <a:pt x="11142" y="1635"/>
                  <a:pt x="11075" y="1535"/>
                  <a:pt x="11042" y="1368"/>
                </a:cubicBezTo>
                <a:cubicBezTo>
                  <a:pt x="10975" y="1035"/>
                  <a:pt x="10908" y="668"/>
                  <a:pt x="10875" y="368"/>
                </a:cubicBezTo>
                <a:cubicBezTo>
                  <a:pt x="10875" y="201"/>
                  <a:pt x="10841" y="101"/>
                  <a:pt x="10841"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19" name="Google Shape;5019;p50"/>
          <p:cNvSpPr/>
          <p:nvPr/>
        </p:nvSpPr>
        <p:spPr>
          <a:xfrm>
            <a:off x="7682734" y="4349620"/>
            <a:ext cx="340428" cy="96603"/>
          </a:xfrm>
          <a:custGeom>
            <a:avLst/>
            <a:gdLst/>
            <a:ahLst/>
            <a:cxnLst/>
            <a:rect l="l" t="t" r="r" b="b"/>
            <a:pathLst>
              <a:path w="16094" h="4567" extrusionOk="0">
                <a:moveTo>
                  <a:pt x="4528" y="0"/>
                </a:moveTo>
                <a:cubicBezTo>
                  <a:pt x="4523" y="0"/>
                  <a:pt x="4519" y="7"/>
                  <a:pt x="4519" y="30"/>
                </a:cubicBezTo>
                <a:lnTo>
                  <a:pt x="4319" y="297"/>
                </a:lnTo>
                <a:cubicBezTo>
                  <a:pt x="4185" y="463"/>
                  <a:pt x="4085" y="630"/>
                  <a:pt x="3985" y="797"/>
                </a:cubicBezTo>
                <a:cubicBezTo>
                  <a:pt x="3685" y="1231"/>
                  <a:pt x="3352" y="1631"/>
                  <a:pt x="3051" y="1998"/>
                </a:cubicBezTo>
                <a:cubicBezTo>
                  <a:pt x="2484" y="2732"/>
                  <a:pt x="1750" y="3165"/>
                  <a:pt x="1217" y="3265"/>
                </a:cubicBezTo>
                <a:lnTo>
                  <a:pt x="850" y="3265"/>
                </a:lnTo>
                <a:cubicBezTo>
                  <a:pt x="716" y="3265"/>
                  <a:pt x="650" y="3232"/>
                  <a:pt x="550" y="3232"/>
                </a:cubicBezTo>
                <a:cubicBezTo>
                  <a:pt x="416" y="3165"/>
                  <a:pt x="349" y="3132"/>
                  <a:pt x="349" y="3132"/>
                </a:cubicBezTo>
                <a:cubicBezTo>
                  <a:pt x="334" y="3126"/>
                  <a:pt x="319" y="3123"/>
                  <a:pt x="304" y="3123"/>
                </a:cubicBezTo>
                <a:cubicBezTo>
                  <a:pt x="150" y="3123"/>
                  <a:pt x="0" y="3405"/>
                  <a:pt x="183" y="3465"/>
                </a:cubicBezTo>
                <a:lnTo>
                  <a:pt x="416" y="3599"/>
                </a:lnTo>
                <a:cubicBezTo>
                  <a:pt x="516" y="3632"/>
                  <a:pt x="650" y="3632"/>
                  <a:pt x="750" y="3666"/>
                </a:cubicBezTo>
                <a:lnTo>
                  <a:pt x="1217" y="3666"/>
                </a:lnTo>
                <a:cubicBezTo>
                  <a:pt x="1550" y="3632"/>
                  <a:pt x="1984" y="3499"/>
                  <a:pt x="2351" y="3265"/>
                </a:cubicBezTo>
                <a:cubicBezTo>
                  <a:pt x="2718" y="3065"/>
                  <a:pt x="3085" y="2732"/>
                  <a:pt x="3418" y="2331"/>
                </a:cubicBezTo>
                <a:cubicBezTo>
                  <a:pt x="3752" y="1964"/>
                  <a:pt x="4085" y="1564"/>
                  <a:pt x="4419" y="1130"/>
                </a:cubicBezTo>
                <a:lnTo>
                  <a:pt x="4552" y="964"/>
                </a:lnTo>
                <a:lnTo>
                  <a:pt x="4552" y="1030"/>
                </a:lnTo>
                <a:lnTo>
                  <a:pt x="4686" y="1130"/>
                </a:lnTo>
                <a:lnTo>
                  <a:pt x="4986" y="1431"/>
                </a:lnTo>
                <a:cubicBezTo>
                  <a:pt x="5386" y="1864"/>
                  <a:pt x="5853" y="2231"/>
                  <a:pt x="6354" y="2465"/>
                </a:cubicBezTo>
                <a:cubicBezTo>
                  <a:pt x="6854" y="2732"/>
                  <a:pt x="7421" y="2898"/>
                  <a:pt x="7988" y="2898"/>
                </a:cubicBezTo>
                <a:cubicBezTo>
                  <a:pt x="8522" y="2898"/>
                  <a:pt x="9089" y="2765"/>
                  <a:pt x="9589" y="2565"/>
                </a:cubicBezTo>
                <a:cubicBezTo>
                  <a:pt x="10090" y="2365"/>
                  <a:pt x="10657" y="2098"/>
                  <a:pt x="11090" y="1798"/>
                </a:cubicBezTo>
                <a:cubicBezTo>
                  <a:pt x="11224" y="1731"/>
                  <a:pt x="11357" y="1698"/>
                  <a:pt x="11491" y="1597"/>
                </a:cubicBezTo>
                <a:lnTo>
                  <a:pt x="11557" y="1564"/>
                </a:lnTo>
                <a:lnTo>
                  <a:pt x="11591" y="1564"/>
                </a:lnTo>
                <a:cubicBezTo>
                  <a:pt x="11610" y="1564"/>
                  <a:pt x="11618" y="1559"/>
                  <a:pt x="11624" y="1559"/>
                </a:cubicBezTo>
                <a:cubicBezTo>
                  <a:pt x="11638" y="1559"/>
                  <a:pt x="11638" y="1593"/>
                  <a:pt x="11758" y="1831"/>
                </a:cubicBezTo>
                <a:cubicBezTo>
                  <a:pt x="12024" y="2331"/>
                  <a:pt x="12325" y="2798"/>
                  <a:pt x="12591" y="3232"/>
                </a:cubicBezTo>
                <a:cubicBezTo>
                  <a:pt x="12925" y="3632"/>
                  <a:pt x="13259" y="3966"/>
                  <a:pt x="13692" y="4233"/>
                </a:cubicBezTo>
                <a:cubicBezTo>
                  <a:pt x="14093" y="4466"/>
                  <a:pt x="14526" y="4566"/>
                  <a:pt x="14860" y="4566"/>
                </a:cubicBezTo>
                <a:cubicBezTo>
                  <a:pt x="15227" y="4566"/>
                  <a:pt x="15494" y="4533"/>
                  <a:pt x="15660" y="4466"/>
                </a:cubicBezTo>
                <a:cubicBezTo>
                  <a:pt x="15827" y="4433"/>
                  <a:pt x="15894" y="4399"/>
                  <a:pt x="15894" y="4399"/>
                </a:cubicBezTo>
                <a:cubicBezTo>
                  <a:pt x="16094" y="4299"/>
                  <a:pt x="15994" y="4033"/>
                  <a:pt x="15727" y="3966"/>
                </a:cubicBezTo>
                <a:cubicBezTo>
                  <a:pt x="15727" y="3966"/>
                  <a:pt x="15660" y="4033"/>
                  <a:pt x="15494" y="4066"/>
                </a:cubicBezTo>
                <a:cubicBezTo>
                  <a:pt x="15327" y="4066"/>
                  <a:pt x="15093" y="4099"/>
                  <a:pt x="14826" y="4099"/>
                </a:cubicBezTo>
                <a:cubicBezTo>
                  <a:pt x="14526" y="4066"/>
                  <a:pt x="14226" y="3966"/>
                  <a:pt x="13892" y="3766"/>
                </a:cubicBezTo>
                <a:cubicBezTo>
                  <a:pt x="13559" y="3566"/>
                  <a:pt x="13259" y="3232"/>
                  <a:pt x="13025" y="2865"/>
                </a:cubicBezTo>
                <a:cubicBezTo>
                  <a:pt x="12758" y="2431"/>
                  <a:pt x="12525" y="1964"/>
                  <a:pt x="12325" y="1531"/>
                </a:cubicBezTo>
                <a:cubicBezTo>
                  <a:pt x="12225" y="1397"/>
                  <a:pt x="12191" y="1231"/>
                  <a:pt x="12091" y="1064"/>
                </a:cubicBezTo>
                <a:lnTo>
                  <a:pt x="11924" y="730"/>
                </a:lnTo>
                <a:lnTo>
                  <a:pt x="11891" y="630"/>
                </a:lnTo>
                <a:lnTo>
                  <a:pt x="11891" y="597"/>
                </a:lnTo>
                <a:cubicBezTo>
                  <a:pt x="11891" y="586"/>
                  <a:pt x="11887" y="582"/>
                  <a:pt x="11882" y="582"/>
                </a:cubicBezTo>
                <a:cubicBezTo>
                  <a:pt x="11872" y="582"/>
                  <a:pt x="11858" y="597"/>
                  <a:pt x="11858" y="597"/>
                </a:cubicBezTo>
                <a:lnTo>
                  <a:pt x="11691" y="697"/>
                </a:lnTo>
                <a:lnTo>
                  <a:pt x="11090" y="1030"/>
                </a:lnTo>
                <a:cubicBezTo>
                  <a:pt x="11024" y="1097"/>
                  <a:pt x="10890" y="1130"/>
                  <a:pt x="10757" y="1231"/>
                </a:cubicBezTo>
                <a:cubicBezTo>
                  <a:pt x="9856" y="1731"/>
                  <a:pt x="8855" y="2131"/>
                  <a:pt x="8022" y="2131"/>
                </a:cubicBezTo>
                <a:cubicBezTo>
                  <a:pt x="7188" y="2131"/>
                  <a:pt x="6220" y="1698"/>
                  <a:pt x="5486" y="930"/>
                </a:cubicBezTo>
                <a:cubicBezTo>
                  <a:pt x="5386" y="864"/>
                  <a:pt x="5253" y="764"/>
                  <a:pt x="5186" y="697"/>
                </a:cubicBezTo>
                <a:lnTo>
                  <a:pt x="4753" y="230"/>
                </a:lnTo>
                <a:lnTo>
                  <a:pt x="4652" y="96"/>
                </a:lnTo>
                <a:lnTo>
                  <a:pt x="4552" y="30"/>
                </a:lnTo>
                <a:cubicBezTo>
                  <a:pt x="4552" y="30"/>
                  <a:pt x="4538" y="0"/>
                  <a:pt x="4528"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20" name="Google Shape;5020;p50"/>
          <p:cNvSpPr/>
          <p:nvPr/>
        </p:nvSpPr>
        <p:spPr>
          <a:xfrm>
            <a:off x="6148325" y="2122371"/>
            <a:ext cx="450464" cy="91104"/>
          </a:xfrm>
          <a:custGeom>
            <a:avLst/>
            <a:gdLst/>
            <a:ahLst/>
            <a:cxnLst/>
            <a:rect l="l" t="t" r="r" b="b"/>
            <a:pathLst>
              <a:path w="21296" h="4307" extrusionOk="0">
                <a:moveTo>
                  <a:pt x="13664" y="1"/>
                </a:moveTo>
                <a:cubicBezTo>
                  <a:pt x="13660" y="1"/>
                  <a:pt x="13656" y="9"/>
                  <a:pt x="13656" y="29"/>
                </a:cubicBezTo>
                <a:lnTo>
                  <a:pt x="13623" y="63"/>
                </a:lnTo>
                <a:lnTo>
                  <a:pt x="13523" y="129"/>
                </a:lnTo>
                <a:lnTo>
                  <a:pt x="13356" y="296"/>
                </a:lnTo>
                <a:lnTo>
                  <a:pt x="13089" y="596"/>
                </a:lnTo>
                <a:cubicBezTo>
                  <a:pt x="12956" y="730"/>
                  <a:pt x="12822" y="796"/>
                  <a:pt x="12689" y="897"/>
                </a:cubicBezTo>
                <a:cubicBezTo>
                  <a:pt x="12589" y="1030"/>
                  <a:pt x="12456" y="1097"/>
                  <a:pt x="12322" y="1197"/>
                </a:cubicBezTo>
                <a:lnTo>
                  <a:pt x="11955" y="1430"/>
                </a:lnTo>
                <a:cubicBezTo>
                  <a:pt x="11455" y="1764"/>
                  <a:pt x="10854" y="1931"/>
                  <a:pt x="10321" y="2064"/>
                </a:cubicBezTo>
                <a:cubicBezTo>
                  <a:pt x="9912" y="2153"/>
                  <a:pt x="9465" y="2204"/>
                  <a:pt x="9003" y="2204"/>
                </a:cubicBezTo>
                <a:cubicBezTo>
                  <a:pt x="8257" y="2204"/>
                  <a:pt x="7472" y="2073"/>
                  <a:pt x="6751" y="1764"/>
                </a:cubicBezTo>
                <a:cubicBezTo>
                  <a:pt x="6451" y="1697"/>
                  <a:pt x="6184" y="1530"/>
                  <a:pt x="5918" y="1364"/>
                </a:cubicBezTo>
                <a:lnTo>
                  <a:pt x="5517" y="1097"/>
                </a:lnTo>
                <a:lnTo>
                  <a:pt x="5350" y="930"/>
                </a:lnTo>
                <a:lnTo>
                  <a:pt x="5017" y="630"/>
                </a:lnTo>
                <a:cubicBezTo>
                  <a:pt x="4917" y="563"/>
                  <a:pt x="4817" y="430"/>
                  <a:pt x="4683" y="363"/>
                </a:cubicBezTo>
                <a:lnTo>
                  <a:pt x="4483" y="763"/>
                </a:lnTo>
                <a:cubicBezTo>
                  <a:pt x="4416" y="963"/>
                  <a:pt x="4283" y="1130"/>
                  <a:pt x="4183" y="1364"/>
                </a:cubicBezTo>
                <a:lnTo>
                  <a:pt x="3949" y="1730"/>
                </a:lnTo>
                <a:cubicBezTo>
                  <a:pt x="3849" y="1797"/>
                  <a:pt x="3783" y="1964"/>
                  <a:pt x="3683" y="2064"/>
                </a:cubicBezTo>
                <a:cubicBezTo>
                  <a:pt x="2982" y="2931"/>
                  <a:pt x="2015" y="3398"/>
                  <a:pt x="1348" y="3632"/>
                </a:cubicBezTo>
                <a:cubicBezTo>
                  <a:pt x="1181" y="3732"/>
                  <a:pt x="1014" y="3765"/>
                  <a:pt x="914" y="3799"/>
                </a:cubicBezTo>
                <a:cubicBezTo>
                  <a:pt x="747" y="3865"/>
                  <a:pt x="614" y="3865"/>
                  <a:pt x="514" y="3899"/>
                </a:cubicBezTo>
                <a:cubicBezTo>
                  <a:pt x="347" y="3899"/>
                  <a:pt x="247" y="3932"/>
                  <a:pt x="247" y="3932"/>
                </a:cubicBezTo>
                <a:cubicBezTo>
                  <a:pt x="0" y="3963"/>
                  <a:pt x="10" y="4306"/>
                  <a:pt x="223" y="4306"/>
                </a:cubicBezTo>
                <a:cubicBezTo>
                  <a:pt x="241" y="4306"/>
                  <a:pt x="260" y="4304"/>
                  <a:pt x="280" y="4299"/>
                </a:cubicBezTo>
                <a:cubicBezTo>
                  <a:pt x="280" y="4299"/>
                  <a:pt x="414" y="4299"/>
                  <a:pt x="614" y="4266"/>
                </a:cubicBezTo>
                <a:cubicBezTo>
                  <a:pt x="680" y="4232"/>
                  <a:pt x="814" y="4232"/>
                  <a:pt x="981" y="4199"/>
                </a:cubicBezTo>
                <a:cubicBezTo>
                  <a:pt x="1114" y="4132"/>
                  <a:pt x="1281" y="4099"/>
                  <a:pt x="1481" y="4065"/>
                </a:cubicBezTo>
                <a:cubicBezTo>
                  <a:pt x="2182" y="3799"/>
                  <a:pt x="3282" y="3365"/>
                  <a:pt x="4116" y="2398"/>
                </a:cubicBezTo>
                <a:cubicBezTo>
                  <a:pt x="4250" y="2264"/>
                  <a:pt x="4316" y="2131"/>
                  <a:pt x="4416" y="2031"/>
                </a:cubicBezTo>
                <a:cubicBezTo>
                  <a:pt x="4483" y="1897"/>
                  <a:pt x="4617" y="1730"/>
                  <a:pt x="4683" y="1597"/>
                </a:cubicBezTo>
                <a:lnTo>
                  <a:pt x="4817" y="1397"/>
                </a:lnTo>
                <a:lnTo>
                  <a:pt x="4850" y="1364"/>
                </a:lnTo>
                <a:lnTo>
                  <a:pt x="4917" y="1297"/>
                </a:lnTo>
                <a:lnTo>
                  <a:pt x="4950" y="1364"/>
                </a:lnTo>
                <a:lnTo>
                  <a:pt x="4984" y="1397"/>
                </a:lnTo>
                <a:cubicBezTo>
                  <a:pt x="5084" y="1430"/>
                  <a:pt x="5117" y="1530"/>
                  <a:pt x="5184" y="1564"/>
                </a:cubicBezTo>
                <a:lnTo>
                  <a:pt x="5617" y="1864"/>
                </a:lnTo>
                <a:cubicBezTo>
                  <a:pt x="5918" y="2031"/>
                  <a:pt x="6184" y="2231"/>
                  <a:pt x="6518" y="2364"/>
                </a:cubicBezTo>
                <a:cubicBezTo>
                  <a:pt x="7371" y="2748"/>
                  <a:pt x="8278" y="2914"/>
                  <a:pt x="9135" y="2914"/>
                </a:cubicBezTo>
                <a:cubicBezTo>
                  <a:pt x="9619" y="2914"/>
                  <a:pt x="10087" y="2861"/>
                  <a:pt x="10521" y="2765"/>
                </a:cubicBezTo>
                <a:cubicBezTo>
                  <a:pt x="11121" y="2598"/>
                  <a:pt x="11788" y="2398"/>
                  <a:pt x="12355" y="2064"/>
                </a:cubicBezTo>
                <a:cubicBezTo>
                  <a:pt x="12522" y="1964"/>
                  <a:pt x="12656" y="1864"/>
                  <a:pt x="12822" y="1764"/>
                </a:cubicBezTo>
                <a:cubicBezTo>
                  <a:pt x="12956" y="1630"/>
                  <a:pt x="13123" y="1564"/>
                  <a:pt x="13256" y="1430"/>
                </a:cubicBezTo>
                <a:cubicBezTo>
                  <a:pt x="13423" y="1364"/>
                  <a:pt x="13523" y="1230"/>
                  <a:pt x="13656" y="1097"/>
                </a:cubicBezTo>
                <a:lnTo>
                  <a:pt x="13690" y="1063"/>
                </a:lnTo>
                <a:lnTo>
                  <a:pt x="13790" y="1197"/>
                </a:lnTo>
                <a:lnTo>
                  <a:pt x="14123" y="1564"/>
                </a:lnTo>
                <a:lnTo>
                  <a:pt x="14490" y="1931"/>
                </a:lnTo>
                <a:cubicBezTo>
                  <a:pt x="14624" y="2064"/>
                  <a:pt x="14791" y="2131"/>
                  <a:pt x="14924" y="2264"/>
                </a:cubicBezTo>
                <a:cubicBezTo>
                  <a:pt x="15491" y="2631"/>
                  <a:pt x="16125" y="2898"/>
                  <a:pt x="16759" y="3065"/>
                </a:cubicBezTo>
                <a:cubicBezTo>
                  <a:pt x="17387" y="3222"/>
                  <a:pt x="17997" y="3269"/>
                  <a:pt x="18541" y="3269"/>
                </a:cubicBezTo>
                <a:cubicBezTo>
                  <a:pt x="19037" y="3269"/>
                  <a:pt x="19478" y="3230"/>
                  <a:pt x="19827" y="3198"/>
                </a:cubicBezTo>
                <a:cubicBezTo>
                  <a:pt x="20595" y="3098"/>
                  <a:pt x="21028" y="3031"/>
                  <a:pt x="21028" y="3031"/>
                </a:cubicBezTo>
                <a:cubicBezTo>
                  <a:pt x="21295" y="2965"/>
                  <a:pt x="21195" y="2698"/>
                  <a:pt x="20995" y="2598"/>
                </a:cubicBezTo>
                <a:cubicBezTo>
                  <a:pt x="20995" y="2598"/>
                  <a:pt x="20528" y="2698"/>
                  <a:pt x="19794" y="2731"/>
                </a:cubicBezTo>
                <a:cubicBezTo>
                  <a:pt x="19602" y="2740"/>
                  <a:pt x="19394" y="2746"/>
                  <a:pt x="19171" y="2746"/>
                </a:cubicBezTo>
                <a:cubicBezTo>
                  <a:pt x="18504" y="2746"/>
                  <a:pt x="17709" y="2689"/>
                  <a:pt x="16859" y="2464"/>
                </a:cubicBezTo>
                <a:cubicBezTo>
                  <a:pt x="16292" y="2364"/>
                  <a:pt x="15758" y="2097"/>
                  <a:pt x="15258" y="1730"/>
                </a:cubicBezTo>
                <a:cubicBezTo>
                  <a:pt x="15124" y="1630"/>
                  <a:pt x="14991" y="1530"/>
                  <a:pt x="14857" y="1430"/>
                </a:cubicBezTo>
                <a:lnTo>
                  <a:pt x="14524" y="1097"/>
                </a:lnTo>
                <a:cubicBezTo>
                  <a:pt x="14424" y="963"/>
                  <a:pt x="14324" y="897"/>
                  <a:pt x="14190" y="730"/>
                </a:cubicBezTo>
                <a:lnTo>
                  <a:pt x="13690" y="63"/>
                </a:lnTo>
                <a:cubicBezTo>
                  <a:pt x="13690" y="40"/>
                  <a:pt x="13674" y="1"/>
                  <a:pt x="13664"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21" name="Google Shape;5021;p50"/>
          <p:cNvSpPr/>
          <p:nvPr/>
        </p:nvSpPr>
        <p:spPr>
          <a:xfrm>
            <a:off x="7331629" y="1761651"/>
            <a:ext cx="218759" cy="84673"/>
          </a:xfrm>
          <a:custGeom>
            <a:avLst/>
            <a:gdLst/>
            <a:ahLst/>
            <a:cxnLst/>
            <a:rect l="l" t="t" r="r" b="b"/>
            <a:pathLst>
              <a:path w="10342" h="4003" extrusionOk="0">
                <a:moveTo>
                  <a:pt x="5338" y="0"/>
                </a:moveTo>
                <a:lnTo>
                  <a:pt x="5304" y="33"/>
                </a:lnTo>
                <a:lnTo>
                  <a:pt x="5171" y="234"/>
                </a:lnTo>
                <a:cubicBezTo>
                  <a:pt x="5004" y="500"/>
                  <a:pt x="4904" y="734"/>
                  <a:pt x="4737" y="1034"/>
                </a:cubicBezTo>
                <a:cubicBezTo>
                  <a:pt x="4670" y="1134"/>
                  <a:pt x="4637" y="1168"/>
                  <a:pt x="4604" y="1234"/>
                </a:cubicBezTo>
                <a:lnTo>
                  <a:pt x="4470" y="1468"/>
                </a:lnTo>
                <a:cubicBezTo>
                  <a:pt x="4404" y="1635"/>
                  <a:pt x="4270" y="1735"/>
                  <a:pt x="4170" y="1868"/>
                </a:cubicBezTo>
                <a:cubicBezTo>
                  <a:pt x="4103" y="2002"/>
                  <a:pt x="3970" y="2135"/>
                  <a:pt x="3837" y="2235"/>
                </a:cubicBezTo>
                <a:cubicBezTo>
                  <a:pt x="3636" y="2502"/>
                  <a:pt x="3336" y="2669"/>
                  <a:pt x="3103" y="2869"/>
                </a:cubicBezTo>
                <a:cubicBezTo>
                  <a:pt x="2969" y="2969"/>
                  <a:pt x="2802" y="3002"/>
                  <a:pt x="2669" y="3069"/>
                </a:cubicBezTo>
                <a:cubicBezTo>
                  <a:pt x="2569" y="3136"/>
                  <a:pt x="2436" y="3202"/>
                  <a:pt x="2269" y="3236"/>
                </a:cubicBezTo>
                <a:cubicBezTo>
                  <a:pt x="1969" y="3336"/>
                  <a:pt x="1735" y="3469"/>
                  <a:pt x="1468" y="3469"/>
                </a:cubicBezTo>
                <a:cubicBezTo>
                  <a:pt x="1235" y="3503"/>
                  <a:pt x="1001" y="3536"/>
                  <a:pt x="801" y="3536"/>
                </a:cubicBezTo>
                <a:lnTo>
                  <a:pt x="167" y="3536"/>
                </a:lnTo>
                <a:cubicBezTo>
                  <a:pt x="67" y="3536"/>
                  <a:pt x="0" y="3903"/>
                  <a:pt x="134" y="3903"/>
                </a:cubicBezTo>
                <a:cubicBezTo>
                  <a:pt x="134" y="3903"/>
                  <a:pt x="401" y="3903"/>
                  <a:pt x="801" y="3970"/>
                </a:cubicBezTo>
                <a:cubicBezTo>
                  <a:pt x="1001" y="3970"/>
                  <a:pt x="1268" y="3903"/>
                  <a:pt x="1568" y="3903"/>
                </a:cubicBezTo>
                <a:cubicBezTo>
                  <a:pt x="1835" y="3903"/>
                  <a:pt x="2135" y="3836"/>
                  <a:pt x="2469" y="3736"/>
                </a:cubicBezTo>
                <a:cubicBezTo>
                  <a:pt x="2636" y="3736"/>
                  <a:pt x="2802" y="3669"/>
                  <a:pt x="2969" y="3569"/>
                </a:cubicBezTo>
                <a:lnTo>
                  <a:pt x="3470" y="3336"/>
                </a:lnTo>
                <a:cubicBezTo>
                  <a:pt x="3770" y="3136"/>
                  <a:pt x="4103" y="2969"/>
                  <a:pt x="4337" y="2669"/>
                </a:cubicBezTo>
                <a:cubicBezTo>
                  <a:pt x="4470" y="2502"/>
                  <a:pt x="4604" y="2368"/>
                  <a:pt x="4737" y="2235"/>
                </a:cubicBezTo>
                <a:cubicBezTo>
                  <a:pt x="4837" y="2135"/>
                  <a:pt x="4937" y="1968"/>
                  <a:pt x="5071" y="1835"/>
                </a:cubicBezTo>
                <a:lnTo>
                  <a:pt x="5238" y="1635"/>
                </a:lnTo>
                <a:cubicBezTo>
                  <a:pt x="5271" y="1568"/>
                  <a:pt x="5304" y="1501"/>
                  <a:pt x="5338" y="1401"/>
                </a:cubicBezTo>
                <a:lnTo>
                  <a:pt x="5338" y="1368"/>
                </a:lnTo>
                <a:lnTo>
                  <a:pt x="5471" y="1568"/>
                </a:lnTo>
                <a:cubicBezTo>
                  <a:pt x="5671" y="1868"/>
                  <a:pt x="5938" y="2168"/>
                  <a:pt x="6172" y="2402"/>
                </a:cubicBezTo>
                <a:cubicBezTo>
                  <a:pt x="6672" y="2969"/>
                  <a:pt x="7306" y="3403"/>
                  <a:pt x="7939" y="3669"/>
                </a:cubicBezTo>
                <a:cubicBezTo>
                  <a:pt x="8573" y="3903"/>
                  <a:pt x="9140" y="4003"/>
                  <a:pt x="9574" y="4003"/>
                </a:cubicBezTo>
                <a:cubicBezTo>
                  <a:pt x="9774" y="4003"/>
                  <a:pt x="9941" y="3970"/>
                  <a:pt x="10074" y="3970"/>
                </a:cubicBezTo>
                <a:cubicBezTo>
                  <a:pt x="10174" y="3903"/>
                  <a:pt x="10241" y="3903"/>
                  <a:pt x="10241" y="3903"/>
                </a:cubicBezTo>
                <a:cubicBezTo>
                  <a:pt x="10341" y="3870"/>
                  <a:pt x="10308" y="3569"/>
                  <a:pt x="10241" y="3569"/>
                </a:cubicBezTo>
                <a:lnTo>
                  <a:pt x="10074" y="3569"/>
                </a:lnTo>
                <a:cubicBezTo>
                  <a:pt x="10030" y="3592"/>
                  <a:pt x="9985" y="3599"/>
                  <a:pt x="9938" y="3599"/>
                </a:cubicBezTo>
                <a:cubicBezTo>
                  <a:pt x="9845" y="3599"/>
                  <a:pt x="9741" y="3569"/>
                  <a:pt x="9607" y="3569"/>
                </a:cubicBezTo>
                <a:cubicBezTo>
                  <a:pt x="9240" y="3536"/>
                  <a:pt x="8740" y="3403"/>
                  <a:pt x="8173" y="3169"/>
                </a:cubicBezTo>
                <a:cubicBezTo>
                  <a:pt x="7639" y="2869"/>
                  <a:pt x="7139" y="2469"/>
                  <a:pt x="6672" y="1968"/>
                </a:cubicBezTo>
                <a:cubicBezTo>
                  <a:pt x="6438" y="1701"/>
                  <a:pt x="6272" y="1401"/>
                  <a:pt x="6071" y="1168"/>
                </a:cubicBezTo>
                <a:cubicBezTo>
                  <a:pt x="5971" y="1068"/>
                  <a:pt x="5938" y="1001"/>
                  <a:pt x="5905" y="901"/>
                </a:cubicBezTo>
                <a:cubicBezTo>
                  <a:pt x="5805" y="801"/>
                  <a:pt x="5738" y="634"/>
                  <a:pt x="5638" y="500"/>
                </a:cubicBezTo>
                <a:cubicBezTo>
                  <a:pt x="5571" y="367"/>
                  <a:pt x="5471" y="200"/>
                  <a:pt x="5404" y="67"/>
                </a:cubicBezTo>
                <a:lnTo>
                  <a:pt x="5338" y="0"/>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22" name="Google Shape;5022;p50"/>
          <p:cNvSpPr/>
          <p:nvPr/>
        </p:nvSpPr>
        <p:spPr>
          <a:xfrm>
            <a:off x="7330577" y="1146325"/>
            <a:ext cx="220874" cy="62104"/>
          </a:xfrm>
          <a:custGeom>
            <a:avLst/>
            <a:gdLst/>
            <a:ahLst/>
            <a:cxnLst/>
            <a:rect l="l" t="t" r="r" b="b"/>
            <a:pathLst>
              <a:path w="10442" h="2936" extrusionOk="0">
                <a:moveTo>
                  <a:pt x="5338" y="0"/>
                </a:moveTo>
                <a:lnTo>
                  <a:pt x="5204" y="167"/>
                </a:lnTo>
                <a:cubicBezTo>
                  <a:pt x="5071" y="334"/>
                  <a:pt x="4904" y="500"/>
                  <a:pt x="4737" y="667"/>
                </a:cubicBezTo>
                <a:lnTo>
                  <a:pt x="4604" y="834"/>
                </a:lnTo>
                <a:lnTo>
                  <a:pt x="4437" y="934"/>
                </a:lnTo>
                <a:cubicBezTo>
                  <a:pt x="4337" y="1034"/>
                  <a:pt x="4237" y="1168"/>
                  <a:pt x="4103" y="1234"/>
                </a:cubicBezTo>
                <a:lnTo>
                  <a:pt x="3736" y="1501"/>
                </a:lnTo>
                <a:lnTo>
                  <a:pt x="3536" y="1601"/>
                </a:lnTo>
                <a:lnTo>
                  <a:pt x="3336" y="1701"/>
                </a:lnTo>
                <a:cubicBezTo>
                  <a:pt x="3169" y="1768"/>
                  <a:pt x="3036" y="1868"/>
                  <a:pt x="2902" y="1901"/>
                </a:cubicBezTo>
                <a:cubicBezTo>
                  <a:pt x="2602" y="2002"/>
                  <a:pt x="2369" y="2102"/>
                  <a:pt x="2069" y="2168"/>
                </a:cubicBezTo>
                <a:cubicBezTo>
                  <a:pt x="1535" y="2268"/>
                  <a:pt x="1034" y="2368"/>
                  <a:pt x="701" y="2435"/>
                </a:cubicBezTo>
                <a:cubicBezTo>
                  <a:pt x="334" y="2502"/>
                  <a:pt x="100" y="2535"/>
                  <a:pt x="100" y="2535"/>
                </a:cubicBezTo>
                <a:cubicBezTo>
                  <a:pt x="0" y="2569"/>
                  <a:pt x="34" y="2902"/>
                  <a:pt x="167" y="2902"/>
                </a:cubicBezTo>
                <a:cubicBezTo>
                  <a:pt x="167" y="2902"/>
                  <a:pt x="367" y="2902"/>
                  <a:pt x="734" y="2869"/>
                </a:cubicBezTo>
                <a:cubicBezTo>
                  <a:pt x="1101" y="2802"/>
                  <a:pt x="1602" y="2769"/>
                  <a:pt x="2202" y="2669"/>
                </a:cubicBezTo>
                <a:cubicBezTo>
                  <a:pt x="2502" y="2602"/>
                  <a:pt x="2769" y="2535"/>
                  <a:pt x="3103" y="2435"/>
                </a:cubicBezTo>
                <a:cubicBezTo>
                  <a:pt x="3269" y="2402"/>
                  <a:pt x="3403" y="2335"/>
                  <a:pt x="3570" y="2268"/>
                </a:cubicBezTo>
                <a:lnTo>
                  <a:pt x="3836" y="2202"/>
                </a:lnTo>
                <a:lnTo>
                  <a:pt x="4037" y="2068"/>
                </a:lnTo>
                <a:cubicBezTo>
                  <a:pt x="4203" y="1968"/>
                  <a:pt x="4370" y="1901"/>
                  <a:pt x="4504" y="1835"/>
                </a:cubicBezTo>
                <a:cubicBezTo>
                  <a:pt x="4670" y="1735"/>
                  <a:pt x="4770" y="1601"/>
                  <a:pt x="4904" y="1535"/>
                </a:cubicBezTo>
                <a:lnTo>
                  <a:pt x="5104" y="1368"/>
                </a:lnTo>
                <a:lnTo>
                  <a:pt x="5271" y="1201"/>
                </a:lnTo>
                <a:lnTo>
                  <a:pt x="5371" y="1101"/>
                </a:lnTo>
                <a:lnTo>
                  <a:pt x="5404" y="1068"/>
                </a:lnTo>
                <a:lnTo>
                  <a:pt x="5704" y="1368"/>
                </a:lnTo>
                <a:cubicBezTo>
                  <a:pt x="5838" y="1501"/>
                  <a:pt x="5938" y="1568"/>
                  <a:pt x="6071" y="1701"/>
                </a:cubicBezTo>
                <a:cubicBezTo>
                  <a:pt x="6205" y="1768"/>
                  <a:pt x="6305" y="1901"/>
                  <a:pt x="6472" y="2002"/>
                </a:cubicBezTo>
                <a:cubicBezTo>
                  <a:pt x="7072" y="2402"/>
                  <a:pt x="7706" y="2602"/>
                  <a:pt x="8273" y="2769"/>
                </a:cubicBezTo>
                <a:cubicBezTo>
                  <a:pt x="8573" y="2835"/>
                  <a:pt x="8873" y="2869"/>
                  <a:pt x="9107" y="2902"/>
                </a:cubicBezTo>
                <a:cubicBezTo>
                  <a:pt x="9374" y="2902"/>
                  <a:pt x="9607" y="2936"/>
                  <a:pt x="9774" y="2936"/>
                </a:cubicBezTo>
                <a:lnTo>
                  <a:pt x="10374" y="2936"/>
                </a:lnTo>
                <a:cubicBezTo>
                  <a:pt x="10441" y="2936"/>
                  <a:pt x="10441" y="2602"/>
                  <a:pt x="10241" y="2535"/>
                </a:cubicBezTo>
                <a:cubicBezTo>
                  <a:pt x="10241" y="2535"/>
                  <a:pt x="10041" y="2535"/>
                  <a:pt x="9707" y="2502"/>
                </a:cubicBezTo>
                <a:cubicBezTo>
                  <a:pt x="9507" y="2502"/>
                  <a:pt x="9340" y="2435"/>
                  <a:pt x="9074" y="2402"/>
                </a:cubicBezTo>
                <a:cubicBezTo>
                  <a:pt x="8840" y="2368"/>
                  <a:pt x="8573" y="2268"/>
                  <a:pt x="8340" y="2202"/>
                </a:cubicBezTo>
                <a:cubicBezTo>
                  <a:pt x="7839" y="2035"/>
                  <a:pt x="7239" y="1768"/>
                  <a:pt x="6772" y="1401"/>
                </a:cubicBezTo>
                <a:cubicBezTo>
                  <a:pt x="6672" y="1334"/>
                  <a:pt x="6572" y="1201"/>
                  <a:pt x="6438" y="1101"/>
                </a:cubicBezTo>
                <a:cubicBezTo>
                  <a:pt x="6338" y="1034"/>
                  <a:pt x="6238" y="901"/>
                  <a:pt x="6105" y="834"/>
                </a:cubicBezTo>
                <a:cubicBezTo>
                  <a:pt x="6005" y="701"/>
                  <a:pt x="5905" y="567"/>
                  <a:pt x="5771" y="434"/>
                </a:cubicBezTo>
                <a:cubicBezTo>
                  <a:pt x="5704" y="334"/>
                  <a:pt x="5571" y="234"/>
                  <a:pt x="5504" y="100"/>
                </a:cubicBezTo>
                <a:cubicBezTo>
                  <a:pt x="5404" y="67"/>
                  <a:pt x="5371" y="33"/>
                  <a:pt x="5338"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23" name="Google Shape;5023;p50"/>
          <p:cNvSpPr/>
          <p:nvPr/>
        </p:nvSpPr>
        <p:spPr>
          <a:xfrm>
            <a:off x="6598806" y="4553531"/>
            <a:ext cx="238198" cy="100940"/>
          </a:xfrm>
          <a:custGeom>
            <a:avLst/>
            <a:gdLst/>
            <a:ahLst/>
            <a:cxnLst/>
            <a:rect l="l" t="t" r="r" b="b"/>
            <a:pathLst>
              <a:path w="11261" h="4772" extrusionOk="0">
                <a:moveTo>
                  <a:pt x="6931" y="1"/>
                </a:moveTo>
                <a:lnTo>
                  <a:pt x="6898" y="34"/>
                </a:lnTo>
                <a:lnTo>
                  <a:pt x="6798" y="168"/>
                </a:lnTo>
                <a:cubicBezTo>
                  <a:pt x="6731" y="335"/>
                  <a:pt x="6598" y="468"/>
                  <a:pt x="6498" y="635"/>
                </a:cubicBezTo>
                <a:cubicBezTo>
                  <a:pt x="6331" y="868"/>
                  <a:pt x="6064" y="1335"/>
                  <a:pt x="5997" y="1369"/>
                </a:cubicBezTo>
                <a:cubicBezTo>
                  <a:pt x="5630" y="1936"/>
                  <a:pt x="5130" y="2536"/>
                  <a:pt x="4563" y="3003"/>
                </a:cubicBezTo>
                <a:cubicBezTo>
                  <a:pt x="3963" y="3470"/>
                  <a:pt x="3295" y="3837"/>
                  <a:pt x="2628" y="3970"/>
                </a:cubicBezTo>
                <a:cubicBezTo>
                  <a:pt x="2370" y="4035"/>
                  <a:pt x="2126" y="4060"/>
                  <a:pt x="1900" y="4060"/>
                </a:cubicBezTo>
                <a:cubicBezTo>
                  <a:pt x="1542" y="4060"/>
                  <a:pt x="1226" y="3998"/>
                  <a:pt x="960" y="3937"/>
                </a:cubicBezTo>
                <a:cubicBezTo>
                  <a:pt x="760" y="3870"/>
                  <a:pt x="594" y="3804"/>
                  <a:pt x="460" y="3770"/>
                </a:cubicBezTo>
                <a:cubicBezTo>
                  <a:pt x="327" y="3704"/>
                  <a:pt x="293" y="3670"/>
                  <a:pt x="293" y="3670"/>
                </a:cubicBezTo>
                <a:cubicBezTo>
                  <a:pt x="286" y="3669"/>
                  <a:pt x="279" y="3668"/>
                  <a:pt x="272" y="3668"/>
                </a:cubicBezTo>
                <a:cubicBezTo>
                  <a:pt x="143" y="3668"/>
                  <a:pt x="0" y="3941"/>
                  <a:pt x="127" y="4004"/>
                </a:cubicBezTo>
                <a:cubicBezTo>
                  <a:pt x="127" y="4004"/>
                  <a:pt x="160" y="4037"/>
                  <a:pt x="293" y="4104"/>
                </a:cubicBezTo>
                <a:cubicBezTo>
                  <a:pt x="393" y="4137"/>
                  <a:pt x="594" y="4204"/>
                  <a:pt x="794" y="4304"/>
                </a:cubicBezTo>
                <a:cubicBezTo>
                  <a:pt x="1103" y="4423"/>
                  <a:pt x="1549" y="4525"/>
                  <a:pt x="2046" y="4525"/>
                </a:cubicBezTo>
                <a:cubicBezTo>
                  <a:pt x="2245" y="4525"/>
                  <a:pt x="2452" y="4509"/>
                  <a:pt x="2662" y="4471"/>
                </a:cubicBezTo>
                <a:cubicBezTo>
                  <a:pt x="3462" y="4337"/>
                  <a:pt x="4263" y="3970"/>
                  <a:pt x="4930" y="3470"/>
                </a:cubicBezTo>
                <a:cubicBezTo>
                  <a:pt x="5597" y="2970"/>
                  <a:pt x="6131" y="2303"/>
                  <a:pt x="6564" y="1702"/>
                </a:cubicBezTo>
                <a:cubicBezTo>
                  <a:pt x="6613" y="1590"/>
                  <a:pt x="6630" y="1562"/>
                  <a:pt x="6635" y="1557"/>
                </a:cubicBezTo>
                <a:lnTo>
                  <a:pt x="6635" y="1557"/>
                </a:lnTo>
                <a:cubicBezTo>
                  <a:pt x="6635" y="1557"/>
                  <a:pt x="6635" y="1557"/>
                  <a:pt x="6635" y="1557"/>
                </a:cubicBezTo>
                <a:cubicBezTo>
                  <a:pt x="6636" y="1557"/>
                  <a:pt x="6637" y="1556"/>
                  <a:pt x="6636" y="1556"/>
                </a:cubicBezTo>
                <a:cubicBezTo>
                  <a:pt x="6636" y="1556"/>
                  <a:pt x="6636" y="1556"/>
                  <a:pt x="6635" y="1557"/>
                </a:cubicBezTo>
                <a:lnTo>
                  <a:pt x="6635" y="1557"/>
                </a:lnTo>
                <a:cubicBezTo>
                  <a:pt x="6633" y="1556"/>
                  <a:pt x="6631" y="1552"/>
                  <a:pt x="6631" y="1535"/>
                </a:cubicBezTo>
                <a:lnTo>
                  <a:pt x="6631" y="1535"/>
                </a:lnTo>
                <a:lnTo>
                  <a:pt x="6665" y="1602"/>
                </a:lnTo>
                <a:lnTo>
                  <a:pt x="6931" y="2102"/>
                </a:lnTo>
                <a:cubicBezTo>
                  <a:pt x="7332" y="2836"/>
                  <a:pt x="7932" y="3503"/>
                  <a:pt x="8599" y="3904"/>
                </a:cubicBezTo>
                <a:cubicBezTo>
                  <a:pt x="8666" y="3970"/>
                  <a:pt x="8766" y="4004"/>
                  <a:pt x="8833" y="4037"/>
                </a:cubicBezTo>
                <a:lnTo>
                  <a:pt x="9100" y="4171"/>
                </a:lnTo>
                <a:cubicBezTo>
                  <a:pt x="9266" y="4271"/>
                  <a:pt x="9433" y="4304"/>
                  <a:pt x="9567" y="4371"/>
                </a:cubicBezTo>
                <a:cubicBezTo>
                  <a:pt x="9833" y="4471"/>
                  <a:pt x="10134" y="4571"/>
                  <a:pt x="10334" y="4638"/>
                </a:cubicBezTo>
                <a:cubicBezTo>
                  <a:pt x="10801" y="4738"/>
                  <a:pt x="11101" y="4771"/>
                  <a:pt x="11101" y="4771"/>
                </a:cubicBezTo>
                <a:cubicBezTo>
                  <a:pt x="11221" y="4771"/>
                  <a:pt x="11260" y="4528"/>
                  <a:pt x="11194" y="4528"/>
                </a:cubicBezTo>
                <a:cubicBezTo>
                  <a:pt x="11186" y="4528"/>
                  <a:pt x="11178" y="4531"/>
                  <a:pt x="11168" y="4538"/>
                </a:cubicBezTo>
                <a:cubicBezTo>
                  <a:pt x="11168" y="4538"/>
                  <a:pt x="10934" y="4471"/>
                  <a:pt x="10501" y="4371"/>
                </a:cubicBezTo>
                <a:cubicBezTo>
                  <a:pt x="10300" y="4304"/>
                  <a:pt x="10100" y="4204"/>
                  <a:pt x="9800" y="4104"/>
                </a:cubicBezTo>
                <a:cubicBezTo>
                  <a:pt x="9633" y="4037"/>
                  <a:pt x="9500" y="3970"/>
                  <a:pt x="9400" y="3870"/>
                </a:cubicBezTo>
                <a:cubicBezTo>
                  <a:pt x="9300" y="3837"/>
                  <a:pt x="9266" y="3804"/>
                  <a:pt x="9166" y="3770"/>
                </a:cubicBezTo>
                <a:cubicBezTo>
                  <a:pt x="9100" y="3704"/>
                  <a:pt x="9066" y="3637"/>
                  <a:pt x="8966" y="3604"/>
                </a:cubicBezTo>
                <a:cubicBezTo>
                  <a:pt x="8432" y="3203"/>
                  <a:pt x="7932" y="2603"/>
                  <a:pt x="7599" y="1936"/>
                </a:cubicBezTo>
                <a:lnTo>
                  <a:pt x="7465" y="1669"/>
                </a:lnTo>
                <a:lnTo>
                  <a:pt x="7432" y="1535"/>
                </a:lnTo>
                <a:lnTo>
                  <a:pt x="7398" y="1469"/>
                </a:lnTo>
                <a:lnTo>
                  <a:pt x="7332" y="1335"/>
                </a:lnTo>
                <a:cubicBezTo>
                  <a:pt x="7232" y="1002"/>
                  <a:pt x="7132" y="635"/>
                  <a:pt x="6998" y="301"/>
                </a:cubicBezTo>
                <a:lnTo>
                  <a:pt x="6931" y="34"/>
                </a:lnTo>
                <a:lnTo>
                  <a:pt x="6931" y="1"/>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5024" name="Google Shape;5024;p50"/>
          <p:cNvGrpSpPr/>
          <p:nvPr/>
        </p:nvGrpSpPr>
        <p:grpSpPr>
          <a:xfrm>
            <a:off x="6485162" y="1146314"/>
            <a:ext cx="686413" cy="448944"/>
            <a:chOff x="6585162" y="4163427"/>
            <a:chExt cx="686413" cy="448944"/>
          </a:xfrm>
        </p:grpSpPr>
        <p:sp>
          <p:nvSpPr>
            <p:cNvPr id="5025" name="Google Shape;5025;p50"/>
            <p:cNvSpPr/>
            <p:nvPr/>
          </p:nvSpPr>
          <p:spPr>
            <a:xfrm>
              <a:off x="6670311" y="4239365"/>
              <a:ext cx="520576" cy="320554"/>
            </a:xfrm>
            <a:custGeom>
              <a:avLst/>
              <a:gdLst/>
              <a:ahLst/>
              <a:cxnLst/>
              <a:rect l="l" t="t" r="r" b="b"/>
              <a:pathLst>
                <a:path w="23452" h="14441" extrusionOk="0">
                  <a:moveTo>
                    <a:pt x="7068" y="0"/>
                  </a:moveTo>
                  <a:cubicBezTo>
                    <a:pt x="6719" y="0"/>
                    <a:pt x="6339" y="70"/>
                    <a:pt x="6005" y="209"/>
                  </a:cubicBezTo>
                  <a:cubicBezTo>
                    <a:pt x="5572" y="376"/>
                    <a:pt x="5238" y="643"/>
                    <a:pt x="4938" y="876"/>
                  </a:cubicBezTo>
                  <a:cubicBezTo>
                    <a:pt x="4337" y="1376"/>
                    <a:pt x="3870" y="1910"/>
                    <a:pt x="3403" y="2511"/>
                  </a:cubicBezTo>
                  <a:cubicBezTo>
                    <a:pt x="2536" y="3645"/>
                    <a:pt x="1869" y="4812"/>
                    <a:pt x="1335" y="5880"/>
                  </a:cubicBezTo>
                  <a:cubicBezTo>
                    <a:pt x="768" y="6980"/>
                    <a:pt x="401" y="8014"/>
                    <a:pt x="201" y="8882"/>
                  </a:cubicBezTo>
                  <a:cubicBezTo>
                    <a:pt x="34" y="9749"/>
                    <a:pt x="1" y="10550"/>
                    <a:pt x="335" y="11083"/>
                  </a:cubicBezTo>
                  <a:cubicBezTo>
                    <a:pt x="368" y="11250"/>
                    <a:pt x="501" y="11350"/>
                    <a:pt x="568" y="11417"/>
                  </a:cubicBezTo>
                  <a:cubicBezTo>
                    <a:pt x="668" y="11517"/>
                    <a:pt x="735" y="11550"/>
                    <a:pt x="835" y="11584"/>
                  </a:cubicBezTo>
                  <a:cubicBezTo>
                    <a:pt x="935" y="11684"/>
                    <a:pt x="1035" y="11684"/>
                    <a:pt x="1035" y="11684"/>
                  </a:cubicBezTo>
                  <a:cubicBezTo>
                    <a:pt x="1106" y="11712"/>
                    <a:pt x="1170" y="11722"/>
                    <a:pt x="1226" y="11722"/>
                  </a:cubicBezTo>
                  <a:cubicBezTo>
                    <a:pt x="1303" y="11722"/>
                    <a:pt x="1363" y="11703"/>
                    <a:pt x="1402" y="11684"/>
                  </a:cubicBezTo>
                  <a:cubicBezTo>
                    <a:pt x="1502" y="11650"/>
                    <a:pt x="1535" y="11550"/>
                    <a:pt x="1535" y="11517"/>
                  </a:cubicBezTo>
                  <a:cubicBezTo>
                    <a:pt x="1569" y="11384"/>
                    <a:pt x="1402" y="11317"/>
                    <a:pt x="1202" y="11217"/>
                  </a:cubicBezTo>
                  <a:cubicBezTo>
                    <a:pt x="1235" y="11217"/>
                    <a:pt x="935" y="11217"/>
                    <a:pt x="768" y="10883"/>
                  </a:cubicBezTo>
                  <a:cubicBezTo>
                    <a:pt x="568" y="10550"/>
                    <a:pt x="568" y="9882"/>
                    <a:pt x="768" y="9049"/>
                  </a:cubicBezTo>
                  <a:cubicBezTo>
                    <a:pt x="1235" y="7414"/>
                    <a:pt x="2336" y="5179"/>
                    <a:pt x="4037" y="3011"/>
                  </a:cubicBezTo>
                  <a:cubicBezTo>
                    <a:pt x="4504" y="2477"/>
                    <a:pt x="4938" y="1977"/>
                    <a:pt x="5505" y="1510"/>
                  </a:cubicBezTo>
                  <a:cubicBezTo>
                    <a:pt x="5738" y="1310"/>
                    <a:pt x="6039" y="1076"/>
                    <a:pt x="6339" y="976"/>
                  </a:cubicBezTo>
                  <a:cubicBezTo>
                    <a:pt x="6543" y="874"/>
                    <a:pt x="6785" y="831"/>
                    <a:pt x="7037" y="831"/>
                  </a:cubicBezTo>
                  <a:cubicBezTo>
                    <a:pt x="7115" y="831"/>
                    <a:pt x="7194" y="835"/>
                    <a:pt x="7273" y="843"/>
                  </a:cubicBezTo>
                  <a:cubicBezTo>
                    <a:pt x="8007" y="876"/>
                    <a:pt x="8707" y="1043"/>
                    <a:pt x="9441" y="1243"/>
                  </a:cubicBezTo>
                  <a:cubicBezTo>
                    <a:pt x="10208" y="1476"/>
                    <a:pt x="10942" y="1743"/>
                    <a:pt x="11676" y="2010"/>
                  </a:cubicBezTo>
                  <a:cubicBezTo>
                    <a:pt x="14578" y="3078"/>
                    <a:pt x="17380" y="4412"/>
                    <a:pt x="19848" y="5646"/>
                  </a:cubicBezTo>
                  <a:cubicBezTo>
                    <a:pt x="20416" y="5913"/>
                    <a:pt x="21016" y="6213"/>
                    <a:pt x="21516" y="6580"/>
                  </a:cubicBezTo>
                  <a:cubicBezTo>
                    <a:pt x="21750" y="6814"/>
                    <a:pt x="22017" y="7014"/>
                    <a:pt x="22183" y="7214"/>
                  </a:cubicBezTo>
                  <a:cubicBezTo>
                    <a:pt x="22384" y="7481"/>
                    <a:pt x="22450" y="7681"/>
                    <a:pt x="22517" y="7914"/>
                  </a:cubicBezTo>
                  <a:cubicBezTo>
                    <a:pt x="22550" y="8181"/>
                    <a:pt x="22450" y="8415"/>
                    <a:pt x="22384" y="8682"/>
                  </a:cubicBezTo>
                  <a:cubicBezTo>
                    <a:pt x="22284" y="8815"/>
                    <a:pt x="22250" y="8915"/>
                    <a:pt x="22183" y="9049"/>
                  </a:cubicBezTo>
                  <a:cubicBezTo>
                    <a:pt x="22083" y="9149"/>
                    <a:pt x="22050" y="9249"/>
                    <a:pt x="21917" y="9349"/>
                  </a:cubicBezTo>
                  <a:cubicBezTo>
                    <a:pt x="21550" y="9682"/>
                    <a:pt x="21016" y="9882"/>
                    <a:pt x="20416" y="9983"/>
                  </a:cubicBezTo>
                  <a:cubicBezTo>
                    <a:pt x="19248" y="10183"/>
                    <a:pt x="18114" y="10149"/>
                    <a:pt x="17213" y="10216"/>
                  </a:cubicBezTo>
                  <a:cubicBezTo>
                    <a:pt x="16746" y="10249"/>
                    <a:pt x="16313" y="10316"/>
                    <a:pt x="15946" y="10383"/>
                  </a:cubicBezTo>
                  <a:cubicBezTo>
                    <a:pt x="15746" y="10416"/>
                    <a:pt x="15579" y="10483"/>
                    <a:pt x="15479" y="10516"/>
                  </a:cubicBezTo>
                  <a:cubicBezTo>
                    <a:pt x="15312" y="10583"/>
                    <a:pt x="15178" y="10616"/>
                    <a:pt x="15078" y="10683"/>
                  </a:cubicBezTo>
                  <a:lnTo>
                    <a:pt x="15112" y="10683"/>
                  </a:lnTo>
                  <a:cubicBezTo>
                    <a:pt x="13911" y="11183"/>
                    <a:pt x="12977" y="11951"/>
                    <a:pt x="12143" y="12618"/>
                  </a:cubicBezTo>
                  <a:cubicBezTo>
                    <a:pt x="11309" y="13352"/>
                    <a:pt x="10475" y="13752"/>
                    <a:pt x="9574" y="13885"/>
                  </a:cubicBezTo>
                  <a:cubicBezTo>
                    <a:pt x="9403" y="13928"/>
                    <a:pt x="9219" y="13940"/>
                    <a:pt x="9036" y="13940"/>
                  </a:cubicBezTo>
                  <a:cubicBezTo>
                    <a:pt x="8792" y="13940"/>
                    <a:pt x="8550" y="13919"/>
                    <a:pt x="8340" y="13919"/>
                  </a:cubicBezTo>
                  <a:cubicBezTo>
                    <a:pt x="7973" y="13885"/>
                    <a:pt x="7573" y="13752"/>
                    <a:pt x="7239" y="13652"/>
                  </a:cubicBezTo>
                  <a:cubicBezTo>
                    <a:pt x="6572" y="13352"/>
                    <a:pt x="6005" y="13018"/>
                    <a:pt x="5472" y="12718"/>
                  </a:cubicBezTo>
                  <a:cubicBezTo>
                    <a:pt x="4404" y="12084"/>
                    <a:pt x="3537" y="11717"/>
                    <a:pt x="2970" y="11550"/>
                  </a:cubicBezTo>
                  <a:cubicBezTo>
                    <a:pt x="2670" y="11484"/>
                    <a:pt x="2469" y="11384"/>
                    <a:pt x="2303" y="11384"/>
                  </a:cubicBezTo>
                  <a:cubicBezTo>
                    <a:pt x="2136" y="11350"/>
                    <a:pt x="2036" y="11350"/>
                    <a:pt x="2036" y="11350"/>
                  </a:cubicBezTo>
                  <a:cubicBezTo>
                    <a:pt x="1427" y="11350"/>
                    <a:pt x="1464" y="11719"/>
                    <a:pt x="1823" y="11719"/>
                  </a:cubicBezTo>
                  <a:cubicBezTo>
                    <a:pt x="1837" y="11719"/>
                    <a:pt x="1853" y="11718"/>
                    <a:pt x="1869" y="11717"/>
                  </a:cubicBezTo>
                  <a:cubicBezTo>
                    <a:pt x="1869" y="11717"/>
                    <a:pt x="1936" y="11717"/>
                    <a:pt x="2069" y="11750"/>
                  </a:cubicBezTo>
                  <a:cubicBezTo>
                    <a:pt x="2236" y="11817"/>
                    <a:pt x="2403" y="11851"/>
                    <a:pt x="2703" y="11917"/>
                  </a:cubicBezTo>
                  <a:cubicBezTo>
                    <a:pt x="3237" y="12084"/>
                    <a:pt x="4037" y="12484"/>
                    <a:pt x="5071" y="13085"/>
                  </a:cubicBezTo>
                  <a:cubicBezTo>
                    <a:pt x="5605" y="13385"/>
                    <a:pt x="6205" y="13719"/>
                    <a:pt x="6939" y="14052"/>
                  </a:cubicBezTo>
                  <a:cubicBezTo>
                    <a:pt x="7340" y="14219"/>
                    <a:pt x="7740" y="14352"/>
                    <a:pt x="8207" y="14419"/>
                  </a:cubicBezTo>
                  <a:cubicBezTo>
                    <a:pt x="8474" y="14419"/>
                    <a:pt x="8730" y="14441"/>
                    <a:pt x="8993" y="14441"/>
                  </a:cubicBezTo>
                  <a:cubicBezTo>
                    <a:pt x="9191" y="14441"/>
                    <a:pt x="9393" y="14429"/>
                    <a:pt x="9608" y="14386"/>
                  </a:cubicBezTo>
                  <a:cubicBezTo>
                    <a:pt x="10075" y="14286"/>
                    <a:pt x="10575" y="14152"/>
                    <a:pt x="11076" y="13919"/>
                  </a:cubicBezTo>
                  <a:cubicBezTo>
                    <a:pt x="11576" y="13719"/>
                    <a:pt x="12043" y="13385"/>
                    <a:pt x="12443" y="13051"/>
                  </a:cubicBezTo>
                  <a:cubicBezTo>
                    <a:pt x="13344" y="12351"/>
                    <a:pt x="14211" y="11650"/>
                    <a:pt x="15345" y="11217"/>
                  </a:cubicBezTo>
                  <a:lnTo>
                    <a:pt x="15379" y="11217"/>
                  </a:lnTo>
                  <a:cubicBezTo>
                    <a:pt x="15445" y="11217"/>
                    <a:pt x="15545" y="11183"/>
                    <a:pt x="15679" y="11150"/>
                  </a:cubicBezTo>
                  <a:cubicBezTo>
                    <a:pt x="15746" y="11083"/>
                    <a:pt x="15912" y="11083"/>
                    <a:pt x="16046" y="11050"/>
                  </a:cubicBezTo>
                  <a:cubicBezTo>
                    <a:pt x="16346" y="11017"/>
                    <a:pt x="16713" y="10983"/>
                    <a:pt x="17180" y="10983"/>
                  </a:cubicBezTo>
                  <a:cubicBezTo>
                    <a:pt x="18081" y="10917"/>
                    <a:pt x="19215" y="11017"/>
                    <a:pt x="20516" y="10816"/>
                  </a:cubicBezTo>
                  <a:cubicBezTo>
                    <a:pt x="21183" y="10683"/>
                    <a:pt x="21883" y="10516"/>
                    <a:pt x="22517" y="9916"/>
                  </a:cubicBezTo>
                  <a:cubicBezTo>
                    <a:pt x="22684" y="9816"/>
                    <a:pt x="22751" y="9649"/>
                    <a:pt x="22884" y="9482"/>
                  </a:cubicBezTo>
                  <a:cubicBezTo>
                    <a:pt x="23017" y="9315"/>
                    <a:pt x="23084" y="9149"/>
                    <a:pt x="23184" y="8982"/>
                  </a:cubicBezTo>
                  <a:cubicBezTo>
                    <a:pt x="23351" y="8582"/>
                    <a:pt x="23451" y="8181"/>
                    <a:pt x="23384" y="7714"/>
                  </a:cubicBezTo>
                  <a:cubicBezTo>
                    <a:pt x="23351" y="7247"/>
                    <a:pt x="23117" y="6847"/>
                    <a:pt x="22884" y="6547"/>
                  </a:cubicBezTo>
                  <a:cubicBezTo>
                    <a:pt x="22617" y="6213"/>
                    <a:pt x="22350" y="5980"/>
                    <a:pt x="22050" y="5746"/>
                  </a:cubicBezTo>
                  <a:cubicBezTo>
                    <a:pt x="21450" y="5346"/>
                    <a:pt x="20849" y="5012"/>
                    <a:pt x="20249" y="4712"/>
                  </a:cubicBezTo>
                  <a:cubicBezTo>
                    <a:pt x="17780" y="3511"/>
                    <a:pt x="14945" y="2210"/>
                    <a:pt x="11943" y="1143"/>
                  </a:cubicBezTo>
                  <a:cubicBezTo>
                    <a:pt x="11209" y="876"/>
                    <a:pt x="10408" y="643"/>
                    <a:pt x="9675" y="409"/>
                  </a:cubicBezTo>
                  <a:cubicBezTo>
                    <a:pt x="8907" y="209"/>
                    <a:pt x="8107" y="42"/>
                    <a:pt x="7273" y="9"/>
                  </a:cubicBezTo>
                  <a:cubicBezTo>
                    <a:pt x="7206" y="3"/>
                    <a:pt x="7138" y="0"/>
                    <a:pt x="70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26" name="Google Shape;5026;p50"/>
            <p:cNvSpPr/>
            <p:nvPr/>
          </p:nvSpPr>
          <p:spPr>
            <a:xfrm>
              <a:off x="6585162" y="4163427"/>
              <a:ext cx="686413" cy="448944"/>
            </a:xfrm>
            <a:custGeom>
              <a:avLst/>
              <a:gdLst/>
              <a:ahLst/>
              <a:cxnLst/>
              <a:rect l="l" t="t" r="r" b="b"/>
              <a:pathLst>
                <a:path w="30923" h="20225" extrusionOk="0">
                  <a:moveTo>
                    <a:pt x="10426" y="514"/>
                  </a:moveTo>
                  <a:cubicBezTo>
                    <a:pt x="12092" y="514"/>
                    <a:pt x="13782" y="891"/>
                    <a:pt x="15345" y="1395"/>
                  </a:cubicBezTo>
                  <a:cubicBezTo>
                    <a:pt x="17313" y="1995"/>
                    <a:pt x="19148" y="2829"/>
                    <a:pt x="20849" y="3663"/>
                  </a:cubicBezTo>
                  <a:cubicBezTo>
                    <a:pt x="21683" y="4097"/>
                    <a:pt x="22550" y="4531"/>
                    <a:pt x="23418" y="4998"/>
                  </a:cubicBezTo>
                  <a:cubicBezTo>
                    <a:pt x="23885" y="5264"/>
                    <a:pt x="24318" y="5498"/>
                    <a:pt x="24752" y="5765"/>
                  </a:cubicBezTo>
                  <a:cubicBezTo>
                    <a:pt x="24985" y="5865"/>
                    <a:pt x="25219" y="5998"/>
                    <a:pt x="25419" y="6132"/>
                  </a:cubicBezTo>
                  <a:lnTo>
                    <a:pt x="25753" y="6332"/>
                  </a:lnTo>
                  <a:lnTo>
                    <a:pt x="25919" y="6432"/>
                  </a:lnTo>
                  <a:lnTo>
                    <a:pt x="26019" y="6465"/>
                  </a:lnTo>
                  <a:cubicBezTo>
                    <a:pt x="26086" y="6499"/>
                    <a:pt x="26086" y="6499"/>
                    <a:pt x="26153" y="6499"/>
                  </a:cubicBezTo>
                  <a:cubicBezTo>
                    <a:pt x="27087" y="6832"/>
                    <a:pt x="28021" y="7333"/>
                    <a:pt x="28821" y="8000"/>
                  </a:cubicBezTo>
                  <a:cubicBezTo>
                    <a:pt x="29555" y="8667"/>
                    <a:pt x="30156" y="9601"/>
                    <a:pt x="30256" y="10635"/>
                  </a:cubicBezTo>
                  <a:cubicBezTo>
                    <a:pt x="30389" y="11636"/>
                    <a:pt x="30056" y="12670"/>
                    <a:pt x="29489" y="13570"/>
                  </a:cubicBezTo>
                  <a:cubicBezTo>
                    <a:pt x="28888" y="14404"/>
                    <a:pt x="28054" y="15105"/>
                    <a:pt x="27187" y="15605"/>
                  </a:cubicBezTo>
                  <a:cubicBezTo>
                    <a:pt x="26320" y="16105"/>
                    <a:pt x="25319" y="16406"/>
                    <a:pt x="24318" y="16506"/>
                  </a:cubicBezTo>
                  <a:cubicBezTo>
                    <a:pt x="23818" y="16606"/>
                    <a:pt x="23318" y="16639"/>
                    <a:pt x="22817" y="16673"/>
                  </a:cubicBezTo>
                  <a:lnTo>
                    <a:pt x="22050" y="16806"/>
                  </a:lnTo>
                  <a:lnTo>
                    <a:pt x="21283" y="16939"/>
                  </a:lnTo>
                  <a:cubicBezTo>
                    <a:pt x="21049" y="16973"/>
                    <a:pt x="20849" y="17006"/>
                    <a:pt x="20582" y="17106"/>
                  </a:cubicBezTo>
                  <a:cubicBezTo>
                    <a:pt x="20349" y="17173"/>
                    <a:pt x="20082" y="17240"/>
                    <a:pt x="19882" y="17306"/>
                  </a:cubicBezTo>
                  <a:cubicBezTo>
                    <a:pt x="19415" y="17473"/>
                    <a:pt x="19014" y="17640"/>
                    <a:pt x="18581" y="17840"/>
                  </a:cubicBezTo>
                  <a:cubicBezTo>
                    <a:pt x="17747" y="18274"/>
                    <a:pt x="17013" y="18674"/>
                    <a:pt x="16246" y="19008"/>
                  </a:cubicBezTo>
                  <a:cubicBezTo>
                    <a:pt x="14958" y="19606"/>
                    <a:pt x="13671" y="19990"/>
                    <a:pt x="12552" y="19990"/>
                  </a:cubicBezTo>
                  <a:cubicBezTo>
                    <a:pt x="12425" y="19990"/>
                    <a:pt x="12299" y="19985"/>
                    <a:pt x="12176" y="19975"/>
                  </a:cubicBezTo>
                  <a:cubicBezTo>
                    <a:pt x="10975" y="19908"/>
                    <a:pt x="10041" y="19508"/>
                    <a:pt x="9474" y="19241"/>
                  </a:cubicBezTo>
                  <a:cubicBezTo>
                    <a:pt x="9174" y="19074"/>
                    <a:pt x="8974" y="18941"/>
                    <a:pt x="8807" y="18841"/>
                  </a:cubicBezTo>
                  <a:cubicBezTo>
                    <a:pt x="8674" y="18774"/>
                    <a:pt x="8574" y="18741"/>
                    <a:pt x="8574" y="18741"/>
                  </a:cubicBezTo>
                  <a:cubicBezTo>
                    <a:pt x="8333" y="18567"/>
                    <a:pt x="8162" y="18489"/>
                    <a:pt x="8090" y="18489"/>
                  </a:cubicBezTo>
                  <a:cubicBezTo>
                    <a:pt x="8046" y="18489"/>
                    <a:pt x="8041" y="18520"/>
                    <a:pt x="8082" y="18575"/>
                  </a:cubicBezTo>
                  <a:lnTo>
                    <a:pt x="8082" y="18575"/>
                  </a:lnTo>
                  <a:cubicBezTo>
                    <a:pt x="8004" y="18509"/>
                    <a:pt x="7891" y="18430"/>
                    <a:pt x="7740" y="18340"/>
                  </a:cubicBezTo>
                  <a:lnTo>
                    <a:pt x="7506" y="18240"/>
                  </a:lnTo>
                  <a:cubicBezTo>
                    <a:pt x="7339" y="18140"/>
                    <a:pt x="7073" y="18007"/>
                    <a:pt x="6806" y="17907"/>
                  </a:cubicBezTo>
                  <a:cubicBezTo>
                    <a:pt x="6172" y="17607"/>
                    <a:pt x="5238" y="17273"/>
                    <a:pt x="4137" y="16806"/>
                  </a:cubicBezTo>
                  <a:cubicBezTo>
                    <a:pt x="3570" y="16572"/>
                    <a:pt x="2970" y="16272"/>
                    <a:pt x="2369" y="15905"/>
                  </a:cubicBezTo>
                  <a:cubicBezTo>
                    <a:pt x="1802" y="15505"/>
                    <a:pt x="1202" y="15005"/>
                    <a:pt x="835" y="14304"/>
                  </a:cubicBezTo>
                  <a:cubicBezTo>
                    <a:pt x="468" y="13604"/>
                    <a:pt x="334" y="12770"/>
                    <a:pt x="468" y="11902"/>
                  </a:cubicBezTo>
                  <a:cubicBezTo>
                    <a:pt x="535" y="11002"/>
                    <a:pt x="835" y="10101"/>
                    <a:pt x="1168" y="9234"/>
                  </a:cubicBezTo>
                  <a:cubicBezTo>
                    <a:pt x="1869" y="7433"/>
                    <a:pt x="2836" y="5598"/>
                    <a:pt x="4037" y="3897"/>
                  </a:cubicBezTo>
                  <a:cubicBezTo>
                    <a:pt x="4638" y="3063"/>
                    <a:pt x="5338" y="2262"/>
                    <a:pt x="6205" y="1662"/>
                  </a:cubicBezTo>
                  <a:cubicBezTo>
                    <a:pt x="7073" y="1095"/>
                    <a:pt x="8073" y="728"/>
                    <a:pt x="9141" y="594"/>
                  </a:cubicBezTo>
                  <a:cubicBezTo>
                    <a:pt x="9566" y="540"/>
                    <a:pt x="9995" y="514"/>
                    <a:pt x="10426" y="514"/>
                  </a:cubicBezTo>
                  <a:close/>
                  <a:moveTo>
                    <a:pt x="10557" y="0"/>
                  </a:moveTo>
                  <a:cubicBezTo>
                    <a:pt x="10086" y="0"/>
                    <a:pt x="9613" y="30"/>
                    <a:pt x="9141" y="94"/>
                  </a:cubicBezTo>
                  <a:cubicBezTo>
                    <a:pt x="8007" y="261"/>
                    <a:pt x="6906" y="628"/>
                    <a:pt x="6005" y="1262"/>
                  </a:cubicBezTo>
                  <a:cubicBezTo>
                    <a:pt x="5038" y="1829"/>
                    <a:pt x="4337" y="2696"/>
                    <a:pt x="3704" y="3597"/>
                  </a:cubicBezTo>
                  <a:cubicBezTo>
                    <a:pt x="2503" y="5331"/>
                    <a:pt x="1535" y="7166"/>
                    <a:pt x="835" y="9000"/>
                  </a:cubicBezTo>
                  <a:cubicBezTo>
                    <a:pt x="501" y="9934"/>
                    <a:pt x="234" y="10835"/>
                    <a:pt x="101" y="11769"/>
                  </a:cubicBezTo>
                  <a:cubicBezTo>
                    <a:pt x="1" y="12670"/>
                    <a:pt x="101" y="13637"/>
                    <a:pt x="535" y="14404"/>
                  </a:cubicBezTo>
                  <a:cubicBezTo>
                    <a:pt x="968" y="15171"/>
                    <a:pt x="1569" y="15739"/>
                    <a:pt x="2202" y="16105"/>
                  </a:cubicBezTo>
                  <a:cubicBezTo>
                    <a:pt x="2836" y="16506"/>
                    <a:pt x="3403" y="16773"/>
                    <a:pt x="4004" y="17006"/>
                  </a:cubicBezTo>
                  <a:cubicBezTo>
                    <a:pt x="5138" y="17473"/>
                    <a:pt x="6039" y="17807"/>
                    <a:pt x="6672" y="18107"/>
                  </a:cubicBezTo>
                  <a:cubicBezTo>
                    <a:pt x="7006" y="18240"/>
                    <a:pt x="7206" y="18340"/>
                    <a:pt x="7373" y="18441"/>
                  </a:cubicBezTo>
                  <a:lnTo>
                    <a:pt x="7640" y="18574"/>
                  </a:lnTo>
                  <a:cubicBezTo>
                    <a:pt x="7891" y="18725"/>
                    <a:pt x="8071" y="18790"/>
                    <a:pt x="8159" y="18790"/>
                  </a:cubicBezTo>
                  <a:cubicBezTo>
                    <a:pt x="8225" y="18790"/>
                    <a:pt x="8239" y="18754"/>
                    <a:pt x="8193" y="18689"/>
                  </a:cubicBezTo>
                  <a:lnTo>
                    <a:pt x="8193" y="18689"/>
                  </a:lnTo>
                  <a:cubicBezTo>
                    <a:pt x="8272" y="18758"/>
                    <a:pt x="8386" y="18843"/>
                    <a:pt x="8540" y="18941"/>
                  </a:cubicBezTo>
                  <a:lnTo>
                    <a:pt x="8807" y="19041"/>
                  </a:lnTo>
                  <a:cubicBezTo>
                    <a:pt x="8907" y="19141"/>
                    <a:pt x="9174" y="19274"/>
                    <a:pt x="9474" y="19441"/>
                  </a:cubicBezTo>
                  <a:cubicBezTo>
                    <a:pt x="10041" y="19708"/>
                    <a:pt x="11009" y="20142"/>
                    <a:pt x="12243" y="20208"/>
                  </a:cubicBezTo>
                  <a:cubicBezTo>
                    <a:pt x="12381" y="20219"/>
                    <a:pt x="12523" y="20225"/>
                    <a:pt x="12667" y="20225"/>
                  </a:cubicBezTo>
                  <a:cubicBezTo>
                    <a:pt x="13839" y="20225"/>
                    <a:pt x="15176" y="19869"/>
                    <a:pt x="16513" y="19274"/>
                  </a:cubicBezTo>
                  <a:cubicBezTo>
                    <a:pt x="17247" y="18941"/>
                    <a:pt x="18014" y="18507"/>
                    <a:pt x="18848" y="18140"/>
                  </a:cubicBezTo>
                  <a:cubicBezTo>
                    <a:pt x="19615" y="17773"/>
                    <a:pt x="20516" y="17440"/>
                    <a:pt x="21450" y="17273"/>
                  </a:cubicBezTo>
                  <a:cubicBezTo>
                    <a:pt x="21950" y="17173"/>
                    <a:pt x="22417" y="17140"/>
                    <a:pt x="22917" y="17039"/>
                  </a:cubicBezTo>
                  <a:cubicBezTo>
                    <a:pt x="23418" y="16973"/>
                    <a:pt x="23918" y="16973"/>
                    <a:pt x="24418" y="16873"/>
                  </a:cubicBezTo>
                  <a:cubicBezTo>
                    <a:pt x="25452" y="16773"/>
                    <a:pt x="26520" y="16439"/>
                    <a:pt x="27487" y="15939"/>
                  </a:cubicBezTo>
                  <a:cubicBezTo>
                    <a:pt x="28421" y="15438"/>
                    <a:pt x="29322" y="14671"/>
                    <a:pt x="29922" y="13770"/>
                  </a:cubicBezTo>
                  <a:cubicBezTo>
                    <a:pt x="30556" y="12836"/>
                    <a:pt x="30923" y="11702"/>
                    <a:pt x="30823" y="10535"/>
                  </a:cubicBezTo>
                  <a:cubicBezTo>
                    <a:pt x="30623" y="9367"/>
                    <a:pt x="30022" y="8367"/>
                    <a:pt x="29188" y="7633"/>
                  </a:cubicBezTo>
                  <a:cubicBezTo>
                    <a:pt x="28354" y="6932"/>
                    <a:pt x="27354" y="6432"/>
                    <a:pt x="26353" y="6032"/>
                  </a:cubicBezTo>
                  <a:cubicBezTo>
                    <a:pt x="26286" y="6032"/>
                    <a:pt x="26186" y="5932"/>
                    <a:pt x="26053" y="5865"/>
                  </a:cubicBezTo>
                  <a:lnTo>
                    <a:pt x="25719" y="5665"/>
                  </a:lnTo>
                  <a:cubicBezTo>
                    <a:pt x="25519" y="5565"/>
                    <a:pt x="25252" y="5431"/>
                    <a:pt x="25052" y="5298"/>
                  </a:cubicBezTo>
                  <a:cubicBezTo>
                    <a:pt x="24585" y="5031"/>
                    <a:pt x="24185" y="4797"/>
                    <a:pt x="23718" y="4531"/>
                  </a:cubicBezTo>
                  <a:cubicBezTo>
                    <a:pt x="22851" y="4030"/>
                    <a:pt x="21983" y="3597"/>
                    <a:pt x="21149" y="3163"/>
                  </a:cubicBezTo>
                  <a:cubicBezTo>
                    <a:pt x="19415" y="2329"/>
                    <a:pt x="17547" y="1495"/>
                    <a:pt x="15545" y="861"/>
                  </a:cubicBezTo>
                  <a:cubicBezTo>
                    <a:pt x="13974" y="390"/>
                    <a:pt x="12278" y="0"/>
                    <a:pt x="105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27" name="Google Shape;5027;p50"/>
            <p:cNvSpPr/>
            <p:nvPr/>
          </p:nvSpPr>
          <p:spPr>
            <a:xfrm>
              <a:off x="6739923" y="4295236"/>
              <a:ext cx="172475" cy="149234"/>
            </a:xfrm>
            <a:custGeom>
              <a:avLst/>
              <a:gdLst/>
              <a:ahLst/>
              <a:cxnLst/>
              <a:rect l="l" t="t" r="r" b="b"/>
              <a:pathLst>
                <a:path w="7770" h="6723" extrusionOk="0">
                  <a:moveTo>
                    <a:pt x="4966" y="1"/>
                  </a:moveTo>
                  <a:cubicBezTo>
                    <a:pt x="4591" y="1"/>
                    <a:pt x="4204" y="50"/>
                    <a:pt x="3837" y="160"/>
                  </a:cubicBezTo>
                  <a:cubicBezTo>
                    <a:pt x="3103" y="360"/>
                    <a:pt x="2569" y="827"/>
                    <a:pt x="2169" y="1228"/>
                  </a:cubicBezTo>
                  <a:cubicBezTo>
                    <a:pt x="1335" y="2128"/>
                    <a:pt x="734" y="3496"/>
                    <a:pt x="434" y="4630"/>
                  </a:cubicBezTo>
                  <a:cubicBezTo>
                    <a:pt x="267" y="5197"/>
                    <a:pt x="201" y="5664"/>
                    <a:pt x="101" y="6031"/>
                  </a:cubicBezTo>
                  <a:cubicBezTo>
                    <a:pt x="34" y="6398"/>
                    <a:pt x="1" y="6632"/>
                    <a:pt x="1" y="6632"/>
                  </a:cubicBezTo>
                  <a:cubicBezTo>
                    <a:pt x="1" y="6671"/>
                    <a:pt x="95" y="6723"/>
                    <a:pt x="207" y="6723"/>
                  </a:cubicBezTo>
                  <a:cubicBezTo>
                    <a:pt x="283" y="6723"/>
                    <a:pt x="367" y="6699"/>
                    <a:pt x="434" y="6632"/>
                  </a:cubicBezTo>
                  <a:cubicBezTo>
                    <a:pt x="434" y="6632"/>
                    <a:pt x="668" y="5798"/>
                    <a:pt x="1035" y="4730"/>
                  </a:cubicBezTo>
                  <a:cubicBezTo>
                    <a:pt x="1402" y="3696"/>
                    <a:pt x="2035" y="2462"/>
                    <a:pt x="2736" y="1695"/>
                  </a:cubicBezTo>
                  <a:cubicBezTo>
                    <a:pt x="3069" y="1328"/>
                    <a:pt x="3536" y="961"/>
                    <a:pt x="4070" y="727"/>
                  </a:cubicBezTo>
                  <a:cubicBezTo>
                    <a:pt x="4383" y="610"/>
                    <a:pt x="4718" y="562"/>
                    <a:pt x="5050" y="562"/>
                  </a:cubicBezTo>
                  <a:cubicBezTo>
                    <a:pt x="5284" y="562"/>
                    <a:pt x="5517" y="586"/>
                    <a:pt x="5738" y="627"/>
                  </a:cubicBezTo>
                  <a:cubicBezTo>
                    <a:pt x="6238" y="727"/>
                    <a:pt x="6705" y="894"/>
                    <a:pt x="7039" y="1028"/>
                  </a:cubicBezTo>
                  <a:cubicBezTo>
                    <a:pt x="7206" y="1061"/>
                    <a:pt x="7339" y="1161"/>
                    <a:pt x="7406" y="1194"/>
                  </a:cubicBezTo>
                  <a:cubicBezTo>
                    <a:pt x="7506" y="1228"/>
                    <a:pt x="7539" y="1294"/>
                    <a:pt x="7539" y="1294"/>
                  </a:cubicBezTo>
                  <a:cubicBezTo>
                    <a:pt x="7543" y="1296"/>
                    <a:pt x="7546" y="1297"/>
                    <a:pt x="7550" y="1297"/>
                  </a:cubicBezTo>
                  <a:cubicBezTo>
                    <a:pt x="7623" y="1297"/>
                    <a:pt x="7769" y="1022"/>
                    <a:pt x="7706" y="928"/>
                  </a:cubicBezTo>
                  <a:cubicBezTo>
                    <a:pt x="7706" y="928"/>
                    <a:pt x="7673" y="894"/>
                    <a:pt x="7573" y="861"/>
                  </a:cubicBezTo>
                  <a:cubicBezTo>
                    <a:pt x="7506" y="827"/>
                    <a:pt x="7372" y="727"/>
                    <a:pt x="7206" y="661"/>
                  </a:cubicBezTo>
                  <a:cubicBezTo>
                    <a:pt x="6905" y="494"/>
                    <a:pt x="6405" y="260"/>
                    <a:pt x="5838" y="94"/>
                  </a:cubicBezTo>
                  <a:cubicBezTo>
                    <a:pt x="5568" y="34"/>
                    <a:pt x="5271" y="1"/>
                    <a:pt x="49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028" name="Google Shape;5028;p50"/>
          <p:cNvGrpSpPr/>
          <p:nvPr/>
        </p:nvGrpSpPr>
        <p:grpSpPr>
          <a:xfrm>
            <a:off x="8430775" y="197038"/>
            <a:ext cx="214500" cy="219400"/>
            <a:chOff x="5881675" y="584200"/>
            <a:chExt cx="214500" cy="219400"/>
          </a:xfrm>
        </p:grpSpPr>
        <p:sp>
          <p:nvSpPr>
            <p:cNvPr id="5029" name="Google Shape;5029;p50"/>
            <p:cNvSpPr/>
            <p:nvPr/>
          </p:nvSpPr>
          <p:spPr>
            <a:xfrm>
              <a:off x="5882200" y="783700"/>
              <a:ext cx="14150" cy="4200"/>
            </a:xfrm>
            <a:custGeom>
              <a:avLst/>
              <a:gdLst/>
              <a:ahLst/>
              <a:cxnLst/>
              <a:rect l="l" t="t" r="r" b="b"/>
              <a:pathLst>
                <a:path w="566" h="168" extrusionOk="0">
                  <a:moveTo>
                    <a:pt x="524" y="0"/>
                  </a:moveTo>
                  <a:cubicBezTo>
                    <a:pt x="336" y="0"/>
                    <a:pt x="189" y="42"/>
                    <a:pt x="22" y="126"/>
                  </a:cubicBezTo>
                  <a:cubicBezTo>
                    <a:pt x="1" y="147"/>
                    <a:pt x="22" y="168"/>
                    <a:pt x="43" y="168"/>
                  </a:cubicBezTo>
                  <a:cubicBezTo>
                    <a:pt x="210" y="126"/>
                    <a:pt x="357" y="63"/>
                    <a:pt x="524" y="63"/>
                  </a:cubicBezTo>
                  <a:cubicBezTo>
                    <a:pt x="566" y="63"/>
                    <a:pt x="566" y="21"/>
                    <a:pt x="52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30" name="Google Shape;5030;p50"/>
            <p:cNvSpPr/>
            <p:nvPr/>
          </p:nvSpPr>
          <p:spPr>
            <a:xfrm>
              <a:off x="5886175" y="588375"/>
              <a:ext cx="210000" cy="215225"/>
            </a:xfrm>
            <a:custGeom>
              <a:avLst/>
              <a:gdLst/>
              <a:ahLst/>
              <a:cxnLst/>
              <a:rect l="l" t="t" r="r" b="b"/>
              <a:pathLst>
                <a:path w="8400" h="8609" extrusionOk="0">
                  <a:moveTo>
                    <a:pt x="8086" y="134"/>
                  </a:moveTo>
                  <a:lnTo>
                    <a:pt x="8002" y="218"/>
                  </a:lnTo>
                  <a:lnTo>
                    <a:pt x="7814" y="218"/>
                  </a:lnTo>
                  <a:cubicBezTo>
                    <a:pt x="7897" y="197"/>
                    <a:pt x="8002" y="176"/>
                    <a:pt x="8086" y="134"/>
                  </a:cubicBezTo>
                  <a:close/>
                  <a:moveTo>
                    <a:pt x="8211" y="197"/>
                  </a:moveTo>
                  <a:lnTo>
                    <a:pt x="8211" y="197"/>
                  </a:lnTo>
                  <a:cubicBezTo>
                    <a:pt x="8149" y="239"/>
                    <a:pt x="8128" y="302"/>
                    <a:pt x="8107" y="344"/>
                  </a:cubicBezTo>
                  <a:lnTo>
                    <a:pt x="8086" y="344"/>
                  </a:lnTo>
                  <a:cubicBezTo>
                    <a:pt x="8086" y="344"/>
                    <a:pt x="8086" y="323"/>
                    <a:pt x="8044" y="323"/>
                  </a:cubicBezTo>
                  <a:lnTo>
                    <a:pt x="8107" y="260"/>
                  </a:lnTo>
                  <a:lnTo>
                    <a:pt x="8128" y="260"/>
                  </a:lnTo>
                  <a:lnTo>
                    <a:pt x="8149" y="239"/>
                  </a:lnTo>
                  <a:lnTo>
                    <a:pt x="8211" y="197"/>
                  </a:lnTo>
                  <a:close/>
                  <a:moveTo>
                    <a:pt x="7605" y="323"/>
                  </a:moveTo>
                  <a:cubicBezTo>
                    <a:pt x="7563" y="344"/>
                    <a:pt x="7521" y="344"/>
                    <a:pt x="7479" y="365"/>
                  </a:cubicBezTo>
                  <a:cubicBezTo>
                    <a:pt x="7423" y="402"/>
                    <a:pt x="7384" y="406"/>
                    <a:pt x="7331" y="421"/>
                  </a:cubicBezTo>
                  <a:lnTo>
                    <a:pt x="7331" y="421"/>
                  </a:lnTo>
                  <a:cubicBezTo>
                    <a:pt x="7344" y="412"/>
                    <a:pt x="7346" y="393"/>
                    <a:pt x="7339" y="380"/>
                  </a:cubicBezTo>
                  <a:lnTo>
                    <a:pt x="7339" y="380"/>
                  </a:lnTo>
                  <a:cubicBezTo>
                    <a:pt x="7433" y="354"/>
                    <a:pt x="7525" y="339"/>
                    <a:pt x="7605" y="323"/>
                  </a:cubicBezTo>
                  <a:close/>
                  <a:moveTo>
                    <a:pt x="8044" y="406"/>
                  </a:moveTo>
                  <a:lnTo>
                    <a:pt x="8044" y="406"/>
                  </a:lnTo>
                  <a:cubicBezTo>
                    <a:pt x="8023" y="448"/>
                    <a:pt x="8002" y="532"/>
                    <a:pt x="7981" y="595"/>
                  </a:cubicBezTo>
                  <a:lnTo>
                    <a:pt x="7939" y="553"/>
                  </a:lnTo>
                  <a:lnTo>
                    <a:pt x="7939" y="532"/>
                  </a:lnTo>
                  <a:cubicBezTo>
                    <a:pt x="7939" y="511"/>
                    <a:pt x="7981" y="511"/>
                    <a:pt x="7981" y="490"/>
                  </a:cubicBezTo>
                  <a:lnTo>
                    <a:pt x="8044" y="406"/>
                  </a:lnTo>
                  <a:close/>
                  <a:moveTo>
                    <a:pt x="7395" y="637"/>
                  </a:moveTo>
                  <a:lnTo>
                    <a:pt x="7374" y="657"/>
                  </a:lnTo>
                  <a:lnTo>
                    <a:pt x="7312" y="657"/>
                  </a:lnTo>
                  <a:cubicBezTo>
                    <a:pt x="7353" y="637"/>
                    <a:pt x="7374" y="637"/>
                    <a:pt x="7395" y="637"/>
                  </a:cubicBezTo>
                  <a:close/>
                  <a:moveTo>
                    <a:pt x="7374" y="804"/>
                  </a:moveTo>
                  <a:lnTo>
                    <a:pt x="7374" y="825"/>
                  </a:lnTo>
                  <a:lnTo>
                    <a:pt x="7353" y="846"/>
                  </a:lnTo>
                  <a:cubicBezTo>
                    <a:pt x="7312" y="846"/>
                    <a:pt x="7291" y="846"/>
                    <a:pt x="7270" y="825"/>
                  </a:cubicBezTo>
                  <a:lnTo>
                    <a:pt x="7291" y="825"/>
                  </a:lnTo>
                  <a:cubicBezTo>
                    <a:pt x="7291" y="825"/>
                    <a:pt x="7300" y="834"/>
                    <a:pt x="7306" y="834"/>
                  </a:cubicBezTo>
                  <a:cubicBezTo>
                    <a:pt x="7309" y="834"/>
                    <a:pt x="7312" y="832"/>
                    <a:pt x="7312" y="825"/>
                  </a:cubicBezTo>
                  <a:cubicBezTo>
                    <a:pt x="7353" y="825"/>
                    <a:pt x="7353" y="825"/>
                    <a:pt x="7374" y="804"/>
                  </a:cubicBezTo>
                  <a:close/>
                  <a:moveTo>
                    <a:pt x="7081" y="595"/>
                  </a:moveTo>
                  <a:cubicBezTo>
                    <a:pt x="7081" y="657"/>
                    <a:pt x="7102" y="741"/>
                    <a:pt x="7102" y="846"/>
                  </a:cubicBezTo>
                  <a:cubicBezTo>
                    <a:pt x="7102" y="929"/>
                    <a:pt x="7144" y="971"/>
                    <a:pt x="7186" y="1013"/>
                  </a:cubicBezTo>
                  <a:lnTo>
                    <a:pt x="7102" y="1076"/>
                  </a:lnTo>
                  <a:cubicBezTo>
                    <a:pt x="7081" y="1013"/>
                    <a:pt x="7061" y="950"/>
                    <a:pt x="7040" y="867"/>
                  </a:cubicBezTo>
                  <a:lnTo>
                    <a:pt x="7040" y="720"/>
                  </a:lnTo>
                  <a:cubicBezTo>
                    <a:pt x="7061" y="657"/>
                    <a:pt x="7061" y="616"/>
                    <a:pt x="7081" y="595"/>
                  </a:cubicBezTo>
                  <a:close/>
                  <a:moveTo>
                    <a:pt x="7370" y="1059"/>
                  </a:moveTo>
                  <a:cubicBezTo>
                    <a:pt x="7385" y="1065"/>
                    <a:pt x="7401" y="1076"/>
                    <a:pt x="7416" y="1076"/>
                  </a:cubicBezTo>
                  <a:cubicBezTo>
                    <a:pt x="7416" y="1076"/>
                    <a:pt x="7416" y="1118"/>
                    <a:pt x="7395" y="1118"/>
                  </a:cubicBezTo>
                  <a:lnTo>
                    <a:pt x="7395" y="1139"/>
                  </a:lnTo>
                  <a:lnTo>
                    <a:pt x="7374" y="1139"/>
                  </a:lnTo>
                  <a:cubicBezTo>
                    <a:pt x="7407" y="1090"/>
                    <a:pt x="7389" y="1067"/>
                    <a:pt x="7370" y="1059"/>
                  </a:cubicBezTo>
                  <a:close/>
                  <a:moveTo>
                    <a:pt x="7312" y="1118"/>
                  </a:moveTo>
                  <a:cubicBezTo>
                    <a:pt x="7312" y="1118"/>
                    <a:pt x="7291" y="1139"/>
                    <a:pt x="7312" y="1139"/>
                  </a:cubicBezTo>
                  <a:lnTo>
                    <a:pt x="7312" y="1160"/>
                  </a:lnTo>
                  <a:lnTo>
                    <a:pt x="7270" y="1160"/>
                  </a:lnTo>
                  <a:cubicBezTo>
                    <a:pt x="7270" y="1139"/>
                    <a:pt x="7291" y="1118"/>
                    <a:pt x="7312" y="1118"/>
                  </a:cubicBezTo>
                  <a:close/>
                  <a:moveTo>
                    <a:pt x="7688" y="1181"/>
                  </a:moveTo>
                  <a:cubicBezTo>
                    <a:pt x="7619" y="1236"/>
                    <a:pt x="7549" y="1264"/>
                    <a:pt x="7473" y="1264"/>
                  </a:cubicBezTo>
                  <a:cubicBezTo>
                    <a:pt x="7435" y="1264"/>
                    <a:pt x="7395" y="1257"/>
                    <a:pt x="7353" y="1243"/>
                  </a:cubicBezTo>
                  <a:lnTo>
                    <a:pt x="7395" y="1243"/>
                  </a:lnTo>
                  <a:cubicBezTo>
                    <a:pt x="7479" y="1243"/>
                    <a:pt x="7563" y="1222"/>
                    <a:pt x="7605" y="1181"/>
                  </a:cubicBezTo>
                  <a:close/>
                  <a:moveTo>
                    <a:pt x="3399" y="4968"/>
                  </a:moveTo>
                  <a:cubicBezTo>
                    <a:pt x="3420" y="5030"/>
                    <a:pt x="3441" y="5051"/>
                    <a:pt x="3483" y="5093"/>
                  </a:cubicBezTo>
                  <a:cubicBezTo>
                    <a:pt x="3399" y="5156"/>
                    <a:pt x="3315" y="5219"/>
                    <a:pt x="3273" y="5302"/>
                  </a:cubicBezTo>
                  <a:lnTo>
                    <a:pt x="3232" y="5302"/>
                  </a:lnTo>
                  <a:lnTo>
                    <a:pt x="3294" y="5240"/>
                  </a:lnTo>
                  <a:cubicBezTo>
                    <a:pt x="3315" y="5219"/>
                    <a:pt x="3315" y="5177"/>
                    <a:pt x="3294" y="5177"/>
                  </a:cubicBezTo>
                  <a:cubicBezTo>
                    <a:pt x="3315" y="5156"/>
                    <a:pt x="3315" y="5135"/>
                    <a:pt x="3294" y="5072"/>
                  </a:cubicBezTo>
                  <a:cubicBezTo>
                    <a:pt x="3315" y="5051"/>
                    <a:pt x="3378" y="5030"/>
                    <a:pt x="3399" y="4968"/>
                  </a:cubicBezTo>
                  <a:close/>
                  <a:moveTo>
                    <a:pt x="2980" y="5219"/>
                  </a:moveTo>
                  <a:lnTo>
                    <a:pt x="2562" y="5637"/>
                  </a:lnTo>
                  <a:cubicBezTo>
                    <a:pt x="2541" y="5679"/>
                    <a:pt x="2478" y="5679"/>
                    <a:pt x="2457" y="5721"/>
                  </a:cubicBezTo>
                  <a:cubicBezTo>
                    <a:pt x="2478" y="5679"/>
                    <a:pt x="2499" y="5658"/>
                    <a:pt x="2541" y="5616"/>
                  </a:cubicBezTo>
                  <a:cubicBezTo>
                    <a:pt x="2687" y="5470"/>
                    <a:pt x="2855" y="5344"/>
                    <a:pt x="2980" y="5219"/>
                  </a:cubicBezTo>
                  <a:close/>
                  <a:moveTo>
                    <a:pt x="2269" y="5784"/>
                  </a:moveTo>
                  <a:cubicBezTo>
                    <a:pt x="2269" y="5826"/>
                    <a:pt x="2290" y="5847"/>
                    <a:pt x="2332" y="5847"/>
                  </a:cubicBezTo>
                  <a:cubicBezTo>
                    <a:pt x="2353" y="5847"/>
                    <a:pt x="2374" y="5826"/>
                    <a:pt x="2395" y="5826"/>
                  </a:cubicBezTo>
                  <a:lnTo>
                    <a:pt x="2395" y="5826"/>
                  </a:lnTo>
                  <a:lnTo>
                    <a:pt x="2185" y="6035"/>
                  </a:lnTo>
                  <a:lnTo>
                    <a:pt x="2123" y="5951"/>
                  </a:lnTo>
                  <a:lnTo>
                    <a:pt x="2269" y="5784"/>
                  </a:lnTo>
                  <a:close/>
                  <a:moveTo>
                    <a:pt x="1181" y="6935"/>
                  </a:moveTo>
                  <a:lnTo>
                    <a:pt x="1181" y="6935"/>
                  </a:lnTo>
                  <a:cubicBezTo>
                    <a:pt x="1185" y="6942"/>
                    <a:pt x="1188" y="6949"/>
                    <a:pt x="1190" y="6955"/>
                  </a:cubicBezTo>
                  <a:lnTo>
                    <a:pt x="1190" y="6955"/>
                  </a:lnTo>
                  <a:cubicBezTo>
                    <a:pt x="1195" y="6955"/>
                    <a:pt x="1200" y="6955"/>
                    <a:pt x="1205" y="6956"/>
                  </a:cubicBezTo>
                  <a:lnTo>
                    <a:pt x="1205" y="6956"/>
                  </a:lnTo>
                  <a:cubicBezTo>
                    <a:pt x="1192" y="6945"/>
                    <a:pt x="1181" y="6935"/>
                    <a:pt x="1181" y="6935"/>
                  </a:cubicBezTo>
                  <a:close/>
                  <a:moveTo>
                    <a:pt x="1293" y="7071"/>
                  </a:moveTo>
                  <a:cubicBezTo>
                    <a:pt x="1296" y="7071"/>
                    <a:pt x="1296" y="7081"/>
                    <a:pt x="1286" y="7102"/>
                  </a:cubicBezTo>
                  <a:cubicBezTo>
                    <a:pt x="1286" y="7081"/>
                    <a:pt x="1291" y="7071"/>
                    <a:pt x="1293" y="7071"/>
                  </a:cubicBezTo>
                  <a:close/>
                  <a:moveTo>
                    <a:pt x="1300" y="7083"/>
                  </a:moveTo>
                  <a:cubicBezTo>
                    <a:pt x="1304" y="7083"/>
                    <a:pt x="1300" y="7102"/>
                    <a:pt x="1286" y="7102"/>
                  </a:cubicBezTo>
                  <a:cubicBezTo>
                    <a:pt x="1293" y="7088"/>
                    <a:pt x="1297" y="7083"/>
                    <a:pt x="1300" y="7083"/>
                  </a:cubicBezTo>
                  <a:close/>
                  <a:moveTo>
                    <a:pt x="679" y="7060"/>
                  </a:moveTo>
                  <a:cubicBezTo>
                    <a:pt x="670" y="7078"/>
                    <a:pt x="657" y="7093"/>
                    <a:pt x="643" y="7103"/>
                  </a:cubicBezTo>
                  <a:lnTo>
                    <a:pt x="643" y="7103"/>
                  </a:lnTo>
                  <a:cubicBezTo>
                    <a:pt x="648" y="7102"/>
                    <a:pt x="653" y="7102"/>
                    <a:pt x="658" y="7102"/>
                  </a:cubicBezTo>
                  <a:lnTo>
                    <a:pt x="679" y="7060"/>
                  </a:lnTo>
                  <a:close/>
                  <a:moveTo>
                    <a:pt x="643" y="7103"/>
                  </a:moveTo>
                  <a:cubicBezTo>
                    <a:pt x="611" y="7107"/>
                    <a:pt x="595" y="7123"/>
                    <a:pt x="595" y="7123"/>
                  </a:cubicBezTo>
                  <a:cubicBezTo>
                    <a:pt x="607" y="7123"/>
                    <a:pt x="625" y="7116"/>
                    <a:pt x="643" y="7103"/>
                  </a:cubicBezTo>
                  <a:close/>
                  <a:moveTo>
                    <a:pt x="870" y="7162"/>
                  </a:moveTo>
                  <a:cubicBezTo>
                    <a:pt x="868" y="7168"/>
                    <a:pt x="867" y="7176"/>
                    <a:pt x="867" y="7186"/>
                  </a:cubicBezTo>
                  <a:cubicBezTo>
                    <a:pt x="804" y="7207"/>
                    <a:pt x="763" y="7207"/>
                    <a:pt x="700" y="7227"/>
                  </a:cubicBezTo>
                  <a:cubicBezTo>
                    <a:pt x="753" y="7210"/>
                    <a:pt x="805" y="7192"/>
                    <a:pt x="870" y="7162"/>
                  </a:cubicBezTo>
                  <a:close/>
                  <a:moveTo>
                    <a:pt x="1181" y="7207"/>
                  </a:moveTo>
                  <a:cubicBezTo>
                    <a:pt x="1139" y="7227"/>
                    <a:pt x="1139" y="7248"/>
                    <a:pt x="1118" y="7269"/>
                  </a:cubicBezTo>
                  <a:lnTo>
                    <a:pt x="1118" y="7248"/>
                  </a:lnTo>
                  <a:cubicBezTo>
                    <a:pt x="1118" y="7227"/>
                    <a:pt x="1118" y="7227"/>
                    <a:pt x="1097" y="7227"/>
                  </a:cubicBezTo>
                  <a:cubicBezTo>
                    <a:pt x="1139" y="7227"/>
                    <a:pt x="1139" y="7207"/>
                    <a:pt x="1139" y="7207"/>
                  </a:cubicBezTo>
                  <a:close/>
                  <a:moveTo>
                    <a:pt x="622" y="7302"/>
                  </a:moveTo>
                  <a:cubicBezTo>
                    <a:pt x="642" y="7302"/>
                    <a:pt x="665" y="7311"/>
                    <a:pt x="679" y="7311"/>
                  </a:cubicBezTo>
                  <a:lnTo>
                    <a:pt x="637" y="7332"/>
                  </a:lnTo>
                  <a:cubicBezTo>
                    <a:pt x="616" y="7311"/>
                    <a:pt x="616" y="7311"/>
                    <a:pt x="595" y="7311"/>
                  </a:cubicBezTo>
                  <a:cubicBezTo>
                    <a:pt x="602" y="7304"/>
                    <a:pt x="611" y="7302"/>
                    <a:pt x="622" y="7302"/>
                  </a:cubicBezTo>
                  <a:close/>
                  <a:moveTo>
                    <a:pt x="1014" y="7207"/>
                  </a:moveTo>
                  <a:lnTo>
                    <a:pt x="867" y="7353"/>
                  </a:lnTo>
                  <a:lnTo>
                    <a:pt x="783" y="7290"/>
                  </a:lnTo>
                  <a:cubicBezTo>
                    <a:pt x="825" y="7248"/>
                    <a:pt x="867" y="7248"/>
                    <a:pt x="888" y="7227"/>
                  </a:cubicBezTo>
                  <a:cubicBezTo>
                    <a:pt x="930" y="7227"/>
                    <a:pt x="972" y="7207"/>
                    <a:pt x="1014" y="7207"/>
                  </a:cubicBezTo>
                  <a:close/>
                  <a:moveTo>
                    <a:pt x="595" y="7395"/>
                  </a:moveTo>
                  <a:lnTo>
                    <a:pt x="595" y="7416"/>
                  </a:lnTo>
                  <a:cubicBezTo>
                    <a:pt x="553" y="7416"/>
                    <a:pt x="553" y="7416"/>
                    <a:pt x="511" y="7395"/>
                  </a:cubicBezTo>
                  <a:close/>
                  <a:moveTo>
                    <a:pt x="1076" y="7290"/>
                  </a:moveTo>
                  <a:cubicBezTo>
                    <a:pt x="1076" y="7311"/>
                    <a:pt x="1076" y="7353"/>
                    <a:pt x="1035" y="7395"/>
                  </a:cubicBezTo>
                  <a:cubicBezTo>
                    <a:pt x="1028" y="7382"/>
                    <a:pt x="1022" y="7377"/>
                    <a:pt x="1016" y="7377"/>
                  </a:cubicBezTo>
                  <a:cubicBezTo>
                    <a:pt x="1003" y="7377"/>
                    <a:pt x="993" y="7401"/>
                    <a:pt x="993" y="7416"/>
                  </a:cubicBezTo>
                  <a:cubicBezTo>
                    <a:pt x="993" y="7416"/>
                    <a:pt x="993" y="7437"/>
                    <a:pt x="1014" y="7437"/>
                  </a:cubicBezTo>
                  <a:lnTo>
                    <a:pt x="993" y="7458"/>
                  </a:lnTo>
                  <a:lnTo>
                    <a:pt x="930" y="7416"/>
                  </a:lnTo>
                  <a:cubicBezTo>
                    <a:pt x="993" y="7353"/>
                    <a:pt x="1035" y="7332"/>
                    <a:pt x="1076" y="7290"/>
                  </a:cubicBezTo>
                  <a:close/>
                  <a:moveTo>
                    <a:pt x="511" y="7471"/>
                  </a:moveTo>
                  <a:lnTo>
                    <a:pt x="511" y="7471"/>
                  </a:lnTo>
                  <a:cubicBezTo>
                    <a:pt x="463" y="7475"/>
                    <a:pt x="414" y="7491"/>
                    <a:pt x="365" y="7520"/>
                  </a:cubicBezTo>
                  <a:cubicBezTo>
                    <a:pt x="369" y="7520"/>
                    <a:pt x="374" y="7520"/>
                    <a:pt x="378" y="7521"/>
                  </a:cubicBezTo>
                  <a:lnTo>
                    <a:pt x="378" y="7521"/>
                  </a:lnTo>
                  <a:cubicBezTo>
                    <a:pt x="417" y="7494"/>
                    <a:pt x="459" y="7479"/>
                    <a:pt x="511" y="7479"/>
                  </a:cubicBezTo>
                  <a:lnTo>
                    <a:pt x="511" y="7471"/>
                  </a:lnTo>
                  <a:close/>
                  <a:moveTo>
                    <a:pt x="909" y="7437"/>
                  </a:moveTo>
                  <a:lnTo>
                    <a:pt x="972" y="7499"/>
                  </a:lnTo>
                  <a:cubicBezTo>
                    <a:pt x="972" y="7499"/>
                    <a:pt x="930" y="7499"/>
                    <a:pt x="930" y="7520"/>
                  </a:cubicBezTo>
                  <a:cubicBezTo>
                    <a:pt x="930" y="7541"/>
                    <a:pt x="909" y="7604"/>
                    <a:pt x="909" y="7625"/>
                  </a:cubicBezTo>
                  <a:cubicBezTo>
                    <a:pt x="867" y="7604"/>
                    <a:pt x="867" y="7541"/>
                    <a:pt x="825" y="7520"/>
                  </a:cubicBezTo>
                  <a:lnTo>
                    <a:pt x="909" y="7437"/>
                  </a:lnTo>
                  <a:close/>
                  <a:moveTo>
                    <a:pt x="574" y="7646"/>
                  </a:moveTo>
                  <a:cubicBezTo>
                    <a:pt x="553" y="7646"/>
                    <a:pt x="553" y="7646"/>
                    <a:pt x="553" y="7667"/>
                  </a:cubicBezTo>
                  <a:lnTo>
                    <a:pt x="553" y="7688"/>
                  </a:lnTo>
                  <a:lnTo>
                    <a:pt x="366" y="7703"/>
                  </a:lnTo>
                  <a:lnTo>
                    <a:pt x="366" y="7703"/>
                  </a:lnTo>
                  <a:cubicBezTo>
                    <a:pt x="399" y="7687"/>
                    <a:pt x="433" y="7674"/>
                    <a:pt x="470" y="7667"/>
                  </a:cubicBezTo>
                  <a:cubicBezTo>
                    <a:pt x="449" y="7663"/>
                    <a:pt x="427" y="7662"/>
                    <a:pt x="406" y="7662"/>
                  </a:cubicBezTo>
                  <a:cubicBezTo>
                    <a:pt x="402" y="7662"/>
                    <a:pt x="399" y="7662"/>
                    <a:pt x="396" y="7662"/>
                  </a:cubicBezTo>
                  <a:lnTo>
                    <a:pt x="396" y="7662"/>
                  </a:lnTo>
                  <a:cubicBezTo>
                    <a:pt x="450" y="7646"/>
                    <a:pt x="508" y="7646"/>
                    <a:pt x="574" y="7646"/>
                  </a:cubicBezTo>
                  <a:close/>
                  <a:moveTo>
                    <a:pt x="972" y="7562"/>
                  </a:moveTo>
                  <a:lnTo>
                    <a:pt x="972" y="7604"/>
                  </a:lnTo>
                  <a:cubicBezTo>
                    <a:pt x="972" y="7646"/>
                    <a:pt x="930" y="7709"/>
                    <a:pt x="888" y="7730"/>
                  </a:cubicBezTo>
                  <a:cubicBezTo>
                    <a:pt x="909" y="7667"/>
                    <a:pt x="909" y="7625"/>
                    <a:pt x="930" y="7562"/>
                  </a:cubicBezTo>
                  <a:close/>
                  <a:moveTo>
                    <a:pt x="972" y="7730"/>
                  </a:moveTo>
                  <a:lnTo>
                    <a:pt x="972" y="7751"/>
                  </a:lnTo>
                  <a:lnTo>
                    <a:pt x="888" y="7834"/>
                  </a:lnTo>
                  <a:cubicBezTo>
                    <a:pt x="905" y="7817"/>
                    <a:pt x="908" y="7786"/>
                    <a:pt x="898" y="7753"/>
                  </a:cubicBezTo>
                  <a:lnTo>
                    <a:pt x="898" y="7753"/>
                  </a:lnTo>
                  <a:cubicBezTo>
                    <a:pt x="902" y="7757"/>
                    <a:pt x="907" y="7759"/>
                    <a:pt x="912" y="7759"/>
                  </a:cubicBezTo>
                  <a:cubicBezTo>
                    <a:pt x="918" y="7759"/>
                    <a:pt x="924" y="7757"/>
                    <a:pt x="930" y="7751"/>
                  </a:cubicBezTo>
                  <a:cubicBezTo>
                    <a:pt x="930" y="7751"/>
                    <a:pt x="930" y="7730"/>
                    <a:pt x="972" y="7730"/>
                  </a:cubicBezTo>
                  <a:close/>
                  <a:moveTo>
                    <a:pt x="783" y="7562"/>
                  </a:moveTo>
                  <a:cubicBezTo>
                    <a:pt x="783" y="7604"/>
                    <a:pt x="783" y="7604"/>
                    <a:pt x="804" y="7625"/>
                  </a:cubicBezTo>
                  <a:lnTo>
                    <a:pt x="804" y="7646"/>
                  </a:lnTo>
                  <a:cubicBezTo>
                    <a:pt x="825" y="7709"/>
                    <a:pt x="825" y="7751"/>
                    <a:pt x="825" y="7813"/>
                  </a:cubicBezTo>
                  <a:cubicBezTo>
                    <a:pt x="825" y="7834"/>
                    <a:pt x="825" y="7834"/>
                    <a:pt x="804" y="7855"/>
                  </a:cubicBezTo>
                  <a:cubicBezTo>
                    <a:pt x="783" y="7771"/>
                    <a:pt x="783" y="7709"/>
                    <a:pt x="721" y="7625"/>
                  </a:cubicBezTo>
                  <a:cubicBezTo>
                    <a:pt x="763" y="7625"/>
                    <a:pt x="763" y="7604"/>
                    <a:pt x="783" y="7562"/>
                  </a:cubicBezTo>
                  <a:close/>
                  <a:moveTo>
                    <a:pt x="721" y="7771"/>
                  </a:moveTo>
                  <a:lnTo>
                    <a:pt x="721" y="7771"/>
                  </a:lnTo>
                  <a:cubicBezTo>
                    <a:pt x="780" y="7949"/>
                    <a:pt x="765" y="8127"/>
                    <a:pt x="639" y="8270"/>
                  </a:cubicBezTo>
                  <a:lnTo>
                    <a:pt x="639" y="8270"/>
                  </a:lnTo>
                  <a:cubicBezTo>
                    <a:pt x="667" y="8201"/>
                    <a:pt x="672" y="8133"/>
                    <a:pt x="658" y="8064"/>
                  </a:cubicBezTo>
                  <a:cubicBezTo>
                    <a:pt x="658" y="7981"/>
                    <a:pt x="658" y="7897"/>
                    <a:pt x="616" y="7855"/>
                  </a:cubicBezTo>
                  <a:cubicBezTo>
                    <a:pt x="658" y="7834"/>
                    <a:pt x="679" y="7792"/>
                    <a:pt x="721" y="7771"/>
                  </a:cubicBezTo>
                  <a:close/>
                  <a:moveTo>
                    <a:pt x="8317" y="0"/>
                  </a:moveTo>
                  <a:cubicBezTo>
                    <a:pt x="8309" y="0"/>
                    <a:pt x="8301" y="3"/>
                    <a:pt x="8295" y="9"/>
                  </a:cubicBezTo>
                  <a:lnTo>
                    <a:pt x="8232" y="51"/>
                  </a:lnTo>
                  <a:cubicBezTo>
                    <a:pt x="7897" y="134"/>
                    <a:pt x="7563" y="239"/>
                    <a:pt x="7249" y="344"/>
                  </a:cubicBezTo>
                  <a:cubicBezTo>
                    <a:pt x="7209" y="344"/>
                    <a:pt x="7207" y="400"/>
                    <a:pt x="7242" y="406"/>
                  </a:cubicBezTo>
                  <a:lnTo>
                    <a:pt x="7242" y="406"/>
                  </a:lnTo>
                  <a:cubicBezTo>
                    <a:pt x="7231" y="414"/>
                    <a:pt x="7219" y="421"/>
                    <a:pt x="7207" y="427"/>
                  </a:cubicBezTo>
                  <a:cubicBezTo>
                    <a:pt x="7249" y="427"/>
                    <a:pt x="7270" y="427"/>
                    <a:pt x="7291" y="406"/>
                  </a:cubicBezTo>
                  <a:lnTo>
                    <a:pt x="7291" y="406"/>
                  </a:lnTo>
                  <a:cubicBezTo>
                    <a:pt x="7270" y="427"/>
                    <a:pt x="7270" y="448"/>
                    <a:pt x="7291" y="490"/>
                  </a:cubicBezTo>
                  <a:lnTo>
                    <a:pt x="7207" y="553"/>
                  </a:lnTo>
                  <a:lnTo>
                    <a:pt x="7186" y="595"/>
                  </a:lnTo>
                  <a:cubicBezTo>
                    <a:pt x="7186" y="532"/>
                    <a:pt x="7207" y="490"/>
                    <a:pt x="7207" y="427"/>
                  </a:cubicBezTo>
                  <a:lnTo>
                    <a:pt x="7186" y="427"/>
                  </a:lnTo>
                  <a:lnTo>
                    <a:pt x="7186" y="448"/>
                  </a:lnTo>
                  <a:cubicBezTo>
                    <a:pt x="7144" y="490"/>
                    <a:pt x="7102" y="532"/>
                    <a:pt x="7081" y="553"/>
                  </a:cubicBezTo>
                  <a:cubicBezTo>
                    <a:pt x="7102" y="490"/>
                    <a:pt x="7165" y="406"/>
                    <a:pt x="7207" y="344"/>
                  </a:cubicBezTo>
                  <a:cubicBezTo>
                    <a:pt x="7237" y="329"/>
                    <a:pt x="7224" y="314"/>
                    <a:pt x="7207" y="314"/>
                  </a:cubicBezTo>
                  <a:cubicBezTo>
                    <a:pt x="7200" y="314"/>
                    <a:pt x="7192" y="317"/>
                    <a:pt x="7186" y="323"/>
                  </a:cubicBezTo>
                  <a:cubicBezTo>
                    <a:pt x="7061" y="448"/>
                    <a:pt x="6956" y="657"/>
                    <a:pt x="6977" y="867"/>
                  </a:cubicBezTo>
                  <a:cubicBezTo>
                    <a:pt x="6977" y="971"/>
                    <a:pt x="6998" y="1076"/>
                    <a:pt x="7081" y="1139"/>
                  </a:cubicBezTo>
                  <a:lnTo>
                    <a:pt x="7102" y="1160"/>
                  </a:lnTo>
                  <a:cubicBezTo>
                    <a:pt x="6203" y="2080"/>
                    <a:pt x="5282" y="3022"/>
                    <a:pt x="4361" y="3922"/>
                  </a:cubicBezTo>
                  <a:lnTo>
                    <a:pt x="3399" y="4905"/>
                  </a:lnTo>
                  <a:cubicBezTo>
                    <a:pt x="3378" y="4884"/>
                    <a:pt x="3336" y="4842"/>
                    <a:pt x="3315" y="4842"/>
                  </a:cubicBezTo>
                  <a:cubicBezTo>
                    <a:pt x="3309" y="4836"/>
                    <a:pt x="3303" y="4834"/>
                    <a:pt x="3298" y="4834"/>
                  </a:cubicBezTo>
                  <a:cubicBezTo>
                    <a:pt x="3286" y="4834"/>
                    <a:pt x="3280" y="4848"/>
                    <a:pt x="3294" y="4863"/>
                  </a:cubicBezTo>
                  <a:cubicBezTo>
                    <a:pt x="3315" y="4905"/>
                    <a:pt x="3336" y="4926"/>
                    <a:pt x="3336" y="4947"/>
                  </a:cubicBezTo>
                  <a:lnTo>
                    <a:pt x="3232" y="5051"/>
                  </a:lnTo>
                  <a:cubicBezTo>
                    <a:pt x="3232" y="5030"/>
                    <a:pt x="3211" y="5030"/>
                    <a:pt x="3190" y="5030"/>
                  </a:cubicBezTo>
                  <a:lnTo>
                    <a:pt x="3169" y="5030"/>
                  </a:lnTo>
                  <a:cubicBezTo>
                    <a:pt x="3106" y="5051"/>
                    <a:pt x="3085" y="5114"/>
                    <a:pt x="3022" y="5135"/>
                  </a:cubicBezTo>
                  <a:cubicBezTo>
                    <a:pt x="3001" y="5156"/>
                    <a:pt x="2960" y="5198"/>
                    <a:pt x="2918" y="5219"/>
                  </a:cubicBezTo>
                  <a:cubicBezTo>
                    <a:pt x="3064" y="5051"/>
                    <a:pt x="3211" y="4926"/>
                    <a:pt x="3336" y="4779"/>
                  </a:cubicBezTo>
                  <a:cubicBezTo>
                    <a:pt x="3378" y="4738"/>
                    <a:pt x="3336" y="4738"/>
                    <a:pt x="3315" y="4738"/>
                  </a:cubicBezTo>
                  <a:cubicBezTo>
                    <a:pt x="2855" y="5156"/>
                    <a:pt x="2395" y="5616"/>
                    <a:pt x="1976" y="6077"/>
                  </a:cubicBezTo>
                  <a:cubicBezTo>
                    <a:pt x="1958" y="6095"/>
                    <a:pt x="2002" y="6144"/>
                    <a:pt x="2028" y="6144"/>
                  </a:cubicBezTo>
                  <a:cubicBezTo>
                    <a:pt x="2032" y="6144"/>
                    <a:pt x="2036" y="6142"/>
                    <a:pt x="2039" y="6139"/>
                  </a:cubicBezTo>
                  <a:cubicBezTo>
                    <a:pt x="2060" y="6098"/>
                    <a:pt x="2081" y="6077"/>
                    <a:pt x="2144" y="6056"/>
                  </a:cubicBezTo>
                  <a:lnTo>
                    <a:pt x="2227" y="6139"/>
                  </a:lnTo>
                  <a:cubicBezTo>
                    <a:pt x="1934" y="6411"/>
                    <a:pt x="1641" y="6704"/>
                    <a:pt x="1348" y="7018"/>
                  </a:cubicBezTo>
                  <a:cubicBezTo>
                    <a:pt x="1348" y="6997"/>
                    <a:pt x="1348" y="6997"/>
                    <a:pt x="1327" y="6976"/>
                  </a:cubicBezTo>
                  <a:cubicBezTo>
                    <a:pt x="1286" y="6964"/>
                    <a:pt x="1245" y="6957"/>
                    <a:pt x="1205" y="6956"/>
                  </a:cubicBezTo>
                  <a:lnTo>
                    <a:pt x="1205" y="6956"/>
                  </a:lnTo>
                  <a:cubicBezTo>
                    <a:pt x="1218" y="6966"/>
                    <a:pt x="1233" y="6976"/>
                    <a:pt x="1244" y="6976"/>
                  </a:cubicBezTo>
                  <a:cubicBezTo>
                    <a:pt x="1202" y="7018"/>
                    <a:pt x="1139" y="7081"/>
                    <a:pt x="1097" y="7144"/>
                  </a:cubicBezTo>
                  <a:cubicBezTo>
                    <a:pt x="1097" y="7123"/>
                    <a:pt x="1097" y="7123"/>
                    <a:pt x="1076" y="7123"/>
                  </a:cubicBezTo>
                  <a:lnTo>
                    <a:pt x="1035" y="7123"/>
                  </a:lnTo>
                  <a:cubicBezTo>
                    <a:pt x="1003" y="7112"/>
                    <a:pt x="972" y="7107"/>
                    <a:pt x="938" y="7107"/>
                  </a:cubicBezTo>
                  <a:cubicBezTo>
                    <a:pt x="919" y="7107"/>
                    <a:pt x="899" y="7109"/>
                    <a:pt x="878" y="7112"/>
                  </a:cubicBezTo>
                  <a:lnTo>
                    <a:pt x="878" y="7112"/>
                  </a:lnTo>
                  <a:cubicBezTo>
                    <a:pt x="881" y="7109"/>
                    <a:pt x="884" y="7106"/>
                    <a:pt x="888" y="7102"/>
                  </a:cubicBezTo>
                  <a:cubicBezTo>
                    <a:pt x="909" y="7102"/>
                    <a:pt x="930" y="7081"/>
                    <a:pt x="993" y="7081"/>
                  </a:cubicBezTo>
                  <a:cubicBezTo>
                    <a:pt x="1014" y="7081"/>
                    <a:pt x="1014" y="7081"/>
                    <a:pt x="1014" y="7039"/>
                  </a:cubicBezTo>
                  <a:cubicBezTo>
                    <a:pt x="1076" y="7018"/>
                    <a:pt x="1118" y="7018"/>
                    <a:pt x="1181" y="6997"/>
                  </a:cubicBezTo>
                  <a:cubicBezTo>
                    <a:pt x="1198" y="6997"/>
                    <a:pt x="1201" y="6983"/>
                    <a:pt x="1190" y="6955"/>
                  </a:cubicBezTo>
                  <a:lnTo>
                    <a:pt x="1190" y="6955"/>
                  </a:lnTo>
                  <a:cubicBezTo>
                    <a:pt x="1187" y="6955"/>
                    <a:pt x="1184" y="6955"/>
                    <a:pt x="1182" y="6955"/>
                  </a:cubicBezTo>
                  <a:cubicBezTo>
                    <a:pt x="1024" y="6955"/>
                    <a:pt x="875" y="7027"/>
                    <a:pt x="763" y="7123"/>
                  </a:cubicBezTo>
                  <a:cubicBezTo>
                    <a:pt x="679" y="7144"/>
                    <a:pt x="595" y="7207"/>
                    <a:pt x="553" y="7248"/>
                  </a:cubicBezTo>
                  <a:lnTo>
                    <a:pt x="511" y="7269"/>
                  </a:lnTo>
                  <a:cubicBezTo>
                    <a:pt x="488" y="7285"/>
                    <a:pt x="461" y="7298"/>
                    <a:pt x="434" y="7311"/>
                  </a:cubicBezTo>
                  <a:lnTo>
                    <a:pt x="470" y="7311"/>
                  </a:lnTo>
                  <a:lnTo>
                    <a:pt x="470" y="7332"/>
                  </a:lnTo>
                  <a:cubicBezTo>
                    <a:pt x="463" y="7325"/>
                    <a:pt x="453" y="7323"/>
                    <a:pt x="442" y="7323"/>
                  </a:cubicBezTo>
                  <a:cubicBezTo>
                    <a:pt x="429" y="7323"/>
                    <a:pt x="414" y="7326"/>
                    <a:pt x="398" y="7329"/>
                  </a:cubicBezTo>
                  <a:lnTo>
                    <a:pt x="398" y="7329"/>
                  </a:lnTo>
                  <a:cubicBezTo>
                    <a:pt x="410" y="7323"/>
                    <a:pt x="422" y="7317"/>
                    <a:pt x="434" y="7311"/>
                  </a:cubicBezTo>
                  <a:lnTo>
                    <a:pt x="386" y="7311"/>
                  </a:lnTo>
                  <a:lnTo>
                    <a:pt x="365" y="7332"/>
                  </a:lnTo>
                  <a:cubicBezTo>
                    <a:pt x="376" y="7332"/>
                    <a:pt x="387" y="7331"/>
                    <a:pt x="398" y="7329"/>
                  </a:cubicBezTo>
                  <a:lnTo>
                    <a:pt x="398" y="7329"/>
                  </a:lnTo>
                  <a:cubicBezTo>
                    <a:pt x="364" y="7346"/>
                    <a:pt x="331" y="7366"/>
                    <a:pt x="302" y="7395"/>
                  </a:cubicBezTo>
                  <a:cubicBezTo>
                    <a:pt x="281" y="7416"/>
                    <a:pt x="302" y="7437"/>
                    <a:pt x="344" y="7437"/>
                  </a:cubicBezTo>
                  <a:cubicBezTo>
                    <a:pt x="302" y="7458"/>
                    <a:pt x="260" y="7499"/>
                    <a:pt x="239" y="7520"/>
                  </a:cubicBezTo>
                  <a:cubicBezTo>
                    <a:pt x="208" y="7536"/>
                    <a:pt x="236" y="7576"/>
                    <a:pt x="261" y="7576"/>
                  </a:cubicBezTo>
                  <a:cubicBezTo>
                    <a:pt x="269" y="7576"/>
                    <a:pt x="276" y="7572"/>
                    <a:pt x="281" y="7562"/>
                  </a:cubicBezTo>
                  <a:cubicBezTo>
                    <a:pt x="365" y="7520"/>
                    <a:pt x="449" y="7458"/>
                    <a:pt x="511" y="7458"/>
                  </a:cubicBezTo>
                  <a:lnTo>
                    <a:pt x="511" y="7471"/>
                  </a:lnTo>
                  <a:lnTo>
                    <a:pt x="511" y="7471"/>
                  </a:lnTo>
                  <a:cubicBezTo>
                    <a:pt x="520" y="7471"/>
                    <a:pt x="529" y="7470"/>
                    <a:pt x="538" y="7470"/>
                  </a:cubicBezTo>
                  <a:cubicBezTo>
                    <a:pt x="585" y="7470"/>
                    <a:pt x="632" y="7481"/>
                    <a:pt x="679" y="7499"/>
                  </a:cubicBezTo>
                  <a:cubicBezTo>
                    <a:pt x="700" y="7499"/>
                    <a:pt x="721" y="7458"/>
                    <a:pt x="700" y="7437"/>
                  </a:cubicBezTo>
                  <a:cubicBezTo>
                    <a:pt x="679" y="7437"/>
                    <a:pt x="658" y="7416"/>
                    <a:pt x="658" y="7416"/>
                  </a:cubicBezTo>
                  <a:lnTo>
                    <a:pt x="679" y="7395"/>
                  </a:lnTo>
                  <a:cubicBezTo>
                    <a:pt x="721" y="7395"/>
                    <a:pt x="783" y="7416"/>
                    <a:pt x="804" y="7437"/>
                  </a:cubicBezTo>
                  <a:lnTo>
                    <a:pt x="783" y="7458"/>
                  </a:lnTo>
                  <a:cubicBezTo>
                    <a:pt x="781" y="7455"/>
                    <a:pt x="777" y="7453"/>
                    <a:pt x="773" y="7453"/>
                  </a:cubicBezTo>
                  <a:cubicBezTo>
                    <a:pt x="747" y="7453"/>
                    <a:pt x="703" y="7502"/>
                    <a:pt x="721" y="7520"/>
                  </a:cubicBezTo>
                  <a:lnTo>
                    <a:pt x="721" y="7541"/>
                  </a:lnTo>
                  <a:lnTo>
                    <a:pt x="658" y="7625"/>
                  </a:lnTo>
                  <a:cubicBezTo>
                    <a:pt x="616" y="7625"/>
                    <a:pt x="595" y="7604"/>
                    <a:pt x="574" y="7604"/>
                  </a:cubicBezTo>
                  <a:cubicBezTo>
                    <a:pt x="515" y="7545"/>
                    <a:pt x="455" y="7523"/>
                    <a:pt x="378" y="7521"/>
                  </a:cubicBezTo>
                  <a:lnTo>
                    <a:pt x="378" y="7521"/>
                  </a:lnTo>
                  <a:cubicBezTo>
                    <a:pt x="339" y="7547"/>
                    <a:pt x="302" y="7583"/>
                    <a:pt x="260" y="7625"/>
                  </a:cubicBezTo>
                  <a:cubicBezTo>
                    <a:pt x="177" y="7646"/>
                    <a:pt x="93" y="7688"/>
                    <a:pt x="72" y="7771"/>
                  </a:cubicBezTo>
                  <a:cubicBezTo>
                    <a:pt x="58" y="7786"/>
                    <a:pt x="73" y="7810"/>
                    <a:pt x="98" y="7810"/>
                  </a:cubicBezTo>
                  <a:cubicBezTo>
                    <a:pt x="109" y="7810"/>
                    <a:pt x="122" y="7805"/>
                    <a:pt x="135" y="7792"/>
                  </a:cubicBezTo>
                  <a:cubicBezTo>
                    <a:pt x="186" y="7708"/>
                    <a:pt x="291" y="7664"/>
                    <a:pt x="396" y="7662"/>
                  </a:cubicBezTo>
                  <a:lnTo>
                    <a:pt x="396" y="7662"/>
                  </a:lnTo>
                  <a:cubicBezTo>
                    <a:pt x="364" y="7671"/>
                    <a:pt x="333" y="7686"/>
                    <a:pt x="302" y="7709"/>
                  </a:cubicBezTo>
                  <a:lnTo>
                    <a:pt x="366" y="7703"/>
                  </a:lnTo>
                  <a:lnTo>
                    <a:pt x="366" y="7703"/>
                  </a:lnTo>
                  <a:cubicBezTo>
                    <a:pt x="306" y="7734"/>
                    <a:pt x="252" y="7780"/>
                    <a:pt x="198" y="7834"/>
                  </a:cubicBezTo>
                  <a:cubicBezTo>
                    <a:pt x="156" y="7855"/>
                    <a:pt x="72" y="7876"/>
                    <a:pt x="30" y="7939"/>
                  </a:cubicBezTo>
                  <a:cubicBezTo>
                    <a:pt x="1" y="7954"/>
                    <a:pt x="13" y="7968"/>
                    <a:pt x="30" y="7968"/>
                  </a:cubicBezTo>
                  <a:cubicBezTo>
                    <a:pt x="37" y="7968"/>
                    <a:pt x="45" y="7966"/>
                    <a:pt x="51" y="7960"/>
                  </a:cubicBezTo>
                  <a:cubicBezTo>
                    <a:pt x="72" y="7939"/>
                    <a:pt x="135" y="7897"/>
                    <a:pt x="177" y="7876"/>
                  </a:cubicBezTo>
                  <a:cubicBezTo>
                    <a:pt x="177" y="7876"/>
                    <a:pt x="186" y="7885"/>
                    <a:pt x="192" y="7885"/>
                  </a:cubicBezTo>
                  <a:cubicBezTo>
                    <a:pt x="195" y="7885"/>
                    <a:pt x="198" y="7883"/>
                    <a:pt x="198" y="7876"/>
                  </a:cubicBezTo>
                  <a:lnTo>
                    <a:pt x="239" y="7855"/>
                  </a:lnTo>
                  <a:cubicBezTo>
                    <a:pt x="344" y="7834"/>
                    <a:pt x="449" y="7834"/>
                    <a:pt x="511" y="7834"/>
                  </a:cubicBezTo>
                  <a:lnTo>
                    <a:pt x="449" y="7897"/>
                  </a:lnTo>
                  <a:cubicBezTo>
                    <a:pt x="407" y="7939"/>
                    <a:pt x="470" y="7960"/>
                    <a:pt x="491" y="7960"/>
                  </a:cubicBezTo>
                  <a:lnTo>
                    <a:pt x="574" y="7876"/>
                  </a:lnTo>
                  <a:cubicBezTo>
                    <a:pt x="595" y="7939"/>
                    <a:pt x="595" y="7981"/>
                    <a:pt x="616" y="8043"/>
                  </a:cubicBezTo>
                  <a:cubicBezTo>
                    <a:pt x="616" y="8106"/>
                    <a:pt x="595" y="8211"/>
                    <a:pt x="574" y="8295"/>
                  </a:cubicBezTo>
                  <a:lnTo>
                    <a:pt x="574" y="8274"/>
                  </a:lnTo>
                  <a:cubicBezTo>
                    <a:pt x="574" y="8263"/>
                    <a:pt x="569" y="8258"/>
                    <a:pt x="559" y="8258"/>
                  </a:cubicBezTo>
                  <a:cubicBezTo>
                    <a:pt x="548" y="8258"/>
                    <a:pt x="532" y="8263"/>
                    <a:pt x="511" y="8274"/>
                  </a:cubicBezTo>
                  <a:cubicBezTo>
                    <a:pt x="491" y="8378"/>
                    <a:pt x="470" y="8504"/>
                    <a:pt x="386" y="8588"/>
                  </a:cubicBezTo>
                  <a:cubicBezTo>
                    <a:pt x="386" y="8608"/>
                    <a:pt x="407" y="8608"/>
                    <a:pt x="407" y="8608"/>
                  </a:cubicBezTo>
                  <a:cubicBezTo>
                    <a:pt x="470" y="8525"/>
                    <a:pt x="491" y="8483"/>
                    <a:pt x="511" y="8399"/>
                  </a:cubicBezTo>
                  <a:lnTo>
                    <a:pt x="553" y="8399"/>
                  </a:lnTo>
                  <a:cubicBezTo>
                    <a:pt x="553" y="8399"/>
                    <a:pt x="553" y="8378"/>
                    <a:pt x="574" y="8378"/>
                  </a:cubicBezTo>
                  <a:cubicBezTo>
                    <a:pt x="588" y="8361"/>
                    <a:pt x="601" y="8343"/>
                    <a:pt x="611" y="8325"/>
                  </a:cubicBezTo>
                  <a:lnTo>
                    <a:pt x="611" y="8325"/>
                  </a:lnTo>
                  <a:cubicBezTo>
                    <a:pt x="595" y="8361"/>
                    <a:pt x="593" y="8380"/>
                    <a:pt x="574" y="8399"/>
                  </a:cubicBezTo>
                  <a:cubicBezTo>
                    <a:pt x="560" y="8414"/>
                    <a:pt x="575" y="8438"/>
                    <a:pt x="586" y="8438"/>
                  </a:cubicBezTo>
                  <a:cubicBezTo>
                    <a:pt x="591" y="8438"/>
                    <a:pt x="595" y="8433"/>
                    <a:pt x="595" y="8420"/>
                  </a:cubicBezTo>
                  <a:cubicBezTo>
                    <a:pt x="616" y="8378"/>
                    <a:pt x="679" y="8315"/>
                    <a:pt x="700" y="8274"/>
                  </a:cubicBezTo>
                  <a:cubicBezTo>
                    <a:pt x="700" y="8288"/>
                    <a:pt x="710" y="8303"/>
                    <a:pt x="731" y="8303"/>
                  </a:cubicBezTo>
                  <a:cubicBezTo>
                    <a:pt x="740" y="8303"/>
                    <a:pt x="750" y="8301"/>
                    <a:pt x="763" y="8295"/>
                  </a:cubicBezTo>
                  <a:cubicBezTo>
                    <a:pt x="804" y="8253"/>
                    <a:pt x="825" y="8169"/>
                    <a:pt x="867" y="8085"/>
                  </a:cubicBezTo>
                  <a:cubicBezTo>
                    <a:pt x="867" y="8085"/>
                    <a:pt x="867" y="8064"/>
                    <a:pt x="888" y="8064"/>
                  </a:cubicBezTo>
                  <a:lnTo>
                    <a:pt x="972" y="7981"/>
                  </a:lnTo>
                  <a:lnTo>
                    <a:pt x="972" y="7981"/>
                  </a:lnTo>
                  <a:cubicBezTo>
                    <a:pt x="930" y="8043"/>
                    <a:pt x="909" y="8064"/>
                    <a:pt x="867" y="8106"/>
                  </a:cubicBezTo>
                  <a:cubicBezTo>
                    <a:pt x="825" y="8148"/>
                    <a:pt x="867" y="8169"/>
                    <a:pt x="888" y="8169"/>
                  </a:cubicBezTo>
                  <a:cubicBezTo>
                    <a:pt x="972" y="8106"/>
                    <a:pt x="1014" y="8064"/>
                    <a:pt x="1035" y="7981"/>
                  </a:cubicBezTo>
                  <a:cubicBezTo>
                    <a:pt x="1076" y="7855"/>
                    <a:pt x="1097" y="7855"/>
                    <a:pt x="1097" y="7834"/>
                  </a:cubicBezTo>
                  <a:cubicBezTo>
                    <a:pt x="1118" y="7771"/>
                    <a:pt x="1139" y="7730"/>
                    <a:pt x="1139" y="7667"/>
                  </a:cubicBezTo>
                  <a:lnTo>
                    <a:pt x="1202" y="7625"/>
                  </a:lnTo>
                  <a:lnTo>
                    <a:pt x="1244" y="7562"/>
                  </a:lnTo>
                  <a:lnTo>
                    <a:pt x="1286" y="7562"/>
                  </a:lnTo>
                  <a:cubicBezTo>
                    <a:pt x="1348" y="7416"/>
                    <a:pt x="1411" y="7248"/>
                    <a:pt x="1453" y="7060"/>
                  </a:cubicBezTo>
                  <a:cubicBezTo>
                    <a:pt x="1453" y="7045"/>
                    <a:pt x="1443" y="7030"/>
                    <a:pt x="1436" y="7030"/>
                  </a:cubicBezTo>
                  <a:cubicBezTo>
                    <a:pt x="1434" y="7030"/>
                    <a:pt x="1432" y="7033"/>
                    <a:pt x="1432" y="7039"/>
                  </a:cubicBezTo>
                  <a:cubicBezTo>
                    <a:pt x="1432" y="7039"/>
                    <a:pt x="1432" y="7018"/>
                    <a:pt x="1411" y="7018"/>
                  </a:cubicBezTo>
                  <a:cubicBezTo>
                    <a:pt x="1704" y="6725"/>
                    <a:pt x="1976" y="6453"/>
                    <a:pt x="2269" y="6181"/>
                  </a:cubicBezTo>
                  <a:lnTo>
                    <a:pt x="2290" y="6202"/>
                  </a:lnTo>
                  <a:cubicBezTo>
                    <a:pt x="2302" y="6208"/>
                    <a:pt x="2313" y="6211"/>
                    <a:pt x="2321" y="6211"/>
                  </a:cubicBezTo>
                  <a:cubicBezTo>
                    <a:pt x="2340" y="6211"/>
                    <a:pt x="2347" y="6196"/>
                    <a:pt x="2332" y="6181"/>
                  </a:cubicBezTo>
                  <a:lnTo>
                    <a:pt x="2290" y="6160"/>
                  </a:lnTo>
                  <a:cubicBezTo>
                    <a:pt x="2353" y="6098"/>
                    <a:pt x="2395" y="6056"/>
                    <a:pt x="2457" y="6035"/>
                  </a:cubicBezTo>
                  <a:cubicBezTo>
                    <a:pt x="2457" y="6050"/>
                    <a:pt x="2478" y="6064"/>
                    <a:pt x="2505" y="6064"/>
                  </a:cubicBezTo>
                  <a:cubicBezTo>
                    <a:pt x="2517" y="6064"/>
                    <a:pt x="2529" y="6062"/>
                    <a:pt x="2541" y="6056"/>
                  </a:cubicBezTo>
                  <a:cubicBezTo>
                    <a:pt x="2562" y="6035"/>
                    <a:pt x="2583" y="5993"/>
                    <a:pt x="2646" y="5972"/>
                  </a:cubicBezTo>
                  <a:lnTo>
                    <a:pt x="2667" y="5972"/>
                  </a:lnTo>
                  <a:cubicBezTo>
                    <a:pt x="2562" y="6077"/>
                    <a:pt x="2457" y="6202"/>
                    <a:pt x="2353" y="6307"/>
                  </a:cubicBezTo>
                  <a:cubicBezTo>
                    <a:pt x="2337" y="6337"/>
                    <a:pt x="2345" y="6357"/>
                    <a:pt x="2358" y="6357"/>
                  </a:cubicBezTo>
                  <a:cubicBezTo>
                    <a:pt x="2362" y="6357"/>
                    <a:pt x="2368" y="6354"/>
                    <a:pt x="2374" y="6349"/>
                  </a:cubicBezTo>
                  <a:cubicBezTo>
                    <a:pt x="2604" y="6139"/>
                    <a:pt x="2813" y="5930"/>
                    <a:pt x="3064" y="5700"/>
                  </a:cubicBezTo>
                  <a:cubicBezTo>
                    <a:pt x="3169" y="5637"/>
                    <a:pt x="3232" y="5533"/>
                    <a:pt x="3336" y="5449"/>
                  </a:cubicBezTo>
                  <a:cubicBezTo>
                    <a:pt x="3336" y="5428"/>
                    <a:pt x="3378" y="5428"/>
                    <a:pt x="3378" y="5386"/>
                  </a:cubicBezTo>
                  <a:cubicBezTo>
                    <a:pt x="3441" y="5323"/>
                    <a:pt x="3504" y="5240"/>
                    <a:pt x="3587" y="5156"/>
                  </a:cubicBezTo>
                  <a:cubicBezTo>
                    <a:pt x="3587" y="5156"/>
                    <a:pt x="3608" y="5156"/>
                    <a:pt x="3608" y="5135"/>
                  </a:cubicBezTo>
                  <a:cubicBezTo>
                    <a:pt x="3629" y="5114"/>
                    <a:pt x="3650" y="5072"/>
                    <a:pt x="3650" y="5051"/>
                  </a:cubicBezTo>
                  <a:cubicBezTo>
                    <a:pt x="3680" y="5037"/>
                    <a:pt x="3667" y="5022"/>
                    <a:pt x="3650" y="5022"/>
                  </a:cubicBezTo>
                  <a:cubicBezTo>
                    <a:pt x="3643" y="5022"/>
                    <a:pt x="3635" y="5024"/>
                    <a:pt x="3629" y="5030"/>
                  </a:cubicBezTo>
                  <a:lnTo>
                    <a:pt x="3587" y="5093"/>
                  </a:lnTo>
                  <a:cubicBezTo>
                    <a:pt x="3545" y="5051"/>
                    <a:pt x="3524" y="5010"/>
                    <a:pt x="3504" y="4968"/>
                  </a:cubicBezTo>
                  <a:lnTo>
                    <a:pt x="4466" y="4005"/>
                  </a:lnTo>
                  <a:cubicBezTo>
                    <a:pt x="5387" y="3085"/>
                    <a:pt x="6328" y="2185"/>
                    <a:pt x="7249" y="1264"/>
                  </a:cubicBezTo>
                  <a:lnTo>
                    <a:pt x="7291" y="1264"/>
                  </a:lnTo>
                  <a:cubicBezTo>
                    <a:pt x="7378" y="1355"/>
                    <a:pt x="7464" y="1393"/>
                    <a:pt x="7549" y="1393"/>
                  </a:cubicBezTo>
                  <a:cubicBezTo>
                    <a:pt x="7953" y="1393"/>
                    <a:pt x="8302" y="512"/>
                    <a:pt x="8337" y="218"/>
                  </a:cubicBezTo>
                  <a:lnTo>
                    <a:pt x="8337" y="197"/>
                  </a:lnTo>
                  <a:lnTo>
                    <a:pt x="8337" y="155"/>
                  </a:lnTo>
                  <a:cubicBezTo>
                    <a:pt x="8337" y="134"/>
                    <a:pt x="8337" y="134"/>
                    <a:pt x="8316" y="113"/>
                  </a:cubicBezTo>
                  <a:cubicBezTo>
                    <a:pt x="8337" y="113"/>
                    <a:pt x="8337" y="113"/>
                    <a:pt x="8358" y="93"/>
                  </a:cubicBezTo>
                  <a:cubicBezTo>
                    <a:pt x="8400" y="93"/>
                    <a:pt x="8400" y="30"/>
                    <a:pt x="8358" y="30"/>
                  </a:cubicBezTo>
                  <a:cubicBezTo>
                    <a:pt x="8358" y="15"/>
                    <a:pt x="8337" y="0"/>
                    <a:pt x="8317"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31" name="Google Shape;5031;p50"/>
            <p:cNvSpPr/>
            <p:nvPr/>
          </p:nvSpPr>
          <p:spPr>
            <a:xfrm>
              <a:off x="6081500" y="783700"/>
              <a:ext cx="13625" cy="4200"/>
            </a:xfrm>
            <a:custGeom>
              <a:avLst/>
              <a:gdLst/>
              <a:ahLst/>
              <a:cxnLst/>
              <a:rect l="l" t="t" r="r" b="b"/>
              <a:pathLst>
                <a:path w="545" h="168" extrusionOk="0">
                  <a:moveTo>
                    <a:pt x="22" y="0"/>
                  </a:moveTo>
                  <a:cubicBezTo>
                    <a:pt x="1" y="21"/>
                    <a:pt x="1" y="63"/>
                    <a:pt x="22" y="63"/>
                  </a:cubicBezTo>
                  <a:cubicBezTo>
                    <a:pt x="189" y="63"/>
                    <a:pt x="336" y="126"/>
                    <a:pt x="503" y="168"/>
                  </a:cubicBezTo>
                  <a:cubicBezTo>
                    <a:pt x="524" y="168"/>
                    <a:pt x="545" y="147"/>
                    <a:pt x="524" y="126"/>
                  </a:cubicBezTo>
                  <a:cubicBezTo>
                    <a:pt x="377" y="42"/>
                    <a:pt x="210" y="0"/>
                    <a:pt x="22"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32" name="Google Shape;5032;p50"/>
            <p:cNvSpPr/>
            <p:nvPr/>
          </p:nvSpPr>
          <p:spPr>
            <a:xfrm>
              <a:off x="5881675" y="584200"/>
              <a:ext cx="209725" cy="215950"/>
            </a:xfrm>
            <a:custGeom>
              <a:avLst/>
              <a:gdLst/>
              <a:ahLst/>
              <a:cxnLst/>
              <a:rect l="l" t="t" r="r" b="b"/>
              <a:pathLst>
                <a:path w="8389" h="8638" extrusionOk="0">
                  <a:moveTo>
                    <a:pt x="315" y="301"/>
                  </a:moveTo>
                  <a:cubicBezTo>
                    <a:pt x="419" y="343"/>
                    <a:pt x="482" y="364"/>
                    <a:pt x="566" y="385"/>
                  </a:cubicBezTo>
                  <a:lnTo>
                    <a:pt x="378" y="385"/>
                  </a:lnTo>
                  <a:lnTo>
                    <a:pt x="315" y="301"/>
                  </a:lnTo>
                  <a:close/>
                  <a:moveTo>
                    <a:pt x="852" y="356"/>
                  </a:moveTo>
                  <a:cubicBezTo>
                    <a:pt x="921" y="367"/>
                    <a:pt x="992" y="378"/>
                    <a:pt x="1057" y="389"/>
                  </a:cubicBezTo>
                  <a:lnTo>
                    <a:pt x="1057" y="389"/>
                  </a:lnTo>
                  <a:cubicBezTo>
                    <a:pt x="1048" y="396"/>
                    <a:pt x="1052" y="416"/>
                    <a:pt x="1068" y="448"/>
                  </a:cubicBezTo>
                  <a:cubicBezTo>
                    <a:pt x="1005" y="406"/>
                    <a:pt x="963" y="406"/>
                    <a:pt x="901" y="385"/>
                  </a:cubicBezTo>
                  <a:cubicBezTo>
                    <a:pt x="890" y="374"/>
                    <a:pt x="874" y="364"/>
                    <a:pt x="852" y="356"/>
                  </a:cubicBezTo>
                  <a:close/>
                  <a:moveTo>
                    <a:pt x="210" y="364"/>
                  </a:moveTo>
                  <a:lnTo>
                    <a:pt x="252" y="406"/>
                  </a:lnTo>
                  <a:cubicBezTo>
                    <a:pt x="252" y="406"/>
                    <a:pt x="252" y="448"/>
                    <a:pt x="273" y="448"/>
                  </a:cubicBezTo>
                  <a:lnTo>
                    <a:pt x="315" y="448"/>
                  </a:lnTo>
                  <a:lnTo>
                    <a:pt x="357" y="490"/>
                  </a:lnTo>
                  <a:cubicBezTo>
                    <a:pt x="357" y="490"/>
                    <a:pt x="336" y="490"/>
                    <a:pt x="336" y="511"/>
                  </a:cubicBezTo>
                  <a:lnTo>
                    <a:pt x="315" y="511"/>
                  </a:lnTo>
                  <a:cubicBezTo>
                    <a:pt x="273" y="469"/>
                    <a:pt x="231" y="406"/>
                    <a:pt x="210" y="364"/>
                  </a:cubicBezTo>
                  <a:close/>
                  <a:moveTo>
                    <a:pt x="357" y="594"/>
                  </a:moveTo>
                  <a:lnTo>
                    <a:pt x="357" y="594"/>
                  </a:lnTo>
                  <a:cubicBezTo>
                    <a:pt x="357" y="594"/>
                    <a:pt x="419" y="615"/>
                    <a:pt x="440" y="678"/>
                  </a:cubicBezTo>
                  <a:cubicBezTo>
                    <a:pt x="440" y="699"/>
                    <a:pt x="461" y="699"/>
                    <a:pt x="461" y="720"/>
                  </a:cubicBezTo>
                  <a:lnTo>
                    <a:pt x="461" y="762"/>
                  </a:lnTo>
                  <a:cubicBezTo>
                    <a:pt x="461" y="762"/>
                    <a:pt x="440" y="762"/>
                    <a:pt x="440" y="783"/>
                  </a:cubicBezTo>
                  <a:cubicBezTo>
                    <a:pt x="419" y="720"/>
                    <a:pt x="378" y="657"/>
                    <a:pt x="357" y="594"/>
                  </a:cubicBezTo>
                  <a:close/>
                  <a:moveTo>
                    <a:pt x="1089" y="594"/>
                  </a:moveTo>
                  <a:cubicBezTo>
                    <a:pt x="1110" y="594"/>
                    <a:pt x="1152" y="594"/>
                    <a:pt x="1173" y="615"/>
                  </a:cubicBezTo>
                  <a:cubicBezTo>
                    <a:pt x="1173" y="678"/>
                    <a:pt x="1194" y="720"/>
                    <a:pt x="1194" y="783"/>
                  </a:cubicBezTo>
                  <a:lnTo>
                    <a:pt x="1173" y="762"/>
                  </a:lnTo>
                  <a:lnTo>
                    <a:pt x="1089" y="678"/>
                  </a:lnTo>
                  <a:cubicBezTo>
                    <a:pt x="1110" y="657"/>
                    <a:pt x="1110" y="615"/>
                    <a:pt x="1089" y="594"/>
                  </a:cubicBezTo>
                  <a:close/>
                  <a:moveTo>
                    <a:pt x="1068" y="804"/>
                  </a:moveTo>
                  <a:cubicBezTo>
                    <a:pt x="1068" y="804"/>
                    <a:pt x="1068" y="824"/>
                    <a:pt x="1089" y="866"/>
                  </a:cubicBezTo>
                  <a:cubicBezTo>
                    <a:pt x="1068" y="866"/>
                    <a:pt x="1068" y="866"/>
                    <a:pt x="1047" y="824"/>
                  </a:cubicBezTo>
                  <a:lnTo>
                    <a:pt x="1005" y="804"/>
                  </a:lnTo>
                  <a:close/>
                  <a:moveTo>
                    <a:pt x="524" y="908"/>
                  </a:moveTo>
                  <a:cubicBezTo>
                    <a:pt x="535" y="919"/>
                    <a:pt x="535" y="924"/>
                    <a:pt x="532" y="924"/>
                  </a:cubicBezTo>
                  <a:cubicBezTo>
                    <a:pt x="529" y="924"/>
                    <a:pt x="524" y="919"/>
                    <a:pt x="524" y="908"/>
                  </a:cubicBezTo>
                  <a:close/>
                  <a:moveTo>
                    <a:pt x="1005" y="929"/>
                  </a:moveTo>
                  <a:cubicBezTo>
                    <a:pt x="1047" y="929"/>
                    <a:pt x="1047" y="929"/>
                    <a:pt x="1068" y="971"/>
                  </a:cubicBezTo>
                  <a:lnTo>
                    <a:pt x="1089" y="971"/>
                  </a:lnTo>
                  <a:lnTo>
                    <a:pt x="1110" y="992"/>
                  </a:lnTo>
                  <a:cubicBezTo>
                    <a:pt x="1099" y="1002"/>
                    <a:pt x="1089" y="1008"/>
                    <a:pt x="1079" y="1008"/>
                  </a:cubicBezTo>
                  <a:cubicBezTo>
                    <a:pt x="1068" y="1008"/>
                    <a:pt x="1058" y="1002"/>
                    <a:pt x="1047" y="992"/>
                  </a:cubicBezTo>
                  <a:lnTo>
                    <a:pt x="1005" y="971"/>
                  </a:lnTo>
                  <a:lnTo>
                    <a:pt x="1005" y="929"/>
                  </a:lnTo>
                  <a:close/>
                  <a:moveTo>
                    <a:pt x="1277" y="720"/>
                  </a:moveTo>
                  <a:lnTo>
                    <a:pt x="1277" y="720"/>
                  </a:lnTo>
                  <a:cubicBezTo>
                    <a:pt x="1298" y="783"/>
                    <a:pt x="1319" y="804"/>
                    <a:pt x="1319" y="866"/>
                  </a:cubicBezTo>
                  <a:cubicBezTo>
                    <a:pt x="1361" y="908"/>
                    <a:pt x="1361" y="971"/>
                    <a:pt x="1319" y="1013"/>
                  </a:cubicBezTo>
                  <a:cubicBezTo>
                    <a:pt x="1298" y="1096"/>
                    <a:pt x="1277" y="1138"/>
                    <a:pt x="1256" y="1222"/>
                  </a:cubicBezTo>
                  <a:lnTo>
                    <a:pt x="1173" y="1138"/>
                  </a:lnTo>
                  <a:cubicBezTo>
                    <a:pt x="1215" y="1117"/>
                    <a:pt x="1256" y="1034"/>
                    <a:pt x="1256" y="992"/>
                  </a:cubicBezTo>
                  <a:cubicBezTo>
                    <a:pt x="1298" y="908"/>
                    <a:pt x="1298" y="824"/>
                    <a:pt x="1277" y="720"/>
                  </a:cubicBezTo>
                  <a:close/>
                  <a:moveTo>
                    <a:pt x="1018" y="1234"/>
                  </a:moveTo>
                  <a:cubicBezTo>
                    <a:pt x="1028" y="1234"/>
                    <a:pt x="1040" y="1235"/>
                    <a:pt x="1055" y="1239"/>
                  </a:cubicBezTo>
                  <a:lnTo>
                    <a:pt x="1055" y="1239"/>
                  </a:lnTo>
                  <a:cubicBezTo>
                    <a:pt x="1028" y="1242"/>
                    <a:pt x="988" y="1288"/>
                    <a:pt x="1005" y="1306"/>
                  </a:cubicBezTo>
                  <a:lnTo>
                    <a:pt x="984" y="1306"/>
                  </a:lnTo>
                  <a:lnTo>
                    <a:pt x="984" y="1285"/>
                  </a:lnTo>
                  <a:cubicBezTo>
                    <a:pt x="984" y="1285"/>
                    <a:pt x="984" y="1243"/>
                    <a:pt x="963" y="1243"/>
                  </a:cubicBezTo>
                  <a:cubicBezTo>
                    <a:pt x="977" y="1243"/>
                    <a:pt x="991" y="1234"/>
                    <a:pt x="1018" y="1234"/>
                  </a:cubicBezTo>
                  <a:close/>
                  <a:moveTo>
                    <a:pt x="984" y="1389"/>
                  </a:moveTo>
                  <a:cubicBezTo>
                    <a:pt x="979" y="1392"/>
                    <a:pt x="972" y="1394"/>
                    <a:pt x="965" y="1394"/>
                  </a:cubicBezTo>
                  <a:cubicBezTo>
                    <a:pt x="958" y="1394"/>
                    <a:pt x="950" y="1392"/>
                    <a:pt x="942" y="1391"/>
                  </a:cubicBezTo>
                  <a:lnTo>
                    <a:pt x="942" y="1391"/>
                  </a:lnTo>
                  <a:cubicBezTo>
                    <a:pt x="906" y="1405"/>
                    <a:pt x="871" y="1412"/>
                    <a:pt x="835" y="1412"/>
                  </a:cubicBezTo>
                  <a:cubicBezTo>
                    <a:pt x="834" y="1412"/>
                    <a:pt x="833" y="1412"/>
                    <a:pt x="832" y="1412"/>
                  </a:cubicBezTo>
                  <a:lnTo>
                    <a:pt x="832" y="1412"/>
                  </a:lnTo>
                  <a:cubicBezTo>
                    <a:pt x="860" y="1421"/>
                    <a:pt x="889" y="1425"/>
                    <a:pt x="916" y="1425"/>
                  </a:cubicBezTo>
                  <a:cubicBezTo>
                    <a:pt x="963" y="1425"/>
                    <a:pt x="1008" y="1413"/>
                    <a:pt x="1047" y="1389"/>
                  </a:cubicBezTo>
                  <a:close/>
                  <a:moveTo>
                    <a:pt x="5023" y="5177"/>
                  </a:moveTo>
                  <a:cubicBezTo>
                    <a:pt x="5044" y="5197"/>
                    <a:pt x="5085" y="5218"/>
                    <a:pt x="5127" y="5281"/>
                  </a:cubicBezTo>
                  <a:lnTo>
                    <a:pt x="5127" y="5386"/>
                  </a:lnTo>
                  <a:cubicBezTo>
                    <a:pt x="5085" y="5407"/>
                    <a:pt x="5085" y="5428"/>
                    <a:pt x="5127" y="5428"/>
                  </a:cubicBezTo>
                  <a:cubicBezTo>
                    <a:pt x="5127" y="5469"/>
                    <a:pt x="5148" y="5469"/>
                    <a:pt x="5169" y="5490"/>
                  </a:cubicBezTo>
                  <a:lnTo>
                    <a:pt x="5148" y="5490"/>
                  </a:lnTo>
                  <a:cubicBezTo>
                    <a:pt x="5064" y="5407"/>
                    <a:pt x="4981" y="5365"/>
                    <a:pt x="4939" y="5281"/>
                  </a:cubicBezTo>
                  <a:cubicBezTo>
                    <a:pt x="4960" y="5218"/>
                    <a:pt x="4981" y="5197"/>
                    <a:pt x="5023" y="5177"/>
                  </a:cubicBezTo>
                  <a:close/>
                  <a:moveTo>
                    <a:pt x="5441" y="5407"/>
                  </a:moveTo>
                  <a:lnTo>
                    <a:pt x="5441" y="5407"/>
                  </a:lnTo>
                  <a:cubicBezTo>
                    <a:pt x="5588" y="5532"/>
                    <a:pt x="5755" y="5679"/>
                    <a:pt x="5881" y="5804"/>
                  </a:cubicBezTo>
                  <a:cubicBezTo>
                    <a:pt x="5901" y="5825"/>
                    <a:pt x="5922" y="5846"/>
                    <a:pt x="5964" y="5909"/>
                  </a:cubicBezTo>
                  <a:cubicBezTo>
                    <a:pt x="5901" y="5846"/>
                    <a:pt x="5881" y="5846"/>
                    <a:pt x="5860" y="5825"/>
                  </a:cubicBezTo>
                  <a:lnTo>
                    <a:pt x="5441" y="5407"/>
                  </a:lnTo>
                  <a:close/>
                  <a:moveTo>
                    <a:pt x="6227" y="6067"/>
                  </a:moveTo>
                  <a:lnTo>
                    <a:pt x="6173" y="6139"/>
                  </a:lnTo>
                  <a:cubicBezTo>
                    <a:pt x="6184" y="6150"/>
                    <a:pt x="6194" y="6162"/>
                    <a:pt x="6205" y="6173"/>
                  </a:cubicBezTo>
                  <a:lnTo>
                    <a:pt x="6205" y="6173"/>
                  </a:lnTo>
                  <a:lnTo>
                    <a:pt x="6278" y="6118"/>
                  </a:lnTo>
                  <a:lnTo>
                    <a:pt x="6227" y="6067"/>
                  </a:lnTo>
                  <a:close/>
                  <a:moveTo>
                    <a:pt x="7722" y="7269"/>
                  </a:moveTo>
                  <a:cubicBezTo>
                    <a:pt x="7764" y="7269"/>
                    <a:pt x="7785" y="7290"/>
                    <a:pt x="7805" y="7311"/>
                  </a:cubicBezTo>
                  <a:cubicBezTo>
                    <a:pt x="7785" y="7311"/>
                    <a:pt x="7764" y="7290"/>
                    <a:pt x="7764" y="7290"/>
                  </a:cubicBezTo>
                  <a:lnTo>
                    <a:pt x="7722" y="7269"/>
                  </a:lnTo>
                  <a:close/>
                  <a:moveTo>
                    <a:pt x="7224" y="7125"/>
                  </a:moveTo>
                  <a:cubicBezTo>
                    <a:pt x="7236" y="7125"/>
                    <a:pt x="7249" y="7130"/>
                    <a:pt x="7261" y="7143"/>
                  </a:cubicBezTo>
                  <a:cubicBezTo>
                    <a:pt x="7241" y="7143"/>
                    <a:pt x="7241" y="7164"/>
                    <a:pt x="7261" y="7185"/>
                  </a:cubicBezTo>
                  <a:cubicBezTo>
                    <a:pt x="7324" y="7206"/>
                    <a:pt x="7366" y="7206"/>
                    <a:pt x="7429" y="7248"/>
                  </a:cubicBezTo>
                  <a:cubicBezTo>
                    <a:pt x="7429" y="7248"/>
                    <a:pt x="7429" y="7269"/>
                    <a:pt x="7450" y="7269"/>
                  </a:cubicBezTo>
                  <a:cubicBezTo>
                    <a:pt x="7471" y="7269"/>
                    <a:pt x="7492" y="7290"/>
                    <a:pt x="7554" y="7290"/>
                  </a:cubicBezTo>
                  <a:cubicBezTo>
                    <a:pt x="7575" y="7290"/>
                    <a:pt x="7575" y="7290"/>
                    <a:pt x="7596" y="7311"/>
                  </a:cubicBezTo>
                  <a:lnTo>
                    <a:pt x="7366" y="7311"/>
                  </a:lnTo>
                  <a:cubicBezTo>
                    <a:pt x="7345" y="7311"/>
                    <a:pt x="7345" y="7332"/>
                    <a:pt x="7345" y="7332"/>
                  </a:cubicBezTo>
                  <a:cubicBezTo>
                    <a:pt x="7282" y="7290"/>
                    <a:pt x="7241" y="7206"/>
                    <a:pt x="7157" y="7164"/>
                  </a:cubicBezTo>
                  <a:lnTo>
                    <a:pt x="7178" y="7164"/>
                  </a:lnTo>
                  <a:cubicBezTo>
                    <a:pt x="7178" y="7150"/>
                    <a:pt x="7198" y="7125"/>
                    <a:pt x="7224" y="7125"/>
                  </a:cubicBezTo>
                  <a:close/>
                  <a:moveTo>
                    <a:pt x="7524" y="7313"/>
                  </a:moveTo>
                  <a:lnTo>
                    <a:pt x="7524" y="7313"/>
                  </a:lnTo>
                  <a:cubicBezTo>
                    <a:pt x="7592" y="7322"/>
                    <a:pt x="7647" y="7358"/>
                    <a:pt x="7701" y="7394"/>
                  </a:cubicBezTo>
                  <a:cubicBezTo>
                    <a:pt x="7659" y="7374"/>
                    <a:pt x="7596" y="7353"/>
                    <a:pt x="7554" y="7353"/>
                  </a:cubicBezTo>
                  <a:cubicBezTo>
                    <a:pt x="7541" y="7326"/>
                    <a:pt x="7536" y="7317"/>
                    <a:pt x="7524" y="7313"/>
                  </a:cubicBezTo>
                  <a:close/>
                  <a:moveTo>
                    <a:pt x="7220" y="7374"/>
                  </a:moveTo>
                  <a:cubicBezTo>
                    <a:pt x="7261" y="7374"/>
                    <a:pt x="7261" y="7394"/>
                    <a:pt x="7261" y="7394"/>
                  </a:cubicBezTo>
                  <a:lnTo>
                    <a:pt x="7241" y="7415"/>
                  </a:lnTo>
                  <a:lnTo>
                    <a:pt x="7241" y="7436"/>
                  </a:lnTo>
                  <a:cubicBezTo>
                    <a:pt x="7220" y="7415"/>
                    <a:pt x="7220" y="7394"/>
                    <a:pt x="7178" y="7374"/>
                  </a:cubicBezTo>
                  <a:close/>
                  <a:moveTo>
                    <a:pt x="7785" y="7457"/>
                  </a:moveTo>
                  <a:lnTo>
                    <a:pt x="7805" y="7478"/>
                  </a:lnTo>
                  <a:lnTo>
                    <a:pt x="7764" y="7478"/>
                  </a:lnTo>
                  <a:cubicBezTo>
                    <a:pt x="7764" y="7457"/>
                    <a:pt x="7785" y="7457"/>
                    <a:pt x="7785" y="7457"/>
                  </a:cubicBezTo>
                  <a:close/>
                  <a:moveTo>
                    <a:pt x="8015" y="7478"/>
                  </a:moveTo>
                  <a:cubicBezTo>
                    <a:pt x="8015" y="7478"/>
                    <a:pt x="8057" y="7478"/>
                    <a:pt x="8057" y="7499"/>
                  </a:cubicBezTo>
                  <a:cubicBezTo>
                    <a:pt x="7994" y="7499"/>
                    <a:pt x="7973" y="7478"/>
                    <a:pt x="7952" y="7478"/>
                  </a:cubicBezTo>
                  <a:close/>
                  <a:moveTo>
                    <a:pt x="7366" y="7374"/>
                  </a:moveTo>
                  <a:cubicBezTo>
                    <a:pt x="7429" y="7374"/>
                    <a:pt x="7471" y="7374"/>
                    <a:pt x="7492" y="7394"/>
                  </a:cubicBezTo>
                  <a:cubicBezTo>
                    <a:pt x="7533" y="7415"/>
                    <a:pt x="7575" y="7415"/>
                    <a:pt x="7596" y="7457"/>
                  </a:cubicBezTo>
                  <a:lnTo>
                    <a:pt x="7533" y="7520"/>
                  </a:lnTo>
                  <a:lnTo>
                    <a:pt x="7366" y="7374"/>
                  </a:lnTo>
                  <a:close/>
                  <a:moveTo>
                    <a:pt x="7680" y="7499"/>
                  </a:moveTo>
                  <a:cubicBezTo>
                    <a:pt x="7659" y="7499"/>
                    <a:pt x="7596" y="7520"/>
                    <a:pt x="7575" y="7562"/>
                  </a:cubicBezTo>
                  <a:cubicBezTo>
                    <a:pt x="7596" y="7520"/>
                    <a:pt x="7638" y="7499"/>
                    <a:pt x="7680" y="7499"/>
                  </a:cubicBezTo>
                  <a:close/>
                  <a:moveTo>
                    <a:pt x="7847" y="7562"/>
                  </a:moveTo>
                  <a:cubicBezTo>
                    <a:pt x="7847" y="7562"/>
                    <a:pt x="7868" y="7562"/>
                    <a:pt x="7889" y="7583"/>
                  </a:cubicBezTo>
                  <a:lnTo>
                    <a:pt x="7847" y="7583"/>
                  </a:lnTo>
                  <a:lnTo>
                    <a:pt x="7847" y="7562"/>
                  </a:lnTo>
                  <a:close/>
                  <a:moveTo>
                    <a:pt x="7324" y="7478"/>
                  </a:moveTo>
                  <a:lnTo>
                    <a:pt x="7324" y="7478"/>
                  </a:lnTo>
                  <a:cubicBezTo>
                    <a:pt x="7366" y="7520"/>
                    <a:pt x="7429" y="7562"/>
                    <a:pt x="7450" y="7604"/>
                  </a:cubicBezTo>
                  <a:lnTo>
                    <a:pt x="7387" y="7666"/>
                  </a:lnTo>
                  <a:lnTo>
                    <a:pt x="7366" y="7625"/>
                  </a:lnTo>
                  <a:cubicBezTo>
                    <a:pt x="7366" y="7625"/>
                    <a:pt x="7366" y="7604"/>
                    <a:pt x="7387" y="7604"/>
                  </a:cubicBezTo>
                  <a:cubicBezTo>
                    <a:pt x="7417" y="7589"/>
                    <a:pt x="7394" y="7574"/>
                    <a:pt x="7371" y="7574"/>
                  </a:cubicBezTo>
                  <a:cubicBezTo>
                    <a:pt x="7361" y="7574"/>
                    <a:pt x="7351" y="7577"/>
                    <a:pt x="7345" y="7583"/>
                  </a:cubicBezTo>
                  <a:cubicBezTo>
                    <a:pt x="7345" y="7562"/>
                    <a:pt x="7324" y="7499"/>
                    <a:pt x="7324" y="7478"/>
                  </a:cubicBezTo>
                  <a:close/>
                  <a:moveTo>
                    <a:pt x="7972" y="7682"/>
                  </a:moveTo>
                  <a:cubicBezTo>
                    <a:pt x="7952" y="7683"/>
                    <a:pt x="7931" y="7684"/>
                    <a:pt x="7910" y="7687"/>
                  </a:cubicBezTo>
                  <a:cubicBezTo>
                    <a:pt x="7920" y="7689"/>
                    <a:pt x="7929" y="7692"/>
                    <a:pt x="7939" y="7694"/>
                  </a:cubicBezTo>
                  <a:lnTo>
                    <a:pt x="7939" y="7694"/>
                  </a:lnTo>
                  <a:cubicBezTo>
                    <a:pt x="7949" y="7691"/>
                    <a:pt x="7960" y="7687"/>
                    <a:pt x="7972" y="7682"/>
                  </a:cubicBezTo>
                  <a:close/>
                  <a:moveTo>
                    <a:pt x="7533" y="7604"/>
                  </a:moveTo>
                  <a:lnTo>
                    <a:pt x="7596" y="7687"/>
                  </a:lnTo>
                  <a:cubicBezTo>
                    <a:pt x="7554" y="7708"/>
                    <a:pt x="7554" y="7771"/>
                    <a:pt x="7533" y="7792"/>
                  </a:cubicBezTo>
                  <a:cubicBezTo>
                    <a:pt x="7533" y="7771"/>
                    <a:pt x="7492" y="7708"/>
                    <a:pt x="7492" y="7687"/>
                  </a:cubicBezTo>
                  <a:cubicBezTo>
                    <a:pt x="7492" y="7666"/>
                    <a:pt x="7471" y="7666"/>
                    <a:pt x="7471" y="7666"/>
                  </a:cubicBezTo>
                  <a:cubicBezTo>
                    <a:pt x="7471" y="7625"/>
                    <a:pt x="7492" y="7625"/>
                    <a:pt x="7533" y="7604"/>
                  </a:cubicBezTo>
                  <a:close/>
                  <a:moveTo>
                    <a:pt x="7952" y="7826"/>
                  </a:moveTo>
                  <a:cubicBezTo>
                    <a:pt x="7924" y="7826"/>
                    <a:pt x="7896" y="7828"/>
                    <a:pt x="7868" y="7834"/>
                  </a:cubicBezTo>
                  <a:lnTo>
                    <a:pt x="7910" y="7875"/>
                  </a:lnTo>
                  <a:lnTo>
                    <a:pt x="7910" y="7875"/>
                  </a:lnTo>
                  <a:cubicBezTo>
                    <a:pt x="7968" y="7875"/>
                    <a:pt x="8018" y="7870"/>
                    <a:pt x="8078" y="7843"/>
                  </a:cubicBezTo>
                  <a:lnTo>
                    <a:pt x="8078" y="7843"/>
                  </a:lnTo>
                  <a:cubicBezTo>
                    <a:pt x="8038" y="7832"/>
                    <a:pt x="7995" y="7826"/>
                    <a:pt x="7952" y="7826"/>
                  </a:cubicBezTo>
                  <a:close/>
                  <a:moveTo>
                    <a:pt x="7429" y="7729"/>
                  </a:moveTo>
                  <a:cubicBezTo>
                    <a:pt x="7450" y="7792"/>
                    <a:pt x="7450" y="7834"/>
                    <a:pt x="7471" y="7897"/>
                  </a:cubicBezTo>
                  <a:cubicBezTo>
                    <a:pt x="7450" y="7876"/>
                    <a:pt x="7429" y="7813"/>
                    <a:pt x="7387" y="7771"/>
                  </a:cubicBezTo>
                  <a:lnTo>
                    <a:pt x="7387" y="7729"/>
                  </a:lnTo>
                  <a:close/>
                  <a:moveTo>
                    <a:pt x="7429" y="7897"/>
                  </a:moveTo>
                  <a:cubicBezTo>
                    <a:pt x="7429" y="7897"/>
                    <a:pt x="7429" y="7918"/>
                    <a:pt x="7450" y="7918"/>
                  </a:cubicBezTo>
                  <a:cubicBezTo>
                    <a:pt x="7456" y="7924"/>
                    <a:pt x="7462" y="7926"/>
                    <a:pt x="7467" y="7926"/>
                  </a:cubicBezTo>
                  <a:cubicBezTo>
                    <a:pt x="7473" y="7926"/>
                    <a:pt x="7478" y="7922"/>
                    <a:pt x="7479" y="7916"/>
                  </a:cubicBezTo>
                  <a:lnTo>
                    <a:pt x="7479" y="7916"/>
                  </a:lnTo>
                  <a:cubicBezTo>
                    <a:pt x="7492" y="7951"/>
                    <a:pt x="7492" y="7984"/>
                    <a:pt x="7492" y="8001"/>
                  </a:cubicBezTo>
                  <a:lnTo>
                    <a:pt x="7429" y="7918"/>
                  </a:lnTo>
                  <a:lnTo>
                    <a:pt x="7429" y="7897"/>
                  </a:lnTo>
                  <a:close/>
                  <a:moveTo>
                    <a:pt x="7638" y="7729"/>
                  </a:moveTo>
                  <a:cubicBezTo>
                    <a:pt x="7659" y="7729"/>
                    <a:pt x="7659" y="7771"/>
                    <a:pt x="7680" y="7792"/>
                  </a:cubicBezTo>
                  <a:cubicBezTo>
                    <a:pt x="7678" y="7797"/>
                    <a:pt x="7675" y="7801"/>
                    <a:pt x="7673" y="7806"/>
                  </a:cubicBezTo>
                  <a:lnTo>
                    <a:pt x="7673" y="7806"/>
                  </a:lnTo>
                  <a:cubicBezTo>
                    <a:pt x="7668" y="7801"/>
                    <a:pt x="7664" y="7797"/>
                    <a:pt x="7659" y="7792"/>
                  </a:cubicBezTo>
                  <a:lnTo>
                    <a:pt x="7659" y="7792"/>
                  </a:lnTo>
                  <a:cubicBezTo>
                    <a:pt x="7657" y="7809"/>
                    <a:pt x="7656" y="7825"/>
                    <a:pt x="7654" y="7841"/>
                  </a:cubicBezTo>
                  <a:lnTo>
                    <a:pt x="7654" y="7841"/>
                  </a:lnTo>
                  <a:cubicBezTo>
                    <a:pt x="7661" y="7830"/>
                    <a:pt x="7667" y="7818"/>
                    <a:pt x="7673" y="7806"/>
                  </a:cubicBezTo>
                  <a:lnTo>
                    <a:pt x="7673" y="7806"/>
                  </a:lnTo>
                  <a:cubicBezTo>
                    <a:pt x="7691" y="7823"/>
                    <a:pt x="7714" y="7843"/>
                    <a:pt x="7764" y="7876"/>
                  </a:cubicBezTo>
                  <a:cubicBezTo>
                    <a:pt x="7743" y="7938"/>
                    <a:pt x="7743" y="8022"/>
                    <a:pt x="7743" y="8085"/>
                  </a:cubicBezTo>
                  <a:cubicBezTo>
                    <a:pt x="7718" y="8148"/>
                    <a:pt x="7723" y="8218"/>
                    <a:pt x="7744" y="8282"/>
                  </a:cubicBezTo>
                  <a:lnTo>
                    <a:pt x="7744" y="8282"/>
                  </a:lnTo>
                  <a:cubicBezTo>
                    <a:pt x="7665" y="8141"/>
                    <a:pt x="7643" y="7998"/>
                    <a:pt x="7654" y="7841"/>
                  </a:cubicBezTo>
                  <a:lnTo>
                    <a:pt x="7654" y="7841"/>
                  </a:lnTo>
                  <a:cubicBezTo>
                    <a:pt x="7623" y="7902"/>
                    <a:pt x="7596" y="7956"/>
                    <a:pt x="7596" y="8022"/>
                  </a:cubicBezTo>
                  <a:cubicBezTo>
                    <a:pt x="7596" y="8001"/>
                    <a:pt x="7596" y="8001"/>
                    <a:pt x="7575" y="7980"/>
                  </a:cubicBezTo>
                  <a:cubicBezTo>
                    <a:pt x="7575" y="7918"/>
                    <a:pt x="7575" y="7855"/>
                    <a:pt x="7596" y="7813"/>
                  </a:cubicBezTo>
                  <a:lnTo>
                    <a:pt x="7596" y="7792"/>
                  </a:lnTo>
                  <a:cubicBezTo>
                    <a:pt x="7596" y="7771"/>
                    <a:pt x="7596" y="7771"/>
                    <a:pt x="7638" y="7729"/>
                  </a:cubicBezTo>
                  <a:close/>
                  <a:moveTo>
                    <a:pt x="73" y="0"/>
                  </a:moveTo>
                  <a:cubicBezTo>
                    <a:pt x="44" y="0"/>
                    <a:pt x="22" y="20"/>
                    <a:pt x="22" y="50"/>
                  </a:cubicBezTo>
                  <a:cubicBezTo>
                    <a:pt x="1" y="50"/>
                    <a:pt x="1" y="92"/>
                    <a:pt x="22" y="92"/>
                  </a:cubicBezTo>
                  <a:cubicBezTo>
                    <a:pt x="43" y="92"/>
                    <a:pt x="43" y="92"/>
                    <a:pt x="64" y="134"/>
                  </a:cubicBezTo>
                  <a:cubicBezTo>
                    <a:pt x="43" y="134"/>
                    <a:pt x="43" y="155"/>
                    <a:pt x="43" y="176"/>
                  </a:cubicBezTo>
                  <a:lnTo>
                    <a:pt x="43" y="197"/>
                  </a:lnTo>
                  <a:lnTo>
                    <a:pt x="43" y="239"/>
                  </a:lnTo>
                  <a:cubicBezTo>
                    <a:pt x="95" y="515"/>
                    <a:pt x="433" y="1408"/>
                    <a:pt x="832" y="1412"/>
                  </a:cubicBezTo>
                  <a:lnTo>
                    <a:pt x="832" y="1412"/>
                  </a:lnTo>
                  <a:cubicBezTo>
                    <a:pt x="782" y="1397"/>
                    <a:pt x="734" y="1369"/>
                    <a:pt x="691" y="1327"/>
                  </a:cubicBezTo>
                  <a:lnTo>
                    <a:pt x="775" y="1327"/>
                  </a:lnTo>
                  <a:cubicBezTo>
                    <a:pt x="836" y="1342"/>
                    <a:pt x="897" y="1379"/>
                    <a:pt x="942" y="1391"/>
                  </a:cubicBezTo>
                  <a:lnTo>
                    <a:pt x="942" y="1391"/>
                  </a:lnTo>
                  <a:cubicBezTo>
                    <a:pt x="991" y="1371"/>
                    <a:pt x="1040" y="1336"/>
                    <a:pt x="1089" y="1285"/>
                  </a:cubicBezTo>
                  <a:lnTo>
                    <a:pt x="1089" y="1306"/>
                  </a:lnTo>
                  <a:lnTo>
                    <a:pt x="1089" y="1327"/>
                  </a:lnTo>
                  <a:lnTo>
                    <a:pt x="1152" y="1327"/>
                  </a:lnTo>
                  <a:cubicBezTo>
                    <a:pt x="1110" y="1306"/>
                    <a:pt x="1110" y="1285"/>
                    <a:pt x="1089" y="1285"/>
                  </a:cubicBezTo>
                  <a:lnTo>
                    <a:pt x="1152" y="1285"/>
                  </a:lnTo>
                  <a:cubicBezTo>
                    <a:pt x="2051" y="2226"/>
                    <a:pt x="2993" y="3105"/>
                    <a:pt x="3914" y="4026"/>
                  </a:cubicBezTo>
                  <a:lnTo>
                    <a:pt x="4876" y="4988"/>
                  </a:lnTo>
                  <a:cubicBezTo>
                    <a:pt x="4855" y="5009"/>
                    <a:pt x="4834" y="5051"/>
                    <a:pt x="4813" y="5093"/>
                  </a:cubicBezTo>
                  <a:lnTo>
                    <a:pt x="4751" y="5051"/>
                  </a:lnTo>
                  <a:cubicBezTo>
                    <a:pt x="4744" y="5038"/>
                    <a:pt x="4738" y="5033"/>
                    <a:pt x="4732" y="5033"/>
                  </a:cubicBezTo>
                  <a:cubicBezTo>
                    <a:pt x="4721" y="5033"/>
                    <a:pt x="4715" y="5058"/>
                    <a:pt x="4730" y="5072"/>
                  </a:cubicBezTo>
                  <a:cubicBezTo>
                    <a:pt x="4751" y="5093"/>
                    <a:pt x="4772" y="5114"/>
                    <a:pt x="4772" y="5156"/>
                  </a:cubicBezTo>
                  <a:cubicBezTo>
                    <a:pt x="4772" y="5156"/>
                    <a:pt x="4772" y="5177"/>
                    <a:pt x="4813" y="5177"/>
                  </a:cubicBezTo>
                  <a:cubicBezTo>
                    <a:pt x="4876" y="5260"/>
                    <a:pt x="4939" y="5323"/>
                    <a:pt x="5023" y="5407"/>
                  </a:cubicBezTo>
                  <a:cubicBezTo>
                    <a:pt x="5023" y="5407"/>
                    <a:pt x="5023" y="5428"/>
                    <a:pt x="5044" y="5469"/>
                  </a:cubicBezTo>
                  <a:cubicBezTo>
                    <a:pt x="5127" y="5574"/>
                    <a:pt x="5232" y="5637"/>
                    <a:pt x="5337" y="5721"/>
                  </a:cubicBezTo>
                  <a:cubicBezTo>
                    <a:pt x="5546" y="5930"/>
                    <a:pt x="5776" y="6160"/>
                    <a:pt x="6006" y="6348"/>
                  </a:cubicBezTo>
                  <a:cubicBezTo>
                    <a:pt x="6012" y="6354"/>
                    <a:pt x="6020" y="6357"/>
                    <a:pt x="6027" y="6357"/>
                  </a:cubicBezTo>
                  <a:cubicBezTo>
                    <a:pt x="6044" y="6357"/>
                    <a:pt x="6057" y="6342"/>
                    <a:pt x="6027" y="6327"/>
                  </a:cubicBezTo>
                  <a:cubicBezTo>
                    <a:pt x="5922" y="6223"/>
                    <a:pt x="5818" y="6097"/>
                    <a:pt x="5713" y="5993"/>
                  </a:cubicBezTo>
                  <a:lnTo>
                    <a:pt x="5755" y="5993"/>
                  </a:lnTo>
                  <a:cubicBezTo>
                    <a:pt x="5776" y="6014"/>
                    <a:pt x="5797" y="6034"/>
                    <a:pt x="5860" y="6055"/>
                  </a:cubicBezTo>
                  <a:cubicBezTo>
                    <a:pt x="5866" y="6068"/>
                    <a:pt x="5875" y="6073"/>
                    <a:pt x="5883" y="6073"/>
                  </a:cubicBezTo>
                  <a:cubicBezTo>
                    <a:pt x="5902" y="6073"/>
                    <a:pt x="5922" y="6049"/>
                    <a:pt x="5922" y="6034"/>
                  </a:cubicBezTo>
                  <a:cubicBezTo>
                    <a:pt x="5985" y="6097"/>
                    <a:pt x="6027" y="6139"/>
                    <a:pt x="6090" y="6160"/>
                  </a:cubicBezTo>
                  <a:lnTo>
                    <a:pt x="6069" y="6202"/>
                  </a:lnTo>
                  <a:cubicBezTo>
                    <a:pt x="6039" y="6217"/>
                    <a:pt x="6051" y="6231"/>
                    <a:pt x="6069" y="6231"/>
                  </a:cubicBezTo>
                  <a:cubicBezTo>
                    <a:pt x="6076" y="6231"/>
                    <a:pt x="6084" y="6229"/>
                    <a:pt x="6090" y="6223"/>
                  </a:cubicBezTo>
                  <a:lnTo>
                    <a:pt x="6111" y="6202"/>
                  </a:lnTo>
                  <a:cubicBezTo>
                    <a:pt x="6404" y="6474"/>
                    <a:pt x="6697" y="6767"/>
                    <a:pt x="6969" y="7039"/>
                  </a:cubicBezTo>
                  <a:cubicBezTo>
                    <a:pt x="6969" y="7039"/>
                    <a:pt x="6948" y="7039"/>
                    <a:pt x="6948" y="7060"/>
                  </a:cubicBezTo>
                  <a:cubicBezTo>
                    <a:pt x="6927" y="7060"/>
                    <a:pt x="6906" y="7060"/>
                    <a:pt x="6927" y="7081"/>
                  </a:cubicBezTo>
                  <a:cubicBezTo>
                    <a:pt x="6969" y="7248"/>
                    <a:pt x="7031" y="7415"/>
                    <a:pt x="7115" y="7583"/>
                  </a:cubicBezTo>
                  <a:cubicBezTo>
                    <a:pt x="7115" y="7583"/>
                    <a:pt x="7124" y="7592"/>
                    <a:pt x="7131" y="7592"/>
                  </a:cubicBezTo>
                  <a:cubicBezTo>
                    <a:pt x="7134" y="7592"/>
                    <a:pt x="7136" y="7590"/>
                    <a:pt x="7136" y="7583"/>
                  </a:cubicBezTo>
                  <a:lnTo>
                    <a:pt x="7178" y="7625"/>
                  </a:lnTo>
                  <a:cubicBezTo>
                    <a:pt x="7220" y="7666"/>
                    <a:pt x="7220" y="7687"/>
                    <a:pt x="7241" y="7687"/>
                  </a:cubicBezTo>
                  <a:cubicBezTo>
                    <a:pt x="7241" y="7729"/>
                    <a:pt x="7261" y="7792"/>
                    <a:pt x="7282" y="7834"/>
                  </a:cubicBezTo>
                  <a:cubicBezTo>
                    <a:pt x="7314" y="7975"/>
                    <a:pt x="7333" y="8010"/>
                    <a:pt x="7341" y="8010"/>
                  </a:cubicBezTo>
                  <a:cubicBezTo>
                    <a:pt x="7344" y="8010"/>
                    <a:pt x="7345" y="8006"/>
                    <a:pt x="7345" y="8001"/>
                  </a:cubicBezTo>
                  <a:cubicBezTo>
                    <a:pt x="7366" y="8085"/>
                    <a:pt x="7429" y="8148"/>
                    <a:pt x="7492" y="8190"/>
                  </a:cubicBezTo>
                  <a:cubicBezTo>
                    <a:pt x="7497" y="8192"/>
                    <a:pt x="7503" y="8194"/>
                    <a:pt x="7508" y="8194"/>
                  </a:cubicBezTo>
                  <a:cubicBezTo>
                    <a:pt x="7539" y="8194"/>
                    <a:pt x="7551" y="8145"/>
                    <a:pt x="7533" y="8127"/>
                  </a:cubicBezTo>
                  <a:cubicBezTo>
                    <a:pt x="7471" y="8106"/>
                    <a:pt x="7450" y="8043"/>
                    <a:pt x="7429" y="8001"/>
                  </a:cubicBezTo>
                  <a:lnTo>
                    <a:pt x="7429" y="8001"/>
                  </a:lnTo>
                  <a:lnTo>
                    <a:pt x="7492" y="8085"/>
                  </a:lnTo>
                  <a:cubicBezTo>
                    <a:pt x="7492" y="8106"/>
                    <a:pt x="7492" y="8106"/>
                    <a:pt x="7533" y="8106"/>
                  </a:cubicBezTo>
                  <a:cubicBezTo>
                    <a:pt x="7554" y="8169"/>
                    <a:pt x="7575" y="8231"/>
                    <a:pt x="7638" y="8315"/>
                  </a:cubicBezTo>
                  <a:cubicBezTo>
                    <a:pt x="7644" y="8321"/>
                    <a:pt x="7650" y="8324"/>
                    <a:pt x="7656" y="8324"/>
                  </a:cubicBezTo>
                  <a:cubicBezTo>
                    <a:pt x="7669" y="8324"/>
                    <a:pt x="7680" y="8309"/>
                    <a:pt x="7680" y="8294"/>
                  </a:cubicBezTo>
                  <a:cubicBezTo>
                    <a:pt x="7701" y="8336"/>
                    <a:pt x="7764" y="8399"/>
                    <a:pt x="7785" y="8441"/>
                  </a:cubicBezTo>
                  <a:cubicBezTo>
                    <a:pt x="7791" y="8447"/>
                    <a:pt x="7799" y="8449"/>
                    <a:pt x="7806" y="8449"/>
                  </a:cubicBezTo>
                  <a:cubicBezTo>
                    <a:pt x="7823" y="8449"/>
                    <a:pt x="7835" y="8435"/>
                    <a:pt x="7805" y="8420"/>
                  </a:cubicBezTo>
                  <a:cubicBezTo>
                    <a:pt x="7785" y="8399"/>
                    <a:pt x="7785" y="8357"/>
                    <a:pt x="7764" y="8336"/>
                  </a:cubicBezTo>
                  <a:cubicBezTo>
                    <a:pt x="7764" y="8336"/>
                    <a:pt x="7764" y="8335"/>
                    <a:pt x="7766" y="8334"/>
                  </a:cubicBezTo>
                  <a:lnTo>
                    <a:pt x="7766" y="8334"/>
                  </a:lnTo>
                  <a:cubicBezTo>
                    <a:pt x="7777" y="8357"/>
                    <a:pt x="7791" y="8379"/>
                    <a:pt x="7805" y="8399"/>
                  </a:cubicBezTo>
                  <a:cubicBezTo>
                    <a:pt x="7805" y="8399"/>
                    <a:pt x="7805" y="8420"/>
                    <a:pt x="7847" y="8420"/>
                  </a:cubicBezTo>
                  <a:cubicBezTo>
                    <a:pt x="7847" y="8430"/>
                    <a:pt x="7853" y="8435"/>
                    <a:pt x="7858" y="8435"/>
                  </a:cubicBezTo>
                  <a:cubicBezTo>
                    <a:pt x="7863" y="8435"/>
                    <a:pt x="7868" y="8430"/>
                    <a:pt x="7868" y="8420"/>
                  </a:cubicBezTo>
                  <a:cubicBezTo>
                    <a:pt x="7889" y="8503"/>
                    <a:pt x="7910" y="8566"/>
                    <a:pt x="7973" y="8629"/>
                  </a:cubicBezTo>
                  <a:cubicBezTo>
                    <a:pt x="7979" y="8635"/>
                    <a:pt x="7985" y="8638"/>
                    <a:pt x="7990" y="8638"/>
                  </a:cubicBezTo>
                  <a:cubicBezTo>
                    <a:pt x="8002" y="8638"/>
                    <a:pt x="8009" y="8623"/>
                    <a:pt x="7994" y="8608"/>
                  </a:cubicBezTo>
                  <a:cubicBezTo>
                    <a:pt x="7952" y="8503"/>
                    <a:pt x="7889" y="8399"/>
                    <a:pt x="7868" y="8294"/>
                  </a:cubicBezTo>
                  <a:cubicBezTo>
                    <a:pt x="7868" y="8273"/>
                    <a:pt x="7853" y="8263"/>
                    <a:pt x="7837" y="8263"/>
                  </a:cubicBezTo>
                  <a:cubicBezTo>
                    <a:pt x="7821" y="8263"/>
                    <a:pt x="7805" y="8273"/>
                    <a:pt x="7805" y="8294"/>
                  </a:cubicBezTo>
                  <a:lnTo>
                    <a:pt x="7805" y="8315"/>
                  </a:lnTo>
                  <a:cubicBezTo>
                    <a:pt x="7785" y="8231"/>
                    <a:pt x="7764" y="8127"/>
                    <a:pt x="7764" y="8043"/>
                  </a:cubicBezTo>
                  <a:cubicBezTo>
                    <a:pt x="7764" y="8001"/>
                    <a:pt x="7785" y="7938"/>
                    <a:pt x="7805" y="7897"/>
                  </a:cubicBezTo>
                  <a:lnTo>
                    <a:pt x="7889" y="7980"/>
                  </a:lnTo>
                  <a:cubicBezTo>
                    <a:pt x="7892" y="7983"/>
                    <a:pt x="7895" y="7985"/>
                    <a:pt x="7899" y="7985"/>
                  </a:cubicBezTo>
                  <a:cubicBezTo>
                    <a:pt x="7921" y="7985"/>
                    <a:pt x="7952" y="7936"/>
                    <a:pt x="7952" y="7918"/>
                  </a:cubicBezTo>
                  <a:lnTo>
                    <a:pt x="7910" y="7875"/>
                  </a:lnTo>
                  <a:lnTo>
                    <a:pt x="7910" y="7875"/>
                  </a:lnTo>
                  <a:cubicBezTo>
                    <a:pt x="7896" y="7876"/>
                    <a:pt x="7883" y="7876"/>
                    <a:pt x="7868" y="7876"/>
                  </a:cubicBezTo>
                  <a:lnTo>
                    <a:pt x="7868" y="7813"/>
                  </a:lnTo>
                  <a:cubicBezTo>
                    <a:pt x="7868" y="7796"/>
                    <a:pt x="7868" y="7793"/>
                    <a:pt x="7858" y="7792"/>
                  </a:cubicBezTo>
                  <a:lnTo>
                    <a:pt x="7858" y="7792"/>
                  </a:lnTo>
                  <a:cubicBezTo>
                    <a:pt x="7921" y="7794"/>
                    <a:pt x="8019" y="7814"/>
                    <a:pt x="8098" y="7834"/>
                  </a:cubicBezTo>
                  <a:cubicBezTo>
                    <a:pt x="8091" y="7837"/>
                    <a:pt x="8085" y="7841"/>
                    <a:pt x="8078" y="7843"/>
                  </a:cubicBezTo>
                  <a:lnTo>
                    <a:pt x="8078" y="7843"/>
                  </a:lnTo>
                  <a:cubicBezTo>
                    <a:pt x="8107" y="7852"/>
                    <a:pt x="8135" y="7863"/>
                    <a:pt x="8161" y="7876"/>
                  </a:cubicBezTo>
                  <a:lnTo>
                    <a:pt x="8182" y="7897"/>
                  </a:lnTo>
                  <a:lnTo>
                    <a:pt x="8203" y="7897"/>
                  </a:lnTo>
                  <a:cubicBezTo>
                    <a:pt x="8266" y="7918"/>
                    <a:pt x="8287" y="7938"/>
                    <a:pt x="8329" y="7980"/>
                  </a:cubicBezTo>
                  <a:cubicBezTo>
                    <a:pt x="8335" y="7983"/>
                    <a:pt x="8340" y="7985"/>
                    <a:pt x="8345" y="7985"/>
                  </a:cubicBezTo>
                  <a:cubicBezTo>
                    <a:pt x="8376" y="7985"/>
                    <a:pt x="8388" y="7938"/>
                    <a:pt x="8370" y="7938"/>
                  </a:cubicBezTo>
                  <a:cubicBezTo>
                    <a:pt x="8308" y="7897"/>
                    <a:pt x="8266" y="7876"/>
                    <a:pt x="8182" y="7834"/>
                  </a:cubicBezTo>
                  <a:cubicBezTo>
                    <a:pt x="8106" y="7777"/>
                    <a:pt x="8030" y="7720"/>
                    <a:pt x="7939" y="7694"/>
                  </a:cubicBezTo>
                  <a:lnTo>
                    <a:pt x="7939" y="7694"/>
                  </a:lnTo>
                  <a:cubicBezTo>
                    <a:pt x="7901" y="7708"/>
                    <a:pt x="7869" y="7719"/>
                    <a:pt x="7847" y="7729"/>
                  </a:cubicBezTo>
                  <a:cubicBezTo>
                    <a:pt x="7805" y="7729"/>
                    <a:pt x="7785" y="7729"/>
                    <a:pt x="7764" y="7771"/>
                  </a:cubicBezTo>
                  <a:lnTo>
                    <a:pt x="7680" y="7687"/>
                  </a:lnTo>
                  <a:lnTo>
                    <a:pt x="7680" y="7666"/>
                  </a:lnTo>
                  <a:cubicBezTo>
                    <a:pt x="7697" y="7632"/>
                    <a:pt x="7672" y="7598"/>
                    <a:pt x="7651" y="7598"/>
                  </a:cubicBezTo>
                  <a:cubicBezTo>
                    <a:pt x="7646" y="7598"/>
                    <a:pt x="7642" y="7600"/>
                    <a:pt x="7638" y="7604"/>
                  </a:cubicBezTo>
                  <a:lnTo>
                    <a:pt x="7596" y="7583"/>
                  </a:lnTo>
                  <a:cubicBezTo>
                    <a:pt x="7659" y="7562"/>
                    <a:pt x="7701" y="7520"/>
                    <a:pt x="7743" y="7520"/>
                  </a:cubicBezTo>
                  <a:lnTo>
                    <a:pt x="7764" y="7562"/>
                  </a:lnTo>
                  <a:cubicBezTo>
                    <a:pt x="7743" y="7562"/>
                    <a:pt x="7701" y="7562"/>
                    <a:pt x="7701" y="7583"/>
                  </a:cubicBezTo>
                  <a:cubicBezTo>
                    <a:pt x="7680" y="7583"/>
                    <a:pt x="7701" y="7625"/>
                    <a:pt x="7743" y="7625"/>
                  </a:cubicBezTo>
                  <a:cubicBezTo>
                    <a:pt x="7786" y="7616"/>
                    <a:pt x="7829" y="7611"/>
                    <a:pt x="7873" y="7611"/>
                  </a:cubicBezTo>
                  <a:cubicBezTo>
                    <a:pt x="7934" y="7611"/>
                    <a:pt x="7995" y="7621"/>
                    <a:pt x="8057" y="7646"/>
                  </a:cubicBezTo>
                  <a:cubicBezTo>
                    <a:pt x="8028" y="7660"/>
                    <a:pt x="7999" y="7672"/>
                    <a:pt x="7972" y="7682"/>
                  </a:cubicBezTo>
                  <a:lnTo>
                    <a:pt x="7972" y="7682"/>
                  </a:lnTo>
                  <a:cubicBezTo>
                    <a:pt x="7975" y="7682"/>
                    <a:pt x="7978" y="7682"/>
                    <a:pt x="7982" y="7682"/>
                  </a:cubicBezTo>
                  <a:cubicBezTo>
                    <a:pt x="8097" y="7682"/>
                    <a:pt x="8196" y="7726"/>
                    <a:pt x="8266" y="7813"/>
                  </a:cubicBezTo>
                  <a:cubicBezTo>
                    <a:pt x="8272" y="7819"/>
                    <a:pt x="8278" y="7822"/>
                    <a:pt x="8284" y="7822"/>
                  </a:cubicBezTo>
                  <a:cubicBezTo>
                    <a:pt x="8297" y="7822"/>
                    <a:pt x="8308" y="7807"/>
                    <a:pt x="8308" y="7792"/>
                  </a:cubicBezTo>
                  <a:cubicBezTo>
                    <a:pt x="8266" y="7708"/>
                    <a:pt x="8203" y="7666"/>
                    <a:pt x="8119" y="7625"/>
                  </a:cubicBezTo>
                  <a:cubicBezTo>
                    <a:pt x="8057" y="7562"/>
                    <a:pt x="7973" y="7520"/>
                    <a:pt x="7868" y="7499"/>
                  </a:cubicBezTo>
                  <a:lnTo>
                    <a:pt x="7868" y="7478"/>
                  </a:lnTo>
                  <a:cubicBezTo>
                    <a:pt x="7952" y="7499"/>
                    <a:pt x="8015" y="7520"/>
                    <a:pt x="8098" y="7583"/>
                  </a:cubicBezTo>
                  <a:cubicBezTo>
                    <a:pt x="8102" y="7587"/>
                    <a:pt x="8108" y="7588"/>
                    <a:pt x="8113" y="7588"/>
                  </a:cubicBezTo>
                  <a:cubicBezTo>
                    <a:pt x="8140" y="7588"/>
                    <a:pt x="8178" y="7554"/>
                    <a:pt x="8161" y="7520"/>
                  </a:cubicBezTo>
                  <a:cubicBezTo>
                    <a:pt x="8119" y="7499"/>
                    <a:pt x="8098" y="7478"/>
                    <a:pt x="8057" y="7457"/>
                  </a:cubicBezTo>
                  <a:cubicBezTo>
                    <a:pt x="8077" y="7457"/>
                    <a:pt x="8077" y="7415"/>
                    <a:pt x="8077" y="7394"/>
                  </a:cubicBezTo>
                  <a:cubicBezTo>
                    <a:pt x="8015" y="7353"/>
                    <a:pt x="7952" y="7290"/>
                    <a:pt x="7868" y="7290"/>
                  </a:cubicBezTo>
                  <a:lnTo>
                    <a:pt x="7847" y="7269"/>
                  </a:lnTo>
                  <a:cubicBezTo>
                    <a:pt x="7785" y="7185"/>
                    <a:pt x="7743" y="7143"/>
                    <a:pt x="7638" y="7143"/>
                  </a:cubicBezTo>
                  <a:cubicBezTo>
                    <a:pt x="7497" y="7020"/>
                    <a:pt x="7327" y="6971"/>
                    <a:pt x="7151" y="6971"/>
                  </a:cubicBezTo>
                  <a:cubicBezTo>
                    <a:pt x="7118" y="6971"/>
                    <a:pt x="7085" y="6973"/>
                    <a:pt x="7052" y="6976"/>
                  </a:cubicBezTo>
                  <a:cubicBezTo>
                    <a:pt x="7031" y="6976"/>
                    <a:pt x="7031" y="6997"/>
                    <a:pt x="7031" y="7039"/>
                  </a:cubicBezTo>
                  <a:cubicBezTo>
                    <a:pt x="6750" y="6757"/>
                    <a:pt x="6468" y="6456"/>
                    <a:pt x="6205" y="6173"/>
                  </a:cubicBezTo>
                  <a:lnTo>
                    <a:pt x="6205" y="6173"/>
                  </a:lnTo>
                  <a:lnTo>
                    <a:pt x="6194" y="6181"/>
                  </a:lnTo>
                  <a:lnTo>
                    <a:pt x="5985" y="5993"/>
                  </a:lnTo>
                  <a:lnTo>
                    <a:pt x="5985" y="5993"/>
                  </a:lnTo>
                  <a:cubicBezTo>
                    <a:pt x="6006" y="5993"/>
                    <a:pt x="6027" y="6014"/>
                    <a:pt x="6069" y="6014"/>
                  </a:cubicBezTo>
                  <a:cubicBezTo>
                    <a:pt x="6090" y="6014"/>
                    <a:pt x="6111" y="5993"/>
                    <a:pt x="6111" y="5951"/>
                  </a:cubicBezTo>
                  <a:lnTo>
                    <a:pt x="6227" y="6067"/>
                  </a:lnTo>
                  <a:lnTo>
                    <a:pt x="6236" y="6055"/>
                  </a:lnTo>
                  <a:cubicBezTo>
                    <a:pt x="6278" y="6097"/>
                    <a:pt x="6299" y="6118"/>
                    <a:pt x="6341" y="6139"/>
                  </a:cubicBezTo>
                  <a:cubicBezTo>
                    <a:pt x="6349" y="6143"/>
                    <a:pt x="6357" y="6145"/>
                    <a:pt x="6364" y="6145"/>
                  </a:cubicBezTo>
                  <a:cubicBezTo>
                    <a:pt x="6396" y="6145"/>
                    <a:pt x="6421" y="6114"/>
                    <a:pt x="6404" y="6097"/>
                  </a:cubicBezTo>
                  <a:cubicBezTo>
                    <a:pt x="5985" y="5616"/>
                    <a:pt x="5504" y="5177"/>
                    <a:pt x="5064" y="4758"/>
                  </a:cubicBezTo>
                  <a:cubicBezTo>
                    <a:pt x="5058" y="4752"/>
                    <a:pt x="5054" y="4749"/>
                    <a:pt x="5051" y="4749"/>
                  </a:cubicBezTo>
                  <a:cubicBezTo>
                    <a:pt x="5044" y="4749"/>
                    <a:pt x="5044" y="4764"/>
                    <a:pt x="5044" y="4779"/>
                  </a:cubicBezTo>
                  <a:cubicBezTo>
                    <a:pt x="5165" y="4941"/>
                    <a:pt x="5287" y="5084"/>
                    <a:pt x="5447" y="5207"/>
                  </a:cubicBezTo>
                  <a:lnTo>
                    <a:pt x="5447" y="5207"/>
                  </a:lnTo>
                  <a:cubicBezTo>
                    <a:pt x="5420" y="5190"/>
                    <a:pt x="5375" y="5173"/>
                    <a:pt x="5357" y="5156"/>
                  </a:cubicBezTo>
                  <a:cubicBezTo>
                    <a:pt x="5295" y="5114"/>
                    <a:pt x="5274" y="5072"/>
                    <a:pt x="5232" y="5051"/>
                  </a:cubicBezTo>
                  <a:lnTo>
                    <a:pt x="5190" y="5051"/>
                  </a:lnTo>
                  <a:cubicBezTo>
                    <a:pt x="5169" y="5051"/>
                    <a:pt x="5148" y="5051"/>
                    <a:pt x="5148" y="5072"/>
                  </a:cubicBezTo>
                  <a:lnTo>
                    <a:pt x="5044" y="4967"/>
                  </a:lnTo>
                  <a:cubicBezTo>
                    <a:pt x="5064" y="4946"/>
                    <a:pt x="5085" y="4905"/>
                    <a:pt x="5085" y="4884"/>
                  </a:cubicBezTo>
                  <a:cubicBezTo>
                    <a:pt x="5115" y="4869"/>
                    <a:pt x="5103" y="4854"/>
                    <a:pt x="5086" y="4854"/>
                  </a:cubicBezTo>
                  <a:cubicBezTo>
                    <a:pt x="5079" y="4854"/>
                    <a:pt x="5071" y="4857"/>
                    <a:pt x="5064" y="4863"/>
                  </a:cubicBezTo>
                  <a:cubicBezTo>
                    <a:pt x="5044" y="4884"/>
                    <a:pt x="5023" y="4905"/>
                    <a:pt x="4981" y="4905"/>
                  </a:cubicBezTo>
                  <a:lnTo>
                    <a:pt x="4018" y="3942"/>
                  </a:lnTo>
                  <a:cubicBezTo>
                    <a:pt x="3098" y="3021"/>
                    <a:pt x="2219" y="2080"/>
                    <a:pt x="1277" y="1180"/>
                  </a:cubicBezTo>
                  <a:lnTo>
                    <a:pt x="1298" y="1138"/>
                  </a:lnTo>
                  <a:cubicBezTo>
                    <a:pt x="1382" y="1076"/>
                    <a:pt x="1403" y="971"/>
                    <a:pt x="1403" y="887"/>
                  </a:cubicBezTo>
                  <a:cubicBezTo>
                    <a:pt x="1424" y="678"/>
                    <a:pt x="1319" y="469"/>
                    <a:pt x="1194" y="343"/>
                  </a:cubicBezTo>
                  <a:cubicBezTo>
                    <a:pt x="1187" y="330"/>
                    <a:pt x="1181" y="325"/>
                    <a:pt x="1175" y="325"/>
                  </a:cubicBezTo>
                  <a:cubicBezTo>
                    <a:pt x="1164" y="325"/>
                    <a:pt x="1158" y="350"/>
                    <a:pt x="1173" y="364"/>
                  </a:cubicBezTo>
                  <a:cubicBezTo>
                    <a:pt x="1215" y="406"/>
                    <a:pt x="1277" y="490"/>
                    <a:pt x="1298" y="573"/>
                  </a:cubicBezTo>
                  <a:cubicBezTo>
                    <a:pt x="1277" y="511"/>
                    <a:pt x="1215" y="490"/>
                    <a:pt x="1194" y="469"/>
                  </a:cubicBezTo>
                  <a:lnTo>
                    <a:pt x="1194" y="448"/>
                  </a:lnTo>
                  <a:lnTo>
                    <a:pt x="1173" y="448"/>
                  </a:lnTo>
                  <a:cubicBezTo>
                    <a:pt x="1155" y="411"/>
                    <a:pt x="1105" y="407"/>
                    <a:pt x="1078" y="392"/>
                  </a:cubicBezTo>
                  <a:lnTo>
                    <a:pt x="1078" y="392"/>
                  </a:lnTo>
                  <a:cubicBezTo>
                    <a:pt x="1104" y="397"/>
                    <a:pt x="1129" y="401"/>
                    <a:pt x="1152" y="406"/>
                  </a:cubicBezTo>
                  <a:cubicBezTo>
                    <a:pt x="1173" y="406"/>
                    <a:pt x="1194" y="385"/>
                    <a:pt x="1152" y="364"/>
                  </a:cubicBezTo>
                  <a:cubicBezTo>
                    <a:pt x="838" y="260"/>
                    <a:pt x="482" y="155"/>
                    <a:pt x="147" y="71"/>
                  </a:cubicBezTo>
                  <a:lnTo>
                    <a:pt x="106" y="8"/>
                  </a:lnTo>
                  <a:cubicBezTo>
                    <a:pt x="94" y="3"/>
                    <a:pt x="83" y="0"/>
                    <a:pt x="73"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5036" name="Shape 5036"/>
        <p:cNvGrpSpPr/>
        <p:nvPr/>
      </p:nvGrpSpPr>
      <p:grpSpPr>
        <a:xfrm>
          <a:off x="0" y="0"/>
          <a:ext cx="0" cy="0"/>
          <a:chOff x="0" y="0"/>
          <a:chExt cx="0" cy="0"/>
        </a:xfrm>
      </p:grpSpPr>
      <p:sp>
        <p:nvSpPr>
          <p:cNvPr id="5037" name="Google Shape;5037;p51"/>
          <p:cNvSpPr txBox="1"/>
          <p:nvPr>
            <p:ph type="subTitle" idx="1"/>
          </p:nvPr>
        </p:nvSpPr>
        <p:spPr>
          <a:xfrm>
            <a:off x="938500" y="3474325"/>
            <a:ext cx="2173200" cy="881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Mercury is</a:t>
            </a:r>
            <a:r>
              <a:rPr lang="en-GB"/>
              <a:t> the closest planet to the Sun and the smallest one of them all</a:t>
            </a:r>
            <a:endParaRPr lang="en-GB"/>
          </a:p>
        </p:txBody>
      </p:sp>
      <p:sp>
        <p:nvSpPr>
          <p:cNvPr id="5038" name="Google Shape;5038;p51"/>
          <p:cNvSpPr txBox="1"/>
          <p:nvPr>
            <p:ph type="subTitle" idx="2"/>
          </p:nvPr>
        </p:nvSpPr>
        <p:spPr>
          <a:xfrm>
            <a:off x="938500" y="2977300"/>
            <a:ext cx="2173200" cy="5055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GB"/>
              <a:t>Mercury</a:t>
            </a:r>
            <a:endParaRPr lang="en-GB"/>
          </a:p>
        </p:txBody>
      </p:sp>
      <p:sp>
        <p:nvSpPr>
          <p:cNvPr id="5039" name="Google Shape;5039;p51"/>
          <p:cNvSpPr txBox="1"/>
          <p:nvPr>
            <p:ph type="subTitle" idx="4"/>
          </p:nvPr>
        </p:nvSpPr>
        <p:spPr>
          <a:xfrm>
            <a:off x="3485400" y="3474325"/>
            <a:ext cx="2173200" cy="881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Venus has a beautiful name and is the second planet from the Sun</a:t>
            </a:r>
            <a:endParaRPr lang="en-GB"/>
          </a:p>
        </p:txBody>
      </p:sp>
      <p:sp>
        <p:nvSpPr>
          <p:cNvPr id="5040" name="Google Shape;5040;p51"/>
          <p:cNvSpPr txBox="1"/>
          <p:nvPr>
            <p:ph type="subTitle" idx="5"/>
          </p:nvPr>
        </p:nvSpPr>
        <p:spPr>
          <a:xfrm>
            <a:off x="3485400" y="2977300"/>
            <a:ext cx="2173200" cy="5055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GB"/>
              <a:t>Venus</a:t>
            </a:r>
            <a:endParaRPr lang="en-GB"/>
          </a:p>
        </p:txBody>
      </p:sp>
      <p:sp>
        <p:nvSpPr>
          <p:cNvPr id="5041" name="Google Shape;5041;p51"/>
          <p:cNvSpPr txBox="1"/>
          <p:nvPr>
            <p:ph type="subTitle" idx="7"/>
          </p:nvPr>
        </p:nvSpPr>
        <p:spPr>
          <a:xfrm>
            <a:off x="6032300" y="3474325"/>
            <a:ext cx="2173200" cy="881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Despite being red, Mars is actually a cold place. It’s full of iron oxide dust</a:t>
            </a:r>
            <a:endParaRPr lang="en-GB"/>
          </a:p>
        </p:txBody>
      </p:sp>
      <p:sp>
        <p:nvSpPr>
          <p:cNvPr id="5042" name="Google Shape;5042;p51"/>
          <p:cNvSpPr txBox="1"/>
          <p:nvPr>
            <p:ph type="subTitle" idx="8"/>
          </p:nvPr>
        </p:nvSpPr>
        <p:spPr>
          <a:xfrm>
            <a:off x="6032300" y="2977300"/>
            <a:ext cx="2173200" cy="5055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GB"/>
              <a:t>Mars</a:t>
            </a:r>
            <a:endParaRPr lang="en-GB"/>
          </a:p>
        </p:txBody>
      </p:sp>
      <p:sp>
        <p:nvSpPr>
          <p:cNvPr id="5043" name="Google Shape;5043;p51"/>
          <p:cNvSpPr/>
          <p:nvPr/>
        </p:nvSpPr>
        <p:spPr>
          <a:xfrm>
            <a:off x="1333825" y="1319425"/>
            <a:ext cx="1382829" cy="1382829"/>
          </a:xfrm>
          <a:prstGeom prst="donut">
            <a:avLst>
              <a:gd name="adj" fmla="val 11930"/>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44" name="Google Shape;5044;p51"/>
          <p:cNvSpPr/>
          <p:nvPr/>
        </p:nvSpPr>
        <p:spPr>
          <a:xfrm flipH="1">
            <a:off x="1326302" y="1311800"/>
            <a:ext cx="1397700" cy="1397700"/>
          </a:xfrm>
          <a:prstGeom prst="blockArc">
            <a:avLst>
              <a:gd name="adj1" fmla="val 10798115"/>
              <a:gd name="adj2" fmla="val 16256715"/>
              <a:gd name="adj3" fmla="val 12710"/>
            </a:avLst>
          </a:prstGeom>
          <a:solidFill>
            <a:schemeClr val="dk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45" name="Google Shape;5045;p51"/>
          <p:cNvSpPr/>
          <p:nvPr/>
        </p:nvSpPr>
        <p:spPr>
          <a:xfrm>
            <a:off x="3880725" y="1319425"/>
            <a:ext cx="1382829" cy="1382829"/>
          </a:xfrm>
          <a:prstGeom prst="donut">
            <a:avLst>
              <a:gd name="adj" fmla="val 11930"/>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46" name="Google Shape;5046;p51"/>
          <p:cNvSpPr/>
          <p:nvPr/>
        </p:nvSpPr>
        <p:spPr>
          <a:xfrm flipH="1">
            <a:off x="3873100" y="1311800"/>
            <a:ext cx="1397802" cy="1397802"/>
          </a:xfrm>
          <a:prstGeom prst="blockArc">
            <a:avLst>
              <a:gd name="adj1" fmla="val 5400645"/>
              <a:gd name="adj2" fmla="val 16256715"/>
              <a:gd name="adj3" fmla="val 12710"/>
            </a:avLst>
          </a:prstGeom>
          <a:solidFill>
            <a:schemeClr val="dk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47" name="Google Shape;5047;p51"/>
          <p:cNvSpPr/>
          <p:nvPr/>
        </p:nvSpPr>
        <p:spPr>
          <a:xfrm>
            <a:off x="6427625" y="1319425"/>
            <a:ext cx="1382829" cy="1382829"/>
          </a:xfrm>
          <a:prstGeom prst="donut">
            <a:avLst>
              <a:gd name="adj" fmla="val 11930"/>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48" name="Google Shape;5048;p51"/>
          <p:cNvSpPr/>
          <p:nvPr/>
        </p:nvSpPr>
        <p:spPr>
          <a:xfrm flipH="1">
            <a:off x="6420000" y="1311800"/>
            <a:ext cx="1397802" cy="1397802"/>
          </a:xfrm>
          <a:prstGeom prst="blockArc">
            <a:avLst>
              <a:gd name="adj1" fmla="val 26082"/>
              <a:gd name="adj2" fmla="val 16256715"/>
              <a:gd name="adj3" fmla="val 12710"/>
            </a:avLst>
          </a:prstGeom>
          <a:solidFill>
            <a:schemeClr val="dk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49" name="Google Shape;5049;p51"/>
          <p:cNvSpPr txBox="1"/>
          <p:nvPr>
            <p:ph type="title" idx="9"/>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L</a:t>
            </a:r>
            <a:r>
              <a:rPr lang="en-GB"/>
              <a:t>et’s use some percentages</a:t>
            </a:r>
            <a:endParaRPr lang="en-GB"/>
          </a:p>
        </p:txBody>
      </p:sp>
      <p:sp>
        <p:nvSpPr>
          <p:cNvPr id="5050" name="Google Shape;5050;p51"/>
          <p:cNvSpPr txBox="1"/>
          <p:nvPr>
            <p:ph type="title" idx="3"/>
          </p:nvPr>
        </p:nvSpPr>
        <p:spPr>
          <a:xfrm>
            <a:off x="4033775" y="1807300"/>
            <a:ext cx="1067100" cy="406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GB"/>
              <a:t>50%</a:t>
            </a:r>
            <a:endParaRPr lang="en-GB"/>
          </a:p>
        </p:txBody>
      </p:sp>
      <p:sp>
        <p:nvSpPr>
          <p:cNvPr id="5051" name="Google Shape;5051;p51"/>
          <p:cNvSpPr txBox="1"/>
          <p:nvPr>
            <p:ph type="title" idx="6"/>
          </p:nvPr>
        </p:nvSpPr>
        <p:spPr>
          <a:xfrm>
            <a:off x="6593525" y="1807300"/>
            <a:ext cx="1067100" cy="406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GB"/>
              <a:t>75%</a:t>
            </a:r>
            <a:endParaRPr lang="en-GB"/>
          </a:p>
        </p:txBody>
      </p:sp>
      <p:sp>
        <p:nvSpPr>
          <p:cNvPr id="5052" name="Google Shape;5052;p51"/>
          <p:cNvSpPr txBox="1"/>
          <p:nvPr>
            <p:ph type="title"/>
          </p:nvPr>
        </p:nvSpPr>
        <p:spPr>
          <a:xfrm>
            <a:off x="1483375" y="1807300"/>
            <a:ext cx="1067100" cy="406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GB"/>
              <a:t>25%</a:t>
            </a:r>
            <a:endParaRPr lang="en-GB"/>
          </a:p>
        </p:txBody>
      </p:sp>
      <p:sp>
        <p:nvSpPr>
          <p:cNvPr id="5053" name="Google Shape;5053;p51"/>
          <p:cNvSpPr/>
          <p:nvPr/>
        </p:nvSpPr>
        <p:spPr>
          <a:xfrm>
            <a:off x="0" y="3776396"/>
            <a:ext cx="450464" cy="91104"/>
          </a:xfrm>
          <a:custGeom>
            <a:avLst/>
            <a:gdLst/>
            <a:ahLst/>
            <a:cxnLst/>
            <a:rect l="l" t="t" r="r" b="b"/>
            <a:pathLst>
              <a:path w="21296" h="4307" extrusionOk="0">
                <a:moveTo>
                  <a:pt x="13664" y="1"/>
                </a:moveTo>
                <a:cubicBezTo>
                  <a:pt x="13660" y="1"/>
                  <a:pt x="13656" y="9"/>
                  <a:pt x="13656" y="29"/>
                </a:cubicBezTo>
                <a:lnTo>
                  <a:pt x="13623" y="63"/>
                </a:lnTo>
                <a:lnTo>
                  <a:pt x="13523" y="129"/>
                </a:lnTo>
                <a:lnTo>
                  <a:pt x="13356" y="296"/>
                </a:lnTo>
                <a:lnTo>
                  <a:pt x="13089" y="596"/>
                </a:lnTo>
                <a:cubicBezTo>
                  <a:pt x="12956" y="730"/>
                  <a:pt x="12822" y="796"/>
                  <a:pt x="12689" y="897"/>
                </a:cubicBezTo>
                <a:cubicBezTo>
                  <a:pt x="12589" y="1030"/>
                  <a:pt x="12456" y="1097"/>
                  <a:pt x="12322" y="1197"/>
                </a:cubicBezTo>
                <a:lnTo>
                  <a:pt x="11955" y="1430"/>
                </a:lnTo>
                <a:cubicBezTo>
                  <a:pt x="11455" y="1764"/>
                  <a:pt x="10854" y="1931"/>
                  <a:pt x="10321" y="2064"/>
                </a:cubicBezTo>
                <a:cubicBezTo>
                  <a:pt x="9912" y="2153"/>
                  <a:pt x="9465" y="2204"/>
                  <a:pt x="9003" y="2204"/>
                </a:cubicBezTo>
                <a:cubicBezTo>
                  <a:pt x="8257" y="2204"/>
                  <a:pt x="7472" y="2073"/>
                  <a:pt x="6751" y="1764"/>
                </a:cubicBezTo>
                <a:cubicBezTo>
                  <a:pt x="6451" y="1697"/>
                  <a:pt x="6184" y="1530"/>
                  <a:pt x="5918" y="1364"/>
                </a:cubicBezTo>
                <a:lnTo>
                  <a:pt x="5517" y="1097"/>
                </a:lnTo>
                <a:lnTo>
                  <a:pt x="5350" y="930"/>
                </a:lnTo>
                <a:lnTo>
                  <a:pt x="5017" y="630"/>
                </a:lnTo>
                <a:cubicBezTo>
                  <a:pt x="4917" y="563"/>
                  <a:pt x="4817" y="430"/>
                  <a:pt x="4683" y="363"/>
                </a:cubicBezTo>
                <a:lnTo>
                  <a:pt x="4483" y="763"/>
                </a:lnTo>
                <a:cubicBezTo>
                  <a:pt x="4416" y="963"/>
                  <a:pt x="4283" y="1130"/>
                  <a:pt x="4183" y="1364"/>
                </a:cubicBezTo>
                <a:lnTo>
                  <a:pt x="3949" y="1730"/>
                </a:lnTo>
                <a:cubicBezTo>
                  <a:pt x="3849" y="1797"/>
                  <a:pt x="3783" y="1964"/>
                  <a:pt x="3683" y="2064"/>
                </a:cubicBezTo>
                <a:cubicBezTo>
                  <a:pt x="2982" y="2931"/>
                  <a:pt x="2015" y="3398"/>
                  <a:pt x="1348" y="3632"/>
                </a:cubicBezTo>
                <a:cubicBezTo>
                  <a:pt x="1181" y="3732"/>
                  <a:pt x="1014" y="3765"/>
                  <a:pt x="914" y="3799"/>
                </a:cubicBezTo>
                <a:cubicBezTo>
                  <a:pt x="747" y="3865"/>
                  <a:pt x="614" y="3865"/>
                  <a:pt x="514" y="3899"/>
                </a:cubicBezTo>
                <a:cubicBezTo>
                  <a:pt x="347" y="3899"/>
                  <a:pt x="247" y="3932"/>
                  <a:pt x="247" y="3932"/>
                </a:cubicBezTo>
                <a:cubicBezTo>
                  <a:pt x="0" y="3963"/>
                  <a:pt x="10" y="4306"/>
                  <a:pt x="223" y="4306"/>
                </a:cubicBezTo>
                <a:cubicBezTo>
                  <a:pt x="241" y="4306"/>
                  <a:pt x="260" y="4304"/>
                  <a:pt x="280" y="4299"/>
                </a:cubicBezTo>
                <a:cubicBezTo>
                  <a:pt x="280" y="4299"/>
                  <a:pt x="414" y="4299"/>
                  <a:pt x="614" y="4266"/>
                </a:cubicBezTo>
                <a:cubicBezTo>
                  <a:pt x="680" y="4232"/>
                  <a:pt x="814" y="4232"/>
                  <a:pt x="981" y="4199"/>
                </a:cubicBezTo>
                <a:cubicBezTo>
                  <a:pt x="1114" y="4132"/>
                  <a:pt x="1281" y="4099"/>
                  <a:pt x="1481" y="4065"/>
                </a:cubicBezTo>
                <a:cubicBezTo>
                  <a:pt x="2182" y="3799"/>
                  <a:pt x="3282" y="3365"/>
                  <a:pt x="4116" y="2398"/>
                </a:cubicBezTo>
                <a:cubicBezTo>
                  <a:pt x="4250" y="2264"/>
                  <a:pt x="4316" y="2131"/>
                  <a:pt x="4416" y="2031"/>
                </a:cubicBezTo>
                <a:cubicBezTo>
                  <a:pt x="4483" y="1897"/>
                  <a:pt x="4617" y="1730"/>
                  <a:pt x="4683" y="1597"/>
                </a:cubicBezTo>
                <a:lnTo>
                  <a:pt x="4817" y="1397"/>
                </a:lnTo>
                <a:lnTo>
                  <a:pt x="4850" y="1364"/>
                </a:lnTo>
                <a:lnTo>
                  <a:pt x="4917" y="1297"/>
                </a:lnTo>
                <a:lnTo>
                  <a:pt x="4950" y="1364"/>
                </a:lnTo>
                <a:lnTo>
                  <a:pt x="4984" y="1397"/>
                </a:lnTo>
                <a:cubicBezTo>
                  <a:pt x="5084" y="1430"/>
                  <a:pt x="5117" y="1530"/>
                  <a:pt x="5184" y="1564"/>
                </a:cubicBezTo>
                <a:lnTo>
                  <a:pt x="5617" y="1864"/>
                </a:lnTo>
                <a:cubicBezTo>
                  <a:pt x="5918" y="2031"/>
                  <a:pt x="6184" y="2231"/>
                  <a:pt x="6518" y="2364"/>
                </a:cubicBezTo>
                <a:cubicBezTo>
                  <a:pt x="7371" y="2748"/>
                  <a:pt x="8278" y="2914"/>
                  <a:pt x="9135" y="2914"/>
                </a:cubicBezTo>
                <a:cubicBezTo>
                  <a:pt x="9619" y="2914"/>
                  <a:pt x="10087" y="2861"/>
                  <a:pt x="10521" y="2765"/>
                </a:cubicBezTo>
                <a:cubicBezTo>
                  <a:pt x="11121" y="2598"/>
                  <a:pt x="11788" y="2398"/>
                  <a:pt x="12355" y="2064"/>
                </a:cubicBezTo>
                <a:cubicBezTo>
                  <a:pt x="12522" y="1964"/>
                  <a:pt x="12656" y="1864"/>
                  <a:pt x="12822" y="1764"/>
                </a:cubicBezTo>
                <a:cubicBezTo>
                  <a:pt x="12956" y="1630"/>
                  <a:pt x="13123" y="1564"/>
                  <a:pt x="13256" y="1430"/>
                </a:cubicBezTo>
                <a:cubicBezTo>
                  <a:pt x="13423" y="1364"/>
                  <a:pt x="13523" y="1230"/>
                  <a:pt x="13656" y="1097"/>
                </a:cubicBezTo>
                <a:lnTo>
                  <a:pt x="13690" y="1063"/>
                </a:lnTo>
                <a:lnTo>
                  <a:pt x="13790" y="1197"/>
                </a:lnTo>
                <a:lnTo>
                  <a:pt x="14123" y="1564"/>
                </a:lnTo>
                <a:lnTo>
                  <a:pt x="14490" y="1931"/>
                </a:lnTo>
                <a:cubicBezTo>
                  <a:pt x="14624" y="2064"/>
                  <a:pt x="14791" y="2131"/>
                  <a:pt x="14924" y="2264"/>
                </a:cubicBezTo>
                <a:cubicBezTo>
                  <a:pt x="15491" y="2631"/>
                  <a:pt x="16125" y="2898"/>
                  <a:pt x="16759" y="3065"/>
                </a:cubicBezTo>
                <a:cubicBezTo>
                  <a:pt x="17387" y="3222"/>
                  <a:pt x="17997" y="3269"/>
                  <a:pt x="18541" y="3269"/>
                </a:cubicBezTo>
                <a:cubicBezTo>
                  <a:pt x="19037" y="3269"/>
                  <a:pt x="19478" y="3230"/>
                  <a:pt x="19827" y="3198"/>
                </a:cubicBezTo>
                <a:cubicBezTo>
                  <a:pt x="20595" y="3098"/>
                  <a:pt x="21028" y="3031"/>
                  <a:pt x="21028" y="3031"/>
                </a:cubicBezTo>
                <a:cubicBezTo>
                  <a:pt x="21295" y="2965"/>
                  <a:pt x="21195" y="2698"/>
                  <a:pt x="20995" y="2598"/>
                </a:cubicBezTo>
                <a:cubicBezTo>
                  <a:pt x="20995" y="2598"/>
                  <a:pt x="20528" y="2698"/>
                  <a:pt x="19794" y="2731"/>
                </a:cubicBezTo>
                <a:cubicBezTo>
                  <a:pt x="19602" y="2740"/>
                  <a:pt x="19394" y="2746"/>
                  <a:pt x="19171" y="2746"/>
                </a:cubicBezTo>
                <a:cubicBezTo>
                  <a:pt x="18504" y="2746"/>
                  <a:pt x="17709" y="2689"/>
                  <a:pt x="16859" y="2464"/>
                </a:cubicBezTo>
                <a:cubicBezTo>
                  <a:pt x="16292" y="2364"/>
                  <a:pt x="15758" y="2097"/>
                  <a:pt x="15258" y="1730"/>
                </a:cubicBezTo>
                <a:cubicBezTo>
                  <a:pt x="15124" y="1630"/>
                  <a:pt x="14991" y="1530"/>
                  <a:pt x="14857" y="1430"/>
                </a:cubicBezTo>
                <a:lnTo>
                  <a:pt x="14524" y="1097"/>
                </a:lnTo>
                <a:cubicBezTo>
                  <a:pt x="14424" y="963"/>
                  <a:pt x="14324" y="897"/>
                  <a:pt x="14190" y="730"/>
                </a:cubicBezTo>
                <a:lnTo>
                  <a:pt x="13690" y="63"/>
                </a:lnTo>
                <a:cubicBezTo>
                  <a:pt x="13690" y="40"/>
                  <a:pt x="13674" y="1"/>
                  <a:pt x="13664"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54" name="Google Shape;5054;p51"/>
          <p:cNvSpPr/>
          <p:nvPr/>
        </p:nvSpPr>
        <p:spPr>
          <a:xfrm>
            <a:off x="8770579" y="3474326"/>
            <a:ext cx="218759" cy="84673"/>
          </a:xfrm>
          <a:custGeom>
            <a:avLst/>
            <a:gdLst/>
            <a:ahLst/>
            <a:cxnLst/>
            <a:rect l="l" t="t" r="r" b="b"/>
            <a:pathLst>
              <a:path w="10342" h="4003" extrusionOk="0">
                <a:moveTo>
                  <a:pt x="5338" y="0"/>
                </a:moveTo>
                <a:lnTo>
                  <a:pt x="5304" y="33"/>
                </a:lnTo>
                <a:lnTo>
                  <a:pt x="5171" y="234"/>
                </a:lnTo>
                <a:cubicBezTo>
                  <a:pt x="5004" y="500"/>
                  <a:pt x="4904" y="734"/>
                  <a:pt x="4737" y="1034"/>
                </a:cubicBezTo>
                <a:cubicBezTo>
                  <a:pt x="4670" y="1134"/>
                  <a:pt x="4637" y="1168"/>
                  <a:pt x="4604" y="1234"/>
                </a:cubicBezTo>
                <a:lnTo>
                  <a:pt x="4470" y="1468"/>
                </a:lnTo>
                <a:cubicBezTo>
                  <a:pt x="4404" y="1635"/>
                  <a:pt x="4270" y="1735"/>
                  <a:pt x="4170" y="1868"/>
                </a:cubicBezTo>
                <a:cubicBezTo>
                  <a:pt x="4103" y="2002"/>
                  <a:pt x="3970" y="2135"/>
                  <a:pt x="3837" y="2235"/>
                </a:cubicBezTo>
                <a:cubicBezTo>
                  <a:pt x="3636" y="2502"/>
                  <a:pt x="3336" y="2669"/>
                  <a:pt x="3103" y="2869"/>
                </a:cubicBezTo>
                <a:cubicBezTo>
                  <a:pt x="2969" y="2969"/>
                  <a:pt x="2802" y="3002"/>
                  <a:pt x="2669" y="3069"/>
                </a:cubicBezTo>
                <a:cubicBezTo>
                  <a:pt x="2569" y="3136"/>
                  <a:pt x="2436" y="3202"/>
                  <a:pt x="2269" y="3236"/>
                </a:cubicBezTo>
                <a:cubicBezTo>
                  <a:pt x="1969" y="3336"/>
                  <a:pt x="1735" y="3469"/>
                  <a:pt x="1468" y="3469"/>
                </a:cubicBezTo>
                <a:cubicBezTo>
                  <a:pt x="1235" y="3503"/>
                  <a:pt x="1001" y="3536"/>
                  <a:pt x="801" y="3536"/>
                </a:cubicBezTo>
                <a:lnTo>
                  <a:pt x="167" y="3536"/>
                </a:lnTo>
                <a:cubicBezTo>
                  <a:pt x="67" y="3536"/>
                  <a:pt x="0" y="3903"/>
                  <a:pt x="134" y="3903"/>
                </a:cubicBezTo>
                <a:cubicBezTo>
                  <a:pt x="134" y="3903"/>
                  <a:pt x="401" y="3903"/>
                  <a:pt x="801" y="3970"/>
                </a:cubicBezTo>
                <a:cubicBezTo>
                  <a:pt x="1001" y="3970"/>
                  <a:pt x="1268" y="3903"/>
                  <a:pt x="1568" y="3903"/>
                </a:cubicBezTo>
                <a:cubicBezTo>
                  <a:pt x="1835" y="3903"/>
                  <a:pt x="2135" y="3836"/>
                  <a:pt x="2469" y="3736"/>
                </a:cubicBezTo>
                <a:cubicBezTo>
                  <a:pt x="2636" y="3736"/>
                  <a:pt x="2802" y="3669"/>
                  <a:pt x="2969" y="3569"/>
                </a:cubicBezTo>
                <a:lnTo>
                  <a:pt x="3470" y="3336"/>
                </a:lnTo>
                <a:cubicBezTo>
                  <a:pt x="3770" y="3136"/>
                  <a:pt x="4103" y="2969"/>
                  <a:pt x="4337" y="2669"/>
                </a:cubicBezTo>
                <a:cubicBezTo>
                  <a:pt x="4470" y="2502"/>
                  <a:pt x="4604" y="2368"/>
                  <a:pt x="4737" y="2235"/>
                </a:cubicBezTo>
                <a:cubicBezTo>
                  <a:pt x="4837" y="2135"/>
                  <a:pt x="4937" y="1968"/>
                  <a:pt x="5071" y="1835"/>
                </a:cubicBezTo>
                <a:lnTo>
                  <a:pt x="5238" y="1635"/>
                </a:lnTo>
                <a:cubicBezTo>
                  <a:pt x="5271" y="1568"/>
                  <a:pt x="5304" y="1501"/>
                  <a:pt x="5338" y="1401"/>
                </a:cubicBezTo>
                <a:lnTo>
                  <a:pt x="5338" y="1368"/>
                </a:lnTo>
                <a:lnTo>
                  <a:pt x="5471" y="1568"/>
                </a:lnTo>
                <a:cubicBezTo>
                  <a:pt x="5671" y="1868"/>
                  <a:pt x="5938" y="2168"/>
                  <a:pt x="6172" y="2402"/>
                </a:cubicBezTo>
                <a:cubicBezTo>
                  <a:pt x="6672" y="2969"/>
                  <a:pt x="7306" y="3403"/>
                  <a:pt x="7939" y="3669"/>
                </a:cubicBezTo>
                <a:cubicBezTo>
                  <a:pt x="8573" y="3903"/>
                  <a:pt x="9140" y="4003"/>
                  <a:pt x="9574" y="4003"/>
                </a:cubicBezTo>
                <a:cubicBezTo>
                  <a:pt x="9774" y="4003"/>
                  <a:pt x="9941" y="3970"/>
                  <a:pt x="10074" y="3970"/>
                </a:cubicBezTo>
                <a:cubicBezTo>
                  <a:pt x="10174" y="3903"/>
                  <a:pt x="10241" y="3903"/>
                  <a:pt x="10241" y="3903"/>
                </a:cubicBezTo>
                <a:cubicBezTo>
                  <a:pt x="10341" y="3870"/>
                  <a:pt x="10308" y="3569"/>
                  <a:pt x="10241" y="3569"/>
                </a:cubicBezTo>
                <a:lnTo>
                  <a:pt x="10074" y="3569"/>
                </a:lnTo>
                <a:cubicBezTo>
                  <a:pt x="10030" y="3592"/>
                  <a:pt x="9985" y="3599"/>
                  <a:pt x="9938" y="3599"/>
                </a:cubicBezTo>
                <a:cubicBezTo>
                  <a:pt x="9845" y="3599"/>
                  <a:pt x="9741" y="3569"/>
                  <a:pt x="9607" y="3569"/>
                </a:cubicBezTo>
                <a:cubicBezTo>
                  <a:pt x="9240" y="3536"/>
                  <a:pt x="8740" y="3403"/>
                  <a:pt x="8173" y="3169"/>
                </a:cubicBezTo>
                <a:cubicBezTo>
                  <a:pt x="7639" y="2869"/>
                  <a:pt x="7139" y="2469"/>
                  <a:pt x="6672" y="1968"/>
                </a:cubicBezTo>
                <a:cubicBezTo>
                  <a:pt x="6438" y="1701"/>
                  <a:pt x="6272" y="1401"/>
                  <a:pt x="6071" y="1168"/>
                </a:cubicBezTo>
                <a:cubicBezTo>
                  <a:pt x="5971" y="1068"/>
                  <a:pt x="5938" y="1001"/>
                  <a:pt x="5905" y="901"/>
                </a:cubicBezTo>
                <a:cubicBezTo>
                  <a:pt x="5805" y="801"/>
                  <a:pt x="5738" y="634"/>
                  <a:pt x="5638" y="500"/>
                </a:cubicBezTo>
                <a:cubicBezTo>
                  <a:pt x="5571" y="367"/>
                  <a:pt x="5471" y="200"/>
                  <a:pt x="5404" y="67"/>
                </a:cubicBezTo>
                <a:lnTo>
                  <a:pt x="5338" y="0"/>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5058" name="Shape 5058"/>
        <p:cNvGrpSpPr/>
        <p:nvPr/>
      </p:nvGrpSpPr>
      <p:grpSpPr>
        <a:xfrm>
          <a:off x="0" y="0"/>
          <a:ext cx="0" cy="0"/>
          <a:chOff x="0" y="0"/>
          <a:chExt cx="0" cy="0"/>
        </a:xfrm>
      </p:grpSpPr>
      <p:grpSp>
        <p:nvGrpSpPr>
          <p:cNvPr id="5059" name="Google Shape;5059;p52"/>
          <p:cNvGrpSpPr/>
          <p:nvPr/>
        </p:nvGrpSpPr>
        <p:grpSpPr>
          <a:xfrm>
            <a:off x="4565542" y="1249757"/>
            <a:ext cx="3432984" cy="2496295"/>
            <a:chOff x="331763" y="414153"/>
            <a:chExt cx="6903246" cy="5019697"/>
          </a:xfrm>
        </p:grpSpPr>
        <p:sp>
          <p:nvSpPr>
            <p:cNvPr id="5060" name="Google Shape;5060;p52"/>
            <p:cNvSpPr/>
            <p:nvPr/>
          </p:nvSpPr>
          <p:spPr>
            <a:xfrm>
              <a:off x="2953125" y="4725150"/>
              <a:ext cx="1660725" cy="708700"/>
            </a:xfrm>
            <a:custGeom>
              <a:avLst/>
              <a:gdLst/>
              <a:ahLst/>
              <a:cxnLst/>
              <a:rect l="l" t="t" r="r" b="b"/>
              <a:pathLst>
                <a:path w="66429" h="28348" extrusionOk="0">
                  <a:moveTo>
                    <a:pt x="6889" y="1"/>
                  </a:moveTo>
                  <a:lnTo>
                    <a:pt x="1" y="28347"/>
                  </a:lnTo>
                  <a:lnTo>
                    <a:pt x="66429" y="28347"/>
                  </a:lnTo>
                  <a:lnTo>
                    <a:pt x="59475" y="1"/>
                  </a:lnTo>
                  <a:lnTo>
                    <a:pt x="33182" y="464"/>
                  </a:lnTo>
                  <a:lnTo>
                    <a:pt x="6889" y="1"/>
                  </a:lnTo>
                  <a:close/>
                </a:path>
              </a:pathLst>
            </a:custGeom>
            <a:solidFill>
              <a:schemeClr val="dk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61" name="Google Shape;5061;p52"/>
            <p:cNvSpPr/>
            <p:nvPr/>
          </p:nvSpPr>
          <p:spPr>
            <a:xfrm>
              <a:off x="331763" y="414153"/>
              <a:ext cx="6903246" cy="4353879"/>
            </a:xfrm>
            <a:custGeom>
              <a:avLst/>
              <a:gdLst/>
              <a:ahLst/>
              <a:cxnLst/>
              <a:rect l="l" t="t" r="r" b="b"/>
              <a:pathLst>
                <a:path w="248162" h="181204" extrusionOk="0">
                  <a:moveTo>
                    <a:pt x="4636" y="0"/>
                  </a:moveTo>
                  <a:cubicBezTo>
                    <a:pt x="2053" y="0"/>
                    <a:pt x="0" y="2053"/>
                    <a:pt x="0" y="4636"/>
                  </a:cubicBezTo>
                  <a:lnTo>
                    <a:pt x="0" y="176634"/>
                  </a:lnTo>
                  <a:cubicBezTo>
                    <a:pt x="0" y="179151"/>
                    <a:pt x="2053" y="181204"/>
                    <a:pt x="4636" y="181204"/>
                  </a:cubicBezTo>
                  <a:lnTo>
                    <a:pt x="243526" y="181204"/>
                  </a:lnTo>
                  <a:cubicBezTo>
                    <a:pt x="246109" y="181204"/>
                    <a:pt x="248162" y="179151"/>
                    <a:pt x="248162" y="176634"/>
                  </a:cubicBezTo>
                  <a:lnTo>
                    <a:pt x="248162" y="4636"/>
                  </a:lnTo>
                  <a:cubicBezTo>
                    <a:pt x="248162" y="2053"/>
                    <a:pt x="246109" y="0"/>
                    <a:pt x="243526" y="0"/>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62" name="Google Shape;5062;p52"/>
            <p:cNvSpPr/>
            <p:nvPr/>
          </p:nvSpPr>
          <p:spPr>
            <a:xfrm>
              <a:off x="547300" y="600323"/>
              <a:ext cx="6472159" cy="3981525"/>
            </a:xfrm>
            <a:custGeom>
              <a:avLst/>
              <a:gdLst/>
              <a:ahLst/>
              <a:cxnLst/>
              <a:rect l="l" t="t" r="r" b="b"/>
              <a:pathLst>
                <a:path w="232665" h="165707" extrusionOk="0">
                  <a:moveTo>
                    <a:pt x="1" y="1"/>
                  </a:moveTo>
                  <a:lnTo>
                    <a:pt x="1" y="24307"/>
                  </a:lnTo>
                  <a:lnTo>
                    <a:pt x="1" y="165707"/>
                  </a:lnTo>
                  <a:lnTo>
                    <a:pt x="232665" y="165707"/>
                  </a:lnTo>
                  <a:lnTo>
                    <a:pt x="232665" y="121532"/>
                  </a:lnTo>
                  <a:lnTo>
                    <a:pt x="232665" y="1"/>
                  </a:ln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63" name="Google Shape;5063;p52"/>
            <p:cNvSpPr/>
            <p:nvPr/>
          </p:nvSpPr>
          <p:spPr>
            <a:xfrm>
              <a:off x="2772650" y="5206975"/>
              <a:ext cx="2020025" cy="226875"/>
            </a:xfrm>
            <a:custGeom>
              <a:avLst/>
              <a:gdLst/>
              <a:ahLst/>
              <a:cxnLst/>
              <a:rect l="l" t="t" r="r" b="b"/>
              <a:pathLst>
                <a:path w="80801" h="9075" extrusionOk="0">
                  <a:moveTo>
                    <a:pt x="4571" y="1"/>
                  </a:moveTo>
                  <a:cubicBezTo>
                    <a:pt x="2054" y="1"/>
                    <a:pt x="1" y="2054"/>
                    <a:pt x="1" y="4570"/>
                  </a:cubicBezTo>
                  <a:cubicBezTo>
                    <a:pt x="1" y="7021"/>
                    <a:pt x="2054" y="9074"/>
                    <a:pt x="4571" y="9074"/>
                  </a:cubicBezTo>
                  <a:lnTo>
                    <a:pt x="76297" y="9074"/>
                  </a:lnTo>
                  <a:cubicBezTo>
                    <a:pt x="78814" y="9074"/>
                    <a:pt x="80801" y="7021"/>
                    <a:pt x="80801" y="4570"/>
                  </a:cubicBezTo>
                  <a:cubicBezTo>
                    <a:pt x="80801" y="2054"/>
                    <a:pt x="78814" y="1"/>
                    <a:pt x="76297" y="1"/>
                  </a:cubicBezTo>
                  <a:close/>
                </a:path>
              </a:pathLst>
            </a:custGeom>
            <a:solidFill>
              <a:schemeClr val="dk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pic>
        <p:nvPicPr>
          <p:cNvPr id="5064" name="Google Shape;5064;p52"/>
          <p:cNvPicPr preferRelativeResize="0"/>
          <p:nvPr/>
        </p:nvPicPr>
        <p:blipFill rotWithShape="1">
          <a:blip r:embed="rId1"/>
          <a:srcRect l="3892" r="3883"/>
          <a:stretch>
            <a:fillRect/>
          </a:stretch>
        </p:blipFill>
        <p:spPr>
          <a:xfrm>
            <a:off x="4657478" y="1352658"/>
            <a:ext cx="3249111" cy="1981719"/>
          </a:xfrm>
          <a:prstGeom prst="rect">
            <a:avLst/>
          </a:prstGeom>
          <a:noFill/>
          <a:ln w="19050" cap="flat" cmpd="sng">
            <a:solidFill>
              <a:srgbClr val="000000"/>
            </a:solidFill>
            <a:prstDash val="solid"/>
            <a:round/>
            <a:headEnd type="none" w="sm" len="sm"/>
            <a:tailEnd type="none" w="sm" len="sm"/>
          </a:ln>
        </p:spPr>
      </p:pic>
      <p:sp>
        <p:nvSpPr>
          <p:cNvPr id="5065" name="Google Shape;5065;p52"/>
          <p:cNvSpPr txBox="1"/>
          <p:nvPr>
            <p:ph type="title"/>
          </p:nvPr>
        </p:nvSpPr>
        <p:spPr>
          <a:xfrm>
            <a:off x="1239700" y="1409313"/>
            <a:ext cx="3142200" cy="1063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GB"/>
              <a:t>Computer mockup</a:t>
            </a:r>
            <a:endParaRPr lang="en-GB"/>
          </a:p>
        </p:txBody>
      </p:sp>
      <p:sp>
        <p:nvSpPr>
          <p:cNvPr id="5066" name="Google Shape;5066;p52"/>
          <p:cNvSpPr txBox="1"/>
          <p:nvPr>
            <p:ph type="subTitle" idx="1"/>
          </p:nvPr>
        </p:nvSpPr>
        <p:spPr>
          <a:xfrm>
            <a:off x="1239700" y="2472513"/>
            <a:ext cx="3142200" cy="805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GB"/>
              <a:t>You can replace the image on the screen with your own work. Just right-click on it and select “Replace image”</a:t>
            </a:r>
            <a:endParaRPr lang="en-GB"/>
          </a:p>
        </p:txBody>
      </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5070" name="Shape 5070"/>
        <p:cNvGrpSpPr/>
        <p:nvPr/>
      </p:nvGrpSpPr>
      <p:grpSpPr>
        <a:xfrm>
          <a:off x="0" y="0"/>
          <a:ext cx="0" cy="0"/>
          <a:chOff x="0" y="0"/>
          <a:chExt cx="0" cy="0"/>
        </a:xfrm>
      </p:grpSpPr>
      <p:grpSp>
        <p:nvGrpSpPr>
          <p:cNvPr id="5071" name="Google Shape;5071;p53"/>
          <p:cNvGrpSpPr/>
          <p:nvPr/>
        </p:nvGrpSpPr>
        <p:grpSpPr>
          <a:xfrm>
            <a:off x="1561951" y="735560"/>
            <a:ext cx="2697276" cy="3672287"/>
            <a:chOff x="1655550" y="790900"/>
            <a:chExt cx="2510262" cy="3417671"/>
          </a:xfrm>
        </p:grpSpPr>
        <p:sp>
          <p:nvSpPr>
            <p:cNvPr id="5072" name="Google Shape;5072;p53"/>
            <p:cNvSpPr/>
            <p:nvPr/>
          </p:nvSpPr>
          <p:spPr>
            <a:xfrm>
              <a:off x="1655550" y="790900"/>
              <a:ext cx="2510262" cy="3417671"/>
            </a:xfrm>
            <a:custGeom>
              <a:avLst/>
              <a:gdLst/>
              <a:ahLst/>
              <a:cxnLst/>
              <a:rect l="l" t="t" r="r" b="b"/>
              <a:pathLst>
                <a:path w="143096" h="190426" extrusionOk="0">
                  <a:moveTo>
                    <a:pt x="2914" y="0"/>
                  </a:moveTo>
                  <a:cubicBezTo>
                    <a:pt x="1280" y="0"/>
                    <a:pt x="0" y="1281"/>
                    <a:pt x="0" y="2914"/>
                  </a:cubicBezTo>
                  <a:lnTo>
                    <a:pt x="0" y="187512"/>
                  </a:lnTo>
                  <a:cubicBezTo>
                    <a:pt x="0" y="189101"/>
                    <a:pt x="1280" y="190426"/>
                    <a:pt x="2914" y="190426"/>
                  </a:cubicBezTo>
                  <a:lnTo>
                    <a:pt x="140182" y="190426"/>
                  </a:lnTo>
                  <a:cubicBezTo>
                    <a:pt x="141771" y="190426"/>
                    <a:pt x="143096" y="189101"/>
                    <a:pt x="143096" y="187512"/>
                  </a:cubicBezTo>
                  <a:lnTo>
                    <a:pt x="143096" y="2914"/>
                  </a:lnTo>
                  <a:cubicBezTo>
                    <a:pt x="143096" y="1281"/>
                    <a:pt x="141771" y="0"/>
                    <a:pt x="140182" y="0"/>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73" name="Google Shape;5073;p53"/>
            <p:cNvSpPr/>
            <p:nvPr/>
          </p:nvSpPr>
          <p:spPr>
            <a:xfrm>
              <a:off x="1735300" y="886765"/>
              <a:ext cx="2350730" cy="3115776"/>
            </a:xfrm>
            <a:custGeom>
              <a:avLst/>
              <a:gdLst/>
              <a:ahLst/>
              <a:cxnLst/>
              <a:rect l="l" t="t" r="r" b="b"/>
              <a:pathLst>
                <a:path w="134002" h="173605" extrusionOk="0">
                  <a:moveTo>
                    <a:pt x="1" y="1"/>
                  </a:moveTo>
                  <a:lnTo>
                    <a:pt x="1" y="53821"/>
                  </a:lnTo>
                  <a:lnTo>
                    <a:pt x="1" y="127599"/>
                  </a:lnTo>
                  <a:lnTo>
                    <a:pt x="1" y="173605"/>
                  </a:lnTo>
                  <a:lnTo>
                    <a:pt x="134001" y="173605"/>
                  </a:lnTo>
                  <a:lnTo>
                    <a:pt x="134001" y="34615"/>
                  </a:lnTo>
                  <a:lnTo>
                    <a:pt x="134001" y="1"/>
                  </a:ln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pic>
        <p:nvPicPr>
          <p:cNvPr id="5074" name="Google Shape;5074;p53"/>
          <p:cNvPicPr preferRelativeResize="0"/>
          <p:nvPr/>
        </p:nvPicPr>
        <p:blipFill rotWithShape="1">
          <a:blip r:embed="rId1"/>
          <a:srcRect l="24989" r="24994"/>
          <a:stretch>
            <a:fillRect/>
          </a:stretch>
        </p:blipFill>
        <p:spPr>
          <a:xfrm>
            <a:off x="1655968" y="838567"/>
            <a:ext cx="2512492" cy="3347959"/>
          </a:xfrm>
          <a:prstGeom prst="rect">
            <a:avLst/>
          </a:prstGeom>
          <a:noFill/>
          <a:ln w="19050" cap="flat" cmpd="sng">
            <a:solidFill>
              <a:schemeClr val="dk1"/>
            </a:solidFill>
            <a:prstDash val="solid"/>
            <a:round/>
            <a:headEnd type="none" w="sm" len="sm"/>
            <a:tailEnd type="none" w="sm" len="sm"/>
          </a:ln>
        </p:spPr>
      </p:pic>
      <p:sp>
        <p:nvSpPr>
          <p:cNvPr id="5075" name="Google Shape;5075;p53"/>
          <p:cNvSpPr txBox="1"/>
          <p:nvPr>
            <p:ph type="title"/>
          </p:nvPr>
        </p:nvSpPr>
        <p:spPr>
          <a:xfrm>
            <a:off x="4666450" y="1501200"/>
            <a:ext cx="3230100" cy="1060800"/>
          </a:xfrm>
          <a:prstGeom prst="rect">
            <a:avLst/>
          </a:prstGeom>
        </p:spPr>
        <p:txBody>
          <a:bodyPr spcFirstLastPara="1" wrap="square" lIns="91425" tIns="91425" rIns="91425" bIns="91425" anchor="b" anchorCtr="0">
            <a:noAutofit/>
          </a:bodyPr>
          <a:lstStyle/>
          <a:p>
            <a:pPr marL="0" lvl="0" indent="0" algn="r" rtl="0">
              <a:spcBef>
                <a:spcPts val="0"/>
              </a:spcBef>
              <a:spcAft>
                <a:spcPts val="0"/>
              </a:spcAft>
              <a:buNone/>
            </a:pPr>
            <a:r>
              <a:rPr lang="en-GB"/>
              <a:t>T</a:t>
            </a:r>
            <a:r>
              <a:rPr lang="en-GB"/>
              <a:t>ablet mockup</a:t>
            </a:r>
            <a:endParaRPr lang="en-GB"/>
          </a:p>
        </p:txBody>
      </p:sp>
      <p:sp>
        <p:nvSpPr>
          <p:cNvPr id="5076" name="Google Shape;5076;p53"/>
          <p:cNvSpPr txBox="1"/>
          <p:nvPr>
            <p:ph type="subTitle" idx="1"/>
          </p:nvPr>
        </p:nvSpPr>
        <p:spPr>
          <a:xfrm>
            <a:off x="4666603" y="2562000"/>
            <a:ext cx="3230100" cy="10803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GB"/>
              <a:t>You can replace the image on the screen with your own work. Just right-click on it and select “Replace image”</a:t>
            </a:r>
            <a:endParaRPr lang="en-GB"/>
          </a:p>
        </p:txBody>
      </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5080" name="Shape 5080"/>
        <p:cNvGrpSpPr/>
        <p:nvPr/>
      </p:nvGrpSpPr>
      <p:grpSpPr>
        <a:xfrm>
          <a:off x="0" y="0"/>
          <a:ext cx="0" cy="0"/>
          <a:chOff x="0" y="0"/>
          <a:chExt cx="0" cy="0"/>
        </a:xfrm>
      </p:grpSpPr>
      <p:sp>
        <p:nvSpPr>
          <p:cNvPr id="5081" name="Google Shape;5081;p54"/>
          <p:cNvSpPr txBox="1"/>
          <p:nvPr>
            <p:ph type="title"/>
          </p:nvPr>
        </p:nvSpPr>
        <p:spPr>
          <a:xfrm>
            <a:off x="1239700" y="1409313"/>
            <a:ext cx="3142200" cy="1063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GB"/>
              <a:t>P</a:t>
            </a:r>
            <a:r>
              <a:rPr lang="en-GB"/>
              <a:t>hone mockup</a:t>
            </a:r>
            <a:endParaRPr lang="en-GB"/>
          </a:p>
        </p:txBody>
      </p:sp>
      <p:sp>
        <p:nvSpPr>
          <p:cNvPr id="5082" name="Google Shape;5082;p54"/>
          <p:cNvSpPr txBox="1"/>
          <p:nvPr>
            <p:ph type="subTitle" idx="1"/>
          </p:nvPr>
        </p:nvSpPr>
        <p:spPr>
          <a:xfrm>
            <a:off x="1239700" y="2472513"/>
            <a:ext cx="3142200" cy="805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GB"/>
              <a:t>You can replace the image on the screen with your own work. Just right-click on it and select “Replace image”</a:t>
            </a:r>
            <a:endParaRPr lang="en-GB"/>
          </a:p>
        </p:txBody>
      </p:sp>
      <p:sp>
        <p:nvSpPr>
          <p:cNvPr id="5083" name="Google Shape;5083;p54"/>
          <p:cNvSpPr/>
          <p:nvPr/>
        </p:nvSpPr>
        <p:spPr>
          <a:xfrm>
            <a:off x="5271579" y="891931"/>
            <a:ext cx="1664618" cy="3176204"/>
          </a:xfrm>
          <a:custGeom>
            <a:avLst/>
            <a:gdLst/>
            <a:ahLst/>
            <a:cxnLst/>
            <a:rect l="l" t="t" r="r" b="b"/>
            <a:pathLst>
              <a:path w="84552" h="161331" extrusionOk="0">
                <a:moveTo>
                  <a:pt x="1" y="1"/>
                </a:moveTo>
                <a:lnTo>
                  <a:pt x="1" y="161331"/>
                </a:lnTo>
                <a:lnTo>
                  <a:pt x="84551" y="161331"/>
                </a:lnTo>
                <a:lnTo>
                  <a:pt x="84551"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5084" name="Google Shape;5084;p54"/>
          <p:cNvGrpSpPr/>
          <p:nvPr/>
        </p:nvGrpSpPr>
        <p:grpSpPr>
          <a:xfrm>
            <a:off x="5186401" y="709411"/>
            <a:ext cx="1834973" cy="3724678"/>
            <a:chOff x="5186401" y="494525"/>
            <a:chExt cx="1834973" cy="3724678"/>
          </a:xfrm>
        </p:grpSpPr>
        <p:sp>
          <p:nvSpPr>
            <p:cNvPr id="5085" name="Google Shape;5085;p54"/>
            <p:cNvSpPr/>
            <p:nvPr/>
          </p:nvSpPr>
          <p:spPr>
            <a:xfrm>
              <a:off x="5186401" y="494525"/>
              <a:ext cx="1834973" cy="3724678"/>
            </a:xfrm>
            <a:custGeom>
              <a:avLst/>
              <a:gdLst/>
              <a:ahLst/>
              <a:cxnLst/>
              <a:rect l="l" t="t" r="r" b="b"/>
              <a:pathLst>
                <a:path w="93205" h="189190" extrusionOk="0">
                  <a:moveTo>
                    <a:pt x="2870" y="0"/>
                  </a:moveTo>
                  <a:cubicBezTo>
                    <a:pt x="1280" y="0"/>
                    <a:pt x="0" y="1280"/>
                    <a:pt x="0" y="2914"/>
                  </a:cubicBezTo>
                  <a:lnTo>
                    <a:pt x="0" y="186320"/>
                  </a:lnTo>
                  <a:cubicBezTo>
                    <a:pt x="0" y="187909"/>
                    <a:pt x="1280" y="189190"/>
                    <a:pt x="2870" y="189190"/>
                  </a:cubicBezTo>
                  <a:lnTo>
                    <a:pt x="90334" y="189190"/>
                  </a:lnTo>
                  <a:cubicBezTo>
                    <a:pt x="91924" y="189190"/>
                    <a:pt x="93204" y="187909"/>
                    <a:pt x="93204" y="186320"/>
                  </a:cubicBezTo>
                  <a:lnTo>
                    <a:pt x="93204" y="2914"/>
                  </a:lnTo>
                  <a:cubicBezTo>
                    <a:pt x="93204" y="1280"/>
                    <a:pt x="91924" y="0"/>
                    <a:pt x="90334" y="0"/>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86" name="Google Shape;5086;p54"/>
            <p:cNvSpPr/>
            <p:nvPr/>
          </p:nvSpPr>
          <p:spPr>
            <a:xfrm>
              <a:off x="5890455" y="3969678"/>
              <a:ext cx="458108" cy="154724"/>
            </a:xfrm>
            <a:custGeom>
              <a:avLst/>
              <a:gdLst/>
              <a:ahLst/>
              <a:cxnLst/>
              <a:rect l="l" t="t" r="r" b="b"/>
              <a:pathLst>
                <a:path w="23269" h="7859" extrusionOk="0">
                  <a:moveTo>
                    <a:pt x="796" y="0"/>
                  </a:moveTo>
                  <a:cubicBezTo>
                    <a:pt x="354" y="0"/>
                    <a:pt x="1" y="353"/>
                    <a:pt x="1" y="751"/>
                  </a:cubicBezTo>
                  <a:lnTo>
                    <a:pt x="1" y="7064"/>
                  </a:lnTo>
                  <a:cubicBezTo>
                    <a:pt x="1" y="7506"/>
                    <a:pt x="354" y="7859"/>
                    <a:pt x="796" y="7859"/>
                  </a:cubicBezTo>
                  <a:lnTo>
                    <a:pt x="22474" y="7859"/>
                  </a:lnTo>
                  <a:cubicBezTo>
                    <a:pt x="22916" y="7859"/>
                    <a:pt x="23269" y="7506"/>
                    <a:pt x="23269" y="7064"/>
                  </a:cubicBezTo>
                  <a:lnTo>
                    <a:pt x="23269" y="751"/>
                  </a:lnTo>
                  <a:cubicBezTo>
                    <a:pt x="23269" y="353"/>
                    <a:pt x="22916" y="0"/>
                    <a:pt x="22474" y="0"/>
                  </a:cubicBezTo>
                  <a:close/>
                </a:path>
              </a:pathLst>
            </a:custGeom>
            <a:solidFill>
              <a:schemeClr val="dk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pic>
        <p:nvPicPr>
          <p:cNvPr id="5087" name="Google Shape;5087;p54"/>
          <p:cNvPicPr preferRelativeResize="0"/>
          <p:nvPr/>
        </p:nvPicPr>
        <p:blipFill rotWithShape="1">
          <a:blip r:embed="rId1"/>
          <a:srcRect r="70521"/>
          <a:stretch>
            <a:fillRect/>
          </a:stretch>
        </p:blipFill>
        <p:spPr>
          <a:xfrm>
            <a:off x="5271588" y="891935"/>
            <a:ext cx="1664599" cy="3176196"/>
          </a:xfrm>
          <a:prstGeom prst="rect">
            <a:avLst/>
          </a:prstGeom>
          <a:noFill/>
          <a:ln w="19050" cap="flat" cmpd="sng">
            <a:solidFill>
              <a:schemeClr val="dk1"/>
            </a:solidFill>
            <a:prstDash val="solid"/>
            <a:round/>
            <a:headEnd type="none" w="sm" len="sm"/>
            <a:tailEnd type="none" w="sm" len="sm"/>
          </a:ln>
        </p:spPr>
      </p:pic>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5091" name="Shape 5091"/>
        <p:cNvGrpSpPr/>
        <p:nvPr/>
      </p:nvGrpSpPr>
      <p:grpSpPr>
        <a:xfrm>
          <a:off x="0" y="0"/>
          <a:ext cx="0" cy="0"/>
          <a:chOff x="0" y="0"/>
          <a:chExt cx="0" cy="0"/>
        </a:xfrm>
      </p:grpSpPr>
      <p:sp>
        <p:nvSpPr>
          <p:cNvPr id="5092" name="Google Shape;5092;p55"/>
          <p:cNvSpPr/>
          <p:nvPr/>
        </p:nvSpPr>
        <p:spPr>
          <a:xfrm>
            <a:off x="3511051" y="385064"/>
            <a:ext cx="4313703" cy="2812844"/>
          </a:xfrm>
          <a:custGeom>
            <a:avLst/>
            <a:gdLst/>
            <a:ahLst/>
            <a:cxnLst/>
            <a:rect l="l" t="t" r="r" b="b"/>
            <a:pathLst>
              <a:path w="217315" h="141705" extrusionOk="0">
                <a:moveTo>
                  <a:pt x="207451" y="1"/>
                </a:moveTo>
                <a:cubicBezTo>
                  <a:pt x="207451" y="1"/>
                  <a:pt x="206965" y="31"/>
                  <a:pt x="206721" y="305"/>
                </a:cubicBezTo>
                <a:cubicBezTo>
                  <a:pt x="206509" y="548"/>
                  <a:pt x="206144" y="852"/>
                  <a:pt x="205840" y="1216"/>
                </a:cubicBezTo>
                <a:cubicBezTo>
                  <a:pt x="205506" y="1551"/>
                  <a:pt x="205293" y="1855"/>
                  <a:pt x="205080" y="1855"/>
                </a:cubicBezTo>
                <a:cubicBezTo>
                  <a:pt x="205052" y="1855"/>
                  <a:pt x="205025" y="1856"/>
                  <a:pt x="204998" y="1856"/>
                </a:cubicBezTo>
                <a:cubicBezTo>
                  <a:pt x="204876" y="1856"/>
                  <a:pt x="204765" y="1835"/>
                  <a:pt x="204715" y="1612"/>
                </a:cubicBezTo>
                <a:cubicBezTo>
                  <a:pt x="204624" y="1308"/>
                  <a:pt x="204472" y="852"/>
                  <a:pt x="204411" y="821"/>
                </a:cubicBezTo>
                <a:cubicBezTo>
                  <a:pt x="204407" y="820"/>
                  <a:pt x="204401" y="819"/>
                  <a:pt x="204394" y="819"/>
                </a:cubicBezTo>
                <a:cubicBezTo>
                  <a:pt x="204256" y="819"/>
                  <a:pt x="203618" y="1101"/>
                  <a:pt x="203560" y="1216"/>
                </a:cubicBezTo>
                <a:cubicBezTo>
                  <a:pt x="203499" y="1308"/>
                  <a:pt x="203621" y="1399"/>
                  <a:pt x="203408" y="2341"/>
                </a:cubicBezTo>
                <a:cubicBezTo>
                  <a:pt x="203226" y="3283"/>
                  <a:pt x="202800" y="4469"/>
                  <a:pt x="202770" y="4803"/>
                </a:cubicBezTo>
                <a:cubicBezTo>
                  <a:pt x="202709" y="5168"/>
                  <a:pt x="202618" y="6232"/>
                  <a:pt x="202709" y="6414"/>
                </a:cubicBezTo>
                <a:cubicBezTo>
                  <a:pt x="202800" y="6596"/>
                  <a:pt x="202952" y="6748"/>
                  <a:pt x="203044" y="6992"/>
                </a:cubicBezTo>
                <a:cubicBezTo>
                  <a:pt x="203104" y="7204"/>
                  <a:pt x="203013" y="7691"/>
                  <a:pt x="202922" y="7843"/>
                </a:cubicBezTo>
                <a:cubicBezTo>
                  <a:pt x="202861" y="7995"/>
                  <a:pt x="202740" y="8086"/>
                  <a:pt x="202740" y="8390"/>
                </a:cubicBezTo>
                <a:cubicBezTo>
                  <a:pt x="202770" y="8694"/>
                  <a:pt x="202952" y="8998"/>
                  <a:pt x="203165" y="9484"/>
                </a:cubicBezTo>
                <a:cubicBezTo>
                  <a:pt x="203347" y="10031"/>
                  <a:pt x="203469" y="9879"/>
                  <a:pt x="203378" y="10274"/>
                </a:cubicBezTo>
                <a:cubicBezTo>
                  <a:pt x="203317" y="10669"/>
                  <a:pt x="203165" y="10639"/>
                  <a:pt x="203165" y="11004"/>
                </a:cubicBezTo>
                <a:cubicBezTo>
                  <a:pt x="203165" y="11399"/>
                  <a:pt x="203317" y="11429"/>
                  <a:pt x="203104" y="11703"/>
                </a:cubicBezTo>
                <a:cubicBezTo>
                  <a:pt x="202922" y="11946"/>
                  <a:pt x="202770" y="12068"/>
                  <a:pt x="202740" y="12220"/>
                </a:cubicBezTo>
                <a:cubicBezTo>
                  <a:pt x="202709" y="12372"/>
                  <a:pt x="202618" y="12645"/>
                  <a:pt x="202740" y="12767"/>
                </a:cubicBezTo>
                <a:cubicBezTo>
                  <a:pt x="202861" y="12858"/>
                  <a:pt x="203013" y="12858"/>
                  <a:pt x="203013" y="12980"/>
                </a:cubicBezTo>
                <a:cubicBezTo>
                  <a:pt x="203013" y="13071"/>
                  <a:pt x="203044" y="13101"/>
                  <a:pt x="203044" y="13131"/>
                </a:cubicBezTo>
                <a:cubicBezTo>
                  <a:pt x="203044" y="13162"/>
                  <a:pt x="203044" y="13223"/>
                  <a:pt x="202922" y="13223"/>
                </a:cubicBezTo>
                <a:cubicBezTo>
                  <a:pt x="202740" y="13283"/>
                  <a:pt x="202618" y="13283"/>
                  <a:pt x="202618" y="13375"/>
                </a:cubicBezTo>
                <a:cubicBezTo>
                  <a:pt x="202618" y="13435"/>
                  <a:pt x="202648" y="13587"/>
                  <a:pt x="202648" y="13679"/>
                </a:cubicBezTo>
                <a:cubicBezTo>
                  <a:pt x="202618" y="13739"/>
                  <a:pt x="202648" y="14013"/>
                  <a:pt x="202648" y="14013"/>
                </a:cubicBezTo>
                <a:lnTo>
                  <a:pt x="201828" y="14043"/>
                </a:lnTo>
                <a:cubicBezTo>
                  <a:pt x="201828" y="14043"/>
                  <a:pt x="201585" y="14347"/>
                  <a:pt x="201554" y="14438"/>
                </a:cubicBezTo>
                <a:cubicBezTo>
                  <a:pt x="201524" y="14560"/>
                  <a:pt x="201493" y="14712"/>
                  <a:pt x="201281" y="14712"/>
                </a:cubicBezTo>
                <a:cubicBezTo>
                  <a:pt x="201098" y="14742"/>
                  <a:pt x="200642" y="14894"/>
                  <a:pt x="200673" y="15016"/>
                </a:cubicBezTo>
                <a:lnTo>
                  <a:pt x="200673" y="15472"/>
                </a:lnTo>
                <a:cubicBezTo>
                  <a:pt x="200673" y="15502"/>
                  <a:pt x="200764" y="15685"/>
                  <a:pt x="200764" y="15928"/>
                </a:cubicBezTo>
                <a:lnTo>
                  <a:pt x="200764" y="16475"/>
                </a:lnTo>
                <a:lnTo>
                  <a:pt x="195931" y="18390"/>
                </a:lnTo>
                <a:lnTo>
                  <a:pt x="194381" y="18876"/>
                </a:lnTo>
                <a:lnTo>
                  <a:pt x="194350" y="18907"/>
                </a:lnTo>
                <a:cubicBezTo>
                  <a:pt x="193925" y="19119"/>
                  <a:pt x="191372" y="20183"/>
                  <a:pt x="190764" y="20396"/>
                </a:cubicBezTo>
                <a:cubicBezTo>
                  <a:pt x="190125" y="20670"/>
                  <a:pt x="189852" y="20822"/>
                  <a:pt x="189639" y="20822"/>
                </a:cubicBezTo>
                <a:cubicBezTo>
                  <a:pt x="189489" y="20822"/>
                  <a:pt x="189305" y="20776"/>
                  <a:pt x="189157" y="20776"/>
                </a:cubicBezTo>
                <a:cubicBezTo>
                  <a:pt x="189065" y="20776"/>
                  <a:pt x="188987" y="20794"/>
                  <a:pt x="188940" y="20852"/>
                </a:cubicBezTo>
                <a:cubicBezTo>
                  <a:pt x="188849" y="21034"/>
                  <a:pt x="188332" y="21642"/>
                  <a:pt x="188241" y="21794"/>
                </a:cubicBezTo>
                <a:cubicBezTo>
                  <a:pt x="188119" y="21946"/>
                  <a:pt x="187207" y="23344"/>
                  <a:pt x="186903" y="23861"/>
                </a:cubicBezTo>
                <a:cubicBezTo>
                  <a:pt x="186903" y="23861"/>
                  <a:pt x="186721" y="24074"/>
                  <a:pt x="186751" y="24378"/>
                </a:cubicBezTo>
                <a:cubicBezTo>
                  <a:pt x="186782" y="24651"/>
                  <a:pt x="187055" y="24925"/>
                  <a:pt x="186812" y="25138"/>
                </a:cubicBezTo>
                <a:cubicBezTo>
                  <a:pt x="186599" y="25381"/>
                  <a:pt x="185870" y="26445"/>
                  <a:pt x="185718" y="26718"/>
                </a:cubicBezTo>
                <a:cubicBezTo>
                  <a:pt x="185596" y="26961"/>
                  <a:pt x="185140" y="27417"/>
                  <a:pt x="185292" y="27630"/>
                </a:cubicBezTo>
                <a:cubicBezTo>
                  <a:pt x="185414" y="27782"/>
                  <a:pt x="185840" y="27873"/>
                  <a:pt x="185900" y="27934"/>
                </a:cubicBezTo>
                <a:cubicBezTo>
                  <a:pt x="185992" y="27934"/>
                  <a:pt x="186356" y="27934"/>
                  <a:pt x="186356" y="28025"/>
                </a:cubicBezTo>
                <a:cubicBezTo>
                  <a:pt x="186356" y="28147"/>
                  <a:pt x="186326" y="28299"/>
                  <a:pt x="186265" y="28420"/>
                </a:cubicBezTo>
                <a:cubicBezTo>
                  <a:pt x="186174" y="28542"/>
                  <a:pt x="185961" y="28633"/>
                  <a:pt x="186144" y="28876"/>
                </a:cubicBezTo>
                <a:cubicBezTo>
                  <a:pt x="186326" y="29089"/>
                  <a:pt x="186447" y="29120"/>
                  <a:pt x="186569" y="29241"/>
                </a:cubicBezTo>
                <a:cubicBezTo>
                  <a:pt x="186660" y="29393"/>
                  <a:pt x="186660" y="29636"/>
                  <a:pt x="186630" y="29788"/>
                </a:cubicBezTo>
                <a:cubicBezTo>
                  <a:pt x="186599" y="29940"/>
                  <a:pt x="186447" y="30275"/>
                  <a:pt x="186356" y="30335"/>
                </a:cubicBezTo>
                <a:cubicBezTo>
                  <a:pt x="186295" y="30396"/>
                  <a:pt x="185961" y="30548"/>
                  <a:pt x="185840" y="30670"/>
                </a:cubicBezTo>
                <a:cubicBezTo>
                  <a:pt x="185718" y="30761"/>
                  <a:pt x="185444" y="31065"/>
                  <a:pt x="185353" y="31308"/>
                </a:cubicBezTo>
                <a:cubicBezTo>
                  <a:pt x="185232" y="31521"/>
                  <a:pt x="184928" y="32038"/>
                  <a:pt x="184502" y="32250"/>
                </a:cubicBezTo>
                <a:cubicBezTo>
                  <a:pt x="184077" y="32463"/>
                  <a:pt x="183529" y="32858"/>
                  <a:pt x="182678" y="32980"/>
                </a:cubicBezTo>
                <a:cubicBezTo>
                  <a:pt x="182075" y="33073"/>
                  <a:pt x="181968" y="33112"/>
                  <a:pt x="181734" y="33112"/>
                </a:cubicBezTo>
                <a:cubicBezTo>
                  <a:pt x="181662" y="33112"/>
                  <a:pt x="181577" y="33109"/>
                  <a:pt x="181463" y="33101"/>
                </a:cubicBezTo>
                <a:cubicBezTo>
                  <a:pt x="181124" y="33059"/>
                  <a:pt x="180977" y="33002"/>
                  <a:pt x="180786" y="33002"/>
                </a:cubicBezTo>
                <a:cubicBezTo>
                  <a:pt x="180702" y="33002"/>
                  <a:pt x="180610" y="33013"/>
                  <a:pt x="180490" y="33041"/>
                </a:cubicBezTo>
                <a:cubicBezTo>
                  <a:pt x="180034" y="33162"/>
                  <a:pt x="178575" y="33800"/>
                  <a:pt x="178271" y="33952"/>
                </a:cubicBezTo>
                <a:cubicBezTo>
                  <a:pt x="177967" y="34104"/>
                  <a:pt x="177390" y="34530"/>
                  <a:pt x="177298" y="34682"/>
                </a:cubicBezTo>
                <a:cubicBezTo>
                  <a:pt x="177146" y="34834"/>
                  <a:pt x="177025" y="35381"/>
                  <a:pt x="177025" y="35442"/>
                </a:cubicBezTo>
                <a:cubicBezTo>
                  <a:pt x="177025" y="35533"/>
                  <a:pt x="177146" y="35594"/>
                  <a:pt x="177359" y="35867"/>
                </a:cubicBezTo>
                <a:cubicBezTo>
                  <a:pt x="177602" y="36141"/>
                  <a:pt x="178119" y="36627"/>
                  <a:pt x="178210" y="36810"/>
                </a:cubicBezTo>
                <a:cubicBezTo>
                  <a:pt x="178271" y="36962"/>
                  <a:pt x="178393" y="37114"/>
                  <a:pt x="178301" y="37357"/>
                </a:cubicBezTo>
                <a:cubicBezTo>
                  <a:pt x="178210" y="37570"/>
                  <a:pt x="176903" y="39272"/>
                  <a:pt x="176782" y="39576"/>
                </a:cubicBezTo>
                <a:lnTo>
                  <a:pt x="176782" y="39636"/>
                </a:lnTo>
                <a:cubicBezTo>
                  <a:pt x="176690" y="39940"/>
                  <a:pt x="176235" y="40488"/>
                  <a:pt x="175870" y="40791"/>
                </a:cubicBezTo>
                <a:cubicBezTo>
                  <a:pt x="175839" y="40852"/>
                  <a:pt x="175809" y="40852"/>
                  <a:pt x="175809" y="40883"/>
                </a:cubicBezTo>
                <a:cubicBezTo>
                  <a:pt x="175475" y="41187"/>
                  <a:pt x="175079" y="41551"/>
                  <a:pt x="174563" y="42007"/>
                </a:cubicBezTo>
                <a:cubicBezTo>
                  <a:pt x="174259" y="42281"/>
                  <a:pt x="174046" y="42554"/>
                  <a:pt x="173864" y="42828"/>
                </a:cubicBezTo>
                <a:cubicBezTo>
                  <a:pt x="173742" y="43010"/>
                  <a:pt x="173651" y="43162"/>
                  <a:pt x="173529" y="43284"/>
                </a:cubicBezTo>
                <a:cubicBezTo>
                  <a:pt x="173499" y="43345"/>
                  <a:pt x="173438" y="43375"/>
                  <a:pt x="173408" y="43436"/>
                </a:cubicBezTo>
                <a:cubicBezTo>
                  <a:pt x="173286" y="43527"/>
                  <a:pt x="173225" y="43618"/>
                  <a:pt x="173043" y="43679"/>
                </a:cubicBezTo>
                <a:cubicBezTo>
                  <a:pt x="172769" y="43801"/>
                  <a:pt x="171979" y="44317"/>
                  <a:pt x="171462" y="44682"/>
                </a:cubicBezTo>
                <a:cubicBezTo>
                  <a:pt x="170976" y="45016"/>
                  <a:pt x="170672" y="45077"/>
                  <a:pt x="170338" y="45655"/>
                </a:cubicBezTo>
                <a:cubicBezTo>
                  <a:pt x="170003" y="46232"/>
                  <a:pt x="169851" y="46658"/>
                  <a:pt x="169639" y="46840"/>
                </a:cubicBezTo>
                <a:cubicBezTo>
                  <a:pt x="169456" y="47023"/>
                  <a:pt x="169395" y="47175"/>
                  <a:pt x="168848" y="47175"/>
                </a:cubicBezTo>
                <a:cubicBezTo>
                  <a:pt x="168362" y="47205"/>
                  <a:pt x="167754" y="47175"/>
                  <a:pt x="167663" y="47296"/>
                </a:cubicBezTo>
                <a:cubicBezTo>
                  <a:pt x="167602" y="47418"/>
                  <a:pt x="167268" y="48238"/>
                  <a:pt x="167055" y="48269"/>
                </a:cubicBezTo>
                <a:cubicBezTo>
                  <a:pt x="166979" y="48294"/>
                  <a:pt x="166857" y="48309"/>
                  <a:pt x="166726" y="48309"/>
                </a:cubicBezTo>
                <a:cubicBezTo>
                  <a:pt x="166542" y="48309"/>
                  <a:pt x="166341" y="48279"/>
                  <a:pt x="166234" y="48208"/>
                </a:cubicBezTo>
                <a:cubicBezTo>
                  <a:pt x="166082" y="48086"/>
                  <a:pt x="165778" y="48056"/>
                  <a:pt x="165535" y="48026"/>
                </a:cubicBezTo>
                <a:cubicBezTo>
                  <a:pt x="165322" y="47995"/>
                  <a:pt x="164137" y="47782"/>
                  <a:pt x="164015" y="47752"/>
                </a:cubicBezTo>
                <a:cubicBezTo>
                  <a:pt x="163924" y="47752"/>
                  <a:pt x="163316" y="47600"/>
                  <a:pt x="163104" y="47600"/>
                </a:cubicBezTo>
                <a:cubicBezTo>
                  <a:pt x="162969" y="47600"/>
                  <a:pt x="162823" y="47673"/>
                  <a:pt x="162725" y="47673"/>
                </a:cubicBezTo>
                <a:cubicBezTo>
                  <a:pt x="162669" y="47673"/>
                  <a:pt x="162628" y="47648"/>
                  <a:pt x="162617" y="47570"/>
                </a:cubicBezTo>
                <a:cubicBezTo>
                  <a:pt x="162617" y="47539"/>
                  <a:pt x="162617" y="47448"/>
                  <a:pt x="162587" y="47418"/>
                </a:cubicBezTo>
                <a:cubicBezTo>
                  <a:pt x="162587" y="47296"/>
                  <a:pt x="162587" y="47175"/>
                  <a:pt x="162648" y="46962"/>
                </a:cubicBezTo>
                <a:cubicBezTo>
                  <a:pt x="162769" y="46658"/>
                  <a:pt x="163104" y="46111"/>
                  <a:pt x="163164" y="45746"/>
                </a:cubicBezTo>
                <a:cubicBezTo>
                  <a:pt x="163225" y="45412"/>
                  <a:pt x="163195" y="45199"/>
                  <a:pt x="163164" y="44895"/>
                </a:cubicBezTo>
                <a:cubicBezTo>
                  <a:pt x="163104" y="44591"/>
                  <a:pt x="163195" y="44196"/>
                  <a:pt x="163316" y="43983"/>
                </a:cubicBezTo>
                <a:cubicBezTo>
                  <a:pt x="163408" y="43770"/>
                  <a:pt x="163468" y="43679"/>
                  <a:pt x="163620" y="43588"/>
                </a:cubicBezTo>
                <a:cubicBezTo>
                  <a:pt x="163651" y="43527"/>
                  <a:pt x="163681" y="43527"/>
                  <a:pt x="163681" y="43497"/>
                </a:cubicBezTo>
                <a:cubicBezTo>
                  <a:pt x="163711" y="43375"/>
                  <a:pt x="163711" y="43193"/>
                  <a:pt x="163772" y="42889"/>
                </a:cubicBezTo>
                <a:cubicBezTo>
                  <a:pt x="163803" y="42463"/>
                  <a:pt x="163955" y="42068"/>
                  <a:pt x="164107" y="41977"/>
                </a:cubicBezTo>
                <a:cubicBezTo>
                  <a:pt x="164148" y="41944"/>
                  <a:pt x="164180" y="41931"/>
                  <a:pt x="164207" y="41931"/>
                </a:cubicBezTo>
                <a:cubicBezTo>
                  <a:pt x="164280" y="41931"/>
                  <a:pt x="164314" y="42024"/>
                  <a:pt x="164380" y="42068"/>
                </a:cubicBezTo>
                <a:cubicBezTo>
                  <a:pt x="164389" y="42071"/>
                  <a:pt x="164402" y="42073"/>
                  <a:pt x="164417" y="42073"/>
                </a:cubicBezTo>
                <a:cubicBezTo>
                  <a:pt x="164553" y="42073"/>
                  <a:pt x="164900" y="41950"/>
                  <a:pt x="164927" y="41703"/>
                </a:cubicBezTo>
                <a:cubicBezTo>
                  <a:pt x="164988" y="41460"/>
                  <a:pt x="165018" y="41399"/>
                  <a:pt x="164927" y="41035"/>
                </a:cubicBezTo>
                <a:cubicBezTo>
                  <a:pt x="164897" y="40609"/>
                  <a:pt x="164836" y="40396"/>
                  <a:pt x="164775" y="40092"/>
                </a:cubicBezTo>
                <a:cubicBezTo>
                  <a:pt x="164715" y="39788"/>
                  <a:pt x="164745" y="39728"/>
                  <a:pt x="164471" y="39363"/>
                </a:cubicBezTo>
                <a:cubicBezTo>
                  <a:pt x="164259" y="38968"/>
                  <a:pt x="164076" y="38755"/>
                  <a:pt x="164076" y="38633"/>
                </a:cubicBezTo>
                <a:cubicBezTo>
                  <a:pt x="164076" y="38512"/>
                  <a:pt x="163681" y="37600"/>
                  <a:pt x="163529" y="37235"/>
                </a:cubicBezTo>
                <a:cubicBezTo>
                  <a:pt x="163347" y="36840"/>
                  <a:pt x="163104" y="36536"/>
                  <a:pt x="163043" y="36384"/>
                </a:cubicBezTo>
                <a:cubicBezTo>
                  <a:pt x="163012" y="36202"/>
                  <a:pt x="162921" y="35442"/>
                  <a:pt x="162648" y="35290"/>
                </a:cubicBezTo>
                <a:cubicBezTo>
                  <a:pt x="162404" y="35138"/>
                  <a:pt x="161857" y="35077"/>
                  <a:pt x="161736" y="35016"/>
                </a:cubicBezTo>
                <a:cubicBezTo>
                  <a:pt x="161699" y="35016"/>
                  <a:pt x="161604" y="35007"/>
                  <a:pt x="161488" y="35007"/>
                </a:cubicBezTo>
                <a:cubicBezTo>
                  <a:pt x="161314" y="35007"/>
                  <a:pt x="161091" y="35028"/>
                  <a:pt x="160945" y="35138"/>
                </a:cubicBezTo>
                <a:cubicBezTo>
                  <a:pt x="160763" y="35381"/>
                  <a:pt x="160338" y="35746"/>
                  <a:pt x="160155" y="36141"/>
                </a:cubicBezTo>
                <a:cubicBezTo>
                  <a:pt x="160003" y="36506"/>
                  <a:pt x="159973" y="36688"/>
                  <a:pt x="159669" y="37205"/>
                </a:cubicBezTo>
                <a:cubicBezTo>
                  <a:pt x="159365" y="37691"/>
                  <a:pt x="159213" y="38147"/>
                  <a:pt x="159000" y="38177"/>
                </a:cubicBezTo>
                <a:cubicBezTo>
                  <a:pt x="158994" y="38178"/>
                  <a:pt x="158988" y="38179"/>
                  <a:pt x="158981" y="38179"/>
                </a:cubicBezTo>
                <a:cubicBezTo>
                  <a:pt x="158775" y="38179"/>
                  <a:pt x="158146" y="37750"/>
                  <a:pt x="158058" y="37691"/>
                </a:cubicBezTo>
                <a:cubicBezTo>
                  <a:pt x="157997" y="37600"/>
                  <a:pt x="157876" y="37296"/>
                  <a:pt x="157876" y="37114"/>
                </a:cubicBezTo>
                <a:cubicBezTo>
                  <a:pt x="157876" y="36901"/>
                  <a:pt x="157845" y="36627"/>
                  <a:pt x="157997" y="36384"/>
                </a:cubicBezTo>
                <a:cubicBezTo>
                  <a:pt x="158149" y="36171"/>
                  <a:pt x="158544" y="35685"/>
                  <a:pt x="158666" y="35533"/>
                </a:cubicBezTo>
                <a:cubicBezTo>
                  <a:pt x="158787" y="35381"/>
                  <a:pt x="158909" y="35138"/>
                  <a:pt x="158909" y="34925"/>
                </a:cubicBezTo>
                <a:cubicBezTo>
                  <a:pt x="158909" y="34682"/>
                  <a:pt x="158848" y="34530"/>
                  <a:pt x="159061" y="34378"/>
                </a:cubicBezTo>
                <a:cubicBezTo>
                  <a:pt x="159243" y="34226"/>
                  <a:pt x="159426" y="34074"/>
                  <a:pt x="159456" y="33861"/>
                </a:cubicBezTo>
                <a:cubicBezTo>
                  <a:pt x="159517" y="33618"/>
                  <a:pt x="159608" y="33162"/>
                  <a:pt x="159456" y="32858"/>
                </a:cubicBezTo>
                <a:cubicBezTo>
                  <a:pt x="159365" y="32585"/>
                  <a:pt x="159061" y="31764"/>
                  <a:pt x="158970" y="31612"/>
                </a:cubicBezTo>
                <a:cubicBezTo>
                  <a:pt x="158848" y="31490"/>
                  <a:pt x="158331" y="30913"/>
                  <a:pt x="158240" y="30822"/>
                </a:cubicBezTo>
                <a:cubicBezTo>
                  <a:pt x="158210" y="30700"/>
                  <a:pt x="157936" y="30670"/>
                  <a:pt x="158149" y="30427"/>
                </a:cubicBezTo>
                <a:cubicBezTo>
                  <a:pt x="158331" y="30214"/>
                  <a:pt x="158605" y="30092"/>
                  <a:pt x="158605" y="30001"/>
                </a:cubicBezTo>
                <a:cubicBezTo>
                  <a:pt x="158605" y="29910"/>
                  <a:pt x="158392" y="29454"/>
                  <a:pt x="158240" y="29241"/>
                </a:cubicBezTo>
                <a:cubicBezTo>
                  <a:pt x="158088" y="29059"/>
                  <a:pt x="157085" y="28785"/>
                  <a:pt x="156720" y="28694"/>
                </a:cubicBezTo>
                <a:cubicBezTo>
                  <a:pt x="156386" y="28572"/>
                  <a:pt x="156021" y="28542"/>
                  <a:pt x="155505" y="28451"/>
                </a:cubicBezTo>
                <a:cubicBezTo>
                  <a:pt x="155018" y="28390"/>
                  <a:pt x="154806" y="28299"/>
                  <a:pt x="154593" y="28177"/>
                </a:cubicBezTo>
                <a:cubicBezTo>
                  <a:pt x="154410" y="28086"/>
                  <a:pt x="153802" y="28025"/>
                  <a:pt x="153620" y="27995"/>
                </a:cubicBezTo>
                <a:cubicBezTo>
                  <a:pt x="153438" y="27965"/>
                  <a:pt x="153164" y="27782"/>
                  <a:pt x="153012" y="27691"/>
                </a:cubicBezTo>
                <a:cubicBezTo>
                  <a:pt x="152877" y="27637"/>
                  <a:pt x="152741" y="27534"/>
                  <a:pt x="152541" y="27534"/>
                </a:cubicBezTo>
                <a:cubicBezTo>
                  <a:pt x="152517" y="27534"/>
                  <a:pt x="152491" y="27536"/>
                  <a:pt x="152465" y="27539"/>
                </a:cubicBezTo>
                <a:cubicBezTo>
                  <a:pt x="152252" y="27569"/>
                  <a:pt x="151948" y="27965"/>
                  <a:pt x="151857" y="28086"/>
                </a:cubicBezTo>
                <a:cubicBezTo>
                  <a:pt x="151796" y="28177"/>
                  <a:pt x="151614" y="28572"/>
                  <a:pt x="151523" y="28785"/>
                </a:cubicBezTo>
                <a:cubicBezTo>
                  <a:pt x="151492" y="29028"/>
                  <a:pt x="151401" y="29211"/>
                  <a:pt x="151614" y="29393"/>
                </a:cubicBezTo>
                <a:cubicBezTo>
                  <a:pt x="151796" y="29606"/>
                  <a:pt x="151796" y="29454"/>
                  <a:pt x="151948" y="29636"/>
                </a:cubicBezTo>
                <a:cubicBezTo>
                  <a:pt x="152070" y="29788"/>
                  <a:pt x="152100" y="29910"/>
                  <a:pt x="151948" y="30001"/>
                </a:cubicBezTo>
                <a:cubicBezTo>
                  <a:pt x="151766" y="30123"/>
                  <a:pt x="151553" y="30244"/>
                  <a:pt x="151249" y="30579"/>
                </a:cubicBezTo>
                <a:cubicBezTo>
                  <a:pt x="150945" y="30883"/>
                  <a:pt x="150793" y="31308"/>
                  <a:pt x="150854" y="31430"/>
                </a:cubicBezTo>
                <a:cubicBezTo>
                  <a:pt x="150884" y="31521"/>
                  <a:pt x="151097" y="31946"/>
                  <a:pt x="151097" y="32068"/>
                </a:cubicBezTo>
                <a:cubicBezTo>
                  <a:pt x="151158" y="32190"/>
                  <a:pt x="151097" y="32433"/>
                  <a:pt x="151067" y="32615"/>
                </a:cubicBezTo>
                <a:cubicBezTo>
                  <a:pt x="151067" y="32828"/>
                  <a:pt x="150915" y="33132"/>
                  <a:pt x="150793" y="33193"/>
                </a:cubicBezTo>
                <a:cubicBezTo>
                  <a:pt x="150729" y="33279"/>
                  <a:pt x="150634" y="33365"/>
                  <a:pt x="150552" y="33365"/>
                </a:cubicBezTo>
                <a:cubicBezTo>
                  <a:pt x="150518" y="33365"/>
                  <a:pt x="150486" y="33350"/>
                  <a:pt x="150459" y="33314"/>
                </a:cubicBezTo>
                <a:cubicBezTo>
                  <a:pt x="150398" y="33193"/>
                  <a:pt x="150307" y="32889"/>
                  <a:pt x="150307" y="32828"/>
                </a:cubicBezTo>
                <a:cubicBezTo>
                  <a:pt x="150307" y="32737"/>
                  <a:pt x="150398" y="32402"/>
                  <a:pt x="150337" y="32311"/>
                </a:cubicBezTo>
                <a:cubicBezTo>
                  <a:pt x="150307" y="32220"/>
                  <a:pt x="150246" y="32098"/>
                  <a:pt x="150185" y="31977"/>
                </a:cubicBezTo>
                <a:cubicBezTo>
                  <a:pt x="150155" y="31916"/>
                  <a:pt x="150003" y="31490"/>
                  <a:pt x="150003" y="31490"/>
                </a:cubicBezTo>
                <a:cubicBezTo>
                  <a:pt x="150003" y="31490"/>
                  <a:pt x="149821" y="31764"/>
                  <a:pt x="149851" y="31916"/>
                </a:cubicBezTo>
                <a:cubicBezTo>
                  <a:pt x="149881" y="32068"/>
                  <a:pt x="149821" y="32433"/>
                  <a:pt x="149729" y="32585"/>
                </a:cubicBezTo>
                <a:cubicBezTo>
                  <a:pt x="149638" y="32737"/>
                  <a:pt x="149669" y="32828"/>
                  <a:pt x="149517" y="32889"/>
                </a:cubicBezTo>
                <a:cubicBezTo>
                  <a:pt x="149365" y="32980"/>
                  <a:pt x="149061" y="33193"/>
                  <a:pt x="148939" y="33314"/>
                </a:cubicBezTo>
                <a:cubicBezTo>
                  <a:pt x="148818" y="33436"/>
                  <a:pt x="148635" y="34135"/>
                  <a:pt x="148635" y="34135"/>
                </a:cubicBezTo>
                <a:cubicBezTo>
                  <a:pt x="148635" y="34135"/>
                  <a:pt x="148483" y="34348"/>
                  <a:pt x="148422" y="34530"/>
                </a:cubicBezTo>
                <a:cubicBezTo>
                  <a:pt x="148331" y="34712"/>
                  <a:pt x="148301" y="34895"/>
                  <a:pt x="148422" y="35290"/>
                </a:cubicBezTo>
                <a:cubicBezTo>
                  <a:pt x="148514" y="35655"/>
                  <a:pt x="148666" y="36202"/>
                  <a:pt x="148666" y="36688"/>
                </a:cubicBezTo>
                <a:cubicBezTo>
                  <a:pt x="148666" y="37235"/>
                  <a:pt x="148483" y="37387"/>
                  <a:pt x="148270" y="37782"/>
                </a:cubicBezTo>
                <a:cubicBezTo>
                  <a:pt x="148027" y="38177"/>
                  <a:pt x="148027" y="38329"/>
                  <a:pt x="148027" y="38451"/>
                </a:cubicBezTo>
                <a:cubicBezTo>
                  <a:pt x="148027" y="38512"/>
                  <a:pt x="148270" y="38816"/>
                  <a:pt x="148362" y="39059"/>
                </a:cubicBezTo>
                <a:cubicBezTo>
                  <a:pt x="148483" y="39272"/>
                  <a:pt x="148666" y="39424"/>
                  <a:pt x="148666" y="39576"/>
                </a:cubicBezTo>
                <a:cubicBezTo>
                  <a:pt x="148666" y="39728"/>
                  <a:pt x="148757" y="40153"/>
                  <a:pt x="148666" y="40214"/>
                </a:cubicBezTo>
                <a:cubicBezTo>
                  <a:pt x="148605" y="40305"/>
                  <a:pt x="148514" y="40488"/>
                  <a:pt x="148574" y="40518"/>
                </a:cubicBezTo>
                <a:cubicBezTo>
                  <a:pt x="148605" y="40579"/>
                  <a:pt x="148605" y="40427"/>
                  <a:pt x="149182" y="41278"/>
                </a:cubicBezTo>
                <a:cubicBezTo>
                  <a:pt x="149699" y="42159"/>
                  <a:pt x="150094" y="42706"/>
                  <a:pt x="150277" y="43071"/>
                </a:cubicBezTo>
                <a:cubicBezTo>
                  <a:pt x="150459" y="43466"/>
                  <a:pt x="150611" y="43618"/>
                  <a:pt x="150641" y="44013"/>
                </a:cubicBezTo>
                <a:cubicBezTo>
                  <a:pt x="150702" y="44439"/>
                  <a:pt x="150702" y="44712"/>
                  <a:pt x="150763" y="44864"/>
                </a:cubicBezTo>
                <a:cubicBezTo>
                  <a:pt x="150854" y="45016"/>
                  <a:pt x="150915" y="45138"/>
                  <a:pt x="150945" y="45229"/>
                </a:cubicBezTo>
                <a:cubicBezTo>
                  <a:pt x="151006" y="45381"/>
                  <a:pt x="150915" y="45928"/>
                  <a:pt x="150945" y="46050"/>
                </a:cubicBezTo>
                <a:cubicBezTo>
                  <a:pt x="150945" y="46141"/>
                  <a:pt x="151006" y="46567"/>
                  <a:pt x="150915" y="46901"/>
                </a:cubicBezTo>
                <a:cubicBezTo>
                  <a:pt x="150854" y="47205"/>
                  <a:pt x="150641" y="48542"/>
                  <a:pt x="150550" y="48877"/>
                </a:cubicBezTo>
                <a:cubicBezTo>
                  <a:pt x="150550" y="48937"/>
                  <a:pt x="150550" y="48968"/>
                  <a:pt x="150489" y="48998"/>
                </a:cubicBezTo>
                <a:cubicBezTo>
                  <a:pt x="150489" y="49029"/>
                  <a:pt x="150459" y="49089"/>
                  <a:pt x="150459" y="49120"/>
                </a:cubicBezTo>
                <a:cubicBezTo>
                  <a:pt x="150459" y="49150"/>
                  <a:pt x="150459" y="49181"/>
                  <a:pt x="150429" y="49181"/>
                </a:cubicBezTo>
                <a:cubicBezTo>
                  <a:pt x="150429" y="49241"/>
                  <a:pt x="150398" y="49272"/>
                  <a:pt x="150398" y="49302"/>
                </a:cubicBezTo>
                <a:cubicBezTo>
                  <a:pt x="150398" y="49333"/>
                  <a:pt x="150337" y="49333"/>
                  <a:pt x="150337" y="49393"/>
                </a:cubicBezTo>
                <a:cubicBezTo>
                  <a:pt x="150337" y="49424"/>
                  <a:pt x="150307" y="49424"/>
                  <a:pt x="150307" y="49454"/>
                </a:cubicBezTo>
                <a:cubicBezTo>
                  <a:pt x="150307" y="49485"/>
                  <a:pt x="150277" y="49545"/>
                  <a:pt x="150246" y="49576"/>
                </a:cubicBezTo>
                <a:cubicBezTo>
                  <a:pt x="150185" y="49606"/>
                  <a:pt x="150155" y="49697"/>
                  <a:pt x="150094" y="49758"/>
                </a:cubicBezTo>
                <a:cubicBezTo>
                  <a:pt x="149881" y="49941"/>
                  <a:pt x="149638" y="50305"/>
                  <a:pt x="149395" y="50609"/>
                </a:cubicBezTo>
                <a:cubicBezTo>
                  <a:pt x="149334" y="50700"/>
                  <a:pt x="149243" y="50792"/>
                  <a:pt x="149182" y="50852"/>
                </a:cubicBezTo>
                <a:cubicBezTo>
                  <a:pt x="149091" y="50944"/>
                  <a:pt x="149030" y="51004"/>
                  <a:pt x="148939" y="51065"/>
                </a:cubicBezTo>
                <a:cubicBezTo>
                  <a:pt x="148726" y="51156"/>
                  <a:pt x="148027" y="51460"/>
                  <a:pt x="147723" y="51460"/>
                </a:cubicBezTo>
                <a:cubicBezTo>
                  <a:pt x="147419" y="51460"/>
                  <a:pt x="147146" y="51217"/>
                  <a:pt x="147085" y="51126"/>
                </a:cubicBezTo>
                <a:cubicBezTo>
                  <a:pt x="147075" y="51116"/>
                  <a:pt x="147068" y="51112"/>
                  <a:pt x="147061" y="51112"/>
                </a:cubicBezTo>
                <a:cubicBezTo>
                  <a:pt x="147048" y="51112"/>
                  <a:pt x="147034" y="51126"/>
                  <a:pt x="146994" y="51126"/>
                </a:cubicBezTo>
                <a:cubicBezTo>
                  <a:pt x="146969" y="51138"/>
                  <a:pt x="146934" y="51156"/>
                  <a:pt x="146892" y="51156"/>
                </a:cubicBezTo>
                <a:cubicBezTo>
                  <a:pt x="146829" y="51156"/>
                  <a:pt x="146750" y="51118"/>
                  <a:pt x="146659" y="50974"/>
                </a:cubicBezTo>
                <a:cubicBezTo>
                  <a:pt x="146508" y="50640"/>
                  <a:pt x="146295" y="50032"/>
                  <a:pt x="146143" y="49849"/>
                </a:cubicBezTo>
                <a:cubicBezTo>
                  <a:pt x="146021" y="49606"/>
                  <a:pt x="145748" y="49302"/>
                  <a:pt x="145626" y="49150"/>
                </a:cubicBezTo>
                <a:cubicBezTo>
                  <a:pt x="145474" y="49029"/>
                  <a:pt x="145292" y="48877"/>
                  <a:pt x="145170" y="48634"/>
                </a:cubicBezTo>
                <a:cubicBezTo>
                  <a:pt x="145079" y="48360"/>
                  <a:pt x="144866" y="47874"/>
                  <a:pt x="144836" y="47630"/>
                </a:cubicBezTo>
                <a:cubicBezTo>
                  <a:pt x="144836" y="47600"/>
                  <a:pt x="144836" y="47478"/>
                  <a:pt x="144805" y="47357"/>
                </a:cubicBezTo>
                <a:cubicBezTo>
                  <a:pt x="144775" y="47023"/>
                  <a:pt x="144714" y="46445"/>
                  <a:pt x="144714" y="46384"/>
                </a:cubicBezTo>
                <a:cubicBezTo>
                  <a:pt x="144714" y="46354"/>
                  <a:pt x="144684" y="46141"/>
                  <a:pt x="144684" y="45989"/>
                </a:cubicBezTo>
                <a:cubicBezTo>
                  <a:pt x="144653" y="45807"/>
                  <a:pt x="144623" y="45655"/>
                  <a:pt x="144623" y="45624"/>
                </a:cubicBezTo>
                <a:cubicBezTo>
                  <a:pt x="144562" y="45533"/>
                  <a:pt x="144258" y="45077"/>
                  <a:pt x="144167" y="44743"/>
                </a:cubicBezTo>
                <a:cubicBezTo>
                  <a:pt x="144045" y="44409"/>
                  <a:pt x="143802" y="43709"/>
                  <a:pt x="143772" y="43557"/>
                </a:cubicBezTo>
                <a:cubicBezTo>
                  <a:pt x="143742" y="43405"/>
                  <a:pt x="143711" y="42554"/>
                  <a:pt x="143742" y="42402"/>
                </a:cubicBezTo>
                <a:cubicBezTo>
                  <a:pt x="143772" y="42250"/>
                  <a:pt x="143924" y="41977"/>
                  <a:pt x="144015" y="41521"/>
                </a:cubicBezTo>
                <a:cubicBezTo>
                  <a:pt x="144045" y="41065"/>
                  <a:pt x="144015" y="40457"/>
                  <a:pt x="143924" y="40153"/>
                </a:cubicBezTo>
                <a:cubicBezTo>
                  <a:pt x="143863" y="39849"/>
                  <a:pt x="143620" y="39393"/>
                  <a:pt x="143620" y="39393"/>
                </a:cubicBezTo>
                <a:cubicBezTo>
                  <a:pt x="143620" y="39393"/>
                  <a:pt x="143468" y="39089"/>
                  <a:pt x="143620" y="38937"/>
                </a:cubicBezTo>
                <a:cubicBezTo>
                  <a:pt x="143772" y="38785"/>
                  <a:pt x="144015" y="38603"/>
                  <a:pt x="144015" y="38329"/>
                </a:cubicBezTo>
                <a:cubicBezTo>
                  <a:pt x="144045" y="38056"/>
                  <a:pt x="144015" y="37691"/>
                  <a:pt x="143954" y="37448"/>
                </a:cubicBezTo>
                <a:cubicBezTo>
                  <a:pt x="143924" y="37235"/>
                  <a:pt x="143863" y="36992"/>
                  <a:pt x="143954" y="36658"/>
                </a:cubicBezTo>
                <a:cubicBezTo>
                  <a:pt x="144076" y="36323"/>
                  <a:pt x="144410" y="36111"/>
                  <a:pt x="144319" y="35807"/>
                </a:cubicBezTo>
                <a:cubicBezTo>
                  <a:pt x="144197" y="35503"/>
                  <a:pt x="144045" y="35259"/>
                  <a:pt x="144106" y="35016"/>
                </a:cubicBezTo>
                <a:cubicBezTo>
                  <a:pt x="144197" y="34834"/>
                  <a:pt x="144349" y="34591"/>
                  <a:pt x="144532" y="34256"/>
                </a:cubicBezTo>
                <a:cubicBezTo>
                  <a:pt x="144714" y="33922"/>
                  <a:pt x="144866" y="33466"/>
                  <a:pt x="144957" y="33162"/>
                </a:cubicBezTo>
                <a:cubicBezTo>
                  <a:pt x="145018" y="32858"/>
                  <a:pt x="145018" y="32433"/>
                  <a:pt x="144957" y="32372"/>
                </a:cubicBezTo>
                <a:cubicBezTo>
                  <a:pt x="144909" y="32324"/>
                  <a:pt x="144844" y="32284"/>
                  <a:pt x="144771" y="32284"/>
                </a:cubicBezTo>
                <a:cubicBezTo>
                  <a:pt x="144706" y="32284"/>
                  <a:pt x="144634" y="32316"/>
                  <a:pt x="144562" y="32402"/>
                </a:cubicBezTo>
                <a:cubicBezTo>
                  <a:pt x="144410" y="32554"/>
                  <a:pt x="144106" y="32889"/>
                  <a:pt x="144106" y="33071"/>
                </a:cubicBezTo>
                <a:cubicBezTo>
                  <a:pt x="144167" y="33314"/>
                  <a:pt x="144228" y="33497"/>
                  <a:pt x="144167" y="33649"/>
                </a:cubicBezTo>
                <a:cubicBezTo>
                  <a:pt x="144076" y="33831"/>
                  <a:pt x="144015" y="33983"/>
                  <a:pt x="143863" y="34196"/>
                </a:cubicBezTo>
                <a:cubicBezTo>
                  <a:pt x="143711" y="34378"/>
                  <a:pt x="143559" y="34682"/>
                  <a:pt x="143346" y="34864"/>
                </a:cubicBezTo>
                <a:cubicBezTo>
                  <a:pt x="143164" y="35047"/>
                  <a:pt x="143012" y="34895"/>
                  <a:pt x="142830" y="35351"/>
                </a:cubicBezTo>
                <a:cubicBezTo>
                  <a:pt x="142647" y="35807"/>
                  <a:pt x="142495" y="35959"/>
                  <a:pt x="142495" y="36171"/>
                </a:cubicBezTo>
                <a:cubicBezTo>
                  <a:pt x="142495" y="36354"/>
                  <a:pt x="142283" y="36810"/>
                  <a:pt x="142131" y="36840"/>
                </a:cubicBezTo>
                <a:cubicBezTo>
                  <a:pt x="142045" y="36891"/>
                  <a:pt x="141960" y="36933"/>
                  <a:pt x="141891" y="36933"/>
                </a:cubicBezTo>
                <a:cubicBezTo>
                  <a:pt x="141837" y="36933"/>
                  <a:pt x="141793" y="36907"/>
                  <a:pt x="141766" y="36840"/>
                </a:cubicBezTo>
                <a:cubicBezTo>
                  <a:pt x="141675" y="36688"/>
                  <a:pt x="141523" y="36566"/>
                  <a:pt x="141644" y="36232"/>
                </a:cubicBezTo>
                <a:cubicBezTo>
                  <a:pt x="141766" y="35898"/>
                  <a:pt x="141735" y="35655"/>
                  <a:pt x="141796" y="35411"/>
                </a:cubicBezTo>
                <a:cubicBezTo>
                  <a:pt x="141887" y="35168"/>
                  <a:pt x="141979" y="34712"/>
                  <a:pt x="142191" y="34500"/>
                </a:cubicBezTo>
                <a:cubicBezTo>
                  <a:pt x="142374" y="34226"/>
                  <a:pt x="142526" y="34135"/>
                  <a:pt x="142647" y="33952"/>
                </a:cubicBezTo>
                <a:cubicBezTo>
                  <a:pt x="142738" y="33800"/>
                  <a:pt x="142830" y="33679"/>
                  <a:pt x="142830" y="33618"/>
                </a:cubicBezTo>
                <a:lnTo>
                  <a:pt x="142830" y="33588"/>
                </a:lnTo>
                <a:cubicBezTo>
                  <a:pt x="142830" y="33588"/>
                  <a:pt x="142799" y="33010"/>
                  <a:pt x="142890" y="32737"/>
                </a:cubicBezTo>
                <a:cubicBezTo>
                  <a:pt x="143012" y="32463"/>
                  <a:pt x="143286" y="32220"/>
                  <a:pt x="143407" y="31764"/>
                </a:cubicBezTo>
                <a:cubicBezTo>
                  <a:pt x="143468" y="31521"/>
                  <a:pt x="143590" y="31095"/>
                  <a:pt x="143650" y="30761"/>
                </a:cubicBezTo>
                <a:lnTo>
                  <a:pt x="143650" y="30700"/>
                </a:lnTo>
                <a:cubicBezTo>
                  <a:pt x="143650" y="30670"/>
                  <a:pt x="143711" y="30609"/>
                  <a:pt x="143711" y="30579"/>
                </a:cubicBezTo>
                <a:cubicBezTo>
                  <a:pt x="143711" y="30548"/>
                  <a:pt x="143742" y="30518"/>
                  <a:pt x="143742" y="30457"/>
                </a:cubicBezTo>
                <a:lnTo>
                  <a:pt x="143742" y="30427"/>
                </a:lnTo>
                <a:cubicBezTo>
                  <a:pt x="143772" y="30275"/>
                  <a:pt x="143802" y="30123"/>
                  <a:pt x="143802" y="30092"/>
                </a:cubicBezTo>
                <a:cubicBezTo>
                  <a:pt x="143863" y="29879"/>
                  <a:pt x="143772" y="29180"/>
                  <a:pt x="143893" y="29120"/>
                </a:cubicBezTo>
                <a:cubicBezTo>
                  <a:pt x="143907" y="29114"/>
                  <a:pt x="143920" y="29112"/>
                  <a:pt x="143933" y="29112"/>
                </a:cubicBezTo>
                <a:cubicBezTo>
                  <a:pt x="144067" y="29112"/>
                  <a:pt x="144172" y="29379"/>
                  <a:pt x="144228" y="29545"/>
                </a:cubicBezTo>
                <a:cubicBezTo>
                  <a:pt x="144294" y="29721"/>
                  <a:pt x="144408" y="29978"/>
                  <a:pt x="144512" y="29978"/>
                </a:cubicBezTo>
                <a:cubicBezTo>
                  <a:pt x="144552" y="29978"/>
                  <a:pt x="144590" y="29941"/>
                  <a:pt x="144623" y="29849"/>
                </a:cubicBezTo>
                <a:cubicBezTo>
                  <a:pt x="144714" y="29515"/>
                  <a:pt x="144653" y="29424"/>
                  <a:pt x="144836" y="29211"/>
                </a:cubicBezTo>
                <a:cubicBezTo>
                  <a:pt x="145001" y="29018"/>
                  <a:pt x="145265" y="28777"/>
                  <a:pt x="145426" y="28777"/>
                </a:cubicBezTo>
                <a:cubicBezTo>
                  <a:pt x="145443" y="28777"/>
                  <a:pt x="145459" y="28779"/>
                  <a:pt x="145474" y="28785"/>
                </a:cubicBezTo>
                <a:cubicBezTo>
                  <a:pt x="145596" y="28907"/>
                  <a:pt x="145748" y="29059"/>
                  <a:pt x="145565" y="29332"/>
                </a:cubicBezTo>
                <a:cubicBezTo>
                  <a:pt x="145413" y="29545"/>
                  <a:pt x="145170" y="29758"/>
                  <a:pt x="145170" y="29910"/>
                </a:cubicBezTo>
                <a:cubicBezTo>
                  <a:pt x="145170" y="29978"/>
                  <a:pt x="145237" y="30179"/>
                  <a:pt x="145371" y="30179"/>
                </a:cubicBezTo>
                <a:cubicBezTo>
                  <a:pt x="145418" y="30179"/>
                  <a:pt x="145472" y="30155"/>
                  <a:pt x="145535" y="30092"/>
                </a:cubicBezTo>
                <a:cubicBezTo>
                  <a:pt x="145748" y="29819"/>
                  <a:pt x="145991" y="29575"/>
                  <a:pt x="146204" y="29393"/>
                </a:cubicBezTo>
                <a:cubicBezTo>
                  <a:pt x="146447" y="29180"/>
                  <a:pt x="146599" y="29150"/>
                  <a:pt x="146629" y="28876"/>
                </a:cubicBezTo>
                <a:cubicBezTo>
                  <a:pt x="146659" y="28603"/>
                  <a:pt x="146538" y="28238"/>
                  <a:pt x="146933" y="28117"/>
                </a:cubicBezTo>
                <a:cubicBezTo>
                  <a:pt x="147017" y="28088"/>
                  <a:pt x="147094" y="28080"/>
                  <a:pt x="147166" y="28080"/>
                </a:cubicBezTo>
                <a:cubicBezTo>
                  <a:pt x="147280" y="28080"/>
                  <a:pt x="147384" y="28101"/>
                  <a:pt x="147494" y="28101"/>
                </a:cubicBezTo>
                <a:cubicBezTo>
                  <a:pt x="147616" y="28101"/>
                  <a:pt x="147746" y="28075"/>
                  <a:pt x="147906" y="27965"/>
                </a:cubicBezTo>
                <a:cubicBezTo>
                  <a:pt x="148362" y="27691"/>
                  <a:pt x="148666" y="27357"/>
                  <a:pt x="148909" y="27083"/>
                </a:cubicBezTo>
                <a:cubicBezTo>
                  <a:pt x="149182" y="26809"/>
                  <a:pt x="148909" y="26688"/>
                  <a:pt x="149577" y="26658"/>
                </a:cubicBezTo>
                <a:cubicBezTo>
                  <a:pt x="149987" y="26622"/>
                  <a:pt x="150219" y="26607"/>
                  <a:pt x="150427" y="26607"/>
                </a:cubicBezTo>
                <a:cubicBezTo>
                  <a:pt x="150574" y="26607"/>
                  <a:pt x="150708" y="26615"/>
                  <a:pt x="150884" y="26627"/>
                </a:cubicBezTo>
                <a:cubicBezTo>
                  <a:pt x="151310" y="26658"/>
                  <a:pt x="151401" y="26718"/>
                  <a:pt x="151675" y="26840"/>
                </a:cubicBezTo>
                <a:cubicBezTo>
                  <a:pt x="151880" y="26977"/>
                  <a:pt x="152188" y="27045"/>
                  <a:pt x="152329" y="27045"/>
                </a:cubicBezTo>
                <a:cubicBezTo>
                  <a:pt x="152376" y="27045"/>
                  <a:pt x="152404" y="27037"/>
                  <a:pt x="152404" y="27022"/>
                </a:cubicBezTo>
                <a:cubicBezTo>
                  <a:pt x="152404" y="26931"/>
                  <a:pt x="152374" y="26840"/>
                  <a:pt x="152283" y="26718"/>
                </a:cubicBezTo>
                <a:cubicBezTo>
                  <a:pt x="152222" y="26506"/>
                  <a:pt x="151796" y="26414"/>
                  <a:pt x="152313" y="26354"/>
                </a:cubicBezTo>
                <a:cubicBezTo>
                  <a:pt x="152830" y="26323"/>
                  <a:pt x="154502" y="26171"/>
                  <a:pt x="154897" y="26141"/>
                </a:cubicBezTo>
                <a:cubicBezTo>
                  <a:pt x="155322" y="26110"/>
                  <a:pt x="156325" y="25867"/>
                  <a:pt x="156356" y="25776"/>
                </a:cubicBezTo>
                <a:cubicBezTo>
                  <a:pt x="156417" y="25715"/>
                  <a:pt x="156538" y="25229"/>
                  <a:pt x="156508" y="25199"/>
                </a:cubicBezTo>
                <a:cubicBezTo>
                  <a:pt x="156490" y="25163"/>
                  <a:pt x="156430" y="25096"/>
                  <a:pt x="156260" y="25096"/>
                </a:cubicBezTo>
                <a:cubicBezTo>
                  <a:pt x="156141" y="25096"/>
                  <a:pt x="155968" y="25129"/>
                  <a:pt x="155717" y="25229"/>
                </a:cubicBezTo>
                <a:cubicBezTo>
                  <a:pt x="155336" y="25350"/>
                  <a:pt x="155152" y="25442"/>
                  <a:pt x="154963" y="25442"/>
                </a:cubicBezTo>
                <a:cubicBezTo>
                  <a:pt x="154821" y="25442"/>
                  <a:pt x="154676" y="25390"/>
                  <a:pt x="154441" y="25259"/>
                </a:cubicBezTo>
                <a:cubicBezTo>
                  <a:pt x="153924" y="24955"/>
                  <a:pt x="153620" y="24651"/>
                  <a:pt x="153438" y="24408"/>
                </a:cubicBezTo>
                <a:cubicBezTo>
                  <a:pt x="153286" y="24195"/>
                  <a:pt x="152769" y="23800"/>
                  <a:pt x="152526" y="23800"/>
                </a:cubicBezTo>
                <a:cubicBezTo>
                  <a:pt x="152252" y="23861"/>
                  <a:pt x="151340" y="24378"/>
                  <a:pt x="151006" y="24378"/>
                </a:cubicBezTo>
                <a:cubicBezTo>
                  <a:pt x="150641" y="24378"/>
                  <a:pt x="150550" y="24378"/>
                  <a:pt x="150429" y="24226"/>
                </a:cubicBezTo>
                <a:cubicBezTo>
                  <a:pt x="150307" y="24043"/>
                  <a:pt x="149851" y="23800"/>
                  <a:pt x="150003" y="23496"/>
                </a:cubicBezTo>
                <a:cubicBezTo>
                  <a:pt x="150155" y="23192"/>
                  <a:pt x="150337" y="22858"/>
                  <a:pt x="150185" y="22797"/>
                </a:cubicBezTo>
                <a:cubicBezTo>
                  <a:pt x="150154" y="22778"/>
                  <a:pt x="150112" y="22770"/>
                  <a:pt x="150064" y="22770"/>
                </a:cubicBezTo>
                <a:cubicBezTo>
                  <a:pt x="149876" y="22770"/>
                  <a:pt x="149582" y="22896"/>
                  <a:pt x="149365" y="23040"/>
                </a:cubicBezTo>
                <a:cubicBezTo>
                  <a:pt x="149061" y="23253"/>
                  <a:pt x="148818" y="23436"/>
                  <a:pt x="148210" y="23709"/>
                </a:cubicBezTo>
                <a:cubicBezTo>
                  <a:pt x="147571" y="24013"/>
                  <a:pt x="146143" y="24226"/>
                  <a:pt x="145535" y="24712"/>
                </a:cubicBezTo>
                <a:cubicBezTo>
                  <a:pt x="144927" y="25229"/>
                  <a:pt x="144805" y="25411"/>
                  <a:pt x="144805" y="25411"/>
                </a:cubicBezTo>
                <a:lnTo>
                  <a:pt x="144471" y="26080"/>
                </a:lnTo>
                <a:cubicBezTo>
                  <a:pt x="144420" y="26166"/>
                  <a:pt x="144359" y="26203"/>
                  <a:pt x="144282" y="26203"/>
                </a:cubicBezTo>
                <a:cubicBezTo>
                  <a:pt x="144223" y="26203"/>
                  <a:pt x="144155" y="26181"/>
                  <a:pt x="144076" y="26141"/>
                </a:cubicBezTo>
                <a:cubicBezTo>
                  <a:pt x="143913" y="26048"/>
                  <a:pt x="143822" y="26008"/>
                  <a:pt x="143625" y="26008"/>
                </a:cubicBezTo>
                <a:cubicBezTo>
                  <a:pt x="143564" y="26008"/>
                  <a:pt x="143493" y="26012"/>
                  <a:pt x="143407" y="26019"/>
                </a:cubicBezTo>
                <a:cubicBezTo>
                  <a:pt x="143377" y="26022"/>
                  <a:pt x="143350" y="26023"/>
                  <a:pt x="143328" y="26023"/>
                </a:cubicBezTo>
                <a:cubicBezTo>
                  <a:pt x="143055" y="26023"/>
                  <a:pt x="143293" y="25867"/>
                  <a:pt x="143012" y="25867"/>
                </a:cubicBezTo>
                <a:cubicBezTo>
                  <a:pt x="142708" y="25867"/>
                  <a:pt x="142374" y="25898"/>
                  <a:pt x="142100" y="25989"/>
                </a:cubicBezTo>
                <a:cubicBezTo>
                  <a:pt x="141956" y="26021"/>
                  <a:pt x="141846" y="26061"/>
                  <a:pt x="141751" y="26061"/>
                </a:cubicBezTo>
                <a:cubicBezTo>
                  <a:pt x="141666" y="26061"/>
                  <a:pt x="141595" y="26029"/>
                  <a:pt x="141523" y="25928"/>
                </a:cubicBezTo>
                <a:cubicBezTo>
                  <a:pt x="141371" y="25746"/>
                  <a:pt x="140702" y="25107"/>
                  <a:pt x="140307" y="24925"/>
                </a:cubicBezTo>
                <a:cubicBezTo>
                  <a:pt x="139992" y="24755"/>
                  <a:pt x="139542" y="24624"/>
                  <a:pt x="139172" y="24624"/>
                </a:cubicBezTo>
                <a:cubicBezTo>
                  <a:pt x="139078" y="24624"/>
                  <a:pt x="138989" y="24633"/>
                  <a:pt x="138909" y="24651"/>
                </a:cubicBezTo>
                <a:cubicBezTo>
                  <a:pt x="138544" y="24682"/>
                  <a:pt x="138027" y="24925"/>
                  <a:pt x="138027" y="24955"/>
                </a:cubicBezTo>
                <a:cubicBezTo>
                  <a:pt x="137997" y="24986"/>
                  <a:pt x="137845" y="25320"/>
                  <a:pt x="137784" y="25442"/>
                </a:cubicBezTo>
                <a:cubicBezTo>
                  <a:pt x="137749" y="25512"/>
                  <a:pt x="137673" y="25562"/>
                  <a:pt x="137609" y="25562"/>
                </a:cubicBezTo>
                <a:cubicBezTo>
                  <a:pt x="137563" y="25562"/>
                  <a:pt x="137523" y="25536"/>
                  <a:pt x="137510" y="25472"/>
                </a:cubicBezTo>
                <a:cubicBezTo>
                  <a:pt x="137480" y="25290"/>
                  <a:pt x="137541" y="25168"/>
                  <a:pt x="137480" y="25077"/>
                </a:cubicBezTo>
                <a:cubicBezTo>
                  <a:pt x="137389" y="24955"/>
                  <a:pt x="137237" y="24925"/>
                  <a:pt x="137389" y="24621"/>
                </a:cubicBezTo>
                <a:cubicBezTo>
                  <a:pt x="137541" y="24256"/>
                  <a:pt x="137571" y="24104"/>
                  <a:pt x="137875" y="23740"/>
                </a:cubicBezTo>
                <a:cubicBezTo>
                  <a:pt x="138179" y="23405"/>
                  <a:pt x="138392" y="23132"/>
                  <a:pt x="138483" y="22736"/>
                </a:cubicBezTo>
                <a:cubicBezTo>
                  <a:pt x="138605" y="22372"/>
                  <a:pt x="138574" y="22189"/>
                  <a:pt x="138757" y="22037"/>
                </a:cubicBezTo>
                <a:cubicBezTo>
                  <a:pt x="138939" y="21885"/>
                  <a:pt x="139365" y="21612"/>
                  <a:pt x="139304" y="21490"/>
                </a:cubicBezTo>
                <a:cubicBezTo>
                  <a:pt x="139291" y="21482"/>
                  <a:pt x="139271" y="21478"/>
                  <a:pt x="139246" y="21478"/>
                </a:cubicBezTo>
                <a:cubicBezTo>
                  <a:pt x="139091" y="21478"/>
                  <a:pt x="138735" y="21620"/>
                  <a:pt x="138605" y="21673"/>
                </a:cubicBezTo>
                <a:cubicBezTo>
                  <a:pt x="138453" y="21764"/>
                  <a:pt x="138027" y="21794"/>
                  <a:pt x="138027" y="21794"/>
                </a:cubicBezTo>
                <a:cubicBezTo>
                  <a:pt x="138027" y="21794"/>
                  <a:pt x="137237" y="22220"/>
                  <a:pt x="137237" y="22402"/>
                </a:cubicBezTo>
                <a:cubicBezTo>
                  <a:pt x="137206" y="22585"/>
                  <a:pt x="137176" y="23010"/>
                  <a:pt x="136933" y="23314"/>
                </a:cubicBezTo>
                <a:cubicBezTo>
                  <a:pt x="136720" y="23588"/>
                  <a:pt x="136203" y="23709"/>
                  <a:pt x="135991" y="24013"/>
                </a:cubicBezTo>
                <a:cubicBezTo>
                  <a:pt x="135747" y="24256"/>
                  <a:pt x="135443" y="24651"/>
                  <a:pt x="135291" y="24803"/>
                </a:cubicBezTo>
                <a:cubicBezTo>
                  <a:pt x="135140" y="24986"/>
                  <a:pt x="134592" y="25320"/>
                  <a:pt x="133984" y="25715"/>
                </a:cubicBezTo>
                <a:cubicBezTo>
                  <a:pt x="133741" y="25867"/>
                  <a:pt x="133559" y="25989"/>
                  <a:pt x="133437" y="26050"/>
                </a:cubicBezTo>
                <a:cubicBezTo>
                  <a:pt x="133377" y="26080"/>
                  <a:pt x="133285" y="26141"/>
                  <a:pt x="133255" y="26171"/>
                </a:cubicBezTo>
                <a:cubicBezTo>
                  <a:pt x="133225" y="26171"/>
                  <a:pt x="133164" y="26202"/>
                  <a:pt x="133133" y="26202"/>
                </a:cubicBezTo>
                <a:cubicBezTo>
                  <a:pt x="133073" y="26232"/>
                  <a:pt x="132981" y="26293"/>
                  <a:pt x="132951" y="26354"/>
                </a:cubicBezTo>
                <a:cubicBezTo>
                  <a:pt x="132769" y="26506"/>
                  <a:pt x="132921" y="26627"/>
                  <a:pt x="132404" y="26961"/>
                </a:cubicBezTo>
                <a:cubicBezTo>
                  <a:pt x="131918" y="27296"/>
                  <a:pt x="131583" y="27600"/>
                  <a:pt x="131340" y="27721"/>
                </a:cubicBezTo>
                <a:cubicBezTo>
                  <a:pt x="131158" y="27843"/>
                  <a:pt x="130945" y="27904"/>
                  <a:pt x="130702" y="27965"/>
                </a:cubicBezTo>
                <a:cubicBezTo>
                  <a:pt x="130671" y="27965"/>
                  <a:pt x="130580" y="27965"/>
                  <a:pt x="130519" y="27995"/>
                </a:cubicBezTo>
                <a:cubicBezTo>
                  <a:pt x="130489" y="27998"/>
                  <a:pt x="130456" y="27999"/>
                  <a:pt x="130423" y="27999"/>
                </a:cubicBezTo>
                <a:cubicBezTo>
                  <a:pt x="130122" y="27999"/>
                  <a:pt x="129723" y="27900"/>
                  <a:pt x="129606" y="27900"/>
                </a:cubicBezTo>
                <a:cubicBezTo>
                  <a:pt x="129592" y="27900"/>
                  <a:pt x="129583" y="27901"/>
                  <a:pt x="129577" y="27904"/>
                </a:cubicBezTo>
                <a:cubicBezTo>
                  <a:pt x="129486" y="27904"/>
                  <a:pt x="129364" y="27995"/>
                  <a:pt x="129273" y="28025"/>
                </a:cubicBezTo>
                <a:cubicBezTo>
                  <a:pt x="129121" y="28025"/>
                  <a:pt x="128969" y="28025"/>
                  <a:pt x="128969" y="27721"/>
                </a:cubicBezTo>
                <a:cubicBezTo>
                  <a:pt x="128910" y="27425"/>
                  <a:pt x="129197" y="26351"/>
                  <a:pt x="128931" y="26351"/>
                </a:cubicBezTo>
                <a:cubicBezTo>
                  <a:pt x="128924" y="26351"/>
                  <a:pt x="128916" y="26352"/>
                  <a:pt x="128908" y="26354"/>
                </a:cubicBezTo>
                <a:cubicBezTo>
                  <a:pt x="128878" y="26354"/>
                  <a:pt x="128817" y="26354"/>
                  <a:pt x="128756" y="26384"/>
                </a:cubicBezTo>
                <a:cubicBezTo>
                  <a:pt x="128544" y="26445"/>
                  <a:pt x="128392" y="26506"/>
                  <a:pt x="128088" y="26688"/>
                </a:cubicBezTo>
                <a:cubicBezTo>
                  <a:pt x="127966" y="26809"/>
                  <a:pt x="127905" y="26840"/>
                  <a:pt x="127784" y="26901"/>
                </a:cubicBezTo>
                <a:cubicBezTo>
                  <a:pt x="127632" y="26992"/>
                  <a:pt x="127510" y="27083"/>
                  <a:pt x="127176" y="27357"/>
                </a:cubicBezTo>
                <a:cubicBezTo>
                  <a:pt x="126690" y="27813"/>
                  <a:pt x="126416" y="28268"/>
                  <a:pt x="125717" y="28420"/>
                </a:cubicBezTo>
                <a:cubicBezTo>
                  <a:pt x="125434" y="28482"/>
                  <a:pt x="125196" y="28504"/>
                  <a:pt x="125005" y="28504"/>
                </a:cubicBezTo>
                <a:cubicBezTo>
                  <a:pt x="124723" y="28504"/>
                  <a:pt x="124543" y="28457"/>
                  <a:pt x="124471" y="28420"/>
                </a:cubicBezTo>
                <a:cubicBezTo>
                  <a:pt x="124410" y="28329"/>
                  <a:pt x="124319" y="28177"/>
                  <a:pt x="124410" y="28056"/>
                </a:cubicBezTo>
                <a:cubicBezTo>
                  <a:pt x="124471" y="27995"/>
                  <a:pt x="125504" y="26779"/>
                  <a:pt x="125838" y="26384"/>
                </a:cubicBezTo>
                <a:cubicBezTo>
                  <a:pt x="125869" y="26354"/>
                  <a:pt x="125869" y="26323"/>
                  <a:pt x="125930" y="26293"/>
                </a:cubicBezTo>
                <a:cubicBezTo>
                  <a:pt x="125960" y="26232"/>
                  <a:pt x="125960" y="26232"/>
                  <a:pt x="125960" y="26202"/>
                </a:cubicBezTo>
                <a:cubicBezTo>
                  <a:pt x="125960" y="26171"/>
                  <a:pt x="125990" y="26171"/>
                  <a:pt x="125990" y="26141"/>
                </a:cubicBezTo>
                <a:cubicBezTo>
                  <a:pt x="126416" y="25594"/>
                  <a:pt x="127054" y="24621"/>
                  <a:pt x="127145" y="24499"/>
                </a:cubicBezTo>
                <a:cubicBezTo>
                  <a:pt x="127237" y="24347"/>
                  <a:pt x="128574" y="22797"/>
                  <a:pt x="128878" y="22645"/>
                </a:cubicBezTo>
                <a:cubicBezTo>
                  <a:pt x="129182" y="22524"/>
                  <a:pt x="129334" y="22585"/>
                  <a:pt x="129516" y="22281"/>
                </a:cubicBezTo>
                <a:cubicBezTo>
                  <a:pt x="129668" y="22098"/>
                  <a:pt x="129820" y="21916"/>
                  <a:pt x="129942" y="21794"/>
                </a:cubicBezTo>
                <a:cubicBezTo>
                  <a:pt x="129942" y="21800"/>
                  <a:pt x="129946" y="21804"/>
                  <a:pt x="129957" y="21804"/>
                </a:cubicBezTo>
                <a:cubicBezTo>
                  <a:pt x="130002" y="21804"/>
                  <a:pt x="130152" y="21741"/>
                  <a:pt x="130519" y="21521"/>
                </a:cubicBezTo>
                <a:cubicBezTo>
                  <a:pt x="131401" y="21034"/>
                  <a:pt x="131431" y="20974"/>
                  <a:pt x="131705" y="20730"/>
                </a:cubicBezTo>
                <a:cubicBezTo>
                  <a:pt x="131948" y="20518"/>
                  <a:pt x="132525" y="20153"/>
                  <a:pt x="132525" y="20122"/>
                </a:cubicBezTo>
                <a:cubicBezTo>
                  <a:pt x="132548" y="20100"/>
                  <a:pt x="132718" y="20028"/>
                  <a:pt x="132565" y="20028"/>
                </a:cubicBezTo>
                <a:cubicBezTo>
                  <a:pt x="132509" y="20028"/>
                  <a:pt x="132412" y="20038"/>
                  <a:pt x="132252" y="20062"/>
                </a:cubicBezTo>
                <a:cubicBezTo>
                  <a:pt x="131823" y="20105"/>
                  <a:pt x="131651" y="20239"/>
                  <a:pt x="131427" y="20239"/>
                </a:cubicBezTo>
                <a:cubicBezTo>
                  <a:pt x="131333" y="20239"/>
                  <a:pt x="131231" y="20215"/>
                  <a:pt x="131097" y="20153"/>
                </a:cubicBezTo>
                <a:cubicBezTo>
                  <a:pt x="130641" y="19940"/>
                  <a:pt x="130823" y="19910"/>
                  <a:pt x="130428" y="19849"/>
                </a:cubicBezTo>
                <a:cubicBezTo>
                  <a:pt x="130207" y="19830"/>
                  <a:pt x="130254" y="19801"/>
                  <a:pt x="130135" y="19801"/>
                </a:cubicBezTo>
                <a:cubicBezTo>
                  <a:pt x="130058" y="19801"/>
                  <a:pt x="129911" y="19813"/>
                  <a:pt x="129577" y="19849"/>
                </a:cubicBezTo>
                <a:cubicBezTo>
                  <a:pt x="128773" y="19960"/>
                  <a:pt x="127918" y="20096"/>
                  <a:pt x="127728" y="20096"/>
                </a:cubicBezTo>
                <a:cubicBezTo>
                  <a:pt x="127710" y="20096"/>
                  <a:pt x="127698" y="20095"/>
                  <a:pt x="127693" y="20092"/>
                </a:cubicBezTo>
                <a:cubicBezTo>
                  <a:pt x="127662" y="20062"/>
                  <a:pt x="127632" y="19606"/>
                  <a:pt x="127449" y="19606"/>
                </a:cubicBezTo>
                <a:cubicBezTo>
                  <a:pt x="127297" y="19636"/>
                  <a:pt x="127206" y="19788"/>
                  <a:pt x="126872" y="20062"/>
                </a:cubicBezTo>
                <a:cubicBezTo>
                  <a:pt x="126568" y="20305"/>
                  <a:pt x="126173" y="20609"/>
                  <a:pt x="126142" y="20670"/>
                </a:cubicBezTo>
                <a:cubicBezTo>
                  <a:pt x="126112" y="20700"/>
                  <a:pt x="125413" y="20852"/>
                  <a:pt x="125231" y="20852"/>
                </a:cubicBezTo>
                <a:cubicBezTo>
                  <a:pt x="125139" y="20852"/>
                  <a:pt x="125048" y="20882"/>
                  <a:pt x="124949" y="20882"/>
                </a:cubicBezTo>
                <a:cubicBezTo>
                  <a:pt x="124851" y="20882"/>
                  <a:pt x="124744" y="20852"/>
                  <a:pt x="124623" y="20730"/>
                </a:cubicBezTo>
                <a:cubicBezTo>
                  <a:pt x="124410" y="20518"/>
                  <a:pt x="124501" y="20396"/>
                  <a:pt x="124167" y="20396"/>
                </a:cubicBezTo>
                <a:cubicBezTo>
                  <a:pt x="123958" y="20396"/>
                  <a:pt x="123808" y="20455"/>
                  <a:pt x="123688" y="20455"/>
                </a:cubicBezTo>
                <a:cubicBezTo>
                  <a:pt x="123616" y="20455"/>
                  <a:pt x="123555" y="20434"/>
                  <a:pt x="123498" y="20366"/>
                </a:cubicBezTo>
                <a:cubicBezTo>
                  <a:pt x="123362" y="20149"/>
                  <a:pt x="123009" y="19835"/>
                  <a:pt x="122740" y="19835"/>
                </a:cubicBezTo>
                <a:cubicBezTo>
                  <a:pt x="122707" y="19835"/>
                  <a:pt x="122676" y="19839"/>
                  <a:pt x="122647" y="19849"/>
                </a:cubicBezTo>
                <a:cubicBezTo>
                  <a:pt x="122373" y="20001"/>
                  <a:pt x="122221" y="20244"/>
                  <a:pt x="122221" y="20396"/>
                </a:cubicBezTo>
                <a:cubicBezTo>
                  <a:pt x="122221" y="20548"/>
                  <a:pt x="122343" y="20609"/>
                  <a:pt x="122130" y="20670"/>
                </a:cubicBezTo>
                <a:cubicBezTo>
                  <a:pt x="122044" y="20682"/>
                  <a:pt x="121977" y="20699"/>
                  <a:pt x="121925" y="20699"/>
                </a:cubicBezTo>
                <a:cubicBezTo>
                  <a:pt x="121848" y="20699"/>
                  <a:pt x="121802" y="20662"/>
                  <a:pt x="121765" y="20518"/>
                </a:cubicBezTo>
                <a:cubicBezTo>
                  <a:pt x="121735" y="20214"/>
                  <a:pt x="121826" y="20092"/>
                  <a:pt x="121522" y="19849"/>
                </a:cubicBezTo>
                <a:cubicBezTo>
                  <a:pt x="121249" y="19636"/>
                  <a:pt x="121218" y="19636"/>
                  <a:pt x="121097" y="19545"/>
                </a:cubicBezTo>
                <a:cubicBezTo>
                  <a:pt x="120975" y="19484"/>
                  <a:pt x="120914" y="19454"/>
                  <a:pt x="120793" y="19332"/>
                </a:cubicBezTo>
                <a:cubicBezTo>
                  <a:pt x="120680" y="19192"/>
                  <a:pt x="120281" y="19025"/>
                  <a:pt x="120006" y="19025"/>
                </a:cubicBezTo>
                <a:cubicBezTo>
                  <a:pt x="119984" y="19025"/>
                  <a:pt x="119962" y="19026"/>
                  <a:pt x="119942" y="19028"/>
                </a:cubicBezTo>
                <a:cubicBezTo>
                  <a:pt x="119699" y="19059"/>
                  <a:pt x="118574" y="19150"/>
                  <a:pt x="118574" y="19150"/>
                </a:cubicBezTo>
                <a:lnTo>
                  <a:pt x="118331" y="19454"/>
                </a:lnTo>
                <a:cubicBezTo>
                  <a:pt x="118331" y="19454"/>
                  <a:pt x="118027" y="19484"/>
                  <a:pt x="117905" y="19484"/>
                </a:cubicBezTo>
                <a:cubicBezTo>
                  <a:pt x="117784" y="19515"/>
                  <a:pt x="117571" y="19606"/>
                  <a:pt x="117571" y="19697"/>
                </a:cubicBezTo>
                <a:cubicBezTo>
                  <a:pt x="117571" y="19819"/>
                  <a:pt x="117115" y="19849"/>
                  <a:pt x="117024" y="19910"/>
                </a:cubicBezTo>
                <a:cubicBezTo>
                  <a:pt x="116963" y="19910"/>
                  <a:pt x="116598" y="19910"/>
                  <a:pt x="116507" y="19697"/>
                </a:cubicBezTo>
                <a:cubicBezTo>
                  <a:pt x="116432" y="19547"/>
                  <a:pt x="116192" y="19438"/>
                  <a:pt x="116008" y="19438"/>
                </a:cubicBezTo>
                <a:cubicBezTo>
                  <a:pt x="115968" y="19438"/>
                  <a:pt x="115931" y="19443"/>
                  <a:pt x="115899" y="19454"/>
                </a:cubicBezTo>
                <a:lnTo>
                  <a:pt x="115078" y="19545"/>
                </a:lnTo>
                <a:cubicBezTo>
                  <a:pt x="115048" y="19545"/>
                  <a:pt x="114896" y="19484"/>
                  <a:pt x="114835" y="19454"/>
                </a:cubicBezTo>
                <a:cubicBezTo>
                  <a:pt x="114744" y="19393"/>
                  <a:pt x="114592" y="19302"/>
                  <a:pt x="114470" y="19302"/>
                </a:cubicBezTo>
                <a:cubicBezTo>
                  <a:pt x="114379" y="19302"/>
                  <a:pt x="114318" y="19332"/>
                  <a:pt x="114136" y="19332"/>
                </a:cubicBezTo>
                <a:cubicBezTo>
                  <a:pt x="113954" y="19332"/>
                  <a:pt x="113680" y="19211"/>
                  <a:pt x="113559" y="19150"/>
                </a:cubicBezTo>
                <a:cubicBezTo>
                  <a:pt x="113467" y="19059"/>
                  <a:pt x="113255" y="19089"/>
                  <a:pt x="113224" y="18785"/>
                </a:cubicBezTo>
                <a:cubicBezTo>
                  <a:pt x="113194" y="18481"/>
                  <a:pt x="113103" y="18025"/>
                  <a:pt x="113103" y="17964"/>
                </a:cubicBezTo>
                <a:cubicBezTo>
                  <a:pt x="113072" y="17873"/>
                  <a:pt x="112859" y="17660"/>
                  <a:pt x="112859" y="17660"/>
                </a:cubicBezTo>
                <a:lnTo>
                  <a:pt x="112707" y="16445"/>
                </a:lnTo>
                <a:cubicBezTo>
                  <a:pt x="112707" y="16445"/>
                  <a:pt x="112556" y="16414"/>
                  <a:pt x="112404" y="16323"/>
                </a:cubicBezTo>
                <a:cubicBezTo>
                  <a:pt x="112252" y="16262"/>
                  <a:pt x="111735" y="16110"/>
                  <a:pt x="111735" y="16110"/>
                </a:cubicBezTo>
                <a:cubicBezTo>
                  <a:pt x="111735" y="16110"/>
                  <a:pt x="111431" y="16141"/>
                  <a:pt x="111370" y="16141"/>
                </a:cubicBezTo>
                <a:cubicBezTo>
                  <a:pt x="111279" y="16171"/>
                  <a:pt x="111248" y="16414"/>
                  <a:pt x="111248" y="16414"/>
                </a:cubicBezTo>
                <a:lnTo>
                  <a:pt x="111248" y="16566"/>
                </a:lnTo>
                <a:cubicBezTo>
                  <a:pt x="111248" y="16566"/>
                  <a:pt x="111097" y="16627"/>
                  <a:pt x="111097" y="16749"/>
                </a:cubicBezTo>
                <a:cubicBezTo>
                  <a:pt x="111097" y="16809"/>
                  <a:pt x="111218" y="17417"/>
                  <a:pt x="111248" y="17508"/>
                </a:cubicBezTo>
                <a:cubicBezTo>
                  <a:pt x="111248" y="17569"/>
                  <a:pt x="111340" y="18238"/>
                  <a:pt x="111340" y="18238"/>
                </a:cubicBezTo>
                <a:lnTo>
                  <a:pt x="104197" y="19150"/>
                </a:lnTo>
                <a:lnTo>
                  <a:pt x="93437" y="20518"/>
                </a:lnTo>
                <a:cubicBezTo>
                  <a:pt x="93437" y="20518"/>
                  <a:pt x="86506" y="20609"/>
                  <a:pt x="86354" y="20670"/>
                </a:cubicBezTo>
                <a:cubicBezTo>
                  <a:pt x="86202" y="20700"/>
                  <a:pt x="83558" y="20822"/>
                  <a:pt x="82950" y="20882"/>
                </a:cubicBezTo>
                <a:cubicBezTo>
                  <a:pt x="82464" y="20974"/>
                  <a:pt x="80792" y="21004"/>
                  <a:pt x="80093" y="21034"/>
                </a:cubicBezTo>
                <a:lnTo>
                  <a:pt x="79819" y="21034"/>
                </a:lnTo>
                <a:lnTo>
                  <a:pt x="78360" y="21065"/>
                </a:lnTo>
                <a:lnTo>
                  <a:pt x="70002" y="21277"/>
                </a:lnTo>
                <a:cubicBezTo>
                  <a:pt x="70002" y="21277"/>
                  <a:pt x="67135" y="21305"/>
                  <a:pt x="64183" y="21305"/>
                </a:cubicBezTo>
                <a:cubicBezTo>
                  <a:pt x="61724" y="21305"/>
                  <a:pt x="59206" y="21286"/>
                  <a:pt x="58238" y="21217"/>
                </a:cubicBezTo>
                <a:cubicBezTo>
                  <a:pt x="56111" y="21065"/>
                  <a:pt x="45107" y="20609"/>
                  <a:pt x="45107" y="20609"/>
                </a:cubicBezTo>
                <a:cubicBezTo>
                  <a:pt x="45107" y="20609"/>
                  <a:pt x="39788" y="20426"/>
                  <a:pt x="39211" y="20426"/>
                </a:cubicBezTo>
                <a:lnTo>
                  <a:pt x="36931" y="20426"/>
                </a:lnTo>
                <a:cubicBezTo>
                  <a:pt x="36809" y="20426"/>
                  <a:pt x="35077" y="20305"/>
                  <a:pt x="35046" y="20274"/>
                </a:cubicBezTo>
                <a:cubicBezTo>
                  <a:pt x="34986" y="20274"/>
                  <a:pt x="33983" y="20153"/>
                  <a:pt x="33831" y="20122"/>
                </a:cubicBezTo>
                <a:cubicBezTo>
                  <a:pt x="33831" y="20122"/>
                  <a:pt x="15988" y="18116"/>
                  <a:pt x="13800" y="17356"/>
                </a:cubicBezTo>
                <a:lnTo>
                  <a:pt x="13526" y="17782"/>
                </a:lnTo>
                <a:lnTo>
                  <a:pt x="13678" y="18998"/>
                </a:lnTo>
                <a:lnTo>
                  <a:pt x="14256" y="18907"/>
                </a:lnTo>
                <a:cubicBezTo>
                  <a:pt x="14256" y="18907"/>
                  <a:pt x="14438" y="19849"/>
                  <a:pt x="14286" y="19940"/>
                </a:cubicBezTo>
                <a:cubicBezTo>
                  <a:pt x="14134" y="20062"/>
                  <a:pt x="13557" y="20426"/>
                  <a:pt x="13557" y="20426"/>
                </a:cubicBezTo>
                <a:cubicBezTo>
                  <a:pt x="13557" y="20426"/>
                  <a:pt x="13648" y="20913"/>
                  <a:pt x="13952" y="21338"/>
                </a:cubicBezTo>
                <a:cubicBezTo>
                  <a:pt x="14286" y="21764"/>
                  <a:pt x="14742" y="22828"/>
                  <a:pt x="14742" y="22828"/>
                </a:cubicBezTo>
                <a:cubicBezTo>
                  <a:pt x="14742" y="22828"/>
                  <a:pt x="14864" y="23709"/>
                  <a:pt x="14590" y="23861"/>
                </a:cubicBezTo>
                <a:cubicBezTo>
                  <a:pt x="14317" y="24013"/>
                  <a:pt x="14013" y="24378"/>
                  <a:pt x="14073" y="24682"/>
                </a:cubicBezTo>
                <a:cubicBezTo>
                  <a:pt x="14104" y="25016"/>
                  <a:pt x="14013" y="24986"/>
                  <a:pt x="13861" y="25381"/>
                </a:cubicBezTo>
                <a:cubicBezTo>
                  <a:pt x="13678" y="25776"/>
                  <a:pt x="14104" y="25411"/>
                  <a:pt x="13678" y="25776"/>
                </a:cubicBezTo>
                <a:cubicBezTo>
                  <a:pt x="13500" y="25942"/>
                  <a:pt x="13305" y="25990"/>
                  <a:pt x="13140" y="25990"/>
                </a:cubicBezTo>
                <a:cubicBezTo>
                  <a:pt x="12910" y="25990"/>
                  <a:pt x="12736" y="25898"/>
                  <a:pt x="12736" y="25898"/>
                </a:cubicBezTo>
                <a:lnTo>
                  <a:pt x="12918" y="25533"/>
                </a:lnTo>
                <a:cubicBezTo>
                  <a:pt x="12918" y="25533"/>
                  <a:pt x="12766" y="24773"/>
                  <a:pt x="12797" y="24560"/>
                </a:cubicBezTo>
                <a:cubicBezTo>
                  <a:pt x="12858" y="24378"/>
                  <a:pt x="13101" y="24256"/>
                  <a:pt x="13253" y="24074"/>
                </a:cubicBezTo>
                <a:cubicBezTo>
                  <a:pt x="13405" y="23892"/>
                  <a:pt x="13314" y="23040"/>
                  <a:pt x="13314" y="23040"/>
                </a:cubicBezTo>
                <a:lnTo>
                  <a:pt x="12797" y="21673"/>
                </a:lnTo>
                <a:cubicBezTo>
                  <a:pt x="12797" y="21673"/>
                  <a:pt x="12709" y="21700"/>
                  <a:pt x="12544" y="21700"/>
                </a:cubicBezTo>
                <a:cubicBezTo>
                  <a:pt x="12358" y="21700"/>
                  <a:pt x="12073" y="21665"/>
                  <a:pt x="11703" y="21521"/>
                </a:cubicBezTo>
                <a:cubicBezTo>
                  <a:pt x="11064" y="21277"/>
                  <a:pt x="8450" y="20670"/>
                  <a:pt x="7873" y="20396"/>
                </a:cubicBezTo>
                <a:cubicBezTo>
                  <a:pt x="7265" y="20122"/>
                  <a:pt x="7022" y="20092"/>
                  <a:pt x="6930" y="19910"/>
                </a:cubicBezTo>
                <a:cubicBezTo>
                  <a:pt x="6778" y="19697"/>
                  <a:pt x="6353" y="19484"/>
                  <a:pt x="6353" y="19484"/>
                </a:cubicBezTo>
                <a:cubicBezTo>
                  <a:pt x="6353" y="19484"/>
                  <a:pt x="6079" y="19970"/>
                  <a:pt x="6079" y="20122"/>
                </a:cubicBezTo>
                <a:cubicBezTo>
                  <a:pt x="6110" y="20274"/>
                  <a:pt x="5927" y="20366"/>
                  <a:pt x="5897" y="20913"/>
                </a:cubicBezTo>
                <a:cubicBezTo>
                  <a:pt x="5867" y="21490"/>
                  <a:pt x="6049" y="21885"/>
                  <a:pt x="6201" y="22098"/>
                </a:cubicBezTo>
                <a:cubicBezTo>
                  <a:pt x="6353" y="22341"/>
                  <a:pt x="6626" y="22858"/>
                  <a:pt x="6687" y="23162"/>
                </a:cubicBezTo>
                <a:cubicBezTo>
                  <a:pt x="6718" y="23466"/>
                  <a:pt x="6718" y="23952"/>
                  <a:pt x="6657" y="24104"/>
                </a:cubicBezTo>
                <a:cubicBezTo>
                  <a:pt x="6535" y="24226"/>
                  <a:pt x="6505" y="24560"/>
                  <a:pt x="6566" y="24864"/>
                </a:cubicBezTo>
                <a:cubicBezTo>
                  <a:pt x="6657" y="25168"/>
                  <a:pt x="7022" y="25411"/>
                  <a:pt x="7022" y="25472"/>
                </a:cubicBezTo>
                <a:cubicBezTo>
                  <a:pt x="7022" y="25563"/>
                  <a:pt x="7143" y="25715"/>
                  <a:pt x="7022" y="25837"/>
                </a:cubicBezTo>
                <a:cubicBezTo>
                  <a:pt x="6961" y="25928"/>
                  <a:pt x="6839" y="26202"/>
                  <a:pt x="6870" y="26536"/>
                </a:cubicBezTo>
                <a:cubicBezTo>
                  <a:pt x="6930" y="26901"/>
                  <a:pt x="6870" y="27205"/>
                  <a:pt x="6961" y="27205"/>
                </a:cubicBezTo>
                <a:cubicBezTo>
                  <a:pt x="6985" y="27205"/>
                  <a:pt x="7024" y="27210"/>
                  <a:pt x="7072" y="27210"/>
                </a:cubicBezTo>
                <a:cubicBezTo>
                  <a:pt x="7143" y="27210"/>
                  <a:pt x="7234" y="27199"/>
                  <a:pt x="7326" y="27144"/>
                </a:cubicBezTo>
                <a:cubicBezTo>
                  <a:pt x="7345" y="27132"/>
                  <a:pt x="7371" y="27127"/>
                  <a:pt x="7402" y="27127"/>
                </a:cubicBezTo>
                <a:cubicBezTo>
                  <a:pt x="7604" y="27127"/>
                  <a:pt x="7994" y="27357"/>
                  <a:pt x="7994" y="27357"/>
                </a:cubicBezTo>
                <a:cubicBezTo>
                  <a:pt x="7994" y="27357"/>
                  <a:pt x="7630" y="27600"/>
                  <a:pt x="7569" y="27600"/>
                </a:cubicBezTo>
                <a:cubicBezTo>
                  <a:pt x="7527" y="27600"/>
                  <a:pt x="7362" y="27580"/>
                  <a:pt x="7196" y="27580"/>
                </a:cubicBezTo>
                <a:cubicBezTo>
                  <a:pt x="7003" y="27580"/>
                  <a:pt x="6809" y="27607"/>
                  <a:pt x="6809" y="27721"/>
                </a:cubicBezTo>
                <a:cubicBezTo>
                  <a:pt x="6809" y="27904"/>
                  <a:pt x="6870" y="28177"/>
                  <a:pt x="6930" y="28360"/>
                </a:cubicBezTo>
                <a:cubicBezTo>
                  <a:pt x="6961" y="28572"/>
                  <a:pt x="7386" y="28664"/>
                  <a:pt x="7417" y="28755"/>
                </a:cubicBezTo>
                <a:cubicBezTo>
                  <a:pt x="7447" y="28816"/>
                  <a:pt x="7538" y="29059"/>
                  <a:pt x="7447" y="29180"/>
                </a:cubicBezTo>
                <a:cubicBezTo>
                  <a:pt x="7326" y="29272"/>
                  <a:pt x="7295" y="29363"/>
                  <a:pt x="7326" y="29545"/>
                </a:cubicBezTo>
                <a:cubicBezTo>
                  <a:pt x="7386" y="29727"/>
                  <a:pt x="7538" y="29940"/>
                  <a:pt x="7386" y="29971"/>
                </a:cubicBezTo>
                <a:cubicBezTo>
                  <a:pt x="7376" y="29973"/>
                  <a:pt x="7366" y="29974"/>
                  <a:pt x="7356" y="29974"/>
                </a:cubicBezTo>
                <a:cubicBezTo>
                  <a:pt x="7207" y="29974"/>
                  <a:pt x="7018" y="29780"/>
                  <a:pt x="6961" y="29667"/>
                </a:cubicBezTo>
                <a:cubicBezTo>
                  <a:pt x="6881" y="29533"/>
                  <a:pt x="6754" y="28930"/>
                  <a:pt x="6703" y="28930"/>
                </a:cubicBezTo>
                <a:cubicBezTo>
                  <a:pt x="6696" y="28930"/>
                  <a:pt x="6691" y="28942"/>
                  <a:pt x="6687" y="28968"/>
                </a:cubicBezTo>
                <a:cubicBezTo>
                  <a:pt x="6626" y="29211"/>
                  <a:pt x="6566" y="29515"/>
                  <a:pt x="6566" y="29667"/>
                </a:cubicBezTo>
                <a:cubicBezTo>
                  <a:pt x="6626" y="29819"/>
                  <a:pt x="6687" y="29879"/>
                  <a:pt x="6626" y="30031"/>
                </a:cubicBezTo>
                <a:cubicBezTo>
                  <a:pt x="6535" y="30183"/>
                  <a:pt x="6505" y="30457"/>
                  <a:pt x="6505" y="30609"/>
                </a:cubicBezTo>
                <a:cubicBezTo>
                  <a:pt x="6535" y="30761"/>
                  <a:pt x="6870" y="30943"/>
                  <a:pt x="6870" y="30943"/>
                </a:cubicBezTo>
                <a:cubicBezTo>
                  <a:pt x="6870" y="30943"/>
                  <a:pt x="7782" y="31065"/>
                  <a:pt x="7903" y="31095"/>
                </a:cubicBezTo>
                <a:lnTo>
                  <a:pt x="7994" y="31156"/>
                </a:lnTo>
                <a:lnTo>
                  <a:pt x="7113" y="31247"/>
                </a:lnTo>
                <a:lnTo>
                  <a:pt x="6383" y="31551"/>
                </a:lnTo>
                <a:cubicBezTo>
                  <a:pt x="6383" y="31551"/>
                  <a:pt x="6778" y="32463"/>
                  <a:pt x="6657" y="32706"/>
                </a:cubicBezTo>
                <a:cubicBezTo>
                  <a:pt x="6535" y="32919"/>
                  <a:pt x="6110" y="35928"/>
                  <a:pt x="5897" y="36475"/>
                </a:cubicBezTo>
                <a:cubicBezTo>
                  <a:pt x="5654" y="36962"/>
                  <a:pt x="5593" y="37600"/>
                  <a:pt x="5259" y="38147"/>
                </a:cubicBezTo>
                <a:cubicBezTo>
                  <a:pt x="4894" y="38664"/>
                  <a:pt x="4985" y="38816"/>
                  <a:pt x="4894" y="39697"/>
                </a:cubicBezTo>
                <a:cubicBezTo>
                  <a:pt x="4833" y="40579"/>
                  <a:pt x="4894" y="40913"/>
                  <a:pt x="4651" y="41521"/>
                </a:cubicBezTo>
                <a:cubicBezTo>
                  <a:pt x="4347" y="42129"/>
                  <a:pt x="3739" y="43345"/>
                  <a:pt x="3587" y="43861"/>
                </a:cubicBezTo>
                <a:cubicBezTo>
                  <a:pt x="3435" y="44409"/>
                  <a:pt x="3465" y="45168"/>
                  <a:pt x="3070" y="45472"/>
                </a:cubicBezTo>
                <a:cubicBezTo>
                  <a:pt x="2705" y="45807"/>
                  <a:pt x="2371" y="46050"/>
                  <a:pt x="2371" y="46050"/>
                </a:cubicBezTo>
                <a:cubicBezTo>
                  <a:pt x="2371" y="46050"/>
                  <a:pt x="2432" y="46111"/>
                  <a:pt x="2401" y="46384"/>
                </a:cubicBezTo>
                <a:cubicBezTo>
                  <a:pt x="2371" y="46688"/>
                  <a:pt x="2553" y="46749"/>
                  <a:pt x="2462" y="46992"/>
                </a:cubicBezTo>
                <a:cubicBezTo>
                  <a:pt x="2432" y="47205"/>
                  <a:pt x="2098" y="47418"/>
                  <a:pt x="1946" y="47722"/>
                </a:cubicBezTo>
                <a:cubicBezTo>
                  <a:pt x="1794" y="48056"/>
                  <a:pt x="1368" y="48360"/>
                  <a:pt x="1459" y="48512"/>
                </a:cubicBezTo>
                <a:cubicBezTo>
                  <a:pt x="1520" y="48664"/>
                  <a:pt x="1672" y="49424"/>
                  <a:pt x="1763" y="49545"/>
                </a:cubicBezTo>
                <a:cubicBezTo>
                  <a:pt x="1824" y="49697"/>
                  <a:pt x="2128" y="49910"/>
                  <a:pt x="2098" y="50062"/>
                </a:cubicBezTo>
                <a:cubicBezTo>
                  <a:pt x="2067" y="50244"/>
                  <a:pt x="1763" y="50852"/>
                  <a:pt x="1763" y="50852"/>
                </a:cubicBezTo>
                <a:cubicBezTo>
                  <a:pt x="1763" y="50852"/>
                  <a:pt x="1702" y="51004"/>
                  <a:pt x="1702" y="51248"/>
                </a:cubicBezTo>
                <a:cubicBezTo>
                  <a:pt x="1702" y="51369"/>
                  <a:pt x="1672" y="51460"/>
                  <a:pt x="1672" y="51551"/>
                </a:cubicBezTo>
                <a:cubicBezTo>
                  <a:pt x="1642" y="51855"/>
                  <a:pt x="1642" y="52372"/>
                  <a:pt x="1642" y="52372"/>
                </a:cubicBezTo>
                <a:cubicBezTo>
                  <a:pt x="1642" y="52372"/>
                  <a:pt x="1611" y="53102"/>
                  <a:pt x="1763" y="53132"/>
                </a:cubicBezTo>
                <a:cubicBezTo>
                  <a:pt x="1915" y="53223"/>
                  <a:pt x="2250" y="53406"/>
                  <a:pt x="2250" y="53406"/>
                </a:cubicBezTo>
                <a:lnTo>
                  <a:pt x="1854" y="54287"/>
                </a:lnTo>
                <a:cubicBezTo>
                  <a:pt x="1854" y="54287"/>
                  <a:pt x="1702" y="54621"/>
                  <a:pt x="1915" y="54743"/>
                </a:cubicBezTo>
                <a:cubicBezTo>
                  <a:pt x="2128" y="54865"/>
                  <a:pt x="2219" y="55473"/>
                  <a:pt x="2250" y="55685"/>
                </a:cubicBezTo>
                <a:cubicBezTo>
                  <a:pt x="2280" y="55928"/>
                  <a:pt x="2006" y="56232"/>
                  <a:pt x="2006" y="56232"/>
                </a:cubicBezTo>
                <a:cubicBezTo>
                  <a:pt x="2006" y="56232"/>
                  <a:pt x="2006" y="56597"/>
                  <a:pt x="2067" y="56688"/>
                </a:cubicBezTo>
                <a:cubicBezTo>
                  <a:pt x="2098" y="56749"/>
                  <a:pt x="1702" y="57327"/>
                  <a:pt x="1672" y="57387"/>
                </a:cubicBezTo>
                <a:cubicBezTo>
                  <a:pt x="1642" y="57479"/>
                  <a:pt x="1520" y="57631"/>
                  <a:pt x="1550" y="57935"/>
                </a:cubicBezTo>
                <a:cubicBezTo>
                  <a:pt x="1611" y="58269"/>
                  <a:pt x="1672" y="58755"/>
                  <a:pt x="1672" y="58755"/>
                </a:cubicBezTo>
                <a:cubicBezTo>
                  <a:pt x="1672" y="58755"/>
                  <a:pt x="243" y="60488"/>
                  <a:pt x="122" y="60731"/>
                </a:cubicBezTo>
                <a:cubicBezTo>
                  <a:pt x="0" y="60974"/>
                  <a:pt x="0" y="61704"/>
                  <a:pt x="0" y="61704"/>
                </a:cubicBezTo>
                <a:lnTo>
                  <a:pt x="122" y="62646"/>
                </a:lnTo>
                <a:cubicBezTo>
                  <a:pt x="122" y="62646"/>
                  <a:pt x="487" y="62919"/>
                  <a:pt x="730" y="63558"/>
                </a:cubicBezTo>
                <a:cubicBezTo>
                  <a:pt x="942" y="64196"/>
                  <a:pt x="1246" y="64530"/>
                  <a:pt x="1368" y="64774"/>
                </a:cubicBezTo>
                <a:cubicBezTo>
                  <a:pt x="1490" y="64956"/>
                  <a:pt x="1915" y="65381"/>
                  <a:pt x="1824" y="65655"/>
                </a:cubicBezTo>
                <a:cubicBezTo>
                  <a:pt x="1763" y="65898"/>
                  <a:pt x="1763" y="66354"/>
                  <a:pt x="1550" y="66597"/>
                </a:cubicBezTo>
                <a:cubicBezTo>
                  <a:pt x="1398" y="66810"/>
                  <a:pt x="1155" y="67844"/>
                  <a:pt x="1216" y="67965"/>
                </a:cubicBezTo>
                <a:cubicBezTo>
                  <a:pt x="1307" y="68087"/>
                  <a:pt x="1398" y="68269"/>
                  <a:pt x="1398" y="68421"/>
                </a:cubicBezTo>
                <a:cubicBezTo>
                  <a:pt x="1398" y="68573"/>
                  <a:pt x="1550" y="68877"/>
                  <a:pt x="1398" y="69211"/>
                </a:cubicBezTo>
                <a:cubicBezTo>
                  <a:pt x="1246" y="69546"/>
                  <a:pt x="1186" y="69606"/>
                  <a:pt x="1186" y="69698"/>
                </a:cubicBezTo>
                <a:cubicBezTo>
                  <a:pt x="1186" y="69850"/>
                  <a:pt x="1368" y="70002"/>
                  <a:pt x="1490" y="70214"/>
                </a:cubicBezTo>
                <a:cubicBezTo>
                  <a:pt x="1611" y="70397"/>
                  <a:pt x="2098" y="71309"/>
                  <a:pt x="2250" y="71613"/>
                </a:cubicBezTo>
                <a:cubicBezTo>
                  <a:pt x="2401" y="71917"/>
                  <a:pt x="2827" y="72342"/>
                  <a:pt x="2979" y="72403"/>
                </a:cubicBezTo>
                <a:cubicBezTo>
                  <a:pt x="3131" y="72494"/>
                  <a:pt x="3313" y="72403"/>
                  <a:pt x="3374" y="72555"/>
                </a:cubicBezTo>
                <a:cubicBezTo>
                  <a:pt x="3465" y="72707"/>
                  <a:pt x="3617" y="73771"/>
                  <a:pt x="3617" y="73771"/>
                </a:cubicBezTo>
                <a:cubicBezTo>
                  <a:pt x="3617" y="73771"/>
                  <a:pt x="3830" y="74561"/>
                  <a:pt x="3769" y="74713"/>
                </a:cubicBezTo>
                <a:cubicBezTo>
                  <a:pt x="3678" y="74865"/>
                  <a:pt x="3465" y="74956"/>
                  <a:pt x="3465" y="75108"/>
                </a:cubicBezTo>
                <a:cubicBezTo>
                  <a:pt x="3465" y="75260"/>
                  <a:pt x="3678" y="75321"/>
                  <a:pt x="3952" y="75412"/>
                </a:cubicBezTo>
                <a:cubicBezTo>
                  <a:pt x="4225" y="75473"/>
                  <a:pt x="4529" y="75868"/>
                  <a:pt x="4651" y="76020"/>
                </a:cubicBezTo>
                <a:cubicBezTo>
                  <a:pt x="4736" y="76134"/>
                  <a:pt x="5193" y="76327"/>
                  <a:pt x="5302" y="76327"/>
                </a:cubicBezTo>
                <a:cubicBezTo>
                  <a:pt x="5310" y="76327"/>
                  <a:pt x="5315" y="76326"/>
                  <a:pt x="5319" y="76324"/>
                </a:cubicBezTo>
                <a:cubicBezTo>
                  <a:pt x="5411" y="76293"/>
                  <a:pt x="5623" y="75990"/>
                  <a:pt x="5593" y="75838"/>
                </a:cubicBezTo>
                <a:cubicBezTo>
                  <a:pt x="5563" y="75686"/>
                  <a:pt x="5775" y="75412"/>
                  <a:pt x="5867" y="75290"/>
                </a:cubicBezTo>
                <a:cubicBezTo>
                  <a:pt x="5891" y="75242"/>
                  <a:pt x="5954" y="75227"/>
                  <a:pt x="6021" y="75227"/>
                </a:cubicBezTo>
                <a:cubicBezTo>
                  <a:pt x="6122" y="75227"/>
                  <a:pt x="6231" y="75260"/>
                  <a:pt x="6231" y="75260"/>
                </a:cubicBezTo>
                <a:cubicBezTo>
                  <a:pt x="6231" y="75260"/>
                  <a:pt x="6262" y="75442"/>
                  <a:pt x="6231" y="75534"/>
                </a:cubicBezTo>
                <a:cubicBezTo>
                  <a:pt x="6201" y="75594"/>
                  <a:pt x="5927" y="75746"/>
                  <a:pt x="5927" y="75898"/>
                </a:cubicBezTo>
                <a:cubicBezTo>
                  <a:pt x="5927" y="76050"/>
                  <a:pt x="5927" y="76293"/>
                  <a:pt x="5958" y="76354"/>
                </a:cubicBezTo>
                <a:cubicBezTo>
                  <a:pt x="6049" y="76476"/>
                  <a:pt x="6049" y="76354"/>
                  <a:pt x="6201" y="76506"/>
                </a:cubicBezTo>
                <a:cubicBezTo>
                  <a:pt x="6323" y="76628"/>
                  <a:pt x="6626" y="77297"/>
                  <a:pt x="6626" y="77297"/>
                </a:cubicBezTo>
                <a:lnTo>
                  <a:pt x="6718" y="78178"/>
                </a:lnTo>
                <a:cubicBezTo>
                  <a:pt x="6718" y="78178"/>
                  <a:pt x="6644" y="78296"/>
                  <a:pt x="6548" y="78296"/>
                </a:cubicBezTo>
                <a:cubicBezTo>
                  <a:pt x="6506" y="78296"/>
                  <a:pt x="6460" y="78273"/>
                  <a:pt x="6414" y="78208"/>
                </a:cubicBezTo>
                <a:cubicBezTo>
                  <a:pt x="6262" y="77996"/>
                  <a:pt x="5958" y="77752"/>
                  <a:pt x="5775" y="77388"/>
                </a:cubicBezTo>
                <a:cubicBezTo>
                  <a:pt x="5593" y="76993"/>
                  <a:pt x="5441" y="76445"/>
                  <a:pt x="5441" y="76445"/>
                </a:cubicBezTo>
                <a:lnTo>
                  <a:pt x="5137" y="76628"/>
                </a:lnTo>
                <a:lnTo>
                  <a:pt x="5289" y="77053"/>
                </a:lnTo>
                <a:lnTo>
                  <a:pt x="5319" y="77509"/>
                </a:lnTo>
                <a:cubicBezTo>
                  <a:pt x="5319" y="77509"/>
                  <a:pt x="5137" y="77570"/>
                  <a:pt x="5046" y="77692"/>
                </a:cubicBezTo>
                <a:cubicBezTo>
                  <a:pt x="4985" y="77813"/>
                  <a:pt x="4894" y="77996"/>
                  <a:pt x="5016" y="78026"/>
                </a:cubicBezTo>
                <a:cubicBezTo>
                  <a:pt x="5107" y="78056"/>
                  <a:pt x="5411" y="78269"/>
                  <a:pt x="5411" y="78269"/>
                </a:cubicBezTo>
                <a:lnTo>
                  <a:pt x="5259" y="78360"/>
                </a:lnTo>
                <a:lnTo>
                  <a:pt x="5198" y="79120"/>
                </a:lnTo>
                <a:lnTo>
                  <a:pt x="5502" y="80610"/>
                </a:lnTo>
                <a:cubicBezTo>
                  <a:pt x="5502" y="80610"/>
                  <a:pt x="5745" y="80701"/>
                  <a:pt x="5867" y="80914"/>
                </a:cubicBezTo>
                <a:cubicBezTo>
                  <a:pt x="6019" y="81157"/>
                  <a:pt x="6231" y="81218"/>
                  <a:pt x="6414" y="81309"/>
                </a:cubicBezTo>
                <a:cubicBezTo>
                  <a:pt x="6626" y="81370"/>
                  <a:pt x="7234" y="81674"/>
                  <a:pt x="7234" y="81674"/>
                </a:cubicBezTo>
                <a:cubicBezTo>
                  <a:pt x="7234" y="81674"/>
                  <a:pt x="7478" y="81674"/>
                  <a:pt x="7538" y="81795"/>
                </a:cubicBezTo>
                <a:lnTo>
                  <a:pt x="7538" y="82403"/>
                </a:lnTo>
                <a:cubicBezTo>
                  <a:pt x="7538" y="82403"/>
                  <a:pt x="7441" y="82330"/>
                  <a:pt x="7370" y="82330"/>
                </a:cubicBezTo>
                <a:cubicBezTo>
                  <a:pt x="7328" y="82330"/>
                  <a:pt x="7295" y="82355"/>
                  <a:pt x="7295" y="82433"/>
                </a:cubicBezTo>
                <a:cubicBezTo>
                  <a:pt x="7326" y="82616"/>
                  <a:pt x="7326" y="82859"/>
                  <a:pt x="7326" y="82859"/>
                </a:cubicBezTo>
                <a:cubicBezTo>
                  <a:pt x="7326" y="82859"/>
                  <a:pt x="7265" y="83041"/>
                  <a:pt x="7234" y="83132"/>
                </a:cubicBezTo>
                <a:cubicBezTo>
                  <a:pt x="7234" y="83163"/>
                  <a:pt x="7158" y="83170"/>
                  <a:pt x="7082" y="83170"/>
                </a:cubicBezTo>
                <a:cubicBezTo>
                  <a:pt x="7006" y="83170"/>
                  <a:pt x="6930" y="83163"/>
                  <a:pt x="6930" y="83163"/>
                </a:cubicBezTo>
                <a:lnTo>
                  <a:pt x="6657" y="84044"/>
                </a:lnTo>
                <a:lnTo>
                  <a:pt x="6566" y="84804"/>
                </a:lnTo>
                <a:cubicBezTo>
                  <a:pt x="6566" y="84804"/>
                  <a:pt x="7113" y="85473"/>
                  <a:pt x="7417" y="85898"/>
                </a:cubicBezTo>
                <a:cubicBezTo>
                  <a:pt x="7721" y="86324"/>
                  <a:pt x="7903" y="86354"/>
                  <a:pt x="7933" y="86689"/>
                </a:cubicBezTo>
                <a:cubicBezTo>
                  <a:pt x="7994" y="87023"/>
                  <a:pt x="8025" y="87145"/>
                  <a:pt x="8085" y="87297"/>
                </a:cubicBezTo>
                <a:cubicBezTo>
                  <a:pt x="8207" y="87449"/>
                  <a:pt x="8541" y="87570"/>
                  <a:pt x="8602" y="87874"/>
                </a:cubicBezTo>
                <a:cubicBezTo>
                  <a:pt x="8633" y="88209"/>
                  <a:pt x="8785" y="88421"/>
                  <a:pt x="8967" y="88634"/>
                </a:cubicBezTo>
                <a:cubicBezTo>
                  <a:pt x="9149" y="88908"/>
                  <a:pt x="9453" y="89333"/>
                  <a:pt x="9666" y="89576"/>
                </a:cubicBezTo>
                <a:cubicBezTo>
                  <a:pt x="9848" y="89880"/>
                  <a:pt x="10274" y="90032"/>
                  <a:pt x="10274" y="90032"/>
                </a:cubicBezTo>
                <a:cubicBezTo>
                  <a:pt x="10274" y="90032"/>
                  <a:pt x="10791" y="90306"/>
                  <a:pt x="10669" y="90458"/>
                </a:cubicBezTo>
                <a:cubicBezTo>
                  <a:pt x="10578" y="90610"/>
                  <a:pt x="10304" y="90731"/>
                  <a:pt x="10213" y="90944"/>
                </a:cubicBezTo>
                <a:cubicBezTo>
                  <a:pt x="10152" y="91157"/>
                  <a:pt x="10183" y="91552"/>
                  <a:pt x="10335" y="91674"/>
                </a:cubicBezTo>
                <a:cubicBezTo>
                  <a:pt x="10389" y="91717"/>
                  <a:pt x="10462" y="91726"/>
                  <a:pt x="10540" y="91726"/>
                </a:cubicBezTo>
                <a:cubicBezTo>
                  <a:pt x="10591" y="91726"/>
                  <a:pt x="10644" y="91722"/>
                  <a:pt x="10695" y="91722"/>
                </a:cubicBezTo>
                <a:cubicBezTo>
                  <a:pt x="10782" y="91722"/>
                  <a:pt x="10863" y="91733"/>
                  <a:pt x="10912" y="91795"/>
                </a:cubicBezTo>
                <a:cubicBezTo>
                  <a:pt x="11034" y="91947"/>
                  <a:pt x="11095" y="92464"/>
                  <a:pt x="11064" y="92859"/>
                </a:cubicBezTo>
                <a:cubicBezTo>
                  <a:pt x="11034" y="93224"/>
                  <a:pt x="11095" y="94196"/>
                  <a:pt x="10943" y="94288"/>
                </a:cubicBezTo>
                <a:cubicBezTo>
                  <a:pt x="10791" y="94409"/>
                  <a:pt x="10760" y="94440"/>
                  <a:pt x="10791" y="94713"/>
                </a:cubicBezTo>
                <a:cubicBezTo>
                  <a:pt x="10821" y="94987"/>
                  <a:pt x="11520" y="95412"/>
                  <a:pt x="11642" y="95443"/>
                </a:cubicBezTo>
                <a:cubicBezTo>
                  <a:pt x="11733" y="95503"/>
                  <a:pt x="12554" y="95777"/>
                  <a:pt x="12554" y="95777"/>
                </a:cubicBezTo>
                <a:cubicBezTo>
                  <a:pt x="12554" y="95777"/>
                  <a:pt x="12884" y="95699"/>
                  <a:pt x="13094" y="95699"/>
                </a:cubicBezTo>
                <a:cubicBezTo>
                  <a:pt x="13147" y="95699"/>
                  <a:pt x="13192" y="95704"/>
                  <a:pt x="13222" y="95716"/>
                </a:cubicBezTo>
                <a:cubicBezTo>
                  <a:pt x="13374" y="95747"/>
                  <a:pt x="13952" y="96172"/>
                  <a:pt x="14438" y="96203"/>
                </a:cubicBezTo>
                <a:cubicBezTo>
                  <a:pt x="14560" y="96210"/>
                  <a:pt x="14676" y="96212"/>
                  <a:pt x="14783" y="96212"/>
                </a:cubicBezTo>
                <a:cubicBezTo>
                  <a:pt x="14891" y="96212"/>
                  <a:pt x="14991" y="96210"/>
                  <a:pt x="15080" y="96210"/>
                </a:cubicBezTo>
                <a:cubicBezTo>
                  <a:pt x="15259" y="96210"/>
                  <a:pt x="15396" y="96218"/>
                  <a:pt x="15472" y="96263"/>
                </a:cubicBezTo>
                <a:cubicBezTo>
                  <a:pt x="15624" y="96355"/>
                  <a:pt x="16262" y="96567"/>
                  <a:pt x="16414" y="96841"/>
                </a:cubicBezTo>
                <a:cubicBezTo>
                  <a:pt x="16566" y="97145"/>
                  <a:pt x="16870" y="97722"/>
                  <a:pt x="17022" y="97996"/>
                </a:cubicBezTo>
                <a:cubicBezTo>
                  <a:pt x="17174" y="98300"/>
                  <a:pt x="17265" y="98543"/>
                  <a:pt x="18055" y="98604"/>
                </a:cubicBezTo>
                <a:cubicBezTo>
                  <a:pt x="18319" y="98614"/>
                  <a:pt x="18592" y="98617"/>
                  <a:pt x="18840" y="98617"/>
                </a:cubicBezTo>
                <a:cubicBezTo>
                  <a:pt x="19335" y="98617"/>
                  <a:pt x="19727" y="98604"/>
                  <a:pt x="19727" y="98604"/>
                </a:cubicBezTo>
                <a:cubicBezTo>
                  <a:pt x="19727" y="98604"/>
                  <a:pt x="20153" y="99090"/>
                  <a:pt x="20153" y="99516"/>
                </a:cubicBezTo>
                <a:cubicBezTo>
                  <a:pt x="20092" y="99911"/>
                  <a:pt x="20031" y="100488"/>
                  <a:pt x="20031" y="100488"/>
                </a:cubicBezTo>
                <a:cubicBezTo>
                  <a:pt x="20031" y="100488"/>
                  <a:pt x="20852" y="100519"/>
                  <a:pt x="20973" y="100519"/>
                </a:cubicBezTo>
                <a:cubicBezTo>
                  <a:pt x="21017" y="100510"/>
                  <a:pt x="21086" y="100501"/>
                  <a:pt x="21168" y="100501"/>
                </a:cubicBezTo>
                <a:cubicBezTo>
                  <a:pt x="21371" y="100501"/>
                  <a:pt x="21651" y="100554"/>
                  <a:pt x="21824" y="100792"/>
                </a:cubicBezTo>
                <a:cubicBezTo>
                  <a:pt x="22037" y="101127"/>
                  <a:pt x="22979" y="102130"/>
                  <a:pt x="23283" y="102494"/>
                </a:cubicBezTo>
                <a:cubicBezTo>
                  <a:pt x="23587" y="102890"/>
                  <a:pt x="24165" y="103528"/>
                  <a:pt x="24165" y="103528"/>
                </a:cubicBezTo>
                <a:cubicBezTo>
                  <a:pt x="24165" y="103528"/>
                  <a:pt x="24347" y="104531"/>
                  <a:pt x="24347" y="104774"/>
                </a:cubicBezTo>
                <a:cubicBezTo>
                  <a:pt x="24347" y="105048"/>
                  <a:pt x="24286" y="105808"/>
                  <a:pt x="24408" y="105899"/>
                </a:cubicBezTo>
                <a:cubicBezTo>
                  <a:pt x="24499" y="105990"/>
                  <a:pt x="24712" y="105990"/>
                  <a:pt x="24773" y="106112"/>
                </a:cubicBezTo>
                <a:cubicBezTo>
                  <a:pt x="24864" y="106233"/>
                  <a:pt x="24803" y="106567"/>
                  <a:pt x="24773" y="106689"/>
                </a:cubicBezTo>
                <a:cubicBezTo>
                  <a:pt x="24712" y="106811"/>
                  <a:pt x="24955" y="107115"/>
                  <a:pt x="24955" y="107115"/>
                </a:cubicBezTo>
                <a:cubicBezTo>
                  <a:pt x="24955" y="107115"/>
                  <a:pt x="25107" y="107145"/>
                  <a:pt x="25229" y="107267"/>
                </a:cubicBezTo>
                <a:cubicBezTo>
                  <a:pt x="25350" y="107327"/>
                  <a:pt x="25107" y="107358"/>
                  <a:pt x="25958" y="107479"/>
                </a:cubicBezTo>
                <a:cubicBezTo>
                  <a:pt x="26256" y="107525"/>
                  <a:pt x="26485" y="107541"/>
                  <a:pt x="26673" y="107541"/>
                </a:cubicBezTo>
                <a:cubicBezTo>
                  <a:pt x="26982" y="107541"/>
                  <a:pt x="27179" y="107498"/>
                  <a:pt x="27387" y="107479"/>
                </a:cubicBezTo>
                <a:cubicBezTo>
                  <a:pt x="27751" y="107449"/>
                  <a:pt x="29271" y="107267"/>
                  <a:pt x="29271" y="107267"/>
                </a:cubicBezTo>
                <a:lnTo>
                  <a:pt x="32159" y="107175"/>
                </a:lnTo>
                <a:lnTo>
                  <a:pt x="35654" y="107145"/>
                </a:lnTo>
                <a:lnTo>
                  <a:pt x="35654" y="107145"/>
                </a:lnTo>
                <a:cubicBezTo>
                  <a:pt x="35594" y="107175"/>
                  <a:pt x="35290" y="107874"/>
                  <a:pt x="35259" y="108026"/>
                </a:cubicBezTo>
                <a:cubicBezTo>
                  <a:pt x="35259" y="108178"/>
                  <a:pt x="35502" y="108634"/>
                  <a:pt x="35654" y="108665"/>
                </a:cubicBezTo>
                <a:cubicBezTo>
                  <a:pt x="35685" y="108665"/>
                  <a:pt x="36901" y="109182"/>
                  <a:pt x="38633" y="109881"/>
                </a:cubicBezTo>
                <a:cubicBezTo>
                  <a:pt x="43436" y="111826"/>
                  <a:pt x="52220" y="115413"/>
                  <a:pt x="52220" y="115413"/>
                </a:cubicBezTo>
                <a:cubicBezTo>
                  <a:pt x="52220" y="115413"/>
                  <a:pt x="52959" y="115296"/>
                  <a:pt x="53706" y="115296"/>
                </a:cubicBezTo>
                <a:cubicBezTo>
                  <a:pt x="53893" y="115296"/>
                  <a:pt x="54080" y="115303"/>
                  <a:pt x="54257" y="115321"/>
                </a:cubicBezTo>
                <a:cubicBezTo>
                  <a:pt x="55138" y="115413"/>
                  <a:pt x="56384" y="115534"/>
                  <a:pt x="56840" y="115534"/>
                </a:cubicBezTo>
                <a:cubicBezTo>
                  <a:pt x="57296" y="115534"/>
                  <a:pt x="58238" y="115656"/>
                  <a:pt x="59150" y="115656"/>
                </a:cubicBezTo>
                <a:lnTo>
                  <a:pt x="61339" y="115656"/>
                </a:lnTo>
                <a:lnTo>
                  <a:pt x="64713" y="115473"/>
                </a:lnTo>
                <a:lnTo>
                  <a:pt x="65047" y="115413"/>
                </a:lnTo>
                <a:lnTo>
                  <a:pt x="64773" y="113376"/>
                </a:lnTo>
                <a:cubicBezTo>
                  <a:pt x="64773" y="113376"/>
                  <a:pt x="65435" y="113100"/>
                  <a:pt x="65839" y="113100"/>
                </a:cubicBezTo>
                <a:cubicBezTo>
                  <a:pt x="65860" y="113100"/>
                  <a:pt x="65879" y="113101"/>
                  <a:pt x="65898" y="113103"/>
                </a:cubicBezTo>
                <a:cubicBezTo>
                  <a:pt x="66263" y="113133"/>
                  <a:pt x="67327" y="113194"/>
                  <a:pt x="67570" y="113194"/>
                </a:cubicBezTo>
                <a:cubicBezTo>
                  <a:pt x="67752" y="113194"/>
                  <a:pt x="69297" y="113127"/>
                  <a:pt x="69792" y="113127"/>
                </a:cubicBezTo>
                <a:cubicBezTo>
                  <a:pt x="69874" y="113127"/>
                  <a:pt x="69928" y="113129"/>
                  <a:pt x="69941" y="113133"/>
                </a:cubicBezTo>
                <a:cubicBezTo>
                  <a:pt x="69970" y="113148"/>
                  <a:pt x="70073" y="113153"/>
                  <a:pt x="70220" y="113153"/>
                </a:cubicBezTo>
                <a:cubicBezTo>
                  <a:pt x="70686" y="113153"/>
                  <a:pt x="71592" y="113095"/>
                  <a:pt x="72008" y="113072"/>
                </a:cubicBezTo>
                <a:lnTo>
                  <a:pt x="72220" y="113072"/>
                </a:lnTo>
                <a:cubicBezTo>
                  <a:pt x="72220" y="113072"/>
                  <a:pt x="73132" y="113376"/>
                  <a:pt x="73284" y="113589"/>
                </a:cubicBezTo>
                <a:cubicBezTo>
                  <a:pt x="73436" y="113832"/>
                  <a:pt x="73558" y="114136"/>
                  <a:pt x="73801" y="114470"/>
                </a:cubicBezTo>
                <a:cubicBezTo>
                  <a:pt x="74014" y="114805"/>
                  <a:pt x="74409" y="114926"/>
                  <a:pt x="74591" y="115109"/>
                </a:cubicBezTo>
                <a:cubicBezTo>
                  <a:pt x="74804" y="115321"/>
                  <a:pt x="75382" y="115777"/>
                  <a:pt x="75655" y="116172"/>
                </a:cubicBezTo>
                <a:cubicBezTo>
                  <a:pt x="75868" y="116568"/>
                  <a:pt x="77327" y="117753"/>
                  <a:pt x="77783" y="118057"/>
                </a:cubicBezTo>
                <a:cubicBezTo>
                  <a:pt x="78208" y="118361"/>
                  <a:pt x="79120" y="118513"/>
                  <a:pt x="79424" y="118817"/>
                </a:cubicBezTo>
                <a:cubicBezTo>
                  <a:pt x="79759" y="119121"/>
                  <a:pt x="80245" y="119303"/>
                  <a:pt x="80245" y="119516"/>
                </a:cubicBezTo>
                <a:lnTo>
                  <a:pt x="80245" y="119607"/>
                </a:lnTo>
                <a:lnTo>
                  <a:pt x="80245" y="119759"/>
                </a:lnTo>
                <a:lnTo>
                  <a:pt x="80245" y="119881"/>
                </a:lnTo>
                <a:lnTo>
                  <a:pt x="80245" y="120063"/>
                </a:lnTo>
                <a:lnTo>
                  <a:pt x="80245" y="120124"/>
                </a:lnTo>
                <a:lnTo>
                  <a:pt x="80245" y="120245"/>
                </a:lnTo>
                <a:lnTo>
                  <a:pt x="80245" y="120276"/>
                </a:lnTo>
                <a:lnTo>
                  <a:pt x="80245" y="120397"/>
                </a:lnTo>
                <a:cubicBezTo>
                  <a:pt x="80245" y="120549"/>
                  <a:pt x="80518" y="120823"/>
                  <a:pt x="80731" y="121097"/>
                </a:cubicBezTo>
                <a:cubicBezTo>
                  <a:pt x="80944" y="121340"/>
                  <a:pt x="81157" y="121613"/>
                  <a:pt x="81187" y="121917"/>
                </a:cubicBezTo>
                <a:cubicBezTo>
                  <a:pt x="81248" y="122252"/>
                  <a:pt x="81278" y="123224"/>
                  <a:pt x="81400" y="123315"/>
                </a:cubicBezTo>
                <a:cubicBezTo>
                  <a:pt x="81491" y="123437"/>
                  <a:pt x="81886" y="124288"/>
                  <a:pt x="82768" y="124774"/>
                </a:cubicBezTo>
                <a:cubicBezTo>
                  <a:pt x="83619" y="125261"/>
                  <a:pt x="86142" y="126446"/>
                  <a:pt x="86142" y="126446"/>
                </a:cubicBezTo>
                <a:lnTo>
                  <a:pt x="88117" y="127480"/>
                </a:lnTo>
                <a:cubicBezTo>
                  <a:pt x="88117" y="127480"/>
                  <a:pt x="88157" y="127482"/>
                  <a:pt x="88220" y="127482"/>
                </a:cubicBezTo>
                <a:cubicBezTo>
                  <a:pt x="88378" y="127482"/>
                  <a:pt x="88682" y="127467"/>
                  <a:pt x="88877" y="127358"/>
                </a:cubicBezTo>
                <a:cubicBezTo>
                  <a:pt x="89151" y="127206"/>
                  <a:pt x="89333" y="126477"/>
                  <a:pt x="89455" y="126446"/>
                </a:cubicBezTo>
                <a:cubicBezTo>
                  <a:pt x="89546" y="126416"/>
                  <a:pt x="89972" y="125899"/>
                  <a:pt x="90093" y="125717"/>
                </a:cubicBezTo>
                <a:cubicBezTo>
                  <a:pt x="90154" y="125534"/>
                  <a:pt x="90549" y="124075"/>
                  <a:pt x="90610" y="123863"/>
                </a:cubicBezTo>
                <a:cubicBezTo>
                  <a:pt x="90701" y="123619"/>
                  <a:pt x="90549" y="123376"/>
                  <a:pt x="91005" y="123285"/>
                </a:cubicBezTo>
                <a:cubicBezTo>
                  <a:pt x="91233" y="123255"/>
                  <a:pt x="91393" y="123247"/>
                  <a:pt x="91510" y="123247"/>
                </a:cubicBezTo>
                <a:cubicBezTo>
                  <a:pt x="91628" y="123247"/>
                  <a:pt x="91704" y="123255"/>
                  <a:pt x="91765" y="123255"/>
                </a:cubicBezTo>
                <a:cubicBezTo>
                  <a:pt x="91886" y="123255"/>
                  <a:pt x="92099" y="122829"/>
                  <a:pt x="92190" y="122708"/>
                </a:cubicBezTo>
                <a:cubicBezTo>
                  <a:pt x="92237" y="122661"/>
                  <a:pt x="92319" y="122455"/>
                  <a:pt x="92490" y="122455"/>
                </a:cubicBezTo>
                <a:cubicBezTo>
                  <a:pt x="92543" y="122455"/>
                  <a:pt x="92605" y="122475"/>
                  <a:pt x="92677" y="122525"/>
                </a:cubicBezTo>
                <a:cubicBezTo>
                  <a:pt x="92981" y="122768"/>
                  <a:pt x="93133" y="122981"/>
                  <a:pt x="93315" y="122981"/>
                </a:cubicBezTo>
                <a:cubicBezTo>
                  <a:pt x="93497" y="122981"/>
                  <a:pt x="93893" y="122920"/>
                  <a:pt x="94075" y="122860"/>
                </a:cubicBezTo>
                <a:cubicBezTo>
                  <a:pt x="94089" y="122857"/>
                  <a:pt x="94103" y="122855"/>
                  <a:pt x="94117" y="122855"/>
                </a:cubicBezTo>
                <a:cubicBezTo>
                  <a:pt x="94261" y="122855"/>
                  <a:pt x="94431" y="122981"/>
                  <a:pt x="94652" y="122981"/>
                </a:cubicBezTo>
                <a:cubicBezTo>
                  <a:pt x="94678" y="122985"/>
                  <a:pt x="94715" y="122987"/>
                  <a:pt x="94759" y="122987"/>
                </a:cubicBezTo>
                <a:cubicBezTo>
                  <a:pt x="95022" y="122987"/>
                  <a:pt x="95547" y="122920"/>
                  <a:pt x="95625" y="122920"/>
                </a:cubicBezTo>
                <a:cubicBezTo>
                  <a:pt x="95747" y="122920"/>
                  <a:pt x="96355" y="123133"/>
                  <a:pt x="96355" y="123133"/>
                </a:cubicBezTo>
                <a:cubicBezTo>
                  <a:pt x="96355" y="123133"/>
                  <a:pt x="96993" y="123741"/>
                  <a:pt x="97145" y="123832"/>
                </a:cubicBezTo>
                <a:cubicBezTo>
                  <a:pt x="97297" y="123893"/>
                  <a:pt x="97753" y="123923"/>
                  <a:pt x="98057" y="124197"/>
                </a:cubicBezTo>
                <a:cubicBezTo>
                  <a:pt x="98361" y="124470"/>
                  <a:pt x="98300" y="124440"/>
                  <a:pt x="98665" y="124835"/>
                </a:cubicBezTo>
                <a:cubicBezTo>
                  <a:pt x="99060" y="125261"/>
                  <a:pt x="99516" y="125352"/>
                  <a:pt x="99729" y="125595"/>
                </a:cubicBezTo>
                <a:cubicBezTo>
                  <a:pt x="100002" y="125869"/>
                  <a:pt x="100397" y="126629"/>
                  <a:pt x="100428" y="126811"/>
                </a:cubicBezTo>
                <a:cubicBezTo>
                  <a:pt x="100458" y="127024"/>
                  <a:pt x="101157" y="127814"/>
                  <a:pt x="101188" y="127875"/>
                </a:cubicBezTo>
                <a:cubicBezTo>
                  <a:pt x="101218" y="127966"/>
                  <a:pt x="102251" y="129911"/>
                  <a:pt x="102282" y="130154"/>
                </a:cubicBezTo>
                <a:cubicBezTo>
                  <a:pt x="102312" y="130428"/>
                  <a:pt x="102434" y="130671"/>
                  <a:pt x="102768" y="130914"/>
                </a:cubicBezTo>
                <a:cubicBezTo>
                  <a:pt x="103133" y="131188"/>
                  <a:pt x="104106" y="131948"/>
                  <a:pt x="104288" y="132221"/>
                </a:cubicBezTo>
                <a:cubicBezTo>
                  <a:pt x="104501" y="132495"/>
                  <a:pt x="104805" y="132799"/>
                  <a:pt x="105017" y="133012"/>
                </a:cubicBezTo>
                <a:cubicBezTo>
                  <a:pt x="105261" y="133194"/>
                  <a:pt x="106172" y="133802"/>
                  <a:pt x="106172" y="133802"/>
                </a:cubicBezTo>
                <a:lnTo>
                  <a:pt x="106537" y="134683"/>
                </a:lnTo>
                <a:cubicBezTo>
                  <a:pt x="106537" y="134683"/>
                  <a:pt x="106568" y="135474"/>
                  <a:pt x="106659" y="135565"/>
                </a:cubicBezTo>
                <a:cubicBezTo>
                  <a:pt x="106780" y="135626"/>
                  <a:pt x="106932" y="135626"/>
                  <a:pt x="106963" y="135930"/>
                </a:cubicBezTo>
                <a:cubicBezTo>
                  <a:pt x="106993" y="136234"/>
                  <a:pt x="106659" y="136446"/>
                  <a:pt x="107084" y="136781"/>
                </a:cubicBezTo>
                <a:cubicBezTo>
                  <a:pt x="107479" y="137115"/>
                  <a:pt x="108087" y="137966"/>
                  <a:pt x="108300" y="138270"/>
                </a:cubicBezTo>
                <a:cubicBezTo>
                  <a:pt x="108513" y="138604"/>
                  <a:pt x="109151" y="139668"/>
                  <a:pt x="109151" y="139790"/>
                </a:cubicBezTo>
                <a:cubicBezTo>
                  <a:pt x="109151" y="139829"/>
                  <a:pt x="109280" y="139840"/>
                  <a:pt x="109426" y="139840"/>
                </a:cubicBezTo>
                <a:cubicBezTo>
                  <a:pt x="109622" y="139840"/>
                  <a:pt x="109850" y="139820"/>
                  <a:pt x="109850" y="139820"/>
                </a:cubicBezTo>
                <a:cubicBezTo>
                  <a:pt x="109850" y="139820"/>
                  <a:pt x="110458" y="139942"/>
                  <a:pt x="110519" y="139972"/>
                </a:cubicBezTo>
                <a:cubicBezTo>
                  <a:pt x="110610" y="140003"/>
                  <a:pt x="112282" y="140580"/>
                  <a:pt x="112464" y="140641"/>
                </a:cubicBezTo>
                <a:cubicBezTo>
                  <a:pt x="112647" y="140732"/>
                  <a:pt x="113407" y="140945"/>
                  <a:pt x="113528" y="141036"/>
                </a:cubicBezTo>
                <a:cubicBezTo>
                  <a:pt x="113599" y="141072"/>
                  <a:pt x="113911" y="141086"/>
                  <a:pt x="114217" y="141086"/>
                </a:cubicBezTo>
                <a:cubicBezTo>
                  <a:pt x="114434" y="141086"/>
                  <a:pt x="114648" y="141079"/>
                  <a:pt x="114774" y="141066"/>
                </a:cubicBezTo>
                <a:cubicBezTo>
                  <a:pt x="115009" y="141040"/>
                  <a:pt x="115491" y="140902"/>
                  <a:pt x="115776" y="140902"/>
                </a:cubicBezTo>
                <a:cubicBezTo>
                  <a:pt x="115823" y="140902"/>
                  <a:pt x="115865" y="140906"/>
                  <a:pt x="115899" y="140914"/>
                </a:cubicBezTo>
                <a:cubicBezTo>
                  <a:pt x="116112" y="141006"/>
                  <a:pt x="116416" y="141370"/>
                  <a:pt x="116659" y="141492"/>
                </a:cubicBezTo>
                <a:cubicBezTo>
                  <a:pt x="116872" y="141614"/>
                  <a:pt x="117784" y="141705"/>
                  <a:pt x="117784" y="141705"/>
                </a:cubicBezTo>
                <a:cubicBezTo>
                  <a:pt x="117784" y="141705"/>
                  <a:pt x="117936" y="141370"/>
                  <a:pt x="118057" y="141249"/>
                </a:cubicBezTo>
                <a:cubicBezTo>
                  <a:pt x="118179" y="141158"/>
                  <a:pt x="118543" y="141036"/>
                  <a:pt x="118543" y="141036"/>
                </a:cubicBezTo>
                <a:cubicBezTo>
                  <a:pt x="118543" y="141036"/>
                  <a:pt x="118695" y="140793"/>
                  <a:pt x="118635" y="140641"/>
                </a:cubicBezTo>
                <a:cubicBezTo>
                  <a:pt x="118543" y="140489"/>
                  <a:pt x="118270" y="140550"/>
                  <a:pt x="117905" y="140094"/>
                </a:cubicBezTo>
                <a:cubicBezTo>
                  <a:pt x="117510" y="139638"/>
                  <a:pt x="116659" y="138361"/>
                  <a:pt x="116568" y="138118"/>
                </a:cubicBezTo>
                <a:cubicBezTo>
                  <a:pt x="116537" y="137875"/>
                  <a:pt x="116142" y="136538"/>
                  <a:pt x="116142" y="136446"/>
                </a:cubicBezTo>
                <a:cubicBezTo>
                  <a:pt x="116142" y="136325"/>
                  <a:pt x="116112" y="135990"/>
                  <a:pt x="116203" y="135717"/>
                </a:cubicBezTo>
                <a:cubicBezTo>
                  <a:pt x="116233" y="135474"/>
                  <a:pt x="116355" y="135291"/>
                  <a:pt x="116385" y="135139"/>
                </a:cubicBezTo>
                <a:cubicBezTo>
                  <a:pt x="116416" y="134957"/>
                  <a:pt x="116446" y="134379"/>
                  <a:pt x="116446" y="134379"/>
                </a:cubicBezTo>
                <a:cubicBezTo>
                  <a:pt x="116446" y="134379"/>
                  <a:pt x="116142" y="134349"/>
                  <a:pt x="116142" y="134258"/>
                </a:cubicBezTo>
                <a:cubicBezTo>
                  <a:pt x="116142" y="134197"/>
                  <a:pt x="116568" y="133741"/>
                  <a:pt x="116568" y="133741"/>
                </a:cubicBezTo>
                <a:cubicBezTo>
                  <a:pt x="116568" y="133741"/>
                  <a:pt x="116841" y="133437"/>
                  <a:pt x="116841" y="133255"/>
                </a:cubicBezTo>
                <a:cubicBezTo>
                  <a:pt x="116841" y="133103"/>
                  <a:pt x="116872" y="132829"/>
                  <a:pt x="116872" y="132586"/>
                </a:cubicBezTo>
                <a:cubicBezTo>
                  <a:pt x="116872" y="132373"/>
                  <a:pt x="116750" y="132069"/>
                  <a:pt x="116659" y="132039"/>
                </a:cubicBezTo>
                <a:cubicBezTo>
                  <a:pt x="116537" y="131948"/>
                  <a:pt x="116264" y="131978"/>
                  <a:pt x="116294" y="131644"/>
                </a:cubicBezTo>
                <a:cubicBezTo>
                  <a:pt x="116385" y="131309"/>
                  <a:pt x="116355" y="130975"/>
                  <a:pt x="116537" y="130914"/>
                </a:cubicBezTo>
                <a:cubicBezTo>
                  <a:pt x="116557" y="130912"/>
                  <a:pt x="116579" y="130910"/>
                  <a:pt x="116604" y="130910"/>
                </a:cubicBezTo>
                <a:cubicBezTo>
                  <a:pt x="116856" y="130910"/>
                  <a:pt x="117358" y="131036"/>
                  <a:pt x="117358" y="131036"/>
                </a:cubicBezTo>
                <a:lnTo>
                  <a:pt x="117753" y="130458"/>
                </a:lnTo>
                <a:lnTo>
                  <a:pt x="117632" y="129547"/>
                </a:lnTo>
                <a:cubicBezTo>
                  <a:pt x="117632" y="129547"/>
                  <a:pt x="117601" y="129334"/>
                  <a:pt x="117784" y="129334"/>
                </a:cubicBezTo>
                <a:cubicBezTo>
                  <a:pt x="117936" y="129303"/>
                  <a:pt x="119091" y="129182"/>
                  <a:pt x="119091" y="129182"/>
                </a:cubicBezTo>
                <a:cubicBezTo>
                  <a:pt x="119091" y="129182"/>
                  <a:pt x="119121" y="128756"/>
                  <a:pt x="118999" y="128574"/>
                </a:cubicBezTo>
                <a:cubicBezTo>
                  <a:pt x="118878" y="128392"/>
                  <a:pt x="118695" y="128148"/>
                  <a:pt x="118969" y="128088"/>
                </a:cubicBezTo>
                <a:cubicBezTo>
                  <a:pt x="119106" y="128042"/>
                  <a:pt x="119258" y="128042"/>
                  <a:pt x="119417" y="128042"/>
                </a:cubicBezTo>
                <a:cubicBezTo>
                  <a:pt x="119577" y="128042"/>
                  <a:pt x="119744" y="128042"/>
                  <a:pt x="119911" y="127996"/>
                </a:cubicBezTo>
                <a:cubicBezTo>
                  <a:pt x="120246" y="127875"/>
                  <a:pt x="120458" y="127814"/>
                  <a:pt x="120458" y="127723"/>
                </a:cubicBezTo>
                <a:cubicBezTo>
                  <a:pt x="120458" y="127662"/>
                  <a:pt x="120458" y="127480"/>
                  <a:pt x="120185" y="127206"/>
                </a:cubicBezTo>
                <a:cubicBezTo>
                  <a:pt x="119911" y="126933"/>
                  <a:pt x="119790" y="126963"/>
                  <a:pt x="119850" y="126872"/>
                </a:cubicBezTo>
                <a:cubicBezTo>
                  <a:pt x="119881" y="126750"/>
                  <a:pt x="120033" y="126720"/>
                  <a:pt x="120337" y="126659"/>
                </a:cubicBezTo>
                <a:cubicBezTo>
                  <a:pt x="120641" y="126598"/>
                  <a:pt x="120914" y="126598"/>
                  <a:pt x="120975" y="126355"/>
                </a:cubicBezTo>
                <a:cubicBezTo>
                  <a:pt x="121006" y="126142"/>
                  <a:pt x="121279" y="125808"/>
                  <a:pt x="121279" y="125808"/>
                </a:cubicBezTo>
                <a:cubicBezTo>
                  <a:pt x="121279" y="125808"/>
                  <a:pt x="121309" y="125808"/>
                  <a:pt x="121309" y="126173"/>
                </a:cubicBezTo>
                <a:cubicBezTo>
                  <a:pt x="121309" y="126484"/>
                  <a:pt x="121064" y="126588"/>
                  <a:pt x="121199" y="126588"/>
                </a:cubicBezTo>
                <a:cubicBezTo>
                  <a:pt x="121235" y="126588"/>
                  <a:pt x="121298" y="126581"/>
                  <a:pt x="121401" y="126568"/>
                </a:cubicBezTo>
                <a:cubicBezTo>
                  <a:pt x="121887" y="126477"/>
                  <a:pt x="122009" y="126446"/>
                  <a:pt x="122161" y="126355"/>
                </a:cubicBezTo>
                <a:cubicBezTo>
                  <a:pt x="122282" y="126294"/>
                  <a:pt x="123042" y="125686"/>
                  <a:pt x="123346" y="125565"/>
                </a:cubicBezTo>
                <a:cubicBezTo>
                  <a:pt x="123680" y="125443"/>
                  <a:pt x="124866" y="124470"/>
                  <a:pt x="125109" y="124227"/>
                </a:cubicBezTo>
                <a:cubicBezTo>
                  <a:pt x="125382" y="124015"/>
                  <a:pt x="125838" y="123467"/>
                  <a:pt x="125838" y="123467"/>
                </a:cubicBezTo>
                <a:cubicBezTo>
                  <a:pt x="125838" y="123467"/>
                  <a:pt x="125717" y="123072"/>
                  <a:pt x="125778" y="122951"/>
                </a:cubicBezTo>
                <a:cubicBezTo>
                  <a:pt x="125808" y="122829"/>
                  <a:pt x="125778" y="122647"/>
                  <a:pt x="126142" y="122373"/>
                </a:cubicBezTo>
                <a:cubicBezTo>
                  <a:pt x="126477" y="122100"/>
                  <a:pt x="126993" y="121704"/>
                  <a:pt x="126993" y="121583"/>
                </a:cubicBezTo>
                <a:cubicBezTo>
                  <a:pt x="126993" y="121431"/>
                  <a:pt x="126993" y="121461"/>
                  <a:pt x="126750" y="121188"/>
                </a:cubicBezTo>
                <a:cubicBezTo>
                  <a:pt x="126538" y="120945"/>
                  <a:pt x="126234" y="120671"/>
                  <a:pt x="126294" y="120489"/>
                </a:cubicBezTo>
                <a:cubicBezTo>
                  <a:pt x="126386" y="120276"/>
                  <a:pt x="126446" y="119729"/>
                  <a:pt x="126750" y="119668"/>
                </a:cubicBezTo>
                <a:cubicBezTo>
                  <a:pt x="126791" y="119664"/>
                  <a:pt x="126831" y="119662"/>
                  <a:pt x="126870" y="119662"/>
                </a:cubicBezTo>
                <a:cubicBezTo>
                  <a:pt x="127123" y="119662"/>
                  <a:pt x="127332" y="119741"/>
                  <a:pt x="127358" y="119820"/>
                </a:cubicBezTo>
                <a:cubicBezTo>
                  <a:pt x="127389" y="119942"/>
                  <a:pt x="127206" y="120276"/>
                  <a:pt x="127206" y="120276"/>
                </a:cubicBezTo>
                <a:cubicBezTo>
                  <a:pt x="127206" y="120276"/>
                  <a:pt x="127150" y="120673"/>
                  <a:pt x="127419" y="120673"/>
                </a:cubicBezTo>
                <a:cubicBezTo>
                  <a:pt x="127429" y="120673"/>
                  <a:pt x="127439" y="120672"/>
                  <a:pt x="127449" y="120671"/>
                </a:cubicBezTo>
                <a:lnTo>
                  <a:pt x="127966" y="120580"/>
                </a:lnTo>
                <a:cubicBezTo>
                  <a:pt x="128044" y="120580"/>
                  <a:pt x="128301" y="120647"/>
                  <a:pt x="128564" y="120647"/>
                </a:cubicBezTo>
                <a:cubicBezTo>
                  <a:pt x="128608" y="120647"/>
                  <a:pt x="128652" y="120645"/>
                  <a:pt x="128696" y="120641"/>
                </a:cubicBezTo>
                <a:cubicBezTo>
                  <a:pt x="129000" y="120580"/>
                  <a:pt x="129334" y="120245"/>
                  <a:pt x="129456" y="120215"/>
                </a:cubicBezTo>
                <a:cubicBezTo>
                  <a:pt x="129577" y="120215"/>
                  <a:pt x="130215" y="120033"/>
                  <a:pt x="130337" y="119881"/>
                </a:cubicBezTo>
                <a:cubicBezTo>
                  <a:pt x="130428" y="119759"/>
                  <a:pt x="130641" y="119668"/>
                  <a:pt x="131036" y="119577"/>
                </a:cubicBezTo>
                <a:cubicBezTo>
                  <a:pt x="131127" y="119516"/>
                  <a:pt x="131279" y="119486"/>
                  <a:pt x="131431" y="119455"/>
                </a:cubicBezTo>
                <a:cubicBezTo>
                  <a:pt x="131918" y="119273"/>
                  <a:pt x="132677" y="118999"/>
                  <a:pt x="133012" y="118878"/>
                </a:cubicBezTo>
                <a:cubicBezTo>
                  <a:pt x="133407" y="118746"/>
                  <a:pt x="133689" y="118362"/>
                  <a:pt x="134113" y="118362"/>
                </a:cubicBezTo>
                <a:cubicBezTo>
                  <a:pt x="134178" y="118362"/>
                  <a:pt x="134246" y="118371"/>
                  <a:pt x="134319" y="118391"/>
                </a:cubicBezTo>
                <a:cubicBezTo>
                  <a:pt x="134836" y="118543"/>
                  <a:pt x="134957" y="118391"/>
                  <a:pt x="135565" y="118604"/>
                </a:cubicBezTo>
                <a:cubicBezTo>
                  <a:pt x="135687" y="118665"/>
                  <a:pt x="135808" y="118695"/>
                  <a:pt x="135869" y="118726"/>
                </a:cubicBezTo>
                <a:cubicBezTo>
                  <a:pt x="135960" y="118756"/>
                  <a:pt x="136021" y="118756"/>
                  <a:pt x="136143" y="118817"/>
                </a:cubicBezTo>
                <a:cubicBezTo>
                  <a:pt x="136203" y="118817"/>
                  <a:pt x="136264" y="118847"/>
                  <a:pt x="136325" y="118847"/>
                </a:cubicBezTo>
                <a:lnTo>
                  <a:pt x="136355" y="118847"/>
                </a:lnTo>
                <a:cubicBezTo>
                  <a:pt x="136416" y="118847"/>
                  <a:pt x="136447" y="118847"/>
                  <a:pt x="136477" y="118878"/>
                </a:cubicBezTo>
                <a:cubicBezTo>
                  <a:pt x="136666" y="118899"/>
                  <a:pt x="136854" y="118934"/>
                  <a:pt x="137023" y="118934"/>
                </a:cubicBezTo>
                <a:cubicBezTo>
                  <a:pt x="137099" y="118934"/>
                  <a:pt x="137171" y="118927"/>
                  <a:pt x="137237" y="118908"/>
                </a:cubicBezTo>
                <a:cubicBezTo>
                  <a:pt x="137784" y="118847"/>
                  <a:pt x="139243" y="118756"/>
                  <a:pt x="139334" y="118726"/>
                </a:cubicBezTo>
                <a:cubicBezTo>
                  <a:pt x="139395" y="118726"/>
                  <a:pt x="139942" y="118513"/>
                  <a:pt x="139760" y="118300"/>
                </a:cubicBezTo>
                <a:cubicBezTo>
                  <a:pt x="139547" y="118118"/>
                  <a:pt x="139182" y="117662"/>
                  <a:pt x="139456" y="117631"/>
                </a:cubicBezTo>
                <a:cubicBezTo>
                  <a:pt x="139699" y="117540"/>
                  <a:pt x="140155" y="117328"/>
                  <a:pt x="140155" y="117328"/>
                </a:cubicBezTo>
                <a:cubicBezTo>
                  <a:pt x="140155" y="117328"/>
                  <a:pt x="140224" y="117084"/>
                  <a:pt x="140337" y="117084"/>
                </a:cubicBezTo>
                <a:cubicBezTo>
                  <a:pt x="140374" y="117084"/>
                  <a:pt x="140414" y="117109"/>
                  <a:pt x="140459" y="117176"/>
                </a:cubicBezTo>
                <a:cubicBezTo>
                  <a:pt x="140672" y="117479"/>
                  <a:pt x="140702" y="117540"/>
                  <a:pt x="140975" y="117540"/>
                </a:cubicBezTo>
                <a:cubicBezTo>
                  <a:pt x="141007" y="117548"/>
                  <a:pt x="141040" y="117552"/>
                  <a:pt x="141072" y="117552"/>
                </a:cubicBezTo>
                <a:cubicBezTo>
                  <a:pt x="141221" y="117552"/>
                  <a:pt x="141374" y="117484"/>
                  <a:pt x="141507" y="117484"/>
                </a:cubicBezTo>
                <a:cubicBezTo>
                  <a:pt x="141568" y="117484"/>
                  <a:pt x="141625" y="117499"/>
                  <a:pt x="141675" y="117540"/>
                </a:cubicBezTo>
                <a:cubicBezTo>
                  <a:pt x="141887" y="117692"/>
                  <a:pt x="141979" y="117935"/>
                  <a:pt x="142070" y="118057"/>
                </a:cubicBezTo>
                <a:cubicBezTo>
                  <a:pt x="142131" y="118209"/>
                  <a:pt x="142374" y="118361"/>
                  <a:pt x="142708" y="118391"/>
                </a:cubicBezTo>
                <a:cubicBezTo>
                  <a:pt x="142750" y="118395"/>
                  <a:pt x="142793" y="118397"/>
                  <a:pt x="142837" y="118397"/>
                </a:cubicBezTo>
                <a:cubicBezTo>
                  <a:pt x="142970" y="118397"/>
                  <a:pt x="143110" y="118384"/>
                  <a:pt x="143244" y="118384"/>
                </a:cubicBezTo>
                <a:cubicBezTo>
                  <a:pt x="143422" y="118384"/>
                  <a:pt x="143590" y="118407"/>
                  <a:pt x="143711" y="118513"/>
                </a:cubicBezTo>
                <a:cubicBezTo>
                  <a:pt x="143893" y="118665"/>
                  <a:pt x="144076" y="118878"/>
                  <a:pt x="144197" y="119060"/>
                </a:cubicBezTo>
                <a:cubicBezTo>
                  <a:pt x="144319" y="119273"/>
                  <a:pt x="144623" y="119577"/>
                  <a:pt x="144805" y="119668"/>
                </a:cubicBezTo>
                <a:cubicBezTo>
                  <a:pt x="144988" y="119759"/>
                  <a:pt x="145626" y="119790"/>
                  <a:pt x="145626" y="119790"/>
                </a:cubicBezTo>
                <a:cubicBezTo>
                  <a:pt x="145626" y="119790"/>
                  <a:pt x="145827" y="119915"/>
                  <a:pt x="145955" y="119915"/>
                </a:cubicBezTo>
                <a:cubicBezTo>
                  <a:pt x="145968" y="119915"/>
                  <a:pt x="145980" y="119914"/>
                  <a:pt x="145991" y="119911"/>
                </a:cubicBezTo>
                <a:cubicBezTo>
                  <a:pt x="146011" y="119911"/>
                  <a:pt x="146037" y="119913"/>
                  <a:pt x="146068" y="119913"/>
                </a:cubicBezTo>
                <a:cubicBezTo>
                  <a:pt x="146177" y="119913"/>
                  <a:pt x="146342" y="119894"/>
                  <a:pt x="146508" y="119729"/>
                </a:cubicBezTo>
                <a:cubicBezTo>
                  <a:pt x="146751" y="119486"/>
                  <a:pt x="146994" y="119151"/>
                  <a:pt x="146994" y="119151"/>
                </a:cubicBezTo>
                <a:lnTo>
                  <a:pt x="147389" y="118908"/>
                </a:lnTo>
                <a:lnTo>
                  <a:pt x="147571" y="119182"/>
                </a:lnTo>
                <a:lnTo>
                  <a:pt x="147906" y="118878"/>
                </a:lnTo>
                <a:cubicBezTo>
                  <a:pt x="147906" y="118878"/>
                  <a:pt x="148422" y="118969"/>
                  <a:pt x="148453" y="119151"/>
                </a:cubicBezTo>
                <a:cubicBezTo>
                  <a:pt x="148483" y="119334"/>
                  <a:pt x="148818" y="119577"/>
                  <a:pt x="148939" y="119577"/>
                </a:cubicBezTo>
                <a:cubicBezTo>
                  <a:pt x="149091" y="119577"/>
                  <a:pt x="149486" y="119121"/>
                  <a:pt x="149547" y="118999"/>
                </a:cubicBezTo>
                <a:cubicBezTo>
                  <a:pt x="149669" y="118878"/>
                  <a:pt x="149790" y="118695"/>
                  <a:pt x="149669" y="118574"/>
                </a:cubicBezTo>
                <a:cubicBezTo>
                  <a:pt x="149547" y="118452"/>
                  <a:pt x="149274" y="118087"/>
                  <a:pt x="149334" y="117935"/>
                </a:cubicBezTo>
                <a:cubicBezTo>
                  <a:pt x="149362" y="117825"/>
                  <a:pt x="149490" y="117437"/>
                  <a:pt x="149719" y="117437"/>
                </a:cubicBezTo>
                <a:cubicBezTo>
                  <a:pt x="149742" y="117437"/>
                  <a:pt x="149766" y="117441"/>
                  <a:pt x="149790" y="117449"/>
                </a:cubicBezTo>
                <a:cubicBezTo>
                  <a:pt x="150094" y="117510"/>
                  <a:pt x="150307" y="117601"/>
                  <a:pt x="150337" y="117753"/>
                </a:cubicBezTo>
                <a:cubicBezTo>
                  <a:pt x="150398" y="117905"/>
                  <a:pt x="150733" y="118148"/>
                  <a:pt x="151006" y="118209"/>
                </a:cubicBezTo>
                <a:cubicBezTo>
                  <a:pt x="151087" y="118219"/>
                  <a:pt x="151209" y="118223"/>
                  <a:pt x="151335" y="118223"/>
                </a:cubicBezTo>
                <a:cubicBezTo>
                  <a:pt x="151587" y="118223"/>
                  <a:pt x="151857" y="118209"/>
                  <a:pt x="151857" y="118209"/>
                </a:cubicBezTo>
                <a:cubicBezTo>
                  <a:pt x="151857" y="118209"/>
                  <a:pt x="152465" y="118452"/>
                  <a:pt x="152526" y="118665"/>
                </a:cubicBezTo>
                <a:cubicBezTo>
                  <a:pt x="152556" y="118847"/>
                  <a:pt x="152587" y="119273"/>
                  <a:pt x="152587" y="119273"/>
                </a:cubicBezTo>
                <a:lnTo>
                  <a:pt x="152769" y="119486"/>
                </a:lnTo>
                <a:cubicBezTo>
                  <a:pt x="152769" y="119486"/>
                  <a:pt x="154076" y="118817"/>
                  <a:pt x="154046" y="118604"/>
                </a:cubicBezTo>
                <a:cubicBezTo>
                  <a:pt x="153985" y="118422"/>
                  <a:pt x="154258" y="118118"/>
                  <a:pt x="153954" y="117996"/>
                </a:cubicBezTo>
                <a:cubicBezTo>
                  <a:pt x="153620" y="117905"/>
                  <a:pt x="153225" y="117966"/>
                  <a:pt x="152708" y="117692"/>
                </a:cubicBezTo>
                <a:cubicBezTo>
                  <a:pt x="152161" y="117449"/>
                  <a:pt x="151492" y="117054"/>
                  <a:pt x="151401" y="117024"/>
                </a:cubicBezTo>
                <a:cubicBezTo>
                  <a:pt x="151340" y="116993"/>
                  <a:pt x="151158" y="116598"/>
                  <a:pt x="151158" y="116476"/>
                </a:cubicBezTo>
                <a:cubicBezTo>
                  <a:pt x="151158" y="116385"/>
                  <a:pt x="151158" y="116172"/>
                  <a:pt x="151310" y="115960"/>
                </a:cubicBezTo>
                <a:cubicBezTo>
                  <a:pt x="151462" y="115717"/>
                  <a:pt x="151614" y="115717"/>
                  <a:pt x="151705" y="115504"/>
                </a:cubicBezTo>
                <a:cubicBezTo>
                  <a:pt x="151827" y="115261"/>
                  <a:pt x="151948" y="115017"/>
                  <a:pt x="152161" y="114805"/>
                </a:cubicBezTo>
                <a:cubicBezTo>
                  <a:pt x="152374" y="114592"/>
                  <a:pt x="152739" y="114258"/>
                  <a:pt x="152678" y="114136"/>
                </a:cubicBezTo>
                <a:cubicBezTo>
                  <a:pt x="152587" y="114014"/>
                  <a:pt x="152404" y="113954"/>
                  <a:pt x="152313" y="113650"/>
                </a:cubicBezTo>
                <a:cubicBezTo>
                  <a:pt x="152235" y="113390"/>
                  <a:pt x="152268" y="113174"/>
                  <a:pt x="152109" y="113174"/>
                </a:cubicBezTo>
                <a:cubicBezTo>
                  <a:pt x="152081" y="113174"/>
                  <a:pt x="152049" y="113181"/>
                  <a:pt x="152009" y="113194"/>
                </a:cubicBezTo>
                <a:cubicBezTo>
                  <a:pt x="151766" y="113255"/>
                  <a:pt x="151006" y="113832"/>
                  <a:pt x="151006" y="113832"/>
                </a:cubicBezTo>
                <a:cubicBezTo>
                  <a:pt x="151006" y="113832"/>
                  <a:pt x="150733" y="114106"/>
                  <a:pt x="150702" y="114349"/>
                </a:cubicBezTo>
                <a:cubicBezTo>
                  <a:pt x="150641" y="114653"/>
                  <a:pt x="150459" y="114805"/>
                  <a:pt x="150459" y="114805"/>
                </a:cubicBezTo>
                <a:lnTo>
                  <a:pt x="149821" y="114714"/>
                </a:lnTo>
                <a:cubicBezTo>
                  <a:pt x="149821" y="114714"/>
                  <a:pt x="149783" y="114717"/>
                  <a:pt x="149737" y="114717"/>
                </a:cubicBezTo>
                <a:cubicBezTo>
                  <a:pt x="149645" y="114717"/>
                  <a:pt x="149517" y="114703"/>
                  <a:pt x="149577" y="114622"/>
                </a:cubicBezTo>
                <a:cubicBezTo>
                  <a:pt x="149699" y="114501"/>
                  <a:pt x="150003" y="114014"/>
                  <a:pt x="150003" y="114014"/>
                </a:cubicBezTo>
                <a:cubicBezTo>
                  <a:pt x="150003" y="114014"/>
                  <a:pt x="150003" y="113829"/>
                  <a:pt x="149879" y="113829"/>
                </a:cubicBezTo>
                <a:cubicBezTo>
                  <a:pt x="149871" y="113829"/>
                  <a:pt x="149861" y="113830"/>
                  <a:pt x="149851" y="113832"/>
                </a:cubicBezTo>
                <a:cubicBezTo>
                  <a:pt x="149841" y="113834"/>
                  <a:pt x="149830" y="113835"/>
                  <a:pt x="149819" y="113835"/>
                </a:cubicBezTo>
                <a:cubicBezTo>
                  <a:pt x="149727" y="113835"/>
                  <a:pt x="149623" y="113767"/>
                  <a:pt x="149494" y="113767"/>
                </a:cubicBezTo>
                <a:cubicBezTo>
                  <a:pt x="149419" y="113767"/>
                  <a:pt x="149337" y="113790"/>
                  <a:pt x="149243" y="113862"/>
                </a:cubicBezTo>
                <a:cubicBezTo>
                  <a:pt x="148970" y="114045"/>
                  <a:pt x="149061" y="114045"/>
                  <a:pt x="148757" y="114197"/>
                </a:cubicBezTo>
                <a:cubicBezTo>
                  <a:pt x="148453" y="114349"/>
                  <a:pt x="148422" y="114258"/>
                  <a:pt x="148118" y="114470"/>
                </a:cubicBezTo>
                <a:cubicBezTo>
                  <a:pt x="147927" y="114598"/>
                  <a:pt x="147602" y="114755"/>
                  <a:pt x="147372" y="114755"/>
                </a:cubicBezTo>
                <a:cubicBezTo>
                  <a:pt x="147273" y="114755"/>
                  <a:pt x="147192" y="114726"/>
                  <a:pt x="147146" y="114653"/>
                </a:cubicBezTo>
                <a:cubicBezTo>
                  <a:pt x="146994" y="114470"/>
                  <a:pt x="146751" y="114136"/>
                  <a:pt x="146751" y="113984"/>
                </a:cubicBezTo>
                <a:cubicBezTo>
                  <a:pt x="146690" y="113832"/>
                  <a:pt x="146903" y="113346"/>
                  <a:pt x="147055" y="113285"/>
                </a:cubicBezTo>
                <a:cubicBezTo>
                  <a:pt x="147207" y="113255"/>
                  <a:pt x="147663" y="113194"/>
                  <a:pt x="147693" y="113103"/>
                </a:cubicBezTo>
                <a:cubicBezTo>
                  <a:pt x="147721" y="113046"/>
                  <a:pt x="148068" y="112671"/>
                  <a:pt x="148188" y="112671"/>
                </a:cubicBezTo>
                <a:cubicBezTo>
                  <a:pt x="148196" y="112671"/>
                  <a:pt x="148204" y="112673"/>
                  <a:pt x="148210" y="112677"/>
                </a:cubicBezTo>
                <a:cubicBezTo>
                  <a:pt x="148331" y="112768"/>
                  <a:pt x="148514" y="112951"/>
                  <a:pt x="148818" y="113072"/>
                </a:cubicBezTo>
                <a:cubicBezTo>
                  <a:pt x="148949" y="113125"/>
                  <a:pt x="149075" y="113138"/>
                  <a:pt x="149195" y="113138"/>
                </a:cubicBezTo>
                <a:cubicBezTo>
                  <a:pt x="149308" y="113138"/>
                  <a:pt x="149416" y="113126"/>
                  <a:pt x="149519" y="113126"/>
                </a:cubicBezTo>
                <a:cubicBezTo>
                  <a:pt x="149560" y="113126"/>
                  <a:pt x="149599" y="113128"/>
                  <a:pt x="149638" y="113133"/>
                </a:cubicBezTo>
                <a:cubicBezTo>
                  <a:pt x="149790" y="113194"/>
                  <a:pt x="150155" y="113194"/>
                  <a:pt x="150337" y="113194"/>
                </a:cubicBezTo>
                <a:lnTo>
                  <a:pt x="150550" y="113194"/>
                </a:lnTo>
                <a:lnTo>
                  <a:pt x="151006" y="113285"/>
                </a:lnTo>
                <a:cubicBezTo>
                  <a:pt x="151006" y="113285"/>
                  <a:pt x="151523" y="112647"/>
                  <a:pt x="151827" y="112464"/>
                </a:cubicBezTo>
                <a:cubicBezTo>
                  <a:pt x="151827" y="112464"/>
                  <a:pt x="151857" y="112464"/>
                  <a:pt x="151857" y="112434"/>
                </a:cubicBezTo>
                <a:cubicBezTo>
                  <a:pt x="151948" y="112373"/>
                  <a:pt x="152070" y="112312"/>
                  <a:pt x="152222" y="112191"/>
                </a:cubicBezTo>
                <a:lnTo>
                  <a:pt x="152435" y="112069"/>
                </a:lnTo>
                <a:cubicBezTo>
                  <a:pt x="152465" y="112039"/>
                  <a:pt x="152556" y="112039"/>
                  <a:pt x="152587" y="112008"/>
                </a:cubicBezTo>
                <a:cubicBezTo>
                  <a:pt x="152617" y="111978"/>
                  <a:pt x="152708" y="111978"/>
                  <a:pt x="152739" y="111917"/>
                </a:cubicBezTo>
                <a:cubicBezTo>
                  <a:pt x="152830" y="111887"/>
                  <a:pt x="152921" y="111826"/>
                  <a:pt x="153012" y="111765"/>
                </a:cubicBezTo>
                <a:cubicBezTo>
                  <a:pt x="153347" y="111583"/>
                  <a:pt x="153620" y="111400"/>
                  <a:pt x="153620" y="111400"/>
                </a:cubicBezTo>
                <a:cubicBezTo>
                  <a:pt x="153620" y="111400"/>
                  <a:pt x="154106" y="111431"/>
                  <a:pt x="154350" y="111522"/>
                </a:cubicBezTo>
                <a:cubicBezTo>
                  <a:pt x="154522" y="111547"/>
                  <a:pt x="154734" y="111591"/>
                  <a:pt x="154921" y="111591"/>
                </a:cubicBezTo>
                <a:cubicBezTo>
                  <a:pt x="154965" y="111591"/>
                  <a:pt x="155008" y="111589"/>
                  <a:pt x="155049" y="111583"/>
                </a:cubicBezTo>
                <a:cubicBezTo>
                  <a:pt x="155322" y="111552"/>
                  <a:pt x="155717" y="111461"/>
                  <a:pt x="155748" y="111400"/>
                </a:cubicBezTo>
                <a:cubicBezTo>
                  <a:pt x="155778" y="111370"/>
                  <a:pt x="155778" y="111279"/>
                  <a:pt x="155869" y="111248"/>
                </a:cubicBezTo>
                <a:lnTo>
                  <a:pt x="155900" y="111218"/>
                </a:lnTo>
                <a:cubicBezTo>
                  <a:pt x="155930" y="111218"/>
                  <a:pt x="155930" y="111157"/>
                  <a:pt x="155961" y="111157"/>
                </a:cubicBezTo>
                <a:lnTo>
                  <a:pt x="156021" y="111157"/>
                </a:lnTo>
                <a:cubicBezTo>
                  <a:pt x="156173" y="111127"/>
                  <a:pt x="156356" y="111127"/>
                  <a:pt x="156356" y="111127"/>
                </a:cubicBezTo>
                <a:cubicBezTo>
                  <a:pt x="156356" y="111127"/>
                  <a:pt x="156538" y="111279"/>
                  <a:pt x="156720" y="111279"/>
                </a:cubicBezTo>
                <a:cubicBezTo>
                  <a:pt x="156933" y="111248"/>
                  <a:pt x="157420" y="111066"/>
                  <a:pt x="157268" y="110853"/>
                </a:cubicBezTo>
                <a:cubicBezTo>
                  <a:pt x="157116" y="110671"/>
                  <a:pt x="156964" y="110458"/>
                  <a:pt x="156933" y="110306"/>
                </a:cubicBezTo>
                <a:cubicBezTo>
                  <a:pt x="156872" y="110154"/>
                  <a:pt x="156842" y="109729"/>
                  <a:pt x="156933" y="109485"/>
                </a:cubicBezTo>
                <a:cubicBezTo>
                  <a:pt x="156964" y="109303"/>
                  <a:pt x="157268" y="108878"/>
                  <a:pt x="157268" y="108878"/>
                </a:cubicBezTo>
                <a:cubicBezTo>
                  <a:pt x="157268" y="108878"/>
                  <a:pt x="157572" y="109121"/>
                  <a:pt x="157572" y="109303"/>
                </a:cubicBezTo>
                <a:cubicBezTo>
                  <a:pt x="157602" y="109485"/>
                  <a:pt x="157724" y="109881"/>
                  <a:pt x="157784" y="110154"/>
                </a:cubicBezTo>
                <a:cubicBezTo>
                  <a:pt x="157876" y="110397"/>
                  <a:pt x="158362" y="110944"/>
                  <a:pt x="158362" y="110944"/>
                </a:cubicBezTo>
                <a:lnTo>
                  <a:pt x="158757" y="111127"/>
                </a:lnTo>
                <a:cubicBezTo>
                  <a:pt x="158757" y="111127"/>
                  <a:pt x="158987" y="111160"/>
                  <a:pt x="159177" y="111160"/>
                </a:cubicBezTo>
                <a:cubicBezTo>
                  <a:pt x="159304" y="111160"/>
                  <a:pt x="159414" y="111145"/>
                  <a:pt x="159426" y="111096"/>
                </a:cubicBezTo>
                <a:cubicBezTo>
                  <a:pt x="159456" y="110975"/>
                  <a:pt x="159608" y="110640"/>
                  <a:pt x="159608" y="110640"/>
                </a:cubicBezTo>
                <a:cubicBezTo>
                  <a:pt x="159608" y="110640"/>
                  <a:pt x="159730" y="110519"/>
                  <a:pt x="159821" y="110489"/>
                </a:cubicBezTo>
                <a:cubicBezTo>
                  <a:pt x="159882" y="110489"/>
                  <a:pt x="159912" y="110762"/>
                  <a:pt x="160003" y="110762"/>
                </a:cubicBezTo>
                <a:cubicBezTo>
                  <a:pt x="160034" y="110762"/>
                  <a:pt x="160087" y="110777"/>
                  <a:pt x="160151" y="110777"/>
                </a:cubicBezTo>
                <a:cubicBezTo>
                  <a:pt x="160216" y="110777"/>
                  <a:pt x="160292" y="110762"/>
                  <a:pt x="160368" y="110701"/>
                </a:cubicBezTo>
                <a:cubicBezTo>
                  <a:pt x="160520" y="110549"/>
                  <a:pt x="160793" y="110519"/>
                  <a:pt x="160824" y="110367"/>
                </a:cubicBezTo>
                <a:cubicBezTo>
                  <a:pt x="160885" y="110215"/>
                  <a:pt x="161067" y="109850"/>
                  <a:pt x="161067" y="109850"/>
                </a:cubicBezTo>
                <a:lnTo>
                  <a:pt x="161341" y="109546"/>
                </a:lnTo>
                <a:lnTo>
                  <a:pt x="161979" y="109425"/>
                </a:lnTo>
                <a:lnTo>
                  <a:pt x="161705" y="110033"/>
                </a:lnTo>
                <a:cubicBezTo>
                  <a:pt x="161705" y="110033"/>
                  <a:pt x="162040" y="109941"/>
                  <a:pt x="162192" y="109911"/>
                </a:cubicBezTo>
                <a:cubicBezTo>
                  <a:pt x="162344" y="109881"/>
                  <a:pt x="162800" y="109729"/>
                  <a:pt x="162891" y="109729"/>
                </a:cubicBezTo>
                <a:cubicBezTo>
                  <a:pt x="162952" y="109729"/>
                  <a:pt x="163620" y="109546"/>
                  <a:pt x="163772" y="109333"/>
                </a:cubicBezTo>
                <a:cubicBezTo>
                  <a:pt x="163924" y="109151"/>
                  <a:pt x="164107" y="108999"/>
                  <a:pt x="164380" y="108878"/>
                </a:cubicBezTo>
                <a:lnTo>
                  <a:pt x="164927" y="108695"/>
                </a:lnTo>
                <a:lnTo>
                  <a:pt x="164684" y="109182"/>
                </a:lnTo>
                <a:cubicBezTo>
                  <a:pt x="164684" y="109182"/>
                  <a:pt x="164897" y="109333"/>
                  <a:pt x="165140" y="109333"/>
                </a:cubicBezTo>
                <a:cubicBezTo>
                  <a:pt x="165201" y="109349"/>
                  <a:pt x="165260" y="109354"/>
                  <a:pt x="165317" y="109354"/>
                </a:cubicBezTo>
                <a:cubicBezTo>
                  <a:pt x="165490" y="109354"/>
                  <a:pt x="165649" y="109303"/>
                  <a:pt x="165809" y="109303"/>
                </a:cubicBezTo>
                <a:cubicBezTo>
                  <a:pt x="166052" y="109303"/>
                  <a:pt x="166447" y="109394"/>
                  <a:pt x="166508" y="109455"/>
                </a:cubicBezTo>
                <a:cubicBezTo>
                  <a:pt x="166538" y="109546"/>
                  <a:pt x="166660" y="109637"/>
                  <a:pt x="166842" y="109637"/>
                </a:cubicBezTo>
                <a:lnTo>
                  <a:pt x="166903" y="109637"/>
                </a:lnTo>
                <a:cubicBezTo>
                  <a:pt x="167025" y="109698"/>
                  <a:pt x="167116" y="109789"/>
                  <a:pt x="167207" y="109850"/>
                </a:cubicBezTo>
                <a:lnTo>
                  <a:pt x="167268" y="109881"/>
                </a:lnTo>
                <a:cubicBezTo>
                  <a:pt x="167311" y="109924"/>
                  <a:pt x="167369" y="109967"/>
                  <a:pt x="167410" y="109967"/>
                </a:cubicBezTo>
                <a:cubicBezTo>
                  <a:pt x="167427" y="109967"/>
                  <a:pt x="167441" y="109959"/>
                  <a:pt x="167450" y="109941"/>
                </a:cubicBezTo>
                <a:cubicBezTo>
                  <a:pt x="167602" y="109911"/>
                  <a:pt x="167602" y="109698"/>
                  <a:pt x="167754" y="109577"/>
                </a:cubicBezTo>
                <a:cubicBezTo>
                  <a:pt x="167827" y="109503"/>
                  <a:pt x="167912" y="109430"/>
                  <a:pt x="168007" y="109430"/>
                </a:cubicBezTo>
                <a:cubicBezTo>
                  <a:pt x="168070" y="109430"/>
                  <a:pt x="168138" y="109462"/>
                  <a:pt x="168210" y="109546"/>
                </a:cubicBezTo>
                <a:cubicBezTo>
                  <a:pt x="168392" y="109729"/>
                  <a:pt x="168818" y="109729"/>
                  <a:pt x="168818" y="109729"/>
                </a:cubicBezTo>
                <a:cubicBezTo>
                  <a:pt x="168818" y="109729"/>
                  <a:pt x="168848" y="109789"/>
                  <a:pt x="168848" y="109941"/>
                </a:cubicBezTo>
                <a:cubicBezTo>
                  <a:pt x="168848" y="110093"/>
                  <a:pt x="168940" y="110033"/>
                  <a:pt x="168879" y="110215"/>
                </a:cubicBezTo>
                <a:cubicBezTo>
                  <a:pt x="168848" y="110367"/>
                  <a:pt x="169730" y="110610"/>
                  <a:pt x="169791" y="110701"/>
                </a:cubicBezTo>
                <a:cubicBezTo>
                  <a:pt x="169912" y="110823"/>
                  <a:pt x="170399" y="111157"/>
                  <a:pt x="170399" y="111157"/>
                </a:cubicBezTo>
                <a:cubicBezTo>
                  <a:pt x="170399" y="111157"/>
                  <a:pt x="170459" y="111522"/>
                  <a:pt x="170307" y="111552"/>
                </a:cubicBezTo>
                <a:cubicBezTo>
                  <a:pt x="170169" y="111552"/>
                  <a:pt x="169956" y="111301"/>
                  <a:pt x="169827" y="111301"/>
                </a:cubicBezTo>
                <a:cubicBezTo>
                  <a:pt x="169814" y="111301"/>
                  <a:pt x="169802" y="111304"/>
                  <a:pt x="169791" y="111309"/>
                </a:cubicBezTo>
                <a:cubicBezTo>
                  <a:pt x="169639" y="111400"/>
                  <a:pt x="169547" y="111552"/>
                  <a:pt x="169608" y="111735"/>
                </a:cubicBezTo>
                <a:cubicBezTo>
                  <a:pt x="169692" y="111901"/>
                  <a:pt x="169851" y="112043"/>
                  <a:pt x="170040" y="112043"/>
                </a:cubicBezTo>
                <a:cubicBezTo>
                  <a:pt x="170058" y="112043"/>
                  <a:pt x="170076" y="112041"/>
                  <a:pt x="170095" y="112039"/>
                </a:cubicBezTo>
                <a:cubicBezTo>
                  <a:pt x="170338" y="112008"/>
                  <a:pt x="170794" y="111735"/>
                  <a:pt x="170794" y="111735"/>
                </a:cubicBezTo>
                <a:cubicBezTo>
                  <a:pt x="170794" y="111735"/>
                  <a:pt x="171219" y="111461"/>
                  <a:pt x="171310" y="111400"/>
                </a:cubicBezTo>
                <a:cubicBezTo>
                  <a:pt x="171432" y="111279"/>
                  <a:pt x="171827" y="111096"/>
                  <a:pt x="171827" y="111096"/>
                </a:cubicBezTo>
                <a:lnTo>
                  <a:pt x="172435" y="110853"/>
                </a:lnTo>
                <a:lnTo>
                  <a:pt x="173256" y="110033"/>
                </a:lnTo>
                <a:cubicBezTo>
                  <a:pt x="173377" y="109911"/>
                  <a:pt x="174137" y="109911"/>
                  <a:pt x="174168" y="109789"/>
                </a:cubicBezTo>
                <a:cubicBezTo>
                  <a:pt x="174259" y="109698"/>
                  <a:pt x="174350" y="109425"/>
                  <a:pt x="174320" y="109333"/>
                </a:cubicBezTo>
                <a:cubicBezTo>
                  <a:pt x="174320" y="109273"/>
                  <a:pt x="173985" y="108969"/>
                  <a:pt x="174350" y="108817"/>
                </a:cubicBezTo>
                <a:cubicBezTo>
                  <a:pt x="174745" y="108665"/>
                  <a:pt x="175414" y="108422"/>
                  <a:pt x="175535" y="108422"/>
                </a:cubicBezTo>
                <a:cubicBezTo>
                  <a:pt x="175657" y="108422"/>
                  <a:pt x="176265" y="108513"/>
                  <a:pt x="176630" y="108634"/>
                </a:cubicBezTo>
                <a:cubicBezTo>
                  <a:pt x="177055" y="108726"/>
                  <a:pt x="177815" y="108878"/>
                  <a:pt x="178119" y="109151"/>
                </a:cubicBezTo>
                <a:cubicBezTo>
                  <a:pt x="178423" y="109394"/>
                  <a:pt x="178545" y="109455"/>
                  <a:pt x="178818" y="109759"/>
                </a:cubicBezTo>
                <a:cubicBezTo>
                  <a:pt x="179061" y="110063"/>
                  <a:pt x="179183" y="110063"/>
                  <a:pt x="179456" y="110306"/>
                </a:cubicBezTo>
                <a:cubicBezTo>
                  <a:pt x="179730" y="110519"/>
                  <a:pt x="179943" y="110640"/>
                  <a:pt x="180277" y="110792"/>
                </a:cubicBezTo>
                <a:cubicBezTo>
                  <a:pt x="180642" y="110944"/>
                  <a:pt x="181007" y="111279"/>
                  <a:pt x="181037" y="111431"/>
                </a:cubicBezTo>
                <a:cubicBezTo>
                  <a:pt x="181098" y="111583"/>
                  <a:pt x="181250" y="111826"/>
                  <a:pt x="181311" y="111856"/>
                </a:cubicBezTo>
                <a:lnTo>
                  <a:pt x="181736" y="111856"/>
                </a:lnTo>
                <a:lnTo>
                  <a:pt x="181858" y="111613"/>
                </a:lnTo>
                <a:lnTo>
                  <a:pt x="182405" y="111552"/>
                </a:lnTo>
                <a:cubicBezTo>
                  <a:pt x="182405" y="111552"/>
                  <a:pt x="182770" y="112160"/>
                  <a:pt x="182830" y="112282"/>
                </a:cubicBezTo>
                <a:cubicBezTo>
                  <a:pt x="182861" y="112343"/>
                  <a:pt x="183165" y="112464"/>
                  <a:pt x="183377" y="112799"/>
                </a:cubicBezTo>
                <a:cubicBezTo>
                  <a:pt x="183560" y="113194"/>
                  <a:pt x="183742" y="113680"/>
                  <a:pt x="183864" y="113954"/>
                </a:cubicBezTo>
                <a:cubicBezTo>
                  <a:pt x="183925" y="114197"/>
                  <a:pt x="183925" y="114288"/>
                  <a:pt x="183985" y="114774"/>
                </a:cubicBezTo>
                <a:cubicBezTo>
                  <a:pt x="184016" y="115261"/>
                  <a:pt x="184137" y="115565"/>
                  <a:pt x="184016" y="116081"/>
                </a:cubicBezTo>
                <a:cubicBezTo>
                  <a:pt x="183894" y="116568"/>
                  <a:pt x="183773" y="117206"/>
                  <a:pt x="183773" y="117358"/>
                </a:cubicBezTo>
                <a:cubicBezTo>
                  <a:pt x="183773" y="117510"/>
                  <a:pt x="184137" y="118148"/>
                  <a:pt x="184320" y="118361"/>
                </a:cubicBezTo>
                <a:cubicBezTo>
                  <a:pt x="184463" y="118533"/>
                  <a:pt x="184768" y="118974"/>
                  <a:pt x="184955" y="118974"/>
                </a:cubicBezTo>
                <a:cubicBezTo>
                  <a:pt x="184967" y="118974"/>
                  <a:pt x="184978" y="118972"/>
                  <a:pt x="184988" y="118969"/>
                </a:cubicBezTo>
                <a:cubicBezTo>
                  <a:pt x="185232" y="118878"/>
                  <a:pt x="185444" y="118665"/>
                  <a:pt x="185292" y="118513"/>
                </a:cubicBezTo>
                <a:cubicBezTo>
                  <a:pt x="185201" y="118361"/>
                  <a:pt x="185201" y="118118"/>
                  <a:pt x="184928" y="117814"/>
                </a:cubicBezTo>
                <a:cubicBezTo>
                  <a:pt x="184654" y="117510"/>
                  <a:pt x="184381" y="117510"/>
                  <a:pt x="184624" y="117328"/>
                </a:cubicBezTo>
                <a:cubicBezTo>
                  <a:pt x="184751" y="117200"/>
                  <a:pt x="185027" y="117043"/>
                  <a:pt x="185203" y="117043"/>
                </a:cubicBezTo>
                <a:cubicBezTo>
                  <a:pt x="185278" y="117043"/>
                  <a:pt x="185335" y="117072"/>
                  <a:pt x="185353" y="117145"/>
                </a:cubicBezTo>
                <a:cubicBezTo>
                  <a:pt x="185414" y="117388"/>
                  <a:pt x="185080" y="117631"/>
                  <a:pt x="185536" y="117662"/>
                </a:cubicBezTo>
                <a:cubicBezTo>
                  <a:pt x="185557" y="117663"/>
                  <a:pt x="185578" y="117664"/>
                  <a:pt x="185599" y="117664"/>
                </a:cubicBezTo>
                <a:cubicBezTo>
                  <a:pt x="186011" y="117664"/>
                  <a:pt x="186204" y="117388"/>
                  <a:pt x="186204" y="117388"/>
                </a:cubicBezTo>
                <a:cubicBezTo>
                  <a:pt x="186204" y="117388"/>
                  <a:pt x="186478" y="117388"/>
                  <a:pt x="186295" y="117844"/>
                </a:cubicBezTo>
                <a:cubicBezTo>
                  <a:pt x="186052" y="118300"/>
                  <a:pt x="185870" y="118452"/>
                  <a:pt x="185900" y="118756"/>
                </a:cubicBezTo>
                <a:cubicBezTo>
                  <a:pt x="185961" y="119060"/>
                  <a:pt x="185748" y="119425"/>
                  <a:pt x="185748" y="119425"/>
                </a:cubicBezTo>
                <a:cubicBezTo>
                  <a:pt x="185748" y="119425"/>
                  <a:pt x="185384" y="119638"/>
                  <a:pt x="185505" y="119820"/>
                </a:cubicBezTo>
                <a:cubicBezTo>
                  <a:pt x="185596" y="120063"/>
                  <a:pt x="185718" y="120185"/>
                  <a:pt x="185870" y="120367"/>
                </a:cubicBezTo>
                <a:cubicBezTo>
                  <a:pt x="186022" y="120549"/>
                  <a:pt x="186295" y="120610"/>
                  <a:pt x="186508" y="120853"/>
                </a:cubicBezTo>
                <a:cubicBezTo>
                  <a:pt x="186751" y="121097"/>
                  <a:pt x="186569" y="121431"/>
                  <a:pt x="186934" y="122008"/>
                </a:cubicBezTo>
                <a:cubicBezTo>
                  <a:pt x="187329" y="122525"/>
                  <a:pt x="187481" y="122525"/>
                  <a:pt x="187663" y="122556"/>
                </a:cubicBezTo>
                <a:cubicBezTo>
                  <a:pt x="187846" y="122616"/>
                  <a:pt x="188545" y="122708"/>
                  <a:pt x="188545" y="122708"/>
                </a:cubicBezTo>
                <a:cubicBezTo>
                  <a:pt x="188545" y="122708"/>
                  <a:pt x="188461" y="122402"/>
                  <a:pt x="188693" y="122402"/>
                </a:cubicBezTo>
                <a:cubicBezTo>
                  <a:pt x="188704" y="122402"/>
                  <a:pt x="188715" y="122402"/>
                  <a:pt x="188727" y="122404"/>
                </a:cubicBezTo>
                <a:cubicBezTo>
                  <a:pt x="189001" y="122464"/>
                  <a:pt x="189335" y="122556"/>
                  <a:pt x="189396" y="122860"/>
                </a:cubicBezTo>
                <a:cubicBezTo>
                  <a:pt x="189517" y="123163"/>
                  <a:pt x="189517" y="123255"/>
                  <a:pt x="189639" y="123619"/>
                </a:cubicBezTo>
                <a:cubicBezTo>
                  <a:pt x="189761" y="124015"/>
                  <a:pt x="189639" y="124106"/>
                  <a:pt x="190095" y="124349"/>
                </a:cubicBezTo>
                <a:cubicBezTo>
                  <a:pt x="190242" y="124437"/>
                  <a:pt x="190349" y="124456"/>
                  <a:pt x="190438" y="124456"/>
                </a:cubicBezTo>
                <a:cubicBezTo>
                  <a:pt x="190503" y="124456"/>
                  <a:pt x="190558" y="124446"/>
                  <a:pt x="190615" y="124446"/>
                </a:cubicBezTo>
                <a:cubicBezTo>
                  <a:pt x="190722" y="124446"/>
                  <a:pt x="190832" y="124481"/>
                  <a:pt x="191007" y="124683"/>
                </a:cubicBezTo>
                <a:cubicBezTo>
                  <a:pt x="191372" y="125139"/>
                  <a:pt x="191736" y="125777"/>
                  <a:pt x="191767" y="125990"/>
                </a:cubicBezTo>
                <a:cubicBezTo>
                  <a:pt x="191797" y="126203"/>
                  <a:pt x="191463" y="126385"/>
                  <a:pt x="192040" y="126537"/>
                </a:cubicBezTo>
                <a:cubicBezTo>
                  <a:pt x="192349" y="126657"/>
                  <a:pt x="192619" y="126671"/>
                  <a:pt x="192839" y="126671"/>
                </a:cubicBezTo>
                <a:cubicBezTo>
                  <a:pt x="192904" y="126671"/>
                  <a:pt x="192965" y="126670"/>
                  <a:pt x="193021" y="126670"/>
                </a:cubicBezTo>
                <a:cubicBezTo>
                  <a:pt x="193112" y="126670"/>
                  <a:pt x="193191" y="126673"/>
                  <a:pt x="193256" y="126689"/>
                </a:cubicBezTo>
                <a:cubicBezTo>
                  <a:pt x="193438" y="126781"/>
                  <a:pt x="194016" y="127085"/>
                  <a:pt x="194198" y="127236"/>
                </a:cubicBezTo>
                <a:cubicBezTo>
                  <a:pt x="194381" y="127388"/>
                  <a:pt x="194867" y="127905"/>
                  <a:pt x="195141" y="128148"/>
                </a:cubicBezTo>
                <a:cubicBezTo>
                  <a:pt x="195414" y="128361"/>
                  <a:pt x="195566" y="128452"/>
                  <a:pt x="195779" y="128513"/>
                </a:cubicBezTo>
                <a:cubicBezTo>
                  <a:pt x="196022" y="128604"/>
                  <a:pt x="196478" y="128604"/>
                  <a:pt x="196478" y="128604"/>
                </a:cubicBezTo>
                <a:cubicBezTo>
                  <a:pt x="196478" y="128604"/>
                  <a:pt x="196752" y="129030"/>
                  <a:pt x="196752" y="129091"/>
                </a:cubicBezTo>
                <a:cubicBezTo>
                  <a:pt x="196752" y="129182"/>
                  <a:pt x="195901" y="129334"/>
                  <a:pt x="195901" y="129334"/>
                </a:cubicBezTo>
                <a:lnTo>
                  <a:pt x="195992" y="129790"/>
                </a:lnTo>
                <a:cubicBezTo>
                  <a:pt x="195992" y="129790"/>
                  <a:pt x="196387" y="129790"/>
                  <a:pt x="196600" y="129729"/>
                </a:cubicBezTo>
                <a:cubicBezTo>
                  <a:pt x="196782" y="129699"/>
                  <a:pt x="197056" y="129425"/>
                  <a:pt x="197056" y="129425"/>
                </a:cubicBezTo>
                <a:cubicBezTo>
                  <a:pt x="197056" y="129425"/>
                  <a:pt x="197238" y="129334"/>
                  <a:pt x="197542" y="129243"/>
                </a:cubicBezTo>
                <a:cubicBezTo>
                  <a:pt x="197846" y="129121"/>
                  <a:pt x="198423" y="128665"/>
                  <a:pt x="198606" y="128665"/>
                </a:cubicBezTo>
                <a:cubicBezTo>
                  <a:pt x="198788" y="128635"/>
                  <a:pt x="199335" y="128300"/>
                  <a:pt x="199366" y="128148"/>
                </a:cubicBezTo>
                <a:cubicBezTo>
                  <a:pt x="199396" y="127996"/>
                  <a:pt x="199487" y="127662"/>
                  <a:pt x="199487" y="127540"/>
                </a:cubicBezTo>
                <a:cubicBezTo>
                  <a:pt x="199487" y="127419"/>
                  <a:pt x="199244" y="127206"/>
                  <a:pt x="199183" y="126811"/>
                </a:cubicBezTo>
                <a:cubicBezTo>
                  <a:pt x="199092" y="126477"/>
                  <a:pt x="199031" y="125777"/>
                  <a:pt x="199062" y="125626"/>
                </a:cubicBezTo>
                <a:cubicBezTo>
                  <a:pt x="199092" y="125474"/>
                  <a:pt x="199426" y="125109"/>
                  <a:pt x="199518" y="125078"/>
                </a:cubicBezTo>
                <a:cubicBezTo>
                  <a:pt x="199578" y="125018"/>
                  <a:pt x="199943" y="124926"/>
                  <a:pt x="199852" y="124714"/>
                </a:cubicBezTo>
                <a:cubicBezTo>
                  <a:pt x="199822" y="124562"/>
                  <a:pt x="199730" y="124167"/>
                  <a:pt x="199487" y="123893"/>
                </a:cubicBezTo>
                <a:cubicBezTo>
                  <a:pt x="199214" y="123619"/>
                  <a:pt x="199062" y="123407"/>
                  <a:pt x="199062" y="123407"/>
                </a:cubicBezTo>
                <a:cubicBezTo>
                  <a:pt x="199062" y="123407"/>
                  <a:pt x="198970" y="123163"/>
                  <a:pt x="198970" y="122890"/>
                </a:cubicBezTo>
                <a:cubicBezTo>
                  <a:pt x="198970" y="122647"/>
                  <a:pt x="199031" y="121370"/>
                  <a:pt x="198910" y="121005"/>
                </a:cubicBezTo>
                <a:cubicBezTo>
                  <a:pt x="198788" y="120610"/>
                  <a:pt x="198059" y="118726"/>
                  <a:pt x="197542" y="118118"/>
                </a:cubicBezTo>
                <a:cubicBezTo>
                  <a:pt x="196995" y="117510"/>
                  <a:pt x="196812" y="117875"/>
                  <a:pt x="196478" y="117115"/>
                </a:cubicBezTo>
                <a:cubicBezTo>
                  <a:pt x="196083" y="116416"/>
                  <a:pt x="196600" y="116902"/>
                  <a:pt x="195597" y="115686"/>
                </a:cubicBezTo>
                <a:cubicBezTo>
                  <a:pt x="194624" y="114501"/>
                  <a:pt x="194472" y="114349"/>
                  <a:pt x="194320" y="114197"/>
                </a:cubicBezTo>
                <a:cubicBezTo>
                  <a:pt x="194168" y="114014"/>
                  <a:pt x="194016" y="113528"/>
                  <a:pt x="194016" y="113406"/>
                </a:cubicBezTo>
                <a:cubicBezTo>
                  <a:pt x="194016" y="113285"/>
                  <a:pt x="193651" y="113285"/>
                  <a:pt x="193773" y="112920"/>
                </a:cubicBezTo>
                <a:cubicBezTo>
                  <a:pt x="193894" y="112555"/>
                  <a:pt x="194107" y="112008"/>
                  <a:pt x="193955" y="111887"/>
                </a:cubicBezTo>
                <a:cubicBezTo>
                  <a:pt x="193864" y="111765"/>
                  <a:pt x="193408" y="111644"/>
                  <a:pt x="193195" y="111431"/>
                </a:cubicBezTo>
                <a:cubicBezTo>
                  <a:pt x="193013" y="111248"/>
                  <a:pt x="191888" y="109911"/>
                  <a:pt x="191888" y="109911"/>
                </a:cubicBezTo>
                <a:cubicBezTo>
                  <a:pt x="191888" y="109911"/>
                  <a:pt x="191372" y="109911"/>
                  <a:pt x="191037" y="109577"/>
                </a:cubicBezTo>
                <a:cubicBezTo>
                  <a:pt x="190703" y="109212"/>
                  <a:pt x="189487" y="107905"/>
                  <a:pt x="189213" y="107510"/>
                </a:cubicBezTo>
                <a:cubicBezTo>
                  <a:pt x="188940" y="107145"/>
                  <a:pt x="188271" y="106081"/>
                  <a:pt x="188241" y="105808"/>
                </a:cubicBezTo>
                <a:cubicBezTo>
                  <a:pt x="188150" y="105504"/>
                  <a:pt x="187633" y="104470"/>
                  <a:pt x="187542" y="104288"/>
                </a:cubicBezTo>
                <a:cubicBezTo>
                  <a:pt x="187481" y="104105"/>
                  <a:pt x="186812" y="103346"/>
                  <a:pt x="186660" y="103072"/>
                </a:cubicBezTo>
                <a:cubicBezTo>
                  <a:pt x="186599" y="102890"/>
                  <a:pt x="186295" y="102130"/>
                  <a:pt x="186174" y="101735"/>
                </a:cubicBezTo>
                <a:cubicBezTo>
                  <a:pt x="186144" y="101583"/>
                  <a:pt x="186113" y="101522"/>
                  <a:pt x="186113" y="101522"/>
                </a:cubicBezTo>
                <a:lnTo>
                  <a:pt x="186022" y="101370"/>
                </a:lnTo>
                <a:cubicBezTo>
                  <a:pt x="186022" y="101309"/>
                  <a:pt x="185992" y="101279"/>
                  <a:pt x="185992" y="101279"/>
                </a:cubicBezTo>
                <a:lnTo>
                  <a:pt x="185992" y="101248"/>
                </a:lnTo>
                <a:cubicBezTo>
                  <a:pt x="185870" y="100914"/>
                  <a:pt x="185688" y="100306"/>
                  <a:pt x="185718" y="99880"/>
                </a:cubicBezTo>
                <a:cubicBezTo>
                  <a:pt x="185748" y="99242"/>
                  <a:pt x="185596" y="98999"/>
                  <a:pt x="185900" y="97905"/>
                </a:cubicBezTo>
                <a:cubicBezTo>
                  <a:pt x="186204" y="96750"/>
                  <a:pt x="186295" y="96142"/>
                  <a:pt x="186478" y="95686"/>
                </a:cubicBezTo>
                <a:cubicBezTo>
                  <a:pt x="186630" y="95230"/>
                  <a:pt x="186782" y="94835"/>
                  <a:pt x="186903" y="94774"/>
                </a:cubicBezTo>
                <a:cubicBezTo>
                  <a:pt x="187025" y="94744"/>
                  <a:pt x="187511" y="94592"/>
                  <a:pt x="187420" y="94531"/>
                </a:cubicBezTo>
                <a:cubicBezTo>
                  <a:pt x="187359" y="94440"/>
                  <a:pt x="187268" y="94318"/>
                  <a:pt x="187086" y="94288"/>
                </a:cubicBezTo>
                <a:cubicBezTo>
                  <a:pt x="186934" y="94257"/>
                  <a:pt x="186812" y="94318"/>
                  <a:pt x="186873" y="94166"/>
                </a:cubicBezTo>
                <a:cubicBezTo>
                  <a:pt x="186873" y="94136"/>
                  <a:pt x="186903" y="94075"/>
                  <a:pt x="186964" y="94014"/>
                </a:cubicBezTo>
                <a:cubicBezTo>
                  <a:pt x="187207" y="93649"/>
                  <a:pt x="187420" y="93345"/>
                  <a:pt x="187420" y="93254"/>
                </a:cubicBezTo>
                <a:cubicBezTo>
                  <a:pt x="187420" y="93193"/>
                  <a:pt x="187329" y="92920"/>
                  <a:pt x="187268" y="92738"/>
                </a:cubicBezTo>
                <a:cubicBezTo>
                  <a:pt x="187238" y="92555"/>
                  <a:pt x="187633" y="92434"/>
                  <a:pt x="187633" y="92434"/>
                </a:cubicBezTo>
                <a:cubicBezTo>
                  <a:pt x="187633" y="92434"/>
                  <a:pt x="187846" y="92130"/>
                  <a:pt x="187967" y="91856"/>
                </a:cubicBezTo>
                <a:cubicBezTo>
                  <a:pt x="187998" y="91826"/>
                  <a:pt x="187998" y="91795"/>
                  <a:pt x="187998" y="91734"/>
                </a:cubicBezTo>
                <a:cubicBezTo>
                  <a:pt x="187998" y="91704"/>
                  <a:pt x="188028" y="91674"/>
                  <a:pt x="188028" y="91643"/>
                </a:cubicBezTo>
                <a:cubicBezTo>
                  <a:pt x="188089" y="91582"/>
                  <a:pt x="188089" y="91552"/>
                  <a:pt x="188119" y="91522"/>
                </a:cubicBezTo>
                <a:lnTo>
                  <a:pt x="188119" y="91491"/>
                </a:lnTo>
                <a:lnTo>
                  <a:pt x="188119" y="91430"/>
                </a:lnTo>
                <a:cubicBezTo>
                  <a:pt x="188150" y="91370"/>
                  <a:pt x="188150" y="91339"/>
                  <a:pt x="188150" y="91339"/>
                </a:cubicBezTo>
                <a:cubicBezTo>
                  <a:pt x="188150" y="91339"/>
                  <a:pt x="189061" y="90640"/>
                  <a:pt x="189153" y="90458"/>
                </a:cubicBezTo>
                <a:cubicBezTo>
                  <a:pt x="189213" y="90275"/>
                  <a:pt x="190156" y="89698"/>
                  <a:pt x="190125" y="89394"/>
                </a:cubicBezTo>
                <a:cubicBezTo>
                  <a:pt x="190095" y="89060"/>
                  <a:pt x="190551" y="88816"/>
                  <a:pt x="190824" y="88482"/>
                </a:cubicBezTo>
                <a:cubicBezTo>
                  <a:pt x="191037" y="88178"/>
                  <a:pt x="191645" y="87297"/>
                  <a:pt x="191645" y="87175"/>
                </a:cubicBezTo>
                <a:cubicBezTo>
                  <a:pt x="191645" y="87084"/>
                  <a:pt x="191979" y="86932"/>
                  <a:pt x="192071" y="86841"/>
                </a:cubicBezTo>
                <a:cubicBezTo>
                  <a:pt x="192131" y="86780"/>
                  <a:pt x="192496" y="86506"/>
                  <a:pt x="192405" y="86081"/>
                </a:cubicBezTo>
                <a:cubicBezTo>
                  <a:pt x="192344" y="85625"/>
                  <a:pt x="192223" y="85716"/>
                  <a:pt x="192223" y="85199"/>
                </a:cubicBezTo>
                <a:cubicBezTo>
                  <a:pt x="192223" y="84713"/>
                  <a:pt x="192131" y="84531"/>
                  <a:pt x="192527" y="83953"/>
                </a:cubicBezTo>
                <a:cubicBezTo>
                  <a:pt x="192861" y="83376"/>
                  <a:pt x="193469" y="82251"/>
                  <a:pt x="193469" y="82251"/>
                </a:cubicBezTo>
                <a:cubicBezTo>
                  <a:pt x="193469" y="82251"/>
                  <a:pt x="193864" y="81856"/>
                  <a:pt x="194107" y="81704"/>
                </a:cubicBezTo>
                <a:cubicBezTo>
                  <a:pt x="194168" y="81674"/>
                  <a:pt x="194168" y="81674"/>
                  <a:pt x="194198" y="81674"/>
                </a:cubicBezTo>
                <a:cubicBezTo>
                  <a:pt x="194229" y="81643"/>
                  <a:pt x="194350" y="81613"/>
                  <a:pt x="194472" y="81552"/>
                </a:cubicBezTo>
                <a:cubicBezTo>
                  <a:pt x="194502" y="81552"/>
                  <a:pt x="194533" y="81522"/>
                  <a:pt x="194563" y="81522"/>
                </a:cubicBezTo>
                <a:lnTo>
                  <a:pt x="194624" y="81522"/>
                </a:lnTo>
                <a:cubicBezTo>
                  <a:pt x="195141" y="81309"/>
                  <a:pt x="195931" y="81005"/>
                  <a:pt x="196083" y="80944"/>
                </a:cubicBezTo>
                <a:cubicBezTo>
                  <a:pt x="196235" y="80883"/>
                  <a:pt x="196508" y="81096"/>
                  <a:pt x="196539" y="80245"/>
                </a:cubicBezTo>
                <a:cubicBezTo>
                  <a:pt x="196600" y="79333"/>
                  <a:pt x="196539" y="79211"/>
                  <a:pt x="196782" y="78573"/>
                </a:cubicBezTo>
                <a:cubicBezTo>
                  <a:pt x="196964" y="77965"/>
                  <a:pt x="196843" y="77874"/>
                  <a:pt x="197512" y="77266"/>
                </a:cubicBezTo>
                <a:cubicBezTo>
                  <a:pt x="198150" y="76658"/>
                  <a:pt x="198454" y="76658"/>
                  <a:pt x="198575" y="76293"/>
                </a:cubicBezTo>
                <a:cubicBezTo>
                  <a:pt x="198636" y="75868"/>
                  <a:pt x="198606" y="75686"/>
                  <a:pt x="198788" y="75473"/>
                </a:cubicBezTo>
                <a:cubicBezTo>
                  <a:pt x="198970" y="75321"/>
                  <a:pt x="199183" y="75382"/>
                  <a:pt x="199670" y="75138"/>
                </a:cubicBezTo>
                <a:cubicBezTo>
                  <a:pt x="200156" y="74956"/>
                  <a:pt x="201007" y="74409"/>
                  <a:pt x="201098" y="74257"/>
                </a:cubicBezTo>
                <a:cubicBezTo>
                  <a:pt x="201250" y="74105"/>
                  <a:pt x="201493" y="73771"/>
                  <a:pt x="201463" y="73497"/>
                </a:cubicBezTo>
                <a:cubicBezTo>
                  <a:pt x="201372" y="73284"/>
                  <a:pt x="201706" y="72950"/>
                  <a:pt x="201372" y="72889"/>
                </a:cubicBezTo>
                <a:cubicBezTo>
                  <a:pt x="201284" y="72881"/>
                  <a:pt x="201220" y="72875"/>
                  <a:pt x="201170" y="72875"/>
                </a:cubicBezTo>
                <a:cubicBezTo>
                  <a:pt x="201029" y="72875"/>
                  <a:pt x="201006" y="72922"/>
                  <a:pt x="200916" y="73102"/>
                </a:cubicBezTo>
                <a:cubicBezTo>
                  <a:pt x="200794" y="73315"/>
                  <a:pt x="201007" y="73315"/>
                  <a:pt x="200703" y="73467"/>
                </a:cubicBezTo>
                <a:cubicBezTo>
                  <a:pt x="200399" y="73649"/>
                  <a:pt x="200399" y="73740"/>
                  <a:pt x="199943" y="73862"/>
                </a:cubicBezTo>
                <a:cubicBezTo>
                  <a:pt x="199487" y="73953"/>
                  <a:pt x="199031" y="74044"/>
                  <a:pt x="199031" y="74044"/>
                </a:cubicBezTo>
                <a:cubicBezTo>
                  <a:pt x="199031" y="74044"/>
                  <a:pt x="198902" y="74052"/>
                  <a:pt x="198773" y="74052"/>
                </a:cubicBezTo>
                <a:cubicBezTo>
                  <a:pt x="198644" y="74052"/>
                  <a:pt x="198515" y="74044"/>
                  <a:pt x="198515" y="74014"/>
                </a:cubicBezTo>
                <a:cubicBezTo>
                  <a:pt x="198515" y="73923"/>
                  <a:pt x="198150" y="73771"/>
                  <a:pt x="198423" y="73588"/>
                </a:cubicBezTo>
                <a:cubicBezTo>
                  <a:pt x="198623" y="73438"/>
                  <a:pt x="198762" y="73329"/>
                  <a:pt x="198889" y="73329"/>
                </a:cubicBezTo>
                <a:cubicBezTo>
                  <a:pt x="198917" y="73329"/>
                  <a:pt x="198944" y="73334"/>
                  <a:pt x="198970" y="73345"/>
                </a:cubicBezTo>
                <a:cubicBezTo>
                  <a:pt x="199154" y="73424"/>
                  <a:pt x="199021" y="73570"/>
                  <a:pt x="199215" y="73570"/>
                </a:cubicBezTo>
                <a:cubicBezTo>
                  <a:pt x="199246" y="73570"/>
                  <a:pt x="199285" y="73566"/>
                  <a:pt x="199335" y="73558"/>
                </a:cubicBezTo>
                <a:cubicBezTo>
                  <a:pt x="199670" y="73497"/>
                  <a:pt x="199730" y="73588"/>
                  <a:pt x="199852" y="73345"/>
                </a:cubicBezTo>
                <a:cubicBezTo>
                  <a:pt x="199974" y="73132"/>
                  <a:pt x="200126" y="72859"/>
                  <a:pt x="200095" y="72676"/>
                </a:cubicBezTo>
                <a:cubicBezTo>
                  <a:pt x="200034" y="72494"/>
                  <a:pt x="199974" y="72069"/>
                  <a:pt x="199974" y="72069"/>
                </a:cubicBezTo>
                <a:cubicBezTo>
                  <a:pt x="199974" y="72069"/>
                  <a:pt x="199548" y="71947"/>
                  <a:pt x="199396" y="71673"/>
                </a:cubicBezTo>
                <a:cubicBezTo>
                  <a:pt x="199244" y="71430"/>
                  <a:pt x="199183" y="71126"/>
                  <a:pt x="199122" y="71005"/>
                </a:cubicBezTo>
                <a:cubicBezTo>
                  <a:pt x="199122" y="70883"/>
                  <a:pt x="199244" y="70214"/>
                  <a:pt x="199244" y="70214"/>
                </a:cubicBezTo>
                <a:cubicBezTo>
                  <a:pt x="199244" y="70214"/>
                  <a:pt x="199578" y="70306"/>
                  <a:pt x="199578" y="70518"/>
                </a:cubicBezTo>
                <a:cubicBezTo>
                  <a:pt x="199578" y="70701"/>
                  <a:pt x="199487" y="70610"/>
                  <a:pt x="199639" y="70883"/>
                </a:cubicBezTo>
                <a:cubicBezTo>
                  <a:pt x="199768" y="71115"/>
                  <a:pt x="199722" y="71194"/>
                  <a:pt x="199872" y="71194"/>
                </a:cubicBezTo>
                <a:cubicBezTo>
                  <a:pt x="199899" y="71194"/>
                  <a:pt x="199932" y="71192"/>
                  <a:pt x="199974" y="71187"/>
                </a:cubicBezTo>
                <a:cubicBezTo>
                  <a:pt x="200247" y="71157"/>
                  <a:pt x="200460" y="71035"/>
                  <a:pt x="200460" y="71035"/>
                </a:cubicBezTo>
                <a:cubicBezTo>
                  <a:pt x="200460" y="71035"/>
                  <a:pt x="200703" y="71278"/>
                  <a:pt x="200794" y="71278"/>
                </a:cubicBezTo>
                <a:cubicBezTo>
                  <a:pt x="200864" y="71278"/>
                  <a:pt x="200923" y="71358"/>
                  <a:pt x="201018" y="71358"/>
                </a:cubicBezTo>
                <a:cubicBezTo>
                  <a:pt x="201090" y="71358"/>
                  <a:pt x="201181" y="71313"/>
                  <a:pt x="201311" y="71157"/>
                </a:cubicBezTo>
                <a:cubicBezTo>
                  <a:pt x="201645" y="70761"/>
                  <a:pt x="201919" y="70731"/>
                  <a:pt x="201980" y="70458"/>
                </a:cubicBezTo>
                <a:cubicBezTo>
                  <a:pt x="202071" y="70214"/>
                  <a:pt x="201980" y="70275"/>
                  <a:pt x="202010" y="69941"/>
                </a:cubicBezTo>
                <a:cubicBezTo>
                  <a:pt x="202071" y="69606"/>
                  <a:pt x="202314" y="69394"/>
                  <a:pt x="202405" y="69363"/>
                </a:cubicBezTo>
                <a:cubicBezTo>
                  <a:pt x="202527" y="69333"/>
                  <a:pt x="202557" y="69211"/>
                  <a:pt x="202557" y="68938"/>
                </a:cubicBezTo>
                <a:cubicBezTo>
                  <a:pt x="202557" y="68695"/>
                  <a:pt x="202588" y="68330"/>
                  <a:pt x="202466" y="68330"/>
                </a:cubicBezTo>
                <a:cubicBezTo>
                  <a:pt x="202375" y="68330"/>
                  <a:pt x="202253" y="68147"/>
                  <a:pt x="202162" y="67995"/>
                </a:cubicBezTo>
                <a:cubicBezTo>
                  <a:pt x="202132" y="67844"/>
                  <a:pt x="202010" y="67418"/>
                  <a:pt x="201949" y="67388"/>
                </a:cubicBezTo>
                <a:cubicBezTo>
                  <a:pt x="201921" y="67378"/>
                  <a:pt x="201878" y="67372"/>
                  <a:pt x="201831" y="67372"/>
                </a:cubicBezTo>
                <a:cubicBezTo>
                  <a:pt x="201725" y="67372"/>
                  <a:pt x="201596" y="67404"/>
                  <a:pt x="201554" y="67509"/>
                </a:cubicBezTo>
                <a:cubicBezTo>
                  <a:pt x="201524" y="67661"/>
                  <a:pt x="201554" y="67783"/>
                  <a:pt x="201524" y="67965"/>
                </a:cubicBezTo>
                <a:cubicBezTo>
                  <a:pt x="201463" y="68147"/>
                  <a:pt x="201402" y="68330"/>
                  <a:pt x="201189" y="68391"/>
                </a:cubicBezTo>
                <a:cubicBezTo>
                  <a:pt x="201164" y="68394"/>
                  <a:pt x="201137" y="68395"/>
                  <a:pt x="201109" y="68395"/>
                </a:cubicBezTo>
                <a:cubicBezTo>
                  <a:pt x="200869" y="68395"/>
                  <a:pt x="200557" y="68284"/>
                  <a:pt x="200612" y="68147"/>
                </a:cubicBezTo>
                <a:cubicBezTo>
                  <a:pt x="200703" y="67995"/>
                  <a:pt x="200794" y="68087"/>
                  <a:pt x="200794" y="67874"/>
                </a:cubicBezTo>
                <a:cubicBezTo>
                  <a:pt x="200794" y="67722"/>
                  <a:pt x="200885" y="67570"/>
                  <a:pt x="200764" y="67570"/>
                </a:cubicBezTo>
                <a:cubicBezTo>
                  <a:pt x="200671" y="67551"/>
                  <a:pt x="200534" y="67522"/>
                  <a:pt x="200420" y="67522"/>
                </a:cubicBezTo>
                <a:cubicBezTo>
                  <a:pt x="200347" y="67522"/>
                  <a:pt x="200283" y="67534"/>
                  <a:pt x="200247" y="67570"/>
                </a:cubicBezTo>
                <a:cubicBezTo>
                  <a:pt x="200126" y="67692"/>
                  <a:pt x="200004" y="67813"/>
                  <a:pt x="199700" y="68026"/>
                </a:cubicBezTo>
                <a:cubicBezTo>
                  <a:pt x="199396" y="68269"/>
                  <a:pt x="199548" y="68147"/>
                  <a:pt x="199092" y="68421"/>
                </a:cubicBezTo>
                <a:cubicBezTo>
                  <a:pt x="198636" y="68695"/>
                  <a:pt x="198363" y="68755"/>
                  <a:pt x="198363" y="68755"/>
                </a:cubicBezTo>
                <a:cubicBezTo>
                  <a:pt x="198363" y="68755"/>
                  <a:pt x="197967" y="68725"/>
                  <a:pt x="198059" y="68482"/>
                </a:cubicBezTo>
                <a:cubicBezTo>
                  <a:pt x="198150" y="68299"/>
                  <a:pt x="198119" y="68026"/>
                  <a:pt x="198423" y="68026"/>
                </a:cubicBezTo>
                <a:cubicBezTo>
                  <a:pt x="198727" y="68026"/>
                  <a:pt x="198940" y="68026"/>
                  <a:pt x="199062" y="67844"/>
                </a:cubicBezTo>
                <a:cubicBezTo>
                  <a:pt x="199183" y="67692"/>
                  <a:pt x="199122" y="67692"/>
                  <a:pt x="199214" y="67540"/>
                </a:cubicBezTo>
                <a:cubicBezTo>
                  <a:pt x="199274" y="67388"/>
                  <a:pt x="199274" y="67327"/>
                  <a:pt x="199548" y="67236"/>
                </a:cubicBezTo>
                <a:cubicBezTo>
                  <a:pt x="199822" y="67175"/>
                  <a:pt x="200095" y="67084"/>
                  <a:pt x="200156" y="67053"/>
                </a:cubicBezTo>
                <a:cubicBezTo>
                  <a:pt x="200247" y="67023"/>
                  <a:pt x="200186" y="66810"/>
                  <a:pt x="200186" y="66749"/>
                </a:cubicBezTo>
                <a:cubicBezTo>
                  <a:pt x="200186" y="66669"/>
                  <a:pt x="200139" y="66495"/>
                  <a:pt x="200252" y="66495"/>
                </a:cubicBezTo>
                <a:cubicBezTo>
                  <a:pt x="200267" y="66495"/>
                  <a:pt x="200286" y="66499"/>
                  <a:pt x="200308" y="66506"/>
                </a:cubicBezTo>
                <a:cubicBezTo>
                  <a:pt x="200441" y="66551"/>
                  <a:pt x="200607" y="66579"/>
                  <a:pt x="200770" y="66579"/>
                </a:cubicBezTo>
                <a:cubicBezTo>
                  <a:pt x="200830" y="66579"/>
                  <a:pt x="200889" y="66575"/>
                  <a:pt x="200946" y="66567"/>
                </a:cubicBezTo>
                <a:cubicBezTo>
                  <a:pt x="201189" y="66506"/>
                  <a:pt x="201311" y="66415"/>
                  <a:pt x="201341" y="66324"/>
                </a:cubicBezTo>
                <a:cubicBezTo>
                  <a:pt x="201372" y="66293"/>
                  <a:pt x="201250" y="65898"/>
                  <a:pt x="201189" y="65868"/>
                </a:cubicBezTo>
                <a:cubicBezTo>
                  <a:pt x="201098" y="65837"/>
                  <a:pt x="200703" y="65503"/>
                  <a:pt x="200551" y="65381"/>
                </a:cubicBezTo>
                <a:cubicBezTo>
                  <a:pt x="200399" y="65260"/>
                  <a:pt x="200308" y="65230"/>
                  <a:pt x="200156" y="65108"/>
                </a:cubicBezTo>
                <a:cubicBezTo>
                  <a:pt x="200004" y="64986"/>
                  <a:pt x="199852" y="64956"/>
                  <a:pt x="199882" y="64804"/>
                </a:cubicBezTo>
                <a:cubicBezTo>
                  <a:pt x="199882" y="64774"/>
                  <a:pt x="199882" y="64774"/>
                  <a:pt x="199943" y="64774"/>
                </a:cubicBezTo>
                <a:lnTo>
                  <a:pt x="199943" y="64743"/>
                </a:lnTo>
                <a:lnTo>
                  <a:pt x="199943" y="64682"/>
                </a:lnTo>
                <a:cubicBezTo>
                  <a:pt x="199943" y="64652"/>
                  <a:pt x="199943" y="64652"/>
                  <a:pt x="199974" y="64652"/>
                </a:cubicBezTo>
                <a:cubicBezTo>
                  <a:pt x="199974" y="64622"/>
                  <a:pt x="200004" y="64622"/>
                  <a:pt x="200004" y="64591"/>
                </a:cubicBezTo>
                <a:cubicBezTo>
                  <a:pt x="200004" y="64530"/>
                  <a:pt x="200034" y="64500"/>
                  <a:pt x="200034" y="64439"/>
                </a:cubicBezTo>
                <a:lnTo>
                  <a:pt x="200034" y="64378"/>
                </a:lnTo>
                <a:cubicBezTo>
                  <a:pt x="200095" y="64166"/>
                  <a:pt x="200034" y="63771"/>
                  <a:pt x="199943" y="63619"/>
                </a:cubicBezTo>
                <a:cubicBezTo>
                  <a:pt x="199791" y="63436"/>
                  <a:pt x="199700" y="63467"/>
                  <a:pt x="199578" y="63163"/>
                </a:cubicBezTo>
                <a:cubicBezTo>
                  <a:pt x="199501" y="62903"/>
                  <a:pt x="199290" y="62754"/>
                  <a:pt x="199154" y="62754"/>
                </a:cubicBezTo>
                <a:cubicBezTo>
                  <a:pt x="199131" y="62754"/>
                  <a:pt x="199110" y="62759"/>
                  <a:pt x="199092" y="62767"/>
                </a:cubicBezTo>
                <a:cubicBezTo>
                  <a:pt x="199021" y="62767"/>
                  <a:pt x="198991" y="62715"/>
                  <a:pt x="198905" y="62715"/>
                </a:cubicBezTo>
                <a:cubicBezTo>
                  <a:pt x="198844" y="62715"/>
                  <a:pt x="198756" y="62741"/>
                  <a:pt x="198606" y="62828"/>
                </a:cubicBezTo>
                <a:cubicBezTo>
                  <a:pt x="198211" y="63102"/>
                  <a:pt x="198211" y="63163"/>
                  <a:pt x="197967" y="63284"/>
                </a:cubicBezTo>
                <a:cubicBezTo>
                  <a:pt x="197784" y="63376"/>
                  <a:pt x="197548" y="63468"/>
                  <a:pt x="197404" y="63468"/>
                </a:cubicBezTo>
                <a:cubicBezTo>
                  <a:pt x="197358" y="63468"/>
                  <a:pt x="197321" y="63458"/>
                  <a:pt x="197299" y="63436"/>
                </a:cubicBezTo>
                <a:cubicBezTo>
                  <a:pt x="197208" y="63375"/>
                  <a:pt x="196964" y="63223"/>
                  <a:pt x="196934" y="63223"/>
                </a:cubicBezTo>
                <a:cubicBezTo>
                  <a:pt x="196904" y="63223"/>
                  <a:pt x="196448" y="63102"/>
                  <a:pt x="196539" y="63011"/>
                </a:cubicBezTo>
                <a:cubicBezTo>
                  <a:pt x="196647" y="62956"/>
                  <a:pt x="196780" y="62854"/>
                  <a:pt x="196894" y="62854"/>
                </a:cubicBezTo>
                <a:cubicBezTo>
                  <a:pt x="196907" y="62854"/>
                  <a:pt x="196921" y="62855"/>
                  <a:pt x="196934" y="62859"/>
                </a:cubicBezTo>
                <a:cubicBezTo>
                  <a:pt x="197056" y="62859"/>
                  <a:pt x="196660" y="62980"/>
                  <a:pt x="197116" y="63011"/>
                </a:cubicBezTo>
                <a:cubicBezTo>
                  <a:pt x="197176" y="63018"/>
                  <a:pt x="197230" y="63021"/>
                  <a:pt x="197278" y="63021"/>
                </a:cubicBezTo>
                <a:cubicBezTo>
                  <a:pt x="197625" y="63021"/>
                  <a:pt x="197701" y="62851"/>
                  <a:pt x="197755" y="62798"/>
                </a:cubicBezTo>
                <a:cubicBezTo>
                  <a:pt x="197815" y="62707"/>
                  <a:pt x="198028" y="62342"/>
                  <a:pt x="197998" y="62312"/>
                </a:cubicBezTo>
                <a:cubicBezTo>
                  <a:pt x="197967" y="62220"/>
                  <a:pt x="197967" y="62038"/>
                  <a:pt x="197603" y="62038"/>
                </a:cubicBezTo>
                <a:lnTo>
                  <a:pt x="196964" y="62038"/>
                </a:lnTo>
                <a:cubicBezTo>
                  <a:pt x="196904" y="62038"/>
                  <a:pt x="196630" y="61916"/>
                  <a:pt x="196630" y="61916"/>
                </a:cubicBezTo>
                <a:cubicBezTo>
                  <a:pt x="196630" y="61916"/>
                  <a:pt x="196508" y="61764"/>
                  <a:pt x="196691" y="61764"/>
                </a:cubicBezTo>
                <a:cubicBezTo>
                  <a:pt x="196904" y="61734"/>
                  <a:pt x="196995" y="61764"/>
                  <a:pt x="197056" y="61643"/>
                </a:cubicBezTo>
                <a:cubicBezTo>
                  <a:pt x="197056" y="61552"/>
                  <a:pt x="197116" y="61430"/>
                  <a:pt x="197056" y="61400"/>
                </a:cubicBezTo>
                <a:cubicBezTo>
                  <a:pt x="196964" y="61339"/>
                  <a:pt x="196752" y="61308"/>
                  <a:pt x="196752" y="61308"/>
                </a:cubicBezTo>
                <a:lnTo>
                  <a:pt x="196812" y="60944"/>
                </a:lnTo>
                <a:cubicBezTo>
                  <a:pt x="196843" y="60944"/>
                  <a:pt x="196904" y="60974"/>
                  <a:pt x="196964" y="60974"/>
                </a:cubicBezTo>
                <a:cubicBezTo>
                  <a:pt x="197029" y="60986"/>
                  <a:pt x="197091" y="60992"/>
                  <a:pt x="197148" y="60992"/>
                </a:cubicBezTo>
                <a:cubicBezTo>
                  <a:pt x="197388" y="60992"/>
                  <a:pt x="197543" y="60885"/>
                  <a:pt x="197420" y="60640"/>
                </a:cubicBezTo>
                <a:cubicBezTo>
                  <a:pt x="197268" y="60336"/>
                  <a:pt x="197390" y="60336"/>
                  <a:pt x="197208" y="60123"/>
                </a:cubicBezTo>
                <a:cubicBezTo>
                  <a:pt x="196995" y="59971"/>
                  <a:pt x="196752" y="59910"/>
                  <a:pt x="196691" y="59789"/>
                </a:cubicBezTo>
                <a:cubicBezTo>
                  <a:pt x="196660" y="59667"/>
                  <a:pt x="196478" y="59485"/>
                  <a:pt x="196478" y="59272"/>
                </a:cubicBezTo>
                <a:cubicBezTo>
                  <a:pt x="196478" y="59029"/>
                  <a:pt x="196600" y="59029"/>
                  <a:pt x="196600" y="58846"/>
                </a:cubicBezTo>
                <a:cubicBezTo>
                  <a:pt x="196600" y="58664"/>
                  <a:pt x="196843" y="58573"/>
                  <a:pt x="196691" y="58360"/>
                </a:cubicBezTo>
                <a:cubicBezTo>
                  <a:pt x="196539" y="58117"/>
                  <a:pt x="196387" y="57995"/>
                  <a:pt x="196053" y="57904"/>
                </a:cubicBezTo>
                <a:cubicBezTo>
                  <a:pt x="195718" y="57813"/>
                  <a:pt x="195141" y="57843"/>
                  <a:pt x="194837" y="57783"/>
                </a:cubicBezTo>
                <a:cubicBezTo>
                  <a:pt x="194533" y="57691"/>
                  <a:pt x="194046" y="57539"/>
                  <a:pt x="193773" y="57509"/>
                </a:cubicBezTo>
                <a:cubicBezTo>
                  <a:pt x="193499" y="57479"/>
                  <a:pt x="193195" y="57479"/>
                  <a:pt x="193256" y="57387"/>
                </a:cubicBezTo>
                <a:cubicBezTo>
                  <a:pt x="193286" y="57327"/>
                  <a:pt x="193499" y="56932"/>
                  <a:pt x="193742" y="56932"/>
                </a:cubicBezTo>
                <a:cubicBezTo>
                  <a:pt x="193955" y="56932"/>
                  <a:pt x="193955" y="57175"/>
                  <a:pt x="194320" y="57205"/>
                </a:cubicBezTo>
                <a:cubicBezTo>
                  <a:pt x="194372" y="57210"/>
                  <a:pt x="194427" y="57212"/>
                  <a:pt x="194485" y="57212"/>
                </a:cubicBezTo>
                <a:cubicBezTo>
                  <a:pt x="194665" y="57212"/>
                  <a:pt x="194863" y="57194"/>
                  <a:pt x="195018" y="57194"/>
                </a:cubicBezTo>
                <a:cubicBezTo>
                  <a:pt x="195130" y="57194"/>
                  <a:pt x="195219" y="57203"/>
                  <a:pt x="195262" y="57235"/>
                </a:cubicBezTo>
                <a:cubicBezTo>
                  <a:pt x="195384" y="57357"/>
                  <a:pt x="195931" y="57387"/>
                  <a:pt x="195931" y="57387"/>
                </a:cubicBezTo>
                <a:cubicBezTo>
                  <a:pt x="195931" y="57387"/>
                  <a:pt x="195976" y="57404"/>
                  <a:pt x="196017" y="57404"/>
                </a:cubicBezTo>
                <a:cubicBezTo>
                  <a:pt x="196072" y="57404"/>
                  <a:pt x="196122" y="57374"/>
                  <a:pt x="196053" y="57235"/>
                </a:cubicBezTo>
                <a:cubicBezTo>
                  <a:pt x="195931" y="57023"/>
                  <a:pt x="195749" y="56840"/>
                  <a:pt x="195566" y="56628"/>
                </a:cubicBezTo>
                <a:cubicBezTo>
                  <a:pt x="195414" y="56445"/>
                  <a:pt x="195019" y="56293"/>
                  <a:pt x="194928" y="56020"/>
                </a:cubicBezTo>
                <a:cubicBezTo>
                  <a:pt x="194806" y="55776"/>
                  <a:pt x="194685" y="55503"/>
                  <a:pt x="194472" y="55260"/>
                </a:cubicBezTo>
                <a:lnTo>
                  <a:pt x="194350" y="55169"/>
                </a:lnTo>
                <a:lnTo>
                  <a:pt x="194259" y="55077"/>
                </a:lnTo>
                <a:cubicBezTo>
                  <a:pt x="194229" y="55077"/>
                  <a:pt x="194229" y="55047"/>
                  <a:pt x="194229" y="55047"/>
                </a:cubicBezTo>
                <a:cubicBezTo>
                  <a:pt x="194198" y="54956"/>
                  <a:pt x="194168" y="54925"/>
                  <a:pt x="194107" y="54804"/>
                </a:cubicBezTo>
                <a:cubicBezTo>
                  <a:pt x="194107" y="54804"/>
                  <a:pt x="194107" y="54773"/>
                  <a:pt x="194077" y="54773"/>
                </a:cubicBezTo>
                <a:lnTo>
                  <a:pt x="194077" y="54743"/>
                </a:lnTo>
                <a:cubicBezTo>
                  <a:pt x="194077" y="54713"/>
                  <a:pt x="194046" y="54713"/>
                  <a:pt x="194046" y="54652"/>
                </a:cubicBezTo>
                <a:cubicBezTo>
                  <a:pt x="193925" y="54348"/>
                  <a:pt x="193712" y="53801"/>
                  <a:pt x="193651" y="53558"/>
                </a:cubicBezTo>
                <a:cubicBezTo>
                  <a:pt x="193621" y="53345"/>
                  <a:pt x="193621" y="52767"/>
                  <a:pt x="193621" y="52737"/>
                </a:cubicBezTo>
                <a:cubicBezTo>
                  <a:pt x="193651" y="52676"/>
                  <a:pt x="193651" y="52524"/>
                  <a:pt x="193621" y="52463"/>
                </a:cubicBezTo>
                <a:cubicBezTo>
                  <a:pt x="193590" y="52372"/>
                  <a:pt x="193347" y="52220"/>
                  <a:pt x="193317" y="52129"/>
                </a:cubicBezTo>
                <a:cubicBezTo>
                  <a:pt x="193286" y="52007"/>
                  <a:pt x="193195" y="51855"/>
                  <a:pt x="193195" y="51734"/>
                </a:cubicBezTo>
                <a:cubicBezTo>
                  <a:pt x="193256" y="51612"/>
                  <a:pt x="193469" y="51430"/>
                  <a:pt x="193621" y="51096"/>
                </a:cubicBezTo>
                <a:cubicBezTo>
                  <a:pt x="193773" y="50761"/>
                  <a:pt x="193925" y="50609"/>
                  <a:pt x="194016" y="50396"/>
                </a:cubicBezTo>
                <a:cubicBezTo>
                  <a:pt x="194046" y="50214"/>
                  <a:pt x="194107" y="50153"/>
                  <a:pt x="194198" y="50001"/>
                </a:cubicBezTo>
                <a:cubicBezTo>
                  <a:pt x="194259" y="49789"/>
                  <a:pt x="194502" y="49485"/>
                  <a:pt x="194502" y="49485"/>
                </a:cubicBezTo>
                <a:cubicBezTo>
                  <a:pt x="194502" y="49485"/>
                  <a:pt x="194643" y="49423"/>
                  <a:pt x="194773" y="49423"/>
                </a:cubicBezTo>
                <a:cubicBezTo>
                  <a:pt x="194885" y="49423"/>
                  <a:pt x="194989" y="49468"/>
                  <a:pt x="194989" y="49637"/>
                </a:cubicBezTo>
                <a:cubicBezTo>
                  <a:pt x="194989" y="50032"/>
                  <a:pt x="195110" y="49910"/>
                  <a:pt x="194806" y="50336"/>
                </a:cubicBezTo>
                <a:cubicBezTo>
                  <a:pt x="194502" y="50761"/>
                  <a:pt x="194107" y="51065"/>
                  <a:pt x="194107" y="51308"/>
                </a:cubicBezTo>
                <a:cubicBezTo>
                  <a:pt x="194107" y="51551"/>
                  <a:pt x="193955" y="51673"/>
                  <a:pt x="194259" y="51855"/>
                </a:cubicBezTo>
                <a:cubicBezTo>
                  <a:pt x="194533" y="52038"/>
                  <a:pt x="194958" y="52281"/>
                  <a:pt x="195080" y="52585"/>
                </a:cubicBezTo>
                <a:cubicBezTo>
                  <a:pt x="195171" y="52889"/>
                  <a:pt x="195445" y="53102"/>
                  <a:pt x="195141" y="53345"/>
                </a:cubicBezTo>
                <a:cubicBezTo>
                  <a:pt x="194837" y="53558"/>
                  <a:pt x="194624" y="53710"/>
                  <a:pt x="194654" y="53831"/>
                </a:cubicBezTo>
                <a:cubicBezTo>
                  <a:pt x="194685" y="53953"/>
                  <a:pt x="194928" y="54014"/>
                  <a:pt x="195110" y="54196"/>
                </a:cubicBezTo>
                <a:cubicBezTo>
                  <a:pt x="195293" y="54409"/>
                  <a:pt x="195323" y="54561"/>
                  <a:pt x="195445" y="54956"/>
                </a:cubicBezTo>
                <a:cubicBezTo>
                  <a:pt x="195566" y="55381"/>
                  <a:pt x="195566" y="55321"/>
                  <a:pt x="195688" y="55564"/>
                </a:cubicBezTo>
                <a:cubicBezTo>
                  <a:pt x="195746" y="55825"/>
                  <a:pt x="196246" y="56113"/>
                  <a:pt x="196477" y="56113"/>
                </a:cubicBezTo>
                <a:cubicBezTo>
                  <a:pt x="196488" y="56113"/>
                  <a:pt x="196499" y="56112"/>
                  <a:pt x="196508" y="56111"/>
                </a:cubicBezTo>
                <a:cubicBezTo>
                  <a:pt x="196754" y="56084"/>
                  <a:pt x="196901" y="55763"/>
                  <a:pt x="197061" y="55763"/>
                </a:cubicBezTo>
                <a:cubicBezTo>
                  <a:pt x="197079" y="55763"/>
                  <a:pt x="197098" y="55767"/>
                  <a:pt x="197116" y="55776"/>
                </a:cubicBezTo>
                <a:cubicBezTo>
                  <a:pt x="197299" y="55837"/>
                  <a:pt x="197390" y="56020"/>
                  <a:pt x="197512" y="56384"/>
                </a:cubicBezTo>
                <a:cubicBezTo>
                  <a:pt x="197603" y="56719"/>
                  <a:pt x="197815" y="57083"/>
                  <a:pt x="197967" y="57205"/>
                </a:cubicBezTo>
                <a:cubicBezTo>
                  <a:pt x="198119" y="57327"/>
                  <a:pt x="198363" y="57327"/>
                  <a:pt x="198363" y="57327"/>
                </a:cubicBezTo>
                <a:cubicBezTo>
                  <a:pt x="198363" y="57327"/>
                  <a:pt x="198392" y="57209"/>
                  <a:pt x="198461" y="57209"/>
                </a:cubicBezTo>
                <a:cubicBezTo>
                  <a:pt x="198491" y="57209"/>
                  <a:pt x="198529" y="57232"/>
                  <a:pt x="198575" y="57296"/>
                </a:cubicBezTo>
                <a:lnTo>
                  <a:pt x="198606" y="57327"/>
                </a:lnTo>
                <a:cubicBezTo>
                  <a:pt x="198758" y="57479"/>
                  <a:pt x="199122" y="57387"/>
                  <a:pt x="198879" y="57783"/>
                </a:cubicBezTo>
                <a:cubicBezTo>
                  <a:pt x="198606" y="58147"/>
                  <a:pt x="198484" y="58239"/>
                  <a:pt x="198423" y="58451"/>
                </a:cubicBezTo>
                <a:cubicBezTo>
                  <a:pt x="198302" y="58694"/>
                  <a:pt x="198302" y="58816"/>
                  <a:pt x="198302" y="58907"/>
                </a:cubicBezTo>
                <a:cubicBezTo>
                  <a:pt x="198302" y="59059"/>
                  <a:pt x="198332" y="60488"/>
                  <a:pt x="198484" y="60883"/>
                </a:cubicBezTo>
                <a:cubicBezTo>
                  <a:pt x="198636" y="61308"/>
                  <a:pt x="198758" y="61460"/>
                  <a:pt x="198879" y="61582"/>
                </a:cubicBezTo>
                <a:cubicBezTo>
                  <a:pt x="198970" y="61704"/>
                  <a:pt x="199092" y="61856"/>
                  <a:pt x="199092" y="61856"/>
                </a:cubicBezTo>
                <a:cubicBezTo>
                  <a:pt x="199092" y="61856"/>
                  <a:pt x="199122" y="61400"/>
                  <a:pt x="199062" y="61156"/>
                </a:cubicBezTo>
                <a:cubicBezTo>
                  <a:pt x="198940" y="60944"/>
                  <a:pt x="198819" y="60944"/>
                  <a:pt x="198970" y="60366"/>
                </a:cubicBezTo>
                <a:cubicBezTo>
                  <a:pt x="199092" y="59789"/>
                  <a:pt x="199335" y="59302"/>
                  <a:pt x="199518" y="58846"/>
                </a:cubicBezTo>
                <a:cubicBezTo>
                  <a:pt x="199700" y="58421"/>
                  <a:pt x="199852" y="58239"/>
                  <a:pt x="199822" y="57935"/>
                </a:cubicBezTo>
                <a:cubicBezTo>
                  <a:pt x="199822" y="57600"/>
                  <a:pt x="199822" y="57327"/>
                  <a:pt x="199730" y="57144"/>
                </a:cubicBezTo>
                <a:cubicBezTo>
                  <a:pt x="199700" y="56932"/>
                  <a:pt x="199518" y="56780"/>
                  <a:pt x="199700" y="56567"/>
                </a:cubicBezTo>
                <a:cubicBezTo>
                  <a:pt x="199700" y="56536"/>
                  <a:pt x="199730" y="56536"/>
                  <a:pt x="199730" y="56476"/>
                </a:cubicBezTo>
                <a:cubicBezTo>
                  <a:pt x="199882" y="56293"/>
                  <a:pt x="200186" y="56172"/>
                  <a:pt x="200247" y="55928"/>
                </a:cubicBezTo>
                <a:cubicBezTo>
                  <a:pt x="200308" y="55625"/>
                  <a:pt x="200308" y="55321"/>
                  <a:pt x="200278" y="55077"/>
                </a:cubicBezTo>
                <a:cubicBezTo>
                  <a:pt x="200247" y="54865"/>
                  <a:pt x="200338" y="54317"/>
                  <a:pt x="200399" y="54166"/>
                </a:cubicBezTo>
                <a:cubicBezTo>
                  <a:pt x="200399" y="54014"/>
                  <a:pt x="200429" y="53831"/>
                  <a:pt x="200399" y="53679"/>
                </a:cubicBezTo>
                <a:lnTo>
                  <a:pt x="200399" y="53649"/>
                </a:lnTo>
                <a:cubicBezTo>
                  <a:pt x="200338" y="53497"/>
                  <a:pt x="200247" y="53223"/>
                  <a:pt x="200247" y="53223"/>
                </a:cubicBezTo>
                <a:cubicBezTo>
                  <a:pt x="200247" y="53223"/>
                  <a:pt x="200247" y="53193"/>
                  <a:pt x="200034" y="52828"/>
                </a:cubicBezTo>
                <a:cubicBezTo>
                  <a:pt x="199822" y="52463"/>
                  <a:pt x="199487" y="51977"/>
                  <a:pt x="199122" y="51855"/>
                </a:cubicBezTo>
                <a:cubicBezTo>
                  <a:pt x="198788" y="51703"/>
                  <a:pt x="198606" y="51703"/>
                  <a:pt x="198180" y="51278"/>
                </a:cubicBezTo>
                <a:cubicBezTo>
                  <a:pt x="197755" y="50913"/>
                  <a:pt x="197603" y="50609"/>
                  <a:pt x="197360" y="50214"/>
                </a:cubicBezTo>
                <a:cubicBezTo>
                  <a:pt x="197056" y="49880"/>
                  <a:pt x="196630" y="49454"/>
                  <a:pt x="196508" y="49302"/>
                </a:cubicBezTo>
                <a:cubicBezTo>
                  <a:pt x="196387" y="49150"/>
                  <a:pt x="196235" y="48937"/>
                  <a:pt x="196204" y="48816"/>
                </a:cubicBezTo>
                <a:lnTo>
                  <a:pt x="196204" y="48634"/>
                </a:lnTo>
                <a:lnTo>
                  <a:pt x="196204" y="48421"/>
                </a:lnTo>
                <a:cubicBezTo>
                  <a:pt x="196204" y="48421"/>
                  <a:pt x="196220" y="48419"/>
                  <a:pt x="196245" y="48419"/>
                </a:cubicBezTo>
                <a:cubicBezTo>
                  <a:pt x="196320" y="48419"/>
                  <a:pt x="196486" y="48436"/>
                  <a:pt x="196600" y="48573"/>
                </a:cubicBezTo>
                <a:cubicBezTo>
                  <a:pt x="196752" y="48785"/>
                  <a:pt x="196812" y="49029"/>
                  <a:pt x="197238" y="49393"/>
                </a:cubicBezTo>
                <a:lnTo>
                  <a:pt x="197268" y="49424"/>
                </a:lnTo>
                <a:cubicBezTo>
                  <a:pt x="197299" y="49454"/>
                  <a:pt x="197360" y="49454"/>
                  <a:pt x="197360" y="49485"/>
                </a:cubicBezTo>
                <a:lnTo>
                  <a:pt x="197390" y="49545"/>
                </a:lnTo>
                <a:cubicBezTo>
                  <a:pt x="197420" y="49576"/>
                  <a:pt x="197451" y="49576"/>
                  <a:pt x="197451" y="49606"/>
                </a:cubicBezTo>
                <a:cubicBezTo>
                  <a:pt x="197512" y="49637"/>
                  <a:pt x="197542" y="49637"/>
                  <a:pt x="197542" y="49697"/>
                </a:cubicBezTo>
                <a:lnTo>
                  <a:pt x="197572" y="49728"/>
                </a:lnTo>
                <a:cubicBezTo>
                  <a:pt x="197572" y="49728"/>
                  <a:pt x="197603" y="49728"/>
                  <a:pt x="197603" y="49758"/>
                </a:cubicBezTo>
                <a:cubicBezTo>
                  <a:pt x="197603" y="49758"/>
                  <a:pt x="197663" y="49758"/>
                  <a:pt x="197663" y="49789"/>
                </a:cubicBezTo>
                <a:cubicBezTo>
                  <a:pt x="197724" y="49849"/>
                  <a:pt x="197815" y="49880"/>
                  <a:pt x="197907" y="49880"/>
                </a:cubicBezTo>
                <a:cubicBezTo>
                  <a:pt x="198209" y="49930"/>
                  <a:pt x="198219" y="50085"/>
                  <a:pt x="198524" y="50085"/>
                </a:cubicBezTo>
                <a:cubicBezTo>
                  <a:pt x="198587" y="50085"/>
                  <a:pt x="198663" y="50078"/>
                  <a:pt x="198758" y="50062"/>
                </a:cubicBezTo>
                <a:cubicBezTo>
                  <a:pt x="199151" y="50013"/>
                  <a:pt x="199306" y="49924"/>
                  <a:pt x="199415" y="49924"/>
                </a:cubicBezTo>
                <a:cubicBezTo>
                  <a:pt x="199441" y="49924"/>
                  <a:pt x="199464" y="49929"/>
                  <a:pt x="199487" y="49941"/>
                </a:cubicBezTo>
                <a:cubicBezTo>
                  <a:pt x="199578" y="50032"/>
                  <a:pt x="199700" y="50336"/>
                  <a:pt x="199730" y="50488"/>
                </a:cubicBezTo>
                <a:cubicBezTo>
                  <a:pt x="199791" y="50640"/>
                  <a:pt x="199730" y="51065"/>
                  <a:pt x="199730" y="51065"/>
                </a:cubicBezTo>
                <a:lnTo>
                  <a:pt x="200156" y="51065"/>
                </a:lnTo>
                <a:cubicBezTo>
                  <a:pt x="200156" y="51065"/>
                  <a:pt x="200460" y="50913"/>
                  <a:pt x="200399" y="50488"/>
                </a:cubicBezTo>
                <a:cubicBezTo>
                  <a:pt x="200278" y="50032"/>
                  <a:pt x="200095" y="49849"/>
                  <a:pt x="200308" y="49393"/>
                </a:cubicBezTo>
                <a:cubicBezTo>
                  <a:pt x="200551" y="48937"/>
                  <a:pt x="201007" y="47934"/>
                  <a:pt x="201007" y="47934"/>
                </a:cubicBezTo>
                <a:cubicBezTo>
                  <a:pt x="201007" y="47934"/>
                  <a:pt x="201493" y="46688"/>
                  <a:pt x="201524" y="46445"/>
                </a:cubicBezTo>
                <a:cubicBezTo>
                  <a:pt x="201615" y="46232"/>
                  <a:pt x="201645" y="45898"/>
                  <a:pt x="201554" y="45442"/>
                </a:cubicBezTo>
                <a:cubicBezTo>
                  <a:pt x="201493" y="44986"/>
                  <a:pt x="201493" y="44682"/>
                  <a:pt x="201463" y="44530"/>
                </a:cubicBezTo>
                <a:cubicBezTo>
                  <a:pt x="201402" y="44378"/>
                  <a:pt x="201220" y="44135"/>
                  <a:pt x="201189" y="43861"/>
                </a:cubicBezTo>
                <a:cubicBezTo>
                  <a:pt x="201159" y="43649"/>
                  <a:pt x="201189" y="42950"/>
                  <a:pt x="201037" y="42889"/>
                </a:cubicBezTo>
                <a:cubicBezTo>
                  <a:pt x="200885" y="42767"/>
                  <a:pt x="200794" y="42767"/>
                  <a:pt x="200764" y="42706"/>
                </a:cubicBezTo>
                <a:cubicBezTo>
                  <a:pt x="200733" y="42615"/>
                  <a:pt x="200642" y="42190"/>
                  <a:pt x="200581" y="42159"/>
                </a:cubicBezTo>
                <a:cubicBezTo>
                  <a:pt x="200490" y="42129"/>
                  <a:pt x="200429" y="42129"/>
                  <a:pt x="200338" y="42129"/>
                </a:cubicBezTo>
                <a:cubicBezTo>
                  <a:pt x="200278" y="42129"/>
                  <a:pt x="199974" y="42342"/>
                  <a:pt x="199822" y="42342"/>
                </a:cubicBezTo>
                <a:cubicBezTo>
                  <a:pt x="199710" y="42386"/>
                  <a:pt x="199615" y="42414"/>
                  <a:pt x="199572" y="42414"/>
                </a:cubicBezTo>
                <a:cubicBezTo>
                  <a:pt x="199557" y="42414"/>
                  <a:pt x="199548" y="42411"/>
                  <a:pt x="199548" y="42402"/>
                </a:cubicBezTo>
                <a:cubicBezTo>
                  <a:pt x="199548" y="42342"/>
                  <a:pt x="199548" y="42007"/>
                  <a:pt x="199578" y="41946"/>
                </a:cubicBezTo>
                <a:cubicBezTo>
                  <a:pt x="199639" y="41886"/>
                  <a:pt x="199852" y="41643"/>
                  <a:pt x="199943" y="41643"/>
                </a:cubicBezTo>
                <a:cubicBezTo>
                  <a:pt x="200004" y="41643"/>
                  <a:pt x="200946" y="41491"/>
                  <a:pt x="200946" y="41491"/>
                </a:cubicBezTo>
                <a:cubicBezTo>
                  <a:pt x="200946" y="41491"/>
                  <a:pt x="201767" y="41095"/>
                  <a:pt x="202101" y="40974"/>
                </a:cubicBezTo>
                <a:cubicBezTo>
                  <a:pt x="202223" y="40943"/>
                  <a:pt x="202375" y="40883"/>
                  <a:pt x="202466" y="40761"/>
                </a:cubicBezTo>
                <a:cubicBezTo>
                  <a:pt x="202527" y="40731"/>
                  <a:pt x="202557" y="40731"/>
                  <a:pt x="202588" y="40670"/>
                </a:cubicBezTo>
                <a:cubicBezTo>
                  <a:pt x="202618" y="40639"/>
                  <a:pt x="202679" y="40639"/>
                  <a:pt x="202709" y="40609"/>
                </a:cubicBezTo>
                <a:cubicBezTo>
                  <a:pt x="202740" y="40579"/>
                  <a:pt x="202770" y="40579"/>
                  <a:pt x="202831" y="40518"/>
                </a:cubicBezTo>
                <a:cubicBezTo>
                  <a:pt x="202861" y="40488"/>
                  <a:pt x="202892" y="40488"/>
                  <a:pt x="202892" y="40457"/>
                </a:cubicBezTo>
                <a:lnTo>
                  <a:pt x="203165" y="40184"/>
                </a:lnTo>
                <a:cubicBezTo>
                  <a:pt x="203378" y="39971"/>
                  <a:pt x="203895" y="39454"/>
                  <a:pt x="204138" y="39302"/>
                </a:cubicBezTo>
                <a:cubicBezTo>
                  <a:pt x="204411" y="39150"/>
                  <a:pt x="205445" y="38208"/>
                  <a:pt x="205445" y="38208"/>
                </a:cubicBezTo>
                <a:cubicBezTo>
                  <a:pt x="205445" y="38208"/>
                  <a:pt x="206205" y="37296"/>
                  <a:pt x="206509" y="37022"/>
                </a:cubicBezTo>
                <a:cubicBezTo>
                  <a:pt x="206813" y="36810"/>
                  <a:pt x="207269" y="36414"/>
                  <a:pt x="207269" y="36323"/>
                </a:cubicBezTo>
                <a:cubicBezTo>
                  <a:pt x="207269" y="36202"/>
                  <a:pt x="207238" y="35898"/>
                  <a:pt x="207238" y="35898"/>
                </a:cubicBezTo>
                <a:cubicBezTo>
                  <a:pt x="207238" y="35898"/>
                  <a:pt x="207238" y="35896"/>
                  <a:pt x="207235" y="35896"/>
                </a:cubicBezTo>
                <a:cubicBezTo>
                  <a:pt x="207223" y="35896"/>
                  <a:pt x="207171" y="35915"/>
                  <a:pt x="206934" y="36080"/>
                </a:cubicBezTo>
                <a:cubicBezTo>
                  <a:pt x="206661" y="36323"/>
                  <a:pt x="206782" y="36232"/>
                  <a:pt x="206478" y="36414"/>
                </a:cubicBezTo>
                <a:cubicBezTo>
                  <a:pt x="206174" y="36627"/>
                  <a:pt x="205718" y="36810"/>
                  <a:pt x="205597" y="36962"/>
                </a:cubicBezTo>
                <a:cubicBezTo>
                  <a:pt x="205475" y="37114"/>
                  <a:pt x="205445" y="37326"/>
                  <a:pt x="205293" y="37418"/>
                </a:cubicBezTo>
                <a:cubicBezTo>
                  <a:pt x="205220" y="37447"/>
                  <a:pt x="205105" y="37490"/>
                  <a:pt x="205025" y="37490"/>
                </a:cubicBezTo>
                <a:cubicBezTo>
                  <a:pt x="204939" y="37490"/>
                  <a:pt x="204894" y="37439"/>
                  <a:pt x="204989" y="37266"/>
                </a:cubicBezTo>
                <a:cubicBezTo>
                  <a:pt x="205171" y="36931"/>
                  <a:pt x="205262" y="36870"/>
                  <a:pt x="205354" y="36688"/>
                </a:cubicBezTo>
                <a:cubicBezTo>
                  <a:pt x="205475" y="36475"/>
                  <a:pt x="205506" y="36171"/>
                  <a:pt x="205506" y="36171"/>
                </a:cubicBezTo>
                <a:cubicBezTo>
                  <a:pt x="205506" y="36171"/>
                  <a:pt x="205473" y="36056"/>
                  <a:pt x="205394" y="36056"/>
                </a:cubicBezTo>
                <a:cubicBezTo>
                  <a:pt x="205366" y="36056"/>
                  <a:pt x="205333" y="36071"/>
                  <a:pt x="205293" y="36111"/>
                </a:cubicBezTo>
                <a:cubicBezTo>
                  <a:pt x="205141" y="36323"/>
                  <a:pt x="204989" y="36414"/>
                  <a:pt x="204867" y="36658"/>
                </a:cubicBezTo>
                <a:cubicBezTo>
                  <a:pt x="204746" y="36870"/>
                  <a:pt x="204837" y="36870"/>
                  <a:pt x="204594" y="37144"/>
                </a:cubicBezTo>
                <a:cubicBezTo>
                  <a:pt x="204381" y="37418"/>
                  <a:pt x="204594" y="37418"/>
                  <a:pt x="204077" y="37691"/>
                </a:cubicBezTo>
                <a:cubicBezTo>
                  <a:pt x="203591" y="37934"/>
                  <a:pt x="202162" y="38968"/>
                  <a:pt x="202101" y="39120"/>
                </a:cubicBezTo>
                <a:lnTo>
                  <a:pt x="201980" y="39241"/>
                </a:lnTo>
                <a:cubicBezTo>
                  <a:pt x="201980" y="39241"/>
                  <a:pt x="201949" y="39272"/>
                  <a:pt x="201919" y="39272"/>
                </a:cubicBezTo>
                <a:lnTo>
                  <a:pt x="201828" y="39363"/>
                </a:lnTo>
                <a:cubicBezTo>
                  <a:pt x="201767" y="39393"/>
                  <a:pt x="201676" y="39454"/>
                  <a:pt x="201615" y="39515"/>
                </a:cubicBezTo>
                <a:cubicBezTo>
                  <a:pt x="201524" y="39545"/>
                  <a:pt x="201463" y="39606"/>
                  <a:pt x="201372" y="39667"/>
                </a:cubicBezTo>
                <a:cubicBezTo>
                  <a:pt x="201341" y="39697"/>
                  <a:pt x="201250" y="39728"/>
                  <a:pt x="201220" y="39728"/>
                </a:cubicBezTo>
                <a:cubicBezTo>
                  <a:pt x="201189" y="39758"/>
                  <a:pt x="201189" y="39758"/>
                  <a:pt x="201159" y="39758"/>
                </a:cubicBezTo>
                <a:cubicBezTo>
                  <a:pt x="201037" y="39849"/>
                  <a:pt x="200946" y="39910"/>
                  <a:pt x="200916" y="39971"/>
                </a:cubicBezTo>
                <a:cubicBezTo>
                  <a:pt x="200804" y="40082"/>
                  <a:pt x="200693" y="40210"/>
                  <a:pt x="200593" y="40210"/>
                </a:cubicBezTo>
                <a:cubicBezTo>
                  <a:pt x="200557" y="40210"/>
                  <a:pt x="200523" y="40194"/>
                  <a:pt x="200490" y="40153"/>
                </a:cubicBezTo>
                <a:cubicBezTo>
                  <a:pt x="200399" y="40032"/>
                  <a:pt x="200186" y="40062"/>
                  <a:pt x="200278" y="39758"/>
                </a:cubicBezTo>
                <a:cubicBezTo>
                  <a:pt x="200338" y="39515"/>
                  <a:pt x="200733" y="38968"/>
                  <a:pt x="200764" y="38907"/>
                </a:cubicBezTo>
                <a:cubicBezTo>
                  <a:pt x="200794" y="38816"/>
                  <a:pt x="200733" y="38968"/>
                  <a:pt x="201037" y="38664"/>
                </a:cubicBezTo>
                <a:cubicBezTo>
                  <a:pt x="201341" y="38360"/>
                  <a:pt x="201220" y="38481"/>
                  <a:pt x="201645" y="38086"/>
                </a:cubicBezTo>
                <a:cubicBezTo>
                  <a:pt x="202071" y="37722"/>
                  <a:pt x="202405" y="37326"/>
                  <a:pt x="202557" y="37022"/>
                </a:cubicBezTo>
                <a:cubicBezTo>
                  <a:pt x="202588" y="36962"/>
                  <a:pt x="202618" y="36931"/>
                  <a:pt x="202709" y="36840"/>
                </a:cubicBezTo>
                <a:cubicBezTo>
                  <a:pt x="202709" y="36810"/>
                  <a:pt x="202740" y="36810"/>
                  <a:pt x="202740" y="36779"/>
                </a:cubicBezTo>
                <a:lnTo>
                  <a:pt x="202861" y="36658"/>
                </a:lnTo>
                <a:lnTo>
                  <a:pt x="202892" y="36627"/>
                </a:lnTo>
                <a:lnTo>
                  <a:pt x="203074" y="36414"/>
                </a:lnTo>
                <a:lnTo>
                  <a:pt x="203165" y="36414"/>
                </a:lnTo>
                <a:cubicBezTo>
                  <a:pt x="203287" y="36384"/>
                  <a:pt x="203591" y="36354"/>
                  <a:pt x="204107" y="36080"/>
                </a:cubicBezTo>
                <a:lnTo>
                  <a:pt x="204715" y="35776"/>
                </a:lnTo>
                <a:lnTo>
                  <a:pt x="205019" y="35563"/>
                </a:lnTo>
                <a:cubicBezTo>
                  <a:pt x="205171" y="35442"/>
                  <a:pt x="205718" y="35168"/>
                  <a:pt x="205901" y="35138"/>
                </a:cubicBezTo>
                <a:cubicBezTo>
                  <a:pt x="206113" y="35107"/>
                  <a:pt x="206478" y="34895"/>
                  <a:pt x="206509" y="34864"/>
                </a:cubicBezTo>
                <a:cubicBezTo>
                  <a:pt x="206539" y="34864"/>
                  <a:pt x="206630" y="34834"/>
                  <a:pt x="206691" y="34743"/>
                </a:cubicBezTo>
                <a:cubicBezTo>
                  <a:pt x="206813" y="34712"/>
                  <a:pt x="206934" y="34652"/>
                  <a:pt x="207025" y="34591"/>
                </a:cubicBezTo>
                <a:cubicBezTo>
                  <a:pt x="207086" y="34591"/>
                  <a:pt x="207086" y="34560"/>
                  <a:pt x="207117" y="34560"/>
                </a:cubicBezTo>
                <a:cubicBezTo>
                  <a:pt x="207238" y="34500"/>
                  <a:pt x="207421" y="34378"/>
                  <a:pt x="207572" y="34256"/>
                </a:cubicBezTo>
                <a:cubicBezTo>
                  <a:pt x="207724" y="34135"/>
                  <a:pt x="207846" y="34074"/>
                  <a:pt x="207846" y="34044"/>
                </a:cubicBezTo>
                <a:cubicBezTo>
                  <a:pt x="207876" y="33952"/>
                  <a:pt x="208028" y="33679"/>
                  <a:pt x="208059" y="33527"/>
                </a:cubicBezTo>
                <a:cubicBezTo>
                  <a:pt x="208059" y="33375"/>
                  <a:pt x="207998" y="32402"/>
                  <a:pt x="207998" y="32402"/>
                </a:cubicBezTo>
                <a:cubicBezTo>
                  <a:pt x="207998" y="32402"/>
                  <a:pt x="208118" y="32351"/>
                  <a:pt x="208190" y="32351"/>
                </a:cubicBezTo>
                <a:cubicBezTo>
                  <a:pt x="208215" y="32351"/>
                  <a:pt x="208234" y="32357"/>
                  <a:pt x="208241" y="32372"/>
                </a:cubicBezTo>
                <a:cubicBezTo>
                  <a:pt x="208302" y="32402"/>
                  <a:pt x="208302" y="32980"/>
                  <a:pt x="208332" y="33071"/>
                </a:cubicBezTo>
                <a:cubicBezTo>
                  <a:pt x="208393" y="33223"/>
                  <a:pt x="208606" y="33436"/>
                  <a:pt x="208667" y="33436"/>
                </a:cubicBezTo>
                <a:cubicBezTo>
                  <a:pt x="208788" y="33436"/>
                  <a:pt x="208940" y="33223"/>
                  <a:pt x="208940" y="33223"/>
                </a:cubicBezTo>
                <a:cubicBezTo>
                  <a:pt x="208940" y="33223"/>
                  <a:pt x="208758" y="33071"/>
                  <a:pt x="208910" y="32919"/>
                </a:cubicBezTo>
                <a:cubicBezTo>
                  <a:pt x="209092" y="32828"/>
                  <a:pt x="209244" y="32767"/>
                  <a:pt x="209305" y="32706"/>
                </a:cubicBezTo>
                <a:cubicBezTo>
                  <a:pt x="209396" y="32615"/>
                  <a:pt x="209579" y="32585"/>
                  <a:pt x="209670" y="32463"/>
                </a:cubicBezTo>
                <a:lnTo>
                  <a:pt x="209700" y="32433"/>
                </a:lnTo>
                <a:cubicBezTo>
                  <a:pt x="209700" y="32402"/>
                  <a:pt x="209731" y="32402"/>
                  <a:pt x="209761" y="32372"/>
                </a:cubicBezTo>
                <a:lnTo>
                  <a:pt x="209852" y="32372"/>
                </a:lnTo>
                <a:cubicBezTo>
                  <a:pt x="209852" y="32372"/>
                  <a:pt x="209883" y="32372"/>
                  <a:pt x="209883" y="32311"/>
                </a:cubicBezTo>
                <a:cubicBezTo>
                  <a:pt x="209913" y="32311"/>
                  <a:pt x="209913" y="32281"/>
                  <a:pt x="209974" y="32281"/>
                </a:cubicBezTo>
                <a:cubicBezTo>
                  <a:pt x="210035" y="32250"/>
                  <a:pt x="210065" y="32220"/>
                  <a:pt x="210126" y="32098"/>
                </a:cubicBezTo>
                <a:cubicBezTo>
                  <a:pt x="210156" y="31855"/>
                  <a:pt x="210217" y="31186"/>
                  <a:pt x="210308" y="31156"/>
                </a:cubicBezTo>
                <a:cubicBezTo>
                  <a:pt x="210346" y="31119"/>
                  <a:pt x="210406" y="31046"/>
                  <a:pt x="210454" y="31046"/>
                </a:cubicBezTo>
                <a:cubicBezTo>
                  <a:pt x="210484" y="31046"/>
                  <a:pt x="210509" y="31074"/>
                  <a:pt x="210521" y="31156"/>
                </a:cubicBezTo>
                <a:cubicBezTo>
                  <a:pt x="210582" y="31338"/>
                  <a:pt x="210460" y="31521"/>
                  <a:pt x="210612" y="31673"/>
                </a:cubicBezTo>
                <a:cubicBezTo>
                  <a:pt x="210720" y="31759"/>
                  <a:pt x="210690" y="31845"/>
                  <a:pt x="210750" y="31845"/>
                </a:cubicBezTo>
                <a:cubicBezTo>
                  <a:pt x="210774" y="31845"/>
                  <a:pt x="210814" y="31830"/>
                  <a:pt x="210886" y="31794"/>
                </a:cubicBezTo>
                <a:cubicBezTo>
                  <a:pt x="211129" y="31673"/>
                  <a:pt x="211190" y="31642"/>
                  <a:pt x="211281" y="31460"/>
                </a:cubicBezTo>
                <a:cubicBezTo>
                  <a:pt x="211402" y="31247"/>
                  <a:pt x="211706" y="31004"/>
                  <a:pt x="211858" y="30943"/>
                </a:cubicBezTo>
                <a:cubicBezTo>
                  <a:pt x="212010" y="30913"/>
                  <a:pt x="213013" y="30548"/>
                  <a:pt x="213013" y="30548"/>
                </a:cubicBezTo>
                <a:cubicBezTo>
                  <a:pt x="213013" y="30548"/>
                  <a:pt x="213104" y="30092"/>
                  <a:pt x="213104" y="29849"/>
                </a:cubicBezTo>
                <a:cubicBezTo>
                  <a:pt x="213074" y="29575"/>
                  <a:pt x="212801" y="29272"/>
                  <a:pt x="212618" y="29089"/>
                </a:cubicBezTo>
                <a:cubicBezTo>
                  <a:pt x="212436" y="28907"/>
                  <a:pt x="212253" y="28572"/>
                  <a:pt x="212010" y="28512"/>
                </a:cubicBezTo>
                <a:cubicBezTo>
                  <a:pt x="211904" y="28496"/>
                  <a:pt x="211782" y="28489"/>
                  <a:pt x="211683" y="28489"/>
                </a:cubicBezTo>
                <a:cubicBezTo>
                  <a:pt x="211585" y="28489"/>
                  <a:pt x="211509" y="28496"/>
                  <a:pt x="211494" y="28512"/>
                </a:cubicBezTo>
                <a:cubicBezTo>
                  <a:pt x="211433" y="28572"/>
                  <a:pt x="211402" y="28664"/>
                  <a:pt x="211737" y="28785"/>
                </a:cubicBezTo>
                <a:cubicBezTo>
                  <a:pt x="212101" y="28876"/>
                  <a:pt x="212405" y="29028"/>
                  <a:pt x="212436" y="29180"/>
                </a:cubicBezTo>
                <a:cubicBezTo>
                  <a:pt x="212466" y="29332"/>
                  <a:pt x="212557" y="29393"/>
                  <a:pt x="212436" y="29545"/>
                </a:cubicBezTo>
                <a:cubicBezTo>
                  <a:pt x="212314" y="29697"/>
                  <a:pt x="212405" y="29667"/>
                  <a:pt x="212101" y="29879"/>
                </a:cubicBezTo>
                <a:cubicBezTo>
                  <a:pt x="211820" y="30105"/>
                  <a:pt x="211616" y="30278"/>
                  <a:pt x="211346" y="30278"/>
                </a:cubicBezTo>
                <a:cubicBezTo>
                  <a:pt x="211325" y="30278"/>
                  <a:pt x="211303" y="30277"/>
                  <a:pt x="211281" y="30275"/>
                </a:cubicBezTo>
                <a:cubicBezTo>
                  <a:pt x="211103" y="30275"/>
                  <a:pt x="211019" y="30347"/>
                  <a:pt x="210919" y="30347"/>
                </a:cubicBezTo>
                <a:cubicBezTo>
                  <a:pt x="210848" y="30347"/>
                  <a:pt x="210769" y="30310"/>
                  <a:pt x="210642" y="30183"/>
                </a:cubicBezTo>
                <a:cubicBezTo>
                  <a:pt x="210338" y="29879"/>
                  <a:pt x="210004" y="29575"/>
                  <a:pt x="209883" y="29393"/>
                </a:cubicBezTo>
                <a:cubicBezTo>
                  <a:pt x="209761" y="29211"/>
                  <a:pt x="209396" y="28937"/>
                  <a:pt x="209275" y="28876"/>
                </a:cubicBezTo>
                <a:cubicBezTo>
                  <a:pt x="209153" y="28785"/>
                  <a:pt x="209092" y="28724"/>
                  <a:pt x="208849" y="28664"/>
                </a:cubicBezTo>
                <a:cubicBezTo>
                  <a:pt x="208743" y="28648"/>
                  <a:pt x="208629" y="28648"/>
                  <a:pt x="208522" y="28648"/>
                </a:cubicBezTo>
                <a:cubicBezTo>
                  <a:pt x="208416" y="28648"/>
                  <a:pt x="208317" y="28648"/>
                  <a:pt x="208241" y="28633"/>
                </a:cubicBezTo>
                <a:cubicBezTo>
                  <a:pt x="208216" y="28625"/>
                  <a:pt x="208192" y="28622"/>
                  <a:pt x="208169" y="28622"/>
                </a:cubicBezTo>
                <a:cubicBezTo>
                  <a:pt x="208101" y="28622"/>
                  <a:pt x="208047" y="28650"/>
                  <a:pt x="208015" y="28650"/>
                </a:cubicBezTo>
                <a:cubicBezTo>
                  <a:pt x="207980" y="28650"/>
                  <a:pt x="207971" y="28617"/>
                  <a:pt x="207998" y="28481"/>
                </a:cubicBezTo>
                <a:cubicBezTo>
                  <a:pt x="207998" y="28208"/>
                  <a:pt x="207998" y="27904"/>
                  <a:pt x="208059" y="27813"/>
                </a:cubicBezTo>
                <a:cubicBezTo>
                  <a:pt x="208150" y="27691"/>
                  <a:pt x="208363" y="27387"/>
                  <a:pt x="208363" y="27235"/>
                </a:cubicBezTo>
                <a:cubicBezTo>
                  <a:pt x="208363" y="27083"/>
                  <a:pt x="208606" y="26809"/>
                  <a:pt x="208393" y="26688"/>
                </a:cubicBezTo>
                <a:cubicBezTo>
                  <a:pt x="208211" y="26597"/>
                  <a:pt x="207755" y="26293"/>
                  <a:pt x="207694" y="26171"/>
                </a:cubicBezTo>
                <a:cubicBezTo>
                  <a:pt x="207633" y="26050"/>
                  <a:pt x="207451" y="25837"/>
                  <a:pt x="207421" y="25594"/>
                </a:cubicBezTo>
                <a:lnTo>
                  <a:pt x="207421" y="25533"/>
                </a:lnTo>
                <a:cubicBezTo>
                  <a:pt x="207390" y="25381"/>
                  <a:pt x="207329" y="25259"/>
                  <a:pt x="207299" y="25138"/>
                </a:cubicBezTo>
                <a:cubicBezTo>
                  <a:pt x="207299" y="25077"/>
                  <a:pt x="207299" y="24986"/>
                  <a:pt x="207329" y="24864"/>
                </a:cubicBezTo>
                <a:cubicBezTo>
                  <a:pt x="207390" y="24803"/>
                  <a:pt x="207421" y="24773"/>
                  <a:pt x="207451" y="24682"/>
                </a:cubicBezTo>
                <a:cubicBezTo>
                  <a:pt x="207603" y="24530"/>
                  <a:pt x="207755" y="24469"/>
                  <a:pt x="207724" y="24256"/>
                </a:cubicBezTo>
                <a:cubicBezTo>
                  <a:pt x="207694" y="24013"/>
                  <a:pt x="207481" y="23496"/>
                  <a:pt x="207542" y="23436"/>
                </a:cubicBezTo>
                <a:cubicBezTo>
                  <a:pt x="207542" y="23314"/>
                  <a:pt x="207572" y="23344"/>
                  <a:pt x="207694" y="22888"/>
                </a:cubicBezTo>
                <a:cubicBezTo>
                  <a:pt x="207846" y="22402"/>
                  <a:pt x="207937" y="22037"/>
                  <a:pt x="207937" y="21916"/>
                </a:cubicBezTo>
                <a:cubicBezTo>
                  <a:pt x="207937" y="21825"/>
                  <a:pt x="207907" y="21794"/>
                  <a:pt x="207907" y="21733"/>
                </a:cubicBezTo>
                <a:lnTo>
                  <a:pt x="207907" y="21673"/>
                </a:lnTo>
                <a:cubicBezTo>
                  <a:pt x="207907" y="21642"/>
                  <a:pt x="207937" y="21642"/>
                  <a:pt x="207937" y="21612"/>
                </a:cubicBezTo>
                <a:cubicBezTo>
                  <a:pt x="208059" y="21490"/>
                  <a:pt x="208332" y="21308"/>
                  <a:pt x="208302" y="21217"/>
                </a:cubicBezTo>
                <a:cubicBezTo>
                  <a:pt x="208241" y="21126"/>
                  <a:pt x="208059" y="21065"/>
                  <a:pt x="207937" y="20882"/>
                </a:cubicBezTo>
                <a:cubicBezTo>
                  <a:pt x="207846" y="20700"/>
                  <a:pt x="207572" y="20882"/>
                  <a:pt x="207785" y="20548"/>
                </a:cubicBezTo>
                <a:cubicBezTo>
                  <a:pt x="207998" y="20153"/>
                  <a:pt x="208302" y="19849"/>
                  <a:pt x="208393" y="19758"/>
                </a:cubicBezTo>
                <a:cubicBezTo>
                  <a:pt x="208480" y="19671"/>
                  <a:pt x="208598" y="19522"/>
                  <a:pt x="208692" y="19522"/>
                </a:cubicBezTo>
                <a:cubicBezTo>
                  <a:pt x="208729" y="19522"/>
                  <a:pt x="208762" y="19545"/>
                  <a:pt x="208788" y="19606"/>
                </a:cubicBezTo>
                <a:cubicBezTo>
                  <a:pt x="208849" y="19788"/>
                  <a:pt x="209092" y="20001"/>
                  <a:pt x="209123" y="20001"/>
                </a:cubicBezTo>
                <a:cubicBezTo>
                  <a:pt x="209153" y="20001"/>
                  <a:pt x="209275" y="19970"/>
                  <a:pt x="209244" y="19636"/>
                </a:cubicBezTo>
                <a:cubicBezTo>
                  <a:pt x="209214" y="19332"/>
                  <a:pt x="209123" y="19302"/>
                  <a:pt x="209427" y="19150"/>
                </a:cubicBezTo>
                <a:cubicBezTo>
                  <a:pt x="209700" y="18998"/>
                  <a:pt x="209852" y="18937"/>
                  <a:pt x="210035" y="18785"/>
                </a:cubicBezTo>
                <a:cubicBezTo>
                  <a:pt x="210217" y="18633"/>
                  <a:pt x="210369" y="18542"/>
                  <a:pt x="210369" y="18329"/>
                </a:cubicBezTo>
                <a:cubicBezTo>
                  <a:pt x="210369" y="18147"/>
                  <a:pt x="210430" y="18086"/>
                  <a:pt x="210460" y="18086"/>
                </a:cubicBezTo>
                <a:cubicBezTo>
                  <a:pt x="210490" y="18086"/>
                  <a:pt x="211098" y="17843"/>
                  <a:pt x="211098" y="17721"/>
                </a:cubicBezTo>
                <a:cubicBezTo>
                  <a:pt x="211098" y="17630"/>
                  <a:pt x="211129" y="17478"/>
                  <a:pt x="211190" y="17265"/>
                </a:cubicBezTo>
                <a:cubicBezTo>
                  <a:pt x="211220" y="17083"/>
                  <a:pt x="211250" y="17022"/>
                  <a:pt x="211220" y="16931"/>
                </a:cubicBezTo>
                <a:cubicBezTo>
                  <a:pt x="211190" y="16870"/>
                  <a:pt x="210946" y="16961"/>
                  <a:pt x="211129" y="16627"/>
                </a:cubicBezTo>
                <a:cubicBezTo>
                  <a:pt x="211342" y="16293"/>
                  <a:pt x="211494" y="16262"/>
                  <a:pt x="211524" y="15989"/>
                </a:cubicBezTo>
                <a:cubicBezTo>
                  <a:pt x="211551" y="15741"/>
                  <a:pt x="211529" y="15494"/>
                  <a:pt x="211615" y="15494"/>
                </a:cubicBezTo>
                <a:cubicBezTo>
                  <a:pt x="211624" y="15494"/>
                  <a:pt x="211634" y="15497"/>
                  <a:pt x="211646" y="15502"/>
                </a:cubicBezTo>
                <a:cubicBezTo>
                  <a:pt x="211719" y="15527"/>
                  <a:pt x="211714" y="15727"/>
                  <a:pt x="211850" y="15727"/>
                </a:cubicBezTo>
                <a:cubicBezTo>
                  <a:pt x="211883" y="15727"/>
                  <a:pt x="211926" y="15715"/>
                  <a:pt x="211980" y="15685"/>
                </a:cubicBezTo>
                <a:cubicBezTo>
                  <a:pt x="212253" y="15533"/>
                  <a:pt x="212284" y="15502"/>
                  <a:pt x="212436" y="15229"/>
                </a:cubicBezTo>
                <a:cubicBezTo>
                  <a:pt x="212588" y="14955"/>
                  <a:pt x="212709" y="14773"/>
                  <a:pt x="212770" y="14499"/>
                </a:cubicBezTo>
                <a:cubicBezTo>
                  <a:pt x="212861" y="14226"/>
                  <a:pt x="212770" y="14135"/>
                  <a:pt x="213074" y="13983"/>
                </a:cubicBezTo>
                <a:cubicBezTo>
                  <a:pt x="213330" y="13880"/>
                  <a:pt x="213587" y="13756"/>
                  <a:pt x="213734" y="13756"/>
                </a:cubicBezTo>
                <a:cubicBezTo>
                  <a:pt x="213761" y="13756"/>
                  <a:pt x="213785" y="13760"/>
                  <a:pt x="213804" y="13770"/>
                </a:cubicBezTo>
                <a:cubicBezTo>
                  <a:pt x="213925" y="13861"/>
                  <a:pt x="213864" y="14013"/>
                  <a:pt x="214077" y="14043"/>
                </a:cubicBezTo>
                <a:cubicBezTo>
                  <a:pt x="214177" y="14093"/>
                  <a:pt x="214259" y="14143"/>
                  <a:pt x="214322" y="14143"/>
                </a:cubicBezTo>
                <a:cubicBezTo>
                  <a:pt x="214374" y="14143"/>
                  <a:pt x="214414" y="14109"/>
                  <a:pt x="214442" y="14013"/>
                </a:cubicBezTo>
                <a:cubicBezTo>
                  <a:pt x="214472" y="13831"/>
                  <a:pt x="214563" y="13466"/>
                  <a:pt x="214594" y="13375"/>
                </a:cubicBezTo>
                <a:cubicBezTo>
                  <a:pt x="214624" y="13283"/>
                  <a:pt x="214898" y="12858"/>
                  <a:pt x="214898" y="12858"/>
                </a:cubicBezTo>
                <a:cubicBezTo>
                  <a:pt x="214898" y="12858"/>
                  <a:pt x="215384" y="12524"/>
                  <a:pt x="215506" y="12341"/>
                </a:cubicBezTo>
                <a:cubicBezTo>
                  <a:pt x="215627" y="12189"/>
                  <a:pt x="216205" y="11612"/>
                  <a:pt x="216235" y="11551"/>
                </a:cubicBezTo>
                <a:cubicBezTo>
                  <a:pt x="216266" y="11460"/>
                  <a:pt x="216296" y="11399"/>
                  <a:pt x="216539" y="11277"/>
                </a:cubicBezTo>
                <a:cubicBezTo>
                  <a:pt x="216722" y="11125"/>
                  <a:pt x="217178" y="11125"/>
                  <a:pt x="217178" y="10973"/>
                </a:cubicBezTo>
                <a:cubicBezTo>
                  <a:pt x="217219" y="11015"/>
                  <a:pt x="217246" y="11031"/>
                  <a:pt x="217261" y="11031"/>
                </a:cubicBezTo>
                <a:cubicBezTo>
                  <a:pt x="217314" y="11031"/>
                  <a:pt x="217228" y="10838"/>
                  <a:pt x="217086" y="10791"/>
                </a:cubicBezTo>
                <a:cubicBezTo>
                  <a:pt x="216904" y="10700"/>
                  <a:pt x="217026" y="10700"/>
                  <a:pt x="216722" y="10669"/>
                </a:cubicBezTo>
                <a:cubicBezTo>
                  <a:pt x="216418" y="10639"/>
                  <a:pt x="216296" y="10639"/>
                  <a:pt x="216266" y="10487"/>
                </a:cubicBezTo>
                <a:cubicBezTo>
                  <a:pt x="216235" y="10335"/>
                  <a:pt x="216387" y="10335"/>
                  <a:pt x="216418" y="10153"/>
                </a:cubicBezTo>
                <a:cubicBezTo>
                  <a:pt x="216448" y="9940"/>
                  <a:pt x="216448" y="9727"/>
                  <a:pt x="216326" y="9575"/>
                </a:cubicBezTo>
                <a:cubicBezTo>
                  <a:pt x="216235" y="9423"/>
                  <a:pt x="216022" y="9089"/>
                  <a:pt x="215871" y="8998"/>
                </a:cubicBezTo>
                <a:cubicBezTo>
                  <a:pt x="215735" y="8943"/>
                  <a:pt x="215479" y="8841"/>
                  <a:pt x="215360" y="8841"/>
                </a:cubicBezTo>
                <a:cubicBezTo>
                  <a:pt x="215346" y="8841"/>
                  <a:pt x="215333" y="8842"/>
                  <a:pt x="215323" y="8846"/>
                </a:cubicBezTo>
                <a:cubicBezTo>
                  <a:pt x="215232" y="8876"/>
                  <a:pt x="215263" y="8937"/>
                  <a:pt x="215171" y="9058"/>
                </a:cubicBezTo>
                <a:cubicBezTo>
                  <a:pt x="215050" y="9210"/>
                  <a:pt x="215080" y="9271"/>
                  <a:pt x="214928" y="9302"/>
                </a:cubicBezTo>
                <a:cubicBezTo>
                  <a:pt x="214822" y="9319"/>
                  <a:pt x="214727" y="9429"/>
                  <a:pt x="214659" y="9429"/>
                </a:cubicBezTo>
                <a:cubicBezTo>
                  <a:pt x="214610" y="9429"/>
                  <a:pt x="214576" y="9372"/>
                  <a:pt x="214563" y="9180"/>
                </a:cubicBezTo>
                <a:cubicBezTo>
                  <a:pt x="214472" y="8724"/>
                  <a:pt x="214563" y="8694"/>
                  <a:pt x="214412" y="8542"/>
                </a:cubicBezTo>
                <a:cubicBezTo>
                  <a:pt x="214260" y="8390"/>
                  <a:pt x="214138" y="8268"/>
                  <a:pt x="214138" y="7964"/>
                </a:cubicBezTo>
                <a:cubicBezTo>
                  <a:pt x="214108" y="7660"/>
                  <a:pt x="214016" y="7356"/>
                  <a:pt x="213895" y="7326"/>
                </a:cubicBezTo>
                <a:cubicBezTo>
                  <a:pt x="213858" y="7307"/>
                  <a:pt x="213798" y="7278"/>
                  <a:pt x="213683" y="7278"/>
                </a:cubicBezTo>
                <a:cubicBezTo>
                  <a:pt x="213608" y="7278"/>
                  <a:pt x="213509" y="7290"/>
                  <a:pt x="213378" y="7326"/>
                </a:cubicBezTo>
                <a:cubicBezTo>
                  <a:pt x="213116" y="7374"/>
                  <a:pt x="212891" y="7515"/>
                  <a:pt x="212718" y="7515"/>
                </a:cubicBezTo>
                <a:cubicBezTo>
                  <a:pt x="212671" y="7515"/>
                  <a:pt x="212627" y="7504"/>
                  <a:pt x="212588" y="7478"/>
                </a:cubicBezTo>
                <a:cubicBezTo>
                  <a:pt x="212375" y="7356"/>
                  <a:pt x="212193" y="7083"/>
                  <a:pt x="212162" y="6992"/>
                </a:cubicBezTo>
                <a:cubicBezTo>
                  <a:pt x="212132" y="6840"/>
                  <a:pt x="211980" y="6141"/>
                  <a:pt x="211676" y="5563"/>
                </a:cubicBezTo>
                <a:cubicBezTo>
                  <a:pt x="211402" y="5016"/>
                  <a:pt x="211159" y="4499"/>
                  <a:pt x="210977" y="4165"/>
                </a:cubicBezTo>
                <a:cubicBezTo>
                  <a:pt x="210794" y="3830"/>
                  <a:pt x="210673" y="3678"/>
                  <a:pt x="210399" y="3101"/>
                </a:cubicBezTo>
                <a:cubicBezTo>
                  <a:pt x="210156" y="2523"/>
                  <a:pt x="209913" y="1916"/>
                  <a:pt x="209852" y="1703"/>
                </a:cubicBezTo>
                <a:cubicBezTo>
                  <a:pt x="209731" y="1429"/>
                  <a:pt x="209761" y="1004"/>
                  <a:pt x="209457" y="912"/>
                </a:cubicBezTo>
                <a:cubicBezTo>
                  <a:pt x="209153" y="791"/>
                  <a:pt x="208545" y="517"/>
                  <a:pt x="208272" y="365"/>
                </a:cubicBezTo>
                <a:cubicBezTo>
                  <a:pt x="207968" y="213"/>
                  <a:pt x="207451" y="1"/>
                  <a:pt x="207451" y="1"/>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93" name="Google Shape;5093;p55"/>
          <p:cNvSpPr txBox="1"/>
          <p:nvPr/>
        </p:nvSpPr>
        <p:spPr>
          <a:xfrm flipH="1">
            <a:off x="1090700" y="3581125"/>
            <a:ext cx="2143200" cy="4500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GB" sz="2400">
                <a:solidFill>
                  <a:schemeClr val="dk1"/>
                </a:solidFill>
                <a:latin typeface="Averia Serif Libre" panose="02000603000000000004"/>
                <a:ea typeface="Averia Serif Libre" panose="02000603000000000004"/>
                <a:cs typeface="Averia Serif Libre" panose="02000603000000000004"/>
                <a:sym typeface="Averia Serif Libre" panose="02000603000000000004"/>
              </a:rPr>
              <a:t>Venus</a:t>
            </a:r>
            <a:endParaRPr sz="2400">
              <a:solidFill>
                <a:schemeClr val="dk1"/>
              </a:solidFill>
              <a:latin typeface="Averia Serif Libre" panose="02000603000000000004"/>
              <a:ea typeface="Averia Serif Libre" panose="02000603000000000004"/>
              <a:cs typeface="Averia Serif Libre" panose="02000603000000000004"/>
              <a:sym typeface="Averia Serif Libre" panose="02000603000000000004"/>
            </a:endParaRPr>
          </a:p>
        </p:txBody>
      </p:sp>
      <p:sp>
        <p:nvSpPr>
          <p:cNvPr id="5094" name="Google Shape;5094;p55"/>
          <p:cNvSpPr txBox="1"/>
          <p:nvPr/>
        </p:nvSpPr>
        <p:spPr>
          <a:xfrm flipH="1">
            <a:off x="6287575" y="3581130"/>
            <a:ext cx="2143200" cy="4500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GB" sz="2400">
                <a:solidFill>
                  <a:schemeClr val="dk1"/>
                </a:solidFill>
                <a:latin typeface="Averia Serif Libre" panose="02000603000000000004"/>
                <a:ea typeface="Averia Serif Libre" panose="02000603000000000004"/>
                <a:cs typeface="Averia Serif Libre" panose="02000603000000000004"/>
                <a:sym typeface="Averia Serif Libre" panose="02000603000000000004"/>
              </a:rPr>
              <a:t>Mars</a:t>
            </a:r>
            <a:endParaRPr sz="2400">
              <a:solidFill>
                <a:schemeClr val="dk1"/>
              </a:solidFill>
              <a:latin typeface="Averia Serif Libre" panose="02000603000000000004"/>
              <a:ea typeface="Averia Serif Libre" panose="02000603000000000004"/>
              <a:cs typeface="Averia Serif Libre" panose="02000603000000000004"/>
              <a:sym typeface="Averia Serif Libre" panose="02000603000000000004"/>
            </a:endParaRPr>
          </a:p>
        </p:txBody>
      </p:sp>
      <p:sp>
        <p:nvSpPr>
          <p:cNvPr id="5095" name="Google Shape;5095;p55"/>
          <p:cNvSpPr txBox="1"/>
          <p:nvPr/>
        </p:nvSpPr>
        <p:spPr>
          <a:xfrm flipH="1">
            <a:off x="3689125" y="3581115"/>
            <a:ext cx="2143200" cy="4500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GB" sz="2400">
                <a:solidFill>
                  <a:schemeClr val="dk1"/>
                </a:solidFill>
                <a:latin typeface="Averia Serif Libre" panose="02000603000000000004"/>
                <a:ea typeface="Averia Serif Libre" panose="02000603000000000004"/>
                <a:cs typeface="Averia Serif Libre" panose="02000603000000000004"/>
                <a:sym typeface="Averia Serif Libre" panose="02000603000000000004"/>
              </a:rPr>
              <a:t>Mercury</a:t>
            </a:r>
            <a:endParaRPr sz="2400">
              <a:solidFill>
                <a:schemeClr val="dk1"/>
              </a:solidFill>
              <a:latin typeface="Averia Serif Libre" panose="02000603000000000004"/>
              <a:ea typeface="Averia Serif Libre" panose="02000603000000000004"/>
              <a:cs typeface="Averia Serif Libre" panose="02000603000000000004"/>
              <a:sym typeface="Averia Serif Libre" panose="02000603000000000004"/>
            </a:endParaRPr>
          </a:p>
        </p:txBody>
      </p:sp>
      <p:sp>
        <p:nvSpPr>
          <p:cNvPr id="5096" name="Google Shape;5096;p55"/>
          <p:cNvSpPr txBox="1"/>
          <p:nvPr>
            <p:ph type="title"/>
          </p:nvPr>
        </p:nvSpPr>
        <p:spPr>
          <a:xfrm>
            <a:off x="713225" y="1128825"/>
            <a:ext cx="2614500" cy="1491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GB"/>
              <a:t>T</a:t>
            </a:r>
            <a:r>
              <a:rPr lang="en-GB"/>
              <a:t>his is</a:t>
            </a:r>
            <a:endParaRPr lang="en-GB"/>
          </a:p>
          <a:p>
            <a:pPr marL="0" lvl="0" indent="0" algn="l" rtl="0">
              <a:spcBef>
                <a:spcPts val="0"/>
              </a:spcBef>
              <a:spcAft>
                <a:spcPts val="0"/>
              </a:spcAft>
              <a:buNone/>
            </a:pPr>
            <a:r>
              <a:rPr lang="en-GB"/>
              <a:t>a</a:t>
            </a:r>
            <a:r>
              <a:rPr lang="en-GB">
                <a:solidFill>
                  <a:srgbClr val="F4C5B1"/>
                </a:solidFill>
              </a:rPr>
              <a:t> </a:t>
            </a:r>
            <a:r>
              <a:rPr lang="en-GB"/>
              <a:t>map</a:t>
            </a:r>
            <a:endParaRPr lang="en-GB"/>
          </a:p>
        </p:txBody>
      </p:sp>
      <p:sp>
        <p:nvSpPr>
          <p:cNvPr id="5097" name="Google Shape;5097;p55"/>
          <p:cNvSpPr txBox="1"/>
          <p:nvPr/>
        </p:nvSpPr>
        <p:spPr>
          <a:xfrm flipH="1">
            <a:off x="1090712" y="3955989"/>
            <a:ext cx="2143200" cy="5718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GB">
                <a:solidFill>
                  <a:schemeClr val="dk1"/>
                </a:solidFill>
                <a:latin typeface="Average Sans" panose="02000503040000020003"/>
                <a:ea typeface="Average Sans" panose="02000503040000020003"/>
                <a:cs typeface="Average Sans" panose="02000503040000020003"/>
                <a:sym typeface="Average Sans" panose="02000503040000020003"/>
              </a:rPr>
              <a:t>Venus is the second planet from the Sun</a:t>
            </a:r>
            <a:endParaRPr>
              <a:solidFill>
                <a:schemeClr val="dk1"/>
              </a:solidFill>
              <a:latin typeface="Average Sans" panose="02000503040000020003"/>
              <a:ea typeface="Average Sans" panose="02000503040000020003"/>
              <a:cs typeface="Average Sans" panose="02000503040000020003"/>
              <a:sym typeface="Average Sans" panose="02000503040000020003"/>
            </a:endParaRPr>
          </a:p>
        </p:txBody>
      </p:sp>
      <p:sp>
        <p:nvSpPr>
          <p:cNvPr id="5098" name="Google Shape;5098;p55"/>
          <p:cNvSpPr txBox="1"/>
          <p:nvPr/>
        </p:nvSpPr>
        <p:spPr>
          <a:xfrm flipH="1">
            <a:off x="6287587" y="3955994"/>
            <a:ext cx="2143200" cy="5718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GB">
                <a:solidFill>
                  <a:schemeClr val="dk1"/>
                </a:solidFill>
                <a:latin typeface="Average Sans" panose="02000503040000020003"/>
                <a:ea typeface="Average Sans" panose="02000503040000020003"/>
                <a:cs typeface="Average Sans" panose="02000503040000020003"/>
                <a:sym typeface="Average Sans" panose="02000503040000020003"/>
              </a:rPr>
              <a:t>Despite being red, Mars is a very cold place</a:t>
            </a:r>
            <a:endParaRPr>
              <a:solidFill>
                <a:schemeClr val="dk1"/>
              </a:solidFill>
              <a:latin typeface="Average Sans" panose="02000503040000020003"/>
              <a:ea typeface="Average Sans" panose="02000503040000020003"/>
              <a:cs typeface="Average Sans" panose="02000503040000020003"/>
              <a:sym typeface="Average Sans" panose="02000503040000020003"/>
            </a:endParaRPr>
          </a:p>
        </p:txBody>
      </p:sp>
      <p:sp>
        <p:nvSpPr>
          <p:cNvPr id="5099" name="Google Shape;5099;p55"/>
          <p:cNvSpPr txBox="1"/>
          <p:nvPr/>
        </p:nvSpPr>
        <p:spPr>
          <a:xfrm flipH="1">
            <a:off x="3689126" y="3955979"/>
            <a:ext cx="2143200" cy="5718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GB">
                <a:solidFill>
                  <a:schemeClr val="dk1"/>
                </a:solidFill>
                <a:latin typeface="Average Sans" panose="02000503040000020003"/>
                <a:ea typeface="Average Sans" panose="02000503040000020003"/>
                <a:cs typeface="Average Sans" panose="02000503040000020003"/>
                <a:sym typeface="Average Sans" panose="02000503040000020003"/>
              </a:rPr>
              <a:t>Mercury is the closest planet to the Sun</a:t>
            </a:r>
            <a:endParaRPr>
              <a:solidFill>
                <a:schemeClr val="dk1"/>
              </a:solidFill>
              <a:latin typeface="Average Sans" panose="02000503040000020003"/>
              <a:ea typeface="Average Sans" panose="02000503040000020003"/>
              <a:cs typeface="Average Sans" panose="02000503040000020003"/>
              <a:sym typeface="Average Sans" panose="02000503040000020003"/>
            </a:endParaRPr>
          </a:p>
        </p:txBody>
      </p:sp>
      <p:sp>
        <p:nvSpPr>
          <p:cNvPr id="5100" name="Google Shape;5100;p55"/>
          <p:cNvSpPr/>
          <p:nvPr/>
        </p:nvSpPr>
        <p:spPr>
          <a:xfrm flipH="1">
            <a:off x="3928949" y="922877"/>
            <a:ext cx="267384" cy="393474"/>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chemeClr val="dk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01" name="Google Shape;5101;p55"/>
          <p:cNvSpPr/>
          <p:nvPr/>
        </p:nvSpPr>
        <p:spPr>
          <a:xfrm flipH="1">
            <a:off x="4967274" y="1036014"/>
            <a:ext cx="267384" cy="393474"/>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chemeClr val="dk2"/>
          </a:solidFill>
          <a:ln w="19050"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02" name="Google Shape;5102;p55"/>
          <p:cNvSpPr/>
          <p:nvPr/>
        </p:nvSpPr>
        <p:spPr>
          <a:xfrm flipH="1">
            <a:off x="5832324" y="1594752"/>
            <a:ext cx="267384" cy="393474"/>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chemeClr val="lt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03" name="Google Shape;5103;p55"/>
          <p:cNvSpPr/>
          <p:nvPr/>
        </p:nvSpPr>
        <p:spPr>
          <a:xfrm>
            <a:off x="713233" y="3581119"/>
            <a:ext cx="267384" cy="393474"/>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chemeClr val="dk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04" name="Google Shape;5104;p55"/>
          <p:cNvSpPr/>
          <p:nvPr/>
        </p:nvSpPr>
        <p:spPr>
          <a:xfrm>
            <a:off x="3327820" y="3535041"/>
            <a:ext cx="267384" cy="393474"/>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05" name="Google Shape;5105;p55"/>
          <p:cNvSpPr/>
          <p:nvPr/>
        </p:nvSpPr>
        <p:spPr>
          <a:xfrm>
            <a:off x="5926258" y="3535039"/>
            <a:ext cx="267384" cy="393474"/>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chemeClr val="lt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06" name="Google Shape;5106;p55"/>
          <p:cNvSpPr/>
          <p:nvPr/>
        </p:nvSpPr>
        <p:spPr>
          <a:xfrm>
            <a:off x="7973991" y="1569365"/>
            <a:ext cx="446656" cy="67265"/>
          </a:xfrm>
          <a:custGeom>
            <a:avLst/>
            <a:gdLst/>
            <a:ahLst/>
            <a:cxnLst/>
            <a:rect l="l" t="t" r="r" b="b"/>
            <a:pathLst>
              <a:path w="21116" h="3180" extrusionOk="0">
                <a:moveTo>
                  <a:pt x="10841" y="1"/>
                </a:moveTo>
                <a:cubicBezTo>
                  <a:pt x="10675" y="201"/>
                  <a:pt x="10474" y="468"/>
                  <a:pt x="10241" y="701"/>
                </a:cubicBezTo>
                <a:cubicBezTo>
                  <a:pt x="10141" y="835"/>
                  <a:pt x="10041" y="968"/>
                  <a:pt x="9907" y="1068"/>
                </a:cubicBezTo>
                <a:lnTo>
                  <a:pt x="9874" y="1135"/>
                </a:lnTo>
                <a:lnTo>
                  <a:pt x="9841" y="1168"/>
                </a:lnTo>
                <a:lnTo>
                  <a:pt x="9741" y="1268"/>
                </a:lnTo>
                <a:cubicBezTo>
                  <a:pt x="9540" y="1468"/>
                  <a:pt x="9307" y="1635"/>
                  <a:pt x="9040" y="1769"/>
                </a:cubicBezTo>
                <a:cubicBezTo>
                  <a:pt x="8572" y="2003"/>
                  <a:pt x="8053" y="2108"/>
                  <a:pt x="7527" y="2108"/>
                </a:cubicBezTo>
                <a:cubicBezTo>
                  <a:pt x="7453" y="2108"/>
                  <a:pt x="7379" y="2106"/>
                  <a:pt x="7306" y="2102"/>
                </a:cubicBezTo>
                <a:cubicBezTo>
                  <a:pt x="6672" y="2036"/>
                  <a:pt x="6071" y="1802"/>
                  <a:pt x="5571" y="1468"/>
                </a:cubicBezTo>
                <a:cubicBezTo>
                  <a:pt x="5471" y="1335"/>
                  <a:pt x="5337" y="1268"/>
                  <a:pt x="5204" y="1168"/>
                </a:cubicBezTo>
                <a:lnTo>
                  <a:pt x="5037" y="1035"/>
                </a:lnTo>
                <a:lnTo>
                  <a:pt x="4904" y="935"/>
                </a:lnTo>
                <a:lnTo>
                  <a:pt x="4804" y="801"/>
                </a:lnTo>
                <a:lnTo>
                  <a:pt x="4537" y="534"/>
                </a:lnTo>
                <a:lnTo>
                  <a:pt x="4504" y="501"/>
                </a:lnTo>
                <a:lnTo>
                  <a:pt x="4403" y="568"/>
                </a:lnTo>
                <a:lnTo>
                  <a:pt x="4237" y="701"/>
                </a:lnTo>
                <a:cubicBezTo>
                  <a:pt x="4137" y="868"/>
                  <a:pt x="3970" y="1001"/>
                  <a:pt x="3836" y="1135"/>
                </a:cubicBezTo>
                <a:cubicBezTo>
                  <a:pt x="3002" y="1902"/>
                  <a:pt x="2068" y="2369"/>
                  <a:pt x="1368" y="2503"/>
                </a:cubicBezTo>
                <a:cubicBezTo>
                  <a:pt x="1034" y="2569"/>
                  <a:pt x="734" y="2636"/>
                  <a:pt x="534" y="2636"/>
                </a:cubicBezTo>
                <a:lnTo>
                  <a:pt x="234" y="2636"/>
                </a:lnTo>
                <a:cubicBezTo>
                  <a:pt x="0" y="2669"/>
                  <a:pt x="0" y="3003"/>
                  <a:pt x="234" y="3003"/>
                </a:cubicBezTo>
                <a:lnTo>
                  <a:pt x="567" y="3003"/>
                </a:lnTo>
                <a:cubicBezTo>
                  <a:pt x="801" y="3003"/>
                  <a:pt x="1134" y="2970"/>
                  <a:pt x="1501" y="2903"/>
                </a:cubicBezTo>
                <a:cubicBezTo>
                  <a:pt x="1702" y="2836"/>
                  <a:pt x="1902" y="2836"/>
                  <a:pt x="2135" y="2736"/>
                </a:cubicBezTo>
                <a:cubicBezTo>
                  <a:pt x="2369" y="2669"/>
                  <a:pt x="2569" y="2603"/>
                  <a:pt x="2836" y="2469"/>
                </a:cubicBezTo>
                <a:cubicBezTo>
                  <a:pt x="3303" y="2236"/>
                  <a:pt x="3803" y="1869"/>
                  <a:pt x="4237" y="1502"/>
                </a:cubicBezTo>
                <a:lnTo>
                  <a:pt x="4403" y="1335"/>
                </a:lnTo>
                <a:lnTo>
                  <a:pt x="4470" y="1302"/>
                </a:lnTo>
                <a:cubicBezTo>
                  <a:pt x="4470" y="1302"/>
                  <a:pt x="4470" y="1272"/>
                  <a:pt x="4480" y="1272"/>
                </a:cubicBezTo>
                <a:cubicBezTo>
                  <a:pt x="4485" y="1272"/>
                  <a:pt x="4492" y="1279"/>
                  <a:pt x="4504" y="1302"/>
                </a:cubicBezTo>
                <a:lnTo>
                  <a:pt x="4570" y="1368"/>
                </a:lnTo>
                <a:lnTo>
                  <a:pt x="4637" y="1402"/>
                </a:lnTo>
                <a:lnTo>
                  <a:pt x="4670" y="1468"/>
                </a:lnTo>
                <a:lnTo>
                  <a:pt x="4870" y="1635"/>
                </a:lnTo>
                <a:cubicBezTo>
                  <a:pt x="5004" y="1769"/>
                  <a:pt x="5171" y="1869"/>
                  <a:pt x="5304" y="1969"/>
                </a:cubicBezTo>
                <a:cubicBezTo>
                  <a:pt x="5871" y="2369"/>
                  <a:pt x="6538" y="2669"/>
                  <a:pt x="7306" y="2736"/>
                </a:cubicBezTo>
                <a:cubicBezTo>
                  <a:pt x="7486" y="2771"/>
                  <a:pt x="7674" y="2787"/>
                  <a:pt x="7863" y="2787"/>
                </a:cubicBezTo>
                <a:cubicBezTo>
                  <a:pt x="8406" y="2787"/>
                  <a:pt x="8962" y="2650"/>
                  <a:pt x="9407" y="2402"/>
                </a:cubicBezTo>
                <a:cubicBezTo>
                  <a:pt x="9741" y="2236"/>
                  <a:pt x="10041" y="2036"/>
                  <a:pt x="10308" y="1835"/>
                </a:cubicBezTo>
                <a:lnTo>
                  <a:pt x="10474" y="1669"/>
                </a:lnTo>
                <a:cubicBezTo>
                  <a:pt x="10508" y="1802"/>
                  <a:pt x="10575" y="1969"/>
                  <a:pt x="10675" y="2136"/>
                </a:cubicBezTo>
                <a:cubicBezTo>
                  <a:pt x="10841" y="2436"/>
                  <a:pt x="11175" y="2703"/>
                  <a:pt x="11509" y="2869"/>
                </a:cubicBezTo>
                <a:cubicBezTo>
                  <a:pt x="11922" y="3106"/>
                  <a:pt x="12359" y="3179"/>
                  <a:pt x="12792" y="3179"/>
                </a:cubicBezTo>
                <a:cubicBezTo>
                  <a:pt x="13092" y="3179"/>
                  <a:pt x="13390" y="3144"/>
                  <a:pt x="13677" y="3103"/>
                </a:cubicBezTo>
                <a:cubicBezTo>
                  <a:pt x="14377" y="2970"/>
                  <a:pt x="15044" y="2703"/>
                  <a:pt x="15678" y="2436"/>
                </a:cubicBezTo>
                <a:cubicBezTo>
                  <a:pt x="15978" y="2302"/>
                  <a:pt x="16245" y="2136"/>
                  <a:pt x="16545" y="1935"/>
                </a:cubicBezTo>
                <a:cubicBezTo>
                  <a:pt x="16646" y="1835"/>
                  <a:pt x="16679" y="1802"/>
                  <a:pt x="16746" y="1769"/>
                </a:cubicBezTo>
                <a:lnTo>
                  <a:pt x="16846" y="1669"/>
                </a:lnTo>
                <a:lnTo>
                  <a:pt x="16879" y="1635"/>
                </a:lnTo>
                <a:cubicBezTo>
                  <a:pt x="16925" y="1612"/>
                  <a:pt x="16955" y="1573"/>
                  <a:pt x="16969" y="1573"/>
                </a:cubicBezTo>
                <a:cubicBezTo>
                  <a:pt x="16976" y="1573"/>
                  <a:pt x="16979" y="1581"/>
                  <a:pt x="16979" y="1602"/>
                </a:cubicBezTo>
                <a:cubicBezTo>
                  <a:pt x="17012" y="1602"/>
                  <a:pt x="17012" y="1635"/>
                  <a:pt x="17012" y="1635"/>
                </a:cubicBezTo>
                <a:lnTo>
                  <a:pt x="17046" y="1702"/>
                </a:lnTo>
                <a:cubicBezTo>
                  <a:pt x="17113" y="1702"/>
                  <a:pt x="17113" y="1769"/>
                  <a:pt x="17146" y="1802"/>
                </a:cubicBezTo>
                <a:cubicBezTo>
                  <a:pt x="17279" y="1935"/>
                  <a:pt x="17346" y="2036"/>
                  <a:pt x="17479" y="2136"/>
                </a:cubicBezTo>
                <a:cubicBezTo>
                  <a:pt x="17680" y="2336"/>
                  <a:pt x="17946" y="2503"/>
                  <a:pt x="18180" y="2636"/>
                </a:cubicBezTo>
                <a:cubicBezTo>
                  <a:pt x="18647" y="2869"/>
                  <a:pt x="19114" y="3003"/>
                  <a:pt x="19514" y="3103"/>
                </a:cubicBezTo>
                <a:cubicBezTo>
                  <a:pt x="19731" y="3120"/>
                  <a:pt x="19923" y="3128"/>
                  <a:pt x="20085" y="3128"/>
                </a:cubicBezTo>
                <a:cubicBezTo>
                  <a:pt x="20248" y="3128"/>
                  <a:pt x="20382" y="3120"/>
                  <a:pt x="20482" y="3103"/>
                </a:cubicBezTo>
                <a:cubicBezTo>
                  <a:pt x="20682" y="3036"/>
                  <a:pt x="20815" y="3003"/>
                  <a:pt x="20815" y="3003"/>
                </a:cubicBezTo>
                <a:cubicBezTo>
                  <a:pt x="21115" y="2869"/>
                  <a:pt x="20882" y="2603"/>
                  <a:pt x="20582" y="2569"/>
                </a:cubicBezTo>
                <a:cubicBezTo>
                  <a:pt x="20582" y="2569"/>
                  <a:pt x="20548" y="2636"/>
                  <a:pt x="20515" y="2636"/>
                </a:cubicBezTo>
                <a:cubicBezTo>
                  <a:pt x="20482" y="2636"/>
                  <a:pt x="20382" y="2669"/>
                  <a:pt x="20315" y="2669"/>
                </a:cubicBezTo>
                <a:cubicBezTo>
                  <a:pt x="20218" y="2683"/>
                  <a:pt x="20116" y="2691"/>
                  <a:pt x="20005" y="2691"/>
                </a:cubicBezTo>
                <a:cubicBezTo>
                  <a:pt x="19849" y="2691"/>
                  <a:pt x="19676" y="2675"/>
                  <a:pt x="19481" y="2636"/>
                </a:cubicBezTo>
                <a:cubicBezTo>
                  <a:pt x="19147" y="2569"/>
                  <a:pt x="18714" y="2402"/>
                  <a:pt x="18313" y="2169"/>
                </a:cubicBezTo>
                <a:cubicBezTo>
                  <a:pt x="18080" y="2036"/>
                  <a:pt x="17880" y="1869"/>
                  <a:pt x="17713" y="1702"/>
                </a:cubicBezTo>
                <a:cubicBezTo>
                  <a:pt x="17646" y="1635"/>
                  <a:pt x="17546" y="1502"/>
                  <a:pt x="17479" y="1402"/>
                </a:cubicBezTo>
                <a:cubicBezTo>
                  <a:pt x="17479" y="1368"/>
                  <a:pt x="17413" y="1368"/>
                  <a:pt x="17413" y="1335"/>
                </a:cubicBezTo>
                <a:lnTo>
                  <a:pt x="17379" y="1302"/>
                </a:lnTo>
                <a:lnTo>
                  <a:pt x="17346" y="1202"/>
                </a:lnTo>
                <a:cubicBezTo>
                  <a:pt x="17313" y="1068"/>
                  <a:pt x="17213" y="968"/>
                  <a:pt x="17179" y="835"/>
                </a:cubicBezTo>
                <a:lnTo>
                  <a:pt x="17079" y="668"/>
                </a:lnTo>
                <a:cubicBezTo>
                  <a:pt x="17046" y="668"/>
                  <a:pt x="17046" y="635"/>
                  <a:pt x="17046" y="635"/>
                </a:cubicBezTo>
                <a:lnTo>
                  <a:pt x="17012" y="668"/>
                </a:lnTo>
                <a:lnTo>
                  <a:pt x="16912" y="735"/>
                </a:lnTo>
                <a:cubicBezTo>
                  <a:pt x="16812" y="868"/>
                  <a:pt x="16712" y="968"/>
                  <a:pt x="16579" y="1035"/>
                </a:cubicBezTo>
                <a:cubicBezTo>
                  <a:pt x="16545" y="1068"/>
                  <a:pt x="16479" y="1135"/>
                  <a:pt x="16412" y="1168"/>
                </a:cubicBezTo>
                <a:lnTo>
                  <a:pt x="16345" y="1235"/>
                </a:lnTo>
                <a:cubicBezTo>
                  <a:pt x="16312" y="1302"/>
                  <a:pt x="16212" y="1335"/>
                  <a:pt x="16179" y="1368"/>
                </a:cubicBezTo>
                <a:cubicBezTo>
                  <a:pt x="15912" y="1535"/>
                  <a:pt x="15645" y="1702"/>
                  <a:pt x="15345" y="1835"/>
                </a:cubicBezTo>
                <a:cubicBezTo>
                  <a:pt x="14744" y="2136"/>
                  <a:pt x="14144" y="2336"/>
                  <a:pt x="13510" y="2402"/>
                </a:cubicBezTo>
                <a:cubicBezTo>
                  <a:pt x="13269" y="2441"/>
                  <a:pt x="13029" y="2464"/>
                  <a:pt x="12795" y="2464"/>
                </a:cubicBezTo>
                <a:cubicBezTo>
                  <a:pt x="12414" y="2464"/>
                  <a:pt x="12052" y="2401"/>
                  <a:pt x="11742" y="2236"/>
                </a:cubicBezTo>
                <a:cubicBezTo>
                  <a:pt x="11542" y="2136"/>
                  <a:pt x="11342" y="1969"/>
                  <a:pt x="11208" y="1735"/>
                </a:cubicBezTo>
                <a:cubicBezTo>
                  <a:pt x="11142" y="1635"/>
                  <a:pt x="11075" y="1535"/>
                  <a:pt x="11042" y="1368"/>
                </a:cubicBezTo>
                <a:cubicBezTo>
                  <a:pt x="10975" y="1035"/>
                  <a:pt x="10908" y="668"/>
                  <a:pt x="10875" y="368"/>
                </a:cubicBezTo>
                <a:cubicBezTo>
                  <a:pt x="10875" y="201"/>
                  <a:pt x="10841" y="101"/>
                  <a:pt x="10841"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07" name="Google Shape;5107;p55"/>
          <p:cNvSpPr/>
          <p:nvPr/>
        </p:nvSpPr>
        <p:spPr>
          <a:xfrm>
            <a:off x="7909050" y="2788859"/>
            <a:ext cx="450464" cy="91104"/>
          </a:xfrm>
          <a:custGeom>
            <a:avLst/>
            <a:gdLst/>
            <a:ahLst/>
            <a:cxnLst/>
            <a:rect l="l" t="t" r="r" b="b"/>
            <a:pathLst>
              <a:path w="21296" h="4307" extrusionOk="0">
                <a:moveTo>
                  <a:pt x="13664" y="1"/>
                </a:moveTo>
                <a:cubicBezTo>
                  <a:pt x="13660" y="1"/>
                  <a:pt x="13656" y="9"/>
                  <a:pt x="13656" y="29"/>
                </a:cubicBezTo>
                <a:lnTo>
                  <a:pt x="13623" y="63"/>
                </a:lnTo>
                <a:lnTo>
                  <a:pt x="13523" y="129"/>
                </a:lnTo>
                <a:lnTo>
                  <a:pt x="13356" y="296"/>
                </a:lnTo>
                <a:lnTo>
                  <a:pt x="13089" y="596"/>
                </a:lnTo>
                <a:cubicBezTo>
                  <a:pt x="12956" y="730"/>
                  <a:pt x="12822" y="796"/>
                  <a:pt x="12689" y="897"/>
                </a:cubicBezTo>
                <a:cubicBezTo>
                  <a:pt x="12589" y="1030"/>
                  <a:pt x="12456" y="1097"/>
                  <a:pt x="12322" y="1197"/>
                </a:cubicBezTo>
                <a:lnTo>
                  <a:pt x="11955" y="1430"/>
                </a:lnTo>
                <a:cubicBezTo>
                  <a:pt x="11455" y="1764"/>
                  <a:pt x="10854" y="1931"/>
                  <a:pt x="10321" y="2064"/>
                </a:cubicBezTo>
                <a:cubicBezTo>
                  <a:pt x="9912" y="2153"/>
                  <a:pt x="9465" y="2204"/>
                  <a:pt x="9003" y="2204"/>
                </a:cubicBezTo>
                <a:cubicBezTo>
                  <a:pt x="8257" y="2204"/>
                  <a:pt x="7472" y="2073"/>
                  <a:pt x="6751" y="1764"/>
                </a:cubicBezTo>
                <a:cubicBezTo>
                  <a:pt x="6451" y="1697"/>
                  <a:pt x="6184" y="1530"/>
                  <a:pt x="5918" y="1364"/>
                </a:cubicBezTo>
                <a:lnTo>
                  <a:pt x="5517" y="1097"/>
                </a:lnTo>
                <a:lnTo>
                  <a:pt x="5350" y="930"/>
                </a:lnTo>
                <a:lnTo>
                  <a:pt x="5017" y="630"/>
                </a:lnTo>
                <a:cubicBezTo>
                  <a:pt x="4917" y="563"/>
                  <a:pt x="4817" y="430"/>
                  <a:pt x="4683" y="363"/>
                </a:cubicBezTo>
                <a:lnTo>
                  <a:pt x="4483" y="763"/>
                </a:lnTo>
                <a:cubicBezTo>
                  <a:pt x="4416" y="963"/>
                  <a:pt x="4283" y="1130"/>
                  <a:pt x="4183" y="1364"/>
                </a:cubicBezTo>
                <a:lnTo>
                  <a:pt x="3949" y="1730"/>
                </a:lnTo>
                <a:cubicBezTo>
                  <a:pt x="3849" y="1797"/>
                  <a:pt x="3783" y="1964"/>
                  <a:pt x="3683" y="2064"/>
                </a:cubicBezTo>
                <a:cubicBezTo>
                  <a:pt x="2982" y="2931"/>
                  <a:pt x="2015" y="3398"/>
                  <a:pt x="1348" y="3632"/>
                </a:cubicBezTo>
                <a:cubicBezTo>
                  <a:pt x="1181" y="3732"/>
                  <a:pt x="1014" y="3765"/>
                  <a:pt x="914" y="3799"/>
                </a:cubicBezTo>
                <a:cubicBezTo>
                  <a:pt x="747" y="3865"/>
                  <a:pt x="614" y="3865"/>
                  <a:pt x="514" y="3899"/>
                </a:cubicBezTo>
                <a:cubicBezTo>
                  <a:pt x="347" y="3899"/>
                  <a:pt x="247" y="3932"/>
                  <a:pt x="247" y="3932"/>
                </a:cubicBezTo>
                <a:cubicBezTo>
                  <a:pt x="0" y="3963"/>
                  <a:pt x="10" y="4306"/>
                  <a:pt x="223" y="4306"/>
                </a:cubicBezTo>
                <a:cubicBezTo>
                  <a:pt x="241" y="4306"/>
                  <a:pt x="260" y="4304"/>
                  <a:pt x="280" y="4299"/>
                </a:cubicBezTo>
                <a:cubicBezTo>
                  <a:pt x="280" y="4299"/>
                  <a:pt x="414" y="4299"/>
                  <a:pt x="614" y="4266"/>
                </a:cubicBezTo>
                <a:cubicBezTo>
                  <a:pt x="680" y="4232"/>
                  <a:pt x="814" y="4232"/>
                  <a:pt x="981" y="4199"/>
                </a:cubicBezTo>
                <a:cubicBezTo>
                  <a:pt x="1114" y="4132"/>
                  <a:pt x="1281" y="4099"/>
                  <a:pt x="1481" y="4065"/>
                </a:cubicBezTo>
                <a:cubicBezTo>
                  <a:pt x="2182" y="3799"/>
                  <a:pt x="3282" y="3365"/>
                  <a:pt x="4116" y="2398"/>
                </a:cubicBezTo>
                <a:cubicBezTo>
                  <a:pt x="4250" y="2264"/>
                  <a:pt x="4316" y="2131"/>
                  <a:pt x="4416" y="2031"/>
                </a:cubicBezTo>
                <a:cubicBezTo>
                  <a:pt x="4483" y="1897"/>
                  <a:pt x="4617" y="1730"/>
                  <a:pt x="4683" y="1597"/>
                </a:cubicBezTo>
                <a:lnTo>
                  <a:pt x="4817" y="1397"/>
                </a:lnTo>
                <a:lnTo>
                  <a:pt x="4850" y="1364"/>
                </a:lnTo>
                <a:lnTo>
                  <a:pt x="4917" y="1297"/>
                </a:lnTo>
                <a:lnTo>
                  <a:pt x="4950" y="1364"/>
                </a:lnTo>
                <a:lnTo>
                  <a:pt x="4984" y="1397"/>
                </a:lnTo>
                <a:cubicBezTo>
                  <a:pt x="5084" y="1430"/>
                  <a:pt x="5117" y="1530"/>
                  <a:pt x="5184" y="1564"/>
                </a:cubicBezTo>
                <a:lnTo>
                  <a:pt x="5617" y="1864"/>
                </a:lnTo>
                <a:cubicBezTo>
                  <a:pt x="5918" y="2031"/>
                  <a:pt x="6184" y="2231"/>
                  <a:pt x="6518" y="2364"/>
                </a:cubicBezTo>
                <a:cubicBezTo>
                  <a:pt x="7371" y="2748"/>
                  <a:pt x="8278" y="2914"/>
                  <a:pt x="9135" y="2914"/>
                </a:cubicBezTo>
                <a:cubicBezTo>
                  <a:pt x="9619" y="2914"/>
                  <a:pt x="10087" y="2861"/>
                  <a:pt x="10521" y="2765"/>
                </a:cubicBezTo>
                <a:cubicBezTo>
                  <a:pt x="11121" y="2598"/>
                  <a:pt x="11788" y="2398"/>
                  <a:pt x="12355" y="2064"/>
                </a:cubicBezTo>
                <a:cubicBezTo>
                  <a:pt x="12522" y="1964"/>
                  <a:pt x="12656" y="1864"/>
                  <a:pt x="12822" y="1764"/>
                </a:cubicBezTo>
                <a:cubicBezTo>
                  <a:pt x="12956" y="1630"/>
                  <a:pt x="13123" y="1564"/>
                  <a:pt x="13256" y="1430"/>
                </a:cubicBezTo>
                <a:cubicBezTo>
                  <a:pt x="13423" y="1364"/>
                  <a:pt x="13523" y="1230"/>
                  <a:pt x="13656" y="1097"/>
                </a:cubicBezTo>
                <a:lnTo>
                  <a:pt x="13690" y="1063"/>
                </a:lnTo>
                <a:lnTo>
                  <a:pt x="13790" y="1197"/>
                </a:lnTo>
                <a:lnTo>
                  <a:pt x="14123" y="1564"/>
                </a:lnTo>
                <a:lnTo>
                  <a:pt x="14490" y="1931"/>
                </a:lnTo>
                <a:cubicBezTo>
                  <a:pt x="14624" y="2064"/>
                  <a:pt x="14791" y="2131"/>
                  <a:pt x="14924" y="2264"/>
                </a:cubicBezTo>
                <a:cubicBezTo>
                  <a:pt x="15491" y="2631"/>
                  <a:pt x="16125" y="2898"/>
                  <a:pt x="16759" y="3065"/>
                </a:cubicBezTo>
                <a:cubicBezTo>
                  <a:pt x="17387" y="3222"/>
                  <a:pt x="17997" y="3269"/>
                  <a:pt x="18541" y="3269"/>
                </a:cubicBezTo>
                <a:cubicBezTo>
                  <a:pt x="19037" y="3269"/>
                  <a:pt x="19478" y="3230"/>
                  <a:pt x="19827" y="3198"/>
                </a:cubicBezTo>
                <a:cubicBezTo>
                  <a:pt x="20595" y="3098"/>
                  <a:pt x="21028" y="3031"/>
                  <a:pt x="21028" y="3031"/>
                </a:cubicBezTo>
                <a:cubicBezTo>
                  <a:pt x="21295" y="2965"/>
                  <a:pt x="21195" y="2698"/>
                  <a:pt x="20995" y="2598"/>
                </a:cubicBezTo>
                <a:cubicBezTo>
                  <a:pt x="20995" y="2598"/>
                  <a:pt x="20528" y="2698"/>
                  <a:pt x="19794" y="2731"/>
                </a:cubicBezTo>
                <a:cubicBezTo>
                  <a:pt x="19602" y="2740"/>
                  <a:pt x="19394" y="2746"/>
                  <a:pt x="19171" y="2746"/>
                </a:cubicBezTo>
                <a:cubicBezTo>
                  <a:pt x="18504" y="2746"/>
                  <a:pt x="17709" y="2689"/>
                  <a:pt x="16859" y="2464"/>
                </a:cubicBezTo>
                <a:cubicBezTo>
                  <a:pt x="16292" y="2364"/>
                  <a:pt x="15758" y="2097"/>
                  <a:pt x="15258" y="1730"/>
                </a:cubicBezTo>
                <a:cubicBezTo>
                  <a:pt x="15124" y="1630"/>
                  <a:pt x="14991" y="1530"/>
                  <a:pt x="14857" y="1430"/>
                </a:cubicBezTo>
                <a:lnTo>
                  <a:pt x="14524" y="1097"/>
                </a:lnTo>
                <a:cubicBezTo>
                  <a:pt x="14424" y="963"/>
                  <a:pt x="14324" y="897"/>
                  <a:pt x="14190" y="730"/>
                </a:cubicBezTo>
                <a:lnTo>
                  <a:pt x="13690" y="63"/>
                </a:lnTo>
                <a:cubicBezTo>
                  <a:pt x="13690" y="40"/>
                  <a:pt x="13674" y="1"/>
                  <a:pt x="13664"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08" name="Google Shape;5108;p55"/>
          <p:cNvSpPr/>
          <p:nvPr/>
        </p:nvSpPr>
        <p:spPr>
          <a:xfrm>
            <a:off x="3038804" y="1077276"/>
            <a:ext cx="218759" cy="84673"/>
          </a:xfrm>
          <a:custGeom>
            <a:avLst/>
            <a:gdLst/>
            <a:ahLst/>
            <a:cxnLst/>
            <a:rect l="l" t="t" r="r" b="b"/>
            <a:pathLst>
              <a:path w="10342" h="4003" extrusionOk="0">
                <a:moveTo>
                  <a:pt x="5338" y="0"/>
                </a:moveTo>
                <a:lnTo>
                  <a:pt x="5304" y="33"/>
                </a:lnTo>
                <a:lnTo>
                  <a:pt x="5171" y="234"/>
                </a:lnTo>
                <a:cubicBezTo>
                  <a:pt x="5004" y="500"/>
                  <a:pt x="4904" y="734"/>
                  <a:pt x="4737" y="1034"/>
                </a:cubicBezTo>
                <a:cubicBezTo>
                  <a:pt x="4670" y="1134"/>
                  <a:pt x="4637" y="1168"/>
                  <a:pt x="4604" y="1234"/>
                </a:cubicBezTo>
                <a:lnTo>
                  <a:pt x="4470" y="1468"/>
                </a:lnTo>
                <a:cubicBezTo>
                  <a:pt x="4404" y="1635"/>
                  <a:pt x="4270" y="1735"/>
                  <a:pt x="4170" y="1868"/>
                </a:cubicBezTo>
                <a:cubicBezTo>
                  <a:pt x="4103" y="2002"/>
                  <a:pt x="3970" y="2135"/>
                  <a:pt x="3837" y="2235"/>
                </a:cubicBezTo>
                <a:cubicBezTo>
                  <a:pt x="3636" y="2502"/>
                  <a:pt x="3336" y="2669"/>
                  <a:pt x="3103" y="2869"/>
                </a:cubicBezTo>
                <a:cubicBezTo>
                  <a:pt x="2969" y="2969"/>
                  <a:pt x="2802" y="3002"/>
                  <a:pt x="2669" y="3069"/>
                </a:cubicBezTo>
                <a:cubicBezTo>
                  <a:pt x="2569" y="3136"/>
                  <a:pt x="2436" y="3202"/>
                  <a:pt x="2269" y="3236"/>
                </a:cubicBezTo>
                <a:cubicBezTo>
                  <a:pt x="1969" y="3336"/>
                  <a:pt x="1735" y="3469"/>
                  <a:pt x="1468" y="3469"/>
                </a:cubicBezTo>
                <a:cubicBezTo>
                  <a:pt x="1235" y="3503"/>
                  <a:pt x="1001" y="3536"/>
                  <a:pt x="801" y="3536"/>
                </a:cubicBezTo>
                <a:lnTo>
                  <a:pt x="167" y="3536"/>
                </a:lnTo>
                <a:cubicBezTo>
                  <a:pt x="67" y="3536"/>
                  <a:pt x="0" y="3903"/>
                  <a:pt x="134" y="3903"/>
                </a:cubicBezTo>
                <a:cubicBezTo>
                  <a:pt x="134" y="3903"/>
                  <a:pt x="401" y="3903"/>
                  <a:pt x="801" y="3970"/>
                </a:cubicBezTo>
                <a:cubicBezTo>
                  <a:pt x="1001" y="3970"/>
                  <a:pt x="1268" y="3903"/>
                  <a:pt x="1568" y="3903"/>
                </a:cubicBezTo>
                <a:cubicBezTo>
                  <a:pt x="1835" y="3903"/>
                  <a:pt x="2135" y="3836"/>
                  <a:pt x="2469" y="3736"/>
                </a:cubicBezTo>
                <a:cubicBezTo>
                  <a:pt x="2636" y="3736"/>
                  <a:pt x="2802" y="3669"/>
                  <a:pt x="2969" y="3569"/>
                </a:cubicBezTo>
                <a:lnTo>
                  <a:pt x="3470" y="3336"/>
                </a:lnTo>
                <a:cubicBezTo>
                  <a:pt x="3770" y="3136"/>
                  <a:pt x="4103" y="2969"/>
                  <a:pt x="4337" y="2669"/>
                </a:cubicBezTo>
                <a:cubicBezTo>
                  <a:pt x="4470" y="2502"/>
                  <a:pt x="4604" y="2368"/>
                  <a:pt x="4737" y="2235"/>
                </a:cubicBezTo>
                <a:cubicBezTo>
                  <a:pt x="4837" y="2135"/>
                  <a:pt x="4937" y="1968"/>
                  <a:pt x="5071" y="1835"/>
                </a:cubicBezTo>
                <a:lnTo>
                  <a:pt x="5238" y="1635"/>
                </a:lnTo>
                <a:cubicBezTo>
                  <a:pt x="5271" y="1568"/>
                  <a:pt x="5304" y="1501"/>
                  <a:pt x="5338" y="1401"/>
                </a:cubicBezTo>
                <a:lnTo>
                  <a:pt x="5338" y="1368"/>
                </a:lnTo>
                <a:lnTo>
                  <a:pt x="5471" y="1568"/>
                </a:lnTo>
                <a:cubicBezTo>
                  <a:pt x="5671" y="1868"/>
                  <a:pt x="5938" y="2168"/>
                  <a:pt x="6172" y="2402"/>
                </a:cubicBezTo>
                <a:cubicBezTo>
                  <a:pt x="6672" y="2969"/>
                  <a:pt x="7306" y="3403"/>
                  <a:pt x="7939" y="3669"/>
                </a:cubicBezTo>
                <a:cubicBezTo>
                  <a:pt x="8573" y="3903"/>
                  <a:pt x="9140" y="4003"/>
                  <a:pt x="9574" y="4003"/>
                </a:cubicBezTo>
                <a:cubicBezTo>
                  <a:pt x="9774" y="4003"/>
                  <a:pt x="9941" y="3970"/>
                  <a:pt x="10074" y="3970"/>
                </a:cubicBezTo>
                <a:cubicBezTo>
                  <a:pt x="10174" y="3903"/>
                  <a:pt x="10241" y="3903"/>
                  <a:pt x="10241" y="3903"/>
                </a:cubicBezTo>
                <a:cubicBezTo>
                  <a:pt x="10341" y="3870"/>
                  <a:pt x="10308" y="3569"/>
                  <a:pt x="10241" y="3569"/>
                </a:cubicBezTo>
                <a:lnTo>
                  <a:pt x="10074" y="3569"/>
                </a:lnTo>
                <a:cubicBezTo>
                  <a:pt x="10030" y="3592"/>
                  <a:pt x="9985" y="3599"/>
                  <a:pt x="9938" y="3599"/>
                </a:cubicBezTo>
                <a:cubicBezTo>
                  <a:pt x="9845" y="3599"/>
                  <a:pt x="9741" y="3569"/>
                  <a:pt x="9607" y="3569"/>
                </a:cubicBezTo>
                <a:cubicBezTo>
                  <a:pt x="9240" y="3536"/>
                  <a:pt x="8740" y="3403"/>
                  <a:pt x="8173" y="3169"/>
                </a:cubicBezTo>
                <a:cubicBezTo>
                  <a:pt x="7639" y="2869"/>
                  <a:pt x="7139" y="2469"/>
                  <a:pt x="6672" y="1968"/>
                </a:cubicBezTo>
                <a:cubicBezTo>
                  <a:pt x="6438" y="1701"/>
                  <a:pt x="6272" y="1401"/>
                  <a:pt x="6071" y="1168"/>
                </a:cubicBezTo>
                <a:cubicBezTo>
                  <a:pt x="5971" y="1068"/>
                  <a:pt x="5938" y="1001"/>
                  <a:pt x="5905" y="901"/>
                </a:cubicBezTo>
                <a:cubicBezTo>
                  <a:pt x="5805" y="801"/>
                  <a:pt x="5738" y="634"/>
                  <a:pt x="5638" y="500"/>
                </a:cubicBezTo>
                <a:cubicBezTo>
                  <a:pt x="5571" y="367"/>
                  <a:pt x="5471" y="200"/>
                  <a:pt x="5404" y="67"/>
                </a:cubicBezTo>
                <a:lnTo>
                  <a:pt x="5338" y="0"/>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09" name="Google Shape;5109;p55"/>
          <p:cNvSpPr/>
          <p:nvPr/>
        </p:nvSpPr>
        <p:spPr>
          <a:xfrm>
            <a:off x="8078231" y="1027894"/>
            <a:ext cx="238198" cy="100940"/>
          </a:xfrm>
          <a:custGeom>
            <a:avLst/>
            <a:gdLst/>
            <a:ahLst/>
            <a:cxnLst/>
            <a:rect l="l" t="t" r="r" b="b"/>
            <a:pathLst>
              <a:path w="11261" h="4772" extrusionOk="0">
                <a:moveTo>
                  <a:pt x="6931" y="1"/>
                </a:moveTo>
                <a:lnTo>
                  <a:pt x="6898" y="34"/>
                </a:lnTo>
                <a:lnTo>
                  <a:pt x="6798" y="168"/>
                </a:lnTo>
                <a:cubicBezTo>
                  <a:pt x="6731" y="335"/>
                  <a:pt x="6598" y="468"/>
                  <a:pt x="6498" y="635"/>
                </a:cubicBezTo>
                <a:cubicBezTo>
                  <a:pt x="6331" y="868"/>
                  <a:pt x="6064" y="1335"/>
                  <a:pt x="5997" y="1369"/>
                </a:cubicBezTo>
                <a:cubicBezTo>
                  <a:pt x="5630" y="1936"/>
                  <a:pt x="5130" y="2536"/>
                  <a:pt x="4563" y="3003"/>
                </a:cubicBezTo>
                <a:cubicBezTo>
                  <a:pt x="3963" y="3470"/>
                  <a:pt x="3295" y="3837"/>
                  <a:pt x="2628" y="3970"/>
                </a:cubicBezTo>
                <a:cubicBezTo>
                  <a:pt x="2370" y="4035"/>
                  <a:pt x="2126" y="4060"/>
                  <a:pt x="1900" y="4060"/>
                </a:cubicBezTo>
                <a:cubicBezTo>
                  <a:pt x="1542" y="4060"/>
                  <a:pt x="1226" y="3998"/>
                  <a:pt x="960" y="3937"/>
                </a:cubicBezTo>
                <a:cubicBezTo>
                  <a:pt x="760" y="3870"/>
                  <a:pt x="594" y="3804"/>
                  <a:pt x="460" y="3770"/>
                </a:cubicBezTo>
                <a:cubicBezTo>
                  <a:pt x="327" y="3704"/>
                  <a:pt x="293" y="3670"/>
                  <a:pt x="293" y="3670"/>
                </a:cubicBezTo>
                <a:cubicBezTo>
                  <a:pt x="286" y="3669"/>
                  <a:pt x="279" y="3668"/>
                  <a:pt x="272" y="3668"/>
                </a:cubicBezTo>
                <a:cubicBezTo>
                  <a:pt x="143" y="3668"/>
                  <a:pt x="0" y="3941"/>
                  <a:pt x="127" y="4004"/>
                </a:cubicBezTo>
                <a:cubicBezTo>
                  <a:pt x="127" y="4004"/>
                  <a:pt x="160" y="4037"/>
                  <a:pt x="293" y="4104"/>
                </a:cubicBezTo>
                <a:cubicBezTo>
                  <a:pt x="393" y="4137"/>
                  <a:pt x="594" y="4204"/>
                  <a:pt x="794" y="4304"/>
                </a:cubicBezTo>
                <a:cubicBezTo>
                  <a:pt x="1103" y="4423"/>
                  <a:pt x="1549" y="4525"/>
                  <a:pt x="2046" y="4525"/>
                </a:cubicBezTo>
                <a:cubicBezTo>
                  <a:pt x="2245" y="4525"/>
                  <a:pt x="2452" y="4509"/>
                  <a:pt x="2662" y="4471"/>
                </a:cubicBezTo>
                <a:cubicBezTo>
                  <a:pt x="3462" y="4337"/>
                  <a:pt x="4263" y="3970"/>
                  <a:pt x="4930" y="3470"/>
                </a:cubicBezTo>
                <a:cubicBezTo>
                  <a:pt x="5597" y="2970"/>
                  <a:pt x="6131" y="2303"/>
                  <a:pt x="6564" y="1702"/>
                </a:cubicBezTo>
                <a:cubicBezTo>
                  <a:pt x="6613" y="1590"/>
                  <a:pt x="6630" y="1562"/>
                  <a:pt x="6635" y="1557"/>
                </a:cubicBezTo>
                <a:lnTo>
                  <a:pt x="6635" y="1557"/>
                </a:lnTo>
                <a:cubicBezTo>
                  <a:pt x="6635" y="1557"/>
                  <a:pt x="6635" y="1557"/>
                  <a:pt x="6635" y="1557"/>
                </a:cubicBezTo>
                <a:cubicBezTo>
                  <a:pt x="6636" y="1557"/>
                  <a:pt x="6637" y="1556"/>
                  <a:pt x="6636" y="1556"/>
                </a:cubicBezTo>
                <a:cubicBezTo>
                  <a:pt x="6636" y="1556"/>
                  <a:pt x="6636" y="1556"/>
                  <a:pt x="6635" y="1557"/>
                </a:cubicBezTo>
                <a:lnTo>
                  <a:pt x="6635" y="1557"/>
                </a:lnTo>
                <a:cubicBezTo>
                  <a:pt x="6633" y="1556"/>
                  <a:pt x="6631" y="1552"/>
                  <a:pt x="6631" y="1535"/>
                </a:cubicBezTo>
                <a:lnTo>
                  <a:pt x="6631" y="1535"/>
                </a:lnTo>
                <a:lnTo>
                  <a:pt x="6665" y="1602"/>
                </a:lnTo>
                <a:lnTo>
                  <a:pt x="6931" y="2102"/>
                </a:lnTo>
                <a:cubicBezTo>
                  <a:pt x="7332" y="2836"/>
                  <a:pt x="7932" y="3503"/>
                  <a:pt x="8599" y="3904"/>
                </a:cubicBezTo>
                <a:cubicBezTo>
                  <a:pt x="8666" y="3970"/>
                  <a:pt x="8766" y="4004"/>
                  <a:pt x="8833" y="4037"/>
                </a:cubicBezTo>
                <a:lnTo>
                  <a:pt x="9100" y="4171"/>
                </a:lnTo>
                <a:cubicBezTo>
                  <a:pt x="9266" y="4271"/>
                  <a:pt x="9433" y="4304"/>
                  <a:pt x="9567" y="4371"/>
                </a:cubicBezTo>
                <a:cubicBezTo>
                  <a:pt x="9833" y="4471"/>
                  <a:pt x="10134" y="4571"/>
                  <a:pt x="10334" y="4638"/>
                </a:cubicBezTo>
                <a:cubicBezTo>
                  <a:pt x="10801" y="4738"/>
                  <a:pt x="11101" y="4771"/>
                  <a:pt x="11101" y="4771"/>
                </a:cubicBezTo>
                <a:cubicBezTo>
                  <a:pt x="11221" y="4771"/>
                  <a:pt x="11260" y="4528"/>
                  <a:pt x="11194" y="4528"/>
                </a:cubicBezTo>
                <a:cubicBezTo>
                  <a:pt x="11186" y="4528"/>
                  <a:pt x="11178" y="4531"/>
                  <a:pt x="11168" y="4538"/>
                </a:cubicBezTo>
                <a:cubicBezTo>
                  <a:pt x="11168" y="4538"/>
                  <a:pt x="10934" y="4471"/>
                  <a:pt x="10501" y="4371"/>
                </a:cubicBezTo>
                <a:cubicBezTo>
                  <a:pt x="10300" y="4304"/>
                  <a:pt x="10100" y="4204"/>
                  <a:pt x="9800" y="4104"/>
                </a:cubicBezTo>
                <a:cubicBezTo>
                  <a:pt x="9633" y="4037"/>
                  <a:pt x="9500" y="3970"/>
                  <a:pt x="9400" y="3870"/>
                </a:cubicBezTo>
                <a:cubicBezTo>
                  <a:pt x="9300" y="3837"/>
                  <a:pt x="9266" y="3804"/>
                  <a:pt x="9166" y="3770"/>
                </a:cubicBezTo>
                <a:cubicBezTo>
                  <a:pt x="9100" y="3704"/>
                  <a:pt x="9066" y="3637"/>
                  <a:pt x="8966" y="3604"/>
                </a:cubicBezTo>
                <a:cubicBezTo>
                  <a:pt x="8432" y="3203"/>
                  <a:pt x="7932" y="2603"/>
                  <a:pt x="7599" y="1936"/>
                </a:cubicBezTo>
                <a:lnTo>
                  <a:pt x="7465" y="1669"/>
                </a:lnTo>
                <a:lnTo>
                  <a:pt x="7432" y="1535"/>
                </a:lnTo>
                <a:lnTo>
                  <a:pt x="7398" y="1469"/>
                </a:lnTo>
                <a:lnTo>
                  <a:pt x="7332" y="1335"/>
                </a:lnTo>
                <a:cubicBezTo>
                  <a:pt x="7232" y="1002"/>
                  <a:pt x="7132" y="635"/>
                  <a:pt x="6998" y="301"/>
                </a:cubicBezTo>
                <a:lnTo>
                  <a:pt x="6931" y="34"/>
                </a:lnTo>
                <a:lnTo>
                  <a:pt x="6931" y="1"/>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10" name="Google Shape;5110;p55"/>
          <p:cNvSpPr/>
          <p:nvPr/>
        </p:nvSpPr>
        <p:spPr>
          <a:xfrm>
            <a:off x="3236275" y="2697746"/>
            <a:ext cx="450464" cy="91104"/>
          </a:xfrm>
          <a:custGeom>
            <a:avLst/>
            <a:gdLst/>
            <a:ahLst/>
            <a:cxnLst/>
            <a:rect l="l" t="t" r="r" b="b"/>
            <a:pathLst>
              <a:path w="21296" h="4307" extrusionOk="0">
                <a:moveTo>
                  <a:pt x="13664" y="1"/>
                </a:moveTo>
                <a:cubicBezTo>
                  <a:pt x="13660" y="1"/>
                  <a:pt x="13656" y="9"/>
                  <a:pt x="13656" y="29"/>
                </a:cubicBezTo>
                <a:lnTo>
                  <a:pt x="13623" y="63"/>
                </a:lnTo>
                <a:lnTo>
                  <a:pt x="13523" y="129"/>
                </a:lnTo>
                <a:lnTo>
                  <a:pt x="13356" y="296"/>
                </a:lnTo>
                <a:lnTo>
                  <a:pt x="13089" y="596"/>
                </a:lnTo>
                <a:cubicBezTo>
                  <a:pt x="12956" y="730"/>
                  <a:pt x="12822" y="796"/>
                  <a:pt x="12689" y="897"/>
                </a:cubicBezTo>
                <a:cubicBezTo>
                  <a:pt x="12589" y="1030"/>
                  <a:pt x="12456" y="1097"/>
                  <a:pt x="12322" y="1197"/>
                </a:cubicBezTo>
                <a:lnTo>
                  <a:pt x="11955" y="1430"/>
                </a:lnTo>
                <a:cubicBezTo>
                  <a:pt x="11455" y="1764"/>
                  <a:pt x="10854" y="1931"/>
                  <a:pt x="10321" y="2064"/>
                </a:cubicBezTo>
                <a:cubicBezTo>
                  <a:pt x="9912" y="2153"/>
                  <a:pt x="9465" y="2204"/>
                  <a:pt x="9003" y="2204"/>
                </a:cubicBezTo>
                <a:cubicBezTo>
                  <a:pt x="8257" y="2204"/>
                  <a:pt x="7472" y="2073"/>
                  <a:pt x="6751" y="1764"/>
                </a:cubicBezTo>
                <a:cubicBezTo>
                  <a:pt x="6451" y="1697"/>
                  <a:pt x="6184" y="1530"/>
                  <a:pt x="5918" y="1364"/>
                </a:cubicBezTo>
                <a:lnTo>
                  <a:pt x="5517" y="1097"/>
                </a:lnTo>
                <a:lnTo>
                  <a:pt x="5350" y="930"/>
                </a:lnTo>
                <a:lnTo>
                  <a:pt x="5017" y="630"/>
                </a:lnTo>
                <a:cubicBezTo>
                  <a:pt x="4917" y="563"/>
                  <a:pt x="4817" y="430"/>
                  <a:pt x="4683" y="363"/>
                </a:cubicBezTo>
                <a:lnTo>
                  <a:pt x="4483" y="763"/>
                </a:lnTo>
                <a:cubicBezTo>
                  <a:pt x="4416" y="963"/>
                  <a:pt x="4283" y="1130"/>
                  <a:pt x="4183" y="1364"/>
                </a:cubicBezTo>
                <a:lnTo>
                  <a:pt x="3949" y="1730"/>
                </a:lnTo>
                <a:cubicBezTo>
                  <a:pt x="3849" y="1797"/>
                  <a:pt x="3783" y="1964"/>
                  <a:pt x="3683" y="2064"/>
                </a:cubicBezTo>
                <a:cubicBezTo>
                  <a:pt x="2982" y="2931"/>
                  <a:pt x="2015" y="3398"/>
                  <a:pt x="1348" y="3632"/>
                </a:cubicBezTo>
                <a:cubicBezTo>
                  <a:pt x="1181" y="3732"/>
                  <a:pt x="1014" y="3765"/>
                  <a:pt x="914" y="3799"/>
                </a:cubicBezTo>
                <a:cubicBezTo>
                  <a:pt x="747" y="3865"/>
                  <a:pt x="614" y="3865"/>
                  <a:pt x="514" y="3899"/>
                </a:cubicBezTo>
                <a:cubicBezTo>
                  <a:pt x="347" y="3899"/>
                  <a:pt x="247" y="3932"/>
                  <a:pt x="247" y="3932"/>
                </a:cubicBezTo>
                <a:cubicBezTo>
                  <a:pt x="0" y="3963"/>
                  <a:pt x="10" y="4306"/>
                  <a:pt x="223" y="4306"/>
                </a:cubicBezTo>
                <a:cubicBezTo>
                  <a:pt x="241" y="4306"/>
                  <a:pt x="260" y="4304"/>
                  <a:pt x="280" y="4299"/>
                </a:cubicBezTo>
                <a:cubicBezTo>
                  <a:pt x="280" y="4299"/>
                  <a:pt x="414" y="4299"/>
                  <a:pt x="614" y="4266"/>
                </a:cubicBezTo>
                <a:cubicBezTo>
                  <a:pt x="680" y="4232"/>
                  <a:pt x="814" y="4232"/>
                  <a:pt x="981" y="4199"/>
                </a:cubicBezTo>
                <a:cubicBezTo>
                  <a:pt x="1114" y="4132"/>
                  <a:pt x="1281" y="4099"/>
                  <a:pt x="1481" y="4065"/>
                </a:cubicBezTo>
                <a:cubicBezTo>
                  <a:pt x="2182" y="3799"/>
                  <a:pt x="3282" y="3365"/>
                  <a:pt x="4116" y="2398"/>
                </a:cubicBezTo>
                <a:cubicBezTo>
                  <a:pt x="4250" y="2264"/>
                  <a:pt x="4316" y="2131"/>
                  <a:pt x="4416" y="2031"/>
                </a:cubicBezTo>
                <a:cubicBezTo>
                  <a:pt x="4483" y="1897"/>
                  <a:pt x="4617" y="1730"/>
                  <a:pt x="4683" y="1597"/>
                </a:cubicBezTo>
                <a:lnTo>
                  <a:pt x="4817" y="1397"/>
                </a:lnTo>
                <a:lnTo>
                  <a:pt x="4850" y="1364"/>
                </a:lnTo>
                <a:lnTo>
                  <a:pt x="4917" y="1297"/>
                </a:lnTo>
                <a:lnTo>
                  <a:pt x="4950" y="1364"/>
                </a:lnTo>
                <a:lnTo>
                  <a:pt x="4984" y="1397"/>
                </a:lnTo>
                <a:cubicBezTo>
                  <a:pt x="5084" y="1430"/>
                  <a:pt x="5117" y="1530"/>
                  <a:pt x="5184" y="1564"/>
                </a:cubicBezTo>
                <a:lnTo>
                  <a:pt x="5617" y="1864"/>
                </a:lnTo>
                <a:cubicBezTo>
                  <a:pt x="5918" y="2031"/>
                  <a:pt x="6184" y="2231"/>
                  <a:pt x="6518" y="2364"/>
                </a:cubicBezTo>
                <a:cubicBezTo>
                  <a:pt x="7371" y="2748"/>
                  <a:pt x="8278" y="2914"/>
                  <a:pt x="9135" y="2914"/>
                </a:cubicBezTo>
                <a:cubicBezTo>
                  <a:pt x="9619" y="2914"/>
                  <a:pt x="10087" y="2861"/>
                  <a:pt x="10521" y="2765"/>
                </a:cubicBezTo>
                <a:cubicBezTo>
                  <a:pt x="11121" y="2598"/>
                  <a:pt x="11788" y="2398"/>
                  <a:pt x="12355" y="2064"/>
                </a:cubicBezTo>
                <a:cubicBezTo>
                  <a:pt x="12522" y="1964"/>
                  <a:pt x="12656" y="1864"/>
                  <a:pt x="12822" y="1764"/>
                </a:cubicBezTo>
                <a:cubicBezTo>
                  <a:pt x="12956" y="1630"/>
                  <a:pt x="13123" y="1564"/>
                  <a:pt x="13256" y="1430"/>
                </a:cubicBezTo>
                <a:cubicBezTo>
                  <a:pt x="13423" y="1364"/>
                  <a:pt x="13523" y="1230"/>
                  <a:pt x="13656" y="1097"/>
                </a:cubicBezTo>
                <a:lnTo>
                  <a:pt x="13690" y="1063"/>
                </a:lnTo>
                <a:lnTo>
                  <a:pt x="13790" y="1197"/>
                </a:lnTo>
                <a:lnTo>
                  <a:pt x="14123" y="1564"/>
                </a:lnTo>
                <a:lnTo>
                  <a:pt x="14490" y="1931"/>
                </a:lnTo>
                <a:cubicBezTo>
                  <a:pt x="14624" y="2064"/>
                  <a:pt x="14791" y="2131"/>
                  <a:pt x="14924" y="2264"/>
                </a:cubicBezTo>
                <a:cubicBezTo>
                  <a:pt x="15491" y="2631"/>
                  <a:pt x="16125" y="2898"/>
                  <a:pt x="16759" y="3065"/>
                </a:cubicBezTo>
                <a:cubicBezTo>
                  <a:pt x="17387" y="3222"/>
                  <a:pt x="17997" y="3269"/>
                  <a:pt x="18541" y="3269"/>
                </a:cubicBezTo>
                <a:cubicBezTo>
                  <a:pt x="19037" y="3269"/>
                  <a:pt x="19478" y="3230"/>
                  <a:pt x="19827" y="3198"/>
                </a:cubicBezTo>
                <a:cubicBezTo>
                  <a:pt x="20595" y="3098"/>
                  <a:pt x="21028" y="3031"/>
                  <a:pt x="21028" y="3031"/>
                </a:cubicBezTo>
                <a:cubicBezTo>
                  <a:pt x="21295" y="2965"/>
                  <a:pt x="21195" y="2698"/>
                  <a:pt x="20995" y="2598"/>
                </a:cubicBezTo>
                <a:cubicBezTo>
                  <a:pt x="20995" y="2598"/>
                  <a:pt x="20528" y="2698"/>
                  <a:pt x="19794" y="2731"/>
                </a:cubicBezTo>
                <a:cubicBezTo>
                  <a:pt x="19602" y="2740"/>
                  <a:pt x="19394" y="2746"/>
                  <a:pt x="19171" y="2746"/>
                </a:cubicBezTo>
                <a:cubicBezTo>
                  <a:pt x="18504" y="2746"/>
                  <a:pt x="17709" y="2689"/>
                  <a:pt x="16859" y="2464"/>
                </a:cubicBezTo>
                <a:cubicBezTo>
                  <a:pt x="16292" y="2364"/>
                  <a:pt x="15758" y="2097"/>
                  <a:pt x="15258" y="1730"/>
                </a:cubicBezTo>
                <a:cubicBezTo>
                  <a:pt x="15124" y="1630"/>
                  <a:pt x="14991" y="1530"/>
                  <a:pt x="14857" y="1430"/>
                </a:cubicBezTo>
                <a:lnTo>
                  <a:pt x="14524" y="1097"/>
                </a:lnTo>
                <a:cubicBezTo>
                  <a:pt x="14424" y="963"/>
                  <a:pt x="14324" y="897"/>
                  <a:pt x="14190" y="730"/>
                </a:cubicBezTo>
                <a:lnTo>
                  <a:pt x="13690" y="63"/>
                </a:lnTo>
                <a:cubicBezTo>
                  <a:pt x="13690" y="40"/>
                  <a:pt x="13674" y="1"/>
                  <a:pt x="13664"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5111" name="Google Shape;5111;p55"/>
          <p:cNvGrpSpPr/>
          <p:nvPr/>
        </p:nvGrpSpPr>
        <p:grpSpPr>
          <a:xfrm rot="-3634638">
            <a:off x="4459122" y="715681"/>
            <a:ext cx="780995" cy="2151611"/>
            <a:chOff x="-1805503" y="903130"/>
            <a:chExt cx="644920" cy="1776730"/>
          </a:xfrm>
        </p:grpSpPr>
        <p:sp>
          <p:nvSpPr>
            <p:cNvPr id="5112" name="Google Shape;5112;p55"/>
            <p:cNvSpPr/>
            <p:nvPr/>
          </p:nvSpPr>
          <p:spPr>
            <a:xfrm>
              <a:off x="-1645338" y="1135928"/>
              <a:ext cx="24199" cy="136752"/>
            </a:xfrm>
            <a:custGeom>
              <a:avLst/>
              <a:gdLst/>
              <a:ahLst/>
              <a:cxnLst/>
              <a:rect l="l" t="t" r="r" b="b"/>
              <a:pathLst>
                <a:path w="1144" h="6465" extrusionOk="0">
                  <a:moveTo>
                    <a:pt x="578" y="0"/>
                  </a:moveTo>
                  <a:cubicBezTo>
                    <a:pt x="539" y="0"/>
                    <a:pt x="509" y="11"/>
                    <a:pt x="500" y="37"/>
                  </a:cubicBezTo>
                  <a:cubicBezTo>
                    <a:pt x="500" y="37"/>
                    <a:pt x="434" y="171"/>
                    <a:pt x="400" y="371"/>
                  </a:cubicBezTo>
                  <a:cubicBezTo>
                    <a:pt x="334" y="571"/>
                    <a:pt x="234" y="838"/>
                    <a:pt x="200" y="1171"/>
                  </a:cubicBezTo>
                  <a:cubicBezTo>
                    <a:pt x="33" y="1838"/>
                    <a:pt x="0" y="2672"/>
                    <a:pt x="33" y="3273"/>
                  </a:cubicBezTo>
                  <a:cubicBezTo>
                    <a:pt x="67" y="3940"/>
                    <a:pt x="200" y="4740"/>
                    <a:pt x="400" y="5374"/>
                  </a:cubicBezTo>
                  <a:cubicBezTo>
                    <a:pt x="500" y="5708"/>
                    <a:pt x="567" y="5941"/>
                    <a:pt x="667" y="6175"/>
                  </a:cubicBezTo>
                  <a:cubicBezTo>
                    <a:pt x="734" y="6342"/>
                    <a:pt x="767" y="6442"/>
                    <a:pt x="767" y="6442"/>
                  </a:cubicBezTo>
                  <a:cubicBezTo>
                    <a:pt x="783" y="6458"/>
                    <a:pt x="815" y="6464"/>
                    <a:pt x="852" y="6464"/>
                  </a:cubicBezTo>
                  <a:cubicBezTo>
                    <a:pt x="969" y="6464"/>
                    <a:pt x="1143" y="6400"/>
                    <a:pt x="1067" y="6375"/>
                  </a:cubicBezTo>
                  <a:cubicBezTo>
                    <a:pt x="1067" y="6375"/>
                    <a:pt x="1067" y="6242"/>
                    <a:pt x="1034" y="6041"/>
                  </a:cubicBezTo>
                  <a:cubicBezTo>
                    <a:pt x="1001" y="5841"/>
                    <a:pt x="934" y="5574"/>
                    <a:pt x="901" y="5241"/>
                  </a:cubicBezTo>
                  <a:cubicBezTo>
                    <a:pt x="834" y="4607"/>
                    <a:pt x="767" y="3840"/>
                    <a:pt x="734" y="3239"/>
                  </a:cubicBezTo>
                  <a:cubicBezTo>
                    <a:pt x="734" y="2672"/>
                    <a:pt x="701" y="1872"/>
                    <a:pt x="734" y="1238"/>
                  </a:cubicBezTo>
                  <a:cubicBezTo>
                    <a:pt x="734" y="904"/>
                    <a:pt x="767" y="671"/>
                    <a:pt x="834" y="437"/>
                  </a:cubicBezTo>
                  <a:cubicBezTo>
                    <a:pt x="867" y="237"/>
                    <a:pt x="867" y="104"/>
                    <a:pt x="867" y="104"/>
                  </a:cubicBezTo>
                  <a:cubicBezTo>
                    <a:pt x="867" y="79"/>
                    <a:pt x="687" y="0"/>
                    <a:pt x="578"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13" name="Google Shape;5113;p55"/>
            <p:cNvSpPr/>
            <p:nvPr/>
          </p:nvSpPr>
          <p:spPr>
            <a:xfrm>
              <a:off x="-1585371" y="1347898"/>
              <a:ext cx="57874" cy="92226"/>
            </a:xfrm>
            <a:custGeom>
              <a:avLst/>
              <a:gdLst/>
              <a:ahLst/>
              <a:cxnLst/>
              <a:rect l="l" t="t" r="r" b="b"/>
              <a:pathLst>
                <a:path w="2736" h="4360" extrusionOk="0">
                  <a:moveTo>
                    <a:pt x="300" y="1"/>
                  </a:moveTo>
                  <a:cubicBezTo>
                    <a:pt x="193" y="1"/>
                    <a:pt x="0" y="65"/>
                    <a:pt x="0" y="90"/>
                  </a:cubicBezTo>
                  <a:cubicBezTo>
                    <a:pt x="0" y="90"/>
                    <a:pt x="34" y="190"/>
                    <a:pt x="34" y="357"/>
                  </a:cubicBezTo>
                  <a:cubicBezTo>
                    <a:pt x="34" y="524"/>
                    <a:pt x="67" y="724"/>
                    <a:pt x="100" y="991"/>
                  </a:cubicBezTo>
                  <a:cubicBezTo>
                    <a:pt x="201" y="1524"/>
                    <a:pt x="401" y="2091"/>
                    <a:pt x="668" y="2558"/>
                  </a:cubicBezTo>
                  <a:cubicBezTo>
                    <a:pt x="901" y="3025"/>
                    <a:pt x="1335" y="3526"/>
                    <a:pt x="1735" y="3859"/>
                  </a:cubicBezTo>
                  <a:cubicBezTo>
                    <a:pt x="1868" y="3926"/>
                    <a:pt x="1935" y="4026"/>
                    <a:pt x="2035" y="4059"/>
                  </a:cubicBezTo>
                  <a:cubicBezTo>
                    <a:pt x="2102" y="4160"/>
                    <a:pt x="2202" y="4193"/>
                    <a:pt x="2269" y="4226"/>
                  </a:cubicBezTo>
                  <a:cubicBezTo>
                    <a:pt x="2402" y="4326"/>
                    <a:pt x="2502" y="4360"/>
                    <a:pt x="2502" y="4360"/>
                  </a:cubicBezTo>
                  <a:cubicBezTo>
                    <a:pt x="2536" y="4360"/>
                    <a:pt x="2702" y="4059"/>
                    <a:pt x="2736" y="4059"/>
                  </a:cubicBezTo>
                  <a:cubicBezTo>
                    <a:pt x="2736" y="4059"/>
                    <a:pt x="2702" y="3959"/>
                    <a:pt x="2569" y="3893"/>
                  </a:cubicBezTo>
                  <a:cubicBezTo>
                    <a:pt x="2502" y="3859"/>
                    <a:pt x="2435" y="3826"/>
                    <a:pt x="2369" y="3726"/>
                  </a:cubicBezTo>
                  <a:cubicBezTo>
                    <a:pt x="2335" y="3626"/>
                    <a:pt x="2235" y="3559"/>
                    <a:pt x="2169" y="3492"/>
                  </a:cubicBezTo>
                  <a:cubicBezTo>
                    <a:pt x="1835" y="3125"/>
                    <a:pt x="1568" y="2592"/>
                    <a:pt x="1335" y="2225"/>
                  </a:cubicBezTo>
                  <a:cubicBezTo>
                    <a:pt x="1101" y="1825"/>
                    <a:pt x="834" y="1324"/>
                    <a:pt x="668" y="857"/>
                  </a:cubicBezTo>
                  <a:cubicBezTo>
                    <a:pt x="567" y="590"/>
                    <a:pt x="501" y="390"/>
                    <a:pt x="434" y="257"/>
                  </a:cubicBezTo>
                  <a:cubicBezTo>
                    <a:pt x="401" y="90"/>
                    <a:pt x="367" y="23"/>
                    <a:pt x="367" y="23"/>
                  </a:cubicBezTo>
                  <a:cubicBezTo>
                    <a:pt x="359" y="7"/>
                    <a:pt x="334" y="1"/>
                    <a:pt x="300"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14" name="Google Shape;5114;p55"/>
            <p:cNvSpPr/>
            <p:nvPr/>
          </p:nvSpPr>
          <p:spPr>
            <a:xfrm>
              <a:off x="-1478761" y="1486618"/>
              <a:ext cx="144600" cy="87635"/>
            </a:xfrm>
            <a:custGeom>
              <a:avLst/>
              <a:gdLst/>
              <a:ahLst/>
              <a:cxnLst/>
              <a:rect l="l" t="t" r="r" b="b"/>
              <a:pathLst>
                <a:path w="6836" h="4143" extrusionOk="0">
                  <a:moveTo>
                    <a:pt x="188" y="1"/>
                  </a:moveTo>
                  <a:cubicBezTo>
                    <a:pt x="119" y="1"/>
                    <a:pt x="0" y="305"/>
                    <a:pt x="64" y="337"/>
                  </a:cubicBezTo>
                  <a:cubicBezTo>
                    <a:pt x="64" y="337"/>
                    <a:pt x="631" y="570"/>
                    <a:pt x="1298" y="904"/>
                  </a:cubicBezTo>
                  <a:cubicBezTo>
                    <a:pt x="1465" y="1004"/>
                    <a:pt x="1665" y="1104"/>
                    <a:pt x="1832" y="1171"/>
                  </a:cubicBezTo>
                  <a:cubicBezTo>
                    <a:pt x="1999" y="1304"/>
                    <a:pt x="2199" y="1371"/>
                    <a:pt x="2366" y="1504"/>
                  </a:cubicBezTo>
                  <a:cubicBezTo>
                    <a:pt x="2699" y="1704"/>
                    <a:pt x="3066" y="1938"/>
                    <a:pt x="3400" y="2071"/>
                  </a:cubicBezTo>
                  <a:cubicBezTo>
                    <a:pt x="3733" y="2238"/>
                    <a:pt x="4067" y="2505"/>
                    <a:pt x="4467" y="2705"/>
                  </a:cubicBezTo>
                  <a:cubicBezTo>
                    <a:pt x="4634" y="2839"/>
                    <a:pt x="4834" y="2905"/>
                    <a:pt x="5001" y="3039"/>
                  </a:cubicBezTo>
                  <a:cubicBezTo>
                    <a:pt x="5168" y="3139"/>
                    <a:pt x="5334" y="3239"/>
                    <a:pt x="5501" y="3372"/>
                  </a:cubicBezTo>
                  <a:cubicBezTo>
                    <a:pt x="6135" y="3806"/>
                    <a:pt x="6569" y="4140"/>
                    <a:pt x="6569" y="4140"/>
                  </a:cubicBezTo>
                  <a:cubicBezTo>
                    <a:pt x="6573" y="4142"/>
                    <a:pt x="6578" y="4143"/>
                    <a:pt x="6584" y="4143"/>
                  </a:cubicBezTo>
                  <a:cubicBezTo>
                    <a:pt x="6661" y="4143"/>
                    <a:pt x="6836" y="3935"/>
                    <a:pt x="6836" y="3873"/>
                  </a:cubicBezTo>
                  <a:cubicBezTo>
                    <a:pt x="6836" y="3873"/>
                    <a:pt x="6402" y="3472"/>
                    <a:pt x="5835" y="2972"/>
                  </a:cubicBezTo>
                  <a:cubicBezTo>
                    <a:pt x="5701" y="2839"/>
                    <a:pt x="5535" y="2672"/>
                    <a:pt x="5368" y="2538"/>
                  </a:cubicBezTo>
                  <a:cubicBezTo>
                    <a:pt x="5168" y="2405"/>
                    <a:pt x="5001" y="2305"/>
                    <a:pt x="4834" y="2171"/>
                  </a:cubicBezTo>
                  <a:cubicBezTo>
                    <a:pt x="4467" y="1938"/>
                    <a:pt x="4134" y="1671"/>
                    <a:pt x="3800" y="1471"/>
                  </a:cubicBezTo>
                  <a:cubicBezTo>
                    <a:pt x="3466" y="1304"/>
                    <a:pt x="3033" y="1137"/>
                    <a:pt x="2666" y="904"/>
                  </a:cubicBezTo>
                  <a:cubicBezTo>
                    <a:pt x="2466" y="804"/>
                    <a:pt x="2299" y="704"/>
                    <a:pt x="2065" y="637"/>
                  </a:cubicBezTo>
                  <a:cubicBezTo>
                    <a:pt x="1865" y="537"/>
                    <a:pt x="1665" y="504"/>
                    <a:pt x="1498" y="404"/>
                  </a:cubicBezTo>
                  <a:cubicBezTo>
                    <a:pt x="731" y="170"/>
                    <a:pt x="197" y="3"/>
                    <a:pt x="197" y="3"/>
                  </a:cubicBezTo>
                  <a:cubicBezTo>
                    <a:pt x="194" y="2"/>
                    <a:pt x="191" y="1"/>
                    <a:pt x="188"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15" name="Google Shape;5115;p55"/>
            <p:cNvSpPr/>
            <p:nvPr/>
          </p:nvSpPr>
          <p:spPr>
            <a:xfrm>
              <a:off x="-1267827" y="1645390"/>
              <a:ext cx="76192" cy="114944"/>
            </a:xfrm>
            <a:custGeom>
              <a:avLst/>
              <a:gdLst/>
              <a:ahLst/>
              <a:cxnLst/>
              <a:rect l="l" t="t" r="r" b="b"/>
              <a:pathLst>
                <a:path w="3602" h="5434" extrusionOk="0">
                  <a:moveTo>
                    <a:pt x="226" y="0"/>
                  </a:moveTo>
                  <a:cubicBezTo>
                    <a:pt x="179" y="0"/>
                    <a:pt x="1" y="271"/>
                    <a:pt x="32" y="303"/>
                  </a:cubicBezTo>
                  <a:cubicBezTo>
                    <a:pt x="32" y="303"/>
                    <a:pt x="166" y="370"/>
                    <a:pt x="266" y="503"/>
                  </a:cubicBezTo>
                  <a:cubicBezTo>
                    <a:pt x="433" y="636"/>
                    <a:pt x="666" y="803"/>
                    <a:pt x="866" y="1037"/>
                  </a:cubicBezTo>
                  <a:cubicBezTo>
                    <a:pt x="1267" y="1504"/>
                    <a:pt x="1734" y="2104"/>
                    <a:pt x="2067" y="2604"/>
                  </a:cubicBezTo>
                  <a:cubicBezTo>
                    <a:pt x="2367" y="3105"/>
                    <a:pt x="2768" y="3772"/>
                    <a:pt x="2935" y="4339"/>
                  </a:cubicBezTo>
                  <a:cubicBezTo>
                    <a:pt x="3035" y="4639"/>
                    <a:pt x="3101" y="4873"/>
                    <a:pt x="3168" y="5106"/>
                  </a:cubicBezTo>
                  <a:cubicBezTo>
                    <a:pt x="3201" y="5273"/>
                    <a:pt x="3235" y="5373"/>
                    <a:pt x="3235" y="5373"/>
                  </a:cubicBezTo>
                  <a:cubicBezTo>
                    <a:pt x="3249" y="5415"/>
                    <a:pt x="3309" y="5434"/>
                    <a:pt x="3378" y="5434"/>
                  </a:cubicBezTo>
                  <a:cubicBezTo>
                    <a:pt x="3473" y="5434"/>
                    <a:pt x="3582" y="5398"/>
                    <a:pt x="3602" y="5340"/>
                  </a:cubicBezTo>
                  <a:cubicBezTo>
                    <a:pt x="3602" y="5340"/>
                    <a:pt x="3568" y="5206"/>
                    <a:pt x="3568" y="5006"/>
                  </a:cubicBezTo>
                  <a:cubicBezTo>
                    <a:pt x="3568" y="4806"/>
                    <a:pt x="3535" y="4506"/>
                    <a:pt x="3435" y="4172"/>
                  </a:cubicBezTo>
                  <a:cubicBezTo>
                    <a:pt x="3368" y="3505"/>
                    <a:pt x="3001" y="2705"/>
                    <a:pt x="2668" y="2171"/>
                  </a:cubicBezTo>
                  <a:cubicBezTo>
                    <a:pt x="2267" y="1637"/>
                    <a:pt x="1734" y="1003"/>
                    <a:pt x="1200" y="636"/>
                  </a:cubicBezTo>
                  <a:cubicBezTo>
                    <a:pt x="933" y="436"/>
                    <a:pt x="700" y="303"/>
                    <a:pt x="533" y="169"/>
                  </a:cubicBezTo>
                  <a:cubicBezTo>
                    <a:pt x="333" y="103"/>
                    <a:pt x="233" y="3"/>
                    <a:pt x="233" y="3"/>
                  </a:cubicBezTo>
                  <a:cubicBezTo>
                    <a:pt x="231" y="1"/>
                    <a:pt x="229" y="0"/>
                    <a:pt x="226"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16" name="Google Shape;5116;p55"/>
            <p:cNvSpPr/>
            <p:nvPr/>
          </p:nvSpPr>
          <p:spPr>
            <a:xfrm>
              <a:off x="-1220572" y="2001220"/>
              <a:ext cx="59989" cy="91591"/>
            </a:xfrm>
            <a:custGeom>
              <a:avLst/>
              <a:gdLst/>
              <a:ahLst/>
              <a:cxnLst/>
              <a:rect l="l" t="t" r="r" b="b"/>
              <a:pathLst>
                <a:path w="2836" h="4330" extrusionOk="0">
                  <a:moveTo>
                    <a:pt x="2619" y="1"/>
                  </a:moveTo>
                  <a:cubicBezTo>
                    <a:pt x="2527" y="1"/>
                    <a:pt x="2435" y="9"/>
                    <a:pt x="2435" y="26"/>
                  </a:cubicBezTo>
                  <a:cubicBezTo>
                    <a:pt x="2435" y="26"/>
                    <a:pt x="2435" y="126"/>
                    <a:pt x="2368" y="293"/>
                  </a:cubicBezTo>
                  <a:cubicBezTo>
                    <a:pt x="2335" y="393"/>
                    <a:pt x="2335" y="626"/>
                    <a:pt x="2268" y="860"/>
                  </a:cubicBezTo>
                  <a:cubicBezTo>
                    <a:pt x="2135" y="1360"/>
                    <a:pt x="1868" y="1894"/>
                    <a:pt x="1668" y="2294"/>
                  </a:cubicBezTo>
                  <a:cubicBezTo>
                    <a:pt x="1434" y="2661"/>
                    <a:pt x="1101" y="3162"/>
                    <a:pt x="701" y="3462"/>
                  </a:cubicBezTo>
                  <a:cubicBezTo>
                    <a:pt x="534" y="3629"/>
                    <a:pt x="367" y="3729"/>
                    <a:pt x="267" y="3829"/>
                  </a:cubicBezTo>
                  <a:cubicBezTo>
                    <a:pt x="133" y="3929"/>
                    <a:pt x="33" y="3996"/>
                    <a:pt x="33" y="3996"/>
                  </a:cubicBezTo>
                  <a:cubicBezTo>
                    <a:pt x="0" y="4029"/>
                    <a:pt x="133" y="4329"/>
                    <a:pt x="200" y="4329"/>
                  </a:cubicBezTo>
                  <a:lnTo>
                    <a:pt x="467" y="4196"/>
                  </a:lnTo>
                  <a:cubicBezTo>
                    <a:pt x="600" y="4129"/>
                    <a:pt x="834" y="4029"/>
                    <a:pt x="1034" y="3862"/>
                  </a:cubicBezTo>
                  <a:cubicBezTo>
                    <a:pt x="1534" y="3562"/>
                    <a:pt x="2001" y="3062"/>
                    <a:pt x="2302" y="2628"/>
                  </a:cubicBezTo>
                  <a:cubicBezTo>
                    <a:pt x="2602" y="2161"/>
                    <a:pt x="2802" y="1494"/>
                    <a:pt x="2802" y="960"/>
                  </a:cubicBezTo>
                  <a:cubicBezTo>
                    <a:pt x="2835" y="693"/>
                    <a:pt x="2802" y="460"/>
                    <a:pt x="2802" y="293"/>
                  </a:cubicBezTo>
                  <a:lnTo>
                    <a:pt x="2802" y="26"/>
                  </a:lnTo>
                  <a:cubicBezTo>
                    <a:pt x="2802" y="9"/>
                    <a:pt x="2710" y="1"/>
                    <a:pt x="2619"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17" name="Google Shape;5117;p55"/>
            <p:cNvSpPr/>
            <p:nvPr/>
          </p:nvSpPr>
          <p:spPr>
            <a:xfrm>
              <a:off x="-1355314" y="2110346"/>
              <a:ext cx="88143" cy="57303"/>
            </a:xfrm>
            <a:custGeom>
              <a:avLst/>
              <a:gdLst/>
              <a:ahLst/>
              <a:cxnLst/>
              <a:rect l="l" t="t" r="r" b="b"/>
              <a:pathLst>
                <a:path w="4167" h="2709" extrusionOk="0">
                  <a:moveTo>
                    <a:pt x="3878" y="1"/>
                  </a:moveTo>
                  <a:cubicBezTo>
                    <a:pt x="3874" y="1"/>
                    <a:pt x="3870" y="2"/>
                    <a:pt x="3868" y="4"/>
                  </a:cubicBezTo>
                  <a:cubicBezTo>
                    <a:pt x="3868" y="4"/>
                    <a:pt x="3568" y="204"/>
                    <a:pt x="3201" y="471"/>
                  </a:cubicBezTo>
                  <a:cubicBezTo>
                    <a:pt x="3134" y="538"/>
                    <a:pt x="3001" y="571"/>
                    <a:pt x="2901" y="671"/>
                  </a:cubicBezTo>
                  <a:cubicBezTo>
                    <a:pt x="2801" y="738"/>
                    <a:pt x="2701" y="805"/>
                    <a:pt x="2567" y="871"/>
                  </a:cubicBezTo>
                  <a:cubicBezTo>
                    <a:pt x="2367" y="1005"/>
                    <a:pt x="2167" y="1138"/>
                    <a:pt x="2000" y="1238"/>
                  </a:cubicBezTo>
                  <a:lnTo>
                    <a:pt x="1366" y="1639"/>
                  </a:lnTo>
                  <a:lnTo>
                    <a:pt x="733" y="2005"/>
                  </a:lnTo>
                  <a:cubicBezTo>
                    <a:pt x="332" y="2239"/>
                    <a:pt x="32" y="2406"/>
                    <a:pt x="32" y="2406"/>
                  </a:cubicBezTo>
                  <a:cubicBezTo>
                    <a:pt x="1" y="2469"/>
                    <a:pt x="117" y="2709"/>
                    <a:pt x="214" y="2709"/>
                  </a:cubicBezTo>
                  <a:cubicBezTo>
                    <a:pt x="221" y="2709"/>
                    <a:pt x="226" y="2708"/>
                    <a:pt x="232" y="2706"/>
                  </a:cubicBezTo>
                  <a:cubicBezTo>
                    <a:pt x="232" y="2706"/>
                    <a:pt x="566" y="2639"/>
                    <a:pt x="1033" y="2472"/>
                  </a:cubicBezTo>
                  <a:cubicBezTo>
                    <a:pt x="1300" y="2372"/>
                    <a:pt x="1500" y="2306"/>
                    <a:pt x="1733" y="2172"/>
                  </a:cubicBezTo>
                  <a:cubicBezTo>
                    <a:pt x="2000" y="2072"/>
                    <a:pt x="2200" y="1972"/>
                    <a:pt x="2401" y="1839"/>
                  </a:cubicBezTo>
                  <a:cubicBezTo>
                    <a:pt x="2634" y="1705"/>
                    <a:pt x="2834" y="1538"/>
                    <a:pt x="3034" y="1372"/>
                  </a:cubicBezTo>
                  <a:cubicBezTo>
                    <a:pt x="3134" y="1305"/>
                    <a:pt x="3234" y="1205"/>
                    <a:pt x="3335" y="1138"/>
                  </a:cubicBezTo>
                  <a:lnTo>
                    <a:pt x="3568" y="871"/>
                  </a:lnTo>
                  <a:cubicBezTo>
                    <a:pt x="3868" y="504"/>
                    <a:pt x="4135" y="238"/>
                    <a:pt x="4135" y="238"/>
                  </a:cubicBezTo>
                  <a:cubicBezTo>
                    <a:pt x="4166" y="206"/>
                    <a:pt x="3936" y="1"/>
                    <a:pt x="3878"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18" name="Google Shape;5118;p55"/>
            <p:cNvSpPr/>
            <p:nvPr/>
          </p:nvSpPr>
          <p:spPr>
            <a:xfrm>
              <a:off x="-1514805" y="2196501"/>
              <a:ext cx="95970" cy="41713"/>
            </a:xfrm>
            <a:custGeom>
              <a:avLst/>
              <a:gdLst/>
              <a:ahLst/>
              <a:cxnLst/>
              <a:rect l="l" t="t" r="r" b="b"/>
              <a:pathLst>
                <a:path w="4537" h="1972" extrusionOk="0">
                  <a:moveTo>
                    <a:pt x="3603" y="1"/>
                  </a:moveTo>
                  <a:cubicBezTo>
                    <a:pt x="3102" y="1"/>
                    <a:pt x="2502" y="134"/>
                    <a:pt x="2035" y="301"/>
                  </a:cubicBezTo>
                  <a:cubicBezTo>
                    <a:pt x="1568" y="501"/>
                    <a:pt x="1001" y="801"/>
                    <a:pt x="601" y="1135"/>
                  </a:cubicBezTo>
                  <a:cubicBezTo>
                    <a:pt x="400" y="1268"/>
                    <a:pt x="267" y="1435"/>
                    <a:pt x="167" y="1568"/>
                  </a:cubicBezTo>
                  <a:lnTo>
                    <a:pt x="0" y="1735"/>
                  </a:lnTo>
                  <a:cubicBezTo>
                    <a:pt x="0" y="1766"/>
                    <a:pt x="175" y="1972"/>
                    <a:pt x="198" y="1972"/>
                  </a:cubicBezTo>
                  <a:cubicBezTo>
                    <a:pt x="199" y="1972"/>
                    <a:pt x="200" y="1971"/>
                    <a:pt x="200" y="1969"/>
                  </a:cubicBezTo>
                  <a:cubicBezTo>
                    <a:pt x="200" y="1969"/>
                    <a:pt x="267" y="1935"/>
                    <a:pt x="400" y="1835"/>
                  </a:cubicBezTo>
                  <a:cubicBezTo>
                    <a:pt x="534" y="1769"/>
                    <a:pt x="701" y="1668"/>
                    <a:pt x="901" y="1568"/>
                  </a:cubicBezTo>
                  <a:cubicBezTo>
                    <a:pt x="1268" y="1302"/>
                    <a:pt x="1835" y="1135"/>
                    <a:pt x="2235" y="968"/>
                  </a:cubicBezTo>
                  <a:cubicBezTo>
                    <a:pt x="2669" y="835"/>
                    <a:pt x="3202" y="634"/>
                    <a:pt x="3669" y="568"/>
                  </a:cubicBezTo>
                  <a:cubicBezTo>
                    <a:pt x="3903" y="468"/>
                    <a:pt x="4070" y="468"/>
                    <a:pt x="4236" y="434"/>
                  </a:cubicBezTo>
                  <a:cubicBezTo>
                    <a:pt x="4403" y="401"/>
                    <a:pt x="4503" y="401"/>
                    <a:pt x="4503" y="401"/>
                  </a:cubicBezTo>
                  <a:cubicBezTo>
                    <a:pt x="4537" y="401"/>
                    <a:pt x="4537" y="1"/>
                    <a:pt x="4503"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19" name="Google Shape;5119;p55"/>
            <p:cNvSpPr/>
            <p:nvPr/>
          </p:nvSpPr>
          <p:spPr>
            <a:xfrm>
              <a:off x="-1605127" y="2245850"/>
              <a:ext cx="58593" cy="97006"/>
            </a:xfrm>
            <a:custGeom>
              <a:avLst/>
              <a:gdLst/>
              <a:ahLst/>
              <a:cxnLst/>
              <a:rect l="l" t="t" r="r" b="b"/>
              <a:pathLst>
                <a:path w="2770" h="4586" extrusionOk="0">
                  <a:moveTo>
                    <a:pt x="2509" y="0"/>
                  </a:moveTo>
                  <a:cubicBezTo>
                    <a:pt x="2506" y="0"/>
                    <a:pt x="2504" y="1"/>
                    <a:pt x="2502" y="3"/>
                  </a:cubicBezTo>
                  <a:cubicBezTo>
                    <a:pt x="2502" y="3"/>
                    <a:pt x="2435" y="103"/>
                    <a:pt x="2302" y="169"/>
                  </a:cubicBezTo>
                  <a:cubicBezTo>
                    <a:pt x="2169" y="269"/>
                    <a:pt x="2002" y="403"/>
                    <a:pt x="1802" y="603"/>
                  </a:cubicBezTo>
                  <a:cubicBezTo>
                    <a:pt x="1368" y="937"/>
                    <a:pt x="968" y="1470"/>
                    <a:pt x="701" y="1937"/>
                  </a:cubicBezTo>
                  <a:cubicBezTo>
                    <a:pt x="467" y="2371"/>
                    <a:pt x="201" y="3005"/>
                    <a:pt x="134" y="3572"/>
                  </a:cubicBezTo>
                  <a:cubicBezTo>
                    <a:pt x="100" y="3805"/>
                    <a:pt x="34" y="4072"/>
                    <a:pt x="34" y="4239"/>
                  </a:cubicBezTo>
                  <a:cubicBezTo>
                    <a:pt x="0" y="4406"/>
                    <a:pt x="0" y="4472"/>
                    <a:pt x="0" y="4472"/>
                  </a:cubicBezTo>
                  <a:cubicBezTo>
                    <a:pt x="25" y="4548"/>
                    <a:pt x="201" y="4585"/>
                    <a:pt x="301" y="4585"/>
                  </a:cubicBezTo>
                  <a:cubicBezTo>
                    <a:pt x="334" y="4585"/>
                    <a:pt x="359" y="4581"/>
                    <a:pt x="367" y="4573"/>
                  </a:cubicBezTo>
                  <a:cubicBezTo>
                    <a:pt x="367" y="4573"/>
                    <a:pt x="434" y="4472"/>
                    <a:pt x="467" y="4306"/>
                  </a:cubicBezTo>
                  <a:cubicBezTo>
                    <a:pt x="501" y="4172"/>
                    <a:pt x="601" y="3972"/>
                    <a:pt x="668" y="3739"/>
                  </a:cubicBezTo>
                  <a:cubicBezTo>
                    <a:pt x="834" y="3272"/>
                    <a:pt x="1135" y="2738"/>
                    <a:pt x="1335" y="2304"/>
                  </a:cubicBezTo>
                  <a:cubicBezTo>
                    <a:pt x="1535" y="1904"/>
                    <a:pt x="1835" y="1337"/>
                    <a:pt x="2169" y="970"/>
                  </a:cubicBezTo>
                  <a:cubicBezTo>
                    <a:pt x="2335" y="803"/>
                    <a:pt x="2469" y="636"/>
                    <a:pt x="2602" y="503"/>
                  </a:cubicBezTo>
                  <a:cubicBezTo>
                    <a:pt x="2669" y="403"/>
                    <a:pt x="2769" y="303"/>
                    <a:pt x="2769" y="303"/>
                  </a:cubicBezTo>
                  <a:cubicBezTo>
                    <a:pt x="2769" y="271"/>
                    <a:pt x="2559" y="0"/>
                    <a:pt x="2509"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20" name="Google Shape;5120;p55"/>
            <p:cNvSpPr/>
            <p:nvPr/>
          </p:nvSpPr>
          <p:spPr>
            <a:xfrm>
              <a:off x="-1605825" y="2400603"/>
              <a:ext cx="31771" cy="79576"/>
            </a:xfrm>
            <a:custGeom>
              <a:avLst/>
              <a:gdLst/>
              <a:ahLst/>
              <a:cxnLst/>
              <a:rect l="l" t="t" r="r" b="b"/>
              <a:pathLst>
                <a:path w="1502" h="3762" extrusionOk="0">
                  <a:moveTo>
                    <a:pt x="267" y="0"/>
                  </a:moveTo>
                  <a:cubicBezTo>
                    <a:pt x="167" y="0"/>
                    <a:pt x="67" y="9"/>
                    <a:pt x="67" y="25"/>
                  </a:cubicBezTo>
                  <a:cubicBezTo>
                    <a:pt x="67" y="25"/>
                    <a:pt x="33" y="125"/>
                    <a:pt x="33" y="259"/>
                  </a:cubicBezTo>
                  <a:cubicBezTo>
                    <a:pt x="33" y="359"/>
                    <a:pt x="0" y="526"/>
                    <a:pt x="0" y="759"/>
                  </a:cubicBezTo>
                  <a:cubicBezTo>
                    <a:pt x="0" y="1159"/>
                    <a:pt x="33" y="1660"/>
                    <a:pt x="133" y="2027"/>
                  </a:cubicBezTo>
                  <a:cubicBezTo>
                    <a:pt x="167" y="2260"/>
                    <a:pt x="234" y="2460"/>
                    <a:pt x="334" y="2660"/>
                  </a:cubicBezTo>
                  <a:cubicBezTo>
                    <a:pt x="467" y="2861"/>
                    <a:pt x="567" y="3094"/>
                    <a:pt x="701" y="3261"/>
                  </a:cubicBezTo>
                  <a:cubicBezTo>
                    <a:pt x="734" y="3328"/>
                    <a:pt x="834" y="3361"/>
                    <a:pt x="867" y="3461"/>
                  </a:cubicBezTo>
                  <a:cubicBezTo>
                    <a:pt x="901" y="3528"/>
                    <a:pt x="1001" y="3594"/>
                    <a:pt x="1034" y="3628"/>
                  </a:cubicBezTo>
                  <a:cubicBezTo>
                    <a:pt x="1168" y="3694"/>
                    <a:pt x="1201" y="3761"/>
                    <a:pt x="1201" y="3761"/>
                  </a:cubicBezTo>
                  <a:cubicBezTo>
                    <a:pt x="1234" y="3761"/>
                    <a:pt x="1468" y="3528"/>
                    <a:pt x="1501" y="3494"/>
                  </a:cubicBezTo>
                  <a:lnTo>
                    <a:pt x="1401" y="3328"/>
                  </a:lnTo>
                  <a:cubicBezTo>
                    <a:pt x="1368" y="3294"/>
                    <a:pt x="1334" y="3261"/>
                    <a:pt x="1301" y="3161"/>
                  </a:cubicBezTo>
                  <a:cubicBezTo>
                    <a:pt x="1301" y="3127"/>
                    <a:pt x="1234" y="3027"/>
                    <a:pt x="1201" y="2961"/>
                  </a:cubicBezTo>
                  <a:cubicBezTo>
                    <a:pt x="1134" y="2794"/>
                    <a:pt x="1067" y="2594"/>
                    <a:pt x="1001" y="2427"/>
                  </a:cubicBezTo>
                  <a:cubicBezTo>
                    <a:pt x="901" y="2260"/>
                    <a:pt x="867" y="2027"/>
                    <a:pt x="834" y="1860"/>
                  </a:cubicBezTo>
                  <a:cubicBezTo>
                    <a:pt x="734" y="1493"/>
                    <a:pt x="667" y="1093"/>
                    <a:pt x="567" y="692"/>
                  </a:cubicBezTo>
                  <a:cubicBezTo>
                    <a:pt x="534" y="526"/>
                    <a:pt x="500" y="359"/>
                    <a:pt x="500" y="259"/>
                  </a:cubicBezTo>
                  <a:cubicBezTo>
                    <a:pt x="467" y="125"/>
                    <a:pt x="467" y="25"/>
                    <a:pt x="467" y="25"/>
                  </a:cubicBezTo>
                  <a:cubicBezTo>
                    <a:pt x="467" y="9"/>
                    <a:pt x="367" y="0"/>
                    <a:pt x="267"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21" name="Google Shape;5121;p55"/>
            <p:cNvSpPr/>
            <p:nvPr/>
          </p:nvSpPr>
          <p:spPr>
            <a:xfrm>
              <a:off x="-1540125" y="2516075"/>
              <a:ext cx="110713" cy="53707"/>
            </a:xfrm>
            <a:custGeom>
              <a:avLst/>
              <a:gdLst/>
              <a:ahLst/>
              <a:cxnLst/>
              <a:rect l="l" t="t" r="r" b="b"/>
              <a:pathLst>
                <a:path w="5234" h="2539" extrusionOk="0">
                  <a:moveTo>
                    <a:pt x="283" y="1"/>
                  </a:moveTo>
                  <a:cubicBezTo>
                    <a:pt x="203" y="1"/>
                    <a:pt x="0" y="241"/>
                    <a:pt x="63" y="304"/>
                  </a:cubicBezTo>
                  <a:lnTo>
                    <a:pt x="263" y="504"/>
                  </a:lnTo>
                  <a:cubicBezTo>
                    <a:pt x="397" y="637"/>
                    <a:pt x="597" y="804"/>
                    <a:pt x="797" y="971"/>
                  </a:cubicBezTo>
                  <a:cubicBezTo>
                    <a:pt x="1230" y="1338"/>
                    <a:pt x="1831" y="1671"/>
                    <a:pt x="2331" y="1905"/>
                  </a:cubicBezTo>
                  <a:cubicBezTo>
                    <a:pt x="2832" y="2138"/>
                    <a:pt x="3565" y="2338"/>
                    <a:pt x="4099" y="2405"/>
                  </a:cubicBezTo>
                  <a:cubicBezTo>
                    <a:pt x="4399" y="2472"/>
                    <a:pt x="4633" y="2505"/>
                    <a:pt x="4800" y="2505"/>
                  </a:cubicBezTo>
                  <a:cubicBezTo>
                    <a:pt x="4966" y="2539"/>
                    <a:pt x="5100" y="2539"/>
                    <a:pt x="5100" y="2539"/>
                  </a:cubicBezTo>
                  <a:cubicBezTo>
                    <a:pt x="5200" y="2505"/>
                    <a:pt x="5233" y="2205"/>
                    <a:pt x="5133" y="2138"/>
                  </a:cubicBezTo>
                  <a:cubicBezTo>
                    <a:pt x="5133" y="2138"/>
                    <a:pt x="5067" y="2072"/>
                    <a:pt x="4900" y="2038"/>
                  </a:cubicBezTo>
                  <a:lnTo>
                    <a:pt x="4266" y="1838"/>
                  </a:lnTo>
                  <a:cubicBezTo>
                    <a:pt x="3766" y="1705"/>
                    <a:pt x="3132" y="1404"/>
                    <a:pt x="2665" y="1204"/>
                  </a:cubicBezTo>
                  <a:cubicBezTo>
                    <a:pt x="2231" y="1004"/>
                    <a:pt x="1597" y="737"/>
                    <a:pt x="1130" y="470"/>
                  </a:cubicBezTo>
                  <a:cubicBezTo>
                    <a:pt x="897" y="337"/>
                    <a:pt x="663" y="204"/>
                    <a:pt x="563" y="137"/>
                  </a:cubicBezTo>
                  <a:lnTo>
                    <a:pt x="296" y="3"/>
                  </a:lnTo>
                  <a:cubicBezTo>
                    <a:pt x="293" y="1"/>
                    <a:pt x="288" y="1"/>
                    <a:pt x="283"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22" name="Google Shape;5122;p55"/>
            <p:cNvSpPr/>
            <p:nvPr/>
          </p:nvSpPr>
          <p:spPr>
            <a:xfrm>
              <a:off x="-1400517" y="2565530"/>
              <a:ext cx="72659" cy="31835"/>
            </a:xfrm>
            <a:custGeom>
              <a:avLst/>
              <a:gdLst/>
              <a:ahLst/>
              <a:cxnLst/>
              <a:rect l="l" t="t" r="r" b="b"/>
              <a:pathLst>
                <a:path w="3435" h="1505" extrusionOk="0">
                  <a:moveTo>
                    <a:pt x="668" y="0"/>
                  </a:moveTo>
                  <a:cubicBezTo>
                    <a:pt x="501" y="0"/>
                    <a:pt x="335" y="34"/>
                    <a:pt x="201" y="34"/>
                  </a:cubicBezTo>
                  <a:cubicBezTo>
                    <a:pt x="134" y="67"/>
                    <a:pt x="34" y="67"/>
                    <a:pt x="34" y="67"/>
                  </a:cubicBezTo>
                  <a:cubicBezTo>
                    <a:pt x="1" y="67"/>
                    <a:pt x="1" y="467"/>
                    <a:pt x="34" y="467"/>
                  </a:cubicBezTo>
                  <a:cubicBezTo>
                    <a:pt x="34" y="467"/>
                    <a:pt x="68" y="501"/>
                    <a:pt x="201" y="501"/>
                  </a:cubicBezTo>
                  <a:cubicBezTo>
                    <a:pt x="301" y="501"/>
                    <a:pt x="468" y="534"/>
                    <a:pt x="635" y="567"/>
                  </a:cubicBezTo>
                  <a:cubicBezTo>
                    <a:pt x="968" y="668"/>
                    <a:pt x="1369" y="801"/>
                    <a:pt x="1669" y="868"/>
                  </a:cubicBezTo>
                  <a:cubicBezTo>
                    <a:pt x="1969" y="968"/>
                    <a:pt x="2369" y="1034"/>
                    <a:pt x="2670" y="1201"/>
                  </a:cubicBezTo>
                  <a:cubicBezTo>
                    <a:pt x="2836" y="1301"/>
                    <a:pt x="2970" y="1368"/>
                    <a:pt x="3036" y="1401"/>
                  </a:cubicBezTo>
                  <a:cubicBezTo>
                    <a:pt x="3137" y="1435"/>
                    <a:pt x="3170" y="1501"/>
                    <a:pt x="3170" y="1501"/>
                  </a:cubicBezTo>
                  <a:cubicBezTo>
                    <a:pt x="3172" y="1504"/>
                    <a:pt x="3175" y="1505"/>
                    <a:pt x="3179" y="1505"/>
                  </a:cubicBezTo>
                  <a:cubicBezTo>
                    <a:pt x="3233" y="1505"/>
                    <a:pt x="3435" y="1293"/>
                    <a:pt x="3403" y="1168"/>
                  </a:cubicBezTo>
                  <a:lnTo>
                    <a:pt x="3303" y="1034"/>
                  </a:lnTo>
                  <a:cubicBezTo>
                    <a:pt x="3237" y="968"/>
                    <a:pt x="3137" y="834"/>
                    <a:pt x="2970" y="701"/>
                  </a:cubicBezTo>
                  <a:cubicBezTo>
                    <a:pt x="2670" y="467"/>
                    <a:pt x="2203" y="234"/>
                    <a:pt x="1869" y="134"/>
                  </a:cubicBezTo>
                  <a:cubicBezTo>
                    <a:pt x="1502" y="34"/>
                    <a:pt x="1035" y="0"/>
                    <a:pt x="668"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23" name="Google Shape;5123;p55"/>
            <p:cNvSpPr/>
            <p:nvPr/>
          </p:nvSpPr>
          <p:spPr>
            <a:xfrm>
              <a:off x="-1285489" y="2628100"/>
              <a:ext cx="57176" cy="51761"/>
            </a:xfrm>
            <a:custGeom>
              <a:avLst/>
              <a:gdLst/>
              <a:ahLst/>
              <a:cxnLst/>
              <a:rect l="l" t="t" r="r" b="b"/>
              <a:pathLst>
                <a:path w="2703" h="2447" extrusionOk="0">
                  <a:moveTo>
                    <a:pt x="226" y="1"/>
                  </a:moveTo>
                  <a:cubicBezTo>
                    <a:pt x="185" y="1"/>
                    <a:pt x="0" y="215"/>
                    <a:pt x="0" y="245"/>
                  </a:cubicBezTo>
                  <a:cubicBezTo>
                    <a:pt x="0" y="245"/>
                    <a:pt x="567" y="1079"/>
                    <a:pt x="1068" y="1546"/>
                  </a:cubicBezTo>
                  <a:cubicBezTo>
                    <a:pt x="1334" y="1746"/>
                    <a:pt x="1668" y="2013"/>
                    <a:pt x="1935" y="2179"/>
                  </a:cubicBezTo>
                  <a:cubicBezTo>
                    <a:pt x="2235" y="2346"/>
                    <a:pt x="2502" y="2446"/>
                    <a:pt x="2502" y="2446"/>
                  </a:cubicBezTo>
                  <a:cubicBezTo>
                    <a:pt x="2535" y="2446"/>
                    <a:pt x="2702" y="2213"/>
                    <a:pt x="2702" y="2179"/>
                  </a:cubicBezTo>
                  <a:cubicBezTo>
                    <a:pt x="2702" y="2179"/>
                    <a:pt x="2502" y="2013"/>
                    <a:pt x="2268" y="1746"/>
                  </a:cubicBezTo>
                  <a:cubicBezTo>
                    <a:pt x="2035" y="1479"/>
                    <a:pt x="1768" y="1212"/>
                    <a:pt x="1535" y="979"/>
                  </a:cubicBezTo>
                  <a:cubicBezTo>
                    <a:pt x="1068" y="578"/>
                    <a:pt x="234" y="11"/>
                    <a:pt x="234" y="11"/>
                  </a:cubicBezTo>
                  <a:cubicBezTo>
                    <a:pt x="234" y="4"/>
                    <a:pt x="231" y="1"/>
                    <a:pt x="226"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24" name="Google Shape;5124;p55"/>
            <p:cNvSpPr/>
            <p:nvPr/>
          </p:nvSpPr>
          <p:spPr>
            <a:xfrm rot="2507687">
              <a:off x="-1752857" y="955777"/>
              <a:ext cx="255563" cy="255563"/>
            </a:xfrm>
            <a:prstGeom prst="mathPlus">
              <a:avLst>
                <a:gd name="adj1" fmla="val 18896"/>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5128" name="Shape 5128"/>
        <p:cNvGrpSpPr/>
        <p:nvPr/>
      </p:nvGrpSpPr>
      <p:grpSpPr>
        <a:xfrm>
          <a:off x="0" y="0"/>
          <a:ext cx="0" cy="0"/>
          <a:chOff x="0" y="0"/>
          <a:chExt cx="0" cy="0"/>
        </a:xfrm>
      </p:grpSpPr>
      <p:sp>
        <p:nvSpPr>
          <p:cNvPr id="5129" name="Google Shape;5129;p56"/>
          <p:cNvSpPr txBox="1"/>
          <p:nvPr>
            <p:ph type="title"/>
          </p:nvPr>
        </p:nvSpPr>
        <p:spPr>
          <a:xfrm>
            <a:off x="713225" y="445025"/>
            <a:ext cx="77175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A</a:t>
            </a:r>
            <a:r>
              <a:rPr lang="en-GB"/>
              <a:t> timeline always works well</a:t>
            </a:r>
            <a:endParaRPr lang="en-GB"/>
          </a:p>
        </p:txBody>
      </p:sp>
      <p:sp>
        <p:nvSpPr>
          <p:cNvPr id="5130" name="Google Shape;5130;p56"/>
          <p:cNvSpPr/>
          <p:nvPr/>
        </p:nvSpPr>
        <p:spPr>
          <a:xfrm>
            <a:off x="7710918" y="2911862"/>
            <a:ext cx="71700" cy="717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31" name="Google Shape;5131;p56"/>
          <p:cNvSpPr/>
          <p:nvPr/>
        </p:nvSpPr>
        <p:spPr>
          <a:xfrm>
            <a:off x="1214950" y="2883100"/>
            <a:ext cx="1678500" cy="152100"/>
          </a:xfrm>
          <a:prstGeom prst="rect">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32" name="Google Shape;5132;p56"/>
          <p:cNvSpPr/>
          <p:nvPr/>
        </p:nvSpPr>
        <p:spPr>
          <a:xfrm>
            <a:off x="2893497" y="2883100"/>
            <a:ext cx="1678500" cy="152100"/>
          </a:xfrm>
          <a:prstGeom prst="rect">
            <a:avLst/>
          </a:pr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33" name="Google Shape;5133;p56"/>
          <p:cNvSpPr/>
          <p:nvPr/>
        </p:nvSpPr>
        <p:spPr>
          <a:xfrm>
            <a:off x="4572019" y="2883100"/>
            <a:ext cx="1678500" cy="152100"/>
          </a:xfrm>
          <a:prstGeom prst="rect">
            <a:avLst/>
          </a:prstGeom>
          <a:solidFill>
            <a:schemeClr val="lt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34" name="Google Shape;5134;p56"/>
          <p:cNvSpPr/>
          <p:nvPr/>
        </p:nvSpPr>
        <p:spPr>
          <a:xfrm>
            <a:off x="6250553" y="2883100"/>
            <a:ext cx="1678500" cy="152100"/>
          </a:xfrm>
          <a:prstGeom prst="rect">
            <a:avLst/>
          </a:prstGeom>
          <a:solidFill>
            <a:schemeClr val="dk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cxnSp>
        <p:nvCxnSpPr>
          <p:cNvPr id="5135" name="Google Shape;5135;p56"/>
          <p:cNvCxnSpPr>
            <a:stCxn id="5131" idx="0"/>
            <a:endCxn id="5136" idx="2"/>
          </p:cNvCxnSpPr>
          <p:nvPr/>
        </p:nvCxnSpPr>
        <p:spPr>
          <a:xfrm rot="10800000">
            <a:off x="2054200" y="2543200"/>
            <a:ext cx="0" cy="339900"/>
          </a:xfrm>
          <a:prstGeom prst="straightConnector1">
            <a:avLst/>
          </a:prstGeom>
          <a:noFill/>
          <a:ln w="19050" cap="flat" cmpd="sng">
            <a:solidFill>
              <a:schemeClr val="dk1"/>
            </a:solidFill>
            <a:prstDash val="solid"/>
            <a:round/>
            <a:headEnd type="none" w="med" len="med"/>
            <a:tailEnd type="oval" w="med" len="med"/>
          </a:ln>
        </p:spPr>
      </p:cxnSp>
      <p:sp>
        <p:nvSpPr>
          <p:cNvPr id="5136" name="Google Shape;5136;p56"/>
          <p:cNvSpPr txBox="1"/>
          <p:nvPr/>
        </p:nvSpPr>
        <p:spPr>
          <a:xfrm flipH="1">
            <a:off x="840241" y="2082203"/>
            <a:ext cx="2427900" cy="461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GB" sz="2400">
                <a:solidFill>
                  <a:schemeClr val="dk1"/>
                </a:solidFill>
                <a:latin typeface="Averia Serif Libre" panose="02000603000000000004"/>
                <a:ea typeface="Averia Serif Libre" panose="02000603000000000004"/>
                <a:cs typeface="Averia Serif Libre" panose="02000603000000000004"/>
                <a:sym typeface="Averia Serif Libre" panose="02000603000000000004"/>
              </a:rPr>
              <a:t>May 4, 1804</a:t>
            </a:r>
            <a:endParaRPr sz="2400">
              <a:solidFill>
                <a:schemeClr val="dk1"/>
              </a:solidFill>
              <a:latin typeface="Averia Serif Libre" panose="02000603000000000004"/>
              <a:ea typeface="Averia Serif Libre" panose="02000603000000000004"/>
              <a:cs typeface="Averia Serif Libre" panose="02000603000000000004"/>
              <a:sym typeface="Averia Serif Libre" panose="02000603000000000004"/>
            </a:endParaRPr>
          </a:p>
        </p:txBody>
      </p:sp>
      <p:sp>
        <p:nvSpPr>
          <p:cNvPr id="5137" name="Google Shape;5137;p56"/>
          <p:cNvSpPr txBox="1"/>
          <p:nvPr/>
        </p:nvSpPr>
        <p:spPr>
          <a:xfrm flipH="1">
            <a:off x="840243" y="1507000"/>
            <a:ext cx="2427900" cy="5718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GB">
                <a:solidFill>
                  <a:schemeClr val="dk1"/>
                </a:solidFill>
                <a:latin typeface="Average Sans" panose="02000503040000020003"/>
                <a:ea typeface="Average Sans" panose="02000503040000020003"/>
                <a:cs typeface="Average Sans" panose="02000503040000020003"/>
                <a:sym typeface="Average Sans" panose="02000503040000020003"/>
              </a:rPr>
              <a:t>Venus is the second planet from the Sun</a:t>
            </a:r>
            <a:endParaRPr>
              <a:solidFill>
                <a:schemeClr val="dk1"/>
              </a:solidFill>
              <a:latin typeface="Average Sans" panose="02000503040000020003"/>
              <a:ea typeface="Average Sans" panose="02000503040000020003"/>
              <a:cs typeface="Average Sans" panose="02000503040000020003"/>
              <a:sym typeface="Average Sans" panose="02000503040000020003"/>
            </a:endParaRPr>
          </a:p>
        </p:txBody>
      </p:sp>
      <p:sp>
        <p:nvSpPr>
          <p:cNvPr id="5138" name="Google Shape;5138;p56"/>
          <p:cNvSpPr txBox="1"/>
          <p:nvPr/>
        </p:nvSpPr>
        <p:spPr>
          <a:xfrm flipH="1">
            <a:off x="2520113" y="3375001"/>
            <a:ext cx="2427900" cy="4611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GB" sz="2400">
                <a:solidFill>
                  <a:schemeClr val="dk1"/>
                </a:solidFill>
                <a:latin typeface="Averia Serif Libre" panose="02000603000000000004"/>
                <a:ea typeface="Averia Serif Libre" panose="02000603000000000004"/>
                <a:cs typeface="Averia Serif Libre" panose="02000603000000000004"/>
                <a:sym typeface="Averia Serif Libre" panose="02000603000000000004"/>
              </a:rPr>
              <a:t>November 1805</a:t>
            </a:r>
            <a:endParaRPr sz="2400">
              <a:solidFill>
                <a:schemeClr val="dk1"/>
              </a:solidFill>
              <a:latin typeface="Averia Serif Libre" panose="02000603000000000004"/>
              <a:ea typeface="Averia Serif Libre" panose="02000603000000000004"/>
              <a:cs typeface="Averia Serif Libre" panose="02000603000000000004"/>
              <a:sym typeface="Averia Serif Libre" panose="02000603000000000004"/>
            </a:endParaRPr>
          </a:p>
        </p:txBody>
      </p:sp>
      <p:sp>
        <p:nvSpPr>
          <p:cNvPr id="5139" name="Google Shape;5139;p56"/>
          <p:cNvSpPr txBox="1"/>
          <p:nvPr/>
        </p:nvSpPr>
        <p:spPr>
          <a:xfrm flipH="1">
            <a:off x="2517482" y="3722795"/>
            <a:ext cx="2427900" cy="5718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GB">
                <a:solidFill>
                  <a:schemeClr val="dk1"/>
                </a:solidFill>
                <a:latin typeface="Average Sans" panose="02000503040000020003"/>
                <a:ea typeface="Average Sans" panose="02000503040000020003"/>
                <a:cs typeface="Average Sans" panose="02000503040000020003"/>
                <a:sym typeface="Average Sans" panose="02000503040000020003"/>
              </a:rPr>
              <a:t>Mercury is the closest planet to the Sun</a:t>
            </a:r>
            <a:endParaRPr>
              <a:solidFill>
                <a:schemeClr val="dk1"/>
              </a:solidFill>
              <a:latin typeface="Average Sans" panose="02000503040000020003"/>
              <a:ea typeface="Average Sans" panose="02000503040000020003"/>
              <a:cs typeface="Average Sans" panose="02000503040000020003"/>
              <a:sym typeface="Average Sans" panose="02000503040000020003"/>
            </a:endParaRPr>
          </a:p>
        </p:txBody>
      </p:sp>
      <p:cxnSp>
        <p:nvCxnSpPr>
          <p:cNvPr id="5140" name="Google Shape;5140;p56"/>
          <p:cNvCxnSpPr>
            <a:stCxn id="5138" idx="0"/>
            <a:endCxn id="5132" idx="2"/>
          </p:cNvCxnSpPr>
          <p:nvPr/>
        </p:nvCxnSpPr>
        <p:spPr>
          <a:xfrm rot="10800000">
            <a:off x="3732863" y="3035101"/>
            <a:ext cx="1200" cy="339900"/>
          </a:xfrm>
          <a:prstGeom prst="straightConnector1">
            <a:avLst/>
          </a:prstGeom>
          <a:noFill/>
          <a:ln w="19050" cap="flat" cmpd="sng">
            <a:solidFill>
              <a:schemeClr val="dk1"/>
            </a:solidFill>
            <a:prstDash val="solid"/>
            <a:round/>
            <a:headEnd type="oval" w="med" len="med"/>
            <a:tailEnd type="none" w="med" len="med"/>
          </a:ln>
        </p:spPr>
      </p:cxnSp>
      <p:sp>
        <p:nvSpPr>
          <p:cNvPr id="5141" name="Google Shape;5141;p56"/>
          <p:cNvSpPr txBox="1"/>
          <p:nvPr/>
        </p:nvSpPr>
        <p:spPr>
          <a:xfrm flipH="1">
            <a:off x="4197322" y="2082203"/>
            <a:ext cx="2427900" cy="461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GB" sz="2400">
                <a:solidFill>
                  <a:schemeClr val="dk1"/>
                </a:solidFill>
                <a:latin typeface="Averia Serif Libre" panose="02000603000000000004"/>
                <a:ea typeface="Averia Serif Libre" panose="02000603000000000004"/>
                <a:cs typeface="Averia Serif Libre" panose="02000603000000000004"/>
                <a:sym typeface="Averia Serif Libre" panose="02000603000000000004"/>
              </a:rPr>
              <a:t>March 1806</a:t>
            </a:r>
            <a:endParaRPr sz="2400">
              <a:solidFill>
                <a:schemeClr val="dk1"/>
              </a:solidFill>
              <a:latin typeface="Averia Serif Libre" panose="02000603000000000004"/>
              <a:ea typeface="Averia Serif Libre" panose="02000603000000000004"/>
              <a:cs typeface="Averia Serif Libre" panose="02000603000000000004"/>
              <a:sym typeface="Averia Serif Libre" panose="02000603000000000004"/>
            </a:endParaRPr>
          </a:p>
        </p:txBody>
      </p:sp>
      <p:sp>
        <p:nvSpPr>
          <p:cNvPr id="5142" name="Google Shape;5142;p56"/>
          <p:cNvSpPr txBox="1"/>
          <p:nvPr/>
        </p:nvSpPr>
        <p:spPr>
          <a:xfrm flipH="1">
            <a:off x="4197324" y="1507000"/>
            <a:ext cx="2427900" cy="5718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GB">
                <a:solidFill>
                  <a:schemeClr val="dk1"/>
                </a:solidFill>
                <a:latin typeface="Average Sans" panose="02000503040000020003"/>
                <a:ea typeface="Average Sans" panose="02000503040000020003"/>
                <a:cs typeface="Average Sans" panose="02000503040000020003"/>
                <a:sym typeface="Average Sans" panose="02000503040000020003"/>
              </a:rPr>
              <a:t>Despite being red, Mars is a very cold place</a:t>
            </a:r>
            <a:endParaRPr>
              <a:solidFill>
                <a:schemeClr val="dk1"/>
              </a:solidFill>
              <a:latin typeface="Average Sans" panose="02000503040000020003"/>
              <a:ea typeface="Average Sans" panose="02000503040000020003"/>
              <a:cs typeface="Average Sans" panose="02000503040000020003"/>
              <a:sym typeface="Average Sans" panose="02000503040000020003"/>
            </a:endParaRPr>
          </a:p>
        </p:txBody>
      </p:sp>
      <p:sp>
        <p:nvSpPr>
          <p:cNvPr id="5143" name="Google Shape;5143;p56"/>
          <p:cNvSpPr txBox="1"/>
          <p:nvPr/>
        </p:nvSpPr>
        <p:spPr>
          <a:xfrm flipH="1">
            <a:off x="5875848" y="3375001"/>
            <a:ext cx="2427900" cy="4611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GB" sz="2400">
                <a:solidFill>
                  <a:schemeClr val="dk1"/>
                </a:solidFill>
                <a:latin typeface="Averia Serif Libre" panose="02000603000000000004"/>
                <a:ea typeface="Averia Serif Libre" panose="02000603000000000004"/>
                <a:cs typeface="Averia Serif Libre" panose="02000603000000000004"/>
                <a:sym typeface="Averia Serif Libre" panose="02000603000000000004"/>
              </a:rPr>
              <a:t>September</a:t>
            </a:r>
            <a:r>
              <a:rPr lang="en-GB" sz="2400">
                <a:solidFill>
                  <a:schemeClr val="dk1"/>
                </a:solidFill>
                <a:latin typeface="Averia Serif Libre" panose="02000603000000000004"/>
                <a:ea typeface="Averia Serif Libre" panose="02000603000000000004"/>
                <a:cs typeface="Averia Serif Libre" panose="02000603000000000004"/>
                <a:sym typeface="Averia Serif Libre" panose="02000603000000000004"/>
              </a:rPr>
              <a:t> 1806</a:t>
            </a:r>
            <a:endParaRPr sz="2400">
              <a:solidFill>
                <a:schemeClr val="dk1"/>
              </a:solidFill>
              <a:latin typeface="Averia Serif Libre" panose="02000603000000000004"/>
              <a:ea typeface="Averia Serif Libre" panose="02000603000000000004"/>
              <a:cs typeface="Averia Serif Libre" panose="02000603000000000004"/>
              <a:sym typeface="Averia Serif Libre" panose="02000603000000000004"/>
            </a:endParaRPr>
          </a:p>
        </p:txBody>
      </p:sp>
      <p:sp>
        <p:nvSpPr>
          <p:cNvPr id="5144" name="Google Shape;5144;p56"/>
          <p:cNvSpPr txBox="1"/>
          <p:nvPr/>
        </p:nvSpPr>
        <p:spPr>
          <a:xfrm flipH="1">
            <a:off x="5875850" y="3722795"/>
            <a:ext cx="2427900" cy="5718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GB">
                <a:solidFill>
                  <a:schemeClr val="dk1"/>
                </a:solidFill>
                <a:latin typeface="Average Sans" panose="02000503040000020003"/>
                <a:ea typeface="Average Sans" panose="02000503040000020003"/>
                <a:cs typeface="Average Sans" panose="02000503040000020003"/>
                <a:sym typeface="Average Sans" panose="02000503040000020003"/>
              </a:rPr>
              <a:t>Jupiter is the biggest planet of them all</a:t>
            </a:r>
            <a:endParaRPr>
              <a:solidFill>
                <a:schemeClr val="dk1"/>
              </a:solidFill>
              <a:latin typeface="Average Sans" panose="02000503040000020003"/>
              <a:ea typeface="Average Sans" panose="02000503040000020003"/>
              <a:cs typeface="Average Sans" panose="02000503040000020003"/>
              <a:sym typeface="Average Sans" panose="02000503040000020003"/>
            </a:endParaRPr>
          </a:p>
        </p:txBody>
      </p:sp>
      <p:cxnSp>
        <p:nvCxnSpPr>
          <p:cNvPr id="5145" name="Google Shape;5145;p56"/>
          <p:cNvCxnSpPr>
            <a:stCxn id="5133" idx="0"/>
            <a:endCxn id="5141" idx="2"/>
          </p:cNvCxnSpPr>
          <p:nvPr/>
        </p:nvCxnSpPr>
        <p:spPr>
          <a:xfrm rot="10800000">
            <a:off x="5411269" y="2543200"/>
            <a:ext cx="0" cy="339900"/>
          </a:xfrm>
          <a:prstGeom prst="straightConnector1">
            <a:avLst/>
          </a:prstGeom>
          <a:noFill/>
          <a:ln w="19050" cap="flat" cmpd="sng">
            <a:solidFill>
              <a:schemeClr val="dk1"/>
            </a:solidFill>
            <a:prstDash val="solid"/>
            <a:round/>
            <a:headEnd type="none" w="med" len="med"/>
            <a:tailEnd type="oval" w="med" len="med"/>
          </a:ln>
        </p:spPr>
      </p:cxnSp>
      <p:cxnSp>
        <p:nvCxnSpPr>
          <p:cNvPr id="5146" name="Google Shape;5146;p56"/>
          <p:cNvCxnSpPr>
            <a:stCxn id="5143" idx="0"/>
            <a:endCxn id="5134" idx="2"/>
          </p:cNvCxnSpPr>
          <p:nvPr/>
        </p:nvCxnSpPr>
        <p:spPr>
          <a:xfrm rot="10800000">
            <a:off x="7089798" y="3035101"/>
            <a:ext cx="0" cy="339900"/>
          </a:xfrm>
          <a:prstGeom prst="straightConnector1">
            <a:avLst/>
          </a:prstGeom>
          <a:noFill/>
          <a:ln w="19050" cap="flat" cmpd="sng">
            <a:solidFill>
              <a:schemeClr val="dk1"/>
            </a:solidFill>
            <a:prstDash val="solid"/>
            <a:round/>
            <a:headEnd type="oval" w="med" len="med"/>
            <a:tailEnd type="none" w="med" len="med"/>
          </a:ln>
        </p:spPr>
      </p:cxnSp>
      <p:grpSp>
        <p:nvGrpSpPr>
          <p:cNvPr id="5147" name="Google Shape;5147;p56"/>
          <p:cNvGrpSpPr/>
          <p:nvPr/>
        </p:nvGrpSpPr>
        <p:grpSpPr>
          <a:xfrm>
            <a:off x="840250" y="4208888"/>
            <a:ext cx="387650" cy="242225"/>
            <a:chOff x="1485625" y="4169650"/>
            <a:chExt cx="387650" cy="242225"/>
          </a:xfrm>
        </p:grpSpPr>
        <p:sp>
          <p:nvSpPr>
            <p:cNvPr id="5148" name="Google Shape;5148;p56"/>
            <p:cNvSpPr/>
            <p:nvPr/>
          </p:nvSpPr>
          <p:spPr>
            <a:xfrm>
              <a:off x="1517550" y="4169650"/>
              <a:ext cx="272025" cy="177875"/>
            </a:xfrm>
            <a:custGeom>
              <a:avLst/>
              <a:gdLst/>
              <a:ahLst/>
              <a:cxnLst/>
              <a:rect l="l" t="t" r="r" b="b"/>
              <a:pathLst>
                <a:path w="10881" h="7115" extrusionOk="0">
                  <a:moveTo>
                    <a:pt x="4583" y="6655"/>
                  </a:moveTo>
                  <a:cubicBezTo>
                    <a:pt x="4478" y="6362"/>
                    <a:pt x="4520" y="6069"/>
                    <a:pt x="4373" y="5839"/>
                  </a:cubicBezTo>
                  <a:cubicBezTo>
                    <a:pt x="4352" y="5818"/>
                    <a:pt x="4352" y="5797"/>
                    <a:pt x="4352" y="5755"/>
                  </a:cubicBezTo>
                  <a:cubicBezTo>
                    <a:pt x="4311" y="5336"/>
                    <a:pt x="4290" y="4897"/>
                    <a:pt x="4269" y="4479"/>
                  </a:cubicBezTo>
                  <a:cubicBezTo>
                    <a:pt x="4394" y="4269"/>
                    <a:pt x="4269" y="4165"/>
                    <a:pt x="4101" y="4060"/>
                  </a:cubicBezTo>
                  <a:cubicBezTo>
                    <a:pt x="4059" y="4018"/>
                    <a:pt x="3976" y="3976"/>
                    <a:pt x="3892" y="3955"/>
                  </a:cubicBezTo>
                  <a:cubicBezTo>
                    <a:pt x="3515" y="3809"/>
                    <a:pt x="3097" y="3663"/>
                    <a:pt x="2699" y="3516"/>
                  </a:cubicBezTo>
                  <a:cubicBezTo>
                    <a:pt x="2323" y="3391"/>
                    <a:pt x="1946" y="3411"/>
                    <a:pt x="1570" y="3453"/>
                  </a:cubicBezTo>
                  <a:cubicBezTo>
                    <a:pt x="1381" y="3495"/>
                    <a:pt x="1235" y="3537"/>
                    <a:pt x="1046" y="3558"/>
                  </a:cubicBezTo>
                  <a:cubicBezTo>
                    <a:pt x="795" y="3621"/>
                    <a:pt x="586" y="3725"/>
                    <a:pt x="440" y="3955"/>
                  </a:cubicBezTo>
                  <a:cubicBezTo>
                    <a:pt x="419" y="4018"/>
                    <a:pt x="314" y="4039"/>
                    <a:pt x="272" y="4039"/>
                  </a:cubicBezTo>
                  <a:cubicBezTo>
                    <a:pt x="168" y="4039"/>
                    <a:pt x="84" y="3955"/>
                    <a:pt x="63" y="3851"/>
                  </a:cubicBezTo>
                  <a:cubicBezTo>
                    <a:pt x="21" y="3788"/>
                    <a:pt x="0" y="3746"/>
                    <a:pt x="21" y="3725"/>
                  </a:cubicBezTo>
                  <a:cubicBezTo>
                    <a:pt x="105" y="3307"/>
                    <a:pt x="189" y="2847"/>
                    <a:pt x="440" y="2491"/>
                  </a:cubicBezTo>
                  <a:cubicBezTo>
                    <a:pt x="628" y="2261"/>
                    <a:pt x="816" y="2010"/>
                    <a:pt x="1067" y="1884"/>
                  </a:cubicBezTo>
                  <a:cubicBezTo>
                    <a:pt x="1444" y="1696"/>
                    <a:pt x="1737" y="1424"/>
                    <a:pt x="2093" y="1256"/>
                  </a:cubicBezTo>
                  <a:cubicBezTo>
                    <a:pt x="2678" y="1005"/>
                    <a:pt x="3222" y="1005"/>
                    <a:pt x="3787" y="1173"/>
                  </a:cubicBezTo>
                  <a:cubicBezTo>
                    <a:pt x="3934" y="1235"/>
                    <a:pt x="4080" y="1277"/>
                    <a:pt x="4206" y="1340"/>
                  </a:cubicBezTo>
                  <a:cubicBezTo>
                    <a:pt x="4603" y="1466"/>
                    <a:pt x="4938" y="1675"/>
                    <a:pt x="5189" y="2030"/>
                  </a:cubicBezTo>
                  <a:cubicBezTo>
                    <a:pt x="5252" y="2156"/>
                    <a:pt x="5357" y="2219"/>
                    <a:pt x="5545" y="2302"/>
                  </a:cubicBezTo>
                  <a:cubicBezTo>
                    <a:pt x="5838" y="1675"/>
                    <a:pt x="6277" y="1214"/>
                    <a:pt x="6780" y="733"/>
                  </a:cubicBezTo>
                  <a:cubicBezTo>
                    <a:pt x="7282" y="273"/>
                    <a:pt x="7909" y="106"/>
                    <a:pt x="8579" y="43"/>
                  </a:cubicBezTo>
                  <a:cubicBezTo>
                    <a:pt x="8893" y="1"/>
                    <a:pt x="9186" y="64"/>
                    <a:pt x="9437" y="231"/>
                  </a:cubicBezTo>
                  <a:lnTo>
                    <a:pt x="10316" y="712"/>
                  </a:lnTo>
                  <a:cubicBezTo>
                    <a:pt x="10525" y="817"/>
                    <a:pt x="10692" y="942"/>
                    <a:pt x="10797" y="1131"/>
                  </a:cubicBezTo>
                  <a:cubicBezTo>
                    <a:pt x="10881" y="1235"/>
                    <a:pt x="10839" y="1466"/>
                    <a:pt x="10692" y="1528"/>
                  </a:cubicBezTo>
                  <a:cubicBezTo>
                    <a:pt x="10462" y="1591"/>
                    <a:pt x="10211" y="1654"/>
                    <a:pt x="9960" y="1696"/>
                  </a:cubicBezTo>
                  <a:cubicBezTo>
                    <a:pt x="9541" y="1800"/>
                    <a:pt x="9123" y="1884"/>
                    <a:pt x="8746" y="2093"/>
                  </a:cubicBezTo>
                  <a:cubicBezTo>
                    <a:pt x="8600" y="2177"/>
                    <a:pt x="8495" y="2282"/>
                    <a:pt x="8579" y="2470"/>
                  </a:cubicBezTo>
                  <a:cubicBezTo>
                    <a:pt x="8600" y="2512"/>
                    <a:pt x="8558" y="2616"/>
                    <a:pt x="8495" y="2658"/>
                  </a:cubicBezTo>
                  <a:cubicBezTo>
                    <a:pt x="7868" y="3077"/>
                    <a:pt x="7951" y="3181"/>
                    <a:pt x="7909" y="3872"/>
                  </a:cubicBezTo>
                  <a:cubicBezTo>
                    <a:pt x="7868" y="4332"/>
                    <a:pt x="7909" y="4751"/>
                    <a:pt x="8119" y="5169"/>
                  </a:cubicBezTo>
                  <a:cubicBezTo>
                    <a:pt x="8181" y="5315"/>
                    <a:pt x="8181" y="5483"/>
                    <a:pt x="8265" y="5629"/>
                  </a:cubicBezTo>
                  <a:cubicBezTo>
                    <a:pt x="8286" y="5713"/>
                    <a:pt x="8370" y="5797"/>
                    <a:pt x="8495" y="5755"/>
                  </a:cubicBezTo>
                  <a:cubicBezTo>
                    <a:pt x="8663" y="5755"/>
                    <a:pt x="8746" y="5922"/>
                    <a:pt x="8663" y="6048"/>
                  </a:cubicBezTo>
                  <a:cubicBezTo>
                    <a:pt x="8495" y="6278"/>
                    <a:pt x="8286" y="6445"/>
                    <a:pt x="8056" y="6592"/>
                  </a:cubicBezTo>
                  <a:cubicBezTo>
                    <a:pt x="7637" y="6843"/>
                    <a:pt x="7198" y="6989"/>
                    <a:pt x="6696" y="7052"/>
                  </a:cubicBezTo>
                  <a:cubicBezTo>
                    <a:pt x="5943" y="7115"/>
                    <a:pt x="5252" y="6968"/>
                    <a:pt x="4583" y="6655"/>
                  </a:cubicBezTo>
                  <a:close/>
                  <a:moveTo>
                    <a:pt x="4373" y="2407"/>
                  </a:moveTo>
                  <a:cubicBezTo>
                    <a:pt x="4352" y="2386"/>
                    <a:pt x="4352" y="2344"/>
                    <a:pt x="4311" y="2302"/>
                  </a:cubicBezTo>
                  <a:lnTo>
                    <a:pt x="4269" y="2302"/>
                  </a:lnTo>
                  <a:cubicBezTo>
                    <a:pt x="4269" y="2407"/>
                    <a:pt x="4331" y="2386"/>
                    <a:pt x="4373" y="2407"/>
                  </a:cubicBezTo>
                  <a:cubicBezTo>
                    <a:pt x="4457" y="2470"/>
                    <a:pt x="4520" y="2512"/>
                    <a:pt x="4603" y="2595"/>
                  </a:cubicBezTo>
                  <a:cubicBezTo>
                    <a:pt x="4624" y="2616"/>
                    <a:pt x="4666" y="2616"/>
                    <a:pt x="4687" y="2616"/>
                  </a:cubicBezTo>
                  <a:cubicBezTo>
                    <a:pt x="4729" y="2595"/>
                    <a:pt x="4729" y="2554"/>
                    <a:pt x="4666" y="2512"/>
                  </a:cubicBezTo>
                  <a:cubicBezTo>
                    <a:pt x="4562" y="2470"/>
                    <a:pt x="4478" y="2449"/>
                    <a:pt x="4373" y="2407"/>
                  </a:cubicBezTo>
                  <a:close/>
                  <a:moveTo>
                    <a:pt x="4080" y="1842"/>
                  </a:moveTo>
                  <a:cubicBezTo>
                    <a:pt x="4018" y="1675"/>
                    <a:pt x="3892" y="1696"/>
                    <a:pt x="3767" y="1675"/>
                  </a:cubicBezTo>
                  <a:cubicBezTo>
                    <a:pt x="3243" y="1152"/>
                    <a:pt x="2197" y="1382"/>
                    <a:pt x="1988" y="1947"/>
                  </a:cubicBezTo>
                  <a:cubicBezTo>
                    <a:pt x="2281" y="1947"/>
                    <a:pt x="2532" y="1947"/>
                    <a:pt x="2825" y="1968"/>
                  </a:cubicBezTo>
                  <a:cubicBezTo>
                    <a:pt x="3097" y="1989"/>
                    <a:pt x="3348" y="2030"/>
                    <a:pt x="3641" y="2072"/>
                  </a:cubicBezTo>
                  <a:cubicBezTo>
                    <a:pt x="3515" y="1968"/>
                    <a:pt x="3369" y="1884"/>
                    <a:pt x="3243" y="1842"/>
                  </a:cubicBezTo>
                  <a:cubicBezTo>
                    <a:pt x="3139" y="1779"/>
                    <a:pt x="3013" y="1779"/>
                    <a:pt x="2888" y="1738"/>
                  </a:cubicBezTo>
                  <a:cubicBezTo>
                    <a:pt x="2825" y="1696"/>
                    <a:pt x="2741" y="1675"/>
                    <a:pt x="2825" y="1570"/>
                  </a:cubicBezTo>
                  <a:cubicBezTo>
                    <a:pt x="3139" y="1612"/>
                    <a:pt x="3453" y="1633"/>
                    <a:pt x="3787" y="1675"/>
                  </a:cubicBezTo>
                  <a:cubicBezTo>
                    <a:pt x="3808" y="1821"/>
                    <a:pt x="3976" y="1821"/>
                    <a:pt x="4080" y="1842"/>
                  </a:cubicBezTo>
                  <a:cubicBezTo>
                    <a:pt x="4185" y="1968"/>
                    <a:pt x="4331" y="1989"/>
                    <a:pt x="4520" y="2051"/>
                  </a:cubicBezTo>
                  <a:cubicBezTo>
                    <a:pt x="4415" y="1821"/>
                    <a:pt x="4248" y="1842"/>
                    <a:pt x="4080" y="1842"/>
                  </a:cubicBezTo>
                  <a:close/>
                  <a:moveTo>
                    <a:pt x="3327" y="3244"/>
                  </a:moveTo>
                  <a:cubicBezTo>
                    <a:pt x="3264" y="3244"/>
                    <a:pt x="3264" y="3181"/>
                    <a:pt x="3222" y="3223"/>
                  </a:cubicBezTo>
                  <a:cubicBezTo>
                    <a:pt x="3243" y="3244"/>
                    <a:pt x="3306" y="3244"/>
                    <a:pt x="3327" y="3244"/>
                  </a:cubicBezTo>
                  <a:cubicBezTo>
                    <a:pt x="3348" y="3349"/>
                    <a:pt x="3453" y="3391"/>
                    <a:pt x="3557" y="3411"/>
                  </a:cubicBezTo>
                  <a:cubicBezTo>
                    <a:pt x="4059" y="3537"/>
                    <a:pt x="4478" y="3809"/>
                    <a:pt x="4855" y="4123"/>
                  </a:cubicBezTo>
                  <a:cubicBezTo>
                    <a:pt x="4938" y="4165"/>
                    <a:pt x="5022" y="4227"/>
                    <a:pt x="5106" y="4248"/>
                  </a:cubicBezTo>
                  <a:cubicBezTo>
                    <a:pt x="5210" y="4186"/>
                    <a:pt x="5294" y="4165"/>
                    <a:pt x="5357" y="4144"/>
                  </a:cubicBezTo>
                  <a:cubicBezTo>
                    <a:pt x="5524" y="4081"/>
                    <a:pt x="5566" y="4353"/>
                    <a:pt x="5754" y="4248"/>
                  </a:cubicBezTo>
                  <a:cubicBezTo>
                    <a:pt x="5775" y="3976"/>
                    <a:pt x="5629" y="3809"/>
                    <a:pt x="5440" y="3621"/>
                  </a:cubicBezTo>
                  <a:cubicBezTo>
                    <a:pt x="5001" y="3139"/>
                    <a:pt x="4457" y="2784"/>
                    <a:pt x="3871" y="2491"/>
                  </a:cubicBezTo>
                  <a:cubicBezTo>
                    <a:pt x="3620" y="2365"/>
                    <a:pt x="3327" y="2282"/>
                    <a:pt x="3013" y="2261"/>
                  </a:cubicBezTo>
                  <a:cubicBezTo>
                    <a:pt x="2637" y="2261"/>
                    <a:pt x="2302" y="2240"/>
                    <a:pt x="1946" y="2261"/>
                  </a:cubicBezTo>
                  <a:cubicBezTo>
                    <a:pt x="1590" y="2261"/>
                    <a:pt x="1277" y="2386"/>
                    <a:pt x="1046" y="2595"/>
                  </a:cubicBezTo>
                  <a:cubicBezTo>
                    <a:pt x="963" y="2658"/>
                    <a:pt x="942" y="2763"/>
                    <a:pt x="921" y="2826"/>
                  </a:cubicBezTo>
                  <a:cubicBezTo>
                    <a:pt x="900" y="2909"/>
                    <a:pt x="1005" y="3035"/>
                    <a:pt x="1067" y="3035"/>
                  </a:cubicBezTo>
                  <a:cubicBezTo>
                    <a:pt x="1318" y="2993"/>
                    <a:pt x="1528" y="2972"/>
                    <a:pt x="1758" y="2909"/>
                  </a:cubicBezTo>
                  <a:cubicBezTo>
                    <a:pt x="2741" y="2700"/>
                    <a:pt x="3662" y="2909"/>
                    <a:pt x="4562" y="3307"/>
                  </a:cubicBezTo>
                  <a:cubicBezTo>
                    <a:pt x="4938" y="3495"/>
                    <a:pt x="5252" y="3746"/>
                    <a:pt x="5399" y="4165"/>
                  </a:cubicBezTo>
                  <a:cubicBezTo>
                    <a:pt x="5189" y="4165"/>
                    <a:pt x="5085" y="4018"/>
                    <a:pt x="4938" y="3914"/>
                  </a:cubicBezTo>
                  <a:cubicBezTo>
                    <a:pt x="4457" y="3516"/>
                    <a:pt x="3934" y="3307"/>
                    <a:pt x="3327" y="3244"/>
                  </a:cubicBezTo>
                  <a:close/>
                  <a:moveTo>
                    <a:pt x="6424" y="2993"/>
                  </a:moveTo>
                  <a:cubicBezTo>
                    <a:pt x="6508" y="2930"/>
                    <a:pt x="6591" y="2909"/>
                    <a:pt x="6612" y="2867"/>
                  </a:cubicBezTo>
                  <a:cubicBezTo>
                    <a:pt x="6780" y="2700"/>
                    <a:pt x="6905" y="2512"/>
                    <a:pt x="7031" y="2344"/>
                  </a:cubicBezTo>
                  <a:cubicBezTo>
                    <a:pt x="7554" y="1675"/>
                    <a:pt x="8244" y="1256"/>
                    <a:pt x="9102" y="1110"/>
                  </a:cubicBezTo>
                  <a:cubicBezTo>
                    <a:pt x="9186" y="1089"/>
                    <a:pt x="9311" y="1131"/>
                    <a:pt x="9374" y="984"/>
                  </a:cubicBezTo>
                  <a:cubicBezTo>
                    <a:pt x="9081" y="984"/>
                    <a:pt x="8788" y="942"/>
                    <a:pt x="8537" y="942"/>
                  </a:cubicBezTo>
                  <a:cubicBezTo>
                    <a:pt x="8391" y="942"/>
                    <a:pt x="8286" y="984"/>
                    <a:pt x="8160" y="1047"/>
                  </a:cubicBezTo>
                  <a:cubicBezTo>
                    <a:pt x="8056" y="1131"/>
                    <a:pt x="7951" y="1173"/>
                    <a:pt x="7826" y="1235"/>
                  </a:cubicBezTo>
                  <a:cubicBezTo>
                    <a:pt x="7428" y="1403"/>
                    <a:pt x="7093" y="1654"/>
                    <a:pt x="6759" y="1926"/>
                  </a:cubicBezTo>
                  <a:cubicBezTo>
                    <a:pt x="6466" y="2198"/>
                    <a:pt x="6298" y="2554"/>
                    <a:pt x="6424" y="2993"/>
                  </a:cubicBezTo>
                  <a:close/>
                  <a:moveTo>
                    <a:pt x="7993" y="2177"/>
                  </a:moveTo>
                  <a:cubicBezTo>
                    <a:pt x="7616" y="2302"/>
                    <a:pt x="7324" y="2554"/>
                    <a:pt x="7093" y="2826"/>
                  </a:cubicBezTo>
                  <a:cubicBezTo>
                    <a:pt x="6884" y="3077"/>
                    <a:pt x="6717" y="3349"/>
                    <a:pt x="6675" y="3663"/>
                  </a:cubicBezTo>
                  <a:cubicBezTo>
                    <a:pt x="6675" y="3746"/>
                    <a:pt x="6696" y="3830"/>
                    <a:pt x="6780" y="3830"/>
                  </a:cubicBezTo>
                  <a:cubicBezTo>
                    <a:pt x="6821" y="3830"/>
                    <a:pt x="6968" y="3830"/>
                    <a:pt x="6989" y="3767"/>
                  </a:cubicBezTo>
                  <a:cubicBezTo>
                    <a:pt x="7324" y="3244"/>
                    <a:pt x="7658" y="2700"/>
                    <a:pt x="7993" y="2177"/>
                  </a:cubicBezTo>
                  <a:close/>
                  <a:moveTo>
                    <a:pt x="9081" y="629"/>
                  </a:moveTo>
                  <a:cubicBezTo>
                    <a:pt x="9060" y="587"/>
                    <a:pt x="9060" y="524"/>
                    <a:pt x="9018" y="524"/>
                  </a:cubicBezTo>
                  <a:cubicBezTo>
                    <a:pt x="8851" y="419"/>
                    <a:pt x="8642" y="398"/>
                    <a:pt x="8453" y="461"/>
                  </a:cubicBezTo>
                  <a:cubicBezTo>
                    <a:pt x="8140" y="524"/>
                    <a:pt x="7826" y="608"/>
                    <a:pt x="7512" y="733"/>
                  </a:cubicBezTo>
                  <a:cubicBezTo>
                    <a:pt x="7177" y="880"/>
                    <a:pt x="6926" y="1131"/>
                    <a:pt x="6717" y="1466"/>
                  </a:cubicBezTo>
                  <a:cubicBezTo>
                    <a:pt x="6905" y="1361"/>
                    <a:pt x="7093" y="1298"/>
                    <a:pt x="7282" y="1214"/>
                  </a:cubicBezTo>
                  <a:cubicBezTo>
                    <a:pt x="7554" y="1047"/>
                    <a:pt x="7826" y="838"/>
                    <a:pt x="8119" y="733"/>
                  </a:cubicBezTo>
                  <a:cubicBezTo>
                    <a:pt x="8432" y="629"/>
                    <a:pt x="8767" y="650"/>
                    <a:pt x="9081" y="629"/>
                  </a:cubicBezTo>
                  <a:close/>
                  <a:moveTo>
                    <a:pt x="7135" y="5399"/>
                  </a:moveTo>
                  <a:cubicBezTo>
                    <a:pt x="7010" y="5441"/>
                    <a:pt x="6947" y="5546"/>
                    <a:pt x="6947" y="5692"/>
                  </a:cubicBezTo>
                  <a:cubicBezTo>
                    <a:pt x="6989" y="5964"/>
                    <a:pt x="7031" y="6257"/>
                    <a:pt x="7093" y="6571"/>
                  </a:cubicBezTo>
                  <a:cubicBezTo>
                    <a:pt x="7344" y="6466"/>
                    <a:pt x="7554" y="6383"/>
                    <a:pt x="7742" y="6215"/>
                  </a:cubicBezTo>
                  <a:cubicBezTo>
                    <a:pt x="7721" y="5818"/>
                    <a:pt x="7470" y="5588"/>
                    <a:pt x="7135" y="5399"/>
                  </a:cubicBezTo>
                  <a:close/>
                  <a:moveTo>
                    <a:pt x="6466" y="6341"/>
                  </a:moveTo>
                  <a:cubicBezTo>
                    <a:pt x="6466" y="6132"/>
                    <a:pt x="6487" y="5922"/>
                    <a:pt x="6487" y="5692"/>
                  </a:cubicBezTo>
                  <a:cubicBezTo>
                    <a:pt x="6487" y="5525"/>
                    <a:pt x="6361" y="5420"/>
                    <a:pt x="6236" y="5357"/>
                  </a:cubicBezTo>
                  <a:cubicBezTo>
                    <a:pt x="6068" y="5295"/>
                    <a:pt x="5943" y="5357"/>
                    <a:pt x="5859" y="5504"/>
                  </a:cubicBezTo>
                  <a:cubicBezTo>
                    <a:pt x="5943" y="5629"/>
                    <a:pt x="6005" y="5797"/>
                    <a:pt x="6110" y="5922"/>
                  </a:cubicBezTo>
                  <a:cubicBezTo>
                    <a:pt x="6236" y="6069"/>
                    <a:pt x="6194" y="6320"/>
                    <a:pt x="6466" y="6341"/>
                  </a:cubicBezTo>
                  <a:close/>
                  <a:moveTo>
                    <a:pt x="5336" y="5441"/>
                  </a:moveTo>
                  <a:cubicBezTo>
                    <a:pt x="5461" y="5378"/>
                    <a:pt x="5503" y="5274"/>
                    <a:pt x="5524" y="5127"/>
                  </a:cubicBezTo>
                  <a:cubicBezTo>
                    <a:pt x="5608" y="4939"/>
                    <a:pt x="5524" y="4813"/>
                    <a:pt x="5399" y="4688"/>
                  </a:cubicBezTo>
                  <a:cubicBezTo>
                    <a:pt x="5357" y="4667"/>
                    <a:pt x="5294" y="4667"/>
                    <a:pt x="5252" y="4667"/>
                  </a:cubicBezTo>
                  <a:cubicBezTo>
                    <a:pt x="5231" y="4667"/>
                    <a:pt x="5189" y="4709"/>
                    <a:pt x="5147" y="4771"/>
                  </a:cubicBezTo>
                  <a:cubicBezTo>
                    <a:pt x="5127" y="5023"/>
                    <a:pt x="5210" y="5232"/>
                    <a:pt x="5336" y="5441"/>
                  </a:cubicBezTo>
                  <a:close/>
                  <a:moveTo>
                    <a:pt x="6026" y="2930"/>
                  </a:moveTo>
                  <a:cubicBezTo>
                    <a:pt x="5817" y="3328"/>
                    <a:pt x="5817" y="3537"/>
                    <a:pt x="6026" y="3788"/>
                  </a:cubicBezTo>
                  <a:close/>
                  <a:moveTo>
                    <a:pt x="6884" y="4353"/>
                  </a:moveTo>
                  <a:cubicBezTo>
                    <a:pt x="6863" y="4290"/>
                    <a:pt x="6863" y="4248"/>
                    <a:pt x="6821" y="4227"/>
                  </a:cubicBezTo>
                  <a:cubicBezTo>
                    <a:pt x="6800" y="4186"/>
                    <a:pt x="6717" y="4186"/>
                    <a:pt x="6696" y="4227"/>
                  </a:cubicBezTo>
                  <a:cubicBezTo>
                    <a:pt x="6633" y="4248"/>
                    <a:pt x="6591" y="4311"/>
                    <a:pt x="6549" y="4374"/>
                  </a:cubicBezTo>
                  <a:cubicBezTo>
                    <a:pt x="6508" y="4437"/>
                    <a:pt x="6487" y="4541"/>
                    <a:pt x="6570" y="4562"/>
                  </a:cubicBezTo>
                  <a:cubicBezTo>
                    <a:pt x="6612" y="4583"/>
                    <a:pt x="6717" y="4583"/>
                    <a:pt x="6780" y="4541"/>
                  </a:cubicBezTo>
                  <a:cubicBezTo>
                    <a:pt x="6821" y="4479"/>
                    <a:pt x="6863" y="4395"/>
                    <a:pt x="6884" y="4353"/>
                  </a:cubicBezTo>
                  <a:close/>
                  <a:moveTo>
                    <a:pt x="6821" y="4918"/>
                  </a:moveTo>
                  <a:cubicBezTo>
                    <a:pt x="6717" y="4897"/>
                    <a:pt x="6633" y="4981"/>
                    <a:pt x="6633" y="5085"/>
                  </a:cubicBezTo>
                  <a:cubicBezTo>
                    <a:pt x="6633" y="5169"/>
                    <a:pt x="6717" y="5232"/>
                    <a:pt x="6780" y="5211"/>
                  </a:cubicBezTo>
                  <a:cubicBezTo>
                    <a:pt x="6842" y="5169"/>
                    <a:pt x="6926" y="5106"/>
                    <a:pt x="6926" y="5002"/>
                  </a:cubicBezTo>
                  <a:cubicBezTo>
                    <a:pt x="6905" y="4981"/>
                    <a:pt x="6863" y="4960"/>
                    <a:pt x="6821" y="4918"/>
                  </a:cubicBezTo>
                  <a:close/>
                  <a:moveTo>
                    <a:pt x="10232" y="1173"/>
                  </a:moveTo>
                  <a:cubicBezTo>
                    <a:pt x="10106" y="1131"/>
                    <a:pt x="10023" y="1089"/>
                    <a:pt x="9918" y="1026"/>
                  </a:cubicBezTo>
                  <a:cubicBezTo>
                    <a:pt x="9897" y="1026"/>
                    <a:pt x="9855" y="1026"/>
                    <a:pt x="9855" y="1047"/>
                  </a:cubicBezTo>
                  <a:cubicBezTo>
                    <a:pt x="9855" y="1047"/>
                    <a:pt x="9834" y="1089"/>
                    <a:pt x="9855" y="1110"/>
                  </a:cubicBezTo>
                  <a:cubicBezTo>
                    <a:pt x="9939" y="1173"/>
                    <a:pt x="10023" y="1298"/>
                    <a:pt x="10232" y="1173"/>
                  </a:cubicBezTo>
                  <a:close/>
                  <a:moveTo>
                    <a:pt x="6068" y="6634"/>
                  </a:moveTo>
                  <a:cubicBezTo>
                    <a:pt x="6047" y="6592"/>
                    <a:pt x="6026" y="6571"/>
                    <a:pt x="5963" y="6550"/>
                  </a:cubicBezTo>
                  <a:cubicBezTo>
                    <a:pt x="5963" y="6571"/>
                    <a:pt x="5943" y="6571"/>
                    <a:pt x="5943" y="6592"/>
                  </a:cubicBezTo>
                  <a:cubicBezTo>
                    <a:pt x="5943" y="6676"/>
                    <a:pt x="6026" y="6738"/>
                    <a:pt x="6068" y="6676"/>
                  </a:cubicBezTo>
                  <a:close/>
                  <a:moveTo>
                    <a:pt x="6236" y="4918"/>
                  </a:moveTo>
                  <a:cubicBezTo>
                    <a:pt x="6173" y="4918"/>
                    <a:pt x="6152" y="4960"/>
                    <a:pt x="6173" y="4981"/>
                  </a:cubicBezTo>
                  <a:lnTo>
                    <a:pt x="6236" y="4981"/>
                  </a:lnTo>
                  <a:cubicBezTo>
                    <a:pt x="6256" y="4960"/>
                    <a:pt x="6236" y="4918"/>
                    <a:pt x="6236" y="4918"/>
                  </a:cubicBezTo>
                  <a:close/>
                  <a:moveTo>
                    <a:pt x="8956" y="1466"/>
                  </a:moveTo>
                  <a:lnTo>
                    <a:pt x="8997" y="1507"/>
                  </a:lnTo>
                  <a:lnTo>
                    <a:pt x="8997" y="1466"/>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49" name="Google Shape;5149;p56"/>
            <p:cNvSpPr/>
            <p:nvPr/>
          </p:nvSpPr>
          <p:spPr>
            <a:xfrm>
              <a:off x="1577700" y="4361625"/>
              <a:ext cx="72200" cy="47100"/>
            </a:xfrm>
            <a:custGeom>
              <a:avLst/>
              <a:gdLst/>
              <a:ahLst/>
              <a:cxnLst/>
              <a:rect l="l" t="t" r="r" b="b"/>
              <a:pathLst>
                <a:path w="2888" h="1884" extrusionOk="0">
                  <a:moveTo>
                    <a:pt x="2888" y="1675"/>
                  </a:moveTo>
                  <a:cubicBezTo>
                    <a:pt x="2741" y="1821"/>
                    <a:pt x="2574" y="1842"/>
                    <a:pt x="2386" y="1842"/>
                  </a:cubicBezTo>
                  <a:cubicBezTo>
                    <a:pt x="1884" y="1884"/>
                    <a:pt x="1402" y="1800"/>
                    <a:pt x="963" y="1633"/>
                  </a:cubicBezTo>
                  <a:cubicBezTo>
                    <a:pt x="649" y="1528"/>
                    <a:pt x="398" y="1319"/>
                    <a:pt x="189" y="1068"/>
                  </a:cubicBezTo>
                  <a:cubicBezTo>
                    <a:pt x="0" y="838"/>
                    <a:pt x="0" y="566"/>
                    <a:pt x="210" y="357"/>
                  </a:cubicBezTo>
                  <a:cubicBezTo>
                    <a:pt x="419" y="147"/>
                    <a:pt x="691" y="1"/>
                    <a:pt x="1026" y="22"/>
                  </a:cubicBezTo>
                  <a:cubicBezTo>
                    <a:pt x="1130" y="22"/>
                    <a:pt x="1214" y="64"/>
                    <a:pt x="1172" y="126"/>
                  </a:cubicBezTo>
                  <a:cubicBezTo>
                    <a:pt x="1151" y="147"/>
                    <a:pt x="1130" y="231"/>
                    <a:pt x="1109" y="231"/>
                  </a:cubicBezTo>
                  <a:cubicBezTo>
                    <a:pt x="921" y="294"/>
                    <a:pt x="733" y="357"/>
                    <a:pt x="586" y="524"/>
                  </a:cubicBezTo>
                  <a:cubicBezTo>
                    <a:pt x="440" y="629"/>
                    <a:pt x="440" y="775"/>
                    <a:pt x="544" y="901"/>
                  </a:cubicBezTo>
                  <a:cubicBezTo>
                    <a:pt x="816" y="1194"/>
                    <a:pt x="1130" y="1361"/>
                    <a:pt x="1528" y="1424"/>
                  </a:cubicBezTo>
                  <a:cubicBezTo>
                    <a:pt x="1863" y="1507"/>
                    <a:pt x="2218" y="1570"/>
                    <a:pt x="2574" y="1612"/>
                  </a:cubicBezTo>
                  <a:cubicBezTo>
                    <a:pt x="2679" y="1633"/>
                    <a:pt x="2783" y="1633"/>
                    <a:pt x="2888" y="167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50" name="Google Shape;5150;p56"/>
            <p:cNvSpPr/>
            <p:nvPr/>
          </p:nvSpPr>
          <p:spPr>
            <a:xfrm>
              <a:off x="1485625" y="4348025"/>
              <a:ext cx="35075" cy="61225"/>
            </a:xfrm>
            <a:custGeom>
              <a:avLst/>
              <a:gdLst/>
              <a:ahLst/>
              <a:cxnLst/>
              <a:rect l="l" t="t" r="r" b="b"/>
              <a:pathLst>
                <a:path w="1403" h="2449" extrusionOk="0">
                  <a:moveTo>
                    <a:pt x="1277" y="2449"/>
                  </a:moveTo>
                  <a:cubicBezTo>
                    <a:pt x="984" y="2386"/>
                    <a:pt x="733" y="2323"/>
                    <a:pt x="503" y="2177"/>
                  </a:cubicBezTo>
                  <a:cubicBezTo>
                    <a:pt x="189" y="1968"/>
                    <a:pt x="1" y="1591"/>
                    <a:pt x="106" y="1235"/>
                  </a:cubicBezTo>
                  <a:cubicBezTo>
                    <a:pt x="294" y="670"/>
                    <a:pt x="629" y="189"/>
                    <a:pt x="1277" y="1"/>
                  </a:cubicBezTo>
                  <a:cubicBezTo>
                    <a:pt x="1298" y="1"/>
                    <a:pt x="1361" y="64"/>
                    <a:pt x="1403" y="85"/>
                  </a:cubicBezTo>
                  <a:cubicBezTo>
                    <a:pt x="1256" y="189"/>
                    <a:pt x="1131" y="294"/>
                    <a:pt x="984" y="398"/>
                  </a:cubicBezTo>
                  <a:cubicBezTo>
                    <a:pt x="712" y="587"/>
                    <a:pt x="545" y="880"/>
                    <a:pt x="440" y="1152"/>
                  </a:cubicBezTo>
                  <a:cubicBezTo>
                    <a:pt x="336" y="1424"/>
                    <a:pt x="336" y="1758"/>
                    <a:pt x="670" y="1989"/>
                  </a:cubicBezTo>
                  <a:cubicBezTo>
                    <a:pt x="880" y="2135"/>
                    <a:pt x="1068" y="2282"/>
                    <a:pt x="1277" y="244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51" name="Google Shape;5151;p56"/>
            <p:cNvSpPr/>
            <p:nvPr/>
          </p:nvSpPr>
          <p:spPr>
            <a:xfrm>
              <a:off x="1802100" y="4341750"/>
              <a:ext cx="20425" cy="34025"/>
            </a:xfrm>
            <a:custGeom>
              <a:avLst/>
              <a:gdLst/>
              <a:ahLst/>
              <a:cxnLst/>
              <a:rect l="l" t="t" r="r" b="b"/>
              <a:pathLst>
                <a:path w="817" h="1361" extrusionOk="0">
                  <a:moveTo>
                    <a:pt x="126" y="1361"/>
                  </a:moveTo>
                  <a:cubicBezTo>
                    <a:pt x="189" y="1235"/>
                    <a:pt x="189" y="1172"/>
                    <a:pt x="210" y="1152"/>
                  </a:cubicBezTo>
                  <a:cubicBezTo>
                    <a:pt x="315" y="1026"/>
                    <a:pt x="398" y="859"/>
                    <a:pt x="356" y="691"/>
                  </a:cubicBezTo>
                  <a:cubicBezTo>
                    <a:pt x="335" y="482"/>
                    <a:pt x="252" y="315"/>
                    <a:pt x="84" y="210"/>
                  </a:cubicBezTo>
                  <a:cubicBezTo>
                    <a:pt x="1" y="168"/>
                    <a:pt x="1" y="64"/>
                    <a:pt x="84" y="22"/>
                  </a:cubicBezTo>
                  <a:cubicBezTo>
                    <a:pt x="126" y="22"/>
                    <a:pt x="189" y="1"/>
                    <a:pt x="210" y="1"/>
                  </a:cubicBezTo>
                  <a:cubicBezTo>
                    <a:pt x="628" y="126"/>
                    <a:pt x="817" y="503"/>
                    <a:pt x="628" y="838"/>
                  </a:cubicBezTo>
                  <a:cubicBezTo>
                    <a:pt x="545" y="1068"/>
                    <a:pt x="440" y="1256"/>
                    <a:pt x="126" y="136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52" name="Google Shape;5152;p56"/>
            <p:cNvSpPr/>
            <p:nvPr/>
          </p:nvSpPr>
          <p:spPr>
            <a:xfrm>
              <a:off x="1856500" y="4355875"/>
              <a:ext cx="16775" cy="35075"/>
            </a:xfrm>
            <a:custGeom>
              <a:avLst/>
              <a:gdLst/>
              <a:ahLst/>
              <a:cxnLst/>
              <a:rect l="l" t="t" r="r" b="b"/>
              <a:pathLst>
                <a:path w="671" h="1403" extrusionOk="0">
                  <a:moveTo>
                    <a:pt x="670" y="817"/>
                  </a:moveTo>
                  <a:cubicBezTo>
                    <a:pt x="649" y="900"/>
                    <a:pt x="587" y="1026"/>
                    <a:pt x="482" y="1131"/>
                  </a:cubicBezTo>
                  <a:cubicBezTo>
                    <a:pt x="377" y="1235"/>
                    <a:pt x="252" y="1319"/>
                    <a:pt x="126" y="1382"/>
                  </a:cubicBezTo>
                  <a:cubicBezTo>
                    <a:pt x="105" y="1403"/>
                    <a:pt x="43" y="1340"/>
                    <a:pt x="1" y="1340"/>
                  </a:cubicBezTo>
                  <a:lnTo>
                    <a:pt x="1" y="1298"/>
                  </a:lnTo>
                  <a:cubicBezTo>
                    <a:pt x="43" y="1235"/>
                    <a:pt x="105" y="1193"/>
                    <a:pt x="126" y="1131"/>
                  </a:cubicBezTo>
                  <a:cubicBezTo>
                    <a:pt x="419" y="817"/>
                    <a:pt x="440" y="691"/>
                    <a:pt x="231" y="294"/>
                  </a:cubicBezTo>
                  <a:cubicBezTo>
                    <a:pt x="168" y="210"/>
                    <a:pt x="147" y="147"/>
                    <a:pt x="126" y="63"/>
                  </a:cubicBezTo>
                  <a:cubicBezTo>
                    <a:pt x="126" y="63"/>
                    <a:pt x="147" y="1"/>
                    <a:pt x="168" y="1"/>
                  </a:cubicBezTo>
                  <a:cubicBezTo>
                    <a:pt x="210" y="1"/>
                    <a:pt x="231" y="1"/>
                    <a:pt x="252" y="43"/>
                  </a:cubicBezTo>
                  <a:cubicBezTo>
                    <a:pt x="524" y="189"/>
                    <a:pt x="649" y="440"/>
                    <a:pt x="670" y="81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53" name="Google Shape;5153;p56"/>
            <p:cNvSpPr/>
            <p:nvPr/>
          </p:nvSpPr>
          <p:spPr>
            <a:xfrm>
              <a:off x="1745600" y="4352225"/>
              <a:ext cx="22000" cy="23025"/>
            </a:xfrm>
            <a:custGeom>
              <a:avLst/>
              <a:gdLst/>
              <a:ahLst/>
              <a:cxnLst/>
              <a:rect l="l" t="t" r="r" b="b"/>
              <a:pathLst>
                <a:path w="880" h="921" extrusionOk="0">
                  <a:moveTo>
                    <a:pt x="461" y="733"/>
                  </a:moveTo>
                  <a:cubicBezTo>
                    <a:pt x="503" y="607"/>
                    <a:pt x="482" y="502"/>
                    <a:pt x="378" y="419"/>
                  </a:cubicBezTo>
                  <a:cubicBezTo>
                    <a:pt x="273" y="314"/>
                    <a:pt x="147" y="230"/>
                    <a:pt x="43" y="126"/>
                  </a:cubicBezTo>
                  <a:cubicBezTo>
                    <a:pt x="1" y="105"/>
                    <a:pt x="1" y="21"/>
                    <a:pt x="43" y="21"/>
                  </a:cubicBezTo>
                  <a:cubicBezTo>
                    <a:pt x="64" y="0"/>
                    <a:pt x="147" y="0"/>
                    <a:pt x="168" y="0"/>
                  </a:cubicBezTo>
                  <a:cubicBezTo>
                    <a:pt x="357" y="84"/>
                    <a:pt x="524" y="189"/>
                    <a:pt x="691" y="293"/>
                  </a:cubicBezTo>
                  <a:cubicBezTo>
                    <a:pt x="880" y="419"/>
                    <a:pt x="880" y="670"/>
                    <a:pt x="671" y="837"/>
                  </a:cubicBezTo>
                  <a:cubicBezTo>
                    <a:pt x="629" y="858"/>
                    <a:pt x="587" y="900"/>
                    <a:pt x="524" y="900"/>
                  </a:cubicBezTo>
                  <a:cubicBezTo>
                    <a:pt x="461" y="921"/>
                    <a:pt x="461" y="858"/>
                    <a:pt x="461" y="73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54" name="Google Shape;5154;p56"/>
            <p:cNvSpPr/>
            <p:nvPr/>
          </p:nvSpPr>
          <p:spPr>
            <a:xfrm>
              <a:off x="1564100" y="4401400"/>
              <a:ext cx="11000" cy="7325"/>
            </a:xfrm>
            <a:custGeom>
              <a:avLst/>
              <a:gdLst/>
              <a:ahLst/>
              <a:cxnLst/>
              <a:rect l="l" t="t" r="r" b="b"/>
              <a:pathLst>
                <a:path w="440" h="293" extrusionOk="0">
                  <a:moveTo>
                    <a:pt x="0" y="0"/>
                  </a:moveTo>
                  <a:cubicBezTo>
                    <a:pt x="210" y="21"/>
                    <a:pt x="356" y="105"/>
                    <a:pt x="440" y="293"/>
                  </a:cubicBezTo>
                  <a:lnTo>
                    <a:pt x="440" y="251"/>
                  </a:lnTo>
                  <a:cubicBezTo>
                    <a:pt x="252" y="251"/>
                    <a:pt x="84" y="20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55" name="Google Shape;5155;p56"/>
            <p:cNvSpPr/>
            <p:nvPr/>
          </p:nvSpPr>
          <p:spPr>
            <a:xfrm>
              <a:off x="1554675" y="4396150"/>
              <a:ext cx="9975" cy="5775"/>
            </a:xfrm>
            <a:custGeom>
              <a:avLst/>
              <a:gdLst/>
              <a:ahLst/>
              <a:cxnLst/>
              <a:rect l="l" t="t" r="r" b="b"/>
              <a:pathLst>
                <a:path w="399" h="231" extrusionOk="0">
                  <a:moveTo>
                    <a:pt x="398" y="210"/>
                  </a:moveTo>
                  <a:cubicBezTo>
                    <a:pt x="273" y="231"/>
                    <a:pt x="168" y="189"/>
                    <a:pt x="64" y="105"/>
                  </a:cubicBezTo>
                  <a:cubicBezTo>
                    <a:pt x="1" y="43"/>
                    <a:pt x="1" y="22"/>
                    <a:pt x="64" y="1"/>
                  </a:cubicBezTo>
                  <a:lnTo>
                    <a:pt x="147" y="1"/>
                  </a:lnTo>
                  <a:cubicBezTo>
                    <a:pt x="210" y="22"/>
                    <a:pt x="357" y="85"/>
                    <a:pt x="398" y="2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56" name="Google Shape;5156;p56"/>
            <p:cNvSpPr/>
            <p:nvPr/>
          </p:nvSpPr>
          <p:spPr>
            <a:xfrm>
              <a:off x="1847100" y="4348025"/>
              <a:ext cx="5775" cy="3175"/>
            </a:xfrm>
            <a:custGeom>
              <a:avLst/>
              <a:gdLst/>
              <a:ahLst/>
              <a:cxnLst/>
              <a:rect l="l" t="t" r="r" b="b"/>
              <a:pathLst>
                <a:path w="231" h="127" extrusionOk="0">
                  <a:moveTo>
                    <a:pt x="230" y="64"/>
                  </a:moveTo>
                  <a:lnTo>
                    <a:pt x="188" y="126"/>
                  </a:lnTo>
                  <a:cubicBezTo>
                    <a:pt x="126" y="85"/>
                    <a:pt x="63" y="85"/>
                    <a:pt x="0" y="64"/>
                  </a:cubicBezTo>
                  <a:cubicBezTo>
                    <a:pt x="21" y="43"/>
                    <a:pt x="21" y="1"/>
                    <a:pt x="63" y="1"/>
                  </a:cubicBezTo>
                  <a:cubicBezTo>
                    <a:pt x="105" y="22"/>
                    <a:pt x="168" y="43"/>
                    <a:pt x="230" y="6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57" name="Google Shape;5157;p56"/>
            <p:cNvSpPr/>
            <p:nvPr/>
          </p:nvSpPr>
          <p:spPr>
            <a:xfrm>
              <a:off x="1517550" y="4409225"/>
              <a:ext cx="4725" cy="550"/>
            </a:xfrm>
            <a:custGeom>
              <a:avLst/>
              <a:gdLst/>
              <a:ahLst/>
              <a:cxnLst/>
              <a:rect l="l" t="t" r="r" b="b"/>
              <a:pathLst>
                <a:path w="189" h="22" extrusionOk="0">
                  <a:moveTo>
                    <a:pt x="0" y="1"/>
                  </a:moveTo>
                  <a:cubicBezTo>
                    <a:pt x="84" y="1"/>
                    <a:pt x="189" y="22"/>
                    <a:pt x="84" y="1"/>
                  </a:cubicBezTo>
                  <a:cubicBezTo>
                    <a:pt x="168" y="22"/>
                    <a:pt x="84"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58" name="Google Shape;5158;p56"/>
            <p:cNvSpPr/>
            <p:nvPr/>
          </p:nvSpPr>
          <p:spPr>
            <a:xfrm>
              <a:off x="1575600" y="4408200"/>
              <a:ext cx="7875" cy="3675"/>
            </a:xfrm>
            <a:custGeom>
              <a:avLst/>
              <a:gdLst/>
              <a:ahLst/>
              <a:cxnLst/>
              <a:rect l="l" t="t" r="r" b="b"/>
              <a:pathLst>
                <a:path w="315" h="147" extrusionOk="0">
                  <a:moveTo>
                    <a:pt x="315" y="147"/>
                  </a:moveTo>
                  <a:cubicBezTo>
                    <a:pt x="189" y="147"/>
                    <a:pt x="64" y="147"/>
                    <a:pt x="1" y="0"/>
                  </a:cubicBezTo>
                  <a:lnTo>
                    <a:pt x="1" y="42"/>
                  </a:lnTo>
                  <a:cubicBezTo>
                    <a:pt x="105" y="0"/>
                    <a:pt x="252" y="0"/>
                    <a:pt x="315" y="14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59" name="Google Shape;5159;p56"/>
            <p:cNvSpPr/>
            <p:nvPr/>
          </p:nvSpPr>
          <p:spPr>
            <a:xfrm>
              <a:off x="1545800" y="4385700"/>
              <a:ext cx="2625" cy="2625"/>
            </a:xfrm>
            <a:custGeom>
              <a:avLst/>
              <a:gdLst/>
              <a:ahLst/>
              <a:cxnLst/>
              <a:rect l="l" t="t" r="r" b="b"/>
              <a:pathLst>
                <a:path w="105" h="105" extrusionOk="0">
                  <a:moveTo>
                    <a:pt x="42" y="0"/>
                  </a:moveTo>
                  <a:cubicBezTo>
                    <a:pt x="84" y="0"/>
                    <a:pt x="105" y="21"/>
                    <a:pt x="105" y="21"/>
                  </a:cubicBezTo>
                  <a:cubicBezTo>
                    <a:pt x="105" y="42"/>
                    <a:pt x="105" y="84"/>
                    <a:pt x="84" y="84"/>
                  </a:cubicBezTo>
                  <a:cubicBezTo>
                    <a:pt x="21" y="105"/>
                    <a:pt x="0" y="42"/>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5163" name="Shape 5163"/>
        <p:cNvGrpSpPr/>
        <p:nvPr/>
      </p:nvGrpSpPr>
      <p:grpSpPr>
        <a:xfrm>
          <a:off x="0" y="0"/>
          <a:ext cx="0" cy="0"/>
          <a:chOff x="0" y="0"/>
          <a:chExt cx="0" cy="0"/>
        </a:xfrm>
      </p:grpSpPr>
      <p:sp>
        <p:nvSpPr>
          <p:cNvPr id="5164" name="Google Shape;5164;p57"/>
          <p:cNvSpPr txBox="1"/>
          <p:nvPr>
            <p:ph type="title"/>
          </p:nvPr>
        </p:nvSpPr>
        <p:spPr>
          <a:xfrm>
            <a:off x="713225" y="445025"/>
            <a:ext cx="77175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Use tables to represent data</a:t>
            </a:r>
            <a:endParaRPr lang="en-GB"/>
          </a:p>
        </p:txBody>
      </p:sp>
      <p:graphicFrame>
        <p:nvGraphicFramePr>
          <p:cNvPr id="5165" name="Google Shape;5165;p57"/>
          <p:cNvGraphicFramePr/>
          <p:nvPr/>
        </p:nvGraphicFramePr>
        <p:xfrm>
          <a:off x="719988" y="1263310"/>
          <a:ext cx="7703975" cy="3000000"/>
        </p:xfrm>
        <a:graphic>
          <a:graphicData uri="http://schemas.openxmlformats.org/drawingml/2006/table">
            <a:tbl>
              <a:tblPr>
                <a:noFill/>
                <a:tableStyleId>{59C248EF-CFDD-4DAC-B5BB-78ED15F6001B}</a:tableStyleId>
              </a:tblPr>
              <a:tblGrid>
                <a:gridCol w="1233875"/>
                <a:gridCol w="1617525"/>
                <a:gridCol w="1617525"/>
                <a:gridCol w="1617525"/>
                <a:gridCol w="1617525"/>
              </a:tblGrid>
              <a:tr h="658525">
                <a:tc>
                  <a:txBody>
                    <a:bodyPr/>
                    <a:lstStyle/>
                    <a:p>
                      <a:pPr marL="0" lvl="0" indent="0" algn="l" rtl="0">
                        <a:spcBef>
                          <a:spcPts val="0"/>
                        </a:spcBef>
                        <a:spcAft>
                          <a:spcPts val="0"/>
                        </a:spcAft>
                        <a:buNone/>
                      </a:pPr>
                      <a:endParaRPr sz="1800">
                        <a:solidFill>
                          <a:srgbClr val="4E48AB"/>
                        </a:solidFill>
                        <a:latin typeface="Average Sans" panose="02000503040000020003"/>
                        <a:ea typeface="Average Sans" panose="02000503040000020003"/>
                        <a:cs typeface="Average Sans" panose="02000503040000020003"/>
                        <a:sym typeface="Average Sans" panose="02000503040000020003"/>
                      </a:endParaRPr>
                    </a:p>
                  </a:txBody>
                  <a:tcPr marL="91425" marR="91425" marT="68575" marB="68575"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GB" sz="1800">
                          <a:solidFill>
                            <a:schemeClr val="dk1"/>
                          </a:solidFill>
                          <a:latin typeface="Average Sans" panose="02000503040000020003"/>
                          <a:ea typeface="Average Sans" panose="02000503040000020003"/>
                          <a:cs typeface="Average Sans" panose="02000503040000020003"/>
                          <a:sym typeface="Average Sans" panose="02000503040000020003"/>
                        </a:rPr>
                        <a:t>Team A</a:t>
                      </a:r>
                      <a:endParaRPr sz="1800">
                        <a:solidFill>
                          <a:schemeClr val="dk1"/>
                        </a:solidFill>
                        <a:latin typeface="Average Sans" panose="02000503040000020003"/>
                        <a:ea typeface="Average Sans" panose="02000503040000020003"/>
                        <a:cs typeface="Average Sans" panose="02000503040000020003"/>
                        <a:sym typeface="Average Sans" panose="02000503040000020003"/>
                      </a:endParaRPr>
                    </a:p>
                  </a:txBody>
                  <a:tcPr marL="91425" marR="91425" marT="68575" marB="68575"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GB" sz="1800">
                          <a:solidFill>
                            <a:schemeClr val="dk1"/>
                          </a:solidFill>
                          <a:latin typeface="Average Sans" panose="02000503040000020003"/>
                          <a:ea typeface="Average Sans" panose="02000503040000020003"/>
                          <a:cs typeface="Average Sans" panose="02000503040000020003"/>
                          <a:sym typeface="Average Sans" panose="02000503040000020003"/>
                        </a:rPr>
                        <a:t>Team B</a:t>
                      </a:r>
                      <a:endParaRPr sz="1800">
                        <a:solidFill>
                          <a:schemeClr val="dk1"/>
                        </a:solidFill>
                        <a:latin typeface="Average Sans" panose="02000503040000020003"/>
                        <a:ea typeface="Average Sans" panose="02000503040000020003"/>
                        <a:cs typeface="Average Sans" panose="02000503040000020003"/>
                        <a:sym typeface="Average Sans" panose="02000503040000020003"/>
                      </a:endParaRPr>
                    </a:p>
                  </a:txBody>
                  <a:tcPr marL="91425" marR="91425" marT="68575" marB="68575"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Clr>
                          <a:srgbClr val="000000"/>
                        </a:buClr>
                        <a:buSzPts val="1100"/>
                        <a:buFont typeface="Arial" panose="020B0604020202020204"/>
                        <a:buNone/>
                      </a:pPr>
                      <a:r>
                        <a:rPr lang="en-GB" sz="1800">
                          <a:solidFill>
                            <a:schemeClr val="dk1"/>
                          </a:solidFill>
                          <a:latin typeface="Average Sans" panose="02000503040000020003"/>
                          <a:ea typeface="Average Sans" panose="02000503040000020003"/>
                          <a:cs typeface="Average Sans" panose="02000503040000020003"/>
                          <a:sym typeface="Average Sans" panose="02000503040000020003"/>
                        </a:rPr>
                        <a:t>Team C</a:t>
                      </a:r>
                      <a:endParaRPr sz="1800">
                        <a:solidFill>
                          <a:schemeClr val="dk1"/>
                        </a:solidFill>
                        <a:latin typeface="Average Sans" panose="02000503040000020003"/>
                        <a:ea typeface="Average Sans" panose="02000503040000020003"/>
                        <a:cs typeface="Average Sans" panose="02000503040000020003"/>
                        <a:sym typeface="Average Sans" panose="02000503040000020003"/>
                      </a:endParaRPr>
                    </a:p>
                  </a:txBody>
                  <a:tcPr marL="91425" marR="91425" marT="68575" marB="68575"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Clr>
                          <a:srgbClr val="000000"/>
                        </a:buClr>
                        <a:buSzPts val="1100"/>
                        <a:buFont typeface="Arial" panose="020B0604020202020204"/>
                        <a:buNone/>
                      </a:pPr>
                      <a:r>
                        <a:rPr lang="en-GB" sz="1800">
                          <a:solidFill>
                            <a:schemeClr val="dk1"/>
                          </a:solidFill>
                          <a:latin typeface="Average Sans" panose="02000503040000020003"/>
                          <a:ea typeface="Average Sans" panose="02000503040000020003"/>
                          <a:cs typeface="Average Sans" panose="02000503040000020003"/>
                          <a:sym typeface="Average Sans" panose="02000503040000020003"/>
                        </a:rPr>
                        <a:t>Team D</a:t>
                      </a:r>
                      <a:endParaRPr sz="1800">
                        <a:solidFill>
                          <a:schemeClr val="dk1"/>
                        </a:solidFill>
                        <a:latin typeface="Average Sans" panose="02000503040000020003"/>
                        <a:ea typeface="Average Sans" panose="02000503040000020003"/>
                        <a:cs typeface="Average Sans" panose="02000503040000020003"/>
                        <a:sym typeface="Average Sans" panose="02000503040000020003"/>
                      </a:endParaRPr>
                    </a:p>
                  </a:txBody>
                  <a:tcPr marL="91425" marR="91425" marT="68575" marB="68575"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19050" cap="flat" cmpd="sng">
                      <a:solidFill>
                        <a:schemeClr val="dk1"/>
                      </a:solidFill>
                      <a:prstDash val="solid"/>
                      <a:round/>
                      <a:headEnd type="none" w="sm" len="sm"/>
                      <a:tailEnd type="none" w="sm" len="sm"/>
                    </a:lnB>
                  </a:tcPr>
                </a:tc>
              </a:tr>
              <a:tr h="684300">
                <a:tc>
                  <a:txBody>
                    <a:bodyPr/>
                    <a:lstStyle/>
                    <a:p>
                      <a:pPr marL="0" lvl="0" indent="0" algn="ctr" rtl="0">
                        <a:spcBef>
                          <a:spcPts val="0"/>
                        </a:spcBef>
                        <a:spcAft>
                          <a:spcPts val="0"/>
                        </a:spcAft>
                        <a:buNone/>
                      </a:pPr>
                      <a:r>
                        <a:rPr lang="en-GB" sz="1800">
                          <a:solidFill>
                            <a:schemeClr val="dk1"/>
                          </a:solidFill>
                          <a:latin typeface="Average Sans" panose="02000503040000020003"/>
                          <a:ea typeface="Average Sans" panose="02000503040000020003"/>
                          <a:cs typeface="Average Sans" panose="02000503040000020003"/>
                          <a:sym typeface="Average Sans" panose="02000503040000020003"/>
                        </a:rPr>
                        <a:t>Mercury</a:t>
                      </a:r>
                      <a:endParaRPr sz="1800">
                        <a:solidFill>
                          <a:schemeClr val="dk1"/>
                        </a:solidFill>
                        <a:latin typeface="Average Sans" panose="02000503040000020003"/>
                        <a:ea typeface="Average Sans" panose="02000503040000020003"/>
                        <a:cs typeface="Average Sans" panose="02000503040000020003"/>
                        <a:sym typeface="Average Sans" panose="02000503040000020003"/>
                      </a:endParaRPr>
                    </a:p>
                  </a:txBody>
                  <a:tcPr marL="91425" marR="91425" marT="68575" marB="68575"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GB">
                          <a:solidFill>
                            <a:schemeClr val="dk1"/>
                          </a:solidFill>
                          <a:latin typeface="Average Sans" panose="02000503040000020003"/>
                          <a:ea typeface="Average Sans" panose="02000503040000020003"/>
                          <a:cs typeface="Average Sans" panose="02000503040000020003"/>
                          <a:sym typeface="Average Sans" panose="02000503040000020003"/>
                        </a:rPr>
                        <a:t>0.06</a:t>
                      </a:r>
                      <a:endParaRPr>
                        <a:solidFill>
                          <a:schemeClr val="dk1"/>
                        </a:solidFill>
                        <a:latin typeface="Average Sans" panose="02000503040000020003"/>
                        <a:ea typeface="Average Sans" panose="02000503040000020003"/>
                        <a:cs typeface="Average Sans" panose="02000503040000020003"/>
                        <a:sym typeface="Average Sans" panose="02000503040000020003"/>
                      </a:endParaRPr>
                    </a:p>
                  </a:txBody>
                  <a:tcPr marL="91425" marR="91425" marT="68575" marB="68575"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GB">
                          <a:solidFill>
                            <a:schemeClr val="dk1"/>
                          </a:solidFill>
                          <a:latin typeface="Average Sans" panose="02000503040000020003"/>
                          <a:ea typeface="Average Sans" panose="02000503040000020003"/>
                          <a:cs typeface="Average Sans" panose="02000503040000020003"/>
                          <a:sym typeface="Average Sans" panose="02000503040000020003"/>
                        </a:rPr>
                        <a:t>0.53</a:t>
                      </a:r>
                      <a:endParaRPr>
                        <a:solidFill>
                          <a:schemeClr val="dk1"/>
                        </a:solidFill>
                        <a:latin typeface="Average Sans" panose="02000503040000020003"/>
                        <a:ea typeface="Average Sans" panose="02000503040000020003"/>
                        <a:cs typeface="Average Sans" panose="02000503040000020003"/>
                        <a:sym typeface="Average Sans" panose="02000503040000020003"/>
                      </a:endParaRPr>
                    </a:p>
                  </a:txBody>
                  <a:tcPr marL="91425" marR="91425" marT="68575" marB="68575"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GB">
                          <a:solidFill>
                            <a:schemeClr val="dk1"/>
                          </a:solidFill>
                          <a:latin typeface="Average Sans" panose="02000503040000020003"/>
                          <a:ea typeface="Average Sans" panose="02000503040000020003"/>
                          <a:cs typeface="Average Sans" panose="02000503040000020003"/>
                          <a:sym typeface="Average Sans" panose="02000503040000020003"/>
                        </a:rPr>
                        <a:t>0.38</a:t>
                      </a:r>
                      <a:endParaRPr>
                        <a:solidFill>
                          <a:schemeClr val="dk1"/>
                        </a:solidFill>
                        <a:latin typeface="Average Sans" panose="02000503040000020003"/>
                        <a:ea typeface="Average Sans" panose="02000503040000020003"/>
                        <a:cs typeface="Average Sans" panose="02000503040000020003"/>
                        <a:sym typeface="Average Sans" panose="02000503040000020003"/>
                      </a:endParaRPr>
                    </a:p>
                  </a:txBody>
                  <a:tcPr marL="91425" marR="91425" marT="68575" marB="68575"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GB">
                          <a:solidFill>
                            <a:schemeClr val="dk1"/>
                          </a:solidFill>
                          <a:latin typeface="Average Sans" panose="02000503040000020003"/>
                          <a:ea typeface="Average Sans" panose="02000503040000020003"/>
                          <a:cs typeface="Average Sans" panose="02000503040000020003"/>
                          <a:sym typeface="Average Sans" panose="02000503040000020003"/>
                        </a:rPr>
                        <a:t>0.38</a:t>
                      </a:r>
                      <a:endParaRPr>
                        <a:solidFill>
                          <a:schemeClr val="dk1"/>
                        </a:solidFill>
                        <a:latin typeface="Average Sans" panose="02000503040000020003"/>
                        <a:ea typeface="Average Sans" panose="02000503040000020003"/>
                        <a:cs typeface="Average Sans" panose="02000503040000020003"/>
                        <a:sym typeface="Average Sans" panose="02000503040000020003"/>
                      </a:endParaRPr>
                    </a:p>
                  </a:txBody>
                  <a:tcPr marL="91425" marR="91425" marT="68575" marB="68575"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r>
              <a:tr h="684300">
                <a:tc>
                  <a:txBody>
                    <a:bodyPr/>
                    <a:lstStyle/>
                    <a:p>
                      <a:pPr marL="0" lvl="0" indent="0" algn="ctr" rtl="0">
                        <a:spcBef>
                          <a:spcPts val="0"/>
                        </a:spcBef>
                        <a:spcAft>
                          <a:spcPts val="0"/>
                        </a:spcAft>
                        <a:buNone/>
                      </a:pPr>
                      <a:r>
                        <a:rPr lang="en-GB" sz="1800">
                          <a:solidFill>
                            <a:schemeClr val="dk1"/>
                          </a:solidFill>
                          <a:latin typeface="Average Sans" panose="02000503040000020003"/>
                          <a:ea typeface="Average Sans" panose="02000503040000020003"/>
                          <a:cs typeface="Average Sans" panose="02000503040000020003"/>
                          <a:sym typeface="Average Sans" panose="02000503040000020003"/>
                        </a:rPr>
                        <a:t>Mars</a:t>
                      </a:r>
                      <a:endParaRPr sz="1800">
                        <a:solidFill>
                          <a:schemeClr val="dk1"/>
                        </a:solidFill>
                        <a:latin typeface="Average Sans" panose="02000503040000020003"/>
                        <a:ea typeface="Average Sans" panose="02000503040000020003"/>
                        <a:cs typeface="Average Sans" panose="02000503040000020003"/>
                        <a:sym typeface="Average Sans" panose="02000503040000020003"/>
                      </a:endParaRPr>
                    </a:p>
                  </a:txBody>
                  <a:tcPr marL="91425" marR="91425" marT="68575" marB="68575"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GB">
                          <a:solidFill>
                            <a:schemeClr val="dk1"/>
                          </a:solidFill>
                          <a:latin typeface="Average Sans" panose="02000503040000020003"/>
                          <a:ea typeface="Average Sans" panose="02000503040000020003"/>
                          <a:cs typeface="Average Sans" panose="02000503040000020003"/>
                          <a:sym typeface="Average Sans" panose="02000503040000020003"/>
                        </a:rPr>
                        <a:t>0.11</a:t>
                      </a:r>
                      <a:endParaRPr>
                        <a:solidFill>
                          <a:schemeClr val="dk1"/>
                        </a:solidFill>
                        <a:latin typeface="Average Sans" panose="02000503040000020003"/>
                        <a:ea typeface="Average Sans" panose="02000503040000020003"/>
                        <a:cs typeface="Average Sans" panose="02000503040000020003"/>
                        <a:sym typeface="Average Sans" panose="02000503040000020003"/>
                      </a:endParaRPr>
                    </a:p>
                  </a:txBody>
                  <a:tcPr marL="91425" marR="91425" marT="68575" marB="68575"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GB">
                          <a:solidFill>
                            <a:schemeClr val="dk1"/>
                          </a:solidFill>
                          <a:latin typeface="Average Sans" panose="02000503040000020003"/>
                          <a:ea typeface="Average Sans" panose="02000503040000020003"/>
                          <a:cs typeface="Average Sans" panose="02000503040000020003"/>
                          <a:sym typeface="Average Sans" panose="02000503040000020003"/>
                        </a:rPr>
                        <a:t>9.4</a:t>
                      </a:r>
                      <a:endParaRPr>
                        <a:solidFill>
                          <a:schemeClr val="dk1"/>
                        </a:solidFill>
                        <a:latin typeface="Average Sans" panose="02000503040000020003"/>
                        <a:ea typeface="Average Sans" panose="02000503040000020003"/>
                        <a:cs typeface="Average Sans" panose="02000503040000020003"/>
                        <a:sym typeface="Average Sans" panose="02000503040000020003"/>
                      </a:endParaRPr>
                    </a:p>
                  </a:txBody>
                  <a:tcPr marL="91425" marR="91425" marT="68575" marB="68575"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GB">
                          <a:solidFill>
                            <a:schemeClr val="dk1"/>
                          </a:solidFill>
                          <a:latin typeface="Average Sans" panose="02000503040000020003"/>
                          <a:ea typeface="Average Sans" panose="02000503040000020003"/>
                          <a:cs typeface="Average Sans" panose="02000503040000020003"/>
                          <a:sym typeface="Average Sans" panose="02000503040000020003"/>
                        </a:rPr>
                        <a:t>0.53</a:t>
                      </a:r>
                      <a:endParaRPr>
                        <a:solidFill>
                          <a:schemeClr val="dk1"/>
                        </a:solidFill>
                        <a:latin typeface="Average Sans" panose="02000503040000020003"/>
                        <a:ea typeface="Average Sans" panose="02000503040000020003"/>
                        <a:cs typeface="Average Sans" panose="02000503040000020003"/>
                        <a:sym typeface="Average Sans" panose="02000503040000020003"/>
                      </a:endParaRPr>
                    </a:p>
                  </a:txBody>
                  <a:tcPr marL="91425" marR="91425" marT="68575" marB="68575"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GB">
                          <a:solidFill>
                            <a:schemeClr val="dk1"/>
                          </a:solidFill>
                          <a:latin typeface="Average Sans" panose="02000503040000020003"/>
                          <a:ea typeface="Average Sans" panose="02000503040000020003"/>
                          <a:cs typeface="Average Sans" panose="02000503040000020003"/>
                          <a:sym typeface="Average Sans" panose="02000503040000020003"/>
                        </a:rPr>
                        <a:t>0.78</a:t>
                      </a:r>
                      <a:endParaRPr>
                        <a:solidFill>
                          <a:schemeClr val="dk1"/>
                        </a:solidFill>
                        <a:latin typeface="Average Sans" panose="02000503040000020003"/>
                        <a:ea typeface="Average Sans" panose="02000503040000020003"/>
                        <a:cs typeface="Average Sans" panose="02000503040000020003"/>
                        <a:sym typeface="Average Sans" panose="02000503040000020003"/>
                      </a:endParaRPr>
                    </a:p>
                  </a:txBody>
                  <a:tcPr marL="91425" marR="91425" marT="68575" marB="68575"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r>
              <a:tr h="684300">
                <a:tc>
                  <a:txBody>
                    <a:bodyPr/>
                    <a:lstStyle/>
                    <a:p>
                      <a:pPr marL="0" lvl="0" indent="0" algn="ctr" rtl="0">
                        <a:spcBef>
                          <a:spcPts val="0"/>
                        </a:spcBef>
                        <a:spcAft>
                          <a:spcPts val="0"/>
                        </a:spcAft>
                        <a:buNone/>
                      </a:pPr>
                      <a:r>
                        <a:rPr lang="en-GB" sz="1800">
                          <a:solidFill>
                            <a:schemeClr val="dk1"/>
                          </a:solidFill>
                          <a:latin typeface="Average Sans" panose="02000503040000020003"/>
                          <a:ea typeface="Average Sans" panose="02000503040000020003"/>
                          <a:cs typeface="Average Sans" panose="02000503040000020003"/>
                          <a:sym typeface="Average Sans" panose="02000503040000020003"/>
                        </a:rPr>
                        <a:t>Saturn</a:t>
                      </a:r>
                      <a:endParaRPr sz="1800">
                        <a:solidFill>
                          <a:schemeClr val="dk1"/>
                        </a:solidFill>
                        <a:latin typeface="Average Sans" panose="02000503040000020003"/>
                        <a:ea typeface="Average Sans" panose="02000503040000020003"/>
                        <a:cs typeface="Average Sans" panose="02000503040000020003"/>
                        <a:sym typeface="Average Sans" panose="02000503040000020003"/>
                      </a:endParaRPr>
                    </a:p>
                  </a:txBody>
                  <a:tcPr marL="91425" marR="91425" marT="68575" marB="68575"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GB">
                          <a:solidFill>
                            <a:schemeClr val="dk1"/>
                          </a:solidFill>
                          <a:latin typeface="Average Sans" panose="02000503040000020003"/>
                          <a:ea typeface="Average Sans" panose="02000503040000020003"/>
                          <a:cs typeface="Average Sans" panose="02000503040000020003"/>
                          <a:sym typeface="Average Sans" panose="02000503040000020003"/>
                        </a:rPr>
                        <a:t>95.2</a:t>
                      </a:r>
                      <a:endParaRPr>
                        <a:solidFill>
                          <a:schemeClr val="dk1"/>
                        </a:solidFill>
                        <a:latin typeface="Average Sans" panose="02000503040000020003"/>
                        <a:ea typeface="Average Sans" panose="02000503040000020003"/>
                        <a:cs typeface="Average Sans" panose="02000503040000020003"/>
                        <a:sym typeface="Average Sans" panose="02000503040000020003"/>
                      </a:endParaRPr>
                    </a:p>
                  </a:txBody>
                  <a:tcPr marL="91425" marR="91425" marT="68575" marB="68575"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GB">
                          <a:solidFill>
                            <a:schemeClr val="dk1"/>
                          </a:solidFill>
                          <a:latin typeface="Average Sans" panose="02000503040000020003"/>
                          <a:ea typeface="Average Sans" panose="02000503040000020003"/>
                          <a:cs typeface="Average Sans" panose="02000503040000020003"/>
                          <a:sym typeface="Average Sans" panose="02000503040000020003"/>
                        </a:rPr>
                        <a:t>1.16</a:t>
                      </a:r>
                      <a:endParaRPr>
                        <a:solidFill>
                          <a:schemeClr val="dk1"/>
                        </a:solidFill>
                        <a:latin typeface="Average Sans" panose="02000503040000020003"/>
                        <a:ea typeface="Average Sans" panose="02000503040000020003"/>
                        <a:cs typeface="Average Sans" panose="02000503040000020003"/>
                        <a:sym typeface="Average Sans" panose="02000503040000020003"/>
                      </a:endParaRPr>
                    </a:p>
                  </a:txBody>
                  <a:tcPr marL="91425" marR="91425" marT="68575" marB="68575"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GB">
                          <a:solidFill>
                            <a:schemeClr val="dk1"/>
                          </a:solidFill>
                          <a:latin typeface="Average Sans" panose="02000503040000020003"/>
                          <a:ea typeface="Average Sans" panose="02000503040000020003"/>
                          <a:cs typeface="Average Sans" panose="02000503040000020003"/>
                          <a:sym typeface="Average Sans" panose="02000503040000020003"/>
                        </a:rPr>
                        <a:t>9.4</a:t>
                      </a:r>
                      <a:endParaRPr>
                        <a:solidFill>
                          <a:schemeClr val="dk1"/>
                        </a:solidFill>
                        <a:latin typeface="Average Sans" panose="02000503040000020003"/>
                        <a:ea typeface="Average Sans" panose="02000503040000020003"/>
                        <a:cs typeface="Average Sans" panose="02000503040000020003"/>
                        <a:sym typeface="Average Sans" panose="02000503040000020003"/>
                      </a:endParaRPr>
                    </a:p>
                  </a:txBody>
                  <a:tcPr marL="91425" marR="91425" marT="68575" marB="68575"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GB">
                          <a:solidFill>
                            <a:schemeClr val="dk1"/>
                          </a:solidFill>
                          <a:latin typeface="Average Sans" panose="02000503040000020003"/>
                          <a:ea typeface="Average Sans" panose="02000503040000020003"/>
                          <a:cs typeface="Average Sans" panose="02000503040000020003"/>
                          <a:sym typeface="Average Sans" panose="02000503040000020003"/>
                        </a:rPr>
                        <a:t>1.16</a:t>
                      </a:r>
                      <a:endParaRPr>
                        <a:solidFill>
                          <a:schemeClr val="dk1"/>
                        </a:solidFill>
                        <a:latin typeface="Average Sans" panose="02000503040000020003"/>
                        <a:ea typeface="Average Sans" panose="02000503040000020003"/>
                        <a:cs typeface="Average Sans" panose="02000503040000020003"/>
                        <a:sym typeface="Average Sans" panose="02000503040000020003"/>
                      </a:endParaRPr>
                    </a:p>
                  </a:txBody>
                  <a:tcPr marL="91425" marR="91425" marT="68575" marB="68575" anchor="ctr">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r>
            </a:tbl>
          </a:graphicData>
        </a:graphic>
      </p:graphicFrame>
      <p:sp>
        <p:nvSpPr>
          <p:cNvPr id="5166" name="Google Shape;5166;p57"/>
          <p:cNvSpPr/>
          <p:nvPr/>
        </p:nvSpPr>
        <p:spPr>
          <a:xfrm flipH="1">
            <a:off x="2747137" y="4225837"/>
            <a:ext cx="799730" cy="755108"/>
          </a:xfrm>
          <a:custGeom>
            <a:avLst/>
            <a:gdLst/>
            <a:ahLst/>
            <a:cxnLst/>
            <a:rect l="l" t="t" r="r" b="b"/>
            <a:pathLst>
              <a:path w="33479" h="31611" extrusionOk="0">
                <a:moveTo>
                  <a:pt x="16635" y="937"/>
                </a:moveTo>
                <a:cubicBezTo>
                  <a:pt x="16761" y="1711"/>
                  <a:pt x="16844" y="2527"/>
                  <a:pt x="16886" y="3343"/>
                </a:cubicBezTo>
                <a:cubicBezTo>
                  <a:pt x="16823" y="3385"/>
                  <a:pt x="16719" y="3427"/>
                  <a:pt x="16635" y="3469"/>
                </a:cubicBezTo>
                <a:cubicBezTo>
                  <a:pt x="16656" y="2632"/>
                  <a:pt x="16656" y="1774"/>
                  <a:pt x="16635" y="937"/>
                </a:cubicBezTo>
                <a:close/>
                <a:moveTo>
                  <a:pt x="18434" y="2904"/>
                </a:moveTo>
                <a:lnTo>
                  <a:pt x="18455" y="2925"/>
                </a:lnTo>
                <a:cubicBezTo>
                  <a:pt x="18434" y="2946"/>
                  <a:pt x="18434" y="2946"/>
                  <a:pt x="18434" y="2967"/>
                </a:cubicBezTo>
                <a:cubicBezTo>
                  <a:pt x="17866" y="3261"/>
                  <a:pt x="15386" y="4639"/>
                  <a:pt x="14939" y="4639"/>
                </a:cubicBezTo>
                <a:cubicBezTo>
                  <a:pt x="14909" y="4639"/>
                  <a:pt x="14888" y="4633"/>
                  <a:pt x="14877" y="4620"/>
                </a:cubicBezTo>
                <a:cubicBezTo>
                  <a:pt x="14877" y="4599"/>
                  <a:pt x="14857" y="4599"/>
                  <a:pt x="14857" y="4599"/>
                </a:cubicBezTo>
                <a:lnTo>
                  <a:pt x="14857" y="4536"/>
                </a:lnTo>
                <a:cubicBezTo>
                  <a:pt x="14794" y="4494"/>
                  <a:pt x="14836" y="4473"/>
                  <a:pt x="14836" y="4431"/>
                </a:cubicBezTo>
                <a:cubicBezTo>
                  <a:pt x="16049" y="4013"/>
                  <a:pt x="17263" y="3448"/>
                  <a:pt x="18434" y="2904"/>
                </a:cubicBezTo>
                <a:close/>
                <a:moveTo>
                  <a:pt x="23770" y="5624"/>
                </a:moveTo>
                <a:cubicBezTo>
                  <a:pt x="23854" y="6691"/>
                  <a:pt x="24000" y="8930"/>
                  <a:pt x="24042" y="9390"/>
                </a:cubicBezTo>
                <a:cubicBezTo>
                  <a:pt x="23875" y="9411"/>
                  <a:pt x="23749" y="9432"/>
                  <a:pt x="23582" y="9453"/>
                </a:cubicBezTo>
                <a:cubicBezTo>
                  <a:pt x="23644" y="9076"/>
                  <a:pt x="23770" y="6712"/>
                  <a:pt x="23770" y="5624"/>
                </a:cubicBezTo>
                <a:close/>
                <a:moveTo>
                  <a:pt x="10672" y="6858"/>
                </a:moveTo>
                <a:cubicBezTo>
                  <a:pt x="10651" y="6921"/>
                  <a:pt x="10588" y="7005"/>
                  <a:pt x="10546" y="7047"/>
                </a:cubicBezTo>
                <a:cubicBezTo>
                  <a:pt x="10484" y="7047"/>
                  <a:pt x="10463" y="7089"/>
                  <a:pt x="10442" y="7130"/>
                </a:cubicBezTo>
                <a:lnTo>
                  <a:pt x="10442" y="7172"/>
                </a:lnTo>
                <a:cubicBezTo>
                  <a:pt x="9960" y="7654"/>
                  <a:pt x="9019" y="8177"/>
                  <a:pt x="8768" y="8386"/>
                </a:cubicBezTo>
                <a:cubicBezTo>
                  <a:pt x="8203" y="8783"/>
                  <a:pt x="7659" y="9181"/>
                  <a:pt x="7136" y="9620"/>
                </a:cubicBezTo>
                <a:cubicBezTo>
                  <a:pt x="7136" y="9620"/>
                  <a:pt x="7136" y="9579"/>
                  <a:pt x="7115" y="9579"/>
                </a:cubicBezTo>
                <a:cubicBezTo>
                  <a:pt x="7115" y="9558"/>
                  <a:pt x="7136" y="9558"/>
                  <a:pt x="7136" y="9537"/>
                </a:cubicBezTo>
                <a:cubicBezTo>
                  <a:pt x="7153" y="9485"/>
                  <a:pt x="7128" y="9448"/>
                  <a:pt x="7083" y="9448"/>
                </a:cubicBezTo>
                <a:cubicBezTo>
                  <a:pt x="7074" y="9448"/>
                  <a:pt x="7063" y="9449"/>
                  <a:pt x="7052" y="9453"/>
                </a:cubicBezTo>
                <a:cubicBezTo>
                  <a:pt x="7088" y="9435"/>
                  <a:pt x="7093" y="9433"/>
                  <a:pt x="7107" y="9406"/>
                </a:cubicBezTo>
                <a:lnTo>
                  <a:pt x="7107" y="9406"/>
                </a:lnTo>
                <a:cubicBezTo>
                  <a:pt x="7107" y="9406"/>
                  <a:pt x="7107" y="9406"/>
                  <a:pt x="7107" y="9406"/>
                </a:cubicBezTo>
                <a:cubicBezTo>
                  <a:pt x="7110" y="9406"/>
                  <a:pt x="7115" y="9401"/>
                  <a:pt x="7115" y="9390"/>
                </a:cubicBezTo>
                <a:lnTo>
                  <a:pt x="7115" y="9390"/>
                </a:lnTo>
                <a:cubicBezTo>
                  <a:pt x="7115" y="9390"/>
                  <a:pt x="7115" y="9390"/>
                  <a:pt x="7115" y="9390"/>
                </a:cubicBezTo>
                <a:cubicBezTo>
                  <a:pt x="8307" y="8574"/>
                  <a:pt x="9458" y="7675"/>
                  <a:pt x="10672" y="6858"/>
                </a:cubicBezTo>
                <a:close/>
                <a:moveTo>
                  <a:pt x="18393" y="3155"/>
                </a:moveTo>
                <a:lnTo>
                  <a:pt x="18393" y="3155"/>
                </a:lnTo>
                <a:cubicBezTo>
                  <a:pt x="17681" y="4850"/>
                  <a:pt x="17890" y="6817"/>
                  <a:pt x="19041" y="8281"/>
                </a:cubicBezTo>
                <a:cubicBezTo>
                  <a:pt x="18538" y="7990"/>
                  <a:pt x="17939" y="7885"/>
                  <a:pt x="17334" y="7885"/>
                </a:cubicBezTo>
                <a:cubicBezTo>
                  <a:pt x="16807" y="7885"/>
                  <a:pt x="16275" y="7965"/>
                  <a:pt x="15798" y="8072"/>
                </a:cubicBezTo>
                <a:cubicBezTo>
                  <a:pt x="14857" y="8281"/>
                  <a:pt x="13957" y="8783"/>
                  <a:pt x="13706" y="9746"/>
                </a:cubicBezTo>
                <a:lnTo>
                  <a:pt x="13685" y="9746"/>
                </a:lnTo>
                <a:cubicBezTo>
                  <a:pt x="13476" y="8825"/>
                  <a:pt x="13392" y="7967"/>
                  <a:pt x="13643" y="7047"/>
                </a:cubicBezTo>
                <a:cubicBezTo>
                  <a:pt x="13894" y="6189"/>
                  <a:pt x="14417" y="5540"/>
                  <a:pt x="14773" y="4745"/>
                </a:cubicBezTo>
                <a:cubicBezTo>
                  <a:pt x="14794" y="4745"/>
                  <a:pt x="14836" y="4724"/>
                  <a:pt x="14857" y="4703"/>
                </a:cubicBezTo>
                <a:cubicBezTo>
                  <a:pt x="14877" y="4709"/>
                  <a:pt x="14902" y="4712"/>
                  <a:pt x="14931" y="4712"/>
                </a:cubicBezTo>
                <a:cubicBezTo>
                  <a:pt x="15516" y="4712"/>
                  <a:pt x="17695" y="3554"/>
                  <a:pt x="18393" y="3155"/>
                </a:cubicBezTo>
                <a:close/>
                <a:moveTo>
                  <a:pt x="17200" y="8867"/>
                </a:moveTo>
                <a:lnTo>
                  <a:pt x="17200" y="8867"/>
                </a:lnTo>
                <a:cubicBezTo>
                  <a:pt x="17493" y="9076"/>
                  <a:pt x="17786" y="9286"/>
                  <a:pt x="18079" y="9453"/>
                </a:cubicBezTo>
                <a:cubicBezTo>
                  <a:pt x="17786" y="9558"/>
                  <a:pt x="17493" y="9662"/>
                  <a:pt x="17179" y="9809"/>
                </a:cubicBezTo>
                <a:cubicBezTo>
                  <a:pt x="17242" y="9495"/>
                  <a:pt x="17242" y="9181"/>
                  <a:pt x="17200" y="8867"/>
                </a:cubicBezTo>
                <a:close/>
                <a:moveTo>
                  <a:pt x="16970" y="8198"/>
                </a:moveTo>
                <a:cubicBezTo>
                  <a:pt x="16970" y="8721"/>
                  <a:pt x="16949" y="9307"/>
                  <a:pt x="17033" y="9851"/>
                </a:cubicBezTo>
                <a:lnTo>
                  <a:pt x="16865" y="9934"/>
                </a:lnTo>
                <a:cubicBezTo>
                  <a:pt x="16886" y="9348"/>
                  <a:pt x="16865" y="8783"/>
                  <a:pt x="16740" y="8198"/>
                </a:cubicBezTo>
                <a:close/>
                <a:moveTo>
                  <a:pt x="25611" y="9307"/>
                </a:moveTo>
                <a:lnTo>
                  <a:pt x="25611" y="9307"/>
                </a:lnTo>
                <a:cubicBezTo>
                  <a:pt x="25632" y="9599"/>
                  <a:pt x="24837" y="9662"/>
                  <a:pt x="24732" y="9704"/>
                </a:cubicBezTo>
                <a:lnTo>
                  <a:pt x="23728" y="9934"/>
                </a:lnTo>
                <a:cubicBezTo>
                  <a:pt x="23059" y="10081"/>
                  <a:pt x="22389" y="10185"/>
                  <a:pt x="21740" y="10395"/>
                </a:cubicBezTo>
                <a:lnTo>
                  <a:pt x="21740" y="10353"/>
                </a:lnTo>
                <a:cubicBezTo>
                  <a:pt x="21699" y="10290"/>
                  <a:pt x="21678" y="10248"/>
                  <a:pt x="21678" y="10164"/>
                </a:cubicBezTo>
                <a:cubicBezTo>
                  <a:pt x="21699" y="10081"/>
                  <a:pt x="21740" y="10039"/>
                  <a:pt x="21740" y="9955"/>
                </a:cubicBezTo>
                <a:cubicBezTo>
                  <a:pt x="21835" y="9970"/>
                  <a:pt x="21932" y="9976"/>
                  <a:pt x="22032" y="9976"/>
                </a:cubicBezTo>
                <a:cubicBezTo>
                  <a:pt x="22506" y="9976"/>
                  <a:pt x="23027" y="9832"/>
                  <a:pt x="23477" y="9746"/>
                </a:cubicBezTo>
                <a:cubicBezTo>
                  <a:pt x="24188" y="9620"/>
                  <a:pt x="24900" y="9495"/>
                  <a:pt x="25611" y="9307"/>
                </a:cubicBezTo>
                <a:close/>
                <a:moveTo>
                  <a:pt x="19146" y="9244"/>
                </a:moveTo>
                <a:cubicBezTo>
                  <a:pt x="19188" y="9307"/>
                  <a:pt x="17095" y="10185"/>
                  <a:pt x="16886" y="10269"/>
                </a:cubicBezTo>
                <a:cubicBezTo>
                  <a:pt x="16572" y="10395"/>
                  <a:pt x="16238" y="10520"/>
                  <a:pt x="15924" y="10667"/>
                </a:cubicBezTo>
                <a:cubicBezTo>
                  <a:pt x="15861" y="10682"/>
                  <a:pt x="15125" y="11040"/>
                  <a:pt x="14745" y="11040"/>
                </a:cubicBezTo>
                <a:cubicBezTo>
                  <a:pt x="14619" y="11040"/>
                  <a:pt x="14532" y="11001"/>
                  <a:pt x="14522" y="10897"/>
                </a:cubicBezTo>
                <a:cubicBezTo>
                  <a:pt x="15359" y="10688"/>
                  <a:pt x="16154" y="10353"/>
                  <a:pt x="16991" y="10060"/>
                </a:cubicBezTo>
                <a:cubicBezTo>
                  <a:pt x="17702" y="9830"/>
                  <a:pt x="18455" y="9599"/>
                  <a:pt x="19146" y="9244"/>
                </a:cubicBezTo>
                <a:close/>
                <a:moveTo>
                  <a:pt x="9939" y="13575"/>
                </a:moveTo>
                <a:cubicBezTo>
                  <a:pt x="9584" y="13826"/>
                  <a:pt x="9270" y="14140"/>
                  <a:pt x="8998" y="14454"/>
                </a:cubicBezTo>
                <a:cubicBezTo>
                  <a:pt x="8977" y="14161"/>
                  <a:pt x="8935" y="13910"/>
                  <a:pt x="8914" y="13617"/>
                </a:cubicBezTo>
                <a:cubicBezTo>
                  <a:pt x="9249" y="13575"/>
                  <a:pt x="9605" y="13575"/>
                  <a:pt x="9939" y="13575"/>
                </a:cubicBezTo>
                <a:close/>
                <a:moveTo>
                  <a:pt x="10379" y="7423"/>
                </a:moveTo>
                <a:lnTo>
                  <a:pt x="10379" y="7423"/>
                </a:lnTo>
                <a:cubicBezTo>
                  <a:pt x="9835" y="9327"/>
                  <a:pt x="9939" y="11608"/>
                  <a:pt x="11007" y="13303"/>
                </a:cubicBezTo>
                <a:cubicBezTo>
                  <a:pt x="10702" y="13234"/>
                  <a:pt x="10358" y="13198"/>
                  <a:pt x="9997" y="13198"/>
                </a:cubicBezTo>
                <a:cubicBezTo>
                  <a:pt x="8723" y="13198"/>
                  <a:pt x="7249" y="13643"/>
                  <a:pt x="6613" y="14621"/>
                </a:cubicBezTo>
                <a:cubicBezTo>
                  <a:pt x="5964" y="12968"/>
                  <a:pt x="6278" y="11273"/>
                  <a:pt x="7052" y="9725"/>
                </a:cubicBezTo>
                <a:cubicBezTo>
                  <a:pt x="7094" y="9725"/>
                  <a:pt x="7094" y="9725"/>
                  <a:pt x="7115" y="9746"/>
                </a:cubicBezTo>
                <a:cubicBezTo>
                  <a:pt x="7157" y="9746"/>
                  <a:pt x="7240" y="9725"/>
                  <a:pt x="7303" y="9662"/>
                </a:cubicBezTo>
                <a:lnTo>
                  <a:pt x="7303" y="9641"/>
                </a:lnTo>
                <a:cubicBezTo>
                  <a:pt x="8140" y="9118"/>
                  <a:pt x="8935" y="8491"/>
                  <a:pt x="9730" y="7884"/>
                </a:cubicBezTo>
                <a:cubicBezTo>
                  <a:pt x="9877" y="7779"/>
                  <a:pt x="10149" y="7633"/>
                  <a:pt x="10379" y="7423"/>
                </a:cubicBezTo>
                <a:close/>
                <a:moveTo>
                  <a:pt x="25528" y="9746"/>
                </a:moveTo>
                <a:cubicBezTo>
                  <a:pt x="25465" y="10583"/>
                  <a:pt x="25423" y="11483"/>
                  <a:pt x="25549" y="12320"/>
                </a:cubicBezTo>
                <a:cubicBezTo>
                  <a:pt x="25632" y="12905"/>
                  <a:pt x="25862" y="13366"/>
                  <a:pt x="26197" y="13826"/>
                </a:cubicBezTo>
                <a:cubicBezTo>
                  <a:pt x="25632" y="13687"/>
                  <a:pt x="25052" y="13604"/>
                  <a:pt x="24479" y="13604"/>
                </a:cubicBezTo>
                <a:cubicBezTo>
                  <a:pt x="23419" y="13604"/>
                  <a:pt x="22387" y="13888"/>
                  <a:pt x="21531" y="14621"/>
                </a:cubicBezTo>
                <a:cubicBezTo>
                  <a:pt x="21050" y="13198"/>
                  <a:pt x="21259" y="11859"/>
                  <a:pt x="21803" y="10499"/>
                </a:cubicBezTo>
                <a:cubicBezTo>
                  <a:pt x="22933" y="10374"/>
                  <a:pt x="24084" y="10081"/>
                  <a:pt x="25214" y="9851"/>
                </a:cubicBezTo>
                <a:cubicBezTo>
                  <a:pt x="25318" y="9830"/>
                  <a:pt x="25423" y="9809"/>
                  <a:pt x="25528" y="9746"/>
                </a:cubicBezTo>
                <a:close/>
                <a:moveTo>
                  <a:pt x="19062" y="9704"/>
                </a:moveTo>
                <a:lnTo>
                  <a:pt x="19062" y="9704"/>
                </a:lnTo>
                <a:cubicBezTo>
                  <a:pt x="18309" y="11211"/>
                  <a:pt x="18895" y="12989"/>
                  <a:pt x="19732" y="14412"/>
                </a:cubicBezTo>
                <a:cubicBezTo>
                  <a:pt x="19101" y="14040"/>
                  <a:pt x="18398" y="13905"/>
                  <a:pt x="17687" y="13905"/>
                </a:cubicBezTo>
                <a:cubicBezTo>
                  <a:pt x="17077" y="13905"/>
                  <a:pt x="16462" y="14005"/>
                  <a:pt x="15882" y="14140"/>
                </a:cubicBezTo>
                <a:cubicBezTo>
                  <a:pt x="14731" y="14412"/>
                  <a:pt x="13538" y="14935"/>
                  <a:pt x="13078" y="16044"/>
                </a:cubicBezTo>
                <a:cubicBezTo>
                  <a:pt x="13120" y="15186"/>
                  <a:pt x="13120" y="14370"/>
                  <a:pt x="13413" y="13533"/>
                </a:cubicBezTo>
                <a:cubicBezTo>
                  <a:pt x="13580" y="13094"/>
                  <a:pt x="13789" y="12654"/>
                  <a:pt x="14041" y="12236"/>
                </a:cubicBezTo>
                <a:cubicBezTo>
                  <a:pt x="14250" y="11922"/>
                  <a:pt x="14459" y="11629"/>
                  <a:pt x="14626" y="11294"/>
                </a:cubicBezTo>
                <a:cubicBezTo>
                  <a:pt x="14639" y="11296"/>
                  <a:pt x="14653" y="11297"/>
                  <a:pt x="14667" y="11297"/>
                </a:cubicBezTo>
                <a:cubicBezTo>
                  <a:pt x="14810" y="11297"/>
                  <a:pt x="14993" y="11207"/>
                  <a:pt x="15108" y="11169"/>
                </a:cubicBezTo>
                <a:cubicBezTo>
                  <a:pt x="15526" y="11001"/>
                  <a:pt x="15924" y="10855"/>
                  <a:pt x="16342" y="10688"/>
                </a:cubicBezTo>
                <a:cubicBezTo>
                  <a:pt x="17116" y="10395"/>
                  <a:pt x="17911" y="10081"/>
                  <a:pt x="18686" y="9809"/>
                </a:cubicBezTo>
                <a:cubicBezTo>
                  <a:pt x="18790" y="9767"/>
                  <a:pt x="18937" y="9725"/>
                  <a:pt x="19062" y="9704"/>
                </a:cubicBezTo>
                <a:close/>
                <a:moveTo>
                  <a:pt x="17367" y="15312"/>
                </a:moveTo>
                <a:cubicBezTo>
                  <a:pt x="17702" y="15563"/>
                  <a:pt x="18079" y="15814"/>
                  <a:pt x="18455" y="15981"/>
                </a:cubicBezTo>
                <a:cubicBezTo>
                  <a:pt x="18079" y="16044"/>
                  <a:pt x="17681" y="16128"/>
                  <a:pt x="17305" y="16211"/>
                </a:cubicBezTo>
                <a:cubicBezTo>
                  <a:pt x="17346" y="15918"/>
                  <a:pt x="17367" y="15625"/>
                  <a:pt x="17367" y="15312"/>
                </a:cubicBezTo>
                <a:close/>
                <a:moveTo>
                  <a:pt x="17116" y="14203"/>
                </a:moveTo>
                <a:lnTo>
                  <a:pt x="17116" y="14203"/>
                </a:lnTo>
                <a:cubicBezTo>
                  <a:pt x="17095" y="14851"/>
                  <a:pt x="17116" y="15521"/>
                  <a:pt x="17095" y="16190"/>
                </a:cubicBezTo>
                <a:lnTo>
                  <a:pt x="17095" y="16232"/>
                </a:lnTo>
                <a:cubicBezTo>
                  <a:pt x="16970" y="16253"/>
                  <a:pt x="16802" y="16295"/>
                  <a:pt x="16677" y="16316"/>
                </a:cubicBezTo>
                <a:cubicBezTo>
                  <a:pt x="16844" y="15688"/>
                  <a:pt x="16865" y="14935"/>
                  <a:pt x="16761" y="14245"/>
                </a:cubicBezTo>
                <a:cubicBezTo>
                  <a:pt x="16886" y="14224"/>
                  <a:pt x="17033" y="14224"/>
                  <a:pt x="17116" y="14203"/>
                </a:cubicBezTo>
                <a:close/>
                <a:moveTo>
                  <a:pt x="23958" y="13910"/>
                </a:moveTo>
                <a:lnTo>
                  <a:pt x="23958" y="13910"/>
                </a:lnTo>
                <a:cubicBezTo>
                  <a:pt x="23896" y="14663"/>
                  <a:pt x="23958" y="15458"/>
                  <a:pt x="24063" y="16211"/>
                </a:cubicBezTo>
                <a:cubicBezTo>
                  <a:pt x="24063" y="16232"/>
                  <a:pt x="24084" y="16253"/>
                  <a:pt x="24084" y="16253"/>
                </a:cubicBezTo>
                <a:cubicBezTo>
                  <a:pt x="23916" y="16337"/>
                  <a:pt x="23791" y="16400"/>
                  <a:pt x="23644" y="16462"/>
                </a:cubicBezTo>
                <a:cubicBezTo>
                  <a:pt x="23770" y="15625"/>
                  <a:pt x="23833" y="14768"/>
                  <a:pt x="23770" y="13931"/>
                </a:cubicBezTo>
                <a:cubicBezTo>
                  <a:pt x="23833" y="13931"/>
                  <a:pt x="23896" y="13931"/>
                  <a:pt x="23958" y="13910"/>
                </a:cubicBezTo>
                <a:close/>
                <a:moveTo>
                  <a:pt x="8789" y="13638"/>
                </a:moveTo>
                <a:cubicBezTo>
                  <a:pt x="8768" y="13993"/>
                  <a:pt x="8768" y="14349"/>
                  <a:pt x="8789" y="14684"/>
                </a:cubicBezTo>
                <a:cubicBezTo>
                  <a:pt x="8747" y="14726"/>
                  <a:pt x="8747" y="14747"/>
                  <a:pt x="8789" y="14768"/>
                </a:cubicBezTo>
                <a:cubicBezTo>
                  <a:pt x="8831" y="15312"/>
                  <a:pt x="8914" y="15897"/>
                  <a:pt x="9082" y="16421"/>
                </a:cubicBezTo>
                <a:cubicBezTo>
                  <a:pt x="8935" y="16504"/>
                  <a:pt x="8789" y="16546"/>
                  <a:pt x="8663" y="16609"/>
                </a:cubicBezTo>
                <a:cubicBezTo>
                  <a:pt x="8621" y="16630"/>
                  <a:pt x="8600" y="16630"/>
                  <a:pt x="8579" y="16651"/>
                </a:cubicBezTo>
                <a:lnTo>
                  <a:pt x="8579" y="13680"/>
                </a:lnTo>
                <a:cubicBezTo>
                  <a:pt x="8663" y="13638"/>
                  <a:pt x="8705" y="13638"/>
                  <a:pt x="8789" y="13638"/>
                </a:cubicBezTo>
                <a:close/>
                <a:moveTo>
                  <a:pt x="20171" y="15939"/>
                </a:moveTo>
                <a:cubicBezTo>
                  <a:pt x="20171" y="15981"/>
                  <a:pt x="20192" y="15981"/>
                  <a:pt x="20192" y="16002"/>
                </a:cubicBezTo>
                <a:cubicBezTo>
                  <a:pt x="20192" y="16023"/>
                  <a:pt x="20192" y="16107"/>
                  <a:pt x="20171" y="16128"/>
                </a:cubicBezTo>
                <a:cubicBezTo>
                  <a:pt x="20067" y="16232"/>
                  <a:pt x="19878" y="16232"/>
                  <a:pt x="19774" y="16253"/>
                </a:cubicBezTo>
                <a:cubicBezTo>
                  <a:pt x="18727" y="16316"/>
                  <a:pt x="17618" y="16609"/>
                  <a:pt x="16656" y="16818"/>
                </a:cubicBezTo>
                <a:cubicBezTo>
                  <a:pt x="15421" y="17069"/>
                  <a:pt x="14145" y="17195"/>
                  <a:pt x="12952" y="17571"/>
                </a:cubicBezTo>
                <a:cubicBezTo>
                  <a:pt x="12911" y="17550"/>
                  <a:pt x="12869" y="17509"/>
                  <a:pt x="12869" y="17467"/>
                </a:cubicBezTo>
                <a:lnTo>
                  <a:pt x="12869" y="17362"/>
                </a:lnTo>
                <a:lnTo>
                  <a:pt x="12890" y="17362"/>
                </a:lnTo>
                <a:cubicBezTo>
                  <a:pt x="14124" y="17174"/>
                  <a:pt x="15317" y="16818"/>
                  <a:pt x="16551" y="16609"/>
                </a:cubicBezTo>
                <a:cubicBezTo>
                  <a:pt x="17765" y="16400"/>
                  <a:pt x="18978" y="16253"/>
                  <a:pt x="20171" y="15939"/>
                </a:cubicBezTo>
                <a:close/>
                <a:moveTo>
                  <a:pt x="19125" y="9997"/>
                </a:moveTo>
                <a:lnTo>
                  <a:pt x="19125" y="9997"/>
                </a:lnTo>
                <a:cubicBezTo>
                  <a:pt x="19774" y="10646"/>
                  <a:pt x="20443" y="11127"/>
                  <a:pt x="21134" y="11608"/>
                </a:cubicBezTo>
                <a:cubicBezTo>
                  <a:pt x="20820" y="12675"/>
                  <a:pt x="20924" y="13847"/>
                  <a:pt x="21280" y="14872"/>
                </a:cubicBezTo>
                <a:cubicBezTo>
                  <a:pt x="21307" y="14939"/>
                  <a:pt x="21368" y="14989"/>
                  <a:pt x="21430" y="14989"/>
                </a:cubicBezTo>
                <a:cubicBezTo>
                  <a:pt x="21465" y="14989"/>
                  <a:pt x="21501" y="14973"/>
                  <a:pt x="21531" y="14935"/>
                </a:cubicBezTo>
                <a:cubicBezTo>
                  <a:pt x="22117" y="14349"/>
                  <a:pt x="22849" y="14035"/>
                  <a:pt x="23624" y="13931"/>
                </a:cubicBezTo>
                <a:lnTo>
                  <a:pt x="23624" y="13931"/>
                </a:lnTo>
                <a:cubicBezTo>
                  <a:pt x="23540" y="14789"/>
                  <a:pt x="23519" y="15667"/>
                  <a:pt x="23519" y="16504"/>
                </a:cubicBezTo>
                <a:cubicBezTo>
                  <a:pt x="22912" y="16776"/>
                  <a:pt x="22284" y="17069"/>
                  <a:pt x="21678" y="17362"/>
                </a:cubicBezTo>
                <a:cubicBezTo>
                  <a:pt x="21678" y="17322"/>
                  <a:pt x="21660" y="17299"/>
                  <a:pt x="21631" y="17299"/>
                </a:cubicBezTo>
                <a:cubicBezTo>
                  <a:pt x="21615" y="17299"/>
                  <a:pt x="21595" y="17305"/>
                  <a:pt x="21573" y="17320"/>
                </a:cubicBezTo>
                <a:cubicBezTo>
                  <a:pt x="21489" y="17425"/>
                  <a:pt x="21468" y="17571"/>
                  <a:pt x="21531" y="17697"/>
                </a:cubicBezTo>
                <a:cubicBezTo>
                  <a:pt x="21531" y="17718"/>
                  <a:pt x="21552" y="17739"/>
                  <a:pt x="21573" y="17781"/>
                </a:cubicBezTo>
                <a:cubicBezTo>
                  <a:pt x="21050" y="17383"/>
                  <a:pt x="20485" y="17027"/>
                  <a:pt x="19899" y="16734"/>
                </a:cubicBezTo>
                <a:cubicBezTo>
                  <a:pt x="20004" y="16588"/>
                  <a:pt x="20108" y="16442"/>
                  <a:pt x="20213" y="16337"/>
                </a:cubicBezTo>
                <a:cubicBezTo>
                  <a:pt x="20213" y="16337"/>
                  <a:pt x="20213" y="16316"/>
                  <a:pt x="20234" y="16316"/>
                </a:cubicBezTo>
                <a:cubicBezTo>
                  <a:pt x="20276" y="16316"/>
                  <a:pt x="20276" y="16274"/>
                  <a:pt x="20276" y="16253"/>
                </a:cubicBezTo>
                <a:lnTo>
                  <a:pt x="20276" y="16232"/>
                </a:lnTo>
                <a:lnTo>
                  <a:pt x="20297" y="16211"/>
                </a:lnTo>
                <a:cubicBezTo>
                  <a:pt x="20380" y="16107"/>
                  <a:pt x="20443" y="15897"/>
                  <a:pt x="20339" y="15793"/>
                </a:cubicBezTo>
                <a:cubicBezTo>
                  <a:pt x="20339" y="15793"/>
                  <a:pt x="20318" y="15751"/>
                  <a:pt x="20297" y="15751"/>
                </a:cubicBezTo>
                <a:cubicBezTo>
                  <a:pt x="20297" y="15709"/>
                  <a:pt x="20276" y="15646"/>
                  <a:pt x="20192" y="15646"/>
                </a:cubicBezTo>
                <a:cubicBezTo>
                  <a:pt x="19690" y="15688"/>
                  <a:pt x="19167" y="15751"/>
                  <a:pt x="18665" y="15835"/>
                </a:cubicBezTo>
                <a:cubicBezTo>
                  <a:pt x="18246" y="15584"/>
                  <a:pt x="17807" y="15374"/>
                  <a:pt x="17367" y="15123"/>
                </a:cubicBezTo>
                <a:cubicBezTo>
                  <a:pt x="17367" y="14789"/>
                  <a:pt x="17367" y="14454"/>
                  <a:pt x="17305" y="14119"/>
                </a:cubicBezTo>
                <a:cubicBezTo>
                  <a:pt x="17447" y="14108"/>
                  <a:pt x="17588" y="14102"/>
                  <a:pt x="17729" y="14102"/>
                </a:cubicBezTo>
                <a:cubicBezTo>
                  <a:pt x="18396" y="14102"/>
                  <a:pt x="19043" y="14234"/>
                  <a:pt x="19648" y="14579"/>
                </a:cubicBezTo>
                <a:cubicBezTo>
                  <a:pt x="19678" y="14597"/>
                  <a:pt x="19704" y="14605"/>
                  <a:pt x="19727" y="14605"/>
                </a:cubicBezTo>
                <a:cubicBezTo>
                  <a:pt x="19787" y="14605"/>
                  <a:pt x="19827" y="14556"/>
                  <a:pt x="19857" y="14496"/>
                </a:cubicBezTo>
                <a:cubicBezTo>
                  <a:pt x="19899" y="14496"/>
                  <a:pt x="19920" y="14475"/>
                  <a:pt x="19920" y="14433"/>
                </a:cubicBezTo>
                <a:cubicBezTo>
                  <a:pt x="19376" y="12989"/>
                  <a:pt x="18623" y="11524"/>
                  <a:pt x="19125" y="9997"/>
                </a:cubicBezTo>
                <a:close/>
                <a:moveTo>
                  <a:pt x="28541" y="14161"/>
                </a:moveTo>
                <a:cubicBezTo>
                  <a:pt x="28541" y="14161"/>
                  <a:pt x="28562" y="14161"/>
                  <a:pt x="28562" y="14203"/>
                </a:cubicBezTo>
                <a:cubicBezTo>
                  <a:pt x="28645" y="14224"/>
                  <a:pt x="27725" y="14851"/>
                  <a:pt x="27641" y="14872"/>
                </a:cubicBezTo>
                <a:cubicBezTo>
                  <a:pt x="27348" y="15040"/>
                  <a:pt x="27034" y="15186"/>
                  <a:pt x="26762" y="15353"/>
                </a:cubicBezTo>
                <a:cubicBezTo>
                  <a:pt x="26239" y="15605"/>
                  <a:pt x="25716" y="15877"/>
                  <a:pt x="25193" y="16149"/>
                </a:cubicBezTo>
                <a:cubicBezTo>
                  <a:pt x="24084" y="16714"/>
                  <a:pt x="22933" y="17195"/>
                  <a:pt x="21845" y="17781"/>
                </a:cubicBezTo>
                <a:cubicBezTo>
                  <a:pt x="21761" y="17697"/>
                  <a:pt x="21740" y="17592"/>
                  <a:pt x="21740" y="17488"/>
                </a:cubicBezTo>
                <a:lnTo>
                  <a:pt x="21740" y="17488"/>
                </a:lnTo>
                <a:cubicBezTo>
                  <a:pt x="21761" y="17509"/>
                  <a:pt x="21761" y="17509"/>
                  <a:pt x="21782" y="17509"/>
                </a:cubicBezTo>
                <a:cubicBezTo>
                  <a:pt x="22891" y="17048"/>
                  <a:pt x="24000" y="16504"/>
                  <a:pt x="25109" y="15939"/>
                </a:cubicBezTo>
                <a:cubicBezTo>
                  <a:pt x="26239" y="15374"/>
                  <a:pt x="27432" y="14872"/>
                  <a:pt x="28541" y="14161"/>
                </a:cubicBezTo>
                <a:close/>
                <a:moveTo>
                  <a:pt x="16635" y="8198"/>
                </a:moveTo>
                <a:cubicBezTo>
                  <a:pt x="16614" y="8804"/>
                  <a:pt x="16635" y="9411"/>
                  <a:pt x="16656" y="9976"/>
                </a:cubicBezTo>
                <a:cubicBezTo>
                  <a:pt x="15903" y="10248"/>
                  <a:pt x="15149" y="10478"/>
                  <a:pt x="14417" y="10792"/>
                </a:cubicBezTo>
                <a:cubicBezTo>
                  <a:pt x="14375" y="10813"/>
                  <a:pt x="14375" y="10855"/>
                  <a:pt x="14375" y="10876"/>
                </a:cubicBezTo>
                <a:cubicBezTo>
                  <a:pt x="14313" y="11022"/>
                  <a:pt x="14333" y="11190"/>
                  <a:pt x="14480" y="11273"/>
                </a:cubicBezTo>
                <a:cubicBezTo>
                  <a:pt x="13789" y="11692"/>
                  <a:pt x="13371" y="12696"/>
                  <a:pt x="13120" y="13470"/>
                </a:cubicBezTo>
                <a:cubicBezTo>
                  <a:pt x="12848" y="14307"/>
                  <a:pt x="12660" y="15312"/>
                  <a:pt x="12848" y="16211"/>
                </a:cubicBezTo>
                <a:cubicBezTo>
                  <a:pt x="12116" y="16734"/>
                  <a:pt x="11509" y="17467"/>
                  <a:pt x="10965" y="18178"/>
                </a:cubicBezTo>
                <a:cubicBezTo>
                  <a:pt x="11007" y="17446"/>
                  <a:pt x="11237" y="16755"/>
                  <a:pt x="11634" y="16128"/>
                </a:cubicBezTo>
                <a:cubicBezTo>
                  <a:pt x="11655" y="16107"/>
                  <a:pt x="11655" y="16086"/>
                  <a:pt x="11655" y="16044"/>
                </a:cubicBezTo>
                <a:cubicBezTo>
                  <a:pt x="11718" y="16023"/>
                  <a:pt x="11739" y="15981"/>
                  <a:pt x="11718" y="15918"/>
                </a:cubicBezTo>
                <a:cubicBezTo>
                  <a:pt x="11802" y="15793"/>
                  <a:pt x="11802" y="15584"/>
                  <a:pt x="11655" y="15500"/>
                </a:cubicBezTo>
                <a:cubicBezTo>
                  <a:pt x="11655" y="15479"/>
                  <a:pt x="11634" y="15479"/>
                  <a:pt x="11592" y="15479"/>
                </a:cubicBezTo>
                <a:cubicBezTo>
                  <a:pt x="10776" y="15625"/>
                  <a:pt x="9960" y="16044"/>
                  <a:pt x="9186" y="16421"/>
                </a:cubicBezTo>
                <a:cubicBezTo>
                  <a:pt x="9123" y="15835"/>
                  <a:pt x="9082" y="15270"/>
                  <a:pt x="9019" y="14663"/>
                </a:cubicBezTo>
                <a:cubicBezTo>
                  <a:pt x="9416" y="14349"/>
                  <a:pt x="9835" y="13993"/>
                  <a:pt x="10149" y="13596"/>
                </a:cubicBezTo>
                <a:cubicBezTo>
                  <a:pt x="10484" y="13596"/>
                  <a:pt x="10797" y="13617"/>
                  <a:pt x="11090" y="13617"/>
                </a:cubicBezTo>
                <a:cubicBezTo>
                  <a:pt x="11174" y="13617"/>
                  <a:pt x="11195" y="13575"/>
                  <a:pt x="11195" y="13512"/>
                </a:cubicBezTo>
                <a:cubicBezTo>
                  <a:pt x="11216" y="13491"/>
                  <a:pt x="11237" y="13470"/>
                  <a:pt x="11216" y="13429"/>
                </a:cubicBezTo>
                <a:cubicBezTo>
                  <a:pt x="11132" y="13219"/>
                  <a:pt x="11028" y="12989"/>
                  <a:pt x="10965" y="12780"/>
                </a:cubicBezTo>
                <a:cubicBezTo>
                  <a:pt x="11906" y="11922"/>
                  <a:pt x="12764" y="10897"/>
                  <a:pt x="13643" y="9955"/>
                </a:cubicBezTo>
                <a:cubicBezTo>
                  <a:pt x="13685" y="9955"/>
                  <a:pt x="13706" y="9934"/>
                  <a:pt x="13727" y="9913"/>
                </a:cubicBezTo>
                <a:cubicBezTo>
                  <a:pt x="13748" y="9913"/>
                  <a:pt x="13810" y="9913"/>
                  <a:pt x="13810" y="9851"/>
                </a:cubicBezTo>
                <a:cubicBezTo>
                  <a:pt x="14271" y="8700"/>
                  <a:pt x="15421" y="8260"/>
                  <a:pt x="16635" y="8198"/>
                </a:cubicBezTo>
                <a:close/>
                <a:moveTo>
                  <a:pt x="11509" y="15625"/>
                </a:moveTo>
                <a:cubicBezTo>
                  <a:pt x="11551" y="15688"/>
                  <a:pt x="11613" y="15793"/>
                  <a:pt x="11551" y="15835"/>
                </a:cubicBezTo>
                <a:cubicBezTo>
                  <a:pt x="9626" y="16546"/>
                  <a:pt x="7659" y="17341"/>
                  <a:pt x="5838" y="18283"/>
                </a:cubicBezTo>
                <a:cubicBezTo>
                  <a:pt x="5797" y="18241"/>
                  <a:pt x="5755" y="18241"/>
                  <a:pt x="5734" y="18241"/>
                </a:cubicBezTo>
                <a:lnTo>
                  <a:pt x="5692" y="18220"/>
                </a:lnTo>
                <a:cubicBezTo>
                  <a:pt x="5671" y="18199"/>
                  <a:pt x="5671" y="18136"/>
                  <a:pt x="5671" y="18115"/>
                </a:cubicBezTo>
                <a:lnTo>
                  <a:pt x="5671" y="18094"/>
                </a:lnTo>
                <a:cubicBezTo>
                  <a:pt x="6717" y="17781"/>
                  <a:pt x="7722" y="17195"/>
                  <a:pt x="8726" y="16776"/>
                </a:cubicBezTo>
                <a:cubicBezTo>
                  <a:pt x="9626" y="16421"/>
                  <a:pt x="10672" y="16128"/>
                  <a:pt x="11509" y="15625"/>
                </a:cubicBezTo>
                <a:close/>
                <a:moveTo>
                  <a:pt x="16635" y="14265"/>
                </a:moveTo>
                <a:lnTo>
                  <a:pt x="16635" y="14265"/>
                </a:lnTo>
                <a:cubicBezTo>
                  <a:pt x="16572" y="14977"/>
                  <a:pt x="16530" y="15688"/>
                  <a:pt x="16530" y="16358"/>
                </a:cubicBezTo>
                <a:cubicBezTo>
                  <a:pt x="15296" y="16630"/>
                  <a:pt x="14041" y="16818"/>
                  <a:pt x="12848" y="17195"/>
                </a:cubicBezTo>
                <a:cubicBezTo>
                  <a:pt x="12806" y="17195"/>
                  <a:pt x="12806" y="17237"/>
                  <a:pt x="12785" y="17237"/>
                </a:cubicBezTo>
                <a:cubicBezTo>
                  <a:pt x="12764" y="17237"/>
                  <a:pt x="12764" y="17237"/>
                  <a:pt x="12743" y="17258"/>
                </a:cubicBezTo>
                <a:lnTo>
                  <a:pt x="12660" y="17341"/>
                </a:lnTo>
                <a:cubicBezTo>
                  <a:pt x="12597" y="17383"/>
                  <a:pt x="12597" y="17488"/>
                  <a:pt x="12639" y="17550"/>
                </a:cubicBezTo>
                <a:lnTo>
                  <a:pt x="12701" y="17697"/>
                </a:lnTo>
                <a:cubicBezTo>
                  <a:pt x="12074" y="18618"/>
                  <a:pt x="11802" y="19768"/>
                  <a:pt x="11697" y="20856"/>
                </a:cubicBezTo>
                <a:cubicBezTo>
                  <a:pt x="11341" y="20208"/>
                  <a:pt x="11007" y="19580"/>
                  <a:pt x="10923" y="18827"/>
                </a:cubicBezTo>
                <a:cubicBezTo>
                  <a:pt x="10902" y="18659"/>
                  <a:pt x="10902" y="18513"/>
                  <a:pt x="10902" y="18346"/>
                </a:cubicBezTo>
                <a:cubicBezTo>
                  <a:pt x="11216" y="17990"/>
                  <a:pt x="11530" y="17613"/>
                  <a:pt x="11844" y="17278"/>
                </a:cubicBezTo>
                <a:cubicBezTo>
                  <a:pt x="12157" y="16944"/>
                  <a:pt x="12534" y="16672"/>
                  <a:pt x="12806" y="16337"/>
                </a:cubicBezTo>
                <a:cubicBezTo>
                  <a:pt x="12828" y="16382"/>
                  <a:pt x="12869" y="16403"/>
                  <a:pt x="12905" y="16403"/>
                </a:cubicBezTo>
                <a:cubicBezTo>
                  <a:pt x="12936" y="16403"/>
                  <a:pt x="12964" y="16387"/>
                  <a:pt x="12973" y="16358"/>
                </a:cubicBezTo>
                <a:cubicBezTo>
                  <a:pt x="13057" y="16358"/>
                  <a:pt x="13078" y="16358"/>
                  <a:pt x="13078" y="16337"/>
                </a:cubicBezTo>
                <a:cubicBezTo>
                  <a:pt x="13685" y="15186"/>
                  <a:pt x="14794" y="14621"/>
                  <a:pt x="16049" y="14370"/>
                </a:cubicBezTo>
                <a:cubicBezTo>
                  <a:pt x="16238" y="14349"/>
                  <a:pt x="16447" y="14307"/>
                  <a:pt x="16635" y="14265"/>
                </a:cubicBezTo>
                <a:close/>
                <a:moveTo>
                  <a:pt x="11237" y="16190"/>
                </a:moveTo>
                <a:lnTo>
                  <a:pt x="11237" y="16190"/>
                </a:lnTo>
                <a:cubicBezTo>
                  <a:pt x="10400" y="17613"/>
                  <a:pt x="10337" y="19915"/>
                  <a:pt x="11697" y="21066"/>
                </a:cubicBezTo>
                <a:cubicBezTo>
                  <a:pt x="11655" y="21233"/>
                  <a:pt x="11655" y="21421"/>
                  <a:pt x="11655" y="21568"/>
                </a:cubicBezTo>
                <a:cubicBezTo>
                  <a:pt x="11072" y="21414"/>
                  <a:pt x="10460" y="21329"/>
                  <a:pt x="9847" y="21329"/>
                </a:cubicBezTo>
                <a:cubicBezTo>
                  <a:pt x="9293" y="21329"/>
                  <a:pt x="8739" y="21398"/>
                  <a:pt x="8203" y="21547"/>
                </a:cubicBezTo>
                <a:cubicBezTo>
                  <a:pt x="7471" y="21756"/>
                  <a:pt x="6466" y="22175"/>
                  <a:pt x="6215" y="22991"/>
                </a:cubicBezTo>
                <a:cubicBezTo>
                  <a:pt x="5880" y="22258"/>
                  <a:pt x="5587" y="21568"/>
                  <a:pt x="5525" y="20731"/>
                </a:cubicBezTo>
                <a:cubicBezTo>
                  <a:pt x="5462" y="19957"/>
                  <a:pt x="5629" y="19224"/>
                  <a:pt x="5797" y="18450"/>
                </a:cubicBezTo>
                <a:cubicBezTo>
                  <a:pt x="7638" y="17697"/>
                  <a:pt x="9416" y="16923"/>
                  <a:pt x="11237" y="16190"/>
                </a:cubicBezTo>
                <a:close/>
                <a:moveTo>
                  <a:pt x="28436" y="14579"/>
                </a:moveTo>
                <a:lnTo>
                  <a:pt x="28436" y="14579"/>
                </a:lnTo>
                <a:cubicBezTo>
                  <a:pt x="27766" y="16755"/>
                  <a:pt x="28122" y="19371"/>
                  <a:pt x="29629" y="21149"/>
                </a:cubicBezTo>
                <a:cubicBezTo>
                  <a:pt x="29541" y="21147"/>
                  <a:pt x="29453" y="21145"/>
                  <a:pt x="29364" y="21145"/>
                </a:cubicBezTo>
                <a:cubicBezTo>
                  <a:pt x="28130" y="21145"/>
                  <a:pt x="26745" y="21413"/>
                  <a:pt x="25632" y="21882"/>
                </a:cubicBezTo>
                <a:cubicBezTo>
                  <a:pt x="24628" y="22300"/>
                  <a:pt x="23770" y="22949"/>
                  <a:pt x="23226" y="23890"/>
                </a:cubicBezTo>
                <a:cubicBezTo>
                  <a:pt x="22577" y="23053"/>
                  <a:pt x="22096" y="22112"/>
                  <a:pt x="21845" y="21107"/>
                </a:cubicBezTo>
                <a:cubicBezTo>
                  <a:pt x="21573" y="20166"/>
                  <a:pt x="21385" y="18869"/>
                  <a:pt x="21887" y="17990"/>
                </a:cubicBezTo>
                <a:cubicBezTo>
                  <a:pt x="21908" y="17990"/>
                  <a:pt x="21908" y="17969"/>
                  <a:pt x="21950" y="17927"/>
                </a:cubicBezTo>
                <a:cubicBezTo>
                  <a:pt x="23352" y="17362"/>
                  <a:pt x="24691" y="16630"/>
                  <a:pt x="26030" y="15897"/>
                </a:cubicBezTo>
                <a:cubicBezTo>
                  <a:pt x="26720" y="15500"/>
                  <a:pt x="27411" y="15081"/>
                  <a:pt x="28122" y="14726"/>
                </a:cubicBezTo>
                <a:cubicBezTo>
                  <a:pt x="28185" y="14663"/>
                  <a:pt x="28331" y="14642"/>
                  <a:pt x="28436" y="14579"/>
                </a:cubicBezTo>
                <a:close/>
                <a:moveTo>
                  <a:pt x="19753" y="16525"/>
                </a:moveTo>
                <a:lnTo>
                  <a:pt x="19753" y="16525"/>
                </a:lnTo>
                <a:cubicBezTo>
                  <a:pt x="19041" y="17446"/>
                  <a:pt x="18978" y="19036"/>
                  <a:pt x="19062" y="20082"/>
                </a:cubicBezTo>
                <a:cubicBezTo>
                  <a:pt x="19146" y="21275"/>
                  <a:pt x="19481" y="22614"/>
                  <a:pt x="20192" y="23639"/>
                </a:cubicBezTo>
                <a:cubicBezTo>
                  <a:pt x="19170" y="23055"/>
                  <a:pt x="17910" y="22773"/>
                  <a:pt x="16713" y="22773"/>
                </a:cubicBezTo>
                <a:cubicBezTo>
                  <a:pt x="16365" y="22773"/>
                  <a:pt x="16023" y="22797"/>
                  <a:pt x="15693" y="22844"/>
                </a:cubicBezTo>
                <a:cubicBezTo>
                  <a:pt x="14626" y="22991"/>
                  <a:pt x="12806" y="23200"/>
                  <a:pt x="12283" y="24309"/>
                </a:cubicBezTo>
                <a:cubicBezTo>
                  <a:pt x="12053" y="23242"/>
                  <a:pt x="11864" y="22196"/>
                  <a:pt x="11948" y="21066"/>
                </a:cubicBezTo>
                <a:cubicBezTo>
                  <a:pt x="12053" y="19873"/>
                  <a:pt x="12492" y="18848"/>
                  <a:pt x="12890" y="17760"/>
                </a:cubicBezTo>
                <a:cubicBezTo>
                  <a:pt x="12911" y="17760"/>
                  <a:pt x="12911" y="17760"/>
                  <a:pt x="12952" y="17718"/>
                </a:cubicBezTo>
                <a:cubicBezTo>
                  <a:pt x="12973" y="17718"/>
                  <a:pt x="12973" y="17697"/>
                  <a:pt x="12973" y="17697"/>
                </a:cubicBezTo>
                <a:cubicBezTo>
                  <a:pt x="14124" y="17550"/>
                  <a:pt x="15254" y="17174"/>
                  <a:pt x="16405" y="17027"/>
                </a:cubicBezTo>
                <a:cubicBezTo>
                  <a:pt x="17472" y="16860"/>
                  <a:pt x="18665" y="16776"/>
                  <a:pt x="19753" y="16525"/>
                </a:cubicBezTo>
                <a:close/>
                <a:moveTo>
                  <a:pt x="8370" y="15102"/>
                </a:moveTo>
                <a:cubicBezTo>
                  <a:pt x="8370" y="15667"/>
                  <a:pt x="8391" y="16211"/>
                  <a:pt x="8475" y="16734"/>
                </a:cubicBezTo>
                <a:lnTo>
                  <a:pt x="8475" y="16755"/>
                </a:lnTo>
                <a:cubicBezTo>
                  <a:pt x="7533" y="17174"/>
                  <a:pt x="6508" y="17488"/>
                  <a:pt x="5629" y="18032"/>
                </a:cubicBezTo>
                <a:lnTo>
                  <a:pt x="5587" y="18074"/>
                </a:lnTo>
                <a:lnTo>
                  <a:pt x="5546" y="18074"/>
                </a:lnTo>
                <a:cubicBezTo>
                  <a:pt x="5420" y="18115"/>
                  <a:pt x="5441" y="18304"/>
                  <a:pt x="5525" y="18387"/>
                </a:cubicBezTo>
                <a:cubicBezTo>
                  <a:pt x="5546" y="18408"/>
                  <a:pt x="5587" y="18450"/>
                  <a:pt x="5650" y="18450"/>
                </a:cubicBezTo>
                <a:cubicBezTo>
                  <a:pt x="5085" y="19580"/>
                  <a:pt x="5085" y="21107"/>
                  <a:pt x="5587" y="22321"/>
                </a:cubicBezTo>
                <a:cubicBezTo>
                  <a:pt x="5127" y="22823"/>
                  <a:pt x="4730" y="23346"/>
                  <a:pt x="4123" y="23744"/>
                </a:cubicBezTo>
                <a:cubicBezTo>
                  <a:pt x="4085" y="23762"/>
                  <a:pt x="4115" y="23831"/>
                  <a:pt x="4166" y="23831"/>
                </a:cubicBezTo>
                <a:cubicBezTo>
                  <a:pt x="4172" y="23831"/>
                  <a:pt x="4179" y="23830"/>
                  <a:pt x="4186" y="23828"/>
                </a:cubicBezTo>
                <a:cubicBezTo>
                  <a:pt x="4750" y="23535"/>
                  <a:pt x="5274" y="23012"/>
                  <a:pt x="5671" y="22488"/>
                </a:cubicBezTo>
                <a:cubicBezTo>
                  <a:pt x="5797" y="22802"/>
                  <a:pt x="5985" y="23095"/>
                  <a:pt x="6194" y="23346"/>
                </a:cubicBezTo>
                <a:cubicBezTo>
                  <a:pt x="6216" y="23368"/>
                  <a:pt x="6240" y="23377"/>
                  <a:pt x="6264" y="23377"/>
                </a:cubicBezTo>
                <a:cubicBezTo>
                  <a:pt x="6332" y="23377"/>
                  <a:pt x="6393" y="23304"/>
                  <a:pt x="6362" y="23242"/>
                </a:cubicBezTo>
                <a:lnTo>
                  <a:pt x="6362" y="23221"/>
                </a:lnTo>
                <a:cubicBezTo>
                  <a:pt x="6634" y="22363"/>
                  <a:pt x="7826" y="21944"/>
                  <a:pt x="8663" y="21777"/>
                </a:cubicBezTo>
                <a:lnTo>
                  <a:pt x="8663" y="21777"/>
                </a:lnTo>
                <a:cubicBezTo>
                  <a:pt x="8621" y="22740"/>
                  <a:pt x="8579" y="23765"/>
                  <a:pt x="8621" y="24727"/>
                </a:cubicBezTo>
                <a:cubicBezTo>
                  <a:pt x="7491" y="24518"/>
                  <a:pt x="6403" y="24309"/>
                  <a:pt x="5274" y="24100"/>
                </a:cubicBezTo>
                <a:cubicBezTo>
                  <a:pt x="3621" y="23786"/>
                  <a:pt x="2009" y="23430"/>
                  <a:pt x="336" y="23221"/>
                </a:cubicBezTo>
                <a:cubicBezTo>
                  <a:pt x="1821" y="21986"/>
                  <a:pt x="3077" y="20480"/>
                  <a:pt x="4416" y="19141"/>
                </a:cubicBezTo>
                <a:cubicBezTo>
                  <a:pt x="5734" y="17802"/>
                  <a:pt x="7115" y="16504"/>
                  <a:pt x="8370" y="15102"/>
                </a:cubicBezTo>
                <a:close/>
                <a:moveTo>
                  <a:pt x="9354" y="21631"/>
                </a:moveTo>
                <a:lnTo>
                  <a:pt x="9354" y="21631"/>
                </a:lnTo>
                <a:cubicBezTo>
                  <a:pt x="9291" y="22635"/>
                  <a:pt x="9354" y="23869"/>
                  <a:pt x="9647" y="24874"/>
                </a:cubicBezTo>
                <a:lnTo>
                  <a:pt x="8789" y="24706"/>
                </a:lnTo>
                <a:cubicBezTo>
                  <a:pt x="8935" y="23744"/>
                  <a:pt x="8872" y="22677"/>
                  <a:pt x="8768" y="21693"/>
                </a:cubicBezTo>
                <a:lnTo>
                  <a:pt x="8789" y="21693"/>
                </a:lnTo>
                <a:cubicBezTo>
                  <a:pt x="8977" y="21672"/>
                  <a:pt x="9186" y="21651"/>
                  <a:pt x="9354" y="21631"/>
                </a:cubicBezTo>
                <a:close/>
                <a:moveTo>
                  <a:pt x="24628" y="22740"/>
                </a:moveTo>
                <a:cubicBezTo>
                  <a:pt x="24607" y="23472"/>
                  <a:pt x="24607" y="24246"/>
                  <a:pt x="24628" y="24999"/>
                </a:cubicBezTo>
                <a:cubicBezTo>
                  <a:pt x="24523" y="25020"/>
                  <a:pt x="24398" y="25083"/>
                  <a:pt x="24293" y="25104"/>
                </a:cubicBezTo>
                <a:cubicBezTo>
                  <a:pt x="24398" y="24476"/>
                  <a:pt x="24272" y="23765"/>
                  <a:pt x="24147" y="23158"/>
                </a:cubicBezTo>
                <a:cubicBezTo>
                  <a:pt x="24293" y="23012"/>
                  <a:pt x="24481" y="22886"/>
                  <a:pt x="24628" y="22740"/>
                </a:cubicBezTo>
                <a:close/>
                <a:moveTo>
                  <a:pt x="231" y="23263"/>
                </a:moveTo>
                <a:cubicBezTo>
                  <a:pt x="1905" y="23702"/>
                  <a:pt x="3641" y="23974"/>
                  <a:pt x="5336" y="24309"/>
                </a:cubicBezTo>
                <a:cubicBezTo>
                  <a:pt x="7094" y="24644"/>
                  <a:pt x="8831" y="24999"/>
                  <a:pt x="10609" y="25334"/>
                </a:cubicBezTo>
                <a:cubicBezTo>
                  <a:pt x="10672" y="25334"/>
                  <a:pt x="10693" y="25334"/>
                  <a:pt x="10714" y="25313"/>
                </a:cubicBezTo>
                <a:cubicBezTo>
                  <a:pt x="10756" y="25334"/>
                  <a:pt x="10797" y="25355"/>
                  <a:pt x="10818" y="25376"/>
                </a:cubicBezTo>
                <a:cubicBezTo>
                  <a:pt x="10881" y="25439"/>
                  <a:pt x="10902" y="25481"/>
                  <a:pt x="10923" y="25564"/>
                </a:cubicBezTo>
                <a:cubicBezTo>
                  <a:pt x="9186" y="25250"/>
                  <a:pt x="7429" y="25020"/>
                  <a:pt x="5671" y="24706"/>
                </a:cubicBezTo>
                <a:cubicBezTo>
                  <a:pt x="3913" y="24413"/>
                  <a:pt x="2177" y="24037"/>
                  <a:pt x="398" y="23765"/>
                </a:cubicBezTo>
                <a:cubicBezTo>
                  <a:pt x="315" y="23723"/>
                  <a:pt x="252" y="23660"/>
                  <a:pt x="210" y="23556"/>
                </a:cubicBezTo>
                <a:cubicBezTo>
                  <a:pt x="189" y="23451"/>
                  <a:pt x="210" y="23346"/>
                  <a:pt x="231" y="23263"/>
                </a:cubicBezTo>
                <a:close/>
                <a:moveTo>
                  <a:pt x="32840" y="23309"/>
                </a:moveTo>
                <a:cubicBezTo>
                  <a:pt x="32928" y="23309"/>
                  <a:pt x="33011" y="23320"/>
                  <a:pt x="33081" y="23346"/>
                </a:cubicBezTo>
                <a:cubicBezTo>
                  <a:pt x="32997" y="23744"/>
                  <a:pt x="33039" y="24288"/>
                  <a:pt x="32872" y="24623"/>
                </a:cubicBezTo>
                <a:cubicBezTo>
                  <a:pt x="32621" y="25229"/>
                  <a:pt x="31909" y="25146"/>
                  <a:pt x="31365" y="25209"/>
                </a:cubicBezTo>
                <a:cubicBezTo>
                  <a:pt x="30445" y="25313"/>
                  <a:pt x="29545" y="25418"/>
                  <a:pt x="28645" y="25522"/>
                </a:cubicBezTo>
                <a:cubicBezTo>
                  <a:pt x="27034" y="25690"/>
                  <a:pt x="25318" y="25753"/>
                  <a:pt x="23749" y="26150"/>
                </a:cubicBezTo>
                <a:lnTo>
                  <a:pt x="23749" y="26108"/>
                </a:lnTo>
                <a:cubicBezTo>
                  <a:pt x="23728" y="25899"/>
                  <a:pt x="23728" y="25732"/>
                  <a:pt x="23728" y="25522"/>
                </a:cubicBezTo>
                <a:cubicBezTo>
                  <a:pt x="25297" y="25209"/>
                  <a:pt x="26804" y="24685"/>
                  <a:pt x="28373" y="24288"/>
                </a:cubicBezTo>
                <a:cubicBezTo>
                  <a:pt x="29126" y="24100"/>
                  <a:pt x="29859" y="23911"/>
                  <a:pt x="30633" y="23765"/>
                </a:cubicBezTo>
                <a:cubicBezTo>
                  <a:pt x="31051" y="23660"/>
                  <a:pt x="31470" y="23576"/>
                  <a:pt x="31888" y="23493"/>
                </a:cubicBezTo>
                <a:cubicBezTo>
                  <a:pt x="32087" y="23460"/>
                  <a:pt x="32507" y="23309"/>
                  <a:pt x="32840" y="23309"/>
                </a:cubicBezTo>
                <a:close/>
                <a:moveTo>
                  <a:pt x="5637" y="26412"/>
                </a:moveTo>
                <a:lnTo>
                  <a:pt x="5637" y="26412"/>
                </a:lnTo>
                <a:cubicBezTo>
                  <a:pt x="5634" y="26412"/>
                  <a:pt x="5629" y="26422"/>
                  <a:pt x="5629" y="26443"/>
                </a:cubicBezTo>
                <a:cubicBezTo>
                  <a:pt x="5640" y="26422"/>
                  <a:pt x="5640" y="26412"/>
                  <a:pt x="5637" y="26412"/>
                </a:cubicBezTo>
                <a:close/>
                <a:moveTo>
                  <a:pt x="9884" y="21620"/>
                </a:moveTo>
                <a:cubicBezTo>
                  <a:pt x="10463" y="21620"/>
                  <a:pt x="11024" y="21701"/>
                  <a:pt x="11613" y="21840"/>
                </a:cubicBezTo>
                <a:lnTo>
                  <a:pt x="11655" y="21840"/>
                </a:lnTo>
                <a:cubicBezTo>
                  <a:pt x="11655" y="22802"/>
                  <a:pt x="11802" y="23786"/>
                  <a:pt x="12157" y="24664"/>
                </a:cubicBezTo>
                <a:cubicBezTo>
                  <a:pt x="12178" y="24698"/>
                  <a:pt x="12207" y="24713"/>
                  <a:pt x="12236" y="24713"/>
                </a:cubicBezTo>
                <a:cubicBezTo>
                  <a:pt x="12298" y="24713"/>
                  <a:pt x="12360" y="24651"/>
                  <a:pt x="12346" y="24581"/>
                </a:cubicBezTo>
                <a:cubicBezTo>
                  <a:pt x="13015" y="23409"/>
                  <a:pt x="14940" y="23158"/>
                  <a:pt x="16217" y="23116"/>
                </a:cubicBezTo>
                <a:lnTo>
                  <a:pt x="16217" y="23116"/>
                </a:lnTo>
                <a:cubicBezTo>
                  <a:pt x="16112" y="24288"/>
                  <a:pt x="16154" y="25501"/>
                  <a:pt x="16238" y="26652"/>
                </a:cubicBezTo>
                <a:lnTo>
                  <a:pt x="16238" y="26673"/>
                </a:lnTo>
                <a:cubicBezTo>
                  <a:pt x="14459" y="26485"/>
                  <a:pt x="12848" y="25962"/>
                  <a:pt x="11111" y="25418"/>
                </a:cubicBezTo>
                <a:lnTo>
                  <a:pt x="11028" y="25250"/>
                </a:lnTo>
                <a:cubicBezTo>
                  <a:pt x="10923" y="25125"/>
                  <a:pt x="10756" y="24999"/>
                  <a:pt x="10588" y="24999"/>
                </a:cubicBezTo>
                <a:cubicBezTo>
                  <a:pt x="10567" y="24999"/>
                  <a:pt x="10546" y="25020"/>
                  <a:pt x="10504" y="25020"/>
                </a:cubicBezTo>
                <a:cubicBezTo>
                  <a:pt x="10274" y="24978"/>
                  <a:pt x="10044" y="24936"/>
                  <a:pt x="9814" y="24895"/>
                </a:cubicBezTo>
                <a:cubicBezTo>
                  <a:pt x="9772" y="24351"/>
                  <a:pt x="9667" y="23786"/>
                  <a:pt x="9626" y="23242"/>
                </a:cubicBezTo>
                <a:cubicBezTo>
                  <a:pt x="9563" y="22698"/>
                  <a:pt x="9563" y="22154"/>
                  <a:pt x="9521" y="21631"/>
                </a:cubicBezTo>
                <a:cubicBezTo>
                  <a:pt x="9643" y="21623"/>
                  <a:pt x="9764" y="21620"/>
                  <a:pt x="9884" y="21620"/>
                </a:cubicBezTo>
                <a:close/>
                <a:moveTo>
                  <a:pt x="19857" y="16881"/>
                </a:moveTo>
                <a:cubicBezTo>
                  <a:pt x="20443" y="17278"/>
                  <a:pt x="21071" y="17613"/>
                  <a:pt x="21678" y="17990"/>
                </a:cubicBezTo>
                <a:cubicBezTo>
                  <a:pt x="21113" y="18743"/>
                  <a:pt x="21343" y="19978"/>
                  <a:pt x="21552" y="20835"/>
                </a:cubicBezTo>
                <a:cubicBezTo>
                  <a:pt x="21845" y="22070"/>
                  <a:pt x="22368" y="23179"/>
                  <a:pt x="23142" y="24204"/>
                </a:cubicBezTo>
                <a:cubicBezTo>
                  <a:pt x="23165" y="24227"/>
                  <a:pt x="23194" y="24236"/>
                  <a:pt x="23222" y="24236"/>
                </a:cubicBezTo>
                <a:cubicBezTo>
                  <a:pt x="23271" y="24236"/>
                  <a:pt x="23317" y="24210"/>
                  <a:pt x="23331" y="24183"/>
                </a:cubicBezTo>
                <a:cubicBezTo>
                  <a:pt x="23519" y="23869"/>
                  <a:pt x="23728" y="23556"/>
                  <a:pt x="23979" y="23325"/>
                </a:cubicBezTo>
                <a:cubicBezTo>
                  <a:pt x="24042" y="23911"/>
                  <a:pt x="24042" y="24539"/>
                  <a:pt x="24168" y="25104"/>
                </a:cubicBezTo>
                <a:cubicBezTo>
                  <a:pt x="24168" y="25125"/>
                  <a:pt x="24188" y="25125"/>
                  <a:pt x="24188" y="25125"/>
                </a:cubicBezTo>
                <a:cubicBezTo>
                  <a:pt x="23979" y="25209"/>
                  <a:pt x="23749" y="25271"/>
                  <a:pt x="23540" y="25355"/>
                </a:cubicBezTo>
                <a:cubicBezTo>
                  <a:pt x="23519" y="25376"/>
                  <a:pt x="23477" y="25376"/>
                  <a:pt x="23477" y="25418"/>
                </a:cubicBezTo>
                <a:cubicBezTo>
                  <a:pt x="23456" y="25439"/>
                  <a:pt x="23435" y="25460"/>
                  <a:pt x="23435" y="25481"/>
                </a:cubicBezTo>
                <a:lnTo>
                  <a:pt x="23414" y="25481"/>
                </a:lnTo>
                <a:cubicBezTo>
                  <a:pt x="23372" y="25522"/>
                  <a:pt x="23372" y="25564"/>
                  <a:pt x="23352" y="25585"/>
                </a:cubicBezTo>
                <a:lnTo>
                  <a:pt x="23310" y="25585"/>
                </a:lnTo>
                <a:cubicBezTo>
                  <a:pt x="21366" y="26226"/>
                  <a:pt x="19460" y="26676"/>
                  <a:pt x="17427" y="26676"/>
                </a:cubicBezTo>
                <a:cubicBezTo>
                  <a:pt x="17338" y="26676"/>
                  <a:pt x="17248" y="26675"/>
                  <a:pt x="17158" y="26673"/>
                </a:cubicBezTo>
                <a:cubicBezTo>
                  <a:pt x="17200" y="25522"/>
                  <a:pt x="17263" y="24288"/>
                  <a:pt x="17074" y="23116"/>
                </a:cubicBezTo>
                <a:lnTo>
                  <a:pt x="17074" y="23116"/>
                </a:lnTo>
                <a:cubicBezTo>
                  <a:pt x="18225" y="23200"/>
                  <a:pt x="19271" y="23556"/>
                  <a:pt x="20380" y="23995"/>
                </a:cubicBezTo>
                <a:cubicBezTo>
                  <a:pt x="20393" y="24007"/>
                  <a:pt x="20407" y="24012"/>
                  <a:pt x="20421" y="24012"/>
                </a:cubicBezTo>
                <a:cubicBezTo>
                  <a:pt x="20455" y="24012"/>
                  <a:pt x="20491" y="23983"/>
                  <a:pt x="20506" y="23953"/>
                </a:cubicBezTo>
                <a:cubicBezTo>
                  <a:pt x="20548" y="23953"/>
                  <a:pt x="20590" y="23869"/>
                  <a:pt x="20548" y="23828"/>
                </a:cubicBezTo>
                <a:cubicBezTo>
                  <a:pt x="19983" y="22614"/>
                  <a:pt x="19481" y="21505"/>
                  <a:pt x="19376" y="20166"/>
                </a:cubicBezTo>
                <a:cubicBezTo>
                  <a:pt x="19292" y="19183"/>
                  <a:pt x="19292" y="17802"/>
                  <a:pt x="19857" y="16881"/>
                </a:cubicBezTo>
                <a:close/>
                <a:moveTo>
                  <a:pt x="16991" y="23116"/>
                </a:moveTo>
                <a:cubicBezTo>
                  <a:pt x="16886" y="24267"/>
                  <a:pt x="16970" y="25522"/>
                  <a:pt x="16991" y="26715"/>
                </a:cubicBezTo>
                <a:cubicBezTo>
                  <a:pt x="16782" y="26715"/>
                  <a:pt x="16614" y="26694"/>
                  <a:pt x="16405" y="26694"/>
                </a:cubicBezTo>
                <a:lnTo>
                  <a:pt x="16405" y="26673"/>
                </a:lnTo>
                <a:cubicBezTo>
                  <a:pt x="16363" y="25481"/>
                  <a:pt x="16405" y="24288"/>
                  <a:pt x="16342" y="23116"/>
                </a:cubicBezTo>
                <a:close/>
                <a:moveTo>
                  <a:pt x="4583" y="24895"/>
                </a:moveTo>
                <a:lnTo>
                  <a:pt x="4583" y="24895"/>
                </a:lnTo>
                <a:cubicBezTo>
                  <a:pt x="4939" y="24978"/>
                  <a:pt x="5336" y="25020"/>
                  <a:pt x="5692" y="25104"/>
                </a:cubicBezTo>
                <a:cubicBezTo>
                  <a:pt x="7450" y="25418"/>
                  <a:pt x="9207" y="25732"/>
                  <a:pt x="10986" y="25920"/>
                </a:cubicBezTo>
                <a:cubicBezTo>
                  <a:pt x="11028" y="25920"/>
                  <a:pt x="11069" y="25878"/>
                  <a:pt x="11090" y="25857"/>
                </a:cubicBezTo>
                <a:cubicBezTo>
                  <a:pt x="11111" y="25836"/>
                  <a:pt x="11132" y="25815"/>
                  <a:pt x="11132" y="25773"/>
                </a:cubicBezTo>
                <a:lnTo>
                  <a:pt x="11132" y="25648"/>
                </a:lnTo>
                <a:cubicBezTo>
                  <a:pt x="12911" y="26610"/>
                  <a:pt x="15108" y="26966"/>
                  <a:pt x="17116" y="27008"/>
                </a:cubicBezTo>
                <a:cubicBezTo>
                  <a:pt x="17297" y="27013"/>
                  <a:pt x="17478" y="27016"/>
                  <a:pt x="17659" y="27016"/>
                </a:cubicBezTo>
                <a:cubicBezTo>
                  <a:pt x="19582" y="27016"/>
                  <a:pt x="21553" y="26706"/>
                  <a:pt x="23331" y="25941"/>
                </a:cubicBezTo>
                <a:cubicBezTo>
                  <a:pt x="23331" y="25983"/>
                  <a:pt x="23331" y="26025"/>
                  <a:pt x="23352" y="26045"/>
                </a:cubicBezTo>
                <a:cubicBezTo>
                  <a:pt x="23352" y="26129"/>
                  <a:pt x="23352" y="26171"/>
                  <a:pt x="23372" y="26255"/>
                </a:cubicBezTo>
                <a:cubicBezTo>
                  <a:pt x="23372" y="26276"/>
                  <a:pt x="23372" y="26276"/>
                  <a:pt x="23414" y="26276"/>
                </a:cubicBezTo>
                <a:cubicBezTo>
                  <a:pt x="23414" y="26297"/>
                  <a:pt x="23414" y="26338"/>
                  <a:pt x="23372" y="26359"/>
                </a:cubicBezTo>
                <a:cubicBezTo>
                  <a:pt x="23352" y="26485"/>
                  <a:pt x="23414" y="26694"/>
                  <a:pt x="23456" y="26882"/>
                </a:cubicBezTo>
                <a:cubicBezTo>
                  <a:pt x="22239" y="27025"/>
                  <a:pt x="21003" y="27072"/>
                  <a:pt x="19763" y="27072"/>
                </a:cubicBezTo>
                <a:cubicBezTo>
                  <a:pt x="18082" y="27072"/>
                  <a:pt x="16393" y="26984"/>
                  <a:pt x="14731" y="26924"/>
                </a:cubicBezTo>
                <a:cubicBezTo>
                  <a:pt x="11718" y="26778"/>
                  <a:pt x="8684" y="26464"/>
                  <a:pt x="5629" y="26443"/>
                </a:cubicBezTo>
                <a:cubicBezTo>
                  <a:pt x="5274" y="25920"/>
                  <a:pt x="4939" y="25397"/>
                  <a:pt x="4583" y="24895"/>
                </a:cubicBezTo>
                <a:close/>
                <a:moveTo>
                  <a:pt x="5650" y="26464"/>
                </a:moveTo>
                <a:cubicBezTo>
                  <a:pt x="8600" y="26882"/>
                  <a:pt x="11634" y="26966"/>
                  <a:pt x="14585" y="27071"/>
                </a:cubicBezTo>
                <a:cubicBezTo>
                  <a:pt x="16293" y="27131"/>
                  <a:pt x="18015" y="27232"/>
                  <a:pt x="19731" y="27232"/>
                </a:cubicBezTo>
                <a:cubicBezTo>
                  <a:pt x="20999" y="27232"/>
                  <a:pt x="22265" y="27177"/>
                  <a:pt x="23519" y="27008"/>
                </a:cubicBezTo>
                <a:lnTo>
                  <a:pt x="23519" y="27029"/>
                </a:lnTo>
                <a:cubicBezTo>
                  <a:pt x="23540" y="27217"/>
                  <a:pt x="23561" y="27426"/>
                  <a:pt x="23582" y="27615"/>
                </a:cubicBezTo>
                <a:cubicBezTo>
                  <a:pt x="21376" y="27727"/>
                  <a:pt x="19171" y="27838"/>
                  <a:pt x="16956" y="27838"/>
                </a:cubicBezTo>
                <a:cubicBezTo>
                  <a:pt x="16271" y="27838"/>
                  <a:pt x="15585" y="27828"/>
                  <a:pt x="14898" y="27803"/>
                </a:cubicBezTo>
                <a:cubicBezTo>
                  <a:pt x="12032" y="27698"/>
                  <a:pt x="9123" y="27447"/>
                  <a:pt x="6257" y="27385"/>
                </a:cubicBezTo>
                <a:cubicBezTo>
                  <a:pt x="6048" y="27092"/>
                  <a:pt x="5859" y="26778"/>
                  <a:pt x="5650" y="26464"/>
                </a:cubicBezTo>
                <a:close/>
                <a:moveTo>
                  <a:pt x="6362" y="27531"/>
                </a:moveTo>
                <a:cubicBezTo>
                  <a:pt x="9207" y="27824"/>
                  <a:pt x="12074" y="27929"/>
                  <a:pt x="14940" y="27970"/>
                </a:cubicBezTo>
                <a:cubicBezTo>
                  <a:pt x="16203" y="27998"/>
                  <a:pt x="17482" y="28030"/>
                  <a:pt x="18765" y="28030"/>
                </a:cubicBezTo>
                <a:cubicBezTo>
                  <a:pt x="20394" y="28030"/>
                  <a:pt x="22029" y="27979"/>
                  <a:pt x="23644" y="27803"/>
                </a:cubicBezTo>
                <a:cubicBezTo>
                  <a:pt x="23665" y="27949"/>
                  <a:pt x="23665" y="28138"/>
                  <a:pt x="23686" y="28284"/>
                </a:cubicBezTo>
                <a:cubicBezTo>
                  <a:pt x="21034" y="28444"/>
                  <a:pt x="18381" y="28641"/>
                  <a:pt x="15710" y="28641"/>
                </a:cubicBezTo>
                <a:cubicBezTo>
                  <a:pt x="15579" y="28641"/>
                  <a:pt x="15448" y="28641"/>
                  <a:pt x="15317" y="28640"/>
                </a:cubicBezTo>
                <a:cubicBezTo>
                  <a:pt x="12492" y="28577"/>
                  <a:pt x="9667" y="28284"/>
                  <a:pt x="6843" y="28284"/>
                </a:cubicBezTo>
                <a:cubicBezTo>
                  <a:pt x="6738" y="28138"/>
                  <a:pt x="6675" y="28012"/>
                  <a:pt x="6592" y="27908"/>
                </a:cubicBezTo>
                <a:cubicBezTo>
                  <a:pt x="6508" y="27761"/>
                  <a:pt x="6424" y="27657"/>
                  <a:pt x="6362" y="27531"/>
                </a:cubicBezTo>
                <a:close/>
                <a:moveTo>
                  <a:pt x="6906" y="28368"/>
                </a:moveTo>
                <a:lnTo>
                  <a:pt x="6906" y="28368"/>
                </a:lnTo>
                <a:cubicBezTo>
                  <a:pt x="9730" y="28661"/>
                  <a:pt x="12597" y="28682"/>
                  <a:pt x="15463" y="28745"/>
                </a:cubicBezTo>
                <a:cubicBezTo>
                  <a:pt x="16353" y="28758"/>
                  <a:pt x="17244" y="28772"/>
                  <a:pt x="18136" y="28772"/>
                </a:cubicBezTo>
                <a:cubicBezTo>
                  <a:pt x="19992" y="28772"/>
                  <a:pt x="21849" y="28713"/>
                  <a:pt x="23686" y="28473"/>
                </a:cubicBezTo>
                <a:cubicBezTo>
                  <a:pt x="23728" y="28682"/>
                  <a:pt x="23749" y="28870"/>
                  <a:pt x="23770" y="29079"/>
                </a:cubicBezTo>
                <a:cubicBezTo>
                  <a:pt x="21429" y="29240"/>
                  <a:pt x="19089" y="29386"/>
                  <a:pt x="16735" y="29386"/>
                </a:cubicBezTo>
                <a:cubicBezTo>
                  <a:pt x="16332" y="29386"/>
                  <a:pt x="15930" y="29381"/>
                  <a:pt x="15526" y="29372"/>
                </a:cubicBezTo>
                <a:cubicBezTo>
                  <a:pt x="14166" y="29330"/>
                  <a:pt x="12806" y="29268"/>
                  <a:pt x="11446" y="29226"/>
                </a:cubicBezTo>
                <a:cubicBezTo>
                  <a:pt x="10296" y="29208"/>
                  <a:pt x="9115" y="29113"/>
                  <a:pt x="7970" y="29113"/>
                </a:cubicBezTo>
                <a:cubicBezTo>
                  <a:pt x="7781" y="29113"/>
                  <a:pt x="7594" y="29115"/>
                  <a:pt x="7408" y="29121"/>
                </a:cubicBezTo>
                <a:cubicBezTo>
                  <a:pt x="7219" y="28870"/>
                  <a:pt x="7052" y="28640"/>
                  <a:pt x="6906" y="28368"/>
                </a:cubicBezTo>
                <a:close/>
                <a:moveTo>
                  <a:pt x="31993" y="25522"/>
                </a:moveTo>
                <a:cubicBezTo>
                  <a:pt x="31951" y="25543"/>
                  <a:pt x="31951" y="25564"/>
                  <a:pt x="31951" y="25627"/>
                </a:cubicBezTo>
                <a:cubicBezTo>
                  <a:pt x="31951" y="26087"/>
                  <a:pt x="31993" y="26569"/>
                  <a:pt x="32014" y="27071"/>
                </a:cubicBezTo>
                <a:cubicBezTo>
                  <a:pt x="32035" y="27343"/>
                  <a:pt x="32244" y="28263"/>
                  <a:pt x="32035" y="28535"/>
                </a:cubicBezTo>
                <a:cubicBezTo>
                  <a:pt x="31909" y="28703"/>
                  <a:pt x="31072" y="28870"/>
                  <a:pt x="30863" y="28954"/>
                </a:cubicBezTo>
                <a:cubicBezTo>
                  <a:pt x="30445" y="29079"/>
                  <a:pt x="30047" y="29226"/>
                  <a:pt x="29650" y="29414"/>
                </a:cubicBezTo>
                <a:cubicBezTo>
                  <a:pt x="29608" y="29435"/>
                  <a:pt x="29587" y="29498"/>
                  <a:pt x="29587" y="29540"/>
                </a:cubicBezTo>
                <a:cubicBezTo>
                  <a:pt x="27745" y="29582"/>
                  <a:pt x="25946" y="29623"/>
                  <a:pt x="24105" y="29728"/>
                </a:cubicBezTo>
                <a:cubicBezTo>
                  <a:pt x="23979" y="28661"/>
                  <a:pt x="23896" y="27489"/>
                  <a:pt x="23624" y="26443"/>
                </a:cubicBezTo>
                <a:lnTo>
                  <a:pt x="23624" y="26443"/>
                </a:lnTo>
                <a:cubicBezTo>
                  <a:pt x="23673" y="26444"/>
                  <a:pt x="23722" y="26444"/>
                  <a:pt x="23771" y="26444"/>
                </a:cubicBezTo>
                <a:cubicBezTo>
                  <a:pt x="24770" y="26444"/>
                  <a:pt x="25786" y="26249"/>
                  <a:pt x="26783" y="26129"/>
                </a:cubicBezTo>
                <a:cubicBezTo>
                  <a:pt x="27850" y="25983"/>
                  <a:pt x="28959" y="25857"/>
                  <a:pt x="30026" y="25732"/>
                </a:cubicBezTo>
                <a:cubicBezTo>
                  <a:pt x="30549" y="25669"/>
                  <a:pt x="31072" y="25606"/>
                  <a:pt x="31595" y="25543"/>
                </a:cubicBezTo>
                <a:cubicBezTo>
                  <a:pt x="31721" y="25522"/>
                  <a:pt x="31847" y="25522"/>
                  <a:pt x="31993" y="25522"/>
                </a:cubicBezTo>
                <a:close/>
                <a:moveTo>
                  <a:pt x="23854" y="29226"/>
                </a:moveTo>
                <a:cubicBezTo>
                  <a:pt x="23875" y="29393"/>
                  <a:pt x="23937" y="29540"/>
                  <a:pt x="24000" y="29707"/>
                </a:cubicBezTo>
                <a:cubicBezTo>
                  <a:pt x="22368" y="29791"/>
                  <a:pt x="20694" y="29895"/>
                  <a:pt x="19041" y="29937"/>
                </a:cubicBezTo>
                <a:cubicBezTo>
                  <a:pt x="17263" y="30021"/>
                  <a:pt x="15505" y="30063"/>
                  <a:pt x="13727" y="30105"/>
                </a:cubicBezTo>
                <a:cubicBezTo>
                  <a:pt x="13621" y="30106"/>
                  <a:pt x="13516" y="30106"/>
                  <a:pt x="13410" y="30106"/>
                </a:cubicBezTo>
                <a:cubicBezTo>
                  <a:pt x="11716" y="30106"/>
                  <a:pt x="10021" y="29957"/>
                  <a:pt x="8307" y="29937"/>
                </a:cubicBezTo>
                <a:cubicBezTo>
                  <a:pt x="8203" y="29958"/>
                  <a:pt x="8203" y="30000"/>
                  <a:pt x="8203" y="30021"/>
                </a:cubicBezTo>
                <a:cubicBezTo>
                  <a:pt x="7952" y="29791"/>
                  <a:pt x="7722" y="29519"/>
                  <a:pt x="7512" y="29226"/>
                </a:cubicBezTo>
                <a:lnTo>
                  <a:pt x="7512" y="29226"/>
                </a:lnTo>
                <a:cubicBezTo>
                  <a:pt x="8810" y="29372"/>
                  <a:pt x="10170" y="29330"/>
                  <a:pt x="11488" y="29393"/>
                </a:cubicBezTo>
                <a:cubicBezTo>
                  <a:pt x="12848" y="29435"/>
                  <a:pt x="14208" y="29477"/>
                  <a:pt x="15568" y="29498"/>
                </a:cubicBezTo>
                <a:cubicBezTo>
                  <a:pt x="16222" y="29508"/>
                  <a:pt x="16879" y="29514"/>
                  <a:pt x="17538" y="29514"/>
                </a:cubicBezTo>
                <a:cubicBezTo>
                  <a:pt x="19643" y="29514"/>
                  <a:pt x="21766" y="29449"/>
                  <a:pt x="23854" y="29226"/>
                </a:cubicBezTo>
                <a:close/>
                <a:moveTo>
                  <a:pt x="29545" y="29791"/>
                </a:moveTo>
                <a:cubicBezTo>
                  <a:pt x="29650" y="30021"/>
                  <a:pt x="29859" y="30356"/>
                  <a:pt x="29880" y="30628"/>
                </a:cubicBezTo>
                <a:cubicBezTo>
                  <a:pt x="30068" y="30858"/>
                  <a:pt x="29963" y="30983"/>
                  <a:pt x="29587" y="31004"/>
                </a:cubicBezTo>
                <a:cubicBezTo>
                  <a:pt x="29503" y="31004"/>
                  <a:pt x="29398" y="31004"/>
                  <a:pt x="29315" y="31046"/>
                </a:cubicBezTo>
                <a:cubicBezTo>
                  <a:pt x="28708" y="31151"/>
                  <a:pt x="28080" y="31109"/>
                  <a:pt x="27494" y="31151"/>
                </a:cubicBezTo>
                <a:cubicBezTo>
                  <a:pt x="26260" y="31193"/>
                  <a:pt x="25025" y="31255"/>
                  <a:pt x="23791" y="31276"/>
                </a:cubicBezTo>
                <a:cubicBezTo>
                  <a:pt x="23142" y="31287"/>
                  <a:pt x="22495" y="31292"/>
                  <a:pt x="21849" y="31292"/>
                </a:cubicBezTo>
                <a:cubicBezTo>
                  <a:pt x="19994" y="31292"/>
                  <a:pt x="18147" y="31249"/>
                  <a:pt x="16300" y="31172"/>
                </a:cubicBezTo>
                <a:cubicBezTo>
                  <a:pt x="15066" y="31109"/>
                  <a:pt x="13831" y="31046"/>
                  <a:pt x="12597" y="30942"/>
                </a:cubicBezTo>
                <a:cubicBezTo>
                  <a:pt x="11446" y="30858"/>
                  <a:pt x="10149" y="30858"/>
                  <a:pt x="9040" y="30523"/>
                </a:cubicBezTo>
                <a:cubicBezTo>
                  <a:pt x="8747" y="30418"/>
                  <a:pt x="8496" y="30272"/>
                  <a:pt x="8266" y="30105"/>
                </a:cubicBezTo>
                <a:lnTo>
                  <a:pt x="8266" y="30105"/>
                </a:lnTo>
                <a:cubicBezTo>
                  <a:pt x="9222" y="30313"/>
                  <a:pt x="10251" y="30356"/>
                  <a:pt x="11276" y="30356"/>
                </a:cubicBezTo>
                <a:cubicBezTo>
                  <a:pt x="11999" y="30356"/>
                  <a:pt x="12720" y="30335"/>
                  <a:pt x="13413" y="30335"/>
                </a:cubicBezTo>
                <a:cubicBezTo>
                  <a:pt x="15212" y="30335"/>
                  <a:pt x="17054" y="30272"/>
                  <a:pt x="18853" y="30209"/>
                </a:cubicBezTo>
                <a:cubicBezTo>
                  <a:pt x="22410" y="30042"/>
                  <a:pt x="25988" y="29833"/>
                  <a:pt x="29545" y="29791"/>
                </a:cubicBezTo>
                <a:close/>
                <a:moveTo>
                  <a:pt x="16583" y="1"/>
                </a:moveTo>
                <a:cubicBezTo>
                  <a:pt x="16548" y="1"/>
                  <a:pt x="16510" y="29"/>
                  <a:pt x="16510" y="79"/>
                </a:cubicBezTo>
                <a:cubicBezTo>
                  <a:pt x="16510" y="1188"/>
                  <a:pt x="16468" y="2339"/>
                  <a:pt x="16530" y="3469"/>
                </a:cubicBezTo>
                <a:cubicBezTo>
                  <a:pt x="15986" y="3699"/>
                  <a:pt x="15421" y="3971"/>
                  <a:pt x="14898" y="4222"/>
                </a:cubicBezTo>
                <a:lnTo>
                  <a:pt x="14877" y="4222"/>
                </a:lnTo>
                <a:cubicBezTo>
                  <a:pt x="14857" y="4222"/>
                  <a:pt x="14836" y="4264"/>
                  <a:pt x="14836" y="4264"/>
                </a:cubicBezTo>
                <a:lnTo>
                  <a:pt x="14773" y="4264"/>
                </a:lnTo>
                <a:cubicBezTo>
                  <a:pt x="14668" y="4306"/>
                  <a:pt x="14626" y="4515"/>
                  <a:pt x="14689" y="4620"/>
                </a:cubicBezTo>
                <a:cubicBezTo>
                  <a:pt x="13413" y="5750"/>
                  <a:pt x="12952" y="8260"/>
                  <a:pt x="13601" y="9767"/>
                </a:cubicBezTo>
                <a:cubicBezTo>
                  <a:pt x="12701" y="10667"/>
                  <a:pt x="11739" y="11587"/>
                  <a:pt x="10965" y="12550"/>
                </a:cubicBezTo>
                <a:cubicBezTo>
                  <a:pt x="10337" y="10792"/>
                  <a:pt x="10149" y="9014"/>
                  <a:pt x="10714" y="7151"/>
                </a:cubicBezTo>
                <a:lnTo>
                  <a:pt x="10714" y="7110"/>
                </a:lnTo>
                <a:cubicBezTo>
                  <a:pt x="10860" y="6942"/>
                  <a:pt x="10923" y="6775"/>
                  <a:pt x="10881" y="6586"/>
                </a:cubicBezTo>
                <a:cubicBezTo>
                  <a:pt x="10871" y="6555"/>
                  <a:pt x="10844" y="6539"/>
                  <a:pt x="10821" y="6539"/>
                </a:cubicBezTo>
                <a:cubicBezTo>
                  <a:pt x="10797" y="6539"/>
                  <a:pt x="10776" y="6555"/>
                  <a:pt x="10776" y="6586"/>
                </a:cubicBezTo>
                <a:lnTo>
                  <a:pt x="10693" y="6586"/>
                </a:lnTo>
                <a:cubicBezTo>
                  <a:pt x="10065" y="6942"/>
                  <a:pt x="9458" y="7340"/>
                  <a:pt x="8872" y="7779"/>
                </a:cubicBezTo>
                <a:cubicBezTo>
                  <a:pt x="8810" y="6314"/>
                  <a:pt x="8600" y="4850"/>
                  <a:pt x="8475" y="3364"/>
                </a:cubicBezTo>
                <a:cubicBezTo>
                  <a:pt x="8475" y="3343"/>
                  <a:pt x="8454" y="3343"/>
                  <a:pt x="8454" y="3322"/>
                </a:cubicBezTo>
                <a:lnTo>
                  <a:pt x="8454" y="3113"/>
                </a:lnTo>
                <a:cubicBezTo>
                  <a:pt x="8454" y="3092"/>
                  <a:pt x="8443" y="3082"/>
                  <a:pt x="8433" y="3082"/>
                </a:cubicBezTo>
                <a:cubicBezTo>
                  <a:pt x="8423" y="3082"/>
                  <a:pt x="8412" y="3092"/>
                  <a:pt x="8412" y="3113"/>
                </a:cubicBezTo>
                <a:lnTo>
                  <a:pt x="8412" y="3322"/>
                </a:lnTo>
                <a:cubicBezTo>
                  <a:pt x="8391" y="3322"/>
                  <a:pt x="8391" y="3343"/>
                  <a:pt x="8391" y="3364"/>
                </a:cubicBezTo>
                <a:cubicBezTo>
                  <a:pt x="8391" y="3469"/>
                  <a:pt x="8412" y="3553"/>
                  <a:pt x="8412" y="3657"/>
                </a:cubicBezTo>
                <a:cubicBezTo>
                  <a:pt x="8373" y="5037"/>
                  <a:pt x="8262" y="6454"/>
                  <a:pt x="8414" y="7822"/>
                </a:cubicBezTo>
                <a:lnTo>
                  <a:pt x="8414" y="7822"/>
                </a:lnTo>
                <a:cubicBezTo>
                  <a:pt x="8495" y="7152"/>
                  <a:pt x="8493" y="6477"/>
                  <a:pt x="8475" y="5770"/>
                </a:cubicBezTo>
                <a:lnTo>
                  <a:pt x="8475" y="5770"/>
                </a:lnTo>
                <a:cubicBezTo>
                  <a:pt x="8517" y="6482"/>
                  <a:pt x="8600" y="7193"/>
                  <a:pt x="8705" y="7884"/>
                </a:cubicBezTo>
                <a:cubicBezTo>
                  <a:pt x="8625" y="7948"/>
                  <a:pt x="8532" y="8012"/>
                  <a:pt x="8446" y="8077"/>
                </a:cubicBezTo>
                <a:lnTo>
                  <a:pt x="8446" y="8077"/>
                </a:lnTo>
                <a:cubicBezTo>
                  <a:pt x="8434" y="7992"/>
                  <a:pt x="8424" y="7907"/>
                  <a:pt x="8414" y="7822"/>
                </a:cubicBezTo>
                <a:lnTo>
                  <a:pt x="8414" y="7822"/>
                </a:lnTo>
                <a:cubicBezTo>
                  <a:pt x="8402" y="7927"/>
                  <a:pt x="8387" y="8031"/>
                  <a:pt x="8370" y="8135"/>
                </a:cubicBezTo>
                <a:cubicBezTo>
                  <a:pt x="8394" y="8115"/>
                  <a:pt x="8420" y="8096"/>
                  <a:pt x="8446" y="8077"/>
                </a:cubicBezTo>
                <a:lnTo>
                  <a:pt x="8446" y="8077"/>
                </a:lnTo>
                <a:cubicBezTo>
                  <a:pt x="8448" y="8096"/>
                  <a:pt x="8451" y="8115"/>
                  <a:pt x="8454" y="8135"/>
                </a:cubicBezTo>
                <a:cubicBezTo>
                  <a:pt x="7994" y="8470"/>
                  <a:pt x="7554" y="8804"/>
                  <a:pt x="7136" y="9139"/>
                </a:cubicBezTo>
                <a:cubicBezTo>
                  <a:pt x="7094" y="9139"/>
                  <a:pt x="7031" y="9202"/>
                  <a:pt x="7010" y="9244"/>
                </a:cubicBezTo>
                <a:cubicBezTo>
                  <a:pt x="6989" y="9327"/>
                  <a:pt x="7010" y="9432"/>
                  <a:pt x="7031" y="9516"/>
                </a:cubicBezTo>
                <a:cubicBezTo>
                  <a:pt x="7031" y="9537"/>
                  <a:pt x="7052" y="9558"/>
                  <a:pt x="7052" y="9599"/>
                </a:cubicBezTo>
                <a:cubicBezTo>
                  <a:pt x="5964" y="11106"/>
                  <a:pt x="5901" y="13177"/>
                  <a:pt x="6592" y="14872"/>
                </a:cubicBezTo>
                <a:cubicBezTo>
                  <a:pt x="6604" y="14921"/>
                  <a:pt x="6651" y="14955"/>
                  <a:pt x="6701" y="14955"/>
                </a:cubicBezTo>
                <a:cubicBezTo>
                  <a:pt x="6737" y="14955"/>
                  <a:pt x="6775" y="14937"/>
                  <a:pt x="6801" y="14893"/>
                </a:cubicBezTo>
                <a:cubicBezTo>
                  <a:pt x="7136" y="14203"/>
                  <a:pt x="7784" y="13826"/>
                  <a:pt x="8517" y="13680"/>
                </a:cubicBezTo>
                <a:lnTo>
                  <a:pt x="8517" y="13680"/>
                </a:lnTo>
                <a:cubicBezTo>
                  <a:pt x="8475" y="14056"/>
                  <a:pt x="8454" y="14454"/>
                  <a:pt x="8454" y="14851"/>
                </a:cubicBezTo>
                <a:cubicBezTo>
                  <a:pt x="8454" y="14851"/>
                  <a:pt x="8412" y="14851"/>
                  <a:pt x="8412" y="14872"/>
                </a:cubicBezTo>
                <a:cubicBezTo>
                  <a:pt x="7010" y="16190"/>
                  <a:pt x="5692" y="17592"/>
                  <a:pt x="4374" y="18952"/>
                </a:cubicBezTo>
                <a:cubicBezTo>
                  <a:pt x="3035" y="20312"/>
                  <a:pt x="1549" y="21589"/>
                  <a:pt x="356" y="23095"/>
                </a:cubicBezTo>
                <a:lnTo>
                  <a:pt x="356" y="23116"/>
                </a:lnTo>
                <a:cubicBezTo>
                  <a:pt x="356" y="23095"/>
                  <a:pt x="336" y="23053"/>
                  <a:pt x="315" y="23053"/>
                </a:cubicBezTo>
                <a:cubicBezTo>
                  <a:pt x="252" y="23053"/>
                  <a:pt x="231" y="23053"/>
                  <a:pt x="210" y="23095"/>
                </a:cubicBezTo>
                <a:cubicBezTo>
                  <a:pt x="189" y="23095"/>
                  <a:pt x="189" y="23095"/>
                  <a:pt x="147" y="23116"/>
                </a:cubicBezTo>
                <a:cubicBezTo>
                  <a:pt x="22" y="23221"/>
                  <a:pt x="1" y="23430"/>
                  <a:pt x="22" y="23576"/>
                </a:cubicBezTo>
                <a:cubicBezTo>
                  <a:pt x="74" y="23733"/>
                  <a:pt x="226" y="23989"/>
                  <a:pt x="408" y="23989"/>
                </a:cubicBezTo>
                <a:cubicBezTo>
                  <a:pt x="446" y="23989"/>
                  <a:pt x="484" y="23978"/>
                  <a:pt x="524" y="23953"/>
                </a:cubicBezTo>
                <a:cubicBezTo>
                  <a:pt x="1821" y="24288"/>
                  <a:pt x="3139" y="24560"/>
                  <a:pt x="4478" y="24790"/>
                </a:cubicBezTo>
                <a:cubicBezTo>
                  <a:pt x="4437" y="24811"/>
                  <a:pt x="4437" y="24832"/>
                  <a:pt x="4478" y="24895"/>
                </a:cubicBezTo>
                <a:cubicBezTo>
                  <a:pt x="4939" y="25878"/>
                  <a:pt x="5566" y="26799"/>
                  <a:pt x="6173" y="27719"/>
                </a:cubicBezTo>
                <a:cubicBezTo>
                  <a:pt x="6696" y="28494"/>
                  <a:pt x="7199" y="29372"/>
                  <a:pt x="7847" y="30042"/>
                </a:cubicBezTo>
                <a:cubicBezTo>
                  <a:pt x="8454" y="30649"/>
                  <a:pt x="9186" y="30879"/>
                  <a:pt x="10023" y="30983"/>
                </a:cubicBezTo>
                <a:cubicBezTo>
                  <a:pt x="11028" y="31109"/>
                  <a:pt x="12074" y="31193"/>
                  <a:pt x="13099" y="31276"/>
                </a:cubicBezTo>
                <a:cubicBezTo>
                  <a:pt x="16027" y="31503"/>
                  <a:pt x="18955" y="31610"/>
                  <a:pt x="21882" y="31610"/>
                </a:cubicBezTo>
                <a:cubicBezTo>
                  <a:pt x="23558" y="31610"/>
                  <a:pt x="25233" y="31575"/>
                  <a:pt x="26909" y="31507"/>
                </a:cubicBezTo>
                <a:cubicBezTo>
                  <a:pt x="27515" y="31486"/>
                  <a:pt x="28143" y="31465"/>
                  <a:pt x="28750" y="31402"/>
                </a:cubicBezTo>
                <a:cubicBezTo>
                  <a:pt x="28805" y="31399"/>
                  <a:pt x="28863" y="31398"/>
                  <a:pt x="28924" y="31398"/>
                </a:cubicBezTo>
                <a:cubicBezTo>
                  <a:pt x="29061" y="31398"/>
                  <a:pt x="29210" y="31403"/>
                  <a:pt x="29361" y="31403"/>
                </a:cubicBezTo>
                <a:cubicBezTo>
                  <a:pt x="29656" y="31403"/>
                  <a:pt x="29956" y="31385"/>
                  <a:pt x="30173" y="31276"/>
                </a:cubicBezTo>
                <a:cubicBezTo>
                  <a:pt x="30842" y="30963"/>
                  <a:pt x="30214" y="30063"/>
                  <a:pt x="29963" y="29582"/>
                </a:cubicBezTo>
                <a:cubicBezTo>
                  <a:pt x="30486" y="29435"/>
                  <a:pt x="31010" y="29268"/>
                  <a:pt x="31512" y="29100"/>
                </a:cubicBezTo>
                <a:cubicBezTo>
                  <a:pt x="31784" y="29017"/>
                  <a:pt x="32307" y="28954"/>
                  <a:pt x="32474" y="28682"/>
                </a:cubicBezTo>
                <a:cubicBezTo>
                  <a:pt x="32663" y="28389"/>
                  <a:pt x="32537" y="27824"/>
                  <a:pt x="32516" y="27510"/>
                </a:cubicBezTo>
                <a:cubicBezTo>
                  <a:pt x="32474" y="26861"/>
                  <a:pt x="32453" y="26192"/>
                  <a:pt x="32411" y="25564"/>
                </a:cubicBezTo>
                <a:cubicBezTo>
                  <a:pt x="32411" y="25522"/>
                  <a:pt x="32370" y="25501"/>
                  <a:pt x="32349" y="25460"/>
                </a:cubicBezTo>
                <a:cubicBezTo>
                  <a:pt x="32537" y="25439"/>
                  <a:pt x="32725" y="25418"/>
                  <a:pt x="32872" y="25334"/>
                </a:cubicBezTo>
                <a:cubicBezTo>
                  <a:pt x="33479" y="25041"/>
                  <a:pt x="33395" y="23932"/>
                  <a:pt x="33458" y="23367"/>
                </a:cubicBezTo>
                <a:cubicBezTo>
                  <a:pt x="33374" y="23367"/>
                  <a:pt x="33374" y="23346"/>
                  <a:pt x="33353" y="23325"/>
                </a:cubicBezTo>
                <a:cubicBezTo>
                  <a:pt x="33374" y="23263"/>
                  <a:pt x="33374" y="23221"/>
                  <a:pt x="33311" y="23158"/>
                </a:cubicBezTo>
                <a:cubicBezTo>
                  <a:pt x="33196" y="23014"/>
                  <a:pt x="33024" y="22964"/>
                  <a:pt x="32830" y="22964"/>
                </a:cubicBezTo>
                <a:cubicBezTo>
                  <a:pt x="32462" y="22964"/>
                  <a:pt x="32016" y="23145"/>
                  <a:pt x="31742" y="23200"/>
                </a:cubicBezTo>
                <a:cubicBezTo>
                  <a:pt x="30842" y="23367"/>
                  <a:pt x="29922" y="23576"/>
                  <a:pt x="29001" y="23828"/>
                </a:cubicBezTo>
                <a:cubicBezTo>
                  <a:pt x="27641" y="24162"/>
                  <a:pt x="26239" y="24476"/>
                  <a:pt x="24900" y="24895"/>
                </a:cubicBezTo>
                <a:cubicBezTo>
                  <a:pt x="24879" y="24141"/>
                  <a:pt x="24837" y="23409"/>
                  <a:pt x="24774" y="22635"/>
                </a:cubicBezTo>
                <a:cubicBezTo>
                  <a:pt x="26133" y="21702"/>
                  <a:pt x="28003" y="21379"/>
                  <a:pt x="29602" y="21379"/>
                </a:cubicBezTo>
                <a:cubicBezTo>
                  <a:pt x="29653" y="21379"/>
                  <a:pt x="29704" y="21379"/>
                  <a:pt x="29754" y="21379"/>
                </a:cubicBezTo>
                <a:cubicBezTo>
                  <a:pt x="29838" y="21379"/>
                  <a:pt x="29859" y="21338"/>
                  <a:pt x="29859" y="21275"/>
                </a:cubicBezTo>
                <a:cubicBezTo>
                  <a:pt x="29901" y="21254"/>
                  <a:pt x="29901" y="21233"/>
                  <a:pt x="29859" y="21212"/>
                </a:cubicBezTo>
                <a:cubicBezTo>
                  <a:pt x="28499" y="19162"/>
                  <a:pt x="27934" y="16797"/>
                  <a:pt x="28708" y="14433"/>
                </a:cubicBezTo>
                <a:cubicBezTo>
                  <a:pt x="28750" y="14370"/>
                  <a:pt x="28708" y="14349"/>
                  <a:pt x="28687" y="14328"/>
                </a:cubicBezTo>
                <a:cubicBezTo>
                  <a:pt x="28708" y="14265"/>
                  <a:pt x="28708" y="14224"/>
                  <a:pt x="28687" y="14140"/>
                </a:cubicBezTo>
                <a:cubicBezTo>
                  <a:pt x="28687" y="14119"/>
                  <a:pt x="28666" y="14119"/>
                  <a:pt x="28645" y="14098"/>
                </a:cubicBezTo>
                <a:lnTo>
                  <a:pt x="28582" y="14098"/>
                </a:lnTo>
                <a:cubicBezTo>
                  <a:pt x="28582" y="14056"/>
                  <a:pt x="28562" y="14035"/>
                  <a:pt x="28499" y="14035"/>
                </a:cubicBezTo>
                <a:cubicBezTo>
                  <a:pt x="27348" y="14537"/>
                  <a:pt x="26260" y="15207"/>
                  <a:pt x="25109" y="15772"/>
                </a:cubicBezTo>
                <a:cubicBezTo>
                  <a:pt x="24795" y="15918"/>
                  <a:pt x="24481" y="16044"/>
                  <a:pt x="24188" y="16211"/>
                </a:cubicBezTo>
                <a:cubicBezTo>
                  <a:pt x="24209" y="15458"/>
                  <a:pt x="24188" y="14663"/>
                  <a:pt x="24063" y="13910"/>
                </a:cubicBezTo>
                <a:cubicBezTo>
                  <a:pt x="24180" y="13901"/>
                  <a:pt x="24298" y="13896"/>
                  <a:pt x="24416" y="13896"/>
                </a:cubicBezTo>
                <a:cubicBezTo>
                  <a:pt x="25119" y="13896"/>
                  <a:pt x="25827" y="14047"/>
                  <a:pt x="26490" y="14245"/>
                </a:cubicBezTo>
                <a:cubicBezTo>
                  <a:pt x="26511" y="14252"/>
                  <a:pt x="26531" y="14256"/>
                  <a:pt x="26549" y="14256"/>
                </a:cubicBezTo>
                <a:cubicBezTo>
                  <a:pt x="26671" y="14256"/>
                  <a:pt x="26712" y="14085"/>
                  <a:pt x="26657" y="13993"/>
                </a:cubicBezTo>
                <a:cubicBezTo>
                  <a:pt x="26093" y="13303"/>
                  <a:pt x="25779" y="12738"/>
                  <a:pt x="25737" y="11859"/>
                </a:cubicBezTo>
                <a:cubicBezTo>
                  <a:pt x="25674" y="11169"/>
                  <a:pt x="25674" y="10436"/>
                  <a:pt x="25674" y="9725"/>
                </a:cubicBezTo>
                <a:cubicBezTo>
                  <a:pt x="25674" y="9704"/>
                  <a:pt x="25653" y="9662"/>
                  <a:pt x="25653" y="9641"/>
                </a:cubicBezTo>
                <a:cubicBezTo>
                  <a:pt x="25821" y="9516"/>
                  <a:pt x="25883" y="9348"/>
                  <a:pt x="25737" y="9139"/>
                </a:cubicBezTo>
                <a:cubicBezTo>
                  <a:pt x="25737" y="9118"/>
                  <a:pt x="25716" y="9097"/>
                  <a:pt x="25653" y="9076"/>
                </a:cubicBezTo>
                <a:lnTo>
                  <a:pt x="25632" y="9076"/>
                </a:lnTo>
                <a:cubicBezTo>
                  <a:pt x="25130" y="9139"/>
                  <a:pt x="24670" y="9244"/>
                  <a:pt x="24188" y="9348"/>
                </a:cubicBezTo>
                <a:cubicBezTo>
                  <a:pt x="24000" y="7842"/>
                  <a:pt x="23958" y="6314"/>
                  <a:pt x="23770" y="4808"/>
                </a:cubicBezTo>
                <a:cubicBezTo>
                  <a:pt x="23770" y="4798"/>
                  <a:pt x="23760" y="4792"/>
                  <a:pt x="23749" y="4792"/>
                </a:cubicBezTo>
                <a:cubicBezTo>
                  <a:pt x="23739" y="4792"/>
                  <a:pt x="23728" y="4798"/>
                  <a:pt x="23728" y="4808"/>
                </a:cubicBezTo>
                <a:cubicBezTo>
                  <a:pt x="23561" y="6356"/>
                  <a:pt x="23477" y="7947"/>
                  <a:pt x="23519" y="9495"/>
                </a:cubicBezTo>
                <a:cubicBezTo>
                  <a:pt x="22933" y="9599"/>
                  <a:pt x="22222" y="9620"/>
                  <a:pt x="21699" y="9913"/>
                </a:cubicBezTo>
                <a:lnTo>
                  <a:pt x="21678" y="9913"/>
                </a:lnTo>
                <a:cubicBezTo>
                  <a:pt x="21447" y="9913"/>
                  <a:pt x="21468" y="10353"/>
                  <a:pt x="21657" y="10436"/>
                </a:cubicBezTo>
                <a:lnTo>
                  <a:pt x="21678" y="10436"/>
                </a:lnTo>
                <a:cubicBezTo>
                  <a:pt x="21678" y="10457"/>
                  <a:pt x="21657" y="10478"/>
                  <a:pt x="21678" y="10478"/>
                </a:cubicBezTo>
                <a:cubicBezTo>
                  <a:pt x="21468" y="10792"/>
                  <a:pt x="21322" y="11106"/>
                  <a:pt x="21217" y="11483"/>
                </a:cubicBezTo>
                <a:cubicBezTo>
                  <a:pt x="20548" y="10980"/>
                  <a:pt x="19878" y="10457"/>
                  <a:pt x="19188" y="9976"/>
                </a:cubicBezTo>
                <a:cubicBezTo>
                  <a:pt x="19251" y="9830"/>
                  <a:pt x="19334" y="9704"/>
                  <a:pt x="19397" y="9537"/>
                </a:cubicBezTo>
                <a:cubicBezTo>
                  <a:pt x="19439" y="9516"/>
                  <a:pt x="19439" y="9495"/>
                  <a:pt x="19397" y="9453"/>
                </a:cubicBezTo>
                <a:cubicBezTo>
                  <a:pt x="19439" y="9411"/>
                  <a:pt x="19460" y="9327"/>
                  <a:pt x="19460" y="9244"/>
                </a:cubicBezTo>
                <a:cubicBezTo>
                  <a:pt x="19460" y="9202"/>
                  <a:pt x="19439" y="9139"/>
                  <a:pt x="19376" y="9139"/>
                </a:cubicBezTo>
                <a:cubicBezTo>
                  <a:pt x="19355" y="9139"/>
                  <a:pt x="19355" y="9139"/>
                  <a:pt x="19334" y="9118"/>
                </a:cubicBezTo>
                <a:cubicBezTo>
                  <a:pt x="19334" y="9102"/>
                  <a:pt x="19310" y="9062"/>
                  <a:pt x="19280" y="9062"/>
                </a:cubicBezTo>
                <a:cubicBezTo>
                  <a:pt x="19271" y="9062"/>
                  <a:pt x="19261" y="9066"/>
                  <a:pt x="19251" y="9076"/>
                </a:cubicBezTo>
                <a:cubicBezTo>
                  <a:pt x="18916" y="9139"/>
                  <a:pt x="18602" y="9244"/>
                  <a:pt x="18288" y="9348"/>
                </a:cubicBezTo>
                <a:cubicBezTo>
                  <a:pt x="17932" y="9118"/>
                  <a:pt x="17598" y="8888"/>
                  <a:pt x="17242" y="8679"/>
                </a:cubicBezTo>
                <a:cubicBezTo>
                  <a:pt x="17200" y="8491"/>
                  <a:pt x="17179" y="8302"/>
                  <a:pt x="17158" y="8156"/>
                </a:cubicBezTo>
                <a:lnTo>
                  <a:pt x="17158" y="8156"/>
                </a:lnTo>
                <a:cubicBezTo>
                  <a:pt x="17807" y="8177"/>
                  <a:pt x="18455" y="8302"/>
                  <a:pt x="19020" y="8491"/>
                </a:cubicBezTo>
                <a:cubicBezTo>
                  <a:pt x="19034" y="8493"/>
                  <a:pt x="19047" y="8495"/>
                  <a:pt x="19058" y="8495"/>
                </a:cubicBezTo>
                <a:cubicBezTo>
                  <a:pt x="19135" y="8495"/>
                  <a:pt x="19167" y="8438"/>
                  <a:pt x="19167" y="8365"/>
                </a:cubicBezTo>
                <a:cubicBezTo>
                  <a:pt x="19230" y="8365"/>
                  <a:pt x="19271" y="8302"/>
                  <a:pt x="19251" y="8281"/>
                </a:cubicBezTo>
                <a:cubicBezTo>
                  <a:pt x="18204" y="6670"/>
                  <a:pt x="17974" y="4703"/>
                  <a:pt x="18706" y="2904"/>
                </a:cubicBezTo>
                <a:cubicBezTo>
                  <a:pt x="18727" y="2841"/>
                  <a:pt x="18706" y="2820"/>
                  <a:pt x="18665" y="2799"/>
                </a:cubicBezTo>
                <a:cubicBezTo>
                  <a:pt x="18644" y="2737"/>
                  <a:pt x="18623" y="2716"/>
                  <a:pt x="18560" y="2695"/>
                </a:cubicBezTo>
                <a:lnTo>
                  <a:pt x="18539" y="2695"/>
                </a:lnTo>
                <a:cubicBezTo>
                  <a:pt x="18525" y="2695"/>
                  <a:pt x="18521" y="2676"/>
                  <a:pt x="18513" y="2676"/>
                </a:cubicBezTo>
                <a:cubicBezTo>
                  <a:pt x="18509" y="2676"/>
                  <a:pt x="18504" y="2681"/>
                  <a:pt x="18497" y="2695"/>
                </a:cubicBezTo>
                <a:lnTo>
                  <a:pt x="17074" y="3239"/>
                </a:lnTo>
                <a:cubicBezTo>
                  <a:pt x="17033" y="2172"/>
                  <a:pt x="16865" y="1084"/>
                  <a:pt x="16635" y="37"/>
                </a:cubicBezTo>
                <a:cubicBezTo>
                  <a:pt x="16627" y="13"/>
                  <a:pt x="16606" y="1"/>
                  <a:pt x="16583"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5170" name="Shape 5170"/>
        <p:cNvGrpSpPr/>
        <p:nvPr/>
      </p:nvGrpSpPr>
      <p:grpSpPr>
        <a:xfrm>
          <a:off x="0" y="0"/>
          <a:ext cx="0" cy="0"/>
          <a:chOff x="0" y="0"/>
          <a:chExt cx="0" cy="0"/>
        </a:xfrm>
      </p:grpSpPr>
      <p:sp>
        <p:nvSpPr>
          <p:cNvPr id="5171" name="Google Shape;5171;p58"/>
          <p:cNvSpPr txBox="1"/>
          <p:nvPr>
            <p:ph type="title"/>
          </p:nvPr>
        </p:nvSpPr>
        <p:spPr>
          <a:xfrm>
            <a:off x="713225" y="445025"/>
            <a:ext cx="77175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You can use this graph</a:t>
            </a:r>
            <a:endParaRPr lang="en-GB"/>
          </a:p>
        </p:txBody>
      </p:sp>
      <p:sp>
        <p:nvSpPr>
          <p:cNvPr id="5172" name="Google Shape;5172;p58"/>
          <p:cNvSpPr txBox="1"/>
          <p:nvPr/>
        </p:nvSpPr>
        <p:spPr>
          <a:xfrm>
            <a:off x="981900" y="4270575"/>
            <a:ext cx="7180200" cy="3075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GB" sz="1100">
                <a:solidFill>
                  <a:schemeClr val="dk1"/>
                </a:solidFill>
                <a:latin typeface="Average Sans" panose="02000503040000020003"/>
                <a:ea typeface="Average Sans" panose="02000503040000020003"/>
                <a:cs typeface="Average Sans" panose="02000503040000020003"/>
                <a:sym typeface="Average Sans" panose="02000503040000020003"/>
              </a:rPr>
              <a:t>Follow the link in the graph to modify its data and then paste the new one here. </a:t>
            </a:r>
            <a:r>
              <a:rPr lang="en-GB" sz="1100" b="1">
                <a:solidFill>
                  <a:schemeClr val="dk1"/>
                </a:solidFill>
                <a:uFill>
                  <a:noFill/>
                </a:uFill>
                <a:latin typeface="Average Sans" panose="02000503040000020003"/>
                <a:ea typeface="Average Sans" panose="02000503040000020003"/>
                <a:cs typeface="Average Sans" panose="02000503040000020003"/>
                <a:sym typeface="Average Sans" panose="02000503040000020003"/>
                <a:hlinkClick r:id="rId1"/>
              </a:rPr>
              <a:t>For more info, click here</a:t>
            </a:r>
            <a:endParaRPr sz="1100" b="1">
              <a:solidFill>
                <a:schemeClr val="dk1"/>
              </a:solidFill>
              <a:latin typeface="Average Sans" panose="02000503040000020003"/>
              <a:ea typeface="Average Sans" panose="02000503040000020003"/>
              <a:cs typeface="Average Sans" panose="02000503040000020003"/>
              <a:sym typeface="Average Sans" panose="02000503040000020003"/>
            </a:endParaRPr>
          </a:p>
        </p:txBody>
      </p:sp>
      <p:sp>
        <p:nvSpPr>
          <p:cNvPr id="5173" name="Google Shape;5173;p58"/>
          <p:cNvSpPr txBox="1"/>
          <p:nvPr>
            <p:ph type="title" idx="4294967295"/>
          </p:nvPr>
        </p:nvSpPr>
        <p:spPr>
          <a:xfrm>
            <a:off x="4935050" y="1656375"/>
            <a:ext cx="1673100" cy="5277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GB" sz="2400">
                <a:solidFill>
                  <a:schemeClr val="dk1"/>
                </a:solidFill>
              </a:rPr>
              <a:t>Mercury</a:t>
            </a:r>
            <a:endParaRPr sz="2400">
              <a:solidFill>
                <a:schemeClr val="dk1"/>
              </a:solidFill>
            </a:endParaRPr>
          </a:p>
        </p:txBody>
      </p:sp>
      <p:sp>
        <p:nvSpPr>
          <p:cNvPr id="5174" name="Google Shape;5174;p58"/>
          <p:cNvSpPr txBox="1"/>
          <p:nvPr>
            <p:ph type="subTitle" idx="4294967295"/>
          </p:nvPr>
        </p:nvSpPr>
        <p:spPr>
          <a:xfrm>
            <a:off x="4935050" y="2184075"/>
            <a:ext cx="1673100" cy="572700"/>
          </a:xfrm>
          <a:prstGeom prst="rect">
            <a:avLst/>
          </a:prstGeom>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GB"/>
              <a:t>Mercury is the smallest planet</a:t>
            </a:r>
            <a:endParaRPr lang="en-GB"/>
          </a:p>
        </p:txBody>
      </p:sp>
      <p:sp>
        <p:nvSpPr>
          <p:cNvPr id="5175" name="Google Shape;5175;p58"/>
          <p:cNvSpPr txBox="1"/>
          <p:nvPr>
            <p:ph type="title" idx="4294967295"/>
          </p:nvPr>
        </p:nvSpPr>
        <p:spPr>
          <a:xfrm>
            <a:off x="4935050" y="2944224"/>
            <a:ext cx="1673100" cy="5277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GB" sz="2400">
                <a:solidFill>
                  <a:schemeClr val="dk1"/>
                </a:solidFill>
              </a:rPr>
              <a:t>Jupiter</a:t>
            </a:r>
            <a:endParaRPr sz="2400">
              <a:solidFill>
                <a:schemeClr val="dk1"/>
              </a:solidFill>
            </a:endParaRPr>
          </a:p>
        </p:txBody>
      </p:sp>
      <p:sp>
        <p:nvSpPr>
          <p:cNvPr id="5176" name="Google Shape;5176;p58"/>
          <p:cNvSpPr txBox="1"/>
          <p:nvPr>
            <p:ph type="subTitle" idx="4294967295"/>
          </p:nvPr>
        </p:nvSpPr>
        <p:spPr>
          <a:xfrm>
            <a:off x="4935050" y="3471913"/>
            <a:ext cx="1673100" cy="572700"/>
          </a:xfrm>
          <a:prstGeom prst="rect">
            <a:avLst/>
          </a:prstGeom>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GB"/>
              <a:t>Jupiter is the biggest planet</a:t>
            </a:r>
            <a:endParaRPr lang="en-GB"/>
          </a:p>
        </p:txBody>
      </p:sp>
      <p:sp>
        <p:nvSpPr>
          <p:cNvPr id="5177" name="Google Shape;5177;p58"/>
          <p:cNvSpPr txBox="1"/>
          <p:nvPr>
            <p:ph type="title" idx="4294967295"/>
          </p:nvPr>
        </p:nvSpPr>
        <p:spPr>
          <a:xfrm>
            <a:off x="6725000" y="1656375"/>
            <a:ext cx="1673100" cy="5277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GB" sz="2400">
                <a:solidFill>
                  <a:schemeClr val="dk1"/>
                </a:solidFill>
              </a:rPr>
              <a:t>Venus</a:t>
            </a:r>
            <a:endParaRPr sz="2400">
              <a:solidFill>
                <a:schemeClr val="dk1"/>
              </a:solidFill>
            </a:endParaRPr>
          </a:p>
        </p:txBody>
      </p:sp>
      <p:sp>
        <p:nvSpPr>
          <p:cNvPr id="5178" name="Google Shape;5178;p58"/>
          <p:cNvSpPr txBox="1"/>
          <p:nvPr>
            <p:ph type="subTitle" idx="4294967295"/>
          </p:nvPr>
        </p:nvSpPr>
        <p:spPr>
          <a:xfrm>
            <a:off x="6725000" y="2184075"/>
            <a:ext cx="1673100" cy="572700"/>
          </a:xfrm>
          <a:prstGeom prst="rect">
            <a:avLst/>
          </a:prstGeom>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GB"/>
              <a:t>Venus has a beautiful name</a:t>
            </a:r>
            <a:endParaRPr lang="en-GB"/>
          </a:p>
        </p:txBody>
      </p:sp>
      <p:sp>
        <p:nvSpPr>
          <p:cNvPr id="5179" name="Google Shape;5179;p58"/>
          <p:cNvSpPr txBox="1"/>
          <p:nvPr>
            <p:ph type="title" idx="4294967295"/>
          </p:nvPr>
        </p:nvSpPr>
        <p:spPr>
          <a:xfrm>
            <a:off x="6725000" y="2944224"/>
            <a:ext cx="1673100" cy="5277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GB" sz="2400">
                <a:solidFill>
                  <a:schemeClr val="dk1"/>
                </a:solidFill>
              </a:rPr>
              <a:t>Saturn</a:t>
            </a:r>
            <a:endParaRPr sz="2400">
              <a:solidFill>
                <a:schemeClr val="dk1"/>
              </a:solidFill>
            </a:endParaRPr>
          </a:p>
        </p:txBody>
      </p:sp>
      <p:sp>
        <p:nvSpPr>
          <p:cNvPr id="5180" name="Google Shape;5180;p58"/>
          <p:cNvSpPr txBox="1"/>
          <p:nvPr>
            <p:ph type="subTitle" idx="4294967295"/>
          </p:nvPr>
        </p:nvSpPr>
        <p:spPr>
          <a:xfrm>
            <a:off x="6725000" y="3471913"/>
            <a:ext cx="1673100" cy="572700"/>
          </a:xfrm>
          <a:prstGeom prst="rect">
            <a:avLst/>
          </a:prstGeom>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GB"/>
              <a:t>Saturn is a gas giant with rings</a:t>
            </a:r>
            <a:endParaRPr lang="en-GB"/>
          </a:p>
        </p:txBody>
      </p:sp>
      <p:sp>
        <p:nvSpPr>
          <p:cNvPr id="5181" name="Google Shape;5181;p58"/>
          <p:cNvSpPr/>
          <p:nvPr/>
        </p:nvSpPr>
        <p:spPr>
          <a:xfrm>
            <a:off x="5011250" y="1404075"/>
            <a:ext cx="252300" cy="252300"/>
          </a:xfrm>
          <a:prstGeom prst="ellipse">
            <a:avLst/>
          </a:prstGeom>
          <a:solidFill>
            <a:srgbClr val="20124D"/>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82" name="Google Shape;5182;p58"/>
          <p:cNvSpPr/>
          <p:nvPr/>
        </p:nvSpPr>
        <p:spPr>
          <a:xfrm>
            <a:off x="5011250" y="2701850"/>
            <a:ext cx="252300" cy="252300"/>
          </a:xfrm>
          <a:prstGeom prst="ellipse">
            <a:avLst/>
          </a:prstGeom>
          <a:solidFill>
            <a:srgbClr val="A61C00"/>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83" name="Google Shape;5183;p58"/>
          <p:cNvSpPr/>
          <p:nvPr/>
        </p:nvSpPr>
        <p:spPr>
          <a:xfrm>
            <a:off x="6801200" y="1404075"/>
            <a:ext cx="252300" cy="252300"/>
          </a:xfrm>
          <a:prstGeom prst="ellipse">
            <a:avLst/>
          </a:pr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84" name="Google Shape;5184;p58"/>
          <p:cNvSpPr/>
          <p:nvPr/>
        </p:nvSpPr>
        <p:spPr>
          <a:xfrm>
            <a:off x="6753975" y="2701850"/>
            <a:ext cx="252300" cy="252300"/>
          </a:xfrm>
          <a:prstGeom prst="ellipse">
            <a:avLst/>
          </a:prstGeom>
          <a:solidFill>
            <a:srgbClr val="CC4125"/>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85" name="Google Shape;5185;p58"/>
          <p:cNvSpPr/>
          <p:nvPr/>
        </p:nvSpPr>
        <p:spPr>
          <a:xfrm>
            <a:off x="828150" y="4214500"/>
            <a:ext cx="423200" cy="149100"/>
          </a:xfrm>
          <a:custGeom>
            <a:avLst/>
            <a:gdLst/>
            <a:ahLst/>
            <a:cxnLst/>
            <a:rect l="l" t="t" r="r" b="b"/>
            <a:pathLst>
              <a:path w="16928" h="5964" extrusionOk="0">
                <a:moveTo>
                  <a:pt x="10462" y="1653"/>
                </a:moveTo>
                <a:cubicBezTo>
                  <a:pt x="10566" y="1988"/>
                  <a:pt x="10441" y="2197"/>
                  <a:pt x="10169" y="2386"/>
                </a:cubicBezTo>
                <a:cubicBezTo>
                  <a:pt x="10064" y="2448"/>
                  <a:pt x="9960" y="2511"/>
                  <a:pt x="9897" y="2553"/>
                </a:cubicBezTo>
                <a:cubicBezTo>
                  <a:pt x="9834" y="2699"/>
                  <a:pt x="9897" y="2762"/>
                  <a:pt x="9939" y="2846"/>
                </a:cubicBezTo>
                <a:cubicBezTo>
                  <a:pt x="10002" y="2992"/>
                  <a:pt x="10002" y="3118"/>
                  <a:pt x="9897" y="3160"/>
                </a:cubicBezTo>
                <a:cubicBezTo>
                  <a:pt x="9625" y="3327"/>
                  <a:pt x="9541" y="3557"/>
                  <a:pt x="9604" y="3850"/>
                </a:cubicBezTo>
                <a:cubicBezTo>
                  <a:pt x="9625" y="3976"/>
                  <a:pt x="9604" y="4143"/>
                  <a:pt x="9625" y="4290"/>
                </a:cubicBezTo>
                <a:cubicBezTo>
                  <a:pt x="9646" y="4499"/>
                  <a:pt x="9688" y="4666"/>
                  <a:pt x="10002" y="4687"/>
                </a:cubicBezTo>
                <a:cubicBezTo>
                  <a:pt x="10253" y="4708"/>
                  <a:pt x="10462" y="4813"/>
                  <a:pt x="10692" y="4938"/>
                </a:cubicBezTo>
                <a:cubicBezTo>
                  <a:pt x="11110" y="5231"/>
                  <a:pt x="11592" y="5419"/>
                  <a:pt x="12115" y="5440"/>
                </a:cubicBezTo>
                <a:cubicBezTo>
                  <a:pt x="12157" y="5315"/>
                  <a:pt x="12031" y="5315"/>
                  <a:pt x="11989" y="5252"/>
                </a:cubicBezTo>
                <a:cubicBezTo>
                  <a:pt x="11926" y="5210"/>
                  <a:pt x="11843" y="5189"/>
                  <a:pt x="11801" y="5127"/>
                </a:cubicBezTo>
                <a:cubicBezTo>
                  <a:pt x="11780" y="5106"/>
                  <a:pt x="11738" y="5022"/>
                  <a:pt x="11780" y="5001"/>
                </a:cubicBezTo>
                <a:cubicBezTo>
                  <a:pt x="11780" y="4980"/>
                  <a:pt x="11843" y="4938"/>
                  <a:pt x="11906" y="4938"/>
                </a:cubicBezTo>
                <a:cubicBezTo>
                  <a:pt x="11947" y="4938"/>
                  <a:pt x="12010" y="4980"/>
                  <a:pt x="12052" y="4980"/>
                </a:cubicBezTo>
                <a:cubicBezTo>
                  <a:pt x="13245" y="5357"/>
                  <a:pt x="14500" y="5440"/>
                  <a:pt x="15714" y="5566"/>
                </a:cubicBezTo>
                <a:cubicBezTo>
                  <a:pt x="16069" y="5608"/>
                  <a:pt x="16425" y="5629"/>
                  <a:pt x="16927" y="5671"/>
                </a:cubicBezTo>
                <a:cubicBezTo>
                  <a:pt x="16174" y="5838"/>
                  <a:pt x="15567" y="5963"/>
                  <a:pt x="14919" y="5859"/>
                </a:cubicBezTo>
                <a:cubicBezTo>
                  <a:pt x="14458" y="5775"/>
                  <a:pt x="13998" y="5733"/>
                  <a:pt x="13559" y="5650"/>
                </a:cubicBezTo>
                <a:lnTo>
                  <a:pt x="13266" y="5650"/>
                </a:lnTo>
                <a:cubicBezTo>
                  <a:pt x="13307" y="5838"/>
                  <a:pt x="13307" y="5880"/>
                  <a:pt x="13203" y="5880"/>
                </a:cubicBezTo>
                <a:cubicBezTo>
                  <a:pt x="12198" y="5922"/>
                  <a:pt x="11257" y="5754"/>
                  <a:pt x="10378" y="5168"/>
                </a:cubicBezTo>
                <a:cubicBezTo>
                  <a:pt x="10336" y="5127"/>
                  <a:pt x="10253" y="5085"/>
                  <a:pt x="10169" y="5085"/>
                </a:cubicBezTo>
                <a:cubicBezTo>
                  <a:pt x="10064" y="5043"/>
                  <a:pt x="9960" y="5022"/>
                  <a:pt x="9897" y="5085"/>
                </a:cubicBezTo>
                <a:cubicBezTo>
                  <a:pt x="9625" y="5168"/>
                  <a:pt x="9374" y="5273"/>
                  <a:pt x="9123" y="5399"/>
                </a:cubicBezTo>
                <a:cubicBezTo>
                  <a:pt x="8872" y="5503"/>
                  <a:pt x="8641" y="5461"/>
                  <a:pt x="8390" y="5336"/>
                </a:cubicBezTo>
                <a:cubicBezTo>
                  <a:pt x="8181" y="5231"/>
                  <a:pt x="8014" y="5127"/>
                  <a:pt x="7805" y="5001"/>
                </a:cubicBezTo>
                <a:cubicBezTo>
                  <a:pt x="7700" y="5085"/>
                  <a:pt x="7637" y="5127"/>
                  <a:pt x="7533" y="5189"/>
                </a:cubicBezTo>
                <a:cubicBezTo>
                  <a:pt x="7407" y="5252"/>
                  <a:pt x="7281" y="5399"/>
                  <a:pt x="7135" y="5399"/>
                </a:cubicBezTo>
                <a:cubicBezTo>
                  <a:pt x="6717" y="5399"/>
                  <a:pt x="6382" y="5712"/>
                  <a:pt x="5984" y="5712"/>
                </a:cubicBezTo>
                <a:cubicBezTo>
                  <a:pt x="5817" y="5712"/>
                  <a:pt x="5628" y="5671"/>
                  <a:pt x="5461" y="5629"/>
                </a:cubicBezTo>
                <a:cubicBezTo>
                  <a:pt x="5189" y="5545"/>
                  <a:pt x="4917" y="5545"/>
                  <a:pt x="4624" y="5545"/>
                </a:cubicBezTo>
                <a:cubicBezTo>
                  <a:pt x="4499" y="5545"/>
                  <a:pt x="4394" y="5629"/>
                  <a:pt x="4248" y="5671"/>
                </a:cubicBezTo>
                <a:cubicBezTo>
                  <a:pt x="3934" y="5461"/>
                  <a:pt x="3557" y="5231"/>
                  <a:pt x="3243" y="5022"/>
                </a:cubicBezTo>
                <a:cubicBezTo>
                  <a:pt x="3055" y="4980"/>
                  <a:pt x="2929" y="5085"/>
                  <a:pt x="2804" y="5127"/>
                </a:cubicBezTo>
                <a:cubicBezTo>
                  <a:pt x="2281" y="5336"/>
                  <a:pt x="1737" y="5461"/>
                  <a:pt x="1214" y="5608"/>
                </a:cubicBezTo>
                <a:cubicBezTo>
                  <a:pt x="837" y="5712"/>
                  <a:pt x="439" y="5712"/>
                  <a:pt x="84" y="5608"/>
                </a:cubicBezTo>
                <a:cubicBezTo>
                  <a:pt x="63" y="5608"/>
                  <a:pt x="0" y="5524"/>
                  <a:pt x="0" y="5503"/>
                </a:cubicBezTo>
                <a:cubicBezTo>
                  <a:pt x="0" y="5461"/>
                  <a:pt x="21" y="5419"/>
                  <a:pt x="84" y="5399"/>
                </a:cubicBezTo>
                <a:cubicBezTo>
                  <a:pt x="126" y="5357"/>
                  <a:pt x="188" y="5357"/>
                  <a:pt x="230" y="5357"/>
                </a:cubicBezTo>
                <a:cubicBezTo>
                  <a:pt x="1109" y="5399"/>
                  <a:pt x="1883" y="5106"/>
                  <a:pt x="2678" y="4834"/>
                </a:cubicBezTo>
                <a:cubicBezTo>
                  <a:pt x="2720" y="4813"/>
                  <a:pt x="2783" y="4813"/>
                  <a:pt x="2804" y="4792"/>
                </a:cubicBezTo>
                <a:cubicBezTo>
                  <a:pt x="3097" y="4624"/>
                  <a:pt x="3369" y="4624"/>
                  <a:pt x="3641" y="4875"/>
                </a:cubicBezTo>
                <a:cubicBezTo>
                  <a:pt x="3662" y="4896"/>
                  <a:pt x="3724" y="4917"/>
                  <a:pt x="3766" y="4917"/>
                </a:cubicBezTo>
                <a:cubicBezTo>
                  <a:pt x="3850" y="4917"/>
                  <a:pt x="3934" y="4917"/>
                  <a:pt x="3976" y="4875"/>
                </a:cubicBezTo>
                <a:cubicBezTo>
                  <a:pt x="4164" y="4729"/>
                  <a:pt x="4289" y="4562"/>
                  <a:pt x="4373" y="4352"/>
                </a:cubicBezTo>
                <a:cubicBezTo>
                  <a:pt x="4582" y="3766"/>
                  <a:pt x="4938" y="3306"/>
                  <a:pt x="5398" y="2846"/>
                </a:cubicBezTo>
                <a:cubicBezTo>
                  <a:pt x="5754" y="2490"/>
                  <a:pt x="6089" y="2093"/>
                  <a:pt x="6486" y="1758"/>
                </a:cubicBezTo>
                <a:cubicBezTo>
                  <a:pt x="6863" y="1444"/>
                  <a:pt x="7281" y="1193"/>
                  <a:pt x="7721" y="1046"/>
                </a:cubicBezTo>
                <a:cubicBezTo>
                  <a:pt x="8349" y="816"/>
                  <a:pt x="8997" y="565"/>
                  <a:pt x="9625" y="335"/>
                </a:cubicBezTo>
                <a:cubicBezTo>
                  <a:pt x="10022" y="209"/>
                  <a:pt x="10378" y="105"/>
                  <a:pt x="10797" y="105"/>
                </a:cubicBezTo>
                <a:cubicBezTo>
                  <a:pt x="11069" y="105"/>
                  <a:pt x="11299" y="42"/>
                  <a:pt x="11571" y="21"/>
                </a:cubicBezTo>
                <a:cubicBezTo>
                  <a:pt x="11675" y="21"/>
                  <a:pt x="11780" y="0"/>
                  <a:pt x="11885" y="0"/>
                </a:cubicBezTo>
                <a:cubicBezTo>
                  <a:pt x="12094" y="0"/>
                  <a:pt x="12240" y="42"/>
                  <a:pt x="12240" y="189"/>
                </a:cubicBezTo>
                <a:cubicBezTo>
                  <a:pt x="12261" y="314"/>
                  <a:pt x="12157" y="398"/>
                  <a:pt x="12052" y="461"/>
                </a:cubicBezTo>
                <a:cubicBezTo>
                  <a:pt x="12031" y="502"/>
                  <a:pt x="11989" y="523"/>
                  <a:pt x="11926" y="544"/>
                </a:cubicBezTo>
                <a:cubicBezTo>
                  <a:pt x="11696" y="733"/>
                  <a:pt x="11487" y="942"/>
                  <a:pt x="11257" y="1130"/>
                </a:cubicBezTo>
                <a:cubicBezTo>
                  <a:pt x="11006" y="1360"/>
                  <a:pt x="10755" y="1465"/>
                  <a:pt x="10462" y="1653"/>
                </a:cubicBezTo>
                <a:close/>
                <a:moveTo>
                  <a:pt x="9018" y="3934"/>
                </a:moveTo>
                <a:cubicBezTo>
                  <a:pt x="9060" y="3641"/>
                  <a:pt x="9123" y="3369"/>
                  <a:pt x="9123" y="3118"/>
                </a:cubicBezTo>
                <a:cubicBezTo>
                  <a:pt x="9123" y="2720"/>
                  <a:pt x="9269" y="2406"/>
                  <a:pt x="9583" y="2134"/>
                </a:cubicBezTo>
                <a:cubicBezTo>
                  <a:pt x="9646" y="2093"/>
                  <a:pt x="9750" y="1988"/>
                  <a:pt x="9730" y="1904"/>
                </a:cubicBezTo>
                <a:cubicBezTo>
                  <a:pt x="9688" y="1444"/>
                  <a:pt x="10043" y="1277"/>
                  <a:pt x="10357" y="1088"/>
                </a:cubicBezTo>
                <a:cubicBezTo>
                  <a:pt x="10546" y="984"/>
                  <a:pt x="10755" y="900"/>
                  <a:pt x="10964" y="753"/>
                </a:cubicBezTo>
                <a:cubicBezTo>
                  <a:pt x="11048" y="712"/>
                  <a:pt x="11110" y="628"/>
                  <a:pt x="11173" y="565"/>
                </a:cubicBezTo>
                <a:cubicBezTo>
                  <a:pt x="11194" y="544"/>
                  <a:pt x="11173" y="502"/>
                  <a:pt x="11173" y="440"/>
                </a:cubicBezTo>
                <a:cubicBezTo>
                  <a:pt x="11173" y="419"/>
                  <a:pt x="11110" y="419"/>
                  <a:pt x="11110" y="419"/>
                </a:cubicBezTo>
                <a:cubicBezTo>
                  <a:pt x="11048" y="419"/>
                  <a:pt x="10964" y="398"/>
                  <a:pt x="10880" y="419"/>
                </a:cubicBezTo>
                <a:cubicBezTo>
                  <a:pt x="10211" y="649"/>
                  <a:pt x="9499" y="879"/>
                  <a:pt x="8809" y="1151"/>
                </a:cubicBezTo>
                <a:cubicBezTo>
                  <a:pt x="8788" y="1151"/>
                  <a:pt x="8788" y="1172"/>
                  <a:pt x="8767" y="1193"/>
                </a:cubicBezTo>
                <a:cubicBezTo>
                  <a:pt x="8746" y="1297"/>
                  <a:pt x="8704" y="1381"/>
                  <a:pt x="8683" y="1486"/>
                </a:cubicBezTo>
                <a:cubicBezTo>
                  <a:pt x="8453" y="1611"/>
                  <a:pt x="8202" y="1695"/>
                  <a:pt x="7972" y="1716"/>
                </a:cubicBezTo>
                <a:cubicBezTo>
                  <a:pt x="7302" y="1779"/>
                  <a:pt x="6779" y="2114"/>
                  <a:pt x="6277" y="2490"/>
                </a:cubicBezTo>
                <a:cubicBezTo>
                  <a:pt x="5838" y="2804"/>
                  <a:pt x="5461" y="3222"/>
                  <a:pt x="5147" y="3662"/>
                </a:cubicBezTo>
                <a:cubicBezTo>
                  <a:pt x="4959" y="3955"/>
                  <a:pt x="4792" y="4227"/>
                  <a:pt x="4729" y="4582"/>
                </a:cubicBezTo>
                <a:cubicBezTo>
                  <a:pt x="4729" y="4645"/>
                  <a:pt x="4687" y="4750"/>
                  <a:pt x="4812" y="4855"/>
                </a:cubicBezTo>
                <a:cubicBezTo>
                  <a:pt x="5210" y="4917"/>
                  <a:pt x="5670" y="4896"/>
                  <a:pt x="6110" y="4896"/>
                </a:cubicBezTo>
                <a:cubicBezTo>
                  <a:pt x="6277" y="4896"/>
                  <a:pt x="6445" y="4855"/>
                  <a:pt x="6570" y="4896"/>
                </a:cubicBezTo>
                <a:cubicBezTo>
                  <a:pt x="6758" y="4917"/>
                  <a:pt x="6905" y="4959"/>
                  <a:pt x="7072" y="5001"/>
                </a:cubicBezTo>
                <a:cubicBezTo>
                  <a:pt x="7135" y="4938"/>
                  <a:pt x="7198" y="4917"/>
                  <a:pt x="7281" y="4855"/>
                </a:cubicBezTo>
                <a:cubicBezTo>
                  <a:pt x="7553" y="4624"/>
                  <a:pt x="7867" y="4624"/>
                  <a:pt x="8181" y="4813"/>
                </a:cubicBezTo>
                <a:cubicBezTo>
                  <a:pt x="8286" y="4855"/>
                  <a:pt x="8390" y="4938"/>
                  <a:pt x="8495" y="5001"/>
                </a:cubicBezTo>
                <a:cubicBezTo>
                  <a:pt x="8558" y="5022"/>
                  <a:pt x="8662" y="5001"/>
                  <a:pt x="8704" y="4959"/>
                </a:cubicBezTo>
                <a:cubicBezTo>
                  <a:pt x="8893" y="4855"/>
                  <a:pt x="8913" y="4624"/>
                  <a:pt x="8767" y="4499"/>
                </a:cubicBezTo>
                <a:cubicBezTo>
                  <a:pt x="8495" y="4269"/>
                  <a:pt x="8537" y="4206"/>
                  <a:pt x="8809" y="4038"/>
                </a:cubicBezTo>
                <a:cubicBezTo>
                  <a:pt x="8893" y="4038"/>
                  <a:pt x="8913" y="3997"/>
                  <a:pt x="9018" y="3934"/>
                </a:cubicBezTo>
                <a:close/>
                <a:moveTo>
                  <a:pt x="6382" y="5168"/>
                </a:moveTo>
                <a:cubicBezTo>
                  <a:pt x="6005" y="5210"/>
                  <a:pt x="5796" y="5210"/>
                  <a:pt x="5628" y="5231"/>
                </a:cubicBezTo>
                <a:cubicBezTo>
                  <a:pt x="5817" y="5440"/>
                  <a:pt x="5817" y="5440"/>
                  <a:pt x="6382" y="5168"/>
                </a:cubicBezTo>
                <a:close/>
                <a:moveTo>
                  <a:pt x="5001" y="5168"/>
                </a:moveTo>
                <a:cubicBezTo>
                  <a:pt x="5001" y="5147"/>
                  <a:pt x="5022" y="5127"/>
                  <a:pt x="5001" y="5106"/>
                </a:cubicBezTo>
                <a:cubicBezTo>
                  <a:pt x="4917" y="5022"/>
                  <a:pt x="4750" y="5022"/>
                  <a:pt x="4666" y="5085"/>
                </a:cubicBezTo>
                <a:cubicBezTo>
                  <a:pt x="4624" y="5085"/>
                  <a:pt x="4624" y="5106"/>
                  <a:pt x="4624" y="5127"/>
                </a:cubicBezTo>
                <a:cubicBezTo>
                  <a:pt x="4624" y="5147"/>
                  <a:pt x="4666" y="5189"/>
                  <a:pt x="4666" y="5189"/>
                </a:cubicBezTo>
                <a:cubicBezTo>
                  <a:pt x="4792" y="5294"/>
                  <a:pt x="4896" y="5252"/>
                  <a:pt x="5001" y="516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5186" name="Google Shape;5186;p58"/>
          <p:cNvGrpSpPr/>
          <p:nvPr/>
        </p:nvGrpSpPr>
        <p:grpSpPr>
          <a:xfrm rot="-4084829">
            <a:off x="7687831" y="4029692"/>
            <a:ext cx="1295653" cy="914225"/>
            <a:chOff x="2320822" y="4053305"/>
            <a:chExt cx="1295666" cy="914234"/>
          </a:xfrm>
        </p:grpSpPr>
        <p:grpSp>
          <p:nvGrpSpPr>
            <p:cNvPr id="5187" name="Google Shape;5187;p58"/>
            <p:cNvGrpSpPr/>
            <p:nvPr/>
          </p:nvGrpSpPr>
          <p:grpSpPr>
            <a:xfrm rot="-3703538">
              <a:off x="2795037" y="3868208"/>
              <a:ext cx="347237" cy="1284428"/>
              <a:chOff x="-347221" y="897782"/>
              <a:chExt cx="347232" cy="1284413"/>
            </a:xfrm>
          </p:grpSpPr>
          <p:sp>
            <p:nvSpPr>
              <p:cNvPr id="5188" name="Google Shape;5188;p58"/>
              <p:cNvSpPr/>
              <p:nvPr/>
            </p:nvSpPr>
            <p:spPr>
              <a:xfrm flipH="1">
                <a:off x="-341206" y="897782"/>
                <a:ext cx="139799" cy="33840"/>
              </a:xfrm>
              <a:custGeom>
                <a:avLst/>
                <a:gdLst/>
                <a:ahLst/>
                <a:cxnLst/>
                <a:rect l="l" t="t" r="r" b="b"/>
                <a:pathLst>
                  <a:path w="6205" h="1502" extrusionOk="0">
                    <a:moveTo>
                      <a:pt x="4537" y="1"/>
                    </a:moveTo>
                    <a:cubicBezTo>
                      <a:pt x="4370" y="1"/>
                      <a:pt x="4203" y="68"/>
                      <a:pt x="4036" y="68"/>
                    </a:cubicBezTo>
                    <a:cubicBezTo>
                      <a:pt x="3703" y="101"/>
                      <a:pt x="3336" y="134"/>
                      <a:pt x="3036" y="201"/>
                    </a:cubicBezTo>
                    <a:cubicBezTo>
                      <a:pt x="2469" y="301"/>
                      <a:pt x="1701" y="535"/>
                      <a:pt x="1134" y="735"/>
                    </a:cubicBezTo>
                    <a:cubicBezTo>
                      <a:pt x="534" y="935"/>
                      <a:pt x="67" y="1102"/>
                      <a:pt x="67" y="1102"/>
                    </a:cubicBezTo>
                    <a:cubicBezTo>
                      <a:pt x="0" y="1135"/>
                      <a:pt x="67" y="1435"/>
                      <a:pt x="167" y="1502"/>
                    </a:cubicBezTo>
                    <a:cubicBezTo>
                      <a:pt x="167" y="1502"/>
                      <a:pt x="601" y="1435"/>
                      <a:pt x="1234" y="1302"/>
                    </a:cubicBezTo>
                    <a:cubicBezTo>
                      <a:pt x="1835" y="1202"/>
                      <a:pt x="2569" y="1068"/>
                      <a:pt x="3169" y="935"/>
                    </a:cubicBezTo>
                    <a:cubicBezTo>
                      <a:pt x="3436" y="902"/>
                      <a:pt x="3803" y="868"/>
                      <a:pt x="4136" y="768"/>
                    </a:cubicBezTo>
                    <a:lnTo>
                      <a:pt x="4637" y="635"/>
                    </a:lnTo>
                    <a:cubicBezTo>
                      <a:pt x="4804" y="635"/>
                      <a:pt x="4904" y="601"/>
                      <a:pt x="5070" y="601"/>
                    </a:cubicBezTo>
                    <a:cubicBezTo>
                      <a:pt x="5671" y="501"/>
                      <a:pt x="6138" y="435"/>
                      <a:pt x="6138" y="435"/>
                    </a:cubicBezTo>
                    <a:cubicBezTo>
                      <a:pt x="6171" y="435"/>
                      <a:pt x="6205" y="68"/>
                      <a:pt x="6138" y="68"/>
                    </a:cubicBezTo>
                    <a:cubicBezTo>
                      <a:pt x="6138" y="68"/>
                      <a:pt x="5671" y="1"/>
                      <a:pt x="50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89" name="Google Shape;5189;p58"/>
              <p:cNvSpPr/>
              <p:nvPr/>
            </p:nvSpPr>
            <p:spPr>
              <a:xfrm flipH="1">
                <a:off x="-160830" y="955662"/>
                <a:ext cx="42852" cy="52945"/>
              </a:xfrm>
              <a:custGeom>
                <a:avLst/>
                <a:gdLst/>
                <a:ahLst/>
                <a:cxnLst/>
                <a:rect l="l" t="t" r="r" b="b"/>
                <a:pathLst>
                  <a:path w="1902" h="2350" extrusionOk="0">
                    <a:moveTo>
                      <a:pt x="1702" y="0"/>
                    </a:moveTo>
                    <a:cubicBezTo>
                      <a:pt x="1702" y="0"/>
                      <a:pt x="1668" y="0"/>
                      <a:pt x="1568" y="34"/>
                    </a:cubicBezTo>
                    <a:cubicBezTo>
                      <a:pt x="1502" y="67"/>
                      <a:pt x="1368" y="134"/>
                      <a:pt x="1235" y="201"/>
                    </a:cubicBezTo>
                    <a:cubicBezTo>
                      <a:pt x="1001" y="334"/>
                      <a:pt x="701" y="567"/>
                      <a:pt x="501" y="834"/>
                    </a:cubicBezTo>
                    <a:cubicBezTo>
                      <a:pt x="267" y="1068"/>
                      <a:pt x="101" y="1468"/>
                      <a:pt x="67" y="1735"/>
                    </a:cubicBezTo>
                    <a:cubicBezTo>
                      <a:pt x="1" y="1902"/>
                      <a:pt x="1" y="2035"/>
                      <a:pt x="1" y="2135"/>
                    </a:cubicBezTo>
                    <a:lnTo>
                      <a:pt x="1" y="2302"/>
                    </a:lnTo>
                    <a:cubicBezTo>
                      <a:pt x="1" y="2326"/>
                      <a:pt x="134" y="2349"/>
                      <a:pt x="236" y="2349"/>
                    </a:cubicBezTo>
                    <a:cubicBezTo>
                      <a:pt x="278" y="2349"/>
                      <a:pt x="315" y="2345"/>
                      <a:pt x="334" y="2335"/>
                    </a:cubicBezTo>
                    <a:cubicBezTo>
                      <a:pt x="334" y="2335"/>
                      <a:pt x="367" y="2302"/>
                      <a:pt x="401" y="2202"/>
                    </a:cubicBezTo>
                    <a:cubicBezTo>
                      <a:pt x="434" y="2135"/>
                      <a:pt x="501" y="2035"/>
                      <a:pt x="568" y="1902"/>
                    </a:cubicBezTo>
                    <a:cubicBezTo>
                      <a:pt x="701" y="1668"/>
                      <a:pt x="868" y="1468"/>
                      <a:pt x="1035" y="1235"/>
                    </a:cubicBezTo>
                    <a:cubicBezTo>
                      <a:pt x="1201" y="1068"/>
                      <a:pt x="1368" y="834"/>
                      <a:pt x="1568" y="634"/>
                    </a:cubicBezTo>
                    <a:cubicBezTo>
                      <a:pt x="1668" y="534"/>
                      <a:pt x="1768" y="467"/>
                      <a:pt x="1835" y="367"/>
                    </a:cubicBezTo>
                    <a:lnTo>
                      <a:pt x="1902" y="301"/>
                    </a:lnTo>
                    <a:cubicBezTo>
                      <a:pt x="1902" y="301"/>
                      <a:pt x="1735" y="0"/>
                      <a:pt x="17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90" name="Google Shape;5190;p58"/>
              <p:cNvSpPr/>
              <p:nvPr/>
            </p:nvSpPr>
            <p:spPr>
              <a:xfrm flipH="1">
                <a:off x="-93849" y="1056844"/>
                <a:ext cx="32240" cy="71690"/>
              </a:xfrm>
              <a:custGeom>
                <a:avLst/>
                <a:gdLst/>
                <a:ahLst/>
                <a:cxnLst/>
                <a:rect l="l" t="t" r="r" b="b"/>
                <a:pathLst>
                  <a:path w="1431" h="3182" extrusionOk="0">
                    <a:moveTo>
                      <a:pt x="1135" y="1"/>
                    </a:moveTo>
                    <a:cubicBezTo>
                      <a:pt x="1121" y="1"/>
                      <a:pt x="1110" y="4"/>
                      <a:pt x="1102" y="13"/>
                    </a:cubicBezTo>
                    <a:cubicBezTo>
                      <a:pt x="1102" y="13"/>
                      <a:pt x="935" y="179"/>
                      <a:pt x="735" y="446"/>
                    </a:cubicBezTo>
                    <a:cubicBezTo>
                      <a:pt x="601" y="580"/>
                      <a:pt x="534" y="746"/>
                      <a:pt x="434" y="913"/>
                    </a:cubicBezTo>
                    <a:cubicBezTo>
                      <a:pt x="368" y="1080"/>
                      <a:pt x="268" y="1247"/>
                      <a:pt x="234" y="1414"/>
                    </a:cubicBezTo>
                    <a:cubicBezTo>
                      <a:pt x="67" y="2047"/>
                      <a:pt x="1" y="3048"/>
                      <a:pt x="1" y="3048"/>
                    </a:cubicBezTo>
                    <a:cubicBezTo>
                      <a:pt x="1" y="3081"/>
                      <a:pt x="268" y="3182"/>
                      <a:pt x="368" y="3182"/>
                    </a:cubicBezTo>
                    <a:cubicBezTo>
                      <a:pt x="368" y="3182"/>
                      <a:pt x="735" y="2248"/>
                      <a:pt x="935" y="1680"/>
                    </a:cubicBezTo>
                    <a:cubicBezTo>
                      <a:pt x="1035" y="1547"/>
                      <a:pt x="1068" y="1380"/>
                      <a:pt x="1102" y="1213"/>
                    </a:cubicBezTo>
                    <a:cubicBezTo>
                      <a:pt x="1168" y="1047"/>
                      <a:pt x="1202" y="847"/>
                      <a:pt x="1235" y="713"/>
                    </a:cubicBezTo>
                    <a:lnTo>
                      <a:pt x="1402" y="213"/>
                    </a:lnTo>
                    <a:cubicBezTo>
                      <a:pt x="1431" y="184"/>
                      <a:pt x="1230" y="1"/>
                      <a:pt x="1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91" name="Google Shape;5191;p58"/>
              <p:cNvSpPr/>
              <p:nvPr/>
            </p:nvSpPr>
            <p:spPr>
              <a:xfrm flipH="1">
                <a:off x="-66903" y="1203920"/>
                <a:ext cx="36859" cy="132792"/>
              </a:xfrm>
              <a:custGeom>
                <a:avLst/>
                <a:gdLst/>
                <a:ahLst/>
                <a:cxnLst/>
                <a:rect l="l" t="t" r="r" b="b"/>
                <a:pathLst>
                  <a:path w="1636" h="5894" extrusionOk="0">
                    <a:moveTo>
                      <a:pt x="1104" y="1"/>
                    </a:moveTo>
                    <a:cubicBezTo>
                      <a:pt x="998" y="1"/>
                      <a:pt x="801" y="71"/>
                      <a:pt x="801" y="123"/>
                    </a:cubicBezTo>
                    <a:cubicBezTo>
                      <a:pt x="801" y="123"/>
                      <a:pt x="801" y="223"/>
                      <a:pt x="835" y="390"/>
                    </a:cubicBezTo>
                    <a:cubicBezTo>
                      <a:pt x="868" y="556"/>
                      <a:pt x="935" y="823"/>
                      <a:pt x="935" y="1123"/>
                    </a:cubicBezTo>
                    <a:cubicBezTo>
                      <a:pt x="968" y="1690"/>
                      <a:pt x="901" y="2391"/>
                      <a:pt x="835" y="2958"/>
                    </a:cubicBezTo>
                    <a:cubicBezTo>
                      <a:pt x="768" y="3492"/>
                      <a:pt x="635" y="4192"/>
                      <a:pt x="434" y="4726"/>
                    </a:cubicBezTo>
                    <a:cubicBezTo>
                      <a:pt x="334" y="5026"/>
                      <a:pt x="234" y="5226"/>
                      <a:pt x="134" y="5393"/>
                    </a:cubicBezTo>
                    <a:lnTo>
                      <a:pt x="1" y="5660"/>
                    </a:lnTo>
                    <a:cubicBezTo>
                      <a:pt x="1" y="5693"/>
                      <a:pt x="268" y="5860"/>
                      <a:pt x="334" y="5893"/>
                    </a:cubicBezTo>
                    <a:cubicBezTo>
                      <a:pt x="334" y="5893"/>
                      <a:pt x="368" y="5827"/>
                      <a:pt x="501" y="5660"/>
                    </a:cubicBezTo>
                    <a:cubicBezTo>
                      <a:pt x="635" y="5493"/>
                      <a:pt x="801" y="5293"/>
                      <a:pt x="935" y="4993"/>
                    </a:cubicBezTo>
                    <a:cubicBezTo>
                      <a:pt x="1202" y="4459"/>
                      <a:pt x="1468" y="3692"/>
                      <a:pt x="1535" y="3058"/>
                    </a:cubicBezTo>
                    <a:cubicBezTo>
                      <a:pt x="1635" y="2491"/>
                      <a:pt x="1635" y="1690"/>
                      <a:pt x="1468" y="1057"/>
                    </a:cubicBezTo>
                    <a:cubicBezTo>
                      <a:pt x="1435" y="790"/>
                      <a:pt x="1302" y="490"/>
                      <a:pt x="1268" y="323"/>
                    </a:cubicBezTo>
                    <a:cubicBezTo>
                      <a:pt x="1235" y="156"/>
                      <a:pt x="1168" y="23"/>
                      <a:pt x="1168" y="23"/>
                    </a:cubicBezTo>
                    <a:cubicBezTo>
                      <a:pt x="1161" y="7"/>
                      <a:pt x="1137" y="1"/>
                      <a:pt x="11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92" name="Google Shape;5192;p58"/>
              <p:cNvSpPr/>
              <p:nvPr/>
            </p:nvSpPr>
            <p:spPr>
              <a:xfrm flipH="1">
                <a:off x="-68390" y="1633432"/>
                <a:ext cx="68401" cy="73786"/>
              </a:xfrm>
              <a:custGeom>
                <a:avLst/>
                <a:gdLst/>
                <a:ahLst/>
                <a:cxnLst/>
                <a:rect l="l" t="t" r="r" b="b"/>
                <a:pathLst>
                  <a:path w="3036" h="3275" extrusionOk="0">
                    <a:moveTo>
                      <a:pt x="323" y="0"/>
                    </a:moveTo>
                    <a:cubicBezTo>
                      <a:pt x="265" y="0"/>
                      <a:pt x="0" y="109"/>
                      <a:pt x="0" y="139"/>
                    </a:cubicBezTo>
                    <a:cubicBezTo>
                      <a:pt x="0" y="139"/>
                      <a:pt x="0" y="239"/>
                      <a:pt x="67" y="339"/>
                    </a:cubicBezTo>
                    <a:cubicBezTo>
                      <a:pt x="101" y="473"/>
                      <a:pt x="134" y="639"/>
                      <a:pt x="234" y="840"/>
                    </a:cubicBezTo>
                    <a:cubicBezTo>
                      <a:pt x="334" y="1273"/>
                      <a:pt x="634" y="1774"/>
                      <a:pt x="934" y="2107"/>
                    </a:cubicBezTo>
                    <a:cubicBezTo>
                      <a:pt x="1235" y="2441"/>
                      <a:pt x="1668" y="2808"/>
                      <a:pt x="2102" y="2974"/>
                    </a:cubicBezTo>
                    <a:cubicBezTo>
                      <a:pt x="2269" y="3108"/>
                      <a:pt x="2469" y="3141"/>
                      <a:pt x="2602" y="3175"/>
                    </a:cubicBezTo>
                    <a:cubicBezTo>
                      <a:pt x="2736" y="3241"/>
                      <a:pt x="2802" y="3275"/>
                      <a:pt x="2802" y="3275"/>
                    </a:cubicBezTo>
                    <a:cubicBezTo>
                      <a:pt x="2836" y="3275"/>
                      <a:pt x="2969" y="2974"/>
                      <a:pt x="3036" y="2908"/>
                    </a:cubicBezTo>
                    <a:cubicBezTo>
                      <a:pt x="3036" y="2908"/>
                      <a:pt x="3003" y="2841"/>
                      <a:pt x="2903" y="2774"/>
                    </a:cubicBezTo>
                    <a:cubicBezTo>
                      <a:pt x="2769" y="2674"/>
                      <a:pt x="2636" y="2607"/>
                      <a:pt x="2469" y="2474"/>
                    </a:cubicBezTo>
                    <a:cubicBezTo>
                      <a:pt x="2135" y="2274"/>
                      <a:pt x="1802" y="1907"/>
                      <a:pt x="1568" y="1607"/>
                    </a:cubicBezTo>
                    <a:cubicBezTo>
                      <a:pt x="1301" y="1307"/>
                      <a:pt x="968" y="940"/>
                      <a:pt x="768" y="606"/>
                    </a:cubicBezTo>
                    <a:cubicBezTo>
                      <a:pt x="634" y="439"/>
                      <a:pt x="568" y="306"/>
                      <a:pt x="467" y="172"/>
                    </a:cubicBezTo>
                    <a:cubicBezTo>
                      <a:pt x="401" y="106"/>
                      <a:pt x="334" y="6"/>
                      <a:pt x="334" y="6"/>
                    </a:cubicBezTo>
                    <a:cubicBezTo>
                      <a:pt x="334" y="2"/>
                      <a:pt x="330" y="0"/>
                      <a:pt x="3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93" name="Google Shape;5193;p58"/>
              <p:cNvSpPr/>
              <p:nvPr/>
            </p:nvSpPr>
            <p:spPr>
              <a:xfrm flipH="1">
                <a:off x="-178877" y="1723732"/>
                <a:ext cx="77436" cy="27825"/>
              </a:xfrm>
              <a:custGeom>
                <a:avLst/>
                <a:gdLst/>
                <a:ahLst/>
                <a:cxnLst/>
                <a:rect l="l" t="t" r="r" b="b"/>
                <a:pathLst>
                  <a:path w="3437" h="1235" extrusionOk="0">
                    <a:moveTo>
                      <a:pt x="134" y="0"/>
                    </a:moveTo>
                    <a:cubicBezTo>
                      <a:pt x="101" y="0"/>
                      <a:pt x="1" y="401"/>
                      <a:pt x="67" y="401"/>
                    </a:cubicBezTo>
                    <a:cubicBezTo>
                      <a:pt x="67" y="401"/>
                      <a:pt x="1001" y="801"/>
                      <a:pt x="1635" y="968"/>
                    </a:cubicBezTo>
                    <a:cubicBezTo>
                      <a:pt x="2269" y="1135"/>
                      <a:pt x="3303" y="1235"/>
                      <a:pt x="3303" y="1235"/>
                    </a:cubicBezTo>
                    <a:cubicBezTo>
                      <a:pt x="3336" y="1235"/>
                      <a:pt x="3436" y="934"/>
                      <a:pt x="3403" y="834"/>
                    </a:cubicBezTo>
                    <a:cubicBezTo>
                      <a:pt x="3403" y="834"/>
                      <a:pt x="2436" y="434"/>
                      <a:pt x="1802" y="267"/>
                    </a:cubicBezTo>
                    <a:cubicBezTo>
                      <a:pt x="1168" y="101"/>
                      <a:pt x="134" y="0"/>
                      <a:pt x="1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94" name="Google Shape;5194;p58"/>
              <p:cNvSpPr/>
              <p:nvPr/>
            </p:nvSpPr>
            <p:spPr>
              <a:xfrm flipH="1">
                <a:off x="-332937" y="1755297"/>
                <a:ext cx="92463" cy="75273"/>
              </a:xfrm>
              <a:custGeom>
                <a:avLst/>
                <a:gdLst/>
                <a:ahLst/>
                <a:cxnLst/>
                <a:rect l="l" t="t" r="r" b="b"/>
                <a:pathLst>
                  <a:path w="4104" h="3341" extrusionOk="0">
                    <a:moveTo>
                      <a:pt x="134" y="0"/>
                    </a:moveTo>
                    <a:cubicBezTo>
                      <a:pt x="34" y="0"/>
                      <a:pt x="1" y="367"/>
                      <a:pt x="34" y="367"/>
                    </a:cubicBezTo>
                    <a:lnTo>
                      <a:pt x="301" y="434"/>
                    </a:lnTo>
                    <a:cubicBezTo>
                      <a:pt x="434" y="534"/>
                      <a:pt x="635" y="568"/>
                      <a:pt x="835" y="701"/>
                    </a:cubicBezTo>
                    <a:cubicBezTo>
                      <a:pt x="1302" y="901"/>
                      <a:pt x="1769" y="1235"/>
                      <a:pt x="2136" y="1535"/>
                    </a:cubicBezTo>
                    <a:cubicBezTo>
                      <a:pt x="2469" y="1802"/>
                      <a:pt x="2936" y="2235"/>
                      <a:pt x="3236" y="2602"/>
                    </a:cubicBezTo>
                    <a:cubicBezTo>
                      <a:pt x="3403" y="2836"/>
                      <a:pt x="3503" y="3003"/>
                      <a:pt x="3603" y="3103"/>
                    </a:cubicBezTo>
                    <a:cubicBezTo>
                      <a:pt x="3670" y="3236"/>
                      <a:pt x="3737" y="3336"/>
                      <a:pt x="3737" y="3336"/>
                    </a:cubicBezTo>
                    <a:cubicBezTo>
                      <a:pt x="3740" y="3339"/>
                      <a:pt x="3744" y="3341"/>
                      <a:pt x="3750" y="3341"/>
                    </a:cubicBezTo>
                    <a:cubicBezTo>
                      <a:pt x="3810" y="3341"/>
                      <a:pt x="4012" y="3194"/>
                      <a:pt x="4104" y="3103"/>
                    </a:cubicBezTo>
                    <a:lnTo>
                      <a:pt x="3970" y="2869"/>
                    </a:lnTo>
                    <a:cubicBezTo>
                      <a:pt x="3904" y="2736"/>
                      <a:pt x="3803" y="2502"/>
                      <a:pt x="3670" y="2269"/>
                    </a:cubicBezTo>
                    <a:cubicBezTo>
                      <a:pt x="3437" y="1802"/>
                      <a:pt x="3003" y="1268"/>
                      <a:pt x="2603" y="934"/>
                    </a:cubicBezTo>
                    <a:cubicBezTo>
                      <a:pt x="2169" y="601"/>
                      <a:pt x="1602" y="267"/>
                      <a:pt x="1068" y="134"/>
                    </a:cubicBezTo>
                    <a:cubicBezTo>
                      <a:pt x="801" y="67"/>
                      <a:pt x="534" y="34"/>
                      <a:pt x="401" y="34"/>
                    </a:cubicBezTo>
                    <a:cubicBezTo>
                      <a:pt x="201" y="0"/>
                      <a:pt x="134" y="0"/>
                      <a:pt x="1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95" name="Google Shape;5195;p58"/>
              <p:cNvSpPr/>
              <p:nvPr/>
            </p:nvSpPr>
            <p:spPr>
              <a:xfrm flipH="1">
                <a:off x="-347221" y="1871980"/>
                <a:ext cx="22575" cy="57361"/>
              </a:xfrm>
              <a:custGeom>
                <a:avLst/>
                <a:gdLst/>
                <a:ahLst/>
                <a:cxnLst/>
                <a:rect l="l" t="t" r="r" b="b"/>
                <a:pathLst>
                  <a:path w="1002" h="2546" extrusionOk="0">
                    <a:moveTo>
                      <a:pt x="718" y="0"/>
                    </a:moveTo>
                    <a:cubicBezTo>
                      <a:pt x="626" y="0"/>
                      <a:pt x="534" y="8"/>
                      <a:pt x="534" y="25"/>
                    </a:cubicBezTo>
                    <a:cubicBezTo>
                      <a:pt x="534" y="25"/>
                      <a:pt x="434" y="192"/>
                      <a:pt x="401" y="425"/>
                    </a:cubicBezTo>
                    <a:cubicBezTo>
                      <a:pt x="368" y="692"/>
                      <a:pt x="234" y="993"/>
                      <a:pt x="201" y="1193"/>
                    </a:cubicBezTo>
                    <a:cubicBezTo>
                      <a:pt x="67" y="1626"/>
                      <a:pt x="1" y="2427"/>
                      <a:pt x="1" y="2427"/>
                    </a:cubicBezTo>
                    <a:cubicBezTo>
                      <a:pt x="1" y="2454"/>
                      <a:pt x="174" y="2545"/>
                      <a:pt x="276" y="2545"/>
                    </a:cubicBezTo>
                    <a:cubicBezTo>
                      <a:pt x="301" y="2545"/>
                      <a:pt x="321" y="2540"/>
                      <a:pt x="334" y="2527"/>
                    </a:cubicBezTo>
                    <a:cubicBezTo>
                      <a:pt x="334" y="2527"/>
                      <a:pt x="735" y="1860"/>
                      <a:pt x="868" y="1359"/>
                    </a:cubicBezTo>
                    <a:cubicBezTo>
                      <a:pt x="935" y="1093"/>
                      <a:pt x="1001" y="759"/>
                      <a:pt x="935" y="492"/>
                    </a:cubicBezTo>
                    <a:cubicBezTo>
                      <a:pt x="935" y="225"/>
                      <a:pt x="901" y="25"/>
                      <a:pt x="901" y="25"/>
                    </a:cubicBezTo>
                    <a:cubicBezTo>
                      <a:pt x="901" y="8"/>
                      <a:pt x="810"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96" name="Google Shape;5196;p58"/>
              <p:cNvSpPr/>
              <p:nvPr/>
            </p:nvSpPr>
            <p:spPr>
              <a:xfrm flipH="1">
                <a:off x="-304324" y="1960387"/>
                <a:ext cx="37535" cy="78066"/>
              </a:xfrm>
              <a:custGeom>
                <a:avLst/>
                <a:gdLst/>
                <a:ahLst/>
                <a:cxnLst/>
                <a:rect l="l" t="t" r="r" b="b"/>
                <a:pathLst>
                  <a:path w="1666" h="3465" extrusionOk="0">
                    <a:moveTo>
                      <a:pt x="1410" y="1"/>
                    </a:moveTo>
                    <a:cubicBezTo>
                      <a:pt x="1407" y="1"/>
                      <a:pt x="1403" y="2"/>
                      <a:pt x="1401" y="4"/>
                    </a:cubicBezTo>
                    <a:cubicBezTo>
                      <a:pt x="1401" y="4"/>
                      <a:pt x="1301" y="71"/>
                      <a:pt x="1234" y="137"/>
                    </a:cubicBezTo>
                    <a:cubicBezTo>
                      <a:pt x="1134" y="237"/>
                      <a:pt x="1001" y="304"/>
                      <a:pt x="901" y="471"/>
                    </a:cubicBezTo>
                    <a:cubicBezTo>
                      <a:pt x="601" y="771"/>
                      <a:pt x="334" y="1238"/>
                      <a:pt x="234" y="1572"/>
                    </a:cubicBezTo>
                    <a:cubicBezTo>
                      <a:pt x="100" y="1905"/>
                      <a:pt x="0" y="2406"/>
                      <a:pt x="0" y="2773"/>
                    </a:cubicBezTo>
                    <a:cubicBezTo>
                      <a:pt x="0" y="2939"/>
                      <a:pt x="67" y="3106"/>
                      <a:pt x="67" y="3240"/>
                    </a:cubicBezTo>
                    <a:lnTo>
                      <a:pt x="67" y="3440"/>
                    </a:lnTo>
                    <a:cubicBezTo>
                      <a:pt x="67" y="3456"/>
                      <a:pt x="150" y="3465"/>
                      <a:pt x="242" y="3465"/>
                    </a:cubicBezTo>
                    <a:cubicBezTo>
                      <a:pt x="334" y="3465"/>
                      <a:pt x="434" y="3456"/>
                      <a:pt x="467" y="3440"/>
                    </a:cubicBezTo>
                    <a:cubicBezTo>
                      <a:pt x="467" y="3440"/>
                      <a:pt x="467" y="3406"/>
                      <a:pt x="501" y="3273"/>
                    </a:cubicBezTo>
                    <a:cubicBezTo>
                      <a:pt x="501" y="3173"/>
                      <a:pt x="567" y="3006"/>
                      <a:pt x="601" y="2839"/>
                    </a:cubicBezTo>
                    <a:cubicBezTo>
                      <a:pt x="667" y="2506"/>
                      <a:pt x="834" y="2105"/>
                      <a:pt x="934" y="1805"/>
                    </a:cubicBezTo>
                    <a:cubicBezTo>
                      <a:pt x="1068" y="1505"/>
                      <a:pt x="1168" y="1105"/>
                      <a:pt x="1335" y="805"/>
                    </a:cubicBezTo>
                    <a:cubicBezTo>
                      <a:pt x="1435" y="638"/>
                      <a:pt x="1501" y="504"/>
                      <a:pt x="1568" y="438"/>
                    </a:cubicBezTo>
                    <a:cubicBezTo>
                      <a:pt x="1601" y="304"/>
                      <a:pt x="1635" y="271"/>
                      <a:pt x="1635" y="271"/>
                    </a:cubicBezTo>
                    <a:cubicBezTo>
                      <a:pt x="1666" y="209"/>
                      <a:pt x="1464" y="1"/>
                      <a:pt x="14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97" name="Google Shape;5197;p58"/>
              <p:cNvSpPr/>
              <p:nvPr/>
            </p:nvSpPr>
            <p:spPr>
              <a:xfrm flipH="1">
                <a:off x="-285602" y="2105368"/>
                <a:ext cx="35350" cy="76827"/>
              </a:xfrm>
              <a:custGeom>
                <a:avLst/>
                <a:gdLst/>
                <a:ahLst/>
                <a:cxnLst/>
                <a:rect l="l" t="t" r="r" b="b"/>
                <a:pathLst>
                  <a:path w="1569" h="3410" extrusionOk="0">
                    <a:moveTo>
                      <a:pt x="384" y="0"/>
                    </a:moveTo>
                    <a:cubicBezTo>
                      <a:pt x="374" y="0"/>
                      <a:pt x="367" y="2"/>
                      <a:pt x="367" y="7"/>
                    </a:cubicBezTo>
                    <a:cubicBezTo>
                      <a:pt x="367" y="7"/>
                      <a:pt x="334" y="40"/>
                      <a:pt x="301" y="174"/>
                    </a:cubicBezTo>
                    <a:cubicBezTo>
                      <a:pt x="234" y="274"/>
                      <a:pt x="167" y="407"/>
                      <a:pt x="134" y="641"/>
                    </a:cubicBezTo>
                    <a:cubicBezTo>
                      <a:pt x="0" y="1008"/>
                      <a:pt x="34" y="1508"/>
                      <a:pt x="134" y="1875"/>
                    </a:cubicBezTo>
                    <a:cubicBezTo>
                      <a:pt x="234" y="2208"/>
                      <a:pt x="501" y="2675"/>
                      <a:pt x="734" y="2942"/>
                    </a:cubicBezTo>
                    <a:lnTo>
                      <a:pt x="1068" y="3309"/>
                    </a:lnTo>
                    <a:lnTo>
                      <a:pt x="1201" y="3409"/>
                    </a:lnTo>
                    <a:cubicBezTo>
                      <a:pt x="1235" y="3409"/>
                      <a:pt x="1501" y="3209"/>
                      <a:pt x="1568" y="3209"/>
                    </a:cubicBezTo>
                    <a:lnTo>
                      <a:pt x="1501" y="3042"/>
                    </a:lnTo>
                    <a:cubicBezTo>
                      <a:pt x="1435" y="2976"/>
                      <a:pt x="1368" y="2842"/>
                      <a:pt x="1268" y="2675"/>
                    </a:cubicBezTo>
                    <a:cubicBezTo>
                      <a:pt x="1101" y="2375"/>
                      <a:pt x="1001" y="2008"/>
                      <a:pt x="901" y="1708"/>
                    </a:cubicBezTo>
                    <a:cubicBezTo>
                      <a:pt x="834" y="1408"/>
                      <a:pt x="734" y="1041"/>
                      <a:pt x="734" y="707"/>
                    </a:cubicBezTo>
                    <a:cubicBezTo>
                      <a:pt x="701" y="541"/>
                      <a:pt x="734" y="407"/>
                      <a:pt x="734" y="307"/>
                    </a:cubicBezTo>
                    <a:lnTo>
                      <a:pt x="734" y="140"/>
                    </a:lnTo>
                    <a:cubicBezTo>
                      <a:pt x="705" y="83"/>
                      <a:pt x="453" y="0"/>
                      <a:pt x="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5198" name="Google Shape;5198;p58"/>
            <p:cNvSpPr/>
            <p:nvPr/>
          </p:nvSpPr>
          <p:spPr>
            <a:xfrm rot="2508735">
              <a:off x="2840863" y="4181335"/>
              <a:ext cx="255590" cy="255590"/>
            </a:xfrm>
            <a:prstGeom prst="mathPlus">
              <a:avLst>
                <a:gd name="adj1" fmla="val 18896"/>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199" name="Google Shape;5199;p58"/>
          <p:cNvGrpSpPr/>
          <p:nvPr/>
        </p:nvGrpSpPr>
        <p:grpSpPr>
          <a:xfrm>
            <a:off x="8250037" y="4578077"/>
            <a:ext cx="686413" cy="448944"/>
            <a:chOff x="2878050" y="4066850"/>
            <a:chExt cx="773075" cy="505625"/>
          </a:xfrm>
        </p:grpSpPr>
        <p:sp>
          <p:nvSpPr>
            <p:cNvPr id="5200" name="Google Shape;5200;p58"/>
            <p:cNvSpPr/>
            <p:nvPr/>
          </p:nvSpPr>
          <p:spPr>
            <a:xfrm>
              <a:off x="2973950" y="4152375"/>
              <a:ext cx="586300" cy="361025"/>
            </a:xfrm>
            <a:custGeom>
              <a:avLst/>
              <a:gdLst/>
              <a:ahLst/>
              <a:cxnLst/>
              <a:rect l="l" t="t" r="r" b="b"/>
              <a:pathLst>
                <a:path w="23452" h="14441" extrusionOk="0">
                  <a:moveTo>
                    <a:pt x="7068" y="0"/>
                  </a:moveTo>
                  <a:cubicBezTo>
                    <a:pt x="6719" y="0"/>
                    <a:pt x="6339" y="70"/>
                    <a:pt x="6005" y="209"/>
                  </a:cubicBezTo>
                  <a:cubicBezTo>
                    <a:pt x="5572" y="376"/>
                    <a:pt x="5238" y="643"/>
                    <a:pt x="4938" y="876"/>
                  </a:cubicBezTo>
                  <a:cubicBezTo>
                    <a:pt x="4337" y="1376"/>
                    <a:pt x="3870" y="1910"/>
                    <a:pt x="3403" y="2511"/>
                  </a:cubicBezTo>
                  <a:cubicBezTo>
                    <a:pt x="2536" y="3645"/>
                    <a:pt x="1869" y="4812"/>
                    <a:pt x="1335" y="5880"/>
                  </a:cubicBezTo>
                  <a:cubicBezTo>
                    <a:pt x="768" y="6980"/>
                    <a:pt x="401" y="8014"/>
                    <a:pt x="201" y="8882"/>
                  </a:cubicBezTo>
                  <a:cubicBezTo>
                    <a:pt x="34" y="9749"/>
                    <a:pt x="1" y="10550"/>
                    <a:pt x="335" y="11083"/>
                  </a:cubicBezTo>
                  <a:cubicBezTo>
                    <a:pt x="368" y="11250"/>
                    <a:pt x="501" y="11350"/>
                    <a:pt x="568" y="11417"/>
                  </a:cubicBezTo>
                  <a:cubicBezTo>
                    <a:pt x="668" y="11517"/>
                    <a:pt x="735" y="11550"/>
                    <a:pt x="835" y="11584"/>
                  </a:cubicBezTo>
                  <a:cubicBezTo>
                    <a:pt x="935" y="11684"/>
                    <a:pt x="1035" y="11684"/>
                    <a:pt x="1035" y="11684"/>
                  </a:cubicBezTo>
                  <a:cubicBezTo>
                    <a:pt x="1106" y="11712"/>
                    <a:pt x="1170" y="11722"/>
                    <a:pt x="1226" y="11722"/>
                  </a:cubicBezTo>
                  <a:cubicBezTo>
                    <a:pt x="1303" y="11722"/>
                    <a:pt x="1363" y="11703"/>
                    <a:pt x="1402" y="11684"/>
                  </a:cubicBezTo>
                  <a:cubicBezTo>
                    <a:pt x="1502" y="11650"/>
                    <a:pt x="1535" y="11550"/>
                    <a:pt x="1535" y="11517"/>
                  </a:cubicBezTo>
                  <a:cubicBezTo>
                    <a:pt x="1569" y="11384"/>
                    <a:pt x="1402" y="11317"/>
                    <a:pt x="1202" y="11217"/>
                  </a:cubicBezTo>
                  <a:cubicBezTo>
                    <a:pt x="1235" y="11217"/>
                    <a:pt x="935" y="11217"/>
                    <a:pt x="768" y="10883"/>
                  </a:cubicBezTo>
                  <a:cubicBezTo>
                    <a:pt x="568" y="10550"/>
                    <a:pt x="568" y="9882"/>
                    <a:pt x="768" y="9049"/>
                  </a:cubicBezTo>
                  <a:cubicBezTo>
                    <a:pt x="1235" y="7414"/>
                    <a:pt x="2336" y="5179"/>
                    <a:pt x="4037" y="3011"/>
                  </a:cubicBezTo>
                  <a:cubicBezTo>
                    <a:pt x="4504" y="2477"/>
                    <a:pt x="4938" y="1977"/>
                    <a:pt x="5505" y="1510"/>
                  </a:cubicBezTo>
                  <a:cubicBezTo>
                    <a:pt x="5738" y="1310"/>
                    <a:pt x="6039" y="1076"/>
                    <a:pt x="6339" y="976"/>
                  </a:cubicBezTo>
                  <a:cubicBezTo>
                    <a:pt x="6543" y="874"/>
                    <a:pt x="6785" y="831"/>
                    <a:pt x="7037" y="831"/>
                  </a:cubicBezTo>
                  <a:cubicBezTo>
                    <a:pt x="7115" y="831"/>
                    <a:pt x="7194" y="835"/>
                    <a:pt x="7273" y="843"/>
                  </a:cubicBezTo>
                  <a:cubicBezTo>
                    <a:pt x="8007" y="876"/>
                    <a:pt x="8707" y="1043"/>
                    <a:pt x="9441" y="1243"/>
                  </a:cubicBezTo>
                  <a:cubicBezTo>
                    <a:pt x="10208" y="1476"/>
                    <a:pt x="10942" y="1743"/>
                    <a:pt x="11676" y="2010"/>
                  </a:cubicBezTo>
                  <a:cubicBezTo>
                    <a:pt x="14578" y="3078"/>
                    <a:pt x="17380" y="4412"/>
                    <a:pt x="19848" y="5646"/>
                  </a:cubicBezTo>
                  <a:cubicBezTo>
                    <a:pt x="20416" y="5913"/>
                    <a:pt x="21016" y="6213"/>
                    <a:pt x="21516" y="6580"/>
                  </a:cubicBezTo>
                  <a:cubicBezTo>
                    <a:pt x="21750" y="6814"/>
                    <a:pt x="22017" y="7014"/>
                    <a:pt x="22183" y="7214"/>
                  </a:cubicBezTo>
                  <a:cubicBezTo>
                    <a:pt x="22384" y="7481"/>
                    <a:pt x="22450" y="7681"/>
                    <a:pt x="22517" y="7914"/>
                  </a:cubicBezTo>
                  <a:cubicBezTo>
                    <a:pt x="22550" y="8181"/>
                    <a:pt x="22450" y="8415"/>
                    <a:pt x="22384" y="8682"/>
                  </a:cubicBezTo>
                  <a:cubicBezTo>
                    <a:pt x="22284" y="8815"/>
                    <a:pt x="22250" y="8915"/>
                    <a:pt x="22183" y="9049"/>
                  </a:cubicBezTo>
                  <a:cubicBezTo>
                    <a:pt x="22083" y="9149"/>
                    <a:pt x="22050" y="9249"/>
                    <a:pt x="21917" y="9349"/>
                  </a:cubicBezTo>
                  <a:cubicBezTo>
                    <a:pt x="21550" y="9682"/>
                    <a:pt x="21016" y="9882"/>
                    <a:pt x="20416" y="9983"/>
                  </a:cubicBezTo>
                  <a:cubicBezTo>
                    <a:pt x="19248" y="10183"/>
                    <a:pt x="18114" y="10149"/>
                    <a:pt x="17213" y="10216"/>
                  </a:cubicBezTo>
                  <a:cubicBezTo>
                    <a:pt x="16746" y="10249"/>
                    <a:pt x="16313" y="10316"/>
                    <a:pt x="15946" y="10383"/>
                  </a:cubicBezTo>
                  <a:cubicBezTo>
                    <a:pt x="15746" y="10416"/>
                    <a:pt x="15579" y="10483"/>
                    <a:pt x="15479" y="10516"/>
                  </a:cubicBezTo>
                  <a:cubicBezTo>
                    <a:pt x="15312" y="10583"/>
                    <a:pt x="15178" y="10616"/>
                    <a:pt x="15078" y="10683"/>
                  </a:cubicBezTo>
                  <a:lnTo>
                    <a:pt x="15112" y="10683"/>
                  </a:lnTo>
                  <a:cubicBezTo>
                    <a:pt x="13911" y="11183"/>
                    <a:pt x="12977" y="11951"/>
                    <a:pt x="12143" y="12618"/>
                  </a:cubicBezTo>
                  <a:cubicBezTo>
                    <a:pt x="11309" y="13352"/>
                    <a:pt x="10475" y="13752"/>
                    <a:pt x="9574" y="13885"/>
                  </a:cubicBezTo>
                  <a:cubicBezTo>
                    <a:pt x="9403" y="13928"/>
                    <a:pt x="9219" y="13940"/>
                    <a:pt x="9036" y="13940"/>
                  </a:cubicBezTo>
                  <a:cubicBezTo>
                    <a:pt x="8792" y="13940"/>
                    <a:pt x="8550" y="13919"/>
                    <a:pt x="8340" y="13919"/>
                  </a:cubicBezTo>
                  <a:cubicBezTo>
                    <a:pt x="7973" y="13885"/>
                    <a:pt x="7573" y="13752"/>
                    <a:pt x="7239" y="13652"/>
                  </a:cubicBezTo>
                  <a:cubicBezTo>
                    <a:pt x="6572" y="13352"/>
                    <a:pt x="6005" y="13018"/>
                    <a:pt x="5472" y="12718"/>
                  </a:cubicBezTo>
                  <a:cubicBezTo>
                    <a:pt x="4404" y="12084"/>
                    <a:pt x="3537" y="11717"/>
                    <a:pt x="2970" y="11550"/>
                  </a:cubicBezTo>
                  <a:cubicBezTo>
                    <a:pt x="2670" y="11484"/>
                    <a:pt x="2469" y="11384"/>
                    <a:pt x="2303" y="11384"/>
                  </a:cubicBezTo>
                  <a:cubicBezTo>
                    <a:pt x="2136" y="11350"/>
                    <a:pt x="2036" y="11350"/>
                    <a:pt x="2036" y="11350"/>
                  </a:cubicBezTo>
                  <a:cubicBezTo>
                    <a:pt x="1427" y="11350"/>
                    <a:pt x="1464" y="11719"/>
                    <a:pt x="1823" y="11719"/>
                  </a:cubicBezTo>
                  <a:cubicBezTo>
                    <a:pt x="1837" y="11719"/>
                    <a:pt x="1853" y="11718"/>
                    <a:pt x="1869" y="11717"/>
                  </a:cubicBezTo>
                  <a:cubicBezTo>
                    <a:pt x="1869" y="11717"/>
                    <a:pt x="1936" y="11717"/>
                    <a:pt x="2069" y="11750"/>
                  </a:cubicBezTo>
                  <a:cubicBezTo>
                    <a:pt x="2236" y="11817"/>
                    <a:pt x="2403" y="11851"/>
                    <a:pt x="2703" y="11917"/>
                  </a:cubicBezTo>
                  <a:cubicBezTo>
                    <a:pt x="3237" y="12084"/>
                    <a:pt x="4037" y="12484"/>
                    <a:pt x="5071" y="13085"/>
                  </a:cubicBezTo>
                  <a:cubicBezTo>
                    <a:pt x="5605" y="13385"/>
                    <a:pt x="6205" y="13719"/>
                    <a:pt x="6939" y="14052"/>
                  </a:cubicBezTo>
                  <a:cubicBezTo>
                    <a:pt x="7340" y="14219"/>
                    <a:pt x="7740" y="14352"/>
                    <a:pt x="8207" y="14419"/>
                  </a:cubicBezTo>
                  <a:cubicBezTo>
                    <a:pt x="8474" y="14419"/>
                    <a:pt x="8730" y="14441"/>
                    <a:pt x="8993" y="14441"/>
                  </a:cubicBezTo>
                  <a:cubicBezTo>
                    <a:pt x="9191" y="14441"/>
                    <a:pt x="9393" y="14429"/>
                    <a:pt x="9608" y="14386"/>
                  </a:cubicBezTo>
                  <a:cubicBezTo>
                    <a:pt x="10075" y="14286"/>
                    <a:pt x="10575" y="14152"/>
                    <a:pt x="11076" y="13919"/>
                  </a:cubicBezTo>
                  <a:cubicBezTo>
                    <a:pt x="11576" y="13719"/>
                    <a:pt x="12043" y="13385"/>
                    <a:pt x="12443" y="13051"/>
                  </a:cubicBezTo>
                  <a:cubicBezTo>
                    <a:pt x="13344" y="12351"/>
                    <a:pt x="14211" y="11650"/>
                    <a:pt x="15345" y="11217"/>
                  </a:cubicBezTo>
                  <a:lnTo>
                    <a:pt x="15379" y="11217"/>
                  </a:lnTo>
                  <a:cubicBezTo>
                    <a:pt x="15445" y="11217"/>
                    <a:pt x="15545" y="11183"/>
                    <a:pt x="15679" y="11150"/>
                  </a:cubicBezTo>
                  <a:cubicBezTo>
                    <a:pt x="15746" y="11083"/>
                    <a:pt x="15912" y="11083"/>
                    <a:pt x="16046" y="11050"/>
                  </a:cubicBezTo>
                  <a:cubicBezTo>
                    <a:pt x="16346" y="11017"/>
                    <a:pt x="16713" y="10983"/>
                    <a:pt x="17180" y="10983"/>
                  </a:cubicBezTo>
                  <a:cubicBezTo>
                    <a:pt x="18081" y="10917"/>
                    <a:pt x="19215" y="11017"/>
                    <a:pt x="20516" y="10816"/>
                  </a:cubicBezTo>
                  <a:cubicBezTo>
                    <a:pt x="21183" y="10683"/>
                    <a:pt x="21883" y="10516"/>
                    <a:pt x="22517" y="9916"/>
                  </a:cubicBezTo>
                  <a:cubicBezTo>
                    <a:pt x="22684" y="9816"/>
                    <a:pt x="22751" y="9649"/>
                    <a:pt x="22884" y="9482"/>
                  </a:cubicBezTo>
                  <a:cubicBezTo>
                    <a:pt x="23017" y="9315"/>
                    <a:pt x="23084" y="9149"/>
                    <a:pt x="23184" y="8982"/>
                  </a:cubicBezTo>
                  <a:cubicBezTo>
                    <a:pt x="23351" y="8582"/>
                    <a:pt x="23451" y="8181"/>
                    <a:pt x="23384" y="7714"/>
                  </a:cubicBezTo>
                  <a:cubicBezTo>
                    <a:pt x="23351" y="7247"/>
                    <a:pt x="23117" y="6847"/>
                    <a:pt x="22884" y="6547"/>
                  </a:cubicBezTo>
                  <a:cubicBezTo>
                    <a:pt x="22617" y="6213"/>
                    <a:pt x="22350" y="5980"/>
                    <a:pt x="22050" y="5746"/>
                  </a:cubicBezTo>
                  <a:cubicBezTo>
                    <a:pt x="21450" y="5346"/>
                    <a:pt x="20849" y="5012"/>
                    <a:pt x="20249" y="4712"/>
                  </a:cubicBezTo>
                  <a:cubicBezTo>
                    <a:pt x="17780" y="3511"/>
                    <a:pt x="14945" y="2210"/>
                    <a:pt x="11943" y="1143"/>
                  </a:cubicBezTo>
                  <a:cubicBezTo>
                    <a:pt x="11209" y="876"/>
                    <a:pt x="10408" y="643"/>
                    <a:pt x="9675" y="409"/>
                  </a:cubicBezTo>
                  <a:cubicBezTo>
                    <a:pt x="8907" y="209"/>
                    <a:pt x="8107" y="42"/>
                    <a:pt x="7273" y="9"/>
                  </a:cubicBezTo>
                  <a:cubicBezTo>
                    <a:pt x="7206" y="3"/>
                    <a:pt x="7138" y="0"/>
                    <a:pt x="70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01" name="Google Shape;5201;p58"/>
            <p:cNvSpPr/>
            <p:nvPr/>
          </p:nvSpPr>
          <p:spPr>
            <a:xfrm>
              <a:off x="2878050" y="4066850"/>
              <a:ext cx="773075" cy="505625"/>
            </a:xfrm>
            <a:custGeom>
              <a:avLst/>
              <a:gdLst/>
              <a:ahLst/>
              <a:cxnLst/>
              <a:rect l="l" t="t" r="r" b="b"/>
              <a:pathLst>
                <a:path w="30923" h="20225" extrusionOk="0">
                  <a:moveTo>
                    <a:pt x="10426" y="514"/>
                  </a:moveTo>
                  <a:cubicBezTo>
                    <a:pt x="12092" y="514"/>
                    <a:pt x="13782" y="891"/>
                    <a:pt x="15345" y="1395"/>
                  </a:cubicBezTo>
                  <a:cubicBezTo>
                    <a:pt x="17313" y="1995"/>
                    <a:pt x="19148" y="2829"/>
                    <a:pt x="20849" y="3663"/>
                  </a:cubicBezTo>
                  <a:cubicBezTo>
                    <a:pt x="21683" y="4097"/>
                    <a:pt x="22550" y="4531"/>
                    <a:pt x="23418" y="4998"/>
                  </a:cubicBezTo>
                  <a:cubicBezTo>
                    <a:pt x="23885" y="5264"/>
                    <a:pt x="24318" y="5498"/>
                    <a:pt x="24752" y="5765"/>
                  </a:cubicBezTo>
                  <a:cubicBezTo>
                    <a:pt x="24985" y="5865"/>
                    <a:pt x="25219" y="5998"/>
                    <a:pt x="25419" y="6132"/>
                  </a:cubicBezTo>
                  <a:lnTo>
                    <a:pt x="25753" y="6332"/>
                  </a:lnTo>
                  <a:lnTo>
                    <a:pt x="25919" y="6432"/>
                  </a:lnTo>
                  <a:lnTo>
                    <a:pt x="26019" y="6465"/>
                  </a:lnTo>
                  <a:cubicBezTo>
                    <a:pt x="26086" y="6499"/>
                    <a:pt x="26086" y="6499"/>
                    <a:pt x="26153" y="6499"/>
                  </a:cubicBezTo>
                  <a:cubicBezTo>
                    <a:pt x="27087" y="6832"/>
                    <a:pt x="28021" y="7333"/>
                    <a:pt x="28821" y="8000"/>
                  </a:cubicBezTo>
                  <a:cubicBezTo>
                    <a:pt x="29555" y="8667"/>
                    <a:pt x="30156" y="9601"/>
                    <a:pt x="30256" y="10635"/>
                  </a:cubicBezTo>
                  <a:cubicBezTo>
                    <a:pt x="30389" y="11636"/>
                    <a:pt x="30056" y="12670"/>
                    <a:pt x="29489" y="13570"/>
                  </a:cubicBezTo>
                  <a:cubicBezTo>
                    <a:pt x="28888" y="14404"/>
                    <a:pt x="28054" y="15105"/>
                    <a:pt x="27187" y="15605"/>
                  </a:cubicBezTo>
                  <a:cubicBezTo>
                    <a:pt x="26320" y="16105"/>
                    <a:pt x="25319" y="16406"/>
                    <a:pt x="24318" y="16506"/>
                  </a:cubicBezTo>
                  <a:cubicBezTo>
                    <a:pt x="23818" y="16606"/>
                    <a:pt x="23318" y="16639"/>
                    <a:pt x="22817" y="16673"/>
                  </a:cubicBezTo>
                  <a:lnTo>
                    <a:pt x="22050" y="16806"/>
                  </a:lnTo>
                  <a:lnTo>
                    <a:pt x="21283" y="16939"/>
                  </a:lnTo>
                  <a:cubicBezTo>
                    <a:pt x="21049" y="16973"/>
                    <a:pt x="20849" y="17006"/>
                    <a:pt x="20582" y="17106"/>
                  </a:cubicBezTo>
                  <a:cubicBezTo>
                    <a:pt x="20349" y="17173"/>
                    <a:pt x="20082" y="17240"/>
                    <a:pt x="19882" y="17306"/>
                  </a:cubicBezTo>
                  <a:cubicBezTo>
                    <a:pt x="19415" y="17473"/>
                    <a:pt x="19014" y="17640"/>
                    <a:pt x="18581" y="17840"/>
                  </a:cubicBezTo>
                  <a:cubicBezTo>
                    <a:pt x="17747" y="18274"/>
                    <a:pt x="17013" y="18674"/>
                    <a:pt x="16246" y="19008"/>
                  </a:cubicBezTo>
                  <a:cubicBezTo>
                    <a:pt x="14958" y="19606"/>
                    <a:pt x="13671" y="19990"/>
                    <a:pt x="12552" y="19990"/>
                  </a:cubicBezTo>
                  <a:cubicBezTo>
                    <a:pt x="12425" y="19990"/>
                    <a:pt x="12299" y="19985"/>
                    <a:pt x="12176" y="19975"/>
                  </a:cubicBezTo>
                  <a:cubicBezTo>
                    <a:pt x="10975" y="19908"/>
                    <a:pt x="10041" y="19508"/>
                    <a:pt x="9474" y="19241"/>
                  </a:cubicBezTo>
                  <a:cubicBezTo>
                    <a:pt x="9174" y="19074"/>
                    <a:pt x="8974" y="18941"/>
                    <a:pt x="8807" y="18841"/>
                  </a:cubicBezTo>
                  <a:cubicBezTo>
                    <a:pt x="8674" y="18774"/>
                    <a:pt x="8574" y="18741"/>
                    <a:pt x="8574" y="18741"/>
                  </a:cubicBezTo>
                  <a:cubicBezTo>
                    <a:pt x="8333" y="18567"/>
                    <a:pt x="8162" y="18489"/>
                    <a:pt x="8090" y="18489"/>
                  </a:cubicBezTo>
                  <a:cubicBezTo>
                    <a:pt x="8046" y="18489"/>
                    <a:pt x="8041" y="18520"/>
                    <a:pt x="8082" y="18575"/>
                  </a:cubicBezTo>
                  <a:lnTo>
                    <a:pt x="8082" y="18575"/>
                  </a:lnTo>
                  <a:cubicBezTo>
                    <a:pt x="8004" y="18509"/>
                    <a:pt x="7891" y="18430"/>
                    <a:pt x="7740" y="18340"/>
                  </a:cubicBezTo>
                  <a:lnTo>
                    <a:pt x="7506" y="18240"/>
                  </a:lnTo>
                  <a:cubicBezTo>
                    <a:pt x="7339" y="18140"/>
                    <a:pt x="7073" y="18007"/>
                    <a:pt x="6806" y="17907"/>
                  </a:cubicBezTo>
                  <a:cubicBezTo>
                    <a:pt x="6172" y="17607"/>
                    <a:pt x="5238" y="17273"/>
                    <a:pt x="4137" y="16806"/>
                  </a:cubicBezTo>
                  <a:cubicBezTo>
                    <a:pt x="3570" y="16572"/>
                    <a:pt x="2970" y="16272"/>
                    <a:pt x="2369" y="15905"/>
                  </a:cubicBezTo>
                  <a:cubicBezTo>
                    <a:pt x="1802" y="15505"/>
                    <a:pt x="1202" y="15005"/>
                    <a:pt x="835" y="14304"/>
                  </a:cubicBezTo>
                  <a:cubicBezTo>
                    <a:pt x="468" y="13604"/>
                    <a:pt x="334" y="12770"/>
                    <a:pt x="468" y="11902"/>
                  </a:cubicBezTo>
                  <a:cubicBezTo>
                    <a:pt x="535" y="11002"/>
                    <a:pt x="835" y="10101"/>
                    <a:pt x="1168" y="9234"/>
                  </a:cubicBezTo>
                  <a:cubicBezTo>
                    <a:pt x="1869" y="7433"/>
                    <a:pt x="2836" y="5598"/>
                    <a:pt x="4037" y="3897"/>
                  </a:cubicBezTo>
                  <a:cubicBezTo>
                    <a:pt x="4638" y="3063"/>
                    <a:pt x="5338" y="2262"/>
                    <a:pt x="6205" y="1662"/>
                  </a:cubicBezTo>
                  <a:cubicBezTo>
                    <a:pt x="7073" y="1095"/>
                    <a:pt x="8073" y="728"/>
                    <a:pt x="9141" y="594"/>
                  </a:cubicBezTo>
                  <a:cubicBezTo>
                    <a:pt x="9566" y="540"/>
                    <a:pt x="9995" y="514"/>
                    <a:pt x="10426" y="514"/>
                  </a:cubicBezTo>
                  <a:close/>
                  <a:moveTo>
                    <a:pt x="10557" y="0"/>
                  </a:moveTo>
                  <a:cubicBezTo>
                    <a:pt x="10086" y="0"/>
                    <a:pt x="9613" y="30"/>
                    <a:pt x="9141" y="94"/>
                  </a:cubicBezTo>
                  <a:cubicBezTo>
                    <a:pt x="8007" y="261"/>
                    <a:pt x="6906" y="628"/>
                    <a:pt x="6005" y="1262"/>
                  </a:cubicBezTo>
                  <a:cubicBezTo>
                    <a:pt x="5038" y="1829"/>
                    <a:pt x="4337" y="2696"/>
                    <a:pt x="3704" y="3597"/>
                  </a:cubicBezTo>
                  <a:cubicBezTo>
                    <a:pt x="2503" y="5331"/>
                    <a:pt x="1535" y="7166"/>
                    <a:pt x="835" y="9000"/>
                  </a:cubicBezTo>
                  <a:cubicBezTo>
                    <a:pt x="501" y="9934"/>
                    <a:pt x="234" y="10835"/>
                    <a:pt x="101" y="11769"/>
                  </a:cubicBezTo>
                  <a:cubicBezTo>
                    <a:pt x="1" y="12670"/>
                    <a:pt x="101" y="13637"/>
                    <a:pt x="535" y="14404"/>
                  </a:cubicBezTo>
                  <a:cubicBezTo>
                    <a:pt x="968" y="15171"/>
                    <a:pt x="1569" y="15739"/>
                    <a:pt x="2202" y="16105"/>
                  </a:cubicBezTo>
                  <a:cubicBezTo>
                    <a:pt x="2836" y="16506"/>
                    <a:pt x="3403" y="16773"/>
                    <a:pt x="4004" y="17006"/>
                  </a:cubicBezTo>
                  <a:cubicBezTo>
                    <a:pt x="5138" y="17473"/>
                    <a:pt x="6039" y="17807"/>
                    <a:pt x="6672" y="18107"/>
                  </a:cubicBezTo>
                  <a:cubicBezTo>
                    <a:pt x="7006" y="18240"/>
                    <a:pt x="7206" y="18340"/>
                    <a:pt x="7373" y="18441"/>
                  </a:cubicBezTo>
                  <a:lnTo>
                    <a:pt x="7640" y="18574"/>
                  </a:lnTo>
                  <a:cubicBezTo>
                    <a:pt x="7891" y="18725"/>
                    <a:pt x="8071" y="18790"/>
                    <a:pt x="8159" y="18790"/>
                  </a:cubicBezTo>
                  <a:cubicBezTo>
                    <a:pt x="8225" y="18790"/>
                    <a:pt x="8239" y="18754"/>
                    <a:pt x="8193" y="18689"/>
                  </a:cubicBezTo>
                  <a:lnTo>
                    <a:pt x="8193" y="18689"/>
                  </a:lnTo>
                  <a:cubicBezTo>
                    <a:pt x="8272" y="18758"/>
                    <a:pt x="8386" y="18843"/>
                    <a:pt x="8540" y="18941"/>
                  </a:cubicBezTo>
                  <a:lnTo>
                    <a:pt x="8807" y="19041"/>
                  </a:lnTo>
                  <a:cubicBezTo>
                    <a:pt x="8907" y="19141"/>
                    <a:pt x="9174" y="19274"/>
                    <a:pt x="9474" y="19441"/>
                  </a:cubicBezTo>
                  <a:cubicBezTo>
                    <a:pt x="10041" y="19708"/>
                    <a:pt x="11009" y="20142"/>
                    <a:pt x="12243" y="20208"/>
                  </a:cubicBezTo>
                  <a:cubicBezTo>
                    <a:pt x="12381" y="20219"/>
                    <a:pt x="12523" y="20225"/>
                    <a:pt x="12667" y="20225"/>
                  </a:cubicBezTo>
                  <a:cubicBezTo>
                    <a:pt x="13839" y="20225"/>
                    <a:pt x="15176" y="19869"/>
                    <a:pt x="16513" y="19274"/>
                  </a:cubicBezTo>
                  <a:cubicBezTo>
                    <a:pt x="17247" y="18941"/>
                    <a:pt x="18014" y="18507"/>
                    <a:pt x="18848" y="18140"/>
                  </a:cubicBezTo>
                  <a:cubicBezTo>
                    <a:pt x="19615" y="17773"/>
                    <a:pt x="20516" y="17440"/>
                    <a:pt x="21450" y="17273"/>
                  </a:cubicBezTo>
                  <a:cubicBezTo>
                    <a:pt x="21950" y="17173"/>
                    <a:pt x="22417" y="17140"/>
                    <a:pt x="22917" y="17039"/>
                  </a:cubicBezTo>
                  <a:cubicBezTo>
                    <a:pt x="23418" y="16973"/>
                    <a:pt x="23918" y="16973"/>
                    <a:pt x="24418" y="16873"/>
                  </a:cubicBezTo>
                  <a:cubicBezTo>
                    <a:pt x="25452" y="16773"/>
                    <a:pt x="26520" y="16439"/>
                    <a:pt x="27487" y="15939"/>
                  </a:cubicBezTo>
                  <a:cubicBezTo>
                    <a:pt x="28421" y="15438"/>
                    <a:pt x="29322" y="14671"/>
                    <a:pt x="29922" y="13770"/>
                  </a:cubicBezTo>
                  <a:cubicBezTo>
                    <a:pt x="30556" y="12836"/>
                    <a:pt x="30923" y="11702"/>
                    <a:pt x="30823" y="10535"/>
                  </a:cubicBezTo>
                  <a:cubicBezTo>
                    <a:pt x="30623" y="9367"/>
                    <a:pt x="30022" y="8367"/>
                    <a:pt x="29188" y="7633"/>
                  </a:cubicBezTo>
                  <a:cubicBezTo>
                    <a:pt x="28354" y="6932"/>
                    <a:pt x="27354" y="6432"/>
                    <a:pt x="26353" y="6032"/>
                  </a:cubicBezTo>
                  <a:cubicBezTo>
                    <a:pt x="26286" y="6032"/>
                    <a:pt x="26186" y="5932"/>
                    <a:pt x="26053" y="5865"/>
                  </a:cubicBezTo>
                  <a:lnTo>
                    <a:pt x="25719" y="5665"/>
                  </a:lnTo>
                  <a:cubicBezTo>
                    <a:pt x="25519" y="5565"/>
                    <a:pt x="25252" y="5431"/>
                    <a:pt x="25052" y="5298"/>
                  </a:cubicBezTo>
                  <a:cubicBezTo>
                    <a:pt x="24585" y="5031"/>
                    <a:pt x="24185" y="4797"/>
                    <a:pt x="23718" y="4531"/>
                  </a:cubicBezTo>
                  <a:cubicBezTo>
                    <a:pt x="22851" y="4030"/>
                    <a:pt x="21983" y="3597"/>
                    <a:pt x="21149" y="3163"/>
                  </a:cubicBezTo>
                  <a:cubicBezTo>
                    <a:pt x="19415" y="2329"/>
                    <a:pt x="17547" y="1495"/>
                    <a:pt x="15545" y="861"/>
                  </a:cubicBezTo>
                  <a:cubicBezTo>
                    <a:pt x="13974" y="390"/>
                    <a:pt x="12278" y="0"/>
                    <a:pt x="105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02" name="Google Shape;5202;p58"/>
            <p:cNvSpPr/>
            <p:nvPr/>
          </p:nvSpPr>
          <p:spPr>
            <a:xfrm>
              <a:off x="3052350" y="4215300"/>
              <a:ext cx="194250" cy="168075"/>
            </a:xfrm>
            <a:custGeom>
              <a:avLst/>
              <a:gdLst/>
              <a:ahLst/>
              <a:cxnLst/>
              <a:rect l="l" t="t" r="r" b="b"/>
              <a:pathLst>
                <a:path w="7770" h="6723" extrusionOk="0">
                  <a:moveTo>
                    <a:pt x="4966" y="1"/>
                  </a:moveTo>
                  <a:cubicBezTo>
                    <a:pt x="4591" y="1"/>
                    <a:pt x="4204" y="50"/>
                    <a:pt x="3837" y="160"/>
                  </a:cubicBezTo>
                  <a:cubicBezTo>
                    <a:pt x="3103" y="360"/>
                    <a:pt x="2569" y="827"/>
                    <a:pt x="2169" y="1228"/>
                  </a:cubicBezTo>
                  <a:cubicBezTo>
                    <a:pt x="1335" y="2128"/>
                    <a:pt x="734" y="3496"/>
                    <a:pt x="434" y="4630"/>
                  </a:cubicBezTo>
                  <a:cubicBezTo>
                    <a:pt x="267" y="5197"/>
                    <a:pt x="201" y="5664"/>
                    <a:pt x="101" y="6031"/>
                  </a:cubicBezTo>
                  <a:cubicBezTo>
                    <a:pt x="34" y="6398"/>
                    <a:pt x="1" y="6632"/>
                    <a:pt x="1" y="6632"/>
                  </a:cubicBezTo>
                  <a:cubicBezTo>
                    <a:pt x="1" y="6671"/>
                    <a:pt x="95" y="6723"/>
                    <a:pt x="207" y="6723"/>
                  </a:cubicBezTo>
                  <a:cubicBezTo>
                    <a:pt x="283" y="6723"/>
                    <a:pt x="367" y="6699"/>
                    <a:pt x="434" y="6632"/>
                  </a:cubicBezTo>
                  <a:cubicBezTo>
                    <a:pt x="434" y="6632"/>
                    <a:pt x="668" y="5798"/>
                    <a:pt x="1035" y="4730"/>
                  </a:cubicBezTo>
                  <a:cubicBezTo>
                    <a:pt x="1402" y="3696"/>
                    <a:pt x="2035" y="2462"/>
                    <a:pt x="2736" y="1695"/>
                  </a:cubicBezTo>
                  <a:cubicBezTo>
                    <a:pt x="3069" y="1328"/>
                    <a:pt x="3536" y="961"/>
                    <a:pt x="4070" y="727"/>
                  </a:cubicBezTo>
                  <a:cubicBezTo>
                    <a:pt x="4383" y="610"/>
                    <a:pt x="4718" y="562"/>
                    <a:pt x="5050" y="562"/>
                  </a:cubicBezTo>
                  <a:cubicBezTo>
                    <a:pt x="5284" y="562"/>
                    <a:pt x="5517" y="586"/>
                    <a:pt x="5738" y="627"/>
                  </a:cubicBezTo>
                  <a:cubicBezTo>
                    <a:pt x="6238" y="727"/>
                    <a:pt x="6705" y="894"/>
                    <a:pt x="7039" y="1028"/>
                  </a:cubicBezTo>
                  <a:cubicBezTo>
                    <a:pt x="7206" y="1061"/>
                    <a:pt x="7339" y="1161"/>
                    <a:pt x="7406" y="1194"/>
                  </a:cubicBezTo>
                  <a:cubicBezTo>
                    <a:pt x="7506" y="1228"/>
                    <a:pt x="7539" y="1294"/>
                    <a:pt x="7539" y="1294"/>
                  </a:cubicBezTo>
                  <a:cubicBezTo>
                    <a:pt x="7543" y="1296"/>
                    <a:pt x="7546" y="1297"/>
                    <a:pt x="7550" y="1297"/>
                  </a:cubicBezTo>
                  <a:cubicBezTo>
                    <a:pt x="7623" y="1297"/>
                    <a:pt x="7769" y="1022"/>
                    <a:pt x="7706" y="928"/>
                  </a:cubicBezTo>
                  <a:cubicBezTo>
                    <a:pt x="7706" y="928"/>
                    <a:pt x="7673" y="894"/>
                    <a:pt x="7573" y="861"/>
                  </a:cubicBezTo>
                  <a:cubicBezTo>
                    <a:pt x="7506" y="827"/>
                    <a:pt x="7372" y="727"/>
                    <a:pt x="7206" y="661"/>
                  </a:cubicBezTo>
                  <a:cubicBezTo>
                    <a:pt x="6905" y="494"/>
                    <a:pt x="6405" y="260"/>
                    <a:pt x="5838" y="94"/>
                  </a:cubicBezTo>
                  <a:cubicBezTo>
                    <a:pt x="5568" y="34"/>
                    <a:pt x="5271" y="1"/>
                    <a:pt x="49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pic>
        <p:nvPicPr>
          <p:cNvPr id="5203" name="Google Shape;5203;p58" title="Gráfico">
            <a:hlinkClick r:id="rId2"/>
          </p:cNvPr>
          <p:cNvPicPr preferRelativeResize="0"/>
          <p:nvPr/>
        </p:nvPicPr>
        <p:blipFill>
          <a:blip r:embed="rId3"/>
          <a:stretch>
            <a:fillRect/>
          </a:stretch>
        </p:blipFill>
        <p:spPr>
          <a:xfrm>
            <a:off x="828150" y="1287358"/>
            <a:ext cx="3751350" cy="2641416"/>
          </a:xfrm>
          <a:prstGeom prst="rect">
            <a:avLst/>
          </a:prstGeom>
          <a:noFill/>
          <a:ln>
            <a:noFill/>
          </a:ln>
        </p:spPr>
      </p:pic>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5207" name="Shape 5207"/>
        <p:cNvGrpSpPr/>
        <p:nvPr/>
      </p:nvGrpSpPr>
      <p:grpSpPr>
        <a:xfrm>
          <a:off x="0" y="0"/>
          <a:ext cx="0" cy="0"/>
          <a:chOff x="0" y="0"/>
          <a:chExt cx="0" cy="0"/>
        </a:xfrm>
      </p:grpSpPr>
      <p:sp>
        <p:nvSpPr>
          <p:cNvPr id="5208" name="Google Shape;5208;p59"/>
          <p:cNvSpPr txBox="1"/>
          <p:nvPr/>
        </p:nvSpPr>
        <p:spPr>
          <a:xfrm>
            <a:off x="719999" y="1614125"/>
            <a:ext cx="2020800" cy="558900"/>
          </a:xfrm>
          <a:prstGeom prst="rect">
            <a:avLst/>
          </a:prstGeom>
          <a:noFill/>
          <a:ln>
            <a:noFill/>
          </a:ln>
        </p:spPr>
        <p:txBody>
          <a:bodyPr spcFirstLastPara="1" wrap="square" lIns="91425" tIns="91425" rIns="91425" bIns="91425" anchor="b" anchorCtr="0">
            <a:noAutofit/>
          </a:bodyPr>
          <a:lstStyle/>
          <a:p>
            <a:pPr marL="0" lvl="0" indent="0" algn="r" rtl="0">
              <a:lnSpc>
                <a:spcPct val="115000"/>
              </a:lnSpc>
              <a:spcBef>
                <a:spcPts val="0"/>
              </a:spcBef>
              <a:spcAft>
                <a:spcPts val="0"/>
              </a:spcAft>
              <a:buNone/>
            </a:pPr>
            <a:r>
              <a:rPr lang="en-GB" sz="2400" b="1">
                <a:solidFill>
                  <a:schemeClr val="dk1"/>
                </a:solidFill>
                <a:latin typeface="Averia Serif Libre" panose="02000603000000000004"/>
                <a:ea typeface="Averia Serif Libre" panose="02000603000000000004"/>
                <a:cs typeface="Averia Serif Libre" panose="02000603000000000004"/>
                <a:sym typeface="Averia Serif Libre" panose="02000603000000000004"/>
              </a:rPr>
              <a:t>Mars</a:t>
            </a:r>
            <a:endParaRPr sz="2400" b="1">
              <a:solidFill>
                <a:schemeClr val="dk1"/>
              </a:solidFill>
              <a:latin typeface="Averia Serif Libre" panose="02000603000000000004"/>
              <a:ea typeface="Averia Serif Libre" panose="02000603000000000004"/>
              <a:cs typeface="Averia Serif Libre" panose="02000603000000000004"/>
              <a:sym typeface="Averia Serif Libre" panose="02000603000000000004"/>
            </a:endParaRPr>
          </a:p>
        </p:txBody>
      </p:sp>
      <p:sp>
        <p:nvSpPr>
          <p:cNvPr id="5209" name="Google Shape;5209;p59"/>
          <p:cNvSpPr txBox="1"/>
          <p:nvPr>
            <p:ph type="title"/>
          </p:nvPr>
        </p:nvSpPr>
        <p:spPr>
          <a:xfrm>
            <a:off x="713225" y="445025"/>
            <a:ext cx="77175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I</a:t>
            </a:r>
            <a:r>
              <a:rPr lang="en-GB"/>
              <a:t>nfographics are useful</a:t>
            </a:r>
            <a:endParaRPr lang="en-GB"/>
          </a:p>
        </p:txBody>
      </p:sp>
      <p:sp>
        <p:nvSpPr>
          <p:cNvPr id="5210" name="Google Shape;5210;p59"/>
          <p:cNvSpPr txBox="1"/>
          <p:nvPr/>
        </p:nvSpPr>
        <p:spPr>
          <a:xfrm>
            <a:off x="719999" y="2833330"/>
            <a:ext cx="2020800" cy="558900"/>
          </a:xfrm>
          <a:prstGeom prst="rect">
            <a:avLst/>
          </a:prstGeom>
          <a:noFill/>
          <a:ln>
            <a:noFill/>
          </a:ln>
        </p:spPr>
        <p:txBody>
          <a:bodyPr spcFirstLastPara="1" wrap="square" lIns="91425" tIns="91425" rIns="91425" bIns="91425" anchor="b" anchorCtr="0">
            <a:noAutofit/>
          </a:bodyPr>
          <a:lstStyle/>
          <a:p>
            <a:pPr marL="0" lvl="0" indent="0" algn="r" rtl="0">
              <a:lnSpc>
                <a:spcPct val="115000"/>
              </a:lnSpc>
              <a:spcBef>
                <a:spcPts val="0"/>
              </a:spcBef>
              <a:spcAft>
                <a:spcPts val="0"/>
              </a:spcAft>
              <a:buNone/>
            </a:pPr>
            <a:r>
              <a:rPr lang="en-GB" sz="2400" b="1">
                <a:solidFill>
                  <a:schemeClr val="dk1"/>
                </a:solidFill>
                <a:latin typeface="Averia Serif Libre" panose="02000603000000000004"/>
                <a:ea typeface="Averia Serif Libre" panose="02000603000000000004"/>
                <a:cs typeface="Averia Serif Libre" panose="02000603000000000004"/>
                <a:sym typeface="Averia Serif Libre" panose="02000603000000000004"/>
              </a:rPr>
              <a:t>Mercury</a:t>
            </a:r>
            <a:endParaRPr sz="2400" b="1">
              <a:solidFill>
                <a:schemeClr val="dk1"/>
              </a:solidFill>
              <a:latin typeface="Averia Serif Libre" panose="02000603000000000004"/>
              <a:ea typeface="Averia Serif Libre" panose="02000603000000000004"/>
              <a:cs typeface="Averia Serif Libre" panose="02000603000000000004"/>
              <a:sym typeface="Averia Serif Libre" panose="02000603000000000004"/>
            </a:endParaRPr>
          </a:p>
        </p:txBody>
      </p:sp>
      <p:sp>
        <p:nvSpPr>
          <p:cNvPr id="5211" name="Google Shape;5211;p59"/>
          <p:cNvSpPr txBox="1"/>
          <p:nvPr/>
        </p:nvSpPr>
        <p:spPr>
          <a:xfrm>
            <a:off x="6403199" y="1614125"/>
            <a:ext cx="2020800" cy="5589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GB" sz="2400" b="1">
                <a:solidFill>
                  <a:schemeClr val="dk1"/>
                </a:solidFill>
                <a:latin typeface="Averia Serif Libre" panose="02000603000000000004"/>
                <a:ea typeface="Averia Serif Libre" panose="02000603000000000004"/>
                <a:cs typeface="Averia Serif Libre" panose="02000603000000000004"/>
                <a:sym typeface="Averia Serif Libre" panose="02000603000000000004"/>
              </a:rPr>
              <a:t>Venus</a:t>
            </a:r>
            <a:endParaRPr sz="2400" b="1">
              <a:solidFill>
                <a:schemeClr val="dk1"/>
              </a:solidFill>
              <a:latin typeface="Averia Serif Libre" panose="02000603000000000004"/>
              <a:ea typeface="Averia Serif Libre" panose="02000603000000000004"/>
              <a:cs typeface="Averia Serif Libre" panose="02000603000000000004"/>
              <a:sym typeface="Averia Serif Libre" panose="02000603000000000004"/>
            </a:endParaRPr>
          </a:p>
        </p:txBody>
      </p:sp>
      <p:sp>
        <p:nvSpPr>
          <p:cNvPr id="5212" name="Google Shape;5212;p59"/>
          <p:cNvSpPr txBox="1"/>
          <p:nvPr/>
        </p:nvSpPr>
        <p:spPr>
          <a:xfrm>
            <a:off x="6403199" y="2833330"/>
            <a:ext cx="2020800" cy="5589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GB" sz="2400" b="1">
                <a:solidFill>
                  <a:schemeClr val="dk1"/>
                </a:solidFill>
                <a:latin typeface="Averia Serif Libre" panose="02000603000000000004"/>
                <a:ea typeface="Averia Serif Libre" panose="02000603000000000004"/>
                <a:cs typeface="Averia Serif Libre" panose="02000603000000000004"/>
                <a:sym typeface="Averia Serif Libre" panose="02000603000000000004"/>
              </a:rPr>
              <a:t>Jupiter</a:t>
            </a:r>
            <a:endParaRPr sz="2400" b="1">
              <a:solidFill>
                <a:schemeClr val="dk1"/>
              </a:solidFill>
              <a:latin typeface="Averia Serif Libre" panose="02000603000000000004"/>
              <a:ea typeface="Averia Serif Libre" panose="02000603000000000004"/>
              <a:cs typeface="Averia Serif Libre" panose="02000603000000000004"/>
              <a:sym typeface="Averia Serif Libre" panose="02000603000000000004"/>
            </a:endParaRPr>
          </a:p>
        </p:txBody>
      </p:sp>
      <p:sp>
        <p:nvSpPr>
          <p:cNvPr id="5213" name="Google Shape;5213;p59"/>
          <p:cNvSpPr txBox="1"/>
          <p:nvPr/>
        </p:nvSpPr>
        <p:spPr>
          <a:xfrm>
            <a:off x="719999" y="2031818"/>
            <a:ext cx="2020800" cy="5589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0"/>
              </a:spcAft>
              <a:buNone/>
            </a:pPr>
            <a:r>
              <a:rPr lang="en-GB">
                <a:solidFill>
                  <a:schemeClr val="dk1"/>
                </a:solidFill>
                <a:latin typeface="Average Sans" panose="02000503040000020003"/>
                <a:ea typeface="Average Sans" panose="02000503040000020003"/>
                <a:cs typeface="Average Sans" panose="02000503040000020003"/>
                <a:sym typeface="Average Sans" panose="02000503040000020003"/>
              </a:rPr>
              <a:t>Mars is a red planet</a:t>
            </a:r>
            <a:endParaRPr>
              <a:solidFill>
                <a:schemeClr val="dk1"/>
              </a:solidFill>
              <a:latin typeface="Average Sans" panose="02000503040000020003"/>
              <a:ea typeface="Average Sans" panose="02000503040000020003"/>
              <a:cs typeface="Average Sans" panose="02000503040000020003"/>
              <a:sym typeface="Average Sans" panose="02000503040000020003"/>
            </a:endParaRPr>
          </a:p>
        </p:txBody>
      </p:sp>
      <p:sp>
        <p:nvSpPr>
          <p:cNvPr id="5214" name="Google Shape;5214;p59"/>
          <p:cNvSpPr txBox="1"/>
          <p:nvPr/>
        </p:nvSpPr>
        <p:spPr>
          <a:xfrm>
            <a:off x="719999" y="3251023"/>
            <a:ext cx="2020800" cy="5589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0"/>
              </a:spcAft>
              <a:buNone/>
            </a:pPr>
            <a:r>
              <a:rPr lang="en-GB">
                <a:solidFill>
                  <a:schemeClr val="dk1"/>
                </a:solidFill>
                <a:latin typeface="Average Sans" panose="02000503040000020003"/>
                <a:ea typeface="Average Sans" panose="02000503040000020003"/>
                <a:cs typeface="Average Sans" panose="02000503040000020003"/>
                <a:sym typeface="Average Sans" panose="02000503040000020003"/>
              </a:rPr>
              <a:t>Mercury is very small</a:t>
            </a:r>
            <a:endParaRPr>
              <a:solidFill>
                <a:schemeClr val="dk1"/>
              </a:solidFill>
              <a:latin typeface="Average Sans" panose="02000503040000020003"/>
              <a:ea typeface="Average Sans" panose="02000503040000020003"/>
              <a:cs typeface="Average Sans" panose="02000503040000020003"/>
              <a:sym typeface="Average Sans" panose="02000503040000020003"/>
            </a:endParaRPr>
          </a:p>
        </p:txBody>
      </p:sp>
      <p:sp>
        <p:nvSpPr>
          <p:cNvPr id="5215" name="Google Shape;5215;p59"/>
          <p:cNvSpPr txBox="1"/>
          <p:nvPr/>
        </p:nvSpPr>
        <p:spPr>
          <a:xfrm>
            <a:off x="6403199" y="2031818"/>
            <a:ext cx="2020800" cy="5589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GB">
                <a:solidFill>
                  <a:schemeClr val="dk1"/>
                </a:solidFill>
                <a:latin typeface="Average Sans" panose="02000503040000020003"/>
                <a:ea typeface="Average Sans" panose="02000503040000020003"/>
                <a:cs typeface="Average Sans" panose="02000503040000020003"/>
                <a:sym typeface="Average Sans" panose="02000503040000020003"/>
              </a:rPr>
              <a:t>Venus is a hot planet</a:t>
            </a:r>
            <a:endParaRPr>
              <a:solidFill>
                <a:schemeClr val="dk1"/>
              </a:solidFill>
              <a:latin typeface="Average Sans" panose="02000503040000020003"/>
              <a:ea typeface="Average Sans" panose="02000503040000020003"/>
              <a:cs typeface="Average Sans" panose="02000503040000020003"/>
              <a:sym typeface="Average Sans" panose="02000503040000020003"/>
            </a:endParaRPr>
          </a:p>
        </p:txBody>
      </p:sp>
      <p:sp>
        <p:nvSpPr>
          <p:cNvPr id="5216" name="Google Shape;5216;p59"/>
          <p:cNvSpPr txBox="1"/>
          <p:nvPr/>
        </p:nvSpPr>
        <p:spPr>
          <a:xfrm>
            <a:off x="6403199" y="3251023"/>
            <a:ext cx="2020800" cy="5589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GB">
                <a:solidFill>
                  <a:schemeClr val="dk1"/>
                </a:solidFill>
                <a:latin typeface="Average Sans" panose="02000503040000020003"/>
                <a:ea typeface="Average Sans" panose="02000503040000020003"/>
                <a:cs typeface="Average Sans" panose="02000503040000020003"/>
                <a:sym typeface="Average Sans" panose="02000503040000020003"/>
              </a:rPr>
              <a:t>Jupiter is a gas giant</a:t>
            </a:r>
            <a:endParaRPr>
              <a:solidFill>
                <a:schemeClr val="dk1"/>
              </a:solidFill>
              <a:latin typeface="Average Sans" panose="02000503040000020003"/>
              <a:ea typeface="Average Sans" panose="02000503040000020003"/>
              <a:cs typeface="Average Sans" panose="02000503040000020003"/>
              <a:sym typeface="Average Sans" panose="02000503040000020003"/>
            </a:endParaRPr>
          </a:p>
        </p:txBody>
      </p:sp>
      <p:sp>
        <p:nvSpPr>
          <p:cNvPr id="5217" name="Google Shape;5217;p59"/>
          <p:cNvSpPr/>
          <p:nvPr/>
        </p:nvSpPr>
        <p:spPr>
          <a:xfrm>
            <a:off x="3420656" y="1405000"/>
            <a:ext cx="2522425" cy="2434781"/>
          </a:xfrm>
          <a:custGeom>
            <a:avLst/>
            <a:gdLst/>
            <a:ahLst/>
            <a:cxnLst/>
            <a:rect l="l" t="t" r="r" b="b"/>
            <a:pathLst>
              <a:path w="35774" h="34531" extrusionOk="0">
                <a:moveTo>
                  <a:pt x="17932" y="477"/>
                </a:moveTo>
                <a:cubicBezTo>
                  <a:pt x="17984" y="1144"/>
                  <a:pt x="18026" y="1815"/>
                  <a:pt x="18100" y="2518"/>
                </a:cubicBezTo>
                <a:cubicBezTo>
                  <a:pt x="18037" y="2456"/>
                  <a:pt x="17995" y="2393"/>
                  <a:pt x="17932" y="2330"/>
                </a:cubicBezTo>
                <a:lnTo>
                  <a:pt x="17932" y="477"/>
                </a:lnTo>
                <a:close/>
                <a:moveTo>
                  <a:pt x="17932" y="2644"/>
                </a:moveTo>
                <a:cubicBezTo>
                  <a:pt x="17995" y="2728"/>
                  <a:pt x="18079" y="2790"/>
                  <a:pt x="18121" y="2853"/>
                </a:cubicBezTo>
                <a:cubicBezTo>
                  <a:pt x="18142" y="3042"/>
                  <a:pt x="18142" y="3230"/>
                  <a:pt x="18183" y="3439"/>
                </a:cubicBezTo>
                <a:lnTo>
                  <a:pt x="18016" y="3272"/>
                </a:lnTo>
                <a:cubicBezTo>
                  <a:pt x="17995" y="3251"/>
                  <a:pt x="17974" y="3188"/>
                  <a:pt x="17932" y="3167"/>
                </a:cubicBezTo>
                <a:cubicBezTo>
                  <a:pt x="17911" y="2958"/>
                  <a:pt x="17911" y="2811"/>
                  <a:pt x="17932" y="2644"/>
                </a:cubicBezTo>
                <a:close/>
                <a:moveTo>
                  <a:pt x="17911" y="3376"/>
                </a:moveTo>
                <a:cubicBezTo>
                  <a:pt x="17995" y="3481"/>
                  <a:pt x="18079" y="3565"/>
                  <a:pt x="18183" y="3648"/>
                </a:cubicBezTo>
                <a:cubicBezTo>
                  <a:pt x="18204" y="3837"/>
                  <a:pt x="18204" y="4046"/>
                  <a:pt x="18225" y="4213"/>
                </a:cubicBezTo>
                <a:cubicBezTo>
                  <a:pt x="18183" y="4171"/>
                  <a:pt x="18100" y="4109"/>
                  <a:pt x="18037" y="4067"/>
                </a:cubicBezTo>
                <a:lnTo>
                  <a:pt x="17890" y="3899"/>
                </a:lnTo>
                <a:cubicBezTo>
                  <a:pt x="17911" y="3732"/>
                  <a:pt x="17911" y="3565"/>
                  <a:pt x="17911" y="3376"/>
                </a:cubicBezTo>
                <a:close/>
                <a:moveTo>
                  <a:pt x="17911" y="4109"/>
                </a:moveTo>
                <a:lnTo>
                  <a:pt x="17932" y="4151"/>
                </a:lnTo>
                <a:cubicBezTo>
                  <a:pt x="18037" y="4255"/>
                  <a:pt x="18121" y="4360"/>
                  <a:pt x="18246" y="4402"/>
                </a:cubicBezTo>
                <a:cubicBezTo>
                  <a:pt x="18288" y="4569"/>
                  <a:pt x="18288" y="4715"/>
                  <a:pt x="18309" y="4841"/>
                </a:cubicBezTo>
                <a:cubicBezTo>
                  <a:pt x="18225" y="4778"/>
                  <a:pt x="18142" y="4715"/>
                  <a:pt x="18079" y="4632"/>
                </a:cubicBezTo>
                <a:cubicBezTo>
                  <a:pt x="18016" y="4590"/>
                  <a:pt x="17974" y="4527"/>
                  <a:pt x="17911" y="4506"/>
                </a:cubicBezTo>
                <a:lnTo>
                  <a:pt x="17911" y="4109"/>
                </a:lnTo>
                <a:close/>
                <a:moveTo>
                  <a:pt x="17911" y="4799"/>
                </a:moveTo>
                <a:lnTo>
                  <a:pt x="17974" y="4841"/>
                </a:lnTo>
                <a:cubicBezTo>
                  <a:pt x="18079" y="4946"/>
                  <a:pt x="18183" y="5050"/>
                  <a:pt x="18309" y="5113"/>
                </a:cubicBezTo>
                <a:lnTo>
                  <a:pt x="18330" y="5113"/>
                </a:lnTo>
                <a:cubicBezTo>
                  <a:pt x="18351" y="5259"/>
                  <a:pt x="18351" y="5427"/>
                  <a:pt x="18393" y="5594"/>
                </a:cubicBezTo>
                <a:cubicBezTo>
                  <a:pt x="18330" y="5531"/>
                  <a:pt x="18225" y="5469"/>
                  <a:pt x="18183" y="5427"/>
                </a:cubicBezTo>
                <a:cubicBezTo>
                  <a:pt x="18100" y="5343"/>
                  <a:pt x="18016" y="5280"/>
                  <a:pt x="17911" y="5218"/>
                </a:cubicBezTo>
                <a:lnTo>
                  <a:pt x="17911" y="4799"/>
                </a:lnTo>
                <a:close/>
                <a:moveTo>
                  <a:pt x="17890" y="5364"/>
                </a:moveTo>
                <a:lnTo>
                  <a:pt x="18037" y="5531"/>
                </a:lnTo>
                <a:cubicBezTo>
                  <a:pt x="18142" y="5615"/>
                  <a:pt x="18225" y="5741"/>
                  <a:pt x="18351" y="5783"/>
                </a:cubicBezTo>
                <a:lnTo>
                  <a:pt x="18393" y="5783"/>
                </a:lnTo>
                <a:cubicBezTo>
                  <a:pt x="18414" y="5929"/>
                  <a:pt x="18414" y="6055"/>
                  <a:pt x="18434" y="6201"/>
                </a:cubicBezTo>
                <a:lnTo>
                  <a:pt x="18204" y="5971"/>
                </a:lnTo>
                <a:lnTo>
                  <a:pt x="17890" y="5657"/>
                </a:lnTo>
                <a:lnTo>
                  <a:pt x="17890" y="5364"/>
                </a:lnTo>
                <a:close/>
                <a:moveTo>
                  <a:pt x="19397" y="6578"/>
                </a:moveTo>
                <a:cubicBezTo>
                  <a:pt x="19460" y="6578"/>
                  <a:pt x="19543" y="6599"/>
                  <a:pt x="19585" y="6599"/>
                </a:cubicBezTo>
                <a:cubicBezTo>
                  <a:pt x="19564" y="6661"/>
                  <a:pt x="19502" y="6682"/>
                  <a:pt x="19481" y="6703"/>
                </a:cubicBezTo>
                <a:cubicBezTo>
                  <a:pt x="19481" y="6620"/>
                  <a:pt x="19460" y="6599"/>
                  <a:pt x="19397" y="6578"/>
                </a:cubicBezTo>
                <a:close/>
                <a:moveTo>
                  <a:pt x="18895" y="6557"/>
                </a:moveTo>
                <a:cubicBezTo>
                  <a:pt x="19038" y="6577"/>
                  <a:pt x="19181" y="6578"/>
                  <a:pt x="19304" y="6597"/>
                </a:cubicBezTo>
                <a:lnTo>
                  <a:pt x="19304" y="6597"/>
                </a:lnTo>
                <a:cubicBezTo>
                  <a:pt x="19300" y="6598"/>
                  <a:pt x="19296" y="6599"/>
                  <a:pt x="19292" y="6599"/>
                </a:cubicBezTo>
                <a:cubicBezTo>
                  <a:pt x="19250" y="6661"/>
                  <a:pt x="19188" y="6682"/>
                  <a:pt x="19146" y="6724"/>
                </a:cubicBezTo>
                <a:lnTo>
                  <a:pt x="19125" y="6703"/>
                </a:lnTo>
                <a:cubicBezTo>
                  <a:pt x="19146" y="6682"/>
                  <a:pt x="19146" y="6661"/>
                  <a:pt x="19083" y="6620"/>
                </a:cubicBezTo>
                <a:cubicBezTo>
                  <a:pt x="19062" y="6620"/>
                  <a:pt x="19020" y="6599"/>
                  <a:pt x="18978" y="6599"/>
                </a:cubicBezTo>
                <a:lnTo>
                  <a:pt x="18937" y="6599"/>
                </a:lnTo>
                <a:cubicBezTo>
                  <a:pt x="18937" y="6578"/>
                  <a:pt x="18895" y="6557"/>
                  <a:pt x="18895" y="6557"/>
                </a:cubicBezTo>
                <a:close/>
                <a:moveTo>
                  <a:pt x="16698" y="6557"/>
                </a:moveTo>
                <a:cubicBezTo>
                  <a:pt x="16656" y="6620"/>
                  <a:pt x="16635" y="6703"/>
                  <a:pt x="16572" y="6787"/>
                </a:cubicBezTo>
                <a:cubicBezTo>
                  <a:pt x="16572" y="6724"/>
                  <a:pt x="16614" y="6682"/>
                  <a:pt x="16614" y="6599"/>
                </a:cubicBezTo>
                <a:lnTo>
                  <a:pt x="16572" y="6578"/>
                </a:lnTo>
                <a:cubicBezTo>
                  <a:pt x="16635" y="6578"/>
                  <a:pt x="16656" y="6578"/>
                  <a:pt x="16698" y="6557"/>
                </a:cubicBezTo>
                <a:close/>
                <a:moveTo>
                  <a:pt x="15735" y="6682"/>
                </a:moveTo>
                <a:lnTo>
                  <a:pt x="15735" y="6682"/>
                </a:lnTo>
                <a:cubicBezTo>
                  <a:pt x="15714" y="6724"/>
                  <a:pt x="15714" y="6766"/>
                  <a:pt x="15693" y="6808"/>
                </a:cubicBezTo>
                <a:cubicBezTo>
                  <a:pt x="15652" y="6787"/>
                  <a:pt x="15631" y="6766"/>
                  <a:pt x="15610" y="6766"/>
                </a:cubicBezTo>
                <a:cubicBezTo>
                  <a:pt x="15572" y="6747"/>
                  <a:pt x="15539" y="6737"/>
                  <a:pt x="15508" y="6737"/>
                </a:cubicBezTo>
                <a:cubicBezTo>
                  <a:pt x="15470" y="6737"/>
                  <a:pt x="15435" y="6752"/>
                  <a:pt x="15401" y="6787"/>
                </a:cubicBezTo>
                <a:cubicBezTo>
                  <a:pt x="15401" y="6787"/>
                  <a:pt x="15380" y="6787"/>
                  <a:pt x="15380" y="6766"/>
                </a:cubicBezTo>
                <a:cubicBezTo>
                  <a:pt x="15505" y="6724"/>
                  <a:pt x="15610" y="6703"/>
                  <a:pt x="15735" y="6682"/>
                </a:cubicBezTo>
                <a:close/>
                <a:moveTo>
                  <a:pt x="17890" y="5845"/>
                </a:moveTo>
                <a:lnTo>
                  <a:pt x="17890" y="5845"/>
                </a:lnTo>
                <a:cubicBezTo>
                  <a:pt x="17953" y="5929"/>
                  <a:pt x="18016" y="5992"/>
                  <a:pt x="18100" y="6075"/>
                </a:cubicBezTo>
                <a:cubicBezTo>
                  <a:pt x="18204" y="6180"/>
                  <a:pt x="18309" y="6306"/>
                  <a:pt x="18434" y="6389"/>
                </a:cubicBezTo>
                <a:lnTo>
                  <a:pt x="18455" y="6389"/>
                </a:lnTo>
                <a:cubicBezTo>
                  <a:pt x="18476" y="6515"/>
                  <a:pt x="18476" y="6682"/>
                  <a:pt x="18518" y="6808"/>
                </a:cubicBezTo>
                <a:cubicBezTo>
                  <a:pt x="18476" y="6787"/>
                  <a:pt x="18434" y="6766"/>
                  <a:pt x="18414" y="6724"/>
                </a:cubicBezTo>
                <a:cubicBezTo>
                  <a:pt x="18246" y="6620"/>
                  <a:pt x="18121" y="6494"/>
                  <a:pt x="17995" y="6368"/>
                </a:cubicBezTo>
                <a:cubicBezTo>
                  <a:pt x="17953" y="6327"/>
                  <a:pt x="17932" y="6327"/>
                  <a:pt x="17911" y="6327"/>
                </a:cubicBezTo>
                <a:cubicBezTo>
                  <a:pt x="17890" y="6201"/>
                  <a:pt x="17890" y="6034"/>
                  <a:pt x="17890" y="5845"/>
                </a:cubicBezTo>
                <a:close/>
                <a:moveTo>
                  <a:pt x="19753" y="6620"/>
                </a:moveTo>
                <a:lnTo>
                  <a:pt x="19753" y="6620"/>
                </a:lnTo>
                <a:cubicBezTo>
                  <a:pt x="19920" y="6661"/>
                  <a:pt x="20108" y="6682"/>
                  <a:pt x="20297" y="6724"/>
                </a:cubicBezTo>
                <a:cubicBezTo>
                  <a:pt x="20276" y="6766"/>
                  <a:pt x="20234" y="6808"/>
                  <a:pt x="20213" y="6850"/>
                </a:cubicBezTo>
                <a:cubicBezTo>
                  <a:pt x="20192" y="6808"/>
                  <a:pt x="20171" y="6787"/>
                  <a:pt x="20108" y="6787"/>
                </a:cubicBezTo>
                <a:cubicBezTo>
                  <a:pt x="20094" y="6731"/>
                  <a:pt x="20034" y="6685"/>
                  <a:pt x="19970" y="6685"/>
                </a:cubicBezTo>
                <a:cubicBezTo>
                  <a:pt x="19939" y="6685"/>
                  <a:pt x="19906" y="6696"/>
                  <a:pt x="19878" y="6724"/>
                </a:cubicBezTo>
                <a:cubicBezTo>
                  <a:pt x="19815" y="6787"/>
                  <a:pt x="19795" y="6808"/>
                  <a:pt x="19774" y="6850"/>
                </a:cubicBezTo>
                <a:cubicBezTo>
                  <a:pt x="19774" y="6808"/>
                  <a:pt x="19774" y="6787"/>
                  <a:pt x="19795" y="6724"/>
                </a:cubicBezTo>
                <a:cubicBezTo>
                  <a:pt x="19774" y="6682"/>
                  <a:pt x="19774" y="6661"/>
                  <a:pt x="19753" y="6620"/>
                </a:cubicBezTo>
                <a:close/>
                <a:moveTo>
                  <a:pt x="15045" y="6829"/>
                </a:moveTo>
                <a:lnTo>
                  <a:pt x="15045" y="6892"/>
                </a:lnTo>
                <a:cubicBezTo>
                  <a:pt x="15028" y="6874"/>
                  <a:pt x="15006" y="6866"/>
                  <a:pt x="14982" y="6866"/>
                </a:cubicBezTo>
                <a:cubicBezTo>
                  <a:pt x="14921" y="6866"/>
                  <a:pt x="14851" y="6920"/>
                  <a:pt x="14836" y="6996"/>
                </a:cubicBezTo>
                <a:lnTo>
                  <a:pt x="14836" y="6933"/>
                </a:lnTo>
                <a:cubicBezTo>
                  <a:pt x="14836" y="6912"/>
                  <a:pt x="14836" y="6912"/>
                  <a:pt x="14794" y="6892"/>
                </a:cubicBezTo>
                <a:cubicBezTo>
                  <a:pt x="14877" y="6850"/>
                  <a:pt x="14961" y="6829"/>
                  <a:pt x="15045" y="6829"/>
                </a:cubicBezTo>
                <a:close/>
                <a:moveTo>
                  <a:pt x="20757" y="6829"/>
                </a:moveTo>
                <a:cubicBezTo>
                  <a:pt x="20883" y="6850"/>
                  <a:pt x="21029" y="6892"/>
                  <a:pt x="21155" y="6933"/>
                </a:cubicBezTo>
                <a:cubicBezTo>
                  <a:pt x="21113" y="6933"/>
                  <a:pt x="21050" y="6975"/>
                  <a:pt x="21029" y="7017"/>
                </a:cubicBezTo>
                <a:cubicBezTo>
                  <a:pt x="20998" y="6965"/>
                  <a:pt x="20956" y="6944"/>
                  <a:pt x="20914" y="6944"/>
                </a:cubicBezTo>
                <a:cubicBezTo>
                  <a:pt x="20872" y="6944"/>
                  <a:pt x="20830" y="6965"/>
                  <a:pt x="20799" y="6996"/>
                </a:cubicBezTo>
                <a:cubicBezTo>
                  <a:pt x="20799" y="6933"/>
                  <a:pt x="20757" y="6892"/>
                  <a:pt x="20757" y="6829"/>
                </a:cubicBezTo>
                <a:close/>
                <a:moveTo>
                  <a:pt x="21322" y="6975"/>
                </a:moveTo>
                <a:lnTo>
                  <a:pt x="21552" y="7038"/>
                </a:lnTo>
                <a:lnTo>
                  <a:pt x="21447" y="7143"/>
                </a:lnTo>
                <a:cubicBezTo>
                  <a:pt x="21447" y="7080"/>
                  <a:pt x="21364" y="7017"/>
                  <a:pt x="21322" y="6975"/>
                </a:cubicBezTo>
                <a:close/>
                <a:moveTo>
                  <a:pt x="14229" y="7101"/>
                </a:moveTo>
                <a:cubicBezTo>
                  <a:pt x="14208" y="7143"/>
                  <a:pt x="14166" y="7226"/>
                  <a:pt x="14145" y="7289"/>
                </a:cubicBezTo>
                <a:cubicBezTo>
                  <a:pt x="14124" y="7226"/>
                  <a:pt x="14082" y="7205"/>
                  <a:pt x="14041" y="7143"/>
                </a:cubicBezTo>
                <a:cubicBezTo>
                  <a:pt x="14103" y="7122"/>
                  <a:pt x="14166" y="7101"/>
                  <a:pt x="14229" y="7101"/>
                </a:cubicBezTo>
                <a:close/>
                <a:moveTo>
                  <a:pt x="21845" y="7143"/>
                </a:moveTo>
                <a:cubicBezTo>
                  <a:pt x="21929" y="7184"/>
                  <a:pt x="22012" y="7205"/>
                  <a:pt x="22096" y="7247"/>
                </a:cubicBezTo>
                <a:lnTo>
                  <a:pt x="22075" y="7289"/>
                </a:lnTo>
                <a:cubicBezTo>
                  <a:pt x="22037" y="7238"/>
                  <a:pt x="21984" y="7211"/>
                  <a:pt x="21934" y="7211"/>
                </a:cubicBezTo>
                <a:cubicBezTo>
                  <a:pt x="21901" y="7211"/>
                  <a:pt x="21870" y="7222"/>
                  <a:pt x="21845" y="7247"/>
                </a:cubicBezTo>
                <a:lnTo>
                  <a:pt x="21845" y="7143"/>
                </a:lnTo>
                <a:close/>
                <a:moveTo>
                  <a:pt x="14585" y="6975"/>
                </a:moveTo>
                <a:lnTo>
                  <a:pt x="14585" y="6975"/>
                </a:lnTo>
                <a:cubicBezTo>
                  <a:pt x="14564" y="7080"/>
                  <a:pt x="14543" y="7184"/>
                  <a:pt x="14480" y="7310"/>
                </a:cubicBezTo>
                <a:lnTo>
                  <a:pt x="14417" y="7080"/>
                </a:lnTo>
                <a:cubicBezTo>
                  <a:pt x="14438" y="7017"/>
                  <a:pt x="14438" y="7017"/>
                  <a:pt x="14417" y="7017"/>
                </a:cubicBezTo>
                <a:cubicBezTo>
                  <a:pt x="14459" y="6996"/>
                  <a:pt x="14543" y="6996"/>
                  <a:pt x="14585" y="6975"/>
                </a:cubicBezTo>
                <a:close/>
                <a:moveTo>
                  <a:pt x="22326" y="7310"/>
                </a:moveTo>
                <a:lnTo>
                  <a:pt x="22494" y="7394"/>
                </a:lnTo>
                <a:cubicBezTo>
                  <a:pt x="22452" y="7394"/>
                  <a:pt x="22410" y="7415"/>
                  <a:pt x="22389" y="7436"/>
                </a:cubicBezTo>
                <a:cubicBezTo>
                  <a:pt x="22389" y="7415"/>
                  <a:pt x="22368" y="7352"/>
                  <a:pt x="22326" y="7310"/>
                </a:cubicBezTo>
                <a:close/>
                <a:moveTo>
                  <a:pt x="17890" y="6515"/>
                </a:moveTo>
                <a:cubicBezTo>
                  <a:pt x="18016" y="6661"/>
                  <a:pt x="18121" y="6787"/>
                  <a:pt x="18267" y="6892"/>
                </a:cubicBezTo>
                <a:cubicBezTo>
                  <a:pt x="18351" y="6933"/>
                  <a:pt x="18434" y="7017"/>
                  <a:pt x="18539" y="7080"/>
                </a:cubicBezTo>
                <a:cubicBezTo>
                  <a:pt x="18560" y="7205"/>
                  <a:pt x="18560" y="7352"/>
                  <a:pt x="18602" y="7498"/>
                </a:cubicBezTo>
                <a:cubicBezTo>
                  <a:pt x="18455" y="7394"/>
                  <a:pt x="18309" y="7310"/>
                  <a:pt x="18183" y="7184"/>
                </a:cubicBezTo>
                <a:cubicBezTo>
                  <a:pt x="18079" y="7101"/>
                  <a:pt x="17995" y="6996"/>
                  <a:pt x="17890" y="6892"/>
                </a:cubicBezTo>
                <a:cubicBezTo>
                  <a:pt x="17870" y="6787"/>
                  <a:pt x="17890" y="6661"/>
                  <a:pt x="17890" y="6515"/>
                </a:cubicBezTo>
                <a:close/>
                <a:moveTo>
                  <a:pt x="19250" y="6996"/>
                </a:moveTo>
                <a:lnTo>
                  <a:pt x="19250" y="7122"/>
                </a:lnTo>
                <a:cubicBezTo>
                  <a:pt x="19250" y="7187"/>
                  <a:pt x="19302" y="7219"/>
                  <a:pt x="19357" y="7219"/>
                </a:cubicBezTo>
                <a:cubicBezTo>
                  <a:pt x="19407" y="7219"/>
                  <a:pt x="19461" y="7193"/>
                  <a:pt x="19481" y="7143"/>
                </a:cubicBezTo>
                <a:lnTo>
                  <a:pt x="19481" y="7143"/>
                </a:lnTo>
                <a:cubicBezTo>
                  <a:pt x="19481" y="7226"/>
                  <a:pt x="19460" y="7310"/>
                  <a:pt x="19418" y="7415"/>
                </a:cubicBezTo>
                <a:lnTo>
                  <a:pt x="19418" y="7498"/>
                </a:lnTo>
                <a:cubicBezTo>
                  <a:pt x="19355" y="7394"/>
                  <a:pt x="19250" y="7226"/>
                  <a:pt x="19167" y="7038"/>
                </a:cubicBezTo>
                <a:cubicBezTo>
                  <a:pt x="19188" y="7038"/>
                  <a:pt x="19230" y="7017"/>
                  <a:pt x="19250" y="6996"/>
                </a:cubicBezTo>
                <a:close/>
                <a:moveTo>
                  <a:pt x="13496" y="7331"/>
                </a:moveTo>
                <a:lnTo>
                  <a:pt x="13496" y="7331"/>
                </a:lnTo>
                <a:cubicBezTo>
                  <a:pt x="13476" y="7415"/>
                  <a:pt x="13476" y="7498"/>
                  <a:pt x="13434" y="7561"/>
                </a:cubicBezTo>
                <a:cubicBezTo>
                  <a:pt x="13434" y="7519"/>
                  <a:pt x="13392" y="7456"/>
                  <a:pt x="13329" y="7415"/>
                </a:cubicBezTo>
                <a:lnTo>
                  <a:pt x="13496" y="7331"/>
                </a:lnTo>
                <a:close/>
                <a:moveTo>
                  <a:pt x="19669" y="7498"/>
                </a:moveTo>
                <a:cubicBezTo>
                  <a:pt x="19690" y="7498"/>
                  <a:pt x="19690" y="7519"/>
                  <a:pt x="19711" y="7540"/>
                </a:cubicBezTo>
                <a:cubicBezTo>
                  <a:pt x="19669" y="7561"/>
                  <a:pt x="19648" y="7603"/>
                  <a:pt x="19606" y="7603"/>
                </a:cubicBezTo>
                <a:cubicBezTo>
                  <a:pt x="19585" y="7603"/>
                  <a:pt x="19564" y="7561"/>
                  <a:pt x="19502" y="7540"/>
                </a:cubicBezTo>
                <a:lnTo>
                  <a:pt x="19502" y="7540"/>
                </a:lnTo>
                <a:cubicBezTo>
                  <a:pt x="19525" y="7548"/>
                  <a:pt x="19550" y="7553"/>
                  <a:pt x="19575" y="7553"/>
                </a:cubicBezTo>
                <a:cubicBezTo>
                  <a:pt x="19617" y="7553"/>
                  <a:pt x="19656" y="7538"/>
                  <a:pt x="19669" y="7498"/>
                </a:cubicBezTo>
                <a:close/>
                <a:moveTo>
                  <a:pt x="14333" y="7436"/>
                </a:moveTo>
                <a:cubicBezTo>
                  <a:pt x="14354" y="7498"/>
                  <a:pt x="14354" y="7561"/>
                  <a:pt x="14375" y="7624"/>
                </a:cubicBezTo>
                <a:cubicBezTo>
                  <a:pt x="14354" y="7603"/>
                  <a:pt x="14333" y="7561"/>
                  <a:pt x="14313" y="7561"/>
                </a:cubicBezTo>
                <a:cubicBezTo>
                  <a:pt x="14313" y="7540"/>
                  <a:pt x="14333" y="7540"/>
                  <a:pt x="14333" y="7519"/>
                </a:cubicBezTo>
                <a:lnTo>
                  <a:pt x="14333" y="7436"/>
                </a:lnTo>
                <a:close/>
                <a:moveTo>
                  <a:pt x="22745" y="7498"/>
                </a:moveTo>
                <a:cubicBezTo>
                  <a:pt x="22808" y="7519"/>
                  <a:pt x="22891" y="7540"/>
                  <a:pt x="22933" y="7561"/>
                </a:cubicBezTo>
                <a:cubicBezTo>
                  <a:pt x="22880" y="7593"/>
                  <a:pt x="22822" y="7630"/>
                  <a:pt x="22765" y="7664"/>
                </a:cubicBezTo>
                <a:lnTo>
                  <a:pt x="22765" y="7664"/>
                </a:lnTo>
                <a:cubicBezTo>
                  <a:pt x="22800" y="7624"/>
                  <a:pt x="22795" y="7561"/>
                  <a:pt x="22745" y="7498"/>
                </a:cubicBezTo>
                <a:close/>
                <a:moveTo>
                  <a:pt x="16154" y="7352"/>
                </a:moveTo>
                <a:lnTo>
                  <a:pt x="16154" y="7394"/>
                </a:lnTo>
                <a:cubicBezTo>
                  <a:pt x="16135" y="7450"/>
                  <a:pt x="16217" y="7523"/>
                  <a:pt x="16309" y="7523"/>
                </a:cubicBezTo>
                <a:cubicBezTo>
                  <a:pt x="16320" y="7523"/>
                  <a:pt x="16331" y="7521"/>
                  <a:pt x="16342" y="7519"/>
                </a:cubicBezTo>
                <a:lnTo>
                  <a:pt x="16342" y="7519"/>
                </a:lnTo>
                <a:cubicBezTo>
                  <a:pt x="16321" y="7561"/>
                  <a:pt x="16321" y="7645"/>
                  <a:pt x="16321" y="7728"/>
                </a:cubicBezTo>
                <a:cubicBezTo>
                  <a:pt x="16237" y="7624"/>
                  <a:pt x="16133" y="7540"/>
                  <a:pt x="16049" y="7436"/>
                </a:cubicBezTo>
                <a:cubicBezTo>
                  <a:pt x="16112" y="7436"/>
                  <a:pt x="16133" y="7394"/>
                  <a:pt x="16154" y="7352"/>
                </a:cubicBezTo>
                <a:close/>
                <a:moveTo>
                  <a:pt x="22700" y="7701"/>
                </a:moveTo>
                <a:cubicBezTo>
                  <a:pt x="22665" y="7720"/>
                  <a:pt x="22631" y="7736"/>
                  <a:pt x="22598" y="7749"/>
                </a:cubicBezTo>
                <a:cubicBezTo>
                  <a:pt x="22598" y="7728"/>
                  <a:pt x="22619" y="7728"/>
                  <a:pt x="22619" y="7708"/>
                </a:cubicBezTo>
                <a:lnTo>
                  <a:pt x="22640" y="7708"/>
                </a:lnTo>
                <a:cubicBezTo>
                  <a:pt x="22662" y="7708"/>
                  <a:pt x="22682" y="7705"/>
                  <a:pt x="22700" y="7701"/>
                </a:cubicBezTo>
                <a:close/>
                <a:moveTo>
                  <a:pt x="18895" y="6787"/>
                </a:moveTo>
                <a:lnTo>
                  <a:pt x="18895" y="6787"/>
                </a:lnTo>
                <a:cubicBezTo>
                  <a:pt x="19062" y="7122"/>
                  <a:pt x="19250" y="7436"/>
                  <a:pt x="19460" y="7749"/>
                </a:cubicBezTo>
                <a:cubicBezTo>
                  <a:pt x="19292" y="7749"/>
                  <a:pt x="19146" y="7770"/>
                  <a:pt x="18999" y="7812"/>
                </a:cubicBezTo>
                <a:cubicBezTo>
                  <a:pt x="18978" y="7456"/>
                  <a:pt x="18937" y="7122"/>
                  <a:pt x="18895" y="6787"/>
                </a:cubicBezTo>
                <a:close/>
                <a:moveTo>
                  <a:pt x="20339" y="6933"/>
                </a:moveTo>
                <a:cubicBezTo>
                  <a:pt x="20380" y="7205"/>
                  <a:pt x="20485" y="7436"/>
                  <a:pt x="20611" y="7666"/>
                </a:cubicBezTo>
                <a:cubicBezTo>
                  <a:pt x="20611" y="7728"/>
                  <a:pt x="20631" y="7770"/>
                  <a:pt x="20631" y="7833"/>
                </a:cubicBezTo>
                <a:cubicBezTo>
                  <a:pt x="20339" y="7770"/>
                  <a:pt x="20025" y="7749"/>
                  <a:pt x="19753" y="7749"/>
                </a:cubicBezTo>
                <a:cubicBezTo>
                  <a:pt x="19753" y="7666"/>
                  <a:pt x="19795" y="7624"/>
                  <a:pt x="19836" y="7540"/>
                </a:cubicBezTo>
                <a:cubicBezTo>
                  <a:pt x="19878" y="7540"/>
                  <a:pt x="19878" y="7519"/>
                  <a:pt x="19899" y="7498"/>
                </a:cubicBezTo>
                <a:cubicBezTo>
                  <a:pt x="19962" y="7394"/>
                  <a:pt x="20004" y="7310"/>
                  <a:pt x="20087" y="7205"/>
                </a:cubicBezTo>
                <a:cubicBezTo>
                  <a:pt x="20192" y="7038"/>
                  <a:pt x="20297" y="6933"/>
                  <a:pt x="20339" y="6933"/>
                </a:cubicBezTo>
                <a:close/>
                <a:moveTo>
                  <a:pt x="12890" y="7624"/>
                </a:moveTo>
                <a:lnTo>
                  <a:pt x="12890" y="7854"/>
                </a:lnTo>
                <a:cubicBezTo>
                  <a:pt x="12869" y="7812"/>
                  <a:pt x="12848" y="7770"/>
                  <a:pt x="12806" y="7728"/>
                </a:cubicBezTo>
                <a:lnTo>
                  <a:pt x="12764" y="7666"/>
                </a:lnTo>
                <a:cubicBezTo>
                  <a:pt x="12806" y="7645"/>
                  <a:pt x="12848" y="7624"/>
                  <a:pt x="12890" y="7624"/>
                </a:cubicBezTo>
                <a:close/>
                <a:moveTo>
                  <a:pt x="16823" y="6975"/>
                </a:moveTo>
                <a:cubicBezTo>
                  <a:pt x="16823" y="7038"/>
                  <a:pt x="16782" y="7122"/>
                  <a:pt x="16782" y="7184"/>
                </a:cubicBezTo>
                <a:lnTo>
                  <a:pt x="16719" y="7875"/>
                </a:lnTo>
                <a:lnTo>
                  <a:pt x="16468" y="7875"/>
                </a:lnTo>
                <a:lnTo>
                  <a:pt x="16468" y="7854"/>
                </a:lnTo>
                <a:cubicBezTo>
                  <a:pt x="16551" y="7561"/>
                  <a:pt x="16677" y="7289"/>
                  <a:pt x="16823" y="6975"/>
                </a:cubicBezTo>
                <a:close/>
                <a:moveTo>
                  <a:pt x="14710" y="7498"/>
                </a:moveTo>
                <a:cubicBezTo>
                  <a:pt x="14752" y="7624"/>
                  <a:pt x="14773" y="7749"/>
                  <a:pt x="14773" y="7875"/>
                </a:cubicBezTo>
                <a:lnTo>
                  <a:pt x="14773" y="7917"/>
                </a:lnTo>
                <a:cubicBezTo>
                  <a:pt x="14689" y="7854"/>
                  <a:pt x="14668" y="7833"/>
                  <a:pt x="14605" y="7770"/>
                </a:cubicBezTo>
                <a:cubicBezTo>
                  <a:pt x="14605" y="7770"/>
                  <a:pt x="14605" y="7749"/>
                  <a:pt x="14647" y="7749"/>
                </a:cubicBezTo>
                <a:cubicBezTo>
                  <a:pt x="14668" y="7666"/>
                  <a:pt x="14689" y="7561"/>
                  <a:pt x="14710" y="7498"/>
                </a:cubicBezTo>
                <a:close/>
                <a:moveTo>
                  <a:pt x="12576" y="7749"/>
                </a:moveTo>
                <a:lnTo>
                  <a:pt x="12576" y="7812"/>
                </a:lnTo>
                <a:lnTo>
                  <a:pt x="12576" y="7854"/>
                </a:lnTo>
                <a:cubicBezTo>
                  <a:pt x="12555" y="7854"/>
                  <a:pt x="12513" y="7833"/>
                  <a:pt x="12513" y="7833"/>
                </a:cubicBezTo>
                <a:cubicBezTo>
                  <a:pt x="12450" y="7833"/>
                  <a:pt x="12429" y="7875"/>
                  <a:pt x="12429" y="7938"/>
                </a:cubicBezTo>
                <a:lnTo>
                  <a:pt x="12346" y="7854"/>
                </a:lnTo>
                <a:cubicBezTo>
                  <a:pt x="12429" y="7791"/>
                  <a:pt x="12492" y="7770"/>
                  <a:pt x="12576" y="7749"/>
                </a:cubicBezTo>
                <a:close/>
                <a:moveTo>
                  <a:pt x="23352" y="7749"/>
                </a:moveTo>
                <a:lnTo>
                  <a:pt x="23352" y="7749"/>
                </a:lnTo>
                <a:cubicBezTo>
                  <a:pt x="23477" y="7833"/>
                  <a:pt x="23603" y="7875"/>
                  <a:pt x="23749" y="7959"/>
                </a:cubicBezTo>
                <a:lnTo>
                  <a:pt x="23707" y="7980"/>
                </a:lnTo>
                <a:lnTo>
                  <a:pt x="23707" y="8063"/>
                </a:lnTo>
                <a:cubicBezTo>
                  <a:pt x="23686" y="8063"/>
                  <a:pt x="23665" y="8042"/>
                  <a:pt x="23644" y="7980"/>
                </a:cubicBezTo>
                <a:cubicBezTo>
                  <a:pt x="23617" y="7952"/>
                  <a:pt x="23574" y="7937"/>
                  <a:pt x="23532" y="7937"/>
                </a:cubicBezTo>
                <a:cubicBezTo>
                  <a:pt x="23478" y="7937"/>
                  <a:pt x="23426" y="7962"/>
                  <a:pt x="23414" y="8021"/>
                </a:cubicBezTo>
                <a:lnTo>
                  <a:pt x="23414" y="8063"/>
                </a:lnTo>
                <a:cubicBezTo>
                  <a:pt x="23372" y="7959"/>
                  <a:pt x="23352" y="7854"/>
                  <a:pt x="23352" y="7749"/>
                </a:cubicBezTo>
                <a:close/>
                <a:moveTo>
                  <a:pt x="15275" y="6996"/>
                </a:moveTo>
                <a:cubicBezTo>
                  <a:pt x="15568" y="7289"/>
                  <a:pt x="15840" y="7603"/>
                  <a:pt x="16133" y="7917"/>
                </a:cubicBezTo>
                <a:cubicBezTo>
                  <a:pt x="15798" y="7938"/>
                  <a:pt x="15463" y="8021"/>
                  <a:pt x="15108" y="8126"/>
                </a:cubicBezTo>
                <a:cubicBezTo>
                  <a:pt x="15170" y="7749"/>
                  <a:pt x="15212" y="7352"/>
                  <a:pt x="15275" y="6996"/>
                </a:cubicBezTo>
                <a:close/>
                <a:moveTo>
                  <a:pt x="17870" y="7143"/>
                </a:moveTo>
                <a:cubicBezTo>
                  <a:pt x="18079" y="7373"/>
                  <a:pt x="18309" y="7603"/>
                  <a:pt x="18560" y="7666"/>
                </a:cubicBezTo>
                <a:lnTo>
                  <a:pt x="18602" y="7666"/>
                </a:lnTo>
                <a:cubicBezTo>
                  <a:pt x="18623" y="7833"/>
                  <a:pt x="18623" y="7959"/>
                  <a:pt x="18644" y="8126"/>
                </a:cubicBezTo>
                <a:cubicBezTo>
                  <a:pt x="18560" y="8042"/>
                  <a:pt x="18455" y="7980"/>
                  <a:pt x="18393" y="7896"/>
                </a:cubicBezTo>
                <a:cubicBezTo>
                  <a:pt x="18225" y="7770"/>
                  <a:pt x="18037" y="7645"/>
                  <a:pt x="17890" y="7519"/>
                </a:cubicBezTo>
                <a:lnTo>
                  <a:pt x="17870" y="7519"/>
                </a:lnTo>
                <a:lnTo>
                  <a:pt x="17870" y="7310"/>
                </a:lnTo>
                <a:lnTo>
                  <a:pt x="17870" y="7143"/>
                </a:lnTo>
                <a:close/>
                <a:moveTo>
                  <a:pt x="21657" y="7184"/>
                </a:moveTo>
                <a:cubicBezTo>
                  <a:pt x="21699" y="7519"/>
                  <a:pt x="21740" y="7833"/>
                  <a:pt x="21782" y="8168"/>
                </a:cubicBezTo>
                <a:cubicBezTo>
                  <a:pt x="21489" y="8042"/>
                  <a:pt x="21217" y="7959"/>
                  <a:pt x="20924" y="7875"/>
                </a:cubicBezTo>
                <a:cubicBezTo>
                  <a:pt x="21155" y="7645"/>
                  <a:pt x="21385" y="7415"/>
                  <a:pt x="21657" y="7184"/>
                </a:cubicBezTo>
                <a:close/>
                <a:moveTo>
                  <a:pt x="22012" y="8042"/>
                </a:moveTo>
                <a:lnTo>
                  <a:pt x="22012" y="8063"/>
                </a:lnTo>
                <a:cubicBezTo>
                  <a:pt x="22054" y="8084"/>
                  <a:pt x="22075" y="8084"/>
                  <a:pt x="22096" y="8126"/>
                </a:cubicBezTo>
                <a:cubicBezTo>
                  <a:pt x="22075" y="8147"/>
                  <a:pt x="22033" y="8168"/>
                  <a:pt x="21991" y="8189"/>
                </a:cubicBezTo>
                <a:cubicBezTo>
                  <a:pt x="21991" y="8147"/>
                  <a:pt x="21971" y="8084"/>
                  <a:pt x="21971" y="8042"/>
                </a:cubicBezTo>
                <a:close/>
                <a:moveTo>
                  <a:pt x="12116" y="7980"/>
                </a:moveTo>
                <a:cubicBezTo>
                  <a:pt x="12116" y="8071"/>
                  <a:pt x="12116" y="8147"/>
                  <a:pt x="12130" y="8235"/>
                </a:cubicBezTo>
                <a:lnTo>
                  <a:pt x="12130" y="8235"/>
                </a:lnTo>
                <a:cubicBezTo>
                  <a:pt x="12124" y="8210"/>
                  <a:pt x="12116" y="8181"/>
                  <a:pt x="12116" y="8168"/>
                </a:cubicBezTo>
                <a:cubicBezTo>
                  <a:pt x="12074" y="8084"/>
                  <a:pt x="12032" y="8063"/>
                  <a:pt x="11969" y="8063"/>
                </a:cubicBezTo>
                <a:cubicBezTo>
                  <a:pt x="12032" y="8042"/>
                  <a:pt x="12053" y="8021"/>
                  <a:pt x="12116" y="7980"/>
                </a:cubicBezTo>
                <a:close/>
                <a:moveTo>
                  <a:pt x="24000" y="8168"/>
                </a:moveTo>
                <a:cubicBezTo>
                  <a:pt x="24042" y="8189"/>
                  <a:pt x="24063" y="8189"/>
                  <a:pt x="24105" y="8231"/>
                </a:cubicBezTo>
                <a:cubicBezTo>
                  <a:pt x="24065" y="8257"/>
                  <a:pt x="24024" y="8276"/>
                  <a:pt x="23979" y="8302"/>
                </a:cubicBezTo>
                <a:lnTo>
                  <a:pt x="23979" y="8302"/>
                </a:lnTo>
                <a:cubicBezTo>
                  <a:pt x="24008" y="8275"/>
                  <a:pt x="24023" y="8235"/>
                  <a:pt x="24000" y="8189"/>
                </a:cubicBezTo>
                <a:lnTo>
                  <a:pt x="24000" y="8168"/>
                </a:lnTo>
                <a:close/>
                <a:moveTo>
                  <a:pt x="23937" y="8327"/>
                </a:moveTo>
                <a:lnTo>
                  <a:pt x="23937" y="8327"/>
                </a:lnTo>
                <a:cubicBezTo>
                  <a:pt x="23924" y="8336"/>
                  <a:pt x="23910" y="8345"/>
                  <a:pt x="23896" y="8356"/>
                </a:cubicBezTo>
                <a:lnTo>
                  <a:pt x="23896" y="8335"/>
                </a:lnTo>
                <a:cubicBezTo>
                  <a:pt x="23909" y="8335"/>
                  <a:pt x="23923" y="8332"/>
                  <a:pt x="23937" y="8327"/>
                </a:cubicBezTo>
                <a:close/>
                <a:moveTo>
                  <a:pt x="13371" y="8461"/>
                </a:moveTo>
                <a:lnTo>
                  <a:pt x="13371" y="8586"/>
                </a:lnTo>
                <a:cubicBezTo>
                  <a:pt x="13329" y="8565"/>
                  <a:pt x="13308" y="8565"/>
                  <a:pt x="13266" y="8544"/>
                </a:cubicBezTo>
                <a:cubicBezTo>
                  <a:pt x="13308" y="8544"/>
                  <a:pt x="13371" y="8503"/>
                  <a:pt x="13371" y="8461"/>
                </a:cubicBezTo>
                <a:close/>
                <a:moveTo>
                  <a:pt x="23561" y="8398"/>
                </a:moveTo>
                <a:cubicBezTo>
                  <a:pt x="23624" y="8461"/>
                  <a:pt x="23644" y="8503"/>
                  <a:pt x="23644" y="8544"/>
                </a:cubicBezTo>
                <a:cubicBezTo>
                  <a:pt x="23582" y="8565"/>
                  <a:pt x="23561" y="8586"/>
                  <a:pt x="23498" y="8607"/>
                </a:cubicBezTo>
                <a:cubicBezTo>
                  <a:pt x="23540" y="8544"/>
                  <a:pt x="23561" y="8482"/>
                  <a:pt x="23561" y="8398"/>
                </a:cubicBezTo>
                <a:close/>
                <a:moveTo>
                  <a:pt x="18602" y="3711"/>
                </a:moveTo>
                <a:lnTo>
                  <a:pt x="18602" y="3711"/>
                </a:lnTo>
                <a:cubicBezTo>
                  <a:pt x="19188" y="3941"/>
                  <a:pt x="19899" y="3941"/>
                  <a:pt x="20548" y="4088"/>
                </a:cubicBezTo>
                <a:cubicBezTo>
                  <a:pt x="21364" y="4276"/>
                  <a:pt x="22180" y="4569"/>
                  <a:pt x="22954" y="4904"/>
                </a:cubicBezTo>
                <a:cubicBezTo>
                  <a:pt x="24460" y="5552"/>
                  <a:pt x="25821" y="6494"/>
                  <a:pt x="26992" y="7624"/>
                </a:cubicBezTo>
                <a:cubicBezTo>
                  <a:pt x="26406" y="7938"/>
                  <a:pt x="25862" y="8335"/>
                  <a:pt x="25339" y="8712"/>
                </a:cubicBezTo>
                <a:lnTo>
                  <a:pt x="25318" y="8691"/>
                </a:lnTo>
                <a:cubicBezTo>
                  <a:pt x="23675" y="7262"/>
                  <a:pt x="21537" y="6292"/>
                  <a:pt x="19333" y="6292"/>
                </a:cubicBezTo>
                <a:cubicBezTo>
                  <a:pt x="19180" y="6292"/>
                  <a:pt x="19027" y="6296"/>
                  <a:pt x="18874" y="6306"/>
                </a:cubicBezTo>
                <a:cubicBezTo>
                  <a:pt x="18769" y="5448"/>
                  <a:pt x="18706" y="4590"/>
                  <a:pt x="18602" y="3711"/>
                </a:cubicBezTo>
                <a:close/>
                <a:moveTo>
                  <a:pt x="11634" y="8335"/>
                </a:moveTo>
                <a:cubicBezTo>
                  <a:pt x="11634" y="8461"/>
                  <a:pt x="11634" y="8586"/>
                  <a:pt x="11655" y="8754"/>
                </a:cubicBezTo>
                <a:cubicBezTo>
                  <a:pt x="11592" y="8649"/>
                  <a:pt x="11509" y="8544"/>
                  <a:pt x="11446" y="8461"/>
                </a:cubicBezTo>
                <a:cubicBezTo>
                  <a:pt x="11509" y="8398"/>
                  <a:pt x="11551" y="8356"/>
                  <a:pt x="11634" y="8335"/>
                </a:cubicBezTo>
                <a:close/>
                <a:moveTo>
                  <a:pt x="13706" y="7352"/>
                </a:moveTo>
                <a:cubicBezTo>
                  <a:pt x="14061" y="7645"/>
                  <a:pt x="14438" y="7938"/>
                  <a:pt x="14836" y="8231"/>
                </a:cubicBezTo>
                <a:cubicBezTo>
                  <a:pt x="14459" y="8356"/>
                  <a:pt x="14103" y="8503"/>
                  <a:pt x="13789" y="8670"/>
                </a:cubicBezTo>
                <a:cubicBezTo>
                  <a:pt x="13727" y="8691"/>
                  <a:pt x="13643" y="8712"/>
                  <a:pt x="13580" y="8775"/>
                </a:cubicBezTo>
                <a:cubicBezTo>
                  <a:pt x="13580" y="8293"/>
                  <a:pt x="13622" y="7833"/>
                  <a:pt x="13706" y="7352"/>
                </a:cubicBezTo>
                <a:close/>
                <a:moveTo>
                  <a:pt x="11237" y="8649"/>
                </a:moveTo>
                <a:cubicBezTo>
                  <a:pt x="11237" y="8691"/>
                  <a:pt x="11279" y="8775"/>
                  <a:pt x="11279" y="8816"/>
                </a:cubicBezTo>
                <a:cubicBezTo>
                  <a:pt x="11237" y="8796"/>
                  <a:pt x="11216" y="8775"/>
                  <a:pt x="11174" y="8733"/>
                </a:cubicBezTo>
                <a:cubicBezTo>
                  <a:pt x="11174" y="8712"/>
                  <a:pt x="11132" y="8712"/>
                  <a:pt x="11132" y="8712"/>
                </a:cubicBezTo>
                <a:cubicBezTo>
                  <a:pt x="11174" y="8691"/>
                  <a:pt x="11216" y="8670"/>
                  <a:pt x="11237" y="8649"/>
                </a:cubicBezTo>
                <a:close/>
                <a:moveTo>
                  <a:pt x="22975" y="7833"/>
                </a:moveTo>
                <a:cubicBezTo>
                  <a:pt x="22975" y="8168"/>
                  <a:pt x="23017" y="8503"/>
                  <a:pt x="23017" y="8858"/>
                </a:cubicBezTo>
                <a:cubicBezTo>
                  <a:pt x="22745" y="8670"/>
                  <a:pt x="22452" y="8482"/>
                  <a:pt x="22159" y="8335"/>
                </a:cubicBezTo>
                <a:cubicBezTo>
                  <a:pt x="22410" y="8147"/>
                  <a:pt x="22703" y="7959"/>
                  <a:pt x="22975" y="7833"/>
                </a:cubicBezTo>
                <a:close/>
                <a:moveTo>
                  <a:pt x="17870" y="7728"/>
                </a:moveTo>
                <a:cubicBezTo>
                  <a:pt x="17995" y="7833"/>
                  <a:pt x="18121" y="7959"/>
                  <a:pt x="18246" y="8063"/>
                </a:cubicBezTo>
                <a:cubicBezTo>
                  <a:pt x="18393" y="8168"/>
                  <a:pt x="18518" y="8272"/>
                  <a:pt x="18665" y="8356"/>
                </a:cubicBezTo>
                <a:cubicBezTo>
                  <a:pt x="18706" y="8544"/>
                  <a:pt x="18727" y="8712"/>
                  <a:pt x="18727" y="8900"/>
                </a:cubicBezTo>
                <a:cubicBezTo>
                  <a:pt x="18602" y="8796"/>
                  <a:pt x="18455" y="8712"/>
                  <a:pt x="18330" y="8649"/>
                </a:cubicBezTo>
                <a:cubicBezTo>
                  <a:pt x="18142" y="8503"/>
                  <a:pt x="17995" y="8377"/>
                  <a:pt x="17870" y="8231"/>
                </a:cubicBezTo>
                <a:lnTo>
                  <a:pt x="17870" y="7728"/>
                </a:lnTo>
                <a:close/>
                <a:moveTo>
                  <a:pt x="17179" y="3753"/>
                </a:moveTo>
                <a:cubicBezTo>
                  <a:pt x="17074" y="4590"/>
                  <a:pt x="16970" y="5427"/>
                  <a:pt x="16886" y="6264"/>
                </a:cubicBezTo>
                <a:lnTo>
                  <a:pt x="16865" y="6264"/>
                </a:lnTo>
                <a:cubicBezTo>
                  <a:pt x="15652" y="6368"/>
                  <a:pt x="14522" y="6599"/>
                  <a:pt x="13392" y="7080"/>
                </a:cubicBezTo>
                <a:cubicBezTo>
                  <a:pt x="12806" y="7310"/>
                  <a:pt x="12220" y="7561"/>
                  <a:pt x="11718" y="7917"/>
                </a:cubicBezTo>
                <a:cubicBezTo>
                  <a:pt x="11237" y="8231"/>
                  <a:pt x="10860" y="8649"/>
                  <a:pt x="10442" y="9005"/>
                </a:cubicBezTo>
                <a:cubicBezTo>
                  <a:pt x="9772" y="8482"/>
                  <a:pt x="9103" y="7959"/>
                  <a:pt x="8412" y="7436"/>
                </a:cubicBezTo>
                <a:cubicBezTo>
                  <a:pt x="10797" y="5197"/>
                  <a:pt x="13999" y="4213"/>
                  <a:pt x="17179" y="3753"/>
                </a:cubicBezTo>
                <a:close/>
                <a:moveTo>
                  <a:pt x="11007" y="8858"/>
                </a:moveTo>
                <a:lnTo>
                  <a:pt x="11007" y="8879"/>
                </a:lnTo>
                <a:cubicBezTo>
                  <a:pt x="11007" y="8921"/>
                  <a:pt x="11028" y="8963"/>
                  <a:pt x="11028" y="9005"/>
                </a:cubicBezTo>
                <a:cubicBezTo>
                  <a:pt x="10986" y="8984"/>
                  <a:pt x="10944" y="8963"/>
                  <a:pt x="10902" y="8921"/>
                </a:cubicBezTo>
                <a:cubicBezTo>
                  <a:pt x="10923" y="8900"/>
                  <a:pt x="10986" y="8879"/>
                  <a:pt x="11007" y="8858"/>
                </a:cubicBezTo>
                <a:close/>
                <a:moveTo>
                  <a:pt x="11509" y="8963"/>
                </a:moveTo>
                <a:lnTo>
                  <a:pt x="11509" y="8963"/>
                </a:lnTo>
                <a:cubicBezTo>
                  <a:pt x="11572" y="9068"/>
                  <a:pt x="11634" y="9130"/>
                  <a:pt x="11718" y="9235"/>
                </a:cubicBezTo>
                <a:cubicBezTo>
                  <a:pt x="11737" y="9273"/>
                  <a:pt x="11785" y="9293"/>
                  <a:pt x="11833" y="9293"/>
                </a:cubicBezTo>
                <a:cubicBezTo>
                  <a:pt x="11891" y="9293"/>
                  <a:pt x="11948" y="9262"/>
                  <a:pt x="11948" y="9193"/>
                </a:cubicBezTo>
                <a:cubicBezTo>
                  <a:pt x="11948" y="9142"/>
                  <a:pt x="11948" y="9106"/>
                  <a:pt x="11943" y="9072"/>
                </a:cubicBezTo>
                <a:lnTo>
                  <a:pt x="11943" y="9072"/>
                </a:lnTo>
                <a:cubicBezTo>
                  <a:pt x="11966" y="9154"/>
                  <a:pt x="11999" y="9236"/>
                  <a:pt x="12032" y="9319"/>
                </a:cubicBezTo>
                <a:cubicBezTo>
                  <a:pt x="11906" y="9319"/>
                  <a:pt x="11718" y="9298"/>
                  <a:pt x="11530" y="9277"/>
                </a:cubicBezTo>
                <a:lnTo>
                  <a:pt x="11530" y="9214"/>
                </a:lnTo>
                <a:cubicBezTo>
                  <a:pt x="11530" y="9130"/>
                  <a:pt x="11509" y="9026"/>
                  <a:pt x="11509" y="8963"/>
                </a:cubicBezTo>
                <a:close/>
                <a:moveTo>
                  <a:pt x="12325" y="8126"/>
                </a:moveTo>
                <a:lnTo>
                  <a:pt x="12325" y="8126"/>
                </a:lnTo>
                <a:cubicBezTo>
                  <a:pt x="12639" y="8377"/>
                  <a:pt x="12994" y="8649"/>
                  <a:pt x="13392" y="8858"/>
                </a:cubicBezTo>
                <a:cubicBezTo>
                  <a:pt x="13078" y="9005"/>
                  <a:pt x="12743" y="9193"/>
                  <a:pt x="12450" y="9423"/>
                </a:cubicBezTo>
                <a:cubicBezTo>
                  <a:pt x="12367" y="8984"/>
                  <a:pt x="12346" y="8544"/>
                  <a:pt x="12325" y="8126"/>
                </a:cubicBezTo>
                <a:close/>
                <a:moveTo>
                  <a:pt x="17828" y="8335"/>
                </a:moveTo>
                <a:cubicBezTo>
                  <a:pt x="17974" y="8461"/>
                  <a:pt x="18121" y="8586"/>
                  <a:pt x="18246" y="8691"/>
                </a:cubicBezTo>
                <a:cubicBezTo>
                  <a:pt x="18393" y="8796"/>
                  <a:pt x="18539" y="8942"/>
                  <a:pt x="18706" y="9005"/>
                </a:cubicBezTo>
                <a:lnTo>
                  <a:pt x="18727" y="9005"/>
                </a:lnTo>
                <a:cubicBezTo>
                  <a:pt x="18748" y="9193"/>
                  <a:pt x="18769" y="9361"/>
                  <a:pt x="18769" y="9549"/>
                </a:cubicBezTo>
                <a:cubicBezTo>
                  <a:pt x="18665" y="9465"/>
                  <a:pt x="18539" y="9402"/>
                  <a:pt x="18434" y="9319"/>
                </a:cubicBezTo>
                <a:cubicBezTo>
                  <a:pt x="18246" y="9193"/>
                  <a:pt x="18100" y="9068"/>
                  <a:pt x="17911" y="8921"/>
                </a:cubicBezTo>
                <a:cubicBezTo>
                  <a:pt x="17890" y="8911"/>
                  <a:pt x="17870" y="8905"/>
                  <a:pt x="17849" y="8905"/>
                </a:cubicBezTo>
                <a:cubicBezTo>
                  <a:pt x="17828" y="8905"/>
                  <a:pt x="17807" y="8911"/>
                  <a:pt x="17786" y="8921"/>
                </a:cubicBezTo>
                <a:cubicBezTo>
                  <a:pt x="17828" y="8754"/>
                  <a:pt x="17828" y="8544"/>
                  <a:pt x="17828" y="8335"/>
                </a:cubicBezTo>
                <a:close/>
                <a:moveTo>
                  <a:pt x="25193" y="9277"/>
                </a:moveTo>
                <a:lnTo>
                  <a:pt x="24795" y="9653"/>
                </a:lnTo>
                <a:cubicBezTo>
                  <a:pt x="24795" y="9633"/>
                  <a:pt x="24795" y="9612"/>
                  <a:pt x="24774" y="9591"/>
                </a:cubicBezTo>
                <a:cubicBezTo>
                  <a:pt x="24900" y="9486"/>
                  <a:pt x="25046" y="9381"/>
                  <a:pt x="25193" y="9277"/>
                </a:cubicBezTo>
                <a:close/>
                <a:moveTo>
                  <a:pt x="9333" y="9005"/>
                </a:moveTo>
                <a:cubicBezTo>
                  <a:pt x="9542" y="9214"/>
                  <a:pt x="9730" y="9423"/>
                  <a:pt x="9939" y="9633"/>
                </a:cubicBezTo>
                <a:cubicBezTo>
                  <a:pt x="9939" y="9716"/>
                  <a:pt x="9960" y="9758"/>
                  <a:pt x="9981" y="9842"/>
                </a:cubicBezTo>
                <a:cubicBezTo>
                  <a:pt x="9835" y="9633"/>
                  <a:pt x="9647" y="9423"/>
                  <a:pt x="9500" y="9214"/>
                </a:cubicBezTo>
                <a:cubicBezTo>
                  <a:pt x="9437" y="9172"/>
                  <a:pt x="9395" y="9089"/>
                  <a:pt x="9333" y="9005"/>
                </a:cubicBezTo>
                <a:close/>
                <a:moveTo>
                  <a:pt x="25841" y="9758"/>
                </a:moveTo>
                <a:cubicBezTo>
                  <a:pt x="25841" y="9758"/>
                  <a:pt x="25841" y="9800"/>
                  <a:pt x="25862" y="9800"/>
                </a:cubicBezTo>
                <a:cubicBezTo>
                  <a:pt x="25883" y="9821"/>
                  <a:pt x="25883" y="9842"/>
                  <a:pt x="25925" y="9863"/>
                </a:cubicBezTo>
                <a:cubicBezTo>
                  <a:pt x="25904" y="9852"/>
                  <a:pt x="25883" y="9847"/>
                  <a:pt x="25865" y="9847"/>
                </a:cubicBezTo>
                <a:cubicBezTo>
                  <a:pt x="25847" y="9847"/>
                  <a:pt x="25831" y="9852"/>
                  <a:pt x="25821" y="9863"/>
                </a:cubicBezTo>
                <a:cubicBezTo>
                  <a:pt x="25821" y="9842"/>
                  <a:pt x="25779" y="9842"/>
                  <a:pt x="25779" y="9842"/>
                </a:cubicBezTo>
                <a:cubicBezTo>
                  <a:pt x="25821" y="9821"/>
                  <a:pt x="25841" y="9800"/>
                  <a:pt x="25841" y="9758"/>
                </a:cubicBezTo>
                <a:close/>
                <a:moveTo>
                  <a:pt x="24586" y="9716"/>
                </a:moveTo>
                <a:cubicBezTo>
                  <a:pt x="24586" y="9758"/>
                  <a:pt x="24607" y="9800"/>
                  <a:pt x="24607" y="9842"/>
                </a:cubicBezTo>
                <a:cubicBezTo>
                  <a:pt x="24523" y="9925"/>
                  <a:pt x="24419" y="10009"/>
                  <a:pt x="24356" y="10114"/>
                </a:cubicBezTo>
                <a:cubicBezTo>
                  <a:pt x="24356" y="10009"/>
                  <a:pt x="24356" y="9946"/>
                  <a:pt x="24314" y="9905"/>
                </a:cubicBezTo>
                <a:cubicBezTo>
                  <a:pt x="24398" y="9842"/>
                  <a:pt x="24502" y="9758"/>
                  <a:pt x="24586" y="9716"/>
                </a:cubicBezTo>
                <a:close/>
                <a:moveTo>
                  <a:pt x="10609" y="9109"/>
                </a:moveTo>
                <a:cubicBezTo>
                  <a:pt x="10609" y="9130"/>
                  <a:pt x="10609" y="9130"/>
                  <a:pt x="10651" y="9172"/>
                </a:cubicBezTo>
                <a:cubicBezTo>
                  <a:pt x="10797" y="9193"/>
                  <a:pt x="10923" y="9235"/>
                  <a:pt x="11069" y="9277"/>
                </a:cubicBezTo>
                <a:cubicBezTo>
                  <a:pt x="11090" y="9277"/>
                  <a:pt x="11090" y="9298"/>
                  <a:pt x="11111" y="9298"/>
                </a:cubicBezTo>
                <a:cubicBezTo>
                  <a:pt x="11122" y="9308"/>
                  <a:pt x="11143" y="9313"/>
                  <a:pt x="11164" y="9313"/>
                </a:cubicBezTo>
                <a:cubicBezTo>
                  <a:pt x="11184" y="9313"/>
                  <a:pt x="11205" y="9308"/>
                  <a:pt x="11216" y="9298"/>
                </a:cubicBezTo>
                <a:cubicBezTo>
                  <a:pt x="11592" y="9381"/>
                  <a:pt x="11927" y="9444"/>
                  <a:pt x="12283" y="9528"/>
                </a:cubicBezTo>
                <a:cubicBezTo>
                  <a:pt x="12116" y="9716"/>
                  <a:pt x="11948" y="9905"/>
                  <a:pt x="11844" y="10135"/>
                </a:cubicBezTo>
                <a:cubicBezTo>
                  <a:pt x="11425" y="9800"/>
                  <a:pt x="11007" y="9486"/>
                  <a:pt x="10588" y="9130"/>
                </a:cubicBezTo>
                <a:lnTo>
                  <a:pt x="10609" y="9109"/>
                </a:lnTo>
                <a:close/>
                <a:moveTo>
                  <a:pt x="17828" y="9068"/>
                </a:moveTo>
                <a:cubicBezTo>
                  <a:pt x="18121" y="9319"/>
                  <a:pt x="18455" y="9653"/>
                  <a:pt x="18832" y="9821"/>
                </a:cubicBezTo>
                <a:cubicBezTo>
                  <a:pt x="18853" y="9967"/>
                  <a:pt x="18874" y="10156"/>
                  <a:pt x="18874" y="10302"/>
                </a:cubicBezTo>
                <a:cubicBezTo>
                  <a:pt x="18748" y="10239"/>
                  <a:pt x="18623" y="10156"/>
                  <a:pt x="18518" y="10072"/>
                </a:cubicBezTo>
                <a:cubicBezTo>
                  <a:pt x="18309" y="9925"/>
                  <a:pt x="18079" y="9758"/>
                  <a:pt x="17890" y="9591"/>
                </a:cubicBezTo>
                <a:cubicBezTo>
                  <a:pt x="17880" y="9570"/>
                  <a:pt x="17864" y="9559"/>
                  <a:pt x="17851" y="9559"/>
                </a:cubicBezTo>
                <a:cubicBezTo>
                  <a:pt x="17838" y="9559"/>
                  <a:pt x="17828" y="9570"/>
                  <a:pt x="17828" y="9591"/>
                </a:cubicBezTo>
                <a:lnTo>
                  <a:pt x="17828" y="9068"/>
                </a:lnTo>
                <a:close/>
                <a:moveTo>
                  <a:pt x="24168" y="9988"/>
                </a:moveTo>
                <a:cubicBezTo>
                  <a:pt x="24188" y="10072"/>
                  <a:pt x="24188" y="10156"/>
                  <a:pt x="24188" y="10239"/>
                </a:cubicBezTo>
                <a:cubicBezTo>
                  <a:pt x="24084" y="10344"/>
                  <a:pt x="23979" y="10449"/>
                  <a:pt x="23854" y="10553"/>
                </a:cubicBezTo>
                <a:lnTo>
                  <a:pt x="23854" y="10511"/>
                </a:lnTo>
                <a:lnTo>
                  <a:pt x="23854" y="10239"/>
                </a:lnTo>
                <a:lnTo>
                  <a:pt x="24168" y="9988"/>
                </a:lnTo>
                <a:close/>
                <a:moveTo>
                  <a:pt x="10128" y="9821"/>
                </a:moveTo>
                <a:lnTo>
                  <a:pt x="10504" y="10218"/>
                </a:lnTo>
                <a:cubicBezTo>
                  <a:pt x="10546" y="10344"/>
                  <a:pt x="10588" y="10469"/>
                  <a:pt x="10609" y="10595"/>
                </a:cubicBezTo>
                <a:cubicBezTo>
                  <a:pt x="10483" y="10449"/>
                  <a:pt x="10358" y="10260"/>
                  <a:pt x="10191" y="10114"/>
                </a:cubicBezTo>
                <a:cubicBezTo>
                  <a:pt x="10170" y="10030"/>
                  <a:pt x="10149" y="9967"/>
                  <a:pt x="10128" y="9905"/>
                </a:cubicBezTo>
                <a:lnTo>
                  <a:pt x="10128" y="9821"/>
                </a:lnTo>
                <a:close/>
                <a:moveTo>
                  <a:pt x="25821" y="10553"/>
                </a:moveTo>
                <a:cubicBezTo>
                  <a:pt x="25821" y="10574"/>
                  <a:pt x="25841" y="10595"/>
                  <a:pt x="25841" y="10637"/>
                </a:cubicBezTo>
                <a:lnTo>
                  <a:pt x="25632" y="10637"/>
                </a:lnTo>
                <a:lnTo>
                  <a:pt x="25632" y="10574"/>
                </a:lnTo>
                <a:lnTo>
                  <a:pt x="25632" y="10553"/>
                </a:lnTo>
                <a:cubicBezTo>
                  <a:pt x="25656" y="10577"/>
                  <a:pt x="25701" y="10601"/>
                  <a:pt x="25743" y="10601"/>
                </a:cubicBezTo>
                <a:cubicBezTo>
                  <a:pt x="25774" y="10601"/>
                  <a:pt x="25803" y="10589"/>
                  <a:pt x="25821" y="10553"/>
                </a:cubicBezTo>
                <a:close/>
                <a:moveTo>
                  <a:pt x="26406" y="10511"/>
                </a:moveTo>
                <a:cubicBezTo>
                  <a:pt x="26448" y="10553"/>
                  <a:pt x="26469" y="10595"/>
                  <a:pt x="26490" y="10616"/>
                </a:cubicBezTo>
                <a:lnTo>
                  <a:pt x="26344" y="10637"/>
                </a:lnTo>
                <a:lnTo>
                  <a:pt x="26344" y="10595"/>
                </a:lnTo>
                <a:cubicBezTo>
                  <a:pt x="26385" y="10595"/>
                  <a:pt x="26406" y="10553"/>
                  <a:pt x="26406" y="10511"/>
                </a:cubicBezTo>
                <a:close/>
                <a:moveTo>
                  <a:pt x="17828" y="9695"/>
                </a:moveTo>
                <a:lnTo>
                  <a:pt x="17828" y="9695"/>
                </a:lnTo>
                <a:cubicBezTo>
                  <a:pt x="18142" y="10009"/>
                  <a:pt x="18518" y="10344"/>
                  <a:pt x="18937" y="10532"/>
                </a:cubicBezTo>
                <a:cubicBezTo>
                  <a:pt x="18958" y="10658"/>
                  <a:pt x="18958" y="10783"/>
                  <a:pt x="18978" y="10909"/>
                </a:cubicBezTo>
                <a:cubicBezTo>
                  <a:pt x="18832" y="10804"/>
                  <a:pt x="18644" y="10741"/>
                  <a:pt x="18518" y="10637"/>
                </a:cubicBezTo>
                <a:cubicBezTo>
                  <a:pt x="18288" y="10469"/>
                  <a:pt x="18079" y="10323"/>
                  <a:pt x="17890" y="10135"/>
                </a:cubicBezTo>
                <a:lnTo>
                  <a:pt x="17870" y="10114"/>
                </a:lnTo>
                <a:cubicBezTo>
                  <a:pt x="17807" y="9967"/>
                  <a:pt x="17807" y="9821"/>
                  <a:pt x="17828" y="9695"/>
                </a:cubicBezTo>
                <a:close/>
                <a:moveTo>
                  <a:pt x="23686" y="10365"/>
                </a:moveTo>
                <a:lnTo>
                  <a:pt x="23686" y="10365"/>
                </a:lnTo>
                <a:cubicBezTo>
                  <a:pt x="23665" y="10469"/>
                  <a:pt x="23665" y="10595"/>
                  <a:pt x="23686" y="10700"/>
                </a:cubicBezTo>
                <a:cubicBezTo>
                  <a:pt x="23582" y="10804"/>
                  <a:pt x="23477" y="10888"/>
                  <a:pt x="23414" y="10993"/>
                </a:cubicBezTo>
                <a:cubicBezTo>
                  <a:pt x="23372" y="10867"/>
                  <a:pt x="23352" y="10762"/>
                  <a:pt x="23352" y="10637"/>
                </a:cubicBezTo>
                <a:cubicBezTo>
                  <a:pt x="23456" y="10553"/>
                  <a:pt x="23582" y="10449"/>
                  <a:pt x="23686" y="10365"/>
                </a:cubicBezTo>
                <a:close/>
                <a:moveTo>
                  <a:pt x="9626" y="10386"/>
                </a:moveTo>
                <a:cubicBezTo>
                  <a:pt x="9667" y="10595"/>
                  <a:pt x="9772" y="10825"/>
                  <a:pt x="9856" y="11034"/>
                </a:cubicBezTo>
                <a:cubicBezTo>
                  <a:pt x="9730" y="10867"/>
                  <a:pt x="9626" y="10700"/>
                  <a:pt x="9500" y="10553"/>
                </a:cubicBezTo>
                <a:cubicBezTo>
                  <a:pt x="9542" y="10490"/>
                  <a:pt x="9563" y="10449"/>
                  <a:pt x="9626" y="10386"/>
                </a:cubicBezTo>
                <a:close/>
                <a:moveTo>
                  <a:pt x="10609" y="10344"/>
                </a:moveTo>
                <a:lnTo>
                  <a:pt x="10609" y="10344"/>
                </a:lnTo>
                <a:cubicBezTo>
                  <a:pt x="10693" y="10428"/>
                  <a:pt x="10776" y="10490"/>
                  <a:pt x="10881" y="10574"/>
                </a:cubicBezTo>
                <a:cubicBezTo>
                  <a:pt x="10902" y="10741"/>
                  <a:pt x="10944" y="10888"/>
                  <a:pt x="10986" y="11076"/>
                </a:cubicBezTo>
                <a:cubicBezTo>
                  <a:pt x="10881" y="10972"/>
                  <a:pt x="10797" y="10846"/>
                  <a:pt x="10693" y="10741"/>
                </a:cubicBezTo>
                <a:lnTo>
                  <a:pt x="10693" y="10700"/>
                </a:lnTo>
                <a:cubicBezTo>
                  <a:pt x="10672" y="10574"/>
                  <a:pt x="10651" y="10449"/>
                  <a:pt x="10609" y="10344"/>
                </a:cubicBezTo>
                <a:close/>
                <a:moveTo>
                  <a:pt x="9312" y="10783"/>
                </a:moveTo>
                <a:cubicBezTo>
                  <a:pt x="9354" y="10888"/>
                  <a:pt x="9375" y="11013"/>
                  <a:pt x="9437" y="11118"/>
                </a:cubicBezTo>
                <a:cubicBezTo>
                  <a:pt x="9354" y="11055"/>
                  <a:pt x="9312" y="10972"/>
                  <a:pt x="9228" y="10888"/>
                </a:cubicBezTo>
                <a:cubicBezTo>
                  <a:pt x="9249" y="10867"/>
                  <a:pt x="9291" y="10804"/>
                  <a:pt x="9312" y="10783"/>
                </a:cubicBezTo>
                <a:close/>
                <a:moveTo>
                  <a:pt x="23163" y="10741"/>
                </a:moveTo>
                <a:cubicBezTo>
                  <a:pt x="23205" y="10888"/>
                  <a:pt x="23205" y="11013"/>
                  <a:pt x="23226" y="11160"/>
                </a:cubicBezTo>
                <a:cubicBezTo>
                  <a:pt x="23142" y="11223"/>
                  <a:pt x="23038" y="11306"/>
                  <a:pt x="22954" y="11411"/>
                </a:cubicBezTo>
                <a:cubicBezTo>
                  <a:pt x="22954" y="11390"/>
                  <a:pt x="22933" y="11369"/>
                  <a:pt x="22933" y="11306"/>
                </a:cubicBezTo>
                <a:cubicBezTo>
                  <a:pt x="22912" y="11202"/>
                  <a:pt x="22891" y="11097"/>
                  <a:pt x="22891" y="10972"/>
                </a:cubicBezTo>
                <a:cubicBezTo>
                  <a:pt x="22975" y="10888"/>
                  <a:pt x="23080" y="10804"/>
                  <a:pt x="23163" y="10741"/>
                </a:cubicBezTo>
                <a:close/>
                <a:moveTo>
                  <a:pt x="8851" y="11390"/>
                </a:moveTo>
                <a:cubicBezTo>
                  <a:pt x="8893" y="11411"/>
                  <a:pt x="8893" y="11474"/>
                  <a:pt x="8914" y="11495"/>
                </a:cubicBezTo>
                <a:cubicBezTo>
                  <a:pt x="8922" y="11517"/>
                  <a:pt x="8939" y="11526"/>
                  <a:pt x="8959" y="11526"/>
                </a:cubicBezTo>
                <a:cubicBezTo>
                  <a:pt x="8995" y="11526"/>
                  <a:pt x="9040" y="11494"/>
                  <a:pt x="9040" y="11453"/>
                </a:cubicBezTo>
                <a:cubicBezTo>
                  <a:pt x="9082" y="11495"/>
                  <a:pt x="9123" y="11516"/>
                  <a:pt x="9144" y="11537"/>
                </a:cubicBezTo>
                <a:lnTo>
                  <a:pt x="8768" y="11537"/>
                </a:lnTo>
                <a:cubicBezTo>
                  <a:pt x="8789" y="11495"/>
                  <a:pt x="8831" y="11432"/>
                  <a:pt x="8851" y="11390"/>
                </a:cubicBezTo>
                <a:close/>
                <a:moveTo>
                  <a:pt x="9709" y="11265"/>
                </a:moveTo>
                <a:cubicBezTo>
                  <a:pt x="9730" y="11285"/>
                  <a:pt x="9751" y="11327"/>
                  <a:pt x="9772" y="11369"/>
                </a:cubicBezTo>
                <a:cubicBezTo>
                  <a:pt x="9800" y="11398"/>
                  <a:pt x="9837" y="11409"/>
                  <a:pt x="9873" y="11409"/>
                </a:cubicBezTo>
                <a:cubicBezTo>
                  <a:pt x="9917" y="11409"/>
                  <a:pt x="9958" y="11392"/>
                  <a:pt x="9981" y="11369"/>
                </a:cubicBezTo>
                <a:cubicBezTo>
                  <a:pt x="10002" y="11411"/>
                  <a:pt x="10044" y="11495"/>
                  <a:pt x="10065" y="11537"/>
                </a:cubicBezTo>
                <a:lnTo>
                  <a:pt x="9751" y="11537"/>
                </a:lnTo>
                <a:cubicBezTo>
                  <a:pt x="9730" y="11432"/>
                  <a:pt x="9730" y="11369"/>
                  <a:pt x="9709" y="11265"/>
                </a:cubicBezTo>
                <a:close/>
                <a:moveTo>
                  <a:pt x="11069" y="10762"/>
                </a:moveTo>
                <a:lnTo>
                  <a:pt x="11300" y="10993"/>
                </a:lnTo>
                <a:cubicBezTo>
                  <a:pt x="11320" y="11202"/>
                  <a:pt x="11383" y="11411"/>
                  <a:pt x="11425" y="11599"/>
                </a:cubicBezTo>
                <a:lnTo>
                  <a:pt x="11111" y="11202"/>
                </a:lnTo>
                <a:cubicBezTo>
                  <a:pt x="11132" y="11202"/>
                  <a:pt x="11132" y="11181"/>
                  <a:pt x="11132" y="11160"/>
                </a:cubicBezTo>
                <a:cubicBezTo>
                  <a:pt x="11111" y="11055"/>
                  <a:pt x="11090" y="10909"/>
                  <a:pt x="11069" y="10762"/>
                </a:cubicBezTo>
                <a:close/>
                <a:moveTo>
                  <a:pt x="17807" y="10239"/>
                </a:moveTo>
                <a:cubicBezTo>
                  <a:pt x="17995" y="10428"/>
                  <a:pt x="18183" y="10595"/>
                  <a:pt x="18393" y="10762"/>
                </a:cubicBezTo>
                <a:cubicBezTo>
                  <a:pt x="18560" y="10888"/>
                  <a:pt x="18769" y="11076"/>
                  <a:pt x="18978" y="11118"/>
                </a:cubicBezTo>
                <a:cubicBezTo>
                  <a:pt x="19020" y="11306"/>
                  <a:pt x="19041" y="11516"/>
                  <a:pt x="19062" y="11704"/>
                </a:cubicBezTo>
                <a:cubicBezTo>
                  <a:pt x="18895" y="11557"/>
                  <a:pt x="18706" y="11432"/>
                  <a:pt x="18539" y="11327"/>
                </a:cubicBezTo>
                <a:cubicBezTo>
                  <a:pt x="18309" y="11160"/>
                  <a:pt x="18079" y="10993"/>
                  <a:pt x="17807" y="10846"/>
                </a:cubicBezTo>
                <a:lnTo>
                  <a:pt x="17807" y="10700"/>
                </a:lnTo>
                <a:lnTo>
                  <a:pt x="17807" y="10239"/>
                </a:lnTo>
                <a:close/>
                <a:moveTo>
                  <a:pt x="26699" y="11641"/>
                </a:moveTo>
                <a:lnTo>
                  <a:pt x="26699" y="11683"/>
                </a:lnTo>
                <a:cubicBezTo>
                  <a:pt x="26699" y="11704"/>
                  <a:pt x="26720" y="11746"/>
                  <a:pt x="26783" y="11746"/>
                </a:cubicBezTo>
                <a:cubicBezTo>
                  <a:pt x="26741" y="11746"/>
                  <a:pt x="26709" y="11736"/>
                  <a:pt x="26673" y="11736"/>
                </a:cubicBezTo>
                <a:cubicBezTo>
                  <a:pt x="26655" y="11736"/>
                  <a:pt x="26637" y="11739"/>
                  <a:pt x="26616" y="11746"/>
                </a:cubicBezTo>
                <a:cubicBezTo>
                  <a:pt x="26657" y="11725"/>
                  <a:pt x="26678" y="11683"/>
                  <a:pt x="26699" y="11641"/>
                </a:cubicBezTo>
                <a:close/>
                <a:moveTo>
                  <a:pt x="27076" y="11557"/>
                </a:moveTo>
                <a:cubicBezTo>
                  <a:pt x="27097" y="11641"/>
                  <a:pt x="27139" y="11704"/>
                  <a:pt x="27160" y="11788"/>
                </a:cubicBezTo>
                <a:cubicBezTo>
                  <a:pt x="27097" y="11746"/>
                  <a:pt x="27013" y="11746"/>
                  <a:pt x="26929" y="11746"/>
                </a:cubicBezTo>
                <a:lnTo>
                  <a:pt x="26971" y="11725"/>
                </a:lnTo>
                <a:cubicBezTo>
                  <a:pt x="27013" y="11683"/>
                  <a:pt x="27034" y="11620"/>
                  <a:pt x="27076" y="11557"/>
                </a:cubicBezTo>
                <a:close/>
                <a:moveTo>
                  <a:pt x="22724" y="11118"/>
                </a:moveTo>
                <a:cubicBezTo>
                  <a:pt x="22724" y="11202"/>
                  <a:pt x="22745" y="11265"/>
                  <a:pt x="22745" y="11327"/>
                </a:cubicBezTo>
                <a:cubicBezTo>
                  <a:pt x="22787" y="11411"/>
                  <a:pt x="22787" y="11495"/>
                  <a:pt x="22808" y="11599"/>
                </a:cubicBezTo>
                <a:lnTo>
                  <a:pt x="22598" y="11809"/>
                </a:lnTo>
                <a:cubicBezTo>
                  <a:pt x="22577" y="11725"/>
                  <a:pt x="22577" y="11641"/>
                  <a:pt x="22535" y="11578"/>
                </a:cubicBezTo>
                <a:cubicBezTo>
                  <a:pt x="22515" y="11495"/>
                  <a:pt x="22515" y="11390"/>
                  <a:pt x="22515" y="11306"/>
                </a:cubicBezTo>
                <a:cubicBezTo>
                  <a:pt x="22598" y="11265"/>
                  <a:pt x="22682" y="11181"/>
                  <a:pt x="22724" y="11118"/>
                </a:cubicBezTo>
                <a:close/>
                <a:moveTo>
                  <a:pt x="25130" y="10804"/>
                </a:moveTo>
                <a:cubicBezTo>
                  <a:pt x="25436" y="10835"/>
                  <a:pt x="25754" y="10854"/>
                  <a:pt x="26066" y="10854"/>
                </a:cubicBezTo>
                <a:cubicBezTo>
                  <a:pt x="26181" y="10854"/>
                  <a:pt x="26294" y="10852"/>
                  <a:pt x="26406" y="10846"/>
                </a:cubicBezTo>
                <a:lnTo>
                  <a:pt x="26406" y="10846"/>
                </a:lnTo>
                <a:cubicBezTo>
                  <a:pt x="26176" y="11160"/>
                  <a:pt x="25967" y="11474"/>
                  <a:pt x="25779" y="11809"/>
                </a:cubicBezTo>
                <a:cubicBezTo>
                  <a:pt x="25569" y="11432"/>
                  <a:pt x="25360" y="11097"/>
                  <a:pt x="25130" y="10804"/>
                </a:cubicBezTo>
                <a:close/>
                <a:moveTo>
                  <a:pt x="11425" y="11160"/>
                </a:moveTo>
                <a:lnTo>
                  <a:pt x="11592" y="11306"/>
                </a:lnTo>
                <a:lnTo>
                  <a:pt x="11718" y="11432"/>
                </a:lnTo>
                <a:cubicBezTo>
                  <a:pt x="11718" y="11641"/>
                  <a:pt x="11739" y="11850"/>
                  <a:pt x="11760" y="12060"/>
                </a:cubicBezTo>
                <a:lnTo>
                  <a:pt x="11446" y="11683"/>
                </a:lnTo>
                <a:cubicBezTo>
                  <a:pt x="11467" y="11683"/>
                  <a:pt x="11509" y="11641"/>
                  <a:pt x="11509" y="11620"/>
                </a:cubicBezTo>
                <a:lnTo>
                  <a:pt x="11425" y="11160"/>
                </a:lnTo>
                <a:close/>
                <a:moveTo>
                  <a:pt x="22389" y="11411"/>
                </a:moveTo>
                <a:cubicBezTo>
                  <a:pt x="22389" y="11599"/>
                  <a:pt x="22410" y="11788"/>
                  <a:pt x="22452" y="11934"/>
                </a:cubicBezTo>
                <a:lnTo>
                  <a:pt x="22201" y="12206"/>
                </a:lnTo>
                <a:cubicBezTo>
                  <a:pt x="22180" y="12143"/>
                  <a:pt x="22180" y="12060"/>
                  <a:pt x="22138" y="12018"/>
                </a:cubicBezTo>
                <a:cubicBezTo>
                  <a:pt x="22096" y="11913"/>
                  <a:pt x="22075" y="11809"/>
                  <a:pt x="22012" y="11704"/>
                </a:cubicBezTo>
                <a:cubicBezTo>
                  <a:pt x="22159" y="11599"/>
                  <a:pt x="22263" y="11495"/>
                  <a:pt x="22389" y="11411"/>
                </a:cubicBezTo>
                <a:close/>
                <a:moveTo>
                  <a:pt x="8559" y="11850"/>
                </a:moveTo>
                <a:cubicBezTo>
                  <a:pt x="8663" y="12018"/>
                  <a:pt x="8789" y="12248"/>
                  <a:pt x="8851" y="12436"/>
                </a:cubicBezTo>
                <a:cubicBezTo>
                  <a:pt x="8726" y="12269"/>
                  <a:pt x="8621" y="12122"/>
                  <a:pt x="8496" y="11955"/>
                </a:cubicBezTo>
                <a:cubicBezTo>
                  <a:pt x="8517" y="11934"/>
                  <a:pt x="8559" y="11892"/>
                  <a:pt x="8559" y="11850"/>
                </a:cubicBezTo>
                <a:close/>
                <a:moveTo>
                  <a:pt x="21991" y="11746"/>
                </a:moveTo>
                <a:cubicBezTo>
                  <a:pt x="21991" y="11850"/>
                  <a:pt x="22012" y="11955"/>
                  <a:pt x="22054" y="12060"/>
                </a:cubicBezTo>
                <a:cubicBezTo>
                  <a:pt x="22012" y="12143"/>
                  <a:pt x="22054" y="12227"/>
                  <a:pt x="22075" y="12332"/>
                </a:cubicBezTo>
                <a:lnTo>
                  <a:pt x="21866" y="12541"/>
                </a:lnTo>
                <a:cubicBezTo>
                  <a:pt x="21803" y="12353"/>
                  <a:pt x="21761" y="12143"/>
                  <a:pt x="21699" y="11997"/>
                </a:cubicBezTo>
                <a:cubicBezTo>
                  <a:pt x="21803" y="11913"/>
                  <a:pt x="21887" y="11829"/>
                  <a:pt x="21991" y="11746"/>
                </a:cubicBezTo>
                <a:close/>
                <a:moveTo>
                  <a:pt x="8370" y="12227"/>
                </a:moveTo>
                <a:cubicBezTo>
                  <a:pt x="8412" y="12353"/>
                  <a:pt x="8475" y="12478"/>
                  <a:pt x="8496" y="12625"/>
                </a:cubicBezTo>
                <a:cubicBezTo>
                  <a:pt x="8412" y="12541"/>
                  <a:pt x="8328" y="12478"/>
                  <a:pt x="8266" y="12436"/>
                </a:cubicBezTo>
                <a:cubicBezTo>
                  <a:pt x="8287" y="12353"/>
                  <a:pt x="8328" y="12311"/>
                  <a:pt x="8370" y="12227"/>
                </a:cubicBezTo>
                <a:close/>
                <a:moveTo>
                  <a:pt x="11906" y="11599"/>
                </a:moveTo>
                <a:lnTo>
                  <a:pt x="11906" y="11599"/>
                </a:lnTo>
                <a:cubicBezTo>
                  <a:pt x="12032" y="11725"/>
                  <a:pt x="12157" y="11850"/>
                  <a:pt x="12283" y="11955"/>
                </a:cubicBezTo>
                <a:lnTo>
                  <a:pt x="12283" y="11997"/>
                </a:lnTo>
                <a:cubicBezTo>
                  <a:pt x="12262" y="12227"/>
                  <a:pt x="12283" y="12457"/>
                  <a:pt x="12283" y="12666"/>
                </a:cubicBezTo>
                <a:cubicBezTo>
                  <a:pt x="12178" y="12541"/>
                  <a:pt x="12053" y="12374"/>
                  <a:pt x="11948" y="12248"/>
                </a:cubicBezTo>
                <a:cubicBezTo>
                  <a:pt x="11948" y="12039"/>
                  <a:pt x="11927" y="11809"/>
                  <a:pt x="11906" y="11599"/>
                </a:cubicBezTo>
                <a:close/>
                <a:moveTo>
                  <a:pt x="9162" y="11770"/>
                </a:moveTo>
                <a:cubicBezTo>
                  <a:pt x="9459" y="11770"/>
                  <a:pt x="9762" y="11794"/>
                  <a:pt x="10065" y="11809"/>
                </a:cubicBezTo>
                <a:cubicBezTo>
                  <a:pt x="9814" y="12122"/>
                  <a:pt x="9542" y="12478"/>
                  <a:pt x="9333" y="12876"/>
                </a:cubicBezTo>
                <a:cubicBezTo>
                  <a:pt x="9103" y="12541"/>
                  <a:pt x="8914" y="12164"/>
                  <a:pt x="8768" y="11788"/>
                </a:cubicBezTo>
                <a:cubicBezTo>
                  <a:pt x="8898" y="11775"/>
                  <a:pt x="9029" y="11770"/>
                  <a:pt x="9162" y="11770"/>
                </a:cubicBezTo>
                <a:close/>
                <a:moveTo>
                  <a:pt x="27327" y="12060"/>
                </a:moveTo>
                <a:cubicBezTo>
                  <a:pt x="27453" y="12353"/>
                  <a:pt x="27557" y="12646"/>
                  <a:pt x="27662" y="12938"/>
                </a:cubicBezTo>
                <a:cubicBezTo>
                  <a:pt x="27641" y="12897"/>
                  <a:pt x="27599" y="12897"/>
                  <a:pt x="27536" y="12897"/>
                </a:cubicBezTo>
                <a:cubicBezTo>
                  <a:pt x="27536" y="12792"/>
                  <a:pt x="27536" y="12687"/>
                  <a:pt x="27515" y="12583"/>
                </a:cubicBezTo>
                <a:cubicBezTo>
                  <a:pt x="27515" y="12541"/>
                  <a:pt x="27453" y="12478"/>
                  <a:pt x="27411" y="12478"/>
                </a:cubicBezTo>
                <a:cubicBezTo>
                  <a:pt x="27411" y="12457"/>
                  <a:pt x="27411" y="12415"/>
                  <a:pt x="27432" y="12374"/>
                </a:cubicBezTo>
                <a:cubicBezTo>
                  <a:pt x="27432" y="12275"/>
                  <a:pt x="27341" y="12241"/>
                  <a:pt x="27262" y="12241"/>
                </a:cubicBezTo>
                <a:cubicBezTo>
                  <a:pt x="27240" y="12241"/>
                  <a:pt x="27219" y="12243"/>
                  <a:pt x="27201" y="12248"/>
                </a:cubicBezTo>
                <a:cubicBezTo>
                  <a:pt x="27243" y="12206"/>
                  <a:pt x="27264" y="12122"/>
                  <a:pt x="27327" y="12060"/>
                </a:cubicBezTo>
                <a:close/>
                <a:moveTo>
                  <a:pt x="8789" y="12687"/>
                </a:moveTo>
                <a:cubicBezTo>
                  <a:pt x="8810" y="12750"/>
                  <a:pt x="8851" y="12792"/>
                  <a:pt x="8893" y="12855"/>
                </a:cubicBezTo>
                <a:cubicBezTo>
                  <a:pt x="8918" y="12879"/>
                  <a:pt x="8950" y="12889"/>
                  <a:pt x="8980" y="12889"/>
                </a:cubicBezTo>
                <a:cubicBezTo>
                  <a:pt x="9002" y="12889"/>
                  <a:pt x="9022" y="12884"/>
                  <a:pt x="9040" y="12876"/>
                </a:cubicBezTo>
                <a:lnTo>
                  <a:pt x="9040" y="12876"/>
                </a:lnTo>
                <a:cubicBezTo>
                  <a:pt x="9019" y="12938"/>
                  <a:pt x="8935" y="12959"/>
                  <a:pt x="8831" y="12980"/>
                </a:cubicBezTo>
                <a:lnTo>
                  <a:pt x="8831" y="12938"/>
                </a:lnTo>
                <a:cubicBezTo>
                  <a:pt x="8810" y="12855"/>
                  <a:pt x="8810" y="12771"/>
                  <a:pt x="8789" y="12687"/>
                </a:cubicBezTo>
                <a:close/>
                <a:moveTo>
                  <a:pt x="26594" y="11959"/>
                </a:moveTo>
                <a:cubicBezTo>
                  <a:pt x="26764" y="11959"/>
                  <a:pt x="26930" y="11971"/>
                  <a:pt x="27097" y="11997"/>
                </a:cubicBezTo>
                <a:cubicBezTo>
                  <a:pt x="26867" y="12353"/>
                  <a:pt x="26616" y="12729"/>
                  <a:pt x="26302" y="13043"/>
                </a:cubicBezTo>
                <a:cubicBezTo>
                  <a:pt x="26176" y="12687"/>
                  <a:pt x="26051" y="12353"/>
                  <a:pt x="25862" y="12018"/>
                </a:cubicBezTo>
                <a:cubicBezTo>
                  <a:pt x="26118" y="11981"/>
                  <a:pt x="26359" y="11959"/>
                  <a:pt x="26594" y="11959"/>
                </a:cubicBezTo>
                <a:close/>
                <a:moveTo>
                  <a:pt x="8391" y="12834"/>
                </a:moveTo>
                <a:lnTo>
                  <a:pt x="8391" y="12834"/>
                </a:lnTo>
                <a:cubicBezTo>
                  <a:pt x="8475" y="12876"/>
                  <a:pt x="8559" y="12959"/>
                  <a:pt x="8621" y="13043"/>
                </a:cubicBezTo>
                <a:cubicBezTo>
                  <a:pt x="8579" y="13043"/>
                  <a:pt x="8517" y="13064"/>
                  <a:pt x="8475" y="13064"/>
                </a:cubicBezTo>
                <a:lnTo>
                  <a:pt x="8475" y="13001"/>
                </a:lnTo>
                <a:cubicBezTo>
                  <a:pt x="8433" y="12959"/>
                  <a:pt x="8412" y="12876"/>
                  <a:pt x="8391" y="12834"/>
                </a:cubicBezTo>
                <a:close/>
                <a:moveTo>
                  <a:pt x="8035" y="12980"/>
                </a:moveTo>
                <a:cubicBezTo>
                  <a:pt x="8056" y="13043"/>
                  <a:pt x="8098" y="13064"/>
                  <a:pt x="8161" y="13064"/>
                </a:cubicBezTo>
                <a:cubicBezTo>
                  <a:pt x="8077" y="13085"/>
                  <a:pt x="8035" y="13085"/>
                  <a:pt x="7973" y="13085"/>
                </a:cubicBezTo>
                <a:cubicBezTo>
                  <a:pt x="7994" y="13064"/>
                  <a:pt x="7994" y="13001"/>
                  <a:pt x="8035" y="12980"/>
                </a:cubicBezTo>
                <a:close/>
                <a:moveTo>
                  <a:pt x="21510" y="12102"/>
                </a:moveTo>
                <a:cubicBezTo>
                  <a:pt x="21552" y="12311"/>
                  <a:pt x="21594" y="12520"/>
                  <a:pt x="21657" y="12729"/>
                </a:cubicBezTo>
                <a:cubicBezTo>
                  <a:pt x="21552" y="12855"/>
                  <a:pt x="21406" y="12959"/>
                  <a:pt x="21322" y="13085"/>
                </a:cubicBezTo>
                <a:cubicBezTo>
                  <a:pt x="21280" y="12855"/>
                  <a:pt x="21217" y="12646"/>
                  <a:pt x="21155" y="12415"/>
                </a:cubicBezTo>
                <a:cubicBezTo>
                  <a:pt x="21217" y="12353"/>
                  <a:pt x="21259" y="12311"/>
                  <a:pt x="21322" y="12269"/>
                </a:cubicBezTo>
                <a:cubicBezTo>
                  <a:pt x="21385" y="12227"/>
                  <a:pt x="21447" y="12143"/>
                  <a:pt x="21510" y="12102"/>
                </a:cubicBezTo>
                <a:close/>
                <a:moveTo>
                  <a:pt x="26888" y="12687"/>
                </a:moveTo>
                <a:cubicBezTo>
                  <a:pt x="26804" y="12834"/>
                  <a:pt x="26762" y="12959"/>
                  <a:pt x="26699" y="13085"/>
                </a:cubicBezTo>
                <a:lnTo>
                  <a:pt x="26699" y="13106"/>
                </a:lnTo>
                <a:cubicBezTo>
                  <a:pt x="26637" y="13106"/>
                  <a:pt x="26595" y="13106"/>
                  <a:pt x="26574" y="13085"/>
                </a:cubicBezTo>
                <a:lnTo>
                  <a:pt x="26888" y="12687"/>
                </a:lnTo>
                <a:close/>
                <a:moveTo>
                  <a:pt x="17807" y="10930"/>
                </a:moveTo>
                <a:cubicBezTo>
                  <a:pt x="18016" y="11118"/>
                  <a:pt x="18225" y="11306"/>
                  <a:pt x="18434" y="11453"/>
                </a:cubicBezTo>
                <a:cubicBezTo>
                  <a:pt x="18644" y="11620"/>
                  <a:pt x="18853" y="11829"/>
                  <a:pt x="19083" y="11955"/>
                </a:cubicBezTo>
                <a:cubicBezTo>
                  <a:pt x="19146" y="12374"/>
                  <a:pt x="19188" y="12771"/>
                  <a:pt x="19250" y="13190"/>
                </a:cubicBezTo>
                <a:cubicBezTo>
                  <a:pt x="19062" y="13001"/>
                  <a:pt x="18790" y="12876"/>
                  <a:pt x="18581" y="12708"/>
                </a:cubicBezTo>
                <a:cubicBezTo>
                  <a:pt x="18330" y="12541"/>
                  <a:pt x="18037" y="12332"/>
                  <a:pt x="17807" y="12122"/>
                </a:cubicBezTo>
                <a:cubicBezTo>
                  <a:pt x="17786" y="11934"/>
                  <a:pt x="17786" y="11746"/>
                  <a:pt x="17786" y="11599"/>
                </a:cubicBezTo>
                <a:lnTo>
                  <a:pt x="17786" y="11599"/>
                </a:lnTo>
                <a:cubicBezTo>
                  <a:pt x="17974" y="11829"/>
                  <a:pt x="18204" y="12018"/>
                  <a:pt x="18414" y="12227"/>
                </a:cubicBezTo>
                <a:cubicBezTo>
                  <a:pt x="18602" y="12374"/>
                  <a:pt x="18832" y="12604"/>
                  <a:pt x="19062" y="12666"/>
                </a:cubicBezTo>
                <a:cubicBezTo>
                  <a:pt x="19125" y="12666"/>
                  <a:pt x="19167" y="12604"/>
                  <a:pt x="19146" y="12583"/>
                </a:cubicBezTo>
                <a:cubicBezTo>
                  <a:pt x="18978" y="12374"/>
                  <a:pt x="18686" y="12248"/>
                  <a:pt x="18518" y="12081"/>
                </a:cubicBezTo>
                <a:cubicBezTo>
                  <a:pt x="18267" y="11913"/>
                  <a:pt x="18058" y="11704"/>
                  <a:pt x="17849" y="11495"/>
                </a:cubicBezTo>
                <a:cubicBezTo>
                  <a:pt x="17828" y="11495"/>
                  <a:pt x="17828" y="11453"/>
                  <a:pt x="17807" y="11453"/>
                </a:cubicBezTo>
                <a:lnTo>
                  <a:pt x="17807" y="10930"/>
                </a:lnTo>
                <a:close/>
                <a:moveTo>
                  <a:pt x="12429" y="12122"/>
                </a:moveTo>
                <a:lnTo>
                  <a:pt x="12429" y="12122"/>
                </a:lnTo>
                <a:cubicBezTo>
                  <a:pt x="12492" y="12206"/>
                  <a:pt x="12597" y="12269"/>
                  <a:pt x="12680" y="12374"/>
                </a:cubicBezTo>
                <a:cubicBezTo>
                  <a:pt x="12639" y="12646"/>
                  <a:pt x="12680" y="12980"/>
                  <a:pt x="12764" y="13273"/>
                </a:cubicBezTo>
                <a:cubicBezTo>
                  <a:pt x="12660" y="13148"/>
                  <a:pt x="12534" y="12980"/>
                  <a:pt x="12429" y="12855"/>
                </a:cubicBezTo>
                <a:cubicBezTo>
                  <a:pt x="12450" y="12625"/>
                  <a:pt x="12471" y="12353"/>
                  <a:pt x="12429" y="12122"/>
                </a:cubicBezTo>
                <a:close/>
                <a:moveTo>
                  <a:pt x="16677" y="8084"/>
                </a:moveTo>
                <a:lnTo>
                  <a:pt x="16049" y="13357"/>
                </a:lnTo>
                <a:cubicBezTo>
                  <a:pt x="14752" y="12311"/>
                  <a:pt x="13392" y="11327"/>
                  <a:pt x="12074" y="10323"/>
                </a:cubicBezTo>
                <a:cubicBezTo>
                  <a:pt x="12053" y="10281"/>
                  <a:pt x="12032" y="10260"/>
                  <a:pt x="12011" y="10260"/>
                </a:cubicBezTo>
                <a:cubicBezTo>
                  <a:pt x="12388" y="9612"/>
                  <a:pt x="13476" y="9130"/>
                  <a:pt x="14145" y="8816"/>
                </a:cubicBezTo>
                <a:cubicBezTo>
                  <a:pt x="14982" y="8461"/>
                  <a:pt x="15819" y="8356"/>
                  <a:pt x="16677" y="8084"/>
                </a:cubicBezTo>
                <a:close/>
                <a:moveTo>
                  <a:pt x="19041" y="8021"/>
                </a:moveTo>
                <a:lnTo>
                  <a:pt x="19041" y="8021"/>
                </a:lnTo>
                <a:cubicBezTo>
                  <a:pt x="20820" y="8063"/>
                  <a:pt x="22368" y="8544"/>
                  <a:pt x="23644" y="9821"/>
                </a:cubicBezTo>
                <a:cubicBezTo>
                  <a:pt x="23677" y="9854"/>
                  <a:pt x="23715" y="9868"/>
                  <a:pt x="23751" y="9868"/>
                </a:cubicBezTo>
                <a:cubicBezTo>
                  <a:pt x="23876" y="9868"/>
                  <a:pt x="23988" y="9704"/>
                  <a:pt x="23875" y="9591"/>
                </a:cubicBezTo>
                <a:cubicBezTo>
                  <a:pt x="23686" y="9402"/>
                  <a:pt x="23477" y="9214"/>
                  <a:pt x="23268" y="9068"/>
                </a:cubicBezTo>
                <a:lnTo>
                  <a:pt x="24209" y="8440"/>
                </a:lnTo>
                <a:lnTo>
                  <a:pt x="24209" y="8440"/>
                </a:lnTo>
                <a:cubicBezTo>
                  <a:pt x="24168" y="8649"/>
                  <a:pt x="24105" y="8879"/>
                  <a:pt x="24084" y="9089"/>
                </a:cubicBezTo>
                <a:cubicBezTo>
                  <a:pt x="24063" y="9298"/>
                  <a:pt x="23979" y="9507"/>
                  <a:pt x="24000" y="9716"/>
                </a:cubicBezTo>
                <a:lnTo>
                  <a:pt x="23310" y="10260"/>
                </a:lnTo>
                <a:cubicBezTo>
                  <a:pt x="22640" y="10762"/>
                  <a:pt x="22012" y="11285"/>
                  <a:pt x="21385" y="11809"/>
                </a:cubicBezTo>
                <a:cubicBezTo>
                  <a:pt x="20820" y="12311"/>
                  <a:pt x="20171" y="12771"/>
                  <a:pt x="19606" y="13357"/>
                </a:cubicBezTo>
                <a:cubicBezTo>
                  <a:pt x="19397" y="11578"/>
                  <a:pt x="19230" y="9800"/>
                  <a:pt x="19041" y="8021"/>
                </a:cubicBezTo>
                <a:close/>
                <a:moveTo>
                  <a:pt x="27745" y="13169"/>
                </a:moveTo>
                <a:cubicBezTo>
                  <a:pt x="27766" y="13252"/>
                  <a:pt x="27808" y="13315"/>
                  <a:pt x="27829" y="13378"/>
                </a:cubicBezTo>
                <a:cubicBezTo>
                  <a:pt x="27766" y="13378"/>
                  <a:pt x="27745" y="13357"/>
                  <a:pt x="27725" y="13357"/>
                </a:cubicBezTo>
                <a:cubicBezTo>
                  <a:pt x="27745" y="13294"/>
                  <a:pt x="27745" y="13210"/>
                  <a:pt x="27745" y="13169"/>
                </a:cubicBezTo>
                <a:close/>
                <a:moveTo>
                  <a:pt x="21050" y="12520"/>
                </a:moveTo>
                <a:cubicBezTo>
                  <a:pt x="21071" y="12750"/>
                  <a:pt x="21113" y="13001"/>
                  <a:pt x="21175" y="13210"/>
                </a:cubicBezTo>
                <a:cubicBezTo>
                  <a:pt x="21050" y="13357"/>
                  <a:pt x="20945" y="13482"/>
                  <a:pt x="20820" y="13629"/>
                </a:cubicBezTo>
                <a:cubicBezTo>
                  <a:pt x="20799" y="13503"/>
                  <a:pt x="20757" y="13378"/>
                  <a:pt x="20757" y="13252"/>
                </a:cubicBezTo>
                <a:cubicBezTo>
                  <a:pt x="20736" y="13085"/>
                  <a:pt x="20736" y="12959"/>
                  <a:pt x="20736" y="12792"/>
                </a:cubicBezTo>
                <a:cubicBezTo>
                  <a:pt x="20841" y="12687"/>
                  <a:pt x="20945" y="12625"/>
                  <a:pt x="21050" y="12520"/>
                </a:cubicBezTo>
                <a:close/>
                <a:moveTo>
                  <a:pt x="12785" y="12520"/>
                </a:moveTo>
                <a:lnTo>
                  <a:pt x="13120" y="12855"/>
                </a:lnTo>
                <a:cubicBezTo>
                  <a:pt x="13120" y="12855"/>
                  <a:pt x="13099" y="12876"/>
                  <a:pt x="13099" y="12897"/>
                </a:cubicBezTo>
                <a:cubicBezTo>
                  <a:pt x="13120" y="13190"/>
                  <a:pt x="13162" y="13503"/>
                  <a:pt x="13183" y="13817"/>
                </a:cubicBezTo>
                <a:cubicBezTo>
                  <a:pt x="13078" y="13692"/>
                  <a:pt x="12973" y="13566"/>
                  <a:pt x="12848" y="13399"/>
                </a:cubicBezTo>
                <a:cubicBezTo>
                  <a:pt x="12806" y="13106"/>
                  <a:pt x="12806" y="12792"/>
                  <a:pt x="12785" y="12520"/>
                </a:cubicBezTo>
                <a:close/>
                <a:moveTo>
                  <a:pt x="17786" y="12227"/>
                </a:moveTo>
                <a:cubicBezTo>
                  <a:pt x="18016" y="12436"/>
                  <a:pt x="18246" y="12646"/>
                  <a:pt x="18518" y="12834"/>
                </a:cubicBezTo>
                <a:cubicBezTo>
                  <a:pt x="18727" y="13001"/>
                  <a:pt x="18958" y="13210"/>
                  <a:pt x="19230" y="13294"/>
                </a:cubicBezTo>
                <a:lnTo>
                  <a:pt x="19250" y="13294"/>
                </a:lnTo>
                <a:cubicBezTo>
                  <a:pt x="19271" y="13503"/>
                  <a:pt x="19292" y="13692"/>
                  <a:pt x="19313" y="13901"/>
                </a:cubicBezTo>
                <a:cubicBezTo>
                  <a:pt x="19146" y="13796"/>
                  <a:pt x="18958" y="13692"/>
                  <a:pt x="18790" y="13587"/>
                </a:cubicBezTo>
                <a:cubicBezTo>
                  <a:pt x="18455" y="13378"/>
                  <a:pt x="18121" y="13106"/>
                  <a:pt x="17786" y="12897"/>
                </a:cubicBezTo>
                <a:lnTo>
                  <a:pt x="17786" y="12562"/>
                </a:lnTo>
                <a:lnTo>
                  <a:pt x="17786" y="12227"/>
                </a:lnTo>
                <a:close/>
                <a:moveTo>
                  <a:pt x="7784" y="13587"/>
                </a:moveTo>
                <a:cubicBezTo>
                  <a:pt x="7826" y="13608"/>
                  <a:pt x="7847" y="13671"/>
                  <a:pt x="7868" y="13692"/>
                </a:cubicBezTo>
                <a:cubicBezTo>
                  <a:pt x="7847" y="13692"/>
                  <a:pt x="7868" y="13713"/>
                  <a:pt x="7868" y="13734"/>
                </a:cubicBezTo>
                <a:cubicBezTo>
                  <a:pt x="7889" y="13796"/>
                  <a:pt x="7952" y="13880"/>
                  <a:pt x="7973" y="13922"/>
                </a:cubicBezTo>
                <a:cubicBezTo>
                  <a:pt x="7889" y="13880"/>
                  <a:pt x="7805" y="13796"/>
                  <a:pt x="7743" y="13734"/>
                </a:cubicBezTo>
                <a:cubicBezTo>
                  <a:pt x="7763" y="13692"/>
                  <a:pt x="7763" y="13629"/>
                  <a:pt x="7784" y="13587"/>
                </a:cubicBezTo>
                <a:close/>
                <a:moveTo>
                  <a:pt x="27871" y="13671"/>
                </a:moveTo>
                <a:cubicBezTo>
                  <a:pt x="27913" y="13734"/>
                  <a:pt x="27934" y="13838"/>
                  <a:pt x="27955" y="13922"/>
                </a:cubicBezTo>
                <a:cubicBezTo>
                  <a:pt x="27944" y="13911"/>
                  <a:pt x="27934" y="13906"/>
                  <a:pt x="27921" y="13906"/>
                </a:cubicBezTo>
                <a:cubicBezTo>
                  <a:pt x="27908" y="13906"/>
                  <a:pt x="27892" y="13911"/>
                  <a:pt x="27871" y="13922"/>
                </a:cubicBezTo>
                <a:cubicBezTo>
                  <a:pt x="27934" y="13838"/>
                  <a:pt x="27871" y="13734"/>
                  <a:pt x="27766" y="13734"/>
                </a:cubicBezTo>
                <a:cubicBezTo>
                  <a:pt x="27808" y="13713"/>
                  <a:pt x="27829" y="13692"/>
                  <a:pt x="27871" y="13671"/>
                </a:cubicBezTo>
                <a:close/>
                <a:moveTo>
                  <a:pt x="17723" y="13671"/>
                </a:moveTo>
                <a:cubicBezTo>
                  <a:pt x="17974" y="13817"/>
                  <a:pt x="18204" y="14006"/>
                  <a:pt x="18434" y="14131"/>
                </a:cubicBezTo>
                <a:cubicBezTo>
                  <a:pt x="18288" y="14110"/>
                  <a:pt x="18100" y="14110"/>
                  <a:pt x="17932" y="14110"/>
                </a:cubicBezTo>
                <a:cubicBezTo>
                  <a:pt x="17890" y="14110"/>
                  <a:pt x="17870" y="14089"/>
                  <a:pt x="17807" y="14089"/>
                </a:cubicBezTo>
                <a:cubicBezTo>
                  <a:pt x="17807" y="14047"/>
                  <a:pt x="17828" y="14047"/>
                  <a:pt x="17828" y="14026"/>
                </a:cubicBezTo>
                <a:cubicBezTo>
                  <a:pt x="17744" y="14006"/>
                  <a:pt x="17723" y="13943"/>
                  <a:pt x="17723" y="13880"/>
                </a:cubicBezTo>
                <a:lnTo>
                  <a:pt x="17723" y="13671"/>
                </a:lnTo>
                <a:close/>
                <a:moveTo>
                  <a:pt x="20527" y="12918"/>
                </a:moveTo>
                <a:cubicBezTo>
                  <a:pt x="20548" y="13252"/>
                  <a:pt x="20590" y="13566"/>
                  <a:pt x="20652" y="13817"/>
                </a:cubicBezTo>
                <a:cubicBezTo>
                  <a:pt x="20548" y="13943"/>
                  <a:pt x="20443" y="14047"/>
                  <a:pt x="20339" y="14173"/>
                </a:cubicBezTo>
                <a:cubicBezTo>
                  <a:pt x="20339" y="14006"/>
                  <a:pt x="20318" y="13817"/>
                  <a:pt x="20297" y="13629"/>
                </a:cubicBezTo>
                <a:cubicBezTo>
                  <a:pt x="20297" y="13503"/>
                  <a:pt x="20255" y="13336"/>
                  <a:pt x="20234" y="13190"/>
                </a:cubicBezTo>
                <a:cubicBezTo>
                  <a:pt x="20339" y="13106"/>
                  <a:pt x="20443" y="13001"/>
                  <a:pt x="20527" y="12918"/>
                </a:cubicBezTo>
                <a:close/>
                <a:moveTo>
                  <a:pt x="7659" y="14006"/>
                </a:moveTo>
                <a:cubicBezTo>
                  <a:pt x="7680" y="14089"/>
                  <a:pt x="7722" y="14152"/>
                  <a:pt x="7763" y="14236"/>
                </a:cubicBezTo>
                <a:cubicBezTo>
                  <a:pt x="7722" y="14215"/>
                  <a:pt x="7659" y="14152"/>
                  <a:pt x="7638" y="14110"/>
                </a:cubicBezTo>
                <a:cubicBezTo>
                  <a:pt x="7638" y="14089"/>
                  <a:pt x="7659" y="14026"/>
                  <a:pt x="7659" y="14006"/>
                </a:cubicBezTo>
                <a:close/>
                <a:moveTo>
                  <a:pt x="19815" y="13566"/>
                </a:moveTo>
                <a:lnTo>
                  <a:pt x="19815" y="13985"/>
                </a:lnTo>
                <a:lnTo>
                  <a:pt x="19815" y="14236"/>
                </a:lnTo>
                <a:cubicBezTo>
                  <a:pt x="19815" y="14236"/>
                  <a:pt x="19815" y="14215"/>
                  <a:pt x="19795" y="14215"/>
                </a:cubicBezTo>
                <a:cubicBezTo>
                  <a:pt x="19774" y="14173"/>
                  <a:pt x="19753" y="14173"/>
                  <a:pt x="19711" y="14152"/>
                </a:cubicBezTo>
                <a:cubicBezTo>
                  <a:pt x="19690" y="14006"/>
                  <a:pt x="19690" y="13838"/>
                  <a:pt x="19669" y="13692"/>
                </a:cubicBezTo>
                <a:cubicBezTo>
                  <a:pt x="19711" y="13629"/>
                  <a:pt x="19774" y="13608"/>
                  <a:pt x="19815" y="13566"/>
                </a:cubicBezTo>
                <a:close/>
                <a:moveTo>
                  <a:pt x="9186" y="13106"/>
                </a:moveTo>
                <a:lnTo>
                  <a:pt x="9186" y="13106"/>
                </a:lnTo>
                <a:cubicBezTo>
                  <a:pt x="8977" y="13482"/>
                  <a:pt x="8789" y="13901"/>
                  <a:pt x="8663" y="14298"/>
                </a:cubicBezTo>
                <a:cubicBezTo>
                  <a:pt x="8496" y="14152"/>
                  <a:pt x="8370" y="14006"/>
                  <a:pt x="8203" y="13880"/>
                </a:cubicBezTo>
                <a:lnTo>
                  <a:pt x="7973" y="13566"/>
                </a:lnTo>
                <a:cubicBezTo>
                  <a:pt x="7805" y="13378"/>
                  <a:pt x="7805" y="13315"/>
                  <a:pt x="7994" y="13294"/>
                </a:cubicBezTo>
                <a:cubicBezTo>
                  <a:pt x="8203" y="13106"/>
                  <a:pt x="8851" y="13127"/>
                  <a:pt x="9186" y="13106"/>
                </a:cubicBezTo>
                <a:close/>
                <a:moveTo>
                  <a:pt x="26448" y="13294"/>
                </a:moveTo>
                <a:cubicBezTo>
                  <a:pt x="26678" y="13315"/>
                  <a:pt x="26929" y="13378"/>
                  <a:pt x="27201" y="13462"/>
                </a:cubicBezTo>
                <a:cubicBezTo>
                  <a:pt x="27222" y="13482"/>
                  <a:pt x="27243" y="13482"/>
                  <a:pt x="27306" y="13482"/>
                </a:cubicBezTo>
                <a:lnTo>
                  <a:pt x="27327" y="13482"/>
                </a:lnTo>
                <a:cubicBezTo>
                  <a:pt x="27453" y="13503"/>
                  <a:pt x="27557" y="13524"/>
                  <a:pt x="27683" y="13566"/>
                </a:cubicBezTo>
                <a:cubicBezTo>
                  <a:pt x="27348" y="13817"/>
                  <a:pt x="27013" y="14047"/>
                  <a:pt x="26678" y="14298"/>
                </a:cubicBezTo>
                <a:cubicBezTo>
                  <a:pt x="26616" y="13943"/>
                  <a:pt x="26553" y="13608"/>
                  <a:pt x="26448" y="13294"/>
                </a:cubicBezTo>
                <a:close/>
                <a:moveTo>
                  <a:pt x="28017" y="14152"/>
                </a:moveTo>
                <a:lnTo>
                  <a:pt x="28017" y="14257"/>
                </a:lnTo>
                <a:cubicBezTo>
                  <a:pt x="27976" y="14298"/>
                  <a:pt x="27934" y="14298"/>
                  <a:pt x="27913" y="14298"/>
                </a:cubicBezTo>
                <a:cubicBezTo>
                  <a:pt x="27934" y="14236"/>
                  <a:pt x="27976" y="14215"/>
                  <a:pt x="28017" y="14152"/>
                </a:cubicBezTo>
                <a:close/>
                <a:moveTo>
                  <a:pt x="17514" y="3899"/>
                </a:moveTo>
                <a:cubicBezTo>
                  <a:pt x="17493" y="5301"/>
                  <a:pt x="17493" y="6703"/>
                  <a:pt x="17493" y="8084"/>
                </a:cubicBezTo>
                <a:cubicBezTo>
                  <a:pt x="17493" y="9402"/>
                  <a:pt x="17493" y="10741"/>
                  <a:pt x="17472" y="12039"/>
                </a:cubicBezTo>
                <a:lnTo>
                  <a:pt x="17472" y="12834"/>
                </a:lnTo>
                <a:cubicBezTo>
                  <a:pt x="17472" y="13085"/>
                  <a:pt x="17367" y="13671"/>
                  <a:pt x="17472" y="13880"/>
                </a:cubicBezTo>
                <a:cubicBezTo>
                  <a:pt x="17514" y="13985"/>
                  <a:pt x="17598" y="14047"/>
                  <a:pt x="17681" y="14089"/>
                </a:cubicBezTo>
                <a:cubicBezTo>
                  <a:pt x="17585" y="14077"/>
                  <a:pt x="17489" y="14071"/>
                  <a:pt x="17394" y="14071"/>
                </a:cubicBezTo>
                <a:cubicBezTo>
                  <a:pt x="16996" y="14071"/>
                  <a:pt x="16613" y="14175"/>
                  <a:pt x="16258" y="14361"/>
                </a:cubicBezTo>
                <a:cubicBezTo>
                  <a:pt x="16551" y="12018"/>
                  <a:pt x="16802" y="9653"/>
                  <a:pt x="17095" y="7310"/>
                </a:cubicBezTo>
                <a:cubicBezTo>
                  <a:pt x="17263" y="6180"/>
                  <a:pt x="17388" y="5029"/>
                  <a:pt x="17514" y="3899"/>
                </a:cubicBezTo>
                <a:close/>
                <a:moveTo>
                  <a:pt x="13329" y="12980"/>
                </a:moveTo>
                <a:cubicBezTo>
                  <a:pt x="13434" y="13085"/>
                  <a:pt x="13559" y="13190"/>
                  <a:pt x="13664" y="13294"/>
                </a:cubicBezTo>
                <a:cubicBezTo>
                  <a:pt x="13622" y="13692"/>
                  <a:pt x="13685" y="14089"/>
                  <a:pt x="13727" y="14466"/>
                </a:cubicBezTo>
                <a:cubicBezTo>
                  <a:pt x="13622" y="14340"/>
                  <a:pt x="13517" y="14215"/>
                  <a:pt x="13413" y="14047"/>
                </a:cubicBezTo>
                <a:cubicBezTo>
                  <a:pt x="13392" y="13692"/>
                  <a:pt x="13392" y="13357"/>
                  <a:pt x="13329" y="12980"/>
                </a:cubicBezTo>
                <a:close/>
                <a:moveTo>
                  <a:pt x="7931" y="14131"/>
                </a:moveTo>
                <a:lnTo>
                  <a:pt x="7931" y="14131"/>
                </a:lnTo>
                <a:cubicBezTo>
                  <a:pt x="8035" y="14215"/>
                  <a:pt x="8140" y="14319"/>
                  <a:pt x="8245" y="14424"/>
                </a:cubicBezTo>
                <a:cubicBezTo>
                  <a:pt x="8182" y="14445"/>
                  <a:pt x="8140" y="14466"/>
                  <a:pt x="8056" y="14508"/>
                </a:cubicBezTo>
                <a:cubicBezTo>
                  <a:pt x="8077" y="14466"/>
                  <a:pt x="8056" y="14445"/>
                  <a:pt x="8056" y="14424"/>
                </a:cubicBezTo>
                <a:cubicBezTo>
                  <a:pt x="7994" y="14319"/>
                  <a:pt x="7973" y="14215"/>
                  <a:pt x="7931" y="14131"/>
                </a:cubicBezTo>
                <a:close/>
                <a:moveTo>
                  <a:pt x="17744" y="13064"/>
                </a:moveTo>
                <a:cubicBezTo>
                  <a:pt x="18225" y="13482"/>
                  <a:pt x="18769" y="13880"/>
                  <a:pt x="19355" y="14152"/>
                </a:cubicBezTo>
                <a:cubicBezTo>
                  <a:pt x="19376" y="14298"/>
                  <a:pt x="19376" y="14403"/>
                  <a:pt x="19397" y="14529"/>
                </a:cubicBezTo>
                <a:cubicBezTo>
                  <a:pt x="19271" y="14445"/>
                  <a:pt x="19125" y="14361"/>
                  <a:pt x="18978" y="14319"/>
                </a:cubicBezTo>
                <a:cubicBezTo>
                  <a:pt x="18644" y="14006"/>
                  <a:pt x="18183" y="13796"/>
                  <a:pt x="17786" y="13587"/>
                </a:cubicBezTo>
                <a:cubicBezTo>
                  <a:pt x="17744" y="13482"/>
                  <a:pt x="17744" y="13399"/>
                  <a:pt x="17744" y="13357"/>
                </a:cubicBezTo>
                <a:lnTo>
                  <a:pt x="17744" y="13064"/>
                </a:lnTo>
                <a:close/>
                <a:moveTo>
                  <a:pt x="7743" y="14466"/>
                </a:moveTo>
                <a:lnTo>
                  <a:pt x="7743" y="14466"/>
                </a:lnTo>
                <a:cubicBezTo>
                  <a:pt x="7784" y="14508"/>
                  <a:pt x="7868" y="14529"/>
                  <a:pt x="7931" y="14550"/>
                </a:cubicBezTo>
                <a:cubicBezTo>
                  <a:pt x="7868" y="14570"/>
                  <a:pt x="7847" y="14570"/>
                  <a:pt x="7784" y="14612"/>
                </a:cubicBezTo>
                <a:cubicBezTo>
                  <a:pt x="7763" y="14550"/>
                  <a:pt x="7763" y="14529"/>
                  <a:pt x="7743" y="14466"/>
                </a:cubicBezTo>
                <a:close/>
                <a:moveTo>
                  <a:pt x="20108" y="13315"/>
                </a:moveTo>
                <a:cubicBezTo>
                  <a:pt x="20108" y="13462"/>
                  <a:pt x="20129" y="13566"/>
                  <a:pt x="20129" y="13692"/>
                </a:cubicBezTo>
                <a:cubicBezTo>
                  <a:pt x="20129" y="13922"/>
                  <a:pt x="20129" y="14152"/>
                  <a:pt x="20192" y="14403"/>
                </a:cubicBezTo>
                <a:cubicBezTo>
                  <a:pt x="20129" y="14466"/>
                  <a:pt x="20087" y="14529"/>
                  <a:pt x="20025" y="14612"/>
                </a:cubicBezTo>
                <a:cubicBezTo>
                  <a:pt x="20025" y="14424"/>
                  <a:pt x="20004" y="14194"/>
                  <a:pt x="20004" y="13985"/>
                </a:cubicBezTo>
                <a:cubicBezTo>
                  <a:pt x="20004" y="13796"/>
                  <a:pt x="19983" y="13608"/>
                  <a:pt x="19941" y="13462"/>
                </a:cubicBezTo>
                <a:cubicBezTo>
                  <a:pt x="20004" y="13399"/>
                  <a:pt x="20046" y="13378"/>
                  <a:pt x="20108" y="13315"/>
                </a:cubicBezTo>
                <a:close/>
                <a:moveTo>
                  <a:pt x="28122" y="14675"/>
                </a:moveTo>
                <a:cubicBezTo>
                  <a:pt x="28122" y="14717"/>
                  <a:pt x="28122" y="14738"/>
                  <a:pt x="28143" y="14780"/>
                </a:cubicBezTo>
                <a:cubicBezTo>
                  <a:pt x="28080" y="14759"/>
                  <a:pt x="28038" y="14759"/>
                  <a:pt x="27976" y="14738"/>
                </a:cubicBezTo>
                <a:cubicBezTo>
                  <a:pt x="28038" y="14738"/>
                  <a:pt x="28059" y="14696"/>
                  <a:pt x="28122" y="14675"/>
                </a:cubicBezTo>
                <a:close/>
                <a:moveTo>
                  <a:pt x="9249" y="8440"/>
                </a:moveTo>
                <a:lnTo>
                  <a:pt x="9249" y="8440"/>
                </a:lnTo>
                <a:cubicBezTo>
                  <a:pt x="10170" y="9214"/>
                  <a:pt x="11132" y="9967"/>
                  <a:pt x="12095" y="10700"/>
                </a:cubicBezTo>
                <a:cubicBezTo>
                  <a:pt x="13392" y="11704"/>
                  <a:pt x="14668" y="12750"/>
                  <a:pt x="16049" y="13671"/>
                </a:cubicBezTo>
                <a:lnTo>
                  <a:pt x="16091" y="13671"/>
                </a:lnTo>
                <a:cubicBezTo>
                  <a:pt x="16049" y="13943"/>
                  <a:pt x="16007" y="14236"/>
                  <a:pt x="15986" y="14529"/>
                </a:cubicBezTo>
                <a:cubicBezTo>
                  <a:pt x="15924" y="14550"/>
                  <a:pt x="15924" y="14570"/>
                  <a:pt x="15945" y="14612"/>
                </a:cubicBezTo>
                <a:cubicBezTo>
                  <a:pt x="15840" y="14675"/>
                  <a:pt x="15756" y="14759"/>
                  <a:pt x="15693" y="14863"/>
                </a:cubicBezTo>
                <a:cubicBezTo>
                  <a:pt x="15693" y="14842"/>
                  <a:pt x="15652" y="14842"/>
                  <a:pt x="15652" y="14822"/>
                </a:cubicBezTo>
                <a:cubicBezTo>
                  <a:pt x="14417" y="13587"/>
                  <a:pt x="13120" y="12353"/>
                  <a:pt x="11864" y="11097"/>
                </a:cubicBezTo>
                <a:cubicBezTo>
                  <a:pt x="10986" y="10218"/>
                  <a:pt x="10149" y="9298"/>
                  <a:pt x="9249" y="8440"/>
                </a:cubicBezTo>
                <a:close/>
                <a:moveTo>
                  <a:pt x="13831" y="13503"/>
                </a:moveTo>
                <a:lnTo>
                  <a:pt x="13831" y="13503"/>
                </a:lnTo>
                <a:cubicBezTo>
                  <a:pt x="13915" y="13587"/>
                  <a:pt x="14020" y="13671"/>
                  <a:pt x="14082" y="13775"/>
                </a:cubicBezTo>
                <a:lnTo>
                  <a:pt x="14082" y="13796"/>
                </a:lnTo>
                <a:cubicBezTo>
                  <a:pt x="14062" y="14207"/>
                  <a:pt x="14142" y="14638"/>
                  <a:pt x="14185" y="15049"/>
                </a:cubicBezTo>
                <a:lnTo>
                  <a:pt x="14185" y="15049"/>
                </a:lnTo>
                <a:cubicBezTo>
                  <a:pt x="14060" y="14924"/>
                  <a:pt x="13956" y="14758"/>
                  <a:pt x="13852" y="14633"/>
                </a:cubicBezTo>
                <a:cubicBezTo>
                  <a:pt x="13852" y="14257"/>
                  <a:pt x="13894" y="13880"/>
                  <a:pt x="13831" y="13503"/>
                </a:cubicBezTo>
                <a:close/>
                <a:moveTo>
                  <a:pt x="15003" y="14612"/>
                </a:moveTo>
                <a:cubicBezTo>
                  <a:pt x="15129" y="14738"/>
                  <a:pt x="15296" y="14863"/>
                  <a:pt x="15421" y="14989"/>
                </a:cubicBezTo>
                <a:cubicBezTo>
                  <a:pt x="15463" y="15031"/>
                  <a:pt x="15463" y="15031"/>
                  <a:pt x="15484" y="15031"/>
                </a:cubicBezTo>
                <a:cubicBezTo>
                  <a:pt x="15317" y="15052"/>
                  <a:pt x="15149" y="15052"/>
                  <a:pt x="14982" y="15073"/>
                </a:cubicBezTo>
                <a:cubicBezTo>
                  <a:pt x="14982" y="14947"/>
                  <a:pt x="15003" y="14759"/>
                  <a:pt x="15003" y="14612"/>
                </a:cubicBezTo>
                <a:close/>
                <a:moveTo>
                  <a:pt x="26134" y="8796"/>
                </a:moveTo>
                <a:lnTo>
                  <a:pt x="26134" y="8796"/>
                </a:lnTo>
                <a:cubicBezTo>
                  <a:pt x="24419" y="10846"/>
                  <a:pt x="22849" y="13001"/>
                  <a:pt x="21217" y="15094"/>
                </a:cubicBezTo>
                <a:cubicBezTo>
                  <a:pt x="21175" y="15135"/>
                  <a:pt x="21175" y="15135"/>
                  <a:pt x="21175" y="15156"/>
                </a:cubicBezTo>
                <a:cubicBezTo>
                  <a:pt x="20799" y="15094"/>
                  <a:pt x="20380" y="15052"/>
                  <a:pt x="19983" y="15031"/>
                </a:cubicBezTo>
                <a:cubicBezTo>
                  <a:pt x="19899" y="14947"/>
                  <a:pt x="19857" y="14863"/>
                  <a:pt x="19774" y="14780"/>
                </a:cubicBezTo>
                <a:lnTo>
                  <a:pt x="19774" y="14759"/>
                </a:lnTo>
                <a:cubicBezTo>
                  <a:pt x="19753" y="14612"/>
                  <a:pt x="19753" y="14445"/>
                  <a:pt x="19711" y="14298"/>
                </a:cubicBezTo>
                <a:lnTo>
                  <a:pt x="19711" y="14298"/>
                </a:lnTo>
                <a:cubicBezTo>
                  <a:pt x="19727" y="14304"/>
                  <a:pt x="19740" y="14306"/>
                  <a:pt x="19750" y="14306"/>
                </a:cubicBezTo>
                <a:cubicBezTo>
                  <a:pt x="19783" y="14306"/>
                  <a:pt x="19795" y="14283"/>
                  <a:pt x="19795" y="14236"/>
                </a:cubicBezTo>
                <a:cubicBezTo>
                  <a:pt x="19795" y="14403"/>
                  <a:pt x="19795" y="14550"/>
                  <a:pt x="19857" y="14717"/>
                </a:cubicBezTo>
                <a:cubicBezTo>
                  <a:pt x="19857" y="14738"/>
                  <a:pt x="19878" y="14759"/>
                  <a:pt x="19899" y="14759"/>
                </a:cubicBezTo>
                <a:cubicBezTo>
                  <a:pt x="19899" y="14759"/>
                  <a:pt x="19899" y="14780"/>
                  <a:pt x="19878" y="14780"/>
                </a:cubicBezTo>
                <a:cubicBezTo>
                  <a:pt x="19831" y="14843"/>
                  <a:pt x="19903" y="14906"/>
                  <a:pt x="19959" y="14906"/>
                </a:cubicBezTo>
                <a:cubicBezTo>
                  <a:pt x="19977" y="14906"/>
                  <a:pt x="19994" y="14900"/>
                  <a:pt x="20004" y="14884"/>
                </a:cubicBezTo>
                <a:cubicBezTo>
                  <a:pt x="21280" y="13734"/>
                  <a:pt x="22410" y="12374"/>
                  <a:pt x="23644" y="11181"/>
                </a:cubicBezTo>
                <a:cubicBezTo>
                  <a:pt x="24042" y="10804"/>
                  <a:pt x="24398" y="10428"/>
                  <a:pt x="24795" y="10051"/>
                </a:cubicBezTo>
                <a:cubicBezTo>
                  <a:pt x="24816" y="10051"/>
                  <a:pt x="24837" y="10030"/>
                  <a:pt x="24837" y="10009"/>
                </a:cubicBezTo>
                <a:cubicBezTo>
                  <a:pt x="25256" y="9612"/>
                  <a:pt x="25716" y="9193"/>
                  <a:pt x="26134" y="8796"/>
                </a:cubicBezTo>
                <a:close/>
                <a:moveTo>
                  <a:pt x="14229" y="13880"/>
                </a:moveTo>
                <a:cubicBezTo>
                  <a:pt x="14292" y="13943"/>
                  <a:pt x="14375" y="14026"/>
                  <a:pt x="14459" y="14089"/>
                </a:cubicBezTo>
                <a:cubicBezTo>
                  <a:pt x="14396" y="14403"/>
                  <a:pt x="14459" y="14738"/>
                  <a:pt x="14459" y="15052"/>
                </a:cubicBezTo>
                <a:cubicBezTo>
                  <a:pt x="14459" y="15094"/>
                  <a:pt x="14490" y="15115"/>
                  <a:pt x="14522" y="15115"/>
                </a:cubicBezTo>
                <a:cubicBezTo>
                  <a:pt x="14553" y="15115"/>
                  <a:pt x="14585" y="15094"/>
                  <a:pt x="14585" y="15052"/>
                </a:cubicBezTo>
                <a:cubicBezTo>
                  <a:pt x="14585" y="14780"/>
                  <a:pt x="14605" y="14466"/>
                  <a:pt x="14585" y="14215"/>
                </a:cubicBezTo>
                <a:lnTo>
                  <a:pt x="14585" y="14215"/>
                </a:lnTo>
                <a:lnTo>
                  <a:pt x="14815" y="14445"/>
                </a:lnTo>
                <a:cubicBezTo>
                  <a:pt x="14794" y="14654"/>
                  <a:pt x="14815" y="14884"/>
                  <a:pt x="14815" y="15094"/>
                </a:cubicBezTo>
                <a:lnTo>
                  <a:pt x="14187" y="15177"/>
                </a:lnTo>
                <a:lnTo>
                  <a:pt x="14187" y="15135"/>
                </a:lnTo>
                <a:cubicBezTo>
                  <a:pt x="14229" y="15135"/>
                  <a:pt x="14250" y="15135"/>
                  <a:pt x="14250" y="15094"/>
                </a:cubicBezTo>
                <a:cubicBezTo>
                  <a:pt x="14271" y="14717"/>
                  <a:pt x="14271" y="14257"/>
                  <a:pt x="14229" y="13880"/>
                </a:cubicBezTo>
                <a:close/>
                <a:moveTo>
                  <a:pt x="26678" y="14529"/>
                </a:moveTo>
                <a:lnTo>
                  <a:pt x="26678" y="14529"/>
                </a:lnTo>
                <a:cubicBezTo>
                  <a:pt x="27097" y="14654"/>
                  <a:pt x="27494" y="14822"/>
                  <a:pt x="27913" y="14947"/>
                </a:cubicBezTo>
                <a:lnTo>
                  <a:pt x="26720" y="15491"/>
                </a:lnTo>
                <a:cubicBezTo>
                  <a:pt x="26720" y="15177"/>
                  <a:pt x="26720" y="14842"/>
                  <a:pt x="26678" y="14529"/>
                </a:cubicBezTo>
                <a:close/>
                <a:moveTo>
                  <a:pt x="27381" y="15589"/>
                </a:moveTo>
                <a:lnTo>
                  <a:pt x="27381" y="15589"/>
                </a:lnTo>
                <a:cubicBezTo>
                  <a:pt x="27340" y="15616"/>
                  <a:pt x="27320" y="15662"/>
                  <a:pt x="27285" y="15679"/>
                </a:cubicBezTo>
                <a:cubicBezTo>
                  <a:pt x="27243" y="15700"/>
                  <a:pt x="27222" y="15721"/>
                  <a:pt x="27222" y="15763"/>
                </a:cubicBezTo>
                <a:cubicBezTo>
                  <a:pt x="27222" y="15721"/>
                  <a:pt x="27201" y="15721"/>
                  <a:pt x="27139" y="15700"/>
                </a:cubicBezTo>
                <a:cubicBezTo>
                  <a:pt x="27213" y="15663"/>
                  <a:pt x="27304" y="15626"/>
                  <a:pt x="27381" y="15589"/>
                </a:cubicBezTo>
                <a:close/>
                <a:moveTo>
                  <a:pt x="9772" y="10072"/>
                </a:moveTo>
                <a:cubicBezTo>
                  <a:pt x="10086" y="10449"/>
                  <a:pt x="10379" y="10825"/>
                  <a:pt x="10693" y="11202"/>
                </a:cubicBezTo>
                <a:cubicBezTo>
                  <a:pt x="11760" y="12541"/>
                  <a:pt x="12869" y="13859"/>
                  <a:pt x="13936" y="15198"/>
                </a:cubicBezTo>
                <a:cubicBezTo>
                  <a:pt x="12116" y="15407"/>
                  <a:pt x="10274" y="15638"/>
                  <a:pt x="8454" y="15847"/>
                </a:cubicBezTo>
                <a:cubicBezTo>
                  <a:pt x="8768" y="15052"/>
                  <a:pt x="8998" y="14236"/>
                  <a:pt x="9375" y="13462"/>
                </a:cubicBezTo>
                <a:cubicBezTo>
                  <a:pt x="9751" y="12729"/>
                  <a:pt x="10274" y="12102"/>
                  <a:pt x="10756" y="11411"/>
                </a:cubicBezTo>
                <a:cubicBezTo>
                  <a:pt x="10802" y="11318"/>
                  <a:pt x="10723" y="11226"/>
                  <a:pt x="10636" y="11226"/>
                </a:cubicBezTo>
                <a:cubicBezTo>
                  <a:pt x="10605" y="11226"/>
                  <a:pt x="10574" y="11237"/>
                  <a:pt x="10546" y="11265"/>
                </a:cubicBezTo>
                <a:cubicBezTo>
                  <a:pt x="10442" y="11348"/>
                  <a:pt x="10358" y="11474"/>
                  <a:pt x="10253" y="11557"/>
                </a:cubicBezTo>
                <a:cubicBezTo>
                  <a:pt x="10128" y="11097"/>
                  <a:pt x="9981" y="10553"/>
                  <a:pt x="9772" y="10093"/>
                </a:cubicBezTo>
                <a:lnTo>
                  <a:pt x="9772" y="10072"/>
                </a:lnTo>
                <a:close/>
                <a:moveTo>
                  <a:pt x="8600" y="14508"/>
                </a:moveTo>
                <a:lnTo>
                  <a:pt x="8600" y="14508"/>
                </a:lnTo>
                <a:cubicBezTo>
                  <a:pt x="8433" y="14968"/>
                  <a:pt x="8328" y="15449"/>
                  <a:pt x="8287" y="15889"/>
                </a:cubicBezTo>
                <a:cubicBezTo>
                  <a:pt x="7994" y="15596"/>
                  <a:pt x="7743" y="15282"/>
                  <a:pt x="7470" y="14968"/>
                </a:cubicBezTo>
                <a:cubicBezTo>
                  <a:pt x="7847" y="14822"/>
                  <a:pt x="8203" y="14654"/>
                  <a:pt x="8600" y="14508"/>
                </a:cubicBezTo>
                <a:close/>
                <a:moveTo>
                  <a:pt x="8056" y="15826"/>
                </a:moveTo>
                <a:cubicBezTo>
                  <a:pt x="8077" y="15868"/>
                  <a:pt x="8098" y="15889"/>
                  <a:pt x="8161" y="15910"/>
                </a:cubicBezTo>
                <a:cubicBezTo>
                  <a:pt x="8098" y="15910"/>
                  <a:pt x="8035" y="15931"/>
                  <a:pt x="7973" y="15931"/>
                </a:cubicBezTo>
                <a:cubicBezTo>
                  <a:pt x="8035" y="15910"/>
                  <a:pt x="8056" y="15889"/>
                  <a:pt x="8056" y="15826"/>
                </a:cubicBezTo>
                <a:close/>
                <a:moveTo>
                  <a:pt x="24900" y="10993"/>
                </a:moveTo>
                <a:cubicBezTo>
                  <a:pt x="25402" y="11746"/>
                  <a:pt x="25821" y="12520"/>
                  <a:pt x="26093" y="13399"/>
                </a:cubicBezTo>
                <a:cubicBezTo>
                  <a:pt x="26365" y="14236"/>
                  <a:pt x="26406" y="15073"/>
                  <a:pt x="26490" y="15931"/>
                </a:cubicBezTo>
                <a:cubicBezTo>
                  <a:pt x="25507" y="15805"/>
                  <a:pt x="24481" y="15659"/>
                  <a:pt x="23477" y="15512"/>
                </a:cubicBezTo>
                <a:lnTo>
                  <a:pt x="21531" y="15198"/>
                </a:lnTo>
                <a:cubicBezTo>
                  <a:pt x="22619" y="13796"/>
                  <a:pt x="23770" y="12415"/>
                  <a:pt x="24900" y="10993"/>
                </a:cubicBezTo>
                <a:close/>
                <a:moveTo>
                  <a:pt x="7554" y="15596"/>
                </a:moveTo>
                <a:lnTo>
                  <a:pt x="7554" y="15596"/>
                </a:lnTo>
                <a:cubicBezTo>
                  <a:pt x="7659" y="15700"/>
                  <a:pt x="7763" y="15805"/>
                  <a:pt x="7847" y="15910"/>
                </a:cubicBezTo>
                <a:cubicBezTo>
                  <a:pt x="7868" y="15931"/>
                  <a:pt x="7889" y="15931"/>
                  <a:pt x="7889" y="15931"/>
                </a:cubicBezTo>
                <a:lnTo>
                  <a:pt x="7784" y="15972"/>
                </a:lnTo>
                <a:cubicBezTo>
                  <a:pt x="7680" y="15972"/>
                  <a:pt x="7617" y="15993"/>
                  <a:pt x="7512" y="15993"/>
                </a:cubicBezTo>
                <a:cubicBezTo>
                  <a:pt x="7512" y="15972"/>
                  <a:pt x="7512" y="15972"/>
                  <a:pt x="7470" y="15931"/>
                </a:cubicBezTo>
                <a:cubicBezTo>
                  <a:pt x="7450" y="15889"/>
                  <a:pt x="7429" y="15868"/>
                  <a:pt x="7408" y="15805"/>
                </a:cubicBezTo>
                <a:lnTo>
                  <a:pt x="7408" y="15805"/>
                </a:lnTo>
                <a:cubicBezTo>
                  <a:pt x="7450" y="15826"/>
                  <a:pt x="7470" y="15889"/>
                  <a:pt x="7533" y="15910"/>
                </a:cubicBezTo>
                <a:cubicBezTo>
                  <a:pt x="7554" y="15925"/>
                  <a:pt x="7578" y="15932"/>
                  <a:pt x="7602" y="15932"/>
                </a:cubicBezTo>
                <a:cubicBezTo>
                  <a:pt x="7675" y="15932"/>
                  <a:pt x="7743" y="15868"/>
                  <a:pt x="7680" y="15805"/>
                </a:cubicBezTo>
                <a:cubicBezTo>
                  <a:pt x="7638" y="15763"/>
                  <a:pt x="7575" y="15679"/>
                  <a:pt x="7554" y="15596"/>
                </a:cubicBezTo>
                <a:close/>
                <a:moveTo>
                  <a:pt x="7136" y="15910"/>
                </a:moveTo>
                <a:cubicBezTo>
                  <a:pt x="7157" y="15931"/>
                  <a:pt x="7198" y="15993"/>
                  <a:pt x="7240" y="16014"/>
                </a:cubicBezTo>
                <a:cubicBezTo>
                  <a:pt x="7198" y="16014"/>
                  <a:pt x="7157" y="16014"/>
                  <a:pt x="7115" y="16035"/>
                </a:cubicBezTo>
                <a:cubicBezTo>
                  <a:pt x="7115" y="15993"/>
                  <a:pt x="7136" y="15972"/>
                  <a:pt x="7136" y="15910"/>
                </a:cubicBezTo>
                <a:close/>
                <a:moveTo>
                  <a:pt x="26699" y="15784"/>
                </a:moveTo>
                <a:cubicBezTo>
                  <a:pt x="26971" y="15868"/>
                  <a:pt x="27201" y="15972"/>
                  <a:pt x="27432" y="16077"/>
                </a:cubicBezTo>
                <a:lnTo>
                  <a:pt x="27327" y="16077"/>
                </a:lnTo>
                <a:cubicBezTo>
                  <a:pt x="27118" y="16035"/>
                  <a:pt x="26888" y="16014"/>
                  <a:pt x="26678" y="15993"/>
                </a:cubicBezTo>
                <a:cubicBezTo>
                  <a:pt x="26678" y="15910"/>
                  <a:pt x="26699" y="15868"/>
                  <a:pt x="26699" y="15784"/>
                </a:cubicBezTo>
                <a:close/>
                <a:moveTo>
                  <a:pt x="27913" y="16035"/>
                </a:moveTo>
                <a:cubicBezTo>
                  <a:pt x="27913" y="16035"/>
                  <a:pt x="27913" y="16077"/>
                  <a:pt x="27934" y="16077"/>
                </a:cubicBezTo>
                <a:cubicBezTo>
                  <a:pt x="27989" y="16123"/>
                  <a:pt x="28044" y="16141"/>
                  <a:pt x="28096" y="16141"/>
                </a:cubicBezTo>
                <a:cubicBezTo>
                  <a:pt x="28162" y="16141"/>
                  <a:pt x="28222" y="16112"/>
                  <a:pt x="28269" y="16077"/>
                </a:cubicBezTo>
                <a:cubicBezTo>
                  <a:pt x="28269" y="16098"/>
                  <a:pt x="28289" y="16140"/>
                  <a:pt x="28289" y="16182"/>
                </a:cubicBezTo>
                <a:cubicBezTo>
                  <a:pt x="28122" y="16140"/>
                  <a:pt x="27913" y="16119"/>
                  <a:pt x="27725" y="16098"/>
                </a:cubicBezTo>
                <a:cubicBezTo>
                  <a:pt x="27766" y="16056"/>
                  <a:pt x="27829" y="16035"/>
                  <a:pt x="27913" y="16035"/>
                </a:cubicBezTo>
                <a:close/>
                <a:moveTo>
                  <a:pt x="8015" y="7833"/>
                </a:moveTo>
                <a:cubicBezTo>
                  <a:pt x="8328" y="8335"/>
                  <a:pt x="8747" y="8775"/>
                  <a:pt x="9123" y="9214"/>
                </a:cubicBezTo>
                <a:cubicBezTo>
                  <a:pt x="9291" y="9423"/>
                  <a:pt x="9458" y="9633"/>
                  <a:pt x="9626" y="9842"/>
                </a:cubicBezTo>
                <a:cubicBezTo>
                  <a:pt x="9563" y="9842"/>
                  <a:pt x="9521" y="9905"/>
                  <a:pt x="9521" y="9946"/>
                </a:cubicBezTo>
                <a:lnTo>
                  <a:pt x="9521" y="9988"/>
                </a:lnTo>
                <a:cubicBezTo>
                  <a:pt x="8684" y="10700"/>
                  <a:pt x="8077" y="11913"/>
                  <a:pt x="7659" y="12897"/>
                </a:cubicBezTo>
                <a:cubicBezTo>
                  <a:pt x="7240" y="13880"/>
                  <a:pt x="6864" y="14968"/>
                  <a:pt x="6926" y="16035"/>
                </a:cubicBezTo>
                <a:cubicBezTo>
                  <a:pt x="6152" y="16140"/>
                  <a:pt x="5336" y="16223"/>
                  <a:pt x="4520" y="16328"/>
                </a:cubicBezTo>
                <a:cubicBezTo>
                  <a:pt x="4520" y="16328"/>
                  <a:pt x="4541" y="16307"/>
                  <a:pt x="4541" y="16286"/>
                </a:cubicBezTo>
                <a:lnTo>
                  <a:pt x="4541" y="16140"/>
                </a:lnTo>
                <a:cubicBezTo>
                  <a:pt x="4604" y="16035"/>
                  <a:pt x="4583" y="15931"/>
                  <a:pt x="4541" y="15805"/>
                </a:cubicBezTo>
                <a:cubicBezTo>
                  <a:pt x="4855" y="14403"/>
                  <a:pt x="5148" y="13001"/>
                  <a:pt x="5692" y="11620"/>
                </a:cubicBezTo>
                <a:cubicBezTo>
                  <a:pt x="6278" y="10239"/>
                  <a:pt x="6968" y="8921"/>
                  <a:pt x="8015" y="7833"/>
                </a:cubicBezTo>
                <a:close/>
                <a:moveTo>
                  <a:pt x="27222" y="7875"/>
                </a:moveTo>
                <a:cubicBezTo>
                  <a:pt x="29482" y="10239"/>
                  <a:pt x="30696" y="13252"/>
                  <a:pt x="30989" y="16495"/>
                </a:cubicBezTo>
                <a:cubicBezTo>
                  <a:pt x="30152" y="16391"/>
                  <a:pt x="29294" y="16307"/>
                  <a:pt x="28457" y="16203"/>
                </a:cubicBezTo>
                <a:cubicBezTo>
                  <a:pt x="28729" y="15177"/>
                  <a:pt x="28269" y="13692"/>
                  <a:pt x="27934" y="12750"/>
                </a:cubicBezTo>
                <a:cubicBezTo>
                  <a:pt x="27515" y="11599"/>
                  <a:pt x="26888" y="10532"/>
                  <a:pt x="26093" y="9591"/>
                </a:cubicBezTo>
                <a:cubicBezTo>
                  <a:pt x="26072" y="9549"/>
                  <a:pt x="26051" y="9549"/>
                  <a:pt x="26051" y="9528"/>
                </a:cubicBezTo>
                <a:cubicBezTo>
                  <a:pt x="26427" y="8984"/>
                  <a:pt x="26846" y="8461"/>
                  <a:pt x="27222" y="7875"/>
                </a:cubicBezTo>
                <a:close/>
                <a:moveTo>
                  <a:pt x="20129" y="15198"/>
                </a:moveTo>
                <a:cubicBezTo>
                  <a:pt x="22389" y="15784"/>
                  <a:pt x="24795" y="15972"/>
                  <a:pt x="27097" y="16286"/>
                </a:cubicBezTo>
                <a:cubicBezTo>
                  <a:pt x="29001" y="16558"/>
                  <a:pt x="30947" y="16851"/>
                  <a:pt x="32872" y="17019"/>
                </a:cubicBezTo>
                <a:lnTo>
                  <a:pt x="28143" y="17019"/>
                </a:lnTo>
                <a:cubicBezTo>
                  <a:pt x="26773" y="17019"/>
                  <a:pt x="25410" y="17000"/>
                  <a:pt x="24046" y="17000"/>
                </a:cubicBezTo>
                <a:cubicBezTo>
                  <a:pt x="22910" y="17000"/>
                  <a:pt x="21773" y="17013"/>
                  <a:pt x="20631" y="17060"/>
                </a:cubicBezTo>
                <a:cubicBezTo>
                  <a:pt x="20694" y="16412"/>
                  <a:pt x="20464" y="15763"/>
                  <a:pt x="20129" y="15198"/>
                </a:cubicBezTo>
                <a:close/>
                <a:moveTo>
                  <a:pt x="15275" y="15366"/>
                </a:moveTo>
                <a:cubicBezTo>
                  <a:pt x="15087" y="15659"/>
                  <a:pt x="14961" y="15993"/>
                  <a:pt x="14898" y="16328"/>
                </a:cubicBezTo>
                <a:cubicBezTo>
                  <a:pt x="14857" y="16621"/>
                  <a:pt x="14836" y="16935"/>
                  <a:pt x="14836" y="17270"/>
                </a:cubicBezTo>
                <a:cubicBezTo>
                  <a:pt x="12367" y="17081"/>
                  <a:pt x="9877" y="17081"/>
                  <a:pt x="7429" y="17039"/>
                </a:cubicBezTo>
                <a:lnTo>
                  <a:pt x="6822" y="17039"/>
                </a:lnTo>
                <a:cubicBezTo>
                  <a:pt x="6811" y="17029"/>
                  <a:pt x="6790" y="17024"/>
                  <a:pt x="6772" y="17024"/>
                </a:cubicBezTo>
                <a:cubicBezTo>
                  <a:pt x="6754" y="17024"/>
                  <a:pt x="6738" y="17029"/>
                  <a:pt x="6738" y="17039"/>
                </a:cubicBezTo>
                <a:cubicBezTo>
                  <a:pt x="5336" y="17019"/>
                  <a:pt x="3893" y="16956"/>
                  <a:pt x="2449" y="16956"/>
                </a:cubicBezTo>
                <a:cubicBezTo>
                  <a:pt x="4290" y="16747"/>
                  <a:pt x="6110" y="16454"/>
                  <a:pt x="7952" y="16223"/>
                </a:cubicBezTo>
                <a:cubicBezTo>
                  <a:pt x="10379" y="15931"/>
                  <a:pt x="12848" y="15659"/>
                  <a:pt x="15275" y="15366"/>
                </a:cubicBezTo>
                <a:close/>
                <a:moveTo>
                  <a:pt x="1235" y="17270"/>
                </a:moveTo>
                <a:cubicBezTo>
                  <a:pt x="1486" y="17270"/>
                  <a:pt x="1779" y="17291"/>
                  <a:pt x="2030" y="17291"/>
                </a:cubicBezTo>
                <a:cubicBezTo>
                  <a:pt x="2093" y="17332"/>
                  <a:pt x="2114" y="17374"/>
                  <a:pt x="2177" y="17395"/>
                </a:cubicBezTo>
                <a:cubicBezTo>
                  <a:pt x="1821" y="17353"/>
                  <a:pt x="1549" y="17332"/>
                  <a:pt x="1235" y="17270"/>
                </a:cubicBezTo>
                <a:close/>
                <a:moveTo>
                  <a:pt x="34295" y="17270"/>
                </a:moveTo>
                <a:lnTo>
                  <a:pt x="34295" y="17270"/>
                </a:lnTo>
                <a:cubicBezTo>
                  <a:pt x="33771" y="17291"/>
                  <a:pt x="33207" y="17374"/>
                  <a:pt x="32663" y="17437"/>
                </a:cubicBezTo>
                <a:cubicBezTo>
                  <a:pt x="32600" y="17395"/>
                  <a:pt x="32579" y="17374"/>
                  <a:pt x="32537" y="17353"/>
                </a:cubicBezTo>
                <a:cubicBezTo>
                  <a:pt x="32495" y="17311"/>
                  <a:pt x="32474" y="17291"/>
                  <a:pt x="32453" y="17291"/>
                </a:cubicBezTo>
                <a:cubicBezTo>
                  <a:pt x="33060" y="17291"/>
                  <a:pt x="33688" y="17291"/>
                  <a:pt x="34295" y="17270"/>
                </a:cubicBezTo>
                <a:close/>
                <a:moveTo>
                  <a:pt x="2407" y="17291"/>
                </a:moveTo>
                <a:cubicBezTo>
                  <a:pt x="2449" y="17353"/>
                  <a:pt x="2533" y="17395"/>
                  <a:pt x="2595" y="17458"/>
                </a:cubicBezTo>
                <a:cubicBezTo>
                  <a:pt x="2512" y="17458"/>
                  <a:pt x="2449" y="17458"/>
                  <a:pt x="2407" y="17437"/>
                </a:cubicBezTo>
                <a:cubicBezTo>
                  <a:pt x="2344" y="17374"/>
                  <a:pt x="2302" y="17353"/>
                  <a:pt x="2281" y="17291"/>
                </a:cubicBezTo>
                <a:close/>
                <a:moveTo>
                  <a:pt x="32223" y="17291"/>
                </a:moveTo>
                <a:cubicBezTo>
                  <a:pt x="32265" y="17353"/>
                  <a:pt x="32328" y="17437"/>
                  <a:pt x="32370" y="17479"/>
                </a:cubicBezTo>
                <a:cubicBezTo>
                  <a:pt x="32244" y="17479"/>
                  <a:pt x="32119" y="17479"/>
                  <a:pt x="31993" y="17500"/>
                </a:cubicBezTo>
                <a:cubicBezTo>
                  <a:pt x="31930" y="17437"/>
                  <a:pt x="31847" y="17353"/>
                  <a:pt x="31742" y="17291"/>
                </a:cubicBezTo>
                <a:close/>
                <a:moveTo>
                  <a:pt x="2909" y="17291"/>
                </a:moveTo>
                <a:cubicBezTo>
                  <a:pt x="2972" y="17374"/>
                  <a:pt x="3056" y="17458"/>
                  <a:pt x="3160" y="17542"/>
                </a:cubicBezTo>
                <a:cubicBezTo>
                  <a:pt x="3077" y="17542"/>
                  <a:pt x="2972" y="17542"/>
                  <a:pt x="2909" y="17500"/>
                </a:cubicBezTo>
                <a:cubicBezTo>
                  <a:pt x="2805" y="17437"/>
                  <a:pt x="2721" y="17374"/>
                  <a:pt x="2616" y="17291"/>
                </a:cubicBezTo>
                <a:close/>
                <a:moveTo>
                  <a:pt x="31449" y="17270"/>
                </a:moveTo>
                <a:lnTo>
                  <a:pt x="31491" y="17291"/>
                </a:lnTo>
                <a:cubicBezTo>
                  <a:pt x="31554" y="17332"/>
                  <a:pt x="31637" y="17374"/>
                  <a:pt x="31721" y="17458"/>
                </a:cubicBezTo>
                <a:cubicBezTo>
                  <a:pt x="31742" y="17479"/>
                  <a:pt x="31784" y="17500"/>
                  <a:pt x="31784" y="17542"/>
                </a:cubicBezTo>
                <a:cubicBezTo>
                  <a:pt x="31637" y="17542"/>
                  <a:pt x="31512" y="17563"/>
                  <a:pt x="31386" y="17563"/>
                </a:cubicBezTo>
                <a:cubicBezTo>
                  <a:pt x="31323" y="17500"/>
                  <a:pt x="31261" y="17458"/>
                  <a:pt x="31198" y="17395"/>
                </a:cubicBezTo>
                <a:lnTo>
                  <a:pt x="31072" y="17270"/>
                </a:lnTo>
                <a:close/>
                <a:moveTo>
                  <a:pt x="30884" y="17270"/>
                </a:moveTo>
                <a:cubicBezTo>
                  <a:pt x="30947" y="17353"/>
                  <a:pt x="31010" y="17437"/>
                  <a:pt x="31072" y="17500"/>
                </a:cubicBezTo>
                <a:lnTo>
                  <a:pt x="31114" y="17563"/>
                </a:lnTo>
                <a:cubicBezTo>
                  <a:pt x="31010" y="17563"/>
                  <a:pt x="30905" y="17583"/>
                  <a:pt x="30800" y="17583"/>
                </a:cubicBezTo>
                <a:cubicBezTo>
                  <a:pt x="30758" y="17500"/>
                  <a:pt x="30633" y="17437"/>
                  <a:pt x="30528" y="17332"/>
                </a:cubicBezTo>
                <a:lnTo>
                  <a:pt x="30466" y="17270"/>
                </a:lnTo>
                <a:close/>
                <a:moveTo>
                  <a:pt x="3369" y="17291"/>
                </a:moveTo>
                <a:cubicBezTo>
                  <a:pt x="3453" y="17374"/>
                  <a:pt x="3495" y="17458"/>
                  <a:pt x="3579" y="17542"/>
                </a:cubicBezTo>
                <a:lnTo>
                  <a:pt x="3662" y="17604"/>
                </a:lnTo>
                <a:cubicBezTo>
                  <a:pt x="3579" y="17604"/>
                  <a:pt x="3495" y="17583"/>
                  <a:pt x="3453" y="17583"/>
                </a:cubicBezTo>
                <a:cubicBezTo>
                  <a:pt x="3390" y="17542"/>
                  <a:pt x="3328" y="17479"/>
                  <a:pt x="3265" y="17437"/>
                </a:cubicBezTo>
                <a:cubicBezTo>
                  <a:pt x="3202" y="17374"/>
                  <a:pt x="3160" y="17353"/>
                  <a:pt x="3097" y="17291"/>
                </a:cubicBezTo>
                <a:close/>
                <a:moveTo>
                  <a:pt x="3767" y="17270"/>
                </a:moveTo>
                <a:cubicBezTo>
                  <a:pt x="3830" y="17353"/>
                  <a:pt x="3893" y="17437"/>
                  <a:pt x="3976" y="17500"/>
                </a:cubicBezTo>
                <a:cubicBezTo>
                  <a:pt x="3997" y="17563"/>
                  <a:pt x="4039" y="17583"/>
                  <a:pt x="4081" y="17625"/>
                </a:cubicBezTo>
                <a:cubicBezTo>
                  <a:pt x="4044" y="17650"/>
                  <a:pt x="4015" y="17660"/>
                  <a:pt x="3979" y="17660"/>
                </a:cubicBezTo>
                <a:cubicBezTo>
                  <a:pt x="3955" y="17660"/>
                  <a:pt x="3927" y="17655"/>
                  <a:pt x="3893" y="17646"/>
                </a:cubicBezTo>
                <a:cubicBezTo>
                  <a:pt x="3809" y="17563"/>
                  <a:pt x="3725" y="17500"/>
                  <a:pt x="3662" y="17437"/>
                </a:cubicBezTo>
                <a:lnTo>
                  <a:pt x="3495" y="17270"/>
                </a:lnTo>
                <a:close/>
                <a:moveTo>
                  <a:pt x="30277" y="17291"/>
                </a:moveTo>
                <a:lnTo>
                  <a:pt x="30445" y="17458"/>
                </a:lnTo>
                <a:cubicBezTo>
                  <a:pt x="30486" y="17500"/>
                  <a:pt x="30549" y="17583"/>
                  <a:pt x="30633" y="17667"/>
                </a:cubicBezTo>
                <a:cubicBezTo>
                  <a:pt x="30445" y="17688"/>
                  <a:pt x="30256" y="17688"/>
                  <a:pt x="30110" y="17709"/>
                </a:cubicBezTo>
                <a:cubicBezTo>
                  <a:pt x="29901" y="17563"/>
                  <a:pt x="29712" y="17458"/>
                  <a:pt x="29545" y="17291"/>
                </a:cubicBezTo>
                <a:close/>
                <a:moveTo>
                  <a:pt x="4227" y="17332"/>
                </a:moveTo>
                <a:cubicBezTo>
                  <a:pt x="4332" y="17458"/>
                  <a:pt x="4416" y="17563"/>
                  <a:pt x="4520" y="17667"/>
                </a:cubicBezTo>
                <a:cubicBezTo>
                  <a:pt x="4541" y="17688"/>
                  <a:pt x="4583" y="17709"/>
                  <a:pt x="4604" y="17772"/>
                </a:cubicBezTo>
                <a:cubicBezTo>
                  <a:pt x="4520" y="17772"/>
                  <a:pt x="4478" y="17751"/>
                  <a:pt x="4395" y="17751"/>
                </a:cubicBezTo>
                <a:cubicBezTo>
                  <a:pt x="4332" y="17604"/>
                  <a:pt x="4206" y="17500"/>
                  <a:pt x="4102" y="17437"/>
                </a:cubicBezTo>
                <a:cubicBezTo>
                  <a:pt x="4060" y="17395"/>
                  <a:pt x="4018" y="17353"/>
                  <a:pt x="3976" y="17332"/>
                </a:cubicBezTo>
                <a:close/>
                <a:moveTo>
                  <a:pt x="29440" y="17291"/>
                </a:moveTo>
                <a:cubicBezTo>
                  <a:pt x="29419" y="17332"/>
                  <a:pt x="29419" y="17353"/>
                  <a:pt x="29440" y="17374"/>
                </a:cubicBezTo>
                <a:cubicBezTo>
                  <a:pt x="29545" y="17500"/>
                  <a:pt x="29650" y="17646"/>
                  <a:pt x="29796" y="17751"/>
                </a:cubicBezTo>
                <a:cubicBezTo>
                  <a:pt x="29691" y="17751"/>
                  <a:pt x="29608" y="17772"/>
                  <a:pt x="29503" y="17772"/>
                </a:cubicBezTo>
                <a:cubicBezTo>
                  <a:pt x="29419" y="17667"/>
                  <a:pt x="29315" y="17583"/>
                  <a:pt x="29231" y="17500"/>
                </a:cubicBezTo>
                <a:lnTo>
                  <a:pt x="29022" y="17291"/>
                </a:lnTo>
                <a:close/>
                <a:moveTo>
                  <a:pt x="4667" y="17291"/>
                </a:moveTo>
                <a:cubicBezTo>
                  <a:pt x="4771" y="17395"/>
                  <a:pt x="4876" y="17542"/>
                  <a:pt x="5002" y="17646"/>
                </a:cubicBezTo>
                <a:cubicBezTo>
                  <a:pt x="5106" y="17709"/>
                  <a:pt x="5148" y="17772"/>
                  <a:pt x="5190" y="17814"/>
                </a:cubicBezTo>
                <a:cubicBezTo>
                  <a:pt x="5127" y="17814"/>
                  <a:pt x="5043" y="17793"/>
                  <a:pt x="4939" y="17793"/>
                </a:cubicBezTo>
                <a:cubicBezTo>
                  <a:pt x="4855" y="17688"/>
                  <a:pt x="4730" y="17604"/>
                  <a:pt x="4625" y="17542"/>
                </a:cubicBezTo>
                <a:cubicBezTo>
                  <a:pt x="4541" y="17458"/>
                  <a:pt x="4457" y="17374"/>
                  <a:pt x="4353" y="17291"/>
                </a:cubicBezTo>
                <a:close/>
                <a:moveTo>
                  <a:pt x="28854" y="17291"/>
                </a:moveTo>
                <a:cubicBezTo>
                  <a:pt x="28917" y="17395"/>
                  <a:pt x="29001" y="17500"/>
                  <a:pt x="29106" y="17604"/>
                </a:cubicBezTo>
                <a:cubicBezTo>
                  <a:pt x="29168" y="17667"/>
                  <a:pt x="29210" y="17751"/>
                  <a:pt x="29294" y="17793"/>
                </a:cubicBezTo>
                <a:cubicBezTo>
                  <a:pt x="29168" y="17814"/>
                  <a:pt x="29001" y="17814"/>
                  <a:pt x="28875" y="17835"/>
                </a:cubicBezTo>
                <a:cubicBezTo>
                  <a:pt x="28729" y="17751"/>
                  <a:pt x="28645" y="17667"/>
                  <a:pt x="28541" y="17563"/>
                </a:cubicBezTo>
                <a:lnTo>
                  <a:pt x="28269" y="17291"/>
                </a:lnTo>
                <a:close/>
                <a:moveTo>
                  <a:pt x="5211" y="17291"/>
                </a:moveTo>
                <a:cubicBezTo>
                  <a:pt x="5274" y="17395"/>
                  <a:pt x="5378" y="17542"/>
                  <a:pt x="5462" y="17646"/>
                </a:cubicBezTo>
                <a:cubicBezTo>
                  <a:pt x="5525" y="17709"/>
                  <a:pt x="5566" y="17793"/>
                  <a:pt x="5650" y="17876"/>
                </a:cubicBezTo>
                <a:cubicBezTo>
                  <a:pt x="5587" y="17876"/>
                  <a:pt x="5525" y="17855"/>
                  <a:pt x="5462" y="17855"/>
                </a:cubicBezTo>
                <a:cubicBezTo>
                  <a:pt x="5378" y="17751"/>
                  <a:pt x="5253" y="17646"/>
                  <a:pt x="5148" y="17542"/>
                </a:cubicBezTo>
                <a:cubicBezTo>
                  <a:pt x="5064" y="17458"/>
                  <a:pt x="4960" y="17374"/>
                  <a:pt x="4897" y="17291"/>
                </a:cubicBezTo>
                <a:close/>
                <a:moveTo>
                  <a:pt x="28080" y="17332"/>
                </a:moveTo>
                <a:cubicBezTo>
                  <a:pt x="28227" y="17542"/>
                  <a:pt x="28373" y="17709"/>
                  <a:pt x="28561" y="17897"/>
                </a:cubicBezTo>
                <a:cubicBezTo>
                  <a:pt x="28457" y="17897"/>
                  <a:pt x="28331" y="17897"/>
                  <a:pt x="28185" y="17918"/>
                </a:cubicBezTo>
                <a:cubicBezTo>
                  <a:pt x="28080" y="17855"/>
                  <a:pt x="27955" y="17751"/>
                  <a:pt x="27850" y="17667"/>
                </a:cubicBezTo>
                <a:cubicBezTo>
                  <a:pt x="27745" y="17563"/>
                  <a:pt x="27641" y="17437"/>
                  <a:pt x="27536" y="17332"/>
                </a:cubicBezTo>
                <a:close/>
                <a:moveTo>
                  <a:pt x="5776" y="17332"/>
                </a:moveTo>
                <a:cubicBezTo>
                  <a:pt x="5880" y="17479"/>
                  <a:pt x="5985" y="17646"/>
                  <a:pt x="6090" y="17772"/>
                </a:cubicBezTo>
                <a:cubicBezTo>
                  <a:pt x="6152" y="17814"/>
                  <a:pt x="6194" y="17897"/>
                  <a:pt x="6278" y="17981"/>
                </a:cubicBezTo>
                <a:cubicBezTo>
                  <a:pt x="6173" y="17981"/>
                  <a:pt x="6069" y="17960"/>
                  <a:pt x="5964" y="17960"/>
                </a:cubicBezTo>
                <a:cubicBezTo>
                  <a:pt x="5880" y="17772"/>
                  <a:pt x="5713" y="17646"/>
                  <a:pt x="5629" y="17542"/>
                </a:cubicBezTo>
                <a:cubicBezTo>
                  <a:pt x="5546" y="17458"/>
                  <a:pt x="5483" y="17374"/>
                  <a:pt x="5420" y="17332"/>
                </a:cubicBezTo>
                <a:close/>
                <a:moveTo>
                  <a:pt x="6236" y="17291"/>
                </a:moveTo>
                <a:cubicBezTo>
                  <a:pt x="6341" y="17458"/>
                  <a:pt x="6487" y="17604"/>
                  <a:pt x="6613" y="17751"/>
                </a:cubicBezTo>
                <a:cubicBezTo>
                  <a:pt x="6696" y="17814"/>
                  <a:pt x="6759" y="17918"/>
                  <a:pt x="6843" y="18002"/>
                </a:cubicBezTo>
                <a:cubicBezTo>
                  <a:pt x="6759" y="18002"/>
                  <a:pt x="6696" y="17981"/>
                  <a:pt x="6613" y="17981"/>
                </a:cubicBezTo>
                <a:cubicBezTo>
                  <a:pt x="6508" y="17876"/>
                  <a:pt x="6362" y="17772"/>
                  <a:pt x="6236" y="17646"/>
                </a:cubicBezTo>
                <a:cubicBezTo>
                  <a:pt x="6110" y="17542"/>
                  <a:pt x="6006" y="17395"/>
                  <a:pt x="5880" y="17291"/>
                </a:cubicBezTo>
                <a:close/>
                <a:moveTo>
                  <a:pt x="27411" y="17332"/>
                </a:moveTo>
                <a:cubicBezTo>
                  <a:pt x="27515" y="17479"/>
                  <a:pt x="27620" y="17646"/>
                  <a:pt x="27745" y="17772"/>
                </a:cubicBezTo>
                <a:cubicBezTo>
                  <a:pt x="27808" y="17814"/>
                  <a:pt x="27871" y="17897"/>
                  <a:pt x="27934" y="17981"/>
                </a:cubicBezTo>
                <a:cubicBezTo>
                  <a:pt x="27897" y="17975"/>
                  <a:pt x="27858" y="17972"/>
                  <a:pt x="27819" y="17972"/>
                </a:cubicBezTo>
                <a:cubicBezTo>
                  <a:pt x="27722" y="17972"/>
                  <a:pt x="27619" y="17987"/>
                  <a:pt x="27515" y="18002"/>
                </a:cubicBezTo>
                <a:cubicBezTo>
                  <a:pt x="27432" y="17897"/>
                  <a:pt x="27306" y="17793"/>
                  <a:pt x="27222" y="17688"/>
                </a:cubicBezTo>
                <a:cubicBezTo>
                  <a:pt x="27139" y="17583"/>
                  <a:pt x="27076" y="17458"/>
                  <a:pt x="27013" y="17332"/>
                </a:cubicBezTo>
                <a:close/>
                <a:moveTo>
                  <a:pt x="14857" y="17542"/>
                </a:moveTo>
                <a:cubicBezTo>
                  <a:pt x="14857" y="17709"/>
                  <a:pt x="14877" y="17897"/>
                  <a:pt x="14940" y="18065"/>
                </a:cubicBezTo>
                <a:lnTo>
                  <a:pt x="14773" y="17897"/>
                </a:lnTo>
                <a:cubicBezTo>
                  <a:pt x="14647" y="17772"/>
                  <a:pt x="14543" y="17646"/>
                  <a:pt x="14417" y="17542"/>
                </a:cubicBezTo>
                <a:close/>
                <a:moveTo>
                  <a:pt x="26929" y="17332"/>
                </a:moveTo>
                <a:cubicBezTo>
                  <a:pt x="26971" y="17479"/>
                  <a:pt x="27034" y="17604"/>
                  <a:pt x="27139" y="17772"/>
                </a:cubicBezTo>
                <a:cubicBezTo>
                  <a:pt x="27201" y="17855"/>
                  <a:pt x="27285" y="17960"/>
                  <a:pt x="27348" y="18023"/>
                </a:cubicBezTo>
                <a:lnTo>
                  <a:pt x="27243" y="18023"/>
                </a:lnTo>
                <a:cubicBezTo>
                  <a:pt x="27181" y="18023"/>
                  <a:pt x="27118" y="18065"/>
                  <a:pt x="27034" y="18065"/>
                </a:cubicBezTo>
                <a:cubicBezTo>
                  <a:pt x="26971" y="17918"/>
                  <a:pt x="26825" y="17814"/>
                  <a:pt x="26762" y="17688"/>
                </a:cubicBezTo>
                <a:cubicBezTo>
                  <a:pt x="26657" y="17563"/>
                  <a:pt x="26553" y="17437"/>
                  <a:pt x="26469" y="17332"/>
                </a:cubicBezTo>
                <a:close/>
                <a:moveTo>
                  <a:pt x="6906" y="17332"/>
                </a:moveTo>
                <a:cubicBezTo>
                  <a:pt x="7010" y="17458"/>
                  <a:pt x="7115" y="17604"/>
                  <a:pt x="7219" y="17751"/>
                </a:cubicBezTo>
                <a:cubicBezTo>
                  <a:pt x="7324" y="17876"/>
                  <a:pt x="7450" y="18002"/>
                  <a:pt x="7575" y="18107"/>
                </a:cubicBezTo>
                <a:cubicBezTo>
                  <a:pt x="7450" y="18107"/>
                  <a:pt x="7324" y="18086"/>
                  <a:pt x="7198" y="18086"/>
                </a:cubicBezTo>
                <a:cubicBezTo>
                  <a:pt x="7052" y="17897"/>
                  <a:pt x="6885" y="17772"/>
                  <a:pt x="6717" y="17646"/>
                </a:cubicBezTo>
                <a:lnTo>
                  <a:pt x="6403" y="17332"/>
                </a:lnTo>
                <a:close/>
                <a:moveTo>
                  <a:pt x="7429" y="17291"/>
                </a:moveTo>
                <a:cubicBezTo>
                  <a:pt x="7554" y="17542"/>
                  <a:pt x="7722" y="17751"/>
                  <a:pt x="7889" y="17918"/>
                </a:cubicBezTo>
                <a:cubicBezTo>
                  <a:pt x="7952" y="17981"/>
                  <a:pt x="7994" y="18065"/>
                  <a:pt x="8077" y="18128"/>
                </a:cubicBezTo>
                <a:cubicBezTo>
                  <a:pt x="7994" y="18128"/>
                  <a:pt x="7931" y="18128"/>
                  <a:pt x="7847" y="18107"/>
                </a:cubicBezTo>
                <a:lnTo>
                  <a:pt x="7847" y="18086"/>
                </a:lnTo>
                <a:cubicBezTo>
                  <a:pt x="7743" y="17897"/>
                  <a:pt x="7512" y="17772"/>
                  <a:pt x="7366" y="17604"/>
                </a:cubicBezTo>
                <a:cubicBezTo>
                  <a:pt x="7261" y="17500"/>
                  <a:pt x="7198" y="17395"/>
                  <a:pt x="7094" y="17291"/>
                </a:cubicBezTo>
                <a:close/>
                <a:moveTo>
                  <a:pt x="26302" y="17291"/>
                </a:moveTo>
                <a:cubicBezTo>
                  <a:pt x="26406" y="17479"/>
                  <a:pt x="26511" y="17604"/>
                  <a:pt x="26616" y="17772"/>
                </a:cubicBezTo>
                <a:cubicBezTo>
                  <a:pt x="26699" y="17876"/>
                  <a:pt x="26762" y="17981"/>
                  <a:pt x="26825" y="18086"/>
                </a:cubicBezTo>
                <a:cubicBezTo>
                  <a:pt x="26678" y="18107"/>
                  <a:pt x="26511" y="18128"/>
                  <a:pt x="26365" y="18128"/>
                </a:cubicBezTo>
                <a:lnTo>
                  <a:pt x="26365" y="18086"/>
                </a:lnTo>
                <a:cubicBezTo>
                  <a:pt x="26281" y="17918"/>
                  <a:pt x="26093" y="17772"/>
                  <a:pt x="25967" y="17646"/>
                </a:cubicBezTo>
                <a:cubicBezTo>
                  <a:pt x="25862" y="17542"/>
                  <a:pt x="25758" y="17395"/>
                  <a:pt x="25653" y="17291"/>
                </a:cubicBezTo>
                <a:close/>
                <a:moveTo>
                  <a:pt x="7973" y="17353"/>
                </a:moveTo>
                <a:cubicBezTo>
                  <a:pt x="8098" y="17500"/>
                  <a:pt x="8266" y="17688"/>
                  <a:pt x="8412" y="17876"/>
                </a:cubicBezTo>
                <a:cubicBezTo>
                  <a:pt x="8517" y="17981"/>
                  <a:pt x="8600" y="18086"/>
                  <a:pt x="8705" y="18211"/>
                </a:cubicBezTo>
                <a:cubicBezTo>
                  <a:pt x="8621" y="18211"/>
                  <a:pt x="8517" y="18211"/>
                  <a:pt x="8454" y="18190"/>
                </a:cubicBezTo>
                <a:cubicBezTo>
                  <a:pt x="8307" y="18065"/>
                  <a:pt x="8161" y="17960"/>
                  <a:pt x="8035" y="17835"/>
                </a:cubicBezTo>
                <a:cubicBezTo>
                  <a:pt x="7868" y="17688"/>
                  <a:pt x="7722" y="17542"/>
                  <a:pt x="7575" y="17353"/>
                </a:cubicBezTo>
                <a:close/>
                <a:moveTo>
                  <a:pt x="8496" y="17353"/>
                </a:moveTo>
                <a:cubicBezTo>
                  <a:pt x="8496" y="17374"/>
                  <a:pt x="8496" y="17374"/>
                  <a:pt x="8517" y="17395"/>
                </a:cubicBezTo>
                <a:cubicBezTo>
                  <a:pt x="8684" y="17563"/>
                  <a:pt x="8831" y="17751"/>
                  <a:pt x="8998" y="17918"/>
                </a:cubicBezTo>
                <a:cubicBezTo>
                  <a:pt x="9061" y="18023"/>
                  <a:pt x="9186" y="18128"/>
                  <a:pt x="9249" y="18232"/>
                </a:cubicBezTo>
                <a:cubicBezTo>
                  <a:pt x="9144" y="18232"/>
                  <a:pt x="9040" y="18211"/>
                  <a:pt x="8935" y="18211"/>
                </a:cubicBezTo>
                <a:cubicBezTo>
                  <a:pt x="8705" y="17897"/>
                  <a:pt x="8391" y="17604"/>
                  <a:pt x="8098" y="17353"/>
                </a:cubicBezTo>
                <a:close/>
                <a:moveTo>
                  <a:pt x="28122" y="18169"/>
                </a:moveTo>
                <a:cubicBezTo>
                  <a:pt x="28080" y="18190"/>
                  <a:pt x="28080" y="18211"/>
                  <a:pt x="28080" y="18232"/>
                </a:cubicBezTo>
                <a:cubicBezTo>
                  <a:pt x="28017" y="18211"/>
                  <a:pt x="27955" y="18190"/>
                  <a:pt x="27934" y="18190"/>
                </a:cubicBezTo>
                <a:cubicBezTo>
                  <a:pt x="27976" y="18190"/>
                  <a:pt x="28059" y="18169"/>
                  <a:pt x="28122" y="18169"/>
                </a:cubicBezTo>
                <a:close/>
                <a:moveTo>
                  <a:pt x="9061" y="17353"/>
                </a:moveTo>
                <a:cubicBezTo>
                  <a:pt x="9228" y="17542"/>
                  <a:pt x="9375" y="17709"/>
                  <a:pt x="9542" y="17876"/>
                </a:cubicBezTo>
                <a:cubicBezTo>
                  <a:pt x="9647" y="18002"/>
                  <a:pt x="9772" y="18169"/>
                  <a:pt x="9898" y="18274"/>
                </a:cubicBezTo>
                <a:cubicBezTo>
                  <a:pt x="9772" y="18274"/>
                  <a:pt x="9667" y="18232"/>
                  <a:pt x="9542" y="18232"/>
                </a:cubicBezTo>
                <a:cubicBezTo>
                  <a:pt x="9437" y="18065"/>
                  <a:pt x="9249" y="17918"/>
                  <a:pt x="9123" y="17793"/>
                </a:cubicBezTo>
                <a:lnTo>
                  <a:pt x="8684" y="17353"/>
                </a:lnTo>
                <a:close/>
                <a:moveTo>
                  <a:pt x="25465" y="17311"/>
                </a:moveTo>
                <a:cubicBezTo>
                  <a:pt x="25569" y="17479"/>
                  <a:pt x="25716" y="17646"/>
                  <a:pt x="25821" y="17793"/>
                </a:cubicBezTo>
                <a:cubicBezTo>
                  <a:pt x="25925" y="17918"/>
                  <a:pt x="25988" y="18065"/>
                  <a:pt x="26093" y="18190"/>
                </a:cubicBezTo>
                <a:cubicBezTo>
                  <a:pt x="25988" y="18211"/>
                  <a:pt x="25862" y="18211"/>
                  <a:pt x="25758" y="18232"/>
                </a:cubicBezTo>
                <a:lnTo>
                  <a:pt x="25758" y="18211"/>
                </a:lnTo>
                <a:cubicBezTo>
                  <a:pt x="25674" y="18023"/>
                  <a:pt x="25507" y="17876"/>
                  <a:pt x="25360" y="17751"/>
                </a:cubicBezTo>
                <a:cubicBezTo>
                  <a:pt x="25235" y="17604"/>
                  <a:pt x="25088" y="17437"/>
                  <a:pt x="24921" y="17353"/>
                </a:cubicBezTo>
                <a:cubicBezTo>
                  <a:pt x="24900" y="17353"/>
                  <a:pt x="24837" y="17374"/>
                  <a:pt x="24879" y="17395"/>
                </a:cubicBezTo>
                <a:cubicBezTo>
                  <a:pt x="24921" y="17563"/>
                  <a:pt x="25109" y="17709"/>
                  <a:pt x="25235" y="17835"/>
                </a:cubicBezTo>
                <a:cubicBezTo>
                  <a:pt x="25339" y="17981"/>
                  <a:pt x="25444" y="18128"/>
                  <a:pt x="25590" y="18232"/>
                </a:cubicBezTo>
                <a:cubicBezTo>
                  <a:pt x="25507" y="18274"/>
                  <a:pt x="25402" y="18274"/>
                  <a:pt x="25276" y="18295"/>
                </a:cubicBezTo>
                <a:cubicBezTo>
                  <a:pt x="25172" y="18107"/>
                  <a:pt x="24963" y="17939"/>
                  <a:pt x="24816" y="17793"/>
                </a:cubicBezTo>
                <a:lnTo>
                  <a:pt x="24419" y="17311"/>
                </a:lnTo>
                <a:close/>
                <a:moveTo>
                  <a:pt x="9667" y="17395"/>
                </a:moveTo>
                <a:cubicBezTo>
                  <a:pt x="9814" y="17542"/>
                  <a:pt x="9960" y="17709"/>
                  <a:pt x="10086" y="17876"/>
                </a:cubicBezTo>
                <a:lnTo>
                  <a:pt x="10337" y="18190"/>
                </a:lnTo>
                <a:cubicBezTo>
                  <a:pt x="10358" y="18232"/>
                  <a:pt x="10379" y="18274"/>
                  <a:pt x="10400" y="18316"/>
                </a:cubicBezTo>
                <a:cubicBezTo>
                  <a:pt x="10295" y="18316"/>
                  <a:pt x="10211" y="18316"/>
                  <a:pt x="10107" y="18295"/>
                </a:cubicBezTo>
                <a:lnTo>
                  <a:pt x="10107" y="18253"/>
                </a:lnTo>
                <a:cubicBezTo>
                  <a:pt x="10044" y="18086"/>
                  <a:pt x="9856" y="17918"/>
                  <a:pt x="9688" y="17793"/>
                </a:cubicBezTo>
                <a:cubicBezTo>
                  <a:pt x="9563" y="17667"/>
                  <a:pt x="9416" y="17521"/>
                  <a:pt x="9270" y="17395"/>
                </a:cubicBezTo>
                <a:close/>
                <a:moveTo>
                  <a:pt x="9814" y="17374"/>
                </a:moveTo>
                <a:cubicBezTo>
                  <a:pt x="9960" y="17374"/>
                  <a:pt x="10128" y="17374"/>
                  <a:pt x="10274" y="17395"/>
                </a:cubicBezTo>
                <a:cubicBezTo>
                  <a:pt x="10358" y="17604"/>
                  <a:pt x="10504" y="17793"/>
                  <a:pt x="10651" y="17960"/>
                </a:cubicBezTo>
                <a:cubicBezTo>
                  <a:pt x="10756" y="18086"/>
                  <a:pt x="10818" y="18211"/>
                  <a:pt x="10965" y="18316"/>
                </a:cubicBezTo>
                <a:cubicBezTo>
                  <a:pt x="10860" y="18316"/>
                  <a:pt x="10714" y="18316"/>
                  <a:pt x="10609" y="18295"/>
                </a:cubicBezTo>
                <a:cubicBezTo>
                  <a:pt x="10588" y="18107"/>
                  <a:pt x="10379" y="17897"/>
                  <a:pt x="10253" y="17772"/>
                </a:cubicBezTo>
                <a:cubicBezTo>
                  <a:pt x="10128" y="17604"/>
                  <a:pt x="9960" y="17479"/>
                  <a:pt x="9814" y="17374"/>
                </a:cubicBezTo>
                <a:close/>
                <a:moveTo>
                  <a:pt x="10756" y="17395"/>
                </a:moveTo>
                <a:cubicBezTo>
                  <a:pt x="10902" y="17604"/>
                  <a:pt x="11069" y="17793"/>
                  <a:pt x="11195" y="17981"/>
                </a:cubicBezTo>
                <a:cubicBezTo>
                  <a:pt x="11300" y="18107"/>
                  <a:pt x="11404" y="18232"/>
                  <a:pt x="11509" y="18337"/>
                </a:cubicBezTo>
                <a:lnTo>
                  <a:pt x="11237" y="18337"/>
                </a:lnTo>
                <a:cubicBezTo>
                  <a:pt x="11132" y="18169"/>
                  <a:pt x="10965" y="18023"/>
                  <a:pt x="10818" y="17876"/>
                </a:cubicBezTo>
                <a:cubicBezTo>
                  <a:pt x="10672" y="17709"/>
                  <a:pt x="10567" y="17563"/>
                  <a:pt x="10400" y="17395"/>
                </a:cubicBezTo>
                <a:close/>
                <a:moveTo>
                  <a:pt x="11007" y="17437"/>
                </a:moveTo>
                <a:cubicBezTo>
                  <a:pt x="11132" y="17437"/>
                  <a:pt x="11279" y="17458"/>
                  <a:pt x="11425" y="17458"/>
                </a:cubicBezTo>
                <a:cubicBezTo>
                  <a:pt x="11509" y="17667"/>
                  <a:pt x="11634" y="17855"/>
                  <a:pt x="11802" y="18023"/>
                </a:cubicBezTo>
                <a:cubicBezTo>
                  <a:pt x="11864" y="18128"/>
                  <a:pt x="11969" y="18274"/>
                  <a:pt x="12074" y="18379"/>
                </a:cubicBezTo>
                <a:lnTo>
                  <a:pt x="11844" y="18379"/>
                </a:lnTo>
                <a:cubicBezTo>
                  <a:pt x="11718" y="18190"/>
                  <a:pt x="11530" y="18023"/>
                  <a:pt x="11404" y="17876"/>
                </a:cubicBezTo>
                <a:cubicBezTo>
                  <a:pt x="11279" y="17751"/>
                  <a:pt x="11132" y="17583"/>
                  <a:pt x="11007" y="17437"/>
                </a:cubicBezTo>
                <a:close/>
                <a:moveTo>
                  <a:pt x="11864" y="17500"/>
                </a:moveTo>
                <a:cubicBezTo>
                  <a:pt x="12053" y="17667"/>
                  <a:pt x="12220" y="17855"/>
                  <a:pt x="12367" y="18023"/>
                </a:cubicBezTo>
                <a:cubicBezTo>
                  <a:pt x="12471" y="18128"/>
                  <a:pt x="12576" y="18295"/>
                  <a:pt x="12680" y="18400"/>
                </a:cubicBezTo>
                <a:lnTo>
                  <a:pt x="12367" y="18400"/>
                </a:lnTo>
                <a:cubicBezTo>
                  <a:pt x="12283" y="18211"/>
                  <a:pt x="12116" y="18086"/>
                  <a:pt x="11948" y="17918"/>
                </a:cubicBezTo>
                <a:cubicBezTo>
                  <a:pt x="11823" y="17793"/>
                  <a:pt x="11697" y="17625"/>
                  <a:pt x="11530" y="17500"/>
                </a:cubicBezTo>
                <a:close/>
                <a:moveTo>
                  <a:pt x="12492" y="17479"/>
                </a:moveTo>
                <a:cubicBezTo>
                  <a:pt x="12680" y="17688"/>
                  <a:pt x="12869" y="17918"/>
                  <a:pt x="13036" y="18128"/>
                </a:cubicBezTo>
                <a:cubicBezTo>
                  <a:pt x="13120" y="18211"/>
                  <a:pt x="13204" y="18316"/>
                  <a:pt x="13287" y="18400"/>
                </a:cubicBezTo>
                <a:lnTo>
                  <a:pt x="12952" y="18400"/>
                </a:lnTo>
                <a:cubicBezTo>
                  <a:pt x="12848" y="18211"/>
                  <a:pt x="12618" y="18065"/>
                  <a:pt x="12492" y="17897"/>
                </a:cubicBezTo>
                <a:lnTo>
                  <a:pt x="12074" y="17479"/>
                </a:lnTo>
                <a:close/>
                <a:moveTo>
                  <a:pt x="13120" y="17479"/>
                </a:moveTo>
                <a:cubicBezTo>
                  <a:pt x="13287" y="17688"/>
                  <a:pt x="13413" y="17876"/>
                  <a:pt x="13559" y="18065"/>
                </a:cubicBezTo>
                <a:cubicBezTo>
                  <a:pt x="13664" y="18169"/>
                  <a:pt x="13769" y="18316"/>
                  <a:pt x="13915" y="18420"/>
                </a:cubicBezTo>
                <a:lnTo>
                  <a:pt x="13601" y="18420"/>
                </a:lnTo>
                <a:cubicBezTo>
                  <a:pt x="13455" y="18274"/>
                  <a:pt x="13308" y="18128"/>
                  <a:pt x="13183" y="18002"/>
                </a:cubicBezTo>
                <a:cubicBezTo>
                  <a:pt x="13015" y="17814"/>
                  <a:pt x="12827" y="17667"/>
                  <a:pt x="12680" y="17479"/>
                </a:cubicBezTo>
                <a:close/>
                <a:moveTo>
                  <a:pt x="13685" y="17500"/>
                </a:moveTo>
                <a:lnTo>
                  <a:pt x="13685" y="17542"/>
                </a:lnTo>
                <a:cubicBezTo>
                  <a:pt x="13852" y="17709"/>
                  <a:pt x="14020" y="17918"/>
                  <a:pt x="14166" y="18107"/>
                </a:cubicBezTo>
                <a:cubicBezTo>
                  <a:pt x="14250" y="18211"/>
                  <a:pt x="14354" y="18316"/>
                  <a:pt x="14459" y="18420"/>
                </a:cubicBezTo>
                <a:lnTo>
                  <a:pt x="14250" y="18420"/>
                </a:lnTo>
                <a:cubicBezTo>
                  <a:pt x="14124" y="18232"/>
                  <a:pt x="13894" y="18107"/>
                  <a:pt x="13727" y="17960"/>
                </a:cubicBezTo>
                <a:cubicBezTo>
                  <a:pt x="13580" y="17814"/>
                  <a:pt x="13434" y="17667"/>
                  <a:pt x="13308" y="17500"/>
                </a:cubicBezTo>
                <a:close/>
                <a:moveTo>
                  <a:pt x="23603" y="17311"/>
                </a:moveTo>
                <a:lnTo>
                  <a:pt x="23603" y="17353"/>
                </a:lnTo>
                <a:cubicBezTo>
                  <a:pt x="23749" y="17542"/>
                  <a:pt x="23875" y="17688"/>
                  <a:pt x="24021" y="17876"/>
                </a:cubicBezTo>
                <a:cubicBezTo>
                  <a:pt x="24168" y="18023"/>
                  <a:pt x="24314" y="18274"/>
                  <a:pt x="24502" y="18337"/>
                </a:cubicBezTo>
                <a:cubicBezTo>
                  <a:pt x="24513" y="18352"/>
                  <a:pt x="24525" y="18359"/>
                  <a:pt x="24538" y="18359"/>
                </a:cubicBezTo>
                <a:cubicBezTo>
                  <a:pt x="24579" y="18359"/>
                  <a:pt x="24623" y="18295"/>
                  <a:pt x="24607" y="18232"/>
                </a:cubicBezTo>
                <a:cubicBezTo>
                  <a:pt x="24523" y="18065"/>
                  <a:pt x="24314" y="17918"/>
                  <a:pt x="24168" y="17772"/>
                </a:cubicBezTo>
                <a:cubicBezTo>
                  <a:pt x="24000" y="17604"/>
                  <a:pt x="23875" y="17458"/>
                  <a:pt x="23707" y="17332"/>
                </a:cubicBezTo>
                <a:lnTo>
                  <a:pt x="24230" y="17332"/>
                </a:lnTo>
                <a:cubicBezTo>
                  <a:pt x="24314" y="17500"/>
                  <a:pt x="24440" y="17688"/>
                  <a:pt x="24586" y="17855"/>
                </a:cubicBezTo>
                <a:cubicBezTo>
                  <a:pt x="24691" y="17981"/>
                  <a:pt x="24816" y="18190"/>
                  <a:pt x="24963" y="18316"/>
                </a:cubicBezTo>
                <a:cubicBezTo>
                  <a:pt x="24691" y="18337"/>
                  <a:pt x="24419" y="18400"/>
                  <a:pt x="24126" y="18420"/>
                </a:cubicBezTo>
                <a:lnTo>
                  <a:pt x="24105" y="18400"/>
                </a:lnTo>
                <a:lnTo>
                  <a:pt x="24063" y="18400"/>
                </a:lnTo>
                <a:cubicBezTo>
                  <a:pt x="23979" y="18337"/>
                  <a:pt x="23916" y="18232"/>
                  <a:pt x="23875" y="18190"/>
                </a:cubicBezTo>
                <a:cubicBezTo>
                  <a:pt x="23791" y="18086"/>
                  <a:pt x="23686" y="17981"/>
                  <a:pt x="23603" y="17876"/>
                </a:cubicBezTo>
                <a:cubicBezTo>
                  <a:pt x="23456" y="17688"/>
                  <a:pt x="23331" y="17500"/>
                  <a:pt x="23184" y="17311"/>
                </a:cubicBezTo>
                <a:close/>
                <a:moveTo>
                  <a:pt x="14271" y="17500"/>
                </a:moveTo>
                <a:cubicBezTo>
                  <a:pt x="14417" y="17688"/>
                  <a:pt x="14543" y="17855"/>
                  <a:pt x="14668" y="18023"/>
                </a:cubicBezTo>
                <a:cubicBezTo>
                  <a:pt x="14773" y="18169"/>
                  <a:pt x="14877" y="18316"/>
                  <a:pt x="15003" y="18441"/>
                </a:cubicBezTo>
                <a:lnTo>
                  <a:pt x="14794" y="18441"/>
                </a:lnTo>
                <a:cubicBezTo>
                  <a:pt x="14689" y="18295"/>
                  <a:pt x="14480" y="18128"/>
                  <a:pt x="14354" y="18002"/>
                </a:cubicBezTo>
                <a:cubicBezTo>
                  <a:pt x="14187" y="17855"/>
                  <a:pt x="14041" y="17688"/>
                  <a:pt x="13894" y="17500"/>
                </a:cubicBezTo>
                <a:close/>
                <a:moveTo>
                  <a:pt x="27808" y="18211"/>
                </a:moveTo>
                <a:lnTo>
                  <a:pt x="27808" y="18211"/>
                </a:lnTo>
                <a:cubicBezTo>
                  <a:pt x="27725" y="18232"/>
                  <a:pt x="27683" y="18274"/>
                  <a:pt x="27662" y="18316"/>
                </a:cubicBezTo>
                <a:cubicBezTo>
                  <a:pt x="27599" y="18316"/>
                  <a:pt x="27515" y="18379"/>
                  <a:pt x="27515" y="18441"/>
                </a:cubicBezTo>
                <a:cubicBezTo>
                  <a:pt x="27432" y="18400"/>
                  <a:pt x="27348" y="18316"/>
                  <a:pt x="27306" y="18274"/>
                </a:cubicBezTo>
                <a:lnTo>
                  <a:pt x="27390" y="18274"/>
                </a:lnTo>
                <a:cubicBezTo>
                  <a:pt x="27515" y="18232"/>
                  <a:pt x="27641" y="18232"/>
                  <a:pt x="27808" y="18211"/>
                </a:cubicBezTo>
                <a:close/>
                <a:moveTo>
                  <a:pt x="22975" y="17332"/>
                </a:moveTo>
                <a:cubicBezTo>
                  <a:pt x="23163" y="17604"/>
                  <a:pt x="23352" y="17876"/>
                  <a:pt x="23540" y="18107"/>
                </a:cubicBezTo>
                <a:cubicBezTo>
                  <a:pt x="23603" y="18190"/>
                  <a:pt x="23686" y="18337"/>
                  <a:pt x="23791" y="18483"/>
                </a:cubicBezTo>
                <a:cubicBezTo>
                  <a:pt x="23728" y="18483"/>
                  <a:pt x="23644" y="18504"/>
                  <a:pt x="23540" y="18504"/>
                </a:cubicBezTo>
                <a:lnTo>
                  <a:pt x="23435" y="18504"/>
                </a:lnTo>
                <a:cubicBezTo>
                  <a:pt x="23456" y="18483"/>
                  <a:pt x="23456" y="18441"/>
                  <a:pt x="23435" y="18420"/>
                </a:cubicBezTo>
                <a:cubicBezTo>
                  <a:pt x="23331" y="18211"/>
                  <a:pt x="23100" y="18023"/>
                  <a:pt x="22933" y="17855"/>
                </a:cubicBezTo>
                <a:cubicBezTo>
                  <a:pt x="22787" y="17667"/>
                  <a:pt x="22619" y="17500"/>
                  <a:pt x="22494" y="17332"/>
                </a:cubicBezTo>
                <a:close/>
                <a:moveTo>
                  <a:pt x="7345" y="18400"/>
                </a:moveTo>
                <a:cubicBezTo>
                  <a:pt x="7282" y="18420"/>
                  <a:pt x="7261" y="18441"/>
                  <a:pt x="7219" y="18504"/>
                </a:cubicBezTo>
                <a:cubicBezTo>
                  <a:pt x="7198" y="18525"/>
                  <a:pt x="7198" y="18546"/>
                  <a:pt x="7198" y="18588"/>
                </a:cubicBezTo>
                <a:cubicBezTo>
                  <a:pt x="7198" y="18588"/>
                  <a:pt x="7157" y="18588"/>
                  <a:pt x="7157" y="18609"/>
                </a:cubicBezTo>
                <a:cubicBezTo>
                  <a:pt x="7136" y="18525"/>
                  <a:pt x="7136" y="18483"/>
                  <a:pt x="7115" y="18400"/>
                </a:cubicBezTo>
                <a:close/>
                <a:moveTo>
                  <a:pt x="21113" y="17270"/>
                </a:moveTo>
                <a:cubicBezTo>
                  <a:pt x="21322" y="17270"/>
                  <a:pt x="21531" y="17270"/>
                  <a:pt x="21699" y="17291"/>
                </a:cubicBezTo>
                <a:cubicBezTo>
                  <a:pt x="22033" y="17709"/>
                  <a:pt x="22368" y="18169"/>
                  <a:pt x="22745" y="18525"/>
                </a:cubicBezTo>
                <a:cubicBezTo>
                  <a:pt x="22777" y="18544"/>
                  <a:pt x="22806" y="18552"/>
                  <a:pt x="22831" y="18552"/>
                </a:cubicBezTo>
                <a:cubicBezTo>
                  <a:pt x="22889" y="18552"/>
                  <a:pt x="22920" y="18512"/>
                  <a:pt x="22891" y="18483"/>
                </a:cubicBezTo>
                <a:cubicBezTo>
                  <a:pt x="22598" y="18065"/>
                  <a:pt x="22222" y="17688"/>
                  <a:pt x="21887" y="17332"/>
                </a:cubicBezTo>
                <a:lnTo>
                  <a:pt x="22389" y="17332"/>
                </a:lnTo>
                <a:cubicBezTo>
                  <a:pt x="22535" y="17542"/>
                  <a:pt x="22682" y="17751"/>
                  <a:pt x="22828" y="17960"/>
                </a:cubicBezTo>
                <a:cubicBezTo>
                  <a:pt x="22996" y="18128"/>
                  <a:pt x="23121" y="18379"/>
                  <a:pt x="23331" y="18504"/>
                </a:cubicBezTo>
                <a:cubicBezTo>
                  <a:pt x="22954" y="18546"/>
                  <a:pt x="22598" y="18588"/>
                  <a:pt x="22222" y="18609"/>
                </a:cubicBezTo>
                <a:cubicBezTo>
                  <a:pt x="21887" y="18128"/>
                  <a:pt x="21468" y="17709"/>
                  <a:pt x="21113" y="17270"/>
                </a:cubicBezTo>
                <a:close/>
                <a:moveTo>
                  <a:pt x="8203" y="18483"/>
                </a:moveTo>
                <a:cubicBezTo>
                  <a:pt x="8287" y="18483"/>
                  <a:pt x="8370" y="18504"/>
                  <a:pt x="8475" y="18504"/>
                </a:cubicBezTo>
                <a:lnTo>
                  <a:pt x="8182" y="18692"/>
                </a:lnTo>
                <a:lnTo>
                  <a:pt x="8245" y="18630"/>
                </a:lnTo>
                <a:cubicBezTo>
                  <a:pt x="8266" y="18609"/>
                  <a:pt x="8245" y="18525"/>
                  <a:pt x="8203" y="18483"/>
                </a:cubicBezTo>
                <a:close/>
                <a:moveTo>
                  <a:pt x="21029" y="17291"/>
                </a:moveTo>
                <a:cubicBezTo>
                  <a:pt x="21322" y="17751"/>
                  <a:pt x="21657" y="18274"/>
                  <a:pt x="22075" y="18651"/>
                </a:cubicBezTo>
                <a:cubicBezTo>
                  <a:pt x="21929" y="18651"/>
                  <a:pt x="21803" y="18692"/>
                  <a:pt x="21678" y="18692"/>
                </a:cubicBezTo>
                <a:lnTo>
                  <a:pt x="21678" y="18630"/>
                </a:lnTo>
                <a:cubicBezTo>
                  <a:pt x="21573" y="18379"/>
                  <a:pt x="21322" y="18169"/>
                  <a:pt x="21134" y="17981"/>
                </a:cubicBezTo>
                <a:cubicBezTo>
                  <a:pt x="20966" y="17793"/>
                  <a:pt x="20799" y="17583"/>
                  <a:pt x="20611" y="17395"/>
                </a:cubicBezTo>
                <a:cubicBezTo>
                  <a:pt x="20611" y="17353"/>
                  <a:pt x="20631" y="17332"/>
                  <a:pt x="20631" y="17291"/>
                </a:cubicBezTo>
                <a:close/>
                <a:moveTo>
                  <a:pt x="20590" y="17563"/>
                </a:moveTo>
                <a:cubicBezTo>
                  <a:pt x="20694" y="17751"/>
                  <a:pt x="20820" y="17918"/>
                  <a:pt x="20945" y="18086"/>
                </a:cubicBezTo>
                <a:cubicBezTo>
                  <a:pt x="21113" y="18295"/>
                  <a:pt x="21259" y="18546"/>
                  <a:pt x="21468" y="18713"/>
                </a:cubicBezTo>
                <a:cubicBezTo>
                  <a:pt x="21364" y="18713"/>
                  <a:pt x="21259" y="18734"/>
                  <a:pt x="21175" y="18734"/>
                </a:cubicBezTo>
                <a:cubicBezTo>
                  <a:pt x="21071" y="18609"/>
                  <a:pt x="20945" y="18504"/>
                  <a:pt x="20841" y="18400"/>
                </a:cubicBezTo>
                <a:cubicBezTo>
                  <a:pt x="20715" y="18274"/>
                  <a:pt x="20590" y="18107"/>
                  <a:pt x="20485" y="17960"/>
                </a:cubicBezTo>
                <a:cubicBezTo>
                  <a:pt x="20527" y="17814"/>
                  <a:pt x="20548" y="17688"/>
                  <a:pt x="20590" y="17563"/>
                </a:cubicBezTo>
                <a:close/>
                <a:moveTo>
                  <a:pt x="20401" y="18107"/>
                </a:moveTo>
                <a:cubicBezTo>
                  <a:pt x="20506" y="18232"/>
                  <a:pt x="20590" y="18379"/>
                  <a:pt x="20694" y="18483"/>
                </a:cubicBezTo>
                <a:cubicBezTo>
                  <a:pt x="20757" y="18546"/>
                  <a:pt x="20841" y="18651"/>
                  <a:pt x="20924" y="18755"/>
                </a:cubicBezTo>
                <a:cubicBezTo>
                  <a:pt x="20820" y="18797"/>
                  <a:pt x="20715" y="18797"/>
                  <a:pt x="20611" y="18818"/>
                </a:cubicBezTo>
                <a:cubicBezTo>
                  <a:pt x="20548" y="18755"/>
                  <a:pt x="20506" y="18734"/>
                  <a:pt x="20443" y="18692"/>
                </a:cubicBezTo>
                <a:cubicBezTo>
                  <a:pt x="20359" y="18609"/>
                  <a:pt x="20318" y="18525"/>
                  <a:pt x="20234" y="18441"/>
                </a:cubicBezTo>
                <a:cubicBezTo>
                  <a:pt x="20297" y="18337"/>
                  <a:pt x="20339" y="18211"/>
                  <a:pt x="20401" y="18107"/>
                </a:cubicBezTo>
                <a:close/>
                <a:moveTo>
                  <a:pt x="20213" y="18546"/>
                </a:moveTo>
                <a:cubicBezTo>
                  <a:pt x="20234" y="18630"/>
                  <a:pt x="20297" y="18692"/>
                  <a:pt x="20359" y="18755"/>
                </a:cubicBezTo>
                <a:lnTo>
                  <a:pt x="20443" y="18839"/>
                </a:lnTo>
                <a:lnTo>
                  <a:pt x="19983" y="18923"/>
                </a:lnTo>
                <a:cubicBezTo>
                  <a:pt x="20046" y="18818"/>
                  <a:pt x="20129" y="18692"/>
                  <a:pt x="20213" y="18546"/>
                </a:cubicBezTo>
                <a:close/>
                <a:moveTo>
                  <a:pt x="28059" y="18713"/>
                </a:moveTo>
                <a:cubicBezTo>
                  <a:pt x="28059" y="18797"/>
                  <a:pt x="28059" y="18860"/>
                  <a:pt x="28038" y="18923"/>
                </a:cubicBezTo>
                <a:cubicBezTo>
                  <a:pt x="28017" y="18923"/>
                  <a:pt x="28017" y="18902"/>
                  <a:pt x="27976" y="18902"/>
                </a:cubicBezTo>
                <a:lnTo>
                  <a:pt x="27976" y="18860"/>
                </a:lnTo>
                <a:cubicBezTo>
                  <a:pt x="28017" y="18839"/>
                  <a:pt x="28017" y="18797"/>
                  <a:pt x="28017" y="18755"/>
                </a:cubicBezTo>
                <a:cubicBezTo>
                  <a:pt x="28038" y="18755"/>
                  <a:pt x="28059" y="18734"/>
                  <a:pt x="28059" y="18713"/>
                </a:cubicBezTo>
                <a:close/>
                <a:moveTo>
                  <a:pt x="7585" y="19027"/>
                </a:moveTo>
                <a:cubicBezTo>
                  <a:pt x="7477" y="19097"/>
                  <a:pt x="7357" y="19173"/>
                  <a:pt x="7261" y="19236"/>
                </a:cubicBezTo>
                <a:cubicBezTo>
                  <a:pt x="7261" y="19174"/>
                  <a:pt x="7240" y="19132"/>
                  <a:pt x="7240" y="19069"/>
                </a:cubicBezTo>
                <a:lnTo>
                  <a:pt x="7240" y="19069"/>
                </a:lnTo>
                <a:cubicBezTo>
                  <a:pt x="7261" y="19111"/>
                  <a:pt x="7261" y="19111"/>
                  <a:pt x="7282" y="19111"/>
                </a:cubicBezTo>
                <a:lnTo>
                  <a:pt x="7324" y="19132"/>
                </a:lnTo>
                <a:cubicBezTo>
                  <a:pt x="7429" y="19132"/>
                  <a:pt x="7512" y="19069"/>
                  <a:pt x="7575" y="19027"/>
                </a:cubicBezTo>
                <a:cubicBezTo>
                  <a:pt x="7578" y="19027"/>
                  <a:pt x="7581" y="19027"/>
                  <a:pt x="7585" y="19027"/>
                </a:cubicBezTo>
                <a:close/>
                <a:moveTo>
                  <a:pt x="20276" y="19069"/>
                </a:moveTo>
                <a:lnTo>
                  <a:pt x="20276" y="19467"/>
                </a:lnTo>
                <a:cubicBezTo>
                  <a:pt x="20108" y="19362"/>
                  <a:pt x="19983" y="19257"/>
                  <a:pt x="19815" y="19153"/>
                </a:cubicBezTo>
                <a:lnTo>
                  <a:pt x="19795" y="19153"/>
                </a:lnTo>
                <a:lnTo>
                  <a:pt x="19836" y="19111"/>
                </a:lnTo>
                <a:lnTo>
                  <a:pt x="19878" y="19111"/>
                </a:lnTo>
                <a:cubicBezTo>
                  <a:pt x="20004" y="19069"/>
                  <a:pt x="20129" y="19069"/>
                  <a:pt x="20276" y="19069"/>
                </a:cubicBezTo>
                <a:close/>
                <a:moveTo>
                  <a:pt x="27745" y="19425"/>
                </a:moveTo>
                <a:cubicBezTo>
                  <a:pt x="27745" y="19446"/>
                  <a:pt x="27725" y="19467"/>
                  <a:pt x="27725" y="19488"/>
                </a:cubicBezTo>
                <a:cubicBezTo>
                  <a:pt x="27662" y="19467"/>
                  <a:pt x="27641" y="19467"/>
                  <a:pt x="27620" y="19467"/>
                </a:cubicBezTo>
                <a:lnTo>
                  <a:pt x="27599" y="19467"/>
                </a:lnTo>
                <a:cubicBezTo>
                  <a:pt x="27641" y="19446"/>
                  <a:pt x="27683" y="19446"/>
                  <a:pt x="27745" y="19425"/>
                </a:cubicBezTo>
                <a:close/>
                <a:moveTo>
                  <a:pt x="26616" y="18316"/>
                </a:moveTo>
                <a:cubicBezTo>
                  <a:pt x="26616" y="18337"/>
                  <a:pt x="26637" y="18358"/>
                  <a:pt x="26678" y="18358"/>
                </a:cubicBezTo>
                <a:lnTo>
                  <a:pt x="27934" y="19069"/>
                </a:lnTo>
                <a:cubicBezTo>
                  <a:pt x="27348" y="19278"/>
                  <a:pt x="26804" y="19425"/>
                  <a:pt x="26260" y="19529"/>
                </a:cubicBezTo>
                <a:cubicBezTo>
                  <a:pt x="26323" y="19132"/>
                  <a:pt x="26385" y="18755"/>
                  <a:pt x="26406" y="18379"/>
                </a:cubicBezTo>
                <a:lnTo>
                  <a:pt x="26406" y="18337"/>
                </a:lnTo>
                <a:cubicBezTo>
                  <a:pt x="26490" y="18337"/>
                  <a:pt x="26553" y="18316"/>
                  <a:pt x="26616" y="18316"/>
                </a:cubicBezTo>
                <a:close/>
                <a:moveTo>
                  <a:pt x="17786" y="14403"/>
                </a:moveTo>
                <a:cubicBezTo>
                  <a:pt x="17804" y="14457"/>
                  <a:pt x="17838" y="14512"/>
                  <a:pt x="17901" y="14512"/>
                </a:cubicBezTo>
                <a:cubicBezTo>
                  <a:pt x="17911" y="14512"/>
                  <a:pt x="17921" y="14511"/>
                  <a:pt x="17932" y="14508"/>
                </a:cubicBezTo>
                <a:cubicBezTo>
                  <a:pt x="17985" y="14504"/>
                  <a:pt x="18037" y="14502"/>
                  <a:pt x="18088" y="14502"/>
                </a:cubicBezTo>
                <a:cubicBezTo>
                  <a:pt x="19565" y="14502"/>
                  <a:pt x="20456" y="15937"/>
                  <a:pt x="20213" y="17332"/>
                </a:cubicBezTo>
                <a:cubicBezTo>
                  <a:pt x="20108" y="17960"/>
                  <a:pt x="19815" y="18630"/>
                  <a:pt x="19355" y="19048"/>
                </a:cubicBezTo>
                <a:cubicBezTo>
                  <a:pt x="18934" y="19452"/>
                  <a:pt x="18321" y="19561"/>
                  <a:pt x="17727" y="19561"/>
                </a:cubicBezTo>
                <a:cubicBezTo>
                  <a:pt x="17613" y="19561"/>
                  <a:pt x="17500" y="19557"/>
                  <a:pt x="17388" y="19550"/>
                </a:cubicBezTo>
                <a:cubicBezTo>
                  <a:pt x="16656" y="19488"/>
                  <a:pt x="15903" y="19236"/>
                  <a:pt x="15505" y="18588"/>
                </a:cubicBezTo>
                <a:cubicBezTo>
                  <a:pt x="15129" y="17960"/>
                  <a:pt x="15170" y="16914"/>
                  <a:pt x="15317" y="16223"/>
                </a:cubicBezTo>
                <a:cubicBezTo>
                  <a:pt x="15589" y="15052"/>
                  <a:pt x="16656" y="14424"/>
                  <a:pt x="17786" y="14403"/>
                </a:cubicBezTo>
                <a:close/>
                <a:moveTo>
                  <a:pt x="8517" y="18734"/>
                </a:moveTo>
                <a:cubicBezTo>
                  <a:pt x="8579" y="19069"/>
                  <a:pt x="8642" y="19383"/>
                  <a:pt x="8747" y="19697"/>
                </a:cubicBezTo>
                <a:cubicBezTo>
                  <a:pt x="8433" y="19655"/>
                  <a:pt x="8119" y="19571"/>
                  <a:pt x="7805" y="19467"/>
                </a:cubicBezTo>
                <a:cubicBezTo>
                  <a:pt x="7790" y="19452"/>
                  <a:pt x="7765" y="19437"/>
                  <a:pt x="7730" y="19437"/>
                </a:cubicBezTo>
                <a:cubicBezTo>
                  <a:pt x="7715" y="19437"/>
                  <a:pt x="7698" y="19440"/>
                  <a:pt x="7680" y="19446"/>
                </a:cubicBezTo>
                <a:cubicBezTo>
                  <a:pt x="7638" y="19404"/>
                  <a:pt x="7575" y="19404"/>
                  <a:pt x="7491" y="19383"/>
                </a:cubicBezTo>
                <a:cubicBezTo>
                  <a:pt x="7847" y="19174"/>
                  <a:pt x="8182" y="18944"/>
                  <a:pt x="8517" y="18734"/>
                </a:cubicBezTo>
                <a:close/>
                <a:moveTo>
                  <a:pt x="20694" y="19027"/>
                </a:moveTo>
                <a:cubicBezTo>
                  <a:pt x="20631" y="19236"/>
                  <a:pt x="20631" y="19488"/>
                  <a:pt x="20631" y="19739"/>
                </a:cubicBezTo>
                <a:cubicBezTo>
                  <a:pt x="20527" y="19655"/>
                  <a:pt x="20443" y="19571"/>
                  <a:pt x="20339" y="19488"/>
                </a:cubicBezTo>
                <a:cubicBezTo>
                  <a:pt x="20359" y="19341"/>
                  <a:pt x="20401" y="19174"/>
                  <a:pt x="20422" y="19048"/>
                </a:cubicBezTo>
                <a:cubicBezTo>
                  <a:pt x="20527" y="19048"/>
                  <a:pt x="20611" y="19048"/>
                  <a:pt x="20694" y="19027"/>
                </a:cubicBezTo>
                <a:close/>
                <a:moveTo>
                  <a:pt x="8056" y="19760"/>
                </a:moveTo>
                <a:lnTo>
                  <a:pt x="8056" y="19760"/>
                </a:lnTo>
                <a:cubicBezTo>
                  <a:pt x="8161" y="19780"/>
                  <a:pt x="8287" y="19780"/>
                  <a:pt x="8412" y="19801"/>
                </a:cubicBezTo>
                <a:cubicBezTo>
                  <a:pt x="8370" y="19864"/>
                  <a:pt x="8307" y="19906"/>
                  <a:pt x="8266" y="19948"/>
                </a:cubicBezTo>
                <a:lnTo>
                  <a:pt x="8077" y="20011"/>
                </a:lnTo>
                <a:lnTo>
                  <a:pt x="8140" y="19969"/>
                </a:lnTo>
                <a:cubicBezTo>
                  <a:pt x="8203" y="19885"/>
                  <a:pt x="8140" y="19780"/>
                  <a:pt x="8056" y="19760"/>
                </a:cubicBezTo>
                <a:close/>
                <a:moveTo>
                  <a:pt x="7429" y="19780"/>
                </a:moveTo>
                <a:cubicBezTo>
                  <a:pt x="7450" y="19843"/>
                  <a:pt x="7491" y="19885"/>
                  <a:pt x="7554" y="19885"/>
                </a:cubicBezTo>
                <a:cubicBezTo>
                  <a:pt x="7533" y="19906"/>
                  <a:pt x="7491" y="19969"/>
                  <a:pt x="7450" y="20011"/>
                </a:cubicBezTo>
                <a:cubicBezTo>
                  <a:pt x="7450" y="19948"/>
                  <a:pt x="7429" y="19864"/>
                  <a:pt x="7429" y="19780"/>
                </a:cubicBezTo>
                <a:close/>
                <a:moveTo>
                  <a:pt x="21092" y="18985"/>
                </a:moveTo>
                <a:cubicBezTo>
                  <a:pt x="21029" y="19341"/>
                  <a:pt x="21029" y="19739"/>
                  <a:pt x="21050" y="20094"/>
                </a:cubicBezTo>
                <a:cubicBezTo>
                  <a:pt x="20945" y="20011"/>
                  <a:pt x="20841" y="19906"/>
                  <a:pt x="20736" y="19843"/>
                </a:cubicBezTo>
                <a:cubicBezTo>
                  <a:pt x="20757" y="19571"/>
                  <a:pt x="20841" y="19278"/>
                  <a:pt x="20820" y="19027"/>
                </a:cubicBezTo>
                <a:cubicBezTo>
                  <a:pt x="20924" y="19027"/>
                  <a:pt x="20987" y="18985"/>
                  <a:pt x="21092" y="18985"/>
                </a:cubicBezTo>
                <a:close/>
                <a:moveTo>
                  <a:pt x="19125" y="19655"/>
                </a:moveTo>
                <a:cubicBezTo>
                  <a:pt x="19083" y="19843"/>
                  <a:pt x="19062" y="20011"/>
                  <a:pt x="19062" y="20199"/>
                </a:cubicBezTo>
                <a:cubicBezTo>
                  <a:pt x="18978" y="20157"/>
                  <a:pt x="18874" y="20094"/>
                  <a:pt x="18790" y="20052"/>
                </a:cubicBezTo>
                <a:cubicBezTo>
                  <a:pt x="18706" y="19969"/>
                  <a:pt x="18623" y="19906"/>
                  <a:pt x="18539" y="19843"/>
                </a:cubicBezTo>
                <a:cubicBezTo>
                  <a:pt x="18748" y="19780"/>
                  <a:pt x="18937" y="19739"/>
                  <a:pt x="19125" y="19655"/>
                </a:cubicBezTo>
                <a:close/>
                <a:moveTo>
                  <a:pt x="21447" y="18944"/>
                </a:moveTo>
                <a:cubicBezTo>
                  <a:pt x="21447" y="19006"/>
                  <a:pt x="21447" y="19048"/>
                  <a:pt x="21468" y="19132"/>
                </a:cubicBezTo>
                <a:cubicBezTo>
                  <a:pt x="21406" y="19550"/>
                  <a:pt x="21385" y="19990"/>
                  <a:pt x="21364" y="20408"/>
                </a:cubicBezTo>
                <a:lnTo>
                  <a:pt x="21134" y="20178"/>
                </a:lnTo>
                <a:lnTo>
                  <a:pt x="21134" y="20157"/>
                </a:lnTo>
                <a:cubicBezTo>
                  <a:pt x="21175" y="19760"/>
                  <a:pt x="21259" y="19362"/>
                  <a:pt x="21259" y="18964"/>
                </a:cubicBezTo>
                <a:cubicBezTo>
                  <a:pt x="21322" y="18964"/>
                  <a:pt x="21385" y="18964"/>
                  <a:pt x="21447" y="18944"/>
                </a:cubicBezTo>
                <a:close/>
                <a:moveTo>
                  <a:pt x="27662" y="20220"/>
                </a:moveTo>
                <a:cubicBezTo>
                  <a:pt x="27725" y="20262"/>
                  <a:pt x="27745" y="20262"/>
                  <a:pt x="27808" y="20262"/>
                </a:cubicBezTo>
                <a:cubicBezTo>
                  <a:pt x="27766" y="20304"/>
                  <a:pt x="27766" y="20387"/>
                  <a:pt x="27745" y="20429"/>
                </a:cubicBezTo>
                <a:cubicBezTo>
                  <a:pt x="27683" y="20366"/>
                  <a:pt x="27662" y="20283"/>
                  <a:pt x="27662" y="20220"/>
                </a:cubicBezTo>
                <a:close/>
                <a:moveTo>
                  <a:pt x="8600" y="19969"/>
                </a:moveTo>
                <a:cubicBezTo>
                  <a:pt x="8600" y="20094"/>
                  <a:pt x="8370" y="20304"/>
                  <a:pt x="8161" y="20471"/>
                </a:cubicBezTo>
                <a:cubicBezTo>
                  <a:pt x="8287" y="20366"/>
                  <a:pt x="8412" y="20262"/>
                  <a:pt x="8517" y="20115"/>
                </a:cubicBezTo>
                <a:cubicBezTo>
                  <a:pt x="8559" y="20094"/>
                  <a:pt x="8559" y="20052"/>
                  <a:pt x="8559" y="20011"/>
                </a:cubicBezTo>
                <a:cubicBezTo>
                  <a:pt x="8579" y="19990"/>
                  <a:pt x="8600" y="19990"/>
                  <a:pt x="8600" y="19969"/>
                </a:cubicBezTo>
                <a:close/>
                <a:moveTo>
                  <a:pt x="7577" y="20362"/>
                </a:moveTo>
                <a:cubicBezTo>
                  <a:pt x="7599" y="20399"/>
                  <a:pt x="7635" y="20427"/>
                  <a:pt x="7679" y="20427"/>
                </a:cubicBezTo>
                <a:cubicBezTo>
                  <a:pt x="7696" y="20427"/>
                  <a:pt x="7714" y="20423"/>
                  <a:pt x="7733" y="20414"/>
                </a:cubicBezTo>
                <a:lnTo>
                  <a:pt x="7733" y="20414"/>
                </a:lnTo>
                <a:lnTo>
                  <a:pt x="7617" y="20513"/>
                </a:lnTo>
                <a:cubicBezTo>
                  <a:pt x="7617" y="20484"/>
                  <a:pt x="7597" y="20424"/>
                  <a:pt x="7577" y="20362"/>
                </a:cubicBezTo>
                <a:close/>
                <a:moveTo>
                  <a:pt x="21636" y="19320"/>
                </a:moveTo>
                <a:cubicBezTo>
                  <a:pt x="21678" y="19383"/>
                  <a:pt x="21761" y="19467"/>
                  <a:pt x="21803" y="19550"/>
                </a:cubicBezTo>
                <a:lnTo>
                  <a:pt x="21803" y="19571"/>
                </a:lnTo>
                <a:cubicBezTo>
                  <a:pt x="21761" y="19969"/>
                  <a:pt x="21740" y="20366"/>
                  <a:pt x="21740" y="20722"/>
                </a:cubicBezTo>
                <a:lnTo>
                  <a:pt x="21489" y="20492"/>
                </a:lnTo>
                <a:cubicBezTo>
                  <a:pt x="21531" y="20094"/>
                  <a:pt x="21636" y="19697"/>
                  <a:pt x="21636" y="19320"/>
                </a:cubicBezTo>
                <a:close/>
                <a:moveTo>
                  <a:pt x="15714" y="19341"/>
                </a:moveTo>
                <a:cubicBezTo>
                  <a:pt x="15735" y="19341"/>
                  <a:pt x="15735" y="19362"/>
                  <a:pt x="15777" y="19362"/>
                </a:cubicBezTo>
                <a:lnTo>
                  <a:pt x="15840" y="20534"/>
                </a:lnTo>
                <a:cubicBezTo>
                  <a:pt x="15819" y="20534"/>
                  <a:pt x="15777" y="20576"/>
                  <a:pt x="15735" y="20596"/>
                </a:cubicBezTo>
                <a:cubicBezTo>
                  <a:pt x="15693" y="20638"/>
                  <a:pt x="15631" y="20701"/>
                  <a:pt x="15568" y="20743"/>
                </a:cubicBezTo>
                <a:cubicBezTo>
                  <a:pt x="15693" y="20304"/>
                  <a:pt x="15777" y="19843"/>
                  <a:pt x="15714" y="19425"/>
                </a:cubicBezTo>
                <a:cubicBezTo>
                  <a:pt x="15714" y="19383"/>
                  <a:pt x="15714" y="19362"/>
                  <a:pt x="15693" y="19362"/>
                </a:cubicBezTo>
                <a:lnTo>
                  <a:pt x="15714" y="19341"/>
                </a:lnTo>
                <a:close/>
                <a:moveTo>
                  <a:pt x="27494" y="19488"/>
                </a:moveTo>
                <a:lnTo>
                  <a:pt x="27494" y="19488"/>
                </a:lnTo>
                <a:cubicBezTo>
                  <a:pt x="27432" y="19529"/>
                  <a:pt x="27411" y="19592"/>
                  <a:pt x="27411" y="19655"/>
                </a:cubicBezTo>
                <a:cubicBezTo>
                  <a:pt x="27390" y="19655"/>
                  <a:pt x="27390" y="19634"/>
                  <a:pt x="27348" y="19634"/>
                </a:cubicBezTo>
                <a:cubicBezTo>
                  <a:pt x="27321" y="19611"/>
                  <a:pt x="27293" y="19601"/>
                  <a:pt x="27267" y="19601"/>
                </a:cubicBezTo>
                <a:cubicBezTo>
                  <a:pt x="27175" y="19601"/>
                  <a:pt x="27101" y="19729"/>
                  <a:pt x="27118" y="19843"/>
                </a:cubicBezTo>
                <a:cubicBezTo>
                  <a:pt x="27097" y="19801"/>
                  <a:pt x="27076" y="19760"/>
                  <a:pt x="27013" y="19739"/>
                </a:cubicBezTo>
                <a:cubicBezTo>
                  <a:pt x="26986" y="19701"/>
                  <a:pt x="26952" y="19685"/>
                  <a:pt x="26918" y="19685"/>
                </a:cubicBezTo>
                <a:cubicBezTo>
                  <a:pt x="26820" y="19685"/>
                  <a:pt x="26721" y="19813"/>
                  <a:pt x="26783" y="19906"/>
                </a:cubicBezTo>
                <a:cubicBezTo>
                  <a:pt x="26971" y="20199"/>
                  <a:pt x="27201" y="20429"/>
                  <a:pt x="27453" y="20680"/>
                </a:cubicBezTo>
                <a:lnTo>
                  <a:pt x="27494" y="20680"/>
                </a:lnTo>
                <a:cubicBezTo>
                  <a:pt x="27536" y="20701"/>
                  <a:pt x="27557" y="20743"/>
                  <a:pt x="27620" y="20785"/>
                </a:cubicBezTo>
                <a:cubicBezTo>
                  <a:pt x="27620" y="20806"/>
                  <a:pt x="27599" y="20827"/>
                  <a:pt x="27599" y="20848"/>
                </a:cubicBezTo>
                <a:cubicBezTo>
                  <a:pt x="27201" y="20492"/>
                  <a:pt x="26804" y="20115"/>
                  <a:pt x="26469" y="19739"/>
                </a:cubicBezTo>
                <a:cubicBezTo>
                  <a:pt x="26804" y="19676"/>
                  <a:pt x="27139" y="19592"/>
                  <a:pt x="27494" y="19488"/>
                </a:cubicBezTo>
                <a:close/>
                <a:moveTo>
                  <a:pt x="18309" y="19906"/>
                </a:moveTo>
                <a:cubicBezTo>
                  <a:pt x="18414" y="19990"/>
                  <a:pt x="18539" y="20094"/>
                  <a:pt x="18665" y="20199"/>
                </a:cubicBezTo>
                <a:cubicBezTo>
                  <a:pt x="18769" y="20304"/>
                  <a:pt x="18895" y="20408"/>
                  <a:pt x="19041" y="20492"/>
                </a:cubicBezTo>
                <a:cubicBezTo>
                  <a:pt x="18999" y="20638"/>
                  <a:pt x="18999" y="20785"/>
                  <a:pt x="18978" y="20931"/>
                </a:cubicBezTo>
                <a:cubicBezTo>
                  <a:pt x="18790" y="20785"/>
                  <a:pt x="18581" y="20638"/>
                  <a:pt x="18372" y="20492"/>
                </a:cubicBezTo>
                <a:cubicBezTo>
                  <a:pt x="18142" y="20304"/>
                  <a:pt x="17932" y="20115"/>
                  <a:pt x="17723" y="19948"/>
                </a:cubicBezTo>
                <a:cubicBezTo>
                  <a:pt x="17911" y="19948"/>
                  <a:pt x="18121" y="19948"/>
                  <a:pt x="18309" y="19906"/>
                </a:cubicBezTo>
                <a:close/>
                <a:moveTo>
                  <a:pt x="8851" y="19990"/>
                </a:moveTo>
                <a:cubicBezTo>
                  <a:pt x="8998" y="20324"/>
                  <a:pt x="9186" y="20680"/>
                  <a:pt x="9354" y="20994"/>
                </a:cubicBezTo>
                <a:cubicBezTo>
                  <a:pt x="8914" y="20952"/>
                  <a:pt x="8475" y="20910"/>
                  <a:pt x="7994" y="20827"/>
                </a:cubicBezTo>
                <a:cubicBezTo>
                  <a:pt x="8328" y="20596"/>
                  <a:pt x="8600" y="20304"/>
                  <a:pt x="8851" y="19990"/>
                </a:cubicBezTo>
                <a:close/>
                <a:moveTo>
                  <a:pt x="21908" y="19676"/>
                </a:moveTo>
                <a:cubicBezTo>
                  <a:pt x="21991" y="19780"/>
                  <a:pt x="22075" y="19885"/>
                  <a:pt x="22180" y="19990"/>
                </a:cubicBezTo>
                <a:cubicBezTo>
                  <a:pt x="22180" y="19990"/>
                  <a:pt x="22180" y="20011"/>
                  <a:pt x="22138" y="20011"/>
                </a:cubicBezTo>
                <a:cubicBezTo>
                  <a:pt x="22075" y="20366"/>
                  <a:pt x="22075" y="20743"/>
                  <a:pt x="22075" y="21099"/>
                </a:cubicBezTo>
                <a:lnTo>
                  <a:pt x="21782" y="20806"/>
                </a:lnTo>
                <a:cubicBezTo>
                  <a:pt x="21845" y="20429"/>
                  <a:pt x="21887" y="20052"/>
                  <a:pt x="21908" y="19676"/>
                </a:cubicBezTo>
                <a:close/>
                <a:moveTo>
                  <a:pt x="26197" y="19760"/>
                </a:moveTo>
                <a:cubicBezTo>
                  <a:pt x="26595" y="20178"/>
                  <a:pt x="26992" y="20576"/>
                  <a:pt x="27432" y="20931"/>
                </a:cubicBezTo>
                <a:cubicBezTo>
                  <a:pt x="27084" y="21052"/>
                  <a:pt x="26745" y="21104"/>
                  <a:pt x="26392" y="21104"/>
                </a:cubicBezTo>
                <a:cubicBezTo>
                  <a:pt x="26193" y="21104"/>
                  <a:pt x="25990" y="21087"/>
                  <a:pt x="25779" y="21057"/>
                </a:cubicBezTo>
                <a:cubicBezTo>
                  <a:pt x="25967" y="20638"/>
                  <a:pt x="26093" y="20199"/>
                  <a:pt x="26197" y="19760"/>
                </a:cubicBezTo>
                <a:close/>
                <a:moveTo>
                  <a:pt x="8077" y="21057"/>
                </a:moveTo>
                <a:cubicBezTo>
                  <a:pt x="8140" y="21057"/>
                  <a:pt x="8182" y="21099"/>
                  <a:pt x="8245" y="21099"/>
                </a:cubicBezTo>
                <a:cubicBezTo>
                  <a:pt x="8203" y="21120"/>
                  <a:pt x="8182" y="21141"/>
                  <a:pt x="8140" y="21161"/>
                </a:cubicBezTo>
                <a:cubicBezTo>
                  <a:pt x="8140" y="21120"/>
                  <a:pt x="8098" y="21099"/>
                  <a:pt x="8077" y="21057"/>
                </a:cubicBezTo>
                <a:close/>
                <a:moveTo>
                  <a:pt x="15484" y="19655"/>
                </a:moveTo>
                <a:lnTo>
                  <a:pt x="15484" y="19655"/>
                </a:lnTo>
                <a:cubicBezTo>
                  <a:pt x="15380" y="20073"/>
                  <a:pt x="15380" y="20534"/>
                  <a:pt x="15338" y="20952"/>
                </a:cubicBezTo>
                <a:cubicBezTo>
                  <a:pt x="15233" y="21057"/>
                  <a:pt x="15108" y="21141"/>
                  <a:pt x="15003" y="21245"/>
                </a:cubicBezTo>
                <a:cubicBezTo>
                  <a:pt x="15087" y="20827"/>
                  <a:pt x="15170" y="20429"/>
                  <a:pt x="15129" y="20052"/>
                </a:cubicBezTo>
                <a:cubicBezTo>
                  <a:pt x="15233" y="19906"/>
                  <a:pt x="15380" y="19780"/>
                  <a:pt x="15484" y="19655"/>
                </a:cubicBezTo>
                <a:close/>
                <a:moveTo>
                  <a:pt x="8600" y="21141"/>
                </a:moveTo>
                <a:cubicBezTo>
                  <a:pt x="8579" y="21203"/>
                  <a:pt x="8517" y="21266"/>
                  <a:pt x="8475" y="21350"/>
                </a:cubicBezTo>
                <a:cubicBezTo>
                  <a:pt x="8496" y="21266"/>
                  <a:pt x="8496" y="21224"/>
                  <a:pt x="8517" y="21141"/>
                </a:cubicBezTo>
                <a:close/>
                <a:moveTo>
                  <a:pt x="27515" y="21161"/>
                </a:moveTo>
                <a:lnTo>
                  <a:pt x="27515" y="21161"/>
                </a:lnTo>
                <a:cubicBezTo>
                  <a:pt x="27473" y="21245"/>
                  <a:pt x="27453" y="21308"/>
                  <a:pt x="27432" y="21371"/>
                </a:cubicBezTo>
                <a:cubicBezTo>
                  <a:pt x="27411" y="21329"/>
                  <a:pt x="27369" y="21308"/>
                  <a:pt x="27327" y="21266"/>
                </a:cubicBezTo>
                <a:cubicBezTo>
                  <a:pt x="27304" y="21258"/>
                  <a:pt x="27284" y="21254"/>
                  <a:pt x="27266" y="21254"/>
                </a:cubicBezTo>
                <a:cubicBezTo>
                  <a:pt x="27236" y="21254"/>
                  <a:pt x="27215" y="21268"/>
                  <a:pt x="27201" y="21308"/>
                </a:cubicBezTo>
                <a:lnTo>
                  <a:pt x="27160" y="21308"/>
                </a:lnTo>
                <a:cubicBezTo>
                  <a:pt x="27129" y="21287"/>
                  <a:pt x="27098" y="21278"/>
                  <a:pt x="27070" y="21278"/>
                </a:cubicBezTo>
                <a:lnTo>
                  <a:pt x="27070" y="21278"/>
                </a:lnTo>
                <a:cubicBezTo>
                  <a:pt x="27221" y="21250"/>
                  <a:pt x="27371" y="21212"/>
                  <a:pt x="27515" y="21161"/>
                </a:cubicBezTo>
                <a:close/>
                <a:moveTo>
                  <a:pt x="8977" y="21141"/>
                </a:moveTo>
                <a:cubicBezTo>
                  <a:pt x="8914" y="21224"/>
                  <a:pt x="8872" y="21329"/>
                  <a:pt x="8810" y="21413"/>
                </a:cubicBezTo>
                <a:cubicBezTo>
                  <a:pt x="8831" y="21329"/>
                  <a:pt x="8831" y="21245"/>
                  <a:pt x="8831" y="21161"/>
                </a:cubicBezTo>
                <a:lnTo>
                  <a:pt x="8831" y="21141"/>
                </a:lnTo>
                <a:close/>
                <a:moveTo>
                  <a:pt x="25862" y="21266"/>
                </a:moveTo>
                <a:cubicBezTo>
                  <a:pt x="25925" y="21266"/>
                  <a:pt x="25946" y="21266"/>
                  <a:pt x="25988" y="21308"/>
                </a:cubicBezTo>
                <a:cubicBezTo>
                  <a:pt x="25946" y="21308"/>
                  <a:pt x="25925" y="21350"/>
                  <a:pt x="25946" y="21413"/>
                </a:cubicBezTo>
                <a:cubicBezTo>
                  <a:pt x="25925" y="21350"/>
                  <a:pt x="25883" y="21329"/>
                  <a:pt x="25862" y="21266"/>
                </a:cubicBezTo>
                <a:close/>
                <a:moveTo>
                  <a:pt x="22284" y="20157"/>
                </a:moveTo>
                <a:cubicBezTo>
                  <a:pt x="22368" y="20262"/>
                  <a:pt x="22431" y="20324"/>
                  <a:pt x="22515" y="20429"/>
                </a:cubicBezTo>
                <a:cubicBezTo>
                  <a:pt x="22431" y="20743"/>
                  <a:pt x="22431" y="21120"/>
                  <a:pt x="22410" y="21433"/>
                </a:cubicBezTo>
                <a:lnTo>
                  <a:pt x="22180" y="21203"/>
                </a:lnTo>
                <a:cubicBezTo>
                  <a:pt x="22201" y="20848"/>
                  <a:pt x="22284" y="20492"/>
                  <a:pt x="22284" y="20157"/>
                </a:cubicBezTo>
                <a:close/>
                <a:moveTo>
                  <a:pt x="27015" y="21287"/>
                </a:moveTo>
                <a:cubicBezTo>
                  <a:pt x="26956" y="21310"/>
                  <a:pt x="26917" y="21372"/>
                  <a:pt x="26929" y="21433"/>
                </a:cubicBezTo>
                <a:lnTo>
                  <a:pt x="26909" y="21413"/>
                </a:lnTo>
                <a:cubicBezTo>
                  <a:pt x="26878" y="21382"/>
                  <a:pt x="26839" y="21368"/>
                  <a:pt x="26799" y="21368"/>
                </a:cubicBezTo>
                <a:cubicBezTo>
                  <a:pt x="26731" y="21368"/>
                  <a:pt x="26663" y="21409"/>
                  <a:pt x="26637" y="21475"/>
                </a:cubicBezTo>
                <a:cubicBezTo>
                  <a:pt x="26616" y="21454"/>
                  <a:pt x="26574" y="21433"/>
                  <a:pt x="26553" y="21413"/>
                </a:cubicBezTo>
                <a:cubicBezTo>
                  <a:pt x="26518" y="21386"/>
                  <a:pt x="26486" y="21375"/>
                  <a:pt x="26459" y="21375"/>
                </a:cubicBezTo>
                <a:cubicBezTo>
                  <a:pt x="26420" y="21375"/>
                  <a:pt x="26389" y="21397"/>
                  <a:pt x="26365" y="21433"/>
                </a:cubicBezTo>
                <a:cubicBezTo>
                  <a:pt x="26323" y="21371"/>
                  <a:pt x="26281" y="21350"/>
                  <a:pt x="26218" y="21329"/>
                </a:cubicBezTo>
                <a:lnTo>
                  <a:pt x="26218" y="21329"/>
                </a:lnTo>
                <a:cubicBezTo>
                  <a:pt x="26284" y="21332"/>
                  <a:pt x="26352" y="21334"/>
                  <a:pt x="26420" y="21334"/>
                </a:cubicBezTo>
                <a:cubicBezTo>
                  <a:pt x="26615" y="21334"/>
                  <a:pt x="26816" y="21320"/>
                  <a:pt x="27015" y="21287"/>
                </a:cubicBezTo>
                <a:close/>
                <a:moveTo>
                  <a:pt x="8182" y="21433"/>
                </a:moveTo>
                <a:lnTo>
                  <a:pt x="8182" y="21433"/>
                </a:lnTo>
                <a:cubicBezTo>
                  <a:pt x="8161" y="21517"/>
                  <a:pt x="8140" y="21622"/>
                  <a:pt x="8098" y="21685"/>
                </a:cubicBezTo>
                <a:cubicBezTo>
                  <a:pt x="8077" y="21643"/>
                  <a:pt x="8056" y="21580"/>
                  <a:pt x="8035" y="21517"/>
                </a:cubicBezTo>
                <a:cubicBezTo>
                  <a:pt x="8098" y="21475"/>
                  <a:pt x="8140" y="21454"/>
                  <a:pt x="8182" y="21433"/>
                </a:cubicBezTo>
                <a:close/>
                <a:moveTo>
                  <a:pt x="14940" y="20262"/>
                </a:moveTo>
                <a:cubicBezTo>
                  <a:pt x="14857" y="20617"/>
                  <a:pt x="14794" y="21036"/>
                  <a:pt x="14773" y="21433"/>
                </a:cubicBezTo>
                <a:cubicBezTo>
                  <a:pt x="14668" y="21538"/>
                  <a:pt x="14543" y="21622"/>
                  <a:pt x="14438" y="21726"/>
                </a:cubicBezTo>
                <a:cubicBezTo>
                  <a:pt x="14522" y="21371"/>
                  <a:pt x="14564" y="21015"/>
                  <a:pt x="14564" y="20680"/>
                </a:cubicBezTo>
                <a:cubicBezTo>
                  <a:pt x="14689" y="20534"/>
                  <a:pt x="14836" y="20408"/>
                  <a:pt x="14940" y="20262"/>
                </a:cubicBezTo>
                <a:close/>
                <a:moveTo>
                  <a:pt x="22640" y="20617"/>
                </a:moveTo>
                <a:cubicBezTo>
                  <a:pt x="22724" y="20701"/>
                  <a:pt x="22787" y="20806"/>
                  <a:pt x="22849" y="20889"/>
                </a:cubicBezTo>
                <a:cubicBezTo>
                  <a:pt x="22745" y="21120"/>
                  <a:pt x="22724" y="21454"/>
                  <a:pt x="22703" y="21747"/>
                </a:cubicBezTo>
                <a:cubicBezTo>
                  <a:pt x="22619" y="21664"/>
                  <a:pt x="22556" y="21580"/>
                  <a:pt x="22494" y="21538"/>
                </a:cubicBezTo>
                <a:cubicBezTo>
                  <a:pt x="22535" y="21224"/>
                  <a:pt x="22640" y="20910"/>
                  <a:pt x="22640" y="20617"/>
                </a:cubicBezTo>
                <a:close/>
                <a:moveTo>
                  <a:pt x="17702" y="20052"/>
                </a:moveTo>
                <a:cubicBezTo>
                  <a:pt x="17890" y="20262"/>
                  <a:pt x="18100" y="20429"/>
                  <a:pt x="18309" y="20638"/>
                </a:cubicBezTo>
                <a:cubicBezTo>
                  <a:pt x="18518" y="20827"/>
                  <a:pt x="18727" y="21036"/>
                  <a:pt x="18958" y="21161"/>
                </a:cubicBezTo>
                <a:cubicBezTo>
                  <a:pt x="18937" y="21371"/>
                  <a:pt x="18895" y="21580"/>
                  <a:pt x="18895" y="21768"/>
                </a:cubicBezTo>
                <a:cubicBezTo>
                  <a:pt x="18727" y="21622"/>
                  <a:pt x="18539" y="21475"/>
                  <a:pt x="18372" y="21350"/>
                </a:cubicBezTo>
                <a:cubicBezTo>
                  <a:pt x="18142" y="21141"/>
                  <a:pt x="17932" y="20931"/>
                  <a:pt x="17723" y="20722"/>
                </a:cubicBezTo>
                <a:cubicBezTo>
                  <a:pt x="17723" y="20492"/>
                  <a:pt x="17702" y="20283"/>
                  <a:pt x="17702" y="20052"/>
                </a:cubicBezTo>
                <a:close/>
                <a:moveTo>
                  <a:pt x="8517" y="21643"/>
                </a:moveTo>
                <a:lnTo>
                  <a:pt x="8517" y="21643"/>
                </a:lnTo>
                <a:cubicBezTo>
                  <a:pt x="8475" y="21789"/>
                  <a:pt x="8454" y="21936"/>
                  <a:pt x="8370" y="22082"/>
                </a:cubicBezTo>
                <a:lnTo>
                  <a:pt x="8370" y="22103"/>
                </a:lnTo>
                <a:cubicBezTo>
                  <a:pt x="8307" y="22040"/>
                  <a:pt x="8287" y="21977"/>
                  <a:pt x="8245" y="21894"/>
                </a:cubicBezTo>
                <a:cubicBezTo>
                  <a:pt x="8266" y="21894"/>
                  <a:pt x="8287" y="21894"/>
                  <a:pt x="8307" y="21873"/>
                </a:cubicBezTo>
                <a:cubicBezTo>
                  <a:pt x="8391" y="21789"/>
                  <a:pt x="8454" y="21726"/>
                  <a:pt x="8517" y="21643"/>
                </a:cubicBezTo>
                <a:close/>
                <a:moveTo>
                  <a:pt x="22975" y="21015"/>
                </a:moveTo>
                <a:lnTo>
                  <a:pt x="23226" y="21329"/>
                </a:lnTo>
                <a:cubicBezTo>
                  <a:pt x="23184" y="21433"/>
                  <a:pt x="23184" y="21538"/>
                  <a:pt x="23163" y="21664"/>
                </a:cubicBezTo>
                <a:cubicBezTo>
                  <a:pt x="23142" y="21831"/>
                  <a:pt x="23142" y="21998"/>
                  <a:pt x="23142" y="22166"/>
                </a:cubicBezTo>
                <a:lnTo>
                  <a:pt x="22828" y="21852"/>
                </a:lnTo>
                <a:lnTo>
                  <a:pt x="22912" y="21371"/>
                </a:lnTo>
                <a:cubicBezTo>
                  <a:pt x="22933" y="21245"/>
                  <a:pt x="22954" y="21141"/>
                  <a:pt x="22975" y="21015"/>
                </a:cubicBezTo>
                <a:close/>
                <a:moveTo>
                  <a:pt x="14375" y="20848"/>
                </a:moveTo>
                <a:lnTo>
                  <a:pt x="14375" y="20848"/>
                </a:lnTo>
                <a:cubicBezTo>
                  <a:pt x="14333" y="21203"/>
                  <a:pt x="14313" y="21538"/>
                  <a:pt x="14250" y="21873"/>
                </a:cubicBezTo>
                <a:cubicBezTo>
                  <a:pt x="14124" y="21998"/>
                  <a:pt x="13957" y="22103"/>
                  <a:pt x="13831" y="22249"/>
                </a:cubicBezTo>
                <a:cubicBezTo>
                  <a:pt x="13915" y="21936"/>
                  <a:pt x="13957" y="21643"/>
                  <a:pt x="13915" y="21329"/>
                </a:cubicBezTo>
                <a:lnTo>
                  <a:pt x="14375" y="20848"/>
                </a:lnTo>
                <a:close/>
                <a:moveTo>
                  <a:pt x="27013" y="21998"/>
                </a:moveTo>
                <a:cubicBezTo>
                  <a:pt x="27034" y="22040"/>
                  <a:pt x="27034" y="22061"/>
                  <a:pt x="27076" y="22061"/>
                </a:cubicBezTo>
                <a:cubicBezTo>
                  <a:pt x="27028" y="22133"/>
                  <a:pt x="26981" y="22204"/>
                  <a:pt x="26929" y="22279"/>
                </a:cubicBezTo>
                <a:lnTo>
                  <a:pt x="26929" y="22279"/>
                </a:lnTo>
                <a:cubicBezTo>
                  <a:pt x="26933" y="22249"/>
                  <a:pt x="26927" y="22217"/>
                  <a:pt x="26909" y="22187"/>
                </a:cubicBezTo>
                <a:cubicBezTo>
                  <a:pt x="26888" y="22145"/>
                  <a:pt x="26888" y="22103"/>
                  <a:pt x="26846" y="22061"/>
                </a:cubicBezTo>
                <a:cubicBezTo>
                  <a:pt x="26909" y="22061"/>
                  <a:pt x="26950" y="22061"/>
                  <a:pt x="27013" y="21998"/>
                </a:cubicBezTo>
                <a:close/>
                <a:moveTo>
                  <a:pt x="23331" y="21517"/>
                </a:moveTo>
                <a:cubicBezTo>
                  <a:pt x="23414" y="21559"/>
                  <a:pt x="23456" y="21643"/>
                  <a:pt x="23498" y="21685"/>
                </a:cubicBezTo>
                <a:lnTo>
                  <a:pt x="23477" y="21726"/>
                </a:lnTo>
                <a:cubicBezTo>
                  <a:pt x="23456" y="21957"/>
                  <a:pt x="23435" y="22208"/>
                  <a:pt x="23435" y="22459"/>
                </a:cubicBezTo>
                <a:lnTo>
                  <a:pt x="23184" y="22208"/>
                </a:lnTo>
                <a:lnTo>
                  <a:pt x="23226" y="22187"/>
                </a:lnTo>
                <a:cubicBezTo>
                  <a:pt x="23268" y="22040"/>
                  <a:pt x="23268" y="21873"/>
                  <a:pt x="23289" y="21726"/>
                </a:cubicBezTo>
                <a:cubicBezTo>
                  <a:pt x="23289" y="21643"/>
                  <a:pt x="23331" y="21559"/>
                  <a:pt x="23331" y="21517"/>
                </a:cubicBezTo>
                <a:close/>
                <a:moveTo>
                  <a:pt x="26854" y="22387"/>
                </a:moveTo>
                <a:cubicBezTo>
                  <a:pt x="26838" y="22411"/>
                  <a:pt x="26821" y="22434"/>
                  <a:pt x="26804" y="22459"/>
                </a:cubicBezTo>
                <a:cubicBezTo>
                  <a:pt x="26804" y="22417"/>
                  <a:pt x="26783" y="22396"/>
                  <a:pt x="26783" y="22396"/>
                </a:cubicBezTo>
                <a:lnTo>
                  <a:pt x="26783" y="22396"/>
                </a:lnTo>
                <a:cubicBezTo>
                  <a:pt x="26791" y="22397"/>
                  <a:pt x="26798" y="22398"/>
                  <a:pt x="26806" y="22398"/>
                </a:cubicBezTo>
                <a:cubicBezTo>
                  <a:pt x="26823" y="22398"/>
                  <a:pt x="26840" y="22394"/>
                  <a:pt x="26854" y="22387"/>
                </a:cubicBezTo>
                <a:close/>
                <a:moveTo>
                  <a:pt x="8726" y="18525"/>
                </a:moveTo>
                <a:cubicBezTo>
                  <a:pt x="10567" y="18651"/>
                  <a:pt x="12367" y="18713"/>
                  <a:pt x="14166" y="18734"/>
                </a:cubicBezTo>
                <a:cubicBezTo>
                  <a:pt x="13099" y="19969"/>
                  <a:pt x="12074" y="21224"/>
                  <a:pt x="11069" y="22501"/>
                </a:cubicBezTo>
                <a:cubicBezTo>
                  <a:pt x="9835" y="21454"/>
                  <a:pt x="9103" y="20157"/>
                  <a:pt x="8705" y="18609"/>
                </a:cubicBezTo>
                <a:cubicBezTo>
                  <a:pt x="8726" y="18588"/>
                  <a:pt x="8726" y="18546"/>
                  <a:pt x="8726" y="18525"/>
                </a:cubicBezTo>
                <a:close/>
                <a:moveTo>
                  <a:pt x="17723" y="20910"/>
                </a:moveTo>
                <a:cubicBezTo>
                  <a:pt x="17890" y="21141"/>
                  <a:pt x="18079" y="21350"/>
                  <a:pt x="18246" y="21538"/>
                </a:cubicBezTo>
                <a:cubicBezTo>
                  <a:pt x="18434" y="21726"/>
                  <a:pt x="18644" y="21957"/>
                  <a:pt x="18853" y="22082"/>
                </a:cubicBezTo>
                <a:cubicBezTo>
                  <a:pt x="18832" y="22249"/>
                  <a:pt x="18832" y="22396"/>
                  <a:pt x="18790" y="22521"/>
                </a:cubicBezTo>
                <a:cubicBezTo>
                  <a:pt x="18665" y="22354"/>
                  <a:pt x="18434" y="22187"/>
                  <a:pt x="18246" y="22040"/>
                </a:cubicBezTo>
                <a:cubicBezTo>
                  <a:pt x="18058" y="21852"/>
                  <a:pt x="17911" y="21664"/>
                  <a:pt x="17723" y="21475"/>
                </a:cubicBezTo>
                <a:lnTo>
                  <a:pt x="17723" y="20910"/>
                </a:lnTo>
                <a:close/>
                <a:moveTo>
                  <a:pt x="10274" y="22417"/>
                </a:moveTo>
                <a:lnTo>
                  <a:pt x="10274" y="22417"/>
                </a:lnTo>
                <a:cubicBezTo>
                  <a:pt x="10253" y="22480"/>
                  <a:pt x="10253" y="22521"/>
                  <a:pt x="10232" y="22563"/>
                </a:cubicBezTo>
                <a:lnTo>
                  <a:pt x="10191" y="22563"/>
                </a:lnTo>
                <a:cubicBezTo>
                  <a:pt x="10191" y="22521"/>
                  <a:pt x="10170" y="22480"/>
                  <a:pt x="10149" y="22480"/>
                </a:cubicBezTo>
                <a:cubicBezTo>
                  <a:pt x="10191" y="22459"/>
                  <a:pt x="10232" y="22459"/>
                  <a:pt x="10274" y="22417"/>
                </a:cubicBezTo>
                <a:close/>
                <a:moveTo>
                  <a:pt x="26134" y="18379"/>
                </a:moveTo>
                <a:cubicBezTo>
                  <a:pt x="25967" y="19948"/>
                  <a:pt x="25402" y="21245"/>
                  <a:pt x="24607" y="22563"/>
                </a:cubicBezTo>
                <a:cubicBezTo>
                  <a:pt x="23644" y="21329"/>
                  <a:pt x="22682" y="20115"/>
                  <a:pt x="21699" y="18902"/>
                </a:cubicBezTo>
                <a:cubicBezTo>
                  <a:pt x="22305" y="18818"/>
                  <a:pt x="22933" y="18713"/>
                  <a:pt x="23540" y="18630"/>
                </a:cubicBezTo>
                <a:cubicBezTo>
                  <a:pt x="23686" y="18609"/>
                  <a:pt x="23854" y="18609"/>
                  <a:pt x="24021" y="18588"/>
                </a:cubicBezTo>
                <a:lnTo>
                  <a:pt x="24105" y="18588"/>
                </a:lnTo>
                <a:cubicBezTo>
                  <a:pt x="24795" y="18504"/>
                  <a:pt x="25465" y="18420"/>
                  <a:pt x="26134" y="18379"/>
                </a:cubicBezTo>
                <a:close/>
                <a:moveTo>
                  <a:pt x="9605" y="21329"/>
                </a:moveTo>
                <a:cubicBezTo>
                  <a:pt x="9814" y="21643"/>
                  <a:pt x="10065" y="21936"/>
                  <a:pt x="10337" y="22187"/>
                </a:cubicBezTo>
                <a:cubicBezTo>
                  <a:pt x="9877" y="22375"/>
                  <a:pt x="9437" y="22480"/>
                  <a:pt x="8956" y="22584"/>
                </a:cubicBezTo>
                <a:cubicBezTo>
                  <a:pt x="9228" y="22187"/>
                  <a:pt x="9437" y="21768"/>
                  <a:pt x="9605" y="21329"/>
                </a:cubicBezTo>
                <a:close/>
                <a:moveTo>
                  <a:pt x="8621" y="22375"/>
                </a:moveTo>
                <a:cubicBezTo>
                  <a:pt x="8621" y="22396"/>
                  <a:pt x="8621" y="22417"/>
                  <a:pt x="8663" y="22459"/>
                </a:cubicBezTo>
                <a:lnTo>
                  <a:pt x="8663" y="22480"/>
                </a:lnTo>
                <a:cubicBezTo>
                  <a:pt x="8663" y="22521"/>
                  <a:pt x="8684" y="22563"/>
                  <a:pt x="8726" y="22584"/>
                </a:cubicBezTo>
                <a:lnTo>
                  <a:pt x="8705" y="22605"/>
                </a:lnTo>
                <a:cubicBezTo>
                  <a:pt x="8642" y="22521"/>
                  <a:pt x="8600" y="22459"/>
                  <a:pt x="8538" y="22396"/>
                </a:cubicBezTo>
                <a:cubicBezTo>
                  <a:pt x="8579" y="22396"/>
                  <a:pt x="8600" y="22396"/>
                  <a:pt x="8621" y="22375"/>
                </a:cubicBezTo>
                <a:close/>
                <a:moveTo>
                  <a:pt x="25653" y="21308"/>
                </a:moveTo>
                <a:cubicBezTo>
                  <a:pt x="25925" y="21789"/>
                  <a:pt x="26239" y="22249"/>
                  <a:pt x="26616" y="22668"/>
                </a:cubicBezTo>
                <a:cubicBezTo>
                  <a:pt x="26113" y="22605"/>
                  <a:pt x="25653" y="22501"/>
                  <a:pt x="25151" y="22312"/>
                </a:cubicBezTo>
                <a:cubicBezTo>
                  <a:pt x="25130" y="22312"/>
                  <a:pt x="25088" y="22312"/>
                  <a:pt x="25046" y="22354"/>
                </a:cubicBezTo>
                <a:cubicBezTo>
                  <a:pt x="25297" y="22040"/>
                  <a:pt x="25507" y="21664"/>
                  <a:pt x="25653" y="21308"/>
                </a:cubicBezTo>
                <a:close/>
                <a:moveTo>
                  <a:pt x="9981" y="22501"/>
                </a:moveTo>
                <a:lnTo>
                  <a:pt x="9981" y="22501"/>
                </a:lnTo>
                <a:cubicBezTo>
                  <a:pt x="9939" y="22584"/>
                  <a:pt x="9877" y="22626"/>
                  <a:pt x="9835" y="22710"/>
                </a:cubicBezTo>
                <a:cubicBezTo>
                  <a:pt x="9835" y="22689"/>
                  <a:pt x="9856" y="22626"/>
                  <a:pt x="9856" y="22605"/>
                </a:cubicBezTo>
                <a:lnTo>
                  <a:pt x="9856" y="22563"/>
                </a:lnTo>
                <a:cubicBezTo>
                  <a:pt x="9919" y="22521"/>
                  <a:pt x="9939" y="22521"/>
                  <a:pt x="9981" y="22501"/>
                </a:cubicBezTo>
                <a:close/>
                <a:moveTo>
                  <a:pt x="13727" y="21538"/>
                </a:moveTo>
                <a:lnTo>
                  <a:pt x="13727" y="21538"/>
                </a:lnTo>
                <a:cubicBezTo>
                  <a:pt x="13664" y="21831"/>
                  <a:pt x="13643" y="22145"/>
                  <a:pt x="13622" y="22417"/>
                </a:cubicBezTo>
                <a:lnTo>
                  <a:pt x="13224" y="22731"/>
                </a:lnTo>
                <a:cubicBezTo>
                  <a:pt x="13287" y="22459"/>
                  <a:pt x="13371" y="22166"/>
                  <a:pt x="13392" y="21873"/>
                </a:cubicBezTo>
                <a:lnTo>
                  <a:pt x="13727" y="21538"/>
                </a:lnTo>
                <a:close/>
                <a:moveTo>
                  <a:pt x="25507" y="22626"/>
                </a:moveTo>
                <a:cubicBezTo>
                  <a:pt x="25548" y="22626"/>
                  <a:pt x="25569" y="22668"/>
                  <a:pt x="25632" y="22668"/>
                </a:cubicBezTo>
                <a:lnTo>
                  <a:pt x="25548" y="22731"/>
                </a:lnTo>
                <a:cubicBezTo>
                  <a:pt x="25528" y="22710"/>
                  <a:pt x="25528" y="22668"/>
                  <a:pt x="25507" y="22626"/>
                </a:cubicBezTo>
                <a:close/>
                <a:moveTo>
                  <a:pt x="23644" y="21852"/>
                </a:moveTo>
                <a:lnTo>
                  <a:pt x="23875" y="22166"/>
                </a:lnTo>
                <a:cubicBezTo>
                  <a:pt x="23791" y="22354"/>
                  <a:pt x="23770" y="22563"/>
                  <a:pt x="23749" y="22773"/>
                </a:cubicBezTo>
                <a:lnTo>
                  <a:pt x="23582" y="22605"/>
                </a:lnTo>
                <a:cubicBezTo>
                  <a:pt x="23624" y="22354"/>
                  <a:pt x="23644" y="22103"/>
                  <a:pt x="23644" y="21852"/>
                </a:cubicBezTo>
                <a:close/>
                <a:moveTo>
                  <a:pt x="13183" y="22082"/>
                </a:moveTo>
                <a:lnTo>
                  <a:pt x="13183" y="22082"/>
                </a:lnTo>
                <a:cubicBezTo>
                  <a:pt x="13120" y="22354"/>
                  <a:pt x="13099" y="22605"/>
                  <a:pt x="13099" y="22877"/>
                </a:cubicBezTo>
                <a:cubicBezTo>
                  <a:pt x="12973" y="22940"/>
                  <a:pt x="12869" y="23024"/>
                  <a:pt x="12785" y="23107"/>
                </a:cubicBezTo>
                <a:lnTo>
                  <a:pt x="12869" y="22396"/>
                </a:lnTo>
                <a:lnTo>
                  <a:pt x="13183" y="22082"/>
                </a:lnTo>
                <a:close/>
                <a:moveTo>
                  <a:pt x="17744" y="21747"/>
                </a:moveTo>
                <a:cubicBezTo>
                  <a:pt x="17890" y="21852"/>
                  <a:pt x="18016" y="21998"/>
                  <a:pt x="18142" y="22145"/>
                </a:cubicBezTo>
                <a:cubicBezTo>
                  <a:pt x="18309" y="22312"/>
                  <a:pt x="18518" y="22563"/>
                  <a:pt x="18748" y="22626"/>
                </a:cubicBezTo>
                <a:lnTo>
                  <a:pt x="18790" y="22626"/>
                </a:lnTo>
                <a:cubicBezTo>
                  <a:pt x="18769" y="22793"/>
                  <a:pt x="18769" y="22940"/>
                  <a:pt x="18748" y="23107"/>
                </a:cubicBezTo>
                <a:cubicBezTo>
                  <a:pt x="18665" y="23045"/>
                  <a:pt x="18623" y="22982"/>
                  <a:pt x="18560" y="22940"/>
                </a:cubicBezTo>
                <a:cubicBezTo>
                  <a:pt x="18455" y="22856"/>
                  <a:pt x="18372" y="22793"/>
                  <a:pt x="18267" y="22710"/>
                </a:cubicBezTo>
                <a:cubicBezTo>
                  <a:pt x="18225" y="22689"/>
                  <a:pt x="17890" y="22396"/>
                  <a:pt x="17744" y="22291"/>
                </a:cubicBezTo>
                <a:lnTo>
                  <a:pt x="17744" y="22270"/>
                </a:lnTo>
                <a:lnTo>
                  <a:pt x="17744" y="21747"/>
                </a:lnTo>
                <a:close/>
                <a:moveTo>
                  <a:pt x="9186" y="22982"/>
                </a:moveTo>
                <a:lnTo>
                  <a:pt x="9123" y="23045"/>
                </a:lnTo>
                <a:cubicBezTo>
                  <a:pt x="9103" y="23079"/>
                  <a:pt x="9105" y="23113"/>
                  <a:pt x="9119" y="23141"/>
                </a:cubicBezTo>
                <a:lnTo>
                  <a:pt x="9119" y="23141"/>
                </a:lnTo>
                <a:cubicBezTo>
                  <a:pt x="9084" y="23102"/>
                  <a:pt x="9050" y="23063"/>
                  <a:pt x="9019" y="23024"/>
                </a:cubicBezTo>
                <a:lnTo>
                  <a:pt x="9019" y="23024"/>
                </a:lnTo>
                <a:cubicBezTo>
                  <a:pt x="9037" y="23030"/>
                  <a:pt x="9052" y="23032"/>
                  <a:pt x="9064" y="23032"/>
                </a:cubicBezTo>
                <a:cubicBezTo>
                  <a:pt x="9094" y="23032"/>
                  <a:pt x="9109" y="23017"/>
                  <a:pt x="9123" y="23003"/>
                </a:cubicBezTo>
                <a:cubicBezTo>
                  <a:pt x="9144" y="23003"/>
                  <a:pt x="9144" y="23003"/>
                  <a:pt x="9186" y="22982"/>
                </a:cubicBezTo>
                <a:close/>
                <a:moveTo>
                  <a:pt x="24000" y="22291"/>
                </a:moveTo>
                <a:cubicBezTo>
                  <a:pt x="24084" y="22396"/>
                  <a:pt x="24188" y="22501"/>
                  <a:pt x="24272" y="22605"/>
                </a:cubicBezTo>
                <a:cubicBezTo>
                  <a:pt x="24251" y="22793"/>
                  <a:pt x="24209" y="23003"/>
                  <a:pt x="24209" y="23191"/>
                </a:cubicBezTo>
                <a:cubicBezTo>
                  <a:pt x="24105" y="23086"/>
                  <a:pt x="24000" y="22982"/>
                  <a:pt x="23875" y="22877"/>
                </a:cubicBezTo>
                <a:cubicBezTo>
                  <a:pt x="23937" y="22689"/>
                  <a:pt x="23979" y="22501"/>
                  <a:pt x="24000" y="22291"/>
                </a:cubicBezTo>
                <a:close/>
                <a:moveTo>
                  <a:pt x="26574" y="22835"/>
                </a:moveTo>
                <a:cubicBezTo>
                  <a:pt x="26469" y="23003"/>
                  <a:pt x="26344" y="23149"/>
                  <a:pt x="26239" y="23317"/>
                </a:cubicBezTo>
                <a:lnTo>
                  <a:pt x="26239" y="23254"/>
                </a:lnTo>
                <a:cubicBezTo>
                  <a:pt x="26260" y="23191"/>
                  <a:pt x="26260" y="23107"/>
                  <a:pt x="26260" y="23024"/>
                </a:cubicBezTo>
                <a:cubicBezTo>
                  <a:pt x="26385" y="23024"/>
                  <a:pt x="26511" y="22982"/>
                  <a:pt x="26511" y="22835"/>
                </a:cubicBezTo>
                <a:close/>
                <a:moveTo>
                  <a:pt x="9521" y="22919"/>
                </a:moveTo>
                <a:lnTo>
                  <a:pt x="9521" y="22919"/>
                </a:lnTo>
                <a:cubicBezTo>
                  <a:pt x="9458" y="23045"/>
                  <a:pt x="9375" y="23191"/>
                  <a:pt x="9291" y="23317"/>
                </a:cubicBezTo>
                <a:lnTo>
                  <a:pt x="9291" y="23337"/>
                </a:lnTo>
                <a:cubicBezTo>
                  <a:pt x="9251" y="23287"/>
                  <a:pt x="9205" y="23237"/>
                  <a:pt x="9160" y="23186"/>
                </a:cubicBezTo>
                <a:lnTo>
                  <a:pt x="9160" y="23186"/>
                </a:lnTo>
                <a:cubicBezTo>
                  <a:pt x="9182" y="23201"/>
                  <a:pt x="9207" y="23210"/>
                  <a:pt x="9233" y="23210"/>
                </a:cubicBezTo>
                <a:cubicBezTo>
                  <a:pt x="9253" y="23210"/>
                  <a:pt x="9273" y="23204"/>
                  <a:pt x="9291" y="23191"/>
                </a:cubicBezTo>
                <a:cubicBezTo>
                  <a:pt x="9354" y="23107"/>
                  <a:pt x="9437" y="23003"/>
                  <a:pt x="9521" y="22919"/>
                </a:cubicBezTo>
                <a:close/>
                <a:moveTo>
                  <a:pt x="12555" y="22668"/>
                </a:moveTo>
                <a:cubicBezTo>
                  <a:pt x="12555" y="22877"/>
                  <a:pt x="12576" y="23086"/>
                  <a:pt x="12576" y="23254"/>
                </a:cubicBezTo>
                <a:cubicBezTo>
                  <a:pt x="12492" y="23317"/>
                  <a:pt x="12429" y="23400"/>
                  <a:pt x="12346" y="23442"/>
                </a:cubicBezTo>
                <a:cubicBezTo>
                  <a:pt x="12367" y="23233"/>
                  <a:pt x="12388" y="23024"/>
                  <a:pt x="12388" y="22814"/>
                </a:cubicBezTo>
                <a:lnTo>
                  <a:pt x="12555" y="22668"/>
                </a:lnTo>
                <a:close/>
                <a:moveTo>
                  <a:pt x="24377" y="22773"/>
                </a:moveTo>
                <a:cubicBezTo>
                  <a:pt x="24440" y="22877"/>
                  <a:pt x="24523" y="22940"/>
                  <a:pt x="24607" y="23045"/>
                </a:cubicBezTo>
                <a:cubicBezTo>
                  <a:pt x="24586" y="23233"/>
                  <a:pt x="24586" y="23421"/>
                  <a:pt x="24607" y="23609"/>
                </a:cubicBezTo>
                <a:lnTo>
                  <a:pt x="24293" y="23296"/>
                </a:lnTo>
                <a:cubicBezTo>
                  <a:pt x="24314" y="23107"/>
                  <a:pt x="24356" y="22919"/>
                  <a:pt x="24377" y="22773"/>
                </a:cubicBezTo>
                <a:close/>
                <a:moveTo>
                  <a:pt x="25045" y="22398"/>
                </a:moveTo>
                <a:cubicBezTo>
                  <a:pt x="25040" y="22404"/>
                  <a:pt x="25029" y="22424"/>
                  <a:pt x="25046" y="22459"/>
                </a:cubicBezTo>
                <a:cubicBezTo>
                  <a:pt x="25151" y="22710"/>
                  <a:pt x="25256" y="22982"/>
                  <a:pt x="25339" y="23233"/>
                </a:cubicBezTo>
                <a:cubicBezTo>
                  <a:pt x="25402" y="23421"/>
                  <a:pt x="25444" y="23568"/>
                  <a:pt x="25507" y="23735"/>
                </a:cubicBezTo>
                <a:cubicBezTo>
                  <a:pt x="25256" y="23421"/>
                  <a:pt x="25004" y="23065"/>
                  <a:pt x="24732" y="22773"/>
                </a:cubicBezTo>
                <a:lnTo>
                  <a:pt x="24774" y="22773"/>
                </a:lnTo>
                <a:cubicBezTo>
                  <a:pt x="24878" y="22668"/>
                  <a:pt x="24941" y="22523"/>
                  <a:pt x="25045" y="22398"/>
                </a:cubicBezTo>
                <a:close/>
                <a:moveTo>
                  <a:pt x="9772" y="23107"/>
                </a:moveTo>
                <a:cubicBezTo>
                  <a:pt x="9730" y="23233"/>
                  <a:pt x="9647" y="23337"/>
                  <a:pt x="9605" y="23463"/>
                </a:cubicBezTo>
                <a:cubicBezTo>
                  <a:pt x="9542" y="23547"/>
                  <a:pt x="9626" y="23630"/>
                  <a:pt x="9709" y="23630"/>
                </a:cubicBezTo>
                <a:cubicBezTo>
                  <a:pt x="9709" y="23714"/>
                  <a:pt x="9667" y="23756"/>
                  <a:pt x="9709" y="23819"/>
                </a:cubicBezTo>
                <a:cubicBezTo>
                  <a:pt x="9605" y="23714"/>
                  <a:pt x="9500" y="23589"/>
                  <a:pt x="9416" y="23463"/>
                </a:cubicBezTo>
                <a:cubicBezTo>
                  <a:pt x="9437" y="23463"/>
                  <a:pt x="9458" y="23463"/>
                  <a:pt x="9458" y="23442"/>
                </a:cubicBezTo>
                <a:cubicBezTo>
                  <a:pt x="9563" y="23337"/>
                  <a:pt x="9667" y="23212"/>
                  <a:pt x="9772" y="23107"/>
                </a:cubicBezTo>
                <a:close/>
                <a:moveTo>
                  <a:pt x="12199" y="23024"/>
                </a:moveTo>
                <a:lnTo>
                  <a:pt x="12199" y="23024"/>
                </a:lnTo>
                <a:cubicBezTo>
                  <a:pt x="12178" y="23212"/>
                  <a:pt x="12178" y="23379"/>
                  <a:pt x="12199" y="23568"/>
                </a:cubicBezTo>
                <a:cubicBezTo>
                  <a:pt x="12157" y="23630"/>
                  <a:pt x="12095" y="23672"/>
                  <a:pt x="12032" y="23714"/>
                </a:cubicBezTo>
                <a:cubicBezTo>
                  <a:pt x="11969" y="23735"/>
                  <a:pt x="11948" y="23777"/>
                  <a:pt x="11885" y="23819"/>
                </a:cubicBezTo>
                <a:cubicBezTo>
                  <a:pt x="11927" y="23651"/>
                  <a:pt x="11927" y="23463"/>
                  <a:pt x="11927" y="23317"/>
                </a:cubicBezTo>
                <a:lnTo>
                  <a:pt x="11990" y="23233"/>
                </a:lnTo>
                <a:lnTo>
                  <a:pt x="12199" y="23024"/>
                </a:lnTo>
                <a:close/>
                <a:moveTo>
                  <a:pt x="10504" y="22375"/>
                </a:moveTo>
                <a:cubicBezTo>
                  <a:pt x="10651" y="22480"/>
                  <a:pt x="10756" y="22584"/>
                  <a:pt x="10881" y="22689"/>
                </a:cubicBezTo>
                <a:lnTo>
                  <a:pt x="10902" y="22710"/>
                </a:lnTo>
                <a:cubicBezTo>
                  <a:pt x="10609" y="23086"/>
                  <a:pt x="10337" y="23442"/>
                  <a:pt x="10044" y="23840"/>
                </a:cubicBezTo>
                <a:cubicBezTo>
                  <a:pt x="10253" y="23358"/>
                  <a:pt x="10379" y="22877"/>
                  <a:pt x="10504" y="22375"/>
                </a:cubicBezTo>
                <a:close/>
                <a:moveTo>
                  <a:pt x="17744" y="22417"/>
                </a:moveTo>
                <a:cubicBezTo>
                  <a:pt x="17890" y="22584"/>
                  <a:pt x="18037" y="22710"/>
                  <a:pt x="18183" y="22856"/>
                </a:cubicBezTo>
                <a:cubicBezTo>
                  <a:pt x="18309" y="23003"/>
                  <a:pt x="18455" y="23128"/>
                  <a:pt x="18623" y="23254"/>
                </a:cubicBezTo>
                <a:lnTo>
                  <a:pt x="18727" y="23358"/>
                </a:lnTo>
                <a:cubicBezTo>
                  <a:pt x="18706" y="23547"/>
                  <a:pt x="18706" y="23756"/>
                  <a:pt x="18665" y="23944"/>
                </a:cubicBezTo>
                <a:cubicBezTo>
                  <a:pt x="18602" y="23819"/>
                  <a:pt x="18455" y="23714"/>
                  <a:pt x="18351" y="23609"/>
                </a:cubicBezTo>
                <a:cubicBezTo>
                  <a:pt x="18204" y="23463"/>
                  <a:pt x="18079" y="23317"/>
                  <a:pt x="17911" y="23191"/>
                </a:cubicBezTo>
                <a:cubicBezTo>
                  <a:pt x="17911" y="23149"/>
                  <a:pt x="17911" y="23149"/>
                  <a:pt x="17890" y="23149"/>
                </a:cubicBezTo>
                <a:cubicBezTo>
                  <a:pt x="17849" y="23128"/>
                  <a:pt x="17807" y="23107"/>
                  <a:pt x="17786" y="23065"/>
                </a:cubicBezTo>
                <a:lnTo>
                  <a:pt x="17744" y="23065"/>
                </a:lnTo>
                <a:lnTo>
                  <a:pt x="17744" y="22417"/>
                </a:lnTo>
                <a:close/>
                <a:moveTo>
                  <a:pt x="25967" y="23358"/>
                </a:moveTo>
                <a:cubicBezTo>
                  <a:pt x="26004" y="23407"/>
                  <a:pt x="26055" y="23428"/>
                  <a:pt x="26099" y="23428"/>
                </a:cubicBezTo>
                <a:cubicBezTo>
                  <a:pt x="26131" y="23428"/>
                  <a:pt x="26159" y="23418"/>
                  <a:pt x="26176" y="23400"/>
                </a:cubicBezTo>
                <a:lnTo>
                  <a:pt x="26176" y="23400"/>
                </a:lnTo>
                <a:cubicBezTo>
                  <a:pt x="26051" y="23609"/>
                  <a:pt x="25925" y="23777"/>
                  <a:pt x="25779" y="23986"/>
                </a:cubicBezTo>
                <a:cubicBezTo>
                  <a:pt x="25779" y="23965"/>
                  <a:pt x="25779" y="23965"/>
                  <a:pt x="25758" y="23944"/>
                </a:cubicBezTo>
                <a:cubicBezTo>
                  <a:pt x="25779" y="23923"/>
                  <a:pt x="25779" y="23881"/>
                  <a:pt x="25779" y="23861"/>
                </a:cubicBezTo>
                <a:lnTo>
                  <a:pt x="25779" y="23840"/>
                </a:lnTo>
                <a:cubicBezTo>
                  <a:pt x="25779" y="23819"/>
                  <a:pt x="25821" y="23777"/>
                  <a:pt x="25821" y="23756"/>
                </a:cubicBezTo>
                <a:cubicBezTo>
                  <a:pt x="25826" y="23758"/>
                  <a:pt x="25832" y="23759"/>
                  <a:pt x="25838" y="23759"/>
                </a:cubicBezTo>
                <a:cubicBezTo>
                  <a:pt x="25901" y="23759"/>
                  <a:pt x="25988" y="23663"/>
                  <a:pt x="25988" y="23568"/>
                </a:cubicBezTo>
                <a:cubicBezTo>
                  <a:pt x="25988" y="23505"/>
                  <a:pt x="25967" y="23442"/>
                  <a:pt x="25967" y="23358"/>
                </a:cubicBezTo>
                <a:close/>
                <a:moveTo>
                  <a:pt x="24795" y="23254"/>
                </a:moveTo>
                <a:cubicBezTo>
                  <a:pt x="24879" y="23358"/>
                  <a:pt x="24942" y="23463"/>
                  <a:pt x="25046" y="23568"/>
                </a:cubicBezTo>
                <a:cubicBezTo>
                  <a:pt x="25004" y="23714"/>
                  <a:pt x="25004" y="23861"/>
                  <a:pt x="25025" y="24028"/>
                </a:cubicBezTo>
                <a:lnTo>
                  <a:pt x="24712" y="23714"/>
                </a:lnTo>
                <a:cubicBezTo>
                  <a:pt x="24732" y="23714"/>
                  <a:pt x="24774" y="23672"/>
                  <a:pt x="24774" y="23630"/>
                </a:cubicBezTo>
                <a:cubicBezTo>
                  <a:pt x="24774" y="23526"/>
                  <a:pt x="24774" y="23400"/>
                  <a:pt x="24795" y="23254"/>
                </a:cubicBezTo>
                <a:close/>
                <a:moveTo>
                  <a:pt x="11760" y="23463"/>
                </a:moveTo>
                <a:cubicBezTo>
                  <a:pt x="11739" y="23630"/>
                  <a:pt x="11739" y="23777"/>
                  <a:pt x="11739" y="23944"/>
                </a:cubicBezTo>
                <a:cubicBezTo>
                  <a:pt x="11655" y="24028"/>
                  <a:pt x="11551" y="24091"/>
                  <a:pt x="11467" y="24154"/>
                </a:cubicBezTo>
                <a:cubicBezTo>
                  <a:pt x="11530" y="23986"/>
                  <a:pt x="11551" y="23840"/>
                  <a:pt x="11551" y="23672"/>
                </a:cubicBezTo>
                <a:lnTo>
                  <a:pt x="11760" y="23463"/>
                </a:lnTo>
                <a:close/>
                <a:moveTo>
                  <a:pt x="25151" y="23756"/>
                </a:moveTo>
                <a:cubicBezTo>
                  <a:pt x="25235" y="23840"/>
                  <a:pt x="25297" y="23923"/>
                  <a:pt x="25360" y="24028"/>
                </a:cubicBezTo>
                <a:cubicBezTo>
                  <a:pt x="25339" y="24091"/>
                  <a:pt x="25360" y="24237"/>
                  <a:pt x="25360" y="24363"/>
                </a:cubicBezTo>
                <a:lnTo>
                  <a:pt x="25130" y="24133"/>
                </a:lnTo>
                <a:cubicBezTo>
                  <a:pt x="25130" y="23986"/>
                  <a:pt x="25151" y="23861"/>
                  <a:pt x="25151" y="23756"/>
                </a:cubicBezTo>
                <a:close/>
                <a:moveTo>
                  <a:pt x="11383" y="23881"/>
                </a:moveTo>
                <a:cubicBezTo>
                  <a:pt x="11341" y="24028"/>
                  <a:pt x="11320" y="24154"/>
                  <a:pt x="11320" y="24279"/>
                </a:cubicBezTo>
                <a:cubicBezTo>
                  <a:pt x="11216" y="24363"/>
                  <a:pt x="11111" y="24446"/>
                  <a:pt x="11028" y="24509"/>
                </a:cubicBezTo>
                <a:cubicBezTo>
                  <a:pt x="11069" y="24384"/>
                  <a:pt x="11090" y="24279"/>
                  <a:pt x="11111" y="24154"/>
                </a:cubicBezTo>
                <a:lnTo>
                  <a:pt x="11383" y="23881"/>
                </a:lnTo>
                <a:close/>
                <a:moveTo>
                  <a:pt x="12053" y="24133"/>
                </a:moveTo>
                <a:lnTo>
                  <a:pt x="11906" y="24593"/>
                </a:lnTo>
                <a:lnTo>
                  <a:pt x="11906" y="24363"/>
                </a:lnTo>
                <a:cubicBezTo>
                  <a:pt x="11906" y="24300"/>
                  <a:pt x="11864" y="24279"/>
                  <a:pt x="11844" y="24258"/>
                </a:cubicBezTo>
                <a:cubicBezTo>
                  <a:pt x="11927" y="24237"/>
                  <a:pt x="11969" y="24174"/>
                  <a:pt x="12053" y="24133"/>
                </a:cubicBezTo>
                <a:close/>
                <a:moveTo>
                  <a:pt x="23331" y="24572"/>
                </a:moveTo>
                <a:lnTo>
                  <a:pt x="23331" y="24572"/>
                </a:lnTo>
                <a:cubicBezTo>
                  <a:pt x="23378" y="24591"/>
                  <a:pt x="23425" y="24610"/>
                  <a:pt x="23473" y="24629"/>
                </a:cubicBezTo>
                <a:lnTo>
                  <a:pt x="23473" y="24629"/>
                </a:lnTo>
                <a:cubicBezTo>
                  <a:pt x="23468" y="24628"/>
                  <a:pt x="23463" y="24628"/>
                  <a:pt x="23459" y="24628"/>
                </a:cubicBezTo>
                <a:cubicBezTo>
                  <a:pt x="23424" y="24628"/>
                  <a:pt x="23386" y="24638"/>
                  <a:pt x="23352" y="24656"/>
                </a:cubicBezTo>
                <a:cubicBezTo>
                  <a:pt x="23352" y="24614"/>
                  <a:pt x="23331" y="24593"/>
                  <a:pt x="23331" y="24572"/>
                </a:cubicBezTo>
                <a:close/>
                <a:moveTo>
                  <a:pt x="23372" y="24049"/>
                </a:moveTo>
                <a:cubicBezTo>
                  <a:pt x="23665" y="24258"/>
                  <a:pt x="23958" y="24488"/>
                  <a:pt x="24251" y="24698"/>
                </a:cubicBezTo>
                <a:cubicBezTo>
                  <a:pt x="23896" y="24572"/>
                  <a:pt x="23540" y="24405"/>
                  <a:pt x="23205" y="24279"/>
                </a:cubicBezTo>
                <a:cubicBezTo>
                  <a:pt x="23247" y="24195"/>
                  <a:pt x="23331" y="24112"/>
                  <a:pt x="23372" y="24049"/>
                </a:cubicBezTo>
                <a:close/>
                <a:moveTo>
                  <a:pt x="17786" y="23254"/>
                </a:moveTo>
                <a:cubicBezTo>
                  <a:pt x="17911" y="23421"/>
                  <a:pt x="18079" y="23609"/>
                  <a:pt x="18225" y="23756"/>
                </a:cubicBezTo>
                <a:cubicBezTo>
                  <a:pt x="18351" y="23923"/>
                  <a:pt x="18518" y="24091"/>
                  <a:pt x="18665" y="24237"/>
                </a:cubicBezTo>
                <a:cubicBezTo>
                  <a:pt x="18644" y="24384"/>
                  <a:pt x="18644" y="24572"/>
                  <a:pt x="18623" y="24718"/>
                </a:cubicBezTo>
                <a:cubicBezTo>
                  <a:pt x="18497" y="24572"/>
                  <a:pt x="18309" y="24446"/>
                  <a:pt x="18183" y="24279"/>
                </a:cubicBezTo>
                <a:cubicBezTo>
                  <a:pt x="18037" y="24112"/>
                  <a:pt x="17911" y="23986"/>
                  <a:pt x="17786" y="23840"/>
                </a:cubicBezTo>
                <a:lnTo>
                  <a:pt x="17786" y="23254"/>
                </a:lnTo>
                <a:close/>
                <a:moveTo>
                  <a:pt x="23536" y="24654"/>
                </a:moveTo>
                <a:cubicBezTo>
                  <a:pt x="23572" y="24669"/>
                  <a:pt x="23608" y="24683"/>
                  <a:pt x="23644" y="24698"/>
                </a:cubicBezTo>
                <a:lnTo>
                  <a:pt x="23582" y="24760"/>
                </a:lnTo>
                <a:cubicBezTo>
                  <a:pt x="23582" y="24718"/>
                  <a:pt x="23561" y="24718"/>
                  <a:pt x="23561" y="24698"/>
                </a:cubicBezTo>
                <a:cubicBezTo>
                  <a:pt x="23556" y="24679"/>
                  <a:pt x="23548" y="24665"/>
                  <a:pt x="23536" y="24654"/>
                </a:cubicBezTo>
                <a:close/>
                <a:moveTo>
                  <a:pt x="11592" y="24488"/>
                </a:moveTo>
                <a:cubicBezTo>
                  <a:pt x="11592" y="24509"/>
                  <a:pt x="11551" y="24551"/>
                  <a:pt x="11551" y="24572"/>
                </a:cubicBezTo>
                <a:lnTo>
                  <a:pt x="11530" y="24593"/>
                </a:lnTo>
                <a:cubicBezTo>
                  <a:pt x="11467" y="24656"/>
                  <a:pt x="11446" y="24698"/>
                  <a:pt x="11404" y="24781"/>
                </a:cubicBezTo>
                <a:cubicBezTo>
                  <a:pt x="11390" y="24767"/>
                  <a:pt x="11355" y="24742"/>
                  <a:pt x="11329" y="24742"/>
                </a:cubicBezTo>
                <a:cubicBezTo>
                  <a:pt x="11324" y="24742"/>
                  <a:pt x="11319" y="24743"/>
                  <a:pt x="11315" y="24745"/>
                </a:cubicBezTo>
                <a:lnTo>
                  <a:pt x="11315" y="24745"/>
                </a:lnTo>
                <a:cubicBezTo>
                  <a:pt x="11414" y="24647"/>
                  <a:pt x="11513" y="24568"/>
                  <a:pt x="11592" y="24488"/>
                </a:cubicBezTo>
                <a:close/>
                <a:moveTo>
                  <a:pt x="25507" y="24195"/>
                </a:moveTo>
                <a:cubicBezTo>
                  <a:pt x="25632" y="24300"/>
                  <a:pt x="25716" y="24405"/>
                  <a:pt x="25821" y="24551"/>
                </a:cubicBezTo>
                <a:lnTo>
                  <a:pt x="25821" y="24572"/>
                </a:lnTo>
                <a:cubicBezTo>
                  <a:pt x="25821" y="24656"/>
                  <a:pt x="25841" y="24718"/>
                  <a:pt x="25841" y="24802"/>
                </a:cubicBezTo>
                <a:lnTo>
                  <a:pt x="25841" y="24823"/>
                </a:lnTo>
                <a:cubicBezTo>
                  <a:pt x="25737" y="24718"/>
                  <a:pt x="25611" y="24614"/>
                  <a:pt x="25507" y="24488"/>
                </a:cubicBezTo>
                <a:lnTo>
                  <a:pt x="25507" y="24467"/>
                </a:lnTo>
                <a:lnTo>
                  <a:pt x="25507" y="24195"/>
                </a:lnTo>
                <a:close/>
                <a:moveTo>
                  <a:pt x="10881" y="24342"/>
                </a:moveTo>
                <a:cubicBezTo>
                  <a:pt x="10881" y="24405"/>
                  <a:pt x="10860" y="24509"/>
                  <a:pt x="10860" y="24593"/>
                </a:cubicBezTo>
                <a:cubicBezTo>
                  <a:pt x="10756" y="24718"/>
                  <a:pt x="10609" y="24802"/>
                  <a:pt x="10504" y="24907"/>
                </a:cubicBezTo>
                <a:lnTo>
                  <a:pt x="10504" y="24718"/>
                </a:lnTo>
                <a:cubicBezTo>
                  <a:pt x="10651" y="24593"/>
                  <a:pt x="10776" y="24467"/>
                  <a:pt x="10881" y="24342"/>
                </a:cubicBezTo>
                <a:close/>
                <a:moveTo>
                  <a:pt x="11216" y="24781"/>
                </a:moveTo>
                <a:lnTo>
                  <a:pt x="11216" y="24781"/>
                </a:lnTo>
                <a:cubicBezTo>
                  <a:pt x="11111" y="24907"/>
                  <a:pt x="11007" y="25011"/>
                  <a:pt x="10923" y="25137"/>
                </a:cubicBezTo>
                <a:cubicBezTo>
                  <a:pt x="10902" y="25179"/>
                  <a:pt x="10902" y="25179"/>
                  <a:pt x="10902" y="25200"/>
                </a:cubicBezTo>
                <a:cubicBezTo>
                  <a:pt x="10881" y="25158"/>
                  <a:pt x="10818" y="25137"/>
                  <a:pt x="10797" y="25116"/>
                </a:cubicBezTo>
                <a:cubicBezTo>
                  <a:pt x="10923" y="25011"/>
                  <a:pt x="11090" y="24907"/>
                  <a:pt x="11216" y="24781"/>
                </a:cubicBezTo>
                <a:close/>
                <a:moveTo>
                  <a:pt x="10379" y="24823"/>
                </a:moveTo>
                <a:cubicBezTo>
                  <a:pt x="10400" y="24907"/>
                  <a:pt x="10400" y="24928"/>
                  <a:pt x="10400" y="24990"/>
                </a:cubicBezTo>
                <a:lnTo>
                  <a:pt x="9772" y="25451"/>
                </a:lnTo>
                <a:cubicBezTo>
                  <a:pt x="9856" y="25388"/>
                  <a:pt x="9939" y="25283"/>
                  <a:pt x="10023" y="25200"/>
                </a:cubicBezTo>
                <a:lnTo>
                  <a:pt x="10379" y="24823"/>
                </a:lnTo>
                <a:close/>
                <a:moveTo>
                  <a:pt x="13204" y="25032"/>
                </a:moveTo>
                <a:lnTo>
                  <a:pt x="13204" y="25179"/>
                </a:lnTo>
                <a:cubicBezTo>
                  <a:pt x="13141" y="25179"/>
                  <a:pt x="13099" y="25200"/>
                  <a:pt x="13078" y="25283"/>
                </a:cubicBezTo>
                <a:cubicBezTo>
                  <a:pt x="13036" y="25346"/>
                  <a:pt x="13036" y="25409"/>
                  <a:pt x="13015" y="25493"/>
                </a:cubicBezTo>
                <a:lnTo>
                  <a:pt x="12994" y="25283"/>
                </a:lnTo>
                <a:cubicBezTo>
                  <a:pt x="12994" y="25242"/>
                  <a:pt x="12973" y="25221"/>
                  <a:pt x="12973" y="25200"/>
                </a:cubicBezTo>
                <a:lnTo>
                  <a:pt x="13204" y="25032"/>
                </a:lnTo>
                <a:close/>
                <a:moveTo>
                  <a:pt x="15903" y="20931"/>
                </a:moveTo>
                <a:cubicBezTo>
                  <a:pt x="16028" y="22459"/>
                  <a:pt x="16154" y="23965"/>
                  <a:pt x="16321" y="25493"/>
                </a:cubicBezTo>
                <a:cubicBezTo>
                  <a:pt x="16300" y="25451"/>
                  <a:pt x="16258" y="25430"/>
                  <a:pt x="16237" y="25430"/>
                </a:cubicBezTo>
                <a:cubicBezTo>
                  <a:pt x="14836" y="25095"/>
                  <a:pt x="13601" y="24677"/>
                  <a:pt x="12367" y="23881"/>
                </a:cubicBezTo>
                <a:cubicBezTo>
                  <a:pt x="13183" y="23233"/>
                  <a:pt x="13999" y="22584"/>
                  <a:pt x="14773" y="21894"/>
                </a:cubicBezTo>
                <a:cubicBezTo>
                  <a:pt x="14784" y="21917"/>
                  <a:pt x="14815" y="21933"/>
                  <a:pt x="14840" y="21933"/>
                </a:cubicBezTo>
                <a:cubicBezTo>
                  <a:pt x="14860" y="21933"/>
                  <a:pt x="14877" y="21922"/>
                  <a:pt x="14877" y="21894"/>
                </a:cubicBezTo>
                <a:cubicBezTo>
                  <a:pt x="14877" y="21873"/>
                  <a:pt x="14877" y="21852"/>
                  <a:pt x="14898" y="21789"/>
                </a:cubicBezTo>
                <a:cubicBezTo>
                  <a:pt x="15254" y="21517"/>
                  <a:pt x="15589" y="21224"/>
                  <a:pt x="15903" y="20931"/>
                </a:cubicBezTo>
                <a:close/>
                <a:moveTo>
                  <a:pt x="17765" y="24049"/>
                </a:moveTo>
                <a:cubicBezTo>
                  <a:pt x="17828" y="24154"/>
                  <a:pt x="17932" y="24279"/>
                  <a:pt x="18016" y="24384"/>
                </a:cubicBezTo>
                <a:cubicBezTo>
                  <a:pt x="18183" y="24572"/>
                  <a:pt x="18330" y="24802"/>
                  <a:pt x="18539" y="24928"/>
                </a:cubicBezTo>
                <a:lnTo>
                  <a:pt x="18602" y="24928"/>
                </a:lnTo>
                <a:cubicBezTo>
                  <a:pt x="18560" y="25116"/>
                  <a:pt x="18560" y="25304"/>
                  <a:pt x="18539" y="25493"/>
                </a:cubicBezTo>
                <a:cubicBezTo>
                  <a:pt x="18532" y="25479"/>
                  <a:pt x="18527" y="25474"/>
                  <a:pt x="18524" y="25474"/>
                </a:cubicBezTo>
                <a:cubicBezTo>
                  <a:pt x="18516" y="25474"/>
                  <a:pt x="18511" y="25493"/>
                  <a:pt x="18497" y="25493"/>
                </a:cubicBezTo>
                <a:cubicBezTo>
                  <a:pt x="18246" y="25200"/>
                  <a:pt x="17995" y="24907"/>
                  <a:pt x="17765" y="24614"/>
                </a:cubicBezTo>
                <a:lnTo>
                  <a:pt x="17765" y="24049"/>
                </a:lnTo>
                <a:close/>
                <a:moveTo>
                  <a:pt x="19376" y="20889"/>
                </a:moveTo>
                <a:cubicBezTo>
                  <a:pt x="19774" y="21454"/>
                  <a:pt x="20611" y="21894"/>
                  <a:pt x="21134" y="22291"/>
                </a:cubicBezTo>
                <a:cubicBezTo>
                  <a:pt x="21782" y="22814"/>
                  <a:pt x="22431" y="23317"/>
                  <a:pt x="23100" y="23819"/>
                </a:cubicBezTo>
                <a:lnTo>
                  <a:pt x="23142" y="23861"/>
                </a:lnTo>
                <a:cubicBezTo>
                  <a:pt x="22075" y="25179"/>
                  <a:pt x="20422" y="25221"/>
                  <a:pt x="18874" y="25597"/>
                </a:cubicBezTo>
                <a:cubicBezTo>
                  <a:pt x="19062" y="24028"/>
                  <a:pt x="19250" y="22459"/>
                  <a:pt x="19376" y="20889"/>
                </a:cubicBezTo>
                <a:close/>
                <a:moveTo>
                  <a:pt x="11279" y="25346"/>
                </a:moveTo>
                <a:cubicBezTo>
                  <a:pt x="11290" y="25403"/>
                  <a:pt x="11344" y="25441"/>
                  <a:pt x="11401" y="25441"/>
                </a:cubicBezTo>
                <a:cubicBezTo>
                  <a:pt x="11449" y="25441"/>
                  <a:pt x="11500" y="25414"/>
                  <a:pt x="11529" y="25349"/>
                </a:cubicBezTo>
                <a:lnTo>
                  <a:pt x="11529" y="25349"/>
                </a:lnTo>
                <a:cubicBezTo>
                  <a:pt x="11524" y="25394"/>
                  <a:pt x="11509" y="25415"/>
                  <a:pt x="11509" y="25451"/>
                </a:cubicBezTo>
                <a:cubicBezTo>
                  <a:pt x="11471" y="25544"/>
                  <a:pt x="11551" y="25621"/>
                  <a:pt x="11629" y="25621"/>
                </a:cubicBezTo>
                <a:cubicBezTo>
                  <a:pt x="11638" y="25621"/>
                  <a:pt x="11646" y="25620"/>
                  <a:pt x="11655" y="25618"/>
                </a:cubicBezTo>
                <a:lnTo>
                  <a:pt x="11655" y="25660"/>
                </a:lnTo>
                <a:cubicBezTo>
                  <a:pt x="11509" y="25597"/>
                  <a:pt x="11383" y="25493"/>
                  <a:pt x="11237" y="25409"/>
                </a:cubicBezTo>
                <a:cubicBezTo>
                  <a:pt x="11237" y="25409"/>
                  <a:pt x="11237" y="25388"/>
                  <a:pt x="11279" y="25346"/>
                </a:cubicBezTo>
                <a:close/>
                <a:moveTo>
                  <a:pt x="12241" y="24028"/>
                </a:moveTo>
                <a:cubicBezTo>
                  <a:pt x="12555" y="24279"/>
                  <a:pt x="12890" y="24509"/>
                  <a:pt x="13224" y="24718"/>
                </a:cubicBezTo>
                <a:cubicBezTo>
                  <a:pt x="12764" y="25032"/>
                  <a:pt x="12346" y="25346"/>
                  <a:pt x="11906" y="25660"/>
                </a:cubicBezTo>
                <a:cubicBezTo>
                  <a:pt x="11990" y="25116"/>
                  <a:pt x="12136" y="24572"/>
                  <a:pt x="12241" y="24028"/>
                </a:cubicBezTo>
                <a:close/>
                <a:moveTo>
                  <a:pt x="24544" y="25032"/>
                </a:moveTo>
                <a:cubicBezTo>
                  <a:pt x="24607" y="25074"/>
                  <a:pt x="24649" y="25074"/>
                  <a:pt x="24691" y="25095"/>
                </a:cubicBezTo>
                <a:lnTo>
                  <a:pt x="24732" y="25095"/>
                </a:lnTo>
                <a:cubicBezTo>
                  <a:pt x="24732" y="25095"/>
                  <a:pt x="24712" y="25095"/>
                  <a:pt x="24712" y="25116"/>
                </a:cubicBezTo>
                <a:cubicBezTo>
                  <a:pt x="24419" y="25304"/>
                  <a:pt x="24126" y="25514"/>
                  <a:pt x="23854" y="25681"/>
                </a:cubicBezTo>
                <a:cubicBezTo>
                  <a:pt x="23896" y="25639"/>
                  <a:pt x="23958" y="25597"/>
                  <a:pt x="23958" y="25534"/>
                </a:cubicBezTo>
                <a:lnTo>
                  <a:pt x="23958" y="25430"/>
                </a:lnTo>
                <a:cubicBezTo>
                  <a:pt x="23992" y="25463"/>
                  <a:pt x="24031" y="25485"/>
                  <a:pt x="24074" y="25485"/>
                </a:cubicBezTo>
                <a:cubicBezTo>
                  <a:pt x="24111" y="25485"/>
                  <a:pt x="24150" y="25469"/>
                  <a:pt x="24188" y="25430"/>
                </a:cubicBezTo>
                <a:cubicBezTo>
                  <a:pt x="24251" y="25388"/>
                  <a:pt x="24272" y="25325"/>
                  <a:pt x="24293" y="25283"/>
                </a:cubicBezTo>
                <a:lnTo>
                  <a:pt x="24293" y="25200"/>
                </a:lnTo>
                <a:cubicBezTo>
                  <a:pt x="24313" y="25205"/>
                  <a:pt x="24330" y="25207"/>
                  <a:pt x="24346" y="25207"/>
                </a:cubicBezTo>
                <a:cubicBezTo>
                  <a:pt x="24399" y="25207"/>
                  <a:pt x="24438" y="25180"/>
                  <a:pt x="24502" y="25116"/>
                </a:cubicBezTo>
                <a:cubicBezTo>
                  <a:pt x="24523" y="25095"/>
                  <a:pt x="24523" y="25074"/>
                  <a:pt x="24544" y="25032"/>
                </a:cubicBezTo>
                <a:close/>
                <a:moveTo>
                  <a:pt x="15191" y="18734"/>
                </a:moveTo>
                <a:cubicBezTo>
                  <a:pt x="15212" y="18797"/>
                  <a:pt x="15275" y="18839"/>
                  <a:pt x="15296" y="18902"/>
                </a:cubicBezTo>
                <a:cubicBezTo>
                  <a:pt x="15401" y="19027"/>
                  <a:pt x="15505" y="19153"/>
                  <a:pt x="15631" y="19257"/>
                </a:cubicBezTo>
                <a:cubicBezTo>
                  <a:pt x="14585" y="20115"/>
                  <a:pt x="13685" y="21057"/>
                  <a:pt x="12743" y="22040"/>
                </a:cubicBezTo>
                <a:cubicBezTo>
                  <a:pt x="12701" y="22040"/>
                  <a:pt x="12701" y="22061"/>
                  <a:pt x="12701" y="22061"/>
                </a:cubicBezTo>
                <a:cubicBezTo>
                  <a:pt x="12388" y="22375"/>
                  <a:pt x="12116" y="22689"/>
                  <a:pt x="11802" y="23003"/>
                </a:cubicBezTo>
                <a:lnTo>
                  <a:pt x="9898" y="24886"/>
                </a:lnTo>
                <a:cubicBezTo>
                  <a:pt x="9647" y="25137"/>
                  <a:pt x="9333" y="25430"/>
                  <a:pt x="9040" y="25702"/>
                </a:cubicBezTo>
                <a:cubicBezTo>
                  <a:pt x="9228" y="25430"/>
                  <a:pt x="9416" y="25137"/>
                  <a:pt x="9626" y="24886"/>
                </a:cubicBezTo>
                <a:cubicBezTo>
                  <a:pt x="10170" y="24154"/>
                  <a:pt x="10714" y="23442"/>
                  <a:pt x="11300" y="22731"/>
                </a:cubicBezTo>
                <a:cubicBezTo>
                  <a:pt x="12346" y="21433"/>
                  <a:pt x="13413" y="20115"/>
                  <a:pt x="14480" y="18839"/>
                </a:cubicBezTo>
                <a:cubicBezTo>
                  <a:pt x="14522" y="18818"/>
                  <a:pt x="14522" y="18755"/>
                  <a:pt x="14522" y="18734"/>
                </a:cubicBezTo>
                <a:close/>
                <a:moveTo>
                  <a:pt x="22190" y="25501"/>
                </a:moveTo>
                <a:cubicBezTo>
                  <a:pt x="22344" y="25570"/>
                  <a:pt x="22492" y="25642"/>
                  <a:pt x="22640" y="25723"/>
                </a:cubicBezTo>
                <a:cubicBezTo>
                  <a:pt x="22619" y="25723"/>
                  <a:pt x="22598" y="25744"/>
                  <a:pt x="22577" y="25765"/>
                </a:cubicBezTo>
                <a:cubicBezTo>
                  <a:pt x="22577" y="25744"/>
                  <a:pt x="22535" y="25723"/>
                  <a:pt x="22535" y="25723"/>
                </a:cubicBezTo>
                <a:cubicBezTo>
                  <a:pt x="22515" y="25670"/>
                  <a:pt x="22457" y="25644"/>
                  <a:pt x="22399" y="25644"/>
                </a:cubicBezTo>
                <a:cubicBezTo>
                  <a:pt x="22342" y="25644"/>
                  <a:pt x="22284" y="25670"/>
                  <a:pt x="22263" y="25723"/>
                </a:cubicBezTo>
                <a:lnTo>
                  <a:pt x="22263" y="25639"/>
                </a:lnTo>
                <a:cubicBezTo>
                  <a:pt x="22252" y="25576"/>
                  <a:pt x="22224" y="25530"/>
                  <a:pt x="22190" y="25501"/>
                </a:cubicBezTo>
                <a:close/>
                <a:moveTo>
                  <a:pt x="23038" y="24405"/>
                </a:moveTo>
                <a:cubicBezTo>
                  <a:pt x="23205" y="24865"/>
                  <a:pt x="23310" y="25304"/>
                  <a:pt x="23352" y="25765"/>
                </a:cubicBezTo>
                <a:cubicBezTo>
                  <a:pt x="22912" y="25555"/>
                  <a:pt x="22431" y="25346"/>
                  <a:pt x="21971" y="25137"/>
                </a:cubicBezTo>
                <a:cubicBezTo>
                  <a:pt x="22368" y="24970"/>
                  <a:pt x="22724" y="24718"/>
                  <a:pt x="23038" y="24405"/>
                </a:cubicBezTo>
                <a:close/>
                <a:moveTo>
                  <a:pt x="25988" y="24802"/>
                </a:moveTo>
                <a:cubicBezTo>
                  <a:pt x="26302" y="25179"/>
                  <a:pt x="26595" y="25534"/>
                  <a:pt x="26909" y="25911"/>
                </a:cubicBezTo>
                <a:cubicBezTo>
                  <a:pt x="26574" y="25534"/>
                  <a:pt x="26239" y="25200"/>
                  <a:pt x="25862" y="24865"/>
                </a:cubicBezTo>
                <a:lnTo>
                  <a:pt x="25862" y="24865"/>
                </a:lnTo>
                <a:cubicBezTo>
                  <a:pt x="25878" y="24870"/>
                  <a:pt x="25894" y="24873"/>
                  <a:pt x="25908" y="24873"/>
                </a:cubicBezTo>
                <a:cubicBezTo>
                  <a:pt x="25953" y="24873"/>
                  <a:pt x="25988" y="24849"/>
                  <a:pt x="25988" y="24802"/>
                </a:cubicBezTo>
                <a:close/>
                <a:moveTo>
                  <a:pt x="14773" y="25723"/>
                </a:moveTo>
                <a:cubicBezTo>
                  <a:pt x="14803" y="25792"/>
                  <a:pt x="14832" y="25871"/>
                  <a:pt x="14862" y="25953"/>
                </a:cubicBezTo>
                <a:lnTo>
                  <a:pt x="14862" y="25953"/>
                </a:lnTo>
                <a:cubicBezTo>
                  <a:pt x="14814" y="25891"/>
                  <a:pt x="14756" y="25861"/>
                  <a:pt x="14704" y="25861"/>
                </a:cubicBezTo>
                <a:cubicBezTo>
                  <a:pt x="14666" y="25861"/>
                  <a:pt x="14631" y="25878"/>
                  <a:pt x="14605" y="25911"/>
                </a:cubicBezTo>
                <a:lnTo>
                  <a:pt x="14605" y="25848"/>
                </a:lnTo>
                <a:cubicBezTo>
                  <a:pt x="14668" y="25806"/>
                  <a:pt x="14710" y="25744"/>
                  <a:pt x="14773" y="25723"/>
                </a:cubicBezTo>
                <a:close/>
                <a:moveTo>
                  <a:pt x="12576" y="25848"/>
                </a:moveTo>
                <a:lnTo>
                  <a:pt x="12576" y="25848"/>
                </a:lnTo>
                <a:cubicBezTo>
                  <a:pt x="12555" y="25953"/>
                  <a:pt x="12555" y="26037"/>
                  <a:pt x="12555" y="26141"/>
                </a:cubicBezTo>
                <a:cubicBezTo>
                  <a:pt x="12513" y="26141"/>
                  <a:pt x="12492" y="26120"/>
                  <a:pt x="12471" y="26120"/>
                </a:cubicBezTo>
                <a:cubicBezTo>
                  <a:pt x="12492" y="26016"/>
                  <a:pt x="12513" y="25932"/>
                  <a:pt x="12576" y="25848"/>
                </a:cubicBezTo>
                <a:close/>
                <a:moveTo>
                  <a:pt x="14878" y="25996"/>
                </a:moveTo>
                <a:cubicBezTo>
                  <a:pt x="14906" y="26073"/>
                  <a:pt x="14933" y="26151"/>
                  <a:pt x="14961" y="26225"/>
                </a:cubicBezTo>
                <a:lnTo>
                  <a:pt x="14940" y="26225"/>
                </a:lnTo>
                <a:cubicBezTo>
                  <a:pt x="14902" y="26149"/>
                  <a:pt x="14881" y="26072"/>
                  <a:pt x="14878" y="25996"/>
                </a:cubicBezTo>
                <a:close/>
                <a:moveTo>
                  <a:pt x="17744" y="24907"/>
                </a:moveTo>
                <a:cubicBezTo>
                  <a:pt x="17953" y="25200"/>
                  <a:pt x="18183" y="25493"/>
                  <a:pt x="18434" y="25744"/>
                </a:cubicBezTo>
                <a:cubicBezTo>
                  <a:pt x="18455" y="25765"/>
                  <a:pt x="18455" y="25765"/>
                  <a:pt x="18497" y="25765"/>
                </a:cubicBezTo>
                <a:cubicBezTo>
                  <a:pt x="18455" y="25932"/>
                  <a:pt x="18455" y="26078"/>
                  <a:pt x="18434" y="26246"/>
                </a:cubicBezTo>
                <a:cubicBezTo>
                  <a:pt x="18183" y="26037"/>
                  <a:pt x="17932" y="25827"/>
                  <a:pt x="17744" y="25534"/>
                </a:cubicBezTo>
                <a:lnTo>
                  <a:pt x="17744" y="24907"/>
                </a:lnTo>
                <a:close/>
                <a:moveTo>
                  <a:pt x="12785" y="26058"/>
                </a:moveTo>
                <a:cubicBezTo>
                  <a:pt x="12806" y="26141"/>
                  <a:pt x="12806" y="26225"/>
                  <a:pt x="12806" y="26267"/>
                </a:cubicBezTo>
                <a:cubicBezTo>
                  <a:pt x="12785" y="26267"/>
                  <a:pt x="12785" y="26246"/>
                  <a:pt x="12764" y="26246"/>
                </a:cubicBezTo>
                <a:cubicBezTo>
                  <a:pt x="12764" y="26183"/>
                  <a:pt x="12785" y="26120"/>
                  <a:pt x="12785" y="26058"/>
                </a:cubicBezTo>
                <a:close/>
                <a:moveTo>
                  <a:pt x="19711" y="19278"/>
                </a:moveTo>
                <a:cubicBezTo>
                  <a:pt x="19711" y="19278"/>
                  <a:pt x="19711" y="19320"/>
                  <a:pt x="19753" y="19320"/>
                </a:cubicBezTo>
                <a:cubicBezTo>
                  <a:pt x="21050" y="20366"/>
                  <a:pt x="22201" y="21622"/>
                  <a:pt x="23414" y="22793"/>
                </a:cubicBezTo>
                <a:cubicBezTo>
                  <a:pt x="24586" y="23965"/>
                  <a:pt x="25758" y="25116"/>
                  <a:pt x="26971" y="26288"/>
                </a:cubicBezTo>
                <a:cubicBezTo>
                  <a:pt x="25590" y="25555"/>
                  <a:pt x="24419" y="24488"/>
                  <a:pt x="23247" y="23568"/>
                </a:cubicBezTo>
                <a:cubicBezTo>
                  <a:pt x="22598" y="23086"/>
                  <a:pt x="21929" y="22584"/>
                  <a:pt x="21322" y="22082"/>
                </a:cubicBezTo>
                <a:cubicBezTo>
                  <a:pt x="20757" y="21664"/>
                  <a:pt x="20087" y="20910"/>
                  <a:pt x="19397" y="20722"/>
                </a:cubicBezTo>
                <a:cubicBezTo>
                  <a:pt x="19439" y="20366"/>
                  <a:pt x="19460" y="19969"/>
                  <a:pt x="19481" y="19592"/>
                </a:cubicBezTo>
                <a:cubicBezTo>
                  <a:pt x="19481" y="19550"/>
                  <a:pt x="19481" y="19529"/>
                  <a:pt x="19460" y="19488"/>
                </a:cubicBezTo>
                <a:cubicBezTo>
                  <a:pt x="19502" y="19467"/>
                  <a:pt x="19522" y="19446"/>
                  <a:pt x="19585" y="19425"/>
                </a:cubicBezTo>
                <a:cubicBezTo>
                  <a:pt x="19648" y="19383"/>
                  <a:pt x="19669" y="19341"/>
                  <a:pt x="19711" y="19278"/>
                </a:cubicBezTo>
                <a:close/>
                <a:moveTo>
                  <a:pt x="21929" y="25388"/>
                </a:moveTo>
                <a:cubicBezTo>
                  <a:pt x="21990" y="25414"/>
                  <a:pt x="22050" y="25439"/>
                  <a:pt x="22109" y="25465"/>
                </a:cubicBezTo>
                <a:lnTo>
                  <a:pt x="22109" y="25465"/>
                </a:lnTo>
                <a:cubicBezTo>
                  <a:pt x="22103" y="25464"/>
                  <a:pt x="22097" y="25464"/>
                  <a:pt x="22091" y="25464"/>
                </a:cubicBezTo>
                <a:cubicBezTo>
                  <a:pt x="22019" y="25464"/>
                  <a:pt x="21949" y="25516"/>
                  <a:pt x="21929" y="25618"/>
                </a:cubicBezTo>
                <a:cubicBezTo>
                  <a:pt x="21908" y="25806"/>
                  <a:pt x="21887" y="26016"/>
                  <a:pt x="21866" y="26183"/>
                </a:cubicBezTo>
                <a:cubicBezTo>
                  <a:pt x="21860" y="26232"/>
                  <a:pt x="21852" y="26279"/>
                  <a:pt x="21845" y="26325"/>
                </a:cubicBezTo>
                <a:lnTo>
                  <a:pt x="21845" y="26325"/>
                </a:lnTo>
                <a:cubicBezTo>
                  <a:pt x="21873" y="26012"/>
                  <a:pt x="21901" y="25695"/>
                  <a:pt x="21929" y="25388"/>
                </a:cubicBezTo>
                <a:close/>
                <a:moveTo>
                  <a:pt x="20422" y="26070"/>
                </a:moveTo>
                <a:lnTo>
                  <a:pt x="20422" y="26070"/>
                </a:lnTo>
                <a:cubicBezTo>
                  <a:pt x="20445" y="26101"/>
                  <a:pt x="20475" y="26132"/>
                  <a:pt x="20506" y="26162"/>
                </a:cubicBezTo>
                <a:cubicBezTo>
                  <a:pt x="20464" y="26183"/>
                  <a:pt x="20443" y="26225"/>
                  <a:pt x="20443" y="26246"/>
                </a:cubicBezTo>
                <a:cubicBezTo>
                  <a:pt x="20443" y="26246"/>
                  <a:pt x="20443" y="26267"/>
                  <a:pt x="20422" y="26330"/>
                </a:cubicBezTo>
                <a:lnTo>
                  <a:pt x="20422" y="26078"/>
                </a:lnTo>
                <a:cubicBezTo>
                  <a:pt x="20422" y="26075"/>
                  <a:pt x="20422" y="26073"/>
                  <a:pt x="20422" y="26070"/>
                </a:cubicBezTo>
                <a:close/>
                <a:moveTo>
                  <a:pt x="4437" y="18065"/>
                </a:moveTo>
                <a:lnTo>
                  <a:pt x="4437" y="18065"/>
                </a:lnTo>
                <a:cubicBezTo>
                  <a:pt x="5253" y="18169"/>
                  <a:pt x="6069" y="18274"/>
                  <a:pt x="6864" y="18337"/>
                </a:cubicBezTo>
                <a:cubicBezTo>
                  <a:pt x="6843" y="20471"/>
                  <a:pt x="8077" y="22793"/>
                  <a:pt x="9647" y="24154"/>
                </a:cubicBezTo>
                <a:cubicBezTo>
                  <a:pt x="9667" y="24174"/>
                  <a:pt x="9709" y="24174"/>
                  <a:pt x="9730" y="24174"/>
                </a:cubicBezTo>
                <a:cubicBezTo>
                  <a:pt x="9667" y="24258"/>
                  <a:pt x="9584" y="24342"/>
                  <a:pt x="9542" y="24405"/>
                </a:cubicBezTo>
                <a:cubicBezTo>
                  <a:pt x="9270" y="24760"/>
                  <a:pt x="9040" y="25095"/>
                  <a:pt x="8789" y="25430"/>
                </a:cubicBezTo>
                <a:cubicBezTo>
                  <a:pt x="8642" y="25597"/>
                  <a:pt x="8517" y="25765"/>
                  <a:pt x="8412" y="25932"/>
                </a:cubicBezTo>
                <a:cubicBezTo>
                  <a:pt x="8391" y="26037"/>
                  <a:pt x="8328" y="26120"/>
                  <a:pt x="8287" y="26162"/>
                </a:cubicBezTo>
                <a:cubicBezTo>
                  <a:pt x="8161" y="26246"/>
                  <a:pt x="8140" y="26350"/>
                  <a:pt x="8161" y="26455"/>
                </a:cubicBezTo>
                <a:lnTo>
                  <a:pt x="8098" y="26392"/>
                </a:lnTo>
                <a:cubicBezTo>
                  <a:pt x="7010" y="25325"/>
                  <a:pt x="6110" y="24070"/>
                  <a:pt x="5483" y="22668"/>
                </a:cubicBezTo>
                <a:cubicBezTo>
                  <a:pt x="4813" y="21141"/>
                  <a:pt x="4667" y="19655"/>
                  <a:pt x="4437" y="18065"/>
                </a:cubicBezTo>
                <a:close/>
                <a:moveTo>
                  <a:pt x="13413" y="24865"/>
                </a:moveTo>
                <a:lnTo>
                  <a:pt x="13413" y="24865"/>
                </a:lnTo>
                <a:cubicBezTo>
                  <a:pt x="13831" y="25095"/>
                  <a:pt x="14250" y="25283"/>
                  <a:pt x="14689" y="25409"/>
                </a:cubicBezTo>
                <a:cubicBezTo>
                  <a:pt x="14605" y="25451"/>
                  <a:pt x="14564" y="25534"/>
                  <a:pt x="14480" y="25597"/>
                </a:cubicBezTo>
                <a:cubicBezTo>
                  <a:pt x="14463" y="25586"/>
                  <a:pt x="14442" y="25581"/>
                  <a:pt x="14419" y="25581"/>
                </a:cubicBezTo>
                <a:cubicBezTo>
                  <a:pt x="14357" y="25581"/>
                  <a:pt x="14286" y="25620"/>
                  <a:pt x="14271" y="25681"/>
                </a:cubicBezTo>
                <a:cubicBezTo>
                  <a:pt x="14271" y="25744"/>
                  <a:pt x="14250" y="25765"/>
                  <a:pt x="14250" y="25827"/>
                </a:cubicBezTo>
                <a:cubicBezTo>
                  <a:pt x="14020" y="26037"/>
                  <a:pt x="13789" y="26267"/>
                  <a:pt x="13559" y="26476"/>
                </a:cubicBezTo>
                <a:cubicBezTo>
                  <a:pt x="13496" y="25932"/>
                  <a:pt x="13434" y="25409"/>
                  <a:pt x="13413" y="24865"/>
                </a:cubicBezTo>
                <a:close/>
                <a:moveTo>
                  <a:pt x="22849" y="26120"/>
                </a:moveTo>
                <a:cubicBezTo>
                  <a:pt x="22891" y="26141"/>
                  <a:pt x="22912" y="26141"/>
                  <a:pt x="22912" y="26162"/>
                </a:cubicBezTo>
                <a:cubicBezTo>
                  <a:pt x="22933" y="26183"/>
                  <a:pt x="22954" y="26183"/>
                  <a:pt x="22975" y="26204"/>
                </a:cubicBezTo>
                <a:cubicBezTo>
                  <a:pt x="22828" y="26309"/>
                  <a:pt x="22640" y="26392"/>
                  <a:pt x="22494" y="26476"/>
                </a:cubicBezTo>
                <a:cubicBezTo>
                  <a:pt x="22515" y="26434"/>
                  <a:pt x="22515" y="26371"/>
                  <a:pt x="22535" y="26330"/>
                </a:cubicBezTo>
                <a:cubicBezTo>
                  <a:pt x="22558" y="26337"/>
                  <a:pt x="22587" y="26342"/>
                  <a:pt x="22616" y="26342"/>
                </a:cubicBezTo>
                <a:cubicBezTo>
                  <a:pt x="22666" y="26342"/>
                  <a:pt x="22718" y="26328"/>
                  <a:pt x="22745" y="26288"/>
                </a:cubicBezTo>
                <a:cubicBezTo>
                  <a:pt x="22808" y="26246"/>
                  <a:pt x="22828" y="26183"/>
                  <a:pt x="22849" y="26120"/>
                </a:cubicBezTo>
                <a:close/>
                <a:moveTo>
                  <a:pt x="16363" y="26016"/>
                </a:moveTo>
                <a:lnTo>
                  <a:pt x="16447" y="26643"/>
                </a:lnTo>
                <a:cubicBezTo>
                  <a:pt x="16426" y="26581"/>
                  <a:pt x="16342" y="26560"/>
                  <a:pt x="16258" y="26560"/>
                </a:cubicBezTo>
                <a:lnTo>
                  <a:pt x="16258" y="26267"/>
                </a:lnTo>
                <a:lnTo>
                  <a:pt x="16258" y="26225"/>
                </a:lnTo>
                <a:cubicBezTo>
                  <a:pt x="16300" y="26141"/>
                  <a:pt x="16342" y="26078"/>
                  <a:pt x="16363" y="26016"/>
                </a:cubicBezTo>
                <a:close/>
                <a:moveTo>
                  <a:pt x="22096" y="26539"/>
                </a:moveTo>
                <a:cubicBezTo>
                  <a:pt x="22096" y="26560"/>
                  <a:pt x="22117" y="26602"/>
                  <a:pt x="22117" y="26643"/>
                </a:cubicBezTo>
                <a:cubicBezTo>
                  <a:pt x="22102" y="26643"/>
                  <a:pt x="22086" y="26655"/>
                  <a:pt x="22071" y="26661"/>
                </a:cubicBezTo>
                <a:lnTo>
                  <a:pt x="22071" y="26661"/>
                </a:lnTo>
                <a:cubicBezTo>
                  <a:pt x="22073" y="26656"/>
                  <a:pt x="22075" y="26650"/>
                  <a:pt x="22075" y="26643"/>
                </a:cubicBezTo>
                <a:cubicBezTo>
                  <a:pt x="22075" y="26602"/>
                  <a:pt x="22096" y="26581"/>
                  <a:pt x="22096" y="26539"/>
                </a:cubicBezTo>
                <a:close/>
                <a:moveTo>
                  <a:pt x="21761" y="25242"/>
                </a:moveTo>
                <a:lnTo>
                  <a:pt x="21761" y="25242"/>
                </a:lnTo>
                <a:cubicBezTo>
                  <a:pt x="21678" y="25744"/>
                  <a:pt x="21657" y="26246"/>
                  <a:pt x="21615" y="26769"/>
                </a:cubicBezTo>
                <a:cubicBezTo>
                  <a:pt x="21573" y="26748"/>
                  <a:pt x="21552" y="26706"/>
                  <a:pt x="21510" y="26685"/>
                </a:cubicBezTo>
                <a:cubicBezTo>
                  <a:pt x="21527" y="26599"/>
                  <a:pt x="21446" y="26528"/>
                  <a:pt x="21370" y="26528"/>
                </a:cubicBezTo>
                <a:cubicBezTo>
                  <a:pt x="21353" y="26528"/>
                  <a:pt x="21337" y="26531"/>
                  <a:pt x="21322" y="26539"/>
                </a:cubicBezTo>
                <a:lnTo>
                  <a:pt x="21280" y="26539"/>
                </a:lnTo>
                <a:cubicBezTo>
                  <a:pt x="20945" y="26267"/>
                  <a:pt x="20631" y="25974"/>
                  <a:pt x="20339" y="25639"/>
                </a:cubicBezTo>
                <a:cubicBezTo>
                  <a:pt x="20841" y="25534"/>
                  <a:pt x="21322" y="25430"/>
                  <a:pt x="21761" y="25242"/>
                </a:cubicBezTo>
                <a:close/>
                <a:moveTo>
                  <a:pt x="14095" y="26599"/>
                </a:moveTo>
                <a:cubicBezTo>
                  <a:pt x="14083" y="26664"/>
                  <a:pt x="14089" y="26720"/>
                  <a:pt x="14124" y="26790"/>
                </a:cubicBezTo>
                <a:cubicBezTo>
                  <a:pt x="14082" y="26769"/>
                  <a:pt x="14041" y="26769"/>
                  <a:pt x="14020" y="26748"/>
                </a:cubicBezTo>
                <a:cubicBezTo>
                  <a:pt x="14020" y="26748"/>
                  <a:pt x="14020" y="26706"/>
                  <a:pt x="14041" y="26706"/>
                </a:cubicBezTo>
                <a:cubicBezTo>
                  <a:pt x="14056" y="26676"/>
                  <a:pt x="14082" y="26635"/>
                  <a:pt x="14095" y="26599"/>
                </a:cubicBezTo>
                <a:close/>
                <a:moveTo>
                  <a:pt x="21827" y="26524"/>
                </a:moveTo>
                <a:lnTo>
                  <a:pt x="21827" y="26524"/>
                </a:lnTo>
                <a:cubicBezTo>
                  <a:pt x="21828" y="26570"/>
                  <a:pt x="21833" y="26616"/>
                  <a:pt x="21845" y="26664"/>
                </a:cubicBezTo>
                <a:cubicBezTo>
                  <a:pt x="21845" y="26706"/>
                  <a:pt x="21887" y="26748"/>
                  <a:pt x="21929" y="26748"/>
                </a:cubicBezTo>
                <a:lnTo>
                  <a:pt x="21971" y="26748"/>
                </a:lnTo>
                <a:cubicBezTo>
                  <a:pt x="21929" y="26748"/>
                  <a:pt x="21908" y="26769"/>
                  <a:pt x="21908" y="26769"/>
                </a:cubicBezTo>
                <a:cubicBezTo>
                  <a:pt x="21887" y="26790"/>
                  <a:pt x="21866" y="26790"/>
                  <a:pt x="21803" y="26790"/>
                </a:cubicBezTo>
                <a:cubicBezTo>
                  <a:pt x="21811" y="26702"/>
                  <a:pt x="21819" y="26613"/>
                  <a:pt x="21827" y="26524"/>
                </a:cubicBezTo>
                <a:close/>
                <a:moveTo>
                  <a:pt x="14417" y="26643"/>
                </a:moveTo>
                <a:cubicBezTo>
                  <a:pt x="14417" y="26685"/>
                  <a:pt x="14438" y="26727"/>
                  <a:pt x="14438" y="26811"/>
                </a:cubicBezTo>
                <a:cubicBezTo>
                  <a:pt x="14459" y="26874"/>
                  <a:pt x="14459" y="26894"/>
                  <a:pt x="14480" y="26915"/>
                </a:cubicBezTo>
                <a:cubicBezTo>
                  <a:pt x="14438" y="26915"/>
                  <a:pt x="14417" y="26894"/>
                  <a:pt x="14354" y="26874"/>
                </a:cubicBezTo>
                <a:cubicBezTo>
                  <a:pt x="14375" y="26853"/>
                  <a:pt x="14375" y="26811"/>
                  <a:pt x="14375" y="26790"/>
                </a:cubicBezTo>
                <a:cubicBezTo>
                  <a:pt x="14375" y="26748"/>
                  <a:pt x="14417" y="26685"/>
                  <a:pt x="14417" y="26643"/>
                </a:cubicBezTo>
                <a:close/>
                <a:moveTo>
                  <a:pt x="19041" y="26664"/>
                </a:moveTo>
                <a:cubicBezTo>
                  <a:pt x="19083" y="26748"/>
                  <a:pt x="19146" y="26790"/>
                  <a:pt x="19188" y="26853"/>
                </a:cubicBezTo>
                <a:lnTo>
                  <a:pt x="19125" y="26915"/>
                </a:lnTo>
                <a:cubicBezTo>
                  <a:pt x="19083" y="26853"/>
                  <a:pt x="19062" y="26748"/>
                  <a:pt x="19041" y="26664"/>
                </a:cubicBezTo>
                <a:close/>
                <a:moveTo>
                  <a:pt x="21427" y="26874"/>
                </a:moveTo>
                <a:lnTo>
                  <a:pt x="21468" y="26915"/>
                </a:lnTo>
                <a:cubicBezTo>
                  <a:pt x="21447" y="26957"/>
                  <a:pt x="21385" y="26957"/>
                  <a:pt x="21364" y="26957"/>
                </a:cubicBezTo>
                <a:cubicBezTo>
                  <a:pt x="21364" y="26957"/>
                  <a:pt x="21364" y="26915"/>
                  <a:pt x="21385" y="26915"/>
                </a:cubicBezTo>
                <a:cubicBezTo>
                  <a:pt x="21385" y="26894"/>
                  <a:pt x="21385" y="26894"/>
                  <a:pt x="21427" y="26874"/>
                </a:cubicBezTo>
                <a:close/>
                <a:moveTo>
                  <a:pt x="17786" y="25827"/>
                </a:moveTo>
                <a:cubicBezTo>
                  <a:pt x="17911" y="26078"/>
                  <a:pt x="18142" y="26288"/>
                  <a:pt x="18434" y="26434"/>
                </a:cubicBezTo>
                <a:cubicBezTo>
                  <a:pt x="18414" y="26581"/>
                  <a:pt x="18414" y="26748"/>
                  <a:pt x="18372" y="26915"/>
                </a:cubicBezTo>
                <a:lnTo>
                  <a:pt x="18372" y="26978"/>
                </a:lnTo>
                <a:cubicBezTo>
                  <a:pt x="18309" y="26894"/>
                  <a:pt x="18225" y="26811"/>
                  <a:pt x="18142" y="26769"/>
                </a:cubicBezTo>
                <a:cubicBezTo>
                  <a:pt x="18016" y="26664"/>
                  <a:pt x="17890" y="26539"/>
                  <a:pt x="17786" y="26434"/>
                </a:cubicBezTo>
                <a:lnTo>
                  <a:pt x="17786" y="25827"/>
                </a:lnTo>
                <a:close/>
                <a:moveTo>
                  <a:pt x="14773" y="26769"/>
                </a:moveTo>
                <a:cubicBezTo>
                  <a:pt x="14773" y="26853"/>
                  <a:pt x="14773" y="26915"/>
                  <a:pt x="14794" y="26999"/>
                </a:cubicBezTo>
                <a:cubicBezTo>
                  <a:pt x="14752" y="26978"/>
                  <a:pt x="14689" y="26978"/>
                  <a:pt x="14647" y="26957"/>
                </a:cubicBezTo>
                <a:cubicBezTo>
                  <a:pt x="14689" y="26957"/>
                  <a:pt x="14710" y="26894"/>
                  <a:pt x="14752" y="26853"/>
                </a:cubicBezTo>
                <a:cubicBezTo>
                  <a:pt x="14752" y="26811"/>
                  <a:pt x="14752" y="26790"/>
                  <a:pt x="14773" y="26769"/>
                </a:cubicBezTo>
                <a:close/>
                <a:moveTo>
                  <a:pt x="14940" y="25493"/>
                </a:moveTo>
                <a:lnTo>
                  <a:pt x="14940" y="25493"/>
                </a:lnTo>
                <a:cubicBezTo>
                  <a:pt x="15359" y="25597"/>
                  <a:pt x="15777" y="25660"/>
                  <a:pt x="16175" y="25702"/>
                </a:cubicBezTo>
                <a:lnTo>
                  <a:pt x="16217" y="25702"/>
                </a:lnTo>
                <a:cubicBezTo>
                  <a:pt x="16112" y="25932"/>
                  <a:pt x="16007" y="26141"/>
                  <a:pt x="15882" y="26350"/>
                </a:cubicBezTo>
                <a:cubicBezTo>
                  <a:pt x="15819" y="26455"/>
                  <a:pt x="15735" y="26560"/>
                  <a:pt x="15693" y="26685"/>
                </a:cubicBezTo>
                <a:cubicBezTo>
                  <a:pt x="15610" y="26790"/>
                  <a:pt x="15568" y="26894"/>
                  <a:pt x="15484" y="26999"/>
                </a:cubicBezTo>
                <a:cubicBezTo>
                  <a:pt x="15275" y="26497"/>
                  <a:pt x="15087" y="25974"/>
                  <a:pt x="14940" y="25493"/>
                </a:cubicBezTo>
                <a:close/>
                <a:moveTo>
                  <a:pt x="20966" y="26811"/>
                </a:moveTo>
                <a:lnTo>
                  <a:pt x="21050" y="26978"/>
                </a:lnTo>
                <a:cubicBezTo>
                  <a:pt x="21071" y="26978"/>
                  <a:pt x="21113" y="26999"/>
                  <a:pt x="21134" y="27020"/>
                </a:cubicBezTo>
                <a:cubicBezTo>
                  <a:pt x="21050" y="27062"/>
                  <a:pt x="20966" y="27083"/>
                  <a:pt x="20903" y="27083"/>
                </a:cubicBezTo>
                <a:cubicBezTo>
                  <a:pt x="20924" y="26978"/>
                  <a:pt x="20945" y="26894"/>
                  <a:pt x="20966" y="26811"/>
                </a:cubicBezTo>
                <a:close/>
                <a:moveTo>
                  <a:pt x="20129" y="25660"/>
                </a:moveTo>
                <a:lnTo>
                  <a:pt x="20129" y="25660"/>
                </a:lnTo>
                <a:cubicBezTo>
                  <a:pt x="20004" y="26162"/>
                  <a:pt x="19878" y="26643"/>
                  <a:pt x="19753" y="27125"/>
                </a:cubicBezTo>
                <a:cubicBezTo>
                  <a:pt x="19502" y="26769"/>
                  <a:pt x="19167" y="26246"/>
                  <a:pt x="18832" y="26016"/>
                </a:cubicBezTo>
                <a:cubicBezTo>
                  <a:pt x="18832" y="25953"/>
                  <a:pt x="18832" y="25911"/>
                  <a:pt x="18853" y="25848"/>
                </a:cubicBezTo>
                <a:cubicBezTo>
                  <a:pt x="19271" y="25806"/>
                  <a:pt x="19711" y="25744"/>
                  <a:pt x="20129" y="25660"/>
                </a:cubicBezTo>
                <a:close/>
                <a:moveTo>
                  <a:pt x="20548" y="26894"/>
                </a:moveTo>
                <a:cubicBezTo>
                  <a:pt x="20548" y="26978"/>
                  <a:pt x="20590" y="27083"/>
                  <a:pt x="20590" y="27167"/>
                </a:cubicBezTo>
                <a:cubicBezTo>
                  <a:pt x="20527" y="27167"/>
                  <a:pt x="20485" y="27187"/>
                  <a:pt x="20443" y="27187"/>
                </a:cubicBezTo>
                <a:cubicBezTo>
                  <a:pt x="20485" y="27083"/>
                  <a:pt x="20506" y="26978"/>
                  <a:pt x="20548" y="26894"/>
                </a:cubicBezTo>
                <a:close/>
                <a:moveTo>
                  <a:pt x="15840" y="26957"/>
                </a:moveTo>
                <a:cubicBezTo>
                  <a:pt x="15840" y="27020"/>
                  <a:pt x="15819" y="27125"/>
                  <a:pt x="15798" y="27208"/>
                </a:cubicBezTo>
                <a:cubicBezTo>
                  <a:pt x="15735" y="27208"/>
                  <a:pt x="15693" y="27208"/>
                  <a:pt x="15631" y="27187"/>
                </a:cubicBezTo>
                <a:lnTo>
                  <a:pt x="15652" y="27167"/>
                </a:lnTo>
                <a:cubicBezTo>
                  <a:pt x="15667" y="27172"/>
                  <a:pt x="15684" y="27174"/>
                  <a:pt x="15701" y="27174"/>
                </a:cubicBezTo>
                <a:cubicBezTo>
                  <a:pt x="15751" y="27174"/>
                  <a:pt x="15798" y="27151"/>
                  <a:pt x="15798" y="27104"/>
                </a:cubicBezTo>
                <a:cubicBezTo>
                  <a:pt x="15819" y="27062"/>
                  <a:pt x="15819" y="26999"/>
                  <a:pt x="15840" y="26957"/>
                </a:cubicBezTo>
                <a:close/>
                <a:moveTo>
                  <a:pt x="20171" y="26915"/>
                </a:moveTo>
                <a:lnTo>
                  <a:pt x="20171" y="27208"/>
                </a:lnTo>
                <a:lnTo>
                  <a:pt x="20171" y="27271"/>
                </a:lnTo>
                <a:cubicBezTo>
                  <a:pt x="20108" y="27271"/>
                  <a:pt x="20067" y="27292"/>
                  <a:pt x="20025" y="27292"/>
                </a:cubicBezTo>
                <a:cubicBezTo>
                  <a:pt x="20067" y="27167"/>
                  <a:pt x="20108" y="27020"/>
                  <a:pt x="20171" y="26915"/>
                </a:cubicBezTo>
                <a:close/>
                <a:moveTo>
                  <a:pt x="17744" y="26602"/>
                </a:moveTo>
                <a:cubicBezTo>
                  <a:pt x="17828" y="26685"/>
                  <a:pt x="17932" y="26769"/>
                  <a:pt x="18016" y="26874"/>
                </a:cubicBezTo>
                <a:cubicBezTo>
                  <a:pt x="18121" y="26978"/>
                  <a:pt x="18225" y="27104"/>
                  <a:pt x="18351" y="27187"/>
                </a:cubicBezTo>
                <a:cubicBezTo>
                  <a:pt x="18330" y="27334"/>
                  <a:pt x="18330" y="27480"/>
                  <a:pt x="18309" y="27627"/>
                </a:cubicBezTo>
                <a:cubicBezTo>
                  <a:pt x="18246" y="27585"/>
                  <a:pt x="18204" y="27543"/>
                  <a:pt x="18183" y="27522"/>
                </a:cubicBezTo>
                <a:lnTo>
                  <a:pt x="17995" y="27334"/>
                </a:lnTo>
                <a:lnTo>
                  <a:pt x="17890" y="27229"/>
                </a:lnTo>
                <a:lnTo>
                  <a:pt x="17828" y="27187"/>
                </a:lnTo>
                <a:lnTo>
                  <a:pt x="17849" y="27167"/>
                </a:lnTo>
                <a:cubicBezTo>
                  <a:pt x="17849" y="27083"/>
                  <a:pt x="17807" y="27020"/>
                  <a:pt x="17744" y="27020"/>
                </a:cubicBezTo>
                <a:lnTo>
                  <a:pt x="17744" y="26602"/>
                </a:lnTo>
                <a:close/>
                <a:moveTo>
                  <a:pt x="17744" y="27313"/>
                </a:moveTo>
                <a:lnTo>
                  <a:pt x="17786" y="27334"/>
                </a:lnTo>
                <a:cubicBezTo>
                  <a:pt x="17849" y="27418"/>
                  <a:pt x="17932" y="27480"/>
                  <a:pt x="17995" y="27543"/>
                </a:cubicBezTo>
                <a:cubicBezTo>
                  <a:pt x="18058" y="27627"/>
                  <a:pt x="18183" y="27731"/>
                  <a:pt x="18267" y="27815"/>
                </a:cubicBezTo>
                <a:cubicBezTo>
                  <a:pt x="18246" y="28003"/>
                  <a:pt x="18225" y="28129"/>
                  <a:pt x="18204" y="28275"/>
                </a:cubicBezTo>
                <a:cubicBezTo>
                  <a:pt x="18079" y="28129"/>
                  <a:pt x="17911" y="27962"/>
                  <a:pt x="17744" y="27815"/>
                </a:cubicBezTo>
                <a:lnTo>
                  <a:pt x="17744" y="27313"/>
                </a:lnTo>
                <a:close/>
                <a:moveTo>
                  <a:pt x="17765" y="28087"/>
                </a:moveTo>
                <a:cubicBezTo>
                  <a:pt x="17890" y="28255"/>
                  <a:pt x="18016" y="28401"/>
                  <a:pt x="18183" y="28547"/>
                </a:cubicBezTo>
                <a:cubicBezTo>
                  <a:pt x="18142" y="28673"/>
                  <a:pt x="18142" y="28799"/>
                  <a:pt x="18121" y="28945"/>
                </a:cubicBezTo>
                <a:cubicBezTo>
                  <a:pt x="18100" y="28903"/>
                  <a:pt x="18079" y="28903"/>
                  <a:pt x="18037" y="28882"/>
                </a:cubicBezTo>
                <a:cubicBezTo>
                  <a:pt x="17932" y="28778"/>
                  <a:pt x="17870" y="28673"/>
                  <a:pt x="17786" y="28547"/>
                </a:cubicBezTo>
                <a:lnTo>
                  <a:pt x="17765" y="28527"/>
                </a:lnTo>
                <a:lnTo>
                  <a:pt x="17765" y="28087"/>
                </a:lnTo>
                <a:close/>
                <a:moveTo>
                  <a:pt x="17765" y="28778"/>
                </a:moveTo>
                <a:cubicBezTo>
                  <a:pt x="17807" y="28861"/>
                  <a:pt x="17870" y="28945"/>
                  <a:pt x="17911" y="28987"/>
                </a:cubicBezTo>
                <a:cubicBezTo>
                  <a:pt x="17974" y="29050"/>
                  <a:pt x="18016" y="29112"/>
                  <a:pt x="18100" y="29154"/>
                </a:cubicBezTo>
                <a:cubicBezTo>
                  <a:pt x="18079" y="29301"/>
                  <a:pt x="18037" y="29426"/>
                  <a:pt x="18037" y="29594"/>
                </a:cubicBezTo>
                <a:lnTo>
                  <a:pt x="17974" y="29510"/>
                </a:lnTo>
                <a:cubicBezTo>
                  <a:pt x="17890" y="29426"/>
                  <a:pt x="17828" y="29384"/>
                  <a:pt x="17765" y="29322"/>
                </a:cubicBezTo>
                <a:lnTo>
                  <a:pt x="17765" y="28778"/>
                </a:lnTo>
                <a:close/>
                <a:moveTo>
                  <a:pt x="10651" y="25242"/>
                </a:moveTo>
                <a:cubicBezTo>
                  <a:pt x="11300" y="25932"/>
                  <a:pt x="12220" y="26330"/>
                  <a:pt x="13099" y="26685"/>
                </a:cubicBezTo>
                <a:cubicBezTo>
                  <a:pt x="14100" y="27120"/>
                  <a:pt x="15101" y="27537"/>
                  <a:pt x="16180" y="27537"/>
                </a:cubicBezTo>
                <a:cubicBezTo>
                  <a:pt x="16296" y="27537"/>
                  <a:pt x="16413" y="27532"/>
                  <a:pt x="16530" y="27522"/>
                </a:cubicBezTo>
                <a:cubicBezTo>
                  <a:pt x="16614" y="28401"/>
                  <a:pt x="16719" y="29322"/>
                  <a:pt x="16782" y="30242"/>
                </a:cubicBezTo>
                <a:cubicBezTo>
                  <a:pt x="13748" y="29949"/>
                  <a:pt x="10776" y="28799"/>
                  <a:pt x="8496" y="26769"/>
                </a:cubicBezTo>
                <a:cubicBezTo>
                  <a:pt x="9228" y="26288"/>
                  <a:pt x="9939" y="25806"/>
                  <a:pt x="10651" y="25242"/>
                </a:cubicBezTo>
                <a:close/>
                <a:moveTo>
                  <a:pt x="17744" y="29489"/>
                </a:moveTo>
                <a:cubicBezTo>
                  <a:pt x="17786" y="29510"/>
                  <a:pt x="17807" y="29573"/>
                  <a:pt x="17849" y="29594"/>
                </a:cubicBezTo>
                <a:cubicBezTo>
                  <a:pt x="17911" y="29635"/>
                  <a:pt x="17953" y="29719"/>
                  <a:pt x="18016" y="29782"/>
                </a:cubicBezTo>
                <a:lnTo>
                  <a:pt x="17932" y="30242"/>
                </a:lnTo>
                <a:cubicBezTo>
                  <a:pt x="17870" y="30138"/>
                  <a:pt x="17807" y="30054"/>
                  <a:pt x="17744" y="29991"/>
                </a:cubicBezTo>
                <a:lnTo>
                  <a:pt x="17744" y="29489"/>
                </a:lnTo>
                <a:close/>
                <a:moveTo>
                  <a:pt x="31156" y="17814"/>
                </a:moveTo>
                <a:lnTo>
                  <a:pt x="31156" y="17814"/>
                </a:lnTo>
                <a:cubicBezTo>
                  <a:pt x="30591" y="20931"/>
                  <a:pt x="29440" y="24028"/>
                  <a:pt x="27348" y="26434"/>
                </a:cubicBezTo>
                <a:cubicBezTo>
                  <a:pt x="26302" y="27627"/>
                  <a:pt x="25025" y="28610"/>
                  <a:pt x="23582" y="29301"/>
                </a:cubicBezTo>
                <a:cubicBezTo>
                  <a:pt x="22745" y="29698"/>
                  <a:pt x="21887" y="29991"/>
                  <a:pt x="21008" y="30159"/>
                </a:cubicBezTo>
                <a:cubicBezTo>
                  <a:pt x="20108" y="30347"/>
                  <a:pt x="19188" y="30326"/>
                  <a:pt x="18309" y="30472"/>
                </a:cubicBezTo>
                <a:cubicBezTo>
                  <a:pt x="18434" y="29531"/>
                  <a:pt x="18539" y="28589"/>
                  <a:pt x="18644" y="27648"/>
                </a:cubicBezTo>
                <a:cubicBezTo>
                  <a:pt x="18853" y="27673"/>
                  <a:pt x="19062" y="27685"/>
                  <a:pt x="19270" y="27685"/>
                </a:cubicBezTo>
                <a:cubicBezTo>
                  <a:pt x="21324" y="27685"/>
                  <a:pt x="23279" y="26522"/>
                  <a:pt x="24837" y="25325"/>
                </a:cubicBezTo>
                <a:cubicBezTo>
                  <a:pt x="24900" y="25304"/>
                  <a:pt x="24900" y="25242"/>
                  <a:pt x="24900" y="25221"/>
                </a:cubicBezTo>
                <a:cubicBezTo>
                  <a:pt x="24984" y="25304"/>
                  <a:pt x="25088" y="25346"/>
                  <a:pt x="25151" y="25430"/>
                </a:cubicBezTo>
                <a:cubicBezTo>
                  <a:pt x="25758" y="25911"/>
                  <a:pt x="26344" y="26371"/>
                  <a:pt x="27076" y="26643"/>
                </a:cubicBezTo>
                <a:cubicBezTo>
                  <a:pt x="27083" y="26646"/>
                  <a:pt x="27089" y="26647"/>
                  <a:pt x="27096" y="26647"/>
                </a:cubicBezTo>
                <a:cubicBezTo>
                  <a:pt x="27155" y="26647"/>
                  <a:pt x="27222" y="26572"/>
                  <a:pt x="27222" y="26497"/>
                </a:cubicBezTo>
                <a:cubicBezTo>
                  <a:pt x="27327" y="26476"/>
                  <a:pt x="27411" y="26371"/>
                  <a:pt x="27306" y="26267"/>
                </a:cubicBezTo>
                <a:lnTo>
                  <a:pt x="27243" y="26225"/>
                </a:lnTo>
                <a:cubicBezTo>
                  <a:pt x="27285" y="26183"/>
                  <a:pt x="27306" y="26162"/>
                  <a:pt x="27285" y="26141"/>
                </a:cubicBezTo>
                <a:cubicBezTo>
                  <a:pt x="26825" y="25514"/>
                  <a:pt x="26365" y="24886"/>
                  <a:pt x="25883" y="24258"/>
                </a:cubicBezTo>
                <a:cubicBezTo>
                  <a:pt x="27327" y="22626"/>
                  <a:pt x="28499" y="20534"/>
                  <a:pt x="28373" y="18274"/>
                </a:cubicBezTo>
                <a:cubicBezTo>
                  <a:pt x="28373" y="18211"/>
                  <a:pt x="28352" y="18190"/>
                  <a:pt x="28331" y="18169"/>
                </a:cubicBezTo>
                <a:cubicBezTo>
                  <a:pt x="28499" y="18128"/>
                  <a:pt x="28666" y="18107"/>
                  <a:pt x="28854" y="18107"/>
                </a:cubicBezTo>
                <a:cubicBezTo>
                  <a:pt x="28861" y="18113"/>
                  <a:pt x="28868" y="18115"/>
                  <a:pt x="28878" y="18115"/>
                </a:cubicBezTo>
                <a:cubicBezTo>
                  <a:pt x="28900" y="18115"/>
                  <a:pt x="28929" y="18100"/>
                  <a:pt x="28959" y="18086"/>
                </a:cubicBezTo>
                <a:cubicBezTo>
                  <a:pt x="29691" y="17981"/>
                  <a:pt x="30445" y="17897"/>
                  <a:pt x="31156" y="17814"/>
                </a:cubicBezTo>
                <a:close/>
                <a:moveTo>
                  <a:pt x="17744" y="30221"/>
                </a:moveTo>
                <a:cubicBezTo>
                  <a:pt x="17786" y="30242"/>
                  <a:pt x="17807" y="30305"/>
                  <a:pt x="17828" y="30326"/>
                </a:cubicBezTo>
                <a:cubicBezTo>
                  <a:pt x="17849" y="30347"/>
                  <a:pt x="17890" y="30389"/>
                  <a:pt x="17911" y="30452"/>
                </a:cubicBezTo>
                <a:cubicBezTo>
                  <a:pt x="17870" y="30786"/>
                  <a:pt x="17807" y="31163"/>
                  <a:pt x="17744" y="31560"/>
                </a:cubicBezTo>
                <a:lnTo>
                  <a:pt x="17744" y="30221"/>
                </a:lnTo>
                <a:close/>
                <a:moveTo>
                  <a:pt x="16133" y="19592"/>
                </a:moveTo>
                <a:lnTo>
                  <a:pt x="16133" y="19592"/>
                </a:lnTo>
                <a:cubicBezTo>
                  <a:pt x="16509" y="19780"/>
                  <a:pt x="16886" y="19885"/>
                  <a:pt x="17305" y="19906"/>
                </a:cubicBezTo>
                <a:lnTo>
                  <a:pt x="17451" y="19906"/>
                </a:lnTo>
                <a:cubicBezTo>
                  <a:pt x="17284" y="22312"/>
                  <a:pt x="17409" y="24781"/>
                  <a:pt x="17409" y="27208"/>
                </a:cubicBezTo>
                <a:cubicBezTo>
                  <a:pt x="17409" y="28987"/>
                  <a:pt x="17451" y="30786"/>
                  <a:pt x="17451" y="32565"/>
                </a:cubicBezTo>
                <a:cubicBezTo>
                  <a:pt x="17263" y="30682"/>
                  <a:pt x="16949" y="28799"/>
                  <a:pt x="16761" y="26915"/>
                </a:cubicBezTo>
                <a:cubicBezTo>
                  <a:pt x="16530" y="24488"/>
                  <a:pt x="16321" y="22019"/>
                  <a:pt x="16133" y="19592"/>
                </a:cubicBezTo>
                <a:close/>
                <a:moveTo>
                  <a:pt x="17784" y="0"/>
                </a:moveTo>
                <a:cubicBezTo>
                  <a:pt x="17764" y="0"/>
                  <a:pt x="17743" y="3"/>
                  <a:pt x="17723" y="8"/>
                </a:cubicBezTo>
                <a:cubicBezTo>
                  <a:pt x="17681" y="29"/>
                  <a:pt x="17618" y="49"/>
                  <a:pt x="17618" y="133"/>
                </a:cubicBezTo>
                <a:lnTo>
                  <a:pt x="17618" y="468"/>
                </a:lnTo>
                <a:cubicBezTo>
                  <a:pt x="17430" y="1410"/>
                  <a:pt x="17367" y="2351"/>
                  <a:pt x="17263" y="3293"/>
                </a:cubicBezTo>
                <a:lnTo>
                  <a:pt x="17221" y="3293"/>
                </a:lnTo>
                <a:cubicBezTo>
                  <a:pt x="13894" y="3711"/>
                  <a:pt x="10483" y="4841"/>
                  <a:pt x="8015" y="7226"/>
                </a:cubicBezTo>
                <a:lnTo>
                  <a:pt x="8015" y="7247"/>
                </a:lnTo>
                <a:cubicBezTo>
                  <a:pt x="7994" y="7247"/>
                  <a:pt x="7973" y="7289"/>
                  <a:pt x="7973" y="7310"/>
                </a:cubicBezTo>
                <a:lnTo>
                  <a:pt x="7910" y="7352"/>
                </a:lnTo>
                <a:cubicBezTo>
                  <a:pt x="7906" y="7348"/>
                  <a:pt x="7900" y="7346"/>
                  <a:pt x="7893" y="7346"/>
                </a:cubicBezTo>
                <a:cubicBezTo>
                  <a:pt x="7862" y="7346"/>
                  <a:pt x="7813" y="7380"/>
                  <a:pt x="7847" y="7415"/>
                </a:cubicBezTo>
                <a:cubicBezTo>
                  <a:pt x="6759" y="8503"/>
                  <a:pt x="6027" y="9821"/>
                  <a:pt x="5441" y="11223"/>
                </a:cubicBezTo>
                <a:cubicBezTo>
                  <a:pt x="4771" y="12792"/>
                  <a:pt x="4102" y="14591"/>
                  <a:pt x="4311" y="16328"/>
                </a:cubicBezTo>
                <a:cubicBezTo>
                  <a:pt x="2930" y="16495"/>
                  <a:pt x="1570" y="16684"/>
                  <a:pt x="231" y="16956"/>
                </a:cubicBezTo>
                <a:cubicBezTo>
                  <a:pt x="210" y="16956"/>
                  <a:pt x="168" y="16977"/>
                  <a:pt x="168" y="16998"/>
                </a:cubicBezTo>
                <a:lnTo>
                  <a:pt x="64" y="16998"/>
                </a:lnTo>
                <a:cubicBezTo>
                  <a:pt x="1" y="16998"/>
                  <a:pt x="1" y="17102"/>
                  <a:pt x="64" y="17102"/>
                </a:cubicBezTo>
                <a:lnTo>
                  <a:pt x="231" y="17102"/>
                </a:lnTo>
                <a:cubicBezTo>
                  <a:pt x="231" y="17165"/>
                  <a:pt x="231" y="17207"/>
                  <a:pt x="273" y="17207"/>
                </a:cubicBezTo>
                <a:cubicBezTo>
                  <a:pt x="1591" y="17500"/>
                  <a:pt x="2930" y="17772"/>
                  <a:pt x="4248" y="17939"/>
                </a:cubicBezTo>
                <a:lnTo>
                  <a:pt x="4248" y="17981"/>
                </a:lnTo>
                <a:cubicBezTo>
                  <a:pt x="4018" y="19467"/>
                  <a:pt x="4499" y="21141"/>
                  <a:pt x="5064" y="22501"/>
                </a:cubicBezTo>
                <a:cubicBezTo>
                  <a:pt x="5713" y="24049"/>
                  <a:pt x="6696" y="25430"/>
                  <a:pt x="7889" y="26602"/>
                </a:cubicBezTo>
                <a:cubicBezTo>
                  <a:pt x="10295" y="28966"/>
                  <a:pt x="13559" y="30221"/>
                  <a:pt x="16865" y="30535"/>
                </a:cubicBezTo>
                <a:cubicBezTo>
                  <a:pt x="17012" y="31832"/>
                  <a:pt x="17179" y="33151"/>
                  <a:pt x="17493" y="34406"/>
                </a:cubicBezTo>
                <a:lnTo>
                  <a:pt x="17493" y="34427"/>
                </a:lnTo>
                <a:cubicBezTo>
                  <a:pt x="17512" y="34494"/>
                  <a:pt x="17579" y="34530"/>
                  <a:pt x="17646" y="34530"/>
                </a:cubicBezTo>
                <a:cubicBezTo>
                  <a:pt x="17726" y="34530"/>
                  <a:pt x="17807" y="34478"/>
                  <a:pt x="17807" y="34364"/>
                </a:cubicBezTo>
                <a:lnTo>
                  <a:pt x="17807" y="33716"/>
                </a:lnTo>
                <a:cubicBezTo>
                  <a:pt x="18016" y="32648"/>
                  <a:pt x="18162" y="31581"/>
                  <a:pt x="18330" y="30493"/>
                </a:cubicBezTo>
                <a:cubicBezTo>
                  <a:pt x="18688" y="30588"/>
                  <a:pt x="19068" y="30629"/>
                  <a:pt x="19458" y="30629"/>
                </a:cubicBezTo>
                <a:cubicBezTo>
                  <a:pt x="20798" y="30629"/>
                  <a:pt x="22259" y="30143"/>
                  <a:pt x="23393" y="29656"/>
                </a:cubicBezTo>
                <a:cubicBezTo>
                  <a:pt x="24963" y="28987"/>
                  <a:pt x="26385" y="27962"/>
                  <a:pt x="27536" y="26685"/>
                </a:cubicBezTo>
                <a:cubicBezTo>
                  <a:pt x="29754" y="24237"/>
                  <a:pt x="31010" y="21036"/>
                  <a:pt x="31554" y="17793"/>
                </a:cubicBezTo>
                <a:cubicBezTo>
                  <a:pt x="31554" y="17751"/>
                  <a:pt x="31554" y="17709"/>
                  <a:pt x="31533" y="17688"/>
                </a:cubicBezTo>
                <a:lnTo>
                  <a:pt x="31554" y="17667"/>
                </a:lnTo>
                <a:cubicBezTo>
                  <a:pt x="31909" y="17604"/>
                  <a:pt x="32265" y="17583"/>
                  <a:pt x="32600" y="17542"/>
                </a:cubicBezTo>
                <a:cubicBezTo>
                  <a:pt x="32663" y="17563"/>
                  <a:pt x="32683" y="17563"/>
                  <a:pt x="32746" y="17563"/>
                </a:cubicBezTo>
                <a:cubicBezTo>
                  <a:pt x="32767" y="17563"/>
                  <a:pt x="32788" y="17542"/>
                  <a:pt x="32788" y="17500"/>
                </a:cubicBezTo>
                <a:cubicBezTo>
                  <a:pt x="33499" y="17395"/>
                  <a:pt x="34211" y="17332"/>
                  <a:pt x="34943" y="17228"/>
                </a:cubicBezTo>
                <a:cubicBezTo>
                  <a:pt x="34985" y="17228"/>
                  <a:pt x="34985" y="17165"/>
                  <a:pt x="34985" y="17144"/>
                </a:cubicBezTo>
                <a:cubicBezTo>
                  <a:pt x="35257" y="17144"/>
                  <a:pt x="35487" y="17144"/>
                  <a:pt x="35738" y="17102"/>
                </a:cubicBezTo>
                <a:cubicBezTo>
                  <a:pt x="35749" y="17134"/>
                  <a:pt x="35757" y="17145"/>
                  <a:pt x="35761" y="17145"/>
                </a:cubicBezTo>
                <a:cubicBezTo>
                  <a:pt x="35774" y="17145"/>
                  <a:pt x="35754" y="17039"/>
                  <a:pt x="35676" y="17039"/>
                </a:cubicBezTo>
                <a:cubicBezTo>
                  <a:pt x="35362" y="17039"/>
                  <a:pt x="35048" y="17019"/>
                  <a:pt x="34692" y="17019"/>
                </a:cubicBezTo>
                <a:lnTo>
                  <a:pt x="34671" y="16977"/>
                </a:lnTo>
                <a:cubicBezTo>
                  <a:pt x="33583" y="16788"/>
                  <a:pt x="32474" y="16642"/>
                  <a:pt x="31344" y="16516"/>
                </a:cubicBezTo>
                <a:lnTo>
                  <a:pt x="31344" y="16475"/>
                </a:lnTo>
                <a:cubicBezTo>
                  <a:pt x="31240" y="13210"/>
                  <a:pt x="29754" y="9925"/>
                  <a:pt x="27473" y="7561"/>
                </a:cubicBezTo>
                <a:cubicBezTo>
                  <a:pt x="27532" y="7464"/>
                  <a:pt x="27428" y="7350"/>
                  <a:pt x="27297" y="7350"/>
                </a:cubicBezTo>
                <a:cubicBezTo>
                  <a:pt x="27286" y="7350"/>
                  <a:pt x="27275" y="7350"/>
                  <a:pt x="27264" y="7352"/>
                </a:cubicBezTo>
                <a:cubicBezTo>
                  <a:pt x="26072" y="6180"/>
                  <a:pt x="24649" y="5218"/>
                  <a:pt x="23121" y="4527"/>
                </a:cubicBezTo>
                <a:cubicBezTo>
                  <a:pt x="22389" y="4213"/>
                  <a:pt x="21615" y="3920"/>
                  <a:pt x="20841" y="3753"/>
                </a:cubicBezTo>
                <a:cubicBezTo>
                  <a:pt x="20287" y="3602"/>
                  <a:pt x="19600" y="3397"/>
                  <a:pt x="18982" y="3397"/>
                </a:cubicBezTo>
                <a:cubicBezTo>
                  <a:pt x="18829" y="3397"/>
                  <a:pt x="18680" y="3410"/>
                  <a:pt x="18539" y="3439"/>
                </a:cubicBezTo>
                <a:cubicBezTo>
                  <a:pt x="18414" y="2351"/>
                  <a:pt x="18267" y="1263"/>
                  <a:pt x="18121" y="196"/>
                </a:cubicBezTo>
                <a:cubicBezTo>
                  <a:pt x="18111" y="131"/>
                  <a:pt x="18069" y="103"/>
                  <a:pt x="18025" y="103"/>
                </a:cubicBezTo>
                <a:cubicBezTo>
                  <a:pt x="17990" y="103"/>
                  <a:pt x="17954" y="120"/>
                  <a:pt x="17932" y="151"/>
                </a:cubicBezTo>
                <a:lnTo>
                  <a:pt x="17932" y="151"/>
                </a:lnTo>
                <a:cubicBezTo>
                  <a:pt x="17932" y="131"/>
                  <a:pt x="17931" y="111"/>
                  <a:pt x="17911" y="91"/>
                </a:cubicBezTo>
                <a:cubicBezTo>
                  <a:pt x="17911" y="27"/>
                  <a:pt x="17850" y="0"/>
                  <a:pt x="177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18" name="Google Shape;5218;p59"/>
          <p:cNvSpPr/>
          <p:nvPr/>
        </p:nvSpPr>
        <p:spPr>
          <a:xfrm>
            <a:off x="2232950" y="4503425"/>
            <a:ext cx="507840" cy="201151"/>
          </a:xfrm>
          <a:custGeom>
            <a:avLst/>
            <a:gdLst/>
            <a:ahLst/>
            <a:cxnLst/>
            <a:rect l="l" t="t" r="r" b="b"/>
            <a:pathLst>
              <a:path w="16928" h="5964" extrusionOk="0">
                <a:moveTo>
                  <a:pt x="10462" y="1653"/>
                </a:moveTo>
                <a:cubicBezTo>
                  <a:pt x="10566" y="1988"/>
                  <a:pt x="10441" y="2197"/>
                  <a:pt x="10169" y="2386"/>
                </a:cubicBezTo>
                <a:cubicBezTo>
                  <a:pt x="10064" y="2448"/>
                  <a:pt x="9960" y="2511"/>
                  <a:pt x="9897" y="2553"/>
                </a:cubicBezTo>
                <a:cubicBezTo>
                  <a:pt x="9834" y="2699"/>
                  <a:pt x="9897" y="2762"/>
                  <a:pt x="9939" y="2846"/>
                </a:cubicBezTo>
                <a:cubicBezTo>
                  <a:pt x="10002" y="2992"/>
                  <a:pt x="10002" y="3118"/>
                  <a:pt x="9897" y="3160"/>
                </a:cubicBezTo>
                <a:cubicBezTo>
                  <a:pt x="9625" y="3327"/>
                  <a:pt x="9541" y="3557"/>
                  <a:pt x="9604" y="3850"/>
                </a:cubicBezTo>
                <a:cubicBezTo>
                  <a:pt x="9625" y="3976"/>
                  <a:pt x="9604" y="4143"/>
                  <a:pt x="9625" y="4290"/>
                </a:cubicBezTo>
                <a:cubicBezTo>
                  <a:pt x="9646" y="4499"/>
                  <a:pt x="9688" y="4666"/>
                  <a:pt x="10002" y="4687"/>
                </a:cubicBezTo>
                <a:cubicBezTo>
                  <a:pt x="10253" y="4708"/>
                  <a:pt x="10462" y="4813"/>
                  <a:pt x="10692" y="4938"/>
                </a:cubicBezTo>
                <a:cubicBezTo>
                  <a:pt x="11110" y="5231"/>
                  <a:pt x="11592" y="5419"/>
                  <a:pt x="12115" y="5440"/>
                </a:cubicBezTo>
                <a:cubicBezTo>
                  <a:pt x="12157" y="5315"/>
                  <a:pt x="12031" y="5315"/>
                  <a:pt x="11989" y="5252"/>
                </a:cubicBezTo>
                <a:cubicBezTo>
                  <a:pt x="11926" y="5210"/>
                  <a:pt x="11843" y="5189"/>
                  <a:pt x="11801" y="5127"/>
                </a:cubicBezTo>
                <a:cubicBezTo>
                  <a:pt x="11780" y="5106"/>
                  <a:pt x="11738" y="5022"/>
                  <a:pt x="11780" y="5001"/>
                </a:cubicBezTo>
                <a:cubicBezTo>
                  <a:pt x="11780" y="4980"/>
                  <a:pt x="11843" y="4938"/>
                  <a:pt x="11906" y="4938"/>
                </a:cubicBezTo>
                <a:cubicBezTo>
                  <a:pt x="11947" y="4938"/>
                  <a:pt x="12010" y="4980"/>
                  <a:pt x="12052" y="4980"/>
                </a:cubicBezTo>
                <a:cubicBezTo>
                  <a:pt x="13245" y="5357"/>
                  <a:pt x="14500" y="5440"/>
                  <a:pt x="15714" y="5566"/>
                </a:cubicBezTo>
                <a:cubicBezTo>
                  <a:pt x="16069" y="5608"/>
                  <a:pt x="16425" y="5629"/>
                  <a:pt x="16927" y="5671"/>
                </a:cubicBezTo>
                <a:cubicBezTo>
                  <a:pt x="16174" y="5838"/>
                  <a:pt x="15567" y="5963"/>
                  <a:pt x="14919" y="5859"/>
                </a:cubicBezTo>
                <a:cubicBezTo>
                  <a:pt x="14458" y="5775"/>
                  <a:pt x="13998" y="5733"/>
                  <a:pt x="13559" y="5650"/>
                </a:cubicBezTo>
                <a:lnTo>
                  <a:pt x="13266" y="5650"/>
                </a:lnTo>
                <a:cubicBezTo>
                  <a:pt x="13307" y="5838"/>
                  <a:pt x="13307" y="5880"/>
                  <a:pt x="13203" y="5880"/>
                </a:cubicBezTo>
                <a:cubicBezTo>
                  <a:pt x="12198" y="5922"/>
                  <a:pt x="11257" y="5754"/>
                  <a:pt x="10378" y="5168"/>
                </a:cubicBezTo>
                <a:cubicBezTo>
                  <a:pt x="10336" y="5127"/>
                  <a:pt x="10253" y="5085"/>
                  <a:pt x="10169" y="5085"/>
                </a:cubicBezTo>
                <a:cubicBezTo>
                  <a:pt x="10064" y="5043"/>
                  <a:pt x="9960" y="5022"/>
                  <a:pt x="9897" y="5085"/>
                </a:cubicBezTo>
                <a:cubicBezTo>
                  <a:pt x="9625" y="5168"/>
                  <a:pt x="9374" y="5273"/>
                  <a:pt x="9123" y="5399"/>
                </a:cubicBezTo>
                <a:cubicBezTo>
                  <a:pt x="8872" y="5503"/>
                  <a:pt x="8641" y="5461"/>
                  <a:pt x="8390" y="5336"/>
                </a:cubicBezTo>
                <a:cubicBezTo>
                  <a:pt x="8181" y="5231"/>
                  <a:pt x="8014" y="5127"/>
                  <a:pt x="7805" y="5001"/>
                </a:cubicBezTo>
                <a:cubicBezTo>
                  <a:pt x="7700" y="5085"/>
                  <a:pt x="7637" y="5127"/>
                  <a:pt x="7533" y="5189"/>
                </a:cubicBezTo>
                <a:cubicBezTo>
                  <a:pt x="7407" y="5252"/>
                  <a:pt x="7281" y="5399"/>
                  <a:pt x="7135" y="5399"/>
                </a:cubicBezTo>
                <a:cubicBezTo>
                  <a:pt x="6717" y="5399"/>
                  <a:pt x="6382" y="5712"/>
                  <a:pt x="5984" y="5712"/>
                </a:cubicBezTo>
                <a:cubicBezTo>
                  <a:pt x="5817" y="5712"/>
                  <a:pt x="5628" y="5671"/>
                  <a:pt x="5461" y="5629"/>
                </a:cubicBezTo>
                <a:cubicBezTo>
                  <a:pt x="5189" y="5545"/>
                  <a:pt x="4917" y="5545"/>
                  <a:pt x="4624" y="5545"/>
                </a:cubicBezTo>
                <a:cubicBezTo>
                  <a:pt x="4499" y="5545"/>
                  <a:pt x="4394" y="5629"/>
                  <a:pt x="4248" y="5671"/>
                </a:cubicBezTo>
                <a:cubicBezTo>
                  <a:pt x="3934" y="5461"/>
                  <a:pt x="3557" y="5231"/>
                  <a:pt x="3243" y="5022"/>
                </a:cubicBezTo>
                <a:cubicBezTo>
                  <a:pt x="3055" y="4980"/>
                  <a:pt x="2929" y="5085"/>
                  <a:pt x="2804" y="5127"/>
                </a:cubicBezTo>
                <a:cubicBezTo>
                  <a:pt x="2281" y="5336"/>
                  <a:pt x="1737" y="5461"/>
                  <a:pt x="1214" y="5608"/>
                </a:cubicBezTo>
                <a:cubicBezTo>
                  <a:pt x="837" y="5712"/>
                  <a:pt x="439" y="5712"/>
                  <a:pt x="84" y="5608"/>
                </a:cubicBezTo>
                <a:cubicBezTo>
                  <a:pt x="63" y="5608"/>
                  <a:pt x="0" y="5524"/>
                  <a:pt x="0" y="5503"/>
                </a:cubicBezTo>
                <a:cubicBezTo>
                  <a:pt x="0" y="5461"/>
                  <a:pt x="21" y="5419"/>
                  <a:pt x="84" y="5399"/>
                </a:cubicBezTo>
                <a:cubicBezTo>
                  <a:pt x="126" y="5357"/>
                  <a:pt x="188" y="5357"/>
                  <a:pt x="230" y="5357"/>
                </a:cubicBezTo>
                <a:cubicBezTo>
                  <a:pt x="1109" y="5399"/>
                  <a:pt x="1883" y="5106"/>
                  <a:pt x="2678" y="4834"/>
                </a:cubicBezTo>
                <a:cubicBezTo>
                  <a:pt x="2720" y="4813"/>
                  <a:pt x="2783" y="4813"/>
                  <a:pt x="2804" y="4792"/>
                </a:cubicBezTo>
                <a:cubicBezTo>
                  <a:pt x="3097" y="4624"/>
                  <a:pt x="3369" y="4624"/>
                  <a:pt x="3641" y="4875"/>
                </a:cubicBezTo>
                <a:cubicBezTo>
                  <a:pt x="3662" y="4896"/>
                  <a:pt x="3724" y="4917"/>
                  <a:pt x="3766" y="4917"/>
                </a:cubicBezTo>
                <a:cubicBezTo>
                  <a:pt x="3850" y="4917"/>
                  <a:pt x="3934" y="4917"/>
                  <a:pt x="3976" y="4875"/>
                </a:cubicBezTo>
                <a:cubicBezTo>
                  <a:pt x="4164" y="4729"/>
                  <a:pt x="4289" y="4562"/>
                  <a:pt x="4373" y="4352"/>
                </a:cubicBezTo>
                <a:cubicBezTo>
                  <a:pt x="4582" y="3766"/>
                  <a:pt x="4938" y="3306"/>
                  <a:pt x="5398" y="2846"/>
                </a:cubicBezTo>
                <a:cubicBezTo>
                  <a:pt x="5754" y="2490"/>
                  <a:pt x="6089" y="2093"/>
                  <a:pt x="6486" y="1758"/>
                </a:cubicBezTo>
                <a:cubicBezTo>
                  <a:pt x="6863" y="1444"/>
                  <a:pt x="7281" y="1193"/>
                  <a:pt x="7721" y="1046"/>
                </a:cubicBezTo>
                <a:cubicBezTo>
                  <a:pt x="8349" y="816"/>
                  <a:pt x="8997" y="565"/>
                  <a:pt x="9625" y="335"/>
                </a:cubicBezTo>
                <a:cubicBezTo>
                  <a:pt x="10022" y="209"/>
                  <a:pt x="10378" y="105"/>
                  <a:pt x="10797" y="105"/>
                </a:cubicBezTo>
                <a:cubicBezTo>
                  <a:pt x="11069" y="105"/>
                  <a:pt x="11299" y="42"/>
                  <a:pt x="11571" y="21"/>
                </a:cubicBezTo>
                <a:cubicBezTo>
                  <a:pt x="11675" y="21"/>
                  <a:pt x="11780" y="0"/>
                  <a:pt x="11885" y="0"/>
                </a:cubicBezTo>
                <a:cubicBezTo>
                  <a:pt x="12094" y="0"/>
                  <a:pt x="12240" y="42"/>
                  <a:pt x="12240" y="189"/>
                </a:cubicBezTo>
                <a:cubicBezTo>
                  <a:pt x="12261" y="314"/>
                  <a:pt x="12157" y="398"/>
                  <a:pt x="12052" y="461"/>
                </a:cubicBezTo>
                <a:cubicBezTo>
                  <a:pt x="12031" y="502"/>
                  <a:pt x="11989" y="523"/>
                  <a:pt x="11926" y="544"/>
                </a:cubicBezTo>
                <a:cubicBezTo>
                  <a:pt x="11696" y="733"/>
                  <a:pt x="11487" y="942"/>
                  <a:pt x="11257" y="1130"/>
                </a:cubicBezTo>
                <a:cubicBezTo>
                  <a:pt x="11006" y="1360"/>
                  <a:pt x="10755" y="1465"/>
                  <a:pt x="10462" y="1653"/>
                </a:cubicBezTo>
                <a:close/>
                <a:moveTo>
                  <a:pt x="9018" y="3934"/>
                </a:moveTo>
                <a:cubicBezTo>
                  <a:pt x="9060" y="3641"/>
                  <a:pt x="9123" y="3369"/>
                  <a:pt x="9123" y="3118"/>
                </a:cubicBezTo>
                <a:cubicBezTo>
                  <a:pt x="9123" y="2720"/>
                  <a:pt x="9269" y="2406"/>
                  <a:pt x="9583" y="2134"/>
                </a:cubicBezTo>
                <a:cubicBezTo>
                  <a:pt x="9646" y="2093"/>
                  <a:pt x="9750" y="1988"/>
                  <a:pt x="9730" y="1904"/>
                </a:cubicBezTo>
                <a:cubicBezTo>
                  <a:pt x="9688" y="1444"/>
                  <a:pt x="10043" y="1277"/>
                  <a:pt x="10357" y="1088"/>
                </a:cubicBezTo>
                <a:cubicBezTo>
                  <a:pt x="10546" y="984"/>
                  <a:pt x="10755" y="900"/>
                  <a:pt x="10964" y="753"/>
                </a:cubicBezTo>
                <a:cubicBezTo>
                  <a:pt x="11048" y="712"/>
                  <a:pt x="11110" y="628"/>
                  <a:pt x="11173" y="565"/>
                </a:cubicBezTo>
                <a:cubicBezTo>
                  <a:pt x="11194" y="544"/>
                  <a:pt x="11173" y="502"/>
                  <a:pt x="11173" y="440"/>
                </a:cubicBezTo>
                <a:cubicBezTo>
                  <a:pt x="11173" y="419"/>
                  <a:pt x="11110" y="419"/>
                  <a:pt x="11110" y="419"/>
                </a:cubicBezTo>
                <a:cubicBezTo>
                  <a:pt x="11048" y="419"/>
                  <a:pt x="10964" y="398"/>
                  <a:pt x="10880" y="419"/>
                </a:cubicBezTo>
                <a:cubicBezTo>
                  <a:pt x="10211" y="649"/>
                  <a:pt x="9499" y="879"/>
                  <a:pt x="8809" y="1151"/>
                </a:cubicBezTo>
                <a:cubicBezTo>
                  <a:pt x="8788" y="1151"/>
                  <a:pt x="8788" y="1172"/>
                  <a:pt x="8767" y="1193"/>
                </a:cubicBezTo>
                <a:cubicBezTo>
                  <a:pt x="8746" y="1297"/>
                  <a:pt x="8704" y="1381"/>
                  <a:pt x="8683" y="1486"/>
                </a:cubicBezTo>
                <a:cubicBezTo>
                  <a:pt x="8453" y="1611"/>
                  <a:pt x="8202" y="1695"/>
                  <a:pt x="7972" y="1716"/>
                </a:cubicBezTo>
                <a:cubicBezTo>
                  <a:pt x="7302" y="1779"/>
                  <a:pt x="6779" y="2114"/>
                  <a:pt x="6277" y="2490"/>
                </a:cubicBezTo>
                <a:cubicBezTo>
                  <a:pt x="5838" y="2804"/>
                  <a:pt x="5461" y="3222"/>
                  <a:pt x="5147" y="3662"/>
                </a:cubicBezTo>
                <a:cubicBezTo>
                  <a:pt x="4959" y="3955"/>
                  <a:pt x="4792" y="4227"/>
                  <a:pt x="4729" y="4582"/>
                </a:cubicBezTo>
                <a:cubicBezTo>
                  <a:pt x="4729" y="4645"/>
                  <a:pt x="4687" y="4750"/>
                  <a:pt x="4812" y="4855"/>
                </a:cubicBezTo>
                <a:cubicBezTo>
                  <a:pt x="5210" y="4917"/>
                  <a:pt x="5670" y="4896"/>
                  <a:pt x="6110" y="4896"/>
                </a:cubicBezTo>
                <a:cubicBezTo>
                  <a:pt x="6277" y="4896"/>
                  <a:pt x="6445" y="4855"/>
                  <a:pt x="6570" y="4896"/>
                </a:cubicBezTo>
                <a:cubicBezTo>
                  <a:pt x="6758" y="4917"/>
                  <a:pt x="6905" y="4959"/>
                  <a:pt x="7072" y="5001"/>
                </a:cubicBezTo>
                <a:cubicBezTo>
                  <a:pt x="7135" y="4938"/>
                  <a:pt x="7198" y="4917"/>
                  <a:pt x="7281" y="4855"/>
                </a:cubicBezTo>
                <a:cubicBezTo>
                  <a:pt x="7553" y="4624"/>
                  <a:pt x="7867" y="4624"/>
                  <a:pt x="8181" y="4813"/>
                </a:cubicBezTo>
                <a:cubicBezTo>
                  <a:pt x="8286" y="4855"/>
                  <a:pt x="8390" y="4938"/>
                  <a:pt x="8495" y="5001"/>
                </a:cubicBezTo>
                <a:cubicBezTo>
                  <a:pt x="8558" y="5022"/>
                  <a:pt x="8662" y="5001"/>
                  <a:pt x="8704" y="4959"/>
                </a:cubicBezTo>
                <a:cubicBezTo>
                  <a:pt x="8893" y="4855"/>
                  <a:pt x="8913" y="4624"/>
                  <a:pt x="8767" y="4499"/>
                </a:cubicBezTo>
                <a:cubicBezTo>
                  <a:pt x="8495" y="4269"/>
                  <a:pt x="8537" y="4206"/>
                  <a:pt x="8809" y="4038"/>
                </a:cubicBezTo>
                <a:cubicBezTo>
                  <a:pt x="8893" y="4038"/>
                  <a:pt x="8913" y="3997"/>
                  <a:pt x="9018" y="3934"/>
                </a:cubicBezTo>
                <a:close/>
                <a:moveTo>
                  <a:pt x="6382" y="5168"/>
                </a:moveTo>
                <a:cubicBezTo>
                  <a:pt x="6005" y="5210"/>
                  <a:pt x="5796" y="5210"/>
                  <a:pt x="5628" y="5231"/>
                </a:cubicBezTo>
                <a:cubicBezTo>
                  <a:pt x="5817" y="5440"/>
                  <a:pt x="5817" y="5440"/>
                  <a:pt x="6382" y="5168"/>
                </a:cubicBezTo>
                <a:close/>
                <a:moveTo>
                  <a:pt x="5001" y="5168"/>
                </a:moveTo>
                <a:cubicBezTo>
                  <a:pt x="5001" y="5147"/>
                  <a:pt x="5022" y="5127"/>
                  <a:pt x="5001" y="5106"/>
                </a:cubicBezTo>
                <a:cubicBezTo>
                  <a:pt x="4917" y="5022"/>
                  <a:pt x="4750" y="5022"/>
                  <a:pt x="4666" y="5085"/>
                </a:cubicBezTo>
                <a:cubicBezTo>
                  <a:pt x="4624" y="5085"/>
                  <a:pt x="4624" y="5106"/>
                  <a:pt x="4624" y="5127"/>
                </a:cubicBezTo>
                <a:cubicBezTo>
                  <a:pt x="4624" y="5147"/>
                  <a:pt x="4666" y="5189"/>
                  <a:pt x="4666" y="5189"/>
                </a:cubicBezTo>
                <a:cubicBezTo>
                  <a:pt x="4792" y="5294"/>
                  <a:pt x="4896" y="5252"/>
                  <a:pt x="5001" y="516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cxnSp>
        <p:nvCxnSpPr>
          <p:cNvPr id="5219" name="Google Shape;5219;p59"/>
          <p:cNvCxnSpPr/>
          <p:nvPr/>
        </p:nvCxnSpPr>
        <p:spPr>
          <a:xfrm rot="10800000" flipH="1">
            <a:off x="2743925" y="1490825"/>
            <a:ext cx="1897500" cy="353400"/>
          </a:xfrm>
          <a:prstGeom prst="bentConnector3">
            <a:avLst>
              <a:gd name="adj1" fmla="val 50000"/>
            </a:avLst>
          </a:prstGeom>
          <a:noFill/>
          <a:ln w="19050" cap="flat" cmpd="sng">
            <a:solidFill>
              <a:schemeClr val="dk2"/>
            </a:solidFill>
            <a:prstDash val="dash"/>
            <a:round/>
            <a:headEnd type="none" w="med" len="med"/>
            <a:tailEnd type="none" w="med" len="med"/>
          </a:ln>
        </p:spPr>
      </p:cxnSp>
      <p:cxnSp>
        <p:nvCxnSpPr>
          <p:cNvPr id="5220" name="Google Shape;5220;p59"/>
          <p:cNvCxnSpPr>
            <a:stCxn id="5210" idx="3"/>
          </p:cNvCxnSpPr>
          <p:nvPr/>
        </p:nvCxnSpPr>
        <p:spPr>
          <a:xfrm>
            <a:off x="2740799" y="3112780"/>
            <a:ext cx="1537800" cy="414900"/>
          </a:xfrm>
          <a:prstGeom prst="bentConnector3">
            <a:avLst>
              <a:gd name="adj1" fmla="val 50000"/>
            </a:avLst>
          </a:prstGeom>
          <a:noFill/>
          <a:ln w="19050" cap="flat" cmpd="sng">
            <a:solidFill>
              <a:schemeClr val="dk2"/>
            </a:solidFill>
            <a:prstDash val="dash"/>
            <a:round/>
            <a:headEnd type="none" w="med" len="med"/>
            <a:tailEnd type="none" w="med" len="med"/>
          </a:ln>
        </p:spPr>
      </p:cxnSp>
      <p:cxnSp>
        <p:nvCxnSpPr>
          <p:cNvPr id="5221" name="Google Shape;5221;p59"/>
          <p:cNvCxnSpPr>
            <a:endCxn id="5211" idx="1"/>
          </p:cNvCxnSpPr>
          <p:nvPr/>
        </p:nvCxnSpPr>
        <p:spPr>
          <a:xfrm rot="10800000" flipH="1">
            <a:off x="5618099" y="1893575"/>
            <a:ext cx="785100" cy="415800"/>
          </a:xfrm>
          <a:prstGeom prst="bentConnector3">
            <a:avLst>
              <a:gd name="adj1" fmla="val 50000"/>
            </a:avLst>
          </a:prstGeom>
          <a:noFill/>
          <a:ln w="19050" cap="flat" cmpd="sng">
            <a:solidFill>
              <a:schemeClr val="dk2"/>
            </a:solidFill>
            <a:prstDash val="dash"/>
            <a:round/>
            <a:headEnd type="none" w="med" len="med"/>
            <a:tailEnd type="none" w="med" len="med"/>
          </a:ln>
        </p:spPr>
      </p:cxnSp>
      <p:cxnSp>
        <p:nvCxnSpPr>
          <p:cNvPr id="5222" name="Google Shape;5222;p59"/>
          <p:cNvCxnSpPr>
            <a:endCxn id="5212" idx="1"/>
          </p:cNvCxnSpPr>
          <p:nvPr/>
        </p:nvCxnSpPr>
        <p:spPr>
          <a:xfrm rot="10800000" flipH="1">
            <a:off x="5320199" y="3112780"/>
            <a:ext cx="1083000" cy="470700"/>
          </a:xfrm>
          <a:prstGeom prst="bentConnector3">
            <a:avLst>
              <a:gd name="adj1" fmla="val 50000"/>
            </a:avLst>
          </a:prstGeom>
          <a:noFill/>
          <a:ln w="19050" cap="flat" cmpd="sng">
            <a:solidFill>
              <a:schemeClr val="dk2"/>
            </a:solidFill>
            <a:prstDash val="dash"/>
            <a:round/>
            <a:headEnd type="none" w="med" len="med"/>
            <a:tailEnd type="none" w="med" len="med"/>
          </a:ln>
        </p:spPr>
      </p:cxn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5226" name="Shape 5226"/>
        <p:cNvGrpSpPr/>
        <p:nvPr/>
      </p:nvGrpSpPr>
      <p:grpSpPr>
        <a:xfrm>
          <a:off x="0" y="0"/>
          <a:ext cx="0" cy="0"/>
          <a:chOff x="0" y="0"/>
          <a:chExt cx="0" cy="0"/>
        </a:xfrm>
      </p:grpSpPr>
      <p:sp>
        <p:nvSpPr>
          <p:cNvPr id="5227" name="Google Shape;5227;p60"/>
          <p:cNvSpPr txBox="1"/>
          <p:nvPr>
            <p:ph type="subTitle" idx="3"/>
          </p:nvPr>
        </p:nvSpPr>
        <p:spPr>
          <a:xfrm>
            <a:off x="5055300" y="3276825"/>
            <a:ext cx="2505600" cy="572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GB"/>
              <a:t>Kaliyah Harris</a:t>
            </a:r>
            <a:endParaRPr lang="en-GB"/>
          </a:p>
        </p:txBody>
      </p:sp>
      <p:sp>
        <p:nvSpPr>
          <p:cNvPr id="5228" name="Google Shape;5228;p60"/>
          <p:cNvSpPr txBox="1"/>
          <p:nvPr>
            <p:ph type="subTitle" idx="4"/>
          </p:nvPr>
        </p:nvSpPr>
        <p:spPr>
          <a:xfrm>
            <a:off x="1583100" y="3276825"/>
            <a:ext cx="2505600" cy="572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GB"/>
              <a:t>Timmy Jimmy</a:t>
            </a:r>
            <a:endParaRPr lang="en-GB"/>
          </a:p>
        </p:txBody>
      </p:sp>
      <p:pic>
        <p:nvPicPr>
          <p:cNvPr id="5229" name="Google Shape;5229;p60"/>
          <p:cNvPicPr preferRelativeResize="0"/>
          <p:nvPr/>
        </p:nvPicPr>
        <p:blipFill rotWithShape="1">
          <a:blip r:embed="rId1"/>
          <a:srcRect b="20019"/>
          <a:stretch>
            <a:fillRect/>
          </a:stretch>
        </p:blipFill>
        <p:spPr>
          <a:xfrm>
            <a:off x="5517714" y="1406650"/>
            <a:ext cx="1608000" cy="1608000"/>
          </a:xfrm>
          <a:prstGeom prst="ellipse">
            <a:avLst/>
          </a:prstGeom>
          <a:noFill/>
          <a:ln w="19050" cap="flat" cmpd="sng">
            <a:solidFill>
              <a:schemeClr val="dk1"/>
            </a:solidFill>
            <a:prstDash val="solid"/>
            <a:round/>
            <a:headEnd type="none" w="sm" len="sm"/>
            <a:tailEnd type="none" w="sm" len="sm"/>
          </a:ln>
        </p:spPr>
      </p:pic>
      <p:pic>
        <p:nvPicPr>
          <p:cNvPr id="5230" name="Google Shape;5230;p60"/>
          <p:cNvPicPr preferRelativeResize="0"/>
          <p:nvPr/>
        </p:nvPicPr>
        <p:blipFill rotWithShape="1">
          <a:blip r:embed="rId2"/>
          <a:srcRect b="33351"/>
          <a:stretch>
            <a:fillRect/>
          </a:stretch>
        </p:blipFill>
        <p:spPr>
          <a:xfrm>
            <a:off x="2045489" y="1406600"/>
            <a:ext cx="1608000" cy="1608000"/>
          </a:xfrm>
          <a:prstGeom prst="ellipse">
            <a:avLst/>
          </a:prstGeom>
          <a:noFill/>
          <a:ln w="19050" cap="flat" cmpd="sng">
            <a:solidFill>
              <a:schemeClr val="dk1"/>
            </a:solidFill>
            <a:prstDash val="solid"/>
            <a:round/>
            <a:headEnd type="none" w="sm" len="sm"/>
            <a:tailEnd type="none" w="sm" len="sm"/>
          </a:ln>
        </p:spPr>
      </p:pic>
      <p:sp>
        <p:nvSpPr>
          <p:cNvPr id="5231" name="Google Shape;5231;p60"/>
          <p:cNvSpPr txBox="1"/>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Your history teachers</a:t>
            </a:r>
            <a:endParaRPr lang="en-GB"/>
          </a:p>
        </p:txBody>
      </p:sp>
      <p:sp>
        <p:nvSpPr>
          <p:cNvPr id="5232" name="Google Shape;5232;p60"/>
          <p:cNvSpPr txBox="1"/>
          <p:nvPr>
            <p:ph type="subTitle" idx="1"/>
          </p:nvPr>
        </p:nvSpPr>
        <p:spPr>
          <a:xfrm>
            <a:off x="5055197" y="3769074"/>
            <a:ext cx="25056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You can speak a bit about this person here</a:t>
            </a:r>
            <a:endParaRPr lang="en-GB"/>
          </a:p>
        </p:txBody>
      </p:sp>
      <p:sp>
        <p:nvSpPr>
          <p:cNvPr id="5233" name="Google Shape;5233;p60"/>
          <p:cNvSpPr txBox="1"/>
          <p:nvPr>
            <p:ph type="subTitle" idx="2"/>
          </p:nvPr>
        </p:nvSpPr>
        <p:spPr>
          <a:xfrm>
            <a:off x="1583213" y="3769074"/>
            <a:ext cx="25056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You can speak a bit about this person here</a:t>
            </a:r>
            <a:endParaRPr lang="en-GB"/>
          </a:p>
        </p:txBody>
      </p:sp>
      <p:sp>
        <p:nvSpPr>
          <p:cNvPr id="5234" name="Google Shape;5234;p60"/>
          <p:cNvSpPr/>
          <p:nvPr/>
        </p:nvSpPr>
        <p:spPr>
          <a:xfrm>
            <a:off x="7638300" y="1301275"/>
            <a:ext cx="507840" cy="201151"/>
          </a:xfrm>
          <a:custGeom>
            <a:avLst/>
            <a:gdLst/>
            <a:ahLst/>
            <a:cxnLst/>
            <a:rect l="l" t="t" r="r" b="b"/>
            <a:pathLst>
              <a:path w="16928" h="5964" extrusionOk="0">
                <a:moveTo>
                  <a:pt x="10462" y="1653"/>
                </a:moveTo>
                <a:cubicBezTo>
                  <a:pt x="10566" y="1988"/>
                  <a:pt x="10441" y="2197"/>
                  <a:pt x="10169" y="2386"/>
                </a:cubicBezTo>
                <a:cubicBezTo>
                  <a:pt x="10064" y="2448"/>
                  <a:pt x="9960" y="2511"/>
                  <a:pt x="9897" y="2553"/>
                </a:cubicBezTo>
                <a:cubicBezTo>
                  <a:pt x="9834" y="2699"/>
                  <a:pt x="9897" y="2762"/>
                  <a:pt x="9939" y="2846"/>
                </a:cubicBezTo>
                <a:cubicBezTo>
                  <a:pt x="10002" y="2992"/>
                  <a:pt x="10002" y="3118"/>
                  <a:pt x="9897" y="3160"/>
                </a:cubicBezTo>
                <a:cubicBezTo>
                  <a:pt x="9625" y="3327"/>
                  <a:pt x="9541" y="3557"/>
                  <a:pt x="9604" y="3850"/>
                </a:cubicBezTo>
                <a:cubicBezTo>
                  <a:pt x="9625" y="3976"/>
                  <a:pt x="9604" y="4143"/>
                  <a:pt x="9625" y="4290"/>
                </a:cubicBezTo>
                <a:cubicBezTo>
                  <a:pt x="9646" y="4499"/>
                  <a:pt x="9688" y="4666"/>
                  <a:pt x="10002" y="4687"/>
                </a:cubicBezTo>
                <a:cubicBezTo>
                  <a:pt x="10253" y="4708"/>
                  <a:pt x="10462" y="4813"/>
                  <a:pt x="10692" y="4938"/>
                </a:cubicBezTo>
                <a:cubicBezTo>
                  <a:pt x="11110" y="5231"/>
                  <a:pt x="11592" y="5419"/>
                  <a:pt x="12115" y="5440"/>
                </a:cubicBezTo>
                <a:cubicBezTo>
                  <a:pt x="12157" y="5315"/>
                  <a:pt x="12031" y="5315"/>
                  <a:pt x="11989" y="5252"/>
                </a:cubicBezTo>
                <a:cubicBezTo>
                  <a:pt x="11926" y="5210"/>
                  <a:pt x="11843" y="5189"/>
                  <a:pt x="11801" y="5127"/>
                </a:cubicBezTo>
                <a:cubicBezTo>
                  <a:pt x="11780" y="5106"/>
                  <a:pt x="11738" y="5022"/>
                  <a:pt x="11780" y="5001"/>
                </a:cubicBezTo>
                <a:cubicBezTo>
                  <a:pt x="11780" y="4980"/>
                  <a:pt x="11843" y="4938"/>
                  <a:pt x="11906" y="4938"/>
                </a:cubicBezTo>
                <a:cubicBezTo>
                  <a:pt x="11947" y="4938"/>
                  <a:pt x="12010" y="4980"/>
                  <a:pt x="12052" y="4980"/>
                </a:cubicBezTo>
                <a:cubicBezTo>
                  <a:pt x="13245" y="5357"/>
                  <a:pt x="14500" y="5440"/>
                  <a:pt x="15714" y="5566"/>
                </a:cubicBezTo>
                <a:cubicBezTo>
                  <a:pt x="16069" y="5608"/>
                  <a:pt x="16425" y="5629"/>
                  <a:pt x="16927" y="5671"/>
                </a:cubicBezTo>
                <a:cubicBezTo>
                  <a:pt x="16174" y="5838"/>
                  <a:pt x="15567" y="5963"/>
                  <a:pt x="14919" y="5859"/>
                </a:cubicBezTo>
                <a:cubicBezTo>
                  <a:pt x="14458" y="5775"/>
                  <a:pt x="13998" y="5733"/>
                  <a:pt x="13559" y="5650"/>
                </a:cubicBezTo>
                <a:lnTo>
                  <a:pt x="13266" y="5650"/>
                </a:lnTo>
                <a:cubicBezTo>
                  <a:pt x="13307" y="5838"/>
                  <a:pt x="13307" y="5880"/>
                  <a:pt x="13203" y="5880"/>
                </a:cubicBezTo>
                <a:cubicBezTo>
                  <a:pt x="12198" y="5922"/>
                  <a:pt x="11257" y="5754"/>
                  <a:pt x="10378" y="5168"/>
                </a:cubicBezTo>
                <a:cubicBezTo>
                  <a:pt x="10336" y="5127"/>
                  <a:pt x="10253" y="5085"/>
                  <a:pt x="10169" y="5085"/>
                </a:cubicBezTo>
                <a:cubicBezTo>
                  <a:pt x="10064" y="5043"/>
                  <a:pt x="9960" y="5022"/>
                  <a:pt x="9897" y="5085"/>
                </a:cubicBezTo>
                <a:cubicBezTo>
                  <a:pt x="9625" y="5168"/>
                  <a:pt x="9374" y="5273"/>
                  <a:pt x="9123" y="5399"/>
                </a:cubicBezTo>
                <a:cubicBezTo>
                  <a:pt x="8872" y="5503"/>
                  <a:pt x="8641" y="5461"/>
                  <a:pt x="8390" y="5336"/>
                </a:cubicBezTo>
                <a:cubicBezTo>
                  <a:pt x="8181" y="5231"/>
                  <a:pt x="8014" y="5127"/>
                  <a:pt x="7805" y="5001"/>
                </a:cubicBezTo>
                <a:cubicBezTo>
                  <a:pt x="7700" y="5085"/>
                  <a:pt x="7637" y="5127"/>
                  <a:pt x="7533" y="5189"/>
                </a:cubicBezTo>
                <a:cubicBezTo>
                  <a:pt x="7407" y="5252"/>
                  <a:pt x="7281" y="5399"/>
                  <a:pt x="7135" y="5399"/>
                </a:cubicBezTo>
                <a:cubicBezTo>
                  <a:pt x="6717" y="5399"/>
                  <a:pt x="6382" y="5712"/>
                  <a:pt x="5984" y="5712"/>
                </a:cubicBezTo>
                <a:cubicBezTo>
                  <a:pt x="5817" y="5712"/>
                  <a:pt x="5628" y="5671"/>
                  <a:pt x="5461" y="5629"/>
                </a:cubicBezTo>
                <a:cubicBezTo>
                  <a:pt x="5189" y="5545"/>
                  <a:pt x="4917" y="5545"/>
                  <a:pt x="4624" y="5545"/>
                </a:cubicBezTo>
                <a:cubicBezTo>
                  <a:pt x="4499" y="5545"/>
                  <a:pt x="4394" y="5629"/>
                  <a:pt x="4248" y="5671"/>
                </a:cubicBezTo>
                <a:cubicBezTo>
                  <a:pt x="3934" y="5461"/>
                  <a:pt x="3557" y="5231"/>
                  <a:pt x="3243" y="5022"/>
                </a:cubicBezTo>
                <a:cubicBezTo>
                  <a:pt x="3055" y="4980"/>
                  <a:pt x="2929" y="5085"/>
                  <a:pt x="2804" y="5127"/>
                </a:cubicBezTo>
                <a:cubicBezTo>
                  <a:pt x="2281" y="5336"/>
                  <a:pt x="1737" y="5461"/>
                  <a:pt x="1214" y="5608"/>
                </a:cubicBezTo>
                <a:cubicBezTo>
                  <a:pt x="837" y="5712"/>
                  <a:pt x="439" y="5712"/>
                  <a:pt x="84" y="5608"/>
                </a:cubicBezTo>
                <a:cubicBezTo>
                  <a:pt x="63" y="5608"/>
                  <a:pt x="0" y="5524"/>
                  <a:pt x="0" y="5503"/>
                </a:cubicBezTo>
                <a:cubicBezTo>
                  <a:pt x="0" y="5461"/>
                  <a:pt x="21" y="5419"/>
                  <a:pt x="84" y="5399"/>
                </a:cubicBezTo>
                <a:cubicBezTo>
                  <a:pt x="126" y="5357"/>
                  <a:pt x="188" y="5357"/>
                  <a:pt x="230" y="5357"/>
                </a:cubicBezTo>
                <a:cubicBezTo>
                  <a:pt x="1109" y="5399"/>
                  <a:pt x="1883" y="5106"/>
                  <a:pt x="2678" y="4834"/>
                </a:cubicBezTo>
                <a:cubicBezTo>
                  <a:pt x="2720" y="4813"/>
                  <a:pt x="2783" y="4813"/>
                  <a:pt x="2804" y="4792"/>
                </a:cubicBezTo>
                <a:cubicBezTo>
                  <a:pt x="3097" y="4624"/>
                  <a:pt x="3369" y="4624"/>
                  <a:pt x="3641" y="4875"/>
                </a:cubicBezTo>
                <a:cubicBezTo>
                  <a:pt x="3662" y="4896"/>
                  <a:pt x="3724" y="4917"/>
                  <a:pt x="3766" y="4917"/>
                </a:cubicBezTo>
                <a:cubicBezTo>
                  <a:pt x="3850" y="4917"/>
                  <a:pt x="3934" y="4917"/>
                  <a:pt x="3976" y="4875"/>
                </a:cubicBezTo>
                <a:cubicBezTo>
                  <a:pt x="4164" y="4729"/>
                  <a:pt x="4289" y="4562"/>
                  <a:pt x="4373" y="4352"/>
                </a:cubicBezTo>
                <a:cubicBezTo>
                  <a:pt x="4582" y="3766"/>
                  <a:pt x="4938" y="3306"/>
                  <a:pt x="5398" y="2846"/>
                </a:cubicBezTo>
                <a:cubicBezTo>
                  <a:pt x="5754" y="2490"/>
                  <a:pt x="6089" y="2093"/>
                  <a:pt x="6486" y="1758"/>
                </a:cubicBezTo>
                <a:cubicBezTo>
                  <a:pt x="6863" y="1444"/>
                  <a:pt x="7281" y="1193"/>
                  <a:pt x="7721" y="1046"/>
                </a:cubicBezTo>
                <a:cubicBezTo>
                  <a:pt x="8349" y="816"/>
                  <a:pt x="8997" y="565"/>
                  <a:pt x="9625" y="335"/>
                </a:cubicBezTo>
                <a:cubicBezTo>
                  <a:pt x="10022" y="209"/>
                  <a:pt x="10378" y="105"/>
                  <a:pt x="10797" y="105"/>
                </a:cubicBezTo>
                <a:cubicBezTo>
                  <a:pt x="11069" y="105"/>
                  <a:pt x="11299" y="42"/>
                  <a:pt x="11571" y="21"/>
                </a:cubicBezTo>
                <a:cubicBezTo>
                  <a:pt x="11675" y="21"/>
                  <a:pt x="11780" y="0"/>
                  <a:pt x="11885" y="0"/>
                </a:cubicBezTo>
                <a:cubicBezTo>
                  <a:pt x="12094" y="0"/>
                  <a:pt x="12240" y="42"/>
                  <a:pt x="12240" y="189"/>
                </a:cubicBezTo>
                <a:cubicBezTo>
                  <a:pt x="12261" y="314"/>
                  <a:pt x="12157" y="398"/>
                  <a:pt x="12052" y="461"/>
                </a:cubicBezTo>
                <a:cubicBezTo>
                  <a:pt x="12031" y="502"/>
                  <a:pt x="11989" y="523"/>
                  <a:pt x="11926" y="544"/>
                </a:cubicBezTo>
                <a:cubicBezTo>
                  <a:pt x="11696" y="733"/>
                  <a:pt x="11487" y="942"/>
                  <a:pt x="11257" y="1130"/>
                </a:cubicBezTo>
                <a:cubicBezTo>
                  <a:pt x="11006" y="1360"/>
                  <a:pt x="10755" y="1465"/>
                  <a:pt x="10462" y="1653"/>
                </a:cubicBezTo>
                <a:close/>
                <a:moveTo>
                  <a:pt x="9018" y="3934"/>
                </a:moveTo>
                <a:cubicBezTo>
                  <a:pt x="9060" y="3641"/>
                  <a:pt x="9123" y="3369"/>
                  <a:pt x="9123" y="3118"/>
                </a:cubicBezTo>
                <a:cubicBezTo>
                  <a:pt x="9123" y="2720"/>
                  <a:pt x="9269" y="2406"/>
                  <a:pt x="9583" y="2134"/>
                </a:cubicBezTo>
                <a:cubicBezTo>
                  <a:pt x="9646" y="2093"/>
                  <a:pt x="9750" y="1988"/>
                  <a:pt x="9730" y="1904"/>
                </a:cubicBezTo>
                <a:cubicBezTo>
                  <a:pt x="9688" y="1444"/>
                  <a:pt x="10043" y="1277"/>
                  <a:pt x="10357" y="1088"/>
                </a:cubicBezTo>
                <a:cubicBezTo>
                  <a:pt x="10546" y="984"/>
                  <a:pt x="10755" y="900"/>
                  <a:pt x="10964" y="753"/>
                </a:cubicBezTo>
                <a:cubicBezTo>
                  <a:pt x="11048" y="712"/>
                  <a:pt x="11110" y="628"/>
                  <a:pt x="11173" y="565"/>
                </a:cubicBezTo>
                <a:cubicBezTo>
                  <a:pt x="11194" y="544"/>
                  <a:pt x="11173" y="502"/>
                  <a:pt x="11173" y="440"/>
                </a:cubicBezTo>
                <a:cubicBezTo>
                  <a:pt x="11173" y="419"/>
                  <a:pt x="11110" y="419"/>
                  <a:pt x="11110" y="419"/>
                </a:cubicBezTo>
                <a:cubicBezTo>
                  <a:pt x="11048" y="419"/>
                  <a:pt x="10964" y="398"/>
                  <a:pt x="10880" y="419"/>
                </a:cubicBezTo>
                <a:cubicBezTo>
                  <a:pt x="10211" y="649"/>
                  <a:pt x="9499" y="879"/>
                  <a:pt x="8809" y="1151"/>
                </a:cubicBezTo>
                <a:cubicBezTo>
                  <a:pt x="8788" y="1151"/>
                  <a:pt x="8788" y="1172"/>
                  <a:pt x="8767" y="1193"/>
                </a:cubicBezTo>
                <a:cubicBezTo>
                  <a:pt x="8746" y="1297"/>
                  <a:pt x="8704" y="1381"/>
                  <a:pt x="8683" y="1486"/>
                </a:cubicBezTo>
                <a:cubicBezTo>
                  <a:pt x="8453" y="1611"/>
                  <a:pt x="8202" y="1695"/>
                  <a:pt x="7972" y="1716"/>
                </a:cubicBezTo>
                <a:cubicBezTo>
                  <a:pt x="7302" y="1779"/>
                  <a:pt x="6779" y="2114"/>
                  <a:pt x="6277" y="2490"/>
                </a:cubicBezTo>
                <a:cubicBezTo>
                  <a:pt x="5838" y="2804"/>
                  <a:pt x="5461" y="3222"/>
                  <a:pt x="5147" y="3662"/>
                </a:cubicBezTo>
                <a:cubicBezTo>
                  <a:pt x="4959" y="3955"/>
                  <a:pt x="4792" y="4227"/>
                  <a:pt x="4729" y="4582"/>
                </a:cubicBezTo>
                <a:cubicBezTo>
                  <a:pt x="4729" y="4645"/>
                  <a:pt x="4687" y="4750"/>
                  <a:pt x="4812" y="4855"/>
                </a:cubicBezTo>
                <a:cubicBezTo>
                  <a:pt x="5210" y="4917"/>
                  <a:pt x="5670" y="4896"/>
                  <a:pt x="6110" y="4896"/>
                </a:cubicBezTo>
                <a:cubicBezTo>
                  <a:pt x="6277" y="4896"/>
                  <a:pt x="6445" y="4855"/>
                  <a:pt x="6570" y="4896"/>
                </a:cubicBezTo>
                <a:cubicBezTo>
                  <a:pt x="6758" y="4917"/>
                  <a:pt x="6905" y="4959"/>
                  <a:pt x="7072" y="5001"/>
                </a:cubicBezTo>
                <a:cubicBezTo>
                  <a:pt x="7135" y="4938"/>
                  <a:pt x="7198" y="4917"/>
                  <a:pt x="7281" y="4855"/>
                </a:cubicBezTo>
                <a:cubicBezTo>
                  <a:pt x="7553" y="4624"/>
                  <a:pt x="7867" y="4624"/>
                  <a:pt x="8181" y="4813"/>
                </a:cubicBezTo>
                <a:cubicBezTo>
                  <a:pt x="8286" y="4855"/>
                  <a:pt x="8390" y="4938"/>
                  <a:pt x="8495" y="5001"/>
                </a:cubicBezTo>
                <a:cubicBezTo>
                  <a:pt x="8558" y="5022"/>
                  <a:pt x="8662" y="5001"/>
                  <a:pt x="8704" y="4959"/>
                </a:cubicBezTo>
                <a:cubicBezTo>
                  <a:pt x="8893" y="4855"/>
                  <a:pt x="8913" y="4624"/>
                  <a:pt x="8767" y="4499"/>
                </a:cubicBezTo>
                <a:cubicBezTo>
                  <a:pt x="8495" y="4269"/>
                  <a:pt x="8537" y="4206"/>
                  <a:pt x="8809" y="4038"/>
                </a:cubicBezTo>
                <a:cubicBezTo>
                  <a:pt x="8893" y="4038"/>
                  <a:pt x="8913" y="3997"/>
                  <a:pt x="9018" y="3934"/>
                </a:cubicBezTo>
                <a:close/>
                <a:moveTo>
                  <a:pt x="6382" y="5168"/>
                </a:moveTo>
                <a:cubicBezTo>
                  <a:pt x="6005" y="5210"/>
                  <a:pt x="5796" y="5210"/>
                  <a:pt x="5628" y="5231"/>
                </a:cubicBezTo>
                <a:cubicBezTo>
                  <a:pt x="5817" y="5440"/>
                  <a:pt x="5817" y="5440"/>
                  <a:pt x="6382" y="5168"/>
                </a:cubicBezTo>
                <a:close/>
                <a:moveTo>
                  <a:pt x="5001" y="5168"/>
                </a:moveTo>
                <a:cubicBezTo>
                  <a:pt x="5001" y="5147"/>
                  <a:pt x="5022" y="5127"/>
                  <a:pt x="5001" y="5106"/>
                </a:cubicBezTo>
                <a:cubicBezTo>
                  <a:pt x="4917" y="5022"/>
                  <a:pt x="4750" y="5022"/>
                  <a:pt x="4666" y="5085"/>
                </a:cubicBezTo>
                <a:cubicBezTo>
                  <a:pt x="4624" y="5085"/>
                  <a:pt x="4624" y="5106"/>
                  <a:pt x="4624" y="5127"/>
                </a:cubicBezTo>
                <a:cubicBezTo>
                  <a:pt x="4624" y="5147"/>
                  <a:pt x="4666" y="5189"/>
                  <a:pt x="4666" y="5189"/>
                </a:cubicBezTo>
                <a:cubicBezTo>
                  <a:pt x="4792" y="5294"/>
                  <a:pt x="4896" y="5252"/>
                  <a:pt x="5001" y="516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35" name="Google Shape;5235;p60"/>
          <p:cNvSpPr/>
          <p:nvPr/>
        </p:nvSpPr>
        <p:spPr>
          <a:xfrm>
            <a:off x="1970200" y="1331350"/>
            <a:ext cx="1758600" cy="1758600"/>
          </a:xfrm>
          <a:prstGeom prst="ellipse">
            <a:avLst/>
          </a:prstGeom>
          <a:noFill/>
          <a:ln w="19050" cap="flat" cmpd="sng">
            <a:solidFill>
              <a:schemeClr val="dk1"/>
            </a:solidFill>
            <a:prstDash val="dash"/>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36" name="Google Shape;5236;p60"/>
          <p:cNvSpPr/>
          <p:nvPr/>
        </p:nvSpPr>
        <p:spPr>
          <a:xfrm>
            <a:off x="5442400" y="1331350"/>
            <a:ext cx="1758600" cy="1758600"/>
          </a:xfrm>
          <a:prstGeom prst="ellipse">
            <a:avLst/>
          </a:prstGeom>
          <a:noFill/>
          <a:ln w="19050" cap="flat" cmpd="sng">
            <a:solidFill>
              <a:schemeClr val="dk1"/>
            </a:solidFill>
            <a:prstDash val="dash"/>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37" name="Google Shape;5237;p60"/>
          <p:cNvSpPr/>
          <p:nvPr/>
        </p:nvSpPr>
        <p:spPr>
          <a:xfrm flipH="1">
            <a:off x="2792920" y="4603999"/>
            <a:ext cx="300643" cy="95604"/>
          </a:xfrm>
          <a:custGeom>
            <a:avLst/>
            <a:gdLst/>
            <a:ahLst/>
            <a:cxnLst/>
            <a:rect l="l" t="t" r="r" b="b"/>
            <a:pathLst>
              <a:path w="13544" h="3670" extrusionOk="0">
                <a:moveTo>
                  <a:pt x="8173" y="0"/>
                </a:moveTo>
                <a:cubicBezTo>
                  <a:pt x="7773" y="267"/>
                  <a:pt x="7339" y="501"/>
                  <a:pt x="6972" y="701"/>
                </a:cubicBezTo>
                <a:cubicBezTo>
                  <a:pt x="6672" y="868"/>
                  <a:pt x="6338" y="1034"/>
                  <a:pt x="6005" y="1201"/>
                </a:cubicBezTo>
                <a:cubicBezTo>
                  <a:pt x="5638" y="1335"/>
                  <a:pt x="5304" y="1501"/>
                  <a:pt x="4937" y="1635"/>
                </a:cubicBezTo>
                <a:cubicBezTo>
                  <a:pt x="4570" y="1768"/>
                  <a:pt x="4170" y="1935"/>
                  <a:pt x="3803" y="1968"/>
                </a:cubicBezTo>
                <a:cubicBezTo>
                  <a:pt x="3636" y="2002"/>
                  <a:pt x="3436" y="2035"/>
                  <a:pt x="3270" y="2102"/>
                </a:cubicBezTo>
                <a:cubicBezTo>
                  <a:pt x="3103" y="2135"/>
                  <a:pt x="2903" y="2135"/>
                  <a:pt x="2736" y="2135"/>
                </a:cubicBezTo>
                <a:cubicBezTo>
                  <a:pt x="2569" y="2135"/>
                  <a:pt x="2402" y="2169"/>
                  <a:pt x="2235" y="2169"/>
                </a:cubicBezTo>
                <a:cubicBezTo>
                  <a:pt x="2180" y="2191"/>
                  <a:pt x="2128" y="2198"/>
                  <a:pt x="2077" y="2198"/>
                </a:cubicBezTo>
                <a:cubicBezTo>
                  <a:pt x="1976" y="2198"/>
                  <a:pt x="1880" y="2169"/>
                  <a:pt x="1768" y="2169"/>
                </a:cubicBezTo>
                <a:cubicBezTo>
                  <a:pt x="1468" y="2135"/>
                  <a:pt x="1168" y="2135"/>
                  <a:pt x="968" y="2102"/>
                </a:cubicBezTo>
                <a:cubicBezTo>
                  <a:pt x="501" y="2002"/>
                  <a:pt x="267" y="1968"/>
                  <a:pt x="267" y="1968"/>
                </a:cubicBezTo>
                <a:cubicBezTo>
                  <a:pt x="134" y="1968"/>
                  <a:pt x="1" y="2302"/>
                  <a:pt x="201" y="2335"/>
                </a:cubicBezTo>
                <a:cubicBezTo>
                  <a:pt x="201" y="2335"/>
                  <a:pt x="434" y="2435"/>
                  <a:pt x="901" y="2535"/>
                </a:cubicBezTo>
                <a:cubicBezTo>
                  <a:pt x="1135" y="2636"/>
                  <a:pt x="1402" y="2636"/>
                  <a:pt x="1735" y="2669"/>
                </a:cubicBezTo>
                <a:cubicBezTo>
                  <a:pt x="1902" y="2669"/>
                  <a:pt x="2069" y="2736"/>
                  <a:pt x="2235" y="2736"/>
                </a:cubicBezTo>
                <a:lnTo>
                  <a:pt x="2769" y="2736"/>
                </a:lnTo>
                <a:cubicBezTo>
                  <a:pt x="2869" y="2702"/>
                  <a:pt x="2961" y="2702"/>
                  <a:pt x="3053" y="2702"/>
                </a:cubicBezTo>
                <a:cubicBezTo>
                  <a:pt x="3144" y="2702"/>
                  <a:pt x="3236" y="2702"/>
                  <a:pt x="3336" y="2669"/>
                </a:cubicBezTo>
                <a:cubicBezTo>
                  <a:pt x="3536" y="2636"/>
                  <a:pt x="3737" y="2636"/>
                  <a:pt x="3937" y="2602"/>
                </a:cubicBezTo>
                <a:cubicBezTo>
                  <a:pt x="4370" y="2569"/>
                  <a:pt x="4737" y="2402"/>
                  <a:pt x="5138" y="2302"/>
                </a:cubicBezTo>
                <a:cubicBezTo>
                  <a:pt x="5571" y="2235"/>
                  <a:pt x="5938" y="2002"/>
                  <a:pt x="6305" y="1902"/>
                </a:cubicBezTo>
                <a:cubicBezTo>
                  <a:pt x="6672" y="1735"/>
                  <a:pt x="7039" y="1568"/>
                  <a:pt x="7372" y="1401"/>
                </a:cubicBezTo>
                <a:cubicBezTo>
                  <a:pt x="7506" y="1301"/>
                  <a:pt x="7706" y="1168"/>
                  <a:pt x="7873" y="1101"/>
                </a:cubicBezTo>
                <a:cubicBezTo>
                  <a:pt x="7940" y="1068"/>
                  <a:pt x="8040" y="968"/>
                  <a:pt x="8106" y="934"/>
                </a:cubicBezTo>
                <a:lnTo>
                  <a:pt x="8306" y="1134"/>
                </a:lnTo>
                <a:cubicBezTo>
                  <a:pt x="8440" y="1268"/>
                  <a:pt x="8607" y="1435"/>
                  <a:pt x="8773" y="1568"/>
                </a:cubicBezTo>
                <a:cubicBezTo>
                  <a:pt x="9107" y="1835"/>
                  <a:pt x="9441" y="2102"/>
                  <a:pt x="9774" y="2335"/>
                </a:cubicBezTo>
                <a:cubicBezTo>
                  <a:pt x="10141" y="2569"/>
                  <a:pt x="10475" y="2769"/>
                  <a:pt x="10808" y="2936"/>
                </a:cubicBezTo>
                <a:cubicBezTo>
                  <a:pt x="11475" y="3269"/>
                  <a:pt x="12109" y="3436"/>
                  <a:pt x="12576" y="3570"/>
                </a:cubicBezTo>
                <a:cubicBezTo>
                  <a:pt x="12776" y="3603"/>
                  <a:pt x="12976" y="3603"/>
                  <a:pt x="13110" y="3636"/>
                </a:cubicBezTo>
                <a:cubicBezTo>
                  <a:pt x="13243" y="3670"/>
                  <a:pt x="13310" y="3670"/>
                  <a:pt x="13310" y="3670"/>
                </a:cubicBezTo>
                <a:cubicBezTo>
                  <a:pt x="13477" y="3670"/>
                  <a:pt x="13544" y="3403"/>
                  <a:pt x="13310" y="3269"/>
                </a:cubicBezTo>
                <a:cubicBezTo>
                  <a:pt x="13310" y="3269"/>
                  <a:pt x="13277" y="3269"/>
                  <a:pt x="13143" y="3203"/>
                </a:cubicBezTo>
                <a:cubicBezTo>
                  <a:pt x="13010" y="3169"/>
                  <a:pt x="12843" y="3169"/>
                  <a:pt x="12643" y="3103"/>
                </a:cubicBezTo>
                <a:cubicBezTo>
                  <a:pt x="12243" y="2969"/>
                  <a:pt x="11642" y="2769"/>
                  <a:pt x="11008" y="2369"/>
                </a:cubicBezTo>
                <a:cubicBezTo>
                  <a:pt x="10742" y="2269"/>
                  <a:pt x="10441" y="2002"/>
                  <a:pt x="10108" y="1802"/>
                </a:cubicBezTo>
                <a:cubicBezTo>
                  <a:pt x="9808" y="1535"/>
                  <a:pt x="9507" y="1335"/>
                  <a:pt x="9240" y="1034"/>
                </a:cubicBezTo>
                <a:cubicBezTo>
                  <a:pt x="9074" y="934"/>
                  <a:pt x="8940" y="801"/>
                  <a:pt x="8807" y="634"/>
                </a:cubicBezTo>
                <a:lnTo>
                  <a:pt x="8607" y="434"/>
                </a:lnTo>
                <a:cubicBezTo>
                  <a:pt x="8440" y="301"/>
                  <a:pt x="8306" y="100"/>
                  <a:pt x="8173"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5238" name="Google Shape;5238;p60"/>
          <p:cNvGrpSpPr/>
          <p:nvPr/>
        </p:nvGrpSpPr>
        <p:grpSpPr>
          <a:xfrm>
            <a:off x="-7" y="1796655"/>
            <a:ext cx="1533124" cy="1776730"/>
            <a:chOff x="165906" y="3112758"/>
            <a:chExt cx="1752542" cy="2031013"/>
          </a:xfrm>
        </p:grpSpPr>
        <p:sp>
          <p:nvSpPr>
            <p:cNvPr id="5239" name="Google Shape;5239;p60"/>
            <p:cNvSpPr/>
            <p:nvPr/>
          </p:nvSpPr>
          <p:spPr>
            <a:xfrm>
              <a:off x="615001" y="3378873"/>
              <a:ext cx="27662" cy="156324"/>
            </a:xfrm>
            <a:custGeom>
              <a:avLst/>
              <a:gdLst/>
              <a:ahLst/>
              <a:cxnLst/>
              <a:rect l="l" t="t" r="r" b="b"/>
              <a:pathLst>
                <a:path w="1144" h="6465" extrusionOk="0">
                  <a:moveTo>
                    <a:pt x="578" y="0"/>
                  </a:moveTo>
                  <a:cubicBezTo>
                    <a:pt x="539" y="0"/>
                    <a:pt x="509" y="11"/>
                    <a:pt x="500" y="37"/>
                  </a:cubicBezTo>
                  <a:cubicBezTo>
                    <a:pt x="500" y="37"/>
                    <a:pt x="434" y="171"/>
                    <a:pt x="400" y="371"/>
                  </a:cubicBezTo>
                  <a:cubicBezTo>
                    <a:pt x="334" y="571"/>
                    <a:pt x="234" y="838"/>
                    <a:pt x="200" y="1171"/>
                  </a:cubicBezTo>
                  <a:cubicBezTo>
                    <a:pt x="33" y="1838"/>
                    <a:pt x="0" y="2672"/>
                    <a:pt x="33" y="3273"/>
                  </a:cubicBezTo>
                  <a:cubicBezTo>
                    <a:pt x="67" y="3940"/>
                    <a:pt x="200" y="4740"/>
                    <a:pt x="400" y="5374"/>
                  </a:cubicBezTo>
                  <a:cubicBezTo>
                    <a:pt x="500" y="5708"/>
                    <a:pt x="567" y="5941"/>
                    <a:pt x="667" y="6175"/>
                  </a:cubicBezTo>
                  <a:cubicBezTo>
                    <a:pt x="734" y="6342"/>
                    <a:pt x="767" y="6442"/>
                    <a:pt x="767" y="6442"/>
                  </a:cubicBezTo>
                  <a:cubicBezTo>
                    <a:pt x="783" y="6458"/>
                    <a:pt x="815" y="6464"/>
                    <a:pt x="852" y="6464"/>
                  </a:cubicBezTo>
                  <a:cubicBezTo>
                    <a:pt x="969" y="6464"/>
                    <a:pt x="1143" y="6400"/>
                    <a:pt x="1067" y="6375"/>
                  </a:cubicBezTo>
                  <a:cubicBezTo>
                    <a:pt x="1067" y="6375"/>
                    <a:pt x="1067" y="6242"/>
                    <a:pt x="1034" y="6041"/>
                  </a:cubicBezTo>
                  <a:cubicBezTo>
                    <a:pt x="1001" y="5841"/>
                    <a:pt x="934" y="5574"/>
                    <a:pt x="901" y="5241"/>
                  </a:cubicBezTo>
                  <a:cubicBezTo>
                    <a:pt x="834" y="4607"/>
                    <a:pt x="767" y="3840"/>
                    <a:pt x="734" y="3239"/>
                  </a:cubicBezTo>
                  <a:cubicBezTo>
                    <a:pt x="734" y="2672"/>
                    <a:pt x="701" y="1872"/>
                    <a:pt x="734" y="1238"/>
                  </a:cubicBezTo>
                  <a:cubicBezTo>
                    <a:pt x="734" y="904"/>
                    <a:pt x="767" y="671"/>
                    <a:pt x="834" y="437"/>
                  </a:cubicBezTo>
                  <a:cubicBezTo>
                    <a:pt x="867" y="237"/>
                    <a:pt x="867" y="104"/>
                    <a:pt x="867" y="104"/>
                  </a:cubicBezTo>
                  <a:cubicBezTo>
                    <a:pt x="867" y="79"/>
                    <a:pt x="687" y="0"/>
                    <a:pt x="578"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40" name="Google Shape;5240;p60"/>
            <p:cNvSpPr/>
            <p:nvPr/>
          </p:nvSpPr>
          <p:spPr>
            <a:xfrm>
              <a:off x="683551" y="3621181"/>
              <a:ext cx="66156" cy="105425"/>
            </a:xfrm>
            <a:custGeom>
              <a:avLst/>
              <a:gdLst/>
              <a:ahLst/>
              <a:cxnLst/>
              <a:rect l="l" t="t" r="r" b="b"/>
              <a:pathLst>
                <a:path w="2736" h="4360" extrusionOk="0">
                  <a:moveTo>
                    <a:pt x="300" y="1"/>
                  </a:moveTo>
                  <a:cubicBezTo>
                    <a:pt x="193" y="1"/>
                    <a:pt x="0" y="65"/>
                    <a:pt x="0" y="90"/>
                  </a:cubicBezTo>
                  <a:cubicBezTo>
                    <a:pt x="0" y="90"/>
                    <a:pt x="34" y="190"/>
                    <a:pt x="34" y="357"/>
                  </a:cubicBezTo>
                  <a:cubicBezTo>
                    <a:pt x="34" y="524"/>
                    <a:pt x="67" y="724"/>
                    <a:pt x="100" y="991"/>
                  </a:cubicBezTo>
                  <a:cubicBezTo>
                    <a:pt x="201" y="1524"/>
                    <a:pt x="401" y="2091"/>
                    <a:pt x="668" y="2558"/>
                  </a:cubicBezTo>
                  <a:cubicBezTo>
                    <a:pt x="901" y="3025"/>
                    <a:pt x="1335" y="3526"/>
                    <a:pt x="1735" y="3859"/>
                  </a:cubicBezTo>
                  <a:cubicBezTo>
                    <a:pt x="1868" y="3926"/>
                    <a:pt x="1935" y="4026"/>
                    <a:pt x="2035" y="4059"/>
                  </a:cubicBezTo>
                  <a:cubicBezTo>
                    <a:pt x="2102" y="4160"/>
                    <a:pt x="2202" y="4193"/>
                    <a:pt x="2269" y="4226"/>
                  </a:cubicBezTo>
                  <a:cubicBezTo>
                    <a:pt x="2402" y="4326"/>
                    <a:pt x="2502" y="4360"/>
                    <a:pt x="2502" y="4360"/>
                  </a:cubicBezTo>
                  <a:cubicBezTo>
                    <a:pt x="2536" y="4360"/>
                    <a:pt x="2702" y="4059"/>
                    <a:pt x="2736" y="4059"/>
                  </a:cubicBezTo>
                  <a:cubicBezTo>
                    <a:pt x="2736" y="4059"/>
                    <a:pt x="2702" y="3959"/>
                    <a:pt x="2569" y="3893"/>
                  </a:cubicBezTo>
                  <a:cubicBezTo>
                    <a:pt x="2502" y="3859"/>
                    <a:pt x="2435" y="3826"/>
                    <a:pt x="2369" y="3726"/>
                  </a:cubicBezTo>
                  <a:cubicBezTo>
                    <a:pt x="2335" y="3626"/>
                    <a:pt x="2235" y="3559"/>
                    <a:pt x="2169" y="3492"/>
                  </a:cubicBezTo>
                  <a:cubicBezTo>
                    <a:pt x="1835" y="3125"/>
                    <a:pt x="1568" y="2592"/>
                    <a:pt x="1335" y="2225"/>
                  </a:cubicBezTo>
                  <a:cubicBezTo>
                    <a:pt x="1101" y="1825"/>
                    <a:pt x="834" y="1324"/>
                    <a:pt x="668" y="857"/>
                  </a:cubicBezTo>
                  <a:cubicBezTo>
                    <a:pt x="567" y="590"/>
                    <a:pt x="501" y="390"/>
                    <a:pt x="434" y="257"/>
                  </a:cubicBezTo>
                  <a:cubicBezTo>
                    <a:pt x="401" y="90"/>
                    <a:pt x="367" y="23"/>
                    <a:pt x="367" y="23"/>
                  </a:cubicBezTo>
                  <a:cubicBezTo>
                    <a:pt x="359" y="7"/>
                    <a:pt x="334" y="1"/>
                    <a:pt x="300"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41" name="Google Shape;5241;p60"/>
            <p:cNvSpPr/>
            <p:nvPr/>
          </p:nvSpPr>
          <p:spPr>
            <a:xfrm>
              <a:off x="805419" y="3779753"/>
              <a:ext cx="165294" cy="100178"/>
            </a:xfrm>
            <a:custGeom>
              <a:avLst/>
              <a:gdLst/>
              <a:ahLst/>
              <a:cxnLst/>
              <a:rect l="l" t="t" r="r" b="b"/>
              <a:pathLst>
                <a:path w="6836" h="4143" extrusionOk="0">
                  <a:moveTo>
                    <a:pt x="188" y="1"/>
                  </a:moveTo>
                  <a:cubicBezTo>
                    <a:pt x="119" y="1"/>
                    <a:pt x="0" y="305"/>
                    <a:pt x="64" y="337"/>
                  </a:cubicBezTo>
                  <a:cubicBezTo>
                    <a:pt x="64" y="337"/>
                    <a:pt x="631" y="570"/>
                    <a:pt x="1298" y="904"/>
                  </a:cubicBezTo>
                  <a:cubicBezTo>
                    <a:pt x="1465" y="1004"/>
                    <a:pt x="1665" y="1104"/>
                    <a:pt x="1832" y="1171"/>
                  </a:cubicBezTo>
                  <a:cubicBezTo>
                    <a:pt x="1999" y="1304"/>
                    <a:pt x="2199" y="1371"/>
                    <a:pt x="2366" y="1504"/>
                  </a:cubicBezTo>
                  <a:cubicBezTo>
                    <a:pt x="2699" y="1704"/>
                    <a:pt x="3066" y="1938"/>
                    <a:pt x="3400" y="2071"/>
                  </a:cubicBezTo>
                  <a:cubicBezTo>
                    <a:pt x="3733" y="2238"/>
                    <a:pt x="4067" y="2505"/>
                    <a:pt x="4467" y="2705"/>
                  </a:cubicBezTo>
                  <a:cubicBezTo>
                    <a:pt x="4634" y="2839"/>
                    <a:pt x="4834" y="2905"/>
                    <a:pt x="5001" y="3039"/>
                  </a:cubicBezTo>
                  <a:cubicBezTo>
                    <a:pt x="5168" y="3139"/>
                    <a:pt x="5334" y="3239"/>
                    <a:pt x="5501" y="3372"/>
                  </a:cubicBezTo>
                  <a:cubicBezTo>
                    <a:pt x="6135" y="3806"/>
                    <a:pt x="6569" y="4140"/>
                    <a:pt x="6569" y="4140"/>
                  </a:cubicBezTo>
                  <a:cubicBezTo>
                    <a:pt x="6573" y="4142"/>
                    <a:pt x="6578" y="4143"/>
                    <a:pt x="6584" y="4143"/>
                  </a:cubicBezTo>
                  <a:cubicBezTo>
                    <a:pt x="6661" y="4143"/>
                    <a:pt x="6836" y="3935"/>
                    <a:pt x="6836" y="3873"/>
                  </a:cubicBezTo>
                  <a:cubicBezTo>
                    <a:pt x="6836" y="3873"/>
                    <a:pt x="6402" y="3472"/>
                    <a:pt x="5835" y="2972"/>
                  </a:cubicBezTo>
                  <a:cubicBezTo>
                    <a:pt x="5701" y="2839"/>
                    <a:pt x="5535" y="2672"/>
                    <a:pt x="5368" y="2538"/>
                  </a:cubicBezTo>
                  <a:cubicBezTo>
                    <a:pt x="5168" y="2405"/>
                    <a:pt x="5001" y="2305"/>
                    <a:pt x="4834" y="2171"/>
                  </a:cubicBezTo>
                  <a:cubicBezTo>
                    <a:pt x="4467" y="1938"/>
                    <a:pt x="4134" y="1671"/>
                    <a:pt x="3800" y="1471"/>
                  </a:cubicBezTo>
                  <a:cubicBezTo>
                    <a:pt x="3466" y="1304"/>
                    <a:pt x="3033" y="1137"/>
                    <a:pt x="2666" y="904"/>
                  </a:cubicBezTo>
                  <a:cubicBezTo>
                    <a:pt x="2466" y="804"/>
                    <a:pt x="2299" y="704"/>
                    <a:pt x="2065" y="637"/>
                  </a:cubicBezTo>
                  <a:cubicBezTo>
                    <a:pt x="1865" y="537"/>
                    <a:pt x="1665" y="504"/>
                    <a:pt x="1498" y="404"/>
                  </a:cubicBezTo>
                  <a:cubicBezTo>
                    <a:pt x="731" y="170"/>
                    <a:pt x="197" y="3"/>
                    <a:pt x="197" y="3"/>
                  </a:cubicBezTo>
                  <a:cubicBezTo>
                    <a:pt x="194" y="2"/>
                    <a:pt x="191" y="1"/>
                    <a:pt x="188"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42" name="Google Shape;5242;p60"/>
            <p:cNvSpPr/>
            <p:nvPr/>
          </p:nvSpPr>
          <p:spPr>
            <a:xfrm>
              <a:off x="1046542" y="3961248"/>
              <a:ext cx="87096" cy="131394"/>
            </a:xfrm>
            <a:custGeom>
              <a:avLst/>
              <a:gdLst/>
              <a:ahLst/>
              <a:cxnLst/>
              <a:rect l="l" t="t" r="r" b="b"/>
              <a:pathLst>
                <a:path w="3602" h="5434" extrusionOk="0">
                  <a:moveTo>
                    <a:pt x="226" y="0"/>
                  </a:moveTo>
                  <a:cubicBezTo>
                    <a:pt x="179" y="0"/>
                    <a:pt x="1" y="271"/>
                    <a:pt x="32" y="303"/>
                  </a:cubicBezTo>
                  <a:cubicBezTo>
                    <a:pt x="32" y="303"/>
                    <a:pt x="166" y="370"/>
                    <a:pt x="266" y="503"/>
                  </a:cubicBezTo>
                  <a:cubicBezTo>
                    <a:pt x="433" y="636"/>
                    <a:pt x="666" y="803"/>
                    <a:pt x="866" y="1037"/>
                  </a:cubicBezTo>
                  <a:cubicBezTo>
                    <a:pt x="1267" y="1504"/>
                    <a:pt x="1734" y="2104"/>
                    <a:pt x="2067" y="2604"/>
                  </a:cubicBezTo>
                  <a:cubicBezTo>
                    <a:pt x="2367" y="3105"/>
                    <a:pt x="2768" y="3772"/>
                    <a:pt x="2935" y="4339"/>
                  </a:cubicBezTo>
                  <a:cubicBezTo>
                    <a:pt x="3035" y="4639"/>
                    <a:pt x="3101" y="4873"/>
                    <a:pt x="3168" y="5106"/>
                  </a:cubicBezTo>
                  <a:cubicBezTo>
                    <a:pt x="3201" y="5273"/>
                    <a:pt x="3235" y="5373"/>
                    <a:pt x="3235" y="5373"/>
                  </a:cubicBezTo>
                  <a:cubicBezTo>
                    <a:pt x="3249" y="5415"/>
                    <a:pt x="3309" y="5434"/>
                    <a:pt x="3378" y="5434"/>
                  </a:cubicBezTo>
                  <a:cubicBezTo>
                    <a:pt x="3473" y="5434"/>
                    <a:pt x="3582" y="5398"/>
                    <a:pt x="3602" y="5340"/>
                  </a:cubicBezTo>
                  <a:cubicBezTo>
                    <a:pt x="3602" y="5340"/>
                    <a:pt x="3568" y="5206"/>
                    <a:pt x="3568" y="5006"/>
                  </a:cubicBezTo>
                  <a:cubicBezTo>
                    <a:pt x="3568" y="4806"/>
                    <a:pt x="3535" y="4506"/>
                    <a:pt x="3435" y="4172"/>
                  </a:cubicBezTo>
                  <a:cubicBezTo>
                    <a:pt x="3368" y="3505"/>
                    <a:pt x="3001" y="2705"/>
                    <a:pt x="2668" y="2171"/>
                  </a:cubicBezTo>
                  <a:cubicBezTo>
                    <a:pt x="2267" y="1637"/>
                    <a:pt x="1734" y="1003"/>
                    <a:pt x="1200" y="636"/>
                  </a:cubicBezTo>
                  <a:cubicBezTo>
                    <a:pt x="933" y="436"/>
                    <a:pt x="700" y="303"/>
                    <a:pt x="533" y="169"/>
                  </a:cubicBezTo>
                  <a:cubicBezTo>
                    <a:pt x="333" y="103"/>
                    <a:pt x="233" y="3"/>
                    <a:pt x="233" y="3"/>
                  </a:cubicBezTo>
                  <a:cubicBezTo>
                    <a:pt x="231" y="1"/>
                    <a:pt x="229" y="0"/>
                    <a:pt x="226"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43" name="Google Shape;5243;p60"/>
            <p:cNvSpPr/>
            <p:nvPr/>
          </p:nvSpPr>
          <p:spPr>
            <a:xfrm>
              <a:off x="1100560" y="4368004"/>
              <a:ext cx="68574" cy="104699"/>
            </a:xfrm>
            <a:custGeom>
              <a:avLst/>
              <a:gdLst/>
              <a:ahLst/>
              <a:cxnLst/>
              <a:rect l="l" t="t" r="r" b="b"/>
              <a:pathLst>
                <a:path w="2836" h="4330" extrusionOk="0">
                  <a:moveTo>
                    <a:pt x="2619" y="1"/>
                  </a:moveTo>
                  <a:cubicBezTo>
                    <a:pt x="2527" y="1"/>
                    <a:pt x="2435" y="9"/>
                    <a:pt x="2435" y="26"/>
                  </a:cubicBezTo>
                  <a:cubicBezTo>
                    <a:pt x="2435" y="26"/>
                    <a:pt x="2435" y="126"/>
                    <a:pt x="2368" y="293"/>
                  </a:cubicBezTo>
                  <a:cubicBezTo>
                    <a:pt x="2335" y="393"/>
                    <a:pt x="2335" y="626"/>
                    <a:pt x="2268" y="860"/>
                  </a:cubicBezTo>
                  <a:cubicBezTo>
                    <a:pt x="2135" y="1360"/>
                    <a:pt x="1868" y="1894"/>
                    <a:pt x="1668" y="2294"/>
                  </a:cubicBezTo>
                  <a:cubicBezTo>
                    <a:pt x="1434" y="2661"/>
                    <a:pt x="1101" y="3162"/>
                    <a:pt x="701" y="3462"/>
                  </a:cubicBezTo>
                  <a:cubicBezTo>
                    <a:pt x="534" y="3629"/>
                    <a:pt x="367" y="3729"/>
                    <a:pt x="267" y="3829"/>
                  </a:cubicBezTo>
                  <a:cubicBezTo>
                    <a:pt x="133" y="3929"/>
                    <a:pt x="33" y="3996"/>
                    <a:pt x="33" y="3996"/>
                  </a:cubicBezTo>
                  <a:cubicBezTo>
                    <a:pt x="0" y="4029"/>
                    <a:pt x="133" y="4329"/>
                    <a:pt x="200" y="4329"/>
                  </a:cubicBezTo>
                  <a:lnTo>
                    <a:pt x="467" y="4196"/>
                  </a:lnTo>
                  <a:cubicBezTo>
                    <a:pt x="600" y="4129"/>
                    <a:pt x="834" y="4029"/>
                    <a:pt x="1034" y="3862"/>
                  </a:cubicBezTo>
                  <a:cubicBezTo>
                    <a:pt x="1534" y="3562"/>
                    <a:pt x="2001" y="3062"/>
                    <a:pt x="2302" y="2628"/>
                  </a:cubicBezTo>
                  <a:cubicBezTo>
                    <a:pt x="2602" y="2161"/>
                    <a:pt x="2802" y="1494"/>
                    <a:pt x="2802" y="960"/>
                  </a:cubicBezTo>
                  <a:cubicBezTo>
                    <a:pt x="2835" y="693"/>
                    <a:pt x="2802" y="460"/>
                    <a:pt x="2802" y="293"/>
                  </a:cubicBezTo>
                  <a:lnTo>
                    <a:pt x="2802" y="26"/>
                  </a:lnTo>
                  <a:cubicBezTo>
                    <a:pt x="2802" y="9"/>
                    <a:pt x="2710" y="1"/>
                    <a:pt x="2619"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44" name="Google Shape;5244;p60"/>
            <p:cNvSpPr/>
            <p:nvPr/>
          </p:nvSpPr>
          <p:spPr>
            <a:xfrm>
              <a:off x="946533" y="4492749"/>
              <a:ext cx="100758" cy="65504"/>
            </a:xfrm>
            <a:custGeom>
              <a:avLst/>
              <a:gdLst/>
              <a:ahLst/>
              <a:cxnLst/>
              <a:rect l="l" t="t" r="r" b="b"/>
              <a:pathLst>
                <a:path w="4167" h="2709" extrusionOk="0">
                  <a:moveTo>
                    <a:pt x="3878" y="1"/>
                  </a:moveTo>
                  <a:cubicBezTo>
                    <a:pt x="3874" y="1"/>
                    <a:pt x="3870" y="2"/>
                    <a:pt x="3868" y="4"/>
                  </a:cubicBezTo>
                  <a:cubicBezTo>
                    <a:pt x="3868" y="4"/>
                    <a:pt x="3568" y="204"/>
                    <a:pt x="3201" y="471"/>
                  </a:cubicBezTo>
                  <a:cubicBezTo>
                    <a:pt x="3134" y="538"/>
                    <a:pt x="3001" y="571"/>
                    <a:pt x="2901" y="671"/>
                  </a:cubicBezTo>
                  <a:cubicBezTo>
                    <a:pt x="2801" y="738"/>
                    <a:pt x="2701" y="805"/>
                    <a:pt x="2567" y="871"/>
                  </a:cubicBezTo>
                  <a:cubicBezTo>
                    <a:pt x="2367" y="1005"/>
                    <a:pt x="2167" y="1138"/>
                    <a:pt x="2000" y="1238"/>
                  </a:cubicBezTo>
                  <a:lnTo>
                    <a:pt x="1366" y="1639"/>
                  </a:lnTo>
                  <a:lnTo>
                    <a:pt x="733" y="2005"/>
                  </a:lnTo>
                  <a:cubicBezTo>
                    <a:pt x="332" y="2239"/>
                    <a:pt x="32" y="2406"/>
                    <a:pt x="32" y="2406"/>
                  </a:cubicBezTo>
                  <a:cubicBezTo>
                    <a:pt x="1" y="2469"/>
                    <a:pt x="117" y="2709"/>
                    <a:pt x="214" y="2709"/>
                  </a:cubicBezTo>
                  <a:cubicBezTo>
                    <a:pt x="221" y="2709"/>
                    <a:pt x="226" y="2708"/>
                    <a:pt x="232" y="2706"/>
                  </a:cubicBezTo>
                  <a:cubicBezTo>
                    <a:pt x="232" y="2706"/>
                    <a:pt x="566" y="2639"/>
                    <a:pt x="1033" y="2472"/>
                  </a:cubicBezTo>
                  <a:cubicBezTo>
                    <a:pt x="1300" y="2372"/>
                    <a:pt x="1500" y="2306"/>
                    <a:pt x="1733" y="2172"/>
                  </a:cubicBezTo>
                  <a:cubicBezTo>
                    <a:pt x="2000" y="2072"/>
                    <a:pt x="2200" y="1972"/>
                    <a:pt x="2401" y="1839"/>
                  </a:cubicBezTo>
                  <a:cubicBezTo>
                    <a:pt x="2634" y="1705"/>
                    <a:pt x="2834" y="1538"/>
                    <a:pt x="3034" y="1372"/>
                  </a:cubicBezTo>
                  <a:cubicBezTo>
                    <a:pt x="3134" y="1305"/>
                    <a:pt x="3234" y="1205"/>
                    <a:pt x="3335" y="1138"/>
                  </a:cubicBezTo>
                  <a:lnTo>
                    <a:pt x="3568" y="871"/>
                  </a:lnTo>
                  <a:cubicBezTo>
                    <a:pt x="3868" y="504"/>
                    <a:pt x="4135" y="238"/>
                    <a:pt x="4135" y="238"/>
                  </a:cubicBezTo>
                  <a:cubicBezTo>
                    <a:pt x="4166" y="206"/>
                    <a:pt x="3936" y="1"/>
                    <a:pt x="3878"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45" name="Google Shape;5245;p60"/>
            <p:cNvSpPr/>
            <p:nvPr/>
          </p:nvSpPr>
          <p:spPr>
            <a:xfrm>
              <a:off x="764216" y="4591234"/>
              <a:ext cx="109705" cy="47683"/>
            </a:xfrm>
            <a:custGeom>
              <a:avLst/>
              <a:gdLst/>
              <a:ahLst/>
              <a:cxnLst/>
              <a:rect l="l" t="t" r="r" b="b"/>
              <a:pathLst>
                <a:path w="4537" h="1972" extrusionOk="0">
                  <a:moveTo>
                    <a:pt x="3603" y="1"/>
                  </a:moveTo>
                  <a:cubicBezTo>
                    <a:pt x="3102" y="1"/>
                    <a:pt x="2502" y="134"/>
                    <a:pt x="2035" y="301"/>
                  </a:cubicBezTo>
                  <a:cubicBezTo>
                    <a:pt x="1568" y="501"/>
                    <a:pt x="1001" y="801"/>
                    <a:pt x="601" y="1135"/>
                  </a:cubicBezTo>
                  <a:cubicBezTo>
                    <a:pt x="400" y="1268"/>
                    <a:pt x="267" y="1435"/>
                    <a:pt x="167" y="1568"/>
                  </a:cubicBezTo>
                  <a:lnTo>
                    <a:pt x="0" y="1735"/>
                  </a:lnTo>
                  <a:cubicBezTo>
                    <a:pt x="0" y="1766"/>
                    <a:pt x="175" y="1972"/>
                    <a:pt x="198" y="1972"/>
                  </a:cubicBezTo>
                  <a:cubicBezTo>
                    <a:pt x="199" y="1972"/>
                    <a:pt x="200" y="1971"/>
                    <a:pt x="200" y="1969"/>
                  </a:cubicBezTo>
                  <a:cubicBezTo>
                    <a:pt x="200" y="1969"/>
                    <a:pt x="267" y="1935"/>
                    <a:pt x="400" y="1835"/>
                  </a:cubicBezTo>
                  <a:cubicBezTo>
                    <a:pt x="534" y="1769"/>
                    <a:pt x="701" y="1668"/>
                    <a:pt x="901" y="1568"/>
                  </a:cubicBezTo>
                  <a:cubicBezTo>
                    <a:pt x="1268" y="1302"/>
                    <a:pt x="1835" y="1135"/>
                    <a:pt x="2235" y="968"/>
                  </a:cubicBezTo>
                  <a:cubicBezTo>
                    <a:pt x="2669" y="835"/>
                    <a:pt x="3202" y="634"/>
                    <a:pt x="3669" y="568"/>
                  </a:cubicBezTo>
                  <a:cubicBezTo>
                    <a:pt x="3903" y="468"/>
                    <a:pt x="4070" y="468"/>
                    <a:pt x="4236" y="434"/>
                  </a:cubicBezTo>
                  <a:cubicBezTo>
                    <a:pt x="4403" y="401"/>
                    <a:pt x="4503" y="401"/>
                    <a:pt x="4503" y="401"/>
                  </a:cubicBezTo>
                  <a:cubicBezTo>
                    <a:pt x="4537" y="401"/>
                    <a:pt x="4537" y="1"/>
                    <a:pt x="4503"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46" name="Google Shape;5246;p60"/>
            <p:cNvSpPr/>
            <p:nvPr/>
          </p:nvSpPr>
          <p:spPr>
            <a:xfrm>
              <a:off x="660967" y="4647646"/>
              <a:ext cx="66979" cy="110889"/>
            </a:xfrm>
            <a:custGeom>
              <a:avLst/>
              <a:gdLst/>
              <a:ahLst/>
              <a:cxnLst/>
              <a:rect l="l" t="t" r="r" b="b"/>
              <a:pathLst>
                <a:path w="2770" h="4586" extrusionOk="0">
                  <a:moveTo>
                    <a:pt x="2509" y="0"/>
                  </a:moveTo>
                  <a:cubicBezTo>
                    <a:pt x="2506" y="0"/>
                    <a:pt x="2504" y="1"/>
                    <a:pt x="2502" y="3"/>
                  </a:cubicBezTo>
                  <a:cubicBezTo>
                    <a:pt x="2502" y="3"/>
                    <a:pt x="2435" y="103"/>
                    <a:pt x="2302" y="169"/>
                  </a:cubicBezTo>
                  <a:cubicBezTo>
                    <a:pt x="2169" y="269"/>
                    <a:pt x="2002" y="403"/>
                    <a:pt x="1802" y="603"/>
                  </a:cubicBezTo>
                  <a:cubicBezTo>
                    <a:pt x="1368" y="937"/>
                    <a:pt x="968" y="1470"/>
                    <a:pt x="701" y="1937"/>
                  </a:cubicBezTo>
                  <a:cubicBezTo>
                    <a:pt x="467" y="2371"/>
                    <a:pt x="201" y="3005"/>
                    <a:pt x="134" y="3572"/>
                  </a:cubicBezTo>
                  <a:cubicBezTo>
                    <a:pt x="100" y="3805"/>
                    <a:pt x="34" y="4072"/>
                    <a:pt x="34" y="4239"/>
                  </a:cubicBezTo>
                  <a:cubicBezTo>
                    <a:pt x="0" y="4406"/>
                    <a:pt x="0" y="4472"/>
                    <a:pt x="0" y="4472"/>
                  </a:cubicBezTo>
                  <a:cubicBezTo>
                    <a:pt x="25" y="4548"/>
                    <a:pt x="201" y="4585"/>
                    <a:pt x="301" y="4585"/>
                  </a:cubicBezTo>
                  <a:cubicBezTo>
                    <a:pt x="334" y="4585"/>
                    <a:pt x="359" y="4581"/>
                    <a:pt x="367" y="4573"/>
                  </a:cubicBezTo>
                  <a:cubicBezTo>
                    <a:pt x="367" y="4573"/>
                    <a:pt x="434" y="4472"/>
                    <a:pt x="467" y="4306"/>
                  </a:cubicBezTo>
                  <a:cubicBezTo>
                    <a:pt x="501" y="4172"/>
                    <a:pt x="601" y="3972"/>
                    <a:pt x="668" y="3739"/>
                  </a:cubicBezTo>
                  <a:cubicBezTo>
                    <a:pt x="834" y="3272"/>
                    <a:pt x="1135" y="2738"/>
                    <a:pt x="1335" y="2304"/>
                  </a:cubicBezTo>
                  <a:cubicBezTo>
                    <a:pt x="1535" y="1904"/>
                    <a:pt x="1835" y="1337"/>
                    <a:pt x="2169" y="970"/>
                  </a:cubicBezTo>
                  <a:cubicBezTo>
                    <a:pt x="2335" y="803"/>
                    <a:pt x="2469" y="636"/>
                    <a:pt x="2602" y="503"/>
                  </a:cubicBezTo>
                  <a:cubicBezTo>
                    <a:pt x="2669" y="403"/>
                    <a:pt x="2769" y="303"/>
                    <a:pt x="2769" y="303"/>
                  </a:cubicBezTo>
                  <a:cubicBezTo>
                    <a:pt x="2769" y="271"/>
                    <a:pt x="2559" y="0"/>
                    <a:pt x="2509"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47" name="Google Shape;5247;p60"/>
            <p:cNvSpPr/>
            <p:nvPr/>
          </p:nvSpPr>
          <p:spPr>
            <a:xfrm>
              <a:off x="660169" y="4824547"/>
              <a:ext cx="36318" cy="90965"/>
            </a:xfrm>
            <a:custGeom>
              <a:avLst/>
              <a:gdLst/>
              <a:ahLst/>
              <a:cxnLst/>
              <a:rect l="l" t="t" r="r" b="b"/>
              <a:pathLst>
                <a:path w="1502" h="3762" extrusionOk="0">
                  <a:moveTo>
                    <a:pt x="267" y="0"/>
                  </a:moveTo>
                  <a:cubicBezTo>
                    <a:pt x="167" y="0"/>
                    <a:pt x="67" y="9"/>
                    <a:pt x="67" y="25"/>
                  </a:cubicBezTo>
                  <a:cubicBezTo>
                    <a:pt x="67" y="25"/>
                    <a:pt x="33" y="125"/>
                    <a:pt x="33" y="259"/>
                  </a:cubicBezTo>
                  <a:cubicBezTo>
                    <a:pt x="33" y="359"/>
                    <a:pt x="0" y="526"/>
                    <a:pt x="0" y="759"/>
                  </a:cubicBezTo>
                  <a:cubicBezTo>
                    <a:pt x="0" y="1159"/>
                    <a:pt x="33" y="1660"/>
                    <a:pt x="133" y="2027"/>
                  </a:cubicBezTo>
                  <a:cubicBezTo>
                    <a:pt x="167" y="2260"/>
                    <a:pt x="234" y="2460"/>
                    <a:pt x="334" y="2660"/>
                  </a:cubicBezTo>
                  <a:cubicBezTo>
                    <a:pt x="467" y="2861"/>
                    <a:pt x="567" y="3094"/>
                    <a:pt x="701" y="3261"/>
                  </a:cubicBezTo>
                  <a:cubicBezTo>
                    <a:pt x="734" y="3328"/>
                    <a:pt x="834" y="3361"/>
                    <a:pt x="867" y="3461"/>
                  </a:cubicBezTo>
                  <a:cubicBezTo>
                    <a:pt x="901" y="3528"/>
                    <a:pt x="1001" y="3594"/>
                    <a:pt x="1034" y="3628"/>
                  </a:cubicBezTo>
                  <a:cubicBezTo>
                    <a:pt x="1168" y="3694"/>
                    <a:pt x="1201" y="3761"/>
                    <a:pt x="1201" y="3761"/>
                  </a:cubicBezTo>
                  <a:cubicBezTo>
                    <a:pt x="1234" y="3761"/>
                    <a:pt x="1468" y="3528"/>
                    <a:pt x="1501" y="3494"/>
                  </a:cubicBezTo>
                  <a:lnTo>
                    <a:pt x="1401" y="3328"/>
                  </a:lnTo>
                  <a:cubicBezTo>
                    <a:pt x="1368" y="3294"/>
                    <a:pt x="1334" y="3261"/>
                    <a:pt x="1301" y="3161"/>
                  </a:cubicBezTo>
                  <a:cubicBezTo>
                    <a:pt x="1301" y="3127"/>
                    <a:pt x="1234" y="3027"/>
                    <a:pt x="1201" y="2961"/>
                  </a:cubicBezTo>
                  <a:cubicBezTo>
                    <a:pt x="1134" y="2794"/>
                    <a:pt x="1067" y="2594"/>
                    <a:pt x="1001" y="2427"/>
                  </a:cubicBezTo>
                  <a:cubicBezTo>
                    <a:pt x="901" y="2260"/>
                    <a:pt x="867" y="2027"/>
                    <a:pt x="834" y="1860"/>
                  </a:cubicBezTo>
                  <a:cubicBezTo>
                    <a:pt x="734" y="1493"/>
                    <a:pt x="667" y="1093"/>
                    <a:pt x="567" y="692"/>
                  </a:cubicBezTo>
                  <a:cubicBezTo>
                    <a:pt x="534" y="526"/>
                    <a:pt x="500" y="359"/>
                    <a:pt x="500" y="259"/>
                  </a:cubicBezTo>
                  <a:cubicBezTo>
                    <a:pt x="467" y="125"/>
                    <a:pt x="467" y="25"/>
                    <a:pt x="467" y="25"/>
                  </a:cubicBezTo>
                  <a:cubicBezTo>
                    <a:pt x="467" y="9"/>
                    <a:pt x="367" y="0"/>
                    <a:pt x="267"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48" name="Google Shape;5248;p60"/>
            <p:cNvSpPr/>
            <p:nvPr/>
          </p:nvSpPr>
          <p:spPr>
            <a:xfrm>
              <a:off x="735272" y="4956545"/>
              <a:ext cx="126558" cy="61393"/>
            </a:xfrm>
            <a:custGeom>
              <a:avLst/>
              <a:gdLst/>
              <a:ahLst/>
              <a:cxnLst/>
              <a:rect l="l" t="t" r="r" b="b"/>
              <a:pathLst>
                <a:path w="5234" h="2539" extrusionOk="0">
                  <a:moveTo>
                    <a:pt x="283" y="1"/>
                  </a:moveTo>
                  <a:cubicBezTo>
                    <a:pt x="203" y="1"/>
                    <a:pt x="0" y="241"/>
                    <a:pt x="63" y="304"/>
                  </a:cubicBezTo>
                  <a:lnTo>
                    <a:pt x="263" y="504"/>
                  </a:lnTo>
                  <a:cubicBezTo>
                    <a:pt x="397" y="637"/>
                    <a:pt x="597" y="804"/>
                    <a:pt x="797" y="971"/>
                  </a:cubicBezTo>
                  <a:cubicBezTo>
                    <a:pt x="1230" y="1338"/>
                    <a:pt x="1831" y="1671"/>
                    <a:pt x="2331" y="1905"/>
                  </a:cubicBezTo>
                  <a:cubicBezTo>
                    <a:pt x="2832" y="2138"/>
                    <a:pt x="3565" y="2338"/>
                    <a:pt x="4099" y="2405"/>
                  </a:cubicBezTo>
                  <a:cubicBezTo>
                    <a:pt x="4399" y="2472"/>
                    <a:pt x="4633" y="2505"/>
                    <a:pt x="4800" y="2505"/>
                  </a:cubicBezTo>
                  <a:cubicBezTo>
                    <a:pt x="4966" y="2539"/>
                    <a:pt x="5100" y="2539"/>
                    <a:pt x="5100" y="2539"/>
                  </a:cubicBezTo>
                  <a:cubicBezTo>
                    <a:pt x="5200" y="2505"/>
                    <a:pt x="5233" y="2205"/>
                    <a:pt x="5133" y="2138"/>
                  </a:cubicBezTo>
                  <a:cubicBezTo>
                    <a:pt x="5133" y="2138"/>
                    <a:pt x="5067" y="2072"/>
                    <a:pt x="4900" y="2038"/>
                  </a:cubicBezTo>
                  <a:lnTo>
                    <a:pt x="4266" y="1838"/>
                  </a:lnTo>
                  <a:cubicBezTo>
                    <a:pt x="3766" y="1705"/>
                    <a:pt x="3132" y="1404"/>
                    <a:pt x="2665" y="1204"/>
                  </a:cubicBezTo>
                  <a:cubicBezTo>
                    <a:pt x="2231" y="1004"/>
                    <a:pt x="1597" y="737"/>
                    <a:pt x="1130" y="470"/>
                  </a:cubicBezTo>
                  <a:cubicBezTo>
                    <a:pt x="897" y="337"/>
                    <a:pt x="663" y="204"/>
                    <a:pt x="563" y="137"/>
                  </a:cubicBezTo>
                  <a:lnTo>
                    <a:pt x="296" y="3"/>
                  </a:lnTo>
                  <a:cubicBezTo>
                    <a:pt x="293" y="1"/>
                    <a:pt x="288" y="1"/>
                    <a:pt x="283"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49" name="Google Shape;5249;p60"/>
            <p:cNvSpPr/>
            <p:nvPr/>
          </p:nvSpPr>
          <p:spPr>
            <a:xfrm>
              <a:off x="894860" y="5013078"/>
              <a:ext cx="83058" cy="36391"/>
            </a:xfrm>
            <a:custGeom>
              <a:avLst/>
              <a:gdLst/>
              <a:ahLst/>
              <a:cxnLst/>
              <a:rect l="l" t="t" r="r" b="b"/>
              <a:pathLst>
                <a:path w="3435" h="1505" extrusionOk="0">
                  <a:moveTo>
                    <a:pt x="668" y="0"/>
                  </a:moveTo>
                  <a:cubicBezTo>
                    <a:pt x="501" y="0"/>
                    <a:pt x="335" y="34"/>
                    <a:pt x="201" y="34"/>
                  </a:cubicBezTo>
                  <a:cubicBezTo>
                    <a:pt x="134" y="67"/>
                    <a:pt x="34" y="67"/>
                    <a:pt x="34" y="67"/>
                  </a:cubicBezTo>
                  <a:cubicBezTo>
                    <a:pt x="1" y="67"/>
                    <a:pt x="1" y="467"/>
                    <a:pt x="34" y="467"/>
                  </a:cubicBezTo>
                  <a:cubicBezTo>
                    <a:pt x="34" y="467"/>
                    <a:pt x="68" y="501"/>
                    <a:pt x="201" y="501"/>
                  </a:cubicBezTo>
                  <a:cubicBezTo>
                    <a:pt x="301" y="501"/>
                    <a:pt x="468" y="534"/>
                    <a:pt x="635" y="567"/>
                  </a:cubicBezTo>
                  <a:cubicBezTo>
                    <a:pt x="968" y="668"/>
                    <a:pt x="1369" y="801"/>
                    <a:pt x="1669" y="868"/>
                  </a:cubicBezTo>
                  <a:cubicBezTo>
                    <a:pt x="1969" y="968"/>
                    <a:pt x="2369" y="1034"/>
                    <a:pt x="2670" y="1201"/>
                  </a:cubicBezTo>
                  <a:cubicBezTo>
                    <a:pt x="2836" y="1301"/>
                    <a:pt x="2970" y="1368"/>
                    <a:pt x="3036" y="1401"/>
                  </a:cubicBezTo>
                  <a:cubicBezTo>
                    <a:pt x="3137" y="1435"/>
                    <a:pt x="3170" y="1501"/>
                    <a:pt x="3170" y="1501"/>
                  </a:cubicBezTo>
                  <a:cubicBezTo>
                    <a:pt x="3172" y="1504"/>
                    <a:pt x="3175" y="1505"/>
                    <a:pt x="3179" y="1505"/>
                  </a:cubicBezTo>
                  <a:cubicBezTo>
                    <a:pt x="3233" y="1505"/>
                    <a:pt x="3435" y="1293"/>
                    <a:pt x="3403" y="1168"/>
                  </a:cubicBezTo>
                  <a:lnTo>
                    <a:pt x="3303" y="1034"/>
                  </a:lnTo>
                  <a:cubicBezTo>
                    <a:pt x="3237" y="968"/>
                    <a:pt x="3137" y="834"/>
                    <a:pt x="2970" y="701"/>
                  </a:cubicBezTo>
                  <a:cubicBezTo>
                    <a:pt x="2670" y="467"/>
                    <a:pt x="2203" y="234"/>
                    <a:pt x="1869" y="134"/>
                  </a:cubicBezTo>
                  <a:cubicBezTo>
                    <a:pt x="1502" y="34"/>
                    <a:pt x="1035" y="0"/>
                    <a:pt x="668"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50" name="Google Shape;5250;p60"/>
            <p:cNvSpPr/>
            <p:nvPr/>
          </p:nvSpPr>
          <p:spPr>
            <a:xfrm>
              <a:off x="1026351" y="5084603"/>
              <a:ext cx="65359" cy="59168"/>
            </a:xfrm>
            <a:custGeom>
              <a:avLst/>
              <a:gdLst/>
              <a:ahLst/>
              <a:cxnLst/>
              <a:rect l="l" t="t" r="r" b="b"/>
              <a:pathLst>
                <a:path w="2703" h="2447" extrusionOk="0">
                  <a:moveTo>
                    <a:pt x="226" y="1"/>
                  </a:moveTo>
                  <a:cubicBezTo>
                    <a:pt x="185" y="1"/>
                    <a:pt x="0" y="215"/>
                    <a:pt x="0" y="245"/>
                  </a:cubicBezTo>
                  <a:cubicBezTo>
                    <a:pt x="0" y="245"/>
                    <a:pt x="567" y="1079"/>
                    <a:pt x="1068" y="1546"/>
                  </a:cubicBezTo>
                  <a:cubicBezTo>
                    <a:pt x="1334" y="1746"/>
                    <a:pt x="1668" y="2013"/>
                    <a:pt x="1935" y="2179"/>
                  </a:cubicBezTo>
                  <a:cubicBezTo>
                    <a:pt x="2235" y="2346"/>
                    <a:pt x="2502" y="2446"/>
                    <a:pt x="2502" y="2446"/>
                  </a:cubicBezTo>
                  <a:cubicBezTo>
                    <a:pt x="2535" y="2446"/>
                    <a:pt x="2702" y="2213"/>
                    <a:pt x="2702" y="2179"/>
                  </a:cubicBezTo>
                  <a:cubicBezTo>
                    <a:pt x="2702" y="2179"/>
                    <a:pt x="2502" y="2013"/>
                    <a:pt x="2268" y="1746"/>
                  </a:cubicBezTo>
                  <a:cubicBezTo>
                    <a:pt x="2035" y="1479"/>
                    <a:pt x="1768" y="1212"/>
                    <a:pt x="1535" y="979"/>
                  </a:cubicBezTo>
                  <a:cubicBezTo>
                    <a:pt x="1068" y="578"/>
                    <a:pt x="234" y="11"/>
                    <a:pt x="234" y="11"/>
                  </a:cubicBezTo>
                  <a:cubicBezTo>
                    <a:pt x="234" y="4"/>
                    <a:pt x="231" y="1"/>
                    <a:pt x="226"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51" name="Google Shape;5251;p60"/>
            <p:cNvSpPr/>
            <p:nvPr/>
          </p:nvSpPr>
          <p:spPr>
            <a:xfrm>
              <a:off x="172991" y="4146805"/>
              <a:ext cx="510585" cy="76892"/>
            </a:xfrm>
            <a:custGeom>
              <a:avLst/>
              <a:gdLst/>
              <a:ahLst/>
              <a:cxnLst/>
              <a:rect l="l" t="t" r="r" b="b"/>
              <a:pathLst>
                <a:path w="21116" h="3180" extrusionOk="0">
                  <a:moveTo>
                    <a:pt x="10841" y="1"/>
                  </a:moveTo>
                  <a:cubicBezTo>
                    <a:pt x="10675" y="201"/>
                    <a:pt x="10474" y="468"/>
                    <a:pt x="10241" y="701"/>
                  </a:cubicBezTo>
                  <a:cubicBezTo>
                    <a:pt x="10141" y="835"/>
                    <a:pt x="10041" y="968"/>
                    <a:pt x="9907" y="1068"/>
                  </a:cubicBezTo>
                  <a:lnTo>
                    <a:pt x="9874" y="1135"/>
                  </a:lnTo>
                  <a:lnTo>
                    <a:pt x="9841" y="1168"/>
                  </a:lnTo>
                  <a:lnTo>
                    <a:pt x="9741" y="1268"/>
                  </a:lnTo>
                  <a:cubicBezTo>
                    <a:pt x="9540" y="1468"/>
                    <a:pt x="9307" y="1635"/>
                    <a:pt x="9040" y="1769"/>
                  </a:cubicBezTo>
                  <a:cubicBezTo>
                    <a:pt x="8572" y="2003"/>
                    <a:pt x="8053" y="2108"/>
                    <a:pt x="7527" y="2108"/>
                  </a:cubicBezTo>
                  <a:cubicBezTo>
                    <a:pt x="7453" y="2108"/>
                    <a:pt x="7379" y="2106"/>
                    <a:pt x="7306" y="2102"/>
                  </a:cubicBezTo>
                  <a:cubicBezTo>
                    <a:pt x="6672" y="2036"/>
                    <a:pt x="6071" y="1802"/>
                    <a:pt x="5571" y="1468"/>
                  </a:cubicBezTo>
                  <a:cubicBezTo>
                    <a:pt x="5471" y="1335"/>
                    <a:pt x="5337" y="1268"/>
                    <a:pt x="5204" y="1168"/>
                  </a:cubicBezTo>
                  <a:lnTo>
                    <a:pt x="5037" y="1035"/>
                  </a:lnTo>
                  <a:lnTo>
                    <a:pt x="4904" y="935"/>
                  </a:lnTo>
                  <a:lnTo>
                    <a:pt x="4804" y="801"/>
                  </a:lnTo>
                  <a:lnTo>
                    <a:pt x="4537" y="534"/>
                  </a:lnTo>
                  <a:lnTo>
                    <a:pt x="4504" y="501"/>
                  </a:lnTo>
                  <a:lnTo>
                    <a:pt x="4403" y="568"/>
                  </a:lnTo>
                  <a:lnTo>
                    <a:pt x="4237" y="701"/>
                  </a:lnTo>
                  <a:cubicBezTo>
                    <a:pt x="4137" y="868"/>
                    <a:pt x="3970" y="1001"/>
                    <a:pt x="3836" y="1135"/>
                  </a:cubicBezTo>
                  <a:cubicBezTo>
                    <a:pt x="3002" y="1902"/>
                    <a:pt x="2068" y="2369"/>
                    <a:pt x="1368" y="2503"/>
                  </a:cubicBezTo>
                  <a:cubicBezTo>
                    <a:pt x="1034" y="2569"/>
                    <a:pt x="734" y="2636"/>
                    <a:pt x="534" y="2636"/>
                  </a:cubicBezTo>
                  <a:lnTo>
                    <a:pt x="234" y="2636"/>
                  </a:lnTo>
                  <a:cubicBezTo>
                    <a:pt x="0" y="2669"/>
                    <a:pt x="0" y="3003"/>
                    <a:pt x="234" y="3003"/>
                  </a:cubicBezTo>
                  <a:lnTo>
                    <a:pt x="567" y="3003"/>
                  </a:lnTo>
                  <a:cubicBezTo>
                    <a:pt x="801" y="3003"/>
                    <a:pt x="1134" y="2970"/>
                    <a:pt x="1501" y="2903"/>
                  </a:cubicBezTo>
                  <a:cubicBezTo>
                    <a:pt x="1702" y="2836"/>
                    <a:pt x="1902" y="2836"/>
                    <a:pt x="2135" y="2736"/>
                  </a:cubicBezTo>
                  <a:cubicBezTo>
                    <a:pt x="2369" y="2669"/>
                    <a:pt x="2569" y="2603"/>
                    <a:pt x="2836" y="2469"/>
                  </a:cubicBezTo>
                  <a:cubicBezTo>
                    <a:pt x="3303" y="2236"/>
                    <a:pt x="3803" y="1869"/>
                    <a:pt x="4237" y="1502"/>
                  </a:cubicBezTo>
                  <a:lnTo>
                    <a:pt x="4403" y="1335"/>
                  </a:lnTo>
                  <a:lnTo>
                    <a:pt x="4470" y="1302"/>
                  </a:lnTo>
                  <a:cubicBezTo>
                    <a:pt x="4470" y="1302"/>
                    <a:pt x="4470" y="1272"/>
                    <a:pt x="4480" y="1272"/>
                  </a:cubicBezTo>
                  <a:cubicBezTo>
                    <a:pt x="4485" y="1272"/>
                    <a:pt x="4492" y="1279"/>
                    <a:pt x="4504" y="1302"/>
                  </a:cubicBezTo>
                  <a:lnTo>
                    <a:pt x="4570" y="1368"/>
                  </a:lnTo>
                  <a:lnTo>
                    <a:pt x="4637" y="1402"/>
                  </a:lnTo>
                  <a:lnTo>
                    <a:pt x="4670" y="1468"/>
                  </a:lnTo>
                  <a:lnTo>
                    <a:pt x="4870" y="1635"/>
                  </a:lnTo>
                  <a:cubicBezTo>
                    <a:pt x="5004" y="1769"/>
                    <a:pt x="5171" y="1869"/>
                    <a:pt x="5304" y="1969"/>
                  </a:cubicBezTo>
                  <a:cubicBezTo>
                    <a:pt x="5871" y="2369"/>
                    <a:pt x="6538" y="2669"/>
                    <a:pt x="7306" y="2736"/>
                  </a:cubicBezTo>
                  <a:cubicBezTo>
                    <a:pt x="7486" y="2771"/>
                    <a:pt x="7674" y="2787"/>
                    <a:pt x="7863" y="2787"/>
                  </a:cubicBezTo>
                  <a:cubicBezTo>
                    <a:pt x="8406" y="2787"/>
                    <a:pt x="8962" y="2650"/>
                    <a:pt x="9407" y="2402"/>
                  </a:cubicBezTo>
                  <a:cubicBezTo>
                    <a:pt x="9741" y="2236"/>
                    <a:pt x="10041" y="2036"/>
                    <a:pt x="10308" y="1835"/>
                  </a:cubicBezTo>
                  <a:lnTo>
                    <a:pt x="10474" y="1669"/>
                  </a:lnTo>
                  <a:cubicBezTo>
                    <a:pt x="10508" y="1802"/>
                    <a:pt x="10575" y="1969"/>
                    <a:pt x="10675" y="2136"/>
                  </a:cubicBezTo>
                  <a:cubicBezTo>
                    <a:pt x="10841" y="2436"/>
                    <a:pt x="11175" y="2703"/>
                    <a:pt x="11509" y="2869"/>
                  </a:cubicBezTo>
                  <a:cubicBezTo>
                    <a:pt x="11922" y="3106"/>
                    <a:pt x="12359" y="3179"/>
                    <a:pt x="12792" y="3179"/>
                  </a:cubicBezTo>
                  <a:cubicBezTo>
                    <a:pt x="13092" y="3179"/>
                    <a:pt x="13390" y="3144"/>
                    <a:pt x="13677" y="3103"/>
                  </a:cubicBezTo>
                  <a:cubicBezTo>
                    <a:pt x="14377" y="2970"/>
                    <a:pt x="15044" y="2703"/>
                    <a:pt x="15678" y="2436"/>
                  </a:cubicBezTo>
                  <a:cubicBezTo>
                    <a:pt x="15978" y="2302"/>
                    <a:pt x="16245" y="2136"/>
                    <a:pt x="16545" y="1935"/>
                  </a:cubicBezTo>
                  <a:cubicBezTo>
                    <a:pt x="16646" y="1835"/>
                    <a:pt x="16679" y="1802"/>
                    <a:pt x="16746" y="1769"/>
                  </a:cubicBezTo>
                  <a:lnTo>
                    <a:pt x="16846" y="1669"/>
                  </a:lnTo>
                  <a:lnTo>
                    <a:pt x="16879" y="1635"/>
                  </a:lnTo>
                  <a:cubicBezTo>
                    <a:pt x="16925" y="1612"/>
                    <a:pt x="16955" y="1573"/>
                    <a:pt x="16969" y="1573"/>
                  </a:cubicBezTo>
                  <a:cubicBezTo>
                    <a:pt x="16976" y="1573"/>
                    <a:pt x="16979" y="1581"/>
                    <a:pt x="16979" y="1602"/>
                  </a:cubicBezTo>
                  <a:cubicBezTo>
                    <a:pt x="17012" y="1602"/>
                    <a:pt x="17012" y="1635"/>
                    <a:pt x="17012" y="1635"/>
                  </a:cubicBezTo>
                  <a:lnTo>
                    <a:pt x="17046" y="1702"/>
                  </a:lnTo>
                  <a:cubicBezTo>
                    <a:pt x="17113" y="1702"/>
                    <a:pt x="17113" y="1769"/>
                    <a:pt x="17146" y="1802"/>
                  </a:cubicBezTo>
                  <a:cubicBezTo>
                    <a:pt x="17279" y="1935"/>
                    <a:pt x="17346" y="2036"/>
                    <a:pt x="17479" y="2136"/>
                  </a:cubicBezTo>
                  <a:cubicBezTo>
                    <a:pt x="17680" y="2336"/>
                    <a:pt x="17946" y="2503"/>
                    <a:pt x="18180" y="2636"/>
                  </a:cubicBezTo>
                  <a:cubicBezTo>
                    <a:pt x="18647" y="2869"/>
                    <a:pt x="19114" y="3003"/>
                    <a:pt x="19514" y="3103"/>
                  </a:cubicBezTo>
                  <a:cubicBezTo>
                    <a:pt x="19731" y="3120"/>
                    <a:pt x="19923" y="3128"/>
                    <a:pt x="20085" y="3128"/>
                  </a:cubicBezTo>
                  <a:cubicBezTo>
                    <a:pt x="20248" y="3128"/>
                    <a:pt x="20382" y="3120"/>
                    <a:pt x="20482" y="3103"/>
                  </a:cubicBezTo>
                  <a:cubicBezTo>
                    <a:pt x="20682" y="3036"/>
                    <a:pt x="20815" y="3003"/>
                    <a:pt x="20815" y="3003"/>
                  </a:cubicBezTo>
                  <a:cubicBezTo>
                    <a:pt x="21115" y="2869"/>
                    <a:pt x="20882" y="2603"/>
                    <a:pt x="20582" y="2569"/>
                  </a:cubicBezTo>
                  <a:cubicBezTo>
                    <a:pt x="20582" y="2569"/>
                    <a:pt x="20548" y="2636"/>
                    <a:pt x="20515" y="2636"/>
                  </a:cubicBezTo>
                  <a:cubicBezTo>
                    <a:pt x="20482" y="2636"/>
                    <a:pt x="20382" y="2669"/>
                    <a:pt x="20315" y="2669"/>
                  </a:cubicBezTo>
                  <a:cubicBezTo>
                    <a:pt x="20218" y="2683"/>
                    <a:pt x="20116" y="2691"/>
                    <a:pt x="20005" y="2691"/>
                  </a:cubicBezTo>
                  <a:cubicBezTo>
                    <a:pt x="19849" y="2691"/>
                    <a:pt x="19676" y="2675"/>
                    <a:pt x="19481" y="2636"/>
                  </a:cubicBezTo>
                  <a:cubicBezTo>
                    <a:pt x="19147" y="2569"/>
                    <a:pt x="18714" y="2402"/>
                    <a:pt x="18313" y="2169"/>
                  </a:cubicBezTo>
                  <a:cubicBezTo>
                    <a:pt x="18080" y="2036"/>
                    <a:pt x="17880" y="1869"/>
                    <a:pt x="17713" y="1702"/>
                  </a:cubicBezTo>
                  <a:cubicBezTo>
                    <a:pt x="17646" y="1635"/>
                    <a:pt x="17546" y="1502"/>
                    <a:pt x="17479" y="1402"/>
                  </a:cubicBezTo>
                  <a:cubicBezTo>
                    <a:pt x="17479" y="1368"/>
                    <a:pt x="17413" y="1368"/>
                    <a:pt x="17413" y="1335"/>
                  </a:cubicBezTo>
                  <a:lnTo>
                    <a:pt x="17379" y="1302"/>
                  </a:lnTo>
                  <a:lnTo>
                    <a:pt x="17346" y="1202"/>
                  </a:lnTo>
                  <a:cubicBezTo>
                    <a:pt x="17313" y="1068"/>
                    <a:pt x="17213" y="968"/>
                    <a:pt x="17179" y="835"/>
                  </a:cubicBezTo>
                  <a:lnTo>
                    <a:pt x="17079" y="668"/>
                  </a:lnTo>
                  <a:cubicBezTo>
                    <a:pt x="17046" y="668"/>
                    <a:pt x="17046" y="635"/>
                    <a:pt x="17046" y="635"/>
                  </a:cubicBezTo>
                  <a:lnTo>
                    <a:pt x="17012" y="668"/>
                  </a:lnTo>
                  <a:lnTo>
                    <a:pt x="16912" y="735"/>
                  </a:lnTo>
                  <a:cubicBezTo>
                    <a:pt x="16812" y="868"/>
                    <a:pt x="16712" y="968"/>
                    <a:pt x="16579" y="1035"/>
                  </a:cubicBezTo>
                  <a:cubicBezTo>
                    <a:pt x="16545" y="1068"/>
                    <a:pt x="16479" y="1135"/>
                    <a:pt x="16412" y="1168"/>
                  </a:cubicBezTo>
                  <a:lnTo>
                    <a:pt x="16345" y="1235"/>
                  </a:lnTo>
                  <a:cubicBezTo>
                    <a:pt x="16312" y="1302"/>
                    <a:pt x="16212" y="1335"/>
                    <a:pt x="16179" y="1368"/>
                  </a:cubicBezTo>
                  <a:cubicBezTo>
                    <a:pt x="15912" y="1535"/>
                    <a:pt x="15645" y="1702"/>
                    <a:pt x="15345" y="1835"/>
                  </a:cubicBezTo>
                  <a:cubicBezTo>
                    <a:pt x="14744" y="2136"/>
                    <a:pt x="14144" y="2336"/>
                    <a:pt x="13510" y="2402"/>
                  </a:cubicBezTo>
                  <a:cubicBezTo>
                    <a:pt x="13269" y="2441"/>
                    <a:pt x="13029" y="2464"/>
                    <a:pt x="12795" y="2464"/>
                  </a:cubicBezTo>
                  <a:cubicBezTo>
                    <a:pt x="12414" y="2464"/>
                    <a:pt x="12052" y="2401"/>
                    <a:pt x="11742" y="2236"/>
                  </a:cubicBezTo>
                  <a:cubicBezTo>
                    <a:pt x="11542" y="2136"/>
                    <a:pt x="11342" y="1969"/>
                    <a:pt x="11208" y="1735"/>
                  </a:cubicBezTo>
                  <a:cubicBezTo>
                    <a:pt x="11142" y="1635"/>
                    <a:pt x="11075" y="1535"/>
                    <a:pt x="11042" y="1368"/>
                  </a:cubicBezTo>
                  <a:cubicBezTo>
                    <a:pt x="10975" y="1035"/>
                    <a:pt x="10908" y="668"/>
                    <a:pt x="10875" y="368"/>
                  </a:cubicBezTo>
                  <a:cubicBezTo>
                    <a:pt x="10875" y="201"/>
                    <a:pt x="10841" y="101"/>
                    <a:pt x="10841"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52" name="Google Shape;5252;p60"/>
            <p:cNvSpPr/>
            <p:nvPr/>
          </p:nvSpPr>
          <p:spPr>
            <a:xfrm>
              <a:off x="1059043" y="3265324"/>
              <a:ext cx="389153" cy="110430"/>
            </a:xfrm>
            <a:custGeom>
              <a:avLst/>
              <a:gdLst/>
              <a:ahLst/>
              <a:cxnLst/>
              <a:rect l="l" t="t" r="r" b="b"/>
              <a:pathLst>
                <a:path w="16094" h="4567" extrusionOk="0">
                  <a:moveTo>
                    <a:pt x="4528" y="0"/>
                  </a:moveTo>
                  <a:cubicBezTo>
                    <a:pt x="4523" y="0"/>
                    <a:pt x="4519" y="7"/>
                    <a:pt x="4519" y="30"/>
                  </a:cubicBezTo>
                  <a:lnTo>
                    <a:pt x="4319" y="297"/>
                  </a:lnTo>
                  <a:cubicBezTo>
                    <a:pt x="4185" y="463"/>
                    <a:pt x="4085" y="630"/>
                    <a:pt x="3985" y="797"/>
                  </a:cubicBezTo>
                  <a:cubicBezTo>
                    <a:pt x="3685" y="1231"/>
                    <a:pt x="3352" y="1631"/>
                    <a:pt x="3051" y="1998"/>
                  </a:cubicBezTo>
                  <a:cubicBezTo>
                    <a:pt x="2484" y="2732"/>
                    <a:pt x="1750" y="3165"/>
                    <a:pt x="1217" y="3265"/>
                  </a:cubicBezTo>
                  <a:lnTo>
                    <a:pt x="850" y="3265"/>
                  </a:lnTo>
                  <a:cubicBezTo>
                    <a:pt x="716" y="3265"/>
                    <a:pt x="650" y="3232"/>
                    <a:pt x="550" y="3232"/>
                  </a:cubicBezTo>
                  <a:cubicBezTo>
                    <a:pt x="416" y="3165"/>
                    <a:pt x="349" y="3132"/>
                    <a:pt x="349" y="3132"/>
                  </a:cubicBezTo>
                  <a:cubicBezTo>
                    <a:pt x="334" y="3126"/>
                    <a:pt x="319" y="3123"/>
                    <a:pt x="304" y="3123"/>
                  </a:cubicBezTo>
                  <a:cubicBezTo>
                    <a:pt x="150" y="3123"/>
                    <a:pt x="0" y="3405"/>
                    <a:pt x="183" y="3465"/>
                  </a:cubicBezTo>
                  <a:lnTo>
                    <a:pt x="416" y="3599"/>
                  </a:lnTo>
                  <a:cubicBezTo>
                    <a:pt x="516" y="3632"/>
                    <a:pt x="650" y="3632"/>
                    <a:pt x="750" y="3666"/>
                  </a:cubicBezTo>
                  <a:lnTo>
                    <a:pt x="1217" y="3666"/>
                  </a:lnTo>
                  <a:cubicBezTo>
                    <a:pt x="1550" y="3632"/>
                    <a:pt x="1984" y="3499"/>
                    <a:pt x="2351" y="3265"/>
                  </a:cubicBezTo>
                  <a:cubicBezTo>
                    <a:pt x="2718" y="3065"/>
                    <a:pt x="3085" y="2732"/>
                    <a:pt x="3418" y="2331"/>
                  </a:cubicBezTo>
                  <a:cubicBezTo>
                    <a:pt x="3752" y="1964"/>
                    <a:pt x="4085" y="1564"/>
                    <a:pt x="4419" y="1130"/>
                  </a:cubicBezTo>
                  <a:lnTo>
                    <a:pt x="4552" y="964"/>
                  </a:lnTo>
                  <a:lnTo>
                    <a:pt x="4552" y="1030"/>
                  </a:lnTo>
                  <a:lnTo>
                    <a:pt x="4686" y="1130"/>
                  </a:lnTo>
                  <a:lnTo>
                    <a:pt x="4986" y="1431"/>
                  </a:lnTo>
                  <a:cubicBezTo>
                    <a:pt x="5386" y="1864"/>
                    <a:pt x="5853" y="2231"/>
                    <a:pt x="6354" y="2465"/>
                  </a:cubicBezTo>
                  <a:cubicBezTo>
                    <a:pt x="6854" y="2732"/>
                    <a:pt x="7421" y="2898"/>
                    <a:pt x="7988" y="2898"/>
                  </a:cubicBezTo>
                  <a:cubicBezTo>
                    <a:pt x="8522" y="2898"/>
                    <a:pt x="9089" y="2765"/>
                    <a:pt x="9589" y="2565"/>
                  </a:cubicBezTo>
                  <a:cubicBezTo>
                    <a:pt x="10090" y="2365"/>
                    <a:pt x="10657" y="2098"/>
                    <a:pt x="11090" y="1798"/>
                  </a:cubicBezTo>
                  <a:cubicBezTo>
                    <a:pt x="11224" y="1731"/>
                    <a:pt x="11357" y="1698"/>
                    <a:pt x="11491" y="1597"/>
                  </a:cubicBezTo>
                  <a:lnTo>
                    <a:pt x="11557" y="1564"/>
                  </a:lnTo>
                  <a:lnTo>
                    <a:pt x="11591" y="1564"/>
                  </a:lnTo>
                  <a:cubicBezTo>
                    <a:pt x="11610" y="1564"/>
                    <a:pt x="11618" y="1559"/>
                    <a:pt x="11624" y="1559"/>
                  </a:cubicBezTo>
                  <a:cubicBezTo>
                    <a:pt x="11638" y="1559"/>
                    <a:pt x="11638" y="1593"/>
                    <a:pt x="11758" y="1831"/>
                  </a:cubicBezTo>
                  <a:cubicBezTo>
                    <a:pt x="12024" y="2331"/>
                    <a:pt x="12325" y="2798"/>
                    <a:pt x="12591" y="3232"/>
                  </a:cubicBezTo>
                  <a:cubicBezTo>
                    <a:pt x="12925" y="3632"/>
                    <a:pt x="13259" y="3966"/>
                    <a:pt x="13692" y="4233"/>
                  </a:cubicBezTo>
                  <a:cubicBezTo>
                    <a:pt x="14093" y="4466"/>
                    <a:pt x="14526" y="4566"/>
                    <a:pt x="14860" y="4566"/>
                  </a:cubicBezTo>
                  <a:cubicBezTo>
                    <a:pt x="15227" y="4566"/>
                    <a:pt x="15494" y="4533"/>
                    <a:pt x="15660" y="4466"/>
                  </a:cubicBezTo>
                  <a:cubicBezTo>
                    <a:pt x="15827" y="4433"/>
                    <a:pt x="15894" y="4399"/>
                    <a:pt x="15894" y="4399"/>
                  </a:cubicBezTo>
                  <a:cubicBezTo>
                    <a:pt x="16094" y="4299"/>
                    <a:pt x="15994" y="4033"/>
                    <a:pt x="15727" y="3966"/>
                  </a:cubicBezTo>
                  <a:cubicBezTo>
                    <a:pt x="15727" y="3966"/>
                    <a:pt x="15660" y="4033"/>
                    <a:pt x="15494" y="4066"/>
                  </a:cubicBezTo>
                  <a:cubicBezTo>
                    <a:pt x="15327" y="4066"/>
                    <a:pt x="15093" y="4099"/>
                    <a:pt x="14826" y="4099"/>
                  </a:cubicBezTo>
                  <a:cubicBezTo>
                    <a:pt x="14526" y="4066"/>
                    <a:pt x="14226" y="3966"/>
                    <a:pt x="13892" y="3766"/>
                  </a:cubicBezTo>
                  <a:cubicBezTo>
                    <a:pt x="13559" y="3566"/>
                    <a:pt x="13259" y="3232"/>
                    <a:pt x="13025" y="2865"/>
                  </a:cubicBezTo>
                  <a:cubicBezTo>
                    <a:pt x="12758" y="2431"/>
                    <a:pt x="12525" y="1964"/>
                    <a:pt x="12325" y="1531"/>
                  </a:cubicBezTo>
                  <a:cubicBezTo>
                    <a:pt x="12225" y="1397"/>
                    <a:pt x="12191" y="1231"/>
                    <a:pt x="12091" y="1064"/>
                  </a:cubicBezTo>
                  <a:lnTo>
                    <a:pt x="11924" y="730"/>
                  </a:lnTo>
                  <a:lnTo>
                    <a:pt x="11891" y="630"/>
                  </a:lnTo>
                  <a:lnTo>
                    <a:pt x="11891" y="597"/>
                  </a:lnTo>
                  <a:cubicBezTo>
                    <a:pt x="11891" y="586"/>
                    <a:pt x="11887" y="582"/>
                    <a:pt x="11882" y="582"/>
                  </a:cubicBezTo>
                  <a:cubicBezTo>
                    <a:pt x="11872" y="582"/>
                    <a:pt x="11858" y="597"/>
                    <a:pt x="11858" y="597"/>
                  </a:cubicBezTo>
                  <a:lnTo>
                    <a:pt x="11691" y="697"/>
                  </a:lnTo>
                  <a:lnTo>
                    <a:pt x="11090" y="1030"/>
                  </a:lnTo>
                  <a:cubicBezTo>
                    <a:pt x="11024" y="1097"/>
                    <a:pt x="10890" y="1130"/>
                    <a:pt x="10757" y="1231"/>
                  </a:cubicBezTo>
                  <a:cubicBezTo>
                    <a:pt x="9856" y="1731"/>
                    <a:pt x="8855" y="2131"/>
                    <a:pt x="8022" y="2131"/>
                  </a:cubicBezTo>
                  <a:cubicBezTo>
                    <a:pt x="7188" y="2131"/>
                    <a:pt x="6220" y="1698"/>
                    <a:pt x="5486" y="930"/>
                  </a:cubicBezTo>
                  <a:cubicBezTo>
                    <a:pt x="5386" y="864"/>
                    <a:pt x="5253" y="764"/>
                    <a:pt x="5186" y="697"/>
                  </a:cubicBezTo>
                  <a:lnTo>
                    <a:pt x="4753" y="230"/>
                  </a:lnTo>
                  <a:lnTo>
                    <a:pt x="4652" y="96"/>
                  </a:lnTo>
                  <a:lnTo>
                    <a:pt x="4552" y="30"/>
                  </a:lnTo>
                  <a:cubicBezTo>
                    <a:pt x="4552" y="30"/>
                    <a:pt x="4538" y="0"/>
                    <a:pt x="4528"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53" name="Google Shape;5253;p60"/>
            <p:cNvSpPr/>
            <p:nvPr/>
          </p:nvSpPr>
          <p:spPr>
            <a:xfrm>
              <a:off x="1403511" y="4612319"/>
              <a:ext cx="514937" cy="104143"/>
            </a:xfrm>
            <a:custGeom>
              <a:avLst/>
              <a:gdLst/>
              <a:ahLst/>
              <a:cxnLst/>
              <a:rect l="l" t="t" r="r" b="b"/>
              <a:pathLst>
                <a:path w="21296" h="4307" extrusionOk="0">
                  <a:moveTo>
                    <a:pt x="13664" y="1"/>
                  </a:moveTo>
                  <a:cubicBezTo>
                    <a:pt x="13660" y="1"/>
                    <a:pt x="13656" y="9"/>
                    <a:pt x="13656" y="29"/>
                  </a:cubicBezTo>
                  <a:lnTo>
                    <a:pt x="13623" y="63"/>
                  </a:lnTo>
                  <a:lnTo>
                    <a:pt x="13523" y="129"/>
                  </a:lnTo>
                  <a:lnTo>
                    <a:pt x="13356" y="296"/>
                  </a:lnTo>
                  <a:lnTo>
                    <a:pt x="13089" y="596"/>
                  </a:lnTo>
                  <a:cubicBezTo>
                    <a:pt x="12956" y="730"/>
                    <a:pt x="12822" y="796"/>
                    <a:pt x="12689" y="897"/>
                  </a:cubicBezTo>
                  <a:cubicBezTo>
                    <a:pt x="12589" y="1030"/>
                    <a:pt x="12456" y="1097"/>
                    <a:pt x="12322" y="1197"/>
                  </a:cubicBezTo>
                  <a:lnTo>
                    <a:pt x="11955" y="1430"/>
                  </a:lnTo>
                  <a:cubicBezTo>
                    <a:pt x="11455" y="1764"/>
                    <a:pt x="10854" y="1931"/>
                    <a:pt x="10321" y="2064"/>
                  </a:cubicBezTo>
                  <a:cubicBezTo>
                    <a:pt x="9912" y="2153"/>
                    <a:pt x="9465" y="2204"/>
                    <a:pt x="9003" y="2204"/>
                  </a:cubicBezTo>
                  <a:cubicBezTo>
                    <a:pt x="8257" y="2204"/>
                    <a:pt x="7472" y="2073"/>
                    <a:pt x="6751" y="1764"/>
                  </a:cubicBezTo>
                  <a:cubicBezTo>
                    <a:pt x="6451" y="1697"/>
                    <a:pt x="6184" y="1530"/>
                    <a:pt x="5918" y="1364"/>
                  </a:cubicBezTo>
                  <a:lnTo>
                    <a:pt x="5517" y="1097"/>
                  </a:lnTo>
                  <a:lnTo>
                    <a:pt x="5350" y="930"/>
                  </a:lnTo>
                  <a:lnTo>
                    <a:pt x="5017" y="630"/>
                  </a:lnTo>
                  <a:cubicBezTo>
                    <a:pt x="4917" y="563"/>
                    <a:pt x="4817" y="430"/>
                    <a:pt x="4683" y="363"/>
                  </a:cubicBezTo>
                  <a:lnTo>
                    <a:pt x="4483" y="763"/>
                  </a:lnTo>
                  <a:cubicBezTo>
                    <a:pt x="4416" y="963"/>
                    <a:pt x="4283" y="1130"/>
                    <a:pt x="4183" y="1364"/>
                  </a:cubicBezTo>
                  <a:lnTo>
                    <a:pt x="3949" y="1730"/>
                  </a:lnTo>
                  <a:cubicBezTo>
                    <a:pt x="3849" y="1797"/>
                    <a:pt x="3783" y="1964"/>
                    <a:pt x="3683" y="2064"/>
                  </a:cubicBezTo>
                  <a:cubicBezTo>
                    <a:pt x="2982" y="2931"/>
                    <a:pt x="2015" y="3398"/>
                    <a:pt x="1348" y="3632"/>
                  </a:cubicBezTo>
                  <a:cubicBezTo>
                    <a:pt x="1181" y="3732"/>
                    <a:pt x="1014" y="3765"/>
                    <a:pt x="914" y="3799"/>
                  </a:cubicBezTo>
                  <a:cubicBezTo>
                    <a:pt x="747" y="3865"/>
                    <a:pt x="614" y="3865"/>
                    <a:pt x="514" y="3899"/>
                  </a:cubicBezTo>
                  <a:cubicBezTo>
                    <a:pt x="347" y="3899"/>
                    <a:pt x="247" y="3932"/>
                    <a:pt x="247" y="3932"/>
                  </a:cubicBezTo>
                  <a:cubicBezTo>
                    <a:pt x="0" y="3963"/>
                    <a:pt x="10" y="4306"/>
                    <a:pt x="223" y="4306"/>
                  </a:cubicBezTo>
                  <a:cubicBezTo>
                    <a:pt x="241" y="4306"/>
                    <a:pt x="260" y="4304"/>
                    <a:pt x="280" y="4299"/>
                  </a:cubicBezTo>
                  <a:cubicBezTo>
                    <a:pt x="280" y="4299"/>
                    <a:pt x="414" y="4299"/>
                    <a:pt x="614" y="4266"/>
                  </a:cubicBezTo>
                  <a:cubicBezTo>
                    <a:pt x="680" y="4232"/>
                    <a:pt x="814" y="4232"/>
                    <a:pt x="981" y="4199"/>
                  </a:cubicBezTo>
                  <a:cubicBezTo>
                    <a:pt x="1114" y="4132"/>
                    <a:pt x="1281" y="4099"/>
                    <a:pt x="1481" y="4065"/>
                  </a:cubicBezTo>
                  <a:cubicBezTo>
                    <a:pt x="2182" y="3799"/>
                    <a:pt x="3282" y="3365"/>
                    <a:pt x="4116" y="2398"/>
                  </a:cubicBezTo>
                  <a:cubicBezTo>
                    <a:pt x="4250" y="2264"/>
                    <a:pt x="4316" y="2131"/>
                    <a:pt x="4416" y="2031"/>
                  </a:cubicBezTo>
                  <a:cubicBezTo>
                    <a:pt x="4483" y="1897"/>
                    <a:pt x="4617" y="1730"/>
                    <a:pt x="4683" y="1597"/>
                  </a:cubicBezTo>
                  <a:lnTo>
                    <a:pt x="4817" y="1397"/>
                  </a:lnTo>
                  <a:lnTo>
                    <a:pt x="4850" y="1364"/>
                  </a:lnTo>
                  <a:lnTo>
                    <a:pt x="4917" y="1297"/>
                  </a:lnTo>
                  <a:lnTo>
                    <a:pt x="4950" y="1364"/>
                  </a:lnTo>
                  <a:lnTo>
                    <a:pt x="4984" y="1397"/>
                  </a:lnTo>
                  <a:cubicBezTo>
                    <a:pt x="5084" y="1430"/>
                    <a:pt x="5117" y="1530"/>
                    <a:pt x="5184" y="1564"/>
                  </a:cubicBezTo>
                  <a:lnTo>
                    <a:pt x="5617" y="1864"/>
                  </a:lnTo>
                  <a:cubicBezTo>
                    <a:pt x="5918" y="2031"/>
                    <a:pt x="6184" y="2231"/>
                    <a:pt x="6518" y="2364"/>
                  </a:cubicBezTo>
                  <a:cubicBezTo>
                    <a:pt x="7371" y="2748"/>
                    <a:pt x="8278" y="2914"/>
                    <a:pt x="9135" y="2914"/>
                  </a:cubicBezTo>
                  <a:cubicBezTo>
                    <a:pt x="9619" y="2914"/>
                    <a:pt x="10087" y="2861"/>
                    <a:pt x="10521" y="2765"/>
                  </a:cubicBezTo>
                  <a:cubicBezTo>
                    <a:pt x="11121" y="2598"/>
                    <a:pt x="11788" y="2398"/>
                    <a:pt x="12355" y="2064"/>
                  </a:cubicBezTo>
                  <a:cubicBezTo>
                    <a:pt x="12522" y="1964"/>
                    <a:pt x="12656" y="1864"/>
                    <a:pt x="12822" y="1764"/>
                  </a:cubicBezTo>
                  <a:cubicBezTo>
                    <a:pt x="12956" y="1630"/>
                    <a:pt x="13123" y="1564"/>
                    <a:pt x="13256" y="1430"/>
                  </a:cubicBezTo>
                  <a:cubicBezTo>
                    <a:pt x="13423" y="1364"/>
                    <a:pt x="13523" y="1230"/>
                    <a:pt x="13656" y="1097"/>
                  </a:cubicBezTo>
                  <a:lnTo>
                    <a:pt x="13690" y="1063"/>
                  </a:lnTo>
                  <a:lnTo>
                    <a:pt x="13790" y="1197"/>
                  </a:lnTo>
                  <a:lnTo>
                    <a:pt x="14123" y="1564"/>
                  </a:lnTo>
                  <a:lnTo>
                    <a:pt x="14490" y="1931"/>
                  </a:lnTo>
                  <a:cubicBezTo>
                    <a:pt x="14624" y="2064"/>
                    <a:pt x="14791" y="2131"/>
                    <a:pt x="14924" y="2264"/>
                  </a:cubicBezTo>
                  <a:cubicBezTo>
                    <a:pt x="15491" y="2631"/>
                    <a:pt x="16125" y="2898"/>
                    <a:pt x="16759" y="3065"/>
                  </a:cubicBezTo>
                  <a:cubicBezTo>
                    <a:pt x="17387" y="3222"/>
                    <a:pt x="17997" y="3269"/>
                    <a:pt x="18541" y="3269"/>
                  </a:cubicBezTo>
                  <a:cubicBezTo>
                    <a:pt x="19037" y="3269"/>
                    <a:pt x="19478" y="3230"/>
                    <a:pt x="19827" y="3198"/>
                  </a:cubicBezTo>
                  <a:cubicBezTo>
                    <a:pt x="20595" y="3098"/>
                    <a:pt x="21028" y="3031"/>
                    <a:pt x="21028" y="3031"/>
                  </a:cubicBezTo>
                  <a:cubicBezTo>
                    <a:pt x="21295" y="2965"/>
                    <a:pt x="21195" y="2698"/>
                    <a:pt x="20995" y="2598"/>
                  </a:cubicBezTo>
                  <a:cubicBezTo>
                    <a:pt x="20995" y="2598"/>
                    <a:pt x="20528" y="2698"/>
                    <a:pt x="19794" y="2731"/>
                  </a:cubicBezTo>
                  <a:cubicBezTo>
                    <a:pt x="19602" y="2740"/>
                    <a:pt x="19394" y="2746"/>
                    <a:pt x="19171" y="2746"/>
                  </a:cubicBezTo>
                  <a:cubicBezTo>
                    <a:pt x="18504" y="2746"/>
                    <a:pt x="17709" y="2689"/>
                    <a:pt x="16859" y="2464"/>
                  </a:cubicBezTo>
                  <a:cubicBezTo>
                    <a:pt x="16292" y="2364"/>
                    <a:pt x="15758" y="2097"/>
                    <a:pt x="15258" y="1730"/>
                  </a:cubicBezTo>
                  <a:cubicBezTo>
                    <a:pt x="15124" y="1630"/>
                    <a:pt x="14991" y="1530"/>
                    <a:pt x="14857" y="1430"/>
                  </a:cubicBezTo>
                  <a:lnTo>
                    <a:pt x="14524" y="1097"/>
                  </a:lnTo>
                  <a:cubicBezTo>
                    <a:pt x="14424" y="963"/>
                    <a:pt x="14324" y="897"/>
                    <a:pt x="14190" y="730"/>
                  </a:cubicBezTo>
                  <a:lnTo>
                    <a:pt x="13690" y="63"/>
                  </a:lnTo>
                  <a:cubicBezTo>
                    <a:pt x="13690" y="40"/>
                    <a:pt x="13674" y="1"/>
                    <a:pt x="13664"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54" name="Google Shape;5254;p60"/>
            <p:cNvSpPr/>
            <p:nvPr/>
          </p:nvSpPr>
          <p:spPr>
            <a:xfrm>
              <a:off x="290747" y="3605609"/>
              <a:ext cx="250070" cy="96793"/>
            </a:xfrm>
            <a:custGeom>
              <a:avLst/>
              <a:gdLst/>
              <a:ahLst/>
              <a:cxnLst/>
              <a:rect l="l" t="t" r="r" b="b"/>
              <a:pathLst>
                <a:path w="10342" h="4003" extrusionOk="0">
                  <a:moveTo>
                    <a:pt x="5338" y="0"/>
                  </a:moveTo>
                  <a:lnTo>
                    <a:pt x="5304" y="33"/>
                  </a:lnTo>
                  <a:lnTo>
                    <a:pt x="5171" y="234"/>
                  </a:lnTo>
                  <a:cubicBezTo>
                    <a:pt x="5004" y="500"/>
                    <a:pt x="4904" y="734"/>
                    <a:pt x="4737" y="1034"/>
                  </a:cubicBezTo>
                  <a:cubicBezTo>
                    <a:pt x="4670" y="1134"/>
                    <a:pt x="4637" y="1168"/>
                    <a:pt x="4604" y="1234"/>
                  </a:cubicBezTo>
                  <a:lnTo>
                    <a:pt x="4470" y="1468"/>
                  </a:lnTo>
                  <a:cubicBezTo>
                    <a:pt x="4404" y="1635"/>
                    <a:pt x="4270" y="1735"/>
                    <a:pt x="4170" y="1868"/>
                  </a:cubicBezTo>
                  <a:cubicBezTo>
                    <a:pt x="4103" y="2002"/>
                    <a:pt x="3970" y="2135"/>
                    <a:pt x="3837" y="2235"/>
                  </a:cubicBezTo>
                  <a:cubicBezTo>
                    <a:pt x="3636" y="2502"/>
                    <a:pt x="3336" y="2669"/>
                    <a:pt x="3103" y="2869"/>
                  </a:cubicBezTo>
                  <a:cubicBezTo>
                    <a:pt x="2969" y="2969"/>
                    <a:pt x="2802" y="3002"/>
                    <a:pt x="2669" y="3069"/>
                  </a:cubicBezTo>
                  <a:cubicBezTo>
                    <a:pt x="2569" y="3136"/>
                    <a:pt x="2436" y="3202"/>
                    <a:pt x="2269" y="3236"/>
                  </a:cubicBezTo>
                  <a:cubicBezTo>
                    <a:pt x="1969" y="3336"/>
                    <a:pt x="1735" y="3469"/>
                    <a:pt x="1468" y="3469"/>
                  </a:cubicBezTo>
                  <a:cubicBezTo>
                    <a:pt x="1235" y="3503"/>
                    <a:pt x="1001" y="3536"/>
                    <a:pt x="801" y="3536"/>
                  </a:cubicBezTo>
                  <a:lnTo>
                    <a:pt x="167" y="3536"/>
                  </a:lnTo>
                  <a:cubicBezTo>
                    <a:pt x="67" y="3536"/>
                    <a:pt x="0" y="3903"/>
                    <a:pt x="134" y="3903"/>
                  </a:cubicBezTo>
                  <a:cubicBezTo>
                    <a:pt x="134" y="3903"/>
                    <a:pt x="401" y="3903"/>
                    <a:pt x="801" y="3970"/>
                  </a:cubicBezTo>
                  <a:cubicBezTo>
                    <a:pt x="1001" y="3970"/>
                    <a:pt x="1268" y="3903"/>
                    <a:pt x="1568" y="3903"/>
                  </a:cubicBezTo>
                  <a:cubicBezTo>
                    <a:pt x="1835" y="3903"/>
                    <a:pt x="2135" y="3836"/>
                    <a:pt x="2469" y="3736"/>
                  </a:cubicBezTo>
                  <a:cubicBezTo>
                    <a:pt x="2636" y="3736"/>
                    <a:pt x="2802" y="3669"/>
                    <a:pt x="2969" y="3569"/>
                  </a:cubicBezTo>
                  <a:lnTo>
                    <a:pt x="3470" y="3336"/>
                  </a:lnTo>
                  <a:cubicBezTo>
                    <a:pt x="3770" y="3136"/>
                    <a:pt x="4103" y="2969"/>
                    <a:pt x="4337" y="2669"/>
                  </a:cubicBezTo>
                  <a:cubicBezTo>
                    <a:pt x="4470" y="2502"/>
                    <a:pt x="4604" y="2368"/>
                    <a:pt x="4737" y="2235"/>
                  </a:cubicBezTo>
                  <a:cubicBezTo>
                    <a:pt x="4837" y="2135"/>
                    <a:pt x="4937" y="1968"/>
                    <a:pt x="5071" y="1835"/>
                  </a:cubicBezTo>
                  <a:lnTo>
                    <a:pt x="5238" y="1635"/>
                  </a:lnTo>
                  <a:cubicBezTo>
                    <a:pt x="5271" y="1568"/>
                    <a:pt x="5304" y="1501"/>
                    <a:pt x="5338" y="1401"/>
                  </a:cubicBezTo>
                  <a:lnTo>
                    <a:pt x="5338" y="1368"/>
                  </a:lnTo>
                  <a:lnTo>
                    <a:pt x="5471" y="1568"/>
                  </a:lnTo>
                  <a:cubicBezTo>
                    <a:pt x="5671" y="1868"/>
                    <a:pt x="5938" y="2168"/>
                    <a:pt x="6172" y="2402"/>
                  </a:cubicBezTo>
                  <a:cubicBezTo>
                    <a:pt x="6672" y="2969"/>
                    <a:pt x="7306" y="3403"/>
                    <a:pt x="7939" y="3669"/>
                  </a:cubicBezTo>
                  <a:cubicBezTo>
                    <a:pt x="8573" y="3903"/>
                    <a:pt x="9140" y="4003"/>
                    <a:pt x="9574" y="4003"/>
                  </a:cubicBezTo>
                  <a:cubicBezTo>
                    <a:pt x="9774" y="4003"/>
                    <a:pt x="9941" y="3970"/>
                    <a:pt x="10074" y="3970"/>
                  </a:cubicBezTo>
                  <a:cubicBezTo>
                    <a:pt x="10174" y="3903"/>
                    <a:pt x="10241" y="3903"/>
                    <a:pt x="10241" y="3903"/>
                  </a:cubicBezTo>
                  <a:cubicBezTo>
                    <a:pt x="10341" y="3870"/>
                    <a:pt x="10308" y="3569"/>
                    <a:pt x="10241" y="3569"/>
                  </a:cubicBezTo>
                  <a:lnTo>
                    <a:pt x="10074" y="3569"/>
                  </a:lnTo>
                  <a:cubicBezTo>
                    <a:pt x="10030" y="3592"/>
                    <a:pt x="9985" y="3599"/>
                    <a:pt x="9938" y="3599"/>
                  </a:cubicBezTo>
                  <a:cubicBezTo>
                    <a:pt x="9845" y="3599"/>
                    <a:pt x="9741" y="3569"/>
                    <a:pt x="9607" y="3569"/>
                  </a:cubicBezTo>
                  <a:cubicBezTo>
                    <a:pt x="9240" y="3536"/>
                    <a:pt x="8740" y="3403"/>
                    <a:pt x="8173" y="3169"/>
                  </a:cubicBezTo>
                  <a:cubicBezTo>
                    <a:pt x="7639" y="2869"/>
                    <a:pt x="7139" y="2469"/>
                    <a:pt x="6672" y="1968"/>
                  </a:cubicBezTo>
                  <a:cubicBezTo>
                    <a:pt x="6438" y="1701"/>
                    <a:pt x="6272" y="1401"/>
                    <a:pt x="6071" y="1168"/>
                  </a:cubicBezTo>
                  <a:cubicBezTo>
                    <a:pt x="5971" y="1068"/>
                    <a:pt x="5938" y="1001"/>
                    <a:pt x="5905" y="901"/>
                  </a:cubicBezTo>
                  <a:cubicBezTo>
                    <a:pt x="5805" y="801"/>
                    <a:pt x="5738" y="634"/>
                    <a:pt x="5638" y="500"/>
                  </a:cubicBezTo>
                  <a:cubicBezTo>
                    <a:pt x="5571" y="367"/>
                    <a:pt x="5471" y="200"/>
                    <a:pt x="5404" y="67"/>
                  </a:cubicBezTo>
                  <a:lnTo>
                    <a:pt x="5338" y="0"/>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55" name="Google Shape;5255;p60"/>
            <p:cNvSpPr/>
            <p:nvPr/>
          </p:nvSpPr>
          <p:spPr>
            <a:xfrm>
              <a:off x="1361075" y="3729821"/>
              <a:ext cx="252488" cy="70992"/>
            </a:xfrm>
            <a:custGeom>
              <a:avLst/>
              <a:gdLst/>
              <a:ahLst/>
              <a:cxnLst/>
              <a:rect l="l" t="t" r="r" b="b"/>
              <a:pathLst>
                <a:path w="10442" h="2936" extrusionOk="0">
                  <a:moveTo>
                    <a:pt x="5338" y="0"/>
                  </a:moveTo>
                  <a:lnTo>
                    <a:pt x="5204" y="167"/>
                  </a:lnTo>
                  <a:cubicBezTo>
                    <a:pt x="5071" y="334"/>
                    <a:pt x="4904" y="500"/>
                    <a:pt x="4737" y="667"/>
                  </a:cubicBezTo>
                  <a:lnTo>
                    <a:pt x="4604" y="834"/>
                  </a:lnTo>
                  <a:lnTo>
                    <a:pt x="4437" y="934"/>
                  </a:lnTo>
                  <a:cubicBezTo>
                    <a:pt x="4337" y="1034"/>
                    <a:pt x="4237" y="1168"/>
                    <a:pt x="4103" y="1234"/>
                  </a:cubicBezTo>
                  <a:lnTo>
                    <a:pt x="3736" y="1501"/>
                  </a:lnTo>
                  <a:lnTo>
                    <a:pt x="3536" y="1601"/>
                  </a:lnTo>
                  <a:lnTo>
                    <a:pt x="3336" y="1701"/>
                  </a:lnTo>
                  <a:cubicBezTo>
                    <a:pt x="3169" y="1768"/>
                    <a:pt x="3036" y="1868"/>
                    <a:pt x="2902" y="1901"/>
                  </a:cubicBezTo>
                  <a:cubicBezTo>
                    <a:pt x="2602" y="2002"/>
                    <a:pt x="2369" y="2102"/>
                    <a:pt x="2069" y="2168"/>
                  </a:cubicBezTo>
                  <a:cubicBezTo>
                    <a:pt x="1535" y="2268"/>
                    <a:pt x="1034" y="2368"/>
                    <a:pt x="701" y="2435"/>
                  </a:cubicBezTo>
                  <a:cubicBezTo>
                    <a:pt x="334" y="2502"/>
                    <a:pt x="100" y="2535"/>
                    <a:pt x="100" y="2535"/>
                  </a:cubicBezTo>
                  <a:cubicBezTo>
                    <a:pt x="0" y="2569"/>
                    <a:pt x="34" y="2902"/>
                    <a:pt x="167" y="2902"/>
                  </a:cubicBezTo>
                  <a:cubicBezTo>
                    <a:pt x="167" y="2902"/>
                    <a:pt x="367" y="2902"/>
                    <a:pt x="734" y="2869"/>
                  </a:cubicBezTo>
                  <a:cubicBezTo>
                    <a:pt x="1101" y="2802"/>
                    <a:pt x="1602" y="2769"/>
                    <a:pt x="2202" y="2669"/>
                  </a:cubicBezTo>
                  <a:cubicBezTo>
                    <a:pt x="2502" y="2602"/>
                    <a:pt x="2769" y="2535"/>
                    <a:pt x="3103" y="2435"/>
                  </a:cubicBezTo>
                  <a:cubicBezTo>
                    <a:pt x="3269" y="2402"/>
                    <a:pt x="3403" y="2335"/>
                    <a:pt x="3570" y="2268"/>
                  </a:cubicBezTo>
                  <a:lnTo>
                    <a:pt x="3836" y="2202"/>
                  </a:lnTo>
                  <a:lnTo>
                    <a:pt x="4037" y="2068"/>
                  </a:lnTo>
                  <a:cubicBezTo>
                    <a:pt x="4203" y="1968"/>
                    <a:pt x="4370" y="1901"/>
                    <a:pt x="4504" y="1835"/>
                  </a:cubicBezTo>
                  <a:cubicBezTo>
                    <a:pt x="4670" y="1735"/>
                    <a:pt x="4770" y="1601"/>
                    <a:pt x="4904" y="1535"/>
                  </a:cubicBezTo>
                  <a:lnTo>
                    <a:pt x="5104" y="1368"/>
                  </a:lnTo>
                  <a:lnTo>
                    <a:pt x="5271" y="1201"/>
                  </a:lnTo>
                  <a:lnTo>
                    <a:pt x="5371" y="1101"/>
                  </a:lnTo>
                  <a:lnTo>
                    <a:pt x="5404" y="1068"/>
                  </a:lnTo>
                  <a:lnTo>
                    <a:pt x="5704" y="1368"/>
                  </a:lnTo>
                  <a:cubicBezTo>
                    <a:pt x="5838" y="1501"/>
                    <a:pt x="5938" y="1568"/>
                    <a:pt x="6071" y="1701"/>
                  </a:cubicBezTo>
                  <a:cubicBezTo>
                    <a:pt x="6205" y="1768"/>
                    <a:pt x="6305" y="1901"/>
                    <a:pt x="6472" y="2002"/>
                  </a:cubicBezTo>
                  <a:cubicBezTo>
                    <a:pt x="7072" y="2402"/>
                    <a:pt x="7706" y="2602"/>
                    <a:pt x="8273" y="2769"/>
                  </a:cubicBezTo>
                  <a:cubicBezTo>
                    <a:pt x="8573" y="2835"/>
                    <a:pt x="8873" y="2869"/>
                    <a:pt x="9107" y="2902"/>
                  </a:cubicBezTo>
                  <a:cubicBezTo>
                    <a:pt x="9374" y="2902"/>
                    <a:pt x="9607" y="2936"/>
                    <a:pt x="9774" y="2936"/>
                  </a:cubicBezTo>
                  <a:lnTo>
                    <a:pt x="10374" y="2936"/>
                  </a:lnTo>
                  <a:cubicBezTo>
                    <a:pt x="10441" y="2936"/>
                    <a:pt x="10441" y="2602"/>
                    <a:pt x="10241" y="2535"/>
                  </a:cubicBezTo>
                  <a:cubicBezTo>
                    <a:pt x="10241" y="2535"/>
                    <a:pt x="10041" y="2535"/>
                    <a:pt x="9707" y="2502"/>
                  </a:cubicBezTo>
                  <a:cubicBezTo>
                    <a:pt x="9507" y="2502"/>
                    <a:pt x="9340" y="2435"/>
                    <a:pt x="9074" y="2402"/>
                  </a:cubicBezTo>
                  <a:cubicBezTo>
                    <a:pt x="8840" y="2368"/>
                    <a:pt x="8573" y="2268"/>
                    <a:pt x="8340" y="2202"/>
                  </a:cubicBezTo>
                  <a:cubicBezTo>
                    <a:pt x="7839" y="2035"/>
                    <a:pt x="7239" y="1768"/>
                    <a:pt x="6772" y="1401"/>
                  </a:cubicBezTo>
                  <a:cubicBezTo>
                    <a:pt x="6672" y="1334"/>
                    <a:pt x="6572" y="1201"/>
                    <a:pt x="6438" y="1101"/>
                  </a:cubicBezTo>
                  <a:cubicBezTo>
                    <a:pt x="6338" y="1034"/>
                    <a:pt x="6238" y="901"/>
                    <a:pt x="6105" y="834"/>
                  </a:cubicBezTo>
                  <a:cubicBezTo>
                    <a:pt x="6005" y="701"/>
                    <a:pt x="5905" y="567"/>
                    <a:pt x="5771" y="434"/>
                  </a:cubicBezTo>
                  <a:cubicBezTo>
                    <a:pt x="5704" y="334"/>
                    <a:pt x="5571" y="234"/>
                    <a:pt x="5504" y="100"/>
                  </a:cubicBezTo>
                  <a:cubicBezTo>
                    <a:pt x="5404" y="67"/>
                    <a:pt x="5371" y="33"/>
                    <a:pt x="5338"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56" name="Google Shape;5256;p60"/>
            <p:cNvSpPr/>
            <p:nvPr/>
          </p:nvSpPr>
          <p:spPr>
            <a:xfrm>
              <a:off x="165906" y="4659784"/>
              <a:ext cx="272291" cy="115387"/>
            </a:xfrm>
            <a:custGeom>
              <a:avLst/>
              <a:gdLst/>
              <a:ahLst/>
              <a:cxnLst/>
              <a:rect l="l" t="t" r="r" b="b"/>
              <a:pathLst>
                <a:path w="11261" h="4772" extrusionOk="0">
                  <a:moveTo>
                    <a:pt x="6931" y="1"/>
                  </a:moveTo>
                  <a:lnTo>
                    <a:pt x="6898" y="34"/>
                  </a:lnTo>
                  <a:lnTo>
                    <a:pt x="6798" y="168"/>
                  </a:lnTo>
                  <a:cubicBezTo>
                    <a:pt x="6731" y="335"/>
                    <a:pt x="6598" y="468"/>
                    <a:pt x="6498" y="635"/>
                  </a:cubicBezTo>
                  <a:cubicBezTo>
                    <a:pt x="6331" y="868"/>
                    <a:pt x="6064" y="1335"/>
                    <a:pt x="5997" y="1369"/>
                  </a:cubicBezTo>
                  <a:cubicBezTo>
                    <a:pt x="5630" y="1936"/>
                    <a:pt x="5130" y="2536"/>
                    <a:pt x="4563" y="3003"/>
                  </a:cubicBezTo>
                  <a:cubicBezTo>
                    <a:pt x="3963" y="3470"/>
                    <a:pt x="3295" y="3837"/>
                    <a:pt x="2628" y="3970"/>
                  </a:cubicBezTo>
                  <a:cubicBezTo>
                    <a:pt x="2370" y="4035"/>
                    <a:pt x="2126" y="4060"/>
                    <a:pt x="1900" y="4060"/>
                  </a:cubicBezTo>
                  <a:cubicBezTo>
                    <a:pt x="1542" y="4060"/>
                    <a:pt x="1226" y="3998"/>
                    <a:pt x="960" y="3937"/>
                  </a:cubicBezTo>
                  <a:cubicBezTo>
                    <a:pt x="760" y="3870"/>
                    <a:pt x="594" y="3804"/>
                    <a:pt x="460" y="3770"/>
                  </a:cubicBezTo>
                  <a:cubicBezTo>
                    <a:pt x="327" y="3704"/>
                    <a:pt x="293" y="3670"/>
                    <a:pt x="293" y="3670"/>
                  </a:cubicBezTo>
                  <a:cubicBezTo>
                    <a:pt x="286" y="3669"/>
                    <a:pt x="279" y="3668"/>
                    <a:pt x="272" y="3668"/>
                  </a:cubicBezTo>
                  <a:cubicBezTo>
                    <a:pt x="143" y="3668"/>
                    <a:pt x="0" y="3941"/>
                    <a:pt x="127" y="4004"/>
                  </a:cubicBezTo>
                  <a:cubicBezTo>
                    <a:pt x="127" y="4004"/>
                    <a:pt x="160" y="4037"/>
                    <a:pt x="293" y="4104"/>
                  </a:cubicBezTo>
                  <a:cubicBezTo>
                    <a:pt x="393" y="4137"/>
                    <a:pt x="594" y="4204"/>
                    <a:pt x="794" y="4304"/>
                  </a:cubicBezTo>
                  <a:cubicBezTo>
                    <a:pt x="1103" y="4423"/>
                    <a:pt x="1549" y="4525"/>
                    <a:pt x="2046" y="4525"/>
                  </a:cubicBezTo>
                  <a:cubicBezTo>
                    <a:pt x="2245" y="4525"/>
                    <a:pt x="2452" y="4509"/>
                    <a:pt x="2662" y="4471"/>
                  </a:cubicBezTo>
                  <a:cubicBezTo>
                    <a:pt x="3462" y="4337"/>
                    <a:pt x="4263" y="3970"/>
                    <a:pt x="4930" y="3470"/>
                  </a:cubicBezTo>
                  <a:cubicBezTo>
                    <a:pt x="5597" y="2970"/>
                    <a:pt x="6131" y="2303"/>
                    <a:pt x="6564" y="1702"/>
                  </a:cubicBezTo>
                  <a:cubicBezTo>
                    <a:pt x="6613" y="1590"/>
                    <a:pt x="6630" y="1562"/>
                    <a:pt x="6635" y="1557"/>
                  </a:cubicBezTo>
                  <a:lnTo>
                    <a:pt x="6635" y="1557"/>
                  </a:lnTo>
                  <a:cubicBezTo>
                    <a:pt x="6635" y="1557"/>
                    <a:pt x="6635" y="1557"/>
                    <a:pt x="6635" y="1557"/>
                  </a:cubicBezTo>
                  <a:cubicBezTo>
                    <a:pt x="6636" y="1557"/>
                    <a:pt x="6637" y="1556"/>
                    <a:pt x="6636" y="1556"/>
                  </a:cubicBezTo>
                  <a:cubicBezTo>
                    <a:pt x="6636" y="1556"/>
                    <a:pt x="6636" y="1556"/>
                    <a:pt x="6635" y="1557"/>
                  </a:cubicBezTo>
                  <a:lnTo>
                    <a:pt x="6635" y="1557"/>
                  </a:lnTo>
                  <a:cubicBezTo>
                    <a:pt x="6633" y="1556"/>
                    <a:pt x="6631" y="1552"/>
                    <a:pt x="6631" y="1535"/>
                  </a:cubicBezTo>
                  <a:lnTo>
                    <a:pt x="6631" y="1535"/>
                  </a:lnTo>
                  <a:lnTo>
                    <a:pt x="6665" y="1602"/>
                  </a:lnTo>
                  <a:lnTo>
                    <a:pt x="6931" y="2102"/>
                  </a:lnTo>
                  <a:cubicBezTo>
                    <a:pt x="7332" y="2836"/>
                    <a:pt x="7932" y="3503"/>
                    <a:pt x="8599" y="3904"/>
                  </a:cubicBezTo>
                  <a:cubicBezTo>
                    <a:pt x="8666" y="3970"/>
                    <a:pt x="8766" y="4004"/>
                    <a:pt x="8833" y="4037"/>
                  </a:cubicBezTo>
                  <a:lnTo>
                    <a:pt x="9100" y="4171"/>
                  </a:lnTo>
                  <a:cubicBezTo>
                    <a:pt x="9266" y="4271"/>
                    <a:pt x="9433" y="4304"/>
                    <a:pt x="9567" y="4371"/>
                  </a:cubicBezTo>
                  <a:cubicBezTo>
                    <a:pt x="9833" y="4471"/>
                    <a:pt x="10134" y="4571"/>
                    <a:pt x="10334" y="4638"/>
                  </a:cubicBezTo>
                  <a:cubicBezTo>
                    <a:pt x="10801" y="4738"/>
                    <a:pt x="11101" y="4771"/>
                    <a:pt x="11101" y="4771"/>
                  </a:cubicBezTo>
                  <a:cubicBezTo>
                    <a:pt x="11221" y="4771"/>
                    <a:pt x="11260" y="4528"/>
                    <a:pt x="11194" y="4528"/>
                  </a:cubicBezTo>
                  <a:cubicBezTo>
                    <a:pt x="11186" y="4528"/>
                    <a:pt x="11178" y="4531"/>
                    <a:pt x="11168" y="4538"/>
                  </a:cubicBezTo>
                  <a:cubicBezTo>
                    <a:pt x="11168" y="4538"/>
                    <a:pt x="10934" y="4471"/>
                    <a:pt x="10501" y="4371"/>
                  </a:cubicBezTo>
                  <a:cubicBezTo>
                    <a:pt x="10300" y="4304"/>
                    <a:pt x="10100" y="4204"/>
                    <a:pt x="9800" y="4104"/>
                  </a:cubicBezTo>
                  <a:cubicBezTo>
                    <a:pt x="9633" y="4037"/>
                    <a:pt x="9500" y="3970"/>
                    <a:pt x="9400" y="3870"/>
                  </a:cubicBezTo>
                  <a:cubicBezTo>
                    <a:pt x="9300" y="3837"/>
                    <a:pt x="9266" y="3804"/>
                    <a:pt x="9166" y="3770"/>
                  </a:cubicBezTo>
                  <a:cubicBezTo>
                    <a:pt x="9100" y="3704"/>
                    <a:pt x="9066" y="3637"/>
                    <a:pt x="8966" y="3604"/>
                  </a:cubicBezTo>
                  <a:cubicBezTo>
                    <a:pt x="8432" y="3203"/>
                    <a:pt x="7932" y="2603"/>
                    <a:pt x="7599" y="1936"/>
                  </a:cubicBezTo>
                  <a:lnTo>
                    <a:pt x="7465" y="1669"/>
                  </a:lnTo>
                  <a:lnTo>
                    <a:pt x="7432" y="1535"/>
                  </a:lnTo>
                  <a:lnTo>
                    <a:pt x="7398" y="1469"/>
                  </a:lnTo>
                  <a:lnTo>
                    <a:pt x="7332" y="1335"/>
                  </a:lnTo>
                  <a:cubicBezTo>
                    <a:pt x="7232" y="1002"/>
                    <a:pt x="7132" y="635"/>
                    <a:pt x="6998" y="301"/>
                  </a:cubicBezTo>
                  <a:lnTo>
                    <a:pt x="6931" y="34"/>
                  </a:lnTo>
                  <a:lnTo>
                    <a:pt x="6931" y="1"/>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57" name="Google Shape;5257;p60"/>
            <p:cNvSpPr/>
            <p:nvPr/>
          </p:nvSpPr>
          <p:spPr>
            <a:xfrm rot="2507687">
              <a:off x="492095" y="3172939"/>
              <a:ext cx="292139" cy="292139"/>
            </a:xfrm>
            <a:prstGeom prst="mathPlus">
              <a:avLst>
                <a:gd name="adj1" fmla="val 18896"/>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5258" name="Google Shape;5258;p60"/>
          <p:cNvSpPr/>
          <p:nvPr/>
        </p:nvSpPr>
        <p:spPr>
          <a:xfrm>
            <a:off x="1894225" y="1255150"/>
            <a:ext cx="1911000" cy="1911000"/>
          </a:xfrm>
          <a:prstGeom prst="ellipse">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59" name="Google Shape;5259;p60"/>
          <p:cNvSpPr/>
          <p:nvPr/>
        </p:nvSpPr>
        <p:spPr>
          <a:xfrm>
            <a:off x="5366200" y="1255100"/>
            <a:ext cx="1911000" cy="1911000"/>
          </a:xfrm>
          <a:prstGeom prst="ellipse">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5263" name="Shape 5263"/>
        <p:cNvGrpSpPr/>
        <p:nvPr/>
      </p:nvGrpSpPr>
      <p:grpSpPr>
        <a:xfrm>
          <a:off x="0" y="0"/>
          <a:ext cx="0" cy="0"/>
          <a:chOff x="0" y="0"/>
          <a:chExt cx="0" cy="0"/>
        </a:xfrm>
      </p:grpSpPr>
      <p:sp>
        <p:nvSpPr>
          <p:cNvPr id="5264" name="Google Shape;5264;p61"/>
          <p:cNvSpPr txBox="1"/>
          <p:nvPr>
            <p:ph type="title"/>
          </p:nvPr>
        </p:nvSpPr>
        <p:spPr>
          <a:xfrm>
            <a:off x="713225" y="445025"/>
            <a:ext cx="77175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Exercise</a:t>
            </a:r>
            <a:endParaRPr lang="en-GB"/>
          </a:p>
        </p:txBody>
      </p:sp>
      <p:sp>
        <p:nvSpPr>
          <p:cNvPr id="5265" name="Google Shape;5265;p61"/>
          <p:cNvSpPr/>
          <p:nvPr/>
        </p:nvSpPr>
        <p:spPr>
          <a:xfrm>
            <a:off x="4212450" y="928900"/>
            <a:ext cx="3554187" cy="2317585"/>
          </a:xfrm>
          <a:custGeom>
            <a:avLst/>
            <a:gdLst/>
            <a:ahLst/>
            <a:cxnLst/>
            <a:rect l="l" t="t" r="r" b="b"/>
            <a:pathLst>
              <a:path w="217315" h="141705" extrusionOk="0">
                <a:moveTo>
                  <a:pt x="207451" y="1"/>
                </a:moveTo>
                <a:cubicBezTo>
                  <a:pt x="207451" y="1"/>
                  <a:pt x="206965" y="31"/>
                  <a:pt x="206721" y="305"/>
                </a:cubicBezTo>
                <a:cubicBezTo>
                  <a:pt x="206509" y="548"/>
                  <a:pt x="206144" y="852"/>
                  <a:pt x="205840" y="1216"/>
                </a:cubicBezTo>
                <a:cubicBezTo>
                  <a:pt x="205506" y="1551"/>
                  <a:pt x="205293" y="1855"/>
                  <a:pt x="205080" y="1855"/>
                </a:cubicBezTo>
                <a:cubicBezTo>
                  <a:pt x="205052" y="1855"/>
                  <a:pt x="205025" y="1856"/>
                  <a:pt x="204998" y="1856"/>
                </a:cubicBezTo>
                <a:cubicBezTo>
                  <a:pt x="204876" y="1856"/>
                  <a:pt x="204765" y="1835"/>
                  <a:pt x="204715" y="1612"/>
                </a:cubicBezTo>
                <a:cubicBezTo>
                  <a:pt x="204624" y="1308"/>
                  <a:pt x="204472" y="852"/>
                  <a:pt x="204411" y="821"/>
                </a:cubicBezTo>
                <a:cubicBezTo>
                  <a:pt x="204407" y="820"/>
                  <a:pt x="204401" y="819"/>
                  <a:pt x="204394" y="819"/>
                </a:cubicBezTo>
                <a:cubicBezTo>
                  <a:pt x="204256" y="819"/>
                  <a:pt x="203618" y="1101"/>
                  <a:pt x="203560" y="1216"/>
                </a:cubicBezTo>
                <a:cubicBezTo>
                  <a:pt x="203499" y="1308"/>
                  <a:pt x="203621" y="1399"/>
                  <a:pt x="203408" y="2341"/>
                </a:cubicBezTo>
                <a:cubicBezTo>
                  <a:pt x="203226" y="3283"/>
                  <a:pt x="202800" y="4469"/>
                  <a:pt x="202770" y="4803"/>
                </a:cubicBezTo>
                <a:cubicBezTo>
                  <a:pt x="202709" y="5168"/>
                  <a:pt x="202618" y="6232"/>
                  <a:pt x="202709" y="6414"/>
                </a:cubicBezTo>
                <a:cubicBezTo>
                  <a:pt x="202800" y="6596"/>
                  <a:pt x="202952" y="6748"/>
                  <a:pt x="203044" y="6992"/>
                </a:cubicBezTo>
                <a:cubicBezTo>
                  <a:pt x="203104" y="7204"/>
                  <a:pt x="203013" y="7691"/>
                  <a:pt x="202922" y="7843"/>
                </a:cubicBezTo>
                <a:cubicBezTo>
                  <a:pt x="202861" y="7995"/>
                  <a:pt x="202740" y="8086"/>
                  <a:pt x="202740" y="8390"/>
                </a:cubicBezTo>
                <a:cubicBezTo>
                  <a:pt x="202770" y="8694"/>
                  <a:pt x="202952" y="8998"/>
                  <a:pt x="203165" y="9484"/>
                </a:cubicBezTo>
                <a:cubicBezTo>
                  <a:pt x="203347" y="10031"/>
                  <a:pt x="203469" y="9879"/>
                  <a:pt x="203378" y="10274"/>
                </a:cubicBezTo>
                <a:cubicBezTo>
                  <a:pt x="203317" y="10669"/>
                  <a:pt x="203165" y="10639"/>
                  <a:pt x="203165" y="11004"/>
                </a:cubicBezTo>
                <a:cubicBezTo>
                  <a:pt x="203165" y="11399"/>
                  <a:pt x="203317" y="11429"/>
                  <a:pt x="203104" y="11703"/>
                </a:cubicBezTo>
                <a:cubicBezTo>
                  <a:pt x="202922" y="11946"/>
                  <a:pt x="202770" y="12068"/>
                  <a:pt x="202740" y="12220"/>
                </a:cubicBezTo>
                <a:cubicBezTo>
                  <a:pt x="202709" y="12372"/>
                  <a:pt x="202618" y="12645"/>
                  <a:pt x="202740" y="12767"/>
                </a:cubicBezTo>
                <a:cubicBezTo>
                  <a:pt x="202861" y="12858"/>
                  <a:pt x="203013" y="12858"/>
                  <a:pt x="203013" y="12980"/>
                </a:cubicBezTo>
                <a:cubicBezTo>
                  <a:pt x="203013" y="13071"/>
                  <a:pt x="203044" y="13101"/>
                  <a:pt x="203044" y="13131"/>
                </a:cubicBezTo>
                <a:cubicBezTo>
                  <a:pt x="203044" y="13162"/>
                  <a:pt x="203044" y="13223"/>
                  <a:pt x="202922" y="13223"/>
                </a:cubicBezTo>
                <a:cubicBezTo>
                  <a:pt x="202740" y="13283"/>
                  <a:pt x="202618" y="13283"/>
                  <a:pt x="202618" y="13375"/>
                </a:cubicBezTo>
                <a:cubicBezTo>
                  <a:pt x="202618" y="13435"/>
                  <a:pt x="202648" y="13587"/>
                  <a:pt x="202648" y="13679"/>
                </a:cubicBezTo>
                <a:cubicBezTo>
                  <a:pt x="202618" y="13739"/>
                  <a:pt x="202648" y="14013"/>
                  <a:pt x="202648" y="14013"/>
                </a:cubicBezTo>
                <a:lnTo>
                  <a:pt x="201828" y="14043"/>
                </a:lnTo>
                <a:cubicBezTo>
                  <a:pt x="201828" y="14043"/>
                  <a:pt x="201585" y="14347"/>
                  <a:pt x="201554" y="14438"/>
                </a:cubicBezTo>
                <a:cubicBezTo>
                  <a:pt x="201524" y="14560"/>
                  <a:pt x="201493" y="14712"/>
                  <a:pt x="201281" y="14712"/>
                </a:cubicBezTo>
                <a:cubicBezTo>
                  <a:pt x="201098" y="14742"/>
                  <a:pt x="200642" y="14894"/>
                  <a:pt x="200673" y="15016"/>
                </a:cubicBezTo>
                <a:lnTo>
                  <a:pt x="200673" y="15472"/>
                </a:lnTo>
                <a:cubicBezTo>
                  <a:pt x="200673" y="15502"/>
                  <a:pt x="200764" y="15685"/>
                  <a:pt x="200764" y="15928"/>
                </a:cubicBezTo>
                <a:lnTo>
                  <a:pt x="200764" y="16475"/>
                </a:lnTo>
                <a:lnTo>
                  <a:pt x="195931" y="18390"/>
                </a:lnTo>
                <a:lnTo>
                  <a:pt x="194381" y="18876"/>
                </a:lnTo>
                <a:lnTo>
                  <a:pt x="194350" y="18907"/>
                </a:lnTo>
                <a:cubicBezTo>
                  <a:pt x="193925" y="19119"/>
                  <a:pt x="191372" y="20183"/>
                  <a:pt x="190764" y="20396"/>
                </a:cubicBezTo>
                <a:cubicBezTo>
                  <a:pt x="190125" y="20670"/>
                  <a:pt x="189852" y="20822"/>
                  <a:pt x="189639" y="20822"/>
                </a:cubicBezTo>
                <a:cubicBezTo>
                  <a:pt x="189489" y="20822"/>
                  <a:pt x="189305" y="20776"/>
                  <a:pt x="189157" y="20776"/>
                </a:cubicBezTo>
                <a:cubicBezTo>
                  <a:pt x="189065" y="20776"/>
                  <a:pt x="188987" y="20794"/>
                  <a:pt x="188940" y="20852"/>
                </a:cubicBezTo>
                <a:cubicBezTo>
                  <a:pt x="188849" y="21034"/>
                  <a:pt x="188332" y="21642"/>
                  <a:pt x="188241" y="21794"/>
                </a:cubicBezTo>
                <a:cubicBezTo>
                  <a:pt x="188119" y="21946"/>
                  <a:pt x="187207" y="23344"/>
                  <a:pt x="186903" y="23861"/>
                </a:cubicBezTo>
                <a:cubicBezTo>
                  <a:pt x="186903" y="23861"/>
                  <a:pt x="186721" y="24074"/>
                  <a:pt x="186751" y="24378"/>
                </a:cubicBezTo>
                <a:cubicBezTo>
                  <a:pt x="186782" y="24651"/>
                  <a:pt x="187055" y="24925"/>
                  <a:pt x="186812" y="25138"/>
                </a:cubicBezTo>
                <a:cubicBezTo>
                  <a:pt x="186599" y="25381"/>
                  <a:pt x="185870" y="26445"/>
                  <a:pt x="185718" y="26718"/>
                </a:cubicBezTo>
                <a:cubicBezTo>
                  <a:pt x="185596" y="26961"/>
                  <a:pt x="185140" y="27417"/>
                  <a:pt x="185292" y="27630"/>
                </a:cubicBezTo>
                <a:cubicBezTo>
                  <a:pt x="185414" y="27782"/>
                  <a:pt x="185840" y="27873"/>
                  <a:pt x="185900" y="27934"/>
                </a:cubicBezTo>
                <a:cubicBezTo>
                  <a:pt x="185992" y="27934"/>
                  <a:pt x="186356" y="27934"/>
                  <a:pt x="186356" y="28025"/>
                </a:cubicBezTo>
                <a:cubicBezTo>
                  <a:pt x="186356" y="28147"/>
                  <a:pt x="186326" y="28299"/>
                  <a:pt x="186265" y="28420"/>
                </a:cubicBezTo>
                <a:cubicBezTo>
                  <a:pt x="186174" y="28542"/>
                  <a:pt x="185961" y="28633"/>
                  <a:pt x="186144" y="28876"/>
                </a:cubicBezTo>
                <a:cubicBezTo>
                  <a:pt x="186326" y="29089"/>
                  <a:pt x="186447" y="29120"/>
                  <a:pt x="186569" y="29241"/>
                </a:cubicBezTo>
                <a:cubicBezTo>
                  <a:pt x="186660" y="29393"/>
                  <a:pt x="186660" y="29636"/>
                  <a:pt x="186630" y="29788"/>
                </a:cubicBezTo>
                <a:cubicBezTo>
                  <a:pt x="186599" y="29940"/>
                  <a:pt x="186447" y="30275"/>
                  <a:pt x="186356" y="30335"/>
                </a:cubicBezTo>
                <a:cubicBezTo>
                  <a:pt x="186295" y="30396"/>
                  <a:pt x="185961" y="30548"/>
                  <a:pt x="185840" y="30670"/>
                </a:cubicBezTo>
                <a:cubicBezTo>
                  <a:pt x="185718" y="30761"/>
                  <a:pt x="185444" y="31065"/>
                  <a:pt x="185353" y="31308"/>
                </a:cubicBezTo>
                <a:cubicBezTo>
                  <a:pt x="185232" y="31521"/>
                  <a:pt x="184928" y="32038"/>
                  <a:pt x="184502" y="32250"/>
                </a:cubicBezTo>
                <a:cubicBezTo>
                  <a:pt x="184077" y="32463"/>
                  <a:pt x="183529" y="32858"/>
                  <a:pt x="182678" y="32980"/>
                </a:cubicBezTo>
                <a:cubicBezTo>
                  <a:pt x="182075" y="33073"/>
                  <a:pt x="181968" y="33112"/>
                  <a:pt x="181734" y="33112"/>
                </a:cubicBezTo>
                <a:cubicBezTo>
                  <a:pt x="181662" y="33112"/>
                  <a:pt x="181577" y="33109"/>
                  <a:pt x="181463" y="33101"/>
                </a:cubicBezTo>
                <a:cubicBezTo>
                  <a:pt x="181124" y="33059"/>
                  <a:pt x="180977" y="33002"/>
                  <a:pt x="180786" y="33002"/>
                </a:cubicBezTo>
                <a:cubicBezTo>
                  <a:pt x="180702" y="33002"/>
                  <a:pt x="180610" y="33013"/>
                  <a:pt x="180490" y="33041"/>
                </a:cubicBezTo>
                <a:cubicBezTo>
                  <a:pt x="180034" y="33162"/>
                  <a:pt x="178575" y="33800"/>
                  <a:pt x="178271" y="33952"/>
                </a:cubicBezTo>
                <a:cubicBezTo>
                  <a:pt x="177967" y="34104"/>
                  <a:pt x="177390" y="34530"/>
                  <a:pt x="177298" y="34682"/>
                </a:cubicBezTo>
                <a:cubicBezTo>
                  <a:pt x="177146" y="34834"/>
                  <a:pt x="177025" y="35381"/>
                  <a:pt x="177025" y="35442"/>
                </a:cubicBezTo>
                <a:cubicBezTo>
                  <a:pt x="177025" y="35533"/>
                  <a:pt x="177146" y="35594"/>
                  <a:pt x="177359" y="35867"/>
                </a:cubicBezTo>
                <a:cubicBezTo>
                  <a:pt x="177602" y="36141"/>
                  <a:pt x="178119" y="36627"/>
                  <a:pt x="178210" y="36810"/>
                </a:cubicBezTo>
                <a:cubicBezTo>
                  <a:pt x="178271" y="36962"/>
                  <a:pt x="178393" y="37114"/>
                  <a:pt x="178301" y="37357"/>
                </a:cubicBezTo>
                <a:cubicBezTo>
                  <a:pt x="178210" y="37570"/>
                  <a:pt x="176903" y="39272"/>
                  <a:pt x="176782" y="39576"/>
                </a:cubicBezTo>
                <a:lnTo>
                  <a:pt x="176782" y="39636"/>
                </a:lnTo>
                <a:cubicBezTo>
                  <a:pt x="176690" y="39940"/>
                  <a:pt x="176235" y="40488"/>
                  <a:pt x="175870" y="40791"/>
                </a:cubicBezTo>
                <a:cubicBezTo>
                  <a:pt x="175839" y="40852"/>
                  <a:pt x="175809" y="40852"/>
                  <a:pt x="175809" y="40883"/>
                </a:cubicBezTo>
                <a:cubicBezTo>
                  <a:pt x="175475" y="41187"/>
                  <a:pt x="175079" y="41551"/>
                  <a:pt x="174563" y="42007"/>
                </a:cubicBezTo>
                <a:cubicBezTo>
                  <a:pt x="174259" y="42281"/>
                  <a:pt x="174046" y="42554"/>
                  <a:pt x="173864" y="42828"/>
                </a:cubicBezTo>
                <a:cubicBezTo>
                  <a:pt x="173742" y="43010"/>
                  <a:pt x="173651" y="43162"/>
                  <a:pt x="173529" y="43284"/>
                </a:cubicBezTo>
                <a:cubicBezTo>
                  <a:pt x="173499" y="43345"/>
                  <a:pt x="173438" y="43375"/>
                  <a:pt x="173408" y="43436"/>
                </a:cubicBezTo>
                <a:cubicBezTo>
                  <a:pt x="173286" y="43527"/>
                  <a:pt x="173225" y="43618"/>
                  <a:pt x="173043" y="43679"/>
                </a:cubicBezTo>
                <a:cubicBezTo>
                  <a:pt x="172769" y="43801"/>
                  <a:pt x="171979" y="44317"/>
                  <a:pt x="171462" y="44682"/>
                </a:cubicBezTo>
                <a:cubicBezTo>
                  <a:pt x="170976" y="45016"/>
                  <a:pt x="170672" y="45077"/>
                  <a:pt x="170338" y="45655"/>
                </a:cubicBezTo>
                <a:cubicBezTo>
                  <a:pt x="170003" y="46232"/>
                  <a:pt x="169851" y="46658"/>
                  <a:pt x="169639" y="46840"/>
                </a:cubicBezTo>
                <a:cubicBezTo>
                  <a:pt x="169456" y="47023"/>
                  <a:pt x="169395" y="47175"/>
                  <a:pt x="168848" y="47175"/>
                </a:cubicBezTo>
                <a:cubicBezTo>
                  <a:pt x="168362" y="47205"/>
                  <a:pt x="167754" y="47175"/>
                  <a:pt x="167663" y="47296"/>
                </a:cubicBezTo>
                <a:cubicBezTo>
                  <a:pt x="167602" y="47418"/>
                  <a:pt x="167268" y="48238"/>
                  <a:pt x="167055" y="48269"/>
                </a:cubicBezTo>
                <a:cubicBezTo>
                  <a:pt x="166979" y="48294"/>
                  <a:pt x="166857" y="48309"/>
                  <a:pt x="166726" y="48309"/>
                </a:cubicBezTo>
                <a:cubicBezTo>
                  <a:pt x="166542" y="48309"/>
                  <a:pt x="166341" y="48279"/>
                  <a:pt x="166234" y="48208"/>
                </a:cubicBezTo>
                <a:cubicBezTo>
                  <a:pt x="166082" y="48086"/>
                  <a:pt x="165778" y="48056"/>
                  <a:pt x="165535" y="48026"/>
                </a:cubicBezTo>
                <a:cubicBezTo>
                  <a:pt x="165322" y="47995"/>
                  <a:pt x="164137" y="47782"/>
                  <a:pt x="164015" y="47752"/>
                </a:cubicBezTo>
                <a:cubicBezTo>
                  <a:pt x="163924" y="47752"/>
                  <a:pt x="163316" y="47600"/>
                  <a:pt x="163104" y="47600"/>
                </a:cubicBezTo>
                <a:cubicBezTo>
                  <a:pt x="162969" y="47600"/>
                  <a:pt x="162823" y="47673"/>
                  <a:pt x="162725" y="47673"/>
                </a:cubicBezTo>
                <a:cubicBezTo>
                  <a:pt x="162669" y="47673"/>
                  <a:pt x="162628" y="47648"/>
                  <a:pt x="162617" y="47570"/>
                </a:cubicBezTo>
                <a:cubicBezTo>
                  <a:pt x="162617" y="47539"/>
                  <a:pt x="162617" y="47448"/>
                  <a:pt x="162587" y="47418"/>
                </a:cubicBezTo>
                <a:cubicBezTo>
                  <a:pt x="162587" y="47296"/>
                  <a:pt x="162587" y="47175"/>
                  <a:pt x="162648" y="46962"/>
                </a:cubicBezTo>
                <a:cubicBezTo>
                  <a:pt x="162769" y="46658"/>
                  <a:pt x="163104" y="46111"/>
                  <a:pt x="163164" y="45746"/>
                </a:cubicBezTo>
                <a:cubicBezTo>
                  <a:pt x="163225" y="45412"/>
                  <a:pt x="163195" y="45199"/>
                  <a:pt x="163164" y="44895"/>
                </a:cubicBezTo>
                <a:cubicBezTo>
                  <a:pt x="163104" y="44591"/>
                  <a:pt x="163195" y="44196"/>
                  <a:pt x="163316" y="43983"/>
                </a:cubicBezTo>
                <a:cubicBezTo>
                  <a:pt x="163408" y="43770"/>
                  <a:pt x="163468" y="43679"/>
                  <a:pt x="163620" y="43588"/>
                </a:cubicBezTo>
                <a:cubicBezTo>
                  <a:pt x="163651" y="43527"/>
                  <a:pt x="163681" y="43527"/>
                  <a:pt x="163681" y="43497"/>
                </a:cubicBezTo>
                <a:cubicBezTo>
                  <a:pt x="163711" y="43375"/>
                  <a:pt x="163711" y="43193"/>
                  <a:pt x="163772" y="42889"/>
                </a:cubicBezTo>
                <a:cubicBezTo>
                  <a:pt x="163803" y="42463"/>
                  <a:pt x="163955" y="42068"/>
                  <a:pt x="164107" y="41977"/>
                </a:cubicBezTo>
                <a:cubicBezTo>
                  <a:pt x="164148" y="41944"/>
                  <a:pt x="164180" y="41931"/>
                  <a:pt x="164207" y="41931"/>
                </a:cubicBezTo>
                <a:cubicBezTo>
                  <a:pt x="164280" y="41931"/>
                  <a:pt x="164314" y="42024"/>
                  <a:pt x="164380" y="42068"/>
                </a:cubicBezTo>
                <a:cubicBezTo>
                  <a:pt x="164389" y="42071"/>
                  <a:pt x="164402" y="42073"/>
                  <a:pt x="164417" y="42073"/>
                </a:cubicBezTo>
                <a:cubicBezTo>
                  <a:pt x="164553" y="42073"/>
                  <a:pt x="164900" y="41950"/>
                  <a:pt x="164927" y="41703"/>
                </a:cubicBezTo>
                <a:cubicBezTo>
                  <a:pt x="164988" y="41460"/>
                  <a:pt x="165018" y="41399"/>
                  <a:pt x="164927" y="41035"/>
                </a:cubicBezTo>
                <a:cubicBezTo>
                  <a:pt x="164897" y="40609"/>
                  <a:pt x="164836" y="40396"/>
                  <a:pt x="164775" y="40092"/>
                </a:cubicBezTo>
                <a:cubicBezTo>
                  <a:pt x="164715" y="39788"/>
                  <a:pt x="164745" y="39728"/>
                  <a:pt x="164471" y="39363"/>
                </a:cubicBezTo>
                <a:cubicBezTo>
                  <a:pt x="164259" y="38968"/>
                  <a:pt x="164076" y="38755"/>
                  <a:pt x="164076" y="38633"/>
                </a:cubicBezTo>
                <a:cubicBezTo>
                  <a:pt x="164076" y="38512"/>
                  <a:pt x="163681" y="37600"/>
                  <a:pt x="163529" y="37235"/>
                </a:cubicBezTo>
                <a:cubicBezTo>
                  <a:pt x="163347" y="36840"/>
                  <a:pt x="163104" y="36536"/>
                  <a:pt x="163043" y="36384"/>
                </a:cubicBezTo>
                <a:cubicBezTo>
                  <a:pt x="163012" y="36202"/>
                  <a:pt x="162921" y="35442"/>
                  <a:pt x="162648" y="35290"/>
                </a:cubicBezTo>
                <a:cubicBezTo>
                  <a:pt x="162404" y="35138"/>
                  <a:pt x="161857" y="35077"/>
                  <a:pt x="161736" y="35016"/>
                </a:cubicBezTo>
                <a:cubicBezTo>
                  <a:pt x="161699" y="35016"/>
                  <a:pt x="161604" y="35007"/>
                  <a:pt x="161488" y="35007"/>
                </a:cubicBezTo>
                <a:cubicBezTo>
                  <a:pt x="161314" y="35007"/>
                  <a:pt x="161091" y="35028"/>
                  <a:pt x="160945" y="35138"/>
                </a:cubicBezTo>
                <a:cubicBezTo>
                  <a:pt x="160763" y="35381"/>
                  <a:pt x="160338" y="35746"/>
                  <a:pt x="160155" y="36141"/>
                </a:cubicBezTo>
                <a:cubicBezTo>
                  <a:pt x="160003" y="36506"/>
                  <a:pt x="159973" y="36688"/>
                  <a:pt x="159669" y="37205"/>
                </a:cubicBezTo>
                <a:cubicBezTo>
                  <a:pt x="159365" y="37691"/>
                  <a:pt x="159213" y="38147"/>
                  <a:pt x="159000" y="38177"/>
                </a:cubicBezTo>
                <a:cubicBezTo>
                  <a:pt x="158994" y="38178"/>
                  <a:pt x="158988" y="38179"/>
                  <a:pt x="158981" y="38179"/>
                </a:cubicBezTo>
                <a:cubicBezTo>
                  <a:pt x="158775" y="38179"/>
                  <a:pt x="158146" y="37750"/>
                  <a:pt x="158058" y="37691"/>
                </a:cubicBezTo>
                <a:cubicBezTo>
                  <a:pt x="157997" y="37600"/>
                  <a:pt x="157876" y="37296"/>
                  <a:pt x="157876" y="37114"/>
                </a:cubicBezTo>
                <a:cubicBezTo>
                  <a:pt x="157876" y="36901"/>
                  <a:pt x="157845" y="36627"/>
                  <a:pt x="157997" y="36384"/>
                </a:cubicBezTo>
                <a:cubicBezTo>
                  <a:pt x="158149" y="36171"/>
                  <a:pt x="158544" y="35685"/>
                  <a:pt x="158666" y="35533"/>
                </a:cubicBezTo>
                <a:cubicBezTo>
                  <a:pt x="158787" y="35381"/>
                  <a:pt x="158909" y="35138"/>
                  <a:pt x="158909" y="34925"/>
                </a:cubicBezTo>
                <a:cubicBezTo>
                  <a:pt x="158909" y="34682"/>
                  <a:pt x="158848" y="34530"/>
                  <a:pt x="159061" y="34378"/>
                </a:cubicBezTo>
                <a:cubicBezTo>
                  <a:pt x="159243" y="34226"/>
                  <a:pt x="159426" y="34074"/>
                  <a:pt x="159456" y="33861"/>
                </a:cubicBezTo>
                <a:cubicBezTo>
                  <a:pt x="159517" y="33618"/>
                  <a:pt x="159608" y="33162"/>
                  <a:pt x="159456" y="32858"/>
                </a:cubicBezTo>
                <a:cubicBezTo>
                  <a:pt x="159365" y="32585"/>
                  <a:pt x="159061" y="31764"/>
                  <a:pt x="158970" y="31612"/>
                </a:cubicBezTo>
                <a:cubicBezTo>
                  <a:pt x="158848" y="31490"/>
                  <a:pt x="158331" y="30913"/>
                  <a:pt x="158240" y="30822"/>
                </a:cubicBezTo>
                <a:cubicBezTo>
                  <a:pt x="158210" y="30700"/>
                  <a:pt x="157936" y="30670"/>
                  <a:pt x="158149" y="30427"/>
                </a:cubicBezTo>
                <a:cubicBezTo>
                  <a:pt x="158331" y="30214"/>
                  <a:pt x="158605" y="30092"/>
                  <a:pt x="158605" y="30001"/>
                </a:cubicBezTo>
                <a:cubicBezTo>
                  <a:pt x="158605" y="29910"/>
                  <a:pt x="158392" y="29454"/>
                  <a:pt x="158240" y="29241"/>
                </a:cubicBezTo>
                <a:cubicBezTo>
                  <a:pt x="158088" y="29059"/>
                  <a:pt x="157085" y="28785"/>
                  <a:pt x="156720" y="28694"/>
                </a:cubicBezTo>
                <a:cubicBezTo>
                  <a:pt x="156386" y="28572"/>
                  <a:pt x="156021" y="28542"/>
                  <a:pt x="155505" y="28451"/>
                </a:cubicBezTo>
                <a:cubicBezTo>
                  <a:pt x="155018" y="28390"/>
                  <a:pt x="154806" y="28299"/>
                  <a:pt x="154593" y="28177"/>
                </a:cubicBezTo>
                <a:cubicBezTo>
                  <a:pt x="154410" y="28086"/>
                  <a:pt x="153802" y="28025"/>
                  <a:pt x="153620" y="27995"/>
                </a:cubicBezTo>
                <a:cubicBezTo>
                  <a:pt x="153438" y="27965"/>
                  <a:pt x="153164" y="27782"/>
                  <a:pt x="153012" y="27691"/>
                </a:cubicBezTo>
                <a:cubicBezTo>
                  <a:pt x="152877" y="27637"/>
                  <a:pt x="152741" y="27534"/>
                  <a:pt x="152541" y="27534"/>
                </a:cubicBezTo>
                <a:cubicBezTo>
                  <a:pt x="152517" y="27534"/>
                  <a:pt x="152491" y="27536"/>
                  <a:pt x="152465" y="27539"/>
                </a:cubicBezTo>
                <a:cubicBezTo>
                  <a:pt x="152252" y="27569"/>
                  <a:pt x="151948" y="27965"/>
                  <a:pt x="151857" y="28086"/>
                </a:cubicBezTo>
                <a:cubicBezTo>
                  <a:pt x="151796" y="28177"/>
                  <a:pt x="151614" y="28572"/>
                  <a:pt x="151523" y="28785"/>
                </a:cubicBezTo>
                <a:cubicBezTo>
                  <a:pt x="151492" y="29028"/>
                  <a:pt x="151401" y="29211"/>
                  <a:pt x="151614" y="29393"/>
                </a:cubicBezTo>
                <a:cubicBezTo>
                  <a:pt x="151796" y="29606"/>
                  <a:pt x="151796" y="29454"/>
                  <a:pt x="151948" y="29636"/>
                </a:cubicBezTo>
                <a:cubicBezTo>
                  <a:pt x="152070" y="29788"/>
                  <a:pt x="152100" y="29910"/>
                  <a:pt x="151948" y="30001"/>
                </a:cubicBezTo>
                <a:cubicBezTo>
                  <a:pt x="151766" y="30123"/>
                  <a:pt x="151553" y="30244"/>
                  <a:pt x="151249" y="30579"/>
                </a:cubicBezTo>
                <a:cubicBezTo>
                  <a:pt x="150945" y="30883"/>
                  <a:pt x="150793" y="31308"/>
                  <a:pt x="150854" y="31430"/>
                </a:cubicBezTo>
                <a:cubicBezTo>
                  <a:pt x="150884" y="31521"/>
                  <a:pt x="151097" y="31946"/>
                  <a:pt x="151097" y="32068"/>
                </a:cubicBezTo>
                <a:cubicBezTo>
                  <a:pt x="151158" y="32190"/>
                  <a:pt x="151097" y="32433"/>
                  <a:pt x="151067" y="32615"/>
                </a:cubicBezTo>
                <a:cubicBezTo>
                  <a:pt x="151067" y="32828"/>
                  <a:pt x="150915" y="33132"/>
                  <a:pt x="150793" y="33193"/>
                </a:cubicBezTo>
                <a:cubicBezTo>
                  <a:pt x="150729" y="33279"/>
                  <a:pt x="150634" y="33365"/>
                  <a:pt x="150552" y="33365"/>
                </a:cubicBezTo>
                <a:cubicBezTo>
                  <a:pt x="150518" y="33365"/>
                  <a:pt x="150486" y="33350"/>
                  <a:pt x="150459" y="33314"/>
                </a:cubicBezTo>
                <a:cubicBezTo>
                  <a:pt x="150398" y="33193"/>
                  <a:pt x="150307" y="32889"/>
                  <a:pt x="150307" y="32828"/>
                </a:cubicBezTo>
                <a:cubicBezTo>
                  <a:pt x="150307" y="32737"/>
                  <a:pt x="150398" y="32402"/>
                  <a:pt x="150337" y="32311"/>
                </a:cubicBezTo>
                <a:cubicBezTo>
                  <a:pt x="150307" y="32220"/>
                  <a:pt x="150246" y="32098"/>
                  <a:pt x="150185" y="31977"/>
                </a:cubicBezTo>
                <a:cubicBezTo>
                  <a:pt x="150155" y="31916"/>
                  <a:pt x="150003" y="31490"/>
                  <a:pt x="150003" y="31490"/>
                </a:cubicBezTo>
                <a:cubicBezTo>
                  <a:pt x="150003" y="31490"/>
                  <a:pt x="149821" y="31764"/>
                  <a:pt x="149851" y="31916"/>
                </a:cubicBezTo>
                <a:cubicBezTo>
                  <a:pt x="149881" y="32068"/>
                  <a:pt x="149821" y="32433"/>
                  <a:pt x="149729" y="32585"/>
                </a:cubicBezTo>
                <a:cubicBezTo>
                  <a:pt x="149638" y="32737"/>
                  <a:pt x="149669" y="32828"/>
                  <a:pt x="149517" y="32889"/>
                </a:cubicBezTo>
                <a:cubicBezTo>
                  <a:pt x="149365" y="32980"/>
                  <a:pt x="149061" y="33193"/>
                  <a:pt x="148939" y="33314"/>
                </a:cubicBezTo>
                <a:cubicBezTo>
                  <a:pt x="148818" y="33436"/>
                  <a:pt x="148635" y="34135"/>
                  <a:pt x="148635" y="34135"/>
                </a:cubicBezTo>
                <a:cubicBezTo>
                  <a:pt x="148635" y="34135"/>
                  <a:pt x="148483" y="34348"/>
                  <a:pt x="148422" y="34530"/>
                </a:cubicBezTo>
                <a:cubicBezTo>
                  <a:pt x="148331" y="34712"/>
                  <a:pt x="148301" y="34895"/>
                  <a:pt x="148422" y="35290"/>
                </a:cubicBezTo>
                <a:cubicBezTo>
                  <a:pt x="148514" y="35655"/>
                  <a:pt x="148666" y="36202"/>
                  <a:pt x="148666" y="36688"/>
                </a:cubicBezTo>
                <a:cubicBezTo>
                  <a:pt x="148666" y="37235"/>
                  <a:pt x="148483" y="37387"/>
                  <a:pt x="148270" y="37782"/>
                </a:cubicBezTo>
                <a:cubicBezTo>
                  <a:pt x="148027" y="38177"/>
                  <a:pt x="148027" y="38329"/>
                  <a:pt x="148027" y="38451"/>
                </a:cubicBezTo>
                <a:cubicBezTo>
                  <a:pt x="148027" y="38512"/>
                  <a:pt x="148270" y="38816"/>
                  <a:pt x="148362" y="39059"/>
                </a:cubicBezTo>
                <a:cubicBezTo>
                  <a:pt x="148483" y="39272"/>
                  <a:pt x="148666" y="39424"/>
                  <a:pt x="148666" y="39576"/>
                </a:cubicBezTo>
                <a:cubicBezTo>
                  <a:pt x="148666" y="39728"/>
                  <a:pt x="148757" y="40153"/>
                  <a:pt x="148666" y="40214"/>
                </a:cubicBezTo>
                <a:cubicBezTo>
                  <a:pt x="148605" y="40305"/>
                  <a:pt x="148514" y="40488"/>
                  <a:pt x="148574" y="40518"/>
                </a:cubicBezTo>
                <a:cubicBezTo>
                  <a:pt x="148605" y="40579"/>
                  <a:pt x="148605" y="40427"/>
                  <a:pt x="149182" y="41278"/>
                </a:cubicBezTo>
                <a:cubicBezTo>
                  <a:pt x="149699" y="42159"/>
                  <a:pt x="150094" y="42706"/>
                  <a:pt x="150277" y="43071"/>
                </a:cubicBezTo>
                <a:cubicBezTo>
                  <a:pt x="150459" y="43466"/>
                  <a:pt x="150611" y="43618"/>
                  <a:pt x="150641" y="44013"/>
                </a:cubicBezTo>
                <a:cubicBezTo>
                  <a:pt x="150702" y="44439"/>
                  <a:pt x="150702" y="44712"/>
                  <a:pt x="150763" y="44864"/>
                </a:cubicBezTo>
                <a:cubicBezTo>
                  <a:pt x="150854" y="45016"/>
                  <a:pt x="150915" y="45138"/>
                  <a:pt x="150945" y="45229"/>
                </a:cubicBezTo>
                <a:cubicBezTo>
                  <a:pt x="151006" y="45381"/>
                  <a:pt x="150915" y="45928"/>
                  <a:pt x="150945" y="46050"/>
                </a:cubicBezTo>
                <a:cubicBezTo>
                  <a:pt x="150945" y="46141"/>
                  <a:pt x="151006" y="46567"/>
                  <a:pt x="150915" y="46901"/>
                </a:cubicBezTo>
                <a:cubicBezTo>
                  <a:pt x="150854" y="47205"/>
                  <a:pt x="150641" y="48542"/>
                  <a:pt x="150550" y="48877"/>
                </a:cubicBezTo>
                <a:cubicBezTo>
                  <a:pt x="150550" y="48937"/>
                  <a:pt x="150550" y="48968"/>
                  <a:pt x="150489" y="48998"/>
                </a:cubicBezTo>
                <a:cubicBezTo>
                  <a:pt x="150489" y="49029"/>
                  <a:pt x="150459" y="49089"/>
                  <a:pt x="150459" y="49120"/>
                </a:cubicBezTo>
                <a:cubicBezTo>
                  <a:pt x="150459" y="49150"/>
                  <a:pt x="150459" y="49181"/>
                  <a:pt x="150429" y="49181"/>
                </a:cubicBezTo>
                <a:cubicBezTo>
                  <a:pt x="150429" y="49241"/>
                  <a:pt x="150398" y="49272"/>
                  <a:pt x="150398" y="49302"/>
                </a:cubicBezTo>
                <a:cubicBezTo>
                  <a:pt x="150398" y="49333"/>
                  <a:pt x="150337" y="49333"/>
                  <a:pt x="150337" y="49393"/>
                </a:cubicBezTo>
                <a:cubicBezTo>
                  <a:pt x="150337" y="49424"/>
                  <a:pt x="150307" y="49424"/>
                  <a:pt x="150307" y="49454"/>
                </a:cubicBezTo>
                <a:cubicBezTo>
                  <a:pt x="150307" y="49485"/>
                  <a:pt x="150277" y="49545"/>
                  <a:pt x="150246" y="49576"/>
                </a:cubicBezTo>
                <a:cubicBezTo>
                  <a:pt x="150185" y="49606"/>
                  <a:pt x="150155" y="49697"/>
                  <a:pt x="150094" y="49758"/>
                </a:cubicBezTo>
                <a:cubicBezTo>
                  <a:pt x="149881" y="49941"/>
                  <a:pt x="149638" y="50305"/>
                  <a:pt x="149395" y="50609"/>
                </a:cubicBezTo>
                <a:cubicBezTo>
                  <a:pt x="149334" y="50700"/>
                  <a:pt x="149243" y="50792"/>
                  <a:pt x="149182" y="50852"/>
                </a:cubicBezTo>
                <a:cubicBezTo>
                  <a:pt x="149091" y="50944"/>
                  <a:pt x="149030" y="51004"/>
                  <a:pt x="148939" y="51065"/>
                </a:cubicBezTo>
                <a:cubicBezTo>
                  <a:pt x="148726" y="51156"/>
                  <a:pt x="148027" y="51460"/>
                  <a:pt x="147723" y="51460"/>
                </a:cubicBezTo>
                <a:cubicBezTo>
                  <a:pt x="147419" y="51460"/>
                  <a:pt x="147146" y="51217"/>
                  <a:pt x="147085" y="51126"/>
                </a:cubicBezTo>
                <a:cubicBezTo>
                  <a:pt x="147075" y="51116"/>
                  <a:pt x="147068" y="51112"/>
                  <a:pt x="147061" y="51112"/>
                </a:cubicBezTo>
                <a:cubicBezTo>
                  <a:pt x="147048" y="51112"/>
                  <a:pt x="147034" y="51126"/>
                  <a:pt x="146994" y="51126"/>
                </a:cubicBezTo>
                <a:cubicBezTo>
                  <a:pt x="146969" y="51138"/>
                  <a:pt x="146934" y="51156"/>
                  <a:pt x="146892" y="51156"/>
                </a:cubicBezTo>
                <a:cubicBezTo>
                  <a:pt x="146829" y="51156"/>
                  <a:pt x="146750" y="51118"/>
                  <a:pt x="146659" y="50974"/>
                </a:cubicBezTo>
                <a:cubicBezTo>
                  <a:pt x="146508" y="50640"/>
                  <a:pt x="146295" y="50032"/>
                  <a:pt x="146143" y="49849"/>
                </a:cubicBezTo>
                <a:cubicBezTo>
                  <a:pt x="146021" y="49606"/>
                  <a:pt x="145748" y="49302"/>
                  <a:pt x="145626" y="49150"/>
                </a:cubicBezTo>
                <a:cubicBezTo>
                  <a:pt x="145474" y="49029"/>
                  <a:pt x="145292" y="48877"/>
                  <a:pt x="145170" y="48634"/>
                </a:cubicBezTo>
                <a:cubicBezTo>
                  <a:pt x="145079" y="48360"/>
                  <a:pt x="144866" y="47874"/>
                  <a:pt x="144836" y="47630"/>
                </a:cubicBezTo>
                <a:cubicBezTo>
                  <a:pt x="144836" y="47600"/>
                  <a:pt x="144836" y="47478"/>
                  <a:pt x="144805" y="47357"/>
                </a:cubicBezTo>
                <a:cubicBezTo>
                  <a:pt x="144775" y="47023"/>
                  <a:pt x="144714" y="46445"/>
                  <a:pt x="144714" y="46384"/>
                </a:cubicBezTo>
                <a:cubicBezTo>
                  <a:pt x="144714" y="46354"/>
                  <a:pt x="144684" y="46141"/>
                  <a:pt x="144684" y="45989"/>
                </a:cubicBezTo>
                <a:cubicBezTo>
                  <a:pt x="144653" y="45807"/>
                  <a:pt x="144623" y="45655"/>
                  <a:pt x="144623" y="45624"/>
                </a:cubicBezTo>
                <a:cubicBezTo>
                  <a:pt x="144562" y="45533"/>
                  <a:pt x="144258" y="45077"/>
                  <a:pt x="144167" y="44743"/>
                </a:cubicBezTo>
                <a:cubicBezTo>
                  <a:pt x="144045" y="44409"/>
                  <a:pt x="143802" y="43709"/>
                  <a:pt x="143772" y="43557"/>
                </a:cubicBezTo>
                <a:cubicBezTo>
                  <a:pt x="143742" y="43405"/>
                  <a:pt x="143711" y="42554"/>
                  <a:pt x="143742" y="42402"/>
                </a:cubicBezTo>
                <a:cubicBezTo>
                  <a:pt x="143772" y="42250"/>
                  <a:pt x="143924" y="41977"/>
                  <a:pt x="144015" y="41521"/>
                </a:cubicBezTo>
                <a:cubicBezTo>
                  <a:pt x="144045" y="41065"/>
                  <a:pt x="144015" y="40457"/>
                  <a:pt x="143924" y="40153"/>
                </a:cubicBezTo>
                <a:cubicBezTo>
                  <a:pt x="143863" y="39849"/>
                  <a:pt x="143620" y="39393"/>
                  <a:pt x="143620" y="39393"/>
                </a:cubicBezTo>
                <a:cubicBezTo>
                  <a:pt x="143620" y="39393"/>
                  <a:pt x="143468" y="39089"/>
                  <a:pt x="143620" y="38937"/>
                </a:cubicBezTo>
                <a:cubicBezTo>
                  <a:pt x="143772" y="38785"/>
                  <a:pt x="144015" y="38603"/>
                  <a:pt x="144015" y="38329"/>
                </a:cubicBezTo>
                <a:cubicBezTo>
                  <a:pt x="144045" y="38056"/>
                  <a:pt x="144015" y="37691"/>
                  <a:pt x="143954" y="37448"/>
                </a:cubicBezTo>
                <a:cubicBezTo>
                  <a:pt x="143924" y="37235"/>
                  <a:pt x="143863" y="36992"/>
                  <a:pt x="143954" y="36658"/>
                </a:cubicBezTo>
                <a:cubicBezTo>
                  <a:pt x="144076" y="36323"/>
                  <a:pt x="144410" y="36111"/>
                  <a:pt x="144319" y="35807"/>
                </a:cubicBezTo>
                <a:cubicBezTo>
                  <a:pt x="144197" y="35503"/>
                  <a:pt x="144045" y="35259"/>
                  <a:pt x="144106" y="35016"/>
                </a:cubicBezTo>
                <a:cubicBezTo>
                  <a:pt x="144197" y="34834"/>
                  <a:pt x="144349" y="34591"/>
                  <a:pt x="144532" y="34256"/>
                </a:cubicBezTo>
                <a:cubicBezTo>
                  <a:pt x="144714" y="33922"/>
                  <a:pt x="144866" y="33466"/>
                  <a:pt x="144957" y="33162"/>
                </a:cubicBezTo>
                <a:cubicBezTo>
                  <a:pt x="145018" y="32858"/>
                  <a:pt x="145018" y="32433"/>
                  <a:pt x="144957" y="32372"/>
                </a:cubicBezTo>
                <a:cubicBezTo>
                  <a:pt x="144909" y="32324"/>
                  <a:pt x="144844" y="32284"/>
                  <a:pt x="144771" y="32284"/>
                </a:cubicBezTo>
                <a:cubicBezTo>
                  <a:pt x="144706" y="32284"/>
                  <a:pt x="144634" y="32316"/>
                  <a:pt x="144562" y="32402"/>
                </a:cubicBezTo>
                <a:cubicBezTo>
                  <a:pt x="144410" y="32554"/>
                  <a:pt x="144106" y="32889"/>
                  <a:pt x="144106" y="33071"/>
                </a:cubicBezTo>
                <a:cubicBezTo>
                  <a:pt x="144167" y="33314"/>
                  <a:pt x="144228" y="33497"/>
                  <a:pt x="144167" y="33649"/>
                </a:cubicBezTo>
                <a:cubicBezTo>
                  <a:pt x="144076" y="33831"/>
                  <a:pt x="144015" y="33983"/>
                  <a:pt x="143863" y="34196"/>
                </a:cubicBezTo>
                <a:cubicBezTo>
                  <a:pt x="143711" y="34378"/>
                  <a:pt x="143559" y="34682"/>
                  <a:pt x="143346" y="34864"/>
                </a:cubicBezTo>
                <a:cubicBezTo>
                  <a:pt x="143164" y="35047"/>
                  <a:pt x="143012" y="34895"/>
                  <a:pt x="142830" y="35351"/>
                </a:cubicBezTo>
                <a:cubicBezTo>
                  <a:pt x="142647" y="35807"/>
                  <a:pt x="142495" y="35959"/>
                  <a:pt x="142495" y="36171"/>
                </a:cubicBezTo>
                <a:cubicBezTo>
                  <a:pt x="142495" y="36354"/>
                  <a:pt x="142283" y="36810"/>
                  <a:pt x="142131" y="36840"/>
                </a:cubicBezTo>
                <a:cubicBezTo>
                  <a:pt x="142045" y="36891"/>
                  <a:pt x="141960" y="36933"/>
                  <a:pt x="141891" y="36933"/>
                </a:cubicBezTo>
                <a:cubicBezTo>
                  <a:pt x="141837" y="36933"/>
                  <a:pt x="141793" y="36907"/>
                  <a:pt x="141766" y="36840"/>
                </a:cubicBezTo>
                <a:cubicBezTo>
                  <a:pt x="141675" y="36688"/>
                  <a:pt x="141523" y="36566"/>
                  <a:pt x="141644" y="36232"/>
                </a:cubicBezTo>
                <a:cubicBezTo>
                  <a:pt x="141766" y="35898"/>
                  <a:pt x="141735" y="35655"/>
                  <a:pt x="141796" y="35411"/>
                </a:cubicBezTo>
                <a:cubicBezTo>
                  <a:pt x="141887" y="35168"/>
                  <a:pt x="141979" y="34712"/>
                  <a:pt x="142191" y="34500"/>
                </a:cubicBezTo>
                <a:cubicBezTo>
                  <a:pt x="142374" y="34226"/>
                  <a:pt x="142526" y="34135"/>
                  <a:pt x="142647" y="33952"/>
                </a:cubicBezTo>
                <a:cubicBezTo>
                  <a:pt x="142738" y="33800"/>
                  <a:pt x="142830" y="33679"/>
                  <a:pt x="142830" y="33618"/>
                </a:cubicBezTo>
                <a:lnTo>
                  <a:pt x="142830" y="33588"/>
                </a:lnTo>
                <a:cubicBezTo>
                  <a:pt x="142830" y="33588"/>
                  <a:pt x="142799" y="33010"/>
                  <a:pt x="142890" y="32737"/>
                </a:cubicBezTo>
                <a:cubicBezTo>
                  <a:pt x="143012" y="32463"/>
                  <a:pt x="143286" y="32220"/>
                  <a:pt x="143407" y="31764"/>
                </a:cubicBezTo>
                <a:cubicBezTo>
                  <a:pt x="143468" y="31521"/>
                  <a:pt x="143590" y="31095"/>
                  <a:pt x="143650" y="30761"/>
                </a:cubicBezTo>
                <a:lnTo>
                  <a:pt x="143650" y="30700"/>
                </a:lnTo>
                <a:cubicBezTo>
                  <a:pt x="143650" y="30670"/>
                  <a:pt x="143711" y="30609"/>
                  <a:pt x="143711" y="30579"/>
                </a:cubicBezTo>
                <a:cubicBezTo>
                  <a:pt x="143711" y="30548"/>
                  <a:pt x="143742" y="30518"/>
                  <a:pt x="143742" y="30457"/>
                </a:cubicBezTo>
                <a:lnTo>
                  <a:pt x="143742" y="30427"/>
                </a:lnTo>
                <a:cubicBezTo>
                  <a:pt x="143772" y="30275"/>
                  <a:pt x="143802" y="30123"/>
                  <a:pt x="143802" y="30092"/>
                </a:cubicBezTo>
                <a:cubicBezTo>
                  <a:pt x="143863" y="29879"/>
                  <a:pt x="143772" y="29180"/>
                  <a:pt x="143893" y="29120"/>
                </a:cubicBezTo>
                <a:cubicBezTo>
                  <a:pt x="143907" y="29114"/>
                  <a:pt x="143920" y="29112"/>
                  <a:pt x="143933" y="29112"/>
                </a:cubicBezTo>
                <a:cubicBezTo>
                  <a:pt x="144067" y="29112"/>
                  <a:pt x="144172" y="29379"/>
                  <a:pt x="144228" y="29545"/>
                </a:cubicBezTo>
                <a:cubicBezTo>
                  <a:pt x="144294" y="29721"/>
                  <a:pt x="144408" y="29978"/>
                  <a:pt x="144512" y="29978"/>
                </a:cubicBezTo>
                <a:cubicBezTo>
                  <a:pt x="144552" y="29978"/>
                  <a:pt x="144590" y="29941"/>
                  <a:pt x="144623" y="29849"/>
                </a:cubicBezTo>
                <a:cubicBezTo>
                  <a:pt x="144714" y="29515"/>
                  <a:pt x="144653" y="29424"/>
                  <a:pt x="144836" y="29211"/>
                </a:cubicBezTo>
                <a:cubicBezTo>
                  <a:pt x="145001" y="29018"/>
                  <a:pt x="145265" y="28777"/>
                  <a:pt x="145426" y="28777"/>
                </a:cubicBezTo>
                <a:cubicBezTo>
                  <a:pt x="145443" y="28777"/>
                  <a:pt x="145459" y="28779"/>
                  <a:pt x="145474" y="28785"/>
                </a:cubicBezTo>
                <a:cubicBezTo>
                  <a:pt x="145596" y="28907"/>
                  <a:pt x="145748" y="29059"/>
                  <a:pt x="145565" y="29332"/>
                </a:cubicBezTo>
                <a:cubicBezTo>
                  <a:pt x="145413" y="29545"/>
                  <a:pt x="145170" y="29758"/>
                  <a:pt x="145170" y="29910"/>
                </a:cubicBezTo>
                <a:cubicBezTo>
                  <a:pt x="145170" y="29978"/>
                  <a:pt x="145237" y="30179"/>
                  <a:pt x="145371" y="30179"/>
                </a:cubicBezTo>
                <a:cubicBezTo>
                  <a:pt x="145418" y="30179"/>
                  <a:pt x="145472" y="30155"/>
                  <a:pt x="145535" y="30092"/>
                </a:cubicBezTo>
                <a:cubicBezTo>
                  <a:pt x="145748" y="29819"/>
                  <a:pt x="145991" y="29575"/>
                  <a:pt x="146204" y="29393"/>
                </a:cubicBezTo>
                <a:cubicBezTo>
                  <a:pt x="146447" y="29180"/>
                  <a:pt x="146599" y="29150"/>
                  <a:pt x="146629" y="28876"/>
                </a:cubicBezTo>
                <a:cubicBezTo>
                  <a:pt x="146659" y="28603"/>
                  <a:pt x="146538" y="28238"/>
                  <a:pt x="146933" y="28117"/>
                </a:cubicBezTo>
                <a:cubicBezTo>
                  <a:pt x="147017" y="28088"/>
                  <a:pt x="147094" y="28080"/>
                  <a:pt x="147166" y="28080"/>
                </a:cubicBezTo>
                <a:cubicBezTo>
                  <a:pt x="147280" y="28080"/>
                  <a:pt x="147384" y="28101"/>
                  <a:pt x="147494" y="28101"/>
                </a:cubicBezTo>
                <a:cubicBezTo>
                  <a:pt x="147616" y="28101"/>
                  <a:pt x="147746" y="28075"/>
                  <a:pt x="147906" y="27965"/>
                </a:cubicBezTo>
                <a:cubicBezTo>
                  <a:pt x="148362" y="27691"/>
                  <a:pt x="148666" y="27357"/>
                  <a:pt x="148909" y="27083"/>
                </a:cubicBezTo>
                <a:cubicBezTo>
                  <a:pt x="149182" y="26809"/>
                  <a:pt x="148909" y="26688"/>
                  <a:pt x="149577" y="26658"/>
                </a:cubicBezTo>
                <a:cubicBezTo>
                  <a:pt x="149987" y="26622"/>
                  <a:pt x="150219" y="26607"/>
                  <a:pt x="150427" y="26607"/>
                </a:cubicBezTo>
                <a:cubicBezTo>
                  <a:pt x="150574" y="26607"/>
                  <a:pt x="150708" y="26615"/>
                  <a:pt x="150884" y="26627"/>
                </a:cubicBezTo>
                <a:cubicBezTo>
                  <a:pt x="151310" y="26658"/>
                  <a:pt x="151401" y="26718"/>
                  <a:pt x="151675" y="26840"/>
                </a:cubicBezTo>
                <a:cubicBezTo>
                  <a:pt x="151880" y="26977"/>
                  <a:pt x="152188" y="27045"/>
                  <a:pt x="152329" y="27045"/>
                </a:cubicBezTo>
                <a:cubicBezTo>
                  <a:pt x="152376" y="27045"/>
                  <a:pt x="152404" y="27037"/>
                  <a:pt x="152404" y="27022"/>
                </a:cubicBezTo>
                <a:cubicBezTo>
                  <a:pt x="152404" y="26931"/>
                  <a:pt x="152374" y="26840"/>
                  <a:pt x="152283" y="26718"/>
                </a:cubicBezTo>
                <a:cubicBezTo>
                  <a:pt x="152222" y="26506"/>
                  <a:pt x="151796" y="26414"/>
                  <a:pt x="152313" y="26354"/>
                </a:cubicBezTo>
                <a:cubicBezTo>
                  <a:pt x="152830" y="26323"/>
                  <a:pt x="154502" y="26171"/>
                  <a:pt x="154897" y="26141"/>
                </a:cubicBezTo>
                <a:cubicBezTo>
                  <a:pt x="155322" y="26110"/>
                  <a:pt x="156325" y="25867"/>
                  <a:pt x="156356" y="25776"/>
                </a:cubicBezTo>
                <a:cubicBezTo>
                  <a:pt x="156417" y="25715"/>
                  <a:pt x="156538" y="25229"/>
                  <a:pt x="156508" y="25199"/>
                </a:cubicBezTo>
                <a:cubicBezTo>
                  <a:pt x="156490" y="25163"/>
                  <a:pt x="156430" y="25096"/>
                  <a:pt x="156260" y="25096"/>
                </a:cubicBezTo>
                <a:cubicBezTo>
                  <a:pt x="156141" y="25096"/>
                  <a:pt x="155968" y="25129"/>
                  <a:pt x="155717" y="25229"/>
                </a:cubicBezTo>
                <a:cubicBezTo>
                  <a:pt x="155336" y="25350"/>
                  <a:pt x="155152" y="25442"/>
                  <a:pt x="154963" y="25442"/>
                </a:cubicBezTo>
                <a:cubicBezTo>
                  <a:pt x="154821" y="25442"/>
                  <a:pt x="154676" y="25390"/>
                  <a:pt x="154441" y="25259"/>
                </a:cubicBezTo>
                <a:cubicBezTo>
                  <a:pt x="153924" y="24955"/>
                  <a:pt x="153620" y="24651"/>
                  <a:pt x="153438" y="24408"/>
                </a:cubicBezTo>
                <a:cubicBezTo>
                  <a:pt x="153286" y="24195"/>
                  <a:pt x="152769" y="23800"/>
                  <a:pt x="152526" y="23800"/>
                </a:cubicBezTo>
                <a:cubicBezTo>
                  <a:pt x="152252" y="23861"/>
                  <a:pt x="151340" y="24378"/>
                  <a:pt x="151006" y="24378"/>
                </a:cubicBezTo>
                <a:cubicBezTo>
                  <a:pt x="150641" y="24378"/>
                  <a:pt x="150550" y="24378"/>
                  <a:pt x="150429" y="24226"/>
                </a:cubicBezTo>
                <a:cubicBezTo>
                  <a:pt x="150307" y="24043"/>
                  <a:pt x="149851" y="23800"/>
                  <a:pt x="150003" y="23496"/>
                </a:cubicBezTo>
                <a:cubicBezTo>
                  <a:pt x="150155" y="23192"/>
                  <a:pt x="150337" y="22858"/>
                  <a:pt x="150185" y="22797"/>
                </a:cubicBezTo>
                <a:cubicBezTo>
                  <a:pt x="150154" y="22778"/>
                  <a:pt x="150112" y="22770"/>
                  <a:pt x="150064" y="22770"/>
                </a:cubicBezTo>
                <a:cubicBezTo>
                  <a:pt x="149876" y="22770"/>
                  <a:pt x="149582" y="22896"/>
                  <a:pt x="149365" y="23040"/>
                </a:cubicBezTo>
                <a:cubicBezTo>
                  <a:pt x="149061" y="23253"/>
                  <a:pt x="148818" y="23436"/>
                  <a:pt x="148210" y="23709"/>
                </a:cubicBezTo>
                <a:cubicBezTo>
                  <a:pt x="147571" y="24013"/>
                  <a:pt x="146143" y="24226"/>
                  <a:pt x="145535" y="24712"/>
                </a:cubicBezTo>
                <a:cubicBezTo>
                  <a:pt x="144927" y="25229"/>
                  <a:pt x="144805" y="25411"/>
                  <a:pt x="144805" y="25411"/>
                </a:cubicBezTo>
                <a:lnTo>
                  <a:pt x="144471" y="26080"/>
                </a:lnTo>
                <a:cubicBezTo>
                  <a:pt x="144420" y="26166"/>
                  <a:pt x="144359" y="26203"/>
                  <a:pt x="144282" y="26203"/>
                </a:cubicBezTo>
                <a:cubicBezTo>
                  <a:pt x="144223" y="26203"/>
                  <a:pt x="144155" y="26181"/>
                  <a:pt x="144076" y="26141"/>
                </a:cubicBezTo>
                <a:cubicBezTo>
                  <a:pt x="143913" y="26048"/>
                  <a:pt x="143822" y="26008"/>
                  <a:pt x="143625" y="26008"/>
                </a:cubicBezTo>
                <a:cubicBezTo>
                  <a:pt x="143564" y="26008"/>
                  <a:pt x="143493" y="26012"/>
                  <a:pt x="143407" y="26019"/>
                </a:cubicBezTo>
                <a:cubicBezTo>
                  <a:pt x="143377" y="26022"/>
                  <a:pt x="143350" y="26023"/>
                  <a:pt x="143328" y="26023"/>
                </a:cubicBezTo>
                <a:cubicBezTo>
                  <a:pt x="143055" y="26023"/>
                  <a:pt x="143293" y="25867"/>
                  <a:pt x="143012" y="25867"/>
                </a:cubicBezTo>
                <a:cubicBezTo>
                  <a:pt x="142708" y="25867"/>
                  <a:pt x="142374" y="25898"/>
                  <a:pt x="142100" y="25989"/>
                </a:cubicBezTo>
                <a:cubicBezTo>
                  <a:pt x="141956" y="26021"/>
                  <a:pt x="141846" y="26061"/>
                  <a:pt x="141751" y="26061"/>
                </a:cubicBezTo>
                <a:cubicBezTo>
                  <a:pt x="141666" y="26061"/>
                  <a:pt x="141595" y="26029"/>
                  <a:pt x="141523" y="25928"/>
                </a:cubicBezTo>
                <a:cubicBezTo>
                  <a:pt x="141371" y="25746"/>
                  <a:pt x="140702" y="25107"/>
                  <a:pt x="140307" y="24925"/>
                </a:cubicBezTo>
                <a:cubicBezTo>
                  <a:pt x="139992" y="24755"/>
                  <a:pt x="139542" y="24624"/>
                  <a:pt x="139172" y="24624"/>
                </a:cubicBezTo>
                <a:cubicBezTo>
                  <a:pt x="139078" y="24624"/>
                  <a:pt x="138989" y="24633"/>
                  <a:pt x="138909" y="24651"/>
                </a:cubicBezTo>
                <a:cubicBezTo>
                  <a:pt x="138544" y="24682"/>
                  <a:pt x="138027" y="24925"/>
                  <a:pt x="138027" y="24955"/>
                </a:cubicBezTo>
                <a:cubicBezTo>
                  <a:pt x="137997" y="24986"/>
                  <a:pt x="137845" y="25320"/>
                  <a:pt x="137784" y="25442"/>
                </a:cubicBezTo>
                <a:cubicBezTo>
                  <a:pt x="137749" y="25512"/>
                  <a:pt x="137673" y="25562"/>
                  <a:pt x="137609" y="25562"/>
                </a:cubicBezTo>
                <a:cubicBezTo>
                  <a:pt x="137563" y="25562"/>
                  <a:pt x="137523" y="25536"/>
                  <a:pt x="137510" y="25472"/>
                </a:cubicBezTo>
                <a:cubicBezTo>
                  <a:pt x="137480" y="25290"/>
                  <a:pt x="137541" y="25168"/>
                  <a:pt x="137480" y="25077"/>
                </a:cubicBezTo>
                <a:cubicBezTo>
                  <a:pt x="137389" y="24955"/>
                  <a:pt x="137237" y="24925"/>
                  <a:pt x="137389" y="24621"/>
                </a:cubicBezTo>
                <a:cubicBezTo>
                  <a:pt x="137541" y="24256"/>
                  <a:pt x="137571" y="24104"/>
                  <a:pt x="137875" y="23740"/>
                </a:cubicBezTo>
                <a:cubicBezTo>
                  <a:pt x="138179" y="23405"/>
                  <a:pt x="138392" y="23132"/>
                  <a:pt x="138483" y="22736"/>
                </a:cubicBezTo>
                <a:cubicBezTo>
                  <a:pt x="138605" y="22372"/>
                  <a:pt x="138574" y="22189"/>
                  <a:pt x="138757" y="22037"/>
                </a:cubicBezTo>
                <a:cubicBezTo>
                  <a:pt x="138939" y="21885"/>
                  <a:pt x="139365" y="21612"/>
                  <a:pt x="139304" y="21490"/>
                </a:cubicBezTo>
                <a:cubicBezTo>
                  <a:pt x="139291" y="21482"/>
                  <a:pt x="139271" y="21478"/>
                  <a:pt x="139246" y="21478"/>
                </a:cubicBezTo>
                <a:cubicBezTo>
                  <a:pt x="139091" y="21478"/>
                  <a:pt x="138735" y="21620"/>
                  <a:pt x="138605" y="21673"/>
                </a:cubicBezTo>
                <a:cubicBezTo>
                  <a:pt x="138453" y="21764"/>
                  <a:pt x="138027" y="21794"/>
                  <a:pt x="138027" y="21794"/>
                </a:cubicBezTo>
                <a:cubicBezTo>
                  <a:pt x="138027" y="21794"/>
                  <a:pt x="137237" y="22220"/>
                  <a:pt x="137237" y="22402"/>
                </a:cubicBezTo>
                <a:cubicBezTo>
                  <a:pt x="137206" y="22585"/>
                  <a:pt x="137176" y="23010"/>
                  <a:pt x="136933" y="23314"/>
                </a:cubicBezTo>
                <a:cubicBezTo>
                  <a:pt x="136720" y="23588"/>
                  <a:pt x="136203" y="23709"/>
                  <a:pt x="135991" y="24013"/>
                </a:cubicBezTo>
                <a:cubicBezTo>
                  <a:pt x="135747" y="24256"/>
                  <a:pt x="135443" y="24651"/>
                  <a:pt x="135291" y="24803"/>
                </a:cubicBezTo>
                <a:cubicBezTo>
                  <a:pt x="135140" y="24986"/>
                  <a:pt x="134592" y="25320"/>
                  <a:pt x="133984" y="25715"/>
                </a:cubicBezTo>
                <a:cubicBezTo>
                  <a:pt x="133741" y="25867"/>
                  <a:pt x="133559" y="25989"/>
                  <a:pt x="133437" y="26050"/>
                </a:cubicBezTo>
                <a:cubicBezTo>
                  <a:pt x="133377" y="26080"/>
                  <a:pt x="133285" y="26141"/>
                  <a:pt x="133255" y="26171"/>
                </a:cubicBezTo>
                <a:cubicBezTo>
                  <a:pt x="133225" y="26171"/>
                  <a:pt x="133164" y="26202"/>
                  <a:pt x="133133" y="26202"/>
                </a:cubicBezTo>
                <a:cubicBezTo>
                  <a:pt x="133073" y="26232"/>
                  <a:pt x="132981" y="26293"/>
                  <a:pt x="132951" y="26354"/>
                </a:cubicBezTo>
                <a:cubicBezTo>
                  <a:pt x="132769" y="26506"/>
                  <a:pt x="132921" y="26627"/>
                  <a:pt x="132404" y="26961"/>
                </a:cubicBezTo>
                <a:cubicBezTo>
                  <a:pt x="131918" y="27296"/>
                  <a:pt x="131583" y="27600"/>
                  <a:pt x="131340" y="27721"/>
                </a:cubicBezTo>
                <a:cubicBezTo>
                  <a:pt x="131158" y="27843"/>
                  <a:pt x="130945" y="27904"/>
                  <a:pt x="130702" y="27965"/>
                </a:cubicBezTo>
                <a:cubicBezTo>
                  <a:pt x="130671" y="27965"/>
                  <a:pt x="130580" y="27965"/>
                  <a:pt x="130519" y="27995"/>
                </a:cubicBezTo>
                <a:cubicBezTo>
                  <a:pt x="130489" y="27998"/>
                  <a:pt x="130456" y="27999"/>
                  <a:pt x="130423" y="27999"/>
                </a:cubicBezTo>
                <a:cubicBezTo>
                  <a:pt x="130122" y="27999"/>
                  <a:pt x="129723" y="27900"/>
                  <a:pt x="129606" y="27900"/>
                </a:cubicBezTo>
                <a:cubicBezTo>
                  <a:pt x="129592" y="27900"/>
                  <a:pt x="129583" y="27901"/>
                  <a:pt x="129577" y="27904"/>
                </a:cubicBezTo>
                <a:cubicBezTo>
                  <a:pt x="129486" y="27904"/>
                  <a:pt x="129364" y="27995"/>
                  <a:pt x="129273" y="28025"/>
                </a:cubicBezTo>
                <a:cubicBezTo>
                  <a:pt x="129121" y="28025"/>
                  <a:pt x="128969" y="28025"/>
                  <a:pt x="128969" y="27721"/>
                </a:cubicBezTo>
                <a:cubicBezTo>
                  <a:pt x="128910" y="27425"/>
                  <a:pt x="129197" y="26351"/>
                  <a:pt x="128931" y="26351"/>
                </a:cubicBezTo>
                <a:cubicBezTo>
                  <a:pt x="128924" y="26351"/>
                  <a:pt x="128916" y="26352"/>
                  <a:pt x="128908" y="26354"/>
                </a:cubicBezTo>
                <a:cubicBezTo>
                  <a:pt x="128878" y="26354"/>
                  <a:pt x="128817" y="26354"/>
                  <a:pt x="128756" y="26384"/>
                </a:cubicBezTo>
                <a:cubicBezTo>
                  <a:pt x="128544" y="26445"/>
                  <a:pt x="128392" y="26506"/>
                  <a:pt x="128088" y="26688"/>
                </a:cubicBezTo>
                <a:cubicBezTo>
                  <a:pt x="127966" y="26809"/>
                  <a:pt x="127905" y="26840"/>
                  <a:pt x="127784" y="26901"/>
                </a:cubicBezTo>
                <a:cubicBezTo>
                  <a:pt x="127632" y="26992"/>
                  <a:pt x="127510" y="27083"/>
                  <a:pt x="127176" y="27357"/>
                </a:cubicBezTo>
                <a:cubicBezTo>
                  <a:pt x="126690" y="27813"/>
                  <a:pt x="126416" y="28268"/>
                  <a:pt x="125717" y="28420"/>
                </a:cubicBezTo>
                <a:cubicBezTo>
                  <a:pt x="125434" y="28482"/>
                  <a:pt x="125196" y="28504"/>
                  <a:pt x="125005" y="28504"/>
                </a:cubicBezTo>
                <a:cubicBezTo>
                  <a:pt x="124723" y="28504"/>
                  <a:pt x="124543" y="28457"/>
                  <a:pt x="124471" y="28420"/>
                </a:cubicBezTo>
                <a:cubicBezTo>
                  <a:pt x="124410" y="28329"/>
                  <a:pt x="124319" y="28177"/>
                  <a:pt x="124410" y="28056"/>
                </a:cubicBezTo>
                <a:cubicBezTo>
                  <a:pt x="124471" y="27995"/>
                  <a:pt x="125504" y="26779"/>
                  <a:pt x="125838" y="26384"/>
                </a:cubicBezTo>
                <a:cubicBezTo>
                  <a:pt x="125869" y="26354"/>
                  <a:pt x="125869" y="26323"/>
                  <a:pt x="125930" y="26293"/>
                </a:cubicBezTo>
                <a:cubicBezTo>
                  <a:pt x="125960" y="26232"/>
                  <a:pt x="125960" y="26232"/>
                  <a:pt x="125960" y="26202"/>
                </a:cubicBezTo>
                <a:cubicBezTo>
                  <a:pt x="125960" y="26171"/>
                  <a:pt x="125990" y="26171"/>
                  <a:pt x="125990" y="26141"/>
                </a:cubicBezTo>
                <a:cubicBezTo>
                  <a:pt x="126416" y="25594"/>
                  <a:pt x="127054" y="24621"/>
                  <a:pt x="127145" y="24499"/>
                </a:cubicBezTo>
                <a:cubicBezTo>
                  <a:pt x="127237" y="24347"/>
                  <a:pt x="128574" y="22797"/>
                  <a:pt x="128878" y="22645"/>
                </a:cubicBezTo>
                <a:cubicBezTo>
                  <a:pt x="129182" y="22524"/>
                  <a:pt x="129334" y="22585"/>
                  <a:pt x="129516" y="22281"/>
                </a:cubicBezTo>
                <a:cubicBezTo>
                  <a:pt x="129668" y="22098"/>
                  <a:pt x="129820" y="21916"/>
                  <a:pt x="129942" y="21794"/>
                </a:cubicBezTo>
                <a:cubicBezTo>
                  <a:pt x="129942" y="21800"/>
                  <a:pt x="129946" y="21804"/>
                  <a:pt x="129957" y="21804"/>
                </a:cubicBezTo>
                <a:cubicBezTo>
                  <a:pt x="130002" y="21804"/>
                  <a:pt x="130152" y="21741"/>
                  <a:pt x="130519" y="21521"/>
                </a:cubicBezTo>
                <a:cubicBezTo>
                  <a:pt x="131401" y="21034"/>
                  <a:pt x="131431" y="20974"/>
                  <a:pt x="131705" y="20730"/>
                </a:cubicBezTo>
                <a:cubicBezTo>
                  <a:pt x="131948" y="20518"/>
                  <a:pt x="132525" y="20153"/>
                  <a:pt x="132525" y="20122"/>
                </a:cubicBezTo>
                <a:cubicBezTo>
                  <a:pt x="132548" y="20100"/>
                  <a:pt x="132718" y="20028"/>
                  <a:pt x="132565" y="20028"/>
                </a:cubicBezTo>
                <a:cubicBezTo>
                  <a:pt x="132509" y="20028"/>
                  <a:pt x="132412" y="20038"/>
                  <a:pt x="132252" y="20062"/>
                </a:cubicBezTo>
                <a:cubicBezTo>
                  <a:pt x="131823" y="20105"/>
                  <a:pt x="131651" y="20239"/>
                  <a:pt x="131427" y="20239"/>
                </a:cubicBezTo>
                <a:cubicBezTo>
                  <a:pt x="131333" y="20239"/>
                  <a:pt x="131231" y="20215"/>
                  <a:pt x="131097" y="20153"/>
                </a:cubicBezTo>
                <a:cubicBezTo>
                  <a:pt x="130641" y="19940"/>
                  <a:pt x="130823" y="19910"/>
                  <a:pt x="130428" y="19849"/>
                </a:cubicBezTo>
                <a:cubicBezTo>
                  <a:pt x="130207" y="19830"/>
                  <a:pt x="130254" y="19801"/>
                  <a:pt x="130135" y="19801"/>
                </a:cubicBezTo>
                <a:cubicBezTo>
                  <a:pt x="130058" y="19801"/>
                  <a:pt x="129911" y="19813"/>
                  <a:pt x="129577" y="19849"/>
                </a:cubicBezTo>
                <a:cubicBezTo>
                  <a:pt x="128773" y="19960"/>
                  <a:pt x="127918" y="20096"/>
                  <a:pt x="127728" y="20096"/>
                </a:cubicBezTo>
                <a:cubicBezTo>
                  <a:pt x="127710" y="20096"/>
                  <a:pt x="127698" y="20095"/>
                  <a:pt x="127693" y="20092"/>
                </a:cubicBezTo>
                <a:cubicBezTo>
                  <a:pt x="127662" y="20062"/>
                  <a:pt x="127632" y="19606"/>
                  <a:pt x="127449" y="19606"/>
                </a:cubicBezTo>
                <a:cubicBezTo>
                  <a:pt x="127297" y="19636"/>
                  <a:pt x="127206" y="19788"/>
                  <a:pt x="126872" y="20062"/>
                </a:cubicBezTo>
                <a:cubicBezTo>
                  <a:pt x="126568" y="20305"/>
                  <a:pt x="126173" y="20609"/>
                  <a:pt x="126142" y="20670"/>
                </a:cubicBezTo>
                <a:cubicBezTo>
                  <a:pt x="126112" y="20700"/>
                  <a:pt x="125413" y="20852"/>
                  <a:pt x="125231" y="20852"/>
                </a:cubicBezTo>
                <a:cubicBezTo>
                  <a:pt x="125139" y="20852"/>
                  <a:pt x="125048" y="20882"/>
                  <a:pt x="124949" y="20882"/>
                </a:cubicBezTo>
                <a:cubicBezTo>
                  <a:pt x="124851" y="20882"/>
                  <a:pt x="124744" y="20852"/>
                  <a:pt x="124623" y="20730"/>
                </a:cubicBezTo>
                <a:cubicBezTo>
                  <a:pt x="124410" y="20518"/>
                  <a:pt x="124501" y="20396"/>
                  <a:pt x="124167" y="20396"/>
                </a:cubicBezTo>
                <a:cubicBezTo>
                  <a:pt x="123958" y="20396"/>
                  <a:pt x="123808" y="20455"/>
                  <a:pt x="123688" y="20455"/>
                </a:cubicBezTo>
                <a:cubicBezTo>
                  <a:pt x="123616" y="20455"/>
                  <a:pt x="123555" y="20434"/>
                  <a:pt x="123498" y="20366"/>
                </a:cubicBezTo>
                <a:cubicBezTo>
                  <a:pt x="123362" y="20149"/>
                  <a:pt x="123009" y="19835"/>
                  <a:pt x="122740" y="19835"/>
                </a:cubicBezTo>
                <a:cubicBezTo>
                  <a:pt x="122707" y="19835"/>
                  <a:pt x="122676" y="19839"/>
                  <a:pt x="122647" y="19849"/>
                </a:cubicBezTo>
                <a:cubicBezTo>
                  <a:pt x="122373" y="20001"/>
                  <a:pt x="122221" y="20244"/>
                  <a:pt x="122221" y="20396"/>
                </a:cubicBezTo>
                <a:cubicBezTo>
                  <a:pt x="122221" y="20548"/>
                  <a:pt x="122343" y="20609"/>
                  <a:pt x="122130" y="20670"/>
                </a:cubicBezTo>
                <a:cubicBezTo>
                  <a:pt x="122044" y="20682"/>
                  <a:pt x="121977" y="20699"/>
                  <a:pt x="121925" y="20699"/>
                </a:cubicBezTo>
                <a:cubicBezTo>
                  <a:pt x="121848" y="20699"/>
                  <a:pt x="121802" y="20662"/>
                  <a:pt x="121765" y="20518"/>
                </a:cubicBezTo>
                <a:cubicBezTo>
                  <a:pt x="121735" y="20214"/>
                  <a:pt x="121826" y="20092"/>
                  <a:pt x="121522" y="19849"/>
                </a:cubicBezTo>
                <a:cubicBezTo>
                  <a:pt x="121249" y="19636"/>
                  <a:pt x="121218" y="19636"/>
                  <a:pt x="121097" y="19545"/>
                </a:cubicBezTo>
                <a:cubicBezTo>
                  <a:pt x="120975" y="19484"/>
                  <a:pt x="120914" y="19454"/>
                  <a:pt x="120793" y="19332"/>
                </a:cubicBezTo>
                <a:cubicBezTo>
                  <a:pt x="120680" y="19192"/>
                  <a:pt x="120281" y="19025"/>
                  <a:pt x="120006" y="19025"/>
                </a:cubicBezTo>
                <a:cubicBezTo>
                  <a:pt x="119984" y="19025"/>
                  <a:pt x="119962" y="19026"/>
                  <a:pt x="119942" y="19028"/>
                </a:cubicBezTo>
                <a:cubicBezTo>
                  <a:pt x="119699" y="19059"/>
                  <a:pt x="118574" y="19150"/>
                  <a:pt x="118574" y="19150"/>
                </a:cubicBezTo>
                <a:lnTo>
                  <a:pt x="118331" y="19454"/>
                </a:lnTo>
                <a:cubicBezTo>
                  <a:pt x="118331" y="19454"/>
                  <a:pt x="118027" y="19484"/>
                  <a:pt x="117905" y="19484"/>
                </a:cubicBezTo>
                <a:cubicBezTo>
                  <a:pt x="117784" y="19515"/>
                  <a:pt x="117571" y="19606"/>
                  <a:pt x="117571" y="19697"/>
                </a:cubicBezTo>
                <a:cubicBezTo>
                  <a:pt x="117571" y="19819"/>
                  <a:pt x="117115" y="19849"/>
                  <a:pt x="117024" y="19910"/>
                </a:cubicBezTo>
                <a:cubicBezTo>
                  <a:pt x="116963" y="19910"/>
                  <a:pt x="116598" y="19910"/>
                  <a:pt x="116507" y="19697"/>
                </a:cubicBezTo>
                <a:cubicBezTo>
                  <a:pt x="116432" y="19547"/>
                  <a:pt x="116192" y="19438"/>
                  <a:pt x="116008" y="19438"/>
                </a:cubicBezTo>
                <a:cubicBezTo>
                  <a:pt x="115968" y="19438"/>
                  <a:pt x="115931" y="19443"/>
                  <a:pt x="115899" y="19454"/>
                </a:cubicBezTo>
                <a:lnTo>
                  <a:pt x="115078" y="19545"/>
                </a:lnTo>
                <a:cubicBezTo>
                  <a:pt x="115048" y="19545"/>
                  <a:pt x="114896" y="19484"/>
                  <a:pt x="114835" y="19454"/>
                </a:cubicBezTo>
                <a:cubicBezTo>
                  <a:pt x="114744" y="19393"/>
                  <a:pt x="114592" y="19302"/>
                  <a:pt x="114470" y="19302"/>
                </a:cubicBezTo>
                <a:cubicBezTo>
                  <a:pt x="114379" y="19302"/>
                  <a:pt x="114318" y="19332"/>
                  <a:pt x="114136" y="19332"/>
                </a:cubicBezTo>
                <a:cubicBezTo>
                  <a:pt x="113954" y="19332"/>
                  <a:pt x="113680" y="19211"/>
                  <a:pt x="113559" y="19150"/>
                </a:cubicBezTo>
                <a:cubicBezTo>
                  <a:pt x="113467" y="19059"/>
                  <a:pt x="113255" y="19089"/>
                  <a:pt x="113224" y="18785"/>
                </a:cubicBezTo>
                <a:cubicBezTo>
                  <a:pt x="113194" y="18481"/>
                  <a:pt x="113103" y="18025"/>
                  <a:pt x="113103" y="17964"/>
                </a:cubicBezTo>
                <a:cubicBezTo>
                  <a:pt x="113072" y="17873"/>
                  <a:pt x="112859" y="17660"/>
                  <a:pt x="112859" y="17660"/>
                </a:cubicBezTo>
                <a:lnTo>
                  <a:pt x="112707" y="16445"/>
                </a:lnTo>
                <a:cubicBezTo>
                  <a:pt x="112707" y="16445"/>
                  <a:pt x="112556" y="16414"/>
                  <a:pt x="112404" y="16323"/>
                </a:cubicBezTo>
                <a:cubicBezTo>
                  <a:pt x="112252" y="16262"/>
                  <a:pt x="111735" y="16110"/>
                  <a:pt x="111735" y="16110"/>
                </a:cubicBezTo>
                <a:cubicBezTo>
                  <a:pt x="111735" y="16110"/>
                  <a:pt x="111431" y="16141"/>
                  <a:pt x="111370" y="16141"/>
                </a:cubicBezTo>
                <a:cubicBezTo>
                  <a:pt x="111279" y="16171"/>
                  <a:pt x="111248" y="16414"/>
                  <a:pt x="111248" y="16414"/>
                </a:cubicBezTo>
                <a:lnTo>
                  <a:pt x="111248" y="16566"/>
                </a:lnTo>
                <a:cubicBezTo>
                  <a:pt x="111248" y="16566"/>
                  <a:pt x="111097" y="16627"/>
                  <a:pt x="111097" y="16749"/>
                </a:cubicBezTo>
                <a:cubicBezTo>
                  <a:pt x="111097" y="16809"/>
                  <a:pt x="111218" y="17417"/>
                  <a:pt x="111248" y="17508"/>
                </a:cubicBezTo>
                <a:cubicBezTo>
                  <a:pt x="111248" y="17569"/>
                  <a:pt x="111340" y="18238"/>
                  <a:pt x="111340" y="18238"/>
                </a:cubicBezTo>
                <a:lnTo>
                  <a:pt x="104197" y="19150"/>
                </a:lnTo>
                <a:lnTo>
                  <a:pt x="93437" y="20518"/>
                </a:lnTo>
                <a:cubicBezTo>
                  <a:pt x="93437" y="20518"/>
                  <a:pt x="86506" y="20609"/>
                  <a:pt x="86354" y="20670"/>
                </a:cubicBezTo>
                <a:cubicBezTo>
                  <a:pt x="86202" y="20700"/>
                  <a:pt x="83558" y="20822"/>
                  <a:pt x="82950" y="20882"/>
                </a:cubicBezTo>
                <a:cubicBezTo>
                  <a:pt x="82464" y="20974"/>
                  <a:pt x="80792" y="21004"/>
                  <a:pt x="80093" y="21034"/>
                </a:cubicBezTo>
                <a:lnTo>
                  <a:pt x="79819" y="21034"/>
                </a:lnTo>
                <a:lnTo>
                  <a:pt x="78360" y="21065"/>
                </a:lnTo>
                <a:lnTo>
                  <a:pt x="70002" y="21277"/>
                </a:lnTo>
                <a:cubicBezTo>
                  <a:pt x="70002" y="21277"/>
                  <a:pt x="67135" y="21305"/>
                  <a:pt x="64183" y="21305"/>
                </a:cubicBezTo>
                <a:cubicBezTo>
                  <a:pt x="61724" y="21305"/>
                  <a:pt x="59206" y="21286"/>
                  <a:pt x="58238" y="21217"/>
                </a:cubicBezTo>
                <a:cubicBezTo>
                  <a:pt x="56111" y="21065"/>
                  <a:pt x="45107" y="20609"/>
                  <a:pt x="45107" y="20609"/>
                </a:cubicBezTo>
                <a:cubicBezTo>
                  <a:pt x="45107" y="20609"/>
                  <a:pt x="39788" y="20426"/>
                  <a:pt x="39211" y="20426"/>
                </a:cubicBezTo>
                <a:lnTo>
                  <a:pt x="36931" y="20426"/>
                </a:lnTo>
                <a:cubicBezTo>
                  <a:pt x="36809" y="20426"/>
                  <a:pt x="35077" y="20305"/>
                  <a:pt x="35046" y="20274"/>
                </a:cubicBezTo>
                <a:cubicBezTo>
                  <a:pt x="34986" y="20274"/>
                  <a:pt x="33983" y="20153"/>
                  <a:pt x="33831" y="20122"/>
                </a:cubicBezTo>
                <a:cubicBezTo>
                  <a:pt x="33831" y="20122"/>
                  <a:pt x="15988" y="18116"/>
                  <a:pt x="13800" y="17356"/>
                </a:cubicBezTo>
                <a:lnTo>
                  <a:pt x="13526" y="17782"/>
                </a:lnTo>
                <a:lnTo>
                  <a:pt x="13678" y="18998"/>
                </a:lnTo>
                <a:lnTo>
                  <a:pt x="14256" y="18907"/>
                </a:lnTo>
                <a:cubicBezTo>
                  <a:pt x="14256" y="18907"/>
                  <a:pt x="14438" y="19849"/>
                  <a:pt x="14286" y="19940"/>
                </a:cubicBezTo>
                <a:cubicBezTo>
                  <a:pt x="14134" y="20062"/>
                  <a:pt x="13557" y="20426"/>
                  <a:pt x="13557" y="20426"/>
                </a:cubicBezTo>
                <a:cubicBezTo>
                  <a:pt x="13557" y="20426"/>
                  <a:pt x="13648" y="20913"/>
                  <a:pt x="13952" y="21338"/>
                </a:cubicBezTo>
                <a:cubicBezTo>
                  <a:pt x="14286" y="21764"/>
                  <a:pt x="14742" y="22828"/>
                  <a:pt x="14742" y="22828"/>
                </a:cubicBezTo>
                <a:cubicBezTo>
                  <a:pt x="14742" y="22828"/>
                  <a:pt x="14864" y="23709"/>
                  <a:pt x="14590" y="23861"/>
                </a:cubicBezTo>
                <a:cubicBezTo>
                  <a:pt x="14317" y="24013"/>
                  <a:pt x="14013" y="24378"/>
                  <a:pt x="14073" y="24682"/>
                </a:cubicBezTo>
                <a:cubicBezTo>
                  <a:pt x="14104" y="25016"/>
                  <a:pt x="14013" y="24986"/>
                  <a:pt x="13861" y="25381"/>
                </a:cubicBezTo>
                <a:cubicBezTo>
                  <a:pt x="13678" y="25776"/>
                  <a:pt x="14104" y="25411"/>
                  <a:pt x="13678" y="25776"/>
                </a:cubicBezTo>
                <a:cubicBezTo>
                  <a:pt x="13500" y="25942"/>
                  <a:pt x="13305" y="25990"/>
                  <a:pt x="13140" y="25990"/>
                </a:cubicBezTo>
                <a:cubicBezTo>
                  <a:pt x="12910" y="25990"/>
                  <a:pt x="12736" y="25898"/>
                  <a:pt x="12736" y="25898"/>
                </a:cubicBezTo>
                <a:lnTo>
                  <a:pt x="12918" y="25533"/>
                </a:lnTo>
                <a:cubicBezTo>
                  <a:pt x="12918" y="25533"/>
                  <a:pt x="12766" y="24773"/>
                  <a:pt x="12797" y="24560"/>
                </a:cubicBezTo>
                <a:cubicBezTo>
                  <a:pt x="12858" y="24378"/>
                  <a:pt x="13101" y="24256"/>
                  <a:pt x="13253" y="24074"/>
                </a:cubicBezTo>
                <a:cubicBezTo>
                  <a:pt x="13405" y="23892"/>
                  <a:pt x="13314" y="23040"/>
                  <a:pt x="13314" y="23040"/>
                </a:cubicBezTo>
                <a:lnTo>
                  <a:pt x="12797" y="21673"/>
                </a:lnTo>
                <a:cubicBezTo>
                  <a:pt x="12797" y="21673"/>
                  <a:pt x="12709" y="21700"/>
                  <a:pt x="12544" y="21700"/>
                </a:cubicBezTo>
                <a:cubicBezTo>
                  <a:pt x="12358" y="21700"/>
                  <a:pt x="12073" y="21665"/>
                  <a:pt x="11703" y="21521"/>
                </a:cubicBezTo>
                <a:cubicBezTo>
                  <a:pt x="11064" y="21277"/>
                  <a:pt x="8450" y="20670"/>
                  <a:pt x="7873" y="20396"/>
                </a:cubicBezTo>
                <a:cubicBezTo>
                  <a:pt x="7265" y="20122"/>
                  <a:pt x="7022" y="20092"/>
                  <a:pt x="6930" y="19910"/>
                </a:cubicBezTo>
                <a:cubicBezTo>
                  <a:pt x="6778" y="19697"/>
                  <a:pt x="6353" y="19484"/>
                  <a:pt x="6353" y="19484"/>
                </a:cubicBezTo>
                <a:cubicBezTo>
                  <a:pt x="6353" y="19484"/>
                  <a:pt x="6079" y="19970"/>
                  <a:pt x="6079" y="20122"/>
                </a:cubicBezTo>
                <a:cubicBezTo>
                  <a:pt x="6110" y="20274"/>
                  <a:pt x="5927" y="20366"/>
                  <a:pt x="5897" y="20913"/>
                </a:cubicBezTo>
                <a:cubicBezTo>
                  <a:pt x="5867" y="21490"/>
                  <a:pt x="6049" y="21885"/>
                  <a:pt x="6201" y="22098"/>
                </a:cubicBezTo>
                <a:cubicBezTo>
                  <a:pt x="6353" y="22341"/>
                  <a:pt x="6626" y="22858"/>
                  <a:pt x="6687" y="23162"/>
                </a:cubicBezTo>
                <a:cubicBezTo>
                  <a:pt x="6718" y="23466"/>
                  <a:pt x="6718" y="23952"/>
                  <a:pt x="6657" y="24104"/>
                </a:cubicBezTo>
                <a:cubicBezTo>
                  <a:pt x="6535" y="24226"/>
                  <a:pt x="6505" y="24560"/>
                  <a:pt x="6566" y="24864"/>
                </a:cubicBezTo>
                <a:cubicBezTo>
                  <a:pt x="6657" y="25168"/>
                  <a:pt x="7022" y="25411"/>
                  <a:pt x="7022" y="25472"/>
                </a:cubicBezTo>
                <a:cubicBezTo>
                  <a:pt x="7022" y="25563"/>
                  <a:pt x="7143" y="25715"/>
                  <a:pt x="7022" y="25837"/>
                </a:cubicBezTo>
                <a:cubicBezTo>
                  <a:pt x="6961" y="25928"/>
                  <a:pt x="6839" y="26202"/>
                  <a:pt x="6870" y="26536"/>
                </a:cubicBezTo>
                <a:cubicBezTo>
                  <a:pt x="6930" y="26901"/>
                  <a:pt x="6870" y="27205"/>
                  <a:pt x="6961" y="27205"/>
                </a:cubicBezTo>
                <a:cubicBezTo>
                  <a:pt x="6985" y="27205"/>
                  <a:pt x="7024" y="27210"/>
                  <a:pt x="7072" y="27210"/>
                </a:cubicBezTo>
                <a:cubicBezTo>
                  <a:pt x="7143" y="27210"/>
                  <a:pt x="7234" y="27199"/>
                  <a:pt x="7326" y="27144"/>
                </a:cubicBezTo>
                <a:cubicBezTo>
                  <a:pt x="7345" y="27132"/>
                  <a:pt x="7371" y="27127"/>
                  <a:pt x="7402" y="27127"/>
                </a:cubicBezTo>
                <a:cubicBezTo>
                  <a:pt x="7604" y="27127"/>
                  <a:pt x="7994" y="27357"/>
                  <a:pt x="7994" y="27357"/>
                </a:cubicBezTo>
                <a:cubicBezTo>
                  <a:pt x="7994" y="27357"/>
                  <a:pt x="7630" y="27600"/>
                  <a:pt x="7569" y="27600"/>
                </a:cubicBezTo>
                <a:cubicBezTo>
                  <a:pt x="7527" y="27600"/>
                  <a:pt x="7362" y="27580"/>
                  <a:pt x="7196" y="27580"/>
                </a:cubicBezTo>
                <a:cubicBezTo>
                  <a:pt x="7003" y="27580"/>
                  <a:pt x="6809" y="27607"/>
                  <a:pt x="6809" y="27721"/>
                </a:cubicBezTo>
                <a:cubicBezTo>
                  <a:pt x="6809" y="27904"/>
                  <a:pt x="6870" y="28177"/>
                  <a:pt x="6930" y="28360"/>
                </a:cubicBezTo>
                <a:cubicBezTo>
                  <a:pt x="6961" y="28572"/>
                  <a:pt x="7386" y="28664"/>
                  <a:pt x="7417" y="28755"/>
                </a:cubicBezTo>
                <a:cubicBezTo>
                  <a:pt x="7447" y="28816"/>
                  <a:pt x="7538" y="29059"/>
                  <a:pt x="7447" y="29180"/>
                </a:cubicBezTo>
                <a:cubicBezTo>
                  <a:pt x="7326" y="29272"/>
                  <a:pt x="7295" y="29363"/>
                  <a:pt x="7326" y="29545"/>
                </a:cubicBezTo>
                <a:cubicBezTo>
                  <a:pt x="7386" y="29727"/>
                  <a:pt x="7538" y="29940"/>
                  <a:pt x="7386" y="29971"/>
                </a:cubicBezTo>
                <a:cubicBezTo>
                  <a:pt x="7376" y="29973"/>
                  <a:pt x="7366" y="29974"/>
                  <a:pt x="7356" y="29974"/>
                </a:cubicBezTo>
                <a:cubicBezTo>
                  <a:pt x="7207" y="29974"/>
                  <a:pt x="7018" y="29780"/>
                  <a:pt x="6961" y="29667"/>
                </a:cubicBezTo>
                <a:cubicBezTo>
                  <a:pt x="6881" y="29533"/>
                  <a:pt x="6754" y="28930"/>
                  <a:pt x="6703" y="28930"/>
                </a:cubicBezTo>
                <a:cubicBezTo>
                  <a:pt x="6696" y="28930"/>
                  <a:pt x="6691" y="28942"/>
                  <a:pt x="6687" y="28968"/>
                </a:cubicBezTo>
                <a:cubicBezTo>
                  <a:pt x="6626" y="29211"/>
                  <a:pt x="6566" y="29515"/>
                  <a:pt x="6566" y="29667"/>
                </a:cubicBezTo>
                <a:cubicBezTo>
                  <a:pt x="6626" y="29819"/>
                  <a:pt x="6687" y="29879"/>
                  <a:pt x="6626" y="30031"/>
                </a:cubicBezTo>
                <a:cubicBezTo>
                  <a:pt x="6535" y="30183"/>
                  <a:pt x="6505" y="30457"/>
                  <a:pt x="6505" y="30609"/>
                </a:cubicBezTo>
                <a:cubicBezTo>
                  <a:pt x="6535" y="30761"/>
                  <a:pt x="6870" y="30943"/>
                  <a:pt x="6870" y="30943"/>
                </a:cubicBezTo>
                <a:cubicBezTo>
                  <a:pt x="6870" y="30943"/>
                  <a:pt x="7782" y="31065"/>
                  <a:pt x="7903" y="31095"/>
                </a:cubicBezTo>
                <a:lnTo>
                  <a:pt x="7994" y="31156"/>
                </a:lnTo>
                <a:lnTo>
                  <a:pt x="7113" y="31247"/>
                </a:lnTo>
                <a:lnTo>
                  <a:pt x="6383" y="31551"/>
                </a:lnTo>
                <a:cubicBezTo>
                  <a:pt x="6383" y="31551"/>
                  <a:pt x="6778" y="32463"/>
                  <a:pt x="6657" y="32706"/>
                </a:cubicBezTo>
                <a:cubicBezTo>
                  <a:pt x="6535" y="32919"/>
                  <a:pt x="6110" y="35928"/>
                  <a:pt x="5897" y="36475"/>
                </a:cubicBezTo>
                <a:cubicBezTo>
                  <a:pt x="5654" y="36962"/>
                  <a:pt x="5593" y="37600"/>
                  <a:pt x="5259" y="38147"/>
                </a:cubicBezTo>
                <a:cubicBezTo>
                  <a:pt x="4894" y="38664"/>
                  <a:pt x="4985" y="38816"/>
                  <a:pt x="4894" y="39697"/>
                </a:cubicBezTo>
                <a:cubicBezTo>
                  <a:pt x="4833" y="40579"/>
                  <a:pt x="4894" y="40913"/>
                  <a:pt x="4651" y="41521"/>
                </a:cubicBezTo>
                <a:cubicBezTo>
                  <a:pt x="4347" y="42129"/>
                  <a:pt x="3739" y="43345"/>
                  <a:pt x="3587" y="43861"/>
                </a:cubicBezTo>
                <a:cubicBezTo>
                  <a:pt x="3435" y="44409"/>
                  <a:pt x="3465" y="45168"/>
                  <a:pt x="3070" y="45472"/>
                </a:cubicBezTo>
                <a:cubicBezTo>
                  <a:pt x="2705" y="45807"/>
                  <a:pt x="2371" y="46050"/>
                  <a:pt x="2371" y="46050"/>
                </a:cubicBezTo>
                <a:cubicBezTo>
                  <a:pt x="2371" y="46050"/>
                  <a:pt x="2432" y="46111"/>
                  <a:pt x="2401" y="46384"/>
                </a:cubicBezTo>
                <a:cubicBezTo>
                  <a:pt x="2371" y="46688"/>
                  <a:pt x="2553" y="46749"/>
                  <a:pt x="2462" y="46992"/>
                </a:cubicBezTo>
                <a:cubicBezTo>
                  <a:pt x="2432" y="47205"/>
                  <a:pt x="2098" y="47418"/>
                  <a:pt x="1946" y="47722"/>
                </a:cubicBezTo>
                <a:cubicBezTo>
                  <a:pt x="1794" y="48056"/>
                  <a:pt x="1368" y="48360"/>
                  <a:pt x="1459" y="48512"/>
                </a:cubicBezTo>
                <a:cubicBezTo>
                  <a:pt x="1520" y="48664"/>
                  <a:pt x="1672" y="49424"/>
                  <a:pt x="1763" y="49545"/>
                </a:cubicBezTo>
                <a:cubicBezTo>
                  <a:pt x="1824" y="49697"/>
                  <a:pt x="2128" y="49910"/>
                  <a:pt x="2098" y="50062"/>
                </a:cubicBezTo>
                <a:cubicBezTo>
                  <a:pt x="2067" y="50244"/>
                  <a:pt x="1763" y="50852"/>
                  <a:pt x="1763" y="50852"/>
                </a:cubicBezTo>
                <a:cubicBezTo>
                  <a:pt x="1763" y="50852"/>
                  <a:pt x="1702" y="51004"/>
                  <a:pt x="1702" y="51248"/>
                </a:cubicBezTo>
                <a:cubicBezTo>
                  <a:pt x="1702" y="51369"/>
                  <a:pt x="1672" y="51460"/>
                  <a:pt x="1672" y="51551"/>
                </a:cubicBezTo>
                <a:cubicBezTo>
                  <a:pt x="1642" y="51855"/>
                  <a:pt x="1642" y="52372"/>
                  <a:pt x="1642" y="52372"/>
                </a:cubicBezTo>
                <a:cubicBezTo>
                  <a:pt x="1642" y="52372"/>
                  <a:pt x="1611" y="53102"/>
                  <a:pt x="1763" y="53132"/>
                </a:cubicBezTo>
                <a:cubicBezTo>
                  <a:pt x="1915" y="53223"/>
                  <a:pt x="2250" y="53406"/>
                  <a:pt x="2250" y="53406"/>
                </a:cubicBezTo>
                <a:lnTo>
                  <a:pt x="1854" y="54287"/>
                </a:lnTo>
                <a:cubicBezTo>
                  <a:pt x="1854" y="54287"/>
                  <a:pt x="1702" y="54621"/>
                  <a:pt x="1915" y="54743"/>
                </a:cubicBezTo>
                <a:cubicBezTo>
                  <a:pt x="2128" y="54865"/>
                  <a:pt x="2219" y="55473"/>
                  <a:pt x="2250" y="55685"/>
                </a:cubicBezTo>
                <a:cubicBezTo>
                  <a:pt x="2280" y="55928"/>
                  <a:pt x="2006" y="56232"/>
                  <a:pt x="2006" y="56232"/>
                </a:cubicBezTo>
                <a:cubicBezTo>
                  <a:pt x="2006" y="56232"/>
                  <a:pt x="2006" y="56597"/>
                  <a:pt x="2067" y="56688"/>
                </a:cubicBezTo>
                <a:cubicBezTo>
                  <a:pt x="2098" y="56749"/>
                  <a:pt x="1702" y="57327"/>
                  <a:pt x="1672" y="57387"/>
                </a:cubicBezTo>
                <a:cubicBezTo>
                  <a:pt x="1642" y="57479"/>
                  <a:pt x="1520" y="57631"/>
                  <a:pt x="1550" y="57935"/>
                </a:cubicBezTo>
                <a:cubicBezTo>
                  <a:pt x="1611" y="58269"/>
                  <a:pt x="1672" y="58755"/>
                  <a:pt x="1672" y="58755"/>
                </a:cubicBezTo>
                <a:cubicBezTo>
                  <a:pt x="1672" y="58755"/>
                  <a:pt x="243" y="60488"/>
                  <a:pt x="122" y="60731"/>
                </a:cubicBezTo>
                <a:cubicBezTo>
                  <a:pt x="0" y="60974"/>
                  <a:pt x="0" y="61704"/>
                  <a:pt x="0" y="61704"/>
                </a:cubicBezTo>
                <a:lnTo>
                  <a:pt x="122" y="62646"/>
                </a:lnTo>
                <a:cubicBezTo>
                  <a:pt x="122" y="62646"/>
                  <a:pt x="487" y="62919"/>
                  <a:pt x="730" y="63558"/>
                </a:cubicBezTo>
                <a:cubicBezTo>
                  <a:pt x="942" y="64196"/>
                  <a:pt x="1246" y="64530"/>
                  <a:pt x="1368" y="64774"/>
                </a:cubicBezTo>
                <a:cubicBezTo>
                  <a:pt x="1490" y="64956"/>
                  <a:pt x="1915" y="65381"/>
                  <a:pt x="1824" y="65655"/>
                </a:cubicBezTo>
                <a:cubicBezTo>
                  <a:pt x="1763" y="65898"/>
                  <a:pt x="1763" y="66354"/>
                  <a:pt x="1550" y="66597"/>
                </a:cubicBezTo>
                <a:cubicBezTo>
                  <a:pt x="1398" y="66810"/>
                  <a:pt x="1155" y="67844"/>
                  <a:pt x="1216" y="67965"/>
                </a:cubicBezTo>
                <a:cubicBezTo>
                  <a:pt x="1307" y="68087"/>
                  <a:pt x="1398" y="68269"/>
                  <a:pt x="1398" y="68421"/>
                </a:cubicBezTo>
                <a:cubicBezTo>
                  <a:pt x="1398" y="68573"/>
                  <a:pt x="1550" y="68877"/>
                  <a:pt x="1398" y="69211"/>
                </a:cubicBezTo>
                <a:cubicBezTo>
                  <a:pt x="1246" y="69546"/>
                  <a:pt x="1186" y="69606"/>
                  <a:pt x="1186" y="69698"/>
                </a:cubicBezTo>
                <a:cubicBezTo>
                  <a:pt x="1186" y="69850"/>
                  <a:pt x="1368" y="70002"/>
                  <a:pt x="1490" y="70214"/>
                </a:cubicBezTo>
                <a:cubicBezTo>
                  <a:pt x="1611" y="70397"/>
                  <a:pt x="2098" y="71309"/>
                  <a:pt x="2250" y="71613"/>
                </a:cubicBezTo>
                <a:cubicBezTo>
                  <a:pt x="2401" y="71917"/>
                  <a:pt x="2827" y="72342"/>
                  <a:pt x="2979" y="72403"/>
                </a:cubicBezTo>
                <a:cubicBezTo>
                  <a:pt x="3131" y="72494"/>
                  <a:pt x="3313" y="72403"/>
                  <a:pt x="3374" y="72555"/>
                </a:cubicBezTo>
                <a:cubicBezTo>
                  <a:pt x="3465" y="72707"/>
                  <a:pt x="3617" y="73771"/>
                  <a:pt x="3617" y="73771"/>
                </a:cubicBezTo>
                <a:cubicBezTo>
                  <a:pt x="3617" y="73771"/>
                  <a:pt x="3830" y="74561"/>
                  <a:pt x="3769" y="74713"/>
                </a:cubicBezTo>
                <a:cubicBezTo>
                  <a:pt x="3678" y="74865"/>
                  <a:pt x="3465" y="74956"/>
                  <a:pt x="3465" y="75108"/>
                </a:cubicBezTo>
                <a:cubicBezTo>
                  <a:pt x="3465" y="75260"/>
                  <a:pt x="3678" y="75321"/>
                  <a:pt x="3952" y="75412"/>
                </a:cubicBezTo>
                <a:cubicBezTo>
                  <a:pt x="4225" y="75473"/>
                  <a:pt x="4529" y="75868"/>
                  <a:pt x="4651" y="76020"/>
                </a:cubicBezTo>
                <a:cubicBezTo>
                  <a:pt x="4736" y="76134"/>
                  <a:pt x="5193" y="76327"/>
                  <a:pt x="5302" y="76327"/>
                </a:cubicBezTo>
                <a:cubicBezTo>
                  <a:pt x="5310" y="76327"/>
                  <a:pt x="5315" y="76326"/>
                  <a:pt x="5319" y="76324"/>
                </a:cubicBezTo>
                <a:cubicBezTo>
                  <a:pt x="5411" y="76293"/>
                  <a:pt x="5623" y="75990"/>
                  <a:pt x="5593" y="75838"/>
                </a:cubicBezTo>
                <a:cubicBezTo>
                  <a:pt x="5563" y="75686"/>
                  <a:pt x="5775" y="75412"/>
                  <a:pt x="5867" y="75290"/>
                </a:cubicBezTo>
                <a:cubicBezTo>
                  <a:pt x="5891" y="75242"/>
                  <a:pt x="5954" y="75227"/>
                  <a:pt x="6021" y="75227"/>
                </a:cubicBezTo>
                <a:cubicBezTo>
                  <a:pt x="6122" y="75227"/>
                  <a:pt x="6231" y="75260"/>
                  <a:pt x="6231" y="75260"/>
                </a:cubicBezTo>
                <a:cubicBezTo>
                  <a:pt x="6231" y="75260"/>
                  <a:pt x="6262" y="75442"/>
                  <a:pt x="6231" y="75534"/>
                </a:cubicBezTo>
                <a:cubicBezTo>
                  <a:pt x="6201" y="75594"/>
                  <a:pt x="5927" y="75746"/>
                  <a:pt x="5927" y="75898"/>
                </a:cubicBezTo>
                <a:cubicBezTo>
                  <a:pt x="5927" y="76050"/>
                  <a:pt x="5927" y="76293"/>
                  <a:pt x="5958" y="76354"/>
                </a:cubicBezTo>
                <a:cubicBezTo>
                  <a:pt x="6049" y="76476"/>
                  <a:pt x="6049" y="76354"/>
                  <a:pt x="6201" y="76506"/>
                </a:cubicBezTo>
                <a:cubicBezTo>
                  <a:pt x="6323" y="76628"/>
                  <a:pt x="6626" y="77297"/>
                  <a:pt x="6626" y="77297"/>
                </a:cubicBezTo>
                <a:lnTo>
                  <a:pt x="6718" y="78178"/>
                </a:lnTo>
                <a:cubicBezTo>
                  <a:pt x="6718" y="78178"/>
                  <a:pt x="6644" y="78296"/>
                  <a:pt x="6548" y="78296"/>
                </a:cubicBezTo>
                <a:cubicBezTo>
                  <a:pt x="6506" y="78296"/>
                  <a:pt x="6460" y="78273"/>
                  <a:pt x="6414" y="78208"/>
                </a:cubicBezTo>
                <a:cubicBezTo>
                  <a:pt x="6262" y="77996"/>
                  <a:pt x="5958" y="77752"/>
                  <a:pt x="5775" y="77388"/>
                </a:cubicBezTo>
                <a:cubicBezTo>
                  <a:pt x="5593" y="76993"/>
                  <a:pt x="5441" y="76445"/>
                  <a:pt x="5441" y="76445"/>
                </a:cubicBezTo>
                <a:lnTo>
                  <a:pt x="5137" y="76628"/>
                </a:lnTo>
                <a:lnTo>
                  <a:pt x="5289" y="77053"/>
                </a:lnTo>
                <a:lnTo>
                  <a:pt x="5319" y="77509"/>
                </a:lnTo>
                <a:cubicBezTo>
                  <a:pt x="5319" y="77509"/>
                  <a:pt x="5137" y="77570"/>
                  <a:pt x="5046" y="77692"/>
                </a:cubicBezTo>
                <a:cubicBezTo>
                  <a:pt x="4985" y="77813"/>
                  <a:pt x="4894" y="77996"/>
                  <a:pt x="5016" y="78026"/>
                </a:cubicBezTo>
                <a:cubicBezTo>
                  <a:pt x="5107" y="78056"/>
                  <a:pt x="5411" y="78269"/>
                  <a:pt x="5411" y="78269"/>
                </a:cubicBezTo>
                <a:lnTo>
                  <a:pt x="5259" y="78360"/>
                </a:lnTo>
                <a:lnTo>
                  <a:pt x="5198" y="79120"/>
                </a:lnTo>
                <a:lnTo>
                  <a:pt x="5502" y="80610"/>
                </a:lnTo>
                <a:cubicBezTo>
                  <a:pt x="5502" y="80610"/>
                  <a:pt x="5745" y="80701"/>
                  <a:pt x="5867" y="80914"/>
                </a:cubicBezTo>
                <a:cubicBezTo>
                  <a:pt x="6019" y="81157"/>
                  <a:pt x="6231" y="81218"/>
                  <a:pt x="6414" y="81309"/>
                </a:cubicBezTo>
                <a:cubicBezTo>
                  <a:pt x="6626" y="81370"/>
                  <a:pt x="7234" y="81674"/>
                  <a:pt x="7234" y="81674"/>
                </a:cubicBezTo>
                <a:cubicBezTo>
                  <a:pt x="7234" y="81674"/>
                  <a:pt x="7478" y="81674"/>
                  <a:pt x="7538" y="81795"/>
                </a:cubicBezTo>
                <a:lnTo>
                  <a:pt x="7538" y="82403"/>
                </a:lnTo>
                <a:cubicBezTo>
                  <a:pt x="7538" y="82403"/>
                  <a:pt x="7441" y="82330"/>
                  <a:pt x="7370" y="82330"/>
                </a:cubicBezTo>
                <a:cubicBezTo>
                  <a:pt x="7328" y="82330"/>
                  <a:pt x="7295" y="82355"/>
                  <a:pt x="7295" y="82433"/>
                </a:cubicBezTo>
                <a:cubicBezTo>
                  <a:pt x="7326" y="82616"/>
                  <a:pt x="7326" y="82859"/>
                  <a:pt x="7326" y="82859"/>
                </a:cubicBezTo>
                <a:cubicBezTo>
                  <a:pt x="7326" y="82859"/>
                  <a:pt x="7265" y="83041"/>
                  <a:pt x="7234" y="83132"/>
                </a:cubicBezTo>
                <a:cubicBezTo>
                  <a:pt x="7234" y="83163"/>
                  <a:pt x="7158" y="83170"/>
                  <a:pt x="7082" y="83170"/>
                </a:cubicBezTo>
                <a:cubicBezTo>
                  <a:pt x="7006" y="83170"/>
                  <a:pt x="6930" y="83163"/>
                  <a:pt x="6930" y="83163"/>
                </a:cubicBezTo>
                <a:lnTo>
                  <a:pt x="6657" y="84044"/>
                </a:lnTo>
                <a:lnTo>
                  <a:pt x="6566" y="84804"/>
                </a:lnTo>
                <a:cubicBezTo>
                  <a:pt x="6566" y="84804"/>
                  <a:pt x="7113" y="85473"/>
                  <a:pt x="7417" y="85898"/>
                </a:cubicBezTo>
                <a:cubicBezTo>
                  <a:pt x="7721" y="86324"/>
                  <a:pt x="7903" y="86354"/>
                  <a:pt x="7933" y="86689"/>
                </a:cubicBezTo>
                <a:cubicBezTo>
                  <a:pt x="7994" y="87023"/>
                  <a:pt x="8025" y="87145"/>
                  <a:pt x="8085" y="87297"/>
                </a:cubicBezTo>
                <a:cubicBezTo>
                  <a:pt x="8207" y="87449"/>
                  <a:pt x="8541" y="87570"/>
                  <a:pt x="8602" y="87874"/>
                </a:cubicBezTo>
                <a:cubicBezTo>
                  <a:pt x="8633" y="88209"/>
                  <a:pt x="8785" y="88421"/>
                  <a:pt x="8967" y="88634"/>
                </a:cubicBezTo>
                <a:cubicBezTo>
                  <a:pt x="9149" y="88908"/>
                  <a:pt x="9453" y="89333"/>
                  <a:pt x="9666" y="89576"/>
                </a:cubicBezTo>
                <a:cubicBezTo>
                  <a:pt x="9848" y="89880"/>
                  <a:pt x="10274" y="90032"/>
                  <a:pt x="10274" y="90032"/>
                </a:cubicBezTo>
                <a:cubicBezTo>
                  <a:pt x="10274" y="90032"/>
                  <a:pt x="10791" y="90306"/>
                  <a:pt x="10669" y="90458"/>
                </a:cubicBezTo>
                <a:cubicBezTo>
                  <a:pt x="10578" y="90610"/>
                  <a:pt x="10304" y="90731"/>
                  <a:pt x="10213" y="90944"/>
                </a:cubicBezTo>
                <a:cubicBezTo>
                  <a:pt x="10152" y="91157"/>
                  <a:pt x="10183" y="91552"/>
                  <a:pt x="10335" y="91674"/>
                </a:cubicBezTo>
                <a:cubicBezTo>
                  <a:pt x="10389" y="91717"/>
                  <a:pt x="10462" y="91726"/>
                  <a:pt x="10540" y="91726"/>
                </a:cubicBezTo>
                <a:cubicBezTo>
                  <a:pt x="10591" y="91726"/>
                  <a:pt x="10644" y="91722"/>
                  <a:pt x="10695" y="91722"/>
                </a:cubicBezTo>
                <a:cubicBezTo>
                  <a:pt x="10782" y="91722"/>
                  <a:pt x="10863" y="91733"/>
                  <a:pt x="10912" y="91795"/>
                </a:cubicBezTo>
                <a:cubicBezTo>
                  <a:pt x="11034" y="91947"/>
                  <a:pt x="11095" y="92464"/>
                  <a:pt x="11064" y="92859"/>
                </a:cubicBezTo>
                <a:cubicBezTo>
                  <a:pt x="11034" y="93224"/>
                  <a:pt x="11095" y="94196"/>
                  <a:pt x="10943" y="94288"/>
                </a:cubicBezTo>
                <a:cubicBezTo>
                  <a:pt x="10791" y="94409"/>
                  <a:pt x="10760" y="94440"/>
                  <a:pt x="10791" y="94713"/>
                </a:cubicBezTo>
                <a:cubicBezTo>
                  <a:pt x="10821" y="94987"/>
                  <a:pt x="11520" y="95412"/>
                  <a:pt x="11642" y="95443"/>
                </a:cubicBezTo>
                <a:cubicBezTo>
                  <a:pt x="11733" y="95503"/>
                  <a:pt x="12554" y="95777"/>
                  <a:pt x="12554" y="95777"/>
                </a:cubicBezTo>
                <a:cubicBezTo>
                  <a:pt x="12554" y="95777"/>
                  <a:pt x="12884" y="95699"/>
                  <a:pt x="13094" y="95699"/>
                </a:cubicBezTo>
                <a:cubicBezTo>
                  <a:pt x="13147" y="95699"/>
                  <a:pt x="13192" y="95704"/>
                  <a:pt x="13222" y="95716"/>
                </a:cubicBezTo>
                <a:cubicBezTo>
                  <a:pt x="13374" y="95747"/>
                  <a:pt x="13952" y="96172"/>
                  <a:pt x="14438" y="96203"/>
                </a:cubicBezTo>
                <a:cubicBezTo>
                  <a:pt x="14560" y="96210"/>
                  <a:pt x="14676" y="96212"/>
                  <a:pt x="14783" y="96212"/>
                </a:cubicBezTo>
                <a:cubicBezTo>
                  <a:pt x="14891" y="96212"/>
                  <a:pt x="14991" y="96210"/>
                  <a:pt x="15080" y="96210"/>
                </a:cubicBezTo>
                <a:cubicBezTo>
                  <a:pt x="15259" y="96210"/>
                  <a:pt x="15396" y="96218"/>
                  <a:pt x="15472" y="96263"/>
                </a:cubicBezTo>
                <a:cubicBezTo>
                  <a:pt x="15624" y="96355"/>
                  <a:pt x="16262" y="96567"/>
                  <a:pt x="16414" y="96841"/>
                </a:cubicBezTo>
                <a:cubicBezTo>
                  <a:pt x="16566" y="97145"/>
                  <a:pt x="16870" y="97722"/>
                  <a:pt x="17022" y="97996"/>
                </a:cubicBezTo>
                <a:cubicBezTo>
                  <a:pt x="17174" y="98300"/>
                  <a:pt x="17265" y="98543"/>
                  <a:pt x="18055" y="98604"/>
                </a:cubicBezTo>
                <a:cubicBezTo>
                  <a:pt x="18319" y="98614"/>
                  <a:pt x="18592" y="98617"/>
                  <a:pt x="18840" y="98617"/>
                </a:cubicBezTo>
                <a:cubicBezTo>
                  <a:pt x="19335" y="98617"/>
                  <a:pt x="19727" y="98604"/>
                  <a:pt x="19727" y="98604"/>
                </a:cubicBezTo>
                <a:cubicBezTo>
                  <a:pt x="19727" y="98604"/>
                  <a:pt x="20153" y="99090"/>
                  <a:pt x="20153" y="99516"/>
                </a:cubicBezTo>
                <a:cubicBezTo>
                  <a:pt x="20092" y="99911"/>
                  <a:pt x="20031" y="100488"/>
                  <a:pt x="20031" y="100488"/>
                </a:cubicBezTo>
                <a:cubicBezTo>
                  <a:pt x="20031" y="100488"/>
                  <a:pt x="20852" y="100519"/>
                  <a:pt x="20973" y="100519"/>
                </a:cubicBezTo>
                <a:cubicBezTo>
                  <a:pt x="21017" y="100510"/>
                  <a:pt x="21086" y="100501"/>
                  <a:pt x="21168" y="100501"/>
                </a:cubicBezTo>
                <a:cubicBezTo>
                  <a:pt x="21371" y="100501"/>
                  <a:pt x="21651" y="100554"/>
                  <a:pt x="21824" y="100792"/>
                </a:cubicBezTo>
                <a:cubicBezTo>
                  <a:pt x="22037" y="101127"/>
                  <a:pt x="22979" y="102130"/>
                  <a:pt x="23283" y="102494"/>
                </a:cubicBezTo>
                <a:cubicBezTo>
                  <a:pt x="23587" y="102890"/>
                  <a:pt x="24165" y="103528"/>
                  <a:pt x="24165" y="103528"/>
                </a:cubicBezTo>
                <a:cubicBezTo>
                  <a:pt x="24165" y="103528"/>
                  <a:pt x="24347" y="104531"/>
                  <a:pt x="24347" y="104774"/>
                </a:cubicBezTo>
                <a:cubicBezTo>
                  <a:pt x="24347" y="105048"/>
                  <a:pt x="24286" y="105808"/>
                  <a:pt x="24408" y="105899"/>
                </a:cubicBezTo>
                <a:cubicBezTo>
                  <a:pt x="24499" y="105990"/>
                  <a:pt x="24712" y="105990"/>
                  <a:pt x="24773" y="106112"/>
                </a:cubicBezTo>
                <a:cubicBezTo>
                  <a:pt x="24864" y="106233"/>
                  <a:pt x="24803" y="106567"/>
                  <a:pt x="24773" y="106689"/>
                </a:cubicBezTo>
                <a:cubicBezTo>
                  <a:pt x="24712" y="106811"/>
                  <a:pt x="24955" y="107115"/>
                  <a:pt x="24955" y="107115"/>
                </a:cubicBezTo>
                <a:cubicBezTo>
                  <a:pt x="24955" y="107115"/>
                  <a:pt x="25107" y="107145"/>
                  <a:pt x="25229" y="107267"/>
                </a:cubicBezTo>
                <a:cubicBezTo>
                  <a:pt x="25350" y="107327"/>
                  <a:pt x="25107" y="107358"/>
                  <a:pt x="25958" y="107479"/>
                </a:cubicBezTo>
                <a:cubicBezTo>
                  <a:pt x="26256" y="107525"/>
                  <a:pt x="26485" y="107541"/>
                  <a:pt x="26673" y="107541"/>
                </a:cubicBezTo>
                <a:cubicBezTo>
                  <a:pt x="26982" y="107541"/>
                  <a:pt x="27179" y="107498"/>
                  <a:pt x="27387" y="107479"/>
                </a:cubicBezTo>
                <a:cubicBezTo>
                  <a:pt x="27751" y="107449"/>
                  <a:pt x="29271" y="107267"/>
                  <a:pt x="29271" y="107267"/>
                </a:cubicBezTo>
                <a:lnTo>
                  <a:pt x="32159" y="107175"/>
                </a:lnTo>
                <a:lnTo>
                  <a:pt x="35654" y="107145"/>
                </a:lnTo>
                <a:lnTo>
                  <a:pt x="35654" y="107145"/>
                </a:lnTo>
                <a:cubicBezTo>
                  <a:pt x="35594" y="107175"/>
                  <a:pt x="35290" y="107874"/>
                  <a:pt x="35259" y="108026"/>
                </a:cubicBezTo>
                <a:cubicBezTo>
                  <a:pt x="35259" y="108178"/>
                  <a:pt x="35502" y="108634"/>
                  <a:pt x="35654" y="108665"/>
                </a:cubicBezTo>
                <a:cubicBezTo>
                  <a:pt x="35685" y="108665"/>
                  <a:pt x="36901" y="109182"/>
                  <a:pt x="38633" y="109881"/>
                </a:cubicBezTo>
                <a:cubicBezTo>
                  <a:pt x="43436" y="111826"/>
                  <a:pt x="52220" y="115413"/>
                  <a:pt x="52220" y="115413"/>
                </a:cubicBezTo>
                <a:cubicBezTo>
                  <a:pt x="52220" y="115413"/>
                  <a:pt x="52959" y="115296"/>
                  <a:pt x="53706" y="115296"/>
                </a:cubicBezTo>
                <a:cubicBezTo>
                  <a:pt x="53893" y="115296"/>
                  <a:pt x="54080" y="115303"/>
                  <a:pt x="54257" y="115321"/>
                </a:cubicBezTo>
                <a:cubicBezTo>
                  <a:pt x="55138" y="115413"/>
                  <a:pt x="56384" y="115534"/>
                  <a:pt x="56840" y="115534"/>
                </a:cubicBezTo>
                <a:cubicBezTo>
                  <a:pt x="57296" y="115534"/>
                  <a:pt x="58238" y="115656"/>
                  <a:pt x="59150" y="115656"/>
                </a:cubicBezTo>
                <a:lnTo>
                  <a:pt x="61339" y="115656"/>
                </a:lnTo>
                <a:lnTo>
                  <a:pt x="64713" y="115473"/>
                </a:lnTo>
                <a:lnTo>
                  <a:pt x="65047" y="115413"/>
                </a:lnTo>
                <a:lnTo>
                  <a:pt x="64773" y="113376"/>
                </a:lnTo>
                <a:cubicBezTo>
                  <a:pt x="64773" y="113376"/>
                  <a:pt x="65435" y="113100"/>
                  <a:pt x="65839" y="113100"/>
                </a:cubicBezTo>
                <a:cubicBezTo>
                  <a:pt x="65860" y="113100"/>
                  <a:pt x="65879" y="113101"/>
                  <a:pt x="65898" y="113103"/>
                </a:cubicBezTo>
                <a:cubicBezTo>
                  <a:pt x="66263" y="113133"/>
                  <a:pt x="67327" y="113194"/>
                  <a:pt x="67570" y="113194"/>
                </a:cubicBezTo>
                <a:cubicBezTo>
                  <a:pt x="67752" y="113194"/>
                  <a:pt x="69297" y="113127"/>
                  <a:pt x="69792" y="113127"/>
                </a:cubicBezTo>
                <a:cubicBezTo>
                  <a:pt x="69874" y="113127"/>
                  <a:pt x="69928" y="113129"/>
                  <a:pt x="69941" y="113133"/>
                </a:cubicBezTo>
                <a:cubicBezTo>
                  <a:pt x="69970" y="113148"/>
                  <a:pt x="70073" y="113153"/>
                  <a:pt x="70220" y="113153"/>
                </a:cubicBezTo>
                <a:cubicBezTo>
                  <a:pt x="70686" y="113153"/>
                  <a:pt x="71592" y="113095"/>
                  <a:pt x="72008" y="113072"/>
                </a:cubicBezTo>
                <a:lnTo>
                  <a:pt x="72220" y="113072"/>
                </a:lnTo>
                <a:cubicBezTo>
                  <a:pt x="72220" y="113072"/>
                  <a:pt x="73132" y="113376"/>
                  <a:pt x="73284" y="113589"/>
                </a:cubicBezTo>
                <a:cubicBezTo>
                  <a:pt x="73436" y="113832"/>
                  <a:pt x="73558" y="114136"/>
                  <a:pt x="73801" y="114470"/>
                </a:cubicBezTo>
                <a:cubicBezTo>
                  <a:pt x="74014" y="114805"/>
                  <a:pt x="74409" y="114926"/>
                  <a:pt x="74591" y="115109"/>
                </a:cubicBezTo>
                <a:cubicBezTo>
                  <a:pt x="74804" y="115321"/>
                  <a:pt x="75382" y="115777"/>
                  <a:pt x="75655" y="116172"/>
                </a:cubicBezTo>
                <a:cubicBezTo>
                  <a:pt x="75868" y="116568"/>
                  <a:pt x="77327" y="117753"/>
                  <a:pt x="77783" y="118057"/>
                </a:cubicBezTo>
                <a:cubicBezTo>
                  <a:pt x="78208" y="118361"/>
                  <a:pt x="79120" y="118513"/>
                  <a:pt x="79424" y="118817"/>
                </a:cubicBezTo>
                <a:cubicBezTo>
                  <a:pt x="79759" y="119121"/>
                  <a:pt x="80245" y="119303"/>
                  <a:pt x="80245" y="119516"/>
                </a:cubicBezTo>
                <a:lnTo>
                  <a:pt x="80245" y="119607"/>
                </a:lnTo>
                <a:lnTo>
                  <a:pt x="80245" y="119759"/>
                </a:lnTo>
                <a:lnTo>
                  <a:pt x="80245" y="119881"/>
                </a:lnTo>
                <a:lnTo>
                  <a:pt x="80245" y="120063"/>
                </a:lnTo>
                <a:lnTo>
                  <a:pt x="80245" y="120124"/>
                </a:lnTo>
                <a:lnTo>
                  <a:pt x="80245" y="120245"/>
                </a:lnTo>
                <a:lnTo>
                  <a:pt x="80245" y="120276"/>
                </a:lnTo>
                <a:lnTo>
                  <a:pt x="80245" y="120397"/>
                </a:lnTo>
                <a:cubicBezTo>
                  <a:pt x="80245" y="120549"/>
                  <a:pt x="80518" y="120823"/>
                  <a:pt x="80731" y="121097"/>
                </a:cubicBezTo>
                <a:cubicBezTo>
                  <a:pt x="80944" y="121340"/>
                  <a:pt x="81157" y="121613"/>
                  <a:pt x="81187" y="121917"/>
                </a:cubicBezTo>
                <a:cubicBezTo>
                  <a:pt x="81248" y="122252"/>
                  <a:pt x="81278" y="123224"/>
                  <a:pt x="81400" y="123315"/>
                </a:cubicBezTo>
                <a:cubicBezTo>
                  <a:pt x="81491" y="123437"/>
                  <a:pt x="81886" y="124288"/>
                  <a:pt x="82768" y="124774"/>
                </a:cubicBezTo>
                <a:cubicBezTo>
                  <a:pt x="83619" y="125261"/>
                  <a:pt x="86142" y="126446"/>
                  <a:pt x="86142" y="126446"/>
                </a:cubicBezTo>
                <a:lnTo>
                  <a:pt x="88117" y="127480"/>
                </a:lnTo>
                <a:cubicBezTo>
                  <a:pt x="88117" y="127480"/>
                  <a:pt x="88157" y="127482"/>
                  <a:pt x="88220" y="127482"/>
                </a:cubicBezTo>
                <a:cubicBezTo>
                  <a:pt x="88378" y="127482"/>
                  <a:pt x="88682" y="127467"/>
                  <a:pt x="88877" y="127358"/>
                </a:cubicBezTo>
                <a:cubicBezTo>
                  <a:pt x="89151" y="127206"/>
                  <a:pt x="89333" y="126477"/>
                  <a:pt x="89455" y="126446"/>
                </a:cubicBezTo>
                <a:cubicBezTo>
                  <a:pt x="89546" y="126416"/>
                  <a:pt x="89972" y="125899"/>
                  <a:pt x="90093" y="125717"/>
                </a:cubicBezTo>
                <a:cubicBezTo>
                  <a:pt x="90154" y="125534"/>
                  <a:pt x="90549" y="124075"/>
                  <a:pt x="90610" y="123863"/>
                </a:cubicBezTo>
                <a:cubicBezTo>
                  <a:pt x="90701" y="123619"/>
                  <a:pt x="90549" y="123376"/>
                  <a:pt x="91005" y="123285"/>
                </a:cubicBezTo>
                <a:cubicBezTo>
                  <a:pt x="91233" y="123255"/>
                  <a:pt x="91393" y="123247"/>
                  <a:pt x="91510" y="123247"/>
                </a:cubicBezTo>
                <a:cubicBezTo>
                  <a:pt x="91628" y="123247"/>
                  <a:pt x="91704" y="123255"/>
                  <a:pt x="91765" y="123255"/>
                </a:cubicBezTo>
                <a:cubicBezTo>
                  <a:pt x="91886" y="123255"/>
                  <a:pt x="92099" y="122829"/>
                  <a:pt x="92190" y="122708"/>
                </a:cubicBezTo>
                <a:cubicBezTo>
                  <a:pt x="92237" y="122661"/>
                  <a:pt x="92319" y="122455"/>
                  <a:pt x="92490" y="122455"/>
                </a:cubicBezTo>
                <a:cubicBezTo>
                  <a:pt x="92543" y="122455"/>
                  <a:pt x="92605" y="122475"/>
                  <a:pt x="92677" y="122525"/>
                </a:cubicBezTo>
                <a:cubicBezTo>
                  <a:pt x="92981" y="122768"/>
                  <a:pt x="93133" y="122981"/>
                  <a:pt x="93315" y="122981"/>
                </a:cubicBezTo>
                <a:cubicBezTo>
                  <a:pt x="93497" y="122981"/>
                  <a:pt x="93893" y="122920"/>
                  <a:pt x="94075" y="122860"/>
                </a:cubicBezTo>
                <a:cubicBezTo>
                  <a:pt x="94089" y="122857"/>
                  <a:pt x="94103" y="122855"/>
                  <a:pt x="94117" y="122855"/>
                </a:cubicBezTo>
                <a:cubicBezTo>
                  <a:pt x="94261" y="122855"/>
                  <a:pt x="94431" y="122981"/>
                  <a:pt x="94652" y="122981"/>
                </a:cubicBezTo>
                <a:cubicBezTo>
                  <a:pt x="94678" y="122985"/>
                  <a:pt x="94715" y="122987"/>
                  <a:pt x="94759" y="122987"/>
                </a:cubicBezTo>
                <a:cubicBezTo>
                  <a:pt x="95022" y="122987"/>
                  <a:pt x="95547" y="122920"/>
                  <a:pt x="95625" y="122920"/>
                </a:cubicBezTo>
                <a:cubicBezTo>
                  <a:pt x="95747" y="122920"/>
                  <a:pt x="96355" y="123133"/>
                  <a:pt x="96355" y="123133"/>
                </a:cubicBezTo>
                <a:cubicBezTo>
                  <a:pt x="96355" y="123133"/>
                  <a:pt x="96993" y="123741"/>
                  <a:pt x="97145" y="123832"/>
                </a:cubicBezTo>
                <a:cubicBezTo>
                  <a:pt x="97297" y="123893"/>
                  <a:pt x="97753" y="123923"/>
                  <a:pt x="98057" y="124197"/>
                </a:cubicBezTo>
                <a:cubicBezTo>
                  <a:pt x="98361" y="124470"/>
                  <a:pt x="98300" y="124440"/>
                  <a:pt x="98665" y="124835"/>
                </a:cubicBezTo>
                <a:cubicBezTo>
                  <a:pt x="99060" y="125261"/>
                  <a:pt x="99516" y="125352"/>
                  <a:pt x="99729" y="125595"/>
                </a:cubicBezTo>
                <a:cubicBezTo>
                  <a:pt x="100002" y="125869"/>
                  <a:pt x="100397" y="126629"/>
                  <a:pt x="100428" y="126811"/>
                </a:cubicBezTo>
                <a:cubicBezTo>
                  <a:pt x="100458" y="127024"/>
                  <a:pt x="101157" y="127814"/>
                  <a:pt x="101188" y="127875"/>
                </a:cubicBezTo>
                <a:cubicBezTo>
                  <a:pt x="101218" y="127966"/>
                  <a:pt x="102251" y="129911"/>
                  <a:pt x="102282" y="130154"/>
                </a:cubicBezTo>
                <a:cubicBezTo>
                  <a:pt x="102312" y="130428"/>
                  <a:pt x="102434" y="130671"/>
                  <a:pt x="102768" y="130914"/>
                </a:cubicBezTo>
                <a:cubicBezTo>
                  <a:pt x="103133" y="131188"/>
                  <a:pt x="104106" y="131948"/>
                  <a:pt x="104288" y="132221"/>
                </a:cubicBezTo>
                <a:cubicBezTo>
                  <a:pt x="104501" y="132495"/>
                  <a:pt x="104805" y="132799"/>
                  <a:pt x="105017" y="133012"/>
                </a:cubicBezTo>
                <a:cubicBezTo>
                  <a:pt x="105261" y="133194"/>
                  <a:pt x="106172" y="133802"/>
                  <a:pt x="106172" y="133802"/>
                </a:cubicBezTo>
                <a:lnTo>
                  <a:pt x="106537" y="134683"/>
                </a:lnTo>
                <a:cubicBezTo>
                  <a:pt x="106537" y="134683"/>
                  <a:pt x="106568" y="135474"/>
                  <a:pt x="106659" y="135565"/>
                </a:cubicBezTo>
                <a:cubicBezTo>
                  <a:pt x="106780" y="135626"/>
                  <a:pt x="106932" y="135626"/>
                  <a:pt x="106963" y="135930"/>
                </a:cubicBezTo>
                <a:cubicBezTo>
                  <a:pt x="106993" y="136234"/>
                  <a:pt x="106659" y="136446"/>
                  <a:pt x="107084" y="136781"/>
                </a:cubicBezTo>
                <a:cubicBezTo>
                  <a:pt x="107479" y="137115"/>
                  <a:pt x="108087" y="137966"/>
                  <a:pt x="108300" y="138270"/>
                </a:cubicBezTo>
                <a:cubicBezTo>
                  <a:pt x="108513" y="138604"/>
                  <a:pt x="109151" y="139668"/>
                  <a:pt x="109151" y="139790"/>
                </a:cubicBezTo>
                <a:cubicBezTo>
                  <a:pt x="109151" y="139829"/>
                  <a:pt x="109280" y="139840"/>
                  <a:pt x="109426" y="139840"/>
                </a:cubicBezTo>
                <a:cubicBezTo>
                  <a:pt x="109622" y="139840"/>
                  <a:pt x="109850" y="139820"/>
                  <a:pt x="109850" y="139820"/>
                </a:cubicBezTo>
                <a:cubicBezTo>
                  <a:pt x="109850" y="139820"/>
                  <a:pt x="110458" y="139942"/>
                  <a:pt x="110519" y="139972"/>
                </a:cubicBezTo>
                <a:cubicBezTo>
                  <a:pt x="110610" y="140003"/>
                  <a:pt x="112282" y="140580"/>
                  <a:pt x="112464" y="140641"/>
                </a:cubicBezTo>
                <a:cubicBezTo>
                  <a:pt x="112647" y="140732"/>
                  <a:pt x="113407" y="140945"/>
                  <a:pt x="113528" y="141036"/>
                </a:cubicBezTo>
                <a:cubicBezTo>
                  <a:pt x="113599" y="141072"/>
                  <a:pt x="113911" y="141086"/>
                  <a:pt x="114217" y="141086"/>
                </a:cubicBezTo>
                <a:cubicBezTo>
                  <a:pt x="114434" y="141086"/>
                  <a:pt x="114648" y="141079"/>
                  <a:pt x="114774" y="141066"/>
                </a:cubicBezTo>
                <a:cubicBezTo>
                  <a:pt x="115009" y="141040"/>
                  <a:pt x="115491" y="140902"/>
                  <a:pt x="115776" y="140902"/>
                </a:cubicBezTo>
                <a:cubicBezTo>
                  <a:pt x="115823" y="140902"/>
                  <a:pt x="115865" y="140906"/>
                  <a:pt x="115899" y="140914"/>
                </a:cubicBezTo>
                <a:cubicBezTo>
                  <a:pt x="116112" y="141006"/>
                  <a:pt x="116416" y="141370"/>
                  <a:pt x="116659" y="141492"/>
                </a:cubicBezTo>
                <a:cubicBezTo>
                  <a:pt x="116872" y="141614"/>
                  <a:pt x="117784" y="141705"/>
                  <a:pt x="117784" y="141705"/>
                </a:cubicBezTo>
                <a:cubicBezTo>
                  <a:pt x="117784" y="141705"/>
                  <a:pt x="117936" y="141370"/>
                  <a:pt x="118057" y="141249"/>
                </a:cubicBezTo>
                <a:cubicBezTo>
                  <a:pt x="118179" y="141158"/>
                  <a:pt x="118543" y="141036"/>
                  <a:pt x="118543" y="141036"/>
                </a:cubicBezTo>
                <a:cubicBezTo>
                  <a:pt x="118543" y="141036"/>
                  <a:pt x="118695" y="140793"/>
                  <a:pt x="118635" y="140641"/>
                </a:cubicBezTo>
                <a:cubicBezTo>
                  <a:pt x="118543" y="140489"/>
                  <a:pt x="118270" y="140550"/>
                  <a:pt x="117905" y="140094"/>
                </a:cubicBezTo>
                <a:cubicBezTo>
                  <a:pt x="117510" y="139638"/>
                  <a:pt x="116659" y="138361"/>
                  <a:pt x="116568" y="138118"/>
                </a:cubicBezTo>
                <a:cubicBezTo>
                  <a:pt x="116537" y="137875"/>
                  <a:pt x="116142" y="136538"/>
                  <a:pt x="116142" y="136446"/>
                </a:cubicBezTo>
                <a:cubicBezTo>
                  <a:pt x="116142" y="136325"/>
                  <a:pt x="116112" y="135990"/>
                  <a:pt x="116203" y="135717"/>
                </a:cubicBezTo>
                <a:cubicBezTo>
                  <a:pt x="116233" y="135474"/>
                  <a:pt x="116355" y="135291"/>
                  <a:pt x="116385" y="135139"/>
                </a:cubicBezTo>
                <a:cubicBezTo>
                  <a:pt x="116416" y="134957"/>
                  <a:pt x="116446" y="134379"/>
                  <a:pt x="116446" y="134379"/>
                </a:cubicBezTo>
                <a:cubicBezTo>
                  <a:pt x="116446" y="134379"/>
                  <a:pt x="116142" y="134349"/>
                  <a:pt x="116142" y="134258"/>
                </a:cubicBezTo>
                <a:cubicBezTo>
                  <a:pt x="116142" y="134197"/>
                  <a:pt x="116568" y="133741"/>
                  <a:pt x="116568" y="133741"/>
                </a:cubicBezTo>
                <a:cubicBezTo>
                  <a:pt x="116568" y="133741"/>
                  <a:pt x="116841" y="133437"/>
                  <a:pt x="116841" y="133255"/>
                </a:cubicBezTo>
                <a:cubicBezTo>
                  <a:pt x="116841" y="133103"/>
                  <a:pt x="116872" y="132829"/>
                  <a:pt x="116872" y="132586"/>
                </a:cubicBezTo>
                <a:cubicBezTo>
                  <a:pt x="116872" y="132373"/>
                  <a:pt x="116750" y="132069"/>
                  <a:pt x="116659" y="132039"/>
                </a:cubicBezTo>
                <a:cubicBezTo>
                  <a:pt x="116537" y="131948"/>
                  <a:pt x="116264" y="131978"/>
                  <a:pt x="116294" y="131644"/>
                </a:cubicBezTo>
                <a:cubicBezTo>
                  <a:pt x="116385" y="131309"/>
                  <a:pt x="116355" y="130975"/>
                  <a:pt x="116537" y="130914"/>
                </a:cubicBezTo>
                <a:cubicBezTo>
                  <a:pt x="116557" y="130912"/>
                  <a:pt x="116579" y="130910"/>
                  <a:pt x="116604" y="130910"/>
                </a:cubicBezTo>
                <a:cubicBezTo>
                  <a:pt x="116856" y="130910"/>
                  <a:pt x="117358" y="131036"/>
                  <a:pt x="117358" y="131036"/>
                </a:cubicBezTo>
                <a:lnTo>
                  <a:pt x="117753" y="130458"/>
                </a:lnTo>
                <a:lnTo>
                  <a:pt x="117632" y="129547"/>
                </a:lnTo>
                <a:cubicBezTo>
                  <a:pt x="117632" y="129547"/>
                  <a:pt x="117601" y="129334"/>
                  <a:pt x="117784" y="129334"/>
                </a:cubicBezTo>
                <a:cubicBezTo>
                  <a:pt x="117936" y="129303"/>
                  <a:pt x="119091" y="129182"/>
                  <a:pt x="119091" y="129182"/>
                </a:cubicBezTo>
                <a:cubicBezTo>
                  <a:pt x="119091" y="129182"/>
                  <a:pt x="119121" y="128756"/>
                  <a:pt x="118999" y="128574"/>
                </a:cubicBezTo>
                <a:cubicBezTo>
                  <a:pt x="118878" y="128392"/>
                  <a:pt x="118695" y="128148"/>
                  <a:pt x="118969" y="128088"/>
                </a:cubicBezTo>
                <a:cubicBezTo>
                  <a:pt x="119106" y="128042"/>
                  <a:pt x="119258" y="128042"/>
                  <a:pt x="119417" y="128042"/>
                </a:cubicBezTo>
                <a:cubicBezTo>
                  <a:pt x="119577" y="128042"/>
                  <a:pt x="119744" y="128042"/>
                  <a:pt x="119911" y="127996"/>
                </a:cubicBezTo>
                <a:cubicBezTo>
                  <a:pt x="120246" y="127875"/>
                  <a:pt x="120458" y="127814"/>
                  <a:pt x="120458" y="127723"/>
                </a:cubicBezTo>
                <a:cubicBezTo>
                  <a:pt x="120458" y="127662"/>
                  <a:pt x="120458" y="127480"/>
                  <a:pt x="120185" y="127206"/>
                </a:cubicBezTo>
                <a:cubicBezTo>
                  <a:pt x="119911" y="126933"/>
                  <a:pt x="119790" y="126963"/>
                  <a:pt x="119850" y="126872"/>
                </a:cubicBezTo>
                <a:cubicBezTo>
                  <a:pt x="119881" y="126750"/>
                  <a:pt x="120033" y="126720"/>
                  <a:pt x="120337" y="126659"/>
                </a:cubicBezTo>
                <a:cubicBezTo>
                  <a:pt x="120641" y="126598"/>
                  <a:pt x="120914" y="126598"/>
                  <a:pt x="120975" y="126355"/>
                </a:cubicBezTo>
                <a:cubicBezTo>
                  <a:pt x="121006" y="126142"/>
                  <a:pt x="121279" y="125808"/>
                  <a:pt x="121279" y="125808"/>
                </a:cubicBezTo>
                <a:cubicBezTo>
                  <a:pt x="121279" y="125808"/>
                  <a:pt x="121309" y="125808"/>
                  <a:pt x="121309" y="126173"/>
                </a:cubicBezTo>
                <a:cubicBezTo>
                  <a:pt x="121309" y="126484"/>
                  <a:pt x="121064" y="126588"/>
                  <a:pt x="121199" y="126588"/>
                </a:cubicBezTo>
                <a:cubicBezTo>
                  <a:pt x="121235" y="126588"/>
                  <a:pt x="121298" y="126581"/>
                  <a:pt x="121401" y="126568"/>
                </a:cubicBezTo>
                <a:cubicBezTo>
                  <a:pt x="121887" y="126477"/>
                  <a:pt x="122009" y="126446"/>
                  <a:pt x="122161" y="126355"/>
                </a:cubicBezTo>
                <a:cubicBezTo>
                  <a:pt x="122282" y="126294"/>
                  <a:pt x="123042" y="125686"/>
                  <a:pt x="123346" y="125565"/>
                </a:cubicBezTo>
                <a:cubicBezTo>
                  <a:pt x="123680" y="125443"/>
                  <a:pt x="124866" y="124470"/>
                  <a:pt x="125109" y="124227"/>
                </a:cubicBezTo>
                <a:cubicBezTo>
                  <a:pt x="125382" y="124015"/>
                  <a:pt x="125838" y="123467"/>
                  <a:pt x="125838" y="123467"/>
                </a:cubicBezTo>
                <a:cubicBezTo>
                  <a:pt x="125838" y="123467"/>
                  <a:pt x="125717" y="123072"/>
                  <a:pt x="125778" y="122951"/>
                </a:cubicBezTo>
                <a:cubicBezTo>
                  <a:pt x="125808" y="122829"/>
                  <a:pt x="125778" y="122647"/>
                  <a:pt x="126142" y="122373"/>
                </a:cubicBezTo>
                <a:cubicBezTo>
                  <a:pt x="126477" y="122100"/>
                  <a:pt x="126993" y="121704"/>
                  <a:pt x="126993" y="121583"/>
                </a:cubicBezTo>
                <a:cubicBezTo>
                  <a:pt x="126993" y="121431"/>
                  <a:pt x="126993" y="121461"/>
                  <a:pt x="126750" y="121188"/>
                </a:cubicBezTo>
                <a:cubicBezTo>
                  <a:pt x="126538" y="120945"/>
                  <a:pt x="126234" y="120671"/>
                  <a:pt x="126294" y="120489"/>
                </a:cubicBezTo>
                <a:cubicBezTo>
                  <a:pt x="126386" y="120276"/>
                  <a:pt x="126446" y="119729"/>
                  <a:pt x="126750" y="119668"/>
                </a:cubicBezTo>
                <a:cubicBezTo>
                  <a:pt x="126791" y="119664"/>
                  <a:pt x="126831" y="119662"/>
                  <a:pt x="126870" y="119662"/>
                </a:cubicBezTo>
                <a:cubicBezTo>
                  <a:pt x="127123" y="119662"/>
                  <a:pt x="127332" y="119741"/>
                  <a:pt x="127358" y="119820"/>
                </a:cubicBezTo>
                <a:cubicBezTo>
                  <a:pt x="127389" y="119942"/>
                  <a:pt x="127206" y="120276"/>
                  <a:pt x="127206" y="120276"/>
                </a:cubicBezTo>
                <a:cubicBezTo>
                  <a:pt x="127206" y="120276"/>
                  <a:pt x="127150" y="120673"/>
                  <a:pt x="127419" y="120673"/>
                </a:cubicBezTo>
                <a:cubicBezTo>
                  <a:pt x="127429" y="120673"/>
                  <a:pt x="127439" y="120672"/>
                  <a:pt x="127449" y="120671"/>
                </a:cubicBezTo>
                <a:lnTo>
                  <a:pt x="127966" y="120580"/>
                </a:lnTo>
                <a:cubicBezTo>
                  <a:pt x="128044" y="120580"/>
                  <a:pt x="128301" y="120647"/>
                  <a:pt x="128564" y="120647"/>
                </a:cubicBezTo>
                <a:cubicBezTo>
                  <a:pt x="128608" y="120647"/>
                  <a:pt x="128652" y="120645"/>
                  <a:pt x="128696" y="120641"/>
                </a:cubicBezTo>
                <a:cubicBezTo>
                  <a:pt x="129000" y="120580"/>
                  <a:pt x="129334" y="120245"/>
                  <a:pt x="129456" y="120215"/>
                </a:cubicBezTo>
                <a:cubicBezTo>
                  <a:pt x="129577" y="120215"/>
                  <a:pt x="130215" y="120033"/>
                  <a:pt x="130337" y="119881"/>
                </a:cubicBezTo>
                <a:cubicBezTo>
                  <a:pt x="130428" y="119759"/>
                  <a:pt x="130641" y="119668"/>
                  <a:pt x="131036" y="119577"/>
                </a:cubicBezTo>
                <a:cubicBezTo>
                  <a:pt x="131127" y="119516"/>
                  <a:pt x="131279" y="119486"/>
                  <a:pt x="131431" y="119455"/>
                </a:cubicBezTo>
                <a:cubicBezTo>
                  <a:pt x="131918" y="119273"/>
                  <a:pt x="132677" y="118999"/>
                  <a:pt x="133012" y="118878"/>
                </a:cubicBezTo>
                <a:cubicBezTo>
                  <a:pt x="133407" y="118746"/>
                  <a:pt x="133689" y="118362"/>
                  <a:pt x="134113" y="118362"/>
                </a:cubicBezTo>
                <a:cubicBezTo>
                  <a:pt x="134178" y="118362"/>
                  <a:pt x="134246" y="118371"/>
                  <a:pt x="134319" y="118391"/>
                </a:cubicBezTo>
                <a:cubicBezTo>
                  <a:pt x="134836" y="118543"/>
                  <a:pt x="134957" y="118391"/>
                  <a:pt x="135565" y="118604"/>
                </a:cubicBezTo>
                <a:cubicBezTo>
                  <a:pt x="135687" y="118665"/>
                  <a:pt x="135808" y="118695"/>
                  <a:pt x="135869" y="118726"/>
                </a:cubicBezTo>
                <a:cubicBezTo>
                  <a:pt x="135960" y="118756"/>
                  <a:pt x="136021" y="118756"/>
                  <a:pt x="136143" y="118817"/>
                </a:cubicBezTo>
                <a:cubicBezTo>
                  <a:pt x="136203" y="118817"/>
                  <a:pt x="136264" y="118847"/>
                  <a:pt x="136325" y="118847"/>
                </a:cubicBezTo>
                <a:lnTo>
                  <a:pt x="136355" y="118847"/>
                </a:lnTo>
                <a:cubicBezTo>
                  <a:pt x="136416" y="118847"/>
                  <a:pt x="136447" y="118847"/>
                  <a:pt x="136477" y="118878"/>
                </a:cubicBezTo>
                <a:cubicBezTo>
                  <a:pt x="136666" y="118899"/>
                  <a:pt x="136854" y="118934"/>
                  <a:pt x="137023" y="118934"/>
                </a:cubicBezTo>
                <a:cubicBezTo>
                  <a:pt x="137099" y="118934"/>
                  <a:pt x="137171" y="118927"/>
                  <a:pt x="137237" y="118908"/>
                </a:cubicBezTo>
                <a:cubicBezTo>
                  <a:pt x="137784" y="118847"/>
                  <a:pt x="139243" y="118756"/>
                  <a:pt x="139334" y="118726"/>
                </a:cubicBezTo>
                <a:cubicBezTo>
                  <a:pt x="139395" y="118726"/>
                  <a:pt x="139942" y="118513"/>
                  <a:pt x="139760" y="118300"/>
                </a:cubicBezTo>
                <a:cubicBezTo>
                  <a:pt x="139547" y="118118"/>
                  <a:pt x="139182" y="117662"/>
                  <a:pt x="139456" y="117631"/>
                </a:cubicBezTo>
                <a:cubicBezTo>
                  <a:pt x="139699" y="117540"/>
                  <a:pt x="140155" y="117328"/>
                  <a:pt x="140155" y="117328"/>
                </a:cubicBezTo>
                <a:cubicBezTo>
                  <a:pt x="140155" y="117328"/>
                  <a:pt x="140224" y="117084"/>
                  <a:pt x="140337" y="117084"/>
                </a:cubicBezTo>
                <a:cubicBezTo>
                  <a:pt x="140374" y="117084"/>
                  <a:pt x="140414" y="117109"/>
                  <a:pt x="140459" y="117176"/>
                </a:cubicBezTo>
                <a:cubicBezTo>
                  <a:pt x="140672" y="117479"/>
                  <a:pt x="140702" y="117540"/>
                  <a:pt x="140975" y="117540"/>
                </a:cubicBezTo>
                <a:cubicBezTo>
                  <a:pt x="141007" y="117548"/>
                  <a:pt x="141040" y="117552"/>
                  <a:pt x="141072" y="117552"/>
                </a:cubicBezTo>
                <a:cubicBezTo>
                  <a:pt x="141221" y="117552"/>
                  <a:pt x="141374" y="117484"/>
                  <a:pt x="141507" y="117484"/>
                </a:cubicBezTo>
                <a:cubicBezTo>
                  <a:pt x="141568" y="117484"/>
                  <a:pt x="141625" y="117499"/>
                  <a:pt x="141675" y="117540"/>
                </a:cubicBezTo>
                <a:cubicBezTo>
                  <a:pt x="141887" y="117692"/>
                  <a:pt x="141979" y="117935"/>
                  <a:pt x="142070" y="118057"/>
                </a:cubicBezTo>
                <a:cubicBezTo>
                  <a:pt x="142131" y="118209"/>
                  <a:pt x="142374" y="118361"/>
                  <a:pt x="142708" y="118391"/>
                </a:cubicBezTo>
                <a:cubicBezTo>
                  <a:pt x="142750" y="118395"/>
                  <a:pt x="142793" y="118397"/>
                  <a:pt x="142837" y="118397"/>
                </a:cubicBezTo>
                <a:cubicBezTo>
                  <a:pt x="142970" y="118397"/>
                  <a:pt x="143110" y="118384"/>
                  <a:pt x="143244" y="118384"/>
                </a:cubicBezTo>
                <a:cubicBezTo>
                  <a:pt x="143422" y="118384"/>
                  <a:pt x="143590" y="118407"/>
                  <a:pt x="143711" y="118513"/>
                </a:cubicBezTo>
                <a:cubicBezTo>
                  <a:pt x="143893" y="118665"/>
                  <a:pt x="144076" y="118878"/>
                  <a:pt x="144197" y="119060"/>
                </a:cubicBezTo>
                <a:cubicBezTo>
                  <a:pt x="144319" y="119273"/>
                  <a:pt x="144623" y="119577"/>
                  <a:pt x="144805" y="119668"/>
                </a:cubicBezTo>
                <a:cubicBezTo>
                  <a:pt x="144988" y="119759"/>
                  <a:pt x="145626" y="119790"/>
                  <a:pt x="145626" y="119790"/>
                </a:cubicBezTo>
                <a:cubicBezTo>
                  <a:pt x="145626" y="119790"/>
                  <a:pt x="145827" y="119915"/>
                  <a:pt x="145955" y="119915"/>
                </a:cubicBezTo>
                <a:cubicBezTo>
                  <a:pt x="145968" y="119915"/>
                  <a:pt x="145980" y="119914"/>
                  <a:pt x="145991" y="119911"/>
                </a:cubicBezTo>
                <a:cubicBezTo>
                  <a:pt x="146011" y="119911"/>
                  <a:pt x="146037" y="119913"/>
                  <a:pt x="146068" y="119913"/>
                </a:cubicBezTo>
                <a:cubicBezTo>
                  <a:pt x="146177" y="119913"/>
                  <a:pt x="146342" y="119894"/>
                  <a:pt x="146508" y="119729"/>
                </a:cubicBezTo>
                <a:cubicBezTo>
                  <a:pt x="146751" y="119486"/>
                  <a:pt x="146994" y="119151"/>
                  <a:pt x="146994" y="119151"/>
                </a:cubicBezTo>
                <a:lnTo>
                  <a:pt x="147389" y="118908"/>
                </a:lnTo>
                <a:lnTo>
                  <a:pt x="147571" y="119182"/>
                </a:lnTo>
                <a:lnTo>
                  <a:pt x="147906" y="118878"/>
                </a:lnTo>
                <a:cubicBezTo>
                  <a:pt x="147906" y="118878"/>
                  <a:pt x="148422" y="118969"/>
                  <a:pt x="148453" y="119151"/>
                </a:cubicBezTo>
                <a:cubicBezTo>
                  <a:pt x="148483" y="119334"/>
                  <a:pt x="148818" y="119577"/>
                  <a:pt x="148939" y="119577"/>
                </a:cubicBezTo>
                <a:cubicBezTo>
                  <a:pt x="149091" y="119577"/>
                  <a:pt x="149486" y="119121"/>
                  <a:pt x="149547" y="118999"/>
                </a:cubicBezTo>
                <a:cubicBezTo>
                  <a:pt x="149669" y="118878"/>
                  <a:pt x="149790" y="118695"/>
                  <a:pt x="149669" y="118574"/>
                </a:cubicBezTo>
                <a:cubicBezTo>
                  <a:pt x="149547" y="118452"/>
                  <a:pt x="149274" y="118087"/>
                  <a:pt x="149334" y="117935"/>
                </a:cubicBezTo>
                <a:cubicBezTo>
                  <a:pt x="149362" y="117825"/>
                  <a:pt x="149490" y="117437"/>
                  <a:pt x="149719" y="117437"/>
                </a:cubicBezTo>
                <a:cubicBezTo>
                  <a:pt x="149742" y="117437"/>
                  <a:pt x="149766" y="117441"/>
                  <a:pt x="149790" y="117449"/>
                </a:cubicBezTo>
                <a:cubicBezTo>
                  <a:pt x="150094" y="117510"/>
                  <a:pt x="150307" y="117601"/>
                  <a:pt x="150337" y="117753"/>
                </a:cubicBezTo>
                <a:cubicBezTo>
                  <a:pt x="150398" y="117905"/>
                  <a:pt x="150733" y="118148"/>
                  <a:pt x="151006" y="118209"/>
                </a:cubicBezTo>
                <a:cubicBezTo>
                  <a:pt x="151087" y="118219"/>
                  <a:pt x="151209" y="118223"/>
                  <a:pt x="151335" y="118223"/>
                </a:cubicBezTo>
                <a:cubicBezTo>
                  <a:pt x="151587" y="118223"/>
                  <a:pt x="151857" y="118209"/>
                  <a:pt x="151857" y="118209"/>
                </a:cubicBezTo>
                <a:cubicBezTo>
                  <a:pt x="151857" y="118209"/>
                  <a:pt x="152465" y="118452"/>
                  <a:pt x="152526" y="118665"/>
                </a:cubicBezTo>
                <a:cubicBezTo>
                  <a:pt x="152556" y="118847"/>
                  <a:pt x="152587" y="119273"/>
                  <a:pt x="152587" y="119273"/>
                </a:cubicBezTo>
                <a:lnTo>
                  <a:pt x="152769" y="119486"/>
                </a:lnTo>
                <a:cubicBezTo>
                  <a:pt x="152769" y="119486"/>
                  <a:pt x="154076" y="118817"/>
                  <a:pt x="154046" y="118604"/>
                </a:cubicBezTo>
                <a:cubicBezTo>
                  <a:pt x="153985" y="118422"/>
                  <a:pt x="154258" y="118118"/>
                  <a:pt x="153954" y="117996"/>
                </a:cubicBezTo>
                <a:cubicBezTo>
                  <a:pt x="153620" y="117905"/>
                  <a:pt x="153225" y="117966"/>
                  <a:pt x="152708" y="117692"/>
                </a:cubicBezTo>
                <a:cubicBezTo>
                  <a:pt x="152161" y="117449"/>
                  <a:pt x="151492" y="117054"/>
                  <a:pt x="151401" y="117024"/>
                </a:cubicBezTo>
                <a:cubicBezTo>
                  <a:pt x="151340" y="116993"/>
                  <a:pt x="151158" y="116598"/>
                  <a:pt x="151158" y="116476"/>
                </a:cubicBezTo>
                <a:cubicBezTo>
                  <a:pt x="151158" y="116385"/>
                  <a:pt x="151158" y="116172"/>
                  <a:pt x="151310" y="115960"/>
                </a:cubicBezTo>
                <a:cubicBezTo>
                  <a:pt x="151462" y="115717"/>
                  <a:pt x="151614" y="115717"/>
                  <a:pt x="151705" y="115504"/>
                </a:cubicBezTo>
                <a:cubicBezTo>
                  <a:pt x="151827" y="115261"/>
                  <a:pt x="151948" y="115017"/>
                  <a:pt x="152161" y="114805"/>
                </a:cubicBezTo>
                <a:cubicBezTo>
                  <a:pt x="152374" y="114592"/>
                  <a:pt x="152739" y="114258"/>
                  <a:pt x="152678" y="114136"/>
                </a:cubicBezTo>
                <a:cubicBezTo>
                  <a:pt x="152587" y="114014"/>
                  <a:pt x="152404" y="113954"/>
                  <a:pt x="152313" y="113650"/>
                </a:cubicBezTo>
                <a:cubicBezTo>
                  <a:pt x="152235" y="113390"/>
                  <a:pt x="152268" y="113174"/>
                  <a:pt x="152109" y="113174"/>
                </a:cubicBezTo>
                <a:cubicBezTo>
                  <a:pt x="152081" y="113174"/>
                  <a:pt x="152049" y="113181"/>
                  <a:pt x="152009" y="113194"/>
                </a:cubicBezTo>
                <a:cubicBezTo>
                  <a:pt x="151766" y="113255"/>
                  <a:pt x="151006" y="113832"/>
                  <a:pt x="151006" y="113832"/>
                </a:cubicBezTo>
                <a:cubicBezTo>
                  <a:pt x="151006" y="113832"/>
                  <a:pt x="150733" y="114106"/>
                  <a:pt x="150702" y="114349"/>
                </a:cubicBezTo>
                <a:cubicBezTo>
                  <a:pt x="150641" y="114653"/>
                  <a:pt x="150459" y="114805"/>
                  <a:pt x="150459" y="114805"/>
                </a:cubicBezTo>
                <a:lnTo>
                  <a:pt x="149821" y="114714"/>
                </a:lnTo>
                <a:cubicBezTo>
                  <a:pt x="149821" y="114714"/>
                  <a:pt x="149783" y="114717"/>
                  <a:pt x="149737" y="114717"/>
                </a:cubicBezTo>
                <a:cubicBezTo>
                  <a:pt x="149645" y="114717"/>
                  <a:pt x="149517" y="114703"/>
                  <a:pt x="149577" y="114622"/>
                </a:cubicBezTo>
                <a:cubicBezTo>
                  <a:pt x="149699" y="114501"/>
                  <a:pt x="150003" y="114014"/>
                  <a:pt x="150003" y="114014"/>
                </a:cubicBezTo>
                <a:cubicBezTo>
                  <a:pt x="150003" y="114014"/>
                  <a:pt x="150003" y="113829"/>
                  <a:pt x="149879" y="113829"/>
                </a:cubicBezTo>
                <a:cubicBezTo>
                  <a:pt x="149871" y="113829"/>
                  <a:pt x="149861" y="113830"/>
                  <a:pt x="149851" y="113832"/>
                </a:cubicBezTo>
                <a:cubicBezTo>
                  <a:pt x="149841" y="113834"/>
                  <a:pt x="149830" y="113835"/>
                  <a:pt x="149819" y="113835"/>
                </a:cubicBezTo>
                <a:cubicBezTo>
                  <a:pt x="149727" y="113835"/>
                  <a:pt x="149623" y="113767"/>
                  <a:pt x="149494" y="113767"/>
                </a:cubicBezTo>
                <a:cubicBezTo>
                  <a:pt x="149419" y="113767"/>
                  <a:pt x="149337" y="113790"/>
                  <a:pt x="149243" y="113862"/>
                </a:cubicBezTo>
                <a:cubicBezTo>
                  <a:pt x="148970" y="114045"/>
                  <a:pt x="149061" y="114045"/>
                  <a:pt x="148757" y="114197"/>
                </a:cubicBezTo>
                <a:cubicBezTo>
                  <a:pt x="148453" y="114349"/>
                  <a:pt x="148422" y="114258"/>
                  <a:pt x="148118" y="114470"/>
                </a:cubicBezTo>
                <a:cubicBezTo>
                  <a:pt x="147927" y="114598"/>
                  <a:pt x="147602" y="114755"/>
                  <a:pt x="147372" y="114755"/>
                </a:cubicBezTo>
                <a:cubicBezTo>
                  <a:pt x="147273" y="114755"/>
                  <a:pt x="147192" y="114726"/>
                  <a:pt x="147146" y="114653"/>
                </a:cubicBezTo>
                <a:cubicBezTo>
                  <a:pt x="146994" y="114470"/>
                  <a:pt x="146751" y="114136"/>
                  <a:pt x="146751" y="113984"/>
                </a:cubicBezTo>
                <a:cubicBezTo>
                  <a:pt x="146690" y="113832"/>
                  <a:pt x="146903" y="113346"/>
                  <a:pt x="147055" y="113285"/>
                </a:cubicBezTo>
                <a:cubicBezTo>
                  <a:pt x="147207" y="113255"/>
                  <a:pt x="147663" y="113194"/>
                  <a:pt x="147693" y="113103"/>
                </a:cubicBezTo>
                <a:cubicBezTo>
                  <a:pt x="147721" y="113046"/>
                  <a:pt x="148068" y="112671"/>
                  <a:pt x="148188" y="112671"/>
                </a:cubicBezTo>
                <a:cubicBezTo>
                  <a:pt x="148196" y="112671"/>
                  <a:pt x="148204" y="112673"/>
                  <a:pt x="148210" y="112677"/>
                </a:cubicBezTo>
                <a:cubicBezTo>
                  <a:pt x="148331" y="112768"/>
                  <a:pt x="148514" y="112951"/>
                  <a:pt x="148818" y="113072"/>
                </a:cubicBezTo>
                <a:cubicBezTo>
                  <a:pt x="148949" y="113125"/>
                  <a:pt x="149075" y="113138"/>
                  <a:pt x="149195" y="113138"/>
                </a:cubicBezTo>
                <a:cubicBezTo>
                  <a:pt x="149308" y="113138"/>
                  <a:pt x="149416" y="113126"/>
                  <a:pt x="149519" y="113126"/>
                </a:cubicBezTo>
                <a:cubicBezTo>
                  <a:pt x="149560" y="113126"/>
                  <a:pt x="149599" y="113128"/>
                  <a:pt x="149638" y="113133"/>
                </a:cubicBezTo>
                <a:cubicBezTo>
                  <a:pt x="149790" y="113194"/>
                  <a:pt x="150155" y="113194"/>
                  <a:pt x="150337" y="113194"/>
                </a:cubicBezTo>
                <a:lnTo>
                  <a:pt x="150550" y="113194"/>
                </a:lnTo>
                <a:lnTo>
                  <a:pt x="151006" y="113285"/>
                </a:lnTo>
                <a:cubicBezTo>
                  <a:pt x="151006" y="113285"/>
                  <a:pt x="151523" y="112647"/>
                  <a:pt x="151827" y="112464"/>
                </a:cubicBezTo>
                <a:cubicBezTo>
                  <a:pt x="151827" y="112464"/>
                  <a:pt x="151857" y="112464"/>
                  <a:pt x="151857" y="112434"/>
                </a:cubicBezTo>
                <a:cubicBezTo>
                  <a:pt x="151948" y="112373"/>
                  <a:pt x="152070" y="112312"/>
                  <a:pt x="152222" y="112191"/>
                </a:cubicBezTo>
                <a:lnTo>
                  <a:pt x="152435" y="112069"/>
                </a:lnTo>
                <a:cubicBezTo>
                  <a:pt x="152465" y="112039"/>
                  <a:pt x="152556" y="112039"/>
                  <a:pt x="152587" y="112008"/>
                </a:cubicBezTo>
                <a:cubicBezTo>
                  <a:pt x="152617" y="111978"/>
                  <a:pt x="152708" y="111978"/>
                  <a:pt x="152739" y="111917"/>
                </a:cubicBezTo>
                <a:cubicBezTo>
                  <a:pt x="152830" y="111887"/>
                  <a:pt x="152921" y="111826"/>
                  <a:pt x="153012" y="111765"/>
                </a:cubicBezTo>
                <a:cubicBezTo>
                  <a:pt x="153347" y="111583"/>
                  <a:pt x="153620" y="111400"/>
                  <a:pt x="153620" y="111400"/>
                </a:cubicBezTo>
                <a:cubicBezTo>
                  <a:pt x="153620" y="111400"/>
                  <a:pt x="154106" y="111431"/>
                  <a:pt x="154350" y="111522"/>
                </a:cubicBezTo>
                <a:cubicBezTo>
                  <a:pt x="154522" y="111547"/>
                  <a:pt x="154734" y="111591"/>
                  <a:pt x="154921" y="111591"/>
                </a:cubicBezTo>
                <a:cubicBezTo>
                  <a:pt x="154965" y="111591"/>
                  <a:pt x="155008" y="111589"/>
                  <a:pt x="155049" y="111583"/>
                </a:cubicBezTo>
                <a:cubicBezTo>
                  <a:pt x="155322" y="111552"/>
                  <a:pt x="155717" y="111461"/>
                  <a:pt x="155748" y="111400"/>
                </a:cubicBezTo>
                <a:cubicBezTo>
                  <a:pt x="155778" y="111370"/>
                  <a:pt x="155778" y="111279"/>
                  <a:pt x="155869" y="111248"/>
                </a:cubicBezTo>
                <a:lnTo>
                  <a:pt x="155900" y="111218"/>
                </a:lnTo>
                <a:cubicBezTo>
                  <a:pt x="155930" y="111218"/>
                  <a:pt x="155930" y="111157"/>
                  <a:pt x="155961" y="111157"/>
                </a:cubicBezTo>
                <a:lnTo>
                  <a:pt x="156021" y="111157"/>
                </a:lnTo>
                <a:cubicBezTo>
                  <a:pt x="156173" y="111127"/>
                  <a:pt x="156356" y="111127"/>
                  <a:pt x="156356" y="111127"/>
                </a:cubicBezTo>
                <a:cubicBezTo>
                  <a:pt x="156356" y="111127"/>
                  <a:pt x="156538" y="111279"/>
                  <a:pt x="156720" y="111279"/>
                </a:cubicBezTo>
                <a:cubicBezTo>
                  <a:pt x="156933" y="111248"/>
                  <a:pt x="157420" y="111066"/>
                  <a:pt x="157268" y="110853"/>
                </a:cubicBezTo>
                <a:cubicBezTo>
                  <a:pt x="157116" y="110671"/>
                  <a:pt x="156964" y="110458"/>
                  <a:pt x="156933" y="110306"/>
                </a:cubicBezTo>
                <a:cubicBezTo>
                  <a:pt x="156872" y="110154"/>
                  <a:pt x="156842" y="109729"/>
                  <a:pt x="156933" y="109485"/>
                </a:cubicBezTo>
                <a:cubicBezTo>
                  <a:pt x="156964" y="109303"/>
                  <a:pt x="157268" y="108878"/>
                  <a:pt x="157268" y="108878"/>
                </a:cubicBezTo>
                <a:cubicBezTo>
                  <a:pt x="157268" y="108878"/>
                  <a:pt x="157572" y="109121"/>
                  <a:pt x="157572" y="109303"/>
                </a:cubicBezTo>
                <a:cubicBezTo>
                  <a:pt x="157602" y="109485"/>
                  <a:pt x="157724" y="109881"/>
                  <a:pt x="157784" y="110154"/>
                </a:cubicBezTo>
                <a:cubicBezTo>
                  <a:pt x="157876" y="110397"/>
                  <a:pt x="158362" y="110944"/>
                  <a:pt x="158362" y="110944"/>
                </a:cubicBezTo>
                <a:lnTo>
                  <a:pt x="158757" y="111127"/>
                </a:lnTo>
                <a:cubicBezTo>
                  <a:pt x="158757" y="111127"/>
                  <a:pt x="158987" y="111160"/>
                  <a:pt x="159177" y="111160"/>
                </a:cubicBezTo>
                <a:cubicBezTo>
                  <a:pt x="159304" y="111160"/>
                  <a:pt x="159414" y="111145"/>
                  <a:pt x="159426" y="111096"/>
                </a:cubicBezTo>
                <a:cubicBezTo>
                  <a:pt x="159456" y="110975"/>
                  <a:pt x="159608" y="110640"/>
                  <a:pt x="159608" y="110640"/>
                </a:cubicBezTo>
                <a:cubicBezTo>
                  <a:pt x="159608" y="110640"/>
                  <a:pt x="159730" y="110519"/>
                  <a:pt x="159821" y="110489"/>
                </a:cubicBezTo>
                <a:cubicBezTo>
                  <a:pt x="159882" y="110489"/>
                  <a:pt x="159912" y="110762"/>
                  <a:pt x="160003" y="110762"/>
                </a:cubicBezTo>
                <a:cubicBezTo>
                  <a:pt x="160034" y="110762"/>
                  <a:pt x="160087" y="110777"/>
                  <a:pt x="160151" y="110777"/>
                </a:cubicBezTo>
                <a:cubicBezTo>
                  <a:pt x="160216" y="110777"/>
                  <a:pt x="160292" y="110762"/>
                  <a:pt x="160368" y="110701"/>
                </a:cubicBezTo>
                <a:cubicBezTo>
                  <a:pt x="160520" y="110549"/>
                  <a:pt x="160793" y="110519"/>
                  <a:pt x="160824" y="110367"/>
                </a:cubicBezTo>
                <a:cubicBezTo>
                  <a:pt x="160885" y="110215"/>
                  <a:pt x="161067" y="109850"/>
                  <a:pt x="161067" y="109850"/>
                </a:cubicBezTo>
                <a:lnTo>
                  <a:pt x="161341" y="109546"/>
                </a:lnTo>
                <a:lnTo>
                  <a:pt x="161979" y="109425"/>
                </a:lnTo>
                <a:lnTo>
                  <a:pt x="161705" y="110033"/>
                </a:lnTo>
                <a:cubicBezTo>
                  <a:pt x="161705" y="110033"/>
                  <a:pt x="162040" y="109941"/>
                  <a:pt x="162192" y="109911"/>
                </a:cubicBezTo>
                <a:cubicBezTo>
                  <a:pt x="162344" y="109881"/>
                  <a:pt x="162800" y="109729"/>
                  <a:pt x="162891" y="109729"/>
                </a:cubicBezTo>
                <a:cubicBezTo>
                  <a:pt x="162952" y="109729"/>
                  <a:pt x="163620" y="109546"/>
                  <a:pt x="163772" y="109333"/>
                </a:cubicBezTo>
                <a:cubicBezTo>
                  <a:pt x="163924" y="109151"/>
                  <a:pt x="164107" y="108999"/>
                  <a:pt x="164380" y="108878"/>
                </a:cubicBezTo>
                <a:lnTo>
                  <a:pt x="164927" y="108695"/>
                </a:lnTo>
                <a:lnTo>
                  <a:pt x="164684" y="109182"/>
                </a:lnTo>
                <a:cubicBezTo>
                  <a:pt x="164684" y="109182"/>
                  <a:pt x="164897" y="109333"/>
                  <a:pt x="165140" y="109333"/>
                </a:cubicBezTo>
                <a:cubicBezTo>
                  <a:pt x="165201" y="109349"/>
                  <a:pt x="165260" y="109354"/>
                  <a:pt x="165317" y="109354"/>
                </a:cubicBezTo>
                <a:cubicBezTo>
                  <a:pt x="165490" y="109354"/>
                  <a:pt x="165649" y="109303"/>
                  <a:pt x="165809" y="109303"/>
                </a:cubicBezTo>
                <a:cubicBezTo>
                  <a:pt x="166052" y="109303"/>
                  <a:pt x="166447" y="109394"/>
                  <a:pt x="166508" y="109455"/>
                </a:cubicBezTo>
                <a:cubicBezTo>
                  <a:pt x="166538" y="109546"/>
                  <a:pt x="166660" y="109637"/>
                  <a:pt x="166842" y="109637"/>
                </a:cubicBezTo>
                <a:lnTo>
                  <a:pt x="166903" y="109637"/>
                </a:lnTo>
                <a:cubicBezTo>
                  <a:pt x="167025" y="109698"/>
                  <a:pt x="167116" y="109789"/>
                  <a:pt x="167207" y="109850"/>
                </a:cubicBezTo>
                <a:lnTo>
                  <a:pt x="167268" y="109881"/>
                </a:lnTo>
                <a:cubicBezTo>
                  <a:pt x="167311" y="109924"/>
                  <a:pt x="167369" y="109967"/>
                  <a:pt x="167410" y="109967"/>
                </a:cubicBezTo>
                <a:cubicBezTo>
                  <a:pt x="167427" y="109967"/>
                  <a:pt x="167441" y="109959"/>
                  <a:pt x="167450" y="109941"/>
                </a:cubicBezTo>
                <a:cubicBezTo>
                  <a:pt x="167602" y="109911"/>
                  <a:pt x="167602" y="109698"/>
                  <a:pt x="167754" y="109577"/>
                </a:cubicBezTo>
                <a:cubicBezTo>
                  <a:pt x="167827" y="109503"/>
                  <a:pt x="167912" y="109430"/>
                  <a:pt x="168007" y="109430"/>
                </a:cubicBezTo>
                <a:cubicBezTo>
                  <a:pt x="168070" y="109430"/>
                  <a:pt x="168138" y="109462"/>
                  <a:pt x="168210" y="109546"/>
                </a:cubicBezTo>
                <a:cubicBezTo>
                  <a:pt x="168392" y="109729"/>
                  <a:pt x="168818" y="109729"/>
                  <a:pt x="168818" y="109729"/>
                </a:cubicBezTo>
                <a:cubicBezTo>
                  <a:pt x="168818" y="109729"/>
                  <a:pt x="168848" y="109789"/>
                  <a:pt x="168848" y="109941"/>
                </a:cubicBezTo>
                <a:cubicBezTo>
                  <a:pt x="168848" y="110093"/>
                  <a:pt x="168940" y="110033"/>
                  <a:pt x="168879" y="110215"/>
                </a:cubicBezTo>
                <a:cubicBezTo>
                  <a:pt x="168848" y="110367"/>
                  <a:pt x="169730" y="110610"/>
                  <a:pt x="169791" y="110701"/>
                </a:cubicBezTo>
                <a:cubicBezTo>
                  <a:pt x="169912" y="110823"/>
                  <a:pt x="170399" y="111157"/>
                  <a:pt x="170399" y="111157"/>
                </a:cubicBezTo>
                <a:cubicBezTo>
                  <a:pt x="170399" y="111157"/>
                  <a:pt x="170459" y="111522"/>
                  <a:pt x="170307" y="111552"/>
                </a:cubicBezTo>
                <a:cubicBezTo>
                  <a:pt x="170169" y="111552"/>
                  <a:pt x="169956" y="111301"/>
                  <a:pt x="169827" y="111301"/>
                </a:cubicBezTo>
                <a:cubicBezTo>
                  <a:pt x="169814" y="111301"/>
                  <a:pt x="169802" y="111304"/>
                  <a:pt x="169791" y="111309"/>
                </a:cubicBezTo>
                <a:cubicBezTo>
                  <a:pt x="169639" y="111400"/>
                  <a:pt x="169547" y="111552"/>
                  <a:pt x="169608" y="111735"/>
                </a:cubicBezTo>
                <a:cubicBezTo>
                  <a:pt x="169692" y="111901"/>
                  <a:pt x="169851" y="112043"/>
                  <a:pt x="170040" y="112043"/>
                </a:cubicBezTo>
                <a:cubicBezTo>
                  <a:pt x="170058" y="112043"/>
                  <a:pt x="170076" y="112041"/>
                  <a:pt x="170095" y="112039"/>
                </a:cubicBezTo>
                <a:cubicBezTo>
                  <a:pt x="170338" y="112008"/>
                  <a:pt x="170794" y="111735"/>
                  <a:pt x="170794" y="111735"/>
                </a:cubicBezTo>
                <a:cubicBezTo>
                  <a:pt x="170794" y="111735"/>
                  <a:pt x="171219" y="111461"/>
                  <a:pt x="171310" y="111400"/>
                </a:cubicBezTo>
                <a:cubicBezTo>
                  <a:pt x="171432" y="111279"/>
                  <a:pt x="171827" y="111096"/>
                  <a:pt x="171827" y="111096"/>
                </a:cubicBezTo>
                <a:lnTo>
                  <a:pt x="172435" y="110853"/>
                </a:lnTo>
                <a:lnTo>
                  <a:pt x="173256" y="110033"/>
                </a:lnTo>
                <a:cubicBezTo>
                  <a:pt x="173377" y="109911"/>
                  <a:pt x="174137" y="109911"/>
                  <a:pt x="174168" y="109789"/>
                </a:cubicBezTo>
                <a:cubicBezTo>
                  <a:pt x="174259" y="109698"/>
                  <a:pt x="174350" y="109425"/>
                  <a:pt x="174320" y="109333"/>
                </a:cubicBezTo>
                <a:cubicBezTo>
                  <a:pt x="174320" y="109273"/>
                  <a:pt x="173985" y="108969"/>
                  <a:pt x="174350" y="108817"/>
                </a:cubicBezTo>
                <a:cubicBezTo>
                  <a:pt x="174745" y="108665"/>
                  <a:pt x="175414" y="108422"/>
                  <a:pt x="175535" y="108422"/>
                </a:cubicBezTo>
                <a:cubicBezTo>
                  <a:pt x="175657" y="108422"/>
                  <a:pt x="176265" y="108513"/>
                  <a:pt x="176630" y="108634"/>
                </a:cubicBezTo>
                <a:cubicBezTo>
                  <a:pt x="177055" y="108726"/>
                  <a:pt x="177815" y="108878"/>
                  <a:pt x="178119" y="109151"/>
                </a:cubicBezTo>
                <a:cubicBezTo>
                  <a:pt x="178423" y="109394"/>
                  <a:pt x="178545" y="109455"/>
                  <a:pt x="178818" y="109759"/>
                </a:cubicBezTo>
                <a:cubicBezTo>
                  <a:pt x="179061" y="110063"/>
                  <a:pt x="179183" y="110063"/>
                  <a:pt x="179456" y="110306"/>
                </a:cubicBezTo>
                <a:cubicBezTo>
                  <a:pt x="179730" y="110519"/>
                  <a:pt x="179943" y="110640"/>
                  <a:pt x="180277" y="110792"/>
                </a:cubicBezTo>
                <a:cubicBezTo>
                  <a:pt x="180642" y="110944"/>
                  <a:pt x="181007" y="111279"/>
                  <a:pt x="181037" y="111431"/>
                </a:cubicBezTo>
                <a:cubicBezTo>
                  <a:pt x="181098" y="111583"/>
                  <a:pt x="181250" y="111826"/>
                  <a:pt x="181311" y="111856"/>
                </a:cubicBezTo>
                <a:lnTo>
                  <a:pt x="181736" y="111856"/>
                </a:lnTo>
                <a:lnTo>
                  <a:pt x="181858" y="111613"/>
                </a:lnTo>
                <a:lnTo>
                  <a:pt x="182405" y="111552"/>
                </a:lnTo>
                <a:cubicBezTo>
                  <a:pt x="182405" y="111552"/>
                  <a:pt x="182770" y="112160"/>
                  <a:pt x="182830" y="112282"/>
                </a:cubicBezTo>
                <a:cubicBezTo>
                  <a:pt x="182861" y="112343"/>
                  <a:pt x="183165" y="112464"/>
                  <a:pt x="183377" y="112799"/>
                </a:cubicBezTo>
                <a:cubicBezTo>
                  <a:pt x="183560" y="113194"/>
                  <a:pt x="183742" y="113680"/>
                  <a:pt x="183864" y="113954"/>
                </a:cubicBezTo>
                <a:cubicBezTo>
                  <a:pt x="183925" y="114197"/>
                  <a:pt x="183925" y="114288"/>
                  <a:pt x="183985" y="114774"/>
                </a:cubicBezTo>
                <a:cubicBezTo>
                  <a:pt x="184016" y="115261"/>
                  <a:pt x="184137" y="115565"/>
                  <a:pt x="184016" y="116081"/>
                </a:cubicBezTo>
                <a:cubicBezTo>
                  <a:pt x="183894" y="116568"/>
                  <a:pt x="183773" y="117206"/>
                  <a:pt x="183773" y="117358"/>
                </a:cubicBezTo>
                <a:cubicBezTo>
                  <a:pt x="183773" y="117510"/>
                  <a:pt x="184137" y="118148"/>
                  <a:pt x="184320" y="118361"/>
                </a:cubicBezTo>
                <a:cubicBezTo>
                  <a:pt x="184463" y="118533"/>
                  <a:pt x="184768" y="118974"/>
                  <a:pt x="184955" y="118974"/>
                </a:cubicBezTo>
                <a:cubicBezTo>
                  <a:pt x="184967" y="118974"/>
                  <a:pt x="184978" y="118972"/>
                  <a:pt x="184988" y="118969"/>
                </a:cubicBezTo>
                <a:cubicBezTo>
                  <a:pt x="185232" y="118878"/>
                  <a:pt x="185444" y="118665"/>
                  <a:pt x="185292" y="118513"/>
                </a:cubicBezTo>
                <a:cubicBezTo>
                  <a:pt x="185201" y="118361"/>
                  <a:pt x="185201" y="118118"/>
                  <a:pt x="184928" y="117814"/>
                </a:cubicBezTo>
                <a:cubicBezTo>
                  <a:pt x="184654" y="117510"/>
                  <a:pt x="184381" y="117510"/>
                  <a:pt x="184624" y="117328"/>
                </a:cubicBezTo>
                <a:cubicBezTo>
                  <a:pt x="184751" y="117200"/>
                  <a:pt x="185027" y="117043"/>
                  <a:pt x="185203" y="117043"/>
                </a:cubicBezTo>
                <a:cubicBezTo>
                  <a:pt x="185278" y="117043"/>
                  <a:pt x="185335" y="117072"/>
                  <a:pt x="185353" y="117145"/>
                </a:cubicBezTo>
                <a:cubicBezTo>
                  <a:pt x="185414" y="117388"/>
                  <a:pt x="185080" y="117631"/>
                  <a:pt x="185536" y="117662"/>
                </a:cubicBezTo>
                <a:cubicBezTo>
                  <a:pt x="185557" y="117663"/>
                  <a:pt x="185578" y="117664"/>
                  <a:pt x="185599" y="117664"/>
                </a:cubicBezTo>
                <a:cubicBezTo>
                  <a:pt x="186011" y="117664"/>
                  <a:pt x="186204" y="117388"/>
                  <a:pt x="186204" y="117388"/>
                </a:cubicBezTo>
                <a:cubicBezTo>
                  <a:pt x="186204" y="117388"/>
                  <a:pt x="186478" y="117388"/>
                  <a:pt x="186295" y="117844"/>
                </a:cubicBezTo>
                <a:cubicBezTo>
                  <a:pt x="186052" y="118300"/>
                  <a:pt x="185870" y="118452"/>
                  <a:pt x="185900" y="118756"/>
                </a:cubicBezTo>
                <a:cubicBezTo>
                  <a:pt x="185961" y="119060"/>
                  <a:pt x="185748" y="119425"/>
                  <a:pt x="185748" y="119425"/>
                </a:cubicBezTo>
                <a:cubicBezTo>
                  <a:pt x="185748" y="119425"/>
                  <a:pt x="185384" y="119638"/>
                  <a:pt x="185505" y="119820"/>
                </a:cubicBezTo>
                <a:cubicBezTo>
                  <a:pt x="185596" y="120063"/>
                  <a:pt x="185718" y="120185"/>
                  <a:pt x="185870" y="120367"/>
                </a:cubicBezTo>
                <a:cubicBezTo>
                  <a:pt x="186022" y="120549"/>
                  <a:pt x="186295" y="120610"/>
                  <a:pt x="186508" y="120853"/>
                </a:cubicBezTo>
                <a:cubicBezTo>
                  <a:pt x="186751" y="121097"/>
                  <a:pt x="186569" y="121431"/>
                  <a:pt x="186934" y="122008"/>
                </a:cubicBezTo>
                <a:cubicBezTo>
                  <a:pt x="187329" y="122525"/>
                  <a:pt x="187481" y="122525"/>
                  <a:pt x="187663" y="122556"/>
                </a:cubicBezTo>
                <a:cubicBezTo>
                  <a:pt x="187846" y="122616"/>
                  <a:pt x="188545" y="122708"/>
                  <a:pt x="188545" y="122708"/>
                </a:cubicBezTo>
                <a:cubicBezTo>
                  <a:pt x="188545" y="122708"/>
                  <a:pt x="188461" y="122402"/>
                  <a:pt x="188693" y="122402"/>
                </a:cubicBezTo>
                <a:cubicBezTo>
                  <a:pt x="188704" y="122402"/>
                  <a:pt x="188715" y="122402"/>
                  <a:pt x="188727" y="122404"/>
                </a:cubicBezTo>
                <a:cubicBezTo>
                  <a:pt x="189001" y="122464"/>
                  <a:pt x="189335" y="122556"/>
                  <a:pt x="189396" y="122860"/>
                </a:cubicBezTo>
                <a:cubicBezTo>
                  <a:pt x="189517" y="123163"/>
                  <a:pt x="189517" y="123255"/>
                  <a:pt x="189639" y="123619"/>
                </a:cubicBezTo>
                <a:cubicBezTo>
                  <a:pt x="189761" y="124015"/>
                  <a:pt x="189639" y="124106"/>
                  <a:pt x="190095" y="124349"/>
                </a:cubicBezTo>
                <a:cubicBezTo>
                  <a:pt x="190242" y="124437"/>
                  <a:pt x="190349" y="124456"/>
                  <a:pt x="190438" y="124456"/>
                </a:cubicBezTo>
                <a:cubicBezTo>
                  <a:pt x="190503" y="124456"/>
                  <a:pt x="190558" y="124446"/>
                  <a:pt x="190615" y="124446"/>
                </a:cubicBezTo>
                <a:cubicBezTo>
                  <a:pt x="190722" y="124446"/>
                  <a:pt x="190832" y="124481"/>
                  <a:pt x="191007" y="124683"/>
                </a:cubicBezTo>
                <a:cubicBezTo>
                  <a:pt x="191372" y="125139"/>
                  <a:pt x="191736" y="125777"/>
                  <a:pt x="191767" y="125990"/>
                </a:cubicBezTo>
                <a:cubicBezTo>
                  <a:pt x="191797" y="126203"/>
                  <a:pt x="191463" y="126385"/>
                  <a:pt x="192040" y="126537"/>
                </a:cubicBezTo>
                <a:cubicBezTo>
                  <a:pt x="192349" y="126657"/>
                  <a:pt x="192619" y="126671"/>
                  <a:pt x="192839" y="126671"/>
                </a:cubicBezTo>
                <a:cubicBezTo>
                  <a:pt x="192904" y="126671"/>
                  <a:pt x="192965" y="126670"/>
                  <a:pt x="193021" y="126670"/>
                </a:cubicBezTo>
                <a:cubicBezTo>
                  <a:pt x="193112" y="126670"/>
                  <a:pt x="193191" y="126673"/>
                  <a:pt x="193256" y="126689"/>
                </a:cubicBezTo>
                <a:cubicBezTo>
                  <a:pt x="193438" y="126781"/>
                  <a:pt x="194016" y="127085"/>
                  <a:pt x="194198" y="127236"/>
                </a:cubicBezTo>
                <a:cubicBezTo>
                  <a:pt x="194381" y="127388"/>
                  <a:pt x="194867" y="127905"/>
                  <a:pt x="195141" y="128148"/>
                </a:cubicBezTo>
                <a:cubicBezTo>
                  <a:pt x="195414" y="128361"/>
                  <a:pt x="195566" y="128452"/>
                  <a:pt x="195779" y="128513"/>
                </a:cubicBezTo>
                <a:cubicBezTo>
                  <a:pt x="196022" y="128604"/>
                  <a:pt x="196478" y="128604"/>
                  <a:pt x="196478" y="128604"/>
                </a:cubicBezTo>
                <a:cubicBezTo>
                  <a:pt x="196478" y="128604"/>
                  <a:pt x="196752" y="129030"/>
                  <a:pt x="196752" y="129091"/>
                </a:cubicBezTo>
                <a:cubicBezTo>
                  <a:pt x="196752" y="129182"/>
                  <a:pt x="195901" y="129334"/>
                  <a:pt x="195901" y="129334"/>
                </a:cubicBezTo>
                <a:lnTo>
                  <a:pt x="195992" y="129790"/>
                </a:lnTo>
                <a:cubicBezTo>
                  <a:pt x="195992" y="129790"/>
                  <a:pt x="196387" y="129790"/>
                  <a:pt x="196600" y="129729"/>
                </a:cubicBezTo>
                <a:cubicBezTo>
                  <a:pt x="196782" y="129699"/>
                  <a:pt x="197056" y="129425"/>
                  <a:pt x="197056" y="129425"/>
                </a:cubicBezTo>
                <a:cubicBezTo>
                  <a:pt x="197056" y="129425"/>
                  <a:pt x="197238" y="129334"/>
                  <a:pt x="197542" y="129243"/>
                </a:cubicBezTo>
                <a:cubicBezTo>
                  <a:pt x="197846" y="129121"/>
                  <a:pt x="198423" y="128665"/>
                  <a:pt x="198606" y="128665"/>
                </a:cubicBezTo>
                <a:cubicBezTo>
                  <a:pt x="198788" y="128635"/>
                  <a:pt x="199335" y="128300"/>
                  <a:pt x="199366" y="128148"/>
                </a:cubicBezTo>
                <a:cubicBezTo>
                  <a:pt x="199396" y="127996"/>
                  <a:pt x="199487" y="127662"/>
                  <a:pt x="199487" y="127540"/>
                </a:cubicBezTo>
                <a:cubicBezTo>
                  <a:pt x="199487" y="127419"/>
                  <a:pt x="199244" y="127206"/>
                  <a:pt x="199183" y="126811"/>
                </a:cubicBezTo>
                <a:cubicBezTo>
                  <a:pt x="199092" y="126477"/>
                  <a:pt x="199031" y="125777"/>
                  <a:pt x="199062" y="125626"/>
                </a:cubicBezTo>
                <a:cubicBezTo>
                  <a:pt x="199092" y="125474"/>
                  <a:pt x="199426" y="125109"/>
                  <a:pt x="199518" y="125078"/>
                </a:cubicBezTo>
                <a:cubicBezTo>
                  <a:pt x="199578" y="125018"/>
                  <a:pt x="199943" y="124926"/>
                  <a:pt x="199852" y="124714"/>
                </a:cubicBezTo>
                <a:cubicBezTo>
                  <a:pt x="199822" y="124562"/>
                  <a:pt x="199730" y="124167"/>
                  <a:pt x="199487" y="123893"/>
                </a:cubicBezTo>
                <a:cubicBezTo>
                  <a:pt x="199214" y="123619"/>
                  <a:pt x="199062" y="123407"/>
                  <a:pt x="199062" y="123407"/>
                </a:cubicBezTo>
                <a:cubicBezTo>
                  <a:pt x="199062" y="123407"/>
                  <a:pt x="198970" y="123163"/>
                  <a:pt x="198970" y="122890"/>
                </a:cubicBezTo>
                <a:cubicBezTo>
                  <a:pt x="198970" y="122647"/>
                  <a:pt x="199031" y="121370"/>
                  <a:pt x="198910" y="121005"/>
                </a:cubicBezTo>
                <a:cubicBezTo>
                  <a:pt x="198788" y="120610"/>
                  <a:pt x="198059" y="118726"/>
                  <a:pt x="197542" y="118118"/>
                </a:cubicBezTo>
                <a:cubicBezTo>
                  <a:pt x="196995" y="117510"/>
                  <a:pt x="196812" y="117875"/>
                  <a:pt x="196478" y="117115"/>
                </a:cubicBezTo>
                <a:cubicBezTo>
                  <a:pt x="196083" y="116416"/>
                  <a:pt x="196600" y="116902"/>
                  <a:pt x="195597" y="115686"/>
                </a:cubicBezTo>
                <a:cubicBezTo>
                  <a:pt x="194624" y="114501"/>
                  <a:pt x="194472" y="114349"/>
                  <a:pt x="194320" y="114197"/>
                </a:cubicBezTo>
                <a:cubicBezTo>
                  <a:pt x="194168" y="114014"/>
                  <a:pt x="194016" y="113528"/>
                  <a:pt x="194016" y="113406"/>
                </a:cubicBezTo>
                <a:cubicBezTo>
                  <a:pt x="194016" y="113285"/>
                  <a:pt x="193651" y="113285"/>
                  <a:pt x="193773" y="112920"/>
                </a:cubicBezTo>
                <a:cubicBezTo>
                  <a:pt x="193894" y="112555"/>
                  <a:pt x="194107" y="112008"/>
                  <a:pt x="193955" y="111887"/>
                </a:cubicBezTo>
                <a:cubicBezTo>
                  <a:pt x="193864" y="111765"/>
                  <a:pt x="193408" y="111644"/>
                  <a:pt x="193195" y="111431"/>
                </a:cubicBezTo>
                <a:cubicBezTo>
                  <a:pt x="193013" y="111248"/>
                  <a:pt x="191888" y="109911"/>
                  <a:pt x="191888" y="109911"/>
                </a:cubicBezTo>
                <a:cubicBezTo>
                  <a:pt x="191888" y="109911"/>
                  <a:pt x="191372" y="109911"/>
                  <a:pt x="191037" y="109577"/>
                </a:cubicBezTo>
                <a:cubicBezTo>
                  <a:pt x="190703" y="109212"/>
                  <a:pt x="189487" y="107905"/>
                  <a:pt x="189213" y="107510"/>
                </a:cubicBezTo>
                <a:cubicBezTo>
                  <a:pt x="188940" y="107145"/>
                  <a:pt x="188271" y="106081"/>
                  <a:pt x="188241" y="105808"/>
                </a:cubicBezTo>
                <a:cubicBezTo>
                  <a:pt x="188150" y="105504"/>
                  <a:pt x="187633" y="104470"/>
                  <a:pt x="187542" y="104288"/>
                </a:cubicBezTo>
                <a:cubicBezTo>
                  <a:pt x="187481" y="104105"/>
                  <a:pt x="186812" y="103346"/>
                  <a:pt x="186660" y="103072"/>
                </a:cubicBezTo>
                <a:cubicBezTo>
                  <a:pt x="186599" y="102890"/>
                  <a:pt x="186295" y="102130"/>
                  <a:pt x="186174" y="101735"/>
                </a:cubicBezTo>
                <a:cubicBezTo>
                  <a:pt x="186144" y="101583"/>
                  <a:pt x="186113" y="101522"/>
                  <a:pt x="186113" y="101522"/>
                </a:cubicBezTo>
                <a:lnTo>
                  <a:pt x="186022" y="101370"/>
                </a:lnTo>
                <a:cubicBezTo>
                  <a:pt x="186022" y="101309"/>
                  <a:pt x="185992" y="101279"/>
                  <a:pt x="185992" y="101279"/>
                </a:cubicBezTo>
                <a:lnTo>
                  <a:pt x="185992" y="101248"/>
                </a:lnTo>
                <a:cubicBezTo>
                  <a:pt x="185870" y="100914"/>
                  <a:pt x="185688" y="100306"/>
                  <a:pt x="185718" y="99880"/>
                </a:cubicBezTo>
                <a:cubicBezTo>
                  <a:pt x="185748" y="99242"/>
                  <a:pt x="185596" y="98999"/>
                  <a:pt x="185900" y="97905"/>
                </a:cubicBezTo>
                <a:cubicBezTo>
                  <a:pt x="186204" y="96750"/>
                  <a:pt x="186295" y="96142"/>
                  <a:pt x="186478" y="95686"/>
                </a:cubicBezTo>
                <a:cubicBezTo>
                  <a:pt x="186630" y="95230"/>
                  <a:pt x="186782" y="94835"/>
                  <a:pt x="186903" y="94774"/>
                </a:cubicBezTo>
                <a:cubicBezTo>
                  <a:pt x="187025" y="94744"/>
                  <a:pt x="187511" y="94592"/>
                  <a:pt x="187420" y="94531"/>
                </a:cubicBezTo>
                <a:cubicBezTo>
                  <a:pt x="187359" y="94440"/>
                  <a:pt x="187268" y="94318"/>
                  <a:pt x="187086" y="94288"/>
                </a:cubicBezTo>
                <a:cubicBezTo>
                  <a:pt x="186934" y="94257"/>
                  <a:pt x="186812" y="94318"/>
                  <a:pt x="186873" y="94166"/>
                </a:cubicBezTo>
                <a:cubicBezTo>
                  <a:pt x="186873" y="94136"/>
                  <a:pt x="186903" y="94075"/>
                  <a:pt x="186964" y="94014"/>
                </a:cubicBezTo>
                <a:cubicBezTo>
                  <a:pt x="187207" y="93649"/>
                  <a:pt x="187420" y="93345"/>
                  <a:pt x="187420" y="93254"/>
                </a:cubicBezTo>
                <a:cubicBezTo>
                  <a:pt x="187420" y="93193"/>
                  <a:pt x="187329" y="92920"/>
                  <a:pt x="187268" y="92738"/>
                </a:cubicBezTo>
                <a:cubicBezTo>
                  <a:pt x="187238" y="92555"/>
                  <a:pt x="187633" y="92434"/>
                  <a:pt x="187633" y="92434"/>
                </a:cubicBezTo>
                <a:cubicBezTo>
                  <a:pt x="187633" y="92434"/>
                  <a:pt x="187846" y="92130"/>
                  <a:pt x="187967" y="91856"/>
                </a:cubicBezTo>
                <a:cubicBezTo>
                  <a:pt x="187998" y="91826"/>
                  <a:pt x="187998" y="91795"/>
                  <a:pt x="187998" y="91734"/>
                </a:cubicBezTo>
                <a:cubicBezTo>
                  <a:pt x="187998" y="91704"/>
                  <a:pt x="188028" y="91674"/>
                  <a:pt x="188028" y="91643"/>
                </a:cubicBezTo>
                <a:cubicBezTo>
                  <a:pt x="188089" y="91582"/>
                  <a:pt x="188089" y="91552"/>
                  <a:pt x="188119" y="91522"/>
                </a:cubicBezTo>
                <a:lnTo>
                  <a:pt x="188119" y="91491"/>
                </a:lnTo>
                <a:lnTo>
                  <a:pt x="188119" y="91430"/>
                </a:lnTo>
                <a:cubicBezTo>
                  <a:pt x="188150" y="91370"/>
                  <a:pt x="188150" y="91339"/>
                  <a:pt x="188150" y="91339"/>
                </a:cubicBezTo>
                <a:cubicBezTo>
                  <a:pt x="188150" y="91339"/>
                  <a:pt x="189061" y="90640"/>
                  <a:pt x="189153" y="90458"/>
                </a:cubicBezTo>
                <a:cubicBezTo>
                  <a:pt x="189213" y="90275"/>
                  <a:pt x="190156" y="89698"/>
                  <a:pt x="190125" y="89394"/>
                </a:cubicBezTo>
                <a:cubicBezTo>
                  <a:pt x="190095" y="89060"/>
                  <a:pt x="190551" y="88816"/>
                  <a:pt x="190824" y="88482"/>
                </a:cubicBezTo>
                <a:cubicBezTo>
                  <a:pt x="191037" y="88178"/>
                  <a:pt x="191645" y="87297"/>
                  <a:pt x="191645" y="87175"/>
                </a:cubicBezTo>
                <a:cubicBezTo>
                  <a:pt x="191645" y="87084"/>
                  <a:pt x="191979" y="86932"/>
                  <a:pt x="192071" y="86841"/>
                </a:cubicBezTo>
                <a:cubicBezTo>
                  <a:pt x="192131" y="86780"/>
                  <a:pt x="192496" y="86506"/>
                  <a:pt x="192405" y="86081"/>
                </a:cubicBezTo>
                <a:cubicBezTo>
                  <a:pt x="192344" y="85625"/>
                  <a:pt x="192223" y="85716"/>
                  <a:pt x="192223" y="85199"/>
                </a:cubicBezTo>
                <a:cubicBezTo>
                  <a:pt x="192223" y="84713"/>
                  <a:pt x="192131" y="84531"/>
                  <a:pt x="192527" y="83953"/>
                </a:cubicBezTo>
                <a:cubicBezTo>
                  <a:pt x="192861" y="83376"/>
                  <a:pt x="193469" y="82251"/>
                  <a:pt x="193469" y="82251"/>
                </a:cubicBezTo>
                <a:cubicBezTo>
                  <a:pt x="193469" y="82251"/>
                  <a:pt x="193864" y="81856"/>
                  <a:pt x="194107" y="81704"/>
                </a:cubicBezTo>
                <a:cubicBezTo>
                  <a:pt x="194168" y="81674"/>
                  <a:pt x="194168" y="81674"/>
                  <a:pt x="194198" y="81674"/>
                </a:cubicBezTo>
                <a:cubicBezTo>
                  <a:pt x="194229" y="81643"/>
                  <a:pt x="194350" y="81613"/>
                  <a:pt x="194472" y="81552"/>
                </a:cubicBezTo>
                <a:cubicBezTo>
                  <a:pt x="194502" y="81552"/>
                  <a:pt x="194533" y="81522"/>
                  <a:pt x="194563" y="81522"/>
                </a:cubicBezTo>
                <a:lnTo>
                  <a:pt x="194624" y="81522"/>
                </a:lnTo>
                <a:cubicBezTo>
                  <a:pt x="195141" y="81309"/>
                  <a:pt x="195931" y="81005"/>
                  <a:pt x="196083" y="80944"/>
                </a:cubicBezTo>
                <a:cubicBezTo>
                  <a:pt x="196235" y="80883"/>
                  <a:pt x="196508" y="81096"/>
                  <a:pt x="196539" y="80245"/>
                </a:cubicBezTo>
                <a:cubicBezTo>
                  <a:pt x="196600" y="79333"/>
                  <a:pt x="196539" y="79211"/>
                  <a:pt x="196782" y="78573"/>
                </a:cubicBezTo>
                <a:cubicBezTo>
                  <a:pt x="196964" y="77965"/>
                  <a:pt x="196843" y="77874"/>
                  <a:pt x="197512" y="77266"/>
                </a:cubicBezTo>
                <a:cubicBezTo>
                  <a:pt x="198150" y="76658"/>
                  <a:pt x="198454" y="76658"/>
                  <a:pt x="198575" y="76293"/>
                </a:cubicBezTo>
                <a:cubicBezTo>
                  <a:pt x="198636" y="75868"/>
                  <a:pt x="198606" y="75686"/>
                  <a:pt x="198788" y="75473"/>
                </a:cubicBezTo>
                <a:cubicBezTo>
                  <a:pt x="198970" y="75321"/>
                  <a:pt x="199183" y="75382"/>
                  <a:pt x="199670" y="75138"/>
                </a:cubicBezTo>
                <a:cubicBezTo>
                  <a:pt x="200156" y="74956"/>
                  <a:pt x="201007" y="74409"/>
                  <a:pt x="201098" y="74257"/>
                </a:cubicBezTo>
                <a:cubicBezTo>
                  <a:pt x="201250" y="74105"/>
                  <a:pt x="201493" y="73771"/>
                  <a:pt x="201463" y="73497"/>
                </a:cubicBezTo>
                <a:cubicBezTo>
                  <a:pt x="201372" y="73284"/>
                  <a:pt x="201706" y="72950"/>
                  <a:pt x="201372" y="72889"/>
                </a:cubicBezTo>
                <a:cubicBezTo>
                  <a:pt x="201284" y="72881"/>
                  <a:pt x="201220" y="72875"/>
                  <a:pt x="201170" y="72875"/>
                </a:cubicBezTo>
                <a:cubicBezTo>
                  <a:pt x="201029" y="72875"/>
                  <a:pt x="201006" y="72922"/>
                  <a:pt x="200916" y="73102"/>
                </a:cubicBezTo>
                <a:cubicBezTo>
                  <a:pt x="200794" y="73315"/>
                  <a:pt x="201007" y="73315"/>
                  <a:pt x="200703" y="73467"/>
                </a:cubicBezTo>
                <a:cubicBezTo>
                  <a:pt x="200399" y="73649"/>
                  <a:pt x="200399" y="73740"/>
                  <a:pt x="199943" y="73862"/>
                </a:cubicBezTo>
                <a:cubicBezTo>
                  <a:pt x="199487" y="73953"/>
                  <a:pt x="199031" y="74044"/>
                  <a:pt x="199031" y="74044"/>
                </a:cubicBezTo>
                <a:cubicBezTo>
                  <a:pt x="199031" y="74044"/>
                  <a:pt x="198902" y="74052"/>
                  <a:pt x="198773" y="74052"/>
                </a:cubicBezTo>
                <a:cubicBezTo>
                  <a:pt x="198644" y="74052"/>
                  <a:pt x="198515" y="74044"/>
                  <a:pt x="198515" y="74014"/>
                </a:cubicBezTo>
                <a:cubicBezTo>
                  <a:pt x="198515" y="73923"/>
                  <a:pt x="198150" y="73771"/>
                  <a:pt x="198423" y="73588"/>
                </a:cubicBezTo>
                <a:cubicBezTo>
                  <a:pt x="198623" y="73438"/>
                  <a:pt x="198762" y="73329"/>
                  <a:pt x="198889" y="73329"/>
                </a:cubicBezTo>
                <a:cubicBezTo>
                  <a:pt x="198917" y="73329"/>
                  <a:pt x="198944" y="73334"/>
                  <a:pt x="198970" y="73345"/>
                </a:cubicBezTo>
                <a:cubicBezTo>
                  <a:pt x="199154" y="73424"/>
                  <a:pt x="199021" y="73570"/>
                  <a:pt x="199215" y="73570"/>
                </a:cubicBezTo>
                <a:cubicBezTo>
                  <a:pt x="199246" y="73570"/>
                  <a:pt x="199285" y="73566"/>
                  <a:pt x="199335" y="73558"/>
                </a:cubicBezTo>
                <a:cubicBezTo>
                  <a:pt x="199670" y="73497"/>
                  <a:pt x="199730" y="73588"/>
                  <a:pt x="199852" y="73345"/>
                </a:cubicBezTo>
                <a:cubicBezTo>
                  <a:pt x="199974" y="73132"/>
                  <a:pt x="200126" y="72859"/>
                  <a:pt x="200095" y="72676"/>
                </a:cubicBezTo>
                <a:cubicBezTo>
                  <a:pt x="200034" y="72494"/>
                  <a:pt x="199974" y="72069"/>
                  <a:pt x="199974" y="72069"/>
                </a:cubicBezTo>
                <a:cubicBezTo>
                  <a:pt x="199974" y="72069"/>
                  <a:pt x="199548" y="71947"/>
                  <a:pt x="199396" y="71673"/>
                </a:cubicBezTo>
                <a:cubicBezTo>
                  <a:pt x="199244" y="71430"/>
                  <a:pt x="199183" y="71126"/>
                  <a:pt x="199122" y="71005"/>
                </a:cubicBezTo>
                <a:cubicBezTo>
                  <a:pt x="199122" y="70883"/>
                  <a:pt x="199244" y="70214"/>
                  <a:pt x="199244" y="70214"/>
                </a:cubicBezTo>
                <a:cubicBezTo>
                  <a:pt x="199244" y="70214"/>
                  <a:pt x="199578" y="70306"/>
                  <a:pt x="199578" y="70518"/>
                </a:cubicBezTo>
                <a:cubicBezTo>
                  <a:pt x="199578" y="70701"/>
                  <a:pt x="199487" y="70610"/>
                  <a:pt x="199639" y="70883"/>
                </a:cubicBezTo>
                <a:cubicBezTo>
                  <a:pt x="199768" y="71115"/>
                  <a:pt x="199722" y="71194"/>
                  <a:pt x="199872" y="71194"/>
                </a:cubicBezTo>
                <a:cubicBezTo>
                  <a:pt x="199899" y="71194"/>
                  <a:pt x="199932" y="71192"/>
                  <a:pt x="199974" y="71187"/>
                </a:cubicBezTo>
                <a:cubicBezTo>
                  <a:pt x="200247" y="71157"/>
                  <a:pt x="200460" y="71035"/>
                  <a:pt x="200460" y="71035"/>
                </a:cubicBezTo>
                <a:cubicBezTo>
                  <a:pt x="200460" y="71035"/>
                  <a:pt x="200703" y="71278"/>
                  <a:pt x="200794" y="71278"/>
                </a:cubicBezTo>
                <a:cubicBezTo>
                  <a:pt x="200864" y="71278"/>
                  <a:pt x="200923" y="71358"/>
                  <a:pt x="201018" y="71358"/>
                </a:cubicBezTo>
                <a:cubicBezTo>
                  <a:pt x="201090" y="71358"/>
                  <a:pt x="201181" y="71313"/>
                  <a:pt x="201311" y="71157"/>
                </a:cubicBezTo>
                <a:cubicBezTo>
                  <a:pt x="201645" y="70761"/>
                  <a:pt x="201919" y="70731"/>
                  <a:pt x="201980" y="70458"/>
                </a:cubicBezTo>
                <a:cubicBezTo>
                  <a:pt x="202071" y="70214"/>
                  <a:pt x="201980" y="70275"/>
                  <a:pt x="202010" y="69941"/>
                </a:cubicBezTo>
                <a:cubicBezTo>
                  <a:pt x="202071" y="69606"/>
                  <a:pt x="202314" y="69394"/>
                  <a:pt x="202405" y="69363"/>
                </a:cubicBezTo>
                <a:cubicBezTo>
                  <a:pt x="202527" y="69333"/>
                  <a:pt x="202557" y="69211"/>
                  <a:pt x="202557" y="68938"/>
                </a:cubicBezTo>
                <a:cubicBezTo>
                  <a:pt x="202557" y="68695"/>
                  <a:pt x="202588" y="68330"/>
                  <a:pt x="202466" y="68330"/>
                </a:cubicBezTo>
                <a:cubicBezTo>
                  <a:pt x="202375" y="68330"/>
                  <a:pt x="202253" y="68147"/>
                  <a:pt x="202162" y="67995"/>
                </a:cubicBezTo>
                <a:cubicBezTo>
                  <a:pt x="202132" y="67844"/>
                  <a:pt x="202010" y="67418"/>
                  <a:pt x="201949" y="67388"/>
                </a:cubicBezTo>
                <a:cubicBezTo>
                  <a:pt x="201921" y="67378"/>
                  <a:pt x="201878" y="67372"/>
                  <a:pt x="201831" y="67372"/>
                </a:cubicBezTo>
                <a:cubicBezTo>
                  <a:pt x="201725" y="67372"/>
                  <a:pt x="201596" y="67404"/>
                  <a:pt x="201554" y="67509"/>
                </a:cubicBezTo>
                <a:cubicBezTo>
                  <a:pt x="201524" y="67661"/>
                  <a:pt x="201554" y="67783"/>
                  <a:pt x="201524" y="67965"/>
                </a:cubicBezTo>
                <a:cubicBezTo>
                  <a:pt x="201463" y="68147"/>
                  <a:pt x="201402" y="68330"/>
                  <a:pt x="201189" y="68391"/>
                </a:cubicBezTo>
                <a:cubicBezTo>
                  <a:pt x="201164" y="68394"/>
                  <a:pt x="201137" y="68395"/>
                  <a:pt x="201109" y="68395"/>
                </a:cubicBezTo>
                <a:cubicBezTo>
                  <a:pt x="200869" y="68395"/>
                  <a:pt x="200557" y="68284"/>
                  <a:pt x="200612" y="68147"/>
                </a:cubicBezTo>
                <a:cubicBezTo>
                  <a:pt x="200703" y="67995"/>
                  <a:pt x="200794" y="68087"/>
                  <a:pt x="200794" y="67874"/>
                </a:cubicBezTo>
                <a:cubicBezTo>
                  <a:pt x="200794" y="67722"/>
                  <a:pt x="200885" y="67570"/>
                  <a:pt x="200764" y="67570"/>
                </a:cubicBezTo>
                <a:cubicBezTo>
                  <a:pt x="200671" y="67551"/>
                  <a:pt x="200534" y="67522"/>
                  <a:pt x="200420" y="67522"/>
                </a:cubicBezTo>
                <a:cubicBezTo>
                  <a:pt x="200347" y="67522"/>
                  <a:pt x="200283" y="67534"/>
                  <a:pt x="200247" y="67570"/>
                </a:cubicBezTo>
                <a:cubicBezTo>
                  <a:pt x="200126" y="67692"/>
                  <a:pt x="200004" y="67813"/>
                  <a:pt x="199700" y="68026"/>
                </a:cubicBezTo>
                <a:cubicBezTo>
                  <a:pt x="199396" y="68269"/>
                  <a:pt x="199548" y="68147"/>
                  <a:pt x="199092" y="68421"/>
                </a:cubicBezTo>
                <a:cubicBezTo>
                  <a:pt x="198636" y="68695"/>
                  <a:pt x="198363" y="68755"/>
                  <a:pt x="198363" y="68755"/>
                </a:cubicBezTo>
                <a:cubicBezTo>
                  <a:pt x="198363" y="68755"/>
                  <a:pt x="197967" y="68725"/>
                  <a:pt x="198059" y="68482"/>
                </a:cubicBezTo>
                <a:cubicBezTo>
                  <a:pt x="198150" y="68299"/>
                  <a:pt x="198119" y="68026"/>
                  <a:pt x="198423" y="68026"/>
                </a:cubicBezTo>
                <a:cubicBezTo>
                  <a:pt x="198727" y="68026"/>
                  <a:pt x="198940" y="68026"/>
                  <a:pt x="199062" y="67844"/>
                </a:cubicBezTo>
                <a:cubicBezTo>
                  <a:pt x="199183" y="67692"/>
                  <a:pt x="199122" y="67692"/>
                  <a:pt x="199214" y="67540"/>
                </a:cubicBezTo>
                <a:cubicBezTo>
                  <a:pt x="199274" y="67388"/>
                  <a:pt x="199274" y="67327"/>
                  <a:pt x="199548" y="67236"/>
                </a:cubicBezTo>
                <a:cubicBezTo>
                  <a:pt x="199822" y="67175"/>
                  <a:pt x="200095" y="67084"/>
                  <a:pt x="200156" y="67053"/>
                </a:cubicBezTo>
                <a:cubicBezTo>
                  <a:pt x="200247" y="67023"/>
                  <a:pt x="200186" y="66810"/>
                  <a:pt x="200186" y="66749"/>
                </a:cubicBezTo>
                <a:cubicBezTo>
                  <a:pt x="200186" y="66669"/>
                  <a:pt x="200139" y="66495"/>
                  <a:pt x="200252" y="66495"/>
                </a:cubicBezTo>
                <a:cubicBezTo>
                  <a:pt x="200267" y="66495"/>
                  <a:pt x="200286" y="66499"/>
                  <a:pt x="200308" y="66506"/>
                </a:cubicBezTo>
                <a:cubicBezTo>
                  <a:pt x="200441" y="66551"/>
                  <a:pt x="200607" y="66579"/>
                  <a:pt x="200770" y="66579"/>
                </a:cubicBezTo>
                <a:cubicBezTo>
                  <a:pt x="200830" y="66579"/>
                  <a:pt x="200889" y="66575"/>
                  <a:pt x="200946" y="66567"/>
                </a:cubicBezTo>
                <a:cubicBezTo>
                  <a:pt x="201189" y="66506"/>
                  <a:pt x="201311" y="66415"/>
                  <a:pt x="201341" y="66324"/>
                </a:cubicBezTo>
                <a:cubicBezTo>
                  <a:pt x="201372" y="66293"/>
                  <a:pt x="201250" y="65898"/>
                  <a:pt x="201189" y="65868"/>
                </a:cubicBezTo>
                <a:cubicBezTo>
                  <a:pt x="201098" y="65837"/>
                  <a:pt x="200703" y="65503"/>
                  <a:pt x="200551" y="65381"/>
                </a:cubicBezTo>
                <a:cubicBezTo>
                  <a:pt x="200399" y="65260"/>
                  <a:pt x="200308" y="65230"/>
                  <a:pt x="200156" y="65108"/>
                </a:cubicBezTo>
                <a:cubicBezTo>
                  <a:pt x="200004" y="64986"/>
                  <a:pt x="199852" y="64956"/>
                  <a:pt x="199882" y="64804"/>
                </a:cubicBezTo>
                <a:cubicBezTo>
                  <a:pt x="199882" y="64774"/>
                  <a:pt x="199882" y="64774"/>
                  <a:pt x="199943" y="64774"/>
                </a:cubicBezTo>
                <a:lnTo>
                  <a:pt x="199943" y="64743"/>
                </a:lnTo>
                <a:lnTo>
                  <a:pt x="199943" y="64682"/>
                </a:lnTo>
                <a:cubicBezTo>
                  <a:pt x="199943" y="64652"/>
                  <a:pt x="199943" y="64652"/>
                  <a:pt x="199974" y="64652"/>
                </a:cubicBezTo>
                <a:cubicBezTo>
                  <a:pt x="199974" y="64622"/>
                  <a:pt x="200004" y="64622"/>
                  <a:pt x="200004" y="64591"/>
                </a:cubicBezTo>
                <a:cubicBezTo>
                  <a:pt x="200004" y="64530"/>
                  <a:pt x="200034" y="64500"/>
                  <a:pt x="200034" y="64439"/>
                </a:cubicBezTo>
                <a:lnTo>
                  <a:pt x="200034" y="64378"/>
                </a:lnTo>
                <a:cubicBezTo>
                  <a:pt x="200095" y="64166"/>
                  <a:pt x="200034" y="63771"/>
                  <a:pt x="199943" y="63619"/>
                </a:cubicBezTo>
                <a:cubicBezTo>
                  <a:pt x="199791" y="63436"/>
                  <a:pt x="199700" y="63467"/>
                  <a:pt x="199578" y="63163"/>
                </a:cubicBezTo>
                <a:cubicBezTo>
                  <a:pt x="199501" y="62903"/>
                  <a:pt x="199290" y="62754"/>
                  <a:pt x="199154" y="62754"/>
                </a:cubicBezTo>
                <a:cubicBezTo>
                  <a:pt x="199131" y="62754"/>
                  <a:pt x="199110" y="62759"/>
                  <a:pt x="199092" y="62767"/>
                </a:cubicBezTo>
                <a:cubicBezTo>
                  <a:pt x="199021" y="62767"/>
                  <a:pt x="198991" y="62715"/>
                  <a:pt x="198905" y="62715"/>
                </a:cubicBezTo>
                <a:cubicBezTo>
                  <a:pt x="198844" y="62715"/>
                  <a:pt x="198756" y="62741"/>
                  <a:pt x="198606" y="62828"/>
                </a:cubicBezTo>
                <a:cubicBezTo>
                  <a:pt x="198211" y="63102"/>
                  <a:pt x="198211" y="63163"/>
                  <a:pt x="197967" y="63284"/>
                </a:cubicBezTo>
                <a:cubicBezTo>
                  <a:pt x="197784" y="63376"/>
                  <a:pt x="197548" y="63468"/>
                  <a:pt x="197404" y="63468"/>
                </a:cubicBezTo>
                <a:cubicBezTo>
                  <a:pt x="197358" y="63468"/>
                  <a:pt x="197321" y="63458"/>
                  <a:pt x="197299" y="63436"/>
                </a:cubicBezTo>
                <a:cubicBezTo>
                  <a:pt x="197208" y="63375"/>
                  <a:pt x="196964" y="63223"/>
                  <a:pt x="196934" y="63223"/>
                </a:cubicBezTo>
                <a:cubicBezTo>
                  <a:pt x="196904" y="63223"/>
                  <a:pt x="196448" y="63102"/>
                  <a:pt x="196539" y="63011"/>
                </a:cubicBezTo>
                <a:cubicBezTo>
                  <a:pt x="196647" y="62956"/>
                  <a:pt x="196780" y="62854"/>
                  <a:pt x="196894" y="62854"/>
                </a:cubicBezTo>
                <a:cubicBezTo>
                  <a:pt x="196907" y="62854"/>
                  <a:pt x="196921" y="62855"/>
                  <a:pt x="196934" y="62859"/>
                </a:cubicBezTo>
                <a:cubicBezTo>
                  <a:pt x="197056" y="62859"/>
                  <a:pt x="196660" y="62980"/>
                  <a:pt x="197116" y="63011"/>
                </a:cubicBezTo>
                <a:cubicBezTo>
                  <a:pt x="197176" y="63018"/>
                  <a:pt x="197230" y="63021"/>
                  <a:pt x="197278" y="63021"/>
                </a:cubicBezTo>
                <a:cubicBezTo>
                  <a:pt x="197625" y="63021"/>
                  <a:pt x="197701" y="62851"/>
                  <a:pt x="197755" y="62798"/>
                </a:cubicBezTo>
                <a:cubicBezTo>
                  <a:pt x="197815" y="62707"/>
                  <a:pt x="198028" y="62342"/>
                  <a:pt x="197998" y="62312"/>
                </a:cubicBezTo>
                <a:cubicBezTo>
                  <a:pt x="197967" y="62220"/>
                  <a:pt x="197967" y="62038"/>
                  <a:pt x="197603" y="62038"/>
                </a:cubicBezTo>
                <a:lnTo>
                  <a:pt x="196964" y="62038"/>
                </a:lnTo>
                <a:cubicBezTo>
                  <a:pt x="196904" y="62038"/>
                  <a:pt x="196630" y="61916"/>
                  <a:pt x="196630" y="61916"/>
                </a:cubicBezTo>
                <a:cubicBezTo>
                  <a:pt x="196630" y="61916"/>
                  <a:pt x="196508" y="61764"/>
                  <a:pt x="196691" y="61764"/>
                </a:cubicBezTo>
                <a:cubicBezTo>
                  <a:pt x="196904" y="61734"/>
                  <a:pt x="196995" y="61764"/>
                  <a:pt x="197056" y="61643"/>
                </a:cubicBezTo>
                <a:cubicBezTo>
                  <a:pt x="197056" y="61552"/>
                  <a:pt x="197116" y="61430"/>
                  <a:pt x="197056" y="61400"/>
                </a:cubicBezTo>
                <a:cubicBezTo>
                  <a:pt x="196964" y="61339"/>
                  <a:pt x="196752" y="61308"/>
                  <a:pt x="196752" y="61308"/>
                </a:cubicBezTo>
                <a:lnTo>
                  <a:pt x="196812" y="60944"/>
                </a:lnTo>
                <a:cubicBezTo>
                  <a:pt x="196843" y="60944"/>
                  <a:pt x="196904" y="60974"/>
                  <a:pt x="196964" y="60974"/>
                </a:cubicBezTo>
                <a:cubicBezTo>
                  <a:pt x="197029" y="60986"/>
                  <a:pt x="197091" y="60992"/>
                  <a:pt x="197148" y="60992"/>
                </a:cubicBezTo>
                <a:cubicBezTo>
                  <a:pt x="197388" y="60992"/>
                  <a:pt x="197543" y="60885"/>
                  <a:pt x="197420" y="60640"/>
                </a:cubicBezTo>
                <a:cubicBezTo>
                  <a:pt x="197268" y="60336"/>
                  <a:pt x="197390" y="60336"/>
                  <a:pt x="197208" y="60123"/>
                </a:cubicBezTo>
                <a:cubicBezTo>
                  <a:pt x="196995" y="59971"/>
                  <a:pt x="196752" y="59910"/>
                  <a:pt x="196691" y="59789"/>
                </a:cubicBezTo>
                <a:cubicBezTo>
                  <a:pt x="196660" y="59667"/>
                  <a:pt x="196478" y="59485"/>
                  <a:pt x="196478" y="59272"/>
                </a:cubicBezTo>
                <a:cubicBezTo>
                  <a:pt x="196478" y="59029"/>
                  <a:pt x="196600" y="59029"/>
                  <a:pt x="196600" y="58846"/>
                </a:cubicBezTo>
                <a:cubicBezTo>
                  <a:pt x="196600" y="58664"/>
                  <a:pt x="196843" y="58573"/>
                  <a:pt x="196691" y="58360"/>
                </a:cubicBezTo>
                <a:cubicBezTo>
                  <a:pt x="196539" y="58117"/>
                  <a:pt x="196387" y="57995"/>
                  <a:pt x="196053" y="57904"/>
                </a:cubicBezTo>
                <a:cubicBezTo>
                  <a:pt x="195718" y="57813"/>
                  <a:pt x="195141" y="57843"/>
                  <a:pt x="194837" y="57783"/>
                </a:cubicBezTo>
                <a:cubicBezTo>
                  <a:pt x="194533" y="57691"/>
                  <a:pt x="194046" y="57539"/>
                  <a:pt x="193773" y="57509"/>
                </a:cubicBezTo>
                <a:cubicBezTo>
                  <a:pt x="193499" y="57479"/>
                  <a:pt x="193195" y="57479"/>
                  <a:pt x="193256" y="57387"/>
                </a:cubicBezTo>
                <a:cubicBezTo>
                  <a:pt x="193286" y="57327"/>
                  <a:pt x="193499" y="56932"/>
                  <a:pt x="193742" y="56932"/>
                </a:cubicBezTo>
                <a:cubicBezTo>
                  <a:pt x="193955" y="56932"/>
                  <a:pt x="193955" y="57175"/>
                  <a:pt x="194320" y="57205"/>
                </a:cubicBezTo>
                <a:cubicBezTo>
                  <a:pt x="194372" y="57210"/>
                  <a:pt x="194427" y="57212"/>
                  <a:pt x="194485" y="57212"/>
                </a:cubicBezTo>
                <a:cubicBezTo>
                  <a:pt x="194665" y="57212"/>
                  <a:pt x="194863" y="57194"/>
                  <a:pt x="195018" y="57194"/>
                </a:cubicBezTo>
                <a:cubicBezTo>
                  <a:pt x="195130" y="57194"/>
                  <a:pt x="195219" y="57203"/>
                  <a:pt x="195262" y="57235"/>
                </a:cubicBezTo>
                <a:cubicBezTo>
                  <a:pt x="195384" y="57357"/>
                  <a:pt x="195931" y="57387"/>
                  <a:pt x="195931" y="57387"/>
                </a:cubicBezTo>
                <a:cubicBezTo>
                  <a:pt x="195931" y="57387"/>
                  <a:pt x="195976" y="57404"/>
                  <a:pt x="196017" y="57404"/>
                </a:cubicBezTo>
                <a:cubicBezTo>
                  <a:pt x="196072" y="57404"/>
                  <a:pt x="196122" y="57374"/>
                  <a:pt x="196053" y="57235"/>
                </a:cubicBezTo>
                <a:cubicBezTo>
                  <a:pt x="195931" y="57023"/>
                  <a:pt x="195749" y="56840"/>
                  <a:pt x="195566" y="56628"/>
                </a:cubicBezTo>
                <a:cubicBezTo>
                  <a:pt x="195414" y="56445"/>
                  <a:pt x="195019" y="56293"/>
                  <a:pt x="194928" y="56020"/>
                </a:cubicBezTo>
                <a:cubicBezTo>
                  <a:pt x="194806" y="55776"/>
                  <a:pt x="194685" y="55503"/>
                  <a:pt x="194472" y="55260"/>
                </a:cubicBezTo>
                <a:lnTo>
                  <a:pt x="194350" y="55169"/>
                </a:lnTo>
                <a:lnTo>
                  <a:pt x="194259" y="55077"/>
                </a:lnTo>
                <a:cubicBezTo>
                  <a:pt x="194229" y="55077"/>
                  <a:pt x="194229" y="55047"/>
                  <a:pt x="194229" y="55047"/>
                </a:cubicBezTo>
                <a:cubicBezTo>
                  <a:pt x="194198" y="54956"/>
                  <a:pt x="194168" y="54925"/>
                  <a:pt x="194107" y="54804"/>
                </a:cubicBezTo>
                <a:cubicBezTo>
                  <a:pt x="194107" y="54804"/>
                  <a:pt x="194107" y="54773"/>
                  <a:pt x="194077" y="54773"/>
                </a:cubicBezTo>
                <a:lnTo>
                  <a:pt x="194077" y="54743"/>
                </a:lnTo>
                <a:cubicBezTo>
                  <a:pt x="194077" y="54713"/>
                  <a:pt x="194046" y="54713"/>
                  <a:pt x="194046" y="54652"/>
                </a:cubicBezTo>
                <a:cubicBezTo>
                  <a:pt x="193925" y="54348"/>
                  <a:pt x="193712" y="53801"/>
                  <a:pt x="193651" y="53558"/>
                </a:cubicBezTo>
                <a:cubicBezTo>
                  <a:pt x="193621" y="53345"/>
                  <a:pt x="193621" y="52767"/>
                  <a:pt x="193621" y="52737"/>
                </a:cubicBezTo>
                <a:cubicBezTo>
                  <a:pt x="193651" y="52676"/>
                  <a:pt x="193651" y="52524"/>
                  <a:pt x="193621" y="52463"/>
                </a:cubicBezTo>
                <a:cubicBezTo>
                  <a:pt x="193590" y="52372"/>
                  <a:pt x="193347" y="52220"/>
                  <a:pt x="193317" y="52129"/>
                </a:cubicBezTo>
                <a:cubicBezTo>
                  <a:pt x="193286" y="52007"/>
                  <a:pt x="193195" y="51855"/>
                  <a:pt x="193195" y="51734"/>
                </a:cubicBezTo>
                <a:cubicBezTo>
                  <a:pt x="193256" y="51612"/>
                  <a:pt x="193469" y="51430"/>
                  <a:pt x="193621" y="51096"/>
                </a:cubicBezTo>
                <a:cubicBezTo>
                  <a:pt x="193773" y="50761"/>
                  <a:pt x="193925" y="50609"/>
                  <a:pt x="194016" y="50396"/>
                </a:cubicBezTo>
                <a:cubicBezTo>
                  <a:pt x="194046" y="50214"/>
                  <a:pt x="194107" y="50153"/>
                  <a:pt x="194198" y="50001"/>
                </a:cubicBezTo>
                <a:cubicBezTo>
                  <a:pt x="194259" y="49789"/>
                  <a:pt x="194502" y="49485"/>
                  <a:pt x="194502" y="49485"/>
                </a:cubicBezTo>
                <a:cubicBezTo>
                  <a:pt x="194502" y="49485"/>
                  <a:pt x="194643" y="49423"/>
                  <a:pt x="194773" y="49423"/>
                </a:cubicBezTo>
                <a:cubicBezTo>
                  <a:pt x="194885" y="49423"/>
                  <a:pt x="194989" y="49468"/>
                  <a:pt x="194989" y="49637"/>
                </a:cubicBezTo>
                <a:cubicBezTo>
                  <a:pt x="194989" y="50032"/>
                  <a:pt x="195110" y="49910"/>
                  <a:pt x="194806" y="50336"/>
                </a:cubicBezTo>
                <a:cubicBezTo>
                  <a:pt x="194502" y="50761"/>
                  <a:pt x="194107" y="51065"/>
                  <a:pt x="194107" y="51308"/>
                </a:cubicBezTo>
                <a:cubicBezTo>
                  <a:pt x="194107" y="51551"/>
                  <a:pt x="193955" y="51673"/>
                  <a:pt x="194259" y="51855"/>
                </a:cubicBezTo>
                <a:cubicBezTo>
                  <a:pt x="194533" y="52038"/>
                  <a:pt x="194958" y="52281"/>
                  <a:pt x="195080" y="52585"/>
                </a:cubicBezTo>
                <a:cubicBezTo>
                  <a:pt x="195171" y="52889"/>
                  <a:pt x="195445" y="53102"/>
                  <a:pt x="195141" y="53345"/>
                </a:cubicBezTo>
                <a:cubicBezTo>
                  <a:pt x="194837" y="53558"/>
                  <a:pt x="194624" y="53710"/>
                  <a:pt x="194654" y="53831"/>
                </a:cubicBezTo>
                <a:cubicBezTo>
                  <a:pt x="194685" y="53953"/>
                  <a:pt x="194928" y="54014"/>
                  <a:pt x="195110" y="54196"/>
                </a:cubicBezTo>
                <a:cubicBezTo>
                  <a:pt x="195293" y="54409"/>
                  <a:pt x="195323" y="54561"/>
                  <a:pt x="195445" y="54956"/>
                </a:cubicBezTo>
                <a:cubicBezTo>
                  <a:pt x="195566" y="55381"/>
                  <a:pt x="195566" y="55321"/>
                  <a:pt x="195688" y="55564"/>
                </a:cubicBezTo>
                <a:cubicBezTo>
                  <a:pt x="195746" y="55825"/>
                  <a:pt x="196246" y="56113"/>
                  <a:pt x="196477" y="56113"/>
                </a:cubicBezTo>
                <a:cubicBezTo>
                  <a:pt x="196488" y="56113"/>
                  <a:pt x="196499" y="56112"/>
                  <a:pt x="196508" y="56111"/>
                </a:cubicBezTo>
                <a:cubicBezTo>
                  <a:pt x="196754" y="56084"/>
                  <a:pt x="196901" y="55763"/>
                  <a:pt x="197061" y="55763"/>
                </a:cubicBezTo>
                <a:cubicBezTo>
                  <a:pt x="197079" y="55763"/>
                  <a:pt x="197098" y="55767"/>
                  <a:pt x="197116" y="55776"/>
                </a:cubicBezTo>
                <a:cubicBezTo>
                  <a:pt x="197299" y="55837"/>
                  <a:pt x="197390" y="56020"/>
                  <a:pt x="197512" y="56384"/>
                </a:cubicBezTo>
                <a:cubicBezTo>
                  <a:pt x="197603" y="56719"/>
                  <a:pt x="197815" y="57083"/>
                  <a:pt x="197967" y="57205"/>
                </a:cubicBezTo>
                <a:cubicBezTo>
                  <a:pt x="198119" y="57327"/>
                  <a:pt x="198363" y="57327"/>
                  <a:pt x="198363" y="57327"/>
                </a:cubicBezTo>
                <a:cubicBezTo>
                  <a:pt x="198363" y="57327"/>
                  <a:pt x="198392" y="57209"/>
                  <a:pt x="198461" y="57209"/>
                </a:cubicBezTo>
                <a:cubicBezTo>
                  <a:pt x="198491" y="57209"/>
                  <a:pt x="198529" y="57232"/>
                  <a:pt x="198575" y="57296"/>
                </a:cubicBezTo>
                <a:lnTo>
                  <a:pt x="198606" y="57327"/>
                </a:lnTo>
                <a:cubicBezTo>
                  <a:pt x="198758" y="57479"/>
                  <a:pt x="199122" y="57387"/>
                  <a:pt x="198879" y="57783"/>
                </a:cubicBezTo>
                <a:cubicBezTo>
                  <a:pt x="198606" y="58147"/>
                  <a:pt x="198484" y="58239"/>
                  <a:pt x="198423" y="58451"/>
                </a:cubicBezTo>
                <a:cubicBezTo>
                  <a:pt x="198302" y="58694"/>
                  <a:pt x="198302" y="58816"/>
                  <a:pt x="198302" y="58907"/>
                </a:cubicBezTo>
                <a:cubicBezTo>
                  <a:pt x="198302" y="59059"/>
                  <a:pt x="198332" y="60488"/>
                  <a:pt x="198484" y="60883"/>
                </a:cubicBezTo>
                <a:cubicBezTo>
                  <a:pt x="198636" y="61308"/>
                  <a:pt x="198758" y="61460"/>
                  <a:pt x="198879" y="61582"/>
                </a:cubicBezTo>
                <a:cubicBezTo>
                  <a:pt x="198970" y="61704"/>
                  <a:pt x="199092" y="61856"/>
                  <a:pt x="199092" y="61856"/>
                </a:cubicBezTo>
                <a:cubicBezTo>
                  <a:pt x="199092" y="61856"/>
                  <a:pt x="199122" y="61400"/>
                  <a:pt x="199062" y="61156"/>
                </a:cubicBezTo>
                <a:cubicBezTo>
                  <a:pt x="198940" y="60944"/>
                  <a:pt x="198819" y="60944"/>
                  <a:pt x="198970" y="60366"/>
                </a:cubicBezTo>
                <a:cubicBezTo>
                  <a:pt x="199092" y="59789"/>
                  <a:pt x="199335" y="59302"/>
                  <a:pt x="199518" y="58846"/>
                </a:cubicBezTo>
                <a:cubicBezTo>
                  <a:pt x="199700" y="58421"/>
                  <a:pt x="199852" y="58239"/>
                  <a:pt x="199822" y="57935"/>
                </a:cubicBezTo>
                <a:cubicBezTo>
                  <a:pt x="199822" y="57600"/>
                  <a:pt x="199822" y="57327"/>
                  <a:pt x="199730" y="57144"/>
                </a:cubicBezTo>
                <a:cubicBezTo>
                  <a:pt x="199700" y="56932"/>
                  <a:pt x="199518" y="56780"/>
                  <a:pt x="199700" y="56567"/>
                </a:cubicBezTo>
                <a:cubicBezTo>
                  <a:pt x="199700" y="56536"/>
                  <a:pt x="199730" y="56536"/>
                  <a:pt x="199730" y="56476"/>
                </a:cubicBezTo>
                <a:cubicBezTo>
                  <a:pt x="199882" y="56293"/>
                  <a:pt x="200186" y="56172"/>
                  <a:pt x="200247" y="55928"/>
                </a:cubicBezTo>
                <a:cubicBezTo>
                  <a:pt x="200308" y="55625"/>
                  <a:pt x="200308" y="55321"/>
                  <a:pt x="200278" y="55077"/>
                </a:cubicBezTo>
                <a:cubicBezTo>
                  <a:pt x="200247" y="54865"/>
                  <a:pt x="200338" y="54317"/>
                  <a:pt x="200399" y="54166"/>
                </a:cubicBezTo>
                <a:cubicBezTo>
                  <a:pt x="200399" y="54014"/>
                  <a:pt x="200429" y="53831"/>
                  <a:pt x="200399" y="53679"/>
                </a:cubicBezTo>
                <a:lnTo>
                  <a:pt x="200399" y="53649"/>
                </a:lnTo>
                <a:cubicBezTo>
                  <a:pt x="200338" y="53497"/>
                  <a:pt x="200247" y="53223"/>
                  <a:pt x="200247" y="53223"/>
                </a:cubicBezTo>
                <a:cubicBezTo>
                  <a:pt x="200247" y="53223"/>
                  <a:pt x="200247" y="53193"/>
                  <a:pt x="200034" y="52828"/>
                </a:cubicBezTo>
                <a:cubicBezTo>
                  <a:pt x="199822" y="52463"/>
                  <a:pt x="199487" y="51977"/>
                  <a:pt x="199122" y="51855"/>
                </a:cubicBezTo>
                <a:cubicBezTo>
                  <a:pt x="198788" y="51703"/>
                  <a:pt x="198606" y="51703"/>
                  <a:pt x="198180" y="51278"/>
                </a:cubicBezTo>
                <a:cubicBezTo>
                  <a:pt x="197755" y="50913"/>
                  <a:pt x="197603" y="50609"/>
                  <a:pt x="197360" y="50214"/>
                </a:cubicBezTo>
                <a:cubicBezTo>
                  <a:pt x="197056" y="49880"/>
                  <a:pt x="196630" y="49454"/>
                  <a:pt x="196508" y="49302"/>
                </a:cubicBezTo>
                <a:cubicBezTo>
                  <a:pt x="196387" y="49150"/>
                  <a:pt x="196235" y="48937"/>
                  <a:pt x="196204" y="48816"/>
                </a:cubicBezTo>
                <a:lnTo>
                  <a:pt x="196204" y="48634"/>
                </a:lnTo>
                <a:lnTo>
                  <a:pt x="196204" y="48421"/>
                </a:lnTo>
                <a:cubicBezTo>
                  <a:pt x="196204" y="48421"/>
                  <a:pt x="196220" y="48419"/>
                  <a:pt x="196245" y="48419"/>
                </a:cubicBezTo>
                <a:cubicBezTo>
                  <a:pt x="196320" y="48419"/>
                  <a:pt x="196486" y="48436"/>
                  <a:pt x="196600" y="48573"/>
                </a:cubicBezTo>
                <a:cubicBezTo>
                  <a:pt x="196752" y="48785"/>
                  <a:pt x="196812" y="49029"/>
                  <a:pt x="197238" y="49393"/>
                </a:cubicBezTo>
                <a:lnTo>
                  <a:pt x="197268" y="49424"/>
                </a:lnTo>
                <a:cubicBezTo>
                  <a:pt x="197299" y="49454"/>
                  <a:pt x="197360" y="49454"/>
                  <a:pt x="197360" y="49485"/>
                </a:cubicBezTo>
                <a:lnTo>
                  <a:pt x="197390" y="49545"/>
                </a:lnTo>
                <a:cubicBezTo>
                  <a:pt x="197420" y="49576"/>
                  <a:pt x="197451" y="49576"/>
                  <a:pt x="197451" y="49606"/>
                </a:cubicBezTo>
                <a:cubicBezTo>
                  <a:pt x="197512" y="49637"/>
                  <a:pt x="197542" y="49637"/>
                  <a:pt x="197542" y="49697"/>
                </a:cubicBezTo>
                <a:lnTo>
                  <a:pt x="197572" y="49728"/>
                </a:lnTo>
                <a:cubicBezTo>
                  <a:pt x="197572" y="49728"/>
                  <a:pt x="197603" y="49728"/>
                  <a:pt x="197603" y="49758"/>
                </a:cubicBezTo>
                <a:cubicBezTo>
                  <a:pt x="197603" y="49758"/>
                  <a:pt x="197663" y="49758"/>
                  <a:pt x="197663" y="49789"/>
                </a:cubicBezTo>
                <a:cubicBezTo>
                  <a:pt x="197724" y="49849"/>
                  <a:pt x="197815" y="49880"/>
                  <a:pt x="197907" y="49880"/>
                </a:cubicBezTo>
                <a:cubicBezTo>
                  <a:pt x="198209" y="49930"/>
                  <a:pt x="198219" y="50085"/>
                  <a:pt x="198524" y="50085"/>
                </a:cubicBezTo>
                <a:cubicBezTo>
                  <a:pt x="198587" y="50085"/>
                  <a:pt x="198663" y="50078"/>
                  <a:pt x="198758" y="50062"/>
                </a:cubicBezTo>
                <a:cubicBezTo>
                  <a:pt x="199151" y="50013"/>
                  <a:pt x="199306" y="49924"/>
                  <a:pt x="199415" y="49924"/>
                </a:cubicBezTo>
                <a:cubicBezTo>
                  <a:pt x="199441" y="49924"/>
                  <a:pt x="199464" y="49929"/>
                  <a:pt x="199487" y="49941"/>
                </a:cubicBezTo>
                <a:cubicBezTo>
                  <a:pt x="199578" y="50032"/>
                  <a:pt x="199700" y="50336"/>
                  <a:pt x="199730" y="50488"/>
                </a:cubicBezTo>
                <a:cubicBezTo>
                  <a:pt x="199791" y="50640"/>
                  <a:pt x="199730" y="51065"/>
                  <a:pt x="199730" y="51065"/>
                </a:cubicBezTo>
                <a:lnTo>
                  <a:pt x="200156" y="51065"/>
                </a:lnTo>
                <a:cubicBezTo>
                  <a:pt x="200156" y="51065"/>
                  <a:pt x="200460" y="50913"/>
                  <a:pt x="200399" y="50488"/>
                </a:cubicBezTo>
                <a:cubicBezTo>
                  <a:pt x="200278" y="50032"/>
                  <a:pt x="200095" y="49849"/>
                  <a:pt x="200308" y="49393"/>
                </a:cubicBezTo>
                <a:cubicBezTo>
                  <a:pt x="200551" y="48937"/>
                  <a:pt x="201007" y="47934"/>
                  <a:pt x="201007" y="47934"/>
                </a:cubicBezTo>
                <a:cubicBezTo>
                  <a:pt x="201007" y="47934"/>
                  <a:pt x="201493" y="46688"/>
                  <a:pt x="201524" y="46445"/>
                </a:cubicBezTo>
                <a:cubicBezTo>
                  <a:pt x="201615" y="46232"/>
                  <a:pt x="201645" y="45898"/>
                  <a:pt x="201554" y="45442"/>
                </a:cubicBezTo>
                <a:cubicBezTo>
                  <a:pt x="201493" y="44986"/>
                  <a:pt x="201493" y="44682"/>
                  <a:pt x="201463" y="44530"/>
                </a:cubicBezTo>
                <a:cubicBezTo>
                  <a:pt x="201402" y="44378"/>
                  <a:pt x="201220" y="44135"/>
                  <a:pt x="201189" y="43861"/>
                </a:cubicBezTo>
                <a:cubicBezTo>
                  <a:pt x="201159" y="43649"/>
                  <a:pt x="201189" y="42950"/>
                  <a:pt x="201037" y="42889"/>
                </a:cubicBezTo>
                <a:cubicBezTo>
                  <a:pt x="200885" y="42767"/>
                  <a:pt x="200794" y="42767"/>
                  <a:pt x="200764" y="42706"/>
                </a:cubicBezTo>
                <a:cubicBezTo>
                  <a:pt x="200733" y="42615"/>
                  <a:pt x="200642" y="42190"/>
                  <a:pt x="200581" y="42159"/>
                </a:cubicBezTo>
                <a:cubicBezTo>
                  <a:pt x="200490" y="42129"/>
                  <a:pt x="200429" y="42129"/>
                  <a:pt x="200338" y="42129"/>
                </a:cubicBezTo>
                <a:cubicBezTo>
                  <a:pt x="200278" y="42129"/>
                  <a:pt x="199974" y="42342"/>
                  <a:pt x="199822" y="42342"/>
                </a:cubicBezTo>
                <a:cubicBezTo>
                  <a:pt x="199710" y="42386"/>
                  <a:pt x="199615" y="42414"/>
                  <a:pt x="199572" y="42414"/>
                </a:cubicBezTo>
                <a:cubicBezTo>
                  <a:pt x="199557" y="42414"/>
                  <a:pt x="199548" y="42411"/>
                  <a:pt x="199548" y="42402"/>
                </a:cubicBezTo>
                <a:cubicBezTo>
                  <a:pt x="199548" y="42342"/>
                  <a:pt x="199548" y="42007"/>
                  <a:pt x="199578" y="41946"/>
                </a:cubicBezTo>
                <a:cubicBezTo>
                  <a:pt x="199639" y="41886"/>
                  <a:pt x="199852" y="41643"/>
                  <a:pt x="199943" y="41643"/>
                </a:cubicBezTo>
                <a:cubicBezTo>
                  <a:pt x="200004" y="41643"/>
                  <a:pt x="200946" y="41491"/>
                  <a:pt x="200946" y="41491"/>
                </a:cubicBezTo>
                <a:cubicBezTo>
                  <a:pt x="200946" y="41491"/>
                  <a:pt x="201767" y="41095"/>
                  <a:pt x="202101" y="40974"/>
                </a:cubicBezTo>
                <a:cubicBezTo>
                  <a:pt x="202223" y="40943"/>
                  <a:pt x="202375" y="40883"/>
                  <a:pt x="202466" y="40761"/>
                </a:cubicBezTo>
                <a:cubicBezTo>
                  <a:pt x="202527" y="40731"/>
                  <a:pt x="202557" y="40731"/>
                  <a:pt x="202588" y="40670"/>
                </a:cubicBezTo>
                <a:cubicBezTo>
                  <a:pt x="202618" y="40639"/>
                  <a:pt x="202679" y="40639"/>
                  <a:pt x="202709" y="40609"/>
                </a:cubicBezTo>
                <a:cubicBezTo>
                  <a:pt x="202740" y="40579"/>
                  <a:pt x="202770" y="40579"/>
                  <a:pt x="202831" y="40518"/>
                </a:cubicBezTo>
                <a:cubicBezTo>
                  <a:pt x="202861" y="40488"/>
                  <a:pt x="202892" y="40488"/>
                  <a:pt x="202892" y="40457"/>
                </a:cubicBezTo>
                <a:lnTo>
                  <a:pt x="203165" y="40184"/>
                </a:lnTo>
                <a:cubicBezTo>
                  <a:pt x="203378" y="39971"/>
                  <a:pt x="203895" y="39454"/>
                  <a:pt x="204138" y="39302"/>
                </a:cubicBezTo>
                <a:cubicBezTo>
                  <a:pt x="204411" y="39150"/>
                  <a:pt x="205445" y="38208"/>
                  <a:pt x="205445" y="38208"/>
                </a:cubicBezTo>
                <a:cubicBezTo>
                  <a:pt x="205445" y="38208"/>
                  <a:pt x="206205" y="37296"/>
                  <a:pt x="206509" y="37022"/>
                </a:cubicBezTo>
                <a:cubicBezTo>
                  <a:pt x="206813" y="36810"/>
                  <a:pt x="207269" y="36414"/>
                  <a:pt x="207269" y="36323"/>
                </a:cubicBezTo>
                <a:cubicBezTo>
                  <a:pt x="207269" y="36202"/>
                  <a:pt x="207238" y="35898"/>
                  <a:pt x="207238" y="35898"/>
                </a:cubicBezTo>
                <a:cubicBezTo>
                  <a:pt x="207238" y="35898"/>
                  <a:pt x="207238" y="35896"/>
                  <a:pt x="207235" y="35896"/>
                </a:cubicBezTo>
                <a:cubicBezTo>
                  <a:pt x="207223" y="35896"/>
                  <a:pt x="207171" y="35915"/>
                  <a:pt x="206934" y="36080"/>
                </a:cubicBezTo>
                <a:cubicBezTo>
                  <a:pt x="206661" y="36323"/>
                  <a:pt x="206782" y="36232"/>
                  <a:pt x="206478" y="36414"/>
                </a:cubicBezTo>
                <a:cubicBezTo>
                  <a:pt x="206174" y="36627"/>
                  <a:pt x="205718" y="36810"/>
                  <a:pt x="205597" y="36962"/>
                </a:cubicBezTo>
                <a:cubicBezTo>
                  <a:pt x="205475" y="37114"/>
                  <a:pt x="205445" y="37326"/>
                  <a:pt x="205293" y="37418"/>
                </a:cubicBezTo>
                <a:cubicBezTo>
                  <a:pt x="205220" y="37447"/>
                  <a:pt x="205105" y="37490"/>
                  <a:pt x="205025" y="37490"/>
                </a:cubicBezTo>
                <a:cubicBezTo>
                  <a:pt x="204939" y="37490"/>
                  <a:pt x="204894" y="37439"/>
                  <a:pt x="204989" y="37266"/>
                </a:cubicBezTo>
                <a:cubicBezTo>
                  <a:pt x="205171" y="36931"/>
                  <a:pt x="205262" y="36870"/>
                  <a:pt x="205354" y="36688"/>
                </a:cubicBezTo>
                <a:cubicBezTo>
                  <a:pt x="205475" y="36475"/>
                  <a:pt x="205506" y="36171"/>
                  <a:pt x="205506" y="36171"/>
                </a:cubicBezTo>
                <a:cubicBezTo>
                  <a:pt x="205506" y="36171"/>
                  <a:pt x="205473" y="36056"/>
                  <a:pt x="205394" y="36056"/>
                </a:cubicBezTo>
                <a:cubicBezTo>
                  <a:pt x="205366" y="36056"/>
                  <a:pt x="205333" y="36071"/>
                  <a:pt x="205293" y="36111"/>
                </a:cubicBezTo>
                <a:cubicBezTo>
                  <a:pt x="205141" y="36323"/>
                  <a:pt x="204989" y="36414"/>
                  <a:pt x="204867" y="36658"/>
                </a:cubicBezTo>
                <a:cubicBezTo>
                  <a:pt x="204746" y="36870"/>
                  <a:pt x="204837" y="36870"/>
                  <a:pt x="204594" y="37144"/>
                </a:cubicBezTo>
                <a:cubicBezTo>
                  <a:pt x="204381" y="37418"/>
                  <a:pt x="204594" y="37418"/>
                  <a:pt x="204077" y="37691"/>
                </a:cubicBezTo>
                <a:cubicBezTo>
                  <a:pt x="203591" y="37934"/>
                  <a:pt x="202162" y="38968"/>
                  <a:pt x="202101" y="39120"/>
                </a:cubicBezTo>
                <a:lnTo>
                  <a:pt x="201980" y="39241"/>
                </a:lnTo>
                <a:cubicBezTo>
                  <a:pt x="201980" y="39241"/>
                  <a:pt x="201949" y="39272"/>
                  <a:pt x="201919" y="39272"/>
                </a:cubicBezTo>
                <a:lnTo>
                  <a:pt x="201828" y="39363"/>
                </a:lnTo>
                <a:cubicBezTo>
                  <a:pt x="201767" y="39393"/>
                  <a:pt x="201676" y="39454"/>
                  <a:pt x="201615" y="39515"/>
                </a:cubicBezTo>
                <a:cubicBezTo>
                  <a:pt x="201524" y="39545"/>
                  <a:pt x="201463" y="39606"/>
                  <a:pt x="201372" y="39667"/>
                </a:cubicBezTo>
                <a:cubicBezTo>
                  <a:pt x="201341" y="39697"/>
                  <a:pt x="201250" y="39728"/>
                  <a:pt x="201220" y="39728"/>
                </a:cubicBezTo>
                <a:cubicBezTo>
                  <a:pt x="201189" y="39758"/>
                  <a:pt x="201189" y="39758"/>
                  <a:pt x="201159" y="39758"/>
                </a:cubicBezTo>
                <a:cubicBezTo>
                  <a:pt x="201037" y="39849"/>
                  <a:pt x="200946" y="39910"/>
                  <a:pt x="200916" y="39971"/>
                </a:cubicBezTo>
                <a:cubicBezTo>
                  <a:pt x="200804" y="40082"/>
                  <a:pt x="200693" y="40210"/>
                  <a:pt x="200593" y="40210"/>
                </a:cubicBezTo>
                <a:cubicBezTo>
                  <a:pt x="200557" y="40210"/>
                  <a:pt x="200523" y="40194"/>
                  <a:pt x="200490" y="40153"/>
                </a:cubicBezTo>
                <a:cubicBezTo>
                  <a:pt x="200399" y="40032"/>
                  <a:pt x="200186" y="40062"/>
                  <a:pt x="200278" y="39758"/>
                </a:cubicBezTo>
                <a:cubicBezTo>
                  <a:pt x="200338" y="39515"/>
                  <a:pt x="200733" y="38968"/>
                  <a:pt x="200764" y="38907"/>
                </a:cubicBezTo>
                <a:cubicBezTo>
                  <a:pt x="200794" y="38816"/>
                  <a:pt x="200733" y="38968"/>
                  <a:pt x="201037" y="38664"/>
                </a:cubicBezTo>
                <a:cubicBezTo>
                  <a:pt x="201341" y="38360"/>
                  <a:pt x="201220" y="38481"/>
                  <a:pt x="201645" y="38086"/>
                </a:cubicBezTo>
                <a:cubicBezTo>
                  <a:pt x="202071" y="37722"/>
                  <a:pt x="202405" y="37326"/>
                  <a:pt x="202557" y="37022"/>
                </a:cubicBezTo>
                <a:cubicBezTo>
                  <a:pt x="202588" y="36962"/>
                  <a:pt x="202618" y="36931"/>
                  <a:pt x="202709" y="36840"/>
                </a:cubicBezTo>
                <a:cubicBezTo>
                  <a:pt x="202709" y="36810"/>
                  <a:pt x="202740" y="36810"/>
                  <a:pt x="202740" y="36779"/>
                </a:cubicBezTo>
                <a:lnTo>
                  <a:pt x="202861" y="36658"/>
                </a:lnTo>
                <a:lnTo>
                  <a:pt x="202892" y="36627"/>
                </a:lnTo>
                <a:lnTo>
                  <a:pt x="203074" y="36414"/>
                </a:lnTo>
                <a:lnTo>
                  <a:pt x="203165" y="36414"/>
                </a:lnTo>
                <a:cubicBezTo>
                  <a:pt x="203287" y="36384"/>
                  <a:pt x="203591" y="36354"/>
                  <a:pt x="204107" y="36080"/>
                </a:cubicBezTo>
                <a:lnTo>
                  <a:pt x="204715" y="35776"/>
                </a:lnTo>
                <a:lnTo>
                  <a:pt x="205019" y="35563"/>
                </a:lnTo>
                <a:cubicBezTo>
                  <a:pt x="205171" y="35442"/>
                  <a:pt x="205718" y="35168"/>
                  <a:pt x="205901" y="35138"/>
                </a:cubicBezTo>
                <a:cubicBezTo>
                  <a:pt x="206113" y="35107"/>
                  <a:pt x="206478" y="34895"/>
                  <a:pt x="206509" y="34864"/>
                </a:cubicBezTo>
                <a:cubicBezTo>
                  <a:pt x="206539" y="34864"/>
                  <a:pt x="206630" y="34834"/>
                  <a:pt x="206691" y="34743"/>
                </a:cubicBezTo>
                <a:cubicBezTo>
                  <a:pt x="206813" y="34712"/>
                  <a:pt x="206934" y="34652"/>
                  <a:pt x="207025" y="34591"/>
                </a:cubicBezTo>
                <a:cubicBezTo>
                  <a:pt x="207086" y="34591"/>
                  <a:pt x="207086" y="34560"/>
                  <a:pt x="207117" y="34560"/>
                </a:cubicBezTo>
                <a:cubicBezTo>
                  <a:pt x="207238" y="34500"/>
                  <a:pt x="207421" y="34378"/>
                  <a:pt x="207572" y="34256"/>
                </a:cubicBezTo>
                <a:cubicBezTo>
                  <a:pt x="207724" y="34135"/>
                  <a:pt x="207846" y="34074"/>
                  <a:pt x="207846" y="34044"/>
                </a:cubicBezTo>
                <a:cubicBezTo>
                  <a:pt x="207876" y="33952"/>
                  <a:pt x="208028" y="33679"/>
                  <a:pt x="208059" y="33527"/>
                </a:cubicBezTo>
                <a:cubicBezTo>
                  <a:pt x="208059" y="33375"/>
                  <a:pt x="207998" y="32402"/>
                  <a:pt x="207998" y="32402"/>
                </a:cubicBezTo>
                <a:cubicBezTo>
                  <a:pt x="207998" y="32402"/>
                  <a:pt x="208118" y="32351"/>
                  <a:pt x="208190" y="32351"/>
                </a:cubicBezTo>
                <a:cubicBezTo>
                  <a:pt x="208215" y="32351"/>
                  <a:pt x="208234" y="32357"/>
                  <a:pt x="208241" y="32372"/>
                </a:cubicBezTo>
                <a:cubicBezTo>
                  <a:pt x="208302" y="32402"/>
                  <a:pt x="208302" y="32980"/>
                  <a:pt x="208332" y="33071"/>
                </a:cubicBezTo>
                <a:cubicBezTo>
                  <a:pt x="208393" y="33223"/>
                  <a:pt x="208606" y="33436"/>
                  <a:pt x="208667" y="33436"/>
                </a:cubicBezTo>
                <a:cubicBezTo>
                  <a:pt x="208788" y="33436"/>
                  <a:pt x="208940" y="33223"/>
                  <a:pt x="208940" y="33223"/>
                </a:cubicBezTo>
                <a:cubicBezTo>
                  <a:pt x="208940" y="33223"/>
                  <a:pt x="208758" y="33071"/>
                  <a:pt x="208910" y="32919"/>
                </a:cubicBezTo>
                <a:cubicBezTo>
                  <a:pt x="209092" y="32828"/>
                  <a:pt x="209244" y="32767"/>
                  <a:pt x="209305" y="32706"/>
                </a:cubicBezTo>
                <a:cubicBezTo>
                  <a:pt x="209396" y="32615"/>
                  <a:pt x="209579" y="32585"/>
                  <a:pt x="209670" y="32463"/>
                </a:cubicBezTo>
                <a:lnTo>
                  <a:pt x="209700" y="32433"/>
                </a:lnTo>
                <a:cubicBezTo>
                  <a:pt x="209700" y="32402"/>
                  <a:pt x="209731" y="32402"/>
                  <a:pt x="209761" y="32372"/>
                </a:cubicBezTo>
                <a:lnTo>
                  <a:pt x="209852" y="32372"/>
                </a:lnTo>
                <a:cubicBezTo>
                  <a:pt x="209852" y="32372"/>
                  <a:pt x="209883" y="32372"/>
                  <a:pt x="209883" y="32311"/>
                </a:cubicBezTo>
                <a:cubicBezTo>
                  <a:pt x="209913" y="32311"/>
                  <a:pt x="209913" y="32281"/>
                  <a:pt x="209974" y="32281"/>
                </a:cubicBezTo>
                <a:cubicBezTo>
                  <a:pt x="210035" y="32250"/>
                  <a:pt x="210065" y="32220"/>
                  <a:pt x="210126" y="32098"/>
                </a:cubicBezTo>
                <a:cubicBezTo>
                  <a:pt x="210156" y="31855"/>
                  <a:pt x="210217" y="31186"/>
                  <a:pt x="210308" y="31156"/>
                </a:cubicBezTo>
                <a:cubicBezTo>
                  <a:pt x="210346" y="31119"/>
                  <a:pt x="210406" y="31046"/>
                  <a:pt x="210454" y="31046"/>
                </a:cubicBezTo>
                <a:cubicBezTo>
                  <a:pt x="210484" y="31046"/>
                  <a:pt x="210509" y="31074"/>
                  <a:pt x="210521" y="31156"/>
                </a:cubicBezTo>
                <a:cubicBezTo>
                  <a:pt x="210582" y="31338"/>
                  <a:pt x="210460" y="31521"/>
                  <a:pt x="210612" y="31673"/>
                </a:cubicBezTo>
                <a:cubicBezTo>
                  <a:pt x="210720" y="31759"/>
                  <a:pt x="210690" y="31845"/>
                  <a:pt x="210750" y="31845"/>
                </a:cubicBezTo>
                <a:cubicBezTo>
                  <a:pt x="210774" y="31845"/>
                  <a:pt x="210814" y="31830"/>
                  <a:pt x="210886" y="31794"/>
                </a:cubicBezTo>
                <a:cubicBezTo>
                  <a:pt x="211129" y="31673"/>
                  <a:pt x="211190" y="31642"/>
                  <a:pt x="211281" y="31460"/>
                </a:cubicBezTo>
                <a:cubicBezTo>
                  <a:pt x="211402" y="31247"/>
                  <a:pt x="211706" y="31004"/>
                  <a:pt x="211858" y="30943"/>
                </a:cubicBezTo>
                <a:cubicBezTo>
                  <a:pt x="212010" y="30913"/>
                  <a:pt x="213013" y="30548"/>
                  <a:pt x="213013" y="30548"/>
                </a:cubicBezTo>
                <a:cubicBezTo>
                  <a:pt x="213013" y="30548"/>
                  <a:pt x="213104" y="30092"/>
                  <a:pt x="213104" y="29849"/>
                </a:cubicBezTo>
                <a:cubicBezTo>
                  <a:pt x="213074" y="29575"/>
                  <a:pt x="212801" y="29272"/>
                  <a:pt x="212618" y="29089"/>
                </a:cubicBezTo>
                <a:cubicBezTo>
                  <a:pt x="212436" y="28907"/>
                  <a:pt x="212253" y="28572"/>
                  <a:pt x="212010" y="28512"/>
                </a:cubicBezTo>
                <a:cubicBezTo>
                  <a:pt x="211904" y="28496"/>
                  <a:pt x="211782" y="28489"/>
                  <a:pt x="211683" y="28489"/>
                </a:cubicBezTo>
                <a:cubicBezTo>
                  <a:pt x="211585" y="28489"/>
                  <a:pt x="211509" y="28496"/>
                  <a:pt x="211494" y="28512"/>
                </a:cubicBezTo>
                <a:cubicBezTo>
                  <a:pt x="211433" y="28572"/>
                  <a:pt x="211402" y="28664"/>
                  <a:pt x="211737" y="28785"/>
                </a:cubicBezTo>
                <a:cubicBezTo>
                  <a:pt x="212101" y="28876"/>
                  <a:pt x="212405" y="29028"/>
                  <a:pt x="212436" y="29180"/>
                </a:cubicBezTo>
                <a:cubicBezTo>
                  <a:pt x="212466" y="29332"/>
                  <a:pt x="212557" y="29393"/>
                  <a:pt x="212436" y="29545"/>
                </a:cubicBezTo>
                <a:cubicBezTo>
                  <a:pt x="212314" y="29697"/>
                  <a:pt x="212405" y="29667"/>
                  <a:pt x="212101" y="29879"/>
                </a:cubicBezTo>
                <a:cubicBezTo>
                  <a:pt x="211820" y="30105"/>
                  <a:pt x="211616" y="30278"/>
                  <a:pt x="211346" y="30278"/>
                </a:cubicBezTo>
                <a:cubicBezTo>
                  <a:pt x="211325" y="30278"/>
                  <a:pt x="211303" y="30277"/>
                  <a:pt x="211281" y="30275"/>
                </a:cubicBezTo>
                <a:cubicBezTo>
                  <a:pt x="211103" y="30275"/>
                  <a:pt x="211019" y="30347"/>
                  <a:pt x="210919" y="30347"/>
                </a:cubicBezTo>
                <a:cubicBezTo>
                  <a:pt x="210848" y="30347"/>
                  <a:pt x="210769" y="30310"/>
                  <a:pt x="210642" y="30183"/>
                </a:cubicBezTo>
                <a:cubicBezTo>
                  <a:pt x="210338" y="29879"/>
                  <a:pt x="210004" y="29575"/>
                  <a:pt x="209883" y="29393"/>
                </a:cubicBezTo>
                <a:cubicBezTo>
                  <a:pt x="209761" y="29211"/>
                  <a:pt x="209396" y="28937"/>
                  <a:pt x="209275" y="28876"/>
                </a:cubicBezTo>
                <a:cubicBezTo>
                  <a:pt x="209153" y="28785"/>
                  <a:pt x="209092" y="28724"/>
                  <a:pt x="208849" y="28664"/>
                </a:cubicBezTo>
                <a:cubicBezTo>
                  <a:pt x="208743" y="28648"/>
                  <a:pt x="208629" y="28648"/>
                  <a:pt x="208522" y="28648"/>
                </a:cubicBezTo>
                <a:cubicBezTo>
                  <a:pt x="208416" y="28648"/>
                  <a:pt x="208317" y="28648"/>
                  <a:pt x="208241" y="28633"/>
                </a:cubicBezTo>
                <a:cubicBezTo>
                  <a:pt x="208216" y="28625"/>
                  <a:pt x="208192" y="28622"/>
                  <a:pt x="208169" y="28622"/>
                </a:cubicBezTo>
                <a:cubicBezTo>
                  <a:pt x="208101" y="28622"/>
                  <a:pt x="208047" y="28650"/>
                  <a:pt x="208015" y="28650"/>
                </a:cubicBezTo>
                <a:cubicBezTo>
                  <a:pt x="207980" y="28650"/>
                  <a:pt x="207971" y="28617"/>
                  <a:pt x="207998" y="28481"/>
                </a:cubicBezTo>
                <a:cubicBezTo>
                  <a:pt x="207998" y="28208"/>
                  <a:pt x="207998" y="27904"/>
                  <a:pt x="208059" y="27813"/>
                </a:cubicBezTo>
                <a:cubicBezTo>
                  <a:pt x="208150" y="27691"/>
                  <a:pt x="208363" y="27387"/>
                  <a:pt x="208363" y="27235"/>
                </a:cubicBezTo>
                <a:cubicBezTo>
                  <a:pt x="208363" y="27083"/>
                  <a:pt x="208606" y="26809"/>
                  <a:pt x="208393" y="26688"/>
                </a:cubicBezTo>
                <a:cubicBezTo>
                  <a:pt x="208211" y="26597"/>
                  <a:pt x="207755" y="26293"/>
                  <a:pt x="207694" y="26171"/>
                </a:cubicBezTo>
                <a:cubicBezTo>
                  <a:pt x="207633" y="26050"/>
                  <a:pt x="207451" y="25837"/>
                  <a:pt x="207421" y="25594"/>
                </a:cubicBezTo>
                <a:lnTo>
                  <a:pt x="207421" y="25533"/>
                </a:lnTo>
                <a:cubicBezTo>
                  <a:pt x="207390" y="25381"/>
                  <a:pt x="207329" y="25259"/>
                  <a:pt x="207299" y="25138"/>
                </a:cubicBezTo>
                <a:cubicBezTo>
                  <a:pt x="207299" y="25077"/>
                  <a:pt x="207299" y="24986"/>
                  <a:pt x="207329" y="24864"/>
                </a:cubicBezTo>
                <a:cubicBezTo>
                  <a:pt x="207390" y="24803"/>
                  <a:pt x="207421" y="24773"/>
                  <a:pt x="207451" y="24682"/>
                </a:cubicBezTo>
                <a:cubicBezTo>
                  <a:pt x="207603" y="24530"/>
                  <a:pt x="207755" y="24469"/>
                  <a:pt x="207724" y="24256"/>
                </a:cubicBezTo>
                <a:cubicBezTo>
                  <a:pt x="207694" y="24013"/>
                  <a:pt x="207481" y="23496"/>
                  <a:pt x="207542" y="23436"/>
                </a:cubicBezTo>
                <a:cubicBezTo>
                  <a:pt x="207542" y="23314"/>
                  <a:pt x="207572" y="23344"/>
                  <a:pt x="207694" y="22888"/>
                </a:cubicBezTo>
                <a:cubicBezTo>
                  <a:pt x="207846" y="22402"/>
                  <a:pt x="207937" y="22037"/>
                  <a:pt x="207937" y="21916"/>
                </a:cubicBezTo>
                <a:cubicBezTo>
                  <a:pt x="207937" y="21825"/>
                  <a:pt x="207907" y="21794"/>
                  <a:pt x="207907" y="21733"/>
                </a:cubicBezTo>
                <a:lnTo>
                  <a:pt x="207907" y="21673"/>
                </a:lnTo>
                <a:cubicBezTo>
                  <a:pt x="207907" y="21642"/>
                  <a:pt x="207937" y="21642"/>
                  <a:pt x="207937" y="21612"/>
                </a:cubicBezTo>
                <a:cubicBezTo>
                  <a:pt x="208059" y="21490"/>
                  <a:pt x="208332" y="21308"/>
                  <a:pt x="208302" y="21217"/>
                </a:cubicBezTo>
                <a:cubicBezTo>
                  <a:pt x="208241" y="21126"/>
                  <a:pt x="208059" y="21065"/>
                  <a:pt x="207937" y="20882"/>
                </a:cubicBezTo>
                <a:cubicBezTo>
                  <a:pt x="207846" y="20700"/>
                  <a:pt x="207572" y="20882"/>
                  <a:pt x="207785" y="20548"/>
                </a:cubicBezTo>
                <a:cubicBezTo>
                  <a:pt x="207998" y="20153"/>
                  <a:pt x="208302" y="19849"/>
                  <a:pt x="208393" y="19758"/>
                </a:cubicBezTo>
                <a:cubicBezTo>
                  <a:pt x="208480" y="19671"/>
                  <a:pt x="208598" y="19522"/>
                  <a:pt x="208692" y="19522"/>
                </a:cubicBezTo>
                <a:cubicBezTo>
                  <a:pt x="208729" y="19522"/>
                  <a:pt x="208762" y="19545"/>
                  <a:pt x="208788" y="19606"/>
                </a:cubicBezTo>
                <a:cubicBezTo>
                  <a:pt x="208849" y="19788"/>
                  <a:pt x="209092" y="20001"/>
                  <a:pt x="209123" y="20001"/>
                </a:cubicBezTo>
                <a:cubicBezTo>
                  <a:pt x="209153" y="20001"/>
                  <a:pt x="209275" y="19970"/>
                  <a:pt x="209244" y="19636"/>
                </a:cubicBezTo>
                <a:cubicBezTo>
                  <a:pt x="209214" y="19332"/>
                  <a:pt x="209123" y="19302"/>
                  <a:pt x="209427" y="19150"/>
                </a:cubicBezTo>
                <a:cubicBezTo>
                  <a:pt x="209700" y="18998"/>
                  <a:pt x="209852" y="18937"/>
                  <a:pt x="210035" y="18785"/>
                </a:cubicBezTo>
                <a:cubicBezTo>
                  <a:pt x="210217" y="18633"/>
                  <a:pt x="210369" y="18542"/>
                  <a:pt x="210369" y="18329"/>
                </a:cubicBezTo>
                <a:cubicBezTo>
                  <a:pt x="210369" y="18147"/>
                  <a:pt x="210430" y="18086"/>
                  <a:pt x="210460" y="18086"/>
                </a:cubicBezTo>
                <a:cubicBezTo>
                  <a:pt x="210490" y="18086"/>
                  <a:pt x="211098" y="17843"/>
                  <a:pt x="211098" y="17721"/>
                </a:cubicBezTo>
                <a:cubicBezTo>
                  <a:pt x="211098" y="17630"/>
                  <a:pt x="211129" y="17478"/>
                  <a:pt x="211190" y="17265"/>
                </a:cubicBezTo>
                <a:cubicBezTo>
                  <a:pt x="211220" y="17083"/>
                  <a:pt x="211250" y="17022"/>
                  <a:pt x="211220" y="16931"/>
                </a:cubicBezTo>
                <a:cubicBezTo>
                  <a:pt x="211190" y="16870"/>
                  <a:pt x="210946" y="16961"/>
                  <a:pt x="211129" y="16627"/>
                </a:cubicBezTo>
                <a:cubicBezTo>
                  <a:pt x="211342" y="16293"/>
                  <a:pt x="211494" y="16262"/>
                  <a:pt x="211524" y="15989"/>
                </a:cubicBezTo>
                <a:cubicBezTo>
                  <a:pt x="211551" y="15741"/>
                  <a:pt x="211529" y="15494"/>
                  <a:pt x="211615" y="15494"/>
                </a:cubicBezTo>
                <a:cubicBezTo>
                  <a:pt x="211624" y="15494"/>
                  <a:pt x="211634" y="15497"/>
                  <a:pt x="211646" y="15502"/>
                </a:cubicBezTo>
                <a:cubicBezTo>
                  <a:pt x="211719" y="15527"/>
                  <a:pt x="211714" y="15727"/>
                  <a:pt x="211850" y="15727"/>
                </a:cubicBezTo>
                <a:cubicBezTo>
                  <a:pt x="211883" y="15727"/>
                  <a:pt x="211926" y="15715"/>
                  <a:pt x="211980" y="15685"/>
                </a:cubicBezTo>
                <a:cubicBezTo>
                  <a:pt x="212253" y="15533"/>
                  <a:pt x="212284" y="15502"/>
                  <a:pt x="212436" y="15229"/>
                </a:cubicBezTo>
                <a:cubicBezTo>
                  <a:pt x="212588" y="14955"/>
                  <a:pt x="212709" y="14773"/>
                  <a:pt x="212770" y="14499"/>
                </a:cubicBezTo>
                <a:cubicBezTo>
                  <a:pt x="212861" y="14226"/>
                  <a:pt x="212770" y="14135"/>
                  <a:pt x="213074" y="13983"/>
                </a:cubicBezTo>
                <a:cubicBezTo>
                  <a:pt x="213330" y="13880"/>
                  <a:pt x="213587" y="13756"/>
                  <a:pt x="213734" y="13756"/>
                </a:cubicBezTo>
                <a:cubicBezTo>
                  <a:pt x="213761" y="13756"/>
                  <a:pt x="213785" y="13760"/>
                  <a:pt x="213804" y="13770"/>
                </a:cubicBezTo>
                <a:cubicBezTo>
                  <a:pt x="213925" y="13861"/>
                  <a:pt x="213864" y="14013"/>
                  <a:pt x="214077" y="14043"/>
                </a:cubicBezTo>
                <a:cubicBezTo>
                  <a:pt x="214177" y="14093"/>
                  <a:pt x="214259" y="14143"/>
                  <a:pt x="214322" y="14143"/>
                </a:cubicBezTo>
                <a:cubicBezTo>
                  <a:pt x="214374" y="14143"/>
                  <a:pt x="214414" y="14109"/>
                  <a:pt x="214442" y="14013"/>
                </a:cubicBezTo>
                <a:cubicBezTo>
                  <a:pt x="214472" y="13831"/>
                  <a:pt x="214563" y="13466"/>
                  <a:pt x="214594" y="13375"/>
                </a:cubicBezTo>
                <a:cubicBezTo>
                  <a:pt x="214624" y="13283"/>
                  <a:pt x="214898" y="12858"/>
                  <a:pt x="214898" y="12858"/>
                </a:cubicBezTo>
                <a:cubicBezTo>
                  <a:pt x="214898" y="12858"/>
                  <a:pt x="215384" y="12524"/>
                  <a:pt x="215506" y="12341"/>
                </a:cubicBezTo>
                <a:cubicBezTo>
                  <a:pt x="215627" y="12189"/>
                  <a:pt x="216205" y="11612"/>
                  <a:pt x="216235" y="11551"/>
                </a:cubicBezTo>
                <a:cubicBezTo>
                  <a:pt x="216266" y="11460"/>
                  <a:pt x="216296" y="11399"/>
                  <a:pt x="216539" y="11277"/>
                </a:cubicBezTo>
                <a:cubicBezTo>
                  <a:pt x="216722" y="11125"/>
                  <a:pt x="217178" y="11125"/>
                  <a:pt x="217178" y="10973"/>
                </a:cubicBezTo>
                <a:cubicBezTo>
                  <a:pt x="217219" y="11015"/>
                  <a:pt x="217246" y="11031"/>
                  <a:pt x="217261" y="11031"/>
                </a:cubicBezTo>
                <a:cubicBezTo>
                  <a:pt x="217314" y="11031"/>
                  <a:pt x="217228" y="10838"/>
                  <a:pt x="217086" y="10791"/>
                </a:cubicBezTo>
                <a:cubicBezTo>
                  <a:pt x="216904" y="10700"/>
                  <a:pt x="217026" y="10700"/>
                  <a:pt x="216722" y="10669"/>
                </a:cubicBezTo>
                <a:cubicBezTo>
                  <a:pt x="216418" y="10639"/>
                  <a:pt x="216296" y="10639"/>
                  <a:pt x="216266" y="10487"/>
                </a:cubicBezTo>
                <a:cubicBezTo>
                  <a:pt x="216235" y="10335"/>
                  <a:pt x="216387" y="10335"/>
                  <a:pt x="216418" y="10153"/>
                </a:cubicBezTo>
                <a:cubicBezTo>
                  <a:pt x="216448" y="9940"/>
                  <a:pt x="216448" y="9727"/>
                  <a:pt x="216326" y="9575"/>
                </a:cubicBezTo>
                <a:cubicBezTo>
                  <a:pt x="216235" y="9423"/>
                  <a:pt x="216022" y="9089"/>
                  <a:pt x="215871" y="8998"/>
                </a:cubicBezTo>
                <a:cubicBezTo>
                  <a:pt x="215735" y="8943"/>
                  <a:pt x="215479" y="8841"/>
                  <a:pt x="215360" y="8841"/>
                </a:cubicBezTo>
                <a:cubicBezTo>
                  <a:pt x="215346" y="8841"/>
                  <a:pt x="215333" y="8842"/>
                  <a:pt x="215323" y="8846"/>
                </a:cubicBezTo>
                <a:cubicBezTo>
                  <a:pt x="215232" y="8876"/>
                  <a:pt x="215263" y="8937"/>
                  <a:pt x="215171" y="9058"/>
                </a:cubicBezTo>
                <a:cubicBezTo>
                  <a:pt x="215050" y="9210"/>
                  <a:pt x="215080" y="9271"/>
                  <a:pt x="214928" y="9302"/>
                </a:cubicBezTo>
                <a:cubicBezTo>
                  <a:pt x="214822" y="9319"/>
                  <a:pt x="214727" y="9429"/>
                  <a:pt x="214659" y="9429"/>
                </a:cubicBezTo>
                <a:cubicBezTo>
                  <a:pt x="214610" y="9429"/>
                  <a:pt x="214576" y="9372"/>
                  <a:pt x="214563" y="9180"/>
                </a:cubicBezTo>
                <a:cubicBezTo>
                  <a:pt x="214472" y="8724"/>
                  <a:pt x="214563" y="8694"/>
                  <a:pt x="214412" y="8542"/>
                </a:cubicBezTo>
                <a:cubicBezTo>
                  <a:pt x="214260" y="8390"/>
                  <a:pt x="214138" y="8268"/>
                  <a:pt x="214138" y="7964"/>
                </a:cubicBezTo>
                <a:cubicBezTo>
                  <a:pt x="214108" y="7660"/>
                  <a:pt x="214016" y="7356"/>
                  <a:pt x="213895" y="7326"/>
                </a:cubicBezTo>
                <a:cubicBezTo>
                  <a:pt x="213858" y="7307"/>
                  <a:pt x="213798" y="7278"/>
                  <a:pt x="213683" y="7278"/>
                </a:cubicBezTo>
                <a:cubicBezTo>
                  <a:pt x="213608" y="7278"/>
                  <a:pt x="213509" y="7290"/>
                  <a:pt x="213378" y="7326"/>
                </a:cubicBezTo>
                <a:cubicBezTo>
                  <a:pt x="213116" y="7374"/>
                  <a:pt x="212891" y="7515"/>
                  <a:pt x="212718" y="7515"/>
                </a:cubicBezTo>
                <a:cubicBezTo>
                  <a:pt x="212671" y="7515"/>
                  <a:pt x="212627" y="7504"/>
                  <a:pt x="212588" y="7478"/>
                </a:cubicBezTo>
                <a:cubicBezTo>
                  <a:pt x="212375" y="7356"/>
                  <a:pt x="212193" y="7083"/>
                  <a:pt x="212162" y="6992"/>
                </a:cubicBezTo>
                <a:cubicBezTo>
                  <a:pt x="212132" y="6840"/>
                  <a:pt x="211980" y="6141"/>
                  <a:pt x="211676" y="5563"/>
                </a:cubicBezTo>
                <a:cubicBezTo>
                  <a:pt x="211402" y="5016"/>
                  <a:pt x="211159" y="4499"/>
                  <a:pt x="210977" y="4165"/>
                </a:cubicBezTo>
                <a:cubicBezTo>
                  <a:pt x="210794" y="3830"/>
                  <a:pt x="210673" y="3678"/>
                  <a:pt x="210399" y="3101"/>
                </a:cubicBezTo>
                <a:cubicBezTo>
                  <a:pt x="210156" y="2523"/>
                  <a:pt x="209913" y="1916"/>
                  <a:pt x="209852" y="1703"/>
                </a:cubicBezTo>
                <a:cubicBezTo>
                  <a:pt x="209731" y="1429"/>
                  <a:pt x="209761" y="1004"/>
                  <a:pt x="209457" y="912"/>
                </a:cubicBezTo>
                <a:cubicBezTo>
                  <a:pt x="209153" y="791"/>
                  <a:pt x="208545" y="517"/>
                  <a:pt x="208272" y="365"/>
                </a:cubicBezTo>
                <a:cubicBezTo>
                  <a:pt x="207968" y="213"/>
                  <a:pt x="207451" y="1"/>
                  <a:pt x="207451" y="1"/>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66" name="Google Shape;5266;p61"/>
          <p:cNvSpPr txBox="1"/>
          <p:nvPr/>
        </p:nvSpPr>
        <p:spPr>
          <a:xfrm flipH="1">
            <a:off x="774425" y="3408372"/>
            <a:ext cx="2143200" cy="732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GB" sz="2400">
                <a:solidFill>
                  <a:schemeClr val="dk1"/>
                </a:solidFill>
                <a:latin typeface="Averia Serif Libre" panose="02000603000000000004"/>
                <a:ea typeface="Averia Serif Libre" panose="02000603000000000004"/>
                <a:cs typeface="Averia Serif Libre" panose="02000603000000000004"/>
                <a:sym typeface="Averia Serif Libre" panose="02000603000000000004"/>
              </a:rPr>
              <a:t>Camp Wood</a:t>
            </a:r>
            <a:endParaRPr sz="2400">
              <a:solidFill>
                <a:schemeClr val="dk1"/>
              </a:solidFill>
              <a:latin typeface="Averia Serif Libre" panose="02000603000000000004"/>
              <a:ea typeface="Averia Serif Libre" panose="02000603000000000004"/>
              <a:cs typeface="Averia Serif Libre" panose="02000603000000000004"/>
              <a:sym typeface="Averia Serif Libre" panose="02000603000000000004"/>
            </a:endParaRPr>
          </a:p>
        </p:txBody>
      </p:sp>
      <p:sp>
        <p:nvSpPr>
          <p:cNvPr id="5267" name="Google Shape;5267;p61"/>
          <p:cNvSpPr txBox="1"/>
          <p:nvPr/>
        </p:nvSpPr>
        <p:spPr>
          <a:xfrm flipH="1">
            <a:off x="6287525" y="3408380"/>
            <a:ext cx="2143200" cy="732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GB" sz="2400">
                <a:solidFill>
                  <a:schemeClr val="dk1"/>
                </a:solidFill>
                <a:latin typeface="Averia Serif Libre" panose="02000603000000000004"/>
                <a:ea typeface="Averia Serif Libre" panose="02000603000000000004"/>
                <a:cs typeface="Averia Serif Libre" panose="02000603000000000004"/>
                <a:sym typeface="Averia Serif Libre" panose="02000603000000000004"/>
              </a:rPr>
              <a:t>Great Falls</a:t>
            </a:r>
            <a:endParaRPr sz="2400">
              <a:solidFill>
                <a:schemeClr val="dk1"/>
              </a:solidFill>
              <a:latin typeface="Averia Serif Libre" panose="02000603000000000004"/>
              <a:ea typeface="Averia Serif Libre" panose="02000603000000000004"/>
              <a:cs typeface="Averia Serif Libre" panose="02000603000000000004"/>
              <a:sym typeface="Averia Serif Libre" panose="02000603000000000004"/>
            </a:endParaRPr>
          </a:p>
        </p:txBody>
      </p:sp>
      <p:sp>
        <p:nvSpPr>
          <p:cNvPr id="5268" name="Google Shape;5268;p61"/>
          <p:cNvSpPr txBox="1"/>
          <p:nvPr/>
        </p:nvSpPr>
        <p:spPr>
          <a:xfrm flipH="1">
            <a:off x="3350625" y="3408372"/>
            <a:ext cx="2143200" cy="732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GB" sz="2400">
                <a:solidFill>
                  <a:schemeClr val="dk1"/>
                </a:solidFill>
                <a:latin typeface="Averia Serif Libre" panose="02000603000000000004"/>
                <a:ea typeface="Averia Serif Libre" panose="02000603000000000004"/>
                <a:cs typeface="Averia Serif Libre" panose="02000603000000000004"/>
                <a:sym typeface="Averia Serif Libre" panose="02000603000000000004"/>
              </a:rPr>
              <a:t>Fort Mandan</a:t>
            </a:r>
            <a:endParaRPr sz="2400">
              <a:solidFill>
                <a:schemeClr val="dk1"/>
              </a:solidFill>
              <a:latin typeface="Averia Serif Libre" panose="02000603000000000004"/>
              <a:ea typeface="Averia Serif Libre" panose="02000603000000000004"/>
              <a:cs typeface="Averia Serif Libre" panose="02000603000000000004"/>
              <a:sym typeface="Averia Serif Libre" panose="02000603000000000004"/>
            </a:endParaRPr>
          </a:p>
        </p:txBody>
      </p:sp>
      <p:sp>
        <p:nvSpPr>
          <p:cNvPr id="5269" name="Google Shape;5269;p61"/>
          <p:cNvSpPr/>
          <p:nvPr/>
        </p:nvSpPr>
        <p:spPr>
          <a:xfrm>
            <a:off x="507033" y="3365394"/>
            <a:ext cx="267384" cy="393474"/>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chemeClr val="dk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70" name="Google Shape;5270;p61"/>
          <p:cNvSpPr/>
          <p:nvPr/>
        </p:nvSpPr>
        <p:spPr>
          <a:xfrm>
            <a:off x="3000433" y="3365391"/>
            <a:ext cx="267384" cy="393474"/>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71" name="Google Shape;5271;p61"/>
          <p:cNvSpPr/>
          <p:nvPr/>
        </p:nvSpPr>
        <p:spPr>
          <a:xfrm>
            <a:off x="5926833" y="3365389"/>
            <a:ext cx="267384" cy="393474"/>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chemeClr val="lt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72" name="Google Shape;5272;p61"/>
          <p:cNvSpPr txBox="1"/>
          <p:nvPr/>
        </p:nvSpPr>
        <p:spPr>
          <a:xfrm>
            <a:off x="911700" y="1360113"/>
            <a:ext cx="2683500" cy="16629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GB">
                <a:solidFill>
                  <a:schemeClr val="dk1"/>
                </a:solidFill>
                <a:latin typeface="Average Sans" panose="02000503040000020003"/>
                <a:ea typeface="Average Sans" panose="02000503040000020003"/>
                <a:cs typeface="Average Sans" panose="02000503040000020003"/>
                <a:sym typeface="Average Sans" panose="02000503040000020003"/>
              </a:rPr>
              <a:t>Place a marker on the map with the following locations visited by Lewis and Clark and draw a line following their itinerary</a:t>
            </a:r>
            <a:endParaRPr>
              <a:solidFill>
                <a:schemeClr val="dk1"/>
              </a:solidFill>
              <a:latin typeface="Average Sans" panose="02000503040000020003"/>
              <a:ea typeface="Average Sans" panose="02000503040000020003"/>
              <a:cs typeface="Average Sans" panose="02000503040000020003"/>
              <a:sym typeface="Average Sans" panose="02000503040000020003"/>
            </a:endParaRPr>
          </a:p>
          <a:p>
            <a:pPr marL="0" lvl="0" indent="0" algn="l" rtl="0">
              <a:spcBef>
                <a:spcPts val="0"/>
              </a:spcBef>
              <a:spcAft>
                <a:spcPts val="0"/>
              </a:spcAft>
              <a:buNone/>
            </a:pPr>
            <a:endParaRPr>
              <a:solidFill>
                <a:schemeClr val="dk1"/>
              </a:solidFill>
              <a:latin typeface="Average Sans" panose="02000503040000020003"/>
              <a:ea typeface="Average Sans" panose="02000503040000020003"/>
              <a:cs typeface="Average Sans" panose="02000503040000020003"/>
              <a:sym typeface="Average Sans" panose="02000503040000020003"/>
            </a:endParaRPr>
          </a:p>
          <a:p>
            <a:pPr marL="0" lvl="0" indent="0" algn="l" rtl="0">
              <a:spcBef>
                <a:spcPts val="0"/>
              </a:spcBef>
              <a:spcAft>
                <a:spcPts val="0"/>
              </a:spcAft>
              <a:buNone/>
            </a:pPr>
            <a:r>
              <a:rPr lang="en-GB">
                <a:solidFill>
                  <a:schemeClr val="dk1"/>
                </a:solidFill>
                <a:latin typeface="Average Sans" panose="02000503040000020003"/>
                <a:ea typeface="Average Sans" panose="02000503040000020003"/>
                <a:cs typeface="Average Sans" panose="02000503040000020003"/>
                <a:sym typeface="Average Sans" panose="02000503040000020003"/>
              </a:rPr>
              <a:t>Then check on the next slide if your </a:t>
            </a:r>
            <a:r>
              <a:rPr lang="en-GB">
                <a:solidFill>
                  <a:schemeClr val="dk1"/>
                </a:solidFill>
                <a:latin typeface="Average Sans" panose="02000503040000020003"/>
                <a:ea typeface="Average Sans" panose="02000503040000020003"/>
                <a:cs typeface="Average Sans" panose="02000503040000020003"/>
                <a:sym typeface="Average Sans" panose="02000503040000020003"/>
              </a:rPr>
              <a:t>answers</a:t>
            </a:r>
            <a:r>
              <a:rPr lang="en-GB">
                <a:solidFill>
                  <a:schemeClr val="dk1"/>
                </a:solidFill>
                <a:latin typeface="Average Sans" panose="02000503040000020003"/>
                <a:ea typeface="Average Sans" panose="02000503040000020003"/>
                <a:cs typeface="Average Sans" panose="02000503040000020003"/>
                <a:sym typeface="Average Sans" panose="02000503040000020003"/>
              </a:rPr>
              <a:t> are correct</a:t>
            </a:r>
            <a:endParaRPr>
              <a:solidFill>
                <a:schemeClr val="dk1"/>
              </a:solidFill>
              <a:latin typeface="Average Sans" panose="02000503040000020003"/>
              <a:ea typeface="Average Sans" panose="02000503040000020003"/>
              <a:cs typeface="Average Sans" panose="02000503040000020003"/>
              <a:sym typeface="Average Sans" panose="02000503040000020003"/>
            </a:endParaRPr>
          </a:p>
        </p:txBody>
      </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5276" name="Shape 5276"/>
        <p:cNvGrpSpPr/>
        <p:nvPr/>
      </p:nvGrpSpPr>
      <p:grpSpPr>
        <a:xfrm>
          <a:off x="0" y="0"/>
          <a:ext cx="0" cy="0"/>
          <a:chOff x="0" y="0"/>
          <a:chExt cx="0" cy="0"/>
        </a:xfrm>
      </p:grpSpPr>
      <p:sp>
        <p:nvSpPr>
          <p:cNvPr id="5277" name="Google Shape;5277;p62"/>
          <p:cNvSpPr txBox="1"/>
          <p:nvPr>
            <p:ph type="title"/>
          </p:nvPr>
        </p:nvSpPr>
        <p:spPr>
          <a:xfrm>
            <a:off x="713225" y="445025"/>
            <a:ext cx="77175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Solution </a:t>
            </a:r>
            <a:r>
              <a:rPr lang="en-GB"/>
              <a:t>first</a:t>
            </a:r>
            <a:r>
              <a:rPr lang="en-GB"/>
              <a:t> exercise</a:t>
            </a:r>
            <a:endParaRPr lang="en-GB"/>
          </a:p>
        </p:txBody>
      </p:sp>
      <p:sp>
        <p:nvSpPr>
          <p:cNvPr id="5278" name="Google Shape;5278;p62"/>
          <p:cNvSpPr/>
          <p:nvPr/>
        </p:nvSpPr>
        <p:spPr>
          <a:xfrm rot="133634">
            <a:off x="856726" y="1338712"/>
            <a:ext cx="4613280" cy="3008544"/>
          </a:xfrm>
          <a:custGeom>
            <a:avLst/>
            <a:gdLst/>
            <a:ahLst/>
            <a:cxnLst/>
            <a:rect l="l" t="t" r="r" b="b"/>
            <a:pathLst>
              <a:path w="217315" h="141705" extrusionOk="0">
                <a:moveTo>
                  <a:pt x="207451" y="1"/>
                </a:moveTo>
                <a:cubicBezTo>
                  <a:pt x="207451" y="1"/>
                  <a:pt x="206965" y="31"/>
                  <a:pt x="206721" y="305"/>
                </a:cubicBezTo>
                <a:cubicBezTo>
                  <a:pt x="206509" y="548"/>
                  <a:pt x="206144" y="852"/>
                  <a:pt x="205840" y="1216"/>
                </a:cubicBezTo>
                <a:cubicBezTo>
                  <a:pt x="205506" y="1551"/>
                  <a:pt x="205293" y="1855"/>
                  <a:pt x="205080" y="1855"/>
                </a:cubicBezTo>
                <a:cubicBezTo>
                  <a:pt x="205052" y="1855"/>
                  <a:pt x="205025" y="1856"/>
                  <a:pt x="204998" y="1856"/>
                </a:cubicBezTo>
                <a:cubicBezTo>
                  <a:pt x="204876" y="1856"/>
                  <a:pt x="204765" y="1835"/>
                  <a:pt x="204715" y="1612"/>
                </a:cubicBezTo>
                <a:cubicBezTo>
                  <a:pt x="204624" y="1308"/>
                  <a:pt x="204472" y="852"/>
                  <a:pt x="204411" y="821"/>
                </a:cubicBezTo>
                <a:cubicBezTo>
                  <a:pt x="204407" y="820"/>
                  <a:pt x="204401" y="819"/>
                  <a:pt x="204394" y="819"/>
                </a:cubicBezTo>
                <a:cubicBezTo>
                  <a:pt x="204256" y="819"/>
                  <a:pt x="203618" y="1101"/>
                  <a:pt x="203560" y="1216"/>
                </a:cubicBezTo>
                <a:cubicBezTo>
                  <a:pt x="203499" y="1308"/>
                  <a:pt x="203621" y="1399"/>
                  <a:pt x="203408" y="2341"/>
                </a:cubicBezTo>
                <a:cubicBezTo>
                  <a:pt x="203226" y="3283"/>
                  <a:pt x="202800" y="4469"/>
                  <a:pt x="202770" y="4803"/>
                </a:cubicBezTo>
                <a:cubicBezTo>
                  <a:pt x="202709" y="5168"/>
                  <a:pt x="202618" y="6232"/>
                  <a:pt x="202709" y="6414"/>
                </a:cubicBezTo>
                <a:cubicBezTo>
                  <a:pt x="202800" y="6596"/>
                  <a:pt x="202952" y="6748"/>
                  <a:pt x="203044" y="6992"/>
                </a:cubicBezTo>
                <a:cubicBezTo>
                  <a:pt x="203104" y="7204"/>
                  <a:pt x="203013" y="7691"/>
                  <a:pt x="202922" y="7843"/>
                </a:cubicBezTo>
                <a:cubicBezTo>
                  <a:pt x="202861" y="7995"/>
                  <a:pt x="202740" y="8086"/>
                  <a:pt x="202740" y="8390"/>
                </a:cubicBezTo>
                <a:cubicBezTo>
                  <a:pt x="202770" y="8694"/>
                  <a:pt x="202952" y="8998"/>
                  <a:pt x="203165" y="9484"/>
                </a:cubicBezTo>
                <a:cubicBezTo>
                  <a:pt x="203347" y="10031"/>
                  <a:pt x="203469" y="9879"/>
                  <a:pt x="203378" y="10274"/>
                </a:cubicBezTo>
                <a:cubicBezTo>
                  <a:pt x="203317" y="10669"/>
                  <a:pt x="203165" y="10639"/>
                  <a:pt x="203165" y="11004"/>
                </a:cubicBezTo>
                <a:cubicBezTo>
                  <a:pt x="203165" y="11399"/>
                  <a:pt x="203317" y="11429"/>
                  <a:pt x="203104" y="11703"/>
                </a:cubicBezTo>
                <a:cubicBezTo>
                  <a:pt x="202922" y="11946"/>
                  <a:pt x="202770" y="12068"/>
                  <a:pt x="202740" y="12220"/>
                </a:cubicBezTo>
                <a:cubicBezTo>
                  <a:pt x="202709" y="12372"/>
                  <a:pt x="202618" y="12645"/>
                  <a:pt x="202740" y="12767"/>
                </a:cubicBezTo>
                <a:cubicBezTo>
                  <a:pt x="202861" y="12858"/>
                  <a:pt x="203013" y="12858"/>
                  <a:pt x="203013" y="12980"/>
                </a:cubicBezTo>
                <a:cubicBezTo>
                  <a:pt x="203013" y="13071"/>
                  <a:pt x="203044" y="13101"/>
                  <a:pt x="203044" y="13131"/>
                </a:cubicBezTo>
                <a:cubicBezTo>
                  <a:pt x="203044" y="13162"/>
                  <a:pt x="203044" y="13223"/>
                  <a:pt x="202922" y="13223"/>
                </a:cubicBezTo>
                <a:cubicBezTo>
                  <a:pt x="202740" y="13283"/>
                  <a:pt x="202618" y="13283"/>
                  <a:pt x="202618" y="13375"/>
                </a:cubicBezTo>
                <a:cubicBezTo>
                  <a:pt x="202618" y="13435"/>
                  <a:pt x="202648" y="13587"/>
                  <a:pt x="202648" y="13679"/>
                </a:cubicBezTo>
                <a:cubicBezTo>
                  <a:pt x="202618" y="13739"/>
                  <a:pt x="202648" y="14013"/>
                  <a:pt x="202648" y="14013"/>
                </a:cubicBezTo>
                <a:lnTo>
                  <a:pt x="201828" y="14043"/>
                </a:lnTo>
                <a:cubicBezTo>
                  <a:pt x="201828" y="14043"/>
                  <a:pt x="201585" y="14347"/>
                  <a:pt x="201554" y="14438"/>
                </a:cubicBezTo>
                <a:cubicBezTo>
                  <a:pt x="201524" y="14560"/>
                  <a:pt x="201493" y="14712"/>
                  <a:pt x="201281" y="14712"/>
                </a:cubicBezTo>
                <a:cubicBezTo>
                  <a:pt x="201098" y="14742"/>
                  <a:pt x="200642" y="14894"/>
                  <a:pt x="200673" y="15016"/>
                </a:cubicBezTo>
                <a:lnTo>
                  <a:pt x="200673" y="15472"/>
                </a:lnTo>
                <a:cubicBezTo>
                  <a:pt x="200673" y="15502"/>
                  <a:pt x="200764" y="15685"/>
                  <a:pt x="200764" y="15928"/>
                </a:cubicBezTo>
                <a:lnTo>
                  <a:pt x="200764" y="16475"/>
                </a:lnTo>
                <a:lnTo>
                  <a:pt x="195931" y="18390"/>
                </a:lnTo>
                <a:lnTo>
                  <a:pt x="194381" y="18876"/>
                </a:lnTo>
                <a:lnTo>
                  <a:pt x="194350" y="18907"/>
                </a:lnTo>
                <a:cubicBezTo>
                  <a:pt x="193925" y="19119"/>
                  <a:pt x="191372" y="20183"/>
                  <a:pt x="190764" y="20396"/>
                </a:cubicBezTo>
                <a:cubicBezTo>
                  <a:pt x="190125" y="20670"/>
                  <a:pt x="189852" y="20822"/>
                  <a:pt x="189639" y="20822"/>
                </a:cubicBezTo>
                <a:cubicBezTo>
                  <a:pt x="189489" y="20822"/>
                  <a:pt x="189305" y="20776"/>
                  <a:pt x="189157" y="20776"/>
                </a:cubicBezTo>
                <a:cubicBezTo>
                  <a:pt x="189065" y="20776"/>
                  <a:pt x="188987" y="20794"/>
                  <a:pt x="188940" y="20852"/>
                </a:cubicBezTo>
                <a:cubicBezTo>
                  <a:pt x="188849" y="21034"/>
                  <a:pt x="188332" y="21642"/>
                  <a:pt x="188241" y="21794"/>
                </a:cubicBezTo>
                <a:cubicBezTo>
                  <a:pt x="188119" y="21946"/>
                  <a:pt x="187207" y="23344"/>
                  <a:pt x="186903" y="23861"/>
                </a:cubicBezTo>
                <a:cubicBezTo>
                  <a:pt x="186903" y="23861"/>
                  <a:pt x="186721" y="24074"/>
                  <a:pt x="186751" y="24378"/>
                </a:cubicBezTo>
                <a:cubicBezTo>
                  <a:pt x="186782" y="24651"/>
                  <a:pt x="187055" y="24925"/>
                  <a:pt x="186812" y="25138"/>
                </a:cubicBezTo>
                <a:cubicBezTo>
                  <a:pt x="186599" y="25381"/>
                  <a:pt x="185870" y="26445"/>
                  <a:pt x="185718" y="26718"/>
                </a:cubicBezTo>
                <a:cubicBezTo>
                  <a:pt x="185596" y="26961"/>
                  <a:pt x="185140" y="27417"/>
                  <a:pt x="185292" y="27630"/>
                </a:cubicBezTo>
                <a:cubicBezTo>
                  <a:pt x="185414" y="27782"/>
                  <a:pt x="185840" y="27873"/>
                  <a:pt x="185900" y="27934"/>
                </a:cubicBezTo>
                <a:cubicBezTo>
                  <a:pt x="185992" y="27934"/>
                  <a:pt x="186356" y="27934"/>
                  <a:pt x="186356" y="28025"/>
                </a:cubicBezTo>
                <a:cubicBezTo>
                  <a:pt x="186356" y="28147"/>
                  <a:pt x="186326" y="28299"/>
                  <a:pt x="186265" y="28420"/>
                </a:cubicBezTo>
                <a:cubicBezTo>
                  <a:pt x="186174" y="28542"/>
                  <a:pt x="185961" y="28633"/>
                  <a:pt x="186144" y="28876"/>
                </a:cubicBezTo>
                <a:cubicBezTo>
                  <a:pt x="186326" y="29089"/>
                  <a:pt x="186447" y="29120"/>
                  <a:pt x="186569" y="29241"/>
                </a:cubicBezTo>
                <a:cubicBezTo>
                  <a:pt x="186660" y="29393"/>
                  <a:pt x="186660" y="29636"/>
                  <a:pt x="186630" y="29788"/>
                </a:cubicBezTo>
                <a:cubicBezTo>
                  <a:pt x="186599" y="29940"/>
                  <a:pt x="186447" y="30275"/>
                  <a:pt x="186356" y="30335"/>
                </a:cubicBezTo>
                <a:cubicBezTo>
                  <a:pt x="186295" y="30396"/>
                  <a:pt x="185961" y="30548"/>
                  <a:pt x="185840" y="30670"/>
                </a:cubicBezTo>
                <a:cubicBezTo>
                  <a:pt x="185718" y="30761"/>
                  <a:pt x="185444" y="31065"/>
                  <a:pt x="185353" y="31308"/>
                </a:cubicBezTo>
                <a:cubicBezTo>
                  <a:pt x="185232" y="31521"/>
                  <a:pt x="184928" y="32038"/>
                  <a:pt x="184502" y="32250"/>
                </a:cubicBezTo>
                <a:cubicBezTo>
                  <a:pt x="184077" y="32463"/>
                  <a:pt x="183529" y="32858"/>
                  <a:pt x="182678" y="32980"/>
                </a:cubicBezTo>
                <a:cubicBezTo>
                  <a:pt x="182075" y="33073"/>
                  <a:pt x="181968" y="33112"/>
                  <a:pt x="181734" y="33112"/>
                </a:cubicBezTo>
                <a:cubicBezTo>
                  <a:pt x="181662" y="33112"/>
                  <a:pt x="181577" y="33109"/>
                  <a:pt x="181463" y="33101"/>
                </a:cubicBezTo>
                <a:cubicBezTo>
                  <a:pt x="181124" y="33059"/>
                  <a:pt x="180977" y="33002"/>
                  <a:pt x="180786" y="33002"/>
                </a:cubicBezTo>
                <a:cubicBezTo>
                  <a:pt x="180702" y="33002"/>
                  <a:pt x="180610" y="33013"/>
                  <a:pt x="180490" y="33041"/>
                </a:cubicBezTo>
                <a:cubicBezTo>
                  <a:pt x="180034" y="33162"/>
                  <a:pt x="178575" y="33800"/>
                  <a:pt x="178271" y="33952"/>
                </a:cubicBezTo>
                <a:cubicBezTo>
                  <a:pt x="177967" y="34104"/>
                  <a:pt x="177390" y="34530"/>
                  <a:pt x="177298" y="34682"/>
                </a:cubicBezTo>
                <a:cubicBezTo>
                  <a:pt x="177146" y="34834"/>
                  <a:pt x="177025" y="35381"/>
                  <a:pt x="177025" y="35442"/>
                </a:cubicBezTo>
                <a:cubicBezTo>
                  <a:pt x="177025" y="35533"/>
                  <a:pt x="177146" y="35594"/>
                  <a:pt x="177359" y="35867"/>
                </a:cubicBezTo>
                <a:cubicBezTo>
                  <a:pt x="177602" y="36141"/>
                  <a:pt x="178119" y="36627"/>
                  <a:pt x="178210" y="36810"/>
                </a:cubicBezTo>
                <a:cubicBezTo>
                  <a:pt x="178271" y="36962"/>
                  <a:pt x="178393" y="37114"/>
                  <a:pt x="178301" y="37357"/>
                </a:cubicBezTo>
                <a:cubicBezTo>
                  <a:pt x="178210" y="37570"/>
                  <a:pt x="176903" y="39272"/>
                  <a:pt x="176782" y="39576"/>
                </a:cubicBezTo>
                <a:lnTo>
                  <a:pt x="176782" y="39636"/>
                </a:lnTo>
                <a:cubicBezTo>
                  <a:pt x="176690" y="39940"/>
                  <a:pt x="176235" y="40488"/>
                  <a:pt x="175870" y="40791"/>
                </a:cubicBezTo>
                <a:cubicBezTo>
                  <a:pt x="175839" y="40852"/>
                  <a:pt x="175809" y="40852"/>
                  <a:pt x="175809" y="40883"/>
                </a:cubicBezTo>
                <a:cubicBezTo>
                  <a:pt x="175475" y="41187"/>
                  <a:pt x="175079" y="41551"/>
                  <a:pt x="174563" y="42007"/>
                </a:cubicBezTo>
                <a:cubicBezTo>
                  <a:pt x="174259" y="42281"/>
                  <a:pt x="174046" y="42554"/>
                  <a:pt x="173864" y="42828"/>
                </a:cubicBezTo>
                <a:cubicBezTo>
                  <a:pt x="173742" y="43010"/>
                  <a:pt x="173651" y="43162"/>
                  <a:pt x="173529" y="43284"/>
                </a:cubicBezTo>
                <a:cubicBezTo>
                  <a:pt x="173499" y="43345"/>
                  <a:pt x="173438" y="43375"/>
                  <a:pt x="173408" y="43436"/>
                </a:cubicBezTo>
                <a:cubicBezTo>
                  <a:pt x="173286" y="43527"/>
                  <a:pt x="173225" y="43618"/>
                  <a:pt x="173043" y="43679"/>
                </a:cubicBezTo>
                <a:cubicBezTo>
                  <a:pt x="172769" y="43801"/>
                  <a:pt x="171979" y="44317"/>
                  <a:pt x="171462" y="44682"/>
                </a:cubicBezTo>
                <a:cubicBezTo>
                  <a:pt x="170976" y="45016"/>
                  <a:pt x="170672" y="45077"/>
                  <a:pt x="170338" y="45655"/>
                </a:cubicBezTo>
                <a:cubicBezTo>
                  <a:pt x="170003" y="46232"/>
                  <a:pt x="169851" y="46658"/>
                  <a:pt x="169639" y="46840"/>
                </a:cubicBezTo>
                <a:cubicBezTo>
                  <a:pt x="169456" y="47023"/>
                  <a:pt x="169395" y="47175"/>
                  <a:pt x="168848" y="47175"/>
                </a:cubicBezTo>
                <a:cubicBezTo>
                  <a:pt x="168362" y="47205"/>
                  <a:pt x="167754" y="47175"/>
                  <a:pt x="167663" y="47296"/>
                </a:cubicBezTo>
                <a:cubicBezTo>
                  <a:pt x="167602" y="47418"/>
                  <a:pt x="167268" y="48238"/>
                  <a:pt x="167055" y="48269"/>
                </a:cubicBezTo>
                <a:cubicBezTo>
                  <a:pt x="166979" y="48294"/>
                  <a:pt x="166857" y="48309"/>
                  <a:pt x="166726" y="48309"/>
                </a:cubicBezTo>
                <a:cubicBezTo>
                  <a:pt x="166542" y="48309"/>
                  <a:pt x="166341" y="48279"/>
                  <a:pt x="166234" y="48208"/>
                </a:cubicBezTo>
                <a:cubicBezTo>
                  <a:pt x="166082" y="48086"/>
                  <a:pt x="165778" y="48056"/>
                  <a:pt x="165535" y="48026"/>
                </a:cubicBezTo>
                <a:cubicBezTo>
                  <a:pt x="165322" y="47995"/>
                  <a:pt x="164137" y="47782"/>
                  <a:pt x="164015" y="47752"/>
                </a:cubicBezTo>
                <a:cubicBezTo>
                  <a:pt x="163924" y="47752"/>
                  <a:pt x="163316" y="47600"/>
                  <a:pt x="163104" y="47600"/>
                </a:cubicBezTo>
                <a:cubicBezTo>
                  <a:pt x="162969" y="47600"/>
                  <a:pt x="162823" y="47673"/>
                  <a:pt x="162725" y="47673"/>
                </a:cubicBezTo>
                <a:cubicBezTo>
                  <a:pt x="162669" y="47673"/>
                  <a:pt x="162628" y="47648"/>
                  <a:pt x="162617" y="47570"/>
                </a:cubicBezTo>
                <a:cubicBezTo>
                  <a:pt x="162617" y="47539"/>
                  <a:pt x="162617" y="47448"/>
                  <a:pt x="162587" y="47418"/>
                </a:cubicBezTo>
                <a:cubicBezTo>
                  <a:pt x="162587" y="47296"/>
                  <a:pt x="162587" y="47175"/>
                  <a:pt x="162648" y="46962"/>
                </a:cubicBezTo>
                <a:cubicBezTo>
                  <a:pt x="162769" y="46658"/>
                  <a:pt x="163104" y="46111"/>
                  <a:pt x="163164" y="45746"/>
                </a:cubicBezTo>
                <a:cubicBezTo>
                  <a:pt x="163225" y="45412"/>
                  <a:pt x="163195" y="45199"/>
                  <a:pt x="163164" y="44895"/>
                </a:cubicBezTo>
                <a:cubicBezTo>
                  <a:pt x="163104" y="44591"/>
                  <a:pt x="163195" y="44196"/>
                  <a:pt x="163316" y="43983"/>
                </a:cubicBezTo>
                <a:cubicBezTo>
                  <a:pt x="163408" y="43770"/>
                  <a:pt x="163468" y="43679"/>
                  <a:pt x="163620" y="43588"/>
                </a:cubicBezTo>
                <a:cubicBezTo>
                  <a:pt x="163651" y="43527"/>
                  <a:pt x="163681" y="43527"/>
                  <a:pt x="163681" y="43497"/>
                </a:cubicBezTo>
                <a:cubicBezTo>
                  <a:pt x="163711" y="43375"/>
                  <a:pt x="163711" y="43193"/>
                  <a:pt x="163772" y="42889"/>
                </a:cubicBezTo>
                <a:cubicBezTo>
                  <a:pt x="163803" y="42463"/>
                  <a:pt x="163955" y="42068"/>
                  <a:pt x="164107" y="41977"/>
                </a:cubicBezTo>
                <a:cubicBezTo>
                  <a:pt x="164148" y="41944"/>
                  <a:pt x="164180" y="41931"/>
                  <a:pt x="164207" y="41931"/>
                </a:cubicBezTo>
                <a:cubicBezTo>
                  <a:pt x="164280" y="41931"/>
                  <a:pt x="164314" y="42024"/>
                  <a:pt x="164380" y="42068"/>
                </a:cubicBezTo>
                <a:cubicBezTo>
                  <a:pt x="164389" y="42071"/>
                  <a:pt x="164402" y="42073"/>
                  <a:pt x="164417" y="42073"/>
                </a:cubicBezTo>
                <a:cubicBezTo>
                  <a:pt x="164553" y="42073"/>
                  <a:pt x="164900" y="41950"/>
                  <a:pt x="164927" y="41703"/>
                </a:cubicBezTo>
                <a:cubicBezTo>
                  <a:pt x="164988" y="41460"/>
                  <a:pt x="165018" y="41399"/>
                  <a:pt x="164927" y="41035"/>
                </a:cubicBezTo>
                <a:cubicBezTo>
                  <a:pt x="164897" y="40609"/>
                  <a:pt x="164836" y="40396"/>
                  <a:pt x="164775" y="40092"/>
                </a:cubicBezTo>
                <a:cubicBezTo>
                  <a:pt x="164715" y="39788"/>
                  <a:pt x="164745" y="39728"/>
                  <a:pt x="164471" y="39363"/>
                </a:cubicBezTo>
                <a:cubicBezTo>
                  <a:pt x="164259" y="38968"/>
                  <a:pt x="164076" y="38755"/>
                  <a:pt x="164076" y="38633"/>
                </a:cubicBezTo>
                <a:cubicBezTo>
                  <a:pt x="164076" y="38512"/>
                  <a:pt x="163681" y="37600"/>
                  <a:pt x="163529" y="37235"/>
                </a:cubicBezTo>
                <a:cubicBezTo>
                  <a:pt x="163347" y="36840"/>
                  <a:pt x="163104" y="36536"/>
                  <a:pt x="163043" y="36384"/>
                </a:cubicBezTo>
                <a:cubicBezTo>
                  <a:pt x="163012" y="36202"/>
                  <a:pt x="162921" y="35442"/>
                  <a:pt x="162648" y="35290"/>
                </a:cubicBezTo>
                <a:cubicBezTo>
                  <a:pt x="162404" y="35138"/>
                  <a:pt x="161857" y="35077"/>
                  <a:pt x="161736" y="35016"/>
                </a:cubicBezTo>
                <a:cubicBezTo>
                  <a:pt x="161699" y="35016"/>
                  <a:pt x="161604" y="35007"/>
                  <a:pt x="161488" y="35007"/>
                </a:cubicBezTo>
                <a:cubicBezTo>
                  <a:pt x="161314" y="35007"/>
                  <a:pt x="161091" y="35028"/>
                  <a:pt x="160945" y="35138"/>
                </a:cubicBezTo>
                <a:cubicBezTo>
                  <a:pt x="160763" y="35381"/>
                  <a:pt x="160338" y="35746"/>
                  <a:pt x="160155" y="36141"/>
                </a:cubicBezTo>
                <a:cubicBezTo>
                  <a:pt x="160003" y="36506"/>
                  <a:pt x="159973" y="36688"/>
                  <a:pt x="159669" y="37205"/>
                </a:cubicBezTo>
                <a:cubicBezTo>
                  <a:pt x="159365" y="37691"/>
                  <a:pt x="159213" y="38147"/>
                  <a:pt x="159000" y="38177"/>
                </a:cubicBezTo>
                <a:cubicBezTo>
                  <a:pt x="158994" y="38178"/>
                  <a:pt x="158988" y="38179"/>
                  <a:pt x="158981" y="38179"/>
                </a:cubicBezTo>
                <a:cubicBezTo>
                  <a:pt x="158775" y="38179"/>
                  <a:pt x="158146" y="37750"/>
                  <a:pt x="158058" y="37691"/>
                </a:cubicBezTo>
                <a:cubicBezTo>
                  <a:pt x="157997" y="37600"/>
                  <a:pt x="157876" y="37296"/>
                  <a:pt x="157876" y="37114"/>
                </a:cubicBezTo>
                <a:cubicBezTo>
                  <a:pt x="157876" y="36901"/>
                  <a:pt x="157845" y="36627"/>
                  <a:pt x="157997" y="36384"/>
                </a:cubicBezTo>
                <a:cubicBezTo>
                  <a:pt x="158149" y="36171"/>
                  <a:pt x="158544" y="35685"/>
                  <a:pt x="158666" y="35533"/>
                </a:cubicBezTo>
                <a:cubicBezTo>
                  <a:pt x="158787" y="35381"/>
                  <a:pt x="158909" y="35138"/>
                  <a:pt x="158909" y="34925"/>
                </a:cubicBezTo>
                <a:cubicBezTo>
                  <a:pt x="158909" y="34682"/>
                  <a:pt x="158848" y="34530"/>
                  <a:pt x="159061" y="34378"/>
                </a:cubicBezTo>
                <a:cubicBezTo>
                  <a:pt x="159243" y="34226"/>
                  <a:pt x="159426" y="34074"/>
                  <a:pt x="159456" y="33861"/>
                </a:cubicBezTo>
                <a:cubicBezTo>
                  <a:pt x="159517" y="33618"/>
                  <a:pt x="159608" y="33162"/>
                  <a:pt x="159456" y="32858"/>
                </a:cubicBezTo>
                <a:cubicBezTo>
                  <a:pt x="159365" y="32585"/>
                  <a:pt x="159061" y="31764"/>
                  <a:pt x="158970" y="31612"/>
                </a:cubicBezTo>
                <a:cubicBezTo>
                  <a:pt x="158848" y="31490"/>
                  <a:pt x="158331" y="30913"/>
                  <a:pt x="158240" y="30822"/>
                </a:cubicBezTo>
                <a:cubicBezTo>
                  <a:pt x="158210" y="30700"/>
                  <a:pt x="157936" y="30670"/>
                  <a:pt x="158149" y="30427"/>
                </a:cubicBezTo>
                <a:cubicBezTo>
                  <a:pt x="158331" y="30214"/>
                  <a:pt x="158605" y="30092"/>
                  <a:pt x="158605" y="30001"/>
                </a:cubicBezTo>
                <a:cubicBezTo>
                  <a:pt x="158605" y="29910"/>
                  <a:pt x="158392" y="29454"/>
                  <a:pt x="158240" y="29241"/>
                </a:cubicBezTo>
                <a:cubicBezTo>
                  <a:pt x="158088" y="29059"/>
                  <a:pt x="157085" y="28785"/>
                  <a:pt x="156720" y="28694"/>
                </a:cubicBezTo>
                <a:cubicBezTo>
                  <a:pt x="156386" y="28572"/>
                  <a:pt x="156021" y="28542"/>
                  <a:pt x="155505" y="28451"/>
                </a:cubicBezTo>
                <a:cubicBezTo>
                  <a:pt x="155018" y="28390"/>
                  <a:pt x="154806" y="28299"/>
                  <a:pt x="154593" y="28177"/>
                </a:cubicBezTo>
                <a:cubicBezTo>
                  <a:pt x="154410" y="28086"/>
                  <a:pt x="153802" y="28025"/>
                  <a:pt x="153620" y="27995"/>
                </a:cubicBezTo>
                <a:cubicBezTo>
                  <a:pt x="153438" y="27965"/>
                  <a:pt x="153164" y="27782"/>
                  <a:pt x="153012" y="27691"/>
                </a:cubicBezTo>
                <a:cubicBezTo>
                  <a:pt x="152877" y="27637"/>
                  <a:pt x="152741" y="27534"/>
                  <a:pt x="152541" y="27534"/>
                </a:cubicBezTo>
                <a:cubicBezTo>
                  <a:pt x="152517" y="27534"/>
                  <a:pt x="152491" y="27536"/>
                  <a:pt x="152465" y="27539"/>
                </a:cubicBezTo>
                <a:cubicBezTo>
                  <a:pt x="152252" y="27569"/>
                  <a:pt x="151948" y="27965"/>
                  <a:pt x="151857" y="28086"/>
                </a:cubicBezTo>
                <a:cubicBezTo>
                  <a:pt x="151796" y="28177"/>
                  <a:pt x="151614" y="28572"/>
                  <a:pt x="151523" y="28785"/>
                </a:cubicBezTo>
                <a:cubicBezTo>
                  <a:pt x="151492" y="29028"/>
                  <a:pt x="151401" y="29211"/>
                  <a:pt x="151614" y="29393"/>
                </a:cubicBezTo>
                <a:cubicBezTo>
                  <a:pt x="151796" y="29606"/>
                  <a:pt x="151796" y="29454"/>
                  <a:pt x="151948" y="29636"/>
                </a:cubicBezTo>
                <a:cubicBezTo>
                  <a:pt x="152070" y="29788"/>
                  <a:pt x="152100" y="29910"/>
                  <a:pt x="151948" y="30001"/>
                </a:cubicBezTo>
                <a:cubicBezTo>
                  <a:pt x="151766" y="30123"/>
                  <a:pt x="151553" y="30244"/>
                  <a:pt x="151249" y="30579"/>
                </a:cubicBezTo>
                <a:cubicBezTo>
                  <a:pt x="150945" y="30883"/>
                  <a:pt x="150793" y="31308"/>
                  <a:pt x="150854" y="31430"/>
                </a:cubicBezTo>
                <a:cubicBezTo>
                  <a:pt x="150884" y="31521"/>
                  <a:pt x="151097" y="31946"/>
                  <a:pt x="151097" y="32068"/>
                </a:cubicBezTo>
                <a:cubicBezTo>
                  <a:pt x="151158" y="32190"/>
                  <a:pt x="151097" y="32433"/>
                  <a:pt x="151067" y="32615"/>
                </a:cubicBezTo>
                <a:cubicBezTo>
                  <a:pt x="151067" y="32828"/>
                  <a:pt x="150915" y="33132"/>
                  <a:pt x="150793" y="33193"/>
                </a:cubicBezTo>
                <a:cubicBezTo>
                  <a:pt x="150729" y="33279"/>
                  <a:pt x="150634" y="33365"/>
                  <a:pt x="150552" y="33365"/>
                </a:cubicBezTo>
                <a:cubicBezTo>
                  <a:pt x="150518" y="33365"/>
                  <a:pt x="150486" y="33350"/>
                  <a:pt x="150459" y="33314"/>
                </a:cubicBezTo>
                <a:cubicBezTo>
                  <a:pt x="150398" y="33193"/>
                  <a:pt x="150307" y="32889"/>
                  <a:pt x="150307" y="32828"/>
                </a:cubicBezTo>
                <a:cubicBezTo>
                  <a:pt x="150307" y="32737"/>
                  <a:pt x="150398" y="32402"/>
                  <a:pt x="150337" y="32311"/>
                </a:cubicBezTo>
                <a:cubicBezTo>
                  <a:pt x="150307" y="32220"/>
                  <a:pt x="150246" y="32098"/>
                  <a:pt x="150185" y="31977"/>
                </a:cubicBezTo>
                <a:cubicBezTo>
                  <a:pt x="150155" y="31916"/>
                  <a:pt x="150003" y="31490"/>
                  <a:pt x="150003" y="31490"/>
                </a:cubicBezTo>
                <a:cubicBezTo>
                  <a:pt x="150003" y="31490"/>
                  <a:pt x="149821" y="31764"/>
                  <a:pt x="149851" y="31916"/>
                </a:cubicBezTo>
                <a:cubicBezTo>
                  <a:pt x="149881" y="32068"/>
                  <a:pt x="149821" y="32433"/>
                  <a:pt x="149729" y="32585"/>
                </a:cubicBezTo>
                <a:cubicBezTo>
                  <a:pt x="149638" y="32737"/>
                  <a:pt x="149669" y="32828"/>
                  <a:pt x="149517" y="32889"/>
                </a:cubicBezTo>
                <a:cubicBezTo>
                  <a:pt x="149365" y="32980"/>
                  <a:pt x="149061" y="33193"/>
                  <a:pt x="148939" y="33314"/>
                </a:cubicBezTo>
                <a:cubicBezTo>
                  <a:pt x="148818" y="33436"/>
                  <a:pt x="148635" y="34135"/>
                  <a:pt x="148635" y="34135"/>
                </a:cubicBezTo>
                <a:cubicBezTo>
                  <a:pt x="148635" y="34135"/>
                  <a:pt x="148483" y="34348"/>
                  <a:pt x="148422" y="34530"/>
                </a:cubicBezTo>
                <a:cubicBezTo>
                  <a:pt x="148331" y="34712"/>
                  <a:pt x="148301" y="34895"/>
                  <a:pt x="148422" y="35290"/>
                </a:cubicBezTo>
                <a:cubicBezTo>
                  <a:pt x="148514" y="35655"/>
                  <a:pt x="148666" y="36202"/>
                  <a:pt x="148666" y="36688"/>
                </a:cubicBezTo>
                <a:cubicBezTo>
                  <a:pt x="148666" y="37235"/>
                  <a:pt x="148483" y="37387"/>
                  <a:pt x="148270" y="37782"/>
                </a:cubicBezTo>
                <a:cubicBezTo>
                  <a:pt x="148027" y="38177"/>
                  <a:pt x="148027" y="38329"/>
                  <a:pt x="148027" y="38451"/>
                </a:cubicBezTo>
                <a:cubicBezTo>
                  <a:pt x="148027" y="38512"/>
                  <a:pt x="148270" y="38816"/>
                  <a:pt x="148362" y="39059"/>
                </a:cubicBezTo>
                <a:cubicBezTo>
                  <a:pt x="148483" y="39272"/>
                  <a:pt x="148666" y="39424"/>
                  <a:pt x="148666" y="39576"/>
                </a:cubicBezTo>
                <a:cubicBezTo>
                  <a:pt x="148666" y="39728"/>
                  <a:pt x="148757" y="40153"/>
                  <a:pt x="148666" y="40214"/>
                </a:cubicBezTo>
                <a:cubicBezTo>
                  <a:pt x="148605" y="40305"/>
                  <a:pt x="148514" y="40488"/>
                  <a:pt x="148574" y="40518"/>
                </a:cubicBezTo>
                <a:cubicBezTo>
                  <a:pt x="148605" y="40579"/>
                  <a:pt x="148605" y="40427"/>
                  <a:pt x="149182" y="41278"/>
                </a:cubicBezTo>
                <a:cubicBezTo>
                  <a:pt x="149699" y="42159"/>
                  <a:pt x="150094" y="42706"/>
                  <a:pt x="150277" y="43071"/>
                </a:cubicBezTo>
                <a:cubicBezTo>
                  <a:pt x="150459" y="43466"/>
                  <a:pt x="150611" y="43618"/>
                  <a:pt x="150641" y="44013"/>
                </a:cubicBezTo>
                <a:cubicBezTo>
                  <a:pt x="150702" y="44439"/>
                  <a:pt x="150702" y="44712"/>
                  <a:pt x="150763" y="44864"/>
                </a:cubicBezTo>
                <a:cubicBezTo>
                  <a:pt x="150854" y="45016"/>
                  <a:pt x="150915" y="45138"/>
                  <a:pt x="150945" y="45229"/>
                </a:cubicBezTo>
                <a:cubicBezTo>
                  <a:pt x="151006" y="45381"/>
                  <a:pt x="150915" y="45928"/>
                  <a:pt x="150945" y="46050"/>
                </a:cubicBezTo>
                <a:cubicBezTo>
                  <a:pt x="150945" y="46141"/>
                  <a:pt x="151006" y="46567"/>
                  <a:pt x="150915" y="46901"/>
                </a:cubicBezTo>
                <a:cubicBezTo>
                  <a:pt x="150854" y="47205"/>
                  <a:pt x="150641" y="48542"/>
                  <a:pt x="150550" y="48877"/>
                </a:cubicBezTo>
                <a:cubicBezTo>
                  <a:pt x="150550" y="48937"/>
                  <a:pt x="150550" y="48968"/>
                  <a:pt x="150489" y="48998"/>
                </a:cubicBezTo>
                <a:cubicBezTo>
                  <a:pt x="150489" y="49029"/>
                  <a:pt x="150459" y="49089"/>
                  <a:pt x="150459" y="49120"/>
                </a:cubicBezTo>
                <a:cubicBezTo>
                  <a:pt x="150459" y="49150"/>
                  <a:pt x="150459" y="49181"/>
                  <a:pt x="150429" y="49181"/>
                </a:cubicBezTo>
                <a:cubicBezTo>
                  <a:pt x="150429" y="49241"/>
                  <a:pt x="150398" y="49272"/>
                  <a:pt x="150398" y="49302"/>
                </a:cubicBezTo>
                <a:cubicBezTo>
                  <a:pt x="150398" y="49333"/>
                  <a:pt x="150337" y="49333"/>
                  <a:pt x="150337" y="49393"/>
                </a:cubicBezTo>
                <a:cubicBezTo>
                  <a:pt x="150337" y="49424"/>
                  <a:pt x="150307" y="49424"/>
                  <a:pt x="150307" y="49454"/>
                </a:cubicBezTo>
                <a:cubicBezTo>
                  <a:pt x="150307" y="49485"/>
                  <a:pt x="150277" y="49545"/>
                  <a:pt x="150246" y="49576"/>
                </a:cubicBezTo>
                <a:cubicBezTo>
                  <a:pt x="150185" y="49606"/>
                  <a:pt x="150155" y="49697"/>
                  <a:pt x="150094" y="49758"/>
                </a:cubicBezTo>
                <a:cubicBezTo>
                  <a:pt x="149881" y="49941"/>
                  <a:pt x="149638" y="50305"/>
                  <a:pt x="149395" y="50609"/>
                </a:cubicBezTo>
                <a:cubicBezTo>
                  <a:pt x="149334" y="50700"/>
                  <a:pt x="149243" y="50792"/>
                  <a:pt x="149182" y="50852"/>
                </a:cubicBezTo>
                <a:cubicBezTo>
                  <a:pt x="149091" y="50944"/>
                  <a:pt x="149030" y="51004"/>
                  <a:pt x="148939" y="51065"/>
                </a:cubicBezTo>
                <a:cubicBezTo>
                  <a:pt x="148726" y="51156"/>
                  <a:pt x="148027" y="51460"/>
                  <a:pt x="147723" y="51460"/>
                </a:cubicBezTo>
                <a:cubicBezTo>
                  <a:pt x="147419" y="51460"/>
                  <a:pt x="147146" y="51217"/>
                  <a:pt x="147085" y="51126"/>
                </a:cubicBezTo>
                <a:cubicBezTo>
                  <a:pt x="147075" y="51116"/>
                  <a:pt x="147068" y="51112"/>
                  <a:pt x="147061" y="51112"/>
                </a:cubicBezTo>
                <a:cubicBezTo>
                  <a:pt x="147048" y="51112"/>
                  <a:pt x="147034" y="51126"/>
                  <a:pt x="146994" y="51126"/>
                </a:cubicBezTo>
                <a:cubicBezTo>
                  <a:pt x="146969" y="51138"/>
                  <a:pt x="146934" y="51156"/>
                  <a:pt x="146892" y="51156"/>
                </a:cubicBezTo>
                <a:cubicBezTo>
                  <a:pt x="146829" y="51156"/>
                  <a:pt x="146750" y="51118"/>
                  <a:pt x="146659" y="50974"/>
                </a:cubicBezTo>
                <a:cubicBezTo>
                  <a:pt x="146508" y="50640"/>
                  <a:pt x="146295" y="50032"/>
                  <a:pt x="146143" y="49849"/>
                </a:cubicBezTo>
                <a:cubicBezTo>
                  <a:pt x="146021" y="49606"/>
                  <a:pt x="145748" y="49302"/>
                  <a:pt x="145626" y="49150"/>
                </a:cubicBezTo>
                <a:cubicBezTo>
                  <a:pt x="145474" y="49029"/>
                  <a:pt x="145292" y="48877"/>
                  <a:pt x="145170" y="48634"/>
                </a:cubicBezTo>
                <a:cubicBezTo>
                  <a:pt x="145079" y="48360"/>
                  <a:pt x="144866" y="47874"/>
                  <a:pt x="144836" y="47630"/>
                </a:cubicBezTo>
                <a:cubicBezTo>
                  <a:pt x="144836" y="47600"/>
                  <a:pt x="144836" y="47478"/>
                  <a:pt x="144805" y="47357"/>
                </a:cubicBezTo>
                <a:cubicBezTo>
                  <a:pt x="144775" y="47023"/>
                  <a:pt x="144714" y="46445"/>
                  <a:pt x="144714" y="46384"/>
                </a:cubicBezTo>
                <a:cubicBezTo>
                  <a:pt x="144714" y="46354"/>
                  <a:pt x="144684" y="46141"/>
                  <a:pt x="144684" y="45989"/>
                </a:cubicBezTo>
                <a:cubicBezTo>
                  <a:pt x="144653" y="45807"/>
                  <a:pt x="144623" y="45655"/>
                  <a:pt x="144623" y="45624"/>
                </a:cubicBezTo>
                <a:cubicBezTo>
                  <a:pt x="144562" y="45533"/>
                  <a:pt x="144258" y="45077"/>
                  <a:pt x="144167" y="44743"/>
                </a:cubicBezTo>
                <a:cubicBezTo>
                  <a:pt x="144045" y="44409"/>
                  <a:pt x="143802" y="43709"/>
                  <a:pt x="143772" y="43557"/>
                </a:cubicBezTo>
                <a:cubicBezTo>
                  <a:pt x="143742" y="43405"/>
                  <a:pt x="143711" y="42554"/>
                  <a:pt x="143742" y="42402"/>
                </a:cubicBezTo>
                <a:cubicBezTo>
                  <a:pt x="143772" y="42250"/>
                  <a:pt x="143924" y="41977"/>
                  <a:pt x="144015" y="41521"/>
                </a:cubicBezTo>
                <a:cubicBezTo>
                  <a:pt x="144045" y="41065"/>
                  <a:pt x="144015" y="40457"/>
                  <a:pt x="143924" y="40153"/>
                </a:cubicBezTo>
                <a:cubicBezTo>
                  <a:pt x="143863" y="39849"/>
                  <a:pt x="143620" y="39393"/>
                  <a:pt x="143620" y="39393"/>
                </a:cubicBezTo>
                <a:cubicBezTo>
                  <a:pt x="143620" y="39393"/>
                  <a:pt x="143468" y="39089"/>
                  <a:pt x="143620" y="38937"/>
                </a:cubicBezTo>
                <a:cubicBezTo>
                  <a:pt x="143772" y="38785"/>
                  <a:pt x="144015" y="38603"/>
                  <a:pt x="144015" y="38329"/>
                </a:cubicBezTo>
                <a:cubicBezTo>
                  <a:pt x="144045" y="38056"/>
                  <a:pt x="144015" y="37691"/>
                  <a:pt x="143954" y="37448"/>
                </a:cubicBezTo>
                <a:cubicBezTo>
                  <a:pt x="143924" y="37235"/>
                  <a:pt x="143863" y="36992"/>
                  <a:pt x="143954" y="36658"/>
                </a:cubicBezTo>
                <a:cubicBezTo>
                  <a:pt x="144076" y="36323"/>
                  <a:pt x="144410" y="36111"/>
                  <a:pt x="144319" y="35807"/>
                </a:cubicBezTo>
                <a:cubicBezTo>
                  <a:pt x="144197" y="35503"/>
                  <a:pt x="144045" y="35259"/>
                  <a:pt x="144106" y="35016"/>
                </a:cubicBezTo>
                <a:cubicBezTo>
                  <a:pt x="144197" y="34834"/>
                  <a:pt x="144349" y="34591"/>
                  <a:pt x="144532" y="34256"/>
                </a:cubicBezTo>
                <a:cubicBezTo>
                  <a:pt x="144714" y="33922"/>
                  <a:pt x="144866" y="33466"/>
                  <a:pt x="144957" y="33162"/>
                </a:cubicBezTo>
                <a:cubicBezTo>
                  <a:pt x="145018" y="32858"/>
                  <a:pt x="145018" y="32433"/>
                  <a:pt x="144957" y="32372"/>
                </a:cubicBezTo>
                <a:cubicBezTo>
                  <a:pt x="144909" y="32324"/>
                  <a:pt x="144844" y="32284"/>
                  <a:pt x="144771" y="32284"/>
                </a:cubicBezTo>
                <a:cubicBezTo>
                  <a:pt x="144706" y="32284"/>
                  <a:pt x="144634" y="32316"/>
                  <a:pt x="144562" y="32402"/>
                </a:cubicBezTo>
                <a:cubicBezTo>
                  <a:pt x="144410" y="32554"/>
                  <a:pt x="144106" y="32889"/>
                  <a:pt x="144106" y="33071"/>
                </a:cubicBezTo>
                <a:cubicBezTo>
                  <a:pt x="144167" y="33314"/>
                  <a:pt x="144228" y="33497"/>
                  <a:pt x="144167" y="33649"/>
                </a:cubicBezTo>
                <a:cubicBezTo>
                  <a:pt x="144076" y="33831"/>
                  <a:pt x="144015" y="33983"/>
                  <a:pt x="143863" y="34196"/>
                </a:cubicBezTo>
                <a:cubicBezTo>
                  <a:pt x="143711" y="34378"/>
                  <a:pt x="143559" y="34682"/>
                  <a:pt x="143346" y="34864"/>
                </a:cubicBezTo>
                <a:cubicBezTo>
                  <a:pt x="143164" y="35047"/>
                  <a:pt x="143012" y="34895"/>
                  <a:pt x="142830" y="35351"/>
                </a:cubicBezTo>
                <a:cubicBezTo>
                  <a:pt x="142647" y="35807"/>
                  <a:pt x="142495" y="35959"/>
                  <a:pt x="142495" y="36171"/>
                </a:cubicBezTo>
                <a:cubicBezTo>
                  <a:pt x="142495" y="36354"/>
                  <a:pt x="142283" y="36810"/>
                  <a:pt x="142131" y="36840"/>
                </a:cubicBezTo>
                <a:cubicBezTo>
                  <a:pt x="142045" y="36891"/>
                  <a:pt x="141960" y="36933"/>
                  <a:pt x="141891" y="36933"/>
                </a:cubicBezTo>
                <a:cubicBezTo>
                  <a:pt x="141837" y="36933"/>
                  <a:pt x="141793" y="36907"/>
                  <a:pt x="141766" y="36840"/>
                </a:cubicBezTo>
                <a:cubicBezTo>
                  <a:pt x="141675" y="36688"/>
                  <a:pt x="141523" y="36566"/>
                  <a:pt x="141644" y="36232"/>
                </a:cubicBezTo>
                <a:cubicBezTo>
                  <a:pt x="141766" y="35898"/>
                  <a:pt x="141735" y="35655"/>
                  <a:pt x="141796" y="35411"/>
                </a:cubicBezTo>
                <a:cubicBezTo>
                  <a:pt x="141887" y="35168"/>
                  <a:pt x="141979" y="34712"/>
                  <a:pt x="142191" y="34500"/>
                </a:cubicBezTo>
                <a:cubicBezTo>
                  <a:pt x="142374" y="34226"/>
                  <a:pt x="142526" y="34135"/>
                  <a:pt x="142647" y="33952"/>
                </a:cubicBezTo>
                <a:cubicBezTo>
                  <a:pt x="142738" y="33800"/>
                  <a:pt x="142830" y="33679"/>
                  <a:pt x="142830" y="33618"/>
                </a:cubicBezTo>
                <a:lnTo>
                  <a:pt x="142830" y="33588"/>
                </a:lnTo>
                <a:cubicBezTo>
                  <a:pt x="142830" y="33588"/>
                  <a:pt x="142799" y="33010"/>
                  <a:pt x="142890" y="32737"/>
                </a:cubicBezTo>
                <a:cubicBezTo>
                  <a:pt x="143012" y="32463"/>
                  <a:pt x="143286" y="32220"/>
                  <a:pt x="143407" y="31764"/>
                </a:cubicBezTo>
                <a:cubicBezTo>
                  <a:pt x="143468" y="31521"/>
                  <a:pt x="143590" y="31095"/>
                  <a:pt x="143650" y="30761"/>
                </a:cubicBezTo>
                <a:lnTo>
                  <a:pt x="143650" y="30700"/>
                </a:lnTo>
                <a:cubicBezTo>
                  <a:pt x="143650" y="30670"/>
                  <a:pt x="143711" y="30609"/>
                  <a:pt x="143711" y="30579"/>
                </a:cubicBezTo>
                <a:cubicBezTo>
                  <a:pt x="143711" y="30548"/>
                  <a:pt x="143742" y="30518"/>
                  <a:pt x="143742" y="30457"/>
                </a:cubicBezTo>
                <a:lnTo>
                  <a:pt x="143742" y="30427"/>
                </a:lnTo>
                <a:cubicBezTo>
                  <a:pt x="143772" y="30275"/>
                  <a:pt x="143802" y="30123"/>
                  <a:pt x="143802" y="30092"/>
                </a:cubicBezTo>
                <a:cubicBezTo>
                  <a:pt x="143863" y="29879"/>
                  <a:pt x="143772" y="29180"/>
                  <a:pt x="143893" y="29120"/>
                </a:cubicBezTo>
                <a:cubicBezTo>
                  <a:pt x="143907" y="29114"/>
                  <a:pt x="143920" y="29112"/>
                  <a:pt x="143933" y="29112"/>
                </a:cubicBezTo>
                <a:cubicBezTo>
                  <a:pt x="144067" y="29112"/>
                  <a:pt x="144172" y="29379"/>
                  <a:pt x="144228" y="29545"/>
                </a:cubicBezTo>
                <a:cubicBezTo>
                  <a:pt x="144294" y="29721"/>
                  <a:pt x="144408" y="29978"/>
                  <a:pt x="144512" y="29978"/>
                </a:cubicBezTo>
                <a:cubicBezTo>
                  <a:pt x="144552" y="29978"/>
                  <a:pt x="144590" y="29941"/>
                  <a:pt x="144623" y="29849"/>
                </a:cubicBezTo>
                <a:cubicBezTo>
                  <a:pt x="144714" y="29515"/>
                  <a:pt x="144653" y="29424"/>
                  <a:pt x="144836" y="29211"/>
                </a:cubicBezTo>
                <a:cubicBezTo>
                  <a:pt x="145001" y="29018"/>
                  <a:pt x="145265" y="28777"/>
                  <a:pt x="145426" y="28777"/>
                </a:cubicBezTo>
                <a:cubicBezTo>
                  <a:pt x="145443" y="28777"/>
                  <a:pt x="145459" y="28779"/>
                  <a:pt x="145474" y="28785"/>
                </a:cubicBezTo>
                <a:cubicBezTo>
                  <a:pt x="145596" y="28907"/>
                  <a:pt x="145748" y="29059"/>
                  <a:pt x="145565" y="29332"/>
                </a:cubicBezTo>
                <a:cubicBezTo>
                  <a:pt x="145413" y="29545"/>
                  <a:pt x="145170" y="29758"/>
                  <a:pt x="145170" y="29910"/>
                </a:cubicBezTo>
                <a:cubicBezTo>
                  <a:pt x="145170" y="29978"/>
                  <a:pt x="145237" y="30179"/>
                  <a:pt x="145371" y="30179"/>
                </a:cubicBezTo>
                <a:cubicBezTo>
                  <a:pt x="145418" y="30179"/>
                  <a:pt x="145472" y="30155"/>
                  <a:pt x="145535" y="30092"/>
                </a:cubicBezTo>
                <a:cubicBezTo>
                  <a:pt x="145748" y="29819"/>
                  <a:pt x="145991" y="29575"/>
                  <a:pt x="146204" y="29393"/>
                </a:cubicBezTo>
                <a:cubicBezTo>
                  <a:pt x="146447" y="29180"/>
                  <a:pt x="146599" y="29150"/>
                  <a:pt x="146629" y="28876"/>
                </a:cubicBezTo>
                <a:cubicBezTo>
                  <a:pt x="146659" y="28603"/>
                  <a:pt x="146538" y="28238"/>
                  <a:pt x="146933" y="28117"/>
                </a:cubicBezTo>
                <a:cubicBezTo>
                  <a:pt x="147017" y="28088"/>
                  <a:pt x="147094" y="28080"/>
                  <a:pt x="147166" y="28080"/>
                </a:cubicBezTo>
                <a:cubicBezTo>
                  <a:pt x="147280" y="28080"/>
                  <a:pt x="147384" y="28101"/>
                  <a:pt x="147494" y="28101"/>
                </a:cubicBezTo>
                <a:cubicBezTo>
                  <a:pt x="147616" y="28101"/>
                  <a:pt x="147746" y="28075"/>
                  <a:pt x="147906" y="27965"/>
                </a:cubicBezTo>
                <a:cubicBezTo>
                  <a:pt x="148362" y="27691"/>
                  <a:pt x="148666" y="27357"/>
                  <a:pt x="148909" y="27083"/>
                </a:cubicBezTo>
                <a:cubicBezTo>
                  <a:pt x="149182" y="26809"/>
                  <a:pt x="148909" y="26688"/>
                  <a:pt x="149577" y="26658"/>
                </a:cubicBezTo>
                <a:cubicBezTo>
                  <a:pt x="149987" y="26622"/>
                  <a:pt x="150219" y="26607"/>
                  <a:pt x="150427" y="26607"/>
                </a:cubicBezTo>
                <a:cubicBezTo>
                  <a:pt x="150574" y="26607"/>
                  <a:pt x="150708" y="26615"/>
                  <a:pt x="150884" y="26627"/>
                </a:cubicBezTo>
                <a:cubicBezTo>
                  <a:pt x="151310" y="26658"/>
                  <a:pt x="151401" y="26718"/>
                  <a:pt x="151675" y="26840"/>
                </a:cubicBezTo>
                <a:cubicBezTo>
                  <a:pt x="151880" y="26977"/>
                  <a:pt x="152188" y="27045"/>
                  <a:pt x="152329" y="27045"/>
                </a:cubicBezTo>
                <a:cubicBezTo>
                  <a:pt x="152376" y="27045"/>
                  <a:pt x="152404" y="27037"/>
                  <a:pt x="152404" y="27022"/>
                </a:cubicBezTo>
                <a:cubicBezTo>
                  <a:pt x="152404" y="26931"/>
                  <a:pt x="152374" y="26840"/>
                  <a:pt x="152283" y="26718"/>
                </a:cubicBezTo>
                <a:cubicBezTo>
                  <a:pt x="152222" y="26506"/>
                  <a:pt x="151796" y="26414"/>
                  <a:pt x="152313" y="26354"/>
                </a:cubicBezTo>
                <a:cubicBezTo>
                  <a:pt x="152830" y="26323"/>
                  <a:pt x="154502" y="26171"/>
                  <a:pt x="154897" y="26141"/>
                </a:cubicBezTo>
                <a:cubicBezTo>
                  <a:pt x="155322" y="26110"/>
                  <a:pt x="156325" y="25867"/>
                  <a:pt x="156356" y="25776"/>
                </a:cubicBezTo>
                <a:cubicBezTo>
                  <a:pt x="156417" y="25715"/>
                  <a:pt x="156538" y="25229"/>
                  <a:pt x="156508" y="25199"/>
                </a:cubicBezTo>
                <a:cubicBezTo>
                  <a:pt x="156490" y="25163"/>
                  <a:pt x="156430" y="25096"/>
                  <a:pt x="156260" y="25096"/>
                </a:cubicBezTo>
                <a:cubicBezTo>
                  <a:pt x="156141" y="25096"/>
                  <a:pt x="155968" y="25129"/>
                  <a:pt x="155717" y="25229"/>
                </a:cubicBezTo>
                <a:cubicBezTo>
                  <a:pt x="155336" y="25350"/>
                  <a:pt x="155152" y="25442"/>
                  <a:pt x="154963" y="25442"/>
                </a:cubicBezTo>
                <a:cubicBezTo>
                  <a:pt x="154821" y="25442"/>
                  <a:pt x="154676" y="25390"/>
                  <a:pt x="154441" y="25259"/>
                </a:cubicBezTo>
                <a:cubicBezTo>
                  <a:pt x="153924" y="24955"/>
                  <a:pt x="153620" y="24651"/>
                  <a:pt x="153438" y="24408"/>
                </a:cubicBezTo>
                <a:cubicBezTo>
                  <a:pt x="153286" y="24195"/>
                  <a:pt x="152769" y="23800"/>
                  <a:pt x="152526" y="23800"/>
                </a:cubicBezTo>
                <a:cubicBezTo>
                  <a:pt x="152252" y="23861"/>
                  <a:pt x="151340" y="24378"/>
                  <a:pt x="151006" y="24378"/>
                </a:cubicBezTo>
                <a:cubicBezTo>
                  <a:pt x="150641" y="24378"/>
                  <a:pt x="150550" y="24378"/>
                  <a:pt x="150429" y="24226"/>
                </a:cubicBezTo>
                <a:cubicBezTo>
                  <a:pt x="150307" y="24043"/>
                  <a:pt x="149851" y="23800"/>
                  <a:pt x="150003" y="23496"/>
                </a:cubicBezTo>
                <a:cubicBezTo>
                  <a:pt x="150155" y="23192"/>
                  <a:pt x="150337" y="22858"/>
                  <a:pt x="150185" y="22797"/>
                </a:cubicBezTo>
                <a:cubicBezTo>
                  <a:pt x="150154" y="22778"/>
                  <a:pt x="150112" y="22770"/>
                  <a:pt x="150064" y="22770"/>
                </a:cubicBezTo>
                <a:cubicBezTo>
                  <a:pt x="149876" y="22770"/>
                  <a:pt x="149582" y="22896"/>
                  <a:pt x="149365" y="23040"/>
                </a:cubicBezTo>
                <a:cubicBezTo>
                  <a:pt x="149061" y="23253"/>
                  <a:pt x="148818" y="23436"/>
                  <a:pt x="148210" y="23709"/>
                </a:cubicBezTo>
                <a:cubicBezTo>
                  <a:pt x="147571" y="24013"/>
                  <a:pt x="146143" y="24226"/>
                  <a:pt x="145535" y="24712"/>
                </a:cubicBezTo>
                <a:cubicBezTo>
                  <a:pt x="144927" y="25229"/>
                  <a:pt x="144805" y="25411"/>
                  <a:pt x="144805" y="25411"/>
                </a:cubicBezTo>
                <a:lnTo>
                  <a:pt x="144471" y="26080"/>
                </a:lnTo>
                <a:cubicBezTo>
                  <a:pt x="144420" y="26166"/>
                  <a:pt x="144359" y="26203"/>
                  <a:pt x="144282" y="26203"/>
                </a:cubicBezTo>
                <a:cubicBezTo>
                  <a:pt x="144223" y="26203"/>
                  <a:pt x="144155" y="26181"/>
                  <a:pt x="144076" y="26141"/>
                </a:cubicBezTo>
                <a:cubicBezTo>
                  <a:pt x="143913" y="26048"/>
                  <a:pt x="143822" y="26008"/>
                  <a:pt x="143625" y="26008"/>
                </a:cubicBezTo>
                <a:cubicBezTo>
                  <a:pt x="143564" y="26008"/>
                  <a:pt x="143493" y="26012"/>
                  <a:pt x="143407" y="26019"/>
                </a:cubicBezTo>
                <a:cubicBezTo>
                  <a:pt x="143377" y="26022"/>
                  <a:pt x="143350" y="26023"/>
                  <a:pt x="143328" y="26023"/>
                </a:cubicBezTo>
                <a:cubicBezTo>
                  <a:pt x="143055" y="26023"/>
                  <a:pt x="143293" y="25867"/>
                  <a:pt x="143012" y="25867"/>
                </a:cubicBezTo>
                <a:cubicBezTo>
                  <a:pt x="142708" y="25867"/>
                  <a:pt x="142374" y="25898"/>
                  <a:pt x="142100" y="25989"/>
                </a:cubicBezTo>
                <a:cubicBezTo>
                  <a:pt x="141956" y="26021"/>
                  <a:pt x="141846" y="26061"/>
                  <a:pt x="141751" y="26061"/>
                </a:cubicBezTo>
                <a:cubicBezTo>
                  <a:pt x="141666" y="26061"/>
                  <a:pt x="141595" y="26029"/>
                  <a:pt x="141523" y="25928"/>
                </a:cubicBezTo>
                <a:cubicBezTo>
                  <a:pt x="141371" y="25746"/>
                  <a:pt x="140702" y="25107"/>
                  <a:pt x="140307" y="24925"/>
                </a:cubicBezTo>
                <a:cubicBezTo>
                  <a:pt x="139992" y="24755"/>
                  <a:pt x="139542" y="24624"/>
                  <a:pt x="139172" y="24624"/>
                </a:cubicBezTo>
                <a:cubicBezTo>
                  <a:pt x="139078" y="24624"/>
                  <a:pt x="138989" y="24633"/>
                  <a:pt x="138909" y="24651"/>
                </a:cubicBezTo>
                <a:cubicBezTo>
                  <a:pt x="138544" y="24682"/>
                  <a:pt x="138027" y="24925"/>
                  <a:pt x="138027" y="24955"/>
                </a:cubicBezTo>
                <a:cubicBezTo>
                  <a:pt x="137997" y="24986"/>
                  <a:pt x="137845" y="25320"/>
                  <a:pt x="137784" y="25442"/>
                </a:cubicBezTo>
                <a:cubicBezTo>
                  <a:pt x="137749" y="25512"/>
                  <a:pt x="137673" y="25562"/>
                  <a:pt x="137609" y="25562"/>
                </a:cubicBezTo>
                <a:cubicBezTo>
                  <a:pt x="137563" y="25562"/>
                  <a:pt x="137523" y="25536"/>
                  <a:pt x="137510" y="25472"/>
                </a:cubicBezTo>
                <a:cubicBezTo>
                  <a:pt x="137480" y="25290"/>
                  <a:pt x="137541" y="25168"/>
                  <a:pt x="137480" y="25077"/>
                </a:cubicBezTo>
                <a:cubicBezTo>
                  <a:pt x="137389" y="24955"/>
                  <a:pt x="137237" y="24925"/>
                  <a:pt x="137389" y="24621"/>
                </a:cubicBezTo>
                <a:cubicBezTo>
                  <a:pt x="137541" y="24256"/>
                  <a:pt x="137571" y="24104"/>
                  <a:pt x="137875" y="23740"/>
                </a:cubicBezTo>
                <a:cubicBezTo>
                  <a:pt x="138179" y="23405"/>
                  <a:pt x="138392" y="23132"/>
                  <a:pt x="138483" y="22736"/>
                </a:cubicBezTo>
                <a:cubicBezTo>
                  <a:pt x="138605" y="22372"/>
                  <a:pt x="138574" y="22189"/>
                  <a:pt x="138757" y="22037"/>
                </a:cubicBezTo>
                <a:cubicBezTo>
                  <a:pt x="138939" y="21885"/>
                  <a:pt x="139365" y="21612"/>
                  <a:pt x="139304" y="21490"/>
                </a:cubicBezTo>
                <a:cubicBezTo>
                  <a:pt x="139291" y="21482"/>
                  <a:pt x="139271" y="21478"/>
                  <a:pt x="139246" y="21478"/>
                </a:cubicBezTo>
                <a:cubicBezTo>
                  <a:pt x="139091" y="21478"/>
                  <a:pt x="138735" y="21620"/>
                  <a:pt x="138605" y="21673"/>
                </a:cubicBezTo>
                <a:cubicBezTo>
                  <a:pt x="138453" y="21764"/>
                  <a:pt x="138027" y="21794"/>
                  <a:pt x="138027" y="21794"/>
                </a:cubicBezTo>
                <a:cubicBezTo>
                  <a:pt x="138027" y="21794"/>
                  <a:pt x="137237" y="22220"/>
                  <a:pt x="137237" y="22402"/>
                </a:cubicBezTo>
                <a:cubicBezTo>
                  <a:pt x="137206" y="22585"/>
                  <a:pt x="137176" y="23010"/>
                  <a:pt x="136933" y="23314"/>
                </a:cubicBezTo>
                <a:cubicBezTo>
                  <a:pt x="136720" y="23588"/>
                  <a:pt x="136203" y="23709"/>
                  <a:pt x="135991" y="24013"/>
                </a:cubicBezTo>
                <a:cubicBezTo>
                  <a:pt x="135747" y="24256"/>
                  <a:pt x="135443" y="24651"/>
                  <a:pt x="135291" y="24803"/>
                </a:cubicBezTo>
                <a:cubicBezTo>
                  <a:pt x="135140" y="24986"/>
                  <a:pt x="134592" y="25320"/>
                  <a:pt x="133984" y="25715"/>
                </a:cubicBezTo>
                <a:cubicBezTo>
                  <a:pt x="133741" y="25867"/>
                  <a:pt x="133559" y="25989"/>
                  <a:pt x="133437" y="26050"/>
                </a:cubicBezTo>
                <a:cubicBezTo>
                  <a:pt x="133377" y="26080"/>
                  <a:pt x="133285" y="26141"/>
                  <a:pt x="133255" y="26171"/>
                </a:cubicBezTo>
                <a:cubicBezTo>
                  <a:pt x="133225" y="26171"/>
                  <a:pt x="133164" y="26202"/>
                  <a:pt x="133133" y="26202"/>
                </a:cubicBezTo>
                <a:cubicBezTo>
                  <a:pt x="133073" y="26232"/>
                  <a:pt x="132981" y="26293"/>
                  <a:pt x="132951" y="26354"/>
                </a:cubicBezTo>
                <a:cubicBezTo>
                  <a:pt x="132769" y="26506"/>
                  <a:pt x="132921" y="26627"/>
                  <a:pt x="132404" y="26961"/>
                </a:cubicBezTo>
                <a:cubicBezTo>
                  <a:pt x="131918" y="27296"/>
                  <a:pt x="131583" y="27600"/>
                  <a:pt x="131340" y="27721"/>
                </a:cubicBezTo>
                <a:cubicBezTo>
                  <a:pt x="131158" y="27843"/>
                  <a:pt x="130945" y="27904"/>
                  <a:pt x="130702" y="27965"/>
                </a:cubicBezTo>
                <a:cubicBezTo>
                  <a:pt x="130671" y="27965"/>
                  <a:pt x="130580" y="27965"/>
                  <a:pt x="130519" y="27995"/>
                </a:cubicBezTo>
                <a:cubicBezTo>
                  <a:pt x="130489" y="27998"/>
                  <a:pt x="130456" y="27999"/>
                  <a:pt x="130423" y="27999"/>
                </a:cubicBezTo>
                <a:cubicBezTo>
                  <a:pt x="130122" y="27999"/>
                  <a:pt x="129723" y="27900"/>
                  <a:pt x="129606" y="27900"/>
                </a:cubicBezTo>
                <a:cubicBezTo>
                  <a:pt x="129592" y="27900"/>
                  <a:pt x="129583" y="27901"/>
                  <a:pt x="129577" y="27904"/>
                </a:cubicBezTo>
                <a:cubicBezTo>
                  <a:pt x="129486" y="27904"/>
                  <a:pt x="129364" y="27995"/>
                  <a:pt x="129273" y="28025"/>
                </a:cubicBezTo>
                <a:cubicBezTo>
                  <a:pt x="129121" y="28025"/>
                  <a:pt x="128969" y="28025"/>
                  <a:pt x="128969" y="27721"/>
                </a:cubicBezTo>
                <a:cubicBezTo>
                  <a:pt x="128910" y="27425"/>
                  <a:pt x="129197" y="26351"/>
                  <a:pt x="128931" y="26351"/>
                </a:cubicBezTo>
                <a:cubicBezTo>
                  <a:pt x="128924" y="26351"/>
                  <a:pt x="128916" y="26352"/>
                  <a:pt x="128908" y="26354"/>
                </a:cubicBezTo>
                <a:cubicBezTo>
                  <a:pt x="128878" y="26354"/>
                  <a:pt x="128817" y="26354"/>
                  <a:pt x="128756" y="26384"/>
                </a:cubicBezTo>
                <a:cubicBezTo>
                  <a:pt x="128544" y="26445"/>
                  <a:pt x="128392" y="26506"/>
                  <a:pt x="128088" y="26688"/>
                </a:cubicBezTo>
                <a:cubicBezTo>
                  <a:pt x="127966" y="26809"/>
                  <a:pt x="127905" y="26840"/>
                  <a:pt x="127784" y="26901"/>
                </a:cubicBezTo>
                <a:cubicBezTo>
                  <a:pt x="127632" y="26992"/>
                  <a:pt x="127510" y="27083"/>
                  <a:pt x="127176" y="27357"/>
                </a:cubicBezTo>
                <a:cubicBezTo>
                  <a:pt x="126690" y="27813"/>
                  <a:pt x="126416" y="28268"/>
                  <a:pt x="125717" y="28420"/>
                </a:cubicBezTo>
                <a:cubicBezTo>
                  <a:pt x="125434" y="28482"/>
                  <a:pt x="125196" y="28504"/>
                  <a:pt x="125005" y="28504"/>
                </a:cubicBezTo>
                <a:cubicBezTo>
                  <a:pt x="124723" y="28504"/>
                  <a:pt x="124543" y="28457"/>
                  <a:pt x="124471" y="28420"/>
                </a:cubicBezTo>
                <a:cubicBezTo>
                  <a:pt x="124410" y="28329"/>
                  <a:pt x="124319" y="28177"/>
                  <a:pt x="124410" y="28056"/>
                </a:cubicBezTo>
                <a:cubicBezTo>
                  <a:pt x="124471" y="27995"/>
                  <a:pt x="125504" y="26779"/>
                  <a:pt x="125838" y="26384"/>
                </a:cubicBezTo>
                <a:cubicBezTo>
                  <a:pt x="125869" y="26354"/>
                  <a:pt x="125869" y="26323"/>
                  <a:pt x="125930" y="26293"/>
                </a:cubicBezTo>
                <a:cubicBezTo>
                  <a:pt x="125960" y="26232"/>
                  <a:pt x="125960" y="26232"/>
                  <a:pt x="125960" y="26202"/>
                </a:cubicBezTo>
                <a:cubicBezTo>
                  <a:pt x="125960" y="26171"/>
                  <a:pt x="125990" y="26171"/>
                  <a:pt x="125990" y="26141"/>
                </a:cubicBezTo>
                <a:cubicBezTo>
                  <a:pt x="126416" y="25594"/>
                  <a:pt x="127054" y="24621"/>
                  <a:pt x="127145" y="24499"/>
                </a:cubicBezTo>
                <a:cubicBezTo>
                  <a:pt x="127237" y="24347"/>
                  <a:pt x="128574" y="22797"/>
                  <a:pt x="128878" y="22645"/>
                </a:cubicBezTo>
                <a:cubicBezTo>
                  <a:pt x="129182" y="22524"/>
                  <a:pt x="129334" y="22585"/>
                  <a:pt x="129516" y="22281"/>
                </a:cubicBezTo>
                <a:cubicBezTo>
                  <a:pt x="129668" y="22098"/>
                  <a:pt x="129820" y="21916"/>
                  <a:pt x="129942" y="21794"/>
                </a:cubicBezTo>
                <a:cubicBezTo>
                  <a:pt x="129942" y="21800"/>
                  <a:pt x="129946" y="21804"/>
                  <a:pt x="129957" y="21804"/>
                </a:cubicBezTo>
                <a:cubicBezTo>
                  <a:pt x="130002" y="21804"/>
                  <a:pt x="130152" y="21741"/>
                  <a:pt x="130519" y="21521"/>
                </a:cubicBezTo>
                <a:cubicBezTo>
                  <a:pt x="131401" y="21034"/>
                  <a:pt x="131431" y="20974"/>
                  <a:pt x="131705" y="20730"/>
                </a:cubicBezTo>
                <a:cubicBezTo>
                  <a:pt x="131948" y="20518"/>
                  <a:pt x="132525" y="20153"/>
                  <a:pt x="132525" y="20122"/>
                </a:cubicBezTo>
                <a:cubicBezTo>
                  <a:pt x="132548" y="20100"/>
                  <a:pt x="132718" y="20028"/>
                  <a:pt x="132565" y="20028"/>
                </a:cubicBezTo>
                <a:cubicBezTo>
                  <a:pt x="132509" y="20028"/>
                  <a:pt x="132412" y="20038"/>
                  <a:pt x="132252" y="20062"/>
                </a:cubicBezTo>
                <a:cubicBezTo>
                  <a:pt x="131823" y="20105"/>
                  <a:pt x="131651" y="20239"/>
                  <a:pt x="131427" y="20239"/>
                </a:cubicBezTo>
                <a:cubicBezTo>
                  <a:pt x="131333" y="20239"/>
                  <a:pt x="131231" y="20215"/>
                  <a:pt x="131097" y="20153"/>
                </a:cubicBezTo>
                <a:cubicBezTo>
                  <a:pt x="130641" y="19940"/>
                  <a:pt x="130823" y="19910"/>
                  <a:pt x="130428" y="19849"/>
                </a:cubicBezTo>
                <a:cubicBezTo>
                  <a:pt x="130207" y="19830"/>
                  <a:pt x="130254" y="19801"/>
                  <a:pt x="130135" y="19801"/>
                </a:cubicBezTo>
                <a:cubicBezTo>
                  <a:pt x="130058" y="19801"/>
                  <a:pt x="129911" y="19813"/>
                  <a:pt x="129577" y="19849"/>
                </a:cubicBezTo>
                <a:cubicBezTo>
                  <a:pt x="128773" y="19960"/>
                  <a:pt x="127918" y="20096"/>
                  <a:pt x="127728" y="20096"/>
                </a:cubicBezTo>
                <a:cubicBezTo>
                  <a:pt x="127710" y="20096"/>
                  <a:pt x="127698" y="20095"/>
                  <a:pt x="127693" y="20092"/>
                </a:cubicBezTo>
                <a:cubicBezTo>
                  <a:pt x="127662" y="20062"/>
                  <a:pt x="127632" y="19606"/>
                  <a:pt x="127449" y="19606"/>
                </a:cubicBezTo>
                <a:cubicBezTo>
                  <a:pt x="127297" y="19636"/>
                  <a:pt x="127206" y="19788"/>
                  <a:pt x="126872" y="20062"/>
                </a:cubicBezTo>
                <a:cubicBezTo>
                  <a:pt x="126568" y="20305"/>
                  <a:pt x="126173" y="20609"/>
                  <a:pt x="126142" y="20670"/>
                </a:cubicBezTo>
                <a:cubicBezTo>
                  <a:pt x="126112" y="20700"/>
                  <a:pt x="125413" y="20852"/>
                  <a:pt x="125231" y="20852"/>
                </a:cubicBezTo>
                <a:cubicBezTo>
                  <a:pt x="125139" y="20852"/>
                  <a:pt x="125048" y="20882"/>
                  <a:pt x="124949" y="20882"/>
                </a:cubicBezTo>
                <a:cubicBezTo>
                  <a:pt x="124851" y="20882"/>
                  <a:pt x="124744" y="20852"/>
                  <a:pt x="124623" y="20730"/>
                </a:cubicBezTo>
                <a:cubicBezTo>
                  <a:pt x="124410" y="20518"/>
                  <a:pt x="124501" y="20396"/>
                  <a:pt x="124167" y="20396"/>
                </a:cubicBezTo>
                <a:cubicBezTo>
                  <a:pt x="123958" y="20396"/>
                  <a:pt x="123808" y="20455"/>
                  <a:pt x="123688" y="20455"/>
                </a:cubicBezTo>
                <a:cubicBezTo>
                  <a:pt x="123616" y="20455"/>
                  <a:pt x="123555" y="20434"/>
                  <a:pt x="123498" y="20366"/>
                </a:cubicBezTo>
                <a:cubicBezTo>
                  <a:pt x="123362" y="20149"/>
                  <a:pt x="123009" y="19835"/>
                  <a:pt x="122740" y="19835"/>
                </a:cubicBezTo>
                <a:cubicBezTo>
                  <a:pt x="122707" y="19835"/>
                  <a:pt x="122676" y="19839"/>
                  <a:pt x="122647" y="19849"/>
                </a:cubicBezTo>
                <a:cubicBezTo>
                  <a:pt x="122373" y="20001"/>
                  <a:pt x="122221" y="20244"/>
                  <a:pt x="122221" y="20396"/>
                </a:cubicBezTo>
                <a:cubicBezTo>
                  <a:pt x="122221" y="20548"/>
                  <a:pt x="122343" y="20609"/>
                  <a:pt x="122130" y="20670"/>
                </a:cubicBezTo>
                <a:cubicBezTo>
                  <a:pt x="122044" y="20682"/>
                  <a:pt x="121977" y="20699"/>
                  <a:pt x="121925" y="20699"/>
                </a:cubicBezTo>
                <a:cubicBezTo>
                  <a:pt x="121848" y="20699"/>
                  <a:pt x="121802" y="20662"/>
                  <a:pt x="121765" y="20518"/>
                </a:cubicBezTo>
                <a:cubicBezTo>
                  <a:pt x="121735" y="20214"/>
                  <a:pt x="121826" y="20092"/>
                  <a:pt x="121522" y="19849"/>
                </a:cubicBezTo>
                <a:cubicBezTo>
                  <a:pt x="121249" y="19636"/>
                  <a:pt x="121218" y="19636"/>
                  <a:pt x="121097" y="19545"/>
                </a:cubicBezTo>
                <a:cubicBezTo>
                  <a:pt x="120975" y="19484"/>
                  <a:pt x="120914" y="19454"/>
                  <a:pt x="120793" y="19332"/>
                </a:cubicBezTo>
                <a:cubicBezTo>
                  <a:pt x="120680" y="19192"/>
                  <a:pt x="120281" y="19025"/>
                  <a:pt x="120006" y="19025"/>
                </a:cubicBezTo>
                <a:cubicBezTo>
                  <a:pt x="119984" y="19025"/>
                  <a:pt x="119962" y="19026"/>
                  <a:pt x="119942" y="19028"/>
                </a:cubicBezTo>
                <a:cubicBezTo>
                  <a:pt x="119699" y="19059"/>
                  <a:pt x="118574" y="19150"/>
                  <a:pt x="118574" y="19150"/>
                </a:cubicBezTo>
                <a:lnTo>
                  <a:pt x="118331" y="19454"/>
                </a:lnTo>
                <a:cubicBezTo>
                  <a:pt x="118331" y="19454"/>
                  <a:pt x="118027" y="19484"/>
                  <a:pt x="117905" y="19484"/>
                </a:cubicBezTo>
                <a:cubicBezTo>
                  <a:pt x="117784" y="19515"/>
                  <a:pt x="117571" y="19606"/>
                  <a:pt x="117571" y="19697"/>
                </a:cubicBezTo>
                <a:cubicBezTo>
                  <a:pt x="117571" y="19819"/>
                  <a:pt x="117115" y="19849"/>
                  <a:pt x="117024" y="19910"/>
                </a:cubicBezTo>
                <a:cubicBezTo>
                  <a:pt x="116963" y="19910"/>
                  <a:pt x="116598" y="19910"/>
                  <a:pt x="116507" y="19697"/>
                </a:cubicBezTo>
                <a:cubicBezTo>
                  <a:pt x="116432" y="19547"/>
                  <a:pt x="116192" y="19438"/>
                  <a:pt x="116008" y="19438"/>
                </a:cubicBezTo>
                <a:cubicBezTo>
                  <a:pt x="115968" y="19438"/>
                  <a:pt x="115931" y="19443"/>
                  <a:pt x="115899" y="19454"/>
                </a:cubicBezTo>
                <a:lnTo>
                  <a:pt x="115078" y="19545"/>
                </a:lnTo>
                <a:cubicBezTo>
                  <a:pt x="115048" y="19545"/>
                  <a:pt x="114896" y="19484"/>
                  <a:pt x="114835" y="19454"/>
                </a:cubicBezTo>
                <a:cubicBezTo>
                  <a:pt x="114744" y="19393"/>
                  <a:pt x="114592" y="19302"/>
                  <a:pt x="114470" y="19302"/>
                </a:cubicBezTo>
                <a:cubicBezTo>
                  <a:pt x="114379" y="19302"/>
                  <a:pt x="114318" y="19332"/>
                  <a:pt x="114136" y="19332"/>
                </a:cubicBezTo>
                <a:cubicBezTo>
                  <a:pt x="113954" y="19332"/>
                  <a:pt x="113680" y="19211"/>
                  <a:pt x="113559" y="19150"/>
                </a:cubicBezTo>
                <a:cubicBezTo>
                  <a:pt x="113467" y="19059"/>
                  <a:pt x="113255" y="19089"/>
                  <a:pt x="113224" y="18785"/>
                </a:cubicBezTo>
                <a:cubicBezTo>
                  <a:pt x="113194" y="18481"/>
                  <a:pt x="113103" y="18025"/>
                  <a:pt x="113103" y="17964"/>
                </a:cubicBezTo>
                <a:cubicBezTo>
                  <a:pt x="113072" y="17873"/>
                  <a:pt x="112859" y="17660"/>
                  <a:pt x="112859" y="17660"/>
                </a:cubicBezTo>
                <a:lnTo>
                  <a:pt x="112707" y="16445"/>
                </a:lnTo>
                <a:cubicBezTo>
                  <a:pt x="112707" y="16445"/>
                  <a:pt x="112556" y="16414"/>
                  <a:pt x="112404" y="16323"/>
                </a:cubicBezTo>
                <a:cubicBezTo>
                  <a:pt x="112252" y="16262"/>
                  <a:pt x="111735" y="16110"/>
                  <a:pt x="111735" y="16110"/>
                </a:cubicBezTo>
                <a:cubicBezTo>
                  <a:pt x="111735" y="16110"/>
                  <a:pt x="111431" y="16141"/>
                  <a:pt x="111370" y="16141"/>
                </a:cubicBezTo>
                <a:cubicBezTo>
                  <a:pt x="111279" y="16171"/>
                  <a:pt x="111248" y="16414"/>
                  <a:pt x="111248" y="16414"/>
                </a:cubicBezTo>
                <a:lnTo>
                  <a:pt x="111248" y="16566"/>
                </a:lnTo>
                <a:cubicBezTo>
                  <a:pt x="111248" y="16566"/>
                  <a:pt x="111097" y="16627"/>
                  <a:pt x="111097" y="16749"/>
                </a:cubicBezTo>
                <a:cubicBezTo>
                  <a:pt x="111097" y="16809"/>
                  <a:pt x="111218" y="17417"/>
                  <a:pt x="111248" y="17508"/>
                </a:cubicBezTo>
                <a:cubicBezTo>
                  <a:pt x="111248" y="17569"/>
                  <a:pt x="111340" y="18238"/>
                  <a:pt x="111340" y="18238"/>
                </a:cubicBezTo>
                <a:lnTo>
                  <a:pt x="104197" y="19150"/>
                </a:lnTo>
                <a:lnTo>
                  <a:pt x="93437" y="20518"/>
                </a:lnTo>
                <a:cubicBezTo>
                  <a:pt x="93437" y="20518"/>
                  <a:pt x="86506" y="20609"/>
                  <a:pt x="86354" y="20670"/>
                </a:cubicBezTo>
                <a:cubicBezTo>
                  <a:pt x="86202" y="20700"/>
                  <a:pt x="83558" y="20822"/>
                  <a:pt x="82950" y="20882"/>
                </a:cubicBezTo>
                <a:cubicBezTo>
                  <a:pt x="82464" y="20974"/>
                  <a:pt x="80792" y="21004"/>
                  <a:pt x="80093" y="21034"/>
                </a:cubicBezTo>
                <a:lnTo>
                  <a:pt x="79819" y="21034"/>
                </a:lnTo>
                <a:lnTo>
                  <a:pt x="78360" y="21065"/>
                </a:lnTo>
                <a:lnTo>
                  <a:pt x="70002" y="21277"/>
                </a:lnTo>
                <a:cubicBezTo>
                  <a:pt x="70002" y="21277"/>
                  <a:pt x="67135" y="21305"/>
                  <a:pt x="64183" y="21305"/>
                </a:cubicBezTo>
                <a:cubicBezTo>
                  <a:pt x="61724" y="21305"/>
                  <a:pt x="59206" y="21286"/>
                  <a:pt x="58238" y="21217"/>
                </a:cubicBezTo>
                <a:cubicBezTo>
                  <a:pt x="56111" y="21065"/>
                  <a:pt x="45107" y="20609"/>
                  <a:pt x="45107" y="20609"/>
                </a:cubicBezTo>
                <a:cubicBezTo>
                  <a:pt x="45107" y="20609"/>
                  <a:pt x="39788" y="20426"/>
                  <a:pt x="39211" y="20426"/>
                </a:cubicBezTo>
                <a:lnTo>
                  <a:pt x="36931" y="20426"/>
                </a:lnTo>
                <a:cubicBezTo>
                  <a:pt x="36809" y="20426"/>
                  <a:pt x="35077" y="20305"/>
                  <a:pt x="35046" y="20274"/>
                </a:cubicBezTo>
                <a:cubicBezTo>
                  <a:pt x="34986" y="20274"/>
                  <a:pt x="33983" y="20153"/>
                  <a:pt x="33831" y="20122"/>
                </a:cubicBezTo>
                <a:cubicBezTo>
                  <a:pt x="33831" y="20122"/>
                  <a:pt x="15988" y="18116"/>
                  <a:pt x="13800" y="17356"/>
                </a:cubicBezTo>
                <a:lnTo>
                  <a:pt x="13526" y="17782"/>
                </a:lnTo>
                <a:lnTo>
                  <a:pt x="13678" y="18998"/>
                </a:lnTo>
                <a:lnTo>
                  <a:pt x="14256" y="18907"/>
                </a:lnTo>
                <a:cubicBezTo>
                  <a:pt x="14256" y="18907"/>
                  <a:pt x="14438" y="19849"/>
                  <a:pt x="14286" y="19940"/>
                </a:cubicBezTo>
                <a:cubicBezTo>
                  <a:pt x="14134" y="20062"/>
                  <a:pt x="13557" y="20426"/>
                  <a:pt x="13557" y="20426"/>
                </a:cubicBezTo>
                <a:cubicBezTo>
                  <a:pt x="13557" y="20426"/>
                  <a:pt x="13648" y="20913"/>
                  <a:pt x="13952" y="21338"/>
                </a:cubicBezTo>
                <a:cubicBezTo>
                  <a:pt x="14286" y="21764"/>
                  <a:pt x="14742" y="22828"/>
                  <a:pt x="14742" y="22828"/>
                </a:cubicBezTo>
                <a:cubicBezTo>
                  <a:pt x="14742" y="22828"/>
                  <a:pt x="14864" y="23709"/>
                  <a:pt x="14590" y="23861"/>
                </a:cubicBezTo>
                <a:cubicBezTo>
                  <a:pt x="14317" y="24013"/>
                  <a:pt x="14013" y="24378"/>
                  <a:pt x="14073" y="24682"/>
                </a:cubicBezTo>
                <a:cubicBezTo>
                  <a:pt x="14104" y="25016"/>
                  <a:pt x="14013" y="24986"/>
                  <a:pt x="13861" y="25381"/>
                </a:cubicBezTo>
                <a:cubicBezTo>
                  <a:pt x="13678" y="25776"/>
                  <a:pt x="14104" y="25411"/>
                  <a:pt x="13678" y="25776"/>
                </a:cubicBezTo>
                <a:cubicBezTo>
                  <a:pt x="13500" y="25942"/>
                  <a:pt x="13305" y="25990"/>
                  <a:pt x="13140" y="25990"/>
                </a:cubicBezTo>
                <a:cubicBezTo>
                  <a:pt x="12910" y="25990"/>
                  <a:pt x="12736" y="25898"/>
                  <a:pt x="12736" y="25898"/>
                </a:cubicBezTo>
                <a:lnTo>
                  <a:pt x="12918" y="25533"/>
                </a:lnTo>
                <a:cubicBezTo>
                  <a:pt x="12918" y="25533"/>
                  <a:pt x="12766" y="24773"/>
                  <a:pt x="12797" y="24560"/>
                </a:cubicBezTo>
                <a:cubicBezTo>
                  <a:pt x="12858" y="24378"/>
                  <a:pt x="13101" y="24256"/>
                  <a:pt x="13253" y="24074"/>
                </a:cubicBezTo>
                <a:cubicBezTo>
                  <a:pt x="13405" y="23892"/>
                  <a:pt x="13314" y="23040"/>
                  <a:pt x="13314" y="23040"/>
                </a:cubicBezTo>
                <a:lnTo>
                  <a:pt x="12797" y="21673"/>
                </a:lnTo>
                <a:cubicBezTo>
                  <a:pt x="12797" y="21673"/>
                  <a:pt x="12709" y="21700"/>
                  <a:pt x="12544" y="21700"/>
                </a:cubicBezTo>
                <a:cubicBezTo>
                  <a:pt x="12358" y="21700"/>
                  <a:pt x="12073" y="21665"/>
                  <a:pt x="11703" y="21521"/>
                </a:cubicBezTo>
                <a:cubicBezTo>
                  <a:pt x="11064" y="21277"/>
                  <a:pt x="8450" y="20670"/>
                  <a:pt x="7873" y="20396"/>
                </a:cubicBezTo>
                <a:cubicBezTo>
                  <a:pt x="7265" y="20122"/>
                  <a:pt x="7022" y="20092"/>
                  <a:pt x="6930" y="19910"/>
                </a:cubicBezTo>
                <a:cubicBezTo>
                  <a:pt x="6778" y="19697"/>
                  <a:pt x="6353" y="19484"/>
                  <a:pt x="6353" y="19484"/>
                </a:cubicBezTo>
                <a:cubicBezTo>
                  <a:pt x="6353" y="19484"/>
                  <a:pt x="6079" y="19970"/>
                  <a:pt x="6079" y="20122"/>
                </a:cubicBezTo>
                <a:cubicBezTo>
                  <a:pt x="6110" y="20274"/>
                  <a:pt x="5927" y="20366"/>
                  <a:pt x="5897" y="20913"/>
                </a:cubicBezTo>
                <a:cubicBezTo>
                  <a:pt x="5867" y="21490"/>
                  <a:pt x="6049" y="21885"/>
                  <a:pt x="6201" y="22098"/>
                </a:cubicBezTo>
                <a:cubicBezTo>
                  <a:pt x="6353" y="22341"/>
                  <a:pt x="6626" y="22858"/>
                  <a:pt x="6687" y="23162"/>
                </a:cubicBezTo>
                <a:cubicBezTo>
                  <a:pt x="6718" y="23466"/>
                  <a:pt x="6718" y="23952"/>
                  <a:pt x="6657" y="24104"/>
                </a:cubicBezTo>
                <a:cubicBezTo>
                  <a:pt x="6535" y="24226"/>
                  <a:pt x="6505" y="24560"/>
                  <a:pt x="6566" y="24864"/>
                </a:cubicBezTo>
                <a:cubicBezTo>
                  <a:pt x="6657" y="25168"/>
                  <a:pt x="7022" y="25411"/>
                  <a:pt x="7022" y="25472"/>
                </a:cubicBezTo>
                <a:cubicBezTo>
                  <a:pt x="7022" y="25563"/>
                  <a:pt x="7143" y="25715"/>
                  <a:pt x="7022" y="25837"/>
                </a:cubicBezTo>
                <a:cubicBezTo>
                  <a:pt x="6961" y="25928"/>
                  <a:pt x="6839" y="26202"/>
                  <a:pt x="6870" y="26536"/>
                </a:cubicBezTo>
                <a:cubicBezTo>
                  <a:pt x="6930" y="26901"/>
                  <a:pt x="6870" y="27205"/>
                  <a:pt x="6961" y="27205"/>
                </a:cubicBezTo>
                <a:cubicBezTo>
                  <a:pt x="6985" y="27205"/>
                  <a:pt x="7024" y="27210"/>
                  <a:pt x="7072" y="27210"/>
                </a:cubicBezTo>
                <a:cubicBezTo>
                  <a:pt x="7143" y="27210"/>
                  <a:pt x="7234" y="27199"/>
                  <a:pt x="7326" y="27144"/>
                </a:cubicBezTo>
                <a:cubicBezTo>
                  <a:pt x="7345" y="27132"/>
                  <a:pt x="7371" y="27127"/>
                  <a:pt x="7402" y="27127"/>
                </a:cubicBezTo>
                <a:cubicBezTo>
                  <a:pt x="7604" y="27127"/>
                  <a:pt x="7994" y="27357"/>
                  <a:pt x="7994" y="27357"/>
                </a:cubicBezTo>
                <a:cubicBezTo>
                  <a:pt x="7994" y="27357"/>
                  <a:pt x="7630" y="27600"/>
                  <a:pt x="7569" y="27600"/>
                </a:cubicBezTo>
                <a:cubicBezTo>
                  <a:pt x="7527" y="27600"/>
                  <a:pt x="7362" y="27580"/>
                  <a:pt x="7196" y="27580"/>
                </a:cubicBezTo>
                <a:cubicBezTo>
                  <a:pt x="7003" y="27580"/>
                  <a:pt x="6809" y="27607"/>
                  <a:pt x="6809" y="27721"/>
                </a:cubicBezTo>
                <a:cubicBezTo>
                  <a:pt x="6809" y="27904"/>
                  <a:pt x="6870" y="28177"/>
                  <a:pt x="6930" y="28360"/>
                </a:cubicBezTo>
                <a:cubicBezTo>
                  <a:pt x="6961" y="28572"/>
                  <a:pt x="7386" y="28664"/>
                  <a:pt x="7417" y="28755"/>
                </a:cubicBezTo>
                <a:cubicBezTo>
                  <a:pt x="7447" y="28816"/>
                  <a:pt x="7538" y="29059"/>
                  <a:pt x="7447" y="29180"/>
                </a:cubicBezTo>
                <a:cubicBezTo>
                  <a:pt x="7326" y="29272"/>
                  <a:pt x="7295" y="29363"/>
                  <a:pt x="7326" y="29545"/>
                </a:cubicBezTo>
                <a:cubicBezTo>
                  <a:pt x="7386" y="29727"/>
                  <a:pt x="7538" y="29940"/>
                  <a:pt x="7386" y="29971"/>
                </a:cubicBezTo>
                <a:cubicBezTo>
                  <a:pt x="7376" y="29973"/>
                  <a:pt x="7366" y="29974"/>
                  <a:pt x="7356" y="29974"/>
                </a:cubicBezTo>
                <a:cubicBezTo>
                  <a:pt x="7207" y="29974"/>
                  <a:pt x="7018" y="29780"/>
                  <a:pt x="6961" y="29667"/>
                </a:cubicBezTo>
                <a:cubicBezTo>
                  <a:pt x="6881" y="29533"/>
                  <a:pt x="6754" y="28930"/>
                  <a:pt x="6703" y="28930"/>
                </a:cubicBezTo>
                <a:cubicBezTo>
                  <a:pt x="6696" y="28930"/>
                  <a:pt x="6691" y="28942"/>
                  <a:pt x="6687" y="28968"/>
                </a:cubicBezTo>
                <a:cubicBezTo>
                  <a:pt x="6626" y="29211"/>
                  <a:pt x="6566" y="29515"/>
                  <a:pt x="6566" y="29667"/>
                </a:cubicBezTo>
                <a:cubicBezTo>
                  <a:pt x="6626" y="29819"/>
                  <a:pt x="6687" y="29879"/>
                  <a:pt x="6626" y="30031"/>
                </a:cubicBezTo>
                <a:cubicBezTo>
                  <a:pt x="6535" y="30183"/>
                  <a:pt x="6505" y="30457"/>
                  <a:pt x="6505" y="30609"/>
                </a:cubicBezTo>
                <a:cubicBezTo>
                  <a:pt x="6535" y="30761"/>
                  <a:pt x="6870" y="30943"/>
                  <a:pt x="6870" y="30943"/>
                </a:cubicBezTo>
                <a:cubicBezTo>
                  <a:pt x="6870" y="30943"/>
                  <a:pt x="7782" y="31065"/>
                  <a:pt x="7903" y="31095"/>
                </a:cubicBezTo>
                <a:lnTo>
                  <a:pt x="7994" y="31156"/>
                </a:lnTo>
                <a:lnTo>
                  <a:pt x="7113" y="31247"/>
                </a:lnTo>
                <a:lnTo>
                  <a:pt x="6383" y="31551"/>
                </a:lnTo>
                <a:cubicBezTo>
                  <a:pt x="6383" y="31551"/>
                  <a:pt x="6778" y="32463"/>
                  <a:pt x="6657" y="32706"/>
                </a:cubicBezTo>
                <a:cubicBezTo>
                  <a:pt x="6535" y="32919"/>
                  <a:pt x="6110" y="35928"/>
                  <a:pt x="5897" y="36475"/>
                </a:cubicBezTo>
                <a:cubicBezTo>
                  <a:pt x="5654" y="36962"/>
                  <a:pt x="5593" y="37600"/>
                  <a:pt x="5259" y="38147"/>
                </a:cubicBezTo>
                <a:cubicBezTo>
                  <a:pt x="4894" y="38664"/>
                  <a:pt x="4985" y="38816"/>
                  <a:pt x="4894" y="39697"/>
                </a:cubicBezTo>
                <a:cubicBezTo>
                  <a:pt x="4833" y="40579"/>
                  <a:pt x="4894" y="40913"/>
                  <a:pt x="4651" y="41521"/>
                </a:cubicBezTo>
                <a:cubicBezTo>
                  <a:pt x="4347" y="42129"/>
                  <a:pt x="3739" y="43345"/>
                  <a:pt x="3587" y="43861"/>
                </a:cubicBezTo>
                <a:cubicBezTo>
                  <a:pt x="3435" y="44409"/>
                  <a:pt x="3465" y="45168"/>
                  <a:pt x="3070" y="45472"/>
                </a:cubicBezTo>
                <a:cubicBezTo>
                  <a:pt x="2705" y="45807"/>
                  <a:pt x="2371" y="46050"/>
                  <a:pt x="2371" y="46050"/>
                </a:cubicBezTo>
                <a:cubicBezTo>
                  <a:pt x="2371" y="46050"/>
                  <a:pt x="2432" y="46111"/>
                  <a:pt x="2401" y="46384"/>
                </a:cubicBezTo>
                <a:cubicBezTo>
                  <a:pt x="2371" y="46688"/>
                  <a:pt x="2553" y="46749"/>
                  <a:pt x="2462" y="46992"/>
                </a:cubicBezTo>
                <a:cubicBezTo>
                  <a:pt x="2432" y="47205"/>
                  <a:pt x="2098" y="47418"/>
                  <a:pt x="1946" y="47722"/>
                </a:cubicBezTo>
                <a:cubicBezTo>
                  <a:pt x="1794" y="48056"/>
                  <a:pt x="1368" y="48360"/>
                  <a:pt x="1459" y="48512"/>
                </a:cubicBezTo>
                <a:cubicBezTo>
                  <a:pt x="1520" y="48664"/>
                  <a:pt x="1672" y="49424"/>
                  <a:pt x="1763" y="49545"/>
                </a:cubicBezTo>
                <a:cubicBezTo>
                  <a:pt x="1824" y="49697"/>
                  <a:pt x="2128" y="49910"/>
                  <a:pt x="2098" y="50062"/>
                </a:cubicBezTo>
                <a:cubicBezTo>
                  <a:pt x="2067" y="50244"/>
                  <a:pt x="1763" y="50852"/>
                  <a:pt x="1763" y="50852"/>
                </a:cubicBezTo>
                <a:cubicBezTo>
                  <a:pt x="1763" y="50852"/>
                  <a:pt x="1702" y="51004"/>
                  <a:pt x="1702" y="51248"/>
                </a:cubicBezTo>
                <a:cubicBezTo>
                  <a:pt x="1702" y="51369"/>
                  <a:pt x="1672" y="51460"/>
                  <a:pt x="1672" y="51551"/>
                </a:cubicBezTo>
                <a:cubicBezTo>
                  <a:pt x="1642" y="51855"/>
                  <a:pt x="1642" y="52372"/>
                  <a:pt x="1642" y="52372"/>
                </a:cubicBezTo>
                <a:cubicBezTo>
                  <a:pt x="1642" y="52372"/>
                  <a:pt x="1611" y="53102"/>
                  <a:pt x="1763" y="53132"/>
                </a:cubicBezTo>
                <a:cubicBezTo>
                  <a:pt x="1915" y="53223"/>
                  <a:pt x="2250" y="53406"/>
                  <a:pt x="2250" y="53406"/>
                </a:cubicBezTo>
                <a:lnTo>
                  <a:pt x="1854" y="54287"/>
                </a:lnTo>
                <a:cubicBezTo>
                  <a:pt x="1854" y="54287"/>
                  <a:pt x="1702" y="54621"/>
                  <a:pt x="1915" y="54743"/>
                </a:cubicBezTo>
                <a:cubicBezTo>
                  <a:pt x="2128" y="54865"/>
                  <a:pt x="2219" y="55473"/>
                  <a:pt x="2250" y="55685"/>
                </a:cubicBezTo>
                <a:cubicBezTo>
                  <a:pt x="2280" y="55928"/>
                  <a:pt x="2006" y="56232"/>
                  <a:pt x="2006" y="56232"/>
                </a:cubicBezTo>
                <a:cubicBezTo>
                  <a:pt x="2006" y="56232"/>
                  <a:pt x="2006" y="56597"/>
                  <a:pt x="2067" y="56688"/>
                </a:cubicBezTo>
                <a:cubicBezTo>
                  <a:pt x="2098" y="56749"/>
                  <a:pt x="1702" y="57327"/>
                  <a:pt x="1672" y="57387"/>
                </a:cubicBezTo>
                <a:cubicBezTo>
                  <a:pt x="1642" y="57479"/>
                  <a:pt x="1520" y="57631"/>
                  <a:pt x="1550" y="57935"/>
                </a:cubicBezTo>
                <a:cubicBezTo>
                  <a:pt x="1611" y="58269"/>
                  <a:pt x="1672" y="58755"/>
                  <a:pt x="1672" y="58755"/>
                </a:cubicBezTo>
                <a:cubicBezTo>
                  <a:pt x="1672" y="58755"/>
                  <a:pt x="243" y="60488"/>
                  <a:pt x="122" y="60731"/>
                </a:cubicBezTo>
                <a:cubicBezTo>
                  <a:pt x="0" y="60974"/>
                  <a:pt x="0" y="61704"/>
                  <a:pt x="0" y="61704"/>
                </a:cubicBezTo>
                <a:lnTo>
                  <a:pt x="122" y="62646"/>
                </a:lnTo>
                <a:cubicBezTo>
                  <a:pt x="122" y="62646"/>
                  <a:pt x="487" y="62919"/>
                  <a:pt x="730" y="63558"/>
                </a:cubicBezTo>
                <a:cubicBezTo>
                  <a:pt x="942" y="64196"/>
                  <a:pt x="1246" y="64530"/>
                  <a:pt x="1368" y="64774"/>
                </a:cubicBezTo>
                <a:cubicBezTo>
                  <a:pt x="1490" y="64956"/>
                  <a:pt x="1915" y="65381"/>
                  <a:pt x="1824" y="65655"/>
                </a:cubicBezTo>
                <a:cubicBezTo>
                  <a:pt x="1763" y="65898"/>
                  <a:pt x="1763" y="66354"/>
                  <a:pt x="1550" y="66597"/>
                </a:cubicBezTo>
                <a:cubicBezTo>
                  <a:pt x="1398" y="66810"/>
                  <a:pt x="1155" y="67844"/>
                  <a:pt x="1216" y="67965"/>
                </a:cubicBezTo>
                <a:cubicBezTo>
                  <a:pt x="1307" y="68087"/>
                  <a:pt x="1398" y="68269"/>
                  <a:pt x="1398" y="68421"/>
                </a:cubicBezTo>
                <a:cubicBezTo>
                  <a:pt x="1398" y="68573"/>
                  <a:pt x="1550" y="68877"/>
                  <a:pt x="1398" y="69211"/>
                </a:cubicBezTo>
                <a:cubicBezTo>
                  <a:pt x="1246" y="69546"/>
                  <a:pt x="1186" y="69606"/>
                  <a:pt x="1186" y="69698"/>
                </a:cubicBezTo>
                <a:cubicBezTo>
                  <a:pt x="1186" y="69850"/>
                  <a:pt x="1368" y="70002"/>
                  <a:pt x="1490" y="70214"/>
                </a:cubicBezTo>
                <a:cubicBezTo>
                  <a:pt x="1611" y="70397"/>
                  <a:pt x="2098" y="71309"/>
                  <a:pt x="2250" y="71613"/>
                </a:cubicBezTo>
                <a:cubicBezTo>
                  <a:pt x="2401" y="71917"/>
                  <a:pt x="2827" y="72342"/>
                  <a:pt x="2979" y="72403"/>
                </a:cubicBezTo>
                <a:cubicBezTo>
                  <a:pt x="3131" y="72494"/>
                  <a:pt x="3313" y="72403"/>
                  <a:pt x="3374" y="72555"/>
                </a:cubicBezTo>
                <a:cubicBezTo>
                  <a:pt x="3465" y="72707"/>
                  <a:pt x="3617" y="73771"/>
                  <a:pt x="3617" y="73771"/>
                </a:cubicBezTo>
                <a:cubicBezTo>
                  <a:pt x="3617" y="73771"/>
                  <a:pt x="3830" y="74561"/>
                  <a:pt x="3769" y="74713"/>
                </a:cubicBezTo>
                <a:cubicBezTo>
                  <a:pt x="3678" y="74865"/>
                  <a:pt x="3465" y="74956"/>
                  <a:pt x="3465" y="75108"/>
                </a:cubicBezTo>
                <a:cubicBezTo>
                  <a:pt x="3465" y="75260"/>
                  <a:pt x="3678" y="75321"/>
                  <a:pt x="3952" y="75412"/>
                </a:cubicBezTo>
                <a:cubicBezTo>
                  <a:pt x="4225" y="75473"/>
                  <a:pt x="4529" y="75868"/>
                  <a:pt x="4651" y="76020"/>
                </a:cubicBezTo>
                <a:cubicBezTo>
                  <a:pt x="4736" y="76134"/>
                  <a:pt x="5193" y="76327"/>
                  <a:pt x="5302" y="76327"/>
                </a:cubicBezTo>
                <a:cubicBezTo>
                  <a:pt x="5310" y="76327"/>
                  <a:pt x="5315" y="76326"/>
                  <a:pt x="5319" y="76324"/>
                </a:cubicBezTo>
                <a:cubicBezTo>
                  <a:pt x="5411" y="76293"/>
                  <a:pt x="5623" y="75990"/>
                  <a:pt x="5593" y="75838"/>
                </a:cubicBezTo>
                <a:cubicBezTo>
                  <a:pt x="5563" y="75686"/>
                  <a:pt x="5775" y="75412"/>
                  <a:pt x="5867" y="75290"/>
                </a:cubicBezTo>
                <a:cubicBezTo>
                  <a:pt x="5891" y="75242"/>
                  <a:pt x="5954" y="75227"/>
                  <a:pt x="6021" y="75227"/>
                </a:cubicBezTo>
                <a:cubicBezTo>
                  <a:pt x="6122" y="75227"/>
                  <a:pt x="6231" y="75260"/>
                  <a:pt x="6231" y="75260"/>
                </a:cubicBezTo>
                <a:cubicBezTo>
                  <a:pt x="6231" y="75260"/>
                  <a:pt x="6262" y="75442"/>
                  <a:pt x="6231" y="75534"/>
                </a:cubicBezTo>
                <a:cubicBezTo>
                  <a:pt x="6201" y="75594"/>
                  <a:pt x="5927" y="75746"/>
                  <a:pt x="5927" y="75898"/>
                </a:cubicBezTo>
                <a:cubicBezTo>
                  <a:pt x="5927" y="76050"/>
                  <a:pt x="5927" y="76293"/>
                  <a:pt x="5958" y="76354"/>
                </a:cubicBezTo>
                <a:cubicBezTo>
                  <a:pt x="6049" y="76476"/>
                  <a:pt x="6049" y="76354"/>
                  <a:pt x="6201" y="76506"/>
                </a:cubicBezTo>
                <a:cubicBezTo>
                  <a:pt x="6323" y="76628"/>
                  <a:pt x="6626" y="77297"/>
                  <a:pt x="6626" y="77297"/>
                </a:cubicBezTo>
                <a:lnTo>
                  <a:pt x="6718" y="78178"/>
                </a:lnTo>
                <a:cubicBezTo>
                  <a:pt x="6718" y="78178"/>
                  <a:pt x="6644" y="78296"/>
                  <a:pt x="6548" y="78296"/>
                </a:cubicBezTo>
                <a:cubicBezTo>
                  <a:pt x="6506" y="78296"/>
                  <a:pt x="6460" y="78273"/>
                  <a:pt x="6414" y="78208"/>
                </a:cubicBezTo>
                <a:cubicBezTo>
                  <a:pt x="6262" y="77996"/>
                  <a:pt x="5958" y="77752"/>
                  <a:pt x="5775" y="77388"/>
                </a:cubicBezTo>
                <a:cubicBezTo>
                  <a:pt x="5593" y="76993"/>
                  <a:pt x="5441" y="76445"/>
                  <a:pt x="5441" y="76445"/>
                </a:cubicBezTo>
                <a:lnTo>
                  <a:pt x="5137" y="76628"/>
                </a:lnTo>
                <a:lnTo>
                  <a:pt x="5289" y="77053"/>
                </a:lnTo>
                <a:lnTo>
                  <a:pt x="5319" y="77509"/>
                </a:lnTo>
                <a:cubicBezTo>
                  <a:pt x="5319" y="77509"/>
                  <a:pt x="5137" y="77570"/>
                  <a:pt x="5046" y="77692"/>
                </a:cubicBezTo>
                <a:cubicBezTo>
                  <a:pt x="4985" y="77813"/>
                  <a:pt x="4894" y="77996"/>
                  <a:pt x="5016" y="78026"/>
                </a:cubicBezTo>
                <a:cubicBezTo>
                  <a:pt x="5107" y="78056"/>
                  <a:pt x="5411" y="78269"/>
                  <a:pt x="5411" y="78269"/>
                </a:cubicBezTo>
                <a:lnTo>
                  <a:pt x="5259" y="78360"/>
                </a:lnTo>
                <a:lnTo>
                  <a:pt x="5198" y="79120"/>
                </a:lnTo>
                <a:lnTo>
                  <a:pt x="5502" y="80610"/>
                </a:lnTo>
                <a:cubicBezTo>
                  <a:pt x="5502" y="80610"/>
                  <a:pt x="5745" y="80701"/>
                  <a:pt x="5867" y="80914"/>
                </a:cubicBezTo>
                <a:cubicBezTo>
                  <a:pt x="6019" y="81157"/>
                  <a:pt x="6231" y="81218"/>
                  <a:pt x="6414" y="81309"/>
                </a:cubicBezTo>
                <a:cubicBezTo>
                  <a:pt x="6626" y="81370"/>
                  <a:pt x="7234" y="81674"/>
                  <a:pt x="7234" y="81674"/>
                </a:cubicBezTo>
                <a:cubicBezTo>
                  <a:pt x="7234" y="81674"/>
                  <a:pt x="7478" y="81674"/>
                  <a:pt x="7538" y="81795"/>
                </a:cubicBezTo>
                <a:lnTo>
                  <a:pt x="7538" y="82403"/>
                </a:lnTo>
                <a:cubicBezTo>
                  <a:pt x="7538" y="82403"/>
                  <a:pt x="7441" y="82330"/>
                  <a:pt x="7370" y="82330"/>
                </a:cubicBezTo>
                <a:cubicBezTo>
                  <a:pt x="7328" y="82330"/>
                  <a:pt x="7295" y="82355"/>
                  <a:pt x="7295" y="82433"/>
                </a:cubicBezTo>
                <a:cubicBezTo>
                  <a:pt x="7326" y="82616"/>
                  <a:pt x="7326" y="82859"/>
                  <a:pt x="7326" y="82859"/>
                </a:cubicBezTo>
                <a:cubicBezTo>
                  <a:pt x="7326" y="82859"/>
                  <a:pt x="7265" y="83041"/>
                  <a:pt x="7234" y="83132"/>
                </a:cubicBezTo>
                <a:cubicBezTo>
                  <a:pt x="7234" y="83163"/>
                  <a:pt x="7158" y="83170"/>
                  <a:pt x="7082" y="83170"/>
                </a:cubicBezTo>
                <a:cubicBezTo>
                  <a:pt x="7006" y="83170"/>
                  <a:pt x="6930" y="83163"/>
                  <a:pt x="6930" y="83163"/>
                </a:cubicBezTo>
                <a:lnTo>
                  <a:pt x="6657" y="84044"/>
                </a:lnTo>
                <a:lnTo>
                  <a:pt x="6566" y="84804"/>
                </a:lnTo>
                <a:cubicBezTo>
                  <a:pt x="6566" y="84804"/>
                  <a:pt x="7113" y="85473"/>
                  <a:pt x="7417" y="85898"/>
                </a:cubicBezTo>
                <a:cubicBezTo>
                  <a:pt x="7721" y="86324"/>
                  <a:pt x="7903" y="86354"/>
                  <a:pt x="7933" y="86689"/>
                </a:cubicBezTo>
                <a:cubicBezTo>
                  <a:pt x="7994" y="87023"/>
                  <a:pt x="8025" y="87145"/>
                  <a:pt x="8085" y="87297"/>
                </a:cubicBezTo>
                <a:cubicBezTo>
                  <a:pt x="8207" y="87449"/>
                  <a:pt x="8541" y="87570"/>
                  <a:pt x="8602" y="87874"/>
                </a:cubicBezTo>
                <a:cubicBezTo>
                  <a:pt x="8633" y="88209"/>
                  <a:pt x="8785" y="88421"/>
                  <a:pt x="8967" y="88634"/>
                </a:cubicBezTo>
                <a:cubicBezTo>
                  <a:pt x="9149" y="88908"/>
                  <a:pt x="9453" y="89333"/>
                  <a:pt x="9666" y="89576"/>
                </a:cubicBezTo>
                <a:cubicBezTo>
                  <a:pt x="9848" y="89880"/>
                  <a:pt x="10274" y="90032"/>
                  <a:pt x="10274" y="90032"/>
                </a:cubicBezTo>
                <a:cubicBezTo>
                  <a:pt x="10274" y="90032"/>
                  <a:pt x="10791" y="90306"/>
                  <a:pt x="10669" y="90458"/>
                </a:cubicBezTo>
                <a:cubicBezTo>
                  <a:pt x="10578" y="90610"/>
                  <a:pt x="10304" y="90731"/>
                  <a:pt x="10213" y="90944"/>
                </a:cubicBezTo>
                <a:cubicBezTo>
                  <a:pt x="10152" y="91157"/>
                  <a:pt x="10183" y="91552"/>
                  <a:pt x="10335" y="91674"/>
                </a:cubicBezTo>
                <a:cubicBezTo>
                  <a:pt x="10389" y="91717"/>
                  <a:pt x="10462" y="91726"/>
                  <a:pt x="10540" y="91726"/>
                </a:cubicBezTo>
                <a:cubicBezTo>
                  <a:pt x="10591" y="91726"/>
                  <a:pt x="10644" y="91722"/>
                  <a:pt x="10695" y="91722"/>
                </a:cubicBezTo>
                <a:cubicBezTo>
                  <a:pt x="10782" y="91722"/>
                  <a:pt x="10863" y="91733"/>
                  <a:pt x="10912" y="91795"/>
                </a:cubicBezTo>
                <a:cubicBezTo>
                  <a:pt x="11034" y="91947"/>
                  <a:pt x="11095" y="92464"/>
                  <a:pt x="11064" y="92859"/>
                </a:cubicBezTo>
                <a:cubicBezTo>
                  <a:pt x="11034" y="93224"/>
                  <a:pt x="11095" y="94196"/>
                  <a:pt x="10943" y="94288"/>
                </a:cubicBezTo>
                <a:cubicBezTo>
                  <a:pt x="10791" y="94409"/>
                  <a:pt x="10760" y="94440"/>
                  <a:pt x="10791" y="94713"/>
                </a:cubicBezTo>
                <a:cubicBezTo>
                  <a:pt x="10821" y="94987"/>
                  <a:pt x="11520" y="95412"/>
                  <a:pt x="11642" y="95443"/>
                </a:cubicBezTo>
                <a:cubicBezTo>
                  <a:pt x="11733" y="95503"/>
                  <a:pt x="12554" y="95777"/>
                  <a:pt x="12554" y="95777"/>
                </a:cubicBezTo>
                <a:cubicBezTo>
                  <a:pt x="12554" y="95777"/>
                  <a:pt x="12884" y="95699"/>
                  <a:pt x="13094" y="95699"/>
                </a:cubicBezTo>
                <a:cubicBezTo>
                  <a:pt x="13147" y="95699"/>
                  <a:pt x="13192" y="95704"/>
                  <a:pt x="13222" y="95716"/>
                </a:cubicBezTo>
                <a:cubicBezTo>
                  <a:pt x="13374" y="95747"/>
                  <a:pt x="13952" y="96172"/>
                  <a:pt x="14438" y="96203"/>
                </a:cubicBezTo>
                <a:cubicBezTo>
                  <a:pt x="14560" y="96210"/>
                  <a:pt x="14676" y="96212"/>
                  <a:pt x="14783" y="96212"/>
                </a:cubicBezTo>
                <a:cubicBezTo>
                  <a:pt x="14891" y="96212"/>
                  <a:pt x="14991" y="96210"/>
                  <a:pt x="15080" y="96210"/>
                </a:cubicBezTo>
                <a:cubicBezTo>
                  <a:pt x="15259" y="96210"/>
                  <a:pt x="15396" y="96218"/>
                  <a:pt x="15472" y="96263"/>
                </a:cubicBezTo>
                <a:cubicBezTo>
                  <a:pt x="15624" y="96355"/>
                  <a:pt x="16262" y="96567"/>
                  <a:pt x="16414" y="96841"/>
                </a:cubicBezTo>
                <a:cubicBezTo>
                  <a:pt x="16566" y="97145"/>
                  <a:pt x="16870" y="97722"/>
                  <a:pt x="17022" y="97996"/>
                </a:cubicBezTo>
                <a:cubicBezTo>
                  <a:pt x="17174" y="98300"/>
                  <a:pt x="17265" y="98543"/>
                  <a:pt x="18055" y="98604"/>
                </a:cubicBezTo>
                <a:cubicBezTo>
                  <a:pt x="18319" y="98614"/>
                  <a:pt x="18592" y="98617"/>
                  <a:pt x="18840" y="98617"/>
                </a:cubicBezTo>
                <a:cubicBezTo>
                  <a:pt x="19335" y="98617"/>
                  <a:pt x="19727" y="98604"/>
                  <a:pt x="19727" y="98604"/>
                </a:cubicBezTo>
                <a:cubicBezTo>
                  <a:pt x="19727" y="98604"/>
                  <a:pt x="20153" y="99090"/>
                  <a:pt x="20153" y="99516"/>
                </a:cubicBezTo>
                <a:cubicBezTo>
                  <a:pt x="20092" y="99911"/>
                  <a:pt x="20031" y="100488"/>
                  <a:pt x="20031" y="100488"/>
                </a:cubicBezTo>
                <a:cubicBezTo>
                  <a:pt x="20031" y="100488"/>
                  <a:pt x="20852" y="100519"/>
                  <a:pt x="20973" y="100519"/>
                </a:cubicBezTo>
                <a:cubicBezTo>
                  <a:pt x="21017" y="100510"/>
                  <a:pt x="21086" y="100501"/>
                  <a:pt x="21168" y="100501"/>
                </a:cubicBezTo>
                <a:cubicBezTo>
                  <a:pt x="21371" y="100501"/>
                  <a:pt x="21651" y="100554"/>
                  <a:pt x="21824" y="100792"/>
                </a:cubicBezTo>
                <a:cubicBezTo>
                  <a:pt x="22037" y="101127"/>
                  <a:pt x="22979" y="102130"/>
                  <a:pt x="23283" y="102494"/>
                </a:cubicBezTo>
                <a:cubicBezTo>
                  <a:pt x="23587" y="102890"/>
                  <a:pt x="24165" y="103528"/>
                  <a:pt x="24165" y="103528"/>
                </a:cubicBezTo>
                <a:cubicBezTo>
                  <a:pt x="24165" y="103528"/>
                  <a:pt x="24347" y="104531"/>
                  <a:pt x="24347" y="104774"/>
                </a:cubicBezTo>
                <a:cubicBezTo>
                  <a:pt x="24347" y="105048"/>
                  <a:pt x="24286" y="105808"/>
                  <a:pt x="24408" y="105899"/>
                </a:cubicBezTo>
                <a:cubicBezTo>
                  <a:pt x="24499" y="105990"/>
                  <a:pt x="24712" y="105990"/>
                  <a:pt x="24773" y="106112"/>
                </a:cubicBezTo>
                <a:cubicBezTo>
                  <a:pt x="24864" y="106233"/>
                  <a:pt x="24803" y="106567"/>
                  <a:pt x="24773" y="106689"/>
                </a:cubicBezTo>
                <a:cubicBezTo>
                  <a:pt x="24712" y="106811"/>
                  <a:pt x="24955" y="107115"/>
                  <a:pt x="24955" y="107115"/>
                </a:cubicBezTo>
                <a:cubicBezTo>
                  <a:pt x="24955" y="107115"/>
                  <a:pt x="25107" y="107145"/>
                  <a:pt x="25229" y="107267"/>
                </a:cubicBezTo>
                <a:cubicBezTo>
                  <a:pt x="25350" y="107327"/>
                  <a:pt x="25107" y="107358"/>
                  <a:pt x="25958" y="107479"/>
                </a:cubicBezTo>
                <a:cubicBezTo>
                  <a:pt x="26256" y="107525"/>
                  <a:pt x="26485" y="107541"/>
                  <a:pt x="26673" y="107541"/>
                </a:cubicBezTo>
                <a:cubicBezTo>
                  <a:pt x="26982" y="107541"/>
                  <a:pt x="27179" y="107498"/>
                  <a:pt x="27387" y="107479"/>
                </a:cubicBezTo>
                <a:cubicBezTo>
                  <a:pt x="27751" y="107449"/>
                  <a:pt x="29271" y="107267"/>
                  <a:pt x="29271" y="107267"/>
                </a:cubicBezTo>
                <a:lnTo>
                  <a:pt x="32159" y="107175"/>
                </a:lnTo>
                <a:lnTo>
                  <a:pt x="35654" y="107145"/>
                </a:lnTo>
                <a:lnTo>
                  <a:pt x="35654" y="107145"/>
                </a:lnTo>
                <a:cubicBezTo>
                  <a:pt x="35594" y="107175"/>
                  <a:pt x="35290" y="107874"/>
                  <a:pt x="35259" y="108026"/>
                </a:cubicBezTo>
                <a:cubicBezTo>
                  <a:pt x="35259" y="108178"/>
                  <a:pt x="35502" y="108634"/>
                  <a:pt x="35654" y="108665"/>
                </a:cubicBezTo>
                <a:cubicBezTo>
                  <a:pt x="35685" y="108665"/>
                  <a:pt x="36901" y="109182"/>
                  <a:pt x="38633" y="109881"/>
                </a:cubicBezTo>
                <a:cubicBezTo>
                  <a:pt x="43436" y="111826"/>
                  <a:pt x="52220" y="115413"/>
                  <a:pt x="52220" y="115413"/>
                </a:cubicBezTo>
                <a:cubicBezTo>
                  <a:pt x="52220" y="115413"/>
                  <a:pt x="52959" y="115296"/>
                  <a:pt x="53706" y="115296"/>
                </a:cubicBezTo>
                <a:cubicBezTo>
                  <a:pt x="53893" y="115296"/>
                  <a:pt x="54080" y="115303"/>
                  <a:pt x="54257" y="115321"/>
                </a:cubicBezTo>
                <a:cubicBezTo>
                  <a:pt x="55138" y="115413"/>
                  <a:pt x="56384" y="115534"/>
                  <a:pt x="56840" y="115534"/>
                </a:cubicBezTo>
                <a:cubicBezTo>
                  <a:pt x="57296" y="115534"/>
                  <a:pt x="58238" y="115656"/>
                  <a:pt x="59150" y="115656"/>
                </a:cubicBezTo>
                <a:lnTo>
                  <a:pt x="61339" y="115656"/>
                </a:lnTo>
                <a:lnTo>
                  <a:pt x="64713" y="115473"/>
                </a:lnTo>
                <a:lnTo>
                  <a:pt x="65047" y="115413"/>
                </a:lnTo>
                <a:lnTo>
                  <a:pt x="64773" y="113376"/>
                </a:lnTo>
                <a:cubicBezTo>
                  <a:pt x="64773" y="113376"/>
                  <a:pt x="65435" y="113100"/>
                  <a:pt x="65839" y="113100"/>
                </a:cubicBezTo>
                <a:cubicBezTo>
                  <a:pt x="65860" y="113100"/>
                  <a:pt x="65879" y="113101"/>
                  <a:pt x="65898" y="113103"/>
                </a:cubicBezTo>
                <a:cubicBezTo>
                  <a:pt x="66263" y="113133"/>
                  <a:pt x="67327" y="113194"/>
                  <a:pt x="67570" y="113194"/>
                </a:cubicBezTo>
                <a:cubicBezTo>
                  <a:pt x="67752" y="113194"/>
                  <a:pt x="69297" y="113127"/>
                  <a:pt x="69792" y="113127"/>
                </a:cubicBezTo>
                <a:cubicBezTo>
                  <a:pt x="69874" y="113127"/>
                  <a:pt x="69928" y="113129"/>
                  <a:pt x="69941" y="113133"/>
                </a:cubicBezTo>
                <a:cubicBezTo>
                  <a:pt x="69970" y="113148"/>
                  <a:pt x="70073" y="113153"/>
                  <a:pt x="70220" y="113153"/>
                </a:cubicBezTo>
                <a:cubicBezTo>
                  <a:pt x="70686" y="113153"/>
                  <a:pt x="71592" y="113095"/>
                  <a:pt x="72008" y="113072"/>
                </a:cubicBezTo>
                <a:lnTo>
                  <a:pt x="72220" y="113072"/>
                </a:lnTo>
                <a:cubicBezTo>
                  <a:pt x="72220" y="113072"/>
                  <a:pt x="73132" y="113376"/>
                  <a:pt x="73284" y="113589"/>
                </a:cubicBezTo>
                <a:cubicBezTo>
                  <a:pt x="73436" y="113832"/>
                  <a:pt x="73558" y="114136"/>
                  <a:pt x="73801" y="114470"/>
                </a:cubicBezTo>
                <a:cubicBezTo>
                  <a:pt x="74014" y="114805"/>
                  <a:pt x="74409" y="114926"/>
                  <a:pt x="74591" y="115109"/>
                </a:cubicBezTo>
                <a:cubicBezTo>
                  <a:pt x="74804" y="115321"/>
                  <a:pt x="75382" y="115777"/>
                  <a:pt x="75655" y="116172"/>
                </a:cubicBezTo>
                <a:cubicBezTo>
                  <a:pt x="75868" y="116568"/>
                  <a:pt x="77327" y="117753"/>
                  <a:pt x="77783" y="118057"/>
                </a:cubicBezTo>
                <a:cubicBezTo>
                  <a:pt x="78208" y="118361"/>
                  <a:pt x="79120" y="118513"/>
                  <a:pt x="79424" y="118817"/>
                </a:cubicBezTo>
                <a:cubicBezTo>
                  <a:pt x="79759" y="119121"/>
                  <a:pt x="80245" y="119303"/>
                  <a:pt x="80245" y="119516"/>
                </a:cubicBezTo>
                <a:lnTo>
                  <a:pt x="80245" y="119607"/>
                </a:lnTo>
                <a:lnTo>
                  <a:pt x="80245" y="119759"/>
                </a:lnTo>
                <a:lnTo>
                  <a:pt x="80245" y="119881"/>
                </a:lnTo>
                <a:lnTo>
                  <a:pt x="80245" y="120063"/>
                </a:lnTo>
                <a:lnTo>
                  <a:pt x="80245" y="120124"/>
                </a:lnTo>
                <a:lnTo>
                  <a:pt x="80245" y="120245"/>
                </a:lnTo>
                <a:lnTo>
                  <a:pt x="80245" y="120276"/>
                </a:lnTo>
                <a:lnTo>
                  <a:pt x="80245" y="120397"/>
                </a:lnTo>
                <a:cubicBezTo>
                  <a:pt x="80245" y="120549"/>
                  <a:pt x="80518" y="120823"/>
                  <a:pt x="80731" y="121097"/>
                </a:cubicBezTo>
                <a:cubicBezTo>
                  <a:pt x="80944" y="121340"/>
                  <a:pt x="81157" y="121613"/>
                  <a:pt x="81187" y="121917"/>
                </a:cubicBezTo>
                <a:cubicBezTo>
                  <a:pt x="81248" y="122252"/>
                  <a:pt x="81278" y="123224"/>
                  <a:pt x="81400" y="123315"/>
                </a:cubicBezTo>
                <a:cubicBezTo>
                  <a:pt x="81491" y="123437"/>
                  <a:pt x="81886" y="124288"/>
                  <a:pt x="82768" y="124774"/>
                </a:cubicBezTo>
                <a:cubicBezTo>
                  <a:pt x="83619" y="125261"/>
                  <a:pt x="86142" y="126446"/>
                  <a:pt x="86142" y="126446"/>
                </a:cubicBezTo>
                <a:lnTo>
                  <a:pt x="88117" y="127480"/>
                </a:lnTo>
                <a:cubicBezTo>
                  <a:pt x="88117" y="127480"/>
                  <a:pt x="88157" y="127482"/>
                  <a:pt x="88220" y="127482"/>
                </a:cubicBezTo>
                <a:cubicBezTo>
                  <a:pt x="88378" y="127482"/>
                  <a:pt x="88682" y="127467"/>
                  <a:pt x="88877" y="127358"/>
                </a:cubicBezTo>
                <a:cubicBezTo>
                  <a:pt x="89151" y="127206"/>
                  <a:pt x="89333" y="126477"/>
                  <a:pt x="89455" y="126446"/>
                </a:cubicBezTo>
                <a:cubicBezTo>
                  <a:pt x="89546" y="126416"/>
                  <a:pt x="89972" y="125899"/>
                  <a:pt x="90093" y="125717"/>
                </a:cubicBezTo>
                <a:cubicBezTo>
                  <a:pt x="90154" y="125534"/>
                  <a:pt x="90549" y="124075"/>
                  <a:pt x="90610" y="123863"/>
                </a:cubicBezTo>
                <a:cubicBezTo>
                  <a:pt x="90701" y="123619"/>
                  <a:pt x="90549" y="123376"/>
                  <a:pt x="91005" y="123285"/>
                </a:cubicBezTo>
                <a:cubicBezTo>
                  <a:pt x="91233" y="123255"/>
                  <a:pt x="91393" y="123247"/>
                  <a:pt x="91510" y="123247"/>
                </a:cubicBezTo>
                <a:cubicBezTo>
                  <a:pt x="91628" y="123247"/>
                  <a:pt x="91704" y="123255"/>
                  <a:pt x="91765" y="123255"/>
                </a:cubicBezTo>
                <a:cubicBezTo>
                  <a:pt x="91886" y="123255"/>
                  <a:pt x="92099" y="122829"/>
                  <a:pt x="92190" y="122708"/>
                </a:cubicBezTo>
                <a:cubicBezTo>
                  <a:pt x="92237" y="122661"/>
                  <a:pt x="92319" y="122455"/>
                  <a:pt x="92490" y="122455"/>
                </a:cubicBezTo>
                <a:cubicBezTo>
                  <a:pt x="92543" y="122455"/>
                  <a:pt x="92605" y="122475"/>
                  <a:pt x="92677" y="122525"/>
                </a:cubicBezTo>
                <a:cubicBezTo>
                  <a:pt x="92981" y="122768"/>
                  <a:pt x="93133" y="122981"/>
                  <a:pt x="93315" y="122981"/>
                </a:cubicBezTo>
                <a:cubicBezTo>
                  <a:pt x="93497" y="122981"/>
                  <a:pt x="93893" y="122920"/>
                  <a:pt x="94075" y="122860"/>
                </a:cubicBezTo>
                <a:cubicBezTo>
                  <a:pt x="94089" y="122857"/>
                  <a:pt x="94103" y="122855"/>
                  <a:pt x="94117" y="122855"/>
                </a:cubicBezTo>
                <a:cubicBezTo>
                  <a:pt x="94261" y="122855"/>
                  <a:pt x="94431" y="122981"/>
                  <a:pt x="94652" y="122981"/>
                </a:cubicBezTo>
                <a:cubicBezTo>
                  <a:pt x="94678" y="122985"/>
                  <a:pt x="94715" y="122987"/>
                  <a:pt x="94759" y="122987"/>
                </a:cubicBezTo>
                <a:cubicBezTo>
                  <a:pt x="95022" y="122987"/>
                  <a:pt x="95547" y="122920"/>
                  <a:pt x="95625" y="122920"/>
                </a:cubicBezTo>
                <a:cubicBezTo>
                  <a:pt x="95747" y="122920"/>
                  <a:pt x="96355" y="123133"/>
                  <a:pt x="96355" y="123133"/>
                </a:cubicBezTo>
                <a:cubicBezTo>
                  <a:pt x="96355" y="123133"/>
                  <a:pt x="96993" y="123741"/>
                  <a:pt x="97145" y="123832"/>
                </a:cubicBezTo>
                <a:cubicBezTo>
                  <a:pt x="97297" y="123893"/>
                  <a:pt x="97753" y="123923"/>
                  <a:pt x="98057" y="124197"/>
                </a:cubicBezTo>
                <a:cubicBezTo>
                  <a:pt x="98361" y="124470"/>
                  <a:pt x="98300" y="124440"/>
                  <a:pt x="98665" y="124835"/>
                </a:cubicBezTo>
                <a:cubicBezTo>
                  <a:pt x="99060" y="125261"/>
                  <a:pt x="99516" y="125352"/>
                  <a:pt x="99729" y="125595"/>
                </a:cubicBezTo>
                <a:cubicBezTo>
                  <a:pt x="100002" y="125869"/>
                  <a:pt x="100397" y="126629"/>
                  <a:pt x="100428" y="126811"/>
                </a:cubicBezTo>
                <a:cubicBezTo>
                  <a:pt x="100458" y="127024"/>
                  <a:pt x="101157" y="127814"/>
                  <a:pt x="101188" y="127875"/>
                </a:cubicBezTo>
                <a:cubicBezTo>
                  <a:pt x="101218" y="127966"/>
                  <a:pt x="102251" y="129911"/>
                  <a:pt x="102282" y="130154"/>
                </a:cubicBezTo>
                <a:cubicBezTo>
                  <a:pt x="102312" y="130428"/>
                  <a:pt x="102434" y="130671"/>
                  <a:pt x="102768" y="130914"/>
                </a:cubicBezTo>
                <a:cubicBezTo>
                  <a:pt x="103133" y="131188"/>
                  <a:pt x="104106" y="131948"/>
                  <a:pt x="104288" y="132221"/>
                </a:cubicBezTo>
                <a:cubicBezTo>
                  <a:pt x="104501" y="132495"/>
                  <a:pt x="104805" y="132799"/>
                  <a:pt x="105017" y="133012"/>
                </a:cubicBezTo>
                <a:cubicBezTo>
                  <a:pt x="105261" y="133194"/>
                  <a:pt x="106172" y="133802"/>
                  <a:pt x="106172" y="133802"/>
                </a:cubicBezTo>
                <a:lnTo>
                  <a:pt x="106537" y="134683"/>
                </a:lnTo>
                <a:cubicBezTo>
                  <a:pt x="106537" y="134683"/>
                  <a:pt x="106568" y="135474"/>
                  <a:pt x="106659" y="135565"/>
                </a:cubicBezTo>
                <a:cubicBezTo>
                  <a:pt x="106780" y="135626"/>
                  <a:pt x="106932" y="135626"/>
                  <a:pt x="106963" y="135930"/>
                </a:cubicBezTo>
                <a:cubicBezTo>
                  <a:pt x="106993" y="136234"/>
                  <a:pt x="106659" y="136446"/>
                  <a:pt x="107084" y="136781"/>
                </a:cubicBezTo>
                <a:cubicBezTo>
                  <a:pt x="107479" y="137115"/>
                  <a:pt x="108087" y="137966"/>
                  <a:pt x="108300" y="138270"/>
                </a:cubicBezTo>
                <a:cubicBezTo>
                  <a:pt x="108513" y="138604"/>
                  <a:pt x="109151" y="139668"/>
                  <a:pt x="109151" y="139790"/>
                </a:cubicBezTo>
                <a:cubicBezTo>
                  <a:pt x="109151" y="139829"/>
                  <a:pt x="109280" y="139840"/>
                  <a:pt x="109426" y="139840"/>
                </a:cubicBezTo>
                <a:cubicBezTo>
                  <a:pt x="109622" y="139840"/>
                  <a:pt x="109850" y="139820"/>
                  <a:pt x="109850" y="139820"/>
                </a:cubicBezTo>
                <a:cubicBezTo>
                  <a:pt x="109850" y="139820"/>
                  <a:pt x="110458" y="139942"/>
                  <a:pt x="110519" y="139972"/>
                </a:cubicBezTo>
                <a:cubicBezTo>
                  <a:pt x="110610" y="140003"/>
                  <a:pt x="112282" y="140580"/>
                  <a:pt x="112464" y="140641"/>
                </a:cubicBezTo>
                <a:cubicBezTo>
                  <a:pt x="112647" y="140732"/>
                  <a:pt x="113407" y="140945"/>
                  <a:pt x="113528" y="141036"/>
                </a:cubicBezTo>
                <a:cubicBezTo>
                  <a:pt x="113599" y="141072"/>
                  <a:pt x="113911" y="141086"/>
                  <a:pt x="114217" y="141086"/>
                </a:cubicBezTo>
                <a:cubicBezTo>
                  <a:pt x="114434" y="141086"/>
                  <a:pt x="114648" y="141079"/>
                  <a:pt x="114774" y="141066"/>
                </a:cubicBezTo>
                <a:cubicBezTo>
                  <a:pt x="115009" y="141040"/>
                  <a:pt x="115491" y="140902"/>
                  <a:pt x="115776" y="140902"/>
                </a:cubicBezTo>
                <a:cubicBezTo>
                  <a:pt x="115823" y="140902"/>
                  <a:pt x="115865" y="140906"/>
                  <a:pt x="115899" y="140914"/>
                </a:cubicBezTo>
                <a:cubicBezTo>
                  <a:pt x="116112" y="141006"/>
                  <a:pt x="116416" y="141370"/>
                  <a:pt x="116659" y="141492"/>
                </a:cubicBezTo>
                <a:cubicBezTo>
                  <a:pt x="116872" y="141614"/>
                  <a:pt x="117784" y="141705"/>
                  <a:pt x="117784" y="141705"/>
                </a:cubicBezTo>
                <a:cubicBezTo>
                  <a:pt x="117784" y="141705"/>
                  <a:pt x="117936" y="141370"/>
                  <a:pt x="118057" y="141249"/>
                </a:cubicBezTo>
                <a:cubicBezTo>
                  <a:pt x="118179" y="141158"/>
                  <a:pt x="118543" y="141036"/>
                  <a:pt x="118543" y="141036"/>
                </a:cubicBezTo>
                <a:cubicBezTo>
                  <a:pt x="118543" y="141036"/>
                  <a:pt x="118695" y="140793"/>
                  <a:pt x="118635" y="140641"/>
                </a:cubicBezTo>
                <a:cubicBezTo>
                  <a:pt x="118543" y="140489"/>
                  <a:pt x="118270" y="140550"/>
                  <a:pt x="117905" y="140094"/>
                </a:cubicBezTo>
                <a:cubicBezTo>
                  <a:pt x="117510" y="139638"/>
                  <a:pt x="116659" y="138361"/>
                  <a:pt x="116568" y="138118"/>
                </a:cubicBezTo>
                <a:cubicBezTo>
                  <a:pt x="116537" y="137875"/>
                  <a:pt x="116142" y="136538"/>
                  <a:pt x="116142" y="136446"/>
                </a:cubicBezTo>
                <a:cubicBezTo>
                  <a:pt x="116142" y="136325"/>
                  <a:pt x="116112" y="135990"/>
                  <a:pt x="116203" y="135717"/>
                </a:cubicBezTo>
                <a:cubicBezTo>
                  <a:pt x="116233" y="135474"/>
                  <a:pt x="116355" y="135291"/>
                  <a:pt x="116385" y="135139"/>
                </a:cubicBezTo>
                <a:cubicBezTo>
                  <a:pt x="116416" y="134957"/>
                  <a:pt x="116446" y="134379"/>
                  <a:pt x="116446" y="134379"/>
                </a:cubicBezTo>
                <a:cubicBezTo>
                  <a:pt x="116446" y="134379"/>
                  <a:pt x="116142" y="134349"/>
                  <a:pt x="116142" y="134258"/>
                </a:cubicBezTo>
                <a:cubicBezTo>
                  <a:pt x="116142" y="134197"/>
                  <a:pt x="116568" y="133741"/>
                  <a:pt x="116568" y="133741"/>
                </a:cubicBezTo>
                <a:cubicBezTo>
                  <a:pt x="116568" y="133741"/>
                  <a:pt x="116841" y="133437"/>
                  <a:pt x="116841" y="133255"/>
                </a:cubicBezTo>
                <a:cubicBezTo>
                  <a:pt x="116841" y="133103"/>
                  <a:pt x="116872" y="132829"/>
                  <a:pt x="116872" y="132586"/>
                </a:cubicBezTo>
                <a:cubicBezTo>
                  <a:pt x="116872" y="132373"/>
                  <a:pt x="116750" y="132069"/>
                  <a:pt x="116659" y="132039"/>
                </a:cubicBezTo>
                <a:cubicBezTo>
                  <a:pt x="116537" y="131948"/>
                  <a:pt x="116264" y="131978"/>
                  <a:pt x="116294" y="131644"/>
                </a:cubicBezTo>
                <a:cubicBezTo>
                  <a:pt x="116385" y="131309"/>
                  <a:pt x="116355" y="130975"/>
                  <a:pt x="116537" y="130914"/>
                </a:cubicBezTo>
                <a:cubicBezTo>
                  <a:pt x="116557" y="130912"/>
                  <a:pt x="116579" y="130910"/>
                  <a:pt x="116604" y="130910"/>
                </a:cubicBezTo>
                <a:cubicBezTo>
                  <a:pt x="116856" y="130910"/>
                  <a:pt x="117358" y="131036"/>
                  <a:pt x="117358" y="131036"/>
                </a:cubicBezTo>
                <a:lnTo>
                  <a:pt x="117753" y="130458"/>
                </a:lnTo>
                <a:lnTo>
                  <a:pt x="117632" y="129547"/>
                </a:lnTo>
                <a:cubicBezTo>
                  <a:pt x="117632" y="129547"/>
                  <a:pt x="117601" y="129334"/>
                  <a:pt x="117784" y="129334"/>
                </a:cubicBezTo>
                <a:cubicBezTo>
                  <a:pt x="117936" y="129303"/>
                  <a:pt x="119091" y="129182"/>
                  <a:pt x="119091" y="129182"/>
                </a:cubicBezTo>
                <a:cubicBezTo>
                  <a:pt x="119091" y="129182"/>
                  <a:pt x="119121" y="128756"/>
                  <a:pt x="118999" y="128574"/>
                </a:cubicBezTo>
                <a:cubicBezTo>
                  <a:pt x="118878" y="128392"/>
                  <a:pt x="118695" y="128148"/>
                  <a:pt x="118969" y="128088"/>
                </a:cubicBezTo>
                <a:cubicBezTo>
                  <a:pt x="119106" y="128042"/>
                  <a:pt x="119258" y="128042"/>
                  <a:pt x="119417" y="128042"/>
                </a:cubicBezTo>
                <a:cubicBezTo>
                  <a:pt x="119577" y="128042"/>
                  <a:pt x="119744" y="128042"/>
                  <a:pt x="119911" y="127996"/>
                </a:cubicBezTo>
                <a:cubicBezTo>
                  <a:pt x="120246" y="127875"/>
                  <a:pt x="120458" y="127814"/>
                  <a:pt x="120458" y="127723"/>
                </a:cubicBezTo>
                <a:cubicBezTo>
                  <a:pt x="120458" y="127662"/>
                  <a:pt x="120458" y="127480"/>
                  <a:pt x="120185" y="127206"/>
                </a:cubicBezTo>
                <a:cubicBezTo>
                  <a:pt x="119911" y="126933"/>
                  <a:pt x="119790" y="126963"/>
                  <a:pt x="119850" y="126872"/>
                </a:cubicBezTo>
                <a:cubicBezTo>
                  <a:pt x="119881" y="126750"/>
                  <a:pt x="120033" y="126720"/>
                  <a:pt x="120337" y="126659"/>
                </a:cubicBezTo>
                <a:cubicBezTo>
                  <a:pt x="120641" y="126598"/>
                  <a:pt x="120914" y="126598"/>
                  <a:pt x="120975" y="126355"/>
                </a:cubicBezTo>
                <a:cubicBezTo>
                  <a:pt x="121006" y="126142"/>
                  <a:pt x="121279" y="125808"/>
                  <a:pt x="121279" y="125808"/>
                </a:cubicBezTo>
                <a:cubicBezTo>
                  <a:pt x="121279" y="125808"/>
                  <a:pt x="121309" y="125808"/>
                  <a:pt x="121309" y="126173"/>
                </a:cubicBezTo>
                <a:cubicBezTo>
                  <a:pt x="121309" y="126484"/>
                  <a:pt x="121064" y="126588"/>
                  <a:pt x="121199" y="126588"/>
                </a:cubicBezTo>
                <a:cubicBezTo>
                  <a:pt x="121235" y="126588"/>
                  <a:pt x="121298" y="126581"/>
                  <a:pt x="121401" y="126568"/>
                </a:cubicBezTo>
                <a:cubicBezTo>
                  <a:pt x="121887" y="126477"/>
                  <a:pt x="122009" y="126446"/>
                  <a:pt x="122161" y="126355"/>
                </a:cubicBezTo>
                <a:cubicBezTo>
                  <a:pt x="122282" y="126294"/>
                  <a:pt x="123042" y="125686"/>
                  <a:pt x="123346" y="125565"/>
                </a:cubicBezTo>
                <a:cubicBezTo>
                  <a:pt x="123680" y="125443"/>
                  <a:pt x="124866" y="124470"/>
                  <a:pt x="125109" y="124227"/>
                </a:cubicBezTo>
                <a:cubicBezTo>
                  <a:pt x="125382" y="124015"/>
                  <a:pt x="125838" y="123467"/>
                  <a:pt x="125838" y="123467"/>
                </a:cubicBezTo>
                <a:cubicBezTo>
                  <a:pt x="125838" y="123467"/>
                  <a:pt x="125717" y="123072"/>
                  <a:pt x="125778" y="122951"/>
                </a:cubicBezTo>
                <a:cubicBezTo>
                  <a:pt x="125808" y="122829"/>
                  <a:pt x="125778" y="122647"/>
                  <a:pt x="126142" y="122373"/>
                </a:cubicBezTo>
                <a:cubicBezTo>
                  <a:pt x="126477" y="122100"/>
                  <a:pt x="126993" y="121704"/>
                  <a:pt x="126993" y="121583"/>
                </a:cubicBezTo>
                <a:cubicBezTo>
                  <a:pt x="126993" y="121431"/>
                  <a:pt x="126993" y="121461"/>
                  <a:pt x="126750" y="121188"/>
                </a:cubicBezTo>
                <a:cubicBezTo>
                  <a:pt x="126538" y="120945"/>
                  <a:pt x="126234" y="120671"/>
                  <a:pt x="126294" y="120489"/>
                </a:cubicBezTo>
                <a:cubicBezTo>
                  <a:pt x="126386" y="120276"/>
                  <a:pt x="126446" y="119729"/>
                  <a:pt x="126750" y="119668"/>
                </a:cubicBezTo>
                <a:cubicBezTo>
                  <a:pt x="126791" y="119664"/>
                  <a:pt x="126831" y="119662"/>
                  <a:pt x="126870" y="119662"/>
                </a:cubicBezTo>
                <a:cubicBezTo>
                  <a:pt x="127123" y="119662"/>
                  <a:pt x="127332" y="119741"/>
                  <a:pt x="127358" y="119820"/>
                </a:cubicBezTo>
                <a:cubicBezTo>
                  <a:pt x="127389" y="119942"/>
                  <a:pt x="127206" y="120276"/>
                  <a:pt x="127206" y="120276"/>
                </a:cubicBezTo>
                <a:cubicBezTo>
                  <a:pt x="127206" y="120276"/>
                  <a:pt x="127150" y="120673"/>
                  <a:pt x="127419" y="120673"/>
                </a:cubicBezTo>
                <a:cubicBezTo>
                  <a:pt x="127429" y="120673"/>
                  <a:pt x="127439" y="120672"/>
                  <a:pt x="127449" y="120671"/>
                </a:cubicBezTo>
                <a:lnTo>
                  <a:pt x="127966" y="120580"/>
                </a:lnTo>
                <a:cubicBezTo>
                  <a:pt x="128044" y="120580"/>
                  <a:pt x="128301" y="120647"/>
                  <a:pt x="128564" y="120647"/>
                </a:cubicBezTo>
                <a:cubicBezTo>
                  <a:pt x="128608" y="120647"/>
                  <a:pt x="128652" y="120645"/>
                  <a:pt x="128696" y="120641"/>
                </a:cubicBezTo>
                <a:cubicBezTo>
                  <a:pt x="129000" y="120580"/>
                  <a:pt x="129334" y="120245"/>
                  <a:pt x="129456" y="120215"/>
                </a:cubicBezTo>
                <a:cubicBezTo>
                  <a:pt x="129577" y="120215"/>
                  <a:pt x="130215" y="120033"/>
                  <a:pt x="130337" y="119881"/>
                </a:cubicBezTo>
                <a:cubicBezTo>
                  <a:pt x="130428" y="119759"/>
                  <a:pt x="130641" y="119668"/>
                  <a:pt x="131036" y="119577"/>
                </a:cubicBezTo>
                <a:cubicBezTo>
                  <a:pt x="131127" y="119516"/>
                  <a:pt x="131279" y="119486"/>
                  <a:pt x="131431" y="119455"/>
                </a:cubicBezTo>
                <a:cubicBezTo>
                  <a:pt x="131918" y="119273"/>
                  <a:pt x="132677" y="118999"/>
                  <a:pt x="133012" y="118878"/>
                </a:cubicBezTo>
                <a:cubicBezTo>
                  <a:pt x="133407" y="118746"/>
                  <a:pt x="133689" y="118362"/>
                  <a:pt x="134113" y="118362"/>
                </a:cubicBezTo>
                <a:cubicBezTo>
                  <a:pt x="134178" y="118362"/>
                  <a:pt x="134246" y="118371"/>
                  <a:pt x="134319" y="118391"/>
                </a:cubicBezTo>
                <a:cubicBezTo>
                  <a:pt x="134836" y="118543"/>
                  <a:pt x="134957" y="118391"/>
                  <a:pt x="135565" y="118604"/>
                </a:cubicBezTo>
                <a:cubicBezTo>
                  <a:pt x="135687" y="118665"/>
                  <a:pt x="135808" y="118695"/>
                  <a:pt x="135869" y="118726"/>
                </a:cubicBezTo>
                <a:cubicBezTo>
                  <a:pt x="135960" y="118756"/>
                  <a:pt x="136021" y="118756"/>
                  <a:pt x="136143" y="118817"/>
                </a:cubicBezTo>
                <a:cubicBezTo>
                  <a:pt x="136203" y="118817"/>
                  <a:pt x="136264" y="118847"/>
                  <a:pt x="136325" y="118847"/>
                </a:cubicBezTo>
                <a:lnTo>
                  <a:pt x="136355" y="118847"/>
                </a:lnTo>
                <a:cubicBezTo>
                  <a:pt x="136416" y="118847"/>
                  <a:pt x="136447" y="118847"/>
                  <a:pt x="136477" y="118878"/>
                </a:cubicBezTo>
                <a:cubicBezTo>
                  <a:pt x="136666" y="118899"/>
                  <a:pt x="136854" y="118934"/>
                  <a:pt x="137023" y="118934"/>
                </a:cubicBezTo>
                <a:cubicBezTo>
                  <a:pt x="137099" y="118934"/>
                  <a:pt x="137171" y="118927"/>
                  <a:pt x="137237" y="118908"/>
                </a:cubicBezTo>
                <a:cubicBezTo>
                  <a:pt x="137784" y="118847"/>
                  <a:pt x="139243" y="118756"/>
                  <a:pt x="139334" y="118726"/>
                </a:cubicBezTo>
                <a:cubicBezTo>
                  <a:pt x="139395" y="118726"/>
                  <a:pt x="139942" y="118513"/>
                  <a:pt x="139760" y="118300"/>
                </a:cubicBezTo>
                <a:cubicBezTo>
                  <a:pt x="139547" y="118118"/>
                  <a:pt x="139182" y="117662"/>
                  <a:pt x="139456" y="117631"/>
                </a:cubicBezTo>
                <a:cubicBezTo>
                  <a:pt x="139699" y="117540"/>
                  <a:pt x="140155" y="117328"/>
                  <a:pt x="140155" y="117328"/>
                </a:cubicBezTo>
                <a:cubicBezTo>
                  <a:pt x="140155" y="117328"/>
                  <a:pt x="140224" y="117084"/>
                  <a:pt x="140337" y="117084"/>
                </a:cubicBezTo>
                <a:cubicBezTo>
                  <a:pt x="140374" y="117084"/>
                  <a:pt x="140414" y="117109"/>
                  <a:pt x="140459" y="117176"/>
                </a:cubicBezTo>
                <a:cubicBezTo>
                  <a:pt x="140672" y="117479"/>
                  <a:pt x="140702" y="117540"/>
                  <a:pt x="140975" y="117540"/>
                </a:cubicBezTo>
                <a:cubicBezTo>
                  <a:pt x="141007" y="117548"/>
                  <a:pt x="141040" y="117552"/>
                  <a:pt x="141072" y="117552"/>
                </a:cubicBezTo>
                <a:cubicBezTo>
                  <a:pt x="141221" y="117552"/>
                  <a:pt x="141374" y="117484"/>
                  <a:pt x="141507" y="117484"/>
                </a:cubicBezTo>
                <a:cubicBezTo>
                  <a:pt x="141568" y="117484"/>
                  <a:pt x="141625" y="117499"/>
                  <a:pt x="141675" y="117540"/>
                </a:cubicBezTo>
                <a:cubicBezTo>
                  <a:pt x="141887" y="117692"/>
                  <a:pt x="141979" y="117935"/>
                  <a:pt x="142070" y="118057"/>
                </a:cubicBezTo>
                <a:cubicBezTo>
                  <a:pt x="142131" y="118209"/>
                  <a:pt x="142374" y="118361"/>
                  <a:pt x="142708" y="118391"/>
                </a:cubicBezTo>
                <a:cubicBezTo>
                  <a:pt x="142750" y="118395"/>
                  <a:pt x="142793" y="118397"/>
                  <a:pt x="142837" y="118397"/>
                </a:cubicBezTo>
                <a:cubicBezTo>
                  <a:pt x="142970" y="118397"/>
                  <a:pt x="143110" y="118384"/>
                  <a:pt x="143244" y="118384"/>
                </a:cubicBezTo>
                <a:cubicBezTo>
                  <a:pt x="143422" y="118384"/>
                  <a:pt x="143590" y="118407"/>
                  <a:pt x="143711" y="118513"/>
                </a:cubicBezTo>
                <a:cubicBezTo>
                  <a:pt x="143893" y="118665"/>
                  <a:pt x="144076" y="118878"/>
                  <a:pt x="144197" y="119060"/>
                </a:cubicBezTo>
                <a:cubicBezTo>
                  <a:pt x="144319" y="119273"/>
                  <a:pt x="144623" y="119577"/>
                  <a:pt x="144805" y="119668"/>
                </a:cubicBezTo>
                <a:cubicBezTo>
                  <a:pt x="144988" y="119759"/>
                  <a:pt x="145626" y="119790"/>
                  <a:pt x="145626" y="119790"/>
                </a:cubicBezTo>
                <a:cubicBezTo>
                  <a:pt x="145626" y="119790"/>
                  <a:pt x="145827" y="119915"/>
                  <a:pt x="145955" y="119915"/>
                </a:cubicBezTo>
                <a:cubicBezTo>
                  <a:pt x="145968" y="119915"/>
                  <a:pt x="145980" y="119914"/>
                  <a:pt x="145991" y="119911"/>
                </a:cubicBezTo>
                <a:cubicBezTo>
                  <a:pt x="146011" y="119911"/>
                  <a:pt x="146037" y="119913"/>
                  <a:pt x="146068" y="119913"/>
                </a:cubicBezTo>
                <a:cubicBezTo>
                  <a:pt x="146177" y="119913"/>
                  <a:pt x="146342" y="119894"/>
                  <a:pt x="146508" y="119729"/>
                </a:cubicBezTo>
                <a:cubicBezTo>
                  <a:pt x="146751" y="119486"/>
                  <a:pt x="146994" y="119151"/>
                  <a:pt x="146994" y="119151"/>
                </a:cubicBezTo>
                <a:lnTo>
                  <a:pt x="147389" y="118908"/>
                </a:lnTo>
                <a:lnTo>
                  <a:pt x="147571" y="119182"/>
                </a:lnTo>
                <a:lnTo>
                  <a:pt x="147906" y="118878"/>
                </a:lnTo>
                <a:cubicBezTo>
                  <a:pt x="147906" y="118878"/>
                  <a:pt x="148422" y="118969"/>
                  <a:pt x="148453" y="119151"/>
                </a:cubicBezTo>
                <a:cubicBezTo>
                  <a:pt x="148483" y="119334"/>
                  <a:pt x="148818" y="119577"/>
                  <a:pt x="148939" y="119577"/>
                </a:cubicBezTo>
                <a:cubicBezTo>
                  <a:pt x="149091" y="119577"/>
                  <a:pt x="149486" y="119121"/>
                  <a:pt x="149547" y="118999"/>
                </a:cubicBezTo>
                <a:cubicBezTo>
                  <a:pt x="149669" y="118878"/>
                  <a:pt x="149790" y="118695"/>
                  <a:pt x="149669" y="118574"/>
                </a:cubicBezTo>
                <a:cubicBezTo>
                  <a:pt x="149547" y="118452"/>
                  <a:pt x="149274" y="118087"/>
                  <a:pt x="149334" y="117935"/>
                </a:cubicBezTo>
                <a:cubicBezTo>
                  <a:pt x="149362" y="117825"/>
                  <a:pt x="149490" y="117437"/>
                  <a:pt x="149719" y="117437"/>
                </a:cubicBezTo>
                <a:cubicBezTo>
                  <a:pt x="149742" y="117437"/>
                  <a:pt x="149766" y="117441"/>
                  <a:pt x="149790" y="117449"/>
                </a:cubicBezTo>
                <a:cubicBezTo>
                  <a:pt x="150094" y="117510"/>
                  <a:pt x="150307" y="117601"/>
                  <a:pt x="150337" y="117753"/>
                </a:cubicBezTo>
                <a:cubicBezTo>
                  <a:pt x="150398" y="117905"/>
                  <a:pt x="150733" y="118148"/>
                  <a:pt x="151006" y="118209"/>
                </a:cubicBezTo>
                <a:cubicBezTo>
                  <a:pt x="151087" y="118219"/>
                  <a:pt x="151209" y="118223"/>
                  <a:pt x="151335" y="118223"/>
                </a:cubicBezTo>
                <a:cubicBezTo>
                  <a:pt x="151587" y="118223"/>
                  <a:pt x="151857" y="118209"/>
                  <a:pt x="151857" y="118209"/>
                </a:cubicBezTo>
                <a:cubicBezTo>
                  <a:pt x="151857" y="118209"/>
                  <a:pt x="152465" y="118452"/>
                  <a:pt x="152526" y="118665"/>
                </a:cubicBezTo>
                <a:cubicBezTo>
                  <a:pt x="152556" y="118847"/>
                  <a:pt x="152587" y="119273"/>
                  <a:pt x="152587" y="119273"/>
                </a:cubicBezTo>
                <a:lnTo>
                  <a:pt x="152769" y="119486"/>
                </a:lnTo>
                <a:cubicBezTo>
                  <a:pt x="152769" y="119486"/>
                  <a:pt x="154076" y="118817"/>
                  <a:pt x="154046" y="118604"/>
                </a:cubicBezTo>
                <a:cubicBezTo>
                  <a:pt x="153985" y="118422"/>
                  <a:pt x="154258" y="118118"/>
                  <a:pt x="153954" y="117996"/>
                </a:cubicBezTo>
                <a:cubicBezTo>
                  <a:pt x="153620" y="117905"/>
                  <a:pt x="153225" y="117966"/>
                  <a:pt x="152708" y="117692"/>
                </a:cubicBezTo>
                <a:cubicBezTo>
                  <a:pt x="152161" y="117449"/>
                  <a:pt x="151492" y="117054"/>
                  <a:pt x="151401" y="117024"/>
                </a:cubicBezTo>
                <a:cubicBezTo>
                  <a:pt x="151340" y="116993"/>
                  <a:pt x="151158" y="116598"/>
                  <a:pt x="151158" y="116476"/>
                </a:cubicBezTo>
                <a:cubicBezTo>
                  <a:pt x="151158" y="116385"/>
                  <a:pt x="151158" y="116172"/>
                  <a:pt x="151310" y="115960"/>
                </a:cubicBezTo>
                <a:cubicBezTo>
                  <a:pt x="151462" y="115717"/>
                  <a:pt x="151614" y="115717"/>
                  <a:pt x="151705" y="115504"/>
                </a:cubicBezTo>
                <a:cubicBezTo>
                  <a:pt x="151827" y="115261"/>
                  <a:pt x="151948" y="115017"/>
                  <a:pt x="152161" y="114805"/>
                </a:cubicBezTo>
                <a:cubicBezTo>
                  <a:pt x="152374" y="114592"/>
                  <a:pt x="152739" y="114258"/>
                  <a:pt x="152678" y="114136"/>
                </a:cubicBezTo>
                <a:cubicBezTo>
                  <a:pt x="152587" y="114014"/>
                  <a:pt x="152404" y="113954"/>
                  <a:pt x="152313" y="113650"/>
                </a:cubicBezTo>
                <a:cubicBezTo>
                  <a:pt x="152235" y="113390"/>
                  <a:pt x="152268" y="113174"/>
                  <a:pt x="152109" y="113174"/>
                </a:cubicBezTo>
                <a:cubicBezTo>
                  <a:pt x="152081" y="113174"/>
                  <a:pt x="152049" y="113181"/>
                  <a:pt x="152009" y="113194"/>
                </a:cubicBezTo>
                <a:cubicBezTo>
                  <a:pt x="151766" y="113255"/>
                  <a:pt x="151006" y="113832"/>
                  <a:pt x="151006" y="113832"/>
                </a:cubicBezTo>
                <a:cubicBezTo>
                  <a:pt x="151006" y="113832"/>
                  <a:pt x="150733" y="114106"/>
                  <a:pt x="150702" y="114349"/>
                </a:cubicBezTo>
                <a:cubicBezTo>
                  <a:pt x="150641" y="114653"/>
                  <a:pt x="150459" y="114805"/>
                  <a:pt x="150459" y="114805"/>
                </a:cubicBezTo>
                <a:lnTo>
                  <a:pt x="149821" y="114714"/>
                </a:lnTo>
                <a:cubicBezTo>
                  <a:pt x="149821" y="114714"/>
                  <a:pt x="149783" y="114717"/>
                  <a:pt x="149737" y="114717"/>
                </a:cubicBezTo>
                <a:cubicBezTo>
                  <a:pt x="149645" y="114717"/>
                  <a:pt x="149517" y="114703"/>
                  <a:pt x="149577" y="114622"/>
                </a:cubicBezTo>
                <a:cubicBezTo>
                  <a:pt x="149699" y="114501"/>
                  <a:pt x="150003" y="114014"/>
                  <a:pt x="150003" y="114014"/>
                </a:cubicBezTo>
                <a:cubicBezTo>
                  <a:pt x="150003" y="114014"/>
                  <a:pt x="150003" y="113829"/>
                  <a:pt x="149879" y="113829"/>
                </a:cubicBezTo>
                <a:cubicBezTo>
                  <a:pt x="149871" y="113829"/>
                  <a:pt x="149861" y="113830"/>
                  <a:pt x="149851" y="113832"/>
                </a:cubicBezTo>
                <a:cubicBezTo>
                  <a:pt x="149841" y="113834"/>
                  <a:pt x="149830" y="113835"/>
                  <a:pt x="149819" y="113835"/>
                </a:cubicBezTo>
                <a:cubicBezTo>
                  <a:pt x="149727" y="113835"/>
                  <a:pt x="149623" y="113767"/>
                  <a:pt x="149494" y="113767"/>
                </a:cubicBezTo>
                <a:cubicBezTo>
                  <a:pt x="149419" y="113767"/>
                  <a:pt x="149337" y="113790"/>
                  <a:pt x="149243" y="113862"/>
                </a:cubicBezTo>
                <a:cubicBezTo>
                  <a:pt x="148970" y="114045"/>
                  <a:pt x="149061" y="114045"/>
                  <a:pt x="148757" y="114197"/>
                </a:cubicBezTo>
                <a:cubicBezTo>
                  <a:pt x="148453" y="114349"/>
                  <a:pt x="148422" y="114258"/>
                  <a:pt x="148118" y="114470"/>
                </a:cubicBezTo>
                <a:cubicBezTo>
                  <a:pt x="147927" y="114598"/>
                  <a:pt x="147602" y="114755"/>
                  <a:pt x="147372" y="114755"/>
                </a:cubicBezTo>
                <a:cubicBezTo>
                  <a:pt x="147273" y="114755"/>
                  <a:pt x="147192" y="114726"/>
                  <a:pt x="147146" y="114653"/>
                </a:cubicBezTo>
                <a:cubicBezTo>
                  <a:pt x="146994" y="114470"/>
                  <a:pt x="146751" y="114136"/>
                  <a:pt x="146751" y="113984"/>
                </a:cubicBezTo>
                <a:cubicBezTo>
                  <a:pt x="146690" y="113832"/>
                  <a:pt x="146903" y="113346"/>
                  <a:pt x="147055" y="113285"/>
                </a:cubicBezTo>
                <a:cubicBezTo>
                  <a:pt x="147207" y="113255"/>
                  <a:pt x="147663" y="113194"/>
                  <a:pt x="147693" y="113103"/>
                </a:cubicBezTo>
                <a:cubicBezTo>
                  <a:pt x="147721" y="113046"/>
                  <a:pt x="148068" y="112671"/>
                  <a:pt x="148188" y="112671"/>
                </a:cubicBezTo>
                <a:cubicBezTo>
                  <a:pt x="148196" y="112671"/>
                  <a:pt x="148204" y="112673"/>
                  <a:pt x="148210" y="112677"/>
                </a:cubicBezTo>
                <a:cubicBezTo>
                  <a:pt x="148331" y="112768"/>
                  <a:pt x="148514" y="112951"/>
                  <a:pt x="148818" y="113072"/>
                </a:cubicBezTo>
                <a:cubicBezTo>
                  <a:pt x="148949" y="113125"/>
                  <a:pt x="149075" y="113138"/>
                  <a:pt x="149195" y="113138"/>
                </a:cubicBezTo>
                <a:cubicBezTo>
                  <a:pt x="149308" y="113138"/>
                  <a:pt x="149416" y="113126"/>
                  <a:pt x="149519" y="113126"/>
                </a:cubicBezTo>
                <a:cubicBezTo>
                  <a:pt x="149560" y="113126"/>
                  <a:pt x="149599" y="113128"/>
                  <a:pt x="149638" y="113133"/>
                </a:cubicBezTo>
                <a:cubicBezTo>
                  <a:pt x="149790" y="113194"/>
                  <a:pt x="150155" y="113194"/>
                  <a:pt x="150337" y="113194"/>
                </a:cubicBezTo>
                <a:lnTo>
                  <a:pt x="150550" y="113194"/>
                </a:lnTo>
                <a:lnTo>
                  <a:pt x="151006" y="113285"/>
                </a:lnTo>
                <a:cubicBezTo>
                  <a:pt x="151006" y="113285"/>
                  <a:pt x="151523" y="112647"/>
                  <a:pt x="151827" y="112464"/>
                </a:cubicBezTo>
                <a:cubicBezTo>
                  <a:pt x="151827" y="112464"/>
                  <a:pt x="151857" y="112464"/>
                  <a:pt x="151857" y="112434"/>
                </a:cubicBezTo>
                <a:cubicBezTo>
                  <a:pt x="151948" y="112373"/>
                  <a:pt x="152070" y="112312"/>
                  <a:pt x="152222" y="112191"/>
                </a:cubicBezTo>
                <a:lnTo>
                  <a:pt x="152435" y="112069"/>
                </a:lnTo>
                <a:cubicBezTo>
                  <a:pt x="152465" y="112039"/>
                  <a:pt x="152556" y="112039"/>
                  <a:pt x="152587" y="112008"/>
                </a:cubicBezTo>
                <a:cubicBezTo>
                  <a:pt x="152617" y="111978"/>
                  <a:pt x="152708" y="111978"/>
                  <a:pt x="152739" y="111917"/>
                </a:cubicBezTo>
                <a:cubicBezTo>
                  <a:pt x="152830" y="111887"/>
                  <a:pt x="152921" y="111826"/>
                  <a:pt x="153012" y="111765"/>
                </a:cubicBezTo>
                <a:cubicBezTo>
                  <a:pt x="153347" y="111583"/>
                  <a:pt x="153620" y="111400"/>
                  <a:pt x="153620" y="111400"/>
                </a:cubicBezTo>
                <a:cubicBezTo>
                  <a:pt x="153620" y="111400"/>
                  <a:pt x="154106" y="111431"/>
                  <a:pt x="154350" y="111522"/>
                </a:cubicBezTo>
                <a:cubicBezTo>
                  <a:pt x="154522" y="111547"/>
                  <a:pt x="154734" y="111591"/>
                  <a:pt x="154921" y="111591"/>
                </a:cubicBezTo>
                <a:cubicBezTo>
                  <a:pt x="154965" y="111591"/>
                  <a:pt x="155008" y="111589"/>
                  <a:pt x="155049" y="111583"/>
                </a:cubicBezTo>
                <a:cubicBezTo>
                  <a:pt x="155322" y="111552"/>
                  <a:pt x="155717" y="111461"/>
                  <a:pt x="155748" y="111400"/>
                </a:cubicBezTo>
                <a:cubicBezTo>
                  <a:pt x="155778" y="111370"/>
                  <a:pt x="155778" y="111279"/>
                  <a:pt x="155869" y="111248"/>
                </a:cubicBezTo>
                <a:lnTo>
                  <a:pt x="155900" y="111218"/>
                </a:lnTo>
                <a:cubicBezTo>
                  <a:pt x="155930" y="111218"/>
                  <a:pt x="155930" y="111157"/>
                  <a:pt x="155961" y="111157"/>
                </a:cubicBezTo>
                <a:lnTo>
                  <a:pt x="156021" y="111157"/>
                </a:lnTo>
                <a:cubicBezTo>
                  <a:pt x="156173" y="111127"/>
                  <a:pt x="156356" y="111127"/>
                  <a:pt x="156356" y="111127"/>
                </a:cubicBezTo>
                <a:cubicBezTo>
                  <a:pt x="156356" y="111127"/>
                  <a:pt x="156538" y="111279"/>
                  <a:pt x="156720" y="111279"/>
                </a:cubicBezTo>
                <a:cubicBezTo>
                  <a:pt x="156933" y="111248"/>
                  <a:pt x="157420" y="111066"/>
                  <a:pt x="157268" y="110853"/>
                </a:cubicBezTo>
                <a:cubicBezTo>
                  <a:pt x="157116" y="110671"/>
                  <a:pt x="156964" y="110458"/>
                  <a:pt x="156933" y="110306"/>
                </a:cubicBezTo>
                <a:cubicBezTo>
                  <a:pt x="156872" y="110154"/>
                  <a:pt x="156842" y="109729"/>
                  <a:pt x="156933" y="109485"/>
                </a:cubicBezTo>
                <a:cubicBezTo>
                  <a:pt x="156964" y="109303"/>
                  <a:pt x="157268" y="108878"/>
                  <a:pt x="157268" y="108878"/>
                </a:cubicBezTo>
                <a:cubicBezTo>
                  <a:pt x="157268" y="108878"/>
                  <a:pt x="157572" y="109121"/>
                  <a:pt x="157572" y="109303"/>
                </a:cubicBezTo>
                <a:cubicBezTo>
                  <a:pt x="157602" y="109485"/>
                  <a:pt x="157724" y="109881"/>
                  <a:pt x="157784" y="110154"/>
                </a:cubicBezTo>
                <a:cubicBezTo>
                  <a:pt x="157876" y="110397"/>
                  <a:pt x="158362" y="110944"/>
                  <a:pt x="158362" y="110944"/>
                </a:cubicBezTo>
                <a:lnTo>
                  <a:pt x="158757" y="111127"/>
                </a:lnTo>
                <a:cubicBezTo>
                  <a:pt x="158757" y="111127"/>
                  <a:pt x="158987" y="111160"/>
                  <a:pt x="159177" y="111160"/>
                </a:cubicBezTo>
                <a:cubicBezTo>
                  <a:pt x="159304" y="111160"/>
                  <a:pt x="159414" y="111145"/>
                  <a:pt x="159426" y="111096"/>
                </a:cubicBezTo>
                <a:cubicBezTo>
                  <a:pt x="159456" y="110975"/>
                  <a:pt x="159608" y="110640"/>
                  <a:pt x="159608" y="110640"/>
                </a:cubicBezTo>
                <a:cubicBezTo>
                  <a:pt x="159608" y="110640"/>
                  <a:pt x="159730" y="110519"/>
                  <a:pt x="159821" y="110489"/>
                </a:cubicBezTo>
                <a:cubicBezTo>
                  <a:pt x="159882" y="110489"/>
                  <a:pt x="159912" y="110762"/>
                  <a:pt x="160003" y="110762"/>
                </a:cubicBezTo>
                <a:cubicBezTo>
                  <a:pt x="160034" y="110762"/>
                  <a:pt x="160087" y="110777"/>
                  <a:pt x="160151" y="110777"/>
                </a:cubicBezTo>
                <a:cubicBezTo>
                  <a:pt x="160216" y="110777"/>
                  <a:pt x="160292" y="110762"/>
                  <a:pt x="160368" y="110701"/>
                </a:cubicBezTo>
                <a:cubicBezTo>
                  <a:pt x="160520" y="110549"/>
                  <a:pt x="160793" y="110519"/>
                  <a:pt x="160824" y="110367"/>
                </a:cubicBezTo>
                <a:cubicBezTo>
                  <a:pt x="160885" y="110215"/>
                  <a:pt x="161067" y="109850"/>
                  <a:pt x="161067" y="109850"/>
                </a:cubicBezTo>
                <a:lnTo>
                  <a:pt x="161341" y="109546"/>
                </a:lnTo>
                <a:lnTo>
                  <a:pt x="161979" y="109425"/>
                </a:lnTo>
                <a:lnTo>
                  <a:pt x="161705" y="110033"/>
                </a:lnTo>
                <a:cubicBezTo>
                  <a:pt x="161705" y="110033"/>
                  <a:pt x="162040" y="109941"/>
                  <a:pt x="162192" y="109911"/>
                </a:cubicBezTo>
                <a:cubicBezTo>
                  <a:pt x="162344" y="109881"/>
                  <a:pt x="162800" y="109729"/>
                  <a:pt x="162891" y="109729"/>
                </a:cubicBezTo>
                <a:cubicBezTo>
                  <a:pt x="162952" y="109729"/>
                  <a:pt x="163620" y="109546"/>
                  <a:pt x="163772" y="109333"/>
                </a:cubicBezTo>
                <a:cubicBezTo>
                  <a:pt x="163924" y="109151"/>
                  <a:pt x="164107" y="108999"/>
                  <a:pt x="164380" y="108878"/>
                </a:cubicBezTo>
                <a:lnTo>
                  <a:pt x="164927" y="108695"/>
                </a:lnTo>
                <a:lnTo>
                  <a:pt x="164684" y="109182"/>
                </a:lnTo>
                <a:cubicBezTo>
                  <a:pt x="164684" y="109182"/>
                  <a:pt x="164897" y="109333"/>
                  <a:pt x="165140" y="109333"/>
                </a:cubicBezTo>
                <a:cubicBezTo>
                  <a:pt x="165201" y="109349"/>
                  <a:pt x="165260" y="109354"/>
                  <a:pt x="165317" y="109354"/>
                </a:cubicBezTo>
                <a:cubicBezTo>
                  <a:pt x="165490" y="109354"/>
                  <a:pt x="165649" y="109303"/>
                  <a:pt x="165809" y="109303"/>
                </a:cubicBezTo>
                <a:cubicBezTo>
                  <a:pt x="166052" y="109303"/>
                  <a:pt x="166447" y="109394"/>
                  <a:pt x="166508" y="109455"/>
                </a:cubicBezTo>
                <a:cubicBezTo>
                  <a:pt x="166538" y="109546"/>
                  <a:pt x="166660" y="109637"/>
                  <a:pt x="166842" y="109637"/>
                </a:cubicBezTo>
                <a:lnTo>
                  <a:pt x="166903" y="109637"/>
                </a:lnTo>
                <a:cubicBezTo>
                  <a:pt x="167025" y="109698"/>
                  <a:pt x="167116" y="109789"/>
                  <a:pt x="167207" y="109850"/>
                </a:cubicBezTo>
                <a:lnTo>
                  <a:pt x="167268" y="109881"/>
                </a:lnTo>
                <a:cubicBezTo>
                  <a:pt x="167311" y="109924"/>
                  <a:pt x="167369" y="109967"/>
                  <a:pt x="167410" y="109967"/>
                </a:cubicBezTo>
                <a:cubicBezTo>
                  <a:pt x="167427" y="109967"/>
                  <a:pt x="167441" y="109959"/>
                  <a:pt x="167450" y="109941"/>
                </a:cubicBezTo>
                <a:cubicBezTo>
                  <a:pt x="167602" y="109911"/>
                  <a:pt x="167602" y="109698"/>
                  <a:pt x="167754" y="109577"/>
                </a:cubicBezTo>
                <a:cubicBezTo>
                  <a:pt x="167827" y="109503"/>
                  <a:pt x="167912" y="109430"/>
                  <a:pt x="168007" y="109430"/>
                </a:cubicBezTo>
                <a:cubicBezTo>
                  <a:pt x="168070" y="109430"/>
                  <a:pt x="168138" y="109462"/>
                  <a:pt x="168210" y="109546"/>
                </a:cubicBezTo>
                <a:cubicBezTo>
                  <a:pt x="168392" y="109729"/>
                  <a:pt x="168818" y="109729"/>
                  <a:pt x="168818" y="109729"/>
                </a:cubicBezTo>
                <a:cubicBezTo>
                  <a:pt x="168818" y="109729"/>
                  <a:pt x="168848" y="109789"/>
                  <a:pt x="168848" y="109941"/>
                </a:cubicBezTo>
                <a:cubicBezTo>
                  <a:pt x="168848" y="110093"/>
                  <a:pt x="168940" y="110033"/>
                  <a:pt x="168879" y="110215"/>
                </a:cubicBezTo>
                <a:cubicBezTo>
                  <a:pt x="168848" y="110367"/>
                  <a:pt x="169730" y="110610"/>
                  <a:pt x="169791" y="110701"/>
                </a:cubicBezTo>
                <a:cubicBezTo>
                  <a:pt x="169912" y="110823"/>
                  <a:pt x="170399" y="111157"/>
                  <a:pt x="170399" y="111157"/>
                </a:cubicBezTo>
                <a:cubicBezTo>
                  <a:pt x="170399" y="111157"/>
                  <a:pt x="170459" y="111522"/>
                  <a:pt x="170307" y="111552"/>
                </a:cubicBezTo>
                <a:cubicBezTo>
                  <a:pt x="170169" y="111552"/>
                  <a:pt x="169956" y="111301"/>
                  <a:pt x="169827" y="111301"/>
                </a:cubicBezTo>
                <a:cubicBezTo>
                  <a:pt x="169814" y="111301"/>
                  <a:pt x="169802" y="111304"/>
                  <a:pt x="169791" y="111309"/>
                </a:cubicBezTo>
                <a:cubicBezTo>
                  <a:pt x="169639" y="111400"/>
                  <a:pt x="169547" y="111552"/>
                  <a:pt x="169608" y="111735"/>
                </a:cubicBezTo>
                <a:cubicBezTo>
                  <a:pt x="169692" y="111901"/>
                  <a:pt x="169851" y="112043"/>
                  <a:pt x="170040" y="112043"/>
                </a:cubicBezTo>
                <a:cubicBezTo>
                  <a:pt x="170058" y="112043"/>
                  <a:pt x="170076" y="112041"/>
                  <a:pt x="170095" y="112039"/>
                </a:cubicBezTo>
                <a:cubicBezTo>
                  <a:pt x="170338" y="112008"/>
                  <a:pt x="170794" y="111735"/>
                  <a:pt x="170794" y="111735"/>
                </a:cubicBezTo>
                <a:cubicBezTo>
                  <a:pt x="170794" y="111735"/>
                  <a:pt x="171219" y="111461"/>
                  <a:pt x="171310" y="111400"/>
                </a:cubicBezTo>
                <a:cubicBezTo>
                  <a:pt x="171432" y="111279"/>
                  <a:pt x="171827" y="111096"/>
                  <a:pt x="171827" y="111096"/>
                </a:cubicBezTo>
                <a:lnTo>
                  <a:pt x="172435" y="110853"/>
                </a:lnTo>
                <a:lnTo>
                  <a:pt x="173256" y="110033"/>
                </a:lnTo>
                <a:cubicBezTo>
                  <a:pt x="173377" y="109911"/>
                  <a:pt x="174137" y="109911"/>
                  <a:pt x="174168" y="109789"/>
                </a:cubicBezTo>
                <a:cubicBezTo>
                  <a:pt x="174259" y="109698"/>
                  <a:pt x="174350" y="109425"/>
                  <a:pt x="174320" y="109333"/>
                </a:cubicBezTo>
                <a:cubicBezTo>
                  <a:pt x="174320" y="109273"/>
                  <a:pt x="173985" y="108969"/>
                  <a:pt x="174350" y="108817"/>
                </a:cubicBezTo>
                <a:cubicBezTo>
                  <a:pt x="174745" y="108665"/>
                  <a:pt x="175414" y="108422"/>
                  <a:pt x="175535" y="108422"/>
                </a:cubicBezTo>
                <a:cubicBezTo>
                  <a:pt x="175657" y="108422"/>
                  <a:pt x="176265" y="108513"/>
                  <a:pt x="176630" y="108634"/>
                </a:cubicBezTo>
                <a:cubicBezTo>
                  <a:pt x="177055" y="108726"/>
                  <a:pt x="177815" y="108878"/>
                  <a:pt x="178119" y="109151"/>
                </a:cubicBezTo>
                <a:cubicBezTo>
                  <a:pt x="178423" y="109394"/>
                  <a:pt x="178545" y="109455"/>
                  <a:pt x="178818" y="109759"/>
                </a:cubicBezTo>
                <a:cubicBezTo>
                  <a:pt x="179061" y="110063"/>
                  <a:pt x="179183" y="110063"/>
                  <a:pt x="179456" y="110306"/>
                </a:cubicBezTo>
                <a:cubicBezTo>
                  <a:pt x="179730" y="110519"/>
                  <a:pt x="179943" y="110640"/>
                  <a:pt x="180277" y="110792"/>
                </a:cubicBezTo>
                <a:cubicBezTo>
                  <a:pt x="180642" y="110944"/>
                  <a:pt x="181007" y="111279"/>
                  <a:pt x="181037" y="111431"/>
                </a:cubicBezTo>
                <a:cubicBezTo>
                  <a:pt x="181098" y="111583"/>
                  <a:pt x="181250" y="111826"/>
                  <a:pt x="181311" y="111856"/>
                </a:cubicBezTo>
                <a:lnTo>
                  <a:pt x="181736" y="111856"/>
                </a:lnTo>
                <a:lnTo>
                  <a:pt x="181858" y="111613"/>
                </a:lnTo>
                <a:lnTo>
                  <a:pt x="182405" y="111552"/>
                </a:lnTo>
                <a:cubicBezTo>
                  <a:pt x="182405" y="111552"/>
                  <a:pt x="182770" y="112160"/>
                  <a:pt x="182830" y="112282"/>
                </a:cubicBezTo>
                <a:cubicBezTo>
                  <a:pt x="182861" y="112343"/>
                  <a:pt x="183165" y="112464"/>
                  <a:pt x="183377" y="112799"/>
                </a:cubicBezTo>
                <a:cubicBezTo>
                  <a:pt x="183560" y="113194"/>
                  <a:pt x="183742" y="113680"/>
                  <a:pt x="183864" y="113954"/>
                </a:cubicBezTo>
                <a:cubicBezTo>
                  <a:pt x="183925" y="114197"/>
                  <a:pt x="183925" y="114288"/>
                  <a:pt x="183985" y="114774"/>
                </a:cubicBezTo>
                <a:cubicBezTo>
                  <a:pt x="184016" y="115261"/>
                  <a:pt x="184137" y="115565"/>
                  <a:pt x="184016" y="116081"/>
                </a:cubicBezTo>
                <a:cubicBezTo>
                  <a:pt x="183894" y="116568"/>
                  <a:pt x="183773" y="117206"/>
                  <a:pt x="183773" y="117358"/>
                </a:cubicBezTo>
                <a:cubicBezTo>
                  <a:pt x="183773" y="117510"/>
                  <a:pt x="184137" y="118148"/>
                  <a:pt x="184320" y="118361"/>
                </a:cubicBezTo>
                <a:cubicBezTo>
                  <a:pt x="184463" y="118533"/>
                  <a:pt x="184768" y="118974"/>
                  <a:pt x="184955" y="118974"/>
                </a:cubicBezTo>
                <a:cubicBezTo>
                  <a:pt x="184967" y="118974"/>
                  <a:pt x="184978" y="118972"/>
                  <a:pt x="184988" y="118969"/>
                </a:cubicBezTo>
                <a:cubicBezTo>
                  <a:pt x="185232" y="118878"/>
                  <a:pt x="185444" y="118665"/>
                  <a:pt x="185292" y="118513"/>
                </a:cubicBezTo>
                <a:cubicBezTo>
                  <a:pt x="185201" y="118361"/>
                  <a:pt x="185201" y="118118"/>
                  <a:pt x="184928" y="117814"/>
                </a:cubicBezTo>
                <a:cubicBezTo>
                  <a:pt x="184654" y="117510"/>
                  <a:pt x="184381" y="117510"/>
                  <a:pt x="184624" y="117328"/>
                </a:cubicBezTo>
                <a:cubicBezTo>
                  <a:pt x="184751" y="117200"/>
                  <a:pt x="185027" y="117043"/>
                  <a:pt x="185203" y="117043"/>
                </a:cubicBezTo>
                <a:cubicBezTo>
                  <a:pt x="185278" y="117043"/>
                  <a:pt x="185335" y="117072"/>
                  <a:pt x="185353" y="117145"/>
                </a:cubicBezTo>
                <a:cubicBezTo>
                  <a:pt x="185414" y="117388"/>
                  <a:pt x="185080" y="117631"/>
                  <a:pt x="185536" y="117662"/>
                </a:cubicBezTo>
                <a:cubicBezTo>
                  <a:pt x="185557" y="117663"/>
                  <a:pt x="185578" y="117664"/>
                  <a:pt x="185599" y="117664"/>
                </a:cubicBezTo>
                <a:cubicBezTo>
                  <a:pt x="186011" y="117664"/>
                  <a:pt x="186204" y="117388"/>
                  <a:pt x="186204" y="117388"/>
                </a:cubicBezTo>
                <a:cubicBezTo>
                  <a:pt x="186204" y="117388"/>
                  <a:pt x="186478" y="117388"/>
                  <a:pt x="186295" y="117844"/>
                </a:cubicBezTo>
                <a:cubicBezTo>
                  <a:pt x="186052" y="118300"/>
                  <a:pt x="185870" y="118452"/>
                  <a:pt x="185900" y="118756"/>
                </a:cubicBezTo>
                <a:cubicBezTo>
                  <a:pt x="185961" y="119060"/>
                  <a:pt x="185748" y="119425"/>
                  <a:pt x="185748" y="119425"/>
                </a:cubicBezTo>
                <a:cubicBezTo>
                  <a:pt x="185748" y="119425"/>
                  <a:pt x="185384" y="119638"/>
                  <a:pt x="185505" y="119820"/>
                </a:cubicBezTo>
                <a:cubicBezTo>
                  <a:pt x="185596" y="120063"/>
                  <a:pt x="185718" y="120185"/>
                  <a:pt x="185870" y="120367"/>
                </a:cubicBezTo>
                <a:cubicBezTo>
                  <a:pt x="186022" y="120549"/>
                  <a:pt x="186295" y="120610"/>
                  <a:pt x="186508" y="120853"/>
                </a:cubicBezTo>
                <a:cubicBezTo>
                  <a:pt x="186751" y="121097"/>
                  <a:pt x="186569" y="121431"/>
                  <a:pt x="186934" y="122008"/>
                </a:cubicBezTo>
                <a:cubicBezTo>
                  <a:pt x="187329" y="122525"/>
                  <a:pt x="187481" y="122525"/>
                  <a:pt x="187663" y="122556"/>
                </a:cubicBezTo>
                <a:cubicBezTo>
                  <a:pt x="187846" y="122616"/>
                  <a:pt x="188545" y="122708"/>
                  <a:pt x="188545" y="122708"/>
                </a:cubicBezTo>
                <a:cubicBezTo>
                  <a:pt x="188545" y="122708"/>
                  <a:pt x="188461" y="122402"/>
                  <a:pt x="188693" y="122402"/>
                </a:cubicBezTo>
                <a:cubicBezTo>
                  <a:pt x="188704" y="122402"/>
                  <a:pt x="188715" y="122402"/>
                  <a:pt x="188727" y="122404"/>
                </a:cubicBezTo>
                <a:cubicBezTo>
                  <a:pt x="189001" y="122464"/>
                  <a:pt x="189335" y="122556"/>
                  <a:pt x="189396" y="122860"/>
                </a:cubicBezTo>
                <a:cubicBezTo>
                  <a:pt x="189517" y="123163"/>
                  <a:pt x="189517" y="123255"/>
                  <a:pt x="189639" y="123619"/>
                </a:cubicBezTo>
                <a:cubicBezTo>
                  <a:pt x="189761" y="124015"/>
                  <a:pt x="189639" y="124106"/>
                  <a:pt x="190095" y="124349"/>
                </a:cubicBezTo>
                <a:cubicBezTo>
                  <a:pt x="190242" y="124437"/>
                  <a:pt x="190349" y="124456"/>
                  <a:pt x="190438" y="124456"/>
                </a:cubicBezTo>
                <a:cubicBezTo>
                  <a:pt x="190503" y="124456"/>
                  <a:pt x="190558" y="124446"/>
                  <a:pt x="190615" y="124446"/>
                </a:cubicBezTo>
                <a:cubicBezTo>
                  <a:pt x="190722" y="124446"/>
                  <a:pt x="190832" y="124481"/>
                  <a:pt x="191007" y="124683"/>
                </a:cubicBezTo>
                <a:cubicBezTo>
                  <a:pt x="191372" y="125139"/>
                  <a:pt x="191736" y="125777"/>
                  <a:pt x="191767" y="125990"/>
                </a:cubicBezTo>
                <a:cubicBezTo>
                  <a:pt x="191797" y="126203"/>
                  <a:pt x="191463" y="126385"/>
                  <a:pt x="192040" y="126537"/>
                </a:cubicBezTo>
                <a:cubicBezTo>
                  <a:pt x="192349" y="126657"/>
                  <a:pt x="192619" y="126671"/>
                  <a:pt x="192839" y="126671"/>
                </a:cubicBezTo>
                <a:cubicBezTo>
                  <a:pt x="192904" y="126671"/>
                  <a:pt x="192965" y="126670"/>
                  <a:pt x="193021" y="126670"/>
                </a:cubicBezTo>
                <a:cubicBezTo>
                  <a:pt x="193112" y="126670"/>
                  <a:pt x="193191" y="126673"/>
                  <a:pt x="193256" y="126689"/>
                </a:cubicBezTo>
                <a:cubicBezTo>
                  <a:pt x="193438" y="126781"/>
                  <a:pt x="194016" y="127085"/>
                  <a:pt x="194198" y="127236"/>
                </a:cubicBezTo>
                <a:cubicBezTo>
                  <a:pt x="194381" y="127388"/>
                  <a:pt x="194867" y="127905"/>
                  <a:pt x="195141" y="128148"/>
                </a:cubicBezTo>
                <a:cubicBezTo>
                  <a:pt x="195414" y="128361"/>
                  <a:pt x="195566" y="128452"/>
                  <a:pt x="195779" y="128513"/>
                </a:cubicBezTo>
                <a:cubicBezTo>
                  <a:pt x="196022" y="128604"/>
                  <a:pt x="196478" y="128604"/>
                  <a:pt x="196478" y="128604"/>
                </a:cubicBezTo>
                <a:cubicBezTo>
                  <a:pt x="196478" y="128604"/>
                  <a:pt x="196752" y="129030"/>
                  <a:pt x="196752" y="129091"/>
                </a:cubicBezTo>
                <a:cubicBezTo>
                  <a:pt x="196752" y="129182"/>
                  <a:pt x="195901" y="129334"/>
                  <a:pt x="195901" y="129334"/>
                </a:cubicBezTo>
                <a:lnTo>
                  <a:pt x="195992" y="129790"/>
                </a:lnTo>
                <a:cubicBezTo>
                  <a:pt x="195992" y="129790"/>
                  <a:pt x="196387" y="129790"/>
                  <a:pt x="196600" y="129729"/>
                </a:cubicBezTo>
                <a:cubicBezTo>
                  <a:pt x="196782" y="129699"/>
                  <a:pt x="197056" y="129425"/>
                  <a:pt x="197056" y="129425"/>
                </a:cubicBezTo>
                <a:cubicBezTo>
                  <a:pt x="197056" y="129425"/>
                  <a:pt x="197238" y="129334"/>
                  <a:pt x="197542" y="129243"/>
                </a:cubicBezTo>
                <a:cubicBezTo>
                  <a:pt x="197846" y="129121"/>
                  <a:pt x="198423" y="128665"/>
                  <a:pt x="198606" y="128665"/>
                </a:cubicBezTo>
                <a:cubicBezTo>
                  <a:pt x="198788" y="128635"/>
                  <a:pt x="199335" y="128300"/>
                  <a:pt x="199366" y="128148"/>
                </a:cubicBezTo>
                <a:cubicBezTo>
                  <a:pt x="199396" y="127996"/>
                  <a:pt x="199487" y="127662"/>
                  <a:pt x="199487" y="127540"/>
                </a:cubicBezTo>
                <a:cubicBezTo>
                  <a:pt x="199487" y="127419"/>
                  <a:pt x="199244" y="127206"/>
                  <a:pt x="199183" y="126811"/>
                </a:cubicBezTo>
                <a:cubicBezTo>
                  <a:pt x="199092" y="126477"/>
                  <a:pt x="199031" y="125777"/>
                  <a:pt x="199062" y="125626"/>
                </a:cubicBezTo>
                <a:cubicBezTo>
                  <a:pt x="199092" y="125474"/>
                  <a:pt x="199426" y="125109"/>
                  <a:pt x="199518" y="125078"/>
                </a:cubicBezTo>
                <a:cubicBezTo>
                  <a:pt x="199578" y="125018"/>
                  <a:pt x="199943" y="124926"/>
                  <a:pt x="199852" y="124714"/>
                </a:cubicBezTo>
                <a:cubicBezTo>
                  <a:pt x="199822" y="124562"/>
                  <a:pt x="199730" y="124167"/>
                  <a:pt x="199487" y="123893"/>
                </a:cubicBezTo>
                <a:cubicBezTo>
                  <a:pt x="199214" y="123619"/>
                  <a:pt x="199062" y="123407"/>
                  <a:pt x="199062" y="123407"/>
                </a:cubicBezTo>
                <a:cubicBezTo>
                  <a:pt x="199062" y="123407"/>
                  <a:pt x="198970" y="123163"/>
                  <a:pt x="198970" y="122890"/>
                </a:cubicBezTo>
                <a:cubicBezTo>
                  <a:pt x="198970" y="122647"/>
                  <a:pt x="199031" y="121370"/>
                  <a:pt x="198910" y="121005"/>
                </a:cubicBezTo>
                <a:cubicBezTo>
                  <a:pt x="198788" y="120610"/>
                  <a:pt x="198059" y="118726"/>
                  <a:pt x="197542" y="118118"/>
                </a:cubicBezTo>
                <a:cubicBezTo>
                  <a:pt x="196995" y="117510"/>
                  <a:pt x="196812" y="117875"/>
                  <a:pt x="196478" y="117115"/>
                </a:cubicBezTo>
                <a:cubicBezTo>
                  <a:pt x="196083" y="116416"/>
                  <a:pt x="196600" y="116902"/>
                  <a:pt x="195597" y="115686"/>
                </a:cubicBezTo>
                <a:cubicBezTo>
                  <a:pt x="194624" y="114501"/>
                  <a:pt x="194472" y="114349"/>
                  <a:pt x="194320" y="114197"/>
                </a:cubicBezTo>
                <a:cubicBezTo>
                  <a:pt x="194168" y="114014"/>
                  <a:pt x="194016" y="113528"/>
                  <a:pt x="194016" y="113406"/>
                </a:cubicBezTo>
                <a:cubicBezTo>
                  <a:pt x="194016" y="113285"/>
                  <a:pt x="193651" y="113285"/>
                  <a:pt x="193773" y="112920"/>
                </a:cubicBezTo>
                <a:cubicBezTo>
                  <a:pt x="193894" y="112555"/>
                  <a:pt x="194107" y="112008"/>
                  <a:pt x="193955" y="111887"/>
                </a:cubicBezTo>
                <a:cubicBezTo>
                  <a:pt x="193864" y="111765"/>
                  <a:pt x="193408" y="111644"/>
                  <a:pt x="193195" y="111431"/>
                </a:cubicBezTo>
                <a:cubicBezTo>
                  <a:pt x="193013" y="111248"/>
                  <a:pt x="191888" y="109911"/>
                  <a:pt x="191888" y="109911"/>
                </a:cubicBezTo>
                <a:cubicBezTo>
                  <a:pt x="191888" y="109911"/>
                  <a:pt x="191372" y="109911"/>
                  <a:pt x="191037" y="109577"/>
                </a:cubicBezTo>
                <a:cubicBezTo>
                  <a:pt x="190703" y="109212"/>
                  <a:pt x="189487" y="107905"/>
                  <a:pt x="189213" y="107510"/>
                </a:cubicBezTo>
                <a:cubicBezTo>
                  <a:pt x="188940" y="107145"/>
                  <a:pt x="188271" y="106081"/>
                  <a:pt x="188241" y="105808"/>
                </a:cubicBezTo>
                <a:cubicBezTo>
                  <a:pt x="188150" y="105504"/>
                  <a:pt x="187633" y="104470"/>
                  <a:pt x="187542" y="104288"/>
                </a:cubicBezTo>
                <a:cubicBezTo>
                  <a:pt x="187481" y="104105"/>
                  <a:pt x="186812" y="103346"/>
                  <a:pt x="186660" y="103072"/>
                </a:cubicBezTo>
                <a:cubicBezTo>
                  <a:pt x="186599" y="102890"/>
                  <a:pt x="186295" y="102130"/>
                  <a:pt x="186174" y="101735"/>
                </a:cubicBezTo>
                <a:cubicBezTo>
                  <a:pt x="186144" y="101583"/>
                  <a:pt x="186113" y="101522"/>
                  <a:pt x="186113" y="101522"/>
                </a:cubicBezTo>
                <a:lnTo>
                  <a:pt x="186022" y="101370"/>
                </a:lnTo>
                <a:cubicBezTo>
                  <a:pt x="186022" y="101309"/>
                  <a:pt x="185992" y="101279"/>
                  <a:pt x="185992" y="101279"/>
                </a:cubicBezTo>
                <a:lnTo>
                  <a:pt x="185992" y="101248"/>
                </a:lnTo>
                <a:cubicBezTo>
                  <a:pt x="185870" y="100914"/>
                  <a:pt x="185688" y="100306"/>
                  <a:pt x="185718" y="99880"/>
                </a:cubicBezTo>
                <a:cubicBezTo>
                  <a:pt x="185748" y="99242"/>
                  <a:pt x="185596" y="98999"/>
                  <a:pt x="185900" y="97905"/>
                </a:cubicBezTo>
                <a:cubicBezTo>
                  <a:pt x="186204" y="96750"/>
                  <a:pt x="186295" y="96142"/>
                  <a:pt x="186478" y="95686"/>
                </a:cubicBezTo>
                <a:cubicBezTo>
                  <a:pt x="186630" y="95230"/>
                  <a:pt x="186782" y="94835"/>
                  <a:pt x="186903" y="94774"/>
                </a:cubicBezTo>
                <a:cubicBezTo>
                  <a:pt x="187025" y="94744"/>
                  <a:pt x="187511" y="94592"/>
                  <a:pt x="187420" y="94531"/>
                </a:cubicBezTo>
                <a:cubicBezTo>
                  <a:pt x="187359" y="94440"/>
                  <a:pt x="187268" y="94318"/>
                  <a:pt x="187086" y="94288"/>
                </a:cubicBezTo>
                <a:cubicBezTo>
                  <a:pt x="186934" y="94257"/>
                  <a:pt x="186812" y="94318"/>
                  <a:pt x="186873" y="94166"/>
                </a:cubicBezTo>
                <a:cubicBezTo>
                  <a:pt x="186873" y="94136"/>
                  <a:pt x="186903" y="94075"/>
                  <a:pt x="186964" y="94014"/>
                </a:cubicBezTo>
                <a:cubicBezTo>
                  <a:pt x="187207" y="93649"/>
                  <a:pt x="187420" y="93345"/>
                  <a:pt x="187420" y="93254"/>
                </a:cubicBezTo>
                <a:cubicBezTo>
                  <a:pt x="187420" y="93193"/>
                  <a:pt x="187329" y="92920"/>
                  <a:pt x="187268" y="92738"/>
                </a:cubicBezTo>
                <a:cubicBezTo>
                  <a:pt x="187238" y="92555"/>
                  <a:pt x="187633" y="92434"/>
                  <a:pt x="187633" y="92434"/>
                </a:cubicBezTo>
                <a:cubicBezTo>
                  <a:pt x="187633" y="92434"/>
                  <a:pt x="187846" y="92130"/>
                  <a:pt x="187967" y="91856"/>
                </a:cubicBezTo>
                <a:cubicBezTo>
                  <a:pt x="187998" y="91826"/>
                  <a:pt x="187998" y="91795"/>
                  <a:pt x="187998" y="91734"/>
                </a:cubicBezTo>
                <a:cubicBezTo>
                  <a:pt x="187998" y="91704"/>
                  <a:pt x="188028" y="91674"/>
                  <a:pt x="188028" y="91643"/>
                </a:cubicBezTo>
                <a:cubicBezTo>
                  <a:pt x="188089" y="91582"/>
                  <a:pt x="188089" y="91552"/>
                  <a:pt x="188119" y="91522"/>
                </a:cubicBezTo>
                <a:lnTo>
                  <a:pt x="188119" y="91491"/>
                </a:lnTo>
                <a:lnTo>
                  <a:pt x="188119" y="91430"/>
                </a:lnTo>
                <a:cubicBezTo>
                  <a:pt x="188150" y="91370"/>
                  <a:pt x="188150" y="91339"/>
                  <a:pt x="188150" y="91339"/>
                </a:cubicBezTo>
                <a:cubicBezTo>
                  <a:pt x="188150" y="91339"/>
                  <a:pt x="189061" y="90640"/>
                  <a:pt x="189153" y="90458"/>
                </a:cubicBezTo>
                <a:cubicBezTo>
                  <a:pt x="189213" y="90275"/>
                  <a:pt x="190156" y="89698"/>
                  <a:pt x="190125" y="89394"/>
                </a:cubicBezTo>
                <a:cubicBezTo>
                  <a:pt x="190095" y="89060"/>
                  <a:pt x="190551" y="88816"/>
                  <a:pt x="190824" y="88482"/>
                </a:cubicBezTo>
                <a:cubicBezTo>
                  <a:pt x="191037" y="88178"/>
                  <a:pt x="191645" y="87297"/>
                  <a:pt x="191645" y="87175"/>
                </a:cubicBezTo>
                <a:cubicBezTo>
                  <a:pt x="191645" y="87084"/>
                  <a:pt x="191979" y="86932"/>
                  <a:pt x="192071" y="86841"/>
                </a:cubicBezTo>
                <a:cubicBezTo>
                  <a:pt x="192131" y="86780"/>
                  <a:pt x="192496" y="86506"/>
                  <a:pt x="192405" y="86081"/>
                </a:cubicBezTo>
                <a:cubicBezTo>
                  <a:pt x="192344" y="85625"/>
                  <a:pt x="192223" y="85716"/>
                  <a:pt x="192223" y="85199"/>
                </a:cubicBezTo>
                <a:cubicBezTo>
                  <a:pt x="192223" y="84713"/>
                  <a:pt x="192131" y="84531"/>
                  <a:pt x="192527" y="83953"/>
                </a:cubicBezTo>
                <a:cubicBezTo>
                  <a:pt x="192861" y="83376"/>
                  <a:pt x="193469" y="82251"/>
                  <a:pt x="193469" y="82251"/>
                </a:cubicBezTo>
                <a:cubicBezTo>
                  <a:pt x="193469" y="82251"/>
                  <a:pt x="193864" y="81856"/>
                  <a:pt x="194107" y="81704"/>
                </a:cubicBezTo>
                <a:cubicBezTo>
                  <a:pt x="194168" y="81674"/>
                  <a:pt x="194168" y="81674"/>
                  <a:pt x="194198" y="81674"/>
                </a:cubicBezTo>
                <a:cubicBezTo>
                  <a:pt x="194229" y="81643"/>
                  <a:pt x="194350" y="81613"/>
                  <a:pt x="194472" y="81552"/>
                </a:cubicBezTo>
                <a:cubicBezTo>
                  <a:pt x="194502" y="81552"/>
                  <a:pt x="194533" y="81522"/>
                  <a:pt x="194563" y="81522"/>
                </a:cubicBezTo>
                <a:lnTo>
                  <a:pt x="194624" y="81522"/>
                </a:lnTo>
                <a:cubicBezTo>
                  <a:pt x="195141" y="81309"/>
                  <a:pt x="195931" y="81005"/>
                  <a:pt x="196083" y="80944"/>
                </a:cubicBezTo>
                <a:cubicBezTo>
                  <a:pt x="196235" y="80883"/>
                  <a:pt x="196508" y="81096"/>
                  <a:pt x="196539" y="80245"/>
                </a:cubicBezTo>
                <a:cubicBezTo>
                  <a:pt x="196600" y="79333"/>
                  <a:pt x="196539" y="79211"/>
                  <a:pt x="196782" y="78573"/>
                </a:cubicBezTo>
                <a:cubicBezTo>
                  <a:pt x="196964" y="77965"/>
                  <a:pt x="196843" y="77874"/>
                  <a:pt x="197512" y="77266"/>
                </a:cubicBezTo>
                <a:cubicBezTo>
                  <a:pt x="198150" y="76658"/>
                  <a:pt x="198454" y="76658"/>
                  <a:pt x="198575" y="76293"/>
                </a:cubicBezTo>
                <a:cubicBezTo>
                  <a:pt x="198636" y="75868"/>
                  <a:pt x="198606" y="75686"/>
                  <a:pt x="198788" y="75473"/>
                </a:cubicBezTo>
                <a:cubicBezTo>
                  <a:pt x="198970" y="75321"/>
                  <a:pt x="199183" y="75382"/>
                  <a:pt x="199670" y="75138"/>
                </a:cubicBezTo>
                <a:cubicBezTo>
                  <a:pt x="200156" y="74956"/>
                  <a:pt x="201007" y="74409"/>
                  <a:pt x="201098" y="74257"/>
                </a:cubicBezTo>
                <a:cubicBezTo>
                  <a:pt x="201250" y="74105"/>
                  <a:pt x="201493" y="73771"/>
                  <a:pt x="201463" y="73497"/>
                </a:cubicBezTo>
                <a:cubicBezTo>
                  <a:pt x="201372" y="73284"/>
                  <a:pt x="201706" y="72950"/>
                  <a:pt x="201372" y="72889"/>
                </a:cubicBezTo>
                <a:cubicBezTo>
                  <a:pt x="201284" y="72881"/>
                  <a:pt x="201220" y="72875"/>
                  <a:pt x="201170" y="72875"/>
                </a:cubicBezTo>
                <a:cubicBezTo>
                  <a:pt x="201029" y="72875"/>
                  <a:pt x="201006" y="72922"/>
                  <a:pt x="200916" y="73102"/>
                </a:cubicBezTo>
                <a:cubicBezTo>
                  <a:pt x="200794" y="73315"/>
                  <a:pt x="201007" y="73315"/>
                  <a:pt x="200703" y="73467"/>
                </a:cubicBezTo>
                <a:cubicBezTo>
                  <a:pt x="200399" y="73649"/>
                  <a:pt x="200399" y="73740"/>
                  <a:pt x="199943" y="73862"/>
                </a:cubicBezTo>
                <a:cubicBezTo>
                  <a:pt x="199487" y="73953"/>
                  <a:pt x="199031" y="74044"/>
                  <a:pt x="199031" y="74044"/>
                </a:cubicBezTo>
                <a:cubicBezTo>
                  <a:pt x="199031" y="74044"/>
                  <a:pt x="198902" y="74052"/>
                  <a:pt x="198773" y="74052"/>
                </a:cubicBezTo>
                <a:cubicBezTo>
                  <a:pt x="198644" y="74052"/>
                  <a:pt x="198515" y="74044"/>
                  <a:pt x="198515" y="74014"/>
                </a:cubicBezTo>
                <a:cubicBezTo>
                  <a:pt x="198515" y="73923"/>
                  <a:pt x="198150" y="73771"/>
                  <a:pt x="198423" y="73588"/>
                </a:cubicBezTo>
                <a:cubicBezTo>
                  <a:pt x="198623" y="73438"/>
                  <a:pt x="198762" y="73329"/>
                  <a:pt x="198889" y="73329"/>
                </a:cubicBezTo>
                <a:cubicBezTo>
                  <a:pt x="198917" y="73329"/>
                  <a:pt x="198944" y="73334"/>
                  <a:pt x="198970" y="73345"/>
                </a:cubicBezTo>
                <a:cubicBezTo>
                  <a:pt x="199154" y="73424"/>
                  <a:pt x="199021" y="73570"/>
                  <a:pt x="199215" y="73570"/>
                </a:cubicBezTo>
                <a:cubicBezTo>
                  <a:pt x="199246" y="73570"/>
                  <a:pt x="199285" y="73566"/>
                  <a:pt x="199335" y="73558"/>
                </a:cubicBezTo>
                <a:cubicBezTo>
                  <a:pt x="199670" y="73497"/>
                  <a:pt x="199730" y="73588"/>
                  <a:pt x="199852" y="73345"/>
                </a:cubicBezTo>
                <a:cubicBezTo>
                  <a:pt x="199974" y="73132"/>
                  <a:pt x="200126" y="72859"/>
                  <a:pt x="200095" y="72676"/>
                </a:cubicBezTo>
                <a:cubicBezTo>
                  <a:pt x="200034" y="72494"/>
                  <a:pt x="199974" y="72069"/>
                  <a:pt x="199974" y="72069"/>
                </a:cubicBezTo>
                <a:cubicBezTo>
                  <a:pt x="199974" y="72069"/>
                  <a:pt x="199548" y="71947"/>
                  <a:pt x="199396" y="71673"/>
                </a:cubicBezTo>
                <a:cubicBezTo>
                  <a:pt x="199244" y="71430"/>
                  <a:pt x="199183" y="71126"/>
                  <a:pt x="199122" y="71005"/>
                </a:cubicBezTo>
                <a:cubicBezTo>
                  <a:pt x="199122" y="70883"/>
                  <a:pt x="199244" y="70214"/>
                  <a:pt x="199244" y="70214"/>
                </a:cubicBezTo>
                <a:cubicBezTo>
                  <a:pt x="199244" y="70214"/>
                  <a:pt x="199578" y="70306"/>
                  <a:pt x="199578" y="70518"/>
                </a:cubicBezTo>
                <a:cubicBezTo>
                  <a:pt x="199578" y="70701"/>
                  <a:pt x="199487" y="70610"/>
                  <a:pt x="199639" y="70883"/>
                </a:cubicBezTo>
                <a:cubicBezTo>
                  <a:pt x="199768" y="71115"/>
                  <a:pt x="199722" y="71194"/>
                  <a:pt x="199872" y="71194"/>
                </a:cubicBezTo>
                <a:cubicBezTo>
                  <a:pt x="199899" y="71194"/>
                  <a:pt x="199932" y="71192"/>
                  <a:pt x="199974" y="71187"/>
                </a:cubicBezTo>
                <a:cubicBezTo>
                  <a:pt x="200247" y="71157"/>
                  <a:pt x="200460" y="71035"/>
                  <a:pt x="200460" y="71035"/>
                </a:cubicBezTo>
                <a:cubicBezTo>
                  <a:pt x="200460" y="71035"/>
                  <a:pt x="200703" y="71278"/>
                  <a:pt x="200794" y="71278"/>
                </a:cubicBezTo>
                <a:cubicBezTo>
                  <a:pt x="200864" y="71278"/>
                  <a:pt x="200923" y="71358"/>
                  <a:pt x="201018" y="71358"/>
                </a:cubicBezTo>
                <a:cubicBezTo>
                  <a:pt x="201090" y="71358"/>
                  <a:pt x="201181" y="71313"/>
                  <a:pt x="201311" y="71157"/>
                </a:cubicBezTo>
                <a:cubicBezTo>
                  <a:pt x="201645" y="70761"/>
                  <a:pt x="201919" y="70731"/>
                  <a:pt x="201980" y="70458"/>
                </a:cubicBezTo>
                <a:cubicBezTo>
                  <a:pt x="202071" y="70214"/>
                  <a:pt x="201980" y="70275"/>
                  <a:pt x="202010" y="69941"/>
                </a:cubicBezTo>
                <a:cubicBezTo>
                  <a:pt x="202071" y="69606"/>
                  <a:pt x="202314" y="69394"/>
                  <a:pt x="202405" y="69363"/>
                </a:cubicBezTo>
                <a:cubicBezTo>
                  <a:pt x="202527" y="69333"/>
                  <a:pt x="202557" y="69211"/>
                  <a:pt x="202557" y="68938"/>
                </a:cubicBezTo>
                <a:cubicBezTo>
                  <a:pt x="202557" y="68695"/>
                  <a:pt x="202588" y="68330"/>
                  <a:pt x="202466" y="68330"/>
                </a:cubicBezTo>
                <a:cubicBezTo>
                  <a:pt x="202375" y="68330"/>
                  <a:pt x="202253" y="68147"/>
                  <a:pt x="202162" y="67995"/>
                </a:cubicBezTo>
                <a:cubicBezTo>
                  <a:pt x="202132" y="67844"/>
                  <a:pt x="202010" y="67418"/>
                  <a:pt x="201949" y="67388"/>
                </a:cubicBezTo>
                <a:cubicBezTo>
                  <a:pt x="201921" y="67378"/>
                  <a:pt x="201878" y="67372"/>
                  <a:pt x="201831" y="67372"/>
                </a:cubicBezTo>
                <a:cubicBezTo>
                  <a:pt x="201725" y="67372"/>
                  <a:pt x="201596" y="67404"/>
                  <a:pt x="201554" y="67509"/>
                </a:cubicBezTo>
                <a:cubicBezTo>
                  <a:pt x="201524" y="67661"/>
                  <a:pt x="201554" y="67783"/>
                  <a:pt x="201524" y="67965"/>
                </a:cubicBezTo>
                <a:cubicBezTo>
                  <a:pt x="201463" y="68147"/>
                  <a:pt x="201402" y="68330"/>
                  <a:pt x="201189" y="68391"/>
                </a:cubicBezTo>
                <a:cubicBezTo>
                  <a:pt x="201164" y="68394"/>
                  <a:pt x="201137" y="68395"/>
                  <a:pt x="201109" y="68395"/>
                </a:cubicBezTo>
                <a:cubicBezTo>
                  <a:pt x="200869" y="68395"/>
                  <a:pt x="200557" y="68284"/>
                  <a:pt x="200612" y="68147"/>
                </a:cubicBezTo>
                <a:cubicBezTo>
                  <a:pt x="200703" y="67995"/>
                  <a:pt x="200794" y="68087"/>
                  <a:pt x="200794" y="67874"/>
                </a:cubicBezTo>
                <a:cubicBezTo>
                  <a:pt x="200794" y="67722"/>
                  <a:pt x="200885" y="67570"/>
                  <a:pt x="200764" y="67570"/>
                </a:cubicBezTo>
                <a:cubicBezTo>
                  <a:pt x="200671" y="67551"/>
                  <a:pt x="200534" y="67522"/>
                  <a:pt x="200420" y="67522"/>
                </a:cubicBezTo>
                <a:cubicBezTo>
                  <a:pt x="200347" y="67522"/>
                  <a:pt x="200283" y="67534"/>
                  <a:pt x="200247" y="67570"/>
                </a:cubicBezTo>
                <a:cubicBezTo>
                  <a:pt x="200126" y="67692"/>
                  <a:pt x="200004" y="67813"/>
                  <a:pt x="199700" y="68026"/>
                </a:cubicBezTo>
                <a:cubicBezTo>
                  <a:pt x="199396" y="68269"/>
                  <a:pt x="199548" y="68147"/>
                  <a:pt x="199092" y="68421"/>
                </a:cubicBezTo>
                <a:cubicBezTo>
                  <a:pt x="198636" y="68695"/>
                  <a:pt x="198363" y="68755"/>
                  <a:pt x="198363" y="68755"/>
                </a:cubicBezTo>
                <a:cubicBezTo>
                  <a:pt x="198363" y="68755"/>
                  <a:pt x="197967" y="68725"/>
                  <a:pt x="198059" y="68482"/>
                </a:cubicBezTo>
                <a:cubicBezTo>
                  <a:pt x="198150" y="68299"/>
                  <a:pt x="198119" y="68026"/>
                  <a:pt x="198423" y="68026"/>
                </a:cubicBezTo>
                <a:cubicBezTo>
                  <a:pt x="198727" y="68026"/>
                  <a:pt x="198940" y="68026"/>
                  <a:pt x="199062" y="67844"/>
                </a:cubicBezTo>
                <a:cubicBezTo>
                  <a:pt x="199183" y="67692"/>
                  <a:pt x="199122" y="67692"/>
                  <a:pt x="199214" y="67540"/>
                </a:cubicBezTo>
                <a:cubicBezTo>
                  <a:pt x="199274" y="67388"/>
                  <a:pt x="199274" y="67327"/>
                  <a:pt x="199548" y="67236"/>
                </a:cubicBezTo>
                <a:cubicBezTo>
                  <a:pt x="199822" y="67175"/>
                  <a:pt x="200095" y="67084"/>
                  <a:pt x="200156" y="67053"/>
                </a:cubicBezTo>
                <a:cubicBezTo>
                  <a:pt x="200247" y="67023"/>
                  <a:pt x="200186" y="66810"/>
                  <a:pt x="200186" y="66749"/>
                </a:cubicBezTo>
                <a:cubicBezTo>
                  <a:pt x="200186" y="66669"/>
                  <a:pt x="200139" y="66495"/>
                  <a:pt x="200252" y="66495"/>
                </a:cubicBezTo>
                <a:cubicBezTo>
                  <a:pt x="200267" y="66495"/>
                  <a:pt x="200286" y="66499"/>
                  <a:pt x="200308" y="66506"/>
                </a:cubicBezTo>
                <a:cubicBezTo>
                  <a:pt x="200441" y="66551"/>
                  <a:pt x="200607" y="66579"/>
                  <a:pt x="200770" y="66579"/>
                </a:cubicBezTo>
                <a:cubicBezTo>
                  <a:pt x="200830" y="66579"/>
                  <a:pt x="200889" y="66575"/>
                  <a:pt x="200946" y="66567"/>
                </a:cubicBezTo>
                <a:cubicBezTo>
                  <a:pt x="201189" y="66506"/>
                  <a:pt x="201311" y="66415"/>
                  <a:pt x="201341" y="66324"/>
                </a:cubicBezTo>
                <a:cubicBezTo>
                  <a:pt x="201372" y="66293"/>
                  <a:pt x="201250" y="65898"/>
                  <a:pt x="201189" y="65868"/>
                </a:cubicBezTo>
                <a:cubicBezTo>
                  <a:pt x="201098" y="65837"/>
                  <a:pt x="200703" y="65503"/>
                  <a:pt x="200551" y="65381"/>
                </a:cubicBezTo>
                <a:cubicBezTo>
                  <a:pt x="200399" y="65260"/>
                  <a:pt x="200308" y="65230"/>
                  <a:pt x="200156" y="65108"/>
                </a:cubicBezTo>
                <a:cubicBezTo>
                  <a:pt x="200004" y="64986"/>
                  <a:pt x="199852" y="64956"/>
                  <a:pt x="199882" y="64804"/>
                </a:cubicBezTo>
                <a:cubicBezTo>
                  <a:pt x="199882" y="64774"/>
                  <a:pt x="199882" y="64774"/>
                  <a:pt x="199943" y="64774"/>
                </a:cubicBezTo>
                <a:lnTo>
                  <a:pt x="199943" y="64743"/>
                </a:lnTo>
                <a:lnTo>
                  <a:pt x="199943" y="64682"/>
                </a:lnTo>
                <a:cubicBezTo>
                  <a:pt x="199943" y="64652"/>
                  <a:pt x="199943" y="64652"/>
                  <a:pt x="199974" y="64652"/>
                </a:cubicBezTo>
                <a:cubicBezTo>
                  <a:pt x="199974" y="64622"/>
                  <a:pt x="200004" y="64622"/>
                  <a:pt x="200004" y="64591"/>
                </a:cubicBezTo>
                <a:cubicBezTo>
                  <a:pt x="200004" y="64530"/>
                  <a:pt x="200034" y="64500"/>
                  <a:pt x="200034" y="64439"/>
                </a:cubicBezTo>
                <a:lnTo>
                  <a:pt x="200034" y="64378"/>
                </a:lnTo>
                <a:cubicBezTo>
                  <a:pt x="200095" y="64166"/>
                  <a:pt x="200034" y="63771"/>
                  <a:pt x="199943" y="63619"/>
                </a:cubicBezTo>
                <a:cubicBezTo>
                  <a:pt x="199791" y="63436"/>
                  <a:pt x="199700" y="63467"/>
                  <a:pt x="199578" y="63163"/>
                </a:cubicBezTo>
                <a:cubicBezTo>
                  <a:pt x="199501" y="62903"/>
                  <a:pt x="199290" y="62754"/>
                  <a:pt x="199154" y="62754"/>
                </a:cubicBezTo>
                <a:cubicBezTo>
                  <a:pt x="199131" y="62754"/>
                  <a:pt x="199110" y="62759"/>
                  <a:pt x="199092" y="62767"/>
                </a:cubicBezTo>
                <a:cubicBezTo>
                  <a:pt x="199021" y="62767"/>
                  <a:pt x="198991" y="62715"/>
                  <a:pt x="198905" y="62715"/>
                </a:cubicBezTo>
                <a:cubicBezTo>
                  <a:pt x="198844" y="62715"/>
                  <a:pt x="198756" y="62741"/>
                  <a:pt x="198606" y="62828"/>
                </a:cubicBezTo>
                <a:cubicBezTo>
                  <a:pt x="198211" y="63102"/>
                  <a:pt x="198211" y="63163"/>
                  <a:pt x="197967" y="63284"/>
                </a:cubicBezTo>
                <a:cubicBezTo>
                  <a:pt x="197784" y="63376"/>
                  <a:pt x="197548" y="63468"/>
                  <a:pt x="197404" y="63468"/>
                </a:cubicBezTo>
                <a:cubicBezTo>
                  <a:pt x="197358" y="63468"/>
                  <a:pt x="197321" y="63458"/>
                  <a:pt x="197299" y="63436"/>
                </a:cubicBezTo>
                <a:cubicBezTo>
                  <a:pt x="197208" y="63375"/>
                  <a:pt x="196964" y="63223"/>
                  <a:pt x="196934" y="63223"/>
                </a:cubicBezTo>
                <a:cubicBezTo>
                  <a:pt x="196904" y="63223"/>
                  <a:pt x="196448" y="63102"/>
                  <a:pt x="196539" y="63011"/>
                </a:cubicBezTo>
                <a:cubicBezTo>
                  <a:pt x="196647" y="62956"/>
                  <a:pt x="196780" y="62854"/>
                  <a:pt x="196894" y="62854"/>
                </a:cubicBezTo>
                <a:cubicBezTo>
                  <a:pt x="196907" y="62854"/>
                  <a:pt x="196921" y="62855"/>
                  <a:pt x="196934" y="62859"/>
                </a:cubicBezTo>
                <a:cubicBezTo>
                  <a:pt x="197056" y="62859"/>
                  <a:pt x="196660" y="62980"/>
                  <a:pt x="197116" y="63011"/>
                </a:cubicBezTo>
                <a:cubicBezTo>
                  <a:pt x="197176" y="63018"/>
                  <a:pt x="197230" y="63021"/>
                  <a:pt x="197278" y="63021"/>
                </a:cubicBezTo>
                <a:cubicBezTo>
                  <a:pt x="197625" y="63021"/>
                  <a:pt x="197701" y="62851"/>
                  <a:pt x="197755" y="62798"/>
                </a:cubicBezTo>
                <a:cubicBezTo>
                  <a:pt x="197815" y="62707"/>
                  <a:pt x="198028" y="62342"/>
                  <a:pt x="197998" y="62312"/>
                </a:cubicBezTo>
                <a:cubicBezTo>
                  <a:pt x="197967" y="62220"/>
                  <a:pt x="197967" y="62038"/>
                  <a:pt x="197603" y="62038"/>
                </a:cubicBezTo>
                <a:lnTo>
                  <a:pt x="196964" y="62038"/>
                </a:lnTo>
                <a:cubicBezTo>
                  <a:pt x="196904" y="62038"/>
                  <a:pt x="196630" y="61916"/>
                  <a:pt x="196630" y="61916"/>
                </a:cubicBezTo>
                <a:cubicBezTo>
                  <a:pt x="196630" y="61916"/>
                  <a:pt x="196508" y="61764"/>
                  <a:pt x="196691" y="61764"/>
                </a:cubicBezTo>
                <a:cubicBezTo>
                  <a:pt x="196904" y="61734"/>
                  <a:pt x="196995" y="61764"/>
                  <a:pt x="197056" y="61643"/>
                </a:cubicBezTo>
                <a:cubicBezTo>
                  <a:pt x="197056" y="61552"/>
                  <a:pt x="197116" y="61430"/>
                  <a:pt x="197056" y="61400"/>
                </a:cubicBezTo>
                <a:cubicBezTo>
                  <a:pt x="196964" y="61339"/>
                  <a:pt x="196752" y="61308"/>
                  <a:pt x="196752" y="61308"/>
                </a:cubicBezTo>
                <a:lnTo>
                  <a:pt x="196812" y="60944"/>
                </a:lnTo>
                <a:cubicBezTo>
                  <a:pt x="196843" y="60944"/>
                  <a:pt x="196904" y="60974"/>
                  <a:pt x="196964" y="60974"/>
                </a:cubicBezTo>
                <a:cubicBezTo>
                  <a:pt x="197029" y="60986"/>
                  <a:pt x="197091" y="60992"/>
                  <a:pt x="197148" y="60992"/>
                </a:cubicBezTo>
                <a:cubicBezTo>
                  <a:pt x="197388" y="60992"/>
                  <a:pt x="197543" y="60885"/>
                  <a:pt x="197420" y="60640"/>
                </a:cubicBezTo>
                <a:cubicBezTo>
                  <a:pt x="197268" y="60336"/>
                  <a:pt x="197390" y="60336"/>
                  <a:pt x="197208" y="60123"/>
                </a:cubicBezTo>
                <a:cubicBezTo>
                  <a:pt x="196995" y="59971"/>
                  <a:pt x="196752" y="59910"/>
                  <a:pt x="196691" y="59789"/>
                </a:cubicBezTo>
                <a:cubicBezTo>
                  <a:pt x="196660" y="59667"/>
                  <a:pt x="196478" y="59485"/>
                  <a:pt x="196478" y="59272"/>
                </a:cubicBezTo>
                <a:cubicBezTo>
                  <a:pt x="196478" y="59029"/>
                  <a:pt x="196600" y="59029"/>
                  <a:pt x="196600" y="58846"/>
                </a:cubicBezTo>
                <a:cubicBezTo>
                  <a:pt x="196600" y="58664"/>
                  <a:pt x="196843" y="58573"/>
                  <a:pt x="196691" y="58360"/>
                </a:cubicBezTo>
                <a:cubicBezTo>
                  <a:pt x="196539" y="58117"/>
                  <a:pt x="196387" y="57995"/>
                  <a:pt x="196053" y="57904"/>
                </a:cubicBezTo>
                <a:cubicBezTo>
                  <a:pt x="195718" y="57813"/>
                  <a:pt x="195141" y="57843"/>
                  <a:pt x="194837" y="57783"/>
                </a:cubicBezTo>
                <a:cubicBezTo>
                  <a:pt x="194533" y="57691"/>
                  <a:pt x="194046" y="57539"/>
                  <a:pt x="193773" y="57509"/>
                </a:cubicBezTo>
                <a:cubicBezTo>
                  <a:pt x="193499" y="57479"/>
                  <a:pt x="193195" y="57479"/>
                  <a:pt x="193256" y="57387"/>
                </a:cubicBezTo>
                <a:cubicBezTo>
                  <a:pt x="193286" y="57327"/>
                  <a:pt x="193499" y="56932"/>
                  <a:pt x="193742" y="56932"/>
                </a:cubicBezTo>
                <a:cubicBezTo>
                  <a:pt x="193955" y="56932"/>
                  <a:pt x="193955" y="57175"/>
                  <a:pt x="194320" y="57205"/>
                </a:cubicBezTo>
                <a:cubicBezTo>
                  <a:pt x="194372" y="57210"/>
                  <a:pt x="194427" y="57212"/>
                  <a:pt x="194485" y="57212"/>
                </a:cubicBezTo>
                <a:cubicBezTo>
                  <a:pt x="194665" y="57212"/>
                  <a:pt x="194863" y="57194"/>
                  <a:pt x="195018" y="57194"/>
                </a:cubicBezTo>
                <a:cubicBezTo>
                  <a:pt x="195130" y="57194"/>
                  <a:pt x="195219" y="57203"/>
                  <a:pt x="195262" y="57235"/>
                </a:cubicBezTo>
                <a:cubicBezTo>
                  <a:pt x="195384" y="57357"/>
                  <a:pt x="195931" y="57387"/>
                  <a:pt x="195931" y="57387"/>
                </a:cubicBezTo>
                <a:cubicBezTo>
                  <a:pt x="195931" y="57387"/>
                  <a:pt x="195976" y="57404"/>
                  <a:pt x="196017" y="57404"/>
                </a:cubicBezTo>
                <a:cubicBezTo>
                  <a:pt x="196072" y="57404"/>
                  <a:pt x="196122" y="57374"/>
                  <a:pt x="196053" y="57235"/>
                </a:cubicBezTo>
                <a:cubicBezTo>
                  <a:pt x="195931" y="57023"/>
                  <a:pt x="195749" y="56840"/>
                  <a:pt x="195566" y="56628"/>
                </a:cubicBezTo>
                <a:cubicBezTo>
                  <a:pt x="195414" y="56445"/>
                  <a:pt x="195019" y="56293"/>
                  <a:pt x="194928" y="56020"/>
                </a:cubicBezTo>
                <a:cubicBezTo>
                  <a:pt x="194806" y="55776"/>
                  <a:pt x="194685" y="55503"/>
                  <a:pt x="194472" y="55260"/>
                </a:cubicBezTo>
                <a:lnTo>
                  <a:pt x="194350" y="55169"/>
                </a:lnTo>
                <a:lnTo>
                  <a:pt x="194259" y="55077"/>
                </a:lnTo>
                <a:cubicBezTo>
                  <a:pt x="194229" y="55077"/>
                  <a:pt x="194229" y="55047"/>
                  <a:pt x="194229" y="55047"/>
                </a:cubicBezTo>
                <a:cubicBezTo>
                  <a:pt x="194198" y="54956"/>
                  <a:pt x="194168" y="54925"/>
                  <a:pt x="194107" y="54804"/>
                </a:cubicBezTo>
                <a:cubicBezTo>
                  <a:pt x="194107" y="54804"/>
                  <a:pt x="194107" y="54773"/>
                  <a:pt x="194077" y="54773"/>
                </a:cubicBezTo>
                <a:lnTo>
                  <a:pt x="194077" y="54743"/>
                </a:lnTo>
                <a:cubicBezTo>
                  <a:pt x="194077" y="54713"/>
                  <a:pt x="194046" y="54713"/>
                  <a:pt x="194046" y="54652"/>
                </a:cubicBezTo>
                <a:cubicBezTo>
                  <a:pt x="193925" y="54348"/>
                  <a:pt x="193712" y="53801"/>
                  <a:pt x="193651" y="53558"/>
                </a:cubicBezTo>
                <a:cubicBezTo>
                  <a:pt x="193621" y="53345"/>
                  <a:pt x="193621" y="52767"/>
                  <a:pt x="193621" y="52737"/>
                </a:cubicBezTo>
                <a:cubicBezTo>
                  <a:pt x="193651" y="52676"/>
                  <a:pt x="193651" y="52524"/>
                  <a:pt x="193621" y="52463"/>
                </a:cubicBezTo>
                <a:cubicBezTo>
                  <a:pt x="193590" y="52372"/>
                  <a:pt x="193347" y="52220"/>
                  <a:pt x="193317" y="52129"/>
                </a:cubicBezTo>
                <a:cubicBezTo>
                  <a:pt x="193286" y="52007"/>
                  <a:pt x="193195" y="51855"/>
                  <a:pt x="193195" y="51734"/>
                </a:cubicBezTo>
                <a:cubicBezTo>
                  <a:pt x="193256" y="51612"/>
                  <a:pt x="193469" y="51430"/>
                  <a:pt x="193621" y="51096"/>
                </a:cubicBezTo>
                <a:cubicBezTo>
                  <a:pt x="193773" y="50761"/>
                  <a:pt x="193925" y="50609"/>
                  <a:pt x="194016" y="50396"/>
                </a:cubicBezTo>
                <a:cubicBezTo>
                  <a:pt x="194046" y="50214"/>
                  <a:pt x="194107" y="50153"/>
                  <a:pt x="194198" y="50001"/>
                </a:cubicBezTo>
                <a:cubicBezTo>
                  <a:pt x="194259" y="49789"/>
                  <a:pt x="194502" y="49485"/>
                  <a:pt x="194502" y="49485"/>
                </a:cubicBezTo>
                <a:cubicBezTo>
                  <a:pt x="194502" y="49485"/>
                  <a:pt x="194643" y="49423"/>
                  <a:pt x="194773" y="49423"/>
                </a:cubicBezTo>
                <a:cubicBezTo>
                  <a:pt x="194885" y="49423"/>
                  <a:pt x="194989" y="49468"/>
                  <a:pt x="194989" y="49637"/>
                </a:cubicBezTo>
                <a:cubicBezTo>
                  <a:pt x="194989" y="50032"/>
                  <a:pt x="195110" y="49910"/>
                  <a:pt x="194806" y="50336"/>
                </a:cubicBezTo>
                <a:cubicBezTo>
                  <a:pt x="194502" y="50761"/>
                  <a:pt x="194107" y="51065"/>
                  <a:pt x="194107" y="51308"/>
                </a:cubicBezTo>
                <a:cubicBezTo>
                  <a:pt x="194107" y="51551"/>
                  <a:pt x="193955" y="51673"/>
                  <a:pt x="194259" y="51855"/>
                </a:cubicBezTo>
                <a:cubicBezTo>
                  <a:pt x="194533" y="52038"/>
                  <a:pt x="194958" y="52281"/>
                  <a:pt x="195080" y="52585"/>
                </a:cubicBezTo>
                <a:cubicBezTo>
                  <a:pt x="195171" y="52889"/>
                  <a:pt x="195445" y="53102"/>
                  <a:pt x="195141" y="53345"/>
                </a:cubicBezTo>
                <a:cubicBezTo>
                  <a:pt x="194837" y="53558"/>
                  <a:pt x="194624" y="53710"/>
                  <a:pt x="194654" y="53831"/>
                </a:cubicBezTo>
                <a:cubicBezTo>
                  <a:pt x="194685" y="53953"/>
                  <a:pt x="194928" y="54014"/>
                  <a:pt x="195110" y="54196"/>
                </a:cubicBezTo>
                <a:cubicBezTo>
                  <a:pt x="195293" y="54409"/>
                  <a:pt x="195323" y="54561"/>
                  <a:pt x="195445" y="54956"/>
                </a:cubicBezTo>
                <a:cubicBezTo>
                  <a:pt x="195566" y="55381"/>
                  <a:pt x="195566" y="55321"/>
                  <a:pt x="195688" y="55564"/>
                </a:cubicBezTo>
                <a:cubicBezTo>
                  <a:pt x="195746" y="55825"/>
                  <a:pt x="196246" y="56113"/>
                  <a:pt x="196477" y="56113"/>
                </a:cubicBezTo>
                <a:cubicBezTo>
                  <a:pt x="196488" y="56113"/>
                  <a:pt x="196499" y="56112"/>
                  <a:pt x="196508" y="56111"/>
                </a:cubicBezTo>
                <a:cubicBezTo>
                  <a:pt x="196754" y="56084"/>
                  <a:pt x="196901" y="55763"/>
                  <a:pt x="197061" y="55763"/>
                </a:cubicBezTo>
                <a:cubicBezTo>
                  <a:pt x="197079" y="55763"/>
                  <a:pt x="197098" y="55767"/>
                  <a:pt x="197116" y="55776"/>
                </a:cubicBezTo>
                <a:cubicBezTo>
                  <a:pt x="197299" y="55837"/>
                  <a:pt x="197390" y="56020"/>
                  <a:pt x="197512" y="56384"/>
                </a:cubicBezTo>
                <a:cubicBezTo>
                  <a:pt x="197603" y="56719"/>
                  <a:pt x="197815" y="57083"/>
                  <a:pt x="197967" y="57205"/>
                </a:cubicBezTo>
                <a:cubicBezTo>
                  <a:pt x="198119" y="57327"/>
                  <a:pt x="198363" y="57327"/>
                  <a:pt x="198363" y="57327"/>
                </a:cubicBezTo>
                <a:cubicBezTo>
                  <a:pt x="198363" y="57327"/>
                  <a:pt x="198392" y="57209"/>
                  <a:pt x="198461" y="57209"/>
                </a:cubicBezTo>
                <a:cubicBezTo>
                  <a:pt x="198491" y="57209"/>
                  <a:pt x="198529" y="57232"/>
                  <a:pt x="198575" y="57296"/>
                </a:cubicBezTo>
                <a:lnTo>
                  <a:pt x="198606" y="57327"/>
                </a:lnTo>
                <a:cubicBezTo>
                  <a:pt x="198758" y="57479"/>
                  <a:pt x="199122" y="57387"/>
                  <a:pt x="198879" y="57783"/>
                </a:cubicBezTo>
                <a:cubicBezTo>
                  <a:pt x="198606" y="58147"/>
                  <a:pt x="198484" y="58239"/>
                  <a:pt x="198423" y="58451"/>
                </a:cubicBezTo>
                <a:cubicBezTo>
                  <a:pt x="198302" y="58694"/>
                  <a:pt x="198302" y="58816"/>
                  <a:pt x="198302" y="58907"/>
                </a:cubicBezTo>
                <a:cubicBezTo>
                  <a:pt x="198302" y="59059"/>
                  <a:pt x="198332" y="60488"/>
                  <a:pt x="198484" y="60883"/>
                </a:cubicBezTo>
                <a:cubicBezTo>
                  <a:pt x="198636" y="61308"/>
                  <a:pt x="198758" y="61460"/>
                  <a:pt x="198879" y="61582"/>
                </a:cubicBezTo>
                <a:cubicBezTo>
                  <a:pt x="198970" y="61704"/>
                  <a:pt x="199092" y="61856"/>
                  <a:pt x="199092" y="61856"/>
                </a:cubicBezTo>
                <a:cubicBezTo>
                  <a:pt x="199092" y="61856"/>
                  <a:pt x="199122" y="61400"/>
                  <a:pt x="199062" y="61156"/>
                </a:cubicBezTo>
                <a:cubicBezTo>
                  <a:pt x="198940" y="60944"/>
                  <a:pt x="198819" y="60944"/>
                  <a:pt x="198970" y="60366"/>
                </a:cubicBezTo>
                <a:cubicBezTo>
                  <a:pt x="199092" y="59789"/>
                  <a:pt x="199335" y="59302"/>
                  <a:pt x="199518" y="58846"/>
                </a:cubicBezTo>
                <a:cubicBezTo>
                  <a:pt x="199700" y="58421"/>
                  <a:pt x="199852" y="58239"/>
                  <a:pt x="199822" y="57935"/>
                </a:cubicBezTo>
                <a:cubicBezTo>
                  <a:pt x="199822" y="57600"/>
                  <a:pt x="199822" y="57327"/>
                  <a:pt x="199730" y="57144"/>
                </a:cubicBezTo>
                <a:cubicBezTo>
                  <a:pt x="199700" y="56932"/>
                  <a:pt x="199518" y="56780"/>
                  <a:pt x="199700" y="56567"/>
                </a:cubicBezTo>
                <a:cubicBezTo>
                  <a:pt x="199700" y="56536"/>
                  <a:pt x="199730" y="56536"/>
                  <a:pt x="199730" y="56476"/>
                </a:cubicBezTo>
                <a:cubicBezTo>
                  <a:pt x="199882" y="56293"/>
                  <a:pt x="200186" y="56172"/>
                  <a:pt x="200247" y="55928"/>
                </a:cubicBezTo>
                <a:cubicBezTo>
                  <a:pt x="200308" y="55625"/>
                  <a:pt x="200308" y="55321"/>
                  <a:pt x="200278" y="55077"/>
                </a:cubicBezTo>
                <a:cubicBezTo>
                  <a:pt x="200247" y="54865"/>
                  <a:pt x="200338" y="54317"/>
                  <a:pt x="200399" y="54166"/>
                </a:cubicBezTo>
                <a:cubicBezTo>
                  <a:pt x="200399" y="54014"/>
                  <a:pt x="200429" y="53831"/>
                  <a:pt x="200399" y="53679"/>
                </a:cubicBezTo>
                <a:lnTo>
                  <a:pt x="200399" y="53649"/>
                </a:lnTo>
                <a:cubicBezTo>
                  <a:pt x="200338" y="53497"/>
                  <a:pt x="200247" y="53223"/>
                  <a:pt x="200247" y="53223"/>
                </a:cubicBezTo>
                <a:cubicBezTo>
                  <a:pt x="200247" y="53223"/>
                  <a:pt x="200247" y="53193"/>
                  <a:pt x="200034" y="52828"/>
                </a:cubicBezTo>
                <a:cubicBezTo>
                  <a:pt x="199822" y="52463"/>
                  <a:pt x="199487" y="51977"/>
                  <a:pt x="199122" y="51855"/>
                </a:cubicBezTo>
                <a:cubicBezTo>
                  <a:pt x="198788" y="51703"/>
                  <a:pt x="198606" y="51703"/>
                  <a:pt x="198180" y="51278"/>
                </a:cubicBezTo>
                <a:cubicBezTo>
                  <a:pt x="197755" y="50913"/>
                  <a:pt x="197603" y="50609"/>
                  <a:pt x="197360" y="50214"/>
                </a:cubicBezTo>
                <a:cubicBezTo>
                  <a:pt x="197056" y="49880"/>
                  <a:pt x="196630" y="49454"/>
                  <a:pt x="196508" y="49302"/>
                </a:cubicBezTo>
                <a:cubicBezTo>
                  <a:pt x="196387" y="49150"/>
                  <a:pt x="196235" y="48937"/>
                  <a:pt x="196204" y="48816"/>
                </a:cubicBezTo>
                <a:lnTo>
                  <a:pt x="196204" y="48634"/>
                </a:lnTo>
                <a:lnTo>
                  <a:pt x="196204" y="48421"/>
                </a:lnTo>
                <a:cubicBezTo>
                  <a:pt x="196204" y="48421"/>
                  <a:pt x="196220" y="48419"/>
                  <a:pt x="196245" y="48419"/>
                </a:cubicBezTo>
                <a:cubicBezTo>
                  <a:pt x="196320" y="48419"/>
                  <a:pt x="196486" y="48436"/>
                  <a:pt x="196600" y="48573"/>
                </a:cubicBezTo>
                <a:cubicBezTo>
                  <a:pt x="196752" y="48785"/>
                  <a:pt x="196812" y="49029"/>
                  <a:pt x="197238" y="49393"/>
                </a:cubicBezTo>
                <a:lnTo>
                  <a:pt x="197268" y="49424"/>
                </a:lnTo>
                <a:cubicBezTo>
                  <a:pt x="197299" y="49454"/>
                  <a:pt x="197360" y="49454"/>
                  <a:pt x="197360" y="49485"/>
                </a:cubicBezTo>
                <a:lnTo>
                  <a:pt x="197390" y="49545"/>
                </a:lnTo>
                <a:cubicBezTo>
                  <a:pt x="197420" y="49576"/>
                  <a:pt x="197451" y="49576"/>
                  <a:pt x="197451" y="49606"/>
                </a:cubicBezTo>
                <a:cubicBezTo>
                  <a:pt x="197512" y="49637"/>
                  <a:pt x="197542" y="49637"/>
                  <a:pt x="197542" y="49697"/>
                </a:cubicBezTo>
                <a:lnTo>
                  <a:pt x="197572" y="49728"/>
                </a:lnTo>
                <a:cubicBezTo>
                  <a:pt x="197572" y="49728"/>
                  <a:pt x="197603" y="49728"/>
                  <a:pt x="197603" y="49758"/>
                </a:cubicBezTo>
                <a:cubicBezTo>
                  <a:pt x="197603" y="49758"/>
                  <a:pt x="197663" y="49758"/>
                  <a:pt x="197663" y="49789"/>
                </a:cubicBezTo>
                <a:cubicBezTo>
                  <a:pt x="197724" y="49849"/>
                  <a:pt x="197815" y="49880"/>
                  <a:pt x="197907" y="49880"/>
                </a:cubicBezTo>
                <a:cubicBezTo>
                  <a:pt x="198209" y="49930"/>
                  <a:pt x="198219" y="50085"/>
                  <a:pt x="198524" y="50085"/>
                </a:cubicBezTo>
                <a:cubicBezTo>
                  <a:pt x="198587" y="50085"/>
                  <a:pt x="198663" y="50078"/>
                  <a:pt x="198758" y="50062"/>
                </a:cubicBezTo>
                <a:cubicBezTo>
                  <a:pt x="199151" y="50013"/>
                  <a:pt x="199306" y="49924"/>
                  <a:pt x="199415" y="49924"/>
                </a:cubicBezTo>
                <a:cubicBezTo>
                  <a:pt x="199441" y="49924"/>
                  <a:pt x="199464" y="49929"/>
                  <a:pt x="199487" y="49941"/>
                </a:cubicBezTo>
                <a:cubicBezTo>
                  <a:pt x="199578" y="50032"/>
                  <a:pt x="199700" y="50336"/>
                  <a:pt x="199730" y="50488"/>
                </a:cubicBezTo>
                <a:cubicBezTo>
                  <a:pt x="199791" y="50640"/>
                  <a:pt x="199730" y="51065"/>
                  <a:pt x="199730" y="51065"/>
                </a:cubicBezTo>
                <a:lnTo>
                  <a:pt x="200156" y="51065"/>
                </a:lnTo>
                <a:cubicBezTo>
                  <a:pt x="200156" y="51065"/>
                  <a:pt x="200460" y="50913"/>
                  <a:pt x="200399" y="50488"/>
                </a:cubicBezTo>
                <a:cubicBezTo>
                  <a:pt x="200278" y="50032"/>
                  <a:pt x="200095" y="49849"/>
                  <a:pt x="200308" y="49393"/>
                </a:cubicBezTo>
                <a:cubicBezTo>
                  <a:pt x="200551" y="48937"/>
                  <a:pt x="201007" y="47934"/>
                  <a:pt x="201007" y="47934"/>
                </a:cubicBezTo>
                <a:cubicBezTo>
                  <a:pt x="201007" y="47934"/>
                  <a:pt x="201493" y="46688"/>
                  <a:pt x="201524" y="46445"/>
                </a:cubicBezTo>
                <a:cubicBezTo>
                  <a:pt x="201615" y="46232"/>
                  <a:pt x="201645" y="45898"/>
                  <a:pt x="201554" y="45442"/>
                </a:cubicBezTo>
                <a:cubicBezTo>
                  <a:pt x="201493" y="44986"/>
                  <a:pt x="201493" y="44682"/>
                  <a:pt x="201463" y="44530"/>
                </a:cubicBezTo>
                <a:cubicBezTo>
                  <a:pt x="201402" y="44378"/>
                  <a:pt x="201220" y="44135"/>
                  <a:pt x="201189" y="43861"/>
                </a:cubicBezTo>
                <a:cubicBezTo>
                  <a:pt x="201159" y="43649"/>
                  <a:pt x="201189" y="42950"/>
                  <a:pt x="201037" y="42889"/>
                </a:cubicBezTo>
                <a:cubicBezTo>
                  <a:pt x="200885" y="42767"/>
                  <a:pt x="200794" y="42767"/>
                  <a:pt x="200764" y="42706"/>
                </a:cubicBezTo>
                <a:cubicBezTo>
                  <a:pt x="200733" y="42615"/>
                  <a:pt x="200642" y="42190"/>
                  <a:pt x="200581" y="42159"/>
                </a:cubicBezTo>
                <a:cubicBezTo>
                  <a:pt x="200490" y="42129"/>
                  <a:pt x="200429" y="42129"/>
                  <a:pt x="200338" y="42129"/>
                </a:cubicBezTo>
                <a:cubicBezTo>
                  <a:pt x="200278" y="42129"/>
                  <a:pt x="199974" y="42342"/>
                  <a:pt x="199822" y="42342"/>
                </a:cubicBezTo>
                <a:cubicBezTo>
                  <a:pt x="199710" y="42386"/>
                  <a:pt x="199615" y="42414"/>
                  <a:pt x="199572" y="42414"/>
                </a:cubicBezTo>
                <a:cubicBezTo>
                  <a:pt x="199557" y="42414"/>
                  <a:pt x="199548" y="42411"/>
                  <a:pt x="199548" y="42402"/>
                </a:cubicBezTo>
                <a:cubicBezTo>
                  <a:pt x="199548" y="42342"/>
                  <a:pt x="199548" y="42007"/>
                  <a:pt x="199578" y="41946"/>
                </a:cubicBezTo>
                <a:cubicBezTo>
                  <a:pt x="199639" y="41886"/>
                  <a:pt x="199852" y="41643"/>
                  <a:pt x="199943" y="41643"/>
                </a:cubicBezTo>
                <a:cubicBezTo>
                  <a:pt x="200004" y="41643"/>
                  <a:pt x="200946" y="41491"/>
                  <a:pt x="200946" y="41491"/>
                </a:cubicBezTo>
                <a:cubicBezTo>
                  <a:pt x="200946" y="41491"/>
                  <a:pt x="201767" y="41095"/>
                  <a:pt x="202101" y="40974"/>
                </a:cubicBezTo>
                <a:cubicBezTo>
                  <a:pt x="202223" y="40943"/>
                  <a:pt x="202375" y="40883"/>
                  <a:pt x="202466" y="40761"/>
                </a:cubicBezTo>
                <a:cubicBezTo>
                  <a:pt x="202527" y="40731"/>
                  <a:pt x="202557" y="40731"/>
                  <a:pt x="202588" y="40670"/>
                </a:cubicBezTo>
                <a:cubicBezTo>
                  <a:pt x="202618" y="40639"/>
                  <a:pt x="202679" y="40639"/>
                  <a:pt x="202709" y="40609"/>
                </a:cubicBezTo>
                <a:cubicBezTo>
                  <a:pt x="202740" y="40579"/>
                  <a:pt x="202770" y="40579"/>
                  <a:pt x="202831" y="40518"/>
                </a:cubicBezTo>
                <a:cubicBezTo>
                  <a:pt x="202861" y="40488"/>
                  <a:pt x="202892" y="40488"/>
                  <a:pt x="202892" y="40457"/>
                </a:cubicBezTo>
                <a:lnTo>
                  <a:pt x="203165" y="40184"/>
                </a:lnTo>
                <a:cubicBezTo>
                  <a:pt x="203378" y="39971"/>
                  <a:pt x="203895" y="39454"/>
                  <a:pt x="204138" y="39302"/>
                </a:cubicBezTo>
                <a:cubicBezTo>
                  <a:pt x="204411" y="39150"/>
                  <a:pt x="205445" y="38208"/>
                  <a:pt x="205445" y="38208"/>
                </a:cubicBezTo>
                <a:cubicBezTo>
                  <a:pt x="205445" y="38208"/>
                  <a:pt x="206205" y="37296"/>
                  <a:pt x="206509" y="37022"/>
                </a:cubicBezTo>
                <a:cubicBezTo>
                  <a:pt x="206813" y="36810"/>
                  <a:pt x="207269" y="36414"/>
                  <a:pt x="207269" y="36323"/>
                </a:cubicBezTo>
                <a:cubicBezTo>
                  <a:pt x="207269" y="36202"/>
                  <a:pt x="207238" y="35898"/>
                  <a:pt x="207238" y="35898"/>
                </a:cubicBezTo>
                <a:cubicBezTo>
                  <a:pt x="207238" y="35898"/>
                  <a:pt x="207238" y="35896"/>
                  <a:pt x="207235" y="35896"/>
                </a:cubicBezTo>
                <a:cubicBezTo>
                  <a:pt x="207223" y="35896"/>
                  <a:pt x="207171" y="35915"/>
                  <a:pt x="206934" y="36080"/>
                </a:cubicBezTo>
                <a:cubicBezTo>
                  <a:pt x="206661" y="36323"/>
                  <a:pt x="206782" y="36232"/>
                  <a:pt x="206478" y="36414"/>
                </a:cubicBezTo>
                <a:cubicBezTo>
                  <a:pt x="206174" y="36627"/>
                  <a:pt x="205718" y="36810"/>
                  <a:pt x="205597" y="36962"/>
                </a:cubicBezTo>
                <a:cubicBezTo>
                  <a:pt x="205475" y="37114"/>
                  <a:pt x="205445" y="37326"/>
                  <a:pt x="205293" y="37418"/>
                </a:cubicBezTo>
                <a:cubicBezTo>
                  <a:pt x="205220" y="37447"/>
                  <a:pt x="205105" y="37490"/>
                  <a:pt x="205025" y="37490"/>
                </a:cubicBezTo>
                <a:cubicBezTo>
                  <a:pt x="204939" y="37490"/>
                  <a:pt x="204894" y="37439"/>
                  <a:pt x="204989" y="37266"/>
                </a:cubicBezTo>
                <a:cubicBezTo>
                  <a:pt x="205171" y="36931"/>
                  <a:pt x="205262" y="36870"/>
                  <a:pt x="205354" y="36688"/>
                </a:cubicBezTo>
                <a:cubicBezTo>
                  <a:pt x="205475" y="36475"/>
                  <a:pt x="205506" y="36171"/>
                  <a:pt x="205506" y="36171"/>
                </a:cubicBezTo>
                <a:cubicBezTo>
                  <a:pt x="205506" y="36171"/>
                  <a:pt x="205473" y="36056"/>
                  <a:pt x="205394" y="36056"/>
                </a:cubicBezTo>
                <a:cubicBezTo>
                  <a:pt x="205366" y="36056"/>
                  <a:pt x="205333" y="36071"/>
                  <a:pt x="205293" y="36111"/>
                </a:cubicBezTo>
                <a:cubicBezTo>
                  <a:pt x="205141" y="36323"/>
                  <a:pt x="204989" y="36414"/>
                  <a:pt x="204867" y="36658"/>
                </a:cubicBezTo>
                <a:cubicBezTo>
                  <a:pt x="204746" y="36870"/>
                  <a:pt x="204837" y="36870"/>
                  <a:pt x="204594" y="37144"/>
                </a:cubicBezTo>
                <a:cubicBezTo>
                  <a:pt x="204381" y="37418"/>
                  <a:pt x="204594" y="37418"/>
                  <a:pt x="204077" y="37691"/>
                </a:cubicBezTo>
                <a:cubicBezTo>
                  <a:pt x="203591" y="37934"/>
                  <a:pt x="202162" y="38968"/>
                  <a:pt x="202101" y="39120"/>
                </a:cubicBezTo>
                <a:lnTo>
                  <a:pt x="201980" y="39241"/>
                </a:lnTo>
                <a:cubicBezTo>
                  <a:pt x="201980" y="39241"/>
                  <a:pt x="201949" y="39272"/>
                  <a:pt x="201919" y="39272"/>
                </a:cubicBezTo>
                <a:lnTo>
                  <a:pt x="201828" y="39363"/>
                </a:lnTo>
                <a:cubicBezTo>
                  <a:pt x="201767" y="39393"/>
                  <a:pt x="201676" y="39454"/>
                  <a:pt x="201615" y="39515"/>
                </a:cubicBezTo>
                <a:cubicBezTo>
                  <a:pt x="201524" y="39545"/>
                  <a:pt x="201463" y="39606"/>
                  <a:pt x="201372" y="39667"/>
                </a:cubicBezTo>
                <a:cubicBezTo>
                  <a:pt x="201341" y="39697"/>
                  <a:pt x="201250" y="39728"/>
                  <a:pt x="201220" y="39728"/>
                </a:cubicBezTo>
                <a:cubicBezTo>
                  <a:pt x="201189" y="39758"/>
                  <a:pt x="201189" y="39758"/>
                  <a:pt x="201159" y="39758"/>
                </a:cubicBezTo>
                <a:cubicBezTo>
                  <a:pt x="201037" y="39849"/>
                  <a:pt x="200946" y="39910"/>
                  <a:pt x="200916" y="39971"/>
                </a:cubicBezTo>
                <a:cubicBezTo>
                  <a:pt x="200804" y="40082"/>
                  <a:pt x="200693" y="40210"/>
                  <a:pt x="200593" y="40210"/>
                </a:cubicBezTo>
                <a:cubicBezTo>
                  <a:pt x="200557" y="40210"/>
                  <a:pt x="200523" y="40194"/>
                  <a:pt x="200490" y="40153"/>
                </a:cubicBezTo>
                <a:cubicBezTo>
                  <a:pt x="200399" y="40032"/>
                  <a:pt x="200186" y="40062"/>
                  <a:pt x="200278" y="39758"/>
                </a:cubicBezTo>
                <a:cubicBezTo>
                  <a:pt x="200338" y="39515"/>
                  <a:pt x="200733" y="38968"/>
                  <a:pt x="200764" y="38907"/>
                </a:cubicBezTo>
                <a:cubicBezTo>
                  <a:pt x="200794" y="38816"/>
                  <a:pt x="200733" y="38968"/>
                  <a:pt x="201037" y="38664"/>
                </a:cubicBezTo>
                <a:cubicBezTo>
                  <a:pt x="201341" y="38360"/>
                  <a:pt x="201220" y="38481"/>
                  <a:pt x="201645" y="38086"/>
                </a:cubicBezTo>
                <a:cubicBezTo>
                  <a:pt x="202071" y="37722"/>
                  <a:pt x="202405" y="37326"/>
                  <a:pt x="202557" y="37022"/>
                </a:cubicBezTo>
                <a:cubicBezTo>
                  <a:pt x="202588" y="36962"/>
                  <a:pt x="202618" y="36931"/>
                  <a:pt x="202709" y="36840"/>
                </a:cubicBezTo>
                <a:cubicBezTo>
                  <a:pt x="202709" y="36810"/>
                  <a:pt x="202740" y="36810"/>
                  <a:pt x="202740" y="36779"/>
                </a:cubicBezTo>
                <a:lnTo>
                  <a:pt x="202861" y="36658"/>
                </a:lnTo>
                <a:lnTo>
                  <a:pt x="202892" y="36627"/>
                </a:lnTo>
                <a:lnTo>
                  <a:pt x="203074" y="36414"/>
                </a:lnTo>
                <a:lnTo>
                  <a:pt x="203165" y="36414"/>
                </a:lnTo>
                <a:cubicBezTo>
                  <a:pt x="203287" y="36384"/>
                  <a:pt x="203591" y="36354"/>
                  <a:pt x="204107" y="36080"/>
                </a:cubicBezTo>
                <a:lnTo>
                  <a:pt x="204715" y="35776"/>
                </a:lnTo>
                <a:lnTo>
                  <a:pt x="205019" y="35563"/>
                </a:lnTo>
                <a:cubicBezTo>
                  <a:pt x="205171" y="35442"/>
                  <a:pt x="205718" y="35168"/>
                  <a:pt x="205901" y="35138"/>
                </a:cubicBezTo>
                <a:cubicBezTo>
                  <a:pt x="206113" y="35107"/>
                  <a:pt x="206478" y="34895"/>
                  <a:pt x="206509" y="34864"/>
                </a:cubicBezTo>
                <a:cubicBezTo>
                  <a:pt x="206539" y="34864"/>
                  <a:pt x="206630" y="34834"/>
                  <a:pt x="206691" y="34743"/>
                </a:cubicBezTo>
                <a:cubicBezTo>
                  <a:pt x="206813" y="34712"/>
                  <a:pt x="206934" y="34652"/>
                  <a:pt x="207025" y="34591"/>
                </a:cubicBezTo>
                <a:cubicBezTo>
                  <a:pt x="207086" y="34591"/>
                  <a:pt x="207086" y="34560"/>
                  <a:pt x="207117" y="34560"/>
                </a:cubicBezTo>
                <a:cubicBezTo>
                  <a:pt x="207238" y="34500"/>
                  <a:pt x="207421" y="34378"/>
                  <a:pt x="207572" y="34256"/>
                </a:cubicBezTo>
                <a:cubicBezTo>
                  <a:pt x="207724" y="34135"/>
                  <a:pt x="207846" y="34074"/>
                  <a:pt x="207846" y="34044"/>
                </a:cubicBezTo>
                <a:cubicBezTo>
                  <a:pt x="207876" y="33952"/>
                  <a:pt x="208028" y="33679"/>
                  <a:pt x="208059" y="33527"/>
                </a:cubicBezTo>
                <a:cubicBezTo>
                  <a:pt x="208059" y="33375"/>
                  <a:pt x="207998" y="32402"/>
                  <a:pt x="207998" y="32402"/>
                </a:cubicBezTo>
                <a:cubicBezTo>
                  <a:pt x="207998" y="32402"/>
                  <a:pt x="208118" y="32351"/>
                  <a:pt x="208190" y="32351"/>
                </a:cubicBezTo>
                <a:cubicBezTo>
                  <a:pt x="208215" y="32351"/>
                  <a:pt x="208234" y="32357"/>
                  <a:pt x="208241" y="32372"/>
                </a:cubicBezTo>
                <a:cubicBezTo>
                  <a:pt x="208302" y="32402"/>
                  <a:pt x="208302" y="32980"/>
                  <a:pt x="208332" y="33071"/>
                </a:cubicBezTo>
                <a:cubicBezTo>
                  <a:pt x="208393" y="33223"/>
                  <a:pt x="208606" y="33436"/>
                  <a:pt x="208667" y="33436"/>
                </a:cubicBezTo>
                <a:cubicBezTo>
                  <a:pt x="208788" y="33436"/>
                  <a:pt x="208940" y="33223"/>
                  <a:pt x="208940" y="33223"/>
                </a:cubicBezTo>
                <a:cubicBezTo>
                  <a:pt x="208940" y="33223"/>
                  <a:pt x="208758" y="33071"/>
                  <a:pt x="208910" y="32919"/>
                </a:cubicBezTo>
                <a:cubicBezTo>
                  <a:pt x="209092" y="32828"/>
                  <a:pt x="209244" y="32767"/>
                  <a:pt x="209305" y="32706"/>
                </a:cubicBezTo>
                <a:cubicBezTo>
                  <a:pt x="209396" y="32615"/>
                  <a:pt x="209579" y="32585"/>
                  <a:pt x="209670" y="32463"/>
                </a:cubicBezTo>
                <a:lnTo>
                  <a:pt x="209700" y="32433"/>
                </a:lnTo>
                <a:cubicBezTo>
                  <a:pt x="209700" y="32402"/>
                  <a:pt x="209731" y="32402"/>
                  <a:pt x="209761" y="32372"/>
                </a:cubicBezTo>
                <a:lnTo>
                  <a:pt x="209852" y="32372"/>
                </a:lnTo>
                <a:cubicBezTo>
                  <a:pt x="209852" y="32372"/>
                  <a:pt x="209883" y="32372"/>
                  <a:pt x="209883" y="32311"/>
                </a:cubicBezTo>
                <a:cubicBezTo>
                  <a:pt x="209913" y="32311"/>
                  <a:pt x="209913" y="32281"/>
                  <a:pt x="209974" y="32281"/>
                </a:cubicBezTo>
                <a:cubicBezTo>
                  <a:pt x="210035" y="32250"/>
                  <a:pt x="210065" y="32220"/>
                  <a:pt x="210126" y="32098"/>
                </a:cubicBezTo>
                <a:cubicBezTo>
                  <a:pt x="210156" y="31855"/>
                  <a:pt x="210217" y="31186"/>
                  <a:pt x="210308" y="31156"/>
                </a:cubicBezTo>
                <a:cubicBezTo>
                  <a:pt x="210346" y="31119"/>
                  <a:pt x="210406" y="31046"/>
                  <a:pt x="210454" y="31046"/>
                </a:cubicBezTo>
                <a:cubicBezTo>
                  <a:pt x="210484" y="31046"/>
                  <a:pt x="210509" y="31074"/>
                  <a:pt x="210521" y="31156"/>
                </a:cubicBezTo>
                <a:cubicBezTo>
                  <a:pt x="210582" y="31338"/>
                  <a:pt x="210460" y="31521"/>
                  <a:pt x="210612" y="31673"/>
                </a:cubicBezTo>
                <a:cubicBezTo>
                  <a:pt x="210720" y="31759"/>
                  <a:pt x="210690" y="31845"/>
                  <a:pt x="210750" y="31845"/>
                </a:cubicBezTo>
                <a:cubicBezTo>
                  <a:pt x="210774" y="31845"/>
                  <a:pt x="210814" y="31830"/>
                  <a:pt x="210886" y="31794"/>
                </a:cubicBezTo>
                <a:cubicBezTo>
                  <a:pt x="211129" y="31673"/>
                  <a:pt x="211190" y="31642"/>
                  <a:pt x="211281" y="31460"/>
                </a:cubicBezTo>
                <a:cubicBezTo>
                  <a:pt x="211402" y="31247"/>
                  <a:pt x="211706" y="31004"/>
                  <a:pt x="211858" y="30943"/>
                </a:cubicBezTo>
                <a:cubicBezTo>
                  <a:pt x="212010" y="30913"/>
                  <a:pt x="213013" y="30548"/>
                  <a:pt x="213013" y="30548"/>
                </a:cubicBezTo>
                <a:cubicBezTo>
                  <a:pt x="213013" y="30548"/>
                  <a:pt x="213104" y="30092"/>
                  <a:pt x="213104" y="29849"/>
                </a:cubicBezTo>
                <a:cubicBezTo>
                  <a:pt x="213074" y="29575"/>
                  <a:pt x="212801" y="29272"/>
                  <a:pt x="212618" y="29089"/>
                </a:cubicBezTo>
                <a:cubicBezTo>
                  <a:pt x="212436" y="28907"/>
                  <a:pt x="212253" y="28572"/>
                  <a:pt x="212010" y="28512"/>
                </a:cubicBezTo>
                <a:cubicBezTo>
                  <a:pt x="211904" y="28496"/>
                  <a:pt x="211782" y="28489"/>
                  <a:pt x="211683" y="28489"/>
                </a:cubicBezTo>
                <a:cubicBezTo>
                  <a:pt x="211585" y="28489"/>
                  <a:pt x="211509" y="28496"/>
                  <a:pt x="211494" y="28512"/>
                </a:cubicBezTo>
                <a:cubicBezTo>
                  <a:pt x="211433" y="28572"/>
                  <a:pt x="211402" y="28664"/>
                  <a:pt x="211737" y="28785"/>
                </a:cubicBezTo>
                <a:cubicBezTo>
                  <a:pt x="212101" y="28876"/>
                  <a:pt x="212405" y="29028"/>
                  <a:pt x="212436" y="29180"/>
                </a:cubicBezTo>
                <a:cubicBezTo>
                  <a:pt x="212466" y="29332"/>
                  <a:pt x="212557" y="29393"/>
                  <a:pt x="212436" y="29545"/>
                </a:cubicBezTo>
                <a:cubicBezTo>
                  <a:pt x="212314" y="29697"/>
                  <a:pt x="212405" y="29667"/>
                  <a:pt x="212101" y="29879"/>
                </a:cubicBezTo>
                <a:cubicBezTo>
                  <a:pt x="211820" y="30105"/>
                  <a:pt x="211616" y="30278"/>
                  <a:pt x="211346" y="30278"/>
                </a:cubicBezTo>
                <a:cubicBezTo>
                  <a:pt x="211325" y="30278"/>
                  <a:pt x="211303" y="30277"/>
                  <a:pt x="211281" y="30275"/>
                </a:cubicBezTo>
                <a:cubicBezTo>
                  <a:pt x="211103" y="30275"/>
                  <a:pt x="211019" y="30347"/>
                  <a:pt x="210919" y="30347"/>
                </a:cubicBezTo>
                <a:cubicBezTo>
                  <a:pt x="210848" y="30347"/>
                  <a:pt x="210769" y="30310"/>
                  <a:pt x="210642" y="30183"/>
                </a:cubicBezTo>
                <a:cubicBezTo>
                  <a:pt x="210338" y="29879"/>
                  <a:pt x="210004" y="29575"/>
                  <a:pt x="209883" y="29393"/>
                </a:cubicBezTo>
                <a:cubicBezTo>
                  <a:pt x="209761" y="29211"/>
                  <a:pt x="209396" y="28937"/>
                  <a:pt x="209275" y="28876"/>
                </a:cubicBezTo>
                <a:cubicBezTo>
                  <a:pt x="209153" y="28785"/>
                  <a:pt x="209092" y="28724"/>
                  <a:pt x="208849" y="28664"/>
                </a:cubicBezTo>
                <a:cubicBezTo>
                  <a:pt x="208743" y="28648"/>
                  <a:pt x="208629" y="28648"/>
                  <a:pt x="208522" y="28648"/>
                </a:cubicBezTo>
                <a:cubicBezTo>
                  <a:pt x="208416" y="28648"/>
                  <a:pt x="208317" y="28648"/>
                  <a:pt x="208241" y="28633"/>
                </a:cubicBezTo>
                <a:cubicBezTo>
                  <a:pt x="208216" y="28625"/>
                  <a:pt x="208192" y="28622"/>
                  <a:pt x="208169" y="28622"/>
                </a:cubicBezTo>
                <a:cubicBezTo>
                  <a:pt x="208101" y="28622"/>
                  <a:pt x="208047" y="28650"/>
                  <a:pt x="208015" y="28650"/>
                </a:cubicBezTo>
                <a:cubicBezTo>
                  <a:pt x="207980" y="28650"/>
                  <a:pt x="207971" y="28617"/>
                  <a:pt x="207998" y="28481"/>
                </a:cubicBezTo>
                <a:cubicBezTo>
                  <a:pt x="207998" y="28208"/>
                  <a:pt x="207998" y="27904"/>
                  <a:pt x="208059" y="27813"/>
                </a:cubicBezTo>
                <a:cubicBezTo>
                  <a:pt x="208150" y="27691"/>
                  <a:pt x="208363" y="27387"/>
                  <a:pt x="208363" y="27235"/>
                </a:cubicBezTo>
                <a:cubicBezTo>
                  <a:pt x="208363" y="27083"/>
                  <a:pt x="208606" y="26809"/>
                  <a:pt x="208393" y="26688"/>
                </a:cubicBezTo>
                <a:cubicBezTo>
                  <a:pt x="208211" y="26597"/>
                  <a:pt x="207755" y="26293"/>
                  <a:pt x="207694" y="26171"/>
                </a:cubicBezTo>
                <a:cubicBezTo>
                  <a:pt x="207633" y="26050"/>
                  <a:pt x="207451" y="25837"/>
                  <a:pt x="207421" y="25594"/>
                </a:cubicBezTo>
                <a:lnTo>
                  <a:pt x="207421" y="25533"/>
                </a:lnTo>
                <a:cubicBezTo>
                  <a:pt x="207390" y="25381"/>
                  <a:pt x="207329" y="25259"/>
                  <a:pt x="207299" y="25138"/>
                </a:cubicBezTo>
                <a:cubicBezTo>
                  <a:pt x="207299" y="25077"/>
                  <a:pt x="207299" y="24986"/>
                  <a:pt x="207329" y="24864"/>
                </a:cubicBezTo>
                <a:cubicBezTo>
                  <a:pt x="207390" y="24803"/>
                  <a:pt x="207421" y="24773"/>
                  <a:pt x="207451" y="24682"/>
                </a:cubicBezTo>
                <a:cubicBezTo>
                  <a:pt x="207603" y="24530"/>
                  <a:pt x="207755" y="24469"/>
                  <a:pt x="207724" y="24256"/>
                </a:cubicBezTo>
                <a:cubicBezTo>
                  <a:pt x="207694" y="24013"/>
                  <a:pt x="207481" y="23496"/>
                  <a:pt x="207542" y="23436"/>
                </a:cubicBezTo>
                <a:cubicBezTo>
                  <a:pt x="207542" y="23314"/>
                  <a:pt x="207572" y="23344"/>
                  <a:pt x="207694" y="22888"/>
                </a:cubicBezTo>
                <a:cubicBezTo>
                  <a:pt x="207846" y="22402"/>
                  <a:pt x="207937" y="22037"/>
                  <a:pt x="207937" y="21916"/>
                </a:cubicBezTo>
                <a:cubicBezTo>
                  <a:pt x="207937" y="21825"/>
                  <a:pt x="207907" y="21794"/>
                  <a:pt x="207907" y="21733"/>
                </a:cubicBezTo>
                <a:lnTo>
                  <a:pt x="207907" y="21673"/>
                </a:lnTo>
                <a:cubicBezTo>
                  <a:pt x="207907" y="21642"/>
                  <a:pt x="207937" y="21642"/>
                  <a:pt x="207937" y="21612"/>
                </a:cubicBezTo>
                <a:cubicBezTo>
                  <a:pt x="208059" y="21490"/>
                  <a:pt x="208332" y="21308"/>
                  <a:pt x="208302" y="21217"/>
                </a:cubicBezTo>
                <a:cubicBezTo>
                  <a:pt x="208241" y="21126"/>
                  <a:pt x="208059" y="21065"/>
                  <a:pt x="207937" y="20882"/>
                </a:cubicBezTo>
                <a:cubicBezTo>
                  <a:pt x="207846" y="20700"/>
                  <a:pt x="207572" y="20882"/>
                  <a:pt x="207785" y="20548"/>
                </a:cubicBezTo>
                <a:cubicBezTo>
                  <a:pt x="207998" y="20153"/>
                  <a:pt x="208302" y="19849"/>
                  <a:pt x="208393" y="19758"/>
                </a:cubicBezTo>
                <a:cubicBezTo>
                  <a:pt x="208480" y="19671"/>
                  <a:pt x="208598" y="19522"/>
                  <a:pt x="208692" y="19522"/>
                </a:cubicBezTo>
                <a:cubicBezTo>
                  <a:pt x="208729" y="19522"/>
                  <a:pt x="208762" y="19545"/>
                  <a:pt x="208788" y="19606"/>
                </a:cubicBezTo>
                <a:cubicBezTo>
                  <a:pt x="208849" y="19788"/>
                  <a:pt x="209092" y="20001"/>
                  <a:pt x="209123" y="20001"/>
                </a:cubicBezTo>
                <a:cubicBezTo>
                  <a:pt x="209153" y="20001"/>
                  <a:pt x="209275" y="19970"/>
                  <a:pt x="209244" y="19636"/>
                </a:cubicBezTo>
                <a:cubicBezTo>
                  <a:pt x="209214" y="19332"/>
                  <a:pt x="209123" y="19302"/>
                  <a:pt x="209427" y="19150"/>
                </a:cubicBezTo>
                <a:cubicBezTo>
                  <a:pt x="209700" y="18998"/>
                  <a:pt x="209852" y="18937"/>
                  <a:pt x="210035" y="18785"/>
                </a:cubicBezTo>
                <a:cubicBezTo>
                  <a:pt x="210217" y="18633"/>
                  <a:pt x="210369" y="18542"/>
                  <a:pt x="210369" y="18329"/>
                </a:cubicBezTo>
                <a:cubicBezTo>
                  <a:pt x="210369" y="18147"/>
                  <a:pt x="210430" y="18086"/>
                  <a:pt x="210460" y="18086"/>
                </a:cubicBezTo>
                <a:cubicBezTo>
                  <a:pt x="210490" y="18086"/>
                  <a:pt x="211098" y="17843"/>
                  <a:pt x="211098" y="17721"/>
                </a:cubicBezTo>
                <a:cubicBezTo>
                  <a:pt x="211098" y="17630"/>
                  <a:pt x="211129" y="17478"/>
                  <a:pt x="211190" y="17265"/>
                </a:cubicBezTo>
                <a:cubicBezTo>
                  <a:pt x="211220" y="17083"/>
                  <a:pt x="211250" y="17022"/>
                  <a:pt x="211220" y="16931"/>
                </a:cubicBezTo>
                <a:cubicBezTo>
                  <a:pt x="211190" y="16870"/>
                  <a:pt x="210946" y="16961"/>
                  <a:pt x="211129" y="16627"/>
                </a:cubicBezTo>
                <a:cubicBezTo>
                  <a:pt x="211342" y="16293"/>
                  <a:pt x="211494" y="16262"/>
                  <a:pt x="211524" y="15989"/>
                </a:cubicBezTo>
                <a:cubicBezTo>
                  <a:pt x="211551" y="15741"/>
                  <a:pt x="211529" y="15494"/>
                  <a:pt x="211615" y="15494"/>
                </a:cubicBezTo>
                <a:cubicBezTo>
                  <a:pt x="211624" y="15494"/>
                  <a:pt x="211634" y="15497"/>
                  <a:pt x="211646" y="15502"/>
                </a:cubicBezTo>
                <a:cubicBezTo>
                  <a:pt x="211719" y="15527"/>
                  <a:pt x="211714" y="15727"/>
                  <a:pt x="211850" y="15727"/>
                </a:cubicBezTo>
                <a:cubicBezTo>
                  <a:pt x="211883" y="15727"/>
                  <a:pt x="211926" y="15715"/>
                  <a:pt x="211980" y="15685"/>
                </a:cubicBezTo>
                <a:cubicBezTo>
                  <a:pt x="212253" y="15533"/>
                  <a:pt x="212284" y="15502"/>
                  <a:pt x="212436" y="15229"/>
                </a:cubicBezTo>
                <a:cubicBezTo>
                  <a:pt x="212588" y="14955"/>
                  <a:pt x="212709" y="14773"/>
                  <a:pt x="212770" y="14499"/>
                </a:cubicBezTo>
                <a:cubicBezTo>
                  <a:pt x="212861" y="14226"/>
                  <a:pt x="212770" y="14135"/>
                  <a:pt x="213074" y="13983"/>
                </a:cubicBezTo>
                <a:cubicBezTo>
                  <a:pt x="213330" y="13880"/>
                  <a:pt x="213587" y="13756"/>
                  <a:pt x="213734" y="13756"/>
                </a:cubicBezTo>
                <a:cubicBezTo>
                  <a:pt x="213761" y="13756"/>
                  <a:pt x="213785" y="13760"/>
                  <a:pt x="213804" y="13770"/>
                </a:cubicBezTo>
                <a:cubicBezTo>
                  <a:pt x="213925" y="13861"/>
                  <a:pt x="213864" y="14013"/>
                  <a:pt x="214077" y="14043"/>
                </a:cubicBezTo>
                <a:cubicBezTo>
                  <a:pt x="214177" y="14093"/>
                  <a:pt x="214259" y="14143"/>
                  <a:pt x="214322" y="14143"/>
                </a:cubicBezTo>
                <a:cubicBezTo>
                  <a:pt x="214374" y="14143"/>
                  <a:pt x="214414" y="14109"/>
                  <a:pt x="214442" y="14013"/>
                </a:cubicBezTo>
                <a:cubicBezTo>
                  <a:pt x="214472" y="13831"/>
                  <a:pt x="214563" y="13466"/>
                  <a:pt x="214594" y="13375"/>
                </a:cubicBezTo>
                <a:cubicBezTo>
                  <a:pt x="214624" y="13283"/>
                  <a:pt x="214898" y="12858"/>
                  <a:pt x="214898" y="12858"/>
                </a:cubicBezTo>
                <a:cubicBezTo>
                  <a:pt x="214898" y="12858"/>
                  <a:pt x="215384" y="12524"/>
                  <a:pt x="215506" y="12341"/>
                </a:cubicBezTo>
                <a:cubicBezTo>
                  <a:pt x="215627" y="12189"/>
                  <a:pt x="216205" y="11612"/>
                  <a:pt x="216235" y="11551"/>
                </a:cubicBezTo>
                <a:cubicBezTo>
                  <a:pt x="216266" y="11460"/>
                  <a:pt x="216296" y="11399"/>
                  <a:pt x="216539" y="11277"/>
                </a:cubicBezTo>
                <a:cubicBezTo>
                  <a:pt x="216722" y="11125"/>
                  <a:pt x="217178" y="11125"/>
                  <a:pt x="217178" y="10973"/>
                </a:cubicBezTo>
                <a:cubicBezTo>
                  <a:pt x="217219" y="11015"/>
                  <a:pt x="217246" y="11031"/>
                  <a:pt x="217261" y="11031"/>
                </a:cubicBezTo>
                <a:cubicBezTo>
                  <a:pt x="217314" y="11031"/>
                  <a:pt x="217228" y="10838"/>
                  <a:pt x="217086" y="10791"/>
                </a:cubicBezTo>
                <a:cubicBezTo>
                  <a:pt x="216904" y="10700"/>
                  <a:pt x="217026" y="10700"/>
                  <a:pt x="216722" y="10669"/>
                </a:cubicBezTo>
                <a:cubicBezTo>
                  <a:pt x="216418" y="10639"/>
                  <a:pt x="216296" y="10639"/>
                  <a:pt x="216266" y="10487"/>
                </a:cubicBezTo>
                <a:cubicBezTo>
                  <a:pt x="216235" y="10335"/>
                  <a:pt x="216387" y="10335"/>
                  <a:pt x="216418" y="10153"/>
                </a:cubicBezTo>
                <a:cubicBezTo>
                  <a:pt x="216448" y="9940"/>
                  <a:pt x="216448" y="9727"/>
                  <a:pt x="216326" y="9575"/>
                </a:cubicBezTo>
                <a:cubicBezTo>
                  <a:pt x="216235" y="9423"/>
                  <a:pt x="216022" y="9089"/>
                  <a:pt x="215871" y="8998"/>
                </a:cubicBezTo>
                <a:cubicBezTo>
                  <a:pt x="215735" y="8943"/>
                  <a:pt x="215479" y="8841"/>
                  <a:pt x="215360" y="8841"/>
                </a:cubicBezTo>
                <a:cubicBezTo>
                  <a:pt x="215346" y="8841"/>
                  <a:pt x="215333" y="8842"/>
                  <a:pt x="215323" y="8846"/>
                </a:cubicBezTo>
                <a:cubicBezTo>
                  <a:pt x="215232" y="8876"/>
                  <a:pt x="215263" y="8937"/>
                  <a:pt x="215171" y="9058"/>
                </a:cubicBezTo>
                <a:cubicBezTo>
                  <a:pt x="215050" y="9210"/>
                  <a:pt x="215080" y="9271"/>
                  <a:pt x="214928" y="9302"/>
                </a:cubicBezTo>
                <a:cubicBezTo>
                  <a:pt x="214822" y="9319"/>
                  <a:pt x="214727" y="9429"/>
                  <a:pt x="214659" y="9429"/>
                </a:cubicBezTo>
                <a:cubicBezTo>
                  <a:pt x="214610" y="9429"/>
                  <a:pt x="214576" y="9372"/>
                  <a:pt x="214563" y="9180"/>
                </a:cubicBezTo>
                <a:cubicBezTo>
                  <a:pt x="214472" y="8724"/>
                  <a:pt x="214563" y="8694"/>
                  <a:pt x="214412" y="8542"/>
                </a:cubicBezTo>
                <a:cubicBezTo>
                  <a:pt x="214260" y="8390"/>
                  <a:pt x="214138" y="8268"/>
                  <a:pt x="214138" y="7964"/>
                </a:cubicBezTo>
                <a:cubicBezTo>
                  <a:pt x="214108" y="7660"/>
                  <a:pt x="214016" y="7356"/>
                  <a:pt x="213895" y="7326"/>
                </a:cubicBezTo>
                <a:cubicBezTo>
                  <a:pt x="213858" y="7307"/>
                  <a:pt x="213798" y="7278"/>
                  <a:pt x="213683" y="7278"/>
                </a:cubicBezTo>
                <a:cubicBezTo>
                  <a:pt x="213608" y="7278"/>
                  <a:pt x="213509" y="7290"/>
                  <a:pt x="213378" y="7326"/>
                </a:cubicBezTo>
                <a:cubicBezTo>
                  <a:pt x="213116" y="7374"/>
                  <a:pt x="212891" y="7515"/>
                  <a:pt x="212718" y="7515"/>
                </a:cubicBezTo>
                <a:cubicBezTo>
                  <a:pt x="212671" y="7515"/>
                  <a:pt x="212627" y="7504"/>
                  <a:pt x="212588" y="7478"/>
                </a:cubicBezTo>
                <a:cubicBezTo>
                  <a:pt x="212375" y="7356"/>
                  <a:pt x="212193" y="7083"/>
                  <a:pt x="212162" y="6992"/>
                </a:cubicBezTo>
                <a:cubicBezTo>
                  <a:pt x="212132" y="6840"/>
                  <a:pt x="211980" y="6141"/>
                  <a:pt x="211676" y="5563"/>
                </a:cubicBezTo>
                <a:cubicBezTo>
                  <a:pt x="211402" y="5016"/>
                  <a:pt x="211159" y="4499"/>
                  <a:pt x="210977" y="4165"/>
                </a:cubicBezTo>
                <a:cubicBezTo>
                  <a:pt x="210794" y="3830"/>
                  <a:pt x="210673" y="3678"/>
                  <a:pt x="210399" y="3101"/>
                </a:cubicBezTo>
                <a:cubicBezTo>
                  <a:pt x="210156" y="2523"/>
                  <a:pt x="209913" y="1916"/>
                  <a:pt x="209852" y="1703"/>
                </a:cubicBezTo>
                <a:cubicBezTo>
                  <a:pt x="209731" y="1429"/>
                  <a:pt x="209761" y="1004"/>
                  <a:pt x="209457" y="912"/>
                </a:cubicBezTo>
                <a:cubicBezTo>
                  <a:pt x="209153" y="791"/>
                  <a:pt x="208545" y="517"/>
                  <a:pt x="208272" y="365"/>
                </a:cubicBezTo>
                <a:cubicBezTo>
                  <a:pt x="207968" y="213"/>
                  <a:pt x="207451" y="1"/>
                  <a:pt x="207451" y="1"/>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79" name="Google Shape;5279;p62"/>
          <p:cNvSpPr/>
          <p:nvPr/>
        </p:nvSpPr>
        <p:spPr>
          <a:xfrm>
            <a:off x="3724258" y="2400344"/>
            <a:ext cx="267384" cy="393474"/>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chemeClr val="dk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80" name="Google Shape;5280;p62"/>
          <p:cNvSpPr/>
          <p:nvPr/>
        </p:nvSpPr>
        <p:spPr>
          <a:xfrm>
            <a:off x="2734558" y="1626492"/>
            <a:ext cx="267384" cy="393474"/>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81" name="Google Shape;5281;p62"/>
          <p:cNvSpPr/>
          <p:nvPr/>
        </p:nvSpPr>
        <p:spPr>
          <a:xfrm>
            <a:off x="2014408" y="1519589"/>
            <a:ext cx="267384" cy="393474"/>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chemeClr val="lt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82" name="Google Shape;5282;p62"/>
          <p:cNvSpPr/>
          <p:nvPr/>
        </p:nvSpPr>
        <p:spPr>
          <a:xfrm>
            <a:off x="1043225" y="1864450"/>
            <a:ext cx="2811050" cy="1012900"/>
          </a:xfrm>
          <a:custGeom>
            <a:avLst/>
            <a:gdLst/>
            <a:ahLst/>
            <a:cxnLst/>
            <a:rect l="l" t="t" r="r" b="b"/>
            <a:pathLst>
              <a:path w="112442" h="40516" extrusionOk="0">
                <a:moveTo>
                  <a:pt x="0" y="1858"/>
                </a:moveTo>
                <a:lnTo>
                  <a:pt x="5390" y="2601"/>
                </a:lnTo>
                <a:lnTo>
                  <a:pt x="8364" y="4832"/>
                </a:lnTo>
                <a:lnTo>
                  <a:pt x="14125" y="5761"/>
                </a:lnTo>
                <a:lnTo>
                  <a:pt x="19887" y="5761"/>
                </a:lnTo>
                <a:lnTo>
                  <a:pt x="24905" y="3717"/>
                </a:lnTo>
                <a:lnTo>
                  <a:pt x="29923" y="7062"/>
                </a:lnTo>
                <a:lnTo>
                  <a:pt x="35498" y="3531"/>
                </a:lnTo>
                <a:lnTo>
                  <a:pt x="41074" y="2787"/>
                </a:lnTo>
                <a:lnTo>
                  <a:pt x="45534" y="929"/>
                </a:lnTo>
                <a:lnTo>
                  <a:pt x="51853" y="2416"/>
                </a:lnTo>
                <a:lnTo>
                  <a:pt x="56686" y="3531"/>
                </a:lnTo>
                <a:lnTo>
                  <a:pt x="63005" y="0"/>
                </a:lnTo>
                <a:lnTo>
                  <a:pt x="68208" y="2416"/>
                </a:lnTo>
                <a:lnTo>
                  <a:pt x="72483" y="4646"/>
                </a:lnTo>
                <a:lnTo>
                  <a:pt x="75271" y="11151"/>
                </a:lnTo>
                <a:lnTo>
                  <a:pt x="74527" y="16726"/>
                </a:lnTo>
                <a:lnTo>
                  <a:pt x="80661" y="19700"/>
                </a:lnTo>
                <a:lnTo>
                  <a:pt x="82519" y="23231"/>
                </a:lnTo>
                <a:lnTo>
                  <a:pt x="88467" y="24161"/>
                </a:lnTo>
                <a:lnTo>
                  <a:pt x="90325" y="30294"/>
                </a:lnTo>
                <a:lnTo>
                  <a:pt x="94971" y="36241"/>
                </a:lnTo>
                <a:lnTo>
                  <a:pt x="99432" y="39029"/>
                </a:lnTo>
                <a:lnTo>
                  <a:pt x="102220" y="37170"/>
                </a:lnTo>
                <a:lnTo>
                  <a:pt x="111512" y="40516"/>
                </a:lnTo>
                <a:lnTo>
                  <a:pt x="112442" y="37914"/>
                </a:lnTo>
              </a:path>
            </a:pathLst>
          </a:custGeom>
          <a:noFill/>
          <a:ln w="19050" cap="flat" cmpd="sng">
            <a:solidFill>
              <a:schemeClr val="dk2"/>
            </a:solidFill>
            <a:prstDash val="dash"/>
            <a:round/>
            <a:headEnd type="none" w="med" len="med"/>
            <a:tailEnd type="none" w="med" len="med"/>
          </a:ln>
        </p:spPr>
      </p:sp>
      <p:sp>
        <p:nvSpPr>
          <p:cNvPr id="5283" name="Google Shape;5283;p62"/>
          <p:cNvSpPr txBox="1"/>
          <p:nvPr/>
        </p:nvSpPr>
        <p:spPr>
          <a:xfrm flipH="1">
            <a:off x="6280800" y="1714022"/>
            <a:ext cx="2143200" cy="732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GB" sz="2400">
                <a:solidFill>
                  <a:schemeClr val="dk1"/>
                </a:solidFill>
                <a:latin typeface="Averia Serif Libre" panose="02000603000000000004"/>
                <a:ea typeface="Averia Serif Libre" panose="02000603000000000004"/>
                <a:cs typeface="Averia Serif Libre" panose="02000603000000000004"/>
                <a:sym typeface="Averia Serif Libre" panose="02000603000000000004"/>
              </a:rPr>
              <a:t>Camp Wood</a:t>
            </a:r>
            <a:endParaRPr sz="2400">
              <a:solidFill>
                <a:schemeClr val="dk1"/>
              </a:solidFill>
              <a:latin typeface="Averia Serif Libre" panose="02000603000000000004"/>
              <a:ea typeface="Averia Serif Libre" panose="02000603000000000004"/>
              <a:cs typeface="Averia Serif Libre" panose="02000603000000000004"/>
              <a:sym typeface="Averia Serif Libre" panose="02000603000000000004"/>
            </a:endParaRPr>
          </a:p>
        </p:txBody>
      </p:sp>
      <p:sp>
        <p:nvSpPr>
          <p:cNvPr id="5284" name="Google Shape;5284;p62"/>
          <p:cNvSpPr/>
          <p:nvPr/>
        </p:nvSpPr>
        <p:spPr>
          <a:xfrm>
            <a:off x="5930608" y="1903144"/>
            <a:ext cx="267384" cy="393474"/>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chemeClr val="dk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85" name="Google Shape;5285;p62"/>
          <p:cNvSpPr txBox="1"/>
          <p:nvPr/>
        </p:nvSpPr>
        <p:spPr>
          <a:xfrm flipH="1">
            <a:off x="6280800" y="2588322"/>
            <a:ext cx="2143200" cy="732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GB" sz="2400">
                <a:solidFill>
                  <a:schemeClr val="dk1"/>
                </a:solidFill>
                <a:latin typeface="Averia Serif Libre" panose="02000603000000000004"/>
                <a:ea typeface="Averia Serif Libre" panose="02000603000000000004"/>
                <a:cs typeface="Averia Serif Libre" panose="02000603000000000004"/>
                <a:sym typeface="Averia Serif Libre" panose="02000603000000000004"/>
              </a:rPr>
              <a:t>Fort Mandan</a:t>
            </a:r>
            <a:endParaRPr sz="2400">
              <a:solidFill>
                <a:schemeClr val="dk1"/>
              </a:solidFill>
              <a:latin typeface="Averia Serif Libre" panose="02000603000000000004"/>
              <a:ea typeface="Averia Serif Libre" panose="02000603000000000004"/>
              <a:cs typeface="Averia Serif Libre" panose="02000603000000000004"/>
              <a:sym typeface="Averia Serif Libre" panose="02000603000000000004"/>
            </a:endParaRPr>
          </a:p>
        </p:txBody>
      </p:sp>
      <p:sp>
        <p:nvSpPr>
          <p:cNvPr id="5286" name="Google Shape;5286;p62"/>
          <p:cNvSpPr/>
          <p:nvPr/>
        </p:nvSpPr>
        <p:spPr>
          <a:xfrm>
            <a:off x="5930608" y="2717842"/>
            <a:ext cx="267384" cy="393474"/>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87" name="Google Shape;5287;p62"/>
          <p:cNvSpPr txBox="1"/>
          <p:nvPr/>
        </p:nvSpPr>
        <p:spPr>
          <a:xfrm flipH="1">
            <a:off x="6291300" y="3462630"/>
            <a:ext cx="2143200" cy="732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GB" sz="2400">
                <a:solidFill>
                  <a:schemeClr val="dk1"/>
                </a:solidFill>
                <a:latin typeface="Averia Serif Libre" panose="02000603000000000004"/>
                <a:ea typeface="Averia Serif Libre" panose="02000603000000000004"/>
                <a:cs typeface="Averia Serif Libre" panose="02000603000000000004"/>
                <a:sym typeface="Averia Serif Libre" panose="02000603000000000004"/>
              </a:rPr>
              <a:t>Great Falls</a:t>
            </a:r>
            <a:endParaRPr sz="2400">
              <a:solidFill>
                <a:schemeClr val="dk1"/>
              </a:solidFill>
              <a:latin typeface="Averia Serif Libre" panose="02000603000000000004"/>
              <a:ea typeface="Averia Serif Libre" panose="02000603000000000004"/>
              <a:cs typeface="Averia Serif Libre" panose="02000603000000000004"/>
              <a:sym typeface="Averia Serif Libre" panose="02000603000000000004"/>
            </a:endParaRPr>
          </a:p>
        </p:txBody>
      </p:sp>
      <p:sp>
        <p:nvSpPr>
          <p:cNvPr id="5288" name="Google Shape;5288;p62"/>
          <p:cNvSpPr/>
          <p:nvPr/>
        </p:nvSpPr>
        <p:spPr>
          <a:xfrm>
            <a:off x="5930608" y="3631877"/>
            <a:ext cx="267384" cy="393474"/>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chemeClr val="lt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5292" name="Shape 5292"/>
        <p:cNvGrpSpPr/>
        <p:nvPr/>
      </p:nvGrpSpPr>
      <p:grpSpPr>
        <a:xfrm>
          <a:off x="0" y="0"/>
          <a:ext cx="0" cy="0"/>
          <a:chOff x="0" y="0"/>
          <a:chExt cx="0" cy="0"/>
        </a:xfrm>
      </p:grpSpPr>
      <p:sp>
        <p:nvSpPr>
          <p:cNvPr id="5293" name="Google Shape;5293;p63"/>
          <p:cNvSpPr txBox="1"/>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Exercise 2</a:t>
            </a:r>
            <a:endParaRPr lang="en-GB"/>
          </a:p>
        </p:txBody>
      </p:sp>
      <p:sp>
        <p:nvSpPr>
          <p:cNvPr id="5294" name="Google Shape;5294;p63"/>
          <p:cNvSpPr txBox="1"/>
          <p:nvPr/>
        </p:nvSpPr>
        <p:spPr>
          <a:xfrm>
            <a:off x="1981250" y="1080875"/>
            <a:ext cx="5357400" cy="1007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1500"/>
              </a:spcBef>
              <a:spcAft>
                <a:spcPts val="0"/>
              </a:spcAft>
              <a:buNone/>
            </a:pPr>
            <a:r>
              <a:rPr lang="en-GB">
                <a:solidFill>
                  <a:schemeClr val="dk1"/>
                </a:solidFill>
                <a:latin typeface="Average Sans" panose="02000503040000020003"/>
                <a:ea typeface="Average Sans" panose="02000503040000020003"/>
                <a:cs typeface="Average Sans" panose="02000503040000020003"/>
                <a:sym typeface="Average Sans" panose="02000503040000020003"/>
              </a:rPr>
              <a:t>Write down at least 4 discoveries of the expedition of Lewis and Clark in each category</a:t>
            </a:r>
            <a:endParaRPr>
              <a:solidFill>
                <a:schemeClr val="dk1"/>
              </a:solidFill>
              <a:latin typeface="Average Sans" panose="02000503040000020003"/>
              <a:ea typeface="Average Sans" panose="02000503040000020003"/>
              <a:cs typeface="Average Sans" panose="02000503040000020003"/>
              <a:sym typeface="Average Sans" panose="02000503040000020003"/>
            </a:endParaRPr>
          </a:p>
          <a:p>
            <a:pPr marL="0" lvl="0" indent="0" algn="ctr" rtl="0">
              <a:spcBef>
                <a:spcPts val="1500"/>
              </a:spcBef>
              <a:spcAft>
                <a:spcPts val="0"/>
              </a:spcAft>
              <a:buNone/>
            </a:pPr>
            <a:r>
              <a:rPr lang="en-GB">
                <a:solidFill>
                  <a:schemeClr val="dk1"/>
                </a:solidFill>
                <a:latin typeface="Average Sans" panose="02000503040000020003"/>
                <a:ea typeface="Average Sans" panose="02000503040000020003"/>
                <a:cs typeface="Average Sans" panose="02000503040000020003"/>
                <a:sym typeface="Average Sans" panose="02000503040000020003"/>
              </a:rPr>
              <a:t>Then check on the next slide if your answers are correct</a:t>
            </a:r>
            <a:endParaRPr>
              <a:solidFill>
                <a:schemeClr val="dk1"/>
              </a:solidFill>
              <a:latin typeface="Average Sans" panose="02000503040000020003"/>
              <a:ea typeface="Average Sans" panose="02000503040000020003"/>
              <a:cs typeface="Average Sans" panose="02000503040000020003"/>
              <a:sym typeface="Average Sans" panose="02000503040000020003"/>
            </a:endParaRPr>
          </a:p>
        </p:txBody>
      </p:sp>
      <p:graphicFrame>
        <p:nvGraphicFramePr>
          <p:cNvPr id="5295" name="Google Shape;5295;p63"/>
          <p:cNvGraphicFramePr/>
          <p:nvPr/>
        </p:nvGraphicFramePr>
        <p:xfrm>
          <a:off x="952500" y="2329775"/>
          <a:ext cx="7239000" cy="3000000"/>
        </p:xfrm>
        <a:graphic>
          <a:graphicData uri="http://schemas.openxmlformats.org/drawingml/2006/table">
            <a:tbl>
              <a:tblPr>
                <a:noFill/>
                <a:tableStyleId>{86B84417-7BD4-4907-9079-F2DE78AFB253}</a:tableStyleId>
              </a:tblPr>
              <a:tblGrid>
                <a:gridCol w="2413000"/>
                <a:gridCol w="2413000"/>
                <a:gridCol w="2413000"/>
              </a:tblGrid>
              <a:tr h="381000">
                <a:tc>
                  <a:txBody>
                    <a:bodyPr/>
                    <a:lstStyle/>
                    <a:p>
                      <a:pPr marL="0" lvl="0" indent="0" algn="ctr" rtl="0">
                        <a:spcBef>
                          <a:spcPts val="0"/>
                        </a:spcBef>
                        <a:spcAft>
                          <a:spcPts val="0"/>
                        </a:spcAft>
                        <a:buNone/>
                      </a:pPr>
                      <a:r>
                        <a:rPr lang="en-GB" sz="1800">
                          <a:solidFill>
                            <a:schemeClr val="dk1"/>
                          </a:solidFill>
                          <a:latin typeface="Averia Serif Libre" panose="02000603000000000004"/>
                          <a:ea typeface="Averia Serif Libre" panose="02000603000000000004"/>
                          <a:cs typeface="Averia Serif Libre" panose="02000603000000000004"/>
                          <a:sym typeface="Averia Serif Libre" panose="02000603000000000004"/>
                        </a:rPr>
                        <a:t>Animals</a:t>
                      </a:r>
                      <a:endParaRPr sz="1800">
                        <a:solidFill>
                          <a:schemeClr val="dk1"/>
                        </a:solidFill>
                        <a:latin typeface="Averia Serif Libre" panose="02000603000000000004"/>
                        <a:ea typeface="Averia Serif Libre" panose="02000603000000000004"/>
                        <a:cs typeface="Averia Serif Libre" panose="02000603000000000004"/>
                        <a:sym typeface="Averia Serif Libre" panose="02000603000000000004"/>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GB" sz="1800">
                          <a:solidFill>
                            <a:schemeClr val="dk1"/>
                          </a:solidFill>
                          <a:latin typeface="Averia Serif Libre" panose="02000603000000000004"/>
                          <a:ea typeface="Averia Serif Libre" panose="02000603000000000004"/>
                          <a:cs typeface="Averia Serif Libre" panose="02000603000000000004"/>
                          <a:sym typeface="Averia Serif Libre" panose="02000603000000000004"/>
                        </a:rPr>
                        <a:t>Plants</a:t>
                      </a:r>
                      <a:endParaRPr sz="1800">
                        <a:solidFill>
                          <a:schemeClr val="dk1"/>
                        </a:solidFill>
                        <a:latin typeface="Averia Serif Libre" panose="02000603000000000004"/>
                        <a:ea typeface="Averia Serif Libre" panose="02000603000000000004"/>
                        <a:cs typeface="Averia Serif Libre" panose="02000603000000000004"/>
                        <a:sym typeface="Averia Serif Libre" panose="02000603000000000004"/>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GB" sz="1800">
                          <a:solidFill>
                            <a:schemeClr val="dk1"/>
                          </a:solidFill>
                          <a:latin typeface="Averia Serif Libre" panose="02000603000000000004"/>
                          <a:ea typeface="Averia Serif Libre" panose="02000603000000000004"/>
                          <a:cs typeface="Averia Serif Libre" panose="02000603000000000004"/>
                          <a:sym typeface="Averia Serif Libre" panose="02000603000000000004"/>
                        </a:rPr>
                        <a:t>Tribes</a:t>
                      </a:r>
                      <a:endParaRPr sz="1800">
                        <a:solidFill>
                          <a:schemeClr val="dk1"/>
                        </a:solidFill>
                        <a:latin typeface="Averia Serif Libre" panose="02000603000000000004"/>
                        <a:ea typeface="Averia Serif Libre" panose="02000603000000000004"/>
                        <a:cs typeface="Averia Serif Libre" panose="02000603000000000004"/>
                        <a:sym typeface="Averia Serif Libre" panose="02000603000000000004"/>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r>
              <a:tr h="381000">
                <a:tc>
                  <a:txBody>
                    <a:bodyPr/>
                    <a:lstStyle/>
                    <a:p>
                      <a:pPr marL="0" lvl="0" indent="0" algn="l" rtl="0">
                        <a:spcBef>
                          <a:spcPts val="0"/>
                        </a:spcBef>
                        <a:spcAft>
                          <a:spcPts val="0"/>
                        </a:spcAft>
                        <a:buNone/>
                      </a:p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a:latin typeface="Average Sans" panose="02000503040000020003"/>
                        <a:ea typeface="Average Sans" panose="02000503040000020003"/>
                        <a:cs typeface="Average Sans" panose="02000503040000020003"/>
                        <a:sym typeface="Average Sans" panose="02000503040000020003"/>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r>
              <a:tr h="381000">
                <a:tc>
                  <a:txBody>
                    <a:bodyPr/>
                    <a:lstStyle/>
                    <a:p>
                      <a:pPr marL="0" lvl="0" indent="0" algn="l" rtl="0">
                        <a:spcBef>
                          <a:spcPts val="0"/>
                        </a:spcBef>
                        <a:spcAft>
                          <a:spcPts val="0"/>
                        </a:spcAft>
                        <a:buNone/>
                      </a:p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a:latin typeface="Average Sans" panose="02000503040000020003"/>
                        <a:ea typeface="Average Sans" panose="02000503040000020003"/>
                        <a:cs typeface="Average Sans" panose="02000503040000020003"/>
                        <a:sym typeface="Average Sans" panose="02000503040000020003"/>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r>
              <a:tr h="381000">
                <a:tc>
                  <a:txBody>
                    <a:bodyPr/>
                    <a:lstStyle/>
                    <a:p>
                      <a:pPr marL="0" lvl="0" indent="0" algn="l" rtl="0">
                        <a:spcBef>
                          <a:spcPts val="0"/>
                        </a:spcBef>
                        <a:spcAft>
                          <a:spcPts val="0"/>
                        </a:spcAft>
                        <a:buNone/>
                      </a:p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a:latin typeface="Average Sans" panose="02000503040000020003"/>
                        <a:ea typeface="Average Sans" panose="02000503040000020003"/>
                        <a:cs typeface="Average Sans" panose="02000503040000020003"/>
                        <a:sym typeface="Average Sans" panose="02000503040000020003"/>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r>
              <a:tr h="381000">
                <a:tc>
                  <a:txBody>
                    <a:bodyPr/>
                    <a:lstStyle/>
                    <a:p>
                      <a:pPr marL="0" lvl="0" indent="0" algn="ctr" rtl="0">
                        <a:spcBef>
                          <a:spcPts val="0"/>
                        </a:spcBef>
                        <a:spcAft>
                          <a:spcPts val="0"/>
                        </a:spcAft>
                        <a:buNone/>
                      </a:pPr>
                      <a:endParaRPr>
                        <a:latin typeface="Average Sans" panose="02000503040000020003"/>
                        <a:ea typeface="Average Sans" panose="02000503040000020003"/>
                        <a:cs typeface="Average Sans" panose="02000503040000020003"/>
                        <a:sym typeface="Average Sans" panose="02000503040000020003"/>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a:latin typeface="Average Sans" panose="02000503040000020003"/>
                        <a:ea typeface="Average Sans" panose="02000503040000020003"/>
                        <a:cs typeface="Average Sans" panose="02000503040000020003"/>
                        <a:sym typeface="Average Sans" panose="02000503040000020003"/>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r>
            </a:tbl>
          </a:graphicData>
        </a:graphic>
      </p:graphicFrame>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5299" name="Shape 5299"/>
        <p:cNvGrpSpPr/>
        <p:nvPr/>
      </p:nvGrpSpPr>
      <p:grpSpPr>
        <a:xfrm>
          <a:off x="0" y="0"/>
          <a:ext cx="0" cy="0"/>
          <a:chOff x="0" y="0"/>
          <a:chExt cx="0" cy="0"/>
        </a:xfrm>
      </p:grpSpPr>
      <p:sp>
        <p:nvSpPr>
          <p:cNvPr id="5300" name="Google Shape;5300;p64"/>
          <p:cNvSpPr txBox="1"/>
          <p:nvPr>
            <p:ph type="title"/>
          </p:nvPr>
        </p:nvSpPr>
        <p:spPr>
          <a:xfrm>
            <a:off x="713225" y="445025"/>
            <a:ext cx="77175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Solutions exercise 2</a:t>
            </a:r>
            <a:endParaRPr lang="en-GB"/>
          </a:p>
        </p:txBody>
      </p:sp>
      <p:grpSp>
        <p:nvGrpSpPr>
          <p:cNvPr id="5301" name="Google Shape;5301;p64"/>
          <p:cNvGrpSpPr/>
          <p:nvPr/>
        </p:nvGrpSpPr>
        <p:grpSpPr>
          <a:xfrm>
            <a:off x="2598344" y="4298465"/>
            <a:ext cx="637369" cy="611060"/>
            <a:chOff x="5376375" y="2515375"/>
            <a:chExt cx="872750" cy="836725"/>
          </a:xfrm>
        </p:grpSpPr>
        <p:sp>
          <p:nvSpPr>
            <p:cNvPr id="5302" name="Google Shape;5302;p64"/>
            <p:cNvSpPr/>
            <p:nvPr/>
          </p:nvSpPr>
          <p:spPr>
            <a:xfrm>
              <a:off x="5376375" y="2515375"/>
              <a:ext cx="872750" cy="836725"/>
            </a:xfrm>
            <a:custGeom>
              <a:avLst/>
              <a:gdLst/>
              <a:ahLst/>
              <a:cxnLst/>
              <a:rect l="l" t="t" r="r" b="b"/>
              <a:pathLst>
                <a:path w="34910" h="33469" extrusionOk="0">
                  <a:moveTo>
                    <a:pt x="14647" y="3192"/>
                  </a:moveTo>
                  <a:cubicBezTo>
                    <a:pt x="15066" y="3464"/>
                    <a:pt x="15526" y="3652"/>
                    <a:pt x="15986" y="3778"/>
                  </a:cubicBezTo>
                  <a:cubicBezTo>
                    <a:pt x="16028" y="3820"/>
                    <a:pt x="16028" y="3903"/>
                    <a:pt x="16028" y="3987"/>
                  </a:cubicBezTo>
                  <a:cubicBezTo>
                    <a:pt x="15631" y="3820"/>
                    <a:pt x="15212" y="3694"/>
                    <a:pt x="14794" y="3589"/>
                  </a:cubicBezTo>
                  <a:lnTo>
                    <a:pt x="14752" y="3589"/>
                  </a:lnTo>
                  <a:cubicBezTo>
                    <a:pt x="14710" y="3568"/>
                    <a:pt x="14626" y="3568"/>
                    <a:pt x="14585" y="3548"/>
                  </a:cubicBezTo>
                  <a:cubicBezTo>
                    <a:pt x="14585" y="3506"/>
                    <a:pt x="14585" y="3485"/>
                    <a:pt x="14543" y="3464"/>
                  </a:cubicBezTo>
                  <a:cubicBezTo>
                    <a:pt x="14522" y="3443"/>
                    <a:pt x="14522" y="3359"/>
                    <a:pt x="14522" y="3338"/>
                  </a:cubicBezTo>
                  <a:cubicBezTo>
                    <a:pt x="14543" y="3276"/>
                    <a:pt x="14585" y="3255"/>
                    <a:pt x="14626" y="3234"/>
                  </a:cubicBezTo>
                  <a:cubicBezTo>
                    <a:pt x="14626" y="3234"/>
                    <a:pt x="14626" y="3192"/>
                    <a:pt x="14647" y="3192"/>
                  </a:cubicBezTo>
                  <a:close/>
                  <a:moveTo>
                    <a:pt x="16530" y="3778"/>
                  </a:moveTo>
                  <a:lnTo>
                    <a:pt x="16530" y="3778"/>
                  </a:lnTo>
                  <a:cubicBezTo>
                    <a:pt x="17074" y="4029"/>
                    <a:pt x="17556" y="4301"/>
                    <a:pt x="18079" y="4531"/>
                  </a:cubicBezTo>
                  <a:cubicBezTo>
                    <a:pt x="18121" y="4552"/>
                    <a:pt x="18121" y="4552"/>
                    <a:pt x="18121" y="4594"/>
                  </a:cubicBezTo>
                  <a:lnTo>
                    <a:pt x="18121" y="4740"/>
                  </a:lnTo>
                  <a:cubicBezTo>
                    <a:pt x="18103" y="4731"/>
                    <a:pt x="18082" y="4726"/>
                    <a:pt x="18061" y="4726"/>
                  </a:cubicBezTo>
                  <a:cubicBezTo>
                    <a:pt x="18030" y="4726"/>
                    <a:pt x="17999" y="4737"/>
                    <a:pt x="17974" y="4761"/>
                  </a:cubicBezTo>
                  <a:cubicBezTo>
                    <a:pt x="17535" y="4552"/>
                    <a:pt x="17095" y="4384"/>
                    <a:pt x="16614" y="4238"/>
                  </a:cubicBezTo>
                  <a:lnTo>
                    <a:pt x="16572" y="4238"/>
                  </a:lnTo>
                  <a:cubicBezTo>
                    <a:pt x="16572" y="4092"/>
                    <a:pt x="16530" y="3924"/>
                    <a:pt x="16530" y="3778"/>
                  </a:cubicBezTo>
                  <a:close/>
                  <a:moveTo>
                    <a:pt x="14773" y="3694"/>
                  </a:moveTo>
                  <a:cubicBezTo>
                    <a:pt x="15191" y="3882"/>
                    <a:pt x="15610" y="4008"/>
                    <a:pt x="16028" y="4133"/>
                  </a:cubicBezTo>
                  <a:lnTo>
                    <a:pt x="16028" y="4426"/>
                  </a:lnTo>
                  <a:cubicBezTo>
                    <a:pt x="16028" y="5054"/>
                    <a:pt x="15986" y="5682"/>
                    <a:pt x="15986" y="6309"/>
                  </a:cubicBezTo>
                  <a:cubicBezTo>
                    <a:pt x="15696" y="6164"/>
                    <a:pt x="15394" y="6106"/>
                    <a:pt x="15079" y="6106"/>
                  </a:cubicBezTo>
                  <a:cubicBezTo>
                    <a:pt x="14985" y="6106"/>
                    <a:pt x="14890" y="6111"/>
                    <a:pt x="14794" y="6121"/>
                  </a:cubicBezTo>
                  <a:cubicBezTo>
                    <a:pt x="15149" y="5347"/>
                    <a:pt x="15149" y="4384"/>
                    <a:pt x="14585" y="3694"/>
                  </a:cubicBezTo>
                  <a:cubicBezTo>
                    <a:pt x="14612" y="3694"/>
                    <a:pt x="14650" y="3703"/>
                    <a:pt x="14684" y="3703"/>
                  </a:cubicBezTo>
                  <a:cubicBezTo>
                    <a:pt x="14701" y="3703"/>
                    <a:pt x="14717" y="3701"/>
                    <a:pt x="14731" y="3694"/>
                  </a:cubicBezTo>
                  <a:close/>
                  <a:moveTo>
                    <a:pt x="8517" y="4824"/>
                  </a:moveTo>
                  <a:cubicBezTo>
                    <a:pt x="8559" y="5368"/>
                    <a:pt x="8642" y="5912"/>
                    <a:pt x="8726" y="6435"/>
                  </a:cubicBezTo>
                  <a:lnTo>
                    <a:pt x="8621" y="6435"/>
                  </a:lnTo>
                  <a:cubicBezTo>
                    <a:pt x="8559" y="6435"/>
                    <a:pt x="8496" y="6435"/>
                    <a:pt x="8412" y="6477"/>
                  </a:cubicBezTo>
                  <a:cubicBezTo>
                    <a:pt x="8454" y="5912"/>
                    <a:pt x="8496" y="5368"/>
                    <a:pt x="8517" y="4824"/>
                  </a:cubicBezTo>
                  <a:close/>
                  <a:moveTo>
                    <a:pt x="16593" y="4384"/>
                  </a:moveTo>
                  <a:lnTo>
                    <a:pt x="16593" y="4384"/>
                  </a:lnTo>
                  <a:cubicBezTo>
                    <a:pt x="17033" y="4531"/>
                    <a:pt x="17514" y="4719"/>
                    <a:pt x="17953" y="4928"/>
                  </a:cubicBezTo>
                  <a:lnTo>
                    <a:pt x="18037" y="4928"/>
                  </a:lnTo>
                  <a:cubicBezTo>
                    <a:pt x="18142" y="5284"/>
                    <a:pt x="18225" y="5682"/>
                    <a:pt x="18225" y="6100"/>
                  </a:cubicBezTo>
                  <a:cubicBezTo>
                    <a:pt x="18225" y="6414"/>
                    <a:pt x="18246" y="7125"/>
                    <a:pt x="17932" y="7314"/>
                  </a:cubicBezTo>
                  <a:cubicBezTo>
                    <a:pt x="17819" y="7375"/>
                    <a:pt x="17789" y="7403"/>
                    <a:pt x="17778" y="7403"/>
                  </a:cubicBezTo>
                  <a:cubicBezTo>
                    <a:pt x="17762" y="7403"/>
                    <a:pt x="17782" y="7348"/>
                    <a:pt x="17660" y="7251"/>
                  </a:cubicBezTo>
                  <a:cubicBezTo>
                    <a:pt x="17535" y="7146"/>
                    <a:pt x="17430" y="7000"/>
                    <a:pt x="17305" y="6895"/>
                  </a:cubicBezTo>
                  <a:cubicBezTo>
                    <a:pt x="17116" y="6728"/>
                    <a:pt x="16907" y="6644"/>
                    <a:pt x="16698" y="6540"/>
                  </a:cubicBezTo>
                  <a:cubicBezTo>
                    <a:pt x="16677" y="5807"/>
                    <a:pt x="16656" y="5075"/>
                    <a:pt x="16593" y="4384"/>
                  </a:cubicBezTo>
                  <a:close/>
                  <a:moveTo>
                    <a:pt x="8665" y="6687"/>
                  </a:moveTo>
                  <a:cubicBezTo>
                    <a:pt x="8823" y="6687"/>
                    <a:pt x="8983" y="6727"/>
                    <a:pt x="9123" y="6833"/>
                  </a:cubicBezTo>
                  <a:cubicBezTo>
                    <a:pt x="9471" y="7119"/>
                    <a:pt x="9279" y="7545"/>
                    <a:pt x="8880" y="7545"/>
                  </a:cubicBezTo>
                  <a:cubicBezTo>
                    <a:pt x="8871" y="7545"/>
                    <a:pt x="8861" y="7544"/>
                    <a:pt x="8851" y="7544"/>
                  </a:cubicBezTo>
                  <a:lnTo>
                    <a:pt x="8831" y="7544"/>
                  </a:lnTo>
                  <a:cubicBezTo>
                    <a:pt x="8831" y="7377"/>
                    <a:pt x="8810" y="7230"/>
                    <a:pt x="8810" y="7063"/>
                  </a:cubicBezTo>
                  <a:cubicBezTo>
                    <a:pt x="8810" y="6979"/>
                    <a:pt x="8747" y="6958"/>
                    <a:pt x="8663" y="6958"/>
                  </a:cubicBezTo>
                  <a:cubicBezTo>
                    <a:pt x="8644" y="6909"/>
                    <a:pt x="8592" y="6892"/>
                    <a:pt x="8535" y="6892"/>
                  </a:cubicBezTo>
                  <a:cubicBezTo>
                    <a:pt x="8469" y="6892"/>
                    <a:pt x="8394" y="6915"/>
                    <a:pt x="8349" y="6937"/>
                  </a:cubicBezTo>
                  <a:cubicBezTo>
                    <a:pt x="8287" y="7000"/>
                    <a:pt x="8245" y="7105"/>
                    <a:pt x="8307" y="7167"/>
                  </a:cubicBezTo>
                  <a:lnTo>
                    <a:pt x="8307" y="7669"/>
                  </a:lnTo>
                  <a:cubicBezTo>
                    <a:pt x="8098" y="7628"/>
                    <a:pt x="7910" y="7481"/>
                    <a:pt x="7805" y="7314"/>
                  </a:cubicBezTo>
                  <a:cubicBezTo>
                    <a:pt x="7617" y="6937"/>
                    <a:pt x="8035" y="6833"/>
                    <a:pt x="8307" y="6749"/>
                  </a:cubicBezTo>
                  <a:cubicBezTo>
                    <a:pt x="8418" y="6712"/>
                    <a:pt x="8541" y="6687"/>
                    <a:pt x="8665" y="6687"/>
                  </a:cubicBezTo>
                  <a:close/>
                  <a:moveTo>
                    <a:pt x="5901" y="7523"/>
                  </a:moveTo>
                  <a:cubicBezTo>
                    <a:pt x="6027" y="7565"/>
                    <a:pt x="6152" y="7586"/>
                    <a:pt x="6299" y="7649"/>
                  </a:cubicBezTo>
                  <a:cubicBezTo>
                    <a:pt x="6424" y="7669"/>
                    <a:pt x="6529" y="7732"/>
                    <a:pt x="6654" y="7753"/>
                  </a:cubicBezTo>
                  <a:cubicBezTo>
                    <a:pt x="6864" y="7837"/>
                    <a:pt x="7094" y="7879"/>
                    <a:pt x="7303" y="7962"/>
                  </a:cubicBezTo>
                  <a:cubicBezTo>
                    <a:pt x="7617" y="8067"/>
                    <a:pt x="7973" y="8151"/>
                    <a:pt x="8307" y="8255"/>
                  </a:cubicBezTo>
                  <a:lnTo>
                    <a:pt x="8307" y="8611"/>
                  </a:lnTo>
                  <a:cubicBezTo>
                    <a:pt x="7512" y="8318"/>
                    <a:pt x="6717" y="8067"/>
                    <a:pt x="5880" y="7795"/>
                  </a:cubicBezTo>
                  <a:cubicBezTo>
                    <a:pt x="5901" y="7774"/>
                    <a:pt x="5922" y="7753"/>
                    <a:pt x="5901" y="7690"/>
                  </a:cubicBezTo>
                  <a:cubicBezTo>
                    <a:pt x="5838" y="7649"/>
                    <a:pt x="5838" y="7544"/>
                    <a:pt x="5901" y="7523"/>
                  </a:cubicBezTo>
                  <a:close/>
                  <a:moveTo>
                    <a:pt x="16258" y="1204"/>
                  </a:moveTo>
                  <a:cubicBezTo>
                    <a:pt x="16321" y="3694"/>
                    <a:pt x="16321" y="6184"/>
                    <a:pt x="16551" y="8632"/>
                  </a:cubicBezTo>
                  <a:cubicBezTo>
                    <a:pt x="16551" y="8674"/>
                    <a:pt x="16572" y="8695"/>
                    <a:pt x="16572" y="8695"/>
                  </a:cubicBezTo>
                  <a:lnTo>
                    <a:pt x="16447" y="8695"/>
                  </a:lnTo>
                  <a:cubicBezTo>
                    <a:pt x="16342" y="8695"/>
                    <a:pt x="16237" y="8716"/>
                    <a:pt x="16133" y="8757"/>
                  </a:cubicBezTo>
                  <a:cubicBezTo>
                    <a:pt x="16175" y="8046"/>
                    <a:pt x="16175" y="7314"/>
                    <a:pt x="16154" y="6581"/>
                  </a:cubicBezTo>
                  <a:cubicBezTo>
                    <a:pt x="16196" y="6540"/>
                    <a:pt x="16237" y="6435"/>
                    <a:pt x="16154" y="6414"/>
                  </a:cubicBezTo>
                  <a:cubicBezTo>
                    <a:pt x="16154" y="5765"/>
                    <a:pt x="16133" y="5096"/>
                    <a:pt x="16154" y="4447"/>
                  </a:cubicBezTo>
                  <a:cubicBezTo>
                    <a:pt x="16154" y="3380"/>
                    <a:pt x="16237" y="2271"/>
                    <a:pt x="16258" y="1204"/>
                  </a:cubicBezTo>
                  <a:close/>
                  <a:moveTo>
                    <a:pt x="8872" y="8297"/>
                  </a:moveTo>
                  <a:lnTo>
                    <a:pt x="8872" y="8297"/>
                  </a:lnTo>
                  <a:cubicBezTo>
                    <a:pt x="9751" y="8590"/>
                    <a:pt x="10609" y="8820"/>
                    <a:pt x="11467" y="9113"/>
                  </a:cubicBezTo>
                  <a:cubicBezTo>
                    <a:pt x="11467" y="9134"/>
                    <a:pt x="11467" y="9155"/>
                    <a:pt x="11488" y="9155"/>
                  </a:cubicBezTo>
                  <a:cubicBezTo>
                    <a:pt x="11572" y="9218"/>
                    <a:pt x="11655" y="9343"/>
                    <a:pt x="11530" y="9406"/>
                  </a:cubicBezTo>
                  <a:lnTo>
                    <a:pt x="11488" y="9406"/>
                  </a:lnTo>
                  <a:lnTo>
                    <a:pt x="11467" y="9364"/>
                  </a:lnTo>
                  <a:cubicBezTo>
                    <a:pt x="10630" y="9071"/>
                    <a:pt x="9772" y="8841"/>
                    <a:pt x="8914" y="8674"/>
                  </a:cubicBezTo>
                  <a:cubicBezTo>
                    <a:pt x="8914" y="8527"/>
                    <a:pt x="8872" y="8423"/>
                    <a:pt x="8872" y="8297"/>
                  </a:cubicBezTo>
                  <a:close/>
                  <a:moveTo>
                    <a:pt x="16593" y="8925"/>
                  </a:moveTo>
                  <a:cubicBezTo>
                    <a:pt x="16761" y="8925"/>
                    <a:pt x="16970" y="8946"/>
                    <a:pt x="17074" y="9092"/>
                  </a:cubicBezTo>
                  <a:cubicBezTo>
                    <a:pt x="17346" y="9406"/>
                    <a:pt x="16991" y="9678"/>
                    <a:pt x="16698" y="9741"/>
                  </a:cubicBezTo>
                  <a:cubicBezTo>
                    <a:pt x="16698" y="9657"/>
                    <a:pt x="16698" y="9553"/>
                    <a:pt x="16677" y="9469"/>
                  </a:cubicBezTo>
                  <a:cubicBezTo>
                    <a:pt x="16698" y="9448"/>
                    <a:pt x="16719" y="9427"/>
                    <a:pt x="16719" y="9406"/>
                  </a:cubicBezTo>
                  <a:cubicBezTo>
                    <a:pt x="16705" y="9269"/>
                    <a:pt x="16575" y="9195"/>
                    <a:pt x="16452" y="9195"/>
                  </a:cubicBezTo>
                  <a:cubicBezTo>
                    <a:pt x="16387" y="9195"/>
                    <a:pt x="16323" y="9216"/>
                    <a:pt x="16279" y="9260"/>
                  </a:cubicBezTo>
                  <a:cubicBezTo>
                    <a:pt x="16274" y="9254"/>
                    <a:pt x="16265" y="9251"/>
                    <a:pt x="16255" y="9251"/>
                  </a:cubicBezTo>
                  <a:cubicBezTo>
                    <a:pt x="16228" y="9251"/>
                    <a:pt x="16190" y="9271"/>
                    <a:pt x="16175" y="9302"/>
                  </a:cubicBezTo>
                  <a:cubicBezTo>
                    <a:pt x="16154" y="9427"/>
                    <a:pt x="16154" y="9574"/>
                    <a:pt x="16154" y="9720"/>
                  </a:cubicBezTo>
                  <a:cubicBezTo>
                    <a:pt x="16133" y="9724"/>
                    <a:pt x="16114" y="9726"/>
                    <a:pt x="16095" y="9726"/>
                  </a:cubicBezTo>
                  <a:cubicBezTo>
                    <a:pt x="15830" y="9726"/>
                    <a:pt x="15769" y="9330"/>
                    <a:pt x="15945" y="9134"/>
                  </a:cubicBezTo>
                  <a:cubicBezTo>
                    <a:pt x="16091" y="8946"/>
                    <a:pt x="16363" y="8925"/>
                    <a:pt x="16593" y="8925"/>
                  </a:cubicBezTo>
                  <a:close/>
                  <a:moveTo>
                    <a:pt x="20108" y="8632"/>
                  </a:moveTo>
                  <a:cubicBezTo>
                    <a:pt x="20862" y="9134"/>
                    <a:pt x="21699" y="9553"/>
                    <a:pt x="22536" y="9887"/>
                  </a:cubicBezTo>
                  <a:lnTo>
                    <a:pt x="22556" y="9887"/>
                  </a:lnTo>
                  <a:lnTo>
                    <a:pt x="22556" y="10264"/>
                  </a:lnTo>
                  <a:cubicBezTo>
                    <a:pt x="22096" y="10034"/>
                    <a:pt x="21615" y="9762"/>
                    <a:pt x="21175" y="9511"/>
                  </a:cubicBezTo>
                  <a:cubicBezTo>
                    <a:pt x="21062" y="9435"/>
                    <a:pt x="20811" y="9188"/>
                    <a:pt x="20625" y="9188"/>
                  </a:cubicBezTo>
                  <a:cubicBezTo>
                    <a:pt x="20606" y="9188"/>
                    <a:pt x="20587" y="9191"/>
                    <a:pt x="20569" y="9197"/>
                  </a:cubicBezTo>
                  <a:cubicBezTo>
                    <a:pt x="20380" y="9050"/>
                    <a:pt x="20150" y="8988"/>
                    <a:pt x="19962" y="8883"/>
                  </a:cubicBezTo>
                  <a:cubicBezTo>
                    <a:pt x="19962" y="8778"/>
                    <a:pt x="20046" y="8716"/>
                    <a:pt x="20108" y="8632"/>
                  </a:cubicBezTo>
                  <a:close/>
                  <a:moveTo>
                    <a:pt x="13622" y="9364"/>
                  </a:moveTo>
                  <a:cubicBezTo>
                    <a:pt x="13664" y="9427"/>
                    <a:pt x="13748" y="9448"/>
                    <a:pt x="13810" y="9469"/>
                  </a:cubicBezTo>
                  <a:cubicBezTo>
                    <a:pt x="13915" y="9532"/>
                    <a:pt x="14061" y="9574"/>
                    <a:pt x="14166" y="9615"/>
                  </a:cubicBezTo>
                  <a:cubicBezTo>
                    <a:pt x="14794" y="9887"/>
                    <a:pt x="15463" y="10159"/>
                    <a:pt x="16112" y="10369"/>
                  </a:cubicBezTo>
                  <a:lnTo>
                    <a:pt x="16112" y="10599"/>
                  </a:lnTo>
                  <a:cubicBezTo>
                    <a:pt x="15254" y="10243"/>
                    <a:pt x="14396" y="9866"/>
                    <a:pt x="13538" y="9553"/>
                  </a:cubicBezTo>
                  <a:lnTo>
                    <a:pt x="13497" y="9553"/>
                  </a:lnTo>
                  <a:cubicBezTo>
                    <a:pt x="13517" y="9469"/>
                    <a:pt x="13517" y="9448"/>
                    <a:pt x="13538" y="9427"/>
                  </a:cubicBezTo>
                  <a:cubicBezTo>
                    <a:pt x="13559" y="9406"/>
                    <a:pt x="13580" y="9364"/>
                    <a:pt x="13622" y="9364"/>
                  </a:cubicBezTo>
                  <a:close/>
                  <a:moveTo>
                    <a:pt x="5943" y="7983"/>
                  </a:moveTo>
                  <a:lnTo>
                    <a:pt x="5943" y="7983"/>
                  </a:lnTo>
                  <a:cubicBezTo>
                    <a:pt x="6362" y="8151"/>
                    <a:pt x="6780" y="8276"/>
                    <a:pt x="7198" y="8402"/>
                  </a:cubicBezTo>
                  <a:cubicBezTo>
                    <a:pt x="7596" y="8527"/>
                    <a:pt x="7952" y="8674"/>
                    <a:pt x="8349" y="8674"/>
                  </a:cubicBezTo>
                  <a:cubicBezTo>
                    <a:pt x="8391" y="9469"/>
                    <a:pt x="8391" y="10306"/>
                    <a:pt x="8412" y="11122"/>
                  </a:cubicBezTo>
                  <a:cubicBezTo>
                    <a:pt x="7844" y="10928"/>
                    <a:pt x="7227" y="10846"/>
                    <a:pt x="6617" y="10846"/>
                  </a:cubicBezTo>
                  <a:cubicBezTo>
                    <a:pt x="6239" y="10846"/>
                    <a:pt x="5864" y="10878"/>
                    <a:pt x="5504" y="10934"/>
                  </a:cubicBezTo>
                  <a:cubicBezTo>
                    <a:pt x="5922" y="10599"/>
                    <a:pt x="6194" y="10097"/>
                    <a:pt x="6257" y="9553"/>
                  </a:cubicBezTo>
                  <a:cubicBezTo>
                    <a:pt x="6341" y="8946"/>
                    <a:pt x="6110" y="8506"/>
                    <a:pt x="5943" y="7983"/>
                  </a:cubicBezTo>
                  <a:close/>
                  <a:moveTo>
                    <a:pt x="16782" y="10494"/>
                  </a:moveTo>
                  <a:cubicBezTo>
                    <a:pt x="17535" y="10871"/>
                    <a:pt x="18351" y="11185"/>
                    <a:pt x="19125" y="11498"/>
                  </a:cubicBezTo>
                  <a:lnTo>
                    <a:pt x="19125" y="11540"/>
                  </a:lnTo>
                  <a:cubicBezTo>
                    <a:pt x="19125" y="11587"/>
                    <a:pt x="19172" y="11611"/>
                    <a:pt x="19204" y="11611"/>
                  </a:cubicBezTo>
                  <a:cubicBezTo>
                    <a:pt x="19215" y="11611"/>
                    <a:pt x="19224" y="11608"/>
                    <a:pt x="19230" y="11603"/>
                  </a:cubicBezTo>
                  <a:cubicBezTo>
                    <a:pt x="19271" y="11603"/>
                    <a:pt x="19292" y="11561"/>
                    <a:pt x="19313" y="11540"/>
                  </a:cubicBezTo>
                  <a:cubicBezTo>
                    <a:pt x="19376" y="11561"/>
                    <a:pt x="19418" y="11603"/>
                    <a:pt x="19460" y="11603"/>
                  </a:cubicBezTo>
                  <a:cubicBezTo>
                    <a:pt x="19385" y="11710"/>
                    <a:pt x="19298" y="11763"/>
                    <a:pt x="19204" y="11763"/>
                  </a:cubicBezTo>
                  <a:cubicBezTo>
                    <a:pt x="19114" y="11763"/>
                    <a:pt x="19018" y="11716"/>
                    <a:pt x="18916" y="11624"/>
                  </a:cubicBezTo>
                  <a:cubicBezTo>
                    <a:pt x="18790" y="11561"/>
                    <a:pt x="18665" y="11519"/>
                    <a:pt x="18518" y="11436"/>
                  </a:cubicBezTo>
                  <a:cubicBezTo>
                    <a:pt x="18393" y="11394"/>
                    <a:pt x="18246" y="11310"/>
                    <a:pt x="18100" y="11247"/>
                  </a:cubicBezTo>
                  <a:cubicBezTo>
                    <a:pt x="17660" y="11080"/>
                    <a:pt x="17242" y="10892"/>
                    <a:pt x="16782" y="10766"/>
                  </a:cubicBezTo>
                  <a:lnTo>
                    <a:pt x="16782" y="10494"/>
                  </a:lnTo>
                  <a:close/>
                  <a:moveTo>
                    <a:pt x="23059" y="9992"/>
                  </a:moveTo>
                  <a:cubicBezTo>
                    <a:pt x="23916" y="10662"/>
                    <a:pt x="24963" y="11185"/>
                    <a:pt x="25967" y="11624"/>
                  </a:cubicBezTo>
                  <a:lnTo>
                    <a:pt x="26009" y="11624"/>
                  </a:lnTo>
                  <a:cubicBezTo>
                    <a:pt x="26030" y="11645"/>
                    <a:pt x="26030" y="11666"/>
                    <a:pt x="26030" y="11708"/>
                  </a:cubicBezTo>
                  <a:lnTo>
                    <a:pt x="26030" y="11729"/>
                  </a:lnTo>
                  <a:cubicBezTo>
                    <a:pt x="26019" y="11723"/>
                    <a:pt x="26004" y="11720"/>
                    <a:pt x="25990" y="11720"/>
                  </a:cubicBezTo>
                  <a:cubicBezTo>
                    <a:pt x="25949" y="11720"/>
                    <a:pt x="25904" y="11740"/>
                    <a:pt x="25904" y="11770"/>
                  </a:cubicBezTo>
                  <a:cubicBezTo>
                    <a:pt x="25025" y="11226"/>
                    <a:pt x="24021" y="10808"/>
                    <a:pt x="23100" y="10369"/>
                  </a:cubicBezTo>
                  <a:lnTo>
                    <a:pt x="23080" y="10369"/>
                  </a:lnTo>
                  <a:cubicBezTo>
                    <a:pt x="23080" y="10243"/>
                    <a:pt x="23059" y="10138"/>
                    <a:pt x="23059" y="9992"/>
                  </a:cubicBezTo>
                  <a:close/>
                  <a:moveTo>
                    <a:pt x="8914" y="8778"/>
                  </a:moveTo>
                  <a:lnTo>
                    <a:pt x="8914" y="8778"/>
                  </a:lnTo>
                  <a:cubicBezTo>
                    <a:pt x="9751" y="9029"/>
                    <a:pt x="10546" y="9260"/>
                    <a:pt x="11383" y="9532"/>
                  </a:cubicBezTo>
                  <a:lnTo>
                    <a:pt x="11383" y="9574"/>
                  </a:lnTo>
                  <a:cubicBezTo>
                    <a:pt x="11530" y="10410"/>
                    <a:pt x="11760" y="11624"/>
                    <a:pt x="10965" y="12189"/>
                  </a:cubicBezTo>
                  <a:cubicBezTo>
                    <a:pt x="10504" y="11666"/>
                    <a:pt x="9709" y="11436"/>
                    <a:pt x="9061" y="11310"/>
                  </a:cubicBezTo>
                  <a:cubicBezTo>
                    <a:pt x="9019" y="10473"/>
                    <a:pt x="8956" y="9636"/>
                    <a:pt x="8914" y="8778"/>
                  </a:cubicBezTo>
                  <a:close/>
                  <a:moveTo>
                    <a:pt x="22619" y="7125"/>
                  </a:moveTo>
                  <a:cubicBezTo>
                    <a:pt x="22828" y="8946"/>
                    <a:pt x="22954" y="10808"/>
                    <a:pt x="23038" y="12691"/>
                  </a:cubicBezTo>
                  <a:cubicBezTo>
                    <a:pt x="22933" y="12691"/>
                    <a:pt x="22828" y="12691"/>
                    <a:pt x="22724" y="12712"/>
                  </a:cubicBezTo>
                  <a:cubicBezTo>
                    <a:pt x="22787" y="11624"/>
                    <a:pt x="22724" y="10515"/>
                    <a:pt x="22682" y="9427"/>
                  </a:cubicBezTo>
                  <a:cubicBezTo>
                    <a:pt x="22661" y="8674"/>
                    <a:pt x="22661" y="7879"/>
                    <a:pt x="22619" y="7125"/>
                  </a:cubicBezTo>
                  <a:close/>
                  <a:moveTo>
                    <a:pt x="3286" y="11352"/>
                  </a:moveTo>
                  <a:cubicBezTo>
                    <a:pt x="4144" y="11394"/>
                    <a:pt x="5085" y="11770"/>
                    <a:pt x="5901" y="11980"/>
                  </a:cubicBezTo>
                  <a:cubicBezTo>
                    <a:pt x="6738" y="12210"/>
                    <a:pt x="7533" y="12482"/>
                    <a:pt x="8391" y="12670"/>
                  </a:cubicBezTo>
                  <a:lnTo>
                    <a:pt x="8433" y="12670"/>
                  </a:lnTo>
                  <a:lnTo>
                    <a:pt x="8433" y="12859"/>
                  </a:lnTo>
                  <a:cubicBezTo>
                    <a:pt x="7491" y="12691"/>
                    <a:pt x="6550" y="12503"/>
                    <a:pt x="5608" y="12252"/>
                  </a:cubicBezTo>
                  <a:cubicBezTo>
                    <a:pt x="4834" y="12043"/>
                    <a:pt x="4039" y="11624"/>
                    <a:pt x="3202" y="11624"/>
                  </a:cubicBezTo>
                  <a:cubicBezTo>
                    <a:pt x="3181" y="11519"/>
                    <a:pt x="3202" y="11415"/>
                    <a:pt x="3286" y="11352"/>
                  </a:cubicBezTo>
                  <a:close/>
                  <a:moveTo>
                    <a:pt x="23059" y="12921"/>
                  </a:moveTo>
                  <a:cubicBezTo>
                    <a:pt x="23205" y="12921"/>
                    <a:pt x="23414" y="13005"/>
                    <a:pt x="23498" y="13172"/>
                  </a:cubicBezTo>
                  <a:cubicBezTo>
                    <a:pt x="23582" y="13319"/>
                    <a:pt x="23519" y="13444"/>
                    <a:pt x="23372" y="13465"/>
                  </a:cubicBezTo>
                  <a:cubicBezTo>
                    <a:pt x="23352" y="13479"/>
                    <a:pt x="23333" y="13484"/>
                    <a:pt x="23315" y="13484"/>
                  </a:cubicBezTo>
                  <a:cubicBezTo>
                    <a:pt x="23279" y="13484"/>
                    <a:pt x="23247" y="13465"/>
                    <a:pt x="23205" y="13465"/>
                  </a:cubicBezTo>
                  <a:lnTo>
                    <a:pt x="23184" y="13465"/>
                  </a:lnTo>
                  <a:lnTo>
                    <a:pt x="23184" y="13403"/>
                  </a:lnTo>
                  <a:cubicBezTo>
                    <a:pt x="23184" y="13361"/>
                    <a:pt x="23184" y="13340"/>
                    <a:pt x="23163" y="13340"/>
                  </a:cubicBezTo>
                  <a:lnTo>
                    <a:pt x="23163" y="13298"/>
                  </a:lnTo>
                  <a:cubicBezTo>
                    <a:pt x="23123" y="13234"/>
                    <a:pt x="23060" y="13210"/>
                    <a:pt x="22992" y="13210"/>
                  </a:cubicBezTo>
                  <a:cubicBezTo>
                    <a:pt x="22882" y="13210"/>
                    <a:pt x="22763" y="13275"/>
                    <a:pt x="22724" y="13340"/>
                  </a:cubicBezTo>
                  <a:cubicBezTo>
                    <a:pt x="22661" y="13403"/>
                    <a:pt x="22640" y="13465"/>
                    <a:pt x="22640" y="13549"/>
                  </a:cubicBezTo>
                  <a:cubicBezTo>
                    <a:pt x="22536" y="13549"/>
                    <a:pt x="22431" y="13444"/>
                    <a:pt x="22410" y="13319"/>
                  </a:cubicBezTo>
                  <a:cubicBezTo>
                    <a:pt x="22347" y="13193"/>
                    <a:pt x="22536" y="13068"/>
                    <a:pt x="22640" y="13005"/>
                  </a:cubicBezTo>
                  <a:cubicBezTo>
                    <a:pt x="22766" y="12921"/>
                    <a:pt x="22933" y="12921"/>
                    <a:pt x="23059" y="12921"/>
                  </a:cubicBezTo>
                  <a:close/>
                  <a:moveTo>
                    <a:pt x="9123" y="12754"/>
                  </a:moveTo>
                  <a:lnTo>
                    <a:pt x="9123" y="12754"/>
                  </a:lnTo>
                  <a:cubicBezTo>
                    <a:pt x="9877" y="12963"/>
                    <a:pt x="10651" y="13089"/>
                    <a:pt x="11383" y="13277"/>
                  </a:cubicBezTo>
                  <a:cubicBezTo>
                    <a:pt x="12157" y="13444"/>
                    <a:pt x="12911" y="13654"/>
                    <a:pt x="13685" y="13821"/>
                  </a:cubicBezTo>
                  <a:lnTo>
                    <a:pt x="13685" y="13842"/>
                  </a:lnTo>
                  <a:cubicBezTo>
                    <a:pt x="13685" y="13863"/>
                    <a:pt x="13727" y="13863"/>
                    <a:pt x="13727" y="13905"/>
                  </a:cubicBezTo>
                  <a:lnTo>
                    <a:pt x="13727" y="14009"/>
                  </a:lnTo>
                  <a:cubicBezTo>
                    <a:pt x="13708" y="13997"/>
                    <a:pt x="13688" y="13992"/>
                    <a:pt x="13668" y="13992"/>
                  </a:cubicBezTo>
                  <a:cubicBezTo>
                    <a:pt x="13618" y="13992"/>
                    <a:pt x="13568" y="14022"/>
                    <a:pt x="13538" y="14051"/>
                  </a:cubicBezTo>
                  <a:cubicBezTo>
                    <a:pt x="12785" y="13800"/>
                    <a:pt x="11969" y="13633"/>
                    <a:pt x="11174" y="13444"/>
                  </a:cubicBezTo>
                  <a:cubicBezTo>
                    <a:pt x="10504" y="13277"/>
                    <a:pt x="9814" y="13089"/>
                    <a:pt x="9144" y="13005"/>
                  </a:cubicBezTo>
                  <a:cubicBezTo>
                    <a:pt x="9144" y="12921"/>
                    <a:pt x="9144" y="12817"/>
                    <a:pt x="9123" y="12754"/>
                  </a:cubicBezTo>
                  <a:close/>
                  <a:moveTo>
                    <a:pt x="13517" y="9720"/>
                  </a:moveTo>
                  <a:cubicBezTo>
                    <a:pt x="14354" y="10076"/>
                    <a:pt x="15212" y="10410"/>
                    <a:pt x="16049" y="10766"/>
                  </a:cubicBezTo>
                  <a:lnTo>
                    <a:pt x="16133" y="10766"/>
                  </a:lnTo>
                  <a:cubicBezTo>
                    <a:pt x="16091" y="11812"/>
                    <a:pt x="16133" y="12859"/>
                    <a:pt x="16133" y="13863"/>
                  </a:cubicBezTo>
                  <a:lnTo>
                    <a:pt x="16133" y="14219"/>
                  </a:lnTo>
                  <a:cubicBezTo>
                    <a:pt x="15583" y="13823"/>
                    <a:pt x="14849" y="13626"/>
                    <a:pt x="14176" y="13626"/>
                  </a:cubicBezTo>
                  <a:cubicBezTo>
                    <a:pt x="14029" y="13626"/>
                    <a:pt x="13886" y="13635"/>
                    <a:pt x="13748" y="13654"/>
                  </a:cubicBezTo>
                  <a:cubicBezTo>
                    <a:pt x="13706" y="13654"/>
                    <a:pt x="13706" y="13695"/>
                    <a:pt x="13706" y="13716"/>
                  </a:cubicBezTo>
                  <a:cubicBezTo>
                    <a:pt x="13455" y="13633"/>
                    <a:pt x="13162" y="13549"/>
                    <a:pt x="12869" y="13465"/>
                  </a:cubicBezTo>
                  <a:cubicBezTo>
                    <a:pt x="13455" y="12294"/>
                    <a:pt x="13748" y="10975"/>
                    <a:pt x="13434" y="9741"/>
                  </a:cubicBezTo>
                  <a:cubicBezTo>
                    <a:pt x="13455" y="9741"/>
                    <a:pt x="13517" y="9741"/>
                    <a:pt x="13517" y="9720"/>
                  </a:cubicBezTo>
                  <a:close/>
                  <a:moveTo>
                    <a:pt x="19941" y="9029"/>
                  </a:moveTo>
                  <a:cubicBezTo>
                    <a:pt x="20067" y="9113"/>
                    <a:pt x="20171" y="9197"/>
                    <a:pt x="20297" y="9239"/>
                  </a:cubicBezTo>
                  <a:cubicBezTo>
                    <a:pt x="20443" y="9322"/>
                    <a:pt x="20569" y="9406"/>
                    <a:pt x="20715" y="9427"/>
                  </a:cubicBezTo>
                  <a:cubicBezTo>
                    <a:pt x="20778" y="9448"/>
                    <a:pt x="20799" y="9469"/>
                    <a:pt x="20799" y="9469"/>
                  </a:cubicBezTo>
                  <a:cubicBezTo>
                    <a:pt x="21008" y="9574"/>
                    <a:pt x="21196" y="9699"/>
                    <a:pt x="21406" y="9804"/>
                  </a:cubicBezTo>
                  <a:cubicBezTo>
                    <a:pt x="21761" y="9992"/>
                    <a:pt x="22159" y="10180"/>
                    <a:pt x="22536" y="10327"/>
                  </a:cubicBezTo>
                  <a:cubicBezTo>
                    <a:pt x="22536" y="11143"/>
                    <a:pt x="22494" y="11959"/>
                    <a:pt x="22556" y="12733"/>
                  </a:cubicBezTo>
                  <a:cubicBezTo>
                    <a:pt x="22368" y="12817"/>
                    <a:pt x="22243" y="12921"/>
                    <a:pt x="22159" y="13110"/>
                  </a:cubicBezTo>
                  <a:cubicBezTo>
                    <a:pt x="22063" y="13396"/>
                    <a:pt x="22229" y="13683"/>
                    <a:pt x="22498" y="13683"/>
                  </a:cubicBezTo>
                  <a:cubicBezTo>
                    <a:pt x="22523" y="13683"/>
                    <a:pt x="22550" y="13680"/>
                    <a:pt x="22577" y="13675"/>
                  </a:cubicBezTo>
                  <a:cubicBezTo>
                    <a:pt x="22598" y="13779"/>
                    <a:pt x="22640" y="13884"/>
                    <a:pt x="22682" y="13967"/>
                  </a:cubicBezTo>
                  <a:cubicBezTo>
                    <a:pt x="22682" y="13988"/>
                    <a:pt x="22703" y="13988"/>
                    <a:pt x="22745" y="13988"/>
                  </a:cubicBezTo>
                  <a:lnTo>
                    <a:pt x="22745" y="14616"/>
                  </a:lnTo>
                  <a:cubicBezTo>
                    <a:pt x="21866" y="14156"/>
                    <a:pt x="20820" y="13758"/>
                    <a:pt x="19836" y="13758"/>
                  </a:cubicBezTo>
                  <a:cubicBezTo>
                    <a:pt x="19941" y="13151"/>
                    <a:pt x="19857" y="12503"/>
                    <a:pt x="19606" y="11875"/>
                  </a:cubicBezTo>
                  <a:cubicBezTo>
                    <a:pt x="19732" y="11770"/>
                    <a:pt x="19774" y="11582"/>
                    <a:pt x="19606" y="11457"/>
                  </a:cubicBezTo>
                  <a:cubicBezTo>
                    <a:pt x="19594" y="11451"/>
                    <a:pt x="19583" y="11448"/>
                    <a:pt x="19574" y="11448"/>
                  </a:cubicBezTo>
                  <a:cubicBezTo>
                    <a:pt x="19552" y="11448"/>
                    <a:pt x="19537" y="11463"/>
                    <a:pt x="19523" y="11478"/>
                  </a:cubicBezTo>
                  <a:cubicBezTo>
                    <a:pt x="19507" y="11485"/>
                    <a:pt x="19489" y="11490"/>
                    <a:pt x="19471" y="11490"/>
                  </a:cubicBezTo>
                  <a:cubicBezTo>
                    <a:pt x="19440" y="11490"/>
                    <a:pt x="19410" y="11476"/>
                    <a:pt x="19397" y="11436"/>
                  </a:cubicBezTo>
                  <a:cubicBezTo>
                    <a:pt x="19418" y="11436"/>
                    <a:pt x="19439" y="11436"/>
                    <a:pt x="19460" y="11415"/>
                  </a:cubicBezTo>
                  <a:cubicBezTo>
                    <a:pt x="20192" y="10829"/>
                    <a:pt x="20171" y="9866"/>
                    <a:pt x="19941" y="9029"/>
                  </a:cubicBezTo>
                  <a:close/>
                  <a:moveTo>
                    <a:pt x="16761" y="10913"/>
                  </a:moveTo>
                  <a:lnTo>
                    <a:pt x="16761" y="10913"/>
                  </a:lnTo>
                  <a:cubicBezTo>
                    <a:pt x="17221" y="11185"/>
                    <a:pt x="17702" y="11394"/>
                    <a:pt x="18183" y="11603"/>
                  </a:cubicBezTo>
                  <a:cubicBezTo>
                    <a:pt x="18497" y="11729"/>
                    <a:pt x="18978" y="12043"/>
                    <a:pt x="19313" y="12043"/>
                  </a:cubicBezTo>
                  <a:cubicBezTo>
                    <a:pt x="19376" y="12043"/>
                    <a:pt x="19418" y="12022"/>
                    <a:pt x="19460" y="12022"/>
                  </a:cubicBezTo>
                  <a:cubicBezTo>
                    <a:pt x="19795" y="13193"/>
                    <a:pt x="19564" y="14491"/>
                    <a:pt x="18748" y="15411"/>
                  </a:cubicBezTo>
                  <a:cubicBezTo>
                    <a:pt x="18651" y="15508"/>
                    <a:pt x="18392" y="15857"/>
                    <a:pt x="18205" y="15857"/>
                  </a:cubicBezTo>
                  <a:cubicBezTo>
                    <a:pt x="18190" y="15857"/>
                    <a:pt x="18176" y="15855"/>
                    <a:pt x="18162" y="15851"/>
                  </a:cubicBezTo>
                  <a:cubicBezTo>
                    <a:pt x="18079" y="15830"/>
                    <a:pt x="17953" y="15516"/>
                    <a:pt x="17870" y="15432"/>
                  </a:cubicBezTo>
                  <a:cubicBezTo>
                    <a:pt x="17577" y="15097"/>
                    <a:pt x="17284" y="14825"/>
                    <a:pt x="16886" y="14616"/>
                  </a:cubicBezTo>
                  <a:cubicBezTo>
                    <a:pt x="16886" y="14574"/>
                    <a:pt x="16865" y="14574"/>
                    <a:pt x="16823" y="14574"/>
                  </a:cubicBezTo>
                  <a:cubicBezTo>
                    <a:pt x="16823" y="14428"/>
                    <a:pt x="16802" y="14260"/>
                    <a:pt x="16802" y="14135"/>
                  </a:cubicBezTo>
                  <a:cubicBezTo>
                    <a:pt x="16761" y="13068"/>
                    <a:pt x="16782" y="11980"/>
                    <a:pt x="16761" y="10913"/>
                  </a:cubicBezTo>
                  <a:close/>
                  <a:moveTo>
                    <a:pt x="23038" y="10557"/>
                  </a:moveTo>
                  <a:lnTo>
                    <a:pt x="23038" y="10557"/>
                  </a:lnTo>
                  <a:cubicBezTo>
                    <a:pt x="23916" y="11038"/>
                    <a:pt x="24837" y="11561"/>
                    <a:pt x="25800" y="11938"/>
                  </a:cubicBezTo>
                  <a:cubicBezTo>
                    <a:pt x="25800" y="11959"/>
                    <a:pt x="25800" y="11959"/>
                    <a:pt x="25821" y="11959"/>
                  </a:cubicBezTo>
                  <a:lnTo>
                    <a:pt x="25925" y="11959"/>
                  </a:lnTo>
                  <a:cubicBezTo>
                    <a:pt x="26637" y="13486"/>
                    <a:pt x="25904" y="14867"/>
                    <a:pt x="25130" y="16206"/>
                  </a:cubicBezTo>
                  <a:cubicBezTo>
                    <a:pt x="24879" y="15495"/>
                    <a:pt x="23896" y="15118"/>
                    <a:pt x="23268" y="14867"/>
                  </a:cubicBezTo>
                  <a:lnTo>
                    <a:pt x="23205" y="14867"/>
                  </a:lnTo>
                  <a:cubicBezTo>
                    <a:pt x="23184" y="14470"/>
                    <a:pt x="23184" y="14072"/>
                    <a:pt x="23163" y="13695"/>
                  </a:cubicBezTo>
                  <a:lnTo>
                    <a:pt x="23163" y="13695"/>
                  </a:lnTo>
                  <a:cubicBezTo>
                    <a:pt x="23210" y="13732"/>
                    <a:pt x="23263" y="13747"/>
                    <a:pt x="23317" y="13747"/>
                  </a:cubicBezTo>
                  <a:cubicBezTo>
                    <a:pt x="23484" y="13747"/>
                    <a:pt x="23665" y="13602"/>
                    <a:pt x="23728" y="13444"/>
                  </a:cubicBezTo>
                  <a:cubicBezTo>
                    <a:pt x="23896" y="13068"/>
                    <a:pt x="23498" y="12754"/>
                    <a:pt x="23142" y="12691"/>
                  </a:cubicBezTo>
                  <a:lnTo>
                    <a:pt x="23100" y="12691"/>
                  </a:lnTo>
                  <a:cubicBezTo>
                    <a:pt x="23100" y="11980"/>
                    <a:pt x="23080" y="11247"/>
                    <a:pt x="23038" y="10557"/>
                  </a:cubicBezTo>
                  <a:close/>
                  <a:moveTo>
                    <a:pt x="13852" y="13716"/>
                  </a:moveTo>
                  <a:cubicBezTo>
                    <a:pt x="14271" y="13758"/>
                    <a:pt x="14689" y="13821"/>
                    <a:pt x="15108" y="13947"/>
                  </a:cubicBezTo>
                  <a:cubicBezTo>
                    <a:pt x="15463" y="14051"/>
                    <a:pt x="15819" y="14239"/>
                    <a:pt x="16154" y="14365"/>
                  </a:cubicBezTo>
                  <a:cubicBezTo>
                    <a:pt x="16133" y="15097"/>
                    <a:pt x="16133" y="15851"/>
                    <a:pt x="16154" y="16625"/>
                  </a:cubicBezTo>
                  <a:cubicBezTo>
                    <a:pt x="15547" y="16269"/>
                    <a:pt x="14919" y="15955"/>
                    <a:pt x="14313" y="15704"/>
                  </a:cubicBezTo>
                  <a:cubicBezTo>
                    <a:pt x="14187" y="15160"/>
                    <a:pt x="14041" y="14595"/>
                    <a:pt x="13831" y="14135"/>
                  </a:cubicBezTo>
                  <a:cubicBezTo>
                    <a:pt x="13936" y="14051"/>
                    <a:pt x="13957" y="13905"/>
                    <a:pt x="13873" y="13800"/>
                  </a:cubicBezTo>
                  <a:cubicBezTo>
                    <a:pt x="13873" y="13800"/>
                    <a:pt x="13852" y="13800"/>
                    <a:pt x="13852" y="13758"/>
                  </a:cubicBezTo>
                  <a:lnTo>
                    <a:pt x="13852" y="13716"/>
                  </a:lnTo>
                  <a:close/>
                  <a:moveTo>
                    <a:pt x="14375" y="15872"/>
                  </a:moveTo>
                  <a:lnTo>
                    <a:pt x="14375" y="15872"/>
                  </a:lnTo>
                  <a:cubicBezTo>
                    <a:pt x="14919" y="16185"/>
                    <a:pt x="15526" y="16457"/>
                    <a:pt x="16091" y="16708"/>
                  </a:cubicBezTo>
                  <a:lnTo>
                    <a:pt x="16175" y="16708"/>
                  </a:lnTo>
                  <a:cubicBezTo>
                    <a:pt x="16154" y="16792"/>
                    <a:pt x="16154" y="16897"/>
                    <a:pt x="16154" y="17001"/>
                  </a:cubicBezTo>
                  <a:cubicBezTo>
                    <a:pt x="15965" y="16855"/>
                    <a:pt x="15735" y="16750"/>
                    <a:pt x="15526" y="16667"/>
                  </a:cubicBezTo>
                  <a:cubicBezTo>
                    <a:pt x="15296" y="16562"/>
                    <a:pt x="15045" y="16457"/>
                    <a:pt x="14815" y="16374"/>
                  </a:cubicBezTo>
                  <a:cubicBezTo>
                    <a:pt x="14731" y="16332"/>
                    <a:pt x="14668" y="16311"/>
                    <a:pt x="14585" y="16248"/>
                  </a:cubicBezTo>
                  <a:lnTo>
                    <a:pt x="14417" y="16164"/>
                  </a:lnTo>
                  <a:cubicBezTo>
                    <a:pt x="14396" y="16060"/>
                    <a:pt x="14396" y="15997"/>
                    <a:pt x="14375" y="15872"/>
                  </a:cubicBezTo>
                  <a:close/>
                  <a:moveTo>
                    <a:pt x="19795" y="13988"/>
                  </a:moveTo>
                  <a:cubicBezTo>
                    <a:pt x="20799" y="14093"/>
                    <a:pt x="21719" y="14553"/>
                    <a:pt x="22724" y="14763"/>
                  </a:cubicBezTo>
                  <a:lnTo>
                    <a:pt x="22745" y="14763"/>
                  </a:lnTo>
                  <a:cubicBezTo>
                    <a:pt x="22745" y="15641"/>
                    <a:pt x="22745" y="16562"/>
                    <a:pt x="22766" y="17441"/>
                  </a:cubicBezTo>
                  <a:cubicBezTo>
                    <a:pt x="21573" y="17064"/>
                    <a:pt x="20443" y="16583"/>
                    <a:pt x="19271" y="16081"/>
                  </a:cubicBezTo>
                  <a:cubicBezTo>
                    <a:pt x="19230" y="16060"/>
                    <a:pt x="19209" y="16060"/>
                    <a:pt x="19188" y="16060"/>
                  </a:cubicBezTo>
                  <a:lnTo>
                    <a:pt x="19125" y="16060"/>
                  </a:lnTo>
                  <a:cubicBezTo>
                    <a:pt x="19062" y="16081"/>
                    <a:pt x="18958" y="16227"/>
                    <a:pt x="18958" y="16269"/>
                  </a:cubicBezTo>
                  <a:cubicBezTo>
                    <a:pt x="18916" y="16374"/>
                    <a:pt x="18916" y="16478"/>
                    <a:pt x="18978" y="16562"/>
                  </a:cubicBezTo>
                  <a:cubicBezTo>
                    <a:pt x="18967" y="16559"/>
                    <a:pt x="18957" y="16558"/>
                    <a:pt x="18948" y="16558"/>
                  </a:cubicBezTo>
                  <a:cubicBezTo>
                    <a:pt x="18885" y="16558"/>
                    <a:pt x="18856" y="16615"/>
                    <a:pt x="18874" y="16688"/>
                  </a:cubicBezTo>
                  <a:cubicBezTo>
                    <a:pt x="18978" y="16876"/>
                    <a:pt x="19083" y="17043"/>
                    <a:pt x="19167" y="17252"/>
                  </a:cubicBezTo>
                  <a:cubicBezTo>
                    <a:pt x="19188" y="17315"/>
                    <a:pt x="19313" y="17817"/>
                    <a:pt x="19292" y="17838"/>
                  </a:cubicBezTo>
                  <a:cubicBezTo>
                    <a:pt x="19271" y="17838"/>
                    <a:pt x="19230" y="17880"/>
                    <a:pt x="19230" y="17901"/>
                  </a:cubicBezTo>
                  <a:cubicBezTo>
                    <a:pt x="18476" y="17524"/>
                    <a:pt x="17723" y="17169"/>
                    <a:pt x="16928" y="16939"/>
                  </a:cubicBezTo>
                  <a:cubicBezTo>
                    <a:pt x="16907" y="16227"/>
                    <a:pt x="16865" y="15495"/>
                    <a:pt x="16823" y="14783"/>
                  </a:cubicBezTo>
                  <a:lnTo>
                    <a:pt x="16823" y="14783"/>
                  </a:lnTo>
                  <a:cubicBezTo>
                    <a:pt x="17409" y="15097"/>
                    <a:pt x="17807" y="15516"/>
                    <a:pt x="18079" y="16123"/>
                  </a:cubicBezTo>
                  <a:cubicBezTo>
                    <a:pt x="18108" y="16152"/>
                    <a:pt x="18148" y="16182"/>
                    <a:pt x="18192" y="16182"/>
                  </a:cubicBezTo>
                  <a:cubicBezTo>
                    <a:pt x="18209" y="16182"/>
                    <a:pt x="18228" y="16177"/>
                    <a:pt x="18246" y="16164"/>
                  </a:cubicBezTo>
                  <a:cubicBezTo>
                    <a:pt x="19062" y="15641"/>
                    <a:pt x="19606" y="14867"/>
                    <a:pt x="19795" y="13988"/>
                  </a:cubicBezTo>
                  <a:close/>
                  <a:moveTo>
                    <a:pt x="19271" y="16248"/>
                  </a:moveTo>
                  <a:cubicBezTo>
                    <a:pt x="20359" y="16834"/>
                    <a:pt x="21573" y="17273"/>
                    <a:pt x="22766" y="17629"/>
                  </a:cubicBezTo>
                  <a:lnTo>
                    <a:pt x="22766" y="18006"/>
                  </a:lnTo>
                  <a:cubicBezTo>
                    <a:pt x="21950" y="17566"/>
                    <a:pt x="20966" y="17127"/>
                    <a:pt x="20025" y="16918"/>
                  </a:cubicBezTo>
                  <a:cubicBezTo>
                    <a:pt x="19920" y="16834"/>
                    <a:pt x="19732" y="16750"/>
                    <a:pt x="19606" y="16688"/>
                  </a:cubicBezTo>
                  <a:cubicBezTo>
                    <a:pt x="19439" y="16604"/>
                    <a:pt x="19292" y="16541"/>
                    <a:pt x="19104" y="16541"/>
                  </a:cubicBezTo>
                  <a:cubicBezTo>
                    <a:pt x="19083" y="16478"/>
                    <a:pt x="19083" y="16395"/>
                    <a:pt x="19125" y="16353"/>
                  </a:cubicBezTo>
                  <a:cubicBezTo>
                    <a:pt x="19167" y="16311"/>
                    <a:pt x="19209" y="16269"/>
                    <a:pt x="19271" y="16248"/>
                  </a:cubicBezTo>
                  <a:close/>
                  <a:moveTo>
                    <a:pt x="3307" y="11750"/>
                  </a:moveTo>
                  <a:lnTo>
                    <a:pt x="3307" y="11750"/>
                  </a:lnTo>
                  <a:cubicBezTo>
                    <a:pt x="4123" y="11917"/>
                    <a:pt x="4897" y="12252"/>
                    <a:pt x="5713" y="12461"/>
                  </a:cubicBezTo>
                  <a:cubicBezTo>
                    <a:pt x="6613" y="12691"/>
                    <a:pt x="7491" y="12879"/>
                    <a:pt x="8412" y="13026"/>
                  </a:cubicBezTo>
                  <a:lnTo>
                    <a:pt x="8454" y="13026"/>
                  </a:lnTo>
                  <a:cubicBezTo>
                    <a:pt x="8517" y="14867"/>
                    <a:pt x="8559" y="16688"/>
                    <a:pt x="8642" y="18529"/>
                  </a:cubicBezTo>
                  <a:cubicBezTo>
                    <a:pt x="7705" y="18039"/>
                    <a:pt x="6431" y="17688"/>
                    <a:pt x="5250" y="17688"/>
                  </a:cubicBezTo>
                  <a:cubicBezTo>
                    <a:pt x="4716" y="17688"/>
                    <a:pt x="4202" y="17759"/>
                    <a:pt x="3746" y="17922"/>
                  </a:cubicBezTo>
                  <a:cubicBezTo>
                    <a:pt x="4332" y="16980"/>
                    <a:pt x="4583" y="15913"/>
                    <a:pt x="4478" y="14804"/>
                  </a:cubicBezTo>
                  <a:cubicBezTo>
                    <a:pt x="4374" y="13800"/>
                    <a:pt x="3955" y="12587"/>
                    <a:pt x="3307" y="11750"/>
                  </a:cubicBezTo>
                  <a:close/>
                  <a:moveTo>
                    <a:pt x="23038" y="13382"/>
                  </a:moveTo>
                  <a:cubicBezTo>
                    <a:pt x="23038" y="15181"/>
                    <a:pt x="23059" y="17043"/>
                    <a:pt x="23393" y="18822"/>
                  </a:cubicBezTo>
                  <a:cubicBezTo>
                    <a:pt x="23352" y="18822"/>
                    <a:pt x="23310" y="18780"/>
                    <a:pt x="23268" y="18780"/>
                  </a:cubicBezTo>
                  <a:cubicBezTo>
                    <a:pt x="23240" y="18774"/>
                    <a:pt x="23210" y="18772"/>
                    <a:pt x="23180" y="18772"/>
                  </a:cubicBezTo>
                  <a:cubicBezTo>
                    <a:pt x="23097" y="18772"/>
                    <a:pt x="23010" y="18791"/>
                    <a:pt x="22933" y="18822"/>
                  </a:cubicBezTo>
                  <a:cubicBezTo>
                    <a:pt x="22954" y="18424"/>
                    <a:pt x="22954" y="18048"/>
                    <a:pt x="22954" y="17671"/>
                  </a:cubicBezTo>
                  <a:cubicBezTo>
                    <a:pt x="22996" y="17629"/>
                    <a:pt x="22996" y="17566"/>
                    <a:pt x="22954" y="17524"/>
                  </a:cubicBezTo>
                  <a:cubicBezTo>
                    <a:pt x="22954" y="16248"/>
                    <a:pt x="22933" y="14951"/>
                    <a:pt x="22870" y="13654"/>
                  </a:cubicBezTo>
                  <a:cubicBezTo>
                    <a:pt x="22870" y="13633"/>
                    <a:pt x="22849" y="13622"/>
                    <a:pt x="22826" y="13622"/>
                  </a:cubicBezTo>
                  <a:cubicBezTo>
                    <a:pt x="22802" y="13622"/>
                    <a:pt x="22776" y="13633"/>
                    <a:pt x="22766" y="13654"/>
                  </a:cubicBezTo>
                  <a:cubicBezTo>
                    <a:pt x="22766" y="13612"/>
                    <a:pt x="22766" y="13549"/>
                    <a:pt x="22787" y="13507"/>
                  </a:cubicBezTo>
                  <a:cubicBezTo>
                    <a:pt x="22828" y="13444"/>
                    <a:pt x="22870" y="13403"/>
                    <a:pt x="22933" y="13382"/>
                  </a:cubicBezTo>
                  <a:close/>
                  <a:moveTo>
                    <a:pt x="16970" y="16980"/>
                  </a:moveTo>
                  <a:lnTo>
                    <a:pt x="16970" y="16980"/>
                  </a:lnTo>
                  <a:cubicBezTo>
                    <a:pt x="17618" y="17462"/>
                    <a:pt x="18434" y="17734"/>
                    <a:pt x="19167" y="18048"/>
                  </a:cubicBezTo>
                  <a:cubicBezTo>
                    <a:pt x="19481" y="18194"/>
                    <a:pt x="19795" y="18341"/>
                    <a:pt x="20108" y="18466"/>
                  </a:cubicBezTo>
                  <a:cubicBezTo>
                    <a:pt x="20255" y="18550"/>
                    <a:pt x="20422" y="18613"/>
                    <a:pt x="20590" y="18675"/>
                  </a:cubicBezTo>
                  <a:cubicBezTo>
                    <a:pt x="20673" y="18717"/>
                    <a:pt x="20757" y="18738"/>
                    <a:pt x="20841" y="18780"/>
                  </a:cubicBezTo>
                  <a:cubicBezTo>
                    <a:pt x="21071" y="18843"/>
                    <a:pt x="21280" y="18989"/>
                    <a:pt x="21406" y="19198"/>
                  </a:cubicBezTo>
                  <a:lnTo>
                    <a:pt x="21385" y="19198"/>
                  </a:lnTo>
                  <a:cubicBezTo>
                    <a:pt x="19899" y="18613"/>
                    <a:pt x="18455" y="17922"/>
                    <a:pt x="16991" y="17273"/>
                  </a:cubicBezTo>
                  <a:cubicBezTo>
                    <a:pt x="16991" y="17169"/>
                    <a:pt x="16991" y="17085"/>
                    <a:pt x="16970" y="16980"/>
                  </a:cubicBezTo>
                  <a:close/>
                  <a:moveTo>
                    <a:pt x="23152" y="19024"/>
                  </a:moveTo>
                  <a:cubicBezTo>
                    <a:pt x="23222" y="19024"/>
                    <a:pt x="23291" y="19034"/>
                    <a:pt x="23352" y="19052"/>
                  </a:cubicBezTo>
                  <a:cubicBezTo>
                    <a:pt x="23456" y="19052"/>
                    <a:pt x="23603" y="19136"/>
                    <a:pt x="23707" y="19240"/>
                  </a:cubicBezTo>
                  <a:cubicBezTo>
                    <a:pt x="23875" y="19387"/>
                    <a:pt x="23916" y="19784"/>
                    <a:pt x="23603" y="19784"/>
                  </a:cubicBezTo>
                  <a:cubicBezTo>
                    <a:pt x="23582" y="19784"/>
                    <a:pt x="23561" y="19805"/>
                    <a:pt x="23519" y="19826"/>
                  </a:cubicBezTo>
                  <a:cubicBezTo>
                    <a:pt x="23498" y="19680"/>
                    <a:pt x="23477" y="19554"/>
                    <a:pt x="23456" y="19408"/>
                  </a:cubicBezTo>
                  <a:cubicBezTo>
                    <a:pt x="23456" y="19387"/>
                    <a:pt x="23456" y="19387"/>
                    <a:pt x="23414" y="19387"/>
                  </a:cubicBezTo>
                  <a:cubicBezTo>
                    <a:pt x="23398" y="19306"/>
                    <a:pt x="23281" y="19275"/>
                    <a:pt x="23200" y="19275"/>
                  </a:cubicBezTo>
                  <a:cubicBezTo>
                    <a:pt x="23177" y="19275"/>
                    <a:pt x="23156" y="19277"/>
                    <a:pt x="23142" y="19282"/>
                  </a:cubicBezTo>
                  <a:cubicBezTo>
                    <a:pt x="23080" y="19303"/>
                    <a:pt x="23038" y="19345"/>
                    <a:pt x="22996" y="19366"/>
                  </a:cubicBezTo>
                  <a:cubicBezTo>
                    <a:pt x="22975" y="19366"/>
                    <a:pt x="22933" y="19387"/>
                    <a:pt x="22933" y="19449"/>
                  </a:cubicBezTo>
                  <a:cubicBezTo>
                    <a:pt x="22933" y="19554"/>
                    <a:pt x="22933" y="19659"/>
                    <a:pt x="22891" y="19763"/>
                  </a:cubicBezTo>
                  <a:cubicBezTo>
                    <a:pt x="22619" y="19721"/>
                    <a:pt x="22515" y="19408"/>
                    <a:pt x="22682" y="19198"/>
                  </a:cubicBezTo>
                  <a:cubicBezTo>
                    <a:pt x="22801" y="19080"/>
                    <a:pt x="22982" y="19024"/>
                    <a:pt x="23152" y="19024"/>
                  </a:cubicBezTo>
                  <a:close/>
                  <a:moveTo>
                    <a:pt x="23477" y="17796"/>
                  </a:moveTo>
                  <a:lnTo>
                    <a:pt x="23477" y="17796"/>
                  </a:lnTo>
                  <a:cubicBezTo>
                    <a:pt x="24105" y="18194"/>
                    <a:pt x="24816" y="18571"/>
                    <a:pt x="25549" y="18864"/>
                  </a:cubicBezTo>
                  <a:cubicBezTo>
                    <a:pt x="26302" y="19177"/>
                    <a:pt x="27055" y="19408"/>
                    <a:pt x="27808" y="19784"/>
                  </a:cubicBezTo>
                  <a:cubicBezTo>
                    <a:pt x="27808" y="19805"/>
                    <a:pt x="27850" y="19868"/>
                    <a:pt x="27850" y="19889"/>
                  </a:cubicBezTo>
                  <a:cubicBezTo>
                    <a:pt x="27850" y="19931"/>
                    <a:pt x="27808" y="19993"/>
                    <a:pt x="27787" y="20035"/>
                  </a:cubicBezTo>
                  <a:lnTo>
                    <a:pt x="27745" y="20035"/>
                  </a:lnTo>
                  <a:cubicBezTo>
                    <a:pt x="26323" y="19387"/>
                    <a:pt x="24921" y="18738"/>
                    <a:pt x="23498" y="18152"/>
                  </a:cubicBezTo>
                  <a:cubicBezTo>
                    <a:pt x="23498" y="18027"/>
                    <a:pt x="23477" y="17901"/>
                    <a:pt x="23477" y="17796"/>
                  </a:cubicBezTo>
                  <a:close/>
                  <a:moveTo>
                    <a:pt x="8600" y="7125"/>
                  </a:moveTo>
                  <a:cubicBezTo>
                    <a:pt x="8726" y="9553"/>
                    <a:pt x="8872" y="11959"/>
                    <a:pt x="9040" y="14386"/>
                  </a:cubicBezTo>
                  <a:cubicBezTo>
                    <a:pt x="9186" y="16750"/>
                    <a:pt x="9270" y="19157"/>
                    <a:pt x="9605" y="21458"/>
                  </a:cubicBezTo>
                  <a:lnTo>
                    <a:pt x="8914" y="21228"/>
                  </a:lnTo>
                  <a:cubicBezTo>
                    <a:pt x="8872" y="20412"/>
                    <a:pt x="8872" y="19596"/>
                    <a:pt x="8851" y="18780"/>
                  </a:cubicBezTo>
                  <a:cubicBezTo>
                    <a:pt x="8914" y="18738"/>
                    <a:pt x="8935" y="18633"/>
                    <a:pt x="8851" y="18571"/>
                  </a:cubicBezTo>
                  <a:cubicBezTo>
                    <a:pt x="8726" y="14804"/>
                    <a:pt x="8538" y="10996"/>
                    <a:pt x="8496" y="7167"/>
                  </a:cubicBezTo>
                  <a:lnTo>
                    <a:pt x="8496" y="7125"/>
                  </a:lnTo>
                  <a:close/>
                  <a:moveTo>
                    <a:pt x="9165" y="13110"/>
                  </a:moveTo>
                  <a:lnTo>
                    <a:pt x="9165" y="13110"/>
                  </a:lnTo>
                  <a:cubicBezTo>
                    <a:pt x="9856" y="13340"/>
                    <a:pt x="10546" y="13486"/>
                    <a:pt x="11258" y="13654"/>
                  </a:cubicBezTo>
                  <a:cubicBezTo>
                    <a:pt x="12011" y="13842"/>
                    <a:pt x="12785" y="14051"/>
                    <a:pt x="13538" y="14177"/>
                  </a:cubicBezTo>
                  <a:cubicBezTo>
                    <a:pt x="14061" y="15432"/>
                    <a:pt x="14271" y="16855"/>
                    <a:pt x="14187" y="18215"/>
                  </a:cubicBezTo>
                  <a:cubicBezTo>
                    <a:pt x="14145" y="18926"/>
                    <a:pt x="13978" y="19596"/>
                    <a:pt x="13664" y="20245"/>
                  </a:cubicBezTo>
                  <a:cubicBezTo>
                    <a:pt x="13476" y="20642"/>
                    <a:pt x="13120" y="21040"/>
                    <a:pt x="12994" y="21458"/>
                  </a:cubicBezTo>
                  <a:cubicBezTo>
                    <a:pt x="12262" y="20245"/>
                    <a:pt x="10965" y="19345"/>
                    <a:pt x="9605" y="18926"/>
                  </a:cubicBezTo>
                  <a:cubicBezTo>
                    <a:pt x="9500" y="17378"/>
                    <a:pt x="9354" y="15809"/>
                    <a:pt x="9249" y="14260"/>
                  </a:cubicBezTo>
                  <a:cubicBezTo>
                    <a:pt x="9228" y="13863"/>
                    <a:pt x="9186" y="13507"/>
                    <a:pt x="9165" y="13110"/>
                  </a:cubicBezTo>
                  <a:close/>
                  <a:moveTo>
                    <a:pt x="9647" y="19052"/>
                  </a:moveTo>
                  <a:cubicBezTo>
                    <a:pt x="10714" y="19617"/>
                    <a:pt x="11592" y="20307"/>
                    <a:pt x="12471" y="21144"/>
                  </a:cubicBezTo>
                  <a:cubicBezTo>
                    <a:pt x="12325" y="21291"/>
                    <a:pt x="12283" y="21563"/>
                    <a:pt x="12178" y="21751"/>
                  </a:cubicBezTo>
                  <a:cubicBezTo>
                    <a:pt x="12095" y="21898"/>
                    <a:pt x="11906" y="22086"/>
                    <a:pt x="11885" y="22274"/>
                  </a:cubicBezTo>
                  <a:cubicBezTo>
                    <a:pt x="11237" y="22023"/>
                    <a:pt x="10567" y="21814"/>
                    <a:pt x="9919" y="21605"/>
                  </a:cubicBezTo>
                  <a:lnTo>
                    <a:pt x="9688" y="21542"/>
                  </a:lnTo>
                  <a:lnTo>
                    <a:pt x="9709" y="21500"/>
                  </a:lnTo>
                  <a:cubicBezTo>
                    <a:pt x="9709" y="20642"/>
                    <a:pt x="9688" y="19868"/>
                    <a:pt x="9647" y="19052"/>
                  </a:cubicBezTo>
                  <a:close/>
                  <a:moveTo>
                    <a:pt x="14396" y="16332"/>
                  </a:moveTo>
                  <a:lnTo>
                    <a:pt x="14396" y="16332"/>
                  </a:lnTo>
                  <a:cubicBezTo>
                    <a:pt x="14480" y="16374"/>
                    <a:pt x="14585" y="16436"/>
                    <a:pt x="14668" y="16457"/>
                  </a:cubicBezTo>
                  <a:cubicBezTo>
                    <a:pt x="14919" y="16583"/>
                    <a:pt x="15191" y="16688"/>
                    <a:pt x="15442" y="16834"/>
                  </a:cubicBezTo>
                  <a:cubicBezTo>
                    <a:pt x="15652" y="16939"/>
                    <a:pt x="15882" y="17106"/>
                    <a:pt x="16133" y="17169"/>
                  </a:cubicBezTo>
                  <a:cubicBezTo>
                    <a:pt x="16133" y="17566"/>
                    <a:pt x="16154" y="17922"/>
                    <a:pt x="16154" y="18320"/>
                  </a:cubicBezTo>
                  <a:cubicBezTo>
                    <a:pt x="16196" y="20245"/>
                    <a:pt x="16258" y="22190"/>
                    <a:pt x="16300" y="24157"/>
                  </a:cubicBezTo>
                  <a:cubicBezTo>
                    <a:pt x="15442" y="23802"/>
                    <a:pt x="14501" y="23697"/>
                    <a:pt x="13580" y="23655"/>
                  </a:cubicBezTo>
                  <a:cubicBezTo>
                    <a:pt x="13455" y="23362"/>
                    <a:pt x="13350" y="23048"/>
                    <a:pt x="13245" y="22734"/>
                  </a:cubicBezTo>
                  <a:cubicBezTo>
                    <a:pt x="13234" y="22690"/>
                    <a:pt x="13205" y="22669"/>
                    <a:pt x="13177" y="22669"/>
                  </a:cubicBezTo>
                  <a:cubicBezTo>
                    <a:pt x="13153" y="22669"/>
                    <a:pt x="13130" y="22684"/>
                    <a:pt x="13120" y="22714"/>
                  </a:cubicBezTo>
                  <a:cubicBezTo>
                    <a:pt x="12722" y="22546"/>
                    <a:pt x="12367" y="22400"/>
                    <a:pt x="11969" y="22274"/>
                  </a:cubicBezTo>
                  <a:cubicBezTo>
                    <a:pt x="12157" y="22190"/>
                    <a:pt x="12262" y="21981"/>
                    <a:pt x="12325" y="21856"/>
                  </a:cubicBezTo>
                  <a:cubicBezTo>
                    <a:pt x="12429" y="21688"/>
                    <a:pt x="12576" y="21458"/>
                    <a:pt x="12597" y="21270"/>
                  </a:cubicBezTo>
                  <a:lnTo>
                    <a:pt x="12890" y="21563"/>
                  </a:lnTo>
                  <a:cubicBezTo>
                    <a:pt x="12900" y="21573"/>
                    <a:pt x="12916" y="21578"/>
                    <a:pt x="12934" y="21578"/>
                  </a:cubicBezTo>
                  <a:cubicBezTo>
                    <a:pt x="12952" y="21578"/>
                    <a:pt x="12973" y="21573"/>
                    <a:pt x="12994" y="21563"/>
                  </a:cubicBezTo>
                  <a:cubicBezTo>
                    <a:pt x="13455" y="21395"/>
                    <a:pt x="13748" y="20809"/>
                    <a:pt x="13957" y="20391"/>
                  </a:cubicBezTo>
                  <a:cubicBezTo>
                    <a:pt x="14250" y="19805"/>
                    <a:pt x="14417" y="19177"/>
                    <a:pt x="14480" y="18550"/>
                  </a:cubicBezTo>
                  <a:cubicBezTo>
                    <a:pt x="14564" y="17838"/>
                    <a:pt x="14522" y="17085"/>
                    <a:pt x="14396" y="16332"/>
                  </a:cubicBezTo>
                  <a:close/>
                  <a:moveTo>
                    <a:pt x="19083" y="16667"/>
                  </a:moveTo>
                  <a:cubicBezTo>
                    <a:pt x="19188" y="16750"/>
                    <a:pt x="19334" y="16792"/>
                    <a:pt x="19481" y="16855"/>
                  </a:cubicBezTo>
                  <a:cubicBezTo>
                    <a:pt x="19585" y="16897"/>
                    <a:pt x="19711" y="16960"/>
                    <a:pt x="19815" y="16980"/>
                  </a:cubicBezTo>
                  <a:cubicBezTo>
                    <a:pt x="20736" y="17462"/>
                    <a:pt x="21803" y="17817"/>
                    <a:pt x="22766" y="18131"/>
                  </a:cubicBezTo>
                  <a:cubicBezTo>
                    <a:pt x="22766" y="18361"/>
                    <a:pt x="22787" y="18613"/>
                    <a:pt x="22787" y="18843"/>
                  </a:cubicBezTo>
                  <a:cubicBezTo>
                    <a:pt x="22598" y="18926"/>
                    <a:pt x="22431" y="19052"/>
                    <a:pt x="22368" y="19261"/>
                  </a:cubicBezTo>
                  <a:cubicBezTo>
                    <a:pt x="22305" y="19575"/>
                    <a:pt x="22515" y="19889"/>
                    <a:pt x="22828" y="19889"/>
                  </a:cubicBezTo>
                  <a:lnTo>
                    <a:pt x="22849" y="19889"/>
                  </a:lnTo>
                  <a:cubicBezTo>
                    <a:pt x="22828" y="21437"/>
                    <a:pt x="22849" y="23006"/>
                    <a:pt x="22849" y="24576"/>
                  </a:cubicBezTo>
                  <a:cubicBezTo>
                    <a:pt x="22441" y="24323"/>
                    <a:pt x="21925" y="24197"/>
                    <a:pt x="21435" y="24197"/>
                  </a:cubicBezTo>
                  <a:cubicBezTo>
                    <a:pt x="21397" y="24197"/>
                    <a:pt x="21359" y="24198"/>
                    <a:pt x="21322" y="24199"/>
                  </a:cubicBezTo>
                  <a:cubicBezTo>
                    <a:pt x="21468" y="23802"/>
                    <a:pt x="21594" y="23383"/>
                    <a:pt x="21678" y="22965"/>
                  </a:cubicBezTo>
                  <a:cubicBezTo>
                    <a:pt x="21803" y="22379"/>
                    <a:pt x="21845" y="21751"/>
                    <a:pt x="21845" y="21123"/>
                  </a:cubicBezTo>
                  <a:cubicBezTo>
                    <a:pt x="21845" y="20600"/>
                    <a:pt x="21887" y="19868"/>
                    <a:pt x="21573" y="19408"/>
                  </a:cubicBezTo>
                  <a:cubicBezTo>
                    <a:pt x="22117" y="18968"/>
                    <a:pt x="20987" y="18675"/>
                    <a:pt x="20736" y="18571"/>
                  </a:cubicBezTo>
                  <a:cubicBezTo>
                    <a:pt x="20318" y="18403"/>
                    <a:pt x="19857" y="18215"/>
                    <a:pt x="19439" y="18006"/>
                  </a:cubicBezTo>
                  <a:cubicBezTo>
                    <a:pt x="19585" y="17838"/>
                    <a:pt x="19481" y="17524"/>
                    <a:pt x="19418" y="17357"/>
                  </a:cubicBezTo>
                  <a:cubicBezTo>
                    <a:pt x="19334" y="17106"/>
                    <a:pt x="19209" y="16876"/>
                    <a:pt x="19062" y="16667"/>
                  </a:cubicBezTo>
                  <a:close/>
                  <a:moveTo>
                    <a:pt x="6508" y="20935"/>
                  </a:moveTo>
                  <a:cubicBezTo>
                    <a:pt x="6675" y="21646"/>
                    <a:pt x="7094" y="22316"/>
                    <a:pt x="7450" y="22923"/>
                  </a:cubicBezTo>
                  <a:cubicBezTo>
                    <a:pt x="7784" y="23488"/>
                    <a:pt x="8140" y="24095"/>
                    <a:pt x="8559" y="24618"/>
                  </a:cubicBezTo>
                  <a:cubicBezTo>
                    <a:pt x="7178" y="24806"/>
                    <a:pt x="5797" y="25015"/>
                    <a:pt x="4416" y="25203"/>
                  </a:cubicBezTo>
                  <a:cubicBezTo>
                    <a:pt x="3077" y="25350"/>
                    <a:pt x="1717" y="25455"/>
                    <a:pt x="377" y="25685"/>
                  </a:cubicBezTo>
                  <a:cubicBezTo>
                    <a:pt x="1005" y="24283"/>
                    <a:pt x="1465" y="22797"/>
                    <a:pt x="1926" y="21333"/>
                  </a:cubicBezTo>
                  <a:cubicBezTo>
                    <a:pt x="2064" y="21345"/>
                    <a:pt x="2201" y="21350"/>
                    <a:pt x="2337" y="21350"/>
                  </a:cubicBezTo>
                  <a:cubicBezTo>
                    <a:pt x="2906" y="21350"/>
                    <a:pt x="3465" y="21262"/>
                    <a:pt x="4039" y="21228"/>
                  </a:cubicBezTo>
                  <a:cubicBezTo>
                    <a:pt x="4855" y="21144"/>
                    <a:pt x="5629" y="21061"/>
                    <a:pt x="6445" y="20956"/>
                  </a:cubicBezTo>
                  <a:cubicBezTo>
                    <a:pt x="6466" y="20956"/>
                    <a:pt x="6508" y="20956"/>
                    <a:pt x="6508" y="20935"/>
                  </a:cubicBezTo>
                  <a:close/>
                  <a:moveTo>
                    <a:pt x="17012" y="17462"/>
                  </a:moveTo>
                  <a:lnTo>
                    <a:pt x="17012" y="17462"/>
                  </a:lnTo>
                  <a:cubicBezTo>
                    <a:pt x="18351" y="18215"/>
                    <a:pt x="19857" y="18864"/>
                    <a:pt x="21364" y="19408"/>
                  </a:cubicBezTo>
                  <a:lnTo>
                    <a:pt x="21427" y="19408"/>
                  </a:lnTo>
                  <a:cubicBezTo>
                    <a:pt x="21427" y="19408"/>
                    <a:pt x="21468" y="19408"/>
                    <a:pt x="21468" y="19449"/>
                  </a:cubicBezTo>
                  <a:cubicBezTo>
                    <a:pt x="21479" y="19460"/>
                    <a:pt x="21495" y="19465"/>
                    <a:pt x="21510" y="19465"/>
                  </a:cubicBezTo>
                  <a:cubicBezTo>
                    <a:pt x="21526" y="19465"/>
                    <a:pt x="21542" y="19460"/>
                    <a:pt x="21552" y="19449"/>
                  </a:cubicBezTo>
                  <a:lnTo>
                    <a:pt x="21552" y="19449"/>
                  </a:lnTo>
                  <a:cubicBezTo>
                    <a:pt x="21427" y="19931"/>
                    <a:pt x="21594" y="20517"/>
                    <a:pt x="21594" y="21019"/>
                  </a:cubicBezTo>
                  <a:cubicBezTo>
                    <a:pt x="21594" y="21688"/>
                    <a:pt x="21510" y="22337"/>
                    <a:pt x="21385" y="23006"/>
                  </a:cubicBezTo>
                  <a:cubicBezTo>
                    <a:pt x="21113" y="24178"/>
                    <a:pt x="20631" y="25266"/>
                    <a:pt x="19941" y="26271"/>
                  </a:cubicBezTo>
                  <a:cubicBezTo>
                    <a:pt x="19376" y="25434"/>
                    <a:pt x="18497" y="24618"/>
                    <a:pt x="17493" y="24408"/>
                  </a:cubicBezTo>
                  <a:cubicBezTo>
                    <a:pt x="17326" y="22483"/>
                    <a:pt x="17179" y="20537"/>
                    <a:pt x="17074" y="18633"/>
                  </a:cubicBezTo>
                  <a:cubicBezTo>
                    <a:pt x="17033" y="18236"/>
                    <a:pt x="17012" y="17838"/>
                    <a:pt x="17012" y="17462"/>
                  </a:cubicBezTo>
                  <a:close/>
                  <a:moveTo>
                    <a:pt x="6613" y="20726"/>
                  </a:moveTo>
                  <a:cubicBezTo>
                    <a:pt x="7680" y="21123"/>
                    <a:pt x="8810" y="21374"/>
                    <a:pt x="9877" y="21772"/>
                  </a:cubicBezTo>
                  <a:cubicBezTo>
                    <a:pt x="10965" y="22128"/>
                    <a:pt x="12053" y="22546"/>
                    <a:pt x="13141" y="22944"/>
                  </a:cubicBezTo>
                  <a:lnTo>
                    <a:pt x="13162" y="22944"/>
                  </a:lnTo>
                  <a:cubicBezTo>
                    <a:pt x="13455" y="24471"/>
                    <a:pt x="14313" y="25664"/>
                    <a:pt x="15442" y="26626"/>
                  </a:cubicBezTo>
                  <a:cubicBezTo>
                    <a:pt x="14480" y="26354"/>
                    <a:pt x="13476" y="26103"/>
                    <a:pt x="12513" y="25831"/>
                  </a:cubicBezTo>
                  <a:cubicBezTo>
                    <a:pt x="11341" y="25455"/>
                    <a:pt x="10170" y="24994"/>
                    <a:pt x="8956" y="24680"/>
                  </a:cubicBezTo>
                  <a:cubicBezTo>
                    <a:pt x="8538" y="24053"/>
                    <a:pt x="8077" y="23446"/>
                    <a:pt x="7680" y="22797"/>
                  </a:cubicBezTo>
                  <a:cubicBezTo>
                    <a:pt x="7282" y="22128"/>
                    <a:pt x="7031" y="21395"/>
                    <a:pt x="6613" y="20768"/>
                  </a:cubicBezTo>
                  <a:lnTo>
                    <a:pt x="6613" y="20726"/>
                  </a:lnTo>
                  <a:close/>
                  <a:moveTo>
                    <a:pt x="13748" y="23885"/>
                  </a:moveTo>
                  <a:lnTo>
                    <a:pt x="13748" y="23885"/>
                  </a:lnTo>
                  <a:cubicBezTo>
                    <a:pt x="14626" y="23969"/>
                    <a:pt x="15463" y="24178"/>
                    <a:pt x="16363" y="24325"/>
                  </a:cubicBezTo>
                  <a:cubicBezTo>
                    <a:pt x="16384" y="25224"/>
                    <a:pt x="16405" y="26103"/>
                    <a:pt x="16447" y="27024"/>
                  </a:cubicBezTo>
                  <a:cubicBezTo>
                    <a:pt x="15317" y="26187"/>
                    <a:pt x="14375" y="25162"/>
                    <a:pt x="13748" y="23885"/>
                  </a:cubicBezTo>
                  <a:close/>
                  <a:moveTo>
                    <a:pt x="23477" y="18320"/>
                  </a:moveTo>
                  <a:lnTo>
                    <a:pt x="23477" y="18320"/>
                  </a:lnTo>
                  <a:cubicBezTo>
                    <a:pt x="24837" y="18968"/>
                    <a:pt x="26239" y="19575"/>
                    <a:pt x="27662" y="20182"/>
                  </a:cubicBezTo>
                  <a:lnTo>
                    <a:pt x="27704" y="20182"/>
                  </a:lnTo>
                  <a:cubicBezTo>
                    <a:pt x="27704" y="20203"/>
                    <a:pt x="27704" y="20203"/>
                    <a:pt x="27745" y="20224"/>
                  </a:cubicBezTo>
                  <a:cubicBezTo>
                    <a:pt x="28394" y="22797"/>
                    <a:pt x="27997" y="25455"/>
                    <a:pt x="26302" y="27526"/>
                  </a:cubicBezTo>
                  <a:cubicBezTo>
                    <a:pt x="25988" y="26312"/>
                    <a:pt x="25172" y="25308"/>
                    <a:pt x="24000" y="24848"/>
                  </a:cubicBezTo>
                  <a:cubicBezTo>
                    <a:pt x="24000" y="24785"/>
                    <a:pt x="24000" y="24701"/>
                    <a:pt x="23979" y="24639"/>
                  </a:cubicBezTo>
                  <a:cubicBezTo>
                    <a:pt x="23833" y="23132"/>
                    <a:pt x="23812" y="21542"/>
                    <a:pt x="23561" y="20014"/>
                  </a:cubicBezTo>
                  <a:lnTo>
                    <a:pt x="23603" y="20014"/>
                  </a:lnTo>
                  <a:cubicBezTo>
                    <a:pt x="23896" y="19993"/>
                    <a:pt x="24105" y="19721"/>
                    <a:pt x="24084" y="19449"/>
                  </a:cubicBezTo>
                  <a:cubicBezTo>
                    <a:pt x="24042" y="19157"/>
                    <a:pt x="23770" y="18947"/>
                    <a:pt x="23498" y="18843"/>
                  </a:cubicBezTo>
                  <a:lnTo>
                    <a:pt x="23498" y="18822"/>
                  </a:lnTo>
                  <a:cubicBezTo>
                    <a:pt x="23498" y="18654"/>
                    <a:pt x="23477" y="18466"/>
                    <a:pt x="23477" y="18320"/>
                  </a:cubicBezTo>
                  <a:close/>
                  <a:moveTo>
                    <a:pt x="8538" y="24890"/>
                  </a:moveTo>
                  <a:lnTo>
                    <a:pt x="8538" y="24890"/>
                  </a:lnTo>
                  <a:cubicBezTo>
                    <a:pt x="7910" y="25434"/>
                    <a:pt x="7366" y="26103"/>
                    <a:pt x="6843" y="26773"/>
                  </a:cubicBezTo>
                  <a:cubicBezTo>
                    <a:pt x="6822" y="26815"/>
                    <a:pt x="6822" y="26835"/>
                    <a:pt x="6843" y="26898"/>
                  </a:cubicBezTo>
                  <a:cubicBezTo>
                    <a:pt x="6822" y="26898"/>
                    <a:pt x="6780" y="26919"/>
                    <a:pt x="6759" y="26940"/>
                  </a:cubicBezTo>
                  <a:lnTo>
                    <a:pt x="4730" y="27254"/>
                  </a:lnTo>
                  <a:cubicBezTo>
                    <a:pt x="3997" y="27359"/>
                    <a:pt x="3181" y="27421"/>
                    <a:pt x="2449" y="27631"/>
                  </a:cubicBezTo>
                  <a:cubicBezTo>
                    <a:pt x="1821" y="27003"/>
                    <a:pt x="1089" y="26459"/>
                    <a:pt x="419" y="25831"/>
                  </a:cubicBezTo>
                  <a:cubicBezTo>
                    <a:pt x="1863" y="25768"/>
                    <a:pt x="3286" y="25559"/>
                    <a:pt x="4667" y="25371"/>
                  </a:cubicBezTo>
                  <a:cubicBezTo>
                    <a:pt x="5943" y="25224"/>
                    <a:pt x="7261" y="25057"/>
                    <a:pt x="8538" y="24890"/>
                  </a:cubicBezTo>
                  <a:close/>
                  <a:moveTo>
                    <a:pt x="16512" y="9387"/>
                  </a:moveTo>
                  <a:cubicBezTo>
                    <a:pt x="16541" y="9387"/>
                    <a:pt x="16570" y="9404"/>
                    <a:pt x="16593" y="9427"/>
                  </a:cubicBezTo>
                  <a:cubicBezTo>
                    <a:pt x="16468" y="10913"/>
                    <a:pt x="16593" y="12461"/>
                    <a:pt x="16656" y="13947"/>
                  </a:cubicBezTo>
                  <a:cubicBezTo>
                    <a:pt x="16656" y="15537"/>
                    <a:pt x="16698" y="17085"/>
                    <a:pt x="16782" y="18613"/>
                  </a:cubicBezTo>
                  <a:cubicBezTo>
                    <a:pt x="16928" y="21646"/>
                    <a:pt x="17179" y="24680"/>
                    <a:pt x="17493" y="27672"/>
                  </a:cubicBezTo>
                  <a:cubicBezTo>
                    <a:pt x="17200" y="27526"/>
                    <a:pt x="16928" y="27338"/>
                    <a:pt x="16677" y="27149"/>
                  </a:cubicBezTo>
                  <a:lnTo>
                    <a:pt x="16593" y="24325"/>
                  </a:lnTo>
                  <a:cubicBezTo>
                    <a:pt x="16656" y="24325"/>
                    <a:pt x="16698" y="24241"/>
                    <a:pt x="16656" y="24220"/>
                  </a:cubicBezTo>
                  <a:cubicBezTo>
                    <a:pt x="16614" y="24220"/>
                    <a:pt x="16614" y="24220"/>
                    <a:pt x="16593" y="24199"/>
                  </a:cubicBezTo>
                  <a:cubicBezTo>
                    <a:pt x="16551" y="22211"/>
                    <a:pt x="16468" y="20245"/>
                    <a:pt x="16405" y="18257"/>
                  </a:cubicBezTo>
                  <a:cubicBezTo>
                    <a:pt x="16384" y="16980"/>
                    <a:pt x="16342" y="15683"/>
                    <a:pt x="16342" y="14386"/>
                  </a:cubicBezTo>
                  <a:lnTo>
                    <a:pt x="16342" y="14386"/>
                  </a:lnTo>
                  <a:cubicBezTo>
                    <a:pt x="16350" y="14394"/>
                    <a:pt x="16357" y="14397"/>
                    <a:pt x="16364" y="14397"/>
                  </a:cubicBezTo>
                  <a:cubicBezTo>
                    <a:pt x="16390" y="14397"/>
                    <a:pt x="16401" y="14336"/>
                    <a:pt x="16384" y="14302"/>
                  </a:cubicBezTo>
                  <a:lnTo>
                    <a:pt x="16342" y="14260"/>
                  </a:lnTo>
                  <a:lnTo>
                    <a:pt x="16342" y="13905"/>
                  </a:lnTo>
                  <a:cubicBezTo>
                    <a:pt x="16300" y="12398"/>
                    <a:pt x="16384" y="10913"/>
                    <a:pt x="16363" y="9448"/>
                  </a:cubicBezTo>
                  <a:cubicBezTo>
                    <a:pt x="16384" y="9448"/>
                    <a:pt x="16405" y="9448"/>
                    <a:pt x="16447" y="9427"/>
                  </a:cubicBezTo>
                  <a:cubicBezTo>
                    <a:pt x="16466" y="9399"/>
                    <a:pt x="16489" y="9387"/>
                    <a:pt x="16512" y="9387"/>
                  </a:cubicBezTo>
                  <a:close/>
                  <a:moveTo>
                    <a:pt x="6864" y="27212"/>
                  </a:moveTo>
                  <a:cubicBezTo>
                    <a:pt x="7198" y="27421"/>
                    <a:pt x="7512" y="27672"/>
                    <a:pt x="7784" y="27965"/>
                  </a:cubicBezTo>
                  <a:cubicBezTo>
                    <a:pt x="5901" y="28070"/>
                    <a:pt x="3997" y="28196"/>
                    <a:pt x="2135" y="28447"/>
                  </a:cubicBezTo>
                  <a:cubicBezTo>
                    <a:pt x="2240" y="28196"/>
                    <a:pt x="2365" y="27986"/>
                    <a:pt x="2553" y="27819"/>
                  </a:cubicBezTo>
                  <a:cubicBezTo>
                    <a:pt x="2574" y="27777"/>
                    <a:pt x="2574" y="27777"/>
                    <a:pt x="2574" y="27756"/>
                  </a:cubicBezTo>
                  <a:cubicBezTo>
                    <a:pt x="2623" y="27758"/>
                    <a:pt x="2672" y="27758"/>
                    <a:pt x="2721" y="27758"/>
                  </a:cubicBezTo>
                  <a:cubicBezTo>
                    <a:pt x="3329" y="27758"/>
                    <a:pt x="3982" y="27645"/>
                    <a:pt x="4562" y="27568"/>
                  </a:cubicBezTo>
                  <a:cubicBezTo>
                    <a:pt x="5315" y="27463"/>
                    <a:pt x="6110" y="27359"/>
                    <a:pt x="6864" y="27212"/>
                  </a:cubicBezTo>
                  <a:close/>
                  <a:moveTo>
                    <a:pt x="21217" y="24408"/>
                  </a:moveTo>
                  <a:cubicBezTo>
                    <a:pt x="21782" y="24471"/>
                    <a:pt x="22263" y="24576"/>
                    <a:pt x="22828" y="24722"/>
                  </a:cubicBezTo>
                  <a:cubicBezTo>
                    <a:pt x="22849" y="25873"/>
                    <a:pt x="22828" y="27003"/>
                    <a:pt x="22828" y="28154"/>
                  </a:cubicBezTo>
                  <a:cubicBezTo>
                    <a:pt x="21510" y="28175"/>
                    <a:pt x="20318" y="28279"/>
                    <a:pt x="18999" y="28488"/>
                  </a:cubicBezTo>
                  <a:cubicBezTo>
                    <a:pt x="18581" y="28300"/>
                    <a:pt x="18162" y="28091"/>
                    <a:pt x="17744" y="27861"/>
                  </a:cubicBezTo>
                  <a:lnTo>
                    <a:pt x="17744" y="27840"/>
                  </a:lnTo>
                  <a:cubicBezTo>
                    <a:pt x="17639" y="26773"/>
                    <a:pt x="17535" y="25685"/>
                    <a:pt x="17451" y="24618"/>
                  </a:cubicBezTo>
                  <a:lnTo>
                    <a:pt x="17451" y="24618"/>
                  </a:lnTo>
                  <a:cubicBezTo>
                    <a:pt x="18393" y="25141"/>
                    <a:pt x="19188" y="25643"/>
                    <a:pt x="19753" y="26605"/>
                  </a:cubicBezTo>
                  <a:cubicBezTo>
                    <a:pt x="19782" y="26655"/>
                    <a:pt x="19831" y="26676"/>
                    <a:pt x="19880" y="26676"/>
                  </a:cubicBezTo>
                  <a:cubicBezTo>
                    <a:pt x="19935" y="26676"/>
                    <a:pt x="19992" y="26649"/>
                    <a:pt x="20025" y="26605"/>
                  </a:cubicBezTo>
                  <a:cubicBezTo>
                    <a:pt x="20506" y="25936"/>
                    <a:pt x="20945" y="25203"/>
                    <a:pt x="21217" y="24408"/>
                  </a:cubicBezTo>
                  <a:close/>
                  <a:moveTo>
                    <a:pt x="33541" y="25559"/>
                  </a:moveTo>
                  <a:lnTo>
                    <a:pt x="33541" y="25559"/>
                  </a:lnTo>
                  <a:cubicBezTo>
                    <a:pt x="31888" y="26605"/>
                    <a:pt x="30256" y="27631"/>
                    <a:pt x="28541" y="28614"/>
                  </a:cubicBezTo>
                  <a:cubicBezTo>
                    <a:pt x="28520" y="28614"/>
                    <a:pt x="28478" y="28614"/>
                    <a:pt x="28436" y="28656"/>
                  </a:cubicBezTo>
                  <a:lnTo>
                    <a:pt x="28415" y="28677"/>
                  </a:lnTo>
                  <a:cubicBezTo>
                    <a:pt x="28394" y="28593"/>
                    <a:pt x="28331" y="28551"/>
                    <a:pt x="28289" y="28488"/>
                  </a:cubicBezTo>
                  <a:cubicBezTo>
                    <a:pt x="30005" y="27463"/>
                    <a:pt x="31763" y="26459"/>
                    <a:pt x="33541" y="25559"/>
                  </a:cubicBezTo>
                  <a:close/>
                  <a:moveTo>
                    <a:pt x="7889" y="28154"/>
                  </a:moveTo>
                  <a:cubicBezTo>
                    <a:pt x="8098" y="28405"/>
                    <a:pt x="8245" y="28677"/>
                    <a:pt x="8412" y="28970"/>
                  </a:cubicBezTo>
                  <a:cubicBezTo>
                    <a:pt x="8064" y="28963"/>
                    <a:pt x="7715" y="28960"/>
                    <a:pt x="7367" y="28960"/>
                  </a:cubicBezTo>
                  <a:cubicBezTo>
                    <a:pt x="5492" y="28960"/>
                    <a:pt x="3607" y="29046"/>
                    <a:pt x="1737" y="29116"/>
                  </a:cubicBezTo>
                  <a:cubicBezTo>
                    <a:pt x="1821" y="28907"/>
                    <a:pt x="1926" y="28719"/>
                    <a:pt x="2030" y="28551"/>
                  </a:cubicBezTo>
                  <a:cubicBezTo>
                    <a:pt x="3955" y="28488"/>
                    <a:pt x="5943" y="28342"/>
                    <a:pt x="7868" y="28154"/>
                  </a:cubicBezTo>
                  <a:close/>
                  <a:moveTo>
                    <a:pt x="9019" y="24806"/>
                  </a:moveTo>
                  <a:cubicBezTo>
                    <a:pt x="10065" y="25329"/>
                    <a:pt x="11216" y="25685"/>
                    <a:pt x="12325" y="26040"/>
                  </a:cubicBezTo>
                  <a:cubicBezTo>
                    <a:pt x="13517" y="26396"/>
                    <a:pt x="14710" y="26794"/>
                    <a:pt x="15945" y="27003"/>
                  </a:cubicBezTo>
                  <a:cubicBezTo>
                    <a:pt x="17012" y="27840"/>
                    <a:pt x="18267" y="28488"/>
                    <a:pt x="19481" y="28970"/>
                  </a:cubicBezTo>
                  <a:cubicBezTo>
                    <a:pt x="20108" y="29221"/>
                    <a:pt x="20799" y="29493"/>
                    <a:pt x="21531" y="29723"/>
                  </a:cubicBezTo>
                  <a:cubicBezTo>
                    <a:pt x="20694" y="29597"/>
                    <a:pt x="19899" y="29388"/>
                    <a:pt x="19083" y="29095"/>
                  </a:cubicBezTo>
                  <a:cubicBezTo>
                    <a:pt x="17932" y="28698"/>
                    <a:pt x="16823" y="28091"/>
                    <a:pt x="15673" y="27672"/>
                  </a:cubicBezTo>
                  <a:cubicBezTo>
                    <a:pt x="14522" y="27254"/>
                    <a:pt x="13329" y="26940"/>
                    <a:pt x="12178" y="26522"/>
                  </a:cubicBezTo>
                  <a:cubicBezTo>
                    <a:pt x="11007" y="26103"/>
                    <a:pt x="9793" y="25664"/>
                    <a:pt x="8559" y="25350"/>
                  </a:cubicBezTo>
                  <a:lnTo>
                    <a:pt x="8872" y="24952"/>
                  </a:lnTo>
                  <a:cubicBezTo>
                    <a:pt x="8914" y="24931"/>
                    <a:pt x="8914" y="24911"/>
                    <a:pt x="8914" y="24890"/>
                  </a:cubicBezTo>
                  <a:cubicBezTo>
                    <a:pt x="8956" y="24890"/>
                    <a:pt x="8977" y="24848"/>
                    <a:pt x="9019" y="24806"/>
                  </a:cubicBezTo>
                  <a:close/>
                  <a:moveTo>
                    <a:pt x="22828" y="28237"/>
                  </a:moveTo>
                  <a:lnTo>
                    <a:pt x="22828" y="29807"/>
                  </a:lnTo>
                  <a:cubicBezTo>
                    <a:pt x="21699" y="29535"/>
                    <a:pt x="20548" y="29116"/>
                    <a:pt x="19543" y="28698"/>
                  </a:cubicBezTo>
                  <a:cubicBezTo>
                    <a:pt x="19439" y="28656"/>
                    <a:pt x="19334" y="28614"/>
                    <a:pt x="19230" y="28572"/>
                  </a:cubicBezTo>
                  <a:cubicBezTo>
                    <a:pt x="20422" y="28384"/>
                    <a:pt x="21636" y="28279"/>
                    <a:pt x="22828" y="28237"/>
                  </a:cubicBezTo>
                  <a:close/>
                  <a:moveTo>
                    <a:pt x="8538" y="29179"/>
                  </a:moveTo>
                  <a:cubicBezTo>
                    <a:pt x="8621" y="29346"/>
                    <a:pt x="8705" y="29556"/>
                    <a:pt x="8747" y="29744"/>
                  </a:cubicBezTo>
                  <a:cubicBezTo>
                    <a:pt x="6341" y="29765"/>
                    <a:pt x="3934" y="29807"/>
                    <a:pt x="1528" y="29869"/>
                  </a:cubicBezTo>
                  <a:cubicBezTo>
                    <a:pt x="1549" y="29639"/>
                    <a:pt x="1633" y="29430"/>
                    <a:pt x="1717" y="29221"/>
                  </a:cubicBezTo>
                  <a:cubicBezTo>
                    <a:pt x="2857" y="29231"/>
                    <a:pt x="3992" y="29247"/>
                    <a:pt x="5127" y="29247"/>
                  </a:cubicBezTo>
                  <a:cubicBezTo>
                    <a:pt x="6262" y="29247"/>
                    <a:pt x="7397" y="29231"/>
                    <a:pt x="8538" y="29179"/>
                  </a:cubicBezTo>
                  <a:close/>
                  <a:moveTo>
                    <a:pt x="28310" y="29116"/>
                  </a:moveTo>
                  <a:lnTo>
                    <a:pt x="28310" y="29116"/>
                  </a:lnTo>
                  <a:cubicBezTo>
                    <a:pt x="28269" y="29304"/>
                    <a:pt x="28206" y="29493"/>
                    <a:pt x="28164" y="29702"/>
                  </a:cubicBezTo>
                  <a:cubicBezTo>
                    <a:pt x="27787" y="29744"/>
                    <a:pt x="27432" y="29848"/>
                    <a:pt x="27076" y="29953"/>
                  </a:cubicBezTo>
                  <a:cubicBezTo>
                    <a:pt x="27536" y="29765"/>
                    <a:pt x="27934" y="29493"/>
                    <a:pt x="28310" y="29116"/>
                  </a:cubicBezTo>
                  <a:close/>
                  <a:moveTo>
                    <a:pt x="23247" y="19470"/>
                  </a:moveTo>
                  <a:cubicBezTo>
                    <a:pt x="23268" y="19491"/>
                    <a:pt x="23289" y="19512"/>
                    <a:pt x="23352" y="19512"/>
                  </a:cubicBezTo>
                  <a:cubicBezTo>
                    <a:pt x="23289" y="21249"/>
                    <a:pt x="23582" y="23048"/>
                    <a:pt x="23728" y="24806"/>
                  </a:cubicBezTo>
                  <a:cubicBezTo>
                    <a:pt x="23896" y="26522"/>
                    <a:pt x="24042" y="28279"/>
                    <a:pt x="24209" y="30037"/>
                  </a:cubicBezTo>
                  <a:cubicBezTo>
                    <a:pt x="23833" y="30016"/>
                    <a:pt x="23456" y="29932"/>
                    <a:pt x="23080" y="29848"/>
                  </a:cubicBezTo>
                  <a:cubicBezTo>
                    <a:pt x="23100" y="28133"/>
                    <a:pt x="23080" y="26375"/>
                    <a:pt x="23080" y="24639"/>
                  </a:cubicBezTo>
                  <a:cubicBezTo>
                    <a:pt x="23080" y="22923"/>
                    <a:pt x="23163" y="21186"/>
                    <a:pt x="23059" y="19491"/>
                  </a:cubicBezTo>
                  <a:cubicBezTo>
                    <a:pt x="23080" y="19470"/>
                    <a:pt x="23142" y="19470"/>
                    <a:pt x="23163" y="19470"/>
                  </a:cubicBezTo>
                  <a:close/>
                  <a:moveTo>
                    <a:pt x="27377" y="28433"/>
                  </a:moveTo>
                  <a:cubicBezTo>
                    <a:pt x="27778" y="28433"/>
                    <a:pt x="28157" y="28493"/>
                    <a:pt x="28310" y="28719"/>
                  </a:cubicBezTo>
                  <a:lnTo>
                    <a:pt x="28331" y="28760"/>
                  </a:lnTo>
                  <a:cubicBezTo>
                    <a:pt x="27355" y="29700"/>
                    <a:pt x="26183" y="30056"/>
                    <a:pt x="24932" y="30056"/>
                  </a:cubicBezTo>
                  <a:cubicBezTo>
                    <a:pt x="24762" y="30056"/>
                    <a:pt x="24591" y="30049"/>
                    <a:pt x="24419" y="30037"/>
                  </a:cubicBezTo>
                  <a:cubicBezTo>
                    <a:pt x="24356" y="29514"/>
                    <a:pt x="24335" y="29012"/>
                    <a:pt x="24293" y="28488"/>
                  </a:cubicBezTo>
                  <a:lnTo>
                    <a:pt x="24293" y="28488"/>
                  </a:lnTo>
                  <a:cubicBezTo>
                    <a:pt x="24617" y="28530"/>
                    <a:pt x="24947" y="28546"/>
                    <a:pt x="25279" y="28546"/>
                  </a:cubicBezTo>
                  <a:cubicBezTo>
                    <a:pt x="25611" y="28546"/>
                    <a:pt x="25946" y="28530"/>
                    <a:pt x="26281" y="28509"/>
                  </a:cubicBezTo>
                  <a:cubicBezTo>
                    <a:pt x="26516" y="28499"/>
                    <a:pt x="26958" y="28433"/>
                    <a:pt x="27377" y="28433"/>
                  </a:cubicBezTo>
                  <a:close/>
                  <a:moveTo>
                    <a:pt x="8810" y="30016"/>
                  </a:moveTo>
                  <a:cubicBezTo>
                    <a:pt x="8831" y="30162"/>
                    <a:pt x="8851" y="30351"/>
                    <a:pt x="8872" y="30539"/>
                  </a:cubicBezTo>
                  <a:lnTo>
                    <a:pt x="8872" y="30602"/>
                  </a:lnTo>
                  <a:cubicBezTo>
                    <a:pt x="8439" y="30541"/>
                    <a:pt x="7994" y="30516"/>
                    <a:pt x="7548" y="30516"/>
                  </a:cubicBezTo>
                  <a:cubicBezTo>
                    <a:pt x="6768" y="30516"/>
                    <a:pt x="5985" y="30592"/>
                    <a:pt x="5253" y="30685"/>
                  </a:cubicBezTo>
                  <a:cubicBezTo>
                    <a:pt x="5169" y="30455"/>
                    <a:pt x="5064" y="30246"/>
                    <a:pt x="4960" y="30016"/>
                  </a:cubicBezTo>
                  <a:close/>
                  <a:moveTo>
                    <a:pt x="1507" y="29953"/>
                  </a:moveTo>
                  <a:cubicBezTo>
                    <a:pt x="2574" y="29974"/>
                    <a:pt x="3641" y="29974"/>
                    <a:pt x="4730" y="29974"/>
                  </a:cubicBezTo>
                  <a:cubicBezTo>
                    <a:pt x="4688" y="30225"/>
                    <a:pt x="4667" y="30455"/>
                    <a:pt x="4646" y="30706"/>
                  </a:cubicBezTo>
                  <a:cubicBezTo>
                    <a:pt x="4625" y="30685"/>
                    <a:pt x="4562" y="30665"/>
                    <a:pt x="4541" y="30665"/>
                  </a:cubicBezTo>
                  <a:cubicBezTo>
                    <a:pt x="3742" y="30728"/>
                    <a:pt x="2955" y="30756"/>
                    <a:pt x="2162" y="30756"/>
                  </a:cubicBezTo>
                  <a:cubicBezTo>
                    <a:pt x="1916" y="30756"/>
                    <a:pt x="1671" y="30753"/>
                    <a:pt x="1424" y="30748"/>
                  </a:cubicBezTo>
                  <a:cubicBezTo>
                    <a:pt x="1424" y="30476"/>
                    <a:pt x="1445" y="30225"/>
                    <a:pt x="1507" y="29953"/>
                  </a:cubicBezTo>
                  <a:close/>
                  <a:moveTo>
                    <a:pt x="8475" y="25455"/>
                  </a:moveTo>
                  <a:cubicBezTo>
                    <a:pt x="10839" y="26459"/>
                    <a:pt x="13329" y="27087"/>
                    <a:pt x="15735" y="27965"/>
                  </a:cubicBezTo>
                  <a:cubicBezTo>
                    <a:pt x="16907" y="28405"/>
                    <a:pt x="18037" y="28991"/>
                    <a:pt x="19230" y="29409"/>
                  </a:cubicBezTo>
                  <a:cubicBezTo>
                    <a:pt x="20380" y="29807"/>
                    <a:pt x="21594" y="30037"/>
                    <a:pt x="22787" y="30141"/>
                  </a:cubicBezTo>
                  <a:cubicBezTo>
                    <a:pt x="22828" y="30141"/>
                    <a:pt x="22849" y="30141"/>
                    <a:pt x="22870" y="30121"/>
                  </a:cubicBezTo>
                  <a:cubicBezTo>
                    <a:pt x="23598" y="30271"/>
                    <a:pt x="24319" y="30369"/>
                    <a:pt x="25014" y="30369"/>
                  </a:cubicBezTo>
                  <a:cubicBezTo>
                    <a:pt x="25477" y="30369"/>
                    <a:pt x="25929" y="30326"/>
                    <a:pt x="26365" y="30225"/>
                  </a:cubicBezTo>
                  <a:cubicBezTo>
                    <a:pt x="26448" y="30243"/>
                    <a:pt x="26531" y="30251"/>
                    <a:pt x="26613" y="30251"/>
                  </a:cubicBezTo>
                  <a:cubicBezTo>
                    <a:pt x="26822" y="30251"/>
                    <a:pt x="27027" y="30201"/>
                    <a:pt x="27222" y="30141"/>
                  </a:cubicBezTo>
                  <a:cubicBezTo>
                    <a:pt x="27494" y="30058"/>
                    <a:pt x="27787" y="29974"/>
                    <a:pt x="28080" y="29869"/>
                  </a:cubicBezTo>
                  <a:lnTo>
                    <a:pt x="28080" y="29869"/>
                  </a:lnTo>
                  <a:cubicBezTo>
                    <a:pt x="28059" y="30016"/>
                    <a:pt x="27997" y="30183"/>
                    <a:pt x="27913" y="30372"/>
                  </a:cubicBezTo>
                  <a:cubicBezTo>
                    <a:pt x="27215" y="30524"/>
                    <a:pt x="26514" y="30587"/>
                    <a:pt x="25814" y="30587"/>
                  </a:cubicBezTo>
                  <a:cubicBezTo>
                    <a:pt x="24687" y="30587"/>
                    <a:pt x="23561" y="30424"/>
                    <a:pt x="22452" y="30204"/>
                  </a:cubicBezTo>
                  <a:cubicBezTo>
                    <a:pt x="20799" y="29911"/>
                    <a:pt x="19167" y="29514"/>
                    <a:pt x="17535" y="29116"/>
                  </a:cubicBezTo>
                  <a:cubicBezTo>
                    <a:pt x="14271" y="28279"/>
                    <a:pt x="11132" y="27191"/>
                    <a:pt x="7973" y="26061"/>
                  </a:cubicBezTo>
                  <a:cubicBezTo>
                    <a:pt x="7961" y="26053"/>
                    <a:pt x="7950" y="26050"/>
                    <a:pt x="7941" y="26050"/>
                  </a:cubicBezTo>
                  <a:cubicBezTo>
                    <a:pt x="7904" y="26050"/>
                    <a:pt x="7897" y="26111"/>
                    <a:pt x="7931" y="26145"/>
                  </a:cubicBezTo>
                  <a:cubicBezTo>
                    <a:pt x="11132" y="27526"/>
                    <a:pt x="14501" y="28572"/>
                    <a:pt x="17849" y="29409"/>
                  </a:cubicBezTo>
                  <a:cubicBezTo>
                    <a:pt x="19543" y="29848"/>
                    <a:pt x="21280" y="30225"/>
                    <a:pt x="23038" y="30539"/>
                  </a:cubicBezTo>
                  <a:cubicBezTo>
                    <a:pt x="23942" y="30682"/>
                    <a:pt x="24853" y="30784"/>
                    <a:pt x="25763" y="30784"/>
                  </a:cubicBezTo>
                  <a:cubicBezTo>
                    <a:pt x="26454" y="30784"/>
                    <a:pt x="27143" y="30725"/>
                    <a:pt x="27829" y="30581"/>
                  </a:cubicBezTo>
                  <a:lnTo>
                    <a:pt x="27829" y="30581"/>
                  </a:lnTo>
                  <a:cubicBezTo>
                    <a:pt x="27808" y="30685"/>
                    <a:pt x="27766" y="30769"/>
                    <a:pt x="27704" y="30874"/>
                  </a:cubicBezTo>
                  <a:cubicBezTo>
                    <a:pt x="27030" y="30942"/>
                    <a:pt x="26353" y="30972"/>
                    <a:pt x="25675" y="30972"/>
                  </a:cubicBezTo>
                  <a:cubicBezTo>
                    <a:pt x="22794" y="30972"/>
                    <a:pt x="19890" y="30420"/>
                    <a:pt x="17095" y="29828"/>
                  </a:cubicBezTo>
                  <a:cubicBezTo>
                    <a:pt x="13664" y="29095"/>
                    <a:pt x="10421" y="27882"/>
                    <a:pt x="7073" y="26877"/>
                  </a:cubicBezTo>
                  <a:cubicBezTo>
                    <a:pt x="7533" y="26417"/>
                    <a:pt x="8035" y="25957"/>
                    <a:pt x="8475" y="25455"/>
                  </a:cubicBezTo>
                  <a:close/>
                  <a:moveTo>
                    <a:pt x="5678" y="30787"/>
                  </a:moveTo>
                  <a:cubicBezTo>
                    <a:pt x="6484" y="30787"/>
                    <a:pt x="7312" y="30823"/>
                    <a:pt x="8123" y="30823"/>
                  </a:cubicBezTo>
                  <a:cubicBezTo>
                    <a:pt x="8368" y="30823"/>
                    <a:pt x="8611" y="30820"/>
                    <a:pt x="8851" y="30811"/>
                  </a:cubicBezTo>
                  <a:lnTo>
                    <a:pt x="8851" y="30811"/>
                  </a:lnTo>
                  <a:cubicBezTo>
                    <a:pt x="8851" y="30978"/>
                    <a:pt x="8851" y="31104"/>
                    <a:pt x="8831" y="31271"/>
                  </a:cubicBezTo>
                  <a:cubicBezTo>
                    <a:pt x="7701" y="31334"/>
                    <a:pt x="6613" y="31376"/>
                    <a:pt x="5483" y="31397"/>
                  </a:cubicBezTo>
                  <a:cubicBezTo>
                    <a:pt x="5399" y="31188"/>
                    <a:pt x="5357" y="30999"/>
                    <a:pt x="5274" y="30790"/>
                  </a:cubicBezTo>
                  <a:cubicBezTo>
                    <a:pt x="5408" y="30788"/>
                    <a:pt x="5542" y="30787"/>
                    <a:pt x="5678" y="30787"/>
                  </a:cubicBezTo>
                  <a:close/>
                  <a:moveTo>
                    <a:pt x="7052" y="26940"/>
                  </a:moveTo>
                  <a:lnTo>
                    <a:pt x="7052" y="26940"/>
                  </a:lnTo>
                  <a:cubicBezTo>
                    <a:pt x="10421" y="28175"/>
                    <a:pt x="13894" y="29346"/>
                    <a:pt x="17430" y="30079"/>
                  </a:cubicBezTo>
                  <a:cubicBezTo>
                    <a:pt x="19104" y="30455"/>
                    <a:pt x="20778" y="30685"/>
                    <a:pt x="22452" y="30895"/>
                  </a:cubicBezTo>
                  <a:cubicBezTo>
                    <a:pt x="23543" y="31029"/>
                    <a:pt x="24696" y="31156"/>
                    <a:pt x="25825" y="31156"/>
                  </a:cubicBezTo>
                  <a:cubicBezTo>
                    <a:pt x="26449" y="31156"/>
                    <a:pt x="27066" y="31117"/>
                    <a:pt x="27662" y="31020"/>
                  </a:cubicBezTo>
                  <a:lnTo>
                    <a:pt x="27662" y="31020"/>
                  </a:lnTo>
                  <a:cubicBezTo>
                    <a:pt x="27599" y="31125"/>
                    <a:pt x="27536" y="31250"/>
                    <a:pt x="27473" y="31418"/>
                  </a:cubicBezTo>
                  <a:cubicBezTo>
                    <a:pt x="27453" y="31397"/>
                    <a:pt x="27411" y="31376"/>
                    <a:pt x="27369" y="31376"/>
                  </a:cubicBezTo>
                  <a:cubicBezTo>
                    <a:pt x="26979" y="31473"/>
                    <a:pt x="26594" y="31507"/>
                    <a:pt x="26207" y="31507"/>
                  </a:cubicBezTo>
                  <a:cubicBezTo>
                    <a:pt x="25763" y="31507"/>
                    <a:pt x="25317" y="31463"/>
                    <a:pt x="24858" y="31418"/>
                  </a:cubicBezTo>
                  <a:cubicBezTo>
                    <a:pt x="24042" y="31334"/>
                    <a:pt x="23226" y="31292"/>
                    <a:pt x="22431" y="31188"/>
                  </a:cubicBezTo>
                  <a:cubicBezTo>
                    <a:pt x="20757" y="31020"/>
                    <a:pt x="19083" y="30811"/>
                    <a:pt x="17409" y="30539"/>
                  </a:cubicBezTo>
                  <a:cubicBezTo>
                    <a:pt x="14292" y="29974"/>
                    <a:pt x="11279" y="28781"/>
                    <a:pt x="8203" y="27986"/>
                  </a:cubicBezTo>
                  <a:cubicBezTo>
                    <a:pt x="7889" y="27568"/>
                    <a:pt x="7491" y="27233"/>
                    <a:pt x="7052" y="26940"/>
                  </a:cubicBezTo>
                  <a:close/>
                  <a:moveTo>
                    <a:pt x="4625" y="30790"/>
                  </a:moveTo>
                  <a:lnTo>
                    <a:pt x="4625" y="30790"/>
                  </a:lnTo>
                  <a:cubicBezTo>
                    <a:pt x="4562" y="31083"/>
                    <a:pt x="4541" y="31334"/>
                    <a:pt x="4520" y="31606"/>
                  </a:cubicBezTo>
                  <a:cubicBezTo>
                    <a:pt x="4018" y="31596"/>
                    <a:pt x="3511" y="31590"/>
                    <a:pt x="3006" y="31590"/>
                  </a:cubicBezTo>
                  <a:cubicBezTo>
                    <a:pt x="2501" y="31590"/>
                    <a:pt x="1999" y="31596"/>
                    <a:pt x="1507" y="31606"/>
                  </a:cubicBezTo>
                  <a:lnTo>
                    <a:pt x="1507" y="31585"/>
                  </a:lnTo>
                  <a:cubicBezTo>
                    <a:pt x="1445" y="31313"/>
                    <a:pt x="1424" y="31062"/>
                    <a:pt x="1424" y="30811"/>
                  </a:cubicBezTo>
                  <a:lnTo>
                    <a:pt x="1424" y="30811"/>
                  </a:lnTo>
                  <a:cubicBezTo>
                    <a:pt x="2036" y="30860"/>
                    <a:pt x="2642" y="30880"/>
                    <a:pt x="3249" y="30880"/>
                  </a:cubicBezTo>
                  <a:cubicBezTo>
                    <a:pt x="3678" y="30880"/>
                    <a:pt x="4108" y="30870"/>
                    <a:pt x="4541" y="30853"/>
                  </a:cubicBezTo>
                  <a:cubicBezTo>
                    <a:pt x="4562" y="30853"/>
                    <a:pt x="4583" y="30811"/>
                    <a:pt x="4625" y="30790"/>
                  </a:cubicBezTo>
                  <a:close/>
                  <a:moveTo>
                    <a:pt x="8328" y="28133"/>
                  </a:moveTo>
                  <a:cubicBezTo>
                    <a:pt x="9919" y="28677"/>
                    <a:pt x="11551" y="29116"/>
                    <a:pt x="13141" y="29597"/>
                  </a:cubicBezTo>
                  <a:cubicBezTo>
                    <a:pt x="14710" y="30058"/>
                    <a:pt x="16258" y="30539"/>
                    <a:pt x="17849" y="30790"/>
                  </a:cubicBezTo>
                  <a:cubicBezTo>
                    <a:pt x="19418" y="31020"/>
                    <a:pt x="20987" y="31209"/>
                    <a:pt x="22556" y="31397"/>
                  </a:cubicBezTo>
                  <a:cubicBezTo>
                    <a:pt x="23414" y="31481"/>
                    <a:pt x="24251" y="31543"/>
                    <a:pt x="25109" y="31627"/>
                  </a:cubicBezTo>
                  <a:cubicBezTo>
                    <a:pt x="25519" y="31660"/>
                    <a:pt x="25930" y="31711"/>
                    <a:pt x="26334" y="31711"/>
                  </a:cubicBezTo>
                  <a:cubicBezTo>
                    <a:pt x="26692" y="31711"/>
                    <a:pt x="27046" y="31671"/>
                    <a:pt x="27390" y="31543"/>
                  </a:cubicBezTo>
                  <a:lnTo>
                    <a:pt x="27390" y="31543"/>
                  </a:lnTo>
                  <a:cubicBezTo>
                    <a:pt x="27348" y="31648"/>
                    <a:pt x="27264" y="31753"/>
                    <a:pt x="27222" y="31857"/>
                  </a:cubicBezTo>
                  <a:lnTo>
                    <a:pt x="27181" y="31857"/>
                  </a:lnTo>
                  <a:cubicBezTo>
                    <a:pt x="26859" y="31899"/>
                    <a:pt x="26532" y="31916"/>
                    <a:pt x="26202" y="31916"/>
                  </a:cubicBezTo>
                  <a:cubicBezTo>
                    <a:pt x="25031" y="31916"/>
                    <a:pt x="23825" y="31699"/>
                    <a:pt x="22682" y="31585"/>
                  </a:cubicBezTo>
                  <a:cubicBezTo>
                    <a:pt x="21155" y="31418"/>
                    <a:pt x="19606" y="31292"/>
                    <a:pt x="18058" y="31125"/>
                  </a:cubicBezTo>
                  <a:cubicBezTo>
                    <a:pt x="15003" y="30790"/>
                    <a:pt x="11990" y="30246"/>
                    <a:pt x="8998" y="29430"/>
                  </a:cubicBezTo>
                  <a:cubicBezTo>
                    <a:pt x="8851" y="28970"/>
                    <a:pt x="8642" y="28509"/>
                    <a:pt x="8328" y="28133"/>
                  </a:cubicBezTo>
                  <a:close/>
                  <a:moveTo>
                    <a:pt x="8810" y="31439"/>
                  </a:moveTo>
                  <a:lnTo>
                    <a:pt x="8810" y="31439"/>
                  </a:lnTo>
                  <a:cubicBezTo>
                    <a:pt x="8768" y="31648"/>
                    <a:pt x="8705" y="31857"/>
                    <a:pt x="8600" y="32045"/>
                  </a:cubicBezTo>
                  <a:cubicBezTo>
                    <a:pt x="8350" y="32012"/>
                    <a:pt x="8093" y="31998"/>
                    <a:pt x="7834" y="31998"/>
                  </a:cubicBezTo>
                  <a:cubicBezTo>
                    <a:pt x="7120" y="31998"/>
                    <a:pt x="6388" y="32105"/>
                    <a:pt x="5713" y="32213"/>
                  </a:cubicBezTo>
                  <a:cubicBezTo>
                    <a:pt x="5671" y="31962"/>
                    <a:pt x="5587" y="31732"/>
                    <a:pt x="5504" y="31481"/>
                  </a:cubicBezTo>
                  <a:lnTo>
                    <a:pt x="5504" y="31481"/>
                  </a:lnTo>
                  <a:cubicBezTo>
                    <a:pt x="5951" y="31523"/>
                    <a:pt x="6396" y="31541"/>
                    <a:pt x="6839" y="31541"/>
                  </a:cubicBezTo>
                  <a:cubicBezTo>
                    <a:pt x="7495" y="31541"/>
                    <a:pt x="8148" y="31501"/>
                    <a:pt x="8810" y="31439"/>
                  </a:cubicBezTo>
                  <a:close/>
                  <a:moveTo>
                    <a:pt x="1507" y="31690"/>
                  </a:moveTo>
                  <a:lnTo>
                    <a:pt x="1507" y="31690"/>
                  </a:lnTo>
                  <a:cubicBezTo>
                    <a:pt x="2491" y="31732"/>
                    <a:pt x="3495" y="31773"/>
                    <a:pt x="4478" y="31773"/>
                  </a:cubicBezTo>
                  <a:cubicBezTo>
                    <a:pt x="4478" y="31941"/>
                    <a:pt x="4478" y="32108"/>
                    <a:pt x="4458" y="32276"/>
                  </a:cubicBezTo>
                  <a:cubicBezTo>
                    <a:pt x="3537" y="32276"/>
                    <a:pt x="2658" y="32255"/>
                    <a:pt x="1737" y="32255"/>
                  </a:cubicBezTo>
                  <a:cubicBezTo>
                    <a:pt x="1633" y="32087"/>
                    <a:pt x="1549" y="31920"/>
                    <a:pt x="1507" y="31690"/>
                  </a:cubicBezTo>
                  <a:close/>
                  <a:moveTo>
                    <a:pt x="9040" y="29639"/>
                  </a:moveTo>
                  <a:lnTo>
                    <a:pt x="9040" y="29639"/>
                  </a:lnTo>
                  <a:cubicBezTo>
                    <a:pt x="11906" y="30560"/>
                    <a:pt x="14919" y="30978"/>
                    <a:pt x="17890" y="31313"/>
                  </a:cubicBezTo>
                  <a:cubicBezTo>
                    <a:pt x="19439" y="31501"/>
                    <a:pt x="20987" y="31648"/>
                    <a:pt x="22536" y="31815"/>
                  </a:cubicBezTo>
                  <a:cubicBezTo>
                    <a:pt x="23644" y="31925"/>
                    <a:pt x="24812" y="32127"/>
                    <a:pt x="25959" y="32127"/>
                  </a:cubicBezTo>
                  <a:cubicBezTo>
                    <a:pt x="26348" y="32127"/>
                    <a:pt x="26736" y="32104"/>
                    <a:pt x="27118" y="32045"/>
                  </a:cubicBezTo>
                  <a:lnTo>
                    <a:pt x="27118" y="32045"/>
                  </a:lnTo>
                  <a:cubicBezTo>
                    <a:pt x="27034" y="32150"/>
                    <a:pt x="26929" y="32276"/>
                    <a:pt x="26825" y="32422"/>
                  </a:cubicBezTo>
                  <a:cubicBezTo>
                    <a:pt x="23916" y="32255"/>
                    <a:pt x="21008" y="32108"/>
                    <a:pt x="18142" y="31899"/>
                  </a:cubicBezTo>
                  <a:cubicBezTo>
                    <a:pt x="15129" y="31648"/>
                    <a:pt x="12199" y="31229"/>
                    <a:pt x="9228" y="30748"/>
                  </a:cubicBezTo>
                  <a:lnTo>
                    <a:pt x="9186" y="30748"/>
                  </a:lnTo>
                  <a:cubicBezTo>
                    <a:pt x="9186" y="30372"/>
                    <a:pt x="9144" y="29974"/>
                    <a:pt x="9040" y="29639"/>
                  </a:cubicBezTo>
                  <a:close/>
                  <a:moveTo>
                    <a:pt x="9082" y="31836"/>
                  </a:moveTo>
                  <a:cubicBezTo>
                    <a:pt x="10714" y="32192"/>
                    <a:pt x="12367" y="32548"/>
                    <a:pt x="14041" y="32757"/>
                  </a:cubicBezTo>
                  <a:cubicBezTo>
                    <a:pt x="13559" y="32736"/>
                    <a:pt x="13120" y="32736"/>
                    <a:pt x="12680" y="32736"/>
                  </a:cubicBezTo>
                  <a:cubicBezTo>
                    <a:pt x="11762" y="32707"/>
                    <a:pt x="10824" y="32649"/>
                    <a:pt x="9893" y="32649"/>
                  </a:cubicBezTo>
                  <a:cubicBezTo>
                    <a:pt x="9467" y="32649"/>
                    <a:pt x="9042" y="32661"/>
                    <a:pt x="8621" y="32694"/>
                  </a:cubicBezTo>
                  <a:cubicBezTo>
                    <a:pt x="8851" y="32485"/>
                    <a:pt x="9019" y="32171"/>
                    <a:pt x="9082" y="31836"/>
                  </a:cubicBezTo>
                  <a:close/>
                  <a:moveTo>
                    <a:pt x="8517" y="32234"/>
                  </a:moveTo>
                  <a:lnTo>
                    <a:pt x="8517" y="32234"/>
                  </a:lnTo>
                  <a:cubicBezTo>
                    <a:pt x="8391" y="32380"/>
                    <a:pt x="8245" y="32527"/>
                    <a:pt x="8077" y="32589"/>
                  </a:cubicBezTo>
                  <a:cubicBezTo>
                    <a:pt x="7450" y="32882"/>
                    <a:pt x="6613" y="32903"/>
                    <a:pt x="5901" y="32945"/>
                  </a:cubicBezTo>
                  <a:cubicBezTo>
                    <a:pt x="5880" y="32736"/>
                    <a:pt x="5818" y="32527"/>
                    <a:pt x="5776" y="32338"/>
                  </a:cubicBezTo>
                  <a:cubicBezTo>
                    <a:pt x="6675" y="32276"/>
                    <a:pt x="7617" y="32338"/>
                    <a:pt x="8517" y="32234"/>
                  </a:cubicBezTo>
                  <a:close/>
                  <a:moveTo>
                    <a:pt x="9207" y="30874"/>
                  </a:moveTo>
                  <a:cubicBezTo>
                    <a:pt x="12011" y="31606"/>
                    <a:pt x="15024" y="31878"/>
                    <a:pt x="17890" y="32129"/>
                  </a:cubicBezTo>
                  <a:cubicBezTo>
                    <a:pt x="20841" y="32359"/>
                    <a:pt x="23749" y="32464"/>
                    <a:pt x="26720" y="32610"/>
                  </a:cubicBezTo>
                  <a:cubicBezTo>
                    <a:pt x="26532" y="32694"/>
                    <a:pt x="26385" y="32841"/>
                    <a:pt x="26218" y="32903"/>
                  </a:cubicBezTo>
                  <a:cubicBezTo>
                    <a:pt x="26197" y="32903"/>
                    <a:pt x="26197" y="32945"/>
                    <a:pt x="26176" y="32966"/>
                  </a:cubicBezTo>
                  <a:cubicBezTo>
                    <a:pt x="26176" y="32966"/>
                    <a:pt x="26134" y="32945"/>
                    <a:pt x="26113" y="32945"/>
                  </a:cubicBezTo>
                  <a:cubicBezTo>
                    <a:pt x="23080" y="32903"/>
                    <a:pt x="20025" y="32778"/>
                    <a:pt x="16991" y="32778"/>
                  </a:cubicBezTo>
                  <a:lnTo>
                    <a:pt x="15045" y="32778"/>
                  </a:lnTo>
                  <a:cubicBezTo>
                    <a:pt x="15045" y="32757"/>
                    <a:pt x="15024" y="32736"/>
                    <a:pt x="15003" y="32736"/>
                  </a:cubicBezTo>
                  <a:cubicBezTo>
                    <a:pt x="13036" y="32359"/>
                    <a:pt x="11069" y="32150"/>
                    <a:pt x="9103" y="31773"/>
                  </a:cubicBezTo>
                  <a:cubicBezTo>
                    <a:pt x="9186" y="31501"/>
                    <a:pt x="9186" y="31188"/>
                    <a:pt x="9207" y="30916"/>
                  </a:cubicBezTo>
                  <a:lnTo>
                    <a:pt x="9207" y="30874"/>
                  </a:lnTo>
                  <a:close/>
                  <a:moveTo>
                    <a:pt x="1821" y="32338"/>
                  </a:moveTo>
                  <a:cubicBezTo>
                    <a:pt x="2700" y="32380"/>
                    <a:pt x="3600" y="32422"/>
                    <a:pt x="4458" y="32422"/>
                  </a:cubicBezTo>
                  <a:cubicBezTo>
                    <a:pt x="4458" y="32631"/>
                    <a:pt x="4437" y="32799"/>
                    <a:pt x="4437" y="32987"/>
                  </a:cubicBezTo>
                  <a:cubicBezTo>
                    <a:pt x="4018" y="32987"/>
                    <a:pt x="3600" y="32987"/>
                    <a:pt x="3181" y="32966"/>
                  </a:cubicBezTo>
                  <a:cubicBezTo>
                    <a:pt x="2574" y="32903"/>
                    <a:pt x="2114" y="32736"/>
                    <a:pt x="1821" y="32338"/>
                  </a:cubicBezTo>
                  <a:close/>
                  <a:moveTo>
                    <a:pt x="4897" y="30351"/>
                  </a:moveTo>
                  <a:cubicBezTo>
                    <a:pt x="5253" y="31188"/>
                    <a:pt x="5483" y="32045"/>
                    <a:pt x="5629" y="32945"/>
                  </a:cubicBezTo>
                  <a:cubicBezTo>
                    <a:pt x="5566" y="32966"/>
                    <a:pt x="5483" y="32966"/>
                    <a:pt x="5420" y="32966"/>
                  </a:cubicBezTo>
                  <a:cubicBezTo>
                    <a:pt x="5169" y="32987"/>
                    <a:pt x="4897" y="32987"/>
                    <a:pt x="4667" y="32987"/>
                  </a:cubicBezTo>
                  <a:cubicBezTo>
                    <a:pt x="4771" y="32129"/>
                    <a:pt x="4855" y="31229"/>
                    <a:pt x="4897" y="30351"/>
                  </a:cubicBezTo>
                  <a:close/>
                  <a:moveTo>
                    <a:pt x="16133" y="1"/>
                  </a:moveTo>
                  <a:cubicBezTo>
                    <a:pt x="16112" y="1"/>
                    <a:pt x="16091" y="11"/>
                    <a:pt x="16091" y="32"/>
                  </a:cubicBezTo>
                  <a:cubicBezTo>
                    <a:pt x="15945" y="1183"/>
                    <a:pt x="15945" y="2397"/>
                    <a:pt x="15945" y="3568"/>
                  </a:cubicBezTo>
                  <a:cubicBezTo>
                    <a:pt x="15421" y="3443"/>
                    <a:pt x="14940" y="3234"/>
                    <a:pt x="14480" y="2962"/>
                  </a:cubicBezTo>
                  <a:cubicBezTo>
                    <a:pt x="14473" y="2959"/>
                    <a:pt x="14466" y="2958"/>
                    <a:pt x="14460" y="2958"/>
                  </a:cubicBezTo>
                  <a:cubicBezTo>
                    <a:pt x="14409" y="2958"/>
                    <a:pt x="14380" y="3027"/>
                    <a:pt x="14417" y="3045"/>
                  </a:cubicBezTo>
                  <a:cubicBezTo>
                    <a:pt x="14354" y="3066"/>
                    <a:pt x="14271" y="3150"/>
                    <a:pt x="14229" y="3234"/>
                  </a:cubicBezTo>
                  <a:cubicBezTo>
                    <a:pt x="14208" y="3296"/>
                    <a:pt x="14208" y="3380"/>
                    <a:pt x="14271" y="3443"/>
                  </a:cubicBezTo>
                  <a:cubicBezTo>
                    <a:pt x="14229" y="3443"/>
                    <a:pt x="14229" y="3464"/>
                    <a:pt x="14229" y="3485"/>
                  </a:cubicBezTo>
                  <a:cubicBezTo>
                    <a:pt x="14271" y="3506"/>
                    <a:pt x="14271" y="3548"/>
                    <a:pt x="14292" y="3568"/>
                  </a:cubicBezTo>
                  <a:lnTo>
                    <a:pt x="14292" y="3589"/>
                  </a:lnTo>
                  <a:cubicBezTo>
                    <a:pt x="14710" y="4447"/>
                    <a:pt x="14815" y="5347"/>
                    <a:pt x="14292" y="6184"/>
                  </a:cubicBezTo>
                  <a:cubicBezTo>
                    <a:pt x="14237" y="6274"/>
                    <a:pt x="14324" y="6380"/>
                    <a:pt x="14416" y="6380"/>
                  </a:cubicBezTo>
                  <a:cubicBezTo>
                    <a:pt x="14430" y="6380"/>
                    <a:pt x="14445" y="6378"/>
                    <a:pt x="14459" y="6372"/>
                  </a:cubicBezTo>
                  <a:cubicBezTo>
                    <a:pt x="14637" y="6318"/>
                    <a:pt x="14816" y="6292"/>
                    <a:pt x="14992" y="6292"/>
                  </a:cubicBezTo>
                  <a:cubicBezTo>
                    <a:pt x="15291" y="6292"/>
                    <a:pt x="15584" y="6366"/>
                    <a:pt x="15861" y="6498"/>
                  </a:cubicBezTo>
                  <a:cubicBezTo>
                    <a:pt x="15861" y="7251"/>
                    <a:pt x="15882" y="7983"/>
                    <a:pt x="15945" y="8737"/>
                  </a:cubicBezTo>
                  <a:cubicBezTo>
                    <a:pt x="15714" y="8841"/>
                    <a:pt x="15526" y="9029"/>
                    <a:pt x="15484" y="9322"/>
                  </a:cubicBezTo>
                  <a:cubicBezTo>
                    <a:pt x="15465" y="9611"/>
                    <a:pt x="15694" y="9830"/>
                    <a:pt x="15943" y="9830"/>
                  </a:cubicBezTo>
                  <a:cubicBezTo>
                    <a:pt x="15964" y="9830"/>
                    <a:pt x="15986" y="9828"/>
                    <a:pt x="16007" y="9825"/>
                  </a:cubicBezTo>
                  <a:lnTo>
                    <a:pt x="16007" y="9825"/>
                  </a:lnTo>
                  <a:cubicBezTo>
                    <a:pt x="16007" y="9950"/>
                    <a:pt x="15986" y="10076"/>
                    <a:pt x="15986" y="10201"/>
                  </a:cubicBezTo>
                  <a:cubicBezTo>
                    <a:pt x="15359" y="9929"/>
                    <a:pt x="14710" y="9636"/>
                    <a:pt x="14061" y="9406"/>
                  </a:cubicBezTo>
                  <a:cubicBezTo>
                    <a:pt x="13957" y="9322"/>
                    <a:pt x="13852" y="9302"/>
                    <a:pt x="13748" y="9239"/>
                  </a:cubicBezTo>
                  <a:cubicBezTo>
                    <a:pt x="13657" y="9203"/>
                    <a:pt x="13536" y="9151"/>
                    <a:pt x="13437" y="9151"/>
                  </a:cubicBezTo>
                  <a:cubicBezTo>
                    <a:pt x="13421" y="9151"/>
                    <a:pt x="13406" y="9152"/>
                    <a:pt x="13392" y="9155"/>
                  </a:cubicBezTo>
                  <a:cubicBezTo>
                    <a:pt x="13371" y="9155"/>
                    <a:pt x="13350" y="9197"/>
                    <a:pt x="13371" y="9218"/>
                  </a:cubicBezTo>
                  <a:cubicBezTo>
                    <a:pt x="13329" y="9239"/>
                    <a:pt x="13266" y="9281"/>
                    <a:pt x="13266" y="9322"/>
                  </a:cubicBezTo>
                  <a:cubicBezTo>
                    <a:pt x="13224" y="9364"/>
                    <a:pt x="13224" y="9448"/>
                    <a:pt x="13224" y="9532"/>
                  </a:cubicBezTo>
                  <a:cubicBezTo>
                    <a:pt x="13183" y="9532"/>
                    <a:pt x="13183" y="9553"/>
                    <a:pt x="13183" y="9574"/>
                  </a:cubicBezTo>
                  <a:cubicBezTo>
                    <a:pt x="13245" y="10892"/>
                    <a:pt x="13162" y="12105"/>
                    <a:pt x="12555" y="13319"/>
                  </a:cubicBezTo>
                  <a:lnTo>
                    <a:pt x="12555" y="13361"/>
                  </a:lnTo>
                  <a:cubicBezTo>
                    <a:pt x="12178" y="13256"/>
                    <a:pt x="11760" y="13193"/>
                    <a:pt x="11362" y="13089"/>
                  </a:cubicBezTo>
                  <a:cubicBezTo>
                    <a:pt x="10609" y="12900"/>
                    <a:pt x="9835" y="12670"/>
                    <a:pt x="9061" y="12566"/>
                  </a:cubicBezTo>
                  <a:lnTo>
                    <a:pt x="8977" y="11457"/>
                  </a:lnTo>
                  <a:lnTo>
                    <a:pt x="8977" y="11457"/>
                  </a:lnTo>
                  <a:cubicBezTo>
                    <a:pt x="9312" y="11561"/>
                    <a:pt x="9667" y="11687"/>
                    <a:pt x="9981" y="11854"/>
                  </a:cubicBezTo>
                  <a:cubicBezTo>
                    <a:pt x="10253" y="12001"/>
                    <a:pt x="10504" y="12210"/>
                    <a:pt x="10776" y="12398"/>
                  </a:cubicBezTo>
                  <a:cubicBezTo>
                    <a:pt x="10818" y="12419"/>
                    <a:pt x="10839" y="12461"/>
                    <a:pt x="10860" y="12461"/>
                  </a:cubicBezTo>
                  <a:cubicBezTo>
                    <a:pt x="10876" y="12466"/>
                    <a:pt x="10890" y="12469"/>
                    <a:pt x="10903" y="12469"/>
                  </a:cubicBezTo>
                  <a:cubicBezTo>
                    <a:pt x="10943" y="12469"/>
                    <a:pt x="10970" y="12445"/>
                    <a:pt x="10986" y="12398"/>
                  </a:cubicBezTo>
                  <a:cubicBezTo>
                    <a:pt x="11969" y="11896"/>
                    <a:pt x="11781" y="10410"/>
                    <a:pt x="11592" y="9532"/>
                  </a:cubicBezTo>
                  <a:lnTo>
                    <a:pt x="11592" y="9490"/>
                  </a:lnTo>
                  <a:cubicBezTo>
                    <a:pt x="11676" y="9448"/>
                    <a:pt x="11697" y="9364"/>
                    <a:pt x="11697" y="9281"/>
                  </a:cubicBezTo>
                  <a:cubicBezTo>
                    <a:pt x="11697" y="9176"/>
                    <a:pt x="11613" y="9113"/>
                    <a:pt x="11551" y="9050"/>
                  </a:cubicBezTo>
                  <a:cubicBezTo>
                    <a:pt x="11551" y="9029"/>
                    <a:pt x="11509" y="9029"/>
                    <a:pt x="11509" y="9029"/>
                  </a:cubicBezTo>
                  <a:cubicBezTo>
                    <a:pt x="10630" y="8716"/>
                    <a:pt x="9709" y="8423"/>
                    <a:pt x="8789" y="8213"/>
                  </a:cubicBezTo>
                  <a:cubicBezTo>
                    <a:pt x="8789" y="8067"/>
                    <a:pt x="8768" y="7879"/>
                    <a:pt x="8768" y="7711"/>
                  </a:cubicBezTo>
                  <a:lnTo>
                    <a:pt x="8768" y="7711"/>
                  </a:lnTo>
                  <a:cubicBezTo>
                    <a:pt x="8831" y="7745"/>
                    <a:pt x="8897" y="7760"/>
                    <a:pt x="8961" y="7760"/>
                  </a:cubicBezTo>
                  <a:cubicBezTo>
                    <a:pt x="9219" y="7760"/>
                    <a:pt x="9462" y="7523"/>
                    <a:pt x="9479" y="7272"/>
                  </a:cubicBezTo>
                  <a:cubicBezTo>
                    <a:pt x="9521" y="6833"/>
                    <a:pt x="9165" y="6540"/>
                    <a:pt x="8768" y="6456"/>
                  </a:cubicBezTo>
                  <a:cubicBezTo>
                    <a:pt x="8789" y="5514"/>
                    <a:pt x="8726" y="4510"/>
                    <a:pt x="8517" y="3568"/>
                  </a:cubicBezTo>
                  <a:cubicBezTo>
                    <a:pt x="8485" y="3521"/>
                    <a:pt x="8454" y="3498"/>
                    <a:pt x="8414" y="3498"/>
                  </a:cubicBezTo>
                  <a:cubicBezTo>
                    <a:pt x="8400" y="3498"/>
                    <a:pt x="8386" y="3500"/>
                    <a:pt x="8370" y="3506"/>
                  </a:cubicBezTo>
                  <a:lnTo>
                    <a:pt x="8370" y="3464"/>
                  </a:lnTo>
                  <a:cubicBezTo>
                    <a:pt x="8370" y="3423"/>
                    <a:pt x="8327" y="3400"/>
                    <a:pt x="8296" y="3400"/>
                  </a:cubicBezTo>
                  <a:cubicBezTo>
                    <a:pt x="8279" y="3400"/>
                    <a:pt x="8266" y="3407"/>
                    <a:pt x="8266" y="3422"/>
                  </a:cubicBezTo>
                  <a:cubicBezTo>
                    <a:pt x="8119" y="4426"/>
                    <a:pt x="8161" y="5472"/>
                    <a:pt x="8224" y="6498"/>
                  </a:cubicBezTo>
                  <a:cubicBezTo>
                    <a:pt x="7889" y="6561"/>
                    <a:pt x="7491" y="6728"/>
                    <a:pt x="7471" y="7063"/>
                  </a:cubicBezTo>
                  <a:cubicBezTo>
                    <a:pt x="7429" y="7502"/>
                    <a:pt x="7847" y="7816"/>
                    <a:pt x="8245" y="7858"/>
                  </a:cubicBezTo>
                  <a:lnTo>
                    <a:pt x="8245" y="8130"/>
                  </a:lnTo>
                  <a:lnTo>
                    <a:pt x="7303" y="7816"/>
                  </a:lnTo>
                  <a:cubicBezTo>
                    <a:pt x="7073" y="7753"/>
                    <a:pt x="6801" y="7649"/>
                    <a:pt x="6550" y="7607"/>
                  </a:cubicBezTo>
                  <a:cubicBezTo>
                    <a:pt x="6466" y="7586"/>
                    <a:pt x="6362" y="7565"/>
                    <a:pt x="6257" y="7544"/>
                  </a:cubicBezTo>
                  <a:cubicBezTo>
                    <a:pt x="6152" y="7502"/>
                    <a:pt x="6069" y="7481"/>
                    <a:pt x="5964" y="7460"/>
                  </a:cubicBezTo>
                  <a:cubicBezTo>
                    <a:pt x="5964" y="7439"/>
                    <a:pt x="5964" y="7377"/>
                    <a:pt x="5922" y="7377"/>
                  </a:cubicBezTo>
                  <a:cubicBezTo>
                    <a:pt x="5902" y="7373"/>
                    <a:pt x="5882" y="7371"/>
                    <a:pt x="5861" y="7371"/>
                  </a:cubicBezTo>
                  <a:cubicBezTo>
                    <a:pt x="5753" y="7371"/>
                    <a:pt x="5644" y="7421"/>
                    <a:pt x="5608" y="7544"/>
                  </a:cubicBezTo>
                  <a:cubicBezTo>
                    <a:pt x="5587" y="7607"/>
                    <a:pt x="5608" y="7690"/>
                    <a:pt x="5629" y="7753"/>
                  </a:cubicBezTo>
                  <a:cubicBezTo>
                    <a:pt x="5608" y="8234"/>
                    <a:pt x="5922" y="8695"/>
                    <a:pt x="5922" y="9218"/>
                  </a:cubicBezTo>
                  <a:cubicBezTo>
                    <a:pt x="5922" y="9866"/>
                    <a:pt x="5608" y="10431"/>
                    <a:pt x="5127" y="10850"/>
                  </a:cubicBezTo>
                  <a:cubicBezTo>
                    <a:pt x="5064" y="10934"/>
                    <a:pt x="5106" y="11038"/>
                    <a:pt x="5211" y="11059"/>
                  </a:cubicBezTo>
                  <a:cubicBezTo>
                    <a:pt x="5211" y="11101"/>
                    <a:pt x="5232" y="11122"/>
                    <a:pt x="5294" y="11122"/>
                  </a:cubicBezTo>
                  <a:cubicBezTo>
                    <a:pt x="5536" y="11098"/>
                    <a:pt x="5772" y="11087"/>
                    <a:pt x="6006" y="11087"/>
                  </a:cubicBezTo>
                  <a:cubicBezTo>
                    <a:pt x="6788" y="11087"/>
                    <a:pt x="7539" y="11207"/>
                    <a:pt x="8328" y="11352"/>
                  </a:cubicBezTo>
                  <a:cubicBezTo>
                    <a:pt x="8328" y="11750"/>
                    <a:pt x="8349" y="12147"/>
                    <a:pt x="8349" y="12524"/>
                  </a:cubicBezTo>
                  <a:cubicBezTo>
                    <a:pt x="7429" y="12273"/>
                    <a:pt x="6529" y="12063"/>
                    <a:pt x="5608" y="11833"/>
                  </a:cubicBezTo>
                  <a:cubicBezTo>
                    <a:pt x="4895" y="11629"/>
                    <a:pt x="4062" y="11247"/>
                    <a:pt x="3303" y="11247"/>
                  </a:cubicBezTo>
                  <a:cubicBezTo>
                    <a:pt x="3283" y="11247"/>
                    <a:pt x="3264" y="11247"/>
                    <a:pt x="3244" y="11247"/>
                  </a:cubicBezTo>
                  <a:cubicBezTo>
                    <a:pt x="3229" y="11218"/>
                    <a:pt x="3204" y="11188"/>
                    <a:pt x="3161" y="11188"/>
                  </a:cubicBezTo>
                  <a:cubicBezTo>
                    <a:pt x="3143" y="11188"/>
                    <a:pt x="3122" y="11193"/>
                    <a:pt x="3097" y="11206"/>
                  </a:cubicBezTo>
                  <a:cubicBezTo>
                    <a:pt x="2909" y="11268"/>
                    <a:pt x="2867" y="11582"/>
                    <a:pt x="3035" y="11687"/>
                  </a:cubicBezTo>
                  <a:cubicBezTo>
                    <a:pt x="3035" y="11729"/>
                    <a:pt x="3035" y="11750"/>
                    <a:pt x="3077" y="11750"/>
                  </a:cubicBezTo>
                  <a:cubicBezTo>
                    <a:pt x="3328" y="12796"/>
                    <a:pt x="4039" y="13654"/>
                    <a:pt x="4165" y="14763"/>
                  </a:cubicBezTo>
                  <a:cubicBezTo>
                    <a:pt x="4290" y="15934"/>
                    <a:pt x="3976" y="17085"/>
                    <a:pt x="3307" y="18048"/>
                  </a:cubicBezTo>
                  <a:cubicBezTo>
                    <a:pt x="3243" y="18143"/>
                    <a:pt x="3337" y="18251"/>
                    <a:pt x="3431" y="18251"/>
                  </a:cubicBezTo>
                  <a:cubicBezTo>
                    <a:pt x="3461" y="18251"/>
                    <a:pt x="3491" y="18240"/>
                    <a:pt x="3516" y="18215"/>
                  </a:cubicBezTo>
                  <a:cubicBezTo>
                    <a:pt x="4014" y="18074"/>
                    <a:pt x="4519" y="18012"/>
                    <a:pt x="5024" y="18012"/>
                  </a:cubicBezTo>
                  <a:cubicBezTo>
                    <a:pt x="6239" y="18012"/>
                    <a:pt x="7456" y="18370"/>
                    <a:pt x="8579" y="18843"/>
                  </a:cubicBezTo>
                  <a:cubicBezTo>
                    <a:pt x="8642" y="19638"/>
                    <a:pt x="8663" y="20433"/>
                    <a:pt x="8726" y="21249"/>
                  </a:cubicBezTo>
                  <a:cubicBezTo>
                    <a:pt x="8015" y="20998"/>
                    <a:pt x="7282" y="20768"/>
                    <a:pt x="6550" y="20621"/>
                  </a:cubicBezTo>
                  <a:cubicBezTo>
                    <a:pt x="6535" y="20611"/>
                    <a:pt x="6522" y="20607"/>
                    <a:pt x="6510" y="20607"/>
                  </a:cubicBezTo>
                  <a:cubicBezTo>
                    <a:pt x="6470" y="20607"/>
                    <a:pt x="6445" y="20652"/>
                    <a:pt x="6445" y="20684"/>
                  </a:cubicBezTo>
                  <a:lnTo>
                    <a:pt x="6362" y="20684"/>
                  </a:lnTo>
                  <a:cubicBezTo>
                    <a:pt x="4813" y="20830"/>
                    <a:pt x="3286" y="21102"/>
                    <a:pt x="1737" y="21186"/>
                  </a:cubicBezTo>
                  <a:cubicBezTo>
                    <a:pt x="1675" y="21186"/>
                    <a:pt x="1612" y="21207"/>
                    <a:pt x="1570" y="21291"/>
                  </a:cubicBezTo>
                  <a:cubicBezTo>
                    <a:pt x="1089" y="22776"/>
                    <a:pt x="524" y="24283"/>
                    <a:pt x="64" y="25789"/>
                  </a:cubicBezTo>
                  <a:lnTo>
                    <a:pt x="64" y="25873"/>
                  </a:lnTo>
                  <a:cubicBezTo>
                    <a:pt x="1" y="25915"/>
                    <a:pt x="1" y="25999"/>
                    <a:pt x="84" y="26061"/>
                  </a:cubicBezTo>
                  <a:cubicBezTo>
                    <a:pt x="775" y="26689"/>
                    <a:pt x="1465" y="27338"/>
                    <a:pt x="2261" y="27798"/>
                  </a:cubicBezTo>
                  <a:cubicBezTo>
                    <a:pt x="1005" y="28509"/>
                    <a:pt x="817" y="30476"/>
                    <a:pt x="1089" y="31732"/>
                  </a:cubicBezTo>
                  <a:cubicBezTo>
                    <a:pt x="1374" y="33175"/>
                    <a:pt x="2659" y="33412"/>
                    <a:pt x="3958" y="33412"/>
                  </a:cubicBezTo>
                  <a:cubicBezTo>
                    <a:pt x="4090" y="33412"/>
                    <a:pt x="4222" y="33409"/>
                    <a:pt x="4353" y="33406"/>
                  </a:cubicBezTo>
                  <a:cubicBezTo>
                    <a:pt x="4363" y="33447"/>
                    <a:pt x="4400" y="33468"/>
                    <a:pt x="4439" y="33468"/>
                  </a:cubicBezTo>
                  <a:cubicBezTo>
                    <a:pt x="4478" y="33468"/>
                    <a:pt x="4520" y="33447"/>
                    <a:pt x="4541" y="33406"/>
                  </a:cubicBezTo>
                  <a:cubicBezTo>
                    <a:pt x="4876" y="33385"/>
                    <a:pt x="5190" y="33343"/>
                    <a:pt x="5483" y="33343"/>
                  </a:cubicBezTo>
                  <a:cubicBezTo>
                    <a:pt x="6048" y="33322"/>
                    <a:pt x="6592" y="33280"/>
                    <a:pt x="7178" y="33196"/>
                  </a:cubicBezTo>
                  <a:cubicBezTo>
                    <a:pt x="7512" y="33134"/>
                    <a:pt x="7910" y="33113"/>
                    <a:pt x="8245" y="32966"/>
                  </a:cubicBezTo>
                  <a:cubicBezTo>
                    <a:pt x="8860" y="33034"/>
                    <a:pt x="9475" y="33053"/>
                    <a:pt x="10090" y="33053"/>
                  </a:cubicBezTo>
                  <a:cubicBezTo>
                    <a:pt x="10793" y="33053"/>
                    <a:pt x="11496" y="33029"/>
                    <a:pt x="12199" y="33029"/>
                  </a:cubicBezTo>
                  <a:cubicBezTo>
                    <a:pt x="13706" y="33071"/>
                    <a:pt x="15254" y="33092"/>
                    <a:pt x="16782" y="33113"/>
                  </a:cubicBezTo>
                  <a:cubicBezTo>
                    <a:pt x="18319" y="33144"/>
                    <a:pt x="19863" y="33144"/>
                    <a:pt x="21406" y="33144"/>
                  </a:cubicBezTo>
                  <a:cubicBezTo>
                    <a:pt x="22949" y="33144"/>
                    <a:pt x="24492" y="33144"/>
                    <a:pt x="26030" y="33175"/>
                  </a:cubicBezTo>
                  <a:cubicBezTo>
                    <a:pt x="26051" y="33175"/>
                    <a:pt x="26051" y="33175"/>
                    <a:pt x="26093" y="33134"/>
                  </a:cubicBezTo>
                  <a:cubicBezTo>
                    <a:pt x="26113" y="33175"/>
                    <a:pt x="26134" y="33196"/>
                    <a:pt x="26218" y="33196"/>
                  </a:cubicBezTo>
                  <a:cubicBezTo>
                    <a:pt x="26950" y="33029"/>
                    <a:pt x="27390" y="32150"/>
                    <a:pt x="27704" y="31522"/>
                  </a:cubicBezTo>
                  <a:cubicBezTo>
                    <a:pt x="28101" y="30727"/>
                    <a:pt x="28457" y="29848"/>
                    <a:pt x="28520" y="28949"/>
                  </a:cubicBezTo>
                  <a:cubicBezTo>
                    <a:pt x="28520" y="28928"/>
                    <a:pt x="28520" y="28907"/>
                    <a:pt x="28499" y="28907"/>
                  </a:cubicBezTo>
                  <a:lnTo>
                    <a:pt x="28520" y="28886"/>
                  </a:lnTo>
                  <a:cubicBezTo>
                    <a:pt x="28541" y="28823"/>
                    <a:pt x="28541" y="28802"/>
                    <a:pt x="28541" y="28740"/>
                  </a:cubicBezTo>
                  <a:cubicBezTo>
                    <a:pt x="30717" y="27756"/>
                    <a:pt x="32893" y="26501"/>
                    <a:pt x="34734" y="25036"/>
                  </a:cubicBezTo>
                  <a:lnTo>
                    <a:pt x="34776" y="25015"/>
                  </a:lnTo>
                  <a:cubicBezTo>
                    <a:pt x="34910" y="24900"/>
                    <a:pt x="34834" y="24803"/>
                    <a:pt x="34740" y="24803"/>
                  </a:cubicBezTo>
                  <a:cubicBezTo>
                    <a:pt x="34731" y="24803"/>
                    <a:pt x="34722" y="24804"/>
                    <a:pt x="34713" y="24806"/>
                  </a:cubicBezTo>
                  <a:cubicBezTo>
                    <a:pt x="32495" y="25978"/>
                    <a:pt x="30256" y="27045"/>
                    <a:pt x="28101" y="28363"/>
                  </a:cubicBezTo>
                  <a:cubicBezTo>
                    <a:pt x="27937" y="28288"/>
                    <a:pt x="27719" y="28278"/>
                    <a:pt x="27516" y="28278"/>
                  </a:cubicBezTo>
                  <a:cubicBezTo>
                    <a:pt x="27435" y="28278"/>
                    <a:pt x="27357" y="28279"/>
                    <a:pt x="27285" y="28279"/>
                  </a:cubicBezTo>
                  <a:cubicBezTo>
                    <a:pt x="27168" y="28277"/>
                    <a:pt x="27052" y="28276"/>
                    <a:pt x="26935" y="28276"/>
                  </a:cubicBezTo>
                  <a:cubicBezTo>
                    <a:pt x="26332" y="28276"/>
                    <a:pt x="25729" y="28303"/>
                    <a:pt x="25132" y="28303"/>
                  </a:cubicBezTo>
                  <a:cubicBezTo>
                    <a:pt x="24851" y="28303"/>
                    <a:pt x="24571" y="28297"/>
                    <a:pt x="24293" y="28279"/>
                  </a:cubicBezTo>
                  <a:cubicBezTo>
                    <a:pt x="24188" y="27212"/>
                    <a:pt x="24105" y="26145"/>
                    <a:pt x="24021" y="25057"/>
                  </a:cubicBezTo>
                  <a:lnTo>
                    <a:pt x="24021" y="25057"/>
                  </a:lnTo>
                  <a:cubicBezTo>
                    <a:pt x="25151" y="25580"/>
                    <a:pt x="25967" y="26563"/>
                    <a:pt x="26134" y="27819"/>
                  </a:cubicBezTo>
                  <a:cubicBezTo>
                    <a:pt x="26134" y="27860"/>
                    <a:pt x="26197" y="27892"/>
                    <a:pt x="26251" y="27892"/>
                  </a:cubicBezTo>
                  <a:cubicBezTo>
                    <a:pt x="26281" y="27892"/>
                    <a:pt x="26308" y="27883"/>
                    <a:pt x="26323" y="27861"/>
                  </a:cubicBezTo>
                  <a:cubicBezTo>
                    <a:pt x="28206" y="25894"/>
                    <a:pt x="28959" y="22755"/>
                    <a:pt x="27871" y="20224"/>
                  </a:cubicBezTo>
                  <a:cubicBezTo>
                    <a:pt x="27976" y="20182"/>
                    <a:pt x="28017" y="20077"/>
                    <a:pt x="28059" y="19973"/>
                  </a:cubicBezTo>
                  <a:cubicBezTo>
                    <a:pt x="28080" y="19826"/>
                    <a:pt x="28059" y="19617"/>
                    <a:pt x="27892" y="19596"/>
                  </a:cubicBezTo>
                  <a:cubicBezTo>
                    <a:pt x="27871" y="19596"/>
                    <a:pt x="27808" y="19617"/>
                    <a:pt x="27808" y="19659"/>
                  </a:cubicBezTo>
                  <a:cubicBezTo>
                    <a:pt x="27181" y="19282"/>
                    <a:pt x="26511" y="19052"/>
                    <a:pt x="25800" y="18822"/>
                  </a:cubicBezTo>
                  <a:cubicBezTo>
                    <a:pt x="24984" y="18529"/>
                    <a:pt x="24230" y="18048"/>
                    <a:pt x="23456" y="17692"/>
                  </a:cubicBezTo>
                  <a:cubicBezTo>
                    <a:pt x="23393" y="16792"/>
                    <a:pt x="23310" y="15913"/>
                    <a:pt x="23268" y="15014"/>
                  </a:cubicBezTo>
                  <a:lnTo>
                    <a:pt x="23268" y="15014"/>
                  </a:lnTo>
                  <a:cubicBezTo>
                    <a:pt x="23812" y="15390"/>
                    <a:pt x="24984" y="15704"/>
                    <a:pt x="24963" y="16520"/>
                  </a:cubicBezTo>
                  <a:cubicBezTo>
                    <a:pt x="24963" y="16591"/>
                    <a:pt x="25017" y="16629"/>
                    <a:pt x="25071" y="16629"/>
                  </a:cubicBezTo>
                  <a:cubicBezTo>
                    <a:pt x="25112" y="16629"/>
                    <a:pt x="25154" y="16607"/>
                    <a:pt x="25172" y="16562"/>
                  </a:cubicBezTo>
                  <a:cubicBezTo>
                    <a:pt x="26093" y="15265"/>
                    <a:pt x="27139" y="13382"/>
                    <a:pt x="26134" y="11854"/>
                  </a:cubicBezTo>
                  <a:cubicBezTo>
                    <a:pt x="26176" y="11833"/>
                    <a:pt x="26197" y="11770"/>
                    <a:pt x="26197" y="11750"/>
                  </a:cubicBezTo>
                  <a:cubicBezTo>
                    <a:pt x="26218" y="11666"/>
                    <a:pt x="26197" y="11540"/>
                    <a:pt x="26113" y="11498"/>
                  </a:cubicBezTo>
                  <a:cubicBezTo>
                    <a:pt x="26113" y="11457"/>
                    <a:pt x="26093" y="11436"/>
                    <a:pt x="26072" y="11415"/>
                  </a:cubicBezTo>
                  <a:cubicBezTo>
                    <a:pt x="25046" y="10913"/>
                    <a:pt x="24084" y="10348"/>
                    <a:pt x="23059" y="9887"/>
                  </a:cubicBezTo>
                  <a:lnTo>
                    <a:pt x="23038" y="9887"/>
                  </a:lnTo>
                  <a:cubicBezTo>
                    <a:pt x="22954" y="8632"/>
                    <a:pt x="22828" y="7418"/>
                    <a:pt x="22661" y="6163"/>
                  </a:cubicBezTo>
                  <a:cubicBezTo>
                    <a:pt x="22661" y="6100"/>
                    <a:pt x="22577" y="6079"/>
                    <a:pt x="22536" y="6079"/>
                  </a:cubicBezTo>
                  <a:lnTo>
                    <a:pt x="22536" y="5975"/>
                  </a:lnTo>
                  <a:cubicBezTo>
                    <a:pt x="22536" y="5943"/>
                    <a:pt x="22515" y="5928"/>
                    <a:pt x="22494" y="5928"/>
                  </a:cubicBezTo>
                  <a:cubicBezTo>
                    <a:pt x="22473" y="5928"/>
                    <a:pt x="22452" y="5943"/>
                    <a:pt x="22452" y="5975"/>
                  </a:cubicBezTo>
                  <a:cubicBezTo>
                    <a:pt x="22452" y="7125"/>
                    <a:pt x="22536" y="8255"/>
                    <a:pt x="22536" y="9406"/>
                  </a:cubicBezTo>
                  <a:lnTo>
                    <a:pt x="22536" y="9678"/>
                  </a:lnTo>
                  <a:cubicBezTo>
                    <a:pt x="21678" y="9302"/>
                    <a:pt x="20841" y="8883"/>
                    <a:pt x="20004" y="8423"/>
                  </a:cubicBezTo>
                  <a:cubicBezTo>
                    <a:pt x="19995" y="8420"/>
                    <a:pt x="19987" y="8419"/>
                    <a:pt x="19980" y="8419"/>
                  </a:cubicBezTo>
                  <a:cubicBezTo>
                    <a:pt x="19936" y="8419"/>
                    <a:pt x="19923" y="8467"/>
                    <a:pt x="19941" y="8485"/>
                  </a:cubicBezTo>
                  <a:cubicBezTo>
                    <a:pt x="19815" y="8527"/>
                    <a:pt x="19732" y="8716"/>
                    <a:pt x="19732" y="8841"/>
                  </a:cubicBezTo>
                  <a:cubicBezTo>
                    <a:pt x="19732" y="8883"/>
                    <a:pt x="19753" y="8904"/>
                    <a:pt x="19795" y="8925"/>
                  </a:cubicBezTo>
                  <a:cubicBezTo>
                    <a:pt x="19857" y="9741"/>
                    <a:pt x="20004" y="10620"/>
                    <a:pt x="19271" y="11206"/>
                  </a:cubicBezTo>
                  <a:cubicBezTo>
                    <a:pt x="19230" y="11226"/>
                    <a:pt x="19209" y="11247"/>
                    <a:pt x="19209" y="11289"/>
                  </a:cubicBezTo>
                  <a:lnTo>
                    <a:pt x="19167" y="11331"/>
                  </a:lnTo>
                  <a:cubicBezTo>
                    <a:pt x="18372" y="10975"/>
                    <a:pt x="17535" y="10662"/>
                    <a:pt x="16719" y="10390"/>
                  </a:cubicBezTo>
                  <a:cubicBezTo>
                    <a:pt x="16719" y="10243"/>
                    <a:pt x="16698" y="10097"/>
                    <a:pt x="16698" y="9950"/>
                  </a:cubicBezTo>
                  <a:cubicBezTo>
                    <a:pt x="17095" y="9929"/>
                    <a:pt x="17430" y="9574"/>
                    <a:pt x="17346" y="9155"/>
                  </a:cubicBezTo>
                  <a:cubicBezTo>
                    <a:pt x="17284" y="8820"/>
                    <a:pt x="16970" y="8674"/>
                    <a:pt x="16656" y="8632"/>
                  </a:cubicBezTo>
                  <a:cubicBezTo>
                    <a:pt x="16677" y="8611"/>
                    <a:pt x="16677" y="8611"/>
                    <a:pt x="16677" y="8569"/>
                  </a:cubicBezTo>
                  <a:cubicBezTo>
                    <a:pt x="16677" y="7941"/>
                    <a:pt x="16677" y="7314"/>
                    <a:pt x="16656" y="6686"/>
                  </a:cubicBezTo>
                  <a:lnTo>
                    <a:pt x="16656" y="6686"/>
                  </a:lnTo>
                  <a:cubicBezTo>
                    <a:pt x="17074" y="6916"/>
                    <a:pt x="17367" y="7209"/>
                    <a:pt x="17639" y="7628"/>
                  </a:cubicBezTo>
                  <a:cubicBezTo>
                    <a:pt x="17660" y="7649"/>
                    <a:pt x="17723" y="7669"/>
                    <a:pt x="17744" y="7669"/>
                  </a:cubicBezTo>
                  <a:cubicBezTo>
                    <a:pt x="18183" y="7544"/>
                    <a:pt x="18267" y="7021"/>
                    <a:pt x="18330" y="6623"/>
                  </a:cubicBezTo>
                  <a:cubicBezTo>
                    <a:pt x="18393" y="6016"/>
                    <a:pt x="18330" y="5431"/>
                    <a:pt x="18121" y="4866"/>
                  </a:cubicBezTo>
                  <a:cubicBezTo>
                    <a:pt x="18183" y="4698"/>
                    <a:pt x="18225" y="4405"/>
                    <a:pt x="18058" y="4280"/>
                  </a:cubicBezTo>
                  <a:cubicBezTo>
                    <a:pt x="18039" y="4268"/>
                    <a:pt x="18023" y="4263"/>
                    <a:pt x="18009" y="4263"/>
                  </a:cubicBezTo>
                  <a:cubicBezTo>
                    <a:pt x="17974" y="4263"/>
                    <a:pt x="17953" y="4292"/>
                    <a:pt x="17953" y="4322"/>
                  </a:cubicBezTo>
                  <a:lnTo>
                    <a:pt x="17953" y="4343"/>
                  </a:lnTo>
                  <a:cubicBezTo>
                    <a:pt x="17451" y="4092"/>
                    <a:pt x="16970" y="3861"/>
                    <a:pt x="16468" y="3652"/>
                  </a:cubicBezTo>
                  <a:cubicBezTo>
                    <a:pt x="16384" y="2459"/>
                    <a:pt x="16300" y="1267"/>
                    <a:pt x="16258" y="95"/>
                  </a:cubicBezTo>
                  <a:cubicBezTo>
                    <a:pt x="16258" y="48"/>
                    <a:pt x="16223" y="24"/>
                    <a:pt x="16197" y="24"/>
                  </a:cubicBezTo>
                  <a:cubicBezTo>
                    <a:pt x="16188" y="24"/>
                    <a:pt x="16180" y="27"/>
                    <a:pt x="16175" y="32"/>
                  </a:cubicBezTo>
                  <a:cubicBezTo>
                    <a:pt x="16175" y="11"/>
                    <a:pt x="16154" y="1"/>
                    <a:pt x="16133"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03" name="Google Shape;5303;p64"/>
            <p:cNvSpPr/>
            <p:nvPr/>
          </p:nvSpPr>
          <p:spPr>
            <a:xfrm>
              <a:off x="5430250" y="3064850"/>
              <a:ext cx="44500" cy="61650"/>
            </a:xfrm>
            <a:custGeom>
              <a:avLst/>
              <a:gdLst/>
              <a:ahLst/>
              <a:cxnLst/>
              <a:rect l="l" t="t" r="r" b="b"/>
              <a:pathLst>
                <a:path w="1780" h="2466" extrusionOk="0">
                  <a:moveTo>
                    <a:pt x="677" y="167"/>
                  </a:moveTo>
                  <a:cubicBezTo>
                    <a:pt x="780" y="167"/>
                    <a:pt x="908" y="237"/>
                    <a:pt x="1068" y="421"/>
                  </a:cubicBezTo>
                  <a:cubicBezTo>
                    <a:pt x="1235" y="567"/>
                    <a:pt x="1256" y="944"/>
                    <a:pt x="1319" y="1153"/>
                  </a:cubicBezTo>
                  <a:cubicBezTo>
                    <a:pt x="1382" y="1488"/>
                    <a:pt x="1424" y="1802"/>
                    <a:pt x="1445" y="2136"/>
                  </a:cubicBezTo>
                  <a:lnTo>
                    <a:pt x="1445" y="2178"/>
                  </a:lnTo>
                  <a:cubicBezTo>
                    <a:pt x="1068" y="2199"/>
                    <a:pt x="712" y="2241"/>
                    <a:pt x="315" y="2304"/>
                  </a:cubicBezTo>
                  <a:cubicBezTo>
                    <a:pt x="273" y="1969"/>
                    <a:pt x="231" y="1655"/>
                    <a:pt x="231" y="1299"/>
                  </a:cubicBezTo>
                  <a:cubicBezTo>
                    <a:pt x="231" y="1132"/>
                    <a:pt x="273" y="965"/>
                    <a:pt x="294" y="776"/>
                  </a:cubicBezTo>
                  <a:cubicBezTo>
                    <a:pt x="324" y="611"/>
                    <a:pt x="418" y="167"/>
                    <a:pt x="677" y="167"/>
                  </a:cubicBezTo>
                  <a:close/>
                  <a:moveTo>
                    <a:pt x="740" y="0"/>
                  </a:moveTo>
                  <a:cubicBezTo>
                    <a:pt x="724" y="0"/>
                    <a:pt x="708" y="1"/>
                    <a:pt x="691" y="2"/>
                  </a:cubicBezTo>
                  <a:cubicBezTo>
                    <a:pt x="294" y="23"/>
                    <a:pt x="210" y="421"/>
                    <a:pt x="126" y="735"/>
                  </a:cubicBezTo>
                  <a:cubicBezTo>
                    <a:pt x="1" y="1279"/>
                    <a:pt x="22" y="1802"/>
                    <a:pt x="189" y="2325"/>
                  </a:cubicBezTo>
                  <a:cubicBezTo>
                    <a:pt x="106" y="2325"/>
                    <a:pt x="85" y="2450"/>
                    <a:pt x="189" y="2450"/>
                  </a:cubicBezTo>
                  <a:cubicBezTo>
                    <a:pt x="315" y="2461"/>
                    <a:pt x="442" y="2466"/>
                    <a:pt x="568" y="2466"/>
                  </a:cubicBezTo>
                  <a:cubicBezTo>
                    <a:pt x="949" y="2466"/>
                    <a:pt x="1330" y="2419"/>
                    <a:pt x="1675" y="2325"/>
                  </a:cubicBezTo>
                  <a:cubicBezTo>
                    <a:pt x="1779" y="2304"/>
                    <a:pt x="1779" y="2136"/>
                    <a:pt x="1675" y="2136"/>
                  </a:cubicBezTo>
                  <a:cubicBezTo>
                    <a:pt x="1695" y="1582"/>
                    <a:pt x="1575" y="0"/>
                    <a:pt x="740"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04" name="Google Shape;5304;p64"/>
            <p:cNvSpPr/>
            <p:nvPr/>
          </p:nvSpPr>
          <p:spPr>
            <a:xfrm>
              <a:off x="5493650" y="3054425"/>
              <a:ext cx="49625" cy="63450"/>
            </a:xfrm>
            <a:custGeom>
              <a:avLst/>
              <a:gdLst/>
              <a:ahLst/>
              <a:cxnLst/>
              <a:rect l="l" t="t" r="r" b="b"/>
              <a:pathLst>
                <a:path w="1985" h="2538" extrusionOk="0">
                  <a:moveTo>
                    <a:pt x="1001" y="188"/>
                  </a:moveTo>
                  <a:cubicBezTo>
                    <a:pt x="1085" y="188"/>
                    <a:pt x="1182" y="225"/>
                    <a:pt x="1294" y="315"/>
                  </a:cubicBezTo>
                  <a:cubicBezTo>
                    <a:pt x="1775" y="670"/>
                    <a:pt x="1733" y="1675"/>
                    <a:pt x="1775" y="2219"/>
                  </a:cubicBezTo>
                  <a:cubicBezTo>
                    <a:pt x="1357" y="2240"/>
                    <a:pt x="980" y="2302"/>
                    <a:pt x="583" y="2344"/>
                  </a:cubicBezTo>
                  <a:cubicBezTo>
                    <a:pt x="583" y="2030"/>
                    <a:pt x="562" y="1716"/>
                    <a:pt x="562" y="1403"/>
                  </a:cubicBezTo>
                  <a:cubicBezTo>
                    <a:pt x="520" y="1235"/>
                    <a:pt x="520" y="1068"/>
                    <a:pt x="520" y="921"/>
                  </a:cubicBezTo>
                  <a:cubicBezTo>
                    <a:pt x="553" y="691"/>
                    <a:pt x="689" y="188"/>
                    <a:pt x="1001" y="188"/>
                  </a:cubicBezTo>
                  <a:close/>
                  <a:moveTo>
                    <a:pt x="1025" y="1"/>
                  </a:moveTo>
                  <a:cubicBezTo>
                    <a:pt x="1" y="1"/>
                    <a:pt x="374" y="1804"/>
                    <a:pt x="415" y="2386"/>
                  </a:cubicBezTo>
                  <a:cubicBezTo>
                    <a:pt x="415" y="2407"/>
                    <a:pt x="457" y="2428"/>
                    <a:pt x="478" y="2449"/>
                  </a:cubicBezTo>
                  <a:cubicBezTo>
                    <a:pt x="478" y="2500"/>
                    <a:pt x="492" y="2538"/>
                    <a:pt x="532" y="2538"/>
                  </a:cubicBezTo>
                  <a:cubicBezTo>
                    <a:pt x="541" y="2538"/>
                    <a:pt x="550" y="2536"/>
                    <a:pt x="562" y="2533"/>
                  </a:cubicBezTo>
                  <a:cubicBezTo>
                    <a:pt x="1001" y="2512"/>
                    <a:pt x="1461" y="2449"/>
                    <a:pt x="1922" y="2386"/>
                  </a:cubicBezTo>
                  <a:cubicBezTo>
                    <a:pt x="1963" y="2386"/>
                    <a:pt x="1963" y="2323"/>
                    <a:pt x="1963" y="2302"/>
                  </a:cubicBezTo>
                  <a:cubicBezTo>
                    <a:pt x="1984" y="2240"/>
                    <a:pt x="1984" y="2240"/>
                    <a:pt x="1984" y="2219"/>
                  </a:cubicBezTo>
                  <a:cubicBezTo>
                    <a:pt x="1984" y="1612"/>
                    <a:pt x="1922" y="22"/>
                    <a:pt x="1043" y="1"/>
                  </a:cubicBezTo>
                  <a:cubicBezTo>
                    <a:pt x="1037" y="1"/>
                    <a:pt x="1031" y="1"/>
                    <a:pt x="1025"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05" name="Google Shape;5305;p64"/>
            <p:cNvSpPr/>
            <p:nvPr/>
          </p:nvSpPr>
          <p:spPr>
            <a:xfrm>
              <a:off x="5439675" y="3077975"/>
              <a:ext cx="22000" cy="41350"/>
            </a:xfrm>
            <a:custGeom>
              <a:avLst/>
              <a:gdLst/>
              <a:ahLst/>
              <a:cxnLst/>
              <a:rect l="l" t="t" r="r" b="b"/>
              <a:pathLst>
                <a:path w="880" h="1654" extrusionOk="0">
                  <a:moveTo>
                    <a:pt x="357" y="207"/>
                  </a:moveTo>
                  <a:cubicBezTo>
                    <a:pt x="364" y="207"/>
                    <a:pt x="370" y="208"/>
                    <a:pt x="377" y="210"/>
                  </a:cubicBezTo>
                  <a:cubicBezTo>
                    <a:pt x="482" y="230"/>
                    <a:pt x="586" y="733"/>
                    <a:pt x="628" y="837"/>
                  </a:cubicBezTo>
                  <a:cubicBezTo>
                    <a:pt x="670" y="1046"/>
                    <a:pt x="649" y="1214"/>
                    <a:pt x="670" y="1423"/>
                  </a:cubicBezTo>
                  <a:cubicBezTo>
                    <a:pt x="586" y="1444"/>
                    <a:pt x="545" y="1444"/>
                    <a:pt x="461" y="1465"/>
                  </a:cubicBezTo>
                  <a:cubicBezTo>
                    <a:pt x="377" y="1486"/>
                    <a:pt x="273" y="1486"/>
                    <a:pt x="210" y="1507"/>
                  </a:cubicBezTo>
                  <a:cubicBezTo>
                    <a:pt x="169" y="1263"/>
                    <a:pt x="128" y="207"/>
                    <a:pt x="357" y="207"/>
                  </a:cubicBezTo>
                  <a:close/>
                  <a:moveTo>
                    <a:pt x="335" y="0"/>
                  </a:moveTo>
                  <a:cubicBezTo>
                    <a:pt x="126" y="0"/>
                    <a:pt x="105" y="335"/>
                    <a:pt x="63" y="461"/>
                  </a:cubicBezTo>
                  <a:cubicBezTo>
                    <a:pt x="21" y="837"/>
                    <a:pt x="1" y="1193"/>
                    <a:pt x="42" y="1570"/>
                  </a:cubicBezTo>
                  <a:cubicBezTo>
                    <a:pt x="42" y="1591"/>
                    <a:pt x="63" y="1653"/>
                    <a:pt x="105" y="1653"/>
                  </a:cubicBezTo>
                  <a:cubicBezTo>
                    <a:pt x="231" y="1653"/>
                    <a:pt x="356" y="1653"/>
                    <a:pt x="482" y="1611"/>
                  </a:cubicBezTo>
                  <a:cubicBezTo>
                    <a:pt x="586" y="1611"/>
                    <a:pt x="733" y="1611"/>
                    <a:pt x="796" y="1528"/>
                  </a:cubicBezTo>
                  <a:cubicBezTo>
                    <a:pt x="858" y="1507"/>
                    <a:pt x="858" y="1486"/>
                    <a:pt x="837" y="1465"/>
                  </a:cubicBezTo>
                  <a:cubicBezTo>
                    <a:pt x="879" y="1172"/>
                    <a:pt x="837" y="858"/>
                    <a:pt x="733" y="607"/>
                  </a:cubicBezTo>
                  <a:cubicBezTo>
                    <a:pt x="670" y="440"/>
                    <a:pt x="545" y="0"/>
                    <a:pt x="335"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06" name="Google Shape;5306;p64"/>
            <p:cNvSpPr/>
            <p:nvPr/>
          </p:nvSpPr>
          <p:spPr>
            <a:xfrm>
              <a:off x="5504325" y="3065000"/>
              <a:ext cx="29525" cy="43325"/>
            </a:xfrm>
            <a:custGeom>
              <a:avLst/>
              <a:gdLst/>
              <a:ahLst/>
              <a:cxnLst/>
              <a:rect l="l" t="t" r="r" b="b"/>
              <a:pathLst>
                <a:path w="1181" h="1733" extrusionOk="0">
                  <a:moveTo>
                    <a:pt x="658" y="247"/>
                  </a:moveTo>
                  <a:cubicBezTo>
                    <a:pt x="700" y="310"/>
                    <a:pt x="720" y="331"/>
                    <a:pt x="741" y="415"/>
                  </a:cubicBezTo>
                  <a:cubicBezTo>
                    <a:pt x="951" y="729"/>
                    <a:pt x="930" y="1168"/>
                    <a:pt x="930" y="1565"/>
                  </a:cubicBezTo>
                  <a:cubicBezTo>
                    <a:pt x="783" y="1565"/>
                    <a:pt x="595" y="1607"/>
                    <a:pt x="448" y="1649"/>
                  </a:cubicBezTo>
                  <a:lnTo>
                    <a:pt x="448" y="1607"/>
                  </a:lnTo>
                  <a:lnTo>
                    <a:pt x="448" y="875"/>
                  </a:lnTo>
                  <a:cubicBezTo>
                    <a:pt x="448" y="770"/>
                    <a:pt x="386" y="645"/>
                    <a:pt x="407" y="540"/>
                  </a:cubicBezTo>
                  <a:cubicBezTo>
                    <a:pt x="386" y="373"/>
                    <a:pt x="469" y="310"/>
                    <a:pt x="658" y="247"/>
                  </a:cubicBezTo>
                  <a:close/>
                  <a:moveTo>
                    <a:pt x="494" y="1"/>
                  </a:moveTo>
                  <a:cubicBezTo>
                    <a:pt x="1" y="1"/>
                    <a:pt x="260" y="1349"/>
                    <a:pt x="260" y="1565"/>
                  </a:cubicBezTo>
                  <a:cubicBezTo>
                    <a:pt x="260" y="1586"/>
                    <a:pt x="281" y="1607"/>
                    <a:pt x="281" y="1607"/>
                  </a:cubicBezTo>
                  <a:lnTo>
                    <a:pt x="260" y="1607"/>
                  </a:lnTo>
                  <a:cubicBezTo>
                    <a:pt x="197" y="1649"/>
                    <a:pt x="197" y="1733"/>
                    <a:pt x="281" y="1733"/>
                  </a:cubicBezTo>
                  <a:cubicBezTo>
                    <a:pt x="553" y="1712"/>
                    <a:pt x="867" y="1712"/>
                    <a:pt x="1097" y="1607"/>
                  </a:cubicBezTo>
                  <a:lnTo>
                    <a:pt x="1118" y="1586"/>
                  </a:lnTo>
                  <a:lnTo>
                    <a:pt x="1118" y="1565"/>
                  </a:lnTo>
                  <a:cubicBezTo>
                    <a:pt x="1118" y="1524"/>
                    <a:pt x="1139" y="1524"/>
                    <a:pt x="1139" y="1503"/>
                  </a:cubicBezTo>
                  <a:cubicBezTo>
                    <a:pt x="1181" y="1189"/>
                    <a:pt x="1181" y="875"/>
                    <a:pt x="1034" y="561"/>
                  </a:cubicBezTo>
                  <a:cubicBezTo>
                    <a:pt x="972" y="394"/>
                    <a:pt x="804" y="80"/>
                    <a:pt x="595" y="17"/>
                  </a:cubicBezTo>
                  <a:cubicBezTo>
                    <a:pt x="558" y="6"/>
                    <a:pt x="525" y="1"/>
                    <a:pt x="494"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07" name="Google Shape;5307;p64"/>
            <p:cNvSpPr/>
            <p:nvPr/>
          </p:nvSpPr>
          <p:spPr>
            <a:xfrm>
              <a:off x="5591900" y="3066150"/>
              <a:ext cx="46325" cy="65450"/>
            </a:xfrm>
            <a:custGeom>
              <a:avLst/>
              <a:gdLst/>
              <a:ahLst/>
              <a:cxnLst/>
              <a:rect l="l" t="t" r="r" b="b"/>
              <a:pathLst>
                <a:path w="1853" h="2618" extrusionOk="0">
                  <a:moveTo>
                    <a:pt x="550" y="189"/>
                  </a:moveTo>
                  <a:cubicBezTo>
                    <a:pt x="1378" y="189"/>
                    <a:pt x="1551" y="1698"/>
                    <a:pt x="1590" y="2336"/>
                  </a:cubicBezTo>
                  <a:cubicBezTo>
                    <a:pt x="1296" y="2151"/>
                    <a:pt x="888" y="2081"/>
                    <a:pt x="537" y="2081"/>
                  </a:cubicBezTo>
                  <a:cubicBezTo>
                    <a:pt x="489" y="2081"/>
                    <a:pt x="443" y="2082"/>
                    <a:pt x="398" y="2084"/>
                  </a:cubicBezTo>
                  <a:cubicBezTo>
                    <a:pt x="314" y="1708"/>
                    <a:pt x="0" y="473"/>
                    <a:pt x="419" y="201"/>
                  </a:cubicBezTo>
                  <a:cubicBezTo>
                    <a:pt x="464" y="193"/>
                    <a:pt x="508" y="189"/>
                    <a:pt x="550" y="189"/>
                  </a:cubicBezTo>
                  <a:close/>
                  <a:moveTo>
                    <a:pt x="714" y="1"/>
                  </a:moveTo>
                  <a:cubicBezTo>
                    <a:pt x="608" y="1"/>
                    <a:pt x="500" y="31"/>
                    <a:pt x="398" y="97"/>
                  </a:cubicBezTo>
                  <a:cubicBezTo>
                    <a:pt x="147" y="159"/>
                    <a:pt x="126" y="390"/>
                    <a:pt x="105" y="599"/>
                  </a:cubicBezTo>
                  <a:cubicBezTo>
                    <a:pt x="42" y="1122"/>
                    <a:pt x="105" y="1666"/>
                    <a:pt x="314" y="2147"/>
                  </a:cubicBezTo>
                  <a:cubicBezTo>
                    <a:pt x="335" y="2168"/>
                    <a:pt x="335" y="2189"/>
                    <a:pt x="356" y="2189"/>
                  </a:cubicBezTo>
                  <a:lnTo>
                    <a:pt x="398" y="2231"/>
                  </a:lnTo>
                  <a:cubicBezTo>
                    <a:pt x="628" y="2252"/>
                    <a:pt x="858" y="2273"/>
                    <a:pt x="1088" y="2356"/>
                  </a:cubicBezTo>
                  <a:cubicBezTo>
                    <a:pt x="1298" y="2440"/>
                    <a:pt x="1486" y="2545"/>
                    <a:pt x="1695" y="2608"/>
                  </a:cubicBezTo>
                  <a:cubicBezTo>
                    <a:pt x="1708" y="2614"/>
                    <a:pt x="1721" y="2617"/>
                    <a:pt x="1734" y="2617"/>
                  </a:cubicBezTo>
                  <a:cubicBezTo>
                    <a:pt x="1801" y="2617"/>
                    <a:pt x="1853" y="2532"/>
                    <a:pt x="1800" y="2461"/>
                  </a:cubicBezTo>
                  <a:cubicBezTo>
                    <a:pt x="1800" y="2440"/>
                    <a:pt x="1821" y="2398"/>
                    <a:pt x="1821" y="2377"/>
                  </a:cubicBezTo>
                  <a:cubicBezTo>
                    <a:pt x="1800" y="1729"/>
                    <a:pt x="1716" y="996"/>
                    <a:pt x="1381" y="452"/>
                  </a:cubicBezTo>
                  <a:cubicBezTo>
                    <a:pt x="1232" y="184"/>
                    <a:pt x="977" y="1"/>
                    <a:pt x="714"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08" name="Google Shape;5308;p64"/>
            <p:cNvSpPr/>
            <p:nvPr/>
          </p:nvSpPr>
          <p:spPr>
            <a:xfrm>
              <a:off x="5655200" y="3084450"/>
              <a:ext cx="47400" cy="57325"/>
            </a:xfrm>
            <a:custGeom>
              <a:avLst/>
              <a:gdLst/>
              <a:ahLst/>
              <a:cxnLst/>
              <a:rect l="l" t="t" r="r" b="b"/>
              <a:pathLst>
                <a:path w="1896" h="2293" extrusionOk="0">
                  <a:moveTo>
                    <a:pt x="661" y="171"/>
                  </a:moveTo>
                  <a:cubicBezTo>
                    <a:pt x="718" y="171"/>
                    <a:pt x="788" y="181"/>
                    <a:pt x="858" y="181"/>
                  </a:cubicBezTo>
                  <a:cubicBezTo>
                    <a:pt x="1214" y="306"/>
                    <a:pt x="1444" y="829"/>
                    <a:pt x="1527" y="1122"/>
                  </a:cubicBezTo>
                  <a:cubicBezTo>
                    <a:pt x="1653" y="1436"/>
                    <a:pt x="1674" y="1771"/>
                    <a:pt x="1737" y="2127"/>
                  </a:cubicBezTo>
                  <a:cubicBezTo>
                    <a:pt x="1360" y="1938"/>
                    <a:pt x="942" y="1855"/>
                    <a:pt x="544" y="1855"/>
                  </a:cubicBezTo>
                  <a:cubicBezTo>
                    <a:pt x="419" y="1457"/>
                    <a:pt x="314" y="1101"/>
                    <a:pt x="293" y="725"/>
                  </a:cubicBezTo>
                  <a:cubicBezTo>
                    <a:pt x="293" y="474"/>
                    <a:pt x="293" y="264"/>
                    <a:pt x="586" y="181"/>
                  </a:cubicBezTo>
                  <a:cubicBezTo>
                    <a:pt x="607" y="174"/>
                    <a:pt x="632" y="171"/>
                    <a:pt x="661" y="171"/>
                  </a:cubicBezTo>
                  <a:close/>
                  <a:moveTo>
                    <a:pt x="614" y="1"/>
                  </a:moveTo>
                  <a:cubicBezTo>
                    <a:pt x="356" y="1"/>
                    <a:pt x="158" y="86"/>
                    <a:pt x="84" y="411"/>
                  </a:cubicBezTo>
                  <a:cubicBezTo>
                    <a:pt x="0" y="892"/>
                    <a:pt x="105" y="1394"/>
                    <a:pt x="314" y="1834"/>
                  </a:cubicBezTo>
                  <a:lnTo>
                    <a:pt x="293" y="1834"/>
                  </a:lnTo>
                  <a:cubicBezTo>
                    <a:pt x="188" y="1834"/>
                    <a:pt x="209" y="1959"/>
                    <a:pt x="293" y="1959"/>
                  </a:cubicBezTo>
                  <a:cubicBezTo>
                    <a:pt x="774" y="2022"/>
                    <a:pt x="1255" y="2148"/>
                    <a:pt x="1716" y="2273"/>
                  </a:cubicBezTo>
                  <a:cubicBezTo>
                    <a:pt x="1748" y="2287"/>
                    <a:pt x="1774" y="2292"/>
                    <a:pt x="1797" y="2292"/>
                  </a:cubicBezTo>
                  <a:cubicBezTo>
                    <a:pt x="1876" y="2292"/>
                    <a:pt x="1895" y="2218"/>
                    <a:pt x="1862" y="2168"/>
                  </a:cubicBezTo>
                  <a:lnTo>
                    <a:pt x="1862" y="2148"/>
                  </a:lnTo>
                  <a:cubicBezTo>
                    <a:pt x="1862" y="1645"/>
                    <a:pt x="1653" y="306"/>
                    <a:pt x="1025" y="76"/>
                  </a:cubicBezTo>
                  <a:cubicBezTo>
                    <a:pt x="1025" y="55"/>
                    <a:pt x="983" y="34"/>
                    <a:pt x="963" y="34"/>
                  </a:cubicBezTo>
                  <a:cubicBezTo>
                    <a:pt x="839" y="16"/>
                    <a:pt x="721" y="1"/>
                    <a:pt x="614"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09" name="Google Shape;5309;p64"/>
            <p:cNvSpPr/>
            <p:nvPr/>
          </p:nvSpPr>
          <p:spPr>
            <a:xfrm>
              <a:off x="5601300" y="3074900"/>
              <a:ext cx="29850" cy="41575"/>
            </a:xfrm>
            <a:custGeom>
              <a:avLst/>
              <a:gdLst/>
              <a:ahLst/>
              <a:cxnLst/>
              <a:rect l="l" t="t" r="r" b="b"/>
              <a:pathLst>
                <a:path w="1194" h="1663" extrusionOk="0">
                  <a:moveTo>
                    <a:pt x="396" y="202"/>
                  </a:moveTo>
                  <a:cubicBezTo>
                    <a:pt x="410" y="202"/>
                    <a:pt x="424" y="204"/>
                    <a:pt x="440" y="207"/>
                  </a:cubicBezTo>
                  <a:cubicBezTo>
                    <a:pt x="566" y="416"/>
                    <a:pt x="691" y="646"/>
                    <a:pt x="775" y="877"/>
                  </a:cubicBezTo>
                  <a:cubicBezTo>
                    <a:pt x="859" y="1107"/>
                    <a:pt x="859" y="1316"/>
                    <a:pt x="880" y="1567"/>
                  </a:cubicBezTo>
                  <a:cubicBezTo>
                    <a:pt x="691" y="1504"/>
                    <a:pt x="461" y="1483"/>
                    <a:pt x="273" y="1483"/>
                  </a:cubicBezTo>
                  <a:cubicBezTo>
                    <a:pt x="273" y="1274"/>
                    <a:pt x="252" y="1065"/>
                    <a:pt x="252" y="877"/>
                  </a:cubicBezTo>
                  <a:cubicBezTo>
                    <a:pt x="252" y="737"/>
                    <a:pt x="139" y="202"/>
                    <a:pt x="396" y="202"/>
                  </a:cubicBezTo>
                  <a:close/>
                  <a:moveTo>
                    <a:pt x="363" y="1"/>
                  </a:moveTo>
                  <a:cubicBezTo>
                    <a:pt x="239" y="1"/>
                    <a:pt x="109" y="114"/>
                    <a:pt x="64" y="249"/>
                  </a:cubicBezTo>
                  <a:cubicBezTo>
                    <a:pt x="1" y="437"/>
                    <a:pt x="64" y="667"/>
                    <a:pt x="64" y="856"/>
                  </a:cubicBezTo>
                  <a:cubicBezTo>
                    <a:pt x="85" y="1065"/>
                    <a:pt x="126" y="1274"/>
                    <a:pt x="168" y="1483"/>
                  </a:cubicBezTo>
                  <a:lnTo>
                    <a:pt x="106" y="1483"/>
                  </a:lnTo>
                  <a:cubicBezTo>
                    <a:pt x="85" y="1483"/>
                    <a:pt x="64" y="1546"/>
                    <a:pt x="106" y="1546"/>
                  </a:cubicBezTo>
                  <a:cubicBezTo>
                    <a:pt x="272" y="1636"/>
                    <a:pt x="471" y="1647"/>
                    <a:pt x="667" y="1647"/>
                  </a:cubicBezTo>
                  <a:cubicBezTo>
                    <a:pt x="731" y="1647"/>
                    <a:pt x="796" y="1646"/>
                    <a:pt x="858" y="1646"/>
                  </a:cubicBezTo>
                  <a:cubicBezTo>
                    <a:pt x="916" y="1646"/>
                    <a:pt x="972" y="1647"/>
                    <a:pt x="1026" y="1651"/>
                  </a:cubicBezTo>
                  <a:cubicBezTo>
                    <a:pt x="1038" y="1659"/>
                    <a:pt x="1048" y="1662"/>
                    <a:pt x="1056" y="1662"/>
                  </a:cubicBezTo>
                  <a:cubicBezTo>
                    <a:pt x="1088" y="1662"/>
                    <a:pt x="1085" y="1605"/>
                    <a:pt x="1068" y="1588"/>
                  </a:cubicBezTo>
                  <a:cubicBezTo>
                    <a:pt x="1194" y="1107"/>
                    <a:pt x="901" y="458"/>
                    <a:pt x="545" y="123"/>
                  </a:cubicBezTo>
                  <a:cubicBezTo>
                    <a:pt x="545" y="81"/>
                    <a:pt x="545" y="81"/>
                    <a:pt x="503" y="61"/>
                  </a:cubicBezTo>
                  <a:cubicBezTo>
                    <a:pt x="461" y="19"/>
                    <a:pt x="413" y="1"/>
                    <a:pt x="363"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10" name="Google Shape;5310;p64"/>
            <p:cNvSpPr/>
            <p:nvPr/>
          </p:nvSpPr>
          <p:spPr>
            <a:xfrm>
              <a:off x="5656200" y="3093100"/>
              <a:ext cx="38750" cy="37275"/>
            </a:xfrm>
            <a:custGeom>
              <a:avLst/>
              <a:gdLst/>
              <a:ahLst/>
              <a:cxnLst/>
              <a:rect l="l" t="t" r="r" b="b"/>
              <a:pathLst>
                <a:path w="1550" h="1491" extrusionOk="0">
                  <a:moveTo>
                    <a:pt x="648" y="150"/>
                  </a:moveTo>
                  <a:cubicBezTo>
                    <a:pt x="678" y="150"/>
                    <a:pt x="713" y="156"/>
                    <a:pt x="755" y="169"/>
                  </a:cubicBezTo>
                  <a:cubicBezTo>
                    <a:pt x="1215" y="316"/>
                    <a:pt x="1299" y="881"/>
                    <a:pt x="1341" y="1299"/>
                  </a:cubicBezTo>
                  <a:cubicBezTo>
                    <a:pt x="1341" y="1320"/>
                    <a:pt x="1341" y="1320"/>
                    <a:pt x="1383" y="1362"/>
                  </a:cubicBezTo>
                  <a:cubicBezTo>
                    <a:pt x="1299" y="1320"/>
                    <a:pt x="1195" y="1299"/>
                    <a:pt x="1111" y="1278"/>
                  </a:cubicBezTo>
                  <a:cubicBezTo>
                    <a:pt x="990" y="1209"/>
                    <a:pt x="868" y="1168"/>
                    <a:pt x="771" y="1168"/>
                  </a:cubicBezTo>
                  <a:cubicBezTo>
                    <a:pt x="750" y="1168"/>
                    <a:pt x="731" y="1170"/>
                    <a:pt x="713" y="1174"/>
                  </a:cubicBezTo>
                  <a:cubicBezTo>
                    <a:pt x="671" y="1006"/>
                    <a:pt x="609" y="881"/>
                    <a:pt x="588" y="734"/>
                  </a:cubicBezTo>
                  <a:cubicBezTo>
                    <a:pt x="550" y="585"/>
                    <a:pt x="396" y="150"/>
                    <a:pt x="648" y="150"/>
                  </a:cubicBezTo>
                  <a:close/>
                  <a:moveTo>
                    <a:pt x="595" y="1"/>
                  </a:moveTo>
                  <a:cubicBezTo>
                    <a:pt x="1" y="1"/>
                    <a:pt x="528" y="1074"/>
                    <a:pt x="671" y="1320"/>
                  </a:cubicBezTo>
                  <a:cubicBezTo>
                    <a:pt x="680" y="1347"/>
                    <a:pt x="693" y="1358"/>
                    <a:pt x="707" y="1358"/>
                  </a:cubicBezTo>
                  <a:cubicBezTo>
                    <a:pt x="727" y="1358"/>
                    <a:pt x="752" y="1336"/>
                    <a:pt x="776" y="1299"/>
                  </a:cubicBezTo>
                  <a:cubicBezTo>
                    <a:pt x="881" y="1362"/>
                    <a:pt x="985" y="1362"/>
                    <a:pt x="1048" y="1383"/>
                  </a:cubicBezTo>
                  <a:cubicBezTo>
                    <a:pt x="1215" y="1404"/>
                    <a:pt x="1341" y="1488"/>
                    <a:pt x="1508" y="1488"/>
                  </a:cubicBezTo>
                  <a:cubicBezTo>
                    <a:pt x="1513" y="1490"/>
                    <a:pt x="1517" y="1491"/>
                    <a:pt x="1521" y="1491"/>
                  </a:cubicBezTo>
                  <a:cubicBezTo>
                    <a:pt x="1550" y="1491"/>
                    <a:pt x="1548" y="1423"/>
                    <a:pt x="1529" y="1404"/>
                  </a:cubicBezTo>
                  <a:cubicBezTo>
                    <a:pt x="1467" y="1383"/>
                    <a:pt x="1446" y="1362"/>
                    <a:pt x="1404" y="1320"/>
                  </a:cubicBezTo>
                  <a:cubicBezTo>
                    <a:pt x="1425" y="1320"/>
                    <a:pt x="1467" y="1299"/>
                    <a:pt x="1467" y="1278"/>
                  </a:cubicBezTo>
                  <a:cubicBezTo>
                    <a:pt x="1425" y="776"/>
                    <a:pt x="1278" y="23"/>
                    <a:pt x="630" y="2"/>
                  </a:cubicBezTo>
                  <a:cubicBezTo>
                    <a:pt x="618" y="1"/>
                    <a:pt x="606" y="1"/>
                    <a:pt x="595"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aphicFrame>
        <p:nvGraphicFramePr>
          <p:cNvPr id="5311" name="Google Shape;5311;p64"/>
          <p:cNvGraphicFramePr/>
          <p:nvPr/>
        </p:nvGraphicFramePr>
        <p:xfrm>
          <a:off x="952500" y="1637100"/>
          <a:ext cx="7239000" cy="3000000"/>
        </p:xfrm>
        <a:graphic>
          <a:graphicData uri="http://schemas.openxmlformats.org/drawingml/2006/table">
            <a:tbl>
              <a:tblPr>
                <a:noFill/>
                <a:tableStyleId>{86B84417-7BD4-4907-9079-F2DE78AFB253}</a:tableStyleId>
              </a:tblPr>
              <a:tblGrid>
                <a:gridCol w="2413000"/>
                <a:gridCol w="2413000"/>
                <a:gridCol w="2413000"/>
              </a:tblGrid>
              <a:tr h="381000">
                <a:tc>
                  <a:txBody>
                    <a:bodyPr/>
                    <a:lstStyle/>
                    <a:p>
                      <a:pPr marL="0" lvl="0" indent="0" algn="ctr" rtl="0">
                        <a:spcBef>
                          <a:spcPts val="0"/>
                        </a:spcBef>
                        <a:spcAft>
                          <a:spcPts val="0"/>
                        </a:spcAft>
                        <a:buNone/>
                      </a:pPr>
                      <a:r>
                        <a:rPr lang="en-GB" sz="1800">
                          <a:solidFill>
                            <a:schemeClr val="dk1"/>
                          </a:solidFill>
                          <a:latin typeface="Averia Serif Libre" panose="02000603000000000004"/>
                          <a:ea typeface="Averia Serif Libre" panose="02000603000000000004"/>
                          <a:cs typeface="Averia Serif Libre" panose="02000603000000000004"/>
                          <a:sym typeface="Averia Serif Libre" panose="02000603000000000004"/>
                        </a:rPr>
                        <a:t>Animals</a:t>
                      </a:r>
                      <a:endParaRPr sz="1800">
                        <a:solidFill>
                          <a:schemeClr val="dk1"/>
                        </a:solidFill>
                        <a:latin typeface="Averia Serif Libre" panose="02000603000000000004"/>
                        <a:ea typeface="Averia Serif Libre" panose="02000603000000000004"/>
                        <a:cs typeface="Averia Serif Libre" panose="02000603000000000004"/>
                        <a:sym typeface="Averia Serif Libre" panose="02000603000000000004"/>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GB" sz="1800">
                          <a:solidFill>
                            <a:schemeClr val="dk1"/>
                          </a:solidFill>
                          <a:latin typeface="Averia Serif Libre" panose="02000603000000000004"/>
                          <a:ea typeface="Averia Serif Libre" panose="02000603000000000004"/>
                          <a:cs typeface="Averia Serif Libre" panose="02000603000000000004"/>
                          <a:sym typeface="Averia Serif Libre" panose="02000603000000000004"/>
                        </a:rPr>
                        <a:t>Plants</a:t>
                      </a:r>
                      <a:endParaRPr sz="1800">
                        <a:solidFill>
                          <a:schemeClr val="dk1"/>
                        </a:solidFill>
                        <a:latin typeface="Averia Serif Libre" panose="02000603000000000004"/>
                        <a:ea typeface="Averia Serif Libre" panose="02000603000000000004"/>
                        <a:cs typeface="Averia Serif Libre" panose="02000603000000000004"/>
                        <a:sym typeface="Averia Serif Libre" panose="02000603000000000004"/>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GB" sz="1800">
                          <a:solidFill>
                            <a:schemeClr val="dk1"/>
                          </a:solidFill>
                          <a:latin typeface="Averia Serif Libre" panose="02000603000000000004"/>
                          <a:ea typeface="Averia Serif Libre" panose="02000603000000000004"/>
                          <a:cs typeface="Averia Serif Libre" panose="02000603000000000004"/>
                          <a:sym typeface="Averia Serif Libre" panose="02000603000000000004"/>
                        </a:rPr>
                        <a:t>Tribes</a:t>
                      </a:r>
                      <a:endParaRPr sz="1800">
                        <a:solidFill>
                          <a:schemeClr val="dk1"/>
                        </a:solidFill>
                        <a:latin typeface="Averia Serif Libre" panose="02000603000000000004"/>
                        <a:ea typeface="Averia Serif Libre" panose="02000603000000000004"/>
                        <a:cs typeface="Averia Serif Libre" panose="02000603000000000004"/>
                        <a:sym typeface="Averia Serif Libre" panose="02000603000000000004"/>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r>
              <a:tr h="381000">
                <a:tc>
                  <a:txBody>
                    <a:bodyPr/>
                    <a:lstStyle/>
                    <a:p>
                      <a:pPr marL="0" lvl="0" indent="0" algn="ctr" rtl="0">
                        <a:spcBef>
                          <a:spcPts val="0"/>
                        </a:spcBef>
                        <a:spcAft>
                          <a:spcPts val="0"/>
                        </a:spcAft>
                        <a:buNone/>
                      </a:pPr>
                      <a:r>
                        <a:rPr lang="en-GB">
                          <a:solidFill>
                            <a:schemeClr val="dk1"/>
                          </a:solidFill>
                          <a:latin typeface="Average Sans" panose="02000503040000020003"/>
                          <a:ea typeface="Average Sans" panose="02000503040000020003"/>
                          <a:cs typeface="Average Sans" panose="02000503040000020003"/>
                          <a:sym typeface="Average Sans" panose="02000503040000020003"/>
                        </a:rPr>
                        <a:t>Grizzly bear</a:t>
                      </a:r>
                      <a:endParaRPr>
                        <a:solidFill>
                          <a:schemeClr val="dk1"/>
                        </a:solidFill>
                        <a:latin typeface="Average Sans" panose="02000503040000020003"/>
                        <a:ea typeface="Average Sans" panose="02000503040000020003"/>
                        <a:cs typeface="Average Sans" panose="02000503040000020003"/>
                        <a:sym typeface="Average Sans" panose="02000503040000020003"/>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GB">
                          <a:solidFill>
                            <a:schemeClr val="dk1"/>
                          </a:solidFill>
                          <a:latin typeface="Average Sans" panose="02000503040000020003"/>
                          <a:ea typeface="Average Sans" panose="02000503040000020003"/>
                          <a:cs typeface="Average Sans" panose="02000503040000020003"/>
                          <a:sym typeface="Average Sans" panose="02000503040000020003"/>
                        </a:rPr>
                        <a:t>Bitterroot</a:t>
                      </a:r>
                      <a:endParaRPr>
                        <a:solidFill>
                          <a:schemeClr val="dk1"/>
                        </a:solidFill>
                        <a:latin typeface="Average Sans" panose="02000503040000020003"/>
                        <a:ea typeface="Average Sans" panose="02000503040000020003"/>
                        <a:cs typeface="Average Sans" panose="02000503040000020003"/>
                        <a:sym typeface="Average Sans" panose="02000503040000020003"/>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GB">
                          <a:solidFill>
                            <a:schemeClr val="dk1"/>
                          </a:solidFill>
                          <a:latin typeface="Average Sans" panose="02000503040000020003"/>
                          <a:ea typeface="Average Sans" panose="02000503040000020003"/>
                          <a:cs typeface="Average Sans" panose="02000503040000020003"/>
                          <a:sym typeface="Average Sans" panose="02000503040000020003"/>
                        </a:rPr>
                        <a:t>Shoshone</a:t>
                      </a:r>
                      <a:endParaRPr>
                        <a:solidFill>
                          <a:schemeClr val="dk1"/>
                        </a:solidFill>
                        <a:latin typeface="Average Sans" panose="02000503040000020003"/>
                        <a:ea typeface="Average Sans" panose="02000503040000020003"/>
                        <a:cs typeface="Average Sans" panose="02000503040000020003"/>
                        <a:sym typeface="Average Sans" panose="02000503040000020003"/>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r>
              <a:tr h="381000">
                <a:tc>
                  <a:txBody>
                    <a:bodyPr/>
                    <a:lstStyle/>
                    <a:p>
                      <a:pPr marL="0" lvl="0" indent="0" algn="ctr" rtl="0">
                        <a:spcBef>
                          <a:spcPts val="0"/>
                        </a:spcBef>
                        <a:spcAft>
                          <a:spcPts val="0"/>
                        </a:spcAft>
                        <a:buNone/>
                      </a:pPr>
                      <a:r>
                        <a:rPr lang="en-GB">
                          <a:solidFill>
                            <a:schemeClr val="dk1"/>
                          </a:solidFill>
                          <a:latin typeface="Average Sans" panose="02000503040000020003"/>
                          <a:ea typeface="Average Sans" panose="02000503040000020003"/>
                          <a:cs typeface="Average Sans" panose="02000503040000020003"/>
                          <a:sym typeface="Average Sans" panose="02000503040000020003"/>
                        </a:rPr>
                        <a:t>Prairie dog</a:t>
                      </a:r>
                      <a:endParaRPr>
                        <a:solidFill>
                          <a:schemeClr val="dk1"/>
                        </a:solidFill>
                        <a:latin typeface="Average Sans" panose="02000503040000020003"/>
                        <a:ea typeface="Average Sans" panose="02000503040000020003"/>
                        <a:cs typeface="Average Sans" panose="02000503040000020003"/>
                        <a:sym typeface="Average Sans" panose="02000503040000020003"/>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GB">
                          <a:solidFill>
                            <a:schemeClr val="dk1"/>
                          </a:solidFill>
                          <a:latin typeface="Average Sans" panose="02000503040000020003"/>
                          <a:ea typeface="Average Sans" panose="02000503040000020003"/>
                          <a:cs typeface="Average Sans" panose="02000503040000020003"/>
                          <a:sym typeface="Average Sans" panose="02000503040000020003"/>
                        </a:rPr>
                        <a:t>Prairie sagebrush</a:t>
                      </a:r>
                      <a:endParaRPr>
                        <a:solidFill>
                          <a:schemeClr val="dk1"/>
                        </a:solidFill>
                        <a:latin typeface="Average Sans" panose="02000503040000020003"/>
                        <a:ea typeface="Average Sans" panose="02000503040000020003"/>
                        <a:cs typeface="Average Sans" panose="02000503040000020003"/>
                        <a:sym typeface="Average Sans" panose="02000503040000020003"/>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GB">
                          <a:solidFill>
                            <a:schemeClr val="dk1"/>
                          </a:solidFill>
                          <a:latin typeface="Average Sans" panose="02000503040000020003"/>
                          <a:ea typeface="Average Sans" panose="02000503040000020003"/>
                          <a:cs typeface="Average Sans" panose="02000503040000020003"/>
                          <a:sym typeface="Average Sans" panose="02000503040000020003"/>
                        </a:rPr>
                        <a:t>Mandan</a:t>
                      </a:r>
                      <a:endParaRPr>
                        <a:solidFill>
                          <a:schemeClr val="dk1"/>
                        </a:solidFill>
                        <a:latin typeface="Average Sans" panose="02000503040000020003"/>
                        <a:ea typeface="Average Sans" panose="02000503040000020003"/>
                        <a:cs typeface="Average Sans" panose="02000503040000020003"/>
                        <a:sym typeface="Average Sans" panose="02000503040000020003"/>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r>
              <a:tr h="381000">
                <a:tc>
                  <a:txBody>
                    <a:bodyPr/>
                    <a:lstStyle/>
                    <a:p>
                      <a:pPr marL="0" lvl="0" indent="0" algn="ctr" rtl="0">
                        <a:spcBef>
                          <a:spcPts val="0"/>
                        </a:spcBef>
                        <a:spcAft>
                          <a:spcPts val="0"/>
                        </a:spcAft>
                        <a:buNone/>
                      </a:pPr>
                      <a:r>
                        <a:rPr lang="en-GB">
                          <a:solidFill>
                            <a:schemeClr val="dk1"/>
                          </a:solidFill>
                          <a:latin typeface="Average Sans" panose="02000503040000020003"/>
                          <a:ea typeface="Average Sans" panose="02000503040000020003"/>
                          <a:cs typeface="Average Sans" panose="02000503040000020003"/>
                          <a:sym typeface="Average Sans" panose="02000503040000020003"/>
                        </a:rPr>
                        <a:t>Pronghorn </a:t>
                      </a:r>
                      <a:r>
                        <a:rPr lang="en-GB">
                          <a:solidFill>
                            <a:schemeClr val="dk1"/>
                          </a:solidFill>
                          <a:latin typeface="Average Sans" panose="02000503040000020003"/>
                          <a:ea typeface="Average Sans" panose="02000503040000020003"/>
                          <a:cs typeface="Average Sans" panose="02000503040000020003"/>
                          <a:sym typeface="Average Sans" panose="02000503040000020003"/>
                        </a:rPr>
                        <a:t>antelope</a:t>
                      </a:r>
                      <a:endParaRPr>
                        <a:solidFill>
                          <a:schemeClr val="dk1"/>
                        </a:solidFill>
                        <a:latin typeface="Average Sans" panose="02000503040000020003"/>
                        <a:ea typeface="Average Sans" panose="02000503040000020003"/>
                        <a:cs typeface="Average Sans" panose="02000503040000020003"/>
                        <a:sym typeface="Average Sans" panose="02000503040000020003"/>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GB">
                          <a:solidFill>
                            <a:schemeClr val="dk1"/>
                          </a:solidFill>
                          <a:latin typeface="Average Sans" panose="02000503040000020003"/>
                          <a:ea typeface="Average Sans" panose="02000503040000020003"/>
                          <a:cs typeface="Average Sans" panose="02000503040000020003"/>
                          <a:sym typeface="Average Sans" panose="02000503040000020003"/>
                        </a:rPr>
                        <a:t>Douglas fir</a:t>
                      </a:r>
                      <a:endParaRPr>
                        <a:solidFill>
                          <a:schemeClr val="dk1"/>
                        </a:solidFill>
                        <a:latin typeface="Average Sans" panose="02000503040000020003"/>
                        <a:ea typeface="Average Sans" panose="02000503040000020003"/>
                        <a:cs typeface="Average Sans" panose="02000503040000020003"/>
                        <a:sym typeface="Average Sans" panose="02000503040000020003"/>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GB">
                          <a:solidFill>
                            <a:schemeClr val="dk1"/>
                          </a:solidFill>
                          <a:latin typeface="Average Sans" panose="02000503040000020003"/>
                          <a:ea typeface="Average Sans" panose="02000503040000020003"/>
                          <a:cs typeface="Average Sans" panose="02000503040000020003"/>
                          <a:sym typeface="Average Sans" panose="02000503040000020003"/>
                        </a:rPr>
                        <a:t>Nez Perce</a:t>
                      </a:r>
                      <a:endParaRPr>
                        <a:solidFill>
                          <a:schemeClr val="dk1"/>
                        </a:solidFill>
                        <a:latin typeface="Average Sans" panose="02000503040000020003"/>
                        <a:ea typeface="Average Sans" panose="02000503040000020003"/>
                        <a:cs typeface="Average Sans" panose="02000503040000020003"/>
                        <a:sym typeface="Average Sans" panose="02000503040000020003"/>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r>
              <a:tr h="381000">
                <a:tc>
                  <a:txBody>
                    <a:bodyPr/>
                    <a:lstStyle/>
                    <a:p>
                      <a:pPr marL="0" lvl="0" indent="0" algn="ctr" rtl="0">
                        <a:spcBef>
                          <a:spcPts val="0"/>
                        </a:spcBef>
                        <a:spcAft>
                          <a:spcPts val="0"/>
                        </a:spcAft>
                        <a:buNone/>
                      </a:pPr>
                      <a:r>
                        <a:rPr lang="en-GB">
                          <a:solidFill>
                            <a:schemeClr val="dk1"/>
                          </a:solidFill>
                          <a:latin typeface="Average Sans" panose="02000503040000020003"/>
                          <a:ea typeface="Average Sans" panose="02000503040000020003"/>
                          <a:cs typeface="Average Sans" panose="02000503040000020003"/>
                          <a:sym typeface="Average Sans" panose="02000503040000020003"/>
                        </a:rPr>
                        <a:t>Swift fox</a:t>
                      </a:r>
                      <a:endParaRPr>
                        <a:solidFill>
                          <a:schemeClr val="dk1"/>
                        </a:solidFill>
                        <a:latin typeface="Average Sans" panose="02000503040000020003"/>
                        <a:ea typeface="Average Sans" panose="02000503040000020003"/>
                        <a:cs typeface="Average Sans" panose="02000503040000020003"/>
                        <a:sym typeface="Average Sans" panose="02000503040000020003"/>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GB">
                          <a:solidFill>
                            <a:schemeClr val="dk1"/>
                          </a:solidFill>
                          <a:latin typeface="Average Sans" panose="02000503040000020003"/>
                          <a:ea typeface="Average Sans" panose="02000503040000020003"/>
                          <a:cs typeface="Average Sans" panose="02000503040000020003"/>
                          <a:sym typeface="Average Sans" panose="02000503040000020003"/>
                        </a:rPr>
                        <a:t>Ponderosa pine</a:t>
                      </a:r>
                      <a:endParaRPr>
                        <a:solidFill>
                          <a:schemeClr val="dk1"/>
                        </a:solidFill>
                        <a:latin typeface="Average Sans" panose="02000503040000020003"/>
                        <a:ea typeface="Average Sans" panose="02000503040000020003"/>
                        <a:cs typeface="Average Sans" panose="02000503040000020003"/>
                        <a:sym typeface="Average Sans" panose="02000503040000020003"/>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GB">
                          <a:solidFill>
                            <a:schemeClr val="dk1"/>
                          </a:solidFill>
                          <a:latin typeface="Average Sans" panose="02000503040000020003"/>
                          <a:ea typeface="Average Sans" panose="02000503040000020003"/>
                          <a:cs typeface="Average Sans" panose="02000503040000020003"/>
                          <a:sym typeface="Average Sans" panose="02000503040000020003"/>
                        </a:rPr>
                        <a:t>Sioux</a:t>
                      </a:r>
                      <a:endParaRPr>
                        <a:solidFill>
                          <a:schemeClr val="dk1"/>
                        </a:solidFill>
                        <a:latin typeface="Average Sans" panose="02000503040000020003"/>
                        <a:ea typeface="Average Sans" panose="02000503040000020003"/>
                        <a:cs typeface="Average Sans" panose="02000503040000020003"/>
                        <a:sym typeface="Average Sans" panose="02000503040000020003"/>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r>
            </a:tbl>
          </a:graphicData>
        </a:graphic>
      </p:graphicFrame>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5315" name="Shape 5315"/>
        <p:cNvGrpSpPr/>
        <p:nvPr/>
      </p:nvGrpSpPr>
      <p:grpSpPr>
        <a:xfrm>
          <a:off x="0" y="0"/>
          <a:ext cx="0" cy="0"/>
          <a:chOff x="0" y="0"/>
          <a:chExt cx="0" cy="0"/>
        </a:xfrm>
      </p:grpSpPr>
      <p:sp>
        <p:nvSpPr>
          <p:cNvPr id="5316" name="Google Shape;5316;p65"/>
          <p:cNvSpPr txBox="1"/>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Exercise 3</a:t>
            </a:r>
            <a:endParaRPr lang="en-GB"/>
          </a:p>
        </p:txBody>
      </p:sp>
      <p:sp>
        <p:nvSpPr>
          <p:cNvPr id="5317" name="Google Shape;5317;p65"/>
          <p:cNvSpPr txBox="1"/>
          <p:nvPr/>
        </p:nvSpPr>
        <p:spPr>
          <a:xfrm>
            <a:off x="2274600" y="1221050"/>
            <a:ext cx="4594800" cy="6156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GB">
                <a:solidFill>
                  <a:schemeClr val="dk1"/>
                </a:solidFill>
                <a:latin typeface="Average Sans" panose="02000503040000020003"/>
                <a:ea typeface="Average Sans" panose="02000503040000020003"/>
                <a:cs typeface="Average Sans" panose="02000503040000020003"/>
                <a:sym typeface="Average Sans" panose="02000503040000020003"/>
              </a:rPr>
              <a:t>Fill in the blanks with the 4 most important discoveries of the Lewis and Clark expedition</a:t>
            </a:r>
            <a:endParaRPr>
              <a:solidFill>
                <a:schemeClr val="dk1"/>
              </a:solidFill>
              <a:latin typeface="Average Sans" panose="02000503040000020003"/>
              <a:ea typeface="Average Sans" panose="02000503040000020003"/>
              <a:cs typeface="Average Sans" panose="02000503040000020003"/>
              <a:sym typeface="Average Sans" panose="02000503040000020003"/>
            </a:endParaRPr>
          </a:p>
          <a:p>
            <a:pPr marL="0" lvl="0" indent="0" algn="ctr" rtl="0">
              <a:spcBef>
                <a:spcPts val="0"/>
              </a:spcBef>
              <a:spcAft>
                <a:spcPts val="0"/>
              </a:spcAft>
              <a:buNone/>
            </a:pPr>
            <a:endParaRPr>
              <a:solidFill>
                <a:schemeClr val="dk1"/>
              </a:solidFill>
              <a:latin typeface="Average Sans" panose="02000503040000020003"/>
              <a:ea typeface="Average Sans" panose="02000503040000020003"/>
              <a:cs typeface="Average Sans" panose="02000503040000020003"/>
              <a:sym typeface="Average Sans" panose="02000503040000020003"/>
            </a:endParaRPr>
          </a:p>
          <a:p>
            <a:pPr marL="0" lvl="0" indent="0" algn="ctr" rtl="0">
              <a:spcBef>
                <a:spcPts val="0"/>
              </a:spcBef>
              <a:spcAft>
                <a:spcPts val="0"/>
              </a:spcAft>
              <a:buNone/>
            </a:pPr>
            <a:endParaRPr>
              <a:solidFill>
                <a:schemeClr val="dk1"/>
              </a:solidFill>
              <a:latin typeface="Average Sans" panose="02000503040000020003"/>
              <a:ea typeface="Average Sans" panose="02000503040000020003"/>
              <a:cs typeface="Average Sans" panose="02000503040000020003"/>
              <a:sym typeface="Average Sans" panose="02000503040000020003"/>
            </a:endParaRPr>
          </a:p>
        </p:txBody>
      </p:sp>
      <p:sp>
        <p:nvSpPr>
          <p:cNvPr id="5318" name="Google Shape;5318;p65"/>
          <p:cNvSpPr/>
          <p:nvPr/>
        </p:nvSpPr>
        <p:spPr>
          <a:xfrm>
            <a:off x="3619950" y="2087350"/>
            <a:ext cx="1904100" cy="1904100"/>
          </a:xfrm>
          <a:prstGeom prst="ellipse">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GB" sz="1700">
                <a:solidFill>
                  <a:schemeClr val="dk2"/>
                </a:solidFill>
                <a:latin typeface="Averia Serif Libre" panose="02000603000000000004"/>
                <a:ea typeface="Averia Serif Libre" panose="02000603000000000004"/>
                <a:cs typeface="Averia Serif Libre" panose="02000603000000000004"/>
                <a:sym typeface="Averia Serif Libre" panose="02000603000000000004"/>
              </a:rPr>
              <a:t>What did Lewis and Clark’s expedition discover?</a:t>
            </a:r>
            <a:endParaRPr sz="1700">
              <a:solidFill>
                <a:schemeClr val="dk2"/>
              </a:solidFill>
              <a:latin typeface="Averia Serif Libre" panose="02000603000000000004"/>
              <a:ea typeface="Averia Serif Libre" panose="02000603000000000004"/>
              <a:cs typeface="Averia Serif Libre" panose="02000603000000000004"/>
              <a:sym typeface="Averia Serif Libre" panose="02000603000000000004"/>
            </a:endParaRPr>
          </a:p>
        </p:txBody>
      </p:sp>
      <p:sp>
        <p:nvSpPr>
          <p:cNvPr id="5319" name="Google Shape;5319;p65"/>
          <p:cNvSpPr txBox="1"/>
          <p:nvPr/>
        </p:nvSpPr>
        <p:spPr>
          <a:xfrm>
            <a:off x="1153475" y="1836650"/>
            <a:ext cx="1665000" cy="1146300"/>
          </a:xfrm>
          <a:prstGeom prst="rect">
            <a:avLst/>
          </a:prstGeom>
          <a:noFill/>
          <a:ln w="19050" cap="flat" cmpd="sng">
            <a:solidFill>
              <a:schemeClr val="dk1"/>
            </a:solidFill>
            <a:prstDash val="solid"/>
            <a:round/>
            <a:headEnd type="none" w="sm" len="sm"/>
            <a:tailEnd type="none" w="sm" len="sm"/>
          </a:ln>
        </p:spPr>
        <p:txBody>
          <a:bodyPr spcFirstLastPara="1" wrap="square" lIns="91425" tIns="91425" rIns="91425" bIns="91425" anchor="t" anchorCtr="0">
            <a:noAutofit/>
          </a:bodyPr>
          <a:lstStyle/>
          <a:p>
            <a:pPr marL="0" lvl="0" indent="0" algn="l" rtl="0">
              <a:spcBef>
                <a:spcPts val="0"/>
              </a:spcBef>
              <a:spcAft>
                <a:spcPts val="0"/>
              </a:spcAft>
              <a:buNone/>
            </a:pPr>
            <a:r>
              <a:rPr lang="en-GB">
                <a:solidFill>
                  <a:schemeClr val="dk2"/>
                </a:solidFill>
                <a:latin typeface="Averia Serif Libre" panose="02000603000000000004"/>
                <a:ea typeface="Averia Serif Libre" panose="02000603000000000004"/>
                <a:cs typeface="Averia Serif Libre" panose="02000603000000000004"/>
                <a:sym typeface="Averia Serif Libre" panose="02000603000000000004"/>
              </a:rPr>
              <a:t>How many species of animals?</a:t>
            </a:r>
            <a:endParaRPr>
              <a:solidFill>
                <a:schemeClr val="dk2"/>
              </a:solidFill>
              <a:latin typeface="Average Sans" panose="02000503040000020003"/>
              <a:ea typeface="Average Sans" panose="02000503040000020003"/>
              <a:cs typeface="Average Sans" panose="02000503040000020003"/>
              <a:sym typeface="Average Sans" panose="02000503040000020003"/>
            </a:endParaRPr>
          </a:p>
        </p:txBody>
      </p:sp>
      <p:sp>
        <p:nvSpPr>
          <p:cNvPr id="5320" name="Google Shape;5320;p65"/>
          <p:cNvSpPr txBox="1"/>
          <p:nvPr/>
        </p:nvSpPr>
        <p:spPr>
          <a:xfrm>
            <a:off x="6188950" y="1836650"/>
            <a:ext cx="1665000" cy="1146300"/>
          </a:xfrm>
          <a:prstGeom prst="rect">
            <a:avLst/>
          </a:prstGeom>
          <a:noFill/>
          <a:ln w="19050" cap="flat" cmpd="sng">
            <a:solidFill>
              <a:schemeClr val="dk1"/>
            </a:solidFill>
            <a:prstDash val="solid"/>
            <a:round/>
            <a:headEnd type="none" w="sm" len="sm"/>
            <a:tailEnd type="none" w="sm" len="sm"/>
          </a:ln>
        </p:spPr>
        <p:txBody>
          <a:bodyPr spcFirstLastPara="1" wrap="square" lIns="91425" tIns="91425" rIns="91425" bIns="91425" anchor="t" anchorCtr="0">
            <a:noAutofit/>
          </a:bodyPr>
          <a:lstStyle/>
          <a:p>
            <a:pPr marL="0" lvl="0" indent="0" algn="l" rtl="0">
              <a:spcBef>
                <a:spcPts val="0"/>
              </a:spcBef>
              <a:spcAft>
                <a:spcPts val="0"/>
              </a:spcAft>
              <a:buNone/>
            </a:pPr>
            <a:r>
              <a:rPr lang="en-GB">
                <a:solidFill>
                  <a:schemeClr val="dk2"/>
                </a:solidFill>
                <a:latin typeface="Averia Serif Libre" panose="02000603000000000004"/>
                <a:ea typeface="Averia Serif Libre" panose="02000603000000000004"/>
                <a:cs typeface="Averia Serif Libre" panose="02000603000000000004"/>
                <a:sym typeface="Averia Serif Libre" panose="02000603000000000004"/>
              </a:rPr>
              <a:t>How many species of plants?</a:t>
            </a:r>
            <a:endParaRPr>
              <a:solidFill>
                <a:schemeClr val="dk2"/>
              </a:solidFill>
              <a:latin typeface="Average Sans" panose="02000503040000020003"/>
              <a:ea typeface="Average Sans" panose="02000503040000020003"/>
              <a:cs typeface="Average Sans" panose="02000503040000020003"/>
              <a:sym typeface="Average Sans" panose="02000503040000020003"/>
            </a:endParaRPr>
          </a:p>
        </p:txBody>
      </p:sp>
      <p:sp>
        <p:nvSpPr>
          <p:cNvPr id="5321" name="Google Shape;5321;p65"/>
          <p:cNvSpPr txBox="1"/>
          <p:nvPr/>
        </p:nvSpPr>
        <p:spPr>
          <a:xfrm>
            <a:off x="1153475" y="3366000"/>
            <a:ext cx="1665000" cy="1146300"/>
          </a:xfrm>
          <a:prstGeom prst="rect">
            <a:avLst/>
          </a:prstGeom>
          <a:noFill/>
          <a:ln w="19050" cap="flat" cmpd="sng">
            <a:solidFill>
              <a:schemeClr val="dk1"/>
            </a:solidFill>
            <a:prstDash val="solid"/>
            <a:round/>
            <a:headEnd type="none" w="sm" len="sm"/>
            <a:tailEnd type="none" w="sm" len="sm"/>
          </a:ln>
        </p:spPr>
        <p:txBody>
          <a:bodyPr spcFirstLastPara="1" wrap="square" lIns="91425" tIns="91425" rIns="91425" bIns="91425" anchor="t" anchorCtr="0">
            <a:noAutofit/>
          </a:bodyPr>
          <a:lstStyle/>
          <a:p>
            <a:pPr marL="0" lvl="0" indent="0" algn="l" rtl="0">
              <a:spcBef>
                <a:spcPts val="0"/>
              </a:spcBef>
              <a:spcAft>
                <a:spcPts val="0"/>
              </a:spcAft>
              <a:buNone/>
            </a:pPr>
            <a:r>
              <a:rPr lang="en-GB">
                <a:solidFill>
                  <a:schemeClr val="dk2"/>
                </a:solidFill>
                <a:latin typeface="Averia Serif Libre" panose="02000603000000000004"/>
                <a:ea typeface="Averia Serif Libre" panose="02000603000000000004"/>
                <a:cs typeface="Averia Serif Libre" panose="02000603000000000004"/>
                <a:sym typeface="Averia Serif Libre" panose="02000603000000000004"/>
              </a:rPr>
              <a:t>How about Native American tribes?</a:t>
            </a:r>
            <a:endParaRPr>
              <a:solidFill>
                <a:schemeClr val="dk2"/>
              </a:solidFill>
              <a:latin typeface="Average Sans" panose="02000503040000020003"/>
              <a:ea typeface="Average Sans" panose="02000503040000020003"/>
              <a:cs typeface="Average Sans" panose="02000503040000020003"/>
              <a:sym typeface="Average Sans" panose="02000503040000020003"/>
            </a:endParaRPr>
          </a:p>
        </p:txBody>
      </p:sp>
      <p:sp>
        <p:nvSpPr>
          <p:cNvPr id="5322" name="Google Shape;5322;p65"/>
          <p:cNvSpPr txBox="1"/>
          <p:nvPr/>
        </p:nvSpPr>
        <p:spPr>
          <a:xfrm>
            <a:off x="6188950" y="3366000"/>
            <a:ext cx="1665000" cy="1146300"/>
          </a:xfrm>
          <a:prstGeom prst="rect">
            <a:avLst/>
          </a:prstGeom>
          <a:noFill/>
          <a:ln w="19050" cap="flat" cmpd="sng">
            <a:solidFill>
              <a:schemeClr val="dk1"/>
            </a:solidFill>
            <a:prstDash val="solid"/>
            <a:round/>
            <a:headEnd type="none" w="sm" len="sm"/>
            <a:tailEnd type="none" w="sm" len="sm"/>
          </a:ln>
        </p:spPr>
        <p:txBody>
          <a:bodyPr spcFirstLastPara="1" wrap="square" lIns="91425" tIns="91425" rIns="91425" bIns="91425" anchor="t" anchorCtr="0">
            <a:noAutofit/>
          </a:bodyPr>
          <a:lstStyle/>
          <a:p>
            <a:pPr marL="0" lvl="0" indent="0" algn="l" rtl="0">
              <a:spcBef>
                <a:spcPts val="0"/>
              </a:spcBef>
              <a:spcAft>
                <a:spcPts val="0"/>
              </a:spcAft>
              <a:buNone/>
            </a:pPr>
            <a:r>
              <a:rPr lang="en-GB">
                <a:solidFill>
                  <a:schemeClr val="dk2"/>
                </a:solidFill>
                <a:latin typeface="Averia Serif Libre" panose="02000603000000000004"/>
                <a:ea typeface="Averia Serif Libre" panose="02000603000000000004"/>
                <a:cs typeface="Averia Serif Libre" panose="02000603000000000004"/>
                <a:sym typeface="Averia Serif Libre" panose="02000603000000000004"/>
              </a:rPr>
              <a:t>How about a water route to the Pacific?</a:t>
            </a:r>
            <a:endParaRPr>
              <a:solidFill>
                <a:schemeClr val="dk2"/>
              </a:solidFill>
              <a:latin typeface="Average Sans" panose="02000503040000020003"/>
              <a:ea typeface="Average Sans" panose="02000503040000020003"/>
              <a:cs typeface="Average Sans" panose="02000503040000020003"/>
              <a:sym typeface="Average Sans" panose="02000503040000020003"/>
            </a:endParaRPr>
          </a:p>
        </p:txBody>
      </p:sp>
      <p:cxnSp>
        <p:nvCxnSpPr>
          <p:cNvPr id="5323" name="Google Shape;5323;p65"/>
          <p:cNvCxnSpPr>
            <a:stCxn id="5319" idx="3"/>
            <a:endCxn id="5318" idx="2"/>
          </p:cNvCxnSpPr>
          <p:nvPr/>
        </p:nvCxnSpPr>
        <p:spPr>
          <a:xfrm>
            <a:off x="2818475" y="2409800"/>
            <a:ext cx="801600" cy="629700"/>
          </a:xfrm>
          <a:prstGeom prst="bentConnector3">
            <a:avLst>
              <a:gd name="adj1" fmla="val 49992"/>
            </a:avLst>
          </a:prstGeom>
          <a:noFill/>
          <a:ln w="19050" cap="flat" cmpd="sng">
            <a:solidFill>
              <a:schemeClr val="dk1"/>
            </a:solidFill>
            <a:prstDash val="solid"/>
            <a:round/>
            <a:headEnd type="none" w="med" len="med"/>
            <a:tailEnd type="none" w="med" len="med"/>
          </a:ln>
        </p:spPr>
      </p:cxnSp>
      <p:cxnSp>
        <p:nvCxnSpPr>
          <p:cNvPr id="5324" name="Google Shape;5324;p65"/>
          <p:cNvCxnSpPr>
            <a:stCxn id="5321" idx="3"/>
            <a:endCxn id="5318" idx="3"/>
          </p:cNvCxnSpPr>
          <p:nvPr/>
        </p:nvCxnSpPr>
        <p:spPr>
          <a:xfrm rot="10800000" flipH="1">
            <a:off x="2818475" y="3712650"/>
            <a:ext cx="1080300" cy="226500"/>
          </a:xfrm>
          <a:prstGeom prst="bentConnector2">
            <a:avLst/>
          </a:prstGeom>
          <a:noFill/>
          <a:ln w="19050" cap="flat" cmpd="sng">
            <a:solidFill>
              <a:schemeClr val="dk1"/>
            </a:solidFill>
            <a:prstDash val="solid"/>
            <a:round/>
            <a:headEnd type="none" w="med" len="med"/>
            <a:tailEnd type="none" w="med" len="med"/>
          </a:ln>
        </p:spPr>
      </p:cxnSp>
      <p:cxnSp>
        <p:nvCxnSpPr>
          <p:cNvPr id="5325" name="Google Shape;5325;p65"/>
          <p:cNvCxnSpPr>
            <a:stCxn id="5320" idx="1"/>
            <a:endCxn id="5318" idx="6"/>
          </p:cNvCxnSpPr>
          <p:nvPr/>
        </p:nvCxnSpPr>
        <p:spPr>
          <a:xfrm flipH="1">
            <a:off x="5524150" y="2409800"/>
            <a:ext cx="664800" cy="629700"/>
          </a:xfrm>
          <a:prstGeom prst="bentConnector3">
            <a:avLst>
              <a:gd name="adj1" fmla="val 50008"/>
            </a:avLst>
          </a:prstGeom>
          <a:noFill/>
          <a:ln w="19050" cap="flat" cmpd="sng">
            <a:solidFill>
              <a:schemeClr val="dk1"/>
            </a:solidFill>
            <a:prstDash val="solid"/>
            <a:round/>
            <a:headEnd type="none" w="med" len="med"/>
            <a:tailEnd type="none" w="med" len="med"/>
          </a:ln>
        </p:spPr>
      </p:cxnSp>
      <p:cxnSp>
        <p:nvCxnSpPr>
          <p:cNvPr id="5326" name="Google Shape;5326;p65"/>
          <p:cNvCxnSpPr>
            <a:stCxn id="5318" idx="5"/>
            <a:endCxn id="5322" idx="1"/>
          </p:cNvCxnSpPr>
          <p:nvPr/>
        </p:nvCxnSpPr>
        <p:spPr>
          <a:xfrm rot="-5400000" flipH="1">
            <a:off x="5603851" y="3353951"/>
            <a:ext cx="226500" cy="943800"/>
          </a:xfrm>
          <a:prstGeom prst="bentConnector2">
            <a:avLst/>
          </a:prstGeom>
          <a:noFill/>
          <a:ln w="19050" cap="flat" cmpd="sng">
            <a:solidFill>
              <a:schemeClr val="dk1"/>
            </a:solidFill>
            <a:prstDash val="solid"/>
            <a:round/>
            <a:headEnd type="none" w="med" len="med"/>
            <a:tailEnd type="none" w="med" len="med"/>
          </a:ln>
        </p:spPr>
      </p:cxn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5330" name="Shape 5330"/>
        <p:cNvGrpSpPr/>
        <p:nvPr/>
      </p:nvGrpSpPr>
      <p:grpSpPr>
        <a:xfrm>
          <a:off x="0" y="0"/>
          <a:ext cx="0" cy="0"/>
          <a:chOff x="0" y="0"/>
          <a:chExt cx="0" cy="0"/>
        </a:xfrm>
      </p:grpSpPr>
      <p:sp>
        <p:nvSpPr>
          <p:cNvPr id="5331" name="Google Shape;5331;p66"/>
          <p:cNvSpPr txBox="1"/>
          <p:nvPr>
            <p:ph type="title"/>
          </p:nvPr>
        </p:nvSpPr>
        <p:spPr>
          <a:xfrm>
            <a:off x="713225" y="445025"/>
            <a:ext cx="77175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Solution exercise 3</a:t>
            </a:r>
            <a:endParaRPr lang="en-GB"/>
          </a:p>
        </p:txBody>
      </p:sp>
      <p:sp>
        <p:nvSpPr>
          <p:cNvPr id="5332" name="Google Shape;5332;p66"/>
          <p:cNvSpPr/>
          <p:nvPr/>
        </p:nvSpPr>
        <p:spPr>
          <a:xfrm>
            <a:off x="3744063" y="1484625"/>
            <a:ext cx="1904100" cy="1904100"/>
          </a:xfrm>
          <a:prstGeom prst="ellipse">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GB" sz="1700">
                <a:solidFill>
                  <a:schemeClr val="dk2"/>
                </a:solidFill>
                <a:latin typeface="Averia Serif Libre" panose="02000603000000000004"/>
                <a:ea typeface="Averia Serif Libre" panose="02000603000000000004"/>
                <a:cs typeface="Averia Serif Libre" panose="02000603000000000004"/>
                <a:sym typeface="Averia Serif Libre" panose="02000603000000000004"/>
              </a:rPr>
              <a:t>What did Lewis and Clark’s expedition discover?</a:t>
            </a:r>
            <a:endParaRPr sz="1700">
              <a:solidFill>
                <a:schemeClr val="dk2"/>
              </a:solidFill>
              <a:latin typeface="Averia Serif Libre" panose="02000603000000000004"/>
              <a:ea typeface="Averia Serif Libre" panose="02000603000000000004"/>
              <a:cs typeface="Averia Serif Libre" panose="02000603000000000004"/>
              <a:sym typeface="Averia Serif Libre" panose="02000603000000000004"/>
            </a:endParaRPr>
          </a:p>
        </p:txBody>
      </p:sp>
      <p:sp>
        <p:nvSpPr>
          <p:cNvPr id="5333" name="Google Shape;5333;p66"/>
          <p:cNvSpPr txBox="1"/>
          <p:nvPr/>
        </p:nvSpPr>
        <p:spPr>
          <a:xfrm>
            <a:off x="1277588" y="1233925"/>
            <a:ext cx="1665000" cy="1146300"/>
          </a:xfrm>
          <a:prstGeom prst="rect">
            <a:avLst/>
          </a:prstGeom>
          <a:noFill/>
          <a:ln w="19050" cap="flat" cmpd="sng">
            <a:solidFill>
              <a:schemeClr val="dk1"/>
            </a:solidFill>
            <a:prstDash val="solid"/>
            <a:round/>
            <a:headEnd type="none" w="sm" len="sm"/>
            <a:tailEnd type="none" w="sm" len="sm"/>
          </a:ln>
        </p:spPr>
        <p:txBody>
          <a:bodyPr spcFirstLastPara="1" wrap="square" lIns="91425" tIns="91425" rIns="91425" bIns="91425" anchor="t" anchorCtr="0">
            <a:noAutofit/>
          </a:bodyPr>
          <a:lstStyle/>
          <a:p>
            <a:pPr marL="0" lvl="0" indent="0" algn="l" rtl="0">
              <a:spcBef>
                <a:spcPts val="0"/>
              </a:spcBef>
              <a:spcAft>
                <a:spcPts val="0"/>
              </a:spcAft>
              <a:buNone/>
            </a:pPr>
            <a:r>
              <a:rPr lang="en-GB">
                <a:solidFill>
                  <a:schemeClr val="dk2"/>
                </a:solidFill>
                <a:latin typeface="Averia Serif Libre" panose="02000603000000000004"/>
                <a:ea typeface="Averia Serif Libre" panose="02000603000000000004"/>
                <a:cs typeface="Averia Serif Libre" panose="02000603000000000004"/>
                <a:sym typeface="Averia Serif Libre" panose="02000603000000000004"/>
              </a:rPr>
              <a:t>How many species of animals?</a:t>
            </a:r>
            <a:r>
              <a:rPr lang="en-GB">
                <a:solidFill>
                  <a:schemeClr val="dk1"/>
                </a:solidFill>
                <a:latin typeface="Averia Serif Libre" panose="02000603000000000004"/>
                <a:ea typeface="Averia Serif Libre" panose="02000603000000000004"/>
                <a:cs typeface="Averia Serif Libre" panose="02000603000000000004"/>
                <a:sym typeface="Averia Serif Libre" panose="02000603000000000004"/>
              </a:rPr>
              <a:t> 122 new species of animals</a:t>
            </a:r>
            <a:endParaRPr>
              <a:solidFill>
                <a:schemeClr val="dk1"/>
              </a:solidFill>
              <a:latin typeface="Average Sans" panose="02000503040000020003"/>
              <a:ea typeface="Average Sans" panose="02000503040000020003"/>
              <a:cs typeface="Average Sans" panose="02000503040000020003"/>
              <a:sym typeface="Average Sans" panose="02000503040000020003"/>
            </a:endParaRPr>
          </a:p>
        </p:txBody>
      </p:sp>
      <p:sp>
        <p:nvSpPr>
          <p:cNvPr id="5334" name="Google Shape;5334;p66"/>
          <p:cNvSpPr txBox="1"/>
          <p:nvPr/>
        </p:nvSpPr>
        <p:spPr>
          <a:xfrm>
            <a:off x="6313063" y="1233925"/>
            <a:ext cx="1665000" cy="1146300"/>
          </a:xfrm>
          <a:prstGeom prst="rect">
            <a:avLst/>
          </a:prstGeom>
          <a:noFill/>
          <a:ln w="19050" cap="flat" cmpd="sng">
            <a:solidFill>
              <a:schemeClr val="dk1"/>
            </a:solidFill>
            <a:prstDash val="solid"/>
            <a:round/>
            <a:headEnd type="none" w="sm" len="sm"/>
            <a:tailEnd type="none" w="sm" len="sm"/>
          </a:ln>
        </p:spPr>
        <p:txBody>
          <a:bodyPr spcFirstLastPara="1" wrap="square" lIns="91425" tIns="91425" rIns="91425" bIns="91425" anchor="t" anchorCtr="0">
            <a:noAutofit/>
          </a:bodyPr>
          <a:lstStyle/>
          <a:p>
            <a:pPr marL="0" lvl="0" indent="0" algn="l" rtl="0">
              <a:spcBef>
                <a:spcPts val="0"/>
              </a:spcBef>
              <a:spcAft>
                <a:spcPts val="0"/>
              </a:spcAft>
              <a:buNone/>
            </a:pPr>
            <a:r>
              <a:rPr lang="en-GB">
                <a:solidFill>
                  <a:schemeClr val="dk2"/>
                </a:solidFill>
                <a:latin typeface="Averia Serif Libre" panose="02000603000000000004"/>
                <a:ea typeface="Averia Serif Libre" panose="02000603000000000004"/>
                <a:cs typeface="Averia Serif Libre" panose="02000603000000000004"/>
                <a:sym typeface="Averia Serif Libre" panose="02000603000000000004"/>
              </a:rPr>
              <a:t>How many species of plants?</a:t>
            </a:r>
            <a:r>
              <a:rPr lang="en-GB">
                <a:solidFill>
                  <a:schemeClr val="dk1"/>
                </a:solidFill>
                <a:latin typeface="Averia Serif Libre" panose="02000603000000000004"/>
                <a:ea typeface="Averia Serif Libre" panose="02000603000000000004"/>
                <a:cs typeface="Averia Serif Libre" panose="02000603000000000004"/>
                <a:sym typeface="Averia Serif Libre" panose="02000603000000000004"/>
              </a:rPr>
              <a:t> 178 new species of plants</a:t>
            </a:r>
            <a:endParaRPr>
              <a:solidFill>
                <a:schemeClr val="dk1"/>
              </a:solidFill>
              <a:latin typeface="Average Sans" panose="02000503040000020003"/>
              <a:ea typeface="Average Sans" panose="02000503040000020003"/>
              <a:cs typeface="Average Sans" panose="02000503040000020003"/>
              <a:sym typeface="Average Sans" panose="02000503040000020003"/>
            </a:endParaRPr>
          </a:p>
        </p:txBody>
      </p:sp>
      <p:sp>
        <p:nvSpPr>
          <p:cNvPr id="5335" name="Google Shape;5335;p66"/>
          <p:cNvSpPr txBox="1"/>
          <p:nvPr/>
        </p:nvSpPr>
        <p:spPr>
          <a:xfrm>
            <a:off x="1277588" y="2763275"/>
            <a:ext cx="1665000" cy="1146300"/>
          </a:xfrm>
          <a:prstGeom prst="rect">
            <a:avLst/>
          </a:prstGeom>
          <a:noFill/>
          <a:ln w="19050" cap="flat" cmpd="sng">
            <a:solidFill>
              <a:schemeClr val="dk1"/>
            </a:solidFill>
            <a:prstDash val="solid"/>
            <a:round/>
            <a:headEnd type="none" w="sm" len="sm"/>
            <a:tailEnd type="none" w="sm" len="sm"/>
          </a:ln>
        </p:spPr>
        <p:txBody>
          <a:bodyPr spcFirstLastPara="1" wrap="square" lIns="91425" tIns="91425" rIns="91425" bIns="91425" anchor="t" anchorCtr="0">
            <a:noAutofit/>
          </a:bodyPr>
          <a:lstStyle/>
          <a:p>
            <a:pPr marL="0" lvl="0" indent="0" algn="l" rtl="0">
              <a:spcBef>
                <a:spcPts val="0"/>
              </a:spcBef>
              <a:spcAft>
                <a:spcPts val="0"/>
              </a:spcAft>
              <a:buNone/>
            </a:pPr>
            <a:r>
              <a:rPr lang="en-GB">
                <a:solidFill>
                  <a:schemeClr val="dk2"/>
                </a:solidFill>
                <a:latin typeface="Averia Serif Libre" panose="02000603000000000004"/>
                <a:ea typeface="Averia Serif Libre" panose="02000603000000000004"/>
                <a:cs typeface="Averia Serif Libre" panose="02000603000000000004"/>
                <a:sym typeface="Averia Serif Libre" panose="02000603000000000004"/>
              </a:rPr>
              <a:t>How about Native American tribes?</a:t>
            </a:r>
            <a:r>
              <a:rPr lang="en-GB">
                <a:solidFill>
                  <a:schemeClr val="dk1"/>
                </a:solidFill>
                <a:latin typeface="Averia Serif Libre" panose="02000603000000000004"/>
                <a:ea typeface="Averia Serif Libre" panose="02000603000000000004"/>
                <a:cs typeface="Averia Serif Libre" panose="02000603000000000004"/>
                <a:sym typeface="Averia Serif Libre" panose="02000603000000000004"/>
              </a:rPr>
              <a:t> New Native American tribes</a:t>
            </a:r>
            <a:endParaRPr>
              <a:solidFill>
                <a:schemeClr val="dk1"/>
              </a:solidFill>
              <a:latin typeface="Average Sans" panose="02000503040000020003"/>
              <a:ea typeface="Average Sans" panose="02000503040000020003"/>
              <a:cs typeface="Average Sans" panose="02000503040000020003"/>
              <a:sym typeface="Average Sans" panose="02000503040000020003"/>
            </a:endParaRPr>
          </a:p>
        </p:txBody>
      </p:sp>
      <p:sp>
        <p:nvSpPr>
          <p:cNvPr id="5336" name="Google Shape;5336;p66"/>
          <p:cNvSpPr txBox="1"/>
          <p:nvPr/>
        </p:nvSpPr>
        <p:spPr>
          <a:xfrm>
            <a:off x="6313063" y="2763275"/>
            <a:ext cx="1665000" cy="1146300"/>
          </a:xfrm>
          <a:prstGeom prst="rect">
            <a:avLst/>
          </a:prstGeom>
          <a:noFill/>
          <a:ln w="19050" cap="flat" cmpd="sng">
            <a:solidFill>
              <a:schemeClr val="dk1"/>
            </a:solidFill>
            <a:prstDash val="solid"/>
            <a:round/>
            <a:headEnd type="none" w="sm" len="sm"/>
            <a:tailEnd type="none" w="sm" len="sm"/>
          </a:ln>
        </p:spPr>
        <p:txBody>
          <a:bodyPr spcFirstLastPara="1" wrap="square" lIns="91425" tIns="91425" rIns="91425" bIns="91425" anchor="t" anchorCtr="0">
            <a:noAutofit/>
          </a:bodyPr>
          <a:lstStyle/>
          <a:p>
            <a:pPr marL="0" lvl="0" indent="0" algn="l" rtl="0">
              <a:spcBef>
                <a:spcPts val="0"/>
              </a:spcBef>
              <a:spcAft>
                <a:spcPts val="0"/>
              </a:spcAft>
              <a:buNone/>
            </a:pPr>
            <a:r>
              <a:rPr lang="en-GB">
                <a:solidFill>
                  <a:schemeClr val="dk2"/>
                </a:solidFill>
                <a:latin typeface="Averia Serif Libre" panose="02000603000000000004"/>
                <a:ea typeface="Averia Serif Libre" panose="02000603000000000004"/>
                <a:cs typeface="Averia Serif Libre" panose="02000603000000000004"/>
                <a:sym typeface="Averia Serif Libre" panose="02000603000000000004"/>
              </a:rPr>
              <a:t>How about a water route to the Pacific?</a:t>
            </a:r>
            <a:r>
              <a:rPr lang="en-GB">
                <a:solidFill>
                  <a:schemeClr val="dk1"/>
                </a:solidFill>
                <a:latin typeface="Averia Serif Libre" panose="02000603000000000004"/>
                <a:ea typeface="Averia Serif Libre" panose="02000603000000000004"/>
                <a:cs typeface="Averia Serif Libre" panose="02000603000000000004"/>
                <a:sym typeface="Averia Serif Libre" panose="02000603000000000004"/>
              </a:rPr>
              <a:t> No all-water route to the Pacific Ocean</a:t>
            </a:r>
            <a:endParaRPr>
              <a:solidFill>
                <a:schemeClr val="dk1"/>
              </a:solidFill>
              <a:latin typeface="Average Sans" panose="02000503040000020003"/>
              <a:ea typeface="Average Sans" panose="02000503040000020003"/>
              <a:cs typeface="Average Sans" panose="02000503040000020003"/>
              <a:sym typeface="Average Sans" panose="02000503040000020003"/>
            </a:endParaRPr>
          </a:p>
        </p:txBody>
      </p:sp>
      <p:cxnSp>
        <p:nvCxnSpPr>
          <p:cNvPr id="5337" name="Google Shape;5337;p66"/>
          <p:cNvCxnSpPr>
            <a:stCxn id="5333" idx="3"/>
            <a:endCxn id="5332" idx="2"/>
          </p:cNvCxnSpPr>
          <p:nvPr/>
        </p:nvCxnSpPr>
        <p:spPr>
          <a:xfrm>
            <a:off x="2942588" y="1807075"/>
            <a:ext cx="801600" cy="629700"/>
          </a:xfrm>
          <a:prstGeom prst="bentConnector3">
            <a:avLst>
              <a:gd name="adj1" fmla="val 49992"/>
            </a:avLst>
          </a:prstGeom>
          <a:noFill/>
          <a:ln w="19050" cap="flat" cmpd="sng">
            <a:solidFill>
              <a:schemeClr val="dk1"/>
            </a:solidFill>
            <a:prstDash val="solid"/>
            <a:round/>
            <a:headEnd type="none" w="med" len="med"/>
            <a:tailEnd type="none" w="med" len="med"/>
          </a:ln>
        </p:spPr>
      </p:cxnSp>
      <p:cxnSp>
        <p:nvCxnSpPr>
          <p:cNvPr id="5338" name="Google Shape;5338;p66"/>
          <p:cNvCxnSpPr>
            <a:stCxn id="5335" idx="3"/>
            <a:endCxn id="5332" idx="3"/>
          </p:cNvCxnSpPr>
          <p:nvPr/>
        </p:nvCxnSpPr>
        <p:spPr>
          <a:xfrm rot="10800000" flipH="1">
            <a:off x="2942588" y="3109925"/>
            <a:ext cx="1080300" cy="226500"/>
          </a:xfrm>
          <a:prstGeom prst="bentConnector2">
            <a:avLst/>
          </a:prstGeom>
          <a:noFill/>
          <a:ln w="19050" cap="flat" cmpd="sng">
            <a:solidFill>
              <a:schemeClr val="dk1"/>
            </a:solidFill>
            <a:prstDash val="solid"/>
            <a:round/>
            <a:headEnd type="none" w="med" len="med"/>
            <a:tailEnd type="none" w="med" len="med"/>
          </a:ln>
        </p:spPr>
      </p:cxnSp>
      <p:cxnSp>
        <p:nvCxnSpPr>
          <p:cNvPr id="5339" name="Google Shape;5339;p66"/>
          <p:cNvCxnSpPr>
            <a:stCxn id="5334" idx="1"/>
            <a:endCxn id="5332" idx="6"/>
          </p:cNvCxnSpPr>
          <p:nvPr/>
        </p:nvCxnSpPr>
        <p:spPr>
          <a:xfrm flipH="1">
            <a:off x="5648263" y="1807075"/>
            <a:ext cx="664800" cy="629700"/>
          </a:xfrm>
          <a:prstGeom prst="bentConnector3">
            <a:avLst>
              <a:gd name="adj1" fmla="val 50008"/>
            </a:avLst>
          </a:prstGeom>
          <a:noFill/>
          <a:ln w="19050" cap="flat" cmpd="sng">
            <a:solidFill>
              <a:schemeClr val="dk1"/>
            </a:solidFill>
            <a:prstDash val="solid"/>
            <a:round/>
            <a:headEnd type="none" w="med" len="med"/>
            <a:tailEnd type="none" w="med" len="med"/>
          </a:ln>
        </p:spPr>
      </p:cxnSp>
      <p:cxnSp>
        <p:nvCxnSpPr>
          <p:cNvPr id="5340" name="Google Shape;5340;p66"/>
          <p:cNvCxnSpPr>
            <a:stCxn id="5332" idx="5"/>
            <a:endCxn id="5336" idx="1"/>
          </p:cNvCxnSpPr>
          <p:nvPr/>
        </p:nvCxnSpPr>
        <p:spPr>
          <a:xfrm rot="-5400000" flipH="1">
            <a:off x="5727964" y="2751226"/>
            <a:ext cx="226500" cy="943800"/>
          </a:xfrm>
          <a:prstGeom prst="bentConnector2">
            <a:avLst/>
          </a:prstGeom>
          <a:noFill/>
          <a:ln w="19050" cap="flat" cmpd="sng">
            <a:solidFill>
              <a:schemeClr val="dk1"/>
            </a:solidFill>
            <a:prstDash val="solid"/>
            <a:round/>
            <a:headEnd type="none" w="med" len="med"/>
            <a:tailEnd type="none" w="med" len="med"/>
          </a:ln>
        </p:spPr>
      </p:cxnSp>
      <p:sp>
        <p:nvSpPr>
          <p:cNvPr id="5341" name="Google Shape;5341;p66"/>
          <p:cNvSpPr/>
          <p:nvPr/>
        </p:nvSpPr>
        <p:spPr>
          <a:xfrm rot="-869589">
            <a:off x="2430022" y="4326497"/>
            <a:ext cx="801602" cy="620559"/>
          </a:xfrm>
          <a:custGeom>
            <a:avLst/>
            <a:gdLst/>
            <a:ahLst/>
            <a:cxnLst/>
            <a:rect l="l" t="t" r="r" b="b"/>
            <a:pathLst>
              <a:path w="43564" h="33725" extrusionOk="0">
                <a:moveTo>
                  <a:pt x="23439" y="2229"/>
                </a:moveTo>
                <a:cubicBezTo>
                  <a:pt x="23865" y="2229"/>
                  <a:pt x="24307" y="2535"/>
                  <a:pt x="24418" y="2950"/>
                </a:cubicBezTo>
                <a:cubicBezTo>
                  <a:pt x="24607" y="3557"/>
                  <a:pt x="24188" y="4101"/>
                  <a:pt x="23644" y="4248"/>
                </a:cubicBezTo>
                <a:cubicBezTo>
                  <a:pt x="23226" y="4227"/>
                  <a:pt x="22807" y="4080"/>
                  <a:pt x="22598" y="3704"/>
                </a:cubicBezTo>
                <a:cubicBezTo>
                  <a:pt x="22305" y="3202"/>
                  <a:pt x="22577" y="2553"/>
                  <a:pt x="23058" y="2323"/>
                </a:cubicBezTo>
                <a:cubicBezTo>
                  <a:pt x="23177" y="2258"/>
                  <a:pt x="23307" y="2229"/>
                  <a:pt x="23439" y="2229"/>
                </a:cubicBezTo>
                <a:close/>
                <a:moveTo>
                  <a:pt x="23468" y="415"/>
                </a:moveTo>
                <a:cubicBezTo>
                  <a:pt x="23534" y="415"/>
                  <a:pt x="23599" y="416"/>
                  <a:pt x="23665" y="419"/>
                </a:cubicBezTo>
                <a:cubicBezTo>
                  <a:pt x="25088" y="461"/>
                  <a:pt x="26364" y="1193"/>
                  <a:pt x="26657" y="2678"/>
                </a:cubicBezTo>
                <a:cubicBezTo>
                  <a:pt x="26908" y="3997"/>
                  <a:pt x="26092" y="5189"/>
                  <a:pt x="24921" y="5671"/>
                </a:cubicBezTo>
                <a:cubicBezTo>
                  <a:pt x="24921" y="5566"/>
                  <a:pt x="24900" y="5461"/>
                  <a:pt x="24900" y="5357"/>
                </a:cubicBezTo>
                <a:cubicBezTo>
                  <a:pt x="24816" y="4750"/>
                  <a:pt x="24481" y="4520"/>
                  <a:pt x="24063" y="4457"/>
                </a:cubicBezTo>
                <a:cubicBezTo>
                  <a:pt x="24607" y="4164"/>
                  <a:pt x="24921" y="3515"/>
                  <a:pt x="24753" y="2930"/>
                </a:cubicBezTo>
                <a:cubicBezTo>
                  <a:pt x="24614" y="2323"/>
                  <a:pt x="24016" y="1888"/>
                  <a:pt x="23398" y="1888"/>
                </a:cubicBezTo>
                <a:cubicBezTo>
                  <a:pt x="23270" y="1888"/>
                  <a:pt x="23142" y="1907"/>
                  <a:pt x="23017" y="1946"/>
                </a:cubicBezTo>
                <a:cubicBezTo>
                  <a:pt x="22326" y="2176"/>
                  <a:pt x="21908" y="3034"/>
                  <a:pt x="22180" y="3704"/>
                </a:cubicBezTo>
                <a:cubicBezTo>
                  <a:pt x="22369" y="4178"/>
                  <a:pt x="22834" y="4531"/>
                  <a:pt x="23308" y="4531"/>
                </a:cubicBezTo>
                <a:cubicBezTo>
                  <a:pt x="23357" y="4531"/>
                  <a:pt x="23407" y="4528"/>
                  <a:pt x="23456" y="4520"/>
                </a:cubicBezTo>
                <a:lnTo>
                  <a:pt x="23456" y="4520"/>
                </a:lnTo>
                <a:cubicBezTo>
                  <a:pt x="23226" y="4562"/>
                  <a:pt x="22975" y="4666"/>
                  <a:pt x="22765" y="4771"/>
                </a:cubicBezTo>
                <a:cubicBezTo>
                  <a:pt x="22744" y="4771"/>
                  <a:pt x="22744" y="4771"/>
                  <a:pt x="22744" y="4813"/>
                </a:cubicBezTo>
                <a:cubicBezTo>
                  <a:pt x="22703" y="4854"/>
                  <a:pt x="22703" y="4917"/>
                  <a:pt x="22703" y="4959"/>
                </a:cubicBezTo>
                <a:cubicBezTo>
                  <a:pt x="22682" y="5357"/>
                  <a:pt x="22619" y="5733"/>
                  <a:pt x="22598" y="6173"/>
                </a:cubicBezTo>
                <a:cubicBezTo>
                  <a:pt x="21259" y="5691"/>
                  <a:pt x="20443" y="3997"/>
                  <a:pt x="20589" y="2658"/>
                </a:cubicBezTo>
                <a:cubicBezTo>
                  <a:pt x="20729" y="1077"/>
                  <a:pt x="22037" y="415"/>
                  <a:pt x="23468" y="415"/>
                </a:cubicBezTo>
                <a:close/>
                <a:moveTo>
                  <a:pt x="23791" y="4785"/>
                </a:moveTo>
                <a:cubicBezTo>
                  <a:pt x="23967" y="4785"/>
                  <a:pt x="24140" y="4844"/>
                  <a:pt x="24314" y="5001"/>
                </a:cubicBezTo>
                <a:cubicBezTo>
                  <a:pt x="24628" y="5294"/>
                  <a:pt x="24586" y="5503"/>
                  <a:pt x="24586" y="5901"/>
                </a:cubicBezTo>
                <a:lnTo>
                  <a:pt x="24586" y="6424"/>
                </a:lnTo>
                <a:cubicBezTo>
                  <a:pt x="24586" y="6884"/>
                  <a:pt x="24690" y="7679"/>
                  <a:pt x="24565" y="8286"/>
                </a:cubicBezTo>
                <a:cubicBezTo>
                  <a:pt x="24502" y="8286"/>
                  <a:pt x="24502" y="8349"/>
                  <a:pt x="24523" y="8411"/>
                </a:cubicBezTo>
                <a:cubicBezTo>
                  <a:pt x="24481" y="8621"/>
                  <a:pt x="24377" y="8788"/>
                  <a:pt x="24209" y="8914"/>
                </a:cubicBezTo>
                <a:cubicBezTo>
                  <a:pt x="24064" y="9019"/>
                  <a:pt x="23907" y="9068"/>
                  <a:pt x="23755" y="9068"/>
                </a:cubicBezTo>
                <a:cubicBezTo>
                  <a:pt x="23424" y="9068"/>
                  <a:pt x="23117" y="8834"/>
                  <a:pt x="23017" y="8432"/>
                </a:cubicBezTo>
                <a:cubicBezTo>
                  <a:pt x="22912" y="8056"/>
                  <a:pt x="22912" y="7595"/>
                  <a:pt x="22912" y="7240"/>
                </a:cubicBezTo>
                <a:cubicBezTo>
                  <a:pt x="22891" y="6528"/>
                  <a:pt x="22912" y="5796"/>
                  <a:pt x="22933" y="5085"/>
                </a:cubicBezTo>
                <a:cubicBezTo>
                  <a:pt x="22933" y="5085"/>
                  <a:pt x="22954" y="5085"/>
                  <a:pt x="22954" y="5064"/>
                </a:cubicBezTo>
                <a:cubicBezTo>
                  <a:pt x="23245" y="4924"/>
                  <a:pt x="23521" y="4785"/>
                  <a:pt x="23791" y="4785"/>
                </a:cubicBezTo>
                <a:close/>
                <a:moveTo>
                  <a:pt x="22724" y="10169"/>
                </a:moveTo>
                <a:cubicBezTo>
                  <a:pt x="22724" y="10169"/>
                  <a:pt x="22724" y="10169"/>
                  <a:pt x="22724" y="10169"/>
                </a:cubicBezTo>
                <a:cubicBezTo>
                  <a:pt x="22730" y="10258"/>
                  <a:pt x="22736" y="10347"/>
                  <a:pt x="22742" y="10435"/>
                </a:cubicBezTo>
                <a:lnTo>
                  <a:pt x="22742" y="10435"/>
                </a:lnTo>
                <a:cubicBezTo>
                  <a:pt x="22743" y="10347"/>
                  <a:pt x="22744" y="10258"/>
                  <a:pt x="22744" y="10169"/>
                </a:cubicBezTo>
                <a:cubicBezTo>
                  <a:pt x="22738" y="10169"/>
                  <a:pt x="22731" y="10169"/>
                  <a:pt x="22724" y="10169"/>
                </a:cubicBezTo>
                <a:close/>
                <a:moveTo>
                  <a:pt x="13099" y="12094"/>
                </a:moveTo>
                <a:lnTo>
                  <a:pt x="13099" y="12094"/>
                </a:lnTo>
                <a:cubicBezTo>
                  <a:pt x="13078" y="12554"/>
                  <a:pt x="13099" y="13015"/>
                  <a:pt x="13182" y="13433"/>
                </a:cubicBezTo>
                <a:lnTo>
                  <a:pt x="13015" y="13349"/>
                </a:lnTo>
                <a:cubicBezTo>
                  <a:pt x="13010" y="13347"/>
                  <a:pt x="13006" y="13346"/>
                  <a:pt x="13001" y="13346"/>
                </a:cubicBezTo>
                <a:cubicBezTo>
                  <a:pt x="12961" y="13346"/>
                  <a:pt x="12917" y="13417"/>
                  <a:pt x="12973" y="13454"/>
                </a:cubicBezTo>
                <a:cubicBezTo>
                  <a:pt x="13057" y="13517"/>
                  <a:pt x="13120" y="13601"/>
                  <a:pt x="13203" y="13642"/>
                </a:cubicBezTo>
                <a:cubicBezTo>
                  <a:pt x="13224" y="13852"/>
                  <a:pt x="13287" y="14061"/>
                  <a:pt x="13329" y="14270"/>
                </a:cubicBezTo>
                <a:cubicBezTo>
                  <a:pt x="13329" y="14270"/>
                  <a:pt x="13308" y="14270"/>
                  <a:pt x="13308" y="14249"/>
                </a:cubicBezTo>
                <a:cubicBezTo>
                  <a:pt x="13182" y="14186"/>
                  <a:pt x="13057" y="14145"/>
                  <a:pt x="12910" y="14124"/>
                </a:cubicBezTo>
                <a:cubicBezTo>
                  <a:pt x="12902" y="14115"/>
                  <a:pt x="12895" y="14112"/>
                  <a:pt x="12889" y="14112"/>
                </a:cubicBezTo>
                <a:cubicBezTo>
                  <a:pt x="12863" y="14112"/>
                  <a:pt x="12856" y="14170"/>
                  <a:pt x="12889" y="14186"/>
                </a:cubicBezTo>
                <a:cubicBezTo>
                  <a:pt x="13015" y="14249"/>
                  <a:pt x="13120" y="14291"/>
                  <a:pt x="13245" y="14354"/>
                </a:cubicBezTo>
                <a:lnTo>
                  <a:pt x="13413" y="14437"/>
                </a:lnTo>
                <a:cubicBezTo>
                  <a:pt x="13496" y="14710"/>
                  <a:pt x="13601" y="14982"/>
                  <a:pt x="13705" y="15233"/>
                </a:cubicBezTo>
                <a:cubicBezTo>
                  <a:pt x="13496" y="15128"/>
                  <a:pt x="13266" y="15086"/>
                  <a:pt x="13057" y="15002"/>
                </a:cubicBezTo>
                <a:cubicBezTo>
                  <a:pt x="13015" y="15002"/>
                  <a:pt x="13015" y="15023"/>
                  <a:pt x="13057" y="15023"/>
                </a:cubicBezTo>
                <a:cubicBezTo>
                  <a:pt x="13203" y="15086"/>
                  <a:pt x="13371" y="15170"/>
                  <a:pt x="13496" y="15233"/>
                </a:cubicBezTo>
                <a:cubicBezTo>
                  <a:pt x="13601" y="15295"/>
                  <a:pt x="13685" y="15337"/>
                  <a:pt x="13789" y="15400"/>
                </a:cubicBezTo>
                <a:cubicBezTo>
                  <a:pt x="13915" y="15714"/>
                  <a:pt x="14103" y="16007"/>
                  <a:pt x="14270" y="16279"/>
                </a:cubicBezTo>
                <a:cubicBezTo>
                  <a:pt x="14103" y="16216"/>
                  <a:pt x="13894" y="16174"/>
                  <a:pt x="13705" y="16132"/>
                </a:cubicBezTo>
                <a:cubicBezTo>
                  <a:pt x="13643" y="16132"/>
                  <a:pt x="13622" y="16195"/>
                  <a:pt x="13685" y="16195"/>
                </a:cubicBezTo>
                <a:cubicBezTo>
                  <a:pt x="13936" y="16258"/>
                  <a:pt x="14166" y="16362"/>
                  <a:pt x="14417" y="16467"/>
                </a:cubicBezTo>
                <a:cubicBezTo>
                  <a:pt x="14626" y="16760"/>
                  <a:pt x="14856" y="17053"/>
                  <a:pt x="15086" y="17325"/>
                </a:cubicBezTo>
                <a:cubicBezTo>
                  <a:pt x="14731" y="17199"/>
                  <a:pt x="14354" y="17116"/>
                  <a:pt x="13998" y="17011"/>
                </a:cubicBezTo>
                <a:cubicBezTo>
                  <a:pt x="13993" y="17009"/>
                  <a:pt x="13987" y="17008"/>
                  <a:pt x="13982" y="17008"/>
                </a:cubicBezTo>
                <a:cubicBezTo>
                  <a:pt x="13932" y="17008"/>
                  <a:pt x="13919" y="17097"/>
                  <a:pt x="13957" y="17116"/>
                </a:cubicBezTo>
                <a:cubicBezTo>
                  <a:pt x="14417" y="17283"/>
                  <a:pt x="14877" y="17492"/>
                  <a:pt x="15317" y="17597"/>
                </a:cubicBezTo>
                <a:cubicBezTo>
                  <a:pt x="15400" y="17639"/>
                  <a:pt x="15463" y="17723"/>
                  <a:pt x="15526" y="17764"/>
                </a:cubicBezTo>
                <a:cubicBezTo>
                  <a:pt x="15086" y="17743"/>
                  <a:pt x="14647" y="17702"/>
                  <a:pt x="14208" y="17534"/>
                </a:cubicBezTo>
                <a:cubicBezTo>
                  <a:pt x="14195" y="17532"/>
                  <a:pt x="14183" y="17531"/>
                  <a:pt x="14171" y="17531"/>
                </a:cubicBezTo>
                <a:cubicBezTo>
                  <a:pt x="14048" y="17531"/>
                  <a:pt x="13981" y="17627"/>
                  <a:pt x="14019" y="17723"/>
                </a:cubicBezTo>
                <a:cubicBezTo>
                  <a:pt x="14040" y="17848"/>
                  <a:pt x="14061" y="17974"/>
                  <a:pt x="14124" y="18120"/>
                </a:cubicBezTo>
                <a:cubicBezTo>
                  <a:pt x="13936" y="18036"/>
                  <a:pt x="13726" y="17974"/>
                  <a:pt x="13538" y="17953"/>
                </a:cubicBezTo>
                <a:cubicBezTo>
                  <a:pt x="13496" y="17953"/>
                  <a:pt x="13496" y="18015"/>
                  <a:pt x="13517" y="18036"/>
                </a:cubicBezTo>
                <a:lnTo>
                  <a:pt x="14145" y="18267"/>
                </a:lnTo>
                <a:cubicBezTo>
                  <a:pt x="14229" y="18559"/>
                  <a:pt x="14333" y="18852"/>
                  <a:pt x="14438" y="19124"/>
                </a:cubicBezTo>
                <a:cubicBezTo>
                  <a:pt x="14229" y="19083"/>
                  <a:pt x="14019" y="19020"/>
                  <a:pt x="13810" y="18957"/>
                </a:cubicBezTo>
                <a:cubicBezTo>
                  <a:pt x="13798" y="18949"/>
                  <a:pt x="13787" y="18945"/>
                  <a:pt x="13778" y="18945"/>
                </a:cubicBezTo>
                <a:cubicBezTo>
                  <a:pt x="13742" y="18945"/>
                  <a:pt x="13735" y="19003"/>
                  <a:pt x="13768" y="19020"/>
                </a:cubicBezTo>
                <a:cubicBezTo>
                  <a:pt x="14019" y="19124"/>
                  <a:pt x="14250" y="19229"/>
                  <a:pt x="14501" y="19292"/>
                </a:cubicBezTo>
                <a:cubicBezTo>
                  <a:pt x="14647" y="19627"/>
                  <a:pt x="14794" y="20003"/>
                  <a:pt x="14982" y="20317"/>
                </a:cubicBezTo>
                <a:cubicBezTo>
                  <a:pt x="14773" y="20212"/>
                  <a:pt x="14542" y="20108"/>
                  <a:pt x="14333" y="20003"/>
                </a:cubicBezTo>
                <a:cubicBezTo>
                  <a:pt x="14321" y="19995"/>
                  <a:pt x="14310" y="19992"/>
                  <a:pt x="14301" y="19992"/>
                </a:cubicBezTo>
                <a:cubicBezTo>
                  <a:pt x="14264" y="19992"/>
                  <a:pt x="14254" y="20049"/>
                  <a:pt x="14270" y="20066"/>
                </a:cubicBezTo>
                <a:cubicBezTo>
                  <a:pt x="14542" y="20212"/>
                  <a:pt x="14794" y="20359"/>
                  <a:pt x="15066" y="20463"/>
                </a:cubicBezTo>
                <a:cubicBezTo>
                  <a:pt x="15170" y="20631"/>
                  <a:pt x="15275" y="20798"/>
                  <a:pt x="15379" y="20966"/>
                </a:cubicBezTo>
                <a:cubicBezTo>
                  <a:pt x="15275" y="20966"/>
                  <a:pt x="15170" y="20966"/>
                  <a:pt x="15066" y="20945"/>
                </a:cubicBezTo>
                <a:cubicBezTo>
                  <a:pt x="14982" y="20882"/>
                  <a:pt x="14877" y="20861"/>
                  <a:pt x="14794" y="20840"/>
                </a:cubicBezTo>
                <a:cubicBezTo>
                  <a:pt x="14626" y="20756"/>
                  <a:pt x="14438" y="20673"/>
                  <a:pt x="14229" y="20589"/>
                </a:cubicBezTo>
                <a:cubicBezTo>
                  <a:pt x="14226" y="20587"/>
                  <a:pt x="14224" y="20586"/>
                  <a:pt x="14221" y="20586"/>
                </a:cubicBezTo>
                <a:cubicBezTo>
                  <a:pt x="14199" y="20586"/>
                  <a:pt x="14170" y="20652"/>
                  <a:pt x="14208" y="20652"/>
                </a:cubicBezTo>
                <a:lnTo>
                  <a:pt x="14731" y="20903"/>
                </a:lnTo>
                <a:cubicBezTo>
                  <a:pt x="14752" y="20903"/>
                  <a:pt x="14752" y="20945"/>
                  <a:pt x="14773" y="20945"/>
                </a:cubicBezTo>
                <a:lnTo>
                  <a:pt x="14019" y="20945"/>
                </a:lnTo>
                <a:lnTo>
                  <a:pt x="14019" y="20903"/>
                </a:lnTo>
                <a:cubicBezTo>
                  <a:pt x="13601" y="20024"/>
                  <a:pt x="13371" y="19083"/>
                  <a:pt x="13287" y="18120"/>
                </a:cubicBezTo>
                <a:cubicBezTo>
                  <a:pt x="13287" y="18008"/>
                  <a:pt x="13214" y="17948"/>
                  <a:pt x="13132" y="17948"/>
                </a:cubicBezTo>
                <a:cubicBezTo>
                  <a:pt x="13076" y="17948"/>
                  <a:pt x="13016" y="17977"/>
                  <a:pt x="12973" y="18036"/>
                </a:cubicBezTo>
                <a:lnTo>
                  <a:pt x="12157" y="19208"/>
                </a:lnTo>
                <a:cubicBezTo>
                  <a:pt x="11864" y="16802"/>
                  <a:pt x="12220" y="14354"/>
                  <a:pt x="13099" y="12094"/>
                </a:cubicBezTo>
                <a:close/>
                <a:moveTo>
                  <a:pt x="32432" y="18664"/>
                </a:moveTo>
                <a:cubicBezTo>
                  <a:pt x="32223" y="19020"/>
                  <a:pt x="31993" y="19375"/>
                  <a:pt x="31721" y="19689"/>
                </a:cubicBezTo>
                <a:cubicBezTo>
                  <a:pt x="31631" y="19779"/>
                  <a:pt x="31696" y="19978"/>
                  <a:pt x="31822" y="19978"/>
                </a:cubicBezTo>
                <a:cubicBezTo>
                  <a:pt x="31843" y="19978"/>
                  <a:pt x="31865" y="19973"/>
                  <a:pt x="31888" y="19961"/>
                </a:cubicBezTo>
                <a:cubicBezTo>
                  <a:pt x="32265" y="19815"/>
                  <a:pt x="32662" y="19627"/>
                  <a:pt x="33060" y="19480"/>
                </a:cubicBezTo>
                <a:lnTo>
                  <a:pt x="33060" y="19480"/>
                </a:lnTo>
                <a:cubicBezTo>
                  <a:pt x="32976" y="19689"/>
                  <a:pt x="32892" y="19919"/>
                  <a:pt x="32830" y="20129"/>
                </a:cubicBezTo>
                <a:cubicBezTo>
                  <a:pt x="32812" y="20128"/>
                  <a:pt x="32795" y="20128"/>
                  <a:pt x="32777" y="20128"/>
                </a:cubicBezTo>
                <a:cubicBezTo>
                  <a:pt x="32212" y="20128"/>
                  <a:pt x="31705" y="20449"/>
                  <a:pt x="31198" y="20652"/>
                </a:cubicBezTo>
                <a:cubicBezTo>
                  <a:pt x="30842" y="20777"/>
                  <a:pt x="30444" y="20903"/>
                  <a:pt x="30047" y="20987"/>
                </a:cubicBezTo>
                <a:cubicBezTo>
                  <a:pt x="29838" y="21042"/>
                  <a:pt x="29610" y="21098"/>
                  <a:pt x="29376" y="21098"/>
                </a:cubicBezTo>
                <a:cubicBezTo>
                  <a:pt x="29259" y="21098"/>
                  <a:pt x="29140" y="21084"/>
                  <a:pt x="29022" y="21049"/>
                </a:cubicBezTo>
                <a:cubicBezTo>
                  <a:pt x="28582" y="20945"/>
                  <a:pt x="28268" y="20463"/>
                  <a:pt x="28561" y="20003"/>
                </a:cubicBezTo>
                <a:cubicBezTo>
                  <a:pt x="28959" y="19313"/>
                  <a:pt x="30256" y="19292"/>
                  <a:pt x="30947" y="19166"/>
                </a:cubicBezTo>
                <a:cubicBezTo>
                  <a:pt x="31428" y="19062"/>
                  <a:pt x="31993" y="18915"/>
                  <a:pt x="32432" y="18664"/>
                </a:cubicBezTo>
                <a:close/>
                <a:moveTo>
                  <a:pt x="32725" y="20380"/>
                </a:moveTo>
                <a:lnTo>
                  <a:pt x="32725" y="20380"/>
                </a:lnTo>
                <a:cubicBezTo>
                  <a:pt x="32620" y="20652"/>
                  <a:pt x="32474" y="20903"/>
                  <a:pt x="32348" y="21154"/>
                </a:cubicBezTo>
                <a:cubicBezTo>
                  <a:pt x="32328" y="21070"/>
                  <a:pt x="32265" y="21008"/>
                  <a:pt x="32265" y="20945"/>
                </a:cubicBezTo>
                <a:cubicBezTo>
                  <a:pt x="32244" y="20840"/>
                  <a:pt x="32223" y="20736"/>
                  <a:pt x="32202" y="20568"/>
                </a:cubicBezTo>
                <a:cubicBezTo>
                  <a:pt x="32369" y="20505"/>
                  <a:pt x="32537" y="20443"/>
                  <a:pt x="32725" y="20380"/>
                </a:cubicBezTo>
                <a:close/>
                <a:moveTo>
                  <a:pt x="34876" y="20808"/>
                </a:moveTo>
                <a:cubicBezTo>
                  <a:pt x="35287" y="20808"/>
                  <a:pt x="35532" y="21190"/>
                  <a:pt x="35341" y="21572"/>
                </a:cubicBezTo>
                <a:cubicBezTo>
                  <a:pt x="35278" y="21698"/>
                  <a:pt x="35173" y="21782"/>
                  <a:pt x="35069" y="21865"/>
                </a:cubicBezTo>
                <a:cubicBezTo>
                  <a:pt x="34943" y="21510"/>
                  <a:pt x="34838" y="21154"/>
                  <a:pt x="34713" y="20819"/>
                </a:cubicBezTo>
                <a:lnTo>
                  <a:pt x="34755" y="20819"/>
                </a:lnTo>
                <a:cubicBezTo>
                  <a:pt x="34797" y="20812"/>
                  <a:pt x="34837" y="20808"/>
                  <a:pt x="34876" y="20808"/>
                </a:cubicBezTo>
                <a:close/>
                <a:moveTo>
                  <a:pt x="32035" y="20673"/>
                </a:moveTo>
                <a:cubicBezTo>
                  <a:pt x="32035" y="20882"/>
                  <a:pt x="32097" y="21175"/>
                  <a:pt x="32244" y="21363"/>
                </a:cubicBezTo>
                <a:lnTo>
                  <a:pt x="32244" y="21405"/>
                </a:lnTo>
                <a:cubicBezTo>
                  <a:pt x="32139" y="21593"/>
                  <a:pt x="32014" y="21782"/>
                  <a:pt x="31888" y="21970"/>
                </a:cubicBezTo>
                <a:cubicBezTo>
                  <a:pt x="31888" y="21761"/>
                  <a:pt x="31783" y="21572"/>
                  <a:pt x="31700" y="21384"/>
                </a:cubicBezTo>
                <a:cubicBezTo>
                  <a:pt x="31637" y="21238"/>
                  <a:pt x="31595" y="21091"/>
                  <a:pt x="31532" y="20945"/>
                </a:cubicBezTo>
                <a:cubicBezTo>
                  <a:pt x="31700" y="20861"/>
                  <a:pt x="31888" y="20777"/>
                  <a:pt x="32035" y="20673"/>
                </a:cubicBezTo>
                <a:close/>
                <a:moveTo>
                  <a:pt x="34504" y="20631"/>
                </a:moveTo>
                <a:cubicBezTo>
                  <a:pt x="34608" y="21091"/>
                  <a:pt x="34734" y="21552"/>
                  <a:pt x="34922" y="21991"/>
                </a:cubicBezTo>
                <a:cubicBezTo>
                  <a:pt x="34880" y="22012"/>
                  <a:pt x="34859" y="22012"/>
                  <a:pt x="34838" y="22033"/>
                </a:cubicBezTo>
                <a:lnTo>
                  <a:pt x="34524" y="22200"/>
                </a:lnTo>
                <a:cubicBezTo>
                  <a:pt x="34462" y="22033"/>
                  <a:pt x="34399" y="21886"/>
                  <a:pt x="34336" y="21719"/>
                </a:cubicBezTo>
                <a:lnTo>
                  <a:pt x="34190" y="21175"/>
                </a:lnTo>
                <a:cubicBezTo>
                  <a:pt x="34252" y="20987"/>
                  <a:pt x="34315" y="20819"/>
                  <a:pt x="34357" y="20631"/>
                </a:cubicBezTo>
                <a:close/>
                <a:moveTo>
                  <a:pt x="34106" y="21300"/>
                </a:moveTo>
                <a:cubicBezTo>
                  <a:pt x="34148" y="21614"/>
                  <a:pt x="34211" y="21991"/>
                  <a:pt x="34357" y="22242"/>
                </a:cubicBezTo>
                <a:cubicBezTo>
                  <a:pt x="34294" y="22284"/>
                  <a:pt x="34211" y="22326"/>
                  <a:pt x="34106" y="22347"/>
                </a:cubicBezTo>
                <a:cubicBezTo>
                  <a:pt x="34085" y="22284"/>
                  <a:pt x="34043" y="22221"/>
                  <a:pt x="34022" y="22137"/>
                </a:cubicBezTo>
                <a:cubicBezTo>
                  <a:pt x="34001" y="22033"/>
                  <a:pt x="33980" y="21928"/>
                  <a:pt x="33939" y="21803"/>
                </a:cubicBezTo>
                <a:cubicBezTo>
                  <a:pt x="33939" y="21803"/>
                  <a:pt x="33939" y="21782"/>
                  <a:pt x="33918" y="21782"/>
                </a:cubicBezTo>
                <a:cubicBezTo>
                  <a:pt x="33980" y="21614"/>
                  <a:pt x="34043" y="21468"/>
                  <a:pt x="34106" y="21300"/>
                </a:cubicBezTo>
                <a:close/>
                <a:moveTo>
                  <a:pt x="40048" y="11550"/>
                </a:moveTo>
                <a:cubicBezTo>
                  <a:pt x="40048" y="12408"/>
                  <a:pt x="39986" y="13266"/>
                  <a:pt x="39776" y="14165"/>
                </a:cubicBezTo>
                <a:cubicBezTo>
                  <a:pt x="39483" y="15358"/>
                  <a:pt x="39044" y="16488"/>
                  <a:pt x="38500" y="17597"/>
                </a:cubicBezTo>
                <a:cubicBezTo>
                  <a:pt x="38428" y="17705"/>
                  <a:pt x="38511" y="17861"/>
                  <a:pt x="38643" y="17861"/>
                </a:cubicBezTo>
                <a:cubicBezTo>
                  <a:pt x="38664" y="17861"/>
                  <a:pt x="38686" y="17857"/>
                  <a:pt x="38709" y="17848"/>
                </a:cubicBezTo>
                <a:cubicBezTo>
                  <a:pt x="40278" y="17409"/>
                  <a:pt x="41743" y="16655"/>
                  <a:pt x="42978" y="15609"/>
                </a:cubicBezTo>
                <a:lnTo>
                  <a:pt x="42978" y="15609"/>
                </a:lnTo>
                <a:cubicBezTo>
                  <a:pt x="42266" y="16906"/>
                  <a:pt x="41534" y="18120"/>
                  <a:pt x="40425" y="19208"/>
                </a:cubicBezTo>
                <a:cubicBezTo>
                  <a:pt x="39776" y="19857"/>
                  <a:pt x="39044" y="20463"/>
                  <a:pt x="38291" y="21008"/>
                </a:cubicBezTo>
                <a:cubicBezTo>
                  <a:pt x="37600" y="21510"/>
                  <a:pt x="36847" y="21907"/>
                  <a:pt x="36240" y="22451"/>
                </a:cubicBezTo>
                <a:cubicBezTo>
                  <a:pt x="36115" y="22116"/>
                  <a:pt x="35989" y="21782"/>
                  <a:pt x="35822" y="21426"/>
                </a:cubicBezTo>
                <a:cubicBezTo>
                  <a:pt x="35822" y="21405"/>
                  <a:pt x="35801" y="21384"/>
                  <a:pt x="35780" y="21384"/>
                </a:cubicBezTo>
                <a:cubicBezTo>
                  <a:pt x="35822" y="20903"/>
                  <a:pt x="35466" y="20484"/>
                  <a:pt x="34985" y="20463"/>
                </a:cubicBezTo>
                <a:cubicBezTo>
                  <a:pt x="34943" y="20380"/>
                  <a:pt x="34838" y="20359"/>
                  <a:pt x="34755" y="20338"/>
                </a:cubicBezTo>
                <a:cubicBezTo>
                  <a:pt x="34671" y="20317"/>
                  <a:pt x="34608" y="20317"/>
                  <a:pt x="34524" y="20317"/>
                </a:cubicBezTo>
                <a:lnTo>
                  <a:pt x="34755" y="19606"/>
                </a:lnTo>
                <a:cubicBezTo>
                  <a:pt x="35257" y="19940"/>
                  <a:pt x="35717" y="20275"/>
                  <a:pt x="36219" y="20652"/>
                </a:cubicBezTo>
                <a:cubicBezTo>
                  <a:pt x="36246" y="20673"/>
                  <a:pt x="36274" y="20682"/>
                  <a:pt x="36301" y="20682"/>
                </a:cubicBezTo>
                <a:cubicBezTo>
                  <a:pt x="36380" y="20682"/>
                  <a:pt x="36449" y="20604"/>
                  <a:pt x="36449" y="20526"/>
                </a:cubicBezTo>
                <a:lnTo>
                  <a:pt x="36449" y="19836"/>
                </a:lnTo>
                <a:cubicBezTo>
                  <a:pt x="36512" y="19836"/>
                  <a:pt x="36533" y="19794"/>
                  <a:pt x="36512" y="19752"/>
                </a:cubicBezTo>
                <a:lnTo>
                  <a:pt x="36449" y="19710"/>
                </a:lnTo>
                <a:cubicBezTo>
                  <a:pt x="36408" y="18769"/>
                  <a:pt x="36282" y="17827"/>
                  <a:pt x="36031" y="16906"/>
                </a:cubicBezTo>
                <a:cubicBezTo>
                  <a:pt x="37182" y="16593"/>
                  <a:pt x="38040" y="15421"/>
                  <a:pt x="38688" y="14479"/>
                </a:cubicBezTo>
                <a:cubicBezTo>
                  <a:pt x="39274" y="13580"/>
                  <a:pt x="39734" y="12596"/>
                  <a:pt x="40048" y="11550"/>
                </a:cubicBezTo>
                <a:close/>
                <a:moveTo>
                  <a:pt x="33897" y="21949"/>
                </a:moveTo>
                <a:cubicBezTo>
                  <a:pt x="33897" y="22033"/>
                  <a:pt x="33918" y="22137"/>
                  <a:pt x="33939" y="22221"/>
                </a:cubicBezTo>
                <a:cubicBezTo>
                  <a:pt x="33918" y="22284"/>
                  <a:pt x="33939" y="22347"/>
                  <a:pt x="33980" y="22430"/>
                </a:cubicBezTo>
                <a:cubicBezTo>
                  <a:pt x="33897" y="22451"/>
                  <a:pt x="33792" y="22514"/>
                  <a:pt x="33708" y="22535"/>
                </a:cubicBezTo>
                <a:cubicBezTo>
                  <a:pt x="33688" y="22535"/>
                  <a:pt x="33667" y="22514"/>
                  <a:pt x="33667" y="22514"/>
                </a:cubicBezTo>
                <a:lnTo>
                  <a:pt x="33897" y="21949"/>
                </a:lnTo>
                <a:close/>
                <a:moveTo>
                  <a:pt x="31428" y="20945"/>
                </a:moveTo>
                <a:cubicBezTo>
                  <a:pt x="31470" y="21091"/>
                  <a:pt x="31511" y="21238"/>
                  <a:pt x="31532" y="21384"/>
                </a:cubicBezTo>
                <a:cubicBezTo>
                  <a:pt x="31595" y="21593"/>
                  <a:pt x="31616" y="21803"/>
                  <a:pt x="31742" y="21991"/>
                </a:cubicBezTo>
                <a:cubicBezTo>
                  <a:pt x="31763" y="22012"/>
                  <a:pt x="31804" y="22012"/>
                  <a:pt x="31825" y="22012"/>
                </a:cubicBezTo>
                <a:lnTo>
                  <a:pt x="31428" y="22556"/>
                </a:lnTo>
                <a:cubicBezTo>
                  <a:pt x="31302" y="22075"/>
                  <a:pt x="31093" y="21614"/>
                  <a:pt x="30842" y="21175"/>
                </a:cubicBezTo>
                <a:cubicBezTo>
                  <a:pt x="30967" y="21112"/>
                  <a:pt x="31093" y="21091"/>
                  <a:pt x="31198" y="21049"/>
                </a:cubicBezTo>
                <a:cubicBezTo>
                  <a:pt x="31281" y="21008"/>
                  <a:pt x="31365" y="20987"/>
                  <a:pt x="31428" y="20945"/>
                </a:cubicBezTo>
                <a:close/>
                <a:moveTo>
                  <a:pt x="33813" y="12868"/>
                </a:moveTo>
                <a:cubicBezTo>
                  <a:pt x="34148" y="13349"/>
                  <a:pt x="34441" y="13873"/>
                  <a:pt x="34713" y="14437"/>
                </a:cubicBezTo>
                <a:cubicBezTo>
                  <a:pt x="34566" y="14354"/>
                  <a:pt x="34441" y="14270"/>
                  <a:pt x="34294" y="14228"/>
                </a:cubicBezTo>
                <a:cubicBezTo>
                  <a:pt x="34286" y="14220"/>
                  <a:pt x="34278" y="14217"/>
                  <a:pt x="34272" y="14217"/>
                </a:cubicBezTo>
                <a:cubicBezTo>
                  <a:pt x="34246" y="14217"/>
                  <a:pt x="34236" y="14270"/>
                  <a:pt x="34252" y="14270"/>
                </a:cubicBezTo>
                <a:cubicBezTo>
                  <a:pt x="34462" y="14375"/>
                  <a:pt x="34650" y="14500"/>
                  <a:pt x="34817" y="14668"/>
                </a:cubicBezTo>
                <a:cubicBezTo>
                  <a:pt x="34943" y="14919"/>
                  <a:pt x="35048" y="15191"/>
                  <a:pt x="35152" y="15442"/>
                </a:cubicBezTo>
                <a:cubicBezTo>
                  <a:pt x="34922" y="15295"/>
                  <a:pt x="34650" y="15170"/>
                  <a:pt x="34441" y="15023"/>
                </a:cubicBezTo>
                <a:cubicBezTo>
                  <a:pt x="34436" y="15021"/>
                  <a:pt x="34431" y="15020"/>
                  <a:pt x="34426" y="15020"/>
                </a:cubicBezTo>
                <a:cubicBezTo>
                  <a:pt x="34387" y="15020"/>
                  <a:pt x="34343" y="15088"/>
                  <a:pt x="34399" y="15107"/>
                </a:cubicBezTo>
                <a:cubicBezTo>
                  <a:pt x="34566" y="15212"/>
                  <a:pt x="34734" y="15337"/>
                  <a:pt x="34922" y="15442"/>
                </a:cubicBezTo>
                <a:cubicBezTo>
                  <a:pt x="35027" y="15526"/>
                  <a:pt x="35152" y="15630"/>
                  <a:pt x="35257" y="15714"/>
                </a:cubicBezTo>
                <a:cubicBezTo>
                  <a:pt x="35382" y="16049"/>
                  <a:pt x="35487" y="16362"/>
                  <a:pt x="35571" y="16697"/>
                </a:cubicBezTo>
                <a:cubicBezTo>
                  <a:pt x="35403" y="16551"/>
                  <a:pt x="35236" y="16446"/>
                  <a:pt x="35048" y="16300"/>
                </a:cubicBezTo>
                <a:cubicBezTo>
                  <a:pt x="35045" y="16297"/>
                  <a:pt x="35041" y="16295"/>
                  <a:pt x="35038" y="16295"/>
                </a:cubicBezTo>
                <a:cubicBezTo>
                  <a:pt x="35017" y="16295"/>
                  <a:pt x="34991" y="16344"/>
                  <a:pt x="35027" y="16362"/>
                </a:cubicBezTo>
                <a:cubicBezTo>
                  <a:pt x="35236" y="16530"/>
                  <a:pt x="35445" y="16697"/>
                  <a:pt x="35613" y="16865"/>
                </a:cubicBezTo>
                <a:cubicBezTo>
                  <a:pt x="35696" y="17158"/>
                  <a:pt x="35759" y="17430"/>
                  <a:pt x="35822" y="17723"/>
                </a:cubicBezTo>
                <a:cubicBezTo>
                  <a:pt x="35717" y="17639"/>
                  <a:pt x="35592" y="17555"/>
                  <a:pt x="35487" y="17492"/>
                </a:cubicBezTo>
                <a:cubicBezTo>
                  <a:pt x="35278" y="17325"/>
                  <a:pt x="35089" y="17199"/>
                  <a:pt x="34880" y="17032"/>
                </a:cubicBezTo>
                <a:cubicBezTo>
                  <a:pt x="34876" y="17030"/>
                  <a:pt x="34871" y="17029"/>
                  <a:pt x="34866" y="17029"/>
                </a:cubicBezTo>
                <a:cubicBezTo>
                  <a:pt x="34826" y="17029"/>
                  <a:pt x="34782" y="17097"/>
                  <a:pt x="34838" y="17116"/>
                </a:cubicBezTo>
                <a:cubicBezTo>
                  <a:pt x="35027" y="17283"/>
                  <a:pt x="35236" y="17430"/>
                  <a:pt x="35403" y="17597"/>
                </a:cubicBezTo>
                <a:cubicBezTo>
                  <a:pt x="35571" y="17723"/>
                  <a:pt x="35696" y="17848"/>
                  <a:pt x="35885" y="17953"/>
                </a:cubicBezTo>
                <a:cubicBezTo>
                  <a:pt x="35926" y="18183"/>
                  <a:pt x="35968" y="18392"/>
                  <a:pt x="35989" y="18643"/>
                </a:cubicBezTo>
                <a:cubicBezTo>
                  <a:pt x="35926" y="18601"/>
                  <a:pt x="35885" y="18559"/>
                  <a:pt x="35822" y="18539"/>
                </a:cubicBezTo>
                <a:cubicBezTo>
                  <a:pt x="35717" y="18455"/>
                  <a:pt x="35613" y="18371"/>
                  <a:pt x="35529" y="18267"/>
                </a:cubicBezTo>
                <a:cubicBezTo>
                  <a:pt x="35525" y="18263"/>
                  <a:pt x="35519" y="18261"/>
                  <a:pt x="35512" y="18261"/>
                </a:cubicBezTo>
                <a:cubicBezTo>
                  <a:pt x="35481" y="18261"/>
                  <a:pt x="35432" y="18295"/>
                  <a:pt x="35466" y="18329"/>
                </a:cubicBezTo>
                <a:cubicBezTo>
                  <a:pt x="35529" y="18434"/>
                  <a:pt x="35633" y="18539"/>
                  <a:pt x="35738" y="18601"/>
                </a:cubicBezTo>
                <a:cubicBezTo>
                  <a:pt x="35822" y="18664"/>
                  <a:pt x="35926" y="18748"/>
                  <a:pt x="36010" y="18790"/>
                </a:cubicBezTo>
                <a:cubicBezTo>
                  <a:pt x="36031" y="18999"/>
                  <a:pt x="36052" y="19208"/>
                  <a:pt x="36052" y="19417"/>
                </a:cubicBezTo>
                <a:cubicBezTo>
                  <a:pt x="36010" y="19396"/>
                  <a:pt x="35989" y="19375"/>
                  <a:pt x="35926" y="19334"/>
                </a:cubicBezTo>
                <a:cubicBezTo>
                  <a:pt x="35717" y="19208"/>
                  <a:pt x="35529" y="19062"/>
                  <a:pt x="35320" y="18915"/>
                </a:cubicBezTo>
                <a:cubicBezTo>
                  <a:pt x="35309" y="18908"/>
                  <a:pt x="35299" y="18905"/>
                  <a:pt x="35290" y="18905"/>
                </a:cubicBezTo>
                <a:cubicBezTo>
                  <a:pt x="35240" y="18905"/>
                  <a:pt x="35208" y="18985"/>
                  <a:pt x="35278" y="19020"/>
                </a:cubicBezTo>
                <a:lnTo>
                  <a:pt x="35843" y="19480"/>
                </a:lnTo>
                <a:cubicBezTo>
                  <a:pt x="35926" y="19522"/>
                  <a:pt x="35989" y="19585"/>
                  <a:pt x="36052" y="19668"/>
                </a:cubicBezTo>
                <a:cubicBezTo>
                  <a:pt x="36052" y="19836"/>
                  <a:pt x="36094" y="20045"/>
                  <a:pt x="36094" y="20233"/>
                </a:cubicBezTo>
                <a:cubicBezTo>
                  <a:pt x="35613" y="19899"/>
                  <a:pt x="35173" y="19564"/>
                  <a:pt x="34692" y="19250"/>
                </a:cubicBezTo>
                <a:cubicBezTo>
                  <a:pt x="34674" y="19226"/>
                  <a:pt x="34649" y="19216"/>
                  <a:pt x="34622" y="19216"/>
                </a:cubicBezTo>
                <a:cubicBezTo>
                  <a:pt x="34556" y="19216"/>
                  <a:pt x="34477" y="19280"/>
                  <a:pt x="34462" y="19355"/>
                </a:cubicBezTo>
                <a:cubicBezTo>
                  <a:pt x="34420" y="19480"/>
                  <a:pt x="34378" y="19606"/>
                  <a:pt x="34336" y="19773"/>
                </a:cubicBezTo>
                <a:cubicBezTo>
                  <a:pt x="34169" y="19668"/>
                  <a:pt x="34001" y="19606"/>
                  <a:pt x="33813" y="19501"/>
                </a:cubicBezTo>
                <a:cubicBezTo>
                  <a:pt x="33809" y="19499"/>
                  <a:pt x="33804" y="19498"/>
                  <a:pt x="33799" y="19498"/>
                </a:cubicBezTo>
                <a:cubicBezTo>
                  <a:pt x="33763" y="19498"/>
                  <a:pt x="33734" y="19566"/>
                  <a:pt x="33771" y="19585"/>
                </a:cubicBezTo>
                <a:cubicBezTo>
                  <a:pt x="33918" y="19689"/>
                  <a:pt x="34106" y="19815"/>
                  <a:pt x="34294" y="19899"/>
                </a:cubicBezTo>
                <a:cubicBezTo>
                  <a:pt x="34211" y="20129"/>
                  <a:pt x="34127" y="20359"/>
                  <a:pt x="34043" y="20631"/>
                </a:cubicBezTo>
                <a:cubicBezTo>
                  <a:pt x="34022" y="20610"/>
                  <a:pt x="33980" y="20610"/>
                  <a:pt x="33939" y="20568"/>
                </a:cubicBezTo>
                <a:cubicBezTo>
                  <a:pt x="33876" y="20547"/>
                  <a:pt x="33792" y="20505"/>
                  <a:pt x="33729" y="20463"/>
                </a:cubicBezTo>
                <a:cubicBezTo>
                  <a:pt x="33725" y="20461"/>
                  <a:pt x="33720" y="20460"/>
                  <a:pt x="33715" y="20460"/>
                </a:cubicBezTo>
                <a:cubicBezTo>
                  <a:pt x="33675" y="20460"/>
                  <a:pt x="33632" y="20529"/>
                  <a:pt x="33688" y="20547"/>
                </a:cubicBezTo>
                <a:cubicBezTo>
                  <a:pt x="33771" y="20610"/>
                  <a:pt x="33813" y="20631"/>
                  <a:pt x="33897" y="20673"/>
                </a:cubicBezTo>
                <a:cubicBezTo>
                  <a:pt x="33918" y="20715"/>
                  <a:pt x="33980" y="20736"/>
                  <a:pt x="34001" y="20756"/>
                </a:cubicBezTo>
                <a:cubicBezTo>
                  <a:pt x="33897" y="21049"/>
                  <a:pt x="33792" y="21363"/>
                  <a:pt x="33667" y="21635"/>
                </a:cubicBezTo>
                <a:cubicBezTo>
                  <a:pt x="33604" y="21614"/>
                  <a:pt x="33562" y="21572"/>
                  <a:pt x="33499" y="21531"/>
                </a:cubicBezTo>
                <a:cubicBezTo>
                  <a:pt x="33395" y="21468"/>
                  <a:pt x="33290" y="21405"/>
                  <a:pt x="33185" y="21342"/>
                </a:cubicBezTo>
                <a:cubicBezTo>
                  <a:pt x="33180" y="21332"/>
                  <a:pt x="33173" y="21328"/>
                  <a:pt x="33165" y="21328"/>
                </a:cubicBezTo>
                <a:cubicBezTo>
                  <a:pt x="33140" y="21328"/>
                  <a:pt x="33112" y="21368"/>
                  <a:pt x="33144" y="21384"/>
                </a:cubicBezTo>
                <a:cubicBezTo>
                  <a:pt x="33248" y="21468"/>
                  <a:pt x="33311" y="21552"/>
                  <a:pt x="33416" y="21614"/>
                </a:cubicBezTo>
                <a:cubicBezTo>
                  <a:pt x="33478" y="21677"/>
                  <a:pt x="33562" y="21719"/>
                  <a:pt x="33604" y="21782"/>
                </a:cubicBezTo>
                <a:cubicBezTo>
                  <a:pt x="33499" y="22012"/>
                  <a:pt x="33395" y="22242"/>
                  <a:pt x="33311" y="22493"/>
                </a:cubicBezTo>
                <a:cubicBezTo>
                  <a:pt x="33269" y="22451"/>
                  <a:pt x="33185" y="22430"/>
                  <a:pt x="33144" y="22409"/>
                </a:cubicBezTo>
                <a:cubicBezTo>
                  <a:pt x="33039" y="22347"/>
                  <a:pt x="32934" y="22284"/>
                  <a:pt x="32830" y="22179"/>
                </a:cubicBezTo>
                <a:cubicBezTo>
                  <a:pt x="32815" y="22169"/>
                  <a:pt x="32801" y="22165"/>
                  <a:pt x="32789" y="22165"/>
                </a:cubicBezTo>
                <a:cubicBezTo>
                  <a:pt x="32752" y="22165"/>
                  <a:pt x="32735" y="22205"/>
                  <a:pt x="32767" y="22221"/>
                </a:cubicBezTo>
                <a:cubicBezTo>
                  <a:pt x="32851" y="22326"/>
                  <a:pt x="32955" y="22409"/>
                  <a:pt x="33060" y="22493"/>
                </a:cubicBezTo>
                <a:cubicBezTo>
                  <a:pt x="33102" y="22535"/>
                  <a:pt x="33185" y="22598"/>
                  <a:pt x="33269" y="22619"/>
                </a:cubicBezTo>
                <a:cubicBezTo>
                  <a:pt x="33248" y="22640"/>
                  <a:pt x="33248" y="22660"/>
                  <a:pt x="33206" y="22702"/>
                </a:cubicBezTo>
                <a:cubicBezTo>
                  <a:pt x="33081" y="22744"/>
                  <a:pt x="32955" y="22765"/>
                  <a:pt x="32830" y="22807"/>
                </a:cubicBezTo>
                <a:cubicBezTo>
                  <a:pt x="32683" y="22723"/>
                  <a:pt x="32516" y="22660"/>
                  <a:pt x="32369" y="22619"/>
                </a:cubicBezTo>
                <a:cubicBezTo>
                  <a:pt x="32366" y="22617"/>
                  <a:pt x="32362" y="22616"/>
                  <a:pt x="32358" y="22616"/>
                </a:cubicBezTo>
                <a:cubicBezTo>
                  <a:pt x="32324" y="22616"/>
                  <a:pt x="32310" y="22702"/>
                  <a:pt x="32348" y="22702"/>
                </a:cubicBezTo>
                <a:cubicBezTo>
                  <a:pt x="32453" y="22723"/>
                  <a:pt x="32558" y="22765"/>
                  <a:pt x="32641" y="22828"/>
                </a:cubicBezTo>
                <a:cubicBezTo>
                  <a:pt x="32244" y="22932"/>
                  <a:pt x="31846" y="23037"/>
                  <a:pt x="31470" y="23079"/>
                </a:cubicBezTo>
                <a:cubicBezTo>
                  <a:pt x="31951" y="22702"/>
                  <a:pt x="32328" y="22012"/>
                  <a:pt x="32620" y="21489"/>
                </a:cubicBezTo>
                <a:cubicBezTo>
                  <a:pt x="32997" y="20777"/>
                  <a:pt x="33290" y="20024"/>
                  <a:pt x="33499" y="19250"/>
                </a:cubicBezTo>
                <a:cubicBezTo>
                  <a:pt x="33517" y="19161"/>
                  <a:pt x="33444" y="19027"/>
                  <a:pt x="33345" y="19027"/>
                </a:cubicBezTo>
                <a:cubicBezTo>
                  <a:pt x="33327" y="19027"/>
                  <a:pt x="33309" y="19031"/>
                  <a:pt x="33290" y="19041"/>
                </a:cubicBezTo>
                <a:cubicBezTo>
                  <a:pt x="32976" y="19166"/>
                  <a:pt x="32683" y="19292"/>
                  <a:pt x="32369" y="19417"/>
                </a:cubicBezTo>
                <a:cubicBezTo>
                  <a:pt x="33688" y="17513"/>
                  <a:pt x="33980" y="15128"/>
                  <a:pt x="33813" y="12868"/>
                </a:cubicBezTo>
                <a:close/>
                <a:moveTo>
                  <a:pt x="30716" y="21196"/>
                </a:moveTo>
                <a:cubicBezTo>
                  <a:pt x="30967" y="21719"/>
                  <a:pt x="31156" y="22221"/>
                  <a:pt x="31302" y="22765"/>
                </a:cubicBezTo>
                <a:cubicBezTo>
                  <a:pt x="31260" y="22870"/>
                  <a:pt x="31198" y="22974"/>
                  <a:pt x="31156" y="23100"/>
                </a:cubicBezTo>
                <a:cubicBezTo>
                  <a:pt x="31072" y="23100"/>
                  <a:pt x="31009" y="23142"/>
                  <a:pt x="30947" y="23142"/>
                </a:cubicBezTo>
                <a:cubicBezTo>
                  <a:pt x="30947" y="23100"/>
                  <a:pt x="30905" y="23079"/>
                  <a:pt x="30884" y="23079"/>
                </a:cubicBezTo>
                <a:lnTo>
                  <a:pt x="30863" y="23079"/>
                </a:lnTo>
                <a:cubicBezTo>
                  <a:pt x="30779" y="22974"/>
                  <a:pt x="30695" y="22660"/>
                  <a:pt x="30675" y="22619"/>
                </a:cubicBezTo>
                <a:cubicBezTo>
                  <a:pt x="30633" y="22451"/>
                  <a:pt x="30549" y="22326"/>
                  <a:pt x="30486" y="22158"/>
                </a:cubicBezTo>
                <a:cubicBezTo>
                  <a:pt x="30382" y="21907"/>
                  <a:pt x="30256" y="21614"/>
                  <a:pt x="30151" y="21363"/>
                </a:cubicBezTo>
                <a:cubicBezTo>
                  <a:pt x="30340" y="21300"/>
                  <a:pt x="30549" y="21280"/>
                  <a:pt x="30716" y="21196"/>
                </a:cubicBezTo>
                <a:close/>
                <a:moveTo>
                  <a:pt x="30047" y="21384"/>
                </a:moveTo>
                <a:cubicBezTo>
                  <a:pt x="30214" y="21824"/>
                  <a:pt x="30361" y="22242"/>
                  <a:pt x="30528" y="22660"/>
                </a:cubicBezTo>
                <a:cubicBezTo>
                  <a:pt x="30570" y="22765"/>
                  <a:pt x="30591" y="23037"/>
                  <a:pt x="30695" y="23184"/>
                </a:cubicBezTo>
                <a:cubicBezTo>
                  <a:pt x="30528" y="23204"/>
                  <a:pt x="30361" y="23246"/>
                  <a:pt x="30172" y="23267"/>
                </a:cubicBezTo>
                <a:cubicBezTo>
                  <a:pt x="30026" y="22619"/>
                  <a:pt x="29649" y="21949"/>
                  <a:pt x="29210" y="21426"/>
                </a:cubicBezTo>
                <a:lnTo>
                  <a:pt x="29210" y="21426"/>
                </a:lnTo>
                <a:cubicBezTo>
                  <a:pt x="29273" y="21447"/>
                  <a:pt x="29346" y="21457"/>
                  <a:pt x="29419" y="21457"/>
                </a:cubicBezTo>
                <a:cubicBezTo>
                  <a:pt x="29492" y="21457"/>
                  <a:pt x="29566" y="21447"/>
                  <a:pt x="29628" y="21426"/>
                </a:cubicBezTo>
                <a:cubicBezTo>
                  <a:pt x="29754" y="21426"/>
                  <a:pt x="29921" y="21405"/>
                  <a:pt x="30047" y="21384"/>
                </a:cubicBezTo>
                <a:close/>
                <a:moveTo>
                  <a:pt x="15672" y="26322"/>
                </a:moveTo>
                <a:cubicBezTo>
                  <a:pt x="15840" y="26762"/>
                  <a:pt x="16112" y="27159"/>
                  <a:pt x="16405" y="27557"/>
                </a:cubicBezTo>
                <a:cubicBezTo>
                  <a:pt x="16321" y="27536"/>
                  <a:pt x="16237" y="27515"/>
                  <a:pt x="16154" y="27515"/>
                </a:cubicBezTo>
                <a:cubicBezTo>
                  <a:pt x="16028" y="27306"/>
                  <a:pt x="15840" y="27138"/>
                  <a:pt x="15693" y="26929"/>
                </a:cubicBezTo>
                <a:cubicBezTo>
                  <a:pt x="15526" y="26741"/>
                  <a:pt x="15400" y="26573"/>
                  <a:pt x="15275" y="26385"/>
                </a:cubicBezTo>
                <a:cubicBezTo>
                  <a:pt x="15400" y="26343"/>
                  <a:pt x="15526" y="26322"/>
                  <a:pt x="15672" y="26322"/>
                </a:cubicBezTo>
                <a:close/>
                <a:moveTo>
                  <a:pt x="15107" y="26427"/>
                </a:moveTo>
                <a:cubicBezTo>
                  <a:pt x="15254" y="26636"/>
                  <a:pt x="15379" y="26887"/>
                  <a:pt x="15526" y="27096"/>
                </a:cubicBezTo>
                <a:cubicBezTo>
                  <a:pt x="15630" y="27243"/>
                  <a:pt x="15735" y="27410"/>
                  <a:pt x="15882" y="27557"/>
                </a:cubicBezTo>
                <a:cubicBezTo>
                  <a:pt x="15867" y="27552"/>
                  <a:pt x="15850" y="27549"/>
                  <a:pt x="15831" y="27549"/>
                </a:cubicBezTo>
                <a:cubicBezTo>
                  <a:pt x="15771" y="27549"/>
                  <a:pt x="15694" y="27576"/>
                  <a:pt x="15630" y="27640"/>
                </a:cubicBezTo>
                <a:cubicBezTo>
                  <a:pt x="15589" y="27661"/>
                  <a:pt x="15568" y="27682"/>
                  <a:pt x="15505" y="27682"/>
                </a:cubicBezTo>
                <a:cubicBezTo>
                  <a:pt x="15212" y="27306"/>
                  <a:pt x="14898" y="26908"/>
                  <a:pt x="14647" y="26510"/>
                </a:cubicBezTo>
                <a:lnTo>
                  <a:pt x="15107" y="26427"/>
                </a:lnTo>
                <a:close/>
                <a:moveTo>
                  <a:pt x="14542" y="26510"/>
                </a:moveTo>
                <a:cubicBezTo>
                  <a:pt x="14773" y="26929"/>
                  <a:pt x="15003" y="27347"/>
                  <a:pt x="15317" y="27745"/>
                </a:cubicBezTo>
                <a:cubicBezTo>
                  <a:pt x="15170" y="27787"/>
                  <a:pt x="15045" y="27850"/>
                  <a:pt x="14877" y="27870"/>
                </a:cubicBezTo>
                <a:cubicBezTo>
                  <a:pt x="14773" y="27682"/>
                  <a:pt x="14584" y="27557"/>
                  <a:pt x="14459" y="27410"/>
                </a:cubicBezTo>
                <a:cubicBezTo>
                  <a:pt x="14270" y="27159"/>
                  <a:pt x="14103" y="26908"/>
                  <a:pt x="13936" y="26636"/>
                </a:cubicBezTo>
                <a:cubicBezTo>
                  <a:pt x="14145" y="26594"/>
                  <a:pt x="14333" y="26531"/>
                  <a:pt x="14542" y="26510"/>
                </a:cubicBezTo>
                <a:close/>
                <a:moveTo>
                  <a:pt x="12178" y="27138"/>
                </a:moveTo>
                <a:cubicBezTo>
                  <a:pt x="12283" y="27326"/>
                  <a:pt x="12387" y="27515"/>
                  <a:pt x="12534" y="27682"/>
                </a:cubicBezTo>
                <a:lnTo>
                  <a:pt x="12764" y="27996"/>
                </a:lnTo>
                <a:cubicBezTo>
                  <a:pt x="12262" y="27933"/>
                  <a:pt x="12073" y="27682"/>
                  <a:pt x="11864" y="27243"/>
                </a:cubicBezTo>
                <a:cubicBezTo>
                  <a:pt x="11969" y="27222"/>
                  <a:pt x="12073" y="27159"/>
                  <a:pt x="12178" y="27138"/>
                </a:cubicBezTo>
                <a:close/>
                <a:moveTo>
                  <a:pt x="13831" y="26657"/>
                </a:moveTo>
                <a:cubicBezTo>
                  <a:pt x="13957" y="26950"/>
                  <a:pt x="14124" y="27243"/>
                  <a:pt x="14312" y="27515"/>
                </a:cubicBezTo>
                <a:cubicBezTo>
                  <a:pt x="14417" y="27640"/>
                  <a:pt x="14480" y="27787"/>
                  <a:pt x="14626" y="27933"/>
                </a:cubicBezTo>
                <a:cubicBezTo>
                  <a:pt x="14459" y="27975"/>
                  <a:pt x="14333" y="27996"/>
                  <a:pt x="14208" y="27996"/>
                </a:cubicBezTo>
                <a:cubicBezTo>
                  <a:pt x="14103" y="27787"/>
                  <a:pt x="13915" y="27619"/>
                  <a:pt x="13789" y="27452"/>
                </a:cubicBezTo>
                <a:cubicBezTo>
                  <a:pt x="13622" y="27243"/>
                  <a:pt x="13475" y="27034"/>
                  <a:pt x="13287" y="26824"/>
                </a:cubicBezTo>
                <a:lnTo>
                  <a:pt x="13831" y="26657"/>
                </a:lnTo>
                <a:close/>
                <a:moveTo>
                  <a:pt x="12638" y="27013"/>
                </a:moveTo>
                <a:cubicBezTo>
                  <a:pt x="12722" y="27243"/>
                  <a:pt x="12848" y="27452"/>
                  <a:pt x="12973" y="27661"/>
                </a:cubicBezTo>
                <a:cubicBezTo>
                  <a:pt x="13057" y="27787"/>
                  <a:pt x="13120" y="27933"/>
                  <a:pt x="13224" y="28059"/>
                </a:cubicBezTo>
                <a:cubicBezTo>
                  <a:pt x="13120" y="28059"/>
                  <a:pt x="13057" y="28059"/>
                  <a:pt x="12952" y="28038"/>
                </a:cubicBezTo>
                <a:cubicBezTo>
                  <a:pt x="12848" y="27870"/>
                  <a:pt x="12701" y="27745"/>
                  <a:pt x="12597" y="27578"/>
                </a:cubicBezTo>
                <a:cubicBezTo>
                  <a:pt x="12492" y="27431"/>
                  <a:pt x="12366" y="27264"/>
                  <a:pt x="12262" y="27117"/>
                </a:cubicBezTo>
                <a:cubicBezTo>
                  <a:pt x="12387" y="27096"/>
                  <a:pt x="12492" y="27034"/>
                  <a:pt x="12638" y="27013"/>
                </a:cubicBezTo>
                <a:close/>
                <a:moveTo>
                  <a:pt x="13182" y="26845"/>
                </a:moveTo>
                <a:cubicBezTo>
                  <a:pt x="13308" y="27117"/>
                  <a:pt x="13475" y="27368"/>
                  <a:pt x="13643" y="27619"/>
                </a:cubicBezTo>
                <a:cubicBezTo>
                  <a:pt x="13726" y="27745"/>
                  <a:pt x="13831" y="27891"/>
                  <a:pt x="13936" y="28038"/>
                </a:cubicBezTo>
                <a:cubicBezTo>
                  <a:pt x="13894" y="28059"/>
                  <a:pt x="13852" y="28059"/>
                  <a:pt x="13831" y="28059"/>
                </a:cubicBezTo>
                <a:lnTo>
                  <a:pt x="13517" y="28059"/>
                </a:lnTo>
                <a:cubicBezTo>
                  <a:pt x="13413" y="27870"/>
                  <a:pt x="13224" y="27745"/>
                  <a:pt x="13099" y="27557"/>
                </a:cubicBezTo>
                <a:cubicBezTo>
                  <a:pt x="12973" y="27368"/>
                  <a:pt x="12848" y="27201"/>
                  <a:pt x="12743" y="26992"/>
                </a:cubicBezTo>
                <a:cubicBezTo>
                  <a:pt x="12889" y="26929"/>
                  <a:pt x="13015" y="26908"/>
                  <a:pt x="13182" y="26845"/>
                </a:cubicBezTo>
                <a:close/>
                <a:moveTo>
                  <a:pt x="14827" y="21255"/>
                </a:moveTo>
                <a:cubicBezTo>
                  <a:pt x="15085" y="21255"/>
                  <a:pt x="15346" y="21263"/>
                  <a:pt x="15610" y="21280"/>
                </a:cubicBezTo>
                <a:cubicBezTo>
                  <a:pt x="17702" y="21405"/>
                  <a:pt x="19711" y="21991"/>
                  <a:pt x="21698" y="22535"/>
                </a:cubicBezTo>
                <a:cubicBezTo>
                  <a:pt x="23644" y="23058"/>
                  <a:pt x="25611" y="23581"/>
                  <a:pt x="27620" y="23665"/>
                </a:cubicBezTo>
                <a:cubicBezTo>
                  <a:pt x="27875" y="23678"/>
                  <a:pt x="28131" y="23685"/>
                  <a:pt x="28387" y="23685"/>
                </a:cubicBezTo>
                <a:cubicBezTo>
                  <a:pt x="30168" y="23685"/>
                  <a:pt x="31966" y="23369"/>
                  <a:pt x="33667" y="22765"/>
                </a:cubicBezTo>
                <a:cubicBezTo>
                  <a:pt x="33708" y="22744"/>
                  <a:pt x="33729" y="22723"/>
                  <a:pt x="33771" y="22681"/>
                </a:cubicBezTo>
                <a:cubicBezTo>
                  <a:pt x="34399" y="22556"/>
                  <a:pt x="35257" y="22305"/>
                  <a:pt x="35613" y="21719"/>
                </a:cubicBezTo>
                <a:cubicBezTo>
                  <a:pt x="35654" y="21824"/>
                  <a:pt x="35696" y="21928"/>
                  <a:pt x="35717" y="22012"/>
                </a:cubicBezTo>
                <a:cubicBezTo>
                  <a:pt x="35696" y="22054"/>
                  <a:pt x="35675" y="22096"/>
                  <a:pt x="35675" y="22137"/>
                </a:cubicBezTo>
                <a:cubicBezTo>
                  <a:pt x="35654" y="22221"/>
                  <a:pt x="35592" y="22263"/>
                  <a:pt x="35550" y="22326"/>
                </a:cubicBezTo>
                <a:cubicBezTo>
                  <a:pt x="35445" y="22451"/>
                  <a:pt x="35299" y="22556"/>
                  <a:pt x="35173" y="22640"/>
                </a:cubicBezTo>
                <a:cubicBezTo>
                  <a:pt x="35135" y="22659"/>
                  <a:pt x="35149" y="22747"/>
                  <a:pt x="35215" y="22747"/>
                </a:cubicBezTo>
                <a:cubicBezTo>
                  <a:pt x="35221" y="22747"/>
                  <a:pt x="35228" y="22746"/>
                  <a:pt x="35236" y="22744"/>
                </a:cubicBezTo>
                <a:cubicBezTo>
                  <a:pt x="35403" y="22681"/>
                  <a:pt x="35571" y="22619"/>
                  <a:pt x="35696" y="22472"/>
                </a:cubicBezTo>
                <a:cubicBezTo>
                  <a:pt x="35759" y="22430"/>
                  <a:pt x="35801" y="22368"/>
                  <a:pt x="35864" y="22305"/>
                </a:cubicBezTo>
                <a:cubicBezTo>
                  <a:pt x="35905" y="22409"/>
                  <a:pt x="35926" y="22514"/>
                  <a:pt x="35989" y="22619"/>
                </a:cubicBezTo>
                <a:cubicBezTo>
                  <a:pt x="35780" y="23142"/>
                  <a:pt x="35341" y="23267"/>
                  <a:pt x="34817" y="23393"/>
                </a:cubicBezTo>
                <a:cubicBezTo>
                  <a:pt x="34760" y="23412"/>
                  <a:pt x="34755" y="23500"/>
                  <a:pt x="34818" y="23500"/>
                </a:cubicBezTo>
                <a:cubicBezTo>
                  <a:pt x="34824" y="23500"/>
                  <a:pt x="34831" y="23499"/>
                  <a:pt x="34838" y="23497"/>
                </a:cubicBezTo>
                <a:cubicBezTo>
                  <a:pt x="35257" y="23456"/>
                  <a:pt x="35926" y="23309"/>
                  <a:pt x="36115" y="22849"/>
                </a:cubicBezTo>
                <a:cubicBezTo>
                  <a:pt x="36177" y="22974"/>
                  <a:pt x="36219" y="23142"/>
                  <a:pt x="36303" y="23267"/>
                </a:cubicBezTo>
                <a:cubicBezTo>
                  <a:pt x="36177" y="23393"/>
                  <a:pt x="36115" y="23581"/>
                  <a:pt x="35968" y="23707"/>
                </a:cubicBezTo>
                <a:cubicBezTo>
                  <a:pt x="35801" y="23832"/>
                  <a:pt x="35592" y="23916"/>
                  <a:pt x="35382" y="23937"/>
                </a:cubicBezTo>
                <a:cubicBezTo>
                  <a:pt x="35341" y="23937"/>
                  <a:pt x="35341" y="24041"/>
                  <a:pt x="35403" y="24041"/>
                </a:cubicBezTo>
                <a:cubicBezTo>
                  <a:pt x="35654" y="24021"/>
                  <a:pt x="35864" y="23979"/>
                  <a:pt x="36073" y="23811"/>
                </a:cubicBezTo>
                <a:cubicBezTo>
                  <a:pt x="36198" y="23728"/>
                  <a:pt x="36324" y="23581"/>
                  <a:pt x="36408" y="23414"/>
                </a:cubicBezTo>
                <a:lnTo>
                  <a:pt x="36408" y="23414"/>
                </a:lnTo>
                <a:cubicBezTo>
                  <a:pt x="36324" y="23665"/>
                  <a:pt x="36387" y="23769"/>
                  <a:pt x="36408" y="23895"/>
                </a:cubicBezTo>
                <a:cubicBezTo>
                  <a:pt x="36282" y="24083"/>
                  <a:pt x="36136" y="24272"/>
                  <a:pt x="35968" y="24397"/>
                </a:cubicBezTo>
                <a:cubicBezTo>
                  <a:pt x="35759" y="24544"/>
                  <a:pt x="35487" y="24627"/>
                  <a:pt x="35236" y="24627"/>
                </a:cubicBezTo>
                <a:cubicBezTo>
                  <a:pt x="35173" y="24627"/>
                  <a:pt x="35173" y="24711"/>
                  <a:pt x="35236" y="24711"/>
                </a:cubicBezTo>
                <a:cubicBezTo>
                  <a:pt x="35268" y="24714"/>
                  <a:pt x="35300" y="24715"/>
                  <a:pt x="35333" y="24715"/>
                </a:cubicBezTo>
                <a:cubicBezTo>
                  <a:pt x="35763" y="24715"/>
                  <a:pt x="36314" y="24467"/>
                  <a:pt x="36449" y="24021"/>
                </a:cubicBezTo>
                <a:cubicBezTo>
                  <a:pt x="36491" y="24083"/>
                  <a:pt x="36491" y="24104"/>
                  <a:pt x="36512" y="24146"/>
                </a:cubicBezTo>
                <a:cubicBezTo>
                  <a:pt x="36533" y="24230"/>
                  <a:pt x="36596" y="24334"/>
                  <a:pt x="36617" y="24418"/>
                </a:cubicBezTo>
                <a:cubicBezTo>
                  <a:pt x="36408" y="24816"/>
                  <a:pt x="36031" y="25150"/>
                  <a:pt x="35654" y="25381"/>
                </a:cubicBezTo>
                <a:cubicBezTo>
                  <a:pt x="35600" y="25417"/>
                  <a:pt x="35608" y="25468"/>
                  <a:pt x="35652" y="25468"/>
                </a:cubicBezTo>
                <a:cubicBezTo>
                  <a:pt x="35659" y="25468"/>
                  <a:pt x="35667" y="25467"/>
                  <a:pt x="35675" y="25464"/>
                </a:cubicBezTo>
                <a:cubicBezTo>
                  <a:pt x="36115" y="25297"/>
                  <a:pt x="36449" y="25004"/>
                  <a:pt x="36659" y="24606"/>
                </a:cubicBezTo>
                <a:cubicBezTo>
                  <a:pt x="36721" y="24795"/>
                  <a:pt x="36805" y="24941"/>
                  <a:pt x="36847" y="25129"/>
                </a:cubicBezTo>
                <a:cubicBezTo>
                  <a:pt x="36701" y="25318"/>
                  <a:pt x="36596" y="25548"/>
                  <a:pt x="36387" y="25694"/>
                </a:cubicBezTo>
                <a:cubicBezTo>
                  <a:pt x="36136" y="25883"/>
                  <a:pt x="35885" y="25987"/>
                  <a:pt x="35592" y="26071"/>
                </a:cubicBezTo>
                <a:cubicBezTo>
                  <a:pt x="35550" y="26071"/>
                  <a:pt x="35571" y="26134"/>
                  <a:pt x="35592" y="26134"/>
                </a:cubicBezTo>
                <a:cubicBezTo>
                  <a:pt x="36073" y="26134"/>
                  <a:pt x="36742" y="25799"/>
                  <a:pt x="36910" y="25276"/>
                </a:cubicBezTo>
                <a:cubicBezTo>
                  <a:pt x="36973" y="25464"/>
                  <a:pt x="37035" y="25653"/>
                  <a:pt x="37140" y="25799"/>
                </a:cubicBezTo>
                <a:cubicBezTo>
                  <a:pt x="36931" y="25966"/>
                  <a:pt x="36784" y="26176"/>
                  <a:pt x="36554" y="26322"/>
                </a:cubicBezTo>
                <a:cubicBezTo>
                  <a:pt x="36345" y="26469"/>
                  <a:pt x="36094" y="26573"/>
                  <a:pt x="35822" y="26594"/>
                </a:cubicBezTo>
                <a:cubicBezTo>
                  <a:pt x="35780" y="26594"/>
                  <a:pt x="35780" y="26699"/>
                  <a:pt x="35864" y="26699"/>
                </a:cubicBezTo>
                <a:cubicBezTo>
                  <a:pt x="36324" y="26699"/>
                  <a:pt x="37035" y="26469"/>
                  <a:pt x="37245" y="25966"/>
                </a:cubicBezTo>
                <a:cubicBezTo>
                  <a:pt x="37286" y="26092"/>
                  <a:pt x="37370" y="26217"/>
                  <a:pt x="37454" y="26322"/>
                </a:cubicBezTo>
                <a:cubicBezTo>
                  <a:pt x="37454" y="26322"/>
                  <a:pt x="37433" y="26322"/>
                  <a:pt x="37433" y="26364"/>
                </a:cubicBezTo>
                <a:cubicBezTo>
                  <a:pt x="35717" y="27891"/>
                  <a:pt x="33248" y="28163"/>
                  <a:pt x="31051" y="28205"/>
                </a:cubicBezTo>
                <a:cubicBezTo>
                  <a:pt x="30847" y="28212"/>
                  <a:pt x="30644" y="28216"/>
                  <a:pt x="30441" y="28216"/>
                </a:cubicBezTo>
                <a:cubicBezTo>
                  <a:pt x="28254" y="28216"/>
                  <a:pt x="26148" y="27810"/>
                  <a:pt x="24042" y="27159"/>
                </a:cubicBezTo>
                <a:cubicBezTo>
                  <a:pt x="21970" y="26531"/>
                  <a:pt x="19920" y="25904"/>
                  <a:pt x="17765" y="25841"/>
                </a:cubicBezTo>
                <a:cubicBezTo>
                  <a:pt x="17592" y="25836"/>
                  <a:pt x="17417" y="25833"/>
                  <a:pt x="17242" y="25833"/>
                </a:cubicBezTo>
                <a:cubicBezTo>
                  <a:pt x="15363" y="25833"/>
                  <a:pt x="13383" y="26151"/>
                  <a:pt x="11718" y="27013"/>
                </a:cubicBezTo>
                <a:cubicBezTo>
                  <a:pt x="11676" y="26950"/>
                  <a:pt x="11676" y="26908"/>
                  <a:pt x="11655" y="26845"/>
                </a:cubicBezTo>
                <a:cubicBezTo>
                  <a:pt x="11655" y="26845"/>
                  <a:pt x="11697" y="26845"/>
                  <a:pt x="11697" y="26824"/>
                </a:cubicBezTo>
                <a:cubicBezTo>
                  <a:pt x="11822" y="26615"/>
                  <a:pt x="12011" y="26469"/>
                  <a:pt x="12220" y="26322"/>
                </a:cubicBezTo>
                <a:cubicBezTo>
                  <a:pt x="12429" y="26217"/>
                  <a:pt x="12638" y="26197"/>
                  <a:pt x="12848" y="26134"/>
                </a:cubicBezTo>
                <a:cubicBezTo>
                  <a:pt x="12889" y="26134"/>
                  <a:pt x="12889" y="26071"/>
                  <a:pt x="12848" y="26071"/>
                </a:cubicBezTo>
                <a:cubicBezTo>
                  <a:pt x="12775" y="26047"/>
                  <a:pt x="12702" y="26036"/>
                  <a:pt x="12630" y="26036"/>
                </a:cubicBezTo>
                <a:cubicBezTo>
                  <a:pt x="12201" y="26036"/>
                  <a:pt x="11795" y="26424"/>
                  <a:pt x="11634" y="26782"/>
                </a:cubicBezTo>
                <a:cubicBezTo>
                  <a:pt x="11550" y="26573"/>
                  <a:pt x="11446" y="26322"/>
                  <a:pt x="11362" y="26113"/>
                </a:cubicBezTo>
                <a:cubicBezTo>
                  <a:pt x="11550" y="25987"/>
                  <a:pt x="11760" y="25862"/>
                  <a:pt x="11969" y="25778"/>
                </a:cubicBezTo>
                <a:cubicBezTo>
                  <a:pt x="12199" y="25673"/>
                  <a:pt x="12471" y="25653"/>
                  <a:pt x="12701" y="25569"/>
                </a:cubicBezTo>
                <a:cubicBezTo>
                  <a:pt x="12785" y="25548"/>
                  <a:pt x="12764" y="25464"/>
                  <a:pt x="12680" y="25443"/>
                </a:cubicBezTo>
                <a:cubicBezTo>
                  <a:pt x="12637" y="25438"/>
                  <a:pt x="12593" y="25435"/>
                  <a:pt x="12549" y="25435"/>
                </a:cubicBezTo>
                <a:cubicBezTo>
                  <a:pt x="12089" y="25435"/>
                  <a:pt x="11626" y="25725"/>
                  <a:pt x="11320" y="26050"/>
                </a:cubicBezTo>
                <a:cubicBezTo>
                  <a:pt x="11278" y="25883"/>
                  <a:pt x="11195" y="25757"/>
                  <a:pt x="11132" y="25590"/>
                </a:cubicBezTo>
                <a:lnTo>
                  <a:pt x="11174" y="25590"/>
                </a:lnTo>
                <a:cubicBezTo>
                  <a:pt x="11341" y="25422"/>
                  <a:pt x="11550" y="25276"/>
                  <a:pt x="11801" y="25171"/>
                </a:cubicBezTo>
                <a:cubicBezTo>
                  <a:pt x="12011" y="25109"/>
                  <a:pt x="12220" y="25109"/>
                  <a:pt x="12387" y="25025"/>
                </a:cubicBezTo>
                <a:cubicBezTo>
                  <a:pt x="12450" y="25004"/>
                  <a:pt x="12450" y="24941"/>
                  <a:pt x="12387" y="24920"/>
                </a:cubicBezTo>
                <a:cubicBezTo>
                  <a:pt x="12309" y="24892"/>
                  <a:pt x="12230" y="24879"/>
                  <a:pt x="12150" y="24879"/>
                </a:cubicBezTo>
                <a:cubicBezTo>
                  <a:pt x="11756" y="24879"/>
                  <a:pt x="11354" y="25186"/>
                  <a:pt x="11111" y="25464"/>
                </a:cubicBezTo>
                <a:cubicBezTo>
                  <a:pt x="11027" y="25276"/>
                  <a:pt x="10965" y="25129"/>
                  <a:pt x="10902" y="24941"/>
                </a:cubicBezTo>
                <a:cubicBezTo>
                  <a:pt x="11111" y="24837"/>
                  <a:pt x="11278" y="24690"/>
                  <a:pt x="11446" y="24585"/>
                </a:cubicBezTo>
                <a:cubicBezTo>
                  <a:pt x="11697" y="24481"/>
                  <a:pt x="11948" y="24481"/>
                  <a:pt x="12178" y="24397"/>
                </a:cubicBezTo>
                <a:cubicBezTo>
                  <a:pt x="12262" y="24376"/>
                  <a:pt x="12262" y="24272"/>
                  <a:pt x="12178" y="24272"/>
                </a:cubicBezTo>
                <a:cubicBezTo>
                  <a:pt x="12128" y="24258"/>
                  <a:pt x="12071" y="24251"/>
                  <a:pt x="12010" y="24251"/>
                </a:cubicBezTo>
                <a:cubicBezTo>
                  <a:pt x="11607" y="24251"/>
                  <a:pt x="11008" y="24531"/>
                  <a:pt x="10881" y="24857"/>
                </a:cubicBezTo>
                <a:lnTo>
                  <a:pt x="10797" y="24711"/>
                </a:lnTo>
                <a:cubicBezTo>
                  <a:pt x="10755" y="24565"/>
                  <a:pt x="10692" y="24418"/>
                  <a:pt x="10609" y="24293"/>
                </a:cubicBezTo>
                <a:cubicBezTo>
                  <a:pt x="10797" y="24146"/>
                  <a:pt x="11006" y="24021"/>
                  <a:pt x="11216" y="23958"/>
                </a:cubicBezTo>
                <a:cubicBezTo>
                  <a:pt x="11446" y="23874"/>
                  <a:pt x="11697" y="23853"/>
                  <a:pt x="11906" y="23769"/>
                </a:cubicBezTo>
                <a:cubicBezTo>
                  <a:pt x="11969" y="23728"/>
                  <a:pt x="11948" y="23623"/>
                  <a:pt x="11864" y="23623"/>
                </a:cubicBezTo>
                <a:cubicBezTo>
                  <a:pt x="11848" y="23622"/>
                  <a:pt x="11831" y="23622"/>
                  <a:pt x="11814" y="23622"/>
                </a:cubicBezTo>
                <a:cubicBezTo>
                  <a:pt x="11368" y="23622"/>
                  <a:pt x="10890" y="23885"/>
                  <a:pt x="10567" y="24188"/>
                </a:cubicBezTo>
                <a:cubicBezTo>
                  <a:pt x="10504" y="24021"/>
                  <a:pt x="10441" y="23895"/>
                  <a:pt x="10379" y="23728"/>
                </a:cubicBezTo>
                <a:lnTo>
                  <a:pt x="10441" y="23728"/>
                </a:lnTo>
                <a:cubicBezTo>
                  <a:pt x="10609" y="23560"/>
                  <a:pt x="10818" y="23393"/>
                  <a:pt x="11090" y="23288"/>
                </a:cubicBezTo>
                <a:cubicBezTo>
                  <a:pt x="11320" y="23204"/>
                  <a:pt x="11550" y="23204"/>
                  <a:pt x="11801" y="23163"/>
                </a:cubicBezTo>
                <a:cubicBezTo>
                  <a:pt x="11864" y="23142"/>
                  <a:pt x="11864" y="23037"/>
                  <a:pt x="11801" y="23037"/>
                </a:cubicBezTo>
                <a:cubicBezTo>
                  <a:pt x="11723" y="23011"/>
                  <a:pt x="11642" y="22999"/>
                  <a:pt x="11559" y="22999"/>
                </a:cubicBezTo>
                <a:cubicBezTo>
                  <a:pt x="11107" y="22999"/>
                  <a:pt x="10608" y="23350"/>
                  <a:pt x="10379" y="23686"/>
                </a:cubicBezTo>
                <a:lnTo>
                  <a:pt x="10295" y="23518"/>
                </a:lnTo>
                <a:cubicBezTo>
                  <a:pt x="10253" y="23372"/>
                  <a:pt x="10148" y="23184"/>
                  <a:pt x="10086" y="23037"/>
                </a:cubicBezTo>
                <a:lnTo>
                  <a:pt x="10148" y="23037"/>
                </a:lnTo>
                <a:cubicBezTo>
                  <a:pt x="10379" y="22891"/>
                  <a:pt x="10609" y="22786"/>
                  <a:pt x="10860" y="22681"/>
                </a:cubicBezTo>
                <a:cubicBezTo>
                  <a:pt x="11069" y="22619"/>
                  <a:pt x="11278" y="22556"/>
                  <a:pt x="11446" y="22472"/>
                </a:cubicBezTo>
                <a:cubicBezTo>
                  <a:pt x="11524" y="22453"/>
                  <a:pt x="11511" y="22324"/>
                  <a:pt x="11424" y="22324"/>
                </a:cubicBezTo>
                <a:cubicBezTo>
                  <a:pt x="11417" y="22324"/>
                  <a:pt x="11411" y="22324"/>
                  <a:pt x="11404" y="22326"/>
                </a:cubicBezTo>
                <a:cubicBezTo>
                  <a:pt x="10923" y="22388"/>
                  <a:pt x="10441" y="22640"/>
                  <a:pt x="10065" y="22932"/>
                </a:cubicBezTo>
                <a:lnTo>
                  <a:pt x="10044" y="22953"/>
                </a:lnTo>
                <a:cubicBezTo>
                  <a:pt x="9960" y="22765"/>
                  <a:pt x="9918" y="22556"/>
                  <a:pt x="9918" y="22368"/>
                </a:cubicBezTo>
                <a:cubicBezTo>
                  <a:pt x="11502" y="21621"/>
                  <a:pt x="13101" y="21255"/>
                  <a:pt x="14827" y="21255"/>
                </a:cubicBezTo>
                <a:close/>
                <a:moveTo>
                  <a:pt x="17493" y="26197"/>
                </a:moveTo>
                <a:cubicBezTo>
                  <a:pt x="17890" y="26197"/>
                  <a:pt x="18309" y="26217"/>
                  <a:pt x="18727" y="26259"/>
                </a:cubicBezTo>
                <a:cubicBezTo>
                  <a:pt x="20024" y="26385"/>
                  <a:pt x="21322" y="26741"/>
                  <a:pt x="22577" y="27117"/>
                </a:cubicBezTo>
                <a:cubicBezTo>
                  <a:pt x="22598" y="27661"/>
                  <a:pt x="22598" y="28226"/>
                  <a:pt x="22640" y="28791"/>
                </a:cubicBezTo>
                <a:cubicBezTo>
                  <a:pt x="21489" y="28749"/>
                  <a:pt x="20527" y="28226"/>
                  <a:pt x="19564" y="27661"/>
                </a:cubicBezTo>
                <a:cubicBezTo>
                  <a:pt x="19146" y="27431"/>
                  <a:pt x="18748" y="27180"/>
                  <a:pt x="18392" y="26929"/>
                </a:cubicBezTo>
                <a:cubicBezTo>
                  <a:pt x="18079" y="26720"/>
                  <a:pt x="17786" y="26427"/>
                  <a:pt x="17493" y="26197"/>
                </a:cubicBezTo>
                <a:close/>
                <a:moveTo>
                  <a:pt x="24795" y="27829"/>
                </a:moveTo>
                <a:lnTo>
                  <a:pt x="24795" y="27829"/>
                </a:lnTo>
                <a:cubicBezTo>
                  <a:pt x="25004" y="27870"/>
                  <a:pt x="25234" y="27954"/>
                  <a:pt x="25444" y="27996"/>
                </a:cubicBezTo>
                <a:cubicBezTo>
                  <a:pt x="26364" y="28247"/>
                  <a:pt x="27306" y="28414"/>
                  <a:pt x="28247" y="28519"/>
                </a:cubicBezTo>
                <a:cubicBezTo>
                  <a:pt x="27180" y="28812"/>
                  <a:pt x="26155" y="28875"/>
                  <a:pt x="25025" y="28896"/>
                </a:cubicBezTo>
                <a:cubicBezTo>
                  <a:pt x="25046" y="28875"/>
                  <a:pt x="25046" y="28833"/>
                  <a:pt x="25025" y="28812"/>
                </a:cubicBezTo>
                <a:cubicBezTo>
                  <a:pt x="24941" y="28477"/>
                  <a:pt x="24879" y="28163"/>
                  <a:pt x="24795" y="27829"/>
                </a:cubicBezTo>
                <a:close/>
                <a:moveTo>
                  <a:pt x="23581" y="0"/>
                </a:moveTo>
                <a:cubicBezTo>
                  <a:pt x="21908" y="0"/>
                  <a:pt x="20443" y="795"/>
                  <a:pt x="20276" y="2574"/>
                </a:cubicBezTo>
                <a:cubicBezTo>
                  <a:pt x="20129" y="3997"/>
                  <a:pt x="21029" y="6131"/>
                  <a:pt x="22619" y="6298"/>
                </a:cubicBezTo>
                <a:cubicBezTo>
                  <a:pt x="22619" y="6549"/>
                  <a:pt x="22598" y="6800"/>
                  <a:pt x="22619" y="7051"/>
                </a:cubicBezTo>
                <a:cubicBezTo>
                  <a:pt x="22619" y="7365"/>
                  <a:pt x="22619" y="7742"/>
                  <a:pt x="22682" y="8077"/>
                </a:cubicBezTo>
                <a:cubicBezTo>
                  <a:pt x="22080" y="8180"/>
                  <a:pt x="21480" y="8214"/>
                  <a:pt x="20882" y="8214"/>
                </a:cubicBezTo>
                <a:cubicBezTo>
                  <a:pt x="19680" y="8214"/>
                  <a:pt x="18482" y="8075"/>
                  <a:pt x="17286" y="8075"/>
                </a:cubicBezTo>
                <a:cubicBezTo>
                  <a:pt x="17027" y="8075"/>
                  <a:pt x="16768" y="8082"/>
                  <a:pt x="16509" y="8098"/>
                </a:cubicBezTo>
                <a:cubicBezTo>
                  <a:pt x="16446" y="8098"/>
                  <a:pt x="16426" y="8119"/>
                  <a:pt x="16405" y="8160"/>
                </a:cubicBezTo>
                <a:cubicBezTo>
                  <a:pt x="16342" y="8160"/>
                  <a:pt x="16258" y="8181"/>
                  <a:pt x="16258" y="8265"/>
                </a:cubicBezTo>
                <a:cubicBezTo>
                  <a:pt x="16195" y="8579"/>
                  <a:pt x="16195" y="8893"/>
                  <a:pt x="16300" y="9207"/>
                </a:cubicBezTo>
                <a:cubicBezTo>
                  <a:pt x="16300" y="9228"/>
                  <a:pt x="16321" y="9248"/>
                  <a:pt x="16342" y="9269"/>
                </a:cubicBezTo>
                <a:lnTo>
                  <a:pt x="16342" y="9311"/>
                </a:lnTo>
                <a:lnTo>
                  <a:pt x="16342" y="9897"/>
                </a:lnTo>
                <a:cubicBezTo>
                  <a:pt x="16342" y="10014"/>
                  <a:pt x="16421" y="10077"/>
                  <a:pt x="16507" y="10077"/>
                </a:cubicBezTo>
                <a:cubicBezTo>
                  <a:pt x="16528" y="10077"/>
                  <a:pt x="16551" y="10073"/>
                  <a:pt x="16572" y="10064"/>
                </a:cubicBezTo>
                <a:cubicBezTo>
                  <a:pt x="16892" y="10128"/>
                  <a:pt x="17229" y="10149"/>
                  <a:pt x="17572" y="10149"/>
                </a:cubicBezTo>
                <a:cubicBezTo>
                  <a:pt x="18184" y="10149"/>
                  <a:pt x="18816" y="10084"/>
                  <a:pt x="19407" y="10084"/>
                </a:cubicBezTo>
                <a:cubicBezTo>
                  <a:pt x="19460" y="10084"/>
                  <a:pt x="19512" y="10084"/>
                  <a:pt x="19564" y="10085"/>
                </a:cubicBezTo>
                <a:cubicBezTo>
                  <a:pt x="20624" y="10106"/>
                  <a:pt x="21664" y="10148"/>
                  <a:pt x="22724" y="10169"/>
                </a:cubicBezTo>
                <a:lnTo>
                  <a:pt x="22724" y="10169"/>
                </a:lnTo>
                <a:cubicBezTo>
                  <a:pt x="22786" y="10085"/>
                  <a:pt x="22723" y="9918"/>
                  <a:pt x="22598" y="9918"/>
                </a:cubicBezTo>
                <a:cubicBezTo>
                  <a:pt x="21740" y="9855"/>
                  <a:pt x="20631" y="9834"/>
                  <a:pt x="19564" y="9772"/>
                </a:cubicBezTo>
                <a:cubicBezTo>
                  <a:pt x="19459" y="9667"/>
                  <a:pt x="19334" y="9583"/>
                  <a:pt x="19187" y="9479"/>
                </a:cubicBezTo>
                <a:cubicBezTo>
                  <a:pt x="19181" y="9472"/>
                  <a:pt x="19173" y="9469"/>
                  <a:pt x="19165" y="9469"/>
                </a:cubicBezTo>
                <a:cubicBezTo>
                  <a:pt x="19122" y="9469"/>
                  <a:pt x="19072" y="9548"/>
                  <a:pt x="19125" y="9583"/>
                </a:cubicBezTo>
                <a:cubicBezTo>
                  <a:pt x="19187" y="9646"/>
                  <a:pt x="19271" y="9688"/>
                  <a:pt x="19334" y="9772"/>
                </a:cubicBezTo>
                <a:cubicBezTo>
                  <a:pt x="19062" y="9772"/>
                  <a:pt x="18769" y="9751"/>
                  <a:pt x="18497" y="9751"/>
                </a:cubicBezTo>
                <a:cubicBezTo>
                  <a:pt x="18330" y="9646"/>
                  <a:pt x="18141" y="9520"/>
                  <a:pt x="17995" y="9416"/>
                </a:cubicBezTo>
                <a:cubicBezTo>
                  <a:pt x="17981" y="9402"/>
                  <a:pt x="17968" y="9396"/>
                  <a:pt x="17955" y="9396"/>
                </a:cubicBezTo>
                <a:cubicBezTo>
                  <a:pt x="17911" y="9396"/>
                  <a:pt x="17883" y="9471"/>
                  <a:pt x="17932" y="9520"/>
                </a:cubicBezTo>
                <a:lnTo>
                  <a:pt x="18246" y="9751"/>
                </a:lnTo>
                <a:cubicBezTo>
                  <a:pt x="18016" y="9751"/>
                  <a:pt x="17765" y="9751"/>
                  <a:pt x="17514" y="9772"/>
                </a:cubicBezTo>
                <a:cubicBezTo>
                  <a:pt x="17367" y="9646"/>
                  <a:pt x="17179" y="9520"/>
                  <a:pt x="17032" y="9374"/>
                </a:cubicBezTo>
                <a:cubicBezTo>
                  <a:pt x="17022" y="9367"/>
                  <a:pt x="17012" y="9364"/>
                  <a:pt x="17001" y="9364"/>
                </a:cubicBezTo>
                <a:cubicBezTo>
                  <a:pt x="16946" y="9364"/>
                  <a:pt x="16896" y="9444"/>
                  <a:pt x="16949" y="9479"/>
                </a:cubicBezTo>
                <a:lnTo>
                  <a:pt x="17346" y="9792"/>
                </a:lnTo>
                <a:cubicBezTo>
                  <a:pt x="17095" y="9834"/>
                  <a:pt x="16865" y="9876"/>
                  <a:pt x="16656" y="9960"/>
                </a:cubicBezTo>
                <a:lnTo>
                  <a:pt x="16656" y="9374"/>
                </a:lnTo>
                <a:cubicBezTo>
                  <a:pt x="16656" y="9228"/>
                  <a:pt x="16677" y="9039"/>
                  <a:pt x="16572" y="8914"/>
                </a:cubicBezTo>
                <a:cubicBezTo>
                  <a:pt x="16572" y="8851"/>
                  <a:pt x="16572" y="8830"/>
                  <a:pt x="16551" y="8788"/>
                </a:cubicBezTo>
                <a:cubicBezTo>
                  <a:pt x="16551" y="8746"/>
                  <a:pt x="16530" y="8725"/>
                  <a:pt x="16530" y="8725"/>
                </a:cubicBezTo>
                <a:lnTo>
                  <a:pt x="16530" y="8474"/>
                </a:lnTo>
                <a:cubicBezTo>
                  <a:pt x="17469" y="8642"/>
                  <a:pt x="18459" y="8726"/>
                  <a:pt x="19449" y="8726"/>
                </a:cubicBezTo>
                <a:cubicBezTo>
                  <a:pt x="20557" y="8726"/>
                  <a:pt x="21665" y="8621"/>
                  <a:pt x="22703" y="8411"/>
                </a:cubicBezTo>
                <a:cubicBezTo>
                  <a:pt x="22724" y="8579"/>
                  <a:pt x="22786" y="8725"/>
                  <a:pt x="22849" y="8872"/>
                </a:cubicBezTo>
                <a:cubicBezTo>
                  <a:pt x="23058" y="9241"/>
                  <a:pt x="23469" y="9451"/>
                  <a:pt x="23867" y="9451"/>
                </a:cubicBezTo>
                <a:cubicBezTo>
                  <a:pt x="24145" y="9451"/>
                  <a:pt x="24417" y="9347"/>
                  <a:pt x="24607" y="9123"/>
                </a:cubicBezTo>
                <a:cubicBezTo>
                  <a:pt x="24774" y="8956"/>
                  <a:pt x="24837" y="8746"/>
                  <a:pt x="24900" y="8537"/>
                </a:cubicBezTo>
                <a:cubicBezTo>
                  <a:pt x="25227" y="8565"/>
                  <a:pt x="25562" y="8574"/>
                  <a:pt x="25900" y="8574"/>
                </a:cubicBezTo>
                <a:cubicBezTo>
                  <a:pt x="26576" y="8574"/>
                  <a:pt x="27264" y="8537"/>
                  <a:pt x="27934" y="8537"/>
                </a:cubicBezTo>
                <a:cubicBezTo>
                  <a:pt x="29001" y="8516"/>
                  <a:pt x="30068" y="8516"/>
                  <a:pt x="31114" y="8453"/>
                </a:cubicBezTo>
                <a:lnTo>
                  <a:pt x="31114" y="8453"/>
                </a:lnTo>
                <a:cubicBezTo>
                  <a:pt x="31093" y="8704"/>
                  <a:pt x="31093" y="8914"/>
                  <a:pt x="31093" y="9144"/>
                </a:cubicBezTo>
                <a:cubicBezTo>
                  <a:pt x="31051" y="9123"/>
                  <a:pt x="30988" y="9081"/>
                  <a:pt x="30947" y="9039"/>
                </a:cubicBezTo>
                <a:cubicBezTo>
                  <a:pt x="30800" y="8956"/>
                  <a:pt x="30695" y="8872"/>
                  <a:pt x="30570" y="8788"/>
                </a:cubicBezTo>
                <a:cubicBezTo>
                  <a:pt x="30550" y="8769"/>
                  <a:pt x="30529" y="8761"/>
                  <a:pt x="30508" y="8761"/>
                </a:cubicBezTo>
                <a:cubicBezTo>
                  <a:pt x="30439" y="8761"/>
                  <a:pt x="30380" y="8849"/>
                  <a:pt x="30444" y="8914"/>
                </a:cubicBezTo>
                <a:cubicBezTo>
                  <a:pt x="30549" y="9018"/>
                  <a:pt x="30675" y="9102"/>
                  <a:pt x="30779" y="9207"/>
                </a:cubicBezTo>
                <a:cubicBezTo>
                  <a:pt x="30863" y="9248"/>
                  <a:pt x="30967" y="9332"/>
                  <a:pt x="31072" y="9374"/>
                </a:cubicBezTo>
                <a:cubicBezTo>
                  <a:pt x="31072" y="9520"/>
                  <a:pt x="31093" y="9646"/>
                  <a:pt x="31093" y="9792"/>
                </a:cubicBezTo>
                <a:lnTo>
                  <a:pt x="30842" y="9792"/>
                </a:lnTo>
                <a:cubicBezTo>
                  <a:pt x="30570" y="9625"/>
                  <a:pt x="30277" y="9437"/>
                  <a:pt x="30026" y="9248"/>
                </a:cubicBezTo>
                <a:cubicBezTo>
                  <a:pt x="30012" y="9242"/>
                  <a:pt x="29999" y="9239"/>
                  <a:pt x="29986" y="9239"/>
                </a:cubicBezTo>
                <a:cubicBezTo>
                  <a:pt x="29920" y="9239"/>
                  <a:pt x="29872" y="9318"/>
                  <a:pt x="29942" y="9353"/>
                </a:cubicBezTo>
                <a:cubicBezTo>
                  <a:pt x="30110" y="9479"/>
                  <a:pt x="30277" y="9646"/>
                  <a:pt x="30465" y="9792"/>
                </a:cubicBezTo>
                <a:lnTo>
                  <a:pt x="29942" y="9792"/>
                </a:lnTo>
                <a:cubicBezTo>
                  <a:pt x="29859" y="9730"/>
                  <a:pt x="29796" y="9667"/>
                  <a:pt x="29712" y="9625"/>
                </a:cubicBezTo>
                <a:cubicBezTo>
                  <a:pt x="29587" y="9520"/>
                  <a:pt x="29440" y="9416"/>
                  <a:pt x="29315" y="9332"/>
                </a:cubicBezTo>
                <a:cubicBezTo>
                  <a:pt x="29303" y="9329"/>
                  <a:pt x="29293" y="9328"/>
                  <a:pt x="29283" y="9328"/>
                </a:cubicBezTo>
                <a:cubicBezTo>
                  <a:pt x="29221" y="9328"/>
                  <a:pt x="29195" y="9382"/>
                  <a:pt x="29231" y="9437"/>
                </a:cubicBezTo>
                <a:cubicBezTo>
                  <a:pt x="29335" y="9541"/>
                  <a:pt x="29482" y="9646"/>
                  <a:pt x="29587" y="9751"/>
                </a:cubicBezTo>
                <a:cubicBezTo>
                  <a:pt x="29607" y="9772"/>
                  <a:pt x="29628" y="9772"/>
                  <a:pt x="29628" y="9792"/>
                </a:cubicBezTo>
                <a:cubicBezTo>
                  <a:pt x="29419" y="9792"/>
                  <a:pt x="29231" y="9792"/>
                  <a:pt x="29022" y="9834"/>
                </a:cubicBezTo>
                <a:cubicBezTo>
                  <a:pt x="28959" y="9792"/>
                  <a:pt x="28896" y="9772"/>
                  <a:pt x="28854" y="9730"/>
                </a:cubicBezTo>
                <a:cubicBezTo>
                  <a:pt x="28687" y="9625"/>
                  <a:pt x="28540" y="9520"/>
                  <a:pt x="28373" y="9374"/>
                </a:cubicBezTo>
                <a:cubicBezTo>
                  <a:pt x="28365" y="9366"/>
                  <a:pt x="28355" y="9363"/>
                  <a:pt x="28346" y="9363"/>
                </a:cubicBezTo>
                <a:cubicBezTo>
                  <a:pt x="28304" y="9363"/>
                  <a:pt x="28255" y="9424"/>
                  <a:pt x="28289" y="9458"/>
                </a:cubicBezTo>
                <a:cubicBezTo>
                  <a:pt x="28436" y="9583"/>
                  <a:pt x="28582" y="9688"/>
                  <a:pt x="28750" y="9834"/>
                </a:cubicBezTo>
                <a:cubicBezTo>
                  <a:pt x="28582" y="9834"/>
                  <a:pt x="28394" y="9834"/>
                  <a:pt x="28247" y="9855"/>
                </a:cubicBezTo>
                <a:cubicBezTo>
                  <a:pt x="28164" y="9772"/>
                  <a:pt x="28059" y="9730"/>
                  <a:pt x="27975" y="9667"/>
                </a:cubicBezTo>
                <a:cubicBezTo>
                  <a:pt x="27850" y="9583"/>
                  <a:pt x="27724" y="9479"/>
                  <a:pt x="27599" y="9416"/>
                </a:cubicBezTo>
                <a:cubicBezTo>
                  <a:pt x="27587" y="9408"/>
                  <a:pt x="27573" y="9404"/>
                  <a:pt x="27561" y="9404"/>
                </a:cubicBezTo>
                <a:cubicBezTo>
                  <a:pt x="27509" y="9404"/>
                  <a:pt x="27465" y="9462"/>
                  <a:pt x="27515" y="9479"/>
                </a:cubicBezTo>
                <a:cubicBezTo>
                  <a:pt x="27641" y="9583"/>
                  <a:pt x="27745" y="9667"/>
                  <a:pt x="27871" y="9772"/>
                </a:cubicBezTo>
                <a:cubicBezTo>
                  <a:pt x="27913" y="9792"/>
                  <a:pt x="27954" y="9834"/>
                  <a:pt x="27975" y="9855"/>
                </a:cubicBezTo>
                <a:cubicBezTo>
                  <a:pt x="27871" y="9855"/>
                  <a:pt x="27766" y="9855"/>
                  <a:pt x="27662" y="9876"/>
                </a:cubicBezTo>
                <a:lnTo>
                  <a:pt x="27410" y="9876"/>
                </a:lnTo>
                <a:cubicBezTo>
                  <a:pt x="27138" y="9730"/>
                  <a:pt x="26887" y="9562"/>
                  <a:pt x="26657" y="9374"/>
                </a:cubicBezTo>
                <a:cubicBezTo>
                  <a:pt x="26647" y="9367"/>
                  <a:pt x="26636" y="9364"/>
                  <a:pt x="26626" y="9364"/>
                </a:cubicBezTo>
                <a:cubicBezTo>
                  <a:pt x="26571" y="9364"/>
                  <a:pt x="26521" y="9444"/>
                  <a:pt x="26574" y="9479"/>
                </a:cubicBezTo>
                <a:cubicBezTo>
                  <a:pt x="26720" y="9625"/>
                  <a:pt x="26908" y="9772"/>
                  <a:pt x="27076" y="9876"/>
                </a:cubicBezTo>
                <a:lnTo>
                  <a:pt x="26490" y="9876"/>
                </a:lnTo>
                <a:lnTo>
                  <a:pt x="26176" y="9646"/>
                </a:lnTo>
                <a:cubicBezTo>
                  <a:pt x="26030" y="9541"/>
                  <a:pt x="25883" y="9437"/>
                  <a:pt x="25737" y="9353"/>
                </a:cubicBezTo>
                <a:cubicBezTo>
                  <a:pt x="25723" y="9346"/>
                  <a:pt x="25711" y="9343"/>
                  <a:pt x="25699" y="9343"/>
                </a:cubicBezTo>
                <a:cubicBezTo>
                  <a:pt x="25642" y="9343"/>
                  <a:pt x="25618" y="9423"/>
                  <a:pt x="25653" y="9458"/>
                </a:cubicBezTo>
                <a:lnTo>
                  <a:pt x="26071" y="9772"/>
                </a:lnTo>
                <a:cubicBezTo>
                  <a:pt x="26134" y="9792"/>
                  <a:pt x="26155" y="9834"/>
                  <a:pt x="26197" y="9876"/>
                </a:cubicBezTo>
                <a:cubicBezTo>
                  <a:pt x="25967" y="9876"/>
                  <a:pt x="25737" y="9897"/>
                  <a:pt x="25506" y="9960"/>
                </a:cubicBezTo>
                <a:cubicBezTo>
                  <a:pt x="25444" y="9918"/>
                  <a:pt x="25360" y="9897"/>
                  <a:pt x="25318" y="9855"/>
                </a:cubicBezTo>
                <a:cubicBezTo>
                  <a:pt x="25151" y="9772"/>
                  <a:pt x="25025" y="9688"/>
                  <a:pt x="24879" y="9625"/>
                </a:cubicBezTo>
                <a:cubicBezTo>
                  <a:pt x="24867" y="9617"/>
                  <a:pt x="24856" y="9614"/>
                  <a:pt x="24846" y="9614"/>
                </a:cubicBezTo>
                <a:cubicBezTo>
                  <a:pt x="24803" y="9614"/>
                  <a:pt x="24782" y="9679"/>
                  <a:pt x="24816" y="9730"/>
                </a:cubicBezTo>
                <a:cubicBezTo>
                  <a:pt x="24941" y="9792"/>
                  <a:pt x="25109" y="9876"/>
                  <a:pt x="25234" y="9960"/>
                </a:cubicBezTo>
                <a:lnTo>
                  <a:pt x="25255" y="9981"/>
                </a:lnTo>
                <a:cubicBezTo>
                  <a:pt x="25088" y="10044"/>
                  <a:pt x="24900" y="10085"/>
                  <a:pt x="24732" y="10148"/>
                </a:cubicBezTo>
                <a:cubicBezTo>
                  <a:pt x="24706" y="10087"/>
                  <a:pt x="24647" y="10059"/>
                  <a:pt x="24587" y="10059"/>
                </a:cubicBezTo>
                <a:cubicBezTo>
                  <a:pt x="24503" y="10059"/>
                  <a:pt x="24418" y="10114"/>
                  <a:pt x="24418" y="10211"/>
                </a:cubicBezTo>
                <a:lnTo>
                  <a:pt x="24418" y="10588"/>
                </a:lnTo>
                <a:cubicBezTo>
                  <a:pt x="24314" y="10483"/>
                  <a:pt x="24167" y="10378"/>
                  <a:pt x="24063" y="10274"/>
                </a:cubicBezTo>
                <a:cubicBezTo>
                  <a:pt x="24043" y="10254"/>
                  <a:pt x="24022" y="10246"/>
                  <a:pt x="24003" y="10246"/>
                </a:cubicBezTo>
                <a:cubicBezTo>
                  <a:pt x="23940" y="10246"/>
                  <a:pt x="23894" y="10330"/>
                  <a:pt x="23958" y="10378"/>
                </a:cubicBezTo>
                <a:cubicBezTo>
                  <a:pt x="24042" y="10441"/>
                  <a:pt x="24146" y="10525"/>
                  <a:pt x="24209" y="10608"/>
                </a:cubicBezTo>
                <a:cubicBezTo>
                  <a:pt x="24293" y="10692"/>
                  <a:pt x="24377" y="10734"/>
                  <a:pt x="24460" y="10818"/>
                </a:cubicBezTo>
                <a:lnTo>
                  <a:pt x="24460" y="11466"/>
                </a:lnTo>
                <a:cubicBezTo>
                  <a:pt x="24418" y="11445"/>
                  <a:pt x="24377" y="11424"/>
                  <a:pt x="24356" y="11383"/>
                </a:cubicBezTo>
                <a:cubicBezTo>
                  <a:pt x="24209" y="11278"/>
                  <a:pt x="24105" y="11215"/>
                  <a:pt x="23979" y="11132"/>
                </a:cubicBezTo>
                <a:cubicBezTo>
                  <a:pt x="23973" y="11129"/>
                  <a:pt x="23968" y="11127"/>
                  <a:pt x="23962" y="11127"/>
                </a:cubicBezTo>
                <a:cubicBezTo>
                  <a:pt x="23927" y="11127"/>
                  <a:pt x="23901" y="11179"/>
                  <a:pt x="23937" y="11215"/>
                </a:cubicBezTo>
                <a:cubicBezTo>
                  <a:pt x="24063" y="11278"/>
                  <a:pt x="24167" y="11383"/>
                  <a:pt x="24272" y="11487"/>
                </a:cubicBezTo>
                <a:cubicBezTo>
                  <a:pt x="24314" y="11550"/>
                  <a:pt x="24397" y="11592"/>
                  <a:pt x="24460" y="11655"/>
                </a:cubicBezTo>
                <a:lnTo>
                  <a:pt x="24460" y="12366"/>
                </a:lnTo>
                <a:cubicBezTo>
                  <a:pt x="24377" y="12303"/>
                  <a:pt x="24314" y="12282"/>
                  <a:pt x="24251" y="12220"/>
                </a:cubicBezTo>
                <a:cubicBezTo>
                  <a:pt x="24146" y="12178"/>
                  <a:pt x="24063" y="12094"/>
                  <a:pt x="23958" y="12010"/>
                </a:cubicBezTo>
                <a:cubicBezTo>
                  <a:pt x="23942" y="12003"/>
                  <a:pt x="23927" y="11999"/>
                  <a:pt x="23912" y="11999"/>
                </a:cubicBezTo>
                <a:cubicBezTo>
                  <a:pt x="23848" y="11999"/>
                  <a:pt x="23802" y="12064"/>
                  <a:pt x="23853" y="12115"/>
                </a:cubicBezTo>
                <a:cubicBezTo>
                  <a:pt x="24000" y="12282"/>
                  <a:pt x="24209" y="12492"/>
                  <a:pt x="24418" y="12533"/>
                </a:cubicBezTo>
                <a:lnTo>
                  <a:pt x="24418" y="13308"/>
                </a:lnTo>
                <a:cubicBezTo>
                  <a:pt x="24356" y="13245"/>
                  <a:pt x="24272" y="13203"/>
                  <a:pt x="24209" y="13140"/>
                </a:cubicBezTo>
                <a:cubicBezTo>
                  <a:pt x="24084" y="13036"/>
                  <a:pt x="23937" y="12931"/>
                  <a:pt x="23791" y="12826"/>
                </a:cubicBezTo>
                <a:cubicBezTo>
                  <a:pt x="23784" y="12820"/>
                  <a:pt x="23776" y="12817"/>
                  <a:pt x="23768" y="12817"/>
                </a:cubicBezTo>
                <a:cubicBezTo>
                  <a:pt x="23726" y="12817"/>
                  <a:pt x="23675" y="12896"/>
                  <a:pt x="23728" y="12931"/>
                </a:cubicBezTo>
                <a:cubicBezTo>
                  <a:pt x="23853" y="13036"/>
                  <a:pt x="24000" y="13161"/>
                  <a:pt x="24146" y="13266"/>
                </a:cubicBezTo>
                <a:cubicBezTo>
                  <a:pt x="24251" y="13349"/>
                  <a:pt x="24314" y="13454"/>
                  <a:pt x="24460" y="13517"/>
                </a:cubicBezTo>
                <a:lnTo>
                  <a:pt x="24460" y="14145"/>
                </a:lnTo>
                <a:cubicBezTo>
                  <a:pt x="24293" y="13998"/>
                  <a:pt x="24146" y="13893"/>
                  <a:pt x="23979" y="13789"/>
                </a:cubicBezTo>
                <a:cubicBezTo>
                  <a:pt x="23967" y="13783"/>
                  <a:pt x="23956" y="13780"/>
                  <a:pt x="23946" y="13780"/>
                </a:cubicBezTo>
                <a:cubicBezTo>
                  <a:pt x="23880" y="13780"/>
                  <a:pt x="23838" y="13881"/>
                  <a:pt x="23874" y="13935"/>
                </a:cubicBezTo>
                <a:cubicBezTo>
                  <a:pt x="24063" y="14082"/>
                  <a:pt x="24251" y="14249"/>
                  <a:pt x="24418" y="14375"/>
                </a:cubicBezTo>
                <a:lnTo>
                  <a:pt x="24418" y="14919"/>
                </a:lnTo>
                <a:cubicBezTo>
                  <a:pt x="24314" y="14835"/>
                  <a:pt x="24209" y="14793"/>
                  <a:pt x="24105" y="14710"/>
                </a:cubicBezTo>
                <a:lnTo>
                  <a:pt x="23644" y="14396"/>
                </a:lnTo>
                <a:cubicBezTo>
                  <a:pt x="23630" y="14390"/>
                  <a:pt x="23616" y="14387"/>
                  <a:pt x="23603" y="14387"/>
                </a:cubicBezTo>
                <a:cubicBezTo>
                  <a:pt x="23520" y="14387"/>
                  <a:pt x="23470" y="14491"/>
                  <a:pt x="23561" y="14563"/>
                </a:cubicBezTo>
                <a:cubicBezTo>
                  <a:pt x="23728" y="14668"/>
                  <a:pt x="23874" y="14793"/>
                  <a:pt x="24042" y="14898"/>
                </a:cubicBezTo>
                <a:cubicBezTo>
                  <a:pt x="24167" y="15002"/>
                  <a:pt x="24293" y="15107"/>
                  <a:pt x="24460" y="15149"/>
                </a:cubicBezTo>
                <a:cubicBezTo>
                  <a:pt x="24460" y="15400"/>
                  <a:pt x="24460" y="15630"/>
                  <a:pt x="24481" y="15860"/>
                </a:cubicBezTo>
                <a:cubicBezTo>
                  <a:pt x="24460" y="15839"/>
                  <a:pt x="24397" y="15818"/>
                  <a:pt x="24377" y="15777"/>
                </a:cubicBezTo>
                <a:lnTo>
                  <a:pt x="24063" y="15546"/>
                </a:lnTo>
                <a:cubicBezTo>
                  <a:pt x="24056" y="15544"/>
                  <a:pt x="24049" y="15543"/>
                  <a:pt x="24043" y="15543"/>
                </a:cubicBezTo>
                <a:cubicBezTo>
                  <a:pt x="23992" y="15543"/>
                  <a:pt x="23963" y="15612"/>
                  <a:pt x="24000" y="15630"/>
                </a:cubicBezTo>
                <a:lnTo>
                  <a:pt x="24314" y="15860"/>
                </a:lnTo>
                <a:cubicBezTo>
                  <a:pt x="24377" y="15923"/>
                  <a:pt x="24460" y="15965"/>
                  <a:pt x="24502" y="15986"/>
                </a:cubicBezTo>
                <a:lnTo>
                  <a:pt x="24502" y="16593"/>
                </a:lnTo>
                <a:lnTo>
                  <a:pt x="24188" y="16362"/>
                </a:lnTo>
                <a:cubicBezTo>
                  <a:pt x="24042" y="16237"/>
                  <a:pt x="23853" y="16090"/>
                  <a:pt x="23665" y="16028"/>
                </a:cubicBezTo>
                <a:cubicBezTo>
                  <a:pt x="23657" y="16020"/>
                  <a:pt x="23648" y="16016"/>
                  <a:pt x="23639" y="16016"/>
                </a:cubicBezTo>
                <a:cubicBezTo>
                  <a:pt x="23602" y="16016"/>
                  <a:pt x="23565" y="16074"/>
                  <a:pt x="23581" y="16090"/>
                </a:cubicBezTo>
                <a:cubicBezTo>
                  <a:pt x="23728" y="16258"/>
                  <a:pt x="23895" y="16362"/>
                  <a:pt x="24063" y="16488"/>
                </a:cubicBezTo>
                <a:cubicBezTo>
                  <a:pt x="24188" y="16593"/>
                  <a:pt x="24314" y="16760"/>
                  <a:pt x="24481" y="16781"/>
                </a:cubicBezTo>
                <a:lnTo>
                  <a:pt x="24481" y="17388"/>
                </a:lnTo>
                <a:lnTo>
                  <a:pt x="24251" y="17220"/>
                </a:lnTo>
                <a:cubicBezTo>
                  <a:pt x="24154" y="17143"/>
                  <a:pt x="24022" y="17030"/>
                  <a:pt x="23903" y="17030"/>
                </a:cubicBezTo>
                <a:cubicBezTo>
                  <a:pt x="23893" y="17030"/>
                  <a:pt x="23884" y="17030"/>
                  <a:pt x="23874" y="17032"/>
                </a:cubicBezTo>
                <a:cubicBezTo>
                  <a:pt x="23853" y="17032"/>
                  <a:pt x="23853" y="17074"/>
                  <a:pt x="23853" y="17074"/>
                </a:cubicBezTo>
                <a:cubicBezTo>
                  <a:pt x="23833" y="17095"/>
                  <a:pt x="23853" y="17137"/>
                  <a:pt x="23874" y="17137"/>
                </a:cubicBezTo>
                <a:lnTo>
                  <a:pt x="23937" y="17137"/>
                </a:lnTo>
                <a:lnTo>
                  <a:pt x="23937" y="17178"/>
                </a:lnTo>
                <a:lnTo>
                  <a:pt x="23958" y="17199"/>
                </a:lnTo>
                <a:lnTo>
                  <a:pt x="24042" y="17283"/>
                </a:lnTo>
                <a:cubicBezTo>
                  <a:pt x="24084" y="17325"/>
                  <a:pt x="24146" y="17388"/>
                  <a:pt x="24209" y="17430"/>
                </a:cubicBezTo>
                <a:cubicBezTo>
                  <a:pt x="24293" y="17492"/>
                  <a:pt x="24356" y="17555"/>
                  <a:pt x="24418" y="17618"/>
                </a:cubicBezTo>
                <a:cubicBezTo>
                  <a:pt x="24418" y="17848"/>
                  <a:pt x="24418" y="18078"/>
                  <a:pt x="24460" y="18329"/>
                </a:cubicBezTo>
                <a:lnTo>
                  <a:pt x="24293" y="18246"/>
                </a:lnTo>
                <a:cubicBezTo>
                  <a:pt x="24167" y="18162"/>
                  <a:pt x="24063" y="18120"/>
                  <a:pt x="23937" y="18036"/>
                </a:cubicBezTo>
                <a:cubicBezTo>
                  <a:pt x="23930" y="18034"/>
                  <a:pt x="23924" y="18033"/>
                  <a:pt x="23918" y="18033"/>
                </a:cubicBezTo>
                <a:cubicBezTo>
                  <a:pt x="23870" y="18033"/>
                  <a:pt x="23856" y="18101"/>
                  <a:pt x="23874" y="18120"/>
                </a:cubicBezTo>
                <a:lnTo>
                  <a:pt x="24188" y="18350"/>
                </a:lnTo>
                <a:cubicBezTo>
                  <a:pt x="24272" y="18392"/>
                  <a:pt x="24356" y="18476"/>
                  <a:pt x="24418" y="18497"/>
                </a:cubicBezTo>
                <a:cubicBezTo>
                  <a:pt x="24418" y="18769"/>
                  <a:pt x="24418" y="19062"/>
                  <a:pt x="24460" y="19313"/>
                </a:cubicBezTo>
                <a:lnTo>
                  <a:pt x="24293" y="19250"/>
                </a:lnTo>
                <a:cubicBezTo>
                  <a:pt x="24188" y="19166"/>
                  <a:pt x="24063" y="19083"/>
                  <a:pt x="23958" y="18999"/>
                </a:cubicBezTo>
                <a:cubicBezTo>
                  <a:pt x="23946" y="18991"/>
                  <a:pt x="23934" y="18987"/>
                  <a:pt x="23923" y="18987"/>
                </a:cubicBezTo>
                <a:cubicBezTo>
                  <a:pt x="23875" y="18987"/>
                  <a:pt x="23841" y="19049"/>
                  <a:pt x="23874" y="19083"/>
                </a:cubicBezTo>
                <a:cubicBezTo>
                  <a:pt x="23979" y="19166"/>
                  <a:pt x="24063" y="19271"/>
                  <a:pt x="24167" y="19313"/>
                </a:cubicBezTo>
                <a:cubicBezTo>
                  <a:pt x="24251" y="19375"/>
                  <a:pt x="24314" y="19438"/>
                  <a:pt x="24418" y="19480"/>
                </a:cubicBezTo>
                <a:cubicBezTo>
                  <a:pt x="24418" y="19731"/>
                  <a:pt x="24460" y="20003"/>
                  <a:pt x="24460" y="20296"/>
                </a:cubicBezTo>
                <a:cubicBezTo>
                  <a:pt x="24397" y="20233"/>
                  <a:pt x="24356" y="20212"/>
                  <a:pt x="24293" y="20150"/>
                </a:cubicBezTo>
                <a:cubicBezTo>
                  <a:pt x="24188" y="20087"/>
                  <a:pt x="24084" y="20003"/>
                  <a:pt x="23979" y="19940"/>
                </a:cubicBezTo>
                <a:cubicBezTo>
                  <a:pt x="23973" y="19937"/>
                  <a:pt x="23967" y="19936"/>
                  <a:pt x="23962" y="19936"/>
                </a:cubicBezTo>
                <a:cubicBezTo>
                  <a:pt x="23927" y="19936"/>
                  <a:pt x="23901" y="19985"/>
                  <a:pt x="23937" y="20003"/>
                </a:cubicBezTo>
                <a:cubicBezTo>
                  <a:pt x="24000" y="20108"/>
                  <a:pt x="24105" y="20191"/>
                  <a:pt x="24209" y="20254"/>
                </a:cubicBezTo>
                <a:cubicBezTo>
                  <a:pt x="24293" y="20338"/>
                  <a:pt x="24377" y="20401"/>
                  <a:pt x="24481" y="20443"/>
                </a:cubicBezTo>
                <a:cubicBezTo>
                  <a:pt x="24481" y="20673"/>
                  <a:pt x="24502" y="20924"/>
                  <a:pt x="24502" y="21154"/>
                </a:cubicBezTo>
                <a:cubicBezTo>
                  <a:pt x="24481" y="21154"/>
                  <a:pt x="24460" y="21133"/>
                  <a:pt x="24418" y="21133"/>
                </a:cubicBezTo>
                <a:cubicBezTo>
                  <a:pt x="24293" y="21049"/>
                  <a:pt x="24167" y="20945"/>
                  <a:pt x="24042" y="20840"/>
                </a:cubicBezTo>
                <a:cubicBezTo>
                  <a:pt x="24026" y="20824"/>
                  <a:pt x="24009" y="20818"/>
                  <a:pt x="23993" y="20818"/>
                </a:cubicBezTo>
                <a:cubicBezTo>
                  <a:pt x="23946" y="20818"/>
                  <a:pt x="23911" y="20877"/>
                  <a:pt x="23958" y="20924"/>
                </a:cubicBezTo>
                <a:cubicBezTo>
                  <a:pt x="24063" y="21049"/>
                  <a:pt x="24188" y="21154"/>
                  <a:pt x="24314" y="21238"/>
                </a:cubicBezTo>
                <a:cubicBezTo>
                  <a:pt x="24377" y="21259"/>
                  <a:pt x="24418" y="21300"/>
                  <a:pt x="24481" y="21342"/>
                </a:cubicBezTo>
                <a:cubicBezTo>
                  <a:pt x="24502" y="21572"/>
                  <a:pt x="24502" y="21782"/>
                  <a:pt x="24523" y="22012"/>
                </a:cubicBezTo>
                <a:cubicBezTo>
                  <a:pt x="24481" y="21991"/>
                  <a:pt x="24460" y="21970"/>
                  <a:pt x="24397" y="21928"/>
                </a:cubicBezTo>
                <a:cubicBezTo>
                  <a:pt x="24272" y="21865"/>
                  <a:pt x="24167" y="21782"/>
                  <a:pt x="24042" y="21698"/>
                </a:cubicBezTo>
                <a:cubicBezTo>
                  <a:pt x="24035" y="21696"/>
                  <a:pt x="24028" y="21695"/>
                  <a:pt x="24022" y="21695"/>
                </a:cubicBezTo>
                <a:cubicBezTo>
                  <a:pt x="23971" y="21695"/>
                  <a:pt x="23942" y="21763"/>
                  <a:pt x="23979" y="21782"/>
                </a:cubicBezTo>
                <a:cubicBezTo>
                  <a:pt x="24084" y="21886"/>
                  <a:pt x="24188" y="21970"/>
                  <a:pt x="24293" y="22075"/>
                </a:cubicBezTo>
                <a:cubicBezTo>
                  <a:pt x="24377" y="22137"/>
                  <a:pt x="24460" y="22221"/>
                  <a:pt x="24523" y="22284"/>
                </a:cubicBezTo>
                <a:cubicBezTo>
                  <a:pt x="24565" y="22451"/>
                  <a:pt x="24565" y="22640"/>
                  <a:pt x="24586" y="22828"/>
                </a:cubicBezTo>
                <a:cubicBezTo>
                  <a:pt x="24565" y="22807"/>
                  <a:pt x="24502" y="22765"/>
                  <a:pt x="24481" y="22765"/>
                </a:cubicBezTo>
                <a:cubicBezTo>
                  <a:pt x="24314" y="22660"/>
                  <a:pt x="24188" y="22556"/>
                  <a:pt x="24042" y="22451"/>
                </a:cubicBezTo>
                <a:cubicBezTo>
                  <a:pt x="24032" y="22444"/>
                  <a:pt x="24021" y="22442"/>
                  <a:pt x="24010" y="22442"/>
                </a:cubicBezTo>
                <a:cubicBezTo>
                  <a:pt x="23956" y="22442"/>
                  <a:pt x="23905" y="22521"/>
                  <a:pt x="23958" y="22556"/>
                </a:cubicBezTo>
                <a:cubicBezTo>
                  <a:pt x="24084" y="22702"/>
                  <a:pt x="24209" y="22807"/>
                  <a:pt x="24377" y="22912"/>
                </a:cubicBezTo>
                <a:cubicBezTo>
                  <a:pt x="24418" y="22932"/>
                  <a:pt x="24481" y="22974"/>
                  <a:pt x="24523" y="22995"/>
                </a:cubicBezTo>
                <a:cubicBezTo>
                  <a:pt x="23937" y="22870"/>
                  <a:pt x="23330" y="22744"/>
                  <a:pt x="22744" y="22577"/>
                </a:cubicBezTo>
                <a:cubicBezTo>
                  <a:pt x="22888" y="18544"/>
                  <a:pt x="23011" y="14451"/>
                  <a:pt x="22742" y="10435"/>
                </a:cubicBezTo>
                <a:lnTo>
                  <a:pt x="22742" y="10435"/>
                </a:lnTo>
                <a:cubicBezTo>
                  <a:pt x="22708" y="14427"/>
                  <a:pt x="22825" y="18418"/>
                  <a:pt x="22703" y="22430"/>
                </a:cubicBezTo>
                <a:lnTo>
                  <a:pt x="20652" y="21886"/>
                </a:lnTo>
                <a:cubicBezTo>
                  <a:pt x="19146" y="21489"/>
                  <a:pt x="17388" y="21070"/>
                  <a:pt x="15672" y="20945"/>
                </a:cubicBezTo>
                <a:cubicBezTo>
                  <a:pt x="15191" y="19940"/>
                  <a:pt x="14773" y="18957"/>
                  <a:pt x="14480" y="17911"/>
                </a:cubicBezTo>
                <a:lnTo>
                  <a:pt x="14480" y="17911"/>
                </a:lnTo>
                <a:cubicBezTo>
                  <a:pt x="14880" y="18007"/>
                  <a:pt x="15269" y="18079"/>
                  <a:pt x="15673" y="18079"/>
                </a:cubicBezTo>
                <a:cubicBezTo>
                  <a:pt x="15797" y="18079"/>
                  <a:pt x="15922" y="18072"/>
                  <a:pt x="16049" y="18057"/>
                </a:cubicBezTo>
                <a:cubicBezTo>
                  <a:pt x="16195" y="18057"/>
                  <a:pt x="16300" y="17869"/>
                  <a:pt x="16154" y="17806"/>
                </a:cubicBezTo>
                <a:cubicBezTo>
                  <a:pt x="14145" y="16237"/>
                  <a:pt x="13161" y="13580"/>
                  <a:pt x="13601" y="11069"/>
                </a:cubicBezTo>
                <a:cubicBezTo>
                  <a:pt x="13615" y="10968"/>
                  <a:pt x="13512" y="10878"/>
                  <a:pt x="13418" y="10878"/>
                </a:cubicBezTo>
                <a:cubicBezTo>
                  <a:pt x="13375" y="10878"/>
                  <a:pt x="13334" y="10897"/>
                  <a:pt x="13308" y="10943"/>
                </a:cubicBezTo>
                <a:cubicBezTo>
                  <a:pt x="11969" y="13642"/>
                  <a:pt x="11529" y="16655"/>
                  <a:pt x="11948" y="19627"/>
                </a:cubicBezTo>
                <a:cubicBezTo>
                  <a:pt x="11960" y="19720"/>
                  <a:pt x="12030" y="19761"/>
                  <a:pt x="12105" y="19761"/>
                </a:cubicBezTo>
                <a:cubicBezTo>
                  <a:pt x="12163" y="19761"/>
                  <a:pt x="12225" y="19736"/>
                  <a:pt x="12262" y="19689"/>
                </a:cubicBezTo>
                <a:cubicBezTo>
                  <a:pt x="12534" y="19292"/>
                  <a:pt x="12785" y="18894"/>
                  <a:pt x="13078" y="18539"/>
                </a:cubicBezTo>
                <a:cubicBezTo>
                  <a:pt x="13182" y="19375"/>
                  <a:pt x="13392" y="20150"/>
                  <a:pt x="13726" y="20945"/>
                </a:cubicBezTo>
                <a:cubicBezTo>
                  <a:pt x="12366" y="21049"/>
                  <a:pt x="11090" y="21384"/>
                  <a:pt x="9960" y="22137"/>
                </a:cubicBezTo>
                <a:cubicBezTo>
                  <a:pt x="9950" y="22132"/>
                  <a:pt x="9938" y="22130"/>
                  <a:pt x="9926" y="22130"/>
                </a:cubicBezTo>
                <a:cubicBezTo>
                  <a:pt x="9890" y="22130"/>
                  <a:pt x="9850" y="22153"/>
                  <a:pt x="9835" y="22200"/>
                </a:cubicBezTo>
                <a:cubicBezTo>
                  <a:pt x="9604" y="22828"/>
                  <a:pt x="10044" y="23644"/>
                  <a:pt x="10358" y="24272"/>
                </a:cubicBezTo>
                <a:cubicBezTo>
                  <a:pt x="8872" y="23881"/>
                  <a:pt x="7258" y="23607"/>
                  <a:pt x="5681" y="23607"/>
                </a:cubicBezTo>
                <a:cubicBezTo>
                  <a:pt x="5148" y="23607"/>
                  <a:pt x="4620" y="23638"/>
                  <a:pt x="4102" y="23707"/>
                </a:cubicBezTo>
                <a:cubicBezTo>
                  <a:pt x="3265" y="23811"/>
                  <a:pt x="2428" y="24062"/>
                  <a:pt x="1674" y="24439"/>
                </a:cubicBezTo>
                <a:cubicBezTo>
                  <a:pt x="1068" y="24753"/>
                  <a:pt x="105" y="25339"/>
                  <a:pt x="1" y="26050"/>
                </a:cubicBezTo>
                <a:cubicBezTo>
                  <a:pt x="1" y="26050"/>
                  <a:pt x="1" y="26071"/>
                  <a:pt x="21" y="26071"/>
                </a:cubicBezTo>
                <a:cubicBezTo>
                  <a:pt x="314" y="25966"/>
                  <a:pt x="461" y="25757"/>
                  <a:pt x="712" y="25548"/>
                </a:cubicBezTo>
                <a:cubicBezTo>
                  <a:pt x="1047" y="25255"/>
                  <a:pt x="1381" y="25004"/>
                  <a:pt x="1779" y="24795"/>
                </a:cubicBezTo>
                <a:cubicBezTo>
                  <a:pt x="2658" y="24313"/>
                  <a:pt x="3641" y="24083"/>
                  <a:pt x="4625" y="23979"/>
                </a:cubicBezTo>
                <a:cubicBezTo>
                  <a:pt x="5007" y="23942"/>
                  <a:pt x="5390" y="23925"/>
                  <a:pt x="5773" y="23925"/>
                </a:cubicBezTo>
                <a:cubicBezTo>
                  <a:pt x="7360" y="23925"/>
                  <a:pt x="8945" y="24215"/>
                  <a:pt x="10462" y="24585"/>
                </a:cubicBezTo>
                <a:lnTo>
                  <a:pt x="10504" y="24585"/>
                </a:lnTo>
                <a:cubicBezTo>
                  <a:pt x="10881" y="25485"/>
                  <a:pt x="11216" y="26427"/>
                  <a:pt x="11655" y="27306"/>
                </a:cubicBezTo>
                <a:cubicBezTo>
                  <a:pt x="11697" y="27326"/>
                  <a:pt x="11718" y="27347"/>
                  <a:pt x="11739" y="27347"/>
                </a:cubicBezTo>
                <a:cubicBezTo>
                  <a:pt x="11739" y="27368"/>
                  <a:pt x="11760" y="27410"/>
                  <a:pt x="11801" y="27431"/>
                </a:cubicBezTo>
                <a:cubicBezTo>
                  <a:pt x="11801" y="27452"/>
                  <a:pt x="11822" y="27473"/>
                  <a:pt x="11822" y="27515"/>
                </a:cubicBezTo>
                <a:cubicBezTo>
                  <a:pt x="11927" y="27975"/>
                  <a:pt x="12534" y="28205"/>
                  <a:pt x="12994" y="28268"/>
                </a:cubicBezTo>
                <a:cubicBezTo>
                  <a:pt x="13158" y="28285"/>
                  <a:pt x="13323" y="28293"/>
                  <a:pt x="13488" y="28293"/>
                </a:cubicBezTo>
                <a:cubicBezTo>
                  <a:pt x="14362" y="28293"/>
                  <a:pt x="15254" y="28066"/>
                  <a:pt x="16028" y="27661"/>
                </a:cubicBezTo>
                <a:cubicBezTo>
                  <a:pt x="16530" y="27661"/>
                  <a:pt x="16928" y="27954"/>
                  <a:pt x="16886" y="28519"/>
                </a:cubicBezTo>
                <a:cubicBezTo>
                  <a:pt x="16865" y="29230"/>
                  <a:pt x="16216" y="29628"/>
                  <a:pt x="15589" y="29733"/>
                </a:cubicBezTo>
                <a:cubicBezTo>
                  <a:pt x="15368" y="29770"/>
                  <a:pt x="15144" y="29787"/>
                  <a:pt x="14919" y="29787"/>
                </a:cubicBezTo>
                <a:cubicBezTo>
                  <a:pt x="14271" y="29787"/>
                  <a:pt x="13615" y="29647"/>
                  <a:pt x="12994" y="29461"/>
                </a:cubicBezTo>
                <a:cubicBezTo>
                  <a:pt x="11488" y="29021"/>
                  <a:pt x="10065" y="28205"/>
                  <a:pt x="8496" y="27933"/>
                </a:cubicBezTo>
                <a:cubicBezTo>
                  <a:pt x="8143" y="27864"/>
                  <a:pt x="7763" y="27829"/>
                  <a:pt x="7373" y="27829"/>
                </a:cubicBezTo>
                <a:cubicBezTo>
                  <a:pt x="5635" y="27829"/>
                  <a:pt x="3686" y="28529"/>
                  <a:pt x="2951" y="30067"/>
                </a:cubicBezTo>
                <a:lnTo>
                  <a:pt x="2951" y="30067"/>
                </a:lnTo>
                <a:cubicBezTo>
                  <a:pt x="3014" y="29816"/>
                  <a:pt x="3076" y="29544"/>
                  <a:pt x="3160" y="29335"/>
                </a:cubicBezTo>
                <a:cubicBezTo>
                  <a:pt x="3286" y="28875"/>
                  <a:pt x="3495" y="28394"/>
                  <a:pt x="3746" y="27954"/>
                </a:cubicBezTo>
                <a:cubicBezTo>
                  <a:pt x="4206" y="27096"/>
                  <a:pt x="4834" y="26322"/>
                  <a:pt x="5587" y="25673"/>
                </a:cubicBezTo>
                <a:cubicBezTo>
                  <a:pt x="5671" y="25590"/>
                  <a:pt x="5629" y="25464"/>
                  <a:pt x="5545" y="25443"/>
                </a:cubicBezTo>
                <a:cubicBezTo>
                  <a:pt x="4853" y="25226"/>
                  <a:pt x="4113" y="25106"/>
                  <a:pt x="3376" y="25106"/>
                </a:cubicBezTo>
                <a:cubicBezTo>
                  <a:pt x="2266" y="25106"/>
                  <a:pt x="1161" y="25379"/>
                  <a:pt x="231" y="26008"/>
                </a:cubicBezTo>
                <a:cubicBezTo>
                  <a:pt x="157" y="26063"/>
                  <a:pt x="197" y="26183"/>
                  <a:pt x="278" y="26183"/>
                </a:cubicBezTo>
                <a:cubicBezTo>
                  <a:pt x="290" y="26183"/>
                  <a:pt x="302" y="26181"/>
                  <a:pt x="314" y="26176"/>
                </a:cubicBezTo>
                <a:cubicBezTo>
                  <a:pt x="1378" y="25714"/>
                  <a:pt x="2459" y="25439"/>
                  <a:pt x="3560" y="25439"/>
                </a:cubicBezTo>
                <a:cubicBezTo>
                  <a:pt x="4106" y="25439"/>
                  <a:pt x="4656" y="25507"/>
                  <a:pt x="5211" y="25653"/>
                </a:cubicBezTo>
                <a:cubicBezTo>
                  <a:pt x="4332" y="26364"/>
                  <a:pt x="3662" y="27222"/>
                  <a:pt x="3223" y="28247"/>
                </a:cubicBezTo>
                <a:cubicBezTo>
                  <a:pt x="2972" y="28770"/>
                  <a:pt x="2804" y="29314"/>
                  <a:pt x="2700" y="29858"/>
                </a:cubicBezTo>
                <a:cubicBezTo>
                  <a:pt x="2616" y="30277"/>
                  <a:pt x="2449" y="30821"/>
                  <a:pt x="2700" y="31218"/>
                </a:cubicBezTo>
                <a:cubicBezTo>
                  <a:pt x="2700" y="31290"/>
                  <a:pt x="2768" y="31322"/>
                  <a:pt x="2838" y="31322"/>
                </a:cubicBezTo>
                <a:cubicBezTo>
                  <a:pt x="2871" y="31322"/>
                  <a:pt x="2903" y="31315"/>
                  <a:pt x="2930" y="31302"/>
                </a:cubicBezTo>
                <a:cubicBezTo>
                  <a:pt x="3014" y="31281"/>
                  <a:pt x="3034" y="31197"/>
                  <a:pt x="3014" y="31114"/>
                </a:cubicBezTo>
                <a:cubicBezTo>
                  <a:pt x="3656" y="29208"/>
                  <a:pt x="5283" y="28163"/>
                  <a:pt x="7285" y="28163"/>
                </a:cubicBezTo>
                <a:cubicBezTo>
                  <a:pt x="7305" y="28163"/>
                  <a:pt x="7325" y="28163"/>
                  <a:pt x="7345" y="28163"/>
                </a:cubicBezTo>
                <a:cubicBezTo>
                  <a:pt x="9312" y="28184"/>
                  <a:pt x="11006" y="29189"/>
                  <a:pt x="12806" y="29754"/>
                </a:cubicBezTo>
                <a:cubicBezTo>
                  <a:pt x="13414" y="29946"/>
                  <a:pt x="14219" y="30144"/>
                  <a:pt x="14983" y="30144"/>
                </a:cubicBezTo>
                <a:cubicBezTo>
                  <a:pt x="15795" y="30144"/>
                  <a:pt x="16559" y="29921"/>
                  <a:pt x="16991" y="29230"/>
                </a:cubicBezTo>
                <a:cubicBezTo>
                  <a:pt x="17200" y="28917"/>
                  <a:pt x="17283" y="28519"/>
                  <a:pt x="17200" y="28184"/>
                </a:cubicBezTo>
                <a:lnTo>
                  <a:pt x="17200" y="28184"/>
                </a:lnTo>
                <a:cubicBezTo>
                  <a:pt x="18769" y="29733"/>
                  <a:pt x="21050" y="30591"/>
                  <a:pt x="23142" y="30925"/>
                </a:cubicBezTo>
                <a:lnTo>
                  <a:pt x="23163" y="30925"/>
                </a:lnTo>
                <a:cubicBezTo>
                  <a:pt x="23456" y="31867"/>
                  <a:pt x="23874" y="32767"/>
                  <a:pt x="24293" y="33624"/>
                </a:cubicBezTo>
                <a:cubicBezTo>
                  <a:pt x="24328" y="33695"/>
                  <a:pt x="24385" y="33724"/>
                  <a:pt x="24443" y="33724"/>
                </a:cubicBezTo>
                <a:cubicBezTo>
                  <a:pt x="24523" y="33724"/>
                  <a:pt x="24603" y="33668"/>
                  <a:pt x="24628" y="33583"/>
                </a:cubicBezTo>
                <a:cubicBezTo>
                  <a:pt x="24900" y="32683"/>
                  <a:pt x="25234" y="31804"/>
                  <a:pt x="25402" y="30883"/>
                </a:cubicBezTo>
                <a:lnTo>
                  <a:pt x="25402" y="30811"/>
                </a:lnTo>
                <a:lnTo>
                  <a:pt x="25402" y="30811"/>
                </a:lnTo>
                <a:cubicBezTo>
                  <a:pt x="25413" y="30811"/>
                  <a:pt x="25425" y="30811"/>
                  <a:pt x="25436" y="30812"/>
                </a:cubicBezTo>
                <a:lnTo>
                  <a:pt x="25436" y="30812"/>
                </a:lnTo>
                <a:cubicBezTo>
                  <a:pt x="25425" y="30806"/>
                  <a:pt x="25413" y="30800"/>
                  <a:pt x="25402" y="30800"/>
                </a:cubicBezTo>
                <a:lnTo>
                  <a:pt x="25402" y="30811"/>
                </a:lnTo>
                <a:lnTo>
                  <a:pt x="25402" y="30811"/>
                </a:lnTo>
                <a:cubicBezTo>
                  <a:pt x="25331" y="30808"/>
                  <a:pt x="25261" y="30804"/>
                  <a:pt x="25193" y="30800"/>
                </a:cubicBezTo>
                <a:lnTo>
                  <a:pt x="25151" y="30800"/>
                </a:lnTo>
                <a:cubicBezTo>
                  <a:pt x="24983" y="30695"/>
                  <a:pt x="24795" y="30591"/>
                  <a:pt x="24628" y="30465"/>
                </a:cubicBezTo>
                <a:cubicBezTo>
                  <a:pt x="24622" y="30455"/>
                  <a:pt x="24617" y="30451"/>
                  <a:pt x="24613" y="30451"/>
                </a:cubicBezTo>
                <a:cubicBezTo>
                  <a:pt x="24599" y="30451"/>
                  <a:pt x="24591" y="30486"/>
                  <a:pt x="24607" y="30486"/>
                </a:cubicBezTo>
                <a:cubicBezTo>
                  <a:pt x="24732" y="30611"/>
                  <a:pt x="24900" y="30716"/>
                  <a:pt x="25088" y="30821"/>
                </a:cubicBezTo>
                <a:cubicBezTo>
                  <a:pt x="25025" y="30821"/>
                  <a:pt x="24983" y="30842"/>
                  <a:pt x="24941" y="30925"/>
                </a:cubicBezTo>
                <a:cubicBezTo>
                  <a:pt x="24879" y="31114"/>
                  <a:pt x="24795" y="31302"/>
                  <a:pt x="24732" y="31469"/>
                </a:cubicBezTo>
                <a:cubicBezTo>
                  <a:pt x="24669" y="31407"/>
                  <a:pt x="24565" y="31344"/>
                  <a:pt x="24481" y="31302"/>
                </a:cubicBezTo>
                <a:cubicBezTo>
                  <a:pt x="24377" y="31218"/>
                  <a:pt x="24272" y="31155"/>
                  <a:pt x="24167" y="31093"/>
                </a:cubicBezTo>
                <a:cubicBezTo>
                  <a:pt x="24153" y="31083"/>
                  <a:pt x="24140" y="31079"/>
                  <a:pt x="24130" y="31079"/>
                </a:cubicBezTo>
                <a:cubicBezTo>
                  <a:pt x="24097" y="31079"/>
                  <a:pt x="24088" y="31123"/>
                  <a:pt x="24105" y="31155"/>
                </a:cubicBezTo>
                <a:cubicBezTo>
                  <a:pt x="24209" y="31239"/>
                  <a:pt x="24293" y="31323"/>
                  <a:pt x="24397" y="31407"/>
                </a:cubicBezTo>
                <a:cubicBezTo>
                  <a:pt x="24502" y="31469"/>
                  <a:pt x="24586" y="31553"/>
                  <a:pt x="24690" y="31616"/>
                </a:cubicBezTo>
                <a:cubicBezTo>
                  <a:pt x="24607" y="31825"/>
                  <a:pt x="24565" y="32034"/>
                  <a:pt x="24502" y="32243"/>
                </a:cubicBezTo>
                <a:cubicBezTo>
                  <a:pt x="24460" y="32181"/>
                  <a:pt x="24356" y="32139"/>
                  <a:pt x="24314" y="32097"/>
                </a:cubicBezTo>
                <a:cubicBezTo>
                  <a:pt x="24209" y="31992"/>
                  <a:pt x="24084" y="31930"/>
                  <a:pt x="23979" y="31783"/>
                </a:cubicBezTo>
                <a:cubicBezTo>
                  <a:pt x="23973" y="31778"/>
                  <a:pt x="23965" y="31775"/>
                  <a:pt x="23956" y="31775"/>
                </a:cubicBezTo>
                <a:cubicBezTo>
                  <a:pt x="23932" y="31775"/>
                  <a:pt x="23907" y="31794"/>
                  <a:pt x="23937" y="31825"/>
                </a:cubicBezTo>
                <a:cubicBezTo>
                  <a:pt x="24000" y="31951"/>
                  <a:pt x="24084" y="32076"/>
                  <a:pt x="24209" y="32181"/>
                </a:cubicBezTo>
                <a:cubicBezTo>
                  <a:pt x="24272" y="32243"/>
                  <a:pt x="24377" y="32348"/>
                  <a:pt x="24481" y="32390"/>
                </a:cubicBezTo>
                <a:cubicBezTo>
                  <a:pt x="24397" y="32620"/>
                  <a:pt x="24356" y="32892"/>
                  <a:pt x="24272" y="33122"/>
                </a:cubicBezTo>
                <a:cubicBezTo>
                  <a:pt x="23895" y="32348"/>
                  <a:pt x="23561" y="31553"/>
                  <a:pt x="23163" y="30779"/>
                </a:cubicBezTo>
                <a:cubicBezTo>
                  <a:pt x="23142" y="30716"/>
                  <a:pt x="23100" y="30716"/>
                  <a:pt x="23037" y="30716"/>
                </a:cubicBezTo>
                <a:cubicBezTo>
                  <a:pt x="21531" y="30465"/>
                  <a:pt x="20024" y="29984"/>
                  <a:pt x="18706" y="29147"/>
                </a:cubicBezTo>
                <a:cubicBezTo>
                  <a:pt x="17514" y="28414"/>
                  <a:pt x="16572" y="27389"/>
                  <a:pt x="15798" y="26238"/>
                </a:cubicBezTo>
                <a:cubicBezTo>
                  <a:pt x="16237" y="26197"/>
                  <a:pt x="16718" y="26134"/>
                  <a:pt x="17158" y="26134"/>
                </a:cubicBezTo>
                <a:cubicBezTo>
                  <a:pt x="17242" y="26280"/>
                  <a:pt x="17346" y="26406"/>
                  <a:pt x="17472" y="26531"/>
                </a:cubicBezTo>
                <a:cubicBezTo>
                  <a:pt x="17283" y="26448"/>
                  <a:pt x="17095" y="26406"/>
                  <a:pt x="16928" y="26301"/>
                </a:cubicBezTo>
                <a:cubicBezTo>
                  <a:pt x="16919" y="26298"/>
                  <a:pt x="16911" y="26297"/>
                  <a:pt x="16904" y="26297"/>
                </a:cubicBezTo>
                <a:cubicBezTo>
                  <a:pt x="16860" y="26297"/>
                  <a:pt x="16847" y="26349"/>
                  <a:pt x="16865" y="26385"/>
                </a:cubicBezTo>
                <a:cubicBezTo>
                  <a:pt x="17137" y="26531"/>
                  <a:pt x="17388" y="26636"/>
                  <a:pt x="17681" y="26720"/>
                </a:cubicBezTo>
                <a:cubicBezTo>
                  <a:pt x="17827" y="26845"/>
                  <a:pt x="17995" y="26950"/>
                  <a:pt x="18141" y="27075"/>
                </a:cubicBezTo>
                <a:cubicBezTo>
                  <a:pt x="18016" y="27054"/>
                  <a:pt x="17911" y="27013"/>
                  <a:pt x="17786" y="26971"/>
                </a:cubicBezTo>
                <a:cubicBezTo>
                  <a:pt x="17780" y="26969"/>
                  <a:pt x="17775" y="26968"/>
                  <a:pt x="17770" y="26968"/>
                </a:cubicBezTo>
                <a:cubicBezTo>
                  <a:pt x="17720" y="26968"/>
                  <a:pt x="17708" y="27056"/>
                  <a:pt x="17765" y="27075"/>
                </a:cubicBezTo>
                <a:cubicBezTo>
                  <a:pt x="18016" y="27180"/>
                  <a:pt x="18309" y="27285"/>
                  <a:pt x="18602" y="27368"/>
                </a:cubicBezTo>
                <a:cubicBezTo>
                  <a:pt x="18915" y="27557"/>
                  <a:pt x="19250" y="27745"/>
                  <a:pt x="19480" y="27891"/>
                </a:cubicBezTo>
                <a:cubicBezTo>
                  <a:pt x="20424" y="28486"/>
                  <a:pt x="21449" y="29001"/>
                  <a:pt x="22573" y="29001"/>
                </a:cubicBezTo>
                <a:cubicBezTo>
                  <a:pt x="22595" y="29001"/>
                  <a:pt x="22618" y="29001"/>
                  <a:pt x="22640" y="29000"/>
                </a:cubicBezTo>
                <a:cubicBezTo>
                  <a:pt x="22724" y="29000"/>
                  <a:pt x="22786" y="28917"/>
                  <a:pt x="22786" y="28833"/>
                </a:cubicBezTo>
                <a:cubicBezTo>
                  <a:pt x="22786" y="28833"/>
                  <a:pt x="22807" y="28812"/>
                  <a:pt x="22807" y="28791"/>
                </a:cubicBezTo>
                <a:cubicBezTo>
                  <a:pt x="22912" y="28268"/>
                  <a:pt x="22912" y="27682"/>
                  <a:pt x="22849" y="27138"/>
                </a:cubicBezTo>
                <a:lnTo>
                  <a:pt x="22849" y="27138"/>
                </a:lnTo>
                <a:cubicBezTo>
                  <a:pt x="23435" y="27326"/>
                  <a:pt x="23979" y="27473"/>
                  <a:pt x="24565" y="27661"/>
                </a:cubicBezTo>
                <a:lnTo>
                  <a:pt x="24565" y="27808"/>
                </a:lnTo>
                <a:cubicBezTo>
                  <a:pt x="24523" y="27787"/>
                  <a:pt x="24481" y="27787"/>
                  <a:pt x="24460" y="27766"/>
                </a:cubicBezTo>
                <a:cubicBezTo>
                  <a:pt x="24356" y="27703"/>
                  <a:pt x="24251" y="27661"/>
                  <a:pt x="24105" y="27598"/>
                </a:cubicBezTo>
                <a:cubicBezTo>
                  <a:pt x="24100" y="27596"/>
                  <a:pt x="24096" y="27595"/>
                  <a:pt x="24092" y="27595"/>
                </a:cubicBezTo>
                <a:cubicBezTo>
                  <a:pt x="24059" y="27595"/>
                  <a:pt x="24044" y="27664"/>
                  <a:pt x="24063" y="27682"/>
                </a:cubicBezTo>
                <a:cubicBezTo>
                  <a:pt x="24167" y="27745"/>
                  <a:pt x="24272" y="27808"/>
                  <a:pt x="24377" y="27870"/>
                </a:cubicBezTo>
                <a:cubicBezTo>
                  <a:pt x="24418" y="27891"/>
                  <a:pt x="24481" y="27954"/>
                  <a:pt x="24565" y="27975"/>
                </a:cubicBezTo>
                <a:cubicBezTo>
                  <a:pt x="24565" y="28080"/>
                  <a:pt x="24586" y="28205"/>
                  <a:pt x="24607" y="28310"/>
                </a:cubicBezTo>
                <a:cubicBezTo>
                  <a:pt x="24565" y="28289"/>
                  <a:pt x="24523" y="28268"/>
                  <a:pt x="24481" y="28226"/>
                </a:cubicBezTo>
                <a:cubicBezTo>
                  <a:pt x="24377" y="28163"/>
                  <a:pt x="24272" y="28101"/>
                  <a:pt x="24146" y="28059"/>
                </a:cubicBezTo>
                <a:cubicBezTo>
                  <a:pt x="24136" y="28049"/>
                  <a:pt x="24127" y="28045"/>
                  <a:pt x="24120" y="28045"/>
                </a:cubicBezTo>
                <a:cubicBezTo>
                  <a:pt x="24097" y="28045"/>
                  <a:pt x="24089" y="28085"/>
                  <a:pt x="24105" y="28101"/>
                </a:cubicBezTo>
                <a:cubicBezTo>
                  <a:pt x="24188" y="28205"/>
                  <a:pt x="24293" y="28268"/>
                  <a:pt x="24397" y="28331"/>
                </a:cubicBezTo>
                <a:lnTo>
                  <a:pt x="24628" y="28498"/>
                </a:lnTo>
                <a:cubicBezTo>
                  <a:pt x="24669" y="28603"/>
                  <a:pt x="24690" y="28707"/>
                  <a:pt x="24732" y="28812"/>
                </a:cubicBezTo>
                <a:cubicBezTo>
                  <a:pt x="24774" y="28854"/>
                  <a:pt x="24816" y="28917"/>
                  <a:pt x="24879" y="28917"/>
                </a:cubicBezTo>
                <a:cubicBezTo>
                  <a:pt x="24879" y="28938"/>
                  <a:pt x="24900" y="28958"/>
                  <a:pt x="24921" y="28958"/>
                </a:cubicBezTo>
                <a:cubicBezTo>
                  <a:pt x="25264" y="29027"/>
                  <a:pt x="25616" y="29058"/>
                  <a:pt x="25971" y="29058"/>
                </a:cubicBezTo>
                <a:cubicBezTo>
                  <a:pt x="26914" y="29058"/>
                  <a:pt x="27871" y="28838"/>
                  <a:pt x="28708" y="28519"/>
                </a:cubicBezTo>
                <a:cubicBezTo>
                  <a:pt x="28750" y="28519"/>
                  <a:pt x="28750" y="28498"/>
                  <a:pt x="28770" y="28498"/>
                </a:cubicBezTo>
                <a:cubicBezTo>
                  <a:pt x="29482" y="28540"/>
                  <a:pt x="30172" y="28582"/>
                  <a:pt x="30905" y="28582"/>
                </a:cubicBezTo>
                <a:cubicBezTo>
                  <a:pt x="30800" y="28791"/>
                  <a:pt x="30675" y="28896"/>
                  <a:pt x="30549" y="29021"/>
                </a:cubicBezTo>
                <a:cubicBezTo>
                  <a:pt x="30340" y="28896"/>
                  <a:pt x="30110" y="28833"/>
                  <a:pt x="29838" y="28791"/>
                </a:cubicBezTo>
                <a:cubicBezTo>
                  <a:pt x="29796" y="28791"/>
                  <a:pt x="29796" y="28854"/>
                  <a:pt x="29838" y="28854"/>
                </a:cubicBezTo>
                <a:cubicBezTo>
                  <a:pt x="30047" y="28917"/>
                  <a:pt x="30256" y="29021"/>
                  <a:pt x="30444" y="29105"/>
                </a:cubicBezTo>
                <a:cubicBezTo>
                  <a:pt x="30256" y="29272"/>
                  <a:pt x="30047" y="29440"/>
                  <a:pt x="29838" y="29586"/>
                </a:cubicBezTo>
                <a:cubicBezTo>
                  <a:pt x="29607" y="29440"/>
                  <a:pt x="29335" y="29335"/>
                  <a:pt x="29084" y="29210"/>
                </a:cubicBezTo>
                <a:cubicBezTo>
                  <a:pt x="29071" y="29203"/>
                  <a:pt x="29058" y="29200"/>
                  <a:pt x="29045" y="29200"/>
                </a:cubicBezTo>
                <a:cubicBezTo>
                  <a:pt x="28978" y="29200"/>
                  <a:pt x="28930" y="29282"/>
                  <a:pt x="29001" y="29335"/>
                </a:cubicBezTo>
                <a:cubicBezTo>
                  <a:pt x="29210" y="29461"/>
                  <a:pt x="29440" y="29586"/>
                  <a:pt x="29649" y="29691"/>
                </a:cubicBezTo>
                <a:cubicBezTo>
                  <a:pt x="29419" y="29858"/>
                  <a:pt x="29189" y="29984"/>
                  <a:pt x="28917" y="30088"/>
                </a:cubicBezTo>
                <a:cubicBezTo>
                  <a:pt x="28645" y="29900"/>
                  <a:pt x="28331" y="29795"/>
                  <a:pt x="28038" y="29670"/>
                </a:cubicBezTo>
                <a:cubicBezTo>
                  <a:pt x="28026" y="29664"/>
                  <a:pt x="28014" y="29661"/>
                  <a:pt x="28003" y="29661"/>
                </a:cubicBezTo>
                <a:cubicBezTo>
                  <a:pt x="27929" y="29661"/>
                  <a:pt x="27864" y="29759"/>
                  <a:pt x="27954" y="29795"/>
                </a:cubicBezTo>
                <a:cubicBezTo>
                  <a:pt x="28185" y="29942"/>
                  <a:pt x="28457" y="30067"/>
                  <a:pt x="28687" y="30193"/>
                </a:cubicBezTo>
                <a:lnTo>
                  <a:pt x="28457" y="30277"/>
                </a:lnTo>
                <a:cubicBezTo>
                  <a:pt x="28164" y="30381"/>
                  <a:pt x="27850" y="30465"/>
                  <a:pt x="27536" y="30528"/>
                </a:cubicBezTo>
                <a:cubicBezTo>
                  <a:pt x="27306" y="30402"/>
                  <a:pt x="27013" y="30298"/>
                  <a:pt x="26783" y="30193"/>
                </a:cubicBezTo>
                <a:cubicBezTo>
                  <a:pt x="26777" y="30191"/>
                  <a:pt x="26772" y="30190"/>
                  <a:pt x="26766" y="30190"/>
                </a:cubicBezTo>
                <a:cubicBezTo>
                  <a:pt x="26713" y="30190"/>
                  <a:pt x="26682" y="30279"/>
                  <a:pt x="26720" y="30298"/>
                </a:cubicBezTo>
                <a:cubicBezTo>
                  <a:pt x="26908" y="30381"/>
                  <a:pt x="27076" y="30507"/>
                  <a:pt x="27243" y="30611"/>
                </a:cubicBezTo>
                <a:cubicBezTo>
                  <a:pt x="26992" y="30674"/>
                  <a:pt x="26699" y="30716"/>
                  <a:pt x="26448" y="30779"/>
                </a:cubicBezTo>
                <a:cubicBezTo>
                  <a:pt x="26260" y="30695"/>
                  <a:pt x="26071" y="30611"/>
                  <a:pt x="25883" y="30507"/>
                </a:cubicBezTo>
                <a:cubicBezTo>
                  <a:pt x="25878" y="30505"/>
                  <a:pt x="25874" y="30504"/>
                  <a:pt x="25869" y="30504"/>
                </a:cubicBezTo>
                <a:cubicBezTo>
                  <a:pt x="25829" y="30504"/>
                  <a:pt x="25785" y="30572"/>
                  <a:pt x="25841" y="30591"/>
                </a:cubicBezTo>
                <a:cubicBezTo>
                  <a:pt x="25946" y="30674"/>
                  <a:pt x="26071" y="30716"/>
                  <a:pt x="26176" y="30800"/>
                </a:cubicBezTo>
                <a:cubicBezTo>
                  <a:pt x="26009" y="30810"/>
                  <a:pt x="25841" y="30815"/>
                  <a:pt x="25676" y="30815"/>
                </a:cubicBezTo>
                <a:cubicBezTo>
                  <a:pt x="25596" y="30815"/>
                  <a:pt x="25515" y="30814"/>
                  <a:pt x="25436" y="30812"/>
                </a:cubicBezTo>
                <a:lnTo>
                  <a:pt x="25436" y="30812"/>
                </a:lnTo>
                <a:cubicBezTo>
                  <a:pt x="25446" y="30816"/>
                  <a:pt x="25455" y="30821"/>
                  <a:pt x="25465" y="30821"/>
                </a:cubicBezTo>
                <a:lnTo>
                  <a:pt x="25527" y="30821"/>
                </a:lnTo>
                <a:cubicBezTo>
                  <a:pt x="25816" y="30895"/>
                  <a:pt x="26120" y="30928"/>
                  <a:pt x="26432" y="30928"/>
                </a:cubicBezTo>
                <a:cubicBezTo>
                  <a:pt x="27340" y="30928"/>
                  <a:pt x="28305" y="30651"/>
                  <a:pt x="29084" y="30339"/>
                </a:cubicBezTo>
                <a:cubicBezTo>
                  <a:pt x="30026" y="29963"/>
                  <a:pt x="30947" y="29356"/>
                  <a:pt x="31428" y="28477"/>
                </a:cubicBezTo>
                <a:cubicBezTo>
                  <a:pt x="31804" y="28477"/>
                  <a:pt x="32139" y="28456"/>
                  <a:pt x="32516" y="28394"/>
                </a:cubicBezTo>
                <a:cubicBezTo>
                  <a:pt x="34399" y="28247"/>
                  <a:pt x="36491" y="27870"/>
                  <a:pt x="37893" y="26489"/>
                </a:cubicBezTo>
                <a:cubicBezTo>
                  <a:pt x="37998" y="26385"/>
                  <a:pt x="37956" y="26280"/>
                  <a:pt x="37872" y="26197"/>
                </a:cubicBezTo>
                <a:cubicBezTo>
                  <a:pt x="37684" y="25339"/>
                  <a:pt x="37245" y="24481"/>
                  <a:pt x="36931" y="23665"/>
                </a:cubicBezTo>
                <a:cubicBezTo>
                  <a:pt x="36763" y="23267"/>
                  <a:pt x="36638" y="22849"/>
                  <a:pt x="36491" y="22451"/>
                </a:cubicBezTo>
                <a:cubicBezTo>
                  <a:pt x="37349" y="22137"/>
                  <a:pt x="38102" y="21552"/>
                  <a:pt x="38835" y="21028"/>
                </a:cubicBezTo>
                <a:cubicBezTo>
                  <a:pt x="39567" y="20463"/>
                  <a:pt x="40299" y="19878"/>
                  <a:pt x="40927" y="19208"/>
                </a:cubicBezTo>
                <a:cubicBezTo>
                  <a:pt x="42078" y="18036"/>
                  <a:pt x="43208" y="16530"/>
                  <a:pt x="43563" y="14898"/>
                </a:cubicBezTo>
                <a:lnTo>
                  <a:pt x="43563" y="14898"/>
                </a:lnTo>
                <a:cubicBezTo>
                  <a:pt x="43515" y="14926"/>
                  <a:pt x="43475" y="14935"/>
                  <a:pt x="43442" y="14935"/>
                </a:cubicBezTo>
                <a:cubicBezTo>
                  <a:pt x="43375" y="14935"/>
                  <a:pt x="43333" y="14898"/>
                  <a:pt x="43291" y="14898"/>
                </a:cubicBezTo>
                <a:cubicBezTo>
                  <a:pt x="43257" y="14886"/>
                  <a:pt x="43217" y="14869"/>
                  <a:pt x="43177" y="14869"/>
                </a:cubicBezTo>
                <a:cubicBezTo>
                  <a:pt x="43143" y="14869"/>
                  <a:pt x="43111" y="14881"/>
                  <a:pt x="43082" y="14919"/>
                </a:cubicBezTo>
                <a:cubicBezTo>
                  <a:pt x="41848" y="16049"/>
                  <a:pt x="40467" y="16865"/>
                  <a:pt x="38898" y="17346"/>
                </a:cubicBezTo>
                <a:cubicBezTo>
                  <a:pt x="39860" y="15337"/>
                  <a:pt x="40676" y="12910"/>
                  <a:pt x="40153" y="10692"/>
                </a:cubicBezTo>
                <a:cubicBezTo>
                  <a:pt x="40153" y="10650"/>
                  <a:pt x="40174" y="10608"/>
                  <a:pt x="40174" y="10588"/>
                </a:cubicBezTo>
                <a:cubicBezTo>
                  <a:pt x="40186" y="10463"/>
                  <a:pt x="40087" y="10383"/>
                  <a:pt x="39996" y="10383"/>
                </a:cubicBezTo>
                <a:cubicBezTo>
                  <a:pt x="39935" y="10383"/>
                  <a:pt x="39877" y="10419"/>
                  <a:pt x="39860" y="10504"/>
                </a:cubicBezTo>
                <a:cubicBezTo>
                  <a:pt x="39588" y="11717"/>
                  <a:pt x="39170" y="12868"/>
                  <a:pt x="38521" y="13935"/>
                </a:cubicBezTo>
                <a:cubicBezTo>
                  <a:pt x="37956" y="14877"/>
                  <a:pt x="37014" y="16258"/>
                  <a:pt x="35905" y="16697"/>
                </a:cubicBezTo>
                <a:cubicBezTo>
                  <a:pt x="35466" y="15086"/>
                  <a:pt x="34734" y="13538"/>
                  <a:pt x="33708" y="12157"/>
                </a:cubicBezTo>
                <a:cubicBezTo>
                  <a:pt x="33674" y="12105"/>
                  <a:pt x="33610" y="12078"/>
                  <a:pt x="33547" y="12078"/>
                </a:cubicBezTo>
                <a:cubicBezTo>
                  <a:pt x="33459" y="12078"/>
                  <a:pt x="33374" y="12131"/>
                  <a:pt x="33374" y="12241"/>
                </a:cubicBezTo>
                <a:cubicBezTo>
                  <a:pt x="33583" y="14249"/>
                  <a:pt x="33499" y="16425"/>
                  <a:pt x="32620" y="18246"/>
                </a:cubicBezTo>
                <a:cubicBezTo>
                  <a:pt x="32097" y="18455"/>
                  <a:pt x="31574" y="18685"/>
                  <a:pt x="31009" y="18790"/>
                </a:cubicBezTo>
                <a:cubicBezTo>
                  <a:pt x="30528" y="18894"/>
                  <a:pt x="30026" y="18978"/>
                  <a:pt x="29524" y="19103"/>
                </a:cubicBezTo>
                <a:cubicBezTo>
                  <a:pt x="28854" y="19271"/>
                  <a:pt x="27954" y="19689"/>
                  <a:pt x="28059" y="20526"/>
                </a:cubicBezTo>
                <a:cubicBezTo>
                  <a:pt x="28122" y="20945"/>
                  <a:pt x="28373" y="21196"/>
                  <a:pt x="28750" y="21342"/>
                </a:cubicBezTo>
                <a:cubicBezTo>
                  <a:pt x="28917" y="21552"/>
                  <a:pt x="29084" y="21761"/>
                  <a:pt x="29231" y="21970"/>
                </a:cubicBezTo>
                <a:cubicBezTo>
                  <a:pt x="29524" y="22388"/>
                  <a:pt x="29691" y="22828"/>
                  <a:pt x="29859" y="23288"/>
                </a:cubicBezTo>
                <a:cubicBezTo>
                  <a:pt x="29314" y="23339"/>
                  <a:pt x="28761" y="23367"/>
                  <a:pt x="28206" y="23367"/>
                </a:cubicBezTo>
                <a:cubicBezTo>
                  <a:pt x="27844" y="23367"/>
                  <a:pt x="27481" y="23355"/>
                  <a:pt x="27118" y="23330"/>
                </a:cubicBezTo>
                <a:cubicBezTo>
                  <a:pt x="26448" y="23267"/>
                  <a:pt x="25757" y="23163"/>
                  <a:pt x="25088" y="23037"/>
                </a:cubicBezTo>
                <a:lnTo>
                  <a:pt x="25088" y="22974"/>
                </a:lnTo>
                <a:lnTo>
                  <a:pt x="25046" y="22953"/>
                </a:lnTo>
                <a:cubicBezTo>
                  <a:pt x="25130" y="20861"/>
                  <a:pt x="24941" y="18748"/>
                  <a:pt x="24900" y="16655"/>
                </a:cubicBezTo>
                <a:cubicBezTo>
                  <a:pt x="24837" y="14500"/>
                  <a:pt x="24816" y="12387"/>
                  <a:pt x="24816" y="10253"/>
                </a:cubicBezTo>
                <a:lnTo>
                  <a:pt x="24816" y="10253"/>
                </a:lnTo>
                <a:cubicBezTo>
                  <a:pt x="24978" y="10291"/>
                  <a:pt x="25139" y="10304"/>
                  <a:pt x="25302" y="10304"/>
                </a:cubicBezTo>
                <a:cubicBezTo>
                  <a:pt x="25582" y="10304"/>
                  <a:pt x="25864" y="10266"/>
                  <a:pt x="26155" y="10253"/>
                </a:cubicBezTo>
                <a:cubicBezTo>
                  <a:pt x="26699" y="10211"/>
                  <a:pt x="27285" y="10169"/>
                  <a:pt x="27829" y="10148"/>
                </a:cubicBezTo>
                <a:cubicBezTo>
                  <a:pt x="28938" y="10085"/>
                  <a:pt x="30047" y="10064"/>
                  <a:pt x="31177" y="10044"/>
                </a:cubicBezTo>
                <a:lnTo>
                  <a:pt x="31198" y="10044"/>
                </a:lnTo>
                <a:cubicBezTo>
                  <a:pt x="31226" y="10079"/>
                  <a:pt x="31269" y="10095"/>
                  <a:pt x="31314" y="10095"/>
                </a:cubicBezTo>
                <a:cubicBezTo>
                  <a:pt x="31400" y="10095"/>
                  <a:pt x="31491" y="10035"/>
                  <a:pt x="31491" y="9939"/>
                </a:cubicBezTo>
                <a:cubicBezTo>
                  <a:pt x="31470" y="9646"/>
                  <a:pt x="31428" y="9353"/>
                  <a:pt x="31428" y="9060"/>
                </a:cubicBezTo>
                <a:cubicBezTo>
                  <a:pt x="31470" y="8788"/>
                  <a:pt x="31428" y="8495"/>
                  <a:pt x="31386" y="8202"/>
                </a:cubicBezTo>
                <a:cubicBezTo>
                  <a:pt x="31386" y="8181"/>
                  <a:pt x="31365" y="8160"/>
                  <a:pt x="31323" y="8119"/>
                </a:cubicBezTo>
                <a:cubicBezTo>
                  <a:pt x="31302" y="8098"/>
                  <a:pt x="31281" y="8077"/>
                  <a:pt x="31198" y="8077"/>
                </a:cubicBezTo>
                <a:cubicBezTo>
                  <a:pt x="30972" y="8073"/>
                  <a:pt x="30745" y="8071"/>
                  <a:pt x="30518" y="8071"/>
                </a:cubicBezTo>
                <a:cubicBezTo>
                  <a:pt x="29609" y="8071"/>
                  <a:pt x="28695" y="8098"/>
                  <a:pt x="27808" y="8098"/>
                </a:cubicBezTo>
                <a:cubicBezTo>
                  <a:pt x="26866" y="8119"/>
                  <a:pt x="25883" y="8077"/>
                  <a:pt x="24941" y="8181"/>
                </a:cubicBezTo>
                <a:cubicBezTo>
                  <a:pt x="24983" y="7972"/>
                  <a:pt x="24983" y="7742"/>
                  <a:pt x="24983" y="7533"/>
                </a:cubicBezTo>
                <a:cubicBezTo>
                  <a:pt x="24983" y="7031"/>
                  <a:pt x="25004" y="6528"/>
                  <a:pt x="25004" y="6026"/>
                </a:cubicBezTo>
                <a:cubicBezTo>
                  <a:pt x="26385" y="5587"/>
                  <a:pt x="27327" y="4185"/>
                  <a:pt x="27118" y="2720"/>
                </a:cubicBezTo>
                <a:cubicBezTo>
                  <a:pt x="26866" y="942"/>
                  <a:pt x="25297" y="0"/>
                  <a:pt x="23581"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5345" name="Shape 5345"/>
        <p:cNvGrpSpPr/>
        <p:nvPr/>
      </p:nvGrpSpPr>
      <p:grpSpPr>
        <a:xfrm>
          <a:off x="0" y="0"/>
          <a:ext cx="0" cy="0"/>
          <a:chOff x="0" y="0"/>
          <a:chExt cx="0" cy="0"/>
        </a:xfrm>
      </p:grpSpPr>
      <p:sp>
        <p:nvSpPr>
          <p:cNvPr id="5346" name="Google Shape;5346;p67"/>
          <p:cNvSpPr txBox="1"/>
          <p:nvPr>
            <p:ph type="title"/>
          </p:nvPr>
        </p:nvSpPr>
        <p:spPr>
          <a:xfrm>
            <a:off x="713225" y="445025"/>
            <a:ext cx="77175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Exercise 4</a:t>
            </a:r>
            <a:endParaRPr lang="en-GB"/>
          </a:p>
        </p:txBody>
      </p:sp>
      <p:graphicFrame>
        <p:nvGraphicFramePr>
          <p:cNvPr id="5347" name="Google Shape;5347;p67"/>
          <p:cNvGraphicFramePr/>
          <p:nvPr/>
        </p:nvGraphicFramePr>
        <p:xfrm>
          <a:off x="738988" y="1061980"/>
          <a:ext cx="7666025" cy="3000000"/>
        </p:xfrm>
        <a:graphic>
          <a:graphicData uri="http://schemas.openxmlformats.org/drawingml/2006/table">
            <a:tbl>
              <a:tblPr>
                <a:noFill/>
                <a:tableStyleId>{86B84417-7BD4-4907-9079-F2DE78AFB253}</a:tableStyleId>
              </a:tblPr>
              <a:tblGrid>
                <a:gridCol w="3178150"/>
                <a:gridCol w="382850"/>
                <a:gridCol w="3722175"/>
                <a:gridCol w="382850"/>
              </a:tblGrid>
              <a:tr h="433450">
                <a:tc gridSpan="4">
                  <a:txBody>
                    <a:bodyPr/>
                    <a:lstStyle/>
                    <a:p>
                      <a:pPr marL="0" lvl="0" indent="0" algn="l" rtl="0">
                        <a:lnSpc>
                          <a:spcPct val="100000"/>
                        </a:lnSpc>
                        <a:spcBef>
                          <a:spcPts val="0"/>
                        </a:spcBef>
                        <a:spcAft>
                          <a:spcPts val="0"/>
                        </a:spcAft>
                        <a:buNone/>
                      </a:pPr>
                      <a:r>
                        <a:rPr lang="en-GB" sz="1600">
                          <a:solidFill>
                            <a:schemeClr val="dk1"/>
                          </a:solidFill>
                          <a:latin typeface="Averia Serif Libre" panose="02000603000000000004"/>
                          <a:ea typeface="Averia Serif Libre" panose="02000603000000000004"/>
                          <a:cs typeface="Averia Serif Libre" panose="02000603000000000004"/>
                          <a:sym typeface="Averia Serif Libre" panose="02000603000000000004"/>
                        </a:rPr>
                        <a:t>What was the main objective of the Lewis and Clark expedition?</a:t>
                      </a:r>
                      <a:endParaRPr sz="1600">
                        <a:solidFill>
                          <a:schemeClr val="dk1"/>
                        </a:solidFill>
                        <a:latin typeface="Averia Serif Libre" panose="02000603000000000004"/>
                        <a:ea typeface="Averia Serif Libre" panose="02000603000000000004"/>
                        <a:cs typeface="Averia Serif Libre" panose="02000603000000000004"/>
                        <a:sym typeface="Averia Serif Libre" panose="02000603000000000004"/>
                      </a:endParaRPr>
                    </a:p>
                  </a:txBody>
                  <a:tcPr marL="91425" marR="91425" marT="91425" marB="91425" anchor="b">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tcPr>
                </a:tc>
                <a:tc hMerge="1">
                  <a:tcPr/>
                </a:tc>
                <a:tc hMerge="1">
                  <a:tcPr/>
                </a:tc>
                <a:tc hMerge="1">
                  <a:tcPr/>
                </a:tc>
              </a:tr>
              <a:tr h="550525">
                <a:tc>
                  <a:txBody>
                    <a:bodyPr/>
                    <a:lstStyle/>
                    <a:p>
                      <a:pPr marL="0" lvl="0" indent="0" algn="l" rtl="0">
                        <a:lnSpc>
                          <a:spcPct val="100000"/>
                        </a:lnSpc>
                        <a:spcBef>
                          <a:spcPts val="0"/>
                        </a:spcBef>
                        <a:spcAft>
                          <a:spcPts val="0"/>
                        </a:spcAft>
                        <a:buNone/>
                      </a:pPr>
                      <a:r>
                        <a:rPr lang="en-GB">
                          <a:solidFill>
                            <a:schemeClr val="dk1"/>
                          </a:solidFill>
                          <a:latin typeface="Average Sans" panose="02000503040000020003"/>
                          <a:ea typeface="Average Sans" panose="02000503040000020003"/>
                          <a:cs typeface="Average Sans" panose="02000503040000020003"/>
                          <a:sym typeface="Average Sans" panose="02000503040000020003"/>
                        </a:rPr>
                        <a:t>a) Find a trade route to Asia</a:t>
                      </a:r>
                      <a:endParaRPr>
                        <a:solidFill>
                          <a:schemeClr val="dk1"/>
                        </a:solidFill>
                        <a:latin typeface="Average Sans" panose="02000503040000020003"/>
                        <a:ea typeface="Average Sans" panose="02000503040000020003"/>
                        <a:cs typeface="Average Sans" panose="02000503040000020003"/>
                        <a:sym typeface="Average Sans" panose="02000503040000020003"/>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l" rtl="0">
                        <a:lnSpc>
                          <a:spcPct val="100000"/>
                        </a:lnSpc>
                        <a:spcBef>
                          <a:spcPts val="0"/>
                        </a:spcBef>
                        <a:spcAft>
                          <a:spcPts val="0"/>
                        </a:spcAft>
                        <a:buNone/>
                      </a:pPr>
                      <a:endParaRPr>
                        <a:solidFill>
                          <a:schemeClr val="dk1"/>
                        </a:solidFill>
                        <a:latin typeface="Average Sans" panose="02000503040000020003"/>
                        <a:ea typeface="Average Sans" panose="02000503040000020003"/>
                        <a:cs typeface="Average Sans" panose="02000503040000020003"/>
                        <a:sym typeface="Average Sans" panose="02000503040000020003"/>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l" rtl="0">
                        <a:lnSpc>
                          <a:spcPct val="100000"/>
                        </a:lnSpc>
                        <a:spcBef>
                          <a:spcPts val="0"/>
                        </a:spcBef>
                        <a:spcAft>
                          <a:spcPts val="0"/>
                        </a:spcAft>
                        <a:buNone/>
                      </a:pPr>
                      <a:r>
                        <a:rPr lang="en-GB">
                          <a:solidFill>
                            <a:schemeClr val="dk1"/>
                          </a:solidFill>
                          <a:latin typeface="Average Sans" panose="02000503040000020003"/>
                          <a:ea typeface="Average Sans" panose="02000503040000020003"/>
                          <a:cs typeface="Average Sans" panose="02000503040000020003"/>
                          <a:sym typeface="Average Sans" panose="02000503040000020003"/>
                        </a:rPr>
                        <a:t>b) Document and explore the territory acquired in the Louisiana Purchase</a:t>
                      </a:r>
                      <a:endParaRPr>
                        <a:solidFill>
                          <a:schemeClr val="dk1"/>
                        </a:solidFill>
                        <a:latin typeface="Average Sans" panose="02000503040000020003"/>
                        <a:ea typeface="Average Sans" panose="02000503040000020003"/>
                        <a:cs typeface="Average Sans" panose="02000503040000020003"/>
                        <a:sym typeface="Average Sans" panose="02000503040000020003"/>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l" rtl="0">
                        <a:lnSpc>
                          <a:spcPct val="100000"/>
                        </a:lnSpc>
                        <a:spcBef>
                          <a:spcPts val="0"/>
                        </a:spcBef>
                        <a:spcAft>
                          <a:spcPts val="0"/>
                        </a:spcAft>
                        <a:buNone/>
                      </a:pPr>
                      <a:endParaRPr sz="1300">
                        <a:solidFill>
                          <a:schemeClr val="dk1"/>
                        </a:solidFill>
                        <a:latin typeface="Average Sans" panose="02000503040000020003"/>
                        <a:ea typeface="Average Sans" panose="02000503040000020003"/>
                        <a:cs typeface="Average Sans" panose="02000503040000020003"/>
                        <a:sym typeface="Average Sans" panose="02000503040000020003"/>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r>
              <a:tr h="630500">
                <a:tc>
                  <a:txBody>
                    <a:bodyPr/>
                    <a:lstStyle/>
                    <a:p>
                      <a:pPr marL="0" lvl="0" indent="0" algn="l" rtl="0">
                        <a:lnSpc>
                          <a:spcPct val="100000"/>
                        </a:lnSpc>
                        <a:spcBef>
                          <a:spcPts val="0"/>
                        </a:spcBef>
                        <a:spcAft>
                          <a:spcPts val="0"/>
                        </a:spcAft>
                        <a:buNone/>
                      </a:pPr>
                      <a:r>
                        <a:rPr lang="en-GB">
                          <a:solidFill>
                            <a:schemeClr val="dk1"/>
                          </a:solidFill>
                          <a:latin typeface="Average Sans" panose="02000503040000020003"/>
                          <a:ea typeface="Average Sans" panose="02000503040000020003"/>
                          <a:cs typeface="Average Sans" panose="02000503040000020003"/>
                          <a:sym typeface="Average Sans" panose="02000503040000020003"/>
                        </a:rPr>
                        <a:t>c) Establish a permanent settlement in the western United States</a:t>
                      </a:r>
                      <a:endParaRPr>
                        <a:solidFill>
                          <a:schemeClr val="dk1"/>
                        </a:solidFill>
                        <a:latin typeface="Average Sans" panose="02000503040000020003"/>
                        <a:ea typeface="Average Sans" panose="02000503040000020003"/>
                        <a:cs typeface="Average Sans" panose="02000503040000020003"/>
                        <a:sym typeface="Average Sans" panose="02000503040000020003"/>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l" rtl="0">
                        <a:lnSpc>
                          <a:spcPct val="100000"/>
                        </a:lnSpc>
                        <a:spcBef>
                          <a:spcPts val="0"/>
                        </a:spcBef>
                        <a:spcAft>
                          <a:spcPts val="0"/>
                        </a:spcAft>
                        <a:buNone/>
                      </a:pPr>
                      <a:endParaRPr>
                        <a:solidFill>
                          <a:schemeClr val="dk1"/>
                        </a:solidFill>
                        <a:latin typeface="Average Sans" panose="02000503040000020003"/>
                        <a:ea typeface="Average Sans" panose="02000503040000020003"/>
                        <a:cs typeface="Average Sans" panose="02000503040000020003"/>
                        <a:sym typeface="Average Sans" panose="02000503040000020003"/>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l" rtl="0">
                        <a:lnSpc>
                          <a:spcPct val="100000"/>
                        </a:lnSpc>
                        <a:spcBef>
                          <a:spcPts val="0"/>
                        </a:spcBef>
                        <a:spcAft>
                          <a:spcPts val="0"/>
                        </a:spcAft>
                        <a:buNone/>
                      </a:pPr>
                      <a:r>
                        <a:rPr lang="en-GB">
                          <a:solidFill>
                            <a:schemeClr val="dk1"/>
                          </a:solidFill>
                          <a:latin typeface="Average Sans" panose="02000503040000020003"/>
                          <a:ea typeface="Average Sans" panose="02000503040000020003"/>
                          <a:cs typeface="Average Sans" panose="02000503040000020003"/>
                          <a:sym typeface="Average Sans" panose="02000503040000020003"/>
                        </a:rPr>
                        <a:t>d) Study as many Native American tribes as possible and their culture</a:t>
                      </a:r>
                      <a:endParaRPr>
                        <a:solidFill>
                          <a:schemeClr val="dk1"/>
                        </a:solidFill>
                        <a:latin typeface="Average Sans" panose="02000503040000020003"/>
                        <a:ea typeface="Average Sans" panose="02000503040000020003"/>
                        <a:cs typeface="Average Sans" panose="02000503040000020003"/>
                        <a:sym typeface="Average Sans" panose="02000503040000020003"/>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l" rtl="0">
                        <a:lnSpc>
                          <a:spcPct val="100000"/>
                        </a:lnSpc>
                        <a:spcBef>
                          <a:spcPts val="0"/>
                        </a:spcBef>
                        <a:spcAft>
                          <a:spcPts val="0"/>
                        </a:spcAft>
                        <a:buNone/>
                      </a:pPr>
                      <a:endParaRPr sz="1300">
                        <a:solidFill>
                          <a:schemeClr val="dk1"/>
                        </a:solidFill>
                        <a:latin typeface="Average Sans" panose="02000503040000020003"/>
                        <a:ea typeface="Average Sans" panose="02000503040000020003"/>
                        <a:cs typeface="Average Sans" panose="02000503040000020003"/>
                        <a:sym typeface="Average Sans" panose="02000503040000020003"/>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r>
              <a:tr h="550525">
                <a:tc gridSpan="4">
                  <a:txBody>
                    <a:bodyPr/>
                    <a:lstStyle/>
                    <a:p>
                      <a:pPr marL="0" lvl="0" indent="0" algn="l" rtl="0">
                        <a:lnSpc>
                          <a:spcPct val="100000"/>
                        </a:lnSpc>
                        <a:spcBef>
                          <a:spcPts val="0"/>
                        </a:spcBef>
                        <a:spcAft>
                          <a:spcPts val="0"/>
                        </a:spcAft>
                        <a:buNone/>
                      </a:pPr>
                      <a:r>
                        <a:rPr lang="en-GB">
                          <a:solidFill>
                            <a:schemeClr val="dk1"/>
                          </a:solidFill>
                          <a:latin typeface="Averia Serif Libre" panose="02000603000000000004"/>
                          <a:ea typeface="Averia Serif Libre" panose="02000603000000000004"/>
                          <a:cs typeface="Averia Serif Libre" panose="02000603000000000004"/>
                          <a:sym typeface="Averia Serif Libre" panose="02000603000000000004"/>
                        </a:rPr>
                        <a:t>Which of the following Native American tribes did Lewis and Clark not encounter during their expedition?</a:t>
                      </a:r>
                      <a:endParaRPr>
                        <a:solidFill>
                          <a:schemeClr val="dk1"/>
                        </a:solidFill>
                        <a:latin typeface="Averia Serif Libre" panose="02000603000000000004"/>
                        <a:ea typeface="Averia Serif Libre" panose="02000603000000000004"/>
                        <a:cs typeface="Averia Serif Libre" panose="02000603000000000004"/>
                        <a:sym typeface="Averia Serif Libre" panose="02000603000000000004"/>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hMerge="1">
                  <a:tcPr/>
                </a:tc>
                <a:tc hMerge="1">
                  <a:tcPr/>
                </a:tc>
                <a:tc hMerge="1">
                  <a:tcPr/>
                </a:tc>
              </a:tr>
              <a:tr h="357825">
                <a:tc>
                  <a:txBody>
                    <a:bodyPr/>
                    <a:lstStyle/>
                    <a:p>
                      <a:pPr marL="0" lvl="0" indent="0" algn="l" rtl="0">
                        <a:lnSpc>
                          <a:spcPct val="100000"/>
                        </a:lnSpc>
                        <a:spcBef>
                          <a:spcPts val="0"/>
                        </a:spcBef>
                        <a:spcAft>
                          <a:spcPts val="0"/>
                        </a:spcAft>
                        <a:buNone/>
                      </a:pPr>
                      <a:r>
                        <a:rPr lang="en-GB">
                          <a:solidFill>
                            <a:schemeClr val="dk1"/>
                          </a:solidFill>
                          <a:latin typeface="Average Sans" panose="02000503040000020003"/>
                          <a:ea typeface="Average Sans" panose="02000503040000020003"/>
                          <a:cs typeface="Average Sans" panose="02000503040000020003"/>
                          <a:sym typeface="Average Sans" panose="02000503040000020003"/>
                        </a:rPr>
                        <a:t>a) Mandan</a:t>
                      </a:r>
                      <a:endParaRPr>
                        <a:solidFill>
                          <a:schemeClr val="dk1"/>
                        </a:solidFill>
                        <a:latin typeface="Average Sans" panose="02000503040000020003"/>
                        <a:ea typeface="Average Sans" panose="02000503040000020003"/>
                        <a:cs typeface="Average Sans" panose="02000503040000020003"/>
                        <a:sym typeface="Average Sans" panose="02000503040000020003"/>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l" rtl="0">
                        <a:lnSpc>
                          <a:spcPct val="100000"/>
                        </a:lnSpc>
                        <a:spcBef>
                          <a:spcPts val="0"/>
                        </a:spcBef>
                        <a:spcAft>
                          <a:spcPts val="0"/>
                        </a:spcAft>
                        <a:buNone/>
                      </a:pPr>
                      <a:endParaRPr>
                        <a:solidFill>
                          <a:schemeClr val="dk1"/>
                        </a:solidFill>
                        <a:latin typeface="Average Sans" panose="02000503040000020003"/>
                        <a:ea typeface="Average Sans" panose="02000503040000020003"/>
                        <a:cs typeface="Average Sans" panose="02000503040000020003"/>
                        <a:sym typeface="Average Sans" panose="02000503040000020003"/>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l" rtl="0">
                        <a:lnSpc>
                          <a:spcPct val="100000"/>
                        </a:lnSpc>
                        <a:spcBef>
                          <a:spcPts val="0"/>
                        </a:spcBef>
                        <a:spcAft>
                          <a:spcPts val="0"/>
                        </a:spcAft>
                        <a:buNone/>
                      </a:pPr>
                      <a:r>
                        <a:rPr lang="en-GB">
                          <a:solidFill>
                            <a:schemeClr val="dk1"/>
                          </a:solidFill>
                          <a:latin typeface="Average Sans" panose="02000503040000020003"/>
                          <a:ea typeface="Average Sans" panose="02000503040000020003"/>
                          <a:cs typeface="Average Sans" panose="02000503040000020003"/>
                          <a:sym typeface="Average Sans" panose="02000503040000020003"/>
                        </a:rPr>
                        <a:t>b) Nez Perce</a:t>
                      </a:r>
                      <a:endParaRPr>
                        <a:solidFill>
                          <a:schemeClr val="dk1"/>
                        </a:solidFill>
                        <a:latin typeface="Average Sans" panose="02000503040000020003"/>
                        <a:ea typeface="Average Sans" panose="02000503040000020003"/>
                        <a:cs typeface="Average Sans" panose="02000503040000020003"/>
                        <a:sym typeface="Average Sans" panose="02000503040000020003"/>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l" rtl="0">
                        <a:lnSpc>
                          <a:spcPct val="100000"/>
                        </a:lnSpc>
                        <a:spcBef>
                          <a:spcPts val="0"/>
                        </a:spcBef>
                        <a:spcAft>
                          <a:spcPts val="0"/>
                        </a:spcAft>
                        <a:buNone/>
                      </a:pPr>
                      <a:endParaRPr sz="1300">
                        <a:solidFill>
                          <a:schemeClr val="dk1"/>
                        </a:solidFill>
                        <a:latin typeface="Average Sans" panose="02000503040000020003"/>
                        <a:ea typeface="Average Sans" panose="02000503040000020003"/>
                        <a:cs typeface="Average Sans" panose="02000503040000020003"/>
                        <a:sym typeface="Average Sans" panose="02000503040000020003"/>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r>
              <a:tr h="357825">
                <a:tc>
                  <a:txBody>
                    <a:bodyPr/>
                    <a:lstStyle/>
                    <a:p>
                      <a:pPr marL="0" lvl="0" indent="0" algn="l" rtl="0">
                        <a:lnSpc>
                          <a:spcPct val="100000"/>
                        </a:lnSpc>
                        <a:spcBef>
                          <a:spcPts val="0"/>
                        </a:spcBef>
                        <a:spcAft>
                          <a:spcPts val="0"/>
                        </a:spcAft>
                        <a:buNone/>
                      </a:pPr>
                      <a:r>
                        <a:rPr lang="en-GB">
                          <a:solidFill>
                            <a:schemeClr val="dk1"/>
                          </a:solidFill>
                          <a:latin typeface="Average Sans" panose="02000503040000020003"/>
                          <a:ea typeface="Average Sans" panose="02000503040000020003"/>
                          <a:cs typeface="Average Sans" panose="02000503040000020003"/>
                          <a:sym typeface="Average Sans" panose="02000503040000020003"/>
                        </a:rPr>
                        <a:t>c) Sioux</a:t>
                      </a:r>
                      <a:endParaRPr>
                        <a:solidFill>
                          <a:schemeClr val="dk1"/>
                        </a:solidFill>
                        <a:latin typeface="Average Sans" panose="02000503040000020003"/>
                        <a:ea typeface="Average Sans" panose="02000503040000020003"/>
                        <a:cs typeface="Average Sans" panose="02000503040000020003"/>
                        <a:sym typeface="Average Sans" panose="02000503040000020003"/>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l" rtl="0">
                        <a:lnSpc>
                          <a:spcPct val="100000"/>
                        </a:lnSpc>
                        <a:spcBef>
                          <a:spcPts val="0"/>
                        </a:spcBef>
                        <a:spcAft>
                          <a:spcPts val="0"/>
                        </a:spcAft>
                        <a:buNone/>
                      </a:pPr>
                      <a:endParaRPr>
                        <a:solidFill>
                          <a:schemeClr val="dk1"/>
                        </a:solidFill>
                        <a:latin typeface="Average Sans" panose="02000503040000020003"/>
                        <a:ea typeface="Average Sans" panose="02000503040000020003"/>
                        <a:cs typeface="Average Sans" panose="02000503040000020003"/>
                        <a:sym typeface="Average Sans" panose="02000503040000020003"/>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l" rtl="0">
                        <a:lnSpc>
                          <a:spcPct val="100000"/>
                        </a:lnSpc>
                        <a:spcBef>
                          <a:spcPts val="0"/>
                        </a:spcBef>
                        <a:spcAft>
                          <a:spcPts val="0"/>
                        </a:spcAft>
                        <a:buNone/>
                      </a:pPr>
                      <a:r>
                        <a:rPr lang="en-GB">
                          <a:solidFill>
                            <a:schemeClr val="dk1"/>
                          </a:solidFill>
                          <a:latin typeface="Average Sans" panose="02000503040000020003"/>
                          <a:ea typeface="Average Sans" panose="02000503040000020003"/>
                          <a:cs typeface="Average Sans" panose="02000503040000020003"/>
                          <a:sym typeface="Average Sans" panose="02000503040000020003"/>
                        </a:rPr>
                        <a:t>d) Shoshone</a:t>
                      </a:r>
                      <a:endParaRPr>
                        <a:solidFill>
                          <a:schemeClr val="dk1"/>
                        </a:solidFill>
                        <a:latin typeface="Average Sans" panose="02000503040000020003"/>
                        <a:ea typeface="Average Sans" panose="02000503040000020003"/>
                        <a:cs typeface="Average Sans" panose="02000503040000020003"/>
                        <a:sym typeface="Average Sans" panose="02000503040000020003"/>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l" rtl="0">
                        <a:lnSpc>
                          <a:spcPct val="100000"/>
                        </a:lnSpc>
                        <a:spcBef>
                          <a:spcPts val="0"/>
                        </a:spcBef>
                        <a:spcAft>
                          <a:spcPts val="0"/>
                        </a:spcAft>
                        <a:buNone/>
                      </a:pPr>
                      <a:endParaRPr sz="1300">
                        <a:solidFill>
                          <a:schemeClr val="dk1"/>
                        </a:solidFill>
                        <a:latin typeface="Average Sans" panose="02000503040000020003"/>
                        <a:ea typeface="Average Sans" panose="02000503040000020003"/>
                        <a:cs typeface="Average Sans" panose="02000503040000020003"/>
                        <a:sym typeface="Average Sans" panose="02000503040000020003"/>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r>
            </a:tbl>
          </a:graphicData>
        </a:graphic>
      </p:graphicFrame>
      <p:sp>
        <p:nvSpPr>
          <p:cNvPr id="5348" name="Google Shape;5348;p67"/>
          <p:cNvSpPr txBox="1"/>
          <p:nvPr/>
        </p:nvSpPr>
        <p:spPr>
          <a:xfrm>
            <a:off x="6701875" y="4329800"/>
            <a:ext cx="1728900" cy="2742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GB">
                <a:solidFill>
                  <a:schemeClr val="dk1"/>
                </a:solidFill>
                <a:latin typeface="Average Sans" panose="02000503040000020003"/>
                <a:ea typeface="Average Sans" panose="02000503040000020003"/>
                <a:cs typeface="Average Sans" panose="02000503040000020003"/>
                <a:sym typeface="Average Sans" panose="02000503040000020003"/>
              </a:rPr>
              <a:t>Solution: 1.b 2.c</a:t>
            </a:r>
            <a:endParaRPr>
              <a:solidFill>
                <a:schemeClr val="dk1"/>
              </a:solidFill>
              <a:latin typeface="Average Sans" panose="02000503040000020003"/>
              <a:ea typeface="Average Sans" panose="02000503040000020003"/>
              <a:cs typeface="Average Sans" panose="02000503040000020003"/>
              <a:sym typeface="Average Sans" panose="02000503040000020003"/>
            </a:endParaRPr>
          </a:p>
          <a:p>
            <a:pPr marL="0" lvl="0" indent="0" algn="r" rtl="0">
              <a:spcBef>
                <a:spcPts val="0"/>
              </a:spcBef>
              <a:spcAft>
                <a:spcPts val="0"/>
              </a:spcAft>
              <a:buNone/>
            </a:pPr>
            <a:endParaRPr>
              <a:solidFill>
                <a:schemeClr val="dk1"/>
              </a:solidFill>
              <a:latin typeface="Average Sans" panose="02000503040000020003"/>
              <a:ea typeface="Average Sans" panose="02000503040000020003"/>
              <a:cs typeface="Average Sans" panose="02000503040000020003"/>
              <a:sym typeface="Average Sans" panose="02000503040000020003"/>
            </a:endParaRPr>
          </a:p>
          <a:p>
            <a:pPr marL="0" lvl="0" indent="0" algn="r" rtl="0">
              <a:spcBef>
                <a:spcPts val="0"/>
              </a:spcBef>
              <a:spcAft>
                <a:spcPts val="0"/>
              </a:spcAft>
              <a:buNone/>
            </a:pPr>
            <a:endParaRPr>
              <a:solidFill>
                <a:schemeClr val="dk1"/>
              </a:solidFill>
              <a:latin typeface="Average Sans" panose="02000503040000020003"/>
              <a:ea typeface="Average Sans" panose="02000503040000020003"/>
              <a:cs typeface="Average Sans" panose="02000503040000020003"/>
              <a:sym typeface="Average Sans" panose="02000503040000020003"/>
            </a:endParaRPr>
          </a:p>
        </p:txBody>
      </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5352" name="Shape 5352"/>
        <p:cNvGrpSpPr/>
        <p:nvPr/>
      </p:nvGrpSpPr>
      <p:grpSpPr>
        <a:xfrm>
          <a:off x="0" y="0"/>
          <a:ext cx="0" cy="0"/>
          <a:chOff x="0" y="0"/>
          <a:chExt cx="0" cy="0"/>
        </a:xfrm>
      </p:grpSpPr>
      <p:sp>
        <p:nvSpPr>
          <p:cNvPr id="5353" name="Google Shape;5353;p68"/>
          <p:cNvSpPr txBox="1"/>
          <p:nvPr>
            <p:ph type="title"/>
          </p:nvPr>
        </p:nvSpPr>
        <p:spPr>
          <a:xfrm>
            <a:off x="2347938" y="677525"/>
            <a:ext cx="4448100" cy="1058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Thanks!</a:t>
            </a:r>
            <a:endParaRPr lang="en-GB"/>
          </a:p>
        </p:txBody>
      </p:sp>
      <p:sp>
        <p:nvSpPr>
          <p:cNvPr id="5354" name="Google Shape;5354;p68"/>
          <p:cNvSpPr txBox="1"/>
          <p:nvPr>
            <p:ph type="subTitle" idx="1"/>
          </p:nvPr>
        </p:nvSpPr>
        <p:spPr>
          <a:xfrm>
            <a:off x="2347900" y="1841450"/>
            <a:ext cx="4448100" cy="1058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GB" sz="2000"/>
              <a:t>D</a:t>
            </a:r>
            <a:r>
              <a:rPr lang="en-GB" sz="2000"/>
              <a:t>o you have any questions?</a:t>
            </a:r>
            <a:endParaRPr sz="2000"/>
          </a:p>
          <a:p>
            <a:pPr marL="0" lvl="0" indent="0" algn="ctr" rtl="0">
              <a:spcBef>
                <a:spcPts val="0"/>
              </a:spcBef>
              <a:spcAft>
                <a:spcPts val="0"/>
              </a:spcAft>
              <a:buNone/>
            </a:pPr>
            <a:r>
              <a:rPr lang="en-GB"/>
              <a:t>youremail@freepik.com</a:t>
            </a:r>
            <a:endParaRPr lang="en-GB"/>
          </a:p>
          <a:p>
            <a:pPr marL="0" lvl="0" indent="0" algn="ctr" rtl="0">
              <a:spcBef>
                <a:spcPts val="0"/>
              </a:spcBef>
              <a:spcAft>
                <a:spcPts val="0"/>
              </a:spcAft>
              <a:buNone/>
            </a:pPr>
            <a:r>
              <a:rPr lang="en-GB"/>
              <a:t>+34 654 321 432</a:t>
            </a:r>
            <a:endParaRPr lang="en-GB"/>
          </a:p>
          <a:p>
            <a:pPr marL="0" lvl="0" indent="0" algn="ctr" rtl="0">
              <a:spcBef>
                <a:spcPts val="0"/>
              </a:spcBef>
              <a:spcAft>
                <a:spcPts val="0"/>
              </a:spcAft>
              <a:buNone/>
            </a:pPr>
            <a:r>
              <a:rPr lang="en-GB"/>
              <a:t>yourwebsite.com</a:t>
            </a:r>
            <a:endParaRPr lang="en-GB"/>
          </a:p>
        </p:txBody>
      </p:sp>
      <p:sp>
        <p:nvSpPr>
          <p:cNvPr id="5355" name="Google Shape;5355;p68"/>
          <p:cNvSpPr/>
          <p:nvPr/>
        </p:nvSpPr>
        <p:spPr>
          <a:xfrm>
            <a:off x="3485375" y="3088037"/>
            <a:ext cx="437400" cy="437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56" name="Google Shape;5356;p68"/>
          <p:cNvSpPr/>
          <p:nvPr/>
        </p:nvSpPr>
        <p:spPr>
          <a:xfrm>
            <a:off x="4353250" y="3088037"/>
            <a:ext cx="437400" cy="437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57" name="Google Shape;5357;p68"/>
          <p:cNvSpPr/>
          <p:nvPr/>
        </p:nvSpPr>
        <p:spPr>
          <a:xfrm>
            <a:off x="5221125" y="3088037"/>
            <a:ext cx="437400" cy="437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5358" name="Google Shape;5358;p68"/>
          <p:cNvGrpSpPr/>
          <p:nvPr/>
        </p:nvGrpSpPr>
        <p:grpSpPr>
          <a:xfrm>
            <a:off x="3572524" y="3167535"/>
            <a:ext cx="276012" cy="275991"/>
            <a:chOff x="3368074" y="3882537"/>
            <a:chExt cx="215298" cy="215298"/>
          </a:xfrm>
        </p:grpSpPr>
        <p:sp>
          <p:nvSpPr>
            <p:cNvPr id="5359" name="Google Shape;5359;p68"/>
            <p:cNvSpPr/>
            <p:nvPr/>
          </p:nvSpPr>
          <p:spPr>
            <a:xfrm>
              <a:off x="3368074" y="3882537"/>
              <a:ext cx="215298" cy="215298"/>
            </a:xfrm>
            <a:custGeom>
              <a:avLst/>
              <a:gdLst/>
              <a:ahLst/>
              <a:cxnLst/>
              <a:rect l="l" t="t" r="r" b="b"/>
              <a:pathLst>
                <a:path w="6764" h="6764" extrusionOk="0">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60" name="Google Shape;5360;p68"/>
            <p:cNvSpPr/>
            <p:nvPr/>
          </p:nvSpPr>
          <p:spPr>
            <a:xfrm>
              <a:off x="3418143" y="3933656"/>
              <a:ext cx="114811" cy="112742"/>
            </a:xfrm>
            <a:custGeom>
              <a:avLst/>
              <a:gdLst/>
              <a:ahLst/>
              <a:cxnLst/>
              <a:rect l="l" t="t" r="r" b="b"/>
              <a:pathLst>
                <a:path w="3607" h="3542" extrusionOk="0">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61" name="Google Shape;5361;p68"/>
            <p:cNvSpPr/>
            <p:nvPr/>
          </p:nvSpPr>
          <p:spPr>
            <a:xfrm>
              <a:off x="3519298" y="3910197"/>
              <a:ext cx="29570" cy="29220"/>
            </a:xfrm>
            <a:custGeom>
              <a:avLst/>
              <a:gdLst/>
              <a:ahLst/>
              <a:cxnLst/>
              <a:rect l="l" t="t" r="r" b="b"/>
              <a:pathLst>
                <a:path w="929" h="918" extrusionOk="0">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362" name="Google Shape;5362;p68"/>
          <p:cNvGrpSpPr/>
          <p:nvPr/>
        </p:nvGrpSpPr>
        <p:grpSpPr>
          <a:xfrm>
            <a:off x="4438556" y="3186243"/>
            <a:ext cx="266790" cy="238574"/>
            <a:chOff x="3824739" y="3890112"/>
            <a:chExt cx="208105" cy="186110"/>
          </a:xfrm>
        </p:grpSpPr>
        <p:sp>
          <p:nvSpPr>
            <p:cNvPr id="5363" name="Google Shape;5363;p68"/>
            <p:cNvSpPr/>
            <p:nvPr/>
          </p:nvSpPr>
          <p:spPr>
            <a:xfrm>
              <a:off x="3831933" y="3955682"/>
              <a:ext cx="47809" cy="120540"/>
            </a:xfrm>
            <a:custGeom>
              <a:avLst/>
              <a:gdLst/>
              <a:ahLst/>
              <a:cxnLst/>
              <a:rect l="l" t="t" r="r" b="b"/>
              <a:pathLst>
                <a:path w="1502" h="3787" extrusionOk="0">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64" name="Google Shape;5364;p68"/>
            <p:cNvSpPr/>
            <p:nvPr/>
          </p:nvSpPr>
          <p:spPr>
            <a:xfrm>
              <a:off x="3824739" y="3890112"/>
              <a:ext cx="55002" cy="55002"/>
            </a:xfrm>
            <a:custGeom>
              <a:avLst/>
              <a:gdLst/>
              <a:ahLst/>
              <a:cxnLst/>
              <a:rect l="l" t="t" r="r" b="b"/>
              <a:pathLst>
                <a:path w="1728" h="1728" extrusionOk="0">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65" name="Google Shape;5365;p68"/>
            <p:cNvSpPr/>
            <p:nvPr/>
          </p:nvSpPr>
          <p:spPr>
            <a:xfrm>
              <a:off x="3904696" y="3955682"/>
              <a:ext cx="128148" cy="120540"/>
            </a:xfrm>
            <a:custGeom>
              <a:avLst/>
              <a:gdLst/>
              <a:ahLst/>
              <a:cxnLst/>
              <a:rect l="l" t="t" r="r" b="b"/>
              <a:pathLst>
                <a:path w="4026" h="3787" extrusionOk="0">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5366" name="Google Shape;5366;p68"/>
          <p:cNvSpPr/>
          <p:nvPr/>
        </p:nvSpPr>
        <p:spPr>
          <a:xfrm>
            <a:off x="5302440" y="3186482"/>
            <a:ext cx="291511" cy="238097"/>
          </a:xfrm>
          <a:custGeom>
            <a:avLst/>
            <a:gdLst/>
            <a:ahLst/>
            <a:cxnLst/>
            <a:rect l="l" t="t" r="r" b="b"/>
            <a:pathLst>
              <a:path w="7144" h="5835" extrusionOk="0">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67" name="Google Shape;5367;p68"/>
          <p:cNvSpPr txBox="1"/>
          <p:nvPr/>
        </p:nvSpPr>
        <p:spPr>
          <a:xfrm>
            <a:off x="2496150" y="4125850"/>
            <a:ext cx="4151700" cy="260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GB" sz="1200">
                <a:solidFill>
                  <a:schemeClr val="dk1"/>
                </a:solidFill>
                <a:latin typeface="Average Sans" panose="02000503040000020003"/>
                <a:ea typeface="Average Sans" panose="02000503040000020003"/>
                <a:cs typeface="Average Sans" panose="02000503040000020003"/>
                <a:sym typeface="Average Sans" panose="02000503040000020003"/>
              </a:rPr>
              <a:t>Please keep this slide for attribution</a:t>
            </a:r>
            <a:endParaRPr sz="1200">
              <a:solidFill>
                <a:schemeClr val="dk1"/>
              </a:solidFill>
              <a:latin typeface="Average Sans" panose="02000503040000020003"/>
              <a:ea typeface="Average Sans" panose="02000503040000020003"/>
              <a:cs typeface="Average Sans" panose="02000503040000020003"/>
              <a:sym typeface="Average Sans" panose="02000503040000020003"/>
            </a:endParaRPr>
          </a:p>
        </p:txBody>
      </p:sp>
      <p:sp>
        <p:nvSpPr>
          <p:cNvPr id="5368" name="Google Shape;5368;p68"/>
          <p:cNvSpPr/>
          <p:nvPr/>
        </p:nvSpPr>
        <p:spPr>
          <a:xfrm flipH="1">
            <a:off x="313357" y="2836137"/>
            <a:ext cx="799730" cy="755108"/>
          </a:xfrm>
          <a:custGeom>
            <a:avLst/>
            <a:gdLst/>
            <a:ahLst/>
            <a:cxnLst/>
            <a:rect l="l" t="t" r="r" b="b"/>
            <a:pathLst>
              <a:path w="33479" h="31611" extrusionOk="0">
                <a:moveTo>
                  <a:pt x="16635" y="937"/>
                </a:moveTo>
                <a:cubicBezTo>
                  <a:pt x="16761" y="1711"/>
                  <a:pt x="16844" y="2527"/>
                  <a:pt x="16886" y="3343"/>
                </a:cubicBezTo>
                <a:cubicBezTo>
                  <a:pt x="16823" y="3385"/>
                  <a:pt x="16719" y="3427"/>
                  <a:pt x="16635" y="3469"/>
                </a:cubicBezTo>
                <a:cubicBezTo>
                  <a:pt x="16656" y="2632"/>
                  <a:pt x="16656" y="1774"/>
                  <a:pt x="16635" y="937"/>
                </a:cubicBezTo>
                <a:close/>
                <a:moveTo>
                  <a:pt x="18434" y="2904"/>
                </a:moveTo>
                <a:lnTo>
                  <a:pt x="18455" y="2925"/>
                </a:lnTo>
                <a:cubicBezTo>
                  <a:pt x="18434" y="2946"/>
                  <a:pt x="18434" y="2946"/>
                  <a:pt x="18434" y="2967"/>
                </a:cubicBezTo>
                <a:cubicBezTo>
                  <a:pt x="17866" y="3261"/>
                  <a:pt x="15386" y="4639"/>
                  <a:pt x="14939" y="4639"/>
                </a:cubicBezTo>
                <a:cubicBezTo>
                  <a:pt x="14909" y="4639"/>
                  <a:pt x="14888" y="4633"/>
                  <a:pt x="14877" y="4620"/>
                </a:cubicBezTo>
                <a:cubicBezTo>
                  <a:pt x="14877" y="4599"/>
                  <a:pt x="14857" y="4599"/>
                  <a:pt x="14857" y="4599"/>
                </a:cubicBezTo>
                <a:lnTo>
                  <a:pt x="14857" y="4536"/>
                </a:lnTo>
                <a:cubicBezTo>
                  <a:pt x="14794" y="4494"/>
                  <a:pt x="14836" y="4473"/>
                  <a:pt x="14836" y="4431"/>
                </a:cubicBezTo>
                <a:cubicBezTo>
                  <a:pt x="16049" y="4013"/>
                  <a:pt x="17263" y="3448"/>
                  <a:pt x="18434" y="2904"/>
                </a:cubicBezTo>
                <a:close/>
                <a:moveTo>
                  <a:pt x="23770" y="5624"/>
                </a:moveTo>
                <a:cubicBezTo>
                  <a:pt x="23854" y="6691"/>
                  <a:pt x="24000" y="8930"/>
                  <a:pt x="24042" y="9390"/>
                </a:cubicBezTo>
                <a:cubicBezTo>
                  <a:pt x="23875" y="9411"/>
                  <a:pt x="23749" y="9432"/>
                  <a:pt x="23582" y="9453"/>
                </a:cubicBezTo>
                <a:cubicBezTo>
                  <a:pt x="23644" y="9076"/>
                  <a:pt x="23770" y="6712"/>
                  <a:pt x="23770" y="5624"/>
                </a:cubicBezTo>
                <a:close/>
                <a:moveTo>
                  <a:pt x="10672" y="6858"/>
                </a:moveTo>
                <a:cubicBezTo>
                  <a:pt x="10651" y="6921"/>
                  <a:pt x="10588" y="7005"/>
                  <a:pt x="10546" y="7047"/>
                </a:cubicBezTo>
                <a:cubicBezTo>
                  <a:pt x="10484" y="7047"/>
                  <a:pt x="10463" y="7089"/>
                  <a:pt x="10442" y="7130"/>
                </a:cubicBezTo>
                <a:lnTo>
                  <a:pt x="10442" y="7172"/>
                </a:lnTo>
                <a:cubicBezTo>
                  <a:pt x="9960" y="7654"/>
                  <a:pt x="9019" y="8177"/>
                  <a:pt x="8768" y="8386"/>
                </a:cubicBezTo>
                <a:cubicBezTo>
                  <a:pt x="8203" y="8783"/>
                  <a:pt x="7659" y="9181"/>
                  <a:pt x="7136" y="9620"/>
                </a:cubicBezTo>
                <a:cubicBezTo>
                  <a:pt x="7136" y="9620"/>
                  <a:pt x="7136" y="9579"/>
                  <a:pt x="7115" y="9579"/>
                </a:cubicBezTo>
                <a:cubicBezTo>
                  <a:pt x="7115" y="9558"/>
                  <a:pt x="7136" y="9558"/>
                  <a:pt x="7136" y="9537"/>
                </a:cubicBezTo>
                <a:cubicBezTo>
                  <a:pt x="7153" y="9485"/>
                  <a:pt x="7128" y="9448"/>
                  <a:pt x="7083" y="9448"/>
                </a:cubicBezTo>
                <a:cubicBezTo>
                  <a:pt x="7074" y="9448"/>
                  <a:pt x="7063" y="9449"/>
                  <a:pt x="7052" y="9453"/>
                </a:cubicBezTo>
                <a:cubicBezTo>
                  <a:pt x="7088" y="9435"/>
                  <a:pt x="7093" y="9433"/>
                  <a:pt x="7107" y="9406"/>
                </a:cubicBezTo>
                <a:lnTo>
                  <a:pt x="7107" y="9406"/>
                </a:lnTo>
                <a:cubicBezTo>
                  <a:pt x="7107" y="9406"/>
                  <a:pt x="7107" y="9406"/>
                  <a:pt x="7107" y="9406"/>
                </a:cubicBezTo>
                <a:cubicBezTo>
                  <a:pt x="7110" y="9406"/>
                  <a:pt x="7115" y="9401"/>
                  <a:pt x="7115" y="9390"/>
                </a:cubicBezTo>
                <a:lnTo>
                  <a:pt x="7115" y="9390"/>
                </a:lnTo>
                <a:cubicBezTo>
                  <a:pt x="7115" y="9390"/>
                  <a:pt x="7115" y="9390"/>
                  <a:pt x="7115" y="9390"/>
                </a:cubicBezTo>
                <a:cubicBezTo>
                  <a:pt x="8307" y="8574"/>
                  <a:pt x="9458" y="7675"/>
                  <a:pt x="10672" y="6858"/>
                </a:cubicBezTo>
                <a:close/>
                <a:moveTo>
                  <a:pt x="18393" y="3155"/>
                </a:moveTo>
                <a:lnTo>
                  <a:pt x="18393" y="3155"/>
                </a:lnTo>
                <a:cubicBezTo>
                  <a:pt x="17681" y="4850"/>
                  <a:pt x="17890" y="6817"/>
                  <a:pt x="19041" y="8281"/>
                </a:cubicBezTo>
                <a:cubicBezTo>
                  <a:pt x="18538" y="7990"/>
                  <a:pt x="17939" y="7885"/>
                  <a:pt x="17334" y="7885"/>
                </a:cubicBezTo>
                <a:cubicBezTo>
                  <a:pt x="16807" y="7885"/>
                  <a:pt x="16275" y="7965"/>
                  <a:pt x="15798" y="8072"/>
                </a:cubicBezTo>
                <a:cubicBezTo>
                  <a:pt x="14857" y="8281"/>
                  <a:pt x="13957" y="8783"/>
                  <a:pt x="13706" y="9746"/>
                </a:cubicBezTo>
                <a:lnTo>
                  <a:pt x="13685" y="9746"/>
                </a:lnTo>
                <a:cubicBezTo>
                  <a:pt x="13476" y="8825"/>
                  <a:pt x="13392" y="7967"/>
                  <a:pt x="13643" y="7047"/>
                </a:cubicBezTo>
                <a:cubicBezTo>
                  <a:pt x="13894" y="6189"/>
                  <a:pt x="14417" y="5540"/>
                  <a:pt x="14773" y="4745"/>
                </a:cubicBezTo>
                <a:cubicBezTo>
                  <a:pt x="14794" y="4745"/>
                  <a:pt x="14836" y="4724"/>
                  <a:pt x="14857" y="4703"/>
                </a:cubicBezTo>
                <a:cubicBezTo>
                  <a:pt x="14877" y="4709"/>
                  <a:pt x="14902" y="4712"/>
                  <a:pt x="14931" y="4712"/>
                </a:cubicBezTo>
                <a:cubicBezTo>
                  <a:pt x="15516" y="4712"/>
                  <a:pt x="17695" y="3554"/>
                  <a:pt x="18393" y="3155"/>
                </a:cubicBezTo>
                <a:close/>
                <a:moveTo>
                  <a:pt x="17200" y="8867"/>
                </a:moveTo>
                <a:lnTo>
                  <a:pt x="17200" y="8867"/>
                </a:lnTo>
                <a:cubicBezTo>
                  <a:pt x="17493" y="9076"/>
                  <a:pt x="17786" y="9286"/>
                  <a:pt x="18079" y="9453"/>
                </a:cubicBezTo>
                <a:cubicBezTo>
                  <a:pt x="17786" y="9558"/>
                  <a:pt x="17493" y="9662"/>
                  <a:pt x="17179" y="9809"/>
                </a:cubicBezTo>
                <a:cubicBezTo>
                  <a:pt x="17242" y="9495"/>
                  <a:pt x="17242" y="9181"/>
                  <a:pt x="17200" y="8867"/>
                </a:cubicBezTo>
                <a:close/>
                <a:moveTo>
                  <a:pt x="16970" y="8198"/>
                </a:moveTo>
                <a:cubicBezTo>
                  <a:pt x="16970" y="8721"/>
                  <a:pt x="16949" y="9307"/>
                  <a:pt x="17033" y="9851"/>
                </a:cubicBezTo>
                <a:lnTo>
                  <a:pt x="16865" y="9934"/>
                </a:lnTo>
                <a:cubicBezTo>
                  <a:pt x="16886" y="9348"/>
                  <a:pt x="16865" y="8783"/>
                  <a:pt x="16740" y="8198"/>
                </a:cubicBezTo>
                <a:close/>
                <a:moveTo>
                  <a:pt x="25611" y="9307"/>
                </a:moveTo>
                <a:lnTo>
                  <a:pt x="25611" y="9307"/>
                </a:lnTo>
                <a:cubicBezTo>
                  <a:pt x="25632" y="9599"/>
                  <a:pt x="24837" y="9662"/>
                  <a:pt x="24732" y="9704"/>
                </a:cubicBezTo>
                <a:lnTo>
                  <a:pt x="23728" y="9934"/>
                </a:lnTo>
                <a:cubicBezTo>
                  <a:pt x="23059" y="10081"/>
                  <a:pt x="22389" y="10185"/>
                  <a:pt x="21740" y="10395"/>
                </a:cubicBezTo>
                <a:lnTo>
                  <a:pt x="21740" y="10353"/>
                </a:lnTo>
                <a:cubicBezTo>
                  <a:pt x="21699" y="10290"/>
                  <a:pt x="21678" y="10248"/>
                  <a:pt x="21678" y="10164"/>
                </a:cubicBezTo>
                <a:cubicBezTo>
                  <a:pt x="21699" y="10081"/>
                  <a:pt x="21740" y="10039"/>
                  <a:pt x="21740" y="9955"/>
                </a:cubicBezTo>
                <a:cubicBezTo>
                  <a:pt x="21835" y="9970"/>
                  <a:pt x="21932" y="9976"/>
                  <a:pt x="22032" y="9976"/>
                </a:cubicBezTo>
                <a:cubicBezTo>
                  <a:pt x="22506" y="9976"/>
                  <a:pt x="23027" y="9832"/>
                  <a:pt x="23477" y="9746"/>
                </a:cubicBezTo>
                <a:cubicBezTo>
                  <a:pt x="24188" y="9620"/>
                  <a:pt x="24900" y="9495"/>
                  <a:pt x="25611" y="9307"/>
                </a:cubicBezTo>
                <a:close/>
                <a:moveTo>
                  <a:pt x="19146" y="9244"/>
                </a:moveTo>
                <a:cubicBezTo>
                  <a:pt x="19188" y="9307"/>
                  <a:pt x="17095" y="10185"/>
                  <a:pt x="16886" y="10269"/>
                </a:cubicBezTo>
                <a:cubicBezTo>
                  <a:pt x="16572" y="10395"/>
                  <a:pt x="16238" y="10520"/>
                  <a:pt x="15924" y="10667"/>
                </a:cubicBezTo>
                <a:cubicBezTo>
                  <a:pt x="15861" y="10682"/>
                  <a:pt x="15125" y="11040"/>
                  <a:pt x="14745" y="11040"/>
                </a:cubicBezTo>
                <a:cubicBezTo>
                  <a:pt x="14619" y="11040"/>
                  <a:pt x="14532" y="11001"/>
                  <a:pt x="14522" y="10897"/>
                </a:cubicBezTo>
                <a:cubicBezTo>
                  <a:pt x="15359" y="10688"/>
                  <a:pt x="16154" y="10353"/>
                  <a:pt x="16991" y="10060"/>
                </a:cubicBezTo>
                <a:cubicBezTo>
                  <a:pt x="17702" y="9830"/>
                  <a:pt x="18455" y="9599"/>
                  <a:pt x="19146" y="9244"/>
                </a:cubicBezTo>
                <a:close/>
                <a:moveTo>
                  <a:pt x="9939" y="13575"/>
                </a:moveTo>
                <a:cubicBezTo>
                  <a:pt x="9584" y="13826"/>
                  <a:pt x="9270" y="14140"/>
                  <a:pt x="8998" y="14454"/>
                </a:cubicBezTo>
                <a:cubicBezTo>
                  <a:pt x="8977" y="14161"/>
                  <a:pt x="8935" y="13910"/>
                  <a:pt x="8914" y="13617"/>
                </a:cubicBezTo>
                <a:cubicBezTo>
                  <a:pt x="9249" y="13575"/>
                  <a:pt x="9605" y="13575"/>
                  <a:pt x="9939" y="13575"/>
                </a:cubicBezTo>
                <a:close/>
                <a:moveTo>
                  <a:pt x="10379" y="7423"/>
                </a:moveTo>
                <a:lnTo>
                  <a:pt x="10379" y="7423"/>
                </a:lnTo>
                <a:cubicBezTo>
                  <a:pt x="9835" y="9327"/>
                  <a:pt x="9939" y="11608"/>
                  <a:pt x="11007" y="13303"/>
                </a:cubicBezTo>
                <a:cubicBezTo>
                  <a:pt x="10702" y="13234"/>
                  <a:pt x="10358" y="13198"/>
                  <a:pt x="9997" y="13198"/>
                </a:cubicBezTo>
                <a:cubicBezTo>
                  <a:pt x="8723" y="13198"/>
                  <a:pt x="7249" y="13643"/>
                  <a:pt x="6613" y="14621"/>
                </a:cubicBezTo>
                <a:cubicBezTo>
                  <a:pt x="5964" y="12968"/>
                  <a:pt x="6278" y="11273"/>
                  <a:pt x="7052" y="9725"/>
                </a:cubicBezTo>
                <a:cubicBezTo>
                  <a:pt x="7094" y="9725"/>
                  <a:pt x="7094" y="9725"/>
                  <a:pt x="7115" y="9746"/>
                </a:cubicBezTo>
                <a:cubicBezTo>
                  <a:pt x="7157" y="9746"/>
                  <a:pt x="7240" y="9725"/>
                  <a:pt x="7303" y="9662"/>
                </a:cubicBezTo>
                <a:lnTo>
                  <a:pt x="7303" y="9641"/>
                </a:lnTo>
                <a:cubicBezTo>
                  <a:pt x="8140" y="9118"/>
                  <a:pt x="8935" y="8491"/>
                  <a:pt x="9730" y="7884"/>
                </a:cubicBezTo>
                <a:cubicBezTo>
                  <a:pt x="9877" y="7779"/>
                  <a:pt x="10149" y="7633"/>
                  <a:pt x="10379" y="7423"/>
                </a:cubicBezTo>
                <a:close/>
                <a:moveTo>
                  <a:pt x="25528" y="9746"/>
                </a:moveTo>
                <a:cubicBezTo>
                  <a:pt x="25465" y="10583"/>
                  <a:pt x="25423" y="11483"/>
                  <a:pt x="25549" y="12320"/>
                </a:cubicBezTo>
                <a:cubicBezTo>
                  <a:pt x="25632" y="12905"/>
                  <a:pt x="25862" y="13366"/>
                  <a:pt x="26197" y="13826"/>
                </a:cubicBezTo>
                <a:cubicBezTo>
                  <a:pt x="25632" y="13687"/>
                  <a:pt x="25052" y="13604"/>
                  <a:pt x="24479" y="13604"/>
                </a:cubicBezTo>
                <a:cubicBezTo>
                  <a:pt x="23419" y="13604"/>
                  <a:pt x="22387" y="13888"/>
                  <a:pt x="21531" y="14621"/>
                </a:cubicBezTo>
                <a:cubicBezTo>
                  <a:pt x="21050" y="13198"/>
                  <a:pt x="21259" y="11859"/>
                  <a:pt x="21803" y="10499"/>
                </a:cubicBezTo>
                <a:cubicBezTo>
                  <a:pt x="22933" y="10374"/>
                  <a:pt x="24084" y="10081"/>
                  <a:pt x="25214" y="9851"/>
                </a:cubicBezTo>
                <a:cubicBezTo>
                  <a:pt x="25318" y="9830"/>
                  <a:pt x="25423" y="9809"/>
                  <a:pt x="25528" y="9746"/>
                </a:cubicBezTo>
                <a:close/>
                <a:moveTo>
                  <a:pt x="19062" y="9704"/>
                </a:moveTo>
                <a:lnTo>
                  <a:pt x="19062" y="9704"/>
                </a:lnTo>
                <a:cubicBezTo>
                  <a:pt x="18309" y="11211"/>
                  <a:pt x="18895" y="12989"/>
                  <a:pt x="19732" y="14412"/>
                </a:cubicBezTo>
                <a:cubicBezTo>
                  <a:pt x="19101" y="14040"/>
                  <a:pt x="18398" y="13905"/>
                  <a:pt x="17687" y="13905"/>
                </a:cubicBezTo>
                <a:cubicBezTo>
                  <a:pt x="17077" y="13905"/>
                  <a:pt x="16462" y="14005"/>
                  <a:pt x="15882" y="14140"/>
                </a:cubicBezTo>
                <a:cubicBezTo>
                  <a:pt x="14731" y="14412"/>
                  <a:pt x="13538" y="14935"/>
                  <a:pt x="13078" y="16044"/>
                </a:cubicBezTo>
                <a:cubicBezTo>
                  <a:pt x="13120" y="15186"/>
                  <a:pt x="13120" y="14370"/>
                  <a:pt x="13413" y="13533"/>
                </a:cubicBezTo>
                <a:cubicBezTo>
                  <a:pt x="13580" y="13094"/>
                  <a:pt x="13789" y="12654"/>
                  <a:pt x="14041" y="12236"/>
                </a:cubicBezTo>
                <a:cubicBezTo>
                  <a:pt x="14250" y="11922"/>
                  <a:pt x="14459" y="11629"/>
                  <a:pt x="14626" y="11294"/>
                </a:cubicBezTo>
                <a:cubicBezTo>
                  <a:pt x="14639" y="11296"/>
                  <a:pt x="14653" y="11297"/>
                  <a:pt x="14667" y="11297"/>
                </a:cubicBezTo>
                <a:cubicBezTo>
                  <a:pt x="14810" y="11297"/>
                  <a:pt x="14993" y="11207"/>
                  <a:pt x="15108" y="11169"/>
                </a:cubicBezTo>
                <a:cubicBezTo>
                  <a:pt x="15526" y="11001"/>
                  <a:pt x="15924" y="10855"/>
                  <a:pt x="16342" y="10688"/>
                </a:cubicBezTo>
                <a:cubicBezTo>
                  <a:pt x="17116" y="10395"/>
                  <a:pt x="17911" y="10081"/>
                  <a:pt x="18686" y="9809"/>
                </a:cubicBezTo>
                <a:cubicBezTo>
                  <a:pt x="18790" y="9767"/>
                  <a:pt x="18937" y="9725"/>
                  <a:pt x="19062" y="9704"/>
                </a:cubicBezTo>
                <a:close/>
                <a:moveTo>
                  <a:pt x="17367" y="15312"/>
                </a:moveTo>
                <a:cubicBezTo>
                  <a:pt x="17702" y="15563"/>
                  <a:pt x="18079" y="15814"/>
                  <a:pt x="18455" y="15981"/>
                </a:cubicBezTo>
                <a:cubicBezTo>
                  <a:pt x="18079" y="16044"/>
                  <a:pt x="17681" y="16128"/>
                  <a:pt x="17305" y="16211"/>
                </a:cubicBezTo>
                <a:cubicBezTo>
                  <a:pt x="17346" y="15918"/>
                  <a:pt x="17367" y="15625"/>
                  <a:pt x="17367" y="15312"/>
                </a:cubicBezTo>
                <a:close/>
                <a:moveTo>
                  <a:pt x="17116" y="14203"/>
                </a:moveTo>
                <a:lnTo>
                  <a:pt x="17116" y="14203"/>
                </a:lnTo>
                <a:cubicBezTo>
                  <a:pt x="17095" y="14851"/>
                  <a:pt x="17116" y="15521"/>
                  <a:pt x="17095" y="16190"/>
                </a:cubicBezTo>
                <a:lnTo>
                  <a:pt x="17095" y="16232"/>
                </a:lnTo>
                <a:cubicBezTo>
                  <a:pt x="16970" y="16253"/>
                  <a:pt x="16802" y="16295"/>
                  <a:pt x="16677" y="16316"/>
                </a:cubicBezTo>
                <a:cubicBezTo>
                  <a:pt x="16844" y="15688"/>
                  <a:pt x="16865" y="14935"/>
                  <a:pt x="16761" y="14245"/>
                </a:cubicBezTo>
                <a:cubicBezTo>
                  <a:pt x="16886" y="14224"/>
                  <a:pt x="17033" y="14224"/>
                  <a:pt x="17116" y="14203"/>
                </a:cubicBezTo>
                <a:close/>
                <a:moveTo>
                  <a:pt x="23958" y="13910"/>
                </a:moveTo>
                <a:lnTo>
                  <a:pt x="23958" y="13910"/>
                </a:lnTo>
                <a:cubicBezTo>
                  <a:pt x="23896" y="14663"/>
                  <a:pt x="23958" y="15458"/>
                  <a:pt x="24063" y="16211"/>
                </a:cubicBezTo>
                <a:cubicBezTo>
                  <a:pt x="24063" y="16232"/>
                  <a:pt x="24084" y="16253"/>
                  <a:pt x="24084" y="16253"/>
                </a:cubicBezTo>
                <a:cubicBezTo>
                  <a:pt x="23916" y="16337"/>
                  <a:pt x="23791" y="16400"/>
                  <a:pt x="23644" y="16462"/>
                </a:cubicBezTo>
                <a:cubicBezTo>
                  <a:pt x="23770" y="15625"/>
                  <a:pt x="23833" y="14768"/>
                  <a:pt x="23770" y="13931"/>
                </a:cubicBezTo>
                <a:cubicBezTo>
                  <a:pt x="23833" y="13931"/>
                  <a:pt x="23896" y="13931"/>
                  <a:pt x="23958" y="13910"/>
                </a:cubicBezTo>
                <a:close/>
                <a:moveTo>
                  <a:pt x="8789" y="13638"/>
                </a:moveTo>
                <a:cubicBezTo>
                  <a:pt x="8768" y="13993"/>
                  <a:pt x="8768" y="14349"/>
                  <a:pt x="8789" y="14684"/>
                </a:cubicBezTo>
                <a:cubicBezTo>
                  <a:pt x="8747" y="14726"/>
                  <a:pt x="8747" y="14747"/>
                  <a:pt x="8789" y="14768"/>
                </a:cubicBezTo>
                <a:cubicBezTo>
                  <a:pt x="8831" y="15312"/>
                  <a:pt x="8914" y="15897"/>
                  <a:pt x="9082" y="16421"/>
                </a:cubicBezTo>
                <a:cubicBezTo>
                  <a:pt x="8935" y="16504"/>
                  <a:pt x="8789" y="16546"/>
                  <a:pt x="8663" y="16609"/>
                </a:cubicBezTo>
                <a:cubicBezTo>
                  <a:pt x="8621" y="16630"/>
                  <a:pt x="8600" y="16630"/>
                  <a:pt x="8579" y="16651"/>
                </a:cubicBezTo>
                <a:lnTo>
                  <a:pt x="8579" y="13680"/>
                </a:lnTo>
                <a:cubicBezTo>
                  <a:pt x="8663" y="13638"/>
                  <a:pt x="8705" y="13638"/>
                  <a:pt x="8789" y="13638"/>
                </a:cubicBezTo>
                <a:close/>
                <a:moveTo>
                  <a:pt x="20171" y="15939"/>
                </a:moveTo>
                <a:cubicBezTo>
                  <a:pt x="20171" y="15981"/>
                  <a:pt x="20192" y="15981"/>
                  <a:pt x="20192" y="16002"/>
                </a:cubicBezTo>
                <a:cubicBezTo>
                  <a:pt x="20192" y="16023"/>
                  <a:pt x="20192" y="16107"/>
                  <a:pt x="20171" y="16128"/>
                </a:cubicBezTo>
                <a:cubicBezTo>
                  <a:pt x="20067" y="16232"/>
                  <a:pt x="19878" y="16232"/>
                  <a:pt x="19774" y="16253"/>
                </a:cubicBezTo>
                <a:cubicBezTo>
                  <a:pt x="18727" y="16316"/>
                  <a:pt x="17618" y="16609"/>
                  <a:pt x="16656" y="16818"/>
                </a:cubicBezTo>
                <a:cubicBezTo>
                  <a:pt x="15421" y="17069"/>
                  <a:pt x="14145" y="17195"/>
                  <a:pt x="12952" y="17571"/>
                </a:cubicBezTo>
                <a:cubicBezTo>
                  <a:pt x="12911" y="17550"/>
                  <a:pt x="12869" y="17509"/>
                  <a:pt x="12869" y="17467"/>
                </a:cubicBezTo>
                <a:lnTo>
                  <a:pt x="12869" y="17362"/>
                </a:lnTo>
                <a:lnTo>
                  <a:pt x="12890" y="17362"/>
                </a:lnTo>
                <a:cubicBezTo>
                  <a:pt x="14124" y="17174"/>
                  <a:pt x="15317" y="16818"/>
                  <a:pt x="16551" y="16609"/>
                </a:cubicBezTo>
                <a:cubicBezTo>
                  <a:pt x="17765" y="16400"/>
                  <a:pt x="18978" y="16253"/>
                  <a:pt x="20171" y="15939"/>
                </a:cubicBezTo>
                <a:close/>
                <a:moveTo>
                  <a:pt x="19125" y="9997"/>
                </a:moveTo>
                <a:lnTo>
                  <a:pt x="19125" y="9997"/>
                </a:lnTo>
                <a:cubicBezTo>
                  <a:pt x="19774" y="10646"/>
                  <a:pt x="20443" y="11127"/>
                  <a:pt x="21134" y="11608"/>
                </a:cubicBezTo>
                <a:cubicBezTo>
                  <a:pt x="20820" y="12675"/>
                  <a:pt x="20924" y="13847"/>
                  <a:pt x="21280" y="14872"/>
                </a:cubicBezTo>
                <a:cubicBezTo>
                  <a:pt x="21307" y="14939"/>
                  <a:pt x="21368" y="14989"/>
                  <a:pt x="21430" y="14989"/>
                </a:cubicBezTo>
                <a:cubicBezTo>
                  <a:pt x="21465" y="14989"/>
                  <a:pt x="21501" y="14973"/>
                  <a:pt x="21531" y="14935"/>
                </a:cubicBezTo>
                <a:cubicBezTo>
                  <a:pt x="22117" y="14349"/>
                  <a:pt x="22849" y="14035"/>
                  <a:pt x="23624" y="13931"/>
                </a:cubicBezTo>
                <a:lnTo>
                  <a:pt x="23624" y="13931"/>
                </a:lnTo>
                <a:cubicBezTo>
                  <a:pt x="23540" y="14789"/>
                  <a:pt x="23519" y="15667"/>
                  <a:pt x="23519" y="16504"/>
                </a:cubicBezTo>
                <a:cubicBezTo>
                  <a:pt x="22912" y="16776"/>
                  <a:pt x="22284" y="17069"/>
                  <a:pt x="21678" y="17362"/>
                </a:cubicBezTo>
                <a:cubicBezTo>
                  <a:pt x="21678" y="17322"/>
                  <a:pt x="21660" y="17299"/>
                  <a:pt x="21631" y="17299"/>
                </a:cubicBezTo>
                <a:cubicBezTo>
                  <a:pt x="21615" y="17299"/>
                  <a:pt x="21595" y="17305"/>
                  <a:pt x="21573" y="17320"/>
                </a:cubicBezTo>
                <a:cubicBezTo>
                  <a:pt x="21489" y="17425"/>
                  <a:pt x="21468" y="17571"/>
                  <a:pt x="21531" y="17697"/>
                </a:cubicBezTo>
                <a:cubicBezTo>
                  <a:pt x="21531" y="17718"/>
                  <a:pt x="21552" y="17739"/>
                  <a:pt x="21573" y="17781"/>
                </a:cubicBezTo>
                <a:cubicBezTo>
                  <a:pt x="21050" y="17383"/>
                  <a:pt x="20485" y="17027"/>
                  <a:pt x="19899" y="16734"/>
                </a:cubicBezTo>
                <a:cubicBezTo>
                  <a:pt x="20004" y="16588"/>
                  <a:pt x="20108" y="16442"/>
                  <a:pt x="20213" y="16337"/>
                </a:cubicBezTo>
                <a:cubicBezTo>
                  <a:pt x="20213" y="16337"/>
                  <a:pt x="20213" y="16316"/>
                  <a:pt x="20234" y="16316"/>
                </a:cubicBezTo>
                <a:cubicBezTo>
                  <a:pt x="20276" y="16316"/>
                  <a:pt x="20276" y="16274"/>
                  <a:pt x="20276" y="16253"/>
                </a:cubicBezTo>
                <a:lnTo>
                  <a:pt x="20276" y="16232"/>
                </a:lnTo>
                <a:lnTo>
                  <a:pt x="20297" y="16211"/>
                </a:lnTo>
                <a:cubicBezTo>
                  <a:pt x="20380" y="16107"/>
                  <a:pt x="20443" y="15897"/>
                  <a:pt x="20339" y="15793"/>
                </a:cubicBezTo>
                <a:cubicBezTo>
                  <a:pt x="20339" y="15793"/>
                  <a:pt x="20318" y="15751"/>
                  <a:pt x="20297" y="15751"/>
                </a:cubicBezTo>
                <a:cubicBezTo>
                  <a:pt x="20297" y="15709"/>
                  <a:pt x="20276" y="15646"/>
                  <a:pt x="20192" y="15646"/>
                </a:cubicBezTo>
                <a:cubicBezTo>
                  <a:pt x="19690" y="15688"/>
                  <a:pt x="19167" y="15751"/>
                  <a:pt x="18665" y="15835"/>
                </a:cubicBezTo>
                <a:cubicBezTo>
                  <a:pt x="18246" y="15584"/>
                  <a:pt x="17807" y="15374"/>
                  <a:pt x="17367" y="15123"/>
                </a:cubicBezTo>
                <a:cubicBezTo>
                  <a:pt x="17367" y="14789"/>
                  <a:pt x="17367" y="14454"/>
                  <a:pt x="17305" y="14119"/>
                </a:cubicBezTo>
                <a:cubicBezTo>
                  <a:pt x="17447" y="14108"/>
                  <a:pt x="17588" y="14102"/>
                  <a:pt x="17729" y="14102"/>
                </a:cubicBezTo>
                <a:cubicBezTo>
                  <a:pt x="18396" y="14102"/>
                  <a:pt x="19043" y="14234"/>
                  <a:pt x="19648" y="14579"/>
                </a:cubicBezTo>
                <a:cubicBezTo>
                  <a:pt x="19678" y="14597"/>
                  <a:pt x="19704" y="14605"/>
                  <a:pt x="19727" y="14605"/>
                </a:cubicBezTo>
                <a:cubicBezTo>
                  <a:pt x="19787" y="14605"/>
                  <a:pt x="19827" y="14556"/>
                  <a:pt x="19857" y="14496"/>
                </a:cubicBezTo>
                <a:cubicBezTo>
                  <a:pt x="19899" y="14496"/>
                  <a:pt x="19920" y="14475"/>
                  <a:pt x="19920" y="14433"/>
                </a:cubicBezTo>
                <a:cubicBezTo>
                  <a:pt x="19376" y="12989"/>
                  <a:pt x="18623" y="11524"/>
                  <a:pt x="19125" y="9997"/>
                </a:cubicBezTo>
                <a:close/>
                <a:moveTo>
                  <a:pt x="28541" y="14161"/>
                </a:moveTo>
                <a:cubicBezTo>
                  <a:pt x="28541" y="14161"/>
                  <a:pt x="28562" y="14161"/>
                  <a:pt x="28562" y="14203"/>
                </a:cubicBezTo>
                <a:cubicBezTo>
                  <a:pt x="28645" y="14224"/>
                  <a:pt x="27725" y="14851"/>
                  <a:pt x="27641" y="14872"/>
                </a:cubicBezTo>
                <a:cubicBezTo>
                  <a:pt x="27348" y="15040"/>
                  <a:pt x="27034" y="15186"/>
                  <a:pt x="26762" y="15353"/>
                </a:cubicBezTo>
                <a:cubicBezTo>
                  <a:pt x="26239" y="15605"/>
                  <a:pt x="25716" y="15877"/>
                  <a:pt x="25193" y="16149"/>
                </a:cubicBezTo>
                <a:cubicBezTo>
                  <a:pt x="24084" y="16714"/>
                  <a:pt x="22933" y="17195"/>
                  <a:pt x="21845" y="17781"/>
                </a:cubicBezTo>
                <a:cubicBezTo>
                  <a:pt x="21761" y="17697"/>
                  <a:pt x="21740" y="17592"/>
                  <a:pt x="21740" y="17488"/>
                </a:cubicBezTo>
                <a:lnTo>
                  <a:pt x="21740" y="17488"/>
                </a:lnTo>
                <a:cubicBezTo>
                  <a:pt x="21761" y="17509"/>
                  <a:pt x="21761" y="17509"/>
                  <a:pt x="21782" y="17509"/>
                </a:cubicBezTo>
                <a:cubicBezTo>
                  <a:pt x="22891" y="17048"/>
                  <a:pt x="24000" y="16504"/>
                  <a:pt x="25109" y="15939"/>
                </a:cubicBezTo>
                <a:cubicBezTo>
                  <a:pt x="26239" y="15374"/>
                  <a:pt x="27432" y="14872"/>
                  <a:pt x="28541" y="14161"/>
                </a:cubicBezTo>
                <a:close/>
                <a:moveTo>
                  <a:pt x="16635" y="8198"/>
                </a:moveTo>
                <a:cubicBezTo>
                  <a:pt x="16614" y="8804"/>
                  <a:pt x="16635" y="9411"/>
                  <a:pt x="16656" y="9976"/>
                </a:cubicBezTo>
                <a:cubicBezTo>
                  <a:pt x="15903" y="10248"/>
                  <a:pt x="15149" y="10478"/>
                  <a:pt x="14417" y="10792"/>
                </a:cubicBezTo>
                <a:cubicBezTo>
                  <a:pt x="14375" y="10813"/>
                  <a:pt x="14375" y="10855"/>
                  <a:pt x="14375" y="10876"/>
                </a:cubicBezTo>
                <a:cubicBezTo>
                  <a:pt x="14313" y="11022"/>
                  <a:pt x="14333" y="11190"/>
                  <a:pt x="14480" y="11273"/>
                </a:cubicBezTo>
                <a:cubicBezTo>
                  <a:pt x="13789" y="11692"/>
                  <a:pt x="13371" y="12696"/>
                  <a:pt x="13120" y="13470"/>
                </a:cubicBezTo>
                <a:cubicBezTo>
                  <a:pt x="12848" y="14307"/>
                  <a:pt x="12660" y="15312"/>
                  <a:pt x="12848" y="16211"/>
                </a:cubicBezTo>
                <a:cubicBezTo>
                  <a:pt x="12116" y="16734"/>
                  <a:pt x="11509" y="17467"/>
                  <a:pt x="10965" y="18178"/>
                </a:cubicBezTo>
                <a:cubicBezTo>
                  <a:pt x="11007" y="17446"/>
                  <a:pt x="11237" y="16755"/>
                  <a:pt x="11634" y="16128"/>
                </a:cubicBezTo>
                <a:cubicBezTo>
                  <a:pt x="11655" y="16107"/>
                  <a:pt x="11655" y="16086"/>
                  <a:pt x="11655" y="16044"/>
                </a:cubicBezTo>
                <a:cubicBezTo>
                  <a:pt x="11718" y="16023"/>
                  <a:pt x="11739" y="15981"/>
                  <a:pt x="11718" y="15918"/>
                </a:cubicBezTo>
                <a:cubicBezTo>
                  <a:pt x="11802" y="15793"/>
                  <a:pt x="11802" y="15584"/>
                  <a:pt x="11655" y="15500"/>
                </a:cubicBezTo>
                <a:cubicBezTo>
                  <a:pt x="11655" y="15479"/>
                  <a:pt x="11634" y="15479"/>
                  <a:pt x="11592" y="15479"/>
                </a:cubicBezTo>
                <a:cubicBezTo>
                  <a:pt x="10776" y="15625"/>
                  <a:pt x="9960" y="16044"/>
                  <a:pt x="9186" y="16421"/>
                </a:cubicBezTo>
                <a:cubicBezTo>
                  <a:pt x="9123" y="15835"/>
                  <a:pt x="9082" y="15270"/>
                  <a:pt x="9019" y="14663"/>
                </a:cubicBezTo>
                <a:cubicBezTo>
                  <a:pt x="9416" y="14349"/>
                  <a:pt x="9835" y="13993"/>
                  <a:pt x="10149" y="13596"/>
                </a:cubicBezTo>
                <a:cubicBezTo>
                  <a:pt x="10484" y="13596"/>
                  <a:pt x="10797" y="13617"/>
                  <a:pt x="11090" y="13617"/>
                </a:cubicBezTo>
                <a:cubicBezTo>
                  <a:pt x="11174" y="13617"/>
                  <a:pt x="11195" y="13575"/>
                  <a:pt x="11195" y="13512"/>
                </a:cubicBezTo>
                <a:cubicBezTo>
                  <a:pt x="11216" y="13491"/>
                  <a:pt x="11237" y="13470"/>
                  <a:pt x="11216" y="13429"/>
                </a:cubicBezTo>
                <a:cubicBezTo>
                  <a:pt x="11132" y="13219"/>
                  <a:pt x="11028" y="12989"/>
                  <a:pt x="10965" y="12780"/>
                </a:cubicBezTo>
                <a:cubicBezTo>
                  <a:pt x="11906" y="11922"/>
                  <a:pt x="12764" y="10897"/>
                  <a:pt x="13643" y="9955"/>
                </a:cubicBezTo>
                <a:cubicBezTo>
                  <a:pt x="13685" y="9955"/>
                  <a:pt x="13706" y="9934"/>
                  <a:pt x="13727" y="9913"/>
                </a:cubicBezTo>
                <a:cubicBezTo>
                  <a:pt x="13748" y="9913"/>
                  <a:pt x="13810" y="9913"/>
                  <a:pt x="13810" y="9851"/>
                </a:cubicBezTo>
                <a:cubicBezTo>
                  <a:pt x="14271" y="8700"/>
                  <a:pt x="15421" y="8260"/>
                  <a:pt x="16635" y="8198"/>
                </a:cubicBezTo>
                <a:close/>
                <a:moveTo>
                  <a:pt x="11509" y="15625"/>
                </a:moveTo>
                <a:cubicBezTo>
                  <a:pt x="11551" y="15688"/>
                  <a:pt x="11613" y="15793"/>
                  <a:pt x="11551" y="15835"/>
                </a:cubicBezTo>
                <a:cubicBezTo>
                  <a:pt x="9626" y="16546"/>
                  <a:pt x="7659" y="17341"/>
                  <a:pt x="5838" y="18283"/>
                </a:cubicBezTo>
                <a:cubicBezTo>
                  <a:pt x="5797" y="18241"/>
                  <a:pt x="5755" y="18241"/>
                  <a:pt x="5734" y="18241"/>
                </a:cubicBezTo>
                <a:lnTo>
                  <a:pt x="5692" y="18220"/>
                </a:lnTo>
                <a:cubicBezTo>
                  <a:pt x="5671" y="18199"/>
                  <a:pt x="5671" y="18136"/>
                  <a:pt x="5671" y="18115"/>
                </a:cubicBezTo>
                <a:lnTo>
                  <a:pt x="5671" y="18094"/>
                </a:lnTo>
                <a:cubicBezTo>
                  <a:pt x="6717" y="17781"/>
                  <a:pt x="7722" y="17195"/>
                  <a:pt x="8726" y="16776"/>
                </a:cubicBezTo>
                <a:cubicBezTo>
                  <a:pt x="9626" y="16421"/>
                  <a:pt x="10672" y="16128"/>
                  <a:pt x="11509" y="15625"/>
                </a:cubicBezTo>
                <a:close/>
                <a:moveTo>
                  <a:pt x="16635" y="14265"/>
                </a:moveTo>
                <a:lnTo>
                  <a:pt x="16635" y="14265"/>
                </a:lnTo>
                <a:cubicBezTo>
                  <a:pt x="16572" y="14977"/>
                  <a:pt x="16530" y="15688"/>
                  <a:pt x="16530" y="16358"/>
                </a:cubicBezTo>
                <a:cubicBezTo>
                  <a:pt x="15296" y="16630"/>
                  <a:pt x="14041" y="16818"/>
                  <a:pt x="12848" y="17195"/>
                </a:cubicBezTo>
                <a:cubicBezTo>
                  <a:pt x="12806" y="17195"/>
                  <a:pt x="12806" y="17237"/>
                  <a:pt x="12785" y="17237"/>
                </a:cubicBezTo>
                <a:cubicBezTo>
                  <a:pt x="12764" y="17237"/>
                  <a:pt x="12764" y="17237"/>
                  <a:pt x="12743" y="17258"/>
                </a:cubicBezTo>
                <a:lnTo>
                  <a:pt x="12660" y="17341"/>
                </a:lnTo>
                <a:cubicBezTo>
                  <a:pt x="12597" y="17383"/>
                  <a:pt x="12597" y="17488"/>
                  <a:pt x="12639" y="17550"/>
                </a:cubicBezTo>
                <a:lnTo>
                  <a:pt x="12701" y="17697"/>
                </a:lnTo>
                <a:cubicBezTo>
                  <a:pt x="12074" y="18618"/>
                  <a:pt x="11802" y="19768"/>
                  <a:pt x="11697" y="20856"/>
                </a:cubicBezTo>
                <a:cubicBezTo>
                  <a:pt x="11341" y="20208"/>
                  <a:pt x="11007" y="19580"/>
                  <a:pt x="10923" y="18827"/>
                </a:cubicBezTo>
                <a:cubicBezTo>
                  <a:pt x="10902" y="18659"/>
                  <a:pt x="10902" y="18513"/>
                  <a:pt x="10902" y="18346"/>
                </a:cubicBezTo>
                <a:cubicBezTo>
                  <a:pt x="11216" y="17990"/>
                  <a:pt x="11530" y="17613"/>
                  <a:pt x="11844" y="17278"/>
                </a:cubicBezTo>
                <a:cubicBezTo>
                  <a:pt x="12157" y="16944"/>
                  <a:pt x="12534" y="16672"/>
                  <a:pt x="12806" y="16337"/>
                </a:cubicBezTo>
                <a:cubicBezTo>
                  <a:pt x="12828" y="16382"/>
                  <a:pt x="12869" y="16403"/>
                  <a:pt x="12905" y="16403"/>
                </a:cubicBezTo>
                <a:cubicBezTo>
                  <a:pt x="12936" y="16403"/>
                  <a:pt x="12964" y="16387"/>
                  <a:pt x="12973" y="16358"/>
                </a:cubicBezTo>
                <a:cubicBezTo>
                  <a:pt x="13057" y="16358"/>
                  <a:pt x="13078" y="16358"/>
                  <a:pt x="13078" y="16337"/>
                </a:cubicBezTo>
                <a:cubicBezTo>
                  <a:pt x="13685" y="15186"/>
                  <a:pt x="14794" y="14621"/>
                  <a:pt x="16049" y="14370"/>
                </a:cubicBezTo>
                <a:cubicBezTo>
                  <a:pt x="16238" y="14349"/>
                  <a:pt x="16447" y="14307"/>
                  <a:pt x="16635" y="14265"/>
                </a:cubicBezTo>
                <a:close/>
                <a:moveTo>
                  <a:pt x="11237" y="16190"/>
                </a:moveTo>
                <a:lnTo>
                  <a:pt x="11237" y="16190"/>
                </a:lnTo>
                <a:cubicBezTo>
                  <a:pt x="10400" y="17613"/>
                  <a:pt x="10337" y="19915"/>
                  <a:pt x="11697" y="21066"/>
                </a:cubicBezTo>
                <a:cubicBezTo>
                  <a:pt x="11655" y="21233"/>
                  <a:pt x="11655" y="21421"/>
                  <a:pt x="11655" y="21568"/>
                </a:cubicBezTo>
                <a:cubicBezTo>
                  <a:pt x="11072" y="21414"/>
                  <a:pt x="10460" y="21329"/>
                  <a:pt x="9847" y="21329"/>
                </a:cubicBezTo>
                <a:cubicBezTo>
                  <a:pt x="9293" y="21329"/>
                  <a:pt x="8739" y="21398"/>
                  <a:pt x="8203" y="21547"/>
                </a:cubicBezTo>
                <a:cubicBezTo>
                  <a:pt x="7471" y="21756"/>
                  <a:pt x="6466" y="22175"/>
                  <a:pt x="6215" y="22991"/>
                </a:cubicBezTo>
                <a:cubicBezTo>
                  <a:pt x="5880" y="22258"/>
                  <a:pt x="5587" y="21568"/>
                  <a:pt x="5525" y="20731"/>
                </a:cubicBezTo>
                <a:cubicBezTo>
                  <a:pt x="5462" y="19957"/>
                  <a:pt x="5629" y="19224"/>
                  <a:pt x="5797" y="18450"/>
                </a:cubicBezTo>
                <a:cubicBezTo>
                  <a:pt x="7638" y="17697"/>
                  <a:pt x="9416" y="16923"/>
                  <a:pt x="11237" y="16190"/>
                </a:cubicBezTo>
                <a:close/>
                <a:moveTo>
                  <a:pt x="28436" y="14579"/>
                </a:moveTo>
                <a:lnTo>
                  <a:pt x="28436" y="14579"/>
                </a:lnTo>
                <a:cubicBezTo>
                  <a:pt x="27766" y="16755"/>
                  <a:pt x="28122" y="19371"/>
                  <a:pt x="29629" y="21149"/>
                </a:cubicBezTo>
                <a:cubicBezTo>
                  <a:pt x="29541" y="21147"/>
                  <a:pt x="29453" y="21145"/>
                  <a:pt x="29364" y="21145"/>
                </a:cubicBezTo>
                <a:cubicBezTo>
                  <a:pt x="28130" y="21145"/>
                  <a:pt x="26745" y="21413"/>
                  <a:pt x="25632" y="21882"/>
                </a:cubicBezTo>
                <a:cubicBezTo>
                  <a:pt x="24628" y="22300"/>
                  <a:pt x="23770" y="22949"/>
                  <a:pt x="23226" y="23890"/>
                </a:cubicBezTo>
                <a:cubicBezTo>
                  <a:pt x="22577" y="23053"/>
                  <a:pt x="22096" y="22112"/>
                  <a:pt x="21845" y="21107"/>
                </a:cubicBezTo>
                <a:cubicBezTo>
                  <a:pt x="21573" y="20166"/>
                  <a:pt x="21385" y="18869"/>
                  <a:pt x="21887" y="17990"/>
                </a:cubicBezTo>
                <a:cubicBezTo>
                  <a:pt x="21908" y="17990"/>
                  <a:pt x="21908" y="17969"/>
                  <a:pt x="21950" y="17927"/>
                </a:cubicBezTo>
                <a:cubicBezTo>
                  <a:pt x="23352" y="17362"/>
                  <a:pt x="24691" y="16630"/>
                  <a:pt x="26030" y="15897"/>
                </a:cubicBezTo>
                <a:cubicBezTo>
                  <a:pt x="26720" y="15500"/>
                  <a:pt x="27411" y="15081"/>
                  <a:pt x="28122" y="14726"/>
                </a:cubicBezTo>
                <a:cubicBezTo>
                  <a:pt x="28185" y="14663"/>
                  <a:pt x="28331" y="14642"/>
                  <a:pt x="28436" y="14579"/>
                </a:cubicBezTo>
                <a:close/>
                <a:moveTo>
                  <a:pt x="19753" y="16525"/>
                </a:moveTo>
                <a:lnTo>
                  <a:pt x="19753" y="16525"/>
                </a:lnTo>
                <a:cubicBezTo>
                  <a:pt x="19041" y="17446"/>
                  <a:pt x="18978" y="19036"/>
                  <a:pt x="19062" y="20082"/>
                </a:cubicBezTo>
                <a:cubicBezTo>
                  <a:pt x="19146" y="21275"/>
                  <a:pt x="19481" y="22614"/>
                  <a:pt x="20192" y="23639"/>
                </a:cubicBezTo>
                <a:cubicBezTo>
                  <a:pt x="19170" y="23055"/>
                  <a:pt x="17910" y="22773"/>
                  <a:pt x="16713" y="22773"/>
                </a:cubicBezTo>
                <a:cubicBezTo>
                  <a:pt x="16365" y="22773"/>
                  <a:pt x="16023" y="22797"/>
                  <a:pt x="15693" y="22844"/>
                </a:cubicBezTo>
                <a:cubicBezTo>
                  <a:pt x="14626" y="22991"/>
                  <a:pt x="12806" y="23200"/>
                  <a:pt x="12283" y="24309"/>
                </a:cubicBezTo>
                <a:cubicBezTo>
                  <a:pt x="12053" y="23242"/>
                  <a:pt x="11864" y="22196"/>
                  <a:pt x="11948" y="21066"/>
                </a:cubicBezTo>
                <a:cubicBezTo>
                  <a:pt x="12053" y="19873"/>
                  <a:pt x="12492" y="18848"/>
                  <a:pt x="12890" y="17760"/>
                </a:cubicBezTo>
                <a:cubicBezTo>
                  <a:pt x="12911" y="17760"/>
                  <a:pt x="12911" y="17760"/>
                  <a:pt x="12952" y="17718"/>
                </a:cubicBezTo>
                <a:cubicBezTo>
                  <a:pt x="12973" y="17718"/>
                  <a:pt x="12973" y="17697"/>
                  <a:pt x="12973" y="17697"/>
                </a:cubicBezTo>
                <a:cubicBezTo>
                  <a:pt x="14124" y="17550"/>
                  <a:pt x="15254" y="17174"/>
                  <a:pt x="16405" y="17027"/>
                </a:cubicBezTo>
                <a:cubicBezTo>
                  <a:pt x="17472" y="16860"/>
                  <a:pt x="18665" y="16776"/>
                  <a:pt x="19753" y="16525"/>
                </a:cubicBezTo>
                <a:close/>
                <a:moveTo>
                  <a:pt x="8370" y="15102"/>
                </a:moveTo>
                <a:cubicBezTo>
                  <a:pt x="8370" y="15667"/>
                  <a:pt x="8391" y="16211"/>
                  <a:pt x="8475" y="16734"/>
                </a:cubicBezTo>
                <a:lnTo>
                  <a:pt x="8475" y="16755"/>
                </a:lnTo>
                <a:cubicBezTo>
                  <a:pt x="7533" y="17174"/>
                  <a:pt x="6508" y="17488"/>
                  <a:pt x="5629" y="18032"/>
                </a:cubicBezTo>
                <a:lnTo>
                  <a:pt x="5587" y="18074"/>
                </a:lnTo>
                <a:lnTo>
                  <a:pt x="5546" y="18074"/>
                </a:lnTo>
                <a:cubicBezTo>
                  <a:pt x="5420" y="18115"/>
                  <a:pt x="5441" y="18304"/>
                  <a:pt x="5525" y="18387"/>
                </a:cubicBezTo>
                <a:cubicBezTo>
                  <a:pt x="5546" y="18408"/>
                  <a:pt x="5587" y="18450"/>
                  <a:pt x="5650" y="18450"/>
                </a:cubicBezTo>
                <a:cubicBezTo>
                  <a:pt x="5085" y="19580"/>
                  <a:pt x="5085" y="21107"/>
                  <a:pt x="5587" y="22321"/>
                </a:cubicBezTo>
                <a:cubicBezTo>
                  <a:pt x="5127" y="22823"/>
                  <a:pt x="4730" y="23346"/>
                  <a:pt x="4123" y="23744"/>
                </a:cubicBezTo>
                <a:cubicBezTo>
                  <a:pt x="4085" y="23762"/>
                  <a:pt x="4115" y="23831"/>
                  <a:pt x="4166" y="23831"/>
                </a:cubicBezTo>
                <a:cubicBezTo>
                  <a:pt x="4172" y="23831"/>
                  <a:pt x="4179" y="23830"/>
                  <a:pt x="4186" y="23828"/>
                </a:cubicBezTo>
                <a:cubicBezTo>
                  <a:pt x="4750" y="23535"/>
                  <a:pt x="5274" y="23012"/>
                  <a:pt x="5671" y="22488"/>
                </a:cubicBezTo>
                <a:cubicBezTo>
                  <a:pt x="5797" y="22802"/>
                  <a:pt x="5985" y="23095"/>
                  <a:pt x="6194" y="23346"/>
                </a:cubicBezTo>
                <a:cubicBezTo>
                  <a:pt x="6216" y="23368"/>
                  <a:pt x="6240" y="23377"/>
                  <a:pt x="6264" y="23377"/>
                </a:cubicBezTo>
                <a:cubicBezTo>
                  <a:pt x="6332" y="23377"/>
                  <a:pt x="6393" y="23304"/>
                  <a:pt x="6362" y="23242"/>
                </a:cubicBezTo>
                <a:lnTo>
                  <a:pt x="6362" y="23221"/>
                </a:lnTo>
                <a:cubicBezTo>
                  <a:pt x="6634" y="22363"/>
                  <a:pt x="7826" y="21944"/>
                  <a:pt x="8663" y="21777"/>
                </a:cubicBezTo>
                <a:lnTo>
                  <a:pt x="8663" y="21777"/>
                </a:lnTo>
                <a:cubicBezTo>
                  <a:pt x="8621" y="22740"/>
                  <a:pt x="8579" y="23765"/>
                  <a:pt x="8621" y="24727"/>
                </a:cubicBezTo>
                <a:cubicBezTo>
                  <a:pt x="7491" y="24518"/>
                  <a:pt x="6403" y="24309"/>
                  <a:pt x="5274" y="24100"/>
                </a:cubicBezTo>
                <a:cubicBezTo>
                  <a:pt x="3621" y="23786"/>
                  <a:pt x="2009" y="23430"/>
                  <a:pt x="336" y="23221"/>
                </a:cubicBezTo>
                <a:cubicBezTo>
                  <a:pt x="1821" y="21986"/>
                  <a:pt x="3077" y="20480"/>
                  <a:pt x="4416" y="19141"/>
                </a:cubicBezTo>
                <a:cubicBezTo>
                  <a:pt x="5734" y="17802"/>
                  <a:pt x="7115" y="16504"/>
                  <a:pt x="8370" y="15102"/>
                </a:cubicBezTo>
                <a:close/>
                <a:moveTo>
                  <a:pt x="9354" y="21631"/>
                </a:moveTo>
                <a:lnTo>
                  <a:pt x="9354" y="21631"/>
                </a:lnTo>
                <a:cubicBezTo>
                  <a:pt x="9291" y="22635"/>
                  <a:pt x="9354" y="23869"/>
                  <a:pt x="9647" y="24874"/>
                </a:cubicBezTo>
                <a:lnTo>
                  <a:pt x="8789" y="24706"/>
                </a:lnTo>
                <a:cubicBezTo>
                  <a:pt x="8935" y="23744"/>
                  <a:pt x="8872" y="22677"/>
                  <a:pt x="8768" y="21693"/>
                </a:cubicBezTo>
                <a:lnTo>
                  <a:pt x="8789" y="21693"/>
                </a:lnTo>
                <a:cubicBezTo>
                  <a:pt x="8977" y="21672"/>
                  <a:pt x="9186" y="21651"/>
                  <a:pt x="9354" y="21631"/>
                </a:cubicBezTo>
                <a:close/>
                <a:moveTo>
                  <a:pt x="24628" y="22740"/>
                </a:moveTo>
                <a:cubicBezTo>
                  <a:pt x="24607" y="23472"/>
                  <a:pt x="24607" y="24246"/>
                  <a:pt x="24628" y="24999"/>
                </a:cubicBezTo>
                <a:cubicBezTo>
                  <a:pt x="24523" y="25020"/>
                  <a:pt x="24398" y="25083"/>
                  <a:pt x="24293" y="25104"/>
                </a:cubicBezTo>
                <a:cubicBezTo>
                  <a:pt x="24398" y="24476"/>
                  <a:pt x="24272" y="23765"/>
                  <a:pt x="24147" y="23158"/>
                </a:cubicBezTo>
                <a:cubicBezTo>
                  <a:pt x="24293" y="23012"/>
                  <a:pt x="24481" y="22886"/>
                  <a:pt x="24628" y="22740"/>
                </a:cubicBezTo>
                <a:close/>
                <a:moveTo>
                  <a:pt x="231" y="23263"/>
                </a:moveTo>
                <a:cubicBezTo>
                  <a:pt x="1905" y="23702"/>
                  <a:pt x="3641" y="23974"/>
                  <a:pt x="5336" y="24309"/>
                </a:cubicBezTo>
                <a:cubicBezTo>
                  <a:pt x="7094" y="24644"/>
                  <a:pt x="8831" y="24999"/>
                  <a:pt x="10609" y="25334"/>
                </a:cubicBezTo>
                <a:cubicBezTo>
                  <a:pt x="10672" y="25334"/>
                  <a:pt x="10693" y="25334"/>
                  <a:pt x="10714" y="25313"/>
                </a:cubicBezTo>
                <a:cubicBezTo>
                  <a:pt x="10756" y="25334"/>
                  <a:pt x="10797" y="25355"/>
                  <a:pt x="10818" y="25376"/>
                </a:cubicBezTo>
                <a:cubicBezTo>
                  <a:pt x="10881" y="25439"/>
                  <a:pt x="10902" y="25481"/>
                  <a:pt x="10923" y="25564"/>
                </a:cubicBezTo>
                <a:cubicBezTo>
                  <a:pt x="9186" y="25250"/>
                  <a:pt x="7429" y="25020"/>
                  <a:pt x="5671" y="24706"/>
                </a:cubicBezTo>
                <a:cubicBezTo>
                  <a:pt x="3913" y="24413"/>
                  <a:pt x="2177" y="24037"/>
                  <a:pt x="398" y="23765"/>
                </a:cubicBezTo>
                <a:cubicBezTo>
                  <a:pt x="315" y="23723"/>
                  <a:pt x="252" y="23660"/>
                  <a:pt x="210" y="23556"/>
                </a:cubicBezTo>
                <a:cubicBezTo>
                  <a:pt x="189" y="23451"/>
                  <a:pt x="210" y="23346"/>
                  <a:pt x="231" y="23263"/>
                </a:cubicBezTo>
                <a:close/>
                <a:moveTo>
                  <a:pt x="32840" y="23309"/>
                </a:moveTo>
                <a:cubicBezTo>
                  <a:pt x="32928" y="23309"/>
                  <a:pt x="33011" y="23320"/>
                  <a:pt x="33081" y="23346"/>
                </a:cubicBezTo>
                <a:cubicBezTo>
                  <a:pt x="32997" y="23744"/>
                  <a:pt x="33039" y="24288"/>
                  <a:pt x="32872" y="24623"/>
                </a:cubicBezTo>
                <a:cubicBezTo>
                  <a:pt x="32621" y="25229"/>
                  <a:pt x="31909" y="25146"/>
                  <a:pt x="31365" y="25209"/>
                </a:cubicBezTo>
                <a:cubicBezTo>
                  <a:pt x="30445" y="25313"/>
                  <a:pt x="29545" y="25418"/>
                  <a:pt x="28645" y="25522"/>
                </a:cubicBezTo>
                <a:cubicBezTo>
                  <a:pt x="27034" y="25690"/>
                  <a:pt x="25318" y="25753"/>
                  <a:pt x="23749" y="26150"/>
                </a:cubicBezTo>
                <a:lnTo>
                  <a:pt x="23749" y="26108"/>
                </a:lnTo>
                <a:cubicBezTo>
                  <a:pt x="23728" y="25899"/>
                  <a:pt x="23728" y="25732"/>
                  <a:pt x="23728" y="25522"/>
                </a:cubicBezTo>
                <a:cubicBezTo>
                  <a:pt x="25297" y="25209"/>
                  <a:pt x="26804" y="24685"/>
                  <a:pt x="28373" y="24288"/>
                </a:cubicBezTo>
                <a:cubicBezTo>
                  <a:pt x="29126" y="24100"/>
                  <a:pt x="29859" y="23911"/>
                  <a:pt x="30633" y="23765"/>
                </a:cubicBezTo>
                <a:cubicBezTo>
                  <a:pt x="31051" y="23660"/>
                  <a:pt x="31470" y="23576"/>
                  <a:pt x="31888" y="23493"/>
                </a:cubicBezTo>
                <a:cubicBezTo>
                  <a:pt x="32087" y="23460"/>
                  <a:pt x="32507" y="23309"/>
                  <a:pt x="32840" y="23309"/>
                </a:cubicBezTo>
                <a:close/>
                <a:moveTo>
                  <a:pt x="5637" y="26412"/>
                </a:moveTo>
                <a:lnTo>
                  <a:pt x="5637" y="26412"/>
                </a:lnTo>
                <a:cubicBezTo>
                  <a:pt x="5634" y="26412"/>
                  <a:pt x="5629" y="26422"/>
                  <a:pt x="5629" y="26443"/>
                </a:cubicBezTo>
                <a:cubicBezTo>
                  <a:pt x="5640" y="26422"/>
                  <a:pt x="5640" y="26412"/>
                  <a:pt x="5637" y="26412"/>
                </a:cubicBezTo>
                <a:close/>
                <a:moveTo>
                  <a:pt x="9884" y="21620"/>
                </a:moveTo>
                <a:cubicBezTo>
                  <a:pt x="10463" y="21620"/>
                  <a:pt x="11024" y="21701"/>
                  <a:pt x="11613" y="21840"/>
                </a:cubicBezTo>
                <a:lnTo>
                  <a:pt x="11655" y="21840"/>
                </a:lnTo>
                <a:cubicBezTo>
                  <a:pt x="11655" y="22802"/>
                  <a:pt x="11802" y="23786"/>
                  <a:pt x="12157" y="24664"/>
                </a:cubicBezTo>
                <a:cubicBezTo>
                  <a:pt x="12178" y="24698"/>
                  <a:pt x="12207" y="24713"/>
                  <a:pt x="12236" y="24713"/>
                </a:cubicBezTo>
                <a:cubicBezTo>
                  <a:pt x="12298" y="24713"/>
                  <a:pt x="12360" y="24651"/>
                  <a:pt x="12346" y="24581"/>
                </a:cubicBezTo>
                <a:cubicBezTo>
                  <a:pt x="13015" y="23409"/>
                  <a:pt x="14940" y="23158"/>
                  <a:pt x="16217" y="23116"/>
                </a:cubicBezTo>
                <a:lnTo>
                  <a:pt x="16217" y="23116"/>
                </a:lnTo>
                <a:cubicBezTo>
                  <a:pt x="16112" y="24288"/>
                  <a:pt x="16154" y="25501"/>
                  <a:pt x="16238" y="26652"/>
                </a:cubicBezTo>
                <a:lnTo>
                  <a:pt x="16238" y="26673"/>
                </a:lnTo>
                <a:cubicBezTo>
                  <a:pt x="14459" y="26485"/>
                  <a:pt x="12848" y="25962"/>
                  <a:pt x="11111" y="25418"/>
                </a:cubicBezTo>
                <a:lnTo>
                  <a:pt x="11028" y="25250"/>
                </a:lnTo>
                <a:cubicBezTo>
                  <a:pt x="10923" y="25125"/>
                  <a:pt x="10756" y="24999"/>
                  <a:pt x="10588" y="24999"/>
                </a:cubicBezTo>
                <a:cubicBezTo>
                  <a:pt x="10567" y="24999"/>
                  <a:pt x="10546" y="25020"/>
                  <a:pt x="10504" y="25020"/>
                </a:cubicBezTo>
                <a:cubicBezTo>
                  <a:pt x="10274" y="24978"/>
                  <a:pt x="10044" y="24936"/>
                  <a:pt x="9814" y="24895"/>
                </a:cubicBezTo>
                <a:cubicBezTo>
                  <a:pt x="9772" y="24351"/>
                  <a:pt x="9667" y="23786"/>
                  <a:pt x="9626" y="23242"/>
                </a:cubicBezTo>
                <a:cubicBezTo>
                  <a:pt x="9563" y="22698"/>
                  <a:pt x="9563" y="22154"/>
                  <a:pt x="9521" y="21631"/>
                </a:cubicBezTo>
                <a:cubicBezTo>
                  <a:pt x="9643" y="21623"/>
                  <a:pt x="9764" y="21620"/>
                  <a:pt x="9884" y="21620"/>
                </a:cubicBezTo>
                <a:close/>
                <a:moveTo>
                  <a:pt x="19857" y="16881"/>
                </a:moveTo>
                <a:cubicBezTo>
                  <a:pt x="20443" y="17278"/>
                  <a:pt x="21071" y="17613"/>
                  <a:pt x="21678" y="17990"/>
                </a:cubicBezTo>
                <a:cubicBezTo>
                  <a:pt x="21113" y="18743"/>
                  <a:pt x="21343" y="19978"/>
                  <a:pt x="21552" y="20835"/>
                </a:cubicBezTo>
                <a:cubicBezTo>
                  <a:pt x="21845" y="22070"/>
                  <a:pt x="22368" y="23179"/>
                  <a:pt x="23142" y="24204"/>
                </a:cubicBezTo>
                <a:cubicBezTo>
                  <a:pt x="23165" y="24227"/>
                  <a:pt x="23194" y="24236"/>
                  <a:pt x="23222" y="24236"/>
                </a:cubicBezTo>
                <a:cubicBezTo>
                  <a:pt x="23271" y="24236"/>
                  <a:pt x="23317" y="24210"/>
                  <a:pt x="23331" y="24183"/>
                </a:cubicBezTo>
                <a:cubicBezTo>
                  <a:pt x="23519" y="23869"/>
                  <a:pt x="23728" y="23556"/>
                  <a:pt x="23979" y="23325"/>
                </a:cubicBezTo>
                <a:cubicBezTo>
                  <a:pt x="24042" y="23911"/>
                  <a:pt x="24042" y="24539"/>
                  <a:pt x="24168" y="25104"/>
                </a:cubicBezTo>
                <a:cubicBezTo>
                  <a:pt x="24168" y="25125"/>
                  <a:pt x="24188" y="25125"/>
                  <a:pt x="24188" y="25125"/>
                </a:cubicBezTo>
                <a:cubicBezTo>
                  <a:pt x="23979" y="25209"/>
                  <a:pt x="23749" y="25271"/>
                  <a:pt x="23540" y="25355"/>
                </a:cubicBezTo>
                <a:cubicBezTo>
                  <a:pt x="23519" y="25376"/>
                  <a:pt x="23477" y="25376"/>
                  <a:pt x="23477" y="25418"/>
                </a:cubicBezTo>
                <a:cubicBezTo>
                  <a:pt x="23456" y="25439"/>
                  <a:pt x="23435" y="25460"/>
                  <a:pt x="23435" y="25481"/>
                </a:cubicBezTo>
                <a:lnTo>
                  <a:pt x="23414" y="25481"/>
                </a:lnTo>
                <a:cubicBezTo>
                  <a:pt x="23372" y="25522"/>
                  <a:pt x="23372" y="25564"/>
                  <a:pt x="23352" y="25585"/>
                </a:cubicBezTo>
                <a:lnTo>
                  <a:pt x="23310" y="25585"/>
                </a:lnTo>
                <a:cubicBezTo>
                  <a:pt x="21366" y="26226"/>
                  <a:pt x="19460" y="26676"/>
                  <a:pt x="17427" y="26676"/>
                </a:cubicBezTo>
                <a:cubicBezTo>
                  <a:pt x="17338" y="26676"/>
                  <a:pt x="17248" y="26675"/>
                  <a:pt x="17158" y="26673"/>
                </a:cubicBezTo>
                <a:cubicBezTo>
                  <a:pt x="17200" y="25522"/>
                  <a:pt x="17263" y="24288"/>
                  <a:pt x="17074" y="23116"/>
                </a:cubicBezTo>
                <a:lnTo>
                  <a:pt x="17074" y="23116"/>
                </a:lnTo>
                <a:cubicBezTo>
                  <a:pt x="18225" y="23200"/>
                  <a:pt x="19271" y="23556"/>
                  <a:pt x="20380" y="23995"/>
                </a:cubicBezTo>
                <a:cubicBezTo>
                  <a:pt x="20393" y="24007"/>
                  <a:pt x="20407" y="24012"/>
                  <a:pt x="20421" y="24012"/>
                </a:cubicBezTo>
                <a:cubicBezTo>
                  <a:pt x="20455" y="24012"/>
                  <a:pt x="20491" y="23983"/>
                  <a:pt x="20506" y="23953"/>
                </a:cubicBezTo>
                <a:cubicBezTo>
                  <a:pt x="20548" y="23953"/>
                  <a:pt x="20590" y="23869"/>
                  <a:pt x="20548" y="23828"/>
                </a:cubicBezTo>
                <a:cubicBezTo>
                  <a:pt x="19983" y="22614"/>
                  <a:pt x="19481" y="21505"/>
                  <a:pt x="19376" y="20166"/>
                </a:cubicBezTo>
                <a:cubicBezTo>
                  <a:pt x="19292" y="19183"/>
                  <a:pt x="19292" y="17802"/>
                  <a:pt x="19857" y="16881"/>
                </a:cubicBezTo>
                <a:close/>
                <a:moveTo>
                  <a:pt x="16991" y="23116"/>
                </a:moveTo>
                <a:cubicBezTo>
                  <a:pt x="16886" y="24267"/>
                  <a:pt x="16970" y="25522"/>
                  <a:pt x="16991" y="26715"/>
                </a:cubicBezTo>
                <a:cubicBezTo>
                  <a:pt x="16782" y="26715"/>
                  <a:pt x="16614" y="26694"/>
                  <a:pt x="16405" y="26694"/>
                </a:cubicBezTo>
                <a:lnTo>
                  <a:pt x="16405" y="26673"/>
                </a:lnTo>
                <a:cubicBezTo>
                  <a:pt x="16363" y="25481"/>
                  <a:pt x="16405" y="24288"/>
                  <a:pt x="16342" y="23116"/>
                </a:cubicBezTo>
                <a:close/>
                <a:moveTo>
                  <a:pt x="4583" y="24895"/>
                </a:moveTo>
                <a:lnTo>
                  <a:pt x="4583" y="24895"/>
                </a:lnTo>
                <a:cubicBezTo>
                  <a:pt x="4939" y="24978"/>
                  <a:pt x="5336" y="25020"/>
                  <a:pt x="5692" y="25104"/>
                </a:cubicBezTo>
                <a:cubicBezTo>
                  <a:pt x="7450" y="25418"/>
                  <a:pt x="9207" y="25732"/>
                  <a:pt x="10986" y="25920"/>
                </a:cubicBezTo>
                <a:cubicBezTo>
                  <a:pt x="11028" y="25920"/>
                  <a:pt x="11069" y="25878"/>
                  <a:pt x="11090" y="25857"/>
                </a:cubicBezTo>
                <a:cubicBezTo>
                  <a:pt x="11111" y="25836"/>
                  <a:pt x="11132" y="25815"/>
                  <a:pt x="11132" y="25773"/>
                </a:cubicBezTo>
                <a:lnTo>
                  <a:pt x="11132" y="25648"/>
                </a:lnTo>
                <a:cubicBezTo>
                  <a:pt x="12911" y="26610"/>
                  <a:pt x="15108" y="26966"/>
                  <a:pt x="17116" y="27008"/>
                </a:cubicBezTo>
                <a:cubicBezTo>
                  <a:pt x="17297" y="27013"/>
                  <a:pt x="17478" y="27016"/>
                  <a:pt x="17659" y="27016"/>
                </a:cubicBezTo>
                <a:cubicBezTo>
                  <a:pt x="19582" y="27016"/>
                  <a:pt x="21553" y="26706"/>
                  <a:pt x="23331" y="25941"/>
                </a:cubicBezTo>
                <a:cubicBezTo>
                  <a:pt x="23331" y="25983"/>
                  <a:pt x="23331" y="26025"/>
                  <a:pt x="23352" y="26045"/>
                </a:cubicBezTo>
                <a:cubicBezTo>
                  <a:pt x="23352" y="26129"/>
                  <a:pt x="23352" y="26171"/>
                  <a:pt x="23372" y="26255"/>
                </a:cubicBezTo>
                <a:cubicBezTo>
                  <a:pt x="23372" y="26276"/>
                  <a:pt x="23372" y="26276"/>
                  <a:pt x="23414" y="26276"/>
                </a:cubicBezTo>
                <a:cubicBezTo>
                  <a:pt x="23414" y="26297"/>
                  <a:pt x="23414" y="26338"/>
                  <a:pt x="23372" y="26359"/>
                </a:cubicBezTo>
                <a:cubicBezTo>
                  <a:pt x="23352" y="26485"/>
                  <a:pt x="23414" y="26694"/>
                  <a:pt x="23456" y="26882"/>
                </a:cubicBezTo>
                <a:cubicBezTo>
                  <a:pt x="22239" y="27025"/>
                  <a:pt x="21003" y="27072"/>
                  <a:pt x="19763" y="27072"/>
                </a:cubicBezTo>
                <a:cubicBezTo>
                  <a:pt x="18082" y="27072"/>
                  <a:pt x="16393" y="26984"/>
                  <a:pt x="14731" y="26924"/>
                </a:cubicBezTo>
                <a:cubicBezTo>
                  <a:pt x="11718" y="26778"/>
                  <a:pt x="8684" y="26464"/>
                  <a:pt x="5629" y="26443"/>
                </a:cubicBezTo>
                <a:cubicBezTo>
                  <a:pt x="5274" y="25920"/>
                  <a:pt x="4939" y="25397"/>
                  <a:pt x="4583" y="24895"/>
                </a:cubicBezTo>
                <a:close/>
                <a:moveTo>
                  <a:pt x="5650" y="26464"/>
                </a:moveTo>
                <a:cubicBezTo>
                  <a:pt x="8600" y="26882"/>
                  <a:pt x="11634" y="26966"/>
                  <a:pt x="14585" y="27071"/>
                </a:cubicBezTo>
                <a:cubicBezTo>
                  <a:pt x="16293" y="27131"/>
                  <a:pt x="18015" y="27232"/>
                  <a:pt x="19731" y="27232"/>
                </a:cubicBezTo>
                <a:cubicBezTo>
                  <a:pt x="20999" y="27232"/>
                  <a:pt x="22265" y="27177"/>
                  <a:pt x="23519" y="27008"/>
                </a:cubicBezTo>
                <a:lnTo>
                  <a:pt x="23519" y="27029"/>
                </a:lnTo>
                <a:cubicBezTo>
                  <a:pt x="23540" y="27217"/>
                  <a:pt x="23561" y="27426"/>
                  <a:pt x="23582" y="27615"/>
                </a:cubicBezTo>
                <a:cubicBezTo>
                  <a:pt x="21376" y="27727"/>
                  <a:pt x="19171" y="27838"/>
                  <a:pt x="16956" y="27838"/>
                </a:cubicBezTo>
                <a:cubicBezTo>
                  <a:pt x="16271" y="27838"/>
                  <a:pt x="15585" y="27828"/>
                  <a:pt x="14898" y="27803"/>
                </a:cubicBezTo>
                <a:cubicBezTo>
                  <a:pt x="12032" y="27698"/>
                  <a:pt x="9123" y="27447"/>
                  <a:pt x="6257" y="27385"/>
                </a:cubicBezTo>
                <a:cubicBezTo>
                  <a:pt x="6048" y="27092"/>
                  <a:pt x="5859" y="26778"/>
                  <a:pt x="5650" y="26464"/>
                </a:cubicBezTo>
                <a:close/>
                <a:moveTo>
                  <a:pt x="6362" y="27531"/>
                </a:moveTo>
                <a:cubicBezTo>
                  <a:pt x="9207" y="27824"/>
                  <a:pt x="12074" y="27929"/>
                  <a:pt x="14940" y="27970"/>
                </a:cubicBezTo>
                <a:cubicBezTo>
                  <a:pt x="16203" y="27998"/>
                  <a:pt x="17482" y="28030"/>
                  <a:pt x="18765" y="28030"/>
                </a:cubicBezTo>
                <a:cubicBezTo>
                  <a:pt x="20394" y="28030"/>
                  <a:pt x="22029" y="27979"/>
                  <a:pt x="23644" y="27803"/>
                </a:cubicBezTo>
                <a:cubicBezTo>
                  <a:pt x="23665" y="27949"/>
                  <a:pt x="23665" y="28138"/>
                  <a:pt x="23686" y="28284"/>
                </a:cubicBezTo>
                <a:cubicBezTo>
                  <a:pt x="21034" y="28444"/>
                  <a:pt x="18381" y="28641"/>
                  <a:pt x="15710" y="28641"/>
                </a:cubicBezTo>
                <a:cubicBezTo>
                  <a:pt x="15579" y="28641"/>
                  <a:pt x="15448" y="28641"/>
                  <a:pt x="15317" y="28640"/>
                </a:cubicBezTo>
                <a:cubicBezTo>
                  <a:pt x="12492" y="28577"/>
                  <a:pt x="9667" y="28284"/>
                  <a:pt x="6843" y="28284"/>
                </a:cubicBezTo>
                <a:cubicBezTo>
                  <a:pt x="6738" y="28138"/>
                  <a:pt x="6675" y="28012"/>
                  <a:pt x="6592" y="27908"/>
                </a:cubicBezTo>
                <a:cubicBezTo>
                  <a:pt x="6508" y="27761"/>
                  <a:pt x="6424" y="27657"/>
                  <a:pt x="6362" y="27531"/>
                </a:cubicBezTo>
                <a:close/>
                <a:moveTo>
                  <a:pt x="6906" y="28368"/>
                </a:moveTo>
                <a:lnTo>
                  <a:pt x="6906" y="28368"/>
                </a:lnTo>
                <a:cubicBezTo>
                  <a:pt x="9730" y="28661"/>
                  <a:pt x="12597" y="28682"/>
                  <a:pt x="15463" y="28745"/>
                </a:cubicBezTo>
                <a:cubicBezTo>
                  <a:pt x="16353" y="28758"/>
                  <a:pt x="17244" y="28772"/>
                  <a:pt x="18136" y="28772"/>
                </a:cubicBezTo>
                <a:cubicBezTo>
                  <a:pt x="19992" y="28772"/>
                  <a:pt x="21849" y="28713"/>
                  <a:pt x="23686" y="28473"/>
                </a:cubicBezTo>
                <a:cubicBezTo>
                  <a:pt x="23728" y="28682"/>
                  <a:pt x="23749" y="28870"/>
                  <a:pt x="23770" y="29079"/>
                </a:cubicBezTo>
                <a:cubicBezTo>
                  <a:pt x="21429" y="29240"/>
                  <a:pt x="19089" y="29386"/>
                  <a:pt x="16735" y="29386"/>
                </a:cubicBezTo>
                <a:cubicBezTo>
                  <a:pt x="16332" y="29386"/>
                  <a:pt x="15930" y="29381"/>
                  <a:pt x="15526" y="29372"/>
                </a:cubicBezTo>
                <a:cubicBezTo>
                  <a:pt x="14166" y="29330"/>
                  <a:pt x="12806" y="29268"/>
                  <a:pt x="11446" y="29226"/>
                </a:cubicBezTo>
                <a:cubicBezTo>
                  <a:pt x="10296" y="29208"/>
                  <a:pt x="9115" y="29113"/>
                  <a:pt x="7970" y="29113"/>
                </a:cubicBezTo>
                <a:cubicBezTo>
                  <a:pt x="7781" y="29113"/>
                  <a:pt x="7594" y="29115"/>
                  <a:pt x="7408" y="29121"/>
                </a:cubicBezTo>
                <a:cubicBezTo>
                  <a:pt x="7219" y="28870"/>
                  <a:pt x="7052" y="28640"/>
                  <a:pt x="6906" y="28368"/>
                </a:cubicBezTo>
                <a:close/>
                <a:moveTo>
                  <a:pt x="31993" y="25522"/>
                </a:moveTo>
                <a:cubicBezTo>
                  <a:pt x="31951" y="25543"/>
                  <a:pt x="31951" y="25564"/>
                  <a:pt x="31951" y="25627"/>
                </a:cubicBezTo>
                <a:cubicBezTo>
                  <a:pt x="31951" y="26087"/>
                  <a:pt x="31993" y="26569"/>
                  <a:pt x="32014" y="27071"/>
                </a:cubicBezTo>
                <a:cubicBezTo>
                  <a:pt x="32035" y="27343"/>
                  <a:pt x="32244" y="28263"/>
                  <a:pt x="32035" y="28535"/>
                </a:cubicBezTo>
                <a:cubicBezTo>
                  <a:pt x="31909" y="28703"/>
                  <a:pt x="31072" y="28870"/>
                  <a:pt x="30863" y="28954"/>
                </a:cubicBezTo>
                <a:cubicBezTo>
                  <a:pt x="30445" y="29079"/>
                  <a:pt x="30047" y="29226"/>
                  <a:pt x="29650" y="29414"/>
                </a:cubicBezTo>
                <a:cubicBezTo>
                  <a:pt x="29608" y="29435"/>
                  <a:pt x="29587" y="29498"/>
                  <a:pt x="29587" y="29540"/>
                </a:cubicBezTo>
                <a:cubicBezTo>
                  <a:pt x="27745" y="29582"/>
                  <a:pt x="25946" y="29623"/>
                  <a:pt x="24105" y="29728"/>
                </a:cubicBezTo>
                <a:cubicBezTo>
                  <a:pt x="23979" y="28661"/>
                  <a:pt x="23896" y="27489"/>
                  <a:pt x="23624" y="26443"/>
                </a:cubicBezTo>
                <a:lnTo>
                  <a:pt x="23624" y="26443"/>
                </a:lnTo>
                <a:cubicBezTo>
                  <a:pt x="23673" y="26444"/>
                  <a:pt x="23722" y="26444"/>
                  <a:pt x="23771" y="26444"/>
                </a:cubicBezTo>
                <a:cubicBezTo>
                  <a:pt x="24770" y="26444"/>
                  <a:pt x="25786" y="26249"/>
                  <a:pt x="26783" y="26129"/>
                </a:cubicBezTo>
                <a:cubicBezTo>
                  <a:pt x="27850" y="25983"/>
                  <a:pt x="28959" y="25857"/>
                  <a:pt x="30026" y="25732"/>
                </a:cubicBezTo>
                <a:cubicBezTo>
                  <a:pt x="30549" y="25669"/>
                  <a:pt x="31072" y="25606"/>
                  <a:pt x="31595" y="25543"/>
                </a:cubicBezTo>
                <a:cubicBezTo>
                  <a:pt x="31721" y="25522"/>
                  <a:pt x="31847" y="25522"/>
                  <a:pt x="31993" y="25522"/>
                </a:cubicBezTo>
                <a:close/>
                <a:moveTo>
                  <a:pt x="23854" y="29226"/>
                </a:moveTo>
                <a:cubicBezTo>
                  <a:pt x="23875" y="29393"/>
                  <a:pt x="23937" y="29540"/>
                  <a:pt x="24000" y="29707"/>
                </a:cubicBezTo>
                <a:cubicBezTo>
                  <a:pt x="22368" y="29791"/>
                  <a:pt x="20694" y="29895"/>
                  <a:pt x="19041" y="29937"/>
                </a:cubicBezTo>
                <a:cubicBezTo>
                  <a:pt x="17263" y="30021"/>
                  <a:pt x="15505" y="30063"/>
                  <a:pt x="13727" y="30105"/>
                </a:cubicBezTo>
                <a:cubicBezTo>
                  <a:pt x="13621" y="30106"/>
                  <a:pt x="13516" y="30106"/>
                  <a:pt x="13410" y="30106"/>
                </a:cubicBezTo>
                <a:cubicBezTo>
                  <a:pt x="11716" y="30106"/>
                  <a:pt x="10021" y="29957"/>
                  <a:pt x="8307" y="29937"/>
                </a:cubicBezTo>
                <a:cubicBezTo>
                  <a:pt x="8203" y="29958"/>
                  <a:pt x="8203" y="30000"/>
                  <a:pt x="8203" y="30021"/>
                </a:cubicBezTo>
                <a:cubicBezTo>
                  <a:pt x="7952" y="29791"/>
                  <a:pt x="7722" y="29519"/>
                  <a:pt x="7512" y="29226"/>
                </a:cubicBezTo>
                <a:lnTo>
                  <a:pt x="7512" y="29226"/>
                </a:lnTo>
                <a:cubicBezTo>
                  <a:pt x="8810" y="29372"/>
                  <a:pt x="10170" y="29330"/>
                  <a:pt x="11488" y="29393"/>
                </a:cubicBezTo>
                <a:cubicBezTo>
                  <a:pt x="12848" y="29435"/>
                  <a:pt x="14208" y="29477"/>
                  <a:pt x="15568" y="29498"/>
                </a:cubicBezTo>
                <a:cubicBezTo>
                  <a:pt x="16222" y="29508"/>
                  <a:pt x="16879" y="29514"/>
                  <a:pt x="17538" y="29514"/>
                </a:cubicBezTo>
                <a:cubicBezTo>
                  <a:pt x="19643" y="29514"/>
                  <a:pt x="21766" y="29449"/>
                  <a:pt x="23854" y="29226"/>
                </a:cubicBezTo>
                <a:close/>
                <a:moveTo>
                  <a:pt x="29545" y="29791"/>
                </a:moveTo>
                <a:cubicBezTo>
                  <a:pt x="29650" y="30021"/>
                  <a:pt x="29859" y="30356"/>
                  <a:pt x="29880" y="30628"/>
                </a:cubicBezTo>
                <a:cubicBezTo>
                  <a:pt x="30068" y="30858"/>
                  <a:pt x="29963" y="30983"/>
                  <a:pt x="29587" y="31004"/>
                </a:cubicBezTo>
                <a:cubicBezTo>
                  <a:pt x="29503" y="31004"/>
                  <a:pt x="29398" y="31004"/>
                  <a:pt x="29315" y="31046"/>
                </a:cubicBezTo>
                <a:cubicBezTo>
                  <a:pt x="28708" y="31151"/>
                  <a:pt x="28080" y="31109"/>
                  <a:pt x="27494" y="31151"/>
                </a:cubicBezTo>
                <a:cubicBezTo>
                  <a:pt x="26260" y="31193"/>
                  <a:pt x="25025" y="31255"/>
                  <a:pt x="23791" y="31276"/>
                </a:cubicBezTo>
                <a:cubicBezTo>
                  <a:pt x="23142" y="31287"/>
                  <a:pt x="22495" y="31292"/>
                  <a:pt x="21849" y="31292"/>
                </a:cubicBezTo>
                <a:cubicBezTo>
                  <a:pt x="19994" y="31292"/>
                  <a:pt x="18147" y="31249"/>
                  <a:pt x="16300" y="31172"/>
                </a:cubicBezTo>
                <a:cubicBezTo>
                  <a:pt x="15066" y="31109"/>
                  <a:pt x="13831" y="31046"/>
                  <a:pt x="12597" y="30942"/>
                </a:cubicBezTo>
                <a:cubicBezTo>
                  <a:pt x="11446" y="30858"/>
                  <a:pt x="10149" y="30858"/>
                  <a:pt x="9040" y="30523"/>
                </a:cubicBezTo>
                <a:cubicBezTo>
                  <a:pt x="8747" y="30418"/>
                  <a:pt x="8496" y="30272"/>
                  <a:pt x="8266" y="30105"/>
                </a:cubicBezTo>
                <a:lnTo>
                  <a:pt x="8266" y="30105"/>
                </a:lnTo>
                <a:cubicBezTo>
                  <a:pt x="9222" y="30313"/>
                  <a:pt x="10251" y="30356"/>
                  <a:pt x="11276" y="30356"/>
                </a:cubicBezTo>
                <a:cubicBezTo>
                  <a:pt x="11999" y="30356"/>
                  <a:pt x="12720" y="30335"/>
                  <a:pt x="13413" y="30335"/>
                </a:cubicBezTo>
                <a:cubicBezTo>
                  <a:pt x="15212" y="30335"/>
                  <a:pt x="17054" y="30272"/>
                  <a:pt x="18853" y="30209"/>
                </a:cubicBezTo>
                <a:cubicBezTo>
                  <a:pt x="22410" y="30042"/>
                  <a:pt x="25988" y="29833"/>
                  <a:pt x="29545" y="29791"/>
                </a:cubicBezTo>
                <a:close/>
                <a:moveTo>
                  <a:pt x="16583" y="1"/>
                </a:moveTo>
                <a:cubicBezTo>
                  <a:pt x="16548" y="1"/>
                  <a:pt x="16510" y="29"/>
                  <a:pt x="16510" y="79"/>
                </a:cubicBezTo>
                <a:cubicBezTo>
                  <a:pt x="16510" y="1188"/>
                  <a:pt x="16468" y="2339"/>
                  <a:pt x="16530" y="3469"/>
                </a:cubicBezTo>
                <a:cubicBezTo>
                  <a:pt x="15986" y="3699"/>
                  <a:pt x="15421" y="3971"/>
                  <a:pt x="14898" y="4222"/>
                </a:cubicBezTo>
                <a:lnTo>
                  <a:pt x="14877" y="4222"/>
                </a:lnTo>
                <a:cubicBezTo>
                  <a:pt x="14857" y="4222"/>
                  <a:pt x="14836" y="4264"/>
                  <a:pt x="14836" y="4264"/>
                </a:cubicBezTo>
                <a:lnTo>
                  <a:pt x="14773" y="4264"/>
                </a:lnTo>
                <a:cubicBezTo>
                  <a:pt x="14668" y="4306"/>
                  <a:pt x="14626" y="4515"/>
                  <a:pt x="14689" y="4620"/>
                </a:cubicBezTo>
                <a:cubicBezTo>
                  <a:pt x="13413" y="5750"/>
                  <a:pt x="12952" y="8260"/>
                  <a:pt x="13601" y="9767"/>
                </a:cubicBezTo>
                <a:cubicBezTo>
                  <a:pt x="12701" y="10667"/>
                  <a:pt x="11739" y="11587"/>
                  <a:pt x="10965" y="12550"/>
                </a:cubicBezTo>
                <a:cubicBezTo>
                  <a:pt x="10337" y="10792"/>
                  <a:pt x="10149" y="9014"/>
                  <a:pt x="10714" y="7151"/>
                </a:cubicBezTo>
                <a:lnTo>
                  <a:pt x="10714" y="7110"/>
                </a:lnTo>
                <a:cubicBezTo>
                  <a:pt x="10860" y="6942"/>
                  <a:pt x="10923" y="6775"/>
                  <a:pt x="10881" y="6586"/>
                </a:cubicBezTo>
                <a:cubicBezTo>
                  <a:pt x="10871" y="6555"/>
                  <a:pt x="10844" y="6539"/>
                  <a:pt x="10821" y="6539"/>
                </a:cubicBezTo>
                <a:cubicBezTo>
                  <a:pt x="10797" y="6539"/>
                  <a:pt x="10776" y="6555"/>
                  <a:pt x="10776" y="6586"/>
                </a:cubicBezTo>
                <a:lnTo>
                  <a:pt x="10693" y="6586"/>
                </a:lnTo>
                <a:cubicBezTo>
                  <a:pt x="10065" y="6942"/>
                  <a:pt x="9458" y="7340"/>
                  <a:pt x="8872" y="7779"/>
                </a:cubicBezTo>
                <a:cubicBezTo>
                  <a:pt x="8810" y="6314"/>
                  <a:pt x="8600" y="4850"/>
                  <a:pt x="8475" y="3364"/>
                </a:cubicBezTo>
                <a:cubicBezTo>
                  <a:pt x="8475" y="3343"/>
                  <a:pt x="8454" y="3343"/>
                  <a:pt x="8454" y="3322"/>
                </a:cubicBezTo>
                <a:lnTo>
                  <a:pt x="8454" y="3113"/>
                </a:lnTo>
                <a:cubicBezTo>
                  <a:pt x="8454" y="3092"/>
                  <a:pt x="8443" y="3082"/>
                  <a:pt x="8433" y="3082"/>
                </a:cubicBezTo>
                <a:cubicBezTo>
                  <a:pt x="8423" y="3082"/>
                  <a:pt x="8412" y="3092"/>
                  <a:pt x="8412" y="3113"/>
                </a:cubicBezTo>
                <a:lnTo>
                  <a:pt x="8412" y="3322"/>
                </a:lnTo>
                <a:cubicBezTo>
                  <a:pt x="8391" y="3322"/>
                  <a:pt x="8391" y="3343"/>
                  <a:pt x="8391" y="3364"/>
                </a:cubicBezTo>
                <a:cubicBezTo>
                  <a:pt x="8391" y="3469"/>
                  <a:pt x="8412" y="3553"/>
                  <a:pt x="8412" y="3657"/>
                </a:cubicBezTo>
                <a:cubicBezTo>
                  <a:pt x="8373" y="5037"/>
                  <a:pt x="8262" y="6454"/>
                  <a:pt x="8414" y="7822"/>
                </a:cubicBezTo>
                <a:lnTo>
                  <a:pt x="8414" y="7822"/>
                </a:lnTo>
                <a:cubicBezTo>
                  <a:pt x="8495" y="7152"/>
                  <a:pt x="8493" y="6477"/>
                  <a:pt x="8475" y="5770"/>
                </a:cubicBezTo>
                <a:lnTo>
                  <a:pt x="8475" y="5770"/>
                </a:lnTo>
                <a:cubicBezTo>
                  <a:pt x="8517" y="6482"/>
                  <a:pt x="8600" y="7193"/>
                  <a:pt x="8705" y="7884"/>
                </a:cubicBezTo>
                <a:cubicBezTo>
                  <a:pt x="8625" y="7948"/>
                  <a:pt x="8532" y="8012"/>
                  <a:pt x="8446" y="8077"/>
                </a:cubicBezTo>
                <a:lnTo>
                  <a:pt x="8446" y="8077"/>
                </a:lnTo>
                <a:cubicBezTo>
                  <a:pt x="8434" y="7992"/>
                  <a:pt x="8424" y="7907"/>
                  <a:pt x="8414" y="7822"/>
                </a:cubicBezTo>
                <a:lnTo>
                  <a:pt x="8414" y="7822"/>
                </a:lnTo>
                <a:cubicBezTo>
                  <a:pt x="8402" y="7927"/>
                  <a:pt x="8387" y="8031"/>
                  <a:pt x="8370" y="8135"/>
                </a:cubicBezTo>
                <a:cubicBezTo>
                  <a:pt x="8394" y="8115"/>
                  <a:pt x="8420" y="8096"/>
                  <a:pt x="8446" y="8077"/>
                </a:cubicBezTo>
                <a:lnTo>
                  <a:pt x="8446" y="8077"/>
                </a:lnTo>
                <a:cubicBezTo>
                  <a:pt x="8448" y="8096"/>
                  <a:pt x="8451" y="8115"/>
                  <a:pt x="8454" y="8135"/>
                </a:cubicBezTo>
                <a:cubicBezTo>
                  <a:pt x="7994" y="8470"/>
                  <a:pt x="7554" y="8804"/>
                  <a:pt x="7136" y="9139"/>
                </a:cubicBezTo>
                <a:cubicBezTo>
                  <a:pt x="7094" y="9139"/>
                  <a:pt x="7031" y="9202"/>
                  <a:pt x="7010" y="9244"/>
                </a:cubicBezTo>
                <a:cubicBezTo>
                  <a:pt x="6989" y="9327"/>
                  <a:pt x="7010" y="9432"/>
                  <a:pt x="7031" y="9516"/>
                </a:cubicBezTo>
                <a:cubicBezTo>
                  <a:pt x="7031" y="9537"/>
                  <a:pt x="7052" y="9558"/>
                  <a:pt x="7052" y="9599"/>
                </a:cubicBezTo>
                <a:cubicBezTo>
                  <a:pt x="5964" y="11106"/>
                  <a:pt x="5901" y="13177"/>
                  <a:pt x="6592" y="14872"/>
                </a:cubicBezTo>
                <a:cubicBezTo>
                  <a:pt x="6604" y="14921"/>
                  <a:pt x="6651" y="14955"/>
                  <a:pt x="6701" y="14955"/>
                </a:cubicBezTo>
                <a:cubicBezTo>
                  <a:pt x="6737" y="14955"/>
                  <a:pt x="6775" y="14937"/>
                  <a:pt x="6801" y="14893"/>
                </a:cubicBezTo>
                <a:cubicBezTo>
                  <a:pt x="7136" y="14203"/>
                  <a:pt x="7784" y="13826"/>
                  <a:pt x="8517" y="13680"/>
                </a:cubicBezTo>
                <a:lnTo>
                  <a:pt x="8517" y="13680"/>
                </a:lnTo>
                <a:cubicBezTo>
                  <a:pt x="8475" y="14056"/>
                  <a:pt x="8454" y="14454"/>
                  <a:pt x="8454" y="14851"/>
                </a:cubicBezTo>
                <a:cubicBezTo>
                  <a:pt x="8454" y="14851"/>
                  <a:pt x="8412" y="14851"/>
                  <a:pt x="8412" y="14872"/>
                </a:cubicBezTo>
                <a:cubicBezTo>
                  <a:pt x="7010" y="16190"/>
                  <a:pt x="5692" y="17592"/>
                  <a:pt x="4374" y="18952"/>
                </a:cubicBezTo>
                <a:cubicBezTo>
                  <a:pt x="3035" y="20312"/>
                  <a:pt x="1549" y="21589"/>
                  <a:pt x="356" y="23095"/>
                </a:cubicBezTo>
                <a:lnTo>
                  <a:pt x="356" y="23116"/>
                </a:lnTo>
                <a:cubicBezTo>
                  <a:pt x="356" y="23095"/>
                  <a:pt x="336" y="23053"/>
                  <a:pt x="315" y="23053"/>
                </a:cubicBezTo>
                <a:cubicBezTo>
                  <a:pt x="252" y="23053"/>
                  <a:pt x="231" y="23053"/>
                  <a:pt x="210" y="23095"/>
                </a:cubicBezTo>
                <a:cubicBezTo>
                  <a:pt x="189" y="23095"/>
                  <a:pt x="189" y="23095"/>
                  <a:pt x="147" y="23116"/>
                </a:cubicBezTo>
                <a:cubicBezTo>
                  <a:pt x="22" y="23221"/>
                  <a:pt x="1" y="23430"/>
                  <a:pt x="22" y="23576"/>
                </a:cubicBezTo>
                <a:cubicBezTo>
                  <a:pt x="74" y="23733"/>
                  <a:pt x="226" y="23989"/>
                  <a:pt x="408" y="23989"/>
                </a:cubicBezTo>
                <a:cubicBezTo>
                  <a:pt x="446" y="23989"/>
                  <a:pt x="484" y="23978"/>
                  <a:pt x="524" y="23953"/>
                </a:cubicBezTo>
                <a:cubicBezTo>
                  <a:pt x="1821" y="24288"/>
                  <a:pt x="3139" y="24560"/>
                  <a:pt x="4478" y="24790"/>
                </a:cubicBezTo>
                <a:cubicBezTo>
                  <a:pt x="4437" y="24811"/>
                  <a:pt x="4437" y="24832"/>
                  <a:pt x="4478" y="24895"/>
                </a:cubicBezTo>
                <a:cubicBezTo>
                  <a:pt x="4939" y="25878"/>
                  <a:pt x="5566" y="26799"/>
                  <a:pt x="6173" y="27719"/>
                </a:cubicBezTo>
                <a:cubicBezTo>
                  <a:pt x="6696" y="28494"/>
                  <a:pt x="7199" y="29372"/>
                  <a:pt x="7847" y="30042"/>
                </a:cubicBezTo>
                <a:cubicBezTo>
                  <a:pt x="8454" y="30649"/>
                  <a:pt x="9186" y="30879"/>
                  <a:pt x="10023" y="30983"/>
                </a:cubicBezTo>
                <a:cubicBezTo>
                  <a:pt x="11028" y="31109"/>
                  <a:pt x="12074" y="31193"/>
                  <a:pt x="13099" y="31276"/>
                </a:cubicBezTo>
                <a:cubicBezTo>
                  <a:pt x="16027" y="31503"/>
                  <a:pt x="18955" y="31610"/>
                  <a:pt x="21882" y="31610"/>
                </a:cubicBezTo>
                <a:cubicBezTo>
                  <a:pt x="23558" y="31610"/>
                  <a:pt x="25233" y="31575"/>
                  <a:pt x="26909" y="31507"/>
                </a:cubicBezTo>
                <a:cubicBezTo>
                  <a:pt x="27515" y="31486"/>
                  <a:pt x="28143" y="31465"/>
                  <a:pt x="28750" y="31402"/>
                </a:cubicBezTo>
                <a:cubicBezTo>
                  <a:pt x="28805" y="31399"/>
                  <a:pt x="28863" y="31398"/>
                  <a:pt x="28924" y="31398"/>
                </a:cubicBezTo>
                <a:cubicBezTo>
                  <a:pt x="29061" y="31398"/>
                  <a:pt x="29210" y="31403"/>
                  <a:pt x="29361" y="31403"/>
                </a:cubicBezTo>
                <a:cubicBezTo>
                  <a:pt x="29656" y="31403"/>
                  <a:pt x="29956" y="31385"/>
                  <a:pt x="30173" y="31276"/>
                </a:cubicBezTo>
                <a:cubicBezTo>
                  <a:pt x="30842" y="30963"/>
                  <a:pt x="30214" y="30063"/>
                  <a:pt x="29963" y="29582"/>
                </a:cubicBezTo>
                <a:cubicBezTo>
                  <a:pt x="30486" y="29435"/>
                  <a:pt x="31010" y="29268"/>
                  <a:pt x="31512" y="29100"/>
                </a:cubicBezTo>
                <a:cubicBezTo>
                  <a:pt x="31784" y="29017"/>
                  <a:pt x="32307" y="28954"/>
                  <a:pt x="32474" y="28682"/>
                </a:cubicBezTo>
                <a:cubicBezTo>
                  <a:pt x="32663" y="28389"/>
                  <a:pt x="32537" y="27824"/>
                  <a:pt x="32516" y="27510"/>
                </a:cubicBezTo>
                <a:cubicBezTo>
                  <a:pt x="32474" y="26861"/>
                  <a:pt x="32453" y="26192"/>
                  <a:pt x="32411" y="25564"/>
                </a:cubicBezTo>
                <a:cubicBezTo>
                  <a:pt x="32411" y="25522"/>
                  <a:pt x="32370" y="25501"/>
                  <a:pt x="32349" y="25460"/>
                </a:cubicBezTo>
                <a:cubicBezTo>
                  <a:pt x="32537" y="25439"/>
                  <a:pt x="32725" y="25418"/>
                  <a:pt x="32872" y="25334"/>
                </a:cubicBezTo>
                <a:cubicBezTo>
                  <a:pt x="33479" y="25041"/>
                  <a:pt x="33395" y="23932"/>
                  <a:pt x="33458" y="23367"/>
                </a:cubicBezTo>
                <a:cubicBezTo>
                  <a:pt x="33374" y="23367"/>
                  <a:pt x="33374" y="23346"/>
                  <a:pt x="33353" y="23325"/>
                </a:cubicBezTo>
                <a:cubicBezTo>
                  <a:pt x="33374" y="23263"/>
                  <a:pt x="33374" y="23221"/>
                  <a:pt x="33311" y="23158"/>
                </a:cubicBezTo>
                <a:cubicBezTo>
                  <a:pt x="33196" y="23014"/>
                  <a:pt x="33024" y="22964"/>
                  <a:pt x="32830" y="22964"/>
                </a:cubicBezTo>
                <a:cubicBezTo>
                  <a:pt x="32462" y="22964"/>
                  <a:pt x="32016" y="23145"/>
                  <a:pt x="31742" y="23200"/>
                </a:cubicBezTo>
                <a:cubicBezTo>
                  <a:pt x="30842" y="23367"/>
                  <a:pt x="29922" y="23576"/>
                  <a:pt x="29001" y="23828"/>
                </a:cubicBezTo>
                <a:cubicBezTo>
                  <a:pt x="27641" y="24162"/>
                  <a:pt x="26239" y="24476"/>
                  <a:pt x="24900" y="24895"/>
                </a:cubicBezTo>
                <a:cubicBezTo>
                  <a:pt x="24879" y="24141"/>
                  <a:pt x="24837" y="23409"/>
                  <a:pt x="24774" y="22635"/>
                </a:cubicBezTo>
                <a:cubicBezTo>
                  <a:pt x="26133" y="21702"/>
                  <a:pt x="28003" y="21379"/>
                  <a:pt x="29602" y="21379"/>
                </a:cubicBezTo>
                <a:cubicBezTo>
                  <a:pt x="29653" y="21379"/>
                  <a:pt x="29704" y="21379"/>
                  <a:pt x="29754" y="21379"/>
                </a:cubicBezTo>
                <a:cubicBezTo>
                  <a:pt x="29838" y="21379"/>
                  <a:pt x="29859" y="21338"/>
                  <a:pt x="29859" y="21275"/>
                </a:cubicBezTo>
                <a:cubicBezTo>
                  <a:pt x="29901" y="21254"/>
                  <a:pt x="29901" y="21233"/>
                  <a:pt x="29859" y="21212"/>
                </a:cubicBezTo>
                <a:cubicBezTo>
                  <a:pt x="28499" y="19162"/>
                  <a:pt x="27934" y="16797"/>
                  <a:pt x="28708" y="14433"/>
                </a:cubicBezTo>
                <a:cubicBezTo>
                  <a:pt x="28750" y="14370"/>
                  <a:pt x="28708" y="14349"/>
                  <a:pt x="28687" y="14328"/>
                </a:cubicBezTo>
                <a:cubicBezTo>
                  <a:pt x="28708" y="14265"/>
                  <a:pt x="28708" y="14224"/>
                  <a:pt x="28687" y="14140"/>
                </a:cubicBezTo>
                <a:cubicBezTo>
                  <a:pt x="28687" y="14119"/>
                  <a:pt x="28666" y="14119"/>
                  <a:pt x="28645" y="14098"/>
                </a:cubicBezTo>
                <a:lnTo>
                  <a:pt x="28582" y="14098"/>
                </a:lnTo>
                <a:cubicBezTo>
                  <a:pt x="28582" y="14056"/>
                  <a:pt x="28562" y="14035"/>
                  <a:pt x="28499" y="14035"/>
                </a:cubicBezTo>
                <a:cubicBezTo>
                  <a:pt x="27348" y="14537"/>
                  <a:pt x="26260" y="15207"/>
                  <a:pt x="25109" y="15772"/>
                </a:cubicBezTo>
                <a:cubicBezTo>
                  <a:pt x="24795" y="15918"/>
                  <a:pt x="24481" y="16044"/>
                  <a:pt x="24188" y="16211"/>
                </a:cubicBezTo>
                <a:cubicBezTo>
                  <a:pt x="24209" y="15458"/>
                  <a:pt x="24188" y="14663"/>
                  <a:pt x="24063" y="13910"/>
                </a:cubicBezTo>
                <a:cubicBezTo>
                  <a:pt x="24180" y="13901"/>
                  <a:pt x="24298" y="13896"/>
                  <a:pt x="24416" y="13896"/>
                </a:cubicBezTo>
                <a:cubicBezTo>
                  <a:pt x="25119" y="13896"/>
                  <a:pt x="25827" y="14047"/>
                  <a:pt x="26490" y="14245"/>
                </a:cubicBezTo>
                <a:cubicBezTo>
                  <a:pt x="26511" y="14252"/>
                  <a:pt x="26531" y="14256"/>
                  <a:pt x="26549" y="14256"/>
                </a:cubicBezTo>
                <a:cubicBezTo>
                  <a:pt x="26671" y="14256"/>
                  <a:pt x="26712" y="14085"/>
                  <a:pt x="26657" y="13993"/>
                </a:cubicBezTo>
                <a:cubicBezTo>
                  <a:pt x="26093" y="13303"/>
                  <a:pt x="25779" y="12738"/>
                  <a:pt x="25737" y="11859"/>
                </a:cubicBezTo>
                <a:cubicBezTo>
                  <a:pt x="25674" y="11169"/>
                  <a:pt x="25674" y="10436"/>
                  <a:pt x="25674" y="9725"/>
                </a:cubicBezTo>
                <a:cubicBezTo>
                  <a:pt x="25674" y="9704"/>
                  <a:pt x="25653" y="9662"/>
                  <a:pt x="25653" y="9641"/>
                </a:cubicBezTo>
                <a:cubicBezTo>
                  <a:pt x="25821" y="9516"/>
                  <a:pt x="25883" y="9348"/>
                  <a:pt x="25737" y="9139"/>
                </a:cubicBezTo>
                <a:cubicBezTo>
                  <a:pt x="25737" y="9118"/>
                  <a:pt x="25716" y="9097"/>
                  <a:pt x="25653" y="9076"/>
                </a:cubicBezTo>
                <a:lnTo>
                  <a:pt x="25632" y="9076"/>
                </a:lnTo>
                <a:cubicBezTo>
                  <a:pt x="25130" y="9139"/>
                  <a:pt x="24670" y="9244"/>
                  <a:pt x="24188" y="9348"/>
                </a:cubicBezTo>
                <a:cubicBezTo>
                  <a:pt x="24000" y="7842"/>
                  <a:pt x="23958" y="6314"/>
                  <a:pt x="23770" y="4808"/>
                </a:cubicBezTo>
                <a:cubicBezTo>
                  <a:pt x="23770" y="4798"/>
                  <a:pt x="23760" y="4792"/>
                  <a:pt x="23749" y="4792"/>
                </a:cubicBezTo>
                <a:cubicBezTo>
                  <a:pt x="23739" y="4792"/>
                  <a:pt x="23728" y="4798"/>
                  <a:pt x="23728" y="4808"/>
                </a:cubicBezTo>
                <a:cubicBezTo>
                  <a:pt x="23561" y="6356"/>
                  <a:pt x="23477" y="7947"/>
                  <a:pt x="23519" y="9495"/>
                </a:cubicBezTo>
                <a:cubicBezTo>
                  <a:pt x="22933" y="9599"/>
                  <a:pt x="22222" y="9620"/>
                  <a:pt x="21699" y="9913"/>
                </a:cubicBezTo>
                <a:lnTo>
                  <a:pt x="21678" y="9913"/>
                </a:lnTo>
                <a:cubicBezTo>
                  <a:pt x="21447" y="9913"/>
                  <a:pt x="21468" y="10353"/>
                  <a:pt x="21657" y="10436"/>
                </a:cubicBezTo>
                <a:lnTo>
                  <a:pt x="21678" y="10436"/>
                </a:lnTo>
                <a:cubicBezTo>
                  <a:pt x="21678" y="10457"/>
                  <a:pt x="21657" y="10478"/>
                  <a:pt x="21678" y="10478"/>
                </a:cubicBezTo>
                <a:cubicBezTo>
                  <a:pt x="21468" y="10792"/>
                  <a:pt x="21322" y="11106"/>
                  <a:pt x="21217" y="11483"/>
                </a:cubicBezTo>
                <a:cubicBezTo>
                  <a:pt x="20548" y="10980"/>
                  <a:pt x="19878" y="10457"/>
                  <a:pt x="19188" y="9976"/>
                </a:cubicBezTo>
                <a:cubicBezTo>
                  <a:pt x="19251" y="9830"/>
                  <a:pt x="19334" y="9704"/>
                  <a:pt x="19397" y="9537"/>
                </a:cubicBezTo>
                <a:cubicBezTo>
                  <a:pt x="19439" y="9516"/>
                  <a:pt x="19439" y="9495"/>
                  <a:pt x="19397" y="9453"/>
                </a:cubicBezTo>
                <a:cubicBezTo>
                  <a:pt x="19439" y="9411"/>
                  <a:pt x="19460" y="9327"/>
                  <a:pt x="19460" y="9244"/>
                </a:cubicBezTo>
                <a:cubicBezTo>
                  <a:pt x="19460" y="9202"/>
                  <a:pt x="19439" y="9139"/>
                  <a:pt x="19376" y="9139"/>
                </a:cubicBezTo>
                <a:cubicBezTo>
                  <a:pt x="19355" y="9139"/>
                  <a:pt x="19355" y="9139"/>
                  <a:pt x="19334" y="9118"/>
                </a:cubicBezTo>
                <a:cubicBezTo>
                  <a:pt x="19334" y="9102"/>
                  <a:pt x="19310" y="9062"/>
                  <a:pt x="19280" y="9062"/>
                </a:cubicBezTo>
                <a:cubicBezTo>
                  <a:pt x="19271" y="9062"/>
                  <a:pt x="19261" y="9066"/>
                  <a:pt x="19251" y="9076"/>
                </a:cubicBezTo>
                <a:cubicBezTo>
                  <a:pt x="18916" y="9139"/>
                  <a:pt x="18602" y="9244"/>
                  <a:pt x="18288" y="9348"/>
                </a:cubicBezTo>
                <a:cubicBezTo>
                  <a:pt x="17932" y="9118"/>
                  <a:pt x="17598" y="8888"/>
                  <a:pt x="17242" y="8679"/>
                </a:cubicBezTo>
                <a:cubicBezTo>
                  <a:pt x="17200" y="8491"/>
                  <a:pt x="17179" y="8302"/>
                  <a:pt x="17158" y="8156"/>
                </a:cubicBezTo>
                <a:lnTo>
                  <a:pt x="17158" y="8156"/>
                </a:lnTo>
                <a:cubicBezTo>
                  <a:pt x="17807" y="8177"/>
                  <a:pt x="18455" y="8302"/>
                  <a:pt x="19020" y="8491"/>
                </a:cubicBezTo>
                <a:cubicBezTo>
                  <a:pt x="19034" y="8493"/>
                  <a:pt x="19047" y="8495"/>
                  <a:pt x="19058" y="8495"/>
                </a:cubicBezTo>
                <a:cubicBezTo>
                  <a:pt x="19135" y="8495"/>
                  <a:pt x="19167" y="8438"/>
                  <a:pt x="19167" y="8365"/>
                </a:cubicBezTo>
                <a:cubicBezTo>
                  <a:pt x="19230" y="8365"/>
                  <a:pt x="19271" y="8302"/>
                  <a:pt x="19251" y="8281"/>
                </a:cubicBezTo>
                <a:cubicBezTo>
                  <a:pt x="18204" y="6670"/>
                  <a:pt x="17974" y="4703"/>
                  <a:pt x="18706" y="2904"/>
                </a:cubicBezTo>
                <a:cubicBezTo>
                  <a:pt x="18727" y="2841"/>
                  <a:pt x="18706" y="2820"/>
                  <a:pt x="18665" y="2799"/>
                </a:cubicBezTo>
                <a:cubicBezTo>
                  <a:pt x="18644" y="2737"/>
                  <a:pt x="18623" y="2716"/>
                  <a:pt x="18560" y="2695"/>
                </a:cubicBezTo>
                <a:lnTo>
                  <a:pt x="18539" y="2695"/>
                </a:lnTo>
                <a:cubicBezTo>
                  <a:pt x="18525" y="2695"/>
                  <a:pt x="18521" y="2676"/>
                  <a:pt x="18513" y="2676"/>
                </a:cubicBezTo>
                <a:cubicBezTo>
                  <a:pt x="18509" y="2676"/>
                  <a:pt x="18504" y="2681"/>
                  <a:pt x="18497" y="2695"/>
                </a:cubicBezTo>
                <a:lnTo>
                  <a:pt x="17074" y="3239"/>
                </a:lnTo>
                <a:cubicBezTo>
                  <a:pt x="17033" y="2172"/>
                  <a:pt x="16865" y="1084"/>
                  <a:pt x="16635" y="37"/>
                </a:cubicBezTo>
                <a:cubicBezTo>
                  <a:pt x="16627" y="13"/>
                  <a:pt x="16606" y="1"/>
                  <a:pt x="16583"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5372" name="Shape 5372"/>
        <p:cNvGrpSpPr/>
        <p:nvPr/>
      </p:nvGrpSpPr>
      <p:grpSpPr>
        <a:xfrm>
          <a:off x="0" y="0"/>
          <a:ext cx="0" cy="0"/>
          <a:chOff x="0" y="0"/>
          <a:chExt cx="0" cy="0"/>
        </a:xfrm>
      </p:grpSpPr>
      <p:sp>
        <p:nvSpPr>
          <p:cNvPr id="5373" name="Google Shape;5373;p69"/>
          <p:cNvSpPr txBox="1"/>
          <p:nvPr>
            <p:ph type="body" idx="4294967295"/>
          </p:nvPr>
        </p:nvSpPr>
        <p:spPr>
          <a:xfrm>
            <a:off x="698325" y="1210325"/>
            <a:ext cx="7704000" cy="616500"/>
          </a:xfrm>
          <a:prstGeom prst="rect">
            <a:avLst/>
          </a:prstGeom>
        </p:spPr>
        <p:txBody>
          <a:bodyPr spcFirstLastPara="1" wrap="square" lIns="91425" tIns="91425" rIns="91425" bIns="91425" anchor="t" anchorCtr="0">
            <a:noAutofit/>
          </a:bodyPr>
          <a:lstStyle/>
          <a:p>
            <a:pPr marL="0" marR="0" lvl="0" indent="0" algn="l" rtl="0">
              <a:lnSpc>
                <a:spcPct val="100000"/>
              </a:lnSpc>
              <a:spcBef>
                <a:spcPts val="0"/>
              </a:spcBef>
              <a:spcAft>
                <a:spcPts val="0"/>
              </a:spcAft>
              <a:buNone/>
            </a:pPr>
            <a:r>
              <a:rPr lang="en-GB"/>
              <a:t>Here’s an assortment of alternative resources whose style fits the one of this template:</a:t>
            </a:r>
            <a:endParaRPr lang="en-GB"/>
          </a:p>
          <a:p>
            <a:pPr marL="457200" lvl="0" indent="-317500" algn="l" rtl="0">
              <a:lnSpc>
                <a:spcPct val="166000"/>
              </a:lnSpc>
              <a:spcBef>
                <a:spcPts val="800"/>
              </a:spcBef>
              <a:spcAft>
                <a:spcPts val="0"/>
              </a:spcAft>
              <a:buSzPts val="1400"/>
              <a:buChar char="●"/>
            </a:pPr>
            <a:r>
              <a:rPr lang="en-GB" u="sng">
                <a:hlinkClick r:id="rId1"/>
              </a:rPr>
              <a:t>Old treasure map background</a:t>
            </a:r>
            <a:endParaRPr lang="en-GB" u="sng">
              <a:hlinkClick r:id="rId1"/>
            </a:endParaRPr>
          </a:p>
        </p:txBody>
      </p:sp>
      <p:sp>
        <p:nvSpPr>
          <p:cNvPr id="5374" name="Google Shape;5374;p69"/>
          <p:cNvSpPr txBox="1"/>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GB"/>
              <a:t>A</a:t>
            </a:r>
            <a:r>
              <a:rPr lang="en-GB"/>
              <a:t>lternative resources</a:t>
            </a:r>
            <a:endParaRPr lang="en-GB"/>
          </a:p>
        </p:txBody>
      </p:sp>
      <p:grpSp>
        <p:nvGrpSpPr>
          <p:cNvPr id="5375" name="Google Shape;5375;p69"/>
          <p:cNvGrpSpPr/>
          <p:nvPr/>
        </p:nvGrpSpPr>
        <p:grpSpPr>
          <a:xfrm>
            <a:off x="3755004" y="3901587"/>
            <a:ext cx="647138" cy="481276"/>
            <a:chOff x="3460250" y="3994394"/>
            <a:chExt cx="681844" cy="507087"/>
          </a:xfrm>
        </p:grpSpPr>
        <p:sp>
          <p:nvSpPr>
            <p:cNvPr id="5376" name="Google Shape;5376;p69"/>
            <p:cNvSpPr/>
            <p:nvPr/>
          </p:nvSpPr>
          <p:spPr>
            <a:xfrm>
              <a:off x="3588388" y="4379098"/>
              <a:ext cx="246136" cy="122383"/>
            </a:xfrm>
            <a:custGeom>
              <a:avLst/>
              <a:gdLst/>
              <a:ahLst/>
              <a:cxnLst/>
              <a:rect l="l" t="t" r="r" b="b"/>
              <a:pathLst>
                <a:path w="15269" h="7592" extrusionOk="0">
                  <a:moveTo>
                    <a:pt x="7092" y="1"/>
                  </a:moveTo>
                  <a:cubicBezTo>
                    <a:pt x="6934" y="1"/>
                    <a:pt x="6775" y="27"/>
                    <a:pt x="6629" y="86"/>
                  </a:cubicBezTo>
                  <a:cubicBezTo>
                    <a:pt x="6295" y="152"/>
                    <a:pt x="5995" y="319"/>
                    <a:pt x="5762" y="519"/>
                  </a:cubicBezTo>
                  <a:cubicBezTo>
                    <a:pt x="5195" y="953"/>
                    <a:pt x="4828" y="1453"/>
                    <a:pt x="4494" y="1954"/>
                  </a:cubicBezTo>
                  <a:cubicBezTo>
                    <a:pt x="3827" y="2954"/>
                    <a:pt x="3293" y="4022"/>
                    <a:pt x="2526" y="4923"/>
                  </a:cubicBezTo>
                  <a:cubicBezTo>
                    <a:pt x="2159" y="5423"/>
                    <a:pt x="1659" y="5990"/>
                    <a:pt x="1125" y="6257"/>
                  </a:cubicBezTo>
                  <a:cubicBezTo>
                    <a:pt x="591" y="6524"/>
                    <a:pt x="24" y="6524"/>
                    <a:pt x="24" y="6624"/>
                  </a:cubicBezTo>
                  <a:cubicBezTo>
                    <a:pt x="1" y="6647"/>
                    <a:pt x="322" y="6785"/>
                    <a:pt x="792" y="6785"/>
                  </a:cubicBezTo>
                  <a:cubicBezTo>
                    <a:pt x="992" y="6785"/>
                    <a:pt x="1219" y="6760"/>
                    <a:pt x="1459" y="6690"/>
                  </a:cubicBezTo>
                  <a:cubicBezTo>
                    <a:pt x="2259" y="6490"/>
                    <a:pt x="2960" y="5823"/>
                    <a:pt x="3193" y="5456"/>
                  </a:cubicBezTo>
                  <a:cubicBezTo>
                    <a:pt x="3927" y="4422"/>
                    <a:pt x="4327" y="3288"/>
                    <a:pt x="4961" y="2287"/>
                  </a:cubicBezTo>
                  <a:cubicBezTo>
                    <a:pt x="5295" y="1787"/>
                    <a:pt x="5628" y="1287"/>
                    <a:pt x="6029" y="953"/>
                  </a:cubicBezTo>
                  <a:cubicBezTo>
                    <a:pt x="6262" y="786"/>
                    <a:pt x="6496" y="653"/>
                    <a:pt x="6762" y="586"/>
                  </a:cubicBezTo>
                  <a:cubicBezTo>
                    <a:pt x="6871" y="540"/>
                    <a:pt x="6979" y="515"/>
                    <a:pt x="7087" y="515"/>
                  </a:cubicBezTo>
                  <a:cubicBezTo>
                    <a:pt x="7213" y="515"/>
                    <a:pt x="7338" y="548"/>
                    <a:pt x="7463" y="619"/>
                  </a:cubicBezTo>
                  <a:cubicBezTo>
                    <a:pt x="7963" y="820"/>
                    <a:pt x="8397" y="1253"/>
                    <a:pt x="8797" y="1654"/>
                  </a:cubicBezTo>
                  <a:cubicBezTo>
                    <a:pt x="9231" y="2121"/>
                    <a:pt x="9598" y="2588"/>
                    <a:pt x="9965" y="3021"/>
                  </a:cubicBezTo>
                  <a:cubicBezTo>
                    <a:pt x="10131" y="3288"/>
                    <a:pt x="10332" y="3522"/>
                    <a:pt x="10598" y="3755"/>
                  </a:cubicBezTo>
                  <a:cubicBezTo>
                    <a:pt x="10799" y="3955"/>
                    <a:pt x="11065" y="4155"/>
                    <a:pt x="11299" y="4322"/>
                  </a:cubicBezTo>
                  <a:cubicBezTo>
                    <a:pt x="11799" y="4689"/>
                    <a:pt x="12300" y="5023"/>
                    <a:pt x="12767" y="5423"/>
                  </a:cubicBezTo>
                  <a:cubicBezTo>
                    <a:pt x="13234" y="5690"/>
                    <a:pt x="13968" y="6157"/>
                    <a:pt x="14468" y="6590"/>
                  </a:cubicBezTo>
                  <a:cubicBezTo>
                    <a:pt x="14735" y="6824"/>
                    <a:pt x="14868" y="7024"/>
                    <a:pt x="15002" y="7258"/>
                  </a:cubicBezTo>
                  <a:cubicBezTo>
                    <a:pt x="15135" y="7458"/>
                    <a:pt x="15168" y="7591"/>
                    <a:pt x="15235" y="7591"/>
                  </a:cubicBezTo>
                  <a:cubicBezTo>
                    <a:pt x="15235" y="7591"/>
                    <a:pt x="15268" y="7358"/>
                    <a:pt x="15235" y="7124"/>
                  </a:cubicBezTo>
                  <a:cubicBezTo>
                    <a:pt x="15168" y="6857"/>
                    <a:pt x="15002" y="6490"/>
                    <a:pt x="14801" y="6157"/>
                  </a:cubicBezTo>
                  <a:cubicBezTo>
                    <a:pt x="14334" y="5456"/>
                    <a:pt x="13634" y="4856"/>
                    <a:pt x="13267" y="4622"/>
                  </a:cubicBezTo>
                  <a:cubicBezTo>
                    <a:pt x="12200" y="3989"/>
                    <a:pt x="11132" y="3488"/>
                    <a:pt x="10365" y="2621"/>
                  </a:cubicBezTo>
                  <a:cubicBezTo>
                    <a:pt x="9998" y="2187"/>
                    <a:pt x="9598" y="1754"/>
                    <a:pt x="9164" y="1287"/>
                  </a:cubicBezTo>
                  <a:cubicBezTo>
                    <a:pt x="8764" y="820"/>
                    <a:pt x="8297" y="419"/>
                    <a:pt x="7663" y="119"/>
                  </a:cubicBezTo>
                  <a:cubicBezTo>
                    <a:pt x="7494" y="44"/>
                    <a:pt x="7294" y="1"/>
                    <a:pt x="70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77" name="Google Shape;5377;p69"/>
            <p:cNvSpPr/>
            <p:nvPr/>
          </p:nvSpPr>
          <p:spPr>
            <a:xfrm>
              <a:off x="3562419" y="4306703"/>
              <a:ext cx="154881" cy="125414"/>
            </a:xfrm>
            <a:custGeom>
              <a:avLst/>
              <a:gdLst/>
              <a:ahLst/>
              <a:cxnLst/>
              <a:rect l="l" t="t" r="r" b="b"/>
              <a:pathLst>
                <a:path w="9608" h="7780" extrusionOk="0">
                  <a:moveTo>
                    <a:pt x="8867" y="0"/>
                  </a:moveTo>
                  <a:cubicBezTo>
                    <a:pt x="8710" y="0"/>
                    <a:pt x="8522" y="78"/>
                    <a:pt x="8407" y="107"/>
                  </a:cubicBezTo>
                  <a:cubicBezTo>
                    <a:pt x="8173" y="240"/>
                    <a:pt x="8006" y="307"/>
                    <a:pt x="7873" y="407"/>
                  </a:cubicBezTo>
                  <a:cubicBezTo>
                    <a:pt x="6672" y="1441"/>
                    <a:pt x="5938" y="2742"/>
                    <a:pt x="4904" y="3676"/>
                  </a:cubicBezTo>
                  <a:cubicBezTo>
                    <a:pt x="3837" y="4643"/>
                    <a:pt x="2736" y="5644"/>
                    <a:pt x="1535" y="6345"/>
                  </a:cubicBezTo>
                  <a:cubicBezTo>
                    <a:pt x="1368" y="6478"/>
                    <a:pt x="1202" y="6645"/>
                    <a:pt x="1035" y="6778"/>
                  </a:cubicBezTo>
                  <a:cubicBezTo>
                    <a:pt x="868" y="6912"/>
                    <a:pt x="701" y="7079"/>
                    <a:pt x="534" y="7179"/>
                  </a:cubicBezTo>
                  <a:cubicBezTo>
                    <a:pt x="201" y="7445"/>
                    <a:pt x="1" y="7646"/>
                    <a:pt x="1" y="7746"/>
                  </a:cubicBezTo>
                  <a:cubicBezTo>
                    <a:pt x="1" y="7768"/>
                    <a:pt x="45" y="7779"/>
                    <a:pt x="122" y="7779"/>
                  </a:cubicBezTo>
                  <a:cubicBezTo>
                    <a:pt x="275" y="7779"/>
                    <a:pt x="557" y="7735"/>
                    <a:pt x="868" y="7646"/>
                  </a:cubicBezTo>
                  <a:cubicBezTo>
                    <a:pt x="1068" y="7579"/>
                    <a:pt x="1335" y="7479"/>
                    <a:pt x="1535" y="7412"/>
                  </a:cubicBezTo>
                  <a:cubicBezTo>
                    <a:pt x="1735" y="7279"/>
                    <a:pt x="1902" y="7179"/>
                    <a:pt x="2036" y="7112"/>
                  </a:cubicBezTo>
                  <a:cubicBezTo>
                    <a:pt x="3136" y="6145"/>
                    <a:pt x="4170" y="5077"/>
                    <a:pt x="5204" y="4076"/>
                  </a:cubicBezTo>
                  <a:cubicBezTo>
                    <a:pt x="6272" y="3076"/>
                    <a:pt x="7173" y="1808"/>
                    <a:pt x="8340" y="1141"/>
                  </a:cubicBezTo>
                  <a:cubicBezTo>
                    <a:pt x="8440" y="1074"/>
                    <a:pt x="8607" y="941"/>
                    <a:pt x="8774" y="774"/>
                  </a:cubicBezTo>
                  <a:cubicBezTo>
                    <a:pt x="8812" y="716"/>
                    <a:pt x="8829" y="680"/>
                    <a:pt x="8855" y="680"/>
                  </a:cubicBezTo>
                  <a:cubicBezTo>
                    <a:pt x="8874" y="680"/>
                    <a:pt x="8899" y="699"/>
                    <a:pt x="8940" y="741"/>
                  </a:cubicBezTo>
                  <a:cubicBezTo>
                    <a:pt x="9225" y="994"/>
                    <a:pt x="9510" y="1277"/>
                    <a:pt x="9567" y="1277"/>
                  </a:cubicBezTo>
                  <a:cubicBezTo>
                    <a:pt x="9570" y="1277"/>
                    <a:pt x="9573" y="1276"/>
                    <a:pt x="9574" y="1274"/>
                  </a:cubicBezTo>
                  <a:cubicBezTo>
                    <a:pt x="9608" y="1274"/>
                    <a:pt x="9608" y="1141"/>
                    <a:pt x="9574" y="974"/>
                  </a:cubicBezTo>
                  <a:cubicBezTo>
                    <a:pt x="9541" y="807"/>
                    <a:pt x="9508" y="607"/>
                    <a:pt x="9374" y="340"/>
                  </a:cubicBezTo>
                  <a:cubicBezTo>
                    <a:pt x="9341" y="240"/>
                    <a:pt x="9174" y="74"/>
                    <a:pt x="8940" y="7"/>
                  </a:cubicBezTo>
                  <a:cubicBezTo>
                    <a:pt x="8917" y="2"/>
                    <a:pt x="8893" y="0"/>
                    <a:pt x="88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78" name="Google Shape;5378;p69"/>
            <p:cNvSpPr/>
            <p:nvPr/>
          </p:nvSpPr>
          <p:spPr>
            <a:xfrm>
              <a:off x="3697924" y="4265936"/>
              <a:ext cx="258130" cy="172226"/>
            </a:xfrm>
            <a:custGeom>
              <a:avLst/>
              <a:gdLst/>
              <a:ahLst/>
              <a:cxnLst/>
              <a:rect l="l" t="t" r="r" b="b"/>
              <a:pathLst>
                <a:path w="16013" h="10684" extrusionOk="0">
                  <a:moveTo>
                    <a:pt x="6138" y="1"/>
                  </a:moveTo>
                  <a:cubicBezTo>
                    <a:pt x="5538" y="34"/>
                    <a:pt x="4971" y="167"/>
                    <a:pt x="4471" y="501"/>
                  </a:cubicBezTo>
                  <a:cubicBezTo>
                    <a:pt x="3970" y="835"/>
                    <a:pt x="3603" y="1268"/>
                    <a:pt x="3203" y="1635"/>
                  </a:cubicBezTo>
                  <a:cubicBezTo>
                    <a:pt x="2836" y="2035"/>
                    <a:pt x="2436" y="2369"/>
                    <a:pt x="2036" y="2769"/>
                  </a:cubicBezTo>
                  <a:cubicBezTo>
                    <a:pt x="1502" y="3303"/>
                    <a:pt x="968" y="4004"/>
                    <a:pt x="534" y="4637"/>
                  </a:cubicBezTo>
                  <a:cubicBezTo>
                    <a:pt x="334" y="4971"/>
                    <a:pt x="168" y="5271"/>
                    <a:pt x="101" y="5471"/>
                  </a:cubicBezTo>
                  <a:cubicBezTo>
                    <a:pt x="34" y="5705"/>
                    <a:pt x="1" y="5838"/>
                    <a:pt x="34" y="5838"/>
                  </a:cubicBezTo>
                  <a:cubicBezTo>
                    <a:pt x="40" y="5841"/>
                    <a:pt x="46" y="5842"/>
                    <a:pt x="52" y="5842"/>
                  </a:cubicBezTo>
                  <a:cubicBezTo>
                    <a:pt x="113" y="5842"/>
                    <a:pt x="182" y="5690"/>
                    <a:pt x="334" y="5538"/>
                  </a:cubicBezTo>
                  <a:lnTo>
                    <a:pt x="668" y="5204"/>
                  </a:lnTo>
                  <a:cubicBezTo>
                    <a:pt x="801" y="5104"/>
                    <a:pt x="968" y="4971"/>
                    <a:pt x="1102" y="4837"/>
                  </a:cubicBezTo>
                  <a:cubicBezTo>
                    <a:pt x="1669" y="4337"/>
                    <a:pt x="2336" y="3703"/>
                    <a:pt x="2669" y="3370"/>
                  </a:cubicBezTo>
                  <a:cubicBezTo>
                    <a:pt x="3003" y="3003"/>
                    <a:pt x="3370" y="2603"/>
                    <a:pt x="3703" y="2169"/>
                  </a:cubicBezTo>
                  <a:cubicBezTo>
                    <a:pt x="4104" y="1769"/>
                    <a:pt x="4437" y="1368"/>
                    <a:pt x="4804" y="1101"/>
                  </a:cubicBezTo>
                  <a:cubicBezTo>
                    <a:pt x="5204" y="801"/>
                    <a:pt x="5671" y="634"/>
                    <a:pt x="6172" y="601"/>
                  </a:cubicBezTo>
                  <a:lnTo>
                    <a:pt x="6505" y="601"/>
                  </a:lnTo>
                  <a:cubicBezTo>
                    <a:pt x="6605" y="601"/>
                    <a:pt x="6672" y="601"/>
                    <a:pt x="6706" y="668"/>
                  </a:cubicBezTo>
                  <a:cubicBezTo>
                    <a:pt x="6839" y="801"/>
                    <a:pt x="6972" y="1101"/>
                    <a:pt x="7139" y="1302"/>
                  </a:cubicBezTo>
                  <a:cubicBezTo>
                    <a:pt x="7539" y="1869"/>
                    <a:pt x="7840" y="2569"/>
                    <a:pt x="8307" y="3236"/>
                  </a:cubicBezTo>
                  <a:cubicBezTo>
                    <a:pt x="8440" y="3370"/>
                    <a:pt x="8540" y="3537"/>
                    <a:pt x="8674" y="3703"/>
                  </a:cubicBezTo>
                  <a:lnTo>
                    <a:pt x="9107" y="4170"/>
                  </a:lnTo>
                  <a:lnTo>
                    <a:pt x="9975" y="4938"/>
                  </a:lnTo>
                  <a:cubicBezTo>
                    <a:pt x="10241" y="5171"/>
                    <a:pt x="10508" y="5438"/>
                    <a:pt x="10808" y="5671"/>
                  </a:cubicBezTo>
                  <a:lnTo>
                    <a:pt x="11609" y="6472"/>
                  </a:lnTo>
                  <a:cubicBezTo>
                    <a:pt x="12143" y="7006"/>
                    <a:pt x="12610" y="7606"/>
                    <a:pt x="13077" y="8140"/>
                  </a:cubicBezTo>
                  <a:cubicBezTo>
                    <a:pt x="13344" y="8340"/>
                    <a:pt x="13544" y="8607"/>
                    <a:pt x="13877" y="8874"/>
                  </a:cubicBezTo>
                  <a:cubicBezTo>
                    <a:pt x="14144" y="9207"/>
                    <a:pt x="14411" y="9541"/>
                    <a:pt x="14711" y="9841"/>
                  </a:cubicBezTo>
                  <a:cubicBezTo>
                    <a:pt x="15011" y="10141"/>
                    <a:pt x="15312" y="10375"/>
                    <a:pt x="15545" y="10508"/>
                  </a:cubicBezTo>
                  <a:cubicBezTo>
                    <a:pt x="15766" y="10619"/>
                    <a:pt x="15919" y="10683"/>
                    <a:pt x="15964" y="10683"/>
                  </a:cubicBezTo>
                  <a:cubicBezTo>
                    <a:pt x="15974" y="10683"/>
                    <a:pt x="15979" y="10681"/>
                    <a:pt x="15979" y="10675"/>
                  </a:cubicBezTo>
                  <a:cubicBezTo>
                    <a:pt x="16012" y="10642"/>
                    <a:pt x="15845" y="10508"/>
                    <a:pt x="15679" y="10308"/>
                  </a:cubicBezTo>
                  <a:cubicBezTo>
                    <a:pt x="15512" y="10108"/>
                    <a:pt x="15312" y="9774"/>
                    <a:pt x="15078" y="9441"/>
                  </a:cubicBezTo>
                  <a:cubicBezTo>
                    <a:pt x="14878" y="9040"/>
                    <a:pt x="14678" y="8674"/>
                    <a:pt x="14478" y="8340"/>
                  </a:cubicBezTo>
                  <a:cubicBezTo>
                    <a:pt x="14344" y="8173"/>
                    <a:pt x="14244" y="8006"/>
                    <a:pt x="14144" y="7840"/>
                  </a:cubicBezTo>
                  <a:cubicBezTo>
                    <a:pt x="14044" y="7706"/>
                    <a:pt x="13911" y="7573"/>
                    <a:pt x="13844" y="7506"/>
                  </a:cubicBezTo>
                  <a:cubicBezTo>
                    <a:pt x="13244" y="6972"/>
                    <a:pt x="12710" y="6405"/>
                    <a:pt x="12143" y="5905"/>
                  </a:cubicBezTo>
                  <a:lnTo>
                    <a:pt x="11242" y="5171"/>
                  </a:lnTo>
                  <a:cubicBezTo>
                    <a:pt x="10975" y="4904"/>
                    <a:pt x="10642" y="4671"/>
                    <a:pt x="10341" y="4471"/>
                  </a:cubicBezTo>
                  <a:cubicBezTo>
                    <a:pt x="10041" y="4204"/>
                    <a:pt x="9741" y="4004"/>
                    <a:pt x="9474" y="3737"/>
                  </a:cubicBezTo>
                  <a:lnTo>
                    <a:pt x="9107" y="3336"/>
                  </a:lnTo>
                  <a:cubicBezTo>
                    <a:pt x="8974" y="3203"/>
                    <a:pt x="8874" y="3036"/>
                    <a:pt x="8740" y="2903"/>
                  </a:cubicBezTo>
                  <a:cubicBezTo>
                    <a:pt x="8340" y="2336"/>
                    <a:pt x="8040" y="1635"/>
                    <a:pt x="7573" y="968"/>
                  </a:cubicBezTo>
                  <a:cubicBezTo>
                    <a:pt x="7506" y="835"/>
                    <a:pt x="7473" y="735"/>
                    <a:pt x="7373" y="634"/>
                  </a:cubicBezTo>
                  <a:cubicBezTo>
                    <a:pt x="7339" y="601"/>
                    <a:pt x="7306" y="534"/>
                    <a:pt x="7239" y="468"/>
                  </a:cubicBezTo>
                  <a:cubicBezTo>
                    <a:pt x="7206" y="368"/>
                    <a:pt x="7173" y="334"/>
                    <a:pt x="7072" y="268"/>
                  </a:cubicBezTo>
                  <a:cubicBezTo>
                    <a:pt x="7006" y="167"/>
                    <a:pt x="6906" y="134"/>
                    <a:pt x="6839" y="101"/>
                  </a:cubicBezTo>
                  <a:cubicBezTo>
                    <a:pt x="6739" y="34"/>
                    <a:pt x="6672" y="34"/>
                    <a:pt x="65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79" name="Google Shape;5379;p69"/>
            <p:cNvSpPr/>
            <p:nvPr/>
          </p:nvSpPr>
          <p:spPr>
            <a:xfrm>
              <a:off x="3972157" y="4268563"/>
              <a:ext cx="169937" cy="86113"/>
            </a:xfrm>
            <a:custGeom>
              <a:avLst/>
              <a:gdLst/>
              <a:ahLst/>
              <a:cxnLst/>
              <a:rect l="l" t="t" r="r" b="b"/>
              <a:pathLst>
                <a:path w="10542" h="5342" extrusionOk="0">
                  <a:moveTo>
                    <a:pt x="977" y="0"/>
                  </a:moveTo>
                  <a:cubicBezTo>
                    <a:pt x="930" y="0"/>
                    <a:pt x="882" y="1"/>
                    <a:pt x="835" y="4"/>
                  </a:cubicBezTo>
                  <a:cubicBezTo>
                    <a:pt x="334" y="4"/>
                    <a:pt x="1" y="171"/>
                    <a:pt x="1" y="205"/>
                  </a:cubicBezTo>
                  <a:cubicBezTo>
                    <a:pt x="1" y="305"/>
                    <a:pt x="401" y="338"/>
                    <a:pt x="801" y="538"/>
                  </a:cubicBezTo>
                  <a:cubicBezTo>
                    <a:pt x="1168" y="772"/>
                    <a:pt x="1569" y="1005"/>
                    <a:pt x="1869" y="1105"/>
                  </a:cubicBezTo>
                  <a:cubicBezTo>
                    <a:pt x="2080" y="1169"/>
                    <a:pt x="2345" y="1192"/>
                    <a:pt x="2605" y="1192"/>
                  </a:cubicBezTo>
                  <a:cubicBezTo>
                    <a:pt x="2754" y="1192"/>
                    <a:pt x="2902" y="1184"/>
                    <a:pt x="3036" y="1172"/>
                  </a:cubicBezTo>
                  <a:cubicBezTo>
                    <a:pt x="3470" y="1139"/>
                    <a:pt x="3804" y="1039"/>
                    <a:pt x="4137" y="972"/>
                  </a:cubicBezTo>
                  <a:cubicBezTo>
                    <a:pt x="4321" y="917"/>
                    <a:pt x="4504" y="892"/>
                    <a:pt x="4677" y="892"/>
                  </a:cubicBezTo>
                  <a:cubicBezTo>
                    <a:pt x="4818" y="892"/>
                    <a:pt x="4951" y="908"/>
                    <a:pt x="5071" y="938"/>
                  </a:cubicBezTo>
                  <a:cubicBezTo>
                    <a:pt x="5371" y="972"/>
                    <a:pt x="5672" y="1139"/>
                    <a:pt x="5972" y="1305"/>
                  </a:cubicBezTo>
                  <a:cubicBezTo>
                    <a:pt x="6506" y="1672"/>
                    <a:pt x="6973" y="2206"/>
                    <a:pt x="7373" y="2773"/>
                  </a:cubicBezTo>
                  <a:cubicBezTo>
                    <a:pt x="7806" y="3340"/>
                    <a:pt x="8173" y="3941"/>
                    <a:pt x="8640" y="4508"/>
                  </a:cubicBezTo>
                  <a:cubicBezTo>
                    <a:pt x="8907" y="4808"/>
                    <a:pt x="9374" y="5141"/>
                    <a:pt x="9808" y="5275"/>
                  </a:cubicBezTo>
                  <a:cubicBezTo>
                    <a:pt x="10008" y="5342"/>
                    <a:pt x="10208" y="5342"/>
                    <a:pt x="10342" y="5342"/>
                  </a:cubicBezTo>
                  <a:cubicBezTo>
                    <a:pt x="10475" y="5308"/>
                    <a:pt x="10542" y="5308"/>
                    <a:pt x="10542" y="5275"/>
                  </a:cubicBezTo>
                  <a:cubicBezTo>
                    <a:pt x="10542" y="5175"/>
                    <a:pt x="10242" y="5008"/>
                    <a:pt x="9975" y="4708"/>
                  </a:cubicBezTo>
                  <a:cubicBezTo>
                    <a:pt x="9674" y="4441"/>
                    <a:pt x="9441" y="4041"/>
                    <a:pt x="9274" y="3874"/>
                  </a:cubicBezTo>
                  <a:cubicBezTo>
                    <a:pt x="8273" y="3007"/>
                    <a:pt x="7473" y="1772"/>
                    <a:pt x="6272" y="872"/>
                  </a:cubicBezTo>
                  <a:cubicBezTo>
                    <a:pt x="5905" y="672"/>
                    <a:pt x="5638" y="471"/>
                    <a:pt x="5205" y="371"/>
                  </a:cubicBezTo>
                  <a:cubicBezTo>
                    <a:pt x="5021" y="321"/>
                    <a:pt x="4829" y="305"/>
                    <a:pt x="4642" y="305"/>
                  </a:cubicBezTo>
                  <a:cubicBezTo>
                    <a:pt x="4454" y="305"/>
                    <a:pt x="4271" y="321"/>
                    <a:pt x="4104" y="338"/>
                  </a:cubicBezTo>
                  <a:cubicBezTo>
                    <a:pt x="3704" y="371"/>
                    <a:pt x="3370" y="438"/>
                    <a:pt x="3036" y="438"/>
                  </a:cubicBezTo>
                  <a:cubicBezTo>
                    <a:pt x="2703" y="438"/>
                    <a:pt x="2469" y="338"/>
                    <a:pt x="2169" y="205"/>
                  </a:cubicBezTo>
                  <a:cubicBezTo>
                    <a:pt x="1896" y="144"/>
                    <a:pt x="1456" y="0"/>
                    <a:pt x="9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80" name="Google Shape;5380;p69"/>
            <p:cNvSpPr/>
            <p:nvPr/>
          </p:nvSpPr>
          <p:spPr>
            <a:xfrm>
              <a:off x="3854949" y="4192622"/>
              <a:ext cx="154333" cy="138390"/>
            </a:xfrm>
            <a:custGeom>
              <a:avLst/>
              <a:gdLst/>
              <a:ahLst/>
              <a:cxnLst/>
              <a:rect l="l" t="t" r="r" b="b"/>
              <a:pathLst>
                <a:path w="9574" h="8585" extrusionOk="0">
                  <a:moveTo>
                    <a:pt x="4859" y="0"/>
                  </a:moveTo>
                  <a:cubicBezTo>
                    <a:pt x="4632" y="0"/>
                    <a:pt x="4415" y="44"/>
                    <a:pt x="4236" y="146"/>
                  </a:cubicBezTo>
                  <a:cubicBezTo>
                    <a:pt x="3970" y="246"/>
                    <a:pt x="3769" y="379"/>
                    <a:pt x="3569" y="546"/>
                  </a:cubicBezTo>
                  <a:cubicBezTo>
                    <a:pt x="3136" y="846"/>
                    <a:pt x="2769" y="1246"/>
                    <a:pt x="2569" y="1747"/>
                  </a:cubicBezTo>
                  <a:cubicBezTo>
                    <a:pt x="2335" y="2214"/>
                    <a:pt x="2268" y="2747"/>
                    <a:pt x="2135" y="3214"/>
                  </a:cubicBezTo>
                  <a:cubicBezTo>
                    <a:pt x="2068" y="3681"/>
                    <a:pt x="1935" y="4148"/>
                    <a:pt x="1735" y="4549"/>
                  </a:cubicBezTo>
                  <a:cubicBezTo>
                    <a:pt x="1501" y="4982"/>
                    <a:pt x="1301" y="5349"/>
                    <a:pt x="1034" y="5750"/>
                  </a:cubicBezTo>
                  <a:cubicBezTo>
                    <a:pt x="767" y="6183"/>
                    <a:pt x="434" y="6850"/>
                    <a:pt x="167" y="7484"/>
                  </a:cubicBezTo>
                  <a:cubicBezTo>
                    <a:pt x="0" y="8051"/>
                    <a:pt x="0" y="8585"/>
                    <a:pt x="67" y="8585"/>
                  </a:cubicBezTo>
                  <a:cubicBezTo>
                    <a:pt x="167" y="8585"/>
                    <a:pt x="400" y="8085"/>
                    <a:pt x="734" y="7584"/>
                  </a:cubicBezTo>
                  <a:cubicBezTo>
                    <a:pt x="1067" y="7084"/>
                    <a:pt x="1501" y="6550"/>
                    <a:pt x="1668" y="6217"/>
                  </a:cubicBezTo>
                  <a:cubicBezTo>
                    <a:pt x="1901" y="5816"/>
                    <a:pt x="2135" y="5316"/>
                    <a:pt x="2302" y="4849"/>
                  </a:cubicBezTo>
                  <a:cubicBezTo>
                    <a:pt x="2468" y="4349"/>
                    <a:pt x="2569" y="3848"/>
                    <a:pt x="2635" y="3348"/>
                  </a:cubicBezTo>
                  <a:cubicBezTo>
                    <a:pt x="2735" y="2847"/>
                    <a:pt x="2802" y="2380"/>
                    <a:pt x="2969" y="1980"/>
                  </a:cubicBezTo>
                  <a:cubicBezTo>
                    <a:pt x="3136" y="1547"/>
                    <a:pt x="3436" y="1213"/>
                    <a:pt x="3803" y="913"/>
                  </a:cubicBezTo>
                  <a:cubicBezTo>
                    <a:pt x="4115" y="714"/>
                    <a:pt x="4476" y="491"/>
                    <a:pt x="4803" y="491"/>
                  </a:cubicBezTo>
                  <a:cubicBezTo>
                    <a:pt x="4860" y="491"/>
                    <a:pt x="4916" y="498"/>
                    <a:pt x="4970" y="512"/>
                  </a:cubicBezTo>
                  <a:cubicBezTo>
                    <a:pt x="5371" y="579"/>
                    <a:pt x="5704" y="913"/>
                    <a:pt x="5938" y="1313"/>
                  </a:cubicBezTo>
                  <a:cubicBezTo>
                    <a:pt x="6438" y="2080"/>
                    <a:pt x="6738" y="3014"/>
                    <a:pt x="7205" y="3915"/>
                  </a:cubicBezTo>
                  <a:cubicBezTo>
                    <a:pt x="7472" y="4415"/>
                    <a:pt x="7939" y="5016"/>
                    <a:pt x="8539" y="5316"/>
                  </a:cubicBezTo>
                  <a:cubicBezTo>
                    <a:pt x="8806" y="5416"/>
                    <a:pt x="9073" y="5483"/>
                    <a:pt x="9273" y="5483"/>
                  </a:cubicBezTo>
                  <a:cubicBezTo>
                    <a:pt x="9473" y="5483"/>
                    <a:pt x="9574" y="5416"/>
                    <a:pt x="9574" y="5383"/>
                  </a:cubicBezTo>
                  <a:cubicBezTo>
                    <a:pt x="9574" y="5316"/>
                    <a:pt x="9073" y="5216"/>
                    <a:pt x="8740" y="4816"/>
                  </a:cubicBezTo>
                  <a:cubicBezTo>
                    <a:pt x="8339" y="4382"/>
                    <a:pt x="8106" y="3815"/>
                    <a:pt x="7939" y="3515"/>
                  </a:cubicBezTo>
                  <a:cubicBezTo>
                    <a:pt x="7439" y="2714"/>
                    <a:pt x="7038" y="1813"/>
                    <a:pt x="6405" y="979"/>
                  </a:cubicBezTo>
                  <a:cubicBezTo>
                    <a:pt x="6238" y="746"/>
                    <a:pt x="6071" y="546"/>
                    <a:pt x="5838" y="379"/>
                  </a:cubicBezTo>
                  <a:cubicBezTo>
                    <a:pt x="5637" y="179"/>
                    <a:pt x="5337" y="45"/>
                    <a:pt x="5070" y="12"/>
                  </a:cubicBezTo>
                  <a:cubicBezTo>
                    <a:pt x="4999" y="4"/>
                    <a:pt x="4929" y="0"/>
                    <a:pt x="48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81" name="Google Shape;5381;p69"/>
            <p:cNvSpPr/>
            <p:nvPr/>
          </p:nvSpPr>
          <p:spPr>
            <a:xfrm>
              <a:off x="3938821" y="4324548"/>
              <a:ext cx="187153" cy="80342"/>
            </a:xfrm>
            <a:custGeom>
              <a:avLst/>
              <a:gdLst/>
              <a:ahLst/>
              <a:cxnLst/>
              <a:rect l="l" t="t" r="r" b="b"/>
              <a:pathLst>
                <a:path w="11610" h="4984" extrusionOk="0">
                  <a:moveTo>
                    <a:pt x="3938" y="1"/>
                  </a:moveTo>
                  <a:cubicBezTo>
                    <a:pt x="3582" y="1"/>
                    <a:pt x="3216" y="141"/>
                    <a:pt x="2903" y="334"/>
                  </a:cubicBezTo>
                  <a:cubicBezTo>
                    <a:pt x="2503" y="568"/>
                    <a:pt x="2136" y="901"/>
                    <a:pt x="1902" y="1335"/>
                  </a:cubicBezTo>
                  <a:cubicBezTo>
                    <a:pt x="1702" y="1702"/>
                    <a:pt x="1468" y="2035"/>
                    <a:pt x="1202" y="2369"/>
                  </a:cubicBezTo>
                  <a:cubicBezTo>
                    <a:pt x="668" y="3170"/>
                    <a:pt x="1" y="4470"/>
                    <a:pt x="101" y="4537"/>
                  </a:cubicBezTo>
                  <a:cubicBezTo>
                    <a:pt x="106" y="4541"/>
                    <a:pt x="113" y="4543"/>
                    <a:pt x="122" y="4543"/>
                  </a:cubicBezTo>
                  <a:cubicBezTo>
                    <a:pt x="336" y="4543"/>
                    <a:pt x="1581" y="3382"/>
                    <a:pt x="1902" y="2869"/>
                  </a:cubicBezTo>
                  <a:cubicBezTo>
                    <a:pt x="2169" y="2502"/>
                    <a:pt x="2336" y="2069"/>
                    <a:pt x="2536" y="1702"/>
                  </a:cubicBezTo>
                  <a:cubicBezTo>
                    <a:pt x="2703" y="1368"/>
                    <a:pt x="2936" y="1035"/>
                    <a:pt x="3236" y="835"/>
                  </a:cubicBezTo>
                  <a:cubicBezTo>
                    <a:pt x="3483" y="670"/>
                    <a:pt x="3776" y="550"/>
                    <a:pt x="4057" y="550"/>
                  </a:cubicBezTo>
                  <a:cubicBezTo>
                    <a:pt x="4118" y="550"/>
                    <a:pt x="4178" y="556"/>
                    <a:pt x="4237" y="568"/>
                  </a:cubicBezTo>
                  <a:cubicBezTo>
                    <a:pt x="4337" y="568"/>
                    <a:pt x="4404" y="601"/>
                    <a:pt x="4504" y="668"/>
                  </a:cubicBezTo>
                  <a:cubicBezTo>
                    <a:pt x="4537" y="668"/>
                    <a:pt x="4537" y="668"/>
                    <a:pt x="4571" y="701"/>
                  </a:cubicBezTo>
                  <a:lnTo>
                    <a:pt x="4637" y="801"/>
                  </a:lnTo>
                  <a:lnTo>
                    <a:pt x="4871" y="1001"/>
                  </a:lnTo>
                  <a:lnTo>
                    <a:pt x="5038" y="1235"/>
                  </a:lnTo>
                  <a:cubicBezTo>
                    <a:pt x="5171" y="1402"/>
                    <a:pt x="5238" y="1635"/>
                    <a:pt x="5371" y="1802"/>
                  </a:cubicBezTo>
                  <a:cubicBezTo>
                    <a:pt x="5505" y="1969"/>
                    <a:pt x="5605" y="2169"/>
                    <a:pt x="5772" y="2336"/>
                  </a:cubicBezTo>
                  <a:lnTo>
                    <a:pt x="6038" y="2569"/>
                  </a:lnTo>
                  <a:lnTo>
                    <a:pt x="6305" y="2803"/>
                  </a:lnTo>
                  <a:cubicBezTo>
                    <a:pt x="6539" y="2903"/>
                    <a:pt x="6772" y="3003"/>
                    <a:pt x="6939" y="3069"/>
                  </a:cubicBezTo>
                  <a:cubicBezTo>
                    <a:pt x="7373" y="3236"/>
                    <a:pt x="7740" y="3470"/>
                    <a:pt x="8173" y="3637"/>
                  </a:cubicBezTo>
                  <a:cubicBezTo>
                    <a:pt x="8540" y="3803"/>
                    <a:pt x="8940" y="3970"/>
                    <a:pt x="9341" y="4137"/>
                  </a:cubicBezTo>
                  <a:cubicBezTo>
                    <a:pt x="9708" y="4237"/>
                    <a:pt x="10275" y="4404"/>
                    <a:pt x="10708" y="4637"/>
                  </a:cubicBezTo>
                  <a:cubicBezTo>
                    <a:pt x="10842" y="4671"/>
                    <a:pt x="10942" y="4704"/>
                    <a:pt x="11042" y="4737"/>
                  </a:cubicBezTo>
                  <a:lnTo>
                    <a:pt x="11275" y="4871"/>
                  </a:lnTo>
                  <a:cubicBezTo>
                    <a:pt x="11401" y="4946"/>
                    <a:pt x="11507" y="4983"/>
                    <a:pt x="11552" y="4983"/>
                  </a:cubicBezTo>
                  <a:cubicBezTo>
                    <a:pt x="11567" y="4983"/>
                    <a:pt x="11576" y="4979"/>
                    <a:pt x="11576" y="4971"/>
                  </a:cubicBezTo>
                  <a:cubicBezTo>
                    <a:pt x="11609" y="4971"/>
                    <a:pt x="11576" y="4837"/>
                    <a:pt x="11442" y="4671"/>
                  </a:cubicBezTo>
                  <a:cubicBezTo>
                    <a:pt x="11409" y="4571"/>
                    <a:pt x="11342" y="4470"/>
                    <a:pt x="11242" y="4370"/>
                  </a:cubicBezTo>
                  <a:cubicBezTo>
                    <a:pt x="11175" y="4304"/>
                    <a:pt x="11075" y="4170"/>
                    <a:pt x="10942" y="4070"/>
                  </a:cubicBezTo>
                  <a:cubicBezTo>
                    <a:pt x="10742" y="3870"/>
                    <a:pt x="10508" y="3737"/>
                    <a:pt x="10241" y="3570"/>
                  </a:cubicBezTo>
                  <a:cubicBezTo>
                    <a:pt x="10008" y="3470"/>
                    <a:pt x="9774" y="3336"/>
                    <a:pt x="9608" y="3303"/>
                  </a:cubicBezTo>
                  <a:lnTo>
                    <a:pt x="8373" y="2969"/>
                  </a:lnTo>
                  <a:cubicBezTo>
                    <a:pt x="7940" y="2836"/>
                    <a:pt x="7573" y="2669"/>
                    <a:pt x="7173" y="2536"/>
                  </a:cubicBezTo>
                  <a:cubicBezTo>
                    <a:pt x="6939" y="2469"/>
                    <a:pt x="6739" y="2402"/>
                    <a:pt x="6572" y="2336"/>
                  </a:cubicBezTo>
                  <a:lnTo>
                    <a:pt x="6372" y="2202"/>
                  </a:lnTo>
                  <a:lnTo>
                    <a:pt x="6172" y="2002"/>
                  </a:lnTo>
                  <a:cubicBezTo>
                    <a:pt x="6005" y="1869"/>
                    <a:pt x="5905" y="1702"/>
                    <a:pt x="5772" y="1535"/>
                  </a:cubicBezTo>
                  <a:cubicBezTo>
                    <a:pt x="5671" y="1368"/>
                    <a:pt x="5538" y="1168"/>
                    <a:pt x="5405" y="1001"/>
                  </a:cubicBezTo>
                  <a:lnTo>
                    <a:pt x="5204" y="701"/>
                  </a:lnTo>
                  <a:lnTo>
                    <a:pt x="4938" y="468"/>
                  </a:lnTo>
                  <a:lnTo>
                    <a:pt x="4838" y="334"/>
                  </a:lnTo>
                  <a:cubicBezTo>
                    <a:pt x="4771" y="234"/>
                    <a:pt x="4704" y="234"/>
                    <a:pt x="4671" y="201"/>
                  </a:cubicBezTo>
                  <a:cubicBezTo>
                    <a:pt x="4571" y="167"/>
                    <a:pt x="4437" y="134"/>
                    <a:pt x="4337" y="67"/>
                  </a:cubicBezTo>
                  <a:cubicBezTo>
                    <a:pt x="4208" y="21"/>
                    <a:pt x="4074" y="1"/>
                    <a:pt x="39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82" name="Google Shape;5382;p69"/>
            <p:cNvSpPr/>
            <p:nvPr/>
          </p:nvSpPr>
          <p:spPr>
            <a:xfrm>
              <a:off x="3895265" y="4127384"/>
              <a:ext cx="180157" cy="71895"/>
            </a:xfrm>
            <a:custGeom>
              <a:avLst/>
              <a:gdLst/>
              <a:ahLst/>
              <a:cxnLst/>
              <a:rect l="l" t="t" r="r" b="b"/>
              <a:pathLst>
                <a:path w="11176" h="4460" extrusionOk="0">
                  <a:moveTo>
                    <a:pt x="2571" y="1"/>
                  </a:moveTo>
                  <a:cubicBezTo>
                    <a:pt x="2363" y="1"/>
                    <a:pt x="2189" y="72"/>
                    <a:pt x="2036" y="123"/>
                  </a:cubicBezTo>
                  <a:cubicBezTo>
                    <a:pt x="1802" y="223"/>
                    <a:pt x="1602" y="290"/>
                    <a:pt x="1402" y="457"/>
                  </a:cubicBezTo>
                  <a:cubicBezTo>
                    <a:pt x="1035" y="757"/>
                    <a:pt x="735" y="1124"/>
                    <a:pt x="535" y="1557"/>
                  </a:cubicBezTo>
                  <a:cubicBezTo>
                    <a:pt x="301" y="1958"/>
                    <a:pt x="201" y="2591"/>
                    <a:pt x="101" y="3092"/>
                  </a:cubicBezTo>
                  <a:cubicBezTo>
                    <a:pt x="68" y="3592"/>
                    <a:pt x="1" y="3959"/>
                    <a:pt x="68" y="4026"/>
                  </a:cubicBezTo>
                  <a:cubicBezTo>
                    <a:pt x="70" y="4027"/>
                    <a:pt x="74" y="4028"/>
                    <a:pt x="77" y="4028"/>
                  </a:cubicBezTo>
                  <a:cubicBezTo>
                    <a:pt x="157" y="4028"/>
                    <a:pt x="411" y="3671"/>
                    <a:pt x="635" y="3192"/>
                  </a:cubicBezTo>
                  <a:cubicBezTo>
                    <a:pt x="835" y="2725"/>
                    <a:pt x="1135" y="2224"/>
                    <a:pt x="1268" y="1924"/>
                  </a:cubicBezTo>
                  <a:cubicBezTo>
                    <a:pt x="1402" y="1591"/>
                    <a:pt x="1569" y="1257"/>
                    <a:pt x="1802" y="1024"/>
                  </a:cubicBezTo>
                  <a:cubicBezTo>
                    <a:pt x="2069" y="757"/>
                    <a:pt x="2403" y="557"/>
                    <a:pt x="2669" y="557"/>
                  </a:cubicBezTo>
                  <a:cubicBezTo>
                    <a:pt x="2970" y="557"/>
                    <a:pt x="3270" y="790"/>
                    <a:pt x="3470" y="1124"/>
                  </a:cubicBezTo>
                  <a:cubicBezTo>
                    <a:pt x="3737" y="1457"/>
                    <a:pt x="3937" y="1858"/>
                    <a:pt x="4237" y="2191"/>
                  </a:cubicBezTo>
                  <a:cubicBezTo>
                    <a:pt x="4804" y="2858"/>
                    <a:pt x="5571" y="3359"/>
                    <a:pt x="6339" y="3692"/>
                  </a:cubicBezTo>
                  <a:cubicBezTo>
                    <a:pt x="7139" y="4059"/>
                    <a:pt x="7973" y="4259"/>
                    <a:pt x="8807" y="4426"/>
                  </a:cubicBezTo>
                  <a:cubicBezTo>
                    <a:pt x="8981" y="4449"/>
                    <a:pt x="9165" y="4459"/>
                    <a:pt x="9352" y="4459"/>
                  </a:cubicBezTo>
                  <a:cubicBezTo>
                    <a:pt x="10241" y="4459"/>
                    <a:pt x="11175" y="4230"/>
                    <a:pt x="11175" y="4092"/>
                  </a:cubicBezTo>
                  <a:cubicBezTo>
                    <a:pt x="11175" y="4059"/>
                    <a:pt x="10775" y="3926"/>
                    <a:pt x="10275" y="3859"/>
                  </a:cubicBezTo>
                  <a:cubicBezTo>
                    <a:pt x="9774" y="3759"/>
                    <a:pt x="9241" y="3625"/>
                    <a:pt x="8941" y="3592"/>
                  </a:cubicBezTo>
                  <a:cubicBezTo>
                    <a:pt x="8107" y="3559"/>
                    <a:pt x="7306" y="3459"/>
                    <a:pt x="6572" y="3192"/>
                  </a:cubicBezTo>
                  <a:cubicBezTo>
                    <a:pt x="5805" y="2925"/>
                    <a:pt x="5104" y="2458"/>
                    <a:pt x="4604" y="1891"/>
                  </a:cubicBezTo>
                  <a:cubicBezTo>
                    <a:pt x="4304" y="1591"/>
                    <a:pt x="4137" y="1257"/>
                    <a:pt x="3904" y="890"/>
                  </a:cubicBezTo>
                  <a:cubicBezTo>
                    <a:pt x="3770" y="723"/>
                    <a:pt x="3637" y="523"/>
                    <a:pt x="3470" y="356"/>
                  </a:cubicBezTo>
                  <a:cubicBezTo>
                    <a:pt x="3303" y="156"/>
                    <a:pt x="3070" y="56"/>
                    <a:pt x="2769" y="23"/>
                  </a:cubicBezTo>
                  <a:cubicBezTo>
                    <a:pt x="2700" y="7"/>
                    <a:pt x="2634" y="1"/>
                    <a:pt x="25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83" name="Google Shape;5383;p69"/>
            <p:cNvSpPr/>
            <p:nvPr/>
          </p:nvSpPr>
          <p:spPr>
            <a:xfrm>
              <a:off x="3751700" y="4130914"/>
              <a:ext cx="141437" cy="108665"/>
            </a:xfrm>
            <a:custGeom>
              <a:avLst/>
              <a:gdLst/>
              <a:ahLst/>
              <a:cxnLst/>
              <a:rect l="l" t="t" r="r" b="b"/>
              <a:pathLst>
                <a:path w="8774" h="6741" extrusionOk="0">
                  <a:moveTo>
                    <a:pt x="3780" y="0"/>
                  </a:moveTo>
                  <a:cubicBezTo>
                    <a:pt x="3743" y="0"/>
                    <a:pt x="3707" y="2"/>
                    <a:pt x="3670" y="4"/>
                  </a:cubicBezTo>
                  <a:cubicBezTo>
                    <a:pt x="3169" y="37"/>
                    <a:pt x="2769" y="371"/>
                    <a:pt x="2469" y="705"/>
                  </a:cubicBezTo>
                  <a:cubicBezTo>
                    <a:pt x="2302" y="871"/>
                    <a:pt x="2169" y="1038"/>
                    <a:pt x="2035" y="1238"/>
                  </a:cubicBezTo>
                  <a:cubicBezTo>
                    <a:pt x="1969" y="1405"/>
                    <a:pt x="1835" y="1639"/>
                    <a:pt x="1768" y="1839"/>
                  </a:cubicBezTo>
                  <a:cubicBezTo>
                    <a:pt x="1602" y="2239"/>
                    <a:pt x="1468" y="2573"/>
                    <a:pt x="1201" y="2873"/>
                  </a:cubicBezTo>
                  <a:cubicBezTo>
                    <a:pt x="1135" y="3006"/>
                    <a:pt x="1001" y="3206"/>
                    <a:pt x="934" y="3540"/>
                  </a:cubicBezTo>
                  <a:cubicBezTo>
                    <a:pt x="768" y="3707"/>
                    <a:pt x="601" y="3974"/>
                    <a:pt x="434" y="4174"/>
                  </a:cubicBezTo>
                  <a:cubicBezTo>
                    <a:pt x="267" y="4374"/>
                    <a:pt x="134" y="4641"/>
                    <a:pt x="101" y="4807"/>
                  </a:cubicBezTo>
                  <a:cubicBezTo>
                    <a:pt x="34" y="4974"/>
                    <a:pt x="0" y="5074"/>
                    <a:pt x="34" y="5074"/>
                  </a:cubicBezTo>
                  <a:cubicBezTo>
                    <a:pt x="34" y="5074"/>
                    <a:pt x="167" y="5008"/>
                    <a:pt x="301" y="4874"/>
                  </a:cubicBezTo>
                  <a:cubicBezTo>
                    <a:pt x="434" y="4741"/>
                    <a:pt x="634" y="4641"/>
                    <a:pt x="834" y="4474"/>
                  </a:cubicBezTo>
                  <a:cubicBezTo>
                    <a:pt x="1035" y="4307"/>
                    <a:pt x="1301" y="4140"/>
                    <a:pt x="1502" y="3974"/>
                  </a:cubicBezTo>
                  <a:cubicBezTo>
                    <a:pt x="1702" y="3807"/>
                    <a:pt x="1868" y="3573"/>
                    <a:pt x="1969" y="3406"/>
                  </a:cubicBezTo>
                  <a:cubicBezTo>
                    <a:pt x="2169" y="3006"/>
                    <a:pt x="2302" y="2539"/>
                    <a:pt x="2402" y="2172"/>
                  </a:cubicBezTo>
                  <a:cubicBezTo>
                    <a:pt x="2502" y="2005"/>
                    <a:pt x="2536" y="1805"/>
                    <a:pt x="2636" y="1639"/>
                  </a:cubicBezTo>
                  <a:cubicBezTo>
                    <a:pt x="2702" y="1472"/>
                    <a:pt x="2802" y="1305"/>
                    <a:pt x="2903" y="1138"/>
                  </a:cubicBezTo>
                  <a:cubicBezTo>
                    <a:pt x="3136" y="838"/>
                    <a:pt x="3403" y="571"/>
                    <a:pt x="3736" y="538"/>
                  </a:cubicBezTo>
                  <a:cubicBezTo>
                    <a:pt x="3774" y="534"/>
                    <a:pt x="3812" y="533"/>
                    <a:pt x="3849" y="533"/>
                  </a:cubicBezTo>
                  <a:cubicBezTo>
                    <a:pt x="4172" y="533"/>
                    <a:pt x="4468" y="658"/>
                    <a:pt x="4737" y="838"/>
                  </a:cubicBezTo>
                  <a:cubicBezTo>
                    <a:pt x="6071" y="1705"/>
                    <a:pt x="6672" y="3373"/>
                    <a:pt x="7239" y="4874"/>
                  </a:cubicBezTo>
                  <a:cubicBezTo>
                    <a:pt x="7439" y="5308"/>
                    <a:pt x="7673" y="5875"/>
                    <a:pt x="8006" y="6242"/>
                  </a:cubicBezTo>
                  <a:cubicBezTo>
                    <a:pt x="8270" y="6585"/>
                    <a:pt x="8555" y="6740"/>
                    <a:pt x="8696" y="6740"/>
                  </a:cubicBezTo>
                  <a:cubicBezTo>
                    <a:pt x="8733" y="6740"/>
                    <a:pt x="8759" y="6730"/>
                    <a:pt x="8773" y="6709"/>
                  </a:cubicBezTo>
                  <a:cubicBezTo>
                    <a:pt x="8773" y="6709"/>
                    <a:pt x="8707" y="6575"/>
                    <a:pt x="8640" y="6475"/>
                  </a:cubicBezTo>
                  <a:cubicBezTo>
                    <a:pt x="8540" y="6309"/>
                    <a:pt x="8473" y="6075"/>
                    <a:pt x="8373" y="5875"/>
                  </a:cubicBezTo>
                  <a:cubicBezTo>
                    <a:pt x="8273" y="5408"/>
                    <a:pt x="8140" y="4841"/>
                    <a:pt x="8006" y="4541"/>
                  </a:cubicBezTo>
                  <a:cubicBezTo>
                    <a:pt x="7906" y="4340"/>
                    <a:pt x="7739" y="4140"/>
                    <a:pt x="7673" y="3974"/>
                  </a:cubicBezTo>
                  <a:lnTo>
                    <a:pt x="7372" y="3406"/>
                  </a:lnTo>
                  <a:cubicBezTo>
                    <a:pt x="7206" y="3073"/>
                    <a:pt x="7005" y="2706"/>
                    <a:pt x="6772" y="2339"/>
                  </a:cubicBezTo>
                  <a:cubicBezTo>
                    <a:pt x="6305" y="1572"/>
                    <a:pt x="5771" y="905"/>
                    <a:pt x="5004" y="404"/>
                  </a:cubicBezTo>
                  <a:cubicBezTo>
                    <a:pt x="4664" y="188"/>
                    <a:pt x="4238" y="0"/>
                    <a:pt x="3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84" name="Google Shape;5384;p69"/>
            <p:cNvSpPr/>
            <p:nvPr/>
          </p:nvSpPr>
          <p:spPr>
            <a:xfrm>
              <a:off x="3471550" y="3994394"/>
              <a:ext cx="312970" cy="384011"/>
            </a:xfrm>
            <a:custGeom>
              <a:avLst/>
              <a:gdLst/>
              <a:ahLst/>
              <a:cxnLst/>
              <a:rect l="l" t="t" r="r" b="b"/>
              <a:pathLst>
                <a:path w="19415" h="23822" extrusionOk="0">
                  <a:moveTo>
                    <a:pt x="16245" y="0"/>
                  </a:moveTo>
                  <a:cubicBezTo>
                    <a:pt x="16145" y="0"/>
                    <a:pt x="16012" y="34"/>
                    <a:pt x="15878" y="100"/>
                  </a:cubicBezTo>
                  <a:cubicBezTo>
                    <a:pt x="15745" y="167"/>
                    <a:pt x="15712" y="200"/>
                    <a:pt x="15645" y="300"/>
                  </a:cubicBezTo>
                  <a:cubicBezTo>
                    <a:pt x="15378" y="601"/>
                    <a:pt x="15245" y="834"/>
                    <a:pt x="15145" y="1134"/>
                  </a:cubicBezTo>
                  <a:cubicBezTo>
                    <a:pt x="14911" y="1668"/>
                    <a:pt x="14744" y="2269"/>
                    <a:pt x="14644" y="2802"/>
                  </a:cubicBezTo>
                  <a:cubicBezTo>
                    <a:pt x="14511" y="3369"/>
                    <a:pt x="14377" y="3936"/>
                    <a:pt x="14211" y="4470"/>
                  </a:cubicBezTo>
                  <a:lnTo>
                    <a:pt x="13744" y="6138"/>
                  </a:lnTo>
                  <a:cubicBezTo>
                    <a:pt x="13477" y="7205"/>
                    <a:pt x="13076" y="8306"/>
                    <a:pt x="12709" y="9374"/>
                  </a:cubicBezTo>
                  <a:cubicBezTo>
                    <a:pt x="12509" y="9941"/>
                    <a:pt x="12309" y="10474"/>
                    <a:pt x="12176" y="11042"/>
                  </a:cubicBezTo>
                  <a:cubicBezTo>
                    <a:pt x="12042" y="11642"/>
                    <a:pt x="11976" y="12176"/>
                    <a:pt x="11809" y="12709"/>
                  </a:cubicBezTo>
                  <a:cubicBezTo>
                    <a:pt x="11675" y="13210"/>
                    <a:pt x="11475" y="13777"/>
                    <a:pt x="11075" y="14110"/>
                  </a:cubicBezTo>
                  <a:cubicBezTo>
                    <a:pt x="10863" y="14341"/>
                    <a:pt x="10652" y="14428"/>
                    <a:pt x="10395" y="14428"/>
                  </a:cubicBezTo>
                  <a:cubicBezTo>
                    <a:pt x="10207" y="14428"/>
                    <a:pt x="9995" y="14381"/>
                    <a:pt x="9741" y="14311"/>
                  </a:cubicBezTo>
                  <a:cubicBezTo>
                    <a:pt x="9674" y="14311"/>
                    <a:pt x="9574" y="14277"/>
                    <a:pt x="9507" y="14277"/>
                  </a:cubicBezTo>
                  <a:cubicBezTo>
                    <a:pt x="9440" y="14277"/>
                    <a:pt x="9389" y="14248"/>
                    <a:pt x="9322" y="14248"/>
                  </a:cubicBezTo>
                  <a:cubicBezTo>
                    <a:pt x="9288" y="14248"/>
                    <a:pt x="9251" y="14255"/>
                    <a:pt x="9207" y="14277"/>
                  </a:cubicBezTo>
                  <a:cubicBezTo>
                    <a:pt x="9074" y="14277"/>
                    <a:pt x="9007" y="14311"/>
                    <a:pt x="8907" y="14344"/>
                  </a:cubicBezTo>
                  <a:cubicBezTo>
                    <a:pt x="8840" y="14377"/>
                    <a:pt x="8740" y="14477"/>
                    <a:pt x="8707" y="14511"/>
                  </a:cubicBezTo>
                  <a:cubicBezTo>
                    <a:pt x="8473" y="14711"/>
                    <a:pt x="8306" y="14978"/>
                    <a:pt x="8073" y="15178"/>
                  </a:cubicBezTo>
                  <a:lnTo>
                    <a:pt x="7539" y="15845"/>
                  </a:lnTo>
                  <a:cubicBezTo>
                    <a:pt x="7372" y="16045"/>
                    <a:pt x="7172" y="16212"/>
                    <a:pt x="6972" y="16445"/>
                  </a:cubicBezTo>
                  <a:lnTo>
                    <a:pt x="4470" y="18814"/>
                  </a:lnTo>
                  <a:cubicBezTo>
                    <a:pt x="3703" y="19548"/>
                    <a:pt x="2536" y="20815"/>
                    <a:pt x="1668" y="21849"/>
                  </a:cubicBezTo>
                  <a:cubicBezTo>
                    <a:pt x="701" y="22883"/>
                    <a:pt x="0" y="23784"/>
                    <a:pt x="34" y="23817"/>
                  </a:cubicBezTo>
                  <a:cubicBezTo>
                    <a:pt x="36" y="23820"/>
                    <a:pt x="40" y="23821"/>
                    <a:pt x="46" y="23821"/>
                  </a:cubicBezTo>
                  <a:cubicBezTo>
                    <a:pt x="311" y="23821"/>
                    <a:pt x="3893" y="20591"/>
                    <a:pt x="5071" y="19381"/>
                  </a:cubicBezTo>
                  <a:lnTo>
                    <a:pt x="7472" y="16879"/>
                  </a:lnTo>
                  <a:cubicBezTo>
                    <a:pt x="7639" y="16679"/>
                    <a:pt x="7839" y="16479"/>
                    <a:pt x="8039" y="16212"/>
                  </a:cubicBezTo>
                  <a:lnTo>
                    <a:pt x="8573" y="15545"/>
                  </a:lnTo>
                  <a:cubicBezTo>
                    <a:pt x="8740" y="15345"/>
                    <a:pt x="8973" y="15144"/>
                    <a:pt x="9140" y="14978"/>
                  </a:cubicBezTo>
                  <a:cubicBezTo>
                    <a:pt x="9255" y="14862"/>
                    <a:pt x="9323" y="14827"/>
                    <a:pt x="9453" y="14827"/>
                  </a:cubicBezTo>
                  <a:cubicBezTo>
                    <a:pt x="9511" y="14827"/>
                    <a:pt x="9581" y="14834"/>
                    <a:pt x="9674" y="14844"/>
                  </a:cubicBezTo>
                  <a:cubicBezTo>
                    <a:pt x="9866" y="14927"/>
                    <a:pt x="10171" y="14986"/>
                    <a:pt x="10459" y="14986"/>
                  </a:cubicBezTo>
                  <a:cubicBezTo>
                    <a:pt x="10521" y="14986"/>
                    <a:pt x="10582" y="14984"/>
                    <a:pt x="10641" y="14978"/>
                  </a:cubicBezTo>
                  <a:cubicBezTo>
                    <a:pt x="10808" y="14978"/>
                    <a:pt x="10975" y="14878"/>
                    <a:pt x="11142" y="14811"/>
                  </a:cubicBezTo>
                  <a:cubicBezTo>
                    <a:pt x="11242" y="14711"/>
                    <a:pt x="11375" y="14644"/>
                    <a:pt x="11509" y="14511"/>
                  </a:cubicBezTo>
                  <a:cubicBezTo>
                    <a:pt x="11976" y="14044"/>
                    <a:pt x="12176" y="13477"/>
                    <a:pt x="12343" y="12876"/>
                  </a:cubicBezTo>
                  <a:cubicBezTo>
                    <a:pt x="12509" y="12309"/>
                    <a:pt x="12576" y="11709"/>
                    <a:pt x="12709" y="11175"/>
                  </a:cubicBezTo>
                  <a:cubicBezTo>
                    <a:pt x="12843" y="10641"/>
                    <a:pt x="13043" y="10108"/>
                    <a:pt x="13210" y="9540"/>
                  </a:cubicBezTo>
                  <a:cubicBezTo>
                    <a:pt x="13577" y="8440"/>
                    <a:pt x="14010" y="7372"/>
                    <a:pt x="14311" y="6271"/>
                  </a:cubicBezTo>
                  <a:lnTo>
                    <a:pt x="14811" y="4604"/>
                  </a:lnTo>
                  <a:cubicBezTo>
                    <a:pt x="14978" y="4036"/>
                    <a:pt x="15145" y="3469"/>
                    <a:pt x="15245" y="2936"/>
                  </a:cubicBezTo>
                  <a:cubicBezTo>
                    <a:pt x="15411" y="2369"/>
                    <a:pt x="15578" y="1835"/>
                    <a:pt x="15812" y="1335"/>
                  </a:cubicBezTo>
                  <a:cubicBezTo>
                    <a:pt x="15878" y="1101"/>
                    <a:pt x="16045" y="834"/>
                    <a:pt x="16179" y="701"/>
                  </a:cubicBezTo>
                  <a:cubicBezTo>
                    <a:pt x="16245" y="634"/>
                    <a:pt x="16245" y="634"/>
                    <a:pt x="16312" y="634"/>
                  </a:cubicBezTo>
                  <a:cubicBezTo>
                    <a:pt x="16312" y="634"/>
                    <a:pt x="16345" y="634"/>
                    <a:pt x="16412" y="701"/>
                  </a:cubicBezTo>
                  <a:cubicBezTo>
                    <a:pt x="16546" y="868"/>
                    <a:pt x="16679" y="1101"/>
                    <a:pt x="16812" y="1335"/>
                  </a:cubicBezTo>
                  <a:cubicBezTo>
                    <a:pt x="16879" y="1601"/>
                    <a:pt x="17013" y="1835"/>
                    <a:pt x="17079" y="2102"/>
                  </a:cubicBezTo>
                  <a:cubicBezTo>
                    <a:pt x="17213" y="2635"/>
                    <a:pt x="17346" y="3169"/>
                    <a:pt x="17413" y="3703"/>
                  </a:cubicBezTo>
                  <a:cubicBezTo>
                    <a:pt x="17513" y="4337"/>
                    <a:pt x="17580" y="5037"/>
                    <a:pt x="17746" y="5804"/>
                  </a:cubicBezTo>
                  <a:cubicBezTo>
                    <a:pt x="17813" y="5971"/>
                    <a:pt x="17846" y="6171"/>
                    <a:pt x="17880" y="6338"/>
                  </a:cubicBezTo>
                  <a:cubicBezTo>
                    <a:pt x="17913" y="6538"/>
                    <a:pt x="17980" y="6705"/>
                    <a:pt x="18047" y="6872"/>
                  </a:cubicBezTo>
                  <a:cubicBezTo>
                    <a:pt x="18180" y="7272"/>
                    <a:pt x="18347" y="7539"/>
                    <a:pt x="18480" y="7839"/>
                  </a:cubicBezTo>
                  <a:cubicBezTo>
                    <a:pt x="18747" y="8440"/>
                    <a:pt x="19014" y="8873"/>
                    <a:pt x="19147" y="9274"/>
                  </a:cubicBezTo>
                  <a:cubicBezTo>
                    <a:pt x="19314" y="9607"/>
                    <a:pt x="19348" y="9841"/>
                    <a:pt x="19381" y="9841"/>
                  </a:cubicBezTo>
                  <a:cubicBezTo>
                    <a:pt x="19414" y="9841"/>
                    <a:pt x="19414" y="9774"/>
                    <a:pt x="19414" y="9641"/>
                  </a:cubicBezTo>
                  <a:lnTo>
                    <a:pt x="19414" y="9374"/>
                  </a:lnTo>
                  <a:cubicBezTo>
                    <a:pt x="19414" y="9274"/>
                    <a:pt x="19381" y="9174"/>
                    <a:pt x="19381" y="9040"/>
                  </a:cubicBezTo>
                  <a:cubicBezTo>
                    <a:pt x="19348" y="8606"/>
                    <a:pt x="19081" y="7973"/>
                    <a:pt x="18881" y="7306"/>
                  </a:cubicBezTo>
                  <a:cubicBezTo>
                    <a:pt x="18647" y="6672"/>
                    <a:pt x="18547" y="5971"/>
                    <a:pt x="18480" y="5304"/>
                  </a:cubicBezTo>
                  <a:cubicBezTo>
                    <a:pt x="18380" y="4637"/>
                    <a:pt x="18347" y="4003"/>
                    <a:pt x="18247" y="3603"/>
                  </a:cubicBezTo>
                  <a:cubicBezTo>
                    <a:pt x="18180" y="3002"/>
                    <a:pt x="18013" y="2435"/>
                    <a:pt x="17813" y="1868"/>
                  </a:cubicBezTo>
                  <a:cubicBezTo>
                    <a:pt x="17546" y="1335"/>
                    <a:pt x="17379" y="801"/>
                    <a:pt x="16879" y="267"/>
                  </a:cubicBezTo>
                  <a:cubicBezTo>
                    <a:pt x="16746" y="167"/>
                    <a:pt x="16512" y="0"/>
                    <a:pt x="162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85" name="Google Shape;5385;p69"/>
            <p:cNvSpPr/>
            <p:nvPr/>
          </p:nvSpPr>
          <p:spPr>
            <a:xfrm>
              <a:off x="3564031" y="4310878"/>
              <a:ext cx="69380" cy="38430"/>
            </a:xfrm>
            <a:custGeom>
              <a:avLst/>
              <a:gdLst/>
              <a:ahLst/>
              <a:cxnLst/>
              <a:rect l="l" t="t" r="r" b="b"/>
              <a:pathLst>
                <a:path w="4304" h="2384" extrusionOk="0">
                  <a:moveTo>
                    <a:pt x="2539" y="1"/>
                  </a:moveTo>
                  <a:cubicBezTo>
                    <a:pt x="2385" y="1"/>
                    <a:pt x="2244" y="24"/>
                    <a:pt x="2102" y="48"/>
                  </a:cubicBezTo>
                  <a:cubicBezTo>
                    <a:pt x="1669" y="181"/>
                    <a:pt x="1368" y="415"/>
                    <a:pt x="1135" y="682"/>
                  </a:cubicBezTo>
                  <a:lnTo>
                    <a:pt x="401" y="1382"/>
                  </a:lnTo>
                  <a:cubicBezTo>
                    <a:pt x="234" y="1649"/>
                    <a:pt x="1" y="2250"/>
                    <a:pt x="101" y="2350"/>
                  </a:cubicBezTo>
                  <a:cubicBezTo>
                    <a:pt x="112" y="2372"/>
                    <a:pt x="149" y="2383"/>
                    <a:pt x="201" y="2383"/>
                  </a:cubicBezTo>
                  <a:cubicBezTo>
                    <a:pt x="305" y="2383"/>
                    <a:pt x="468" y="2339"/>
                    <a:pt x="601" y="2250"/>
                  </a:cubicBezTo>
                  <a:cubicBezTo>
                    <a:pt x="801" y="2150"/>
                    <a:pt x="1002" y="1983"/>
                    <a:pt x="1102" y="1883"/>
                  </a:cubicBezTo>
                  <a:cubicBezTo>
                    <a:pt x="1235" y="1549"/>
                    <a:pt x="1368" y="1249"/>
                    <a:pt x="1569" y="1015"/>
                  </a:cubicBezTo>
                  <a:cubicBezTo>
                    <a:pt x="1702" y="749"/>
                    <a:pt x="1969" y="548"/>
                    <a:pt x="2202" y="448"/>
                  </a:cubicBezTo>
                  <a:cubicBezTo>
                    <a:pt x="2269" y="432"/>
                    <a:pt x="2336" y="423"/>
                    <a:pt x="2403" y="423"/>
                  </a:cubicBezTo>
                  <a:cubicBezTo>
                    <a:pt x="2469" y="423"/>
                    <a:pt x="2536" y="432"/>
                    <a:pt x="2603" y="448"/>
                  </a:cubicBezTo>
                  <a:cubicBezTo>
                    <a:pt x="2736" y="515"/>
                    <a:pt x="2836" y="582"/>
                    <a:pt x="2936" y="682"/>
                  </a:cubicBezTo>
                  <a:cubicBezTo>
                    <a:pt x="3103" y="882"/>
                    <a:pt x="3236" y="1115"/>
                    <a:pt x="3303" y="1449"/>
                  </a:cubicBezTo>
                  <a:cubicBezTo>
                    <a:pt x="3437" y="1649"/>
                    <a:pt x="3603" y="1783"/>
                    <a:pt x="3804" y="1916"/>
                  </a:cubicBezTo>
                  <a:cubicBezTo>
                    <a:pt x="3921" y="1994"/>
                    <a:pt x="4049" y="2027"/>
                    <a:pt x="4143" y="2027"/>
                  </a:cubicBezTo>
                  <a:cubicBezTo>
                    <a:pt x="4209" y="2027"/>
                    <a:pt x="4257" y="2010"/>
                    <a:pt x="4271" y="1983"/>
                  </a:cubicBezTo>
                  <a:cubicBezTo>
                    <a:pt x="4304" y="1883"/>
                    <a:pt x="4271" y="1749"/>
                    <a:pt x="4237" y="1549"/>
                  </a:cubicBezTo>
                  <a:cubicBezTo>
                    <a:pt x="4170" y="1349"/>
                    <a:pt x="4137" y="1149"/>
                    <a:pt x="4104" y="1015"/>
                  </a:cubicBezTo>
                  <a:cubicBezTo>
                    <a:pt x="3904" y="749"/>
                    <a:pt x="3637" y="415"/>
                    <a:pt x="3303" y="215"/>
                  </a:cubicBezTo>
                  <a:cubicBezTo>
                    <a:pt x="3103" y="148"/>
                    <a:pt x="2936" y="48"/>
                    <a:pt x="2736" y="15"/>
                  </a:cubicBezTo>
                  <a:cubicBezTo>
                    <a:pt x="2668" y="5"/>
                    <a:pt x="2602" y="1"/>
                    <a:pt x="25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86" name="Google Shape;5386;p69"/>
            <p:cNvSpPr/>
            <p:nvPr/>
          </p:nvSpPr>
          <p:spPr>
            <a:xfrm>
              <a:off x="3460250" y="4224717"/>
              <a:ext cx="114549" cy="82986"/>
            </a:xfrm>
            <a:custGeom>
              <a:avLst/>
              <a:gdLst/>
              <a:ahLst/>
              <a:cxnLst/>
              <a:rect l="l" t="t" r="r" b="b"/>
              <a:pathLst>
                <a:path w="7106" h="5148" extrusionOk="0">
                  <a:moveTo>
                    <a:pt x="5386" y="1"/>
                  </a:moveTo>
                  <a:cubicBezTo>
                    <a:pt x="5256" y="1"/>
                    <a:pt x="5136" y="17"/>
                    <a:pt x="5038" y="56"/>
                  </a:cubicBezTo>
                  <a:cubicBezTo>
                    <a:pt x="4871" y="156"/>
                    <a:pt x="4738" y="256"/>
                    <a:pt x="4604" y="356"/>
                  </a:cubicBezTo>
                  <a:cubicBezTo>
                    <a:pt x="4371" y="556"/>
                    <a:pt x="4204" y="823"/>
                    <a:pt x="4037" y="1023"/>
                  </a:cubicBezTo>
                  <a:cubicBezTo>
                    <a:pt x="3870" y="1223"/>
                    <a:pt x="3704" y="1490"/>
                    <a:pt x="3537" y="1690"/>
                  </a:cubicBezTo>
                  <a:cubicBezTo>
                    <a:pt x="3203" y="2157"/>
                    <a:pt x="2870" y="2558"/>
                    <a:pt x="2436" y="2891"/>
                  </a:cubicBezTo>
                  <a:cubicBezTo>
                    <a:pt x="2236" y="3091"/>
                    <a:pt x="2002" y="3225"/>
                    <a:pt x="1769" y="3392"/>
                  </a:cubicBezTo>
                  <a:cubicBezTo>
                    <a:pt x="1535" y="3558"/>
                    <a:pt x="1302" y="3692"/>
                    <a:pt x="1068" y="3859"/>
                  </a:cubicBezTo>
                  <a:cubicBezTo>
                    <a:pt x="701" y="4192"/>
                    <a:pt x="1" y="5059"/>
                    <a:pt x="34" y="5126"/>
                  </a:cubicBezTo>
                  <a:cubicBezTo>
                    <a:pt x="45" y="5141"/>
                    <a:pt x="68" y="5147"/>
                    <a:pt x="101" y="5147"/>
                  </a:cubicBezTo>
                  <a:cubicBezTo>
                    <a:pt x="370" y="5147"/>
                    <a:pt x="1305" y="4697"/>
                    <a:pt x="1602" y="4459"/>
                  </a:cubicBezTo>
                  <a:lnTo>
                    <a:pt x="2202" y="3892"/>
                  </a:lnTo>
                  <a:cubicBezTo>
                    <a:pt x="2369" y="3692"/>
                    <a:pt x="2569" y="3525"/>
                    <a:pt x="2770" y="3258"/>
                  </a:cubicBezTo>
                  <a:cubicBezTo>
                    <a:pt x="3203" y="2825"/>
                    <a:pt x="3537" y="2391"/>
                    <a:pt x="3870" y="1924"/>
                  </a:cubicBezTo>
                  <a:lnTo>
                    <a:pt x="4371" y="1290"/>
                  </a:lnTo>
                  <a:cubicBezTo>
                    <a:pt x="4537" y="1090"/>
                    <a:pt x="4704" y="890"/>
                    <a:pt x="4904" y="756"/>
                  </a:cubicBezTo>
                  <a:cubicBezTo>
                    <a:pt x="5041" y="642"/>
                    <a:pt x="5178" y="591"/>
                    <a:pt x="5283" y="591"/>
                  </a:cubicBezTo>
                  <a:cubicBezTo>
                    <a:pt x="5331" y="591"/>
                    <a:pt x="5373" y="602"/>
                    <a:pt x="5405" y="623"/>
                  </a:cubicBezTo>
                  <a:cubicBezTo>
                    <a:pt x="5538" y="690"/>
                    <a:pt x="5672" y="890"/>
                    <a:pt x="5772" y="1090"/>
                  </a:cubicBezTo>
                  <a:cubicBezTo>
                    <a:pt x="5938" y="1357"/>
                    <a:pt x="6205" y="1624"/>
                    <a:pt x="6506" y="1857"/>
                  </a:cubicBezTo>
                  <a:cubicBezTo>
                    <a:pt x="6708" y="2034"/>
                    <a:pt x="6910" y="2115"/>
                    <a:pt x="7010" y="2115"/>
                  </a:cubicBezTo>
                  <a:cubicBezTo>
                    <a:pt x="7043" y="2115"/>
                    <a:pt x="7064" y="2107"/>
                    <a:pt x="7073" y="2091"/>
                  </a:cubicBezTo>
                  <a:cubicBezTo>
                    <a:pt x="7106" y="2024"/>
                    <a:pt x="7006" y="1757"/>
                    <a:pt x="6872" y="1490"/>
                  </a:cubicBezTo>
                  <a:cubicBezTo>
                    <a:pt x="6772" y="1190"/>
                    <a:pt x="6606" y="790"/>
                    <a:pt x="6506" y="656"/>
                  </a:cubicBezTo>
                  <a:cubicBezTo>
                    <a:pt x="6272" y="423"/>
                    <a:pt x="6072" y="156"/>
                    <a:pt x="5672" y="23"/>
                  </a:cubicBezTo>
                  <a:cubicBezTo>
                    <a:pt x="5575" y="9"/>
                    <a:pt x="5478" y="1"/>
                    <a:pt x="53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87" name="Google Shape;5387;p69"/>
            <p:cNvSpPr/>
            <p:nvPr/>
          </p:nvSpPr>
          <p:spPr>
            <a:xfrm>
              <a:off x="3554891" y="4134155"/>
              <a:ext cx="115629" cy="94157"/>
            </a:xfrm>
            <a:custGeom>
              <a:avLst/>
              <a:gdLst/>
              <a:ahLst/>
              <a:cxnLst/>
              <a:rect l="l" t="t" r="r" b="b"/>
              <a:pathLst>
                <a:path w="7173" h="5841" extrusionOk="0">
                  <a:moveTo>
                    <a:pt x="6310" y="0"/>
                  </a:moveTo>
                  <a:cubicBezTo>
                    <a:pt x="6157" y="0"/>
                    <a:pt x="5995" y="29"/>
                    <a:pt x="5872" y="70"/>
                  </a:cubicBezTo>
                  <a:cubicBezTo>
                    <a:pt x="5671" y="170"/>
                    <a:pt x="5505" y="237"/>
                    <a:pt x="5405" y="337"/>
                  </a:cubicBezTo>
                  <a:cubicBezTo>
                    <a:pt x="5171" y="570"/>
                    <a:pt x="5004" y="804"/>
                    <a:pt x="4771" y="1004"/>
                  </a:cubicBezTo>
                  <a:lnTo>
                    <a:pt x="4170" y="1638"/>
                  </a:lnTo>
                  <a:cubicBezTo>
                    <a:pt x="3937" y="1838"/>
                    <a:pt x="3737" y="1971"/>
                    <a:pt x="3503" y="2038"/>
                  </a:cubicBezTo>
                  <a:cubicBezTo>
                    <a:pt x="3236" y="2138"/>
                    <a:pt x="2970" y="2138"/>
                    <a:pt x="2669" y="2138"/>
                  </a:cubicBezTo>
                  <a:lnTo>
                    <a:pt x="2536" y="2138"/>
                  </a:lnTo>
                  <a:cubicBezTo>
                    <a:pt x="2536" y="2138"/>
                    <a:pt x="2503" y="2038"/>
                    <a:pt x="2469" y="2005"/>
                  </a:cubicBezTo>
                  <a:cubicBezTo>
                    <a:pt x="2370" y="1881"/>
                    <a:pt x="2198" y="1812"/>
                    <a:pt x="2034" y="1812"/>
                  </a:cubicBezTo>
                  <a:cubicBezTo>
                    <a:pt x="1977" y="1812"/>
                    <a:pt x="1920" y="1821"/>
                    <a:pt x="1869" y="1838"/>
                  </a:cubicBezTo>
                  <a:cubicBezTo>
                    <a:pt x="1735" y="1871"/>
                    <a:pt x="1702" y="1871"/>
                    <a:pt x="1569" y="1971"/>
                  </a:cubicBezTo>
                  <a:cubicBezTo>
                    <a:pt x="1435" y="2038"/>
                    <a:pt x="1368" y="2105"/>
                    <a:pt x="1335" y="2171"/>
                  </a:cubicBezTo>
                  <a:cubicBezTo>
                    <a:pt x="1202" y="2305"/>
                    <a:pt x="1102" y="2472"/>
                    <a:pt x="1068" y="2638"/>
                  </a:cubicBezTo>
                  <a:lnTo>
                    <a:pt x="968" y="3039"/>
                  </a:lnTo>
                  <a:cubicBezTo>
                    <a:pt x="901" y="3205"/>
                    <a:pt x="868" y="3306"/>
                    <a:pt x="801" y="3439"/>
                  </a:cubicBezTo>
                  <a:cubicBezTo>
                    <a:pt x="635" y="3672"/>
                    <a:pt x="501" y="3906"/>
                    <a:pt x="334" y="4173"/>
                  </a:cubicBezTo>
                  <a:cubicBezTo>
                    <a:pt x="201" y="4473"/>
                    <a:pt x="67" y="4873"/>
                    <a:pt x="34" y="5207"/>
                  </a:cubicBezTo>
                  <a:cubicBezTo>
                    <a:pt x="1" y="5307"/>
                    <a:pt x="1" y="5374"/>
                    <a:pt x="1" y="5474"/>
                  </a:cubicBezTo>
                  <a:lnTo>
                    <a:pt x="1" y="5674"/>
                  </a:lnTo>
                  <a:cubicBezTo>
                    <a:pt x="1" y="5807"/>
                    <a:pt x="34" y="5841"/>
                    <a:pt x="34" y="5841"/>
                  </a:cubicBezTo>
                  <a:cubicBezTo>
                    <a:pt x="67" y="5841"/>
                    <a:pt x="168" y="5774"/>
                    <a:pt x="234" y="5674"/>
                  </a:cubicBezTo>
                  <a:cubicBezTo>
                    <a:pt x="268" y="5641"/>
                    <a:pt x="334" y="5641"/>
                    <a:pt x="368" y="5540"/>
                  </a:cubicBezTo>
                  <a:cubicBezTo>
                    <a:pt x="401" y="5474"/>
                    <a:pt x="501" y="5440"/>
                    <a:pt x="534" y="5340"/>
                  </a:cubicBezTo>
                  <a:cubicBezTo>
                    <a:pt x="735" y="5040"/>
                    <a:pt x="1001" y="4707"/>
                    <a:pt x="1068" y="4506"/>
                  </a:cubicBezTo>
                  <a:lnTo>
                    <a:pt x="1368" y="3672"/>
                  </a:lnTo>
                  <a:cubicBezTo>
                    <a:pt x="1402" y="3539"/>
                    <a:pt x="1468" y="3339"/>
                    <a:pt x="1502" y="3205"/>
                  </a:cubicBezTo>
                  <a:cubicBezTo>
                    <a:pt x="1535" y="3039"/>
                    <a:pt x="1535" y="2939"/>
                    <a:pt x="1569" y="2805"/>
                  </a:cubicBezTo>
                  <a:cubicBezTo>
                    <a:pt x="1669" y="2538"/>
                    <a:pt x="1735" y="2372"/>
                    <a:pt x="1902" y="2338"/>
                  </a:cubicBezTo>
                  <a:cubicBezTo>
                    <a:pt x="1930" y="2324"/>
                    <a:pt x="1957" y="2316"/>
                    <a:pt x="1983" y="2316"/>
                  </a:cubicBezTo>
                  <a:cubicBezTo>
                    <a:pt x="2018" y="2316"/>
                    <a:pt x="2049" y="2332"/>
                    <a:pt x="2069" y="2372"/>
                  </a:cubicBezTo>
                  <a:cubicBezTo>
                    <a:pt x="2069" y="2405"/>
                    <a:pt x="2069" y="2405"/>
                    <a:pt x="2136" y="2472"/>
                  </a:cubicBezTo>
                  <a:cubicBezTo>
                    <a:pt x="2169" y="2505"/>
                    <a:pt x="2236" y="2538"/>
                    <a:pt x="2302" y="2605"/>
                  </a:cubicBezTo>
                  <a:cubicBezTo>
                    <a:pt x="2402" y="2638"/>
                    <a:pt x="2536" y="2638"/>
                    <a:pt x="2636" y="2638"/>
                  </a:cubicBezTo>
                  <a:cubicBezTo>
                    <a:pt x="2970" y="2638"/>
                    <a:pt x="3236" y="2638"/>
                    <a:pt x="3570" y="2538"/>
                  </a:cubicBezTo>
                  <a:cubicBezTo>
                    <a:pt x="3737" y="2538"/>
                    <a:pt x="3870" y="2472"/>
                    <a:pt x="4037" y="2372"/>
                  </a:cubicBezTo>
                  <a:cubicBezTo>
                    <a:pt x="4204" y="2305"/>
                    <a:pt x="4337" y="2205"/>
                    <a:pt x="4437" y="2138"/>
                  </a:cubicBezTo>
                  <a:cubicBezTo>
                    <a:pt x="4704" y="1938"/>
                    <a:pt x="4904" y="1771"/>
                    <a:pt x="5171" y="1604"/>
                  </a:cubicBezTo>
                  <a:cubicBezTo>
                    <a:pt x="5405" y="1438"/>
                    <a:pt x="5671" y="1204"/>
                    <a:pt x="5872" y="1104"/>
                  </a:cubicBezTo>
                  <a:cubicBezTo>
                    <a:pt x="6072" y="971"/>
                    <a:pt x="6339" y="704"/>
                    <a:pt x="6639" y="570"/>
                  </a:cubicBezTo>
                  <a:cubicBezTo>
                    <a:pt x="6673" y="559"/>
                    <a:pt x="6710" y="554"/>
                    <a:pt x="6747" y="554"/>
                  </a:cubicBezTo>
                  <a:cubicBezTo>
                    <a:pt x="6912" y="554"/>
                    <a:pt x="7098" y="641"/>
                    <a:pt x="7157" y="641"/>
                  </a:cubicBezTo>
                  <a:cubicBezTo>
                    <a:pt x="7164" y="641"/>
                    <a:pt x="7169" y="640"/>
                    <a:pt x="7173" y="637"/>
                  </a:cubicBezTo>
                  <a:cubicBezTo>
                    <a:pt x="7173" y="570"/>
                    <a:pt x="7173" y="504"/>
                    <a:pt x="7072" y="370"/>
                  </a:cubicBezTo>
                  <a:cubicBezTo>
                    <a:pt x="7006" y="237"/>
                    <a:pt x="6839" y="70"/>
                    <a:pt x="6572" y="37"/>
                  </a:cubicBezTo>
                  <a:cubicBezTo>
                    <a:pt x="6496" y="11"/>
                    <a:pt x="6405" y="0"/>
                    <a:pt x="63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88" name="Google Shape;5388;p69"/>
            <p:cNvSpPr/>
            <p:nvPr/>
          </p:nvSpPr>
          <p:spPr>
            <a:xfrm>
              <a:off x="3714060" y="4035258"/>
              <a:ext cx="18828" cy="11123"/>
            </a:xfrm>
            <a:custGeom>
              <a:avLst/>
              <a:gdLst/>
              <a:ahLst/>
              <a:cxnLst/>
              <a:rect l="l" t="t" r="r" b="b"/>
              <a:pathLst>
                <a:path w="1168" h="690" extrusionOk="0">
                  <a:moveTo>
                    <a:pt x="934" y="0"/>
                  </a:moveTo>
                  <a:cubicBezTo>
                    <a:pt x="634" y="167"/>
                    <a:pt x="401" y="267"/>
                    <a:pt x="101" y="401"/>
                  </a:cubicBezTo>
                  <a:cubicBezTo>
                    <a:pt x="34" y="434"/>
                    <a:pt x="0" y="467"/>
                    <a:pt x="0" y="567"/>
                  </a:cubicBezTo>
                  <a:cubicBezTo>
                    <a:pt x="0" y="619"/>
                    <a:pt x="59" y="690"/>
                    <a:pt x="87" y="690"/>
                  </a:cubicBezTo>
                  <a:cubicBezTo>
                    <a:pt x="95" y="690"/>
                    <a:pt x="101" y="683"/>
                    <a:pt x="101" y="668"/>
                  </a:cubicBezTo>
                  <a:lnTo>
                    <a:pt x="167" y="668"/>
                  </a:lnTo>
                  <a:cubicBezTo>
                    <a:pt x="201" y="634"/>
                    <a:pt x="267" y="634"/>
                    <a:pt x="267" y="634"/>
                  </a:cubicBezTo>
                  <a:cubicBezTo>
                    <a:pt x="355" y="400"/>
                    <a:pt x="622" y="294"/>
                    <a:pt x="867" y="294"/>
                  </a:cubicBezTo>
                  <a:cubicBezTo>
                    <a:pt x="901" y="294"/>
                    <a:pt x="935" y="297"/>
                    <a:pt x="968" y="301"/>
                  </a:cubicBezTo>
                  <a:cubicBezTo>
                    <a:pt x="1035" y="301"/>
                    <a:pt x="1135" y="234"/>
                    <a:pt x="1168" y="134"/>
                  </a:cubicBezTo>
                  <a:cubicBezTo>
                    <a:pt x="1168" y="100"/>
                    <a:pt x="968" y="0"/>
                    <a:pt x="9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89" name="Google Shape;5389;p69"/>
            <p:cNvSpPr/>
            <p:nvPr/>
          </p:nvSpPr>
          <p:spPr>
            <a:xfrm>
              <a:off x="3709224" y="4050846"/>
              <a:ext cx="25292" cy="13460"/>
            </a:xfrm>
            <a:custGeom>
              <a:avLst/>
              <a:gdLst/>
              <a:ahLst/>
              <a:cxnLst/>
              <a:rect l="l" t="t" r="r" b="b"/>
              <a:pathLst>
                <a:path w="1569" h="835" extrusionOk="0">
                  <a:moveTo>
                    <a:pt x="1268" y="1"/>
                  </a:moveTo>
                  <a:cubicBezTo>
                    <a:pt x="834" y="134"/>
                    <a:pt x="501" y="234"/>
                    <a:pt x="134" y="501"/>
                  </a:cubicBezTo>
                  <a:cubicBezTo>
                    <a:pt x="0" y="635"/>
                    <a:pt x="0" y="801"/>
                    <a:pt x="67" y="835"/>
                  </a:cubicBezTo>
                  <a:cubicBezTo>
                    <a:pt x="100" y="835"/>
                    <a:pt x="267" y="768"/>
                    <a:pt x="300" y="701"/>
                  </a:cubicBezTo>
                  <a:cubicBezTo>
                    <a:pt x="474" y="470"/>
                    <a:pt x="799" y="288"/>
                    <a:pt x="1122" y="288"/>
                  </a:cubicBezTo>
                  <a:cubicBezTo>
                    <a:pt x="1171" y="288"/>
                    <a:pt x="1220" y="292"/>
                    <a:pt x="1268" y="301"/>
                  </a:cubicBezTo>
                  <a:cubicBezTo>
                    <a:pt x="1335" y="301"/>
                    <a:pt x="1501" y="201"/>
                    <a:pt x="1568" y="168"/>
                  </a:cubicBezTo>
                  <a:cubicBezTo>
                    <a:pt x="1568" y="134"/>
                    <a:pt x="1335" y="1"/>
                    <a:pt x="1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90" name="Google Shape;5390;p69"/>
            <p:cNvSpPr/>
            <p:nvPr/>
          </p:nvSpPr>
          <p:spPr>
            <a:xfrm>
              <a:off x="3703308" y="4067450"/>
              <a:ext cx="25728" cy="14605"/>
            </a:xfrm>
            <a:custGeom>
              <a:avLst/>
              <a:gdLst/>
              <a:ahLst/>
              <a:cxnLst/>
              <a:rect l="l" t="t" r="r" b="b"/>
              <a:pathLst>
                <a:path w="1596" h="906" extrusionOk="0">
                  <a:moveTo>
                    <a:pt x="1290" y="0"/>
                  </a:moveTo>
                  <a:cubicBezTo>
                    <a:pt x="1282" y="0"/>
                    <a:pt x="1274" y="2"/>
                    <a:pt x="1268" y="5"/>
                  </a:cubicBezTo>
                  <a:cubicBezTo>
                    <a:pt x="834" y="172"/>
                    <a:pt x="501" y="405"/>
                    <a:pt x="134" y="605"/>
                  </a:cubicBezTo>
                  <a:cubicBezTo>
                    <a:pt x="34" y="639"/>
                    <a:pt x="0" y="839"/>
                    <a:pt x="34" y="906"/>
                  </a:cubicBezTo>
                  <a:cubicBezTo>
                    <a:pt x="100" y="906"/>
                    <a:pt x="301" y="805"/>
                    <a:pt x="334" y="772"/>
                  </a:cubicBezTo>
                  <a:cubicBezTo>
                    <a:pt x="519" y="463"/>
                    <a:pt x="877" y="268"/>
                    <a:pt x="1221" y="268"/>
                  </a:cubicBezTo>
                  <a:cubicBezTo>
                    <a:pt x="1248" y="268"/>
                    <a:pt x="1275" y="269"/>
                    <a:pt x="1301" y="272"/>
                  </a:cubicBezTo>
                  <a:cubicBezTo>
                    <a:pt x="1368" y="272"/>
                    <a:pt x="1535" y="238"/>
                    <a:pt x="1535" y="172"/>
                  </a:cubicBezTo>
                  <a:cubicBezTo>
                    <a:pt x="1595" y="141"/>
                    <a:pt x="1380" y="0"/>
                    <a:pt x="12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91" name="Google Shape;5391;p69"/>
            <p:cNvSpPr/>
            <p:nvPr/>
          </p:nvSpPr>
          <p:spPr>
            <a:xfrm>
              <a:off x="3695232" y="4084972"/>
              <a:ext cx="29596" cy="16974"/>
            </a:xfrm>
            <a:custGeom>
              <a:avLst/>
              <a:gdLst/>
              <a:ahLst/>
              <a:cxnLst/>
              <a:rect l="l" t="t" r="r" b="b"/>
              <a:pathLst>
                <a:path w="1836" h="1053" extrusionOk="0">
                  <a:moveTo>
                    <a:pt x="1530" y="0"/>
                  </a:moveTo>
                  <a:cubicBezTo>
                    <a:pt x="1504" y="0"/>
                    <a:pt x="1482" y="6"/>
                    <a:pt x="1469" y="19"/>
                  </a:cubicBezTo>
                  <a:cubicBezTo>
                    <a:pt x="968" y="185"/>
                    <a:pt x="501" y="286"/>
                    <a:pt x="101" y="686"/>
                  </a:cubicBezTo>
                  <a:cubicBezTo>
                    <a:pt x="34" y="753"/>
                    <a:pt x="1" y="853"/>
                    <a:pt x="1" y="919"/>
                  </a:cubicBezTo>
                  <a:cubicBezTo>
                    <a:pt x="1" y="1019"/>
                    <a:pt x="1" y="1053"/>
                    <a:pt x="34" y="1053"/>
                  </a:cubicBezTo>
                  <a:cubicBezTo>
                    <a:pt x="101" y="1053"/>
                    <a:pt x="268" y="886"/>
                    <a:pt x="301" y="853"/>
                  </a:cubicBezTo>
                  <a:cubicBezTo>
                    <a:pt x="501" y="419"/>
                    <a:pt x="1035" y="252"/>
                    <a:pt x="1502" y="252"/>
                  </a:cubicBezTo>
                  <a:cubicBezTo>
                    <a:pt x="1602" y="252"/>
                    <a:pt x="1836" y="185"/>
                    <a:pt x="1836" y="119"/>
                  </a:cubicBezTo>
                  <a:cubicBezTo>
                    <a:pt x="1836" y="92"/>
                    <a:pt x="1641" y="0"/>
                    <a:pt x="15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92" name="Google Shape;5392;p69"/>
            <p:cNvSpPr/>
            <p:nvPr/>
          </p:nvSpPr>
          <p:spPr>
            <a:xfrm>
              <a:off x="3690396" y="4102366"/>
              <a:ext cx="33352" cy="17329"/>
            </a:xfrm>
            <a:custGeom>
              <a:avLst/>
              <a:gdLst/>
              <a:ahLst/>
              <a:cxnLst/>
              <a:rect l="l" t="t" r="r" b="b"/>
              <a:pathLst>
                <a:path w="2069" h="1075" extrusionOk="0">
                  <a:moveTo>
                    <a:pt x="1689" y="0"/>
                  </a:moveTo>
                  <a:cubicBezTo>
                    <a:pt x="1668" y="0"/>
                    <a:pt x="1649" y="2"/>
                    <a:pt x="1635" y="7"/>
                  </a:cubicBezTo>
                  <a:cubicBezTo>
                    <a:pt x="1168" y="274"/>
                    <a:pt x="735" y="474"/>
                    <a:pt x="234" y="674"/>
                  </a:cubicBezTo>
                  <a:cubicBezTo>
                    <a:pt x="134" y="741"/>
                    <a:pt x="101" y="808"/>
                    <a:pt x="67" y="908"/>
                  </a:cubicBezTo>
                  <a:cubicBezTo>
                    <a:pt x="1" y="1008"/>
                    <a:pt x="134" y="1075"/>
                    <a:pt x="134" y="1075"/>
                  </a:cubicBezTo>
                  <a:cubicBezTo>
                    <a:pt x="168" y="1075"/>
                    <a:pt x="168" y="1008"/>
                    <a:pt x="168" y="1008"/>
                  </a:cubicBezTo>
                  <a:cubicBezTo>
                    <a:pt x="168" y="974"/>
                    <a:pt x="168" y="974"/>
                    <a:pt x="201" y="974"/>
                  </a:cubicBezTo>
                  <a:cubicBezTo>
                    <a:pt x="268" y="941"/>
                    <a:pt x="334" y="941"/>
                    <a:pt x="401" y="908"/>
                  </a:cubicBezTo>
                  <a:cubicBezTo>
                    <a:pt x="735" y="507"/>
                    <a:pt x="1235" y="307"/>
                    <a:pt x="1735" y="274"/>
                  </a:cubicBezTo>
                  <a:cubicBezTo>
                    <a:pt x="1835" y="274"/>
                    <a:pt x="2069" y="141"/>
                    <a:pt x="2069" y="107"/>
                  </a:cubicBezTo>
                  <a:cubicBezTo>
                    <a:pt x="2069" y="78"/>
                    <a:pt x="1822" y="0"/>
                    <a:pt x="16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93" name="Google Shape;5393;p69"/>
            <p:cNvSpPr/>
            <p:nvPr/>
          </p:nvSpPr>
          <p:spPr>
            <a:xfrm>
              <a:off x="3687172" y="4118502"/>
              <a:ext cx="32820" cy="20553"/>
            </a:xfrm>
            <a:custGeom>
              <a:avLst/>
              <a:gdLst/>
              <a:ahLst/>
              <a:cxnLst/>
              <a:rect l="l" t="t" r="r" b="b"/>
              <a:pathLst>
                <a:path w="2036" h="1275" extrusionOk="0">
                  <a:moveTo>
                    <a:pt x="1654" y="0"/>
                  </a:moveTo>
                  <a:cubicBezTo>
                    <a:pt x="1634" y="0"/>
                    <a:pt x="1616" y="2"/>
                    <a:pt x="1602" y="7"/>
                  </a:cubicBezTo>
                  <a:cubicBezTo>
                    <a:pt x="1335" y="107"/>
                    <a:pt x="1101" y="240"/>
                    <a:pt x="835" y="340"/>
                  </a:cubicBezTo>
                  <a:cubicBezTo>
                    <a:pt x="601" y="474"/>
                    <a:pt x="334" y="607"/>
                    <a:pt x="101" y="807"/>
                  </a:cubicBezTo>
                  <a:cubicBezTo>
                    <a:pt x="34" y="907"/>
                    <a:pt x="1" y="1008"/>
                    <a:pt x="1" y="1108"/>
                  </a:cubicBezTo>
                  <a:cubicBezTo>
                    <a:pt x="1" y="1174"/>
                    <a:pt x="1" y="1274"/>
                    <a:pt x="34" y="1274"/>
                  </a:cubicBezTo>
                  <a:cubicBezTo>
                    <a:pt x="101" y="1274"/>
                    <a:pt x="134" y="1174"/>
                    <a:pt x="167" y="1141"/>
                  </a:cubicBezTo>
                  <a:lnTo>
                    <a:pt x="301" y="1008"/>
                  </a:lnTo>
                  <a:cubicBezTo>
                    <a:pt x="601" y="607"/>
                    <a:pt x="1168" y="340"/>
                    <a:pt x="1668" y="307"/>
                  </a:cubicBezTo>
                  <a:cubicBezTo>
                    <a:pt x="1802" y="274"/>
                    <a:pt x="2035" y="140"/>
                    <a:pt x="2002" y="107"/>
                  </a:cubicBezTo>
                  <a:cubicBezTo>
                    <a:pt x="2002" y="78"/>
                    <a:pt x="1780" y="0"/>
                    <a:pt x="16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94" name="Google Shape;5394;p69"/>
            <p:cNvSpPr/>
            <p:nvPr/>
          </p:nvSpPr>
          <p:spPr>
            <a:xfrm>
              <a:off x="3679112" y="4138684"/>
              <a:ext cx="35496" cy="22955"/>
            </a:xfrm>
            <a:custGeom>
              <a:avLst/>
              <a:gdLst/>
              <a:ahLst/>
              <a:cxnLst/>
              <a:rect l="l" t="t" r="r" b="b"/>
              <a:pathLst>
                <a:path w="2202" h="1424" extrusionOk="0">
                  <a:moveTo>
                    <a:pt x="1972" y="0"/>
                  </a:moveTo>
                  <a:cubicBezTo>
                    <a:pt x="1891" y="0"/>
                    <a:pt x="1810" y="9"/>
                    <a:pt x="1768" y="22"/>
                  </a:cubicBezTo>
                  <a:cubicBezTo>
                    <a:pt x="1201" y="356"/>
                    <a:pt x="667" y="589"/>
                    <a:pt x="167" y="1023"/>
                  </a:cubicBezTo>
                  <a:cubicBezTo>
                    <a:pt x="134" y="1056"/>
                    <a:pt x="34" y="1190"/>
                    <a:pt x="34" y="1257"/>
                  </a:cubicBezTo>
                  <a:cubicBezTo>
                    <a:pt x="0" y="1357"/>
                    <a:pt x="0" y="1423"/>
                    <a:pt x="34" y="1423"/>
                  </a:cubicBezTo>
                  <a:cubicBezTo>
                    <a:pt x="100" y="1423"/>
                    <a:pt x="300" y="1223"/>
                    <a:pt x="367" y="1190"/>
                  </a:cubicBezTo>
                  <a:cubicBezTo>
                    <a:pt x="701" y="690"/>
                    <a:pt x="1268" y="389"/>
                    <a:pt x="1835" y="256"/>
                  </a:cubicBezTo>
                  <a:cubicBezTo>
                    <a:pt x="1968" y="223"/>
                    <a:pt x="2202" y="56"/>
                    <a:pt x="2202" y="56"/>
                  </a:cubicBezTo>
                  <a:cubicBezTo>
                    <a:pt x="2202" y="17"/>
                    <a:pt x="2087" y="0"/>
                    <a:pt x="19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95" name="Google Shape;5395;p69"/>
            <p:cNvSpPr/>
            <p:nvPr/>
          </p:nvSpPr>
          <p:spPr>
            <a:xfrm>
              <a:off x="3674276" y="4159656"/>
              <a:ext cx="32272" cy="19183"/>
            </a:xfrm>
            <a:custGeom>
              <a:avLst/>
              <a:gdLst/>
              <a:ahLst/>
              <a:cxnLst/>
              <a:rect l="l" t="t" r="r" b="b"/>
              <a:pathLst>
                <a:path w="2002" h="1190" extrusionOk="0">
                  <a:moveTo>
                    <a:pt x="1650" y="0"/>
                  </a:moveTo>
                  <a:cubicBezTo>
                    <a:pt x="1613" y="0"/>
                    <a:pt x="1583" y="7"/>
                    <a:pt x="1568" y="22"/>
                  </a:cubicBezTo>
                  <a:cubicBezTo>
                    <a:pt x="1067" y="222"/>
                    <a:pt x="567" y="389"/>
                    <a:pt x="100" y="756"/>
                  </a:cubicBezTo>
                  <a:cubicBezTo>
                    <a:pt x="67" y="790"/>
                    <a:pt x="0" y="923"/>
                    <a:pt x="0" y="1023"/>
                  </a:cubicBezTo>
                  <a:cubicBezTo>
                    <a:pt x="0" y="1090"/>
                    <a:pt x="0" y="1190"/>
                    <a:pt x="67" y="1190"/>
                  </a:cubicBezTo>
                  <a:cubicBezTo>
                    <a:pt x="100" y="1190"/>
                    <a:pt x="267" y="956"/>
                    <a:pt x="334" y="923"/>
                  </a:cubicBezTo>
                  <a:cubicBezTo>
                    <a:pt x="600" y="523"/>
                    <a:pt x="1134" y="289"/>
                    <a:pt x="1635" y="289"/>
                  </a:cubicBezTo>
                  <a:cubicBezTo>
                    <a:pt x="1768" y="289"/>
                    <a:pt x="2001" y="189"/>
                    <a:pt x="1968" y="122"/>
                  </a:cubicBezTo>
                  <a:cubicBezTo>
                    <a:pt x="1968" y="71"/>
                    <a:pt x="1772" y="0"/>
                    <a:pt x="16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96" name="Google Shape;5396;p69"/>
            <p:cNvSpPr/>
            <p:nvPr/>
          </p:nvSpPr>
          <p:spPr>
            <a:xfrm>
              <a:off x="3669972" y="4176470"/>
              <a:ext cx="33884" cy="21730"/>
            </a:xfrm>
            <a:custGeom>
              <a:avLst/>
              <a:gdLst/>
              <a:ahLst/>
              <a:cxnLst/>
              <a:rect l="l" t="t" r="r" b="b"/>
              <a:pathLst>
                <a:path w="2102" h="1348" extrusionOk="0">
                  <a:moveTo>
                    <a:pt x="1788" y="0"/>
                  </a:moveTo>
                  <a:cubicBezTo>
                    <a:pt x="1738" y="0"/>
                    <a:pt x="1695" y="4"/>
                    <a:pt x="1668" y="13"/>
                  </a:cubicBezTo>
                  <a:cubicBezTo>
                    <a:pt x="1401" y="147"/>
                    <a:pt x="1101" y="247"/>
                    <a:pt x="867" y="380"/>
                  </a:cubicBezTo>
                  <a:cubicBezTo>
                    <a:pt x="567" y="514"/>
                    <a:pt x="334" y="681"/>
                    <a:pt x="67" y="881"/>
                  </a:cubicBezTo>
                  <a:cubicBezTo>
                    <a:pt x="34" y="981"/>
                    <a:pt x="0" y="1081"/>
                    <a:pt x="0" y="1181"/>
                  </a:cubicBezTo>
                  <a:cubicBezTo>
                    <a:pt x="0" y="1314"/>
                    <a:pt x="34" y="1348"/>
                    <a:pt x="67" y="1348"/>
                  </a:cubicBezTo>
                  <a:cubicBezTo>
                    <a:pt x="67" y="1348"/>
                    <a:pt x="100" y="1248"/>
                    <a:pt x="167" y="1214"/>
                  </a:cubicBezTo>
                  <a:cubicBezTo>
                    <a:pt x="200" y="1148"/>
                    <a:pt x="234" y="1081"/>
                    <a:pt x="267" y="1047"/>
                  </a:cubicBezTo>
                  <a:cubicBezTo>
                    <a:pt x="400" y="814"/>
                    <a:pt x="667" y="647"/>
                    <a:pt x="901" y="514"/>
                  </a:cubicBezTo>
                  <a:cubicBezTo>
                    <a:pt x="1168" y="380"/>
                    <a:pt x="1435" y="314"/>
                    <a:pt x="1735" y="247"/>
                  </a:cubicBezTo>
                  <a:cubicBezTo>
                    <a:pt x="1868" y="214"/>
                    <a:pt x="2102" y="80"/>
                    <a:pt x="2102" y="80"/>
                  </a:cubicBezTo>
                  <a:cubicBezTo>
                    <a:pt x="2102" y="31"/>
                    <a:pt x="1923" y="0"/>
                    <a:pt x="17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97" name="Google Shape;5397;p69"/>
            <p:cNvSpPr/>
            <p:nvPr/>
          </p:nvSpPr>
          <p:spPr>
            <a:xfrm>
              <a:off x="3665119" y="4194218"/>
              <a:ext cx="32288" cy="16346"/>
            </a:xfrm>
            <a:custGeom>
              <a:avLst/>
              <a:gdLst/>
              <a:ahLst/>
              <a:cxnLst/>
              <a:rect l="l" t="t" r="r" b="b"/>
              <a:pathLst>
                <a:path w="2003" h="1014" extrusionOk="0">
                  <a:moveTo>
                    <a:pt x="1679" y="1"/>
                  </a:moveTo>
                  <a:cubicBezTo>
                    <a:pt x="1633" y="1"/>
                    <a:pt x="1594" y="5"/>
                    <a:pt x="1569" y="13"/>
                  </a:cubicBezTo>
                  <a:cubicBezTo>
                    <a:pt x="1135" y="280"/>
                    <a:pt x="668" y="413"/>
                    <a:pt x="168" y="647"/>
                  </a:cubicBezTo>
                  <a:cubicBezTo>
                    <a:pt x="68" y="680"/>
                    <a:pt x="1" y="780"/>
                    <a:pt x="1" y="914"/>
                  </a:cubicBezTo>
                  <a:cubicBezTo>
                    <a:pt x="1" y="947"/>
                    <a:pt x="1" y="981"/>
                    <a:pt x="34" y="1014"/>
                  </a:cubicBezTo>
                  <a:lnTo>
                    <a:pt x="68" y="1014"/>
                  </a:lnTo>
                  <a:cubicBezTo>
                    <a:pt x="68" y="1014"/>
                    <a:pt x="134" y="947"/>
                    <a:pt x="168" y="947"/>
                  </a:cubicBezTo>
                  <a:cubicBezTo>
                    <a:pt x="234" y="914"/>
                    <a:pt x="301" y="914"/>
                    <a:pt x="335" y="880"/>
                  </a:cubicBezTo>
                  <a:cubicBezTo>
                    <a:pt x="668" y="547"/>
                    <a:pt x="1168" y="313"/>
                    <a:pt x="1669" y="280"/>
                  </a:cubicBezTo>
                  <a:cubicBezTo>
                    <a:pt x="1802" y="247"/>
                    <a:pt x="2002" y="113"/>
                    <a:pt x="2002" y="113"/>
                  </a:cubicBezTo>
                  <a:cubicBezTo>
                    <a:pt x="2002" y="38"/>
                    <a:pt x="1815" y="1"/>
                    <a:pt x="16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98" name="Google Shape;5398;p69"/>
            <p:cNvSpPr/>
            <p:nvPr/>
          </p:nvSpPr>
          <p:spPr>
            <a:xfrm>
              <a:off x="3656527" y="4217543"/>
              <a:ext cx="32272" cy="8914"/>
            </a:xfrm>
            <a:custGeom>
              <a:avLst/>
              <a:gdLst/>
              <a:ahLst/>
              <a:cxnLst/>
              <a:rect l="l" t="t" r="r" b="b"/>
              <a:pathLst>
                <a:path w="2002" h="553" extrusionOk="0">
                  <a:moveTo>
                    <a:pt x="1668" y="1"/>
                  </a:moveTo>
                  <a:cubicBezTo>
                    <a:pt x="1168" y="1"/>
                    <a:pt x="667" y="1"/>
                    <a:pt x="167" y="167"/>
                  </a:cubicBezTo>
                  <a:cubicBezTo>
                    <a:pt x="167" y="201"/>
                    <a:pt x="100" y="201"/>
                    <a:pt x="67" y="267"/>
                  </a:cubicBezTo>
                  <a:cubicBezTo>
                    <a:pt x="67" y="301"/>
                    <a:pt x="34" y="334"/>
                    <a:pt x="34" y="367"/>
                  </a:cubicBezTo>
                  <a:cubicBezTo>
                    <a:pt x="34" y="468"/>
                    <a:pt x="0" y="534"/>
                    <a:pt x="34" y="534"/>
                  </a:cubicBezTo>
                  <a:cubicBezTo>
                    <a:pt x="47" y="548"/>
                    <a:pt x="64" y="553"/>
                    <a:pt x="84" y="553"/>
                  </a:cubicBezTo>
                  <a:cubicBezTo>
                    <a:pt x="164" y="553"/>
                    <a:pt x="287" y="468"/>
                    <a:pt x="367" y="468"/>
                  </a:cubicBezTo>
                  <a:cubicBezTo>
                    <a:pt x="558" y="296"/>
                    <a:pt x="815" y="222"/>
                    <a:pt x="1081" y="222"/>
                  </a:cubicBezTo>
                  <a:cubicBezTo>
                    <a:pt x="1279" y="222"/>
                    <a:pt x="1483" y="263"/>
                    <a:pt x="1668" y="334"/>
                  </a:cubicBezTo>
                  <a:cubicBezTo>
                    <a:pt x="1695" y="334"/>
                    <a:pt x="1753" y="339"/>
                    <a:pt x="1810" y="339"/>
                  </a:cubicBezTo>
                  <a:cubicBezTo>
                    <a:pt x="1895" y="339"/>
                    <a:pt x="1975" y="327"/>
                    <a:pt x="1935" y="267"/>
                  </a:cubicBezTo>
                  <a:cubicBezTo>
                    <a:pt x="2002" y="201"/>
                    <a:pt x="1735" y="1"/>
                    <a:pt x="16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99" name="Google Shape;5399;p69"/>
            <p:cNvSpPr/>
            <p:nvPr/>
          </p:nvSpPr>
          <p:spPr>
            <a:xfrm>
              <a:off x="3636635" y="4230455"/>
              <a:ext cx="26888" cy="7834"/>
            </a:xfrm>
            <a:custGeom>
              <a:avLst/>
              <a:gdLst/>
              <a:ahLst/>
              <a:cxnLst/>
              <a:rect l="l" t="t" r="r" b="b"/>
              <a:pathLst>
                <a:path w="1668" h="486" extrusionOk="0">
                  <a:moveTo>
                    <a:pt x="300" y="0"/>
                  </a:moveTo>
                  <a:cubicBezTo>
                    <a:pt x="234" y="33"/>
                    <a:pt x="133" y="33"/>
                    <a:pt x="100" y="134"/>
                  </a:cubicBezTo>
                  <a:cubicBezTo>
                    <a:pt x="0" y="234"/>
                    <a:pt x="100" y="300"/>
                    <a:pt x="100" y="300"/>
                  </a:cubicBezTo>
                  <a:lnTo>
                    <a:pt x="133" y="300"/>
                  </a:lnTo>
                  <a:cubicBezTo>
                    <a:pt x="145" y="278"/>
                    <a:pt x="148" y="271"/>
                    <a:pt x="150" y="271"/>
                  </a:cubicBezTo>
                  <a:lnTo>
                    <a:pt x="150" y="271"/>
                  </a:lnTo>
                  <a:cubicBezTo>
                    <a:pt x="152" y="271"/>
                    <a:pt x="145" y="300"/>
                    <a:pt x="167" y="300"/>
                  </a:cubicBezTo>
                  <a:cubicBezTo>
                    <a:pt x="200" y="334"/>
                    <a:pt x="267" y="334"/>
                    <a:pt x="300" y="334"/>
                  </a:cubicBezTo>
                  <a:cubicBezTo>
                    <a:pt x="397" y="291"/>
                    <a:pt x="505" y="272"/>
                    <a:pt x="616" y="272"/>
                  </a:cubicBezTo>
                  <a:cubicBezTo>
                    <a:pt x="849" y="272"/>
                    <a:pt x="1098" y="354"/>
                    <a:pt x="1301" y="467"/>
                  </a:cubicBezTo>
                  <a:cubicBezTo>
                    <a:pt x="1334" y="478"/>
                    <a:pt x="1375" y="486"/>
                    <a:pt x="1417" y="486"/>
                  </a:cubicBezTo>
                  <a:cubicBezTo>
                    <a:pt x="1501" y="486"/>
                    <a:pt x="1590" y="456"/>
                    <a:pt x="1635" y="367"/>
                  </a:cubicBezTo>
                  <a:cubicBezTo>
                    <a:pt x="1668" y="334"/>
                    <a:pt x="1501" y="134"/>
                    <a:pt x="1434" y="134"/>
                  </a:cubicBezTo>
                  <a:cubicBezTo>
                    <a:pt x="1001" y="134"/>
                    <a:pt x="667" y="67"/>
                    <a:pt x="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00" name="Google Shape;5400;p69"/>
            <p:cNvSpPr/>
            <p:nvPr/>
          </p:nvSpPr>
          <p:spPr>
            <a:xfrm>
              <a:off x="3587163" y="4252637"/>
              <a:ext cx="44104" cy="13863"/>
            </a:xfrm>
            <a:custGeom>
              <a:avLst/>
              <a:gdLst/>
              <a:ahLst/>
              <a:cxnLst/>
              <a:rect l="l" t="t" r="r" b="b"/>
              <a:pathLst>
                <a:path w="2736" h="860" extrusionOk="0">
                  <a:moveTo>
                    <a:pt x="1768" y="0"/>
                  </a:moveTo>
                  <a:cubicBezTo>
                    <a:pt x="1585" y="0"/>
                    <a:pt x="1401" y="8"/>
                    <a:pt x="1234" y="25"/>
                  </a:cubicBezTo>
                  <a:cubicBezTo>
                    <a:pt x="867" y="92"/>
                    <a:pt x="534" y="159"/>
                    <a:pt x="200" y="359"/>
                  </a:cubicBezTo>
                  <a:cubicBezTo>
                    <a:pt x="134" y="459"/>
                    <a:pt x="67" y="592"/>
                    <a:pt x="34" y="659"/>
                  </a:cubicBezTo>
                  <a:cubicBezTo>
                    <a:pt x="0" y="792"/>
                    <a:pt x="0" y="859"/>
                    <a:pt x="34" y="859"/>
                  </a:cubicBezTo>
                  <a:cubicBezTo>
                    <a:pt x="67" y="859"/>
                    <a:pt x="134" y="826"/>
                    <a:pt x="200" y="726"/>
                  </a:cubicBezTo>
                  <a:cubicBezTo>
                    <a:pt x="300" y="659"/>
                    <a:pt x="367" y="626"/>
                    <a:pt x="400" y="592"/>
                  </a:cubicBezTo>
                  <a:cubicBezTo>
                    <a:pt x="634" y="359"/>
                    <a:pt x="968" y="259"/>
                    <a:pt x="1301" y="192"/>
                  </a:cubicBezTo>
                  <a:cubicBezTo>
                    <a:pt x="1380" y="184"/>
                    <a:pt x="1459" y="180"/>
                    <a:pt x="1536" y="180"/>
                  </a:cubicBezTo>
                  <a:cubicBezTo>
                    <a:pt x="1788" y="180"/>
                    <a:pt x="2031" y="223"/>
                    <a:pt x="2235" y="325"/>
                  </a:cubicBezTo>
                  <a:cubicBezTo>
                    <a:pt x="2349" y="348"/>
                    <a:pt x="2525" y="402"/>
                    <a:pt x="2625" y="402"/>
                  </a:cubicBezTo>
                  <a:cubicBezTo>
                    <a:pt x="2672" y="402"/>
                    <a:pt x="2702" y="390"/>
                    <a:pt x="2702" y="359"/>
                  </a:cubicBezTo>
                  <a:cubicBezTo>
                    <a:pt x="2735" y="325"/>
                    <a:pt x="2402" y="25"/>
                    <a:pt x="2302" y="25"/>
                  </a:cubicBezTo>
                  <a:cubicBezTo>
                    <a:pt x="2135" y="8"/>
                    <a:pt x="1952" y="0"/>
                    <a:pt x="17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01" name="Google Shape;5401;p69"/>
            <p:cNvSpPr/>
            <p:nvPr/>
          </p:nvSpPr>
          <p:spPr>
            <a:xfrm>
              <a:off x="3574251" y="4269160"/>
              <a:ext cx="40880" cy="9156"/>
            </a:xfrm>
            <a:custGeom>
              <a:avLst/>
              <a:gdLst/>
              <a:ahLst/>
              <a:cxnLst/>
              <a:rect l="l" t="t" r="r" b="b"/>
              <a:pathLst>
                <a:path w="2536" h="568" extrusionOk="0">
                  <a:moveTo>
                    <a:pt x="2135" y="1"/>
                  </a:moveTo>
                  <a:cubicBezTo>
                    <a:pt x="1502" y="68"/>
                    <a:pt x="935" y="1"/>
                    <a:pt x="301" y="168"/>
                  </a:cubicBezTo>
                  <a:cubicBezTo>
                    <a:pt x="167" y="234"/>
                    <a:pt x="101" y="301"/>
                    <a:pt x="34" y="401"/>
                  </a:cubicBezTo>
                  <a:cubicBezTo>
                    <a:pt x="1" y="468"/>
                    <a:pt x="1" y="568"/>
                    <a:pt x="1" y="568"/>
                  </a:cubicBezTo>
                  <a:cubicBezTo>
                    <a:pt x="1" y="568"/>
                    <a:pt x="101" y="568"/>
                    <a:pt x="167" y="501"/>
                  </a:cubicBezTo>
                  <a:cubicBezTo>
                    <a:pt x="267" y="468"/>
                    <a:pt x="334" y="434"/>
                    <a:pt x="368" y="434"/>
                  </a:cubicBezTo>
                  <a:cubicBezTo>
                    <a:pt x="661" y="278"/>
                    <a:pt x="1011" y="213"/>
                    <a:pt x="1365" y="213"/>
                  </a:cubicBezTo>
                  <a:cubicBezTo>
                    <a:pt x="1615" y="213"/>
                    <a:pt x="1867" y="246"/>
                    <a:pt x="2102" y="301"/>
                  </a:cubicBezTo>
                  <a:cubicBezTo>
                    <a:pt x="2202" y="301"/>
                    <a:pt x="2536" y="268"/>
                    <a:pt x="2536" y="234"/>
                  </a:cubicBezTo>
                  <a:cubicBezTo>
                    <a:pt x="2536" y="168"/>
                    <a:pt x="2269" y="1"/>
                    <a:pt x="2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02" name="Google Shape;5402;p69"/>
            <p:cNvSpPr/>
            <p:nvPr/>
          </p:nvSpPr>
          <p:spPr>
            <a:xfrm>
              <a:off x="3558115" y="4286376"/>
              <a:ext cx="37124" cy="6996"/>
            </a:xfrm>
            <a:custGeom>
              <a:avLst/>
              <a:gdLst/>
              <a:ahLst/>
              <a:cxnLst/>
              <a:rect l="l" t="t" r="r" b="b"/>
              <a:pathLst>
                <a:path w="2303" h="434" extrusionOk="0">
                  <a:moveTo>
                    <a:pt x="1936" y="0"/>
                  </a:moveTo>
                  <a:cubicBezTo>
                    <a:pt x="1369" y="67"/>
                    <a:pt x="868" y="67"/>
                    <a:pt x="334" y="100"/>
                  </a:cubicBezTo>
                  <a:cubicBezTo>
                    <a:pt x="268" y="167"/>
                    <a:pt x="168" y="200"/>
                    <a:pt x="101" y="267"/>
                  </a:cubicBezTo>
                  <a:cubicBezTo>
                    <a:pt x="34" y="334"/>
                    <a:pt x="1" y="367"/>
                    <a:pt x="34" y="401"/>
                  </a:cubicBezTo>
                  <a:cubicBezTo>
                    <a:pt x="34" y="434"/>
                    <a:pt x="101" y="434"/>
                    <a:pt x="101" y="434"/>
                  </a:cubicBezTo>
                  <a:cubicBezTo>
                    <a:pt x="134" y="434"/>
                    <a:pt x="134" y="401"/>
                    <a:pt x="134" y="401"/>
                  </a:cubicBezTo>
                  <a:lnTo>
                    <a:pt x="435" y="401"/>
                  </a:lnTo>
                  <a:cubicBezTo>
                    <a:pt x="709" y="274"/>
                    <a:pt x="1038" y="227"/>
                    <a:pt x="1369" y="227"/>
                  </a:cubicBezTo>
                  <a:cubicBezTo>
                    <a:pt x="1560" y="227"/>
                    <a:pt x="1752" y="243"/>
                    <a:pt x="1936" y="267"/>
                  </a:cubicBezTo>
                  <a:cubicBezTo>
                    <a:pt x="2036" y="267"/>
                    <a:pt x="2269" y="234"/>
                    <a:pt x="2303" y="200"/>
                  </a:cubicBezTo>
                  <a:cubicBezTo>
                    <a:pt x="2303" y="100"/>
                    <a:pt x="2002" y="0"/>
                    <a:pt x="19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03" name="Google Shape;5403;p69"/>
            <p:cNvSpPr/>
            <p:nvPr/>
          </p:nvSpPr>
          <p:spPr>
            <a:xfrm>
              <a:off x="3547911" y="4307880"/>
              <a:ext cx="33352" cy="7383"/>
            </a:xfrm>
            <a:custGeom>
              <a:avLst/>
              <a:gdLst/>
              <a:ahLst/>
              <a:cxnLst/>
              <a:rect l="l" t="t" r="r" b="b"/>
              <a:pathLst>
                <a:path w="2069" h="458" extrusionOk="0">
                  <a:moveTo>
                    <a:pt x="1735" y="1"/>
                  </a:moveTo>
                  <a:cubicBezTo>
                    <a:pt x="1234" y="1"/>
                    <a:pt x="767" y="1"/>
                    <a:pt x="234" y="101"/>
                  </a:cubicBezTo>
                  <a:cubicBezTo>
                    <a:pt x="167" y="167"/>
                    <a:pt x="100" y="201"/>
                    <a:pt x="67" y="267"/>
                  </a:cubicBezTo>
                  <a:cubicBezTo>
                    <a:pt x="0" y="367"/>
                    <a:pt x="0" y="434"/>
                    <a:pt x="0" y="434"/>
                  </a:cubicBezTo>
                  <a:cubicBezTo>
                    <a:pt x="17" y="451"/>
                    <a:pt x="42" y="457"/>
                    <a:pt x="71" y="457"/>
                  </a:cubicBezTo>
                  <a:cubicBezTo>
                    <a:pt x="159" y="457"/>
                    <a:pt x="284" y="401"/>
                    <a:pt x="334" y="401"/>
                  </a:cubicBezTo>
                  <a:cubicBezTo>
                    <a:pt x="535" y="260"/>
                    <a:pt x="822" y="204"/>
                    <a:pt x="1113" y="204"/>
                  </a:cubicBezTo>
                  <a:cubicBezTo>
                    <a:pt x="1304" y="204"/>
                    <a:pt x="1496" y="228"/>
                    <a:pt x="1668" y="267"/>
                  </a:cubicBezTo>
                  <a:cubicBezTo>
                    <a:pt x="1768" y="267"/>
                    <a:pt x="2002" y="234"/>
                    <a:pt x="2068" y="234"/>
                  </a:cubicBezTo>
                  <a:cubicBezTo>
                    <a:pt x="2068" y="167"/>
                    <a:pt x="1801" y="1"/>
                    <a:pt x="17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04" name="Google Shape;5404;p69"/>
            <p:cNvSpPr/>
            <p:nvPr/>
          </p:nvSpPr>
          <p:spPr>
            <a:xfrm>
              <a:off x="3527471" y="4320244"/>
              <a:ext cx="28516" cy="8092"/>
            </a:xfrm>
            <a:custGeom>
              <a:avLst/>
              <a:gdLst/>
              <a:ahLst/>
              <a:cxnLst/>
              <a:rect l="l" t="t" r="r" b="b"/>
              <a:pathLst>
                <a:path w="1769" h="502" extrusionOk="0">
                  <a:moveTo>
                    <a:pt x="1435" y="1"/>
                  </a:moveTo>
                  <a:cubicBezTo>
                    <a:pt x="1086" y="146"/>
                    <a:pt x="763" y="241"/>
                    <a:pt x="399" y="241"/>
                  </a:cubicBezTo>
                  <a:cubicBezTo>
                    <a:pt x="345" y="241"/>
                    <a:pt x="290" y="239"/>
                    <a:pt x="234" y="234"/>
                  </a:cubicBezTo>
                  <a:cubicBezTo>
                    <a:pt x="201" y="234"/>
                    <a:pt x="101" y="268"/>
                    <a:pt x="67" y="301"/>
                  </a:cubicBezTo>
                  <a:cubicBezTo>
                    <a:pt x="34" y="334"/>
                    <a:pt x="1" y="334"/>
                    <a:pt x="1" y="401"/>
                  </a:cubicBezTo>
                  <a:cubicBezTo>
                    <a:pt x="1" y="401"/>
                    <a:pt x="34" y="434"/>
                    <a:pt x="101" y="468"/>
                  </a:cubicBezTo>
                  <a:cubicBezTo>
                    <a:pt x="167" y="501"/>
                    <a:pt x="234" y="501"/>
                    <a:pt x="267" y="501"/>
                  </a:cubicBezTo>
                  <a:cubicBezTo>
                    <a:pt x="629" y="362"/>
                    <a:pt x="944" y="293"/>
                    <a:pt x="1290" y="293"/>
                  </a:cubicBezTo>
                  <a:cubicBezTo>
                    <a:pt x="1359" y="293"/>
                    <a:pt x="1429" y="295"/>
                    <a:pt x="1502" y="301"/>
                  </a:cubicBezTo>
                  <a:cubicBezTo>
                    <a:pt x="1568" y="301"/>
                    <a:pt x="1735" y="234"/>
                    <a:pt x="1768" y="134"/>
                  </a:cubicBezTo>
                  <a:cubicBezTo>
                    <a:pt x="1768" y="101"/>
                    <a:pt x="1535" y="1"/>
                    <a:pt x="14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05" name="Google Shape;5405;p69"/>
            <p:cNvSpPr/>
            <p:nvPr/>
          </p:nvSpPr>
          <p:spPr>
            <a:xfrm>
              <a:off x="3501131" y="4337992"/>
              <a:ext cx="36028" cy="10768"/>
            </a:xfrm>
            <a:custGeom>
              <a:avLst/>
              <a:gdLst/>
              <a:ahLst/>
              <a:cxnLst/>
              <a:rect l="l" t="t" r="r" b="b"/>
              <a:pathLst>
                <a:path w="2235" h="668" extrusionOk="0">
                  <a:moveTo>
                    <a:pt x="1868" y="1"/>
                  </a:moveTo>
                  <a:cubicBezTo>
                    <a:pt x="1601" y="34"/>
                    <a:pt x="1334" y="67"/>
                    <a:pt x="1067" y="134"/>
                  </a:cubicBezTo>
                  <a:cubicBezTo>
                    <a:pt x="901" y="167"/>
                    <a:pt x="767" y="167"/>
                    <a:pt x="667" y="201"/>
                  </a:cubicBezTo>
                  <a:cubicBezTo>
                    <a:pt x="567" y="201"/>
                    <a:pt x="534" y="234"/>
                    <a:pt x="434" y="234"/>
                  </a:cubicBezTo>
                  <a:cubicBezTo>
                    <a:pt x="400" y="234"/>
                    <a:pt x="367" y="301"/>
                    <a:pt x="334" y="301"/>
                  </a:cubicBezTo>
                  <a:cubicBezTo>
                    <a:pt x="267" y="334"/>
                    <a:pt x="234" y="334"/>
                    <a:pt x="200" y="367"/>
                  </a:cubicBezTo>
                  <a:cubicBezTo>
                    <a:pt x="100" y="401"/>
                    <a:pt x="67" y="501"/>
                    <a:pt x="33" y="534"/>
                  </a:cubicBezTo>
                  <a:cubicBezTo>
                    <a:pt x="33" y="568"/>
                    <a:pt x="0" y="568"/>
                    <a:pt x="0" y="634"/>
                  </a:cubicBezTo>
                  <a:cubicBezTo>
                    <a:pt x="0" y="634"/>
                    <a:pt x="33" y="668"/>
                    <a:pt x="67" y="668"/>
                  </a:cubicBezTo>
                  <a:lnTo>
                    <a:pt x="334" y="668"/>
                  </a:lnTo>
                  <a:cubicBezTo>
                    <a:pt x="334" y="668"/>
                    <a:pt x="267" y="568"/>
                    <a:pt x="334" y="568"/>
                  </a:cubicBezTo>
                  <a:lnTo>
                    <a:pt x="400" y="568"/>
                  </a:lnTo>
                  <a:cubicBezTo>
                    <a:pt x="400" y="568"/>
                    <a:pt x="400" y="534"/>
                    <a:pt x="434" y="534"/>
                  </a:cubicBezTo>
                  <a:cubicBezTo>
                    <a:pt x="500" y="534"/>
                    <a:pt x="500" y="501"/>
                    <a:pt x="534" y="501"/>
                  </a:cubicBezTo>
                  <a:cubicBezTo>
                    <a:pt x="567" y="468"/>
                    <a:pt x="667" y="468"/>
                    <a:pt x="701" y="401"/>
                  </a:cubicBezTo>
                  <a:cubicBezTo>
                    <a:pt x="834" y="367"/>
                    <a:pt x="967" y="334"/>
                    <a:pt x="1067" y="334"/>
                  </a:cubicBezTo>
                  <a:cubicBezTo>
                    <a:pt x="1201" y="317"/>
                    <a:pt x="1343" y="309"/>
                    <a:pt x="1480" y="309"/>
                  </a:cubicBezTo>
                  <a:cubicBezTo>
                    <a:pt x="1618" y="309"/>
                    <a:pt x="1751" y="317"/>
                    <a:pt x="1868" y="334"/>
                  </a:cubicBezTo>
                  <a:cubicBezTo>
                    <a:pt x="2001" y="334"/>
                    <a:pt x="2235" y="234"/>
                    <a:pt x="2235" y="167"/>
                  </a:cubicBezTo>
                  <a:cubicBezTo>
                    <a:pt x="2235" y="134"/>
                    <a:pt x="1935" y="1"/>
                    <a:pt x="18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06" name="Google Shape;5406;p69"/>
            <p:cNvSpPr/>
            <p:nvPr/>
          </p:nvSpPr>
          <p:spPr>
            <a:xfrm>
              <a:off x="3501663" y="4348212"/>
              <a:ext cx="24212" cy="6996"/>
            </a:xfrm>
            <a:custGeom>
              <a:avLst/>
              <a:gdLst/>
              <a:ahLst/>
              <a:cxnLst/>
              <a:rect l="l" t="t" r="r" b="b"/>
              <a:pathLst>
                <a:path w="1502" h="434" extrusionOk="0">
                  <a:moveTo>
                    <a:pt x="1201" y="0"/>
                  </a:moveTo>
                  <a:cubicBezTo>
                    <a:pt x="868" y="100"/>
                    <a:pt x="534" y="100"/>
                    <a:pt x="167" y="167"/>
                  </a:cubicBezTo>
                  <a:cubicBezTo>
                    <a:pt x="134" y="200"/>
                    <a:pt x="100" y="234"/>
                    <a:pt x="34" y="334"/>
                  </a:cubicBezTo>
                  <a:cubicBezTo>
                    <a:pt x="0" y="401"/>
                    <a:pt x="100" y="434"/>
                    <a:pt x="100" y="434"/>
                  </a:cubicBezTo>
                  <a:cubicBezTo>
                    <a:pt x="134" y="401"/>
                    <a:pt x="267" y="401"/>
                    <a:pt x="301" y="401"/>
                  </a:cubicBezTo>
                  <a:cubicBezTo>
                    <a:pt x="466" y="258"/>
                    <a:pt x="716" y="217"/>
                    <a:pt x="967" y="217"/>
                  </a:cubicBezTo>
                  <a:cubicBezTo>
                    <a:pt x="1069" y="217"/>
                    <a:pt x="1171" y="224"/>
                    <a:pt x="1268" y="234"/>
                  </a:cubicBezTo>
                  <a:cubicBezTo>
                    <a:pt x="1335" y="234"/>
                    <a:pt x="1501" y="167"/>
                    <a:pt x="1468" y="100"/>
                  </a:cubicBezTo>
                  <a:cubicBezTo>
                    <a:pt x="1468" y="67"/>
                    <a:pt x="1301" y="0"/>
                    <a:pt x="12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07" name="Google Shape;5407;p69"/>
            <p:cNvSpPr/>
            <p:nvPr/>
          </p:nvSpPr>
          <p:spPr>
            <a:xfrm>
              <a:off x="3565111" y="4231519"/>
              <a:ext cx="24744" cy="6480"/>
            </a:xfrm>
            <a:custGeom>
              <a:avLst/>
              <a:gdLst/>
              <a:ahLst/>
              <a:cxnLst/>
              <a:rect l="l" t="t" r="r" b="b"/>
              <a:pathLst>
                <a:path w="1535" h="402" extrusionOk="0">
                  <a:moveTo>
                    <a:pt x="1268" y="1"/>
                  </a:moveTo>
                  <a:cubicBezTo>
                    <a:pt x="968" y="55"/>
                    <a:pt x="691" y="110"/>
                    <a:pt x="400" y="110"/>
                  </a:cubicBezTo>
                  <a:cubicBezTo>
                    <a:pt x="334" y="110"/>
                    <a:pt x="268" y="107"/>
                    <a:pt x="201" y="101"/>
                  </a:cubicBezTo>
                  <a:cubicBezTo>
                    <a:pt x="101" y="134"/>
                    <a:pt x="1" y="268"/>
                    <a:pt x="1" y="301"/>
                  </a:cubicBezTo>
                  <a:cubicBezTo>
                    <a:pt x="1" y="334"/>
                    <a:pt x="201" y="401"/>
                    <a:pt x="234" y="401"/>
                  </a:cubicBezTo>
                  <a:cubicBezTo>
                    <a:pt x="434" y="312"/>
                    <a:pt x="664" y="238"/>
                    <a:pt x="894" y="238"/>
                  </a:cubicBezTo>
                  <a:cubicBezTo>
                    <a:pt x="1009" y="238"/>
                    <a:pt x="1124" y="257"/>
                    <a:pt x="1235" y="301"/>
                  </a:cubicBezTo>
                  <a:cubicBezTo>
                    <a:pt x="1335" y="301"/>
                    <a:pt x="1502" y="234"/>
                    <a:pt x="1535" y="168"/>
                  </a:cubicBezTo>
                  <a:cubicBezTo>
                    <a:pt x="1535" y="134"/>
                    <a:pt x="1368" y="1"/>
                    <a:pt x="1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08" name="Google Shape;5408;p69"/>
            <p:cNvSpPr/>
            <p:nvPr/>
          </p:nvSpPr>
          <p:spPr>
            <a:xfrm>
              <a:off x="3554359" y="4220767"/>
              <a:ext cx="32272" cy="7012"/>
            </a:xfrm>
            <a:custGeom>
              <a:avLst/>
              <a:gdLst/>
              <a:ahLst/>
              <a:cxnLst/>
              <a:rect l="l" t="t" r="r" b="b"/>
              <a:pathLst>
                <a:path w="2002" h="435" extrusionOk="0">
                  <a:moveTo>
                    <a:pt x="103" y="195"/>
                  </a:moveTo>
                  <a:cubicBezTo>
                    <a:pt x="104" y="195"/>
                    <a:pt x="107" y="197"/>
                    <a:pt x="110" y="201"/>
                  </a:cubicBezTo>
                  <a:lnTo>
                    <a:pt x="100" y="201"/>
                  </a:lnTo>
                  <a:cubicBezTo>
                    <a:pt x="100" y="197"/>
                    <a:pt x="101" y="195"/>
                    <a:pt x="103" y="195"/>
                  </a:cubicBezTo>
                  <a:close/>
                  <a:moveTo>
                    <a:pt x="1602" y="1"/>
                  </a:moveTo>
                  <a:cubicBezTo>
                    <a:pt x="1168" y="101"/>
                    <a:pt x="701" y="67"/>
                    <a:pt x="201" y="134"/>
                  </a:cubicBezTo>
                  <a:cubicBezTo>
                    <a:pt x="100" y="134"/>
                    <a:pt x="67" y="167"/>
                    <a:pt x="34" y="201"/>
                  </a:cubicBezTo>
                  <a:lnTo>
                    <a:pt x="0" y="268"/>
                  </a:lnTo>
                  <a:lnTo>
                    <a:pt x="0" y="301"/>
                  </a:lnTo>
                  <a:lnTo>
                    <a:pt x="0" y="334"/>
                  </a:lnTo>
                  <a:cubicBezTo>
                    <a:pt x="0" y="334"/>
                    <a:pt x="34" y="434"/>
                    <a:pt x="67" y="434"/>
                  </a:cubicBezTo>
                  <a:lnTo>
                    <a:pt x="167" y="434"/>
                  </a:lnTo>
                  <a:lnTo>
                    <a:pt x="201" y="401"/>
                  </a:lnTo>
                  <a:cubicBezTo>
                    <a:pt x="234" y="401"/>
                    <a:pt x="234" y="334"/>
                    <a:pt x="234" y="334"/>
                  </a:cubicBezTo>
                  <a:cubicBezTo>
                    <a:pt x="267" y="401"/>
                    <a:pt x="234" y="401"/>
                    <a:pt x="234" y="401"/>
                  </a:cubicBezTo>
                  <a:lnTo>
                    <a:pt x="201" y="434"/>
                  </a:lnTo>
                  <a:lnTo>
                    <a:pt x="367" y="434"/>
                  </a:lnTo>
                  <a:cubicBezTo>
                    <a:pt x="570" y="287"/>
                    <a:pt x="804" y="241"/>
                    <a:pt x="1051" y="241"/>
                  </a:cubicBezTo>
                  <a:cubicBezTo>
                    <a:pt x="1251" y="241"/>
                    <a:pt x="1459" y="271"/>
                    <a:pt x="1668" y="301"/>
                  </a:cubicBezTo>
                  <a:cubicBezTo>
                    <a:pt x="1768" y="301"/>
                    <a:pt x="2002" y="234"/>
                    <a:pt x="1935" y="167"/>
                  </a:cubicBezTo>
                  <a:cubicBezTo>
                    <a:pt x="1935" y="134"/>
                    <a:pt x="1702" y="1"/>
                    <a:pt x="16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09" name="Google Shape;5409;p69"/>
            <p:cNvSpPr/>
            <p:nvPr/>
          </p:nvSpPr>
          <p:spPr>
            <a:xfrm>
              <a:off x="3562967" y="4210015"/>
              <a:ext cx="30660" cy="8076"/>
            </a:xfrm>
            <a:custGeom>
              <a:avLst/>
              <a:gdLst/>
              <a:ahLst/>
              <a:cxnLst/>
              <a:rect l="l" t="t" r="r" b="b"/>
              <a:pathLst>
                <a:path w="1902" h="501" extrusionOk="0">
                  <a:moveTo>
                    <a:pt x="1568" y="1"/>
                  </a:moveTo>
                  <a:cubicBezTo>
                    <a:pt x="1219" y="146"/>
                    <a:pt x="845" y="240"/>
                    <a:pt x="468" y="240"/>
                  </a:cubicBezTo>
                  <a:cubicBezTo>
                    <a:pt x="412" y="240"/>
                    <a:pt x="356" y="238"/>
                    <a:pt x="300" y="234"/>
                  </a:cubicBezTo>
                  <a:cubicBezTo>
                    <a:pt x="167" y="267"/>
                    <a:pt x="0" y="401"/>
                    <a:pt x="0" y="434"/>
                  </a:cubicBezTo>
                  <a:cubicBezTo>
                    <a:pt x="0" y="468"/>
                    <a:pt x="234" y="501"/>
                    <a:pt x="334" y="501"/>
                  </a:cubicBezTo>
                  <a:cubicBezTo>
                    <a:pt x="667" y="362"/>
                    <a:pt x="1024" y="292"/>
                    <a:pt x="1404" y="292"/>
                  </a:cubicBezTo>
                  <a:cubicBezTo>
                    <a:pt x="1480" y="292"/>
                    <a:pt x="1557" y="295"/>
                    <a:pt x="1635" y="301"/>
                  </a:cubicBezTo>
                  <a:cubicBezTo>
                    <a:pt x="1701" y="301"/>
                    <a:pt x="1901" y="167"/>
                    <a:pt x="1901" y="134"/>
                  </a:cubicBezTo>
                  <a:cubicBezTo>
                    <a:pt x="1901" y="101"/>
                    <a:pt x="1668" y="1"/>
                    <a:pt x="15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10" name="Google Shape;5410;p69"/>
            <p:cNvSpPr/>
            <p:nvPr/>
          </p:nvSpPr>
          <p:spPr>
            <a:xfrm>
              <a:off x="3569415" y="4198183"/>
              <a:ext cx="24212" cy="5932"/>
            </a:xfrm>
            <a:custGeom>
              <a:avLst/>
              <a:gdLst/>
              <a:ahLst/>
              <a:cxnLst/>
              <a:rect l="l" t="t" r="r" b="b"/>
              <a:pathLst>
                <a:path w="1502" h="368" extrusionOk="0">
                  <a:moveTo>
                    <a:pt x="1235" y="1"/>
                  </a:moveTo>
                  <a:cubicBezTo>
                    <a:pt x="1059" y="79"/>
                    <a:pt x="871" y="111"/>
                    <a:pt x="673" y="111"/>
                  </a:cubicBezTo>
                  <a:cubicBezTo>
                    <a:pt x="532" y="111"/>
                    <a:pt x="386" y="95"/>
                    <a:pt x="234" y="67"/>
                  </a:cubicBezTo>
                  <a:cubicBezTo>
                    <a:pt x="134" y="67"/>
                    <a:pt x="0" y="201"/>
                    <a:pt x="0" y="234"/>
                  </a:cubicBezTo>
                  <a:cubicBezTo>
                    <a:pt x="0" y="301"/>
                    <a:pt x="234" y="368"/>
                    <a:pt x="267" y="368"/>
                  </a:cubicBezTo>
                  <a:cubicBezTo>
                    <a:pt x="443" y="289"/>
                    <a:pt x="630" y="257"/>
                    <a:pt x="829" y="257"/>
                  </a:cubicBezTo>
                  <a:cubicBezTo>
                    <a:pt x="970" y="257"/>
                    <a:pt x="1116" y="273"/>
                    <a:pt x="1268" y="301"/>
                  </a:cubicBezTo>
                  <a:cubicBezTo>
                    <a:pt x="1335" y="301"/>
                    <a:pt x="1501" y="201"/>
                    <a:pt x="1468" y="134"/>
                  </a:cubicBezTo>
                  <a:cubicBezTo>
                    <a:pt x="1468" y="67"/>
                    <a:pt x="1268" y="1"/>
                    <a:pt x="12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11" name="Google Shape;5411;p69"/>
            <p:cNvSpPr/>
            <p:nvPr/>
          </p:nvSpPr>
          <p:spPr>
            <a:xfrm>
              <a:off x="3575863" y="4181515"/>
              <a:ext cx="23148" cy="5932"/>
            </a:xfrm>
            <a:custGeom>
              <a:avLst/>
              <a:gdLst/>
              <a:ahLst/>
              <a:cxnLst/>
              <a:rect l="l" t="t" r="r" b="b"/>
              <a:pathLst>
                <a:path w="1436" h="368" extrusionOk="0">
                  <a:moveTo>
                    <a:pt x="234" y="1"/>
                  </a:moveTo>
                  <a:cubicBezTo>
                    <a:pt x="167" y="1"/>
                    <a:pt x="1" y="67"/>
                    <a:pt x="1" y="101"/>
                  </a:cubicBezTo>
                  <a:cubicBezTo>
                    <a:pt x="1" y="167"/>
                    <a:pt x="101" y="267"/>
                    <a:pt x="201" y="267"/>
                  </a:cubicBezTo>
                  <a:cubicBezTo>
                    <a:pt x="293" y="259"/>
                    <a:pt x="380" y="255"/>
                    <a:pt x="465" y="255"/>
                  </a:cubicBezTo>
                  <a:cubicBezTo>
                    <a:pt x="720" y="255"/>
                    <a:pt x="951" y="292"/>
                    <a:pt x="1202" y="368"/>
                  </a:cubicBezTo>
                  <a:cubicBezTo>
                    <a:pt x="1268" y="368"/>
                    <a:pt x="1435" y="267"/>
                    <a:pt x="1435" y="234"/>
                  </a:cubicBezTo>
                  <a:cubicBezTo>
                    <a:pt x="1435" y="201"/>
                    <a:pt x="1235" y="67"/>
                    <a:pt x="1202" y="67"/>
                  </a:cubicBezTo>
                  <a:cubicBezTo>
                    <a:pt x="1085" y="102"/>
                    <a:pt x="969" y="117"/>
                    <a:pt x="854" y="117"/>
                  </a:cubicBezTo>
                  <a:cubicBezTo>
                    <a:pt x="639" y="117"/>
                    <a:pt x="430" y="66"/>
                    <a:pt x="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12" name="Google Shape;5412;p69"/>
            <p:cNvSpPr/>
            <p:nvPr/>
          </p:nvSpPr>
          <p:spPr>
            <a:xfrm>
              <a:off x="3606523" y="4169683"/>
              <a:ext cx="30128" cy="7012"/>
            </a:xfrm>
            <a:custGeom>
              <a:avLst/>
              <a:gdLst/>
              <a:ahLst/>
              <a:cxnLst/>
              <a:rect l="l" t="t" r="r" b="b"/>
              <a:pathLst>
                <a:path w="1869" h="435" extrusionOk="0">
                  <a:moveTo>
                    <a:pt x="334" y="1"/>
                  </a:moveTo>
                  <a:cubicBezTo>
                    <a:pt x="200" y="1"/>
                    <a:pt x="0" y="34"/>
                    <a:pt x="0" y="101"/>
                  </a:cubicBezTo>
                  <a:cubicBezTo>
                    <a:pt x="0" y="134"/>
                    <a:pt x="167" y="268"/>
                    <a:pt x="267" y="301"/>
                  </a:cubicBezTo>
                  <a:cubicBezTo>
                    <a:pt x="701" y="334"/>
                    <a:pt x="1134" y="334"/>
                    <a:pt x="1534" y="434"/>
                  </a:cubicBezTo>
                  <a:cubicBezTo>
                    <a:pt x="1635" y="434"/>
                    <a:pt x="1835" y="334"/>
                    <a:pt x="1868" y="234"/>
                  </a:cubicBezTo>
                  <a:cubicBezTo>
                    <a:pt x="1835" y="168"/>
                    <a:pt x="1635" y="101"/>
                    <a:pt x="1534" y="101"/>
                  </a:cubicBezTo>
                  <a:cubicBezTo>
                    <a:pt x="1388" y="150"/>
                    <a:pt x="1236" y="172"/>
                    <a:pt x="1085" y="172"/>
                  </a:cubicBezTo>
                  <a:cubicBezTo>
                    <a:pt x="825" y="172"/>
                    <a:pt x="566" y="106"/>
                    <a:pt x="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13" name="Google Shape;5413;p69"/>
            <p:cNvSpPr/>
            <p:nvPr/>
          </p:nvSpPr>
          <p:spPr>
            <a:xfrm>
              <a:off x="3628027" y="4163235"/>
              <a:ext cx="26356" cy="3772"/>
            </a:xfrm>
            <a:custGeom>
              <a:avLst/>
              <a:gdLst/>
              <a:ahLst/>
              <a:cxnLst/>
              <a:rect l="l" t="t" r="r" b="b"/>
              <a:pathLst>
                <a:path w="1635" h="234" extrusionOk="0">
                  <a:moveTo>
                    <a:pt x="0" y="0"/>
                  </a:moveTo>
                  <a:lnTo>
                    <a:pt x="0" y="201"/>
                  </a:lnTo>
                  <a:lnTo>
                    <a:pt x="134" y="201"/>
                  </a:lnTo>
                  <a:cubicBezTo>
                    <a:pt x="274" y="175"/>
                    <a:pt x="424" y="164"/>
                    <a:pt x="576" y="164"/>
                  </a:cubicBezTo>
                  <a:cubicBezTo>
                    <a:pt x="822" y="164"/>
                    <a:pt x="1074" y="193"/>
                    <a:pt x="1301" y="234"/>
                  </a:cubicBezTo>
                  <a:cubicBezTo>
                    <a:pt x="1355" y="234"/>
                    <a:pt x="1515" y="191"/>
                    <a:pt x="1594" y="191"/>
                  </a:cubicBezTo>
                  <a:cubicBezTo>
                    <a:pt x="1613" y="191"/>
                    <a:pt x="1628" y="194"/>
                    <a:pt x="1635" y="201"/>
                  </a:cubicBezTo>
                  <a:cubicBezTo>
                    <a:pt x="1635" y="167"/>
                    <a:pt x="1435" y="34"/>
                    <a:pt x="1335" y="34"/>
                  </a:cubicBezTo>
                  <a:cubicBezTo>
                    <a:pt x="1200" y="71"/>
                    <a:pt x="1056" y="85"/>
                    <a:pt x="910" y="85"/>
                  </a:cubicBezTo>
                  <a:cubicBezTo>
                    <a:pt x="658" y="85"/>
                    <a:pt x="399" y="43"/>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14" name="Google Shape;5414;p69"/>
            <p:cNvSpPr/>
            <p:nvPr/>
          </p:nvSpPr>
          <p:spPr>
            <a:xfrm>
              <a:off x="3676420" y="4337460"/>
              <a:ext cx="24744" cy="3772"/>
            </a:xfrm>
            <a:custGeom>
              <a:avLst/>
              <a:gdLst/>
              <a:ahLst/>
              <a:cxnLst/>
              <a:rect l="l" t="t" r="r" b="b"/>
              <a:pathLst>
                <a:path w="1535" h="234" extrusionOk="0">
                  <a:moveTo>
                    <a:pt x="134" y="0"/>
                  </a:moveTo>
                  <a:cubicBezTo>
                    <a:pt x="101" y="0"/>
                    <a:pt x="101" y="34"/>
                    <a:pt x="34" y="34"/>
                  </a:cubicBezTo>
                  <a:lnTo>
                    <a:pt x="0" y="34"/>
                  </a:lnTo>
                  <a:lnTo>
                    <a:pt x="0" y="234"/>
                  </a:lnTo>
                  <a:lnTo>
                    <a:pt x="134" y="234"/>
                  </a:lnTo>
                  <a:cubicBezTo>
                    <a:pt x="327" y="163"/>
                    <a:pt x="521" y="121"/>
                    <a:pt x="710" y="121"/>
                  </a:cubicBezTo>
                  <a:cubicBezTo>
                    <a:pt x="879" y="121"/>
                    <a:pt x="1044" y="155"/>
                    <a:pt x="1201" y="234"/>
                  </a:cubicBezTo>
                  <a:cubicBezTo>
                    <a:pt x="1301" y="234"/>
                    <a:pt x="1468" y="200"/>
                    <a:pt x="1535" y="200"/>
                  </a:cubicBezTo>
                  <a:cubicBezTo>
                    <a:pt x="1535" y="134"/>
                    <a:pt x="1368" y="0"/>
                    <a:pt x="1301" y="0"/>
                  </a:cubicBezTo>
                  <a:cubicBezTo>
                    <a:pt x="1012" y="0"/>
                    <a:pt x="753" y="15"/>
                    <a:pt x="503" y="15"/>
                  </a:cubicBezTo>
                  <a:cubicBezTo>
                    <a:pt x="378" y="15"/>
                    <a:pt x="256" y="11"/>
                    <a:pt x="1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15" name="Google Shape;5415;p69"/>
            <p:cNvSpPr/>
            <p:nvPr/>
          </p:nvSpPr>
          <p:spPr>
            <a:xfrm>
              <a:off x="3659751" y="4350356"/>
              <a:ext cx="26904" cy="6480"/>
            </a:xfrm>
            <a:custGeom>
              <a:avLst/>
              <a:gdLst/>
              <a:ahLst/>
              <a:cxnLst/>
              <a:rect l="l" t="t" r="r" b="b"/>
              <a:pathLst>
                <a:path w="1669" h="402" extrusionOk="0">
                  <a:moveTo>
                    <a:pt x="1368" y="1"/>
                  </a:moveTo>
                  <a:cubicBezTo>
                    <a:pt x="1118" y="76"/>
                    <a:pt x="849" y="113"/>
                    <a:pt x="575" y="113"/>
                  </a:cubicBezTo>
                  <a:cubicBezTo>
                    <a:pt x="484" y="113"/>
                    <a:pt x="392" y="109"/>
                    <a:pt x="301" y="101"/>
                  </a:cubicBezTo>
                  <a:cubicBezTo>
                    <a:pt x="234" y="134"/>
                    <a:pt x="167" y="134"/>
                    <a:pt x="134" y="168"/>
                  </a:cubicBezTo>
                  <a:cubicBezTo>
                    <a:pt x="67" y="168"/>
                    <a:pt x="134" y="234"/>
                    <a:pt x="67" y="234"/>
                  </a:cubicBezTo>
                  <a:cubicBezTo>
                    <a:pt x="67" y="268"/>
                    <a:pt x="34" y="268"/>
                    <a:pt x="34" y="268"/>
                  </a:cubicBezTo>
                  <a:cubicBezTo>
                    <a:pt x="0" y="268"/>
                    <a:pt x="0" y="301"/>
                    <a:pt x="34" y="301"/>
                  </a:cubicBezTo>
                  <a:cubicBezTo>
                    <a:pt x="34" y="301"/>
                    <a:pt x="67" y="368"/>
                    <a:pt x="134" y="368"/>
                  </a:cubicBezTo>
                  <a:cubicBezTo>
                    <a:pt x="201" y="401"/>
                    <a:pt x="234" y="401"/>
                    <a:pt x="301" y="401"/>
                  </a:cubicBezTo>
                  <a:cubicBezTo>
                    <a:pt x="551" y="326"/>
                    <a:pt x="820" y="288"/>
                    <a:pt x="1093" y="288"/>
                  </a:cubicBezTo>
                  <a:cubicBezTo>
                    <a:pt x="1185" y="288"/>
                    <a:pt x="1276" y="293"/>
                    <a:pt x="1368" y="301"/>
                  </a:cubicBezTo>
                  <a:cubicBezTo>
                    <a:pt x="1468" y="301"/>
                    <a:pt x="1635" y="234"/>
                    <a:pt x="1668" y="168"/>
                  </a:cubicBezTo>
                  <a:cubicBezTo>
                    <a:pt x="1668" y="101"/>
                    <a:pt x="1468" y="1"/>
                    <a:pt x="1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16" name="Google Shape;5416;p69"/>
            <p:cNvSpPr/>
            <p:nvPr/>
          </p:nvSpPr>
          <p:spPr>
            <a:xfrm>
              <a:off x="3647387" y="4363268"/>
              <a:ext cx="24212" cy="6464"/>
            </a:xfrm>
            <a:custGeom>
              <a:avLst/>
              <a:gdLst/>
              <a:ahLst/>
              <a:cxnLst/>
              <a:rect l="l" t="t" r="r" b="b"/>
              <a:pathLst>
                <a:path w="1502" h="401" extrusionOk="0">
                  <a:moveTo>
                    <a:pt x="1268" y="0"/>
                  </a:moveTo>
                  <a:cubicBezTo>
                    <a:pt x="1068" y="89"/>
                    <a:pt x="838" y="134"/>
                    <a:pt x="618" y="134"/>
                  </a:cubicBezTo>
                  <a:cubicBezTo>
                    <a:pt x="508" y="134"/>
                    <a:pt x="400" y="123"/>
                    <a:pt x="300" y="100"/>
                  </a:cubicBezTo>
                  <a:cubicBezTo>
                    <a:pt x="234" y="100"/>
                    <a:pt x="67" y="167"/>
                    <a:pt x="67" y="234"/>
                  </a:cubicBezTo>
                  <a:cubicBezTo>
                    <a:pt x="0" y="267"/>
                    <a:pt x="167" y="401"/>
                    <a:pt x="267" y="401"/>
                  </a:cubicBezTo>
                  <a:cubicBezTo>
                    <a:pt x="517" y="326"/>
                    <a:pt x="767" y="288"/>
                    <a:pt x="1018" y="288"/>
                  </a:cubicBezTo>
                  <a:cubicBezTo>
                    <a:pt x="1101" y="288"/>
                    <a:pt x="1184" y="292"/>
                    <a:pt x="1268" y="301"/>
                  </a:cubicBezTo>
                  <a:cubicBezTo>
                    <a:pt x="1334" y="301"/>
                    <a:pt x="1468" y="234"/>
                    <a:pt x="1501" y="134"/>
                  </a:cubicBezTo>
                  <a:cubicBezTo>
                    <a:pt x="1501" y="100"/>
                    <a:pt x="1301"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17" name="Google Shape;5417;p69"/>
            <p:cNvSpPr/>
            <p:nvPr/>
          </p:nvSpPr>
          <p:spPr>
            <a:xfrm>
              <a:off x="3632331" y="4380468"/>
              <a:ext cx="23132" cy="4320"/>
            </a:xfrm>
            <a:custGeom>
              <a:avLst/>
              <a:gdLst/>
              <a:ahLst/>
              <a:cxnLst/>
              <a:rect l="l" t="t" r="r" b="b"/>
              <a:pathLst>
                <a:path w="1435" h="268" extrusionOk="0">
                  <a:moveTo>
                    <a:pt x="200" y="1"/>
                  </a:moveTo>
                  <a:cubicBezTo>
                    <a:pt x="100" y="1"/>
                    <a:pt x="0" y="101"/>
                    <a:pt x="0" y="168"/>
                  </a:cubicBezTo>
                  <a:cubicBezTo>
                    <a:pt x="0" y="201"/>
                    <a:pt x="167" y="268"/>
                    <a:pt x="200" y="268"/>
                  </a:cubicBezTo>
                  <a:cubicBezTo>
                    <a:pt x="367" y="234"/>
                    <a:pt x="534" y="218"/>
                    <a:pt x="701" y="218"/>
                  </a:cubicBezTo>
                  <a:cubicBezTo>
                    <a:pt x="867" y="218"/>
                    <a:pt x="1034" y="234"/>
                    <a:pt x="1201" y="268"/>
                  </a:cubicBezTo>
                  <a:cubicBezTo>
                    <a:pt x="1268" y="268"/>
                    <a:pt x="1435" y="201"/>
                    <a:pt x="1435" y="168"/>
                  </a:cubicBezTo>
                  <a:cubicBezTo>
                    <a:pt x="1435" y="101"/>
                    <a:pt x="1234" y="1"/>
                    <a:pt x="1201" y="1"/>
                  </a:cubicBezTo>
                  <a:cubicBezTo>
                    <a:pt x="1034" y="34"/>
                    <a:pt x="867" y="51"/>
                    <a:pt x="701" y="51"/>
                  </a:cubicBezTo>
                  <a:cubicBezTo>
                    <a:pt x="534" y="51"/>
                    <a:pt x="367" y="34"/>
                    <a:pt x="2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18" name="Google Shape;5418;p69"/>
            <p:cNvSpPr/>
            <p:nvPr/>
          </p:nvSpPr>
          <p:spPr>
            <a:xfrm>
              <a:off x="3616195" y="4395444"/>
              <a:ext cx="25824" cy="4933"/>
            </a:xfrm>
            <a:custGeom>
              <a:avLst/>
              <a:gdLst/>
              <a:ahLst/>
              <a:cxnLst/>
              <a:rect l="l" t="t" r="r" b="b"/>
              <a:pathLst>
                <a:path w="1602" h="306" extrusionOk="0">
                  <a:moveTo>
                    <a:pt x="209" y="0"/>
                  </a:moveTo>
                  <a:cubicBezTo>
                    <a:pt x="133" y="0"/>
                    <a:pt x="0" y="109"/>
                    <a:pt x="0" y="139"/>
                  </a:cubicBezTo>
                  <a:cubicBezTo>
                    <a:pt x="0" y="173"/>
                    <a:pt x="167" y="273"/>
                    <a:pt x="234" y="273"/>
                  </a:cubicBezTo>
                  <a:cubicBezTo>
                    <a:pt x="369" y="236"/>
                    <a:pt x="499" y="222"/>
                    <a:pt x="630" y="222"/>
                  </a:cubicBezTo>
                  <a:cubicBezTo>
                    <a:pt x="855" y="222"/>
                    <a:pt x="1082" y="264"/>
                    <a:pt x="1335" y="306"/>
                  </a:cubicBezTo>
                  <a:cubicBezTo>
                    <a:pt x="1401" y="306"/>
                    <a:pt x="1602" y="239"/>
                    <a:pt x="1568" y="206"/>
                  </a:cubicBezTo>
                  <a:cubicBezTo>
                    <a:pt x="1568" y="173"/>
                    <a:pt x="1401" y="72"/>
                    <a:pt x="1335" y="72"/>
                  </a:cubicBezTo>
                  <a:cubicBezTo>
                    <a:pt x="1193" y="96"/>
                    <a:pt x="1060" y="107"/>
                    <a:pt x="930" y="107"/>
                  </a:cubicBezTo>
                  <a:cubicBezTo>
                    <a:pt x="694" y="107"/>
                    <a:pt x="471" y="70"/>
                    <a:pt x="234" y="6"/>
                  </a:cubicBezTo>
                  <a:cubicBezTo>
                    <a:pt x="227" y="2"/>
                    <a:pt x="218"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19" name="Google Shape;5419;p69"/>
            <p:cNvSpPr/>
            <p:nvPr/>
          </p:nvSpPr>
          <p:spPr>
            <a:xfrm>
              <a:off x="3604363" y="4408436"/>
              <a:ext cx="29596" cy="5932"/>
            </a:xfrm>
            <a:custGeom>
              <a:avLst/>
              <a:gdLst/>
              <a:ahLst/>
              <a:cxnLst/>
              <a:rect l="l" t="t" r="r" b="b"/>
              <a:pathLst>
                <a:path w="1836" h="368" extrusionOk="0">
                  <a:moveTo>
                    <a:pt x="1" y="0"/>
                  </a:moveTo>
                  <a:cubicBezTo>
                    <a:pt x="1" y="0"/>
                    <a:pt x="1" y="100"/>
                    <a:pt x="67" y="167"/>
                  </a:cubicBezTo>
                  <a:cubicBezTo>
                    <a:pt x="101" y="267"/>
                    <a:pt x="167" y="301"/>
                    <a:pt x="234" y="301"/>
                  </a:cubicBezTo>
                  <a:cubicBezTo>
                    <a:pt x="668" y="334"/>
                    <a:pt x="1101" y="301"/>
                    <a:pt x="1502" y="367"/>
                  </a:cubicBezTo>
                  <a:cubicBezTo>
                    <a:pt x="1602" y="367"/>
                    <a:pt x="1802" y="301"/>
                    <a:pt x="1835" y="200"/>
                  </a:cubicBezTo>
                  <a:cubicBezTo>
                    <a:pt x="1835" y="134"/>
                    <a:pt x="1602" y="34"/>
                    <a:pt x="1502" y="34"/>
                  </a:cubicBezTo>
                  <a:cubicBezTo>
                    <a:pt x="1313" y="97"/>
                    <a:pt x="1109" y="130"/>
                    <a:pt x="911" y="130"/>
                  </a:cubicBezTo>
                  <a:cubicBezTo>
                    <a:pt x="690" y="130"/>
                    <a:pt x="477" y="88"/>
                    <a:pt x="3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20" name="Google Shape;5420;p69"/>
            <p:cNvSpPr/>
            <p:nvPr/>
          </p:nvSpPr>
          <p:spPr>
            <a:xfrm>
              <a:off x="3586615" y="4420268"/>
              <a:ext cx="23148" cy="9898"/>
            </a:xfrm>
            <a:custGeom>
              <a:avLst/>
              <a:gdLst/>
              <a:ahLst/>
              <a:cxnLst/>
              <a:rect l="l" t="t" r="r" b="b"/>
              <a:pathLst>
                <a:path w="1436" h="614" extrusionOk="0">
                  <a:moveTo>
                    <a:pt x="101" y="0"/>
                  </a:moveTo>
                  <a:cubicBezTo>
                    <a:pt x="68" y="67"/>
                    <a:pt x="34" y="67"/>
                    <a:pt x="1" y="67"/>
                  </a:cubicBezTo>
                  <a:cubicBezTo>
                    <a:pt x="1" y="67"/>
                    <a:pt x="1" y="100"/>
                    <a:pt x="34" y="200"/>
                  </a:cubicBezTo>
                  <a:cubicBezTo>
                    <a:pt x="68" y="267"/>
                    <a:pt x="101" y="300"/>
                    <a:pt x="168" y="300"/>
                  </a:cubicBezTo>
                  <a:cubicBezTo>
                    <a:pt x="535" y="334"/>
                    <a:pt x="868" y="434"/>
                    <a:pt x="1168" y="601"/>
                  </a:cubicBezTo>
                  <a:cubicBezTo>
                    <a:pt x="1177" y="609"/>
                    <a:pt x="1195" y="613"/>
                    <a:pt x="1219" y="613"/>
                  </a:cubicBezTo>
                  <a:cubicBezTo>
                    <a:pt x="1291" y="613"/>
                    <a:pt x="1410" y="576"/>
                    <a:pt x="1435" y="501"/>
                  </a:cubicBezTo>
                  <a:cubicBezTo>
                    <a:pt x="1435" y="467"/>
                    <a:pt x="1268" y="300"/>
                    <a:pt x="1235" y="300"/>
                  </a:cubicBezTo>
                  <a:cubicBezTo>
                    <a:pt x="901" y="300"/>
                    <a:pt x="568" y="234"/>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21" name="Google Shape;5421;p69"/>
            <p:cNvSpPr/>
            <p:nvPr/>
          </p:nvSpPr>
          <p:spPr>
            <a:xfrm>
              <a:off x="3632331" y="4462745"/>
              <a:ext cx="27968" cy="6706"/>
            </a:xfrm>
            <a:custGeom>
              <a:avLst/>
              <a:gdLst/>
              <a:ahLst/>
              <a:cxnLst/>
              <a:rect l="l" t="t" r="r" b="b"/>
              <a:pathLst>
                <a:path w="1735" h="416" extrusionOk="0">
                  <a:moveTo>
                    <a:pt x="1435" y="0"/>
                  </a:moveTo>
                  <a:cubicBezTo>
                    <a:pt x="1034" y="100"/>
                    <a:pt x="667" y="67"/>
                    <a:pt x="200" y="134"/>
                  </a:cubicBezTo>
                  <a:cubicBezTo>
                    <a:pt x="100" y="134"/>
                    <a:pt x="67" y="167"/>
                    <a:pt x="34" y="267"/>
                  </a:cubicBezTo>
                  <a:cubicBezTo>
                    <a:pt x="0" y="301"/>
                    <a:pt x="0" y="401"/>
                    <a:pt x="0" y="401"/>
                  </a:cubicBezTo>
                  <a:cubicBezTo>
                    <a:pt x="11" y="412"/>
                    <a:pt x="37" y="416"/>
                    <a:pt x="69" y="416"/>
                  </a:cubicBezTo>
                  <a:cubicBezTo>
                    <a:pt x="134" y="416"/>
                    <a:pt x="223" y="401"/>
                    <a:pt x="267" y="401"/>
                  </a:cubicBezTo>
                  <a:cubicBezTo>
                    <a:pt x="469" y="260"/>
                    <a:pt x="719" y="204"/>
                    <a:pt x="966" y="204"/>
                  </a:cubicBezTo>
                  <a:cubicBezTo>
                    <a:pt x="1129" y="204"/>
                    <a:pt x="1289" y="228"/>
                    <a:pt x="1435" y="267"/>
                  </a:cubicBezTo>
                  <a:cubicBezTo>
                    <a:pt x="1523" y="267"/>
                    <a:pt x="1691" y="162"/>
                    <a:pt x="1728" y="162"/>
                  </a:cubicBezTo>
                  <a:cubicBezTo>
                    <a:pt x="1732" y="162"/>
                    <a:pt x="1735" y="163"/>
                    <a:pt x="1735" y="167"/>
                  </a:cubicBezTo>
                  <a:cubicBezTo>
                    <a:pt x="1735" y="100"/>
                    <a:pt x="1535" y="0"/>
                    <a:pt x="14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22" name="Google Shape;5422;p69"/>
            <p:cNvSpPr/>
            <p:nvPr/>
          </p:nvSpPr>
          <p:spPr>
            <a:xfrm>
              <a:off x="3647387" y="4445528"/>
              <a:ext cx="29580" cy="7544"/>
            </a:xfrm>
            <a:custGeom>
              <a:avLst/>
              <a:gdLst/>
              <a:ahLst/>
              <a:cxnLst/>
              <a:rect l="l" t="t" r="r" b="b"/>
              <a:pathLst>
                <a:path w="1835" h="468" extrusionOk="0">
                  <a:moveTo>
                    <a:pt x="1468" y="1"/>
                  </a:moveTo>
                  <a:cubicBezTo>
                    <a:pt x="1101" y="168"/>
                    <a:pt x="667" y="168"/>
                    <a:pt x="267" y="168"/>
                  </a:cubicBezTo>
                  <a:cubicBezTo>
                    <a:pt x="200" y="201"/>
                    <a:pt x="134" y="234"/>
                    <a:pt x="100" y="301"/>
                  </a:cubicBezTo>
                  <a:cubicBezTo>
                    <a:pt x="67" y="335"/>
                    <a:pt x="0" y="401"/>
                    <a:pt x="67" y="401"/>
                  </a:cubicBezTo>
                  <a:cubicBezTo>
                    <a:pt x="100" y="468"/>
                    <a:pt x="267" y="468"/>
                    <a:pt x="334" y="468"/>
                  </a:cubicBezTo>
                  <a:cubicBezTo>
                    <a:pt x="640" y="366"/>
                    <a:pt x="945" y="323"/>
                    <a:pt x="1266" y="323"/>
                  </a:cubicBezTo>
                  <a:cubicBezTo>
                    <a:pt x="1365" y="323"/>
                    <a:pt x="1466" y="327"/>
                    <a:pt x="1568" y="335"/>
                  </a:cubicBezTo>
                  <a:cubicBezTo>
                    <a:pt x="1635" y="301"/>
                    <a:pt x="1835" y="168"/>
                    <a:pt x="1801" y="68"/>
                  </a:cubicBezTo>
                  <a:cubicBezTo>
                    <a:pt x="1768" y="34"/>
                    <a:pt x="1568" y="1"/>
                    <a:pt x="14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23" name="Google Shape;5423;p69"/>
            <p:cNvSpPr/>
            <p:nvPr/>
          </p:nvSpPr>
          <p:spPr>
            <a:xfrm>
              <a:off x="3651143" y="4429747"/>
              <a:ext cx="36576" cy="9269"/>
            </a:xfrm>
            <a:custGeom>
              <a:avLst/>
              <a:gdLst/>
              <a:ahLst/>
              <a:cxnLst/>
              <a:rect l="l" t="t" r="r" b="b"/>
              <a:pathLst>
                <a:path w="2269" h="575" extrusionOk="0">
                  <a:moveTo>
                    <a:pt x="1955" y="0"/>
                  </a:moveTo>
                  <a:cubicBezTo>
                    <a:pt x="1917" y="0"/>
                    <a:pt x="1885" y="4"/>
                    <a:pt x="1869" y="13"/>
                  </a:cubicBezTo>
                  <a:cubicBezTo>
                    <a:pt x="1402" y="213"/>
                    <a:pt x="868" y="213"/>
                    <a:pt x="334" y="279"/>
                  </a:cubicBezTo>
                  <a:cubicBezTo>
                    <a:pt x="167" y="313"/>
                    <a:pt x="1" y="480"/>
                    <a:pt x="1" y="513"/>
                  </a:cubicBezTo>
                  <a:cubicBezTo>
                    <a:pt x="1" y="536"/>
                    <a:pt x="128" y="575"/>
                    <a:pt x="239" y="575"/>
                  </a:cubicBezTo>
                  <a:cubicBezTo>
                    <a:pt x="289" y="575"/>
                    <a:pt x="337" y="567"/>
                    <a:pt x="368" y="546"/>
                  </a:cubicBezTo>
                  <a:cubicBezTo>
                    <a:pt x="835" y="346"/>
                    <a:pt x="1368" y="346"/>
                    <a:pt x="1902" y="313"/>
                  </a:cubicBezTo>
                  <a:cubicBezTo>
                    <a:pt x="2035" y="279"/>
                    <a:pt x="2269" y="146"/>
                    <a:pt x="2269" y="113"/>
                  </a:cubicBezTo>
                  <a:cubicBezTo>
                    <a:pt x="2244" y="38"/>
                    <a:pt x="2069" y="0"/>
                    <a:pt x="19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24" name="Google Shape;5424;p69"/>
            <p:cNvSpPr/>
            <p:nvPr/>
          </p:nvSpPr>
          <p:spPr>
            <a:xfrm>
              <a:off x="3665668" y="4412740"/>
              <a:ext cx="29580" cy="8076"/>
            </a:xfrm>
            <a:custGeom>
              <a:avLst/>
              <a:gdLst/>
              <a:ahLst/>
              <a:cxnLst/>
              <a:rect l="l" t="t" r="r" b="b"/>
              <a:pathLst>
                <a:path w="1835" h="501" extrusionOk="0">
                  <a:moveTo>
                    <a:pt x="1468" y="0"/>
                  </a:moveTo>
                  <a:cubicBezTo>
                    <a:pt x="1162" y="139"/>
                    <a:pt x="810" y="209"/>
                    <a:pt x="470" y="209"/>
                  </a:cubicBezTo>
                  <a:cubicBezTo>
                    <a:pt x="402" y="209"/>
                    <a:pt x="334" y="206"/>
                    <a:pt x="267" y="200"/>
                  </a:cubicBezTo>
                  <a:cubicBezTo>
                    <a:pt x="134" y="234"/>
                    <a:pt x="0" y="367"/>
                    <a:pt x="0" y="400"/>
                  </a:cubicBezTo>
                  <a:cubicBezTo>
                    <a:pt x="0" y="434"/>
                    <a:pt x="200" y="501"/>
                    <a:pt x="301" y="501"/>
                  </a:cubicBezTo>
                  <a:cubicBezTo>
                    <a:pt x="701" y="367"/>
                    <a:pt x="1134" y="267"/>
                    <a:pt x="1535" y="267"/>
                  </a:cubicBezTo>
                  <a:cubicBezTo>
                    <a:pt x="1635" y="234"/>
                    <a:pt x="1835" y="167"/>
                    <a:pt x="1802" y="67"/>
                  </a:cubicBezTo>
                  <a:cubicBezTo>
                    <a:pt x="1802" y="34"/>
                    <a:pt x="1535" y="0"/>
                    <a:pt x="14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25" name="Google Shape;5425;p69"/>
            <p:cNvSpPr/>
            <p:nvPr/>
          </p:nvSpPr>
          <p:spPr>
            <a:xfrm>
              <a:off x="3674276" y="4399296"/>
              <a:ext cx="28500" cy="5384"/>
            </a:xfrm>
            <a:custGeom>
              <a:avLst/>
              <a:gdLst/>
              <a:ahLst/>
              <a:cxnLst/>
              <a:rect l="l" t="t" r="r" b="b"/>
              <a:pathLst>
                <a:path w="1768" h="334" extrusionOk="0">
                  <a:moveTo>
                    <a:pt x="1468" y="0"/>
                  </a:moveTo>
                  <a:cubicBezTo>
                    <a:pt x="1268" y="34"/>
                    <a:pt x="1067" y="42"/>
                    <a:pt x="863" y="42"/>
                  </a:cubicBezTo>
                  <a:cubicBezTo>
                    <a:pt x="659" y="42"/>
                    <a:pt x="450" y="34"/>
                    <a:pt x="234" y="34"/>
                  </a:cubicBezTo>
                  <a:cubicBezTo>
                    <a:pt x="167" y="67"/>
                    <a:pt x="100" y="100"/>
                    <a:pt x="67" y="200"/>
                  </a:cubicBezTo>
                  <a:cubicBezTo>
                    <a:pt x="0" y="234"/>
                    <a:pt x="67" y="334"/>
                    <a:pt x="67" y="334"/>
                  </a:cubicBezTo>
                  <a:lnTo>
                    <a:pt x="300" y="334"/>
                  </a:lnTo>
                  <a:cubicBezTo>
                    <a:pt x="479" y="244"/>
                    <a:pt x="697" y="212"/>
                    <a:pt x="916" y="212"/>
                  </a:cubicBezTo>
                  <a:cubicBezTo>
                    <a:pt x="1106" y="212"/>
                    <a:pt x="1298" y="236"/>
                    <a:pt x="1468" y="267"/>
                  </a:cubicBezTo>
                  <a:cubicBezTo>
                    <a:pt x="1568" y="267"/>
                    <a:pt x="1768" y="200"/>
                    <a:pt x="1768" y="167"/>
                  </a:cubicBezTo>
                  <a:cubicBezTo>
                    <a:pt x="1768" y="100"/>
                    <a:pt x="1568" y="0"/>
                    <a:pt x="14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26" name="Google Shape;5426;p69"/>
            <p:cNvSpPr/>
            <p:nvPr/>
          </p:nvSpPr>
          <p:spPr>
            <a:xfrm>
              <a:off x="3717284" y="4337460"/>
              <a:ext cx="38736" cy="5868"/>
            </a:xfrm>
            <a:custGeom>
              <a:avLst/>
              <a:gdLst/>
              <a:ahLst/>
              <a:cxnLst/>
              <a:rect l="l" t="t" r="r" b="b"/>
              <a:pathLst>
                <a:path w="2403" h="364" extrusionOk="0">
                  <a:moveTo>
                    <a:pt x="334" y="0"/>
                  </a:moveTo>
                  <a:cubicBezTo>
                    <a:pt x="201" y="0"/>
                    <a:pt x="1" y="134"/>
                    <a:pt x="1" y="200"/>
                  </a:cubicBezTo>
                  <a:cubicBezTo>
                    <a:pt x="1" y="234"/>
                    <a:pt x="301" y="267"/>
                    <a:pt x="401" y="267"/>
                  </a:cubicBezTo>
                  <a:cubicBezTo>
                    <a:pt x="651" y="217"/>
                    <a:pt x="918" y="175"/>
                    <a:pt x="1181" y="175"/>
                  </a:cubicBezTo>
                  <a:cubicBezTo>
                    <a:pt x="1443" y="175"/>
                    <a:pt x="1702" y="217"/>
                    <a:pt x="1935" y="334"/>
                  </a:cubicBezTo>
                  <a:cubicBezTo>
                    <a:pt x="2024" y="334"/>
                    <a:pt x="2143" y="363"/>
                    <a:pt x="2222" y="363"/>
                  </a:cubicBezTo>
                  <a:cubicBezTo>
                    <a:pt x="2261" y="363"/>
                    <a:pt x="2291" y="356"/>
                    <a:pt x="2302" y="334"/>
                  </a:cubicBezTo>
                  <a:cubicBezTo>
                    <a:pt x="2402" y="334"/>
                    <a:pt x="2135" y="34"/>
                    <a:pt x="2002" y="34"/>
                  </a:cubicBezTo>
                  <a:cubicBezTo>
                    <a:pt x="1718" y="17"/>
                    <a:pt x="1435" y="17"/>
                    <a:pt x="1156" y="17"/>
                  </a:cubicBezTo>
                  <a:cubicBezTo>
                    <a:pt x="876" y="17"/>
                    <a:pt x="601" y="17"/>
                    <a:pt x="3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27" name="Google Shape;5427;p69"/>
            <p:cNvSpPr/>
            <p:nvPr/>
          </p:nvSpPr>
          <p:spPr>
            <a:xfrm>
              <a:off x="3728036" y="4324548"/>
              <a:ext cx="33900" cy="5400"/>
            </a:xfrm>
            <a:custGeom>
              <a:avLst/>
              <a:gdLst/>
              <a:ahLst/>
              <a:cxnLst/>
              <a:rect l="l" t="t" r="r" b="b"/>
              <a:pathLst>
                <a:path w="2103" h="335" extrusionOk="0">
                  <a:moveTo>
                    <a:pt x="1769" y="1"/>
                  </a:moveTo>
                  <a:cubicBezTo>
                    <a:pt x="1268" y="1"/>
                    <a:pt x="801" y="34"/>
                    <a:pt x="301" y="34"/>
                  </a:cubicBezTo>
                  <a:cubicBezTo>
                    <a:pt x="168" y="67"/>
                    <a:pt x="1" y="234"/>
                    <a:pt x="67" y="301"/>
                  </a:cubicBezTo>
                  <a:cubicBezTo>
                    <a:pt x="101" y="334"/>
                    <a:pt x="301" y="334"/>
                    <a:pt x="401" y="334"/>
                  </a:cubicBezTo>
                  <a:cubicBezTo>
                    <a:pt x="610" y="230"/>
                    <a:pt x="847" y="180"/>
                    <a:pt x="1087" y="180"/>
                  </a:cubicBezTo>
                  <a:cubicBezTo>
                    <a:pt x="1306" y="180"/>
                    <a:pt x="1528" y="221"/>
                    <a:pt x="1735" y="301"/>
                  </a:cubicBezTo>
                  <a:cubicBezTo>
                    <a:pt x="1762" y="301"/>
                    <a:pt x="1810" y="306"/>
                    <a:pt x="1862" y="306"/>
                  </a:cubicBezTo>
                  <a:cubicBezTo>
                    <a:pt x="1941" y="306"/>
                    <a:pt x="2029" y="294"/>
                    <a:pt x="2069" y="234"/>
                  </a:cubicBezTo>
                  <a:cubicBezTo>
                    <a:pt x="2102" y="201"/>
                    <a:pt x="1835" y="1"/>
                    <a:pt x="17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28" name="Google Shape;5428;p69"/>
            <p:cNvSpPr/>
            <p:nvPr/>
          </p:nvSpPr>
          <p:spPr>
            <a:xfrm>
              <a:off x="3737788" y="4311571"/>
              <a:ext cx="37044" cy="7190"/>
            </a:xfrm>
            <a:custGeom>
              <a:avLst/>
              <a:gdLst/>
              <a:ahLst/>
              <a:cxnLst/>
              <a:rect l="l" t="t" r="r" b="b"/>
              <a:pathLst>
                <a:path w="2298" h="446" extrusionOk="0">
                  <a:moveTo>
                    <a:pt x="1836" y="1"/>
                  </a:moveTo>
                  <a:cubicBezTo>
                    <a:pt x="1306" y="1"/>
                    <a:pt x="848" y="138"/>
                    <a:pt x="363" y="138"/>
                  </a:cubicBezTo>
                  <a:cubicBezTo>
                    <a:pt x="230" y="172"/>
                    <a:pt x="30" y="305"/>
                    <a:pt x="30" y="339"/>
                  </a:cubicBezTo>
                  <a:cubicBezTo>
                    <a:pt x="1" y="367"/>
                    <a:pt x="244" y="445"/>
                    <a:pt x="355" y="445"/>
                  </a:cubicBezTo>
                  <a:cubicBezTo>
                    <a:pt x="373" y="445"/>
                    <a:pt x="387" y="443"/>
                    <a:pt x="396" y="439"/>
                  </a:cubicBezTo>
                  <a:cubicBezTo>
                    <a:pt x="663" y="339"/>
                    <a:pt x="897" y="272"/>
                    <a:pt x="1164" y="205"/>
                  </a:cubicBezTo>
                  <a:cubicBezTo>
                    <a:pt x="1241" y="194"/>
                    <a:pt x="1327" y="187"/>
                    <a:pt x="1413" y="187"/>
                  </a:cubicBezTo>
                  <a:cubicBezTo>
                    <a:pt x="1586" y="187"/>
                    <a:pt x="1764" y="216"/>
                    <a:pt x="1898" y="305"/>
                  </a:cubicBezTo>
                  <a:cubicBezTo>
                    <a:pt x="1942" y="305"/>
                    <a:pt x="1986" y="320"/>
                    <a:pt x="2021" y="320"/>
                  </a:cubicBezTo>
                  <a:cubicBezTo>
                    <a:pt x="2038" y="320"/>
                    <a:pt x="2053" y="316"/>
                    <a:pt x="2064" y="305"/>
                  </a:cubicBezTo>
                  <a:cubicBezTo>
                    <a:pt x="2164" y="339"/>
                    <a:pt x="2231" y="339"/>
                    <a:pt x="2231" y="339"/>
                  </a:cubicBezTo>
                  <a:cubicBezTo>
                    <a:pt x="2298" y="339"/>
                    <a:pt x="2231" y="272"/>
                    <a:pt x="2198" y="172"/>
                  </a:cubicBezTo>
                  <a:cubicBezTo>
                    <a:pt x="2164" y="105"/>
                    <a:pt x="2031" y="5"/>
                    <a:pt x="1998" y="5"/>
                  </a:cubicBezTo>
                  <a:cubicBezTo>
                    <a:pt x="1943" y="2"/>
                    <a:pt x="1889" y="1"/>
                    <a:pt x="18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29" name="Google Shape;5429;p69"/>
            <p:cNvSpPr/>
            <p:nvPr/>
          </p:nvSpPr>
          <p:spPr>
            <a:xfrm>
              <a:off x="3753312" y="4300884"/>
              <a:ext cx="30660" cy="6416"/>
            </a:xfrm>
            <a:custGeom>
              <a:avLst/>
              <a:gdLst/>
              <a:ahLst/>
              <a:cxnLst/>
              <a:rect l="l" t="t" r="r" b="b"/>
              <a:pathLst>
                <a:path w="1902" h="398" extrusionOk="0">
                  <a:moveTo>
                    <a:pt x="267" y="1"/>
                  </a:moveTo>
                  <a:cubicBezTo>
                    <a:pt x="167" y="34"/>
                    <a:pt x="1" y="201"/>
                    <a:pt x="34" y="268"/>
                  </a:cubicBezTo>
                  <a:cubicBezTo>
                    <a:pt x="67" y="301"/>
                    <a:pt x="267" y="301"/>
                    <a:pt x="367" y="301"/>
                  </a:cubicBezTo>
                  <a:cubicBezTo>
                    <a:pt x="536" y="225"/>
                    <a:pt x="732" y="183"/>
                    <a:pt x="927" y="183"/>
                  </a:cubicBezTo>
                  <a:cubicBezTo>
                    <a:pt x="1158" y="183"/>
                    <a:pt x="1388" y="241"/>
                    <a:pt x="1568" y="368"/>
                  </a:cubicBezTo>
                  <a:cubicBezTo>
                    <a:pt x="1635" y="368"/>
                    <a:pt x="1746" y="397"/>
                    <a:pt x="1813" y="397"/>
                  </a:cubicBezTo>
                  <a:cubicBezTo>
                    <a:pt x="1846" y="397"/>
                    <a:pt x="1869" y="390"/>
                    <a:pt x="1869" y="368"/>
                  </a:cubicBezTo>
                  <a:cubicBezTo>
                    <a:pt x="1902" y="334"/>
                    <a:pt x="1735" y="101"/>
                    <a:pt x="1635" y="101"/>
                  </a:cubicBezTo>
                  <a:cubicBezTo>
                    <a:pt x="1201" y="1"/>
                    <a:pt x="734"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30" name="Google Shape;5430;p69"/>
            <p:cNvSpPr/>
            <p:nvPr/>
          </p:nvSpPr>
          <p:spPr>
            <a:xfrm>
              <a:off x="3770512" y="4284764"/>
              <a:ext cx="27775" cy="11768"/>
            </a:xfrm>
            <a:custGeom>
              <a:avLst/>
              <a:gdLst/>
              <a:ahLst/>
              <a:cxnLst/>
              <a:rect l="l" t="t" r="r" b="b"/>
              <a:pathLst>
                <a:path w="1723" h="730" extrusionOk="0">
                  <a:moveTo>
                    <a:pt x="234" y="0"/>
                  </a:moveTo>
                  <a:cubicBezTo>
                    <a:pt x="201" y="0"/>
                    <a:pt x="68" y="34"/>
                    <a:pt x="34" y="100"/>
                  </a:cubicBezTo>
                  <a:cubicBezTo>
                    <a:pt x="1" y="134"/>
                    <a:pt x="1" y="200"/>
                    <a:pt x="1" y="200"/>
                  </a:cubicBezTo>
                  <a:cubicBezTo>
                    <a:pt x="34" y="267"/>
                    <a:pt x="268" y="300"/>
                    <a:pt x="301" y="300"/>
                  </a:cubicBezTo>
                  <a:cubicBezTo>
                    <a:pt x="367" y="282"/>
                    <a:pt x="435" y="274"/>
                    <a:pt x="504" y="274"/>
                  </a:cubicBezTo>
                  <a:cubicBezTo>
                    <a:pt x="820" y="274"/>
                    <a:pt x="1161" y="448"/>
                    <a:pt x="1435" y="667"/>
                  </a:cubicBezTo>
                  <a:cubicBezTo>
                    <a:pt x="1481" y="690"/>
                    <a:pt x="1623" y="729"/>
                    <a:pt x="1684" y="729"/>
                  </a:cubicBezTo>
                  <a:cubicBezTo>
                    <a:pt x="1711" y="729"/>
                    <a:pt x="1723" y="721"/>
                    <a:pt x="1702" y="701"/>
                  </a:cubicBezTo>
                  <a:cubicBezTo>
                    <a:pt x="1702" y="667"/>
                    <a:pt x="1602" y="467"/>
                    <a:pt x="1502" y="434"/>
                  </a:cubicBezTo>
                  <a:cubicBezTo>
                    <a:pt x="1068" y="300"/>
                    <a:pt x="701" y="134"/>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31" name="Google Shape;5431;p69"/>
            <p:cNvSpPr/>
            <p:nvPr/>
          </p:nvSpPr>
          <p:spPr>
            <a:xfrm>
              <a:off x="3788808" y="4279912"/>
              <a:ext cx="11832" cy="10107"/>
            </a:xfrm>
            <a:custGeom>
              <a:avLst/>
              <a:gdLst/>
              <a:ahLst/>
              <a:cxnLst/>
              <a:rect l="l" t="t" r="r" b="b"/>
              <a:pathLst>
                <a:path w="734" h="627" extrusionOk="0">
                  <a:moveTo>
                    <a:pt x="167" y="1"/>
                  </a:moveTo>
                  <a:cubicBezTo>
                    <a:pt x="134" y="1"/>
                    <a:pt x="67" y="1"/>
                    <a:pt x="33" y="68"/>
                  </a:cubicBezTo>
                  <a:cubicBezTo>
                    <a:pt x="0" y="68"/>
                    <a:pt x="0" y="101"/>
                    <a:pt x="0" y="134"/>
                  </a:cubicBezTo>
                  <a:cubicBezTo>
                    <a:pt x="0" y="168"/>
                    <a:pt x="67" y="268"/>
                    <a:pt x="67" y="268"/>
                  </a:cubicBezTo>
                  <a:cubicBezTo>
                    <a:pt x="167" y="268"/>
                    <a:pt x="234" y="301"/>
                    <a:pt x="334" y="335"/>
                  </a:cubicBezTo>
                  <a:cubicBezTo>
                    <a:pt x="400" y="435"/>
                    <a:pt x="500" y="501"/>
                    <a:pt x="534" y="601"/>
                  </a:cubicBezTo>
                  <a:cubicBezTo>
                    <a:pt x="550" y="618"/>
                    <a:pt x="592" y="626"/>
                    <a:pt x="630" y="626"/>
                  </a:cubicBezTo>
                  <a:cubicBezTo>
                    <a:pt x="667" y="626"/>
                    <a:pt x="701" y="618"/>
                    <a:pt x="701" y="601"/>
                  </a:cubicBezTo>
                  <a:cubicBezTo>
                    <a:pt x="734" y="535"/>
                    <a:pt x="734" y="435"/>
                    <a:pt x="701" y="368"/>
                  </a:cubicBezTo>
                  <a:cubicBezTo>
                    <a:pt x="500" y="301"/>
                    <a:pt x="367" y="168"/>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32" name="Google Shape;5432;p69"/>
            <p:cNvSpPr/>
            <p:nvPr/>
          </p:nvSpPr>
          <p:spPr>
            <a:xfrm>
              <a:off x="3771060" y="4185819"/>
              <a:ext cx="33352" cy="6706"/>
            </a:xfrm>
            <a:custGeom>
              <a:avLst/>
              <a:gdLst/>
              <a:ahLst/>
              <a:cxnLst/>
              <a:rect l="l" t="t" r="r" b="b"/>
              <a:pathLst>
                <a:path w="2069" h="416" extrusionOk="0">
                  <a:moveTo>
                    <a:pt x="1735" y="0"/>
                  </a:moveTo>
                  <a:cubicBezTo>
                    <a:pt x="1268" y="67"/>
                    <a:pt x="801" y="67"/>
                    <a:pt x="301" y="101"/>
                  </a:cubicBezTo>
                  <a:cubicBezTo>
                    <a:pt x="134" y="134"/>
                    <a:pt x="0" y="334"/>
                    <a:pt x="67" y="401"/>
                  </a:cubicBezTo>
                  <a:cubicBezTo>
                    <a:pt x="78" y="412"/>
                    <a:pt x="108" y="416"/>
                    <a:pt x="146" y="416"/>
                  </a:cubicBezTo>
                  <a:cubicBezTo>
                    <a:pt x="223" y="416"/>
                    <a:pt x="334" y="401"/>
                    <a:pt x="401" y="401"/>
                  </a:cubicBezTo>
                  <a:cubicBezTo>
                    <a:pt x="619" y="301"/>
                    <a:pt x="886" y="237"/>
                    <a:pt x="1150" y="237"/>
                  </a:cubicBezTo>
                  <a:cubicBezTo>
                    <a:pt x="1329" y="237"/>
                    <a:pt x="1507" y="267"/>
                    <a:pt x="1668" y="334"/>
                  </a:cubicBezTo>
                  <a:cubicBezTo>
                    <a:pt x="1768" y="334"/>
                    <a:pt x="1968" y="334"/>
                    <a:pt x="2002" y="267"/>
                  </a:cubicBezTo>
                  <a:cubicBezTo>
                    <a:pt x="2068" y="234"/>
                    <a:pt x="1802" y="0"/>
                    <a:pt x="17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33" name="Google Shape;5433;p69"/>
            <p:cNvSpPr/>
            <p:nvPr/>
          </p:nvSpPr>
          <p:spPr>
            <a:xfrm>
              <a:off x="3780732" y="4171295"/>
              <a:ext cx="29596" cy="4852"/>
            </a:xfrm>
            <a:custGeom>
              <a:avLst/>
              <a:gdLst/>
              <a:ahLst/>
              <a:cxnLst/>
              <a:rect l="l" t="t" r="r" b="b"/>
              <a:pathLst>
                <a:path w="1836" h="301" extrusionOk="0">
                  <a:moveTo>
                    <a:pt x="1502" y="1"/>
                  </a:moveTo>
                  <a:cubicBezTo>
                    <a:pt x="1195" y="24"/>
                    <a:pt x="905" y="48"/>
                    <a:pt x="608" y="48"/>
                  </a:cubicBezTo>
                  <a:cubicBezTo>
                    <a:pt x="485" y="48"/>
                    <a:pt x="361" y="44"/>
                    <a:pt x="234" y="34"/>
                  </a:cubicBezTo>
                  <a:cubicBezTo>
                    <a:pt x="168" y="34"/>
                    <a:pt x="1" y="168"/>
                    <a:pt x="1" y="201"/>
                  </a:cubicBezTo>
                  <a:cubicBezTo>
                    <a:pt x="1" y="234"/>
                    <a:pt x="201" y="301"/>
                    <a:pt x="301" y="301"/>
                  </a:cubicBezTo>
                  <a:cubicBezTo>
                    <a:pt x="523" y="220"/>
                    <a:pt x="782" y="176"/>
                    <a:pt x="1033" y="176"/>
                  </a:cubicBezTo>
                  <a:cubicBezTo>
                    <a:pt x="1197" y="176"/>
                    <a:pt x="1357" y="195"/>
                    <a:pt x="1502" y="234"/>
                  </a:cubicBezTo>
                  <a:cubicBezTo>
                    <a:pt x="1635" y="234"/>
                    <a:pt x="1835" y="201"/>
                    <a:pt x="1802" y="201"/>
                  </a:cubicBezTo>
                  <a:cubicBezTo>
                    <a:pt x="1802" y="134"/>
                    <a:pt x="1569" y="1"/>
                    <a:pt x="15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34" name="Google Shape;5434;p69"/>
            <p:cNvSpPr/>
            <p:nvPr/>
          </p:nvSpPr>
          <p:spPr>
            <a:xfrm>
              <a:off x="3783424" y="4160946"/>
              <a:ext cx="29048" cy="5674"/>
            </a:xfrm>
            <a:custGeom>
              <a:avLst/>
              <a:gdLst/>
              <a:ahLst/>
              <a:cxnLst/>
              <a:rect l="l" t="t" r="r" b="b"/>
              <a:pathLst>
                <a:path w="1802" h="352" extrusionOk="0">
                  <a:moveTo>
                    <a:pt x="868" y="1"/>
                  </a:moveTo>
                  <a:cubicBezTo>
                    <a:pt x="651" y="1"/>
                    <a:pt x="434" y="9"/>
                    <a:pt x="201" y="42"/>
                  </a:cubicBezTo>
                  <a:cubicBezTo>
                    <a:pt x="67" y="109"/>
                    <a:pt x="1" y="309"/>
                    <a:pt x="34" y="343"/>
                  </a:cubicBezTo>
                  <a:cubicBezTo>
                    <a:pt x="41" y="349"/>
                    <a:pt x="53" y="352"/>
                    <a:pt x="68" y="352"/>
                  </a:cubicBezTo>
                  <a:cubicBezTo>
                    <a:pt x="131" y="352"/>
                    <a:pt x="254" y="309"/>
                    <a:pt x="334" y="309"/>
                  </a:cubicBezTo>
                  <a:cubicBezTo>
                    <a:pt x="484" y="209"/>
                    <a:pt x="684" y="159"/>
                    <a:pt x="889" y="159"/>
                  </a:cubicBezTo>
                  <a:cubicBezTo>
                    <a:pt x="1093" y="159"/>
                    <a:pt x="1301" y="209"/>
                    <a:pt x="1468" y="309"/>
                  </a:cubicBezTo>
                  <a:cubicBezTo>
                    <a:pt x="1535" y="309"/>
                    <a:pt x="1735" y="309"/>
                    <a:pt x="1802" y="276"/>
                  </a:cubicBezTo>
                  <a:cubicBezTo>
                    <a:pt x="1802" y="209"/>
                    <a:pt x="1635" y="9"/>
                    <a:pt x="1535" y="9"/>
                  </a:cubicBezTo>
                  <a:cubicBezTo>
                    <a:pt x="1301" y="9"/>
                    <a:pt x="1085" y="1"/>
                    <a:pt x="8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35" name="Google Shape;5435;p69"/>
            <p:cNvSpPr/>
            <p:nvPr/>
          </p:nvSpPr>
          <p:spPr>
            <a:xfrm>
              <a:off x="3794176" y="4146261"/>
              <a:ext cx="26904" cy="5690"/>
            </a:xfrm>
            <a:custGeom>
              <a:avLst/>
              <a:gdLst/>
              <a:ahLst/>
              <a:cxnLst/>
              <a:rect l="l" t="t" r="r" b="b"/>
              <a:pathLst>
                <a:path w="1669" h="353" extrusionOk="0">
                  <a:moveTo>
                    <a:pt x="437" y="1"/>
                  </a:moveTo>
                  <a:cubicBezTo>
                    <a:pt x="350" y="1"/>
                    <a:pt x="261" y="6"/>
                    <a:pt x="167" y="19"/>
                  </a:cubicBezTo>
                  <a:cubicBezTo>
                    <a:pt x="67" y="19"/>
                    <a:pt x="34" y="53"/>
                    <a:pt x="1" y="119"/>
                  </a:cubicBezTo>
                  <a:lnTo>
                    <a:pt x="1" y="253"/>
                  </a:lnTo>
                  <a:cubicBezTo>
                    <a:pt x="12" y="264"/>
                    <a:pt x="38" y="268"/>
                    <a:pt x="69" y="268"/>
                  </a:cubicBezTo>
                  <a:cubicBezTo>
                    <a:pt x="130" y="268"/>
                    <a:pt x="212" y="253"/>
                    <a:pt x="234" y="253"/>
                  </a:cubicBezTo>
                  <a:cubicBezTo>
                    <a:pt x="343" y="193"/>
                    <a:pt x="473" y="167"/>
                    <a:pt x="611" y="167"/>
                  </a:cubicBezTo>
                  <a:cubicBezTo>
                    <a:pt x="855" y="167"/>
                    <a:pt x="1122" y="246"/>
                    <a:pt x="1335" y="353"/>
                  </a:cubicBezTo>
                  <a:lnTo>
                    <a:pt x="1669" y="353"/>
                  </a:lnTo>
                  <a:cubicBezTo>
                    <a:pt x="1669" y="253"/>
                    <a:pt x="1502" y="86"/>
                    <a:pt x="1402" y="86"/>
                  </a:cubicBezTo>
                  <a:cubicBezTo>
                    <a:pt x="1081" y="86"/>
                    <a:pt x="783" y="1"/>
                    <a:pt x="4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36" name="Google Shape;5436;p69"/>
            <p:cNvSpPr/>
            <p:nvPr/>
          </p:nvSpPr>
          <p:spPr>
            <a:xfrm>
              <a:off x="3859785" y="4312184"/>
              <a:ext cx="37656" cy="5384"/>
            </a:xfrm>
            <a:custGeom>
              <a:avLst/>
              <a:gdLst/>
              <a:ahLst/>
              <a:cxnLst/>
              <a:rect l="l" t="t" r="r" b="b"/>
              <a:pathLst>
                <a:path w="2336" h="334" extrusionOk="0">
                  <a:moveTo>
                    <a:pt x="1968" y="0"/>
                  </a:moveTo>
                  <a:cubicBezTo>
                    <a:pt x="1435" y="67"/>
                    <a:pt x="934" y="67"/>
                    <a:pt x="401" y="67"/>
                  </a:cubicBezTo>
                  <a:cubicBezTo>
                    <a:pt x="234" y="100"/>
                    <a:pt x="0" y="267"/>
                    <a:pt x="67" y="301"/>
                  </a:cubicBezTo>
                  <a:cubicBezTo>
                    <a:pt x="100" y="334"/>
                    <a:pt x="334" y="334"/>
                    <a:pt x="434" y="334"/>
                  </a:cubicBezTo>
                  <a:cubicBezTo>
                    <a:pt x="680" y="246"/>
                    <a:pt x="945" y="204"/>
                    <a:pt x="1214" y="204"/>
                  </a:cubicBezTo>
                  <a:cubicBezTo>
                    <a:pt x="1455" y="204"/>
                    <a:pt x="1699" y="238"/>
                    <a:pt x="1935" y="301"/>
                  </a:cubicBezTo>
                  <a:cubicBezTo>
                    <a:pt x="2068" y="301"/>
                    <a:pt x="2302" y="267"/>
                    <a:pt x="2335" y="234"/>
                  </a:cubicBezTo>
                  <a:cubicBezTo>
                    <a:pt x="2335" y="167"/>
                    <a:pt x="2068" y="0"/>
                    <a:pt x="19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37" name="Google Shape;5437;p69"/>
            <p:cNvSpPr/>
            <p:nvPr/>
          </p:nvSpPr>
          <p:spPr>
            <a:xfrm>
              <a:off x="3875373" y="4293904"/>
              <a:ext cx="30128" cy="7544"/>
            </a:xfrm>
            <a:custGeom>
              <a:avLst/>
              <a:gdLst/>
              <a:ahLst/>
              <a:cxnLst/>
              <a:rect l="l" t="t" r="r" b="b"/>
              <a:pathLst>
                <a:path w="1869" h="468" extrusionOk="0">
                  <a:moveTo>
                    <a:pt x="1568" y="0"/>
                  </a:moveTo>
                  <a:cubicBezTo>
                    <a:pt x="1135" y="0"/>
                    <a:pt x="701" y="134"/>
                    <a:pt x="234" y="167"/>
                  </a:cubicBezTo>
                  <a:cubicBezTo>
                    <a:pt x="134" y="234"/>
                    <a:pt x="1" y="401"/>
                    <a:pt x="1" y="434"/>
                  </a:cubicBezTo>
                  <a:cubicBezTo>
                    <a:pt x="34" y="467"/>
                    <a:pt x="267" y="467"/>
                    <a:pt x="334" y="467"/>
                  </a:cubicBezTo>
                  <a:cubicBezTo>
                    <a:pt x="585" y="331"/>
                    <a:pt x="882" y="225"/>
                    <a:pt x="1163" y="225"/>
                  </a:cubicBezTo>
                  <a:cubicBezTo>
                    <a:pt x="1292" y="225"/>
                    <a:pt x="1419" y="248"/>
                    <a:pt x="1535" y="300"/>
                  </a:cubicBezTo>
                  <a:cubicBezTo>
                    <a:pt x="1592" y="300"/>
                    <a:pt x="1671" y="322"/>
                    <a:pt x="1735" y="322"/>
                  </a:cubicBezTo>
                  <a:cubicBezTo>
                    <a:pt x="1782" y="322"/>
                    <a:pt x="1821" y="310"/>
                    <a:pt x="1835" y="267"/>
                  </a:cubicBezTo>
                  <a:cubicBezTo>
                    <a:pt x="1869" y="234"/>
                    <a:pt x="1668"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38" name="Google Shape;5438;p69"/>
            <p:cNvSpPr/>
            <p:nvPr/>
          </p:nvSpPr>
          <p:spPr>
            <a:xfrm>
              <a:off x="3880209" y="4279380"/>
              <a:ext cx="33352" cy="11316"/>
            </a:xfrm>
            <a:custGeom>
              <a:avLst/>
              <a:gdLst/>
              <a:ahLst/>
              <a:cxnLst/>
              <a:rect l="l" t="t" r="r" b="b"/>
              <a:pathLst>
                <a:path w="2069" h="702" extrusionOk="0">
                  <a:moveTo>
                    <a:pt x="1669" y="1"/>
                  </a:moveTo>
                  <a:cubicBezTo>
                    <a:pt x="1402" y="34"/>
                    <a:pt x="1168" y="34"/>
                    <a:pt x="901" y="67"/>
                  </a:cubicBezTo>
                  <a:cubicBezTo>
                    <a:pt x="668" y="67"/>
                    <a:pt x="368" y="134"/>
                    <a:pt x="101" y="301"/>
                  </a:cubicBezTo>
                  <a:cubicBezTo>
                    <a:pt x="34" y="368"/>
                    <a:pt x="1" y="468"/>
                    <a:pt x="1" y="534"/>
                  </a:cubicBezTo>
                  <a:cubicBezTo>
                    <a:pt x="1" y="634"/>
                    <a:pt x="1" y="701"/>
                    <a:pt x="34" y="701"/>
                  </a:cubicBezTo>
                  <a:cubicBezTo>
                    <a:pt x="34" y="701"/>
                    <a:pt x="101" y="668"/>
                    <a:pt x="168" y="634"/>
                  </a:cubicBezTo>
                  <a:cubicBezTo>
                    <a:pt x="234" y="601"/>
                    <a:pt x="301" y="601"/>
                    <a:pt x="334" y="534"/>
                  </a:cubicBezTo>
                  <a:cubicBezTo>
                    <a:pt x="468" y="368"/>
                    <a:pt x="701" y="301"/>
                    <a:pt x="935" y="267"/>
                  </a:cubicBezTo>
                  <a:cubicBezTo>
                    <a:pt x="1018" y="247"/>
                    <a:pt x="1100" y="239"/>
                    <a:pt x="1182" y="239"/>
                  </a:cubicBezTo>
                  <a:cubicBezTo>
                    <a:pt x="1364" y="239"/>
                    <a:pt x="1541" y="278"/>
                    <a:pt x="1702" y="301"/>
                  </a:cubicBezTo>
                  <a:cubicBezTo>
                    <a:pt x="1835" y="301"/>
                    <a:pt x="2069" y="201"/>
                    <a:pt x="2036" y="167"/>
                  </a:cubicBezTo>
                  <a:cubicBezTo>
                    <a:pt x="2036" y="134"/>
                    <a:pt x="1735" y="1"/>
                    <a:pt x="16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39" name="Google Shape;5439;p69"/>
            <p:cNvSpPr/>
            <p:nvPr/>
          </p:nvSpPr>
          <p:spPr>
            <a:xfrm>
              <a:off x="3888817" y="4263244"/>
              <a:ext cx="31208" cy="9092"/>
            </a:xfrm>
            <a:custGeom>
              <a:avLst/>
              <a:gdLst/>
              <a:ahLst/>
              <a:cxnLst/>
              <a:rect l="l" t="t" r="r" b="b"/>
              <a:pathLst>
                <a:path w="1936" h="564" extrusionOk="0">
                  <a:moveTo>
                    <a:pt x="1568" y="1"/>
                  </a:moveTo>
                  <a:cubicBezTo>
                    <a:pt x="1168" y="168"/>
                    <a:pt x="734" y="168"/>
                    <a:pt x="301" y="234"/>
                  </a:cubicBezTo>
                  <a:cubicBezTo>
                    <a:pt x="167" y="301"/>
                    <a:pt x="1" y="468"/>
                    <a:pt x="34" y="501"/>
                  </a:cubicBezTo>
                  <a:cubicBezTo>
                    <a:pt x="80" y="524"/>
                    <a:pt x="189" y="563"/>
                    <a:pt x="275" y="563"/>
                  </a:cubicBezTo>
                  <a:cubicBezTo>
                    <a:pt x="313" y="563"/>
                    <a:pt x="347" y="555"/>
                    <a:pt x="367" y="535"/>
                  </a:cubicBezTo>
                  <a:cubicBezTo>
                    <a:pt x="682" y="378"/>
                    <a:pt x="1016" y="323"/>
                    <a:pt x="1355" y="323"/>
                  </a:cubicBezTo>
                  <a:cubicBezTo>
                    <a:pt x="1448" y="323"/>
                    <a:pt x="1542" y="327"/>
                    <a:pt x="1635" y="334"/>
                  </a:cubicBezTo>
                  <a:cubicBezTo>
                    <a:pt x="1702" y="334"/>
                    <a:pt x="1935" y="201"/>
                    <a:pt x="1902" y="134"/>
                  </a:cubicBezTo>
                  <a:cubicBezTo>
                    <a:pt x="1902" y="68"/>
                    <a:pt x="1668" y="1"/>
                    <a:pt x="15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40" name="Google Shape;5440;p69"/>
            <p:cNvSpPr/>
            <p:nvPr/>
          </p:nvSpPr>
          <p:spPr>
            <a:xfrm>
              <a:off x="3893653" y="4250348"/>
              <a:ext cx="29596" cy="7544"/>
            </a:xfrm>
            <a:custGeom>
              <a:avLst/>
              <a:gdLst/>
              <a:ahLst/>
              <a:cxnLst/>
              <a:rect l="l" t="t" r="r" b="b"/>
              <a:pathLst>
                <a:path w="1836" h="468" extrusionOk="0">
                  <a:moveTo>
                    <a:pt x="1502" y="0"/>
                  </a:moveTo>
                  <a:cubicBezTo>
                    <a:pt x="1068" y="134"/>
                    <a:pt x="668" y="134"/>
                    <a:pt x="234" y="167"/>
                  </a:cubicBezTo>
                  <a:cubicBezTo>
                    <a:pt x="168" y="200"/>
                    <a:pt x="1" y="367"/>
                    <a:pt x="34" y="434"/>
                  </a:cubicBezTo>
                  <a:cubicBezTo>
                    <a:pt x="34" y="467"/>
                    <a:pt x="301" y="467"/>
                    <a:pt x="334" y="467"/>
                  </a:cubicBezTo>
                  <a:cubicBezTo>
                    <a:pt x="571" y="325"/>
                    <a:pt x="842" y="284"/>
                    <a:pt x="1134" y="284"/>
                  </a:cubicBezTo>
                  <a:cubicBezTo>
                    <a:pt x="1253" y="284"/>
                    <a:pt x="1376" y="291"/>
                    <a:pt x="1502" y="301"/>
                  </a:cubicBezTo>
                  <a:cubicBezTo>
                    <a:pt x="1569" y="301"/>
                    <a:pt x="1769" y="167"/>
                    <a:pt x="1835" y="134"/>
                  </a:cubicBezTo>
                  <a:cubicBezTo>
                    <a:pt x="1769" y="100"/>
                    <a:pt x="1569" y="0"/>
                    <a:pt x="15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41" name="Google Shape;5441;p69"/>
            <p:cNvSpPr/>
            <p:nvPr/>
          </p:nvSpPr>
          <p:spPr>
            <a:xfrm>
              <a:off x="3900117" y="4236903"/>
              <a:ext cx="26356" cy="6706"/>
            </a:xfrm>
            <a:custGeom>
              <a:avLst/>
              <a:gdLst/>
              <a:ahLst/>
              <a:cxnLst/>
              <a:rect l="l" t="t" r="r" b="b"/>
              <a:pathLst>
                <a:path w="1635" h="416" extrusionOk="0">
                  <a:moveTo>
                    <a:pt x="1401" y="0"/>
                  </a:moveTo>
                  <a:cubicBezTo>
                    <a:pt x="1201" y="50"/>
                    <a:pt x="1009" y="50"/>
                    <a:pt x="817" y="50"/>
                  </a:cubicBezTo>
                  <a:cubicBezTo>
                    <a:pt x="625" y="50"/>
                    <a:pt x="434" y="50"/>
                    <a:pt x="234" y="100"/>
                  </a:cubicBezTo>
                  <a:cubicBezTo>
                    <a:pt x="100" y="134"/>
                    <a:pt x="0" y="334"/>
                    <a:pt x="67" y="401"/>
                  </a:cubicBezTo>
                  <a:cubicBezTo>
                    <a:pt x="78" y="412"/>
                    <a:pt x="104" y="415"/>
                    <a:pt x="135" y="415"/>
                  </a:cubicBezTo>
                  <a:cubicBezTo>
                    <a:pt x="196" y="415"/>
                    <a:pt x="278" y="401"/>
                    <a:pt x="300" y="401"/>
                  </a:cubicBezTo>
                  <a:cubicBezTo>
                    <a:pt x="417" y="284"/>
                    <a:pt x="584" y="242"/>
                    <a:pt x="763" y="242"/>
                  </a:cubicBezTo>
                  <a:cubicBezTo>
                    <a:pt x="942" y="242"/>
                    <a:pt x="1134" y="284"/>
                    <a:pt x="1301" y="334"/>
                  </a:cubicBezTo>
                  <a:cubicBezTo>
                    <a:pt x="1368" y="334"/>
                    <a:pt x="1568" y="301"/>
                    <a:pt x="1635" y="234"/>
                  </a:cubicBezTo>
                  <a:cubicBezTo>
                    <a:pt x="1635" y="134"/>
                    <a:pt x="1468" y="0"/>
                    <a:pt x="14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42" name="Google Shape;5442;p69"/>
            <p:cNvSpPr/>
            <p:nvPr/>
          </p:nvSpPr>
          <p:spPr>
            <a:xfrm>
              <a:off x="3902261" y="4225603"/>
              <a:ext cx="26356" cy="5642"/>
            </a:xfrm>
            <a:custGeom>
              <a:avLst/>
              <a:gdLst/>
              <a:ahLst/>
              <a:cxnLst/>
              <a:rect l="l" t="t" r="r" b="b"/>
              <a:pathLst>
                <a:path w="1635" h="350" extrusionOk="0">
                  <a:moveTo>
                    <a:pt x="1368" y="1"/>
                  </a:moveTo>
                  <a:cubicBezTo>
                    <a:pt x="1001" y="34"/>
                    <a:pt x="634" y="1"/>
                    <a:pt x="201" y="101"/>
                  </a:cubicBezTo>
                  <a:cubicBezTo>
                    <a:pt x="101" y="134"/>
                    <a:pt x="0" y="301"/>
                    <a:pt x="34" y="334"/>
                  </a:cubicBezTo>
                  <a:cubicBezTo>
                    <a:pt x="56" y="346"/>
                    <a:pt x="93" y="349"/>
                    <a:pt x="134" y="349"/>
                  </a:cubicBezTo>
                  <a:cubicBezTo>
                    <a:pt x="215" y="349"/>
                    <a:pt x="312" y="334"/>
                    <a:pt x="334" y="334"/>
                  </a:cubicBezTo>
                  <a:cubicBezTo>
                    <a:pt x="499" y="224"/>
                    <a:pt x="685" y="175"/>
                    <a:pt x="879" y="175"/>
                  </a:cubicBezTo>
                  <a:cubicBezTo>
                    <a:pt x="1038" y="175"/>
                    <a:pt x="1203" y="208"/>
                    <a:pt x="1368" y="268"/>
                  </a:cubicBezTo>
                  <a:cubicBezTo>
                    <a:pt x="1468" y="268"/>
                    <a:pt x="1635" y="168"/>
                    <a:pt x="1635" y="168"/>
                  </a:cubicBezTo>
                  <a:cubicBezTo>
                    <a:pt x="1635" y="134"/>
                    <a:pt x="1468" y="1"/>
                    <a:pt x="1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43" name="Google Shape;5443;p69"/>
            <p:cNvSpPr/>
            <p:nvPr/>
          </p:nvSpPr>
          <p:spPr>
            <a:xfrm>
              <a:off x="3910869" y="4210547"/>
              <a:ext cx="23132" cy="5932"/>
            </a:xfrm>
            <a:custGeom>
              <a:avLst/>
              <a:gdLst/>
              <a:ahLst/>
              <a:cxnLst/>
              <a:rect l="l" t="t" r="r" b="b"/>
              <a:pathLst>
                <a:path w="1435" h="368" extrusionOk="0">
                  <a:moveTo>
                    <a:pt x="267" y="1"/>
                  </a:moveTo>
                  <a:cubicBezTo>
                    <a:pt x="234" y="1"/>
                    <a:pt x="134" y="68"/>
                    <a:pt x="100" y="101"/>
                  </a:cubicBezTo>
                  <a:cubicBezTo>
                    <a:pt x="0" y="134"/>
                    <a:pt x="67" y="234"/>
                    <a:pt x="100" y="234"/>
                  </a:cubicBezTo>
                  <a:lnTo>
                    <a:pt x="134" y="234"/>
                  </a:lnTo>
                  <a:cubicBezTo>
                    <a:pt x="134" y="234"/>
                    <a:pt x="134" y="268"/>
                    <a:pt x="167" y="268"/>
                  </a:cubicBezTo>
                  <a:cubicBezTo>
                    <a:pt x="234" y="301"/>
                    <a:pt x="267" y="301"/>
                    <a:pt x="300" y="301"/>
                  </a:cubicBezTo>
                  <a:cubicBezTo>
                    <a:pt x="406" y="262"/>
                    <a:pt x="521" y="243"/>
                    <a:pt x="639" y="243"/>
                  </a:cubicBezTo>
                  <a:cubicBezTo>
                    <a:pt x="820" y="243"/>
                    <a:pt x="1006" y="287"/>
                    <a:pt x="1168" y="368"/>
                  </a:cubicBezTo>
                  <a:cubicBezTo>
                    <a:pt x="1268" y="368"/>
                    <a:pt x="1435" y="301"/>
                    <a:pt x="1435" y="268"/>
                  </a:cubicBezTo>
                  <a:cubicBezTo>
                    <a:pt x="1435" y="234"/>
                    <a:pt x="1268" y="68"/>
                    <a:pt x="1234" y="68"/>
                  </a:cubicBezTo>
                  <a:cubicBezTo>
                    <a:pt x="1145" y="77"/>
                    <a:pt x="1058" y="81"/>
                    <a:pt x="972" y="81"/>
                  </a:cubicBezTo>
                  <a:cubicBezTo>
                    <a:pt x="738" y="81"/>
                    <a:pt x="511" y="50"/>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44" name="Google Shape;5444;p69"/>
            <p:cNvSpPr/>
            <p:nvPr/>
          </p:nvSpPr>
          <p:spPr>
            <a:xfrm>
              <a:off x="3901181" y="4171295"/>
              <a:ext cx="28516" cy="6819"/>
            </a:xfrm>
            <a:custGeom>
              <a:avLst/>
              <a:gdLst/>
              <a:ahLst/>
              <a:cxnLst/>
              <a:rect l="l" t="t" r="r" b="b"/>
              <a:pathLst>
                <a:path w="1769" h="423" extrusionOk="0">
                  <a:moveTo>
                    <a:pt x="234" y="1"/>
                  </a:moveTo>
                  <a:cubicBezTo>
                    <a:pt x="201" y="1"/>
                    <a:pt x="67" y="34"/>
                    <a:pt x="34" y="101"/>
                  </a:cubicBezTo>
                  <a:cubicBezTo>
                    <a:pt x="1" y="168"/>
                    <a:pt x="34" y="201"/>
                    <a:pt x="34" y="234"/>
                  </a:cubicBezTo>
                  <a:cubicBezTo>
                    <a:pt x="34" y="301"/>
                    <a:pt x="67" y="301"/>
                    <a:pt x="67" y="301"/>
                  </a:cubicBezTo>
                  <a:cubicBezTo>
                    <a:pt x="67" y="301"/>
                    <a:pt x="92" y="227"/>
                    <a:pt x="120" y="227"/>
                  </a:cubicBezTo>
                  <a:cubicBezTo>
                    <a:pt x="125" y="227"/>
                    <a:pt x="129" y="230"/>
                    <a:pt x="134" y="234"/>
                  </a:cubicBezTo>
                  <a:cubicBezTo>
                    <a:pt x="201" y="301"/>
                    <a:pt x="234" y="301"/>
                    <a:pt x="268" y="301"/>
                  </a:cubicBezTo>
                  <a:cubicBezTo>
                    <a:pt x="388" y="261"/>
                    <a:pt x="512" y="245"/>
                    <a:pt x="636" y="245"/>
                  </a:cubicBezTo>
                  <a:cubicBezTo>
                    <a:pt x="926" y="245"/>
                    <a:pt x="1222" y="331"/>
                    <a:pt x="1502" y="401"/>
                  </a:cubicBezTo>
                  <a:cubicBezTo>
                    <a:pt x="1517" y="416"/>
                    <a:pt x="1539" y="423"/>
                    <a:pt x="1563" y="423"/>
                  </a:cubicBezTo>
                  <a:cubicBezTo>
                    <a:pt x="1649" y="423"/>
                    <a:pt x="1769" y="345"/>
                    <a:pt x="1769" y="268"/>
                  </a:cubicBezTo>
                  <a:cubicBezTo>
                    <a:pt x="1769" y="234"/>
                    <a:pt x="1569" y="101"/>
                    <a:pt x="1502" y="101"/>
                  </a:cubicBezTo>
                  <a:cubicBezTo>
                    <a:pt x="1401" y="116"/>
                    <a:pt x="1304" y="123"/>
                    <a:pt x="1208" y="123"/>
                  </a:cubicBezTo>
                  <a:cubicBezTo>
                    <a:pt x="892" y="123"/>
                    <a:pt x="593" y="52"/>
                    <a:pt x="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45" name="Google Shape;5445;p69"/>
            <p:cNvSpPr/>
            <p:nvPr/>
          </p:nvSpPr>
          <p:spPr>
            <a:xfrm>
              <a:off x="3913013" y="4160543"/>
              <a:ext cx="24212" cy="8076"/>
            </a:xfrm>
            <a:custGeom>
              <a:avLst/>
              <a:gdLst/>
              <a:ahLst/>
              <a:cxnLst/>
              <a:rect l="l" t="t" r="r" b="b"/>
              <a:pathLst>
                <a:path w="1502" h="501" extrusionOk="0">
                  <a:moveTo>
                    <a:pt x="234" y="1"/>
                  </a:moveTo>
                  <a:cubicBezTo>
                    <a:pt x="167" y="1"/>
                    <a:pt x="1" y="67"/>
                    <a:pt x="1" y="134"/>
                  </a:cubicBezTo>
                  <a:cubicBezTo>
                    <a:pt x="1" y="167"/>
                    <a:pt x="167" y="301"/>
                    <a:pt x="201" y="301"/>
                  </a:cubicBezTo>
                  <a:cubicBezTo>
                    <a:pt x="262" y="289"/>
                    <a:pt x="322" y="283"/>
                    <a:pt x="382" y="283"/>
                  </a:cubicBezTo>
                  <a:cubicBezTo>
                    <a:pt x="647" y="283"/>
                    <a:pt x="902" y="392"/>
                    <a:pt x="1201" y="501"/>
                  </a:cubicBezTo>
                  <a:cubicBezTo>
                    <a:pt x="1302" y="501"/>
                    <a:pt x="1468" y="401"/>
                    <a:pt x="1502" y="368"/>
                  </a:cubicBezTo>
                  <a:cubicBezTo>
                    <a:pt x="1502" y="334"/>
                    <a:pt x="1302" y="201"/>
                    <a:pt x="1235" y="201"/>
                  </a:cubicBezTo>
                  <a:cubicBezTo>
                    <a:pt x="1155" y="225"/>
                    <a:pt x="1076" y="235"/>
                    <a:pt x="996" y="235"/>
                  </a:cubicBezTo>
                  <a:cubicBezTo>
                    <a:pt x="742" y="235"/>
                    <a:pt x="488" y="128"/>
                    <a:pt x="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46" name="Google Shape;5446;p69"/>
            <p:cNvSpPr/>
            <p:nvPr/>
          </p:nvSpPr>
          <p:spPr>
            <a:xfrm>
              <a:off x="3918929" y="4153015"/>
              <a:ext cx="23680" cy="8076"/>
            </a:xfrm>
            <a:custGeom>
              <a:avLst/>
              <a:gdLst/>
              <a:ahLst/>
              <a:cxnLst/>
              <a:rect l="l" t="t" r="r" b="b"/>
              <a:pathLst>
                <a:path w="1469" h="501" extrusionOk="0">
                  <a:moveTo>
                    <a:pt x="267" y="1"/>
                  </a:moveTo>
                  <a:cubicBezTo>
                    <a:pt x="134" y="1"/>
                    <a:pt x="1" y="134"/>
                    <a:pt x="1" y="167"/>
                  </a:cubicBezTo>
                  <a:cubicBezTo>
                    <a:pt x="1" y="201"/>
                    <a:pt x="167" y="301"/>
                    <a:pt x="201" y="301"/>
                  </a:cubicBezTo>
                  <a:cubicBezTo>
                    <a:pt x="288" y="277"/>
                    <a:pt x="370" y="266"/>
                    <a:pt x="449" y="266"/>
                  </a:cubicBezTo>
                  <a:cubicBezTo>
                    <a:pt x="699" y="266"/>
                    <a:pt x="914" y="374"/>
                    <a:pt x="1168" y="501"/>
                  </a:cubicBezTo>
                  <a:cubicBezTo>
                    <a:pt x="1248" y="501"/>
                    <a:pt x="1392" y="458"/>
                    <a:pt x="1447" y="458"/>
                  </a:cubicBezTo>
                  <a:cubicBezTo>
                    <a:pt x="1460" y="458"/>
                    <a:pt x="1468" y="461"/>
                    <a:pt x="1468" y="468"/>
                  </a:cubicBezTo>
                  <a:cubicBezTo>
                    <a:pt x="1468" y="368"/>
                    <a:pt x="1301" y="268"/>
                    <a:pt x="1268" y="268"/>
                  </a:cubicBezTo>
                  <a:cubicBezTo>
                    <a:pt x="935" y="268"/>
                    <a:pt x="634" y="134"/>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47" name="Google Shape;5447;p69"/>
            <p:cNvSpPr/>
            <p:nvPr/>
          </p:nvSpPr>
          <p:spPr>
            <a:xfrm>
              <a:off x="3928069" y="4140377"/>
              <a:ext cx="19376" cy="10172"/>
            </a:xfrm>
            <a:custGeom>
              <a:avLst/>
              <a:gdLst/>
              <a:ahLst/>
              <a:cxnLst/>
              <a:rect l="l" t="t" r="r" b="b"/>
              <a:pathLst>
                <a:path w="1202" h="631" extrusionOk="0">
                  <a:moveTo>
                    <a:pt x="151" y="1"/>
                  </a:moveTo>
                  <a:cubicBezTo>
                    <a:pt x="101" y="1"/>
                    <a:pt x="51" y="17"/>
                    <a:pt x="34" y="51"/>
                  </a:cubicBezTo>
                  <a:cubicBezTo>
                    <a:pt x="1" y="84"/>
                    <a:pt x="67" y="251"/>
                    <a:pt x="101" y="284"/>
                  </a:cubicBezTo>
                  <a:cubicBezTo>
                    <a:pt x="401" y="384"/>
                    <a:pt x="701" y="451"/>
                    <a:pt x="935" y="618"/>
                  </a:cubicBezTo>
                  <a:cubicBezTo>
                    <a:pt x="952" y="627"/>
                    <a:pt x="978" y="631"/>
                    <a:pt x="1005" y="631"/>
                  </a:cubicBezTo>
                  <a:cubicBezTo>
                    <a:pt x="1081" y="631"/>
                    <a:pt x="1177" y="600"/>
                    <a:pt x="1201" y="551"/>
                  </a:cubicBezTo>
                  <a:cubicBezTo>
                    <a:pt x="1201" y="484"/>
                    <a:pt x="1068" y="318"/>
                    <a:pt x="1035" y="318"/>
                  </a:cubicBezTo>
                  <a:cubicBezTo>
                    <a:pt x="981" y="329"/>
                    <a:pt x="930" y="335"/>
                    <a:pt x="881" y="335"/>
                  </a:cubicBezTo>
                  <a:cubicBezTo>
                    <a:pt x="652" y="335"/>
                    <a:pt x="460" y="215"/>
                    <a:pt x="267" y="51"/>
                  </a:cubicBezTo>
                  <a:cubicBezTo>
                    <a:pt x="251" y="17"/>
                    <a:pt x="201" y="1"/>
                    <a:pt x="1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48" name="Google Shape;5448;p69"/>
            <p:cNvSpPr/>
            <p:nvPr/>
          </p:nvSpPr>
          <p:spPr>
            <a:xfrm>
              <a:off x="3952265" y="4386707"/>
              <a:ext cx="29596" cy="8834"/>
            </a:xfrm>
            <a:custGeom>
              <a:avLst/>
              <a:gdLst/>
              <a:ahLst/>
              <a:cxnLst/>
              <a:rect l="l" t="t" r="r" b="b"/>
              <a:pathLst>
                <a:path w="1836" h="548" extrusionOk="0">
                  <a:moveTo>
                    <a:pt x="246" y="0"/>
                  </a:moveTo>
                  <a:cubicBezTo>
                    <a:pt x="148" y="0"/>
                    <a:pt x="58" y="24"/>
                    <a:pt x="34" y="47"/>
                  </a:cubicBezTo>
                  <a:cubicBezTo>
                    <a:pt x="1" y="114"/>
                    <a:pt x="167" y="281"/>
                    <a:pt x="234" y="314"/>
                  </a:cubicBezTo>
                  <a:cubicBezTo>
                    <a:pt x="701" y="348"/>
                    <a:pt x="1068" y="448"/>
                    <a:pt x="1468" y="548"/>
                  </a:cubicBezTo>
                  <a:cubicBezTo>
                    <a:pt x="1602" y="548"/>
                    <a:pt x="1835" y="514"/>
                    <a:pt x="1835" y="481"/>
                  </a:cubicBezTo>
                  <a:cubicBezTo>
                    <a:pt x="1835" y="381"/>
                    <a:pt x="1602" y="281"/>
                    <a:pt x="1535" y="281"/>
                  </a:cubicBezTo>
                  <a:cubicBezTo>
                    <a:pt x="1488" y="285"/>
                    <a:pt x="1440" y="287"/>
                    <a:pt x="1391" y="287"/>
                  </a:cubicBezTo>
                  <a:cubicBezTo>
                    <a:pt x="1052" y="287"/>
                    <a:pt x="659" y="189"/>
                    <a:pt x="368" y="14"/>
                  </a:cubicBezTo>
                  <a:cubicBezTo>
                    <a:pt x="329" y="4"/>
                    <a:pt x="287" y="0"/>
                    <a:pt x="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49" name="Google Shape;5449;p69"/>
            <p:cNvSpPr/>
            <p:nvPr/>
          </p:nvSpPr>
          <p:spPr>
            <a:xfrm>
              <a:off x="3964097" y="4373488"/>
              <a:ext cx="24212" cy="8608"/>
            </a:xfrm>
            <a:custGeom>
              <a:avLst/>
              <a:gdLst/>
              <a:ahLst/>
              <a:cxnLst/>
              <a:rect l="l" t="t" r="r" b="b"/>
              <a:pathLst>
                <a:path w="1502" h="534" extrusionOk="0">
                  <a:moveTo>
                    <a:pt x="101" y="0"/>
                  </a:moveTo>
                  <a:cubicBezTo>
                    <a:pt x="101" y="33"/>
                    <a:pt x="101" y="33"/>
                    <a:pt x="34" y="33"/>
                  </a:cubicBezTo>
                  <a:cubicBezTo>
                    <a:pt x="1" y="100"/>
                    <a:pt x="1" y="100"/>
                    <a:pt x="1" y="134"/>
                  </a:cubicBezTo>
                  <a:cubicBezTo>
                    <a:pt x="34" y="167"/>
                    <a:pt x="34" y="200"/>
                    <a:pt x="34" y="200"/>
                  </a:cubicBezTo>
                  <a:cubicBezTo>
                    <a:pt x="71" y="256"/>
                    <a:pt x="109" y="270"/>
                    <a:pt x="134" y="272"/>
                  </a:cubicBezTo>
                  <a:lnTo>
                    <a:pt x="134" y="272"/>
                  </a:lnTo>
                  <a:cubicBezTo>
                    <a:pt x="137" y="300"/>
                    <a:pt x="167" y="300"/>
                    <a:pt x="167" y="300"/>
                  </a:cubicBezTo>
                  <a:cubicBezTo>
                    <a:pt x="267" y="300"/>
                    <a:pt x="334" y="334"/>
                    <a:pt x="434" y="334"/>
                  </a:cubicBezTo>
                  <a:lnTo>
                    <a:pt x="534" y="334"/>
                  </a:lnTo>
                  <a:lnTo>
                    <a:pt x="668" y="367"/>
                  </a:lnTo>
                  <a:cubicBezTo>
                    <a:pt x="834" y="434"/>
                    <a:pt x="1001" y="500"/>
                    <a:pt x="1201" y="534"/>
                  </a:cubicBezTo>
                  <a:cubicBezTo>
                    <a:pt x="1335" y="534"/>
                    <a:pt x="1502" y="434"/>
                    <a:pt x="1468" y="367"/>
                  </a:cubicBezTo>
                  <a:cubicBezTo>
                    <a:pt x="1468" y="334"/>
                    <a:pt x="1235" y="267"/>
                    <a:pt x="1201" y="267"/>
                  </a:cubicBezTo>
                  <a:cubicBezTo>
                    <a:pt x="1157" y="276"/>
                    <a:pt x="1112" y="280"/>
                    <a:pt x="1067" y="280"/>
                  </a:cubicBezTo>
                  <a:cubicBezTo>
                    <a:pt x="945" y="280"/>
                    <a:pt x="823" y="249"/>
                    <a:pt x="701" y="200"/>
                  </a:cubicBezTo>
                  <a:lnTo>
                    <a:pt x="568" y="167"/>
                  </a:lnTo>
                  <a:cubicBezTo>
                    <a:pt x="534" y="134"/>
                    <a:pt x="534" y="134"/>
                    <a:pt x="501" y="134"/>
                  </a:cubicBezTo>
                  <a:lnTo>
                    <a:pt x="468" y="134"/>
                  </a:lnTo>
                  <a:cubicBezTo>
                    <a:pt x="401" y="100"/>
                    <a:pt x="334" y="33"/>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50" name="Google Shape;5450;p69"/>
            <p:cNvSpPr/>
            <p:nvPr/>
          </p:nvSpPr>
          <p:spPr>
            <a:xfrm>
              <a:off x="3972157" y="4361350"/>
              <a:ext cx="25840" cy="8914"/>
            </a:xfrm>
            <a:custGeom>
              <a:avLst/>
              <a:gdLst/>
              <a:ahLst/>
              <a:cxnLst/>
              <a:rect l="l" t="t" r="r" b="b"/>
              <a:pathLst>
                <a:path w="1603" h="553" extrusionOk="0">
                  <a:moveTo>
                    <a:pt x="221" y="1"/>
                  </a:moveTo>
                  <a:cubicBezTo>
                    <a:pt x="109" y="1"/>
                    <a:pt x="1" y="92"/>
                    <a:pt x="1" y="119"/>
                  </a:cubicBezTo>
                  <a:cubicBezTo>
                    <a:pt x="1" y="186"/>
                    <a:pt x="168" y="253"/>
                    <a:pt x="201" y="286"/>
                  </a:cubicBezTo>
                  <a:cubicBezTo>
                    <a:pt x="231" y="284"/>
                    <a:pt x="261" y="282"/>
                    <a:pt x="290" y="282"/>
                  </a:cubicBezTo>
                  <a:cubicBezTo>
                    <a:pt x="647" y="282"/>
                    <a:pt x="932" y="460"/>
                    <a:pt x="1302" y="553"/>
                  </a:cubicBezTo>
                  <a:cubicBezTo>
                    <a:pt x="1369" y="553"/>
                    <a:pt x="1602" y="453"/>
                    <a:pt x="1569" y="420"/>
                  </a:cubicBezTo>
                  <a:cubicBezTo>
                    <a:pt x="1569" y="353"/>
                    <a:pt x="1369" y="253"/>
                    <a:pt x="1335" y="253"/>
                  </a:cubicBezTo>
                  <a:cubicBezTo>
                    <a:pt x="1265" y="274"/>
                    <a:pt x="1194" y="283"/>
                    <a:pt x="1122" y="283"/>
                  </a:cubicBezTo>
                  <a:cubicBezTo>
                    <a:pt x="849" y="283"/>
                    <a:pt x="565" y="151"/>
                    <a:pt x="301" y="19"/>
                  </a:cubicBezTo>
                  <a:cubicBezTo>
                    <a:pt x="275" y="6"/>
                    <a:pt x="248" y="1"/>
                    <a:pt x="2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51" name="Google Shape;5451;p69"/>
            <p:cNvSpPr/>
            <p:nvPr/>
          </p:nvSpPr>
          <p:spPr>
            <a:xfrm>
              <a:off x="3979685" y="4350904"/>
              <a:ext cx="25292" cy="9156"/>
            </a:xfrm>
            <a:custGeom>
              <a:avLst/>
              <a:gdLst/>
              <a:ahLst/>
              <a:cxnLst/>
              <a:rect l="l" t="t" r="r" b="b"/>
              <a:pathLst>
                <a:path w="1569" h="568" extrusionOk="0">
                  <a:moveTo>
                    <a:pt x="301" y="0"/>
                  </a:moveTo>
                  <a:cubicBezTo>
                    <a:pt x="168" y="0"/>
                    <a:pt x="1" y="67"/>
                    <a:pt x="1" y="100"/>
                  </a:cubicBezTo>
                  <a:cubicBezTo>
                    <a:pt x="1" y="167"/>
                    <a:pt x="168" y="267"/>
                    <a:pt x="201" y="267"/>
                  </a:cubicBezTo>
                  <a:cubicBezTo>
                    <a:pt x="568" y="267"/>
                    <a:pt x="902" y="434"/>
                    <a:pt x="1302" y="567"/>
                  </a:cubicBezTo>
                  <a:cubicBezTo>
                    <a:pt x="1369" y="567"/>
                    <a:pt x="1569" y="500"/>
                    <a:pt x="1569" y="400"/>
                  </a:cubicBezTo>
                  <a:cubicBezTo>
                    <a:pt x="1569" y="367"/>
                    <a:pt x="1369" y="234"/>
                    <a:pt x="1335" y="234"/>
                  </a:cubicBezTo>
                  <a:cubicBezTo>
                    <a:pt x="1258" y="255"/>
                    <a:pt x="1183" y="264"/>
                    <a:pt x="1109" y="264"/>
                  </a:cubicBezTo>
                  <a:cubicBezTo>
                    <a:pt x="829" y="264"/>
                    <a:pt x="565" y="132"/>
                    <a:pt x="3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52" name="Google Shape;5452;p69"/>
            <p:cNvSpPr/>
            <p:nvPr/>
          </p:nvSpPr>
          <p:spPr>
            <a:xfrm>
              <a:off x="3987213" y="4341216"/>
              <a:ext cx="25292" cy="8624"/>
            </a:xfrm>
            <a:custGeom>
              <a:avLst/>
              <a:gdLst/>
              <a:ahLst/>
              <a:cxnLst/>
              <a:rect l="l" t="t" r="r" b="b"/>
              <a:pathLst>
                <a:path w="1569" h="535" extrusionOk="0">
                  <a:moveTo>
                    <a:pt x="268" y="1"/>
                  </a:moveTo>
                  <a:cubicBezTo>
                    <a:pt x="168" y="1"/>
                    <a:pt x="1" y="34"/>
                    <a:pt x="1" y="101"/>
                  </a:cubicBezTo>
                  <a:cubicBezTo>
                    <a:pt x="1" y="134"/>
                    <a:pt x="168" y="301"/>
                    <a:pt x="201" y="301"/>
                  </a:cubicBezTo>
                  <a:cubicBezTo>
                    <a:pt x="568" y="334"/>
                    <a:pt x="902" y="434"/>
                    <a:pt x="1268" y="534"/>
                  </a:cubicBezTo>
                  <a:cubicBezTo>
                    <a:pt x="1369" y="534"/>
                    <a:pt x="1569" y="501"/>
                    <a:pt x="1535" y="368"/>
                  </a:cubicBezTo>
                  <a:cubicBezTo>
                    <a:pt x="1535" y="334"/>
                    <a:pt x="1335" y="201"/>
                    <a:pt x="1268" y="201"/>
                  </a:cubicBezTo>
                  <a:cubicBezTo>
                    <a:pt x="1189" y="225"/>
                    <a:pt x="1107" y="235"/>
                    <a:pt x="1025" y="235"/>
                  </a:cubicBezTo>
                  <a:cubicBezTo>
                    <a:pt x="764" y="235"/>
                    <a:pt x="496" y="128"/>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453" name="Google Shape;5453;p69"/>
          <p:cNvGrpSpPr/>
          <p:nvPr/>
        </p:nvGrpSpPr>
        <p:grpSpPr>
          <a:xfrm>
            <a:off x="5222776" y="3889026"/>
            <a:ext cx="410837" cy="274886"/>
            <a:chOff x="5006739" y="3981160"/>
            <a:chExt cx="432870" cy="289628"/>
          </a:xfrm>
        </p:grpSpPr>
        <p:sp>
          <p:nvSpPr>
            <p:cNvPr id="5454" name="Google Shape;5454;p69"/>
            <p:cNvSpPr/>
            <p:nvPr/>
          </p:nvSpPr>
          <p:spPr>
            <a:xfrm>
              <a:off x="5006739" y="4094403"/>
              <a:ext cx="103249" cy="80133"/>
            </a:xfrm>
            <a:custGeom>
              <a:avLst/>
              <a:gdLst/>
              <a:ahLst/>
              <a:cxnLst/>
              <a:rect l="l" t="t" r="r" b="b"/>
              <a:pathLst>
                <a:path w="6405" h="4971" extrusionOk="0">
                  <a:moveTo>
                    <a:pt x="5337" y="1"/>
                  </a:moveTo>
                  <a:cubicBezTo>
                    <a:pt x="5237" y="1"/>
                    <a:pt x="5170" y="34"/>
                    <a:pt x="5104" y="34"/>
                  </a:cubicBezTo>
                  <a:cubicBezTo>
                    <a:pt x="4837" y="168"/>
                    <a:pt x="4603" y="334"/>
                    <a:pt x="4403" y="501"/>
                  </a:cubicBezTo>
                  <a:cubicBezTo>
                    <a:pt x="4203" y="668"/>
                    <a:pt x="4036" y="901"/>
                    <a:pt x="3869" y="1035"/>
                  </a:cubicBezTo>
                  <a:cubicBezTo>
                    <a:pt x="3536" y="1435"/>
                    <a:pt x="3236" y="1769"/>
                    <a:pt x="2935" y="2169"/>
                  </a:cubicBezTo>
                  <a:cubicBezTo>
                    <a:pt x="2669" y="2569"/>
                    <a:pt x="2402" y="2936"/>
                    <a:pt x="2068" y="3270"/>
                  </a:cubicBezTo>
                  <a:cubicBezTo>
                    <a:pt x="1768" y="3603"/>
                    <a:pt x="1401" y="3870"/>
                    <a:pt x="1034" y="4004"/>
                  </a:cubicBezTo>
                  <a:cubicBezTo>
                    <a:pt x="834" y="4137"/>
                    <a:pt x="534" y="4304"/>
                    <a:pt x="367" y="4471"/>
                  </a:cubicBezTo>
                  <a:cubicBezTo>
                    <a:pt x="234" y="4571"/>
                    <a:pt x="200" y="4604"/>
                    <a:pt x="167" y="4637"/>
                  </a:cubicBezTo>
                  <a:cubicBezTo>
                    <a:pt x="100" y="4637"/>
                    <a:pt x="93" y="4623"/>
                    <a:pt x="85" y="4623"/>
                  </a:cubicBezTo>
                  <a:cubicBezTo>
                    <a:pt x="82" y="4623"/>
                    <a:pt x="78" y="4626"/>
                    <a:pt x="67" y="4637"/>
                  </a:cubicBezTo>
                  <a:cubicBezTo>
                    <a:pt x="67" y="4671"/>
                    <a:pt x="0" y="4771"/>
                    <a:pt x="67" y="4904"/>
                  </a:cubicBezTo>
                  <a:cubicBezTo>
                    <a:pt x="234" y="4971"/>
                    <a:pt x="400" y="4971"/>
                    <a:pt x="567" y="4971"/>
                  </a:cubicBezTo>
                  <a:cubicBezTo>
                    <a:pt x="901" y="4938"/>
                    <a:pt x="1201" y="4838"/>
                    <a:pt x="1401" y="4771"/>
                  </a:cubicBezTo>
                  <a:cubicBezTo>
                    <a:pt x="2335" y="4104"/>
                    <a:pt x="2735" y="3236"/>
                    <a:pt x="3336" y="2469"/>
                  </a:cubicBezTo>
                  <a:cubicBezTo>
                    <a:pt x="3603" y="2102"/>
                    <a:pt x="3936" y="1769"/>
                    <a:pt x="4270" y="1468"/>
                  </a:cubicBezTo>
                  <a:cubicBezTo>
                    <a:pt x="4603" y="1235"/>
                    <a:pt x="5037" y="968"/>
                    <a:pt x="5371" y="935"/>
                  </a:cubicBezTo>
                  <a:cubicBezTo>
                    <a:pt x="5514" y="906"/>
                    <a:pt x="5658" y="828"/>
                    <a:pt x="5822" y="828"/>
                  </a:cubicBezTo>
                  <a:cubicBezTo>
                    <a:pt x="5849" y="828"/>
                    <a:pt x="5876" y="830"/>
                    <a:pt x="5904" y="835"/>
                  </a:cubicBezTo>
                  <a:cubicBezTo>
                    <a:pt x="6086" y="865"/>
                    <a:pt x="6296" y="1006"/>
                    <a:pt x="6358" y="1006"/>
                  </a:cubicBezTo>
                  <a:cubicBezTo>
                    <a:pt x="6364" y="1006"/>
                    <a:pt x="6368" y="1004"/>
                    <a:pt x="6371" y="1001"/>
                  </a:cubicBezTo>
                  <a:cubicBezTo>
                    <a:pt x="6405" y="968"/>
                    <a:pt x="6405" y="668"/>
                    <a:pt x="6171" y="368"/>
                  </a:cubicBezTo>
                  <a:cubicBezTo>
                    <a:pt x="6071" y="301"/>
                    <a:pt x="6004" y="201"/>
                    <a:pt x="5904" y="168"/>
                  </a:cubicBezTo>
                  <a:cubicBezTo>
                    <a:pt x="5838" y="134"/>
                    <a:pt x="5704" y="101"/>
                    <a:pt x="5604" y="34"/>
                  </a:cubicBezTo>
                  <a:cubicBezTo>
                    <a:pt x="5504" y="1"/>
                    <a:pt x="5404" y="1"/>
                    <a:pt x="5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55" name="Google Shape;5455;p69"/>
            <p:cNvSpPr/>
            <p:nvPr/>
          </p:nvSpPr>
          <p:spPr>
            <a:xfrm>
              <a:off x="5093303" y="3981160"/>
              <a:ext cx="157025" cy="201984"/>
            </a:xfrm>
            <a:custGeom>
              <a:avLst/>
              <a:gdLst/>
              <a:ahLst/>
              <a:cxnLst/>
              <a:rect l="l" t="t" r="r" b="b"/>
              <a:pathLst>
                <a:path w="9741" h="12530" extrusionOk="0">
                  <a:moveTo>
                    <a:pt x="168" y="12372"/>
                  </a:moveTo>
                  <a:cubicBezTo>
                    <a:pt x="171" y="12380"/>
                    <a:pt x="177" y="12380"/>
                    <a:pt x="180" y="12380"/>
                  </a:cubicBezTo>
                  <a:cubicBezTo>
                    <a:pt x="184" y="12380"/>
                    <a:pt x="184" y="12380"/>
                    <a:pt x="167" y="12396"/>
                  </a:cubicBezTo>
                  <a:lnTo>
                    <a:pt x="167" y="12372"/>
                  </a:lnTo>
                  <a:lnTo>
                    <a:pt x="167" y="12372"/>
                  </a:lnTo>
                  <a:cubicBezTo>
                    <a:pt x="168" y="12372"/>
                    <a:pt x="168" y="12372"/>
                    <a:pt x="168" y="12372"/>
                  </a:cubicBezTo>
                  <a:close/>
                  <a:moveTo>
                    <a:pt x="6568" y="1"/>
                  </a:moveTo>
                  <a:cubicBezTo>
                    <a:pt x="6489" y="1"/>
                    <a:pt x="6412" y="7"/>
                    <a:pt x="6338" y="21"/>
                  </a:cubicBezTo>
                  <a:cubicBezTo>
                    <a:pt x="5971" y="121"/>
                    <a:pt x="5671" y="321"/>
                    <a:pt x="5371" y="521"/>
                  </a:cubicBezTo>
                  <a:cubicBezTo>
                    <a:pt x="4837" y="988"/>
                    <a:pt x="4470" y="1555"/>
                    <a:pt x="4170" y="2156"/>
                  </a:cubicBezTo>
                  <a:lnTo>
                    <a:pt x="3703" y="3023"/>
                  </a:lnTo>
                  <a:lnTo>
                    <a:pt x="3303" y="3890"/>
                  </a:lnTo>
                  <a:cubicBezTo>
                    <a:pt x="3169" y="4224"/>
                    <a:pt x="3036" y="4524"/>
                    <a:pt x="2903" y="4824"/>
                  </a:cubicBezTo>
                  <a:lnTo>
                    <a:pt x="2536" y="5725"/>
                  </a:lnTo>
                  <a:cubicBezTo>
                    <a:pt x="2336" y="6325"/>
                    <a:pt x="2069" y="6959"/>
                    <a:pt x="1869" y="7559"/>
                  </a:cubicBezTo>
                  <a:cubicBezTo>
                    <a:pt x="1668" y="8193"/>
                    <a:pt x="1502" y="8827"/>
                    <a:pt x="1301" y="9394"/>
                  </a:cubicBezTo>
                  <a:cubicBezTo>
                    <a:pt x="1135" y="9961"/>
                    <a:pt x="968" y="10562"/>
                    <a:pt x="734" y="11129"/>
                  </a:cubicBezTo>
                  <a:cubicBezTo>
                    <a:pt x="634" y="11396"/>
                    <a:pt x="534" y="11662"/>
                    <a:pt x="401" y="11863"/>
                  </a:cubicBezTo>
                  <a:cubicBezTo>
                    <a:pt x="316" y="12032"/>
                    <a:pt x="232" y="12224"/>
                    <a:pt x="167" y="12341"/>
                  </a:cubicBezTo>
                  <a:lnTo>
                    <a:pt x="167" y="12341"/>
                  </a:lnTo>
                  <a:lnTo>
                    <a:pt x="167" y="12330"/>
                  </a:lnTo>
                  <a:cubicBezTo>
                    <a:pt x="167" y="12296"/>
                    <a:pt x="134" y="12229"/>
                    <a:pt x="134" y="12229"/>
                  </a:cubicBezTo>
                  <a:lnTo>
                    <a:pt x="67" y="12296"/>
                  </a:lnTo>
                  <a:cubicBezTo>
                    <a:pt x="67" y="12330"/>
                    <a:pt x="34" y="12296"/>
                    <a:pt x="34" y="12396"/>
                  </a:cubicBezTo>
                  <a:cubicBezTo>
                    <a:pt x="1" y="12396"/>
                    <a:pt x="34" y="12463"/>
                    <a:pt x="67" y="12496"/>
                  </a:cubicBezTo>
                  <a:cubicBezTo>
                    <a:pt x="67" y="12530"/>
                    <a:pt x="134" y="12530"/>
                    <a:pt x="134" y="12530"/>
                  </a:cubicBezTo>
                  <a:lnTo>
                    <a:pt x="234" y="12530"/>
                  </a:lnTo>
                  <a:lnTo>
                    <a:pt x="301" y="12496"/>
                  </a:lnTo>
                  <a:cubicBezTo>
                    <a:pt x="401" y="12363"/>
                    <a:pt x="634" y="12196"/>
                    <a:pt x="834" y="11996"/>
                  </a:cubicBezTo>
                  <a:cubicBezTo>
                    <a:pt x="1035" y="11729"/>
                    <a:pt x="1235" y="11496"/>
                    <a:pt x="1402" y="11195"/>
                  </a:cubicBezTo>
                  <a:cubicBezTo>
                    <a:pt x="1502" y="11029"/>
                    <a:pt x="1568" y="10862"/>
                    <a:pt x="1668" y="10728"/>
                  </a:cubicBezTo>
                  <a:cubicBezTo>
                    <a:pt x="1735" y="10628"/>
                    <a:pt x="1835" y="10462"/>
                    <a:pt x="1869" y="10328"/>
                  </a:cubicBezTo>
                  <a:cubicBezTo>
                    <a:pt x="2002" y="10028"/>
                    <a:pt x="2069" y="9794"/>
                    <a:pt x="2135" y="9628"/>
                  </a:cubicBezTo>
                  <a:cubicBezTo>
                    <a:pt x="2302" y="8994"/>
                    <a:pt x="2369" y="8360"/>
                    <a:pt x="2536" y="7726"/>
                  </a:cubicBezTo>
                  <a:cubicBezTo>
                    <a:pt x="2702" y="7126"/>
                    <a:pt x="2903" y="6525"/>
                    <a:pt x="3069" y="5892"/>
                  </a:cubicBezTo>
                  <a:lnTo>
                    <a:pt x="3403" y="4991"/>
                  </a:lnTo>
                  <a:cubicBezTo>
                    <a:pt x="3503" y="4691"/>
                    <a:pt x="3636" y="4390"/>
                    <a:pt x="3737" y="4124"/>
                  </a:cubicBezTo>
                  <a:lnTo>
                    <a:pt x="4137" y="3223"/>
                  </a:lnTo>
                  <a:lnTo>
                    <a:pt x="4570" y="2389"/>
                  </a:lnTo>
                  <a:cubicBezTo>
                    <a:pt x="4837" y="1822"/>
                    <a:pt x="5204" y="1322"/>
                    <a:pt x="5671" y="955"/>
                  </a:cubicBezTo>
                  <a:cubicBezTo>
                    <a:pt x="5938" y="721"/>
                    <a:pt x="6172" y="621"/>
                    <a:pt x="6438" y="554"/>
                  </a:cubicBezTo>
                  <a:cubicBezTo>
                    <a:pt x="6469" y="550"/>
                    <a:pt x="6498" y="548"/>
                    <a:pt x="6527" y="548"/>
                  </a:cubicBezTo>
                  <a:cubicBezTo>
                    <a:pt x="6724" y="548"/>
                    <a:pt x="6902" y="643"/>
                    <a:pt x="7106" y="788"/>
                  </a:cubicBezTo>
                  <a:cubicBezTo>
                    <a:pt x="7272" y="988"/>
                    <a:pt x="7439" y="1222"/>
                    <a:pt x="7506" y="1488"/>
                  </a:cubicBezTo>
                  <a:cubicBezTo>
                    <a:pt x="7606" y="1789"/>
                    <a:pt x="7639" y="2022"/>
                    <a:pt x="7673" y="2356"/>
                  </a:cubicBezTo>
                  <a:cubicBezTo>
                    <a:pt x="7706" y="2989"/>
                    <a:pt x="7773" y="3623"/>
                    <a:pt x="7806" y="4290"/>
                  </a:cubicBezTo>
                  <a:cubicBezTo>
                    <a:pt x="7873" y="4891"/>
                    <a:pt x="8106" y="5925"/>
                    <a:pt x="8573" y="6559"/>
                  </a:cubicBezTo>
                  <a:cubicBezTo>
                    <a:pt x="8961" y="7305"/>
                    <a:pt x="9589" y="7570"/>
                    <a:pt x="9718" y="7570"/>
                  </a:cubicBezTo>
                  <a:cubicBezTo>
                    <a:pt x="9733" y="7570"/>
                    <a:pt x="9741" y="7566"/>
                    <a:pt x="9741" y="7559"/>
                  </a:cubicBezTo>
                  <a:cubicBezTo>
                    <a:pt x="9741" y="7526"/>
                    <a:pt x="9641" y="7393"/>
                    <a:pt x="9474" y="7193"/>
                  </a:cubicBezTo>
                  <a:cubicBezTo>
                    <a:pt x="9374" y="7059"/>
                    <a:pt x="9307" y="6959"/>
                    <a:pt x="9207" y="6792"/>
                  </a:cubicBezTo>
                  <a:cubicBezTo>
                    <a:pt x="9174" y="6659"/>
                    <a:pt x="9140" y="6459"/>
                    <a:pt x="9040" y="6292"/>
                  </a:cubicBezTo>
                  <a:cubicBezTo>
                    <a:pt x="8807" y="5525"/>
                    <a:pt x="8740" y="4624"/>
                    <a:pt x="8707" y="4157"/>
                  </a:cubicBezTo>
                  <a:cubicBezTo>
                    <a:pt x="8573" y="3523"/>
                    <a:pt x="8507" y="2889"/>
                    <a:pt x="8373" y="2222"/>
                  </a:cubicBezTo>
                  <a:cubicBezTo>
                    <a:pt x="8240" y="1555"/>
                    <a:pt x="8073" y="821"/>
                    <a:pt x="7473" y="321"/>
                  </a:cubicBezTo>
                  <a:cubicBezTo>
                    <a:pt x="7232" y="107"/>
                    <a:pt x="6885" y="1"/>
                    <a:pt x="65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56" name="Google Shape;5456;p69"/>
            <p:cNvSpPr/>
            <p:nvPr/>
          </p:nvSpPr>
          <p:spPr>
            <a:xfrm>
              <a:off x="5150303" y="4050846"/>
              <a:ext cx="26904" cy="4852"/>
            </a:xfrm>
            <a:custGeom>
              <a:avLst/>
              <a:gdLst/>
              <a:ahLst/>
              <a:cxnLst/>
              <a:rect l="l" t="t" r="r" b="b"/>
              <a:pathLst>
                <a:path w="1669" h="301" extrusionOk="0">
                  <a:moveTo>
                    <a:pt x="267" y="1"/>
                  </a:moveTo>
                  <a:cubicBezTo>
                    <a:pt x="167" y="1"/>
                    <a:pt x="0" y="134"/>
                    <a:pt x="0" y="168"/>
                  </a:cubicBezTo>
                  <a:cubicBezTo>
                    <a:pt x="0" y="201"/>
                    <a:pt x="167" y="301"/>
                    <a:pt x="267" y="301"/>
                  </a:cubicBezTo>
                  <a:cubicBezTo>
                    <a:pt x="451" y="251"/>
                    <a:pt x="634" y="226"/>
                    <a:pt x="822" y="226"/>
                  </a:cubicBezTo>
                  <a:cubicBezTo>
                    <a:pt x="1009" y="226"/>
                    <a:pt x="1201" y="251"/>
                    <a:pt x="1401" y="301"/>
                  </a:cubicBezTo>
                  <a:cubicBezTo>
                    <a:pt x="1468" y="301"/>
                    <a:pt x="1668" y="201"/>
                    <a:pt x="1668" y="168"/>
                  </a:cubicBezTo>
                  <a:cubicBezTo>
                    <a:pt x="1668" y="134"/>
                    <a:pt x="1468" y="1"/>
                    <a:pt x="1401" y="1"/>
                  </a:cubicBezTo>
                  <a:cubicBezTo>
                    <a:pt x="1201" y="51"/>
                    <a:pt x="1009" y="76"/>
                    <a:pt x="822" y="76"/>
                  </a:cubicBezTo>
                  <a:cubicBezTo>
                    <a:pt x="634" y="76"/>
                    <a:pt x="451" y="5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57" name="Google Shape;5457;p69"/>
            <p:cNvSpPr/>
            <p:nvPr/>
          </p:nvSpPr>
          <p:spPr>
            <a:xfrm>
              <a:off x="5157299" y="4033098"/>
              <a:ext cx="24212" cy="5932"/>
            </a:xfrm>
            <a:custGeom>
              <a:avLst/>
              <a:gdLst/>
              <a:ahLst/>
              <a:cxnLst/>
              <a:rect l="l" t="t" r="r" b="b"/>
              <a:pathLst>
                <a:path w="1502" h="368" extrusionOk="0">
                  <a:moveTo>
                    <a:pt x="234" y="1"/>
                  </a:moveTo>
                  <a:cubicBezTo>
                    <a:pt x="167" y="1"/>
                    <a:pt x="33" y="68"/>
                    <a:pt x="0" y="101"/>
                  </a:cubicBezTo>
                  <a:cubicBezTo>
                    <a:pt x="0" y="134"/>
                    <a:pt x="133" y="301"/>
                    <a:pt x="200" y="301"/>
                  </a:cubicBezTo>
                  <a:cubicBezTo>
                    <a:pt x="347" y="301"/>
                    <a:pt x="488" y="296"/>
                    <a:pt x="627" y="296"/>
                  </a:cubicBezTo>
                  <a:cubicBezTo>
                    <a:pt x="834" y="296"/>
                    <a:pt x="1034" y="308"/>
                    <a:pt x="1234" y="368"/>
                  </a:cubicBezTo>
                  <a:cubicBezTo>
                    <a:pt x="1334" y="368"/>
                    <a:pt x="1501" y="268"/>
                    <a:pt x="1501" y="234"/>
                  </a:cubicBezTo>
                  <a:cubicBezTo>
                    <a:pt x="1501" y="201"/>
                    <a:pt x="1334" y="68"/>
                    <a:pt x="1234" y="68"/>
                  </a:cubicBezTo>
                  <a:cubicBezTo>
                    <a:pt x="1080" y="99"/>
                    <a:pt x="918" y="122"/>
                    <a:pt x="759" y="122"/>
                  </a:cubicBezTo>
                  <a:cubicBezTo>
                    <a:pt x="575" y="122"/>
                    <a:pt x="395" y="91"/>
                    <a:pt x="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58" name="Google Shape;5458;p69"/>
            <p:cNvSpPr/>
            <p:nvPr/>
          </p:nvSpPr>
          <p:spPr>
            <a:xfrm>
              <a:off x="5164828" y="4017510"/>
              <a:ext cx="16684" cy="5497"/>
            </a:xfrm>
            <a:custGeom>
              <a:avLst/>
              <a:gdLst/>
              <a:ahLst/>
              <a:cxnLst/>
              <a:rect l="l" t="t" r="r" b="b"/>
              <a:pathLst>
                <a:path w="1035" h="341" extrusionOk="0">
                  <a:moveTo>
                    <a:pt x="133" y="1"/>
                  </a:moveTo>
                  <a:cubicBezTo>
                    <a:pt x="67" y="1"/>
                    <a:pt x="0" y="101"/>
                    <a:pt x="0" y="167"/>
                  </a:cubicBezTo>
                  <a:cubicBezTo>
                    <a:pt x="0" y="201"/>
                    <a:pt x="100" y="267"/>
                    <a:pt x="133" y="267"/>
                  </a:cubicBezTo>
                  <a:cubicBezTo>
                    <a:pt x="234" y="234"/>
                    <a:pt x="367" y="234"/>
                    <a:pt x="500" y="234"/>
                  </a:cubicBezTo>
                  <a:cubicBezTo>
                    <a:pt x="600" y="234"/>
                    <a:pt x="701" y="267"/>
                    <a:pt x="834" y="334"/>
                  </a:cubicBezTo>
                  <a:cubicBezTo>
                    <a:pt x="843" y="339"/>
                    <a:pt x="853" y="341"/>
                    <a:pt x="865" y="341"/>
                  </a:cubicBezTo>
                  <a:cubicBezTo>
                    <a:pt x="935" y="341"/>
                    <a:pt x="1034" y="258"/>
                    <a:pt x="1034" y="201"/>
                  </a:cubicBezTo>
                  <a:cubicBezTo>
                    <a:pt x="1034" y="167"/>
                    <a:pt x="901" y="34"/>
                    <a:pt x="867" y="34"/>
                  </a:cubicBezTo>
                  <a:cubicBezTo>
                    <a:pt x="757" y="48"/>
                    <a:pt x="658" y="56"/>
                    <a:pt x="561" y="56"/>
                  </a:cubicBezTo>
                  <a:cubicBezTo>
                    <a:pt x="423" y="56"/>
                    <a:pt x="290" y="40"/>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59" name="Google Shape;5459;p69"/>
            <p:cNvSpPr/>
            <p:nvPr/>
          </p:nvSpPr>
          <p:spPr>
            <a:xfrm>
              <a:off x="5230420" y="4080427"/>
              <a:ext cx="129073" cy="137133"/>
            </a:xfrm>
            <a:custGeom>
              <a:avLst/>
              <a:gdLst/>
              <a:ahLst/>
              <a:cxnLst/>
              <a:rect l="l" t="t" r="r" b="b"/>
              <a:pathLst>
                <a:path w="8007" h="8507" extrusionOk="0">
                  <a:moveTo>
                    <a:pt x="2536" y="0"/>
                  </a:moveTo>
                  <a:cubicBezTo>
                    <a:pt x="2336" y="0"/>
                    <a:pt x="2169" y="34"/>
                    <a:pt x="2002" y="101"/>
                  </a:cubicBezTo>
                  <a:cubicBezTo>
                    <a:pt x="1869" y="134"/>
                    <a:pt x="1735" y="201"/>
                    <a:pt x="1635" y="301"/>
                  </a:cubicBezTo>
                  <a:cubicBezTo>
                    <a:pt x="1402" y="467"/>
                    <a:pt x="1201" y="634"/>
                    <a:pt x="1035" y="801"/>
                  </a:cubicBezTo>
                  <a:cubicBezTo>
                    <a:pt x="401" y="1502"/>
                    <a:pt x="1" y="2769"/>
                    <a:pt x="134" y="2836"/>
                  </a:cubicBezTo>
                  <a:cubicBezTo>
                    <a:pt x="136" y="2838"/>
                    <a:pt x="139" y="2839"/>
                    <a:pt x="142" y="2839"/>
                  </a:cubicBezTo>
                  <a:cubicBezTo>
                    <a:pt x="202" y="2839"/>
                    <a:pt x="487" y="2583"/>
                    <a:pt x="801" y="2269"/>
                  </a:cubicBezTo>
                  <a:cubicBezTo>
                    <a:pt x="1135" y="1935"/>
                    <a:pt x="1502" y="1602"/>
                    <a:pt x="1668" y="1368"/>
                  </a:cubicBezTo>
                  <a:cubicBezTo>
                    <a:pt x="1802" y="1201"/>
                    <a:pt x="1969" y="1035"/>
                    <a:pt x="2069" y="934"/>
                  </a:cubicBezTo>
                  <a:cubicBezTo>
                    <a:pt x="2202" y="801"/>
                    <a:pt x="2369" y="701"/>
                    <a:pt x="2436" y="701"/>
                  </a:cubicBezTo>
                  <a:lnTo>
                    <a:pt x="2669" y="868"/>
                  </a:lnTo>
                  <a:lnTo>
                    <a:pt x="3003" y="1201"/>
                  </a:lnTo>
                  <a:cubicBezTo>
                    <a:pt x="3203" y="1435"/>
                    <a:pt x="3436" y="1668"/>
                    <a:pt x="3637" y="1935"/>
                  </a:cubicBezTo>
                  <a:cubicBezTo>
                    <a:pt x="3770" y="2035"/>
                    <a:pt x="3837" y="2169"/>
                    <a:pt x="3970" y="2302"/>
                  </a:cubicBezTo>
                  <a:cubicBezTo>
                    <a:pt x="4037" y="2369"/>
                    <a:pt x="4104" y="2469"/>
                    <a:pt x="4170" y="2502"/>
                  </a:cubicBezTo>
                  <a:lnTo>
                    <a:pt x="4337" y="2669"/>
                  </a:lnTo>
                  <a:cubicBezTo>
                    <a:pt x="4571" y="2869"/>
                    <a:pt x="4837" y="3103"/>
                    <a:pt x="5038" y="3336"/>
                  </a:cubicBezTo>
                  <a:cubicBezTo>
                    <a:pt x="5471" y="3803"/>
                    <a:pt x="5705" y="4337"/>
                    <a:pt x="5938" y="4971"/>
                  </a:cubicBezTo>
                  <a:cubicBezTo>
                    <a:pt x="6005" y="5271"/>
                    <a:pt x="6138" y="5638"/>
                    <a:pt x="6272" y="5938"/>
                  </a:cubicBezTo>
                  <a:cubicBezTo>
                    <a:pt x="6372" y="6272"/>
                    <a:pt x="6539" y="6538"/>
                    <a:pt x="6672" y="6839"/>
                  </a:cubicBezTo>
                  <a:cubicBezTo>
                    <a:pt x="6839" y="7172"/>
                    <a:pt x="7172" y="7606"/>
                    <a:pt x="7373" y="7806"/>
                  </a:cubicBezTo>
                  <a:cubicBezTo>
                    <a:pt x="7639" y="8173"/>
                    <a:pt x="7739" y="8507"/>
                    <a:pt x="7840" y="8507"/>
                  </a:cubicBezTo>
                  <a:cubicBezTo>
                    <a:pt x="7906" y="8507"/>
                    <a:pt x="8006" y="8040"/>
                    <a:pt x="7873" y="7539"/>
                  </a:cubicBezTo>
                  <a:cubicBezTo>
                    <a:pt x="7806" y="7039"/>
                    <a:pt x="7539" y="6505"/>
                    <a:pt x="7406" y="6272"/>
                  </a:cubicBezTo>
                  <a:cubicBezTo>
                    <a:pt x="7206" y="6005"/>
                    <a:pt x="7039" y="5705"/>
                    <a:pt x="6872" y="5471"/>
                  </a:cubicBezTo>
                  <a:cubicBezTo>
                    <a:pt x="6705" y="5204"/>
                    <a:pt x="6572" y="4971"/>
                    <a:pt x="6472" y="4637"/>
                  </a:cubicBezTo>
                  <a:cubicBezTo>
                    <a:pt x="6205" y="4037"/>
                    <a:pt x="5871" y="3370"/>
                    <a:pt x="5371" y="2936"/>
                  </a:cubicBezTo>
                  <a:cubicBezTo>
                    <a:pt x="5138" y="2669"/>
                    <a:pt x="4871" y="2469"/>
                    <a:pt x="4637" y="2269"/>
                  </a:cubicBezTo>
                  <a:lnTo>
                    <a:pt x="4470" y="2102"/>
                  </a:lnTo>
                  <a:lnTo>
                    <a:pt x="4304" y="1935"/>
                  </a:lnTo>
                  <a:cubicBezTo>
                    <a:pt x="4204" y="1802"/>
                    <a:pt x="4070" y="1668"/>
                    <a:pt x="4003" y="1535"/>
                  </a:cubicBezTo>
                  <a:cubicBezTo>
                    <a:pt x="3837" y="1301"/>
                    <a:pt x="3637" y="1001"/>
                    <a:pt x="3403" y="768"/>
                  </a:cubicBezTo>
                  <a:cubicBezTo>
                    <a:pt x="3336" y="634"/>
                    <a:pt x="3203" y="501"/>
                    <a:pt x="3069" y="367"/>
                  </a:cubicBezTo>
                  <a:cubicBezTo>
                    <a:pt x="2969" y="267"/>
                    <a:pt x="2836" y="101"/>
                    <a:pt x="25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60" name="Google Shape;5460;p69"/>
            <p:cNvSpPr/>
            <p:nvPr/>
          </p:nvSpPr>
          <p:spPr>
            <a:xfrm>
              <a:off x="5330444" y="4106767"/>
              <a:ext cx="109165" cy="60240"/>
            </a:xfrm>
            <a:custGeom>
              <a:avLst/>
              <a:gdLst/>
              <a:ahLst/>
              <a:cxnLst/>
              <a:rect l="l" t="t" r="r" b="b"/>
              <a:pathLst>
                <a:path w="6772" h="3737" extrusionOk="0">
                  <a:moveTo>
                    <a:pt x="1434" y="1"/>
                  </a:moveTo>
                  <a:cubicBezTo>
                    <a:pt x="1268" y="34"/>
                    <a:pt x="1101" y="68"/>
                    <a:pt x="934" y="168"/>
                  </a:cubicBezTo>
                  <a:cubicBezTo>
                    <a:pt x="634" y="335"/>
                    <a:pt x="434" y="568"/>
                    <a:pt x="267" y="835"/>
                  </a:cubicBezTo>
                  <a:cubicBezTo>
                    <a:pt x="0" y="1369"/>
                    <a:pt x="0" y="2369"/>
                    <a:pt x="100" y="2403"/>
                  </a:cubicBezTo>
                  <a:cubicBezTo>
                    <a:pt x="105" y="2405"/>
                    <a:pt x="111" y="2406"/>
                    <a:pt x="118" y="2406"/>
                  </a:cubicBezTo>
                  <a:cubicBezTo>
                    <a:pt x="307" y="2406"/>
                    <a:pt x="906" y="1460"/>
                    <a:pt x="1067" y="1202"/>
                  </a:cubicBezTo>
                  <a:cubicBezTo>
                    <a:pt x="1158" y="839"/>
                    <a:pt x="1386" y="559"/>
                    <a:pt x="1676" y="559"/>
                  </a:cubicBezTo>
                  <a:cubicBezTo>
                    <a:pt x="1706" y="559"/>
                    <a:pt x="1737" y="562"/>
                    <a:pt x="1768" y="568"/>
                  </a:cubicBezTo>
                  <a:cubicBezTo>
                    <a:pt x="1935" y="635"/>
                    <a:pt x="2135" y="802"/>
                    <a:pt x="2335" y="902"/>
                  </a:cubicBezTo>
                  <a:cubicBezTo>
                    <a:pt x="2569" y="1035"/>
                    <a:pt x="2735" y="1202"/>
                    <a:pt x="2935" y="1369"/>
                  </a:cubicBezTo>
                  <a:cubicBezTo>
                    <a:pt x="3102" y="1535"/>
                    <a:pt x="3302" y="1702"/>
                    <a:pt x="3503" y="1869"/>
                  </a:cubicBezTo>
                  <a:cubicBezTo>
                    <a:pt x="3669" y="2036"/>
                    <a:pt x="3903" y="2203"/>
                    <a:pt x="4070" y="2369"/>
                  </a:cubicBezTo>
                  <a:cubicBezTo>
                    <a:pt x="4437" y="2736"/>
                    <a:pt x="4803" y="3137"/>
                    <a:pt x="5237" y="3470"/>
                  </a:cubicBezTo>
                  <a:cubicBezTo>
                    <a:pt x="5337" y="3537"/>
                    <a:pt x="5504" y="3637"/>
                    <a:pt x="5671" y="3670"/>
                  </a:cubicBezTo>
                  <a:cubicBezTo>
                    <a:pt x="5838" y="3704"/>
                    <a:pt x="6004" y="3737"/>
                    <a:pt x="6171" y="3737"/>
                  </a:cubicBezTo>
                  <a:cubicBezTo>
                    <a:pt x="6505" y="3737"/>
                    <a:pt x="6772" y="3704"/>
                    <a:pt x="6772" y="3637"/>
                  </a:cubicBezTo>
                  <a:cubicBezTo>
                    <a:pt x="6772" y="3537"/>
                    <a:pt x="6571" y="3370"/>
                    <a:pt x="6305" y="3203"/>
                  </a:cubicBezTo>
                  <a:cubicBezTo>
                    <a:pt x="6071" y="3036"/>
                    <a:pt x="5838" y="2836"/>
                    <a:pt x="5671" y="2736"/>
                  </a:cubicBezTo>
                  <a:cubicBezTo>
                    <a:pt x="5270" y="2536"/>
                    <a:pt x="4837" y="2236"/>
                    <a:pt x="4437" y="1969"/>
                  </a:cubicBezTo>
                  <a:lnTo>
                    <a:pt x="3803" y="1502"/>
                  </a:lnTo>
                  <a:cubicBezTo>
                    <a:pt x="3603" y="1369"/>
                    <a:pt x="3436" y="1202"/>
                    <a:pt x="3236" y="1035"/>
                  </a:cubicBezTo>
                  <a:cubicBezTo>
                    <a:pt x="3002" y="868"/>
                    <a:pt x="2835" y="701"/>
                    <a:pt x="2635" y="535"/>
                  </a:cubicBezTo>
                  <a:cubicBezTo>
                    <a:pt x="2435" y="368"/>
                    <a:pt x="2235" y="201"/>
                    <a:pt x="1935" y="68"/>
                  </a:cubicBezTo>
                  <a:cubicBezTo>
                    <a:pt x="1835" y="34"/>
                    <a:pt x="1768" y="1"/>
                    <a:pt x="16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61" name="Google Shape;5461;p69"/>
            <p:cNvSpPr/>
            <p:nvPr/>
          </p:nvSpPr>
          <p:spPr>
            <a:xfrm>
              <a:off x="5125559" y="4146970"/>
              <a:ext cx="197905" cy="123818"/>
            </a:xfrm>
            <a:custGeom>
              <a:avLst/>
              <a:gdLst/>
              <a:ahLst/>
              <a:cxnLst/>
              <a:rect l="l" t="t" r="r" b="b"/>
              <a:pathLst>
                <a:path w="12277" h="7681" extrusionOk="0">
                  <a:moveTo>
                    <a:pt x="3727" y="0"/>
                  </a:moveTo>
                  <a:cubicBezTo>
                    <a:pt x="3475" y="0"/>
                    <a:pt x="3164" y="70"/>
                    <a:pt x="2970" y="209"/>
                  </a:cubicBezTo>
                  <a:cubicBezTo>
                    <a:pt x="2436" y="542"/>
                    <a:pt x="2136" y="1043"/>
                    <a:pt x="1869" y="1543"/>
                  </a:cubicBezTo>
                  <a:cubicBezTo>
                    <a:pt x="1369" y="2544"/>
                    <a:pt x="1102" y="3578"/>
                    <a:pt x="768" y="4645"/>
                  </a:cubicBezTo>
                  <a:cubicBezTo>
                    <a:pt x="635" y="5146"/>
                    <a:pt x="501" y="5880"/>
                    <a:pt x="335" y="6547"/>
                  </a:cubicBezTo>
                  <a:cubicBezTo>
                    <a:pt x="268" y="6880"/>
                    <a:pt x="201" y="7114"/>
                    <a:pt x="134" y="7347"/>
                  </a:cubicBezTo>
                  <a:cubicBezTo>
                    <a:pt x="101" y="7547"/>
                    <a:pt x="1" y="7614"/>
                    <a:pt x="34" y="7681"/>
                  </a:cubicBezTo>
                  <a:cubicBezTo>
                    <a:pt x="101" y="7681"/>
                    <a:pt x="201" y="7581"/>
                    <a:pt x="368" y="7414"/>
                  </a:cubicBezTo>
                  <a:cubicBezTo>
                    <a:pt x="535" y="7214"/>
                    <a:pt x="701" y="6947"/>
                    <a:pt x="868" y="6613"/>
                  </a:cubicBezTo>
                  <a:cubicBezTo>
                    <a:pt x="1202" y="5946"/>
                    <a:pt x="1502" y="5212"/>
                    <a:pt x="1602" y="4846"/>
                  </a:cubicBezTo>
                  <a:cubicBezTo>
                    <a:pt x="1802" y="3778"/>
                    <a:pt x="2002" y="2744"/>
                    <a:pt x="2436" y="1777"/>
                  </a:cubicBezTo>
                  <a:cubicBezTo>
                    <a:pt x="2636" y="1343"/>
                    <a:pt x="2870" y="876"/>
                    <a:pt x="3270" y="609"/>
                  </a:cubicBezTo>
                  <a:cubicBezTo>
                    <a:pt x="3443" y="522"/>
                    <a:pt x="3617" y="436"/>
                    <a:pt x="3790" y="436"/>
                  </a:cubicBezTo>
                  <a:cubicBezTo>
                    <a:pt x="3817" y="436"/>
                    <a:pt x="3844" y="438"/>
                    <a:pt x="3870" y="442"/>
                  </a:cubicBezTo>
                  <a:cubicBezTo>
                    <a:pt x="4104" y="509"/>
                    <a:pt x="4337" y="576"/>
                    <a:pt x="4538" y="709"/>
                  </a:cubicBezTo>
                  <a:cubicBezTo>
                    <a:pt x="4971" y="909"/>
                    <a:pt x="5305" y="1343"/>
                    <a:pt x="5638" y="1743"/>
                  </a:cubicBezTo>
                  <a:cubicBezTo>
                    <a:pt x="5805" y="1943"/>
                    <a:pt x="5972" y="2210"/>
                    <a:pt x="6139" y="2410"/>
                  </a:cubicBezTo>
                  <a:cubicBezTo>
                    <a:pt x="6205" y="2544"/>
                    <a:pt x="6339" y="2644"/>
                    <a:pt x="6439" y="2744"/>
                  </a:cubicBezTo>
                  <a:cubicBezTo>
                    <a:pt x="6539" y="2877"/>
                    <a:pt x="6639" y="2978"/>
                    <a:pt x="6772" y="3044"/>
                  </a:cubicBezTo>
                  <a:cubicBezTo>
                    <a:pt x="7206" y="3411"/>
                    <a:pt x="7673" y="3678"/>
                    <a:pt x="8140" y="3945"/>
                  </a:cubicBezTo>
                  <a:cubicBezTo>
                    <a:pt x="8340" y="4145"/>
                    <a:pt x="8540" y="4245"/>
                    <a:pt x="8774" y="4412"/>
                  </a:cubicBezTo>
                  <a:cubicBezTo>
                    <a:pt x="8974" y="4545"/>
                    <a:pt x="9141" y="4712"/>
                    <a:pt x="9308" y="4912"/>
                  </a:cubicBezTo>
                  <a:cubicBezTo>
                    <a:pt x="9508" y="5079"/>
                    <a:pt x="9808" y="5379"/>
                    <a:pt x="10142" y="5546"/>
                  </a:cubicBezTo>
                  <a:cubicBezTo>
                    <a:pt x="10308" y="5613"/>
                    <a:pt x="10508" y="5679"/>
                    <a:pt x="10675" y="5746"/>
                  </a:cubicBezTo>
                  <a:cubicBezTo>
                    <a:pt x="10842" y="5780"/>
                    <a:pt x="11009" y="5780"/>
                    <a:pt x="11176" y="5846"/>
                  </a:cubicBezTo>
                  <a:cubicBezTo>
                    <a:pt x="11476" y="5880"/>
                    <a:pt x="11709" y="5913"/>
                    <a:pt x="11943" y="5913"/>
                  </a:cubicBezTo>
                  <a:cubicBezTo>
                    <a:pt x="12143" y="5913"/>
                    <a:pt x="12276" y="5913"/>
                    <a:pt x="12276" y="5880"/>
                  </a:cubicBezTo>
                  <a:cubicBezTo>
                    <a:pt x="12276" y="5846"/>
                    <a:pt x="11776" y="5613"/>
                    <a:pt x="11176" y="5279"/>
                  </a:cubicBezTo>
                  <a:cubicBezTo>
                    <a:pt x="10875" y="5179"/>
                    <a:pt x="10642" y="4946"/>
                    <a:pt x="10442" y="4779"/>
                  </a:cubicBezTo>
                  <a:cubicBezTo>
                    <a:pt x="10208" y="4579"/>
                    <a:pt x="10041" y="4379"/>
                    <a:pt x="9875" y="4245"/>
                  </a:cubicBezTo>
                  <a:cubicBezTo>
                    <a:pt x="9641" y="4078"/>
                    <a:pt x="9441" y="3912"/>
                    <a:pt x="9174" y="3745"/>
                  </a:cubicBezTo>
                  <a:cubicBezTo>
                    <a:pt x="8941" y="3578"/>
                    <a:pt x="8674" y="3478"/>
                    <a:pt x="8440" y="3344"/>
                  </a:cubicBezTo>
                  <a:cubicBezTo>
                    <a:pt x="7940" y="3078"/>
                    <a:pt x="7440" y="2844"/>
                    <a:pt x="7039" y="2544"/>
                  </a:cubicBezTo>
                  <a:cubicBezTo>
                    <a:pt x="6205" y="2010"/>
                    <a:pt x="5772" y="876"/>
                    <a:pt x="4704" y="309"/>
                  </a:cubicBezTo>
                  <a:cubicBezTo>
                    <a:pt x="4471" y="176"/>
                    <a:pt x="4171" y="42"/>
                    <a:pt x="3870" y="9"/>
                  </a:cubicBezTo>
                  <a:cubicBezTo>
                    <a:pt x="3826" y="3"/>
                    <a:pt x="3778" y="0"/>
                    <a:pt x="37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62" name="Google Shape;5462;p69"/>
            <p:cNvSpPr/>
            <p:nvPr/>
          </p:nvSpPr>
          <p:spPr>
            <a:xfrm>
              <a:off x="5025551" y="4188640"/>
              <a:ext cx="123689" cy="69461"/>
            </a:xfrm>
            <a:custGeom>
              <a:avLst/>
              <a:gdLst/>
              <a:ahLst/>
              <a:cxnLst/>
              <a:rect l="l" t="t" r="r" b="b"/>
              <a:pathLst>
                <a:path w="7673" h="4309" extrusionOk="0">
                  <a:moveTo>
                    <a:pt x="6422" y="1"/>
                  </a:moveTo>
                  <a:cubicBezTo>
                    <a:pt x="6231" y="1"/>
                    <a:pt x="6033" y="45"/>
                    <a:pt x="5871" y="126"/>
                  </a:cubicBezTo>
                  <a:cubicBezTo>
                    <a:pt x="5571" y="259"/>
                    <a:pt x="5404" y="459"/>
                    <a:pt x="5238" y="626"/>
                  </a:cubicBezTo>
                  <a:cubicBezTo>
                    <a:pt x="4904" y="960"/>
                    <a:pt x="4671" y="1327"/>
                    <a:pt x="4370" y="1560"/>
                  </a:cubicBezTo>
                  <a:cubicBezTo>
                    <a:pt x="3903" y="1894"/>
                    <a:pt x="3370" y="2160"/>
                    <a:pt x="2836" y="2427"/>
                  </a:cubicBezTo>
                  <a:cubicBezTo>
                    <a:pt x="2536" y="2561"/>
                    <a:pt x="2235" y="2728"/>
                    <a:pt x="2002" y="2828"/>
                  </a:cubicBezTo>
                  <a:cubicBezTo>
                    <a:pt x="1735" y="2961"/>
                    <a:pt x="1502" y="3094"/>
                    <a:pt x="1201" y="3161"/>
                  </a:cubicBezTo>
                  <a:cubicBezTo>
                    <a:pt x="1001" y="3295"/>
                    <a:pt x="701" y="3495"/>
                    <a:pt x="468" y="3795"/>
                  </a:cubicBezTo>
                  <a:cubicBezTo>
                    <a:pt x="201" y="3962"/>
                    <a:pt x="1" y="4162"/>
                    <a:pt x="1" y="4229"/>
                  </a:cubicBezTo>
                  <a:cubicBezTo>
                    <a:pt x="25" y="4277"/>
                    <a:pt x="192" y="4308"/>
                    <a:pt x="424" y="4308"/>
                  </a:cubicBezTo>
                  <a:cubicBezTo>
                    <a:pt x="509" y="4308"/>
                    <a:pt x="603" y="4304"/>
                    <a:pt x="701" y="4295"/>
                  </a:cubicBezTo>
                  <a:cubicBezTo>
                    <a:pt x="1035" y="4262"/>
                    <a:pt x="1468" y="4129"/>
                    <a:pt x="1635" y="4062"/>
                  </a:cubicBezTo>
                  <a:cubicBezTo>
                    <a:pt x="1869" y="3862"/>
                    <a:pt x="2102" y="3728"/>
                    <a:pt x="2369" y="3495"/>
                  </a:cubicBezTo>
                  <a:cubicBezTo>
                    <a:pt x="2602" y="3328"/>
                    <a:pt x="2836" y="3161"/>
                    <a:pt x="3069" y="2994"/>
                  </a:cubicBezTo>
                  <a:cubicBezTo>
                    <a:pt x="3570" y="2661"/>
                    <a:pt x="4137" y="2394"/>
                    <a:pt x="4604" y="1994"/>
                  </a:cubicBezTo>
                  <a:cubicBezTo>
                    <a:pt x="5071" y="1727"/>
                    <a:pt x="5338" y="1327"/>
                    <a:pt x="5671" y="1093"/>
                  </a:cubicBezTo>
                  <a:cubicBezTo>
                    <a:pt x="5838" y="960"/>
                    <a:pt x="6005" y="893"/>
                    <a:pt x="6138" y="826"/>
                  </a:cubicBezTo>
                  <a:cubicBezTo>
                    <a:pt x="6175" y="814"/>
                    <a:pt x="6216" y="806"/>
                    <a:pt x="6260" y="806"/>
                  </a:cubicBezTo>
                  <a:cubicBezTo>
                    <a:pt x="6336" y="806"/>
                    <a:pt x="6421" y="829"/>
                    <a:pt x="6505" y="893"/>
                  </a:cubicBezTo>
                  <a:cubicBezTo>
                    <a:pt x="6572" y="893"/>
                    <a:pt x="6672" y="926"/>
                    <a:pt x="6739" y="960"/>
                  </a:cubicBezTo>
                  <a:cubicBezTo>
                    <a:pt x="6872" y="1060"/>
                    <a:pt x="6972" y="1126"/>
                    <a:pt x="7072" y="1260"/>
                  </a:cubicBezTo>
                  <a:cubicBezTo>
                    <a:pt x="7206" y="1393"/>
                    <a:pt x="7339" y="1460"/>
                    <a:pt x="7473" y="1493"/>
                  </a:cubicBezTo>
                  <a:cubicBezTo>
                    <a:pt x="7504" y="1514"/>
                    <a:pt x="7535" y="1522"/>
                    <a:pt x="7563" y="1522"/>
                  </a:cubicBezTo>
                  <a:cubicBezTo>
                    <a:pt x="7625" y="1522"/>
                    <a:pt x="7673" y="1483"/>
                    <a:pt x="7673" y="1460"/>
                  </a:cubicBezTo>
                  <a:cubicBezTo>
                    <a:pt x="7673" y="1427"/>
                    <a:pt x="7573" y="1393"/>
                    <a:pt x="7573" y="1293"/>
                  </a:cubicBezTo>
                  <a:cubicBezTo>
                    <a:pt x="7573" y="1226"/>
                    <a:pt x="7539" y="1093"/>
                    <a:pt x="7506" y="926"/>
                  </a:cubicBezTo>
                  <a:cubicBezTo>
                    <a:pt x="7473" y="759"/>
                    <a:pt x="7372" y="559"/>
                    <a:pt x="7239" y="393"/>
                  </a:cubicBezTo>
                  <a:cubicBezTo>
                    <a:pt x="7106" y="226"/>
                    <a:pt x="6905" y="92"/>
                    <a:pt x="6772" y="59"/>
                  </a:cubicBezTo>
                  <a:cubicBezTo>
                    <a:pt x="6667" y="19"/>
                    <a:pt x="6546" y="1"/>
                    <a:pt x="64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63" name="Google Shape;5463;p69"/>
            <p:cNvSpPr/>
            <p:nvPr/>
          </p:nvSpPr>
          <p:spPr>
            <a:xfrm>
              <a:off x="5029323" y="4165927"/>
              <a:ext cx="38720" cy="5384"/>
            </a:xfrm>
            <a:custGeom>
              <a:avLst/>
              <a:gdLst/>
              <a:ahLst/>
              <a:cxnLst/>
              <a:rect l="l" t="t" r="r" b="b"/>
              <a:pathLst>
                <a:path w="2402" h="334" extrusionOk="0">
                  <a:moveTo>
                    <a:pt x="1968" y="0"/>
                  </a:moveTo>
                  <a:cubicBezTo>
                    <a:pt x="1631" y="42"/>
                    <a:pt x="1306" y="85"/>
                    <a:pt x="979" y="85"/>
                  </a:cubicBezTo>
                  <a:cubicBezTo>
                    <a:pt x="788" y="85"/>
                    <a:pt x="597" y="70"/>
                    <a:pt x="400" y="34"/>
                  </a:cubicBezTo>
                  <a:cubicBezTo>
                    <a:pt x="234" y="34"/>
                    <a:pt x="0" y="167"/>
                    <a:pt x="0" y="200"/>
                  </a:cubicBezTo>
                  <a:cubicBezTo>
                    <a:pt x="0" y="234"/>
                    <a:pt x="300" y="334"/>
                    <a:pt x="400" y="334"/>
                  </a:cubicBezTo>
                  <a:cubicBezTo>
                    <a:pt x="710" y="276"/>
                    <a:pt x="1009" y="240"/>
                    <a:pt x="1310" y="240"/>
                  </a:cubicBezTo>
                  <a:cubicBezTo>
                    <a:pt x="1527" y="240"/>
                    <a:pt x="1745" y="259"/>
                    <a:pt x="1968" y="300"/>
                  </a:cubicBezTo>
                  <a:cubicBezTo>
                    <a:pt x="2102" y="300"/>
                    <a:pt x="2402" y="200"/>
                    <a:pt x="2335" y="167"/>
                  </a:cubicBezTo>
                  <a:cubicBezTo>
                    <a:pt x="2335" y="67"/>
                    <a:pt x="2068" y="0"/>
                    <a:pt x="19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64" name="Google Shape;5464;p69"/>
            <p:cNvSpPr/>
            <p:nvPr/>
          </p:nvSpPr>
          <p:spPr>
            <a:xfrm>
              <a:off x="5038995" y="4150323"/>
              <a:ext cx="32820" cy="5400"/>
            </a:xfrm>
            <a:custGeom>
              <a:avLst/>
              <a:gdLst/>
              <a:ahLst/>
              <a:cxnLst/>
              <a:rect l="l" t="t" r="r" b="b"/>
              <a:pathLst>
                <a:path w="2036" h="335" extrusionOk="0">
                  <a:moveTo>
                    <a:pt x="1668" y="1"/>
                  </a:moveTo>
                  <a:cubicBezTo>
                    <a:pt x="1452" y="84"/>
                    <a:pt x="1235" y="118"/>
                    <a:pt x="1014" y="118"/>
                  </a:cubicBezTo>
                  <a:cubicBezTo>
                    <a:pt x="793" y="118"/>
                    <a:pt x="568" y="84"/>
                    <a:pt x="334" y="34"/>
                  </a:cubicBezTo>
                  <a:cubicBezTo>
                    <a:pt x="201" y="34"/>
                    <a:pt x="0" y="168"/>
                    <a:pt x="0" y="201"/>
                  </a:cubicBezTo>
                  <a:cubicBezTo>
                    <a:pt x="0" y="268"/>
                    <a:pt x="234" y="334"/>
                    <a:pt x="334" y="334"/>
                  </a:cubicBezTo>
                  <a:cubicBezTo>
                    <a:pt x="608" y="295"/>
                    <a:pt x="870" y="279"/>
                    <a:pt x="1134" y="279"/>
                  </a:cubicBezTo>
                  <a:cubicBezTo>
                    <a:pt x="1321" y="279"/>
                    <a:pt x="1508" y="287"/>
                    <a:pt x="1702" y="301"/>
                  </a:cubicBezTo>
                  <a:cubicBezTo>
                    <a:pt x="1835" y="301"/>
                    <a:pt x="2035" y="168"/>
                    <a:pt x="2002" y="134"/>
                  </a:cubicBezTo>
                  <a:cubicBezTo>
                    <a:pt x="2002" y="101"/>
                    <a:pt x="1735" y="1"/>
                    <a:pt x="16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65" name="Google Shape;5465;p69"/>
            <p:cNvSpPr/>
            <p:nvPr/>
          </p:nvSpPr>
          <p:spPr>
            <a:xfrm>
              <a:off x="5057275" y="4132043"/>
              <a:ext cx="25292" cy="4852"/>
            </a:xfrm>
            <a:custGeom>
              <a:avLst/>
              <a:gdLst/>
              <a:ahLst/>
              <a:cxnLst/>
              <a:rect l="l" t="t" r="r" b="b"/>
              <a:pathLst>
                <a:path w="1569" h="301" extrusionOk="0">
                  <a:moveTo>
                    <a:pt x="234" y="1"/>
                  </a:moveTo>
                  <a:cubicBezTo>
                    <a:pt x="101" y="1"/>
                    <a:pt x="1" y="134"/>
                    <a:pt x="1" y="168"/>
                  </a:cubicBezTo>
                  <a:cubicBezTo>
                    <a:pt x="1" y="234"/>
                    <a:pt x="167" y="301"/>
                    <a:pt x="234" y="301"/>
                  </a:cubicBezTo>
                  <a:cubicBezTo>
                    <a:pt x="401" y="268"/>
                    <a:pt x="576" y="251"/>
                    <a:pt x="751" y="251"/>
                  </a:cubicBezTo>
                  <a:cubicBezTo>
                    <a:pt x="926" y="251"/>
                    <a:pt x="1101" y="268"/>
                    <a:pt x="1268" y="301"/>
                  </a:cubicBezTo>
                  <a:cubicBezTo>
                    <a:pt x="1368" y="301"/>
                    <a:pt x="1568" y="234"/>
                    <a:pt x="1535" y="168"/>
                  </a:cubicBezTo>
                  <a:cubicBezTo>
                    <a:pt x="1535" y="134"/>
                    <a:pt x="1368" y="1"/>
                    <a:pt x="1268" y="1"/>
                  </a:cubicBezTo>
                  <a:cubicBezTo>
                    <a:pt x="1101" y="51"/>
                    <a:pt x="926" y="76"/>
                    <a:pt x="751" y="76"/>
                  </a:cubicBezTo>
                  <a:cubicBezTo>
                    <a:pt x="576" y="76"/>
                    <a:pt x="401" y="51"/>
                    <a:pt x="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66" name="Google Shape;5466;p69"/>
            <p:cNvSpPr/>
            <p:nvPr/>
          </p:nvSpPr>
          <p:spPr>
            <a:xfrm>
              <a:off x="5070187" y="4115375"/>
              <a:ext cx="25824" cy="5400"/>
            </a:xfrm>
            <a:custGeom>
              <a:avLst/>
              <a:gdLst/>
              <a:ahLst/>
              <a:cxnLst/>
              <a:rect l="l" t="t" r="r" b="b"/>
              <a:pathLst>
                <a:path w="1602" h="335" extrusionOk="0">
                  <a:moveTo>
                    <a:pt x="1368" y="1"/>
                  </a:moveTo>
                  <a:cubicBezTo>
                    <a:pt x="1153" y="72"/>
                    <a:pt x="958" y="105"/>
                    <a:pt x="766" y="105"/>
                  </a:cubicBezTo>
                  <a:cubicBezTo>
                    <a:pt x="600" y="105"/>
                    <a:pt x="437" y="80"/>
                    <a:pt x="267" y="34"/>
                  </a:cubicBezTo>
                  <a:cubicBezTo>
                    <a:pt x="234" y="34"/>
                    <a:pt x="134" y="101"/>
                    <a:pt x="100" y="134"/>
                  </a:cubicBezTo>
                  <a:cubicBezTo>
                    <a:pt x="100" y="167"/>
                    <a:pt x="67" y="167"/>
                    <a:pt x="67" y="201"/>
                  </a:cubicBezTo>
                  <a:cubicBezTo>
                    <a:pt x="0" y="201"/>
                    <a:pt x="67" y="268"/>
                    <a:pt x="67" y="268"/>
                  </a:cubicBezTo>
                  <a:cubicBezTo>
                    <a:pt x="67" y="268"/>
                    <a:pt x="234" y="334"/>
                    <a:pt x="300" y="334"/>
                  </a:cubicBezTo>
                  <a:cubicBezTo>
                    <a:pt x="479" y="263"/>
                    <a:pt x="668" y="230"/>
                    <a:pt x="860" y="230"/>
                  </a:cubicBezTo>
                  <a:cubicBezTo>
                    <a:pt x="1027" y="230"/>
                    <a:pt x="1198" y="254"/>
                    <a:pt x="1368" y="301"/>
                  </a:cubicBezTo>
                  <a:cubicBezTo>
                    <a:pt x="1435" y="301"/>
                    <a:pt x="1601" y="201"/>
                    <a:pt x="1601" y="167"/>
                  </a:cubicBezTo>
                  <a:cubicBezTo>
                    <a:pt x="1601" y="134"/>
                    <a:pt x="1435" y="1"/>
                    <a:pt x="1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67" name="Google Shape;5467;p69"/>
            <p:cNvSpPr/>
            <p:nvPr/>
          </p:nvSpPr>
          <p:spPr>
            <a:xfrm>
              <a:off x="5114275" y="4153015"/>
              <a:ext cx="37124" cy="7544"/>
            </a:xfrm>
            <a:custGeom>
              <a:avLst/>
              <a:gdLst/>
              <a:ahLst/>
              <a:cxnLst/>
              <a:rect l="l" t="t" r="r" b="b"/>
              <a:pathLst>
                <a:path w="2303" h="468" extrusionOk="0">
                  <a:moveTo>
                    <a:pt x="1868" y="1"/>
                  </a:moveTo>
                  <a:cubicBezTo>
                    <a:pt x="1548" y="138"/>
                    <a:pt x="1212" y="228"/>
                    <a:pt x="871" y="228"/>
                  </a:cubicBezTo>
                  <a:cubicBezTo>
                    <a:pt x="715" y="228"/>
                    <a:pt x="558" y="209"/>
                    <a:pt x="401" y="167"/>
                  </a:cubicBezTo>
                  <a:cubicBezTo>
                    <a:pt x="234" y="201"/>
                    <a:pt x="67" y="234"/>
                    <a:pt x="34" y="301"/>
                  </a:cubicBezTo>
                  <a:cubicBezTo>
                    <a:pt x="0" y="334"/>
                    <a:pt x="301" y="468"/>
                    <a:pt x="367" y="468"/>
                  </a:cubicBezTo>
                  <a:cubicBezTo>
                    <a:pt x="868" y="434"/>
                    <a:pt x="1368" y="334"/>
                    <a:pt x="1902" y="301"/>
                  </a:cubicBezTo>
                  <a:cubicBezTo>
                    <a:pt x="2035" y="268"/>
                    <a:pt x="2302" y="101"/>
                    <a:pt x="2302" y="34"/>
                  </a:cubicBezTo>
                  <a:cubicBezTo>
                    <a:pt x="2235" y="1"/>
                    <a:pt x="1969" y="1"/>
                    <a:pt x="18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68" name="Google Shape;5468;p69"/>
            <p:cNvSpPr/>
            <p:nvPr/>
          </p:nvSpPr>
          <p:spPr>
            <a:xfrm>
              <a:off x="5125559" y="4130979"/>
              <a:ext cx="23680" cy="6464"/>
            </a:xfrm>
            <a:custGeom>
              <a:avLst/>
              <a:gdLst/>
              <a:ahLst/>
              <a:cxnLst/>
              <a:rect l="l" t="t" r="r" b="b"/>
              <a:pathLst>
                <a:path w="1469" h="401" extrusionOk="0">
                  <a:moveTo>
                    <a:pt x="1168" y="0"/>
                  </a:moveTo>
                  <a:cubicBezTo>
                    <a:pt x="1035" y="33"/>
                    <a:pt x="868" y="67"/>
                    <a:pt x="701" y="133"/>
                  </a:cubicBezTo>
                  <a:cubicBezTo>
                    <a:pt x="618" y="150"/>
                    <a:pt x="535" y="158"/>
                    <a:pt x="451" y="158"/>
                  </a:cubicBezTo>
                  <a:cubicBezTo>
                    <a:pt x="368" y="158"/>
                    <a:pt x="285" y="150"/>
                    <a:pt x="201" y="133"/>
                  </a:cubicBezTo>
                  <a:cubicBezTo>
                    <a:pt x="134" y="133"/>
                    <a:pt x="1" y="234"/>
                    <a:pt x="1" y="300"/>
                  </a:cubicBezTo>
                  <a:cubicBezTo>
                    <a:pt x="1" y="334"/>
                    <a:pt x="201" y="400"/>
                    <a:pt x="268" y="400"/>
                  </a:cubicBezTo>
                  <a:cubicBezTo>
                    <a:pt x="368" y="334"/>
                    <a:pt x="535" y="300"/>
                    <a:pt x="701" y="300"/>
                  </a:cubicBezTo>
                  <a:lnTo>
                    <a:pt x="1202" y="300"/>
                  </a:lnTo>
                  <a:cubicBezTo>
                    <a:pt x="1302" y="234"/>
                    <a:pt x="1435" y="167"/>
                    <a:pt x="1469" y="133"/>
                  </a:cubicBezTo>
                  <a:cubicBezTo>
                    <a:pt x="1435" y="67"/>
                    <a:pt x="1202" y="0"/>
                    <a:pt x="11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69" name="Google Shape;5469;p69"/>
            <p:cNvSpPr/>
            <p:nvPr/>
          </p:nvSpPr>
          <p:spPr>
            <a:xfrm>
              <a:off x="5121803" y="4111135"/>
              <a:ext cx="33884" cy="9092"/>
            </a:xfrm>
            <a:custGeom>
              <a:avLst/>
              <a:gdLst/>
              <a:ahLst/>
              <a:cxnLst/>
              <a:rect l="l" t="t" r="r" b="b"/>
              <a:pathLst>
                <a:path w="2102" h="564" extrusionOk="0">
                  <a:moveTo>
                    <a:pt x="2081" y="0"/>
                  </a:moveTo>
                  <a:cubicBezTo>
                    <a:pt x="2054" y="0"/>
                    <a:pt x="2002" y="30"/>
                    <a:pt x="1935" y="30"/>
                  </a:cubicBezTo>
                  <a:cubicBezTo>
                    <a:pt x="1902" y="30"/>
                    <a:pt x="1868" y="64"/>
                    <a:pt x="1835" y="64"/>
                  </a:cubicBezTo>
                  <a:lnTo>
                    <a:pt x="1735" y="64"/>
                  </a:lnTo>
                  <a:cubicBezTo>
                    <a:pt x="1502" y="254"/>
                    <a:pt x="1203" y="323"/>
                    <a:pt x="887" y="323"/>
                  </a:cubicBezTo>
                  <a:cubicBezTo>
                    <a:pt x="705" y="323"/>
                    <a:pt x="517" y="300"/>
                    <a:pt x="334" y="264"/>
                  </a:cubicBezTo>
                  <a:cubicBezTo>
                    <a:pt x="201" y="264"/>
                    <a:pt x="0" y="397"/>
                    <a:pt x="0" y="430"/>
                  </a:cubicBezTo>
                  <a:cubicBezTo>
                    <a:pt x="34" y="464"/>
                    <a:pt x="267" y="564"/>
                    <a:pt x="367" y="564"/>
                  </a:cubicBezTo>
                  <a:cubicBezTo>
                    <a:pt x="868" y="430"/>
                    <a:pt x="1368" y="464"/>
                    <a:pt x="1902" y="297"/>
                  </a:cubicBezTo>
                  <a:cubicBezTo>
                    <a:pt x="1969" y="264"/>
                    <a:pt x="2069" y="197"/>
                    <a:pt x="2035" y="197"/>
                  </a:cubicBezTo>
                  <a:cubicBezTo>
                    <a:pt x="2102" y="97"/>
                    <a:pt x="2102" y="30"/>
                    <a:pt x="2102" y="30"/>
                  </a:cubicBezTo>
                  <a:cubicBezTo>
                    <a:pt x="2102" y="8"/>
                    <a:pt x="2095" y="0"/>
                    <a:pt x="20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70" name="Google Shape;5470;p69"/>
            <p:cNvSpPr/>
            <p:nvPr/>
          </p:nvSpPr>
          <p:spPr>
            <a:xfrm>
              <a:off x="5133087" y="4086343"/>
              <a:ext cx="32288" cy="9366"/>
            </a:xfrm>
            <a:custGeom>
              <a:avLst/>
              <a:gdLst/>
              <a:ahLst/>
              <a:cxnLst/>
              <a:rect l="l" t="t" r="r" b="b"/>
              <a:pathLst>
                <a:path w="2003" h="581" extrusionOk="0">
                  <a:moveTo>
                    <a:pt x="1635" y="0"/>
                  </a:moveTo>
                  <a:cubicBezTo>
                    <a:pt x="1202" y="201"/>
                    <a:pt x="735" y="201"/>
                    <a:pt x="301" y="267"/>
                  </a:cubicBezTo>
                  <a:cubicBezTo>
                    <a:pt x="168" y="301"/>
                    <a:pt x="1" y="467"/>
                    <a:pt x="34" y="501"/>
                  </a:cubicBezTo>
                  <a:cubicBezTo>
                    <a:pt x="34" y="550"/>
                    <a:pt x="177" y="581"/>
                    <a:pt x="280" y="581"/>
                  </a:cubicBezTo>
                  <a:cubicBezTo>
                    <a:pt x="318" y="581"/>
                    <a:pt x="350" y="576"/>
                    <a:pt x="368" y="567"/>
                  </a:cubicBezTo>
                  <a:cubicBezTo>
                    <a:pt x="802" y="334"/>
                    <a:pt x="1235" y="334"/>
                    <a:pt x="1702" y="334"/>
                  </a:cubicBezTo>
                  <a:cubicBezTo>
                    <a:pt x="1802" y="301"/>
                    <a:pt x="2002" y="167"/>
                    <a:pt x="2002" y="100"/>
                  </a:cubicBezTo>
                  <a:cubicBezTo>
                    <a:pt x="1969" y="34"/>
                    <a:pt x="1702" y="0"/>
                    <a:pt x="16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71" name="Google Shape;5471;p69"/>
            <p:cNvSpPr/>
            <p:nvPr/>
          </p:nvSpPr>
          <p:spPr>
            <a:xfrm>
              <a:off x="5143307" y="4069126"/>
              <a:ext cx="29596" cy="5932"/>
            </a:xfrm>
            <a:custGeom>
              <a:avLst/>
              <a:gdLst/>
              <a:ahLst/>
              <a:cxnLst/>
              <a:rect l="l" t="t" r="r" b="b"/>
              <a:pathLst>
                <a:path w="1836" h="368" extrusionOk="0">
                  <a:moveTo>
                    <a:pt x="1502" y="1"/>
                  </a:moveTo>
                  <a:cubicBezTo>
                    <a:pt x="1267" y="79"/>
                    <a:pt x="1033" y="111"/>
                    <a:pt x="792" y="111"/>
                  </a:cubicBezTo>
                  <a:cubicBezTo>
                    <a:pt x="621" y="111"/>
                    <a:pt x="447" y="95"/>
                    <a:pt x="268" y="68"/>
                  </a:cubicBezTo>
                  <a:cubicBezTo>
                    <a:pt x="168" y="134"/>
                    <a:pt x="1" y="234"/>
                    <a:pt x="34" y="268"/>
                  </a:cubicBezTo>
                  <a:cubicBezTo>
                    <a:pt x="67" y="334"/>
                    <a:pt x="268" y="368"/>
                    <a:pt x="334" y="368"/>
                  </a:cubicBezTo>
                  <a:cubicBezTo>
                    <a:pt x="579" y="279"/>
                    <a:pt x="838" y="249"/>
                    <a:pt x="1113" y="249"/>
                  </a:cubicBezTo>
                  <a:cubicBezTo>
                    <a:pt x="1250" y="249"/>
                    <a:pt x="1391" y="257"/>
                    <a:pt x="1535" y="268"/>
                  </a:cubicBezTo>
                  <a:cubicBezTo>
                    <a:pt x="1669" y="234"/>
                    <a:pt x="1835" y="168"/>
                    <a:pt x="1835" y="134"/>
                  </a:cubicBezTo>
                  <a:cubicBezTo>
                    <a:pt x="1769" y="68"/>
                    <a:pt x="1569" y="1"/>
                    <a:pt x="15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72" name="Google Shape;5472;p69"/>
            <p:cNvSpPr/>
            <p:nvPr/>
          </p:nvSpPr>
          <p:spPr>
            <a:xfrm>
              <a:off x="5141695" y="4232245"/>
              <a:ext cx="32820" cy="10526"/>
            </a:xfrm>
            <a:custGeom>
              <a:avLst/>
              <a:gdLst/>
              <a:ahLst/>
              <a:cxnLst/>
              <a:rect l="l" t="t" r="r" b="b"/>
              <a:pathLst>
                <a:path w="2036" h="653" extrusionOk="0">
                  <a:moveTo>
                    <a:pt x="1764" y="0"/>
                  </a:moveTo>
                  <a:cubicBezTo>
                    <a:pt x="1726" y="0"/>
                    <a:pt x="1693" y="6"/>
                    <a:pt x="1669" y="23"/>
                  </a:cubicBezTo>
                  <a:cubicBezTo>
                    <a:pt x="1268" y="223"/>
                    <a:pt x="801" y="323"/>
                    <a:pt x="301" y="389"/>
                  </a:cubicBezTo>
                  <a:cubicBezTo>
                    <a:pt x="167" y="423"/>
                    <a:pt x="1" y="590"/>
                    <a:pt x="34" y="623"/>
                  </a:cubicBezTo>
                  <a:cubicBezTo>
                    <a:pt x="34" y="623"/>
                    <a:pt x="153" y="653"/>
                    <a:pt x="251" y="653"/>
                  </a:cubicBezTo>
                  <a:cubicBezTo>
                    <a:pt x="301" y="653"/>
                    <a:pt x="345" y="645"/>
                    <a:pt x="368" y="623"/>
                  </a:cubicBezTo>
                  <a:cubicBezTo>
                    <a:pt x="801" y="423"/>
                    <a:pt x="1302" y="289"/>
                    <a:pt x="1769" y="256"/>
                  </a:cubicBezTo>
                  <a:cubicBezTo>
                    <a:pt x="1835" y="256"/>
                    <a:pt x="2035" y="89"/>
                    <a:pt x="2035" y="89"/>
                  </a:cubicBezTo>
                  <a:cubicBezTo>
                    <a:pt x="2035" y="64"/>
                    <a:pt x="1882" y="0"/>
                    <a:pt x="17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73" name="Google Shape;5473;p69"/>
            <p:cNvSpPr/>
            <p:nvPr/>
          </p:nvSpPr>
          <p:spPr>
            <a:xfrm>
              <a:off x="5146531" y="4219155"/>
              <a:ext cx="29596" cy="7012"/>
            </a:xfrm>
            <a:custGeom>
              <a:avLst/>
              <a:gdLst/>
              <a:ahLst/>
              <a:cxnLst/>
              <a:rect l="l" t="t" r="r" b="b"/>
              <a:pathLst>
                <a:path w="1836" h="435" extrusionOk="0">
                  <a:moveTo>
                    <a:pt x="1502" y="1"/>
                  </a:moveTo>
                  <a:cubicBezTo>
                    <a:pt x="1126" y="87"/>
                    <a:pt x="776" y="174"/>
                    <a:pt x="407" y="174"/>
                  </a:cubicBezTo>
                  <a:cubicBezTo>
                    <a:pt x="350" y="174"/>
                    <a:pt x="293" y="172"/>
                    <a:pt x="234" y="167"/>
                  </a:cubicBezTo>
                  <a:cubicBezTo>
                    <a:pt x="134" y="201"/>
                    <a:pt x="1" y="301"/>
                    <a:pt x="1" y="368"/>
                  </a:cubicBezTo>
                  <a:cubicBezTo>
                    <a:pt x="1" y="401"/>
                    <a:pt x="201" y="434"/>
                    <a:pt x="301" y="434"/>
                  </a:cubicBezTo>
                  <a:cubicBezTo>
                    <a:pt x="648" y="348"/>
                    <a:pt x="1019" y="261"/>
                    <a:pt x="1373" y="261"/>
                  </a:cubicBezTo>
                  <a:cubicBezTo>
                    <a:pt x="1427" y="261"/>
                    <a:pt x="1482" y="263"/>
                    <a:pt x="1535" y="267"/>
                  </a:cubicBezTo>
                  <a:cubicBezTo>
                    <a:pt x="1635" y="234"/>
                    <a:pt x="1836" y="167"/>
                    <a:pt x="1836" y="101"/>
                  </a:cubicBezTo>
                  <a:cubicBezTo>
                    <a:pt x="1836" y="67"/>
                    <a:pt x="1569" y="1"/>
                    <a:pt x="15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74" name="Google Shape;5474;p69"/>
            <p:cNvSpPr/>
            <p:nvPr/>
          </p:nvSpPr>
          <p:spPr>
            <a:xfrm>
              <a:off x="5147079" y="4204099"/>
              <a:ext cx="31192" cy="7544"/>
            </a:xfrm>
            <a:custGeom>
              <a:avLst/>
              <a:gdLst/>
              <a:ahLst/>
              <a:cxnLst/>
              <a:rect l="l" t="t" r="r" b="b"/>
              <a:pathLst>
                <a:path w="1935" h="468" extrusionOk="0">
                  <a:moveTo>
                    <a:pt x="1535" y="1"/>
                  </a:moveTo>
                  <a:cubicBezTo>
                    <a:pt x="1203" y="111"/>
                    <a:pt x="849" y="176"/>
                    <a:pt x="490" y="176"/>
                  </a:cubicBezTo>
                  <a:cubicBezTo>
                    <a:pt x="416" y="176"/>
                    <a:pt x="342" y="173"/>
                    <a:pt x="267" y="167"/>
                  </a:cubicBezTo>
                  <a:cubicBezTo>
                    <a:pt x="167" y="201"/>
                    <a:pt x="0" y="334"/>
                    <a:pt x="0" y="368"/>
                  </a:cubicBezTo>
                  <a:cubicBezTo>
                    <a:pt x="34" y="401"/>
                    <a:pt x="267" y="468"/>
                    <a:pt x="334" y="468"/>
                  </a:cubicBezTo>
                  <a:cubicBezTo>
                    <a:pt x="638" y="357"/>
                    <a:pt x="1010" y="292"/>
                    <a:pt x="1376" y="292"/>
                  </a:cubicBezTo>
                  <a:cubicBezTo>
                    <a:pt x="1452" y="292"/>
                    <a:pt x="1527" y="295"/>
                    <a:pt x="1601" y="301"/>
                  </a:cubicBezTo>
                  <a:cubicBezTo>
                    <a:pt x="1701" y="301"/>
                    <a:pt x="1935" y="167"/>
                    <a:pt x="1868" y="134"/>
                  </a:cubicBezTo>
                  <a:cubicBezTo>
                    <a:pt x="1868" y="101"/>
                    <a:pt x="1635" y="1"/>
                    <a:pt x="15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75" name="Google Shape;5475;p69"/>
            <p:cNvSpPr/>
            <p:nvPr/>
          </p:nvSpPr>
          <p:spPr>
            <a:xfrm>
              <a:off x="5155671" y="4187431"/>
              <a:ext cx="27984" cy="5400"/>
            </a:xfrm>
            <a:custGeom>
              <a:avLst/>
              <a:gdLst/>
              <a:ahLst/>
              <a:cxnLst/>
              <a:rect l="l" t="t" r="r" b="b"/>
              <a:pathLst>
                <a:path w="1736" h="335" extrusionOk="0">
                  <a:moveTo>
                    <a:pt x="1402" y="1"/>
                  </a:moveTo>
                  <a:cubicBezTo>
                    <a:pt x="1235" y="84"/>
                    <a:pt x="1043" y="117"/>
                    <a:pt x="847" y="117"/>
                  </a:cubicBezTo>
                  <a:cubicBezTo>
                    <a:pt x="651" y="117"/>
                    <a:pt x="451" y="84"/>
                    <a:pt x="268" y="34"/>
                  </a:cubicBezTo>
                  <a:cubicBezTo>
                    <a:pt x="168" y="34"/>
                    <a:pt x="1" y="167"/>
                    <a:pt x="1" y="201"/>
                  </a:cubicBezTo>
                  <a:cubicBezTo>
                    <a:pt x="1" y="234"/>
                    <a:pt x="168" y="334"/>
                    <a:pt x="268" y="334"/>
                  </a:cubicBezTo>
                  <a:cubicBezTo>
                    <a:pt x="470" y="279"/>
                    <a:pt x="672" y="254"/>
                    <a:pt x="885" y="254"/>
                  </a:cubicBezTo>
                  <a:cubicBezTo>
                    <a:pt x="1059" y="254"/>
                    <a:pt x="1240" y="271"/>
                    <a:pt x="1435" y="301"/>
                  </a:cubicBezTo>
                  <a:cubicBezTo>
                    <a:pt x="1502" y="301"/>
                    <a:pt x="1736" y="167"/>
                    <a:pt x="1669" y="134"/>
                  </a:cubicBezTo>
                  <a:cubicBezTo>
                    <a:pt x="1669" y="67"/>
                    <a:pt x="1469" y="1"/>
                    <a:pt x="1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76" name="Google Shape;5476;p69"/>
            <p:cNvSpPr/>
            <p:nvPr/>
          </p:nvSpPr>
          <p:spPr>
            <a:xfrm>
              <a:off x="5165891" y="4173455"/>
              <a:ext cx="21536" cy="4320"/>
            </a:xfrm>
            <a:custGeom>
              <a:avLst/>
              <a:gdLst/>
              <a:ahLst/>
              <a:cxnLst/>
              <a:rect l="l" t="t" r="r" b="b"/>
              <a:pathLst>
                <a:path w="1336" h="268" extrusionOk="0">
                  <a:moveTo>
                    <a:pt x="201" y="0"/>
                  </a:moveTo>
                  <a:cubicBezTo>
                    <a:pt x="67" y="0"/>
                    <a:pt x="1" y="100"/>
                    <a:pt x="1" y="167"/>
                  </a:cubicBezTo>
                  <a:cubicBezTo>
                    <a:pt x="1" y="200"/>
                    <a:pt x="168" y="267"/>
                    <a:pt x="201" y="267"/>
                  </a:cubicBezTo>
                  <a:cubicBezTo>
                    <a:pt x="336" y="222"/>
                    <a:pt x="472" y="204"/>
                    <a:pt x="607" y="204"/>
                  </a:cubicBezTo>
                  <a:cubicBezTo>
                    <a:pt x="772" y="204"/>
                    <a:pt x="937" y="230"/>
                    <a:pt x="1102" y="267"/>
                  </a:cubicBezTo>
                  <a:cubicBezTo>
                    <a:pt x="1168" y="267"/>
                    <a:pt x="1335" y="200"/>
                    <a:pt x="1302" y="167"/>
                  </a:cubicBezTo>
                  <a:cubicBezTo>
                    <a:pt x="1302" y="100"/>
                    <a:pt x="1135" y="0"/>
                    <a:pt x="1102" y="0"/>
                  </a:cubicBezTo>
                  <a:cubicBezTo>
                    <a:pt x="951" y="34"/>
                    <a:pt x="801" y="50"/>
                    <a:pt x="651" y="50"/>
                  </a:cubicBezTo>
                  <a:cubicBezTo>
                    <a:pt x="501" y="50"/>
                    <a:pt x="351" y="34"/>
                    <a:pt x="2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77" name="Google Shape;5477;p69"/>
            <p:cNvSpPr/>
            <p:nvPr/>
          </p:nvSpPr>
          <p:spPr>
            <a:xfrm>
              <a:off x="5341196" y="4182369"/>
              <a:ext cx="38720" cy="10462"/>
            </a:xfrm>
            <a:custGeom>
              <a:avLst/>
              <a:gdLst/>
              <a:ahLst/>
              <a:cxnLst/>
              <a:rect l="l" t="t" r="r" b="b"/>
              <a:pathLst>
                <a:path w="2402" h="649" extrusionOk="0">
                  <a:moveTo>
                    <a:pt x="221" y="476"/>
                  </a:moveTo>
                  <a:cubicBezTo>
                    <a:pt x="222" y="476"/>
                    <a:pt x="228" y="480"/>
                    <a:pt x="239" y="489"/>
                  </a:cubicBezTo>
                  <a:lnTo>
                    <a:pt x="239" y="489"/>
                  </a:lnTo>
                  <a:cubicBezTo>
                    <a:pt x="225" y="481"/>
                    <a:pt x="219" y="476"/>
                    <a:pt x="221" y="476"/>
                  </a:cubicBezTo>
                  <a:close/>
                  <a:moveTo>
                    <a:pt x="255" y="503"/>
                  </a:moveTo>
                  <a:cubicBezTo>
                    <a:pt x="259" y="506"/>
                    <a:pt x="263" y="510"/>
                    <a:pt x="267" y="515"/>
                  </a:cubicBezTo>
                  <a:cubicBezTo>
                    <a:pt x="254" y="515"/>
                    <a:pt x="251" y="509"/>
                    <a:pt x="255" y="503"/>
                  </a:cubicBezTo>
                  <a:close/>
                  <a:moveTo>
                    <a:pt x="305" y="476"/>
                  </a:moveTo>
                  <a:lnTo>
                    <a:pt x="334" y="515"/>
                  </a:lnTo>
                  <a:lnTo>
                    <a:pt x="300" y="515"/>
                  </a:lnTo>
                  <a:cubicBezTo>
                    <a:pt x="284" y="509"/>
                    <a:pt x="270" y="503"/>
                    <a:pt x="258" y="498"/>
                  </a:cubicBezTo>
                  <a:lnTo>
                    <a:pt x="258" y="498"/>
                  </a:lnTo>
                  <a:cubicBezTo>
                    <a:pt x="267" y="490"/>
                    <a:pt x="283" y="481"/>
                    <a:pt x="300" y="481"/>
                  </a:cubicBezTo>
                  <a:cubicBezTo>
                    <a:pt x="302" y="480"/>
                    <a:pt x="304" y="478"/>
                    <a:pt x="305" y="476"/>
                  </a:cubicBezTo>
                  <a:close/>
                  <a:moveTo>
                    <a:pt x="2102" y="0"/>
                  </a:moveTo>
                  <a:cubicBezTo>
                    <a:pt x="2047" y="0"/>
                    <a:pt x="1998" y="5"/>
                    <a:pt x="1968" y="14"/>
                  </a:cubicBezTo>
                  <a:cubicBezTo>
                    <a:pt x="1735" y="114"/>
                    <a:pt x="1468" y="214"/>
                    <a:pt x="1168" y="281"/>
                  </a:cubicBezTo>
                  <a:cubicBezTo>
                    <a:pt x="901" y="315"/>
                    <a:pt x="634" y="348"/>
                    <a:pt x="334" y="348"/>
                  </a:cubicBezTo>
                  <a:cubicBezTo>
                    <a:pt x="327" y="348"/>
                    <a:pt x="319" y="349"/>
                    <a:pt x="312" y="352"/>
                  </a:cubicBezTo>
                  <a:lnTo>
                    <a:pt x="312" y="352"/>
                  </a:lnTo>
                  <a:cubicBezTo>
                    <a:pt x="300" y="348"/>
                    <a:pt x="283" y="348"/>
                    <a:pt x="267" y="348"/>
                  </a:cubicBezTo>
                  <a:cubicBezTo>
                    <a:pt x="245" y="348"/>
                    <a:pt x="237" y="333"/>
                    <a:pt x="205" y="333"/>
                  </a:cubicBezTo>
                  <a:cubicBezTo>
                    <a:pt x="189" y="333"/>
                    <a:pt x="167" y="337"/>
                    <a:pt x="134" y="348"/>
                  </a:cubicBezTo>
                  <a:cubicBezTo>
                    <a:pt x="100" y="348"/>
                    <a:pt x="67" y="381"/>
                    <a:pt x="67" y="448"/>
                  </a:cubicBezTo>
                  <a:lnTo>
                    <a:pt x="67" y="515"/>
                  </a:lnTo>
                  <a:lnTo>
                    <a:pt x="0" y="648"/>
                  </a:lnTo>
                  <a:lnTo>
                    <a:pt x="300" y="648"/>
                  </a:lnTo>
                  <a:cubicBezTo>
                    <a:pt x="601" y="548"/>
                    <a:pt x="834" y="481"/>
                    <a:pt x="1134" y="448"/>
                  </a:cubicBezTo>
                  <a:cubicBezTo>
                    <a:pt x="1435" y="381"/>
                    <a:pt x="1668" y="348"/>
                    <a:pt x="1968" y="315"/>
                  </a:cubicBezTo>
                  <a:cubicBezTo>
                    <a:pt x="2102" y="315"/>
                    <a:pt x="2335" y="148"/>
                    <a:pt x="2402" y="48"/>
                  </a:cubicBezTo>
                  <a:cubicBezTo>
                    <a:pt x="2402" y="24"/>
                    <a:pt x="2235" y="0"/>
                    <a:pt x="2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78" name="Google Shape;5478;p69"/>
            <p:cNvSpPr/>
            <p:nvPr/>
          </p:nvSpPr>
          <p:spPr>
            <a:xfrm>
              <a:off x="5343872" y="4166233"/>
              <a:ext cx="28516" cy="8850"/>
            </a:xfrm>
            <a:custGeom>
              <a:avLst/>
              <a:gdLst/>
              <a:ahLst/>
              <a:cxnLst/>
              <a:rect l="l" t="t" r="r" b="b"/>
              <a:pathLst>
                <a:path w="1769" h="549" extrusionOk="0">
                  <a:moveTo>
                    <a:pt x="1474" y="1"/>
                  </a:moveTo>
                  <a:cubicBezTo>
                    <a:pt x="1439" y="1"/>
                    <a:pt x="1412" y="5"/>
                    <a:pt x="1402" y="15"/>
                  </a:cubicBezTo>
                  <a:cubicBezTo>
                    <a:pt x="1235" y="148"/>
                    <a:pt x="1002" y="215"/>
                    <a:pt x="835" y="281"/>
                  </a:cubicBezTo>
                  <a:cubicBezTo>
                    <a:pt x="701" y="281"/>
                    <a:pt x="583" y="296"/>
                    <a:pt x="459" y="296"/>
                  </a:cubicBezTo>
                  <a:cubicBezTo>
                    <a:pt x="398" y="296"/>
                    <a:pt x="335" y="293"/>
                    <a:pt x="268" y="281"/>
                  </a:cubicBezTo>
                  <a:cubicBezTo>
                    <a:pt x="168" y="281"/>
                    <a:pt x="1" y="382"/>
                    <a:pt x="1" y="448"/>
                  </a:cubicBezTo>
                  <a:cubicBezTo>
                    <a:pt x="1" y="482"/>
                    <a:pt x="234" y="548"/>
                    <a:pt x="301" y="548"/>
                  </a:cubicBezTo>
                  <a:cubicBezTo>
                    <a:pt x="735" y="448"/>
                    <a:pt x="1102" y="382"/>
                    <a:pt x="1502" y="315"/>
                  </a:cubicBezTo>
                  <a:cubicBezTo>
                    <a:pt x="1602" y="281"/>
                    <a:pt x="1769" y="115"/>
                    <a:pt x="1736" y="48"/>
                  </a:cubicBezTo>
                  <a:cubicBezTo>
                    <a:pt x="1688" y="24"/>
                    <a:pt x="1558" y="1"/>
                    <a:pt x="1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79" name="Google Shape;5479;p69"/>
            <p:cNvSpPr/>
            <p:nvPr/>
          </p:nvSpPr>
          <p:spPr>
            <a:xfrm>
              <a:off x="5334732" y="4153450"/>
              <a:ext cx="34432" cy="9269"/>
            </a:xfrm>
            <a:custGeom>
              <a:avLst/>
              <a:gdLst/>
              <a:ahLst/>
              <a:cxnLst/>
              <a:rect l="l" t="t" r="r" b="b"/>
              <a:pathLst>
                <a:path w="2136" h="575" extrusionOk="0">
                  <a:moveTo>
                    <a:pt x="2043" y="0"/>
                  </a:moveTo>
                  <a:cubicBezTo>
                    <a:pt x="1972" y="0"/>
                    <a:pt x="1788" y="74"/>
                    <a:pt x="1702" y="74"/>
                  </a:cubicBezTo>
                  <a:cubicBezTo>
                    <a:pt x="1458" y="252"/>
                    <a:pt x="1139" y="311"/>
                    <a:pt x="815" y="311"/>
                  </a:cubicBezTo>
                  <a:cubicBezTo>
                    <a:pt x="653" y="311"/>
                    <a:pt x="490" y="296"/>
                    <a:pt x="334" y="274"/>
                  </a:cubicBezTo>
                  <a:cubicBezTo>
                    <a:pt x="201" y="274"/>
                    <a:pt x="1" y="407"/>
                    <a:pt x="1" y="441"/>
                  </a:cubicBezTo>
                  <a:cubicBezTo>
                    <a:pt x="1" y="474"/>
                    <a:pt x="234" y="574"/>
                    <a:pt x="334" y="574"/>
                  </a:cubicBezTo>
                  <a:cubicBezTo>
                    <a:pt x="835" y="474"/>
                    <a:pt x="1335" y="474"/>
                    <a:pt x="1836" y="341"/>
                  </a:cubicBezTo>
                  <a:cubicBezTo>
                    <a:pt x="1969" y="307"/>
                    <a:pt x="2136" y="107"/>
                    <a:pt x="2069" y="7"/>
                  </a:cubicBezTo>
                  <a:cubicBezTo>
                    <a:pt x="2064" y="2"/>
                    <a:pt x="2055" y="0"/>
                    <a:pt x="20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80" name="Google Shape;5480;p69"/>
            <p:cNvSpPr/>
            <p:nvPr/>
          </p:nvSpPr>
          <p:spPr>
            <a:xfrm>
              <a:off x="5334200" y="4140732"/>
              <a:ext cx="30660" cy="8544"/>
            </a:xfrm>
            <a:custGeom>
              <a:avLst/>
              <a:gdLst/>
              <a:ahLst/>
              <a:cxnLst/>
              <a:rect l="l" t="t" r="r" b="b"/>
              <a:pathLst>
                <a:path w="1902" h="530" extrusionOk="0">
                  <a:moveTo>
                    <a:pt x="1597" y="0"/>
                  </a:moveTo>
                  <a:cubicBezTo>
                    <a:pt x="1546" y="0"/>
                    <a:pt x="1499" y="8"/>
                    <a:pt x="1468" y="29"/>
                  </a:cubicBezTo>
                  <a:cubicBezTo>
                    <a:pt x="1335" y="129"/>
                    <a:pt x="1101" y="196"/>
                    <a:pt x="901" y="229"/>
                  </a:cubicBezTo>
                  <a:cubicBezTo>
                    <a:pt x="801" y="246"/>
                    <a:pt x="701" y="254"/>
                    <a:pt x="597" y="254"/>
                  </a:cubicBezTo>
                  <a:cubicBezTo>
                    <a:pt x="493" y="254"/>
                    <a:pt x="384" y="246"/>
                    <a:pt x="267" y="229"/>
                  </a:cubicBezTo>
                  <a:cubicBezTo>
                    <a:pt x="167" y="229"/>
                    <a:pt x="1" y="362"/>
                    <a:pt x="1" y="396"/>
                  </a:cubicBezTo>
                  <a:cubicBezTo>
                    <a:pt x="1" y="429"/>
                    <a:pt x="201" y="529"/>
                    <a:pt x="267" y="529"/>
                  </a:cubicBezTo>
                  <a:cubicBezTo>
                    <a:pt x="534" y="462"/>
                    <a:pt x="734" y="396"/>
                    <a:pt x="935" y="396"/>
                  </a:cubicBezTo>
                  <a:cubicBezTo>
                    <a:pt x="1168" y="362"/>
                    <a:pt x="1402" y="362"/>
                    <a:pt x="1602" y="296"/>
                  </a:cubicBezTo>
                  <a:cubicBezTo>
                    <a:pt x="1702" y="262"/>
                    <a:pt x="1902" y="129"/>
                    <a:pt x="1835" y="62"/>
                  </a:cubicBezTo>
                  <a:cubicBezTo>
                    <a:pt x="1835" y="39"/>
                    <a:pt x="1708" y="0"/>
                    <a:pt x="15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481" name="Google Shape;5481;p69"/>
          <p:cNvGrpSpPr/>
          <p:nvPr/>
        </p:nvGrpSpPr>
        <p:grpSpPr>
          <a:xfrm>
            <a:off x="5733626" y="3295284"/>
            <a:ext cx="334799" cy="274075"/>
            <a:chOff x="5544985" y="3355575"/>
            <a:chExt cx="352754" cy="288774"/>
          </a:xfrm>
        </p:grpSpPr>
        <p:sp>
          <p:nvSpPr>
            <p:cNvPr id="5482" name="Google Shape;5482;p69"/>
            <p:cNvSpPr/>
            <p:nvPr/>
          </p:nvSpPr>
          <p:spPr>
            <a:xfrm>
              <a:off x="5544985" y="3467963"/>
              <a:ext cx="103797" cy="80133"/>
            </a:xfrm>
            <a:custGeom>
              <a:avLst/>
              <a:gdLst/>
              <a:ahLst/>
              <a:cxnLst/>
              <a:rect l="l" t="t" r="r" b="b"/>
              <a:pathLst>
                <a:path w="6439" h="4971" extrusionOk="0">
                  <a:moveTo>
                    <a:pt x="5338" y="1"/>
                  </a:moveTo>
                  <a:cubicBezTo>
                    <a:pt x="5271" y="1"/>
                    <a:pt x="5171" y="67"/>
                    <a:pt x="5138" y="67"/>
                  </a:cubicBezTo>
                  <a:cubicBezTo>
                    <a:pt x="4837" y="167"/>
                    <a:pt x="4637" y="334"/>
                    <a:pt x="4437" y="501"/>
                  </a:cubicBezTo>
                  <a:cubicBezTo>
                    <a:pt x="4204" y="668"/>
                    <a:pt x="4037" y="901"/>
                    <a:pt x="3870" y="1068"/>
                  </a:cubicBezTo>
                  <a:cubicBezTo>
                    <a:pt x="3536" y="1435"/>
                    <a:pt x="3270" y="1768"/>
                    <a:pt x="2969" y="2169"/>
                  </a:cubicBezTo>
                  <a:cubicBezTo>
                    <a:pt x="2669" y="2569"/>
                    <a:pt x="2436" y="2936"/>
                    <a:pt x="2102" y="3270"/>
                  </a:cubicBezTo>
                  <a:cubicBezTo>
                    <a:pt x="1802" y="3603"/>
                    <a:pt x="1402" y="3903"/>
                    <a:pt x="1035" y="4003"/>
                  </a:cubicBezTo>
                  <a:cubicBezTo>
                    <a:pt x="834" y="4137"/>
                    <a:pt x="534" y="4304"/>
                    <a:pt x="367" y="4470"/>
                  </a:cubicBezTo>
                  <a:cubicBezTo>
                    <a:pt x="234" y="4570"/>
                    <a:pt x="201" y="4604"/>
                    <a:pt x="167" y="4637"/>
                  </a:cubicBezTo>
                  <a:cubicBezTo>
                    <a:pt x="101" y="4637"/>
                    <a:pt x="108" y="4622"/>
                    <a:pt x="101" y="4622"/>
                  </a:cubicBezTo>
                  <a:cubicBezTo>
                    <a:pt x="97" y="4622"/>
                    <a:pt x="90" y="4626"/>
                    <a:pt x="67" y="4637"/>
                  </a:cubicBezTo>
                  <a:cubicBezTo>
                    <a:pt x="67" y="4671"/>
                    <a:pt x="1" y="4771"/>
                    <a:pt x="67" y="4904"/>
                  </a:cubicBezTo>
                  <a:cubicBezTo>
                    <a:pt x="234" y="4971"/>
                    <a:pt x="434" y="4971"/>
                    <a:pt x="568" y="4971"/>
                  </a:cubicBezTo>
                  <a:cubicBezTo>
                    <a:pt x="901" y="4937"/>
                    <a:pt x="1201" y="4837"/>
                    <a:pt x="1402" y="4771"/>
                  </a:cubicBezTo>
                  <a:cubicBezTo>
                    <a:pt x="2336" y="4103"/>
                    <a:pt x="2769" y="3236"/>
                    <a:pt x="3336" y="2469"/>
                  </a:cubicBezTo>
                  <a:cubicBezTo>
                    <a:pt x="3636" y="2102"/>
                    <a:pt x="3970" y="1768"/>
                    <a:pt x="4304" y="1468"/>
                  </a:cubicBezTo>
                  <a:cubicBezTo>
                    <a:pt x="4637" y="1235"/>
                    <a:pt x="5037" y="968"/>
                    <a:pt x="5371" y="935"/>
                  </a:cubicBezTo>
                  <a:cubicBezTo>
                    <a:pt x="5504" y="901"/>
                    <a:pt x="5705" y="834"/>
                    <a:pt x="5905" y="834"/>
                  </a:cubicBezTo>
                  <a:cubicBezTo>
                    <a:pt x="6101" y="890"/>
                    <a:pt x="6273" y="1017"/>
                    <a:pt x="6343" y="1017"/>
                  </a:cubicBezTo>
                  <a:cubicBezTo>
                    <a:pt x="6357" y="1017"/>
                    <a:pt x="6366" y="1012"/>
                    <a:pt x="6372" y="1001"/>
                  </a:cubicBezTo>
                  <a:cubicBezTo>
                    <a:pt x="6438" y="968"/>
                    <a:pt x="6438" y="668"/>
                    <a:pt x="6172" y="401"/>
                  </a:cubicBezTo>
                  <a:cubicBezTo>
                    <a:pt x="6072" y="301"/>
                    <a:pt x="6005" y="234"/>
                    <a:pt x="5905" y="167"/>
                  </a:cubicBezTo>
                  <a:cubicBezTo>
                    <a:pt x="5838" y="134"/>
                    <a:pt x="5705" y="101"/>
                    <a:pt x="5638" y="67"/>
                  </a:cubicBezTo>
                  <a:cubicBezTo>
                    <a:pt x="5504" y="1"/>
                    <a:pt x="5438" y="1"/>
                    <a:pt x="5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83" name="Google Shape;5483;p69"/>
            <p:cNvSpPr/>
            <p:nvPr/>
          </p:nvSpPr>
          <p:spPr>
            <a:xfrm>
              <a:off x="5631566" y="3355575"/>
              <a:ext cx="157557" cy="202209"/>
            </a:xfrm>
            <a:custGeom>
              <a:avLst/>
              <a:gdLst/>
              <a:ahLst/>
              <a:cxnLst/>
              <a:rect l="l" t="t" r="r" b="b"/>
              <a:pathLst>
                <a:path w="9774" h="12544" extrusionOk="0">
                  <a:moveTo>
                    <a:pt x="168" y="12385"/>
                  </a:moveTo>
                  <a:cubicBezTo>
                    <a:pt x="170" y="12393"/>
                    <a:pt x="176" y="12393"/>
                    <a:pt x="179" y="12393"/>
                  </a:cubicBezTo>
                  <a:cubicBezTo>
                    <a:pt x="184" y="12393"/>
                    <a:pt x="184" y="12393"/>
                    <a:pt x="167" y="12410"/>
                  </a:cubicBezTo>
                  <a:lnTo>
                    <a:pt x="167" y="12386"/>
                  </a:lnTo>
                  <a:lnTo>
                    <a:pt x="167" y="12386"/>
                  </a:lnTo>
                  <a:cubicBezTo>
                    <a:pt x="167" y="12386"/>
                    <a:pt x="168" y="12385"/>
                    <a:pt x="168" y="12385"/>
                  </a:cubicBezTo>
                  <a:close/>
                  <a:moveTo>
                    <a:pt x="6603" y="1"/>
                  </a:moveTo>
                  <a:cubicBezTo>
                    <a:pt x="6511" y="1"/>
                    <a:pt x="6422" y="11"/>
                    <a:pt x="6338" y="34"/>
                  </a:cubicBezTo>
                  <a:cubicBezTo>
                    <a:pt x="5971" y="101"/>
                    <a:pt x="5671" y="301"/>
                    <a:pt x="5371" y="535"/>
                  </a:cubicBezTo>
                  <a:cubicBezTo>
                    <a:pt x="4837" y="968"/>
                    <a:pt x="4470" y="1569"/>
                    <a:pt x="4170" y="2136"/>
                  </a:cubicBezTo>
                  <a:lnTo>
                    <a:pt x="3703" y="3036"/>
                  </a:lnTo>
                  <a:lnTo>
                    <a:pt x="3302" y="3904"/>
                  </a:lnTo>
                  <a:cubicBezTo>
                    <a:pt x="3169" y="4171"/>
                    <a:pt x="3036" y="4504"/>
                    <a:pt x="2935" y="4804"/>
                  </a:cubicBezTo>
                  <a:lnTo>
                    <a:pt x="2535" y="5738"/>
                  </a:lnTo>
                  <a:cubicBezTo>
                    <a:pt x="2335" y="6305"/>
                    <a:pt x="2102" y="6939"/>
                    <a:pt x="1868" y="7573"/>
                  </a:cubicBezTo>
                  <a:cubicBezTo>
                    <a:pt x="1668" y="8173"/>
                    <a:pt x="1501" y="8807"/>
                    <a:pt x="1301" y="9408"/>
                  </a:cubicBezTo>
                  <a:cubicBezTo>
                    <a:pt x="1134" y="9941"/>
                    <a:pt x="967" y="10575"/>
                    <a:pt x="767" y="11109"/>
                  </a:cubicBezTo>
                  <a:cubicBezTo>
                    <a:pt x="634" y="11409"/>
                    <a:pt x="534" y="11643"/>
                    <a:pt x="434" y="11843"/>
                  </a:cubicBezTo>
                  <a:cubicBezTo>
                    <a:pt x="321" y="12040"/>
                    <a:pt x="232" y="12214"/>
                    <a:pt x="167" y="12343"/>
                  </a:cubicBezTo>
                  <a:lnTo>
                    <a:pt x="167" y="12343"/>
                  </a:lnTo>
                  <a:lnTo>
                    <a:pt x="167" y="12310"/>
                  </a:lnTo>
                  <a:cubicBezTo>
                    <a:pt x="167" y="12276"/>
                    <a:pt x="133" y="12243"/>
                    <a:pt x="133" y="12243"/>
                  </a:cubicBezTo>
                  <a:lnTo>
                    <a:pt x="100" y="12276"/>
                  </a:lnTo>
                  <a:cubicBezTo>
                    <a:pt x="100" y="12310"/>
                    <a:pt x="33" y="12276"/>
                    <a:pt x="33" y="12410"/>
                  </a:cubicBezTo>
                  <a:cubicBezTo>
                    <a:pt x="0" y="12410"/>
                    <a:pt x="33" y="12443"/>
                    <a:pt x="100" y="12477"/>
                  </a:cubicBezTo>
                  <a:cubicBezTo>
                    <a:pt x="100" y="12543"/>
                    <a:pt x="133" y="12543"/>
                    <a:pt x="133" y="12543"/>
                  </a:cubicBezTo>
                  <a:lnTo>
                    <a:pt x="267" y="12543"/>
                  </a:lnTo>
                  <a:lnTo>
                    <a:pt x="300" y="12477"/>
                  </a:lnTo>
                  <a:cubicBezTo>
                    <a:pt x="434" y="12376"/>
                    <a:pt x="634" y="12210"/>
                    <a:pt x="834" y="11976"/>
                  </a:cubicBezTo>
                  <a:cubicBezTo>
                    <a:pt x="1034" y="11743"/>
                    <a:pt x="1268" y="11476"/>
                    <a:pt x="1434" y="11209"/>
                  </a:cubicBezTo>
                  <a:cubicBezTo>
                    <a:pt x="1501" y="11042"/>
                    <a:pt x="1601" y="10875"/>
                    <a:pt x="1668" y="10742"/>
                  </a:cubicBezTo>
                  <a:cubicBezTo>
                    <a:pt x="1768" y="10608"/>
                    <a:pt x="1835" y="10442"/>
                    <a:pt x="1868" y="10308"/>
                  </a:cubicBezTo>
                  <a:cubicBezTo>
                    <a:pt x="2001" y="10041"/>
                    <a:pt x="2102" y="9775"/>
                    <a:pt x="2135" y="9608"/>
                  </a:cubicBezTo>
                  <a:cubicBezTo>
                    <a:pt x="2302" y="8974"/>
                    <a:pt x="2368" y="8374"/>
                    <a:pt x="2535" y="7740"/>
                  </a:cubicBezTo>
                  <a:cubicBezTo>
                    <a:pt x="2702" y="7106"/>
                    <a:pt x="2935" y="6539"/>
                    <a:pt x="3102" y="5905"/>
                  </a:cubicBezTo>
                  <a:lnTo>
                    <a:pt x="3436" y="4971"/>
                  </a:lnTo>
                  <a:cubicBezTo>
                    <a:pt x="3503" y="4704"/>
                    <a:pt x="3636" y="4404"/>
                    <a:pt x="3769" y="4104"/>
                  </a:cubicBezTo>
                  <a:lnTo>
                    <a:pt x="4136" y="3237"/>
                  </a:lnTo>
                  <a:lnTo>
                    <a:pt x="4603" y="2403"/>
                  </a:lnTo>
                  <a:cubicBezTo>
                    <a:pt x="4837" y="1802"/>
                    <a:pt x="5204" y="1302"/>
                    <a:pt x="5671" y="935"/>
                  </a:cubicBezTo>
                  <a:cubicBezTo>
                    <a:pt x="5938" y="735"/>
                    <a:pt x="6171" y="601"/>
                    <a:pt x="6438" y="568"/>
                  </a:cubicBezTo>
                  <a:cubicBezTo>
                    <a:pt x="6477" y="562"/>
                    <a:pt x="6516" y="560"/>
                    <a:pt x="6555" y="560"/>
                  </a:cubicBezTo>
                  <a:cubicBezTo>
                    <a:pt x="6748" y="560"/>
                    <a:pt x="6938" y="629"/>
                    <a:pt x="7105" y="768"/>
                  </a:cubicBezTo>
                  <a:cubicBezTo>
                    <a:pt x="7272" y="935"/>
                    <a:pt x="7439" y="1235"/>
                    <a:pt x="7505" y="1469"/>
                  </a:cubicBezTo>
                  <a:cubicBezTo>
                    <a:pt x="7605" y="1769"/>
                    <a:pt x="7639" y="2036"/>
                    <a:pt x="7672" y="2369"/>
                  </a:cubicBezTo>
                  <a:cubicBezTo>
                    <a:pt x="7739" y="2970"/>
                    <a:pt x="7772" y="3603"/>
                    <a:pt x="7806" y="4271"/>
                  </a:cubicBezTo>
                  <a:cubicBezTo>
                    <a:pt x="7839" y="4871"/>
                    <a:pt x="8106" y="5872"/>
                    <a:pt x="8606" y="6572"/>
                  </a:cubicBezTo>
                  <a:cubicBezTo>
                    <a:pt x="8979" y="7350"/>
                    <a:pt x="9672" y="7576"/>
                    <a:pt x="9764" y="7576"/>
                  </a:cubicBezTo>
                  <a:cubicBezTo>
                    <a:pt x="9770" y="7576"/>
                    <a:pt x="9774" y="7575"/>
                    <a:pt x="9774" y="7573"/>
                  </a:cubicBezTo>
                  <a:cubicBezTo>
                    <a:pt x="9774" y="7506"/>
                    <a:pt x="9640" y="7406"/>
                    <a:pt x="9473" y="7173"/>
                  </a:cubicBezTo>
                  <a:cubicBezTo>
                    <a:pt x="9373" y="7073"/>
                    <a:pt x="9307" y="6939"/>
                    <a:pt x="9207" y="6772"/>
                  </a:cubicBezTo>
                  <a:cubicBezTo>
                    <a:pt x="9173" y="6639"/>
                    <a:pt x="9140" y="6439"/>
                    <a:pt x="9040" y="6272"/>
                  </a:cubicBezTo>
                  <a:cubicBezTo>
                    <a:pt x="8806" y="5538"/>
                    <a:pt x="8773" y="4604"/>
                    <a:pt x="8706" y="4137"/>
                  </a:cubicBezTo>
                  <a:cubicBezTo>
                    <a:pt x="8606" y="3503"/>
                    <a:pt x="8506" y="2903"/>
                    <a:pt x="8373" y="2236"/>
                  </a:cubicBezTo>
                  <a:cubicBezTo>
                    <a:pt x="8273" y="1569"/>
                    <a:pt x="8106" y="801"/>
                    <a:pt x="7472" y="301"/>
                  </a:cubicBezTo>
                  <a:cubicBezTo>
                    <a:pt x="7241" y="121"/>
                    <a:pt x="6910" y="1"/>
                    <a:pt x="66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84" name="Google Shape;5484;p69"/>
            <p:cNvSpPr/>
            <p:nvPr/>
          </p:nvSpPr>
          <p:spPr>
            <a:xfrm>
              <a:off x="5689098" y="3424939"/>
              <a:ext cx="26904" cy="4868"/>
            </a:xfrm>
            <a:custGeom>
              <a:avLst/>
              <a:gdLst/>
              <a:ahLst/>
              <a:cxnLst/>
              <a:rect l="l" t="t" r="r" b="b"/>
              <a:pathLst>
                <a:path w="1669" h="302" extrusionOk="0">
                  <a:moveTo>
                    <a:pt x="234" y="1"/>
                  </a:moveTo>
                  <a:cubicBezTo>
                    <a:pt x="167" y="1"/>
                    <a:pt x="0" y="134"/>
                    <a:pt x="0" y="168"/>
                  </a:cubicBezTo>
                  <a:cubicBezTo>
                    <a:pt x="0" y="234"/>
                    <a:pt x="167" y="301"/>
                    <a:pt x="234" y="301"/>
                  </a:cubicBezTo>
                  <a:cubicBezTo>
                    <a:pt x="417" y="268"/>
                    <a:pt x="609" y="251"/>
                    <a:pt x="801" y="251"/>
                  </a:cubicBezTo>
                  <a:cubicBezTo>
                    <a:pt x="993" y="251"/>
                    <a:pt x="1184" y="268"/>
                    <a:pt x="1368" y="301"/>
                  </a:cubicBezTo>
                  <a:cubicBezTo>
                    <a:pt x="1435" y="301"/>
                    <a:pt x="1668" y="234"/>
                    <a:pt x="1668" y="168"/>
                  </a:cubicBezTo>
                  <a:cubicBezTo>
                    <a:pt x="1668" y="134"/>
                    <a:pt x="1435" y="1"/>
                    <a:pt x="1368" y="1"/>
                  </a:cubicBezTo>
                  <a:cubicBezTo>
                    <a:pt x="1184" y="51"/>
                    <a:pt x="993" y="76"/>
                    <a:pt x="801" y="76"/>
                  </a:cubicBezTo>
                  <a:cubicBezTo>
                    <a:pt x="609" y="76"/>
                    <a:pt x="417" y="51"/>
                    <a:pt x="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85" name="Google Shape;5485;p69"/>
            <p:cNvSpPr/>
            <p:nvPr/>
          </p:nvSpPr>
          <p:spPr>
            <a:xfrm>
              <a:off x="5695546" y="3407739"/>
              <a:ext cx="24212" cy="5400"/>
            </a:xfrm>
            <a:custGeom>
              <a:avLst/>
              <a:gdLst/>
              <a:ahLst/>
              <a:cxnLst/>
              <a:rect l="l" t="t" r="r" b="b"/>
              <a:pathLst>
                <a:path w="1502" h="335" extrusionOk="0">
                  <a:moveTo>
                    <a:pt x="267" y="1"/>
                  </a:moveTo>
                  <a:cubicBezTo>
                    <a:pt x="167" y="1"/>
                    <a:pt x="34" y="34"/>
                    <a:pt x="1" y="67"/>
                  </a:cubicBezTo>
                  <a:cubicBezTo>
                    <a:pt x="1" y="134"/>
                    <a:pt x="134" y="301"/>
                    <a:pt x="201" y="301"/>
                  </a:cubicBezTo>
                  <a:cubicBezTo>
                    <a:pt x="429" y="301"/>
                    <a:pt x="636" y="279"/>
                    <a:pt x="834" y="279"/>
                  </a:cubicBezTo>
                  <a:cubicBezTo>
                    <a:pt x="982" y="279"/>
                    <a:pt x="1125" y="291"/>
                    <a:pt x="1268" y="334"/>
                  </a:cubicBezTo>
                  <a:cubicBezTo>
                    <a:pt x="1335" y="334"/>
                    <a:pt x="1502" y="234"/>
                    <a:pt x="1502" y="201"/>
                  </a:cubicBezTo>
                  <a:cubicBezTo>
                    <a:pt x="1502" y="167"/>
                    <a:pt x="1335" y="34"/>
                    <a:pt x="1268" y="34"/>
                  </a:cubicBezTo>
                  <a:cubicBezTo>
                    <a:pt x="1101" y="84"/>
                    <a:pt x="918" y="117"/>
                    <a:pt x="743" y="117"/>
                  </a:cubicBezTo>
                  <a:cubicBezTo>
                    <a:pt x="568" y="117"/>
                    <a:pt x="401" y="84"/>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86" name="Google Shape;5486;p69"/>
            <p:cNvSpPr/>
            <p:nvPr/>
          </p:nvSpPr>
          <p:spPr>
            <a:xfrm>
              <a:off x="5703074" y="3391603"/>
              <a:ext cx="16684" cy="5400"/>
            </a:xfrm>
            <a:custGeom>
              <a:avLst/>
              <a:gdLst/>
              <a:ahLst/>
              <a:cxnLst/>
              <a:rect l="l" t="t" r="r" b="b"/>
              <a:pathLst>
                <a:path w="1035" h="335" extrusionOk="0">
                  <a:moveTo>
                    <a:pt x="167" y="1"/>
                  </a:moveTo>
                  <a:cubicBezTo>
                    <a:pt x="67" y="1"/>
                    <a:pt x="1" y="134"/>
                    <a:pt x="1" y="168"/>
                  </a:cubicBezTo>
                  <a:cubicBezTo>
                    <a:pt x="1" y="201"/>
                    <a:pt x="134" y="301"/>
                    <a:pt x="167" y="301"/>
                  </a:cubicBezTo>
                  <a:cubicBezTo>
                    <a:pt x="234" y="234"/>
                    <a:pt x="367" y="234"/>
                    <a:pt x="501" y="234"/>
                  </a:cubicBezTo>
                  <a:cubicBezTo>
                    <a:pt x="634" y="234"/>
                    <a:pt x="701" y="301"/>
                    <a:pt x="834" y="334"/>
                  </a:cubicBezTo>
                  <a:cubicBezTo>
                    <a:pt x="901" y="334"/>
                    <a:pt x="1035" y="234"/>
                    <a:pt x="1035" y="201"/>
                  </a:cubicBezTo>
                  <a:cubicBezTo>
                    <a:pt x="1035" y="168"/>
                    <a:pt x="901" y="34"/>
                    <a:pt x="868" y="34"/>
                  </a:cubicBezTo>
                  <a:cubicBezTo>
                    <a:pt x="771" y="48"/>
                    <a:pt x="674" y="56"/>
                    <a:pt x="578" y="56"/>
                  </a:cubicBezTo>
                  <a:cubicBezTo>
                    <a:pt x="441" y="56"/>
                    <a:pt x="304" y="40"/>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87" name="Google Shape;5487;p69"/>
            <p:cNvSpPr/>
            <p:nvPr/>
          </p:nvSpPr>
          <p:spPr>
            <a:xfrm>
              <a:off x="5705218" y="3376015"/>
              <a:ext cx="27984" cy="8076"/>
            </a:xfrm>
            <a:custGeom>
              <a:avLst/>
              <a:gdLst/>
              <a:ahLst/>
              <a:cxnLst/>
              <a:rect l="l" t="t" r="r" b="b"/>
              <a:pathLst>
                <a:path w="1736" h="501" extrusionOk="0">
                  <a:moveTo>
                    <a:pt x="268" y="0"/>
                  </a:moveTo>
                  <a:cubicBezTo>
                    <a:pt x="134" y="0"/>
                    <a:pt x="1" y="101"/>
                    <a:pt x="1" y="134"/>
                  </a:cubicBezTo>
                  <a:cubicBezTo>
                    <a:pt x="1" y="167"/>
                    <a:pt x="168" y="301"/>
                    <a:pt x="234" y="301"/>
                  </a:cubicBezTo>
                  <a:cubicBezTo>
                    <a:pt x="668" y="301"/>
                    <a:pt x="1035" y="367"/>
                    <a:pt x="1435" y="501"/>
                  </a:cubicBezTo>
                  <a:cubicBezTo>
                    <a:pt x="1535" y="501"/>
                    <a:pt x="1736" y="467"/>
                    <a:pt x="1736" y="434"/>
                  </a:cubicBezTo>
                  <a:cubicBezTo>
                    <a:pt x="1736" y="334"/>
                    <a:pt x="1535" y="201"/>
                    <a:pt x="1435" y="201"/>
                  </a:cubicBezTo>
                  <a:cubicBezTo>
                    <a:pt x="1357" y="215"/>
                    <a:pt x="1275" y="222"/>
                    <a:pt x="1192" y="222"/>
                  </a:cubicBezTo>
                  <a:cubicBezTo>
                    <a:pt x="886" y="222"/>
                    <a:pt x="556" y="132"/>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88" name="Google Shape;5488;p69"/>
            <p:cNvSpPr/>
            <p:nvPr/>
          </p:nvSpPr>
          <p:spPr>
            <a:xfrm>
              <a:off x="5768683" y="3454519"/>
              <a:ext cx="129057" cy="137133"/>
            </a:xfrm>
            <a:custGeom>
              <a:avLst/>
              <a:gdLst/>
              <a:ahLst/>
              <a:cxnLst/>
              <a:rect l="l" t="t" r="r" b="b"/>
              <a:pathLst>
                <a:path w="8006" h="8507" extrusionOk="0">
                  <a:moveTo>
                    <a:pt x="2535" y="1"/>
                  </a:moveTo>
                  <a:cubicBezTo>
                    <a:pt x="2335" y="1"/>
                    <a:pt x="2168" y="34"/>
                    <a:pt x="2002" y="101"/>
                  </a:cubicBezTo>
                  <a:cubicBezTo>
                    <a:pt x="1868" y="134"/>
                    <a:pt x="1768" y="234"/>
                    <a:pt x="1635" y="301"/>
                  </a:cubicBezTo>
                  <a:cubicBezTo>
                    <a:pt x="1434" y="468"/>
                    <a:pt x="1201" y="634"/>
                    <a:pt x="1034" y="801"/>
                  </a:cubicBezTo>
                  <a:cubicBezTo>
                    <a:pt x="434" y="1502"/>
                    <a:pt x="0" y="2769"/>
                    <a:pt x="134" y="2836"/>
                  </a:cubicBezTo>
                  <a:cubicBezTo>
                    <a:pt x="135" y="2838"/>
                    <a:pt x="138" y="2839"/>
                    <a:pt x="142" y="2839"/>
                  </a:cubicBezTo>
                  <a:cubicBezTo>
                    <a:pt x="201" y="2839"/>
                    <a:pt x="486" y="2584"/>
                    <a:pt x="801" y="2269"/>
                  </a:cubicBezTo>
                  <a:cubicBezTo>
                    <a:pt x="1134" y="1935"/>
                    <a:pt x="1501" y="1602"/>
                    <a:pt x="1668" y="1368"/>
                  </a:cubicBezTo>
                  <a:cubicBezTo>
                    <a:pt x="1801" y="1201"/>
                    <a:pt x="1968" y="1068"/>
                    <a:pt x="2102" y="935"/>
                  </a:cubicBezTo>
                  <a:cubicBezTo>
                    <a:pt x="2202" y="801"/>
                    <a:pt x="2368" y="701"/>
                    <a:pt x="2435" y="701"/>
                  </a:cubicBezTo>
                  <a:lnTo>
                    <a:pt x="2669" y="868"/>
                  </a:lnTo>
                  <a:lnTo>
                    <a:pt x="3002" y="1235"/>
                  </a:lnTo>
                  <a:cubicBezTo>
                    <a:pt x="3236" y="1435"/>
                    <a:pt x="3436" y="1668"/>
                    <a:pt x="3636" y="1935"/>
                  </a:cubicBezTo>
                  <a:cubicBezTo>
                    <a:pt x="3769" y="2069"/>
                    <a:pt x="3836" y="2169"/>
                    <a:pt x="3970" y="2302"/>
                  </a:cubicBezTo>
                  <a:cubicBezTo>
                    <a:pt x="4070" y="2369"/>
                    <a:pt x="4103" y="2469"/>
                    <a:pt x="4170" y="2502"/>
                  </a:cubicBezTo>
                  <a:lnTo>
                    <a:pt x="4337" y="2669"/>
                  </a:lnTo>
                  <a:cubicBezTo>
                    <a:pt x="4603" y="2903"/>
                    <a:pt x="4837" y="3103"/>
                    <a:pt x="5037" y="3336"/>
                  </a:cubicBezTo>
                  <a:cubicBezTo>
                    <a:pt x="5471" y="3803"/>
                    <a:pt x="5738" y="4337"/>
                    <a:pt x="5938" y="4971"/>
                  </a:cubicBezTo>
                  <a:cubicBezTo>
                    <a:pt x="6004" y="5271"/>
                    <a:pt x="6138" y="5638"/>
                    <a:pt x="6271" y="5938"/>
                  </a:cubicBezTo>
                  <a:cubicBezTo>
                    <a:pt x="6405" y="6272"/>
                    <a:pt x="6571" y="6572"/>
                    <a:pt x="6672" y="6839"/>
                  </a:cubicBezTo>
                  <a:cubicBezTo>
                    <a:pt x="6838" y="7139"/>
                    <a:pt x="7172" y="7606"/>
                    <a:pt x="7372" y="7806"/>
                  </a:cubicBezTo>
                  <a:cubicBezTo>
                    <a:pt x="7639" y="8173"/>
                    <a:pt x="7772" y="8507"/>
                    <a:pt x="7839" y="8507"/>
                  </a:cubicBezTo>
                  <a:cubicBezTo>
                    <a:pt x="7939" y="8507"/>
                    <a:pt x="8006" y="8073"/>
                    <a:pt x="7872" y="7573"/>
                  </a:cubicBezTo>
                  <a:cubicBezTo>
                    <a:pt x="7806" y="7072"/>
                    <a:pt x="7539" y="6505"/>
                    <a:pt x="7439" y="6272"/>
                  </a:cubicBezTo>
                  <a:cubicBezTo>
                    <a:pt x="7205" y="6005"/>
                    <a:pt x="7038" y="5738"/>
                    <a:pt x="6872" y="5471"/>
                  </a:cubicBezTo>
                  <a:cubicBezTo>
                    <a:pt x="6705" y="5238"/>
                    <a:pt x="6605" y="4971"/>
                    <a:pt x="6471" y="4637"/>
                  </a:cubicBezTo>
                  <a:cubicBezTo>
                    <a:pt x="6205" y="4070"/>
                    <a:pt x="5871" y="3403"/>
                    <a:pt x="5371" y="2936"/>
                  </a:cubicBezTo>
                  <a:cubicBezTo>
                    <a:pt x="5137" y="2669"/>
                    <a:pt x="4870" y="2469"/>
                    <a:pt x="4637" y="2269"/>
                  </a:cubicBezTo>
                  <a:lnTo>
                    <a:pt x="4470" y="2102"/>
                  </a:lnTo>
                  <a:lnTo>
                    <a:pt x="4303" y="1935"/>
                  </a:lnTo>
                  <a:cubicBezTo>
                    <a:pt x="4203" y="1802"/>
                    <a:pt x="4103" y="1668"/>
                    <a:pt x="4003" y="1568"/>
                  </a:cubicBezTo>
                  <a:cubicBezTo>
                    <a:pt x="3836" y="1302"/>
                    <a:pt x="3636" y="1001"/>
                    <a:pt x="3436" y="768"/>
                  </a:cubicBezTo>
                  <a:cubicBezTo>
                    <a:pt x="3336" y="634"/>
                    <a:pt x="3202" y="501"/>
                    <a:pt x="3102" y="401"/>
                  </a:cubicBezTo>
                  <a:cubicBezTo>
                    <a:pt x="2969" y="267"/>
                    <a:pt x="2835" y="101"/>
                    <a:pt x="25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89" name="Google Shape;5489;p69"/>
            <p:cNvSpPr/>
            <p:nvPr/>
          </p:nvSpPr>
          <p:spPr>
            <a:xfrm>
              <a:off x="5663822" y="3520531"/>
              <a:ext cx="197889" cy="123818"/>
            </a:xfrm>
            <a:custGeom>
              <a:avLst/>
              <a:gdLst/>
              <a:ahLst/>
              <a:cxnLst/>
              <a:rect l="l" t="t" r="r" b="b"/>
              <a:pathLst>
                <a:path w="12276" h="7681" extrusionOk="0">
                  <a:moveTo>
                    <a:pt x="3748" y="0"/>
                  </a:moveTo>
                  <a:cubicBezTo>
                    <a:pt x="3484" y="0"/>
                    <a:pt x="3192" y="70"/>
                    <a:pt x="2969" y="209"/>
                  </a:cubicBezTo>
                  <a:cubicBezTo>
                    <a:pt x="2436" y="542"/>
                    <a:pt x="2135" y="1043"/>
                    <a:pt x="1902" y="1543"/>
                  </a:cubicBezTo>
                  <a:cubicBezTo>
                    <a:pt x="1401" y="2544"/>
                    <a:pt x="1101" y="3578"/>
                    <a:pt x="768" y="4645"/>
                  </a:cubicBezTo>
                  <a:cubicBezTo>
                    <a:pt x="634" y="5146"/>
                    <a:pt x="501" y="5913"/>
                    <a:pt x="334" y="6547"/>
                  </a:cubicBezTo>
                  <a:cubicBezTo>
                    <a:pt x="267" y="6880"/>
                    <a:pt x="234" y="7147"/>
                    <a:pt x="134" y="7347"/>
                  </a:cubicBezTo>
                  <a:cubicBezTo>
                    <a:pt x="101" y="7547"/>
                    <a:pt x="0" y="7647"/>
                    <a:pt x="67" y="7681"/>
                  </a:cubicBezTo>
                  <a:cubicBezTo>
                    <a:pt x="101" y="7681"/>
                    <a:pt x="234" y="7581"/>
                    <a:pt x="401" y="7414"/>
                  </a:cubicBezTo>
                  <a:cubicBezTo>
                    <a:pt x="568" y="7214"/>
                    <a:pt x="734" y="6980"/>
                    <a:pt x="901" y="6647"/>
                  </a:cubicBezTo>
                  <a:cubicBezTo>
                    <a:pt x="1235" y="5980"/>
                    <a:pt x="1502" y="5212"/>
                    <a:pt x="1602" y="4845"/>
                  </a:cubicBezTo>
                  <a:cubicBezTo>
                    <a:pt x="1802" y="3811"/>
                    <a:pt x="2002" y="2744"/>
                    <a:pt x="2436" y="1810"/>
                  </a:cubicBezTo>
                  <a:cubicBezTo>
                    <a:pt x="2636" y="1343"/>
                    <a:pt x="2903" y="876"/>
                    <a:pt x="3269" y="642"/>
                  </a:cubicBezTo>
                  <a:cubicBezTo>
                    <a:pt x="3426" y="538"/>
                    <a:pt x="3582" y="454"/>
                    <a:pt x="3754" y="454"/>
                  </a:cubicBezTo>
                  <a:cubicBezTo>
                    <a:pt x="3803" y="454"/>
                    <a:pt x="3852" y="461"/>
                    <a:pt x="3903" y="476"/>
                  </a:cubicBezTo>
                  <a:cubicBezTo>
                    <a:pt x="4103" y="509"/>
                    <a:pt x="4337" y="576"/>
                    <a:pt x="4570" y="709"/>
                  </a:cubicBezTo>
                  <a:cubicBezTo>
                    <a:pt x="4971" y="909"/>
                    <a:pt x="5304" y="1343"/>
                    <a:pt x="5638" y="1743"/>
                  </a:cubicBezTo>
                  <a:cubicBezTo>
                    <a:pt x="5805" y="1977"/>
                    <a:pt x="5971" y="2210"/>
                    <a:pt x="6138" y="2410"/>
                  </a:cubicBezTo>
                  <a:cubicBezTo>
                    <a:pt x="6238" y="2544"/>
                    <a:pt x="6338" y="2644"/>
                    <a:pt x="6438" y="2744"/>
                  </a:cubicBezTo>
                  <a:cubicBezTo>
                    <a:pt x="6572" y="2877"/>
                    <a:pt x="6639" y="2977"/>
                    <a:pt x="6772" y="3044"/>
                  </a:cubicBezTo>
                  <a:cubicBezTo>
                    <a:pt x="7239" y="3411"/>
                    <a:pt x="7673" y="3678"/>
                    <a:pt x="8140" y="3978"/>
                  </a:cubicBezTo>
                  <a:cubicBezTo>
                    <a:pt x="8340" y="4145"/>
                    <a:pt x="8607" y="4245"/>
                    <a:pt x="8773" y="4412"/>
                  </a:cubicBezTo>
                  <a:cubicBezTo>
                    <a:pt x="8974" y="4545"/>
                    <a:pt x="9140" y="4712"/>
                    <a:pt x="9307" y="4912"/>
                  </a:cubicBezTo>
                  <a:cubicBezTo>
                    <a:pt x="9507" y="5079"/>
                    <a:pt x="9807" y="5379"/>
                    <a:pt x="10141" y="5546"/>
                  </a:cubicBezTo>
                  <a:cubicBezTo>
                    <a:pt x="10308" y="5646"/>
                    <a:pt x="10508" y="5679"/>
                    <a:pt x="10675" y="5746"/>
                  </a:cubicBezTo>
                  <a:cubicBezTo>
                    <a:pt x="10842" y="5813"/>
                    <a:pt x="11008" y="5813"/>
                    <a:pt x="11175" y="5846"/>
                  </a:cubicBezTo>
                  <a:cubicBezTo>
                    <a:pt x="11475" y="5879"/>
                    <a:pt x="11742" y="5913"/>
                    <a:pt x="11942" y="5913"/>
                  </a:cubicBezTo>
                  <a:cubicBezTo>
                    <a:pt x="12142" y="5913"/>
                    <a:pt x="12276" y="5913"/>
                    <a:pt x="12276" y="5879"/>
                  </a:cubicBezTo>
                  <a:cubicBezTo>
                    <a:pt x="12276" y="5846"/>
                    <a:pt x="11776" y="5613"/>
                    <a:pt x="11175" y="5312"/>
                  </a:cubicBezTo>
                  <a:cubicBezTo>
                    <a:pt x="10908" y="5179"/>
                    <a:pt x="10641" y="4979"/>
                    <a:pt x="10441" y="4812"/>
                  </a:cubicBezTo>
                  <a:cubicBezTo>
                    <a:pt x="10241" y="4579"/>
                    <a:pt x="10074" y="4378"/>
                    <a:pt x="9908" y="4245"/>
                  </a:cubicBezTo>
                  <a:cubicBezTo>
                    <a:pt x="9641" y="4078"/>
                    <a:pt x="9441" y="3911"/>
                    <a:pt x="9174" y="3745"/>
                  </a:cubicBezTo>
                  <a:cubicBezTo>
                    <a:pt x="8940" y="3578"/>
                    <a:pt x="8673" y="3478"/>
                    <a:pt x="8440" y="3344"/>
                  </a:cubicBezTo>
                  <a:cubicBezTo>
                    <a:pt x="7939" y="3077"/>
                    <a:pt x="7439" y="2844"/>
                    <a:pt x="7072" y="2544"/>
                  </a:cubicBezTo>
                  <a:cubicBezTo>
                    <a:pt x="6238" y="2010"/>
                    <a:pt x="5771" y="876"/>
                    <a:pt x="4737" y="309"/>
                  </a:cubicBezTo>
                  <a:cubicBezTo>
                    <a:pt x="4470" y="175"/>
                    <a:pt x="4170" y="42"/>
                    <a:pt x="3903" y="9"/>
                  </a:cubicBezTo>
                  <a:cubicBezTo>
                    <a:pt x="3853" y="3"/>
                    <a:pt x="3801" y="0"/>
                    <a:pt x="37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90" name="Google Shape;5490;p69"/>
            <p:cNvSpPr/>
            <p:nvPr/>
          </p:nvSpPr>
          <p:spPr>
            <a:xfrm>
              <a:off x="5563814" y="3562878"/>
              <a:ext cx="123689" cy="69558"/>
            </a:xfrm>
            <a:custGeom>
              <a:avLst/>
              <a:gdLst/>
              <a:ahLst/>
              <a:cxnLst/>
              <a:rect l="l" t="t" r="r" b="b"/>
              <a:pathLst>
                <a:path w="7673" h="4315" extrusionOk="0">
                  <a:moveTo>
                    <a:pt x="6474" y="1"/>
                  </a:moveTo>
                  <a:cubicBezTo>
                    <a:pt x="6261" y="1"/>
                    <a:pt x="6045" y="52"/>
                    <a:pt x="5871" y="117"/>
                  </a:cubicBezTo>
                  <a:cubicBezTo>
                    <a:pt x="5604" y="250"/>
                    <a:pt x="5437" y="450"/>
                    <a:pt x="5270" y="617"/>
                  </a:cubicBezTo>
                  <a:cubicBezTo>
                    <a:pt x="4937" y="951"/>
                    <a:pt x="4670" y="1351"/>
                    <a:pt x="4370" y="1551"/>
                  </a:cubicBezTo>
                  <a:cubicBezTo>
                    <a:pt x="3936" y="1885"/>
                    <a:pt x="3369" y="2185"/>
                    <a:pt x="2835" y="2419"/>
                  </a:cubicBezTo>
                  <a:cubicBezTo>
                    <a:pt x="2535" y="2552"/>
                    <a:pt x="2268" y="2719"/>
                    <a:pt x="2001" y="2852"/>
                  </a:cubicBezTo>
                  <a:cubicBezTo>
                    <a:pt x="1768" y="2952"/>
                    <a:pt x="1501" y="3086"/>
                    <a:pt x="1201" y="3186"/>
                  </a:cubicBezTo>
                  <a:cubicBezTo>
                    <a:pt x="1001" y="3286"/>
                    <a:pt x="667" y="3519"/>
                    <a:pt x="467" y="3786"/>
                  </a:cubicBezTo>
                  <a:cubicBezTo>
                    <a:pt x="200" y="3953"/>
                    <a:pt x="0" y="4186"/>
                    <a:pt x="0" y="4220"/>
                  </a:cubicBezTo>
                  <a:cubicBezTo>
                    <a:pt x="24" y="4267"/>
                    <a:pt x="181" y="4314"/>
                    <a:pt x="400" y="4314"/>
                  </a:cubicBezTo>
                  <a:cubicBezTo>
                    <a:pt x="491" y="4314"/>
                    <a:pt x="593" y="4306"/>
                    <a:pt x="701" y="4287"/>
                  </a:cubicBezTo>
                  <a:cubicBezTo>
                    <a:pt x="1034" y="4253"/>
                    <a:pt x="1468" y="4120"/>
                    <a:pt x="1635" y="4053"/>
                  </a:cubicBezTo>
                  <a:cubicBezTo>
                    <a:pt x="1868" y="3886"/>
                    <a:pt x="2135" y="3719"/>
                    <a:pt x="2368" y="3519"/>
                  </a:cubicBezTo>
                  <a:cubicBezTo>
                    <a:pt x="2635" y="3353"/>
                    <a:pt x="2835" y="3186"/>
                    <a:pt x="3102" y="3019"/>
                  </a:cubicBezTo>
                  <a:cubicBezTo>
                    <a:pt x="3603" y="2685"/>
                    <a:pt x="4136" y="2385"/>
                    <a:pt x="4637" y="2018"/>
                  </a:cubicBezTo>
                  <a:cubicBezTo>
                    <a:pt x="5104" y="1718"/>
                    <a:pt x="5337" y="1351"/>
                    <a:pt x="5671" y="1084"/>
                  </a:cubicBezTo>
                  <a:cubicBezTo>
                    <a:pt x="5838" y="951"/>
                    <a:pt x="6004" y="884"/>
                    <a:pt x="6138" y="851"/>
                  </a:cubicBezTo>
                  <a:cubicBezTo>
                    <a:pt x="6198" y="821"/>
                    <a:pt x="6251" y="804"/>
                    <a:pt x="6304" y="804"/>
                  </a:cubicBezTo>
                  <a:cubicBezTo>
                    <a:pt x="6368" y="804"/>
                    <a:pt x="6431" y="829"/>
                    <a:pt x="6505" y="884"/>
                  </a:cubicBezTo>
                  <a:cubicBezTo>
                    <a:pt x="6605" y="884"/>
                    <a:pt x="6671" y="917"/>
                    <a:pt x="6772" y="951"/>
                  </a:cubicBezTo>
                  <a:cubicBezTo>
                    <a:pt x="6872" y="1051"/>
                    <a:pt x="6972" y="1118"/>
                    <a:pt x="7105" y="1251"/>
                  </a:cubicBezTo>
                  <a:cubicBezTo>
                    <a:pt x="7205" y="1384"/>
                    <a:pt x="7339" y="1451"/>
                    <a:pt x="7472" y="1518"/>
                  </a:cubicBezTo>
                  <a:cubicBezTo>
                    <a:pt x="7508" y="1527"/>
                    <a:pt x="7539" y="1531"/>
                    <a:pt x="7565" y="1531"/>
                  </a:cubicBezTo>
                  <a:cubicBezTo>
                    <a:pt x="7636" y="1531"/>
                    <a:pt x="7672" y="1500"/>
                    <a:pt x="7672" y="1451"/>
                  </a:cubicBezTo>
                  <a:cubicBezTo>
                    <a:pt x="7672" y="1418"/>
                    <a:pt x="7605" y="1384"/>
                    <a:pt x="7605" y="1284"/>
                  </a:cubicBezTo>
                  <a:cubicBezTo>
                    <a:pt x="7605" y="1218"/>
                    <a:pt x="7539" y="1084"/>
                    <a:pt x="7505" y="917"/>
                  </a:cubicBezTo>
                  <a:cubicBezTo>
                    <a:pt x="7472" y="751"/>
                    <a:pt x="7372" y="551"/>
                    <a:pt x="7272" y="384"/>
                  </a:cubicBezTo>
                  <a:cubicBezTo>
                    <a:pt x="7138" y="217"/>
                    <a:pt x="6938" y="84"/>
                    <a:pt x="6805" y="50"/>
                  </a:cubicBezTo>
                  <a:cubicBezTo>
                    <a:pt x="6700" y="15"/>
                    <a:pt x="6587" y="1"/>
                    <a:pt x="6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91" name="Google Shape;5491;p69"/>
            <p:cNvSpPr/>
            <p:nvPr/>
          </p:nvSpPr>
          <p:spPr>
            <a:xfrm>
              <a:off x="5568102" y="3540020"/>
              <a:ext cx="38204" cy="5384"/>
            </a:xfrm>
            <a:custGeom>
              <a:avLst/>
              <a:gdLst/>
              <a:ahLst/>
              <a:cxnLst/>
              <a:rect l="l" t="t" r="r" b="b"/>
              <a:pathLst>
                <a:path w="2370" h="334" extrusionOk="0">
                  <a:moveTo>
                    <a:pt x="1936" y="0"/>
                  </a:moveTo>
                  <a:cubicBezTo>
                    <a:pt x="1598" y="43"/>
                    <a:pt x="1274" y="85"/>
                    <a:pt x="946" y="85"/>
                  </a:cubicBezTo>
                  <a:cubicBezTo>
                    <a:pt x="756" y="85"/>
                    <a:pt x="564" y="71"/>
                    <a:pt x="368" y="34"/>
                  </a:cubicBezTo>
                  <a:cubicBezTo>
                    <a:pt x="201" y="34"/>
                    <a:pt x="1" y="167"/>
                    <a:pt x="1" y="201"/>
                  </a:cubicBezTo>
                  <a:cubicBezTo>
                    <a:pt x="1" y="267"/>
                    <a:pt x="268" y="334"/>
                    <a:pt x="368" y="334"/>
                  </a:cubicBezTo>
                  <a:cubicBezTo>
                    <a:pt x="705" y="292"/>
                    <a:pt x="1030" y="250"/>
                    <a:pt x="1357" y="250"/>
                  </a:cubicBezTo>
                  <a:cubicBezTo>
                    <a:pt x="1548" y="250"/>
                    <a:pt x="1739" y="264"/>
                    <a:pt x="1936" y="301"/>
                  </a:cubicBezTo>
                  <a:cubicBezTo>
                    <a:pt x="2069" y="267"/>
                    <a:pt x="2369" y="167"/>
                    <a:pt x="2336" y="167"/>
                  </a:cubicBezTo>
                  <a:cubicBezTo>
                    <a:pt x="2336" y="67"/>
                    <a:pt x="2036" y="0"/>
                    <a:pt x="19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92" name="Google Shape;5492;p69"/>
            <p:cNvSpPr/>
            <p:nvPr/>
          </p:nvSpPr>
          <p:spPr>
            <a:xfrm>
              <a:off x="5577242" y="3524432"/>
              <a:ext cx="32820" cy="5384"/>
            </a:xfrm>
            <a:custGeom>
              <a:avLst/>
              <a:gdLst/>
              <a:ahLst/>
              <a:cxnLst/>
              <a:rect l="l" t="t" r="r" b="b"/>
              <a:pathLst>
                <a:path w="2036" h="334" extrusionOk="0">
                  <a:moveTo>
                    <a:pt x="1669" y="0"/>
                  </a:moveTo>
                  <a:cubicBezTo>
                    <a:pt x="1454" y="90"/>
                    <a:pt x="1220" y="121"/>
                    <a:pt x="977" y="121"/>
                  </a:cubicBezTo>
                  <a:cubicBezTo>
                    <a:pt x="767" y="121"/>
                    <a:pt x="551" y="98"/>
                    <a:pt x="335" y="67"/>
                  </a:cubicBezTo>
                  <a:cubicBezTo>
                    <a:pt x="201" y="67"/>
                    <a:pt x="1" y="167"/>
                    <a:pt x="1" y="234"/>
                  </a:cubicBezTo>
                  <a:cubicBezTo>
                    <a:pt x="1" y="267"/>
                    <a:pt x="268" y="334"/>
                    <a:pt x="335" y="334"/>
                  </a:cubicBezTo>
                  <a:cubicBezTo>
                    <a:pt x="608" y="295"/>
                    <a:pt x="882" y="278"/>
                    <a:pt x="1149" y="278"/>
                  </a:cubicBezTo>
                  <a:cubicBezTo>
                    <a:pt x="1337" y="278"/>
                    <a:pt x="1523" y="286"/>
                    <a:pt x="1702" y="300"/>
                  </a:cubicBezTo>
                  <a:cubicBezTo>
                    <a:pt x="1836" y="300"/>
                    <a:pt x="2036" y="167"/>
                    <a:pt x="2002" y="133"/>
                  </a:cubicBezTo>
                  <a:cubicBezTo>
                    <a:pt x="2002" y="100"/>
                    <a:pt x="1769" y="0"/>
                    <a:pt x="16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93" name="Google Shape;5493;p69"/>
            <p:cNvSpPr/>
            <p:nvPr/>
          </p:nvSpPr>
          <p:spPr>
            <a:xfrm>
              <a:off x="5595538" y="3505604"/>
              <a:ext cx="24744" cy="4852"/>
            </a:xfrm>
            <a:custGeom>
              <a:avLst/>
              <a:gdLst/>
              <a:ahLst/>
              <a:cxnLst/>
              <a:rect l="l" t="t" r="r" b="b"/>
              <a:pathLst>
                <a:path w="1535" h="301" extrusionOk="0">
                  <a:moveTo>
                    <a:pt x="234" y="1"/>
                  </a:moveTo>
                  <a:cubicBezTo>
                    <a:pt x="134" y="1"/>
                    <a:pt x="0" y="134"/>
                    <a:pt x="0" y="167"/>
                  </a:cubicBezTo>
                  <a:cubicBezTo>
                    <a:pt x="0" y="234"/>
                    <a:pt x="167" y="301"/>
                    <a:pt x="234" y="301"/>
                  </a:cubicBezTo>
                  <a:cubicBezTo>
                    <a:pt x="400" y="267"/>
                    <a:pt x="584" y="251"/>
                    <a:pt x="767" y="251"/>
                  </a:cubicBezTo>
                  <a:cubicBezTo>
                    <a:pt x="951" y="251"/>
                    <a:pt x="1134" y="267"/>
                    <a:pt x="1301" y="301"/>
                  </a:cubicBezTo>
                  <a:cubicBezTo>
                    <a:pt x="1368" y="301"/>
                    <a:pt x="1535" y="234"/>
                    <a:pt x="1535" y="167"/>
                  </a:cubicBezTo>
                  <a:cubicBezTo>
                    <a:pt x="1535" y="134"/>
                    <a:pt x="1368" y="1"/>
                    <a:pt x="1301" y="1"/>
                  </a:cubicBezTo>
                  <a:cubicBezTo>
                    <a:pt x="1134" y="51"/>
                    <a:pt x="951" y="76"/>
                    <a:pt x="767" y="76"/>
                  </a:cubicBezTo>
                  <a:cubicBezTo>
                    <a:pt x="584" y="76"/>
                    <a:pt x="400" y="51"/>
                    <a:pt x="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94" name="Google Shape;5494;p69"/>
            <p:cNvSpPr/>
            <p:nvPr/>
          </p:nvSpPr>
          <p:spPr>
            <a:xfrm>
              <a:off x="5608982" y="3488935"/>
              <a:ext cx="25276" cy="5400"/>
            </a:xfrm>
            <a:custGeom>
              <a:avLst/>
              <a:gdLst/>
              <a:ahLst/>
              <a:cxnLst/>
              <a:rect l="l" t="t" r="r" b="b"/>
              <a:pathLst>
                <a:path w="1568" h="335" extrusionOk="0">
                  <a:moveTo>
                    <a:pt x="1334" y="0"/>
                  </a:moveTo>
                  <a:cubicBezTo>
                    <a:pt x="1138" y="72"/>
                    <a:pt x="951" y="105"/>
                    <a:pt x="758" y="105"/>
                  </a:cubicBezTo>
                  <a:cubicBezTo>
                    <a:pt x="591" y="105"/>
                    <a:pt x="419" y="80"/>
                    <a:pt x="234" y="34"/>
                  </a:cubicBezTo>
                  <a:cubicBezTo>
                    <a:pt x="200" y="34"/>
                    <a:pt x="133" y="101"/>
                    <a:pt x="67" y="134"/>
                  </a:cubicBezTo>
                  <a:cubicBezTo>
                    <a:pt x="67" y="167"/>
                    <a:pt x="33" y="167"/>
                    <a:pt x="33" y="201"/>
                  </a:cubicBezTo>
                  <a:cubicBezTo>
                    <a:pt x="0" y="201"/>
                    <a:pt x="33" y="267"/>
                    <a:pt x="33" y="267"/>
                  </a:cubicBezTo>
                  <a:cubicBezTo>
                    <a:pt x="33" y="267"/>
                    <a:pt x="200" y="334"/>
                    <a:pt x="300" y="334"/>
                  </a:cubicBezTo>
                  <a:cubicBezTo>
                    <a:pt x="479" y="263"/>
                    <a:pt x="667" y="229"/>
                    <a:pt x="855" y="229"/>
                  </a:cubicBezTo>
                  <a:cubicBezTo>
                    <a:pt x="1018" y="229"/>
                    <a:pt x="1180" y="254"/>
                    <a:pt x="1334" y="301"/>
                  </a:cubicBezTo>
                  <a:cubicBezTo>
                    <a:pt x="1401" y="301"/>
                    <a:pt x="1568" y="201"/>
                    <a:pt x="1568" y="167"/>
                  </a:cubicBezTo>
                  <a:cubicBezTo>
                    <a:pt x="1568" y="134"/>
                    <a:pt x="1401" y="0"/>
                    <a:pt x="13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95" name="Google Shape;5495;p69"/>
            <p:cNvSpPr/>
            <p:nvPr/>
          </p:nvSpPr>
          <p:spPr>
            <a:xfrm>
              <a:off x="5652522" y="3526576"/>
              <a:ext cx="37124" cy="7544"/>
            </a:xfrm>
            <a:custGeom>
              <a:avLst/>
              <a:gdLst/>
              <a:ahLst/>
              <a:cxnLst/>
              <a:rect l="l" t="t" r="r" b="b"/>
              <a:pathLst>
                <a:path w="2303" h="468" extrusionOk="0">
                  <a:moveTo>
                    <a:pt x="1869" y="0"/>
                  </a:moveTo>
                  <a:cubicBezTo>
                    <a:pt x="1549" y="138"/>
                    <a:pt x="1212" y="228"/>
                    <a:pt x="882" y="228"/>
                  </a:cubicBezTo>
                  <a:cubicBezTo>
                    <a:pt x="731" y="228"/>
                    <a:pt x="581" y="209"/>
                    <a:pt x="435" y="167"/>
                  </a:cubicBezTo>
                  <a:cubicBezTo>
                    <a:pt x="268" y="201"/>
                    <a:pt x="101" y="267"/>
                    <a:pt x="34" y="301"/>
                  </a:cubicBezTo>
                  <a:cubicBezTo>
                    <a:pt x="1" y="334"/>
                    <a:pt x="301" y="467"/>
                    <a:pt x="368" y="467"/>
                  </a:cubicBezTo>
                  <a:cubicBezTo>
                    <a:pt x="868" y="434"/>
                    <a:pt x="1369" y="334"/>
                    <a:pt x="1936" y="301"/>
                  </a:cubicBezTo>
                  <a:cubicBezTo>
                    <a:pt x="2036" y="301"/>
                    <a:pt x="2303" y="101"/>
                    <a:pt x="2303" y="34"/>
                  </a:cubicBezTo>
                  <a:cubicBezTo>
                    <a:pt x="2236" y="0"/>
                    <a:pt x="1969" y="0"/>
                    <a:pt x="18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96" name="Google Shape;5496;p69"/>
            <p:cNvSpPr/>
            <p:nvPr/>
          </p:nvSpPr>
          <p:spPr>
            <a:xfrm>
              <a:off x="5663822" y="3504523"/>
              <a:ext cx="23680" cy="6480"/>
            </a:xfrm>
            <a:custGeom>
              <a:avLst/>
              <a:gdLst/>
              <a:ahLst/>
              <a:cxnLst/>
              <a:rect l="l" t="t" r="r" b="b"/>
              <a:pathLst>
                <a:path w="1469" h="402" extrusionOk="0">
                  <a:moveTo>
                    <a:pt x="1168" y="1"/>
                  </a:moveTo>
                  <a:cubicBezTo>
                    <a:pt x="1035" y="34"/>
                    <a:pt x="868" y="68"/>
                    <a:pt x="701" y="134"/>
                  </a:cubicBezTo>
                  <a:cubicBezTo>
                    <a:pt x="634" y="151"/>
                    <a:pt x="551" y="159"/>
                    <a:pt x="463" y="159"/>
                  </a:cubicBezTo>
                  <a:cubicBezTo>
                    <a:pt x="376" y="159"/>
                    <a:pt x="284" y="151"/>
                    <a:pt x="201" y="134"/>
                  </a:cubicBezTo>
                  <a:cubicBezTo>
                    <a:pt x="134" y="134"/>
                    <a:pt x="0" y="234"/>
                    <a:pt x="0" y="301"/>
                  </a:cubicBezTo>
                  <a:cubicBezTo>
                    <a:pt x="0" y="334"/>
                    <a:pt x="201" y="401"/>
                    <a:pt x="267" y="401"/>
                  </a:cubicBezTo>
                  <a:cubicBezTo>
                    <a:pt x="401" y="334"/>
                    <a:pt x="568" y="301"/>
                    <a:pt x="734" y="301"/>
                  </a:cubicBezTo>
                  <a:lnTo>
                    <a:pt x="1235" y="301"/>
                  </a:lnTo>
                  <a:cubicBezTo>
                    <a:pt x="1301" y="301"/>
                    <a:pt x="1435" y="168"/>
                    <a:pt x="1468" y="134"/>
                  </a:cubicBezTo>
                  <a:cubicBezTo>
                    <a:pt x="1435" y="68"/>
                    <a:pt x="1235" y="1"/>
                    <a:pt x="11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97" name="Google Shape;5497;p69"/>
            <p:cNvSpPr/>
            <p:nvPr/>
          </p:nvSpPr>
          <p:spPr>
            <a:xfrm>
              <a:off x="5660050" y="3484696"/>
              <a:ext cx="34432" cy="9092"/>
            </a:xfrm>
            <a:custGeom>
              <a:avLst/>
              <a:gdLst/>
              <a:ahLst/>
              <a:cxnLst/>
              <a:rect l="l" t="t" r="r" b="b"/>
              <a:pathLst>
                <a:path w="2136" h="564" extrusionOk="0">
                  <a:moveTo>
                    <a:pt x="2107" y="0"/>
                  </a:moveTo>
                  <a:cubicBezTo>
                    <a:pt x="2073" y="0"/>
                    <a:pt x="2014" y="30"/>
                    <a:pt x="1969" y="30"/>
                  </a:cubicBezTo>
                  <a:cubicBezTo>
                    <a:pt x="1902" y="30"/>
                    <a:pt x="1869" y="63"/>
                    <a:pt x="1836" y="63"/>
                  </a:cubicBezTo>
                  <a:lnTo>
                    <a:pt x="1736" y="63"/>
                  </a:lnTo>
                  <a:cubicBezTo>
                    <a:pt x="1491" y="241"/>
                    <a:pt x="1172" y="301"/>
                    <a:pt x="839" y="301"/>
                  </a:cubicBezTo>
                  <a:cubicBezTo>
                    <a:pt x="672" y="301"/>
                    <a:pt x="501" y="286"/>
                    <a:pt x="335" y="263"/>
                  </a:cubicBezTo>
                  <a:cubicBezTo>
                    <a:pt x="201" y="263"/>
                    <a:pt x="1" y="397"/>
                    <a:pt x="1" y="430"/>
                  </a:cubicBezTo>
                  <a:cubicBezTo>
                    <a:pt x="34" y="464"/>
                    <a:pt x="301" y="564"/>
                    <a:pt x="368" y="564"/>
                  </a:cubicBezTo>
                  <a:cubicBezTo>
                    <a:pt x="868" y="430"/>
                    <a:pt x="1369" y="464"/>
                    <a:pt x="1902" y="297"/>
                  </a:cubicBezTo>
                  <a:cubicBezTo>
                    <a:pt x="2002" y="297"/>
                    <a:pt x="2069" y="230"/>
                    <a:pt x="2036" y="197"/>
                  </a:cubicBezTo>
                  <a:cubicBezTo>
                    <a:pt x="2136" y="97"/>
                    <a:pt x="2136" y="30"/>
                    <a:pt x="2136" y="30"/>
                  </a:cubicBezTo>
                  <a:cubicBezTo>
                    <a:pt x="2136" y="8"/>
                    <a:pt x="2125" y="0"/>
                    <a:pt x="2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98" name="Google Shape;5498;p69"/>
            <p:cNvSpPr/>
            <p:nvPr/>
          </p:nvSpPr>
          <p:spPr>
            <a:xfrm>
              <a:off x="5671350" y="3459903"/>
              <a:ext cx="32272" cy="9366"/>
            </a:xfrm>
            <a:custGeom>
              <a:avLst/>
              <a:gdLst/>
              <a:ahLst/>
              <a:cxnLst/>
              <a:rect l="l" t="t" r="r" b="b"/>
              <a:pathLst>
                <a:path w="2002" h="581" extrusionOk="0">
                  <a:moveTo>
                    <a:pt x="1635" y="0"/>
                  </a:moveTo>
                  <a:cubicBezTo>
                    <a:pt x="1201" y="234"/>
                    <a:pt x="768" y="234"/>
                    <a:pt x="301" y="267"/>
                  </a:cubicBezTo>
                  <a:cubicBezTo>
                    <a:pt x="167" y="300"/>
                    <a:pt x="0" y="467"/>
                    <a:pt x="34" y="501"/>
                  </a:cubicBezTo>
                  <a:cubicBezTo>
                    <a:pt x="34" y="549"/>
                    <a:pt x="177" y="580"/>
                    <a:pt x="280" y="580"/>
                  </a:cubicBezTo>
                  <a:cubicBezTo>
                    <a:pt x="317" y="580"/>
                    <a:pt x="350" y="576"/>
                    <a:pt x="367" y="567"/>
                  </a:cubicBezTo>
                  <a:cubicBezTo>
                    <a:pt x="801" y="334"/>
                    <a:pt x="1268" y="334"/>
                    <a:pt x="1702" y="334"/>
                  </a:cubicBezTo>
                  <a:cubicBezTo>
                    <a:pt x="1802" y="334"/>
                    <a:pt x="2002" y="234"/>
                    <a:pt x="2002" y="100"/>
                  </a:cubicBezTo>
                  <a:cubicBezTo>
                    <a:pt x="1969" y="67"/>
                    <a:pt x="1702" y="0"/>
                    <a:pt x="16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99" name="Google Shape;5499;p69"/>
            <p:cNvSpPr/>
            <p:nvPr/>
          </p:nvSpPr>
          <p:spPr>
            <a:xfrm>
              <a:off x="5681570" y="3442687"/>
              <a:ext cx="29580" cy="5932"/>
            </a:xfrm>
            <a:custGeom>
              <a:avLst/>
              <a:gdLst/>
              <a:ahLst/>
              <a:cxnLst/>
              <a:rect l="l" t="t" r="r" b="b"/>
              <a:pathLst>
                <a:path w="1835" h="368" extrusionOk="0">
                  <a:moveTo>
                    <a:pt x="1501" y="1"/>
                  </a:moveTo>
                  <a:cubicBezTo>
                    <a:pt x="1286" y="79"/>
                    <a:pt x="1049" y="111"/>
                    <a:pt x="808" y="111"/>
                  </a:cubicBezTo>
                  <a:cubicBezTo>
                    <a:pt x="638" y="111"/>
                    <a:pt x="466" y="95"/>
                    <a:pt x="300" y="67"/>
                  </a:cubicBezTo>
                  <a:cubicBezTo>
                    <a:pt x="167" y="134"/>
                    <a:pt x="0" y="234"/>
                    <a:pt x="34" y="301"/>
                  </a:cubicBezTo>
                  <a:cubicBezTo>
                    <a:pt x="67" y="334"/>
                    <a:pt x="300" y="368"/>
                    <a:pt x="334" y="368"/>
                  </a:cubicBezTo>
                  <a:cubicBezTo>
                    <a:pt x="549" y="290"/>
                    <a:pt x="787" y="257"/>
                    <a:pt x="1027" y="257"/>
                  </a:cubicBezTo>
                  <a:cubicBezTo>
                    <a:pt x="1197" y="257"/>
                    <a:pt x="1369" y="273"/>
                    <a:pt x="1535" y="301"/>
                  </a:cubicBezTo>
                  <a:cubicBezTo>
                    <a:pt x="1635" y="301"/>
                    <a:pt x="1835" y="168"/>
                    <a:pt x="1835" y="134"/>
                  </a:cubicBezTo>
                  <a:cubicBezTo>
                    <a:pt x="1802" y="67"/>
                    <a:pt x="1568"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00" name="Google Shape;5500;p69"/>
            <p:cNvSpPr/>
            <p:nvPr/>
          </p:nvSpPr>
          <p:spPr>
            <a:xfrm>
              <a:off x="5679410" y="3606337"/>
              <a:ext cx="33900" cy="10526"/>
            </a:xfrm>
            <a:custGeom>
              <a:avLst/>
              <a:gdLst/>
              <a:ahLst/>
              <a:cxnLst/>
              <a:rect l="l" t="t" r="r" b="b"/>
              <a:pathLst>
                <a:path w="2103" h="653" extrusionOk="0">
                  <a:moveTo>
                    <a:pt x="1764" y="0"/>
                  </a:moveTo>
                  <a:cubicBezTo>
                    <a:pt x="1726" y="0"/>
                    <a:pt x="1693" y="7"/>
                    <a:pt x="1669" y="23"/>
                  </a:cubicBezTo>
                  <a:cubicBezTo>
                    <a:pt x="1268" y="223"/>
                    <a:pt x="801" y="356"/>
                    <a:pt x="301" y="390"/>
                  </a:cubicBezTo>
                  <a:cubicBezTo>
                    <a:pt x="168" y="423"/>
                    <a:pt x="1" y="590"/>
                    <a:pt x="34" y="623"/>
                  </a:cubicBezTo>
                  <a:cubicBezTo>
                    <a:pt x="34" y="623"/>
                    <a:pt x="153" y="653"/>
                    <a:pt x="252" y="653"/>
                  </a:cubicBezTo>
                  <a:cubicBezTo>
                    <a:pt x="301" y="653"/>
                    <a:pt x="346" y="645"/>
                    <a:pt x="368" y="623"/>
                  </a:cubicBezTo>
                  <a:cubicBezTo>
                    <a:pt x="801" y="423"/>
                    <a:pt x="1302" y="323"/>
                    <a:pt x="1769" y="256"/>
                  </a:cubicBezTo>
                  <a:cubicBezTo>
                    <a:pt x="1869" y="223"/>
                    <a:pt x="2102" y="89"/>
                    <a:pt x="2036" y="89"/>
                  </a:cubicBezTo>
                  <a:cubicBezTo>
                    <a:pt x="2036" y="64"/>
                    <a:pt x="1882" y="0"/>
                    <a:pt x="17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01" name="Google Shape;5501;p69"/>
            <p:cNvSpPr/>
            <p:nvPr/>
          </p:nvSpPr>
          <p:spPr>
            <a:xfrm>
              <a:off x="5684794" y="3592716"/>
              <a:ext cx="29596" cy="7012"/>
            </a:xfrm>
            <a:custGeom>
              <a:avLst/>
              <a:gdLst/>
              <a:ahLst/>
              <a:cxnLst/>
              <a:rect l="l" t="t" r="r" b="b"/>
              <a:pathLst>
                <a:path w="1836" h="435" extrusionOk="0">
                  <a:moveTo>
                    <a:pt x="1501" y="0"/>
                  </a:moveTo>
                  <a:cubicBezTo>
                    <a:pt x="1155" y="87"/>
                    <a:pt x="783" y="174"/>
                    <a:pt x="430" y="174"/>
                  </a:cubicBezTo>
                  <a:cubicBezTo>
                    <a:pt x="375" y="174"/>
                    <a:pt x="321" y="172"/>
                    <a:pt x="267" y="167"/>
                  </a:cubicBezTo>
                  <a:cubicBezTo>
                    <a:pt x="134" y="201"/>
                    <a:pt x="0" y="334"/>
                    <a:pt x="0" y="367"/>
                  </a:cubicBezTo>
                  <a:cubicBezTo>
                    <a:pt x="0" y="401"/>
                    <a:pt x="201" y="434"/>
                    <a:pt x="301" y="434"/>
                  </a:cubicBezTo>
                  <a:cubicBezTo>
                    <a:pt x="647" y="347"/>
                    <a:pt x="1019" y="261"/>
                    <a:pt x="1372" y="261"/>
                  </a:cubicBezTo>
                  <a:cubicBezTo>
                    <a:pt x="1427" y="261"/>
                    <a:pt x="1481" y="263"/>
                    <a:pt x="1535" y="267"/>
                  </a:cubicBezTo>
                  <a:cubicBezTo>
                    <a:pt x="1635" y="267"/>
                    <a:pt x="1835" y="167"/>
                    <a:pt x="1835" y="101"/>
                  </a:cubicBezTo>
                  <a:cubicBezTo>
                    <a:pt x="1835" y="67"/>
                    <a:pt x="1602" y="0"/>
                    <a:pt x="15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02" name="Google Shape;5502;p69"/>
            <p:cNvSpPr/>
            <p:nvPr/>
          </p:nvSpPr>
          <p:spPr>
            <a:xfrm>
              <a:off x="5685326" y="3577660"/>
              <a:ext cx="30676" cy="7544"/>
            </a:xfrm>
            <a:custGeom>
              <a:avLst/>
              <a:gdLst/>
              <a:ahLst/>
              <a:cxnLst/>
              <a:rect l="l" t="t" r="r" b="b"/>
              <a:pathLst>
                <a:path w="1903" h="468" extrusionOk="0">
                  <a:moveTo>
                    <a:pt x="1569" y="0"/>
                  </a:moveTo>
                  <a:cubicBezTo>
                    <a:pt x="1209" y="111"/>
                    <a:pt x="873" y="176"/>
                    <a:pt x="503" y="176"/>
                  </a:cubicBezTo>
                  <a:cubicBezTo>
                    <a:pt x="426" y="176"/>
                    <a:pt x="348" y="173"/>
                    <a:pt x="268" y="167"/>
                  </a:cubicBezTo>
                  <a:cubicBezTo>
                    <a:pt x="168" y="201"/>
                    <a:pt x="1" y="334"/>
                    <a:pt x="1" y="367"/>
                  </a:cubicBezTo>
                  <a:cubicBezTo>
                    <a:pt x="67" y="434"/>
                    <a:pt x="268" y="467"/>
                    <a:pt x="334" y="467"/>
                  </a:cubicBezTo>
                  <a:cubicBezTo>
                    <a:pt x="666" y="357"/>
                    <a:pt x="1020" y="292"/>
                    <a:pt x="1379" y="292"/>
                  </a:cubicBezTo>
                  <a:cubicBezTo>
                    <a:pt x="1453" y="292"/>
                    <a:pt x="1528" y="295"/>
                    <a:pt x="1602" y="301"/>
                  </a:cubicBezTo>
                  <a:cubicBezTo>
                    <a:pt x="1735" y="301"/>
                    <a:pt x="1902" y="167"/>
                    <a:pt x="1902" y="134"/>
                  </a:cubicBezTo>
                  <a:cubicBezTo>
                    <a:pt x="1902" y="101"/>
                    <a:pt x="1635" y="0"/>
                    <a:pt x="15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03" name="Google Shape;5503;p69"/>
            <p:cNvSpPr/>
            <p:nvPr/>
          </p:nvSpPr>
          <p:spPr>
            <a:xfrm>
              <a:off x="5693934" y="3560992"/>
              <a:ext cx="27984" cy="5384"/>
            </a:xfrm>
            <a:custGeom>
              <a:avLst/>
              <a:gdLst/>
              <a:ahLst/>
              <a:cxnLst/>
              <a:rect l="l" t="t" r="r" b="b"/>
              <a:pathLst>
                <a:path w="1736" h="334" extrusionOk="0">
                  <a:moveTo>
                    <a:pt x="1401" y="0"/>
                  </a:moveTo>
                  <a:cubicBezTo>
                    <a:pt x="1246" y="78"/>
                    <a:pt x="1069" y="105"/>
                    <a:pt x="887" y="105"/>
                  </a:cubicBezTo>
                  <a:cubicBezTo>
                    <a:pt x="679" y="105"/>
                    <a:pt x="463" y="69"/>
                    <a:pt x="267" y="34"/>
                  </a:cubicBezTo>
                  <a:cubicBezTo>
                    <a:pt x="167" y="34"/>
                    <a:pt x="0" y="167"/>
                    <a:pt x="0" y="201"/>
                  </a:cubicBezTo>
                  <a:cubicBezTo>
                    <a:pt x="0" y="234"/>
                    <a:pt x="201" y="334"/>
                    <a:pt x="267" y="334"/>
                  </a:cubicBezTo>
                  <a:cubicBezTo>
                    <a:pt x="469" y="279"/>
                    <a:pt x="681" y="254"/>
                    <a:pt x="898" y="254"/>
                  </a:cubicBezTo>
                  <a:cubicBezTo>
                    <a:pt x="1075" y="254"/>
                    <a:pt x="1255" y="271"/>
                    <a:pt x="1435" y="301"/>
                  </a:cubicBezTo>
                  <a:cubicBezTo>
                    <a:pt x="1535" y="301"/>
                    <a:pt x="1735" y="167"/>
                    <a:pt x="1668" y="134"/>
                  </a:cubicBezTo>
                  <a:cubicBezTo>
                    <a:pt x="1668" y="67"/>
                    <a:pt x="1468" y="0"/>
                    <a:pt x="14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04" name="Google Shape;5504;p69"/>
            <p:cNvSpPr/>
            <p:nvPr/>
          </p:nvSpPr>
          <p:spPr>
            <a:xfrm>
              <a:off x="5704154" y="3546468"/>
              <a:ext cx="20988" cy="4852"/>
            </a:xfrm>
            <a:custGeom>
              <a:avLst/>
              <a:gdLst/>
              <a:ahLst/>
              <a:cxnLst/>
              <a:rect l="l" t="t" r="r" b="b"/>
              <a:pathLst>
                <a:path w="1302" h="301" extrusionOk="0">
                  <a:moveTo>
                    <a:pt x="200" y="1"/>
                  </a:moveTo>
                  <a:cubicBezTo>
                    <a:pt x="100" y="1"/>
                    <a:pt x="0" y="134"/>
                    <a:pt x="0" y="168"/>
                  </a:cubicBezTo>
                  <a:cubicBezTo>
                    <a:pt x="0" y="234"/>
                    <a:pt x="167" y="301"/>
                    <a:pt x="200" y="301"/>
                  </a:cubicBezTo>
                  <a:cubicBezTo>
                    <a:pt x="327" y="245"/>
                    <a:pt x="454" y="224"/>
                    <a:pt x="581" y="224"/>
                  </a:cubicBezTo>
                  <a:cubicBezTo>
                    <a:pt x="754" y="224"/>
                    <a:pt x="928" y="262"/>
                    <a:pt x="1101" y="301"/>
                  </a:cubicBezTo>
                  <a:cubicBezTo>
                    <a:pt x="1168" y="301"/>
                    <a:pt x="1301" y="234"/>
                    <a:pt x="1301" y="168"/>
                  </a:cubicBezTo>
                  <a:cubicBezTo>
                    <a:pt x="1301" y="134"/>
                    <a:pt x="1134" y="1"/>
                    <a:pt x="1101" y="1"/>
                  </a:cubicBezTo>
                  <a:cubicBezTo>
                    <a:pt x="951" y="51"/>
                    <a:pt x="801" y="76"/>
                    <a:pt x="651" y="76"/>
                  </a:cubicBezTo>
                  <a:cubicBezTo>
                    <a:pt x="501" y="76"/>
                    <a:pt x="351" y="51"/>
                    <a:pt x="2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505" name="Google Shape;5505;p69"/>
          <p:cNvGrpSpPr/>
          <p:nvPr/>
        </p:nvGrpSpPr>
        <p:grpSpPr>
          <a:xfrm>
            <a:off x="4682306" y="2633565"/>
            <a:ext cx="334814" cy="274381"/>
            <a:chOff x="4437284" y="2658369"/>
            <a:chExt cx="352770" cy="289096"/>
          </a:xfrm>
        </p:grpSpPr>
        <p:sp>
          <p:nvSpPr>
            <p:cNvPr id="5506" name="Google Shape;5506;p69"/>
            <p:cNvSpPr/>
            <p:nvPr/>
          </p:nvSpPr>
          <p:spPr>
            <a:xfrm>
              <a:off x="4437284" y="2771080"/>
              <a:ext cx="103265" cy="80133"/>
            </a:xfrm>
            <a:custGeom>
              <a:avLst/>
              <a:gdLst/>
              <a:ahLst/>
              <a:cxnLst/>
              <a:rect l="l" t="t" r="r" b="b"/>
              <a:pathLst>
                <a:path w="6406" h="4971" extrusionOk="0">
                  <a:moveTo>
                    <a:pt x="5338" y="1"/>
                  </a:moveTo>
                  <a:cubicBezTo>
                    <a:pt x="5238" y="1"/>
                    <a:pt x="5171" y="34"/>
                    <a:pt x="5138" y="34"/>
                  </a:cubicBezTo>
                  <a:cubicBezTo>
                    <a:pt x="4838" y="167"/>
                    <a:pt x="4637" y="334"/>
                    <a:pt x="4404" y="501"/>
                  </a:cubicBezTo>
                  <a:cubicBezTo>
                    <a:pt x="4204" y="668"/>
                    <a:pt x="4037" y="868"/>
                    <a:pt x="3870" y="1035"/>
                  </a:cubicBezTo>
                  <a:cubicBezTo>
                    <a:pt x="3537" y="1435"/>
                    <a:pt x="3236" y="1769"/>
                    <a:pt x="2970" y="2169"/>
                  </a:cubicBezTo>
                  <a:cubicBezTo>
                    <a:pt x="2669" y="2536"/>
                    <a:pt x="2436" y="2936"/>
                    <a:pt x="2102" y="3270"/>
                  </a:cubicBezTo>
                  <a:cubicBezTo>
                    <a:pt x="1802" y="3603"/>
                    <a:pt x="1435" y="3870"/>
                    <a:pt x="1035" y="4003"/>
                  </a:cubicBezTo>
                  <a:cubicBezTo>
                    <a:pt x="835" y="4137"/>
                    <a:pt x="535" y="4304"/>
                    <a:pt x="368" y="4470"/>
                  </a:cubicBezTo>
                  <a:cubicBezTo>
                    <a:pt x="234" y="4537"/>
                    <a:pt x="201" y="4604"/>
                    <a:pt x="168" y="4637"/>
                  </a:cubicBezTo>
                  <a:cubicBezTo>
                    <a:pt x="123" y="4637"/>
                    <a:pt x="123" y="4622"/>
                    <a:pt x="118" y="4622"/>
                  </a:cubicBezTo>
                  <a:cubicBezTo>
                    <a:pt x="116" y="4622"/>
                    <a:pt x="112" y="4626"/>
                    <a:pt x="101" y="4637"/>
                  </a:cubicBezTo>
                  <a:cubicBezTo>
                    <a:pt x="101" y="4671"/>
                    <a:pt x="1" y="4771"/>
                    <a:pt x="101" y="4871"/>
                  </a:cubicBezTo>
                  <a:cubicBezTo>
                    <a:pt x="234" y="4971"/>
                    <a:pt x="434" y="4971"/>
                    <a:pt x="601" y="4971"/>
                  </a:cubicBezTo>
                  <a:cubicBezTo>
                    <a:pt x="935" y="4937"/>
                    <a:pt x="1202" y="4837"/>
                    <a:pt x="1435" y="4771"/>
                  </a:cubicBezTo>
                  <a:cubicBezTo>
                    <a:pt x="2336" y="4104"/>
                    <a:pt x="2736" y="3203"/>
                    <a:pt x="3337" y="2469"/>
                  </a:cubicBezTo>
                  <a:cubicBezTo>
                    <a:pt x="3637" y="2102"/>
                    <a:pt x="3970" y="1769"/>
                    <a:pt x="4304" y="1468"/>
                  </a:cubicBezTo>
                  <a:cubicBezTo>
                    <a:pt x="4637" y="1201"/>
                    <a:pt x="5038" y="968"/>
                    <a:pt x="5371" y="935"/>
                  </a:cubicBezTo>
                  <a:cubicBezTo>
                    <a:pt x="5508" y="880"/>
                    <a:pt x="5644" y="826"/>
                    <a:pt x="5798" y="826"/>
                  </a:cubicBezTo>
                  <a:cubicBezTo>
                    <a:pt x="5833" y="826"/>
                    <a:pt x="5868" y="828"/>
                    <a:pt x="5905" y="835"/>
                  </a:cubicBezTo>
                  <a:cubicBezTo>
                    <a:pt x="6118" y="865"/>
                    <a:pt x="6302" y="1006"/>
                    <a:pt x="6359" y="1006"/>
                  </a:cubicBezTo>
                  <a:cubicBezTo>
                    <a:pt x="6365" y="1006"/>
                    <a:pt x="6369" y="1004"/>
                    <a:pt x="6372" y="1001"/>
                  </a:cubicBezTo>
                  <a:cubicBezTo>
                    <a:pt x="6405" y="968"/>
                    <a:pt x="6405" y="668"/>
                    <a:pt x="6172" y="368"/>
                  </a:cubicBezTo>
                  <a:cubicBezTo>
                    <a:pt x="6072" y="301"/>
                    <a:pt x="6005" y="201"/>
                    <a:pt x="5905" y="167"/>
                  </a:cubicBezTo>
                  <a:cubicBezTo>
                    <a:pt x="5838" y="134"/>
                    <a:pt x="5705" y="101"/>
                    <a:pt x="5638" y="34"/>
                  </a:cubicBezTo>
                  <a:cubicBezTo>
                    <a:pt x="5505" y="1"/>
                    <a:pt x="5405" y="1"/>
                    <a:pt x="5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07" name="Google Shape;5507;p69"/>
            <p:cNvSpPr/>
            <p:nvPr/>
          </p:nvSpPr>
          <p:spPr>
            <a:xfrm>
              <a:off x="4523316" y="2658369"/>
              <a:ext cx="157573" cy="201984"/>
            </a:xfrm>
            <a:custGeom>
              <a:avLst/>
              <a:gdLst/>
              <a:ahLst/>
              <a:cxnLst/>
              <a:rect l="l" t="t" r="r" b="b"/>
              <a:pathLst>
                <a:path w="9775" h="12530" extrusionOk="0">
                  <a:moveTo>
                    <a:pt x="169" y="12372"/>
                  </a:moveTo>
                  <a:lnTo>
                    <a:pt x="169" y="12372"/>
                  </a:lnTo>
                  <a:cubicBezTo>
                    <a:pt x="171" y="12380"/>
                    <a:pt x="177" y="12380"/>
                    <a:pt x="180" y="12380"/>
                  </a:cubicBezTo>
                  <a:cubicBezTo>
                    <a:pt x="184" y="12380"/>
                    <a:pt x="184" y="12380"/>
                    <a:pt x="168" y="12396"/>
                  </a:cubicBezTo>
                  <a:lnTo>
                    <a:pt x="168" y="12372"/>
                  </a:lnTo>
                  <a:lnTo>
                    <a:pt x="168" y="12372"/>
                  </a:lnTo>
                  <a:cubicBezTo>
                    <a:pt x="168" y="12372"/>
                    <a:pt x="168" y="12372"/>
                    <a:pt x="169" y="12372"/>
                  </a:cubicBezTo>
                  <a:close/>
                  <a:moveTo>
                    <a:pt x="6569" y="1"/>
                  </a:moveTo>
                  <a:cubicBezTo>
                    <a:pt x="6490" y="1"/>
                    <a:pt x="6412" y="8"/>
                    <a:pt x="6339" y="21"/>
                  </a:cubicBezTo>
                  <a:cubicBezTo>
                    <a:pt x="5972" y="121"/>
                    <a:pt x="5672" y="321"/>
                    <a:pt x="5371" y="521"/>
                  </a:cubicBezTo>
                  <a:cubicBezTo>
                    <a:pt x="4838" y="988"/>
                    <a:pt x="4471" y="1555"/>
                    <a:pt x="4171" y="2156"/>
                  </a:cubicBezTo>
                  <a:lnTo>
                    <a:pt x="3704" y="3023"/>
                  </a:lnTo>
                  <a:lnTo>
                    <a:pt x="3303" y="3890"/>
                  </a:lnTo>
                  <a:cubicBezTo>
                    <a:pt x="3170" y="4191"/>
                    <a:pt x="3036" y="4524"/>
                    <a:pt x="2936" y="4824"/>
                  </a:cubicBezTo>
                  <a:lnTo>
                    <a:pt x="2536" y="5725"/>
                  </a:lnTo>
                  <a:cubicBezTo>
                    <a:pt x="2336" y="6325"/>
                    <a:pt x="2102" y="6959"/>
                    <a:pt x="1869" y="7560"/>
                  </a:cubicBezTo>
                  <a:cubicBezTo>
                    <a:pt x="1669" y="8193"/>
                    <a:pt x="1502" y="8827"/>
                    <a:pt x="1302" y="9394"/>
                  </a:cubicBezTo>
                  <a:cubicBezTo>
                    <a:pt x="1135" y="9961"/>
                    <a:pt x="968" y="10562"/>
                    <a:pt x="768" y="11129"/>
                  </a:cubicBezTo>
                  <a:cubicBezTo>
                    <a:pt x="635" y="11396"/>
                    <a:pt x="535" y="11663"/>
                    <a:pt x="435" y="11863"/>
                  </a:cubicBezTo>
                  <a:cubicBezTo>
                    <a:pt x="322" y="12032"/>
                    <a:pt x="233" y="12225"/>
                    <a:pt x="168" y="12341"/>
                  </a:cubicBezTo>
                  <a:lnTo>
                    <a:pt x="168" y="12341"/>
                  </a:lnTo>
                  <a:lnTo>
                    <a:pt x="168" y="12330"/>
                  </a:lnTo>
                  <a:cubicBezTo>
                    <a:pt x="168" y="12296"/>
                    <a:pt x="134" y="12230"/>
                    <a:pt x="134" y="12230"/>
                  </a:cubicBezTo>
                  <a:lnTo>
                    <a:pt x="101" y="12296"/>
                  </a:lnTo>
                  <a:cubicBezTo>
                    <a:pt x="101" y="12330"/>
                    <a:pt x="34" y="12296"/>
                    <a:pt x="34" y="12430"/>
                  </a:cubicBezTo>
                  <a:cubicBezTo>
                    <a:pt x="1" y="12430"/>
                    <a:pt x="34" y="12463"/>
                    <a:pt x="101" y="12497"/>
                  </a:cubicBezTo>
                  <a:cubicBezTo>
                    <a:pt x="101" y="12530"/>
                    <a:pt x="134" y="12530"/>
                    <a:pt x="134" y="12530"/>
                  </a:cubicBezTo>
                  <a:lnTo>
                    <a:pt x="268" y="12530"/>
                  </a:lnTo>
                  <a:lnTo>
                    <a:pt x="301" y="12497"/>
                  </a:lnTo>
                  <a:cubicBezTo>
                    <a:pt x="435" y="12363"/>
                    <a:pt x="635" y="12196"/>
                    <a:pt x="835" y="11996"/>
                  </a:cubicBezTo>
                  <a:cubicBezTo>
                    <a:pt x="1035" y="11763"/>
                    <a:pt x="1269" y="11496"/>
                    <a:pt x="1435" y="11196"/>
                  </a:cubicBezTo>
                  <a:cubicBezTo>
                    <a:pt x="1502" y="11029"/>
                    <a:pt x="1602" y="10862"/>
                    <a:pt x="1669" y="10762"/>
                  </a:cubicBezTo>
                  <a:cubicBezTo>
                    <a:pt x="1769" y="10629"/>
                    <a:pt x="1836" y="10462"/>
                    <a:pt x="1869" y="10328"/>
                  </a:cubicBezTo>
                  <a:cubicBezTo>
                    <a:pt x="2002" y="10028"/>
                    <a:pt x="2102" y="9795"/>
                    <a:pt x="2136" y="9628"/>
                  </a:cubicBezTo>
                  <a:cubicBezTo>
                    <a:pt x="2303" y="8994"/>
                    <a:pt x="2369" y="8360"/>
                    <a:pt x="2536" y="7760"/>
                  </a:cubicBezTo>
                  <a:cubicBezTo>
                    <a:pt x="2703" y="7126"/>
                    <a:pt x="2936" y="6526"/>
                    <a:pt x="3103" y="5925"/>
                  </a:cubicBezTo>
                  <a:lnTo>
                    <a:pt x="3470" y="4958"/>
                  </a:lnTo>
                  <a:cubicBezTo>
                    <a:pt x="3537" y="4658"/>
                    <a:pt x="3670" y="4357"/>
                    <a:pt x="3804" y="4091"/>
                  </a:cubicBezTo>
                  <a:lnTo>
                    <a:pt x="4171" y="3190"/>
                  </a:lnTo>
                  <a:lnTo>
                    <a:pt x="4638" y="2356"/>
                  </a:lnTo>
                  <a:cubicBezTo>
                    <a:pt x="4871" y="1789"/>
                    <a:pt x="5271" y="1289"/>
                    <a:pt x="5705" y="922"/>
                  </a:cubicBezTo>
                  <a:cubicBezTo>
                    <a:pt x="5972" y="688"/>
                    <a:pt x="6205" y="588"/>
                    <a:pt x="6472" y="521"/>
                  </a:cubicBezTo>
                  <a:cubicBezTo>
                    <a:pt x="6502" y="517"/>
                    <a:pt x="6533" y="515"/>
                    <a:pt x="6563" y="515"/>
                  </a:cubicBezTo>
                  <a:cubicBezTo>
                    <a:pt x="6766" y="515"/>
                    <a:pt x="6965" y="610"/>
                    <a:pt x="7139" y="755"/>
                  </a:cubicBezTo>
                  <a:cubicBezTo>
                    <a:pt x="7306" y="955"/>
                    <a:pt x="7473" y="1188"/>
                    <a:pt x="7540" y="1455"/>
                  </a:cubicBezTo>
                  <a:cubicBezTo>
                    <a:pt x="7640" y="1756"/>
                    <a:pt x="7673" y="1989"/>
                    <a:pt x="7706" y="2323"/>
                  </a:cubicBezTo>
                  <a:cubicBezTo>
                    <a:pt x="7773" y="2956"/>
                    <a:pt x="7807" y="3590"/>
                    <a:pt x="7840" y="4257"/>
                  </a:cubicBezTo>
                  <a:cubicBezTo>
                    <a:pt x="7940" y="4858"/>
                    <a:pt x="8140" y="5858"/>
                    <a:pt x="8607" y="6559"/>
                  </a:cubicBezTo>
                  <a:cubicBezTo>
                    <a:pt x="8965" y="7305"/>
                    <a:pt x="9617" y="7570"/>
                    <a:pt x="9750" y="7570"/>
                  </a:cubicBezTo>
                  <a:cubicBezTo>
                    <a:pt x="9766" y="7570"/>
                    <a:pt x="9775" y="7567"/>
                    <a:pt x="9775" y="7560"/>
                  </a:cubicBezTo>
                  <a:cubicBezTo>
                    <a:pt x="9775" y="7526"/>
                    <a:pt x="9641" y="7393"/>
                    <a:pt x="9474" y="7193"/>
                  </a:cubicBezTo>
                  <a:cubicBezTo>
                    <a:pt x="9374" y="7059"/>
                    <a:pt x="9308" y="6959"/>
                    <a:pt x="9208" y="6792"/>
                  </a:cubicBezTo>
                  <a:cubicBezTo>
                    <a:pt x="9174" y="6659"/>
                    <a:pt x="9141" y="6459"/>
                    <a:pt x="9041" y="6292"/>
                  </a:cubicBezTo>
                  <a:cubicBezTo>
                    <a:pt x="8807" y="5525"/>
                    <a:pt x="8774" y="4624"/>
                    <a:pt x="8707" y="4157"/>
                  </a:cubicBezTo>
                  <a:cubicBezTo>
                    <a:pt x="8607" y="3523"/>
                    <a:pt x="8507" y="2890"/>
                    <a:pt x="8374" y="2223"/>
                  </a:cubicBezTo>
                  <a:cubicBezTo>
                    <a:pt x="8274" y="1555"/>
                    <a:pt x="8107" y="822"/>
                    <a:pt x="7473" y="321"/>
                  </a:cubicBezTo>
                  <a:cubicBezTo>
                    <a:pt x="7233" y="108"/>
                    <a:pt x="6886" y="1"/>
                    <a:pt x="65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08" name="Google Shape;5508;p69"/>
            <p:cNvSpPr/>
            <p:nvPr/>
          </p:nvSpPr>
          <p:spPr>
            <a:xfrm>
              <a:off x="4581396" y="2727523"/>
              <a:ext cx="26904" cy="4852"/>
            </a:xfrm>
            <a:custGeom>
              <a:avLst/>
              <a:gdLst/>
              <a:ahLst/>
              <a:cxnLst/>
              <a:rect l="l" t="t" r="r" b="b"/>
              <a:pathLst>
                <a:path w="1669" h="301" extrusionOk="0">
                  <a:moveTo>
                    <a:pt x="234" y="1"/>
                  </a:moveTo>
                  <a:cubicBezTo>
                    <a:pt x="167" y="1"/>
                    <a:pt x="1" y="134"/>
                    <a:pt x="1" y="167"/>
                  </a:cubicBezTo>
                  <a:cubicBezTo>
                    <a:pt x="1" y="201"/>
                    <a:pt x="167" y="301"/>
                    <a:pt x="234" y="301"/>
                  </a:cubicBezTo>
                  <a:cubicBezTo>
                    <a:pt x="418" y="251"/>
                    <a:pt x="609" y="226"/>
                    <a:pt x="801" y="226"/>
                  </a:cubicBezTo>
                  <a:cubicBezTo>
                    <a:pt x="993" y="226"/>
                    <a:pt x="1185" y="251"/>
                    <a:pt x="1368" y="301"/>
                  </a:cubicBezTo>
                  <a:cubicBezTo>
                    <a:pt x="1502" y="301"/>
                    <a:pt x="1668" y="201"/>
                    <a:pt x="1668" y="167"/>
                  </a:cubicBezTo>
                  <a:cubicBezTo>
                    <a:pt x="1668" y="134"/>
                    <a:pt x="1435" y="1"/>
                    <a:pt x="1368" y="1"/>
                  </a:cubicBezTo>
                  <a:cubicBezTo>
                    <a:pt x="1185" y="34"/>
                    <a:pt x="993" y="51"/>
                    <a:pt x="801" y="51"/>
                  </a:cubicBezTo>
                  <a:cubicBezTo>
                    <a:pt x="609" y="51"/>
                    <a:pt x="418" y="34"/>
                    <a:pt x="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09" name="Google Shape;5509;p69"/>
            <p:cNvSpPr/>
            <p:nvPr/>
          </p:nvSpPr>
          <p:spPr>
            <a:xfrm>
              <a:off x="4587844" y="2709775"/>
              <a:ext cx="24212" cy="5400"/>
            </a:xfrm>
            <a:custGeom>
              <a:avLst/>
              <a:gdLst/>
              <a:ahLst/>
              <a:cxnLst/>
              <a:rect l="l" t="t" r="r" b="b"/>
              <a:pathLst>
                <a:path w="1502" h="335" extrusionOk="0">
                  <a:moveTo>
                    <a:pt x="268" y="1"/>
                  </a:moveTo>
                  <a:cubicBezTo>
                    <a:pt x="168" y="1"/>
                    <a:pt x="34" y="68"/>
                    <a:pt x="1" y="101"/>
                  </a:cubicBezTo>
                  <a:cubicBezTo>
                    <a:pt x="1" y="134"/>
                    <a:pt x="134" y="301"/>
                    <a:pt x="201" y="301"/>
                  </a:cubicBezTo>
                  <a:cubicBezTo>
                    <a:pt x="401" y="301"/>
                    <a:pt x="576" y="293"/>
                    <a:pt x="747" y="293"/>
                  </a:cubicBezTo>
                  <a:cubicBezTo>
                    <a:pt x="918" y="293"/>
                    <a:pt x="1085" y="301"/>
                    <a:pt x="1268" y="334"/>
                  </a:cubicBezTo>
                  <a:cubicBezTo>
                    <a:pt x="1335" y="334"/>
                    <a:pt x="1502" y="268"/>
                    <a:pt x="1502" y="234"/>
                  </a:cubicBezTo>
                  <a:cubicBezTo>
                    <a:pt x="1502" y="168"/>
                    <a:pt x="1335" y="68"/>
                    <a:pt x="1268" y="68"/>
                  </a:cubicBezTo>
                  <a:cubicBezTo>
                    <a:pt x="1098" y="99"/>
                    <a:pt x="928" y="122"/>
                    <a:pt x="768" y="122"/>
                  </a:cubicBezTo>
                  <a:cubicBezTo>
                    <a:pt x="583" y="122"/>
                    <a:pt x="411" y="90"/>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10" name="Google Shape;5510;p69"/>
            <p:cNvSpPr/>
            <p:nvPr/>
          </p:nvSpPr>
          <p:spPr>
            <a:xfrm>
              <a:off x="4595920" y="2693655"/>
              <a:ext cx="16684" cy="5739"/>
            </a:xfrm>
            <a:custGeom>
              <a:avLst/>
              <a:gdLst/>
              <a:ahLst/>
              <a:cxnLst/>
              <a:rect l="l" t="t" r="r" b="b"/>
              <a:pathLst>
                <a:path w="1035" h="356" extrusionOk="0">
                  <a:moveTo>
                    <a:pt x="167" y="0"/>
                  </a:moveTo>
                  <a:cubicBezTo>
                    <a:pt x="67" y="0"/>
                    <a:pt x="0" y="134"/>
                    <a:pt x="0" y="167"/>
                  </a:cubicBezTo>
                  <a:cubicBezTo>
                    <a:pt x="0" y="234"/>
                    <a:pt x="134" y="300"/>
                    <a:pt x="167" y="300"/>
                  </a:cubicBezTo>
                  <a:cubicBezTo>
                    <a:pt x="267" y="267"/>
                    <a:pt x="367" y="267"/>
                    <a:pt x="501" y="267"/>
                  </a:cubicBezTo>
                  <a:cubicBezTo>
                    <a:pt x="634" y="267"/>
                    <a:pt x="701" y="300"/>
                    <a:pt x="834" y="334"/>
                  </a:cubicBezTo>
                  <a:cubicBezTo>
                    <a:pt x="842" y="349"/>
                    <a:pt x="855" y="356"/>
                    <a:pt x="871" y="356"/>
                  </a:cubicBezTo>
                  <a:cubicBezTo>
                    <a:pt x="924" y="356"/>
                    <a:pt x="1009" y="285"/>
                    <a:pt x="1034" y="234"/>
                  </a:cubicBezTo>
                  <a:cubicBezTo>
                    <a:pt x="1034" y="167"/>
                    <a:pt x="901" y="34"/>
                    <a:pt x="867" y="34"/>
                  </a:cubicBezTo>
                  <a:cubicBezTo>
                    <a:pt x="763" y="64"/>
                    <a:pt x="658" y="80"/>
                    <a:pt x="553" y="80"/>
                  </a:cubicBezTo>
                  <a:cubicBezTo>
                    <a:pt x="424" y="80"/>
                    <a:pt x="296" y="55"/>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11" name="Google Shape;5511;p69"/>
            <p:cNvSpPr/>
            <p:nvPr/>
          </p:nvSpPr>
          <p:spPr>
            <a:xfrm>
              <a:off x="4597532" y="2679131"/>
              <a:ext cx="28516" cy="8076"/>
            </a:xfrm>
            <a:custGeom>
              <a:avLst/>
              <a:gdLst/>
              <a:ahLst/>
              <a:cxnLst/>
              <a:rect l="l" t="t" r="r" b="b"/>
              <a:pathLst>
                <a:path w="1769" h="501" extrusionOk="0">
                  <a:moveTo>
                    <a:pt x="267" y="1"/>
                  </a:moveTo>
                  <a:cubicBezTo>
                    <a:pt x="167" y="1"/>
                    <a:pt x="0" y="67"/>
                    <a:pt x="0" y="101"/>
                  </a:cubicBezTo>
                  <a:cubicBezTo>
                    <a:pt x="0" y="167"/>
                    <a:pt x="167" y="301"/>
                    <a:pt x="234" y="301"/>
                  </a:cubicBezTo>
                  <a:cubicBezTo>
                    <a:pt x="667" y="301"/>
                    <a:pt x="1034" y="367"/>
                    <a:pt x="1435" y="501"/>
                  </a:cubicBezTo>
                  <a:cubicBezTo>
                    <a:pt x="1568" y="501"/>
                    <a:pt x="1768" y="401"/>
                    <a:pt x="1735" y="401"/>
                  </a:cubicBezTo>
                  <a:cubicBezTo>
                    <a:pt x="1735" y="334"/>
                    <a:pt x="1535" y="201"/>
                    <a:pt x="1435" y="201"/>
                  </a:cubicBezTo>
                  <a:cubicBezTo>
                    <a:pt x="1373" y="206"/>
                    <a:pt x="1311" y="209"/>
                    <a:pt x="1249" y="209"/>
                  </a:cubicBezTo>
                  <a:cubicBezTo>
                    <a:pt x="934" y="209"/>
                    <a:pt x="601" y="140"/>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12" name="Google Shape;5512;p69"/>
            <p:cNvSpPr/>
            <p:nvPr/>
          </p:nvSpPr>
          <p:spPr>
            <a:xfrm>
              <a:off x="4660981" y="2757104"/>
              <a:ext cx="129073" cy="137133"/>
            </a:xfrm>
            <a:custGeom>
              <a:avLst/>
              <a:gdLst/>
              <a:ahLst/>
              <a:cxnLst/>
              <a:rect l="l" t="t" r="r" b="b"/>
              <a:pathLst>
                <a:path w="8007" h="8507" extrusionOk="0">
                  <a:moveTo>
                    <a:pt x="2569" y="0"/>
                  </a:moveTo>
                  <a:cubicBezTo>
                    <a:pt x="2335" y="0"/>
                    <a:pt x="2169" y="34"/>
                    <a:pt x="2002" y="67"/>
                  </a:cubicBezTo>
                  <a:cubicBezTo>
                    <a:pt x="1868" y="100"/>
                    <a:pt x="1768" y="200"/>
                    <a:pt x="1635" y="267"/>
                  </a:cubicBezTo>
                  <a:cubicBezTo>
                    <a:pt x="1435" y="434"/>
                    <a:pt x="1201" y="601"/>
                    <a:pt x="1034" y="768"/>
                  </a:cubicBezTo>
                  <a:cubicBezTo>
                    <a:pt x="434" y="1501"/>
                    <a:pt x="0" y="2736"/>
                    <a:pt x="134" y="2836"/>
                  </a:cubicBezTo>
                  <a:cubicBezTo>
                    <a:pt x="136" y="2837"/>
                    <a:pt x="138" y="2838"/>
                    <a:pt x="141" y="2838"/>
                  </a:cubicBezTo>
                  <a:cubicBezTo>
                    <a:pt x="198" y="2838"/>
                    <a:pt x="484" y="2552"/>
                    <a:pt x="801" y="2235"/>
                  </a:cubicBezTo>
                  <a:cubicBezTo>
                    <a:pt x="1135" y="1902"/>
                    <a:pt x="1501" y="1568"/>
                    <a:pt x="1668" y="1368"/>
                  </a:cubicBezTo>
                  <a:cubicBezTo>
                    <a:pt x="1802" y="1201"/>
                    <a:pt x="1968" y="1034"/>
                    <a:pt x="2102" y="901"/>
                  </a:cubicBezTo>
                  <a:cubicBezTo>
                    <a:pt x="2202" y="768"/>
                    <a:pt x="2369" y="701"/>
                    <a:pt x="2435" y="701"/>
                  </a:cubicBezTo>
                  <a:lnTo>
                    <a:pt x="2669" y="868"/>
                  </a:lnTo>
                  <a:lnTo>
                    <a:pt x="3003" y="1201"/>
                  </a:lnTo>
                  <a:cubicBezTo>
                    <a:pt x="3236" y="1401"/>
                    <a:pt x="3436" y="1668"/>
                    <a:pt x="3636" y="1902"/>
                  </a:cubicBezTo>
                  <a:cubicBezTo>
                    <a:pt x="3770" y="2035"/>
                    <a:pt x="3836" y="2169"/>
                    <a:pt x="3970" y="2302"/>
                  </a:cubicBezTo>
                  <a:cubicBezTo>
                    <a:pt x="4070" y="2369"/>
                    <a:pt x="4103" y="2469"/>
                    <a:pt x="4170" y="2502"/>
                  </a:cubicBezTo>
                  <a:lnTo>
                    <a:pt x="4337" y="2669"/>
                  </a:lnTo>
                  <a:cubicBezTo>
                    <a:pt x="4604" y="2869"/>
                    <a:pt x="4837" y="3069"/>
                    <a:pt x="5071" y="3336"/>
                  </a:cubicBezTo>
                  <a:cubicBezTo>
                    <a:pt x="5471" y="3803"/>
                    <a:pt x="5738" y="4337"/>
                    <a:pt x="5938" y="4971"/>
                  </a:cubicBezTo>
                  <a:cubicBezTo>
                    <a:pt x="6005" y="5237"/>
                    <a:pt x="6138" y="5638"/>
                    <a:pt x="6272" y="5905"/>
                  </a:cubicBezTo>
                  <a:cubicBezTo>
                    <a:pt x="6405" y="6238"/>
                    <a:pt x="6572" y="6538"/>
                    <a:pt x="6672" y="6839"/>
                  </a:cubicBezTo>
                  <a:cubicBezTo>
                    <a:pt x="6905" y="7172"/>
                    <a:pt x="7172" y="7572"/>
                    <a:pt x="7372" y="7806"/>
                  </a:cubicBezTo>
                  <a:cubicBezTo>
                    <a:pt x="7639" y="8173"/>
                    <a:pt x="7773" y="8506"/>
                    <a:pt x="7839" y="8506"/>
                  </a:cubicBezTo>
                  <a:cubicBezTo>
                    <a:pt x="7939" y="8506"/>
                    <a:pt x="8006" y="8039"/>
                    <a:pt x="7906" y="7539"/>
                  </a:cubicBezTo>
                  <a:cubicBezTo>
                    <a:pt x="7806" y="7039"/>
                    <a:pt x="7572" y="6505"/>
                    <a:pt x="7439" y="6238"/>
                  </a:cubicBezTo>
                  <a:cubicBezTo>
                    <a:pt x="7206" y="6005"/>
                    <a:pt x="7039" y="5704"/>
                    <a:pt x="6872" y="5471"/>
                  </a:cubicBezTo>
                  <a:cubicBezTo>
                    <a:pt x="6739" y="5204"/>
                    <a:pt x="6605" y="4971"/>
                    <a:pt x="6472" y="4637"/>
                  </a:cubicBezTo>
                  <a:cubicBezTo>
                    <a:pt x="6205" y="4037"/>
                    <a:pt x="5871" y="3369"/>
                    <a:pt x="5371" y="2902"/>
                  </a:cubicBezTo>
                  <a:cubicBezTo>
                    <a:pt x="5137" y="2669"/>
                    <a:pt x="4871" y="2469"/>
                    <a:pt x="4637" y="2235"/>
                  </a:cubicBezTo>
                  <a:lnTo>
                    <a:pt x="4470" y="2068"/>
                  </a:lnTo>
                  <a:lnTo>
                    <a:pt x="4303" y="1902"/>
                  </a:lnTo>
                  <a:cubicBezTo>
                    <a:pt x="4237" y="1802"/>
                    <a:pt x="4103" y="1668"/>
                    <a:pt x="4003" y="1535"/>
                  </a:cubicBezTo>
                  <a:cubicBezTo>
                    <a:pt x="3836" y="1301"/>
                    <a:pt x="3636" y="1001"/>
                    <a:pt x="3436" y="734"/>
                  </a:cubicBezTo>
                  <a:cubicBezTo>
                    <a:pt x="3336" y="634"/>
                    <a:pt x="3236" y="501"/>
                    <a:pt x="3103" y="367"/>
                  </a:cubicBezTo>
                  <a:cubicBezTo>
                    <a:pt x="2969" y="234"/>
                    <a:pt x="2836" y="67"/>
                    <a:pt x="25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13" name="Google Shape;5513;p69"/>
            <p:cNvSpPr/>
            <p:nvPr/>
          </p:nvSpPr>
          <p:spPr>
            <a:xfrm>
              <a:off x="4557200" y="2823437"/>
              <a:ext cx="197357" cy="124027"/>
            </a:xfrm>
            <a:custGeom>
              <a:avLst/>
              <a:gdLst/>
              <a:ahLst/>
              <a:cxnLst/>
              <a:rect l="l" t="t" r="r" b="b"/>
              <a:pathLst>
                <a:path w="12243" h="7694" extrusionOk="0">
                  <a:moveTo>
                    <a:pt x="3670" y="1"/>
                  </a:moveTo>
                  <a:cubicBezTo>
                    <a:pt x="3417" y="1"/>
                    <a:pt x="3146" y="91"/>
                    <a:pt x="2936" y="222"/>
                  </a:cubicBezTo>
                  <a:cubicBezTo>
                    <a:pt x="2402" y="555"/>
                    <a:pt x="2102" y="1056"/>
                    <a:pt x="1868" y="1556"/>
                  </a:cubicBezTo>
                  <a:cubicBezTo>
                    <a:pt x="1368" y="2557"/>
                    <a:pt x="1068" y="3591"/>
                    <a:pt x="734" y="4625"/>
                  </a:cubicBezTo>
                  <a:cubicBezTo>
                    <a:pt x="568" y="5125"/>
                    <a:pt x="434" y="5892"/>
                    <a:pt x="301" y="6560"/>
                  </a:cubicBezTo>
                  <a:cubicBezTo>
                    <a:pt x="234" y="6893"/>
                    <a:pt x="201" y="7127"/>
                    <a:pt x="101" y="7360"/>
                  </a:cubicBezTo>
                  <a:cubicBezTo>
                    <a:pt x="67" y="7560"/>
                    <a:pt x="0" y="7627"/>
                    <a:pt x="34" y="7694"/>
                  </a:cubicBezTo>
                  <a:cubicBezTo>
                    <a:pt x="67" y="7694"/>
                    <a:pt x="201" y="7594"/>
                    <a:pt x="367" y="7427"/>
                  </a:cubicBezTo>
                  <a:cubicBezTo>
                    <a:pt x="534" y="7227"/>
                    <a:pt x="701" y="6960"/>
                    <a:pt x="868" y="6626"/>
                  </a:cubicBezTo>
                  <a:cubicBezTo>
                    <a:pt x="1201" y="5959"/>
                    <a:pt x="1502" y="5225"/>
                    <a:pt x="1568" y="4858"/>
                  </a:cubicBezTo>
                  <a:cubicBezTo>
                    <a:pt x="1768" y="3791"/>
                    <a:pt x="1969" y="2757"/>
                    <a:pt x="2402" y="1790"/>
                  </a:cubicBezTo>
                  <a:cubicBezTo>
                    <a:pt x="2602" y="1356"/>
                    <a:pt x="2869" y="889"/>
                    <a:pt x="3236" y="622"/>
                  </a:cubicBezTo>
                  <a:cubicBezTo>
                    <a:pt x="3409" y="535"/>
                    <a:pt x="3583" y="449"/>
                    <a:pt x="3778" y="449"/>
                  </a:cubicBezTo>
                  <a:cubicBezTo>
                    <a:pt x="3808" y="449"/>
                    <a:pt x="3839" y="451"/>
                    <a:pt x="3870" y="455"/>
                  </a:cubicBezTo>
                  <a:cubicBezTo>
                    <a:pt x="4070" y="522"/>
                    <a:pt x="4304" y="589"/>
                    <a:pt x="4537" y="722"/>
                  </a:cubicBezTo>
                  <a:cubicBezTo>
                    <a:pt x="4937" y="922"/>
                    <a:pt x="5271" y="1356"/>
                    <a:pt x="5604" y="1756"/>
                  </a:cubicBezTo>
                  <a:cubicBezTo>
                    <a:pt x="5771" y="1956"/>
                    <a:pt x="5938" y="2223"/>
                    <a:pt x="6105" y="2423"/>
                  </a:cubicBezTo>
                  <a:cubicBezTo>
                    <a:pt x="6205" y="2557"/>
                    <a:pt x="6305" y="2623"/>
                    <a:pt x="6405" y="2757"/>
                  </a:cubicBezTo>
                  <a:cubicBezTo>
                    <a:pt x="6538" y="2890"/>
                    <a:pt x="6605" y="2957"/>
                    <a:pt x="6739" y="3057"/>
                  </a:cubicBezTo>
                  <a:cubicBezTo>
                    <a:pt x="7206" y="3424"/>
                    <a:pt x="7639" y="3691"/>
                    <a:pt x="8106" y="3958"/>
                  </a:cubicBezTo>
                  <a:cubicBezTo>
                    <a:pt x="8306" y="4125"/>
                    <a:pt x="8573" y="4258"/>
                    <a:pt x="8740" y="4425"/>
                  </a:cubicBezTo>
                  <a:cubicBezTo>
                    <a:pt x="8940" y="4558"/>
                    <a:pt x="9107" y="4725"/>
                    <a:pt x="9274" y="4925"/>
                  </a:cubicBezTo>
                  <a:cubicBezTo>
                    <a:pt x="9474" y="5092"/>
                    <a:pt x="9774" y="5392"/>
                    <a:pt x="10108" y="5559"/>
                  </a:cubicBezTo>
                  <a:cubicBezTo>
                    <a:pt x="10274" y="5626"/>
                    <a:pt x="10508" y="5692"/>
                    <a:pt x="10675" y="5759"/>
                  </a:cubicBezTo>
                  <a:cubicBezTo>
                    <a:pt x="10808" y="5792"/>
                    <a:pt x="11008" y="5792"/>
                    <a:pt x="11142" y="5859"/>
                  </a:cubicBezTo>
                  <a:cubicBezTo>
                    <a:pt x="11442" y="5892"/>
                    <a:pt x="11709" y="5926"/>
                    <a:pt x="11909" y="5926"/>
                  </a:cubicBezTo>
                  <a:cubicBezTo>
                    <a:pt x="12109" y="5926"/>
                    <a:pt x="12243" y="5926"/>
                    <a:pt x="12243" y="5892"/>
                  </a:cubicBezTo>
                  <a:cubicBezTo>
                    <a:pt x="12243" y="5859"/>
                    <a:pt x="11742" y="5626"/>
                    <a:pt x="11142" y="5292"/>
                  </a:cubicBezTo>
                  <a:cubicBezTo>
                    <a:pt x="10875" y="5192"/>
                    <a:pt x="10608" y="4958"/>
                    <a:pt x="10408" y="4792"/>
                  </a:cubicBezTo>
                  <a:cubicBezTo>
                    <a:pt x="10208" y="4592"/>
                    <a:pt x="10041" y="4391"/>
                    <a:pt x="9874" y="4258"/>
                  </a:cubicBezTo>
                  <a:cubicBezTo>
                    <a:pt x="9607" y="4091"/>
                    <a:pt x="9407" y="3924"/>
                    <a:pt x="9140" y="3758"/>
                  </a:cubicBezTo>
                  <a:cubicBezTo>
                    <a:pt x="8907" y="3591"/>
                    <a:pt x="8640" y="3457"/>
                    <a:pt x="8406" y="3357"/>
                  </a:cubicBezTo>
                  <a:cubicBezTo>
                    <a:pt x="7906" y="3090"/>
                    <a:pt x="7406" y="2824"/>
                    <a:pt x="7039" y="2557"/>
                  </a:cubicBezTo>
                  <a:cubicBezTo>
                    <a:pt x="6205" y="1990"/>
                    <a:pt x="5738" y="889"/>
                    <a:pt x="4704" y="288"/>
                  </a:cubicBezTo>
                  <a:cubicBezTo>
                    <a:pt x="4437" y="188"/>
                    <a:pt x="4137" y="55"/>
                    <a:pt x="3870" y="22"/>
                  </a:cubicBezTo>
                  <a:cubicBezTo>
                    <a:pt x="3806" y="7"/>
                    <a:pt x="3739" y="1"/>
                    <a:pt x="36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14" name="Google Shape;5514;p69"/>
            <p:cNvSpPr/>
            <p:nvPr/>
          </p:nvSpPr>
          <p:spPr>
            <a:xfrm>
              <a:off x="4456112" y="2865188"/>
              <a:ext cx="123689" cy="69574"/>
            </a:xfrm>
            <a:custGeom>
              <a:avLst/>
              <a:gdLst/>
              <a:ahLst/>
              <a:cxnLst/>
              <a:rect l="l" t="t" r="r" b="b"/>
              <a:pathLst>
                <a:path w="7673" h="4316" extrusionOk="0">
                  <a:moveTo>
                    <a:pt x="6489" y="0"/>
                  </a:moveTo>
                  <a:cubicBezTo>
                    <a:pt x="6271" y="0"/>
                    <a:pt x="6049" y="45"/>
                    <a:pt x="5871" y="134"/>
                  </a:cubicBezTo>
                  <a:cubicBezTo>
                    <a:pt x="5604" y="234"/>
                    <a:pt x="5438" y="467"/>
                    <a:pt x="5271" y="634"/>
                  </a:cubicBezTo>
                  <a:cubicBezTo>
                    <a:pt x="4937" y="967"/>
                    <a:pt x="4670" y="1334"/>
                    <a:pt x="4370" y="1535"/>
                  </a:cubicBezTo>
                  <a:cubicBezTo>
                    <a:pt x="3936" y="1868"/>
                    <a:pt x="3369" y="2168"/>
                    <a:pt x="2836" y="2402"/>
                  </a:cubicBezTo>
                  <a:cubicBezTo>
                    <a:pt x="2535" y="2535"/>
                    <a:pt x="2269" y="2702"/>
                    <a:pt x="2002" y="2835"/>
                  </a:cubicBezTo>
                  <a:cubicBezTo>
                    <a:pt x="1768" y="2969"/>
                    <a:pt x="1501" y="3102"/>
                    <a:pt x="1201" y="3169"/>
                  </a:cubicBezTo>
                  <a:cubicBezTo>
                    <a:pt x="1001" y="3302"/>
                    <a:pt x="701" y="3503"/>
                    <a:pt x="467" y="3803"/>
                  </a:cubicBezTo>
                  <a:cubicBezTo>
                    <a:pt x="200" y="3970"/>
                    <a:pt x="0" y="4170"/>
                    <a:pt x="0" y="4203"/>
                  </a:cubicBezTo>
                  <a:cubicBezTo>
                    <a:pt x="25" y="4278"/>
                    <a:pt x="200" y="4316"/>
                    <a:pt x="441" y="4316"/>
                  </a:cubicBezTo>
                  <a:cubicBezTo>
                    <a:pt x="522" y="4316"/>
                    <a:pt x="609" y="4312"/>
                    <a:pt x="701" y="4303"/>
                  </a:cubicBezTo>
                  <a:cubicBezTo>
                    <a:pt x="1034" y="4270"/>
                    <a:pt x="1468" y="4136"/>
                    <a:pt x="1635" y="4036"/>
                  </a:cubicBezTo>
                  <a:cubicBezTo>
                    <a:pt x="1868" y="3870"/>
                    <a:pt x="2135" y="3703"/>
                    <a:pt x="2369" y="3503"/>
                  </a:cubicBezTo>
                  <a:cubicBezTo>
                    <a:pt x="2636" y="3336"/>
                    <a:pt x="2836" y="3169"/>
                    <a:pt x="3069" y="3002"/>
                  </a:cubicBezTo>
                  <a:cubicBezTo>
                    <a:pt x="3570" y="2669"/>
                    <a:pt x="4137" y="2368"/>
                    <a:pt x="4637" y="2002"/>
                  </a:cubicBezTo>
                  <a:cubicBezTo>
                    <a:pt x="5071" y="1701"/>
                    <a:pt x="5337" y="1334"/>
                    <a:pt x="5671" y="1101"/>
                  </a:cubicBezTo>
                  <a:cubicBezTo>
                    <a:pt x="5838" y="967"/>
                    <a:pt x="6005" y="867"/>
                    <a:pt x="6138" y="834"/>
                  </a:cubicBezTo>
                  <a:cubicBezTo>
                    <a:pt x="6179" y="820"/>
                    <a:pt x="6227" y="812"/>
                    <a:pt x="6277" y="812"/>
                  </a:cubicBezTo>
                  <a:cubicBezTo>
                    <a:pt x="6349" y="812"/>
                    <a:pt x="6427" y="828"/>
                    <a:pt x="6505" y="867"/>
                  </a:cubicBezTo>
                  <a:cubicBezTo>
                    <a:pt x="6572" y="867"/>
                    <a:pt x="6672" y="934"/>
                    <a:pt x="6738" y="967"/>
                  </a:cubicBezTo>
                  <a:cubicBezTo>
                    <a:pt x="6872" y="1034"/>
                    <a:pt x="6972" y="1134"/>
                    <a:pt x="7072" y="1268"/>
                  </a:cubicBezTo>
                  <a:cubicBezTo>
                    <a:pt x="7205" y="1368"/>
                    <a:pt x="7339" y="1468"/>
                    <a:pt x="7472" y="1501"/>
                  </a:cubicBezTo>
                  <a:cubicBezTo>
                    <a:pt x="7502" y="1511"/>
                    <a:pt x="7531" y="1515"/>
                    <a:pt x="7558" y="1515"/>
                  </a:cubicBezTo>
                  <a:cubicBezTo>
                    <a:pt x="7622" y="1515"/>
                    <a:pt x="7672" y="1491"/>
                    <a:pt x="7672" y="1468"/>
                  </a:cubicBezTo>
                  <a:cubicBezTo>
                    <a:pt x="7672" y="1434"/>
                    <a:pt x="7572" y="1368"/>
                    <a:pt x="7572" y="1301"/>
                  </a:cubicBezTo>
                  <a:cubicBezTo>
                    <a:pt x="7572" y="1201"/>
                    <a:pt x="7539" y="1101"/>
                    <a:pt x="7506" y="934"/>
                  </a:cubicBezTo>
                  <a:cubicBezTo>
                    <a:pt x="7472" y="767"/>
                    <a:pt x="7372" y="534"/>
                    <a:pt x="7239" y="367"/>
                  </a:cubicBezTo>
                  <a:cubicBezTo>
                    <a:pt x="7139" y="200"/>
                    <a:pt x="6939" y="100"/>
                    <a:pt x="6805" y="33"/>
                  </a:cubicBezTo>
                  <a:cubicBezTo>
                    <a:pt x="6705" y="11"/>
                    <a:pt x="6598" y="0"/>
                    <a:pt x="6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15" name="Google Shape;5515;p69"/>
            <p:cNvSpPr/>
            <p:nvPr/>
          </p:nvSpPr>
          <p:spPr>
            <a:xfrm>
              <a:off x="4460948" y="2842056"/>
              <a:ext cx="37656" cy="5932"/>
            </a:xfrm>
            <a:custGeom>
              <a:avLst/>
              <a:gdLst/>
              <a:ahLst/>
              <a:cxnLst/>
              <a:rect l="l" t="t" r="r" b="b"/>
              <a:pathLst>
                <a:path w="2336" h="368" extrusionOk="0">
                  <a:moveTo>
                    <a:pt x="1969" y="1"/>
                  </a:moveTo>
                  <a:cubicBezTo>
                    <a:pt x="1602" y="65"/>
                    <a:pt x="1264" y="102"/>
                    <a:pt x="927" y="102"/>
                  </a:cubicBezTo>
                  <a:cubicBezTo>
                    <a:pt x="741" y="102"/>
                    <a:pt x="557" y="91"/>
                    <a:pt x="367" y="67"/>
                  </a:cubicBezTo>
                  <a:cubicBezTo>
                    <a:pt x="201" y="67"/>
                    <a:pt x="1" y="201"/>
                    <a:pt x="1" y="234"/>
                  </a:cubicBezTo>
                  <a:cubicBezTo>
                    <a:pt x="1" y="268"/>
                    <a:pt x="301" y="368"/>
                    <a:pt x="367" y="368"/>
                  </a:cubicBezTo>
                  <a:cubicBezTo>
                    <a:pt x="712" y="303"/>
                    <a:pt x="1043" y="266"/>
                    <a:pt x="1387" y="266"/>
                  </a:cubicBezTo>
                  <a:cubicBezTo>
                    <a:pt x="1575" y="266"/>
                    <a:pt x="1768" y="277"/>
                    <a:pt x="1969" y="301"/>
                  </a:cubicBezTo>
                  <a:cubicBezTo>
                    <a:pt x="2069" y="301"/>
                    <a:pt x="2336" y="234"/>
                    <a:pt x="2336" y="201"/>
                  </a:cubicBezTo>
                  <a:cubicBezTo>
                    <a:pt x="2336" y="101"/>
                    <a:pt x="2035" y="1"/>
                    <a:pt x="19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16" name="Google Shape;5516;p69"/>
            <p:cNvSpPr/>
            <p:nvPr/>
          </p:nvSpPr>
          <p:spPr>
            <a:xfrm>
              <a:off x="4470088" y="2827000"/>
              <a:ext cx="33352" cy="5400"/>
            </a:xfrm>
            <a:custGeom>
              <a:avLst/>
              <a:gdLst/>
              <a:ahLst/>
              <a:cxnLst/>
              <a:rect l="l" t="t" r="r" b="b"/>
              <a:pathLst>
                <a:path w="2069" h="335" extrusionOk="0">
                  <a:moveTo>
                    <a:pt x="1668" y="1"/>
                  </a:moveTo>
                  <a:cubicBezTo>
                    <a:pt x="1482" y="78"/>
                    <a:pt x="1281" y="105"/>
                    <a:pt x="1073" y="105"/>
                  </a:cubicBezTo>
                  <a:cubicBezTo>
                    <a:pt x="833" y="105"/>
                    <a:pt x="584" y="70"/>
                    <a:pt x="334" y="34"/>
                  </a:cubicBezTo>
                  <a:cubicBezTo>
                    <a:pt x="234" y="34"/>
                    <a:pt x="1" y="168"/>
                    <a:pt x="1" y="201"/>
                  </a:cubicBezTo>
                  <a:cubicBezTo>
                    <a:pt x="1" y="234"/>
                    <a:pt x="267" y="334"/>
                    <a:pt x="334" y="334"/>
                  </a:cubicBezTo>
                  <a:cubicBezTo>
                    <a:pt x="591" y="279"/>
                    <a:pt x="848" y="254"/>
                    <a:pt x="1105" y="254"/>
                  </a:cubicBezTo>
                  <a:cubicBezTo>
                    <a:pt x="1315" y="254"/>
                    <a:pt x="1525" y="271"/>
                    <a:pt x="1735" y="301"/>
                  </a:cubicBezTo>
                  <a:cubicBezTo>
                    <a:pt x="1835" y="301"/>
                    <a:pt x="2069" y="168"/>
                    <a:pt x="2002" y="101"/>
                  </a:cubicBezTo>
                  <a:cubicBezTo>
                    <a:pt x="2002" y="67"/>
                    <a:pt x="1769" y="1"/>
                    <a:pt x="16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17" name="Google Shape;5517;p69"/>
            <p:cNvSpPr/>
            <p:nvPr/>
          </p:nvSpPr>
          <p:spPr>
            <a:xfrm>
              <a:off x="4488368" y="2808720"/>
              <a:ext cx="24760" cy="4852"/>
            </a:xfrm>
            <a:custGeom>
              <a:avLst/>
              <a:gdLst/>
              <a:ahLst/>
              <a:cxnLst/>
              <a:rect l="l" t="t" r="r" b="b"/>
              <a:pathLst>
                <a:path w="1536" h="301" extrusionOk="0">
                  <a:moveTo>
                    <a:pt x="268" y="1"/>
                  </a:moveTo>
                  <a:cubicBezTo>
                    <a:pt x="134" y="1"/>
                    <a:pt x="1" y="134"/>
                    <a:pt x="1" y="167"/>
                  </a:cubicBezTo>
                  <a:cubicBezTo>
                    <a:pt x="1" y="201"/>
                    <a:pt x="168" y="301"/>
                    <a:pt x="268" y="301"/>
                  </a:cubicBezTo>
                  <a:cubicBezTo>
                    <a:pt x="434" y="251"/>
                    <a:pt x="610" y="226"/>
                    <a:pt x="785" y="226"/>
                  </a:cubicBezTo>
                  <a:cubicBezTo>
                    <a:pt x="960" y="226"/>
                    <a:pt x="1135" y="251"/>
                    <a:pt x="1302" y="301"/>
                  </a:cubicBezTo>
                  <a:cubicBezTo>
                    <a:pt x="1368" y="301"/>
                    <a:pt x="1535" y="201"/>
                    <a:pt x="1535" y="167"/>
                  </a:cubicBezTo>
                  <a:cubicBezTo>
                    <a:pt x="1535" y="134"/>
                    <a:pt x="1368" y="1"/>
                    <a:pt x="1302" y="1"/>
                  </a:cubicBezTo>
                  <a:cubicBezTo>
                    <a:pt x="1135" y="34"/>
                    <a:pt x="960" y="51"/>
                    <a:pt x="785" y="51"/>
                  </a:cubicBezTo>
                  <a:cubicBezTo>
                    <a:pt x="610" y="51"/>
                    <a:pt x="434" y="34"/>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18" name="Google Shape;5518;p69"/>
            <p:cNvSpPr/>
            <p:nvPr/>
          </p:nvSpPr>
          <p:spPr>
            <a:xfrm>
              <a:off x="4501280" y="2792052"/>
              <a:ext cx="25292" cy="5400"/>
            </a:xfrm>
            <a:custGeom>
              <a:avLst/>
              <a:gdLst/>
              <a:ahLst/>
              <a:cxnLst/>
              <a:rect l="l" t="t" r="r" b="b"/>
              <a:pathLst>
                <a:path w="1569" h="335" extrusionOk="0">
                  <a:moveTo>
                    <a:pt x="1335" y="1"/>
                  </a:moveTo>
                  <a:cubicBezTo>
                    <a:pt x="1138" y="72"/>
                    <a:pt x="951" y="105"/>
                    <a:pt x="758" y="105"/>
                  </a:cubicBezTo>
                  <a:cubicBezTo>
                    <a:pt x="591" y="105"/>
                    <a:pt x="420" y="80"/>
                    <a:pt x="234" y="34"/>
                  </a:cubicBezTo>
                  <a:cubicBezTo>
                    <a:pt x="200" y="34"/>
                    <a:pt x="134" y="67"/>
                    <a:pt x="67" y="134"/>
                  </a:cubicBezTo>
                  <a:cubicBezTo>
                    <a:pt x="67" y="167"/>
                    <a:pt x="34" y="167"/>
                    <a:pt x="34" y="201"/>
                  </a:cubicBezTo>
                  <a:cubicBezTo>
                    <a:pt x="0" y="201"/>
                    <a:pt x="34" y="234"/>
                    <a:pt x="34" y="234"/>
                  </a:cubicBezTo>
                  <a:cubicBezTo>
                    <a:pt x="34" y="234"/>
                    <a:pt x="200" y="334"/>
                    <a:pt x="301" y="334"/>
                  </a:cubicBezTo>
                  <a:cubicBezTo>
                    <a:pt x="479" y="263"/>
                    <a:pt x="668" y="229"/>
                    <a:pt x="855" y="229"/>
                  </a:cubicBezTo>
                  <a:cubicBezTo>
                    <a:pt x="1018" y="229"/>
                    <a:pt x="1180" y="254"/>
                    <a:pt x="1335" y="301"/>
                  </a:cubicBezTo>
                  <a:cubicBezTo>
                    <a:pt x="1401" y="301"/>
                    <a:pt x="1568" y="201"/>
                    <a:pt x="1568" y="167"/>
                  </a:cubicBezTo>
                  <a:cubicBezTo>
                    <a:pt x="1568" y="134"/>
                    <a:pt x="1401" y="1"/>
                    <a:pt x="13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19" name="Google Shape;5519;p69"/>
            <p:cNvSpPr/>
            <p:nvPr/>
          </p:nvSpPr>
          <p:spPr>
            <a:xfrm>
              <a:off x="4545368" y="2829692"/>
              <a:ext cx="37124" cy="7544"/>
            </a:xfrm>
            <a:custGeom>
              <a:avLst/>
              <a:gdLst/>
              <a:ahLst/>
              <a:cxnLst/>
              <a:rect l="l" t="t" r="r" b="b"/>
              <a:pathLst>
                <a:path w="2303" h="468" extrusionOk="0">
                  <a:moveTo>
                    <a:pt x="1902" y="1"/>
                  </a:moveTo>
                  <a:cubicBezTo>
                    <a:pt x="1582" y="138"/>
                    <a:pt x="1245" y="228"/>
                    <a:pt x="904" y="228"/>
                  </a:cubicBezTo>
                  <a:cubicBezTo>
                    <a:pt x="748" y="228"/>
                    <a:pt x="591" y="209"/>
                    <a:pt x="434" y="167"/>
                  </a:cubicBezTo>
                  <a:cubicBezTo>
                    <a:pt x="267" y="201"/>
                    <a:pt x="101" y="234"/>
                    <a:pt x="67" y="301"/>
                  </a:cubicBezTo>
                  <a:cubicBezTo>
                    <a:pt x="1" y="334"/>
                    <a:pt x="301" y="468"/>
                    <a:pt x="401" y="468"/>
                  </a:cubicBezTo>
                  <a:cubicBezTo>
                    <a:pt x="901" y="401"/>
                    <a:pt x="1402" y="334"/>
                    <a:pt x="1935" y="301"/>
                  </a:cubicBezTo>
                  <a:cubicBezTo>
                    <a:pt x="2069" y="234"/>
                    <a:pt x="2269" y="67"/>
                    <a:pt x="2302" y="34"/>
                  </a:cubicBezTo>
                  <a:cubicBezTo>
                    <a:pt x="2269" y="1"/>
                    <a:pt x="1969" y="1"/>
                    <a:pt x="19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20" name="Google Shape;5520;p69"/>
            <p:cNvSpPr/>
            <p:nvPr/>
          </p:nvSpPr>
          <p:spPr>
            <a:xfrm>
              <a:off x="4556120" y="2806576"/>
              <a:ext cx="23680" cy="7544"/>
            </a:xfrm>
            <a:custGeom>
              <a:avLst/>
              <a:gdLst/>
              <a:ahLst/>
              <a:cxnLst/>
              <a:rect l="l" t="t" r="r" b="b"/>
              <a:pathLst>
                <a:path w="1469" h="468" extrusionOk="0">
                  <a:moveTo>
                    <a:pt x="1168" y="0"/>
                  </a:moveTo>
                  <a:cubicBezTo>
                    <a:pt x="1068" y="100"/>
                    <a:pt x="901" y="134"/>
                    <a:pt x="735" y="167"/>
                  </a:cubicBezTo>
                  <a:cubicBezTo>
                    <a:pt x="651" y="184"/>
                    <a:pt x="568" y="192"/>
                    <a:pt x="484" y="192"/>
                  </a:cubicBezTo>
                  <a:cubicBezTo>
                    <a:pt x="401" y="192"/>
                    <a:pt x="318" y="184"/>
                    <a:pt x="234" y="167"/>
                  </a:cubicBezTo>
                  <a:cubicBezTo>
                    <a:pt x="134" y="167"/>
                    <a:pt x="1" y="300"/>
                    <a:pt x="1" y="334"/>
                  </a:cubicBezTo>
                  <a:cubicBezTo>
                    <a:pt x="1" y="400"/>
                    <a:pt x="234" y="467"/>
                    <a:pt x="268" y="467"/>
                  </a:cubicBezTo>
                  <a:cubicBezTo>
                    <a:pt x="401" y="367"/>
                    <a:pt x="568" y="334"/>
                    <a:pt x="735" y="334"/>
                  </a:cubicBezTo>
                  <a:lnTo>
                    <a:pt x="1235" y="334"/>
                  </a:lnTo>
                  <a:cubicBezTo>
                    <a:pt x="1302" y="300"/>
                    <a:pt x="1468" y="234"/>
                    <a:pt x="1468" y="134"/>
                  </a:cubicBezTo>
                  <a:cubicBezTo>
                    <a:pt x="1435" y="100"/>
                    <a:pt x="1235" y="0"/>
                    <a:pt x="11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21" name="Google Shape;5521;p69"/>
            <p:cNvSpPr/>
            <p:nvPr/>
          </p:nvSpPr>
          <p:spPr>
            <a:xfrm>
              <a:off x="4552896" y="2787506"/>
              <a:ext cx="34432" cy="9398"/>
            </a:xfrm>
            <a:custGeom>
              <a:avLst/>
              <a:gdLst/>
              <a:ahLst/>
              <a:cxnLst/>
              <a:rect l="l" t="t" r="r" b="b"/>
              <a:pathLst>
                <a:path w="2136" h="583" extrusionOk="0">
                  <a:moveTo>
                    <a:pt x="2107" y="1"/>
                  </a:moveTo>
                  <a:cubicBezTo>
                    <a:pt x="2072" y="1"/>
                    <a:pt x="2013" y="16"/>
                    <a:pt x="1969" y="16"/>
                  </a:cubicBezTo>
                  <a:cubicBezTo>
                    <a:pt x="1935" y="16"/>
                    <a:pt x="1869" y="49"/>
                    <a:pt x="1835" y="49"/>
                  </a:cubicBezTo>
                  <a:lnTo>
                    <a:pt x="1769" y="49"/>
                  </a:lnTo>
                  <a:cubicBezTo>
                    <a:pt x="1496" y="253"/>
                    <a:pt x="1163" y="318"/>
                    <a:pt x="820" y="318"/>
                  </a:cubicBezTo>
                  <a:cubicBezTo>
                    <a:pt x="658" y="318"/>
                    <a:pt x="494" y="304"/>
                    <a:pt x="334" y="283"/>
                  </a:cubicBezTo>
                  <a:cubicBezTo>
                    <a:pt x="201" y="283"/>
                    <a:pt x="1" y="416"/>
                    <a:pt x="1" y="449"/>
                  </a:cubicBezTo>
                  <a:cubicBezTo>
                    <a:pt x="34" y="483"/>
                    <a:pt x="301" y="583"/>
                    <a:pt x="368" y="583"/>
                  </a:cubicBezTo>
                  <a:cubicBezTo>
                    <a:pt x="868" y="449"/>
                    <a:pt x="1368" y="483"/>
                    <a:pt x="1935" y="316"/>
                  </a:cubicBezTo>
                  <a:lnTo>
                    <a:pt x="2035" y="182"/>
                  </a:lnTo>
                  <a:cubicBezTo>
                    <a:pt x="2135" y="116"/>
                    <a:pt x="2135" y="16"/>
                    <a:pt x="2135" y="16"/>
                  </a:cubicBezTo>
                  <a:cubicBezTo>
                    <a:pt x="2135" y="5"/>
                    <a:pt x="2124" y="1"/>
                    <a:pt x="2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22" name="Google Shape;5522;p69"/>
            <p:cNvSpPr/>
            <p:nvPr/>
          </p:nvSpPr>
          <p:spPr>
            <a:xfrm>
              <a:off x="4563648" y="2763020"/>
              <a:ext cx="32820" cy="8834"/>
            </a:xfrm>
            <a:custGeom>
              <a:avLst/>
              <a:gdLst/>
              <a:ahLst/>
              <a:cxnLst/>
              <a:rect l="l" t="t" r="r" b="b"/>
              <a:pathLst>
                <a:path w="2036" h="548" extrusionOk="0">
                  <a:moveTo>
                    <a:pt x="1635" y="0"/>
                  </a:moveTo>
                  <a:cubicBezTo>
                    <a:pt x="1202" y="200"/>
                    <a:pt x="735" y="200"/>
                    <a:pt x="301" y="267"/>
                  </a:cubicBezTo>
                  <a:cubicBezTo>
                    <a:pt x="168" y="300"/>
                    <a:pt x="1" y="467"/>
                    <a:pt x="34" y="501"/>
                  </a:cubicBezTo>
                  <a:cubicBezTo>
                    <a:pt x="34" y="524"/>
                    <a:pt x="168" y="548"/>
                    <a:pt x="269" y="548"/>
                  </a:cubicBezTo>
                  <a:cubicBezTo>
                    <a:pt x="311" y="548"/>
                    <a:pt x="348" y="544"/>
                    <a:pt x="368" y="534"/>
                  </a:cubicBezTo>
                  <a:cubicBezTo>
                    <a:pt x="801" y="334"/>
                    <a:pt x="1268" y="334"/>
                    <a:pt x="1702" y="334"/>
                  </a:cubicBezTo>
                  <a:cubicBezTo>
                    <a:pt x="1835" y="300"/>
                    <a:pt x="2036" y="167"/>
                    <a:pt x="2002" y="100"/>
                  </a:cubicBezTo>
                  <a:cubicBezTo>
                    <a:pt x="1969" y="34"/>
                    <a:pt x="1702" y="0"/>
                    <a:pt x="16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23" name="Google Shape;5523;p69"/>
            <p:cNvSpPr/>
            <p:nvPr/>
          </p:nvSpPr>
          <p:spPr>
            <a:xfrm>
              <a:off x="4574400" y="2745803"/>
              <a:ext cx="29596" cy="5932"/>
            </a:xfrm>
            <a:custGeom>
              <a:avLst/>
              <a:gdLst/>
              <a:ahLst/>
              <a:cxnLst/>
              <a:rect l="l" t="t" r="r" b="b"/>
              <a:pathLst>
                <a:path w="1836" h="368" extrusionOk="0">
                  <a:moveTo>
                    <a:pt x="1502" y="1"/>
                  </a:moveTo>
                  <a:cubicBezTo>
                    <a:pt x="1269" y="64"/>
                    <a:pt x="1010" y="87"/>
                    <a:pt x="749" y="87"/>
                  </a:cubicBezTo>
                  <a:cubicBezTo>
                    <a:pt x="599" y="87"/>
                    <a:pt x="448" y="80"/>
                    <a:pt x="301" y="68"/>
                  </a:cubicBezTo>
                  <a:cubicBezTo>
                    <a:pt x="168" y="68"/>
                    <a:pt x="1" y="234"/>
                    <a:pt x="34" y="268"/>
                  </a:cubicBezTo>
                  <a:cubicBezTo>
                    <a:pt x="101" y="334"/>
                    <a:pt x="268" y="368"/>
                    <a:pt x="334" y="368"/>
                  </a:cubicBezTo>
                  <a:cubicBezTo>
                    <a:pt x="579" y="279"/>
                    <a:pt x="853" y="249"/>
                    <a:pt x="1128" y="249"/>
                  </a:cubicBezTo>
                  <a:cubicBezTo>
                    <a:pt x="1265" y="249"/>
                    <a:pt x="1402" y="257"/>
                    <a:pt x="1535" y="268"/>
                  </a:cubicBezTo>
                  <a:cubicBezTo>
                    <a:pt x="1635" y="268"/>
                    <a:pt x="1836" y="134"/>
                    <a:pt x="1802" y="101"/>
                  </a:cubicBezTo>
                  <a:cubicBezTo>
                    <a:pt x="1802" y="34"/>
                    <a:pt x="1602" y="1"/>
                    <a:pt x="15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24" name="Google Shape;5524;p69"/>
            <p:cNvSpPr/>
            <p:nvPr/>
          </p:nvSpPr>
          <p:spPr>
            <a:xfrm>
              <a:off x="4572256" y="2908599"/>
              <a:ext cx="33884" cy="10607"/>
            </a:xfrm>
            <a:custGeom>
              <a:avLst/>
              <a:gdLst/>
              <a:ahLst/>
              <a:cxnLst/>
              <a:rect l="l" t="t" r="r" b="b"/>
              <a:pathLst>
                <a:path w="2102" h="658" extrusionOk="0">
                  <a:moveTo>
                    <a:pt x="1741" y="0"/>
                  </a:moveTo>
                  <a:cubicBezTo>
                    <a:pt x="1712" y="0"/>
                    <a:pt x="1687" y="3"/>
                    <a:pt x="1668" y="9"/>
                  </a:cubicBezTo>
                  <a:cubicBezTo>
                    <a:pt x="1268" y="243"/>
                    <a:pt x="801" y="343"/>
                    <a:pt x="301" y="409"/>
                  </a:cubicBezTo>
                  <a:cubicBezTo>
                    <a:pt x="167" y="443"/>
                    <a:pt x="0" y="609"/>
                    <a:pt x="34" y="643"/>
                  </a:cubicBezTo>
                  <a:cubicBezTo>
                    <a:pt x="34" y="643"/>
                    <a:pt x="152" y="658"/>
                    <a:pt x="261" y="658"/>
                  </a:cubicBezTo>
                  <a:cubicBezTo>
                    <a:pt x="316" y="658"/>
                    <a:pt x="367" y="654"/>
                    <a:pt x="401" y="643"/>
                  </a:cubicBezTo>
                  <a:cubicBezTo>
                    <a:pt x="801" y="443"/>
                    <a:pt x="1301" y="309"/>
                    <a:pt x="1768" y="276"/>
                  </a:cubicBezTo>
                  <a:cubicBezTo>
                    <a:pt x="1902" y="276"/>
                    <a:pt x="2102" y="109"/>
                    <a:pt x="2069" y="109"/>
                  </a:cubicBezTo>
                  <a:cubicBezTo>
                    <a:pt x="2069" y="55"/>
                    <a:pt x="1868" y="0"/>
                    <a:pt x="17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25" name="Google Shape;5525;p69"/>
            <p:cNvSpPr/>
            <p:nvPr/>
          </p:nvSpPr>
          <p:spPr>
            <a:xfrm>
              <a:off x="4577092" y="2895300"/>
              <a:ext cx="29596" cy="7544"/>
            </a:xfrm>
            <a:custGeom>
              <a:avLst/>
              <a:gdLst/>
              <a:ahLst/>
              <a:cxnLst/>
              <a:rect l="l" t="t" r="r" b="b"/>
              <a:pathLst>
                <a:path w="1836" h="468" extrusionOk="0">
                  <a:moveTo>
                    <a:pt x="1502" y="0"/>
                  </a:moveTo>
                  <a:cubicBezTo>
                    <a:pt x="1189" y="104"/>
                    <a:pt x="856" y="188"/>
                    <a:pt x="535" y="188"/>
                  </a:cubicBezTo>
                  <a:cubicBezTo>
                    <a:pt x="445" y="188"/>
                    <a:pt x="355" y="182"/>
                    <a:pt x="268" y="167"/>
                  </a:cubicBezTo>
                  <a:cubicBezTo>
                    <a:pt x="134" y="234"/>
                    <a:pt x="1" y="334"/>
                    <a:pt x="1" y="400"/>
                  </a:cubicBezTo>
                  <a:cubicBezTo>
                    <a:pt x="1" y="434"/>
                    <a:pt x="201" y="467"/>
                    <a:pt x="301" y="467"/>
                  </a:cubicBezTo>
                  <a:cubicBezTo>
                    <a:pt x="633" y="357"/>
                    <a:pt x="987" y="292"/>
                    <a:pt x="1326" y="292"/>
                  </a:cubicBezTo>
                  <a:cubicBezTo>
                    <a:pt x="1397" y="292"/>
                    <a:pt x="1466" y="295"/>
                    <a:pt x="1535" y="300"/>
                  </a:cubicBezTo>
                  <a:cubicBezTo>
                    <a:pt x="1669" y="267"/>
                    <a:pt x="1835" y="167"/>
                    <a:pt x="1835" y="134"/>
                  </a:cubicBezTo>
                  <a:cubicBezTo>
                    <a:pt x="1835" y="100"/>
                    <a:pt x="1602" y="0"/>
                    <a:pt x="15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26" name="Google Shape;5526;p69"/>
            <p:cNvSpPr/>
            <p:nvPr/>
          </p:nvSpPr>
          <p:spPr>
            <a:xfrm>
              <a:off x="4578704" y="2880776"/>
              <a:ext cx="30128" cy="7544"/>
            </a:xfrm>
            <a:custGeom>
              <a:avLst/>
              <a:gdLst/>
              <a:ahLst/>
              <a:cxnLst/>
              <a:rect l="l" t="t" r="r" b="b"/>
              <a:pathLst>
                <a:path w="1869" h="468" extrusionOk="0">
                  <a:moveTo>
                    <a:pt x="1535" y="0"/>
                  </a:moveTo>
                  <a:cubicBezTo>
                    <a:pt x="1176" y="111"/>
                    <a:pt x="840" y="176"/>
                    <a:pt x="469" y="176"/>
                  </a:cubicBezTo>
                  <a:cubicBezTo>
                    <a:pt x="393" y="176"/>
                    <a:pt x="314" y="173"/>
                    <a:pt x="234" y="167"/>
                  </a:cubicBezTo>
                  <a:cubicBezTo>
                    <a:pt x="168" y="201"/>
                    <a:pt x="1" y="334"/>
                    <a:pt x="1" y="367"/>
                  </a:cubicBezTo>
                  <a:cubicBezTo>
                    <a:pt x="34" y="401"/>
                    <a:pt x="234" y="467"/>
                    <a:pt x="334" y="467"/>
                  </a:cubicBezTo>
                  <a:cubicBezTo>
                    <a:pt x="621" y="363"/>
                    <a:pt x="968" y="279"/>
                    <a:pt x="1297" y="279"/>
                  </a:cubicBezTo>
                  <a:cubicBezTo>
                    <a:pt x="1390" y="279"/>
                    <a:pt x="1481" y="286"/>
                    <a:pt x="1569" y="301"/>
                  </a:cubicBezTo>
                  <a:cubicBezTo>
                    <a:pt x="1669" y="301"/>
                    <a:pt x="1869" y="167"/>
                    <a:pt x="1869" y="134"/>
                  </a:cubicBezTo>
                  <a:cubicBezTo>
                    <a:pt x="1869" y="67"/>
                    <a:pt x="1602" y="0"/>
                    <a:pt x="15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27" name="Google Shape;5527;p69"/>
            <p:cNvSpPr/>
            <p:nvPr/>
          </p:nvSpPr>
          <p:spPr>
            <a:xfrm>
              <a:off x="4587312" y="2863576"/>
              <a:ext cx="26904" cy="5384"/>
            </a:xfrm>
            <a:custGeom>
              <a:avLst/>
              <a:gdLst/>
              <a:ahLst/>
              <a:cxnLst/>
              <a:rect l="l" t="t" r="r" b="b"/>
              <a:pathLst>
                <a:path w="1669" h="334" extrusionOk="0">
                  <a:moveTo>
                    <a:pt x="1368" y="0"/>
                  </a:moveTo>
                  <a:cubicBezTo>
                    <a:pt x="1189" y="90"/>
                    <a:pt x="991" y="121"/>
                    <a:pt x="784" y="121"/>
                  </a:cubicBezTo>
                  <a:cubicBezTo>
                    <a:pt x="605" y="121"/>
                    <a:pt x="419" y="98"/>
                    <a:pt x="234" y="67"/>
                  </a:cubicBezTo>
                  <a:cubicBezTo>
                    <a:pt x="167" y="67"/>
                    <a:pt x="0" y="167"/>
                    <a:pt x="0" y="234"/>
                  </a:cubicBezTo>
                  <a:cubicBezTo>
                    <a:pt x="0" y="267"/>
                    <a:pt x="167" y="334"/>
                    <a:pt x="234" y="334"/>
                  </a:cubicBezTo>
                  <a:cubicBezTo>
                    <a:pt x="468" y="295"/>
                    <a:pt x="691" y="278"/>
                    <a:pt x="916" y="278"/>
                  </a:cubicBezTo>
                  <a:cubicBezTo>
                    <a:pt x="1076" y="278"/>
                    <a:pt x="1236" y="286"/>
                    <a:pt x="1401" y="300"/>
                  </a:cubicBezTo>
                  <a:cubicBezTo>
                    <a:pt x="1502" y="300"/>
                    <a:pt x="1668" y="200"/>
                    <a:pt x="1668" y="133"/>
                  </a:cubicBezTo>
                  <a:cubicBezTo>
                    <a:pt x="1668" y="100"/>
                    <a:pt x="1435" y="0"/>
                    <a:pt x="13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28" name="Google Shape;5528;p69"/>
            <p:cNvSpPr/>
            <p:nvPr/>
          </p:nvSpPr>
          <p:spPr>
            <a:xfrm>
              <a:off x="4597532" y="2849052"/>
              <a:ext cx="20440" cy="4997"/>
            </a:xfrm>
            <a:custGeom>
              <a:avLst/>
              <a:gdLst/>
              <a:ahLst/>
              <a:cxnLst/>
              <a:rect l="l" t="t" r="r" b="b"/>
              <a:pathLst>
                <a:path w="1268" h="310" extrusionOk="0">
                  <a:moveTo>
                    <a:pt x="200" y="0"/>
                  </a:moveTo>
                  <a:cubicBezTo>
                    <a:pt x="67" y="0"/>
                    <a:pt x="0" y="134"/>
                    <a:pt x="0" y="167"/>
                  </a:cubicBezTo>
                  <a:cubicBezTo>
                    <a:pt x="0" y="201"/>
                    <a:pt x="167" y="301"/>
                    <a:pt x="200" y="301"/>
                  </a:cubicBezTo>
                  <a:cubicBezTo>
                    <a:pt x="340" y="239"/>
                    <a:pt x="472" y="213"/>
                    <a:pt x="604" y="213"/>
                  </a:cubicBezTo>
                  <a:cubicBezTo>
                    <a:pt x="756" y="213"/>
                    <a:pt x="907" y="247"/>
                    <a:pt x="1068" y="301"/>
                  </a:cubicBezTo>
                  <a:cubicBezTo>
                    <a:pt x="1074" y="307"/>
                    <a:pt x="1084" y="309"/>
                    <a:pt x="1096" y="309"/>
                  </a:cubicBezTo>
                  <a:cubicBezTo>
                    <a:pt x="1155" y="309"/>
                    <a:pt x="1268" y="250"/>
                    <a:pt x="1268" y="167"/>
                  </a:cubicBezTo>
                  <a:cubicBezTo>
                    <a:pt x="1268" y="134"/>
                    <a:pt x="1101" y="0"/>
                    <a:pt x="1068" y="0"/>
                  </a:cubicBezTo>
                  <a:cubicBezTo>
                    <a:pt x="918" y="34"/>
                    <a:pt x="776" y="50"/>
                    <a:pt x="634" y="50"/>
                  </a:cubicBezTo>
                  <a:cubicBezTo>
                    <a:pt x="492" y="50"/>
                    <a:pt x="351" y="34"/>
                    <a:pt x="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529" name="Google Shape;5529;p69"/>
          <p:cNvGrpSpPr/>
          <p:nvPr/>
        </p:nvGrpSpPr>
        <p:grpSpPr>
          <a:xfrm>
            <a:off x="5182447" y="3600891"/>
            <a:ext cx="118418" cy="80047"/>
            <a:chOff x="4964246" y="3677572"/>
            <a:chExt cx="124769" cy="84340"/>
          </a:xfrm>
        </p:grpSpPr>
        <p:sp>
          <p:nvSpPr>
            <p:cNvPr id="5530" name="Google Shape;5530;p69"/>
            <p:cNvSpPr/>
            <p:nvPr/>
          </p:nvSpPr>
          <p:spPr>
            <a:xfrm>
              <a:off x="4964246" y="3677572"/>
              <a:ext cx="124769" cy="29306"/>
            </a:xfrm>
            <a:custGeom>
              <a:avLst/>
              <a:gdLst/>
              <a:ahLst/>
              <a:cxnLst/>
              <a:rect l="l" t="t" r="r" b="b"/>
              <a:pathLst>
                <a:path w="7740" h="1818" extrusionOk="0">
                  <a:moveTo>
                    <a:pt x="7275" y="0"/>
                  </a:moveTo>
                  <a:cubicBezTo>
                    <a:pt x="7231" y="0"/>
                    <a:pt x="7186" y="2"/>
                    <a:pt x="7139" y="7"/>
                  </a:cubicBezTo>
                  <a:cubicBezTo>
                    <a:pt x="6739" y="74"/>
                    <a:pt x="6405" y="240"/>
                    <a:pt x="6239" y="340"/>
                  </a:cubicBezTo>
                  <a:cubicBezTo>
                    <a:pt x="5838" y="674"/>
                    <a:pt x="5505" y="1074"/>
                    <a:pt x="5071" y="1274"/>
                  </a:cubicBezTo>
                  <a:cubicBezTo>
                    <a:pt x="4863" y="1396"/>
                    <a:pt x="4628" y="1454"/>
                    <a:pt x="4390" y="1454"/>
                  </a:cubicBezTo>
                  <a:cubicBezTo>
                    <a:pt x="4169" y="1454"/>
                    <a:pt x="3945" y="1404"/>
                    <a:pt x="3737" y="1308"/>
                  </a:cubicBezTo>
                  <a:cubicBezTo>
                    <a:pt x="3303" y="1141"/>
                    <a:pt x="2970" y="807"/>
                    <a:pt x="2503" y="507"/>
                  </a:cubicBezTo>
                  <a:cubicBezTo>
                    <a:pt x="2236" y="407"/>
                    <a:pt x="2002" y="274"/>
                    <a:pt x="1702" y="274"/>
                  </a:cubicBezTo>
                  <a:lnTo>
                    <a:pt x="1502" y="274"/>
                  </a:lnTo>
                  <a:cubicBezTo>
                    <a:pt x="1402" y="307"/>
                    <a:pt x="1368" y="307"/>
                    <a:pt x="1302" y="307"/>
                  </a:cubicBezTo>
                  <a:cubicBezTo>
                    <a:pt x="1168" y="340"/>
                    <a:pt x="1002" y="340"/>
                    <a:pt x="868" y="407"/>
                  </a:cubicBezTo>
                  <a:cubicBezTo>
                    <a:pt x="568" y="507"/>
                    <a:pt x="301" y="774"/>
                    <a:pt x="134" y="1008"/>
                  </a:cubicBezTo>
                  <a:cubicBezTo>
                    <a:pt x="34" y="1141"/>
                    <a:pt x="1" y="1308"/>
                    <a:pt x="1" y="1408"/>
                  </a:cubicBezTo>
                  <a:cubicBezTo>
                    <a:pt x="34" y="1475"/>
                    <a:pt x="68" y="1508"/>
                    <a:pt x="68" y="1508"/>
                  </a:cubicBezTo>
                  <a:cubicBezTo>
                    <a:pt x="134" y="1508"/>
                    <a:pt x="134" y="1475"/>
                    <a:pt x="168" y="1408"/>
                  </a:cubicBezTo>
                  <a:cubicBezTo>
                    <a:pt x="201" y="1308"/>
                    <a:pt x="301" y="1241"/>
                    <a:pt x="401" y="1141"/>
                  </a:cubicBezTo>
                  <a:cubicBezTo>
                    <a:pt x="635" y="974"/>
                    <a:pt x="968" y="841"/>
                    <a:pt x="1068" y="807"/>
                  </a:cubicBezTo>
                  <a:cubicBezTo>
                    <a:pt x="1202" y="774"/>
                    <a:pt x="1302" y="774"/>
                    <a:pt x="1402" y="741"/>
                  </a:cubicBezTo>
                  <a:cubicBezTo>
                    <a:pt x="1469" y="741"/>
                    <a:pt x="1535" y="674"/>
                    <a:pt x="1569" y="674"/>
                  </a:cubicBezTo>
                  <a:lnTo>
                    <a:pt x="1735" y="674"/>
                  </a:lnTo>
                  <a:cubicBezTo>
                    <a:pt x="2002" y="674"/>
                    <a:pt x="2202" y="774"/>
                    <a:pt x="2403" y="841"/>
                  </a:cubicBezTo>
                  <a:cubicBezTo>
                    <a:pt x="2836" y="1074"/>
                    <a:pt x="3203" y="1441"/>
                    <a:pt x="3703" y="1641"/>
                  </a:cubicBezTo>
                  <a:cubicBezTo>
                    <a:pt x="3953" y="1748"/>
                    <a:pt x="4232" y="1817"/>
                    <a:pt x="4514" y="1817"/>
                  </a:cubicBezTo>
                  <a:cubicBezTo>
                    <a:pt x="4758" y="1817"/>
                    <a:pt x="5005" y="1765"/>
                    <a:pt x="5238" y="1641"/>
                  </a:cubicBezTo>
                  <a:cubicBezTo>
                    <a:pt x="5772" y="1441"/>
                    <a:pt x="6139" y="1108"/>
                    <a:pt x="6539" y="841"/>
                  </a:cubicBezTo>
                  <a:cubicBezTo>
                    <a:pt x="6739" y="674"/>
                    <a:pt x="7006" y="474"/>
                    <a:pt x="7239" y="274"/>
                  </a:cubicBezTo>
                  <a:cubicBezTo>
                    <a:pt x="7506" y="140"/>
                    <a:pt x="7740" y="140"/>
                    <a:pt x="7740" y="107"/>
                  </a:cubicBezTo>
                  <a:cubicBezTo>
                    <a:pt x="7740" y="78"/>
                    <a:pt x="7542" y="0"/>
                    <a:pt x="7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31" name="Google Shape;5531;p69"/>
            <p:cNvSpPr/>
            <p:nvPr/>
          </p:nvSpPr>
          <p:spPr>
            <a:xfrm>
              <a:off x="4964246" y="3706023"/>
              <a:ext cx="124769" cy="28468"/>
            </a:xfrm>
            <a:custGeom>
              <a:avLst/>
              <a:gdLst/>
              <a:ahLst/>
              <a:cxnLst/>
              <a:rect l="l" t="t" r="r" b="b"/>
              <a:pathLst>
                <a:path w="7740" h="1766" extrusionOk="0">
                  <a:moveTo>
                    <a:pt x="7322" y="1"/>
                  </a:moveTo>
                  <a:cubicBezTo>
                    <a:pt x="7264" y="1"/>
                    <a:pt x="7203" y="3"/>
                    <a:pt x="7139" y="10"/>
                  </a:cubicBezTo>
                  <a:cubicBezTo>
                    <a:pt x="6739" y="43"/>
                    <a:pt x="6405" y="210"/>
                    <a:pt x="6239" y="343"/>
                  </a:cubicBezTo>
                  <a:cubicBezTo>
                    <a:pt x="5838" y="677"/>
                    <a:pt x="5505" y="1044"/>
                    <a:pt x="5071" y="1244"/>
                  </a:cubicBezTo>
                  <a:cubicBezTo>
                    <a:pt x="4857" y="1387"/>
                    <a:pt x="4613" y="1453"/>
                    <a:pt x="4367" y="1453"/>
                  </a:cubicBezTo>
                  <a:cubicBezTo>
                    <a:pt x="4154" y="1453"/>
                    <a:pt x="3938" y="1404"/>
                    <a:pt x="3737" y="1311"/>
                  </a:cubicBezTo>
                  <a:cubicBezTo>
                    <a:pt x="3303" y="1077"/>
                    <a:pt x="2970" y="744"/>
                    <a:pt x="2503" y="477"/>
                  </a:cubicBezTo>
                  <a:cubicBezTo>
                    <a:pt x="2236" y="343"/>
                    <a:pt x="2002" y="210"/>
                    <a:pt x="1702" y="210"/>
                  </a:cubicBezTo>
                  <a:lnTo>
                    <a:pt x="1502" y="210"/>
                  </a:lnTo>
                  <a:cubicBezTo>
                    <a:pt x="1402" y="243"/>
                    <a:pt x="1368" y="243"/>
                    <a:pt x="1302" y="243"/>
                  </a:cubicBezTo>
                  <a:cubicBezTo>
                    <a:pt x="1168" y="310"/>
                    <a:pt x="1002" y="310"/>
                    <a:pt x="868" y="343"/>
                  </a:cubicBezTo>
                  <a:cubicBezTo>
                    <a:pt x="568" y="477"/>
                    <a:pt x="301" y="710"/>
                    <a:pt x="134" y="977"/>
                  </a:cubicBezTo>
                  <a:cubicBezTo>
                    <a:pt x="34" y="1077"/>
                    <a:pt x="1" y="1244"/>
                    <a:pt x="1" y="1344"/>
                  </a:cubicBezTo>
                  <a:cubicBezTo>
                    <a:pt x="34" y="1411"/>
                    <a:pt x="68" y="1478"/>
                    <a:pt x="68" y="1478"/>
                  </a:cubicBezTo>
                  <a:cubicBezTo>
                    <a:pt x="134" y="1478"/>
                    <a:pt x="134" y="1411"/>
                    <a:pt x="168" y="1344"/>
                  </a:cubicBezTo>
                  <a:cubicBezTo>
                    <a:pt x="201" y="1244"/>
                    <a:pt x="301" y="1177"/>
                    <a:pt x="401" y="1077"/>
                  </a:cubicBezTo>
                  <a:cubicBezTo>
                    <a:pt x="635" y="910"/>
                    <a:pt x="968" y="810"/>
                    <a:pt x="1068" y="744"/>
                  </a:cubicBezTo>
                  <a:cubicBezTo>
                    <a:pt x="1202" y="710"/>
                    <a:pt x="1302" y="710"/>
                    <a:pt x="1402" y="677"/>
                  </a:cubicBezTo>
                  <a:cubicBezTo>
                    <a:pt x="1469" y="677"/>
                    <a:pt x="1535" y="644"/>
                    <a:pt x="1569" y="644"/>
                  </a:cubicBezTo>
                  <a:lnTo>
                    <a:pt x="1735" y="644"/>
                  </a:lnTo>
                  <a:cubicBezTo>
                    <a:pt x="2002" y="644"/>
                    <a:pt x="2202" y="710"/>
                    <a:pt x="2403" y="810"/>
                  </a:cubicBezTo>
                  <a:cubicBezTo>
                    <a:pt x="2836" y="1011"/>
                    <a:pt x="3203" y="1377"/>
                    <a:pt x="3703" y="1578"/>
                  </a:cubicBezTo>
                  <a:cubicBezTo>
                    <a:pt x="3945" y="1698"/>
                    <a:pt x="4213" y="1765"/>
                    <a:pt x="4484" y="1765"/>
                  </a:cubicBezTo>
                  <a:cubicBezTo>
                    <a:pt x="4739" y="1765"/>
                    <a:pt x="4996" y="1707"/>
                    <a:pt x="5238" y="1578"/>
                  </a:cubicBezTo>
                  <a:cubicBezTo>
                    <a:pt x="5772" y="1377"/>
                    <a:pt x="6139" y="1044"/>
                    <a:pt x="6539" y="810"/>
                  </a:cubicBezTo>
                  <a:cubicBezTo>
                    <a:pt x="6739" y="677"/>
                    <a:pt x="7006" y="477"/>
                    <a:pt x="7239" y="243"/>
                  </a:cubicBezTo>
                  <a:cubicBezTo>
                    <a:pt x="7506" y="143"/>
                    <a:pt x="7740" y="143"/>
                    <a:pt x="7740" y="77"/>
                  </a:cubicBezTo>
                  <a:cubicBezTo>
                    <a:pt x="7740" y="50"/>
                    <a:pt x="7565" y="1"/>
                    <a:pt x="7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32" name="Google Shape;5532;p69"/>
            <p:cNvSpPr/>
            <p:nvPr/>
          </p:nvSpPr>
          <p:spPr>
            <a:xfrm>
              <a:off x="4964246" y="3733460"/>
              <a:ext cx="124769" cy="28452"/>
            </a:xfrm>
            <a:custGeom>
              <a:avLst/>
              <a:gdLst/>
              <a:ahLst/>
              <a:cxnLst/>
              <a:rect l="l" t="t" r="r" b="b"/>
              <a:pathLst>
                <a:path w="7740" h="1765" extrusionOk="0">
                  <a:moveTo>
                    <a:pt x="7315" y="0"/>
                  </a:moveTo>
                  <a:cubicBezTo>
                    <a:pt x="7259" y="0"/>
                    <a:pt x="7200" y="3"/>
                    <a:pt x="7139" y="9"/>
                  </a:cubicBezTo>
                  <a:cubicBezTo>
                    <a:pt x="6739" y="42"/>
                    <a:pt x="6405" y="209"/>
                    <a:pt x="6239" y="343"/>
                  </a:cubicBezTo>
                  <a:cubicBezTo>
                    <a:pt x="5838" y="676"/>
                    <a:pt x="5505" y="1043"/>
                    <a:pt x="5071" y="1277"/>
                  </a:cubicBezTo>
                  <a:cubicBezTo>
                    <a:pt x="4863" y="1398"/>
                    <a:pt x="4628" y="1456"/>
                    <a:pt x="4390" y="1456"/>
                  </a:cubicBezTo>
                  <a:cubicBezTo>
                    <a:pt x="4169" y="1456"/>
                    <a:pt x="3945" y="1406"/>
                    <a:pt x="3737" y="1310"/>
                  </a:cubicBezTo>
                  <a:cubicBezTo>
                    <a:pt x="3303" y="1110"/>
                    <a:pt x="2970" y="776"/>
                    <a:pt x="2503" y="476"/>
                  </a:cubicBezTo>
                  <a:cubicBezTo>
                    <a:pt x="2236" y="343"/>
                    <a:pt x="2002" y="209"/>
                    <a:pt x="1702" y="209"/>
                  </a:cubicBezTo>
                  <a:lnTo>
                    <a:pt x="1502" y="209"/>
                  </a:lnTo>
                  <a:cubicBezTo>
                    <a:pt x="1402" y="276"/>
                    <a:pt x="1368" y="276"/>
                    <a:pt x="1302" y="276"/>
                  </a:cubicBezTo>
                  <a:cubicBezTo>
                    <a:pt x="1168" y="309"/>
                    <a:pt x="1002" y="309"/>
                    <a:pt x="868" y="343"/>
                  </a:cubicBezTo>
                  <a:cubicBezTo>
                    <a:pt x="568" y="476"/>
                    <a:pt x="301" y="710"/>
                    <a:pt x="134" y="976"/>
                  </a:cubicBezTo>
                  <a:cubicBezTo>
                    <a:pt x="34" y="1110"/>
                    <a:pt x="1" y="1277"/>
                    <a:pt x="1" y="1343"/>
                  </a:cubicBezTo>
                  <a:cubicBezTo>
                    <a:pt x="34" y="1443"/>
                    <a:pt x="68" y="1477"/>
                    <a:pt x="68" y="1477"/>
                  </a:cubicBezTo>
                  <a:cubicBezTo>
                    <a:pt x="134" y="1477"/>
                    <a:pt x="134" y="1443"/>
                    <a:pt x="168" y="1343"/>
                  </a:cubicBezTo>
                  <a:cubicBezTo>
                    <a:pt x="201" y="1277"/>
                    <a:pt x="301" y="1177"/>
                    <a:pt x="401" y="1110"/>
                  </a:cubicBezTo>
                  <a:cubicBezTo>
                    <a:pt x="635" y="943"/>
                    <a:pt x="968" y="810"/>
                    <a:pt x="1068" y="776"/>
                  </a:cubicBezTo>
                  <a:cubicBezTo>
                    <a:pt x="1202" y="710"/>
                    <a:pt x="1302" y="710"/>
                    <a:pt x="1402" y="676"/>
                  </a:cubicBezTo>
                  <a:cubicBezTo>
                    <a:pt x="1469" y="676"/>
                    <a:pt x="1535" y="643"/>
                    <a:pt x="1569" y="643"/>
                  </a:cubicBezTo>
                  <a:lnTo>
                    <a:pt x="1735" y="643"/>
                  </a:lnTo>
                  <a:cubicBezTo>
                    <a:pt x="2002" y="643"/>
                    <a:pt x="2202" y="710"/>
                    <a:pt x="2403" y="810"/>
                  </a:cubicBezTo>
                  <a:cubicBezTo>
                    <a:pt x="2836" y="1010"/>
                    <a:pt x="3203" y="1377"/>
                    <a:pt x="3703" y="1577"/>
                  </a:cubicBezTo>
                  <a:cubicBezTo>
                    <a:pt x="3945" y="1697"/>
                    <a:pt x="4231" y="1765"/>
                    <a:pt x="4510" y="1765"/>
                  </a:cubicBezTo>
                  <a:cubicBezTo>
                    <a:pt x="4772" y="1765"/>
                    <a:pt x="5028" y="1706"/>
                    <a:pt x="5238" y="1577"/>
                  </a:cubicBezTo>
                  <a:cubicBezTo>
                    <a:pt x="5772" y="1377"/>
                    <a:pt x="6139" y="1043"/>
                    <a:pt x="6539" y="810"/>
                  </a:cubicBezTo>
                  <a:cubicBezTo>
                    <a:pt x="6739" y="676"/>
                    <a:pt x="7006" y="476"/>
                    <a:pt x="7239" y="276"/>
                  </a:cubicBezTo>
                  <a:cubicBezTo>
                    <a:pt x="7506" y="142"/>
                    <a:pt x="7740" y="142"/>
                    <a:pt x="7740" y="109"/>
                  </a:cubicBezTo>
                  <a:cubicBezTo>
                    <a:pt x="7740" y="55"/>
                    <a:pt x="7562" y="0"/>
                    <a:pt x="7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533" name="Google Shape;5533;p69"/>
          <p:cNvGrpSpPr/>
          <p:nvPr/>
        </p:nvGrpSpPr>
        <p:grpSpPr>
          <a:xfrm>
            <a:off x="5487311" y="2125643"/>
            <a:ext cx="118923" cy="79404"/>
            <a:chOff x="5577790" y="2179443"/>
            <a:chExt cx="125301" cy="83663"/>
          </a:xfrm>
        </p:grpSpPr>
        <p:sp>
          <p:nvSpPr>
            <p:cNvPr id="5534" name="Google Shape;5534;p69"/>
            <p:cNvSpPr/>
            <p:nvPr/>
          </p:nvSpPr>
          <p:spPr>
            <a:xfrm>
              <a:off x="5577790" y="2179443"/>
              <a:ext cx="125301" cy="28597"/>
            </a:xfrm>
            <a:custGeom>
              <a:avLst/>
              <a:gdLst/>
              <a:ahLst/>
              <a:cxnLst/>
              <a:rect l="l" t="t" r="r" b="b"/>
              <a:pathLst>
                <a:path w="7773" h="1774" extrusionOk="0">
                  <a:moveTo>
                    <a:pt x="7317" y="1"/>
                  </a:moveTo>
                  <a:cubicBezTo>
                    <a:pt x="7260" y="1"/>
                    <a:pt x="7200" y="4"/>
                    <a:pt x="7139" y="10"/>
                  </a:cubicBezTo>
                  <a:cubicBezTo>
                    <a:pt x="6772" y="43"/>
                    <a:pt x="6438" y="210"/>
                    <a:pt x="6271" y="343"/>
                  </a:cubicBezTo>
                  <a:cubicBezTo>
                    <a:pt x="5838" y="677"/>
                    <a:pt x="5504" y="1044"/>
                    <a:pt x="5104" y="1277"/>
                  </a:cubicBezTo>
                  <a:cubicBezTo>
                    <a:pt x="4879" y="1399"/>
                    <a:pt x="4636" y="1457"/>
                    <a:pt x="4398" y="1457"/>
                  </a:cubicBezTo>
                  <a:cubicBezTo>
                    <a:pt x="4178" y="1457"/>
                    <a:pt x="3962" y="1407"/>
                    <a:pt x="3770" y="1311"/>
                  </a:cubicBezTo>
                  <a:cubicBezTo>
                    <a:pt x="3303" y="1110"/>
                    <a:pt x="2969" y="710"/>
                    <a:pt x="2502" y="477"/>
                  </a:cubicBezTo>
                  <a:cubicBezTo>
                    <a:pt x="2269" y="343"/>
                    <a:pt x="2002" y="210"/>
                    <a:pt x="1735" y="210"/>
                  </a:cubicBezTo>
                  <a:lnTo>
                    <a:pt x="1501" y="210"/>
                  </a:lnTo>
                  <a:cubicBezTo>
                    <a:pt x="1435" y="277"/>
                    <a:pt x="1368" y="277"/>
                    <a:pt x="1301" y="277"/>
                  </a:cubicBezTo>
                  <a:cubicBezTo>
                    <a:pt x="1168" y="310"/>
                    <a:pt x="1001" y="310"/>
                    <a:pt x="901" y="343"/>
                  </a:cubicBezTo>
                  <a:cubicBezTo>
                    <a:pt x="601" y="477"/>
                    <a:pt x="301" y="710"/>
                    <a:pt x="134" y="977"/>
                  </a:cubicBezTo>
                  <a:cubicBezTo>
                    <a:pt x="67" y="1110"/>
                    <a:pt x="0" y="1277"/>
                    <a:pt x="0" y="1344"/>
                  </a:cubicBezTo>
                  <a:cubicBezTo>
                    <a:pt x="34" y="1444"/>
                    <a:pt x="100" y="1477"/>
                    <a:pt x="100" y="1477"/>
                  </a:cubicBezTo>
                  <a:cubicBezTo>
                    <a:pt x="134" y="1477"/>
                    <a:pt x="134" y="1444"/>
                    <a:pt x="167" y="1344"/>
                  </a:cubicBezTo>
                  <a:cubicBezTo>
                    <a:pt x="200" y="1277"/>
                    <a:pt x="301" y="1177"/>
                    <a:pt x="434" y="1110"/>
                  </a:cubicBezTo>
                  <a:cubicBezTo>
                    <a:pt x="634" y="944"/>
                    <a:pt x="968" y="810"/>
                    <a:pt x="1101" y="777"/>
                  </a:cubicBezTo>
                  <a:cubicBezTo>
                    <a:pt x="1235" y="710"/>
                    <a:pt x="1301" y="710"/>
                    <a:pt x="1435" y="677"/>
                  </a:cubicBezTo>
                  <a:cubicBezTo>
                    <a:pt x="1468" y="677"/>
                    <a:pt x="1535" y="643"/>
                    <a:pt x="1601" y="643"/>
                  </a:cubicBezTo>
                  <a:lnTo>
                    <a:pt x="1768" y="643"/>
                  </a:lnTo>
                  <a:cubicBezTo>
                    <a:pt x="2002" y="643"/>
                    <a:pt x="2202" y="710"/>
                    <a:pt x="2435" y="810"/>
                  </a:cubicBezTo>
                  <a:cubicBezTo>
                    <a:pt x="2836" y="1010"/>
                    <a:pt x="3236" y="1377"/>
                    <a:pt x="3736" y="1611"/>
                  </a:cubicBezTo>
                  <a:cubicBezTo>
                    <a:pt x="3961" y="1715"/>
                    <a:pt x="4232" y="1774"/>
                    <a:pt x="4509" y="1774"/>
                  </a:cubicBezTo>
                  <a:cubicBezTo>
                    <a:pt x="4766" y="1774"/>
                    <a:pt x="5030" y="1723"/>
                    <a:pt x="5271" y="1611"/>
                  </a:cubicBezTo>
                  <a:cubicBezTo>
                    <a:pt x="5771" y="1377"/>
                    <a:pt x="6138" y="1044"/>
                    <a:pt x="6572" y="810"/>
                  </a:cubicBezTo>
                  <a:cubicBezTo>
                    <a:pt x="6738" y="677"/>
                    <a:pt x="7005" y="477"/>
                    <a:pt x="7272" y="277"/>
                  </a:cubicBezTo>
                  <a:cubicBezTo>
                    <a:pt x="7506" y="143"/>
                    <a:pt x="7773" y="143"/>
                    <a:pt x="7773" y="110"/>
                  </a:cubicBezTo>
                  <a:cubicBezTo>
                    <a:pt x="7773" y="55"/>
                    <a:pt x="7572" y="1"/>
                    <a:pt x="73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35" name="Google Shape;5535;p69"/>
            <p:cNvSpPr/>
            <p:nvPr/>
          </p:nvSpPr>
          <p:spPr>
            <a:xfrm>
              <a:off x="5577790" y="2206912"/>
              <a:ext cx="125301" cy="28549"/>
            </a:xfrm>
            <a:custGeom>
              <a:avLst/>
              <a:gdLst/>
              <a:ahLst/>
              <a:cxnLst/>
              <a:rect l="l" t="t" r="r" b="b"/>
              <a:pathLst>
                <a:path w="7773" h="1771" extrusionOk="0">
                  <a:moveTo>
                    <a:pt x="7276" y="0"/>
                  </a:moveTo>
                  <a:cubicBezTo>
                    <a:pt x="7231" y="0"/>
                    <a:pt x="7185" y="2"/>
                    <a:pt x="7139" y="7"/>
                  </a:cubicBezTo>
                  <a:cubicBezTo>
                    <a:pt x="6772" y="74"/>
                    <a:pt x="6438" y="240"/>
                    <a:pt x="6271" y="340"/>
                  </a:cubicBezTo>
                  <a:cubicBezTo>
                    <a:pt x="5838" y="674"/>
                    <a:pt x="5504" y="1074"/>
                    <a:pt x="5104" y="1274"/>
                  </a:cubicBezTo>
                  <a:cubicBezTo>
                    <a:pt x="4879" y="1396"/>
                    <a:pt x="4636" y="1454"/>
                    <a:pt x="4398" y="1454"/>
                  </a:cubicBezTo>
                  <a:cubicBezTo>
                    <a:pt x="4178" y="1454"/>
                    <a:pt x="3962" y="1404"/>
                    <a:pt x="3770" y="1308"/>
                  </a:cubicBezTo>
                  <a:cubicBezTo>
                    <a:pt x="3303" y="1108"/>
                    <a:pt x="2969" y="774"/>
                    <a:pt x="2502" y="474"/>
                  </a:cubicBezTo>
                  <a:cubicBezTo>
                    <a:pt x="2269" y="340"/>
                    <a:pt x="2002" y="240"/>
                    <a:pt x="1735" y="240"/>
                  </a:cubicBezTo>
                  <a:lnTo>
                    <a:pt x="1501" y="240"/>
                  </a:lnTo>
                  <a:cubicBezTo>
                    <a:pt x="1435" y="274"/>
                    <a:pt x="1368" y="274"/>
                    <a:pt x="1301" y="274"/>
                  </a:cubicBezTo>
                  <a:cubicBezTo>
                    <a:pt x="1168" y="307"/>
                    <a:pt x="1001" y="307"/>
                    <a:pt x="901" y="340"/>
                  </a:cubicBezTo>
                  <a:cubicBezTo>
                    <a:pt x="601" y="474"/>
                    <a:pt x="301" y="741"/>
                    <a:pt x="134" y="974"/>
                  </a:cubicBezTo>
                  <a:cubicBezTo>
                    <a:pt x="67" y="1108"/>
                    <a:pt x="0" y="1274"/>
                    <a:pt x="0" y="1341"/>
                  </a:cubicBezTo>
                  <a:cubicBezTo>
                    <a:pt x="34" y="1441"/>
                    <a:pt x="100" y="1475"/>
                    <a:pt x="100" y="1475"/>
                  </a:cubicBezTo>
                  <a:cubicBezTo>
                    <a:pt x="134" y="1475"/>
                    <a:pt x="134" y="1441"/>
                    <a:pt x="167" y="1341"/>
                  </a:cubicBezTo>
                  <a:cubicBezTo>
                    <a:pt x="200" y="1274"/>
                    <a:pt x="301" y="1174"/>
                    <a:pt x="434" y="1108"/>
                  </a:cubicBezTo>
                  <a:cubicBezTo>
                    <a:pt x="634" y="941"/>
                    <a:pt x="968" y="807"/>
                    <a:pt x="1101" y="774"/>
                  </a:cubicBezTo>
                  <a:cubicBezTo>
                    <a:pt x="1235" y="741"/>
                    <a:pt x="1301" y="741"/>
                    <a:pt x="1435" y="674"/>
                  </a:cubicBezTo>
                  <a:cubicBezTo>
                    <a:pt x="1468" y="674"/>
                    <a:pt x="1535" y="641"/>
                    <a:pt x="1601" y="641"/>
                  </a:cubicBezTo>
                  <a:lnTo>
                    <a:pt x="1768" y="641"/>
                  </a:lnTo>
                  <a:cubicBezTo>
                    <a:pt x="2002" y="641"/>
                    <a:pt x="2202" y="741"/>
                    <a:pt x="2435" y="807"/>
                  </a:cubicBezTo>
                  <a:cubicBezTo>
                    <a:pt x="2836" y="1008"/>
                    <a:pt x="3236" y="1408"/>
                    <a:pt x="3736" y="1608"/>
                  </a:cubicBezTo>
                  <a:cubicBezTo>
                    <a:pt x="3961" y="1712"/>
                    <a:pt x="4232" y="1771"/>
                    <a:pt x="4509" y="1771"/>
                  </a:cubicBezTo>
                  <a:cubicBezTo>
                    <a:pt x="4766" y="1771"/>
                    <a:pt x="5030" y="1720"/>
                    <a:pt x="5271" y="1608"/>
                  </a:cubicBezTo>
                  <a:cubicBezTo>
                    <a:pt x="5771" y="1408"/>
                    <a:pt x="6138" y="1074"/>
                    <a:pt x="6572" y="807"/>
                  </a:cubicBezTo>
                  <a:cubicBezTo>
                    <a:pt x="6738" y="674"/>
                    <a:pt x="7005" y="474"/>
                    <a:pt x="7272" y="274"/>
                  </a:cubicBezTo>
                  <a:cubicBezTo>
                    <a:pt x="7506" y="140"/>
                    <a:pt x="7773" y="140"/>
                    <a:pt x="7773" y="107"/>
                  </a:cubicBezTo>
                  <a:cubicBezTo>
                    <a:pt x="7773" y="78"/>
                    <a:pt x="7550" y="0"/>
                    <a:pt x="72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36" name="Google Shape;5536;p69"/>
            <p:cNvSpPr/>
            <p:nvPr/>
          </p:nvSpPr>
          <p:spPr>
            <a:xfrm>
              <a:off x="5577790" y="2234622"/>
              <a:ext cx="125301" cy="28484"/>
            </a:xfrm>
            <a:custGeom>
              <a:avLst/>
              <a:gdLst/>
              <a:ahLst/>
              <a:cxnLst/>
              <a:rect l="l" t="t" r="r" b="b"/>
              <a:pathLst>
                <a:path w="7773" h="1767" extrusionOk="0">
                  <a:moveTo>
                    <a:pt x="7370" y="0"/>
                  </a:moveTo>
                  <a:cubicBezTo>
                    <a:pt x="7297" y="0"/>
                    <a:pt x="7219" y="6"/>
                    <a:pt x="7139" y="22"/>
                  </a:cubicBezTo>
                  <a:cubicBezTo>
                    <a:pt x="6772" y="56"/>
                    <a:pt x="6438" y="223"/>
                    <a:pt x="6271" y="356"/>
                  </a:cubicBezTo>
                  <a:cubicBezTo>
                    <a:pt x="5838" y="690"/>
                    <a:pt x="5504" y="1057"/>
                    <a:pt x="5104" y="1257"/>
                  </a:cubicBezTo>
                  <a:cubicBezTo>
                    <a:pt x="4880" y="1395"/>
                    <a:pt x="4638" y="1461"/>
                    <a:pt x="4401" y="1461"/>
                  </a:cubicBezTo>
                  <a:cubicBezTo>
                    <a:pt x="4180" y="1461"/>
                    <a:pt x="3963" y="1403"/>
                    <a:pt x="3770" y="1290"/>
                  </a:cubicBezTo>
                  <a:cubicBezTo>
                    <a:pt x="3303" y="1090"/>
                    <a:pt x="2969" y="756"/>
                    <a:pt x="2502" y="456"/>
                  </a:cubicBezTo>
                  <a:cubicBezTo>
                    <a:pt x="2269" y="356"/>
                    <a:pt x="2002" y="223"/>
                    <a:pt x="1735" y="223"/>
                  </a:cubicBezTo>
                  <a:lnTo>
                    <a:pt x="1501" y="223"/>
                  </a:lnTo>
                  <a:cubicBezTo>
                    <a:pt x="1435" y="256"/>
                    <a:pt x="1368" y="256"/>
                    <a:pt x="1301" y="256"/>
                  </a:cubicBezTo>
                  <a:cubicBezTo>
                    <a:pt x="1168" y="289"/>
                    <a:pt x="1001" y="289"/>
                    <a:pt x="901" y="356"/>
                  </a:cubicBezTo>
                  <a:cubicBezTo>
                    <a:pt x="601" y="456"/>
                    <a:pt x="301" y="723"/>
                    <a:pt x="134" y="956"/>
                  </a:cubicBezTo>
                  <a:cubicBezTo>
                    <a:pt x="67" y="1090"/>
                    <a:pt x="0" y="1257"/>
                    <a:pt x="0" y="1357"/>
                  </a:cubicBezTo>
                  <a:cubicBezTo>
                    <a:pt x="34" y="1423"/>
                    <a:pt x="100" y="1457"/>
                    <a:pt x="100" y="1457"/>
                  </a:cubicBezTo>
                  <a:cubicBezTo>
                    <a:pt x="134" y="1457"/>
                    <a:pt x="134" y="1423"/>
                    <a:pt x="167" y="1357"/>
                  </a:cubicBezTo>
                  <a:cubicBezTo>
                    <a:pt x="200" y="1257"/>
                    <a:pt x="301" y="1190"/>
                    <a:pt x="434" y="1090"/>
                  </a:cubicBezTo>
                  <a:cubicBezTo>
                    <a:pt x="634" y="923"/>
                    <a:pt x="968" y="790"/>
                    <a:pt x="1101" y="756"/>
                  </a:cubicBezTo>
                  <a:cubicBezTo>
                    <a:pt x="1235" y="723"/>
                    <a:pt x="1301" y="723"/>
                    <a:pt x="1435" y="690"/>
                  </a:cubicBezTo>
                  <a:cubicBezTo>
                    <a:pt x="1468" y="690"/>
                    <a:pt x="1535" y="623"/>
                    <a:pt x="1601" y="623"/>
                  </a:cubicBezTo>
                  <a:lnTo>
                    <a:pt x="1768" y="623"/>
                  </a:lnTo>
                  <a:cubicBezTo>
                    <a:pt x="2002" y="623"/>
                    <a:pt x="2202" y="723"/>
                    <a:pt x="2435" y="790"/>
                  </a:cubicBezTo>
                  <a:cubicBezTo>
                    <a:pt x="2836" y="1023"/>
                    <a:pt x="3236" y="1390"/>
                    <a:pt x="3736" y="1590"/>
                  </a:cubicBezTo>
                  <a:cubicBezTo>
                    <a:pt x="3968" y="1697"/>
                    <a:pt x="4248" y="1766"/>
                    <a:pt x="4535" y="1766"/>
                  </a:cubicBezTo>
                  <a:cubicBezTo>
                    <a:pt x="4784" y="1766"/>
                    <a:pt x="5038" y="1714"/>
                    <a:pt x="5271" y="1590"/>
                  </a:cubicBezTo>
                  <a:cubicBezTo>
                    <a:pt x="5771" y="1390"/>
                    <a:pt x="6138" y="1057"/>
                    <a:pt x="6572" y="790"/>
                  </a:cubicBezTo>
                  <a:cubicBezTo>
                    <a:pt x="6738" y="690"/>
                    <a:pt x="7005" y="456"/>
                    <a:pt x="7272" y="256"/>
                  </a:cubicBezTo>
                  <a:cubicBezTo>
                    <a:pt x="7506" y="123"/>
                    <a:pt x="7773" y="123"/>
                    <a:pt x="7773" y="89"/>
                  </a:cubicBezTo>
                  <a:cubicBezTo>
                    <a:pt x="7773" y="64"/>
                    <a:pt x="7599" y="0"/>
                    <a:pt x="7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537" name="Google Shape;5537;p69"/>
          <p:cNvGrpSpPr/>
          <p:nvPr/>
        </p:nvGrpSpPr>
        <p:grpSpPr>
          <a:xfrm>
            <a:off x="5128348" y="2566171"/>
            <a:ext cx="118418" cy="79404"/>
            <a:chOff x="4907246" y="2587360"/>
            <a:chExt cx="124769" cy="83663"/>
          </a:xfrm>
        </p:grpSpPr>
        <p:sp>
          <p:nvSpPr>
            <p:cNvPr id="5538" name="Google Shape;5538;p69"/>
            <p:cNvSpPr/>
            <p:nvPr/>
          </p:nvSpPr>
          <p:spPr>
            <a:xfrm>
              <a:off x="4907246" y="2587360"/>
              <a:ext cx="124769" cy="28677"/>
            </a:xfrm>
            <a:custGeom>
              <a:avLst/>
              <a:gdLst/>
              <a:ahLst/>
              <a:cxnLst/>
              <a:rect l="l" t="t" r="r" b="b"/>
              <a:pathLst>
                <a:path w="7740" h="1779" extrusionOk="0">
                  <a:moveTo>
                    <a:pt x="7337" y="0"/>
                  </a:moveTo>
                  <a:cubicBezTo>
                    <a:pt x="7265" y="0"/>
                    <a:pt x="7186" y="7"/>
                    <a:pt x="7106" y="23"/>
                  </a:cubicBezTo>
                  <a:cubicBezTo>
                    <a:pt x="6739" y="56"/>
                    <a:pt x="6406" y="223"/>
                    <a:pt x="6239" y="356"/>
                  </a:cubicBezTo>
                  <a:cubicBezTo>
                    <a:pt x="5838" y="690"/>
                    <a:pt x="5505" y="1057"/>
                    <a:pt x="5071" y="1257"/>
                  </a:cubicBezTo>
                  <a:cubicBezTo>
                    <a:pt x="4864" y="1395"/>
                    <a:pt x="4631" y="1462"/>
                    <a:pt x="4394" y="1462"/>
                  </a:cubicBezTo>
                  <a:cubicBezTo>
                    <a:pt x="4172" y="1462"/>
                    <a:pt x="3947" y="1403"/>
                    <a:pt x="3737" y="1290"/>
                  </a:cubicBezTo>
                  <a:cubicBezTo>
                    <a:pt x="3270" y="1090"/>
                    <a:pt x="2936" y="723"/>
                    <a:pt x="2503" y="456"/>
                  </a:cubicBezTo>
                  <a:cubicBezTo>
                    <a:pt x="2236" y="356"/>
                    <a:pt x="2002" y="223"/>
                    <a:pt x="1702" y="223"/>
                  </a:cubicBezTo>
                  <a:lnTo>
                    <a:pt x="1502" y="223"/>
                  </a:lnTo>
                  <a:lnTo>
                    <a:pt x="1269" y="256"/>
                  </a:lnTo>
                  <a:cubicBezTo>
                    <a:pt x="1168" y="290"/>
                    <a:pt x="1002" y="290"/>
                    <a:pt x="868" y="356"/>
                  </a:cubicBezTo>
                  <a:cubicBezTo>
                    <a:pt x="568" y="456"/>
                    <a:pt x="268" y="723"/>
                    <a:pt x="101" y="957"/>
                  </a:cubicBezTo>
                  <a:cubicBezTo>
                    <a:pt x="34" y="1090"/>
                    <a:pt x="1" y="1257"/>
                    <a:pt x="1" y="1357"/>
                  </a:cubicBezTo>
                  <a:cubicBezTo>
                    <a:pt x="34" y="1424"/>
                    <a:pt x="68" y="1457"/>
                    <a:pt x="68" y="1457"/>
                  </a:cubicBezTo>
                  <a:cubicBezTo>
                    <a:pt x="101" y="1457"/>
                    <a:pt x="101" y="1424"/>
                    <a:pt x="168" y="1357"/>
                  </a:cubicBezTo>
                  <a:cubicBezTo>
                    <a:pt x="201" y="1257"/>
                    <a:pt x="268" y="1190"/>
                    <a:pt x="401" y="1090"/>
                  </a:cubicBezTo>
                  <a:cubicBezTo>
                    <a:pt x="601" y="923"/>
                    <a:pt x="935" y="790"/>
                    <a:pt x="1068" y="757"/>
                  </a:cubicBezTo>
                  <a:cubicBezTo>
                    <a:pt x="1202" y="723"/>
                    <a:pt x="1269" y="723"/>
                    <a:pt x="1402" y="690"/>
                  </a:cubicBezTo>
                  <a:lnTo>
                    <a:pt x="1569" y="657"/>
                  </a:lnTo>
                  <a:lnTo>
                    <a:pt x="1736" y="657"/>
                  </a:lnTo>
                  <a:cubicBezTo>
                    <a:pt x="2002" y="657"/>
                    <a:pt x="2203" y="723"/>
                    <a:pt x="2403" y="823"/>
                  </a:cubicBezTo>
                  <a:cubicBezTo>
                    <a:pt x="2836" y="1024"/>
                    <a:pt x="3203" y="1390"/>
                    <a:pt x="3704" y="1591"/>
                  </a:cubicBezTo>
                  <a:cubicBezTo>
                    <a:pt x="3945" y="1711"/>
                    <a:pt x="4213" y="1778"/>
                    <a:pt x="4485" y="1778"/>
                  </a:cubicBezTo>
                  <a:cubicBezTo>
                    <a:pt x="4739" y="1778"/>
                    <a:pt x="4996" y="1720"/>
                    <a:pt x="5238" y="1591"/>
                  </a:cubicBezTo>
                  <a:cubicBezTo>
                    <a:pt x="5738" y="1390"/>
                    <a:pt x="6105" y="1057"/>
                    <a:pt x="6539" y="823"/>
                  </a:cubicBezTo>
                  <a:cubicBezTo>
                    <a:pt x="6706" y="690"/>
                    <a:pt x="7006" y="490"/>
                    <a:pt x="7239" y="256"/>
                  </a:cubicBezTo>
                  <a:cubicBezTo>
                    <a:pt x="7506" y="123"/>
                    <a:pt x="7740" y="123"/>
                    <a:pt x="7740" y="90"/>
                  </a:cubicBezTo>
                  <a:cubicBezTo>
                    <a:pt x="7740" y="64"/>
                    <a:pt x="7567" y="0"/>
                    <a:pt x="73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39" name="Google Shape;5539;p69"/>
            <p:cNvSpPr/>
            <p:nvPr/>
          </p:nvSpPr>
          <p:spPr>
            <a:xfrm>
              <a:off x="4907246" y="2614990"/>
              <a:ext cx="124769" cy="28613"/>
            </a:xfrm>
            <a:custGeom>
              <a:avLst/>
              <a:gdLst/>
              <a:ahLst/>
              <a:cxnLst/>
              <a:rect l="l" t="t" r="r" b="b"/>
              <a:pathLst>
                <a:path w="7740" h="1775" extrusionOk="0">
                  <a:moveTo>
                    <a:pt x="7292" y="1"/>
                  </a:moveTo>
                  <a:cubicBezTo>
                    <a:pt x="7232" y="1"/>
                    <a:pt x="7170" y="4"/>
                    <a:pt x="7106" y="10"/>
                  </a:cubicBezTo>
                  <a:cubicBezTo>
                    <a:pt x="6739" y="43"/>
                    <a:pt x="6406" y="210"/>
                    <a:pt x="6239" y="344"/>
                  </a:cubicBezTo>
                  <a:cubicBezTo>
                    <a:pt x="5838" y="677"/>
                    <a:pt x="5505" y="1044"/>
                    <a:pt x="5071" y="1244"/>
                  </a:cubicBezTo>
                  <a:cubicBezTo>
                    <a:pt x="4857" y="1387"/>
                    <a:pt x="4614" y="1454"/>
                    <a:pt x="4367" y="1454"/>
                  </a:cubicBezTo>
                  <a:cubicBezTo>
                    <a:pt x="4154" y="1454"/>
                    <a:pt x="3938" y="1404"/>
                    <a:pt x="3737" y="1311"/>
                  </a:cubicBezTo>
                  <a:cubicBezTo>
                    <a:pt x="3270" y="1077"/>
                    <a:pt x="2936" y="711"/>
                    <a:pt x="2503" y="477"/>
                  </a:cubicBezTo>
                  <a:cubicBezTo>
                    <a:pt x="2236" y="344"/>
                    <a:pt x="2002" y="210"/>
                    <a:pt x="1702" y="210"/>
                  </a:cubicBezTo>
                  <a:lnTo>
                    <a:pt x="1502" y="210"/>
                  </a:lnTo>
                  <a:lnTo>
                    <a:pt x="1269" y="244"/>
                  </a:lnTo>
                  <a:cubicBezTo>
                    <a:pt x="1168" y="310"/>
                    <a:pt x="1002" y="310"/>
                    <a:pt x="868" y="344"/>
                  </a:cubicBezTo>
                  <a:cubicBezTo>
                    <a:pt x="568" y="477"/>
                    <a:pt x="268" y="711"/>
                    <a:pt x="101" y="977"/>
                  </a:cubicBezTo>
                  <a:cubicBezTo>
                    <a:pt x="34" y="1077"/>
                    <a:pt x="1" y="1244"/>
                    <a:pt x="1" y="1344"/>
                  </a:cubicBezTo>
                  <a:cubicBezTo>
                    <a:pt x="34" y="1411"/>
                    <a:pt x="68" y="1478"/>
                    <a:pt x="68" y="1478"/>
                  </a:cubicBezTo>
                  <a:cubicBezTo>
                    <a:pt x="101" y="1478"/>
                    <a:pt x="101" y="1411"/>
                    <a:pt x="168" y="1344"/>
                  </a:cubicBezTo>
                  <a:cubicBezTo>
                    <a:pt x="201" y="1278"/>
                    <a:pt x="268" y="1178"/>
                    <a:pt x="401" y="1077"/>
                  </a:cubicBezTo>
                  <a:cubicBezTo>
                    <a:pt x="601" y="944"/>
                    <a:pt x="935" y="811"/>
                    <a:pt x="1068" y="744"/>
                  </a:cubicBezTo>
                  <a:cubicBezTo>
                    <a:pt x="1202" y="711"/>
                    <a:pt x="1269" y="711"/>
                    <a:pt x="1402" y="677"/>
                  </a:cubicBezTo>
                  <a:lnTo>
                    <a:pt x="1569" y="644"/>
                  </a:lnTo>
                  <a:lnTo>
                    <a:pt x="1736" y="644"/>
                  </a:lnTo>
                  <a:cubicBezTo>
                    <a:pt x="2002" y="644"/>
                    <a:pt x="2203" y="711"/>
                    <a:pt x="2403" y="811"/>
                  </a:cubicBezTo>
                  <a:cubicBezTo>
                    <a:pt x="2836" y="1011"/>
                    <a:pt x="3203" y="1378"/>
                    <a:pt x="3704" y="1611"/>
                  </a:cubicBezTo>
                  <a:cubicBezTo>
                    <a:pt x="3946" y="1715"/>
                    <a:pt x="4215" y="1774"/>
                    <a:pt x="4489" y="1774"/>
                  </a:cubicBezTo>
                  <a:cubicBezTo>
                    <a:pt x="4741" y="1774"/>
                    <a:pt x="4997" y="1723"/>
                    <a:pt x="5238" y="1611"/>
                  </a:cubicBezTo>
                  <a:cubicBezTo>
                    <a:pt x="5738" y="1378"/>
                    <a:pt x="6105" y="1044"/>
                    <a:pt x="6539" y="811"/>
                  </a:cubicBezTo>
                  <a:cubicBezTo>
                    <a:pt x="6706" y="677"/>
                    <a:pt x="7006" y="477"/>
                    <a:pt x="7239" y="244"/>
                  </a:cubicBezTo>
                  <a:cubicBezTo>
                    <a:pt x="7506" y="143"/>
                    <a:pt x="7740" y="143"/>
                    <a:pt x="7740" y="77"/>
                  </a:cubicBezTo>
                  <a:cubicBezTo>
                    <a:pt x="7740" y="50"/>
                    <a:pt x="7543" y="1"/>
                    <a:pt x="72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40" name="Google Shape;5540;p69"/>
            <p:cNvSpPr/>
            <p:nvPr/>
          </p:nvSpPr>
          <p:spPr>
            <a:xfrm>
              <a:off x="4907246" y="2642426"/>
              <a:ext cx="124769" cy="28597"/>
            </a:xfrm>
            <a:custGeom>
              <a:avLst/>
              <a:gdLst/>
              <a:ahLst/>
              <a:cxnLst/>
              <a:rect l="l" t="t" r="r" b="b"/>
              <a:pathLst>
                <a:path w="7740" h="1774" extrusionOk="0">
                  <a:moveTo>
                    <a:pt x="7285" y="0"/>
                  </a:moveTo>
                  <a:cubicBezTo>
                    <a:pt x="7227" y="0"/>
                    <a:pt x="7167" y="3"/>
                    <a:pt x="7106" y="9"/>
                  </a:cubicBezTo>
                  <a:cubicBezTo>
                    <a:pt x="6739" y="43"/>
                    <a:pt x="6406" y="209"/>
                    <a:pt x="6239" y="343"/>
                  </a:cubicBezTo>
                  <a:cubicBezTo>
                    <a:pt x="5838" y="676"/>
                    <a:pt x="5505" y="1043"/>
                    <a:pt x="5071" y="1277"/>
                  </a:cubicBezTo>
                  <a:cubicBezTo>
                    <a:pt x="4863" y="1398"/>
                    <a:pt x="4629" y="1456"/>
                    <a:pt x="4390" y="1456"/>
                  </a:cubicBezTo>
                  <a:cubicBezTo>
                    <a:pt x="4169" y="1456"/>
                    <a:pt x="3945" y="1406"/>
                    <a:pt x="3737" y="1310"/>
                  </a:cubicBezTo>
                  <a:cubicBezTo>
                    <a:pt x="3270" y="1110"/>
                    <a:pt x="2936" y="710"/>
                    <a:pt x="2503" y="476"/>
                  </a:cubicBezTo>
                  <a:cubicBezTo>
                    <a:pt x="2236" y="343"/>
                    <a:pt x="2002" y="209"/>
                    <a:pt x="1702" y="209"/>
                  </a:cubicBezTo>
                  <a:lnTo>
                    <a:pt x="1502" y="209"/>
                  </a:lnTo>
                  <a:lnTo>
                    <a:pt x="1269" y="276"/>
                  </a:lnTo>
                  <a:cubicBezTo>
                    <a:pt x="1168" y="309"/>
                    <a:pt x="1002" y="309"/>
                    <a:pt x="868" y="343"/>
                  </a:cubicBezTo>
                  <a:cubicBezTo>
                    <a:pt x="568" y="476"/>
                    <a:pt x="268" y="710"/>
                    <a:pt x="101" y="977"/>
                  </a:cubicBezTo>
                  <a:cubicBezTo>
                    <a:pt x="34" y="1110"/>
                    <a:pt x="1" y="1277"/>
                    <a:pt x="1" y="1344"/>
                  </a:cubicBezTo>
                  <a:cubicBezTo>
                    <a:pt x="34" y="1444"/>
                    <a:pt x="68" y="1477"/>
                    <a:pt x="68" y="1477"/>
                  </a:cubicBezTo>
                  <a:cubicBezTo>
                    <a:pt x="101" y="1477"/>
                    <a:pt x="101" y="1444"/>
                    <a:pt x="168" y="1344"/>
                  </a:cubicBezTo>
                  <a:cubicBezTo>
                    <a:pt x="201" y="1277"/>
                    <a:pt x="268" y="1177"/>
                    <a:pt x="401" y="1110"/>
                  </a:cubicBezTo>
                  <a:cubicBezTo>
                    <a:pt x="601" y="943"/>
                    <a:pt x="935" y="810"/>
                    <a:pt x="1068" y="776"/>
                  </a:cubicBezTo>
                  <a:cubicBezTo>
                    <a:pt x="1202" y="710"/>
                    <a:pt x="1269" y="710"/>
                    <a:pt x="1402" y="676"/>
                  </a:cubicBezTo>
                  <a:lnTo>
                    <a:pt x="1569" y="643"/>
                  </a:lnTo>
                  <a:lnTo>
                    <a:pt x="1736" y="643"/>
                  </a:lnTo>
                  <a:cubicBezTo>
                    <a:pt x="2002" y="643"/>
                    <a:pt x="2203" y="743"/>
                    <a:pt x="2403" y="810"/>
                  </a:cubicBezTo>
                  <a:cubicBezTo>
                    <a:pt x="2836" y="1010"/>
                    <a:pt x="3203" y="1410"/>
                    <a:pt x="3704" y="1610"/>
                  </a:cubicBezTo>
                  <a:cubicBezTo>
                    <a:pt x="3946" y="1714"/>
                    <a:pt x="4215" y="1773"/>
                    <a:pt x="4489" y="1773"/>
                  </a:cubicBezTo>
                  <a:cubicBezTo>
                    <a:pt x="4741" y="1773"/>
                    <a:pt x="4997" y="1723"/>
                    <a:pt x="5238" y="1610"/>
                  </a:cubicBezTo>
                  <a:cubicBezTo>
                    <a:pt x="5738" y="1410"/>
                    <a:pt x="6105" y="1077"/>
                    <a:pt x="6539" y="810"/>
                  </a:cubicBezTo>
                  <a:cubicBezTo>
                    <a:pt x="6706" y="676"/>
                    <a:pt x="7006" y="476"/>
                    <a:pt x="7239" y="276"/>
                  </a:cubicBezTo>
                  <a:cubicBezTo>
                    <a:pt x="7506" y="143"/>
                    <a:pt x="7740" y="143"/>
                    <a:pt x="7740" y="109"/>
                  </a:cubicBezTo>
                  <a:cubicBezTo>
                    <a:pt x="7740" y="55"/>
                    <a:pt x="7540" y="0"/>
                    <a:pt x="7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541" name="Google Shape;5541;p69"/>
          <p:cNvGrpSpPr/>
          <p:nvPr/>
        </p:nvGrpSpPr>
        <p:grpSpPr>
          <a:xfrm>
            <a:off x="5460591" y="2746828"/>
            <a:ext cx="118923" cy="79925"/>
            <a:chOff x="5257308" y="2777705"/>
            <a:chExt cx="125301" cy="84211"/>
          </a:xfrm>
        </p:grpSpPr>
        <p:sp>
          <p:nvSpPr>
            <p:cNvPr id="5542" name="Google Shape;5542;p69"/>
            <p:cNvSpPr/>
            <p:nvPr/>
          </p:nvSpPr>
          <p:spPr>
            <a:xfrm>
              <a:off x="5257308" y="2777705"/>
              <a:ext cx="125301" cy="29226"/>
            </a:xfrm>
            <a:custGeom>
              <a:avLst/>
              <a:gdLst/>
              <a:ahLst/>
              <a:cxnLst/>
              <a:rect l="l" t="t" r="r" b="b"/>
              <a:pathLst>
                <a:path w="7773" h="1813" extrusionOk="0">
                  <a:moveTo>
                    <a:pt x="7370" y="1"/>
                  </a:moveTo>
                  <a:cubicBezTo>
                    <a:pt x="7297" y="1"/>
                    <a:pt x="7219" y="7"/>
                    <a:pt x="7139" y="23"/>
                  </a:cubicBezTo>
                  <a:cubicBezTo>
                    <a:pt x="6739" y="57"/>
                    <a:pt x="6405" y="223"/>
                    <a:pt x="6238" y="357"/>
                  </a:cubicBezTo>
                  <a:cubicBezTo>
                    <a:pt x="5838" y="657"/>
                    <a:pt x="5504" y="1057"/>
                    <a:pt x="5071" y="1257"/>
                  </a:cubicBezTo>
                  <a:cubicBezTo>
                    <a:pt x="4863" y="1379"/>
                    <a:pt x="4628" y="1437"/>
                    <a:pt x="4390" y="1437"/>
                  </a:cubicBezTo>
                  <a:cubicBezTo>
                    <a:pt x="4169" y="1437"/>
                    <a:pt x="3945" y="1387"/>
                    <a:pt x="3736" y="1291"/>
                  </a:cubicBezTo>
                  <a:cubicBezTo>
                    <a:pt x="3303" y="1124"/>
                    <a:pt x="2969" y="757"/>
                    <a:pt x="2502" y="490"/>
                  </a:cubicBezTo>
                  <a:cubicBezTo>
                    <a:pt x="2269" y="390"/>
                    <a:pt x="2002" y="257"/>
                    <a:pt x="1702" y="257"/>
                  </a:cubicBezTo>
                  <a:lnTo>
                    <a:pt x="1502" y="257"/>
                  </a:lnTo>
                  <a:lnTo>
                    <a:pt x="1301" y="290"/>
                  </a:lnTo>
                  <a:cubicBezTo>
                    <a:pt x="1168" y="323"/>
                    <a:pt x="1001" y="323"/>
                    <a:pt x="868" y="390"/>
                  </a:cubicBezTo>
                  <a:cubicBezTo>
                    <a:pt x="601" y="490"/>
                    <a:pt x="301" y="757"/>
                    <a:pt x="134" y="991"/>
                  </a:cubicBezTo>
                  <a:cubicBezTo>
                    <a:pt x="34" y="1124"/>
                    <a:pt x="0" y="1291"/>
                    <a:pt x="0" y="1391"/>
                  </a:cubicBezTo>
                  <a:cubicBezTo>
                    <a:pt x="34" y="1458"/>
                    <a:pt x="67" y="1491"/>
                    <a:pt x="67" y="1491"/>
                  </a:cubicBezTo>
                  <a:cubicBezTo>
                    <a:pt x="134" y="1491"/>
                    <a:pt x="134" y="1458"/>
                    <a:pt x="167" y="1391"/>
                  </a:cubicBezTo>
                  <a:cubicBezTo>
                    <a:pt x="201" y="1291"/>
                    <a:pt x="301" y="1224"/>
                    <a:pt x="401" y="1124"/>
                  </a:cubicBezTo>
                  <a:cubicBezTo>
                    <a:pt x="634" y="957"/>
                    <a:pt x="968" y="824"/>
                    <a:pt x="1101" y="790"/>
                  </a:cubicBezTo>
                  <a:cubicBezTo>
                    <a:pt x="1201" y="757"/>
                    <a:pt x="1301" y="757"/>
                    <a:pt x="1435" y="724"/>
                  </a:cubicBezTo>
                  <a:lnTo>
                    <a:pt x="1602" y="657"/>
                  </a:lnTo>
                  <a:lnTo>
                    <a:pt x="1735" y="657"/>
                  </a:lnTo>
                  <a:cubicBezTo>
                    <a:pt x="2002" y="657"/>
                    <a:pt x="2202" y="757"/>
                    <a:pt x="2436" y="857"/>
                  </a:cubicBezTo>
                  <a:cubicBezTo>
                    <a:pt x="2836" y="1057"/>
                    <a:pt x="3203" y="1424"/>
                    <a:pt x="3703" y="1624"/>
                  </a:cubicBezTo>
                  <a:cubicBezTo>
                    <a:pt x="3944" y="1745"/>
                    <a:pt x="4221" y="1812"/>
                    <a:pt x="4502" y="1812"/>
                  </a:cubicBezTo>
                  <a:cubicBezTo>
                    <a:pt x="4764" y="1812"/>
                    <a:pt x="5029" y="1753"/>
                    <a:pt x="5271" y="1624"/>
                  </a:cubicBezTo>
                  <a:cubicBezTo>
                    <a:pt x="5771" y="1424"/>
                    <a:pt x="6138" y="1091"/>
                    <a:pt x="6538" y="857"/>
                  </a:cubicBezTo>
                  <a:cubicBezTo>
                    <a:pt x="6772" y="657"/>
                    <a:pt x="7005" y="457"/>
                    <a:pt x="7272" y="257"/>
                  </a:cubicBezTo>
                  <a:cubicBezTo>
                    <a:pt x="7506" y="123"/>
                    <a:pt x="7773" y="123"/>
                    <a:pt x="7773" y="90"/>
                  </a:cubicBezTo>
                  <a:cubicBezTo>
                    <a:pt x="7773" y="65"/>
                    <a:pt x="7600" y="1"/>
                    <a:pt x="73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43" name="Google Shape;5543;p69"/>
            <p:cNvSpPr/>
            <p:nvPr/>
          </p:nvSpPr>
          <p:spPr>
            <a:xfrm>
              <a:off x="5257308" y="2805883"/>
              <a:ext cx="125301" cy="28597"/>
            </a:xfrm>
            <a:custGeom>
              <a:avLst/>
              <a:gdLst/>
              <a:ahLst/>
              <a:cxnLst/>
              <a:rect l="l" t="t" r="r" b="b"/>
              <a:pathLst>
                <a:path w="7773" h="1774" extrusionOk="0">
                  <a:moveTo>
                    <a:pt x="7325" y="1"/>
                  </a:moveTo>
                  <a:cubicBezTo>
                    <a:pt x="7265" y="1"/>
                    <a:pt x="7203" y="3"/>
                    <a:pt x="7139" y="10"/>
                  </a:cubicBezTo>
                  <a:cubicBezTo>
                    <a:pt x="6739" y="43"/>
                    <a:pt x="6405" y="210"/>
                    <a:pt x="6238" y="343"/>
                  </a:cubicBezTo>
                  <a:cubicBezTo>
                    <a:pt x="5838" y="677"/>
                    <a:pt x="5504" y="1044"/>
                    <a:pt x="5071" y="1244"/>
                  </a:cubicBezTo>
                  <a:cubicBezTo>
                    <a:pt x="4856" y="1387"/>
                    <a:pt x="4613" y="1453"/>
                    <a:pt x="4367" y="1453"/>
                  </a:cubicBezTo>
                  <a:cubicBezTo>
                    <a:pt x="4153" y="1453"/>
                    <a:pt x="3938" y="1404"/>
                    <a:pt x="3736" y="1311"/>
                  </a:cubicBezTo>
                  <a:cubicBezTo>
                    <a:pt x="3303" y="1077"/>
                    <a:pt x="2969" y="744"/>
                    <a:pt x="2502" y="477"/>
                  </a:cubicBezTo>
                  <a:cubicBezTo>
                    <a:pt x="2269" y="343"/>
                    <a:pt x="2002" y="210"/>
                    <a:pt x="1702" y="210"/>
                  </a:cubicBezTo>
                  <a:lnTo>
                    <a:pt x="1502" y="210"/>
                  </a:lnTo>
                  <a:lnTo>
                    <a:pt x="1301" y="243"/>
                  </a:lnTo>
                  <a:cubicBezTo>
                    <a:pt x="1168" y="310"/>
                    <a:pt x="1001" y="310"/>
                    <a:pt x="868" y="343"/>
                  </a:cubicBezTo>
                  <a:cubicBezTo>
                    <a:pt x="601" y="477"/>
                    <a:pt x="301" y="710"/>
                    <a:pt x="134" y="977"/>
                  </a:cubicBezTo>
                  <a:cubicBezTo>
                    <a:pt x="34" y="1077"/>
                    <a:pt x="0" y="1244"/>
                    <a:pt x="0" y="1344"/>
                  </a:cubicBezTo>
                  <a:cubicBezTo>
                    <a:pt x="34" y="1411"/>
                    <a:pt x="67" y="1478"/>
                    <a:pt x="67" y="1478"/>
                  </a:cubicBezTo>
                  <a:cubicBezTo>
                    <a:pt x="134" y="1478"/>
                    <a:pt x="134" y="1411"/>
                    <a:pt x="167" y="1344"/>
                  </a:cubicBezTo>
                  <a:cubicBezTo>
                    <a:pt x="201" y="1244"/>
                    <a:pt x="301" y="1177"/>
                    <a:pt x="401" y="1077"/>
                  </a:cubicBezTo>
                  <a:cubicBezTo>
                    <a:pt x="634" y="910"/>
                    <a:pt x="968" y="810"/>
                    <a:pt x="1101" y="744"/>
                  </a:cubicBezTo>
                  <a:cubicBezTo>
                    <a:pt x="1201" y="710"/>
                    <a:pt x="1301" y="710"/>
                    <a:pt x="1435" y="677"/>
                  </a:cubicBezTo>
                  <a:lnTo>
                    <a:pt x="1602" y="644"/>
                  </a:lnTo>
                  <a:lnTo>
                    <a:pt x="1735" y="644"/>
                  </a:lnTo>
                  <a:cubicBezTo>
                    <a:pt x="2002" y="644"/>
                    <a:pt x="2202" y="710"/>
                    <a:pt x="2436" y="810"/>
                  </a:cubicBezTo>
                  <a:cubicBezTo>
                    <a:pt x="2836" y="1011"/>
                    <a:pt x="3203" y="1377"/>
                    <a:pt x="3703" y="1611"/>
                  </a:cubicBezTo>
                  <a:cubicBezTo>
                    <a:pt x="3946" y="1715"/>
                    <a:pt x="4224" y="1774"/>
                    <a:pt x="4506" y="1774"/>
                  </a:cubicBezTo>
                  <a:cubicBezTo>
                    <a:pt x="4767" y="1774"/>
                    <a:pt x="5030" y="1723"/>
                    <a:pt x="5271" y="1611"/>
                  </a:cubicBezTo>
                  <a:cubicBezTo>
                    <a:pt x="5771" y="1377"/>
                    <a:pt x="6138" y="1044"/>
                    <a:pt x="6538" y="810"/>
                  </a:cubicBezTo>
                  <a:cubicBezTo>
                    <a:pt x="6772" y="677"/>
                    <a:pt x="7005" y="477"/>
                    <a:pt x="7272" y="243"/>
                  </a:cubicBezTo>
                  <a:cubicBezTo>
                    <a:pt x="7506" y="143"/>
                    <a:pt x="7773" y="143"/>
                    <a:pt x="7773" y="77"/>
                  </a:cubicBezTo>
                  <a:cubicBezTo>
                    <a:pt x="7773" y="50"/>
                    <a:pt x="7576" y="1"/>
                    <a:pt x="73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44" name="Google Shape;5544;p69"/>
            <p:cNvSpPr/>
            <p:nvPr/>
          </p:nvSpPr>
          <p:spPr>
            <a:xfrm>
              <a:off x="5257308" y="2833351"/>
              <a:ext cx="125301" cy="28565"/>
            </a:xfrm>
            <a:custGeom>
              <a:avLst/>
              <a:gdLst/>
              <a:ahLst/>
              <a:cxnLst/>
              <a:rect l="l" t="t" r="r" b="b"/>
              <a:pathLst>
                <a:path w="7773" h="1772" extrusionOk="0">
                  <a:moveTo>
                    <a:pt x="7276" y="0"/>
                  </a:moveTo>
                  <a:cubicBezTo>
                    <a:pt x="7231" y="0"/>
                    <a:pt x="7185" y="2"/>
                    <a:pt x="7139" y="7"/>
                  </a:cubicBezTo>
                  <a:cubicBezTo>
                    <a:pt x="6739" y="74"/>
                    <a:pt x="6405" y="241"/>
                    <a:pt x="6238" y="341"/>
                  </a:cubicBezTo>
                  <a:cubicBezTo>
                    <a:pt x="5838" y="674"/>
                    <a:pt x="5504" y="1074"/>
                    <a:pt x="5071" y="1275"/>
                  </a:cubicBezTo>
                  <a:cubicBezTo>
                    <a:pt x="4863" y="1396"/>
                    <a:pt x="4628" y="1454"/>
                    <a:pt x="4390" y="1454"/>
                  </a:cubicBezTo>
                  <a:cubicBezTo>
                    <a:pt x="4169" y="1454"/>
                    <a:pt x="3945" y="1404"/>
                    <a:pt x="3736" y="1308"/>
                  </a:cubicBezTo>
                  <a:cubicBezTo>
                    <a:pt x="3303" y="1108"/>
                    <a:pt x="2969" y="741"/>
                    <a:pt x="2502" y="474"/>
                  </a:cubicBezTo>
                  <a:cubicBezTo>
                    <a:pt x="2269" y="341"/>
                    <a:pt x="2002" y="241"/>
                    <a:pt x="1702" y="241"/>
                  </a:cubicBezTo>
                  <a:lnTo>
                    <a:pt x="1502" y="241"/>
                  </a:lnTo>
                  <a:cubicBezTo>
                    <a:pt x="1435" y="274"/>
                    <a:pt x="1368" y="274"/>
                    <a:pt x="1301" y="274"/>
                  </a:cubicBezTo>
                  <a:cubicBezTo>
                    <a:pt x="1168" y="307"/>
                    <a:pt x="1001" y="307"/>
                    <a:pt x="868" y="341"/>
                  </a:cubicBezTo>
                  <a:cubicBezTo>
                    <a:pt x="601" y="474"/>
                    <a:pt x="301" y="741"/>
                    <a:pt x="134" y="974"/>
                  </a:cubicBezTo>
                  <a:cubicBezTo>
                    <a:pt x="34" y="1108"/>
                    <a:pt x="0" y="1275"/>
                    <a:pt x="0" y="1341"/>
                  </a:cubicBezTo>
                  <a:cubicBezTo>
                    <a:pt x="34" y="1441"/>
                    <a:pt x="67" y="1475"/>
                    <a:pt x="67" y="1475"/>
                  </a:cubicBezTo>
                  <a:cubicBezTo>
                    <a:pt x="134" y="1475"/>
                    <a:pt x="134" y="1441"/>
                    <a:pt x="167" y="1341"/>
                  </a:cubicBezTo>
                  <a:cubicBezTo>
                    <a:pt x="201" y="1275"/>
                    <a:pt x="301" y="1175"/>
                    <a:pt x="401" y="1108"/>
                  </a:cubicBezTo>
                  <a:cubicBezTo>
                    <a:pt x="634" y="941"/>
                    <a:pt x="968" y="808"/>
                    <a:pt x="1101" y="774"/>
                  </a:cubicBezTo>
                  <a:cubicBezTo>
                    <a:pt x="1201" y="741"/>
                    <a:pt x="1301" y="741"/>
                    <a:pt x="1435" y="674"/>
                  </a:cubicBezTo>
                  <a:cubicBezTo>
                    <a:pt x="1468" y="674"/>
                    <a:pt x="1535" y="641"/>
                    <a:pt x="1602" y="641"/>
                  </a:cubicBezTo>
                  <a:lnTo>
                    <a:pt x="1735" y="641"/>
                  </a:lnTo>
                  <a:cubicBezTo>
                    <a:pt x="2002" y="641"/>
                    <a:pt x="2202" y="741"/>
                    <a:pt x="2436" y="808"/>
                  </a:cubicBezTo>
                  <a:cubicBezTo>
                    <a:pt x="2836" y="1008"/>
                    <a:pt x="3203" y="1408"/>
                    <a:pt x="3703" y="1608"/>
                  </a:cubicBezTo>
                  <a:cubicBezTo>
                    <a:pt x="3946" y="1712"/>
                    <a:pt x="4233" y="1771"/>
                    <a:pt x="4519" y="1771"/>
                  </a:cubicBezTo>
                  <a:cubicBezTo>
                    <a:pt x="4783" y="1771"/>
                    <a:pt x="5046" y="1720"/>
                    <a:pt x="5271" y="1608"/>
                  </a:cubicBezTo>
                  <a:cubicBezTo>
                    <a:pt x="5771" y="1408"/>
                    <a:pt x="6138" y="1074"/>
                    <a:pt x="6538" y="808"/>
                  </a:cubicBezTo>
                  <a:cubicBezTo>
                    <a:pt x="6772" y="674"/>
                    <a:pt x="7005" y="474"/>
                    <a:pt x="7272" y="274"/>
                  </a:cubicBezTo>
                  <a:cubicBezTo>
                    <a:pt x="7506" y="140"/>
                    <a:pt x="7773" y="140"/>
                    <a:pt x="7773" y="107"/>
                  </a:cubicBezTo>
                  <a:cubicBezTo>
                    <a:pt x="7773" y="78"/>
                    <a:pt x="7550" y="0"/>
                    <a:pt x="72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545" name="Google Shape;5545;p69"/>
          <p:cNvGrpSpPr/>
          <p:nvPr/>
        </p:nvGrpSpPr>
        <p:grpSpPr>
          <a:xfrm>
            <a:off x="4279134" y="3062471"/>
            <a:ext cx="118923" cy="79542"/>
            <a:chOff x="4012489" y="3110277"/>
            <a:chExt cx="125301" cy="83808"/>
          </a:xfrm>
        </p:grpSpPr>
        <p:sp>
          <p:nvSpPr>
            <p:cNvPr id="5546" name="Google Shape;5546;p69"/>
            <p:cNvSpPr/>
            <p:nvPr/>
          </p:nvSpPr>
          <p:spPr>
            <a:xfrm>
              <a:off x="4012489" y="3110277"/>
              <a:ext cx="125301" cy="28565"/>
            </a:xfrm>
            <a:custGeom>
              <a:avLst/>
              <a:gdLst/>
              <a:ahLst/>
              <a:cxnLst/>
              <a:rect l="l" t="t" r="r" b="b"/>
              <a:pathLst>
                <a:path w="7773" h="1772" extrusionOk="0">
                  <a:moveTo>
                    <a:pt x="7276" y="0"/>
                  </a:moveTo>
                  <a:cubicBezTo>
                    <a:pt x="7232" y="0"/>
                    <a:pt x="7186" y="2"/>
                    <a:pt x="7139" y="7"/>
                  </a:cubicBezTo>
                  <a:cubicBezTo>
                    <a:pt x="6772" y="74"/>
                    <a:pt x="6439" y="241"/>
                    <a:pt x="6272" y="341"/>
                  </a:cubicBezTo>
                  <a:cubicBezTo>
                    <a:pt x="5838" y="674"/>
                    <a:pt x="5505" y="1074"/>
                    <a:pt x="5104" y="1275"/>
                  </a:cubicBezTo>
                  <a:cubicBezTo>
                    <a:pt x="4879" y="1396"/>
                    <a:pt x="4636" y="1454"/>
                    <a:pt x="4398" y="1454"/>
                  </a:cubicBezTo>
                  <a:cubicBezTo>
                    <a:pt x="4178" y="1454"/>
                    <a:pt x="3962" y="1404"/>
                    <a:pt x="3770" y="1308"/>
                  </a:cubicBezTo>
                  <a:cubicBezTo>
                    <a:pt x="3303" y="1108"/>
                    <a:pt x="2969" y="741"/>
                    <a:pt x="2502" y="474"/>
                  </a:cubicBezTo>
                  <a:cubicBezTo>
                    <a:pt x="2269" y="341"/>
                    <a:pt x="2002" y="241"/>
                    <a:pt x="1702" y="241"/>
                  </a:cubicBezTo>
                  <a:lnTo>
                    <a:pt x="1502" y="241"/>
                  </a:lnTo>
                  <a:cubicBezTo>
                    <a:pt x="1435" y="274"/>
                    <a:pt x="1368" y="274"/>
                    <a:pt x="1302" y="274"/>
                  </a:cubicBezTo>
                  <a:cubicBezTo>
                    <a:pt x="1168" y="307"/>
                    <a:pt x="1001" y="307"/>
                    <a:pt x="868" y="341"/>
                  </a:cubicBezTo>
                  <a:cubicBezTo>
                    <a:pt x="601" y="474"/>
                    <a:pt x="301" y="741"/>
                    <a:pt x="134" y="974"/>
                  </a:cubicBezTo>
                  <a:cubicBezTo>
                    <a:pt x="34" y="1108"/>
                    <a:pt x="1" y="1275"/>
                    <a:pt x="1" y="1341"/>
                  </a:cubicBezTo>
                  <a:cubicBezTo>
                    <a:pt x="34" y="1441"/>
                    <a:pt x="101" y="1475"/>
                    <a:pt x="101" y="1475"/>
                  </a:cubicBezTo>
                  <a:cubicBezTo>
                    <a:pt x="134" y="1475"/>
                    <a:pt x="134" y="1441"/>
                    <a:pt x="167" y="1341"/>
                  </a:cubicBezTo>
                  <a:cubicBezTo>
                    <a:pt x="201" y="1275"/>
                    <a:pt x="301" y="1175"/>
                    <a:pt x="434" y="1108"/>
                  </a:cubicBezTo>
                  <a:cubicBezTo>
                    <a:pt x="634" y="941"/>
                    <a:pt x="968" y="808"/>
                    <a:pt x="1101" y="774"/>
                  </a:cubicBezTo>
                  <a:cubicBezTo>
                    <a:pt x="1202" y="741"/>
                    <a:pt x="1302" y="741"/>
                    <a:pt x="1435" y="674"/>
                  </a:cubicBezTo>
                  <a:cubicBezTo>
                    <a:pt x="1468" y="674"/>
                    <a:pt x="1535" y="641"/>
                    <a:pt x="1602" y="641"/>
                  </a:cubicBezTo>
                  <a:lnTo>
                    <a:pt x="1769" y="641"/>
                  </a:lnTo>
                  <a:cubicBezTo>
                    <a:pt x="2002" y="641"/>
                    <a:pt x="2202" y="741"/>
                    <a:pt x="2436" y="808"/>
                  </a:cubicBezTo>
                  <a:cubicBezTo>
                    <a:pt x="2836" y="1008"/>
                    <a:pt x="3203" y="1408"/>
                    <a:pt x="3703" y="1608"/>
                  </a:cubicBezTo>
                  <a:cubicBezTo>
                    <a:pt x="3946" y="1712"/>
                    <a:pt x="4224" y="1771"/>
                    <a:pt x="4506" y="1771"/>
                  </a:cubicBezTo>
                  <a:cubicBezTo>
                    <a:pt x="4767" y="1771"/>
                    <a:pt x="5031" y="1720"/>
                    <a:pt x="5271" y="1608"/>
                  </a:cubicBezTo>
                  <a:cubicBezTo>
                    <a:pt x="5771" y="1408"/>
                    <a:pt x="6138" y="1074"/>
                    <a:pt x="6539" y="808"/>
                  </a:cubicBezTo>
                  <a:cubicBezTo>
                    <a:pt x="6705" y="674"/>
                    <a:pt x="7006" y="474"/>
                    <a:pt x="7273" y="274"/>
                  </a:cubicBezTo>
                  <a:cubicBezTo>
                    <a:pt x="7506" y="140"/>
                    <a:pt x="7773" y="140"/>
                    <a:pt x="7773" y="107"/>
                  </a:cubicBezTo>
                  <a:cubicBezTo>
                    <a:pt x="7773" y="78"/>
                    <a:pt x="7551" y="0"/>
                    <a:pt x="72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47" name="Google Shape;5547;p69"/>
            <p:cNvSpPr/>
            <p:nvPr/>
          </p:nvSpPr>
          <p:spPr>
            <a:xfrm>
              <a:off x="4012489" y="3137987"/>
              <a:ext cx="125301" cy="28484"/>
            </a:xfrm>
            <a:custGeom>
              <a:avLst/>
              <a:gdLst/>
              <a:ahLst/>
              <a:cxnLst/>
              <a:rect l="l" t="t" r="r" b="b"/>
              <a:pathLst>
                <a:path w="7773" h="1767" extrusionOk="0">
                  <a:moveTo>
                    <a:pt x="7370" y="0"/>
                  </a:moveTo>
                  <a:cubicBezTo>
                    <a:pt x="7298" y="0"/>
                    <a:pt x="7219" y="7"/>
                    <a:pt x="7139" y="23"/>
                  </a:cubicBezTo>
                  <a:cubicBezTo>
                    <a:pt x="6772" y="56"/>
                    <a:pt x="6439" y="223"/>
                    <a:pt x="6272" y="356"/>
                  </a:cubicBezTo>
                  <a:cubicBezTo>
                    <a:pt x="5838" y="690"/>
                    <a:pt x="5505" y="1057"/>
                    <a:pt x="5104" y="1257"/>
                  </a:cubicBezTo>
                  <a:cubicBezTo>
                    <a:pt x="4880" y="1395"/>
                    <a:pt x="4638" y="1461"/>
                    <a:pt x="4402" y="1461"/>
                  </a:cubicBezTo>
                  <a:cubicBezTo>
                    <a:pt x="4180" y="1461"/>
                    <a:pt x="3963" y="1403"/>
                    <a:pt x="3770" y="1290"/>
                  </a:cubicBezTo>
                  <a:cubicBezTo>
                    <a:pt x="3303" y="1090"/>
                    <a:pt x="2969" y="756"/>
                    <a:pt x="2502" y="456"/>
                  </a:cubicBezTo>
                  <a:cubicBezTo>
                    <a:pt x="2269" y="356"/>
                    <a:pt x="2002" y="223"/>
                    <a:pt x="1702" y="223"/>
                  </a:cubicBezTo>
                  <a:lnTo>
                    <a:pt x="1502" y="223"/>
                  </a:lnTo>
                  <a:cubicBezTo>
                    <a:pt x="1435" y="256"/>
                    <a:pt x="1368" y="256"/>
                    <a:pt x="1302" y="256"/>
                  </a:cubicBezTo>
                  <a:cubicBezTo>
                    <a:pt x="1168" y="289"/>
                    <a:pt x="1001" y="289"/>
                    <a:pt x="868" y="323"/>
                  </a:cubicBezTo>
                  <a:cubicBezTo>
                    <a:pt x="601" y="456"/>
                    <a:pt x="301" y="723"/>
                    <a:pt x="134" y="957"/>
                  </a:cubicBezTo>
                  <a:cubicBezTo>
                    <a:pt x="34" y="1090"/>
                    <a:pt x="1" y="1257"/>
                    <a:pt x="1" y="1324"/>
                  </a:cubicBezTo>
                  <a:cubicBezTo>
                    <a:pt x="34" y="1424"/>
                    <a:pt x="101" y="1457"/>
                    <a:pt x="101" y="1457"/>
                  </a:cubicBezTo>
                  <a:cubicBezTo>
                    <a:pt x="134" y="1457"/>
                    <a:pt x="134" y="1424"/>
                    <a:pt x="167" y="1324"/>
                  </a:cubicBezTo>
                  <a:cubicBezTo>
                    <a:pt x="201" y="1257"/>
                    <a:pt x="301" y="1157"/>
                    <a:pt x="434" y="1090"/>
                  </a:cubicBezTo>
                  <a:cubicBezTo>
                    <a:pt x="634" y="923"/>
                    <a:pt x="968" y="790"/>
                    <a:pt x="1101" y="756"/>
                  </a:cubicBezTo>
                  <a:cubicBezTo>
                    <a:pt x="1202" y="723"/>
                    <a:pt x="1302" y="723"/>
                    <a:pt x="1435" y="690"/>
                  </a:cubicBezTo>
                  <a:cubicBezTo>
                    <a:pt x="1468" y="690"/>
                    <a:pt x="1535" y="623"/>
                    <a:pt x="1602" y="623"/>
                  </a:cubicBezTo>
                  <a:lnTo>
                    <a:pt x="1769" y="623"/>
                  </a:lnTo>
                  <a:cubicBezTo>
                    <a:pt x="2002" y="623"/>
                    <a:pt x="2202" y="723"/>
                    <a:pt x="2436" y="790"/>
                  </a:cubicBezTo>
                  <a:cubicBezTo>
                    <a:pt x="2836" y="1023"/>
                    <a:pt x="3203" y="1390"/>
                    <a:pt x="3703" y="1590"/>
                  </a:cubicBezTo>
                  <a:cubicBezTo>
                    <a:pt x="3953" y="1697"/>
                    <a:pt x="4241" y="1766"/>
                    <a:pt x="4532" y="1766"/>
                  </a:cubicBezTo>
                  <a:cubicBezTo>
                    <a:pt x="4784" y="1766"/>
                    <a:pt x="5039" y="1714"/>
                    <a:pt x="5271" y="1590"/>
                  </a:cubicBezTo>
                  <a:cubicBezTo>
                    <a:pt x="5771" y="1390"/>
                    <a:pt x="6138" y="1057"/>
                    <a:pt x="6539" y="790"/>
                  </a:cubicBezTo>
                  <a:cubicBezTo>
                    <a:pt x="6705" y="690"/>
                    <a:pt x="7006" y="456"/>
                    <a:pt x="7273" y="256"/>
                  </a:cubicBezTo>
                  <a:cubicBezTo>
                    <a:pt x="7506" y="123"/>
                    <a:pt x="7773" y="123"/>
                    <a:pt x="7773" y="89"/>
                  </a:cubicBezTo>
                  <a:cubicBezTo>
                    <a:pt x="7773" y="64"/>
                    <a:pt x="7600" y="0"/>
                    <a:pt x="7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48" name="Google Shape;5548;p69"/>
            <p:cNvSpPr/>
            <p:nvPr/>
          </p:nvSpPr>
          <p:spPr>
            <a:xfrm>
              <a:off x="4012489" y="3165617"/>
              <a:ext cx="125301" cy="28468"/>
            </a:xfrm>
            <a:custGeom>
              <a:avLst/>
              <a:gdLst/>
              <a:ahLst/>
              <a:cxnLst/>
              <a:rect l="l" t="t" r="r" b="b"/>
              <a:pathLst>
                <a:path w="7773" h="1766" extrusionOk="0">
                  <a:moveTo>
                    <a:pt x="7325" y="1"/>
                  </a:moveTo>
                  <a:cubicBezTo>
                    <a:pt x="7265" y="1"/>
                    <a:pt x="7203" y="3"/>
                    <a:pt x="7139" y="10"/>
                  </a:cubicBezTo>
                  <a:cubicBezTo>
                    <a:pt x="6772" y="43"/>
                    <a:pt x="6439" y="210"/>
                    <a:pt x="6272" y="343"/>
                  </a:cubicBezTo>
                  <a:cubicBezTo>
                    <a:pt x="5838" y="677"/>
                    <a:pt x="5505" y="1044"/>
                    <a:pt x="5104" y="1244"/>
                  </a:cubicBezTo>
                  <a:cubicBezTo>
                    <a:pt x="4880" y="1382"/>
                    <a:pt x="4638" y="1449"/>
                    <a:pt x="4402" y="1449"/>
                  </a:cubicBezTo>
                  <a:cubicBezTo>
                    <a:pt x="4180" y="1449"/>
                    <a:pt x="3963" y="1390"/>
                    <a:pt x="3770" y="1277"/>
                  </a:cubicBezTo>
                  <a:cubicBezTo>
                    <a:pt x="3303" y="1077"/>
                    <a:pt x="2969" y="744"/>
                    <a:pt x="2502" y="443"/>
                  </a:cubicBezTo>
                  <a:cubicBezTo>
                    <a:pt x="2269" y="343"/>
                    <a:pt x="2002" y="210"/>
                    <a:pt x="1702" y="210"/>
                  </a:cubicBezTo>
                  <a:lnTo>
                    <a:pt x="1502" y="210"/>
                  </a:lnTo>
                  <a:cubicBezTo>
                    <a:pt x="1435" y="243"/>
                    <a:pt x="1368" y="243"/>
                    <a:pt x="1302" y="243"/>
                  </a:cubicBezTo>
                  <a:cubicBezTo>
                    <a:pt x="1168" y="277"/>
                    <a:pt x="1001" y="277"/>
                    <a:pt x="868" y="343"/>
                  </a:cubicBezTo>
                  <a:cubicBezTo>
                    <a:pt x="601" y="443"/>
                    <a:pt x="301" y="710"/>
                    <a:pt x="134" y="944"/>
                  </a:cubicBezTo>
                  <a:cubicBezTo>
                    <a:pt x="34" y="1077"/>
                    <a:pt x="1" y="1244"/>
                    <a:pt x="1" y="1344"/>
                  </a:cubicBezTo>
                  <a:cubicBezTo>
                    <a:pt x="34" y="1411"/>
                    <a:pt x="101" y="1478"/>
                    <a:pt x="101" y="1478"/>
                  </a:cubicBezTo>
                  <a:cubicBezTo>
                    <a:pt x="134" y="1478"/>
                    <a:pt x="134" y="1411"/>
                    <a:pt x="167" y="1344"/>
                  </a:cubicBezTo>
                  <a:cubicBezTo>
                    <a:pt x="201" y="1244"/>
                    <a:pt x="301" y="1177"/>
                    <a:pt x="434" y="1077"/>
                  </a:cubicBezTo>
                  <a:cubicBezTo>
                    <a:pt x="634" y="910"/>
                    <a:pt x="968" y="777"/>
                    <a:pt x="1101" y="744"/>
                  </a:cubicBezTo>
                  <a:cubicBezTo>
                    <a:pt x="1202" y="710"/>
                    <a:pt x="1302" y="710"/>
                    <a:pt x="1435" y="677"/>
                  </a:cubicBezTo>
                  <a:cubicBezTo>
                    <a:pt x="1468" y="677"/>
                    <a:pt x="1535" y="644"/>
                    <a:pt x="1602" y="644"/>
                  </a:cubicBezTo>
                  <a:lnTo>
                    <a:pt x="1769" y="644"/>
                  </a:lnTo>
                  <a:cubicBezTo>
                    <a:pt x="2002" y="644"/>
                    <a:pt x="2202" y="710"/>
                    <a:pt x="2436" y="810"/>
                  </a:cubicBezTo>
                  <a:cubicBezTo>
                    <a:pt x="2836" y="1011"/>
                    <a:pt x="3203" y="1377"/>
                    <a:pt x="3703" y="1578"/>
                  </a:cubicBezTo>
                  <a:cubicBezTo>
                    <a:pt x="3945" y="1698"/>
                    <a:pt x="4221" y="1765"/>
                    <a:pt x="4502" y="1765"/>
                  </a:cubicBezTo>
                  <a:cubicBezTo>
                    <a:pt x="4764" y="1765"/>
                    <a:pt x="5029" y="1707"/>
                    <a:pt x="5271" y="1578"/>
                  </a:cubicBezTo>
                  <a:cubicBezTo>
                    <a:pt x="5771" y="1377"/>
                    <a:pt x="6138" y="1044"/>
                    <a:pt x="6539" y="810"/>
                  </a:cubicBezTo>
                  <a:cubicBezTo>
                    <a:pt x="6705" y="677"/>
                    <a:pt x="7006" y="477"/>
                    <a:pt x="7273" y="243"/>
                  </a:cubicBezTo>
                  <a:cubicBezTo>
                    <a:pt x="7506" y="110"/>
                    <a:pt x="7773" y="110"/>
                    <a:pt x="7773" y="77"/>
                  </a:cubicBezTo>
                  <a:cubicBezTo>
                    <a:pt x="7773" y="50"/>
                    <a:pt x="7576" y="1"/>
                    <a:pt x="73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549" name="Google Shape;5549;p69"/>
          <p:cNvGrpSpPr/>
          <p:nvPr/>
        </p:nvGrpSpPr>
        <p:grpSpPr>
          <a:xfrm>
            <a:off x="5027310" y="3612580"/>
            <a:ext cx="118923" cy="79925"/>
            <a:chOff x="4800790" y="3689887"/>
            <a:chExt cx="125301" cy="84211"/>
          </a:xfrm>
        </p:grpSpPr>
        <p:sp>
          <p:nvSpPr>
            <p:cNvPr id="5550" name="Google Shape;5550;p69"/>
            <p:cNvSpPr/>
            <p:nvPr/>
          </p:nvSpPr>
          <p:spPr>
            <a:xfrm>
              <a:off x="4800790" y="3689887"/>
              <a:ext cx="125301" cy="29145"/>
            </a:xfrm>
            <a:custGeom>
              <a:avLst/>
              <a:gdLst/>
              <a:ahLst/>
              <a:cxnLst/>
              <a:rect l="l" t="t" r="r" b="b"/>
              <a:pathLst>
                <a:path w="7773" h="1808" extrusionOk="0">
                  <a:moveTo>
                    <a:pt x="7324" y="1"/>
                  </a:moveTo>
                  <a:cubicBezTo>
                    <a:pt x="7265" y="1"/>
                    <a:pt x="7202" y="4"/>
                    <a:pt x="7139" y="10"/>
                  </a:cubicBezTo>
                  <a:cubicBezTo>
                    <a:pt x="6772" y="43"/>
                    <a:pt x="6438" y="210"/>
                    <a:pt x="6271" y="344"/>
                  </a:cubicBezTo>
                  <a:cubicBezTo>
                    <a:pt x="5838" y="677"/>
                    <a:pt x="5504" y="1044"/>
                    <a:pt x="5104" y="1244"/>
                  </a:cubicBezTo>
                  <a:cubicBezTo>
                    <a:pt x="4872" y="1387"/>
                    <a:pt x="4620" y="1454"/>
                    <a:pt x="4375" y="1454"/>
                  </a:cubicBezTo>
                  <a:cubicBezTo>
                    <a:pt x="4163" y="1454"/>
                    <a:pt x="3955" y="1404"/>
                    <a:pt x="3770" y="1311"/>
                  </a:cubicBezTo>
                  <a:cubicBezTo>
                    <a:pt x="3303" y="1144"/>
                    <a:pt x="2969" y="811"/>
                    <a:pt x="2502" y="510"/>
                  </a:cubicBezTo>
                  <a:cubicBezTo>
                    <a:pt x="2269" y="377"/>
                    <a:pt x="2002" y="244"/>
                    <a:pt x="1735" y="244"/>
                  </a:cubicBezTo>
                  <a:lnTo>
                    <a:pt x="1501" y="244"/>
                  </a:lnTo>
                  <a:cubicBezTo>
                    <a:pt x="1435" y="310"/>
                    <a:pt x="1401" y="310"/>
                    <a:pt x="1301" y="310"/>
                  </a:cubicBezTo>
                  <a:cubicBezTo>
                    <a:pt x="1168" y="344"/>
                    <a:pt x="1001" y="344"/>
                    <a:pt x="901" y="377"/>
                  </a:cubicBezTo>
                  <a:cubicBezTo>
                    <a:pt x="601" y="510"/>
                    <a:pt x="300" y="744"/>
                    <a:pt x="134" y="1011"/>
                  </a:cubicBezTo>
                  <a:cubicBezTo>
                    <a:pt x="67" y="1144"/>
                    <a:pt x="0" y="1311"/>
                    <a:pt x="0" y="1378"/>
                  </a:cubicBezTo>
                  <a:cubicBezTo>
                    <a:pt x="34" y="1478"/>
                    <a:pt x="100" y="1511"/>
                    <a:pt x="100" y="1511"/>
                  </a:cubicBezTo>
                  <a:cubicBezTo>
                    <a:pt x="134" y="1511"/>
                    <a:pt x="134" y="1478"/>
                    <a:pt x="167" y="1378"/>
                  </a:cubicBezTo>
                  <a:cubicBezTo>
                    <a:pt x="200" y="1311"/>
                    <a:pt x="300" y="1211"/>
                    <a:pt x="434" y="1144"/>
                  </a:cubicBezTo>
                  <a:cubicBezTo>
                    <a:pt x="634" y="977"/>
                    <a:pt x="968" y="844"/>
                    <a:pt x="1101" y="811"/>
                  </a:cubicBezTo>
                  <a:cubicBezTo>
                    <a:pt x="1234" y="744"/>
                    <a:pt x="1301" y="744"/>
                    <a:pt x="1435" y="711"/>
                  </a:cubicBezTo>
                  <a:cubicBezTo>
                    <a:pt x="1468" y="711"/>
                    <a:pt x="1535" y="677"/>
                    <a:pt x="1601" y="677"/>
                  </a:cubicBezTo>
                  <a:lnTo>
                    <a:pt x="1768" y="677"/>
                  </a:lnTo>
                  <a:cubicBezTo>
                    <a:pt x="2002" y="677"/>
                    <a:pt x="2235" y="744"/>
                    <a:pt x="2435" y="844"/>
                  </a:cubicBezTo>
                  <a:cubicBezTo>
                    <a:pt x="2836" y="1044"/>
                    <a:pt x="3236" y="1411"/>
                    <a:pt x="3736" y="1645"/>
                  </a:cubicBezTo>
                  <a:cubicBezTo>
                    <a:pt x="3961" y="1748"/>
                    <a:pt x="4231" y="1807"/>
                    <a:pt x="4509" y="1807"/>
                  </a:cubicBezTo>
                  <a:cubicBezTo>
                    <a:pt x="4766" y="1807"/>
                    <a:pt x="5030" y="1757"/>
                    <a:pt x="5271" y="1645"/>
                  </a:cubicBezTo>
                  <a:cubicBezTo>
                    <a:pt x="5771" y="1411"/>
                    <a:pt x="6138" y="1078"/>
                    <a:pt x="6572" y="844"/>
                  </a:cubicBezTo>
                  <a:cubicBezTo>
                    <a:pt x="6772" y="711"/>
                    <a:pt x="7005" y="510"/>
                    <a:pt x="7272" y="244"/>
                  </a:cubicBezTo>
                  <a:cubicBezTo>
                    <a:pt x="7506" y="144"/>
                    <a:pt x="7772" y="144"/>
                    <a:pt x="7772" y="77"/>
                  </a:cubicBezTo>
                  <a:cubicBezTo>
                    <a:pt x="7772" y="50"/>
                    <a:pt x="7576" y="1"/>
                    <a:pt x="73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51" name="Google Shape;5551;p69"/>
            <p:cNvSpPr/>
            <p:nvPr/>
          </p:nvSpPr>
          <p:spPr>
            <a:xfrm>
              <a:off x="4800790" y="3717888"/>
              <a:ext cx="125301" cy="28565"/>
            </a:xfrm>
            <a:custGeom>
              <a:avLst/>
              <a:gdLst/>
              <a:ahLst/>
              <a:cxnLst/>
              <a:rect l="l" t="t" r="r" b="b"/>
              <a:pathLst>
                <a:path w="7773" h="1772" extrusionOk="0">
                  <a:moveTo>
                    <a:pt x="7276" y="1"/>
                  </a:moveTo>
                  <a:cubicBezTo>
                    <a:pt x="7231" y="1"/>
                    <a:pt x="7185" y="3"/>
                    <a:pt x="7139" y="8"/>
                  </a:cubicBezTo>
                  <a:cubicBezTo>
                    <a:pt x="6772" y="74"/>
                    <a:pt x="6438" y="241"/>
                    <a:pt x="6271" y="341"/>
                  </a:cubicBezTo>
                  <a:cubicBezTo>
                    <a:pt x="5838" y="675"/>
                    <a:pt x="5504" y="1075"/>
                    <a:pt x="5104" y="1275"/>
                  </a:cubicBezTo>
                  <a:cubicBezTo>
                    <a:pt x="4879" y="1396"/>
                    <a:pt x="4636" y="1455"/>
                    <a:pt x="4398" y="1455"/>
                  </a:cubicBezTo>
                  <a:cubicBezTo>
                    <a:pt x="4178" y="1455"/>
                    <a:pt x="3962" y="1405"/>
                    <a:pt x="3770" y="1309"/>
                  </a:cubicBezTo>
                  <a:cubicBezTo>
                    <a:pt x="3303" y="1108"/>
                    <a:pt x="2969" y="775"/>
                    <a:pt x="2502" y="475"/>
                  </a:cubicBezTo>
                  <a:cubicBezTo>
                    <a:pt x="2269" y="341"/>
                    <a:pt x="2002" y="241"/>
                    <a:pt x="1735" y="241"/>
                  </a:cubicBezTo>
                  <a:lnTo>
                    <a:pt x="1501" y="241"/>
                  </a:lnTo>
                  <a:cubicBezTo>
                    <a:pt x="1435" y="275"/>
                    <a:pt x="1401" y="275"/>
                    <a:pt x="1301" y="275"/>
                  </a:cubicBezTo>
                  <a:cubicBezTo>
                    <a:pt x="1168" y="308"/>
                    <a:pt x="1001" y="308"/>
                    <a:pt x="901" y="341"/>
                  </a:cubicBezTo>
                  <a:cubicBezTo>
                    <a:pt x="601" y="475"/>
                    <a:pt x="300" y="742"/>
                    <a:pt x="134" y="975"/>
                  </a:cubicBezTo>
                  <a:cubicBezTo>
                    <a:pt x="67" y="1108"/>
                    <a:pt x="0" y="1275"/>
                    <a:pt x="0" y="1342"/>
                  </a:cubicBezTo>
                  <a:cubicBezTo>
                    <a:pt x="34" y="1442"/>
                    <a:pt x="100" y="1475"/>
                    <a:pt x="100" y="1475"/>
                  </a:cubicBezTo>
                  <a:cubicBezTo>
                    <a:pt x="134" y="1475"/>
                    <a:pt x="134" y="1442"/>
                    <a:pt x="167" y="1342"/>
                  </a:cubicBezTo>
                  <a:cubicBezTo>
                    <a:pt x="200" y="1275"/>
                    <a:pt x="300" y="1175"/>
                    <a:pt x="434" y="1108"/>
                  </a:cubicBezTo>
                  <a:cubicBezTo>
                    <a:pt x="634" y="942"/>
                    <a:pt x="968" y="808"/>
                    <a:pt x="1101" y="775"/>
                  </a:cubicBezTo>
                  <a:cubicBezTo>
                    <a:pt x="1234" y="742"/>
                    <a:pt x="1301" y="742"/>
                    <a:pt x="1435" y="675"/>
                  </a:cubicBezTo>
                  <a:cubicBezTo>
                    <a:pt x="1468" y="675"/>
                    <a:pt x="1535" y="641"/>
                    <a:pt x="1601" y="641"/>
                  </a:cubicBezTo>
                  <a:lnTo>
                    <a:pt x="1768" y="641"/>
                  </a:lnTo>
                  <a:cubicBezTo>
                    <a:pt x="2002" y="641"/>
                    <a:pt x="2235" y="742"/>
                    <a:pt x="2435" y="808"/>
                  </a:cubicBezTo>
                  <a:cubicBezTo>
                    <a:pt x="2836" y="1008"/>
                    <a:pt x="3236" y="1375"/>
                    <a:pt x="3736" y="1609"/>
                  </a:cubicBezTo>
                  <a:cubicBezTo>
                    <a:pt x="3961" y="1713"/>
                    <a:pt x="4231" y="1772"/>
                    <a:pt x="4509" y="1772"/>
                  </a:cubicBezTo>
                  <a:cubicBezTo>
                    <a:pt x="4766" y="1772"/>
                    <a:pt x="5030" y="1721"/>
                    <a:pt x="5271" y="1609"/>
                  </a:cubicBezTo>
                  <a:cubicBezTo>
                    <a:pt x="5771" y="1375"/>
                    <a:pt x="6138" y="1075"/>
                    <a:pt x="6572" y="808"/>
                  </a:cubicBezTo>
                  <a:cubicBezTo>
                    <a:pt x="6772" y="675"/>
                    <a:pt x="7005" y="475"/>
                    <a:pt x="7272" y="275"/>
                  </a:cubicBezTo>
                  <a:cubicBezTo>
                    <a:pt x="7506" y="141"/>
                    <a:pt x="7772" y="141"/>
                    <a:pt x="7772" y="108"/>
                  </a:cubicBezTo>
                  <a:cubicBezTo>
                    <a:pt x="7772" y="79"/>
                    <a:pt x="7550" y="1"/>
                    <a:pt x="72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52" name="Google Shape;5552;p69"/>
            <p:cNvSpPr/>
            <p:nvPr/>
          </p:nvSpPr>
          <p:spPr>
            <a:xfrm>
              <a:off x="4800790" y="3745598"/>
              <a:ext cx="125301" cy="28500"/>
            </a:xfrm>
            <a:custGeom>
              <a:avLst/>
              <a:gdLst/>
              <a:ahLst/>
              <a:cxnLst/>
              <a:rect l="l" t="t" r="r" b="b"/>
              <a:pathLst>
                <a:path w="7773" h="1768" extrusionOk="0">
                  <a:moveTo>
                    <a:pt x="7370" y="1"/>
                  </a:moveTo>
                  <a:cubicBezTo>
                    <a:pt x="7297" y="1"/>
                    <a:pt x="7219" y="7"/>
                    <a:pt x="7139" y="23"/>
                  </a:cubicBezTo>
                  <a:cubicBezTo>
                    <a:pt x="6772" y="57"/>
                    <a:pt x="6438" y="223"/>
                    <a:pt x="6271" y="357"/>
                  </a:cubicBezTo>
                  <a:cubicBezTo>
                    <a:pt x="5838" y="690"/>
                    <a:pt x="5504" y="1057"/>
                    <a:pt x="5104" y="1257"/>
                  </a:cubicBezTo>
                  <a:cubicBezTo>
                    <a:pt x="4880" y="1395"/>
                    <a:pt x="4638" y="1462"/>
                    <a:pt x="4401" y="1462"/>
                  </a:cubicBezTo>
                  <a:cubicBezTo>
                    <a:pt x="4180" y="1462"/>
                    <a:pt x="3963" y="1404"/>
                    <a:pt x="3770" y="1291"/>
                  </a:cubicBezTo>
                  <a:cubicBezTo>
                    <a:pt x="3303" y="1091"/>
                    <a:pt x="2969" y="757"/>
                    <a:pt x="2502" y="457"/>
                  </a:cubicBezTo>
                  <a:cubicBezTo>
                    <a:pt x="2269" y="357"/>
                    <a:pt x="2002" y="223"/>
                    <a:pt x="1735" y="223"/>
                  </a:cubicBezTo>
                  <a:lnTo>
                    <a:pt x="1501" y="223"/>
                  </a:lnTo>
                  <a:cubicBezTo>
                    <a:pt x="1435" y="257"/>
                    <a:pt x="1401" y="257"/>
                    <a:pt x="1301" y="257"/>
                  </a:cubicBezTo>
                  <a:cubicBezTo>
                    <a:pt x="1168" y="290"/>
                    <a:pt x="1001" y="290"/>
                    <a:pt x="901" y="357"/>
                  </a:cubicBezTo>
                  <a:cubicBezTo>
                    <a:pt x="601" y="457"/>
                    <a:pt x="300" y="724"/>
                    <a:pt x="134" y="957"/>
                  </a:cubicBezTo>
                  <a:cubicBezTo>
                    <a:pt x="67" y="1091"/>
                    <a:pt x="0" y="1257"/>
                    <a:pt x="0" y="1358"/>
                  </a:cubicBezTo>
                  <a:cubicBezTo>
                    <a:pt x="34" y="1424"/>
                    <a:pt x="100" y="1458"/>
                    <a:pt x="100" y="1458"/>
                  </a:cubicBezTo>
                  <a:cubicBezTo>
                    <a:pt x="134" y="1458"/>
                    <a:pt x="134" y="1424"/>
                    <a:pt x="167" y="1358"/>
                  </a:cubicBezTo>
                  <a:cubicBezTo>
                    <a:pt x="200" y="1257"/>
                    <a:pt x="300" y="1191"/>
                    <a:pt x="434" y="1091"/>
                  </a:cubicBezTo>
                  <a:cubicBezTo>
                    <a:pt x="634" y="924"/>
                    <a:pt x="968" y="790"/>
                    <a:pt x="1101" y="757"/>
                  </a:cubicBezTo>
                  <a:cubicBezTo>
                    <a:pt x="1234" y="724"/>
                    <a:pt x="1301" y="724"/>
                    <a:pt x="1435" y="690"/>
                  </a:cubicBezTo>
                  <a:cubicBezTo>
                    <a:pt x="1468" y="690"/>
                    <a:pt x="1535" y="624"/>
                    <a:pt x="1601" y="624"/>
                  </a:cubicBezTo>
                  <a:lnTo>
                    <a:pt x="1768" y="624"/>
                  </a:lnTo>
                  <a:cubicBezTo>
                    <a:pt x="2002" y="624"/>
                    <a:pt x="2235" y="724"/>
                    <a:pt x="2435" y="790"/>
                  </a:cubicBezTo>
                  <a:cubicBezTo>
                    <a:pt x="2836" y="1024"/>
                    <a:pt x="3236" y="1391"/>
                    <a:pt x="3736" y="1591"/>
                  </a:cubicBezTo>
                  <a:cubicBezTo>
                    <a:pt x="3968" y="1698"/>
                    <a:pt x="4248" y="1767"/>
                    <a:pt x="4535" y="1767"/>
                  </a:cubicBezTo>
                  <a:cubicBezTo>
                    <a:pt x="4784" y="1767"/>
                    <a:pt x="5038" y="1715"/>
                    <a:pt x="5271" y="1591"/>
                  </a:cubicBezTo>
                  <a:cubicBezTo>
                    <a:pt x="5771" y="1391"/>
                    <a:pt x="6138" y="1057"/>
                    <a:pt x="6572" y="790"/>
                  </a:cubicBezTo>
                  <a:cubicBezTo>
                    <a:pt x="6772" y="690"/>
                    <a:pt x="7005" y="457"/>
                    <a:pt x="7272" y="257"/>
                  </a:cubicBezTo>
                  <a:cubicBezTo>
                    <a:pt x="7506" y="123"/>
                    <a:pt x="7772" y="123"/>
                    <a:pt x="7772" y="90"/>
                  </a:cubicBezTo>
                  <a:cubicBezTo>
                    <a:pt x="7772" y="65"/>
                    <a:pt x="7599" y="1"/>
                    <a:pt x="73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553" name="Google Shape;5553;p69"/>
          <p:cNvGrpSpPr/>
          <p:nvPr/>
        </p:nvGrpSpPr>
        <p:grpSpPr>
          <a:xfrm>
            <a:off x="4326593" y="3654470"/>
            <a:ext cx="118418" cy="80185"/>
            <a:chOff x="4062494" y="3734024"/>
            <a:chExt cx="124769" cy="84485"/>
          </a:xfrm>
        </p:grpSpPr>
        <p:sp>
          <p:nvSpPr>
            <p:cNvPr id="5554" name="Google Shape;5554;p69"/>
            <p:cNvSpPr/>
            <p:nvPr/>
          </p:nvSpPr>
          <p:spPr>
            <a:xfrm>
              <a:off x="4062494" y="3734024"/>
              <a:ext cx="124769" cy="28565"/>
            </a:xfrm>
            <a:custGeom>
              <a:avLst/>
              <a:gdLst/>
              <a:ahLst/>
              <a:cxnLst/>
              <a:rect l="l" t="t" r="r" b="b"/>
              <a:pathLst>
                <a:path w="7740" h="1772" extrusionOk="0">
                  <a:moveTo>
                    <a:pt x="7243" y="1"/>
                  </a:moveTo>
                  <a:cubicBezTo>
                    <a:pt x="7198" y="1"/>
                    <a:pt x="7153" y="3"/>
                    <a:pt x="7106" y="7"/>
                  </a:cubicBezTo>
                  <a:cubicBezTo>
                    <a:pt x="6739" y="74"/>
                    <a:pt x="6405" y="241"/>
                    <a:pt x="6239" y="341"/>
                  </a:cubicBezTo>
                  <a:cubicBezTo>
                    <a:pt x="5838" y="675"/>
                    <a:pt x="5505" y="1075"/>
                    <a:pt x="5071" y="1275"/>
                  </a:cubicBezTo>
                  <a:cubicBezTo>
                    <a:pt x="4863" y="1396"/>
                    <a:pt x="4628" y="1454"/>
                    <a:pt x="4390" y="1454"/>
                  </a:cubicBezTo>
                  <a:cubicBezTo>
                    <a:pt x="4169" y="1454"/>
                    <a:pt x="3945" y="1405"/>
                    <a:pt x="3737" y="1308"/>
                  </a:cubicBezTo>
                  <a:cubicBezTo>
                    <a:pt x="3270" y="1108"/>
                    <a:pt x="2936" y="775"/>
                    <a:pt x="2503" y="474"/>
                  </a:cubicBezTo>
                  <a:cubicBezTo>
                    <a:pt x="2236" y="341"/>
                    <a:pt x="2002" y="241"/>
                    <a:pt x="1702" y="241"/>
                  </a:cubicBezTo>
                  <a:lnTo>
                    <a:pt x="1502" y="241"/>
                  </a:lnTo>
                  <a:lnTo>
                    <a:pt x="1268" y="274"/>
                  </a:lnTo>
                  <a:cubicBezTo>
                    <a:pt x="1168" y="308"/>
                    <a:pt x="1002" y="308"/>
                    <a:pt x="868" y="341"/>
                  </a:cubicBezTo>
                  <a:cubicBezTo>
                    <a:pt x="568" y="474"/>
                    <a:pt x="268" y="741"/>
                    <a:pt x="101" y="975"/>
                  </a:cubicBezTo>
                  <a:cubicBezTo>
                    <a:pt x="34" y="1108"/>
                    <a:pt x="1" y="1275"/>
                    <a:pt x="1" y="1342"/>
                  </a:cubicBezTo>
                  <a:cubicBezTo>
                    <a:pt x="34" y="1442"/>
                    <a:pt x="68" y="1475"/>
                    <a:pt x="68" y="1475"/>
                  </a:cubicBezTo>
                  <a:cubicBezTo>
                    <a:pt x="101" y="1475"/>
                    <a:pt x="101" y="1442"/>
                    <a:pt x="168" y="1342"/>
                  </a:cubicBezTo>
                  <a:cubicBezTo>
                    <a:pt x="201" y="1275"/>
                    <a:pt x="268" y="1175"/>
                    <a:pt x="401" y="1108"/>
                  </a:cubicBezTo>
                  <a:cubicBezTo>
                    <a:pt x="601" y="941"/>
                    <a:pt x="935" y="808"/>
                    <a:pt x="1068" y="775"/>
                  </a:cubicBezTo>
                  <a:cubicBezTo>
                    <a:pt x="1202" y="741"/>
                    <a:pt x="1268" y="741"/>
                    <a:pt x="1402" y="675"/>
                  </a:cubicBezTo>
                  <a:lnTo>
                    <a:pt x="1569" y="641"/>
                  </a:lnTo>
                  <a:lnTo>
                    <a:pt x="1735" y="641"/>
                  </a:lnTo>
                  <a:cubicBezTo>
                    <a:pt x="2002" y="641"/>
                    <a:pt x="2202" y="741"/>
                    <a:pt x="2403" y="808"/>
                  </a:cubicBezTo>
                  <a:cubicBezTo>
                    <a:pt x="2836" y="1008"/>
                    <a:pt x="3203" y="1408"/>
                    <a:pt x="3704" y="1609"/>
                  </a:cubicBezTo>
                  <a:cubicBezTo>
                    <a:pt x="3946" y="1712"/>
                    <a:pt x="4215" y="1771"/>
                    <a:pt x="4488" y="1771"/>
                  </a:cubicBezTo>
                  <a:cubicBezTo>
                    <a:pt x="4741" y="1771"/>
                    <a:pt x="4997" y="1721"/>
                    <a:pt x="5238" y="1609"/>
                  </a:cubicBezTo>
                  <a:cubicBezTo>
                    <a:pt x="5738" y="1408"/>
                    <a:pt x="6105" y="1075"/>
                    <a:pt x="6539" y="808"/>
                  </a:cubicBezTo>
                  <a:cubicBezTo>
                    <a:pt x="6739" y="675"/>
                    <a:pt x="7006" y="474"/>
                    <a:pt x="7239" y="274"/>
                  </a:cubicBezTo>
                  <a:cubicBezTo>
                    <a:pt x="7506" y="141"/>
                    <a:pt x="7740" y="141"/>
                    <a:pt x="7740" y="107"/>
                  </a:cubicBezTo>
                  <a:cubicBezTo>
                    <a:pt x="7740" y="79"/>
                    <a:pt x="7518" y="1"/>
                    <a:pt x="7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55" name="Google Shape;5555;p69"/>
            <p:cNvSpPr/>
            <p:nvPr/>
          </p:nvSpPr>
          <p:spPr>
            <a:xfrm>
              <a:off x="4062494" y="3762492"/>
              <a:ext cx="124769" cy="28274"/>
            </a:xfrm>
            <a:custGeom>
              <a:avLst/>
              <a:gdLst/>
              <a:ahLst/>
              <a:cxnLst/>
              <a:rect l="l" t="t" r="r" b="b"/>
              <a:pathLst>
                <a:path w="7740" h="1754" extrusionOk="0">
                  <a:moveTo>
                    <a:pt x="7292" y="0"/>
                  </a:moveTo>
                  <a:cubicBezTo>
                    <a:pt x="7232" y="0"/>
                    <a:pt x="7170" y="3"/>
                    <a:pt x="7106" y="9"/>
                  </a:cubicBezTo>
                  <a:cubicBezTo>
                    <a:pt x="6739" y="43"/>
                    <a:pt x="6405" y="209"/>
                    <a:pt x="6239" y="343"/>
                  </a:cubicBezTo>
                  <a:cubicBezTo>
                    <a:pt x="5838" y="676"/>
                    <a:pt x="5505" y="1043"/>
                    <a:pt x="5071" y="1244"/>
                  </a:cubicBezTo>
                  <a:cubicBezTo>
                    <a:pt x="4857" y="1387"/>
                    <a:pt x="4613" y="1453"/>
                    <a:pt x="4367" y="1453"/>
                  </a:cubicBezTo>
                  <a:cubicBezTo>
                    <a:pt x="4154" y="1453"/>
                    <a:pt x="3938" y="1403"/>
                    <a:pt x="3737" y="1310"/>
                  </a:cubicBezTo>
                  <a:cubicBezTo>
                    <a:pt x="3270" y="1077"/>
                    <a:pt x="2936" y="710"/>
                    <a:pt x="2503" y="476"/>
                  </a:cubicBezTo>
                  <a:cubicBezTo>
                    <a:pt x="2236" y="343"/>
                    <a:pt x="2002" y="209"/>
                    <a:pt x="1702" y="209"/>
                  </a:cubicBezTo>
                  <a:lnTo>
                    <a:pt x="1502" y="209"/>
                  </a:lnTo>
                  <a:cubicBezTo>
                    <a:pt x="1402" y="243"/>
                    <a:pt x="1369" y="243"/>
                    <a:pt x="1268" y="243"/>
                  </a:cubicBezTo>
                  <a:cubicBezTo>
                    <a:pt x="1168" y="310"/>
                    <a:pt x="1002" y="310"/>
                    <a:pt x="868" y="343"/>
                  </a:cubicBezTo>
                  <a:cubicBezTo>
                    <a:pt x="568" y="476"/>
                    <a:pt x="268" y="710"/>
                    <a:pt x="101" y="977"/>
                  </a:cubicBezTo>
                  <a:cubicBezTo>
                    <a:pt x="34" y="1077"/>
                    <a:pt x="1" y="1244"/>
                    <a:pt x="1" y="1344"/>
                  </a:cubicBezTo>
                  <a:cubicBezTo>
                    <a:pt x="34" y="1410"/>
                    <a:pt x="68" y="1477"/>
                    <a:pt x="68" y="1477"/>
                  </a:cubicBezTo>
                  <a:cubicBezTo>
                    <a:pt x="101" y="1477"/>
                    <a:pt x="101" y="1410"/>
                    <a:pt x="168" y="1344"/>
                  </a:cubicBezTo>
                  <a:cubicBezTo>
                    <a:pt x="201" y="1244"/>
                    <a:pt x="268" y="1177"/>
                    <a:pt x="401" y="1077"/>
                  </a:cubicBezTo>
                  <a:cubicBezTo>
                    <a:pt x="601" y="910"/>
                    <a:pt x="935" y="810"/>
                    <a:pt x="1068" y="743"/>
                  </a:cubicBezTo>
                  <a:cubicBezTo>
                    <a:pt x="1202" y="710"/>
                    <a:pt x="1268" y="710"/>
                    <a:pt x="1402" y="676"/>
                  </a:cubicBezTo>
                  <a:cubicBezTo>
                    <a:pt x="1435" y="676"/>
                    <a:pt x="1535" y="643"/>
                    <a:pt x="1569" y="643"/>
                  </a:cubicBezTo>
                  <a:lnTo>
                    <a:pt x="1735" y="643"/>
                  </a:lnTo>
                  <a:cubicBezTo>
                    <a:pt x="2002" y="643"/>
                    <a:pt x="2202" y="710"/>
                    <a:pt x="2403" y="810"/>
                  </a:cubicBezTo>
                  <a:cubicBezTo>
                    <a:pt x="2836" y="1010"/>
                    <a:pt x="3203" y="1377"/>
                    <a:pt x="3704" y="1577"/>
                  </a:cubicBezTo>
                  <a:cubicBezTo>
                    <a:pt x="3953" y="1684"/>
                    <a:pt x="4232" y="1753"/>
                    <a:pt x="4514" y="1753"/>
                  </a:cubicBezTo>
                  <a:cubicBezTo>
                    <a:pt x="4758" y="1753"/>
                    <a:pt x="5005" y="1701"/>
                    <a:pt x="5238" y="1577"/>
                  </a:cubicBezTo>
                  <a:cubicBezTo>
                    <a:pt x="5738" y="1377"/>
                    <a:pt x="6105" y="1043"/>
                    <a:pt x="6539" y="810"/>
                  </a:cubicBezTo>
                  <a:cubicBezTo>
                    <a:pt x="6739" y="643"/>
                    <a:pt x="7006" y="476"/>
                    <a:pt x="7239" y="243"/>
                  </a:cubicBezTo>
                  <a:cubicBezTo>
                    <a:pt x="7506" y="143"/>
                    <a:pt x="7740" y="143"/>
                    <a:pt x="7740" y="76"/>
                  </a:cubicBezTo>
                  <a:cubicBezTo>
                    <a:pt x="7740" y="49"/>
                    <a:pt x="7543" y="0"/>
                    <a:pt x="72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56" name="Google Shape;5556;p69"/>
            <p:cNvSpPr/>
            <p:nvPr/>
          </p:nvSpPr>
          <p:spPr>
            <a:xfrm>
              <a:off x="4062494" y="3789912"/>
              <a:ext cx="124769" cy="28597"/>
            </a:xfrm>
            <a:custGeom>
              <a:avLst/>
              <a:gdLst/>
              <a:ahLst/>
              <a:cxnLst/>
              <a:rect l="l" t="t" r="r" b="b"/>
              <a:pathLst>
                <a:path w="7740" h="1774" extrusionOk="0">
                  <a:moveTo>
                    <a:pt x="7285" y="1"/>
                  </a:moveTo>
                  <a:cubicBezTo>
                    <a:pt x="7227" y="1"/>
                    <a:pt x="7167" y="3"/>
                    <a:pt x="7106" y="10"/>
                  </a:cubicBezTo>
                  <a:cubicBezTo>
                    <a:pt x="6739" y="43"/>
                    <a:pt x="6405" y="210"/>
                    <a:pt x="6239" y="343"/>
                  </a:cubicBezTo>
                  <a:cubicBezTo>
                    <a:pt x="5838" y="677"/>
                    <a:pt x="5505" y="1044"/>
                    <a:pt x="5071" y="1277"/>
                  </a:cubicBezTo>
                  <a:cubicBezTo>
                    <a:pt x="4863" y="1398"/>
                    <a:pt x="4628" y="1457"/>
                    <a:pt x="4390" y="1457"/>
                  </a:cubicBezTo>
                  <a:cubicBezTo>
                    <a:pt x="4169" y="1457"/>
                    <a:pt x="3945" y="1407"/>
                    <a:pt x="3737" y="1310"/>
                  </a:cubicBezTo>
                  <a:cubicBezTo>
                    <a:pt x="3270" y="1110"/>
                    <a:pt x="2936" y="777"/>
                    <a:pt x="2503" y="477"/>
                  </a:cubicBezTo>
                  <a:cubicBezTo>
                    <a:pt x="2236" y="343"/>
                    <a:pt x="2002" y="210"/>
                    <a:pt x="1702" y="210"/>
                  </a:cubicBezTo>
                  <a:lnTo>
                    <a:pt x="1502" y="210"/>
                  </a:lnTo>
                  <a:cubicBezTo>
                    <a:pt x="1402" y="276"/>
                    <a:pt x="1369" y="276"/>
                    <a:pt x="1268" y="276"/>
                  </a:cubicBezTo>
                  <a:cubicBezTo>
                    <a:pt x="1168" y="310"/>
                    <a:pt x="1002" y="310"/>
                    <a:pt x="868" y="343"/>
                  </a:cubicBezTo>
                  <a:cubicBezTo>
                    <a:pt x="568" y="477"/>
                    <a:pt x="268" y="710"/>
                    <a:pt x="101" y="977"/>
                  </a:cubicBezTo>
                  <a:cubicBezTo>
                    <a:pt x="34" y="1110"/>
                    <a:pt x="1" y="1277"/>
                    <a:pt x="1" y="1344"/>
                  </a:cubicBezTo>
                  <a:cubicBezTo>
                    <a:pt x="34" y="1444"/>
                    <a:pt x="68" y="1477"/>
                    <a:pt x="68" y="1477"/>
                  </a:cubicBezTo>
                  <a:cubicBezTo>
                    <a:pt x="101" y="1477"/>
                    <a:pt x="101" y="1444"/>
                    <a:pt x="168" y="1344"/>
                  </a:cubicBezTo>
                  <a:cubicBezTo>
                    <a:pt x="201" y="1277"/>
                    <a:pt x="268" y="1177"/>
                    <a:pt x="401" y="1110"/>
                  </a:cubicBezTo>
                  <a:cubicBezTo>
                    <a:pt x="601" y="944"/>
                    <a:pt x="935" y="810"/>
                    <a:pt x="1068" y="777"/>
                  </a:cubicBezTo>
                  <a:cubicBezTo>
                    <a:pt x="1202" y="710"/>
                    <a:pt x="1268" y="710"/>
                    <a:pt x="1402" y="677"/>
                  </a:cubicBezTo>
                  <a:cubicBezTo>
                    <a:pt x="1435" y="677"/>
                    <a:pt x="1535" y="643"/>
                    <a:pt x="1569" y="643"/>
                  </a:cubicBezTo>
                  <a:lnTo>
                    <a:pt x="1735" y="643"/>
                  </a:lnTo>
                  <a:cubicBezTo>
                    <a:pt x="2002" y="643"/>
                    <a:pt x="2202" y="710"/>
                    <a:pt x="2403" y="810"/>
                  </a:cubicBezTo>
                  <a:cubicBezTo>
                    <a:pt x="2836" y="1010"/>
                    <a:pt x="3203" y="1377"/>
                    <a:pt x="3704" y="1611"/>
                  </a:cubicBezTo>
                  <a:cubicBezTo>
                    <a:pt x="3946" y="1715"/>
                    <a:pt x="4215" y="1774"/>
                    <a:pt x="4488" y="1774"/>
                  </a:cubicBezTo>
                  <a:cubicBezTo>
                    <a:pt x="4741" y="1774"/>
                    <a:pt x="4997" y="1723"/>
                    <a:pt x="5238" y="1611"/>
                  </a:cubicBezTo>
                  <a:cubicBezTo>
                    <a:pt x="5738" y="1377"/>
                    <a:pt x="6105" y="1044"/>
                    <a:pt x="6539" y="810"/>
                  </a:cubicBezTo>
                  <a:cubicBezTo>
                    <a:pt x="6739" y="677"/>
                    <a:pt x="7006" y="477"/>
                    <a:pt x="7239" y="276"/>
                  </a:cubicBezTo>
                  <a:cubicBezTo>
                    <a:pt x="7506" y="143"/>
                    <a:pt x="7740" y="143"/>
                    <a:pt x="7740" y="110"/>
                  </a:cubicBezTo>
                  <a:cubicBezTo>
                    <a:pt x="7740" y="55"/>
                    <a:pt x="7540"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557" name="Google Shape;5557;p69"/>
          <p:cNvGrpSpPr/>
          <p:nvPr/>
        </p:nvGrpSpPr>
        <p:grpSpPr>
          <a:xfrm>
            <a:off x="4501650" y="3745272"/>
            <a:ext cx="118923" cy="79205"/>
            <a:chOff x="4246939" y="3829696"/>
            <a:chExt cx="125301" cy="83453"/>
          </a:xfrm>
        </p:grpSpPr>
        <p:sp>
          <p:nvSpPr>
            <p:cNvPr id="5558" name="Google Shape;5558;p69"/>
            <p:cNvSpPr/>
            <p:nvPr/>
          </p:nvSpPr>
          <p:spPr>
            <a:xfrm>
              <a:off x="4246939" y="3829696"/>
              <a:ext cx="125301" cy="28274"/>
            </a:xfrm>
            <a:custGeom>
              <a:avLst/>
              <a:gdLst/>
              <a:ahLst/>
              <a:cxnLst/>
              <a:rect l="l" t="t" r="r" b="b"/>
              <a:pathLst>
                <a:path w="7773" h="1754" extrusionOk="0">
                  <a:moveTo>
                    <a:pt x="7324" y="1"/>
                  </a:moveTo>
                  <a:cubicBezTo>
                    <a:pt x="7265" y="1"/>
                    <a:pt x="7203" y="4"/>
                    <a:pt x="7139" y="10"/>
                  </a:cubicBezTo>
                  <a:cubicBezTo>
                    <a:pt x="6772" y="43"/>
                    <a:pt x="6438" y="210"/>
                    <a:pt x="6272" y="344"/>
                  </a:cubicBezTo>
                  <a:cubicBezTo>
                    <a:pt x="5838" y="677"/>
                    <a:pt x="5504" y="1044"/>
                    <a:pt x="5104" y="1244"/>
                  </a:cubicBezTo>
                  <a:cubicBezTo>
                    <a:pt x="4872" y="1387"/>
                    <a:pt x="4620" y="1454"/>
                    <a:pt x="4375" y="1454"/>
                  </a:cubicBezTo>
                  <a:cubicBezTo>
                    <a:pt x="4163" y="1454"/>
                    <a:pt x="3956" y="1404"/>
                    <a:pt x="3770" y="1311"/>
                  </a:cubicBezTo>
                  <a:cubicBezTo>
                    <a:pt x="3303" y="1077"/>
                    <a:pt x="2969" y="744"/>
                    <a:pt x="2502" y="477"/>
                  </a:cubicBezTo>
                  <a:cubicBezTo>
                    <a:pt x="2269" y="344"/>
                    <a:pt x="2002" y="210"/>
                    <a:pt x="1735" y="210"/>
                  </a:cubicBezTo>
                  <a:lnTo>
                    <a:pt x="1501" y="210"/>
                  </a:lnTo>
                  <a:lnTo>
                    <a:pt x="1301" y="243"/>
                  </a:lnTo>
                  <a:cubicBezTo>
                    <a:pt x="1168" y="310"/>
                    <a:pt x="1001" y="310"/>
                    <a:pt x="901" y="344"/>
                  </a:cubicBezTo>
                  <a:cubicBezTo>
                    <a:pt x="601" y="477"/>
                    <a:pt x="301" y="710"/>
                    <a:pt x="134" y="977"/>
                  </a:cubicBezTo>
                  <a:cubicBezTo>
                    <a:pt x="67" y="1077"/>
                    <a:pt x="0" y="1244"/>
                    <a:pt x="0" y="1344"/>
                  </a:cubicBezTo>
                  <a:cubicBezTo>
                    <a:pt x="67" y="1411"/>
                    <a:pt x="100" y="1478"/>
                    <a:pt x="100" y="1478"/>
                  </a:cubicBezTo>
                  <a:cubicBezTo>
                    <a:pt x="134" y="1478"/>
                    <a:pt x="134" y="1411"/>
                    <a:pt x="167" y="1344"/>
                  </a:cubicBezTo>
                  <a:cubicBezTo>
                    <a:pt x="234" y="1244"/>
                    <a:pt x="301" y="1177"/>
                    <a:pt x="434" y="1077"/>
                  </a:cubicBezTo>
                  <a:cubicBezTo>
                    <a:pt x="634" y="911"/>
                    <a:pt x="968" y="811"/>
                    <a:pt x="1101" y="744"/>
                  </a:cubicBezTo>
                  <a:cubicBezTo>
                    <a:pt x="1235" y="710"/>
                    <a:pt x="1301" y="710"/>
                    <a:pt x="1435" y="677"/>
                  </a:cubicBezTo>
                  <a:lnTo>
                    <a:pt x="1602" y="644"/>
                  </a:lnTo>
                  <a:lnTo>
                    <a:pt x="1768" y="644"/>
                  </a:lnTo>
                  <a:cubicBezTo>
                    <a:pt x="2002" y="644"/>
                    <a:pt x="2235" y="710"/>
                    <a:pt x="2435" y="811"/>
                  </a:cubicBezTo>
                  <a:cubicBezTo>
                    <a:pt x="2836" y="1011"/>
                    <a:pt x="3236" y="1378"/>
                    <a:pt x="3736" y="1578"/>
                  </a:cubicBezTo>
                  <a:cubicBezTo>
                    <a:pt x="3968" y="1685"/>
                    <a:pt x="4248" y="1754"/>
                    <a:pt x="4535" y="1754"/>
                  </a:cubicBezTo>
                  <a:cubicBezTo>
                    <a:pt x="4784" y="1754"/>
                    <a:pt x="5038" y="1702"/>
                    <a:pt x="5271" y="1578"/>
                  </a:cubicBezTo>
                  <a:cubicBezTo>
                    <a:pt x="5771" y="1378"/>
                    <a:pt x="6138" y="1044"/>
                    <a:pt x="6572" y="811"/>
                  </a:cubicBezTo>
                  <a:cubicBezTo>
                    <a:pt x="6739" y="677"/>
                    <a:pt x="6972" y="477"/>
                    <a:pt x="7272" y="243"/>
                  </a:cubicBezTo>
                  <a:cubicBezTo>
                    <a:pt x="7506" y="143"/>
                    <a:pt x="7773" y="143"/>
                    <a:pt x="7773" y="77"/>
                  </a:cubicBezTo>
                  <a:cubicBezTo>
                    <a:pt x="7773" y="50"/>
                    <a:pt x="7576" y="1"/>
                    <a:pt x="73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59" name="Google Shape;5559;p69"/>
            <p:cNvSpPr/>
            <p:nvPr/>
          </p:nvSpPr>
          <p:spPr>
            <a:xfrm>
              <a:off x="4246939" y="3857132"/>
              <a:ext cx="125301" cy="28597"/>
            </a:xfrm>
            <a:custGeom>
              <a:avLst/>
              <a:gdLst/>
              <a:ahLst/>
              <a:cxnLst/>
              <a:rect l="l" t="t" r="r" b="b"/>
              <a:pathLst>
                <a:path w="7773" h="1774" extrusionOk="0">
                  <a:moveTo>
                    <a:pt x="7317" y="0"/>
                  </a:moveTo>
                  <a:cubicBezTo>
                    <a:pt x="7260" y="0"/>
                    <a:pt x="7200" y="3"/>
                    <a:pt x="7139" y="9"/>
                  </a:cubicBezTo>
                  <a:cubicBezTo>
                    <a:pt x="6772" y="43"/>
                    <a:pt x="6438" y="209"/>
                    <a:pt x="6272" y="343"/>
                  </a:cubicBezTo>
                  <a:cubicBezTo>
                    <a:pt x="5838" y="676"/>
                    <a:pt x="5504" y="1043"/>
                    <a:pt x="5104" y="1277"/>
                  </a:cubicBezTo>
                  <a:cubicBezTo>
                    <a:pt x="4879" y="1398"/>
                    <a:pt x="4636" y="1456"/>
                    <a:pt x="4398" y="1456"/>
                  </a:cubicBezTo>
                  <a:cubicBezTo>
                    <a:pt x="4178" y="1456"/>
                    <a:pt x="3962" y="1406"/>
                    <a:pt x="3770" y="1310"/>
                  </a:cubicBezTo>
                  <a:cubicBezTo>
                    <a:pt x="3303" y="1110"/>
                    <a:pt x="2969" y="776"/>
                    <a:pt x="2502" y="476"/>
                  </a:cubicBezTo>
                  <a:cubicBezTo>
                    <a:pt x="2269" y="343"/>
                    <a:pt x="2002" y="209"/>
                    <a:pt x="1735" y="209"/>
                  </a:cubicBezTo>
                  <a:lnTo>
                    <a:pt x="1501" y="209"/>
                  </a:lnTo>
                  <a:cubicBezTo>
                    <a:pt x="1435" y="276"/>
                    <a:pt x="1401" y="276"/>
                    <a:pt x="1301" y="276"/>
                  </a:cubicBezTo>
                  <a:cubicBezTo>
                    <a:pt x="1168" y="309"/>
                    <a:pt x="1001" y="309"/>
                    <a:pt x="901" y="343"/>
                  </a:cubicBezTo>
                  <a:cubicBezTo>
                    <a:pt x="601" y="476"/>
                    <a:pt x="301" y="710"/>
                    <a:pt x="134" y="977"/>
                  </a:cubicBezTo>
                  <a:cubicBezTo>
                    <a:pt x="67" y="1110"/>
                    <a:pt x="0" y="1277"/>
                    <a:pt x="0" y="1343"/>
                  </a:cubicBezTo>
                  <a:cubicBezTo>
                    <a:pt x="67" y="1444"/>
                    <a:pt x="100" y="1477"/>
                    <a:pt x="100" y="1477"/>
                  </a:cubicBezTo>
                  <a:cubicBezTo>
                    <a:pt x="134" y="1477"/>
                    <a:pt x="134" y="1444"/>
                    <a:pt x="167" y="1343"/>
                  </a:cubicBezTo>
                  <a:cubicBezTo>
                    <a:pt x="234" y="1277"/>
                    <a:pt x="301" y="1177"/>
                    <a:pt x="434" y="1110"/>
                  </a:cubicBezTo>
                  <a:cubicBezTo>
                    <a:pt x="634" y="943"/>
                    <a:pt x="968" y="810"/>
                    <a:pt x="1101" y="776"/>
                  </a:cubicBezTo>
                  <a:cubicBezTo>
                    <a:pt x="1235" y="710"/>
                    <a:pt x="1301" y="710"/>
                    <a:pt x="1435" y="676"/>
                  </a:cubicBezTo>
                  <a:cubicBezTo>
                    <a:pt x="1468" y="676"/>
                    <a:pt x="1568" y="643"/>
                    <a:pt x="1602" y="643"/>
                  </a:cubicBezTo>
                  <a:lnTo>
                    <a:pt x="1768" y="643"/>
                  </a:lnTo>
                  <a:cubicBezTo>
                    <a:pt x="2002" y="643"/>
                    <a:pt x="2235" y="710"/>
                    <a:pt x="2435" y="810"/>
                  </a:cubicBezTo>
                  <a:cubicBezTo>
                    <a:pt x="2836" y="1010"/>
                    <a:pt x="3236" y="1377"/>
                    <a:pt x="3736" y="1610"/>
                  </a:cubicBezTo>
                  <a:cubicBezTo>
                    <a:pt x="3962" y="1714"/>
                    <a:pt x="4232" y="1773"/>
                    <a:pt x="4509" y="1773"/>
                  </a:cubicBezTo>
                  <a:cubicBezTo>
                    <a:pt x="4766" y="1773"/>
                    <a:pt x="5030" y="1723"/>
                    <a:pt x="5271" y="1610"/>
                  </a:cubicBezTo>
                  <a:cubicBezTo>
                    <a:pt x="5771" y="1377"/>
                    <a:pt x="6138" y="1043"/>
                    <a:pt x="6572" y="810"/>
                  </a:cubicBezTo>
                  <a:cubicBezTo>
                    <a:pt x="6739" y="676"/>
                    <a:pt x="6972" y="476"/>
                    <a:pt x="7272" y="276"/>
                  </a:cubicBezTo>
                  <a:cubicBezTo>
                    <a:pt x="7506" y="143"/>
                    <a:pt x="7773" y="143"/>
                    <a:pt x="7773" y="109"/>
                  </a:cubicBezTo>
                  <a:cubicBezTo>
                    <a:pt x="7773" y="55"/>
                    <a:pt x="7572" y="0"/>
                    <a:pt x="7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60" name="Google Shape;5560;p69"/>
            <p:cNvSpPr/>
            <p:nvPr/>
          </p:nvSpPr>
          <p:spPr>
            <a:xfrm>
              <a:off x="4246939" y="3884585"/>
              <a:ext cx="125301" cy="28565"/>
            </a:xfrm>
            <a:custGeom>
              <a:avLst/>
              <a:gdLst/>
              <a:ahLst/>
              <a:cxnLst/>
              <a:rect l="l" t="t" r="r" b="b"/>
              <a:pathLst>
                <a:path w="7773" h="1772" extrusionOk="0">
                  <a:moveTo>
                    <a:pt x="7276" y="1"/>
                  </a:moveTo>
                  <a:cubicBezTo>
                    <a:pt x="7231" y="1"/>
                    <a:pt x="7185" y="3"/>
                    <a:pt x="7139" y="7"/>
                  </a:cubicBezTo>
                  <a:cubicBezTo>
                    <a:pt x="6772" y="74"/>
                    <a:pt x="6438" y="241"/>
                    <a:pt x="6272" y="341"/>
                  </a:cubicBezTo>
                  <a:cubicBezTo>
                    <a:pt x="5838" y="675"/>
                    <a:pt x="5504" y="1075"/>
                    <a:pt x="5104" y="1275"/>
                  </a:cubicBezTo>
                  <a:cubicBezTo>
                    <a:pt x="4879" y="1396"/>
                    <a:pt x="4636" y="1455"/>
                    <a:pt x="4398" y="1455"/>
                  </a:cubicBezTo>
                  <a:cubicBezTo>
                    <a:pt x="4178" y="1455"/>
                    <a:pt x="3962" y="1405"/>
                    <a:pt x="3770" y="1308"/>
                  </a:cubicBezTo>
                  <a:cubicBezTo>
                    <a:pt x="3303" y="1108"/>
                    <a:pt x="2969" y="741"/>
                    <a:pt x="2502" y="474"/>
                  </a:cubicBezTo>
                  <a:cubicBezTo>
                    <a:pt x="2269" y="341"/>
                    <a:pt x="2002" y="241"/>
                    <a:pt x="1735" y="241"/>
                  </a:cubicBezTo>
                  <a:lnTo>
                    <a:pt x="1501" y="241"/>
                  </a:lnTo>
                  <a:lnTo>
                    <a:pt x="1301" y="274"/>
                  </a:lnTo>
                  <a:cubicBezTo>
                    <a:pt x="1168" y="308"/>
                    <a:pt x="1001" y="308"/>
                    <a:pt x="901" y="341"/>
                  </a:cubicBezTo>
                  <a:cubicBezTo>
                    <a:pt x="601" y="474"/>
                    <a:pt x="301" y="741"/>
                    <a:pt x="134" y="975"/>
                  </a:cubicBezTo>
                  <a:cubicBezTo>
                    <a:pt x="67" y="1108"/>
                    <a:pt x="0" y="1275"/>
                    <a:pt x="0" y="1342"/>
                  </a:cubicBezTo>
                  <a:cubicBezTo>
                    <a:pt x="67" y="1442"/>
                    <a:pt x="100" y="1475"/>
                    <a:pt x="100" y="1475"/>
                  </a:cubicBezTo>
                  <a:cubicBezTo>
                    <a:pt x="134" y="1475"/>
                    <a:pt x="134" y="1442"/>
                    <a:pt x="167" y="1342"/>
                  </a:cubicBezTo>
                  <a:cubicBezTo>
                    <a:pt x="234" y="1275"/>
                    <a:pt x="301" y="1175"/>
                    <a:pt x="434" y="1108"/>
                  </a:cubicBezTo>
                  <a:cubicBezTo>
                    <a:pt x="634" y="941"/>
                    <a:pt x="968" y="808"/>
                    <a:pt x="1101" y="775"/>
                  </a:cubicBezTo>
                  <a:cubicBezTo>
                    <a:pt x="1235" y="741"/>
                    <a:pt x="1301" y="741"/>
                    <a:pt x="1435" y="675"/>
                  </a:cubicBezTo>
                  <a:lnTo>
                    <a:pt x="1602" y="641"/>
                  </a:lnTo>
                  <a:lnTo>
                    <a:pt x="1768" y="641"/>
                  </a:lnTo>
                  <a:cubicBezTo>
                    <a:pt x="2002" y="641"/>
                    <a:pt x="2235" y="741"/>
                    <a:pt x="2435" y="808"/>
                  </a:cubicBezTo>
                  <a:cubicBezTo>
                    <a:pt x="2836" y="1008"/>
                    <a:pt x="3236" y="1375"/>
                    <a:pt x="3736" y="1609"/>
                  </a:cubicBezTo>
                  <a:cubicBezTo>
                    <a:pt x="3962" y="1712"/>
                    <a:pt x="4232" y="1771"/>
                    <a:pt x="4509" y="1771"/>
                  </a:cubicBezTo>
                  <a:cubicBezTo>
                    <a:pt x="4766" y="1771"/>
                    <a:pt x="5030" y="1721"/>
                    <a:pt x="5271" y="1609"/>
                  </a:cubicBezTo>
                  <a:cubicBezTo>
                    <a:pt x="5771" y="1375"/>
                    <a:pt x="6138" y="1075"/>
                    <a:pt x="6572" y="808"/>
                  </a:cubicBezTo>
                  <a:cubicBezTo>
                    <a:pt x="6739" y="675"/>
                    <a:pt x="6972" y="474"/>
                    <a:pt x="7272" y="274"/>
                  </a:cubicBezTo>
                  <a:cubicBezTo>
                    <a:pt x="7506" y="141"/>
                    <a:pt x="7773" y="141"/>
                    <a:pt x="7773" y="107"/>
                  </a:cubicBezTo>
                  <a:cubicBezTo>
                    <a:pt x="7773" y="79"/>
                    <a:pt x="7550" y="1"/>
                    <a:pt x="72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561" name="Google Shape;5561;p69"/>
          <p:cNvGrpSpPr/>
          <p:nvPr/>
        </p:nvGrpSpPr>
        <p:grpSpPr>
          <a:xfrm>
            <a:off x="4103572" y="2402176"/>
            <a:ext cx="149048" cy="179662"/>
            <a:chOff x="3827512" y="2414570"/>
            <a:chExt cx="157041" cy="189297"/>
          </a:xfrm>
        </p:grpSpPr>
        <p:sp>
          <p:nvSpPr>
            <p:cNvPr id="5562" name="Google Shape;5562;p69"/>
            <p:cNvSpPr/>
            <p:nvPr/>
          </p:nvSpPr>
          <p:spPr>
            <a:xfrm>
              <a:off x="3827512" y="2420486"/>
              <a:ext cx="34432" cy="183381"/>
            </a:xfrm>
            <a:custGeom>
              <a:avLst/>
              <a:gdLst/>
              <a:ahLst/>
              <a:cxnLst/>
              <a:rect l="l" t="t" r="r" b="b"/>
              <a:pathLst>
                <a:path w="2136" h="11376" extrusionOk="0">
                  <a:moveTo>
                    <a:pt x="301" y="1"/>
                  </a:moveTo>
                  <a:cubicBezTo>
                    <a:pt x="268" y="1"/>
                    <a:pt x="268" y="101"/>
                    <a:pt x="201" y="234"/>
                  </a:cubicBezTo>
                  <a:cubicBezTo>
                    <a:pt x="168" y="368"/>
                    <a:pt x="168" y="568"/>
                    <a:pt x="134" y="768"/>
                  </a:cubicBezTo>
                  <a:cubicBezTo>
                    <a:pt x="34" y="1202"/>
                    <a:pt x="1" y="1669"/>
                    <a:pt x="34" y="1902"/>
                  </a:cubicBezTo>
                  <a:cubicBezTo>
                    <a:pt x="301" y="3203"/>
                    <a:pt x="434" y="4504"/>
                    <a:pt x="668" y="5772"/>
                  </a:cubicBezTo>
                  <a:lnTo>
                    <a:pt x="1002" y="7706"/>
                  </a:lnTo>
                  <a:cubicBezTo>
                    <a:pt x="1102" y="8340"/>
                    <a:pt x="1168" y="8974"/>
                    <a:pt x="1168" y="9608"/>
                  </a:cubicBezTo>
                  <a:cubicBezTo>
                    <a:pt x="1168" y="9808"/>
                    <a:pt x="1268" y="10008"/>
                    <a:pt x="1302" y="10208"/>
                  </a:cubicBezTo>
                  <a:cubicBezTo>
                    <a:pt x="1335" y="10375"/>
                    <a:pt x="1435" y="10575"/>
                    <a:pt x="1469" y="10742"/>
                  </a:cubicBezTo>
                  <a:cubicBezTo>
                    <a:pt x="1602" y="11109"/>
                    <a:pt x="1702" y="11376"/>
                    <a:pt x="1802" y="11376"/>
                  </a:cubicBezTo>
                  <a:cubicBezTo>
                    <a:pt x="1936" y="11376"/>
                    <a:pt x="2136" y="9941"/>
                    <a:pt x="2036" y="9474"/>
                  </a:cubicBezTo>
                  <a:cubicBezTo>
                    <a:pt x="1902" y="8840"/>
                    <a:pt x="1702" y="8207"/>
                    <a:pt x="1535" y="7573"/>
                  </a:cubicBezTo>
                  <a:cubicBezTo>
                    <a:pt x="1368" y="6939"/>
                    <a:pt x="1202" y="6339"/>
                    <a:pt x="1135" y="5705"/>
                  </a:cubicBezTo>
                  <a:cubicBezTo>
                    <a:pt x="868" y="4404"/>
                    <a:pt x="868" y="3103"/>
                    <a:pt x="868" y="1835"/>
                  </a:cubicBezTo>
                  <a:cubicBezTo>
                    <a:pt x="868" y="1535"/>
                    <a:pt x="768" y="1068"/>
                    <a:pt x="668" y="668"/>
                  </a:cubicBezTo>
                  <a:cubicBezTo>
                    <a:pt x="635" y="434"/>
                    <a:pt x="535" y="268"/>
                    <a:pt x="468" y="167"/>
                  </a:cubicBezTo>
                  <a:cubicBezTo>
                    <a:pt x="368" y="34"/>
                    <a:pt x="334" y="1"/>
                    <a:pt x="3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63" name="Google Shape;5563;p69"/>
            <p:cNvSpPr/>
            <p:nvPr/>
          </p:nvSpPr>
          <p:spPr>
            <a:xfrm>
              <a:off x="3827512" y="2414570"/>
              <a:ext cx="157041" cy="54324"/>
            </a:xfrm>
            <a:custGeom>
              <a:avLst/>
              <a:gdLst/>
              <a:ahLst/>
              <a:cxnLst/>
              <a:rect l="l" t="t" r="r" b="b"/>
              <a:pathLst>
                <a:path w="9742" h="3370" extrusionOk="0">
                  <a:moveTo>
                    <a:pt x="1" y="1"/>
                  </a:moveTo>
                  <a:lnTo>
                    <a:pt x="134" y="301"/>
                  </a:lnTo>
                  <a:cubicBezTo>
                    <a:pt x="138" y="313"/>
                    <a:pt x="143" y="324"/>
                    <a:pt x="148" y="334"/>
                  </a:cubicBezTo>
                  <a:lnTo>
                    <a:pt x="148" y="334"/>
                  </a:lnTo>
                  <a:cubicBezTo>
                    <a:pt x="143" y="334"/>
                    <a:pt x="139" y="334"/>
                    <a:pt x="134" y="334"/>
                  </a:cubicBezTo>
                  <a:cubicBezTo>
                    <a:pt x="134" y="568"/>
                    <a:pt x="301" y="935"/>
                    <a:pt x="635" y="1168"/>
                  </a:cubicBezTo>
                  <a:cubicBezTo>
                    <a:pt x="968" y="1435"/>
                    <a:pt x="1302" y="1569"/>
                    <a:pt x="1502" y="1602"/>
                  </a:cubicBezTo>
                  <a:cubicBezTo>
                    <a:pt x="1769" y="1602"/>
                    <a:pt x="2006" y="1617"/>
                    <a:pt x="2233" y="1617"/>
                  </a:cubicBezTo>
                  <a:cubicBezTo>
                    <a:pt x="2347" y="1617"/>
                    <a:pt x="2458" y="1613"/>
                    <a:pt x="2569" y="1602"/>
                  </a:cubicBezTo>
                  <a:cubicBezTo>
                    <a:pt x="2903" y="1569"/>
                    <a:pt x="3236" y="1502"/>
                    <a:pt x="3570" y="1435"/>
                  </a:cubicBezTo>
                  <a:cubicBezTo>
                    <a:pt x="3837" y="1368"/>
                    <a:pt x="4170" y="1268"/>
                    <a:pt x="4471" y="1168"/>
                  </a:cubicBezTo>
                  <a:cubicBezTo>
                    <a:pt x="4771" y="1102"/>
                    <a:pt x="5104" y="1001"/>
                    <a:pt x="5405" y="968"/>
                  </a:cubicBezTo>
                  <a:cubicBezTo>
                    <a:pt x="5637" y="942"/>
                    <a:pt x="5875" y="926"/>
                    <a:pt x="6114" y="926"/>
                  </a:cubicBezTo>
                  <a:cubicBezTo>
                    <a:pt x="6491" y="926"/>
                    <a:pt x="6872" y="966"/>
                    <a:pt x="7239" y="1068"/>
                  </a:cubicBezTo>
                  <a:cubicBezTo>
                    <a:pt x="7806" y="1235"/>
                    <a:pt x="8340" y="1535"/>
                    <a:pt x="8640" y="1969"/>
                  </a:cubicBezTo>
                  <a:cubicBezTo>
                    <a:pt x="8807" y="2136"/>
                    <a:pt x="8974" y="2369"/>
                    <a:pt x="9074" y="2603"/>
                  </a:cubicBezTo>
                  <a:cubicBezTo>
                    <a:pt x="9241" y="2870"/>
                    <a:pt x="9408" y="3136"/>
                    <a:pt x="9474" y="3270"/>
                  </a:cubicBezTo>
                  <a:lnTo>
                    <a:pt x="9474" y="3236"/>
                  </a:lnTo>
                  <a:cubicBezTo>
                    <a:pt x="9508" y="3270"/>
                    <a:pt x="9508" y="3303"/>
                    <a:pt x="9574" y="3370"/>
                  </a:cubicBezTo>
                  <a:lnTo>
                    <a:pt x="9608" y="3370"/>
                  </a:lnTo>
                  <a:cubicBezTo>
                    <a:pt x="9641" y="3370"/>
                    <a:pt x="9608" y="3270"/>
                    <a:pt x="9641" y="3236"/>
                  </a:cubicBezTo>
                  <a:cubicBezTo>
                    <a:pt x="9741" y="3070"/>
                    <a:pt x="9741" y="2703"/>
                    <a:pt x="9641" y="2302"/>
                  </a:cubicBezTo>
                  <a:cubicBezTo>
                    <a:pt x="9574" y="1936"/>
                    <a:pt x="9341" y="1569"/>
                    <a:pt x="9174" y="1402"/>
                  </a:cubicBezTo>
                  <a:cubicBezTo>
                    <a:pt x="8640" y="901"/>
                    <a:pt x="7940" y="601"/>
                    <a:pt x="7273" y="534"/>
                  </a:cubicBezTo>
                  <a:cubicBezTo>
                    <a:pt x="6963" y="472"/>
                    <a:pt x="6652" y="446"/>
                    <a:pt x="6342" y="446"/>
                  </a:cubicBezTo>
                  <a:cubicBezTo>
                    <a:pt x="5985" y="446"/>
                    <a:pt x="5628" y="481"/>
                    <a:pt x="5271" y="534"/>
                  </a:cubicBezTo>
                  <a:cubicBezTo>
                    <a:pt x="4938" y="568"/>
                    <a:pt x="4637" y="635"/>
                    <a:pt x="4304" y="701"/>
                  </a:cubicBezTo>
                  <a:cubicBezTo>
                    <a:pt x="4004" y="735"/>
                    <a:pt x="3670" y="801"/>
                    <a:pt x="3403" y="868"/>
                  </a:cubicBezTo>
                  <a:cubicBezTo>
                    <a:pt x="3253" y="901"/>
                    <a:pt x="3103" y="910"/>
                    <a:pt x="2953" y="910"/>
                  </a:cubicBezTo>
                  <a:cubicBezTo>
                    <a:pt x="2803" y="910"/>
                    <a:pt x="2653" y="901"/>
                    <a:pt x="2503" y="901"/>
                  </a:cubicBezTo>
                  <a:cubicBezTo>
                    <a:pt x="2236" y="901"/>
                    <a:pt x="1902" y="801"/>
                    <a:pt x="1635" y="735"/>
                  </a:cubicBezTo>
                  <a:cubicBezTo>
                    <a:pt x="1402" y="668"/>
                    <a:pt x="1102" y="635"/>
                    <a:pt x="835" y="568"/>
                  </a:cubicBezTo>
                  <a:cubicBezTo>
                    <a:pt x="601" y="468"/>
                    <a:pt x="434" y="334"/>
                    <a:pt x="301" y="268"/>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64" name="Google Shape;5564;p69"/>
            <p:cNvSpPr/>
            <p:nvPr/>
          </p:nvSpPr>
          <p:spPr>
            <a:xfrm>
              <a:off x="3842568" y="2455805"/>
              <a:ext cx="139825" cy="73959"/>
            </a:xfrm>
            <a:custGeom>
              <a:avLst/>
              <a:gdLst/>
              <a:ahLst/>
              <a:cxnLst/>
              <a:rect l="l" t="t" r="r" b="b"/>
              <a:pathLst>
                <a:path w="8674" h="4588" extrusionOk="0">
                  <a:moveTo>
                    <a:pt x="7206" y="0"/>
                  </a:moveTo>
                  <a:cubicBezTo>
                    <a:pt x="7139" y="0"/>
                    <a:pt x="7082" y="4"/>
                    <a:pt x="7039" y="11"/>
                  </a:cubicBezTo>
                  <a:cubicBezTo>
                    <a:pt x="6405" y="178"/>
                    <a:pt x="5872" y="412"/>
                    <a:pt x="5371" y="745"/>
                  </a:cubicBezTo>
                  <a:cubicBezTo>
                    <a:pt x="4871" y="1045"/>
                    <a:pt x="4371" y="1479"/>
                    <a:pt x="4004" y="1879"/>
                  </a:cubicBezTo>
                  <a:cubicBezTo>
                    <a:pt x="3637" y="2313"/>
                    <a:pt x="3203" y="2713"/>
                    <a:pt x="2803" y="3047"/>
                  </a:cubicBezTo>
                  <a:cubicBezTo>
                    <a:pt x="2369" y="3380"/>
                    <a:pt x="1902" y="3681"/>
                    <a:pt x="1469" y="3681"/>
                  </a:cubicBezTo>
                  <a:cubicBezTo>
                    <a:pt x="1303" y="3728"/>
                    <a:pt x="1088" y="3775"/>
                    <a:pt x="882" y="3775"/>
                  </a:cubicBezTo>
                  <a:cubicBezTo>
                    <a:pt x="797" y="3775"/>
                    <a:pt x="713" y="3767"/>
                    <a:pt x="635" y="3747"/>
                  </a:cubicBezTo>
                  <a:cubicBezTo>
                    <a:pt x="579" y="3758"/>
                    <a:pt x="527" y="3762"/>
                    <a:pt x="478" y="3762"/>
                  </a:cubicBezTo>
                  <a:cubicBezTo>
                    <a:pt x="379" y="3762"/>
                    <a:pt x="290" y="3747"/>
                    <a:pt x="201" y="3747"/>
                  </a:cubicBezTo>
                  <a:cubicBezTo>
                    <a:pt x="68" y="3747"/>
                    <a:pt x="1" y="3747"/>
                    <a:pt x="1" y="3781"/>
                  </a:cubicBezTo>
                  <a:cubicBezTo>
                    <a:pt x="1" y="3847"/>
                    <a:pt x="34" y="3914"/>
                    <a:pt x="134" y="4014"/>
                  </a:cubicBezTo>
                  <a:cubicBezTo>
                    <a:pt x="168" y="4048"/>
                    <a:pt x="201" y="4148"/>
                    <a:pt x="301" y="4181"/>
                  </a:cubicBezTo>
                  <a:cubicBezTo>
                    <a:pt x="368" y="4248"/>
                    <a:pt x="468" y="4314"/>
                    <a:pt x="535" y="4348"/>
                  </a:cubicBezTo>
                  <a:cubicBezTo>
                    <a:pt x="779" y="4494"/>
                    <a:pt x="1130" y="4587"/>
                    <a:pt x="1406" y="4587"/>
                  </a:cubicBezTo>
                  <a:cubicBezTo>
                    <a:pt x="1506" y="4587"/>
                    <a:pt x="1597" y="4575"/>
                    <a:pt x="1669" y="4548"/>
                  </a:cubicBezTo>
                  <a:cubicBezTo>
                    <a:pt x="2336" y="4348"/>
                    <a:pt x="2803" y="3881"/>
                    <a:pt x="3203" y="3480"/>
                  </a:cubicBezTo>
                  <a:cubicBezTo>
                    <a:pt x="3637" y="3047"/>
                    <a:pt x="4004" y="2647"/>
                    <a:pt x="4371" y="2213"/>
                  </a:cubicBezTo>
                  <a:cubicBezTo>
                    <a:pt x="4738" y="1813"/>
                    <a:pt x="5171" y="1512"/>
                    <a:pt x="5672" y="1246"/>
                  </a:cubicBezTo>
                  <a:cubicBezTo>
                    <a:pt x="6139" y="1012"/>
                    <a:pt x="6672" y="879"/>
                    <a:pt x="7173" y="879"/>
                  </a:cubicBezTo>
                  <a:cubicBezTo>
                    <a:pt x="7406" y="845"/>
                    <a:pt x="7740" y="745"/>
                    <a:pt x="8040" y="745"/>
                  </a:cubicBezTo>
                  <a:cubicBezTo>
                    <a:pt x="8240" y="745"/>
                    <a:pt x="8411" y="790"/>
                    <a:pt x="8522" y="790"/>
                  </a:cubicBezTo>
                  <a:cubicBezTo>
                    <a:pt x="8577" y="790"/>
                    <a:pt x="8618" y="779"/>
                    <a:pt x="8640" y="745"/>
                  </a:cubicBezTo>
                  <a:cubicBezTo>
                    <a:pt x="8674" y="678"/>
                    <a:pt x="8507" y="412"/>
                    <a:pt x="8140" y="211"/>
                  </a:cubicBezTo>
                  <a:cubicBezTo>
                    <a:pt x="7826" y="54"/>
                    <a:pt x="7450" y="0"/>
                    <a:pt x="72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565" name="Google Shape;5565;p69"/>
          <p:cNvGrpSpPr/>
          <p:nvPr/>
        </p:nvGrpSpPr>
        <p:grpSpPr>
          <a:xfrm>
            <a:off x="5833149" y="4242491"/>
            <a:ext cx="148007" cy="177658"/>
            <a:chOff x="5649846" y="4353580"/>
            <a:chExt cx="155945" cy="187185"/>
          </a:xfrm>
        </p:grpSpPr>
        <p:sp>
          <p:nvSpPr>
            <p:cNvPr id="5566" name="Google Shape;5566;p69"/>
            <p:cNvSpPr/>
            <p:nvPr/>
          </p:nvSpPr>
          <p:spPr>
            <a:xfrm>
              <a:off x="5649846" y="4354660"/>
              <a:ext cx="15604" cy="186105"/>
            </a:xfrm>
            <a:custGeom>
              <a:avLst/>
              <a:gdLst/>
              <a:ahLst/>
              <a:cxnLst/>
              <a:rect l="l" t="t" r="r" b="b"/>
              <a:pathLst>
                <a:path w="968" h="11545" extrusionOk="0">
                  <a:moveTo>
                    <a:pt x="534" y="1"/>
                  </a:moveTo>
                  <a:cubicBezTo>
                    <a:pt x="501" y="1"/>
                    <a:pt x="467" y="134"/>
                    <a:pt x="400" y="267"/>
                  </a:cubicBezTo>
                  <a:cubicBezTo>
                    <a:pt x="367" y="434"/>
                    <a:pt x="334" y="601"/>
                    <a:pt x="234" y="801"/>
                  </a:cubicBezTo>
                  <a:cubicBezTo>
                    <a:pt x="134" y="1201"/>
                    <a:pt x="0" y="1668"/>
                    <a:pt x="0" y="1935"/>
                  </a:cubicBezTo>
                  <a:cubicBezTo>
                    <a:pt x="67" y="3203"/>
                    <a:pt x="34" y="4537"/>
                    <a:pt x="67" y="5838"/>
                  </a:cubicBezTo>
                  <a:lnTo>
                    <a:pt x="134" y="7806"/>
                  </a:lnTo>
                  <a:cubicBezTo>
                    <a:pt x="134" y="8440"/>
                    <a:pt x="134" y="9107"/>
                    <a:pt x="34" y="9708"/>
                  </a:cubicBezTo>
                  <a:cubicBezTo>
                    <a:pt x="34" y="9874"/>
                    <a:pt x="34" y="10108"/>
                    <a:pt x="100" y="10308"/>
                  </a:cubicBezTo>
                  <a:cubicBezTo>
                    <a:pt x="134" y="10508"/>
                    <a:pt x="134" y="10708"/>
                    <a:pt x="167" y="10875"/>
                  </a:cubicBezTo>
                  <a:cubicBezTo>
                    <a:pt x="267" y="11275"/>
                    <a:pt x="334" y="11542"/>
                    <a:pt x="434" y="11542"/>
                  </a:cubicBezTo>
                  <a:cubicBezTo>
                    <a:pt x="436" y="11544"/>
                    <a:pt x="439" y="11545"/>
                    <a:pt x="442" y="11545"/>
                  </a:cubicBezTo>
                  <a:cubicBezTo>
                    <a:pt x="555" y="11545"/>
                    <a:pt x="967" y="10262"/>
                    <a:pt x="934" y="9774"/>
                  </a:cubicBezTo>
                  <a:cubicBezTo>
                    <a:pt x="867" y="9107"/>
                    <a:pt x="767" y="8473"/>
                    <a:pt x="701" y="7806"/>
                  </a:cubicBezTo>
                  <a:cubicBezTo>
                    <a:pt x="667" y="7172"/>
                    <a:pt x="601" y="6505"/>
                    <a:pt x="601" y="5871"/>
                  </a:cubicBezTo>
                  <a:cubicBezTo>
                    <a:pt x="534" y="4637"/>
                    <a:pt x="701" y="3336"/>
                    <a:pt x="934" y="2035"/>
                  </a:cubicBezTo>
                  <a:cubicBezTo>
                    <a:pt x="968" y="1769"/>
                    <a:pt x="934" y="1268"/>
                    <a:pt x="801" y="768"/>
                  </a:cubicBezTo>
                  <a:cubicBezTo>
                    <a:pt x="801" y="534"/>
                    <a:pt x="701" y="334"/>
                    <a:pt x="667" y="201"/>
                  </a:cubicBezTo>
                  <a:cubicBezTo>
                    <a:pt x="634" y="101"/>
                    <a:pt x="601" y="1"/>
                    <a:pt x="5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67" name="Google Shape;5567;p69"/>
            <p:cNvSpPr/>
            <p:nvPr/>
          </p:nvSpPr>
          <p:spPr>
            <a:xfrm>
              <a:off x="5656826" y="4353580"/>
              <a:ext cx="148965" cy="75845"/>
            </a:xfrm>
            <a:custGeom>
              <a:avLst/>
              <a:gdLst/>
              <a:ahLst/>
              <a:cxnLst/>
              <a:rect l="l" t="t" r="r" b="b"/>
              <a:pathLst>
                <a:path w="9241" h="4705" extrusionOk="0">
                  <a:moveTo>
                    <a:pt x="1" y="1"/>
                  </a:moveTo>
                  <a:lnTo>
                    <a:pt x="68" y="268"/>
                  </a:lnTo>
                  <a:cubicBezTo>
                    <a:pt x="34" y="435"/>
                    <a:pt x="168" y="868"/>
                    <a:pt x="434" y="1168"/>
                  </a:cubicBezTo>
                  <a:cubicBezTo>
                    <a:pt x="701" y="1435"/>
                    <a:pt x="1035" y="1602"/>
                    <a:pt x="1235" y="1702"/>
                  </a:cubicBezTo>
                  <a:cubicBezTo>
                    <a:pt x="1569" y="1769"/>
                    <a:pt x="1902" y="1869"/>
                    <a:pt x="2236" y="1869"/>
                  </a:cubicBezTo>
                  <a:cubicBezTo>
                    <a:pt x="2603" y="1869"/>
                    <a:pt x="2936" y="1869"/>
                    <a:pt x="3270" y="1836"/>
                  </a:cubicBezTo>
                  <a:cubicBezTo>
                    <a:pt x="3603" y="1769"/>
                    <a:pt x="3904" y="1735"/>
                    <a:pt x="4237" y="1702"/>
                  </a:cubicBezTo>
                  <a:cubicBezTo>
                    <a:pt x="4537" y="1669"/>
                    <a:pt x="4871" y="1602"/>
                    <a:pt x="5171" y="1602"/>
                  </a:cubicBezTo>
                  <a:cubicBezTo>
                    <a:pt x="5772" y="1602"/>
                    <a:pt x="6405" y="1702"/>
                    <a:pt x="6939" y="1936"/>
                  </a:cubicBezTo>
                  <a:cubicBezTo>
                    <a:pt x="7506" y="2169"/>
                    <a:pt x="7940" y="2536"/>
                    <a:pt x="8207" y="3036"/>
                  </a:cubicBezTo>
                  <a:cubicBezTo>
                    <a:pt x="8340" y="3203"/>
                    <a:pt x="8507" y="3437"/>
                    <a:pt x="8674" y="3870"/>
                  </a:cubicBezTo>
                  <a:cubicBezTo>
                    <a:pt x="8774" y="4137"/>
                    <a:pt x="8874" y="4404"/>
                    <a:pt x="8941" y="4571"/>
                  </a:cubicBezTo>
                  <a:lnTo>
                    <a:pt x="8941" y="4537"/>
                  </a:lnTo>
                  <a:cubicBezTo>
                    <a:pt x="8941" y="4571"/>
                    <a:pt x="8941" y="4604"/>
                    <a:pt x="9007" y="4638"/>
                  </a:cubicBezTo>
                  <a:cubicBezTo>
                    <a:pt x="9007" y="4704"/>
                    <a:pt x="9041" y="4704"/>
                    <a:pt x="9041" y="4704"/>
                  </a:cubicBezTo>
                  <a:cubicBezTo>
                    <a:pt x="9041" y="4704"/>
                    <a:pt x="9041" y="4604"/>
                    <a:pt x="9074" y="4571"/>
                  </a:cubicBezTo>
                  <a:cubicBezTo>
                    <a:pt x="9174" y="4404"/>
                    <a:pt x="9241" y="4037"/>
                    <a:pt x="9207" y="3637"/>
                  </a:cubicBezTo>
                  <a:cubicBezTo>
                    <a:pt x="9174" y="3237"/>
                    <a:pt x="9007" y="2870"/>
                    <a:pt x="8874" y="2636"/>
                  </a:cubicBezTo>
                  <a:cubicBezTo>
                    <a:pt x="8407" y="2102"/>
                    <a:pt x="7773" y="1735"/>
                    <a:pt x="7106" y="1535"/>
                  </a:cubicBezTo>
                  <a:cubicBezTo>
                    <a:pt x="6505" y="1302"/>
                    <a:pt x="5838" y="1235"/>
                    <a:pt x="5171" y="1235"/>
                  </a:cubicBezTo>
                  <a:cubicBezTo>
                    <a:pt x="4838" y="1235"/>
                    <a:pt x="4504" y="1268"/>
                    <a:pt x="4170" y="1268"/>
                  </a:cubicBezTo>
                  <a:cubicBezTo>
                    <a:pt x="3837" y="1268"/>
                    <a:pt x="3503" y="1302"/>
                    <a:pt x="3203" y="1302"/>
                  </a:cubicBezTo>
                  <a:cubicBezTo>
                    <a:pt x="3131" y="1318"/>
                    <a:pt x="3059" y="1324"/>
                    <a:pt x="2987" y="1324"/>
                  </a:cubicBezTo>
                  <a:cubicBezTo>
                    <a:pt x="2760" y="1324"/>
                    <a:pt x="2539" y="1260"/>
                    <a:pt x="2336" y="1235"/>
                  </a:cubicBezTo>
                  <a:cubicBezTo>
                    <a:pt x="2036" y="1202"/>
                    <a:pt x="1735" y="1068"/>
                    <a:pt x="1502" y="935"/>
                  </a:cubicBezTo>
                  <a:cubicBezTo>
                    <a:pt x="1235" y="868"/>
                    <a:pt x="1002" y="768"/>
                    <a:pt x="735" y="668"/>
                  </a:cubicBezTo>
                  <a:cubicBezTo>
                    <a:pt x="549" y="544"/>
                    <a:pt x="363" y="420"/>
                    <a:pt x="257" y="297"/>
                  </a:cubicBezTo>
                  <a:lnTo>
                    <a:pt x="257" y="297"/>
                  </a:lnTo>
                  <a:cubicBezTo>
                    <a:pt x="261" y="288"/>
                    <a:pt x="264" y="278"/>
                    <a:pt x="268" y="268"/>
                  </a:cubicBezTo>
                  <a:lnTo>
                    <a:pt x="234" y="268"/>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568" name="Google Shape;5568;p69"/>
          <p:cNvGrpSpPr/>
          <p:nvPr/>
        </p:nvGrpSpPr>
        <p:grpSpPr>
          <a:xfrm>
            <a:off x="5599404" y="3708079"/>
            <a:ext cx="86779" cy="188933"/>
            <a:chOff x="5403565" y="3790508"/>
            <a:chExt cx="91433" cy="199066"/>
          </a:xfrm>
        </p:grpSpPr>
        <p:grpSp>
          <p:nvGrpSpPr>
            <p:cNvPr id="5569" name="Google Shape;5569;p69"/>
            <p:cNvGrpSpPr/>
            <p:nvPr/>
          </p:nvGrpSpPr>
          <p:grpSpPr>
            <a:xfrm>
              <a:off x="5403565" y="3790508"/>
              <a:ext cx="91433" cy="199066"/>
              <a:chOff x="5403565" y="3790508"/>
              <a:chExt cx="91433" cy="199066"/>
            </a:xfrm>
          </p:grpSpPr>
          <p:sp>
            <p:nvSpPr>
              <p:cNvPr id="5570" name="Google Shape;5570;p69"/>
              <p:cNvSpPr/>
              <p:nvPr/>
            </p:nvSpPr>
            <p:spPr>
              <a:xfrm>
                <a:off x="5403565" y="3790508"/>
                <a:ext cx="91433" cy="141066"/>
              </a:xfrm>
              <a:custGeom>
                <a:avLst/>
                <a:gdLst/>
                <a:ahLst/>
                <a:cxnLst/>
                <a:rect l="l" t="t" r="r" b="b"/>
                <a:pathLst>
                  <a:path w="5672" h="8751" extrusionOk="0">
                    <a:moveTo>
                      <a:pt x="3520" y="431"/>
                    </a:moveTo>
                    <a:cubicBezTo>
                      <a:pt x="3759" y="431"/>
                      <a:pt x="3976" y="498"/>
                      <a:pt x="4137" y="673"/>
                    </a:cubicBezTo>
                    <a:cubicBezTo>
                      <a:pt x="4537" y="1107"/>
                      <a:pt x="4704" y="1740"/>
                      <a:pt x="4771" y="2308"/>
                    </a:cubicBezTo>
                    <a:cubicBezTo>
                      <a:pt x="4937" y="3575"/>
                      <a:pt x="5204" y="4809"/>
                      <a:pt x="5038" y="5977"/>
                    </a:cubicBezTo>
                    <a:cubicBezTo>
                      <a:pt x="4971" y="6244"/>
                      <a:pt x="4937" y="6611"/>
                      <a:pt x="4804" y="6844"/>
                    </a:cubicBezTo>
                    <a:cubicBezTo>
                      <a:pt x="4737" y="7178"/>
                      <a:pt x="4504" y="7511"/>
                      <a:pt x="4270" y="7778"/>
                    </a:cubicBezTo>
                    <a:cubicBezTo>
                      <a:pt x="3862" y="8214"/>
                      <a:pt x="3365" y="8405"/>
                      <a:pt x="3214" y="8479"/>
                    </a:cubicBezTo>
                    <a:lnTo>
                      <a:pt x="2969" y="8479"/>
                    </a:lnTo>
                    <a:cubicBezTo>
                      <a:pt x="2736" y="8479"/>
                      <a:pt x="2402" y="8479"/>
                      <a:pt x="2069" y="8412"/>
                    </a:cubicBezTo>
                    <a:cubicBezTo>
                      <a:pt x="1402" y="8245"/>
                      <a:pt x="1035" y="7445"/>
                      <a:pt x="901" y="7078"/>
                    </a:cubicBezTo>
                    <a:cubicBezTo>
                      <a:pt x="434" y="6010"/>
                      <a:pt x="401" y="4743"/>
                      <a:pt x="568" y="3508"/>
                    </a:cubicBezTo>
                    <a:cubicBezTo>
                      <a:pt x="768" y="2341"/>
                      <a:pt x="1468" y="1240"/>
                      <a:pt x="2569" y="673"/>
                    </a:cubicBezTo>
                    <a:cubicBezTo>
                      <a:pt x="2869" y="542"/>
                      <a:pt x="3212" y="431"/>
                      <a:pt x="3520" y="431"/>
                    </a:cubicBezTo>
                    <a:close/>
                    <a:moveTo>
                      <a:pt x="3441" y="1"/>
                    </a:moveTo>
                    <a:cubicBezTo>
                      <a:pt x="3405" y="1"/>
                      <a:pt x="3370" y="2"/>
                      <a:pt x="3336" y="6"/>
                    </a:cubicBezTo>
                    <a:cubicBezTo>
                      <a:pt x="2969" y="39"/>
                      <a:pt x="2669" y="173"/>
                      <a:pt x="2402" y="306"/>
                    </a:cubicBezTo>
                    <a:cubicBezTo>
                      <a:pt x="1235" y="907"/>
                      <a:pt x="434" y="2107"/>
                      <a:pt x="167" y="3342"/>
                    </a:cubicBezTo>
                    <a:cubicBezTo>
                      <a:pt x="67" y="3975"/>
                      <a:pt x="1" y="4643"/>
                      <a:pt x="1" y="5276"/>
                    </a:cubicBezTo>
                    <a:cubicBezTo>
                      <a:pt x="1" y="5910"/>
                      <a:pt x="134" y="6577"/>
                      <a:pt x="334" y="7178"/>
                    </a:cubicBezTo>
                    <a:cubicBezTo>
                      <a:pt x="468" y="7578"/>
                      <a:pt x="668" y="7945"/>
                      <a:pt x="1001" y="8245"/>
                    </a:cubicBezTo>
                    <a:cubicBezTo>
                      <a:pt x="1335" y="8579"/>
                      <a:pt x="1802" y="8745"/>
                      <a:pt x="2169" y="8745"/>
                    </a:cubicBezTo>
                    <a:cubicBezTo>
                      <a:pt x="2213" y="8749"/>
                      <a:pt x="2255" y="8751"/>
                      <a:pt x="2297" y="8751"/>
                    </a:cubicBezTo>
                    <a:cubicBezTo>
                      <a:pt x="2634" y="8751"/>
                      <a:pt x="2891" y="8642"/>
                      <a:pt x="3069" y="8612"/>
                    </a:cubicBezTo>
                    <a:cubicBezTo>
                      <a:pt x="3203" y="8590"/>
                      <a:pt x="3307" y="8553"/>
                      <a:pt x="3361" y="8521"/>
                    </a:cubicBezTo>
                    <a:lnTo>
                      <a:pt x="3361" y="8521"/>
                    </a:lnTo>
                    <a:cubicBezTo>
                      <a:pt x="3434" y="8508"/>
                      <a:pt x="3526" y="8491"/>
                      <a:pt x="3637" y="8479"/>
                    </a:cubicBezTo>
                    <a:cubicBezTo>
                      <a:pt x="3770" y="8445"/>
                      <a:pt x="3937" y="8412"/>
                      <a:pt x="4104" y="8312"/>
                    </a:cubicBezTo>
                    <a:cubicBezTo>
                      <a:pt x="4270" y="8245"/>
                      <a:pt x="4437" y="8112"/>
                      <a:pt x="4604" y="7978"/>
                    </a:cubicBezTo>
                    <a:cubicBezTo>
                      <a:pt x="4937" y="7745"/>
                      <a:pt x="5171" y="7311"/>
                      <a:pt x="5338" y="6944"/>
                    </a:cubicBezTo>
                    <a:cubicBezTo>
                      <a:pt x="5505" y="6577"/>
                      <a:pt x="5605" y="6177"/>
                      <a:pt x="5605" y="5943"/>
                    </a:cubicBezTo>
                    <a:cubicBezTo>
                      <a:pt x="5671" y="4609"/>
                      <a:pt x="5338" y="3408"/>
                      <a:pt x="5138" y="2141"/>
                    </a:cubicBezTo>
                    <a:cubicBezTo>
                      <a:pt x="5104" y="1841"/>
                      <a:pt x="5004" y="1507"/>
                      <a:pt x="4904" y="1240"/>
                    </a:cubicBezTo>
                    <a:cubicBezTo>
                      <a:pt x="4771" y="907"/>
                      <a:pt x="4604" y="606"/>
                      <a:pt x="4337" y="339"/>
                    </a:cubicBezTo>
                    <a:cubicBezTo>
                      <a:pt x="4127" y="130"/>
                      <a:pt x="3756" y="1"/>
                      <a:pt x="34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71" name="Google Shape;5571;p69"/>
              <p:cNvSpPr/>
              <p:nvPr/>
            </p:nvSpPr>
            <p:spPr>
              <a:xfrm>
                <a:off x="5447653" y="3928689"/>
                <a:ext cx="11316" cy="60885"/>
              </a:xfrm>
              <a:custGeom>
                <a:avLst/>
                <a:gdLst/>
                <a:ahLst/>
                <a:cxnLst/>
                <a:rect l="l" t="t" r="r" b="b"/>
                <a:pathLst>
                  <a:path w="702" h="3777" extrusionOk="0">
                    <a:moveTo>
                      <a:pt x="352" y="0"/>
                    </a:moveTo>
                    <a:cubicBezTo>
                      <a:pt x="263" y="0"/>
                      <a:pt x="1" y="418"/>
                      <a:pt x="1" y="574"/>
                    </a:cubicBezTo>
                    <a:cubicBezTo>
                      <a:pt x="134" y="1474"/>
                      <a:pt x="201" y="2308"/>
                      <a:pt x="168" y="3209"/>
                    </a:cubicBezTo>
                    <a:cubicBezTo>
                      <a:pt x="168" y="3409"/>
                      <a:pt x="401" y="3776"/>
                      <a:pt x="468" y="3776"/>
                    </a:cubicBezTo>
                    <a:cubicBezTo>
                      <a:pt x="568" y="3776"/>
                      <a:pt x="701" y="3276"/>
                      <a:pt x="701" y="3109"/>
                    </a:cubicBezTo>
                    <a:cubicBezTo>
                      <a:pt x="401" y="2275"/>
                      <a:pt x="301" y="1408"/>
                      <a:pt x="535" y="607"/>
                    </a:cubicBezTo>
                    <a:cubicBezTo>
                      <a:pt x="568" y="507"/>
                      <a:pt x="535" y="374"/>
                      <a:pt x="501" y="240"/>
                    </a:cubicBezTo>
                    <a:cubicBezTo>
                      <a:pt x="468" y="107"/>
                      <a:pt x="401" y="7"/>
                      <a:pt x="368" y="7"/>
                    </a:cubicBezTo>
                    <a:cubicBezTo>
                      <a:pt x="363" y="2"/>
                      <a:pt x="358" y="0"/>
                      <a:pt x="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72" name="Google Shape;5572;p69"/>
              <p:cNvSpPr/>
              <p:nvPr/>
            </p:nvSpPr>
            <p:spPr>
              <a:xfrm>
                <a:off x="5427229" y="3909522"/>
                <a:ext cx="23132" cy="14444"/>
              </a:xfrm>
              <a:custGeom>
                <a:avLst/>
                <a:gdLst/>
                <a:ahLst/>
                <a:cxnLst/>
                <a:rect l="l" t="t" r="r" b="b"/>
                <a:pathLst>
                  <a:path w="1435" h="896" extrusionOk="0">
                    <a:moveTo>
                      <a:pt x="1193" y="1"/>
                    </a:moveTo>
                    <a:cubicBezTo>
                      <a:pt x="1155" y="1"/>
                      <a:pt x="1121" y="9"/>
                      <a:pt x="1101" y="28"/>
                    </a:cubicBezTo>
                    <a:lnTo>
                      <a:pt x="601" y="262"/>
                    </a:lnTo>
                    <a:cubicBezTo>
                      <a:pt x="434" y="362"/>
                      <a:pt x="234" y="428"/>
                      <a:pt x="67" y="562"/>
                    </a:cubicBezTo>
                    <a:cubicBezTo>
                      <a:pt x="0" y="595"/>
                      <a:pt x="0" y="695"/>
                      <a:pt x="0" y="762"/>
                    </a:cubicBezTo>
                    <a:cubicBezTo>
                      <a:pt x="67" y="862"/>
                      <a:pt x="67" y="895"/>
                      <a:pt x="100" y="895"/>
                    </a:cubicBezTo>
                    <a:lnTo>
                      <a:pt x="167" y="795"/>
                    </a:lnTo>
                    <a:lnTo>
                      <a:pt x="267" y="729"/>
                    </a:lnTo>
                    <a:cubicBezTo>
                      <a:pt x="301" y="595"/>
                      <a:pt x="467" y="462"/>
                      <a:pt x="634" y="395"/>
                    </a:cubicBezTo>
                    <a:cubicBezTo>
                      <a:pt x="801" y="295"/>
                      <a:pt x="968" y="262"/>
                      <a:pt x="1168" y="262"/>
                    </a:cubicBezTo>
                    <a:cubicBezTo>
                      <a:pt x="1268" y="228"/>
                      <a:pt x="1435" y="95"/>
                      <a:pt x="1401" y="95"/>
                    </a:cubicBezTo>
                    <a:cubicBezTo>
                      <a:pt x="1401" y="48"/>
                      <a:pt x="1285" y="1"/>
                      <a:pt x="11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73" name="Google Shape;5573;p69"/>
              <p:cNvSpPr/>
              <p:nvPr/>
            </p:nvSpPr>
            <p:spPr>
              <a:xfrm>
                <a:off x="5415929" y="3901253"/>
                <a:ext cx="23680" cy="12493"/>
              </a:xfrm>
              <a:custGeom>
                <a:avLst/>
                <a:gdLst/>
                <a:ahLst/>
                <a:cxnLst/>
                <a:rect l="l" t="t" r="r" b="b"/>
                <a:pathLst>
                  <a:path w="1469" h="775" extrusionOk="0">
                    <a:moveTo>
                      <a:pt x="1169" y="1"/>
                    </a:moveTo>
                    <a:cubicBezTo>
                      <a:pt x="1156" y="1"/>
                      <a:pt x="1144" y="3"/>
                      <a:pt x="1135" y="7"/>
                    </a:cubicBezTo>
                    <a:cubicBezTo>
                      <a:pt x="801" y="241"/>
                      <a:pt x="501" y="308"/>
                      <a:pt x="134" y="474"/>
                    </a:cubicBezTo>
                    <a:cubicBezTo>
                      <a:pt x="1" y="508"/>
                      <a:pt x="1" y="775"/>
                      <a:pt x="34" y="775"/>
                    </a:cubicBezTo>
                    <a:cubicBezTo>
                      <a:pt x="101" y="775"/>
                      <a:pt x="268" y="741"/>
                      <a:pt x="301" y="675"/>
                    </a:cubicBezTo>
                    <a:cubicBezTo>
                      <a:pt x="501" y="408"/>
                      <a:pt x="868" y="274"/>
                      <a:pt x="1202" y="274"/>
                    </a:cubicBezTo>
                    <a:cubicBezTo>
                      <a:pt x="1302" y="241"/>
                      <a:pt x="1469" y="141"/>
                      <a:pt x="1402" y="141"/>
                    </a:cubicBezTo>
                    <a:cubicBezTo>
                      <a:pt x="1402" y="83"/>
                      <a:pt x="1253" y="1"/>
                      <a:pt x="11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74" name="Google Shape;5574;p69"/>
              <p:cNvSpPr/>
              <p:nvPr/>
            </p:nvSpPr>
            <p:spPr>
              <a:xfrm>
                <a:off x="5410013" y="3887922"/>
                <a:ext cx="19924" cy="10768"/>
              </a:xfrm>
              <a:custGeom>
                <a:avLst/>
                <a:gdLst/>
                <a:ahLst/>
                <a:cxnLst/>
                <a:rect l="l" t="t" r="r" b="b"/>
                <a:pathLst>
                  <a:path w="1236" h="668" extrusionOk="0">
                    <a:moveTo>
                      <a:pt x="968" y="1"/>
                    </a:moveTo>
                    <a:cubicBezTo>
                      <a:pt x="701" y="234"/>
                      <a:pt x="468" y="301"/>
                      <a:pt x="134" y="434"/>
                    </a:cubicBezTo>
                    <a:cubicBezTo>
                      <a:pt x="34" y="468"/>
                      <a:pt x="1" y="634"/>
                      <a:pt x="34" y="668"/>
                    </a:cubicBezTo>
                    <a:cubicBezTo>
                      <a:pt x="68" y="668"/>
                      <a:pt x="234" y="634"/>
                      <a:pt x="301" y="634"/>
                    </a:cubicBezTo>
                    <a:cubicBezTo>
                      <a:pt x="468" y="401"/>
                      <a:pt x="801" y="301"/>
                      <a:pt x="1068" y="267"/>
                    </a:cubicBezTo>
                    <a:cubicBezTo>
                      <a:pt x="1135" y="267"/>
                      <a:pt x="1235" y="101"/>
                      <a:pt x="1202" y="67"/>
                    </a:cubicBezTo>
                    <a:cubicBezTo>
                      <a:pt x="1202" y="1"/>
                      <a:pt x="1002" y="1"/>
                      <a:pt x="9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75" name="Google Shape;5575;p69"/>
              <p:cNvSpPr/>
              <p:nvPr/>
            </p:nvSpPr>
            <p:spPr>
              <a:xfrm>
                <a:off x="5408401" y="3872865"/>
                <a:ext cx="18296" cy="9624"/>
              </a:xfrm>
              <a:custGeom>
                <a:avLst/>
                <a:gdLst/>
                <a:ahLst/>
                <a:cxnLst/>
                <a:rect l="l" t="t" r="r" b="b"/>
                <a:pathLst>
                  <a:path w="1135" h="597" extrusionOk="0">
                    <a:moveTo>
                      <a:pt x="835" y="1"/>
                    </a:moveTo>
                    <a:cubicBezTo>
                      <a:pt x="635" y="167"/>
                      <a:pt x="434" y="234"/>
                      <a:pt x="134" y="267"/>
                    </a:cubicBezTo>
                    <a:cubicBezTo>
                      <a:pt x="101" y="334"/>
                      <a:pt x="68" y="367"/>
                      <a:pt x="68" y="401"/>
                    </a:cubicBezTo>
                    <a:cubicBezTo>
                      <a:pt x="1" y="434"/>
                      <a:pt x="1" y="534"/>
                      <a:pt x="68" y="534"/>
                    </a:cubicBezTo>
                    <a:cubicBezTo>
                      <a:pt x="91" y="557"/>
                      <a:pt x="161" y="596"/>
                      <a:pt x="214" y="596"/>
                    </a:cubicBezTo>
                    <a:cubicBezTo>
                      <a:pt x="237" y="596"/>
                      <a:pt x="257" y="588"/>
                      <a:pt x="268" y="568"/>
                    </a:cubicBezTo>
                    <a:cubicBezTo>
                      <a:pt x="468" y="367"/>
                      <a:pt x="735" y="301"/>
                      <a:pt x="968" y="301"/>
                    </a:cubicBezTo>
                    <a:cubicBezTo>
                      <a:pt x="1068" y="234"/>
                      <a:pt x="1135" y="167"/>
                      <a:pt x="1102" y="67"/>
                    </a:cubicBezTo>
                    <a:cubicBezTo>
                      <a:pt x="1068" y="34"/>
                      <a:pt x="901" y="1"/>
                      <a:pt x="8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76" name="Google Shape;5576;p69"/>
              <p:cNvSpPr/>
              <p:nvPr/>
            </p:nvSpPr>
            <p:spPr>
              <a:xfrm>
                <a:off x="5405177" y="3856729"/>
                <a:ext cx="18844" cy="8092"/>
              </a:xfrm>
              <a:custGeom>
                <a:avLst/>
                <a:gdLst/>
                <a:ahLst/>
                <a:cxnLst/>
                <a:rect l="l" t="t" r="r" b="b"/>
                <a:pathLst>
                  <a:path w="1169" h="502" extrusionOk="0">
                    <a:moveTo>
                      <a:pt x="935" y="1"/>
                    </a:moveTo>
                    <a:cubicBezTo>
                      <a:pt x="701" y="168"/>
                      <a:pt x="468" y="201"/>
                      <a:pt x="167" y="234"/>
                    </a:cubicBezTo>
                    <a:cubicBezTo>
                      <a:pt x="101" y="301"/>
                      <a:pt x="1" y="401"/>
                      <a:pt x="34" y="468"/>
                    </a:cubicBezTo>
                    <a:cubicBezTo>
                      <a:pt x="34" y="501"/>
                      <a:pt x="201" y="501"/>
                      <a:pt x="268" y="501"/>
                    </a:cubicBezTo>
                    <a:cubicBezTo>
                      <a:pt x="468" y="301"/>
                      <a:pt x="701" y="234"/>
                      <a:pt x="1001" y="234"/>
                    </a:cubicBezTo>
                    <a:cubicBezTo>
                      <a:pt x="1035" y="234"/>
                      <a:pt x="1168" y="101"/>
                      <a:pt x="1168" y="68"/>
                    </a:cubicBezTo>
                    <a:cubicBezTo>
                      <a:pt x="1135" y="34"/>
                      <a:pt x="968"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77" name="Google Shape;5577;p69"/>
              <p:cNvSpPr/>
              <p:nvPr/>
            </p:nvSpPr>
            <p:spPr>
              <a:xfrm>
                <a:off x="5407869" y="3844365"/>
                <a:ext cx="16152" cy="7012"/>
              </a:xfrm>
              <a:custGeom>
                <a:avLst/>
                <a:gdLst/>
                <a:ahLst/>
                <a:cxnLst/>
                <a:rect l="l" t="t" r="r" b="b"/>
                <a:pathLst>
                  <a:path w="1002" h="435" extrusionOk="0">
                    <a:moveTo>
                      <a:pt x="768" y="1"/>
                    </a:moveTo>
                    <a:cubicBezTo>
                      <a:pt x="668" y="67"/>
                      <a:pt x="601" y="101"/>
                      <a:pt x="467" y="134"/>
                    </a:cubicBezTo>
                    <a:cubicBezTo>
                      <a:pt x="417" y="151"/>
                      <a:pt x="367" y="159"/>
                      <a:pt x="313" y="159"/>
                    </a:cubicBezTo>
                    <a:cubicBezTo>
                      <a:pt x="259" y="159"/>
                      <a:pt x="201" y="151"/>
                      <a:pt x="134" y="134"/>
                    </a:cubicBezTo>
                    <a:cubicBezTo>
                      <a:pt x="101" y="134"/>
                      <a:pt x="0" y="267"/>
                      <a:pt x="0" y="301"/>
                    </a:cubicBezTo>
                    <a:cubicBezTo>
                      <a:pt x="0" y="334"/>
                      <a:pt x="134" y="434"/>
                      <a:pt x="167" y="434"/>
                    </a:cubicBezTo>
                    <a:cubicBezTo>
                      <a:pt x="301" y="334"/>
                      <a:pt x="367" y="301"/>
                      <a:pt x="501" y="301"/>
                    </a:cubicBezTo>
                    <a:lnTo>
                      <a:pt x="868" y="301"/>
                    </a:lnTo>
                    <a:cubicBezTo>
                      <a:pt x="934" y="301"/>
                      <a:pt x="1001" y="234"/>
                      <a:pt x="968" y="134"/>
                    </a:cubicBezTo>
                    <a:cubicBezTo>
                      <a:pt x="968" y="101"/>
                      <a:pt x="801" y="1"/>
                      <a:pt x="7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5578" name="Google Shape;5578;p69"/>
            <p:cNvSpPr/>
            <p:nvPr/>
          </p:nvSpPr>
          <p:spPr>
            <a:xfrm>
              <a:off x="5418089" y="3820169"/>
              <a:ext cx="17216" cy="5400"/>
            </a:xfrm>
            <a:custGeom>
              <a:avLst/>
              <a:gdLst/>
              <a:ahLst/>
              <a:cxnLst/>
              <a:rect l="l" t="t" r="r" b="b"/>
              <a:pathLst>
                <a:path w="1068" h="335" extrusionOk="0">
                  <a:moveTo>
                    <a:pt x="868" y="1"/>
                  </a:moveTo>
                  <a:cubicBezTo>
                    <a:pt x="750" y="79"/>
                    <a:pt x="610" y="111"/>
                    <a:pt x="467" y="111"/>
                  </a:cubicBezTo>
                  <a:cubicBezTo>
                    <a:pt x="366" y="111"/>
                    <a:pt x="264" y="95"/>
                    <a:pt x="167" y="67"/>
                  </a:cubicBezTo>
                  <a:cubicBezTo>
                    <a:pt x="67" y="67"/>
                    <a:pt x="0" y="167"/>
                    <a:pt x="0" y="234"/>
                  </a:cubicBezTo>
                  <a:cubicBezTo>
                    <a:pt x="0" y="267"/>
                    <a:pt x="100" y="334"/>
                    <a:pt x="167" y="334"/>
                  </a:cubicBezTo>
                  <a:cubicBezTo>
                    <a:pt x="304" y="295"/>
                    <a:pt x="441" y="279"/>
                    <a:pt x="584" y="279"/>
                  </a:cubicBezTo>
                  <a:cubicBezTo>
                    <a:pt x="686" y="279"/>
                    <a:pt x="790" y="287"/>
                    <a:pt x="901" y="301"/>
                  </a:cubicBezTo>
                  <a:cubicBezTo>
                    <a:pt x="968" y="301"/>
                    <a:pt x="1068" y="167"/>
                    <a:pt x="1068" y="134"/>
                  </a:cubicBezTo>
                  <a:cubicBezTo>
                    <a:pt x="1034" y="101"/>
                    <a:pt x="901" y="1"/>
                    <a:pt x="8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79" name="Google Shape;5579;p69"/>
            <p:cNvSpPr/>
            <p:nvPr/>
          </p:nvSpPr>
          <p:spPr>
            <a:xfrm>
              <a:off x="5429373" y="3811029"/>
              <a:ext cx="14008" cy="5400"/>
            </a:xfrm>
            <a:custGeom>
              <a:avLst/>
              <a:gdLst/>
              <a:ahLst/>
              <a:cxnLst/>
              <a:rect l="l" t="t" r="r" b="b"/>
              <a:pathLst>
                <a:path w="869" h="335" extrusionOk="0">
                  <a:moveTo>
                    <a:pt x="134" y="0"/>
                  </a:moveTo>
                  <a:cubicBezTo>
                    <a:pt x="101" y="0"/>
                    <a:pt x="1" y="101"/>
                    <a:pt x="1" y="167"/>
                  </a:cubicBezTo>
                  <a:cubicBezTo>
                    <a:pt x="1" y="201"/>
                    <a:pt x="101" y="301"/>
                    <a:pt x="134" y="301"/>
                  </a:cubicBezTo>
                  <a:cubicBezTo>
                    <a:pt x="212" y="254"/>
                    <a:pt x="296" y="229"/>
                    <a:pt x="381" y="229"/>
                  </a:cubicBezTo>
                  <a:cubicBezTo>
                    <a:pt x="480" y="229"/>
                    <a:pt x="579" y="263"/>
                    <a:pt x="668" y="334"/>
                  </a:cubicBezTo>
                  <a:cubicBezTo>
                    <a:pt x="701" y="334"/>
                    <a:pt x="835" y="301"/>
                    <a:pt x="835" y="234"/>
                  </a:cubicBezTo>
                  <a:cubicBezTo>
                    <a:pt x="868" y="201"/>
                    <a:pt x="801" y="34"/>
                    <a:pt x="768" y="34"/>
                  </a:cubicBezTo>
                  <a:cubicBezTo>
                    <a:pt x="671" y="48"/>
                    <a:pt x="580" y="56"/>
                    <a:pt x="493" y="56"/>
                  </a:cubicBezTo>
                  <a:cubicBezTo>
                    <a:pt x="369" y="56"/>
                    <a:pt x="251" y="40"/>
                    <a:pt x="1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580" name="Google Shape;5580;p69"/>
          <p:cNvGrpSpPr/>
          <p:nvPr/>
        </p:nvGrpSpPr>
        <p:grpSpPr>
          <a:xfrm>
            <a:off x="5825484" y="3694126"/>
            <a:ext cx="86779" cy="189607"/>
            <a:chOff x="5641770" y="3775807"/>
            <a:chExt cx="91433" cy="199775"/>
          </a:xfrm>
        </p:grpSpPr>
        <p:sp>
          <p:nvSpPr>
            <p:cNvPr id="5581" name="Google Shape;5581;p69"/>
            <p:cNvSpPr/>
            <p:nvPr/>
          </p:nvSpPr>
          <p:spPr>
            <a:xfrm>
              <a:off x="5641770" y="3775807"/>
              <a:ext cx="91433" cy="140744"/>
            </a:xfrm>
            <a:custGeom>
              <a:avLst/>
              <a:gdLst/>
              <a:ahLst/>
              <a:cxnLst/>
              <a:rect l="l" t="t" r="r" b="b"/>
              <a:pathLst>
                <a:path w="5672" h="8731" extrusionOk="0">
                  <a:moveTo>
                    <a:pt x="3508" y="418"/>
                  </a:moveTo>
                  <a:cubicBezTo>
                    <a:pt x="3753" y="418"/>
                    <a:pt x="3975" y="492"/>
                    <a:pt x="4137" y="684"/>
                  </a:cubicBezTo>
                  <a:cubicBezTo>
                    <a:pt x="4504" y="1085"/>
                    <a:pt x="4671" y="1718"/>
                    <a:pt x="4771" y="2286"/>
                  </a:cubicBezTo>
                  <a:cubicBezTo>
                    <a:pt x="4938" y="3553"/>
                    <a:pt x="5171" y="4787"/>
                    <a:pt x="5004" y="5955"/>
                  </a:cubicBezTo>
                  <a:cubicBezTo>
                    <a:pt x="4971" y="6255"/>
                    <a:pt x="4938" y="6589"/>
                    <a:pt x="4804" y="6855"/>
                  </a:cubicBezTo>
                  <a:cubicBezTo>
                    <a:pt x="4704" y="7189"/>
                    <a:pt x="4504" y="7523"/>
                    <a:pt x="4237" y="7756"/>
                  </a:cubicBezTo>
                  <a:cubicBezTo>
                    <a:pt x="3860" y="8184"/>
                    <a:pt x="3425" y="8365"/>
                    <a:pt x="3249" y="8457"/>
                  </a:cubicBezTo>
                  <a:lnTo>
                    <a:pt x="2970" y="8457"/>
                  </a:lnTo>
                  <a:cubicBezTo>
                    <a:pt x="2703" y="8457"/>
                    <a:pt x="2369" y="8457"/>
                    <a:pt x="2036" y="8390"/>
                  </a:cubicBezTo>
                  <a:cubicBezTo>
                    <a:pt x="1368" y="8223"/>
                    <a:pt x="1002" y="7423"/>
                    <a:pt x="868" y="7056"/>
                  </a:cubicBezTo>
                  <a:cubicBezTo>
                    <a:pt x="401" y="6022"/>
                    <a:pt x="368" y="4721"/>
                    <a:pt x="535" y="3520"/>
                  </a:cubicBezTo>
                  <a:cubicBezTo>
                    <a:pt x="735" y="2352"/>
                    <a:pt x="1469" y="1218"/>
                    <a:pt x="2536" y="684"/>
                  </a:cubicBezTo>
                  <a:cubicBezTo>
                    <a:pt x="2852" y="536"/>
                    <a:pt x="3199" y="418"/>
                    <a:pt x="3508" y="418"/>
                  </a:cubicBezTo>
                  <a:close/>
                  <a:moveTo>
                    <a:pt x="3513" y="0"/>
                  </a:moveTo>
                  <a:cubicBezTo>
                    <a:pt x="3453" y="0"/>
                    <a:pt x="3394" y="6"/>
                    <a:pt x="3337" y="17"/>
                  </a:cubicBezTo>
                  <a:cubicBezTo>
                    <a:pt x="2970" y="51"/>
                    <a:pt x="2669" y="184"/>
                    <a:pt x="2369" y="284"/>
                  </a:cubicBezTo>
                  <a:cubicBezTo>
                    <a:pt x="1202" y="885"/>
                    <a:pt x="401" y="2085"/>
                    <a:pt x="168" y="3353"/>
                  </a:cubicBezTo>
                  <a:cubicBezTo>
                    <a:pt x="34" y="3953"/>
                    <a:pt x="1" y="4654"/>
                    <a:pt x="1" y="5254"/>
                  </a:cubicBezTo>
                  <a:cubicBezTo>
                    <a:pt x="1" y="5888"/>
                    <a:pt x="134" y="6555"/>
                    <a:pt x="334" y="7189"/>
                  </a:cubicBezTo>
                  <a:cubicBezTo>
                    <a:pt x="468" y="7556"/>
                    <a:pt x="668" y="7923"/>
                    <a:pt x="1002" y="8223"/>
                  </a:cubicBezTo>
                  <a:cubicBezTo>
                    <a:pt x="1335" y="8557"/>
                    <a:pt x="1802" y="8723"/>
                    <a:pt x="2169" y="8723"/>
                  </a:cubicBezTo>
                  <a:cubicBezTo>
                    <a:pt x="2219" y="8728"/>
                    <a:pt x="2268" y="8730"/>
                    <a:pt x="2316" y="8730"/>
                  </a:cubicBezTo>
                  <a:cubicBezTo>
                    <a:pt x="2616" y="8730"/>
                    <a:pt x="2864" y="8648"/>
                    <a:pt x="3036" y="8590"/>
                  </a:cubicBezTo>
                  <a:cubicBezTo>
                    <a:pt x="3153" y="8571"/>
                    <a:pt x="3247" y="8551"/>
                    <a:pt x="3305" y="8525"/>
                  </a:cubicBezTo>
                  <a:lnTo>
                    <a:pt x="3305" y="8525"/>
                  </a:lnTo>
                  <a:cubicBezTo>
                    <a:pt x="3384" y="8512"/>
                    <a:pt x="3495" y="8488"/>
                    <a:pt x="3637" y="8457"/>
                  </a:cubicBezTo>
                  <a:cubicBezTo>
                    <a:pt x="3737" y="8423"/>
                    <a:pt x="3904" y="8390"/>
                    <a:pt x="4070" y="8323"/>
                  </a:cubicBezTo>
                  <a:cubicBezTo>
                    <a:pt x="4237" y="8223"/>
                    <a:pt x="4404" y="8090"/>
                    <a:pt x="4571" y="7990"/>
                  </a:cubicBezTo>
                  <a:cubicBezTo>
                    <a:pt x="4904" y="7723"/>
                    <a:pt x="5171" y="7289"/>
                    <a:pt x="5338" y="6922"/>
                  </a:cubicBezTo>
                  <a:cubicBezTo>
                    <a:pt x="5505" y="6555"/>
                    <a:pt x="5571" y="6188"/>
                    <a:pt x="5571" y="5921"/>
                  </a:cubicBezTo>
                  <a:cubicBezTo>
                    <a:pt x="5672" y="4587"/>
                    <a:pt x="5338" y="3386"/>
                    <a:pt x="5138" y="2152"/>
                  </a:cubicBezTo>
                  <a:cubicBezTo>
                    <a:pt x="5071" y="1852"/>
                    <a:pt x="5004" y="1518"/>
                    <a:pt x="4871" y="1218"/>
                  </a:cubicBezTo>
                  <a:cubicBezTo>
                    <a:pt x="4738" y="885"/>
                    <a:pt x="4571" y="584"/>
                    <a:pt x="4337" y="351"/>
                  </a:cubicBezTo>
                  <a:cubicBezTo>
                    <a:pt x="4116" y="130"/>
                    <a:pt x="3804" y="0"/>
                    <a:pt x="35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82" name="Google Shape;5582;p69"/>
            <p:cNvSpPr/>
            <p:nvPr/>
          </p:nvSpPr>
          <p:spPr>
            <a:xfrm>
              <a:off x="5685326" y="3914246"/>
              <a:ext cx="11848" cy="61337"/>
            </a:xfrm>
            <a:custGeom>
              <a:avLst/>
              <a:gdLst/>
              <a:ahLst/>
              <a:cxnLst/>
              <a:rect l="l" t="t" r="r" b="b"/>
              <a:pathLst>
                <a:path w="735" h="3805" extrusionOk="0">
                  <a:moveTo>
                    <a:pt x="390" y="0"/>
                  </a:moveTo>
                  <a:cubicBezTo>
                    <a:pt x="281" y="0"/>
                    <a:pt x="1" y="441"/>
                    <a:pt x="1" y="602"/>
                  </a:cubicBezTo>
                  <a:cubicBezTo>
                    <a:pt x="134" y="1503"/>
                    <a:pt x="234" y="2337"/>
                    <a:pt x="168" y="3204"/>
                  </a:cubicBezTo>
                  <a:cubicBezTo>
                    <a:pt x="234" y="3438"/>
                    <a:pt x="434" y="3805"/>
                    <a:pt x="468" y="3805"/>
                  </a:cubicBezTo>
                  <a:cubicBezTo>
                    <a:pt x="601" y="3805"/>
                    <a:pt x="735" y="3304"/>
                    <a:pt x="735" y="3138"/>
                  </a:cubicBezTo>
                  <a:cubicBezTo>
                    <a:pt x="434" y="2304"/>
                    <a:pt x="301" y="1436"/>
                    <a:pt x="568" y="636"/>
                  </a:cubicBezTo>
                  <a:cubicBezTo>
                    <a:pt x="601" y="502"/>
                    <a:pt x="568" y="402"/>
                    <a:pt x="501" y="269"/>
                  </a:cubicBezTo>
                  <a:cubicBezTo>
                    <a:pt x="468" y="135"/>
                    <a:pt x="434" y="2"/>
                    <a:pt x="401" y="2"/>
                  </a:cubicBezTo>
                  <a:cubicBezTo>
                    <a:pt x="398" y="1"/>
                    <a:pt x="394" y="0"/>
                    <a:pt x="3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83" name="Google Shape;5583;p69"/>
            <p:cNvSpPr/>
            <p:nvPr/>
          </p:nvSpPr>
          <p:spPr>
            <a:xfrm>
              <a:off x="5665434" y="3894708"/>
              <a:ext cx="22600" cy="14202"/>
            </a:xfrm>
            <a:custGeom>
              <a:avLst/>
              <a:gdLst/>
              <a:ahLst/>
              <a:cxnLst/>
              <a:rect l="l" t="t" r="r" b="b"/>
              <a:pathLst>
                <a:path w="1402" h="881" extrusionOk="0">
                  <a:moveTo>
                    <a:pt x="1164" y="0"/>
                  </a:moveTo>
                  <a:cubicBezTo>
                    <a:pt x="1129" y="0"/>
                    <a:pt x="1095" y="4"/>
                    <a:pt x="1068" y="13"/>
                  </a:cubicBezTo>
                  <a:lnTo>
                    <a:pt x="568" y="247"/>
                  </a:lnTo>
                  <a:cubicBezTo>
                    <a:pt x="401" y="347"/>
                    <a:pt x="201" y="413"/>
                    <a:pt x="34" y="547"/>
                  </a:cubicBezTo>
                  <a:cubicBezTo>
                    <a:pt x="1" y="614"/>
                    <a:pt x="1" y="680"/>
                    <a:pt x="1" y="747"/>
                  </a:cubicBezTo>
                  <a:cubicBezTo>
                    <a:pt x="34" y="847"/>
                    <a:pt x="34" y="880"/>
                    <a:pt x="67" y="880"/>
                  </a:cubicBezTo>
                  <a:lnTo>
                    <a:pt x="167" y="814"/>
                  </a:lnTo>
                  <a:lnTo>
                    <a:pt x="234" y="714"/>
                  </a:lnTo>
                  <a:cubicBezTo>
                    <a:pt x="301" y="614"/>
                    <a:pt x="468" y="480"/>
                    <a:pt x="634" y="380"/>
                  </a:cubicBezTo>
                  <a:cubicBezTo>
                    <a:pt x="801" y="313"/>
                    <a:pt x="968" y="247"/>
                    <a:pt x="1168" y="247"/>
                  </a:cubicBezTo>
                  <a:cubicBezTo>
                    <a:pt x="1235" y="247"/>
                    <a:pt x="1402" y="113"/>
                    <a:pt x="1368" y="80"/>
                  </a:cubicBezTo>
                  <a:cubicBezTo>
                    <a:pt x="1368" y="31"/>
                    <a:pt x="1261" y="0"/>
                    <a:pt x="11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84" name="Google Shape;5584;p69"/>
            <p:cNvSpPr/>
            <p:nvPr/>
          </p:nvSpPr>
          <p:spPr>
            <a:xfrm>
              <a:off x="5653602" y="3886713"/>
              <a:ext cx="23680" cy="11977"/>
            </a:xfrm>
            <a:custGeom>
              <a:avLst/>
              <a:gdLst/>
              <a:ahLst/>
              <a:cxnLst/>
              <a:rect l="l" t="t" r="r" b="b"/>
              <a:pathLst>
                <a:path w="1469" h="743" extrusionOk="0">
                  <a:moveTo>
                    <a:pt x="1196" y="0"/>
                  </a:moveTo>
                  <a:cubicBezTo>
                    <a:pt x="1173" y="0"/>
                    <a:pt x="1153" y="3"/>
                    <a:pt x="1135" y="9"/>
                  </a:cubicBezTo>
                  <a:cubicBezTo>
                    <a:pt x="801" y="209"/>
                    <a:pt x="501" y="309"/>
                    <a:pt x="134" y="476"/>
                  </a:cubicBezTo>
                  <a:cubicBezTo>
                    <a:pt x="1" y="509"/>
                    <a:pt x="1" y="743"/>
                    <a:pt x="67" y="743"/>
                  </a:cubicBezTo>
                  <a:cubicBezTo>
                    <a:pt x="101" y="743"/>
                    <a:pt x="268" y="709"/>
                    <a:pt x="301" y="676"/>
                  </a:cubicBezTo>
                  <a:cubicBezTo>
                    <a:pt x="534" y="376"/>
                    <a:pt x="901" y="276"/>
                    <a:pt x="1235" y="276"/>
                  </a:cubicBezTo>
                  <a:cubicBezTo>
                    <a:pt x="1302" y="276"/>
                    <a:pt x="1468" y="142"/>
                    <a:pt x="1435" y="142"/>
                  </a:cubicBezTo>
                  <a:cubicBezTo>
                    <a:pt x="1435" y="60"/>
                    <a:pt x="1300" y="0"/>
                    <a:pt x="11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85" name="Google Shape;5585;p69"/>
            <p:cNvSpPr/>
            <p:nvPr/>
          </p:nvSpPr>
          <p:spPr>
            <a:xfrm>
              <a:off x="5647686" y="3873946"/>
              <a:ext cx="20456" cy="10768"/>
            </a:xfrm>
            <a:custGeom>
              <a:avLst/>
              <a:gdLst/>
              <a:ahLst/>
              <a:cxnLst/>
              <a:rect l="l" t="t" r="r" b="b"/>
              <a:pathLst>
                <a:path w="1269" h="668" extrusionOk="0">
                  <a:moveTo>
                    <a:pt x="968" y="0"/>
                  </a:moveTo>
                  <a:cubicBezTo>
                    <a:pt x="735" y="234"/>
                    <a:pt x="468" y="300"/>
                    <a:pt x="134" y="434"/>
                  </a:cubicBezTo>
                  <a:cubicBezTo>
                    <a:pt x="67" y="467"/>
                    <a:pt x="1" y="634"/>
                    <a:pt x="67" y="667"/>
                  </a:cubicBezTo>
                  <a:cubicBezTo>
                    <a:pt x="101" y="667"/>
                    <a:pt x="268" y="634"/>
                    <a:pt x="301" y="634"/>
                  </a:cubicBezTo>
                  <a:cubicBezTo>
                    <a:pt x="468" y="401"/>
                    <a:pt x="801" y="300"/>
                    <a:pt x="1102" y="267"/>
                  </a:cubicBezTo>
                  <a:cubicBezTo>
                    <a:pt x="1135" y="267"/>
                    <a:pt x="1268" y="100"/>
                    <a:pt x="1235" y="67"/>
                  </a:cubicBezTo>
                  <a:cubicBezTo>
                    <a:pt x="1235" y="0"/>
                    <a:pt x="1001" y="0"/>
                    <a:pt x="9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86" name="Google Shape;5586;p69"/>
            <p:cNvSpPr/>
            <p:nvPr/>
          </p:nvSpPr>
          <p:spPr>
            <a:xfrm>
              <a:off x="5646622" y="3858341"/>
              <a:ext cx="18296" cy="9930"/>
            </a:xfrm>
            <a:custGeom>
              <a:avLst/>
              <a:gdLst/>
              <a:ahLst/>
              <a:cxnLst/>
              <a:rect l="l" t="t" r="r" b="b"/>
              <a:pathLst>
                <a:path w="1135" h="616" extrusionOk="0">
                  <a:moveTo>
                    <a:pt x="834" y="1"/>
                  </a:moveTo>
                  <a:cubicBezTo>
                    <a:pt x="634" y="168"/>
                    <a:pt x="400" y="268"/>
                    <a:pt x="133" y="301"/>
                  </a:cubicBezTo>
                  <a:cubicBezTo>
                    <a:pt x="67" y="368"/>
                    <a:pt x="33" y="401"/>
                    <a:pt x="33" y="435"/>
                  </a:cubicBezTo>
                  <a:cubicBezTo>
                    <a:pt x="0" y="468"/>
                    <a:pt x="0" y="568"/>
                    <a:pt x="33" y="568"/>
                  </a:cubicBezTo>
                  <a:cubicBezTo>
                    <a:pt x="57" y="592"/>
                    <a:pt x="131" y="615"/>
                    <a:pt x="184" y="615"/>
                  </a:cubicBezTo>
                  <a:cubicBezTo>
                    <a:pt x="205" y="615"/>
                    <a:pt x="224" y="611"/>
                    <a:pt x="234" y="601"/>
                  </a:cubicBezTo>
                  <a:cubicBezTo>
                    <a:pt x="467" y="401"/>
                    <a:pt x="701" y="301"/>
                    <a:pt x="967" y="301"/>
                  </a:cubicBezTo>
                  <a:cubicBezTo>
                    <a:pt x="1034" y="268"/>
                    <a:pt x="1134" y="134"/>
                    <a:pt x="1067" y="101"/>
                  </a:cubicBezTo>
                  <a:cubicBezTo>
                    <a:pt x="1034" y="68"/>
                    <a:pt x="867" y="1"/>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87" name="Google Shape;5587;p69"/>
            <p:cNvSpPr/>
            <p:nvPr/>
          </p:nvSpPr>
          <p:spPr>
            <a:xfrm>
              <a:off x="5643382" y="3842753"/>
              <a:ext cx="18844" cy="8076"/>
            </a:xfrm>
            <a:custGeom>
              <a:avLst/>
              <a:gdLst/>
              <a:ahLst/>
              <a:cxnLst/>
              <a:rect l="l" t="t" r="r" b="b"/>
              <a:pathLst>
                <a:path w="1169" h="501" extrusionOk="0">
                  <a:moveTo>
                    <a:pt x="902" y="1"/>
                  </a:moveTo>
                  <a:cubicBezTo>
                    <a:pt x="701" y="167"/>
                    <a:pt x="435" y="201"/>
                    <a:pt x="168" y="234"/>
                  </a:cubicBezTo>
                  <a:cubicBezTo>
                    <a:pt x="68" y="267"/>
                    <a:pt x="1" y="401"/>
                    <a:pt x="34" y="434"/>
                  </a:cubicBezTo>
                  <a:cubicBezTo>
                    <a:pt x="34" y="501"/>
                    <a:pt x="201" y="501"/>
                    <a:pt x="234" y="501"/>
                  </a:cubicBezTo>
                  <a:cubicBezTo>
                    <a:pt x="435" y="267"/>
                    <a:pt x="701" y="234"/>
                    <a:pt x="1002" y="234"/>
                  </a:cubicBezTo>
                  <a:cubicBezTo>
                    <a:pt x="1035" y="201"/>
                    <a:pt x="1168" y="101"/>
                    <a:pt x="1168" y="67"/>
                  </a:cubicBezTo>
                  <a:cubicBezTo>
                    <a:pt x="1102" y="34"/>
                    <a:pt x="935" y="1"/>
                    <a:pt x="9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88" name="Google Shape;5588;p69"/>
            <p:cNvSpPr/>
            <p:nvPr/>
          </p:nvSpPr>
          <p:spPr>
            <a:xfrm>
              <a:off x="5646074" y="3830389"/>
              <a:ext cx="16152" cy="6996"/>
            </a:xfrm>
            <a:custGeom>
              <a:avLst/>
              <a:gdLst/>
              <a:ahLst/>
              <a:cxnLst/>
              <a:rect l="l" t="t" r="r" b="b"/>
              <a:pathLst>
                <a:path w="1002" h="434" extrusionOk="0">
                  <a:moveTo>
                    <a:pt x="735" y="0"/>
                  </a:moveTo>
                  <a:cubicBezTo>
                    <a:pt x="668" y="34"/>
                    <a:pt x="568" y="67"/>
                    <a:pt x="434" y="134"/>
                  </a:cubicBezTo>
                  <a:cubicBezTo>
                    <a:pt x="401" y="150"/>
                    <a:pt x="351" y="159"/>
                    <a:pt x="293" y="159"/>
                  </a:cubicBezTo>
                  <a:cubicBezTo>
                    <a:pt x="234" y="159"/>
                    <a:pt x="167" y="150"/>
                    <a:pt x="101" y="134"/>
                  </a:cubicBezTo>
                  <a:cubicBezTo>
                    <a:pt x="67" y="134"/>
                    <a:pt x="1" y="234"/>
                    <a:pt x="1" y="301"/>
                  </a:cubicBezTo>
                  <a:cubicBezTo>
                    <a:pt x="1" y="334"/>
                    <a:pt x="101" y="434"/>
                    <a:pt x="167" y="434"/>
                  </a:cubicBezTo>
                  <a:cubicBezTo>
                    <a:pt x="268" y="334"/>
                    <a:pt x="368" y="301"/>
                    <a:pt x="501" y="301"/>
                  </a:cubicBezTo>
                  <a:lnTo>
                    <a:pt x="868" y="301"/>
                  </a:lnTo>
                  <a:cubicBezTo>
                    <a:pt x="901" y="301"/>
                    <a:pt x="1001" y="167"/>
                    <a:pt x="935" y="134"/>
                  </a:cubicBezTo>
                  <a:cubicBezTo>
                    <a:pt x="935" y="67"/>
                    <a:pt x="768" y="0"/>
                    <a:pt x="7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89" name="Google Shape;5589;p69"/>
            <p:cNvSpPr/>
            <p:nvPr/>
          </p:nvSpPr>
          <p:spPr>
            <a:xfrm>
              <a:off x="5651990" y="3817477"/>
              <a:ext cx="11316" cy="4852"/>
            </a:xfrm>
            <a:custGeom>
              <a:avLst/>
              <a:gdLst/>
              <a:ahLst/>
              <a:cxnLst/>
              <a:rect l="l" t="t" r="r" b="b"/>
              <a:pathLst>
                <a:path w="702" h="301" extrusionOk="0">
                  <a:moveTo>
                    <a:pt x="101" y="1"/>
                  </a:moveTo>
                  <a:cubicBezTo>
                    <a:pt x="67" y="1"/>
                    <a:pt x="1" y="134"/>
                    <a:pt x="1" y="168"/>
                  </a:cubicBezTo>
                  <a:cubicBezTo>
                    <a:pt x="1" y="234"/>
                    <a:pt x="67" y="301"/>
                    <a:pt x="101" y="301"/>
                  </a:cubicBezTo>
                  <a:cubicBezTo>
                    <a:pt x="201" y="268"/>
                    <a:pt x="276" y="251"/>
                    <a:pt x="347" y="251"/>
                  </a:cubicBezTo>
                  <a:cubicBezTo>
                    <a:pt x="418" y="251"/>
                    <a:pt x="484" y="268"/>
                    <a:pt x="568" y="301"/>
                  </a:cubicBezTo>
                  <a:cubicBezTo>
                    <a:pt x="634" y="301"/>
                    <a:pt x="701" y="234"/>
                    <a:pt x="701" y="168"/>
                  </a:cubicBezTo>
                  <a:cubicBezTo>
                    <a:pt x="701" y="134"/>
                    <a:pt x="634" y="1"/>
                    <a:pt x="568" y="1"/>
                  </a:cubicBezTo>
                  <a:cubicBezTo>
                    <a:pt x="484" y="51"/>
                    <a:pt x="409" y="76"/>
                    <a:pt x="334" y="76"/>
                  </a:cubicBezTo>
                  <a:cubicBezTo>
                    <a:pt x="259" y="76"/>
                    <a:pt x="184" y="5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90" name="Google Shape;5590;p69"/>
            <p:cNvSpPr/>
            <p:nvPr/>
          </p:nvSpPr>
          <p:spPr>
            <a:xfrm>
              <a:off x="5655762" y="3806193"/>
              <a:ext cx="17748" cy="5384"/>
            </a:xfrm>
            <a:custGeom>
              <a:avLst/>
              <a:gdLst/>
              <a:ahLst/>
              <a:cxnLst/>
              <a:rect l="l" t="t" r="r" b="b"/>
              <a:pathLst>
                <a:path w="1101" h="334" extrusionOk="0">
                  <a:moveTo>
                    <a:pt x="901" y="0"/>
                  </a:moveTo>
                  <a:cubicBezTo>
                    <a:pt x="776" y="72"/>
                    <a:pt x="651" y="105"/>
                    <a:pt x="520" y="105"/>
                  </a:cubicBezTo>
                  <a:cubicBezTo>
                    <a:pt x="407" y="105"/>
                    <a:pt x="291" y="80"/>
                    <a:pt x="167" y="34"/>
                  </a:cubicBezTo>
                  <a:cubicBezTo>
                    <a:pt x="100" y="34"/>
                    <a:pt x="0" y="167"/>
                    <a:pt x="0" y="200"/>
                  </a:cubicBezTo>
                  <a:cubicBezTo>
                    <a:pt x="0" y="267"/>
                    <a:pt x="134" y="334"/>
                    <a:pt x="167" y="334"/>
                  </a:cubicBezTo>
                  <a:cubicBezTo>
                    <a:pt x="323" y="295"/>
                    <a:pt x="457" y="279"/>
                    <a:pt x="601" y="279"/>
                  </a:cubicBezTo>
                  <a:cubicBezTo>
                    <a:pt x="703" y="279"/>
                    <a:pt x="810" y="287"/>
                    <a:pt x="934" y="300"/>
                  </a:cubicBezTo>
                  <a:cubicBezTo>
                    <a:pt x="967" y="267"/>
                    <a:pt x="1101" y="167"/>
                    <a:pt x="1101" y="134"/>
                  </a:cubicBezTo>
                  <a:cubicBezTo>
                    <a:pt x="1068" y="100"/>
                    <a:pt x="934" y="0"/>
                    <a:pt x="9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91" name="Google Shape;5591;p69"/>
            <p:cNvSpPr/>
            <p:nvPr/>
          </p:nvSpPr>
          <p:spPr>
            <a:xfrm>
              <a:off x="5667046" y="3797053"/>
              <a:ext cx="14540" cy="5384"/>
            </a:xfrm>
            <a:custGeom>
              <a:avLst/>
              <a:gdLst/>
              <a:ahLst/>
              <a:cxnLst/>
              <a:rect l="l" t="t" r="r" b="b"/>
              <a:pathLst>
                <a:path w="902" h="334" extrusionOk="0">
                  <a:moveTo>
                    <a:pt x="134" y="0"/>
                  </a:moveTo>
                  <a:cubicBezTo>
                    <a:pt x="101" y="0"/>
                    <a:pt x="1" y="100"/>
                    <a:pt x="1" y="134"/>
                  </a:cubicBezTo>
                  <a:cubicBezTo>
                    <a:pt x="1" y="200"/>
                    <a:pt x="101" y="267"/>
                    <a:pt x="134" y="267"/>
                  </a:cubicBezTo>
                  <a:cubicBezTo>
                    <a:pt x="203" y="239"/>
                    <a:pt x="284" y="223"/>
                    <a:pt x="366" y="223"/>
                  </a:cubicBezTo>
                  <a:cubicBezTo>
                    <a:pt x="483" y="223"/>
                    <a:pt x="603" y="256"/>
                    <a:pt x="701" y="334"/>
                  </a:cubicBezTo>
                  <a:cubicBezTo>
                    <a:pt x="734" y="334"/>
                    <a:pt x="868" y="267"/>
                    <a:pt x="835" y="234"/>
                  </a:cubicBezTo>
                  <a:cubicBezTo>
                    <a:pt x="901" y="200"/>
                    <a:pt x="801" y="34"/>
                    <a:pt x="768" y="34"/>
                  </a:cubicBezTo>
                  <a:cubicBezTo>
                    <a:pt x="685" y="47"/>
                    <a:pt x="602" y="55"/>
                    <a:pt x="517" y="55"/>
                  </a:cubicBezTo>
                  <a:cubicBezTo>
                    <a:pt x="396" y="55"/>
                    <a:pt x="271" y="39"/>
                    <a:pt x="1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592" name="Google Shape;5592;p69"/>
          <p:cNvGrpSpPr/>
          <p:nvPr/>
        </p:nvGrpSpPr>
        <p:grpSpPr>
          <a:xfrm>
            <a:off x="5728011" y="3599866"/>
            <a:ext cx="86779" cy="188979"/>
            <a:chOff x="5539069" y="3676492"/>
            <a:chExt cx="91433" cy="199114"/>
          </a:xfrm>
        </p:grpSpPr>
        <p:sp>
          <p:nvSpPr>
            <p:cNvPr id="5593" name="Google Shape;5593;p69"/>
            <p:cNvSpPr/>
            <p:nvPr/>
          </p:nvSpPr>
          <p:spPr>
            <a:xfrm>
              <a:off x="5539069" y="3676492"/>
              <a:ext cx="91433" cy="140583"/>
            </a:xfrm>
            <a:custGeom>
              <a:avLst/>
              <a:gdLst/>
              <a:ahLst/>
              <a:cxnLst/>
              <a:rect l="l" t="t" r="r" b="b"/>
              <a:pathLst>
                <a:path w="5672" h="8721" extrusionOk="0">
                  <a:moveTo>
                    <a:pt x="3483" y="408"/>
                  </a:moveTo>
                  <a:cubicBezTo>
                    <a:pt x="3730" y="408"/>
                    <a:pt x="3960" y="482"/>
                    <a:pt x="4137" y="674"/>
                  </a:cubicBezTo>
                  <a:cubicBezTo>
                    <a:pt x="4504" y="1075"/>
                    <a:pt x="4604" y="1708"/>
                    <a:pt x="4737" y="2309"/>
                  </a:cubicBezTo>
                  <a:cubicBezTo>
                    <a:pt x="4904" y="3543"/>
                    <a:pt x="5171" y="4811"/>
                    <a:pt x="5004" y="5978"/>
                  </a:cubicBezTo>
                  <a:cubicBezTo>
                    <a:pt x="5004" y="6245"/>
                    <a:pt x="4904" y="6579"/>
                    <a:pt x="4771" y="6845"/>
                  </a:cubicBezTo>
                  <a:cubicBezTo>
                    <a:pt x="4704" y="7179"/>
                    <a:pt x="4504" y="7513"/>
                    <a:pt x="4237" y="7746"/>
                  </a:cubicBezTo>
                  <a:cubicBezTo>
                    <a:pt x="3828" y="8209"/>
                    <a:pt x="3330" y="8405"/>
                    <a:pt x="3198" y="8480"/>
                  </a:cubicBezTo>
                  <a:lnTo>
                    <a:pt x="2936" y="8480"/>
                  </a:lnTo>
                  <a:cubicBezTo>
                    <a:pt x="2703" y="8480"/>
                    <a:pt x="2369" y="8480"/>
                    <a:pt x="2035" y="8380"/>
                  </a:cubicBezTo>
                  <a:cubicBezTo>
                    <a:pt x="1368" y="8213"/>
                    <a:pt x="1001" y="7412"/>
                    <a:pt x="868" y="7046"/>
                  </a:cubicBezTo>
                  <a:cubicBezTo>
                    <a:pt x="401" y="6011"/>
                    <a:pt x="368" y="4711"/>
                    <a:pt x="534" y="3510"/>
                  </a:cubicBezTo>
                  <a:cubicBezTo>
                    <a:pt x="734" y="2342"/>
                    <a:pt x="1435" y="1208"/>
                    <a:pt x="2536" y="674"/>
                  </a:cubicBezTo>
                  <a:cubicBezTo>
                    <a:pt x="2833" y="526"/>
                    <a:pt x="3172" y="408"/>
                    <a:pt x="3483" y="408"/>
                  </a:cubicBezTo>
                  <a:close/>
                  <a:moveTo>
                    <a:pt x="3462" y="1"/>
                  </a:moveTo>
                  <a:cubicBezTo>
                    <a:pt x="3419" y="1"/>
                    <a:pt x="3377" y="3"/>
                    <a:pt x="3336" y="7"/>
                  </a:cubicBezTo>
                  <a:cubicBezTo>
                    <a:pt x="2936" y="41"/>
                    <a:pt x="2669" y="174"/>
                    <a:pt x="2369" y="307"/>
                  </a:cubicBezTo>
                  <a:cubicBezTo>
                    <a:pt x="1201" y="874"/>
                    <a:pt x="401" y="2075"/>
                    <a:pt x="167" y="3343"/>
                  </a:cubicBezTo>
                  <a:cubicBezTo>
                    <a:pt x="34" y="3977"/>
                    <a:pt x="1" y="4644"/>
                    <a:pt x="1" y="5244"/>
                  </a:cubicBezTo>
                  <a:cubicBezTo>
                    <a:pt x="1" y="5878"/>
                    <a:pt x="101" y="6545"/>
                    <a:pt x="334" y="7179"/>
                  </a:cubicBezTo>
                  <a:cubicBezTo>
                    <a:pt x="434" y="7546"/>
                    <a:pt x="668" y="7913"/>
                    <a:pt x="1001" y="8213"/>
                  </a:cubicBezTo>
                  <a:cubicBezTo>
                    <a:pt x="1335" y="8547"/>
                    <a:pt x="1769" y="8713"/>
                    <a:pt x="2169" y="8713"/>
                  </a:cubicBezTo>
                  <a:cubicBezTo>
                    <a:pt x="2219" y="8718"/>
                    <a:pt x="2268" y="8720"/>
                    <a:pt x="2315" y="8720"/>
                  </a:cubicBezTo>
                  <a:cubicBezTo>
                    <a:pt x="2616" y="8720"/>
                    <a:pt x="2863" y="8638"/>
                    <a:pt x="3036" y="8580"/>
                  </a:cubicBezTo>
                  <a:cubicBezTo>
                    <a:pt x="3160" y="8559"/>
                    <a:pt x="3258" y="8539"/>
                    <a:pt x="3315" y="8518"/>
                  </a:cubicBezTo>
                  <a:lnTo>
                    <a:pt x="3315" y="8518"/>
                  </a:lnTo>
                  <a:cubicBezTo>
                    <a:pt x="3388" y="8509"/>
                    <a:pt x="3486" y="8495"/>
                    <a:pt x="3603" y="8480"/>
                  </a:cubicBezTo>
                  <a:cubicBezTo>
                    <a:pt x="3737" y="8413"/>
                    <a:pt x="3903" y="8380"/>
                    <a:pt x="4070" y="8313"/>
                  </a:cubicBezTo>
                  <a:cubicBezTo>
                    <a:pt x="4237" y="8213"/>
                    <a:pt x="4404" y="8080"/>
                    <a:pt x="4571" y="7980"/>
                  </a:cubicBezTo>
                  <a:cubicBezTo>
                    <a:pt x="4904" y="7713"/>
                    <a:pt x="5171" y="7312"/>
                    <a:pt x="5338" y="6912"/>
                  </a:cubicBezTo>
                  <a:cubicBezTo>
                    <a:pt x="5505" y="6545"/>
                    <a:pt x="5571" y="6178"/>
                    <a:pt x="5571" y="5911"/>
                  </a:cubicBezTo>
                  <a:cubicBezTo>
                    <a:pt x="5671" y="4577"/>
                    <a:pt x="5338" y="3376"/>
                    <a:pt x="5104" y="2142"/>
                  </a:cubicBezTo>
                  <a:cubicBezTo>
                    <a:pt x="5038" y="1842"/>
                    <a:pt x="5004" y="1508"/>
                    <a:pt x="4871" y="1208"/>
                  </a:cubicBezTo>
                  <a:cubicBezTo>
                    <a:pt x="4737" y="874"/>
                    <a:pt x="4571" y="574"/>
                    <a:pt x="4337" y="341"/>
                  </a:cubicBezTo>
                  <a:cubicBezTo>
                    <a:pt x="4103" y="107"/>
                    <a:pt x="3766" y="1"/>
                    <a:pt x="34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94" name="Google Shape;5594;p69"/>
            <p:cNvSpPr/>
            <p:nvPr/>
          </p:nvSpPr>
          <p:spPr>
            <a:xfrm>
              <a:off x="5582626" y="3814221"/>
              <a:ext cx="11316" cy="61385"/>
            </a:xfrm>
            <a:custGeom>
              <a:avLst/>
              <a:gdLst/>
              <a:ahLst/>
              <a:cxnLst/>
              <a:rect l="l" t="t" r="r" b="b"/>
              <a:pathLst>
                <a:path w="702" h="3808" extrusionOk="0">
                  <a:moveTo>
                    <a:pt x="360" y="1"/>
                  </a:moveTo>
                  <a:cubicBezTo>
                    <a:pt x="281" y="1"/>
                    <a:pt x="1" y="442"/>
                    <a:pt x="1" y="603"/>
                  </a:cubicBezTo>
                  <a:cubicBezTo>
                    <a:pt x="134" y="1504"/>
                    <a:pt x="201" y="2338"/>
                    <a:pt x="167" y="3205"/>
                  </a:cubicBezTo>
                  <a:cubicBezTo>
                    <a:pt x="199" y="3429"/>
                    <a:pt x="416" y="3807"/>
                    <a:pt x="463" y="3807"/>
                  </a:cubicBezTo>
                  <a:cubicBezTo>
                    <a:pt x="465" y="3807"/>
                    <a:pt x="466" y="3807"/>
                    <a:pt x="468" y="3805"/>
                  </a:cubicBezTo>
                  <a:cubicBezTo>
                    <a:pt x="601" y="3805"/>
                    <a:pt x="701" y="3305"/>
                    <a:pt x="701" y="3138"/>
                  </a:cubicBezTo>
                  <a:cubicBezTo>
                    <a:pt x="434" y="2304"/>
                    <a:pt x="301" y="1437"/>
                    <a:pt x="534" y="636"/>
                  </a:cubicBezTo>
                  <a:cubicBezTo>
                    <a:pt x="601" y="503"/>
                    <a:pt x="534" y="370"/>
                    <a:pt x="501" y="269"/>
                  </a:cubicBezTo>
                  <a:cubicBezTo>
                    <a:pt x="468" y="136"/>
                    <a:pt x="434" y="3"/>
                    <a:pt x="367" y="3"/>
                  </a:cubicBezTo>
                  <a:cubicBezTo>
                    <a:pt x="365" y="1"/>
                    <a:pt x="363" y="1"/>
                    <a:pt x="3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95" name="Google Shape;5595;p69"/>
            <p:cNvSpPr/>
            <p:nvPr/>
          </p:nvSpPr>
          <p:spPr>
            <a:xfrm>
              <a:off x="5563266" y="3795232"/>
              <a:ext cx="22068" cy="14202"/>
            </a:xfrm>
            <a:custGeom>
              <a:avLst/>
              <a:gdLst/>
              <a:ahLst/>
              <a:cxnLst/>
              <a:rect l="l" t="t" r="r" b="b"/>
              <a:pathLst>
                <a:path w="1369" h="881" extrusionOk="0">
                  <a:moveTo>
                    <a:pt x="1157" y="1"/>
                  </a:moveTo>
                  <a:cubicBezTo>
                    <a:pt x="1124" y="1"/>
                    <a:pt x="1093" y="5"/>
                    <a:pt x="1068" y="13"/>
                  </a:cubicBezTo>
                  <a:lnTo>
                    <a:pt x="568" y="280"/>
                  </a:lnTo>
                  <a:cubicBezTo>
                    <a:pt x="401" y="347"/>
                    <a:pt x="201" y="447"/>
                    <a:pt x="34" y="547"/>
                  </a:cubicBezTo>
                  <a:cubicBezTo>
                    <a:pt x="1" y="614"/>
                    <a:pt x="1" y="680"/>
                    <a:pt x="1" y="780"/>
                  </a:cubicBezTo>
                  <a:cubicBezTo>
                    <a:pt x="34" y="847"/>
                    <a:pt x="34" y="880"/>
                    <a:pt x="67" y="880"/>
                  </a:cubicBezTo>
                  <a:lnTo>
                    <a:pt x="167" y="814"/>
                  </a:lnTo>
                  <a:lnTo>
                    <a:pt x="234" y="714"/>
                  </a:lnTo>
                  <a:cubicBezTo>
                    <a:pt x="301" y="614"/>
                    <a:pt x="468" y="480"/>
                    <a:pt x="634" y="380"/>
                  </a:cubicBezTo>
                  <a:cubicBezTo>
                    <a:pt x="801" y="313"/>
                    <a:pt x="968" y="280"/>
                    <a:pt x="1168" y="280"/>
                  </a:cubicBezTo>
                  <a:cubicBezTo>
                    <a:pt x="1235" y="213"/>
                    <a:pt x="1368" y="113"/>
                    <a:pt x="1368" y="113"/>
                  </a:cubicBezTo>
                  <a:cubicBezTo>
                    <a:pt x="1368" y="38"/>
                    <a:pt x="1256"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96" name="Google Shape;5596;p69"/>
            <p:cNvSpPr/>
            <p:nvPr/>
          </p:nvSpPr>
          <p:spPr>
            <a:xfrm>
              <a:off x="5551982" y="3787236"/>
              <a:ext cx="22600" cy="11977"/>
            </a:xfrm>
            <a:custGeom>
              <a:avLst/>
              <a:gdLst/>
              <a:ahLst/>
              <a:cxnLst/>
              <a:rect l="l" t="t" r="r" b="b"/>
              <a:pathLst>
                <a:path w="1402" h="743" extrusionOk="0">
                  <a:moveTo>
                    <a:pt x="1162" y="0"/>
                  </a:moveTo>
                  <a:cubicBezTo>
                    <a:pt x="1140" y="0"/>
                    <a:pt x="1119" y="3"/>
                    <a:pt x="1101" y="9"/>
                  </a:cubicBezTo>
                  <a:cubicBezTo>
                    <a:pt x="767" y="209"/>
                    <a:pt x="467" y="309"/>
                    <a:pt x="100" y="476"/>
                  </a:cubicBezTo>
                  <a:cubicBezTo>
                    <a:pt x="0" y="509"/>
                    <a:pt x="0" y="743"/>
                    <a:pt x="34" y="743"/>
                  </a:cubicBezTo>
                  <a:cubicBezTo>
                    <a:pt x="67" y="743"/>
                    <a:pt x="234" y="709"/>
                    <a:pt x="267" y="676"/>
                  </a:cubicBezTo>
                  <a:cubicBezTo>
                    <a:pt x="501" y="376"/>
                    <a:pt x="867" y="242"/>
                    <a:pt x="1201" y="242"/>
                  </a:cubicBezTo>
                  <a:cubicBezTo>
                    <a:pt x="1268" y="209"/>
                    <a:pt x="1401" y="142"/>
                    <a:pt x="1401" y="142"/>
                  </a:cubicBezTo>
                  <a:cubicBezTo>
                    <a:pt x="1401" y="60"/>
                    <a:pt x="1266" y="0"/>
                    <a:pt x="11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97" name="Google Shape;5597;p69"/>
            <p:cNvSpPr/>
            <p:nvPr/>
          </p:nvSpPr>
          <p:spPr>
            <a:xfrm>
              <a:off x="5544985" y="3774469"/>
              <a:ext cx="20456" cy="10768"/>
            </a:xfrm>
            <a:custGeom>
              <a:avLst/>
              <a:gdLst/>
              <a:ahLst/>
              <a:cxnLst/>
              <a:rect l="l" t="t" r="r" b="b"/>
              <a:pathLst>
                <a:path w="1269" h="668" extrusionOk="0">
                  <a:moveTo>
                    <a:pt x="968" y="0"/>
                  </a:moveTo>
                  <a:cubicBezTo>
                    <a:pt x="701" y="200"/>
                    <a:pt x="468" y="300"/>
                    <a:pt x="134" y="434"/>
                  </a:cubicBezTo>
                  <a:cubicBezTo>
                    <a:pt x="34" y="467"/>
                    <a:pt x="1" y="634"/>
                    <a:pt x="34" y="667"/>
                  </a:cubicBezTo>
                  <a:cubicBezTo>
                    <a:pt x="101" y="667"/>
                    <a:pt x="267" y="634"/>
                    <a:pt x="301" y="634"/>
                  </a:cubicBezTo>
                  <a:cubicBezTo>
                    <a:pt x="468" y="400"/>
                    <a:pt x="801" y="300"/>
                    <a:pt x="1101" y="267"/>
                  </a:cubicBezTo>
                  <a:cubicBezTo>
                    <a:pt x="1168" y="200"/>
                    <a:pt x="1268" y="100"/>
                    <a:pt x="1201" y="67"/>
                  </a:cubicBezTo>
                  <a:cubicBezTo>
                    <a:pt x="1201" y="0"/>
                    <a:pt x="1001" y="0"/>
                    <a:pt x="9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98" name="Google Shape;5598;p69"/>
            <p:cNvSpPr/>
            <p:nvPr/>
          </p:nvSpPr>
          <p:spPr>
            <a:xfrm>
              <a:off x="5544454" y="3758333"/>
              <a:ext cx="17216" cy="9898"/>
            </a:xfrm>
            <a:custGeom>
              <a:avLst/>
              <a:gdLst/>
              <a:ahLst/>
              <a:cxnLst/>
              <a:rect l="l" t="t" r="r" b="b"/>
              <a:pathLst>
                <a:path w="1068" h="614" extrusionOk="0">
                  <a:moveTo>
                    <a:pt x="834" y="0"/>
                  </a:moveTo>
                  <a:cubicBezTo>
                    <a:pt x="634" y="167"/>
                    <a:pt x="400" y="267"/>
                    <a:pt x="134" y="301"/>
                  </a:cubicBezTo>
                  <a:cubicBezTo>
                    <a:pt x="67" y="334"/>
                    <a:pt x="34" y="367"/>
                    <a:pt x="34" y="434"/>
                  </a:cubicBezTo>
                  <a:cubicBezTo>
                    <a:pt x="0" y="467"/>
                    <a:pt x="0" y="534"/>
                    <a:pt x="34" y="534"/>
                  </a:cubicBezTo>
                  <a:cubicBezTo>
                    <a:pt x="58" y="583"/>
                    <a:pt x="136" y="614"/>
                    <a:pt x="189" y="614"/>
                  </a:cubicBezTo>
                  <a:cubicBezTo>
                    <a:pt x="209" y="614"/>
                    <a:pt x="225" y="610"/>
                    <a:pt x="234" y="601"/>
                  </a:cubicBezTo>
                  <a:cubicBezTo>
                    <a:pt x="467" y="367"/>
                    <a:pt x="701" y="301"/>
                    <a:pt x="968" y="301"/>
                  </a:cubicBezTo>
                  <a:cubicBezTo>
                    <a:pt x="1001" y="301"/>
                    <a:pt x="1068" y="167"/>
                    <a:pt x="1068" y="101"/>
                  </a:cubicBezTo>
                  <a:cubicBezTo>
                    <a:pt x="1034" y="34"/>
                    <a:pt x="867" y="0"/>
                    <a:pt x="8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99" name="Google Shape;5599;p69"/>
            <p:cNvSpPr/>
            <p:nvPr/>
          </p:nvSpPr>
          <p:spPr>
            <a:xfrm>
              <a:off x="5540149" y="3743277"/>
              <a:ext cx="18828" cy="8076"/>
            </a:xfrm>
            <a:custGeom>
              <a:avLst/>
              <a:gdLst/>
              <a:ahLst/>
              <a:cxnLst/>
              <a:rect l="l" t="t" r="r" b="b"/>
              <a:pathLst>
                <a:path w="1168" h="501" extrusionOk="0">
                  <a:moveTo>
                    <a:pt x="934" y="0"/>
                  </a:moveTo>
                  <a:cubicBezTo>
                    <a:pt x="734" y="167"/>
                    <a:pt x="467" y="201"/>
                    <a:pt x="167" y="234"/>
                  </a:cubicBezTo>
                  <a:cubicBezTo>
                    <a:pt x="100" y="267"/>
                    <a:pt x="0" y="401"/>
                    <a:pt x="67" y="434"/>
                  </a:cubicBezTo>
                  <a:cubicBezTo>
                    <a:pt x="67" y="501"/>
                    <a:pt x="234" y="501"/>
                    <a:pt x="267" y="501"/>
                  </a:cubicBezTo>
                  <a:cubicBezTo>
                    <a:pt x="467" y="267"/>
                    <a:pt x="734" y="234"/>
                    <a:pt x="1001" y="234"/>
                  </a:cubicBezTo>
                  <a:cubicBezTo>
                    <a:pt x="1101" y="201"/>
                    <a:pt x="1168" y="67"/>
                    <a:pt x="1168" y="67"/>
                  </a:cubicBezTo>
                  <a:cubicBezTo>
                    <a:pt x="1134" y="34"/>
                    <a:pt x="968" y="0"/>
                    <a:pt x="9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00" name="Google Shape;5600;p69"/>
            <p:cNvSpPr/>
            <p:nvPr/>
          </p:nvSpPr>
          <p:spPr>
            <a:xfrm>
              <a:off x="5542842" y="3730913"/>
              <a:ext cx="17216" cy="6996"/>
            </a:xfrm>
            <a:custGeom>
              <a:avLst/>
              <a:gdLst/>
              <a:ahLst/>
              <a:cxnLst/>
              <a:rect l="l" t="t" r="r" b="b"/>
              <a:pathLst>
                <a:path w="1068" h="434" extrusionOk="0">
                  <a:moveTo>
                    <a:pt x="767" y="0"/>
                  </a:moveTo>
                  <a:cubicBezTo>
                    <a:pt x="667" y="34"/>
                    <a:pt x="601" y="100"/>
                    <a:pt x="467" y="134"/>
                  </a:cubicBezTo>
                  <a:cubicBezTo>
                    <a:pt x="434" y="150"/>
                    <a:pt x="384" y="159"/>
                    <a:pt x="325" y="159"/>
                  </a:cubicBezTo>
                  <a:cubicBezTo>
                    <a:pt x="267" y="159"/>
                    <a:pt x="200" y="150"/>
                    <a:pt x="134" y="134"/>
                  </a:cubicBezTo>
                  <a:cubicBezTo>
                    <a:pt x="100" y="134"/>
                    <a:pt x="0" y="267"/>
                    <a:pt x="0" y="300"/>
                  </a:cubicBezTo>
                  <a:cubicBezTo>
                    <a:pt x="0" y="334"/>
                    <a:pt x="134" y="434"/>
                    <a:pt x="167" y="434"/>
                  </a:cubicBezTo>
                  <a:cubicBezTo>
                    <a:pt x="300" y="334"/>
                    <a:pt x="400" y="300"/>
                    <a:pt x="500" y="300"/>
                  </a:cubicBezTo>
                  <a:lnTo>
                    <a:pt x="901" y="300"/>
                  </a:lnTo>
                  <a:cubicBezTo>
                    <a:pt x="967" y="267"/>
                    <a:pt x="1068" y="167"/>
                    <a:pt x="967" y="134"/>
                  </a:cubicBezTo>
                  <a:cubicBezTo>
                    <a:pt x="967" y="100"/>
                    <a:pt x="801"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01" name="Google Shape;5601;p69"/>
            <p:cNvSpPr/>
            <p:nvPr/>
          </p:nvSpPr>
          <p:spPr>
            <a:xfrm>
              <a:off x="5549290" y="3718001"/>
              <a:ext cx="11300" cy="4852"/>
            </a:xfrm>
            <a:custGeom>
              <a:avLst/>
              <a:gdLst/>
              <a:ahLst/>
              <a:cxnLst/>
              <a:rect l="l" t="t" r="r" b="b"/>
              <a:pathLst>
                <a:path w="701" h="301" extrusionOk="0">
                  <a:moveTo>
                    <a:pt x="100" y="1"/>
                  </a:moveTo>
                  <a:cubicBezTo>
                    <a:pt x="67" y="1"/>
                    <a:pt x="0" y="134"/>
                    <a:pt x="0" y="167"/>
                  </a:cubicBezTo>
                  <a:cubicBezTo>
                    <a:pt x="0" y="234"/>
                    <a:pt x="67" y="301"/>
                    <a:pt x="100" y="301"/>
                  </a:cubicBezTo>
                  <a:cubicBezTo>
                    <a:pt x="184" y="268"/>
                    <a:pt x="259" y="251"/>
                    <a:pt x="334" y="251"/>
                  </a:cubicBezTo>
                  <a:cubicBezTo>
                    <a:pt x="409" y="251"/>
                    <a:pt x="484" y="268"/>
                    <a:pt x="567" y="301"/>
                  </a:cubicBezTo>
                  <a:cubicBezTo>
                    <a:pt x="601" y="301"/>
                    <a:pt x="701" y="234"/>
                    <a:pt x="701" y="167"/>
                  </a:cubicBezTo>
                  <a:cubicBezTo>
                    <a:pt x="701" y="134"/>
                    <a:pt x="601" y="1"/>
                    <a:pt x="567" y="1"/>
                  </a:cubicBezTo>
                  <a:cubicBezTo>
                    <a:pt x="484" y="51"/>
                    <a:pt x="409" y="76"/>
                    <a:pt x="334" y="76"/>
                  </a:cubicBezTo>
                  <a:cubicBezTo>
                    <a:pt x="259" y="76"/>
                    <a:pt x="184" y="51"/>
                    <a:pt x="1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02" name="Google Shape;5602;p69"/>
            <p:cNvSpPr/>
            <p:nvPr/>
          </p:nvSpPr>
          <p:spPr>
            <a:xfrm>
              <a:off x="5553045" y="3706169"/>
              <a:ext cx="17764" cy="5400"/>
            </a:xfrm>
            <a:custGeom>
              <a:avLst/>
              <a:gdLst/>
              <a:ahLst/>
              <a:cxnLst/>
              <a:rect l="l" t="t" r="r" b="b"/>
              <a:pathLst>
                <a:path w="1102" h="335" extrusionOk="0">
                  <a:moveTo>
                    <a:pt x="868" y="1"/>
                  </a:moveTo>
                  <a:cubicBezTo>
                    <a:pt x="761" y="72"/>
                    <a:pt x="644" y="105"/>
                    <a:pt x="518" y="105"/>
                  </a:cubicBezTo>
                  <a:cubicBezTo>
                    <a:pt x="408" y="105"/>
                    <a:pt x="292" y="81"/>
                    <a:pt x="168" y="34"/>
                  </a:cubicBezTo>
                  <a:cubicBezTo>
                    <a:pt x="101" y="34"/>
                    <a:pt x="1" y="168"/>
                    <a:pt x="1" y="201"/>
                  </a:cubicBezTo>
                  <a:cubicBezTo>
                    <a:pt x="1" y="234"/>
                    <a:pt x="134" y="334"/>
                    <a:pt x="168" y="334"/>
                  </a:cubicBezTo>
                  <a:cubicBezTo>
                    <a:pt x="337" y="271"/>
                    <a:pt x="479" y="248"/>
                    <a:pt x="637" y="248"/>
                  </a:cubicBezTo>
                  <a:cubicBezTo>
                    <a:pt x="729" y="248"/>
                    <a:pt x="825" y="255"/>
                    <a:pt x="935" y="268"/>
                  </a:cubicBezTo>
                  <a:cubicBezTo>
                    <a:pt x="1002" y="268"/>
                    <a:pt x="1102" y="168"/>
                    <a:pt x="1102" y="134"/>
                  </a:cubicBezTo>
                  <a:cubicBezTo>
                    <a:pt x="1035" y="68"/>
                    <a:pt x="935" y="1"/>
                    <a:pt x="8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03" name="Google Shape;5603;p69"/>
            <p:cNvSpPr/>
            <p:nvPr/>
          </p:nvSpPr>
          <p:spPr>
            <a:xfrm>
              <a:off x="5564346" y="3696497"/>
              <a:ext cx="14540" cy="5384"/>
            </a:xfrm>
            <a:custGeom>
              <a:avLst/>
              <a:gdLst/>
              <a:ahLst/>
              <a:cxnLst/>
              <a:rect l="l" t="t" r="r" b="b"/>
              <a:pathLst>
                <a:path w="902" h="334" extrusionOk="0">
                  <a:moveTo>
                    <a:pt x="134" y="0"/>
                  </a:moveTo>
                  <a:cubicBezTo>
                    <a:pt x="100" y="0"/>
                    <a:pt x="0" y="134"/>
                    <a:pt x="0" y="167"/>
                  </a:cubicBezTo>
                  <a:cubicBezTo>
                    <a:pt x="0" y="234"/>
                    <a:pt x="100" y="301"/>
                    <a:pt x="134" y="301"/>
                  </a:cubicBezTo>
                  <a:cubicBezTo>
                    <a:pt x="209" y="271"/>
                    <a:pt x="291" y="254"/>
                    <a:pt x="373" y="254"/>
                  </a:cubicBezTo>
                  <a:cubicBezTo>
                    <a:pt x="474" y="254"/>
                    <a:pt x="576" y="279"/>
                    <a:pt x="668" y="334"/>
                  </a:cubicBezTo>
                  <a:cubicBezTo>
                    <a:pt x="734" y="334"/>
                    <a:pt x="834" y="301"/>
                    <a:pt x="834" y="267"/>
                  </a:cubicBezTo>
                  <a:cubicBezTo>
                    <a:pt x="901" y="234"/>
                    <a:pt x="801" y="67"/>
                    <a:pt x="768" y="67"/>
                  </a:cubicBezTo>
                  <a:cubicBezTo>
                    <a:pt x="694" y="79"/>
                    <a:pt x="617" y="87"/>
                    <a:pt x="538" y="87"/>
                  </a:cubicBezTo>
                  <a:cubicBezTo>
                    <a:pt x="401" y="87"/>
                    <a:pt x="261" y="64"/>
                    <a:pt x="1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604" name="Google Shape;5604;p69"/>
          <p:cNvGrpSpPr/>
          <p:nvPr/>
        </p:nvGrpSpPr>
        <p:grpSpPr>
          <a:xfrm>
            <a:off x="4993620" y="2293901"/>
            <a:ext cx="219976" cy="191993"/>
            <a:chOff x="4765293" y="2300488"/>
            <a:chExt cx="231773" cy="202290"/>
          </a:xfrm>
        </p:grpSpPr>
        <p:sp>
          <p:nvSpPr>
            <p:cNvPr id="5605" name="Google Shape;5605;p69"/>
            <p:cNvSpPr/>
            <p:nvPr/>
          </p:nvSpPr>
          <p:spPr>
            <a:xfrm>
              <a:off x="4765293" y="2303729"/>
              <a:ext cx="91433" cy="141066"/>
            </a:xfrm>
            <a:custGeom>
              <a:avLst/>
              <a:gdLst/>
              <a:ahLst/>
              <a:cxnLst/>
              <a:rect l="l" t="t" r="r" b="b"/>
              <a:pathLst>
                <a:path w="5672" h="8751" extrusionOk="0">
                  <a:moveTo>
                    <a:pt x="3517" y="431"/>
                  </a:moveTo>
                  <a:cubicBezTo>
                    <a:pt x="3759" y="431"/>
                    <a:pt x="3977" y="497"/>
                    <a:pt x="4137" y="672"/>
                  </a:cubicBezTo>
                  <a:cubicBezTo>
                    <a:pt x="4504" y="1106"/>
                    <a:pt x="4671" y="1740"/>
                    <a:pt x="4771" y="2307"/>
                  </a:cubicBezTo>
                  <a:cubicBezTo>
                    <a:pt x="4938" y="3574"/>
                    <a:pt x="5171" y="4809"/>
                    <a:pt x="5004" y="5976"/>
                  </a:cubicBezTo>
                  <a:cubicBezTo>
                    <a:pt x="5004" y="6243"/>
                    <a:pt x="4971" y="6610"/>
                    <a:pt x="4804" y="6843"/>
                  </a:cubicBezTo>
                  <a:cubicBezTo>
                    <a:pt x="4704" y="7177"/>
                    <a:pt x="4504" y="7511"/>
                    <a:pt x="4237" y="7777"/>
                  </a:cubicBezTo>
                  <a:cubicBezTo>
                    <a:pt x="3829" y="8213"/>
                    <a:pt x="3354" y="8404"/>
                    <a:pt x="3211" y="8478"/>
                  </a:cubicBezTo>
                  <a:lnTo>
                    <a:pt x="2969" y="8478"/>
                  </a:lnTo>
                  <a:cubicBezTo>
                    <a:pt x="2703" y="8478"/>
                    <a:pt x="2369" y="8478"/>
                    <a:pt x="2035" y="8411"/>
                  </a:cubicBezTo>
                  <a:cubicBezTo>
                    <a:pt x="1368" y="8244"/>
                    <a:pt x="1001" y="7444"/>
                    <a:pt x="868" y="7077"/>
                  </a:cubicBezTo>
                  <a:cubicBezTo>
                    <a:pt x="401" y="6009"/>
                    <a:pt x="368" y="4742"/>
                    <a:pt x="534" y="3508"/>
                  </a:cubicBezTo>
                  <a:cubicBezTo>
                    <a:pt x="735" y="2340"/>
                    <a:pt x="1468" y="1239"/>
                    <a:pt x="2536" y="672"/>
                  </a:cubicBezTo>
                  <a:cubicBezTo>
                    <a:pt x="2855" y="541"/>
                    <a:pt x="3206" y="431"/>
                    <a:pt x="3517" y="431"/>
                  </a:cubicBezTo>
                  <a:close/>
                  <a:moveTo>
                    <a:pt x="3440" y="0"/>
                  </a:moveTo>
                  <a:cubicBezTo>
                    <a:pt x="3405" y="0"/>
                    <a:pt x="3370" y="2"/>
                    <a:pt x="3336" y="5"/>
                  </a:cubicBezTo>
                  <a:cubicBezTo>
                    <a:pt x="2969" y="72"/>
                    <a:pt x="2669" y="172"/>
                    <a:pt x="2369" y="305"/>
                  </a:cubicBezTo>
                  <a:cubicBezTo>
                    <a:pt x="1202" y="906"/>
                    <a:pt x="401" y="2107"/>
                    <a:pt x="167" y="3341"/>
                  </a:cubicBezTo>
                  <a:cubicBezTo>
                    <a:pt x="34" y="3975"/>
                    <a:pt x="1" y="4642"/>
                    <a:pt x="1" y="5276"/>
                  </a:cubicBezTo>
                  <a:cubicBezTo>
                    <a:pt x="1" y="5909"/>
                    <a:pt x="134" y="6577"/>
                    <a:pt x="334" y="7177"/>
                  </a:cubicBezTo>
                  <a:cubicBezTo>
                    <a:pt x="468" y="7577"/>
                    <a:pt x="668" y="7944"/>
                    <a:pt x="1001" y="8244"/>
                  </a:cubicBezTo>
                  <a:cubicBezTo>
                    <a:pt x="1335" y="8578"/>
                    <a:pt x="1802" y="8745"/>
                    <a:pt x="2169" y="8745"/>
                  </a:cubicBezTo>
                  <a:cubicBezTo>
                    <a:pt x="2209" y="8748"/>
                    <a:pt x="2249" y="8750"/>
                    <a:pt x="2287" y="8750"/>
                  </a:cubicBezTo>
                  <a:cubicBezTo>
                    <a:pt x="2600" y="8750"/>
                    <a:pt x="2858" y="8641"/>
                    <a:pt x="3036" y="8611"/>
                  </a:cubicBezTo>
                  <a:cubicBezTo>
                    <a:pt x="3158" y="8591"/>
                    <a:pt x="3255" y="8559"/>
                    <a:pt x="3312" y="8529"/>
                  </a:cubicBezTo>
                  <a:lnTo>
                    <a:pt x="3312" y="8529"/>
                  </a:lnTo>
                  <a:cubicBezTo>
                    <a:pt x="3390" y="8515"/>
                    <a:pt x="3500" y="8493"/>
                    <a:pt x="3637" y="8478"/>
                  </a:cubicBezTo>
                  <a:cubicBezTo>
                    <a:pt x="3737" y="8445"/>
                    <a:pt x="3903" y="8411"/>
                    <a:pt x="4070" y="8311"/>
                  </a:cubicBezTo>
                  <a:cubicBezTo>
                    <a:pt x="4237" y="8244"/>
                    <a:pt x="4404" y="8111"/>
                    <a:pt x="4571" y="7978"/>
                  </a:cubicBezTo>
                  <a:cubicBezTo>
                    <a:pt x="4904" y="7744"/>
                    <a:pt x="5171" y="7310"/>
                    <a:pt x="5338" y="6943"/>
                  </a:cubicBezTo>
                  <a:cubicBezTo>
                    <a:pt x="5505" y="6577"/>
                    <a:pt x="5571" y="6176"/>
                    <a:pt x="5571" y="5943"/>
                  </a:cubicBezTo>
                  <a:cubicBezTo>
                    <a:pt x="5671" y="4608"/>
                    <a:pt x="5338" y="3408"/>
                    <a:pt x="5138" y="2140"/>
                  </a:cubicBezTo>
                  <a:cubicBezTo>
                    <a:pt x="5071" y="1840"/>
                    <a:pt x="5004" y="1506"/>
                    <a:pt x="4871" y="1239"/>
                  </a:cubicBezTo>
                  <a:cubicBezTo>
                    <a:pt x="4737" y="906"/>
                    <a:pt x="4571" y="606"/>
                    <a:pt x="4337" y="339"/>
                  </a:cubicBezTo>
                  <a:cubicBezTo>
                    <a:pt x="4098" y="129"/>
                    <a:pt x="3750" y="0"/>
                    <a:pt x="34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06" name="Google Shape;5606;p69"/>
            <p:cNvSpPr/>
            <p:nvPr/>
          </p:nvSpPr>
          <p:spPr>
            <a:xfrm>
              <a:off x="4809930" y="2441893"/>
              <a:ext cx="11300" cy="60885"/>
            </a:xfrm>
            <a:custGeom>
              <a:avLst/>
              <a:gdLst/>
              <a:ahLst/>
              <a:cxnLst/>
              <a:rect l="l" t="t" r="r" b="b"/>
              <a:pathLst>
                <a:path w="701" h="3777" extrusionOk="0">
                  <a:moveTo>
                    <a:pt x="345" y="1"/>
                  </a:moveTo>
                  <a:cubicBezTo>
                    <a:pt x="233" y="1"/>
                    <a:pt x="0" y="418"/>
                    <a:pt x="0" y="574"/>
                  </a:cubicBezTo>
                  <a:cubicBezTo>
                    <a:pt x="100" y="1508"/>
                    <a:pt x="200" y="2342"/>
                    <a:pt x="167" y="3209"/>
                  </a:cubicBezTo>
                  <a:cubicBezTo>
                    <a:pt x="167" y="3409"/>
                    <a:pt x="401" y="3776"/>
                    <a:pt x="434" y="3776"/>
                  </a:cubicBezTo>
                  <a:cubicBezTo>
                    <a:pt x="567" y="3776"/>
                    <a:pt x="701" y="3276"/>
                    <a:pt x="701" y="3109"/>
                  </a:cubicBezTo>
                  <a:cubicBezTo>
                    <a:pt x="401" y="2275"/>
                    <a:pt x="267" y="1408"/>
                    <a:pt x="534" y="607"/>
                  </a:cubicBezTo>
                  <a:cubicBezTo>
                    <a:pt x="567" y="474"/>
                    <a:pt x="534" y="374"/>
                    <a:pt x="501" y="241"/>
                  </a:cubicBezTo>
                  <a:cubicBezTo>
                    <a:pt x="434" y="107"/>
                    <a:pt x="401" y="7"/>
                    <a:pt x="367" y="7"/>
                  </a:cubicBezTo>
                  <a:cubicBezTo>
                    <a:pt x="361" y="3"/>
                    <a:pt x="353" y="1"/>
                    <a:pt x="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07" name="Google Shape;5607;p69"/>
            <p:cNvSpPr/>
            <p:nvPr/>
          </p:nvSpPr>
          <p:spPr>
            <a:xfrm>
              <a:off x="4789489" y="2422726"/>
              <a:ext cx="23148" cy="14444"/>
            </a:xfrm>
            <a:custGeom>
              <a:avLst/>
              <a:gdLst/>
              <a:ahLst/>
              <a:cxnLst/>
              <a:rect l="l" t="t" r="r" b="b"/>
              <a:pathLst>
                <a:path w="1436" h="896" extrusionOk="0">
                  <a:moveTo>
                    <a:pt x="1186" y="1"/>
                  </a:moveTo>
                  <a:cubicBezTo>
                    <a:pt x="1152" y="1"/>
                    <a:pt x="1121" y="9"/>
                    <a:pt x="1102" y="28"/>
                  </a:cubicBezTo>
                  <a:lnTo>
                    <a:pt x="601" y="262"/>
                  </a:lnTo>
                  <a:cubicBezTo>
                    <a:pt x="434" y="362"/>
                    <a:pt x="201" y="429"/>
                    <a:pt x="34" y="562"/>
                  </a:cubicBezTo>
                  <a:cubicBezTo>
                    <a:pt x="1" y="596"/>
                    <a:pt x="1" y="696"/>
                    <a:pt x="1" y="762"/>
                  </a:cubicBezTo>
                  <a:cubicBezTo>
                    <a:pt x="34" y="862"/>
                    <a:pt x="34" y="896"/>
                    <a:pt x="101" y="896"/>
                  </a:cubicBezTo>
                  <a:lnTo>
                    <a:pt x="168" y="796"/>
                  </a:lnTo>
                  <a:lnTo>
                    <a:pt x="268" y="729"/>
                  </a:lnTo>
                  <a:cubicBezTo>
                    <a:pt x="301" y="596"/>
                    <a:pt x="468" y="462"/>
                    <a:pt x="635" y="395"/>
                  </a:cubicBezTo>
                  <a:cubicBezTo>
                    <a:pt x="801" y="295"/>
                    <a:pt x="968" y="262"/>
                    <a:pt x="1168" y="262"/>
                  </a:cubicBezTo>
                  <a:cubicBezTo>
                    <a:pt x="1268" y="229"/>
                    <a:pt x="1435" y="95"/>
                    <a:pt x="1368" y="95"/>
                  </a:cubicBezTo>
                  <a:cubicBezTo>
                    <a:pt x="1368" y="48"/>
                    <a:pt x="1268" y="1"/>
                    <a:pt x="11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08" name="Google Shape;5608;p69"/>
            <p:cNvSpPr/>
            <p:nvPr/>
          </p:nvSpPr>
          <p:spPr>
            <a:xfrm>
              <a:off x="4778205" y="2414763"/>
              <a:ext cx="22600" cy="12187"/>
            </a:xfrm>
            <a:custGeom>
              <a:avLst/>
              <a:gdLst/>
              <a:ahLst/>
              <a:cxnLst/>
              <a:rect l="l" t="t" r="r" b="b"/>
              <a:pathLst>
                <a:path w="1402" h="756" extrusionOk="0">
                  <a:moveTo>
                    <a:pt x="1183" y="0"/>
                  </a:moveTo>
                  <a:cubicBezTo>
                    <a:pt x="1153" y="0"/>
                    <a:pt x="1124" y="7"/>
                    <a:pt x="1101" y="22"/>
                  </a:cubicBezTo>
                  <a:cubicBezTo>
                    <a:pt x="767" y="222"/>
                    <a:pt x="501" y="289"/>
                    <a:pt x="100" y="456"/>
                  </a:cubicBezTo>
                  <a:cubicBezTo>
                    <a:pt x="0" y="522"/>
                    <a:pt x="0" y="756"/>
                    <a:pt x="34" y="756"/>
                  </a:cubicBezTo>
                  <a:cubicBezTo>
                    <a:pt x="67" y="756"/>
                    <a:pt x="234" y="723"/>
                    <a:pt x="300" y="689"/>
                  </a:cubicBezTo>
                  <a:cubicBezTo>
                    <a:pt x="501" y="389"/>
                    <a:pt x="868" y="256"/>
                    <a:pt x="1201" y="256"/>
                  </a:cubicBezTo>
                  <a:cubicBezTo>
                    <a:pt x="1301" y="222"/>
                    <a:pt x="1401" y="122"/>
                    <a:pt x="1401" y="122"/>
                  </a:cubicBezTo>
                  <a:cubicBezTo>
                    <a:pt x="1401" y="71"/>
                    <a:pt x="1283" y="0"/>
                    <a:pt x="11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09" name="Google Shape;5609;p69"/>
            <p:cNvSpPr/>
            <p:nvPr/>
          </p:nvSpPr>
          <p:spPr>
            <a:xfrm>
              <a:off x="4771209" y="2401674"/>
              <a:ext cx="20988" cy="10768"/>
            </a:xfrm>
            <a:custGeom>
              <a:avLst/>
              <a:gdLst/>
              <a:ahLst/>
              <a:cxnLst/>
              <a:rect l="l" t="t" r="r" b="b"/>
              <a:pathLst>
                <a:path w="1302" h="668" extrusionOk="0">
                  <a:moveTo>
                    <a:pt x="968" y="0"/>
                  </a:moveTo>
                  <a:cubicBezTo>
                    <a:pt x="734" y="200"/>
                    <a:pt x="468" y="267"/>
                    <a:pt x="134" y="400"/>
                  </a:cubicBezTo>
                  <a:cubicBezTo>
                    <a:pt x="67" y="434"/>
                    <a:pt x="1" y="601"/>
                    <a:pt x="67" y="667"/>
                  </a:cubicBezTo>
                  <a:cubicBezTo>
                    <a:pt x="101" y="667"/>
                    <a:pt x="267" y="601"/>
                    <a:pt x="301" y="601"/>
                  </a:cubicBezTo>
                  <a:cubicBezTo>
                    <a:pt x="468" y="367"/>
                    <a:pt x="801" y="267"/>
                    <a:pt x="1101" y="234"/>
                  </a:cubicBezTo>
                  <a:cubicBezTo>
                    <a:pt x="1168" y="234"/>
                    <a:pt x="1302" y="67"/>
                    <a:pt x="1235" y="34"/>
                  </a:cubicBezTo>
                  <a:cubicBezTo>
                    <a:pt x="1235" y="0"/>
                    <a:pt x="1001" y="0"/>
                    <a:pt x="9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10" name="Google Shape;5610;p69"/>
            <p:cNvSpPr/>
            <p:nvPr/>
          </p:nvSpPr>
          <p:spPr>
            <a:xfrm>
              <a:off x="4770677" y="2386070"/>
              <a:ext cx="18296" cy="9624"/>
            </a:xfrm>
            <a:custGeom>
              <a:avLst/>
              <a:gdLst/>
              <a:ahLst/>
              <a:cxnLst/>
              <a:rect l="l" t="t" r="r" b="b"/>
              <a:pathLst>
                <a:path w="1135" h="597" extrusionOk="0">
                  <a:moveTo>
                    <a:pt x="834" y="1"/>
                  </a:moveTo>
                  <a:cubicBezTo>
                    <a:pt x="634" y="168"/>
                    <a:pt x="401" y="234"/>
                    <a:pt x="134" y="301"/>
                  </a:cubicBezTo>
                  <a:cubicBezTo>
                    <a:pt x="100" y="334"/>
                    <a:pt x="34" y="368"/>
                    <a:pt x="34" y="401"/>
                  </a:cubicBezTo>
                  <a:cubicBezTo>
                    <a:pt x="0" y="468"/>
                    <a:pt x="0" y="535"/>
                    <a:pt x="34" y="535"/>
                  </a:cubicBezTo>
                  <a:cubicBezTo>
                    <a:pt x="80" y="558"/>
                    <a:pt x="142" y="596"/>
                    <a:pt x="197" y="596"/>
                  </a:cubicBezTo>
                  <a:cubicBezTo>
                    <a:pt x="223" y="596"/>
                    <a:pt x="246" y="589"/>
                    <a:pt x="267" y="568"/>
                  </a:cubicBezTo>
                  <a:cubicBezTo>
                    <a:pt x="467" y="368"/>
                    <a:pt x="701" y="301"/>
                    <a:pt x="968" y="301"/>
                  </a:cubicBezTo>
                  <a:cubicBezTo>
                    <a:pt x="1001" y="234"/>
                    <a:pt x="1134" y="168"/>
                    <a:pt x="1101" y="68"/>
                  </a:cubicBezTo>
                  <a:cubicBezTo>
                    <a:pt x="1034" y="34"/>
                    <a:pt x="868" y="1"/>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11" name="Google Shape;5611;p69"/>
            <p:cNvSpPr/>
            <p:nvPr/>
          </p:nvSpPr>
          <p:spPr>
            <a:xfrm>
              <a:off x="4766373" y="2369950"/>
              <a:ext cx="19376" cy="8076"/>
            </a:xfrm>
            <a:custGeom>
              <a:avLst/>
              <a:gdLst/>
              <a:ahLst/>
              <a:cxnLst/>
              <a:rect l="l" t="t" r="r" b="b"/>
              <a:pathLst>
                <a:path w="1202" h="501" extrusionOk="0">
                  <a:moveTo>
                    <a:pt x="934" y="0"/>
                  </a:moveTo>
                  <a:cubicBezTo>
                    <a:pt x="734" y="167"/>
                    <a:pt x="467" y="200"/>
                    <a:pt x="201" y="234"/>
                  </a:cubicBezTo>
                  <a:cubicBezTo>
                    <a:pt x="100" y="267"/>
                    <a:pt x="0" y="400"/>
                    <a:pt x="67" y="467"/>
                  </a:cubicBezTo>
                  <a:cubicBezTo>
                    <a:pt x="67" y="500"/>
                    <a:pt x="234" y="500"/>
                    <a:pt x="267" y="500"/>
                  </a:cubicBezTo>
                  <a:cubicBezTo>
                    <a:pt x="467" y="267"/>
                    <a:pt x="734" y="234"/>
                    <a:pt x="1034" y="234"/>
                  </a:cubicBezTo>
                  <a:cubicBezTo>
                    <a:pt x="1101" y="234"/>
                    <a:pt x="1201" y="134"/>
                    <a:pt x="1201" y="67"/>
                  </a:cubicBezTo>
                  <a:cubicBezTo>
                    <a:pt x="1135" y="33"/>
                    <a:pt x="968" y="0"/>
                    <a:pt x="9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12" name="Google Shape;5612;p69"/>
            <p:cNvSpPr/>
            <p:nvPr/>
          </p:nvSpPr>
          <p:spPr>
            <a:xfrm>
              <a:off x="4770129" y="2357569"/>
              <a:ext cx="16152" cy="7012"/>
            </a:xfrm>
            <a:custGeom>
              <a:avLst/>
              <a:gdLst/>
              <a:ahLst/>
              <a:cxnLst/>
              <a:rect l="l" t="t" r="r" b="b"/>
              <a:pathLst>
                <a:path w="1002" h="435" extrusionOk="0">
                  <a:moveTo>
                    <a:pt x="735" y="1"/>
                  </a:moveTo>
                  <a:cubicBezTo>
                    <a:pt x="668" y="34"/>
                    <a:pt x="568" y="101"/>
                    <a:pt x="468" y="134"/>
                  </a:cubicBezTo>
                  <a:cubicBezTo>
                    <a:pt x="418" y="151"/>
                    <a:pt x="359" y="159"/>
                    <a:pt x="301" y="159"/>
                  </a:cubicBezTo>
                  <a:cubicBezTo>
                    <a:pt x="243" y="159"/>
                    <a:pt x="184" y="151"/>
                    <a:pt x="134" y="134"/>
                  </a:cubicBezTo>
                  <a:cubicBezTo>
                    <a:pt x="68" y="134"/>
                    <a:pt x="1" y="268"/>
                    <a:pt x="1" y="301"/>
                  </a:cubicBezTo>
                  <a:cubicBezTo>
                    <a:pt x="1" y="334"/>
                    <a:pt x="101" y="435"/>
                    <a:pt x="168" y="435"/>
                  </a:cubicBezTo>
                  <a:cubicBezTo>
                    <a:pt x="301" y="334"/>
                    <a:pt x="368" y="301"/>
                    <a:pt x="501" y="301"/>
                  </a:cubicBezTo>
                  <a:lnTo>
                    <a:pt x="868" y="301"/>
                  </a:lnTo>
                  <a:cubicBezTo>
                    <a:pt x="902" y="301"/>
                    <a:pt x="1002" y="201"/>
                    <a:pt x="968" y="134"/>
                  </a:cubicBezTo>
                  <a:cubicBezTo>
                    <a:pt x="968" y="101"/>
                    <a:pt x="801" y="1"/>
                    <a:pt x="7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13" name="Google Shape;5613;p69"/>
            <p:cNvSpPr/>
            <p:nvPr/>
          </p:nvSpPr>
          <p:spPr>
            <a:xfrm>
              <a:off x="4776045" y="2345205"/>
              <a:ext cx="11316" cy="4320"/>
            </a:xfrm>
            <a:custGeom>
              <a:avLst/>
              <a:gdLst/>
              <a:ahLst/>
              <a:cxnLst/>
              <a:rect l="l" t="t" r="r" b="b"/>
              <a:pathLst>
                <a:path w="702" h="268" extrusionOk="0">
                  <a:moveTo>
                    <a:pt x="134" y="1"/>
                  </a:moveTo>
                  <a:cubicBezTo>
                    <a:pt x="68" y="1"/>
                    <a:pt x="1" y="101"/>
                    <a:pt x="1" y="167"/>
                  </a:cubicBezTo>
                  <a:cubicBezTo>
                    <a:pt x="1" y="201"/>
                    <a:pt x="68" y="268"/>
                    <a:pt x="134" y="268"/>
                  </a:cubicBezTo>
                  <a:cubicBezTo>
                    <a:pt x="218" y="234"/>
                    <a:pt x="293" y="218"/>
                    <a:pt x="368" y="218"/>
                  </a:cubicBezTo>
                  <a:cubicBezTo>
                    <a:pt x="443" y="218"/>
                    <a:pt x="518" y="234"/>
                    <a:pt x="601" y="268"/>
                  </a:cubicBezTo>
                  <a:cubicBezTo>
                    <a:pt x="635" y="268"/>
                    <a:pt x="668" y="201"/>
                    <a:pt x="701" y="167"/>
                  </a:cubicBezTo>
                  <a:cubicBezTo>
                    <a:pt x="701" y="101"/>
                    <a:pt x="635" y="1"/>
                    <a:pt x="601" y="1"/>
                  </a:cubicBezTo>
                  <a:cubicBezTo>
                    <a:pt x="518" y="34"/>
                    <a:pt x="443" y="51"/>
                    <a:pt x="368" y="51"/>
                  </a:cubicBezTo>
                  <a:cubicBezTo>
                    <a:pt x="293" y="51"/>
                    <a:pt x="218" y="34"/>
                    <a:pt x="1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14" name="Google Shape;5614;p69"/>
            <p:cNvSpPr/>
            <p:nvPr/>
          </p:nvSpPr>
          <p:spPr>
            <a:xfrm>
              <a:off x="4780349" y="2333373"/>
              <a:ext cx="17232" cy="5400"/>
            </a:xfrm>
            <a:custGeom>
              <a:avLst/>
              <a:gdLst/>
              <a:ahLst/>
              <a:cxnLst/>
              <a:rect l="l" t="t" r="r" b="b"/>
              <a:pathLst>
                <a:path w="1069" h="335" extrusionOk="0">
                  <a:moveTo>
                    <a:pt x="868" y="1"/>
                  </a:moveTo>
                  <a:cubicBezTo>
                    <a:pt x="743" y="72"/>
                    <a:pt x="618" y="106"/>
                    <a:pt x="493" y="106"/>
                  </a:cubicBezTo>
                  <a:cubicBezTo>
                    <a:pt x="384" y="106"/>
                    <a:pt x="276" y="81"/>
                    <a:pt x="167" y="34"/>
                  </a:cubicBezTo>
                  <a:cubicBezTo>
                    <a:pt x="67" y="34"/>
                    <a:pt x="1" y="168"/>
                    <a:pt x="1" y="234"/>
                  </a:cubicBezTo>
                  <a:cubicBezTo>
                    <a:pt x="1" y="268"/>
                    <a:pt x="101" y="334"/>
                    <a:pt x="167" y="334"/>
                  </a:cubicBezTo>
                  <a:cubicBezTo>
                    <a:pt x="304" y="295"/>
                    <a:pt x="430" y="279"/>
                    <a:pt x="570" y="279"/>
                  </a:cubicBezTo>
                  <a:cubicBezTo>
                    <a:pt x="670" y="279"/>
                    <a:pt x="777" y="287"/>
                    <a:pt x="901" y="301"/>
                  </a:cubicBezTo>
                  <a:cubicBezTo>
                    <a:pt x="935" y="301"/>
                    <a:pt x="1068" y="168"/>
                    <a:pt x="1068" y="134"/>
                  </a:cubicBezTo>
                  <a:cubicBezTo>
                    <a:pt x="1035" y="101"/>
                    <a:pt x="901" y="1"/>
                    <a:pt x="8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15" name="Google Shape;5615;p69"/>
            <p:cNvSpPr/>
            <p:nvPr/>
          </p:nvSpPr>
          <p:spPr>
            <a:xfrm>
              <a:off x="4791650" y="2324233"/>
              <a:ext cx="13992" cy="5400"/>
            </a:xfrm>
            <a:custGeom>
              <a:avLst/>
              <a:gdLst/>
              <a:ahLst/>
              <a:cxnLst/>
              <a:rect l="l" t="t" r="r" b="b"/>
              <a:pathLst>
                <a:path w="868" h="335" extrusionOk="0">
                  <a:moveTo>
                    <a:pt x="134" y="1"/>
                  </a:moveTo>
                  <a:cubicBezTo>
                    <a:pt x="67" y="1"/>
                    <a:pt x="0" y="134"/>
                    <a:pt x="0" y="168"/>
                  </a:cubicBezTo>
                  <a:cubicBezTo>
                    <a:pt x="0" y="201"/>
                    <a:pt x="67" y="301"/>
                    <a:pt x="134" y="301"/>
                  </a:cubicBezTo>
                  <a:cubicBezTo>
                    <a:pt x="211" y="255"/>
                    <a:pt x="296" y="230"/>
                    <a:pt x="381" y="230"/>
                  </a:cubicBezTo>
                  <a:cubicBezTo>
                    <a:pt x="479" y="230"/>
                    <a:pt x="578" y="263"/>
                    <a:pt x="667" y="334"/>
                  </a:cubicBezTo>
                  <a:cubicBezTo>
                    <a:pt x="701" y="334"/>
                    <a:pt x="767" y="301"/>
                    <a:pt x="834" y="234"/>
                  </a:cubicBezTo>
                  <a:cubicBezTo>
                    <a:pt x="867" y="201"/>
                    <a:pt x="801" y="34"/>
                    <a:pt x="734" y="34"/>
                  </a:cubicBezTo>
                  <a:cubicBezTo>
                    <a:pt x="651" y="48"/>
                    <a:pt x="568" y="56"/>
                    <a:pt x="485" y="56"/>
                  </a:cubicBezTo>
                  <a:cubicBezTo>
                    <a:pt x="368" y="56"/>
                    <a:pt x="251" y="40"/>
                    <a:pt x="1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16" name="Google Shape;5616;p69"/>
            <p:cNvSpPr/>
            <p:nvPr/>
          </p:nvSpPr>
          <p:spPr>
            <a:xfrm>
              <a:off x="4905634" y="2300488"/>
              <a:ext cx="91433" cy="140744"/>
            </a:xfrm>
            <a:custGeom>
              <a:avLst/>
              <a:gdLst/>
              <a:ahLst/>
              <a:cxnLst/>
              <a:rect l="l" t="t" r="r" b="b"/>
              <a:pathLst>
                <a:path w="5672" h="8731" extrusionOk="0">
                  <a:moveTo>
                    <a:pt x="3517" y="432"/>
                  </a:moveTo>
                  <a:cubicBezTo>
                    <a:pt x="3759" y="432"/>
                    <a:pt x="3977" y="498"/>
                    <a:pt x="4137" y="673"/>
                  </a:cubicBezTo>
                  <a:cubicBezTo>
                    <a:pt x="4504" y="1107"/>
                    <a:pt x="4638" y="1707"/>
                    <a:pt x="4771" y="2308"/>
                  </a:cubicBezTo>
                  <a:cubicBezTo>
                    <a:pt x="4938" y="3542"/>
                    <a:pt x="5171" y="4809"/>
                    <a:pt x="5004" y="5977"/>
                  </a:cubicBezTo>
                  <a:cubicBezTo>
                    <a:pt x="5004" y="6244"/>
                    <a:pt x="4938" y="6611"/>
                    <a:pt x="4804" y="6844"/>
                  </a:cubicBezTo>
                  <a:cubicBezTo>
                    <a:pt x="4704" y="7178"/>
                    <a:pt x="4504" y="7511"/>
                    <a:pt x="4271" y="7778"/>
                  </a:cubicBezTo>
                  <a:cubicBezTo>
                    <a:pt x="3862" y="8214"/>
                    <a:pt x="3365" y="8405"/>
                    <a:pt x="3214" y="8479"/>
                  </a:cubicBezTo>
                  <a:lnTo>
                    <a:pt x="2970" y="8479"/>
                  </a:lnTo>
                  <a:cubicBezTo>
                    <a:pt x="2736" y="8479"/>
                    <a:pt x="2403" y="8479"/>
                    <a:pt x="2036" y="8379"/>
                  </a:cubicBezTo>
                  <a:cubicBezTo>
                    <a:pt x="1369" y="8212"/>
                    <a:pt x="1002" y="7445"/>
                    <a:pt x="868" y="7044"/>
                  </a:cubicBezTo>
                  <a:cubicBezTo>
                    <a:pt x="435" y="6010"/>
                    <a:pt x="368" y="4709"/>
                    <a:pt x="535" y="3509"/>
                  </a:cubicBezTo>
                  <a:cubicBezTo>
                    <a:pt x="768" y="2341"/>
                    <a:pt x="1469" y="1207"/>
                    <a:pt x="2536" y="673"/>
                  </a:cubicBezTo>
                  <a:cubicBezTo>
                    <a:pt x="2855" y="542"/>
                    <a:pt x="3206" y="432"/>
                    <a:pt x="3517" y="432"/>
                  </a:cubicBezTo>
                  <a:close/>
                  <a:moveTo>
                    <a:pt x="3442" y="1"/>
                  </a:moveTo>
                  <a:cubicBezTo>
                    <a:pt x="3406" y="1"/>
                    <a:pt x="3371" y="3"/>
                    <a:pt x="3337" y="6"/>
                  </a:cubicBezTo>
                  <a:cubicBezTo>
                    <a:pt x="2970" y="39"/>
                    <a:pt x="2669" y="173"/>
                    <a:pt x="2369" y="306"/>
                  </a:cubicBezTo>
                  <a:cubicBezTo>
                    <a:pt x="1202" y="873"/>
                    <a:pt x="435" y="2108"/>
                    <a:pt x="168" y="3342"/>
                  </a:cubicBezTo>
                  <a:cubicBezTo>
                    <a:pt x="34" y="3976"/>
                    <a:pt x="1" y="4643"/>
                    <a:pt x="1" y="5276"/>
                  </a:cubicBezTo>
                  <a:cubicBezTo>
                    <a:pt x="1" y="5877"/>
                    <a:pt x="134" y="6544"/>
                    <a:pt x="334" y="7178"/>
                  </a:cubicBezTo>
                  <a:cubicBezTo>
                    <a:pt x="468" y="7545"/>
                    <a:pt x="668" y="7945"/>
                    <a:pt x="1002" y="8212"/>
                  </a:cubicBezTo>
                  <a:cubicBezTo>
                    <a:pt x="1335" y="8546"/>
                    <a:pt x="1802" y="8712"/>
                    <a:pt x="2169" y="8712"/>
                  </a:cubicBezTo>
                  <a:cubicBezTo>
                    <a:pt x="2241" y="8725"/>
                    <a:pt x="2310" y="8731"/>
                    <a:pt x="2376" y="8731"/>
                  </a:cubicBezTo>
                  <a:cubicBezTo>
                    <a:pt x="2649" y="8731"/>
                    <a:pt x="2875" y="8639"/>
                    <a:pt x="3036" y="8612"/>
                  </a:cubicBezTo>
                  <a:cubicBezTo>
                    <a:pt x="3187" y="8569"/>
                    <a:pt x="3281" y="8540"/>
                    <a:pt x="3330" y="8516"/>
                  </a:cubicBezTo>
                  <a:lnTo>
                    <a:pt x="3330" y="8516"/>
                  </a:lnTo>
                  <a:cubicBezTo>
                    <a:pt x="3407" y="8507"/>
                    <a:pt x="3510" y="8493"/>
                    <a:pt x="3637" y="8479"/>
                  </a:cubicBezTo>
                  <a:cubicBezTo>
                    <a:pt x="3770" y="8445"/>
                    <a:pt x="3937" y="8379"/>
                    <a:pt x="4104" y="8312"/>
                  </a:cubicBezTo>
                  <a:cubicBezTo>
                    <a:pt x="4271" y="8212"/>
                    <a:pt x="4437" y="8112"/>
                    <a:pt x="4604" y="7978"/>
                  </a:cubicBezTo>
                  <a:cubicBezTo>
                    <a:pt x="4938" y="7712"/>
                    <a:pt x="5171" y="7311"/>
                    <a:pt x="5338" y="6944"/>
                  </a:cubicBezTo>
                  <a:cubicBezTo>
                    <a:pt x="5505" y="6544"/>
                    <a:pt x="5605" y="6177"/>
                    <a:pt x="5605" y="5944"/>
                  </a:cubicBezTo>
                  <a:cubicBezTo>
                    <a:pt x="5672" y="4609"/>
                    <a:pt x="5338" y="3375"/>
                    <a:pt x="5138" y="2141"/>
                  </a:cubicBezTo>
                  <a:cubicBezTo>
                    <a:pt x="5105" y="1841"/>
                    <a:pt x="5004" y="1507"/>
                    <a:pt x="4871" y="1207"/>
                  </a:cubicBezTo>
                  <a:cubicBezTo>
                    <a:pt x="4771" y="873"/>
                    <a:pt x="4604" y="606"/>
                    <a:pt x="4337" y="340"/>
                  </a:cubicBezTo>
                  <a:cubicBezTo>
                    <a:pt x="4128" y="130"/>
                    <a:pt x="3757" y="1"/>
                    <a:pt x="34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17" name="Google Shape;5617;p69"/>
            <p:cNvSpPr/>
            <p:nvPr/>
          </p:nvSpPr>
          <p:spPr>
            <a:xfrm>
              <a:off x="4949738" y="2438202"/>
              <a:ext cx="11300" cy="61385"/>
            </a:xfrm>
            <a:custGeom>
              <a:avLst/>
              <a:gdLst/>
              <a:ahLst/>
              <a:cxnLst/>
              <a:rect l="l" t="t" r="r" b="b"/>
              <a:pathLst>
                <a:path w="701" h="3808" extrusionOk="0">
                  <a:moveTo>
                    <a:pt x="356" y="1"/>
                  </a:moveTo>
                  <a:cubicBezTo>
                    <a:pt x="249" y="1"/>
                    <a:pt x="0" y="442"/>
                    <a:pt x="0" y="603"/>
                  </a:cubicBezTo>
                  <a:cubicBezTo>
                    <a:pt x="100" y="1504"/>
                    <a:pt x="200" y="2338"/>
                    <a:pt x="134" y="3238"/>
                  </a:cubicBezTo>
                  <a:cubicBezTo>
                    <a:pt x="198" y="3430"/>
                    <a:pt x="416" y="3807"/>
                    <a:pt x="433" y="3807"/>
                  </a:cubicBezTo>
                  <a:cubicBezTo>
                    <a:pt x="433" y="3807"/>
                    <a:pt x="434" y="3807"/>
                    <a:pt x="434" y="3805"/>
                  </a:cubicBezTo>
                  <a:cubicBezTo>
                    <a:pt x="567" y="3805"/>
                    <a:pt x="701" y="3305"/>
                    <a:pt x="701" y="3138"/>
                  </a:cubicBezTo>
                  <a:cubicBezTo>
                    <a:pt x="400" y="2304"/>
                    <a:pt x="267" y="1437"/>
                    <a:pt x="534" y="636"/>
                  </a:cubicBezTo>
                  <a:cubicBezTo>
                    <a:pt x="567" y="503"/>
                    <a:pt x="534" y="369"/>
                    <a:pt x="501" y="269"/>
                  </a:cubicBezTo>
                  <a:cubicBezTo>
                    <a:pt x="434" y="136"/>
                    <a:pt x="400" y="3"/>
                    <a:pt x="367" y="3"/>
                  </a:cubicBezTo>
                  <a:cubicBezTo>
                    <a:pt x="364" y="1"/>
                    <a:pt x="360" y="1"/>
                    <a:pt x="3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18" name="Google Shape;5618;p69"/>
            <p:cNvSpPr/>
            <p:nvPr/>
          </p:nvSpPr>
          <p:spPr>
            <a:xfrm>
              <a:off x="4929830" y="2419212"/>
              <a:ext cx="22600" cy="14734"/>
            </a:xfrm>
            <a:custGeom>
              <a:avLst/>
              <a:gdLst/>
              <a:ahLst/>
              <a:cxnLst/>
              <a:rect l="l" t="t" r="r" b="b"/>
              <a:pathLst>
                <a:path w="1402" h="914" extrusionOk="0">
                  <a:moveTo>
                    <a:pt x="1177" y="0"/>
                  </a:moveTo>
                  <a:cubicBezTo>
                    <a:pt x="1146" y="0"/>
                    <a:pt x="1118" y="5"/>
                    <a:pt x="1102" y="13"/>
                  </a:cubicBezTo>
                  <a:lnTo>
                    <a:pt x="601" y="280"/>
                  </a:lnTo>
                  <a:cubicBezTo>
                    <a:pt x="435" y="347"/>
                    <a:pt x="234" y="447"/>
                    <a:pt x="68" y="580"/>
                  </a:cubicBezTo>
                  <a:cubicBezTo>
                    <a:pt x="1" y="613"/>
                    <a:pt x="1" y="680"/>
                    <a:pt x="1" y="780"/>
                  </a:cubicBezTo>
                  <a:cubicBezTo>
                    <a:pt x="68" y="847"/>
                    <a:pt x="68" y="914"/>
                    <a:pt x="101" y="914"/>
                  </a:cubicBezTo>
                  <a:lnTo>
                    <a:pt x="168" y="814"/>
                  </a:lnTo>
                  <a:lnTo>
                    <a:pt x="268" y="747"/>
                  </a:lnTo>
                  <a:cubicBezTo>
                    <a:pt x="301" y="613"/>
                    <a:pt x="468" y="480"/>
                    <a:pt x="635" y="413"/>
                  </a:cubicBezTo>
                  <a:cubicBezTo>
                    <a:pt x="802" y="313"/>
                    <a:pt x="968" y="280"/>
                    <a:pt x="1168" y="280"/>
                  </a:cubicBezTo>
                  <a:cubicBezTo>
                    <a:pt x="1269" y="246"/>
                    <a:pt x="1369" y="113"/>
                    <a:pt x="1402" y="113"/>
                  </a:cubicBezTo>
                  <a:cubicBezTo>
                    <a:pt x="1402" y="38"/>
                    <a:pt x="1271"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19" name="Google Shape;5619;p69"/>
            <p:cNvSpPr/>
            <p:nvPr/>
          </p:nvSpPr>
          <p:spPr>
            <a:xfrm>
              <a:off x="4918546" y="2411249"/>
              <a:ext cx="23132" cy="12477"/>
            </a:xfrm>
            <a:custGeom>
              <a:avLst/>
              <a:gdLst/>
              <a:ahLst/>
              <a:cxnLst/>
              <a:rect l="l" t="t" r="r" b="b"/>
              <a:pathLst>
                <a:path w="1435" h="774" extrusionOk="0">
                  <a:moveTo>
                    <a:pt x="1169" y="0"/>
                  </a:moveTo>
                  <a:cubicBezTo>
                    <a:pt x="1155" y="0"/>
                    <a:pt x="1144" y="2"/>
                    <a:pt x="1135" y="7"/>
                  </a:cubicBezTo>
                  <a:cubicBezTo>
                    <a:pt x="801" y="240"/>
                    <a:pt x="501" y="307"/>
                    <a:pt x="134" y="474"/>
                  </a:cubicBezTo>
                  <a:cubicBezTo>
                    <a:pt x="0" y="507"/>
                    <a:pt x="0" y="774"/>
                    <a:pt x="34" y="774"/>
                  </a:cubicBezTo>
                  <a:cubicBezTo>
                    <a:pt x="101" y="774"/>
                    <a:pt x="267" y="740"/>
                    <a:pt x="301" y="674"/>
                  </a:cubicBezTo>
                  <a:cubicBezTo>
                    <a:pt x="501" y="407"/>
                    <a:pt x="868" y="273"/>
                    <a:pt x="1201" y="273"/>
                  </a:cubicBezTo>
                  <a:cubicBezTo>
                    <a:pt x="1301" y="207"/>
                    <a:pt x="1435" y="140"/>
                    <a:pt x="1401" y="140"/>
                  </a:cubicBezTo>
                  <a:cubicBezTo>
                    <a:pt x="1401" y="82"/>
                    <a:pt x="1252" y="0"/>
                    <a:pt x="11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20" name="Google Shape;5620;p69"/>
            <p:cNvSpPr/>
            <p:nvPr/>
          </p:nvSpPr>
          <p:spPr>
            <a:xfrm>
              <a:off x="4911550" y="2398982"/>
              <a:ext cx="20456" cy="10768"/>
            </a:xfrm>
            <a:custGeom>
              <a:avLst/>
              <a:gdLst/>
              <a:ahLst/>
              <a:cxnLst/>
              <a:rect l="l" t="t" r="r" b="b"/>
              <a:pathLst>
                <a:path w="1269" h="668" extrusionOk="0">
                  <a:moveTo>
                    <a:pt x="968" y="0"/>
                  </a:moveTo>
                  <a:cubicBezTo>
                    <a:pt x="735" y="201"/>
                    <a:pt x="468" y="267"/>
                    <a:pt x="134" y="401"/>
                  </a:cubicBezTo>
                  <a:cubicBezTo>
                    <a:pt x="68" y="434"/>
                    <a:pt x="1" y="601"/>
                    <a:pt x="68" y="668"/>
                  </a:cubicBezTo>
                  <a:cubicBezTo>
                    <a:pt x="101" y="668"/>
                    <a:pt x="268" y="601"/>
                    <a:pt x="301" y="601"/>
                  </a:cubicBezTo>
                  <a:cubicBezTo>
                    <a:pt x="468" y="367"/>
                    <a:pt x="801" y="267"/>
                    <a:pt x="1102" y="234"/>
                  </a:cubicBezTo>
                  <a:cubicBezTo>
                    <a:pt x="1202" y="201"/>
                    <a:pt x="1268" y="67"/>
                    <a:pt x="1235" y="34"/>
                  </a:cubicBezTo>
                  <a:cubicBezTo>
                    <a:pt x="1235" y="0"/>
                    <a:pt x="1035" y="0"/>
                    <a:pt x="9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21" name="Google Shape;5621;p69"/>
            <p:cNvSpPr/>
            <p:nvPr/>
          </p:nvSpPr>
          <p:spPr>
            <a:xfrm>
              <a:off x="4911018" y="2382846"/>
              <a:ext cx="17764" cy="9382"/>
            </a:xfrm>
            <a:custGeom>
              <a:avLst/>
              <a:gdLst/>
              <a:ahLst/>
              <a:cxnLst/>
              <a:rect l="l" t="t" r="r" b="b"/>
              <a:pathLst>
                <a:path w="1102" h="582" extrusionOk="0">
                  <a:moveTo>
                    <a:pt x="834" y="1"/>
                  </a:moveTo>
                  <a:cubicBezTo>
                    <a:pt x="634" y="167"/>
                    <a:pt x="434" y="234"/>
                    <a:pt x="134" y="268"/>
                  </a:cubicBezTo>
                  <a:cubicBezTo>
                    <a:pt x="101" y="334"/>
                    <a:pt x="67" y="368"/>
                    <a:pt x="67" y="401"/>
                  </a:cubicBezTo>
                  <a:cubicBezTo>
                    <a:pt x="0" y="434"/>
                    <a:pt x="0" y="534"/>
                    <a:pt x="67" y="534"/>
                  </a:cubicBezTo>
                  <a:cubicBezTo>
                    <a:pt x="91" y="558"/>
                    <a:pt x="164" y="582"/>
                    <a:pt x="217" y="582"/>
                  </a:cubicBezTo>
                  <a:cubicBezTo>
                    <a:pt x="239" y="582"/>
                    <a:pt x="258" y="578"/>
                    <a:pt x="267" y="568"/>
                  </a:cubicBezTo>
                  <a:cubicBezTo>
                    <a:pt x="467" y="368"/>
                    <a:pt x="734" y="268"/>
                    <a:pt x="968" y="268"/>
                  </a:cubicBezTo>
                  <a:cubicBezTo>
                    <a:pt x="1001" y="234"/>
                    <a:pt x="1101" y="167"/>
                    <a:pt x="1101" y="67"/>
                  </a:cubicBezTo>
                  <a:cubicBezTo>
                    <a:pt x="1068" y="34"/>
                    <a:pt x="901" y="1"/>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22" name="Google Shape;5622;p69"/>
            <p:cNvSpPr/>
            <p:nvPr/>
          </p:nvSpPr>
          <p:spPr>
            <a:xfrm>
              <a:off x="4907246" y="2366709"/>
              <a:ext cx="18844" cy="7544"/>
            </a:xfrm>
            <a:custGeom>
              <a:avLst/>
              <a:gdLst/>
              <a:ahLst/>
              <a:cxnLst/>
              <a:rect l="l" t="t" r="r" b="b"/>
              <a:pathLst>
                <a:path w="1169" h="468" extrusionOk="0">
                  <a:moveTo>
                    <a:pt x="902" y="1"/>
                  </a:moveTo>
                  <a:cubicBezTo>
                    <a:pt x="701" y="168"/>
                    <a:pt x="468" y="201"/>
                    <a:pt x="168" y="234"/>
                  </a:cubicBezTo>
                  <a:cubicBezTo>
                    <a:pt x="68" y="268"/>
                    <a:pt x="1" y="401"/>
                    <a:pt x="34" y="435"/>
                  </a:cubicBezTo>
                  <a:cubicBezTo>
                    <a:pt x="34" y="468"/>
                    <a:pt x="201" y="468"/>
                    <a:pt x="234" y="468"/>
                  </a:cubicBezTo>
                  <a:cubicBezTo>
                    <a:pt x="468" y="268"/>
                    <a:pt x="701" y="234"/>
                    <a:pt x="1002" y="234"/>
                  </a:cubicBezTo>
                  <a:cubicBezTo>
                    <a:pt x="1068" y="234"/>
                    <a:pt x="1168" y="101"/>
                    <a:pt x="1168" y="68"/>
                  </a:cubicBezTo>
                  <a:cubicBezTo>
                    <a:pt x="1135" y="34"/>
                    <a:pt x="968" y="1"/>
                    <a:pt x="9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23" name="Google Shape;5623;p69"/>
            <p:cNvSpPr/>
            <p:nvPr/>
          </p:nvSpPr>
          <p:spPr>
            <a:xfrm>
              <a:off x="4909938" y="2354893"/>
              <a:ext cx="16684" cy="6996"/>
            </a:xfrm>
            <a:custGeom>
              <a:avLst/>
              <a:gdLst/>
              <a:ahLst/>
              <a:cxnLst/>
              <a:rect l="l" t="t" r="r" b="b"/>
              <a:pathLst>
                <a:path w="1035" h="434" extrusionOk="0">
                  <a:moveTo>
                    <a:pt x="735" y="0"/>
                  </a:moveTo>
                  <a:cubicBezTo>
                    <a:pt x="668" y="67"/>
                    <a:pt x="568" y="100"/>
                    <a:pt x="468" y="134"/>
                  </a:cubicBezTo>
                  <a:cubicBezTo>
                    <a:pt x="418" y="150"/>
                    <a:pt x="359" y="159"/>
                    <a:pt x="301" y="159"/>
                  </a:cubicBezTo>
                  <a:cubicBezTo>
                    <a:pt x="243" y="159"/>
                    <a:pt x="184" y="150"/>
                    <a:pt x="134" y="134"/>
                  </a:cubicBezTo>
                  <a:cubicBezTo>
                    <a:pt x="67" y="134"/>
                    <a:pt x="1" y="267"/>
                    <a:pt x="1" y="300"/>
                  </a:cubicBezTo>
                  <a:cubicBezTo>
                    <a:pt x="1" y="334"/>
                    <a:pt x="101" y="434"/>
                    <a:pt x="168" y="434"/>
                  </a:cubicBezTo>
                  <a:cubicBezTo>
                    <a:pt x="301" y="334"/>
                    <a:pt x="368" y="300"/>
                    <a:pt x="501" y="300"/>
                  </a:cubicBezTo>
                  <a:lnTo>
                    <a:pt x="868" y="300"/>
                  </a:lnTo>
                  <a:cubicBezTo>
                    <a:pt x="935" y="267"/>
                    <a:pt x="1035" y="167"/>
                    <a:pt x="968" y="134"/>
                  </a:cubicBezTo>
                  <a:cubicBezTo>
                    <a:pt x="968" y="100"/>
                    <a:pt x="801" y="0"/>
                    <a:pt x="7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24" name="Google Shape;5624;p69"/>
            <p:cNvSpPr/>
            <p:nvPr/>
          </p:nvSpPr>
          <p:spPr>
            <a:xfrm>
              <a:off x="4916402" y="2341449"/>
              <a:ext cx="11832" cy="4852"/>
            </a:xfrm>
            <a:custGeom>
              <a:avLst/>
              <a:gdLst/>
              <a:ahLst/>
              <a:cxnLst/>
              <a:rect l="l" t="t" r="r" b="b"/>
              <a:pathLst>
                <a:path w="734" h="301" extrusionOk="0">
                  <a:moveTo>
                    <a:pt x="133" y="0"/>
                  </a:moveTo>
                  <a:cubicBezTo>
                    <a:pt x="100" y="0"/>
                    <a:pt x="0" y="134"/>
                    <a:pt x="0" y="167"/>
                  </a:cubicBezTo>
                  <a:cubicBezTo>
                    <a:pt x="0" y="234"/>
                    <a:pt x="100" y="300"/>
                    <a:pt x="133" y="300"/>
                  </a:cubicBezTo>
                  <a:cubicBezTo>
                    <a:pt x="217" y="267"/>
                    <a:pt x="292" y="250"/>
                    <a:pt x="367" y="250"/>
                  </a:cubicBezTo>
                  <a:cubicBezTo>
                    <a:pt x="442" y="250"/>
                    <a:pt x="517" y="267"/>
                    <a:pt x="600" y="300"/>
                  </a:cubicBezTo>
                  <a:lnTo>
                    <a:pt x="734" y="167"/>
                  </a:lnTo>
                  <a:cubicBezTo>
                    <a:pt x="734" y="134"/>
                    <a:pt x="634" y="0"/>
                    <a:pt x="600" y="0"/>
                  </a:cubicBezTo>
                  <a:cubicBezTo>
                    <a:pt x="517" y="50"/>
                    <a:pt x="442" y="75"/>
                    <a:pt x="367" y="75"/>
                  </a:cubicBezTo>
                  <a:cubicBezTo>
                    <a:pt x="292" y="75"/>
                    <a:pt x="217" y="50"/>
                    <a:pt x="1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25" name="Google Shape;5625;p69"/>
            <p:cNvSpPr/>
            <p:nvPr/>
          </p:nvSpPr>
          <p:spPr>
            <a:xfrm>
              <a:off x="4920158" y="2330149"/>
              <a:ext cx="17216" cy="5400"/>
            </a:xfrm>
            <a:custGeom>
              <a:avLst/>
              <a:gdLst/>
              <a:ahLst/>
              <a:cxnLst/>
              <a:rect l="l" t="t" r="r" b="b"/>
              <a:pathLst>
                <a:path w="1068" h="335" extrusionOk="0">
                  <a:moveTo>
                    <a:pt x="868" y="1"/>
                  </a:moveTo>
                  <a:cubicBezTo>
                    <a:pt x="761" y="72"/>
                    <a:pt x="634" y="105"/>
                    <a:pt x="504" y="105"/>
                  </a:cubicBezTo>
                  <a:cubicBezTo>
                    <a:pt x="391" y="105"/>
                    <a:pt x="276" y="81"/>
                    <a:pt x="167" y="34"/>
                  </a:cubicBezTo>
                  <a:cubicBezTo>
                    <a:pt x="67" y="34"/>
                    <a:pt x="1" y="167"/>
                    <a:pt x="1" y="201"/>
                  </a:cubicBezTo>
                  <a:cubicBezTo>
                    <a:pt x="1" y="234"/>
                    <a:pt x="101" y="334"/>
                    <a:pt x="167" y="334"/>
                  </a:cubicBezTo>
                  <a:cubicBezTo>
                    <a:pt x="304" y="295"/>
                    <a:pt x="429" y="279"/>
                    <a:pt x="570" y="279"/>
                  </a:cubicBezTo>
                  <a:cubicBezTo>
                    <a:pt x="670" y="279"/>
                    <a:pt x="777" y="287"/>
                    <a:pt x="901" y="301"/>
                  </a:cubicBezTo>
                  <a:cubicBezTo>
                    <a:pt x="1001" y="301"/>
                    <a:pt x="1068" y="167"/>
                    <a:pt x="1068" y="134"/>
                  </a:cubicBezTo>
                  <a:cubicBezTo>
                    <a:pt x="1035" y="101"/>
                    <a:pt x="901" y="1"/>
                    <a:pt x="8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26" name="Google Shape;5626;p69"/>
            <p:cNvSpPr/>
            <p:nvPr/>
          </p:nvSpPr>
          <p:spPr>
            <a:xfrm>
              <a:off x="4931990" y="2321009"/>
              <a:ext cx="13992" cy="5400"/>
            </a:xfrm>
            <a:custGeom>
              <a:avLst/>
              <a:gdLst/>
              <a:ahLst/>
              <a:cxnLst/>
              <a:rect l="l" t="t" r="r" b="b"/>
              <a:pathLst>
                <a:path w="868" h="335" extrusionOk="0">
                  <a:moveTo>
                    <a:pt x="134" y="1"/>
                  </a:moveTo>
                  <a:cubicBezTo>
                    <a:pt x="67" y="1"/>
                    <a:pt x="0" y="101"/>
                    <a:pt x="0" y="167"/>
                  </a:cubicBezTo>
                  <a:cubicBezTo>
                    <a:pt x="0" y="201"/>
                    <a:pt x="67" y="267"/>
                    <a:pt x="134" y="267"/>
                  </a:cubicBezTo>
                  <a:cubicBezTo>
                    <a:pt x="203" y="240"/>
                    <a:pt x="278" y="224"/>
                    <a:pt x="354" y="224"/>
                  </a:cubicBezTo>
                  <a:cubicBezTo>
                    <a:pt x="461" y="224"/>
                    <a:pt x="570" y="256"/>
                    <a:pt x="668" y="334"/>
                  </a:cubicBezTo>
                  <a:cubicBezTo>
                    <a:pt x="668" y="334"/>
                    <a:pt x="801" y="267"/>
                    <a:pt x="834" y="234"/>
                  </a:cubicBezTo>
                  <a:cubicBezTo>
                    <a:pt x="868" y="201"/>
                    <a:pt x="801" y="34"/>
                    <a:pt x="768" y="34"/>
                  </a:cubicBezTo>
                  <a:cubicBezTo>
                    <a:pt x="671" y="48"/>
                    <a:pt x="580" y="56"/>
                    <a:pt x="492" y="56"/>
                  </a:cubicBezTo>
                  <a:cubicBezTo>
                    <a:pt x="368" y="56"/>
                    <a:pt x="251" y="40"/>
                    <a:pt x="1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627" name="Google Shape;5627;p69"/>
          <p:cNvGrpSpPr/>
          <p:nvPr/>
        </p:nvGrpSpPr>
        <p:grpSpPr>
          <a:xfrm>
            <a:off x="5716277" y="3800779"/>
            <a:ext cx="86779" cy="189622"/>
            <a:chOff x="5526705" y="3888179"/>
            <a:chExt cx="91433" cy="199791"/>
          </a:xfrm>
        </p:grpSpPr>
        <p:sp>
          <p:nvSpPr>
            <p:cNvPr id="5628" name="Google Shape;5628;p69"/>
            <p:cNvSpPr/>
            <p:nvPr/>
          </p:nvSpPr>
          <p:spPr>
            <a:xfrm>
              <a:off x="5526705" y="3888179"/>
              <a:ext cx="91433" cy="140728"/>
            </a:xfrm>
            <a:custGeom>
              <a:avLst/>
              <a:gdLst/>
              <a:ahLst/>
              <a:cxnLst/>
              <a:rect l="l" t="t" r="r" b="b"/>
              <a:pathLst>
                <a:path w="5672" h="8730" extrusionOk="0">
                  <a:moveTo>
                    <a:pt x="3507" y="419"/>
                  </a:moveTo>
                  <a:cubicBezTo>
                    <a:pt x="3753" y="419"/>
                    <a:pt x="3974" y="493"/>
                    <a:pt x="4137" y="685"/>
                  </a:cubicBezTo>
                  <a:cubicBezTo>
                    <a:pt x="4504" y="1085"/>
                    <a:pt x="4637" y="1719"/>
                    <a:pt x="4770" y="2286"/>
                  </a:cubicBezTo>
                  <a:cubicBezTo>
                    <a:pt x="4937" y="3554"/>
                    <a:pt x="5171" y="4788"/>
                    <a:pt x="5004" y="5955"/>
                  </a:cubicBezTo>
                  <a:cubicBezTo>
                    <a:pt x="4971" y="6256"/>
                    <a:pt x="4937" y="6589"/>
                    <a:pt x="4804" y="6856"/>
                  </a:cubicBezTo>
                  <a:cubicBezTo>
                    <a:pt x="4704" y="7190"/>
                    <a:pt x="4504" y="7523"/>
                    <a:pt x="4270" y="7757"/>
                  </a:cubicBezTo>
                  <a:cubicBezTo>
                    <a:pt x="3887" y="8166"/>
                    <a:pt x="3425" y="8359"/>
                    <a:pt x="3245" y="8457"/>
                  </a:cubicBezTo>
                  <a:lnTo>
                    <a:pt x="2969" y="8457"/>
                  </a:lnTo>
                  <a:cubicBezTo>
                    <a:pt x="2736" y="8457"/>
                    <a:pt x="2402" y="8457"/>
                    <a:pt x="2035" y="8391"/>
                  </a:cubicBezTo>
                  <a:cubicBezTo>
                    <a:pt x="1368" y="8224"/>
                    <a:pt x="1001" y="7423"/>
                    <a:pt x="868" y="7056"/>
                  </a:cubicBezTo>
                  <a:cubicBezTo>
                    <a:pt x="434" y="6022"/>
                    <a:pt x="367" y="4721"/>
                    <a:pt x="534" y="3520"/>
                  </a:cubicBezTo>
                  <a:cubicBezTo>
                    <a:pt x="768" y="2353"/>
                    <a:pt x="1468" y="1219"/>
                    <a:pt x="2536" y="685"/>
                  </a:cubicBezTo>
                  <a:cubicBezTo>
                    <a:pt x="2852" y="536"/>
                    <a:pt x="3199" y="419"/>
                    <a:pt x="3507" y="419"/>
                  </a:cubicBezTo>
                  <a:close/>
                  <a:moveTo>
                    <a:pt x="3515" y="1"/>
                  </a:moveTo>
                  <a:cubicBezTo>
                    <a:pt x="3454" y="1"/>
                    <a:pt x="3393" y="6"/>
                    <a:pt x="3336" y="18"/>
                  </a:cubicBezTo>
                  <a:cubicBezTo>
                    <a:pt x="2969" y="51"/>
                    <a:pt x="2669" y="185"/>
                    <a:pt x="2369" y="285"/>
                  </a:cubicBezTo>
                  <a:cubicBezTo>
                    <a:pt x="1201" y="885"/>
                    <a:pt x="434" y="2086"/>
                    <a:pt x="167" y="3354"/>
                  </a:cubicBezTo>
                  <a:cubicBezTo>
                    <a:pt x="34" y="3954"/>
                    <a:pt x="0" y="4621"/>
                    <a:pt x="0" y="5255"/>
                  </a:cubicBezTo>
                  <a:cubicBezTo>
                    <a:pt x="0" y="5889"/>
                    <a:pt x="134" y="6556"/>
                    <a:pt x="334" y="7190"/>
                  </a:cubicBezTo>
                  <a:cubicBezTo>
                    <a:pt x="467" y="7557"/>
                    <a:pt x="668" y="7924"/>
                    <a:pt x="1001" y="8224"/>
                  </a:cubicBezTo>
                  <a:cubicBezTo>
                    <a:pt x="1335" y="8557"/>
                    <a:pt x="1802" y="8724"/>
                    <a:pt x="2169" y="8724"/>
                  </a:cubicBezTo>
                  <a:cubicBezTo>
                    <a:pt x="2209" y="8728"/>
                    <a:pt x="2248" y="8729"/>
                    <a:pt x="2287" y="8729"/>
                  </a:cubicBezTo>
                  <a:cubicBezTo>
                    <a:pt x="2600" y="8729"/>
                    <a:pt x="2858" y="8620"/>
                    <a:pt x="3036" y="8591"/>
                  </a:cubicBezTo>
                  <a:cubicBezTo>
                    <a:pt x="3176" y="8571"/>
                    <a:pt x="3269" y="8551"/>
                    <a:pt x="3320" y="8523"/>
                  </a:cubicBezTo>
                  <a:lnTo>
                    <a:pt x="3320" y="8523"/>
                  </a:lnTo>
                  <a:cubicBezTo>
                    <a:pt x="3397" y="8510"/>
                    <a:pt x="3504" y="8487"/>
                    <a:pt x="3636" y="8457"/>
                  </a:cubicBezTo>
                  <a:cubicBezTo>
                    <a:pt x="3770" y="8424"/>
                    <a:pt x="3937" y="8391"/>
                    <a:pt x="4103" y="8290"/>
                  </a:cubicBezTo>
                  <a:cubicBezTo>
                    <a:pt x="4270" y="8224"/>
                    <a:pt x="4437" y="8090"/>
                    <a:pt x="4604" y="7957"/>
                  </a:cubicBezTo>
                  <a:cubicBezTo>
                    <a:pt x="4937" y="7723"/>
                    <a:pt x="5171" y="7290"/>
                    <a:pt x="5338" y="6923"/>
                  </a:cubicBezTo>
                  <a:cubicBezTo>
                    <a:pt x="5504" y="6556"/>
                    <a:pt x="5604" y="6189"/>
                    <a:pt x="5604" y="5922"/>
                  </a:cubicBezTo>
                  <a:cubicBezTo>
                    <a:pt x="5671" y="4588"/>
                    <a:pt x="5338" y="3387"/>
                    <a:pt x="5137" y="2119"/>
                  </a:cubicBezTo>
                  <a:cubicBezTo>
                    <a:pt x="5037" y="1853"/>
                    <a:pt x="5004" y="1519"/>
                    <a:pt x="4871" y="1219"/>
                  </a:cubicBezTo>
                  <a:cubicBezTo>
                    <a:pt x="4770" y="885"/>
                    <a:pt x="4604" y="585"/>
                    <a:pt x="4337" y="351"/>
                  </a:cubicBezTo>
                  <a:cubicBezTo>
                    <a:pt x="4143" y="130"/>
                    <a:pt x="3813" y="1"/>
                    <a:pt x="35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29" name="Google Shape;5629;p69"/>
            <p:cNvSpPr/>
            <p:nvPr/>
          </p:nvSpPr>
          <p:spPr>
            <a:xfrm>
              <a:off x="5570794" y="4026634"/>
              <a:ext cx="11316" cy="61337"/>
            </a:xfrm>
            <a:custGeom>
              <a:avLst/>
              <a:gdLst/>
              <a:ahLst/>
              <a:cxnLst/>
              <a:rect l="l" t="t" r="r" b="b"/>
              <a:pathLst>
                <a:path w="702" h="3805" extrusionOk="0">
                  <a:moveTo>
                    <a:pt x="357" y="0"/>
                  </a:moveTo>
                  <a:cubicBezTo>
                    <a:pt x="250" y="0"/>
                    <a:pt x="1" y="441"/>
                    <a:pt x="1" y="602"/>
                  </a:cubicBezTo>
                  <a:cubicBezTo>
                    <a:pt x="101" y="1503"/>
                    <a:pt x="201" y="2337"/>
                    <a:pt x="167" y="3204"/>
                  </a:cubicBezTo>
                  <a:cubicBezTo>
                    <a:pt x="167" y="3438"/>
                    <a:pt x="401" y="3804"/>
                    <a:pt x="434" y="3804"/>
                  </a:cubicBezTo>
                  <a:cubicBezTo>
                    <a:pt x="568" y="3804"/>
                    <a:pt x="701" y="3304"/>
                    <a:pt x="701" y="3137"/>
                  </a:cubicBezTo>
                  <a:cubicBezTo>
                    <a:pt x="401" y="2303"/>
                    <a:pt x="268" y="1436"/>
                    <a:pt x="534" y="635"/>
                  </a:cubicBezTo>
                  <a:cubicBezTo>
                    <a:pt x="568" y="502"/>
                    <a:pt x="534" y="369"/>
                    <a:pt x="501" y="269"/>
                  </a:cubicBezTo>
                  <a:cubicBezTo>
                    <a:pt x="434" y="135"/>
                    <a:pt x="401" y="2"/>
                    <a:pt x="368" y="2"/>
                  </a:cubicBezTo>
                  <a:cubicBezTo>
                    <a:pt x="364" y="1"/>
                    <a:pt x="361"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30" name="Google Shape;5630;p69"/>
            <p:cNvSpPr/>
            <p:nvPr/>
          </p:nvSpPr>
          <p:spPr>
            <a:xfrm>
              <a:off x="5550370" y="4006855"/>
              <a:ext cx="23132" cy="14444"/>
            </a:xfrm>
            <a:custGeom>
              <a:avLst/>
              <a:gdLst/>
              <a:ahLst/>
              <a:cxnLst/>
              <a:rect l="l" t="t" r="r" b="b"/>
              <a:pathLst>
                <a:path w="1435" h="896" extrusionOk="0">
                  <a:moveTo>
                    <a:pt x="1185" y="0"/>
                  </a:moveTo>
                  <a:cubicBezTo>
                    <a:pt x="1151" y="0"/>
                    <a:pt x="1120" y="8"/>
                    <a:pt x="1101" y="28"/>
                  </a:cubicBezTo>
                  <a:lnTo>
                    <a:pt x="601" y="261"/>
                  </a:lnTo>
                  <a:cubicBezTo>
                    <a:pt x="434" y="361"/>
                    <a:pt x="200" y="428"/>
                    <a:pt x="33" y="562"/>
                  </a:cubicBezTo>
                  <a:cubicBezTo>
                    <a:pt x="0" y="595"/>
                    <a:pt x="0" y="695"/>
                    <a:pt x="0" y="762"/>
                  </a:cubicBezTo>
                  <a:cubicBezTo>
                    <a:pt x="33" y="862"/>
                    <a:pt x="33" y="895"/>
                    <a:pt x="100" y="895"/>
                  </a:cubicBezTo>
                  <a:lnTo>
                    <a:pt x="167" y="828"/>
                  </a:lnTo>
                  <a:lnTo>
                    <a:pt x="267" y="728"/>
                  </a:lnTo>
                  <a:cubicBezTo>
                    <a:pt x="300" y="595"/>
                    <a:pt x="467" y="495"/>
                    <a:pt x="634" y="395"/>
                  </a:cubicBezTo>
                  <a:cubicBezTo>
                    <a:pt x="801" y="328"/>
                    <a:pt x="967" y="261"/>
                    <a:pt x="1168" y="261"/>
                  </a:cubicBezTo>
                  <a:cubicBezTo>
                    <a:pt x="1268" y="261"/>
                    <a:pt x="1434" y="95"/>
                    <a:pt x="1368" y="95"/>
                  </a:cubicBezTo>
                  <a:cubicBezTo>
                    <a:pt x="1368" y="47"/>
                    <a:pt x="1268" y="0"/>
                    <a:pt x="11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31" name="Google Shape;5631;p69"/>
            <p:cNvSpPr/>
            <p:nvPr/>
          </p:nvSpPr>
          <p:spPr>
            <a:xfrm>
              <a:off x="5539069" y="3998876"/>
              <a:ext cx="23680" cy="12203"/>
            </a:xfrm>
            <a:custGeom>
              <a:avLst/>
              <a:gdLst/>
              <a:ahLst/>
              <a:cxnLst/>
              <a:rect l="l" t="t" r="r" b="b"/>
              <a:pathLst>
                <a:path w="1469" h="757" extrusionOk="0">
                  <a:moveTo>
                    <a:pt x="1199" y="0"/>
                  </a:moveTo>
                  <a:cubicBezTo>
                    <a:pt x="1173" y="0"/>
                    <a:pt x="1150" y="7"/>
                    <a:pt x="1135" y="22"/>
                  </a:cubicBezTo>
                  <a:cubicBezTo>
                    <a:pt x="801" y="223"/>
                    <a:pt x="501" y="323"/>
                    <a:pt x="134" y="456"/>
                  </a:cubicBezTo>
                  <a:cubicBezTo>
                    <a:pt x="1" y="523"/>
                    <a:pt x="1" y="756"/>
                    <a:pt x="34" y="756"/>
                  </a:cubicBezTo>
                  <a:cubicBezTo>
                    <a:pt x="67" y="756"/>
                    <a:pt x="234" y="723"/>
                    <a:pt x="301" y="690"/>
                  </a:cubicBezTo>
                  <a:cubicBezTo>
                    <a:pt x="501" y="389"/>
                    <a:pt x="868" y="256"/>
                    <a:pt x="1201" y="256"/>
                  </a:cubicBezTo>
                  <a:cubicBezTo>
                    <a:pt x="1302" y="256"/>
                    <a:pt x="1468" y="156"/>
                    <a:pt x="1402" y="123"/>
                  </a:cubicBezTo>
                  <a:cubicBezTo>
                    <a:pt x="1402" y="71"/>
                    <a:pt x="1284" y="0"/>
                    <a:pt x="11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32" name="Google Shape;5632;p69"/>
            <p:cNvSpPr/>
            <p:nvPr/>
          </p:nvSpPr>
          <p:spPr>
            <a:xfrm>
              <a:off x="5532073" y="3986318"/>
              <a:ext cx="20988" cy="10784"/>
            </a:xfrm>
            <a:custGeom>
              <a:avLst/>
              <a:gdLst/>
              <a:ahLst/>
              <a:cxnLst/>
              <a:rect l="l" t="t" r="r" b="b"/>
              <a:pathLst>
                <a:path w="1302" h="669" extrusionOk="0">
                  <a:moveTo>
                    <a:pt x="968" y="1"/>
                  </a:moveTo>
                  <a:cubicBezTo>
                    <a:pt x="735" y="201"/>
                    <a:pt x="468" y="301"/>
                    <a:pt x="134" y="401"/>
                  </a:cubicBezTo>
                  <a:cubicBezTo>
                    <a:pt x="68" y="468"/>
                    <a:pt x="1" y="635"/>
                    <a:pt x="68" y="668"/>
                  </a:cubicBezTo>
                  <a:cubicBezTo>
                    <a:pt x="101" y="668"/>
                    <a:pt x="268" y="635"/>
                    <a:pt x="301" y="635"/>
                  </a:cubicBezTo>
                  <a:cubicBezTo>
                    <a:pt x="468" y="368"/>
                    <a:pt x="802" y="301"/>
                    <a:pt x="1102" y="268"/>
                  </a:cubicBezTo>
                  <a:cubicBezTo>
                    <a:pt x="1168" y="201"/>
                    <a:pt x="1302" y="101"/>
                    <a:pt x="1235" y="34"/>
                  </a:cubicBezTo>
                  <a:cubicBezTo>
                    <a:pt x="1235" y="1"/>
                    <a:pt x="1002" y="1"/>
                    <a:pt x="9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33" name="Google Shape;5633;p69"/>
            <p:cNvSpPr/>
            <p:nvPr/>
          </p:nvSpPr>
          <p:spPr>
            <a:xfrm>
              <a:off x="5531541" y="3970730"/>
              <a:ext cx="18296" cy="9914"/>
            </a:xfrm>
            <a:custGeom>
              <a:avLst/>
              <a:gdLst/>
              <a:ahLst/>
              <a:cxnLst/>
              <a:rect l="l" t="t" r="r" b="b"/>
              <a:pathLst>
                <a:path w="1135" h="615" extrusionOk="0">
                  <a:moveTo>
                    <a:pt x="835" y="1"/>
                  </a:moveTo>
                  <a:cubicBezTo>
                    <a:pt x="634" y="167"/>
                    <a:pt x="434" y="267"/>
                    <a:pt x="134" y="301"/>
                  </a:cubicBezTo>
                  <a:cubicBezTo>
                    <a:pt x="101" y="334"/>
                    <a:pt x="34" y="367"/>
                    <a:pt x="34" y="434"/>
                  </a:cubicBezTo>
                  <a:cubicBezTo>
                    <a:pt x="1" y="468"/>
                    <a:pt x="1" y="534"/>
                    <a:pt x="34" y="534"/>
                  </a:cubicBezTo>
                  <a:cubicBezTo>
                    <a:pt x="83" y="583"/>
                    <a:pt x="150" y="614"/>
                    <a:pt x="208" y="614"/>
                  </a:cubicBezTo>
                  <a:cubicBezTo>
                    <a:pt x="229" y="614"/>
                    <a:pt x="250" y="610"/>
                    <a:pt x="267" y="601"/>
                  </a:cubicBezTo>
                  <a:cubicBezTo>
                    <a:pt x="468" y="401"/>
                    <a:pt x="701" y="301"/>
                    <a:pt x="968" y="301"/>
                  </a:cubicBezTo>
                  <a:cubicBezTo>
                    <a:pt x="1035" y="267"/>
                    <a:pt x="1135" y="134"/>
                    <a:pt x="1101" y="101"/>
                  </a:cubicBezTo>
                  <a:cubicBezTo>
                    <a:pt x="1035" y="67"/>
                    <a:pt x="868" y="1"/>
                    <a:pt x="8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34" name="Google Shape;5634;p69"/>
            <p:cNvSpPr/>
            <p:nvPr/>
          </p:nvSpPr>
          <p:spPr>
            <a:xfrm>
              <a:off x="5528317" y="3954594"/>
              <a:ext cx="18828" cy="8092"/>
            </a:xfrm>
            <a:custGeom>
              <a:avLst/>
              <a:gdLst/>
              <a:ahLst/>
              <a:cxnLst/>
              <a:rect l="l" t="t" r="r" b="b"/>
              <a:pathLst>
                <a:path w="1168" h="502" extrusionOk="0">
                  <a:moveTo>
                    <a:pt x="901" y="1"/>
                  </a:moveTo>
                  <a:cubicBezTo>
                    <a:pt x="701" y="168"/>
                    <a:pt x="467" y="234"/>
                    <a:pt x="167" y="268"/>
                  </a:cubicBezTo>
                  <a:cubicBezTo>
                    <a:pt x="67" y="301"/>
                    <a:pt x="0" y="434"/>
                    <a:pt x="34" y="468"/>
                  </a:cubicBezTo>
                  <a:cubicBezTo>
                    <a:pt x="34" y="501"/>
                    <a:pt x="201" y="501"/>
                    <a:pt x="234" y="501"/>
                  </a:cubicBezTo>
                  <a:cubicBezTo>
                    <a:pt x="467" y="301"/>
                    <a:pt x="701" y="268"/>
                    <a:pt x="1001" y="268"/>
                  </a:cubicBezTo>
                  <a:lnTo>
                    <a:pt x="1168" y="101"/>
                  </a:lnTo>
                  <a:cubicBezTo>
                    <a:pt x="1135" y="68"/>
                    <a:pt x="968" y="1"/>
                    <a:pt x="9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35" name="Google Shape;5635;p69"/>
            <p:cNvSpPr/>
            <p:nvPr/>
          </p:nvSpPr>
          <p:spPr>
            <a:xfrm>
              <a:off x="5531009" y="3942762"/>
              <a:ext cx="16136" cy="6480"/>
            </a:xfrm>
            <a:custGeom>
              <a:avLst/>
              <a:gdLst/>
              <a:ahLst/>
              <a:cxnLst/>
              <a:rect l="l" t="t" r="r" b="b"/>
              <a:pathLst>
                <a:path w="1001" h="402" extrusionOk="0">
                  <a:moveTo>
                    <a:pt x="734" y="1"/>
                  </a:moveTo>
                  <a:cubicBezTo>
                    <a:pt x="667" y="34"/>
                    <a:pt x="567" y="68"/>
                    <a:pt x="467" y="134"/>
                  </a:cubicBezTo>
                  <a:cubicBezTo>
                    <a:pt x="417" y="151"/>
                    <a:pt x="359" y="159"/>
                    <a:pt x="300" y="159"/>
                  </a:cubicBezTo>
                  <a:cubicBezTo>
                    <a:pt x="242" y="159"/>
                    <a:pt x="184" y="151"/>
                    <a:pt x="134" y="134"/>
                  </a:cubicBezTo>
                  <a:cubicBezTo>
                    <a:pt x="67" y="134"/>
                    <a:pt x="0" y="234"/>
                    <a:pt x="0" y="301"/>
                  </a:cubicBezTo>
                  <a:cubicBezTo>
                    <a:pt x="0" y="335"/>
                    <a:pt x="134" y="401"/>
                    <a:pt x="167" y="401"/>
                  </a:cubicBezTo>
                  <a:cubicBezTo>
                    <a:pt x="300" y="335"/>
                    <a:pt x="367" y="301"/>
                    <a:pt x="501" y="301"/>
                  </a:cubicBezTo>
                  <a:lnTo>
                    <a:pt x="868" y="301"/>
                  </a:lnTo>
                  <a:cubicBezTo>
                    <a:pt x="901" y="301"/>
                    <a:pt x="1001" y="168"/>
                    <a:pt x="968" y="134"/>
                  </a:cubicBezTo>
                  <a:cubicBezTo>
                    <a:pt x="968" y="68"/>
                    <a:pt x="801" y="1"/>
                    <a:pt x="7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36" name="Google Shape;5636;p69"/>
            <p:cNvSpPr/>
            <p:nvPr/>
          </p:nvSpPr>
          <p:spPr>
            <a:xfrm>
              <a:off x="5536925" y="3929866"/>
              <a:ext cx="11300" cy="4852"/>
            </a:xfrm>
            <a:custGeom>
              <a:avLst/>
              <a:gdLst/>
              <a:ahLst/>
              <a:cxnLst/>
              <a:rect l="l" t="t" r="r" b="b"/>
              <a:pathLst>
                <a:path w="701" h="301" extrusionOk="0">
                  <a:moveTo>
                    <a:pt x="134" y="0"/>
                  </a:moveTo>
                  <a:cubicBezTo>
                    <a:pt x="100" y="0"/>
                    <a:pt x="0" y="134"/>
                    <a:pt x="0" y="167"/>
                  </a:cubicBezTo>
                  <a:cubicBezTo>
                    <a:pt x="0" y="201"/>
                    <a:pt x="100" y="301"/>
                    <a:pt x="134" y="301"/>
                  </a:cubicBezTo>
                  <a:cubicBezTo>
                    <a:pt x="217" y="251"/>
                    <a:pt x="292" y="226"/>
                    <a:pt x="367" y="226"/>
                  </a:cubicBezTo>
                  <a:cubicBezTo>
                    <a:pt x="442" y="226"/>
                    <a:pt x="517" y="251"/>
                    <a:pt x="601" y="301"/>
                  </a:cubicBezTo>
                  <a:cubicBezTo>
                    <a:pt x="634" y="301"/>
                    <a:pt x="701" y="201"/>
                    <a:pt x="701" y="167"/>
                  </a:cubicBezTo>
                  <a:cubicBezTo>
                    <a:pt x="701" y="134"/>
                    <a:pt x="634" y="0"/>
                    <a:pt x="601" y="0"/>
                  </a:cubicBezTo>
                  <a:cubicBezTo>
                    <a:pt x="517" y="50"/>
                    <a:pt x="442" y="75"/>
                    <a:pt x="367" y="75"/>
                  </a:cubicBezTo>
                  <a:cubicBezTo>
                    <a:pt x="292" y="75"/>
                    <a:pt x="217" y="50"/>
                    <a:pt x="1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37" name="Google Shape;5637;p69"/>
            <p:cNvSpPr/>
            <p:nvPr/>
          </p:nvSpPr>
          <p:spPr>
            <a:xfrm>
              <a:off x="5541230" y="3918566"/>
              <a:ext cx="17216" cy="5400"/>
            </a:xfrm>
            <a:custGeom>
              <a:avLst/>
              <a:gdLst/>
              <a:ahLst/>
              <a:cxnLst/>
              <a:rect l="l" t="t" r="r" b="b"/>
              <a:pathLst>
                <a:path w="1068" h="335" extrusionOk="0">
                  <a:moveTo>
                    <a:pt x="867" y="1"/>
                  </a:moveTo>
                  <a:cubicBezTo>
                    <a:pt x="760" y="72"/>
                    <a:pt x="634" y="106"/>
                    <a:pt x="504" y="106"/>
                  </a:cubicBezTo>
                  <a:cubicBezTo>
                    <a:pt x="391" y="106"/>
                    <a:pt x="275" y="81"/>
                    <a:pt x="167" y="34"/>
                  </a:cubicBezTo>
                  <a:cubicBezTo>
                    <a:pt x="67" y="34"/>
                    <a:pt x="0" y="168"/>
                    <a:pt x="0" y="201"/>
                  </a:cubicBezTo>
                  <a:cubicBezTo>
                    <a:pt x="0" y="234"/>
                    <a:pt x="100" y="334"/>
                    <a:pt x="167" y="334"/>
                  </a:cubicBezTo>
                  <a:cubicBezTo>
                    <a:pt x="295" y="279"/>
                    <a:pt x="414" y="255"/>
                    <a:pt x="544" y="255"/>
                  </a:cubicBezTo>
                  <a:cubicBezTo>
                    <a:pt x="651" y="255"/>
                    <a:pt x="766" y="271"/>
                    <a:pt x="901" y="301"/>
                  </a:cubicBezTo>
                  <a:cubicBezTo>
                    <a:pt x="934" y="234"/>
                    <a:pt x="1067" y="168"/>
                    <a:pt x="1067" y="134"/>
                  </a:cubicBezTo>
                  <a:cubicBezTo>
                    <a:pt x="1034" y="68"/>
                    <a:pt x="901" y="1"/>
                    <a:pt x="8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38" name="Google Shape;5638;p69"/>
            <p:cNvSpPr/>
            <p:nvPr/>
          </p:nvSpPr>
          <p:spPr>
            <a:xfrm>
              <a:off x="5552514" y="3908894"/>
              <a:ext cx="13992" cy="5400"/>
            </a:xfrm>
            <a:custGeom>
              <a:avLst/>
              <a:gdLst/>
              <a:ahLst/>
              <a:cxnLst/>
              <a:rect l="l" t="t" r="r" b="b"/>
              <a:pathLst>
                <a:path w="868" h="335" extrusionOk="0">
                  <a:moveTo>
                    <a:pt x="134" y="0"/>
                  </a:moveTo>
                  <a:cubicBezTo>
                    <a:pt x="67" y="0"/>
                    <a:pt x="1" y="134"/>
                    <a:pt x="1" y="167"/>
                  </a:cubicBezTo>
                  <a:cubicBezTo>
                    <a:pt x="1" y="201"/>
                    <a:pt x="67" y="301"/>
                    <a:pt x="134" y="301"/>
                  </a:cubicBezTo>
                  <a:cubicBezTo>
                    <a:pt x="211" y="254"/>
                    <a:pt x="296" y="229"/>
                    <a:pt x="381" y="229"/>
                  </a:cubicBezTo>
                  <a:cubicBezTo>
                    <a:pt x="479" y="229"/>
                    <a:pt x="578" y="263"/>
                    <a:pt x="668" y="334"/>
                  </a:cubicBezTo>
                  <a:cubicBezTo>
                    <a:pt x="701" y="334"/>
                    <a:pt x="801" y="301"/>
                    <a:pt x="834" y="267"/>
                  </a:cubicBezTo>
                  <a:cubicBezTo>
                    <a:pt x="868" y="201"/>
                    <a:pt x="801" y="67"/>
                    <a:pt x="734" y="67"/>
                  </a:cubicBezTo>
                  <a:cubicBezTo>
                    <a:pt x="661" y="79"/>
                    <a:pt x="588" y="87"/>
                    <a:pt x="515" y="87"/>
                  </a:cubicBezTo>
                  <a:cubicBezTo>
                    <a:pt x="388" y="87"/>
                    <a:pt x="261" y="64"/>
                    <a:pt x="1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639" name="Google Shape;5639;p69"/>
          <p:cNvGrpSpPr/>
          <p:nvPr/>
        </p:nvGrpSpPr>
        <p:grpSpPr>
          <a:xfrm>
            <a:off x="3801958" y="3483009"/>
            <a:ext cx="218951" cy="393105"/>
            <a:chOff x="3509723" y="3553367"/>
            <a:chExt cx="230693" cy="414187"/>
          </a:xfrm>
        </p:grpSpPr>
        <p:sp>
          <p:nvSpPr>
            <p:cNvPr id="5640" name="Google Shape;5640;p69"/>
            <p:cNvSpPr/>
            <p:nvPr/>
          </p:nvSpPr>
          <p:spPr>
            <a:xfrm>
              <a:off x="3509723" y="3553367"/>
              <a:ext cx="91433" cy="140566"/>
            </a:xfrm>
            <a:custGeom>
              <a:avLst/>
              <a:gdLst/>
              <a:ahLst/>
              <a:cxnLst/>
              <a:rect l="l" t="t" r="r" b="b"/>
              <a:pathLst>
                <a:path w="5672" h="8720" extrusionOk="0">
                  <a:moveTo>
                    <a:pt x="3517" y="432"/>
                  </a:moveTo>
                  <a:cubicBezTo>
                    <a:pt x="3759" y="432"/>
                    <a:pt x="3977" y="498"/>
                    <a:pt x="4137" y="674"/>
                  </a:cubicBezTo>
                  <a:cubicBezTo>
                    <a:pt x="4504" y="1107"/>
                    <a:pt x="4671" y="1708"/>
                    <a:pt x="4771" y="2308"/>
                  </a:cubicBezTo>
                  <a:cubicBezTo>
                    <a:pt x="4938" y="3542"/>
                    <a:pt x="5171" y="4810"/>
                    <a:pt x="5004" y="5977"/>
                  </a:cubicBezTo>
                  <a:cubicBezTo>
                    <a:pt x="4971" y="6211"/>
                    <a:pt x="4938" y="6611"/>
                    <a:pt x="4804" y="6845"/>
                  </a:cubicBezTo>
                  <a:cubicBezTo>
                    <a:pt x="4704" y="7178"/>
                    <a:pt x="4504" y="7512"/>
                    <a:pt x="4270" y="7745"/>
                  </a:cubicBezTo>
                  <a:cubicBezTo>
                    <a:pt x="3862" y="8209"/>
                    <a:pt x="3364" y="8405"/>
                    <a:pt x="3213" y="8479"/>
                  </a:cubicBezTo>
                  <a:lnTo>
                    <a:pt x="2970" y="8479"/>
                  </a:lnTo>
                  <a:cubicBezTo>
                    <a:pt x="2703" y="8479"/>
                    <a:pt x="2369" y="8479"/>
                    <a:pt x="2036" y="8379"/>
                  </a:cubicBezTo>
                  <a:cubicBezTo>
                    <a:pt x="1368" y="8212"/>
                    <a:pt x="1001" y="7412"/>
                    <a:pt x="868" y="7045"/>
                  </a:cubicBezTo>
                  <a:cubicBezTo>
                    <a:pt x="434" y="6011"/>
                    <a:pt x="368" y="4710"/>
                    <a:pt x="534" y="3509"/>
                  </a:cubicBezTo>
                  <a:cubicBezTo>
                    <a:pt x="768" y="2341"/>
                    <a:pt x="1468" y="1207"/>
                    <a:pt x="2536" y="674"/>
                  </a:cubicBezTo>
                  <a:cubicBezTo>
                    <a:pt x="2855" y="542"/>
                    <a:pt x="3206" y="432"/>
                    <a:pt x="3517" y="432"/>
                  </a:cubicBezTo>
                  <a:close/>
                  <a:moveTo>
                    <a:pt x="3464" y="0"/>
                  </a:moveTo>
                  <a:cubicBezTo>
                    <a:pt x="3420" y="0"/>
                    <a:pt x="3378" y="2"/>
                    <a:pt x="3336" y="6"/>
                  </a:cubicBezTo>
                  <a:cubicBezTo>
                    <a:pt x="2970" y="40"/>
                    <a:pt x="2669" y="173"/>
                    <a:pt x="2369" y="307"/>
                  </a:cubicBezTo>
                  <a:cubicBezTo>
                    <a:pt x="1202" y="874"/>
                    <a:pt x="434" y="2075"/>
                    <a:pt x="168" y="3342"/>
                  </a:cubicBezTo>
                  <a:cubicBezTo>
                    <a:pt x="34" y="3976"/>
                    <a:pt x="1" y="4643"/>
                    <a:pt x="1" y="5243"/>
                  </a:cubicBezTo>
                  <a:cubicBezTo>
                    <a:pt x="1" y="5877"/>
                    <a:pt x="134" y="6544"/>
                    <a:pt x="334" y="7178"/>
                  </a:cubicBezTo>
                  <a:cubicBezTo>
                    <a:pt x="468" y="7545"/>
                    <a:pt x="668" y="7945"/>
                    <a:pt x="1001" y="8212"/>
                  </a:cubicBezTo>
                  <a:cubicBezTo>
                    <a:pt x="1335" y="8546"/>
                    <a:pt x="1802" y="8713"/>
                    <a:pt x="2169" y="8713"/>
                  </a:cubicBezTo>
                  <a:cubicBezTo>
                    <a:pt x="2219" y="8717"/>
                    <a:pt x="2268" y="8719"/>
                    <a:pt x="2316" y="8719"/>
                  </a:cubicBezTo>
                  <a:cubicBezTo>
                    <a:pt x="2616" y="8719"/>
                    <a:pt x="2863" y="8637"/>
                    <a:pt x="3036" y="8579"/>
                  </a:cubicBezTo>
                  <a:cubicBezTo>
                    <a:pt x="3181" y="8558"/>
                    <a:pt x="3275" y="8538"/>
                    <a:pt x="3325" y="8517"/>
                  </a:cubicBezTo>
                  <a:lnTo>
                    <a:pt x="3325" y="8517"/>
                  </a:lnTo>
                  <a:cubicBezTo>
                    <a:pt x="3402" y="8508"/>
                    <a:pt x="3507" y="8493"/>
                    <a:pt x="3637" y="8479"/>
                  </a:cubicBezTo>
                  <a:cubicBezTo>
                    <a:pt x="3770" y="8446"/>
                    <a:pt x="3937" y="8379"/>
                    <a:pt x="4104" y="8312"/>
                  </a:cubicBezTo>
                  <a:cubicBezTo>
                    <a:pt x="4270" y="8212"/>
                    <a:pt x="4437" y="8079"/>
                    <a:pt x="4604" y="7979"/>
                  </a:cubicBezTo>
                  <a:cubicBezTo>
                    <a:pt x="4938" y="7712"/>
                    <a:pt x="5171" y="7312"/>
                    <a:pt x="5338" y="6911"/>
                  </a:cubicBezTo>
                  <a:cubicBezTo>
                    <a:pt x="5505" y="6544"/>
                    <a:pt x="5605" y="6177"/>
                    <a:pt x="5605" y="5944"/>
                  </a:cubicBezTo>
                  <a:cubicBezTo>
                    <a:pt x="5671" y="4576"/>
                    <a:pt x="5338" y="3375"/>
                    <a:pt x="5138" y="2141"/>
                  </a:cubicBezTo>
                  <a:cubicBezTo>
                    <a:pt x="5038" y="1841"/>
                    <a:pt x="5004" y="1507"/>
                    <a:pt x="4871" y="1207"/>
                  </a:cubicBezTo>
                  <a:cubicBezTo>
                    <a:pt x="4771" y="874"/>
                    <a:pt x="4604" y="573"/>
                    <a:pt x="4337" y="340"/>
                  </a:cubicBezTo>
                  <a:cubicBezTo>
                    <a:pt x="4132" y="106"/>
                    <a:pt x="3774" y="0"/>
                    <a:pt x="34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41" name="Google Shape;5641;p69"/>
            <p:cNvSpPr/>
            <p:nvPr/>
          </p:nvSpPr>
          <p:spPr>
            <a:xfrm>
              <a:off x="3553279" y="3691096"/>
              <a:ext cx="11848" cy="61337"/>
            </a:xfrm>
            <a:custGeom>
              <a:avLst/>
              <a:gdLst/>
              <a:ahLst/>
              <a:cxnLst/>
              <a:rect l="l" t="t" r="r" b="b"/>
              <a:pathLst>
                <a:path w="735" h="3805" extrusionOk="0">
                  <a:moveTo>
                    <a:pt x="390" y="0"/>
                  </a:moveTo>
                  <a:cubicBezTo>
                    <a:pt x="281" y="0"/>
                    <a:pt x="1" y="441"/>
                    <a:pt x="1" y="602"/>
                  </a:cubicBezTo>
                  <a:cubicBezTo>
                    <a:pt x="134" y="1503"/>
                    <a:pt x="234" y="2337"/>
                    <a:pt x="167" y="3237"/>
                  </a:cubicBezTo>
                  <a:cubicBezTo>
                    <a:pt x="234" y="3438"/>
                    <a:pt x="434" y="3805"/>
                    <a:pt x="468" y="3805"/>
                  </a:cubicBezTo>
                  <a:cubicBezTo>
                    <a:pt x="601" y="3805"/>
                    <a:pt x="735" y="3304"/>
                    <a:pt x="735" y="3137"/>
                  </a:cubicBezTo>
                  <a:cubicBezTo>
                    <a:pt x="434" y="2303"/>
                    <a:pt x="301" y="1436"/>
                    <a:pt x="568" y="636"/>
                  </a:cubicBezTo>
                  <a:cubicBezTo>
                    <a:pt x="601" y="502"/>
                    <a:pt x="568" y="402"/>
                    <a:pt x="501" y="269"/>
                  </a:cubicBezTo>
                  <a:cubicBezTo>
                    <a:pt x="468" y="135"/>
                    <a:pt x="434" y="2"/>
                    <a:pt x="401" y="2"/>
                  </a:cubicBezTo>
                  <a:cubicBezTo>
                    <a:pt x="398" y="1"/>
                    <a:pt x="394" y="0"/>
                    <a:pt x="3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42" name="Google Shape;5642;p69"/>
            <p:cNvSpPr/>
            <p:nvPr/>
          </p:nvSpPr>
          <p:spPr>
            <a:xfrm>
              <a:off x="3533387" y="3671543"/>
              <a:ext cx="22600" cy="14218"/>
            </a:xfrm>
            <a:custGeom>
              <a:avLst/>
              <a:gdLst/>
              <a:ahLst/>
              <a:cxnLst/>
              <a:rect l="l" t="t" r="r" b="b"/>
              <a:pathLst>
                <a:path w="1402" h="882" extrusionOk="0">
                  <a:moveTo>
                    <a:pt x="1164" y="1"/>
                  </a:moveTo>
                  <a:cubicBezTo>
                    <a:pt x="1129" y="1"/>
                    <a:pt x="1095" y="5"/>
                    <a:pt x="1068" y="14"/>
                  </a:cubicBezTo>
                  <a:lnTo>
                    <a:pt x="568" y="281"/>
                  </a:lnTo>
                  <a:cubicBezTo>
                    <a:pt x="401" y="348"/>
                    <a:pt x="201" y="414"/>
                    <a:pt x="34" y="548"/>
                  </a:cubicBezTo>
                  <a:cubicBezTo>
                    <a:pt x="0" y="614"/>
                    <a:pt x="0" y="681"/>
                    <a:pt x="0" y="748"/>
                  </a:cubicBezTo>
                  <a:cubicBezTo>
                    <a:pt x="34" y="848"/>
                    <a:pt x="34" y="881"/>
                    <a:pt x="67" y="881"/>
                  </a:cubicBezTo>
                  <a:lnTo>
                    <a:pt x="167" y="815"/>
                  </a:lnTo>
                  <a:lnTo>
                    <a:pt x="234" y="714"/>
                  </a:lnTo>
                  <a:cubicBezTo>
                    <a:pt x="301" y="614"/>
                    <a:pt x="467" y="481"/>
                    <a:pt x="634" y="381"/>
                  </a:cubicBezTo>
                  <a:cubicBezTo>
                    <a:pt x="768" y="314"/>
                    <a:pt x="968" y="281"/>
                    <a:pt x="1168" y="281"/>
                  </a:cubicBezTo>
                  <a:cubicBezTo>
                    <a:pt x="1235" y="281"/>
                    <a:pt x="1401" y="114"/>
                    <a:pt x="1368" y="81"/>
                  </a:cubicBezTo>
                  <a:cubicBezTo>
                    <a:pt x="1368" y="32"/>
                    <a:pt x="1261" y="1"/>
                    <a:pt x="1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43" name="Google Shape;5643;p69"/>
            <p:cNvSpPr/>
            <p:nvPr/>
          </p:nvSpPr>
          <p:spPr>
            <a:xfrm>
              <a:off x="3522635" y="3664128"/>
              <a:ext cx="22600" cy="12493"/>
            </a:xfrm>
            <a:custGeom>
              <a:avLst/>
              <a:gdLst/>
              <a:ahLst/>
              <a:cxnLst/>
              <a:rect l="l" t="t" r="r" b="b"/>
              <a:pathLst>
                <a:path w="1402" h="775" extrusionOk="0">
                  <a:moveTo>
                    <a:pt x="1168" y="0"/>
                  </a:moveTo>
                  <a:cubicBezTo>
                    <a:pt x="1155" y="0"/>
                    <a:pt x="1144" y="2"/>
                    <a:pt x="1134" y="7"/>
                  </a:cubicBezTo>
                  <a:cubicBezTo>
                    <a:pt x="801" y="240"/>
                    <a:pt x="501" y="307"/>
                    <a:pt x="134" y="474"/>
                  </a:cubicBezTo>
                  <a:cubicBezTo>
                    <a:pt x="0" y="507"/>
                    <a:pt x="0" y="774"/>
                    <a:pt x="34" y="774"/>
                  </a:cubicBezTo>
                  <a:cubicBezTo>
                    <a:pt x="67" y="774"/>
                    <a:pt x="234" y="741"/>
                    <a:pt x="301" y="674"/>
                  </a:cubicBezTo>
                  <a:cubicBezTo>
                    <a:pt x="501" y="407"/>
                    <a:pt x="868" y="274"/>
                    <a:pt x="1201" y="274"/>
                  </a:cubicBezTo>
                  <a:cubicBezTo>
                    <a:pt x="1235" y="240"/>
                    <a:pt x="1401" y="140"/>
                    <a:pt x="1401" y="140"/>
                  </a:cubicBezTo>
                  <a:cubicBezTo>
                    <a:pt x="1401" y="83"/>
                    <a:pt x="1252" y="0"/>
                    <a:pt x="11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44" name="Google Shape;5644;p69"/>
            <p:cNvSpPr/>
            <p:nvPr/>
          </p:nvSpPr>
          <p:spPr>
            <a:xfrm>
              <a:off x="3515639" y="3650796"/>
              <a:ext cx="20456" cy="10768"/>
            </a:xfrm>
            <a:custGeom>
              <a:avLst/>
              <a:gdLst/>
              <a:ahLst/>
              <a:cxnLst/>
              <a:rect l="l" t="t" r="r" b="b"/>
              <a:pathLst>
                <a:path w="1269" h="668" extrusionOk="0">
                  <a:moveTo>
                    <a:pt x="968" y="0"/>
                  </a:moveTo>
                  <a:cubicBezTo>
                    <a:pt x="735" y="234"/>
                    <a:pt x="468" y="300"/>
                    <a:pt x="134" y="434"/>
                  </a:cubicBezTo>
                  <a:cubicBezTo>
                    <a:pt x="67" y="467"/>
                    <a:pt x="1" y="634"/>
                    <a:pt x="67" y="667"/>
                  </a:cubicBezTo>
                  <a:cubicBezTo>
                    <a:pt x="101" y="667"/>
                    <a:pt x="268" y="634"/>
                    <a:pt x="301" y="634"/>
                  </a:cubicBezTo>
                  <a:cubicBezTo>
                    <a:pt x="468" y="400"/>
                    <a:pt x="801" y="300"/>
                    <a:pt x="1101" y="267"/>
                  </a:cubicBezTo>
                  <a:cubicBezTo>
                    <a:pt x="1135" y="267"/>
                    <a:pt x="1268" y="100"/>
                    <a:pt x="1235" y="67"/>
                  </a:cubicBezTo>
                  <a:cubicBezTo>
                    <a:pt x="1235" y="0"/>
                    <a:pt x="1001" y="0"/>
                    <a:pt x="9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45" name="Google Shape;5645;p69"/>
            <p:cNvSpPr/>
            <p:nvPr/>
          </p:nvSpPr>
          <p:spPr>
            <a:xfrm>
              <a:off x="3515107" y="3635192"/>
              <a:ext cx="17764" cy="9914"/>
            </a:xfrm>
            <a:custGeom>
              <a:avLst/>
              <a:gdLst/>
              <a:ahLst/>
              <a:cxnLst/>
              <a:rect l="l" t="t" r="r" b="b"/>
              <a:pathLst>
                <a:path w="1102" h="615" extrusionOk="0">
                  <a:moveTo>
                    <a:pt x="834" y="1"/>
                  </a:moveTo>
                  <a:cubicBezTo>
                    <a:pt x="634" y="167"/>
                    <a:pt x="434" y="268"/>
                    <a:pt x="134" y="301"/>
                  </a:cubicBezTo>
                  <a:cubicBezTo>
                    <a:pt x="100" y="334"/>
                    <a:pt x="34" y="401"/>
                    <a:pt x="34" y="434"/>
                  </a:cubicBezTo>
                  <a:cubicBezTo>
                    <a:pt x="0" y="468"/>
                    <a:pt x="0" y="568"/>
                    <a:pt x="34" y="568"/>
                  </a:cubicBezTo>
                  <a:cubicBezTo>
                    <a:pt x="81" y="591"/>
                    <a:pt x="145" y="615"/>
                    <a:pt x="202" y="615"/>
                  </a:cubicBezTo>
                  <a:cubicBezTo>
                    <a:pt x="225" y="615"/>
                    <a:pt x="248" y="611"/>
                    <a:pt x="267" y="601"/>
                  </a:cubicBezTo>
                  <a:cubicBezTo>
                    <a:pt x="467" y="401"/>
                    <a:pt x="701" y="301"/>
                    <a:pt x="968" y="301"/>
                  </a:cubicBezTo>
                  <a:cubicBezTo>
                    <a:pt x="1001" y="268"/>
                    <a:pt x="1101" y="134"/>
                    <a:pt x="1101" y="101"/>
                  </a:cubicBezTo>
                  <a:cubicBezTo>
                    <a:pt x="1034" y="67"/>
                    <a:pt x="868" y="1"/>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46" name="Google Shape;5646;p69"/>
            <p:cNvSpPr/>
            <p:nvPr/>
          </p:nvSpPr>
          <p:spPr>
            <a:xfrm>
              <a:off x="3511335" y="3619056"/>
              <a:ext cx="18844" cy="8624"/>
            </a:xfrm>
            <a:custGeom>
              <a:avLst/>
              <a:gdLst/>
              <a:ahLst/>
              <a:cxnLst/>
              <a:rect l="l" t="t" r="r" b="b"/>
              <a:pathLst>
                <a:path w="1169" h="535" extrusionOk="0">
                  <a:moveTo>
                    <a:pt x="901" y="1"/>
                  </a:moveTo>
                  <a:cubicBezTo>
                    <a:pt x="701" y="201"/>
                    <a:pt x="434" y="234"/>
                    <a:pt x="168" y="268"/>
                  </a:cubicBezTo>
                  <a:cubicBezTo>
                    <a:pt x="68" y="301"/>
                    <a:pt x="1" y="435"/>
                    <a:pt x="34" y="468"/>
                  </a:cubicBezTo>
                  <a:cubicBezTo>
                    <a:pt x="34" y="535"/>
                    <a:pt x="201" y="535"/>
                    <a:pt x="234" y="535"/>
                  </a:cubicBezTo>
                  <a:cubicBezTo>
                    <a:pt x="434" y="301"/>
                    <a:pt x="701" y="268"/>
                    <a:pt x="1002" y="268"/>
                  </a:cubicBezTo>
                  <a:cubicBezTo>
                    <a:pt x="1035" y="268"/>
                    <a:pt x="1168" y="134"/>
                    <a:pt x="1168" y="101"/>
                  </a:cubicBezTo>
                  <a:cubicBezTo>
                    <a:pt x="1102" y="68"/>
                    <a:pt x="935" y="1"/>
                    <a:pt x="9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47" name="Google Shape;5647;p69"/>
            <p:cNvSpPr/>
            <p:nvPr/>
          </p:nvSpPr>
          <p:spPr>
            <a:xfrm>
              <a:off x="3513495" y="3607240"/>
              <a:ext cx="16684" cy="6996"/>
            </a:xfrm>
            <a:custGeom>
              <a:avLst/>
              <a:gdLst/>
              <a:ahLst/>
              <a:cxnLst/>
              <a:rect l="l" t="t" r="r" b="b"/>
              <a:pathLst>
                <a:path w="1035" h="434" extrusionOk="0">
                  <a:moveTo>
                    <a:pt x="767" y="0"/>
                  </a:moveTo>
                  <a:cubicBezTo>
                    <a:pt x="667" y="33"/>
                    <a:pt x="601" y="100"/>
                    <a:pt x="467" y="134"/>
                  </a:cubicBezTo>
                  <a:cubicBezTo>
                    <a:pt x="434" y="150"/>
                    <a:pt x="384" y="159"/>
                    <a:pt x="325" y="159"/>
                  </a:cubicBezTo>
                  <a:cubicBezTo>
                    <a:pt x="267" y="159"/>
                    <a:pt x="200" y="150"/>
                    <a:pt x="134" y="134"/>
                  </a:cubicBezTo>
                  <a:cubicBezTo>
                    <a:pt x="100" y="134"/>
                    <a:pt x="0" y="234"/>
                    <a:pt x="0" y="300"/>
                  </a:cubicBezTo>
                  <a:cubicBezTo>
                    <a:pt x="0" y="334"/>
                    <a:pt x="134" y="434"/>
                    <a:pt x="200" y="434"/>
                  </a:cubicBezTo>
                  <a:cubicBezTo>
                    <a:pt x="300" y="334"/>
                    <a:pt x="401" y="300"/>
                    <a:pt x="534" y="300"/>
                  </a:cubicBezTo>
                  <a:lnTo>
                    <a:pt x="901" y="300"/>
                  </a:lnTo>
                  <a:cubicBezTo>
                    <a:pt x="934" y="300"/>
                    <a:pt x="1034" y="167"/>
                    <a:pt x="968" y="134"/>
                  </a:cubicBezTo>
                  <a:cubicBezTo>
                    <a:pt x="968" y="100"/>
                    <a:pt x="801"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48" name="Google Shape;5648;p69"/>
            <p:cNvSpPr/>
            <p:nvPr/>
          </p:nvSpPr>
          <p:spPr>
            <a:xfrm>
              <a:off x="3519943" y="3594328"/>
              <a:ext cx="11316" cy="4852"/>
            </a:xfrm>
            <a:custGeom>
              <a:avLst/>
              <a:gdLst/>
              <a:ahLst/>
              <a:cxnLst/>
              <a:rect l="l" t="t" r="r" b="b"/>
              <a:pathLst>
                <a:path w="702" h="301" extrusionOk="0">
                  <a:moveTo>
                    <a:pt x="134" y="1"/>
                  </a:moveTo>
                  <a:cubicBezTo>
                    <a:pt x="67" y="1"/>
                    <a:pt x="1" y="134"/>
                    <a:pt x="1" y="167"/>
                  </a:cubicBezTo>
                  <a:cubicBezTo>
                    <a:pt x="1" y="234"/>
                    <a:pt x="67" y="301"/>
                    <a:pt x="134" y="301"/>
                  </a:cubicBezTo>
                  <a:cubicBezTo>
                    <a:pt x="217" y="267"/>
                    <a:pt x="284" y="251"/>
                    <a:pt x="351" y="251"/>
                  </a:cubicBezTo>
                  <a:cubicBezTo>
                    <a:pt x="417" y="251"/>
                    <a:pt x="484" y="267"/>
                    <a:pt x="568" y="301"/>
                  </a:cubicBezTo>
                  <a:cubicBezTo>
                    <a:pt x="634" y="301"/>
                    <a:pt x="701" y="234"/>
                    <a:pt x="701" y="167"/>
                  </a:cubicBezTo>
                  <a:cubicBezTo>
                    <a:pt x="701" y="134"/>
                    <a:pt x="634" y="1"/>
                    <a:pt x="568" y="1"/>
                  </a:cubicBezTo>
                  <a:cubicBezTo>
                    <a:pt x="484" y="51"/>
                    <a:pt x="417" y="76"/>
                    <a:pt x="351" y="76"/>
                  </a:cubicBezTo>
                  <a:cubicBezTo>
                    <a:pt x="284" y="76"/>
                    <a:pt x="217" y="51"/>
                    <a:pt x="1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49" name="Google Shape;5649;p69"/>
            <p:cNvSpPr/>
            <p:nvPr/>
          </p:nvSpPr>
          <p:spPr>
            <a:xfrm>
              <a:off x="3523715" y="3583044"/>
              <a:ext cx="17748" cy="5384"/>
            </a:xfrm>
            <a:custGeom>
              <a:avLst/>
              <a:gdLst/>
              <a:ahLst/>
              <a:cxnLst/>
              <a:rect l="l" t="t" r="r" b="b"/>
              <a:pathLst>
                <a:path w="1101" h="334" extrusionOk="0">
                  <a:moveTo>
                    <a:pt x="901" y="0"/>
                  </a:moveTo>
                  <a:cubicBezTo>
                    <a:pt x="776" y="72"/>
                    <a:pt x="650" y="105"/>
                    <a:pt x="520" y="105"/>
                  </a:cubicBezTo>
                  <a:cubicBezTo>
                    <a:pt x="407" y="105"/>
                    <a:pt x="291" y="80"/>
                    <a:pt x="167" y="33"/>
                  </a:cubicBezTo>
                  <a:cubicBezTo>
                    <a:pt x="100" y="33"/>
                    <a:pt x="0" y="167"/>
                    <a:pt x="0" y="200"/>
                  </a:cubicBezTo>
                  <a:cubicBezTo>
                    <a:pt x="0" y="267"/>
                    <a:pt x="133" y="334"/>
                    <a:pt x="167" y="334"/>
                  </a:cubicBezTo>
                  <a:cubicBezTo>
                    <a:pt x="323" y="294"/>
                    <a:pt x="457" y="278"/>
                    <a:pt x="601" y="278"/>
                  </a:cubicBezTo>
                  <a:cubicBezTo>
                    <a:pt x="702" y="278"/>
                    <a:pt x="810" y="286"/>
                    <a:pt x="934" y="300"/>
                  </a:cubicBezTo>
                  <a:cubicBezTo>
                    <a:pt x="1001" y="267"/>
                    <a:pt x="1101" y="167"/>
                    <a:pt x="1101" y="133"/>
                  </a:cubicBezTo>
                  <a:cubicBezTo>
                    <a:pt x="1067" y="67"/>
                    <a:pt x="934" y="0"/>
                    <a:pt x="9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50" name="Google Shape;5650;p69"/>
            <p:cNvSpPr/>
            <p:nvPr/>
          </p:nvSpPr>
          <p:spPr>
            <a:xfrm>
              <a:off x="3535531" y="3573888"/>
              <a:ext cx="14008" cy="5400"/>
            </a:xfrm>
            <a:custGeom>
              <a:avLst/>
              <a:gdLst/>
              <a:ahLst/>
              <a:cxnLst/>
              <a:rect l="l" t="t" r="r" b="b"/>
              <a:pathLst>
                <a:path w="869" h="335" extrusionOk="0">
                  <a:moveTo>
                    <a:pt x="101" y="1"/>
                  </a:moveTo>
                  <a:cubicBezTo>
                    <a:pt x="68" y="1"/>
                    <a:pt x="1" y="101"/>
                    <a:pt x="1" y="168"/>
                  </a:cubicBezTo>
                  <a:cubicBezTo>
                    <a:pt x="1" y="201"/>
                    <a:pt x="68" y="268"/>
                    <a:pt x="101" y="268"/>
                  </a:cubicBezTo>
                  <a:cubicBezTo>
                    <a:pt x="170" y="240"/>
                    <a:pt x="251" y="224"/>
                    <a:pt x="333" y="224"/>
                  </a:cubicBezTo>
                  <a:cubicBezTo>
                    <a:pt x="450" y="224"/>
                    <a:pt x="570" y="256"/>
                    <a:pt x="668" y="335"/>
                  </a:cubicBezTo>
                  <a:cubicBezTo>
                    <a:pt x="701" y="335"/>
                    <a:pt x="835" y="268"/>
                    <a:pt x="835" y="234"/>
                  </a:cubicBezTo>
                  <a:cubicBezTo>
                    <a:pt x="868" y="201"/>
                    <a:pt x="768" y="34"/>
                    <a:pt x="735" y="34"/>
                  </a:cubicBezTo>
                  <a:cubicBezTo>
                    <a:pt x="652" y="48"/>
                    <a:pt x="569" y="56"/>
                    <a:pt x="484" y="56"/>
                  </a:cubicBezTo>
                  <a:cubicBezTo>
                    <a:pt x="363" y="56"/>
                    <a:pt x="238" y="40"/>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51" name="Google Shape;5651;p69"/>
            <p:cNvSpPr/>
            <p:nvPr/>
          </p:nvSpPr>
          <p:spPr>
            <a:xfrm>
              <a:off x="3648999" y="3617895"/>
              <a:ext cx="91417" cy="140566"/>
            </a:xfrm>
            <a:custGeom>
              <a:avLst/>
              <a:gdLst/>
              <a:ahLst/>
              <a:cxnLst/>
              <a:rect l="l" t="t" r="r" b="b"/>
              <a:pathLst>
                <a:path w="5671" h="8720" extrusionOk="0">
                  <a:moveTo>
                    <a:pt x="3468" y="421"/>
                  </a:moveTo>
                  <a:cubicBezTo>
                    <a:pt x="3721" y="421"/>
                    <a:pt x="3956" y="493"/>
                    <a:pt x="4137" y="673"/>
                  </a:cubicBezTo>
                  <a:cubicBezTo>
                    <a:pt x="4503" y="1107"/>
                    <a:pt x="4670" y="1707"/>
                    <a:pt x="4737" y="2308"/>
                  </a:cubicBezTo>
                  <a:cubicBezTo>
                    <a:pt x="4904" y="3542"/>
                    <a:pt x="5171" y="4810"/>
                    <a:pt x="5004" y="5977"/>
                  </a:cubicBezTo>
                  <a:cubicBezTo>
                    <a:pt x="4970" y="6277"/>
                    <a:pt x="4904" y="6578"/>
                    <a:pt x="4804" y="6844"/>
                  </a:cubicBezTo>
                  <a:cubicBezTo>
                    <a:pt x="4704" y="7178"/>
                    <a:pt x="4503" y="7512"/>
                    <a:pt x="4237" y="7778"/>
                  </a:cubicBezTo>
                  <a:cubicBezTo>
                    <a:pt x="3828" y="8214"/>
                    <a:pt x="3353" y="8405"/>
                    <a:pt x="3210" y="8479"/>
                  </a:cubicBezTo>
                  <a:lnTo>
                    <a:pt x="2969" y="8479"/>
                  </a:lnTo>
                  <a:cubicBezTo>
                    <a:pt x="2702" y="8479"/>
                    <a:pt x="2369" y="8479"/>
                    <a:pt x="2035" y="8379"/>
                  </a:cubicBezTo>
                  <a:cubicBezTo>
                    <a:pt x="1368" y="8212"/>
                    <a:pt x="1001" y="7412"/>
                    <a:pt x="868" y="7045"/>
                  </a:cubicBezTo>
                  <a:cubicBezTo>
                    <a:pt x="401" y="6011"/>
                    <a:pt x="367" y="4710"/>
                    <a:pt x="534" y="3509"/>
                  </a:cubicBezTo>
                  <a:cubicBezTo>
                    <a:pt x="734" y="2341"/>
                    <a:pt x="1468" y="1207"/>
                    <a:pt x="2535" y="673"/>
                  </a:cubicBezTo>
                  <a:cubicBezTo>
                    <a:pt x="2828" y="527"/>
                    <a:pt x="3161" y="421"/>
                    <a:pt x="3468" y="421"/>
                  </a:cubicBezTo>
                  <a:close/>
                  <a:moveTo>
                    <a:pt x="3462" y="0"/>
                  </a:moveTo>
                  <a:cubicBezTo>
                    <a:pt x="3419" y="0"/>
                    <a:pt x="3377" y="2"/>
                    <a:pt x="3336" y="6"/>
                  </a:cubicBezTo>
                  <a:cubicBezTo>
                    <a:pt x="2969" y="40"/>
                    <a:pt x="2669" y="173"/>
                    <a:pt x="2369" y="306"/>
                  </a:cubicBezTo>
                  <a:cubicBezTo>
                    <a:pt x="1201" y="874"/>
                    <a:pt x="401" y="2074"/>
                    <a:pt x="167" y="3342"/>
                  </a:cubicBezTo>
                  <a:cubicBezTo>
                    <a:pt x="34" y="3976"/>
                    <a:pt x="0" y="4643"/>
                    <a:pt x="0" y="5277"/>
                  </a:cubicBezTo>
                  <a:cubicBezTo>
                    <a:pt x="0" y="5877"/>
                    <a:pt x="134" y="6544"/>
                    <a:pt x="334" y="7178"/>
                  </a:cubicBezTo>
                  <a:cubicBezTo>
                    <a:pt x="467" y="7545"/>
                    <a:pt x="667" y="7945"/>
                    <a:pt x="1001" y="8212"/>
                  </a:cubicBezTo>
                  <a:cubicBezTo>
                    <a:pt x="1335" y="8546"/>
                    <a:pt x="1802" y="8712"/>
                    <a:pt x="2168" y="8712"/>
                  </a:cubicBezTo>
                  <a:cubicBezTo>
                    <a:pt x="2220" y="8717"/>
                    <a:pt x="2270" y="8719"/>
                    <a:pt x="2318" y="8719"/>
                  </a:cubicBezTo>
                  <a:cubicBezTo>
                    <a:pt x="2617" y="8719"/>
                    <a:pt x="2864" y="8641"/>
                    <a:pt x="3036" y="8612"/>
                  </a:cubicBezTo>
                  <a:cubicBezTo>
                    <a:pt x="3162" y="8570"/>
                    <a:pt x="3262" y="8541"/>
                    <a:pt x="3318" y="8518"/>
                  </a:cubicBezTo>
                  <a:lnTo>
                    <a:pt x="3318" y="8518"/>
                  </a:lnTo>
                  <a:cubicBezTo>
                    <a:pt x="3396" y="8509"/>
                    <a:pt x="3503" y="8494"/>
                    <a:pt x="3636" y="8479"/>
                  </a:cubicBezTo>
                  <a:cubicBezTo>
                    <a:pt x="3736" y="8446"/>
                    <a:pt x="3903" y="8379"/>
                    <a:pt x="4070" y="8312"/>
                  </a:cubicBezTo>
                  <a:cubicBezTo>
                    <a:pt x="4237" y="8212"/>
                    <a:pt x="4403" y="8112"/>
                    <a:pt x="4570" y="7979"/>
                  </a:cubicBezTo>
                  <a:cubicBezTo>
                    <a:pt x="4904" y="7712"/>
                    <a:pt x="5171" y="7311"/>
                    <a:pt x="5337" y="6945"/>
                  </a:cubicBezTo>
                  <a:cubicBezTo>
                    <a:pt x="5504" y="6544"/>
                    <a:pt x="5571" y="6177"/>
                    <a:pt x="5571" y="5944"/>
                  </a:cubicBezTo>
                  <a:cubicBezTo>
                    <a:pt x="5671" y="4576"/>
                    <a:pt x="5337" y="3375"/>
                    <a:pt x="5137" y="2141"/>
                  </a:cubicBezTo>
                  <a:cubicBezTo>
                    <a:pt x="5037" y="1841"/>
                    <a:pt x="5004" y="1507"/>
                    <a:pt x="4870" y="1207"/>
                  </a:cubicBezTo>
                  <a:cubicBezTo>
                    <a:pt x="4737" y="874"/>
                    <a:pt x="4570" y="607"/>
                    <a:pt x="4337" y="340"/>
                  </a:cubicBezTo>
                  <a:cubicBezTo>
                    <a:pt x="4103" y="106"/>
                    <a:pt x="3766" y="0"/>
                    <a:pt x="3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52" name="Google Shape;5652;p69"/>
            <p:cNvSpPr/>
            <p:nvPr/>
          </p:nvSpPr>
          <p:spPr>
            <a:xfrm>
              <a:off x="3692556" y="3756608"/>
              <a:ext cx="11300" cy="60885"/>
            </a:xfrm>
            <a:custGeom>
              <a:avLst/>
              <a:gdLst/>
              <a:ahLst/>
              <a:cxnLst/>
              <a:rect l="l" t="t" r="r" b="b"/>
              <a:pathLst>
                <a:path w="701" h="3777" extrusionOk="0">
                  <a:moveTo>
                    <a:pt x="351" y="1"/>
                  </a:moveTo>
                  <a:cubicBezTo>
                    <a:pt x="262" y="1"/>
                    <a:pt x="0" y="419"/>
                    <a:pt x="0" y="574"/>
                  </a:cubicBezTo>
                  <a:cubicBezTo>
                    <a:pt x="134" y="1475"/>
                    <a:pt x="200" y="2309"/>
                    <a:pt x="167" y="3210"/>
                  </a:cubicBezTo>
                  <a:cubicBezTo>
                    <a:pt x="167" y="3410"/>
                    <a:pt x="434" y="3777"/>
                    <a:pt x="467" y="3777"/>
                  </a:cubicBezTo>
                  <a:cubicBezTo>
                    <a:pt x="601" y="3777"/>
                    <a:pt x="701" y="3276"/>
                    <a:pt x="701" y="3110"/>
                  </a:cubicBezTo>
                  <a:cubicBezTo>
                    <a:pt x="434" y="2276"/>
                    <a:pt x="300" y="1408"/>
                    <a:pt x="534" y="608"/>
                  </a:cubicBezTo>
                  <a:cubicBezTo>
                    <a:pt x="601" y="508"/>
                    <a:pt x="534" y="374"/>
                    <a:pt x="501" y="241"/>
                  </a:cubicBezTo>
                  <a:cubicBezTo>
                    <a:pt x="467" y="107"/>
                    <a:pt x="434" y="7"/>
                    <a:pt x="367" y="7"/>
                  </a:cubicBezTo>
                  <a:cubicBezTo>
                    <a:pt x="363" y="3"/>
                    <a:pt x="357" y="1"/>
                    <a:pt x="3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53" name="Google Shape;5653;p69"/>
            <p:cNvSpPr/>
            <p:nvPr/>
          </p:nvSpPr>
          <p:spPr>
            <a:xfrm>
              <a:off x="3672116" y="3736619"/>
              <a:ext cx="23132" cy="14202"/>
            </a:xfrm>
            <a:custGeom>
              <a:avLst/>
              <a:gdLst/>
              <a:ahLst/>
              <a:cxnLst/>
              <a:rect l="l" t="t" r="r" b="b"/>
              <a:pathLst>
                <a:path w="1435" h="881" extrusionOk="0">
                  <a:moveTo>
                    <a:pt x="1176" y="1"/>
                  </a:moveTo>
                  <a:cubicBezTo>
                    <a:pt x="1145" y="1"/>
                    <a:pt x="1118" y="5"/>
                    <a:pt x="1101" y="13"/>
                  </a:cubicBezTo>
                  <a:lnTo>
                    <a:pt x="601" y="280"/>
                  </a:lnTo>
                  <a:cubicBezTo>
                    <a:pt x="434" y="347"/>
                    <a:pt x="234" y="447"/>
                    <a:pt x="67" y="547"/>
                  </a:cubicBezTo>
                  <a:cubicBezTo>
                    <a:pt x="1" y="614"/>
                    <a:pt x="1" y="680"/>
                    <a:pt x="1" y="780"/>
                  </a:cubicBezTo>
                  <a:cubicBezTo>
                    <a:pt x="67" y="847"/>
                    <a:pt x="67" y="880"/>
                    <a:pt x="101" y="880"/>
                  </a:cubicBezTo>
                  <a:lnTo>
                    <a:pt x="201" y="814"/>
                  </a:lnTo>
                  <a:lnTo>
                    <a:pt x="267" y="747"/>
                  </a:lnTo>
                  <a:cubicBezTo>
                    <a:pt x="301" y="614"/>
                    <a:pt x="468" y="480"/>
                    <a:pt x="634" y="413"/>
                  </a:cubicBezTo>
                  <a:cubicBezTo>
                    <a:pt x="801" y="313"/>
                    <a:pt x="968" y="280"/>
                    <a:pt x="1201" y="280"/>
                  </a:cubicBezTo>
                  <a:cubicBezTo>
                    <a:pt x="1268" y="280"/>
                    <a:pt x="1435" y="113"/>
                    <a:pt x="1402" y="113"/>
                  </a:cubicBezTo>
                  <a:cubicBezTo>
                    <a:pt x="1402" y="38"/>
                    <a:pt x="1270" y="1"/>
                    <a:pt x="11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54" name="Google Shape;5654;p69"/>
            <p:cNvSpPr/>
            <p:nvPr/>
          </p:nvSpPr>
          <p:spPr>
            <a:xfrm>
              <a:off x="3660832" y="3728656"/>
              <a:ext cx="23664" cy="12493"/>
            </a:xfrm>
            <a:custGeom>
              <a:avLst/>
              <a:gdLst/>
              <a:ahLst/>
              <a:cxnLst/>
              <a:rect l="l" t="t" r="r" b="b"/>
              <a:pathLst>
                <a:path w="1468" h="775" extrusionOk="0">
                  <a:moveTo>
                    <a:pt x="1180" y="0"/>
                  </a:moveTo>
                  <a:cubicBezTo>
                    <a:pt x="1163" y="0"/>
                    <a:pt x="1148" y="2"/>
                    <a:pt x="1134" y="7"/>
                  </a:cubicBezTo>
                  <a:cubicBezTo>
                    <a:pt x="801" y="207"/>
                    <a:pt x="500" y="307"/>
                    <a:pt x="134" y="474"/>
                  </a:cubicBezTo>
                  <a:cubicBezTo>
                    <a:pt x="0" y="507"/>
                    <a:pt x="0" y="774"/>
                    <a:pt x="67" y="774"/>
                  </a:cubicBezTo>
                  <a:cubicBezTo>
                    <a:pt x="100" y="774"/>
                    <a:pt x="267" y="741"/>
                    <a:pt x="300" y="674"/>
                  </a:cubicBezTo>
                  <a:cubicBezTo>
                    <a:pt x="500" y="407"/>
                    <a:pt x="901" y="274"/>
                    <a:pt x="1234" y="274"/>
                  </a:cubicBezTo>
                  <a:cubicBezTo>
                    <a:pt x="1301" y="274"/>
                    <a:pt x="1468" y="174"/>
                    <a:pt x="1434" y="140"/>
                  </a:cubicBezTo>
                  <a:cubicBezTo>
                    <a:pt x="1434" y="83"/>
                    <a:pt x="1285" y="0"/>
                    <a:pt x="11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55" name="Google Shape;5655;p69"/>
            <p:cNvSpPr/>
            <p:nvPr/>
          </p:nvSpPr>
          <p:spPr>
            <a:xfrm>
              <a:off x="3654915" y="3716389"/>
              <a:ext cx="20440" cy="10768"/>
            </a:xfrm>
            <a:custGeom>
              <a:avLst/>
              <a:gdLst/>
              <a:ahLst/>
              <a:cxnLst/>
              <a:rect l="l" t="t" r="r" b="b"/>
              <a:pathLst>
                <a:path w="1268" h="668" extrusionOk="0">
                  <a:moveTo>
                    <a:pt x="968" y="1"/>
                  </a:moveTo>
                  <a:cubicBezTo>
                    <a:pt x="701" y="201"/>
                    <a:pt x="467" y="267"/>
                    <a:pt x="134" y="401"/>
                  </a:cubicBezTo>
                  <a:cubicBezTo>
                    <a:pt x="34" y="434"/>
                    <a:pt x="0" y="601"/>
                    <a:pt x="34" y="668"/>
                  </a:cubicBezTo>
                  <a:cubicBezTo>
                    <a:pt x="100" y="668"/>
                    <a:pt x="267" y="601"/>
                    <a:pt x="300" y="601"/>
                  </a:cubicBezTo>
                  <a:cubicBezTo>
                    <a:pt x="467" y="368"/>
                    <a:pt x="801" y="267"/>
                    <a:pt x="1101" y="234"/>
                  </a:cubicBezTo>
                  <a:cubicBezTo>
                    <a:pt x="1134" y="234"/>
                    <a:pt x="1268" y="67"/>
                    <a:pt x="1201" y="34"/>
                  </a:cubicBezTo>
                  <a:cubicBezTo>
                    <a:pt x="1201" y="1"/>
                    <a:pt x="1001" y="1"/>
                    <a:pt x="9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56" name="Google Shape;5656;p69"/>
            <p:cNvSpPr/>
            <p:nvPr/>
          </p:nvSpPr>
          <p:spPr>
            <a:xfrm>
              <a:off x="3653835" y="3700801"/>
              <a:ext cx="17764" cy="9608"/>
            </a:xfrm>
            <a:custGeom>
              <a:avLst/>
              <a:gdLst/>
              <a:ahLst/>
              <a:cxnLst/>
              <a:rect l="l" t="t" r="r" b="b"/>
              <a:pathLst>
                <a:path w="1102" h="596" extrusionOk="0">
                  <a:moveTo>
                    <a:pt x="834" y="0"/>
                  </a:moveTo>
                  <a:cubicBezTo>
                    <a:pt x="601" y="167"/>
                    <a:pt x="401" y="234"/>
                    <a:pt x="101" y="267"/>
                  </a:cubicBezTo>
                  <a:cubicBezTo>
                    <a:pt x="67" y="334"/>
                    <a:pt x="34" y="367"/>
                    <a:pt x="34" y="401"/>
                  </a:cubicBezTo>
                  <a:cubicBezTo>
                    <a:pt x="0" y="467"/>
                    <a:pt x="0" y="534"/>
                    <a:pt x="34" y="534"/>
                  </a:cubicBezTo>
                  <a:cubicBezTo>
                    <a:pt x="57" y="557"/>
                    <a:pt x="127" y="596"/>
                    <a:pt x="180" y="596"/>
                  </a:cubicBezTo>
                  <a:cubicBezTo>
                    <a:pt x="204" y="596"/>
                    <a:pt x="224" y="588"/>
                    <a:pt x="234" y="567"/>
                  </a:cubicBezTo>
                  <a:cubicBezTo>
                    <a:pt x="434" y="367"/>
                    <a:pt x="701" y="300"/>
                    <a:pt x="934" y="300"/>
                  </a:cubicBezTo>
                  <a:cubicBezTo>
                    <a:pt x="1035" y="234"/>
                    <a:pt x="1101" y="134"/>
                    <a:pt x="1068" y="67"/>
                  </a:cubicBezTo>
                  <a:cubicBezTo>
                    <a:pt x="1035" y="34"/>
                    <a:pt x="868" y="0"/>
                    <a:pt x="8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57" name="Google Shape;5657;p69"/>
            <p:cNvSpPr/>
            <p:nvPr/>
          </p:nvSpPr>
          <p:spPr>
            <a:xfrm>
              <a:off x="3650063" y="3684664"/>
              <a:ext cx="18844" cy="8076"/>
            </a:xfrm>
            <a:custGeom>
              <a:avLst/>
              <a:gdLst/>
              <a:ahLst/>
              <a:cxnLst/>
              <a:rect l="l" t="t" r="r" b="b"/>
              <a:pathLst>
                <a:path w="1169" h="501" extrusionOk="0">
                  <a:moveTo>
                    <a:pt x="935" y="1"/>
                  </a:moveTo>
                  <a:cubicBezTo>
                    <a:pt x="735" y="167"/>
                    <a:pt x="468" y="201"/>
                    <a:pt x="168" y="234"/>
                  </a:cubicBezTo>
                  <a:cubicBezTo>
                    <a:pt x="101" y="301"/>
                    <a:pt x="1" y="401"/>
                    <a:pt x="68" y="468"/>
                  </a:cubicBezTo>
                  <a:cubicBezTo>
                    <a:pt x="68" y="501"/>
                    <a:pt x="234" y="501"/>
                    <a:pt x="268" y="501"/>
                  </a:cubicBezTo>
                  <a:cubicBezTo>
                    <a:pt x="468" y="301"/>
                    <a:pt x="735" y="234"/>
                    <a:pt x="1002" y="234"/>
                  </a:cubicBezTo>
                  <a:cubicBezTo>
                    <a:pt x="1068" y="234"/>
                    <a:pt x="1168" y="134"/>
                    <a:pt x="1168" y="67"/>
                  </a:cubicBezTo>
                  <a:cubicBezTo>
                    <a:pt x="1135" y="34"/>
                    <a:pt x="968"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58" name="Google Shape;5658;p69"/>
            <p:cNvSpPr/>
            <p:nvPr/>
          </p:nvSpPr>
          <p:spPr>
            <a:xfrm>
              <a:off x="3652755" y="3672300"/>
              <a:ext cx="16152" cy="6996"/>
            </a:xfrm>
            <a:custGeom>
              <a:avLst/>
              <a:gdLst/>
              <a:ahLst/>
              <a:cxnLst/>
              <a:rect l="l" t="t" r="r" b="b"/>
              <a:pathLst>
                <a:path w="1002" h="434" extrusionOk="0">
                  <a:moveTo>
                    <a:pt x="768" y="0"/>
                  </a:moveTo>
                  <a:cubicBezTo>
                    <a:pt x="668" y="67"/>
                    <a:pt x="601" y="100"/>
                    <a:pt x="468" y="134"/>
                  </a:cubicBezTo>
                  <a:cubicBezTo>
                    <a:pt x="418" y="150"/>
                    <a:pt x="368" y="159"/>
                    <a:pt x="313" y="159"/>
                  </a:cubicBezTo>
                  <a:cubicBezTo>
                    <a:pt x="259" y="159"/>
                    <a:pt x="201" y="150"/>
                    <a:pt x="134" y="134"/>
                  </a:cubicBezTo>
                  <a:cubicBezTo>
                    <a:pt x="101" y="134"/>
                    <a:pt x="1" y="267"/>
                    <a:pt x="1" y="301"/>
                  </a:cubicBezTo>
                  <a:cubicBezTo>
                    <a:pt x="1" y="334"/>
                    <a:pt x="134" y="434"/>
                    <a:pt x="168" y="434"/>
                  </a:cubicBezTo>
                  <a:cubicBezTo>
                    <a:pt x="301" y="334"/>
                    <a:pt x="401" y="301"/>
                    <a:pt x="501" y="301"/>
                  </a:cubicBezTo>
                  <a:lnTo>
                    <a:pt x="901" y="301"/>
                  </a:lnTo>
                  <a:cubicBezTo>
                    <a:pt x="935" y="301"/>
                    <a:pt x="1001" y="167"/>
                    <a:pt x="968" y="134"/>
                  </a:cubicBezTo>
                  <a:cubicBezTo>
                    <a:pt x="968" y="100"/>
                    <a:pt x="801" y="0"/>
                    <a:pt x="7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59" name="Google Shape;5659;p69"/>
            <p:cNvSpPr/>
            <p:nvPr/>
          </p:nvSpPr>
          <p:spPr>
            <a:xfrm>
              <a:off x="3659220" y="3659936"/>
              <a:ext cx="11300" cy="4304"/>
            </a:xfrm>
            <a:custGeom>
              <a:avLst/>
              <a:gdLst/>
              <a:ahLst/>
              <a:cxnLst/>
              <a:rect l="l" t="t" r="r" b="b"/>
              <a:pathLst>
                <a:path w="701" h="267" extrusionOk="0">
                  <a:moveTo>
                    <a:pt x="100" y="0"/>
                  </a:moveTo>
                  <a:cubicBezTo>
                    <a:pt x="67" y="0"/>
                    <a:pt x="0" y="100"/>
                    <a:pt x="0" y="167"/>
                  </a:cubicBezTo>
                  <a:cubicBezTo>
                    <a:pt x="0" y="200"/>
                    <a:pt x="67" y="267"/>
                    <a:pt x="100" y="267"/>
                  </a:cubicBezTo>
                  <a:cubicBezTo>
                    <a:pt x="183" y="234"/>
                    <a:pt x="259" y="217"/>
                    <a:pt x="334" y="217"/>
                  </a:cubicBezTo>
                  <a:cubicBezTo>
                    <a:pt x="409" y="217"/>
                    <a:pt x="484" y="234"/>
                    <a:pt x="567" y="267"/>
                  </a:cubicBezTo>
                  <a:cubicBezTo>
                    <a:pt x="600" y="267"/>
                    <a:pt x="701" y="200"/>
                    <a:pt x="701" y="167"/>
                  </a:cubicBezTo>
                  <a:cubicBezTo>
                    <a:pt x="701" y="100"/>
                    <a:pt x="600" y="0"/>
                    <a:pt x="567" y="0"/>
                  </a:cubicBezTo>
                  <a:cubicBezTo>
                    <a:pt x="484" y="33"/>
                    <a:pt x="409" y="50"/>
                    <a:pt x="334" y="50"/>
                  </a:cubicBezTo>
                  <a:cubicBezTo>
                    <a:pt x="259" y="50"/>
                    <a:pt x="183" y="33"/>
                    <a:pt x="1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60" name="Google Shape;5660;p69"/>
            <p:cNvSpPr/>
            <p:nvPr/>
          </p:nvSpPr>
          <p:spPr>
            <a:xfrm>
              <a:off x="3662975" y="3648104"/>
              <a:ext cx="17764" cy="5384"/>
            </a:xfrm>
            <a:custGeom>
              <a:avLst/>
              <a:gdLst/>
              <a:ahLst/>
              <a:cxnLst/>
              <a:rect l="l" t="t" r="r" b="b"/>
              <a:pathLst>
                <a:path w="1102" h="334" extrusionOk="0">
                  <a:moveTo>
                    <a:pt x="868" y="0"/>
                  </a:moveTo>
                  <a:cubicBezTo>
                    <a:pt x="751" y="78"/>
                    <a:pt x="622" y="111"/>
                    <a:pt x="482" y="111"/>
                  </a:cubicBezTo>
                  <a:cubicBezTo>
                    <a:pt x="383" y="111"/>
                    <a:pt x="278" y="95"/>
                    <a:pt x="167" y="67"/>
                  </a:cubicBezTo>
                  <a:cubicBezTo>
                    <a:pt x="101" y="67"/>
                    <a:pt x="1" y="167"/>
                    <a:pt x="1" y="234"/>
                  </a:cubicBezTo>
                  <a:cubicBezTo>
                    <a:pt x="1" y="267"/>
                    <a:pt x="134" y="334"/>
                    <a:pt x="167" y="334"/>
                  </a:cubicBezTo>
                  <a:cubicBezTo>
                    <a:pt x="324" y="295"/>
                    <a:pt x="457" y="279"/>
                    <a:pt x="601" y="279"/>
                  </a:cubicBezTo>
                  <a:cubicBezTo>
                    <a:pt x="703" y="279"/>
                    <a:pt x="810" y="287"/>
                    <a:pt x="935" y="300"/>
                  </a:cubicBezTo>
                  <a:cubicBezTo>
                    <a:pt x="968" y="267"/>
                    <a:pt x="1101" y="167"/>
                    <a:pt x="1101" y="134"/>
                  </a:cubicBezTo>
                  <a:cubicBezTo>
                    <a:pt x="1035" y="100"/>
                    <a:pt x="935" y="0"/>
                    <a:pt x="8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61" name="Google Shape;5661;p69"/>
            <p:cNvSpPr/>
            <p:nvPr/>
          </p:nvSpPr>
          <p:spPr>
            <a:xfrm>
              <a:off x="3674276" y="3638964"/>
              <a:ext cx="14524" cy="5384"/>
            </a:xfrm>
            <a:custGeom>
              <a:avLst/>
              <a:gdLst/>
              <a:ahLst/>
              <a:cxnLst/>
              <a:rect l="l" t="t" r="r" b="b"/>
              <a:pathLst>
                <a:path w="901" h="334" extrusionOk="0">
                  <a:moveTo>
                    <a:pt x="133" y="0"/>
                  </a:moveTo>
                  <a:cubicBezTo>
                    <a:pt x="100" y="0"/>
                    <a:pt x="0" y="100"/>
                    <a:pt x="0" y="167"/>
                  </a:cubicBezTo>
                  <a:cubicBezTo>
                    <a:pt x="0" y="200"/>
                    <a:pt x="100" y="267"/>
                    <a:pt x="133" y="267"/>
                  </a:cubicBezTo>
                  <a:cubicBezTo>
                    <a:pt x="203" y="239"/>
                    <a:pt x="277" y="223"/>
                    <a:pt x="353" y="223"/>
                  </a:cubicBezTo>
                  <a:cubicBezTo>
                    <a:pt x="460" y="223"/>
                    <a:pt x="569" y="256"/>
                    <a:pt x="667" y="334"/>
                  </a:cubicBezTo>
                  <a:cubicBezTo>
                    <a:pt x="734" y="334"/>
                    <a:pt x="801" y="267"/>
                    <a:pt x="834" y="234"/>
                  </a:cubicBezTo>
                  <a:cubicBezTo>
                    <a:pt x="901" y="200"/>
                    <a:pt x="801" y="34"/>
                    <a:pt x="767" y="34"/>
                  </a:cubicBezTo>
                  <a:cubicBezTo>
                    <a:pt x="684" y="47"/>
                    <a:pt x="596" y="55"/>
                    <a:pt x="506" y="55"/>
                  </a:cubicBezTo>
                  <a:cubicBezTo>
                    <a:pt x="379" y="55"/>
                    <a:pt x="251" y="39"/>
                    <a:pt x="1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62" name="Google Shape;5662;p69"/>
            <p:cNvSpPr/>
            <p:nvPr/>
          </p:nvSpPr>
          <p:spPr>
            <a:xfrm>
              <a:off x="3554359" y="3768472"/>
              <a:ext cx="91433" cy="140728"/>
            </a:xfrm>
            <a:custGeom>
              <a:avLst/>
              <a:gdLst/>
              <a:ahLst/>
              <a:cxnLst/>
              <a:rect l="l" t="t" r="r" b="b"/>
              <a:pathLst>
                <a:path w="5672" h="8730" extrusionOk="0">
                  <a:moveTo>
                    <a:pt x="3486" y="431"/>
                  </a:moveTo>
                  <a:cubicBezTo>
                    <a:pt x="3725" y="431"/>
                    <a:pt x="3943" y="497"/>
                    <a:pt x="4103" y="672"/>
                  </a:cubicBezTo>
                  <a:cubicBezTo>
                    <a:pt x="4504" y="1106"/>
                    <a:pt x="4670" y="1706"/>
                    <a:pt x="4737" y="2307"/>
                  </a:cubicBezTo>
                  <a:cubicBezTo>
                    <a:pt x="4904" y="3541"/>
                    <a:pt x="5171" y="4809"/>
                    <a:pt x="5004" y="5976"/>
                  </a:cubicBezTo>
                  <a:cubicBezTo>
                    <a:pt x="4937" y="6276"/>
                    <a:pt x="4904" y="6610"/>
                    <a:pt x="4770" y="6843"/>
                  </a:cubicBezTo>
                  <a:cubicBezTo>
                    <a:pt x="4704" y="7177"/>
                    <a:pt x="4504" y="7511"/>
                    <a:pt x="4237" y="7777"/>
                  </a:cubicBezTo>
                  <a:cubicBezTo>
                    <a:pt x="3828" y="8213"/>
                    <a:pt x="3331" y="8404"/>
                    <a:pt x="3198" y="8478"/>
                  </a:cubicBezTo>
                  <a:lnTo>
                    <a:pt x="2936" y="8478"/>
                  </a:lnTo>
                  <a:cubicBezTo>
                    <a:pt x="2702" y="8478"/>
                    <a:pt x="2369" y="8478"/>
                    <a:pt x="2035" y="8378"/>
                  </a:cubicBezTo>
                  <a:cubicBezTo>
                    <a:pt x="1368" y="8211"/>
                    <a:pt x="1001" y="7444"/>
                    <a:pt x="868" y="7044"/>
                  </a:cubicBezTo>
                  <a:cubicBezTo>
                    <a:pt x="401" y="6010"/>
                    <a:pt x="367" y="4709"/>
                    <a:pt x="534" y="3508"/>
                  </a:cubicBezTo>
                  <a:cubicBezTo>
                    <a:pt x="734" y="2340"/>
                    <a:pt x="1435" y="1173"/>
                    <a:pt x="2536" y="672"/>
                  </a:cubicBezTo>
                  <a:cubicBezTo>
                    <a:pt x="2836" y="541"/>
                    <a:pt x="3178" y="431"/>
                    <a:pt x="3486" y="431"/>
                  </a:cubicBezTo>
                  <a:close/>
                  <a:moveTo>
                    <a:pt x="3440" y="0"/>
                  </a:moveTo>
                  <a:cubicBezTo>
                    <a:pt x="3405" y="0"/>
                    <a:pt x="3370" y="2"/>
                    <a:pt x="3336" y="5"/>
                  </a:cubicBezTo>
                  <a:cubicBezTo>
                    <a:pt x="2936" y="39"/>
                    <a:pt x="2669" y="172"/>
                    <a:pt x="2369" y="305"/>
                  </a:cubicBezTo>
                  <a:cubicBezTo>
                    <a:pt x="1201" y="873"/>
                    <a:pt x="401" y="2107"/>
                    <a:pt x="167" y="3341"/>
                  </a:cubicBezTo>
                  <a:cubicBezTo>
                    <a:pt x="34" y="3975"/>
                    <a:pt x="0" y="4642"/>
                    <a:pt x="0" y="5276"/>
                  </a:cubicBezTo>
                  <a:cubicBezTo>
                    <a:pt x="0" y="5876"/>
                    <a:pt x="100" y="6543"/>
                    <a:pt x="334" y="7177"/>
                  </a:cubicBezTo>
                  <a:cubicBezTo>
                    <a:pt x="434" y="7544"/>
                    <a:pt x="668" y="7944"/>
                    <a:pt x="1001" y="8211"/>
                  </a:cubicBezTo>
                  <a:cubicBezTo>
                    <a:pt x="1335" y="8545"/>
                    <a:pt x="1768" y="8711"/>
                    <a:pt x="2169" y="8711"/>
                  </a:cubicBezTo>
                  <a:cubicBezTo>
                    <a:pt x="2240" y="8725"/>
                    <a:pt x="2309" y="8730"/>
                    <a:pt x="2376" y="8730"/>
                  </a:cubicBezTo>
                  <a:cubicBezTo>
                    <a:pt x="2649" y="8730"/>
                    <a:pt x="2875" y="8638"/>
                    <a:pt x="3036" y="8611"/>
                  </a:cubicBezTo>
                  <a:cubicBezTo>
                    <a:pt x="3164" y="8569"/>
                    <a:pt x="3265" y="8540"/>
                    <a:pt x="3321" y="8516"/>
                  </a:cubicBezTo>
                  <a:lnTo>
                    <a:pt x="3321" y="8516"/>
                  </a:lnTo>
                  <a:cubicBezTo>
                    <a:pt x="3393" y="8507"/>
                    <a:pt x="3489" y="8492"/>
                    <a:pt x="3603" y="8478"/>
                  </a:cubicBezTo>
                  <a:cubicBezTo>
                    <a:pt x="3736" y="8445"/>
                    <a:pt x="3903" y="8378"/>
                    <a:pt x="4070" y="8311"/>
                  </a:cubicBezTo>
                  <a:cubicBezTo>
                    <a:pt x="4237" y="8211"/>
                    <a:pt x="4404" y="8111"/>
                    <a:pt x="4570" y="7978"/>
                  </a:cubicBezTo>
                  <a:cubicBezTo>
                    <a:pt x="4904" y="7711"/>
                    <a:pt x="5171" y="7310"/>
                    <a:pt x="5338" y="6944"/>
                  </a:cubicBezTo>
                  <a:cubicBezTo>
                    <a:pt x="5504" y="6543"/>
                    <a:pt x="5571" y="6176"/>
                    <a:pt x="5571" y="5943"/>
                  </a:cubicBezTo>
                  <a:cubicBezTo>
                    <a:pt x="5671" y="4609"/>
                    <a:pt x="5338" y="3374"/>
                    <a:pt x="5104" y="2140"/>
                  </a:cubicBezTo>
                  <a:cubicBezTo>
                    <a:pt x="5037" y="1840"/>
                    <a:pt x="5004" y="1506"/>
                    <a:pt x="4871" y="1206"/>
                  </a:cubicBezTo>
                  <a:cubicBezTo>
                    <a:pt x="4737" y="873"/>
                    <a:pt x="4570" y="606"/>
                    <a:pt x="4337" y="339"/>
                  </a:cubicBezTo>
                  <a:cubicBezTo>
                    <a:pt x="4097" y="129"/>
                    <a:pt x="3750" y="0"/>
                    <a:pt x="34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63" name="Google Shape;5663;p69"/>
            <p:cNvSpPr/>
            <p:nvPr/>
          </p:nvSpPr>
          <p:spPr>
            <a:xfrm>
              <a:off x="3597915" y="3906169"/>
              <a:ext cx="11300" cy="61385"/>
            </a:xfrm>
            <a:custGeom>
              <a:avLst/>
              <a:gdLst/>
              <a:ahLst/>
              <a:cxnLst/>
              <a:rect l="l" t="t" r="r" b="b"/>
              <a:pathLst>
                <a:path w="701" h="3808" extrusionOk="0">
                  <a:moveTo>
                    <a:pt x="360" y="1"/>
                  </a:moveTo>
                  <a:cubicBezTo>
                    <a:pt x="280" y="1"/>
                    <a:pt x="0" y="442"/>
                    <a:pt x="0" y="603"/>
                  </a:cubicBezTo>
                  <a:cubicBezTo>
                    <a:pt x="134" y="1504"/>
                    <a:pt x="200" y="2338"/>
                    <a:pt x="167" y="3238"/>
                  </a:cubicBezTo>
                  <a:cubicBezTo>
                    <a:pt x="199" y="3431"/>
                    <a:pt x="385" y="3807"/>
                    <a:pt x="459" y="3807"/>
                  </a:cubicBezTo>
                  <a:cubicBezTo>
                    <a:pt x="462" y="3807"/>
                    <a:pt x="465" y="3807"/>
                    <a:pt x="467" y="3805"/>
                  </a:cubicBezTo>
                  <a:cubicBezTo>
                    <a:pt x="567" y="3805"/>
                    <a:pt x="701" y="3305"/>
                    <a:pt x="701" y="3138"/>
                  </a:cubicBezTo>
                  <a:cubicBezTo>
                    <a:pt x="401" y="2304"/>
                    <a:pt x="301" y="1437"/>
                    <a:pt x="534" y="636"/>
                  </a:cubicBezTo>
                  <a:cubicBezTo>
                    <a:pt x="567" y="503"/>
                    <a:pt x="534" y="403"/>
                    <a:pt x="501" y="270"/>
                  </a:cubicBezTo>
                  <a:cubicBezTo>
                    <a:pt x="467" y="136"/>
                    <a:pt x="401" y="3"/>
                    <a:pt x="367" y="3"/>
                  </a:cubicBezTo>
                  <a:cubicBezTo>
                    <a:pt x="365" y="2"/>
                    <a:pt x="362" y="1"/>
                    <a:pt x="3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64" name="Google Shape;5664;p69"/>
            <p:cNvSpPr/>
            <p:nvPr/>
          </p:nvSpPr>
          <p:spPr>
            <a:xfrm>
              <a:off x="3577475" y="3887180"/>
              <a:ext cx="23148" cy="14734"/>
            </a:xfrm>
            <a:custGeom>
              <a:avLst/>
              <a:gdLst/>
              <a:ahLst/>
              <a:cxnLst/>
              <a:rect l="l" t="t" r="r" b="b"/>
              <a:pathLst>
                <a:path w="1436" h="914" extrusionOk="0">
                  <a:moveTo>
                    <a:pt x="1171" y="1"/>
                  </a:moveTo>
                  <a:cubicBezTo>
                    <a:pt x="1143" y="1"/>
                    <a:pt x="1118" y="5"/>
                    <a:pt x="1102" y="13"/>
                  </a:cubicBezTo>
                  <a:lnTo>
                    <a:pt x="601" y="280"/>
                  </a:lnTo>
                  <a:cubicBezTo>
                    <a:pt x="434" y="347"/>
                    <a:pt x="234" y="447"/>
                    <a:pt x="34" y="580"/>
                  </a:cubicBezTo>
                  <a:cubicBezTo>
                    <a:pt x="1" y="614"/>
                    <a:pt x="1" y="680"/>
                    <a:pt x="1" y="780"/>
                  </a:cubicBezTo>
                  <a:cubicBezTo>
                    <a:pt x="67" y="847"/>
                    <a:pt x="67" y="914"/>
                    <a:pt x="101" y="914"/>
                  </a:cubicBezTo>
                  <a:lnTo>
                    <a:pt x="168" y="814"/>
                  </a:lnTo>
                  <a:lnTo>
                    <a:pt x="268" y="747"/>
                  </a:lnTo>
                  <a:cubicBezTo>
                    <a:pt x="301" y="614"/>
                    <a:pt x="468" y="480"/>
                    <a:pt x="635" y="413"/>
                  </a:cubicBezTo>
                  <a:cubicBezTo>
                    <a:pt x="801" y="313"/>
                    <a:pt x="968" y="280"/>
                    <a:pt x="1168" y="280"/>
                  </a:cubicBezTo>
                  <a:cubicBezTo>
                    <a:pt x="1268" y="247"/>
                    <a:pt x="1435" y="113"/>
                    <a:pt x="1368" y="113"/>
                  </a:cubicBezTo>
                  <a:cubicBezTo>
                    <a:pt x="1368" y="38"/>
                    <a:pt x="1256" y="1"/>
                    <a:pt x="11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65" name="Google Shape;5665;p69"/>
            <p:cNvSpPr/>
            <p:nvPr/>
          </p:nvSpPr>
          <p:spPr>
            <a:xfrm>
              <a:off x="3566723" y="3879217"/>
              <a:ext cx="23132" cy="12493"/>
            </a:xfrm>
            <a:custGeom>
              <a:avLst/>
              <a:gdLst/>
              <a:ahLst/>
              <a:cxnLst/>
              <a:rect l="l" t="t" r="r" b="b"/>
              <a:pathLst>
                <a:path w="1435" h="775" extrusionOk="0">
                  <a:moveTo>
                    <a:pt x="1181" y="0"/>
                  </a:moveTo>
                  <a:cubicBezTo>
                    <a:pt x="1164" y="0"/>
                    <a:pt x="1148" y="2"/>
                    <a:pt x="1135" y="7"/>
                  </a:cubicBezTo>
                  <a:cubicBezTo>
                    <a:pt x="801" y="240"/>
                    <a:pt x="501" y="307"/>
                    <a:pt x="134" y="474"/>
                  </a:cubicBezTo>
                  <a:cubicBezTo>
                    <a:pt x="1" y="507"/>
                    <a:pt x="1" y="774"/>
                    <a:pt x="67" y="774"/>
                  </a:cubicBezTo>
                  <a:cubicBezTo>
                    <a:pt x="101" y="774"/>
                    <a:pt x="267" y="741"/>
                    <a:pt x="301" y="674"/>
                  </a:cubicBezTo>
                  <a:cubicBezTo>
                    <a:pt x="501" y="407"/>
                    <a:pt x="901" y="274"/>
                    <a:pt x="1235" y="274"/>
                  </a:cubicBezTo>
                  <a:cubicBezTo>
                    <a:pt x="1302" y="240"/>
                    <a:pt x="1435" y="140"/>
                    <a:pt x="1435" y="140"/>
                  </a:cubicBezTo>
                  <a:cubicBezTo>
                    <a:pt x="1435" y="83"/>
                    <a:pt x="1286" y="0"/>
                    <a:pt x="11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66" name="Google Shape;5666;p69"/>
            <p:cNvSpPr/>
            <p:nvPr/>
          </p:nvSpPr>
          <p:spPr>
            <a:xfrm>
              <a:off x="3560275" y="3866417"/>
              <a:ext cx="19908" cy="11300"/>
            </a:xfrm>
            <a:custGeom>
              <a:avLst/>
              <a:gdLst/>
              <a:ahLst/>
              <a:cxnLst/>
              <a:rect l="l" t="t" r="r" b="b"/>
              <a:pathLst>
                <a:path w="1235" h="701" extrusionOk="0">
                  <a:moveTo>
                    <a:pt x="968" y="0"/>
                  </a:moveTo>
                  <a:cubicBezTo>
                    <a:pt x="701" y="234"/>
                    <a:pt x="467" y="300"/>
                    <a:pt x="134" y="434"/>
                  </a:cubicBezTo>
                  <a:cubicBezTo>
                    <a:pt x="34" y="467"/>
                    <a:pt x="0" y="634"/>
                    <a:pt x="34" y="701"/>
                  </a:cubicBezTo>
                  <a:cubicBezTo>
                    <a:pt x="67" y="701"/>
                    <a:pt x="234" y="634"/>
                    <a:pt x="301" y="634"/>
                  </a:cubicBezTo>
                  <a:cubicBezTo>
                    <a:pt x="467" y="401"/>
                    <a:pt x="801" y="300"/>
                    <a:pt x="1068" y="267"/>
                  </a:cubicBezTo>
                  <a:cubicBezTo>
                    <a:pt x="1168" y="234"/>
                    <a:pt x="1235" y="100"/>
                    <a:pt x="1201" y="67"/>
                  </a:cubicBezTo>
                  <a:cubicBezTo>
                    <a:pt x="1201" y="0"/>
                    <a:pt x="1001" y="0"/>
                    <a:pt x="9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67" name="Google Shape;5667;p69"/>
            <p:cNvSpPr/>
            <p:nvPr/>
          </p:nvSpPr>
          <p:spPr>
            <a:xfrm>
              <a:off x="3559727" y="3850281"/>
              <a:ext cx="17232" cy="9914"/>
            </a:xfrm>
            <a:custGeom>
              <a:avLst/>
              <a:gdLst/>
              <a:ahLst/>
              <a:cxnLst/>
              <a:rect l="l" t="t" r="r" b="b"/>
              <a:pathLst>
                <a:path w="1069" h="615" extrusionOk="0">
                  <a:moveTo>
                    <a:pt x="835" y="1"/>
                  </a:moveTo>
                  <a:cubicBezTo>
                    <a:pt x="601" y="167"/>
                    <a:pt x="401" y="267"/>
                    <a:pt x="101" y="301"/>
                  </a:cubicBezTo>
                  <a:cubicBezTo>
                    <a:pt x="68" y="334"/>
                    <a:pt x="34" y="401"/>
                    <a:pt x="34" y="434"/>
                  </a:cubicBezTo>
                  <a:cubicBezTo>
                    <a:pt x="1" y="468"/>
                    <a:pt x="1" y="568"/>
                    <a:pt x="34" y="568"/>
                  </a:cubicBezTo>
                  <a:cubicBezTo>
                    <a:pt x="58" y="591"/>
                    <a:pt x="132" y="615"/>
                    <a:pt x="184" y="615"/>
                  </a:cubicBezTo>
                  <a:cubicBezTo>
                    <a:pt x="206" y="615"/>
                    <a:pt x="225" y="611"/>
                    <a:pt x="234" y="601"/>
                  </a:cubicBezTo>
                  <a:cubicBezTo>
                    <a:pt x="435" y="401"/>
                    <a:pt x="701" y="301"/>
                    <a:pt x="935" y="301"/>
                  </a:cubicBezTo>
                  <a:cubicBezTo>
                    <a:pt x="1002" y="301"/>
                    <a:pt x="1068" y="201"/>
                    <a:pt x="1068" y="101"/>
                  </a:cubicBezTo>
                  <a:cubicBezTo>
                    <a:pt x="1035" y="67"/>
                    <a:pt x="868" y="1"/>
                    <a:pt x="8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68" name="Google Shape;5668;p69"/>
            <p:cNvSpPr/>
            <p:nvPr/>
          </p:nvSpPr>
          <p:spPr>
            <a:xfrm>
              <a:off x="3555439" y="3835225"/>
              <a:ext cx="18828" cy="8076"/>
            </a:xfrm>
            <a:custGeom>
              <a:avLst/>
              <a:gdLst/>
              <a:ahLst/>
              <a:cxnLst/>
              <a:rect l="l" t="t" r="r" b="b"/>
              <a:pathLst>
                <a:path w="1168" h="501" extrusionOk="0">
                  <a:moveTo>
                    <a:pt x="934" y="1"/>
                  </a:moveTo>
                  <a:cubicBezTo>
                    <a:pt x="701" y="167"/>
                    <a:pt x="467" y="201"/>
                    <a:pt x="167" y="234"/>
                  </a:cubicBezTo>
                  <a:cubicBezTo>
                    <a:pt x="100" y="301"/>
                    <a:pt x="0" y="401"/>
                    <a:pt x="33" y="468"/>
                  </a:cubicBezTo>
                  <a:cubicBezTo>
                    <a:pt x="33" y="501"/>
                    <a:pt x="200" y="501"/>
                    <a:pt x="267" y="501"/>
                  </a:cubicBezTo>
                  <a:cubicBezTo>
                    <a:pt x="467" y="301"/>
                    <a:pt x="701" y="234"/>
                    <a:pt x="1001" y="234"/>
                  </a:cubicBezTo>
                  <a:cubicBezTo>
                    <a:pt x="1101" y="201"/>
                    <a:pt x="1168" y="67"/>
                    <a:pt x="1168" y="67"/>
                  </a:cubicBezTo>
                  <a:cubicBezTo>
                    <a:pt x="1134" y="34"/>
                    <a:pt x="967" y="1"/>
                    <a:pt x="9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69" name="Google Shape;5669;p69"/>
            <p:cNvSpPr/>
            <p:nvPr/>
          </p:nvSpPr>
          <p:spPr>
            <a:xfrm>
              <a:off x="3558115" y="3822861"/>
              <a:ext cx="16684" cy="6996"/>
            </a:xfrm>
            <a:custGeom>
              <a:avLst/>
              <a:gdLst/>
              <a:ahLst/>
              <a:cxnLst/>
              <a:rect l="l" t="t" r="r" b="b"/>
              <a:pathLst>
                <a:path w="1035" h="434" extrusionOk="0">
                  <a:moveTo>
                    <a:pt x="735" y="0"/>
                  </a:moveTo>
                  <a:cubicBezTo>
                    <a:pt x="668" y="67"/>
                    <a:pt x="568" y="100"/>
                    <a:pt x="468" y="134"/>
                  </a:cubicBezTo>
                  <a:cubicBezTo>
                    <a:pt x="418" y="150"/>
                    <a:pt x="359" y="159"/>
                    <a:pt x="301" y="159"/>
                  </a:cubicBezTo>
                  <a:cubicBezTo>
                    <a:pt x="243" y="159"/>
                    <a:pt x="184" y="150"/>
                    <a:pt x="134" y="134"/>
                  </a:cubicBezTo>
                  <a:cubicBezTo>
                    <a:pt x="68" y="134"/>
                    <a:pt x="1" y="267"/>
                    <a:pt x="1" y="301"/>
                  </a:cubicBezTo>
                  <a:cubicBezTo>
                    <a:pt x="1" y="334"/>
                    <a:pt x="134" y="434"/>
                    <a:pt x="168" y="434"/>
                  </a:cubicBezTo>
                  <a:cubicBezTo>
                    <a:pt x="301" y="334"/>
                    <a:pt x="368" y="301"/>
                    <a:pt x="501" y="301"/>
                  </a:cubicBezTo>
                  <a:lnTo>
                    <a:pt x="868" y="301"/>
                  </a:lnTo>
                  <a:cubicBezTo>
                    <a:pt x="935" y="267"/>
                    <a:pt x="1035" y="167"/>
                    <a:pt x="968" y="134"/>
                  </a:cubicBezTo>
                  <a:cubicBezTo>
                    <a:pt x="968" y="100"/>
                    <a:pt x="801" y="0"/>
                    <a:pt x="7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70" name="Google Shape;5670;p69"/>
            <p:cNvSpPr/>
            <p:nvPr/>
          </p:nvSpPr>
          <p:spPr>
            <a:xfrm>
              <a:off x="3564031" y="3810497"/>
              <a:ext cx="11848" cy="4304"/>
            </a:xfrm>
            <a:custGeom>
              <a:avLst/>
              <a:gdLst/>
              <a:ahLst/>
              <a:cxnLst/>
              <a:rect l="l" t="t" r="r" b="b"/>
              <a:pathLst>
                <a:path w="735" h="267" extrusionOk="0">
                  <a:moveTo>
                    <a:pt x="134" y="0"/>
                  </a:moveTo>
                  <a:cubicBezTo>
                    <a:pt x="101" y="0"/>
                    <a:pt x="1" y="100"/>
                    <a:pt x="1" y="134"/>
                  </a:cubicBezTo>
                  <a:cubicBezTo>
                    <a:pt x="1" y="200"/>
                    <a:pt x="101" y="267"/>
                    <a:pt x="134" y="267"/>
                  </a:cubicBezTo>
                  <a:cubicBezTo>
                    <a:pt x="218" y="234"/>
                    <a:pt x="293" y="217"/>
                    <a:pt x="368" y="217"/>
                  </a:cubicBezTo>
                  <a:cubicBezTo>
                    <a:pt x="443" y="217"/>
                    <a:pt x="518" y="234"/>
                    <a:pt x="601" y="267"/>
                  </a:cubicBezTo>
                  <a:cubicBezTo>
                    <a:pt x="635" y="267"/>
                    <a:pt x="735" y="200"/>
                    <a:pt x="735" y="134"/>
                  </a:cubicBezTo>
                  <a:cubicBezTo>
                    <a:pt x="735" y="100"/>
                    <a:pt x="635" y="0"/>
                    <a:pt x="601" y="0"/>
                  </a:cubicBezTo>
                  <a:cubicBezTo>
                    <a:pt x="518" y="33"/>
                    <a:pt x="443" y="50"/>
                    <a:pt x="368" y="50"/>
                  </a:cubicBezTo>
                  <a:cubicBezTo>
                    <a:pt x="293" y="50"/>
                    <a:pt x="218" y="33"/>
                    <a:pt x="1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71" name="Google Shape;5671;p69"/>
            <p:cNvSpPr/>
            <p:nvPr/>
          </p:nvSpPr>
          <p:spPr>
            <a:xfrm>
              <a:off x="3568335" y="3798117"/>
              <a:ext cx="17232" cy="5400"/>
            </a:xfrm>
            <a:custGeom>
              <a:avLst/>
              <a:gdLst/>
              <a:ahLst/>
              <a:cxnLst/>
              <a:rect l="l" t="t" r="r" b="b"/>
              <a:pathLst>
                <a:path w="1069" h="335" extrusionOk="0">
                  <a:moveTo>
                    <a:pt x="868" y="1"/>
                  </a:moveTo>
                  <a:cubicBezTo>
                    <a:pt x="761" y="72"/>
                    <a:pt x="634" y="106"/>
                    <a:pt x="504" y="106"/>
                  </a:cubicBezTo>
                  <a:cubicBezTo>
                    <a:pt x="391" y="106"/>
                    <a:pt x="276" y="81"/>
                    <a:pt x="167" y="34"/>
                  </a:cubicBezTo>
                  <a:cubicBezTo>
                    <a:pt x="67" y="34"/>
                    <a:pt x="1" y="168"/>
                    <a:pt x="1" y="201"/>
                  </a:cubicBezTo>
                  <a:cubicBezTo>
                    <a:pt x="1" y="268"/>
                    <a:pt x="134" y="334"/>
                    <a:pt x="167" y="334"/>
                  </a:cubicBezTo>
                  <a:cubicBezTo>
                    <a:pt x="304" y="295"/>
                    <a:pt x="441" y="279"/>
                    <a:pt x="584" y="279"/>
                  </a:cubicBezTo>
                  <a:cubicBezTo>
                    <a:pt x="686" y="279"/>
                    <a:pt x="791" y="287"/>
                    <a:pt x="901" y="301"/>
                  </a:cubicBezTo>
                  <a:cubicBezTo>
                    <a:pt x="1001" y="301"/>
                    <a:pt x="1068" y="168"/>
                    <a:pt x="1068" y="134"/>
                  </a:cubicBezTo>
                  <a:cubicBezTo>
                    <a:pt x="1035" y="101"/>
                    <a:pt x="901" y="1"/>
                    <a:pt x="8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72" name="Google Shape;5672;p69"/>
            <p:cNvSpPr/>
            <p:nvPr/>
          </p:nvSpPr>
          <p:spPr>
            <a:xfrm>
              <a:off x="3579635" y="3788977"/>
              <a:ext cx="13992" cy="5513"/>
            </a:xfrm>
            <a:custGeom>
              <a:avLst/>
              <a:gdLst/>
              <a:ahLst/>
              <a:cxnLst/>
              <a:rect l="l" t="t" r="r" b="b"/>
              <a:pathLst>
                <a:path w="868" h="342" extrusionOk="0">
                  <a:moveTo>
                    <a:pt x="134" y="1"/>
                  </a:moveTo>
                  <a:cubicBezTo>
                    <a:pt x="100" y="1"/>
                    <a:pt x="0" y="101"/>
                    <a:pt x="0" y="134"/>
                  </a:cubicBezTo>
                  <a:cubicBezTo>
                    <a:pt x="0" y="201"/>
                    <a:pt x="100" y="268"/>
                    <a:pt x="134" y="268"/>
                  </a:cubicBezTo>
                  <a:cubicBezTo>
                    <a:pt x="203" y="240"/>
                    <a:pt x="277" y="224"/>
                    <a:pt x="353" y="224"/>
                  </a:cubicBezTo>
                  <a:cubicBezTo>
                    <a:pt x="460" y="224"/>
                    <a:pt x="570" y="256"/>
                    <a:pt x="667" y="334"/>
                  </a:cubicBezTo>
                  <a:cubicBezTo>
                    <a:pt x="672" y="339"/>
                    <a:pt x="679" y="341"/>
                    <a:pt x="686" y="341"/>
                  </a:cubicBezTo>
                  <a:cubicBezTo>
                    <a:pt x="735" y="341"/>
                    <a:pt x="834" y="263"/>
                    <a:pt x="834" y="234"/>
                  </a:cubicBezTo>
                  <a:cubicBezTo>
                    <a:pt x="867" y="201"/>
                    <a:pt x="801" y="34"/>
                    <a:pt x="767" y="34"/>
                  </a:cubicBezTo>
                  <a:cubicBezTo>
                    <a:pt x="671" y="48"/>
                    <a:pt x="580" y="56"/>
                    <a:pt x="492" y="56"/>
                  </a:cubicBezTo>
                  <a:cubicBezTo>
                    <a:pt x="368" y="56"/>
                    <a:pt x="251" y="40"/>
                    <a:pt x="1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673" name="Google Shape;5673;p69"/>
          <p:cNvGrpSpPr/>
          <p:nvPr/>
        </p:nvGrpSpPr>
        <p:grpSpPr>
          <a:xfrm>
            <a:off x="3816248" y="2942080"/>
            <a:ext cx="304184" cy="303236"/>
            <a:chOff x="3524779" y="2983428"/>
            <a:chExt cx="320498" cy="319498"/>
          </a:xfrm>
        </p:grpSpPr>
        <p:sp>
          <p:nvSpPr>
            <p:cNvPr id="5674" name="Google Shape;5674;p69"/>
            <p:cNvSpPr/>
            <p:nvPr/>
          </p:nvSpPr>
          <p:spPr>
            <a:xfrm>
              <a:off x="3638247" y="2983831"/>
              <a:ext cx="48408" cy="58274"/>
            </a:xfrm>
            <a:custGeom>
              <a:avLst/>
              <a:gdLst/>
              <a:ahLst/>
              <a:cxnLst/>
              <a:rect l="l" t="t" r="r" b="b"/>
              <a:pathLst>
                <a:path w="3003" h="3615" extrusionOk="0">
                  <a:moveTo>
                    <a:pt x="2814" y="0"/>
                  </a:moveTo>
                  <a:cubicBezTo>
                    <a:pt x="2725" y="0"/>
                    <a:pt x="2547" y="44"/>
                    <a:pt x="2368" y="146"/>
                  </a:cubicBezTo>
                  <a:cubicBezTo>
                    <a:pt x="2168" y="279"/>
                    <a:pt x="1901" y="446"/>
                    <a:pt x="1835" y="579"/>
                  </a:cubicBezTo>
                  <a:cubicBezTo>
                    <a:pt x="1635" y="946"/>
                    <a:pt x="1468" y="1280"/>
                    <a:pt x="1301" y="1613"/>
                  </a:cubicBezTo>
                  <a:cubicBezTo>
                    <a:pt x="1068" y="1947"/>
                    <a:pt x="967" y="2180"/>
                    <a:pt x="634" y="2647"/>
                  </a:cubicBezTo>
                  <a:lnTo>
                    <a:pt x="167" y="3281"/>
                  </a:lnTo>
                  <a:lnTo>
                    <a:pt x="33" y="3448"/>
                  </a:lnTo>
                  <a:lnTo>
                    <a:pt x="0" y="3515"/>
                  </a:lnTo>
                  <a:lnTo>
                    <a:pt x="67" y="3515"/>
                  </a:lnTo>
                  <a:lnTo>
                    <a:pt x="500" y="3581"/>
                  </a:lnTo>
                  <a:lnTo>
                    <a:pt x="901" y="3615"/>
                  </a:lnTo>
                  <a:lnTo>
                    <a:pt x="1368" y="3581"/>
                  </a:lnTo>
                  <a:cubicBezTo>
                    <a:pt x="1535" y="3581"/>
                    <a:pt x="1568" y="3515"/>
                    <a:pt x="1701" y="3515"/>
                  </a:cubicBezTo>
                  <a:cubicBezTo>
                    <a:pt x="1801" y="3515"/>
                    <a:pt x="1901" y="3481"/>
                    <a:pt x="2002" y="3481"/>
                  </a:cubicBezTo>
                  <a:cubicBezTo>
                    <a:pt x="2202" y="3448"/>
                    <a:pt x="2469" y="3281"/>
                    <a:pt x="2669" y="3148"/>
                  </a:cubicBezTo>
                  <a:cubicBezTo>
                    <a:pt x="2869" y="2981"/>
                    <a:pt x="3002" y="2814"/>
                    <a:pt x="2936" y="2781"/>
                  </a:cubicBezTo>
                  <a:cubicBezTo>
                    <a:pt x="2902" y="2681"/>
                    <a:pt x="2669" y="2681"/>
                    <a:pt x="2402" y="2681"/>
                  </a:cubicBezTo>
                  <a:cubicBezTo>
                    <a:pt x="2168" y="2681"/>
                    <a:pt x="1901" y="2681"/>
                    <a:pt x="1768" y="2747"/>
                  </a:cubicBezTo>
                  <a:lnTo>
                    <a:pt x="1535" y="2847"/>
                  </a:lnTo>
                  <a:cubicBezTo>
                    <a:pt x="1434" y="2914"/>
                    <a:pt x="1334" y="2948"/>
                    <a:pt x="1334" y="2948"/>
                  </a:cubicBezTo>
                  <a:cubicBezTo>
                    <a:pt x="1268" y="2981"/>
                    <a:pt x="1201" y="2981"/>
                    <a:pt x="1101" y="3014"/>
                  </a:cubicBezTo>
                  <a:cubicBezTo>
                    <a:pt x="1068" y="3048"/>
                    <a:pt x="1034" y="3048"/>
                    <a:pt x="1001" y="3048"/>
                  </a:cubicBezTo>
                  <a:lnTo>
                    <a:pt x="934" y="3048"/>
                  </a:lnTo>
                  <a:lnTo>
                    <a:pt x="934" y="3014"/>
                  </a:lnTo>
                  <a:lnTo>
                    <a:pt x="1001" y="2981"/>
                  </a:lnTo>
                  <a:cubicBezTo>
                    <a:pt x="1034" y="2914"/>
                    <a:pt x="1134" y="2814"/>
                    <a:pt x="1168" y="2747"/>
                  </a:cubicBezTo>
                  <a:cubicBezTo>
                    <a:pt x="1234" y="2614"/>
                    <a:pt x="1501" y="2214"/>
                    <a:pt x="1735" y="1947"/>
                  </a:cubicBezTo>
                  <a:cubicBezTo>
                    <a:pt x="2002" y="1613"/>
                    <a:pt x="2235" y="1346"/>
                    <a:pt x="2502" y="1113"/>
                  </a:cubicBezTo>
                  <a:cubicBezTo>
                    <a:pt x="2602" y="879"/>
                    <a:pt x="2735" y="679"/>
                    <a:pt x="2802" y="479"/>
                  </a:cubicBezTo>
                  <a:cubicBezTo>
                    <a:pt x="2869" y="279"/>
                    <a:pt x="2902" y="112"/>
                    <a:pt x="2869" y="12"/>
                  </a:cubicBezTo>
                  <a:cubicBezTo>
                    <a:pt x="2861" y="4"/>
                    <a:pt x="2842" y="0"/>
                    <a:pt x="28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75" name="Google Shape;5675;p69"/>
            <p:cNvSpPr/>
            <p:nvPr/>
          </p:nvSpPr>
          <p:spPr>
            <a:xfrm>
              <a:off x="3685028" y="2983428"/>
              <a:ext cx="47328" cy="57065"/>
            </a:xfrm>
            <a:custGeom>
              <a:avLst/>
              <a:gdLst/>
              <a:ahLst/>
              <a:cxnLst/>
              <a:rect l="l" t="t" r="r" b="b"/>
              <a:pathLst>
                <a:path w="2936" h="3540" extrusionOk="0">
                  <a:moveTo>
                    <a:pt x="152" y="1"/>
                  </a:moveTo>
                  <a:cubicBezTo>
                    <a:pt x="99" y="1"/>
                    <a:pt x="59" y="12"/>
                    <a:pt x="34" y="37"/>
                  </a:cubicBezTo>
                  <a:cubicBezTo>
                    <a:pt x="0" y="137"/>
                    <a:pt x="100" y="304"/>
                    <a:pt x="167" y="504"/>
                  </a:cubicBezTo>
                  <a:cubicBezTo>
                    <a:pt x="267" y="704"/>
                    <a:pt x="334" y="904"/>
                    <a:pt x="434" y="1038"/>
                  </a:cubicBezTo>
                  <a:cubicBezTo>
                    <a:pt x="667" y="1305"/>
                    <a:pt x="934" y="1605"/>
                    <a:pt x="1168" y="1872"/>
                  </a:cubicBezTo>
                  <a:cubicBezTo>
                    <a:pt x="1368" y="2172"/>
                    <a:pt x="1668" y="2539"/>
                    <a:pt x="1768" y="2672"/>
                  </a:cubicBezTo>
                  <a:cubicBezTo>
                    <a:pt x="1835" y="2772"/>
                    <a:pt x="1902" y="2839"/>
                    <a:pt x="1935" y="2939"/>
                  </a:cubicBezTo>
                  <a:lnTo>
                    <a:pt x="1968" y="2973"/>
                  </a:lnTo>
                  <a:lnTo>
                    <a:pt x="1968" y="3006"/>
                  </a:lnTo>
                  <a:lnTo>
                    <a:pt x="1935" y="3006"/>
                  </a:lnTo>
                  <a:cubicBezTo>
                    <a:pt x="1902" y="2973"/>
                    <a:pt x="1835" y="2973"/>
                    <a:pt x="1801" y="2973"/>
                  </a:cubicBezTo>
                  <a:cubicBezTo>
                    <a:pt x="1701" y="2973"/>
                    <a:pt x="1635" y="2939"/>
                    <a:pt x="1601" y="2872"/>
                  </a:cubicBezTo>
                  <a:cubicBezTo>
                    <a:pt x="1601" y="2872"/>
                    <a:pt x="1468" y="2839"/>
                    <a:pt x="1368" y="2806"/>
                  </a:cubicBezTo>
                  <a:lnTo>
                    <a:pt x="1134" y="2672"/>
                  </a:lnTo>
                  <a:cubicBezTo>
                    <a:pt x="837" y="2643"/>
                    <a:pt x="249" y="2534"/>
                    <a:pt x="77" y="2534"/>
                  </a:cubicBezTo>
                  <a:cubicBezTo>
                    <a:pt x="56" y="2534"/>
                    <a:pt x="41" y="2535"/>
                    <a:pt x="34" y="2539"/>
                  </a:cubicBezTo>
                  <a:cubicBezTo>
                    <a:pt x="0" y="2572"/>
                    <a:pt x="134" y="2806"/>
                    <a:pt x="300" y="3006"/>
                  </a:cubicBezTo>
                  <a:cubicBezTo>
                    <a:pt x="467" y="3206"/>
                    <a:pt x="701" y="3373"/>
                    <a:pt x="867" y="3406"/>
                  </a:cubicBezTo>
                  <a:cubicBezTo>
                    <a:pt x="968" y="3406"/>
                    <a:pt x="1101" y="3473"/>
                    <a:pt x="1168" y="3473"/>
                  </a:cubicBezTo>
                  <a:cubicBezTo>
                    <a:pt x="1301" y="3473"/>
                    <a:pt x="1368" y="3506"/>
                    <a:pt x="1535" y="3506"/>
                  </a:cubicBezTo>
                  <a:lnTo>
                    <a:pt x="2002" y="3540"/>
                  </a:lnTo>
                  <a:lnTo>
                    <a:pt x="2435" y="3506"/>
                  </a:lnTo>
                  <a:lnTo>
                    <a:pt x="2836" y="3473"/>
                  </a:lnTo>
                  <a:cubicBezTo>
                    <a:pt x="2858" y="3473"/>
                    <a:pt x="2895" y="3488"/>
                    <a:pt x="2917" y="3488"/>
                  </a:cubicBezTo>
                  <a:cubicBezTo>
                    <a:pt x="2928" y="3488"/>
                    <a:pt x="2936" y="3484"/>
                    <a:pt x="2936" y="3473"/>
                  </a:cubicBezTo>
                  <a:lnTo>
                    <a:pt x="2869" y="3373"/>
                  </a:lnTo>
                  <a:lnTo>
                    <a:pt x="2769" y="3206"/>
                  </a:lnTo>
                  <a:lnTo>
                    <a:pt x="2302" y="2572"/>
                  </a:lnTo>
                  <a:cubicBezTo>
                    <a:pt x="1968" y="2139"/>
                    <a:pt x="1835" y="1872"/>
                    <a:pt x="1635" y="1538"/>
                  </a:cubicBezTo>
                  <a:cubicBezTo>
                    <a:pt x="1435" y="1238"/>
                    <a:pt x="1268" y="871"/>
                    <a:pt x="1101" y="537"/>
                  </a:cubicBezTo>
                  <a:cubicBezTo>
                    <a:pt x="968" y="337"/>
                    <a:pt x="701" y="171"/>
                    <a:pt x="501" y="70"/>
                  </a:cubicBezTo>
                  <a:cubicBezTo>
                    <a:pt x="356" y="29"/>
                    <a:pt x="237" y="1"/>
                    <a:pt x="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76" name="Google Shape;5676;p69"/>
            <p:cNvSpPr/>
            <p:nvPr/>
          </p:nvSpPr>
          <p:spPr>
            <a:xfrm>
              <a:off x="3683416" y="3244266"/>
              <a:ext cx="47860" cy="58290"/>
            </a:xfrm>
            <a:custGeom>
              <a:avLst/>
              <a:gdLst/>
              <a:ahLst/>
              <a:cxnLst/>
              <a:rect l="l" t="t" r="r" b="b"/>
              <a:pathLst>
                <a:path w="2969" h="3616" extrusionOk="0">
                  <a:moveTo>
                    <a:pt x="2068" y="1"/>
                  </a:moveTo>
                  <a:lnTo>
                    <a:pt x="1601" y="34"/>
                  </a:lnTo>
                  <a:cubicBezTo>
                    <a:pt x="1434" y="34"/>
                    <a:pt x="1401" y="101"/>
                    <a:pt x="1268" y="101"/>
                  </a:cubicBezTo>
                  <a:cubicBezTo>
                    <a:pt x="1201" y="101"/>
                    <a:pt x="1068" y="134"/>
                    <a:pt x="1001" y="134"/>
                  </a:cubicBezTo>
                  <a:cubicBezTo>
                    <a:pt x="767" y="168"/>
                    <a:pt x="534" y="335"/>
                    <a:pt x="334" y="468"/>
                  </a:cubicBezTo>
                  <a:cubicBezTo>
                    <a:pt x="100" y="635"/>
                    <a:pt x="0" y="802"/>
                    <a:pt x="33" y="835"/>
                  </a:cubicBezTo>
                  <a:cubicBezTo>
                    <a:pt x="67" y="935"/>
                    <a:pt x="334" y="935"/>
                    <a:pt x="567" y="935"/>
                  </a:cubicBezTo>
                  <a:cubicBezTo>
                    <a:pt x="834" y="935"/>
                    <a:pt x="1068" y="935"/>
                    <a:pt x="1201" y="868"/>
                  </a:cubicBezTo>
                  <a:lnTo>
                    <a:pt x="1434" y="768"/>
                  </a:lnTo>
                  <a:cubicBezTo>
                    <a:pt x="1535" y="701"/>
                    <a:pt x="1668" y="668"/>
                    <a:pt x="1668" y="668"/>
                  </a:cubicBezTo>
                  <a:cubicBezTo>
                    <a:pt x="1701" y="635"/>
                    <a:pt x="1768" y="635"/>
                    <a:pt x="1868" y="601"/>
                  </a:cubicBezTo>
                  <a:cubicBezTo>
                    <a:pt x="1901" y="535"/>
                    <a:pt x="1935" y="535"/>
                    <a:pt x="2002" y="535"/>
                  </a:cubicBezTo>
                  <a:lnTo>
                    <a:pt x="2035" y="535"/>
                  </a:lnTo>
                  <a:lnTo>
                    <a:pt x="2035" y="601"/>
                  </a:lnTo>
                  <a:lnTo>
                    <a:pt x="2002" y="635"/>
                  </a:lnTo>
                  <a:cubicBezTo>
                    <a:pt x="1935" y="701"/>
                    <a:pt x="1868" y="802"/>
                    <a:pt x="1835" y="868"/>
                  </a:cubicBezTo>
                  <a:cubicBezTo>
                    <a:pt x="1735" y="1002"/>
                    <a:pt x="1501" y="1369"/>
                    <a:pt x="1234" y="1669"/>
                  </a:cubicBezTo>
                  <a:cubicBezTo>
                    <a:pt x="1001" y="2002"/>
                    <a:pt x="734" y="2269"/>
                    <a:pt x="500" y="2503"/>
                  </a:cubicBezTo>
                  <a:cubicBezTo>
                    <a:pt x="367" y="2703"/>
                    <a:pt x="234" y="2936"/>
                    <a:pt x="200" y="3137"/>
                  </a:cubicBezTo>
                  <a:cubicBezTo>
                    <a:pt x="100" y="3337"/>
                    <a:pt x="67" y="3503"/>
                    <a:pt x="100" y="3604"/>
                  </a:cubicBezTo>
                  <a:cubicBezTo>
                    <a:pt x="116" y="3611"/>
                    <a:pt x="139" y="3616"/>
                    <a:pt x="168" y="3616"/>
                  </a:cubicBezTo>
                  <a:cubicBezTo>
                    <a:pt x="263" y="3616"/>
                    <a:pt x="422" y="3572"/>
                    <a:pt x="601" y="3470"/>
                  </a:cubicBezTo>
                  <a:cubicBezTo>
                    <a:pt x="834" y="3337"/>
                    <a:pt x="1068" y="3170"/>
                    <a:pt x="1168" y="3036"/>
                  </a:cubicBezTo>
                  <a:cubicBezTo>
                    <a:pt x="1368" y="2670"/>
                    <a:pt x="1535" y="2336"/>
                    <a:pt x="1701" y="2002"/>
                  </a:cubicBezTo>
                  <a:cubicBezTo>
                    <a:pt x="1901" y="1669"/>
                    <a:pt x="2035" y="1435"/>
                    <a:pt x="2368" y="968"/>
                  </a:cubicBezTo>
                  <a:lnTo>
                    <a:pt x="2835" y="335"/>
                  </a:lnTo>
                  <a:lnTo>
                    <a:pt x="2936" y="168"/>
                  </a:lnTo>
                  <a:lnTo>
                    <a:pt x="2969" y="101"/>
                  </a:lnTo>
                  <a:lnTo>
                    <a:pt x="2902" y="101"/>
                  </a:lnTo>
                  <a:lnTo>
                    <a:pt x="2502" y="34"/>
                  </a:lnTo>
                  <a:lnTo>
                    <a:pt x="206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77" name="Google Shape;5677;p69"/>
            <p:cNvSpPr/>
            <p:nvPr/>
          </p:nvSpPr>
          <p:spPr>
            <a:xfrm>
              <a:off x="3637699" y="3244814"/>
              <a:ext cx="46796" cy="58113"/>
            </a:xfrm>
            <a:custGeom>
              <a:avLst/>
              <a:gdLst/>
              <a:ahLst/>
              <a:cxnLst/>
              <a:rect l="l" t="t" r="r" b="b"/>
              <a:pathLst>
                <a:path w="2903" h="3605" extrusionOk="0">
                  <a:moveTo>
                    <a:pt x="901" y="0"/>
                  </a:moveTo>
                  <a:lnTo>
                    <a:pt x="501" y="67"/>
                  </a:lnTo>
                  <a:lnTo>
                    <a:pt x="67" y="100"/>
                  </a:lnTo>
                  <a:cubicBezTo>
                    <a:pt x="45" y="100"/>
                    <a:pt x="23" y="86"/>
                    <a:pt x="11" y="86"/>
                  </a:cubicBezTo>
                  <a:cubicBezTo>
                    <a:pt x="4" y="86"/>
                    <a:pt x="1" y="89"/>
                    <a:pt x="1" y="100"/>
                  </a:cubicBezTo>
                  <a:lnTo>
                    <a:pt x="34" y="167"/>
                  </a:lnTo>
                  <a:lnTo>
                    <a:pt x="168" y="334"/>
                  </a:lnTo>
                  <a:lnTo>
                    <a:pt x="601" y="968"/>
                  </a:lnTo>
                  <a:cubicBezTo>
                    <a:pt x="935" y="1435"/>
                    <a:pt x="1068" y="1668"/>
                    <a:pt x="1268" y="2002"/>
                  </a:cubicBezTo>
                  <a:cubicBezTo>
                    <a:pt x="1502" y="2335"/>
                    <a:pt x="1669" y="2736"/>
                    <a:pt x="1835" y="3069"/>
                  </a:cubicBezTo>
                  <a:cubicBezTo>
                    <a:pt x="1935" y="3269"/>
                    <a:pt x="2202" y="3436"/>
                    <a:pt x="2402" y="3503"/>
                  </a:cubicBezTo>
                  <a:cubicBezTo>
                    <a:pt x="2575" y="3567"/>
                    <a:pt x="2705" y="3604"/>
                    <a:pt x="2785" y="3604"/>
                  </a:cubicBezTo>
                  <a:cubicBezTo>
                    <a:pt x="2829" y="3604"/>
                    <a:pt x="2858" y="3593"/>
                    <a:pt x="2869" y="3570"/>
                  </a:cubicBezTo>
                  <a:cubicBezTo>
                    <a:pt x="2903" y="3469"/>
                    <a:pt x="2836" y="3303"/>
                    <a:pt x="2736" y="3103"/>
                  </a:cubicBezTo>
                  <a:cubicBezTo>
                    <a:pt x="2669" y="2902"/>
                    <a:pt x="2569" y="2669"/>
                    <a:pt x="2503" y="2569"/>
                  </a:cubicBezTo>
                  <a:cubicBezTo>
                    <a:pt x="2236" y="2302"/>
                    <a:pt x="2002" y="2002"/>
                    <a:pt x="1735" y="1735"/>
                  </a:cubicBezTo>
                  <a:cubicBezTo>
                    <a:pt x="1535" y="1435"/>
                    <a:pt x="1235" y="1068"/>
                    <a:pt x="1168" y="934"/>
                  </a:cubicBezTo>
                  <a:cubicBezTo>
                    <a:pt x="1068" y="834"/>
                    <a:pt x="1035" y="768"/>
                    <a:pt x="1001" y="667"/>
                  </a:cubicBezTo>
                  <a:lnTo>
                    <a:pt x="935" y="634"/>
                  </a:lnTo>
                  <a:lnTo>
                    <a:pt x="935" y="601"/>
                  </a:lnTo>
                  <a:lnTo>
                    <a:pt x="1001" y="601"/>
                  </a:lnTo>
                  <a:cubicBezTo>
                    <a:pt x="1035" y="634"/>
                    <a:pt x="1068" y="634"/>
                    <a:pt x="1102" y="634"/>
                  </a:cubicBezTo>
                  <a:cubicBezTo>
                    <a:pt x="1202" y="634"/>
                    <a:pt x="1268" y="667"/>
                    <a:pt x="1335" y="734"/>
                  </a:cubicBezTo>
                  <a:cubicBezTo>
                    <a:pt x="1335" y="734"/>
                    <a:pt x="1435" y="768"/>
                    <a:pt x="1535" y="801"/>
                  </a:cubicBezTo>
                  <a:lnTo>
                    <a:pt x="1769" y="934"/>
                  </a:lnTo>
                  <a:cubicBezTo>
                    <a:pt x="1978" y="981"/>
                    <a:pt x="2413" y="1043"/>
                    <a:pt x="2658" y="1043"/>
                  </a:cubicBezTo>
                  <a:cubicBezTo>
                    <a:pt x="2765" y="1043"/>
                    <a:pt x="2836" y="1031"/>
                    <a:pt x="2836" y="1001"/>
                  </a:cubicBezTo>
                  <a:cubicBezTo>
                    <a:pt x="2869" y="968"/>
                    <a:pt x="2736" y="768"/>
                    <a:pt x="2569" y="567"/>
                  </a:cubicBezTo>
                  <a:cubicBezTo>
                    <a:pt x="2402" y="334"/>
                    <a:pt x="2169" y="167"/>
                    <a:pt x="2002" y="134"/>
                  </a:cubicBezTo>
                  <a:cubicBezTo>
                    <a:pt x="1902" y="134"/>
                    <a:pt x="1769" y="100"/>
                    <a:pt x="1702" y="100"/>
                  </a:cubicBezTo>
                  <a:cubicBezTo>
                    <a:pt x="1602" y="100"/>
                    <a:pt x="1535" y="67"/>
                    <a:pt x="1368" y="67"/>
                  </a:cubicBezTo>
                  <a:lnTo>
                    <a:pt x="9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78" name="Google Shape;5678;p69"/>
            <p:cNvSpPr/>
            <p:nvPr/>
          </p:nvSpPr>
          <p:spPr>
            <a:xfrm>
              <a:off x="3678032" y="2987781"/>
              <a:ext cx="13992" cy="309746"/>
            </a:xfrm>
            <a:custGeom>
              <a:avLst/>
              <a:gdLst/>
              <a:ahLst/>
              <a:cxnLst/>
              <a:rect l="l" t="t" r="r" b="b"/>
              <a:pathLst>
                <a:path w="868" h="19215" extrusionOk="0">
                  <a:moveTo>
                    <a:pt x="401" y="1"/>
                  </a:moveTo>
                  <a:cubicBezTo>
                    <a:pt x="234" y="1"/>
                    <a:pt x="1" y="2236"/>
                    <a:pt x="1" y="3036"/>
                  </a:cubicBezTo>
                  <a:cubicBezTo>
                    <a:pt x="234" y="7373"/>
                    <a:pt x="234" y="11709"/>
                    <a:pt x="1" y="16045"/>
                  </a:cubicBezTo>
                  <a:cubicBezTo>
                    <a:pt x="1" y="17072"/>
                    <a:pt x="230" y="19215"/>
                    <a:pt x="364" y="19215"/>
                  </a:cubicBezTo>
                  <a:cubicBezTo>
                    <a:pt x="365" y="19215"/>
                    <a:pt x="366" y="19215"/>
                    <a:pt x="367" y="19214"/>
                  </a:cubicBezTo>
                  <a:cubicBezTo>
                    <a:pt x="534" y="19214"/>
                    <a:pt x="868" y="16879"/>
                    <a:pt x="868" y="16045"/>
                  </a:cubicBezTo>
                  <a:cubicBezTo>
                    <a:pt x="601" y="11709"/>
                    <a:pt x="601" y="7373"/>
                    <a:pt x="868" y="3036"/>
                  </a:cubicBezTo>
                  <a:cubicBezTo>
                    <a:pt x="868" y="1769"/>
                    <a:pt x="568" y="1"/>
                    <a:pt x="4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79" name="Google Shape;5679;p69"/>
            <p:cNvSpPr/>
            <p:nvPr/>
          </p:nvSpPr>
          <p:spPr>
            <a:xfrm>
              <a:off x="3786116" y="3095865"/>
              <a:ext cx="58628" cy="47957"/>
            </a:xfrm>
            <a:custGeom>
              <a:avLst/>
              <a:gdLst/>
              <a:ahLst/>
              <a:cxnLst/>
              <a:rect l="l" t="t" r="r" b="b"/>
              <a:pathLst>
                <a:path w="3637" h="2975" extrusionOk="0">
                  <a:moveTo>
                    <a:pt x="67" y="0"/>
                  </a:moveTo>
                  <a:lnTo>
                    <a:pt x="67" y="67"/>
                  </a:lnTo>
                  <a:lnTo>
                    <a:pt x="34" y="501"/>
                  </a:lnTo>
                  <a:lnTo>
                    <a:pt x="0" y="901"/>
                  </a:lnTo>
                  <a:lnTo>
                    <a:pt x="34" y="1368"/>
                  </a:lnTo>
                  <a:cubicBezTo>
                    <a:pt x="34" y="1568"/>
                    <a:pt x="67" y="1635"/>
                    <a:pt x="67" y="1735"/>
                  </a:cubicBezTo>
                  <a:cubicBezTo>
                    <a:pt x="67" y="1835"/>
                    <a:pt x="134" y="1968"/>
                    <a:pt x="134" y="2035"/>
                  </a:cubicBezTo>
                  <a:cubicBezTo>
                    <a:pt x="167" y="2235"/>
                    <a:pt x="334" y="2502"/>
                    <a:pt x="467" y="2669"/>
                  </a:cubicBezTo>
                  <a:cubicBezTo>
                    <a:pt x="617" y="2848"/>
                    <a:pt x="766" y="2974"/>
                    <a:pt x="820" y="2974"/>
                  </a:cubicBezTo>
                  <a:cubicBezTo>
                    <a:pt x="826" y="2974"/>
                    <a:pt x="831" y="2973"/>
                    <a:pt x="834" y="2969"/>
                  </a:cubicBezTo>
                  <a:cubicBezTo>
                    <a:pt x="901" y="2902"/>
                    <a:pt x="901" y="2669"/>
                    <a:pt x="901" y="2402"/>
                  </a:cubicBezTo>
                  <a:cubicBezTo>
                    <a:pt x="901" y="2169"/>
                    <a:pt x="901" y="1902"/>
                    <a:pt x="868" y="1802"/>
                  </a:cubicBezTo>
                  <a:lnTo>
                    <a:pt x="734" y="1535"/>
                  </a:lnTo>
                  <a:cubicBezTo>
                    <a:pt x="701" y="1468"/>
                    <a:pt x="667" y="1335"/>
                    <a:pt x="667" y="1335"/>
                  </a:cubicBezTo>
                  <a:cubicBezTo>
                    <a:pt x="634" y="1301"/>
                    <a:pt x="634" y="1201"/>
                    <a:pt x="567" y="1135"/>
                  </a:cubicBezTo>
                  <a:cubicBezTo>
                    <a:pt x="534" y="1068"/>
                    <a:pt x="534" y="1034"/>
                    <a:pt x="534" y="1001"/>
                  </a:cubicBezTo>
                  <a:lnTo>
                    <a:pt x="534" y="968"/>
                  </a:lnTo>
                  <a:lnTo>
                    <a:pt x="567" y="968"/>
                  </a:lnTo>
                  <a:lnTo>
                    <a:pt x="634" y="1001"/>
                  </a:lnTo>
                  <a:cubicBezTo>
                    <a:pt x="701" y="1034"/>
                    <a:pt x="801" y="1135"/>
                    <a:pt x="868" y="1168"/>
                  </a:cubicBezTo>
                  <a:cubicBezTo>
                    <a:pt x="1001" y="1235"/>
                    <a:pt x="1368" y="1501"/>
                    <a:pt x="1668" y="1735"/>
                  </a:cubicBezTo>
                  <a:cubicBezTo>
                    <a:pt x="2002" y="2002"/>
                    <a:pt x="2235" y="2235"/>
                    <a:pt x="2502" y="2502"/>
                  </a:cubicBezTo>
                  <a:cubicBezTo>
                    <a:pt x="2702" y="2636"/>
                    <a:pt x="2902" y="2736"/>
                    <a:pt x="3136" y="2802"/>
                  </a:cubicBezTo>
                  <a:cubicBezTo>
                    <a:pt x="3282" y="2851"/>
                    <a:pt x="3411" y="2882"/>
                    <a:pt x="3496" y="2882"/>
                  </a:cubicBezTo>
                  <a:cubicBezTo>
                    <a:pt x="3527" y="2882"/>
                    <a:pt x="3552" y="2878"/>
                    <a:pt x="3570" y="2869"/>
                  </a:cubicBezTo>
                  <a:cubicBezTo>
                    <a:pt x="3636" y="2836"/>
                    <a:pt x="3570" y="2636"/>
                    <a:pt x="3469" y="2369"/>
                  </a:cubicBezTo>
                  <a:cubicBezTo>
                    <a:pt x="3336" y="2169"/>
                    <a:pt x="3169" y="1902"/>
                    <a:pt x="3036" y="1835"/>
                  </a:cubicBezTo>
                  <a:cubicBezTo>
                    <a:pt x="2669" y="1635"/>
                    <a:pt x="2335" y="1468"/>
                    <a:pt x="2002" y="1301"/>
                  </a:cubicBezTo>
                  <a:cubicBezTo>
                    <a:pt x="1668" y="1068"/>
                    <a:pt x="1401" y="968"/>
                    <a:pt x="968" y="634"/>
                  </a:cubicBezTo>
                  <a:lnTo>
                    <a:pt x="334" y="167"/>
                  </a:lnTo>
                  <a:lnTo>
                    <a:pt x="167" y="34"/>
                  </a:lnTo>
                  <a:lnTo>
                    <a:pt x="6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80" name="Google Shape;5680;p69"/>
            <p:cNvSpPr/>
            <p:nvPr/>
          </p:nvSpPr>
          <p:spPr>
            <a:xfrm>
              <a:off x="3787196" y="3143903"/>
              <a:ext cx="58080" cy="46619"/>
            </a:xfrm>
            <a:custGeom>
              <a:avLst/>
              <a:gdLst/>
              <a:ahLst/>
              <a:cxnLst/>
              <a:rect l="l" t="t" r="r" b="b"/>
              <a:pathLst>
                <a:path w="3603" h="2892" extrusionOk="0">
                  <a:moveTo>
                    <a:pt x="3441" y="1"/>
                  </a:moveTo>
                  <a:cubicBezTo>
                    <a:pt x="3356" y="1"/>
                    <a:pt x="3223" y="71"/>
                    <a:pt x="3069" y="123"/>
                  </a:cubicBezTo>
                  <a:cubicBezTo>
                    <a:pt x="2835" y="223"/>
                    <a:pt x="2635" y="323"/>
                    <a:pt x="2502" y="389"/>
                  </a:cubicBezTo>
                  <a:cubicBezTo>
                    <a:pt x="2268" y="656"/>
                    <a:pt x="1968" y="890"/>
                    <a:pt x="1668" y="1157"/>
                  </a:cubicBezTo>
                  <a:cubicBezTo>
                    <a:pt x="1401" y="1357"/>
                    <a:pt x="1001" y="1657"/>
                    <a:pt x="867" y="1724"/>
                  </a:cubicBezTo>
                  <a:cubicBezTo>
                    <a:pt x="801" y="1824"/>
                    <a:pt x="734" y="1857"/>
                    <a:pt x="634" y="1891"/>
                  </a:cubicBezTo>
                  <a:lnTo>
                    <a:pt x="600" y="1924"/>
                  </a:lnTo>
                  <a:lnTo>
                    <a:pt x="567" y="1924"/>
                  </a:lnTo>
                  <a:lnTo>
                    <a:pt x="567" y="1891"/>
                  </a:lnTo>
                  <a:cubicBezTo>
                    <a:pt x="600" y="1857"/>
                    <a:pt x="600" y="1790"/>
                    <a:pt x="600" y="1757"/>
                  </a:cubicBezTo>
                  <a:cubicBezTo>
                    <a:pt x="600" y="1690"/>
                    <a:pt x="634" y="1590"/>
                    <a:pt x="667" y="1557"/>
                  </a:cubicBezTo>
                  <a:cubicBezTo>
                    <a:pt x="667" y="1557"/>
                    <a:pt x="734" y="1424"/>
                    <a:pt x="767" y="1357"/>
                  </a:cubicBezTo>
                  <a:lnTo>
                    <a:pt x="901" y="1090"/>
                  </a:lnTo>
                  <a:cubicBezTo>
                    <a:pt x="934" y="823"/>
                    <a:pt x="1067" y="56"/>
                    <a:pt x="1001" y="56"/>
                  </a:cubicBezTo>
                  <a:cubicBezTo>
                    <a:pt x="996" y="52"/>
                    <a:pt x="990" y="50"/>
                    <a:pt x="980" y="50"/>
                  </a:cubicBezTo>
                  <a:cubicBezTo>
                    <a:pt x="917" y="50"/>
                    <a:pt x="742" y="148"/>
                    <a:pt x="567" y="323"/>
                  </a:cubicBezTo>
                  <a:cubicBezTo>
                    <a:pt x="334" y="490"/>
                    <a:pt x="167" y="723"/>
                    <a:pt x="133" y="890"/>
                  </a:cubicBezTo>
                  <a:cubicBezTo>
                    <a:pt x="133" y="957"/>
                    <a:pt x="100" y="1090"/>
                    <a:pt x="100" y="1190"/>
                  </a:cubicBezTo>
                  <a:cubicBezTo>
                    <a:pt x="100" y="1257"/>
                    <a:pt x="67" y="1357"/>
                    <a:pt x="67" y="1524"/>
                  </a:cubicBezTo>
                  <a:lnTo>
                    <a:pt x="0" y="1991"/>
                  </a:lnTo>
                  <a:lnTo>
                    <a:pt x="67" y="2391"/>
                  </a:lnTo>
                  <a:lnTo>
                    <a:pt x="100" y="2825"/>
                  </a:lnTo>
                  <a:cubicBezTo>
                    <a:pt x="100" y="2858"/>
                    <a:pt x="67" y="2891"/>
                    <a:pt x="100" y="2891"/>
                  </a:cubicBezTo>
                  <a:lnTo>
                    <a:pt x="167" y="2858"/>
                  </a:lnTo>
                  <a:lnTo>
                    <a:pt x="334" y="2724"/>
                  </a:lnTo>
                  <a:lnTo>
                    <a:pt x="967" y="2257"/>
                  </a:lnTo>
                  <a:cubicBezTo>
                    <a:pt x="1434" y="1924"/>
                    <a:pt x="1668" y="1790"/>
                    <a:pt x="2001" y="1590"/>
                  </a:cubicBezTo>
                  <a:cubicBezTo>
                    <a:pt x="2302" y="1390"/>
                    <a:pt x="2669" y="1223"/>
                    <a:pt x="3002" y="1057"/>
                  </a:cubicBezTo>
                  <a:cubicBezTo>
                    <a:pt x="3236" y="923"/>
                    <a:pt x="3402" y="690"/>
                    <a:pt x="3469" y="456"/>
                  </a:cubicBezTo>
                  <a:cubicBezTo>
                    <a:pt x="3569" y="223"/>
                    <a:pt x="3603" y="56"/>
                    <a:pt x="3503" y="23"/>
                  </a:cubicBezTo>
                  <a:cubicBezTo>
                    <a:pt x="3487" y="7"/>
                    <a:pt x="3466" y="1"/>
                    <a:pt x="34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81" name="Google Shape;5681;p69"/>
            <p:cNvSpPr/>
            <p:nvPr/>
          </p:nvSpPr>
          <p:spPr>
            <a:xfrm>
              <a:off x="3525327" y="3142565"/>
              <a:ext cx="58080" cy="47957"/>
            </a:xfrm>
            <a:custGeom>
              <a:avLst/>
              <a:gdLst/>
              <a:ahLst/>
              <a:cxnLst/>
              <a:rect l="l" t="t" r="r" b="b"/>
              <a:pathLst>
                <a:path w="3603" h="2975" extrusionOk="0">
                  <a:moveTo>
                    <a:pt x="2792" y="0"/>
                  </a:moveTo>
                  <a:cubicBezTo>
                    <a:pt x="2784" y="0"/>
                    <a:pt x="2776" y="2"/>
                    <a:pt x="2769" y="5"/>
                  </a:cubicBezTo>
                  <a:cubicBezTo>
                    <a:pt x="2702" y="39"/>
                    <a:pt x="2702" y="306"/>
                    <a:pt x="2702" y="539"/>
                  </a:cubicBezTo>
                  <a:cubicBezTo>
                    <a:pt x="2702" y="806"/>
                    <a:pt x="2702" y="1040"/>
                    <a:pt x="2735" y="1173"/>
                  </a:cubicBezTo>
                  <a:lnTo>
                    <a:pt x="2869" y="1440"/>
                  </a:lnTo>
                  <a:cubicBezTo>
                    <a:pt x="2902" y="1507"/>
                    <a:pt x="2936" y="1640"/>
                    <a:pt x="2936" y="1640"/>
                  </a:cubicBezTo>
                  <a:cubicBezTo>
                    <a:pt x="3002" y="1673"/>
                    <a:pt x="3002" y="1773"/>
                    <a:pt x="3036" y="1840"/>
                  </a:cubicBezTo>
                  <a:cubicBezTo>
                    <a:pt x="3069" y="1873"/>
                    <a:pt x="3069" y="1940"/>
                    <a:pt x="3069" y="1974"/>
                  </a:cubicBezTo>
                  <a:lnTo>
                    <a:pt x="3069" y="2007"/>
                  </a:lnTo>
                  <a:lnTo>
                    <a:pt x="3036" y="2007"/>
                  </a:lnTo>
                  <a:lnTo>
                    <a:pt x="3002" y="1974"/>
                  </a:lnTo>
                  <a:cubicBezTo>
                    <a:pt x="2902" y="1940"/>
                    <a:pt x="2835" y="1840"/>
                    <a:pt x="2735" y="1807"/>
                  </a:cubicBezTo>
                  <a:cubicBezTo>
                    <a:pt x="2602" y="1707"/>
                    <a:pt x="2235" y="1473"/>
                    <a:pt x="1935" y="1206"/>
                  </a:cubicBezTo>
                  <a:cubicBezTo>
                    <a:pt x="1601" y="973"/>
                    <a:pt x="1368" y="773"/>
                    <a:pt x="1101" y="472"/>
                  </a:cubicBezTo>
                  <a:cubicBezTo>
                    <a:pt x="901" y="339"/>
                    <a:pt x="701" y="206"/>
                    <a:pt x="500" y="172"/>
                  </a:cubicBezTo>
                  <a:cubicBezTo>
                    <a:pt x="335" y="125"/>
                    <a:pt x="220" y="78"/>
                    <a:pt x="132" y="78"/>
                  </a:cubicBezTo>
                  <a:cubicBezTo>
                    <a:pt x="95" y="78"/>
                    <a:pt x="63" y="86"/>
                    <a:pt x="33" y="106"/>
                  </a:cubicBezTo>
                  <a:cubicBezTo>
                    <a:pt x="0" y="139"/>
                    <a:pt x="33" y="339"/>
                    <a:pt x="167" y="606"/>
                  </a:cubicBezTo>
                  <a:cubicBezTo>
                    <a:pt x="267" y="806"/>
                    <a:pt x="434" y="1040"/>
                    <a:pt x="567" y="1140"/>
                  </a:cubicBezTo>
                  <a:cubicBezTo>
                    <a:pt x="967" y="1340"/>
                    <a:pt x="1268" y="1507"/>
                    <a:pt x="1601" y="1673"/>
                  </a:cubicBezTo>
                  <a:cubicBezTo>
                    <a:pt x="1935" y="1873"/>
                    <a:pt x="2202" y="2007"/>
                    <a:pt x="2669" y="2340"/>
                  </a:cubicBezTo>
                  <a:lnTo>
                    <a:pt x="3269" y="2807"/>
                  </a:lnTo>
                  <a:lnTo>
                    <a:pt x="3469" y="2941"/>
                  </a:lnTo>
                  <a:lnTo>
                    <a:pt x="3536" y="2974"/>
                  </a:lnTo>
                  <a:lnTo>
                    <a:pt x="3536" y="2941"/>
                  </a:lnTo>
                  <a:lnTo>
                    <a:pt x="3536" y="2908"/>
                  </a:lnTo>
                  <a:lnTo>
                    <a:pt x="3569" y="2474"/>
                  </a:lnTo>
                  <a:lnTo>
                    <a:pt x="3603" y="2074"/>
                  </a:lnTo>
                  <a:lnTo>
                    <a:pt x="3569" y="1607"/>
                  </a:lnTo>
                  <a:cubicBezTo>
                    <a:pt x="3569" y="1406"/>
                    <a:pt x="3536" y="1340"/>
                    <a:pt x="3536" y="1240"/>
                  </a:cubicBezTo>
                  <a:cubicBezTo>
                    <a:pt x="3536" y="1140"/>
                    <a:pt x="3503" y="1006"/>
                    <a:pt x="3503" y="939"/>
                  </a:cubicBezTo>
                  <a:cubicBezTo>
                    <a:pt x="3469" y="739"/>
                    <a:pt x="3302" y="472"/>
                    <a:pt x="3169" y="306"/>
                  </a:cubicBezTo>
                  <a:cubicBezTo>
                    <a:pt x="3019" y="126"/>
                    <a:pt x="2870" y="0"/>
                    <a:pt x="27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82" name="Google Shape;5682;p69"/>
            <p:cNvSpPr/>
            <p:nvPr/>
          </p:nvSpPr>
          <p:spPr>
            <a:xfrm>
              <a:off x="3524779" y="3095865"/>
              <a:ext cx="58096" cy="46393"/>
            </a:xfrm>
            <a:custGeom>
              <a:avLst/>
              <a:gdLst/>
              <a:ahLst/>
              <a:cxnLst/>
              <a:rect l="l" t="t" r="r" b="b"/>
              <a:pathLst>
                <a:path w="3604" h="2878" extrusionOk="0">
                  <a:moveTo>
                    <a:pt x="3537" y="0"/>
                  </a:moveTo>
                  <a:lnTo>
                    <a:pt x="3437" y="34"/>
                  </a:lnTo>
                  <a:lnTo>
                    <a:pt x="3270" y="167"/>
                  </a:lnTo>
                  <a:lnTo>
                    <a:pt x="2669" y="634"/>
                  </a:lnTo>
                  <a:cubicBezTo>
                    <a:pt x="2202" y="968"/>
                    <a:pt x="1935" y="1068"/>
                    <a:pt x="1602" y="1301"/>
                  </a:cubicBezTo>
                  <a:cubicBezTo>
                    <a:pt x="1268" y="1501"/>
                    <a:pt x="901" y="1668"/>
                    <a:pt x="568" y="1835"/>
                  </a:cubicBezTo>
                  <a:cubicBezTo>
                    <a:pt x="368" y="1968"/>
                    <a:pt x="201" y="2202"/>
                    <a:pt x="101" y="2402"/>
                  </a:cubicBezTo>
                  <a:cubicBezTo>
                    <a:pt x="34" y="2669"/>
                    <a:pt x="1" y="2836"/>
                    <a:pt x="67" y="2869"/>
                  </a:cubicBezTo>
                  <a:cubicBezTo>
                    <a:pt x="85" y="2875"/>
                    <a:pt x="105" y="2878"/>
                    <a:pt x="127" y="2878"/>
                  </a:cubicBezTo>
                  <a:cubicBezTo>
                    <a:pt x="228" y="2878"/>
                    <a:pt x="370" y="2818"/>
                    <a:pt x="534" y="2736"/>
                  </a:cubicBezTo>
                  <a:cubicBezTo>
                    <a:pt x="735" y="2669"/>
                    <a:pt x="935" y="2569"/>
                    <a:pt x="1068" y="2502"/>
                  </a:cubicBezTo>
                  <a:cubicBezTo>
                    <a:pt x="1335" y="2235"/>
                    <a:pt x="1602" y="2002"/>
                    <a:pt x="1902" y="1735"/>
                  </a:cubicBezTo>
                  <a:cubicBezTo>
                    <a:pt x="2202" y="1535"/>
                    <a:pt x="2569" y="1235"/>
                    <a:pt x="2703" y="1168"/>
                  </a:cubicBezTo>
                  <a:cubicBezTo>
                    <a:pt x="2769" y="1068"/>
                    <a:pt x="2869" y="1034"/>
                    <a:pt x="2936" y="1001"/>
                  </a:cubicBezTo>
                  <a:lnTo>
                    <a:pt x="3003" y="968"/>
                  </a:lnTo>
                  <a:lnTo>
                    <a:pt x="3036" y="968"/>
                  </a:lnTo>
                  <a:lnTo>
                    <a:pt x="3036" y="1001"/>
                  </a:lnTo>
                  <a:cubicBezTo>
                    <a:pt x="3003" y="1034"/>
                    <a:pt x="3003" y="1068"/>
                    <a:pt x="3003" y="1135"/>
                  </a:cubicBezTo>
                  <a:cubicBezTo>
                    <a:pt x="3003" y="1201"/>
                    <a:pt x="2936" y="1301"/>
                    <a:pt x="2903" y="1335"/>
                  </a:cubicBezTo>
                  <a:cubicBezTo>
                    <a:pt x="2903" y="1335"/>
                    <a:pt x="2869" y="1468"/>
                    <a:pt x="2836" y="1535"/>
                  </a:cubicBezTo>
                  <a:lnTo>
                    <a:pt x="2703" y="1802"/>
                  </a:lnTo>
                  <a:cubicBezTo>
                    <a:pt x="2603" y="2135"/>
                    <a:pt x="2536" y="2836"/>
                    <a:pt x="2603" y="2869"/>
                  </a:cubicBezTo>
                  <a:cubicBezTo>
                    <a:pt x="2611" y="2873"/>
                    <a:pt x="2622" y="2875"/>
                    <a:pt x="2635" y="2875"/>
                  </a:cubicBezTo>
                  <a:cubicBezTo>
                    <a:pt x="2721" y="2875"/>
                    <a:pt x="2895" y="2781"/>
                    <a:pt x="3070" y="2636"/>
                  </a:cubicBezTo>
                  <a:cubicBezTo>
                    <a:pt x="3270" y="2469"/>
                    <a:pt x="3437" y="2202"/>
                    <a:pt x="3503" y="2035"/>
                  </a:cubicBezTo>
                  <a:cubicBezTo>
                    <a:pt x="3503" y="1968"/>
                    <a:pt x="3537" y="1835"/>
                    <a:pt x="3537" y="1735"/>
                  </a:cubicBezTo>
                  <a:cubicBezTo>
                    <a:pt x="3537" y="1635"/>
                    <a:pt x="3570" y="1535"/>
                    <a:pt x="3570" y="1368"/>
                  </a:cubicBezTo>
                  <a:lnTo>
                    <a:pt x="3603" y="901"/>
                  </a:lnTo>
                  <a:lnTo>
                    <a:pt x="3570" y="501"/>
                  </a:lnTo>
                  <a:lnTo>
                    <a:pt x="3537" y="67"/>
                  </a:lnTo>
                  <a:cubicBezTo>
                    <a:pt x="3537" y="34"/>
                    <a:pt x="3570" y="0"/>
                    <a:pt x="35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83" name="Google Shape;5683;p69"/>
            <p:cNvSpPr/>
            <p:nvPr/>
          </p:nvSpPr>
          <p:spPr>
            <a:xfrm>
              <a:off x="3530163" y="3136198"/>
              <a:ext cx="310278" cy="13992"/>
            </a:xfrm>
            <a:custGeom>
              <a:avLst/>
              <a:gdLst/>
              <a:ahLst/>
              <a:cxnLst/>
              <a:rect l="l" t="t" r="r" b="b"/>
              <a:pathLst>
                <a:path w="19248" h="868" extrusionOk="0">
                  <a:moveTo>
                    <a:pt x="3203" y="0"/>
                  </a:moveTo>
                  <a:cubicBezTo>
                    <a:pt x="2169" y="0"/>
                    <a:pt x="0" y="234"/>
                    <a:pt x="34" y="367"/>
                  </a:cubicBezTo>
                  <a:cubicBezTo>
                    <a:pt x="34" y="534"/>
                    <a:pt x="2369" y="867"/>
                    <a:pt x="3203" y="867"/>
                  </a:cubicBezTo>
                  <a:cubicBezTo>
                    <a:pt x="5371" y="751"/>
                    <a:pt x="7539" y="692"/>
                    <a:pt x="9707" y="692"/>
                  </a:cubicBezTo>
                  <a:cubicBezTo>
                    <a:pt x="11875" y="692"/>
                    <a:pt x="14044" y="751"/>
                    <a:pt x="16212" y="867"/>
                  </a:cubicBezTo>
                  <a:cubicBezTo>
                    <a:pt x="17446" y="867"/>
                    <a:pt x="19247" y="567"/>
                    <a:pt x="19247" y="400"/>
                  </a:cubicBezTo>
                  <a:cubicBezTo>
                    <a:pt x="19247" y="234"/>
                    <a:pt x="17012" y="0"/>
                    <a:pt x="16212" y="0"/>
                  </a:cubicBezTo>
                  <a:cubicBezTo>
                    <a:pt x="14044" y="117"/>
                    <a:pt x="11875" y="175"/>
                    <a:pt x="9707" y="175"/>
                  </a:cubicBezTo>
                  <a:cubicBezTo>
                    <a:pt x="7539" y="175"/>
                    <a:pt x="5371" y="117"/>
                    <a:pt x="3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684" name="Google Shape;5684;p69"/>
          <p:cNvGrpSpPr/>
          <p:nvPr/>
        </p:nvGrpSpPr>
        <p:grpSpPr>
          <a:xfrm>
            <a:off x="4641992" y="3450359"/>
            <a:ext cx="129128" cy="101160"/>
            <a:chOff x="4394807" y="3518967"/>
            <a:chExt cx="136053" cy="106585"/>
          </a:xfrm>
        </p:grpSpPr>
        <p:sp>
          <p:nvSpPr>
            <p:cNvPr id="5685" name="Google Shape;5685;p69"/>
            <p:cNvSpPr/>
            <p:nvPr/>
          </p:nvSpPr>
          <p:spPr>
            <a:xfrm>
              <a:off x="4394807" y="3536248"/>
              <a:ext cx="136053" cy="78521"/>
            </a:xfrm>
            <a:custGeom>
              <a:avLst/>
              <a:gdLst/>
              <a:ahLst/>
              <a:cxnLst/>
              <a:rect l="l" t="t" r="r" b="b"/>
              <a:pathLst>
                <a:path w="8440" h="4871" extrusionOk="0">
                  <a:moveTo>
                    <a:pt x="134" y="1"/>
                  </a:moveTo>
                  <a:cubicBezTo>
                    <a:pt x="67" y="1"/>
                    <a:pt x="1" y="34"/>
                    <a:pt x="1" y="68"/>
                  </a:cubicBezTo>
                  <a:lnTo>
                    <a:pt x="1" y="168"/>
                  </a:lnTo>
                  <a:lnTo>
                    <a:pt x="67" y="201"/>
                  </a:lnTo>
                  <a:cubicBezTo>
                    <a:pt x="67" y="220"/>
                    <a:pt x="78" y="228"/>
                    <a:pt x="88" y="232"/>
                  </a:cubicBezTo>
                  <a:lnTo>
                    <a:pt x="88" y="232"/>
                  </a:lnTo>
                  <a:lnTo>
                    <a:pt x="67" y="334"/>
                  </a:lnTo>
                  <a:lnTo>
                    <a:pt x="101" y="368"/>
                  </a:lnTo>
                  <a:lnTo>
                    <a:pt x="167" y="435"/>
                  </a:lnTo>
                  <a:cubicBezTo>
                    <a:pt x="267" y="468"/>
                    <a:pt x="301" y="568"/>
                    <a:pt x="334" y="601"/>
                  </a:cubicBezTo>
                  <a:cubicBezTo>
                    <a:pt x="468" y="701"/>
                    <a:pt x="501" y="735"/>
                    <a:pt x="601" y="768"/>
                  </a:cubicBezTo>
                  <a:cubicBezTo>
                    <a:pt x="634" y="835"/>
                    <a:pt x="734" y="868"/>
                    <a:pt x="768" y="902"/>
                  </a:cubicBezTo>
                  <a:cubicBezTo>
                    <a:pt x="901" y="1002"/>
                    <a:pt x="968" y="1068"/>
                    <a:pt x="1068" y="1102"/>
                  </a:cubicBezTo>
                  <a:cubicBezTo>
                    <a:pt x="1568" y="1335"/>
                    <a:pt x="2002" y="1602"/>
                    <a:pt x="2502" y="1869"/>
                  </a:cubicBezTo>
                  <a:cubicBezTo>
                    <a:pt x="2969" y="2102"/>
                    <a:pt x="3470" y="2403"/>
                    <a:pt x="3937" y="2670"/>
                  </a:cubicBezTo>
                  <a:cubicBezTo>
                    <a:pt x="4904" y="3203"/>
                    <a:pt x="5805" y="3770"/>
                    <a:pt x="6672" y="4404"/>
                  </a:cubicBezTo>
                  <a:cubicBezTo>
                    <a:pt x="7032" y="4626"/>
                    <a:pt x="7807" y="4870"/>
                    <a:pt x="8174" y="4870"/>
                  </a:cubicBezTo>
                  <a:cubicBezTo>
                    <a:pt x="8248" y="4870"/>
                    <a:pt x="8306" y="4860"/>
                    <a:pt x="8340" y="4838"/>
                  </a:cubicBezTo>
                  <a:cubicBezTo>
                    <a:pt x="8440" y="4704"/>
                    <a:pt x="7606" y="3770"/>
                    <a:pt x="7239" y="3570"/>
                  </a:cubicBezTo>
                  <a:cubicBezTo>
                    <a:pt x="6172" y="3170"/>
                    <a:pt x="5238" y="2703"/>
                    <a:pt x="4270" y="2203"/>
                  </a:cubicBezTo>
                  <a:cubicBezTo>
                    <a:pt x="3770" y="1902"/>
                    <a:pt x="3336" y="1602"/>
                    <a:pt x="2869" y="1335"/>
                  </a:cubicBezTo>
                  <a:cubicBezTo>
                    <a:pt x="2436" y="1035"/>
                    <a:pt x="2035" y="701"/>
                    <a:pt x="1602" y="334"/>
                  </a:cubicBezTo>
                  <a:cubicBezTo>
                    <a:pt x="1435" y="234"/>
                    <a:pt x="1302" y="168"/>
                    <a:pt x="1101" y="101"/>
                  </a:cubicBezTo>
                  <a:cubicBezTo>
                    <a:pt x="968" y="101"/>
                    <a:pt x="901" y="68"/>
                    <a:pt x="801" y="68"/>
                  </a:cubicBezTo>
                  <a:cubicBezTo>
                    <a:pt x="779" y="68"/>
                    <a:pt x="757" y="53"/>
                    <a:pt x="744" y="53"/>
                  </a:cubicBezTo>
                  <a:cubicBezTo>
                    <a:pt x="738" y="53"/>
                    <a:pt x="734" y="57"/>
                    <a:pt x="734" y="68"/>
                  </a:cubicBezTo>
                  <a:cubicBezTo>
                    <a:pt x="734" y="68"/>
                    <a:pt x="634" y="34"/>
                    <a:pt x="601" y="34"/>
                  </a:cubicBezTo>
                  <a:cubicBezTo>
                    <a:pt x="501" y="1"/>
                    <a:pt x="434" y="1"/>
                    <a:pt x="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86" name="Google Shape;5686;p69"/>
            <p:cNvSpPr/>
            <p:nvPr/>
          </p:nvSpPr>
          <p:spPr>
            <a:xfrm>
              <a:off x="4423308" y="3518967"/>
              <a:ext cx="80133" cy="106585"/>
            </a:xfrm>
            <a:custGeom>
              <a:avLst/>
              <a:gdLst/>
              <a:ahLst/>
              <a:cxnLst/>
              <a:rect l="l" t="t" r="r" b="b"/>
              <a:pathLst>
                <a:path w="4971" h="6612" extrusionOk="0">
                  <a:moveTo>
                    <a:pt x="4804" y="0"/>
                  </a:moveTo>
                  <a:cubicBezTo>
                    <a:pt x="4581" y="0"/>
                    <a:pt x="3826" y="522"/>
                    <a:pt x="3636" y="806"/>
                  </a:cubicBezTo>
                  <a:cubicBezTo>
                    <a:pt x="2736" y="2441"/>
                    <a:pt x="1668" y="3875"/>
                    <a:pt x="367" y="5276"/>
                  </a:cubicBezTo>
                  <a:cubicBezTo>
                    <a:pt x="201" y="5476"/>
                    <a:pt x="67" y="5776"/>
                    <a:pt x="34" y="6043"/>
                  </a:cubicBezTo>
                  <a:cubicBezTo>
                    <a:pt x="1" y="6177"/>
                    <a:pt x="1" y="6343"/>
                    <a:pt x="1" y="6443"/>
                  </a:cubicBezTo>
                  <a:cubicBezTo>
                    <a:pt x="1" y="6477"/>
                    <a:pt x="34" y="6510"/>
                    <a:pt x="34" y="6544"/>
                  </a:cubicBezTo>
                  <a:cubicBezTo>
                    <a:pt x="67" y="6610"/>
                    <a:pt x="101" y="6610"/>
                    <a:pt x="101" y="6610"/>
                  </a:cubicBezTo>
                  <a:cubicBezTo>
                    <a:pt x="102" y="6611"/>
                    <a:pt x="105" y="6612"/>
                    <a:pt x="107" y="6612"/>
                  </a:cubicBezTo>
                  <a:cubicBezTo>
                    <a:pt x="205" y="6612"/>
                    <a:pt x="873" y="6036"/>
                    <a:pt x="1068" y="5776"/>
                  </a:cubicBezTo>
                  <a:cubicBezTo>
                    <a:pt x="1902" y="4142"/>
                    <a:pt x="3036" y="2641"/>
                    <a:pt x="4337" y="1340"/>
                  </a:cubicBezTo>
                  <a:cubicBezTo>
                    <a:pt x="4570" y="973"/>
                    <a:pt x="4971" y="106"/>
                    <a:pt x="4837" y="5"/>
                  </a:cubicBezTo>
                  <a:cubicBezTo>
                    <a:pt x="4828" y="2"/>
                    <a:pt x="4817" y="0"/>
                    <a:pt x="48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687" name="Google Shape;5687;p69"/>
          <p:cNvGrpSpPr/>
          <p:nvPr/>
        </p:nvGrpSpPr>
        <p:grpSpPr>
          <a:xfrm>
            <a:off x="4615463" y="4353029"/>
            <a:ext cx="106668" cy="115634"/>
            <a:chOff x="4366855" y="4470047"/>
            <a:chExt cx="112389" cy="121835"/>
          </a:xfrm>
        </p:grpSpPr>
        <p:sp>
          <p:nvSpPr>
            <p:cNvPr id="5688" name="Google Shape;5688;p69"/>
            <p:cNvSpPr/>
            <p:nvPr/>
          </p:nvSpPr>
          <p:spPr>
            <a:xfrm>
              <a:off x="4370611" y="4470047"/>
              <a:ext cx="98413" cy="121835"/>
            </a:xfrm>
            <a:custGeom>
              <a:avLst/>
              <a:gdLst/>
              <a:ahLst/>
              <a:cxnLst/>
              <a:rect l="l" t="t" r="r" b="b"/>
              <a:pathLst>
                <a:path w="6105" h="7558" extrusionOk="0">
                  <a:moveTo>
                    <a:pt x="125" y="1"/>
                  </a:moveTo>
                  <a:cubicBezTo>
                    <a:pt x="84" y="1"/>
                    <a:pt x="34" y="24"/>
                    <a:pt x="34" y="48"/>
                  </a:cubicBezTo>
                  <a:cubicBezTo>
                    <a:pt x="1" y="81"/>
                    <a:pt x="1" y="81"/>
                    <a:pt x="1" y="148"/>
                  </a:cubicBezTo>
                  <a:lnTo>
                    <a:pt x="1" y="215"/>
                  </a:lnTo>
                  <a:cubicBezTo>
                    <a:pt x="1" y="248"/>
                    <a:pt x="34" y="248"/>
                    <a:pt x="34" y="248"/>
                  </a:cubicBezTo>
                  <a:cubicBezTo>
                    <a:pt x="46" y="254"/>
                    <a:pt x="57" y="259"/>
                    <a:pt x="67" y="264"/>
                  </a:cubicBezTo>
                  <a:lnTo>
                    <a:pt x="67" y="264"/>
                  </a:lnTo>
                  <a:lnTo>
                    <a:pt x="67" y="315"/>
                  </a:lnTo>
                  <a:cubicBezTo>
                    <a:pt x="67" y="348"/>
                    <a:pt x="101" y="348"/>
                    <a:pt x="101" y="381"/>
                  </a:cubicBezTo>
                  <a:cubicBezTo>
                    <a:pt x="134" y="481"/>
                    <a:pt x="134" y="515"/>
                    <a:pt x="167" y="581"/>
                  </a:cubicBezTo>
                  <a:cubicBezTo>
                    <a:pt x="267" y="715"/>
                    <a:pt x="301" y="782"/>
                    <a:pt x="334" y="848"/>
                  </a:cubicBezTo>
                  <a:cubicBezTo>
                    <a:pt x="401" y="948"/>
                    <a:pt x="434" y="1015"/>
                    <a:pt x="468" y="1048"/>
                  </a:cubicBezTo>
                  <a:cubicBezTo>
                    <a:pt x="568" y="1182"/>
                    <a:pt x="634" y="1315"/>
                    <a:pt x="668" y="1382"/>
                  </a:cubicBezTo>
                  <a:cubicBezTo>
                    <a:pt x="1001" y="1782"/>
                    <a:pt x="1335" y="2216"/>
                    <a:pt x="1735" y="2650"/>
                  </a:cubicBezTo>
                  <a:cubicBezTo>
                    <a:pt x="2102" y="3017"/>
                    <a:pt x="2436" y="3484"/>
                    <a:pt x="2769" y="3884"/>
                  </a:cubicBezTo>
                  <a:cubicBezTo>
                    <a:pt x="3436" y="4718"/>
                    <a:pt x="4070" y="5618"/>
                    <a:pt x="4637" y="6519"/>
                  </a:cubicBezTo>
                  <a:cubicBezTo>
                    <a:pt x="4956" y="6870"/>
                    <a:pt x="5734" y="7557"/>
                    <a:pt x="5946" y="7557"/>
                  </a:cubicBezTo>
                  <a:cubicBezTo>
                    <a:pt x="5956" y="7557"/>
                    <a:pt x="5964" y="7556"/>
                    <a:pt x="5971" y="7553"/>
                  </a:cubicBezTo>
                  <a:cubicBezTo>
                    <a:pt x="6105" y="7486"/>
                    <a:pt x="5638" y="6319"/>
                    <a:pt x="5404" y="5985"/>
                  </a:cubicBezTo>
                  <a:cubicBezTo>
                    <a:pt x="4604" y="5185"/>
                    <a:pt x="3837" y="4384"/>
                    <a:pt x="3169" y="3550"/>
                  </a:cubicBezTo>
                  <a:cubicBezTo>
                    <a:pt x="2803" y="3150"/>
                    <a:pt x="2502" y="2716"/>
                    <a:pt x="2202" y="2249"/>
                  </a:cubicBezTo>
                  <a:cubicBezTo>
                    <a:pt x="1869" y="1816"/>
                    <a:pt x="1668" y="1349"/>
                    <a:pt x="1368" y="848"/>
                  </a:cubicBezTo>
                  <a:cubicBezTo>
                    <a:pt x="1301" y="715"/>
                    <a:pt x="1168" y="581"/>
                    <a:pt x="1001" y="481"/>
                  </a:cubicBezTo>
                  <a:cubicBezTo>
                    <a:pt x="935" y="381"/>
                    <a:pt x="834" y="348"/>
                    <a:pt x="768" y="315"/>
                  </a:cubicBezTo>
                  <a:cubicBezTo>
                    <a:pt x="719" y="266"/>
                    <a:pt x="688" y="235"/>
                    <a:pt x="675" y="235"/>
                  </a:cubicBezTo>
                  <a:cubicBezTo>
                    <a:pt x="670" y="235"/>
                    <a:pt x="668" y="239"/>
                    <a:pt x="668" y="248"/>
                  </a:cubicBezTo>
                  <a:cubicBezTo>
                    <a:pt x="668" y="248"/>
                    <a:pt x="634" y="181"/>
                    <a:pt x="601" y="181"/>
                  </a:cubicBezTo>
                  <a:cubicBezTo>
                    <a:pt x="501" y="148"/>
                    <a:pt x="468" y="81"/>
                    <a:pt x="401" y="48"/>
                  </a:cubicBezTo>
                  <a:cubicBezTo>
                    <a:pt x="334" y="48"/>
                    <a:pt x="301" y="14"/>
                    <a:pt x="267" y="14"/>
                  </a:cubicBezTo>
                  <a:lnTo>
                    <a:pt x="167" y="14"/>
                  </a:lnTo>
                  <a:cubicBezTo>
                    <a:pt x="158" y="5"/>
                    <a:pt x="142" y="1"/>
                    <a:pt x="1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89" name="Google Shape;5689;p69"/>
            <p:cNvSpPr/>
            <p:nvPr/>
          </p:nvSpPr>
          <p:spPr>
            <a:xfrm>
              <a:off x="4366855" y="4493340"/>
              <a:ext cx="112389" cy="70009"/>
            </a:xfrm>
            <a:custGeom>
              <a:avLst/>
              <a:gdLst/>
              <a:ahLst/>
              <a:cxnLst/>
              <a:rect l="l" t="t" r="r" b="b"/>
              <a:pathLst>
                <a:path w="6972" h="4343" extrusionOk="0">
                  <a:moveTo>
                    <a:pt x="6763" y="1"/>
                  </a:moveTo>
                  <a:cubicBezTo>
                    <a:pt x="6452" y="1"/>
                    <a:pt x="5747" y="202"/>
                    <a:pt x="5504" y="337"/>
                  </a:cubicBezTo>
                  <a:cubicBezTo>
                    <a:pt x="4070" y="1471"/>
                    <a:pt x="2502" y="2405"/>
                    <a:pt x="801" y="3206"/>
                  </a:cubicBezTo>
                  <a:cubicBezTo>
                    <a:pt x="534" y="3373"/>
                    <a:pt x="334" y="3573"/>
                    <a:pt x="167" y="3806"/>
                  </a:cubicBezTo>
                  <a:cubicBezTo>
                    <a:pt x="67" y="3940"/>
                    <a:pt x="33" y="4073"/>
                    <a:pt x="0" y="4140"/>
                  </a:cubicBezTo>
                  <a:lnTo>
                    <a:pt x="0" y="4273"/>
                  </a:lnTo>
                  <a:lnTo>
                    <a:pt x="33" y="4340"/>
                  </a:lnTo>
                  <a:cubicBezTo>
                    <a:pt x="33" y="4342"/>
                    <a:pt x="36" y="4343"/>
                    <a:pt x="41" y="4343"/>
                  </a:cubicBezTo>
                  <a:cubicBezTo>
                    <a:pt x="129" y="4343"/>
                    <a:pt x="981" y="4065"/>
                    <a:pt x="1234" y="3907"/>
                  </a:cubicBezTo>
                  <a:cubicBezTo>
                    <a:pt x="2635" y="2706"/>
                    <a:pt x="4203" y="1738"/>
                    <a:pt x="5904" y="1038"/>
                  </a:cubicBezTo>
                  <a:cubicBezTo>
                    <a:pt x="6305" y="838"/>
                    <a:pt x="6972" y="104"/>
                    <a:pt x="6905" y="37"/>
                  </a:cubicBezTo>
                  <a:cubicBezTo>
                    <a:pt x="6886" y="12"/>
                    <a:pt x="6835" y="1"/>
                    <a:pt x="6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690" name="Google Shape;5690;p69"/>
          <p:cNvGrpSpPr/>
          <p:nvPr/>
        </p:nvGrpSpPr>
        <p:grpSpPr>
          <a:xfrm>
            <a:off x="4376607" y="2695115"/>
            <a:ext cx="112298" cy="122335"/>
            <a:chOff x="4115190" y="2723219"/>
            <a:chExt cx="118321" cy="128896"/>
          </a:xfrm>
        </p:grpSpPr>
        <p:sp>
          <p:nvSpPr>
            <p:cNvPr id="5691" name="Google Shape;5691;p69"/>
            <p:cNvSpPr/>
            <p:nvPr/>
          </p:nvSpPr>
          <p:spPr>
            <a:xfrm>
              <a:off x="4126490" y="2723219"/>
              <a:ext cx="87129" cy="128896"/>
            </a:xfrm>
            <a:custGeom>
              <a:avLst/>
              <a:gdLst/>
              <a:ahLst/>
              <a:cxnLst/>
              <a:rect l="l" t="t" r="r" b="b"/>
              <a:pathLst>
                <a:path w="5405" h="7996" extrusionOk="0">
                  <a:moveTo>
                    <a:pt x="167" y="1"/>
                  </a:moveTo>
                  <a:cubicBezTo>
                    <a:pt x="134" y="1"/>
                    <a:pt x="67" y="1"/>
                    <a:pt x="67" y="68"/>
                  </a:cubicBezTo>
                  <a:cubicBezTo>
                    <a:pt x="0" y="101"/>
                    <a:pt x="0" y="101"/>
                    <a:pt x="0" y="134"/>
                  </a:cubicBezTo>
                  <a:lnTo>
                    <a:pt x="0" y="234"/>
                  </a:lnTo>
                  <a:cubicBezTo>
                    <a:pt x="0" y="268"/>
                    <a:pt x="67" y="268"/>
                    <a:pt x="67" y="268"/>
                  </a:cubicBezTo>
                  <a:cubicBezTo>
                    <a:pt x="79" y="275"/>
                    <a:pt x="90" y="282"/>
                    <a:pt x="100" y="288"/>
                  </a:cubicBezTo>
                  <a:lnTo>
                    <a:pt x="100" y="288"/>
                  </a:lnTo>
                  <a:lnTo>
                    <a:pt x="100" y="301"/>
                  </a:lnTo>
                  <a:cubicBezTo>
                    <a:pt x="134" y="334"/>
                    <a:pt x="134" y="334"/>
                    <a:pt x="134" y="401"/>
                  </a:cubicBezTo>
                  <a:cubicBezTo>
                    <a:pt x="134" y="468"/>
                    <a:pt x="167" y="501"/>
                    <a:pt x="167" y="601"/>
                  </a:cubicBezTo>
                  <a:cubicBezTo>
                    <a:pt x="267" y="768"/>
                    <a:pt x="267" y="801"/>
                    <a:pt x="301" y="901"/>
                  </a:cubicBezTo>
                  <a:cubicBezTo>
                    <a:pt x="367" y="968"/>
                    <a:pt x="401" y="1002"/>
                    <a:pt x="434" y="1102"/>
                  </a:cubicBezTo>
                  <a:cubicBezTo>
                    <a:pt x="534" y="1235"/>
                    <a:pt x="567" y="1335"/>
                    <a:pt x="601" y="1435"/>
                  </a:cubicBezTo>
                  <a:cubicBezTo>
                    <a:pt x="934" y="1835"/>
                    <a:pt x="1235" y="2336"/>
                    <a:pt x="1568" y="2769"/>
                  </a:cubicBezTo>
                  <a:cubicBezTo>
                    <a:pt x="1902" y="3236"/>
                    <a:pt x="2202" y="3670"/>
                    <a:pt x="2469" y="4137"/>
                  </a:cubicBezTo>
                  <a:cubicBezTo>
                    <a:pt x="3103" y="5071"/>
                    <a:pt x="3636" y="5972"/>
                    <a:pt x="4137" y="6939"/>
                  </a:cubicBezTo>
                  <a:cubicBezTo>
                    <a:pt x="4409" y="7302"/>
                    <a:pt x="5067" y="7996"/>
                    <a:pt x="5210" y="7996"/>
                  </a:cubicBezTo>
                  <a:cubicBezTo>
                    <a:pt x="5225" y="7996"/>
                    <a:pt x="5234" y="7989"/>
                    <a:pt x="5237" y="7973"/>
                  </a:cubicBezTo>
                  <a:cubicBezTo>
                    <a:pt x="5404" y="7873"/>
                    <a:pt x="5004" y="6672"/>
                    <a:pt x="4804" y="6339"/>
                  </a:cubicBezTo>
                  <a:cubicBezTo>
                    <a:pt x="4103" y="5505"/>
                    <a:pt x="3436" y="4637"/>
                    <a:pt x="2802" y="3770"/>
                  </a:cubicBezTo>
                  <a:cubicBezTo>
                    <a:pt x="2469" y="3337"/>
                    <a:pt x="2235" y="2836"/>
                    <a:pt x="1968" y="2369"/>
                  </a:cubicBezTo>
                  <a:cubicBezTo>
                    <a:pt x="1668" y="1902"/>
                    <a:pt x="1501" y="1435"/>
                    <a:pt x="1268" y="901"/>
                  </a:cubicBezTo>
                  <a:cubicBezTo>
                    <a:pt x="1168" y="768"/>
                    <a:pt x="1101" y="601"/>
                    <a:pt x="934" y="468"/>
                  </a:cubicBezTo>
                  <a:cubicBezTo>
                    <a:pt x="901" y="434"/>
                    <a:pt x="801" y="334"/>
                    <a:pt x="734" y="301"/>
                  </a:cubicBezTo>
                  <a:cubicBezTo>
                    <a:pt x="687" y="277"/>
                    <a:pt x="657" y="254"/>
                    <a:pt x="643" y="254"/>
                  </a:cubicBezTo>
                  <a:cubicBezTo>
                    <a:pt x="637" y="254"/>
                    <a:pt x="634" y="258"/>
                    <a:pt x="634" y="268"/>
                  </a:cubicBezTo>
                  <a:cubicBezTo>
                    <a:pt x="634" y="268"/>
                    <a:pt x="601" y="168"/>
                    <a:pt x="567" y="168"/>
                  </a:cubicBezTo>
                  <a:cubicBezTo>
                    <a:pt x="467" y="134"/>
                    <a:pt x="434" y="101"/>
                    <a:pt x="334" y="68"/>
                  </a:cubicBezTo>
                  <a:cubicBezTo>
                    <a:pt x="334" y="68"/>
                    <a:pt x="301" y="1"/>
                    <a:pt x="267" y="1"/>
                  </a:cubicBezTo>
                  <a:lnTo>
                    <a:pt x="234" y="1"/>
                  </a:lnTo>
                  <a:cubicBezTo>
                    <a:pt x="234" y="1"/>
                    <a:pt x="234" y="30"/>
                    <a:pt x="214" y="30"/>
                  </a:cubicBezTo>
                  <a:cubicBezTo>
                    <a:pt x="204" y="30"/>
                    <a:pt x="189" y="23"/>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92" name="Google Shape;5692;p69"/>
            <p:cNvSpPr/>
            <p:nvPr/>
          </p:nvSpPr>
          <p:spPr>
            <a:xfrm>
              <a:off x="4115190" y="2755379"/>
              <a:ext cx="118321" cy="61482"/>
            </a:xfrm>
            <a:custGeom>
              <a:avLst/>
              <a:gdLst/>
              <a:ahLst/>
              <a:cxnLst/>
              <a:rect l="l" t="t" r="r" b="b"/>
              <a:pathLst>
                <a:path w="7340" h="3814" extrusionOk="0">
                  <a:moveTo>
                    <a:pt x="7013" y="1"/>
                  </a:moveTo>
                  <a:cubicBezTo>
                    <a:pt x="6659" y="1"/>
                    <a:pt x="6056" y="87"/>
                    <a:pt x="5838" y="207"/>
                  </a:cubicBezTo>
                  <a:cubicBezTo>
                    <a:pt x="4337" y="1275"/>
                    <a:pt x="2669" y="2042"/>
                    <a:pt x="935" y="2676"/>
                  </a:cubicBezTo>
                  <a:cubicBezTo>
                    <a:pt x="668" y="2809"/>
                    <a:pt x="435" y="3076"/>
                    <a:pt x="268" y="3276"/>
                  </a:cubicBezTo>
                  <a:cubicBezTo>
                    <a:pt x="168" y="3410"/>
                    <a:pt x="101" y="3510"/>
                    <a:pt x="68" y="3610"/>
                  </a:cubicBezTo>
                  <a:cubicBezTo>
                    <a:pt x="1" y="3643"/>
                    <a:pt x="1" y="3677"/>
                    <a:pt x="1" y="3743"/>
                  </a:cubicBezTo>
                  <a:cubicBezTo>
                    <a:pt x="1" y="3777"/>
                    <a:pt x="68" y="3810"/>
                    <a:pt x="68" y="3810"/>
                  </a:cubicBezTo>
                  <a:cubicBezTo>
                    <a:pt x="70" y="3812"/>
                    <a:pt x="77" y="3814"/>
                    <a:pt x="89" y="3814"/>
                  </a:cubicBezTo>
                  <a:cubicBezTo>
                    <a:pt x="232" y="3814"/>
                    <a:pt x="1024" y="3631"/>
                    <a:pt x="1302" y="3476"/>
                  </a:cubicBezTo>
                  <a:cubicBezTo>
                    <a:pt x="2803" y="2409"/>
                    <a:pt x="4471" y="1608"/>
                    <a:pt x="6239" y="1008"/>
                  </a:cubicBezTo>
                  <a:cubicBezTo>
                    <a:pt x="6639" y="808"/>
                    <a:pt x="7339" y="174"/>
                    <a:pt x="7273" y="41"/>
                  </a:cubicBezTo>
                  <a:cubicBezTo>
                    <a:pt x="7245" y="13"/>
                    <a:pt x="7147" y="1"/>
                    <a:pt x="70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693" name="Google Shape;5693;p69"/>
          <p:cNvGrpSpPr/>
          <p:nvPr/>
        </p:nvGrpSpPr>
        <p:grpSpPr>
          <a:xfrm>
            <a:off x="4444996" y="2155166"/>
            <a:ext cx="520581" cy="434842"/>
            <a:chOff x="4187246" y="2154312"/>
            <a:chExt cx="548499" cy="458163"/>
          </a:xfrm>
        </p:grpSpPr>
        <p:sp>
          <p:nvSpPr>
            <p:cNvPr id="5694" name="Google Shape;5694;p69"/>
            <p:cNvSpPr/>
            <p:nvPr/>
          </p:nvSpPr>
          <p:spPr>
            <a:xfrm>
              <a:off x="4337275" y="2357908"/>
              <a:ext cx="153801" cy="138406"/>
            </a:xfrm>
            <a:custGeom>
              <a:avLst/>
              <a:gdLst/>
              <a:ahLst/>
              <a:cxnLst/>
              <a:rect l="l" t="t" r="r" b="b"/>
              <a:pathLst>
                <a:path w="9541" h="8586" extrusionOk="0">
                  <a:moveTo>
                    <a:pt x="5631" y="1"/>
                  </a:moveTo>
                  <a:cubicBezTo>
                    <a:pt x="5194" y="1"/>
                    <a:pt x="4758" y="68"/>
                    <a:pt x="4337" y="213"/>
                  </a:cubicBezTo>
                  <a:cubicBezTo>
                    <a:pt x="3503" y="480"/>
                    <a:pt x="2702" y="1147"/>
                    <a:pt x="2469" y="2115"/>
                  </a:cubicBezTo>
                  <a:cubicBezTo>
                    <a:pt x="2335" y="2615"/>
                    <a:pt x="2369" y="3115"/>
                    <a:pt x="2569" y="3582"/>
                  </a:cubicBezTo>
                  <a:cubicBezTo>
                    <a:pt x="2802" y="4049"/>
                    <a:pt x="3169" y="4416"/>
                    <a:pt x="3570" y="4650"/>
                  </a:cubicBezTo>
                  <a:cubicBezTo>
                    <a:pt x="3848" y="4836"/>
                    <a:pt x="4224" y="4957"/>
                    <a:pt x="4652" y="4957"/>
                  </a:cubicBezTo>
                  <a:cubicBezTo>
                    <a:pt x="4839" y="4957"/>
                    <a:pt x="5035" y="4934"/>
                    <a:pt x="5237" y="4883"/>
                  </a:cubicBezTo>
                  <a:cubicBezTo>
                    <a:pt x="5838" y="4750"/>
                    <a:pt x="6505" y="4416"/>
                    <a:pt x="6739" y="3783"/>
                  </a:cubicBezTo>
                  <a:cubicBezTo>
                    <a:pt x="6872" y="3482"/>
                    <a:pt x="6839" y="3149"/>
                    <a:pt x="6739" y="2915"/>
                  </a:cubicBezTo>
                  <a:cubicBezTo>
                    <a:pt x="6672" y="2648"/>
                    <a:pt x="6438" y="2482"/>
                    <a:pt x="6338" y="2382"/>
                  </a:cubicBezTo>
                  <a:cubicBezTo>
                    <a:pt x="6005" y="2148"/>
                    <a:pt x="5771" y="2115"/>
                    <a:pt x="5771" y="2115"/>
                  </a:cubicBezTo>
                  <a:lnTo>
                    <a:pt x="5771" y="2115"/>
                  </a:lnTo>
                  <a:cubicBezTo>
                    <a:pt x="5771" y="2148"/>
                    <a:pt x="6005" y="2282"/>
                    <a:pt x="6205" y="2582"/>
                  </a:cubicBezTo>
                  <a:cubicBezTo>
                    <a:pt x="6338" y="2749"/>
                    <a:pt x="6405" y="2915"/>
                    <a:pt x="6438" y="3115"/>
                  </a:cubicBezTo>
                  <a:cubicBezTo>
                    <a:pt x="6505" y="3316"/>
                    <a:pt x="6405" y="3582"/>
                    <a:pt x="6272" y="3749"/>
                  </a:cubicBezTo>
                  <a:cubicBezTo>
                    <a:pt x="6038" y="4116"/>
                    <a:pt x="5504" y="4283"/>
                    <a:pt x="5037" y="4283"/>
                  </a:cubicBezTo>
                  <a:cubicBezTo>
                    <a:pt x="4570" y="4283"/>
                    <a:pt x="4203" y="4116"/>
                    <a:pt x="3937" y="3983"/>
                  </a:cubicBezTo>
                  <a:cubicBezTo>
                    <a:pt x="3269" y="3716"/>
                    <a:pt x="2869" y="2949"/>
                    <a:pt x="3036" y="2248"/>
                  </a:cubicBezTo>
                  <a:cubicBezTo>
                    <a:pt x="3103" y="1848"/>
                    <a:pt x="3336" y="1548"/>
                    <a:pt x="3570" y="1247"/>
                  </a:cubicBezTo>
                  <a:cubicBezTo>
                    <a:pt x="3836" y="981"/>
                    <a:pt x="4170" y="747"/>
                    <a:pt x="4537" y="614"/>
                  </a:cubicBezTo>
                  <a:cubicBezTo>
                    <a:pt x="4918" y="492"/>
                    <a:pt x="5326" y="434"/>
                    <a:pt x="5742" y="434"/>
                  </a:cubicBezTo>
                  <a:cubicBezTo>
                    <a:pt x="6128" y="434"/>
                    <a:pt x="6520" y="484"/>
                    <a:pt x="6905" y="580"/>
                  </a:cubicBezTo>
                  <a:cubicBezTo>
                    <a:pt x="7706" y="814"/>
                    <a:pt x="8406" y="1281"/>
                    <a:pt x="8840" y="1948"/>
                  </a:cubicBezTo>
                  <a:cubicBezTo>
                    <a:pt x="9040" y="2282"/>
                    <a:pt x="9174" y="2648"/>
                    <a:pt x="9174" y="3082"/>
                  </a:cubicBezTo>
                  <a:cubicBezTo>
                    <a:pt x="9207" y="3482"/>
                    <a:pt x="9174" y="3916"/>
                    <a:pt x="9140" y="4316"/>
                  </a:cubicBezTo>
                  <a:cubicBezTo>
                    <a:pt x="9007" y="5150"/>
                    <a:pt x="8707" y="5918"/>
                    <a:pt x="8173" y="6551"/>
                  </a:cubicBezTo>
                  <a:cubicBezTo>
                    <a:pt x="7375" y="7474"/>
                    <a:pt x="6148" y="7949"/>
                    <a:pt x="4953" y="7949"/>
                  </a:cubicBezTo>
                  <a:cubicBezTo>
                    <a:pt x="4549" y="7949"/>
                    <a:pt x="4149" y="7895"/>
                    <a:pt x="3770" y="7786"/>
                  </a:cubicBezTo>
                  <a:cubicBezTo>
                    <a:pt x="2902" y="7619"/>
                    <a:pt x="1868" y="7118"/>
                    <a:pt x="1201" y="6485"/>
                  </a:cubicBezTo>
                  <a:cubicBezTo>
                    <a:pt x="519" y="5900"/>
                    <a:pt x="122" y="5316"/>
                    <a:pt x="40" y="5316"/>
                  </a:cubicBezTo>
                  <a:cubicBezTo>
                    <a:pt x="38" y="5316"/>
                    <a:pt x="36" y="5316"/>
                    <a:pt x="34" y="5317"/>
                  </a:cubicBezTo>
                  <a:cubicBezTo>
                    <a:pt x="0" y="5384"/>
                    <a:pt x="334" y="6218"/>
                    <a:pt x="1068" y="6985"/>
                  </a:cubicBezTo>
                  <a:cubicBezTo>
                    <a:pt x="1435" y="7385"/>
                    <a:pt x="1902" y="7752"/>
                    <a:pt x="2369" y="7986"/>
                  </a:cubicBezTo>
                  <a:cubicBezTo>
                    <a:pt x="2836" y="8286"/>
                    <a:pt x="3269" y="8419"/>
                    <a:pt x="3603" y="8486"/>
                  </a:cubicBezTo>
                  <a:cubicBezTo>
                    <a:pt x="3955" y="8551"/>
                    <a:pt x="4308" y="8586"/>
                    <a:pt x="4658" y="8586"/>
                  </a:cubicBezTo>
                  <a:cubicBezTo>
                    <a:pt x="5203" y="8586"/>
                    <a:pt x="5744" y="8502"/>
                    <a:pt x="6272" y="8319"/>
                  </a:cubicBezTo>
                  <a:cubicBezTo>
                    <a:pt x="7172" y="8086"/>
                    <a:pt x="7906" y="7552"/>
                    <a:pt x="8506" y="6818"/>
                  </a:cubicBezTo>
                  <a:cubicBezTo>
                    <a:pt x="9074" y="6118"/>
                    <a:pt x="9374" y="5250"/>
                    <a:pt x="9507" y="4383"/>
                  </a:cubicBezTo>
                  <a:cubicBezTo>
                    <a:pt x="9541" y="3916"/>
                    <a:pt x="9541" y="3449"/>
                    <a:pt x="9507" y="3049"/>
                  </a:cubicBezTo>
                  <a:cubicBezTo>
                    <a:pt x="9507" y="2615"/>
                    <a:pt x="9374" y="2115"/>
                    <a:pt x="9140" y="1748"/>
                  </a:cubicBezTo>
                  <a:cubicBezTo>
                    <a:pt x="8673" y="947"/>
                    <a:pt x="7839" y="447"/>
                    <a:pt x="7005" y="213"/>
                  </a:cubicBezTo>
                  <a:cubicBezTo>
                    <a:pt x="6559" y="76"/>
                    <a:pt x="6095" y="1"/>
                    <a:pt x="5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95" name="Google Shape;5695;p69"/>
            <p:cNvSpPr/>
            <p:nvPr/>
          </p:nvSpPr>
          <p:spPr>
            <a:xfrm>
              <a:off x="4317915" y="2300988"/>
              <a:ext cx="232853" cy="142646"/>
            </a:xfrm>
            <a:custGeom>
              <a:avLst/>
              <a:gdLst/>
              <a:ahLst/>
              <a:cxnLst/>
              <a:rect l="l" t="t" r="r" b="b"/>
              <a:pathLst>
                <a:path w="14445" h="8849" extrusionOk="0">
                  <a:moveTo>
                    <a:pt x="5937" y="0"/>
                  </a:moveTo>
                  <a:cubicBezTo>
                    <a:pt x="4710" y="0"/>
                    <a:pt x="3492" y="348"/>
                    <a:pt x="2436" y="1042"/>
                  </a:cubicBezTo>
                  <a:cubicBezTo>
                    <a:pt x="1835" y="1509"/>
                    <a:pt x="1335" y="2043"/>
                    <a:pt x="901" y="2677"/>
                  </a:cubicBezTo>
                  <a:cubicBezTo>
                    <a:pt x="534" y="3311"/>
                    <a:pt x="234" y="4011"/>
                    <a:pt x="101" y="4778"/>
                  </a:cubicBezTo>
                  <a:cubicBezTo>
                    <a:pt x="67" y="4945"/>
                    <a:pt x="67" y="5145"/>
                    <a:pt x="1" y="5379"/>
                  </a:cubicBezTo>
                  <a:lnTo>
                    <a:pt x="1" y="5712"/>
                  </a:lnTo>
                  <a:cubicBezTo>
                    <a:pt x="1" y="5813"/>
                    <a:pt x="34" y="5946"/>
                    <a:pt x="34" y="6046"/>
                  </a:cubicBezTo>
                  <a:cubicBezTo>
                    <a:pt x="67" y="6513"/>
                    <a:pt x="234" y="7013"/>
                    <a:pt x="367" y="7447"/>
                  </a:cubicBezTo>
                  <a:cubicBezTo>
                    <a:pt x="434" y="7647"/>
                    <a:pt x="534" y="7847"/>
                    <a:pt x="601" y="8014"/>
                  </a:cubicBezTo>
                  <a:cubicBezTo>
                    <a:pt x="701" y="8214"/>
                    <a:pt x="768" y="8348"/>
                    <a:pt x="868" y="8481"/>
                  </a:cubicBezTo>
                  <a:cubicBezTo>
                    <a:pt x="1035" y="8748"/>
                    <a:pt x="1101" y="8848"/>
                    <a:pt x="1168" y="8848"/>
                  </a:cubicBezTo>
                  <a:cubicBezTo>
                    <a:pt x="1235" y="8815"/>
                    <a:pt x="935" y="8114"/>
                    <a:pt x="768" y="7214"/>
                  </a:cubicBezTo>
                  <a:cubicBezTo>
                    <a:pt x="734" y="7013"/>
                    <a:pt x="734" y="6780"/>
                    <a:pt x="701" y="6546"/>
                  </a:cubicBezTo>
                  <a:lnTo>
                    <a:pt x="701" y="5913"/>
                  </a:lnTo>
                  <a:cubicBezTo>
                    <a:pt x="701" y="5679"/>
                    <a:pt x="734" y="5479"/>
                    <a:pt x="734" y="5312"/>
                  </a:cubicBezTo>
                  <a:cubicBezTo>
                    <a:pt x="734" y="5145"/>
                    <a:pt x="734" y="4979"/>
                    <a:pt x="768" y="4845"/>
                  </a:cubicBezTo>
                  <a:cubicBezTo>
                    <a:pt x="834" y="4178"/>
                    <a:pt x="1068" y="3511"/>
                    <a:pt x="1368" y="2944"/>
                  </a:cubicBezTo>
                  <a:cubicBezTo>
                    <a:pt x="1702" y="2310"/>
                    <a:pt x="2169" y="1810"/>
                    <a:pt x="2702" y="1409"/>
                  </a:cubicBezTo>
                  <a:cubicBezTo>
                    <a:pt x="3684" y="717"/>
                    <a:pt x="4865" y="348"/>
                    <a:pt x="6052" y="348"/>
                  </a:cubicBezTo>
                  <a:cubicBezTo>
                    <a:pt x="6237" y="348"/>
                    <a:pt x="6421" y="357"/>
                    <a:pt x="6605" y="375"/>
                  </a:cubicBezTo>
                  <a:cubicBezTo>
                    <a:pt x="8006" y="509"/>
                    <a:pt x="9407" y="942"/>
                    <a:pt x="10575" y="1643"/>
                  </a:cubicBezTo>
                  <a:cubicBezTo>
                    <a:pt x="11776" y="2310"/>
                    <a:pt x="12743" y="3377"/>
                    <a:pt x="13277" y="4612"/>
                  </a:cubicBezTo>
                  <a:cubicBezTo>
                    <a:pt x="13610" y="5312"/>
                    <a:pt x="13877" y="6213"/>
                    <a:pt x="13944" y="6980"/>
                  </a:cubicBezTo>
                  <a:cubicBezTo>
                    <a:pt x="14011" y="7180"/>
                    <a:pt x="14044" y="7347"/>
                    <a:pt x="14044" y="7514"/>
                  </a:cubicBezTo>
                  <a:lnTo>
                    <a:pt x="14044" y="7947"/>
                  </a:lnTo>
                  <a:cubicBezTo>
                    <a:pt x="14077" y="8181"/>
                    <a:pt x="14077" y="8348"/>
                    <a:pt x="14111" y="8348"/>
                  </a:cubicBezTo>
                  <a:cubicBezTo>
                    <a:pt x="14177" y="8348"/>
                    <a:pt x="14211" y="8181"/>
                    <a:pt x="14277" y="7881"/>
                  </a:cubicBezTo>
                  <a:cubicBezTo>
                    <a:pt x="14277" y="7781"/>
                    <a:pt x="14377" y="7614"/>
                    <a:pt x="14377" y="7380"/>
                  </a:cubicBezTo>
                  <a:cubicBezTo>
                    <a:pt x="14377" y="7180"/>
                    <a:pt x="14411" y="6980"/>
                    <a:pt x="14411" y="6780"/>
                  </a:cubicBezTo>
                  <a:cubicBezTo>
                    <a:pt x="14444" y="5913"/>
                    <a:pt x="14211" y="4845"/>
                    <a:pt x="13944" y="4345"/>
                  </a:cubicBezTo>
                  <a:cubicBezTo>
                    <a:pt x="13243" y="3011"/>
                    <a:pt x="12109" y="1943"/>
                    <a:pt x="10842" y="1276"/>
                  </a:cubicBezTo>
                  <a:cubicBezTo>
                    <a:pt x="9541" y="542"/>
                    <a:pt x="8073" y="175"/>
                    <a:pt x="6672" y="42"/>
                  </a:cubicBezTo>
                  <a:cubicBezTo>
                    <a:pt x="6427" y="14"/>
                    <a:pt x="6182" y="0"/>
                    <a:pt x="59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96" name="Google Shape;5696;p69"/>
            <p:cNvSpPr/>
            <p:nvPr/>
          </p:nvSpPr>
          <p:spPr>
            <a:xfrm>
              <a:off x="4250695" y="2249178"/>
              <a:ext cx="295770" cy="316468"/>
            </a:xfrm>
            <a:custGeom>
              <a:avLst/>
              <a:gdLst/>
              <a:ahLst/>
              <a:cxnLst/>
              <a:rect l="l" t="t" r="r" b="b"/>
              <a:pathLst>
                <a:path w="18348" h="19632" extrusionOk="0">
                  <a:moveTo>
                    <a:pt x="9347" y="0"/>
                  </a:moveTo>
                  <a:cubicBezTo>
                    <a:pt x="9177" y="0"/>
                    <a:pt x="9007" y="7"/>
                    <a:pt x="8841" y="20"/>
                  </a:cubicBezTo>
                  <a:cubicBezTo>
                    <a:pt x="8407" y="120"/>
                    <a:pt x="8040" y="154"/>
                    <a:pt x="7706" y="220"/>
                  </a:cubicBezTo>
                  <a:cubicBezTo>
                    <a:pt x="7406" y="320"/>
                    <a:pt x="7106" y="387"/>
                    <a:pt x="6872" y="487"/>
                  </a:cubicBezTo>
                  <a:cubicBezTo>
                    <a:pt x="4371" y="1488"/>
                    <a:pt x="2202" y="3456"/>
                    <a:pt x="1102" y="5891"/>
                  </a:cubicBezTo>
                  <a:cubicBezTo>
                    <a:pt x="34" y="8393"/>
                    <a:pt x="1" y="11295"/>
                    <a:pt x="935" y="13797"/>
                  </a:cubicBezTo>
                  <a:cubicBezTo>
                    <a:pt x="1402" y="15064"/>
                    <a:pt x="2169" y="16232"/>
                    <a:pt x="3103" y="17166"/>
                  </a:cubicBezTo>
                  <a:cubicBezTo>
                    <a:pt x="3403" y="17399"/>
                    <a:pt x="3670" y="17633"/>
                    <a:pt x="3904" y="17833"/>
                  </a:cubicBezTo>
                  <a:cubicBezTo>
                    <a:pt x="4171" y="18000"/>
                    <a:pt x="4437" y="18200"/>
                    <a:pt x="4738" y="18367"/>
                  </a:cubicBezTo>
                  <a:cubicBezTo>
                    <a:pt x="5038" y="18533"/>
                    <a:pt x="5371" y="18700"/>
                    <a:pt x="5672" y="18834"/>
                  </a:cubicBezTo>
                  <a:lnTo>
                    <a:pt x="6606" y="19167"/>
                  </a:lnTo>
                  <a:cubicBezTo>
                    <a:pt x="7568" y="19463"/>
                    <a:pt x="8567" y="19632"/>
                    <a:pt x="9562" y="19632"/>
                  </a:cubicBezTo>
                  <a:cubicBezTo>
                    <a:pt x="9912" y="19632"/>
                    <a:pt x="10261" y="19611"/>
                    <a:pt x="10608" y="19567"/>
                  </a:cubicBezTo>
                  <a:cubicBezTo>
                    <a:pt x="12009" y="19401"/>
                    <a:pt x="13277" y="18967"/>
                    <a:pt x="14445" y="18233"/>
                  </a:cubicBezTo>
                  <a:cubicBezTo>
                    <a:pt x="15045" y="17900"/>
                    <a:pt x="15679" y="17366"/>
                    <a:pt x="16212" y="16732"/>
                  </a:cubicBezTo>
                  <a:cubicBezTo>
                    <a:pt x="16379" y="16565"/>
                    <a:pt x="16513" y="16365"/>
                    <a:pt x="16613" y="16198"/>
                  </a:cubicBezTo>
                  <a:cubicBezTo>
                    <a:pt x="16746" y="16032"/>
                    <a:pt x="16913" y="15865"/>
                    <a:pt x="17013" y="15665"/>
                  </a:cubicBezTo>
                  <a:cubicBezTo>
                    <a:pt x="17213" y="15298"/>
                    <a:pt x="17447" y="14897"/>
                    <a:pt x="17580" y="14531"/>
                  </a:cubicBezTo>
                  <a:cubicBezTo>
                    <a:pt x="17680" y="14364"/>
                    <a:pt x="17747" y="14164"/>
                    <a:pt x="17847" y="13997"/>
                  </a:cubicBezTo>
                  <a:cubicBezTo>
                    <a:pt x="17914" y="13830"/>
                    <a:pt x="17947" y="13630"/>
                    <a:pt x="18014" y="13463"/>
                  </a:cubicBezTo>
                  <a:cubicBezTo>
                    <a:pt x="18080" y="13130"/>
                    <a:pt x="18181" y="12796"/>
                    <a:pt x="18214" y="12529"/>
                  </a:cubicBezTo>
                  <a:cubicBezTo>
                    <a:pt x="18281" y="11995"/>
                    <a:pt x="18347" y="11662"/>
                    <a:pt x="18281" y="11662"/>
                  </a:cubicBezTo>
                  <a:cubicBezTo>
                    <a:pt x="18247" y="11662"/>
                    <a:pt x="18114" y="11995"/>
                    <a:pt x="17947" y="12529"/>
                  </a:cubicBezTo>
                  <a:cubicBezTo>
                    <a:pt x="17780" y="13063"/>
                    <a:pt x="17513" y="13797"/>
                    <a:pt x="17080" y="14497"/>
                  </a:cubicBezTo>
                  <a:cubicBezTo>
                    <a:pt x="17013" y="14697"/>
                    <a:pt x="16880" y="14864"/>
                    <a:pt x="16746" y="15031"/>
                  </a:cubicBezTo>
                  <a:lnTo>
                    <a:pt x="16379" y="15531"/>
                  </a:lnTo>
                  <a:cubicBezTo>
                    <a:pt x="16212" y="15665"/>
                    <a:pt x="16079" y="15831"/>
                    <a:pt x="15946" y="15998"/>
                  </a:cubicBezTo>
                  <a:cubicBezTo>
                    <a:pt x="15879" y="16065"/>
                    <a:pt x="15846" y="16165"/>
                    <a:pt x="15745" y="16232"/>
                  </a:cubicBezTo>
                  <a:lnTo>
                    <a:pt x="15545" y="16465"/>
                  </a:lnTo>
                  <a:cubicBezTo>
                    <a:pt x="15379" y="16565"/>
                    <a:pt x="15245" y="16699"/>
                    <a:pt x="15112" y="16832"/>
                  </a:cubicBezTo>
                  <a:cubicBezTo>
                    <a:pt x="15012" y="16966"/>
                    <a:pt x="14845" y="17032"/>
                    <a:pt x="14711" y="17166"/>
                  </a:cubicBezTo>
                  <a:cubicBezTo>
                    <a:pt x="14578" y="17299"/>
                    <a:pt x="14445" y="17366"/>
                    <a:pt x="14344" y="17466"/>
                  </a:cubicBezTo>
                  <a:cubicBezTo>
                    <a:pt x="14211" y="17533"/>
                    <a:pt x="14078" y="17566"/>
                    <a:pt x="14011" y="17666"/>
                  </a:cubicBezTo>
                  <a:cubicBezTo>
                    <a:pt x="12943" y="18367"/>
                    <a:pt x="11743" y="18834"/>
                    <a:pt x="10508" y="19000"/>
                  </a:cubicBezTo>
                  <a:cubicBezTo>
                    <a:pt x="10138" y="19049"/>
                    <a:pt x="9765" y="19072"/>
                    <a:pt x="9392" y="19072"/>
                  </a:cubicBezTo>
                  <a:cubicBezTo>
                    <a:pt x="8487" y="19072"/>
                    <a:pt x="7580" y="18936"/>
                    <a:pt x="6706" y="18700"/>
                  </a:cubicBezTo>
                  <a:cubicBezTo>
                    <a:pt x="5438" y="18367"/>
                    <a:pt x="4271" y="17733"/>
                    <a:pt x="3370" y="16866"/>
                  </a:cubicBezTo>
                  <a:cubicBezTo>
                    <a:pt x="2436" y="15998"/>
                    <a:pt x="1735" y="14864"/>
                    <a:pt x="1268" y="13663"/>
                  </a:cubicBezTo>
                  <a:cubicBezTo>
                    <a:pt x="368" y="11228"/>
                    <a:pt x="435" y="8459"/>
                    <a:pt x="1535" y="6124"/>
                  </a:cubicBezTo>
                  <a:cubicBezTo>
                    <a:pt x="2603" y="3789"/>
                    <a:pt x="4738" y="1988"/>
                    <a:pt x="7106" y="1154"/>
                  </a:cubicBezTo>
                  <a:cubicBezTo>
                    <a:pt x="7440" y="1021"/>
                    <a:pt x="7840" y="887"/>
                    <a:pt x="8207" y="821"/>
                  </a:cubicBezTo>
                  <a:cubicBezTo>
                    <a:pt x="8407" y="787"/>
                    <a:pt x="8574" y="721"/>
                    <a:pt x="8774" y="687"/>
                  </a:cubicBezTo>
                  <a:cubicBezTo>
                    <a:pt x="9007" y="621"/>
                    <a:pt x="9174" y="654"/>
                    <a:pt x="9374" y="621"/>
                  </a:cubicBezTo>
                  <a:cubicBezTo>
                    <a:pt x="9561" y="597"/>
                    <a:pt x="9747" y="587"/>
                    <a:pt x="9929" y="587"/>
                  </a:cubicBezTo>
                  <a:cubicBezTo>
                    <a:pt x="10528" y="587"/>
                    <a:pt x="11098" y="701"/>
                    <a:pt x="11609" y="854"/>
                  </a:cubicBezTo>
                  <a:cubicBezTo>
                    <a:pt x="12276" y="1021"/>
                    <a:pt x="12910" y="1288"/>
                    <a:pt x="13344" y="1388"/>
                  </a:cubicBezTo>
                  <a:cubicBezTo>
                    <a:pt x="13656" y="1492"/>
                    <a:pt x="13908" y="1576"/>
                    <a:pt x="14003" y="1576"/>
                  </a:cubicBezTo>
                  <a:cubicBezTo>
                    <a:pt x="14030" y="1576"/>
                    <a:pt x="14044" y="1569"/>
                    <a:pt x="14044" y="1555"/>
                  </a:cubicBezTo>
                  <a:cubicBezTo>
                    <a:pt x="14044" y="1521"/>
                    <a:pt x="13744" y="1388"/>
                    <a:pt x="13244" y="1154"/>
                  </a:cubicBezTo>
                  <a:cubicBezTo>
                    <a:pt x="12743" y="954"/>
                    <a:pt x="12110" y="554"/>
                    <a:pt x="11342" y="320"/>
                  </a:cubicBezTo>
                  <a:cubicBezTo>
                    <a:pt x="10729" y="107"/>
                    <a:pt x="10029" y="0"/>
                    <a:pt x="93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97" name="Google Shape;5697;p69"/>
            <p:cNvSpPr/>
            <p:nvPr/>
          </p:nvSpPr>
          <p:spPr>
            <a:xfrm>
              <a:off x="4348027" y="2154312"/>
              <a:ext cx="387718" cy="104941"/>
            </a:xfrm>
            <a:custGeom>
              <a:avLst/>
              <a:gdLst/>
              <a:ahLst/>
              <a:cxnLst/>
              <a:rect l="l" t="t" r="r" b="b"/>
              <a:pathLst>
                <a:path w="24052" h="6510" extrusionOk="0">
                  <a:moveTo>
                    <a:pt x="24051" y="1"/>
                  </a:moveTo>
                  <a:cubicBezTo>
                    <a:pt x="24051" y="1"/>
                    <a:pt x="23851" y="68"/>
                    <a:pt x="23617" y="334"/>
                  </a:cubicBezTo>
                  <a:cubicBezTo>
                    <a:pt x="23417" y="535"/>
                    <a:pt x="23217" y="902"/>
                    <a:pt x="22917" y="1235"/>
                  </a:cubicBezTo>
                  <a:cubicBezTo>
                    <a:pt x="22283" y="1902"/>
                    <a:pt x="21549" y="2603"/>
                    <a:pt x="21116" y="2903"/>
                  </a:cubicBezTo>
                  <a:cubicBezTo>
                    <a:pt x="19948" y="3837"/>
                    <a:pt x="18747" y="4704"/>
                    <a:pt x="17380" y="5271"/>
                  </a:cubicBezTo>
                  <a:cubicBezTo>
                    <a:pt x="16012" y="5872"/>
                    <a:pt x="14544" y="6239"/>
                    <a:pt x="13043" y="6239"/>
                  </a:cubicBezTo>
                  <a:cubicBezTo>
                    <a:pt x="12986" y="6241"/>
                    <a:pt x="12930" y="6242"/>
                    <a:pt x="12874" y="6242"/>
                  </a:cubicBezTo>
                  <a:cubicBezTo>
                    <a:pt x="12172" y="6242"/>
                    <a:pt x="11524" y="6057"/>
                    <a:pt x="10875" y="5872"/>
                  </a:cubicBezTo>
                  <a:lnTo>
                    <a:pt x="8707" y="5238"/>
                  </a:lnTo>
                  <a:lnTo>
                    <a:pt x="6539" y="4571"/>
                  </a:lnTo>
                  <a:cubicBezTo>
                    <a:pt x="6172" y="4437"/>
                    <a:pt x="5805" y="4371"/>
                    <a:pt x="5404" y="4271"/>
                  </a:cubicBezTo>
                  <a:cubicBezTo>
                    <a:pt x="5037" y="4237"/>
                    <a:pt x="4671" y="4171"/>
                    <a:pt x="4304" y="4104"/>
                  </a:cubicBezTo>
                  <a:cubicBezTo>
                    <a:pt x="4095" y="4086"/>
                    <a:pt x="3859" y="4075"/>
                    <a:pt x="3609" y="4075"/>
                  </a:cubicBezTo>
                  <a:cubicBezTo>
                    <a:pt x="2940" y="4075"/>
                    <a:pt x="2167" y="4152"/>
                    <a:pt x="1535" y="4371"/>
                  </a:cubicBezTo>
                  <a:cubicBezTo>
                    <a:pt x="1335" y="4437"/>
                    <a:pt x="1101" y="4537"/>
                    <a:pt x="901" y="4571"/>
                  </a:cubicBezTo>
                  <a:cubicBezTo>
                    <a:pt x="701" y="4671"/>
                    <a:pt x="534" y="4738"/>
                    <a:pt x="401" y="4838"/>
                  </a:cubicBezTo>
                  <a:cubicBezTo>
                    <a:pt x="167" y="4938"/>
                    <a:pt x="1" y="5071"/>
                    <a:pt x="1" y="5071"/>
                  </a:cubicBezTo>
                  <a:cubicBezTo>
                    <a:pt x="1" y="5077"/>
                    <a:pt x="7" y="5080"/>
                    <a:pt x="19" y="5080"/>
                  </a:cubicBezTo>
                  <a:cubicBezTo>
                    <a:pt x="75" y="5080"/>
                    <a:pt x="254" y="5020"/>
                    <a:pt x="501" y="4938"/>
                  </a:cubicBezTo>
                  <a:cubicBezTo>
                    <a:pt x="768" y="4838"/>
                    <a:pt x="1235" y="4738"/>
                    <a:pt x="1702" y="4671"/>
                  </a:cubicBezTo>
                  <a:cubicBezTo>
                    <a:pt x="2221" y="4581"/>
                    <a:pt x="2769" y="4550"/>
                    <a:pt x="3248" y="4550"/>
                  </a:cubicBezTo>
                  <a:cubicBezTo>
                    <a:pt x="3661" y="4550"/>
                    <a:pt x="4023" y="4573"/>
                    <a:pt x="4270" y="4604"/>
                  </a:cubicBezTo>
                  <a:cubicBezTo>
                    <a:pt x="4604" y="4604"/>
                    <a:pt x="5004" y="4704"/>
                    <a:pt x="5371" y="4738"/>
                  </a:cubicBezTo>
                  <a:cubicBezTo>
                    <a:pt x="5738" y="4771"/>
                    <a:pt x="6072" y="4871"/>
                    <a:pt x="6438" y="4938"/>
                  </a:cubicBezTo>
                  <a:lnTo>
                    <a:pt x="8607" y="5538"/>
                  </a:lnTo>
                  <a:lnTo>
                    <a:pt x="10775" y="6105"/>
                  </a:lnTo>
                  <a:cubicBezTo>
                    <a:pt x="11455" y="6322"/>
                    <a:pt x="12163" y="6509"/>
                    <a:pt x="12873" y="6509"/>
                  </a:cubicBezTo>
                  <a:cubicBezTo>
                    <a:pt x="12930" y="6509"/>
                    <a:pt x="12987" y="6508"/>
                    <a:pt x="13043" y="6506"/>
                  </a:cubicBezTo>
                  <a:cubicBezTo>
                    <a:pt x="13106" y="6507"/>
                    <a:pt x="13169" y="6508"/>
                    <a:pt x="13232" y="6508"/>
                  </a:cubicBezTo>
                  <a:cubicBezTo>
                    <a:pt x="14670" y="6508"/>
                    <a:pt x="16104" y="6147"/>
                    <a:pt x="17446" y="5572"/>
                  </a:cubicBezTo>
                  <a:cubicBezTo>
                    <a:pt x="18881" y="5038"/>
                    <a:pt x="20182" y="4204"/>
                    <a:pt x="21382" y="3270"/>
                  </a:cubicBezTo>
                  <a:cubicBezTo>
                    <a:pt x="22050" y="2736"/>
                    <a:pt x="22750" y="1936"/>
                    <a:pt x="23250" y="1235"/>
                  </a:cubicBezTo>
                  <a:cubicBezTo>
                    <a:pt x="23517" y="868"/>
                    <a:pt x="23617" y="535"/>
                    <a:pt x="23784" y="334"/>
                  </a:cubicBezTo>
                  <a:cubicBezTo>
                    <a:pt x="23918" y="101"/>
                    <a:pt x="24051" y="34"/>
                    <a:pt x="240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98" name="Google Shape;5698;p69"/>
            <p:cNvSpPr/>
            <p:nvPr/>
          </p:nvSpPr>
          <p:spPr>
            <a:xfrm>
              <a:off x="4216826" y="2241425"/>
              <a:ext cx="118853" cy="222633"/>
            </a:xfrm>
            <a:custGeom>
              <a:avLst/>
              <a:gdLst/>
              <a:ahLst/>
              <a:cxnLst/>
              <a:rect l="l" t="t" r="r" b="b"/>
              <a:pathLst>
                <a:path w="7373" h="13811" extrusionOk="0">
                  <a:moveTo>
                    <a:pt x="7339" y="1"/>
                  </a:moveTo>
                  <a:cubicBezTo>
                    <a:pt x="7306" y="1"/>
                    <a:pt x="6939" y="234"/>
                    <a:pt x="6372" y="468"/>
                  </a:cubicBezTo>
                  <a:cubicBezTo>
                    <a:pt x="6138" y="534"/>
                    <a:pt x="5838" y="701"/>
                    <a:pt x="5571" y="835"/>
                  </a:cubicBezTo>
                  <a:cubicBezTo>
                    <a:pt x="5371" y="1001"/>
                    <a:pt x="5137" y="1135"/>
                    <a:pt x="5004" y="1202"/>
                  </a:cubicBezTo>
                  <a:cubicBezTo>
                    <a:pt x="4237" y="1802"/>
                    <a:pt x="3570" y="2469"/>
                    <a:pt x="2969" y="3170"/>
                  </a:cubicBezTo>
                  <a:cubicBezTo>
                    <a:pt x="2636" y="3537"/>
                    <a:pt x="2335" y="3870"/>
                    <a:pt x="2069" y="4304"/>
                  </a:cubicBezTo>
                  <a:cubicBezTo>
                    <a:pt x="1968" y="4471"/>
                    <a:pt x="1835" y="4671"/>
                    <a:pt x="1702" y="4871"/>
                  </a:cubicBezTo>
                  <a:lnTo>
                    <a:pt x="1401" y="5505"/>
                  </a:lnTo>
                  <a:cubicBezTo>
                    <a:pt x="1001" y="6339"/>
                    <a:pt x="768" y="7239"/>
                    <a:pt x="501" y="8173"/>
                  </a:cubicBezTo>
                  <a:cubicBezTo>
                    <a:pt x="267" y="9074"/>
                    <a:pt x="100" y="10008"/>
                    <a:pt x="0" y="10975"/>
                  </a:cubicBezTo>
                  <a:cubicBezTo>
                    <a:pt x="0" y="11442"/>
                    <a:pt x="34" y="12109"/>
                    <a:pt x="34" y="12777"/>
                  </a:cubicBezTo>
                  <a:cubicBezTo>
                    <a:pt x="134" y="13344"/>
                    <a:pt x="267" y="13811"/>
                    <a:pt x="301" y="13811"/>
                  </a:cubicBezTo>
                  <a:cubicBezTo>
                    <a:pt x="334" y="13744"/>
                    <a:pt x="301" y="13277"/>
                    <a:pt x="301" y="12677"/>
                  </a:cubicBezTo>
                  <a:cubicBezTo>
                    <a:pt x="301" y="12043"/>
                    <a:pt x="334" y="11376"/>
                    <a:pt x="367" y="11042"/>
                  </a:cubicBezTo>
                  <a:cubicBezTo>
                    <a:pt x="367" y="10141"/>
                    <a:pt x="501" y="9207"/>
                    <a:pt x="701" y="8307"/>
                  </a:cubicBezTo>
                  <a:cubicBezTo>
                    <a:pt x="934" y="7406"/>
                    <a:pt x="1168" y="6505"/>
                    <a:pt x="1602" y="5671"/>
                  </a:cubicBezTo>
                  <a:cubicBezTo>
                    <a:pt x="2369" y="3970"/>
                    <a:pt x="3770" y="2636"/>
                    <a:pt x="5271" y="1569"/>
                  </a:cubicBezTo>
                  <a:cubicBezTo>
                    <a:pt x="5504" y="1402"/>
                    <a:pt x="5704" y="1235"/>
                    <a:pt x="5971" y="1068"/>
                  </a:cubicBezTo>
                  <a:cubicBezTo>
                    <a:pt x="6205" y="901"/>
                    <a:pt x="6472" y="735"/>
                    <a:pt x="6672" y="635"/>
                  </a:cubicBezTo>
                  <a:cubicBezTo>
                    <a:pt x="7105" y="334"/>
                    <a:pt x="7372" y="1"/>
                    <a:pt x="7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99" name="Google Shape;5699;p69"/>
            <p:cNvSpPr/>
            <p:nvPr/>
          </p:nvSpPr>
          <p:spPr>
            <a:xfrm>
              <a:off x="4243553" y="2203253"/>
              <a:ext cx="170630" cy="86693"/>
            </a:xfrm>
            <a:custGeom>
              <a:avLst/>
              <a:gdLst/>
              <a:ahLst/>
              <a:cxnLst/>
              <a:rect l="l" t="t" r="r" b="b"/>
              <a:pathLst>
                <a:path w="10585" h="5378" extrusionOk="0">
                  <a:moveTo>
                    <a:pt x="8650" y="0"/>
                  </a:moveTo>
                  <a:cubicBezTo>
                    <a:pt x="7949" y="67"/>
                    <a:pt x="7215" y="167"/>
                    <a:pt x="6548" y="367"/>
                  </a:cubicBezTo>
                  <a:cubicBezTo>
                    <a:pt x="5848" y="567"/>
                    <a:pt x="5214" y="868"/>
                    <a:pt x="4614" y="1201"/>
                  </a:cubicBezTo>
                  <a:cubicBezTo>
                    <a:pt x="3346" y="1868"/>
                    <a:pt x="2212" y="2736"/>
                    <a:pt x="1211" y="3736"/>
                  </a:cubicBezTo>
                  <a:cubicBezTo>
                    <a:pt x="784" y="4295"/>
                    <a:pt x="1" y="5372"/>
                    <a:pt x="9" y="5372"/>
                  </a:cubicBezTo>
                  <a:cubicBezTo>
                    <a:pt x="9" y="5372"/>
                    <a:pt x="10" y="5371"/>
                    <a:pt x="10" y="5371"/>
                  </a:cubicBezTo>
                  <a:cubicBezTo>
                    <a:pt x="12" y="5375"/>
                    <a:pt x="15" y="5377"/>
                    <a:pt x="21" y="5377"/>
                  </a:cubicBezTo>
                  <a:cubicBezTo>
                    <a:pt x="140" y="5377"/>
                    <a:pt x="1192" y="4354"/>
                    <a:pt x="1511" y="4003"/>
                  </a:cubicBezTo>
                  <a:cubicBezTo>
                    <a:pt x="2379" y="2969"/>
                    <a:pt x="3479" y="2035"/>
                    <a:pt x="4680" y="1368"/>
                  </a:cubicBezTo>
                  <a:cubicBezTo>
                    <a:pt x="5314" y="1034"/>
                    <a:pt x="5948" y="801"/>
                    <a:pt x="6615" y="634"/>
                  </a:cubicBezTo>
                  <a:cubicBezTo>
                    <a:pt x="7249" y="467"/>
                    <a:pt x="7949" y="401"/>
                    <a:pt x="8650" y="401"/>
                  </a:cubicBezTo>
                  <a:cubicBezTo>
                    <a:pt x="9417" y="367"/>
                    <a:pt x="10584" y="201"/>
                    <a:pt x="10584" y="134"/>
                  </a:cubicBezTo>
                  <a:cubicBezTo>
                    <a:pt x="10584" y="67"/>
                    <a:pt x="9150" y="0"/>
                    <a:pt x="86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00" name="Google Shape;5700;p69"/>
            <p:cNvSpPr/>
            <p:nvPr/>
          </p:nvSpPr>
          <p:spPr>
            <a:xfrm>
              <a:off x="4230271" y="2476954"/>
              <a:ext cx="175853" cy="123495"/>
            </a:xfrm>
            <a:custGeom>
              <a:avLst/>
              <a:gdLst/>
              <a:ahLst/>
              <a:cxnLst/>
              <a:rect l="l" t="t" r="r" b="b"/>
              <a:pathLst>
                <a:path w="10909" h="7661" extrusionOk="0">
                  <a:moveTo>
                    <a:pt x="34" y="0"/>
                  </a:moveTo>
                  <a:cubicBezTo>
                    <a:pt x="0" y="34"/>
                    <a:pt x="34" y="100"/>
                    <a:pt x="34" y="267"/>
                  </a:cubicBezTo>
                  <a:cubicBezTo>
                    <a:pt x="34" y="434"/>
                    <a:pt x="100" y="667"/>
                    <a:pt x="167" y="901"/>
                  </a:cubicBezTo>
                  <a:cubicBezTo>
                    <a:pt x="301" y="1368"/>
                    <a:pt x="534" y="1902"/>
                    <a:pt x="701" y="2168"/>
                  </a:cubicBezTo>
                  <a:cubicBezTo>
                    <a:pt x="1601" y="3536"/>
                    <a:pt x="2869" y="4570"/>
                    <a:pt x="4203" y="5437"/>
                  </a:cubicBezTo>
                  <a:cubicBezTo>
                    <a:pt x="4870" y="5904"/>
                    <a:pt x="5538" y="6338"/>
                    <a:pt x="6271" y="6705"/>
                  </a:cubicBezTo>
                  <a:cubicBezTo>
                    <a:pt x="6972" y="7072"/>
                    <a:pt x="7706" y="7372"/>
                    <a:pt x="8506" y="7572"/>
                  </a:cubicBezTo>
                  <a:cubicBezTo>
                    <a:pt x="8738" y="7626"/>
                    <a:pt x="9009" y="7660"/>
                    <a:pt x="9292" y="7660"/>
                  </a:cubicBezTo>
                  <a:cubicBezTo>
                    <a:pt x="9537" y="7660"/>
                    <a:pt x="9793" y="7634"/>
                    <a:pt x="10041" y="7572"/>
                  </a:cubicBezTo>
                  <a:cubicBezTo>
                    <a:pt x="10541" y="7539"/>
                    <a:pt x="10908" y="7406"/>
                    <a:pt x="10908" y="7406"/>
                  </a:cubicBezTo>
                  <a:cubicBezTo>
                    <a:pt x="10908" y="7406"/>
                    <a:pt x="10808" y="7372"/>
                    <a:pt x="10641" y="7372"/>
                  </a:cubicBezTo>
                  <a:cubicBezTo>
                    <a:pt x="10474" y="7372"/>
                    <a:pt x="10208" y="7372"/>
                    <a:pt x="9974" y="7339"/>
                  </a:cubicBezTo>
                  <a:cubicBezTo>
                    <a:pt x="9474" y="7272"/>
                    <a:pt x="8907" y="7172"/>
                    <a:pt x="8640" y="7105"/>
                  </a:cubicBezTo>
                  <a:cubicBezTo>
                    <a:pt x="7072" y="6905"/>
                    <a:pt x="5671" y="6071"/>
                    <a:pt x="4337" y="5237"/>
                  </a:cubicBezTo>
                  <a:cubicBezTo>
                    <a:pt x="3002" y="4403"/>
                    <a:pt x="1802" y="3336"/>
                    <a:pt x="1034" y="1935"/>
                  </a:cubicBezTo>
                  <a:cubicBezTo>
                    <a:pt x="834" y="1568"/>
                    <a:pt x="534" y="1101"/>
                    <a:pt x="367" y="701"/>
                  </a:cubicBezTo>
                  <a:cubicBezTo>
                    <a:pt x="200" y="267"/>
                    <a:pt x="67"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01" name="Google Shape;5701;p69"/>
            <p:cNvSpPr/>
            <p:nvPr/>
          </p:nvSpPr>
          <p:spPr>
            <a:xfrm>
              <a:off x="4398579" y="2586651"/>
              <a:ext cx="17216" cy="25824"/>
            </a:xfrm>
            <a:custGeom>
              <a:avLst/>
              <a:gdLst/>
              <a:ahLst/>
              <a:cxnLst/>
              <a:rect l="l" t="t" r="r" b="b"/>
              <a:pathLst>
                <a:path w="1068" h="1602" extrusionOk="0">
                  <a:moveTo>
                    <a:pt x="167" y="0"/>
                  </a:moveTo>
                  <a:lnTo>
                    <a:pt x="167" y="0"/>
                  </a:lnTo>
                  <a:cubicBezTo>
                    <a:pt x="100" y="100"/>
                    <a:pt x="267" y="400"/>
                    <a:pt x="334" y="434"/>
                  </a:cubicBezTo>
                  <a:cubicBezTo>
                    <a:pt x="400" y="467"/>
                    <a:pt x="534" y="534"/>
                    <a:pt x="601" y="601"/>
                  </a:cubicBezTo>
                  <a:lnTo>
                    <a:pt x="701" y="701"/>
                  </a:lnTo>
                  <a:cubicBezTo>
                    <a:pt x="734" y="734"/>
                    <a:pt x="734" y="767"/>
                    <a:pt x="701" y="767"/>
                  </a:cubicBezTo>
                  <a:lnTo>
                    <a:pt x="434" y="967"/>
                  </a:lnTo>
                  <a:cubicBezTo>
                    <a:pt x="367" y="1068"/>
                    <a:pt x="234" y="1134"/>
                    <a:pt x="167" y="1201"/>
                  </a:cubicBezTo>
                  <a:cubicBezTo>
                    <a:pt x="33" y="1268"/>
                    <a:pt x="67" y="1434"/>
                    <a:pt x="0" y="1535"/>
                  </a:cubicBezTo>
                  <a:cubicBezTo>
                    <a:pt x="0" y="1568"/>
                    <a:pt x="67" y="1601"/>
                    <a:pt x="200" y="1601"/>
                  </a:cubicBezTo>
                  <a:cubicBezTo>
                    <a:pt x="334" y="1601"/>
                    <a:pt x="400" y="1568"/>
                    <a:pt x="434" y="1535"/>
                  </a:cubicBezTo>
                  <a:cubicBezTo>
                    <a:pt x="534" y="1401"/>
                    <a:pt x="567" y="1268"/>
                    <a:pt x="667" y="1201"/>
                  </a:cubicBezTo>
                  <a:cubicBezTo>
                    <a:pt x="734" y="1068"/>
                    <a:pt x="767" y="1034"/>
                    <a:pt x="934" y="901"/>
                  </a:cubicBezTo>
                  <a:cubicBezTo>
                    <a:pt x="1034" y="801"/>
                    <a:pt x="1068" y="734"/>
                    <a:pt x="1034" y="634"/>
                  </a:cubicBezTo>
                  <a:cubicBezTo>
                    <a:pt x="1034" y="567"/>
                    <a:pt x="934" y="467"/>
                    <a:pt x="901" y="434"/>
                  </a:cubicBezTo>
                  <a:cubicBezTo>
                    <a:pt x="834" y="300"/>
                    <a:pt x="734" y="234"/>
                    <a:pt x="667" y="100"/>
                  </a:cubicBezTo>
                  <a:cubicBezTo>
                    <a:pt x="567" y="33"/>
                    <a:pt x="267" y="33"/>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02" name="Google Shape;5702;p69"/>
            <p:cNvSpPr/>
            <p:nvPr/>
          </p:nvSpPr>
          <p:spPr>
            <a:xfrm>
              <a:off x="4439976" y="2428562"/>
              <a:ext cx="134989" cy="165488"/>
            </a:xfrm>
            <a:custGeom>
              <a:avLst/>
              <a:gdLst/>
              <a:ahLst/>
              <a:cxnLst/>
              <a:rect l="l" t="t" r="r" b="b"/>
              <a:pathLst>
                <a:path w="8374" h="10266" extrusionOk="0">
                  <a:moveTo>
                    <a:pt x="8307" y="0"/>
                  </a:moveTo>
                  <a:cubicBezTo>
                    <a:pt x="8240" y="0"/>
                    <a:pt x="8173" y="400"/>
                    <a:pt x="8073" y="901"/>
                  </a:cubicBezTo>
                  <a:cubicBezTo>
                    <a:pt x="8040" y="1101"/>
                    <a:pt x="7973" y="1401"/>
                    <a:pt x="7906" y="1601"/>
                  </a:cubicBezTo>
                  <a:cubicBezTo>
                    <a:pt x="7840" y="1835"/>
                    <a:pt x="7739" y="2035"/>
                    <a:pt x="7706" y="2168"/>
                  </a:cubicBezTo>
                  <a:cubicBezTo>
                    <a:pt x="7673" y="2268"/>
                    <a:pt x="7673" y="2368"/>
                    <a:pt x="7639" y="2435"/>
                  </a:cubicBezTo>
                  <a:lnTo>
                    <a:pt x="7506" y="2702"/>
                  </a:lnTo>
                  <a:cubicBezTo>
                    <a:pt x="7406" y="2902"/>
                    <a:pt x="7373" y="3069"/>
                    <a:pt x="7306" y="3236"/>
                  </a:cubicBezTo>
                  <a:lnTo>
                    <a:pt x="6739" y="4270"/>
                  </a:lnTo>
                  <a:cubicBezTo>
                    <a:pt x="6338" y="4937"/>
                    <a:pt x="5905" y="5604"/>
                    <a:pt x="5404" y="6205"/>
                  </a:cubicBezTo>
                  <a:cubicBezTo>
                    <a:pt x="4470" y="7372"/>
                    <a:pt x="3203" y="8373"/>
                    <a:pt x="1869" y="9173"/>
                  </a:cubicBezTo>
                  <a:cubicBezTo>
                    <a:pt x="1502" y="9407"/>
                    <a:pt x="1035" y="9674"/>
                    <a:pt x="668" y="9874"/>
                  </a:cubicBezTo>
                  <a:cubicBezTo>
                    <a:pt x="301" y="10074"/>
                    <a:pt x="1" y="10207"/>
                    <a:pt x="1" y="10241"/>
                  </a:cubicBezTo>
                  <a:cubicBezTo>
                    <a:pt x="1" y="10257"/>
                    <a:pt x="17" y="10266"/>
                    <a:pt x="55" y="10266"/>
                  </a:cubicBezTo>
                  <a:cubicBezTo>
                    <a:pt x="92" y="10266"/>
                    <a:pt x="151" y="10257"/>
                    <a:pt x="234" y="10241"/>
                  </a:cubicBezTo>
                  <a:cubicBezTo>
                    <a:pt x="401" y="10207"/>
                    <a:pt x="668" y="10174"/>
                    <a:pt x="868" y="10074"/>
                  </a:cubicBezTo>
                  <a:lnTo>
                    <a:pt x="1235" y="9941"/>
                  </a:lnTo>
                  <a:cubicBezTo>
                    <a:pt x="1368" y="9874"/>
                    <a:pt x="1468" y="9807"/>
                    <a:pt x="1568" y="9774"/>
                  </a:cubicBezTo>
                  <a:cubicBezTo>
                    <a:pt x="1835" y="9674"/>
                    <a:pt x="2002" y="9574"/>
                    <a:pt x="2135" y="9507"/>
                  </a:cubicBezTo>
                  <a:cubicBezTo>
                    <a:pt x="3403" y="8573"/>
                    <a:pt x="4604" y="7539"/>
                    <a:pt x="5638" y="6338"/>
                  </a:cubicBezTo>
                  <a:cubicBezTo>
                    <a:pt x="6138" y="5738"/>
                    <a:pt x="6605" y="5070"/>
                    <a:pt x="7006" y="4403"/>
                  </a:cubicBezTo>
                  <a:lnTo>
                    <a:pt x="7639" y="3403"/>
                  </a:lnTo>
                  <a:cubicBezTo>
                    <a:pt x="7706" y="3236"/>
                    <a:pt x="7806" y="3036"/>
                    <a:pt x="7873" y="2869"/>
                  </a:cubicBezTo>
                  <a:lnTo>
                    <a:pt x="8006" y="2602"/>
                  </a:lnTo>
                  <a:cubicBezTo>
                    <a:pt x="8006" y="2535"/>
                    <a:pt x="8040" y="2402"/>
                    <a:pt x="8106" y="2335"/>
                  </a:cubicBezTo>
                  <a:cubicBezTo>
                    <a:pt x="8140" y="2102"/>
                    <a:pt x="8206" y="1901"/>
                    <a:pt x="8307" y="1601"/>
                  </a:cubicBezTo>
                  <a:cubicBezTo>
                    <a:pt x="8340" y="1368"/>
                    <a:pt x="8373" y="1101"/>
                    <a:pt x="8373" y="867"/>
                  </a:cubicBezTo>
                  <a:cubicBezTo>
                    <a:pt x="8340" y="367"/>
                    <a:pt x="8340" y="0"/>
                    <a:pt x="8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03" name="Google Shape;5703;p69"/>
            <p:cNvSpPr/>
            <p:nvPr/>
          </p:nvSpPr>
          <p:spPr>
            <a:xfrm>
              <a:off x="4520640" y="2502198"/>
              <a:ext cx="75828" cy="80922"/>
            </a:xfrm>
            <a:custGeom>
              <a:avLst/>
              <a:gdLst/>
              <a:ahLst/>
              <a:cxnLst/>
              <a:rect l="l" t="t" r="r" b="b"/>
              <a:pathLst>
                <a:path w="4704" h="5020" extrusionOk="0">
                  <a:moveTo>
                    <a:pt x="4665" y="1"/>
                  </a:moveTo>
                  <a:cubicBezTo>
                    <a:pt x="4581" y="1"/>
                    <a:pt x="4132" y="641"/>
                    <a:pt x="3970" y="836"/>
                  </a:cubicBezTo>
                  <a:cubicBezTo>
                    <a:pt x="3636" y="1503"/>
                    <a:pt x="3169" y="2170"/>
                    <a:pt x="2635" y="2704"/>
                  </a:cubicBezTo>
                  <a:lnTo>
                    <a:pt x="2202" y="3138"/>
                  </a:lnTo>
                  <a:lnTo>
                    <a:pt x="1768" y="3505"/>
                  </a:lnTo>
                  <a:cubicBezTo>
                    <a:pt x="1468" y="3771"/>
                    <a:pt x="1134" y="3972"/>
                    <a:pt x="801" y="4172"/>
                  </a:cubicBezTo>
                  <a:cubicBezTo>
                    <a:pt x="501" y="4372"/>
                    <a:pt x="0" y="5006"/>
                    <a:pt x="34" y="5006"/>
                  </a:cubicBezTo>
                  <a:cubicBezTo>
                    <a:pt x="43" y="5015"/>
                    <a:pt x="58" y="5020"/>
                    <a:pt x="78" y="5020"/>
                  </a:cubicBezTo>
                  <a:cubicBezTo>
                    <a:pt x="269" y="5020"/>
                    <a:pt x="890" y="4623"/>
                    <a:pt x="1101" y="4472"/>
                  </a:cubicBezTo>
                  <a:lnTo>
                    <a:pt x="1968" y="3671"/>
                  </a:lnTo>
                  <a:lnTo>
                    <a:pt x="2369" y="3304"/>
                  </a:lnTo>
                  <a:lnTo>
                    <a:pt x="2802" y="2871"/>
                  </a:lnTo>
                  <a:cubicBezTo>
                    <a:pt x="3336" y="2304"/>
                    <a:pt x="3836" y="1703"/>
                    <a:pt x="4337" y="1069"/>
                  </a:cubicBezTo>
                  <a:cubicBezTo>
                    <a:pt x="4370" y="969"/>
                    <a:pt x="4470" y="869"/>
                    <a:pt x="4503" y="769"/>
                  </a:cubicBezTo>
                  <a:cubicBezTo>
                    <a:pt x="4537" y="669"/>
                    <a:pt x="4603" y="536"/>
                    <a:pt x="4637" y="436"/>
                  </a:cubicBezTo>
                  <a:cubicBezTo>
                    <a:pt x="4670" y="169"/>
                    <a:pt x="4704" y="2"/>
                    <a:pt x="4670" y="2"/>
                  </a:cubicBezTo>
                  <a:cubicBezTo>
                    <a:pt x="4669" y="1"/>
                    <a:pt x="4667" y="1"/>
                    <a:pt x="46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04" name="Google Shape;5704;p69"/>
            <p:cNvSpPr/>
            <p:nvPr/>
          </p:nvSpPr>
          <p:spPr>
            <a:xfrm>
              <a:off x="4516868" y="2567226"/>
              <a:ext cx="16152" cy="24728"/>
            </a:xfrm>
            <a:custGeom>
              <a:avLst/>
              <a:gdLst/>
              <a:ahLst/>
              <a:cxnLst/>
              <a:rect l="l" t="t" r="r" b="b"/>
              <a:pathLst>
                <a:path w="1002" h="1534" extrusionOk="0">
                  <a:moveTo>
                    <a:pt x="257" y="1"/>
                  </a:moveTo>
                  <a:cubicBezTo>
                    <a:pt x="205" y="1"/>
                    <a:pt x="34" y="179"/>
                    <a:pt x="34" y="271"/>
                  </a:cubicBezTo>
                  <a:cubicBezTo>
                    <a:pt x="34" y="505"/>
                    <a:pt x="1" y="771"/>
                    <a:pt x="1" y="1005"/>
                  </a:cubicBezTo>
                  <a:lnTo>
                    <a:pt x="1" y="1272"/>
                  </a:lnTo>
                  <a:lnTo>
                    <a:pt x="234" y="1339"/>
                  </a:lnTo>
                  <a:cubicBezTo>
                    <a:pt x="334" y="1405"/>
                    <a:pt x="434" y="1439"/>
                    <a:pt x="534" y="1505"/>
                  </a:cubicBezTo>
                  <a:cubicBezTo>
                    <a:pt x="576" y="1526"/>
                    <a:pt x="627" y="1534"/>
                    <a:pt x="678" y="1534"/>
                  </a:cubicBezTo>
                  <a:cubicBezTo>
                    <a:pt x="793" y="1534"/>
                    <a:pt x="912" y="1495"/>
                    <a:pt x="935" y="1472"/>
                  </a:cubicBezTo>
                  <a:cubicBezTo>
                    <a:pt x="1001" y="1405"/>
                    <a:pt x="768" y="1172"/>
                    <a:pt x="701" y="1138"/>
                  </a:cubicBezTo>
                  <a:cubicBezTo>
                    <a:pt x="568" y="1138"/>
                    <a:pt x="434" y="1105"/>
                    <a:pt x="334" y="1105"/>
                  </a:cubicBezTo>
                  <a:lnTo>
                    <a:pt x="234" y="1105"/>
                  </a:lnTo>
                  <a:lnTo>
                    <a:pt x="234" y="1005"/>
                  </a:lnTo>
                  <a:cubicBezTo>
                    <a:pt x="234" y="805"/>
                    <a:pt x="334" y="605"/>
                    <a:pt x="434" y="405"/>
                  </a:cubicBezTo>
                  <a:cubicBezTo>
                    <a:pt x="434" y="271"/>
                    <a:pt x="368" y="4"/>
                    <a:pt x="268" y="4"/>
                  </a:cubicBezTo>
                  <a:cubicBezTo>
                    <a:pt x="265" y="2"/>
                    <a:pt x="262" y="1"/>
                    <a:pt x="2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05" name="Google Shape;5705;p69"/>
            <p:cNvSpPr/>
            <p:nvPr/>
          </p:nvSpPr>
          <p:spPr>
            <a:xfrm>
              <a:off x="4501280" y="2288205"/>
              <a:ext cx="73136" cy="120545"/>
            </a:xfrm>
            <a:custGeom>
              <a:avLst/>
              <a:gdLst/>
              <a:ahLst/>
              <a:cxnLst/>
              <a:rect l="l" t="t" r="r" b="b"/>
              <a:pathLst>
                <a:path w="4537" h="7478" extrusionOk="0">
                  <a:moveTo>
                    <a:pt x="34" y="1"/>
                  </a:moveTo>
                  <a:cubicBezTo>
                    <a:pt x="0" y="68"/>
                    <a:pt x="100" y="301"/>
                    <a:pt x="334" y="568"/>
                  </a:cubicBezTo>
                  <a:lnTo>
                    <a:pt x="934" y="1168"/>
                  </a:lnTo>
                  <a:cubicBezTo>
                    <a:pt x="1168" y="1335"/>
                    <a:pt x="1335" y="1502"/>
                    <a:pt x="1501" y="1669"/>
                  </a:cubicBezTo>
                  <a:lnTo>
                    <a:pt x="2002" y="2269"/>
                  </a:lnTo>
                  <a:cubicBezTo>
                    <a:pt x="2269" y="2636"/>
                    <a:pt x="2569" y="3070"/>
                    <a:pt x="2869" y="3470"/>
                  </a:cubicBezTo>
                  <a:lnTo>
                    <a:pt x="3236" y="4104"/>
                  </a:lnTo>
                  <a:lnTo>
                    <a:pt x="3403" y="4437"/>
                  </a:lnTo>
                  <a:lnTo>
                    <a:pt x="3570" y="4771"/>
                  </a:lnTo>
                  <a:lnTo>
                    <a:pt x="3870" y="5438"/>
                  </a:lnTo>
                  <a:cubicBezTo>
                    <a:pt x="3970" y="5672"/>
                    <a:pt x="4003" y="5905"/>
                    <a:pt x="4003" y="6139"/>
                  </a:cubicBezTo>
                  <a:cubicBezTo>
                    <a:pt x="4037" y="6439"/>
                    <a:pt x="4070" y="6772"/>
                    <a:pt x="4203" y="7073"/>
                  </a:cubicBezTo>
                  <a:cubicBezTo>
                    <a:pt x="4264" y="7317"/>
                    <a:pt x="4409" y="7477"/>
                    <a:pt x="4484" y="7477"/>
                  </a:cubicBezTo>
                  <a:cubicBezTo>
                    <a:pt x="4491" y="7477"/>
                    <a:pt x="4498" y="7476"/>
                    <a:pt x="4504" y="7473"/>
                  </a:cubicBezTo>
                  <a:cubicBezTo>
                    <a:pt x="4537" y="7473"/>
                    <a:pt x="4504" y="7406"/>
                    <a:pt x="4504" y="7306"/>
                  </a:cubicBezTo>
                  <a:cubicBezTo>
                    <a:pt x="4437" y="7239"/>
                    <a:pt x="4437" y="7106"/>
                    <a:pt x="4437" y="6939"/>
                  </a:cubicBezTo>
                  <a:cubicBezTo>
                    <a:pt x="4437" y="6639"/>
                    <a:pt x="4437" y="6272"/>
                    <a:pt x="4403" y="6105"/>
                  </a:cubicBezTo>
                  <a:cubicBezTo>
                    <a:pt x="4337" y="5838"/>
                    <a:pt x="4303" y="5605"/>
                    <a:pt x="4170" y="5338"/>
                  </a:cubicBezTo>
                  <a:lnTo>
                    <a:pt x="3836" y="4671"/>
                  </a:lnTo>
                  <a:lnTo>
                    <a:pt x="3670" y="4337"/>
                  </a:lnTo>
                  <a:lnTo>
                    <a:pt x="3436" y="4004"/>
                  </a:lnTo>
                  <a:lnTo>
                    <a:pt x="3036" y="3370"/>
                  </a:lnTo>
                  <a:lnTo>
                    <a:pt x="2169" y="2102"/>
                  </a:lnTo>
                  <a:lnTo>
                    <a:pt x="1702" y="1469"/>
                  </a:lnTo>
                  <a:cubicBezTo>
                    <a:pt x="1568" y="1268"/>
                    <a:pt x="1368" y="1068"/>
                    <a:pt x="1201" y="901"/>
                  </a:cubicBezTo>
                  <a:cubicBezTo>
                    <a:pt x="1001" y="735"/>
                    <a:pt x="701" y="535"/>
                    <a:pt x="501" y="301"/>
                  </a:cubicBezTo>
                  <a:cubicBezTo>
                    <a:pt x="234" y="134"/>
                    <a:pt x="67" y="1"/>
                    <a:pt x="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06" name="Google Shape;5706;p69"/>
            <p:cNvSpPr/>
            <p:nvPr/>
          </p:nvSpPr>
          <p:spPr>
            <a:xfrm>
              <a:off x="4187246" y="2329617"/>
              <a:ext cx="36592" cy="198437"/>
            </a:xfrm>
            <a:custGeom>
              <a:avLst/>
              <a:gdLst/>
              <a:ahLst/>
              <a:cxnLst/>
              <a:rect l="l" t="t" r="r" b="b"/>
              <a:pathLst>
                <a:path w="2270" h="12310" extrusionOk="0">
                  <a:moveTo>
                    <a:pt x="1769" y="0"/>
                  </a:moveTo>
                  <a:cubicBezTo>
                    <a:pt x="1702" y="0"/>
                    <a:pt x="1635" y="34"/>
                    <a:pt x="1502" y="134"/>
                  </a:cubicBezTo>
                  <a:cubicBezTo>
                    <a:pt x="1368" y="200"/>
                    <a:pt x="1202" y="334"/>
                    <a:pt x="1102" y="534"/>
                  </a:cubicBezTo>
                  <a:cubicBezTo>
                    <a:pt x="801" y="901"/>
                    <a:pt x="601" y="1401"/>
                    <a:pt x="501" y="1668"/>
                  </a:cubicBezTo>
                  <a:cubicBezTo>
                    <a:pt x="301" y="2402"/>
                    <a:pt x="201" y="3136"/>
                    <a:pt x="134" y="3870"/>
                  </a:cubicBezTo>
                  <a:cubicBezTo>
                    <a:pt x="34" y="4570"/>
                    <a:pt x="1" y="5337"/>
                    <a:pt x="1" y="6071"/>
                  </a:cubicBezTo>
                  <a:cubicBezTo>
                    <a:pt x="34" y="7572"/>
                    <a:pt x="368" y="9040"/>
                    <a:pt x="935" y="10475"/>
                  </a:cubicBezTo>
                  <a:cubicBezTo>
                    <a:pt x="1001" y="10641"/>
                    <a:pt x="1135" y="10841"/>
                    <a:pt x="1202" y="11142"/>
                  </a:cubicBezTo>
                  <a:cubicBezTo>
                    <a:pt x="1335" y="11342"/>
                    <a:pt x="1502" y="11542"/>
                    <a:pt x="1635" y="11709"/>
                  </a:cubicBezTo>
                  <a:cubicBezTo>
                    <a:pt x="1935" y="12042"/>
                    <a:pt x="2169" y="12309"/>
                    <a:pt x="2202" y="12309"/>
                  </a:cubicBezTo>
                  <a:cubicBezTo>
                    <a:pt x="2269" y="12242"/>
                    <a:pt x="2036" y="11909"/>
                    <a:pt x="1835" y="11509"/>
                  </a:cubicBezTo>
                  <a:cubicBezTo>
                    <a:pt x="1702" y="11308"/>
                    <a:pt x="1602" y="11075"/>
                    <a:pt x="1502" y="10875"/>
                  </a:cubicBezTo>
                  <a:cubicBezTo>
                    <a:pt x="1435" y="10675"/>
                    <a:pt x="1335" y="10508"/>
                    <a:pt x="1302" y="10374"/>
                  </a:cubicBezTo>
                  <a:cubicBezTo>
                    <a:pt x="668" y="9074"/>
                    <a:pt x="301" y="7639"/>
                    <a:pt x="268" y="6171"/>
                  </a:cubicBezTo>
                  <a:cubicBezTo>
                    <a:pt x="268" y="5404"/>
                    <a:pt x="334" y="4670"/>
                    <a:pt x="434" y="3970"/>
                  </a:cubicBezTo>
                  <a:cubicBezTo>
                    <a:pt x="534" y="3203"/>
                    <a:pt x="668" y="2502"/>
                    <a:pt x="935" y="1835"/>
                  </a:cubicBezTo>
                  <a:cubicBezTo>
                    <a:pt x="1035" y="1468"/>
                    <a:pt x="1202" y="968"/>
                    <a:pt x="1368" y="634"/>
                  </a:cubicBezTo>
                  <a:cubicBezTo>
                    <a:pt x="1535" y="234"/>
                    <a:pt x="1802" y="34"/>
                    <a:pt x="17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707" name="Google Shape;5707;p69"/>
          <p:cNvGrpSpPr/>
          <p:nvPr/>
        </p:nvGrpSpPr>
        <p:grpSpPr>
          <a:xfrm>
            <a:off x="4353138" y="2416466"/>
            <a:ext cx="65849" cy="179157"/>
            <a:chOff x="4090462" y="2429626"/>
            <a:chExt cx="69380" cy="188765"/>
          </a:xfrm>
        </p:grpSpPr>
        <p:sp>
          <p:nvSpPr>
            <p:cNvPr id="5708" name="Google Shape;5708;p69"/>
            <p:cNvSpPr/>
            <p:nvPr/>
          </p:nvSpPr>
          <p:spPr>
            <a:xfrm>
              <a:off x="4102294" y="2429626"/>
              <a:ext cx="57548" cy="180157"/>
            </a:xfrm>
            <a:custGeom>
              <a:avLst/>
              <a:gdLst/>
              <a:ahLst/>
              <a:cxnLst/>
              <a:rect l="l" t="t" r="r" b="b"/>
              <a:pathLst>
                <a:path w="3570" h="11176" extrusionOk="0">
                  <a:moveTo>
                    <a:pt x="3570" y="1"/>
                  </a:moveTo>
                  <a:cubicBezTo>
                    <a:pt x="3569" y="1"/>
                    <a:pt x="3469" y="34"/>
                    <a:pt x="3403" y="168"/>
                  </a:cubicBezTo>
                  <a:cubicBezTo>
                    <a:pt x="3403" y="234"/>
                    <a:pt x="3336" y="334"/>
                    <a:pt x="3303" y="434"/>
                  </a:cubicBezTo>
                  <a:cubicBezTo>
                    <a:pt x="3269" y="501"/>
                    <a:pt x="3269" y="635"/>
                    <a:pt x="3236" y="701"/>
                  </a:cubicBezTo>
                  <a:cubicBezTo>
                    <a:pt x="3136" y="1135"/>
                    <a:pt x="3103" y="1602"/>
                    <a:pt x="3103" y="1835"/>
                  </a:cubicBezTo>
                  <a:cubicBezTo>
                    <a:pt x="3002" y="3136"/>
                    <a:pt x="2802" y="4471"/>
                    <a:pt x="2302" y="5672"/>
                  </a:cubicBezTo>
                  <a:cubicBezTo>
                    <a:pt x="2102" y="6305"/>
                    <a:pt x="1835" y="6939"/>
                    <a:pt x="1601" y="7540"/>
                  </a:cubicBezTo>
                  <a:cubicBezTo>
                    <a:pt x="1468" y="7840"/>
                    <a:pt x="1301" y="8140"/>
                    <a:pt x="1201" y="8440"/>
                  </a:cubicBezTo>
                  <a:lnTo>
                    <a:pt x="701" y="9274"/>
                  </a:lnTo>
                  <a:cubicBezTo>
                    <a:pt x="567" y="9474"/>
                    <a:pt x="434" y="9774"/>
                    <a:pt x="301" y="10141"/>
                  </a:cubicBezTo>
                  <a:cubicBezTo>
                    <a:pt x="234" y="10442"/>
                    <a:pt x="100" y="10708"/>
                    <a:pt x="67" y="10942"/>
                  </a:cubicBezTo>
                  <a:cubicBezTo>
                    <a:pt x="0" y="11109"/>
                    <a:pt x="0" y="11175"/>
                    <a:pt x="0" y="11175"/>
                  </a:cubicBezTo>
                  <a:cubicBezTo>
                    <a:pt x="0" y="11175"/>
                    <a:pt x="100" y="11109"/>
                    <a:pt x="167" y="10975"/>
                  </a:cubicBezTo>
                  <a:cubicBezTo>
                    <a:pt x="301" y="10775"/>
                    <a:pt x="467" y="10508"/>
                    <a:pt x="634" y="10208"/>
                  </a:cubicBezTo>
                  <a:cubicBezTo>
                    <a:pt x="801" y="9941"/>
                    <a:pt x="968" y="9674"/>
                    <a:pt x="1068" y="9508"/>
                  </a:cubicBezTo>
                  <a:lnTo>
                    <a:pt x="1468" y="8607"/>
                  </a:lnTo>
                  <a:cubicBezTo>
                    <a:pt x="1601" y="8273"/>
                    <a:pt x="1735" y="7973"/>
                    <a:pt x="1835" y="7640"/>
                  </a:cubicBezTo>
                  <a:lnTo>
                    <a:pt x="2502" y="5772"/>
                  </a:lnTo>
                  <a:cubicBezTo>
                    <a:pt x="3036" y="4504"/>
                    <a:pt x="3303" y="3203"/>
                    <a:pt x="3503" y="1869"/>
                  </a:cubicBezTo>
                  <a:cubicBezTo>
                    <a:pt x="3503" y="1469"/>
                    <a:pt x="3469" y="1035"/>
                    <a:pt x="3469" y="668"/>
                  </a:cubicBezTo>
                  <a:cubicBezTo>
                    <a:pt x="3469" y="468"/>
                    <a:pt x="3503" y="334"/>
                    <a:pt x="3503" y="201"/>
                  </a:cubicBezTo>
                  <a:cubicBezTo>
                    <a:pt x="3570" y="101"/>
                    <a:pt x="3570" y="1"/>
                    <a:pt x="35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09" name="Google Shape;5709;p69"/>
            <p:cNvSpPr/>
            <p:nvPr/>
          </p:nvSpPr>
          <p:spPr>
            <a:xfrm>
              <a:off x="4090462" y="2595243"/>
              <a:ext cx="22068" cy="23148"/>
            </a:xfrm>
            <a:custGeom>
              <a:avLst/>
              <a:gdLst/>
              <a:ahLst/>
              <a:cxnLst/>
              <a:rect l="l" t="t" r="r" b="b"/>
              <a:pathLst>
                <a:path w="1369" h="1436" extrusionOk="0">
                  <a:moveTo>
                    <a:pt x="167" y="1"/>
                  </a:moveTo>
                  <a:cubicBezTo>
                    <a:pt x="134" y="1"/>
                    <a:pt x="101" y="1"/>
                    <a:pt x="101" y="34"/>
                  </a:cubicBezTo>
                  <a:lnTo>
                    <a:pt x="101" y="68"/>
                  </a:lnTo>
                  <a:lnTo>
                    <a:pt x="101" y="101"/>
                  </a:lnTo>
                  <a:lnTo>
                    <a:pt x="101" y="168"/>
                  </a:lnTo>
                  <a:lnTo>
                    <a:pt x="101" y="201"/>
                  </a:lnTo>
                  <a:cubicBezTo>
                    <a:pt x="34" y="234"/>
                    <a:pt x="34" y="268"/>
                    <a:pt x="34" y="268"/>
                  </a:cubicBezTo>
                  <a:cubicBezTo>
                    <a:pt x="0" y="334"/>
                    <a:pt x="0" y="368"/>
                    <a:pt x="0" y="401"/>
                  </a:cubicBezTo>
                  <a:cubicBezTo>
                    <a:pt x="34" y="568"/>
                    <a:pt x="101" y="701"/>
                    <a:pt x="101" y="868"/>
                  </a:cubicBezTo>
                  <a:cubicBezTo>
                    <a:pt x="134" y="901"/>
                    <a:pt x="134" y="1002"/>
                    <a:pt x="134" y="1068"/>
                  </a:cubicBezTo>
                  <a:lnTo>
                    <a:pt x="134" y="1402"/>
                  </a:lnTo>
                  <a:cubicBezTo>
                    <a:pt x="134" y="1435"/>
                    <a:pt x="201" y="1435"/>
                    <a:pt x="267" y="1435"/>
                  </a:cubicBezTo>
                  <a:lnTo>
                    <a:pt x="434" y="1435"/>
                  </a:lnTo>
                  <a:cubicBezTo>
                    <a:pt x="534" y="1435"/>
                    <a:pt x="634" y="1435"/>
                    <a:pt x="701" y="1402"/>
                  </a:cubicBezTo>
                  <a:cubicBezTo>
                    <a:pt x="868" y="1368"/>
                    <a:pt x="1035" y="1335"/>
                    <a:pt x="1168" y="1268"/>
                  </a:cubicBezTo>
                  <a:cubicBezTo>
                    <a:pt x="1201" y="1268"/>
                    <a:pt x="1301" y="1202"/>
                    <a:pt x="1235" y="1068"/>
                  </a:cubicBezTo>
                  <a:cubicBezTo>
                    <a:pt x="1335" y="1035"/>
                    <a:pt x="1368" y="1002"/>
                    <a:pt x="1368" y="935"/>
                  </a:cubicBezTo>
                  <a:cubicBezTo>
                    <a:pt x="1368" y="901"/>
                    <a:pt x="1301" y="868"/>
                    <a:pt x="1168" y="835"/>
                  </a:cubicBezTo>
                  <a:cubicBezTo>
                    <a:pt x="1035" y="835"/>
                    <a:pt x="901" y="835"/>
                    <a:pt x="868" y="868"/>
                  </a:cubicBezTo>
                  <a:cubicBezTo>
                    <a:pt x="701" y="935"/>
                    <a:pt x="634" y="1068"/>
                    <a:pt x="501" y="1102"/>
                  </a:cubicBezTo>
                  <a:cubicBezTo>
                    <a:pt x="403" y="1150"/>
                    <a:pt x="341" y="1181"/>
                    <a:pt x="289" y="1181"/>
                  </a:cubicBezTo>
                  <a:cubicBezTo>
                    <a:pt x="270" y="1181"/>
                    <a:pt x="252" y="1177"/>
                    <a:pt x="234" y="1168"/>
                  </a:cubicBezTo>
                  <a:lnTo>
                    <a:pt x="234" y="1035"/>
                  </a:lnTo>
                  <a:lnTo>
                    <a:pt x="234" y="835"/>
                  </a:lnTo>
                  <a:cubicBezTo>
                    <a:pt x="234" y="701"/>
                    <a:pt x="301" y="535"/>
                    <a:pt x="334" y="401"/>
                  </a:cubicBezTo>
                  <a:lnTo>
                    <a:pt x="334" y="268"/>
                  </a:lnTo>
                  <a:cubicBezTo>
                    <a:pt x="334" y="234"/>
                    <a:pt x="334" y="201"/>
                    <a:pt x="301" y="168"/>
                  </a:cubicBezTo>
                  <a:lnTo>
                    <a:pt x="281" y="148"/>
                  </a:lnTo>
                  <a:lnTo>
                    <a:pt x="281" y="148"/>
                  </a:lnTo>
                  <a:cubicBezTo>
                    <a:pt x="284" y="127"/>
                    <a:pt x="282" y="94"/>
                    <a:pt x="267" y="34"/>
                  </a:cubicBezTo>
                  <a:cubicBezTo>
                    <a:pt x="267" y="1"/>
                    <a:pt x="201"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710" name="Google Shape;5710;p69"/>
          <p:cNvGrpSpPr/>
          <p:nvPr/>
        </p:nvGrpSpPr>
        <p:grpSpPr>
          <a:xfrm>
            <a:off x="4431226" y="2449130"/>
            <a:ext cx="71464" cy="199046"/>
            <a:chOff x="4172738" y="2464042"/>
            <a:chExt cx="75297" cy="209721"/>
          </a:xfrm>
        </p:grpSpPr>
        <p:sp>
          <p:nvSpPr>
            <p:cNvPr id="5711" name="Google Shape;5711;p69"/>
            <p:cNvSpPr/>
            <p:nvPr/>
          </p:nvSpPr>
          <p:spPr>
            <a:xfrm>
              <a:off x="4172738" y="2464042"/>
              <a:ext cx="62916" cy="196825"/>
            </a:xfrm>
            <a:custGeom>
              <a:avLst/>
              <a:gdLst/>
              <a:ahLst/>
              <a:cxnLst/>
              <a:rect l="l" t="t" r="r" b="b"/>
              <a:pathLst>
                <a:path w="3903" h="12210" extrusionOk="0">
                  <a:moveTo>
                    <a:pt x="67" y="1"/>
                  </a:moveTo>
                  <a:cubicBezTo>
                    <a:pt x="33" y="1"/>
                    <a:pt x="0" y="368"/>
                    <a:pt x="0" y="835"/>
                  </a:cubicBezTo>
                  <a:cubicBezTo>
                    <a:pt x="0" y="1035"/>
                    <a:pt x="33" y="1302"/>
                    <a:pt x="33" y="1502"/>
                  </a:cubicBezTo>
                  <a:cubicBezTo>
                    <a:pt x="67" y="1702"/>
                    <a:pt x="67" y="1902"/>
                    <a:pt x="100" y="2035"/>
                  </a:cubicBezTo>
                  <a:cubicBezTo>
                    <a:pt x="500" y="3503"/>
                    <a:pt x="1101" y="4804"/>
                    <a:pt x="1735" y="6138"/>
                  </a:cubicBezTo>
                  <a:cubicBezTo>
                    <a:pt x="2368" y="7473"/>
                    <a:pt x="2835" y="8840"/>
                    <a:pt x="3169" y="10208"/>
                  </a:cubicBezTo>
                  <a:cubicBezTo>
                    <a:pt x="3236" y="10575"/>
                    <a:pt x="3403" y="11142"/>
                    <a:pt x="3603" y="11576"/>
                  </a:cubicBezTo>
                  <a:cubicBezTo>
                    <a:pt x="3736" y="11976"/>
                    <a:pt x="3836" y="12209"/>
                    <a:pt x="3870" y="12209"/>
                  </a:cubicBezTo>
                  <a:cubicBezTo>
                    <a:pt x="3903" y="12209"/>
                    <a:pt x="3870" y="11876"/>
                    <a:pt x="3836" y="11509"/>
                  </a:cubicBezTo>
                  <a:cubicBezTo>
                    <a:pt x="3736" y="11009"/>
                    <a:pt x="3669" y="10375"/>
                    <a:pt x="3569" y="10075"/>
                  </a:cubicBezTo>
                  <a:cubicBezTo>
                    <a:pt x="3102" y="8707"/>
                    <a:pt x="2569" y="7339"/>
                    <a:pt x="1935" y="6038"/>
                  </a:cubicBezTo>
                  <a:cubicBezTo>
                    <a:pt x="1334" y="4704"/>
                    <a:pt x="767" y="3370"/>
                    <a:pt x="534" y="1969"/>
                  </a:cubicBezTo>
                  <a:cubicBezTo>
                    <a:pt x="434" y="1568"/>
                    <a:pt x="334" y="1068"/>
                    <a:pt x="234" y="701"/>
                  </a:cubicBezTo>
                  <a:cubicBezTo>
                    <a:pt x="200" y="301"/>
                    <a:pt x="100"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12" name="Google Shape;5712;p69"/>
            <p:cNvSpPr/>
            <p:nvPr/>
          </p:nvSpPr>
          <p:spPr>
            <a:xfrm>
              <a:off x="4222194" y="2650631"/>
              <a:ext cx="25840" cy="23132"/>
            </a:xfrm>
            <a:custGeom>
              <a:avLst/>
              <a:gdLst/>
              <a:ahLst/>
              <a:cxnLst/>
              <a:rect l="l" t="t" r="r" b="b"/>
              <a:pathLst>
                <a:path w="1603" h="1435" extrusionOk="0">
                  <a:moveTo>
                    <a:pt x="1502" y="1"/>
                  </a:moveTo>
                  <a:cubicBezTo>
                    <a:pt x="1402" y="1"/>
                    <a:pt x="1168" y="267"/>
                    <a:pt x="1135" y="334"/>
                  </a:cubicBezTo>
                  <a:cubicBezTo>
                    <a:pt x="1135" y="501"/>
                    <a:pt x="1068" y="634"/>
                    <a:pt x="1035" y="801"/>
                  </a:cubicBezTo>
                  <a:cubicBezTo>
                    <a:pt x="1002" y="901"/>
                    <a:pt x="1002" y="968"/>
                    <a:pt x="968" y="1001"/>
                  </a:cubicBezTo>
                  <a:cubicBezTo>
                    <a:pt x="968" y="1068"/>
                    <a:pt x="968" y="1101"/>
                    <a:pt x="902" y="1101"/>
                  </a:cubicBezTo>
                  <a:lnTo>
                    <a:pt x="701" y="901"/>
                  </a:lnTo>
                  <a:cubicBezTo>
                    <a:pt x="635" y="801"/>
                    <a:pt x="535" y="668"/>
                    <a:pt x="468" y="601"/>
                  </a:cubicBezTo>
                  <a:cubicBezTo>
                    <a:pt x="401" y="534"/>
                    <a:pt x="335" y="501"/>
                    <a:pt x="234" y="501"/>
                  </a:cubicBezTo>
                  <a:cubicBezTo>
                    <a:pt x="201" y="468"/>
                    <a:pt x="201" y="468"/>
                    <a:pt x="168" y="468"/>
                  </a:cubicBezTo>
                  <a:cubicBezTo>
                    <a:pt x="134" y="434"/>
                    <a:pt x="68" y="434"/>
                    <a:pt x="68" y="434"/>
                  </a:cubicBezTo>
                  <a:cubicBezTo>
                    <a:pt x="68" y="434"/>
                    <a:pt x="34" y="468"/>
                    <a:pt x="34" y="501"/>
                  </a:cubicBezTo>
                  <a:cubicBezTo>
                    <a:pt x="1" y="568"/>
                    <a:pt x="34" y="634"/>
                    <a:pt x="34" y="668"/>
                  </a:cubicBezTo>
                  <a:cubicBezTo>
                    <a:pt x="101" y="801"/>
                    <a:pt x="134" y="901"/>
                    <a:pt x="168" y="935"/>
                  </a:cubicBezTo>
                  <a:lnTo>
                    <a:pt x="535" y="1135"/>
                  </a:lnTo>
                  <a:cubicBezTo>
                    <a:pt x="601" y="1168"/>
                    <a:pt x="635" y="1235"/>
                    <a:pt x="701" y="1268"/>
                  </a:cubicBezTo>
                  <a:cubicBezTo>
                    <a:pt x="802" y="1302"/>
                    <a:pt x="868" y="1402"/>
                    <a:pt x="968" y="1435"/>
                  </a:cubicBezTo>
                  <a:cubicBezTo>
                    <a:pt x="1035" y="1335"/>
                    <a:pt x="1102" y="1235"/>
                    <a:pt x="1168" y="1135"/>
                  </a:cubicBezTo>
                  <a:cubicBezTo>
                    <a:pt x="1202" y="1068"/>
                    <a:pt x="1269" y="1001"/>
                    <a:pt x="1302" y="935"/>
                  </a:cubicBezTo>
                  <a:cubicBezTo>
                    <a:pt x="1369" y="801"/>
                    <a:pt x="1469" y="634"/>
                    <a:pt x="1535" y="501"/>
                  </a:cubicBezTo>
                  <a:cubicBezTo>
                    <a:pt x="1602" y="401"/>
                    <a:pt x="1602" y="101"/>
                    <a:pt x="15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5713" name="Google Shape;5713;p69"/>
          <p:cNvSpPr/>
          <p:nvPr/>
        </p:nvSpPr>
        <p:spPr>
          <a:xfrm>
            <a:off x="3803700" y="2847423"/>
            <a:ext cx="80356" cy="25306"/>
          </a:xfrm>
          <a:custGeom>
            <a:avLst/>
            <a:gdLst/>
            <a:ahLst/>
            <a:cxnLst/>
            <a:rect l="l" t="t" r="r" b="b"/>
            <a:pathLst>
              <a:path w="5252" h="1654" extrusionOk="0">
                <a:moveTo>
                  <a:pt x="5198" y="1"/>
                </a:moveTo>
                <a:cubicBezTo>
                  <a:pt x="5128" y="1"/>
                  <a:pt x="5006" y="32"/>
                  <a:pt x="4884" y="80"/>
                </a:cubicBezTo>
                <a:cubicBezTo>
                  <a:pt x="4718" y="147"/>
                  <a:pt x="4517" y="214"/>
                  <a:pt x="4384" y="247"/>
                </a:cubicBezTo>
                <a:cubicBezTo>
                  <a:pt x="3850" y="547"/>
                  <a:pt x="3216" y="714"/>
                  <a:pt x="2649" y="881"/>
                </a:cubicBezTo>
                <a:cubicBezTo>
                  <a:pt x="2349" y="981"/>
                  <a:pt x="2016" y="1048"/>
                  <a:pt x="1715" y="1148"/>
                </a:cubicBezTo>
                <a:cubicBezTo>
                  <a:pt x="1415" y="1214"/>
                  <a:pt x="1082" y="1315"/>
                  <a:pt x="815" y="1348"/>
                </a:cubicBezTo>
                <a:cubicBezTo>
                  <a:pt x="715" y="1348"/>
                  <a:pt x="648" y="1381"/>
                  <a:pt x="548" y="1415"/>
                </a:cubicBezTo>
                <a:cubicBezTo>
                  <a:pt x="481" y="1481"/>
                  <a:pt x="381" y="1481"/>
                  <a:pt x="314" y="1515"/>
                </a:cubicBezTo>
                <a:cubicBezTo>
                  <a:pt x="148" y="1548"/>
                  <a:pt x="14" y="1581"/>
                  <a:pt x="14" y="1648"/>
                </a:cubicBezTo>
                <a:cubicBezTo>
                  <a:pt x="1" y="1648"/>
                  <a:pt x="105" y="1653"/>
                  <a:pt x="247" y="1653"/>
                </a:cubicBezTo>
                <a:cubicBezTo>
                  <a:pt x="461" y="1653"/>
                  <a:pt x="761" y="1641"/>
                  <a:pt x="881" y="1581"/>
                </a:cubicBezTo>
                <a:cubicBezTo>
                  <a:pt x="1182" y="1515"/>
                  <a:pt x="1482" y="1381"/>
                  <a:pt x="1749" y="1315"/>
                </a:cubicBezTo>
                <a:cubicBezTo>
                  <a:pt x="2049" y="1181"/>
                  <a:pt x="2349" y="1081"/>
                  <a:pt x="2649" y="1014"/>
                </a:cubicBezTo>
                <a:cubicBezTo>
                  <a:pt x="3250" y="848"/>
                  <a:pt x="3850" y="714"/>
                  <a:pt x="4484" y="514"/>
                </a:cubicBezTo>
                <a:cubicBezTo>
                  <a:pt x="4584" y="481"/>
                  <a:pt x="4818" y="347"/>
                  <a:pt x="5018" y="247"/>
                </a:cubicBezTo>
                <a:lnTo>
                  <a:pt x="5251" y="14"/>
                </a:lnTo>
                <a:cubicBezTo>
                  <a:pt x="5242" y="5"/>
                  <a:pt x="5224" y="1"/>
                  <a:pt x="5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5714" name="Google Shape;5714;p69"/>
          <p:cNvGrpSpPr/>
          <p:nvPr/>
        </p:nvGrpSpPr>
        <p:grpSpPr>
          <a:xfrm>
            <a:off x="4600653" y="2240904"/>
            <a:ext cx="1206992" cy="1106459"/>
            <a:chOff x="4351251" y="2244649"/>
            <a:chExt cx="1271723" cy="1165798"/>
          </a:xfrm>
        </p:grpSpPr>
        <p:sp>
          <p:nvSpPr>
            <p:cNvPr id="5715" name="Google Shape;5715;p69"/>
            <p:cNvSpPr/>
            <p:nvPr/>
          </p:nvSpPr>
          <p:spPr>
            <a:xfrm>
              <a:off x="4680873" y="2244649"/>
              <a:ext cx="477507" cy="70525"/>
            </a:xfrm>
            <a:custGeom>
              <a:avLst/>
              <a:gdLst/>
              <a:ahLst/>
              <a:cxnLst/>
              <a:rect l="l" t="t" r="r" b="b"/>
              <a:pathLst>
                <a:path w="29622" h="4375" extrusionOk="0">
                  <a:moveTo>
                    <a:pt x="6272" y="1"/>
                  </a:moveTo>
                  <a:cubicBezTo>
                    <a:pt x="5838" y="1"/>
                    <a:pt x="5371" y="1"/>
                    <a:pt x="4904" y="101"/>
                  </a:cubicBezTo>
                  <a:cubicBezTo>
                    <a:pt x="4704" y="134"/>
                    <a:pt x="4437" y="168"/>
                    <a:pt x="4237" y="234"/>
                  </a:cubicBezTo>
                  <a:lnTo>
                    <a:pt x="3570" y="401"/>
                  </a:lnTo>
                  <a:cubicBezTo>
                    <a:pt x="3170" y="568"/>
                    <a:pt x="2602" y="801"/>
                    <a:pt x="2102" y="1268"/>
                  </a:cubicBezTo>
                  <a:cubicBezTo>
                    <a:pt x="1668" y="1635"/>
                    <a:pt x="1201" y="2102"/>
                    <a:pt x="901" y="2603"/>
                  </a:cubicBezTo>
                  <a:cubicBezTo>
                    <a:pt x="835" y="2703"/>
                    <a:pt x="768" y="2803"/>
                    <a:pt x="701" y="2936"/>
                  </a:cubicBezTo>
                  <a:cubicBezTo>
                    <a:pt x="668" y="3036"/>
                    <a:pt x="568" y="3136"/>
                    <a:pt x="534" y="3270"/>
                  </a:cubicBezTo>
                  <a:cubicBezTo>
                    <a:pt x="401" y="3470"/>
                    <a:pt x="334" y="3670"/>
                    <a:pt x="234" y="3837"/>
                  </a:cubicBezTo>
                  <a:cubicBezTo>
                    <a:pt x="67" y="4171"/>
                    <a:pt x="1" y="4371"/>
                    <a:pt x="34" y="4371"/>
                  </a:cubicBezTo>
                  <a:cubicBezTo>
                    <a:pt x="36" y="4373"/>
                    <a:pt x="40" y="4374"/>
                    <a:pt x="43" y="4374"/>
                  </a:cubicBezTo>
                  <a:cubicBezTo>
                    <a:pt x="139" y="4374"/>
                    <a:pt x="630" y="3572"/>
                    <a:pt x="1368" y="2770"/>
                  </a:cubicBezTo>
                  <a:cubicBezTo>
                    <a:pt x="1535" y="2536"/>
                    <a:pt x="1735" y="2369"/>
                    <a:pt x="1935" y="2169"/>
                  </a:cubicBezTo>
                  <a:cubicBezTo>
                    <a:pt x="2069" y="2102"/>
                    <a:pt x="2169" y="2002"/>
                    <a:pt x="2269" y="1936"/>
                  </a:cubicBezTo>
                  <a:lnTo>
                    <a:pt x="2436" y="1802"/>
                  </a:lnTo>
                  <a:cubicBezTo>
                    <a:pt x="2502" y="1802"/>
                    <a:pt x="2569" y="1769"/>
                    <a:pt x="2602" y="1702"/>
                  </a:cubicBezTo>
                  <a:cubicBezTo>
                    <a:pt x="2869" y="1602"/>
                    <a:pt x="3069" y="1469"/>
                    <a:pt x="3270" y="1369"/>
                  </a:cubicBezTo>
                  <a:cubicBezTo>
                    <a:pt x="3503" y="1302"/>
                    <a:pt x="3670" y="1202"/>
                    <a:pt x="3837" y="1168"/>
                  </a:cubicBezTo>
                  <a:lnTo>
                    <a:pt x="4404" y="968"/>
                  </a:lnTo>
                  <a:lnTo>
                    <a:pt x="5038" y="835"/>
                  </a:lnTo>
                  <a:cubicBezTo>
                    <a:pt x="5438" y="701"/>
                    <a:pt x="5905" y="701"/>
                    <a:pt x="6338" y="668"/>
                  </a:cubicBezTo>
                  <a:cubicBezTo>
                    <a:pt x="6555" y="660"/>
                    <a:pt x="6772" y="656"/>
                    <a:pt x="6989" y="656"/>
                  </a:cubicBezTo>
                  <a:cubicBezTo>
                    <a:pt x="7639" y="656"/>
                    <a:pt x="8290" y="693"/>
                    <a:pt x="8940" y="768"/>
                  </a:cubicBezTo>
                  <a:lnTo>
                    <a:pt x="11609" y="1035"/>
                  </a:lnTo>
                  <a:lnTo>
                    <a:pt x="12276" y="1102"/>
                  </a:lnTo>
                  <a:lnTo>
                    <a:pt x="12943" y="1102"/>
                  </a:lnTo>
                  <a:lnTo>
                    <a:pt x="14277" y="1135"/>
                  </a:lnTo>
                  <a:cubicBezTo>
                    <a:pt x="15178" y="1135"/>
                    <a:pt x="16079" y="1168"/>
                    <a:pt x="16946" y="1235"/>
                  </a:cubicBezTo>
                  <a:lnTo>
                    <a:pt x="18280" y="1302"/>
                  </a:lnTo>
                  <a:lnTo>
                    <a:pt x="18947" y="1335"/>
                  </a:lnTo>
                  <a:cubicBezTo>
                    <a:pt x="19214" y="1335"/>
                    <a:pt x="19414" y="1335"/>
                    <a:pt x="19615" y="1402"/>
                  </a:cubicBezTo>
                  <a:cubicBezTo>
                    <a:pt x="20449" y="1502"/>
                    <a:pt x="21349" y="1735"/>
                    <a:pt x="22183" y="2002"/>
                  </a:cubicBezTo>
                  <a:cubicBezTo>
                    <a:pt x="23017" y="2269"/>
                    <a:pt x="23851" y="2603"/>
                    <a:pt x="24685" y="2903"/>
                  </a:cubicBezTo>
                  <a:cubicBezTo>
                    <a:pt x="25119" y="3070"/>
                    <a:pt x="25686" y="3170"/>
                    <a:pt x="26219" y="3337"/>
                  </a:cubicBezTo>
                  <a:cubicBezTo>
                    <a:pt x="26520" y="3437"/>
                    <a:pt x="26753" y="3503"/>
                    <a:pt x="27053" y="3570"/>
                  </a:cubicBezTo>
                  <a:cubicBezTo>
                    <a:pt x="27296" y="3597"/>
                    <a:pt x="27517" y="3646"/>
                    <a:pt x="27734" y="3646"/>
                  </a:cubicBezTo>
                  <a:cubicBezTo>
                    <a:pt x="27785" y="3646"/>
                    <a:pt x="27836" y="3643"/>
                    <a:pt x="27887" y="3637"/>
                  </a:cubicBezTo>
                  <a:lnTo>
                    <a:pt x="28588" y="3637"/>
                  </a:lnTo>
                  <a:cubicBezTo>
                    <a:pt x="28788" y="3637"/>
                    <a:pt x="28955" y="3603"/>
                    <a:pt x="29121" y="3603"/>
                  </a:cubicBezTo>
                  <a:cubicBezTo>
                    <a:pt x="29272" y="3587"/>
                    <a:pt x="29397" y="3587"/>
                    <a:pt x="29484" y="3587"/>
                  </a:cubicBezTo>
                  <a:cubicBezTo>
                    <a:pt x="29572" y="3587"/>
                    <a:pt x="29622" y="3587"/>
                    <a:pt x="29622" y="3570"/>
                  </a:cubicBezTo>
                  <a:cubicBezTo>
                    <a:pt x="29622" y="3503"/>
                    <a:pt x="29422" y="3403"/>
                    <a:pt x="29055" y="3337"/>
                  </a:cubicBezTo>
                  <a:cubicBezTo>
                    <a:pt x="28688" y="3303"/>
                    <a:pt x="28187" y="3270"/>
                    <a:pt x="27687" y="3170"/>
                  </a:cubicBezTo>
                  <a:cubicBezTo>
                    <a:pt x="27187" y="3070"/>
                    <a:pt x="26686" y="2836"/>
                    <a:pt x="26186" y="2636"/>
                  </a:cubicBezTo>
                  <a:cubicBezTo>
                    <a:pt x="25686" y="2436"/>
                    <a:pt x="25219" y="2269"/>
                    <a:pt x="24918" y="2169"/>
                  </a:cubicBezTo>
                  <a:cubicBezTo>
                    <a:pt x="24051" y="1936"/>
                    <a:pt x="23217" y="1669"/>
                    <a:pt x="22350" y="1435"/>
                  </a:cubicBezTo>
                  <a:cubicBezTo>
                    <a:pt x="21449" y="1168"/>
                    <a:pt x="20582" y="968"/>
                    <a:pt x="19681" y="835"/>
                  </a:cubicBezTo>
                  <a:cubicBezTo>
                    <a:pt x="19448" y="801"/>
                    <a:pt x="19214" y="801"/>
                    <a:pt x="19014" y="801"/>
                  </a:cubicBezTo>
                  <a:lnTo>
                    <a:pt x="18347" y="801"/>
                  </a:lnTo>
                  <a:lnTo>
                    <a:pt x="17013" y="768"/>
                  </a:lnTo>
                  <a:cubicBezTo>
                    <a:pt x="16112" y="768"/>
                    <a:pt x="15211" y="735"/>
                    <a:pt x="14344" y="735"/>
                  </a:cubicBezTo>
                  <a:lnTo>
                    <a:pt x="13010" y="668"/>
                  </a:lnTo>
                  <a:cubicBezTo>
                    <a:pt x="12893" y="651"/>
                    <a:pt x="12776" y="651"/>
                    <a:pt x="12664" y="651"/>
                  </a:cubicBezTo>
                  <a:cubicBezTo>
                    <a:pt x="12551" y="651"/>
                    <a:pt x="12443" y="651"/>
                    <a:pt x="12343" y="635"/>
                  </a:cubicBezTo>
                  <a:lnTo>
                    <a:pt x="11676" y="568"/>
                  </a:lnTo>
                  <a:cubicBezTo>
                    <a:pt x="10775" y="468"/>
                    <a:pt x="9874" y="334"/>
                    <a:pt x="9007" y="234"/>
                  </a:cubicBezTo>
                  <a:cubicBezTo>
                    <a:pt x="8106" y="101"/>
                    <a:pt x="7206" y="1"/>
                    <a:pt x="6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16" name="Google Shape;5716;p69"/>
            <p:cNvSpPr/>
            <p:nvPr/>
          </p:nvSpPr>
          <p:spPr>
            <a:xfrm>
              <a:off x="5158911" y="2300037"/>
              <a:ext cx="452762" cy="759816"/>
            </a:xfrm>
            <a:custGeom>
              <a:avLst/>
              <a:gdLst/>
              <a:ahLst/>
              <a:cxnLst/>
              <a:rect l="l" t="t" r="r" b="b"/>
              <a:pathLst>
                <a:path w="28087" h="47135" extrusionOk="0">
                  <a:moveTo>
                    <a:pt x="0" y="1"/>
                  </a:moveTo>
                  <a:lnTo>
                    <a:pt x="0" y="1"/>
                  </a:lnTo>
                  <a:cubicBezTo>
                    <a:pt x="0" y="1"/>
                    <a:pt x="67" y="101"/>
                    <a:pt x="234" y="268"/>
                  </a:cubicBezTo>
                  <a:cubicBezTo>
                    <a:pt x="267" y="368"/>
                    <a:pt x="400" y="501"/>
                    <a:pt x="467" y="601"/>
                  </a:cubicBezTo>
                  <a:cubicBezTo>
                    <a:pt x="601" y="735"/>
                    <a:pt x="667" y="901"/>
                    <a:pt x="801" y="1068"/>
                  </a:cubicBezTo>
                  <a:cubicBezTo>
                    <a:pt x="1068" y="1402"/>
                    <a:pt x="1301" y="1835"/>
                    <a:pt x="1601" y="2269"/>
                  </a:cubicBezTo>
                  <a:cubicBezTo>
                    <a:pt x="1668" y="2369"/>
                    <a:pt x="1735" y="2502"/>
                    <a:pt x="1801" y="2603"/>
                  </a:cubicBezTo>
                  <a:lnTo>
                    <a:pt x="1935" y="2769"/>
                  </a:lnTo>
                  <a:lnTo>
                    <a:pt x="2002" y="3003"/>
                  </a:lnTo>
                  <a:cubicBezTo>
                    <a:pt x="2135" y="3236"/>
                    <a:pt x="2168" y="3537"/>
                    <a:pt x="2268" y="3837"/>
                  </a:cubicBezTo>
                  <a:cubicBezTo>
                    <a:pt x="2402" y="4404"/>
                    <a:pt x="2502" y="5104"/>
                    <a:pt x="2902" y="5671"/>
                  </a:cubicBezTo>
                  <a:cubicBezTo>
                    <a:pt x="3236" y="6205"/>
                    <a:pt x="3636" y="6739"/>
                    <a:pt x="4103" y="7172"/>
                  </a:cubicBezTo>
                  <a:cubicBezTo>
                    <a:pt x="4603" y="7573"/>
                    <a:pt x="5104" y="7873"/>
                    <a:pt x="5604" y="8073"/>
                  </a:cubicBezTo>
                  <a:cubicBezTo>
                    <a:pt x="6071" y="8340"/>
                    <a:pt x="6505" y="8407"/>
                    <a:pt x="6905" y="8507"/>
                  </a:cubicBezTo>
                  <a:cubicBezTo>
                    <a:pt x="8840" y="8940"/>
                    <a:pt x="10841" y="8574"/>
                    <a:pt x="12642" y="8907"/>
                  </a:cubicBezTo>
                  <a:cubicBezTo>
                    <a:pt x="13576" y="9074"/>
                    <a:pt x="14444" y="9374"/>
                    <a:pt x="15411" y="9608"/>
                  </a:cubicBezTo>
                  <a:cubicBezTo>
                    <a:pt x="16345" y="9908"/>
                    <a:pt x="17346" y="9908"/>
                    <a:pt x="18313" y="9941"/>
                  </a:cubicBezTo>
                  <a:cubicBezTo>
                    <a:pt x="19281" y="9941"/>
                    <a:pt x="20248" y="10008"/>
                    <a:pt x="21149" y="10175"/>
                  </a:cubicBezTo>
                  <a:cubicBezTo>
                    <a:pt x="22083" y="10275"/>
                    <a:pt x="22983" y="10608"/>
                    <a:pt x="23684" y="11209"/>
                  </a:cubicBezTo>
                  <a:cubicBezTo>
                    <a:pt x="24451" y="11742"/>
                    <a:pt x="24918" y="12576"/>
                    <a:pt x="25285" y="13444"/>
                  </a:cubicBezTo>
                  <a:cubicBezTo>
                    <a:pt x="25652" y="14278"/>
                    <a:pt x="25919" y="15245"/>
                    <a:pt x="26119" y="16179"/>
                  </a:cubicBezTo>
                  <a:cubicBezTo>
                    <a:pt x="26319" y="17080"/>
                    <a:pt x="26519" y="18047"/>
                    <a:pt x="26786" y="18948"/>
                  </a:cubicBezTo>
                  <a:cubicBezTo>
                    <a:pt x="27019" y="19882"/>
                    <a:pt x="27186" y="20782"/>
                    <a:pt x="27320" y="21750"/>
                  </a:cubicBezTo>
                  <a:cubicBezTo>
                    <a:pt x="27520" y="23684"/>
                    <a:pt x="27486" y="25586"/>
                    <a:pt x="27253" y="27454"/>
                  </a:cubicBezTo>
                  <a:cubicBezTo>
                    <a:pt x="26986" y="29355"/>
                    <a:pt x="26586" y="31223"/>
                    <a:pt x="26085" y="33058"/>
                  </a:cubicBezTo>
                  <a:cubicBezTo>
                    <a:pt x="25819" y="33958"/>
                    <a:pt x="25585" y="34926"/>
                    <a:pt x="25285" y="35793"/>
                  </a:cubicBezTo>
                  <a:lnTo>
                    <a:pt x="25085" y="36460"/>
                  </a:lnTo>
                  <a:cubicBezTo>
                    <a:pt x="24985" y="36694"/>
                    <a:pt x="24851" y="36894"/>
                    <a:pt x="24784" y="37094"/>
                  </a:cubicBezTo>
                  <a:lnTo>
                    <a:pt x="24484" y="37728"/>
                  </a:lnTo>
                  <a:lnTo>
                    <a:pt x="24117" y="38295"/>
                  </a:lnTo>
                  <a:cubicBezTo>
                    <a:pt x="23050" y="40129"/>
                    <a:pt x="21149" y="42064"/>
                    <a:pt x="19714" y="43632"/>
                  </a:cubicBezTo>
                  <a:cubicBezTo>
                    <a:pt x="19314" y="44066"/>
                    <a:pt x="18980" y="44466"/>
                    <a:pt x="18880" y="44933"/>
                  </a:cubicBezTo>
                  <a:cubicBezTo>
                    <a:pt x="18747" y="45400"/>
                    <a:pt x="18713" y="45767"/>
                    <a:pt x="18647" y="46100"/>
                  </a:cubicBezTo>
                  <a:cubicBezTo>
                    <a:pt x="18613" y="46434"/>
                    <a:pt x="18547" y="46701"/>
                    <a:pt x="18480" y="46868"/>
                  </a:cubicBezTo>
                  <a:cubicBezTo>
                    <a:pt x="18447" y="47034"/>
                    <a:pt x="18447" y="47134"/>
                    <a:pt x="18447" y="47134"/>
                  </a:cubicBezTo>
                  <a:cubicBezTo>
                    <a:pt x="18447" y="47134"/>
                    <a:pt x="18547" y="47068"/>
                    <a:pt x="18613" y="46868"/>
                  </a:cubicBezTo>
                  <a:cubicBezTo>
                    <a:pt x="18680" y="46768"/>
                    <a:pt x="18747" y="46634"/>
                    <a:pt x="18780" y="46467"/>
                  </a:cubicBezTo>
                  <a:cubicBezTo>
                    <a:pt x="18847" y="46301"/>
                    <a:pt x="18914" y="46134"/>
                    <a:pt x="18947" y="45934"/>
                  </a:cubicBezTo>
                  <a:cubicBezTo>
                    <a:pt x="19014" y="45533"/>
                    <a:pt x="19114" y="45100"/>
                    <a:pt x="19347" y="44699"/>
                  </a:cubicBezTo>
                  <a:cubicBezTo>
                    <a:pt x="19447" y="44599"/>
                    <a:pt x="19481" y="44466"/>
                    <a:pt x="19581" y="44399"/>
                  </a:cubicBezTo>
                  <a:cubicBezTo>
                    <a:pt x="19647" y="44299"/>
                    <a:pt x="19748" y="44199"/>
                    <a:pt x="19814" y="44099"/>
                  </a:cubicBezTo>
                  <a:cubicBezTo>
                    <a:pt x="20014" y="43899"/>
                    <a:pt x="20248" y="43732"/>
                    <a:pt x="20448" y="43532"/>
                  </a:cubicBezTo>
                  <a:cubicBezTo>
                    <a:pt x="21315" y="42731"/>
                    <a:pt x="22249" y="41864"/>
                    <a:pt x="22983" y="40963"/>
                  </a:cubicBezTo>
                  <a:cubicBezTo>
                    <a:pt x="23350" y="40530"/>
                    <a:pt x="23750" y="40129"/>
                    <a:pt x="24017" y="39729"/>
                  </a:cubicBezTo>
                  <a:cubicBezTo>
                    <a:pt x="24184" y="39562"/>
                    <a:pt x="24317" y="39362"/>
                    <a:pt x="24451" y="39195"/>
                  </a:cubicBezTo>
                  <a:cubicBezTo>
                    <a:pt x="24584" y="39029"/>
                    <a:pt x="24718" y="38862"/>
                    <a:pt x="24784" y="38695"/>
                  </a:cubicBezTo>
                  <a:lnTo>
                    <a:pt x="25151" y="38061"/>
                  </a:lnTo>
                  <a:lnTo>
                    <a:pt x="25452" y="37394"/>
                  </a:lnTo>
                  <a:cubicBezTo>
                    <a:pt x="25518" y="37194"/>
                    <a:pt x="25652" y="36960"/>
                    <a:pt x="25752" y="36727"/>
                  </a:cubicBezTo>
                  <a:lnTo>
                    <a:pt x="25952" y="36026"/>
                  </a:lnTo>
                  <a:cubicBezTo>
                    <a:pt x="26252" y="35092"/>
                    <a:pt x="26452" y="34192"/>
                    <a:pt x="26686" y="33224"/>
                  </a:cubicBezTo>
                  <a:cubicBezTo>
                    <a:pt x="27153" y="31390"/>
                    <a:pt x="27586" y="29455"/>
                    <a:pt x="27787" y="27554"/>
                  </a:cubicBezTo>
                  <a:cubicBezTo>
                    <a:pt x="28053" y="25619"/>
                    <a:pt x="28087" y="23684"/>
                    <a:pt x="27820" y="21750"/>
                  </a:cubicBezTo>
                  <a:cubicBezTo>
                    <a:pt x="27720" y="20816"/>
                    <a:pt x="27553" y="19848"/>
                    <a:pt x="27253" y="18914"/>
                  </a:cubicBezTo>
                  <a:cubicBezTo>
                    <a:pt x="26986" y="18014"/>
                    <a:pt x="26786" y="17080"/>
                    <a:pt x="26586" y="16112"/>
                  </a:cubicBezTo>
                  <a:cubicBezTo>
                    <a:pt x="26386" y="15178"/>
                    <a:pt x="26119" y="14244"/>
                    <a:pt x="25752" y="13344"/>
                  </a:cubicBezTo>
                  <a:cubicBezTo>
                    <a:pt x="25385" y="12476"/>
                    <a:pt x="24851" y="11542"/>
                    <a:pt x="24084" y="10909"/>
                  </a:cubicBezTo>
                  <a:cubicBezTo>
                    <a:pt x="23283" y="10275"/>
                    <a:pt x="22316" y="9908"/>
                    <a:pt x="21382" y="9741"/>
                  </a:cubicBezTo>
                  <a:cubicBezTo>
                    <a:pt x="20381" y="9574"/>
                    <a:pt x="19414" y="9541"/>
                    <a:pt x="18447" y="9508"/>
                  </a:cubicBezTo>
                  <a:cubicBezTo>
                    <a:pt x="17479" y="9474"/>
                    <a:pt x="16545" y="9407"/>
                    <a:pt x="15645" y="9174"/>
                  </a:cubicBezTo>
                  <a:cubicBezTo>
                    <a:pt x="14744" y="8907"/>
                    <a:pt x="13810" y="8574"/>
                    <a:pt x="12876" y="8373"/>
                  </a:cubicBezTo>
                  <a:lnTo>
                    <a:pt x="12142" y="8240"/>
                  </a:lnTo>
                  <a:lnTo>
                    <a:pt x="11408" y="8207"/>
                  </a:lnTo>
                  <a:cubicBezTo>
                    <a:pt x="10908" y="8173"/>
                    <a:pt x="10408" y="8173"/>
                    <a:pt x="9941" y="8173"/>
                  </a:cubicBezTo>
                  <a:cubicBezTo>
                    <a:pt x="9440" y="8173"/>
                    <a:pt x="8973" y="8140"/>
                    <a:pt x="8540" y="8073"/>
                  </a:cubicBezTo>
                  <a:lnTo>
                    <a:pt x="7806" y="8006"/>
                  </a:lnTo>
                  <a:lnTo>
                    <a:pt x="7472" y="7973"/>
                  </a:lnTo>
                  <a:cubicBezTo>
                    <a:pt x="7372" y="7973"/>
                    <a:pt x="7272" y="7906"/>
                    <a:pt x="7139" y="7873"/>
                  </a:cubicBezTo>
                  <a:cubicBezTo>
                    <a:pt x="6938" y="7840"/>
                    <a:pt x="6705" y="7740"/>
                    <a:pt x="6405" y="7573"/>
                  </a:cubicBezTo>
                  <a:cubicBezTo>
                    <a:pt x="6138" y="7539"/>
                    <a:pt x="5938" y="7439"/>
                    <a:pt x="5671" y="7339"/>
                  </a:cubicBezTo>
                  <a:cubicBezTo>
                    <a:pt x="5237" y="7106"/>
                    <a:pt x="4737" y="6839"/>
                    <a:pt x="4303" y="6439"/>
                  </a:cubicBezTo>
                  <a:cubicBezTo>
                    <a:pt x="3903" y="6072"/>
                    <a:pt x="3503" y="5571"/>
                    <a:pt x="3236" y="5071"/>
                  </a:cubicBezTo>
                  <a:cubicBezTo>
                    <a:pt x="2936" y="4571"/>
                    <a:pt x="2835" y="4004"/>
                    <a:pt x="2635" y="3403"/>
                  </a:cubicBezTo>
                  <a:cubicBezTo>
                    <a:pt x="2602" y="3270"/>
                    <a:pt x="2502" y="3103"/>
                    <a:pt x="2469" y="3003"/>
                  </a:cubicBezTo>
                  <a:cubicBezTo>
                    <a:pt x="2402" y="2836"/>
                    <a:pt x="2335" y="2703"/>
                    <a:pt x="2268" y="2569"/>
                  </a:cubicBezTo>
                  <a:cubicBezTo>
                    <a:pt x="2102" y="2336"/>
                    <a:pt x="1935" y="2102"/>
                    <a:pt x="1768" y="1902"/>
                  </a:cubicBezTo>
                  <a:cubicBezTo>
                    <a:pt x="1434" y="1535"/>
                    <a:pt x="1134" y="1168"/>
                    <a:pt x="901" y="868"/>
                  </a:cubicBezTo>
                  <a:cubicBezTo>
                    <a:pt x="767" y="735"/>
                    <a:pt x="634" y="601"/>
                    <a:pt x="567" y="501"/>
                  </a:cubicBezTo>
                  <a:lnTo>
                    <a:pt x="267" y="201"/>
                  </a:lnTo>
                  <a:cubicBezTo>
                    <a:pt x="100" y="67"/>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17" name="Google Shape;5717;p69"/>
            <p:cNvSpPr/>
            <p:nvPr/>
          </p:nvSpPr>
          <p:spPr>
            <a:xfrm>
              <a:off x="4377607" y="2317253"/>
              <a:ext cx="1079202" cy="1060116"/>
            </a:xfrm>
            <a:custGeom>
              <a:avLst/>
              <a:gdLst/>
              <a:ahLst/>
              <a:cxnLst/>
              <a:rect l="l" t="t" r="r" b="b"/>
              <a:pathLst>
                <a:path w="66948" h="65764" extrusionOk="0">
                  <a:moveTo>
                    <a:pt x="18780" y="0"/>
                  </a:moveTo>
                  <a:cubicBezTo>
                    <a:pt x="18780" y="0"/>
                    <a:pt x="18747" y="34"/>
                    <a:pt x="18613" y="100"/>
                  </a:cubicBezTo>
                  <a:cubicBezTo>
                    <a:pt x="18580" y="100"/>
                    <a:pt x="18547" y="167"/>
                    <a:pt x="18447" y="200"/>
                  </a:cubicBezTo>
                  <a:cubicBezTo>
                    <a:pt x="18413" y="300"/>
                    <a:pt x="18347" y="367"/>
                    <a:pt x="18280" y="467"/>
                  </a:cubicBezTo>
                  <a:cubicBezTo>
                    <a:pt x="18046" y="834"/>
                    <a:pt x="17880" y="1468"/>
                    <a:pt x="17746" y="2202"/>
                  </a:cubicBezTo>
                  <a:cubicBezTo>
                    <a:pt x="17679" y="2602"/>
                    <a:pt x="17613" y="3002"/>
                    <a:pt x="17579" y="3436"/>
                  </a:cubicBezTo>
                  <a:cubicBezTo>
                    <a:pt x="17546" y="3836"/>
                    <a:pt x="17513" y="4303"/>
                    <a:pt x="17413" y="4804"/>
                  </a:cubicBezTo>
                  <a:cubicBezTo>
                    <a:pt x="17346" y="5304"/>
                    <a:pt x="17212" y="5804"/>
                    <a:pt x="17112" y="6305"/>
                  </a:cubicBezTo>
                  <a:cubicBezTo>
                    <a:pt x="17079" y="6538"/>
                    <a:pt x="17046" y="6838"/>
                    <a:pt x="16946" y="7105"/>
                  </a:cubicBezTo>
                  <a:cubicBezTo>
                    <a:pt x="16912" y="7339"/>
                    <a:pt x="16846" y="7639"/>
                    <a:pt x="16745" y="7872"/>
                  </a:cubicBezTo>
                  <a:cubicBezTo>
                    <a:pt x="16712" y="8139"/>
                    <a:pt x="16612" y="8440"/>
                    <a:pt x="16545" y="8673"/>
                  </a:cubicBezTo>
                  <a:cubicBezTo>
                    <a:pt x="16412" y="8940"/>
                    <a:pt x="16345" y="9207"/>
                    <a:pt x="16245" y="9474"/>
                  </a:cubicBezTo>
                  <a:cubicBezTo>
                    <a:pt x="16112" y="9707"/>
                    <a:pt x="16045" y="10007"/>
                    <a:pt x="15945" y="10274"/>
                  </a:cubicBezTo>
                  <a:lnTo>
                    <a:pt x="15611" y="11008"/>
                  </a:lnTo>
                  <a:cubicBezTo>
                    <a:pt x="15111" y="12009"/>
                    <a:pt x="14511" y="12943"/>
                    <a:pt x="13843" y="13777"/>
                  </a:cubicBezTo>
                  <a:cubicBezTo>
                    <a:pt x="13176" y="14611"/>
                    <a:pt x="12409" y="15278"/>
                    <a:pt x="11709" y="15845"/>
                  </a:cubicBezTo>
                  <a:cubicBezTo>
                    <a:pt x="11342" y="16145"/>
                    <a:pt x="11008" y="16379"/>
                    <a:pt x="10674" y="16612"/>
                  </a:cubicBezTo>
                  <a:cubicBezTo>
                    <a:pt x="10341" y="16846"/>
                    <a:pt x="10041" y="17012"/>
                    <a:pt x="9740" y="17179"/>
                  </a:cubicBezTo>
                  <a:cubicBezTo>
                    <a:pt x="8940" y="17646"/>
                    <a:pt x="8106" y="18046"/>
                    <a:pt x="7339" y="18547"/>
                  </a:cubicBezTo>
                  <a:cubicBezTo>
                    <a:pt x="6538" y="19114"/>
                    <a:pt x="5771" y="19714"/>
                    <a:pt x="5237" y="20515"/>
                  </a:cubicBezTo>
                  <a:cubicBezTo>
                    <a:pt x="4203" y="22016"/>
                    <a:pt x="2936" y="23384"/>
                    <a:pt x="1935" y="24985"/>
                  </a:cubicBezTo>
                  <a:cubicBezTo>
                    <a:pt x="1501" y="25785"/>
                    <a:pt x="1068" y="26653"/>
                    <a:pt x="834" y="27553"/>
                  </a:cubicBezTo>
                  <a:cubicBezTo>
                    <a:pt x="567" y="28487"/>
                    <a:pt x="434" y="29388"/>
                    <a:pt x="334" y="30322"/>
                  </a:cubicBezTo>
                  <a:lnTo>
                    <a:pt x="67" y="33057"/>
                  </a:lnTo>
                  <a:cubicBezTo>
                    <a:pt x="0" y="34024"/>
                    <a:pt x="34" y="34992"/>
                    <a:pt x="234" y="35892"/>
                  </a:cubicBezTo>
                  <a:cubicBezTo>
                    <a:pt x="434" y="36826"/>
                    <a:pt x="767" y="37694"/>
                    <a:pt x="1234" y="38528"/>
                  </a:cubicBezTo>
                  <a:cubicBezTo>
                    <a:pt x="1501" y="38961"/>
                    <a:pt x="1701" y="39362"/>
                    <a:pt x="2035" y="39695"/>
                  </a:cubicBezTo>
                  <a:cubicBezTo>
                    <a:pt x="2369" y="40062"/>
                    <a:pt x="2669" y="40396"/>
                    <a:pt x="3069" y="40696"/>
                  </a:cubicBezTo>
                  <a:cubicBezTo>
                    <a:pt x="3436" y="40996"/>
                    <a:pt x="3903" y="41196"/>
                    <a:pt x="4370" y="41330"/>
                  </a:cubicBezTo>
                  <a:cubicBezTo>
                    <a:pt x="4837" y="41463"/>
                    <a:pt x="5271" y="41530"/>
                    <a:pt x="5738" y="41563"/>
                  </a:cubicBezTo>
                  <a:cubicBezTo>
                    <a:pt x="6672" y="41663"/>
                    <a:pt x="7572" y="41730"/>
                    <a:pt x="8373" y="42130"/>
                  </a:cubicBezTo>
                  <a:cubicBezTo>
                    <a:pt x="8573" y="42230"/>
                    <a:pt x="8773" y="42330"/>
                    <a:pt x="8940" y="42464"/>
                  </a:cubicBezTo>
                  <a:lnTo>
                    <a:pt x="9240" y="42631"/>
                  </a:lnTo>
                  <a:lnTo>
                    <a:pt x="9507" y="42831"/>
                  </a:lnTo>
                  <a:cubicBezTo>
                    <a:pt x="9841" y="43131"/>
                    <a:pt x="10174" y="43465"/>
                    <a:pt x="10541" y="43731"/>
                  </a:cubicBezTo>
                  <a:cubicBezTo>
                    <a:pt x="10908" y="44032"/>
                    <a:pt x="11342" y="44299"/>
                    <a:pt x="11842" y="44399"/>
                  </a:cubicBezTo>
                  <a:cubicBezTo>
                    <a:pt x="12342" y="44532"/>
                    <a:pt x="12776" y="44532"/>
                    <a:pt x="13243" y="44565"/>
                  </a:cubicBezTo>
                  <a:cubicBezTo>
                    <a:pt x="14177" y="44632"/>
                    <a:pt x="15078" y="44632"/>
                    <a:pt x="15878" y="44999"/>
                  </a:cubicBezTo>
                  <a:cubicBezTo>
                    <a:pt x="16679" y="45333"/>
                    <a:pt x="17379" y="46000"/>
                    <a:pt x="18280" y="46333"/>
                  </a:cubicBezTo>
                  <a:cubicBezTo>
                    <a:pt x="18747" y="46500"/>
                    <a:pt x="19247" y="46567"/>
                    <a:pt x="19714" y="46567"/>
                  </a:cubicBezTo>
                  <a:cubicBezTo>
                    <a:pt x="19870" y="46589"/>
                    <a:pt x="20022" y="46596"/>
                    <a:pt x="20173" y="46596"/>
                  </a:cubicBezTo>
                  <a:cubicBezTo>
                    <a:pt x="20474" y="46596"/>
                    <a:pt x="20771" y="46567"/>
                    <a:pt x="21082" y="46567"/>
                  </a:cubicBezTo>
                  <a:cubicBezTo>
                    <a:pt x="21549" y="46567"/>
                    <a:pt x="22016" y="46567"/>
                    <a:pt x="22416" y="46667"/>
                  </a:cubicBezTo>
                  <a:lnTo>
                    <a:pt x="23784" y="46900"/>
                  </a:lnTo>
                  <a:lnTo>
                    <a:pt x="25118" y="47167"/>
                  </a:lnTo>
                  <a:cubicBezTo>
                    <a:pt x="25585" y="47301"/>
                    <a:pt x="26052" y="47367"/>
                    <a:pt x="26452" y="47534"/>
                  </a:cubicBezTo>
                  <a:cubicBezTo>
                    <a:pt x="26919" y="47701"/>
                    <a:pt x="27286" y="47868"/>
                    <a:pt x="27753" y="48035"/>
                  </a:cubicBezTo>
                  <a:cubicBezTo>
                    <a:pt x="27953" y="48135"/>
                    <a:pt x="28187" y="48201"/>
                    <a:pt x="28420" y="48235"/>
                  </a:cubicBezTo>
                  <a:cubicBezTo>
                    <a:pt x="28687" y="48335"/>
                    <a:pt x="28887" y="48368"/>
                    <a:pt x="29121" y="48401"/>
                  </a:cubicBezTo>
                  <a:cubicBezTo>
                    <a:pt x="29588" y="48535"/>
                    <a:pt x="30055" y="48535"/>
                    <a:pt x="30522" y="48635"/>
                  </a:cubicBezTo>
                  <a:cubicBezTo>
                    <a:pt x="30722" y="48668"/>
                    <a:pt x="30989" y="48702"/>
                    <a:pt x="31122" y="48735"/>
                  </a:cubicBezTo>
                  <a:cubicBezTo>
                    <a:pt x="31256" y="48802"/>
                    <a:pt x="31423" y="48969"/>
                    <a:pt x="31589" y="49135"/>
                  </a:cubicBezTo>
                  <a:lnTo>
                    <a:pt x="32557" y="50069"/>
                  </a:lnTo>
                  <a:cubicBezTo>
                    <a:pt x="32857" y="50403"/>
                    <a:pt x="33157" y="50736"/>
                    <a:pt x="33424" y="51137"/>
                  </a:cubicBezTo>
                  <a:cubicBezTo>
                    <a:pt x="34525" y="52571"/>
                    <a:pt x="35425" y="54206"/>
                    <a:pt x="36560" y="55673"/>
                  </a:cubicBezTo>
                  <a:cubicBezTo>
                    <a:pt x="36860" y="56040"/>
                    <a:pt x="37160" y="56407"/>
                    <a:pt x="37494" y="56741"/>
                  </a:cubicBezTo>
                  <a:cubicBezTo>
                    <a:pt x="37760" y="57074"/>
                    <a:pt x="38094" y="57408"/>
                    <a:pt x="38361" y="57808"/>
                  </a:cubicBezTo>
                  <a:cubicBezTo>
                    <a:pt x="38494" y="57975"/>
                    <a:pt x="38594" y="58175"/>
                    <a:pt x="38728" y="58342"/>
                  </a:cubicBezTo>
                  <a:lnTo>
                    <a:pt x="39061" y="58909"/>
                  </a:lnTo>
                  <a:cubicBezTo>
                    <a:pt x="39328" y="59309"/>
                    <a:pt x="39428" y="59743"/>
                    <a:pt x="39595" y="60177"/>
                  </a:cubicBezTo>
                  <a:cubicBezTo>
                    <a:pt x="39929" y="61010"/>
                    <a:pt x="40029" y="61911"/>
                    <a:pt x="40229" y="62845"/>
                  </a:cubicBezTo>
                  <a:cubicBezTo>
                    <a:pt x="40329" y="63312"/>
                    <a:pt x="40429" y="63746"/>
                    <a:pt x="40663" y="64213"/>
                  </a:cubicBezTo>
                  <a:lnTo>
                    <a:pt x="40829" y="64546"/>
                  </a:lnTo>
                  <a:cubicBezTo>
                    <a:pt x="40863" y="64680"/>
                    <a:pt x="40929" y="64746"/>
                    <a:pt x="41029" y="64880"/>
                  </a:cubicBezTo>
                  <a:cubicBezTo>
                    <a:pt x="41196" y="65113"/>
                    <a:pt x="41396" y="65280"/>
                    <a:pt x="41597" y="65447"/>
                  </a:cubicBezTo>
                  <a:cubicBezTo>
                    <a:pt x="41863" y="65580"/>
                    <a:pt x="42097" y="65680"/>
                    <a:pt x="42364" y="65714"/>
                  </a:cubicBezTo>
                  <a:cubicBezTo>
                    <a:pt x="42481" y="65747"/>
                    <a:pt x="42606" y="65764"/>
                    <a:pt x="42731" y="65764"/>
                  </a:cubicBezTo>
                  <a:cubicBezTo>
                    <a:pt x="42856" y="65764"/>
                    <a:pt x="42981" y="65747"/>
                    <a:pt x="43098" y="65714"/>
                  </a:cubicBezTo>
                  <a:cubicBezTo>
                    <a:pt x="43598" y="65680"/>
                    <a:pt x="44065" y="65514"/>
                    <a:pt x="44532" y="65347"/>
                  </a:cubicBezTo>
                  <a:cubicBezTo>
                    <a:pt x="45399" y="64980"/>
                    <a:pt x="46200" y="64480"/>
                    <a:pt x="46934" y="63879"/>
                  </a:cubicBezTo>
                  <a:cubicBezTo>
                    <a:pt x="47701" y="63312"/>
                    <a:pt x="48401" y="62678"/>
                    <a:pt x="49035" y="61978"/>
                  </a:cubicBezTo>
                  <a:cubicBezTo>
                    <a:pt x="49602" y="61211"/>
                    <a:pt x="50103" y="60477"/>
                    <a:pt x="50603" y="59676"/>
                  </a:cubicBezTo>
                  <a:cubicBezTo>
                    <a:pt x="50836" y="59343"/>
                    <a:pt x="51070" y="59009"/>
                    <a:pt x="51237" y="58409"/>
                  </a:cubicBezTo>
                  <a:cubicBezTo>
                    <a:pt x="51470" y="58042"/>
                    <a:pt x="51770" y="57708"/>
                    <a:pt x="52037" y="57341"/>
                  </a:cubicBezTo>
                  <a:cubicBezTo>
                    <a:pt x="52604" y="56641"/>
                    <a:pt x="53438" y="56074"/>
                    <a:pt x="54306" y="55507"/>
                  </a:cubicBezTo>
                  <a:cubicBezTo>
                    <a:pt x="54773" y="55206"/>
                    <a:pt x="55240" y="54873"/>
                    <a:pt x="55640" y="54539"/>
                  </a:cubicBezTo>
                  <a:lnTo>
                    <a:pt x="56274" y="54072"/>
                  </a:lnTo>
                  <a:cubicBezTo>
                    <a:pt x="56474" y="53905"/>
                    <a:pt x="56707" y="53739"/>
                    <a:pt x="56941" y="53639"/>
                  </a:cubicBezTo>
                  <a:cubicBezTo>
                    <a:pt x="57441" y="53338"/>
                    <a:pt x="57908" y="53071"/>
                    <a:pt x="58375" y="52805"/>
                  </a:cubicBezTo>
                  <a:cubicBezTo>
                    <a:pt x="58609" y="52671"/>
                    <a:pt x="58876" y="52504"/>
                    <a:pt x="59076" y="52338"/>
                  </a:cubicBezTo>
                  <a:cubicBezTo>
                    <a:pt x="59276" y="52204"/>
                    <a:pt x="59543" y="52037"/>
                    <a:pt x="59743" y="51871"/>
                  </a:cubicBezTo>
                  <a:cubicBezTo>
                    <a:pt x="60810" y="51070"/>
                    <a:pt x="61477" y="50003"/>
                    <a:pt x="62278" y="49302"/>
                  </a:cubicBezTo>
                  <a:cubicBezTo>
                    <a:pt x="62645" y="48902"/>
                    <a:pt x="63112" y="48668"/>
                    <a:pt x="63579" y="48468"/>
                  </a:cubicBezTo>
                  <a:cubicBezTo>
                    <a:pt x="63979" y="48235"/>
                    <a:pt x="64446" y="48035"/>
                    <a:pt x="64813" y="47868"/>
                  </a:cubicBezTo>
                  <a:cubicBezTo>
                    <a:pt x="65247" y="47668"/>
                    <a:pt x="65580" y="47501"/>
                    <a:pt x="65881" y="47301"/>
                  </a:cubicBezTo>
                  <a:cubicBezTo>
                    <a:pt x="66147" y="47067"/>
                    <a:pt x="66381" y="46900"/>
                    <a:pt x="66548" y="46700"/>
                  </a:cubicBezTo>
                  <a:cubicBezTo>
                    <a:pt x="66881" y="46333"/>
                    <a:pt x="66948" y="46033"/>
                    <a:pt x="66948" y="46033"/>
                  </a:cubicBezTo>
                  <a:cubicBezTo>
                    <a:pt x="66946" y="46031"/>
                    <a:pt x="66944" y="46031"/>
                    <a:pt x="66942" y="46031"/>
                  </a:cubicBezTo>
                  <a:cubicBezTo>
                    <a:pt x="66900" y="46031"/>
                    <a:pt x="66764" y="46317"/>
                    <a:pt x="66448" y="46634"/>
                  </a:cubicBezTo>
                  <a:cubicBezTo>
                    <a:pt x="66281" y="46800"/>
                    <a:pt x="66047" y="47000"/>
                    <a:pt x="65747" y="47167"/>
                  </a:cubicBezTo>
                  <a:cubicBezTo>
                    <a:pt x="65447" y="47334"/>
                    <a:pt x="65080" y="47501"/>
                    <a:pt x="64713" y="47668"/>
                  </a:cubicBezTo>
                  <a:cubicBezTo>
                    <a:pt x="64313" y="47834"/>
                    <a:pt x="63879" y="48035"/>
                    <a:pt x="63412" y="48201"/>
                  </a:cubicBezTo>
                  <a:cubicBezTo>
                    <a:pt x="62912" y="48401"/>
                    <a:pt x="62411" y="48668"/>
                    <a:pt x="61978" y="49035"/>
                  </a:cubicBezTo>
                  <a:cubicBezTo>
                    <a:pt x="61110" y="49736"/>
                    <a:pt x="60443" y="50803"/>
                    <a:pt x="59443" y="51470"/>
                  </a:cubicBezTo>
                  <a:cubicBezTo>
                    <a:pt x="59209" y="51637"/>
                    <a:pt x="58976" y="51737"/>
                    <a:pt x="58742" y="51904"/>
                  </a:cubicBezTo>
                  <a:lnTo>
                    <a:pt x="58409" y="52171"/>
                  </a:lnTo>
                  <a:lnTo>
                    <a:pt x="58042" y="52371"/>
                  </a:lnTo>
                  <a:cubicBezTo>
                    <a:pt x="57541" y="52671"/>
                    <a:pt x="57041" y="52905"/>
                    <a:pt x="56541" y="53205"/>
                  </a:cubicBezTo>
                  <a:cubicBezTo>
                    <a:pt x="56274" y="53338"/>
                    <a:pt x="56040" y="53505"/>
                    <a:pt x="55773" y="53672"/>
                  </a:cubicBezTo>
                  <a:cubicBezTo>
                    <a:pt x="55540" y="53839"/>
                    <a:pt x="55273" y="54005"/>
                    <a:pt x="55073" y="54172"/>
                  </a:cubicBezTo>
                  <a:cubicBezTo>
                    <a:pt x="54639" y="54506"/>
                    <a:pt x="54206" y="54806"/>
                    <a:pt x="53739" y="55073"/>
                  </a:cubicBezTo>
                  <a:cubicBezTo>
                    <a:pt x="52805" y="55673"/>
                    <a:pt x="51904" y="56307"/>
                    <a:pt x="51370" y="57074"/>
                  </a:cubicBezTo>
                  <a:cubicBezTo>
                    <a:pt x="50736" y="57842"/>
                    <a:pt x="50369" y="58542"/>
                    <a:pt x="49969" y="59076"/>
                  </a:cubicBezTo>
                  <a:cubicBezTo>
                    <a:pt x="49536" y="59876"/>
                    <a:pt x="49035" y="60644"/>
                    <a:pt x="48468" y="61344"/>
                  </a:cubicBezTo>
                  <a:cubicBezTo>
                    <a:pt x="47901" y="62011"/>
                    <a:pt x="47234" y="62645"/>
                    <a:pt x="46533" y="63179"/>
                  </a:cubicBezTo>
                  <a:cubicBezTo>
                    <a:pt x="45800" y="63712"/>
                    <a:pt x="45032" y="64213"/>
                    <a:pt x="44232" y="64580"/>
                  </a:cubicBezTo>
                  <a:cubicBezTo>
                    <a:pt x="43798" y="64746"/>
                    <a:pt x="43398" y="64913"/>
                    <a:pt x="42964" y="64980"/>
                  </a:cubicBezTo>
                  <a:cubicBezTo>
                    <a:pt x="42843" y="65000"/>
                    <a:pt x="42719" y="65011"/>
                    <a:pt x="42595" y="65011"/>
                  </a:cubicBezTo>
                  <a:cubicBezTo>
                    <a:pt x="42310" y="65011"/>
                    <a:pt x="42029" y="64953"/>
                    <a:pt x="41797" y="64813"/>
                  </a:cubicBezTo>
                  <a:cubicBezTo>
                    <a:pt x="41630" y="64680"/>
                    <a:pt x="41530" y="64546"/>
                    <a:pt x="41396" y="64380"/>
                  </a:cubicBezTo>
                  <a:cubicBezTo>
                    <a:pt x="41363" y="64313"/>
                    <a:pt x="41263" y="64213"/>
                    <a:pt x="41230" y="64146"/>
                  </a:cubicBezTo>
                  <a:lnTo>
                    <a:pt x="41096" y="63846"/>
                  </a:lnTo>
                  <a:cubicBezTo>
                    <a:pt x="40896" y="63479"/>
                    <a:pt x="40796" y="63012"/>
                    <a:pt x="40696" y="62578"/>
                  </a:cubicBezTo>
                  <a:cubicBezTo>
                    <a:pt x="40462" y="61711"/>
                    <a:pt x="40396" y="60744"/>
                    <a:pt x="40029" y="59876"/>
                  </a:cubicBezTo>
                  <a:cubicBezTo>
                    <a:pt x="39795" y="59476"/>
                    <a:pt x="39695" y="59009"/>
                    <a:pt x="39428" y="58575"/>
                  </a:cubicBezTo>
                  <a:lnTo>
                    <a:pt x="39095" y="57975"/>
                  </a:lnTo>
                  <a:cubicBezTo>
                    <a:pt x="38961" y="57741"/>
                    <a:pt x="38795" y="57575"/>
                    <a:pt x="38694" y="57375"/>
                  </a:cubicBezTo>
                  <a:cubicBezTo>
                    <a:pt x="38428" y="57008"/>
                    <a:pt x="38094" y="56674"/>
                    <a:pt x="37760" y="56340"/>
                  </a:cubicBezTo>
                  <a:cubicBezTo>
                    <a:pt x="37427" y="56007"/>
                    <a:pt x="37193" y="55640"/>
                    <a:pt x="36893" y="55306"/>
                  </a:cubicBezTo>
                  <a:cubicBezTo>
                    <a:pt x="35759" y="53839"/>
                    <a:pt x="34858" y="52238"/>
                    <a:pt x="33724" y="50736"/>
                  </a:cubicBezTo>
                  <a:cubicBezTo>
                    <a:pt x="33424" y="50370"/>
                    <a:pt x="33124" y="50003"/>
                    <a:pt x="32790" y="49669"/>
                  </a:cubicBezTo>
                  <a:cubicBezTo>
                    <a:pt x="32457" y="49335"/>
                    <a:pt x="32123" y="49002"/>
                    <a:pt x="31790" y="48702"/>
                  </a:cubicBezTo>
                  <a:cubicBezTo>
                    <a:pt x="31623" y="48568"/>
                    <a:pt x="31456" y="48368"/>
                    <a:pt x="31189" y="48235"/>
                  </a:cubicBezTo>
                  <a:cubicBezTo>
                    <a:pt x="30922" y="48135"/>
                    <a:pt x="30722" y="48135"/>
                    <a:pt x="30455" y="48068"/>
                  </a:cubicBezTo>
                  <a:cubicBezTo>
                    <a:pt x="30022" y="48035"/>
                    <a:pt x="29555" y="48001"/>
                    <a:pt x="29088" y="47901"/>
                  </a:cubicBezTo>
                  <a:cubicBezTo>
                    <a:pt x="28220" y="47801"/>
                    <a:pt x="27386" y="47401"/>
                    <a:pt x="26519" y="47067"/>
                  </a:cubicBezTo>
                  <a:cubicBezTo>
                    <a:pt x="26085" y="46900"/>
                    <a:pt x="25618" y="46834"/>
                    <a:pt x="25185" y="46700"/>
                  </a:cubicBezTo>
                  <a:lnTo>
                    <a:pt x="23784" y="46467"/>
                  </a:lnTo>
                  <a:lnTo>
                    <a:pt x="22416" y="46200"/>
                  </a:lnTo>
                  <a:cubicBezTo>
                    <a:pt x="21949" y="46133"/>
                    <a:pt x="21449" y="46133"/>
                    <a:pt x="21015" y="46133"/>
                  </a:cubicBezTo>
                  <a:cubicBezTo>
                    <a:pt x="20720" y="46144"/>
                    <a:pt x="20428" y="46154"/>
                    <a:pt x="20140" y="46154"/>
                  </a:cubicBezTo>
                  <a:cubicBezTo>
                    <a:pt x="19518" y="46154"/>
                    <a:pt x="18917" y="46105"/>
                    <a:pt x="18347" y="45900"/>
                  </a:cubicBezTo>
                  <a:cubicBezTo>
                    <a:pt x="17513" y="45633"/>
                    <a:pt x="16779" y="44966"/>
                    <a:pt x="15912" y="44565"/>
                  </a:cubicBezTo>
                  <a:cubicBezTo>
                    <a:pt x="15011" y="44165"/>
                    <a:pt x="14044" y="44165"/>
                    <a:pt x="13110" y="44132"/>
                  </a:cubicBezTo>
                  <a:cubicBezTo>
                    <a:pt x="12676" y="44065"/>
                    <a:pt x="12209" y="44065"/>
                    <a:pt x="11775" y="43965"/>
                  </a:cubicBezTo>
                  <a:cubicBezTo>
                    <a:pt x="11375" y="43865"/>
                    <a:pt x="11008" y="43665"/>
                    <a:pt x="10674" y="43365"/>
                  </a:cubicBezTo>
                  <a:cubicBezTo>
                    <a:pt x="10341" y="43064"/>
                    <a:pt x="10007" y="42731"/>
                    <a:pt x="9607" y="42464"/>
                  </a:cubicBezTo>
                  <a:lnTo>
                    <a:pt x="9340" y="42230"/>
                  </a:lnTo>
                  <a:lnTo>
                    <a:pt x="9040" y="42030"/>
                  </a:lnTo>
                  <a:cubicBezTo>
                    <a:pt x="8840" y="41897"/>
                    <a:pt x="8606" y="41830"/>
                    <a:pt x="8406" y="41697"/>
                  </a:cubicBezTo>
                  <a:cubicBezTo>
                    <a:pt x="7539" y="41296"/>
                    <a:pt x="6572" y="41196"/>
                    <a:pt x="5671" y="41130"/>
                  </a:cubicBezTo>
                  <a:cubicBezTo>
                    <a:pt x="5204" y="41029"/>
                    <a:pt x="4737" y="40996"/>
                    <a:pt x="4337" y="40863"/>
                  </a:cubicBezTo>
                  <a:cubicBezTo>
                    <a:pt x="3903" y="40796"/>
                    <a:pt x="3536" y="40562"/>
                    <a:pt x="3169" y="40329"/>
                  </a:cubicBezTo>
                  <a:cubicBezTo>
                    <a:pt x="2836" y="40062"/>
                    <a:pt x="2535" y="39729"/>
                    <a:pt x="2235" y="39395"/>
                  </a:cubicBezTo>
                  <a:cubicBezTo>
                    <a:pt x="1935" y="39061"/>
                    <a:pt x="1735" y="38661"/>
                    <a:pt x="1501" y="38294"/>
                  </a:cubicBezTo>
                  <a:cubicBezTo>
                    <a:pt x="1034" y="37494"/>
                    <a:pt x="734" y="36660"/>
                    <a:pt x="534" y="35792"/>
                  </a:cubicBezTo>
                  <a:cubicBezTo>
                    <a:pt x="367" y="34892"/>
                    <a:pt x="334" y="33991"/>
                    <a:pt x="400" y="33124"/>
                  </a:cubicBezTo>
                  <a:cubicBezTo>
                    <a:pt x="534" y="32190"/>
                    <a:pt x="567" y="31289"/>
                    <a:pt x="701" y="30355"/>
                  </a:cubicBezTo>
                  <a:cubicBezTo>
                    <a:pt x="834" y="29455"/>
                    <a:pt x="1001" y="28554"/>
                    <a:pt x="1234" y="27687"/>
                  </a:cubicBezTo>
                  <a:cubicBezTo>
                    <a:pt x="1535" y="26853"/>
                    <a:pt x="1902" y="26019"/>
                    <a:pt x="2369" y="25285"/>
                  </a:cubicBezTo>
                  <a:cubicBezTo>
                    <a:pt x="3336" y="23717"/>
                    <a:pt x="4570" y="22349"/>
                    <a:pt x="5704" y="20882"/>
                  </a:cubicBezTo>
                  <a:cubicBezTo>
                    <a:pt x="6238" y="20181"/>
                    <a:pt x="6905" y="19648"/>
                    <a:pt x="7672" y="19147"/>
                  </a:cubicBezTo>
                  <a:cubicBezTo>
                    <a:pt x="8406" y="18680"/>
                    <a:pt x="9240" y="18313"/>
                    <a:pt x="10074" y="17846"/>
                  </a:cubicBezTo>
                  <a:cubicBezTo>
                    <a:pt x="11942" y="16812"/>
                    <a:pt x="13743" y="15144"/>
                    <a:pt x="15044" y="13176"/>
                  </a:cubicBezTo>
                  <a:cubicBezTo>
                    <a:pt x="15711" y="12176"/>
                    <a:pt x="16245" y="11108"/>
                    <a:pt x="16579" y="10007"/>
                  </a:cubicBezTo>
                  <a:cubicBezTo>
                    <a:pt x="16712" y="9474"/>
                    <a:pt x="16912" y="8973"/>
                    <a:pt x="17046" y="8440"/>
                  </a:cubicBezTo>
                  <a:cubicBezTo>
                    <a:pt x="17179" y="7872"/>
                    <a:pt x="17346" y="7372"/>
                    <a:pt x="17413" y="6872"/>
                  </a:cubicBezTo>
                  <a:cubicBezTo>
                    <a:pt x="17846" y="4837"/>
                    <a:pt x="17846" y="3036"/>
                    <a:pt x="18013" y="1801"/>
                  </a:cubicBezTo>
                  <a:cubicBezTo>
                    <a:pt x="18080" y="1168"/>
                    <a:pt x="18213" y="667"/>
                    <a:pt x="18413" y="367"/>
                  </a:cubicBezTo>
                  <a:cubicBezTo>
                    <a:pt x="18613" y="100"/>
                    <a:pt x="18780" y="33"/>
                    <a:pt x="18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18" name="Google Shape;5718;p69"/>
            <p:cNvSpPr/>
            <p:nvPr/>
          </p:nvSpPr>
          <p:spPr>
            <a:xfrm>
              <a:off x="4608285" y="2257899"/>
              <a:ext cx="82825" cy="224439"/>
            </a:xfrm>
            <a:custGeom>
              <a:avLst/>
              <a:gdLst/>
              <a:ahLst/>
              <a:cxnLst/>
              <a:rect l="l" t="t" r="r" b="b"/>
              <a:pathLst>
                <a:path w="5138" h="13923" extrusionOk="0">
                  <a:moveTo>
                    <a:pt x="5119" y="0"/>
                  </a:moveTo>
                  <a:cubicBezTo>
                    <a:pt x="5083" y="0"/>
                    <a:pt x="4996" y="38"/>
                    <a:pt x="4871" y="113"/>
                  </a:cubicBezTo>
                  <a:cubicBezTo>
                    <a:pt x="4770" y="146"/>
                    <a:pt x="4637" y="180"/>
                    <a:pt x="4570" y="246"/>
                  </a:cubicBezTo>
                  <a:cubicBezTo>
                    <a:pt x="4504" y="280"/>
                    <a:pt x="4404" y="346"/>
                    <a:pt x="4270" y="446"/>
                  </a:cubicBezTo>
                  <a:cubicBezTo>
                    <a:pt x="4037" y="580"/>
                    <a:pt x="3870" y="813"/>
                    <a:pt x="3670" y="980"/>
                  </a:cubicBezTo>
                  <a:cubicBezTo>
                    <a:pt x="3503" y="1147"/>
                    <a:pt x="3336" y="1347"/>
                    <a:pt x="3236" y="1481"/>
                  </a:cubicBezTo>
                  <a:cubicBezTo>
                    <a:pt x="2769" y="2248"/>
                    <a:pt x="2402" y="3015"/>
                    <a:pt x="2069" y="3816"/>
                  </a:cubicBezTo>
                  <a:cubicBezTo>
                    <a:pt x="1902" y="4249"/>
                    <a:pt x="1768" y="4649"/>
                    <a:pt x="1668" y="5083"/>
                  </a:cubicBezTo>
                  <a:cubicBezTo>
                    <a:pt x="1568" y="5483"/>
                    <a:pt x="1435" y="5917"/>
                    <a:pt x="1368" y="6317"/>
                  </a:cubicBezTo>
                  <a:cubicBezTo>
                    <a:pt x="1034" y="7985"/>
                    <a:pt x="734" y="9686"/>
                    <a:pt x="367" y="11354"/>
                  </a:cubicBezTo>
                  <a:cubicBezTo>
                    <a:pt x="267" y="11788"/>
                    <a:pt x="234" y="12422"/>
                    <a:pt x="167" y="12955"/>
                  </a:cubicBezTo>
                  <a:cubicBezTo>
                    <a:pt x="67" y="13489"/>
                    <a:pt x="0" y="13923"/>
                    <a:pt x="34" y="13923"/>
                  </a:cubicBezTo>
                  <a:cubicBezTo>
                    <a:pt x="67" y="13923"/>
                    <a:pt x="234" y="13456"/>
                    <a:pt x="434" y="12955"/>
                  </a:cubicBezTo>
                  <a:cubicBezTo>
                    <a:pt x="668" y="12422"/>
                    <a:pt x="768" y="11821"/>
                    <a:pt x="868" y="11488"/>
                  </a:cubicBezTo>
                  <a:cubicBezTo>
                    <a:pt x="1101" y="9786"/>
                    <a:pt x="1301" y="8085"/>
                    <a:pt x="1668" y="6417"/>
                  </a:cubicBezTo>
                  <a:cubicBezTo>
                    <a:pt x="1735" y="5984"/>
                    <a:pt x="1868" y="5583"/>
                    <a:pt x="1935" y="5150"/>
                  </a:cubicBezTo>
                  <a:cubicBezTo>
                    <a:pt x="2069" y="4750"/>
                    <a:pt x="2235" y="4349"/>
                    <a:pt x="2369" y="3949"/>
                  </a:cubicBezTo>
                  <a:cubicBezTo>
                    <a:pt x="2702" y="3148"/>
                    <a:pt x="3103" y="2415"/>
                    <a:pt x="3603" y="1747"/>
                  </a:cubicBezTo>
                  <a:cubicBezTo>
                    <a:pt x="3903" y="1347"/>
                    <a:pt x="4237" y="913"/>
                    <a:pt x="4570" y="580"/>
                  </a:cubicBezTo>
                  <a:cubicBezTo>
                    <a:pt x="4704" y="413"/>
                    <a:pt x="4871" y="280"/>
                    <a:pt x="5004" y="180"/>
                  </a:cubicBezTo>
                  <a:cubicBezTo>
                    <a:pt x="5104" y="113"/>
                    <a:pt x="5137" y="13"/>
                    <a:pt x="5137" y="13"/>
                  </a:cubicBezTo>
                  <a:cubicBezTo>
                    <a:pt x="5137" y="4"/>
                    <a:pt x="5131" y="0"/>
                    <a:pt x="5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19" name="Google Shape;5719;p69"/>
            <p:cNvSpPr/>
            <p:nvPr/>
          </p:nvSpPr>
          <p:spPr>
            <a:xfrm>
              <a:off x="4351251" y="2591487"/>
              <a:ext cx="153269" cy="177997"/>
            </a:xfrm>
            <a:custGeom>
              <a:avLst/>
              <a:gdLst/>
              <a:ahLst/>
              <a:cxnLst/>
              <a:rect l="l" t="t" r="r" b="b"/>
              <a:pathLst>
                <a:path w="9508" h="11042" extrusionOk="0">
                  <a:moveTo>
                    <a:pt x="9507" y="0"/>
                  </a:moveTo>
                  <a:cubicBezTo>
                    <a:pt x="9507" y="0"/>
                    <a:pt x="9107" y="167"/>
                    <a:pt x="8640" y="401"/>
                  </a:cubicBezTo>
                  <a:cubicBezTo>
                    <a:pt x="8173" y="634"/>
                    <a:pt x="7673" y="968"/>
                    <a:pt x="7439" y="1134"/>
                  </a:cubicBezTo>
                  <a:cubicBezTo>
                    <a:pt x="6105" y="2169"/>
                    <a:pt x="4671" y="3169"/>
                    <a:pt x="3537" y="4470"/>
                  </a:cubicBezTo>
                  <a:cubicBezTo>
                    <a:pt x="2969" y="5104"/>
                    <a:pt x="2436" y="5771"/>
                    <a:pt x="1935" y="6438"/>
                  </a:cubicBezTo>
                  <a:cubicBezTo>
                    <a:pt x="1702" y="6772"/>
                    <a:pt x="1435" y="7105"/>
                    <a:pt x="1202" y="7472"/>
                  </a:cubicBezTo>
                  <a:lnTo>
                    <a:pt x="601" y="8606"/>
                  </a:lnTo>
                  <a:cubicBezTo>
                    <a:pt x="534" y="8807"/>
                    <a:pt x="468" y="9007"/>
                    <a:pt x="368" y="9307"/>
                  </a:cubicBezTo>
                  <a:lnTo>
                    <a:pt x="268" y="9674"/>
                  </a:lnTo>
                  <a:cubicBezTo>
                    <a:pt x="201" y="9841"/>
                    <a:pt x="201" y="9974"/>
                    <a:pt x="167" y="10108"/>
                  </a:cubicBezTo>
                  <a:cubicBezTo>
                    <a:pt x="101" y="10641"/>
                    <a:pt x="1" y="11042"/>
                    <a:pt x="34" y="11042"/>
                  </a:cubicBezTo>
                  <a:cubicBezTo>
                    <a:pt x="34" y="11042"/>
                    <a:pt x="268" y="10641"/>
                    <a:pt x="434" y="10141"/>
                  </a:cubicBezTo>
                  <a:cubicBezTo>
                    <a:pt x="501" y="9907"/>
                    <a:pt x="634" y="9641"/>
                    <a:pt x="768" y="9407"/>
                  </a:cubicBezTo>
                  <a:cubicBezTo>
                    <a:pt x="835" y="9174"/>
                    <a:pt x="968" y="8940"/>
                    <a:pt x="1001" y="8807"/>
                  </a:cubicBezTo>
                  <a:cubicBezTo>
                    <a:pt x="1168" y="8440"/>
                    <a:pt x="1368" y="8039"/>
                    <a:pt x="1535" y="7672"/>
                  </a:cubicBezTo>
                  <a:cubicBezTo>
                    <a:pt x="1769" y="7306"/>
                    <a:pt x="2002" y="6972"/>
                    <a:pt x="2202" y="6605"/>
                  </a:cubicBezTo>
                  <a:cubicBezTo>
                    <a:pt x="2669" y="5871"/>
                    <a:pt x="3170" y="5237"/>
                    <a:pt x="3770" y="4604"/>
                  </a:cubicBezTo>
                  <a:cubicBezTo>
                    <a:pt x="4871" y="3336"/>
                    <a:pt x="6272" y="2402"/>
                    <a:pt x="7673" y="1468"/>
                  </a:cubicBezTo>
                  <a:cubicBezTo>
                    <a:pt x="8040" y="1168"/>
                    <a:pt x="8507" y="834"/>
                    <a:pt x="8874" y="534"/>
                  </a:cubicBezTo>
                  <a:cubicBezTo>
                    <a:pt x="9274" y="267"/>
                    <a:pt x="9507" y="34"/>
                    <a:pt x="95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20" name="Google Shape;5720;p69"/>
            <p:cNvSpPr/>
            <p:nvPr/>
          </p:nvSpPr>
          <p:spPr>
            <a:xfrm>
              <a:off x="4366307" y="2888304"/>
              <a:ext cx="151657" cy="130137"/>
            </a:xfrm>
            <a:custGeom>
              <a:avLst/>
              <a:gdLst/>
              <a:ahLst/>
              <a:cxnLst/>
              <a:rect l="l" t="t" r="r" b="b"/>
              <a:pathLst>
                <a:path w="9408" h="8073" extrusionOk="0">
                  <a:moveTo>
                    <a:pt x="67" y="0"/>
                  </a:moveTo>
                  <a:cubicBezTo>
                    <a:pt x="34" y="0"/>
                    <a:pt x="1" y="401"/>
                    <a:pt x="34" y="868"/>
                  </a:cubicBezTo>
                  <a:cubicBezTo>
                    <a:pt x="67" y="1368"/>
                    <a:pt x="201" y="1868"/>
                    <a:pt x="268" y="2135"/>
                  </a:cubicBezTo>
                  <a:cubicBezTo>
                    <a:pt x="534" y="2903"/>
                    <a:pt x="868" y="3603"/>
                    <a:pt x="1335" y="4237"/>
                  </a:cubicBezTo>
                  <a:cubicBezTo>
                    <a:pt x="1769" y="4871"/>
                    <a:pt x="2336" y="5438"/>
                    <a:pt x="3003" y="5871"/>
                  </a:cubicBezTo>
                  <a:cubicBezTo>
                    <a:pt x="3336" y="6072"/>
                    <a:pt x="3703" y="6138"/>
                    <a:pt x="4070" y="6338"/>
                  </a:cubicBezTo>
                  <a:cubicBezTo>
                    <a:pt x="4437" y="6438"/>
                    <a:pt x="4837" y="6572"/>
                    <a:pt x="5204" y="6672"/>
                  </a:cubicBezTo>
                  <a:cubicBezTo>
                    <a:pt x="5938" y="6839"/>
                    <a:pt x="6705" y="7006"/>
                    <a:pt x="7406" y="7239"/>
                  </a:cubicBezTo>
                  <a:cubicBezTo>
                    <a:pt x="7514" y="7266"/>
                    <a:pt x="7644" y="7315"/>
                    <a:pt x="7778" y="7315"/>
                  </a:cubicBezTo>
                  <a:cubicBezTo>
                    <a:pt x="7809" y="7315"/>
                    <a:pt x="7841" y="7312"/>
                    <a:pt x="7873" y="7306"/>
                  </a:cubicBezTo>
                  <a:cubicBezTo>
                    <a:pt x="8040" y="7406"/>
                    <a:pt x="8207" y="7439"/>
                    <a:pt x="8373" y="7539"/>
                  </a:cubicBezTo>
                  <a:cubicBezTo>
                    <a:pt x="8540" y="7573"/>
                    <a:pt x="8674" y="7639"/>
                    <a:pt x="8840" y="7739"/>
                  </a:cubicBezTo>
                  <a:cubicBezTo>
                    <a:pt x="8940" y="7806"/>
                    <a:pt x="9107" y="7906"/>
                    <a:pt x="9207" y="7940"/>
                  </a:cubicBezTo>
                  <a:cubicBezTo>
                    <a:pt x="9341" y="8040"/>
                    <a:pt x="9407" y="8073"/>
                    <a:pt x="9407" y="8073"/>
                  </a:cubicBezTo>
                  <a:cubicBezTo>
                    <a:pt x="9407" y="8073"/>
                    <a:pt x="9374" y="7973"/>
                    <a:pt x="9241" y="7906"/>
                  </a:cubicBezTo>
                  <a:cubicBezTo>
                    <a:pt x="9174" y="7873"/>
                    <a:pt x="9007" y="7773"/>
                    <a:pt x="8874" y="7639"/>
                  </a:cubicBezTo>
                  <a:cubicBezTo>
                    <a:pt x="8707" y="7573"/>
                    <a:pt x="8540" y="7439"/>
                    <a:pt x="8373" y="7372"/>
                  </a:cubicBezTo>
                  <a:lnTo>
                    <a:pt x="7873" y="7106"/>
                  </a:lnTo>
                  <a:cubicBezTo>
                    <a:pt x="7706" y="7072"/>
                    <a:pt x="7573" y="7039"/>
                    <a:pt x="7439" y="7006"/>
                  </a:cubicBezTo>
                  <a:cubicBezTo>
                    <a:pt x="6705" y="6772"/>
                    <a:pt x="5938" y="6672"/>
                    <a:pt x="5204" y="6505"/>
                  </a:cubicBezTo>
                  <a:cubicBezTo>
                    <a:pt x="4837" y="6405"/>
                    <a:pt x="4437" y="6272"/>
                    <a:pt x="4070" y="6205"/>
                  </a:cubicBezTo>
                  <a:cubicBezTo>
                    <a:pt x="3737" y="6038"/>
                    <a:pt x="3370" y="5938"/>
                    <a:pt x="3036" y="5738"/>
                  </a:cubicBezTo>
                  <a:cubicBezTo>
                    <a:pt x="2402" y="5371"/>
                    <a:pt x="1869" y="4771"/>
                    <a:pt x="1435" y="4170"/>
                  </a:cubicBezTo>
                  <a:cubicBezTo>
                    <a:pt x="1035" y="3503"/>
                    <a:pt x="735" y="2769"/>
                    <a:pt x="534" y="2069"/>
                  </a:cubicBezTo>
                  <a:cubicBezTo>
                    <a:pt x="401" y="1668"/>
                    <a:pt x="268" y="1168"/>
                    <a:pt x="201" y="734"/>
                  </a:cubicBezTo>
                  <a:cubicBezTo>
                    <a:pt x="101" y="334"/>
                    <a:pt x="101"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21" name="Google Shape;5721;p69"/>
            <p:cNvSpPr/>
            <p:nvPr/>
          </p:nvSpPr>
          <p:spPr>
            <a:xfrm>
              <a:off x="4528168" y="3027033"/>
              <a:ext cx="59692" cy="21520"/>
            </a:xfrm>
            <a:custGeom>
              <a:avLst/>
              <a:gdLst/>
              <a:ahLst/>
              <a:cxnLst/>
              <a:rect l="l" t="t" r="r" b="b"/>
              <a:pathLst>
                <a:path w="3703" h="1335" extrusionOk="0">
                  <a:moveTo>
                    <a:pt x="34" y="1"/>
                  </a:moveTo>
                  <a:cubicBezTo>
                    <a:pt x="34" y="1"/>
                    <a:pt x="0" y="134"/>
                    <a:pt x="0" y="301"/>
                  </a:cubicBezTo>
                  <a:cubicBezTo>
                    <a:pt x="34" y="401"/>
                    <a:pt x="34" y="468"/>
                    <a:pt x="67" y="568"/>
                  </a:cubicBezTo>
                  <a:cubicBezTo>
                    <a:pt x="134" y="634"/>
                    <a:pt x="167" y="668"/>
                    <a:pt x="200" y="735"/>
                  </a:cubicBezTo>
                  <a:cubicBezTo>
                    <a:pt x="667" y="1068"/>
                    <a:pt x="1168" y="1101"/>
                    <a:pt x="1635" y="1168"/>
                  </a:cubicBezTo>
                  <a:cubicBezTo>
                    <a:pt x="2068" y="1235"/>
                    <a:pt x="2569" y="1268"/>
                    <a:pt x="3036" y="1335"/>
                  </a:cubicBezTo>
                  <a:lnTo>
                    <a:pt x="3669" y="1335"/>
                  </a:lnTo>
                  <a:cubicBezTo>
                    <a:pt x="3703" y="1268"/>
                    <a:pt x="3169" y="1101"/>
                    <a:pt x="3002" y="1101"/>
                  </a:cubicBezTo>
                  <a:cubicBezTo>
                    <a:pt x="2809" y="1115"/>
                    <a:pt x="2610" y="1123"/>
                    <a:pt x="2410" y="1123"/>
                  </a:cubicBezTo>
                  <a:cubicBezTo>
                    <a:pt x="2127" y="1123"/>
                    <a:pt x="1842" y="1107"/>
                    <a:pt x="1568" y="1068"/>
                  </a:cubicBezTo>
                  <a:cubicBezTo>
                    <a:pt x="1134" y="968"/>
                    <a:pt x="667" y="835"/>
                    <a:pt x="367" y="501"/>
                  </a:cubicBezTo>
                  <a:lnTo>
                    <a:pt x="234" y="401"/>
                  </a:lnTo>
                  <a:cubicBezTo>
                    <a:pt x="234" y="334"/>
                    <a:pt x="200" y="268"/>
                    <a:pt x="167" y="234"/>
                  </a:cubicBezTo>
                  <a:cubicBezTo>
                    <a:pt x="100" y="101"/>
                    <a:pt x="67" y="1"/>
                    <a:pt x="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22" name="Google Shape;5722;p69"/>
            <p:cNvSpPr/>
            <p:nvPr/>
          </p:nvSpPr>
          <p:spPr>
            <a:xfrm>
              <a:off x="4448584" y="3007431"/>
              <a:ext cx="73685" cy="37398"/>
            </a:xfrm>
            <a:custGeom>
              <a:avLst/>
              <a:gdLst/>
              <a:ahLst/>
              <a:cxnLst/>
              <a:rect l="l" t="t" r="r" b="b"/>
              <a:pathLst>
                <a:path w="4571" h="2320" extrusionOk="0">
                  <a:moveTo>
                    <a:pt x="41" y="1"/>
                  </a:moveTo>
                  <a:cubicBezTo>
                    <a:pt x="15" y="1"/>
                    <a:pt x="0" y="5"/>
                    <a:pt x="0" y="16"/>
                  </a:cubicBezTo>
                  <a:cubicBezTo>
                    <a:pt x="0" y="16"/>
                    <a:pt x="134" y="149"/>
                    <a:pt x="301" y="216"/>
                  </a:cubicBezTo>
                  <a:cubicBezTo>
                    <a:pt x="467" y="316"/>
                    <a:pt x="667" y="349"/>
                    <a:pt x="801" y="349"/>
                  </a:cubicBezTo>
                  <a:cubicBezTo>
                    <a:pt x="1101" y="349"/>
                    <a:pt x="1401" y="349"/>
                    <a:pt x="1668" y="383"/>
                  </a:cubicBezTo>
                  <a:cubicBezTo>
                    <a:pt x="1968" y="449"/>
                    <a:pt x="2269" y="550"/>
                    <a:pt x="2502" y="683"/>
                  </a:cubicBezTo>
                  <a:cubicBezTo>
                    <a:pt x="3002" y="983"/>
                    <a:pt x="3436" y="1383"/>
                    <a:pt x="3836" y="1817"/>
                  </a:cubicBezTo>
                  <a:cubicBezTo>
                    <a:pt x="4060" y="1977"/>
                    <a:pt x="4467" y="2320"/>
                    <a:pt x="4560" y="2320"/>
                  </a:cubicBezTo>
                  <a:cubicBezTo>
                    <a:pt x="4564" y="2320"/>
                    <a:pt x="4567" y="2319"/>
                    <a:pt x="4570" y="2317"/>
                  </a:cubicBezTo>
                  <a:cubicBezTo>
                    <a:pt x="4570" y="2284"/>
                    <a:pt x="4170" y="1784"/>
                    <a:pt x="4003" y="1617"/>
                  </a:cubicBezTo>
                  <a:cubicBezTo>
                    <a:pt x="3570" y="1217"/>
                    <a:pt x="3103" y="850"/>
                    <a:pt x="2569" y="550"/>
                  </a:cubicBezTo>
                  <a:cubicBezTo>
                    <a:pt x="2302" y="449"/>
                    <a:pt x="2002" y="283"/>
                    <a:pt x="1735" y="216"/>
                  </a:cubicBezTo>
                  <a:cubicBezTo>
                    <a:pt x="1435" y="149"/>
                    <a:pt x="1134" y="116"/>
                    <a:pt x="834" y="49"/>
                  </a:cubicBezTo>
                  <a:cubicBezTo>
                    <a:pt x="667" y="16"/>
                    <a:pt x="467" y="16"/>
                    <a:pt x="301" y="16"/>
                  </a:cubicBezTo>
                  <a:cubicBezTo>
                    <a:pt x="189" y="16"/>
                    <a:pt x="93" y="1"/>
                    <a:pt x="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23" name="Google Shape;5723;p69"/>
            <p:cNvSpPr/>
            <p:nvPr/>
          </p:nvSpPr>
          <p:spPr>
            <a:xfrm>
              <a:off x="4386199" y="2979108"/>
              <a:ext cx="51100" cy="26114"/>
            </a:xfrm>
            <a:custGeom>
              <a:avLst/>
              <a:gdLst/>
              <a:ahLst/>
              <a:cxnLst/>
              <a:rect l="l" t="t" r="r" b="b"/>
              <a:pathLst>
                <a:path w="3170" h="1620" extrusionOk="0">
                  <a:moveTo>
                    <a:pt x="43" y="1"/>
                  </a:moveTo>
                  <a:cubicBezTo>
                    <a:pt x="37" y="1"/>
                    <a:pt x="34" y="2"/>
                    <a:pt x="34" y="5"/>
                  </a:cubicBezTo>
                  <a:cubicBezTo>
                    <a:pt x="1" y="72"/>
                    <a:pt x="301" y="405"/>
                    <a:pt x="435" y="472"/>
                  </a:cubicBezTo>
                  <a:cubicBezTo>
                    <a:pt x="1135" y="839"/>
                    <a:pt x="1769" y="1339"/>
                    <a:pt x="2603" y="1606"/>
                  </a:cubicBezTo>
                  <a:cubicBezTo>
                    <a:pt x="2622" y="1616"/>
                    <a:pt x="2650" y="1620"/>
                    <a:pt x="2684" y="1620"/>
                  </a:cubicBezTo>
                  <a:cubicBezTo>
                    <a:pt x="2764" y="1620"/>
                    <a:pt x="2875" y="1596"/>
                    <a:pt x="2970" y="1573"/>
                  </a:cubicBezTo>
                  <a:cubicBezTo>
                    <a:pt x="3103" y="1573"/>
                    <a:pt x="3170" y="1506"/>
                    <a:pt x="3170" y="1473"/>
                  </a:cubicBezTo>
                  <a:cubicBezTo>
                    <a:pt x="3170" y="1439"/>
                    <a:pt x="3103" y="1439"/>
                    <a:pt x="2970" y="1406"/>
                  </a:cubicBezTo>
                  <a:cubicBezTo>
                    <a:pt x="2936" y="1339"/>
                    <a:pt x="2836" y="1339"/>
                    <a:pt x="2803" y="1339"/>
                  </a:cubicBezTo>
                  <a:cubicBezTo>
                    <a:pt x="2770" y="1339"/>
                    <a:pt x="2703" y="1306"/>
                    <a:pt x="2669" y="1306"/>
                  </a:cubicBezTo>
                  <a:lnTo>
                    <a:pt x="2369" y="1272"/>
                  </a:lnTo>
                  <a:lnTo>
                    <a:pt x="2102" y="1172"/>
                  </a:lnTo>
                  <a:cubicBezTo>
                    <a:pt x="1869" y="1139"/>
                    <a:pt x="1702" y="1006"/>
                    <a:pt x="1535" y="939"/>
                  </a:cubicBezTo>
                  <a:cubicBezTo>
                    <a:pt x="1202" y="739"/>
                    <a:pt x="868" y="472"/>
                    <a:pt x="601" y="238"/>
                  </a:cubicBezTo>
                  <a:cubicBezTo>
                    <a:pt x="449" y="147"/>
                    <a:pt x="10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24" name="Google Shape;5724;p69"/>
            <p:cNvSpPr/>
            <p:nvPr/>
          </p:nvSpPr>
          <p:spPr>
            <a:xfrm>
              <a:off x="4417391" y="3016893"/>
              <a:ext cx="70992" cy="19844"/>
            </a:xfrm>
            <a:custGeom>
              <a:avLst/>
              <a:gdLst/>
              <a:ahLst/>
              <a:cxnLst/>
              <a:rect l="l" t="t" r="r" b="b"/>
              <a:pathLst>
                <a:path w="4404" h="1231" extrusionOk="0">
                  <a:moveTo>
                    <a:pt x="27" y="1"/>
                  </a:moveTo>
                  <a:cubicBezTo>
                    <a:pt x="10" y="1"/>
                    <a:pt x="1" y="9"/>
                    <a:pt x="1" y="29"/>
                  </a:cubicBezTo>
                  <a:cubicBezTo>
                    <a:pt x="1" y="29"/>
                    <a:pt x="67" y="129"/>
                    <a:pt x="234" y="229"/>
                  </a:cubicBezTo>
                  <a:cubicBezTo>
                    <a:pt x="401" y="363"/>
                    <a:pt x="601" y="396"/>
                    <a:pt x="701" y="396"/>
                  </a:cubicBezTo>
                  <a:cubicBezTo>
                    <a:pt x="830" y="404"/>
                    <a:pt x="955" y="406"/>
                    <a:pt x="1078" y="406"/>
                  </a:cubicBezTo>
                  <a:cubicBezTo>
                    <a:pt x="1297" y="406"/>
                    <a:pt x="1511" y="398"/>
                    <a:pt x="1728" y="398"/>
                  </a:cubicBezTo>
                  <a:cubicBezTo>
                    <a:pt x="1926" y="398"/>
                    <a:pt x="2126" y="405"/>
                    <a:pt x="2336" y="430"/>
                  </a:cubicBezTo>
                  <a:cubicBezTo>
                    <a:pt x="2869" y="463"/>
                    <a:pt x="3403" y="596"/>
                    <a:pt x="3837" y="863"/>
                  </a:cubicBezTo>
                  <a:cubicBezTo>
                    <a:pt x="3903" y="897"/>
                    <a:pt x="4070" y="1030"/>
                    <a:pt x="4170" y="1097"/>
                  </a:cubicBezTo>
                  <a:cubicBezTo>
                    <a:pt x="4270" y="1197"/>
                    <a:pt x="4404" y="1230"/>
                    <a:pt x="4404" y="1230"/>
                  </a:cubicBezTo>
                  <a:cubicBezTo>
                    <a:pt x="4404" y="1230"/>
                    <a:pt x="4370" y="1097"/>
                    <a:pt x="4237" y="930"/>
                  </a:cubicBezTo>
                  <a:cubicBezTo>
                    <a:pt x="4104" y="763"/>
                    <a:pt x="3937" y="630"/>
                    <a:pt x="3870" y="596"/>
                  </a:cubicBezTo>
                  <a:cubicBezTo>
                    <a:pt x="3370" y="329"/>
                    <a:pt x="2836" y="296"/>
                    <a:pt x="2269" y="263"/>
                  </a:cubicBezTo>
                  <a:cubicBezTo>
                    <a:pt x="1735" y="163"/>
                    <a:pt x="1201" y="229"/>
                    <a:pt x="701" y="96"/>
                  </a:cubicBezTo>
                  <a:cubicBezTo>
                    <a:pt x="568" y="96"/>
                    <a:pt x="368" y="96"/>
                    <a:pt x="234" y="63"/>
                  </a:cubicBezTo>
                  <a:cubicBezTo>
                    <a:pt x="142" y="40"/>
                    <a:pt x="66"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25" name="Google Shape;5725;p69"/>
            <p:cNvSpPr/>
            <p:nvPr/>
          </p:nvSpPr>
          <p:spPr>
            <a:xfrm>
              <a:off x="4833046" y="3106617"/>
              <a:ext cx="136601" cy="122077"/>
            </a:xfrm>
            <a:custGeom>
              <a:avLst/>
              <a:gdLst/>
              <a:ahLst/>
              <a:cxnLst/>
              <a:rect l="l" t="t" r="r" b="b"/>
              <a:pathLst>
                <a:path w="8474" h="7573" extrusionOk="0">
                  <a:moveTo>
                    <a:pt x="1" y="1"/>
                  </a:moveTo>
                  <a:cubicBezTo>
                    <a:pt x="1" y="1"/>
                    <a:pt x="1" y="134"/>
                    <a:pt x="134" y="201"/>
                  </a:cubicBezTo>
                  <a:cubicBezTo>
                    <a:pt x="268" y="267"/>
                    <a:pt x="434" y="367"/>
                    <a:pt x="634" y="401"/>
                  </a:cubicBezTo>
                  <a:cubicBezTo>
                    <a:pt x="1068" y="534"/>
                    <a:pt x="1502" y="568"/>
                    <a:pt x="1769" y="601"/>
                  </a:cubicBezTo>
                  <a:cubicBezTo>
                    <a:pt x="1935" y="601"/>
                    <a:pt x="2102" y="601"/>
                    <a:pt x="2269" y="668"/>
                  </a:cubicBezTo>
                  <a:cubicBezTo>
                    <a:pt x="2369" y="701"/>
                    <a:pt x="2536" y="734"/>
                    <a:pt x="2669" y="834"/>
                  </a:cubicBezTo>
                  <a:cubicBezTo>
                    <a:pt x="2969" y="1001"/>
                    <a:pt x="3203" y="1201"/>
                    <a:pt x="3436" y="1435"/>
                  </a:cubicBezTo>
                  <a:cubicBezTo>
                    <a:pt x="3903" y="1969"/>
                    <a:pt x="4237" y="2536"/>
                    <a:pt x="4604" y="3069"/>
                  </a:cubicBezTo>
                  <a:cubicBezTo>
                    <a:pt x="4971" y="3670"/>
                    <a:pt x="5338" y="4204"/>
                    <a:pt x="5771" y="4737"/>
                  </a:cubicBezTo>
                  <a:cubicBezTo>
                    <a:pt x="5972" y="5004"/>
                    <a:pt x="6172" y="5304"/>
                    <a:pt x="6405" y="5538"/>
                  </a:cubicBezTo>
                  <a:lnTo>
                    <a:pt x="7072" y="6338"/>
                  </a:lnTo>
                  <a:cubicBezTo>
                    <a:pt x="7273" y="6572"/>
                    <a:pt x="7639" y="6905"/>
                    <a:pt x="7873" y="7139"/>
                  </a:cubicBezTo>
                  <a:cubicBezTo>
                    <a:pt x="8173" y="7372"/>
                    <a:pt x="8473" y="7573"/>
                    <a:pt x="8473" y="7573"/>
                  </a:cubicBezTo>
                  <a:cubicBezTo>
                    <a:pt x="8473" y="7539"/>
                    <a:pt x="8273" y="7306"/>
                    <a:pt x="7973" y="6972"/>
                  </a:cubicBezTo>
                  <a:cubicBezTo>
                    <a:pt x="7673" y="6639"/>
                    <a:pt x="7339" y="6305"/>
                    <a:pt x="7172" y="6072"/>
                  </a:cubicBezTo>
                  <a:lnTo>
                    <a:pt x="6505" y="5371"/>
                  </a:lnTo>
                  <a:cubicBezTo>
                    <a:pt x="6305" y="5171"/>
                    <a:pt x="6105" y="4871"/>
                    <a:pt x="5872" y="4637"/>
                  </a:cubicBezTo>
                  <a:cubicBezTo>
                    <a:pt x="5471" y="4103"/>
                    <a:pt x="5104" y="3536"/>
                    <a:pt x="4704" y="3003"/>
                  </a:cubicBezTo>
                  <a:cubicBezTo>
                    <a:pt x="4337" y="2436"/>
                    <a:pt x="4004" y="1869"/>
                    <a:pt x="3603" y="1335"/>
                  </a:cubicBezTo>
                  <a:cubicBezTo>
                    <a:pt x="3336" y="1068"/>
                    <a:pt x="3103" y="834"/>
                    <a:pt x="2803" y="668"/>
                  </a:cubicBezTo>
                  <a:lnTo>
                    <a:pt x="2536" y="534"/>
                  </a:lnTo>
                  <a:cubicBezTo>
                    <a:pt x="2469" y="501"/>
                    <a:pt x="2369" y="501"/>
                    <a:pt x="2302" y="468"/>
                  </a:cubicBezTo>
                  <a:cubicBezTo>
                    <a:pt x="2136" y="401"/>
                    <a:pt x="1969" y="401"/>
                    <a:pt x="1802" y="367"/>
                  </a:cubicBezTo>
                  <a:cubicBezTo>
                    <a:pt x="1435" y="334"/>
                    <a:pt x="968" y="301"/>
                    <a:pt x="601" y="234"/>
                  </a:cubicBezTo>
                  <a:cubicBezTo>
                    <a:pt x="434" y="201"/>
                    <a:pt x="268" y="167"/>
                    <a:pt x="167" y="134"/>
                  </a:cubicBezTo>
                  <a:cubicBezTo>
                    <a:pt x="67" y="34"/>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26" name="Google Shape;5726;p69"/>
            <p:cNvSpPr/>
            <p:nvPr/>
          </p:nvSpPr>
          <p:spPr>
            <a:xfrm>
              <a:off x="4864770" y="3129008"/>
              <a:ext cx="65076" cy="77666"/>
            </a:xfrm>
            <a:custGeom>
              <a:avLst/>
              <a:gdLst/>
              <a:ahLst/>
              <a:cxnLst/>
              <a:rect l="l" t="t" r="r" b="b"/>
              <a:pathLst>
                <a:path w="4037" h="4818" extrusionOk="0">
                  <a:moveTo>
                    <a:pt x="29" y="0"/>
                  </a:moveTo>
                  <a:cubicBezTo>
                    <a:pt x="11" y="0"/>
                    <a:pt x="1" y="4"/>
                    <a:pt x="1" y="13"/>
                  </a:cubicBezTo>
                  <a:cubicBezTo>
                    <a:pt x="1" y="13"/>
                    <a:pt x="134" y="146"/>
                    <a:pt x="301" y="279"/>
                  </a:cubicBezTo>
                  <a:cubicBezTo>
                    <a:pt x="401" y="446"/>
                    <a:pt x="601" y="613"/>
                    <a:pt x="668" y="680"/>
                  </a:cubicBezTo>
                  <a:cubicBezTo>
                    <a:pt x="1202" y="1180"/>
                    <a:pt x="1635" y="1780"/>
                    <a:pt x="2002" y="2348"/>
                  </a:cubicBezTo>
                  <a:lnTo>
                    <a:pt x="3270" y="4115"/>
                  </a:lnTo>
                  <a:cubicBezTo>
                    <a:pt x="3463" y="4341"/>
                    <a:pt x="3939" y="4818"/>
                    <a:pt x="3999" y="4818"/>
                  </a:cubicBezTo>
                  <a:cubicBezTo>
                    <a:pt x="4001" y="4818"/>
                    <a:pt x="4003" y="4817"/>
                    <a:pt x="4004" y="4816"/>
                  </a:cubicBezTo>
                  <a:cubicBezTo>
                    <a:pt x="4037" y="4783"/>
                    <a:pt x="3637" y="4115"/>
                    <a:pt x="3470" y="3915"/>
                  </a:cubicBezTo>
                  <a:cubicBezTo>
                    <a:pt x="3203" y="3648"/>
                    <a:pt x="2970" y="3382"/>
                    <a:pt x="2769" y="3115"/>
                  </a:cubicBezTo>
                  <a:cubicBezTo>
                    <a:pt x="2536" y="2848"/>
                    <a:pt x="2336" y="2548"/>
                    <a:pt x="2136" y="2281"/>
                  </a:cubicBezTo>
                  <a:cubicBezTo>
                    <a:pt x="1702" y="1680"/>
                    <a:pt x="1335" y="1080"/>
                    <a:pt x="868" y="513"/>
                  </a:cubicBezTo>
                  <a:cubicBezTo>
                    <a:pt x="768" y="346"/>
                    <a:pt x="501" y="179"/>
                    <a:pt x="334" y="113"/>
                  </a:cubicBezTo>
                  <a:cubicBezTo>
                    <a:pt x="209" y="38"/>
                    <a:pt x="84"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27" name="Google Shape;5727;p69"/>
            <p:cNvSpPr/>
            <p:nvPr/>
          </p:nvSpPr>
          <p:spPr>
            <a:xfrm>
              <a:off x="4999211" y="3281906"/>
              <a:ext cx="137665" cy="112066"/>
            </a:xfrm>
            <a:custGeom>
              <a:avLst/>
              <a:gdLst/>
              <a:ahLst/>
              <a:cxnLst/>
              <a:rect l="l" t="t" r="r" b="b"/>
              <a:pathLst>
                <a:path w="8540" h="6952" extrusionOk="0">
                  <a:moveTo>
                    <a:pt x="0" y="1"/>
                  </a:moveTo>
                  <a:cubicBezTo>
                    <a:pt x="0" y="1"/>
                    <a:pt x="33" y="368"/>
                    <a:pt x="167" y="835"/>
                  </a:cubicBezTo>
                  <a:cubicBezTo>
                    <a:pt x="300" y="1302"/>
                    <a:pt x="467" y="1802"/>
                    <a:pt x="534" y="2036"/>
                  </a:cubicBezTo>
                  <a:cubicBezTo>
                    <a:pt x="834" y="2770"/>
                    <a:pt x="1134" y="3437"/>
                    <a:pt x="1301" y="4171"/>
                  </a:cubicBezTo>
                  <a:cubicBezTo>
                    <a:pt x="1368" y="4538"/>
                    <a:pt x="1468" y="4904"/>
                    <a:pt x="1635" y="5271"/>
                  </a:cubicBezTo>
                  <a:cubicBezTo>
                    <a:pt x="1768" y="5605"/>
                    <a:pt x="1968" y="5972"/>
                    <a:pt x="2268" y="6205"/>
                  </a:cubicBezTo>
                  <a:cubicBezTo>
                    <a:pt x="2535" y="6506"/>
                    <a:pt x="2869" y="6672"/>
                    <a:pt x="3269" y="6806"/>
                  </a:cubicBezTo>
                  <a:cubicBezTo>
                    <a:pt x="3549" y="6908"/>
                    <a:pt x="3849" y="6951"/>
                    <a:pt x="4154" y="6951"/>
                  </a:cubicBezTo>
                  <a:cubicBezTo>
                    <a:pt x="4248" y="6951"/>
                    <a:pt x="4342" y="6947"/>
                    <a:pt x="4437" y="6939"/>
                  </a:cubicBezTo>
                  <a:cubicBezTo>
                    <a:pt x="5170" y="6873"/>
                    <a:pt x="5938" y="6639"/>
                    <a:pt x="6638" y="6339"/>
                  </a:cubicBezTo>
                  <a:cubicBezTo>
                    <a:pt x="6972" y="6205"/>
                    <a:pt x="7472" y="5972"/>
                    <a:pt x="7872" y="5672"/>
                  </a:cubicBezTo>
                  <a:cubicBezTo>
                    <a:pt x="8273" y="5405"/>
                    <a:pt x="8539" y="5171"/>
                    <a:pt x="8539" y="5171"/>
                  </a:cubicBezTo>
                  <a:lnTo>
                    <a:pt x="8539" y="5171"/>
                  </a:lnTo>
                  <a:cubicBezTo>
                    <a:pt x="8506" y="5171"/>
                    <a:pt x="8139" y="5338"/>
                    <a:pt x="7706" y="5538"/>
                  </a:cubicBezTo>
                  <a:cubicBezTo>
                    <a:pt x="7272" y="5738"/>
                    <a:pt x="6772" y="5972"/>
                    <a:pt x="6505" y="6072"/>
                  </a:cubicBezTo>
                  <a:cubicBezTo>
                    <a:pt x="5838" y="6372"/>
                    <a:pt x="5137" y="6672"/>
                    <a:pt x="4370" y="6706"/>
                  </a:cubicBezTo>
                  <a:cubicBezTo>
                    <a:pt x="4262" y="6725"/>
                    <a:pt x="4155" y="6733"/>
                    <a:pt x="4048" y="6733"/>
                  </a:cubicBezTo>
                  <a:cubicBezTo>
                    <a:pt x="3791" y="6733"/>
                    <a:pt x="3538" y="6686"/>
                    <a:pt x="3302" y="6639"/>
                  </a:cubicBezTo>
                  <a:cubicBezTo>
                    <a:pt x="2969" y="6506"/>
                    <a:pt x="2635" y="6339"/>
                    <a:pt x="2368" y="6072"/>
                  </a:cubicBezTo>
                  <a:cubicBezTo>
                    <a:pt x="2135" y="5838"/>
                    <a:pt x="1935" y="5505"/>
                    <a:pt x="1801" y="5171"/>
                  </a:cubicBezTo>
                  <a:cubicBezTo>
                    <a:pt x="1635" y="4804"/>
                    <a:pt x="1534" y="4471"/>
                    <a:pt x="1468" y="4071"/>
                  </a:cubicBezTo>
                  <a:cubicBezTo>
                    <a:pt x="1301" y="3337"/>
                    <a:pt x="1034" y="2636"/>
                    <a:pt x="801" y="1936"/>
                  </a:cubicBezTo>
                  <a:cubicBezTo>
                    <a:pt x="667" y="1535"/>
                    <a:pt x="467" y="1035"/>
                    <a:pt x="300" y="668"/>
                  </a:cubicBezTo>
                  <a:cubicBezTo>
                    <a:pt x="167" y="301"/>
                    <a:pt x="33"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28" name="Google Shape;5728;p69"/>
            <p:cNvSpPr/>
            <p:nvPr/>
          </p:nvSpPr>
          <p:spPr>
            <a:xfrm>
              <a:off x="5007271" y="3356655"/>
              <a:ext cx="51100" cy="53792"/>
            </a:xfrm>
            <a:custGeom>
              <a:avLst/>
              <a:gdLst/>
              <a:ahLst/>
              <a:cxnLst/>
              <a:rect l="l" t="t" r="r" b="b"/>
              <a:pathLst>
                <a:path w="3170" h="3337" extrusionOk="0">
                  <a:moveTo>
                    <a:pt x="34" y="1"/>
                  </a:moveTo>
                  <a:cubicBezTo>
                    <a:pt x="34" y="1"/>
                    <a:pt x="0" y="167"/>
                    <a:pt x="0" y="334"/>
                  </a:cubicBezTo>
                  <a:cubicBezTo>
                    <a:pt x="0" y="501"/>
                    <a:pt x="0" y="701"/>
                    <a:pt x="34" y="801"/>
                  </a:cubicBezTo>
                  <a:cubicBezTo>
                    <a:pt x="267" y="1335"/>
                    <a:pt x="534" y="1835"/>
                    <a:pt x="934" y="2236"/>
                  </a:cubicBezTo>
                  <a:cubicBezTo>
                    <a:pt x="1301" y="2669"/>
                    <a:pt x="1768" y="3036"/>
                    <a:pt x="2302" y="3236"/>
                  </a:cubicBezTo>
                  <a:cubicBezTo>
                    <a:pt x="2469" y="3303"/>
                    <a:pt x="2669" y="3303"/>
                    <a:pt x="2836" y="3336"/>
                  </a:cubicBezTo>
                  <a:cubicBezTo>
                    <a:pt x="3036" y="3270"/>
                    <a:pt x="3169" y="3236"/>
                    <a:pt x="3169" y="3236"/>
                  </a:cubicBezTo>
                  <a:lnTo>
                    <a:pt x="2836" y="3170"/>
                  </a:lnTo>
                  <a:cubicBezTo>
                    <a:pt x="2736" y="3103"/>
                    <a:pt x="2669" y="3069"/>
                    <a:pt x="2569" y="3069"/>
                  </a:cubicBezTo>
                  <a:cubicBezTo>
                    <a:pt x="2502" y="3036"/>
                    <a:pt x="2402" y="3003"/>
                    <a:pt x="2369" y="3003"/>
                  </a:cubicBezTo>
                  <a:cubicBezTo>
                    <a:pt x="1868" y="2903"/>
                    <a:pt x="1368" y="2569"/>
                    <a:pt x="1034" y="2169"/>
                  </a:cubicBezTo>
                  <a:cubicBezTo>
                    <a:pt x="668" y="1735"/>
                    <a:pt x="401" y="1235"/>
                    <a:pt x="334" y="701"/>
                  </a:cubicBezTo>
                  <a:cubicBezTo>
                    <a:pt x="201" y="468"/>
                    <a:pt x="100" y="1"/>
                    <a:pt x="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29" name="Google Shape;5729;p69"/>
            <p:cNvSpPr/>
            <p:nvPr/>
          </p:nvSpPr>
          <p:spPr>
            <a:xfrm>
              <a:off x="5160523" y="2286303"/>
              <a:ext cx="97333" cy="124527"/>
            </a:xfrm>
            <a:custGeom>
              <a:avLst/>
              <a:gdLst/>
              <a:ahLst/>
              <a:cxnLst/>
              <a:rect l="l" t="t" r="r" b="b"/>
              <a:pathLst>
                <a:path w="6038" h="7725" extrusionOk="0">
                  <a:moveTo>
                    <a:pt x="1" y="1"/>
                  </a:moveTo>
                  <a:cubicBezTo>
                    <a:pt x="0" y="1"/>
                    <a:pt x="0" y="6"/>
                    <a:pt x="0" y="19"/>
                  </a:cubicBezTo>
                  <a:cubicBezTo>
                    <a:pt x="0" y="19"/>
                    <a:pt x="2" y="20"/>
                    <a:pt x="5" y="23"/>
                  </a:cubicBezTo>
                  <a:lnTo>
                    <a:pt x="5" y="23"/>
                  </a:lnTo>
                  <a:cubicBezTo>
                    <a:pt x="2" y="9"/>
                    <a:pt x="1" y="1"/>
                    <a:pt x="1" y="1"/>
                  </a:cubicBezTo>
                  <a:close/>
                  <a:moveTo>
                    <a:pt x="5" y="23"/>
                  </a:moveTo>
                  <a:cubicBezTo>
                    <a:pt x="12" y="58"/>
                    <a:pt x="28" y="127"/>
                    <a:pt x="67" y="186"/>
                  </a:cubicBezTo>
                  <a:cubicBezTo>
                    <a:pt x="167" y="286"/>
                    <a:pt x="300" y="386"/>
                    <a:pt x="400" y="519"/>
                  </a:cubicBezTo>
                  <a:cubicBezTo>
                    <a:pt x="667" y="719"/>
                    <a:pt x="1001" y="953"/>
                    <a:pt x="1168" y="1086"/>
                  </a:cubicBezTo>
                  <a:cubicBezTo>
                    <a:pt x="2035" y="1753"/>
                    <a:pt x="2669" y="2787"/>
                    <a:pt x="3036" y="3855"/>
                  </a:cubicBezTo>
                  <a:cubicBezTo>
                    <a:pt x="3202" y="4389"/>
                    <a:pt x="3303" y="4956"/>
                    <a:pt x="3503" y="5523"/>
                  </a:cubicBezTo>
                  <a:cubicBezTo>
                    <a:pt x="3703" y="6090"/>
                    <a:pt x="4136" y="6557"/>
                    <a:pt x="4537" y="6924"/>
                  </a:cubicBezTo>
                  <a:cubicBezTo>
                    <a:pt x="4770" y="7090"/>
                    <a:pt x="5137" y="7357"/>
                    <a:pt x="5437" y="7424"/>
                  </a:cubicBezTo>
                  <a:lnTo>
                    <a:pt x="6004" y="7724"/>
                  </a:lnTo>
                  <a:cubicBezTo>
                    <a:pt x="6038" y="7658"/>
                    <a:pt x="5004" y="6924"/>
                    <a:pt x="4704" y="6657"/>
                  </a:cubicBezTo>
                  <a:cubicBezTo>
                    <a:pt x="4303" y="6323"/>
                    <a:pt x="3870" y="5923"/>
                    <a:pt x="3669" y="5389"/>
                  </a:cubicBezTo>
                  <a:cubicBezTo>
                    <a:pt x="3469" y="4889"/>
                    <a:pt x="3336" y="4322"/>
                    <a:pt x="3169" y="3755"/>
                  </a:cubicBezTo>
                  <a:cubicBezTo>
                    <a:pt x="2802" y="2687"/>
                    <a:pt x="2202" y="1620"/>
                    <a:pt x="1334" y="853"/>
                  </a:cubicBezTo>
                  <a:cubicBezTo>
                    <a:pt x="1101" y="686"/>
                    <a:pt x="701" y="452"/>
                    <a:pt x="467" y="319"/>
                  </a:cubicBezTo>
                  <a:cubicBezTo>
                    <a:pt x="334" y="219"/>
                    <a:pt x="200" y="152"/>
                    <a:pt x="134" y="85"/>
                  </a:cubicBezTo>
                  <a:cubicBezTo>
                    <a:pt x="55" y="59"/>
                    <a:pt x="17" y="33"/>
                    <a:pt x="5"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30" name="Google Shape;5730;p69"/>
            <p:cNvSpPr/>
            <p:nvPr/>
          </p:nvSpPr>
          <p:spPr>
            <a:xfrm>
              <a:off x="5034691" y="2255159"/>
              <a:ext cx="115097" cy="30306"/>
            </a:xfrm>
            <a:custGeom>
              <a:avLst/>
              <a:gdLst/>
              <a:ahLst/>
              <a:cxnLst/>
              <a:rect l="l" t="t" r="r" b="b"/>
              <a:pathLst>
                <a:path w="7140" h="1880" extrusionOk="0">
                  <a:moveTo>
                    <a:pt x="148" y="1"/>
                  </a:moveTo>
                  <a:cubicBezTo>
                    <a:pt x="106" y="1"/>
                    <a:pt x="78" y="6"/>
                    <a:pt x="67" y="16"/>
                  </a:cubicBezTo>
                  <a:cubicBezTo>
                    <a:pt x="1" y="49"/>
                    <a:pt x="835" y="450"/>
                    <a:pt x="1135" y="516"/>
                  </a:cubicBezTo>
                  <a:lnTo>
                    <a:pt x="3503" y="1150"/>
                  </a:lnTo>
                  <a:cubicBezTo>
                    <a:pt x="3937" y="1284"/>
                    <a:pt x="4304" y="1350"/>
                    <a:pt x="4737" y="1484"/>
                  </a:cubicBezTo>
                  <a:cubicBezTo>
                    <a:pt x="5138" y="1550"/>
                    <a:pt x="5571" y="1651"/>
                    <a:pt x="5938" y="1717"/>
                  </a:cubicBezTo>
                  <a:cubicBezTo>
                    <a:pt x="6072" y="1717"/>
                    <a:pt x="6172" y="1784"/>
                    <a:pt x="6305" y="1784"/>
                  </a:cubicBezTo>
                  <a:cubicBezTo>
                    <a:pt x="6439" y="1784"/>
                    <a:pt x="6572" y="1817"/>
                    <a:pt x="6672" y="1817"/>
                  </a:cubicBezTo>
                  <a:cubicBezTo>
                    <a:pt x="6856" y="1840"/>
                    <a:pt x="6993" y="1879"/>
                    <a:pt x="7060" y="1879"/>
                  </a:cubicBezTo>
                  <a:cubicBezTo>
                    <a:pt x="7090" y="1879"/>
                    <a:pt x="7106" y="1871"/>
                    <a:pt x="7106" y="1851"/>
                  </a:cubicBezTo>
                  <a:cubicBezTo>
                    <a:pt x="7139" y="1817"/>
                    <a:pt x="6305" y="1484"/>
                    <a:pt x="6005" y="1450"/>
                  </a:cubicBezTo>
                  <a:cubicBezTo>
                    <a:pt x="5605" y="1417"/>
                    <a:pt x="5238" y="1350"/>
                    <a:pt x="4804" y="1284"/>
                  </a:cubicBezTo>
                  <a:cubicBezTo>
                    <a:pt x="4437" y="1184"/>
                    <a:pt x="4003" y="1117"/>
                    <a:pt x="3637" y="983"/>
                  </a:cubicBezTo>
                  <a:cubicBezTo>
                    <a:pt x="2836" y="783"/>
                    <a:pt x="2069" y="516"/>
                    <a:pt x="1302" y="250"/>
                  </a:cubicBezTo>
                  <a:cubicBezTo>
                    <a:pt x="992" y="137"/>
                    <a:pt x="375" y="1"/>
                    <a:pt x="1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31" name="Google Shape;5731;p69"/>
            <p:cNvSpPr/>
            <p:nvPr/>
          </p:nvSpPr>
          <p:spPr>
            <a:xfrm>
              <a:off x="5106747" y="2263267"/>
              <a:ext cx="111325" cy="69058"/>
            </a:xfrm>
            <a:custGeom>
              <a:avLst/>
              <a:gdLst/>
              <a:ahLst/>
              <a:cxnLst/>
              <a:rect l="l" t="t" r="r" b="b"/>
              <a:pathLst>
                <a:path w="6906" h="4284" extrusionOk="0">
                  <a:moveTo>
                    <a:pt x="714" y="0"/>
                  </a:moveTo>
                  <a:cubicBezTo>
                    <a:pt x="631" y="0"/>
                    <a:pt x="548" y="4"/>
                    <a:pt x="467" y="13"/>
                  </a:cubicBezTo>
                  <a:cubicBezTo>
                    <a:pt x="201" y="13"/>
                    <a:pt x="0" y="80"/>
                    <a:pt x="0" y="113"/>
                  </a:cubicBezTo>
                  <a:cubicBezTo>
                    <a:pt x="0" y="147"/>
                    <a:pt x="267" y="147"/>
                    <a:pt x="534" y="180"/>
                  </a:cubicBezTo>
                  <a:cubicBezTo>
                    <a:pt x="834" y="247"/>
                    <a:pt x="1168" y="280"/>
                    <a:pt x="1335" y="314"/>
                  </a:cubicBezTo>
                  <a:cubicBezTo>
                    <a:pt x="1802" y="347"/>
                    <a:pt x="2302" y="447"/>
                    <a:pt x="2769" y="580"/>
                  </a:cubicBezTo>
                  <a:cubicBezTo>
                    <a:pt x="3203" y="647"/>
                    <a:pt x="3703" y="781"/>
                    <a:pt x="4137" y="981"/>
                  </a:cubicBezTo>
                  <a:cubicBezTo>
                    <a:pt x="5004" y="1414"/>
                    <a:pt x="5671" y="2148"/>
                    <a:pt x="6138" y="2982"/>
                  </a:cubicBezTo>
                  <a:cubicBezTo>
                    <a:pt x="6272" y="3182"/>
                    <a:pt x="6438" y="3483"/>
                    <a:pt x="6639" y="3816"/>
                  </a:cubicBezTo>
                  <a:cubicBezTo>
                    <a:pt x="6772" y="4083"/>
                    <a:pt x="6905" y="4283"/>
                    <a:pt x="6905" y="4283"/>
                  </a:cubicBezTo>
                  <a:cubicBezTo>
                    <a:pt x="6905" y="4250"/>
                    <a:pt x="6839" y="3983"/>
                    <a:pt x="6772" y="3683"/>
                  </a:cubicBezTo>
                  <a:cubicBezTo>
                    <a:pt x="6639" y="3416"/>
                    <a:pt x="6505" y="3082"/>
                    <a:pt x="6372" y="2915"/>
                  </a:cubicBezTo>
                  <a:cubicBezTo>
                    <a:pt x="5838" y="2082"/>
                    <a:pt x="5137" y="1314"/>
                    <a:pt x="4203" y="914"/>
                  </a:cubicBezTo>
                  <a:cubicBezTo>
                    <a:pt x="3703" y="747"/>
                    <a:pt x="3269" y="580"/>
                    <a:pt x="2802" y="447"/>
                  </a:cubicBezTo>
                  <a:cubicBezTo>
                    <a:pt x="2335" y="280"/>
                    <a:pt x="1868" y="180"/>
                    <a:pt x="1368" y="80"/>
                  </a:cubicBezTo>
                  <a:cubicBezTo>
                    <a:pt x="1173" y="31"/>
                    <a:pt x="942" y="0"/>
                    <a:pt x="7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32" name="Google Shape;5732;p69"/>
            <p:cNvSpPr/>
            <p:nvPr/>
          </p:nvSpPr>
          <p:spPr>
            <a:xfrm>
              <a:off x="5157299" y="2259898"/>
              <a:ext cx="51632" cy="30483"/>
            </a:xfrm>
            <a:custGeom>
              <a:avLst/>
              <a:gdLst/>
              <a:ahLst/>
              <a:cxnLst/>
              <a:rect l="l" t="t" r="r" b="b"/>
              <a:pathLst>
                <a:path w="3203" h="1891" extrusionOk="0">
                  <a:moveTo>
                    <a:pt x="153" y="0"/>
                  </a:moveTo>
                  <a:cubicBezTo>
                    <a:pt x="63" y="0"/>
                    <a:pt x="0" y="8"/>
                    <a:pt x="0" y="22"/>
                  </a:cubicBezTo>
                  <a:cubicBezTo>
                    <a:pt x="0" y="56"/>
                    <a:pt x="400" y="289"/>
                    <a:pt x="534" y="322"/>
                  </a:cubicBezTo>
                  <a:cubicBezTo>
                    <a:pt x="1368" y="523"/>
                    <a:pt x="2202" y="856"/>
                    <a:pt x="2735" y="1490"/>
                  </a:cubicBezTo>
                  <a:lnTo>
                    <a:pt x="3002" y="1723"/>
                  </a:lnTo>
                  <a:lnTo>
                    <a:pt x="3169" y="1890"/>
                  </a:lnTo>
                  <a:cubicBezTo>
                    <a:pt x="3202" y="1857"/>
                    <a:pt x="3169" y="1723"/>
                    <a:pt x="3136" y="1623"/>
                  </a:cubicBezTo>
                  <a:cubicBezTo>
                    <a:pt x="3069" y="1490"/>
                    <a:pt x="2969" y="1323"/>
                    <a:pt x="2902" y="1290"/>
                  </a:cubicBezTo>
                  <a:cubicBezTo>
                    <a:pt x="2202" y="723"/>
                    <a:pt x="1401" y="456"/>
                    <a:pt x="600" y="56"/>
                  </a:cubicBezTo>
                  <a:cubicBezTo>
                    <a:pt x="464" y="17"/>
                    <a:pt x="281" y="0"/>
                    <a:pt x="1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33" name="Google Shape;5733;p69"/>
            <p:cNvSpPr/>
            <p:nvPr/>
          </p:nvSpPr>
          <p:spPr>
            <a:xfrm>
              <a:off x="5276668" y="2413280"/>
              <a:ext cx="154333" cy="29870"/>
            </a:xfrm>
            <a:custGeom>
              <a:avLst/>
              <a:gdLst/>
              <a:ahLst/>
              <a:cxnLst/>
              <a:rect l="l" t="t" r="r" b="b"/>
              <a:pathLst>
                <a:path w="9574" h="1853" extrusionOk="0">
                  <a:moveTo>
                    <a:pt x="318" y="0"/>
                  </a:moveTo>
                  <a:cubicBezTo>
                    <a:pt x="134" y="0"/>
                    <a:pt x="0" y="24"/>
                    <a:pt x="0" y="47"/>
                  </a:cubicBezTo>
                  <a:cubicBezTo>
                    <a:pt x="0" y="47"/>
                    <a:pt x="267" y="47"/>
                    <a:pt x="601" y="181"/>
                  </a:cubicBezTo>
                  <a:cubicBezTo>
                    <a:pt x="901" y="281"/>
                    <a:pt x="1268" y="381"/>
                    <a:pt x="1468" y="448"/>
                  </a:cubicBezTo>
                  <a:cubicBezTo>
                    <a:pt x="2602" y="614"/>
                    <a:pt x="3670" y="614"/>
                    <a:pt x="4770" y="781"/>
                  </a:cubicBezTo>
                  <a:cubicBezTo>
                    <a:pt x="5804" y="981"/>
                    <a:pt x="6905" y="1148"/>
                    <a:pt x="7939" y="1515"/>
                  </a:cubicBezTo>
                  <a:cubicBezTo>
                    <a:pt x="8402" y="1669"/>
                    <a:pt x="9322" y="1852"/>
                    <a:pt x="9536" y="1852"/>
                  </a:cubicBezTo>
                  <a:cubicBezTo>
                    <a:pt x="9554" y="1852"/>
                    <a:pt x="9566" y="1851"/>
                    <a:pt x="9574" y="1849"/>
                  </a:cubicBezTo>
                  <a:cubicBezTo>
                    <a:pt x="9574" y="1815"/>
                    <a:pt x="8473" y="1382"/>
                    <a:pt x="8073" y="1282"/>
                  </a:cubicBezTo>
                  <a:cubicBezTo>
                    <a:pt x="6972" y="981"/>
                    <a:pt x="5905" y="848"/>
                    <a:pt x="4804" y="648"/>
                  </a:cubicBezTo>
                  <a:cubicBezTo>
                    <a:pt x="3736" y="481"/>
                    <a:pt x="2602" y="381"/>
                    <a:pt x="1568" y="181"/>
                  </a:cubicBezTo>
                  <a:cubicBezTo>
                    <a:pt x="1268" y="147"/>
                    <a:pt x="834" y="47"/>
                    <a:pt x="567" y="14"/>
                  </a:cubicBezTo>
                  <a:cubicBezTo>
                    <a:pt x="479" y="4"/>
                    <a:pt x="394" y="0"/>
                    <a:pt x="3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34" name="Google Shape;5734;p69"/>
            <p:cNvSpPr/>
            <p:nvPr/>
          </p:nvSpPr>
          <p:spPr>
            <a:xfrm>
              <a:off x="5442817" y="2440378"/>
              <a:ext cx="139293" cy="69929"/>
            </a:xfrm>
            <a:custGeom>
              <a:avLst/>
              <a:gdLst/>
              <a:ahLst/>
              <a:cxnLst/>
              <a:rect l="l" t="t" r="r" b="b"/>
              <a:pathLst>
                <a:path w="8641" h="4338" extrusionOk="0">
                  <a:moveTo>
                    <a:pt x="1101" y="1"/>
                  </a:moveTo>
                  <a:cubicBezTo>
                    <a:pt x="935" y="34"/>
                    <a:pt x="701" y="34"/>
                    <a:pt x="534" y="101"/>
                  </a:cubicBezTo>
                  <a:cubicBezTo>
                    <a:pt x="201" y="168"/>
                    <a:pt x="1" y="301"/>
                    <a:pt x="1" y="301"/>
                  </a:cubicBezTo>
                  <a:cubicBezTo>
                    <a:pt x="1" y="308"/>
                    <a:pt x="14" y="310"/>
                    <a:pt x="38" y="310"/>
                  </a:cubicBezTo>
                  <a:cubicBezTo>
                    <a:pt x="134" y="310"/>
                    <a:pt x="401" y="268"/>
                    <a:pt x="668" y="268"/>
                  </a:cubicBezTo>
                  <a:cubicBezTo>
                    <a:pt x="1001" y="268"/>
                    <a:pt x="1435" y="301"/>
                    <a:pt x="1635" y="301"/>
                  </a:cubicBezTo>
                  <a:cubicBezTo>
                    <a:pt x="2202" y="335"/>
                    <a:pt x="2803" y="435"/>
                    <a:pt x="3370" y="501"/>
                  </a:cubicBezTo>
                  <a:cubicBezTo>
                    <a:pt x="3970" y="635"/>
                    <a:pt x="4537" y="668"/>
                    <a:pt x="5138" y="802"/>
                  </a:cubicBezTo>
                  <a:cubicBezTo>
                    <a:pt x="6305" y="1035"/>
                    <a:pt x="7206" y="1869"/>
                    <a:pt x="7806" y="2870"/>
                  </a:cubicBezTo>
                  <a:cubicBezTo>
                    <a:pt x="7873" y="2970"/>
                    <a:pt x="7973" y="3137"/>
                    <a:pt x="8106" y="3237"/>
                  </a:cubicBezTo>
                  <a:lnTo>
                    <a:pt x="8340" y="3770"/>
                  </a:lnTo>
                  <a:cubicBezTo>
                    <a:pt x="8473" y="4104"/>
                    <a:pt x="8640" y="4337"/>
                    <a:pt x="8640" y="4337"/>
                  </a:cubicBezTo>
                  <a:cubicBezTo>
                    <a:pt x="8640" y="4304"/>
                    <a:pt x="8607" y="4004"/>
                    <a:pt x="8473" y="3637"/>
                  </a:cubicBezTo>
                  <a:cubicBezTo>
                    <a:pt x="8440" y="3470"/>
                    <a:pt x="8340" y="3270"/>
                    <a:pt x="8273" y="3103"/>
                  </a:cubicBezTo>
                  <a:lnTo>
                    <a:pt x="8140" y="2836"/>
                  </a:lnTo>
                  <a:cubicBezTo>
                    <a:pt x="8106" y="2803"/>
                    <a:pt x="8040" y="2703"/>
                    <a:pt x="8006" y="2670"/>
                  </a:cubicBezTo>
                  <a:cubicBezTo>
                    <a:pt x="7339" y="1669"/>
                    <a:pt x="6339" y="835"/>
                    <a:pt x="5138" y="601"/>
                  </a:cubicBezTo>
                  <a:cubicBezTo>
                    <a:pt x="4537" y="468"/>
                    <a:pt x="3970" y="435"/>
                    <a:pt x="3370" y="301"/>
                  </a:cubicBezTo>
                  <a:cubicBezTo>
                    <a:pt x="2803" y="168"/>
                    <a:pt x="2202" y="101"/>
                    <a:pt x="1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35" name="Google Shape;5735;p69"/>
            <p:cNvSpPr/>
            <p:nvPr/>
          </p:nvSpPr>
          <p:spPr>
            <a:xfrm>
              <a:off x="5588010" y="2534486"/>
              <a:ext cx="34964" cy="125301"/>
            </a:xfrm>
            <a:custGeom>
              <a:avLst/>
              <a:gdLst/>
              <a:ahLst/>
              <a:cxnLst/>
              <a:rect l="l" t="t" r="r" b="b"/>
              <a:pathLst>
                <a:path w="2169" h="7773" extrusionOk="0">
                  <a:moveTo>
                    <a:pt x="134" y="0"/>
                  </a:moveTo>
                  <a:cubicBezTo>
                    <a:pt x="134" y="0"/>
                    <a:pt x="100" y="34"/>
                    <a:pt x="33" y="134"/>
                  </a:cubicBezTo>
                  <a:cubicBezTo>
                    <a:pt x="0" y="201"/>
                    <a:pt x="0" y="334"/>
                    <a:pt x="0" y="501"/>
                  </a:cubicBezTo>
                  <a:cubicBezTo>
                    <a:pt x="0" y="801"/>
                    <a:pt x="100" y="1101"/>
                    <a:pt x="134" y="1268"/>
                  </a:cubicBezTo>
                  <a:cubicBezTo>
                    <a:pt x="434" y="2135"/>
                    <a:pt x="934" y="2936"/>
                    <a:pt x="1168" y="3803"/>
                  </a:cubicBezTo>
                  <a:cubicBezTo>
                    <a:pt x="1434" y="4670"/>
                    <a:pt x="1701" y="5604"/>
                    <a:pt x="1801" y="6472"/>
                  </a:cubicBezTo>
                  <a:cubicBezTo>
                    <a:pt x="1835" y="6672"/>
                    <a:pt x="1868" y="6972"/>
                    <a:pt x="2002" y="7272"/>
                  </a:cubicBezTo>
                  <a:cubicBezTo>
                    <a:pt x="2035" y="7539"/>
                    <a:pt x="2102" y="7773"/>
                    <a:pt x="2102" y="7773"/>
                  </a:cubicBezTo>
                  <a:cubicBezTo>
                    <a:pt x="2102" y="7773"/>
                    <a:pt x="2135" y="7506"/>
                    <a:pt x="2168" y="7206"/>
                  </a:cubicBezTo>
                  <a:cubicBezTo>
                    <a:pt x="2168" y="6939"/>
                    <a:pt x="2168" y="6605"/>
                    <a:pt x="2135" y="6438"/>
                  </a:cubicBezTo>
                  <a:cubicBezTo>
                    <a:pt x="1935" y="5504"/>
                    <a:pt x="1635" y="4637"/>
                    <a:pt x="1368" y="3770"/>
                  </a:cubicBezTo>
                  <a:cubicBezTo>
                    <a:pt x="1268" y="3303"/>
                    <a:pt x="1034" y="2869"/>
                    <a:pt x="867" y="2469"/>
                  </a:cubicBezTo>
                  <a:cubicBezTo>
                    <a:pt x="701" y="2035"/>
                    <a:pt x="534" y="1602"/>
                    <a:pt x="434" y="1168"/>
                  </a:cubicBezTo>
                  <a:cubicBezTo>
                    <a:pt x="334" y="968"/>
                    <a:pt x="200" y="668"/>
                    <a:pt x="167" y="434"/>
                  </a:cubicBezTo>
                  <a:cubicBezTo>
                    <a:pt x="134" y="301"/>
                    <a:pt x="134" y="201"/>
                    <a:pt x="134" y="134"/>
                  </a:cubicBezTo>
                  <a:lnTo>
                    <a:pt x="1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36" name="Google Shape;5736;p69"/>
            <p:cNvSpPr/>
            <p:nvPr/>
          </p:nvSpPr>
          <p:spPr>
            <a:xfrm>
              <a:off x="5612738" y="2682903"/>
              <a:ext cx="8076" cy="73233"/>
            </a:xfrm>
            <a:custGeom>
              <a:avLst/>
              <a:gdLst/>
              <a:ahLst/>
              <a:cxnLst/>
              <a:rect l="l" t="t" r="r" b="b"/>
              <a:pathLst>
                <a:path w="501" h="4543" extrusionOk="0">
                  <a:moveTo>
                    <a:pt x="501" y="0"/>
                  </a:moveTo>
                  <a:cubicBezTo>
                    <a:pt x="501" y="0"/>
                    <a:pt x="334" y="100"/>
                    <a:pt x="267" y="234"/>
                  </a:cubicBezTo>
                  <a:cubicBezTo>
                    <a:pt x="134" y="334"/>
                    <a:pt x="101" y="567"/>
                    <a:pt x="67" y="634"/>
                  </a:cubicBezTo>
                  <a:cubicBezTo>
                    <a:pt x="1" y="1234"/>
                    <a:pt x="67" y="1735"/>
                    <a:pt x="101" y="2268"/>
                  </a:cubicBezTo>
                  <a:cubicBezTo>
                    <a:pt x="134" y="2802"/>
                    <a:pt x="167" y="3336"/>
                    <a:pt x="167" y="3836"/>
                  </a:cubicBezTo>
                  <a:cubicBezTo>
                    <a:pt x="167" y="4087"/>
                    <a:pt x="255" y="4543"/>
                    <a:pt x="294" y="4543"/>
                  </a:cubicBezTo>
                  <a:cubicBezTo>
                    <a:pt x="296" y="4543"/>
                    <a:pt x="299" y="4541"/>
                    <a:pt x="301" y="4537"/>
                  </a:cubicBezTo>
                  <a:cubicBezTo>
                    <a:pt x="334" y="4537"/>
                    <a:pt x="401" y="4437"/>
                    <a:pt x="434" y="4270"/>
                  </a:cubicBezTo>
                  <a:cubicBezTo>
                    <a:pt x="468" y="4103"/>
                    <a:pt x="468" y="3903"/>
                    <a:pt x="468" y="3803"/>
                  </a:cubicBezTo>
                  <a:cubicBezTo>
                    <a:pt x="401" y="3269"/>
                    <a:pt x="301" y="2769"/>
                    <a:pt x="267" y="2235"/>
                  </a:cubicBezTo>
                  <a:cubicBezTo>
                    <a:pt x="234" y="1668"/>
                    <a:pt x="234" y="1168"/>
                    <a:pt x="334" y="667"/>
                  </a:cubicBezTo>
                  <a:cubicBezTo>
                    <a:pt x="334" y="567"/>
                    <a:pt x="401" y="400"/>
                    <a:pt x="434" y="267"/>
                  </a:cubicBezTo>
                  <a:cubicBezTo>
                    <a:pt x="468" y="133"/>
                    <a:pt x="501" y="67"/>
                    <a:pt x="5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5737" name="Google Shape;5737;p69"/>
          <p:cNvSpPr/>
          <p:nvPr/>
        </p:nvSpPr>
        <p:spPr>
          <a:xfrm>
            <a:off x="4836830" y="4271453"/>
            <a:ext cx="12760" cy="74526"/>
          </a:xfrm>
          <a:custGeom>
            <a:avLst/>
            <a:gdLst/>
            <a:ahLst/>
            <a:cxnLst/>
            <a:rect l="l" t="t" r="r" b="b"/>
            <a:pathLst>
              <a:path w="834" h="4871" extrusionOk="0">
                <a:moveTo>
                  <a:pt x="834" y="0"/>
                </a:moveTo>
                <a:cubicBezTo>
                  <a:pt x="767" y="0"/>
                  <a:pt x="701" y="134"/>
                  <a:pt x="567" y="267"/>
                </a:cubicBezTo>
                <a:cubicBezTo>
                  <a:pt x="434" y="367"/>
                  <a:pt x="367" y="601"/>
                  <a:pt x="334" y="667"/>
                </a:cubicBezTo>
                <a:cubicBezTo>
                  <a:pt x="33" y="1802"/>
                  <a:pt x="67" y="2936"/>
                  <a:pt x="0" y="4036"/>
                </a:cubicBezTo>
                <a:cubicBezTo>
                  <a:pt x="0" y="4337"/>
                  <a:pt x="67" y="4870"/>
                  <a:pt x="200" y="4870"/>
                </a:cubicBezTo>
                <a:cubicBezTo>
                  <a:pt x="267" y="4870"/>
                  <a:pt x="367" y="4237"/>
                  <a:pt x="367" y="4036"/>
                </a:cubicBezTo>
                <a:cubicBezTo>
                  <a:pt x="234" y="2936"/>
                  <a:pt x="234" y="1735"/>
                  <a:pt x="667" y="767"/>
                </a:cubicBezTo>
                <a:cubicBezTo>
                  <a:pt x="701" y="634"/>
                  <a:pt x="734" y="467"/>
                  <a:pt x="767" y="300"/>
                </a:cubicBezTo>
                <a:cubicBezTo>
                  <a:pt x="834" y="134"/>
                  <a:pt x="834" y="0"/>
                  <a:pt x="8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5738" name="Google Shape;5738;p69"/>
          <p:cNvGrpSpPr/>
          <p:nvPr/>
        </p:nvGrpSpPr>
        <p:grpSpPr>
          <a:xfrm>
            <a:off x="4831844" y="4149516"/>
            <a:ext cx="306219" cy="344590"/>
            <a:chOff x="4594840" y="4255619"/>
            <a:chExt cx="322642" cy="363071"/>
          </a:xfrm>
        </p:grpSpPr>
        <p:sp>
          <p:nvSpPr>
            <p:cNvPr id="5739" name="Google Shape;5739;p69"/>
            <p:cNvSpPr/>
            <p:nvPr/>
          </p:nvSpPr>
          <p:spPr>
            <a:xfrm>
              <a:off x="4680341" y="4345246"/>
              <a:ext cx="91417" cy="140728"/>
            </a:xfrm>
            <a:custGeom>
              <a:avLst/>
              <a:gdLst/>
              <a:ahLst/>
              <a:cxnLst/>
              <a:rect l="l" t="t" r="r" b="b"/>
              <a:pathLst>
                <a:path w="5671" h="8730" extrusionOk="0">
                  <a:moveTo>
                    <a:pt x="3510" y="418"/>
                  </a:moveTo>
                  <a:cubicBezTo>
                    <a:pt x="3753" y="418"/>
                    <a:pt x="3974" y="493"/>
                    <a:pt x="4137" y="685"/>
                  </a:cubicBezTo>
                  <a:cubicBezTo>
                    <a:pt x="4503" y="1085"/>
                    <a:pt x="4704" y="1719"/>
                    <a:pt x="4770" y="2286"/>
                  </a:cubicBezTo>
                  <a:cubicBezTo>
                    <a:pt x="4937" y="3553"/>
                    <a:pt x="5171" y="4788"/>
                    <a:pt x="5037" y="5955"/>
                  </a:cubicBezTo>
                  <a:cubicBezTo>
                    <a:pt x="4970" y="6255"/>
                    <a:pt x="4937" y="6589"/>
                    <a:pt x="4804" y="6856"/>
                  </a:cubicBezTo>
                  <a:cubicBezTo>
                    <a:pt x="4737" y="7189"/>
                    <a:pt x="4503" y="7523"/>
                    <a:pt x="4270" y="7756"/>
                  </a:cubicBezTo>
                  <a:cubicBezTo>
                    <a:pt x="3887" y="8165"/>
                    <a:pt x="3425" y="8359"/>
                    <a:pt x="3245" y="8457"/>
                  </a:cubicBezTo>
                  <a:lnTo>
                    <a:pt x="2969" y="8457"/>
                  </a:lnTo>
                  <a:cubicBezTo>
                    <a:pt x="2736" y="8457"/>
                    <a:pt x="2402" y="8457"/>
                    <a:pt x="2068" y="8390"/>
                  </a:cubicBezTo>
                  <a:cubicBezTo>
                    <a:pt x="1401" y="8223"/>
                    <a:pt x="1001" y="7423"/>
                    <a:pt x="901" y="7056"/>
                  </a:cubicBezTo>
                  <a:cubicBezTo>
                    <a:pt x="434" y="6022"/>
                    <a:pt x="401" y="4721"/>
                    <a:pt x="567" y="3520"/>
                  </a:cubicBezTo>
                  <a:cubicBezTo>
                    <a:pt x="767" y="2353"/>
                    <a:pt x="1468" y="1185"/>
                    <a:pt x="2569" y="685"/>
                  </a:cubicBezTo>
                  <a:cubicBezTo>
                    <a:pt x="2866" y="536"/>
                    <a:pt x="3205" y="418"/>
                    <a:pt x="3510" y="418"/>
                  </a:cubicBezTo>
                  <a:close/>
                  <a:moveTo>
                    <a:pt x="3515" y="1"/>
                  </a:moveTo>
                  <a:cubicBezTo>
                    <a:pt x="3453" y="1"/>
                    <a:pt x="3393" y="6"/>
                    <a:pt x="3336" y="18"/>
                  </a:cubicBezTo>
                  <a:cubicBezTo>
                    <a:pt x="2969" y="51"/>
                    <a:pt x="2669" y="184"/>
                    <a:pt x="2402" y="284"/>
                  </a:cubicBezTo>
                  <a:cubicBezTo>
                    <a:pt x="1234" y="885"/>
                    <a:pt x="434" y="2086"/>
                    <a:pt x="167" y="3353"/>
                  </a:cubicBezTo>
                  <a:cubicBezTo>
                    <a:pt x="67" y="3954"/>
                    <a:pt x="0" y="4621"/>
                    <a:pt x="0" y="5255"/>
                  </a:cubicBezTo>
                  <a:cubicBezTo>
                    <a:pt x="0" y="5888"/>
                    <a:pt x="134" y="6556"/>
                    <a:pt x="334" y="7189"/>
                  </a:cubicBezTo>
                  <a:cubicBezTo>
                    <a:pt x="467" y="7556"/>
                    <a:pt x="667" y="7923"/>
                    <a:pt x="1001" y="8223"/>
                  </a:cubicBezTo>
                  <a:cubicBezTo>
                    <a:pt x="1335" y="8557"/>
                    <a:pt x="1802" y="8724"/>
                    <a:pt x="2168" y="8724"/>
                  </a:cubicBezTo>
                  <a:cubicBezTo>
                    <a:pt x="2212" y="8727"/>
                    <a:pt x="2255" y="8729"/>
                    <a:pt x="2295" y="8729"/>
                  </a:cubicBezTo>
                  <a:cubicBezTo>
                    <a:pt x="2627" y="8729"/>
                    <a:pt x="2861" y="8620"/>
                    <a:pt x="3069" y="8590"/>
                  </a:cubicBezTo>
                  <a:cubicBezTo>
                    <a:pt x="3199" y="8569"/>
                    <a:pt x="3301" y="8547"/>
                    <a:pt x="3357" y="8516"/>
                  </a:cubicBezTo>
                  <a:lnTo>
                    <a:pt x="3357" y="8516"/>
                  </a:lnTo>
                  <a:cubicBezTo>
                    <a:pt x="3430" y="8502"/>
                    <a:pt x="3524" y="8482"/>
                    <a:pt x="3636" y="8457"/>
                  </a:cubicBezTo>
                  <a:cubicBezTo>
                    <a:pt x="3770" y="8424"/>
                    <a:pt x="3936" y="8390"/>
                    <a:pt x="4103" y="8290"/>
                  </a:cubicBezTo>
                  <a:cubicBezTo>
                    <a:pt x="4270" y="8223"/>
                    <a:pt x="4437" y="8090"/>
                    <a:pt x="4604" y="7957"/>
                  </a:cubicBezTo>
                  <a:cubicBezTo>
                    <a:pt x="4937" y="7723"/>
                    <a:pt x="5171" y="7289"/>
                    <a:pt x="5337" y="6922"/>
                  </a:cubicBezTo>
                  <a:cubicBezTo>
                    <a:pt x="5538" y="6556"/>
                    <a:pt x="5604" y="6189"/>
                    <a:pt x="5604" y="5922"/>
                  </a:cubicBezTo>
                  <a:cubicBezTo>
                    <a:pt x="5671" y="4587"/>
                    <a:pt x="5337" y="3387"/>
                    <a:pt x="5137" y="2119"/>
                  </a:cubicBezTo>
                  <a:cubicBezTo>
                    <a:pt x="5104" y="1852"/>
                    <a:pt x="5004" y="1519"/>
                    <a:pt x="4904" y="1218"/>
                  </a:cubicBezTo>
                  <a:cubicBezTo>
                    <a:pt x="4770" y="885"/>
                    <a:pt x="4604" y="585"/>
                    <a:pt x="4337" y="351"/>
                  </a:cubicBezTo>
                  <a:cubicBezTo>
                    <a:pt x="4143" y="130"/>
                    <a:pt x="3812" y="1"/>
                    <a:pt x="35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40" name="Google Shape;5740;p69"/>
            <p:cNvSpPr/>
            <p:nvPr/>
          </p:nvSpPr>
          <p:spPr>
            <a:xfrm>
              <a:off x="4724429" y="4483685"/>
              <a:ext cx="11316" cy="61353"/>
            </a:xfrm>
            <a:custGeom>
              <a:avLst/>
              <a:gdLst/>
              <a:ahLst/>
              <a:cxnLst/>
              <a:rect l="l" t="t" r="r" b="b"/>
              <a:pathLst>
                <a:path w="702" h="3806" extrusionOk="0">
                  <a:moveTo>
                    <a:pt x="360" y="1"/>
                  </a:moveTo>
                  <a:cubicBezTo>
                    <a:pt x="281" y="1"/>
                    <a:pt x="1" y="442"/>
                    <a:pt x="1" y="603"/>
                  </a:cubicBezTo>
                  <a:cubicBezTo>
                    <a:pt x="101" y="1503"/>
                    <a:pt x="201" y="2337"/>
                    <a:pt x="167" y="3205"/>
                  </a:cubicBezTo>
                  <a:cubicBezTo>
                    <a:pt x="201" y="3438"/>
                    <a:pt x="401" y="3805"/>
                    <a:pt x="434" y="3805"/>
                  </a:cubicBezTo>
                  <a:cubicBezTo>
                    <a:pt x="568" y="3805"/>
                    <a:pt x="701" y="3305"/>
                    <a:pt x="701" y="3138"/>
                  </a:cubicBezTo>
                  <a:cubicBezTo>
                    <a:pt x="401" y="2304"/>
                    <a:pt x="301" y="1437"/>
                    <a:pt x="534" y="636"/>
                  </a:cubicBezTo>
                  <a:cubicBezTo>
                    <a:pt x="568" y="503"/>
                    <a:pt x="534" y="369"/>
                    <a:pt x="501" y="269"/>
                  </a:cubicBezTo>
                  <a:cubicBezTo>
                    <a:pt x="434" y="136"/>
                    <a:pt x="401" y="2"/>
                    <a:pt x="367" y="2"/>
                  </a:cubicBezTo>
                  <a:cubicBezTo>
                    <a:pt x="365" y="1"/>
                    <a:pt x="363" y="1"/>
                    <a:pt x="3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41" name="Google Shape;5741;p69"/>
            <p:cNvSpPr/>
            <p:nvPr/>
          </p:nvSpPr>
          <p:spPr>
            <a:xfrm>
              <a:off x="4703989" y="4464147"/>
              <a:ext cx="23148" cy="14202"/>
            </a:xfrm>
            <a:custGeom>
              <a:avLst/>
              <a:gdLst/>
              <a:ahLst/>
              <a:cxnLst/>
              <a:rect l="l" t="t" r="r" b="b"/>
              <a:pathLst>
                <a:path w="1436" h="881" extrusionOk="0">
                  <a:moveTo>
                    <a:pt x="1184" y="0"/>
                  </a:moveTo>
                  <a:cubicBezTo>
                    <a:pt x="1149" y="0"/>
                    <a:pt x="1120" y="5"/>
                    <a:pt x="1102" y="13"/>
                  </a:cubicBezTo>
                  <a:lnTo>
                    <a:pt x="601" y="247"/>
                  </a:lnTo>
                  <a:cubicBezTo>
                    <a:pt x="435" y="347"/>
                    <a:pt x="234" y="414"/>
                    <a:pt x="68" y="547"/>
                  </a:cubicBezTo>
                  <a:cubicBezTo>
                    <a:pt x="1" y="581"/>
                    <a:pt x="1" y="681"/>
                    <a:pt x="1" y="747"/>
                  </a:cubicBezTo>
                  <a:cubicBezTo>
                    <a:pt x="68" y="847"/>
                    <a:pt x="68" y="881"/>
                    <a:pt x="101" y="881"/>
                  </a:cubicBezTo>
                  <a:lnTo>
                    <a:pt x="168" y="814"/>
                  </a:lnTo>
                  <a:lnTo>
                    <a:pt x="268" y="714"/>
                  </a:lnTo>
                  <a:cubicBezTo>
                    <a:pt x="301" y="581"/>
                    <a:pt x="468" y="480"/>
                    <a:pt x="635" y="380"/>
                  </a:cubicBezTo>
                  <a:cubicBezTo>
                    <a:pt x="802" y="314"/>
                    <a:pt x="968" y="247"/>
                    <a:pt x="1168" y="247"/>
                  </a:cubicBezTo>
                  <a:cubicBezTo>
                    <a:pt x="1269" y="247"/>
                    <a:pt x="1435" y="80"/>
                    <a:pt x="1402" y="80"/>
                  </a:cubicBezTo>
                  <a:cubicBezTo>
                    <a:pt x="1402" y="31"/>
                    <a:pt x="1277" y="0"/>
                    <a:pt x="11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42" name="Google Shape;5742;p69"/>
            <p:cNvSpPr/>
            <p:nvPr/>
          </p:nvSpPr>
          <p:spPr>
            <a:xfrm>
              <a:off x="4693237" y="4455942"/>
              <a:ext cx="23148" cy="12187"/>
            </a:xfrm>
            <a:custGeom>
              <a:avLst/>
              <a:gdLst/>
              <a:ahLst/>
              <a:cxnLst/>
              <a:rect l="l" t="t" r="r" b="b"/>
              <a:pathLst>
                <a:path w="1436" h="756" extrusionOk="0">
                  <a:moveTo>
                    <a:pt x="1201" y="1"/>
                  </a:moveTo>
                  <a:cubicBezTo>
                    <a:pt x="1174" y="1"/>
                    <a:pt x="1150" y="7"/>
                    <a:pt x="1135" y="22"/>
                  </a:cubicBezTo>
                  <a:cubicBezTo>
                    <a:pt x="801" y="222"/>
                    <a:pt x="501" y="322"/>
                    <a:pt x="134" y="489"/>
                  </a:cubicBezTo>
                  <a:cubicBezTo>
                    <a:pt x="1" y="522"/>
                    <a:pt x="1" y="756"/>
                    <a:pt x="68" y="756"/>
                  </a:cubicBezTo>
                  <a:cubicBezTo>
                    <a:pt x="101" y="756"/>
                    <a:pt x="268" y="723"/>
                    <a:pt x="301" y="689"/>
                  </a:cubicBezTo>
                  <a:cubicBezTo>
                    <a:pt x="501" y="389"/>
                    <a:pt x="901" y="256"/>
                    <a:pt x="1235" y="256"/>
                  </a:cubicBezTo>
                  <a:cubicBezTo>
                    <a:pt x="1268" y="256"/>
                    <a:pt x="1435" y="156"/>
                    <a:pt x="1435" y="156"/>
                  </a:cubicBezTo>
                  <a:cubicBezTo>
                    <a:pt x="1435" y="78"/>
                    <a:pt x="1295" y="1"/>
                    <a:pt x="1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43" name="Google Shape;5743;p69"/>
            <p:cNvSpPr/>
            <p:nvPr/>
          </p:nvSpPr>
          <p:spPr>
            <a:xfrm>
              <a:off x="4686789" y="4443385"/>
              <a:ext cx="19908" cy="10768"/>
            </a:xfrm>
            <a:custGeom>
              <a:avLst/>
              <a:gdLst/>
              <a:ahLst/>
              <a:cxnLst/>
              <a:rect l="l" t="t" r="r" b="b"/>
              <a:pathLst>
                <a:path w="1235" h="668" extrusionOk="0">
                  <a:moveTo>
                    <a:pt x="968" y="1"/>
                  </a:moveTo>
                  <a:cubicBezTo>
                    <a:pt x="701" y="201"/>
                    <a:pt x="468" y="301"/>
                    <a:pt x="134" y="434"/>
                  </a:cubicBezTo>
                  <a:cubicBezTo>
                    <a:pt x="34" y="468"/>
                    <a:pt x="1" y="634"/>
                    <a:pt x="34" y="668"/>
                  </a:cubicBezTo>
                  <a:cubicBezTo>
                    <a:pt x="67" y="668"/>
                    <a:pt x="234" y="634"/>
                    <a:pt x="301" y="634"/>
                  </a:cubicBezTo>
                  <a:cubicBezTo>
                    <a:pt x="468" y="367"/>
                    <a:pt x="801" y="301"/>
                    <a:pt x="1068" y="267"/>
                  </a:cubicBezTo>
                  <a:cubicBezTo>
                    <a:pt x="1135" y="201"/>
                    <a:pt x="1235" y="101"/>
                    <a:pt x="1201" y="34"/>
                  </a:cubicBezTo>
                  <a:cubicBezTo>
                    <a:pt x="1201" y="1"/>
                    <a:pt x="1001" y="1"/>
                    <a:pt x="9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44" name="Google Shape;5744;p69"/>
            <p:cNvSpPr/>
            <p:nvPr/>
          </p:nvSpPr>
          <p:spPr>
            <a:xfrm>
              <a:off x="4685177" y="4427248"/>
              <a:ext cx="18296" cy="9914"/>
            </a:xfrm>
            <a:custGeom>
              <a:avLst/>
              <a:gdLst/>
              <a:ahLst/>
              <a:cxnLst/>
              <a:rect l="l" t="t" r="r" b="b"/>
              <a:pathLst>
                <a:path w="1135" h="615" extrusionOk="0">
                  <a:moveTo>
                    <a:pt x="834" y="1"/>
                  </a:moveTo>
                  <a:cubicBezTo>
                    <a:pt x="634" y="168"/>
                    <a:pt x="434" y="234"/>
                    <a:pt x="134" y="301"/>
                  </a:cubicBezTo>
                  <a:cubicBezTo>
                    <a:pt x="101" y="334"/>
                    <a:pt x="67" y="368"/>
                    <a:pt x="67" y="401"/>
                  </a:cubicBezTo>
                  <a:cubicBezTo>
                    <a:pt x="0" y="468"/>
                    <a:pt x="0" y="535"/>
                    <a:pt x="67" y="535"/>
                  </a:cubicBezTo>
                  <a:cubicBezTo>
                    <a:pt x="92" y="583"/>
                    <a:pt x="170" y="614"/>
                    <a:pt x="223" y="614"/>
                  </a:cubicBezTo>
                  <a:cubicBezTo>
                    <a:pt x="242" y="614"/>
                    <a:pt x="258" y="610"/>
                    <a:pt x="267" y="601"/>
                  </a:cubicBezTo>
                  <a:cubicBezTo>
                    <a:pt x="467" y="368"/>
                    <a:pt x="701" y="301"/>
                    <a:pt x="968" y="301"/>
                  </a:cubicBezTo>
                  <a:cubicBezTo>
                    <a:pt x="1068" y="301"/>
                    <a:pt x="1135" y="168"/>
                    <a:pt x="1101" y="68"/>
                  </a:cubicBezTo>
                  <a:cubicBezTo>
                    <a:pt x="1068" y="34"/>
                    <a:pt x="901" y="1"/>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45" name="Google Shape;5745;p69"/>
            <p:cNvSpPr/>
            <p:nvPr/>
          </p:nvSpPr>
          <p:spPr>
            <a:xfrm>
              <a:off x="4681953" y="4411660"/>
              <a:ext cx="18828" cy="8076"/>
            </a:xfrm>
            <a:custGeom>
              <a:avLst/>
              <a:gdLst/>
              <a:ahLst/>
              <a:cxnLst/>
              <a:rect l="l" t="t" r="r" b="b"/>
              <a:pathLst>
                <a:path w="1168" h="501" extrusionOk="0">
                  <a:moveTo>
                    <a:pt x="934" y="0"/>
                  </a:moveTo>
                  <a:cubicBezTo>
                    <a:pt x="701" y="167"/>
                    <a:pt x="467" y="234"/>
                    <a:pt x="167" y="267"/>
                  </a:cubicBezTo>
                  <a:cubicBezTo>
                    <a:pt x="100" y="301"/>
                    <a:pt x="0" y="434"/>
                    <a:pt x="34" y="467"/>
                  </a:cubicBezTo>
                  <a:cubicBezTo>
                    <a:pt x="34" y="501"/>
                    <a:pt x="200" y="501"/>
                    <a:pt x="267" y="501"/>
                  </a:cubicBezTo>
                  <a:cubicBezTo>
                    <a:pt x="467" y="301"/>
                    <a:pt x="701" y="267"/>
                    <a:pt x="1001" y="267"/>
                  </a:cubicBezTo>
                  <a:cubicBezTo>
                    <a:pt x="1034" y="234"/>
                    <a:pt x="1168" y="134"/>
                    <a:pt x="1168" y="101"/>
                  </a:cubicBezTo>
                  <a:cubicBezTo>
                    <a:pt x="1134" y="67"/>
                    <a:pt x="968" y="0"/>
                    <a:pt x="9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46" name="Google Shape;5746;p69"/>
            <p:cNvSpPr/>
            <p:nvPr/>
          </p:nvSpPr>
          <p:spPr>
            <a:xfrm>
              <a:off x="4684645" y="4399828"/>
              <a:ext cx="16136" cy="6464"/>
            </a:xfrm>
            <a:custGeom>
              <a:avLst/>
              <a:gdLst/>
              <a:ahLst/>
              <a:cxnLst/>
              <a:rect l="l" t="t" r="r" b="b"/>
              <a:pathLst>
                <a:path w="1001" h="401" extrusionOk="0">
                  <a:moveTo>
                    <a:pt x="734" y="1"/>
                  </a:moveTo>
                  <a:cubicBezTo>
                    <a:pt x="667" y="34"/>
                    <a:pt x="601" y="67"/>
                    <a:pt x="467" y="134"/>
                  </a:cubicBezTo>
                  <a:cubicBezTo>
                    <a:pt x="417" y="151"/>
                    <a:pt x="367" y="159"/>
                    <a:pt x="313" y="159"/>
                  </a:cubicBezTo>
                  <a:cubicBezTo>
                    <a:pt x="259" y="159"/>
                    <a:pt x="200" y="151"/>
                    <a:pt x="134" y="134"/>
                  </a:cubicBezTo>
                  <a:cubicBezTo>
                    <a:pt x="100" y="134"/>
                    <a:pt x="0" y="234"/>
                    <a:pt x="0" y="301"/>
                  </a:cubicBezTo>
                  <a:cubicBezTo>
                    <a:pt x="0" y="334"/>
                    <a:pt x="134" y="401"/>
                    <a:pt x="167" y="401"/>
                  </a:cubicBezTo>
                  <a:cubicBezTo>
                    <a:pt x="300" y="334"/>
                    <a:pt x="367" y="301"/>
                    <a:pt x="500" y="301"/>
                  </a:cubicBezTo>
                  <a:lnTo>
                    <a:pt x="867" y="301"/>
                  </a:lnTo>
                  <a:cubicBezTo>
                    <a:pt x="934" y="301"/>
                    <a:pt x="1001" y="167"/>
                    <a:pt x="967" y="134"/>
                  </a:cubicBezTo>
                  <a:cubicBezTo>
                    <a:pt x="967" y="67"/>
                    <a:pt x="801" y="1"/>
                    <a:pt x="7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47" name="Google Shape;5747;p69"/>
            <p:cNvSpPr/>
            <p:nvPr/>
          </p:nvSpPr>
          <p:spPr>
            <a:xfrm>
              <a:off x="4690561" y="4386932"/>
              <a:ext cx="11832" cy="4852"/>
            </a:xfrm>
            <a:custGeom>
              <a:avLst/>
              <a:gdLst/>
              <a:ahLst/>
              <a:cxnLst/>
              <a:rect l="l" t="t" r="r" b="b"/>
              <a:pathLst>
                <a:path w="734" h="301" extrusionOk="0">
                  <a:moveTo>
                    <a:pt x="133" y="0"/>
                  </a:moveTo>
                  <a:cubicBezTo>
                    <a:pt x="100" y="0"/>
                    <a:pt x="0" y="133"/>
                    <a:pt x="0" y="167"/>
                  </a:cubicBezTo>
                  <a:cubicBezTo>
                    <a:pt x="0" y="200"/>
                    <a:pt x="100" y="300"/>
                    <a:pt x="133" y="300"/>
                  </a:cubicBezTo>
                  <a:cubicBezTo>
                    <a:pt x="217" y="250"/>
                    <a:pt x="292" y="225"/>
                    <a:pt x="367" y="225"/>
                  </a:cubicBezTo>
                  <a:cubicBezTo>
                    <a:pt x="442" y="225"/>
                    <a:pt x="517" y="250"/>
                    <a:pt x="600" y="300"/>
                  </a:cubicBezTo>
                  <a:cubicBezTo>
                    <a:pt x="634" y="300"/>
                    <a:pt x="734" y="200"/>
                    <a:pt x="734" y="167"/>
                  </a:cubicBezTo>
                  <a:cubicBezTo>
                    <a:pt x="734" y="133"/>
                    <a:pt x="634" y="0"/>
                    <a:pt x="600" y="0"/>
                  </a:cubicBezTo>
                  <a:cubicBezTo>
                    <a:pt x="517" y="50"/>
                    <a:pt x="442" y="75"/>
                    <a:pt x="367" y="75"/>
                  </a:cubicBezTo>
                  <a:cubicBezTo>
                    <a:pt x="292" y="75"/>
                    <a:pt x="217" y="50"/>
                    <a:pt x="1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48" name="Google Shape;5748;p69"/>
            <p:cNvSpPr/>
            <p:nvPr/>
          </p:nvSpPr>
          <p:spPr>
            <a:xfrm>
              <a:off x="4694849" y="4375632"/>
              <a:ext cx="17232" cy="5400"/>
            </a:xfrm>
            <a:custGeom>
              <a:avLst/>
              <a:gdLst/>
              <a:ahLst/>
              <a:cxnLst/>
              <a:rect l="l" t="t" r="r" b="b"/>
              <a:pathLst>
                <a:path w="1069" h="335" extrusionOk="0">
                  <a:moveTo>
                    <a:pt x="868" y="1"/>
                  </a:moveTo>
                  <a:cubicBezTo>
                    <a:pt x="761" y="72"/>
                    <a:pt x="635" y="105"/>
                    <a:pt x="504" y="105"/>
                  </a:cubicBezTo>
                  <a:cubicBezTo>
                    <a:pt x="392" y="105"/>
                    <a:pt x="276" y="80"/>
                    <a:pt x="168" y="34"/>
                  </a:cubicBezTo>
                  <a:cubicBezTo>
                    <a:pt x="68" y="34"/>
                    <a:pt x="1" y="167"/>
                    <a:pt x="1" y="201"/>
                  </a:cubicBezTo>
                  <a:cubicBezTo>
                    <a:pt x="1" y="234"/>
                    <a:pt x="101" y="334"/>
                    <a:pt x="168" y="334"/>
                  </a:cubicBezTo>
                  <a:cubicBezTo>
                    <a:pt x="296" y="279"/>
                    <a:pt x="425" y="254"/>
                    <a:pt x="559" y="254"/>
                  </a:cubicBezTo>
                  <a:cubicBezTo>
                    <a:pt x="668" y="254"/>
                    <a:pt x="782" y="271"/>
                    <a:pt x="902" y="301"/>
                  </a:cubicBezTo>
                  <a:cubicBezTo>
                    <a:pt x="935" y="234"/>
                    <a:pt x="1068" y="167"/>
                    <a:pt x="1068" y="134"/>
                  </a:cubicBezTo>
                  <a:cubicBezTo>
                    <a:pt x="1035" y="67"/>
                    <a:pt x="902" y="1"/>
                    <a:pt x="8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49" name="Google Shape;5749;p69"/>
            <p:cNvSpPr/>
            <p:nvPr/>
          </p:nvSpPr>
          <p:spPr>
            <a:xfrm>
              <a:off x="4706149" y="4365960"/>
              <a:ext cx="13992" cy="5384"/>
            </a:xfrm>
            <a:custGeom>
              <a:avLst/>
              <a:gdLst/>
              <a:ahLst/>
              <a:cxnLst/>
              <a:rect l="l" t="t" r="r" b="b"/>
              <a:pathLst>
                <a:path w="868" h="334" extrusionOk="0">
                  <a:moveTo>
                    <a:pt x="134" y="0"/>
                  </a:moveTo>
                  <a:cubicBezTo>
                    <a:pt x="67" y="0"/>
                    <a:pt x="0" y="134"/>
                    <a:pt x="0" y="167"/>
                  </a:cubicBezTo>
                  <a:cubicBezTo>
                    <a:pt x="0" y="234"/>
                    <a:pt x="67" y="300"/>
                    <a:pt x="134" y="300"/>
                  </a:cubicBezTo>
                  <a:cubicBezTo>
                    <a:pt x="209" y="270"/>
                    <a:pt x="291" y="254"/>
                    <a:pt x="373" y="254"/>
                  </a:cubicBezTo>
                  <a:cubicBezTo>
                    <a:pt x="474" y="254"/>
                    <a:pt x="576" y="279"/>
                    <a:pt x="668" y="334"/>
                  </a:cubicBezTo>
                  <a:cubicBezTo>
                    <a:pt x="701" y="334"/>
                    <a:pt x="834" y="300"/>
                    <a:pt x="834" y="267"/>
                  </a:cubicBezTo>
                  <a:cubicBezTo>
                    <a:pt x="868" y="234"/>
                    <a:pt x="801" y="67"/>
                    <a:pt x="734" y="67"/>
                  </a:cubicBezTo>
                  <a:cubicBezTo>
                    <a:pt x="661" y="79"/>
                    <a:pt x="588" y="87"/>
                    <a:pt x="514" y="87"/>
                  </a:cubicBezTo>
                  <a:cubicBezTo>
                    <a:pt x="388" y="87"/>
                    <a:pt x="261" y="64"/>
                    <a:pt x="1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50" name="Google Shape;5750;p69"/>
            <p:cNvSpPr/>
            <p:nvPr/>
          </p:nvSpPr>
          <p:spPr>
            <a:xfrm>
              <a:off x="4610977" y="4296644"/>
              <a:ext cx="306506" cy="322045"/>
            </a:xfrm>
            <a:custGeom>
              <a:avLst/>
              <a:gdLst/>
              <a:ahLst/>
              <a:cxnLst/>
              <a:rect l="l" t="t" r="r" b="b"/>
              <a:pathLst>
                <a:path w="19014" h="19978" extrusionOk="0">
                  <a:moveTo>
                    <a:pt x="6730" y="1"/>
                  </a:moveTo>
                  <a:cubicBezTo>
                    <a:pt x="6631" y="1"/>
                    <a:pt x="6527" y="30"/>
                    <a:pt x="6438" y="30"/>
                  </a:cubicBezTo>
                  <a:lnTo>
                    <a:pt x="6238" y="30"/>
                  </a:lnTo>
                  <a:lnTo>
                    <a:pt x="6038" y="64"/>
                  </a:lnTo>
                  <a:cubicBezTo>
                    <a:pt x="4937" y="264"/>
                    <a:pt x="4170" y="864"/>
                    <a:pt x="3703" y="1265"/>
                  </a:cubicBezTo>
                  <a:cubicBezTo>
                    <a:pt x="3069" y="1832"/>
                    <a:pt x="2535" y="2532"/>
                    <a:pt x="2035" y="3233"/>
                  </a:cubicBezTo>
                  <a:cubicBezTo>
                    <a:pt x="1568" y="3933"/>
                    <a:pt x="1168" y="4667"/>
                    <a:pt x="834" y="5468"/>
                  </a:cubicBezTo>
                  <a:cubicBezTo>
                    <a:pt x="200" y="7102"/>
                    <a:pt x="0" y="8803"/>
                    <a:pt x="167" y="10505"/>
                  </a:cubicBezTo>
                  <a:cubicBezTo>
                    <a:pt x="334" y="12239"/>
                    <a:pt x="867" y="13840"/>
                    <a:pt x="1768" y="15308"/>
                  </a:cubicBezTo>
                  <a:cubicBezTo>
                    <a:pt x="2669" y="16742"/>
                    <a:pt x="3903" y="17977"/>
                    <a:pt x="5404" y="18810"/>
                  </a:cubicBezTo>
                  <a:lnTo>
                    <a:pt x="6004" y="19111"/>
                  </a:lnTo>
                  <a:cubicBezTo>
                    <a:pt x="6205" y="19211"/>
                    <a:pt x="6371" y="19311"/>
                    <a:pt x="6572" y="19344"/>
                  </a:cubicBezTo>
                  <a:lnTo>
                    <a:pt x="7205" y="19578"/>
                  </a:lnTo>
                  <a:cubicBezTo>
                    <a:pt x="7272" y="19578"/>
                    <a:pt x="7405" y="19611"/>
                    <a:pt x="7506" y="19644"/>
                  </a:cubicBezTo>
                  <a:lnTo>
                    <a:pt x="7839" y="19678"/>
                  </a:lnTo>
                  <a:cubicBezTo>
                    <a:pt x="8673" y="19911"/>
                    <a:pt x="9540" y="19945"/>
                    <a:pt x="10374" y="19978"/>
                  </a:cubicBezTo>
                  <a:cubicBezTo>
                    <a:pt x="11208" y="19978"/>
                    <a:pt x="12075" y="19978"/>
                    <a:pt x="12909" y="19811"/>
                  </a:cubicBezTo>
                  <a:cubicBezTo>
                    <a:pt x="13777" y="19644"/>
                    <a:pt x="14577" y="19411"/>
                    <a:pt x="15378" y="19044"/>
                  </a:cubicBezTo>
                  <a:cubicBezTo>
                    <a:pt x="16912" y="18277"/>
                    <a:pt x="18113" y="16776"/>
                    <a:pt x="18580" y="15108"/>
                  </a:cubicBezTo>
                  <a:cubicBezTo>
                    <a:pt x="18747" y="14741"/>
                    <a:pt x="18780" y="14274"/>
                    <a:pt x="18880" y="13874"/>
                  </a:cubicBezTo>
                  <a:cubicBezTo>
                    <a:pt x="18947" y="13407"/>
                    <a:pt x="18947" y="12973"/>
                    <a:pt x="19014" y="12573"/>
                  </a:cubicBezTo>
                  <a:cubicBezTo>
                    <a:pt x="19014" y="11739"/>
                    <a:pt x="18947" y="10805"/>
                    <a:pt x="18547" y="9971"/>
                  </a:cubicBezTo>
                  <a:cubicBezTo>
                    <a:pt x="18180" y="9204"/>
                    <a:pt x="17413" y="8436"/>
                    <a:pt x="16545" y="7703"/>
                  </a:cubicBezTo>
                  <a:cubicBezTo>
                    <a:pt x="16379" y="7469"/>
                    <a:pt x="16178" y="7302"/>
                    <a:pt x="15945" y="7102"/>
                  </a:cubicBezTo>
                  <a:cubicBezTo>
                    <a:pt x="15745" y="6935"/>
                    <a:pt x="15545" y="6769"/>
                    <a:pt x="15278" y="6602"/>
                  </a:cubicBezTo>
                  <a:cubicBezTo>
                    <a:pt x="14844" y="6302"/>
                    <a:pt x="14377" y="6035"/>
                    <a:pt x="13910" y="5768"/>
                  </a:cubicBezTo>
                  <a:cubicBezTo>
                    <a:pt x="13009" y="5267"/>
                    <a:pt x="12242" y="4767"/>
                    <a:pt x="11775" y="4300"/>
                  </a:cubicBezTo>
                  <a:cubicBezTo>
                    <a:pt x="11342" y="3866"/>
                    <a:pt x="11208" y="3466"/>
                    <a:pt x="11175" y="3466"/>
                  </a:cubicBezTo>
                  <a:lnTo>
                    <a:pt x="11175" y="3466"/>
                  </a:lnTo>
                  <a:cubicBezTo>
                    <a:pt x="11175" y="3466"/>
                    <a:pt x="11175" y="3566"/>
                    <a:pt x="11242" y="3766"/>
                  </a:cubicBezTo>
                  <a:cubicBezTo>
                    <a:pt x="11275" y="3866"/>
                    <a:pt x="11342" y="3967"/>
                    <a:pt x="11408" y="4100"/>
                  </a:cubicBezTo>
                  <a:cubicBezTo>
                    <a:pt x="11508" y="4200"/>
                    <a:pt x="11575" y="4367"/>
                    <a:pt x="11709" y="4467"/>
                  </a:cubicBezTo>
                  <a:cubicBezTo>
                    <a:pt x="12142" y="5067"/>
                    <a:pt x="12976" y="5701"/>
                    <a:pt x="13877" y="6268"/>
                  </a:cubicBezTo>
                  <a:cubicBezTo>
                    <a:pt x="14277" y="6602"/>
                    <a:pt x="14744" y="6902"/>
                    <a:pt x="15178" y="7236"/>
                  </a:cubicBezTo>
                  <a:cubicBezTo>
                    <a:pt x="15378" y="7402"/>
                    <a:pt x="15578" y="7602"/>
                    <a:pt x="15745" y="7769"/>
                  </a:cubicBezTo>
                  <a:cubicBezTo>
                    <a:pt x="15912" y="7969"/>
                    <a:pt x="16112" y="8136"/>
                    <a:pt x="16278" y="8370"/>
                  </a:cubicBezTo>
                  <a:cubicBezTo>
                    <a:pt x="17012" y="9104"/>
                    <a:pt x="17546" y="9804"/>
                    <a:pt x="17780" y="10304"/>
                  </a:cubicBezTo>
                  <a:cubicBezTo>
                    <a:pt x="18113" y="10972"/>
                    <a:pt x="18247" y="11772"/>
                    <a:pt x="18247" y="12573"/>
                  </a:cubicBezTo>
                  <a:cubicBezTo>
                    <a:pt x="18213" y="12940"/>
                    <a:pt x="18213" y="13373"/>
                    <a:pt x="18180" y="13774"/>
                  </a:cubicBezTo>
                  <a:cubicBezTo>
                    <a:pt x="18113" y="14140"/>
                    <a:pt x="18080" y="14574"/>
                    <a:pt x="17946" y="14941"/>
                  </a:cubicBezTo>
                  <a:cubicBezTo>
                    <a:pt x="17579" y="16542"/>
                    <a:pt x="16512" y="17876"/>
                    <a:pt x="15078" y="18610"/>
                  </a:cubicBezTo>
                  <a:cubicBezTo>
                    <a:pt x="14377" y="18977"/>
                    <a:pt x="13577" y="19244"/>
                    <a:pt x="12776" y="19411"/>
                  </a:cubicBezTo>
                  <a:cubicBezTo>
                    <a:pt x="12009" y="19578"/>
                    <a:pt x="11175" y="19611"/>
                    <a:pt x="10341" y="19611"/>
                  </a:cubicBezTo>
                  <a:cubicBezTo>
                    <a:pt x="8673" y="19611"/>
                    <a:pt x="7039" y="19311"/>
                    <a:pt x="5571" y="18544"/>
                  </a:cubicBezTo>
                  <a:cubicBezTo>
                    <a:pt x="2702" y="16942"/>
                    <a:pt x="867" y="13774"/>
                    <a:pt x="601" y="10538"/>
                  </a:cubicBezTo>
                  <a:cubicBezTo>
                    <a:pt x="434" y="8903"/>
                    <a:pt x="701" y="7236"/>
                    <a:pt x="1334" y="5734"/>
                  </a:cubicBezTo>
                  <a:cubicBezTo>
                    <a:pt x="2002" y="4267"/>
                    <a:pt x="2936" y="2899"/>
                    <a:pt x="4170" y="1865"/>
                  </a:cubicBezTo>
                  <a:cubicBezTo>
                    <a:pt x="4837" y="1265"/>
                    <a:pt x="5704" y="698"/>
                    <a:pt x="6672" y="631"/>
                  </a:cubicBezTo>
                  <a:cubicBezTo>
                    <a:pt x="6769" y="623"/>
                    <a:pt x="6870" y="619"/>
                    <a:pt x="6973" y="619"/>
                  </a:cubicBezTo>
                  <a:cubicBezTo>
                    <a:pt x="7328" y="619"/>
                    <a:pt x="7711" y="668"/>
                    <a:pt x="8073" y="798"/>
                  </a:cubicBezTo>
                  <a:cubicBezTo>
                    <a:pt x="8540" y="964"/>
                    <a:pt x="8907" y="1231"/>
                    <a:pt x="9240" y="1531"/>
                  </a:cubicBezTo>
                  <a:cubicBezTo>
                    <a:pt x="9907" y="2099"/>
                    <a:pt x="10408" y="2766"/>
                    <a:pt x="10875" y="3133"/>
                  </a:cubicBezTo>
                  <a:cubicBezTo>
                    <a:pt x="11342" y="3566"/>
                    <a:pt x="11675" y="3700"/>
                    <a:pt x="11675" y="3700"/>
                  </a:cubicBezTo>
                  <a:cubicBezTo>
                    <a:pt x="11709" y="3700"/>
                    <a:pt x="11342" y="3433"/>
                    <a:pt x="10908" y="2899"/>
                  </a:cubicBezTo>
                  <a:cubicBezTo>
                    <a:pt x="10708" y="2599"/>
                    <a:pt x="10508" y="2299"/>
                    <a:pt x="10207" y="1932"/>
                  </a:cubicBezTo>
                  <a:cubicBezTo>
                    <a:pt x="9941" y="1565"/>
                    <a:pt x="9607" y="1198"/>
                    <a:pt x="9207" y="864"/>
                  </a:cubicBezTo>
                  <a:cubicBezTo>
                    <a:pt x="8773" y="497"/>
                    <a:pt x="8239" y="264"/>
                    <a:pt x="7706" y="130"/>
                  </a:cubicBezTo>
                  <a:cubicBezTo>
                    <a:pt x="7572" y="97"/>
                    <a:pt x="7405" y="64"/>
                    <a:pt x="7272" y="64"/>
                  </a:cubicBezTo>
                  <a:cubicBezTo>
                    <a:pt x="7172" y="64"/>
                    <a:pt x="7005" y="30"/>
                    <a:pt x="6872" y="30"/>
                  </a:cubicBezTo>
                  <a:cubicBezTo>
                    <a:pt x="6827" y="8"/>
                    <a:pt x="6779" y="1"/>
                    <a:pt x="6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51" name="Google Shape;5751;p69"/>
            <p:cNvSpPr/>
            <p:nvPr/>
          </p:nvSpPr>
          <p:spPr>
            <a:xfrm>
              <a:off x="4767453" y="4298208"/>
              <a:ext cx="50552" cy="66721"/>
            </a:xfrm>
            <a:custGeom>
              <a:avLst/>
              <a:gdLst/>
              <a:ahLst/>
              <a:cxnLst/>
              <a:rect l="l" t="t" r="r" b="b"/>
              <a:pathLst>
                <a:path w="3136" h="4139" extrusionOk="0">
                  <a:moveTo>
                    <a:pt x="33" y="0"/>
                  </a:moveTo>
                  <a:cubicBezTo>
                    <a:pt x="33" y="0"/>
                    <a:pt x="0" y="33"/>
                    <a:pt x="0" y="134"/>
                  </a:cubicBezTo>
                  <a:cubicBezTo>
                    <a:pt x="0" y="200"/>
                    <a:pt x="0" y="300"/>
                    <a:pt x="33" y="367"/>
                  </a:cubicBezTo>
                  <a:cubicBezTo>
                    <a:pt x="67" y="534"/>
                    <a:pt x="200" y="767"/>
                    <a:pt x="234" y="834"/>
                  </a:cubicBezTo>
                  <a:cubicBezTo>
                    <a:pt x="1001" y="1768"/>
                    <a:pt x="1801" y="2635"/>
                    <a:pt x="2502" y="3603"/>
                  </a:cubicBezTo>
                  <a:cubicBezTo>
                    <a:pt x="2662" y="3794"/>
                    <a:pt x="3035" y="4139"/>
                    <a:pt x="3067" y="4139"/>
                  </a:cubicBezTo>
                  <a:cubicBezTo>
                    <a:pt x="3068" y="4139"/>
                    <a:pt x="3069" y="4138"/>
                    <a:pt x="3069" y="4136"/>
                  </a:cubicBezTo>
                  <a:cubicBezTo>
                    <a:pt x="3136" y="4070"/>
                    <a:pt x="2835" y="3536"/>
                    <a:pt x="2669" y="3369"/>
                  </a:cubicBezTo>
                  <a:cubicBezTo>
                    <a:pt x="1835" y="2535"/>
                    <a:pt x="1034" y="1668"/>
                    <a:pt x="467" y="667"/>
                  </a:cubicBezTo>
                  <a:cubicBezTo>
                    <a:pt x="367" y="534"/>
                    <a:pt x="234" y="367"/>
                    <a:pt x="167" y="234"/>
                  </a:cubicBezTo>
                  <a:cubicBezTo>
                    <a:pt x="67" y="134"/>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52" name="Google Shape;5752;p69"/>
            <p:cNvSpPr/>
            <p:nvPr/>
          </p:nvSpPr>
          <p:spPr>
            <a:xfrm>
              <a:off x="4617957" y="4282072"/>
              <a:ext cx="133909" cy="89273"/>
            </a:xfrm>
            <a:custGeom>
              <a:avLst/>
              <a:gdLst/>
              <a:ahLst/>
              <a:cxnLst/>
              <a:rect l="l" t="t" r="r" b="b"/>
              <a:pathLst>
                <a:path w="8307" h="5538" extrusionOk="0">
                  <a:moveTo>
                    <a:pt x="6772" y="0"/>
                  </a:moveTo>
                  <a:cubicBezTo>
                    <a:pt x="6139" y="34"/>
                    <a:pt x="5505" y="167"/>
                    <a:pt x="4938" y="334"/>
                  </a:cubicBezTo>
                  <a:cubicBezTo>
                    <a:pt x="4637" y="434"/>
                    <a:pt x="4337" y="501"/>
                    <a:pt x="4070" y="634"/>
                  </a:cubicBezTo>
                  <a:cubicBezTo>
                    <a:pt x="3904" y="701"/>
                    <a:pt x="3770" y="801"/>
                    <a:pt x="3637" y="868"/>
                  </a:cubicBezTo>
                  <a:lnTo>
                    <a:pt x="3270" y="1168"/>
                  </a:lnTo>
                  <a:cubicBezTo>
                    <a:pt x="2302" y="1968"/>
                    <a:pt x="1635" y="3003"/>
                    <a:pt x="935" y="4003"/>
                  </a:cubicBezTo>
                  <a:cubicBezTo>
                    <a:pt x="768" y="4270"/>
                    <a:pt x="568" y="4670"/>
                    <a:pt x="301" y="4937"/>
                  </a:cubicBezTo>
                  <a:cubicBezTo>
                    <a:pt x="134" y="5271"/>
                    <a:pt x="1" y="5538"/>
                    <a:pt x="1" y="5538"/>
                  </a:cubicBezTo>
                  <a:cubicBezTo>
                    <a:pt x="34" y="5538"/>
                    <a:pt x="268" y="5304"/>
                    <a:pt x="501" y="5004"/>
                  </a:cubicBezTo>
                  <a:cubicBezTo>
                    <a:pt x="768" y="4670"/>
                    <a:pt x="1002" y="4337"/>
                    <a:pt x="1135" y="4137"/>
                  </a:cubicBezTo>
                  <a:cubicBezTo>
                    <a:pt x="1769" y="3069"/>
                    <a:pt x="2369" y="2002"/>
                    <a:pt x="3337" y="1268"/>
                  </a:cubicBezTo>
                  <a:lnTo>
                    <a:pt x="3703" y="968"/>
                  </a:lnTo>
                  <a:cubicBezTo>
                    <a:pt x="3837" y="868"/>
                    <a:pt x="3970" y="801"/>
                    <a:pt x="4104" y="768"/>
                  </a:cubicBezTo>
                  <a:lnTo>
                    <a:pt x="4971" y="501"/>
                  </a:lnTo>
                  <a:cubicBezTo>
                    <a:pt x="5538" y="367"/>
                    <a:pt x="6172" y="301"/>
                    <a:pt x="6772" y="301"/>
                  </a:cubicBezTo>
                  <a:cubicBezTo>
                    <a:pt x="7139" y="301"/>
                    <a:pt x="7540" y="301"/>
                    <a:pt x="7840" y="367"/>
                  </a:cubicBezTo>
                  <a:cubicBezTo>
                    <a:pt x="8140" y="467"/>
                    <a:pt x="8273" y="668"/>
                    <a:pt x="8307" y="668"/>
                  </a:cubicBezTo>
                  <a:cubicBezTo>
                    <a:pt x="8307" y="668"/>
                    <a:pt x="8307" y="567"/>
                    <a:pt x="8207" y="467"/>
                  </a:cubicBezTo>
                  <a:cubicBezTo>
                    <a:pt x="8140" y="334"/>
                    <a:pt x="7973" y="234"/>
                    <a:pt x="7806" y="167"/>
                  </a:cubicBezTo>
                  <a:cubicBezTo>
                    <a:pt x="7439" y="0"/>
                    <a:pt x="6972" y="0"/>
                    <a:pt x="67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53" name="Google Shape;5753;p69"/>
            <p:cNvSpPr/>
            <p:nvPr/>
          </p:nvSpPr>
          <p:spPr>
            <a:xfrm>
              <a:off x="4594840" y="4280992"/>
              <a:ext cx="91965" cy="108101"/>
            </a:xfrm>
            <a:custGeom>
              <a:avLst/>
              <a:gdLst/>
              <a:ahLst/>
              <a:cxnLst/>
              <a:rect l="l" t="t" r="r" b="b"/>
              <a:pathLst>
                <a:path w="5705" h="6706" extrusionOk="0">
                  <a:moveTo>
                    <a:pt x="5705" y="1"/>
                  </a:moveTo>
                  <a:cubicBezTo>
                    <a:pt x="5671" y="1"/>
                    <a:pt x="5404" y="34"/>
                    <a:pt x="5071" y="101"/>
                  </a:cubicBezTo>
                  <a:cubicBezTo>
                    <a:pt x="4771" y="234"/>
                    <a:pt x="4404" y="368"/>
                    <a:pt x="4237" y="501"/>
                  </a:cubicBezTo>
                  <a:cubicBezTo>
                    <a:pt x="3770" y="735"/>
                    <a:pt x="3403" y="1168"/>
                    <a:pt x="3069" y="1535"/>
                  </a:cubicBezTo>
                  <a:cubicBezTo>
                    <a:pt x="2736" y="1935"/>
                    <a:pt x="2436" y="2369"/>
                    <a:pt x="2202" y="2836"/>
                  </a:cubicBezTo>
                  <a:cubicBezTo>
                    <a:pt x="1668" y="3737"/>
                    <a:pt x="1101" y="4571"/>
                    <a:pt x="534" y="5405"/>
                  </a:cubicBezTo>
                  <a:cubicBezTo>
                    <a:pt x="367" y="5671"/>
                    <a:pt x="201" y="6005"/>
                    <a:pt x="67" y="6238"/>
                  </a:cubicBezTo>
                  <a:cubicBezTo>
                    <a:pt x="34" y="6372"/>
                    <a:pt x="0" y="6505"/>
                    <a:pt x="0" y="6605"/>
                  </a:cubicBezTo>
                  <a:cubicBezTo>
                    <a:pt x="0" y="6672"/>
                    <a:pt x="0" y="6705"/>
                    <a:pt x="34" y="6705"/>
                  </a:cubicBezTo>
                  <a:lnTo>
                    <a:pt x="67" y="6705"/>
                  </a:lnTo>
                  <a:lnTo>
                    <a:pt x="101" y="6672"/>
                  </a:lnTo>
                  <a:lnTo>
                    <a:pt x="67" y="6672"/>
                  </a:lnTo>
                  <a:cubicBezTo>
                    <a:pt x="34" y="6672"/>
                    <a:pt x="67" y="6672"/>
                    <a:pt x="67" y="6605"/>
                  </a:cubicBezTo>
                  <a:cubicBezTo>
                    <a:pt x="101" y="6539"/>
                    <a:pt x="201" y="6405"/>
                    <a:pt x="267" y="6272"/>
                  </a:cubicBezTo>
                  <a:cubicBezTo>
                    <a:pt x="434" y="6038"/>
                    <a:pt x="668" y="5771"/>
                    <a:pt x="768" y="5605"/>
                  </a:cubicBezTo>
                  <a:cubicBezTo>
                    <a:pt x="1268" y="4704"/>
                    <a:pt x="1835" y="3837"/>
                    <a:pt x="2369" y="2936"/>
                  </a:cubicBezTo>
                  <a:cubicBezTo>
                    <a:pt x="2602" y="2502"/>
                    <a:pt x="2903" y="2069"/>
                    <a:pt x="3236" y="1702"/>
                  </a:cubicBezTo>
                  <a:cubicBezTo>
                    <a:pt x="3570" y="1368"/>
                    <a:pt x="3937" y="1001"/>
                    <a:pt x="4404" y="768"/>
                  </a:cubicBezTo>
                  <a:cubicBezTo>
                    <a:pt x="4570" y="668"/>
                    <a:pt x="4904" y="501"/>
                    <a:pt x="5204" y="234"/>
                  </a:cubicBezTo>
                  <a:cubicBezTo>
                    <a:pt x="5504" y="101"/>
                    <a:pt x="5705" y="1"/>
                    <a:pt x="57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54" name="Google Shape;5754;p69"/>
            <p:cNvSpPr/>
            <p:nvPr/>
          </p:nvSpPr>
          <p:spPr>
            <a:xfrm>
              <a:off x="4604512" y="4277365"/>
              <a:ext cx="65625" cy="62368"/>
            </a:xfrm>
            <a:custGeom>
              <a:avLst/>
              <a:gdLst/>
              <a:ahLst/>
              <a:cxnLst/>
              <a:rect l="l" t="t" r="r" b="b"/>
              <a:pathLst>
                <a:path w="4071" h="3869" extrusionOk="0">
                  <a:moveTo>
                    <a:pt x="3958" y="1"/>
                  </a:moveTo>
                  <a:cubicBezTo>
                    <a:pt x="3887" y="1"/>
                    <a:pt x="3787" y="9"/>
                    <a:pt x="3670" y="26"/>
                  </a:cubicBezTo>
                  <a:cubicBezTo>
                    <a:pt x="3470" y="92"/>
                    <a:pt x="3270" y="159"/>
                    <a:pt x="3136" y="259"/>
                  </a:cubicBezTo>
                  <a:cubicBezTo>
                    <a:pt x="2002" y="993"/>
                    <a:pt x="1335" y="2127"/>
                    <a:pt x="501" y="3094"/>
                  </a:cubicBezTo>
                  <a:cubicBezTo>
                    <a:pt x="301" y="3361"/>
                    <a:pt x="1" y="3828"/>
                    <a:pt x="68" y="3862"/>
                  </a:cubicBezTo>
                  <a:cubicBezTo>
                    <a:pt x="70" y="3866"/>
                    <a:pt x="75" y="3869"/>
                    <a:pt x="81" y="3869"/>
                  </a:cubicBezTo>
                  <a:cubicBezTo>
                    <a:pt x="169" y="3869"/>
                    <a:pt x="611" y="3481"/>
                    <a:pt x="735" y="3295"/>
                  </a:cubicBezTo>
                  <a:cubicBezTo>
                    <a:pt x="1102" y="2761"/>
                    <a:pt x="1435" y="2194"/>
                    <a:pt x="1836" y="1693"/>
                  </a:cubicBezTo>
                  <a:cubicBezTo>
                    <a:pt x="2236" y="1226"/>
                    <a:pt x="2736" y="759"/>
                    <a:pt x="3270" y="493"/>
                  </a:cubicBezTo>
                  <a:cubicBezTo>
                    <a:pt x="3403" y="426"/>
                    <a:pt x="3603" y="326"/>
                    <a:pt x="3770" y="192"/>
                  </a:cubicBezTo>
                  <a:cubicBezTo>
                    <a:pt x="3937" y="126"/>
                    <a:pt x="4070" y="26"/>
                    <a:pt x="4070" y="26"/>
                  </a:cubicBezTo>
                  <a:cubicBezTo>
                    <a:pt x="4070" y="9"/>
                    <a:pt x="4029" y="1"/>
                    <a:pt x="39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55" name="Google Shape;5755;p69"/>
            <p:cNvSpPr/>
            <p:nvPr/>
          </p:nvSpPr>
          <p:spPr>
            <a:xfrm>
              <a:off x="4695929" y="4271852"/>
              <a:ext cx="47344" cy="9704"/>
            </a:xfrm>
            <a:custGeom>
              <a:avLst/>
              <a:gdLst/>
              <a:ahLst/>
              <a:cxnLst/>
              <a:rect l="l" t="t" r="r" b="b"/>
              <a:pathLst>
                <a:path w="2937" h="602" extrusionOk="0">
                  <a:moveTo>
                    <a:pt x="2436" y="1"/>
                  </a:moveTo>
                  <a:cubicBezTo>
                    <a:pt x="1769" y="167"/>
                    <a:pt x="1135" y="301"/>
                    <a:pt x="468" y="301"/>
                  </a:cubicBezTo>
                  <a:cubicBezTo>
                    <a:pt x="267" y="334"/>
                    <a:pt x="1" y="468"/>
                    <a:pt x="1" y="501"/>
                  </a:cubicBezTo>
                  <a:cubicBezTo>
                    <a:pt x="1" y="568"/>
                    <a:pt x="334" y="601"/>
                    <a:pt x="468" y="601"/>
                  </a:cubicBezTo>
                  <a:cubicBezTo>
                    <a:pt x="1066" y="422"/>
                    <a:pt x="1637" y="296"/>
                    <a:pt x="2230" y="296"/>
                  </a:cubicBezTo>
                  <a:cubicBezTo>
                    <a:pt x="2298" y="296"/>
                    <a:pt x="2367" y="297"/>
                    <a:pt x="2436" y="301"/>
                  </a:cubicBezTo>
                  <a:cubicBezTo>
                    <a:pt x="2602" y="301"/>
                    <a:pt x="2936" y="167"/>
                    <a:pt x="2936" y="134"/>
                  </a:cubicBezTo>
                  <a:cubicBezTo>
                    <a:pt x="2936" y="101"/>
                    <a:pt x="2569" y="1"/>
                    <a:pt x="24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56" name="Google Shape;5756;p69"/>
            <p:cNvSpPr/>
            <p:nvPr/>
          </p:nvSpPr>
          <p:spPr>
            <a:xfrm>
              <a:off x="4674425" y="4266484"/>
              <a:ext cx="27968" cy="8076"/>
            </a:xfrm>
            <a:custGeom>
              <a:avLst/>
              <a:gdLst/>
              <a:ahLst/>
              <a:cxnLst/>
              <a:rect l="l" t="t" r="r" b="b"/>
              <a:pathLst>
                <a:path w="1735" h="501" extrusionOk="0">
                  <a:moveTo>
                    <a:pt x="1435" y="0"/>
                  </a:moveTo>
                  <a:cubicBezTo>
                    <a:pt x="1068" y="167"/>
                    <a:pt x="667" y="234"/>
                    <a:pt x="301" y="234"/>
                  </a:cubicBezTo>
                  <a:cubicBezTo>
                    <a:pt x="167" y="234"/>
                    <a:pt x="0" y="334"/>
                    <a:pt x="67" y="400"/>
                  </a:cubicBezTo>
                  <a:cubicBezTo>
                    <a:pt x="67" y="467"/>
                    <a:pt x="267" y="500"/>
                    <a:pt x="334" y="500"/>
                  </a:cubicBezTo>
                  <a:cubicBezTo>
                    <a:pt x="640" y="361"/>
                    <a:pt x="969" y="292"/>
                    <a:pt x="1282" y="292"/>
                  </a:cubicBezTo>
                  <a:cubicBezTo>
                    <a:pt x="1345" y="292"/>
                    <a:pt x="1407" y="295"/>
                    <a:pt x="1468" y="300"/>
                  </a:cubicBezTo>
                  <a:cubicBezTo>
                    <a:pt x="1601" y="267"/>
                    <a:pt x="1735" y="133"/>
                    <a:pt x="1735" y="100"/>
                  </a:cubicBezTo>
                  <a:cubicBezTo>
                    <a:pt x="1735" y="67"/>
                    <a:pt x="1501" y="0"/>
                    <a:pt x="14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57" name="Google Shape;5757;p69"/>
            <p:cNvSpPr/>
            <p:nvPr/>
          </p:nvSpPr>
          <p:spPr>
            <a:xfrm>
              <a:off x="4620117" y="4255619"/>
              <a:ext cx="57016" cy="28146"/>
            </a:xfrm>
            <a:custGeom>
              <a:avLst/>
              <a:gdLst/>
              <a:ahLst/>
              <a:cxnLst/>
              <a:rect l="l" t="t" r="r" b="b"/>
              <a:pathLst>
                <a:path w="3537" h="1746" extrusionOk="0">
                  <a:moveTo>
                    <a:pt x="0" y="1741"/>
                  </a:moveTo>
                  <a:lnTo>
                    <a:pt x="0" y="1741"/>
                  </a:lnTo>
                  <a:cubicBezTo>
                    <a:pt x="0" y="1743"/>
                    <a:pt x="1" y="1744"/>
                    <a:pt x="2" y="1744"/>
                  </a:cubicBezTo>
                  <a:cubicBezTo>
                    <a:pt x="3" y="1744"/>
                    <a:pt x="3" y="1744"/>
                    <a:pt x="4" y="1744"/>
                  </a:cubicBezTo>
                  <a:lnTo>
                    <a:pt x="4" y="1744"/>
                  </a:lnTo>
                  <a:cubicBezTo>
                    <a:pt x="2" y="1743"/>
                    <a:pt x="1" y="1742"/>
                    <a:pt x="0" y="1741"/>
                  </a:cubicBezTo>
                  <a:close/>
                  <a:moveTo>
                    <a:pt x="3511" y="0"/>
                  </a:moveTo>
                  <a:cubicBezTo>
                    <a:pt x="3412" y="0"/>
                    <a:pt x="3046" y="78"/>
                    <a:pt x="2902" y="107"/>
                  </a:cubicBezTo>
                  <a:cubicBezTo>
                    <a:pt x="2469" y="240"/>
                    <a:pt x="2068" y="474"/>
                    <a:pt x="1668" y="641"/>
                  </a:cubicBezTo>
                  <a:cubicBezTo>
                    <a:pt x="1501" y="774"/>
                    <a:pt x="1301" y="908"/>
                    <a:pt x="1068" y="974"/>
                  </a:cubicBezTo>
                  <a:lnTo>
                    <a:pt x="801" y="1141"/>
                  </a:lnTo>
                  <a:lnTo>
                    <a:pt x="501" y="1308"/>
                  </a:lnTo>
                  <a:cubicBezTo>
                    <a:pt x="313" y="1433"/>
                    <a:pt x="37" y="1734"/>
                    <a:pt x="4" y="1744"/>
                  </a:cubicBezTo>
                  <a:lnTo>
                    <a:pt x="4" y="1744"/>
                  </a:lnTo>
                  <a:cubicBezTo>
                    <a:pt x="6" y="1745"/>
                    <a:pt x="10" y="1745"/>
                    <a:pt x="15" y="1745"/>
                  </a:cubicBezTo>
                  <a:cubicBezTo>
                    <a:pt x="102" y="1745"/>
                    <a:pt x="511" y="1567"/>
                    <a:pt x="634" y="1475"/>
                  </a:cubicBezTo>
                  <a:lnTo>
                    <a:pt x="868" y="1274"/>
                  </a:lnTo>
                  <a:lnTo>
                    <a:pt x="1168" y="1108"/>
                  </a:lnTo>
                  <a:cubicBezTo>
                    <a:pt x="1368" y="974"/>
                    <a:pt x="1535" y="908"/>
                    <a:pt x="1735" y="774"/>
                  </a:cubicBezTo>
                  <a:cubicBezTo>
                    <a:pt x="2168" y="607"/>
                    <a:pt x="2535" y="441"/>
                    <a:pt x="3002" y="340"/>
                  </a:cubicBezTo>
                  <a:cubicBezTo>
                    <a:pt x="3269" y="274"/>
                    <a:pt x="3536" y="74"/>
                    <a:pt x="3536" y="7"/>
                  </a:cubicBezTo>
                  <a:cubicBezTo>
                    <a:pt x="3536" y="2"/>
                    <a:pt x="3527" y="0"/>
                    <a:pt x="35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5758" name="Google Shape;5758;p69"/>
          <p:cNvSpPr/>
          <p:nvPr/>
        </p:nvSpPr>
        <p:spPr>
          <a:xfrm>
            <a:off x="4920011" y="3351831"/>
            <a:ext cx="32161" cy="162318"/>
          </a:xfrm>
          <a:custGeom>
            <a:avLst/>
            <a:gdLst/>
            <a:ahLst/>
            <a:cxnLst/>
            <a:rect l="l" t="t" r="r" b="b"/>
            <a:pathLst>
              <a:path w="2102" h="10609" extrusionOk="0">
                <a:moveTo>
                  <a:pt x="234" y="1"/>
                </a:moveTo>
                <a:cubicBezTo>
                  <a:pt x="167" y="1"/>
                  <a:pt x="134" y="67"/>
                  <a:pt x="100" y="201"/>
                </a:cubicBezTo>
                <a:cubicBezTo>
                  <a:pt x="67" y="334"/>
                  <a:pt x="0" y="501"/>
                  <a:pt x="0" y="701"/>
                </a:cubicBezTo>
                <a:cubicBezTo>
                  <a:pt x="0" y="1068"/>
                  <a:pt x="100" y="1535"/>
                  <a:pt x="134" y="1735"/>
                </a:cubicBezTo>
                <a:cubicBezTo>
                  <a:pt x="467" y="2936"/>
                  <a:pt x="1001" y="4070"/>
                  <a:pt x="1335" y="5238"/>
                </a:cubicBezTo>
                <a:cubicBezTo>
                  <a:pt x="1668" y="6405"/>
                  <a:pt x="1902" y="7673"/>
                  <a:pt x="1835" y="8874"/>
                </a:cubicBezTo>
                <a:cubicBezTo>
                  <a:pt x="1802" y="9174"/>
                  <a:pt x="1802" y="9607"/>
                  <a:pt x="1768" y="9941"/>
                </a:cubicBezTo>
                <a:cubicBezTo>
                  <a:pt x="1668" y="10341"/>
                  <a:pt x="1568" y="10608"/>
                  <a:pt x="1601" y="10608"/>
                </a:cubicBezTo>
                <a:cubicBezTo>
                  <a:pt x="1601" y="10608"/>
                  <a:pt x="1802" y="10341"/>
                  <a:pt x="1935" y="9941"/>
                </a:cubicBezTo>
                <a:cubicBezTo>
                  <a:pt x="2068" y="9574"/>
                  <a:pt x="2102" y="9107"/>
                  <a:pt x="2102" y="8874"/>
                </a:cubicBezTo>
                <a:cubicBezTo>
                  <a:pt x="2068" y="7606"/>
                  <a:pt x="1768" y="6405"/>
                  <a:pt x="1468" y="5204"/>
                </a:cubicBezTo>
                <a:cubicBezTo>
                  <a:pt x="1134" y="4003"/>
                  <a:pt x="667" y="2869"/>
                  <a:pt x="434" y="1668"/>
                </a:cubicBezTo>
                <a:cubicBezTo>
                  <a:pt x="334" y="1335"/>
                  <a:pt x="267" y="901"/>
                  <a:pt x="234" y="568"/>
                </a:cubicBezTo>
                <a:cubicBezTo>
                  <a:pt x="167" y="234"/>
                  <a:pt x="267" y="1"/>
                  <a:pt x="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5759" name="Google Shape;5759;p69"/>
          <p:cNvGrpSpPr/>
          <p:nvPr/>
        </p:nvGrpSpPr>
        <p:grpSpPr>
          <a:xfrm>
            <a:off x="4459806" y="3213860"/>
            <a:ext cx="505250" cy="431675"/>
            <a:chOff x="4202850" y="3269784"/>
            <a:chExt cx="532347" cy="454826"/>
          </a:xfrm>
        </p:grpSpPr>
        <p:sp>
          <p:nvSpPr>
            <p:cNvPr id="5760" name="Google Shape;5760;p69"/>
            <p:cNvSpPr/>
            <p:nvPr/>
          </p:nvSpPr>
          <p:spPr>
            <a:xfrm>
              <a:off x="4711517" y="3477635"/>
              <a:ext cx="23680" cy="129669"/>
            </a:xfrm>
            <a:custGeom>
              <a:avLst/>
              <a:gdLst/>
              <a:ahLst/>
              <a:cxnLst/>
              <a:rect l="l" t="t" r="r" b="b"/>
              <a:pathLst>
                <a:path w="1469" h="8044" extrusionOk="0">
                  <a:moveTo>
                    <a:pt x="301" y="1"/>
                  </a:moveTo>
                  <a:lnTo>
                    <a:pt x="368" y="568"/>
                  </a:lnTo>
                  <a:cubicBezTo>
                    <a:pt x="468" y="868"/>
                    <a:pt x="535" y="1202"/>
                    <a:pt x="635" y="1369"/>
                  </a:cubicBezTo>
                  <a:cubicBezTo>
                    <a:pt x="802" y="1836"/>
                    <a:pt x="1002" y="2236"/>
                    <a:pt x="1135" y="2703"/>
                  </a:cubicBezTo>
                  <a:cubicBezTo>
                    <a:pt x="1168" y="2970"/>
                    <a:pt x="1235" y="3170"/>
                    <a:pt x="1235" y="3403"/>
                  </a:cubicBezTo>
                  <a:lnTo>
                    <a:pt x="1302" y="3737"/>
                  </a:lnTo>
                  <a:lnTo>
                    <a:pt x="1302" y="4071"/>
                  </a:lnTo>
                  <a:cubicBezTo>
                    <a:pt x="1202" y="5038"/>
                    <a:pt x="968" y="5972"/>
                    <a:pt x="501" y="6806"/>
                  </a:cubicBezTo>
                  <a:cubicBezTo>
                    <a:pt x="435" y="7039"/>
                    <a:pt x="268" y="7340"/>
                    <a:pt x="168" y="7573"/>
                  </a:cubicBezTo>
                  <a:cubicBezTo>
                    <a:pt x="101" y="7840"/>
                    <a:pt x="1" y="8040"/>
                    <a:pt x="34" y="8040"/>
                  </a:cubicBezTo>
                  <a:cubicBezTo>
                    <a:pt x="34" y="8043"/>
                    <a:pt x="35" y="8044"/>
                    <a:pt x="37" y="8044"/>
                  </a:cubicBezTo>
                  <a:cubicBezTo>
                    <a:pt x="59" y="8044"/>
                    <a:pt x="213" y="7856"/>
                    <a:pt x="368" y="7640"/>
                  </a:cubicBezTo>
                  <a:lnTo>
                    <a:pt x="635" y="7240"/>
                  </a:lnTo>
                  <a:cubicBezTo>
                    <a:pt x="701" y="7139"/>
                    <a:pt x="735" y="7006"/>
                    <a:pt x="802" y="6906"/>
                  </a:cubicBezTo>
                  <a:cubicBezTo>
                    <a:pt x="1135" y="6039"/>
                    <a:pt x="1369" y="5071"/>
                    <a:pt x="1469" y="4137"/>
                  </a:cubicBezTo>
                  <a:lnTo>
                    <a:pt x="1469" y="3737"/>
                  </a:lnTo>
                  <a:lnTo>
                    <a:pt x="1435" y="3370"/>
                  </a:lnTo>
                  <a:cubicBezTo>
                    <a:pt x="1435" y="3137"/>
                    <a:pt x="1335" y="2903"/>
                    <a:pt x="1302" y="2670"/>
                  </a:cubicBezTo>
                  <a:cubicBezTo>
                    <a:pt x="1202" y="2203"/>
                    <a:pt x="1035" y="1736"/>
                    <a:pt x="868" y="1302"/>
                  </a:cubicBezTo>
                  <a:cubicBezTo>
                    <a:pt x="802" y="1068"/>
                    <a:pt x="668" y="735"/>
                    <a:pt x="501" y="501"/>
                  </a:cubicBezTo>
                  <a:cubicBezTo>
                    <a:pt x="401" y="201"/>
                    <a:pt x="301" y="1"/>
                    <a:pt x="3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61" name="Google Shape;5761;p69"/>
            <p:cNvSpPr/>
            <p:nvPr/>
          </p:nvSpPr>
          <p:spPr>
            <a:xfrm>
              <a:off x="4696461" y="3403403"/>
              <a:ext cx="17232" cy="60821"/>
            </a:xfrm>
            <a:custGeom>
              <a:avLst/>
              <a:gdLst/>
              <a:ahLst/>
              <a:cxnLst/>
              <a:rect l="l" t="t" r="r" b="b"/>
              <a:pathLst>
                <a:path w="1069" h="3773" extrusionOk="0">
                  <a:moveTo>
                    <a:pt x="72" y="1"/>
                  </a:moveTo>
                  <a:cubicBezTo>
                    <a:pt x="70" y="1"/>
                    <a:pt x="69" y="2"/>
                    <a:pt x="68" y="3"/>
                  </a:cubicBezTo>
                  <a:cubicBezTo>
                    <a:pt x="1" y="3"/>
                    <a:pt x="1" y="503"/>
                    <a:pt x="1" y="670"/>
                  </a:cubicBezTo>
                  <a:cubicBezTo>
                    <a:pt x="234" y="1537"/>
                    <a:pt x="234" y="2471"/>
                    <a:pt x="568" y="3338"/>
                  </a:cubicBezTo>
                  <a:cubicBezTo>
                    <a:pt x="601" y="3405"/>
                    <a:pt x="635" y="3472"/>
                    <a:pt x="701" y="3505"/>
                  </a:cubicBezTo>
                  <a:cubicBezTo>
                    <a:pt x="735" y="3605"/>
                    <a:pt x="802" y="3639"/>
                    <a:pt x="835" y="3672"/>
                  </a:cubicBezTo>
                  <a:cubicBezTo>
                    <a:pt x="935" y="3772"/>
                    <a:pt x="1068" y="3772"/>
                    <a:pt x="1068" y="3772"/>
                  </a:cubicBezTo>
                  <a:cubicBezTo>
                    <a:pt x="1068" y="3772"/>
                    <a:pt x="968" y="3672"/>
                    <a:pt x="935" y="3572"/>
                  </a:cubicBezTo>
                  <a:cubicBezTo>
                    <a:pt x="835" y="3438"/>
                    <a:pt x="802" y="3305"/>
                    <a:pt x="768" y="3205"/>
                  </a:cubicBezTo>
                  <a:cubicBezTo>
                    <a:pt x="501" y="2838"/>
                    <a:pt x="435" y="2371"/>
                    <a:pt x="368" y="1971"/>
                  </a:cubicBezTo>
                  <a:cubicBezTo>
                    <a:pt x="301" y="1537"/>
                    <a:pt x="268" y="1103"/>
                    <a:pt x="268" y="636"/>
                  </a:cubicBezTo>
                  <a:cubicBezTo>
                    <a:pt x="268" y="443"/>
                    <a:pt x="112"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62" name="Google Shape;5762;p69"/>
            <p:cNvSpPr/>
            <p:nvPr/>
          </p:nvSpPr>
          <p:spPr>
            <a:xfrm>
              <a:off x="4213602" y="3299735"/>
              <a:ext cx="279618" cy="377643"/>
            </a:xfrm>
            <a:custGeom>
              <a:avLst/>
              <a:gdLst/>
              <a:ahLst/>
              <a:cxnLst/>
              <a:rect l="l" t="t" r="r" b="b"/>
              <a:pathLst>
                <a:path w="17346" h="23427" extrusionOk="0">
                  <a:moveTo>
                    <a:pt x="9224" y="1"/>
                  </a:moveTo>
                  <a:cubicBezTo>
                    <a:pt x="8959" y="1"/>
                    <a:pt x="8682" y="39"/>
                    <a:pt x="8406" y="62"/>
                  </a:cubicBezTo>
                  <a:cubicBezTo>
                    <a:pt x="8039" y="96"/>
                    <a:pt x="7639" y="196"/>
                    <a:pt x="7239" y="429"/>
                  </a:cubicBezTo>
                  <a:lnTo>
                    <a:pt x="7305" y="429"/>
                  </a:lnTo>
                  <a:cubicBezTo>
                    <a:pt x="6838" y="696"/>
                    <a:pt x="6505" y="1063"/>
                    <a:pt x="6238" y="1463"/>
                  </a:cubicBezTo>
                  <a:cubicBezTo>
                    <a:pt x="6038" y="1897"/>
                    <a:pt x="5871" y="2297"/>
                    <a:pt x="5704" y="2731"/>
                  </a:cubicBezTo>
                  <a:cubicBezTo>
                    <a:pt x="5571" y="3131"/>
                    <a:pt x="5404" y="3565"/>
                    <a:pt x="5171" y="3899"/>
                  </a:cubicBezTo>
                  <a:cubicBezTo>
                    <a:pt x="5037" y="4065"/>
                    <a:pt x="4904" y="4232"/>
                    <a:pt x="4737" y="4399"/>
                  </a:cubicBezTo>
                  <a:lnTo>
                    <a:pt x="4537" y="4632"/>
                  </a:lnTo>
                  <a:cubicBezTo>
                    <a:pt x="4470" y="4732"/>
                    <a:pt x="4370" y="4766"/>
                    <a:pt x="4303" y="4866"/>
                  </a:cubicBezTo>
                  <a:cubicBezTo>
                    <a:pt x="3636" y="5400"/>
                    <a:pt x="2836" y="5800"/>
                    <a:pt x="2168" y="6534"/>
                  </a:cubicBezTo>
                  <a:cubicBezTo>
                    <a:pt x="1968" y="6701"/>
                    <a:pt x="1868" y="6901"/>
                    <a:pt x="1701" y="7067"/>
                  </a:cubicBezTo>
                  <a:cubicBezTo>
                    <a:pt x="1568" y="7268"/>
                    <a:pt x="1501" y="7468"/>
                    <a:pt x="1368" y="7701"/>
                  </a:cubicBezTo>
                  <a:cubicBezTo>
                    <a:pt x="1168" y="8102"/>
                    <a:pt x="1001" y="8535"/>
                    <a:pt x="834" y="8935"/>
                  </a:cubicBezTo>
                  <a:cubicBezTo>
                    <a:pt x="501" y="9769"/>
                    <a:pt x="234" y="10670"/>
                    <a:pt x="67" y="11571"/>
                  </a:cubicBezTo>
                  <a:cubicBezTo>
                    <a:pt x="0" y="12038"/>
                    <a:pt x="0" y="12505"/>
                    <a:pt x="0" y="12938"/>
                  </a:cubicBezTo>
                  <a:cubicBezTo>
                    <a:pt x="0" y="13405"/>
                    <a:pt x="34" y="13872"/>
                    <a:pt x="67" y="14339"/>
                  </a:cubicBezTo>
                  <a:cubicBezTo>
                    <a:pt x="234" y="15240"/>
                    <a:pt x="401" y="16107"/>
                    <a:pt x="734" y="17008"/>
                  </a:cubicBezTo>
                  <a:cubicBezTo>
                    <a:pt x="1034" y="17875"/>
                    <a:pt x="1401" y="18709"/>
                    <a:pt x="1868" y="19510"/>
                  </a:cubicBezTo>
                  <a:cubicBezTo>
                    <a:pt x="2035" y="19710"/>
                    <a:pt x="2168" y="19943"/>
                    <a:pt x="2369" y="20377"/>
                  </a:cubicBezTo>
                  <a:cubicBezTo>
                    <a:pt x="2569" y="20611"/>
                    <a:pt x="2802" y="20877"/>
                    <a:pt x="3002" y="21144"/>
                  </a:cubicBezTo>
                  <a:cubicBezTo>
                    <a:pt x="3469" y="21711"/>
                    <a:pt x="4003" y="22278"/>
                    <a:pt x="4570" y="22645"/>
                  </a:cubicBezTo>
                  <a:cubicBezTo>
                    <a:pt x="4670" y="22745"/>
                    <a:pt x="4704" y="22779"/>
                    <a:pt x="4804" y="22812"/>
                  </a:cubicBezTo>
                  <a:cubicBezTo>
                    <a:pt x="4837" y="22879"/>
                    <a:pt x="4904" y="22912"/>
                    <a:pt x="5004" y="22946"/>
                  </a:cubicBezTo>
                  <a:cubicBezTo>
                    <a:pt x="5137" y="23046"/>
                    <a:pt x="5304" y="23079"/>
                    <a:pt x="5404" y="23146"/>
                  </a:cubicBezTo>
                  <a:cubicBezTo>
                    <a:pt x="5704" y="23246"/>
                    <a:pt x="5971" y="23312"/>
                    <a:pt x="6171" y="23379"/>
                  </a:cubicBezTo>
                  <a:cubicBezTo>
                    <a:pt x="6454" y="23403"/>
                    <a:pt x="6687" y="23426"/>
                    <a:pt x="6800" y="23426"/>
                  </a:cubicBezTo>
                  <a:cubicBezTo>
                    <a:pt x="6846" y="23426"/>
                    <a:pt x="6872" y="23422"/>
                    <a:pt x="6872" y="23413"/>
                  </a:cubicBezTo>
                  <a:cubicBezTo>
                    <a:pt x="6872" y="23379"/>
                    <a:pt x="6638" y="23246"/>
                    <a:pt x="6171" y="23112"/>
                  </a:cubicBezTo>
                  <a:cubicBezTo>
                    <a:pt x="5971" y="22979"/>
                    <a:pt x="5704" y="22912"/>
                    <a:pt x="5471" y="22745"/>
                  </a:cubicBezTo>
                  <a:lnTo>
                    <a:pt x="5071" y="22479"/>
                  </a:lnTo>
                  <a:cubicBezTo>
                    <a:pt x="4970" y="22412"/>
                    <a:pt x="4837" y="22278"/>
                    <a:pt x="4704" y="22145"/>
                  </a:cubicBezTo>
                  <a:cubicBezTo>
                    <a:pt x="4203" y="21711"/>
                    <a:pt x="3736" y="21111"/>
                    <a:pt x="3369" y="20577"/>
                  </a:cubicBezTo>
                  <a:lnTo>
                    <a:pt x="2869" y="19810"/>
                  </a:lnTo>
                  <a:cubicBezTo>
                    <a:pt x="2736" y="19576"/>
                    <a:pt x="2635" y="19376"/>
                    <a:pt x="2502" y="19210"/>
                  </a:cubicBezTo>
                  <a:cubicBezTo>
                    <a:pt x="1535" y="17742"/>
                    <a:pt x="868" y="16074"/>
                    <a:pt x="567" y="14306"/>
                  </a:cubicBezTo>
                  <a:cubicBezTo>
                    <a:pt x="501" y="13872"/>
                    <a:pt x="467" y="13439"/>
                    <a:pt x="467" y="12972"/>
                  </a:cubicBezTo>
                  <a:cubicBezTo>
                    <a:pt x="467" y="12571"/>
                    <a:pt x="401" y="12104"/>
                    <a:pt x="501" y="11704"/>
                  </a:cubicBezTo>
                  <a:cubicBezTo>
                    <a:pt x="634" y="10870"/>
                    <a:pt x="901" y="9970"/>
                    <a:pt x="1201" y="9136"/>
                  </a:cubicBezTo>
                  <a:cubicBezTo>
                    <a:pt x="1368" y="8735"/>
                    <a:pt x="1535" y="8302"/>
                    <a:pt x="1735" y="7935"/>
                  </a:cubicBezTo>
                  <a:cubicBezTo>
                    <a:pt x="1868" y="7735"/>
                    <a:pt x="1968" y="7534"/>
                    <a:pt x="2068" y="7368"/>
                  </a:cubicBezTo>
                  <a:cubicBezTo>
                    <a:pt x="2235" y="7201"/>
                    <a:pt x="2335" y="7034"/>
                    <a:pt x="2502" y="6867"/>
                  </a:cubicBezTo>
                  <a:cubicBezTo>
                    <a:pt x="3069" y="6234"/>
                    <a:pt x="3903" y="5800"/>
                    <a:pt x="4637" y="5233"/>
                  </a:cubicBezTo>
                  <a:cubicBezTo>
                    <a:pt x="4704" y="5199"/>
                    <a:pt x="4804" y="5099"/>
                    <a:pt x="4870" y="5033"/>
                  </a:cubicBezTo>
                  <a:lnTo>
                    <a:pt x="5137" y="4766"/>
                  </a:lnTo>
                  <a:cubicBezTo>
                    <a:pt x="5304" y="4599"/>
                    <a:pt x="5471" y="4432"/>
                    <a:pt x="5571" y="4232"/>
                  </a:cubicBezTo>
                  <a:cubicBezTo>
                    <a:pt x="5838" y="3798"/>
                    <a:pt x="6038" y="3398"/>
                    <a:pt x="6205" y="2965"/>
                  </a:cubicBezTo>
                  <a:cubicBezTo>
                    <a:pt x="6371" y="2564"/>
                    <a:pt x="6538" y="2131"/>
                    <a:pt x="6738" y="1764"/>
                  </a:cubicBezTo>
                  <a:cubicBezTo>
                    <a:pt x="6972" y="1397"/>
                    <a:pt x="7239" y="1097"/>
                    <a:pt x="7572" y="930"/>
                  </a:cubicBezTo>
                  <a:lnTo>
                    <a:pt x="7639" y="930"/>
                  </a:lnTo>
                  <a:cubicBezTo>
                    <a:pt x="8045" y="676"/>
                    <a:pt x="8604" y="615"/>
                    <a:pt x="9157" y="615"/>
                  </a:cubicBezTo>
                  <a:cubicBezTo>
                    <a:pt x="9331" y="615"/>
                    <a:pt x="9506" y="622"/>
                    <a:pt x="9674" y="630"/>
                  </a:cubicBezTo>
                  <a:cubicBezTo>
                    <a:pt x="10374" y="696"/>
                    <a:pt x="11142" y="796"/>
                    <a:pt x="11842" y="963"/>
                  </a:cubicBezTo>
                  <a:cubicBezTo>
                    <a:pt x="11875" y="963"/>
                    <a:pt x="11975" y="1030"/>
                    <a:pt x="12042" y="1030"/>
                  </a:cubicBezTo>
                  <a:lnTo>
                    <a:pt x="12176" y="1063"/>
                  </a:lnTo>
                  <a:lnTo>
                    <a:pt x="12209" y="1063"/>
                  </a:lnTo>
                  <a:cubicBezTo>
                    <a:pt x="12342" y="1097"/>
                    <a:pt x="12476" y="1130"/>
                    <a:pt x="12643" y="1230"/>
                  </a:cubicBezTo>
                  <a:cubicBezTo>
                    <a:pt x="12909" y="1363"/>
                    <a:pt x="13243" y="1530"/>
                    <a:pt x="13543" y="1630"/>
                  </a:cubicBezTo>
                  <a:cubicBezTo>
                    <a:pt x="14177" y="1930"/>
                    <a:pt x="14811" y="2197"/>
                    <a:pt x="15378" y="2397"/>
                  </a:cubicBezTo>
                  <a:cubicBezTo>
                    <a:pt x="15912" y="2598"/>
                    <a:pt x="16479" y="2764"/>
                    <a:pt x="16846" y="2798"/>
                  </a:cubicBezTo>
                  <a:cubicBezTo>
                    <a:pt x="16915" y="2825"/>
                    <a:pt x="16990" y="2842"/>
                    <a:pt x="17061" y="2842"/>
                  </a:cubicBezTo>
                  <a:cubicBezTo>
                    <a:pt x="17161" y="2842"/>
                    <a:pt x="17254" y="2809"/>
                    <a:pt x="17313" y="2731"/>
                  </a:cubicBezTo>
                  <a:cubicBezTo>
                    <a:pt x="17346" y="2698"/>
                    <a:pt x="17313" y="2631"/>
                    <a:pt x="17313" y="2598"/>
                  </a:cubicBezTo>
                  <a:lnTo>
                    <a:pt x="17246" y="2564"/>
                  </a:lnTo>
                  <a:cubicBezTo>
                    <a:pt x="17213" y="2564"/>
                    <a:pt x="17246" y="2631"/>
                    <a:pt x="17179" y="2698"/>
                  </a:cubicBezTo>
                  <a:cubicBezTo>
                    <a:pt x="17154" y="2706"/>
                    <a:pt x="17125" y="2710"/>
                    <a:pt x="17092" y="2710"/>
                  </a:cubicBezTo>
                  <a:cubicBezTo>
                    <a:pt x="16994" y="2710"/>
                    <a:pt x="16862" y="2673"/>
                    <a:pt x="16712" y="2598"/>
                  </a:cubicBezTo>
                  <a:cubicBezTo>
                    <a:pt x="16312" y="2464"/>
                    <a:pt x="15745" y="2197"/>
                    <a:pt x="15178" y="1897"/>
                  </a:cubicBezTo>
                  <a:cubicBezTo>
                    <a:pt x="14644" y="1564"/>
                    <a:pt x="14010" y="1230"/>
                    <a:pt x="13410" y="930"/>
                  </a:cubicBezTo>
                  <a:cubicBezTo>
                    <a:pt x="13176" y="763"/>
                    <a:pt x="12876" y="630"/>
                    <a:pt x="12643" y="529"/>
                  </a:cubicBezTo>
                  <a:cubicBezTo>
                    <a:pt x="12509" y="463"/>
                    <a:pt x="12409" y="396"/>
                    <a:pt x="12209" y="363"/>
                  </a:cubicBezTo>
                  <a:cubicBezTo>
                    <a:pt x="12076" y="296"/>
                    <a:pt x="11975" y="296"/>
                    <a:pt x="11875" y="263"/>
                  </a:cubicBezTo>
                  <a:cubicBezTo>
                    <a:pt x="11142" y="129"/>
                    <a:pt x="10374" y="29"/>
                    <a:pt x="9574" y="29"/>
                  </a:cubicBezTo>
                  <a:cubicBezTo>
                    <a:pt x="9460" y="8"/>
                    <a:pt x="9343" y="1"/>
                    <a:pt x="92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63" name="Google Shape;5763;p69"/>
            <p:cNvSpPr/>
            <p:nvPr/>
          </p:nvSpPr>
          <p:spPr>
            <a:xfrm>
              <a:off x="4341031" y="3340922"/>
              <a:ext cx="365134" cy="383688"/>
            </a:xfrm>
            <a:custGeom>
              <a:avLst/>
              <a:gdLst/>
              <a:ahLst/>
              <a:cxnLst/>
              <a:rect l="l" t="t" r="r" b="b"/>
              <a:pathLst>
                <a:path w="22651" h="23802" extrusionOk="0">
                  <a:moveTo>
                    <a:pt x="15446" y="0"/>
                  </a:moveTo>
                  <a:cubicBezTo>
                    <a:pt x="15357" y="0"/>
                    <a:pt x="15268" y="3"/>
                    <a:pt x="15178" y="9"/>
                  </a:cubicBezTo>
                  <a:cubicBezTo>
                    <a:pt x="14278" y="9"/>
                    <a:pt x="13310" y="143"/>
                    <a:pt x="12443" y="209"/>
                  </a:cubicBezTo>
                  <a:cubicBezTo>
                    <a:pt x="11576" y="343"/>
                    <a:pt x="10809" y="343"/>
                    <a:pt x="10242" y="343"/>
                  </a:cubicBezTo>
                  <a:cubicBezTo>
                    <a:pt x="9850" y="320"/>
                    <a:pt x="9554" y="281"/>
                    <a:pt x="9408" y="281"/>
                  </a:cubicBezTo>
                  <a:cubicBezTo>
                    <a:pt x="9343" y="281"/>
                    <a:pt x="9308" y="289"/>
                    <a:pt x="9308" y="309"/>
                  </a:cubicBezTo>
                  <a:cubicBezTo>
                    <a:pt x="9274" y="343"/>
                    <a:pt x="9641" y="476"/>
                    <a:pt x="10275" y="576"/>
                  </a:cubicBezTo>
                  <a:cubicBezTo>
                    <a:pt x="10759" y="678"/>
                    <a:pt x="11360" y="722"/>
                    <a:pt x="12018" y="722"/>
                  </a:cubicBezTo>
                  <a:cubicBezTo>
                    <a:pt x="12222" y="722"/>
                    <a:pt x="12431" y="718"/>
                    <a:pt x="12643" y="710"/>
                  </a:cubicBezTo>
                  <a:cubicBezTo>
                    <a:pt x="13266" y="710"/>
                    <a:pt x="13889" y="680"/>
                    <a:pt x="14501" y="680"/>
                  </a:cubicBezTo>
                  <a:cubicBezTo>
                    <a:pt x="14808" y="680"/>
                    <a:pt x="15112" y="688"/>
                    <a:pt x="15412" y="710"/>
                  </a:cubicBezTo>
                  <a:cubicBezTo>
                    <a:pt x="16279" y="743"/>
                    <a:pt x="16980" y="910"/>
                    <a:pt x="17447" y="1143"/>
                  </a:cubicBezTo>
                  <a:cubicBezTo>
                    <a:pt x="18080" y="1377"/>
                    <a:pt x="18614" y="1744"/>
                    <a:pt x="19014" y="2244"/>
                  </a:cubicBezTo>
                  <a:cubicBezTo>
                    <a:pt x="19448" y="2811"/>
                    <a:pt x="19748" y="3378"/>
                    <a:pt x="19982" y="4045"/>
                  </a:cubicBezTo>
                  <a:cubicBezTo>
                    <a:pt x="20449" y="5346"/>
                    <a:pt x="20682" y="6747"/>
                    <a:pt x="21183" y="8148"/>
                  </a:cubicBezTo>
                  <a:cubicBezTo>
                    <a:pt x="21650" y="9483"/>
                    <a:pt x="22117" y="10850"/>
                    <a:pt x="22183" y="12218"/>
                  </a:cubicBezTo>
                  <a:cubicBezTo>
                    <a:pt x="22183" y="12418"/>
                    <a:pt x="22250" y="12585"/>
                    <a:pt x="22250" y="12752"/>
                  </a:cubicBezTo>
                  <a:lnTo>
                    <a:pt x="22183" y="13252"/>
                  </a:lnTo>
                  <a:cubicBezTo>
                    <a:pt x="22183" y="13652"/>
                    <a:pt x="22150" y="13986"/>
                    <a:pt x="22083" y="14320"/>
                  </a:cubicBezTo>
                  <a:cubicBezTo>
                    <a:pt x="22017" y="14653"/>
                    <a:pt x="21917" y="14987"/>
                    <a:pt x="21783" y="15320"/>
                  </a:cubicBezTo>
                  <a:cubicBezTo>
                    <a:pt x="21650" y="15654"/>
                    <a:pt x="21516" y="15987"/>
                    <a:pt x="21349" y="16254"/>
                  </a:cubicBezTo>
                  <a:cubicBezTo>
                    <a:pt x="20682" y="17522"/>
                    <a:pt x="19848" y="18656"/>
                    <a:pt x="18948" y="19723"/>
                  </a:cubicBezTo>
                  <a:cubicBezTo>
                    <a:pt x="18481" y="20290"/>
                    <a:pt x="17980" y="20791"/>
                    <a:pt x="17480" y="21258"/>
                  </a:cubicBezTo>
                  <a:cubicBezTo>
                    <a:pt x="16980" y="21758"/>
                    <a:pt x="16446" y="22225"/>
                    <a:pt x="15846" y="22592"/>
                  </a:cubicBezTo>
                  <a:cubicBezTo>
                    <a:pt x="15106" y="23152"/>
                    <a:pt x="14201" y="23321"/>
                    <a:pt x="13273" y="23321"/>
                  </a:cubicBezTo>
                  <a:cubicBezTo>
                    <a:pt x="12818" y="23321"/>
                    <a:pt x="12359" y="23281"/>
                    <a:pt x="11909" y="23226"/>
                  </a:cubicBezTo>
                  <a:cubicBezTo>
                    <a:pt x="10508" y="23026"/>
                    <a:pt x="9141" y="22659"/>
                    <a:pt x="7773" y="22259"/>
                  </a:cubicBezTo>
                  <a:cubicBezTo>
                    <a:pt x="6172" y="21858"/>
                    <a:pt x="4237" y="21525"/>
                    <a:pt x="2669" y="21224"/>
                  </a:cubicBezTo>
                  <a:cubicBezTo>
                    <a:pt x="1936" y="21124"/>
                    <a:pt x="1235" y="20991"/>
                    <a:pt x="768" y="20858"/>
                  </a:cubicBezTo>
                  <a:cubicBezTo>
                    <a:pt x="501" y="20824"/>
                    <a:pt x="334" y="20791"/>
                    <a:pt x="234" y="20724"/>
                  </a:cubicBezTo>
                  <a:cubicBezTo>
                    <a:pt x="101" y="20691"/>
                    <a:pt x="1" y="20691"/>
                    <a:pt x="1" y="20691"/>
                  </a:cubicBezTo>
                  <a:lnTo>
                    <a:pt x="1" y="20691"/>
                  </a:lnTo>
                  <a:cubicBezTo>
                    <a:pt x="1" y="20691"/>
                    <a:pt x="68" y="20724"/>
                    <a:pt x="234" y="20824"/>
                  </a:cubicBezTo>
                  <a:cubicBezTo>
                    <a:pt x="301" y="20858"/>
                    <a:pt x="401" y="20891"/>
                    <a:pt x="501" y="20924"/>
                  </a:cubicBezTo>
                  <a:lnTo>
                    <a:pt x="902" y="21058"/>
                  </a:lnTo>
                  <a:cubicBezTo>
                    <a:pt x="1435" y="21258"/>
                    <a:pt x="2236" y="21491"/>
                    <a:pt x="3070" y="21725"/>
                  </a:cubicBezTo>
                  <a:cubicBezTo>
                    <a:pt x="4738" y="22192"/>
                    <a:pt x="6639" y="22659"/>
                    <a:pt x="7640" y="22892"/>
                  </a:cubicBezTo>
                  <a:cubicBezTo>
                    <a:pt x="9007" y="23226"/>
                    <a:pt x="10408" y="23559"/>
                    <a:pt x="11843" y="23726"/>
                  </a:cubicBezTo>
                  <a:cubicBezTo>
                    <a:pt x="12226" y="23776"/>
                    <a:pt x="12593" y="23801"/>
                    <a:pt x="12960" y="23801"/>
                  </a:cubicBezTo>
                  <a:cubicBezTo>
                    <a:pt x="13327" y="23801"/>
                    <a:pt x="13694" y="23776"/>
                    <a:pt x="14078" y="23726"/>
                  </a:cubicBezTo>
                  <a:cubicBezTo>
                    <a:pt x="14244" y="23726"/>
                    <a:pt x="14445" y="23693"/>
                    <a:pt x="14611" y="23660"/>
                  </a:cubicBezTo>
                  <a:cubicBezTo>
                    <a:pt x="14778" y="23626"/>
                    <a:pt x="14978" y="23559"/>
                    <a:pt x="15145" y="23493"/>
                  </a:cubicBezTo>
                  <a:cubicBezTo>
                    <a:pt x="15512" y="23359"/>
                    <a:pt x="15846" y="23159"/>
                    <a:pt x="16146" y="22959"/>
                  </a:cubicBezTo>
                  <a:cubicBezTo>
                    <a:pt x="16780" y="22525"/>
                    <a:pt x="17313" y="22025"/>
                    <a:pt x="17814" y="21525"/>
                  </a:cubicBezTo>
                  <a:cubicBezTo>
                    <a:pt x="18314" y="21024"/>
                    <a:pt x="18814" y="20491"/>
                    <a:pt x="19281" y="19957"/>
                  </a:cubicBezTo>
                  <a:cubicBezTo>
                    <a:pt x="20182" y="18856"/>
                    <a:pt x="21083" y="17689"/>
                    <a:pt x="21750" y="16388"/>
                  </a:cubicBezTo>
                  <a:cubicBezTo>
                    <a:pt x="21917" y="16121"/>
                    <a:pt x="22017" y="15721"/>
                    <a:pt x="22150" y="15387"/>
                  </a:cubicBezTo>
                  <a:cubicBezTo>
                    <a:pt x="22250" y="15053"/>
                    <a:pt x="22417" y="14720"/>
                    <a:pt x="22450" y="14353"/>
                  </a:cubicBezTo>
                  <a:cubicBezTo>
                    <a:pt x="22517" y="13986"/>
                    <a:pt x="22617" y="13652"/>
                    <a:pt x="22617" y="13285"/>
                  </a:cubicBezTo>
                  <a:lnTo>
                    <a:pt x="22650" y="12718"/>
                  </a:lnTo>
                  <a:cubicBezTo>
                    <a:pt x="22650" y="12552"/>
                    <a:pt x="22617" y="12351"/>
                    <a:pt x="22617" y="12185"/>
                  </a:cubicBezTo>
                  <a:cubicBezTo>
                    <a:pt x="22517" y="10717"/>
                    <a:pt x="22117" y="9316"/>
                    <a:pt x="21650" y="7982"/>
                  </a:cubicBezTo>
                  <a:cubicBezTo>
                    <a:pt x="21183" y="6647"/>
                    <a:pt x="20983" y="5213"/>
                    <a:pt x="20516" y="3845"/>
                  </a:cubicBezTo>
                  <a:cubicBezTo>
                    <a:pt x="20315" y="3145"/>
                    <a:pt x="19982" y="2444"/>
                    <a:pt x="19515" y="1844"/>
                  </a:cubicBezTo>
                  <a:cubicBezTo>
                    <a:pt x="19081" y="1277"/>
                    <a:pt x="18447" y="776"/>
                    <a:pt x="17747" y="476"/>
                  </a:cubicBezTo>
                  <a:cubicBezTo>
                    <a:pt x="17580" y="376"/>
                    <a:pt x="17413" y="309"/>
                    <a:pt x="17180" y="209"/>
                  </a:cubicBezTo>
                  <a:lnTo>
                    <a:pt x="16579" y="76"/>
                  </a:lnTo>
                  <a:cubicBezTo>
                    <a:pt x="16202" y="49"/>
                    <a:pt x="15824" y="0"/>
                    <a:pt x="154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64" name="Google Shape;5764;p69"/>
            <p:cNvSpPr/>
            <p:nvPr/>
          </p:nvSpPr>
          <p:spPr>
            <a:xfrm>
              <a:off x="4256611" y="3656696"/>
              <a:ext cx="147901" cy="52229"/>
            </a:xfrm>
            <a:custGeom>
              <a:avLst/>
              <a:gdLst/>
              <a:ahLst/>
              <a:cxnLst/>
              <a:rect l="l" t="t" r="r" b="b"/>
              <a:pathLst>
                <a:path w="9175" h="3240" extrusionOk="0">
                  <a:moveTo>
                    <a:pt x="68" y="1"/>
                  </a:moveTo>
                  <a:cubicBezTo>
                    <a:pt x="68" y="1"/>
                    <a:pt x="34" y="68"/>
                    <a:pt x="1" y="168"/>
                  </a:cubicBezTo>
                  <a:cubicBezTo>
                    <a:pt x="1" y="368"/>
                    <a:pt x="68" y="501"/>
                    <a:pt x="201" y="635"/>
                  </a:cubicBezTo>
                  <a:cubicBezTo>
                    <a:pt x="434" y="902"/>
                    <a:pt x="801" y="1102"/>
                    <a:pt x="1002" y="1202"/>
                  </a:cubicBezTo>
                  <a:cubicBezTo>
                    <a:pt x="1535" y="1402"/>
                    <a:pt x="2069" y="1569"/>
                    <a:pt x="2636" y="1736"/>
                  </a:cubicBezTo>
                  <a:cubicBezTo>
                    <a:pt x="3170" y="1869"/>
                    <a:pt x="3703" y="2036"/>
                    <a:pt x="4304" y="2069"/>
                  </a:cubicBezTo>
                  <a:cubicBezTo>
                    <a:pt x="4838" y="2136"/>
                    <a:pt x="5405" y="2236"/>
                    <a:pt x="5972" y="2369"/>
                  </a:cubicBezTo>
                  <a:cubicBezTo>
                    <a:pt x="6239" y="2436"/>
                    <a:pt x="6539" y="2469"/>
                    <a:pt x="6806" y="2569"/>
                  </a:cubicBezTo>
                  <a:lnTo>
                    <a:pt x="7573" y="2803"/>
                  </a:lnTo>
                  <a:cubicBezTo>
                    <a:pt x="8047" y="2961"/>
                    <a:pt x="9061" y="3239"/>
                    <a:pt x="9165" y="3239"/>
                  </a:cubicBezTo>
                  <a:cubicBezTo>
                    <a:pt x="9171" y="3239"/>
                    <a:pt x="9174" y="3238"/>
                    <a:pt x="9174" y="3237"/>
                  </a:cubicBezTo>
                  <a:cubicBezTo>
                    <a:pt x="9174" y="3170"/>
                    <a:pt x="8040" y="2636"/>
                    <a:pt x="7606" y="2569"/>
                  </a:cubicBezTo>
                  <a:lnTo>
                    <a:pt x="6772" y="2336"/>
                  </a:lnTo>
                  <a:cubicBezTo>
                    <a:pt x="6505" y="2269"/>
                    <a:pt x="6239" y="2236"/>
                    <a:pt x="5938" y="2169"/>
                  </a:cubicBezTo>
                  <a:cubicBezTo>
                    <a:pt x="5405" y="2069"/>
                    <a:pt x="4838" y="2002"/>
                    <a:pt x="4271" y="1936"/>
                  </a:cubicBezTo>
                  <a:cubicBezTo>
                    <a:pt x="3737" y="1902"/>
                    <a:pt x="3203" y="1736"/>
                    <a:pt x="2669" y="1569"/>
                  </a:cubicBezTo>
                  <a:cubicBezTo>
                    <a:pt x="2169" y="1402"/>
                    <a:pt x="1602" y="1202"/>
                    <a:pt x="1102" y="935"/>
                  </a:cubicBezTo>
                  <a:cubicBezTo>
                    <a:pt x="835" y="802"/>
                    <a:pt x="434" y="668"/>
                    <a:pt x="234" y="468"/>
                  </a:cubicBezTo>
                  <a:cubicBezTo>
                    <a:pt x="101" y="401"/>
                    <a:pt x="68" y="268"/>
                    <a:pt x="68" y="168"/>
                  </a:cubicBezTo>
                  <a:lnTo>
                    <a:pt x="6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65" name="Google Shape;5765;p69"/>
            <p:cNvSpPr/>
            <p:nvPr/>
          </p:nvSpPr>
          <p:spPr>
            <a:xfrm>
              <a:off x="4207686" y="3542712"/>
              <a:ext cx="37656" cy="104861"/>
            </a:xfrm>
            <a:custGeom>
              <a:avLst/>
              <a:gdLst/>
              <a:ahLst/>
              <a:cxnLst/>
              <a:rect l="l" t="t" r="r" b="b"/>
              <a:pathLst>
                <a:path w="2336" h="6505" extrusionOk="0">
                  <a:moveTo>
                    <a:pt x="34" y="0"/>
                  </a:moveTo>
                  <a:lnTo>
                    <a:pt x="34" y="0"/>
                  </a:lnTo>
                  <a:cubicBezTo>
                    <a:pt x="0" y="0"/>
                    <a:pt x="34" y="868"/>
                    <a:pt x="67" y="1168"/>
                  </a:cubicBezTo>
                  <a:cubicBezTo>
                    <a:pt x="267" y="2068"/>
                    <a:pt x="567" y="3036"/>
                    <a:pt x="934" y="3970"/>
                  </a:cubicBezTo>
                  <a:cubicBezTo>
                    <a:pt x="1101" y="4537"/>
                    <a:pt x="1268" y="5137"/>
                    <a:pt x="1501" y="5704"/>
                  </a:cubicBezTo>
                  <a:cubicBezTo>
                    <a:pt x="1568" y="5904"/>
                    <a:pt x="1735" y="6171"/>
                    <a:pt x="1902" y="6338"/>
                  </a:cubicBezTo>
                  <a:cubicBezTo>
                    <a:pt x="1968" y="6405"/>
                    <a:pt x="2068" y="6505"/>
                    <a:pt x="2169" y="6505"/>
                  </a:cubicBezTo>
                  <a:lnTo>
                    <a:pt x="2269" y="6505"/>
                  </a:lnTo>
                  <a:cubicBezTo>
                    <a:pt x="2335" y="6505"/>
                    <a:pt x="2235" y="6472"/>
                    <a:pt x="2202" y="6405"/>
                  </a:cubicBezTo>
                  <a:cubicBezTo>
                    <a:pt x="2169" y="6371"/>
                    <a:pt x="2068" y="6305"/>
                    <a:pt x="2035" y="6205"/>
                  </a:cubicBezTo>
                  <a:cubicBezTo>
                    <a:pt x="1935" y="6005"/>
                    <a:pt x="1835" y="5771"/>
                    <a:pt x="1768" y="5638"/>
                  </a:cubicBezTo>
                  <a:cubicBezTo>
                    <a:pt x="1535" y="5137"/>
                    <a:pt x="1368" y="4537"/>
                    <a:pt x="1168" y="3970"/>
                  </a:cubicBezTo>
                  <a:cubicBezTo>
                    <a:pt x="734" y="3102"/>
                    <a:pt x="534" y="2135"/>
                    <a:pt x="401" y="1168"/>
                  </a:cubicBezTo>
                  <a:cubicBezTo>
                    <a:pt x="334" y="801"/>
                    <a:pt x="100" y="34"/>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66" name="Google Shape;5766;p69"/>
            <p:cNvSpPr/>
            <p:nvPr/>
          </p:nvSpPr>
          <p:spPr>
            <a:xfrm>
              <a:off x="4202850" y="3599712"/>
              <a:ext cx="83888" cy="100863"/>
            </a:xfrm>
            <a:custGeom>
              <a:avLst/>
              <a:gdLst/>
              <a:ahLst/>
              <a:cxnLst/>
              <a:rect l="l" t="t" r="r" b="b"/>
              <a:pathLst>
                <a:path w="5204" h="6257" extrusionOk="0">
                  <a:moveTo>
                    <a:pt x="33" y="0"/>
                  </a:moveTo>
                  <a:cubicBezTo>
                    <a:pt x="0" y="33"/>
                    <a:pt x="367" y="934"/>
                    <a:pt x="467" y="1268"/>
                  </a:cubicBezTo>
                  <a:lnTo>
                    <a:pt x="867" y="2335"/>
                  </a:lnTo>
                  <a:cubicBezTo>
                    <a:pt x="967" y="2569"/>
                    <a:pt x="1034" y="2735"/>
                    <a:pt x="1134" y="2902"/>
                  </a:cubicBezTo>
                  <a:lnTo>
                    <a:pt x="1368" y="3436"/>
                  </a:lnTo>
                  <a:cubicBezTo>
                    <a:pt x="1668" y="3936"/>
                    <a:pt x="2002" y="4437"/>
                    <a:pt x="2469" y="4804"/>
                  </a:cubicBezTo>
                  <a:cubicBezTo>
                    <a:pt x="2869" y="5237"/>
                    <a:pt x="3369" y="5504"/>
                    <a:pt x="3870" y="5804"/>
                  </a:cubicBezTo>
                  <a:cubicBezTo>
                    <a:pt x="4190" y="5979"/>
                    <a:pt x="4945" y="6256"/>
                    <a:pt x="5129" y="6256"/>
                  </a:cubicBezTo>
                  <a:cubicBezTo>
                    <a:pt x="5156" y="6256"/>
                    <a:pt x="5170" y="6250"/>
                    <a:pt x="5170" y="6238"/>
                  </a:cubicBezTo>
                  <a:cubicBezTo>
                    <a:pt x="5204" y="6171"/>
                    <a:pt x="4337" y="5637"/>
                    <a:pt x="4003" y="5471"/>
                  </a:cubicBezTo>
                  <a:cubicBezTo>
                    <a:pt x="3469" y="5237"/>
                    <a:pt x="2969" y="4937"/>
                    <a:pt x="2535" y="4603"/>
                  </a:cubicBezTo>
                  <a:cubicBezTo>
                    <a:pt x="2068" y="4270"/>
                    <a:pt x="1735" y="3803"/>
                    <a:pt x="1501" y="3302"/>
                  </a:cubicBezTo>
                  <a:lnTo>
                    <a:pt x="1234" y="2802"/>
                  </a:lnTo>
                  <a:cubicBezTo>
                    <a:pt x="1168" y="2635"/>
                    <a:pt x="1068" y="2435"/>
                    <a:pt x="1034" y="2268"/>
                  </a:cubicBezTo>
                  <a:lnTo>
                    <a:pt x="701" y="1168"/>
                  </a:lnTo>
                  <a:cubicBezTo>
                    <a:pt x="667" y="1034"/>
                    <a:pt x="567" y="901"/>
                    <a:pt x="534" y="767"/>
                  </a:cubicBezTo>
                  <a:cubicBezTo>
                    <a:pt x="500" y="634"/>
                    <a:pt x="400" y="500"/>
                    <a:pt x="334" y="400"/>
                  </a:cubicBezTo>
                  <a:cubicBezTo>
                    <a:pt x="167" y="134"/>
                    <a:pt x="67"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67" name="Google Shape;5767;p69"/>
            <p:cNvSpPr/>
            <p:nvPr/>
          </p:nvSpPr>
          <p:spPr>
            <a:xfrm>
              <a:off x="4267363" y="3286468"/>
              <a:ext cx="143597" cy="82099"/>
            </a:xfrm>
            <a:custGeom>
              <a:avLst/>
              <a:gdLst/>
              <a:ahLst/>
              <a:cxnLst/>
              <a:rect l="l" t="t" r="r" b="b"/>
              <a:pathLst>
                <a:path w="8908" h="5093" extrusionOk="0">
                  <a:moveTo>
                    <a:pt x="6362" y="0"/>
                  </a:moveTo>
                  <a:cubicBezTo>
                    <a:pt x="5282" y="0"/>
                    <a:pt x="4202" y="150"/>
                    <a:pt x="3237" y="619"/>
                  </a:cubicBezTo>
                  <a:cubicBezTo>
                    <a:pt x="2670" y="919"/>
                    <a:pt x="2236" y="1453"/>
                    <a:pt x="1902" y="2020"/>
                  </a:cubicBezTo>
                  <a:cubicBezTo>
                    <a:pt x="1569" y="2553"/>
                    <a:pt x="1335" y="3120"/>
                    <a:pt x="1002" y="3687"/>
                  </a:cubicBezTo>
                  <a:cubicBezTo>
                    <a:pt x="835" y="3988"/>
                    <a:pt x="635" y="4355"/>
                    <a:pt x="401" y="4621"/>
                  </a:cubicBezTo>
                  <a:cubicBezTo>
                    <a:pt x="201" y="4888"/>
                    <a:pt x="1" y="5055"/>
                    <a:pt x="1" y="5088"/>
                  </a:cubicBezTo>
                  <a:cubicBezTo>
                    <a:pt x="1" y="5091"/>
                    <a:pt x="3" y="5093"/>
                    <a:pt x="7" y="5093"/>
                  </a:cubicBezTo>
                  <a:cubicBezTo>
                    <a:pt x="52" y="5093"/>
                    <a:pt x="324" y="4932"/>
                    <a:pt x="568" y="4688"/>
                  </a:cubicBezTo>
                  <a:cubicBezTo>
                    <a:pt x="868" y="4388"/>
                    <a:pt x="1068" y="4021"/>
                    <a:pt x="1202" y="3788"/>
                  </a:cubicBezTo>
                  <a:cubicBezTo>
                    <a:pt x="1502" y="3254"/>
                    <a:pt x="1736" y="2653"/>
                    <a:pt x="2036" y="2086"/>
                  </a:cubicBezTo>
                  <a:cubicBezTo>
                    <a:pt x="2336" y="1553"/>
                    <a:pt x="2736" y="1052"/>
                    <a:pt x="3303" y="752"/>
                  </a:cubicBezTo>
                  <a:cubicBezTo>
                    <a:pt x="4110" y="337"/>
                    <a:pt x="5041" y="208"/>
                    <a:pt x="5980" y="208"/>
                  </a:cubicBezTo>
                  <a:cubicBezTo>
                    <a:pt x="6323" y="208"/>
                    <a:pt x="6667" y="225"/>
                    <a:pt x="7006" y="252"/>
                  </a:cubicBezTo>
                  <a:cubicBezTo>
                    <a:pt x="7306" y="252"/>
                    <a:pt x="7740" y="252"/>
                    <a:pt x="8207" y="285"/>
                  </a:cubicBezTo>
                  <a:cubicBezTo>
                    <a:pt x="8574" y="285"/>
                    <a:pt x="8907" y="252"/>
                    <a:pt x="8907" y="252"/>
                  </a:cubicBezTo>
                  <a:cubicBezTo>
                    <a:pt x="8907" y="218"/>
                    <a:pt x="8574" y="185"/>
                    <a:pt x="8173" y="118"/>
                  </a:cubicBezTo>
                  <a:cubicBezTo>
                    <a:pt x="7740" y="52"/>
                    <a:pt x="7273" y="18"/>
                    <a:pt x="7039" y="18"/>
                  </a:cubicBezTo>
                  <a:cubicBezTo>
                    <a:pt x="6814" y="7"/>
                    <a:pt x="6588" y="0"/>
                    <a:pt x="63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68" name="Google Shape;5768;p69"/>
            <p:cNvSpPr/>
            <p:nvPr/>
          </p:nvSpPr>
          <p:spPr>
            <a:xfrm>
              <a:off x="4278131" y="3277667"/>
              <a:ext cx="70992" cy="43524"/>
            </a:xfrm>
            <a:custGeom>
              <a:avLst/>
              <a:gdLst/>
              <a:ahLst/>
              <a:cxnLst/>
              <a:rect l="l" t="t" r="r" b="b"/>
              <a:pathLst>
                <a:path w="4404" h="2700" extrusionOk="0">
                  <a:moveTo>
                    <a:pt x="3839" y="1"/>
                  </a:moveTo>
                  <a:cubicBezTo>
                    <a:pt x="3710" y="1"/>
                    <a:pt x="3592" y="30"/>
                    <a:pt x="3503" y="30"/>
                  </a:cubicBezTo>
                  <a:cubicBezTo>
                    <a:pt x="2869" y="197"/>
                    <a:pt x="2302" y="397"/>
                    <a:pt x="1735" y="698"/>
                  </a:cubicBezTo>
                  <a:cubicBezTo>
                    <a:pt x="1168" y="964"/>
                    <a:pt x="634" y="1298"/>
                    <a:pt x="200" y="1798"/>
                  </a:cubicBezTo>
                  <a:cubicBezTo>
                    <a:pt x="167" y="1865"/>
                    <a:pt x="100" y="1965"/>
                    <a:pt x="67" y="2065"/>
                  </a:cubicBezTo>
                  <a:cubicBezTo>
                    <a:pt x="33" y="2132"/>
                    <a:pt x="0" y="2265"/>
                    <a:pt x="0" y="2365"/>
                  </a:cubicBezTo>
                  <a:cubicBezTo>
                    <a:pt x="0" y="2566"/>
                    <a:pt x="67" y="2699"/>
                    <a:pt x="67" y="2699"/>
                  </a:cubicBezTo>
                  <a:cubicBezTo>
                    <a:pt x="134" y="2699"/>
                    <a:pt x="134" y="2532"/>
                    <a:pt x="200" y="2365"/>
                  </a:cubicBezTo>
                  <a:cubicBezTo>
                    <a:pt x="300" y="2199"/>
                    <a:pt x="400" y="2032"/>
                    <a:pt x="467" y="1932"/>
                  </a:cubicBezTo>
                  <a:cubicBezTo>
                    <a:pt x="801" y="1465"/>
                    <a:pt x="1301" y="1098"/>
                    <a:pt x="1835" y="798"/>
                  </a:cubicBezTo>
                  <a:cubicBezTo>
                    <a:pt x="2402" y="531"/>
                    <a:pt x="3002" y="364"/>
                    <a:pt x="3569" y="264"/>
                  </a:cubicBezTo>
                  <a:cubicBezTo>
                    <a:pt x="3703" y="231"/>
                    <a:pt x="3903" y="197"/>
                    <a:pt x="4070" y="197"/>
                  </a:cubicBezTo>
                  <a:cubicBezTo>
                    <a:pt x="4236" y="131"/>
                    <a:pt x="4403" y="131"/>
                    <a:pt x="4403" y="97"/>
                  </a:cubicBezTo>
                  <a:cubicBezTo>
                    <a:pt x="4403" y="97"/>
                    <a:pt x="4236" y="30"/>
                    <a:pt x="4036" y="30"/>
                  </a:cubicBezTo>
                  <a:cubicBezTo>
                    <a:pt x="3970" y="8"/>
                    <a:pt x="3903" y="1"/>
                    <a:pt x="38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69" name="Google Shape;5769;p69"/>
            <p:cNvSpPr/>
            <p:nvPr/>
          </p:nvSpPr>
          <p:spPr>
            <a:xfrm>
              <a:off x="4283499" y="3269784"/>
              <a:ext cx="43040" cy="18361"/>
            </a:xfrm>
            <a:custGeom>
              <a:avLst/>
              <a:gdLst/>
              <a:ahLst/>
              <a:cxnLst/>
              <a:rect l="l" t="t" r="r" b="b"/>
              <a:pathLst>
                <a:path w="2670" h="1139" extrusionOk="0">
                  <a:moveTo>
                    <a:pt x="2269" y="1"/>
                  </a:moveTo>
                  <a:cubicBezTo>
                    <a:pt x="2230" y="1"/>
                    <a:pt x="2195" y="6"/>
                    <a:pt x="2169" y="19"/>
                  </a:cubicBezTo>
                  <a:cubicBezTo>
                    <a:pt x="1502" y="219"/>
                    <a:pt x="901" y="519"/>
                    <a:pt x="334" y="753"/>
                  </a:cubicBezTo>
                  <a:cubicBezTo>
                    <a:pt x="167" y="853"/>
                    <a:pt x="1" y="1087"/>
                    <a:pt x="34" y="1120"/>
                  </a:cubicBezTo>
                  <a:cubicBezTo>
                    <a:pt x="41" y="1133"/>
                    <a:pt x="59" y="1138"/>
                    <a:pt x="84" y="1138"/>
                  </a:cubicBezTo>
                  <a:cubicBezTo>
                    <a:pt x="189" y="1138"/>
                    <a:pt x="421" y="1047"/>
                    <a:pt x="501" y="1020"/>
                  </a:cubicBezTo>
                  <a:cubicBezTo>
                    <a:pt x="1001" y="586"/>
                    <a:pt x="1568" y="286"/>
                    <a:pt x="2202" y="286"/>
                  </a:cubicBezTo>
                  <a:cubicBezTo>
                    <a:pt x="2336" y="253"/>
                    <a:pt x="2636" y="219"/>
                    <a:pt x="2669" y="119"/>
                  </a:cubicBezTo>
                  <a:cubicBezTo>
                    <a:pt x="2669" y="92"/>
                    <a:pt x="2432" y="1"/>
                    <a:pt x="22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770" name="Google Shape;5770;p69"/>
          <p:cNvGrpSpPr/>
          <p:nvPr/>
        </p:nvGrpSpPr>
        <p:grpSpPr>
          <a:xfrm>
            <a:off x="4705791" y="3601671"/>
            <a:ext cx="731346" cy="1103292"/>
            <a:chOff x="4462028" y="3678394"/>
            <a:chExt cx="770568" cy="1162462"/>
          </a:xfrm>
        </p:grpSpPr>
        <p:sp>
          <p:nvSpPr>
            <p:cNvPr id="5771" name="Google Shape;5771;p69"/>
            <p:cNvSpPr/>
            <p:nvPr/>
          </p:nvSpPr>
          <p:spPr>
            <a:xfrm>
              <a:off x="5212140" y="4803602"/>
              <a:ext cx="20456" cy="37253"/>
            </a:xfrm>
            <a:custGeom>
              <a:avLst/>
              <a:gdLst/>
              <a:ahLst/>
              <a:cxnLst/>
              <a:rect l="l" t="t" r="r" b="b"/>
              <a:pathLst>
                <a:path w="1269" h="2311" extrusionOk="0">
                  <a:moveTo>
                    <a:pt x="246" y="0"/>
                  </a:moveTo>
                  <a:cubicBezTo>
                    <a:pt x="240" y="0"/>
                    <a:pt x="236" y="1"/>
                    <a:pt x="234" y="4"/>
                  </a:cubicBezTo>
                  <a:cubicBezTo>
                    <a:pt x="101" y="37"/>
                    <a:pt x="0" y="438"/>
                    <a:pt x="67" y="504"/>
                  </a:cubicBezTo>
                  <a:cubicBezTo>
                    <a:pt x="434" y="971"/>
                    <a:pt x="634" y="1472"/>
                    <a:pt x="668" y="2039"/>
                  </a:cubicBezTo>
                  <a:cubicBezTo>
                    <a:pt x="727" y="2188"/>
                    <a:pt x="948" y="2311"/>
                    <a:pt x="1065" y="2311"/>
                  </a:cubicBezTo>
                  <a:cubicBezTo>
                    <a:pt x="1079" y="2311"/>
                    <a:pt x="1091" y="2309"/>
                    <a:pt x="1101" y="2306"/>
                  </a:cubicBezTo>
                  <a:cubicBezTo>
                    <a:pt x="1168" y="2272"/>
                    <a:pt x="1268" y="1939"/>
                    <a:pt x="1235" y="1839"/>
                  </a:cubicBezTo>
                  <a:cubicBezTo>
                    <a:pt x="834" y="1372"/>
                    <a:pt x="634" y="871"/>
                    <a:pt x="601" y="304"/>
                  </a:cubicBezTo>
                  <a:cubicBezTo>
                    <a:pt x="570" y="181"/>
                    <a:pt x="311" y="0"/>
                    <a:pt x="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72" name="Google Shape;5772;p69"/>
            <p:cNvSpPr/>
            <p:nvPr/>
          </p:nvSpPr>
          <p:spPr>
            <a:xfrm>
              <a:off x="5189556" y="4749278"/>
              <a:ext cx="19908" cy="36399"/>
            </a:xfrm>
            <a:custGeom>
              <a:avLst/>
              <a:gdLst/>
              <a:ahLst/>
              <a:cxnLst/>
              <a:rect l="l" t="t" r="r" b="b"/>
              <a:pathLst>
                <a:path w="1235" h="2258" extrusionOk="0">
                  <a:moveTo>
                    <a:pt x="181" y="0"/>
                  </a:moveTo>
                  <a:cubicBezTo>
                    <a:pt x="175" y="0"/>
                    <a:pt x="170" y="2"/>
                    <a:pt x="167" y="5"/>
                  </a:cubicBezTo>
                  <a:cubicBezTo>
                    <a:pt x="67" y="38"/>
                    <a:pt x="0" y="405"/>
                    <a:pt x="34" y="505"/>
                  </a:cubicBezTo>
                  <a:cubicBezTo>
                    <a:pt x="401" y="905"/>
                    <a:pt x="668" y="1406"/>
                    <a:pt x="701" y="2006"/>
                  </a:cubicBezTo>
                  <a:cubicBezTo>
                    <a:pt x="728" y="2143"/>
                    <a:pt x="935" y="2257"/>
                    <a:pt x="1064" y="2257"/>
                  </a:cubicBezTo>
                  <a:cubicBezTo>
                    <a:pt x="1092" y="2257"/>
                    <a:pt x="1117" y="2252"/>
                    <a:pt x="1135" y="2240"/>
                  </a:cubicBezTo>
                  <a:cubicBezTo>
                    <a:pt x="1201" y="2206"/>
                    <a:pt x="1235" y="1873"/>
                    <a:pt x="1201" y="1806"/>
                  </a:cubicBezTo>
                  <a:cubicBezTo>
                    <a:pt x="834" y="1339"/>
                    <a:pt x="634" y="839"/>
                    <a:pt x="534" y="238"/>
                  </a:cubicBezTo>
                  <a:cubicBezTo>
                    <a:pt x="473" y="147"/>
                    <a:pt x="246" y="0"/>
                    <a:pt x="1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73" name="Google Shape;5773;p69"/>
            <p:cNvSpPr/>
            <p:nvPr/>
          </p:nvSpPr>
          <p:spPr>
            <a:xfrm>
              <a:off x="5163199" y="4695501"/>
              <a:ext cx="21536" cy="35690"/>
            </a:xfrm>
            <a:custGeom>
              <a:avLst/>
              <a:gdLst/>
              <a:ahLst/>
              <a:cxnLst/>
              <a:rect l="l" t="t" r="r" b="b"/>
              <a:pathLst>
                <a:path w="1336" h="2214" extrusionOk="0">
                  <a:moveTo>
                    <a:pt x="191" y="1"/>
                  </a:moveTo>
                  <a:cubicBezTo>
                    <a:pt x="181" y="1"/>
                    <a:pt x="174" y="2"/>
                    <a:pt x="168" y="5"/>
                  </a:cubicBezTo>
                  <a:cubicBezTo>
                    <a:pt x="34" y="38"/>
                    <a:pt x="1" y="405"/>
                    <a:pt x="34" y="505"/>
                  </a:cubicBezTo>
                  <a:cubicBezTo>
                    <a:pt x="401" y="906"/>
                    <a:pt x="668" y="1406"/>
                    <a:pt x="768" y="2007"/>
                  </a:cubicBezTo>
                  <a:cubicBezTo>
                    <a:pt x="826" y="2122"/>
                    <a:pt x="1060" y="2213"/>
                    <a:pt x="1164" y="2213"/>
                  </a:cubicBezTo>
                  <a:cubicBezTo>
                    <a:pt x="1180" y="2213"/>
                    <a:pt x="1193" y="2211"/>
                    <a:pt x="1202" y="2207"/>
                  </a:cubicBezTo>
                  <a:cubicBezTo>
                    <a:pt x="1302" y="2173"/>
                    <a:pt x="1335" y="1840"/>
                    <a:pt x="1302" y="1740"/>
                  </a:cubicBezTo>
                  <a:cubicBezTo>
                    <a:pt x="935" y="1339"/>
                    <a:pt x="668" y="839"/>
                    <a:pt x="601" y="239"/>
                  </a:cubicBezTo>
                  <a:cubicBezTo>
                    <a:pt x="541" y="147"/>
                    <a:pt x="286" y="1"/>
                    <a:pt x="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74" name="Google Shape;5774;p69"/>
            <p:cNvSpPr/>
            <p:nvPr/>
          </p:nvSpPr>
          <p:spPr>
            <a:xfrm>
              <a:off x="5135779" y="4642273"/>
              <a:ext cx="22600" cy="35142"/>
            </a:xfrm>
            <a:custGeom>
              <a:avLst/>
              <a:gdLst/>
              <a:ahLst/>
              <a:cxnLst/>
              <a:rect l="l" t="t" r="r" b="b"/>
              <a:pathLst>
                <a:path w="1402" h="2180" extrusionOk="0">
                  <a:moveTo>
                    <a:pt x="165" y="0"/>
                  </a:moveTo>
                  <a:cubicBezTo>
                    <a:pt x="153" y="0"/>
                    <a:pt x="143" y="2"/>
                    <a:pt x="134" y="5"/>
                  </a:cubicBezTo>
                  <a:cubicBezTo>
                    <a:pt x="34" y="38"/>
                    <a:pt x="1" y="438"/>
                    <a:pt x="34" y="505"/>
                  </a:cubicBezTo>
                  <a:cubicBezTo>
                    <a:pt x="468" y="939"/>
                    <a:pt x="735" y="1372"/>
                    <a:pt x="835" y="1973"/>
                  </a:cubicBezTo>
                  <a:cubicBezTo>
                    <a:pt x="893" y="2089"/>
                    <a:pt x="1127" y="2179"/>
                    <a:pt x="1253" y="2179"/>
                  </a:cubicBezTo>
                  <a:cubicBezTo>
                    <a:pt x="1272" y="2179"/>
                    <a:pt x="1289" y="2177"/>
                    <a:pt x="1302" y="2173"/>
                  </a:cubicBezTo>
                  <a:cubicBezTo>
                    <a:pt x="1368" y="2140"/>
                    <a:pt x="1402" y="1806"/>
                    <a:pt x="1368" y="1706"/>
                  </a:cubicBezTo>
                  <a:cubicBezTo>
                    <a:pt x="968" y="1306"/>
                    <a:pt x="701" y="839"/>
                    <a:pt x="568" y="272"/>
                  </a:cubicBezTo>
                  <a:cubicBezTo>
                    <a:pt x="537" y="150"/>
                    <a:pt x="285" y="0"/>
                    <a:pt x="1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75" name="Google Shape;5775;p69"/>
            <p:cNvSpPr/>
            <p:nvPr/>
          </p:nvSpPr>
          <p:spPr>
            <a:xfrm>
              <a:off x="5106215" y="4590721"/>
              <a:ext cx="23664" cy="34529"/>
            </a:xfrm>
            <a:custGeom>
              <a:avLst/>
              <a:gdLst/>
              <a:ahLst/>
              <a:cxnLst/>
              <a:rect l="l" t="t" r="r" b="b"/>
              <a:pathLst>
                <a:path w="1468" h="2142" extrusionOk="0">
                  <a:moveTo>
                    <a:pt x="100" y="0"/>
                  </a:moveTo>
                  <a:cubicBezTo>
                    <a:pt x="0" y="67"/>
                    <a:pt x="0" y="467"/>
                    <a:pt x="33" y="534"/>
                  </a:cubicBezTo>
                  <a:cubicBezTo>
                    <a:pt x="500" y="901"/>
                    <a:pt x="801" y="1368"/>
                    <a:pt x="901" y="1968"/>
                  </a:cubicBezTo>
                  <a:cubicBezTo>
                    <a:pt x="987" y="2055"/>
                    <a:pt x="1224" y="2142"/>
                    <a:pt x="1329" y="2142"/>
                  </a:cubicBezTo>
                  <a:cubicBezTo>
                    <a:pt x="1346" y="2142"/>
                    <a:pt x="1359" y="2140"/>
                    <a:pt x="1368" y="2135"/>
                  </a:cubicBezTo>
                  <a:cubicBezTo>
                    <a:pt x="1468" y="2069"/>
                    <a:pt x="1468" y="1735"/>
                    <a:pt x="1401" y="1668"/>
                  </a:cubicBezTo>
                  <a:cubicBezTo>
                    <a:pt x="1001" y="1301"/>
                    <a:pt x="667" y="834"/>
                    <a:pt x="534" y="234"/>
                  </a:cubicBezTo>
                  <a:cubicBezTo>
                    <a:pt x="434" y="167"/>
                    <a:pt x="200" y="0"/>
                    <a:pt x="1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76" name="Google Shape;5776;p69"/>
            <p:cNvSpPr/>
            <p:nvPr/>
          </p:nvSpPr>
          <p:spPr>
            <a:xfrm>
              <a:off x="5071799" y="4541781"/>
              <a:ext cx="26356" cy="33014"/>
            </a:xfrm>
            <a:custGeom>
              <a:avLst/>
              <a:gdLst/>
              <a:ahLst/>
              <a:cxnLst/>
              <a:rect l="l" t="t" r="r" b="b"/>
              <a:pathLst>
                <a:path w="1635" h="2048" extrusionOk="0">
                  <a:moveTo>
                    <a:pt x="67" y="1"/>
                  </a:moveTo>
                  <a:cubicBezTo>
                    <a:pt x="0" y="68"/>
                    <a:pt x="0" y="435"/>
                    <a:pt x="67" y="535"/>
                  </a:cubicBezTo>
                  <a:cubicBezTo>
                    <a:pt x="567" y="868"/>
                    <a:pt x="901" y="1335"/>
                    <a:pt x="1068" y="1869"/>
                  </a:cubicBezTo>
                  <a:cubicBezTo>
                    <a:pt x="1145" y="1998"/>
                    <a:pt x="1343" y="2047"/>
                    <a:pt x="1459" y="2047"/>
                  </a:cubicBezTo>
                  <a:cubicBezTo>
                    <a:pt x="1493" y="2047"/>
                    <a:pt x="1520" y="2043"/>
                    <a:pt x="1535" y="2036"/>
                  </a:cubicBezTo>
                  <a:cubicBezTo>
                    <a:pt x="1635" y="2002"/>
                    <a:pt x="1601" y="1669"/>
                    <a:pt x="1535" y="1569"/>
                  </a:cubicBezTo>
                  <a:cubicBezTo>
                    <a:pt x="1101" y="1235"/>
                    <a:pt x="767" y="768"/>
                    <a:pt x="534" y="234"/>
                  </a:cubicBezTo>
                  <a:cubicBezTo>
                    <a:pt x="467" y="168"/>
                    <a:pt x="167" y="34"/>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77" name="Google Shape;5777;p69"/>
            <p:cNvSpPr/>
            <p:nvPr/>
          </p:nvSpPr>
          <p:spPr>
            <a:xfrm>
              <a:off x="5034159" y="4496081"/>
              <a:ext cx="26904" cy="31869"/>
            </a:xfrm>
            <a:custGeom>
              <a:avLst/>
              <a:gdLst/>
              <a:ahLst/>
              <a:cxnLst/>
              <a:rect l="l" t="t" r="r" b="b"/>
              <a:pathLst>
                <a:path w="1669" h="1977" extrusionOk="0">
                  <a:moveTo>
                    <a:pt x="100" y="1"/>
                  </a:moveTo>
                  <a:cubicBezTo>
                    <a:pt x="0" y="67"/>
                    <a:pt x="0" y="434"/>
                    <a:pt x="100" y="534"/>
                  </a:cubicBezTo>
                  <a:cubicBezTo>
                    <a:pt x="601" y="868"/>
                    <a:pt x="934" y="1268"/>
                    <a:pt x="1134" y="1835"/>
                  </a:cubicBezTo>
                  <a:cubicBezTo>
                    <a:pt x="1229" y="1906"/>
                    <a:pt x="1390" y="1977"/>
                    <a:pt x="1511" y="1977"/>
                  </a:cubicBezTo>
                  <a:cubicBezTo>
                    <a:pt x="1562" y="1977"/>
                    <a:pt x="1605" y="1965"/>
                    <a:pt x="1635" y="1935"/>
                  </a:cubicBezTo>
                  <a:cubicBezTo>
                    <a:pt x="1668" y="1902"/>
                    <a:pt x="1668" y="1568"/>
                    <a:pt x="1568" y="1502"/>
                  </a:cubicBezTo>
                  <a:cubicBezTo>
                    <a:pt x="1101" y="1168"/>
                    <a:pt x="734" y="734"/>
                    <a:pt x="534" y="201"/>
                  </a:cubicBezTo>
                  <a:cubicBezTo>
                    <a:pt x="467" y="101"/>
                    <a:pt x="167" y="1"/>
                    <a:pt x="1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78" name="Google Shape;5778;p69"/>
            <p:cNvSpPr/>
            <p:nvPr/>
          </p:nvSpPr>
          <p:spPr>
            <a:xfrm>
              <a:off x="4997051" y="4450381"/>
              <a:ext cx="26904" cy="31869"/>
            </a:xfrm>
            <a:custGeom>
              <a:avLst/>
              <a:gdLst/>
              <a:ahLst/>
              <a:cxnLst/>
              <a:rect l="l" t="t" r="r" b="b"/>
              <a:pathLst>
                <a:path w="1669" h="1977" extrusionOk="0">
                  <a:moveTo>
                    <a:pt x="101" y="0"/>
                  </a:moveTo>
                  <a:cubicBezTo>
                    <a:pt x="1" y="67"/>
                    <a:pt x="1" y="434"/>
                    <a:pt x="101" y="534"/>
                  </a:cubicBezTo>
                  <a:cubicBezTo>
                    <a:pt x="601" y="867"/>
                    <a:pt x="935" y="1268"/>
                    <a:pt x="1135" y="1835"/>
                  </a:cubicBezTo>
                  <a:cubicBezTo>
                    <a:pt x="1206" y="1906"/>
                    <a:pt x="1360" y="1976"/>
                    <a:pt x="1479" y="1976"/>
                  </a:cubicBezTo>
                  <a:cubicBezTo>
                    <a:pt x="1529" y="1976"/>
                    <a:pt x="1572" y="1964"/>
                    <a:pt x="1602" y="1935"/>
                  </a:cubicBezTo>
                  <a:cubicBezTo>
                    <a:pt x="1668" y="1902"/>
                    <a:pt x="1635" y="1568"/>
                    <a:pt x="1568" y="1501"/>
                  </a:cubicBezTo>
                  <a:cubicBezTo>
                    <a:pt x="1101" y="1168"/>
                    <a:pt x="734" y="734"/>
                    <a:pt x="501" y="200"/>
                  </a:cubicBezTo>
                  <a:cubicBezTo>
                    <a:pt x="434" y="67"/>
                    <a:pt x="134" y="0"/>
                    <a:pt x="1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79" name="Google Shape;5779;p69"/>
            <p:cNvSpPr/>
            <p:nvPr/>
          </p:nvSpPr>
          <p:spPr>
            <a:xfrm>
              <a:off x="4958330" y="4405100"/>
              <a:ext cx="27984" cy="31450"/>
            </a:xfrm>
            <a:custGeom>
              <a:avLst/>
              <a:gdLst/>
              <a:ahLst/>
              <a:cxnLst/>
              <a:rect l="l" t="t" r="r" b="b"/>
              <a:pathLst>
                <a:path w="1736" h="1951" extrusionOk="0">
                  <a:moveTo>
                    <a:pt x="116" y="1"/>
                  </a:moveTo>
                  <a:cubicBezTo>
                    <a:pt x="97" y="1"/>
                    <a:pt x="81" y="3"/>
                    <a:pt x="68" y="7"/>
                  </a:cubicBezTo>
                  <a:cubicBezTo>
                    <a:pt x="1" y="74"/>
                    <a:pt x="1" y="474"/>
                    <a:pt x="68" y="541"/>
                  </a:cubicBezTo>
                  <a:cubicBezTo>
                    <a:pt x="568" y="874"/>
                    <a:pt x="968" y="1308"/>
                    <a:pt x="1168" y="1842"/>
                  </a:cubicBezTo>
                  <a:cubicBezTo>
                    <a:pt x="1261" y="1888"/>
                    <a:pt x="1419" y="1951"/>
                    <a:pt x="1540" y="1951"/>
                  </a:cubicBezTo>
                  <a:cubicBezTo>
                    <a:pt x="1593" y="1951"/>
                    <a:pt x="1638" y="1939"/>
                    <a:pt x="1669" y="1909"/>
                  </a:cubicBezTo>
                  <a:cubicBezTo>
                    <a:pt x="1735" y="1875"/>
                    <a:pt x="1702" y="1542"/>
                    <a:pt x="1635" y="1475"/>
                  </a:cubicBezTo>
                  <a:cubicBezTo>
                    <a:pt x="1135" y="1141"/>
                    <a:pt x="735" y="708"/>
                    <a:pt x="535" y="174"/>
                  </a:cubicBezTo>
                  <a:cubicBezTo>
                    <a:pt x="448" y="87"/>
                    <a:pt x="236" y="1"/>
                    <a:pt x="1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80" name="Google Shape;5780;p69"/>
            <p:cNvSpPr/>
            <p:nvPr/>
          </p:nvSpPr>
          <p:spPr>
            <a:xfrm>
              <a:off x="4920158" y="4359899"/>
              <a:ext cx="27984" cy="31208"/>
            </a:xfrm>
            <a:custGeom>
              <a:avLst/>
              <a:gdLst/>
              <a:ahLst/>
              <a:cxnLst/>
              <a:rect l="l" t="t" r="r" b="b"/>
              <a:pathLst>
                <a:path w="1736" h="1936" extrusionOk="0">
                  <a:moveTo>
                    <a:pt x="132" y="1"/>
                  </a:moveTo>
                  <a:cubicBezTo>
                    <a:pt x="107" y="1"/>
                    <a:pt x="84" y="3"/>
                    <a:pt x="67" y="9"/>
                  </a:cubicBezTo>
                  <a:cubicBezTo>
                    <a:pt x="1" y="109"/>
                    <a:pt x="1" y="476"/>
                    <a:pt x="67" y="543"/>
                  </a:cubicBezTo>
                  <a:cubicBezTo>
                    <a:pt x="568" y="843"/>
                    <a:pt x="935" y="1277"/>
                    <a:pt x="1168" y="1810"/>
                  </a:cubicBezTo>
                  <a:cubicBezTo>
                    <a:pt x="1229" y="1891"/>
                    <a:pt x="1363" y="1935"/>
                    <a:pt x="1481" y="1935"/>
                  </a:cubicBezTo>
                  <a:cubicBezTo>
                    <a:pt x="1558" y="1935"/>
                    <a:pt x="1629" y="1917"/>
                    <a:pt x="1668" y="1877"/>
                  </a:cubicBezTo>
                  <a:cubicBezTo>
                    <a:pt x="1735" y="1844"/>
                    <a:pt x="1702" y="1510"/>
                    <a:pt x="1602" y="1444"/>
                  </a:cubicBezTo>
                  <a:cubicBezTo>
                    <a:pt x="1101" y="1143"/>
                    <a:pt x="768" y="710"/>
                    <a:pt x="534" y="176"/>
                  </a:cubicBezTo>
                  <a:cubicBezTo>
                    <a:pt x="451" y="65"/>
                    <a:pt x="254"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81" name="Google Shape;5781;p69"/>
            <p:cNvSpPr/>
            <p:nvPr/>
          </p:nvSpPr>
          <p:spPr>
            <a:xfrm>
              <a:off x="4880374" y="4314876"/>
              <a:ext cx="27968" cy="31192"/>
            </a:xfrm>
            <a:custGeom>
              <a:avLst/>
              <a:gdLst/>
              <a:ahLst/>
              <a:cxnLst/>
              <a:rect l="l" t="t" r="r" b="b"/>
              <a:pathLst>
                <a:path w="1735" h="1935" extrusionOk="0">
                  <a:moveTo>
                    <a:pt x="67" y="0"/>
                  </a:moveTo>
                  <a:cubicBezTo>
                    <a:pt x="0" y="100"/>
                    <a:pt x="0" y="467"/>
                    <a:pt x="67" y="567"/>
                  </a:cubicBezTo>
                  <a:cubicBezTo>
                    <a:pt x="567" y="834"/>
                    <a:pt x="901" y="1268"/>
                    <a:pt x="1168" y="1801"/>
                  </a:cubicBezTo>
                  <a:cubicBezTo>
                    <a:pt x="1257" y="1890"/>
                    <a:pt x="1405" y="1935"/>
                    <a:pt x="1523" y="1935"/>
                  </a:cubicBezTo>
                  <a:cubicBezTo>
                    <a:pt x="1583" y="1935"/>
                    <a:pt x="1635" y="1924"/>
                    <a:pt x="1668" y="1902"/>
                  </a:cubicBezTo>
                  <a:cubicBezTo>
                    <a:pt x="1735" y="1835"/>
                    <a:pt x="1701" y="1501"/>
                    <a:pt x="1635" y="1435"/>
                  </a:cubicBezTo>
                  <a:cubicBezTo>
                    <a:pt x="1101" y="1134"/>
                    <a:pt x="801" y="734"/>
                    <a:pt x="534" y="167"/>
                  </a:cubicBezTo>
                  <a:cubicBezTo>
                    <a:pt x="467" y="100"/>
                    <a:pt x="167"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82" name="Google Shape;5782;p69"/>
            <p:cNvSpPr/>
            <p:nvPr/>
          </p:nvSpPr>
          <p:spPr>
            <a:xfrm>
              <a:off x="4840574" y="4270675"/>
              <a:ext cx="29596" cy="31031"/>
            </a:xfrm>
            <a:custGeom>
              <a:avLst/>
              <a:gdLst/>
              <a:ahLst/>
              <a:cxnLst/>
              <a:rect l="l" t="t" r="r" b="b"/>
              <a:pathLst>
                <a:path w="1836" h="1925" extrusionOk="0">
                  <a:moveTo>
                    <a:pt x="141" y="0"/>
                  </a:moveTo>
                  <a:cubicBezTo>
                    <a:pt x="123" y="0"/>
                    <a:pt x="110" y="2"/>
                    <a:pt x="101" y="7"/>
                  </a:cubicBezTo>
                  <a:cubicBezTo>
                    <a:pt x="1" y="74"/>
                    <a:pt x="34" y="474"/>
                    <a:pt x="134" y="541"/>
                  </a:cubicBezTo>
                  <a:cubicBezTo>
                    <a:pt x="668" y="841"/>
                    <a:pt x="1001" y="1241"/>
                    <a:pt x="1268" y="1808"/>
                  </a:cubicBezTo>
                  <a:cubicBezTo>
                    <a:pt x="1333" y="1873"/>
                    <a:pt x="1484" y="1924"/>
                    <a:pt x="1608" y="1924"/>
                  </a:cubicBezTo>
                  <a:cubicBezTo>
                    <a:pt x="1675" y="1924"/>
                    <a:pt x="1734" y="1910"/>
                    <a:pt x="1769" y="1875"/>
                  </a:cubicBezTo>
                  <a:cubicBezTo>
                    <a:pt x="1835" y="1842"/>
                    <a:pt x="1802" y="1508"/>
                    <a:pt x="1702" y="1408"/>
                  </a:cubicBezTo>
                  <a:cubicBezTo>
                    <a:pt x="1202" y="1141"/>
                    <a:pt x="835" y="707"/>
                    <a:pt x="601" y="174"/>
                  </a:cubicBezTo>
                  <a:cubicBezTo>
                    <a:pt x="514" y="87"/>
                    <a:pt x="253" y="0"/>
                    <a:pt x="1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83" name="Google Shape;5783;p69"/>
            <p:cNvSpPr/>
            <p:nvPr/>
          </p:nvSpPr>
          <p:spPr>
            <a:xfrm>
              <a:off x="4800790" y="4226877"/>
              <a:ext cx="29048" cy="30467"/>
            </a:xfrm>
            <a:custGeom>
              <a:avLst/>
              <a:gdLst/>
              <a:ahLst/>
              <a:cxnLst/>
              <a:rect l="l" t="t" r="r" b="b"/>
              <a:pathLst>
                <a:path w="1802" h="1890" extrusionOk="0">
                  <a:moveTo>
                    <a:pt x="160" y="1"/>
                  </a:moveTo>
                  <a:cubicBezTo>
                    <a:pt x="129" y="1"/>
                    <a:pt x="108" y="7"/>
                    <a:pt x="100" y="22"/>
                  </a:cubicBezTo>
                  <a:cubicBezTo>
                    <a:pt x="0" y="89"/>
                    <a:pt x="67" y="456"/>
                    <a:pt x="134" y="556"/>
                  </a:cubicBezTo>
                  <a:cubicBezTo>
                    <a:pt x="634" y="856"/>
                    <a:pt x="1001" y="1223"/>
                    <a:pt x="1268" y="1757"/>
                  </a:cubicBezTo>
                  <a:cubicBezTo>
                    <a:pt x="1357" y="1845"/>
                    <a:pt x="1505" y="1890"/>
                    <a:pt x="1624" y="1890"/>
                  </a:cubicBezTo>
                  <a:cubicBezTo>
                    <a:pt x="1683" y="1890"/>
                    <a:pt x="1735" y="1879"/>
                    <a:pt x="1768" y="1857"/>
                  </a:cubicBezTo>
                  <a:cubicBezTo>
                    <a:pt x="1802" y="1790"/>
                    <a:pt x="1768" y="1456"/>
                    <a:pt x="1668" y="1390"/>
                  </a:cubicBezTo>
                  <a:cubicBezTo>
                    <a:pt x="1168" y="1089"/>
                    <a:pt x="801" y="722"/>
                    <a:pt x="567" y="189"/>
                  </a:cubicBezTo>
                  <a:cubicBezTo>
                    <a:pt x="489" y="85"/>
                    <a:pt x="269" y="1"/>
                    <a:pt x="1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84" name="Google Shape;5784;p69"/>
            <p:cNvSpPr/>
            <p:nvPr/>
          </p:nvSpPr>
          <p:spPr>
            <a:xfrm>
              <a:off x="4760457" y="4183030"/>
              <a:ext cx="29048" cy="30628"/>
            </a:xfrm>
            <a:custGeom>
              <a:avLst/>
              <a:gdLst/>
              <a:ahLst/>
              <a:cxnLst/>
              <a:rect l="l" t="t" r="r" b="b"/>
              <a:pathLst>
                <a:path w="1802" h="1900" extrusionOk="0">
                  <a:moveTo>
                    <a:pt x="129" y="0"/>
                  </a:moveTo>
                  <a:cubicBezTo>
                    <a:pt x="115" y="0"/>
                    <a:pt x="105" y="2"/>
                    <a:pt x="101" y="7"/>
                  </a:cubicBezTo>
                  <a:cubicBezTo>
                    <a:pt x="0" y="107"/>
                    <a:pt x="67" y="474"/>
                    <a:pt x="134" y="574"/>
                  </a:cubicBezTo>
                  <a:cubicBezTo>
                    <a:pt x="634" y="841"/>
                    <a:pt x="1001" y="1241"/>
                    <a:pt x="1268" y="1775"/>
                  </a:cubicBezTo>
                  <a:cubicBezTo>
                    <a:pt x="1349" y="1855"/>
                    <a:pt x="1479" y="1899"/>
                    <a:pt x="1591" y="1899"/>
                  </a:cubicBezTo>
                  <a:cubicBezTo>
                    <a:pt x="1664" y="1899"/>
                    <a:pt x="1729" y="1881"/>
                    <a:pt x="1768" y="1841"/>
                  </a:cubicBezTo>
                  <a:cubicBezTo>
                    <a:pt x="1802" y="1808"/>
                    <a:pt x="1768" y="1474"/>
                    <a:pt x="1668" y="1408"/>
                  </a:cubicBezTo>
                  <a:cubicBezTo>
                    <a:pt x="1168" y="1141"/>
                    <a:pt x="801" y="741"/>
                    <a:pt x="568" y="173"/>
                  </a:cubicBezTo>
                  <a:cubicBezTo>
                    <a:pt x="481" y="87"/>
                    <a:pt x="219" y="0"/>
                    <a:pt x="1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85" name="Google Shape;5785;p69"/>
            <p:cNvSpPr/>
            <p:nvPr/>
          </p:nvSpPr>
          <p:spPr>
            <a:xfrm>
              <a:off x="4721205" y="4139039"/>
              <a:ext cx="27968" cy="30918"/>
            </a:xfrm>
            <a:custGeom>
              <a:avLst/>
              <a:gdLst/>
              <a:ahLst/>
              <a:cxnLst/>
              <a:rect l="l" t="t" r="r" b="b"/>
              <a:pathLst>
                <a:path w="1735" h="1918" extrusionOk="0">
                  <a:moveTo>
                    <a:pt x="34" y="0"/>
                  </a:moveTo>
                  <a:cubicBezTo>
                    <a:pt x="0" y="67"/>
                    <a:pt x="0" y="467"/>
                    <a:pt x="67" y="534"/>
                  </a:cubicBezTo>
                  <a:cubicBezTo>
                    <a:pt x="567" y="834"/>
                    <a:pt x="934" y="1235"/>
                    <a:pt x="1201" y="1802"/>
                  </a:cubicBezTo>
                  <a:cubicBezTo>
                    <a:pt x="1288" y="1867"/>
                    <a:pt x="1432" y="1918"/>
                    <a:pt x="1549" y="1918"/>
                  </a:cubicBezTo>
                  <a:cubicBezTo>
                    <a:pt x="1612" y="1918"/>
                    <a:pt x="1667" y="1903"/>
                    <a:pt x="1702" y="1868"/>
                  </a:cubicBezTo>
                  <a:cubicBezTo>
                    <a:pt x="1735" y="1835"/>
                    <a:pt x="1702" y="1501"/>
                    <a:pt x="1602" y="1401"/>
                  </a:cubicBezTo>
                  <a:cubicBezTo>
                    <a:pt x="1101" y="1135"/>
                    <a:pt x="734" y="734"/>
                    <a:pt x="501" y="201"/>
                  </a:cubicBezTo>
                  <a:cubicBezTo>
                    <a:pt x="401" y="67"/>
                    <a:pt x="10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86" name="Google Shape;5786;p69"/>
            <p:cNvSpPr/>
            <p:nvPr/>
          </p:nvSpPr>
          <p:spPr>
            <a:xfrm>
              <a:off x="4681405" y="4093871"/>
              <a:ext cx="27984" cy="31740"/>
            </a:xfrm>
            <a:custGeom>
              <a:avLst/>
              <a:gdLst/>
              <a:ahLst/>
              <a:cxnLst/>
              <a:rect l="l" t="t" r="r" b="b"/>
              <a:pathLst>
                <a:path w="1736" h="1969" extrusionOk="0">
                  <a:moveTo>
                    <a:pt x="68" y="0"/>
                  </a:moveTo>
                  <a:cubicBezTo>
                    <a:pt x="1" y="100"/>
                    <a:pt x="1" y="467"/>
                    <a:pt x="68" y="534"/>
                  </a:cubicBezTo>
                  <a:cubicBezTo>
                    <a:pt x="568" y="868"/>
                    <a:pt x="902" y="1301"/>
                    <a:pt x="1168" y="1835"/>
                  </a:cubicBezTo>
                  <a:cubicBezTo>
                    <a:pt x="1257" y="1924"/>
                    <a:pt x="1406" y="1968"/>
                    <a:pt x="1524" y="1968"/>
                  </a:cubicBezTo>
                  <a:cubicBezTo>
                    <a:pt x="1584" y="1968"/>
                    <a:pt x="1635" y="1957"/>
                    <a:pt x="1669" y="1935"/>
                  </a:cubicBezTo>
                  <a:cubicBezTo>
                    <a:pt x="1736" y="1868"/>
                    <a:pt x="1702" y="1535"/>
                    <a:pt x="1635" y="1468"/>
                  </a:cubicBezTo>
                  <a:cubicBezTo>
                    <a:pt x="1102" y="1168"/>
                    <a:pt x="735" y="768"/>
                    <a:pt x="535" y="201"/>
                  </a:cubicBezTo>
                  <a:cubicBezTo>
                    <a:pt x="468" y="100"/>
                    <a:pt x="168" y="0"/>
                    <a:pt x="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87" name="Google Shape;5787;p69"/>
            <p:cNvSpPr/>
            <p:nvPr/>
          </p:nvSpPr>
          <p:spPr>
            <a:xfrm>
              <a:off x="4644845" y="4047622"/>
              <a:ext cx="26372" cy="32159"/>
            </a:xfrm>
            <a:custGeom>
              <a:avLst/>
              <a:gdLst/>
              <a:ahLst/>
              <a:cxnLst/>
              <a:rect l="l" t="t" r="r" b="b"/>
              <a:pathLst>
                <a:path w="1636" h="1995" extrusionOk="0">
                  <a:moveTo>
                    <a:pt x="101" y="1"/>
                  </a:moveTo>
                  <a:cubicBezTo>
                    <a:pt x="1" y="67"/>
                    <a:pt x="1" y="468"/>
                    <a:pt x="101" y="534"/>
                  </a:cubicBezTo>
                  <a:cubicBezTo>
                    <a:pt x="601" y="835"/>
                    <a:pt x="935" y="1302"/>
                    <a:pt x="1135" y="1835"/>
                  </a:cubicBezTo>
                  <a:cubicBezTo>
                    <a:pt x="1208" y="1933"/>
                    <a:pt x="1371" y="1995"/>
                    <a:pt x="1492" y="1995"/>
                  </a:cubicBezTo>
                  <a:cubicBezTo>
                    <a:pt x="1536" y="1995"/>
                    <a:pt x="1575" y="1987"/>
                    <a:pt x="1602" y="1969"/>
                  </a:cubicBezTo>
                  <a:cubicBezTo>
                    <a:pt x="1635" y="1902"/>
                    <a:pt x="1602" y="1568"/>
                    <a:pt x="1568" y="1502"/>
                  </a:cubicBezTo>
                  <a:cubicBezTo>
                    <a:pt x="1068" y="1168"/>
                    <a:pt x="735" y="734"/>
                    <a:pt x="501" y="201"/>
                  </a:cubicBezTo>
                  <a:cubicBezTo>
                    <a:pt x="434" y="134"/>
                    <a:pt x="134"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88" name="Google Shape;5788;p69"/>
            <p:cNvSpPr/>
            <p:nvPr/>
          </p:nvSpPr>
          <p:spPr>
            <a:xfrm>
              <a:off x="4609897" y="3999230"/>
              <a:ext cx="25292" cy="33014"/>
            </a:xfrm>
            <a:custGeom>
              <a:avLst/>
              <a:gdLst/>
              <a:ahLst/>
              <a:cxnLst/>
              <a:rect l="l" t="t" r="r" b="b"/>
              <a:pathLst>
                <a:path w="1569" h="2048" extrusionOk="0">
                  <a:moveTo>
                    <a:pt x="101" y="0"/>
                  </a:moveTo>
                  <a:cubicBezTo>
                    <a:pt x="0" y="67"/>
                    <a:pt x="0" y="434"/>
                    <a:pt x="67" y="534"/>
                  </a:cubicBezTo>
                  <a:cubicBezTo>
                    <a:pt x="501" y="901"/>
                    <a:pt x="801" y="1368"/>
                    <a:pt x="1001" y="1902"/>
                  </a:cubicBezTo>
                  <a:cubicBezTo>
                    <a:pt x="1078" y="2004"/>
                    <a:pt x="1271" y="2047"/>
                    <a:pt x="1388" y="2047"/>
                  </a:cubicBezTo>
                  <a:cubicBezTo>
                    <a:pt x="1424" y="2047"/>
                    <a:pt x="1452" y="2043"/>
                    <a:pt x="1468" y="2035"/>
                  </a:cubicBezTo>
                  <a:cubicBezTo>
                    <a:pt x="1568" y="2002"/>
                    <a:pt x="1502" y="1668"/>
                    <a:pt x="1468" y="1568"/>
                  </a:cubicBezTo>
                  <a:cubicBezTo>
                    <a:pt x="1001" y="1235"/>
                    <a:pt x="668" y="801"/>
                    <a:pt x="501" y="234"/>
                  </a:cubicBezTo>
                  <a:cubicBezTo>
                    <a:pt x="434" y="134"/>
                    <a:pt x="134" y="0"/>
                    <a:pt x="1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89" name="Google Shape;5789;p69"/>
            <p:cNvSpPr/>
            <p:nvPr/>
          </p:nvSpPr>
          <p:spPr>
            <a:xfrm>
              <a:off x="4577092" y="3949226"/>
              <a:ext cx="24212" cy="34561"/>
            </a:xfrm>
            <a:custGeom>
              <a:avLst/>
              <a:gdLst/>
              <a:ahLst/>
              <a:cxnLst/>
              <a:rect l="l" t="t" r="r" b="b"/>
              <a:pathLst>
                <a:path w="1502" h="2144" extrusionOk="0">
                  <a:moveTo>
                    <a:pt x="134" y="0"/>
                  </a:moveTo>
                  <a:cubicBezTo>
                    <a:pt x="1" y="100"/>
                    <a:pt x="1" y="467"/>
                    <a:pt x="34" y="567"/>
                  </a:cubicBezTo>
                  <a:cubicBezTo>
                    <a:pt x="501" y="934"/>
                    <a:pt x="801" y="1435"/>
                    <a:pt x="968" y="1968"/>
                  </a:cubicBezTo>
                  <a:cubicBezTo>
                    <a:pt x="1023" y="2079"/>
                    <a:pt x="1239" y="2144"/>
                    <a:pt x="1368" y="2144"/>
                  </a:cubicBezTo>
                  <a:cubicBezTo>
                    <a:pt x="1395" y="2144"/>
                    <a:pt x="1418" y="2141"/>
                    <a:pt x="1435" y="2135"/>
                  </a:cubicBezTo>
                  <a:cubicBezTo>
                    <a:pt x="1502" y="2102"/>
                    <a:pt x="1468" y="1768"/>
                    <a:pt x="1435" y="1668"/>
                  </a:cubicBezTo>
                  <a:cubicBezTo>
                    <a:pt x="968" y="1335"/>
                    <a:pt x="634" y="834"/>
                    <a:pt x="501" y="300"/>
                  </a:cubicBezTo>
                  <a:cubicBezTo>
                    <a:pt x="434" y="167"/>
                    <a:pt x="167" y="67"/>
                    <a:pt x="1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90" name="Google Shape;5790;p69"/>
            <p:cNvSpPr/>
            <p:nvPr/>
          </p:nvSpPr>
          <p:spPr>
            <a:xfrm>
              <a:off x="4546448" y="3899254"/>
              <a:ext cx="22600" cy="35029"/>
            </a:xfrm>
            <a:custGeom>
              <a:avLst/>
              <a:gdLst/>
              <a:ahLst/>
              <a:cxnLst/>
              <a:rect l="l" t="t" r="r" b="b"/>
              <a:pathLst>
                <a:path w="1402" h="2173" extrusionOk="0">
                  <a:moveTo>
                    <a:pt x="180" y="1"/>
                  </a:moveTo>
                  <a:cubicBezTo>
                    <a:pt x="149" y="1"/>
                    <a:pt x="122" y="10"/>
                    <a:pt x="100" y="31"/>
                  </a:cubicBezTo>
                  <a:cubicBezTo>
                    <a:pt x="34" y="65"/>
                    <a:pt x="0" y="432"/>
                    <a:pt x="34" y="532"/>
                  </a:cubicBezTo>
                  <a:cubicBezTo>
                    <a:pt x="434" y="932"/>
                    <a:pt x="734" y="1399"/>
                    <a:pt x="868" y="1999"/>
                  </a:cubicBezTo>
                  <a:cubicBezTo>
                    <a:pt x="925" y="2086"/>
                    <a:pt x="1158" y="2173"/>
                    <a:pt x="1285" y="2173"/>
                  </a:cubicBezTo>
                  <a:cubicBezTo>
                    <a:pt x="1304" y="2173"/>
                    <a:pt x="1321" y="2171"/>
                    <a:pt x="1335" y="2166"/>
                  </a:cubicBezTo>
                  <a:cubicBezTo>
                    <a:pt x="1401" y="2100"/>
                    <a:pt x="1401" y="1766"/>
                    <a:pt x="1368" y="1699"/>
                  </a:cubicBezTo>
                  <a:cubicBezTo>
                    <a:pt x="901" y="1266"/>
                    <a:pt x="667" y="799"/>
                    <a:pt x="534" y="232"/>
                  </a:cubicBezTo>
                  <a:cubicBezTo>
                    <a:pt x="455" y="127"/>
                    <a:pt x="294" y="1"/>
                    <a:pt x="1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91" name="Google Shape;5791;p69"/>
            <p:cNvSpPr/>
            <p:nvPr/>
          </p:nvSpPr>
          <p:spPr>
            <a:xfrm>
              <a:off x="4518480" y="3846445"/>
              <a:ext cx="22600" cy="35867"/>
            </a:xfrm>
            <a:custGeom>
              <a:avLst/>
              <a:gdLst/>
              <a:ahLst/>
              <a:cxnLst/>
              <a:rect l="l" t="t" r="r" b="b"/>
              <a:pathLst>
                <a:path w="1402" h="2225" extrusionOk="0">
                  <a:moveTo>
                    <a:pt x="197" y="1"/>
                  </a:moveTo>
                  <a:cubicBezTo>
                    <a:pt x="186" y="1"/>
                    <a:pt x="176" y="2"/>
                    <a:pt x="168" y="5"/>
                  </a:cubicBezTo>
                  <a:cubicBezTo>
                    <a:pt x="101" y="38"/>
                    <a:pt x="1" y="439"/>
                    <a:pt x="67" y="505"/>
                  </a:cubicBezTo>
                  <a:cubicBezTo>
                    <a:pt x="434" y="939"/>
                    <a:pt x="735" y="1439"/>
                    <a:pt x="801" y="2006"/>
                  </a:cubicBezTo>
                  <a:cubicBezTo>
                    <a:pt x="883" y="2115"/>
                    <a:pt x="1076" y="2224"/>
                    <a:pt x="1198" y="2224"/>
                  </a:cubicBezTo>
                  <a:cubicBezTo>
                    <a:pt x="1226" y="2224"/>
                    <a:pt x="1250" y="2219"/>
                    <a:pt x="1268" y="2207"/>
                  </a:cubicBezTo>
                  <a:cubicBezTo>
                    <a:pt x="1335" y="2173"/>
                    <a:pt x="1402" y="1840"/>
                    <a:pt x="1335" y="1773"/>
                  </a:cubicBezTo>
                  <a:cubicBezTo>
                    <a:pt x="935" y="1339"/>
                    <a:pt x="635" y="839"/>
                    <a:pt x="601" y="272"/>
                  </a:cubicBezTo>
                  <a:cubicBezTo>
                    <a:pt x="510" y="150"/>
                    <a:pt x="308" y="1"/>
                    <a:pt x="1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92" name="Google Shape;5792;p69"/>
            <p:cNvSpPr/>
            <p:nvPr/>
          </p:nvSpPr>
          <p:spPr>
            <a:xfrm>
              <a:off x="4495896" y="3791476"/>
              <a:ext cx="19376" cy="37060"/>
            </a:xfrm>
            <a:custGeom>
              <a:avLst/>
              <a:gdLst/>
              <a:ahLst/>
              <a:cxnLst/>
              <a:rect l="l" t="t" r="r" b="b"/>
              <a:pathLst>
                <a:path w="1202" h="2299" extrusionOk="0">
                  <a:moveTo>
                    <a:pt x="223" y="1"/>
                  </a:moveTo>
                  <a:cubicBezTo>
                    <a:pt x="212" y="1"/>
                    <a:pt x="205" y="4"/>
                    <a:pt x="201" y="13"/>
                  </a:cubicBezTo>
                  <a:cubicBezTo>
                    <a:pt x="67" y="46"/>
                    <a:pt x="1" y="413"/>
                    <a:pt x="34" y="513"/>
                  </a:cubicBezTo>
                  <a:cubicBezTo>
                    <a:pt x="401" y="947"/>
                    <a:pt x="635" y="1447"/>
                    <a:pt x="668" y="2047"/>
                  </a:cubicBezTo>
                  <a:cubicBezTo>
                    <a:pt x="695" y="2184"/>
                    <a:pt x="902" y="2298"/>
                    <a:pt x="1012" y="2298"/>
                  </a:cubicBezTo>
                  <a:cubicBezTo>
                    <a:pt x="1037" y="2298"/>
                    <a:pt x="1056" y="2293"/>
                    <a:pt x="1068" y="2281"/>
                  </a:cubicBezTo>
                  <a:cubicBezTo>
                    <a:pt x="1168" y="2248"/>
                    <a:pt x="1202" y="1914"/>
                    <a:pt x="1168" y="1847"/>
                  </a:cubicBezTo>
                  <a:cubicBezTo>
                    <a:pt x="801" y="1380"/>
                    <a:pt x="568" y="880"/>
                    <a:pt x="534" y="279"/>
                  </a:cubicBezTo>
                  <a:cubicBezTo>
                    <a:pt x="505" y="192"/>
                    <a:pt x="296" y="1"/>
                    <a:pt x="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93" name="Google Shape;5793;p69"/>
            <p:cNvSpPr/>
            <p:nvPr/>
          </p:nvSpPr>
          <p:spPr>
            <a:xfrm>
              <a:off x="4476536" y="3735684"/>
              <a:ext cx="17764" cy="37785"/>
            </a:xfrm>
            <a:custGeom>
              <a:avLst/>
              <a:gdLst/>
              <a:ahLst/>
              <a:cxnLst/>
              <a:rect l="l" t="t" r="r" b="b"/>
              <a:pathLst>
                <a:path w="1102" h="2344" extrusionOk="0">
                  <a:moveTo>
                    <a:pt x="246" y="1"/>
                  </a:moveTo>
                  <a:cubicBezTo>
                    <a:pt x="241" y="1"/>
                    <a:pt x="237" y="2"/>
                    <a:pt x="234" y="4"/>
                  </a:cubicBezTo>
                  <a:cubicBezTo>
                    <a:pt x="101" y="38"/>
                    <a:pt x="1" y="405"/>
                    <a:pt x="34" y="505"/>
                  </a:cubicBezTo>
                  <a:cubicBezTo>
                    <a:pt x="368" y="972"/>
                    <a:pt x="501" y="1506"/>
                    <a:pt x="535" y="2073"/>
                  </a:cubicBezTo>
                  <a:cubicBezTo>
                    <a:pt x="565" y="2194"/>
                    <a:pt x="818" y="2344"/>
                    <a:pt x="912" y="2344"/>
                  </a:cubicBezTo>
                  <a:cubicBezTo>
                    <a:pt x="921" y="2344"/>
                    <a:pt x="929" y="2342"/>
                    <a:pt x="935" y="2339"/>
                  </a:cubicBezTo>
                  <a:cubicBezTo>
                    <a:pt x="1035" y="2306"/>
                    <a:pt x="1102" y="1973"/>
                    <a:pt x="1068" y="1872"/>
                  </a:cubicBezTo>
                  <a:cubicBezTo>
                    <a:pt x="701" y="1405"/>
                    <a:pt x="568" y="872"/>
                    <a:pt x="568" y="305"/>
                  </a:cubicBezTo>
                  <a:cubicBezTo>
                    <a:pt x="537" y="181"/>
                    <a:pt x="306" y="1"/>
                    <a:pt x="2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94" name="Google Shape;5794;p69"/>
            <p:cNvSpPr/>
            <p:nvPr/>
          </p:nvSpPr>
          <p:spPr>
            <a:xfrm>
              <a:off x="4462028" y="3678394"/>
              <a:ext cx="15604" cy="38607"/>
            </a:xfrm>
            <a:custGeom>
              <a:avLst/>
              <a:gdLst/>
              <a:ahLst/>
              <a:cxnLst/>
              <a:rect l="l" t="t" r="r" b="b"/>
              <a:pathLst>
                <a:path w="968" h="2395" extrusionOk="0">
                  <a:moveTo>
                    <a:pt x="330" y="1"/>
                  </a:moveTo>
                  <a:cubicBezTo>
                    <a:pt x="309" y="1"/>
                    <a:pt x="288" y="7"/>
                    <a:pt x="267" y="23"/>
                  </a:cubicBezTo>
                  <a:cubicBezTo>
                    <a:pt x="167" y="23"/>
                    <a:pt x="0" y="356"/>
                    <a:pt x="0" y="456"/>
                  </a:cubicBezTo>
                  <a:cubicBezTo>
                    <a:pt x="300" y="957"/>
                    <a:pt x="434" y="1524"/>
                    <a:pt x="401" y="2091"/>
                  </a:cubicBezTo>
                  <a:cubicBezTo>
                    <a:pt x="431" y="2214"/>
                    <a:pt x="633" y="2395"/>
                    <a:pt x="743" y="2395"/>
                  </a:cubicBezTo>
                  <a:cubicBezTo>
                    <a:pt x="752" y="2395"/>
                    <a:pt x="760" y="2393"/>
                    <a:pt x="767" y="2391"/>
                  </a:cubicBezTo>
                  <a:cubicBezTo>
                    <a:pt x="834" y="2358"/>
                    <a:pt x="968" y="1991"/>
                    <a:pt x="934" y="1924"/>
                  </a:cubicBezTo>
                  <a:cubicBezTo>
                    <a:pt x="634" y="1424"/>
                    <a:pt x="501" y="890"/>
                    <a:pt x="601" y="289"/>
                  </a:cubicBezTo>
                  <a:cubicBezTo>
                    <a:pt x="572" y="205"/>
                    <a:pt x="449" y="1"/>
                    <a:pt x="3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795" name="Google Shape;5795;p69"/>
          <p:cNvGrpSpPr/>
          <p:nvPr/>
        </p:nvGrpSpPr>
        <p:grpSpPr>
          <a:xfrm>
            <a:off x="3686110" y="3303454"/>
            <a:ext cx="818110" cy="114119"/>
            <a:chOff x="3387662" y="3364183"/>
            <a:chExt cx="861985" cy="120239"/>
          </a:xfrm>
        </p:grpSpPr>
        <p:sp>
          <p:nvSpPr>
            <p:cNvPr id="5796" name="Google Shape;5796;p69"/>
            <p:cNvSpPr/>
            <p:nvPr/>
          </p:nvSpPr>
          <p:spPr>
            <a:xfrm>
              <a:off x="3387662" y="3385687"/>
              <a:ext cx="39268" cy="14540"/>
            </a:xfrm>
            <a:custGeom>
              <a:avLst/>
              <a:gdLst/>
              <a:ahLst/>
              <a:cxnLst/>
              <a:rect l="l" t="t" r="r" b="b"/>
              <a:pathLst>
                <a:path w="2436" h="902" extrusionOk="0">
                  <a:moveTo>
                    <a:pt x="2002" y="1"/>
                  </a:moveTo>
                  <a:cubicBezTo>
                    <a:pt x="1492" y="241"/>
                    <a:pt x="1009" y="373"/>
                    <a:pt x="505" y="373"/>
                  </a:cubicBezTo>
                  <a:cubicBezTo>
                    <a:pt x="448" y="373"/>
                    <a:pt x="392" y="371"/>
                    <a:pt x="334" y="368"/>
                  </a:cubicBezTo>
                  <a:cubicBezTo>
                    <a:pt x="201" y="368"/>
                    <a:pt x="1" y="668"/>
                    <a:pt x="34" y="735"/>
                  </a:cubicBezTo>
                  <a:cubicBezTo>
                    <a:pt x="67" y="835"/>
                    <a:pt x="401" y="902"/>
                    <a:pt x="501" y="902"/>
                  </a:cubicBezTo>
                  <a:cubicBezTo>
                    <a:pt x="903" y="661"/>
                    <a:pt x="1326" y="506"/>
                    <a:pt x="1771" y="506"/>
                  </a:cubicBezTo>
                  <a:cubicBezTo>
                    <a:pt x="1880" y="506"/>
                    <a:pt x="1990" y="515"/>
                    <a:pt x="2102" y="535"/>
                  </a:cubicBezTo>
                  <a:cubicBezTo>
                    <a:pt x="2236" y="501"/>
                    <a:pt x="2436" y="268"/>
                    <a:pt x="2436" y="234"/>
                  </a:cubicBezTo>
                  <a:cubicBezTo>
                    <a:pt x="2436" y="101"/>
                    <a:pt x="2102" y="1"/>
                    <a:pt x="20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97" name="Google Shape;5797;p69"/>
            <p:cNvSpPr/>
            <p:nvPr/>
          </p:nvSpPr>
          <p:spPr>
            <a:xfrm>
              <a:off x="3446806" y="3375483"/>
              <a:ext cx="39284" cy="12912"/>
            </a:xfrm>
            <a:custGeom>
              <a:avLst/>
              <a:gdLst/>
              <a:ahLst/>
              <a:cxnLst/>
              <a:rect l="l" t="t" r="r" b="b"/>
              <a:pathLst>
                <a:path w="2437" h="801" extrusionOk="0">
                  <a:moveTo>
                    <a:pt x="2002" y="0"/>
                  </a:moveTo>
                  <a:cubicBezTo>
                    <a:pt x="1605" y="164"/>
                    <a:pt x="1225" y="245"/>
                    <a:pt x="838" y="245"/>
                  </a:cubicBezTo>
                  <a:cubicBezTo>
                    <a:pt x="672" y="245"/>
                    <a:pt x="505" y="230"/>
                    <a:pt x="335" y="200"/>
                  </a:cubicBezTo>
                  <a:cubicBezTo>
                    <a:pt x="168" y="234"/>
                    <a:pt x="1" y="500"/>
                    <a:pt x="1" y="567"/>
                  </a:cubicBezTo>
                  <a:cubicBezTo>
                    <a:pt x="1" y="667"/>
                    <a:pt x="335" y="801"/>
                    <a:pt x="401" y="801"/>
                  </a:cubicBezTo>
                  <a:cubicBezTo>
                    <a:pt x="785" y="609"/>
                    <a:pt x="1186" y="538"/>
                    <a:pt x="1592" y="538"/>
                  </a:cubicBezTo>
                  <a:cubicBezTo>
                    <a:pt x="1751" y="538"/>
                    <a:pt x="1910" y="548"/>
                    <a:pt x="2069" y="567"/>
                  </a:cubicBezTo>
                  <a:cubicBezTo>
                    <a:pt x="2203" y="567"/>
                    <a:pt x="2436" y="367"/>
                    <a:pt x="2436" y="300"/>
                  </a:cubicBezTo>
                  <a:cubicBezTo>
                    <a:pt x="2403" y="167"/>
                    <a:pt x="2102" y="0"/>
                    <a:pt x="20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98" name="Google Shape;5798;p69"/>
            <p:cNvSpPr/>
            <p:nvPr/>
          </p:nvSpPr>
          <p:spPr>
            <a:xfrm>
              <a:off x="3506499" y="3369567"/>
              <a:ext cx="39816" cy="11300"/>
            </a:xfrm>
            <a:custGeom>
              <a:avLst/>
              <a:gdLst/>
              <a:ahLst/>
              <a:cxnLst/>
              <a:rect l="l" t="t" r="r" b="b"/>
              <a:pathLst>
                <a:path w="2470" h="701" extrusionOk="0">
                  <a:moveTo>
                    <a:pt x="2035" y="0"/>
                  </a:moveTo>
                  <a:cubicBezTo>
                    <a:pt x="1715" y="120"/>
                    <a:pt x="1395" y="180"/>
                    <a:pt x="1060" y="180"/>
                  </a:cubicBezTo>
                  <a:cubicBezTo>
                    <a:pt x="837" y="180"/>
                    <a:pt x="608" y="154"/>
                    <a:pt x="368" y="100"/>
                  </a:cubicBezTo>
                  <a:cubicBezTo>
                    <a:pt x="201" y="100"/>
                    <a:pt x="1" y="367"/>
                    <a:pt x="1" y="434"/>
                  </a:cubicBezTo>
                  <a:cubicBezTo>
                    <a:pt x="1" y="567"/>
                    <a:pt x="334" y="701"/>
                    <a:pt x="401" y="701"/>
                  </a:cubicBezTo>
                  <a:cubicBezTo>
                    <a:pt x="767" y="571"/>
                    <a:pt x="1119" y="498"/>
                    <a:pt x="1476" y="498"/>
                  </a:cubicBezTo>
                  <a:cubicBezTo>
                    <a:pt x="1671" y="498"/>
                    <a:pt x="1868" y="520"/>
                    <a:pt x="2069" y="567"/>
                  </a:cubicBezTo>
                  <a:cubicBezTo>
                    <a:pt x="2202" y="534"/>
                    <a:pt x="2469" y="367"/>
                    <a:pt x="2469" y="267"/>
                  </a:cubicBezTo>
                  <a:cubicBezTo>
                    <a:pt x="2469" y="167"/>
                    <a:pt x="2169" y="0"/>
                    <a:pt x="20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99" name="Google Shape;5799;p69"/>
            <p:cNvSpPr/>
            <p:nvPr/>
          </p:nvSpPr>
          <p:spPr>
            <a:xfrm>
              <a:off x="3565643" y="3365263"/>
              <a:ext cx="40348" cy="10768"/>
            </a:xfrm>
            <a:custGeom>
              <a:avLst/>
              <a:gdLst/>
              <a:ahLst/>
              <a:cxnLst/>
              <a:rect l="l" t="t" r="r" b="b"/>
              <a:pathLst>
                <a:path w="2503" h="668" extrusionOk="0">
                  <a:moveTo>
                    <a:pt x="2036" y="0"/>
                  </a:moveTo>
                  <a:cubicBezTo>
                    <a:pt x="1710" y="122"/>
                    <a:pt x="1384" y="195"/>
                    <a:pt x="1043" y="195"/>
                  </a:cubicBezTo>
                  <a:cubicBezTo>
                    <a:pt x="826" y="195"/>
                    <a:pt x="602" y="165"/>
                    <a:pt x="368" y="100"/>
                  </a:cubicBezTo>
                  <a:cubicBezTo>
                    <a:pt x="201" y="100"/>
                    <a:pt x="1" y="334"/>
                    <a:pt x="1" y="434"/>
                  </a:cubicBezTo>
                  <a:cubicBezTo>
                    <a:pt x="1" y="501"/>
                    <a:pt x="334" y="667"/>
                    <a:pt x="401" y="667"/>
                  </a:cubicBezTo>
                  <a:cubicBezTo>
                    <a:pt x="723" y="554"/>
                    <a:pt x="1034" y="494"/>
                    <a:pt x="1347" y="494"/>
                  </a:cubicBezTo>
                  <a:cubicBezTo>
                    <a:pt x="1585" y="494"/>
                    <a:pt x="1824" y="529"/>
                    <a:pt x="2069" y="601"/>
                  </a:cubicBezTo>
                  <a:cubicBezTo>
                    <a:pt x="2236" y="601"/>
                    <a:pt x="2503" y="434"/>
                    <a:pt x="2469" y="334"/>
                  </a:cubicBezTo>
                  <a:cubicBezTo>
                    <a:pt x="2469" y="200"/>
                    <a:pt x="2169" y="0"/>
                    <a:pt x="20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00" name="Google Shape;5800;p69"/>
            <p:cNvSpPr/>
            <p:nvPr/>
          </p:nvSpPr>
          <p:spPr>
            <a:xfrm>
              <a:off x="3625335" y="3364183"/>
              <a:ext cx="40348" cy="9156"/>
            </a:xfrm>
            <a:custGeom>
              <a:avLst/>
              <a:gdLst/>
              <a:ahLst/>
              <a:cxnLst/>
              <a:rect l="l" t="t" r="r" b="b"/>
              <a:pathLst>
                <a:path w="2503" h="568" extrusionOk="0">
                  <a:moveTo>
                    <a:pt x="367" y="1"/>
                  </a:moveTo>
                  <a:cubicBezTo>
                    <a:pt x="201" y="1"/>
                    <a:pt x="1" y="234"/>
                    <a:pt x="1" y="334"/>
                  </a:cubicBezTo>
                  <a:cubicBezTo>
                    <a:pt x="34" y="401"/>
                    <a:pt x="334" y="568"/>
                    <a:pt x="434" y="568"/>
                  </a:cubicBezTo>
                  <a:cubicBezTo>
                    <a:pt x="689" y="472"/>
                    <a:pt x="951" y="430"/>
                    <a:pt x="1218" y="430"/>
                  </a:cubicBezTo>
                  <a:cubicBezTo>
                    <a:pt x="1509" y="430"/>
                    <a:pt x="1806" y="481"/>
                    <a:pt x="2102" y="568"/>
                  </a:cubicBezTo>
                  <a:cubicBezTo>
                    <a:pt x="2269" y="568"/>
                    <a:pt x="2502" y="401"/>
                    <a:pt x="2469" y="334"/>
                  </a:cubicBezTo>
                  <a:cubicBezTo>
                    <a:pt x="2469" y="201"/>
                    <a:pt x="2169" y="1"/>
                    <a:pt x="2035" y="1"/>
                  </a:cubicBezTo>
                  <a:cubicBezTo>
                    <a:pt x="1768" y="84"/>
                    <a:pt x="1502" y="126"/>
                    <a:pt x="1226" y="126"/>
                  </a:cubicBezTo>
                  <a:cubicBezTo>
                    <a:pt x="951" y="126"/>
                    <a:pt x="668" y="84"/>
                    <a:pt x="3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01" name="Google Shape;5801;p69"/>
            <p:cNvSpPr/>
            <p:nvPr/>
          </p:nvSpPr>
          <p:spPr>
            <a:xfrm>
              <a:off x="3686092" y="3364715"/>
              <a:ext cx="39268" cy="8624"/>
            </a:xfrm>
            <a:custGeom>
              <a:avLst/>
              <a:gdLst/>
              <a:ahLst/>
              <a:cxnLst/>
              <a:rect l="l" t="t" r="r" b="b"/>
              <a:pathLst>
                <a:path w="2436" h="535" extrusionOk="0">
                  <a:moveTo>
                    <a:pt x="368" y="1"/>
                  </a:moveTo>
                  <a:cubicBezTo>
                    <a:pt x="234" y="1"/>
                    <a:pt x="1" y="201"/>
                    <a:pt x="1" y="301"/>
                  </a:cubicBezTo>
                  <a:cubicBezTo>
                    <a:pt x="1" y="368"/>
                    <a:pt x="268" y="535"/>
                    <a:pt x="368" y="535"/>
                  </a:cubicBezTo>
                  <a:cubicBezTo>
                    <a:pt x="635" y="451"/>
                    <a:pt x="918" y="410"/>
                    <a:pt x="1202" y="410"/>
                  </a:cubicBezTo>
                  <a:cubicBezTo>
                    <a:pt x="1485" y="410"/>
                    <a:pt x="1769" y="451"/>
                    <a:pt x="2036" y="535"/>
                  </a:cubicBezTo>
                  <a:cubicBezTo>
                    <a:pt x="2202" y="535"/>
                    <a:pt x="2436" y="401"/>
                    <a:pt x="2436" y="335"/>
                  </a:cubicBezTo>
                  <a:cubicBezTo>
                    <a:pt x="2436" y="234"/>
                    <a:pt x="2169" y="1"/>
                    <a:pt x="2036" y="1"/>
                  </a:cubicBezTo>
                  <a:cubicBezTo>
                    <a:pt x="1769" y="84"/>
                    <a:pt x="1485" y="126"/>
                    <a:pt x="1202" y="126"/>
                  </a:cubicBezTo>
                  <a:cubicBezTo>
                    <a:pt x="918" y="126"/>
                    <a:pt x="635" y="84"/>
                    <a:pt x="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02" name="Google Shape;5802;p69"/>
            <p:cNvSpPr/>
            <p:nvPr/>
          </p:nvSpPr>
          <p:spPr>
            <a:xfrm>
              <a:off x="3745784" y="3365263"/>
              <a:ext cx="40348" cy="10768"/>
            </a:xfrm>
            <a:custGeom>
              <a:avLst/>
              <a:gdLst/>
              <a:ahLst/>
              <a:cxnLst/>
              <a:rect l="l" t="t" r="r" b="b"/>
              <a:pathLst>
                <a:path w="2503" h="668" extrusionOk="0">
                  <a:moveTo>
                    <a:pt x="401" y="0"/>
                  </a:moveTo>
                  <a:cubicBezTo>
                    <a:pt x="234" y="0"/>
                    <a:pt x="1" y="200"/>
                    <a:pt x="1" y="301"/>
                  </a:cubicBezTo>
                  <a:cubicBezTo>
                    <a:pt x="1" y="367"/>
                    <a:pt x="301" y="601"/>
                    <a:pt x="367" y="601"/>
                  </a:cubicBezTo>
                  <a:cubicBezTo>
                    <a:pt x="607" y="541"/>
                    <a:pt x="861" y="508"/>
                    <a:pt x="1115" y="508"/>
                  </a:cubicBezTo>
                  <a:cubicBezTo>
                    <a:pt x="1427" y="508"/>
                    <a:pt x="1741" y="557"/>
                    <a:pt x="2035" y="667"/>
                  </a:cubicBezTo>
                  <a:cubicBezTo>
                    <a:pt x="2169" y="667"/>
                    <a:pt x="2469" y="534"/>
                    <a:pt x="2469" y="434"/>
                  </a:cubicBezTo>
                  <a:cubicBezTo>
                    <a:pt x="2502" y="334"/>
                    <a:pt x="2202" y="100"/>
                    <a:pt x="2069" y="100"/>
                  </a:cubicBezTo>
                  <a:cubicBezTo>
                    <a:pt x="1848" y="142"/>
                    <a:pt x="1615" y="166"/>
                    <a:pt x="1381" y="166"/>
                  </a:cubicBezTo>
                  <a:cubicBezTo>
                    <a:pt x="1049" y="166"/>
                    <a:pt x="713" y="118"/>
                    <a:pt x="4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03" name="Google Shape;5803;p69"/>
            <p:cNvSpPr/>
            <p:nvPr/>
          </p:nvSpPr>
          <p:spPr>
            <a:xfrm>
              <a:off x="3805476" y="3369567"/>
              <a:ext cx="39800" cy="11300"/>
            </a:xfrm>
            <a:custGeom>
              <a:avLst/>
              <a:gdLst/>
              <a:ahLst/>
              <a:cxnLst/>
              <a:rect l="l" t="t" r="r" b="b"/>
              <a:pathLst>
                <a:path w="2469" h="701" extrusionOk="0">
                  <a:moveTo>
                    <a:pt x="400" y="0"/>
                  </a:moveTo>
                  <a:cubicBezTo>
                    <a:pt x="234" y="0"/>
                    <a:pt x="0" y="200"/>
                    <a:pt x="0" y="267"/>
                  </a:cubicBezTo>
                  <a:cubicBezTo>
                    <a:pt x="0" y="367"/>
                    <a:pt x="300" y="567"/>
                    <a:pt x="367" y="567"/>
                  </a:cubicBezTo>
                  <a:cubicBezTo>
                    <a:pt x="580" y="520"/>
                    <a:pt x="784" y="498"/>
                    <a:pt x="983" y="498"/>
                  </a:cubicBezTo>
                  <a:cubicBezTo>
                    <a:pt x="1346" y="498"/>
                    <a:pt x="1690" y="571"/>
                    <a:pt x="2035" y="701"/>
                  </a:cubicBezTo>
                  <a:cubicBezTo>
                    <a:pt x="2168" y="701"/>
                    <a:pt x="2469" y="567"/>
                    <a:pt x="2469" y="501"/>
                  </a:cubicBezTo>
                  <a:cubicBezTo>
                    <a:pt x="2469" y="367"/>
                    <a:pt x="2202" y="100"/>
                    <a:pt x="2068" y="100"/>
                  </a:cubicBezTo>
                  <a:cubicBezTo>
                    <a:pt x="1841" y="154"/>
                    <a:pt x="1620" y="180"/>
                    <a:pt x="1400" y="180"/>
                  </a:cubicBezTo>
                  <a:cubicBezTo>
                    <a:pt x="1069" y="180"/>
                    <a:pt x="741" y="120"/>
                    <a:pt x="4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04" name="Google Shape;5804;p69"/>
            <p:cNvSpPr/>
            <p:nvPr/>
          </p:nvSpPr>
          <p:spPr>
            <a:xfrm>
              <a:off x="3864621" y="3374741"/>
              <a:ext cx="40348" cy="12574"/>
            </a:xfrm>
            <a:custGeom>
              <a:avLst/>
              <a:gdLst/>
              <a:ahLst/>
              <a:cxnLst/>
              <a:rect l="l" t="t" r="r" b="b"/>
              <a:pathLst>
                <a:path w="2503" h="780" extrusionOk="0">
                  <a:moveTo>
                    <a:pt x="359" y="1"/>
                  </a:moveTo>
                  <a:cubicBezTo>
                    <a:pt x="180" y="1"/>
                    <a:pt x="0" y="188"/>
                    <a:pt x="0" y="246"/>
                  </a:cubicBezTo>
                  <a:cubicBezTo>
                    <a:pt x="0" y="380"/>
                    <a:pt x="301" y="580"/>
                    <a:pt x="367" y="580"/>
                  </a:cubicBezTo>
                  <a:cubicBezTo>
                    <a:pt x="542" y="560"/>
                    <a:pt x="711" y="549"/>
                    <a:pt x="876" y="549"/>
                  </a:cubicBezTo>
                  <a:cubicBezTo>
                    <a:pt x="1278" y="549"/>
                    <a:pt x="1657" y="614"/>
                    <a:pt x="2035" y="780"/>
                  </a:cubicBezTo>
                  <a:cubicBezTo>
                    <a:pt x="2202" y="780"/>
                    <a:pt x="2502" y="680"/>
                    <a:pt x="2469" y="580"/>
                  </a:cubicBezTo>
                  <a:cubicBezTo>
                    <a:pt x="2469" y="446"/>
                    <a:pt x="2202" y="213"/>
                    <a:pt x="2102" y="213"/>
                  </a:cubicBezTo>
                  <a:cubicBezTo>
                    <a:pt x="1927" y="232"/>
                    <a:pt x="1758" y="243"/>
                    <a:pt x="1593" y="243"/>
                  </a:cubicBezTo>
                  <a:cubicBezTo>
                    <a:pt x="1191" y="243"/>
                    <a:pt x="813" y="178"/>
                    <a:pt x="434" y="13"/>
                  </a:cubicBezTo>
                  <a:cubicBezTo>
                    <a:pt x="410" y="5"/>
                    <a:pt x="384" y="1"/>
                    <a:pt x="3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05" name="Google Shape;5805;p69"/>
            <p:cNvSpPr/>
            <p:nvPr/>
          </p:nvSpPr>
          <p:spPr>
            <a:xfrm>
              <a:off x="3923765" y="3383011"/>
              <a:ext cx="40348" cy="13460"/>
            </a:xfrm>
            <a:custGeom>
              <a:avLst/>
              <a:gdLst/>
              <a:ahLst/>
              <a:cxnLst/>
              <a:rect l="l" t="t" r="r" b="b"/>
              <a:pathLst>
                <a:path w="2503" h="835" extrusionOk="0">
                  <a:moveTo>
                    <a:pt x="468" y="0"/>
                  </a:moveTo>
                  <a:cubicBezTo>
                    <a:pt x="334" y="0"/>
                    <a:pt x="34" y="167"/>
                    <a:pt x="34" y="234"/>
                  </a:cubicBezTo>
                  <a:cubicBezTo>
                    <a:pt x="1" y="334"/>
                    <a:pt x="301" y="567"/>
                    <a:pt x="368" y="567"/>
                  </a:cubicBezTo>
                  <a:cubicBezTo>
                    <a:pt x="509" y="551"/>
                    <a:pt x="649" y="543"/>
                    <a:pt x="787" y="543"/>
                  </a:cubicBezTo>
                  <a:cubicBezTo>
                    <a:pt x="1232" y="543"/>
                    <a:pt x="1653" y="630"/>
                    <a:pt x="2036" y="834"/>
                  </a:cubicBezTo>
                  <a:cubicBezTo>
                    <a:pt x="2202" y="834"/>
                    <a:pt x="2503" y="734"/>
                    <a:pt x="2469" y="667"/>
                  </a:cubicBezTo>
                  <a:cubicBezTo>
                    <a:pt x="2503" y="534"/>
                    <a:pt x="2269" y="234"/>
                    <a:pt x="2136" y="234"/>
                  </a:cubicBezTo>
                  <a:cubicBezTo>
                    <a:pt x="1979" y="260"/>
                    <a:pt x="1826" y="272"/>
                    <a:pt x="1677" y="272"/>
                  </a:cubicBezTo>
                  <a:cubicBezTo>
                    <a:pt x="1256" y="272"/>
                    <a:pt x="862" y="173"/>
                    <a:pt x="4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06" name="Google Shape;5806;p69"/>
            <p:cNvSpPr/>
            <p:nvPr/>
          </p:nvSpPr>
          <p:spPr>
            <a:xfrm>
              <a:off x="3983989" y="3393505"/>
              <a:ext cx="39816" cy="14395"/>
            </a:xfrm>
            <a:custGeom>
              <a:avLst/>
              <a:gdLst/>
              <a:ahLst/>
              <a:cxnLst/>
              <a:rect l="l" t="t" r="r" b="b"/>
              <a:pathLst>
                <a:path w="2470" h="893" extrusionOk="0">
                  <a:moveTo>
                    <a:pt x="380" y="1"/>
                  </a:moveTo>
                  <a:cubicBezTo>
                    <a:pt x="213" y="1"/>
                    <a:pt x="1" y="132"/>
                    <a:pt x="1" y="216"/>
                  </a:cubicBezTo>
                  <a:cubicBezTo>
                    <a:pt x="1" y="283"/>
                    <a:pt x="268" y="550"/>
                    <a:pt x="334" y="550"/>
                  </a:cubicBezTo>
                  <a:cubicBezTo>
                    <a:pt x="425" y="545"/>
                    <a:pt x="515" y="542"/>
                    <a:pt x="603" y="542"/>
                  </a:cubicBezTo>
                  <a:cubicBezTo>
                    <a:pt x="1096" y="542"/>
                    <a:pt x="1544" y="629"/>
                    <a:pt x="1969" y="884"/>
                  </a:cubicBezTo>
                  <a:cubicBezTo>
                    <a:pt x="1992" y="889"/>
                    <a:pt x="2021" y="892"/>
                    <a:pt x="2053" y="892"/>
                  </a:cubicBezTo>
                  <a:cubicBezTo>
                    <a:pt x="2201" y="892"/>
                    <a:pt x="2414" y="832"/>
                    <a:pt x="2469" y="750"/>
                  </a:cubicBezTo>
                  <a:cubicBezTo>
                    <a:pt x="2469" y="617"/>
                    <a:pt x="2236" y="383"/>
                    <a:pt x="2136" y="350"/>
                  </a:cubicBezTo>
                  <a:cubicBezTo>
                    <a:pt x="2066" y="354"/>
                    <a:pt x="1995" y="356"/>
                    <a:pt x="1925" y="356"/>
                  </a:cubicBezTo>
                  <a:cubicBezTo>
                    <a:pt x="1422" y="356"/>
                    <a:pt x="907" y="250"/>
                    <a:pt x="468" y="16"/>
                  </a:cubicBezTo>
                  <a:cubicBezTo>
                    <a:pt x="441" y="6"/>
                    <a:pt x="411" y="1"/>
                    <a:pt x="3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07" name="Google Shape;5807;p69"/>
            <p:cNvSpPr/>
            <p:nvPr/>
          </p:nvSpPr>
          <p:spPr>
            <a:xfrm>
              <a:off x="4042070" y="3406063"/>
              <a:ext cx="39268" cy="15814"/>
            </a:xfrm>
            <a:custGeom>
              <a:avLst/>
              <a:gdLst/>
              <a:ahLst/>
              <a:cxnLst/>
              <a:rect l="l" t="t" r="r" b="b"/>
              <a:pathLst>
                <a:path w="2436" h="981" extrusionOk="0">
                  <a:moveTo>
                    <a:pt x="421" y="0"/>
                  </a:moveTo>
                  <a:cubicBezTo>
                    <a:pt x="255" y="0"/>
                    <a:pt x="31" y="147"/>
                    <a:pt x="0" y="238"/>
                  </a:cubicBezTo>
                  <a:cubicBezTo>
                    <a:pt x="0" y="305"/>
                    <a:pt x="267" y="505"/>
                    <a:pt x="334" y="572"/>
                  </a:cubicBezTo>
                  <a:cubicBezTo>
                    <a:pt x="418" y="562"/>
                    <a:pt x="501" y="557"/>
                    <a:pt x="585" y="557"/>
                  </a:cubicBezTo>
                  <a:cubicBezTo>
                    <a:pt x="1067" y="557"/>
                    <a:pt x="1542" y="716"/>
                    <a:pt x="1968" y="972"/>
                  </a:cubicBezTo>
                  <a:cubicBezTo>
                    <a:pt x="1992" y="978"/>
                    <a:pt x="2022" y="981"/>
                    <a:pt x="2055" y="981"/>
                  </a:cubicBezTo>
                  <a:cubicBezTo>
                    <a:pt x="2207" y="981"/>
                    <a:pt x="2424" y="921"/>
                    <a:pt x="2369" y="838"/>
                  </a:cubicBezTo>
                  <a:cubicBezTo>
                    <a:pt x="2435" y="772"/>
                    <a:pt x="2169" y="471"/>
                    <a:pt x="2068" y="438"/>
                  </a:cubicBezTo>
                  <a:cubicBezTo>
                    <a:pt x="2021" y="441"/>
                    <a:pt x="1973" y="442"/>
                    <a:pt x="1925" y="442"/>
                  </a:cubicBezTo>
                  <a:cubicBezTo>
                    <a:pt x="1411" y="442"/>
                    <a:pt x="925" y="279"/>
                    <a:pt x="467" y="4"/>
                  </a:cubicBezTo>
                  <a:cubicBezTo>
                    <a:pt x="453" y="2"/>
                    <a:pt x="437" y="0"/>
                    <a:pt x="4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08" name="Google Shape;5808;p69"/>
            <p:cNvSpPr/>
            <p:nvPr/>
          </p:nvSpPr>
          <p:spPr>
            <a:xfrm>
              <a:off x="4099602" y="3421634"/>
              <a:ext cx="39800" cy="17216"/>
            </a:xfrm>
            <a:custGeom>
              <a:avLst/>
              <a:gdLst/>
              <a:ahLst/>
              <a:cxnLst/>
              <a:rect l="l" t="t" r="r" b="b"/>
              <a:pathLst>
                <a:path w="2469" h="1068" extrusionOk="0">
                  <a:moveTo>
                    <a:pt x="468" y="1"/>
                  </a:moveTo>
                  <a:cubicBezTo>
                    <a:pt x="286" y="1"/>
                    <a:pt x="97" y="113"/>
                    <a:pt x="67" y="173"/>
                  </a:cubicBezTo>
                  <a:cubicBezTo>
                    <a:pt x="1" y="273"/>
                    <a:pt x="267" y="506"/>
                    <a:pt x="334" y="540"/>
                  </a:cubicBezTo>
                  <a:cubicBezTo>
                    <a:pt x="935" y="540"/>
                    <a:pt x="1468" y="706"/>
                    <a:pt x="1935" y="1040"/>
                  </a:cubicBezTo>
                  <a:cubicBezTo>
                    <a:pt x="1974" y="1059"/>
                    <a:pt x="2031" y="1068"/>
                    <a:pt x="2091" y="1068"/>
                  </a:cubicBezTo>
                  <a:cubicBezTo>
                    <a:pt x="2238" y="1068"/>
                    <a:pt x="2412" y="1020"/>
                    <a:pt x="2436" y="973"/>
                  </a:cubicBezTo>
                  <a:cubicBezTo>
                    <a:pt x="2469" y="840"/>
                    <a:pt x="2235" y="540"/>
                    <a:pt x="2135" y="506"/>
                  </a:cubicBezTo>
                  <a:cubicBezTo>
                    <a:pt x="1568" y="506"/>
                    <a:pt x="1001" y="339"/>
                    <a:pt x="534" y="6"/>
                  </a:cubicBezTo>
                  <a:cubicBezTo>
                    <a:pt x="513" y="2"/>
                    <a:pt x="491" y="1"/>
                    <a:pt x="4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09" name="Google Shape;5809;p69"/>
            <p:cNvSpPr/>
            <p:nvPr/>
          </p:nvSpPr>
          <p:spPr>
            <a:xfrm>
              <a:off x="4157682" y="3440995"/>
              <a:ext cx="37656" cy="18602"/>
            </a:xfrm>
            <a:custGeom>
              <a:avLst/>
              <a:gdLst/>
              <a:ahLst/>
              <a:cxnLst/>
              <a:rect l="l" t="t" r="r" b="b"/>
              <a:pathLst>
                <a:path w="2336" h="1154" extrusionOk="0">
                  <a:moveTo>
                    <a:pt x="418" y="0"/>
                  </a:moveTo>
                  <a:cubicBezTo>
                    <a:pt x="272" y="0"/>
                    <a:pt x="30" y="113"/>
                    <a:pt x="0" y="172"/>
                  </a:cubicBezTo>
                  <a:cubicBezTo>
                    <a:pt x="0" y="273"/>
                    <a:pt x="200" y="506"/>
                    <a:pt x="300" y="573"/>
                  </a:cubicBezTo>
                  <a:cubicBezTo>
                    <a:pt x="834" y="573"/>
                    <a:pt x="1368" y="773"/>
                    <a:pt x="1835" y="1140"/>
                  </a:cubicBezTo>
                  <a:cubicBezTo>
                    <a:pt x="1874" y="1150"/>
                    <a:pt x="1927" y="1154"/>
                    <a:pt x="1984" y="1154"/>
                  </a:cubicBezTo>
                  <a:cubicBezTo>
                    <a:pt x="2121" y="1154"/>
                    <a:pt x="2278" y="1130"/>
                    <a:pt x="2302" y="1106"/>
                  </a:cubicBezTo>
                  <a:cubicBezTo>
                    <a:pt x="2335" y="1006"/>
                    <a:pt x="2135" y="673"/>
                    <a:pt x="2035" y="639"/>
                  </a:cubicBezTo>
                  <a:cubicBezTo>
                    <a:pt x="1468" y="606"/>
                    <a:pt x="934" y="406"/>
                    <a:pt x="467" y="6"/>
                  </a:cubicBezTo>
                  <a:cubicBezTo>
                    <a:pt x="453" y="2"/>
                    <a:pt x="436" y="0"/>
                    <a:pt x="4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10" name="Google Shape;5810;p69"/>
            <p:cNvSpPr/>
            <p:nvPr/>
          </p:nvSpPr>
          <p:spPr>
            <a:xfrm>
              <a:off x="4211990" y="3463305"/>
              <a:ext cx="37656" cy="21117"/>
            </a:xfrm>
            <a:custGeom>
              <a:avLst/>
              <a:gdLst/>
              <a:ahLst/>
              <a:cxnLst/>
              <a:rect l="l" t="t" r="r" b="b"/>
              <a:pathLst>
                <a:path w="2336" h="1310" extrusionOk="0">
                  <a:moveTo>
                    <a:pt x="434" y="1"/>
                  </a:moveTo>
                  <a:cubicBezTo>
                    <a:pt x="275" y="1"/>
                    <a:pt x="92" y="72"/>
                    <a:pt x="67" y="123"/>
                  </a:cubicBezTo>
                  <a:cubicBezTo>
                    <a:pt x="0" y="223"/>
                    <a:pt x="234" y="523"/>
                    <a:pt x="300" y="556"/>
                  </a:cubicBezTo>
                  <a:cubicBezTo>
                    <a:pt x="901" y="590"/>
                    <a:pt x="1401" y="857"/>
                    <a:pt x="1801" y="1257"/>
                  </a:cubicBezTo>
                  <a:cubicBezTo>
                    <a:pt x="1854" y="1296"/>
                    <a:pt x="1937" y="1310"/>
                    <a:pt x="2021" y="1310"/>
                  </a:cubicBezTo>
                  <a:cubicBezTo>
                    <a:pt x="2150" y="1310"/>
                    <a:pt x="2282" y="1277"/>
                    <a:pt x="2302" y="1257"/>
                  </a:cubicBezTo>
                  <a:cubicBezTo>
                    <a:pt x="2335" y="1123"/>
                    <a:pt x="2168" y="790"/>
                    <a:pt x="2102" y="757"/>
                  </a:cubicBezTo>
                  <a:cubicBezTo>
                    <a:pt x="1501" y="623"/>
                    <a:pt x="1001" y="390"/>
                    <a:pt x="567" y="23"/>
                  </a:cubicBezTo>
                  <a:cubicBezTo>
                    <a:pt x="528" y="7"/>
                    <a:pt x="483" y="1"/>
                    <a:pt x="4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811" name="Google Shape;5811;p69"/>
          <p:cNvGrpSpPr/>
          <p:nvPr/>
        </p:nvGrpSpPr>
        <p:grpSpPr>
          <a:xfrm>
            <a:off x="4554724" y="3989100"/>
            <a:ext cx="284280" cy="300834"/>
            <a:chOff x="4302859" y="4086601"/>
            <a:chExt cx="299526" cy="316968"/>
          </a:xfrm>
        </p:grpSpPr>
        <p:sp>
          <p:nvSpPr>
            <p:cNvPr id="5812" name="Google Shape;5812;p69"/>
            <p:cNvSpPr/>
            <p:nvPr/>
          </p:nvSpPr>
          <p:spPr>
            <a:xfrm>
              <a:off x="4388891" y="4195298"/>
              <a:ext cx="153801" cy="138793"/>
            </a:xfrm>
            <a:custGeom>
              <a:avLst/>
              <a:gdLst/>
              <a:ahLst/>
              <a:cxnLst/>
              <a:rect l="l" t="t" r="r" b="b"/>
              <a:pathLst>
                <a:path w="9541" h="8610" extrusionOk="0">
                  <a:moveTo>
                    <a:pt x="5632" y="0"/>
                  </a:moveTo>
                  <a:cubicBezTo>
                    <a:pt x="5195" y="0"/>
                    <a:pt x="4758" y="67"/>
                    <a:pt x="4337" y="213"/>
                  </a:cubicBezTo>
                  <a:cubicBezTo>
                    <a:pt x="3503" y="513"/>
                    <a:pt x="2703" y="1180"/>
                    <a:pt x="2469" y="2148"/>
                  </a:cubicBezTo>
                  <a:cubicBezTo>
                    <a:pt x="2336" y="2615"/>
                    <a:pt x="2369" y="3115"/>
                    <a:pt x="2603" y="3582"/>
                  </a:cubicBezTo>
                  <a:cubicBezTo>
                    <a:pt x="2803" y="4049"/>
                    <a:pt x="3170" y="4416"/>
                    <a:pt x="3603" y="4683"/>
                  </a:cubicBezTo>
                  <a:cubicBezTo>
                    <a:pt x="3889" y="4826"/>
                    <a:pt x="4276" y="4951"/>
                    <a:pt x="4704" y="4951"/>
                  </a:cubicBezTo>
                  <a:cubicBezTo>
                    <a:pt x="4877" y="4951"/>
                    <a:pt x="5056" y="4931"/>
                    <a:pt x="5238" y="4883"/>
                  </a:cubicBezTo>
                  <a:cubicBezTo>
                    <a:pt x="5838" y="4750"/>
                    <a:pt x="6505" y="4416"/>
                    <a:pt x="6739" y="3816"/>
                  </a:cubicBezTo>
                  <a:cubicBezTo>
                    <a:pt x="6872" y="3515"/>
                    <a:pt x="6839" y="3182"/>
                    <a:pt x="6739" y="2915"/>
                  </a:cubicBezTo>
                  <a:cubicBezTo>
                    <a:pt x="6672" y="2681"/>
                    <a:pt x="6472" y="2515"/>
                    <a:pt x="6339" y="2381"/>
                  </a:cubicBezTo>
                  <a:cubicBezTo>
                    <a:pt x="6005" y="2181"/>
                    <a:pt x="5805" y="2114"/>
                    <a:pt x="5805" y="2114"/>
                  </a:cubicBezTo>
                  <a:lnTo>
                    <a:pt x="5805" y="2114"/>
                  </a:lnTo>
                  <a:cubicBezTo>
                    <a:pt x="5805" y="2181"/>
                    <a:pt x="6005" y="2281"/>
                    <a:pt x="6205" y="2581"/>
                  </a:cubicBezTo>
                  <a:cubicBezTo>
                    <a:pt x="6339" y="2748"/>
                    <a:pt x="6405" y="2915"/>
                    <a:pt x="6472" y="3115"/>
                  </a:cubicBezTo>
                  <a:cubicBezTo>
                    <a:pt x="6505" y="3349"/>
                    <a:pt x="6405" y="3582"/>
                    <a:pt x="6305" y="3749"/>
                  </a:cubicBezTo>
                  <a:cubicBezTo>
                    <a:pt x="6005" y="4149"/>
                    <a:pt x="5505" y="4283"/>
                    <a:pt x="5038" y="4283"/>
                  </a:cubicBezTo>
                  <a:cubicBezTo>
                    <a:pt x="4571" y="4283"/>
                    <a:pt x="4204" y="4149"/>
                    <a:pt x="3970" y="4016"/>
                  </a:cubicBezTo>
                  <a:cubicBezTo>
                    <a:pt x="3303" y="3716"/>
                    <a:pt x="2869" y="2982"/>
                    <a:pt x="3036" y="2248"/>
                  </a:cubicBezTo>
                  <a:cubicBezTo>
                    <a:pt x="3136" y="1881"/>
                    <a:pt x="3336" y="1547"/>
                    <a:pt x="3570" y="1247"/>
                  </a:cubicBezTo>
                  <a:cubicBezTo>
                    <a:pt x="3837" y="1014"/>
                    <a:pt x="4170" y="747"/>
                    <a:pt x="4537" y="647"/>
                  </a:cubicBezTo>
                  <a:cubicBezTo>
                    <a:pt x="4948" y="504"/>
                    <a:pt x="5379" y="437"/>
                    <a:pt x="5808" y="437"/>
                  </a:cubicBezTo>
                  <a:cubicBezTo>
                    <a:pt x="6179" y="437"/>
                    <a:pt x="6550" y="487"/>
                    <a:pt x="6906" y="580"/>
                  </a:cubicBezTo>
                  <a:cubicBezTo>
                    <a:pt x="7706" y="847"/>
                    <a:pt x="8407" y="1314"/>
                    <a:pt x="8840" y="1981"/>
                  </a:cubicBezTo>
                  <a:cubicBezTo>
                    <a:pt x="9040" y="2315"/>
                    <a:pt x="9174" y="2681"/>
                    <a:pt x="9174" y="3082"/>
                  </a:cubicBezTo>
                  <a:cubicBezTo>
                    <a:pt x="9207" y="3515"/>
                    <a:pt x="9174" y="3916"/>
                    <a:pt x="9141" y="4349"/>
                  </a:cubicBezTo>
                  <a:cubicBezTo>
                    <a:pt x="9007" y="5183"/>
                    <a:pt x="8707" y="5917"/>
                    <a:pt x="8173" y="6551"/>
                  </a:cubicBezTo>
                  <a:cubicBezTo>
                    <a:pt x="7395" y="7505"/>
                    <a:pt x="6163" y="7968"/>
                    <a:pt x="4962" y="7968"/>
                  </a:cubicBezTo>
                  <a:cubicBezTo>
                    <a:pt x="4567" y="7968"/>
                    <a:pt x="4175" y="7918"/>
                    <a:pt x="3803" y="7818"/>
                  </a:cubicBezTo>
                  <a:cubicBezTo>
                    <a:pt x="2903" y="7618"/>
                    <a:pt x="1869" y="7151"/>
                    <a:pt x="1202" y="6518"/>
                  </a:cubicBezTo>
                  <a:cubicBezTo>
                    <a:pt x="537" y="5916"/>
                    <a:pt x="173" y="5345"/>
                    <a:pt x="52" y="5345"/>
                  </a:cubicBezTo>
                  <a:cubicBezTo>
                    <a:pt x="45" y="5345"/>
                    <a:pt x="39" y="5347"/>
                    <a:pt x="34" y="5350"/>
                  </a:cubicBezTo>
                  <a:cubicBezTo>
                    <a:pt x="1" y="5383"/>
                    <a:pt x="334" y="6217"/>
                    <a:pt x="1068" y="7018"/>
                  </a:cubicBezTo>
                  <a:cubicBezTo>
                    <a:pt x="1468" y="7385"/>
                    <a:pt x="1902" y="7752"/>
                    <a:pt x="2369" y="8019"/>
                  </a:cubicBezTo>
                  <a:cubicBezTo>
                    <a:pt x="2836" y="8285"/>
                    <a:pt x="3303" y="8419"/>
                    <a:pt x="3637" y="8519"/>
                  </a:cubicBezTo>
                  <a:cubicBezTo>
                    <a:pt x="3955" y="8580"/>
                    <a:pt x="4277" y="8610"/>
                    <a:pt x="4603" y="8610"/>
                  </a:cubicBezTo>
                  <a:cubicBezTo>
                    <a:pt x="5165" y="8610"/>
                    <a:pt x="5735" y="8521"/>
                    <a:pt x="6305" y="8352"/>
                  </a:cubicBezTo>
                  <a:cubicBezTo>
                    <a:pt x="7172" y="8085"/>
                    <a:pt x="7906" y="7552"/>
                    <a:pt x="8507" y="6851"/>
                  </a:cubicBezTo>
                  <a:cubicBezTo>
                    <a:pt x="9074" y="6117"/>
                    <a:pt x="9374" y="5250"/>
                    <a:pt x="9507" y="4383"/>
                  </a:cubicBezTo>
                  <a:cubicBezTo>
                    <a:pt x="9541" y="3916"/>
                    <a:pt x="9541" y="3449"/>
                    <a:pt x="9507" y="3048"/>
                  </a:cubicBezTo>
                  <a:cubicBezTo>
                    <a:pt x="9507" y="2615"/>
                    <a:pt x="9374" y="2114"/>
                    <a:pt x="9141" y="1747"/>
                  </a:cubicBezTo>
                  <a:cubicBezTo>
                    <a:pt x="8674" y="947"/>
                    <a:pt x="7840" y="480"/>
                    <a:pt x="7006" y="213"/>
                  </a:cubicBezTo>
                  <a:cubicBezTo>
                    <a:pt x="6559" y="76"/>
                    <a:pt x="6095" y="0"/>
                    <a:pt x="56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13" name="Google Shape;5813;p69"/>
            <p:cNvSpPr/>
            <p:nvPr/>
          </p:nvSpPr>
          <p:spPr>
            <a:xfrm>
              <a:off x="4369531" y="4138910"/>
              <a:ext cx="232853" cy="142646"/>
            </a:xfrm>
            <a:custGeom>
              <a:avLst/>
              <a:gdLst/>
              <a:ahLst/>
              <a:cxnLst/>
              <a:rect l="l" t="t" r="r" b="b"/>
              <a:pathLst>
                <a:path w="14445" h="8849" extrusionOk="0">
                  <a:moveTo>
                    <a:pt x="5937" y="0"/>
                  </a:moveTo>
                  <a:cubicBezTo>
                    <a:pt x="4712" y="0"/>
                    <a:pt x="3498" y="347"/>
                    <a:pt x="2469" y="1042"/>
                  </a:cubicBezTo>
                  <a:cubicBezTo>
                    <a:pt x="1835" y="1509"/>
                    <a:pt x="1335" y="2043"/>
                    <a:pt x="901" y="2677"/>
                  </a:cubicBezTo>
                  <a:cubicBezTo>
                    <a:pt x="535" y="3311"/>
                    <a:pt x="234" y="4011"/>
                    <a:pt x="134" y="4745"/>
                  </a:cubicBezTo>
                  <a:cubicBezTo>
                    <a:pt x="68" y="4912"/>
                    <a:pt x="68" y="5145"/>
                    <a:pt x="1" y="5379"/>
                  </a:cubicBezTo>
                  <a:lnTo>
                    <a:pt x="1" y="5712"/>
                  </a:lnTo>
                  <a:cubicBezTo>
                    <a:pt x="1" y="5813"/>
                    <a:pt x="34" y="5913"/>
                    <a:pt x="34" y="6046"/>
                  </a:cubicBezTo>
                  <a:cubicBezTo>
                    <a:pt x="68" y="6513"/>
                    <a:pt x="234" y="7013"/>
                    <a:pt x="368" y="7414"/>
                  </a:cubicBezTo>
                  <a:cubicBezTo>
                    <a:pt x="468" y="7647"/>
                    <a:pt x="535" y="7847"/>
                    <a:pt x="635" y="8014"/>
                  </a:cubicBezTo>
                  <a:cubicBezTo>
                    <a:pt x="701" y="8214"/>
                    <a:pt x="801" y="8348"/>
                    <a:pt x="868" y="8481"/>
                  </a:cubicBezTo>
                  <a:cubicBezTo>
                    <a:pt x="1035" y="8715"/>
                    <a:pt x="1135" y="8848"/>
                    <a:pt x="1168" y="8848"/>
                  </a:cubicBezTo>
                  <a:cubicBezTo>
                    <a:pt x="1235" y="8815"/>
                    <a:pt x="968" y="8081"/>
                    <a:pt x="801" y="7214"/>
                  </a:cubicBezTo>
                  <a:cubicBezTo>
                    <a:pt x="735" y="7013"/>
                    <a:pt x="735" y="6747"/>
                    <a:pt x="701" y="6546"/>
                  </a:cubicBezTo>
                  <a:lnTo>
                    <a:pt x="701" y="5879"/>
                  </a:lnTo>
                  <a:cubicBezTo>
                    <a:pt x="701" y="5679"/>
                    <a:pt x="735" y="5479"/>
                    <a:pt x="735" y="5312"/>
                  </a:cubicBezTo>
                  <a:cubicBezTo>
                    <a:pt x="735" y="5145"/>
                    <a:pt x="735" y="4979"/>
                    <a:pt x="801" y="4845"/>
                  </a:cubicBezTo>
                  <a:cubicBezTo>
                    <a:pt x="835" y="4178"/>
                    <a:pt x="1068" y="3511"/>
                    <a:pt x="1368" y="2910"/>
                  </a:cubicBezTo>
                  <a:cubicBezTo>
                    <a:pt x="1702" y="2310"/>
                    <a:pt x="2169" y="1810"/>
                    <a:pt x="2703" y="1376"/>
                  </a:cubicBezTo>
                  <a:cubicBezTo>
                    <a:pt x="3657" y="702"/>
                    <a:pt x="4800" y="336"/>
                    <a:pt x="5973" y="336"/>
                  </a:cubicBezTo>
                  <a:cubicBezTo>
                    <a:pt x="6194" y="336"/>
                    <a:pt x="6417" y="349"/>
                    <a:pt x="6639" y="375"/>
                  </a:cubicBezTo>
                  <a:cubicBezTo>
                    <a:pt x="8007" y="509"/>
                    <a:pt x="9408" y="909"/>
                    <a:pt x="10575" y="1643"/>
                  </a:cubicBezTo>
                  <a:cubicBezTo>
                    <a:pt x="11809" y="2310"/>
                    <a:pt x="12743" y="3377"/>
                    <a:pt x="13310" y="4578"/>
                  </a:cubicBezTo>
                  <a:cubicBezTo>
                    <a:pt x="13644" y="5312"/>
                    <a:pt x="13877" y="6213"/>
                    <a:pt x="13977" y="6980"/>
                  </a:cubicBezTo>
                  <a:cubicBezTo>
                    <a:pt x="14011" y="7180"/>
                    <a:pt x="14044" y="7347"/>
                    <a:pt x="14044" y="7514"/>
                  </a:cubicBezTo>
                  <a:lnTo>
                    <a:pt x="14044" y="7914"/>
                  </a:lnTo>
                  <a:cubicBezTo>
                    <a:pt x="14078" y="8181"/>
                    <a:pt x="14078" y="8348"/>
                    <a:pt x="14144" y="8348"/>
                  </a:cubicBezTo>
                  <a:cubicBezTo>
                    <a:pt x="14178" y="8348"/>
                    <a:pt x="14211" y="8181"/>
                    <a:pt x="14311" y="7881"/>
                  </a:cubicBezTo>
                  <a:cubicBezTo>
                    <a:pt x="14311" y="7747"/>
                    <a:pt x="14378" y="7580"/>
                    <a:pt x="14378" y="7380"/>
                  </a:cubicBezTo>
                  <a:cubicBezTo>
                    <a:pt x="14378" y="7180"/>
                    <a:pt x="14411" y="6980"/>
                    <a:pt x="14411" y="6747"/>
                  </a:cubicBezTo>
                  <a:cubicBezTo>
                    <a:pt x="14444" y="5879"/>
                    <a:pt x="14211" y="4845"/>
                    <a:pt x="13977" y="4345"/>
                  </a:cubicBezTo>
                  <a:cubicBezTo>
                    <a:pt x="13244" y="3011"/>
                    <a:pt x="12143" y="1910"/>
                    <a:pt x="10842" y="1243"/>
                  </a:cubicBezTo>
                  <a:cubicBezTo>
                    <a:pt x="9541" y="542"/>
                    <a:pt x="8073" y="175"/>
                    <a:pt x="6672" y="42"/>
                  </a:cubicBezTo>
                  <a:cubicBezTo>
                    <a:pt x="6428" y="14"/>
                    <a:pt x="6182" y="0"/>
                    <a:pt x="59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14" name="Google Shape;5814;p69"/>
            <p:cNvSpPr/>
            <p:nvPr/>
          </p:nvSpPr>
          <p:spPr>
            <a:xfrm>
              <a:off x="4302859" y="4086601"/>
              <a:ext cx="295754" cy="316968"/>
            </a:xfrm>
            <a:custGeom>
              <a:avLst/>
              <a:gdLst/>
              <a:ahLst/>
              <a:cxnLst/>
              <a:rect l="l" t="t" r="r" b="b"/>
              <a:pathLst>
                <a:path w="18347" h="19663" extrusionOk="0">
                  <a:moveTo>
                    <a:pt x="9284" y="1"/>
                  </a:moveTo>
                  <a:cubicBezTo>
                    <a:pt x="9134" y="1"/>
                    <a:pt x="8986" y="6"/>
                    <a:pt x="8840" y="18"/>
                  </a:cubicBezTo>
                  <a:cubicBezTo>
                    <a:pt x="8440" y="118"/>
                    <a:pt x="8040" y="151"/>
                    <a:pt x="7706" y="251"/>
                  </a:cubicBezTo>
                  <a:cubicBezTo>
                    <a:pt x="7439" y="318"/>
                    <a:pt x="7139" y="418"/>
                    <a:pt x="6872" y="485"/>
                  </a:cubicBezTo>
                  <a:cubicBezTo>
                    <a:pt x="4370" y="1485"/>
                    <a:pt x="2202" y="3454"/>
                    <a:pt x="1135" y="5922"/>
                  </a:cubicBezTo>
                  <a:cubicBezTo>
                    <a:pt x="34" y="8424"/>
                    <a:pt x="1" y="11292"/>
                    <a:pt x="968" y="13794"/>
                  </a:cubicBezTo>
                  <a:cubicBezTo>
                    <a:pt x="1435" y="15095"/>
                    <a:pt x="2169" y="16263"/>
                    <a:pt x="3136" y="17163"/>
                  </a:cubicBezTo>
                  <a:cubicBezTo>
                    <a:pt x="3436" y="17430"/>
                    <a:pt x="3670" y="17630"/>
                    <a:pt x="3937" y="17830"/>
                  </a:cubicBezTo>
                  <a:cubicBezTo>
                    <a:pt x="4170" y="17997"/>
                    <a:pt x="4470" y="18231"/>
                    <a:pt x="4771" y="18398"/>
                  </a:cubicBezTo>
                  <a:cubicBezTo>
                    <a:pt x="5037" y="18564"/>
                    <a:pt x="5371" y="18731"/>
                    <a:pt x="5671" y="18831"/>
                  </a:cubicBezTo>
                  <a:lnTo>
                    <a:pt x="6639" y="19165"/>
                  </a:lnTo>
                  <a:cubicBezTo>
                    <a:pt x="7606" y="19487"/>
                    <a:pt x="8610" y="19662"/>
                    <a:pt x="9610" y="19662"/>
                  </a:cubicBezTo>
                  <a:cubicBezTo>
                    <a:pt x="9955" y="19662"/>
                    <a:pt x="10299" y="19641"/>
                    <a:pt x="10641" y="19598"/>
                  </a:cubicBezTo>
                  <a:cubicBezTo>
                    <a:pt x="12009" y="19432"/>
                    <a:pt x="13310" y="18965"/>
                    <a:pt x="14478" y="18264"/>
                  </a:cubicBezTo>
                  <a:cubicBezTo>
                    <a:pt x="15011" y="17931"/>
                    <a:pt x="15645" y="17397"/>
                    <a:pt x="16212" y="16763"/>
                  </a:cubicBezTo>
                  <a:cubicBezTo>
                    <a:pt x="16379" y="16596"/>
                    <a:pt x="16512" y="16363"/>
                    <a:pt x="16646" y="16196"/>
                  </a:cubicBezTo>
                  <a:cubicBezTo>
                    <a:pt x="16779" y="16029"/>
                    <a:pt x="16946" y="15862"/>
                    <a:pt x="17013" y="15662"/>
                  </a:cubicBezTo>
                  <a:cubicBezTo>
                    <a:pt x="17213" y="15295"/>
                    <a:pt x="17480" y="14928"/>
                    <a:pt x="17613" y="14528"/>
                  </a:cubicBezTo>
                  <a:cubicBezTo>
                    <a:pt x="17680" y="14361"/>
                    <a:pt x="17780" y="14161"/>
                    <a:pt x="17847" y="13994"/>
                  </a:cubicBezTo>
                  <a:cubicBezTo>
                    <a:pt x="17947" y="13828"/>
                    <a:pt x="17980" y="13627"/>
                    <a:pt x="18013" y="13461"/>
                  </a:cubicBezTo>
                  <a:cubicBezTo>
                    <a:pt x="18113" y="13127"/>
                    <a:pt x="18180" y="12794"/>
                    <a:pt x="18214" y="12527"/>
                  </a:cubicBezTo>
                  <a:cubicBezTo>
                    <a:pt x="18314" y="11993"/>
                    <a:pt x="18347" y="11659"/>
                    <a:pt x="18314" y="11659"/>
                  </a:cubicBezTo>
                  <a:cubicBezTo>
                    <a:pt x="18280" y="11659"/>
                    <a:pt x="18147" y="11993"/>
                    <a:pt x="17980" y="12527"/>
                  </a:cubicBezTo>
                  <a:cubicBezTo>
                    <a:pt x="17813" y="13094"/>
                    <a:pt x="17513" y="13794"/>
                    <a:pt x="17113" y="14495"/>
                  </a:cubicBezTo>
                  <a:cubicBezTo>
                    <a:pt x="17013" y="14695"/>
                    <a:pt x="16879" y="14862"/>
                    <a:pt x="16779" y="15028"/>
                  </a:cubicBezTo>
                  <a:lnTo>
                    <a:pt x="16379" y="15529"/>
                  </a:lnTo>
                  <a:cubicBezTo>
                    <a:pt x="16212" y="15662"/>
                    <a:pt x="16112" y="15829"/>
                    <a:pt x="15979" y="15996"/>
                  </a:cubicBezTo>
                  <a:cubicBezTo>
                    <a:pt x="15879" y="16096"/>
                    <a:pt x="15845" y="16163"/>
                    <a:pt x="15778" y="16263"/>
                  </a:cubicBezTo>
                  <a:lnTo>
                    <a:pt x="15545" y="16463"/>
                  </a:lnTo>
                  <a:cubicBezTo>
                    <a:pt x="15378" y="16596"/>
                    <a:pt x="15278" y="16696"/>
                    <a:pt x="15145" y="16830"/>
                  </a:cubicBezTo>
                  <a:cubicBezTo>
                    <a:pt x="15011" y="16963"/>
                    <a:pt x="14844" y="17030"/>
                    <a:pt x="14711" y="17163"/>
                  </a:cubicBezTo>
                  <a:cubicBezTo>
                    <a:pt x="14611" y="17297"/>
                    <a:pt x="14478" y="17363"/>
                    <a:pt x="14344" y="17464"/>
                  </a:cubicBezTo>
                  <a:cubicBezTo>
                    <a:pt x="14211" y="17530"/>
                    <a:pt x="14111" y="17597"/>
                    <a:pt x="14011" y="17664"/>
                  </a:cubicBezTo>
                  <a:cubicBezTo>
                    <a:pt x="12976" y="18364"/>
                    <a:pt x="11776" y="18831"/>
                    <a:pt x="10508" y="18998"/>
                  </a:cubicBezTo>
                  <a:cubicBezTo>
                    <a:pt x="10148" y="19047"/>
                    <a:pt x="9782" y="19070"/>
                    <a:pt x="9412" y="19070"/>
                  </a:cubicBezTo>
                  <a:cubicBezTo>
                    <a:pt x="8517" y="19070"/>
                    <a:pt x="7603" y="18934"/>
                    <a:pt x="6705" y="18698"/>
                  </a:cubicBezTo>
                  <a:cubicBezTo>
                    <a:pt x="5471" y="18364"/>
                    <a:pt x="4304" y="17764"/>
                    <a:pt x="3370" y="16863"/>
                  </a:cubicBezTo>
                  <a:cubicBezTo>
                    <a:pt x="2469" y="15996"/>
                    <a:pt x="1768" y="14862"/>
                    <a:pt x="1301" y="13661"/>
                  </a:cubicBezTo>
                  <a:cubicBezTo>
                    <a:pt x="367" y="11259"/>
                    <a:pt x="468" y="8457"/>
                    <a:pt x="1535" y="6122"/>
                  </a:cubicBezTo>
                  <a:cubicBezTo>
                    <a:pt x="2636" y="3787"/>
                    <a:pt x="4771" y="1986"/>
                    <a:pt x="7139" y="1152"/>
                  </a:cubicBezTo>
                  <a:cubicBezTo>
                    <a:pt x="7473" y="1018"/>
                    <a:pt x="7839" y="918"/>
                    <a:pt x="8206" y="818"/>
                  </a:cubicBezTo>
                  <a:cubicBezTo>
                    <a:pt x="8440" y="785"/>
                    <a:pt x="8607" y="752"/>
                    <a:pt x="8807" y="685"/>
                  </a:cubicBezTo>
                  <a:cubicBezTo>
                    <a:pt x="9007" y="618"/>
                    <a:pt x="9174" y="652"/>
                    <a:pt x="9374" y="618"/>
                  </a:cubicBezTo>
                  <a:cubicBezTo>
                    <a:pt x="9561" y="595"/>
                    <a:pt x="9748" y="584"/>
                    <a:pt x="9934" y="584"/>
                  </a:cubicBezTo>
                  <a:cubicBezTo>
                    <a:pt x="10542" y="584"/>
                    <a:pt x="11131" y="698"/>
                    <a:pt x="11642" y="852"/>
                  </a:cubicBezTo>
                  <a:cubicBezTo>
                    <a:pt x="12309" y="1018"/>
                    <a:pt x="12943" y="1285"/>
                    <a:pt x="13343" y="1419"/>
                  </a:cubicBezTo>
                  <a:cubicBezTo>
                    <a:pt x="13719" y="1505"/>
                    <a:pt x="13969" y="1592"/>
                    <a:pt x="14030" y="1592"/>
                  </a:cubicBezTo>
                  <a:cubicBezTo>
                    <a:pt x="14039" y="1592"/>
                    <a:pt x="14044" y="1590"/>
                    <a:pt x="14044" y="1586"/>
                  </a:cubicBezTo>
                  <a:cubicBezTo>
                    <a:pt x="14044" y="1519"/>
                    <a:pt x="13777" y="1419"/>
                    <a:pt x="13277" y="1152"/>
                  </a:cubicBezTo>
                  <a:cubicBezTo>
                    <a:pt x="12776" y="952"/>
                    <a:pt x="12143" y="585"/>
                    <a:pt x="11342" y="318"/>
                  </a:cubicBezTo>
                  <a:cubicBezTo>
                    <a:pt x="10736" y="125"/>
                    <a:pt x="9994" y="1"/>
                    <a:pt x="92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815" name="Google Shape;5815;p69"/>
          <p:cNvGrpSpPr/>
          <p:nvPr/>
        </p:nvGrpSpPr>
        <p:grpSpPr>
          <a:xfrm>
            <a:off x="5650948" y="3931467"/>
            <a:ext cx="395538" cy="469756"/>
            <a:chOff x="5457873" y="4025877"/>
            <a:chExt cx="416750" cy="494948"/>
          </a:xfrm>
        </p:grpSpPr>
        <p:sp>
          <p:nvSpPr>
            <p:cNvPr id="5816" name="Google Shape;5816;p69"/>
            <p:cNvSpPr/>
            <p:nvPr/>
          </p:nvSpPr>
          <p:spPr>
            <a:xfrm>
              <a:off x="5457873" y="4481025"/>
              <a:ext cx="11848" cy="39800"/>
            </a:xfrm>
            <a:custGeom>
              <a:avLst/>
              <a:gdLst/>
              <a:ahLst/>
              <a:cxnLst/>
              <a:rect l="l" t="t" r="r" b="b"/>
              <a:pathLst>
                <a:path w="735" h="2469" extrusionOk="0">
                  <a:moveTo>
                    <a:pt x="534" y="1"/>
                  </a:moveTo>
                  <a:cubicBezTo>
                    <a:pt x="434" y="1"/>
                    <a:pt x="167" y="267"/>
                    <a:pt x="167" y="367"/>
                  </a:cubicBezTo>
                  <a:cubicBezTo>
                    <a:pt x="234" y="968"/>
                    <a:pt x="201" y="1502"/>
                    <a:pt x="1" y="2035"/>
                  </a:cubicBezTo>
                  <a:cubicBezTo>
                    <a:pt x="1" y="2202"/>
                    <a:pt x="201" y="2469"/>
                    <a:pt x="268" y="2469"/>
                  </a:cubicBezTo>
                  <a:cubicBezTo>
                    <a:pt x="368" y="2469"/>
                    <a:pt x="568" y="2169"/>
                    <a:pt x="568" y="2102"/>
                  </a:cubicBezTo>
                  <a:cubicBezTo>
                    <a:pt x="434" y="1535"/>
                    <a:pt x="468" y="968"/>
                    <a:pt x="735" y="468"/>
                  </a:cubicBezTo>
                  <a:cubicBezTo>
                    <a:pt x="735" y="334"/>
                    <a:pt x="601" y="34"/>
                    <a:pt x="5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17" name="Google Shape;5817;p69"/>
            <p:cNvSpPr/>
            <p:nvPr/>
          </p:nvSpPr>
          <p:spPr>
            <a:xfrm>
              <a:off x="5464869" y="4424024"/>
              <a:ext cx="15072" cy="38204"/>
            </a:xfrm>
            <a:custGeom>
              <a:avLst/>
              <a:gdLst/>
              <a:ahLst/>
              <a:cxnLst/>
              <a:rect l="l" t="t" r="r" b="b"/>
              <a:pathLst>
                <a:path w="935" h="2370" extrusionOk="0">
                  <a:moveTo>
                    <a:pt x="768" y="1"/>
                  </a:moveTo>
                  <a:cubicBezTo>
                    <a:pt x="634" y="1"/>
                    <a:pt x="401" y="234"/>
                    <a:pt x="334" y="334"/>
                  </a:cubicBezTo>
                  <a:cubicBezTo>
                    <a:pt x="367" y="901"/>
                    <a:pt x="301" y="1468"/>
                    <a:pt x="0" y="1969"/>
                  </a:cubicBezTo>
                  <a:cubicBezTo>
                    <a:pt x="0" y="2069"/>
                    <a:pt x="167" y="2369"/>
                    <a:pt x="267" y="2369"/>
                  </a:cubicBezTo>
                  <a:cubicBezTo>
                    <a:pt x="334" y="2369"/>
                    <a:pt x="601" y="2136"/>
                    <a:pt x="601" y="2035"/>
                  </a:cubicBezTo>
                  <a:cubicBezTo>
                    <a:pt x="501" y="1468"/>
                    <a:pt x="634" y="901"/>
                    <a:pt x="934" y="401"/>
                  </a:cubicBezTo>
                  <a:cubicBezTo>
                    <a:pt x="934" y="301"/>
                    <a:pt x="834" y="1"/>
                    <a:pt x="7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18" name="Google Shape;5818;p69"/>
            <p:cNvSpPr/>
            <p:nvPr/>
          </p:nvSpPr>
          <p:spPr>
            <a:xfrm>
              <a:off x="5477765" y="4366863"/>
              <a:ext cx="18312" cy="37866"/>
            </a:xfrm>
            <a:custGeom>
              <a:avLst/>
              <a:gdLst/>
              <a:ahLst/>
              <a:cxnLst/>
              <a:rect l="l" t="t" r="r" b="b"/>
              <a:pathLst>
                <a:path w="1136" h="2349" extrusionOk="0">
                  <a:moveTo>
                    <a:pt x="953" y="0"/>
                  </a:moveTo>
                  <a:cubicBezTo>
                    <a:pt x="812" y="0"/>
                    <a:pt x="594" y="218"/>
                    <a:pt x="535" y="278"/>
                  </a:cubicBezTo>
                  <a:cubicBezTo>
                    <a:pt x="535" y="878"/>
                    <a:pt x="368" y="1378"/>
                    <a:pt x="34" y="1879"/>
                  </a:cubicBezTo>
                  <a:cubicBezTo>
                    <a:pt x="1" y="2046"/>
                    <a:pt x="134" y="2279"/>
                    <a:pt x="201" y="2346"/>
                  </a:cubicBezTo>
                  <a:cubicBezTo>
                    <a:pt x="207" y="2348"/>
                    <a:pt x="213" y="2349"/>
                    <a:pt x="220" y="2349"/>
                  </a:cubicBezTo>
                  <a:cubicBezTo>
                    <a:pt x="328" y="2349"/>
                    <a:pt x="539" y="2108"/>
                    <a:pt x="601" y="2046"/>
                  </a:cubicBezTo>
                  <a:cubicBezTo>
                    <a:pt x="601" y="1445"/>
                    <a:pt x="768" y="911"/>
                    <a:pt x="1102" y="444"/>
                  </a:cubicBezTo>
                  <a:cubicBezTo>
                    <a:pt x="1135" y="378"/>
                    <a:pt x="1102" y="44"/>
                    <a:pt x="1002" y="11"/>
                  </a:cubicBezTo>
                  <a:cubicBezTo>
                    <a:pt x="987" y="4"/>
                    <a:pt x="971" y="0"/>
                    <a:pt x="9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19" name="Google Shape;5819;p69"/>
            <p:cNvSpPr/>
            <p:nvPr/>
          </p:nvSpPr>
          <p:spPr>
            <a:xfrm>
              <a:off x="5496593" y="4311974"/>
              <a:ext cx="21520" cy="36318"/>
            </a:xfrm>
            <a:custGeom>
              <a:avLst/>
              <a:gdLst/>
              <a:ahLst/>
              <a:cxnLst/>
              <a:rect l="l" t="t" r="r" b="b"/>
              <a:pathLst>
                <a:path w="1335" h="2253" extrusionOk="0">
                  <a:moveTo>
                    <a:pt x="1160" y="0"/>
                  </a:moveTo>
                  <a:cubicBezTo>
                    <a:pt x="1048" y="0"/>
                    <a:pt x="796" y="161"/>
                    <a:pt x="768" y="247"/>
                  </a:cubicBezTo>
                  <a:cubicBezTo>
                    <a:pt x="668" y="814"/>
                    <a:pt x="467" y="1314"/>
                    <a:pt x="100" y="1781"/>
                  </a:cubicBezTo>
                  <a:cubicBezTo>
                    <a:pt x="0" y="1915"/>
                    <a:pt x="134" y="2182"/>
                    <a:pt x="201" y="2248"/>
                  </a:cubicBezTo>
                  <a:cubicBezTo>
                    <a:pt x="208" y="2251"/>
                    <a:pt x="216" y="2252"/>
                    <a:pt x="225" y="2252"/>
                  </a:cubicBezTo>
                  <a:cubicBezTo>
                    <a:pt x="335" y="2252"/>
                    <a:pt x="537" y="2074"/>
                    <a:pt x="567" y="1981"/>
                  </a:cubicBezTo>
                  <a:cubicBezTo>
                    <a:pt x="668" y="1448"/>
                    <a:pt x="868" y="914"/>
                    <a:pt x="1268" y="480"/>
                  </a:cubicBezTo>
                  <a:cubicBezTo>
                    <a:pt x="1335" y="414"/>
                    <a:pt x="1301" y="80"/>
                    <a:pt x="1201" y="13"/>
                  </a:cubicBezTo>
                  <a:cubicBezTo>
                    <a:pt x="1192" y="4"/>
                    <a:pt x="1178" y="0"/>
                    <a:pt x="11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20" name="Google Shape;5820;p69"/>
            <p:cNvSpPr/>
            <p:nvPr/>
          </p:nvSpPr>
          <p:spPr>
            <a:xfrm>
              <a:off x="5521321" y="4260116"/>
              <a:ext cx="24212" cy="34948"/>
            </a:xfrm>
            <a:custGeom>
              <a:avLst/>
              <a:gdLst/>
              <a:ahLst/>
              <a:cxnLst/>
              <a:rect l="l" t="t" r="r" b="b"/>
              <a:pathLst>
                <a:path w="1502" h="2168" extrusionOk="0">
                  <a:moveTo>
                    <a:pt x="1351" y="1"/>
                  </a:moveTo>
                  <a:cubicBezTo>
                    <a:pt x="1205" y="1"/>
                    <a:pt x="962" y="141"/>
                    <a:pt x="935" y="195"/>
                  </a:cubicBezTo>
                  <a:cubicBezTo>
                    <a:pt x="835" y="495"/>
                    <a:pt x="735" y="729"/>
                    <a:pt x="601" y="995"/>
                  </a:cubicBezTo>
                  <a:cubicBezTo>
                    <a:pt x="468" y="1229"/>
                    <a:pt x="301" y="1462"/>
                    <a:pt x="101" y="1663"/>
                  </a:cubicBezTo>
                  <a:cubicBezTo>
                    <a:pt x="1" y="1829"/>
                    <a:pt x="101" y="2096"/>
                    <a:pt x="168" y="2163"/>
                  </a:cubicBezTo>
                  <a:cubicBezTo>
                    <a:pt x="176" y="2166"/>
                    <a:pt x="187" y="2167"/>
                    <a:pt x="199" y="2167"/>
                  </a:cubicBezTo>
                  <a:cubicBezTo>
                    <a:pt x="319" y="2167"/>
                    <a:pt x="571" y="2021"/>
                    <a:pt x="601" y="1929"/>
                  </a:cubicBezTo>
                  <a:cubicBezTo>
                    <a:pt x="668" y="1663"/>
                    <a:pt x="768" y="1396"/>
                    <a:pt x="901" y="1162"/>
                  </a:cubicBezTo>
                  <a:cubicBezTo>
                    <a:pt x="1002" y="962"/>
                    <a:pt x="1235" y="729"/>
                    <a:pt x="1435" y="528"/>
                  </a:cubicBezTo>
                  <a:cubicBezTo>
                    <a:pt x="1502" y="395"/>
                    <a:pt x="1502" y="61"/>
                    <a:pt x="1435" y="28"/>
                  </a:cubicBezTo>
                  <a:cubicBezTo>
                    <a:pt x="1416" y="9"/>
                    <a:pt x="1386" y="1"/>
                    <a:pt x="13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21" name="Google Shape;5821;p69"/>
            <p:cNvSpPr/>
            <p:nvPr/>
          </p:nvSpPr>
          <p:spPr>
            <a:xfrm>
              <a:off x="5553594" y="4212594"/>
              <a:ext cx="25824" cy="31950"/>
            </a:xfrm>
            <a:custGeom>
              <a:avLst/>
              <a:gdLst/>
              <a:ahLst/>
              <a:cxnLst/>
              <a:rect l="l" t="t" r="r" b="b"/>
              <a:pathLst>
                <a:path w="1602" h="1982" extrusionOk="0">
                  <a:moveTo>
                    <a:pt x="1549" y="1"/>
                  </a:moveTo>
                  <a:cubicBezTo>
                    <a:pt x="1415" y="1"/>
                    <a:pt x="1159" y="83"/>
                    <a:pt x="1101" y="141"/>
                  </a:cubicBezTo>
                  <a:cubicBezTo>
                    <a:pt x="868" y="674"/>
                    <a:pt x="567" y="1108"/>
                    <a:pt x="100" y="1475"/>
                  </a:cubicBezTo>
                  <a:cubicBezTo>
                    <a:pt x="0" y="1608"/>
                    <a:pt x="67" y="1942"/>
                    <a:pt x="134" y="1975"/>
                  </a:cubicBezTo>
                  <a:cubicBezTo>
                    <a:pt x="138" y="1980"/>
                    <a:pt x="148" y="1982"/>
                    <a:pt x="162" y="1982"/>
                  </a:cubicBezTo>
                  <a:cubicBezTo>
                    <a:pt x="252" y="1982"/>
                    <a:pt x="510" y="1895"/>
                    <a:pt x="567" y="1809"/>
                  </a:cubicBezTo>
                  <a:cubicBezTo>
                    <a:pt x="667" y="1242"/>
                    <a:pt x="1068" y="808"/>
                    <a:pt x="1501" y="474"/>
                  </a:cubicBezTo>
                  <a:cubicBezTo>
                    <a:pt x="1601" y="341"/>
                    <a:pt x="1601" y="74"/>
                    <a:pt x="1601" y="7"/>
                  </a:cubicBezTo>
                  <a:cubicBezTo>
                    <a:pt x="1588" y="3"/>
                    <a:pt x="1570" y="1"/>
                    <a:pt x="15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22" name="Google Shape;5822;p69"/>
            <p:cNvSpPr/>
            <p:nvPr/>
          </p:nvSpPr>
          <p:spPr>
            <a:xfrm>
              <a:off x="5589622" y="4168571"/>
              <a:ext cx="29580" cy="29193"/>
            </a:xfrm>
            <a:custGeom>
              <a:avLst/>
              <a:gdLst/>
              <a:ahLst/>
              <a:cxnLst/>
              <a:rect l="l" t="t" r="r" b="b"/>
              <a:pathLst>
                <a:path w="1835" h="1811" extrusionOk="0">
                  <a:moveTo>
                    <a:pt x="1603" y="0"/>
                  </a:moveTo>
                  <a:cubicBezTo>
                    <a:pt x="1481" y="0"/>
                    <a:pt x="1330" y="28"/>
                    <a:pt x="1268" y="70"/>
                  </a:cubicBezTo>
                  <a:cubicBezTo>
                    <a:pt x="1001" y="637"/>
                    <a:pt x="601" y="1004"/>
                    <a:pt x="100" y="1304"/>
                  </a:cubicBezTo>
                  <a:cubicBezTo>
                    <a:pt x="0" y="1404"/>
                    <a:pt x="0" y="1704"/>
                    <a:pt x="67" y="1804"/>
                  </a:cubicBezTo>
                  <a:cubicBezTo>
                    <a:pt x="81" y="1809"/>
                    <a:pt x="97" y="1811"/>
                    <a:pt x="116" y="1811"/>
                  </a:cubicBezTo>
                  <a:cubicBezTo>
                    <a:pt x="237" y="1811"/>
                    <a:pt x="448" y="1728"/>
                    <a:pt x="534" y="1671"/>
                  </a:cubicBezTo>
                  <a:cubicBezTo>
                    <a:pt x="767" y="1137"/>
                    <a:pt x="1168" y="737"/>
                    <a:pt x="1668" y="470"/>
                  </a:cubicBezTo>
                  <a:cubicBezTo>
                    <a:pt x="1735" y="370"/>
                    <a:pt x="1835" y="70"/>
                    <a:pt x="1768" y="36"/>
                  </a:cubicBezTo>
                  <a:cubicBezTo>
                    <a:pt x="1743" y="11"/>
                    <a:pt x="1678" y="0"/>
                    <a:pt x="16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23" name="Google Shape;5823;p69"/>
            <p:cNvSpPr/>
            <p:nvPr/>
          </p:nvSpPr>
          <p:spPr>
            <a:xfrm>
              <a:off x="5631018" y="4128013"/>
              <a:ext cx="32288" cy="27194"/>
            </a:xfrm>
            <a:custGeom>
              <a:avLst/>
              <a:gdLst/>
              <a:ahLst/>
              <a:cxnLst/>
              <a:rect l="l" t="t" r="r" b="b"/>
              <a:pathLst>
                <a:path w="2003" h="1687" extrusionOk="0">
                  <a:moveTo>
                    <a:pt x="1731" y="1"/>
                  </a:moveTo>
                  <a:cubicBezTo>
                    <a:pt x="1619" y="1"/>
                    <a:pt x="1502" y="17"/>
                    <a:pt x="1468" y="51"/>
                  </a:cubicBezTo>
                  <a:cubicBezTo>
                    <a:pt x="1135" y="551"/>
                    <a:pt x="701" y="885"/>
                    <a:pt x="167" y="1151"/>
                  </a:cubicBezTo>
                  <a:cubicBezTo>
                    <a:pt x="34" y="1251"/>
                    <a:pt x="1" y="1552"/>
                    <a:pt x="101" y="1652"/>
                  </a:cubicBezTo>
                  <a:cubicBezTo>
                    <a:pt x="113" y="1675"/>
                    <a:pt x="162" y="1686"/>
                    <a:pt x="224" y="1686"/>
                  </a:cubicBezTo>
                  <a:cubicBezTo>
                    <a:pt x="337" y="1686"/>
                    <a:pt x="491" y="1650"/>
                    <a:pt x="534" y="1585"/>
                  </a:cubicBezTo>
                  <a:cubicBezTo>
                    <a:pt x="835" y="1085"/>
                    <a:pt x="1268" y="751"/>
                    <a:pt x="1802" y="551"/>
                  </a:cubicBezTo>
                  <a:cubicBezTo>
                    <a:pt x="1869" y="484"/>
                    <a:pt x="2002" y="184"/>
                    <a:pt x="1969" y="51"/>
                  </a:cubicBezTo>
                  <a:cubicBezTo>
                    <a:pt x="1952" y="17"/>
                    <a:pt x="1844" y="1"/>
                    <a:pt x="17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24" name="Google Shape;5824;p69"/>
            <p:cNvSpPr/>
            <p:nvPr/>
          </p:nvSpPr>
          <p:spPr>
            <a:xfrm>
              <a:off x="5677266" y="4095692"/>
              <a:ext cx="34432" cy="23245"/>
            </a:xfrm>
            <a:custGeom>
              <a:avLst/>
              <a:gdLst/>
              <a:ahLst/>
              <a:cxnLst/>
              <a:rect l="l" t="t" r="r" b="b"/>
              <a:pathLst>
                <a:path w="2136" h="1442" extrusionOk="0">
                  <a:moveTo>
                    <a:pt x="1775" y="1"/>
                  </a:moveTo>
                  <a:cubicBezTo>
                    <a:pt x="1695" y="1"/>
                    <a:pt x="1626" y="9"/>
                    <a:pt x="1602" y="21"/>
                  </a:cubicBezTo>
                  <a:cubicBezTo>
                    <a:pt x="1235" y="454"/>
                    <a:pt x="734" y="721"/>
                    <a:pt x="167" y="921"/>
                  </a:cubicBezTo>
                  <a:cubicBezTo>
                    <a:pt x="67" y="1022"/>
                    <a:pt x="0" y="1322"/>
                    <a:pt x="67" y="1388"/>
                  </a:cubicBezTo>
                  <a:cubicBezTo>
                    <a:pt x="80" y="1428"/>
                    <a:pt x="140" y="1441"/>
                    <a:pt x="211" y="1441"/>
                  </a:cubicBezTo>
                  <a:cubicBezTo>
                    <a:pt x="321" y="1441"/>
                    <a:pt x="460" y="1409"/>
                    <a:pt x="501" y="1388"/>
                  </a:cubicBezTo>
                  <a:cubicBezTo>
                    <a:pt x="834" y="888"/>
                    <a:pt x="1335" y="655"/>
                    <a:pt x="1902" y="488"/>
                  </a:cubicBezTo>
                  <a:cubicBezTo>
                    <a:pt x="2002" y="421"/>
                    <a:pt x="2135" y="154"/>
                    <a:pt x="2102" y="88"/>
                  </a:cubicBezTo>
                  <a:cubicBezTo>
                    <a:pt x="2081" y="24"/>
                    <a:pt x="1912" y="1"/>
                    <a:pt x="17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25" name="Google Shape;5825;p69"/>
            <p:cNvSpPr/>
            <p:nvPr/>
          </p:nvSpPr>
          <p:spPr>
            <a:xfrm>
              <a:off x="5727802" y="4066837"/>
              <a:ext cx="36592" cy="20924"/>
            </a:xfrm>
            <a:custGeom>
              <a:avLst/>
              <a:gdLst/>
              <a:ahLst/>
              <a:cxnLst/>
              <a:rect l="l" t="t" r="r" b="b"/>
              <a:pathLst>
                <a:path w="2270" h="1298" extrusionOk="0">
                  <a:moveTo>
                    <a:pt x="1829" y="1"/>
                  </a:moveTo>
                  <a:cubicBezTo>
                    <a:pt x="1802" y="1"/>
                    <a:pt x="1781" y="4"/>
                    <a:pt x="1769" y="9"/>
                  </a:cubicBezTo>
                  <a:cubicBezTo>
                    <a:pt x="1302" y="376"/>
                    <a:pt x="835" y="643"/>
                    <a:pt x="268" y="777"/>
                  </a:cubicBezTo>
                  <a:cubicBezTo>
                    <a:pt x="101" y="843"/>
                    <a:pt x="1" y="1144"/>
                    <a:pt x="34" y="1210"/>
                  </a:cubicBezTo>
                  <a:cubicBezTo>
                    <a:pt x="77" y="1274"/>
                    <a:pt x="226" y="1297"/>
                    <a:pt x="347" y="1297"/>
                  </a:cubicBezTo>
                  <a:cubicBezTo>
                    <a:pt x="417" y="1297"/>
                    <a:pt x="477" y="1289"/>
                    <a:pt x="501" y="1277"/>
                  </a:cubicBezTo>
                  <a:cubicBezTo>
                    <a:pt x="868" y="843"/>
                    <a:pt x="1369" y="543"/>
                    <a:pt x="1969" y="510"/>
                  </a:cubicBezTo>
                  <a:cubicBezTo>
                    <a:pt x="2102" y="476"/>
                    <a:pt x="2269" y="210"/>
                    <a:pt x="2269" y="143"/>
                  </a:cubicBezTo>
                  <a:cubicBezTo>
                    <a:pt x="2214" y="61"/>
                    <a:pt x="1956" y="1"/>
                    <a:pt x="18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26" name="Google Shape;5826;p69"/>
            <p:cNvSpPr/>
            <p:nvPr/>
          </p:nvSpPr>
          <p:spPr>
            <a:xfrm>
              <a:off x="5780499" y="4043222"/>
              <a:ext cx="38204" cy="19280"/>
            </a:xfrm>
            <a:custGeom>
              <a:avLst/>
              <a:gdLst/>
              <a:ahLst/>
              <a:cxnLst/>
              <a:rect l="l" t="t" r="r" b="b"/>
              <a:pathLst>
                <a:path w="2370" h="1196" extrusionOk="0">
                  <a:moveTo>
                    <a:pt x="1877" y="0"/>
                  </a:moveTo>
                  <a:cubicBezTo>
                    <a:pt x="1859" y="0"/>
                    <a:pt x="1845" y="2"/>
                    <a:pt x="1836" y="7"/>
                  </a:cubicBezTo>
                  <a:cubicBezTo>
                    <a:pt x="1369" y="374"/>
                    <a:pt x="868" y="607"/>
                    <a:pt x="268" y="641"/>
                  </a:cubicBezTo>
                  <a:cubicBezTo>
                    <a:pt x="101" y="674"/>
                    <a:pt x="1" y="974"/>
                    <a:pt x="34" y="1041"/>
                  </a:cubicBezTo>
                  <a:cubicBezTo>
                    <a:pt x="60" y="1118"/>
                    <a:pt x="266" y="1196"/>
                    <a:pt x="404" y="1196"/>
                  </a:cubicBezTo>
                  <a:cubicBezTo>
                    <a:pt x="444" y="1196"/>
                    <a:pt x="479" y="1189"/>
                    <a:pt x="501" y="1174"/>
                  </a:cubicBezTo>
                  <a:cubicBezTo>
                    <a:pt x="935" y="807"/>
                    <a:pt x="1435" y="607"/>
                    <a:pt x="2036" y="574"/>
                  </a:cubicBezTo>
                  <a:cubicBezTo>
                    <a:pt x="2169" y="507"/>
                    <a:pt x="2369" y="274"/>
                    <a:pt x="2336" y="174"/>
                  </a:cubicBezTo>
                  <a:cubicBezTo>
                    <a:pt x="2278" y="87"/>
                    <a:pt x="1995" y="0"/>
                    <a:pt x="18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27" name="Google Shape;5827;p69"/>
            <p:cNvSpPr/>
            <p:nvPr/>
          </p:nvSpPr>
          <p:spPr>
            <a:xfrm>
              <a:off x="5835355" y="4025877"/>
              <a:ext cx="39268" cy="16491"/>
            </a:xfrm>
            <a:custGeom>
              <a:avLst/>
              <a:gdLst/>
              <a:ahLst/>
              <a:cxnLst/>
              <a:rect l="l" t="t" r="r" b="b"/>
              <a:pathLst>
                <a:path w="2436" h="1023" extrusionOk="0">
                  <a:moveTo>
                    <a:pt x="1987" y="0"/>
                  </a:moveTo>
                  <a:cubicBezTo>
                    <a:pt x="1964" y="0"/>
                    <a:pt x="1946" y="5"/>
                    <a:pt x="1935" y="15"/>
                  </a:cubicBezTo>
                  <a:cubicBezTo>
                    <a:pt x="1702" y="182"/>
                    <a:pt x="1435" y="249"/>
                    <a:pt x="1168" y="349"/>
                  </a:cubicBezTo>
                  <a:cubicBezTo>
                    <a:pt x="901" y="416"/>
                    <a:pt x="634" y="449"/>
                    <a:pt x="334" y="449"/>
                  </a:cubicBezTo>
                  <a:cubicBezTo>
                    <a:pt x="167" y="516"/>
                    <a:pt x="0" y="816"/>
                    <a:pt x="34" y="883"/>
                  </a:cubicBezTo>
                  <a:cubicBezTo>
                    <a:pt x="91" y="940"/>
                    <a:pt x="348" y="1023"/>
                    <a:pt x="460" y="1023"/>
                  </a:cubicBezTo>
                  <a:cubicBezTo>
                    <a:pt x="478" y="1023"/>
                    <a:pt x="492" y="1021"/>
                    <a:pt x="501" y="1016"/>
                  </a:cubicBezTo>
                  <a:cubicBezTo>
                    <a:pt x="768" y="849"/>
                    <a:pt x="1001" y="716"/>
                    <a:pt x="1268" y="649"/>
                  </a:cubicBezTo>
                  <a:cubicBezTo>
                    <a:pt x="1501" y="549"/>
                    <a:pt x="1802" y="549"/>
                    <a:pt x="2102" y="549"/>
                  </a:cubicBezTo>
                  <a:cubicBezTo>
                    <a:pt x="2202" y="516"/>
                    <a:pt x="2435" y="249"/>
                    <a:pt x="2369" y="215"/>
                  </a:cubicBezTo>
                  <a:cubicBezTo>
                    <a:pt x="2369" y="131"/>
                    <a:pt x="2109" y="0"/>
                    <a:pt x="19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828" name="Google Shape;5828;p69"/>
          <p:cNvGrpSpPr/>
          <p:nvPr/>
        </p:nvGrpSpPr>
        <p:grpSpPr>
          <a:xfrm>
            <a:off x="3671316" y="3760526"/>
            <a:ext cx="457791" cy="212525"/>
            <a:chOff x="3372074" y="3845768"/>
            <a:chExt cx="482343" cy="223923"/>
          </a:xfrm>
        </p:grpSpPr>
        <p:sp>
          <p:nvSpPr>
            <p:cNvPr id="5829" name="Google Shape;5829;p69"/>
            <p:cNvSpPr/>
            <p:nvPr/>
          </p:nvSpPr>
          <p:spPr>
            <a:xfrm>
              <a:off x="3372074" y="3930333"/>
              <a:ext cx="19908" cy="36060"/>
            </a:xfrm>
            <a:custGeom>
              <a:avLst/>
              <a:gdLst/>
              <a:ahLst/>
              <a:cxnLst/>
              <a:rect l="l" t="t" r="r" b="b"/>
              <a:pathLst>
                <a:path w="1235" h="2237" extrusionOk="0">
                  <a:moveTo>
                    <a:pt x="190" y="0"/>
                  </a:moveTo>
                  <a:cubicBezTo>
                    <a:pt x="181" y="0"/>
                    <a:pt x="173" y="2"/>
                    <a:pt x="167" y="5"/>
                  </a:cubicBezTo>
                  <a:cubicBezTo>
                    <a:pt x="67" y="71"/>
                    <a:pt x="0" y="405"/>
                    <a:pt x="34" y="472"/>
                  </a:cubicBezTo>
                  <a:cubicBezTo>
                    <a:pt x="367" y="939"/>
                    <a:pt x="567" y="1439"/>
                    <a:pt x="667" y="2006"/>
                  </a:cubicBezTo>
                  <a:cubicBezTo>
                    <a:pt x="694" y="2111"/>
                    <a:pt x="865" y="2237"/>
                    <a:pt x="985" y="2237"/>
                  </a:cubicBezTo>
                  <a:cubicBezTo>
                    <a:pt x="1018" y="2237"/>
                    <a:pt x="1046" y="2228"/>
                    <a:pt x="1068" y="2206"/>
                  </a:cubicBezTo>
                  <a:cubicBezTo>
                    <a:pt x="1168" y="2173"/>
                    <a:pt x="1235" y="1806"/>
                    <a:pt x="1201" y="1739"/>
                  </a:cubicBezTo>
                  <a:cubicBezTo>
                    <a:pt x="801" y="1339"/>
                    <a:pt x="567" y="805"/>
                    <a:pt x="567" y="272"/>
                  </a:cubicBezTo>
                  <a:cubicBezTo>
                    <a:pt x="537" y="150"/>
                    <a:pt x="284" y="0"/>
                    <a:pt x="1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30" name="Google Shape;5830;p69"/>
            <p:cNvSpPr/>
            <p:nvPr/>
          </p:nvSpPr>
          <p:spPr>
            <a:xfrm>
              <a:off x="3397350" y="3983497"/>
              <a:ext cx="25276" cy="32224"/>
            </a:xfrm>
            <a:custGeom>
              <a:avLst/>
              <a:gdLst/>
              <a:ahLst/>
              <a:cxnLst/>
              <a:rect l="l" t="t" r="r" b="b"/>
              <a:pathLst>
                <a:path w="1568" h="1999" extrusionOk="0">
                  <a:moveTo>
                    <a:pt x="153" y="1"/>
                  </a:moveTo>
                  <a:cubicBezTo>
                    <a:pt x="130" y="1"/>
                    <a:pt x="112" y="3"/>
                    <a:pt x="100" y="9"/>
                  </a:cubicBezTo>
                  <a:cubicBezTo>
                    <a:pt x="0" y="42"/>
                    <a:pt x="0" y="376"/>
                    <a:pt x="67" y="476"/>
                  </a:cubicBezTo>
                  <a:cubicBezTo>
                    <a:pt x="467" y="843"/>
                    <a:pt x="767" y="1310"/>
                    <a:pt x="967" y="1844"/>
                  </a:cubicBezTo>
                  <a:cubicBezTo>
                    <a:pt x="1019" y="1921"/>
                    <a:pt x="1211" y="1999"/>
                    <a:pt x="1357" y="1999"/>
                  </a:cubicBezTo>
                  <a:cubicBezTo>
                    <a:pt x="1399" y="1999"/>
                    <a:pt x="1438" y="1992"/>
                    <a:pt x="1468" y="1977"/>
                  </a:cubicBezTo>
                  <a:cubicBezTo>
                    <a:pt x="1568" y="1910"/>
                    <a:pt x="1501" y="1544"/>
                    <a:pt x="1468" y="1477"/>
                  </a:cubicBezTo>
                  <a:cubicBezTo>
                    <a:pt x="1001" y="1177"/>
                    <a:pt x="667" y="710"/>
                    <a:pt x="534" y="176"/>
                  </a:cubicBezTo>
                  <a:cubicBezTo>
                    <a:pt x="479" y="65"/>
                    <a:pt x="263" y="1"/>
                    <a:pt x="1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31" name="Google Shape;5831;p69"/>
            <p:cNvSpPr/>
            <p:nvPr/>
          </p:nvSpPr>
          <p:spPr>
            <a:xfrm>
              <a:off x="3432298" y="4028585"/>
              <a:ext cx="33352" cy="25244"/>
            </a:xfrm>
            <a:custGeom>
              <a:avLst/>
              <a:gdLst/>
              <a:ahLst/>
              <a:cxnLst/>
              <a:rect l="l" t="t" r="r" b="b"/>
              <a:pathLst>
                <a:path w="2069" h="1566" extrusionOk="0">
                  <a:moveTo>
                    <a:pt x="296" y="1"/>
                  </a:moveTo>
                  <a:cubicBezTo>
                    <a:pt x="208" y="1"/>
                    <a:pt x="130" y="18"/>
                    <a:pt x="100" y="47"/>
                  </a:cubicBezTo>
                  <a:cubicBezTo>
                    <a:pt x="0" y="148"/>
                    <a:pt x="100" y="414"/>
                    <a:pt x="167" y="514"/>
                  </a:cubicBezTo>
                  <a:cubicBezTo>
                    <a:pt x="667" y="748"/>
                    <a:pt x="1134" y="1082"/>
                    <a:pt x="1501" y="1515"/>
                  </a:cubicBezTo>
                  <a:cubicBezTo>
                    <a:pt x="1568" y="1549"/>
                    <a:pt x="1676" y="1565"/>
                    <a:pt x="1777" y="1565"/>
                  </a:cubicBezTo>
                  <a:cubicBezTo>
                    <a:pt x="1877" y="1565"/>
                    <a:pt x="1968" y="1549"/>
                    <a:pt x="2002" y="1515"/>
                  </a:cubicBezTo>
                  <a:cubicBezTo>
                    <a:pt x="2068" y="1382"/>
                    <a:pt x="1935" y="1048"/>
                    <a:pt x="1835" y="1015"/>
                  </a:cubicBezTo>
                  <a:cubicBezTo>
                    <a:pt x="1301" y="915"/>
                    <a:pt x="901" y="548"/>
                    <a:pt x="601" y="81"/>
                  </a:cubicBezTo>
                  <a:cubicBezTo>
                    <a:pt x="527" y="26"/>
                    <a:pt x="403" y="1"/>
                    <a:pt x="2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32" name="Google Shape;5832;p69"/>
            <p:cNvSpPr/>
            <p:nvPr/>
          </p:nvSpPr>
          <p:spPr>
            <a:xfrm>
              <a:off x="3481771" y="4056682"/>
              <a:ext cx="38720" cy="13009"/>
            </a:xfrm>
            <a:custGeom>
              <a:avLst/>
              <a:gdLst/>
              <a:ahLst/>
              <a:cxnLst/>
              <a:rect l="l" t="t" r="r" b="b"/>
              <a:pathLst>
                <a:path w="2402" h="807" extrusionOk="0">
                  <a:moveTo>
                    <a:pt x="443" y="0"/>
                  </a:moveTo>
                  <a:cubicBezTo>
                    <a:pt x="279" y="0"/>
                    <a:pt x="63" y="113"/>
                    <a:pt x="34" y="172"/>
                  </a:cubicBezTo>
                  <a:cubicBezTo>
                    <a:pt x="0" y="273"/>
                    <a:pt x="234" y="506"/>
                    <a:pt x="334" y="573"/>
                  </a:cubicBezTo>
                  <a:cubicBezTo>
                    <a:pt x="452" y="559"/>
                    <a:pt x="569" y="552"/>
                    <a:pt x="685" y="552"/>
                  </a:cubicBezTo>
                  <a:cubicBezTo>
                    <a:pt x="1125" y="552"/>
                    <a:pt x="1553" y="648"/>
                    <a:pt x="2002" y="806"/>
                  </a:cubicBezTo>
                  <a:cubicBezTo>
                    <a:pt x="2102" y="806"/>
                    <a:pt x="2402" y="639"/>
                    <a:pt x="2402" y="573"/>
                  </a:cubicBezTo>
                  <a:cubicBezTo>
                    <a:pt x="2402" y="439"/>
                    <a:pt x="2102" y="239"/>
                    <a:pt x="2035" y="239"/>
                  </a:cubicBezTo>
                  <a:cubicBezTo>
                    <a:pt x="1861" y="294"/>
                    <a:pt x="1684" y="320"/>
                    <a:pt x="1508" y="320"/>
                  </a:cubicBezTo>
                  <a:cubicBezTo>
                    <a:pt x="1146" y="320"/>
                    <a:pt x="793" y="208"/>
                    <a:pt x="501" y="6"/>
                  </a:cubicBezTo>
                  <a:cubicBezTo>
                    <a:pt x="482" y="2"/>
                    <a:pt x="463" y="0"/>
                    <a:pt x="4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33" name="Google Shape;5833;p69"/>
            <p:cNvSpPr/>
            <p:nvPr/>
          </p:nvSpPr>
          <p:spPr>
            <a:xfrm>
              <a:off x="3539835" y="4048590"/>
              <a:ext cx="37124" cy="17942"/>
            </a:xfrm>
            <a:custGeom>
              <a:avLst/>
              <a:gdLst/>
              <a:ahLst/>
              <a:cxnLst/>
              <a:rect l="l" t="t" r="r" b="b"/>
              <a:pathLst>
                <a:path w="2303" h="1113" extrusionOk="0">
                  <a:moveTo>
                    <a:pt x="1855" y="1"/>
                  </a:moveTo>
                  <a:cubicBezTo>
                    <a:pt x="1834" y="1"/>
                    <a:pt x="1815" y="3"/>
                    <a:pt x="1802" y="7"/>
                  </a:cubicBezTo>
                  <a:cubicBezTo>
                    <a:pt x="1459" y="350"/>
                    <a:pt x="993" y="522"/>
                    <a:pt x="531" y="522"/>
                  </a:cubicBezTo>
                  <a:cubicBezTo>
                    <a:pt x="454" y="522"/>
                    <a:pt x="377" y="517"/>
                    <a:pt x="301" y="508"/>
                  </a:cubicBezTo>
                  <a:cubicBezTo>
                    <a:pt x="168" y="574"/>
                    <a:pt x="1" y="775"/>
                    <a:pt x="1" y="908"/>
                  </a:cubicBezTo>
                  <a:cubicBezTo>
                    <a:pt x="1" y="969"/>
                    <a:pt x="277" y="1113"/>
                    <a:pt x="402" y="1113"/>
                  </a:cubicBezTo>
                  <a:cubicBezTo>
                    <a:pt x="415" y="1113"/>
                    <a:pt x="425" y="1111"/>
                    <a:pt x="434" y="1108"/>
                  </a:cubicBezTo>
                  <a:cubicBezTo>
                    <a:pt x="935" y="808"/>
                    <a:pt x="1435" y="674"/>
                    <a:pt x="2002" y="608"/>
                  </a:cubicBezTo>
                  <a:cubicBezTo>
                    <a:pt x="2136" y="574"/>
                    <a:pt x="2302" y="308"/>
                    <a:pt x="2302" y="174"/>
                  </a:cubicBezTo>
                  <a:cubicBezTo>
                    <a:pt x="2273" y="87"/>
                    <a:pt x="1994" y="1"/>
                    <a:pt x="18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34" name="Google Shape;5834;p69"/>
            <p:cNvSpPr/>
            <p:nvPr/>
          </p:nvSpPr>
          <p:spPr>
            <a:xfrm>
              <a:off x="3593079" y="4018316"/>
              <a:ext cx="32804" cy="24841"/>
            </a:xfrm>
            <a:custGeom>
              <a:avLst/>
              <a:gdLst/>
              <a:ahLst/>
              <a:cxnLst/>
              <a:rect l="l" t="t" r="r" b="b"/>
              <a:pathLst>
                <a:path w="2035" h="1541" extrusionOk="0">
                  <a:moveTo>
                    <a:pt x="1776" y="1"/>
                  </a:moveTo>
                  <a:cubicBezTo>
                    <a:pt x="1668" y="1"/>
                    <a:pt x="1551" y="17"/>
                    <a:pt x="1501" y="51"/>
                  </a:cubicBezTo>
                  <a:cubicBezTo>
                    <a:pt x="1201" y="551"/>
                    <a:pt x="767" y="885"/>
                    <a:pt x="200" y="1018"/>
                  </a:cubicBezTo>
                  <a:cubicBezTo>
                    <a:pt x="100" y="1118"/>
                    <a:pt x="0" y="1385"/>
                    <a:pt x="33" y="1485"/>
                  </a:cubicBezTo>
                  <a:cubicBezTo>
                    <a:pt x="73" y="1524"/>
                    <a:pt x="192" y="1540"/>
                    <a:pt x="304" y="1540"/>
                  </a:cubicBezTo>
                  <a:cubicBezTo>
                    <a:pt x="383" y="1540"/>
                    <a:pt x="459" y="1532"/>
                    <a:pt x="500" y="1518"/>
                  </a:cubicBezTo>
                  <a:cubicBezTo>
                    <a:pt x="867" y="1118"/>
                    <a:pt x="1301" y="785"/>
                    <a:pt x="1835" y="551"/>
                  </a:cubicBezTo>
                  <a:cubicBezTo>
                    <a:pt x="1935" y="484"/>
                    <a:pt x="2035" y="184"/>
                    <a:pt x="2002" y="51"/>
                  </a:cubicBezTo>
                  <a:cubicBezTo>
                    <a:pt x="1985" y="17"/>
                    <a:pt x="1885" y="1"/>
                    <a:pt x="17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35" name="Google Shape;5835;p69"/>
            <p:cNvSpPr/>
            <p:nvPr/>
          </p:nvSpPr>
          <p:spPr>
            <a:xfrm>
              <a:off x="3638247" y="3979580"/>
              <a:ext cx="30128" cy="27759"/>
            </a:xfrm>
            <a:custGeom>
              <a:avLst/>
              <a:gdLst/>
              <a:ahLst/>
              <a:cxnLst/>
              <a:rect l="l" t="t" r="r" b="b"/>
              <a:pathLst>
                <a:path w="1869" h="1722" extrusionOk="0">
                  <a:moveTo>
                    <a:pt x="1655" y="1"/>
                  </a:moveTo>
                  <a:cubicBezTo>
                    <a:pt x="1526" y="1"/>
                    <a:pt x="1377" y="43"/>
                    <a:pt x="1334" y="85"/>
                  </a:cubicBezTo>
                  <a:cubicBezTo>
                    <a:pt x="1068" y="586"/>
                    <a:pt x="667" y="953"/>
                    <a:pt x="167" y="1219"/>
                  </a:cubicBezTo>
                  <a:cubicBezTo>
                    <a:pt x="33" y="1286"/>
                    <a:pt x="0" y="1586"/>
                    <a:pt x="67" y="1686"/>
                  </a:cubicBezTo>
                  <a:cubicBezTo>
                    <a:pt x="90" y="1710"/>
                    <a:pt x="148" y="1721"/>
                    <a:pt x="214" y="1721"/>
                  </a:cubicBezTo>
                  <a:cubicBezTo>
                    <a:pt x="336" y="1721"/>
                    <a:pt x="491" y="1684"/>
                    <a:pt x="534" y="1620"/>
                  </a:cubicBezTo>
                  <a:cubicBezTo>
                    <a:pt x="801" y="1119"/>
                    <a:pt x="1201" y="752"/>
                    <a:pt x="1701" y="519"/>
                  </a:cubicBezTo>
                  <a:cubicBezTo>
                    <a:pt x="1801" y="419"/>
                    <a:pt x="1868" y="119"/>
                    <a:pt x="1835" y="52"/>
                  </a:cubicBezTo>
                  <a:cubicBezTo>
                    <a:pt x="1798" y="15"/>
                    <a:pt x="1730" y="1"/>
                    <a:pt x="16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36" name="Google Shape;5836;p69"/>
            <p:cNvSpPr/>
            <p:nvPr/>
          </p:nvSpPr>
          <p:spPr>
            <a:xfrm>
              <a:off x="3679644" y="3938442"/>
              <a:ext cx="29596" cy="28742"/>
            </a:xfrm>
            <a:custGeom>
              <a:avLst/>
              <a:gdLst/>
              <a:ahLst/>
              <a:cxnLst/>
              <a:rect l="l" t="t" r="r" b="b"/>
              <a:pathLst>
                <a:path w="1836" h="1783" extrusionOk="0">
                  <a:moveTo>
                    <a:pt x="1668" y="1"/>
                  </a:moveTo>
                  <a:cubicBezTo>
                    <a:pt x="1542" y="1"/>
                    <a:pt x="1366" y="38"/>
                    <a:pt x="1302" y="102"/>
                  </a:cubicBezTo>
                  <a:cubicBezTo>
                    <a:pt x="1001" y="603"/>
                    <a:pt x="634" y="1003"/>
                    <a:pt x="134" y="1270"/>
                  </a:cubicBezTo>
                  <a:cubicBezTo>
                    <a:pt x="67" y="1403"/>
                    <a:pt x="1" y="1670"/>
                    <a:pt x="101" y="1770"/>
                  </a:cubicBezTo>
                  <a:cubicBezTo>
                    <a:pt x="117" y="1778"/>
                    <a:pt x="149" y="1783"/>
                    <a:pt x="188" y="1783"/>
                  </a:cubicBezTo>
                  <a:cubicBezTo>
                    <a:pt x="305" y="1783"/>
                    <a:pt x="493" y="1745"/>
                    <a:pt x="568" y="1670"/>
                  </a:cubicBezTo>
                  <a:cubicBezTo>
                    <a:pt x="801" y="1136"/>
                    <a:pt x="1168" y="769"/>
                    <a:pt x="1668" y="502"/>
                  </a:cubicBezTo>
                  <a:cubicBezTo>
                    <a:pt x="1769" y="436"/>
                    <a:pt x="1835" y="136"/>
                    <a:pt x="1802" y="35"/>
                  </a:cubicBezTo>
                  <a:cubicBezTo>
                    <a:pt x="1790" y="12"/>
                    <a:pt x="1736" y="1"/>
                    <a:pt x="16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37" name="Google Shape;5837;p69"/>
            <p:cNvSpPr/>
            <p:nvPr/>
          </p:nvSpPr>
          <p:spPr>
            <a:xfrm>
              <a:off x="3721056" y="3898545"/>
              <a:ext cx="31192" cy="27323"/>
            </a:xfrm>
            <a:custGeom>
              <a:avLst/>
              <a:gdLst/>
              <a:ahLst/>
              <a:cxnLst/>
              <a:rect l="l" t="t" r="r" b="b"/>
              <a:pathLst>
                <a:path w="1935" h="1695" extrusionOk="0">
                  <a:moveTo>
                    <a:pt x="1676" y="0"/>
                  </a:moveTo>
                  <a:cubicBezTo>
                    <a:pt x="1568" y="0"/>
                    <a:pt x="1451" y="25"/>
                    <a:pt x="1401" y="75"/>
                  </a:cubicBezTo>
                  <a:cubicBezTo>
                    <a:pt x="1068" y="576"/>
                    <a:pt x="701" y="909"/>
                    <a:pt x="167" y="1143"/>
                  </a:cubicBezTo>
                  <a:cubicBezTo>
                    <a:pt x="33" y="1276"/>
                    <a:pt x="0" y="1576"/>
                    <a:pt x="67" y="1643"/>
                  </a:cubicBezTo>
                  <a:cubicBezTo>
                    <a:pt x="79" y="1680"/>
                    <a:pt x="132" y="1694"/>
                    <a:pt x="199" y="1694"/>
                  </a:cubicBezTo>
                  <a:cubicBezTo>
                    <a:pt x="314" y="1694"/>
                    <a:pt x="471" y="1652"/>
                    <a:pt x="534" y="1610"/>
                  </a:cubicBezTo>
                  <a:cubicBezTo>
                    <a:pt x="767" y="1109"/>
                    <a:pt x="1201" y="776"/>
                    <a:pt x="1735" y="576"/>
                  </a:cubicBezTo>
                  <a:cubicBezTo>
                    <a:pt x="1835" y="476"/>
                    <a:pt x="1935" y="209"/>
                    <a:pt x="1901" y="75"/>
                  </a:cubicBezTo>
                  <a:cubicBezTo>
                    <a:pt x="1885" y="25"/>
                    <a:pt x="1785" y="0"/>
                    <a:pt x="16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38" name="Google Shape;5838;p69"/>
            <p:cNvSpPr/>
            <p:nvPr/>
          </p:nvSpPr>
          <p:spPr>
            <a:xfrm>
              <a:off x="3766756" y="3867836"/>
              <a:ext cx="33884" cy="22568"/>
            </a:xfrm>
            <a:custGeom>
              <a:avLst/>
              <a:gdLst/>
              <a:ahLst/>
              <a:cxnLst/>
              <a:rect l="l" t="t" r="r" b="b"/>
              <a:pathLst>
                <a:path w="2102" h="1400" extrusionOk="0">
                  <a:moveTo>
                    <a:pt x="1676" y="0"/>
                  </a:moveTo>
                  <a:cubicBezTo>
                    <a:pt x="1630" y="0"/>
                    <a:pt x="1592" y="4"/>
                    <a:pt x="1568" y="12"/>
                  </a:cubicBezTo>
                  <a:cubicBezTo>
                    <a:pt x="1368" y="246"/>
                    <a:pt x="1168" y="413"/>
                    <a:pt x="901" y="546"/>
                  </a:cubicBezTo>
                  <a:cubicBezTo>
                    <a:pt x="701" y="679"/>
                    <a:pt x="434" y="813"/>
                    <a:pt x="167" y="880"/>
                  </a:cubicBezTo>
                  <a:cubicBezTo>
                    <a:pt x="34" y="980"/>
                    <a:pt x="0" y="1280"/>
                    <a:pt x="34" y="1347"/>
                  </a:cubicBezTo>
                  <a:cubicBezTo>
                    <a:pt x="47" y="1386"/>
                    <a:pt x="106" y="1399"/>
                    <a:pt x="179" y="1399"/>
                  </a:cubicBezTo>
                  <a:cubicBezTo>
                    <a:pt x="293" y="1399"/>
                    <a:pt x="440" y="1367"/>
                    <a:pt x="501" y="1347"/>
                  </a:cubicBezTo>
                  <a:cubicBezTo>
                    <a:pt x="668" y="1146"/>
                    <a:pt x="868" y="946"/>
                    <a:pt x="1068" y="813"/>
                  </a:cubicBezTo>
                  <a:cubicBezTo>
                    <a:pt x="1268" y="679"/>
                    <a:pt x="1535" y="546"/>
                    <a:pt x="1835" y="513"/>
                  </a:cubicBezTo>
                  <a:cubicBezTo>
                    <a:pt x="1935" y="446"/>
                    <a:pt x="2102" y="179"/>
                    <a:pt x="2069" y="146"/>
                  </a:cubicBezTo>
                  <a:cubicBezTo>
                    <a:pt x="2043" y="44"/>
                    <a:pt x="1823" y="0"/>
                    <a:pt x="16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39" name="Google Shape;5839;p69"/>
            <p:cNvSpPr/>
            <p:nvPr/>
          </p:nvSpPr>
          <p:spPr>
            <a:xfrm>
              <a:off x="3816760" y="3845768"/>
              <a:ext cx="37656" cy="17039"/>
            </a:xfrm>
            <a:custGeom>
              <a:avLst/>
              <a:gdLst/>
              <a:ahLst/>
              <a:cxnLst/>
              <a:rect l="l" t="t" r="r" b="b"/>
              <a:pathLst>
                <a:path w="2336" h="1057" extrusionOk="0">
                  <a:moveTo>
                    <a:pt x="1945" y="0"/>
                  </a:moveTo>
                  <a:cubicBezTo>
                    <a:pt x="1926" y="0"/>
                    <a:pt x="1911" y="4"/>
                    <a:pt x="1902" y="14"/>
                  </a:cubicBezTo>
                  <a:cubicBezTo>
                    <a:pt x="1402" y="347"/>
                    <a:pt x="901" y="447"/>
                    <a:pt x="301" y="514"/>
                  </a:cubicBezTo>
                  <a:cubicBezTo>
                    <a:pt x="134" y="547"/>
                    <a:pt x="1" y="848"/>
                    <a:pt x="67" y="914"/>
                  </a:cubicBezTo>
                  <a:cubicBezTo>
                    <a:pt x="95" y="997"/>
                    <a:pt x="326" y="1056"/>
                    <a:pt x="444" y="1056"/>
                  </a:cubicBezTo>
                  <a:cubicBezTo>
                    <a:pt x="469" y="1056"/>
                    <a:pt x="489" y="1054"/>
                    <a:pt x="501" y="1048"/>
                  </a:cubicBezTo>
                  <a:cubicBezTo>
                    <a:pt x="898" y="742"/>
                    <a:pt x="1380" y="577"/>
                    <a:pt x="1868" y="577"/>
                  </a:cubicBezTo>
                  <a:cubicBezTo>
                    <a:pt x="1913" y="577"/>
                    <a:pt x="1957" y="578"/>
                    <a:pt x="2002" y="581"/>
                  </a:cubicBezTo>
                  <a:cubicBezTo>
                    <a:pt x="2136" y="581"/>
                    <a:pt x="2336" y="347"/>
                    <a:pt x="2336" y="247"/>
                  </a:cubicBezTo>
                  <a:cubicBezTo>
                    <a:pt x="2336" y="161"/>
                    <a:pt x="2063" y="0"/>
                    <a:pt x="19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5840" name="Google Shape;5840;p69"/>
          <p:cNvSpPr/>
          <p:nvPr/>
        </p:nvSpPr>
        <p:spPr>
          <a:xfrm>
            <a:off x="5018506" y="2497214"/>
            <a:ext cx="624699" cy="542615"/>
          </a:xfrm>
          <a:custGeom>
            <a:avLst/>
            <a:gdLst/>
            <a:ahLst/>
            <a:cxnLst/>
            <a:rect l="l" t="t" r="r" b="b"/>
            <a:pathLst>
              <a:path w="40830" h="35465" extrusionOk="0">
                <a:moveTo>
                  <a:pt x="15631" y="1"/>
                </a:moveTo>
                <a:cubicBezTo>
                  <a:pt x="13828" y="1"/>
                  <a:pt x="11965" y="254"/>
                  <a:pt x="10274" y="655"/>
                </a:cubicBezTo>
                <a:cubicBezTo>
                  <a:pt x="9774" y="755"/>
                  <a:pt x="9340" y="889"/>
                  <a:pt x="8873" y="1022"/>
                </a:cubicBezTo>
                <a:cubicBezTo>
                  <a:pt x="8406" y="1156"/>
                  <a:pt x="8006" y="1256"/>
                  <a:pt x="7572" y="1423"/>
                </a:cubicBezTo>
                <a:cubicBezTo>
                  <a:pt x="7172" y="1589"/>
                  <a:pt x="6772" y="1756"/>
                  <a:pt x="6438" y="1923"/>
                </a:cubicBezTo>
                <a:cubicBezTo>
                  <a:pt x="6105" y="2156"/>
                  <a:pt x="5838" y="2323"/>
                  <a:pt x="5537" y="2490"/>
                </a:cubicBezTo>
                <a:cubicBezTo>
                  <a:pt x="4103" y="3424"/>
                  <a:pt x="3002" y="4825"/>
                  <a:pt x="2102" y="6259"/>
                </a:cubicBezTo>
                <a:cubicBezTo>
                  <a:pt x="1268" y="7760"/>
                  <a:pt x="701" y="9395"/>
                  <a:pt x="367" y="11063"/>
                </a:cubicBezTo>
                <a:cubicBezTo>
                  <a:pt x="34" y="12731"/>
                  <a:pt x="0" y="14499"/>
                  <a:pt x="234" y="16166"/>
                </a:cubicBezTo>
                <a:cubicBezTo>
                  <a:pt x="434" y="17868"/>
                  <a:pt x="1201" y="19502"/>
                  <a:pt x="2168" y="20870"/>
                </a:cubicBezTo>
                <a:cubicBezTo>
                  <a:pt x="3102" y="22237"/>
                  <a:pt x="4337" y="23438"/>
                  <a:pt x="5404" y="24706"/>
                </a:cubicBezTo>
                <a:cubicBezTo>
                  <a:pt x="6538" y="25940"/>
                  <a:pt x="7405" y="27374"/>
                  <a:pt x="8273" y="28775"/>
                </a:cubicBezTo>
                <a:cubicBezTo>
                  <a:pt x="9107" y="30210"/>
                  <a:pt x="10107" y="31678"/>
                  <a:pt x="11408" y="32745"/>
                </a:cubicBezTo>
                <a:cubicBezTo>
                  <a:pt x="12709" y="33846"/>
                  <a:pt x="14210" y="34713"/>
                  <a:pt x="15878" y="35113"/>
                </a:cubicBezTo>
                <a:cubicBezTo>
                  <a:pt x="16730" y="35357"/>
                  <a:pt x="17608" y="35464"/>
                  <a:pt x="18491" y="35464"/>
                </a:cubicBezTo>
                <a:cubicBezTo>
                  <a:pt x="19302" y="35464"/>
                  <a:pt x="20116" y="35373"/>
                  <a:pt x="20915" y="35213"/>
                </a:cubicBezTo>
                <a:cubicBezTo>
                  <a:pt x="22550" y="34880"/>
                  <a:pt x="24117" y="34213"/>
                  <a:pt x="25618" y="33412"/>
                </a:cubicBezTo>
                <a:cubicBezTo>
                  <a:pt x="28621" y="31778"/>
                  <a:pt x="31256" y="29676"/>
                  <a:pt x="33724" y="27374"/>
                </a:cubicBezTo>
                <a:cubicBezTo>
                  <a:pt x="36126" y="25073"/>
                  <a:pt x="38394" y="22438"/>
                  <a:pt x="39695" y="19269"/>
                </a:cubicBezTo>
                <a:cubicBezTo>
                  <a:pt x="40362" y="17734"/>
                  <a:pt x="40729" y="16033"/>
                  <a:pt x="40763" y="14298"/>
                </a:cubicBezTo>
                <a:cubicBezTo>
                  <a:pt x="40763" y="13898"/>
                  <a:pt x="40829" y="13431"/>
                  <a:pt x="40763" y="13031"/>
                </a:cubicBezTo>
                <a:cubicBezTo>
                  <a:pt x="40729" y="12564"/>
                  <a:pt x="40696" y="12164"/>
                  <a:pt x="40596" y="11730"/>
                </a:cubicBezTo>
                <a:cubicBezTo>
                  <a:pt x="40562" y="11330"/>
                  <a:pt x="40496" y="10896"/>
                  <a:pt x="40362" y="10496"/>
                </a:cubicBezTo>
                <a:lnTo>
                  <a:pt x="40196" y="9862"/>
                </a:lnTo>
                <a:lnTo>
                  <a:pt x="39995" y="9228"/>
                </a:lnTo>
                <a:cubicBezTo>
                  <a:pt x="39895" y="9028"/>
                  <a:pt x="39862" y="8828"/>
                  <a:pt x="39695" y="8594"/>
                </a:cubicBezTo>
                <a:lnTo>
                  <a:pt x="39428" y="7961"/>
                </a:lnTo>
                <a:cubicBezTo>
                  <a:pt x="39262" y="7560"/>
                  <a:pt x="39028" y="7127"/>
                  <a:pt x="38795" y="6693"/>
                </a:cubicBezTo>
                <a:cubicBezTo>
                  <a:pt x="38361" y="5792"/>
                  <a:pt x="37760" y="4925"/>
                  <a:pt x="37060" y="4091"/>
                </a:cubicBezTo>
                <a:cubicBezTo>
                  <a:pt x="36393" y="3257"/>
                  <a:pt x="35526" y="2457"/>
                  <a:pt x="34525" y="1923"/>
                </a:cubicBezTo>
                <a:cubicBezTo>
                  <a:pt x="33524" y="1389"/>
                  <a:pt x="32423" y="1122"/>
                  <a:pt x="31389" y="1022"/>
                </a:cubicBezTo>
                <a:cubicBezTo>
                  <a:pt x="29724" y="777"/>
                  <a:pt x="28149" y="754"/>
                  <a:pt x="26900" y="754"/>
                </a:cubicBezTo>
                <a:cubicBezTo>
                  <a:pt x="26623" y="754"/>
                  <a:pt x="26361" y="755"/>
                  <a:pt x="26119" y="755"/>
                </a:cubicBezTo>
                <a:cubicBezTo>
                  <a:pt x="25452" y="755"/>
                  <a:pt x="24918" y="722"/>
                  <a:pt x="24551" y="722"/>
                </a:cubicBezTo>
                <a:lnTo>
                  <a:pt x="23951" y="722"/>
                </a:lnTo>
                <a:cubicBezTo>
                  <a:pt x="23951" y="722"/>
                  <a:pt x="24184" y="755"/>
                  <a:pt x="24584" y="789"/>
                </a:cubicBezTo>
                <a:cubicBezTo>
                  <a:pt x="25018" y="856"/>
                  <a:pt x="25585" y="889"/>
                  <a:pt x="26286" y="922"/>
                </a:cubicBezTo>
                <a:cubicBezTo>
                  <a:pt x="26619" y="922"/>
                  <a:pt x="27053" y="956"/>
                  <a:pt x="27453" y="956"/>
                </a:cubicBezTo>
                <a:cubicBezTo>
                  <a:pt x="27887" y="1022"/>
                  <a:pt x="28354" y="1022"/>
                  <a:pt x="28787" y="1056"/>
                </a:cubicBezTo>
                <a:cubicBezTo>
                  <a:pt x="29254" y="1056"/>
                  <a:pt x="29755" y="1189"/>
                  <a:pt x="30255" y="1222"/>
                </a:cubicBezTo>
                <a:cubicBezTo>
                  <a:pt x="30755" y="1289"/>
                  <a:pt x="31289" y="1389"/>
                  <a:pt x="31790" y="1456"/>
                </a:cubicBezTo>
                <a:cubicBezTo>
                  <a:pt x="32857" y="1689"/>
                  <a:pt x="33858" y="2090"/>
                  <a:pt x="34725" y="2690"/>
                </a:cubicBezTo>
                <a:cubicBezTo>
                  <a:pt x="35592" y="3257"/>
                  <a:pt x="36359" y="4058"/>
                  <a:pt x="36927" y="4892"/>
                </a:cubicBezTo>
                <a:cubicBezTo>
                  <a:pt x="38194" y="6526"/>
                  <a:pt x="38861" y="8227"/>
                  <a:pt x="39262" y="9395"/>
                </a:cubicBezTo>
                <a:lnTo>
                  <a:pt x="39462" y="9962"/>
                </a:lnTo>
                <a:lnTo>
                  <a:pt x="39628" y="10562"/>
                </a:lnTo>
                <a:cubicBezTo>
                  <a:pt x="39762" y="10963"/>
                  <a:pt x="39862" y="11363"/>
                  <a:pt x="39929" y="11763"/>
                </a:cubicBezTo>
                <a:cubicBezTo>
                  <a:pt x="40029" y="12197"/>
                  <a:pt x="40062" y="12564"/>
                  <a:pt x="40095" y="12998"/>
                </a:cubicBezTo>
                <a:cubicBezTo>
                  <a:pt x="40129" y="13364"/>
                  <a:pt x="40129" y="13765"/>
                  <a:pt x="40129" y="14198"/>
                </a:cubicBezTo>
                <a:cubicBezTo>
                  <a:pt x="40129" y="15833"/>
                  <a:pt x="39762" y="17434"/>
                  <a:pt x="39195" y="19002"/>
                </a:cubicBezTo>
                <a:cubicBezTo>
                  <a:pt x="37961" y="22037"/>
                  <a:pt x="35792" y="24673"/>
                  <a:pt x="33424" y="26941"/>
                </a:cubicBezTo>
                <a:cubicBezTo>
                  <a:pt x="31022" y="29209"/>
                  <a:pt x="28420" y="31377"/>
                  <a:pt x="25518" y="32945"/>
                </a:cubicBezTo>
                <a:cubicBezTo>
                  <a:pt x="24051" y="33746"/>
                  <a:pt x="22516" y="34413"/>
                  <a:pt x="20882" y="34746"/>
                </a:cubicBezTo>
                <a:cubicBezTo>
                  <a:pt x="20118" y="34906"/>
                  <a:pt x="19331" y="34989"/>
                  <a:pt x="18546" y="34989"/>
                </a:cubicBezTo>
                <a:cubicBezTo>
                  <a:pt x="17687" y="34989"/>
                  <a:pt x="16831" y="34889"/>
                  <a:pt x="16012" y="34680"/>
                </a:cubicBezTo>
                <a:cubicBezTo>
                  <a:pt x="14410" y="34246"/>
                  <a:pt x="12943" y="33412"/>
                  <a:pt x="11709" y="32378"/>
                </a:cubicBezTo>
                <a:cubicBezTo>
                  <a:pt x="10441" y="31344"/>
                  <a:pt x="9540" y="29910"/>
                  <a:pt x="8673" y="28509"/>
                </a:cubicBezTo>
                <a:cubicBezTo>
                  <a:pt x="7839" y="27074"/>
                  <a:pt x="6905" y="25607"/>
                  <a:pt x="5771" y="24372"/>
                </a:cubicBezTo>
                <a:cubicBezTo>
                  <a:pt x="4704" y="23071"/>
                  <a:pt x="3503" y="21904"/>
                  <a:pt x="2569" y="20536"/>
                </a:cubicBezTo>
                <a:cubicBezTo>
                  <a:pt x="1668" y="19202"/>
                  <a:pt x="1001" y="17668"/>
                  <a:pt x="767" y="16033"/>
                </a:cubicBezTo>
                <a:cubicBezTo>
                  <a:pt x="534" y="14399"/>
                  <a:pt x="601" y="12764"/>
                  <a:pt x="934" y="11163"/>
                </a:cubicBezTo>
                <a:cubicBezTo>
                  <a:pt x="1268" y="9562"/>
                  <a:pt x="1868" y="8027"/>
                  <a:pt x="2702" y="6593"/>
                </a:cubicBezTo>
                <a:cubicBezTo>
                  <a:pt x="3536" y="5192"/>
                  <a:pt x="4603" y="3924"/>
                  <a:pt x="5938" y="3057"/>
                </a:cubicBezTo>
                <a:cubicBezTo>
                  <a:pt x="6705" y="2557"/>
                  <a:pt x="7572" y="2156"/>
                  <a:pt x="8540" y="1823"/>
                </a:cubicBezTo>
                <a:cubicBezTo>
                  <a:pt x="9440" y="1489"/>
                  <a:pt x="10508" y="1189"/>
                  <a:pt x="11508" y="989"/>
                </a:cubicBezTo>
                <a:cubicBezTo>
                  <a:pt x="13085" y="653"/>
                  <a:pt x="14682" y="477"/>
                  <a:pt x="16175" y="477"/>
                </a:cubicBezTo>
                <a:cubicBezTo>
                  <a:pt x="16608" y="477"/>
                  <a:pt x="17033" y="492"/>
                  <a:pt x="17446" y="522"/>
                </a:cubicBezTo>
                <a:cubicBezTo>
                  <a:pt x="19281" y="655"/>
                  <a:pt x="20915" y="856"/>
                  <a:pt x="22083" y="922"/>
                </a:cubicBezTo>
                <a:cubicBezTo>
                  <a:pt x="22683" y="989"/>
                  <a:pt x="23117" y="989"/>
                  <a:pt x="23450" y="989"/>
                </a:cubicBezTo>
                <a:lnTo>
                  <a:pt x="23951" y="989"/>
                </a:lnTo>
                <a:cubicBezTo>
                  <a:pt x="23951" y="989"/>
                  <a:pt x="23750" y="922"/>
                  <a:pt x="23384" y="889"/>
                </a:cubicBezTo>
                <a:cubicBezTo>
                  <a:pt x="23017" y="856"/>
                  <a:pt x="22416" y="822"/>
                  <a:pt x="21749" y="689"/>
                </a:cubicBezTo>
                <a:cubicBezTo>
                  <a:pt x="20381" y="522"/>
                  <a:pt x="18547" y="155"/>
                  <a:pt x="16512" y="22"/>
                </a:cubicBezTo>
                <a:cubicBezTo>
                  <a:pt x="16221" y="7"/>
                  <a:pt x="15927" y="1"/>
                  <a:pt x="15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5841" name="Google Shape;5841;p69"/>
          <p:cNvGrpSpPr/>
          <p:nvPr/>
        </p:nvGrpSpPr>
        <p:grpSpPr>
          <a:xfrm>
            <a:off x="3706015" y="2141396"/>
            <a:ext cx="845664" cy="720621"/>
            <a:chOff x="3408634" y="2139804"/>
            <a:chExt cx="891017" cy="759268"/>
          </a:xfrm>
        </p:grpSpPr>
        <p:sp>
          <p:nvSpPr>
            <p:cNvPr id="5842" name="Google Shape;5842;p69"/>
            <p:cNvSpPr/>
            <p:nvPr/>
          </p:nvSpPr>
          <p:spPr>
            <a:xfrm>
              <a:off x="3408634" y="2679131"/>
              <a:ext cx="590975" cy="194278"/>
            </a:xfrm>
            <a:custGeom>
              <a:avLst/>
              <a:gdLst/>
              <a:ahLst/>
              <a:cxnLst/>
              <a:rect l="l" t="t" r="r" b="b"/>
              <a:pathLst>
                <a:path w="36661" h="12052" extrusionOk="0">
                  <a:moveTo>
                    <a:pt x="36660" y="1"/>
                  </a:moveTo>
                  <a:cubicBezTo>
                    <a:pt x="36660" y="1"/>
                    <a:pt x="36360" y="67"/>
                    <a:pt x="35926" y="301"/>
                  </a:cubicBezTo>
                  <a:cubicBezTo>
                    <a:pt x="35459" y="501"/>
                    <a:pt x="34859" y="801"/>
                    <a:pt x="34258" y="1135"/>
                  </a:cubicBezTo>
                  <a:cubicBezTo>
                    <a:pt x="33625" y="1468"/>
                    <a:pt x="32924" y="1735"/>
                    <a:pt x="32290" y="1969"/>
                  </a:cubicBezTo>
                  <a:cubicBezTo>
                    <a:pt x="31957" y="2069"/>
                    <a:pt x="31657" y="2102"/>
                    <a:pt x="31356" y="2202"/>
                  </a:cubicBezTo>
                  <a:cubicBezTo>
                    <a:pt x="31123" y="2235"/>
                    <a:pt x="30856" y="2336"/>
                    <a:pt x="30656" y="2369"/>
                  </a:cubicBezTo>
                  <a:cubicBezTo>
                    <a:pt x="28521" y="2869"/>
                    <a:pt x="26286" y="2803"/>
                    <a:pt x="24051" y="3003"/>
                  </a:cubicBezTo>
                  <a:cubicBezTo>
                    <a:pt x="21783" y="3236"/>
                    <a:pt x="19481" y="3903"/>
                    <a:pt x="17647" y="5238"/>
                  </a:cubicBezTo>
                  <a:cubicBezTo>
                    <a:pt x="16746" y="5871"/>
                    <a:pt x="15845" y="6572"/>
                    <a:pt x="14978" y="7306"/>
                  </a:cubicBezTo>
                  <a:cubicBezTo>
                    <a:pt x="14511" y="7639"/>
                    <a:pt x="14111" y="8006"/>
                    <a:pt x="13644" y="8306"/>
                  </a:cubicBezTo>
                  <a:cubicBezTo>
                    <a:pt x="13177" y="8573"/>
                    <a:pt x="12743" y="8874"/>
                    <a:pt x="12243" y="9140"/>
                  </a:cubicBezTo>
                  <a:cubicBezTo>
                    <a:pt x="10275" y="10141"/>
                    <a:pt x="8140" y="10875"/>
                    <a:pt x="5972" y="11175"/>
                  </a:cubicBezTo>
                  <a:cubicBezTo>
                    <a:pt x="5168" y="11306"/>
                    <a:pt x="4250" y="11408"/>
                    <a:pt x="3367" y="11408"/>
                  </a:cubicBezTo>
                  <a:cubicBezTo>
                    <a:pt x="2895" y="11408"/>
                    <a:pt x="2432" y="11378"/>
                    <a:pt x="2002" y="11309"/>
                  </a:cubicBezTo>
                  <a:cubicBezTo>
                    <a:pt x="899" y="11151"/>
                    <a:pt x="153" y="10636"/>
                    <a:pt x="18" y="10636"/>
                  </a:cubicBezTo>
                  <a:cubicBezTo>
                    <a:pt x="10" y="10636"/>
                    <a:pt x="4" y="10638"/>
                    <a:pt x="1" y="10641"/>
                  </a:cubicBezTo>
                  <a:cubicBezTo>
                    <a:pt x="1" y="10641"/>
                    <a:pt x="167" y="10875"/>
                    <a:pt x="601" y="11142"/>
                  </a:cubicBezTo>
                  <a:cubicBezTo>
                    <a:pt x="968" y="11409"/>
                    <a:pt x="1602" y="11676"/>
                    <a:pt x="2269" y="11842"/>
                  </a:cubicBezTo>
                  <a:cubicBezTo>
                    <a:pt x="2890" y="11998"/>
                    <a:pt x="3583" y="12052"/>
                    <a:pt x="4228" y="12052"/>
                  </a:cubicBezTo>
                  <a:cubicBezTo>
                    <a:pt x="4968" y="12052"/>
                    <a:pt x="5644" y="11980"/>
                    <a:pt x="6072" y="11909"/>
                  </a:cubicBezTo>
                  <a:cubicBezTo>
                    <a:pt x="8307" y="11509"/>
                    <a:pt x="10441" y="10675"/>
                    <a:pt x="12443" y="9574"/>
                  </a:cubicBezTo>
                  <a:cubicBezTo>
                    <a:pt x="12943" y="9307"/>
                    <a:pt x="13444" y="9007"/>
                    <a:pt x="13911" y="8673"/>
                  </a:cubicBezTo>
                  <a:cubicBezTo>
                    <a:pt x="14344" y="8340"/>
                    <a:pt x="14811" y="7973"/>
                    <a:pt x="15245" y="7639"/>
                  </a:cubicBezTo>
                  <a:cubicBezTo>
                    <a:pt x="16112" y="6905"/>
                    <a:pt x="16979" y="6205"/>
                    <a:pt x="17913" y="5571"/>
                  </a:cubicBezTo>
                  <a:cubicBezTo>
                    <a:pt x="19681" y="4304"/>
                    <a:pt x="21850" y="3670"/>
                    <a:pt x="24084" y="3503"/>
                  </a:cubicBezTo>
                  <a:cubicBezTo>
                    <a:pt x="26286" y="3370"/>
                    <a:pt x="28588" y="3536"/>
                    <a:pt x="30823" y="3136"/>
                  </a:cubicBezTo>
                  <a:cubicBezTo>
                    <a:pt x="31123" y="3069"/>
                    <a:pt x="31423" y="3003"/>
                    <a:pt x="31690" y="2803"/>
                  </a:cubicBezTo>
                  <a:cubicBezTo>
                    <a:pt x="32023" y="2702"/>
                    <a:pt x="32357" y="2569"/>
                    <a:pt x="32691" y="2469"/>
                  </a:cubicBezTo>
                  <a:cubicBezTo>
                    <a:pt x="33358" y="2169"/>
                    <a:pt x="34025" y="1802"/>
                    <a:pt x="34625" y="1402"/>
                  </a:cubicBezTo>
                  <a:cubicBezTo>
                    <a:pt x="35192" y="1035"/>
                    <a:pt x="35693" y="668"/>
                    <a:pt x="36093" y="401"/>
                  </a:cubicBezTo>
                  <a:cubicBezTo>
                    <a:pt x="36460" y="167"/>
                    <a:pt x="36660" y="34"/>
                    <a:pt x="366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43" name="Google Shape;5843;p69"/>
            <p:cNvSpPr/>
            <p:nvPr/>
          </p:nvSpPr>
          <p:spPr>
            <a:xfrm>
              <a:off x="4011957" y="2139804"/>
              <a:ext cx="287694" cy="537199"/>
            </a:xfrm>
            <a:custGeom>
              <a:avLst/>
              <a:gdLst/>
              <a:ahLst/>
              <a:cxnLst/>
              <a:rect l="l" t="t" r="r" b="b"/>
              <a:pathLst>
                <a:path w="17847" h="33325" extrusionOk="0">
                  <a:moveTo>
                    <a:pt x="17780" y="0"/>
                  </a:moveTo>
                  <a:cubicBezTo>
                    <a:pt x="17746" y="0"/>
                    <a:pt x="17713" y="300"/>
                    <a:pt x="17580" y="767"/>
                  </a:cubicBezTo>
                  <a:cubicBezTo>
                    <a:pt x="17513" y="1001"/>
                    <a:pt x="17413" y="1268"/>
                    <a:pt x="17279" y="1535"/>
                  </a:cubicBezTo>
                  <a:cubicBezTo>
                    <a:pt x="17179" y="1835"/>
                    <a:pt x="17046" y="2135"/>
                    <a:pt x="16846" y="2435"/>
                  </a:cubicBezTo>
                  <a:cubicBezTo>
                    <a:pt x="16145" y="3636"/>
                    <a:pt x="14911" y="4670"/>
                    <a:pt x="14311" y="5237"/>
                  </a:cubicBezTo>
                  <a:cubicBezTo>
                    <a:pt x="13477" y="5971"/>
                    <a:pt x="12576" y="6638"/>
                    <a:pt x="11709" y="7305"/>
                  </a:cubicBezTo>
                  <a:lnTo>
                    <a:pt x="10374" y="8306"/>
                  </a:lnTo>
                  <a:cubicBezTo>
                    <a:pt x="10174" y="8473"/>
                    <a:pt x="9907" y="8606"/>
                    <a:pt x="9707" y="8807"/>
                  </a:cubicBezTo>
                  <a:lnTo>
                    <a:pt x="9073" y="9407"/>
                  </a:lnTo>
                  <a:cubicBezTo>
                    <a:pt x="8306" y="10274"/>
                    <a:pt x="7739" y="11342"/>
                    <a:pt x="7539" y="12476"/>
                  </a:cubicBezTo>
                  <a:cubicBezTo>
                    <a:pt x="7306" y="13610"/>
                    <a:pt x="7306" y="14711"/>
                    <a:pt x="7339" y="15845"/>
                  </a:cubicBezTo>
                  <a:cubicBezTo>
                    <a:pt x="7339" y="16979"/>
                    <a:pt x="7406" y="18113"/>
                    <a:pt x="7339" y="19181"/>
                  </a:cubicBezTo>
                  <a:cubicBezTo>
                    <a:pt x="7306" y="20315"/>
                    <a:pt x="7072" y="21382"/>
                    <a:pt x="6672" y="22416"/>
                  </a:cubicBezTo>
                  <a:cubicBezTo>
                    <a:pt x="5871" y="24484"/>
                    <a:pt x="4704" y="26352"/>
                    <a:pt x="3336" y="28120"/>
                  </a:cubicBezTo>
                  <a:cubicBezTo>
                    <a:pt x="2569" y="29188"/>
                    <a:pt x="1968" y="30622"/>
                    <a:pt x="1335" y="31656"/>
                  </a:cubicBezTo>
                  <a:cubicBezTo>
                    <a:pt x="1001" y="32157"/>
                    <a:pt x="667" y="32590"/>
                    <a:pt x="401" y="32857"/>
                  </a:cubicBezTo>
                  <a:cubicBezTo>
                    <a:pt x="134" y="33124"/>
                    <a:pt x="0" y="33291"/>
                    <a:pt x="0" y="33324"/>
                  </a:cubicBezTo>
                  <a:cubicBezTo>
                    <a:pt x="0" y="33324"/>
                    <a:pt x="234" y="33191"/>
                    <a:pt x="634" y="32924"/>
                  </a:cubicBezTo>
                  <a:cubicBezTo>
                    <a:pt x="801" y="32790"/>
                    <a:pt x="1001" y="32590"/>
                    <a:pt x="1201" y="32357"/>
                  </a:cubicBezTo>
                  <a:cubicBezTo>
                    <a:pt x="1401" y="32157"/>
                    <a:pt x="1635" y="31923"/>
                    <a:pt x="1835" y="31623"/>
                  </a:cubicBezTo>
                  <a:cubicBezTo>
                    <a:pt x="2235" y="31022"/>
                    <a:pt x="2636" y="30422"/>
                    <a:pt x="2969" y="29855"/>
                  </a:cubicBezTo>
                  <a:lnTo>
                    <a:pt x="3469" y="29121"/>
                  </a:lnTo>
                  <a:cubicBezTo>
                    <a:pt x="3636" y="28921"/>
                    <a:pt x="3736" y="28687"/>
                    <a:pt x="3870" y="28521"/>
                  </a:cubicBezTo>
                  <a:cubicBezTo>
                    <a:pt x="5171" y="26686"/>
                    <a:pt x="6305" y="24685"/>
                    <a:pt x="7039" y="22583"/>
                  </a:cubicBezTo>
                  <a:cubicBezTo>
                    <a:pt x="7472" y="21516"/>
                    <a:pt x="7672" y="20348"/>
                    <a:pt x="7706" y="19247"/>
                  </a:cubicBezTo>
                  <a:cubicBezTo>
                    <a:pt x="7739" y="18113"/>
                    <a:pt x="7706" y="16979"/>
                    <a:pt x="7672" y="15845"/>
                  </a:cubicBezTo>
                  <a:cubicBezTo>
                    <a:pt x="7639" y="14744"/>
                    <a:pt x="7672" y="13643"/>
                    <a:pt x="7873" y="12576"/>
                  </a:cubicBezTo>
                  <a:cubicBezTo>
                    <a:pt x="8073" y="11475"/>
                    <a:pt x="8573" y="10474"/>
                    <a:pt x="9340" y="9741"/>
                  </a:cubicBezTo>
                  <a:cubicBezTo>
                    <a:pt x="10141" y="8973"/>
                    <a:pt x="11075" y="8406"/>
                    <a:pt x="12009" y="7772"/>
                  </a:cubicBezTo>
                  <a:cubicBezTo>
                    <a:pt x="12910" y="7139"/>
                    <a:pt x="13844" y="6505"/>
                    <a:pt x="14711" y="5771"/>
                  </a:cubicBezTo>
                  <a:cubicBezTo>
                    <a:pt x="15144" y="5404"/>
                    <a:pt x="15645" y="4904"/>
                    <a:pt x="16112" y="4337"/>
                  </a:cubicBezTo>
                  <a:cubicBezTo>
                    <a:pt x="16545" y="3770"/>
                    <a:pt x="17012" y="3136"/>
                    <a:pt x="17279" y="2469"/>
                  </a:cubicBezTo>
                  <a:cubicBezTo>
                    <a:pt x="17446" y="2168"/>
                    <a:pt x="17513" y="1835"/>
                    <a:pt x="17613" y="1535"/>
                  </a:cubicBezTo>
                  <a:cubicBezTo>
                    <a:pt x="17713" y="1268"/>
                    <a:pt x="17746" y="968"/>
                    <a:pt x="17780" y="767"/>
                  </a:cubicBezTo>
                  <a:cubicBezTo>
                    <a:pt x="17846" y="300"/>
                    <a:pt x="17846" y="0"/>
                    <a:pt x="17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44" name="Google Shape;5844;p69"/>
            <p:cNvSpPr/>
            <p:nvPr/>
          </p:nvSpPr>
          <p:spPr>
            <a:xfrm>
              <a:off x="3426382" y="2824856"/>
              <a:ext cx="212413" cy="61852"/>
            </a:xfrm>
            <a:custGeom>
              <a:avLst/>
              <a:gdLst/>
              <a:ahLst/>
              <a:cxnLst/>
              <a:rect l="l" t="t" r="r" b="b"/>
              <a:pathLst>
                <a:path w="13177" h="3837" extrusionOk="0">
                  <a:moveTo>
                    <a:pt x="13176" y="0"/>
                  </a:moveTo>
                  <a:cubicBezTo>
                    <a:pt x="13143" y="0"/>
                    <a:pt x="12810" y="267"/>
                    <a:pt x="12376" y="534"/>
                  </a:cubicBezTo>
                  <a:cubicBezTo>
                    <a:pt x="11976" y="834"/>
                    <a:pt x="11475" y="1168"/>
                    <a:pt x="11208" y="1301"/>
                  </a:cubicBezTo>
                  <a:cubicBezTo>
                    <a:pt x="9874" y="2135"/>
                    <a:pt x="8440" y="2769"/>
                    <a:pt x="6872" y="3169"/>
                  </a:cubicBezTo>
                  <a:cubicBezTo>
                    <a:pt x="6105" y="3336"/>
                    <a:pt x="5338" y="3503"/>
                    <a:pt x="4537" y="3536"/>
                  </a:cubicBezTo>
                  <a:cubicBezTo>
                    <a:pt x="4337" y="3603"/>
                    <a:pt x="4170" y="3603"/>
                    <a:pt x="3970" y="3603"/>
                  </a:cubicBezTo>
                  <a:lnTo>
                    <a:pt x="3369" y="3603"/>
                  </a:lnTo>
                  <a:cubicBezTo>
                    <a:pt x="3003" y="3603"/>
                    <a:pt x="2569" y="3536"/>
                    <a:pt x="2202" y="3503"/>
                  </a:cubicBezTo>
                  <a:cubicBezTo>
                    <a:pt x="1802" y="3469"/>
                    <a:pt x="1235" y="3436"/>
                    <a:pt x="801" y="3369"/>
                  </a:cubicBezTo>
                  <a:cubicBezTo>
                    <a:pt x="367" y="3336"/>
                    <a:pt x="34" y="3303"/>
                    <a:pt x="34" y="3303"/>
                  </a:cubicBezTo>
                  <a:lnTo>
                    <a:pt x="34" y="3303"/>
                  </a:lnTo>
                  <a:cubicBezTo>
                    <a:pt x="0" y="3436"/>
                    <a:pt x="1635" y="3770"/>
                    <a:pt x="2202" y="3803"/>
                  </a:cubicBezTo>
                  <a:cubicBezTo>
                    <a:pt x="2636" y="3803"/>
                    <a:pt x="3003" y="3836"/>
                    <a:pt x="3403" y="3836"/>
                  </a:cubicBezTo>
                  <a:lnTo>
                    <a:pt x="4003" y="3836"/>
                  </a:lnTo>
                  <a:cubicBezTo>
                    <a:pt x="4170" y="3836"/>
                    <a:pt x="4370" y="3803"/>
                    <a:pt x="4604" y="3803"/>
                  </a:cubicBezTo>
                  <a:cubicBezTo>
                    <a:pt x="5438" y="3770"/>
                    <a:pt x="6171" y="3536"/>
                    <a:pt x="6972" y="3369"/>
                  </a:cubicBezTo>
                  <a:cubicBezTo>
                    <a:pt x="8506" y="2969"/>
                    <a:pt x="10008" y="2369"/>
                    <a:pt x="11375" y="1601"/>
                  </a:cubicBezTo>
                  <a:cubicBezTo>
                    <a:pt x="11542" y="1501"/>
                    <a:pt x="11775" y="1368"/>
                    <a:pt x="11976" y="1134"/>
                  </a:cubicBezTo>
                  <a:cubicBezTo>
                    <a:pt x="12142" y="968"/>
                    <a:pt x="12376" y="801"/>
                    <a:pt x="12543" y="634"/>
                  </a:cubicBezTo>
                  <a:cubicBezTo>
                    <a:pt x="12943" y="301"/>
                    <a:pt x="13176" y="0"/>
                    <a:pt x="13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45" name="Google Shape;5845;p69"/>
            <p:cNvSpPr/>
            <p:nvPr/>
          </p:nvSpPr>
          <p:spPr>
            <a:xfrm>
              <a:off x="3466166" y="2854968"/>
              <a:ext cx="155429" cy="44104"/>
            </a:xfrm>
            <a:custGeom>
              <a:avLst/>
              <a:gdLst/>
              <a:ahLst/>
              <a:cxnLst/>
              <a:rect l="l" t="t" r="r" b="b"/>
              <a:pathLst>
                <a:path w="9642" h="2736" extrusionOk="0">
                  <a:moveTo>
                    <a:pt x="9641" y="0"/>
                  </a:moveTo>
                  <a:cubicBezTo>
                    <a:pt x="9574" y="0"/>
                    <a:pt x="9341" y="167"/>
                    <a:pt x="9041" y="401"/>
                  </a:cubicBezTo>
                  <a:lnTo>
                    <a:pt x="8540" y="634"/>
                  </a:lnTo>
                  <a:cubicBezTo>
                    <a:pt x="8407" y="701"/>
                    <a:pt x="8240" y="801"/>
                    <a:pt x="8173" y="834"/>
                  </a:cubicBezTo>
                  <a:cubicBezTo>
                    <a:pt x="7173" y="1435"/>
                    <a:pt x="6038" y="1702"/>
                    <a:pt x="4938" y="2068"/>
                  </a:cubicBezTo>
                  <a:cubicBezTo>
                    <a:pt x="4029" y="2353"/>
                    <a:pt x="3047" y="2443"/>
                    <a:pt x="2075" y="2443"/>
                  </a:cubicBezTo>
                  <a:cubicBezTo>
                    <a:pt x="1906" y="2443"/>
                    <a:pt x="1737" y="2440"/>
                    <a:pt x="1569" y="2435"/>
                  </a:cubicBezTo>
                  <a:cubicBezTo>
                    <a:pt x="935" y="2435"/>
                    <a:pt x="1" y="2602"/>
                    <a:pt x="1" y="2636"/>
                  </a:cubicBezTo>
                  <a:cubicBezTo>
                    <a:pt x="1" y="2669"/>
                    <a:pt x="1168" y="2736"/>
                    <a:pt x="1569" y="2736"/>
                  </a:cubicBezTo>
                  <a:cubicBezTo>
                    <a:pt x="2703" y="2636"/>
                    <a:pt x="3904" y="2535"/>
                    <a:pt x="5004" y="2169"/>
                  </a:cubicBezTo>
                  <a:cubicBezTo>
                    <a:pt x="6139" y="1902"/>
                    <a:pt x="7239" y="1601"/>
                    <a:pt x="8307" y="1101"/>
                  </a:cubicBezTo>
                  <a:cubicBezTo>
                    <a:pt x="8540" y="968"/>
                    <a:pt x="8874" y="734"/>
                    <a:pt x="9174" y="467"/>
                  </a:cubicBezTo>
                  <a:cubicBezTo>
                    <a:pt x="9474" y="234"/>
                    <a:pt x="9641" y="0"/>
                    <a:pt x="96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46" name="Google Shape;5846;p69"/>
            <p:cNvSpPr/>
            <p:nvPr/>
          </p:nvSpPr>
          <p:spPr>
            <a:xfrm>
              <a:off x="3651691" y="2752268"/>
              <a:ext cx="128525" cy="68865"/>
            </a:xfrm>
            <a:custGeom>
              <a:avLst/>
              <a:gdLst/>
              <a:ahLst/>
              <a:cxnLst/>
              <a:rect l="l" t="t" r="r" b="b"/>
              <a:pathLst>
                <a:path w="7973" h="4272" extrusionOk="0">
                  <a:moveTo>
                    <a:pt x="7972" y="0"/>
                  </a:moveTo>
                  <a:cubicBezTo>
                    <a:pt x="7972" y="0"/>
                    <a:pt x="7672" y="0"/>
                    <a:pt x="7339" y="33"/>
                  </a:cubicBezTo>
                  <a:cubicBezTo>
                    <a:pt x="7172" y="100"/>
                    <a:pt x="7005" y="100"/>
                    <a:pt x="6838" y="134"/>
                  </a:cubicBezTo>
                  <a:cubicBezTo>
                    <a:pt x="6705" y="167"/>
                    <a:pt x="6538" y="200"/>
                    <a:pt x="6471" y="267"/>
                  </a:cubicBezTo>
                  <a:cubicBezTo>
                    <a:pt x="4503" y="967"/>
                    <a:pt x="2702" y="2035"/>
                    <a:pt x="1034" y="3202"/>
                  </a:cubicBezTo>
                  <a:cubicBezTo>
                    <a:pt x="567" y="3603"/>
                    <a:pt x="0" y="4203"/>
                    <a:pt x="33" y="4270"/>
                  </a:cubicBezTo>
                  <a:cubicBezTo>
                    <a:pt x="34" y="4271"/>
                    <a:pt x="36" y="4271"/>
                    <a:pt x="37" y="4271"/>
                  </a:cubicBezTo>
                  <a:cubicBezTo>
                    <a:pt x="109" y="4271"/>
                    <a:pt x="908" y="3664"/>
                    <a:pt x="1201" y="3469"/>
                  </a:cubicBezTo>
                  <a:cubicBezTo>
                    <a:pt x="1968" y="2802"/>
                    <a:pt x="2835" y="2202"/>
                    <a:pt x="3703" y="1701"/>
                  </a:cubicBezTo>
                  <a:cubicBezTo>
                    <a:pt x="4637" y="1201"/>
                    <a:pt x="5537" y="801"/>
                    <a:pt x="6538" y="534"/>
                  </a:cubicBezTo>
                  <a:cubicBezTo>
                    <a:pt x="6671" y="500"/>
                    <a:pt x="6838" y="467"/>
                    <a:pt x="6972" y="334"/>
                  </a:cubicBezTo>
                  <a:cubicBezTo>
                    <a:pt x="7072" y="300"/>
                    <a:pt x="7239" y="267"/>
                    <a:pt x="7405" y="200"/>
                  </a:cubicBezTo>
                  <a:cubicBezTo>
                    <a:pt x="7706" y="100"/>
                    <a:pt x="7972" y="0"/>
                    <a:pt x="79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47" name="Google Shape;5847;p69"/>
            <p:cNvSpPr/>
            <p:nvPr/>
          </p:nvSpPr>
          <p:spPr>
            <a:xfrm>
              <a:off x="3629639" y="2789843"/>
              <a:ext cx="96801" cy="61562"/>
            </a:xfrm>
            <a:custGeom>
              <a:avLst/>
              <a:gdLst/>
              <a:ahLst/>
              <a:cxnLst/>
              <a:rect l="l" t="t" r="r" b="b"/>
              <a:pathLst>
                <a:path w="6005" h="3819" extrusionOk="0">
                  <a:moveTo>
                    <a:pt x="5977" y="0"/>
                  </a:moveTo>
                  <a:cubicBezTo>
                    <a:pt x="5812" y="0"/>
                    <a:pt x="5053" y="183"/>
                    <a:pt x="4837" y="338"/>
                  </a:cubicBezTo>
                  <a:cubicBezTo>
                    <a:pt x="4103" y="705"/>
                    <a:pt x="3436" y="1172"/>
                    <a:pt x="2769" y="1639"/>
                  </a:cubicBezTo>
                  <a:cubicBezTo>
                    <a:pt x="2435" y="1872"/>
                    <a:pt x="2102" y="2106"/>
                    <a:pt x="1768" y="2339"/>
                  </a:cubicBezTo>
                  <a:cubicBezTo>
                    <a:pt x="1435" y="2606"/>
                    <a:pt x="1168" y="2839"/>
                    <a:pt x="834" y="3106"/>
                  </a:cubicBezTo>
                  <a:cubicBezTo>
                    <a:pt x="668" y="3206"/>
                    <a:pt x="434" y="3440"/>
                    <a:pt x="267" y="3540"/>
                  </a:cubicBezTo>
                  <a:cubicBezTo>
                    <a:pt x="100" y="3673"/>
                    <a:pt x="0" y="3773"/>
                    <a:pt x="0" y="3807"/>
                  </a:cubicBezTo>
                  <a:cubicBezTo>
                    <a:pt x="0" y="3815"/>
                    <a:pt x="13" y="3819"/>
                    <a:pt x="36" y="3819"/>
                  </a:cubicBezTo>
                  <a:cubicBezTo>
                    <a:pt x="109" y="3819"/>
                    <a:pt x="281" y="3775"/>
                    <a:pt x="434" y="3673"/>
                  </a:cubicBezTo>
                  <a:cubicBezTo>
                    <a:pt x="701" y="3540"/>
                    <a:pt x="901" y="3373"/>
                    <a:pt x="1034" y="3306"/>
                  </a:cubicBezTo>
                  <a:cubicBezTo>
                    <a:pt x="1335" y="3006"/>
                    <a:pt x="1602" y="2706"/>
                    <a:pt x="1902" y="2473"/>
                  </a:cubicBezTo>
                  <a:cubicBezTo>
                    <a:pt x="2202" y="2206"/>
                    <a:pt x="2536" y="1972"/>
                    <a:pt x="2869" y="1772"/>
                  </a:cubicBezTo>
                  <a:cubicBezTo>
                    <a:pt x="3536" y="1305"/>
                    <a:pt x="4237" y="938"/>
                    <a:pt x="4937" y="605"/>
                  </a:cubicBezTo>
                  <a:cubicBezTo>
                    <a:pt x="5271" y="438"/>
                    <a:pt x="6005" y="37"/>
                    <a:pt x="6005" y="4"/>
                  </a:cubicBezTo>
                  <a:cubicBezTo>
                    <a:pt x="6000" y="2"/>
                    <a:pt x="5990" y="0"/>
                    <a:pt x="59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48" name="Google Shape;5848;p69"/>
            <p:cNvSpPr/>
            <p:nvPr/>
          </p:nvSpPr>
          <p:spPr>
            <a:xfrm>
              <a:off x="3605975" y="2827338"/>
              <a:ext cx="80133" cy="55598"/>
            </a:xfrm>
            <a:custGeom>
              <a:avLst/>
              <a:gdLst/>
              <a:ahLst/>
              <a:cxnLst/>
              <a:rect l="l" t="t" r="r" b="b"/>
              <a:pathLst>
                <a:path w="4971" h="3449" extrusionOk="0">
                  <a:moveTo>
                    <a:pt x="4903" y="1"/>
                  </a:moveTo>
                  <a:cubicBezTo>
                    <a:pt x="4819" y="1"/>
                    <a:pt x="4687" y="38"/>
                    <a:pt x="4537" y="113"/>
                  </a:cubicBezTo>
                  <a:cubicBezTo>
                    <a:pt x="4337" y="180"/>
                    <a:pt x="4070" y="280"/>
                    <a:pt x="4004" y="347"/>
                  </a:cubicBezTo>
                  <a:cubicBezTo>
                    <a:pt x="3403" y="780"/>
                    <a:pt x="2903" y="1214"/>
                    <a:pt x="2369" y="1648"/>
                  </a:cubicBezTo>
                  <a:cubicBezTo>
                    <a:pt x="1835" y="2048"/>
                    <a:pt x="1202" y="2348"/>
                    <a:pt x="634" y="2682"/>
                  </a:cubicBezTo>
                  <a:cubicBezTo>
                    <a:pt x="534" y="2782"/>
                    <a:pt x="468" y="2815"/>
                    <a:pt x="368" y="2882"/>
                  </a:cubicBezTo>
                  <a:cubicBezTo>
                    <a:pt x="301" y="2982"/>
                    <a:pt x="234" y="3049"/>
                    <a:pt x="167" y="3149"/>
                  </a:cubicBezTo>
                  <a:cubicBezTo>
                    <a:pt x="34" y="3315"/>
                    <a:pt x="1" y="3449"/>
                    <a:pt x="1" y="3449"/>
                  </a:cubicBezTo>
                  <a:cubicBezTo>
                    <a:pt x="34" y="3449"/>
                    <a:pt x="167" y="3349"/>
                    <a:pt x="334" y="3215"/>
                  </a:cubicBezTo>
                  <a:cubicBezTo>
                    <a:pt x="501" y="3115"/>
                    <a:pt x="701" y="3015"/>
                    <a:pt x="801" y="2949"/>
                  </a:cubicBezTo>
                  <a:cubicBezTo>
                    <a:pt x="1302" y="2515"/>
                    <a:pt x="1902" y="2215"/>
                    <a:pt x="2469" y="1781"/>
                  </a:cubicBezTo>
                  <a:cubicBezTo>
                    <a:pt x="3003" y="1347"/>
                    <a:pt x="3537" y="947"/>
                    <a:pt x="4137" y="614"/>
                  </a:cubicBezTo>
                  <a:cubicBezTo>
                    <a:pt x="4237" y="513"/>
                    <a:pt x="4471" y="380"/>
                    <a:pt x="4671" y="280"/>
                  </a:cubicBezTo>
                  <a:cubicBezTo>
                    <a:pt x="4837" y="147"/>
                    <a:pt x="4971" y="13"/>
                    <a:pt x="4971" y="13"/>
                  </a:cubicBezTo>
                  <a:cubicBezTo>
                    <a:pt x="4954" y="5"/>
                    <a:pt x="4931" y="1"/>
                    <a:pt x="49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49" name="Google Shape;5849;p69"/>
            <p:cNvSpPr/>
            <p:nvPr/>
          </p:nvSpPr>
          <p:spPr>
            <a:xfrm>
              <a:off x="3908177" y="2655419"/>
              <a:ext cx="147353" cy="85033"/>
            </a:xfrm>
            <a:custGeom>
              <a:avLst/>
              <a:gdLst/>
              <a:ahLst/>
              <a:cxnLst/>
              <a:rect l="l" t="t" r="r" b="b"/>
              <a:pathLst>
                <a:path w="9141" h="5275" extrusionOk="0">
                  <a:moveTo>
                    <a:pt x="9129" y="0"/>
                  </a:moveTo>
                  <a:cubicBezTo>
                    <a:pt x="9068" y="0"/>
                    <a:pt x="8820" y="190"/>
                    <a:pt x="8573" y="437"/>
                  </a:cubicBezTo>
                  <a:cubicBezTo>
                    <a:pt x="8406" y="538"/>
                    <a:pt x="8240" y="671"/>
                    <a:pt x="8106" y="804"/>
                  </a:cubicBezTo>
                  <a:cubicBezTo>
                    <a:pt x="7939" y="938"/>
                    <a:pt x="7806" y="1005"/>
                    <a:pt x="7739" y="1105"/>
                  </a:cubicBezTo>
                  <a:cubicBezTo>
                    <a:pt x="6905" y="1939"/>
                    <a:pt x="5905" y="2606"/>
                    <a:pt x="4837" y="3206"/>
                  </a:cubicBezTo>
                  <a:cubicBezTo>
                    <a:pt x="4303" y="3473"/>
                    <a:pt x="3770" y="3807"/>
                    <a:pt x="3236" y="4007"/>
                  </a:cubicBezTo>
                  <a:lnTo>
                    <a:pt x="2402" y="4340"/>
                  </a:lnTo>
                  <a:lnTo>
                    <a:pt x="1568" y="4640"/>
                  </a:lnTo>
                  <a:cubicBezTo>
                    <a:pt x="1268" y="4774"/>
                    <a:pt x="834" y="4874"/>
                    <a:pt x="567" y="5007"/>
                  </a:cubicBezTo>
                  <a:cubicBezTo>
                    <a:pt x="234" y="5141"/>
                    <a:pt x="0" y="5208"/>
                    <a:pt x="0" y="5274"/>
                  </a:cubicBezTo>
                  <a:cubicBezTo>
                    <a:pt x="0" y="5274"/>
                    <a:pt x="301" y="5208"/>
                    <a:pt x="668" y="5141"/>
                  </a:cubicBezTo>
                  <a:cubicBezTo>
                    <a:pt x="834" y="5107"/>
                    <a:pt x="1068" y="5041"/>
                    <a:pt x="1235" y="5007"/>
                  </a:cubicBezTo>
                  <a:cubicBezTo>
                    <a:pt x="1401" y="4974"/>
                    <a:pt x="1568" y="4941"/>
                    <a:pt x="1635" y="4874"/>
                  </a:cubicBezTo>
                  <a:lnTo>
                    <a:pt x="2469" y="4540"/>
                  </a:lnTo>
                  <a:lnTo>
                    <a:pt x="3303" y="4173"/>
                  </a:lnTo>
                  <a:cubicBezTo>
                    <a:pt x="3836" y="3940"/>
                    <a:pt x="4337" y="3640"/>
                    <a:pt x="4904" y="3340"/>
                  </a:cubicBezTo>
                  <a:cubicBezTo>
                    <a:pt x="5938" y="2706"/>
                    <a:pt x="6972" y="2105"/>
                    <a:pt x="7906" y="1305"/>
                  </a:cubicBezTo>
                  <a:cubicBezTo>
                    <a:pt x="7973" y="1171"/>
                    <a:pt x="8140" y="1105"/>
                    <a:pt x="8340" y="1005"/>
                  </a:cubicBezTo>
                  <a:cubicBezTo>
                    <a:pt x="8473" y="838"/>
                    <a:pt x="8607" y="671"/>
                    <a:pt x="8740" y="538"/>
                  </a:cubicBezTo>
                  <a:cubicBezTo>
                    <a:pt x="8973" y="237"/>
                    <a:pt x="9140" y="4"/>
                    <a:pt x="9140" y="4"/>
                  </a:cubicBezTo>
                  <a:cubicBezTo>
                    <a:pt x="9138" y="1"/>
                    <a:pt x="9134" y="0"/>
                    <a:pt x="91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50" name="Google Shape;5850;p69"/>
            <p:cNvSpPr/>
            <p:nvPr/>
          </p:nvSpPr>
          <p:spPr>
            <a:xfrm>
              <a:off x="3949041" y="2683435"/>
              <a:ext cx="90885" cy="58129"/>
            </a:xfrm>
            <a:custGeom>
              <a:avLst/>
              <a:gdLst/>
              <a:ahLst/>
              <a:cxnLst/>
              <a:rect l="l" t="t" r="r" b="b"/>
              <a:pathLst>
                <a:path w="5638" h="3606" extrusionOk="0">
                  <a:moveTo>
                    <a:pt x="5638" y="0"/>
                  </a:moveTo>
                  <a:cubicBezTo>
                    <a:pt x="5638" y="0"/>
                    <a:pt x="5471" y="134"/>
                    <a:pt x="5271" y="267"/>
                  </a:cubicBezTo>
                  <a:cubicBezTo>
                    <a:pt x="5204" y="301"/>
                    <a:pt x="5071" y="401"/>
                    <a:pt x="4971" y="467"/>
                  </a:cubicBezTo>
                  <a:cubicBezTo>
                    <a:pt x="4871" y="567"/>
                    <a:pt x="4771" y="601"/>
                    <a:pt x="4737" y="634"/>
                  </a:cubicBezTo>
                  <a:cubicBezTo>
                    <a:pt x="3603" y="1602"/>
                    <a:pt x="2169" y="2169"/>
                    <a:pt x="834" y="2902"/>
                  </a:cubicBezTo>
                  <a:cubicBezTo>
                    <a:pt x="468" y="3103"/>
                    <a:pt x="1" y="3570"/>
                    <a:pt x="67" y="3603"/>
                  </a:cubicBezTo>
                  <a:cubicBezTo>
                    <a:pt x="69" y="3604"/>
                    <a:pt x="71" y="3605"/>
                    <a:pt x="75" y="3605"/>
                  </a:cubicBezTo>
                  <a:cubicBezTo>
                    <a:pt x="157" y="3605"/>
                    <a:pt x="779" y="3264"/>
                    <a:pt x="1035" y="3136"/>
                  </a:cubicBezTo>
                  <a:cubicBezTo>
                    <a:pt x="2269" y="2302"/>
                    <a:pt x="3703" y="1735"/>
                    <a:pt x="4937" y="868"/>
                  </a:cubicBezTo>
                  <a:cubicBezTo>
                    <a:pt x="5004" y="768"/>
                    <a:pt x="5104" y="734"/>
                    <a:pt x="5138" y="634"/>
                  </a:cubicBezTo>
                  <a:cubicBezTo>
                    <a:pt x="5238" y="567"/>
                    <a:pt x="5304" y="434"/>
                    <a:pt x="5404" y="334"/>
                  </a:cubicBezTo>
                  <a:cubicBezTo>
                    <a:pt x="5571" y="167"/>
                    <a:pt x="5638" y="0"/>
                    <a:pt x="56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51" name="Google Shape;5851;p69"/>
            <p:cNvSpPr/>
            <p:nvPr/>
          </p:nvSpPr>
          <p:spPr>
            <a:xfrm>
              <a:off x="3965177" y="2718561"/>
              <a:ext cx="44636" cy="26550"/>
            </a:xfrm>
            <a:custGeom>
              <a:avLst/>
              <a:gdLst/>
              <a:ahLst/>
              <a:cxnLst/>
              <a:rect l="l" t="t" r="r" b="b"/>
              <a:pathLst>
                <a:path w="2769" h="1647" extrusionOk="0">
                  <a:moveTo>
                    <a:pt x="2717" y="1"/>
                  </a:moveTo>
                  <a:cubicBezTo>
                    <a:pt x="2611" y="1"/>
                    <a:pt x="2371" y="72"/>
                    <a:pt x="2269" y="123"/>
                  </a:cubicBezTo>
                  <a:cubicBezTo>
                    <a:pt x="1701" y="557"/>
                    <a:pt x="1101" y="1024"/>
                    <a:pt x="434" y="1257"/>
                  </a:cubicBezTo>
                  <a:cubicBezTo>
                    <a:pt x="300" y="1357"/>
                    <a:pt x="34" y="1591"/>
                    <a:pt x="0" y="1624"/>
                  </a:cubicBezTo>
                  <a:cubicBezTo>
                    <a:pt x="0" y="1640"/>
                    <a:pt x="24" y="1646"/>
                    <a:pt x="61" y="1646"/>
                  </a:cubicBezTo>
                  <a:cubicBezTo>
                    <a:pt x="186" y="1646"/>
                    <a:pt x="465" y="1575"/>
                    <a:pt x="567" y="1524"/>
                  </a:cubicBezTo>
                  <a:cubicBezTo>
                    <a:pt x="1134" y="1090"/>
                    <a:pt x="1735" y="623"/>
                    <a:pt x="2402" y="390"/>
                  </a:cubicBezTo>
                  <a:cubicBezTo>
                    <a:pt x="2569" y="290"/>
                    <a:pt x="2769" y="56"/>
                    <a:pt x="2769" y="23"/>
                  </a:cubicBezTo>
                  <a:cubicBezTo>
                    <a:pt x="2769" y="7"/>
                    <a:pt x="2749" y="1"/>
                    <a:pt x="27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5852" name="Google Shape;5852;p69"/>
            <p:cNvGrpSpPr/>
            <p:nvPr/>
          </p:nvGrpSpPr>
          <p:grpSpPr>
            <a:xfrm>
              <a:off x="3552199" y="2142416"/>
              <a:ext cx="384494" cy="681376"/>
              <a:chOff x="3552199" y="2142416"/>
              <a:chExt cx="384494" cy="681376"/>
            </a:xfrm>
          </p:grpSpPr>
          <p:sp>
            <p:nvSpPr>
              <p:cNvPr id="5853" name="Google Shape;5853;p69"/>
              <p:cNvSpPr/>
              <p:nvPr/>
            </p:nvSpPr>
            <p:spPr>
              <a:xfrm>
                <a:off x="3557051" y="2785007"/>
                <a:ext cx="12380" cy="38785"/>
              </a:xfrm>
              <a:custGeom>
                <a:avLst/>
                <a:gdLst/>
                <a:ahLst/>
                <a:cxnLst/>
                <a:rect l="l" t="t" r="r" b="b"/>
                <a:pathLst>
                  <a:path w="768" h="2406" extrusionOk="0">
                    <a:moveTo>
                      <a:pt x="287" y="1"/>
                    </a:moveTo>
                    <a:cubicBezTo>
                      <a:pt x="280" y="1"/>
                      <a:pt x="274" y="2"/>
                      <a:pt x="267" y="4"/>
                    </a:cubicBezTo>
                    <a:cubicBezTo>
                      <a:pt x="167" y="4"/>
                      <a:pt x="0" y="337"/>
                      <a:pt x="0" y="438"/>
                    </a:cubicBezTo>
                    <a:cubicBezTo>
                      <a:pt x="234" y="938"/>
                      <a:pt x="267" y="1472"/>
                      <a:pt x="200" y="2072"/>
                    </a:cubicBezTo>
                    <a:cubicBezTo>
                      <a:pt x="234" y="2239"/>
                      <a:pt x="501" y="2406"/>
                      <a:pt x="567" y="2406"/>
                    </a:cubicBezTo>
                    <a:cubicBezTo>
                      <a:pt x="667" y="2406"/>
                      <a:pt x="767" y="2072"/>
                      <a:pt x="767" y="1972"/>
                    </a:cubicBezTo>
                    <a:cubicBezTo>
                      <a:pt x="534" y="1472"/>
                      <a:pt x="434" y="905"/>
                      <a:pt x="567" y="337"/>
                    </a:cubicBezTo>
                    <a:cubicBezTo>
                      <a:pt x="536" y="213"/>
                      <a:pt x="388" y="1"/>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54" name="Google Shape;5854;p69"/>
              <p:cNvSpPr/>
              <p:nvPr/>
            </p:nvSpPr>
            <p:spPr>
              <a:xfrm>
                <a:off x="3552199" y="2725911"/>
                <a:ext cx="10784" cy="39816"/>
              </a:xfrm>
              <a:custGeom>
                <a:avLst/>
                <a:gdLst/>
                <a:ahLst/>
                <a:cxnLst/>
                <a:rect l="l" t="t" r="r" b="b"/>
                <a:pathLst>
                  <a:path w="669" h="2470" extrusionOk="0">
                    <a:moveTo>
                      <a:pt x="335" y="1"/>
                    </a:moveTo>
                    <a:cubicBezTo>
                      <a:pt x="201" y="1"/>
                      <a:pt x="1" y="334"/>
                      <a:pt x="1" y="434"/>
                    </a:cubicBezTo>
                    <a:cubicBezTo>
                      <a:pt x="168" y="968"/>
                      <a:pt x="201" y="1568"/>
                      <a:pt x="68" y="2102"/>
                    </a:cubicBezTo>
                    <a:cubicBezTo>
                      <a:pt x="68" y="2269"/>
                      <a:pt x="335" y="2469"/>
                      <a:pt x="401" y="2469"/>
                    </a:cubicBezTo>
                    <a:cubicBezTo>
                      <a:pt x="501" y="2436"/>
                      <a:pt x="668" y="2135"/>
                      <a:pt x="668" y="2069"/>
                    </a:cubicBezTo>
                    <a:cubicBezTo>
                      <a:pt x="468" y="1502"/>
                      <a:pt x="401" y="968"/>
                      <a:pt x="568" y="434"/>
                    </a:cubicBezTo>
                    <a:cubicBezTo>
                      <a:pt x="568" y="267"/>
                      <a:pt x="401" y="1"/>
                      <a:pt x="3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55" name="Google Shape;5855;p69"/>
              <p:cNvSpPr/>
              <p:nvPr/>
            </p:nvSpPr>
            <p:spPr>
              <a:xfrm>
                <a:off x="3552199" y="2667686"/>
                <a:ext cx="8624" cy="38881"/>
              </a:xfrm>
              <a:custGeom>
                <a:avLst/>
                <a:gdLst/>
                <a:ahLst/>
                <a:cxnLst/>
                <a:rect l="l" t="t" r="r" b="b"/>
                <a:pathLst>
                  <a:path w="535" h="2412" extrusionOk="0">
                    <a:moveTo>
                      <a:pt x="302" y="0"/>
                    </a:moveTo>
                    <a:cubicBezTo>
                      <a:pt x="191" y="0"/>
                      <a:pt x="1" y="257"/>
                      <a:pt x="1" y="377"/>
                    </a:cubicBezTo>
                    <a:cubicBezTo>
                      <a:pt x="168" y="944"/>
                      <a:pt x="168" y="1511"/>
                      <a:pt x="1" y="2045"/>
                    </a:cubicBezTo>
                    <a:cubicBezTo>
                      <a:pt x="1" y="2212"/>
                      <a:pt x="201" y="2412"/>
                      <a:pt x="301" y="2412"/>
                    </a:cubicBezTo>
                    <a:cubicBezTo>
                      <a:pt x="368" y="2412"/>
                      <a:pt x="535" y="2112"/>
                      <a:pt x="535" y="2045"/>
                    </a:cubicBezTo>
                    <a:cubicBezTo>
                      <a:pt x="368" y="1511"/>
                      <a:pt x="368" y="944"/>
                      <a:pt x="535" y="410"/>
                    </a:cubicBezTo>
                    <a:cubicBezTo>
                      <a:pt x="535" y="277"/>
                      <a:pt x="401" y="10"/>
                      <a:pt x="335" y="10"/>
                    </a:cubicBezTo>
                    <a:cubicBezTo>
                      <a:pt x="325" y="3"/>
                      <a:pt x="314" y="0"/>
                      <a:pt x="3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56" name="Google Shape;5856;p69"/>
              <p:cNvSpPr/>
              <p:nvPr/>
            </p:nvSpPr>
            <p:spPr>
              <a:xfrm>
                <a:off x="3552747" y="2608687"/>
                <a:ext cx="11300" cy="39268"/>
              </a:xfrm>
              <a:custGeom>
                <a:avLst/>
                <a:gdLst/>
                <a:ahLst/>
                <a:cxnLst/>
                <a:rect l="l" t="t" r="r" b="b"/>
                <a:pathLst>
                  <a:path w="701" h="2436" extrusionOk="0">
                    <a:moveTo>
                      <a:pt x="501" y="1"/>
                    </a:moveTo>
                    <a:cubicBezTo>
                      <a:pt x="367" y="1"/>
                      <a:pt x="134" y="268"/>
                      <a:pt x="134" y="368"/>
                    </a:cubicBezTo>
                    <a:cubicBezTo>
                      <a:pt x="267" y="935"/>
                      <a:pt x="200" y="1502"/>
                      <a:pt x="0" y="2036"/>
                    </a:cubicBezTo>
                    <a:cubicBezTo>
                      <a:pt x="0" y="2202"/>
                      <a:pt x="200" y="2436"/>
                      <a:pt x="301" y="2436"/>
                    </a:cubicBezTo>
                    <a:cubicBezTo>
                      <a:pt x="367" y="2436"/>
                      <a:pt x="601" y="2169"/>
                      <a:pt x="601" y="2069"/>
                    </a:cubicBezTo>
                    <a:cubicBezTo>
                      <a:pt x="467" y="1535"/>
                      <a:pt x="501" y="1001"/>
                      <a:pt x="701" y="434"/>
                    </a:cubicBezTo>
                    <a:cubicBezTo>
                      <a:pt x="701" y="334"/>
                      <a:pt x="601" y="34"/>
                      <a:pt x="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57" name="Google Shape;5857;p69"/>
              <p:cNvSpPr/>
              <p:nvPr/>
            </p:nvSpPr>
            <p:spPr>
              <a:xfrm>
                <a:off x="3557583" y="2551106"/>
                <a:ext cx="13460" cy="38817"/>
              </a:xfrm>
              <a:custGeom>
                <a:avLst/>
                <a:gdLst/>
                <a:ahLst/>
                <a:cxnLst/>
                <a:rect l="l" t="t" r="r" b="b"/>
                <a:pathLst>
                  <a:path w="835" h="2408" extrusionOk="0">
                    <a:moveTo>
                      <a:pt x="645" y="1"/>
                    </a:moveTo>
                    <a:cubicBezTo>
                      <a:pt x="504" y="1"/>
                      <a:pt x="234" y="274"/>
                      <a:pt x="234" y="337"/>
                    </a:cubicBezTo>
                    <a:cubicBezTo>
                      <a:pt x="367" y="904"/>
                      <a:pt x="301" y="1438"/>
                      <a:pt x="34" y="1972"/>
                    </a:cubicBezTo>
                    <a:cubicBezTo>
                      <a:pt x="1" y="2138"/>
                      <a:pt x="201" y="2405"/>
                      <a:pt x="301" y="2405"/>
                    </a:cubicBezTo>
                    <a:cubicBezTo>
                      <a:pt x="306" y="2407"/>
                      <a:pt x="312" y="2408"/>
                      <a:pt x="317" y="2408"/>
                    </a:cubicBezTo>
                    <a:cubicBezTo>
                      <a:pt x="425" y="2408"/>
                      <a:pt x="634" y="2135"/>
                      <a:pt x="634" y="2072"/>
                    </a:cubicBezTo>
                    <a:cubicBezTo>
                      <a:pt x="501" y="1471"/>
                      <a:pt x="568" y="938"/>
                      <a:pt x="834" y="437"/>
                    </a:cubicBezTo>
                    <a:cubicBezTo>
                      <a:pt x="834" y="304"/>
                      <a:pt x="734" y="4"/>
                      <a:pt x="668" y="4"/>
                    </a:cubicBezTo>
                    <a:cubicBezTo>
                      <a:pt x="661" y="2"/>
                      <a:pt x="653" y="1"/>
                      <a:pt x="6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58" name="Google Shape;5858;p69"/>
              <p:cNvSpPr/>
              <p:nvPr/>
            </p:nvSpPr>
            <p:spPr>
              <a:xfrm>
                <a:off x="3566723" y="2494106"/>
                <a:ext cx="16152" cy="37705"/>
              </a:xfrm>
              <a:custGeom>
                <a:avLst/>
                <a:gdLst/>
                <a:ahLst/>
                <a:cxnLst/>
                <a:rect l="l" t="t" r="r" b="b"/>
                <a:pathLst>
                  <a:path w="1002" h="2339" extrusionOk="0">
                    <a:moveTo>
                      <a:pt x="813" y="0"/>
                    </a:moveTo>
                    <a:cubicBezTo>
                      <a:pt x="700" y="0"/>
                      <a:pt x="465" y="210"/>
                      <a:pt x="434" y="304"/>
                    </a:cubicBezTo>
                    <a:cubicBezTo>
                      <a:pt x="468" y="871"/>
                      <a:pt x="334" y="1438"/>
                      <a:pt x="67" y="1938"/>
                    </a:cubicBezTo>
                    <a:cubicBezTo>
                      <a:pt x="1" y="2038"/>
                      <a:pt x="167" y="2339"/>
                      <a:pt x="267" y="2339"/>
                    </a:cubicBezTo>
                    <a:cubicBezTo>
                      <a:pt x="334" y="2339"/>
                      <a:pt x="568" y="2105"/>
                      <a:pt x="601" y="2005"/>
                    </a:cubicBezTo>
                    <a:cubicBezTo>
                      <a:pt x="568" y="1471"/>
                      <a:pt x="668" y="938"/>
                      <a:pt x="968" y="437"/>
                    </a:cubicBezTo>
                    <a:cubicBezTo>
                      <a:pt x="1001" y="304"/>
                      <a:pt x="901" y="4"/>
                      <a:pt x="835" y="4"/>
                    </a:cubicBezTo>
                    <a:cubicBezTo>
                      <a:pt x="828" y="1"/>
                      <a:pt x="821" y="0"/>
                      <a:pt x="8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59" name="Google Shape;5859;p69"/>
              <p:cNvSpPr/>
              <p:nvPr/>
            </p:nvSpPr>
            <p:spPr>
              <a:xfrm>
                <a:off x="3581247" y="2437637"/>
                <a:ext cx="18828" cy="37237"/>
              </a:xfrm>
              <a:custGeom>
                <a:avLst/>
                <a:gdLst/>
                <a:ahLst/>
                <a:cxnLst/>
                <a:rect l="l" t="t" r="r" b="b"/>
                <a:pathLst>
                  <a:path w="1168" h="2310" extrusionOk="0">
                    <a:moveTo>
                      <a:pt x="942" y="0"/>
                    </a:moveTo>
                    <a:cubicBezTo>
                      <a:pt x="824" y="0"/>
                      <a:pt x="565" y="178"/>
                      <a:pt x="534" y="271"/>
                    </a:cubicBezTo>
                    <a:cubicBezTo>
                      <a:pt x="534" y="838"/>
                      <a:pt x="367" y="1372"/>
                      <a:pt x="34" y="1839"/>
                    </a:cubicBezTo>
                    <a:cubicBezTo>
                      <a:pt x="0" y="2006"/>
                      <a:pt x="134" y="2272"/>
                      <a:pt x="234" y="2306"/>
                    </a:cubicBezTo>
                    <a:cubicBezTo>
                      <a:pt x="238" y="2308"/>
                      <a:pt x="243" y="2309"/>
                      <a:pt x="249" y="2309"/>
                    </a:cubicBezTo>
                    <a:cubicBezTo>
                      <a:pt x="335" y="2309"/>
                      <a:pt x="569" y="2099"/>
                      <a:pt x="601" y="2006"/>
                    </a:cubicBezTo>
                    <a:cubicBezTo>
                      <a:pt x="567" y="1439"/>
                      <a:pt x="767" y="905"/>
                      <a:pt x="1101" y="471"/>
                    </a:cubicBezTo>
                    <a:cubicBezTo>
                      <a:pt x="1168" y="338"/>
                      <a:pt x="1068" y="38"/>
                      <a:pt x="968" y="4"/>
                    </a:cubicBezTo>
                    <a:cubicBezTo>
                      <a:pt x="960" y="2"/>
                      <a:pt x="951" y="0"/>
                      <a:pt x="9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60" name="Google Shape;5860;p69"/>
              <p:cNvSpPr/>
              <p:nvPr/>
            </p:nvSpPr>
            <p:spPr>
              <a:xfrm>
                <a:off x="3601139" y="2384393"/>
                <a:ext cx="20988" cy="35093"/>
              </a:xfrm>
              <a:custGeom>
                <a:avLst/>
                <a:gdLst/>
                <a:ahLst/>
                <a:cxnLst/>
                <a:rect l="l" t="t" r="r" b="b"/>
                <a:pathLst>
                  <a:path w="1302" h="2177" extrusionOk="0">
                    <a:moveTo>
                      <a:pt x="1177" y="0"/>
                    </a:moveTo>
                    <a:cubicBezTo>
                      <a:pt x="1077" y="0"/>
                      <a:pt x="798" y="144"/>
                      <a:pt x="768" y="205"/>
                    </a:cubicBezTo>
                    <a:cubicBezTo>
                      <a:pt x="668" y="772"/>
                      <a:pt x="467" y="1272"/>
                      <a:pt x="101" y="1706"/>
                    </a:cubicBezTo>
                    <a:cubicBezTo>
                      <a:pt x="0" y="1839"/>
                      <a:pt x="134" y="2140"/>
                      <a:pt x="201" y="2173"/>
                    </a:cubicBezTo>
                    <a:cubicBezTo>
                      <a:pt x="208" y="2176"/>
                      <a:pt x="217" y="2177"/>
                      <a:pt x="226" y="2177"/>
                    </a:cubicBezTo>
                    <a:cubicBezTo>
                      <a:pt x="335" y="2177"/>
                      <a:pt x="539" y="2001"/>
                      <a:pt x="601" y="1939"/>
                    </a:cubicBezTo>
                    <a:cubicBezTo>
                      <a:pt x="634" y="1339"/>
                      <a:pt x="834" y="839"/>
                      <a:pt x="1268" y="438"/>
                    </a:cubicBezTo>
                    <a:cubicBezTo>
                      <a:pt x="1301" y="305"/>
                      <a:pt x="1268" y="5"/>
                      <a:pt x="1201" y="5"/>
                    </a:cubicBezTo>
                    <a:cubicBezTo>
                      <a:pt x="1195" y="2"/>
                      <a:pt x="118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61" name="Google Shape;5861;p69"/>
              <p:cNvSpPr/>
              <p:nvPr/>
            </p:nvSpPr>
            <p:spPr>
              <a:xfrm>
                <a:off x="3625867" y="2332728"/>
                <a:ext cx="24212" cy="33707"/>
              </a:xfrm>
              <a:custGeom>
                <a:avLst/>
                <a:gdLst/>
                <a:ahLst/>
                <a:cxnLst/>
                <a:rect l="l" t="t" r="r" b="b"/>
                <a:pathLst>
                  <a:path w="1502" h="2091" extrusionOk="0">
                    <a:moveTo>
                      <a:pt x="1382" y="1"/>
                    </a:moveTo>
                    <a:cubicBezTo>
                      <a:pt x="1243" y="1"/>
                      <a:pt x="964" y="88"/>
                      <a:pt x="935" y="174"/>
                    </a:cubicBezTo>
                    <a:cubicBezTo>
                      <a:pt x="768" y="708"/>
                      <a:pt x="501" y="1208"/>
                      <a:pt x="101" y="1575"/>
                    </a:cubicBezTo>
                    <a:cubicBezTo>
                      <a:pt x="1" y="1742"/>
                      <a:pt x="101" y="2042"/>
                      <a:pt x="168" y="2076"/>
                    </a:cubicBezTo>
                    <a:cubicBezTo>
                      <a:pt x="184" y="2086"/>
                      <a:pt x="205" y="2091"/>
                      <a:pt x="229" y="2091"/>
                    </a:cubicBezTo>
                    <a:cubicBezTo>
                      <a:pt x="357" y="2091"/>
                      <a:pt x="573" y="1960"/>
                      <a:pt x="601" y="1875"/>
                    </a:cubicBezTo>
                    <a:cubicBezTo>
                      <a:pt x="735" y="1342"/>
                      <a:pt x="968" y="841"/>
                      <a:pt x="1435" y="508"/>
                    </a:cubicBezTo>
                    <a:cubicBezTo>
                      <a:pt x="1502" y="374"/>
                      <a:pt x="1502" y="74"/>
                      <a:pt x="1435" y="7"/>
                    </a:cubicBezTo>
                    <a:cubicBezTo>
                      <a:pt x="1422" y="3"/>
                      <a:pt x="1404" y="1"/>
                      <a:pt x="13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62" name="Google Shape;5862;p69"/>
              <p:cNvSpPr/>
              <p:nvPr/>
            </p:nvSpPr>
            <p:spPr>
              <a:xfrm>
                <a:off x="3657591" y="2285916"/>
                <a:ext cx="28516" cy="31386"/>
              </a:xfrm>
              <a:custGeom>
                <a:avLst/>
                <a:gdLst/>
                <a:ahLst/>
                <a:cxnLst/>
                <a:rect l="l" t="t" r="r" b="b"/>
                <a:pathLst>
                  <a:path w="1769" h="1947" extrusionOk="0">
                    <a:moveTo>
                      <a:pt x="1550" y="0"/>
                    </a:moveTo>
                    <a:cubicBezTo>
                      <a:pt x="1409" y="0"/>
                      <a:pt x="1192" y="63"/>
                      <a:pt x="1168" y="109"/>
                    </a:cubicBezTo>
                    <a:cubicBezTo>
                      <a:pt x="968" y="677"/>
                      <a:pt x="635" y="1077"/>
                      <a:pt x="134" y="1410"/>
                    </a:cubicBezTo>
                    <a:cubicBezTo>
                      <a:pt x="1" y="1544"/>
                      <a:pt x="34" y="1877"/>
                      <a:pt x="134" y="1911"/>
                    </a:cubicBezTo>
                    <a:cubicBezTo>
                      <a:pt x="151" y="1936"/>
                      <a:pt x="184" y="1946"/>
                      <a:pt x="226" y="1946"/>
                    </a:cubicBezTo>
                    <a:cubicBezTo>
                      <a:pt x="349" y="1946"/>
                      <a:pt x="543" y="1852"/>
                      <a:pt x="568" y="1777"/>
                    </a:cubicBezTo>
                    <a:cubicBezTo>
                      <a:pt x="802" y="1244"/>
                      <a:pt x="1135" y="777"/>
                      <a:pt x="1602" y="510"/>
                    </a:cubicBezTo>
                    <a:cubicBezTo>
                      <a:pt x="1669" y="376"/>
                      <a:pt x="1769" y="76"/>
                      <a:pt x="1669" y="43"/>
                    </a:cubicBezTo>
                    <a:cubicBezTo>
                      <a:pt x="1659" y="12"/>
                      <a:pt x="1612" y="0"/>
                      <a:pt x="15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63" name="Google Shape;5863;p69"/>
              <p:cNvSpPr/>
              <p:nvPr/>
            </p:nvSpPr>
            <p:spPr>
              <a:xfrm>
                <a:off x="3695780" y="2244310"/>
                <a:ext cx="31208" cy="27936"/>
              </a:xfrm>
              <a:custGeom>
                <a:avLst/>
                <a:gdLst/>
                <a:ahLst/>
                <a:cxnLst/>
                <a:rect l="l" t="t" r="r" b="b"/>
                <a:pathLst>
                  <a:path w="1936" h="1733" extrusionOk="0">
                    <a:moveTo>
                      <a:pt x="1633" y="1"/>
                    </a:moveTo>
                    <a:cubicBezTo>
                      <a:pt x="1518" y="1"/>
                      <a:pt x="1388" y="35"/>
                      <a:pt x="1335" y="89"/>
                    </a:cubicBezTo>
                    <a:cubicBezTo>
                      <a:pt x="1068" y="589"/>
                      <a:pt x="634" y="923"/>
                      <a:pt x="134" y="1189"/>
                    </a:cubicBezTo>
                    <a:cubicBezTo>
                      <a:pt x="0" y="1323"/>
                      <a:pt x="0" y="1623"/>
                      <a:pt x="100" y="1690"/>
                    </a:cubicBezTo>
                    <a:cubicBezTo>
                      <a:pt x="121" y="1720"/>
                      <a:pt x="162" y="1732"/>
                      <a:pt x="214" y="1732"/>
                    </a:cubicBezTo>
                    <a:cubicBezTo>
                      <a:pt x="331" y="1732"/>
                      <a:pt x="498" y="1669"/>
                      <a:pt x="567" y="1623"/>
                    </a:cubicBezTo>
                    <a:cubicBezTo>
                      <a:pt x="801" y="1123"/>
                      <a:pt x="1268" y="789"/>
                      <a:pt x="1768" y="522"/>
                    </a:cubicBezTo>
                    <a:cubicBezTo>
                      <a:pt x="1835" y="456"/>
                      <a:pt x="1935" y="122"/>
                      <a:pt x="1835" y="89"/>
                    </a:cubicBezTo>
                    <a:cubicBezTo>
                      <a:pt x="1819" y="27"/>
                      <a:pt x="1732" y="1"/>
                      <a:pt x="16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64" name="Google Shape;5864;p69"/>
              <p:cNvSpPr/>
              <p:nvPr/>
            </p:nvSpPr>
            <p:spPr>
              <a:xfrm>
                <a:off x="3740400" y="2209410"/>
                <a:ext cx="33368" cy="24051"/>
              </a:xfrm>
              <a:custGeom>
                <a:avLst/>
                <a:gdLst/>
                <a:ahLst/>
                <a:cxnLst/>
                <a:rect l="l" t="t" r="r" b="b"/>
                <a:pathLst>
                  <a:path w="2070" h="1492" extrusionOk="0">
                    <a:moveTo>
                      <a:pt x="1655" y="0"/>
                    </a:moveTo>
                    <a:cubicBezTo>
                      <a:pt x="1584" y="0"/>
                      <a:pt x="1524" y="8"/>
                      <a:pt x="1502" y="19"/>
                    </a:cubicBezTo>
                    <a:cubicBezTo>
                      <a:pt x="1135" y="452"/>
                      <a:pt x="701" y="819"/>
                      <a:pt x="168" y="986"/>
                    </a:cubicBezTo>
                    <a:cubicBezTo>
                      <a:pt x="34" y="1086"/>
                      <a:pt x="1" y="1353"/>
                      <a:pt x="34" y="1453"/>
                    </a:cubicBezTo>
                    <a:cubicBezTo>
                      <a:pt x="48" y="1481"/>
                      <a:pt x="116" y="1492"/>
                      <a:pt x="197" y="1492"/>
                    </a:cubicBezTo>
                    <a:cubicBezTo>
                      <a:pt x="308" y="1492"/>
                      <a:pt x="444" y="1472"/>
                      <a:pt x="501" y="1453"/>
                    </a:cubicBezTo>
                    <a:cubicBezTo>
                      <a:pt x="835" y="986"/>
                      <a:pt x="1235" y="619"/>
                      <a:pt x="1836" y="486"/>
                    </a:cubicBezTo>
                    <a:cubicBezTo>
                      <a:pt x="1969" y="452"/>
                      <a:pt x="2069" y="152"/>
                      <a:pt x="2036" y="119"/>
                    </a:cubicBezTo>
                    <a:cubicBezTo>
                      <a:pt x="1991" y="30"/>
                      <a:pt x="1799" y="0"/>
                      <a:pt x="16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65" name="Google Shape;5865;p69"/>
              <p:cNvSpPr/>
              <p:nvPr/>
            </p:nvSpPr>
            <p:spPr>
              <a:xfrm>
                <a:off x="3788808" y="2180765"/>
                <a:ext cx="36044" cy="20698"/>
              </a:xfrm>
              <a:custGeom>
                <a:avLst/>
                <a:gdLst/>
                <a:ahLst/>
                <a:cxnLst/>
                <a:rect l="l" t="t" r="r" b="b"/>
                <a:pathLst>
                  <a:path w="2236" h="1284" extrusionOk="0">
                    <a:moveTo>
                      <a:pt x="1834" y="1"/>
                    </a:moveTo>
                    <a:cubicBezTo>
                      <a:pt x="1778" y="1"/>
                      <a:pt x="1729" y="9"/>
                      <a:pt x="1701" y="28"/>
                    </a:cubicBezTo>
                    <a:cubicBezTo>
                      <a:pt x="1301" y="428"/>
                      <a:pt x="801" y="662"/>
                      <a:pt x="200" y="762"/>
                    </a:cubicBezTo>
                    <a:cubicBezTo>
                      <a:pt x="67" y="862"/>
                      <a:pt x="0" y="1129"/>
                      <a:pt x="33" y="1229"/>
                    </a:cubicBezTo>
                    <a:cubicBezTo>
                      <a:pt x="53" y="1268"/>
                      <a:pt x="176" y="1284"/>
                      <a:pt x="294" y="1284"/>
                    </a:cubicBezTo>
                    <a:cubicBezTo>
                      <a:pt x="377" y="1284"/>
                      <a:pt x="459" y="1276"/>
                      <a:pt x="500" y="1262"/>
                    </a:cubicBezTo>
                    <a:cubicBezTo>
                      <a:pt x="901" y="862"/>
                      <a:pt x="1401" y="595"/>
                      <a:pt x="1968" y="528"/>
                    </a:cubicBezTo>
                    <a:cubicBezTo>
                      <a:pt x="2068" y="461"/>
                      <a:pt x="2235" y="195"/>
                      <a:pt x="2202" y="128"/>
                    </a:cubicBezTo>
                    <a:cubicBezTo>
                      <a:pt x="2178" y="56"/>
                      <a:pt x="1980" y="1"/>
                      <a:pt x="1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66" name="Google Shape;5866;p69"/>
              <p:cNvSpPr/>
              <p:nvPr/>
            </p:nvSpPr>
            <p:spPr>
              <a:xfrm>
                <a:off x="3842036" y="2158536"/>
                <a:ext cx="38188" cy="17990"/>
              </a:xfrm>
              <a:custGeom>
                <a:avLst/>
                <a:gdLst/>
                <a:ahLst/>
                <a:cxnLst/>
                <a:rect l="l" t="t" r="r" b="b"/>
                <a:pathLst>
                  <a:path w="2369" h="1116" extrusionOk="0">
                    <a:moveTo>
                      <a:pt x="1900" y="1"/>
                    </a:moveTo>
                    <a:cubicBezTo>
                      <a:pt x="1886" y="1"/>
                      <a:pt x="1875" y="2"/>
                      <a:pt x="1868" y="6"/>
                    </a:cubicBezTo>
                    <a:cubicBezTo>
                      <a:pt x="1735" y="106"/>
                      <a:pt x="1602" y="139"/>
                      <a:pt x="1502" y="239"/>
                    </a:cubicBezTo>
                    <a:cubicBezTo>
                      <a:pt x="1368" y="273"/>
                      <a:pt x="1235" y="339"/>
                      <a:pt x="1101" y="406"/>
                    </a:cubicBezTo>
                    <a:cubicBezTo>
                      <a:pt x="834" y="473"/>
                      <a:pt x="568" y="573"/>
                      <a:pt x="267" y="573"/>
                    </a:cubicBezTo>
                    <a:cubicBezTo>
                      <a:pt x="101" y="606"/>
                      <a:pt x="0" y="906"/>
                      <a:pt x="34" y="973"/>
                    </a:cubicBezTo>
                    <a:cubicBezTo>
                      <a:pt x="61" y="1055"/>
                      <a:pt x="292" y="1115"/>
                      <a:pt x="429" y="1115"/>
                    </a:cubicBezTo>
                    <a:cubicBezTo>
                      <a:pt x="458" y="1115"/>
                      <a:pt x="483" y="1112"/>
                      <a:pt x="501" y="1107"/>
                    </a:cubicBezTo>
                    <a:cubicBezTo>
                      <a:pt x="701" y="940"/>
                      <a:pt x="934" y="773"/>
                      <a:pt x="1201" y="673"/>
                    </a:cubicBezTo>
                    <a:lnTo>
                      <a:pt x="1568" y="573"/>
                    </a:lnTo>
                    <a:cubicBezTo>
                      <a:pt x="1702" y="506"/>
                      <a:pt x="1868" y="506"/>
                      <a:pt x="2002" y="506"/>
                    </a:cubicBezTo>
                    <a:cubicBezTo>
                      <a:pt x="2102" y="473"/>
                      <a:pt x="2335" y="273"/>
                      <a:pt x="2369" y="239"/>
                    </a:cubicBezTo>
                    <a:cubicBezTo>
                      <a:pt x="2339" y="120"/>
                      <a:pt x="2016" y="1"/>
                      <a:pt x="19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67" name="Google Shape;5867;p69"/>
              <p:cNvSpPr/>
              <p:nvPr/>
            </p:nvSpPr>
            <p:spPr>
              <a:xfrm>
                <a:off x="3897425" y="2142416"/>
                <a:ext cx="39268" cy="15814"/>
              </a:xfrm>
              <a:custGeom>
                <a:avLst/>
                <a:gdLst/>
                <a:ahLst/>
                <a:cxnLst/>
                <a:rect l="l" t="t" r="r" b="b"/>
                <a:pathLst>
                  <a:path w="2436" h="981" extrusionOk="0">
                    <a:moveTo>
                      <a:pt x="1993" y="1"/>
                    </a:moveTo>
                    <a:cubicBezTo>
                      <a:pt x="1983" y="1"/>
                      <a:pt x="1974" y="2"/>
                      <a:pt x="1968" y="5"/>
                    </a:cubicBezTo>
                    <a:cubicBezTo>
                      <a:pt x="1735" y="138"/>
                      <a:pt x="1435" y="272"/>
                      <a:pt x="1168" y="305"/>
                    </a:cubicBezTo>
                    <a:cubicBezTo>
                      <a:pt x="934" y="339"/>
                      <a:pt x="634" y="405"/>
                      <a:pt x="334" y="405"/>
                    </a:cubicBezTo>
                    <a:cubicBezTo>
                      <a:pt x="167" y="439"/>
                      <a:pt x="0" y="706"/>
                      <a:pt x="67" y="806"/>
                    </a:cubicBezTo>
                    <a:cubicBezTo>
                      <a:pt x="67" y="916"/>
                      <a:pt x="296" y="981"/>
                      <a:pt x="412" y="981"/>
                    </a:cubicBezTo>
                    <a:cubicBezTo>
                      <a:pt x="436" y="981"/>
                      <a:pt x="456" y="978"/>
                      <a:pt x="467" y="972"/>
                    </a:cubicBezTo>
                    <a:cubicBezTo>
                      <a:pt x="667" y="806"/>
                      <a:pt x="968" y="672"/>
                      <a:pt x="1234" y="639"/>
                    </a:cubicBezTo>
                    <a:cubicBezTo>
                      <a:pt x="1423" y="615"/>
                      <a:pt x="1612" y="592"/>
                      <a:pt x="1812" y="592"/>
                    </a:cubicBezTo>
                    <a:cubicBezTo>
                      <a:pt x="1895" y="592"/>
                      <a:pt x="1980" y="596"/>
                      <a:pt x="2068" y="605"/>
                    </a:cubicBezTo>
                    <a:cubicBezTo>
                      <a:pt x="2168" y="572"/>
                      <a:pt x="2369" y="339"/>
                      <a:pt x="2435" y="272"/>
                    </a:cubicBezTo>
                    <a:cubicBezTo>
                      <a:pt x="2435" y="150"/>
                      <a:pt x="2102" y="1"/>
                      <a:pt x="19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sp>
        <p:nvSpPr>
          <p:cNvPr id="5868" name="Google Shape;5868;p69"/>
          <p:cNvSpPr/>
          <p:nvPr/>
        </p:nvSpPr>
        <p:spPr>
          <a:xfrm>
            <a:off x="5837739" y="4296085"/>
            <a:ext cx="138323" cy="56210"/>
          </a:xfrm>
          <a:custGeom>
            <a:avLst/>
            <a:gdLst/>
            <a:ahLst/>
            <a:cxnLst/>
            <a:rect l="l" t="t" r="r" b="b"/>
            <a:pathLst>
              <a:path w="9041" h="3674" extrusionOk="0">
                <a:moveTo>
                  <a:pt x="7539" y="0"/>
                </a:moveTo>
                <a:cubicBezTo>
                  <a:pt x="6905" y="67"/>
                  <a:pt x="6338" y="234"/>
                  <a:pt x="5805" y="501"/>
                </a:cubicBezTo>
                <a:cubicBezTo>
                  <a:pt x="5237" y="734"/>
                  <a:pt x="4737" y="1068"/>
                  <a:pt x="4303" y="1401"/>
                </a:cubicBezTo>
                <a:cubicBezTo>
                  <a:pt x="3836" y="1768"/>
                  <a:pt x="3369" y="2102"/>
                  <a:pt x="2902" y="2402"/>
                </a:cubicBezTo>
                <a:cubicBezTo>
                  <a:pt x="2500" y="2680"/>
                  <a:pt x="2041" y="2873"/>
                  <a:pt x="1604" y="2873"/>
                </a:cubicBezTo>
                <a:cubicBezTo>
                  <a:pt x="1570" y="2873"/>
                  <a:pt x="1536" y="2872"/>
                  <a:pt x="1501" y="2869"/>
                </a:cubicBezTo>
                <a:cubicBezTo>
                  <a:pt x="1301" y="2869"/>
                  <a:pt x="968" y="2869"/>
                  <a:pt x="668" y="2836"/>
                </a:cubicBezTo>
                <a:cubicBezTo>
                  <a:pt x="501" y="2769"/>
                  <a:pt x="367" y="2769"/>
                  <a:pt x="234" y="2736"/>
                </a:cubicBezTo>
                <a:cubicBezTo>
                  <a:pt x="184" y="2719"/>
                  <a:pt x="134" y="2711"/>
                  <a:pt x="96" y="2711"/>
                </a:cubicBezTo>
                <a:cubicBezTo>
                  <a:pt x="59" y="2711"/>
                  <a:pt x="34" y="2719"/>
                  <a:pt x="34" y="2736"/>
                </a:cubicBezTo>
                <a:cubicBezTo>
                  <a:pt x="0" y="2736"/>
                  <a:pt x="34" y="2836"/>
                  <a:pt x="134" y="2936"/>
                </a:cubicBezTo>
                <a:cubicBezTo>
                  <a:pt x="167" y="3003"/>
                  <a:pt x="234" y="3036"/>
                  <a:pt x="301" y="3103"/>
                </a:cubicBezTo>
                <a:cubicBezTo>
                  <a:pt x="334" y="3169"/>
                  <a:pt x="401" y="3203"/>
                  <a:pt x="501" y="3269"/>
                </a:cubicBezTo>
                <a:cubicBezTo>
                  <a:pt x="806" y="3514"/>
                  <a:pt x="1251" y="3674"/>
                  <a:pt x="1503" y="3674"/>
                </a:cubicBezTo>
                <a:cubicBezTo>
                  <a:pt x="1527" y="3674"/>
                  <a:pt x="1548" y="3673"/>
                  <a:pt x="1568" y="3670"/>
                </a:cubicBezTo>
                <a:cubicBezTo>
                  <a:pt x="2235" y="3536"/>
                  <a:pt x="2802" y="3169"/>
                  <a:pt x="3236" y="2836"/>
                </a:cubicBezTo>
                <a:cubicBezTo>
                  <a:pt x="3703" y="2435"/>
                  <a:pt x="4137" y="2069"/>
                  <a:pt x="4570" y="1735"/>
                </a:cubicBezTo>
                <a:cubicBezTo>
                  <a:pt x="5004" y="1401"/>
                  <a:pt x="5471" y="1135"/>
                  <a:pt x="6005" y="968"/>
                </a:cubicBezTo>
                <a:cubicBezTo>
                  <a:pt x="6363" y="872"/>
                  <a:pt x="6739" y="794"/>
                  <a:pt x="7107" y="794"/>
                </a:cubicBezTo>
                <a:cubicBezTo>
                  <a:pt x="7253" y="794"/>
                  <a:pt x="7397" y="806"/>
                  <a:pt x="7539" y="834"/>
                </a:cubicBezTo>
                <a:cubicBezTo>
                  <a:pt x="7806" y="834"/>
                  <a:pt x="8140" y="834"/>
                  <a:pt x="8406" y="868"/>
                </a:cubicBezTo>
                <a:cubicBezTo>
                  <a:pt x="8634" y="893"/>
                  <a:pt x="8843" y="957"/>
                  <a:pt x="8945" y="957"/>
                </a:cubicBezTo>
                <a:cubicBezTo>
                  <a:pt x="8977" y="957"/>
                  <a:pt x="8999" y="950"/>
                  <a:pt x="9007" y="934"/>
                </a:cubicBezTo>
                <a:cubicBezTo>
                  <a:pt x="9040" y="901"/>
                  <a:pt x="8907" y="601"/>
                  <a:pt x="8573" y="367"/>
                </a:cubicBezTo>
                <a:cubicBezTo>
                  <a:pt x="8240" y="100"/>
                  <a:pt x="7806" y="0"/>
                  <a:pt x="75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69" name="Google Shape;5869;p69"/>
          <p:cNvSpPr/>
          <p:nvPr/>
        </p:nvSpPr>
        <p:spPr>
          <a:xfrm>
            <a:off x="5609104" y="3747460"/>
            <a:ext cx="11245" cy="4100"/>
          </a:xfrm>
          <a:custGeom>
            <a:avLst/>
            <a:gdLst/>
            <a:ahLst/>
            <a:cxnLst/>
            <a:rect l="l" t="t" r="r" b="b"/>
            <a:pathLst>
              <a:path w="735" h="268" extrusionOk="0">
                <a:moveTo>
                  <a:pt x="134" y="0"/>
                </a:moveTo>
                <a:cubicBezTo>
                  <a:pt x="100" y="0"/>
                  <a:pt x="0" y="100"/>
                  <a:pt x="0" y="167"/>
                </a:cubicBezTo>
                <a:cubicBezTo>
                  <a:pt x="0" y="201"/>
                  <a:pt x="100" y="267"/>
                  <a:pt x="134" y="267"/>
                </a:cubicBezTo>
                <a:cubicBezTo>
                  <a:pt x="217" y="234"/>
                  <a:pt x="292" y="217"/>
                  <a:pt x="367" y="217"/>
                </a:cubicBezTo>
                <a:cubicBezTo>
                  <a:pt x="442" y="217"/>
                  <a:pt x="517" y="234"/>
                  <a:pt x="601" y="267"/>
                </a:cubicBezTo>
                <a:cubicBezTo>
                  <a:pt x="634" y="267"/>
                  <a:pt x="734" y="201"/>
                  <a:pt x="734" y="167"/>
                </a:cubicBezTo>
                <a:cubicBezTo>
                  <a:pt x="734" y="100"/>
                  <a:pt x="634" y="0"/>
                  <a:pt x="601" y="0"/>
                </a:cubicBezTo>
                <a:cubicBezTo>
                  <a:pt x="517" y="34"/>
                  <a:pt x="442" y="50"/>
                  <a:pt x="367" y="50"/>
                </a:cubicBezTo>
                <a:cubicBezTo>
                  <a:pt x="292" y="50"/>
                  <a:pt x="217" y="34"/>
                  <a:pt x="1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5870" name="Google Shape;5870;p69"/>
          <p:cNvGrpSpPr/>
          <p:nvPr/>
        </p:nvGrpSpPr>
        <p:grpSpPr>
          <a:xfrm>
            <a:off x="4850218" y="2120344"/>
            <a:ext cx="1085009" cy="1396966"/>
            <a:chOff x="4850218" y="2120344"/>
            <a:chExt cx="1085009" cy="1396966"/>
          </a:xfrm>
        </p:grpSpPr>
        <p:sp>
          <p:nvSpPr>
            <p:cNvPr id="5871" name="Google Shape;5871;p69"/>
            <p:cNvSpPr/>
            <p:nvPr/>
          </p:nvSpPr>
          <p:spPr>
            <a:xfrm>
              <a:off x="5422312" y="2120344"/>
              <a:ext cx="22980" cy="32052"/>
            </a:xfrm>
            <a:custGeom>
              <a:avLst/>
              <a:gdLst/>
              <a:ahLst/>
              <a:cxnLst/>
              <a:rect l="l" t="t" r="r" b="b"/>
              <a:pathLst>
                <a:path w="1502" h="2095" extrusionOk="0">
                  <a:moveTo>
                    <a:pt x="153" y="0"/>
                  </a:moveTo>
                  <a:cubicBezTo>
                    <a:pt x="131" y="0"/>
                    <a:pt x="112" y="3"/>
                    <a:pt x="101" y="9"/>
                  </a:cubicBezTo>
                  <a:cubicBezTo>
                    <a:pt x="1" y="42"/>
                    <a:pt x="1" y="376"/>
                    <a:pt x="34" y="476"/>
                  </a:cubicBezTo>
                  <a:cubicBezTo>
                    <a:pt x="468" y="876"/>
                    <a:pt x="801" y="1343"/>
                    <a:pt x="968" y="1877"/>
                  </a:cubicBezTo>
                  <a:cubicBezTo>
                    <a:pt x="1023" y="1986"/>
                    <a:pt x="1233" y="2094"/>
                    <a:pt x="1362" y="2094"/>
                  </a:cubicBezTo>
                  <a:cubicBezTo>
                    <a:pt x="1392" y="2094"/>
                    <a:pt x="1417" y="2089"/>
                    <a:pt x="1435" y="2077"/>
                  </a:cubicBezTo>
                  <a:cubicBezTo>
                    <a:pt x="1502" y="2010"/>
                    <a:pt x="1502" y="1643"/>
                    <a:pt x="1468" y="1543"/>
                  </a:cubicBezTo>
                  <a:cubicBezTo>
                    <a:pt x="1001" y="1209"/>
                    <a:pt x="668" y="709"/>
                    <a:pt x="534" y="175"/>
                  </a:cubicBezTo>
                  <a:cubicBezTo>
                    <a:pt x="479" y="65"/>
                    <a:pt x="264" y="0"/>
                    <a:pt x="1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72" name="Google Shape;5872;p69"/>
            <p:cNvSpPr/>
            <p:nvPr/>
          </p:nvSpPr>
          <p:spPr>
            <a:xfrm>
              <a:off x="5453951" y="2165982"/>
              <a:ext cx="27585" cy="28503"/>
            </a:xfrm>
            <a:custGeom>
              <a:avLst/>
              <a:gdLst/>
              <a:ahLst/>
              <a:cxnLst/>
              <a:rect l="l" t="t" r="r" b="b"/>
              <a:pathLst>
                <a:path w="1803" h="1863" extrusionOk="0">
                  <a:moveTo>
                    <a:pt x="202" y="1"/>
                  </a:moveTo>
                  <a:cubicBezTo>
                    <a:pt x="156" y="1"/>
                    <a:pt x="120" y="9"/>
                    <a:pt x="101" y="28"/>
                  </a:cubicBezTo>
                  <a:cubicBezTo>
                    <a:pt x="1" y="61"/>
                    <a:pt x="68" y="395"/>
                    <a:pt x="134" y="495"/>
                  </a:cubicBezTo>
                  <a:cubicBezTo>
                    <a:pt x="701" y="795"/>
                    <a:pt x="1035" y="1229"/>
                    <a:pt x="1302" y="1729"/>
                  </a:cubicBezTo>
                  <a:cubicBezTo>
                    <a:pt x="1391" y="1818"/>
                    <a:pt x="1554" y="1862"/>
                    <a:pt x="1653" y="1862"/>
                  </a:cubicBezTo>
                  <a:cubicBezTo>
                    <a:pt x="1702" y="1862"/>
                    <a:pt x="1735" y="1851"/>
                    <a:pt x="1735" y="1829"/>
                  </a:cubicBezTo>
                  <a:cubicBezTo>
                    <a:pt x="1802" y="1796"/>
                    <a:pt x="1769" y="1395"/>
                    <a:pt x="1669" y="1329"/>
                  </a:cubicBezTo>
                  <a:cubicBezTo>
                    <a:pt x="1135" y="1062"/>
                    <a:pt x="801" y="628"/>
                    <a:pt x="568" y="128"/>
                  </a:cubicBezTo>
                  <a:cubicBezTo>
                    <a:pt x="496" y="56"/>
                    <a:pt x="320" y="1"/>
                    <a:pt x="2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73" name="Google Shape;5873;p69"/>
            <p:cNvSpPr/>
            <p:nvPr/>
          </p:nvSpPr>
          <p:spPr>
            <a:xfrm>
              <a:off x="5495291" y="2206511"/>
              <a:ext cx="30125" cy="25412"/>
            </a:xfrm>
            <a:custGeom>
              <a:avLst/>
              <a:gdLst/>
              <a:ahLst/>
              <a:cxnLst/>
              <a:rect l="l" t="t" r="r" b="b"/>
              <a:pathLst>
                <a:path w="1969" h="1661" extrusionOk="0">
                  <a:moveTo>
                    <a:pt x="229" y="1"/>
                  </a:moveTo>
                  <a:cubicBezTo>
                    <a:pt x="141" y="1"/>
                    <a:pt x="64" y="17"/>
                    <a:pt x="34" y="47"/>
                  </a:cubicBezTo>
                  <a:cubicBezTo>
                    <a:pt x="1" y="147"/>
                    <a:pt x="67" y="414"/>
                    <a:pt x="168" y="514"/>
                  </a:cubicBezTo>
                  <a:cubicBezTo>
                    <a:pt x="668" y="748"/>
                    <a:pt x="1102" y="1048"/>
                    <a:pt x="1435" y="1548"/>
                  </a:cubicBezTo>
                  <a:cubicBezTo>
                    <a:pt x="1510" y="1623"/>
                    <a:pt x="1717" y="1661"/>
                    <a:pt x="1843" y="1661"/>
                  </a:cubicBezTo>
                  <a:cubicBezTo>
                    <a:pt x="1885" y="1661"/>
                    <a:pt x="1919" y="1657"/>
                    <a:pt x="1935" y="1648"/>
                  </a:cubicBezTo>
                  <a:cubicBezTo>
                    <a:pt x="1969" y="1548"/>
                    <a:pt x="1902" y="1215"/>
                    <a:pt x="1835" y="1148"/>
                  </a:cubicBezTo>
                  <a:cubicBezTo>
                    <a:pt x="1268" y="915"/>
                    <a:pt x="801" y="581"/>
                    <a:pt x="534" y="81"/>
                  </a:cubicBezTo>
                  <a:cubicBezTo>
                    <a:pt x="461" y="26"/>
                    <a:pt x="337" y="1"/>
                    <a:pt x="2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74" name="Google Shape;5874;p69"/>
            <p:cNvSpPr/>
            <p:nvPr/>
          </p:nvSpPr>
          <p:spPr>
            <a:xfrm>
              <a:off x="5539690" y="2239848"/>
              <a:ext cx="33705" cy="22582"/>
            </a:xfrm>
            <a:custGeom>
              <a:avLst/>
              <a:gdLst/>
              <a:ahLst/>
              <a:cxnLst/>
              <a:rect l="l" t="t" r="r" b="b"/>
              <a:pathLst>
                <a:path w="2203" h="1476" extrusionOk="0">
                  <a:moveTo>
                    <a:pt x="346" y="0"/>
                  </a:moveTo>
                  <a:cubicBezTo>
                    <a:pt x="219" y="0"/>
                    <a:pt x="75" y="29"/>
                    <a:pt x="34" y="70"/>
                  </a:cubicBezTo>
                  <a:cubicBezTo>
                    <a:pt x="1" y="170"/>
                    <a:pt x="134" y="504"/>
                    <a:pt x="201" y="537"/>
                  </a:cubicBezTo>
                  <a:cubicBezTo>
                    <a:pt x="801" y="704"/>
                    <a:pt x="1302" y="971"/>
                    <a:pt x="1669" y="1404"/>
                  </a:cubicBezTo>
                  <a:cubicBezTo>
                    <a:pt x="1715" y="1451"/>
                    <a:pt x="1812" y="1476"/>
                    <a:pt x="1909" y="1476"/>
                  </a:cubicBezTo>
                  <a:cubicBezTo>
                    <a:pt x="2021" y="1476"/>
                    <a:pt x="2133" y="1442"/>
                    <a:pt x="2169" y="1371"/>
                  </a:cubicBezTo>
                  <a:cubicBezTo>
                    <a:pt x="2202" y="1237"/>
                    <a:pt x="2036" y="904"/>
                    <a:pt x="1969" y="870"/>
                  </a:cubicBezTo>
                  <a:cubicBezTo>
                    <a:pt x="1435" y="737"/>
                    <a:pt x="935" y="470"/>
                    <a:pt x="535" y="37"/>
                  </a:cubicBezTo>
                  <a:cubicBezTo>
                    <a:pt x="496" y="11"/>
                    <a:pt x="424" y="0"/>
                    <a:pt x="3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75" name="Google Shape;5875;p69"/>
            <p:cNvSpPr/>
            <p:nvPr/>
          </p:nvSpPr>
          <p:spPr>
            <a:xfrm>
              <a:off x="5588694" y="2268061"/>
              <a:ext cx="34715" cy="19063"/>
            </a:xfrm>
            <a:custGeom>
              <a:avLst/>
              <a:gdLst/>
              <a:ahLst/>
              <a:cxnLst/>
              <a:rect l="l" t="t" r="r" b="b"/>
              <a:pathLst>
                <a:path w="2269" h="1246" extrusionOk="0">
                  <a:moveTo>
                    <a:pt x="331" y="0"/>
                  </a:moveTo>
                  <a:cubicBezTo>
                    <a:pt x="200" y="0"/>
                    <a:pt x="48" y="55"/>
                    <a:pt x="0" y="127"/>
                  </a:cubicBezTo>
                  <a:cubicBezTo>
                    <a:pt x="0" y="194"/>
                    <a:pt x="167" y="494"/>
                    <a:pt x="267" y="528"/>
                  </a:cubicBezTo>
                  <a:cubicBezTo>
                    <a:pt x="834" y="628"/>
                    <a:pt x="1334" y="828"/>
                    <a:pt x="1801" y="1195"/>
                  </a:cubicBezTo>
                  <a:cubicBezTo>
                    <a:pt x="1850" y="1231"/>
                    <a:pt x="1927" y="1246"/>
                    <a:pt x="2001" y="1246"/>
                  </a:cubicBezTo>
                  <a:cubicBezTo>
                    <a:pt x="2130" y="1246"/>
                    <a:pt x="2256" y="1204"/>
                    <a:pt x="2235" y="1161"/>
                  </a:cubicBezTo>
                  <a:cubicBezTo>
                    <a:pt x="2268" y="1061"/>
                    <a:pt x="2068" y="728"/>
                    <a:pt x="1968" y="694"/>
                  </a:cubicBezTo>
                  <a:cubicBezTo>
                    <a:pt x="1434" y="594"/>
                    <a:pt x="901" y="394"/>
                    <a:pt x="467" y="27"/>
                  </a:cubicBezTo>
                  <a:cubicBezTo>
                    <a:pt x="430" y="9"/>
                    <a:pt x="382" y="0"/>
                    <a:pt x="3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76" name="Google Shape;5876;p69"/>
            <p:cNvSpPr/>
            <p:nvPr/>
          </p:nvSpPr>
          <p:spPr>
            <a:xfrm>
              <a:off x="5640743" y="2289862"/>
              <a:ext cx="35740" cy="19124"/>
            </a:xfrm>
            <a:custGeom>
              <a:avLst/>
              <a:gdLst/>
              <a:ahLst/>
              <a:cxnLst/>
              <a:rect l="l" t="t" r="r" b="b"/>
              <a:pathLst>
                <a:path w="2336" h="1250" extrusionOk="0">
                  <a:moveTo>
                    <a:pt x="373" y="1"/>
                  </a:moveTo>
                  <a:cubicBezTo>
                    <a:pt x="231" y="1"/>
                    <a:pt x="59" y="87"/>
                    <a:pt x="34" y="137"/>
                  </a:cubicBezTo>
                  <a:cubicBezTo>
                    <a:pt x="1" y="237"/>
                    <a:pt x="201" y="537"/>
                    <a:pt x="267" y="570"/>
                  </a:cubicBezTo>
                  <a:cubicBezTo>
                    <a:pt x="868" y="604"/>
                    <a:pt x="1402" y="870"/>
                    <a:pt x="1835" y="1237"/>
                  </a:cubicBezTo>
                  <a:cubicBezTo>
                    <a:pt x="1860" y="1246"/>
                    <a:pt x="1898" y="1250"/>
                    <a:pt x="1940" y="1250"/>
                  </a:cubicBezTo>
                  <a:cubicBezTo>
                    <a:pt x="2069" y="1250"/>
                    <a:pt x="2244" y="1212"/>
                    <a:pt x="2269" y="1137"/>
                  </a:cubicBezTo>
                  <a:cubicBezTo>
                    <a:pt x="2336" y="1071"/>
                    <a:pt x="2102" y="737"/>
                    <a:pt x="2035" y="704"/>
                  </a:cubicBezTo>
                  <a:cubicBezTo>
                    <a:pt x="1435" y="604"/>
                    <a:pt x="935" y="403"/>
                    <a:pt x="501" y="37"/>
                  </a:cubicBezTo>
                  <a:cubicBezTo>
                    <a:pt x="467" y="11"/>
                    <a:pt x="421" y="1"/>
                    <a:pt x="3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77" name="Google Shape;5877;p69"/>
            <p:cNvSpPr/>
            <p:nvPr/>
          </p:nvSpPr>
          <p:spPr>
            <a:xfrm>
              <a:off x="5692792" y="2313760"/>
              <a:ext cx="34730" cy="20563"/>
            </a:xfrm>
            <a:custGeom>
              <a:avLst/>
              <a:gdLst/>
              <a:ahLst/>
              <a:cxnLst/>
              <a:rect l="l" t="t" r="r" b="b"/>
              <a:pathLst>
                <a:path w="2270" h="1344" extrusionOk="0">
                  <a:moveTo>
                    <a:pt x="331" y="1"/>
                  </a:moveTo>
                  <a:cubicBezTo>
                    <a:pt x="182" y="1"/>
                    <a:pt x="25" y="72"/>
                    <a:pt x="1" y="142"/>
                  </a:cubicBezTo>
                  <a:cubicBezTo>
                    <a:pt x="1" y="209"/>
                    <a:pt x="168" y="509"/>
                    <a:pt x="268" y="543"/>
                  </a:cubicBezTo>
                  <a:cubicBezTo>
                    <a:pt x="802" y="643"/>
                    <a:pt x="1335" y="876"/>
                    <a:pt x="1702" y="1310"/>
                  </a:cubicBezTo>
                  <a:cubicBezTo>
                    <a:pt x="1836" y="1343"/>
                    <a:pt x="2136" y="1343"/>
                    <a:pt x="2203" y="1343"/>
                  </a:cubicBezTo>
                  <a:cubicBezTo>
                    <a:pt x="2269" y="1210"/>
                    <a:pt x="2102" y="876"/>
                    <a:pt x="2002" y="843"/>
                  </a:cubicBezTo>
                  <a:cubicBezTo>
                    <a:pt x="1435" y="709"/>
                    <a:pt x="935" y="476"/>
                    <a:pt x="501" y="42"/>
                  </a:cubicBezTo>
                  <a:cubicBezTo>
                    <a:pt x="452" y="13"/>
                    <a:pt x="392" y="1"/>
                    <a:pt x="3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78" name="Google Shape;5878;p69"/>
            <p:cNvSpPr/>
            <p:nvPr/>
          </p:nvSpPr>
          <p:spPr>
            <a:xfrm>
              <a:off x="5741796" y="2341177"/>
              <a:ext cx="33185" cy="22444"/>
            </a:xfrm>
            <a:custGeom>
              <a:avLst/>
              <a:gdLst/>
              <a:ahLst/>
              <a:cxnLst/>
              <a:rect l="l" t="t" r="r" b="b"/>
              <a:pathLst>
                <a:path w="2169" h="1467" extrusionOk="0">
                  <a:moveTo>
                    <a:pt x="364" y="1"/>
                  </a:moveTo>
                  <a:cubicBezTo>
                    <a:pt x="229" y="1"/>
                    <a:pt x="88" y="43"/>
                    <a:pt x="67" y="85"/>
                  </a:cubicBezTo>
                  <a:cubicBezTo>
                    <a:pt x="0" y="118"/>
                    <a:pt x="167" y="452"/>
                    <a:pt x="267" y="519"/>
                  </a:cubicBezTo>
                  <a:cubicBezTo>
                    <a:pt x="801" y="685"/>
                    <a:pt x="1301" y="952"/>
                    <a:pt x="1635" y="1419"/>
                  </a:cubicBezTo>
                  <a:cubicBezTo>
                    <a:pt x="1729" y="1443"/>
                    <a:pt x="1907" y="1466"/>
                    <a:pt x="2026" y="1466"/>
                  </a:cubicBezTo>
                  <a:cubicBezTo>
                    <a:pt x="2076" y="1466"/>
                    <a:pt x="2116" y="1462"/>
                    <a:pt x="2135" y="1453"/>
                  </a:cubicBezTo>
                  <a:cubicBezTo>
                    <a:pt x="2168" y="1386"/>
                    <a:pt x="2035" y="1019"/>
                    <a:pt x="1968" y="952"/>
                  </a:cubicBezTo>
                  <a:cubicBezTo>
                    <a:pt x="1401" y="785"/>
                    <a:pt x="934" y="519"/>
                    <a:pt x="567" y="52"/>
                  </a:cubicBezTo>
                  <a:cubicBezTo>
                    <a:pt x="518" y="15"/>
                    <a:pt x="442" y="1"/>
                    <a:pt x="3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79" name="Google Shape;5879;p69"/>
            <p:cNvSpPr/>
            <p:nvPr/>
          </p:nvSpPr>
          <p:spPr>
            <a:xfrm>
              <a:off x="5788750" y="2372832"/>
              <a:ext cx="31134" cy="26438"/>
            </a:xfrm>
            <a:custGeom>
              <a:avLst/>
              <a:gdLst/>
              <a:ahLst/>
              <a:cxnLst/>
              <a:rect l="l" t="t" r="r" b="b"/>
              <a:pathLst>
                <a:path w="2035" h="1728" extrusionOk="0">
                  <a:moveTo>
                    <a:pt x="280" y="1"/>
                  </a:moveTo>
                  <a:cubicBezTo>
                    <a:pt x="175" y="1"/>
                    <a:pt x="84" y="17"/>
                    <a:pt x="67" y="51"/>
                  </a:cubicBezTo>
                  <a:cubicBezTo>
                    <a:pt x="0" y="151"/>
                    <a:pt x="100" y="484"/>
                    <a:pt x="200" y="518"/>
                  </a:cubicBezTo>
                  <a:cubicBezTo>
                    <a:pt x="734" y="718"/>
                    <a:pt x="1168" y="1085"/>
                    <a:pt x="1434" y="1619"/>
                  </a:cubicBezTo>
                  <a:cubicBezTo>
                    <a:pt x="1504" y="1665"/>
                    <a:pt x="1687" y="1728"/>
                    <a:pt x="1814" y="1728"/>
                  </a:cubicBezTo>
                  <a:cubicBezTo>
                    <a:pt x="1870" y="1728"/>
                    <a:pt x="1915" y="1716"/>
                    <a:pt x="1935" y="1685"/>
                  </a:cubicBezTo>
                  <a:cubicBezTo>
                    <a:pt x="2035" y="1619"/>
                    <a:pt x="1935" y="1218"/>
                    <a:pt x="1868" y="1152"/>
                  </a:cubicBezTo>
                  <a:cubicBezTo>
                    <a:pt x="1334" y="885"/>
                    <a:pt x="901" y="518"/>
                    <a:pt x="567" y="51"/>
                  </a:cubicBezTo>
                  <a:cubicBezTo>
                    <a:pt x="500" y="17"/>
                    <a:pt x="384" y="1"/>
                    <a:pt x="2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80" name="Google Shape;5880;p69"/>
            <p:cNvSpPr/>
            <p:nvPr/>
          </p:nvSpPr>
          <p:spPr>
            <a:xfrm>
              <a:off x="5830594" y="2411371"/>
              <a:ext cx="26040" cy="29696"/>
            </a:xfrm>
            <a:custGeom>
              <a:avLst/>
              <a:gdLst/>
              <a:ahLst/>
              <a:cxnLst/>
              <a:rect l="l" t="t" r="r" b="b"/>
              <a:pathLst>
                <a:path w="1702" h="1941" extrusionOk="0">
                  <a:moveTo>
                    <a:pt x="178" y="0"/>
                  </a:moveTo>
                  <a:cubicBezTo>
                    <a:pt x="119" y="0"/>
                    <a:pt x="67" y="11"/>
                    <a:pt x="34" y="34"/>
                  </a:cubicBezTo>
                  <a:cubicBezTo>
                    <a:pt x="0" y="100"/>
                    <a:pt x="34" y="434"/>
                    <a:pt x="134" y="501"/>
                  </a:cubicBezTo>
                  <a:cubicBezTo>
                    <a:pt x="434" y="667"/>
                    <a:pt x="634" y="834"/>
                    <a:pt x="801" y="1034"/>
                  </a:cubicBezTo>
                  <a:cubicBezTo>
                    <a:pt x="968" y="1268"/>
                    <a:pt x="1135" y="1468"/>
                    <a:pt x="1201" y="1768"/>
                  </a:cubicBezTo>
                  <a:cubicBezTo>
                    <a:pt x="1291" y="1828"/>
                    <a:pt x="1539" y="1940"/>
                    <a:pt x="1615" y="1940"/>
                  </a:cubicBezTo>
                  <a:cubicBezTo>
                    <a:pt x="1625" y="1940"/>
                    <a:pt x="1631" y="1939"/>
                    <a:pt x="1635" y="1935"/>
                  </a:cubicBezTo>
                  <a:cubicBezTo>
                    <a:pt x="1702" y="1835"/>
                    <a:pt x="1702" y="1468"/>
                    <a:pt x="1635" y="1368"/>
                  </a:cubicBezTo>
                  <a:cubicBezTo>
                    <a:pt x="1435" y="1201"/>
                    <a:pt x="1168" y="1034"/>
                    <a:pt x="1001" y="834"/>
                  </a:cubicBezTo>
                  <a:cubicBezTo>
                    <a:pt x="834" y="634"/>
                    <a:pt x="668" y="367"/>
                    <a:pt x="534" y="134"/>
                  </a:cubicBezTo>
                  <a:cubicBezTo>
                    <a:pt x="445" y="45"/>
                    <a:pt x="297"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81" name="Google Shape;5881;p69"/>
            <p:cNvSpPr/>
            <p:nvPr/>
          </p:nvSpPr>
          <p:spPr>
            <a:xfrm>
              <a:off x="5865814" y="2455892"/>
              <a:ext cx="22460" cy="32557"/>
            </a:xfrm>
            <a:custGeom>
              <a:avLst/>
              <a:gdLst/>
              <a:ahLst/>
              <a:cxnLst/>
              <a:rect l="l" t="t" r="r" b="b"/>
              <a:pathLst>
                <a:path w="1468" h="2128" extrusionOk="0">
                  <a:moveTo>
                    <a:pt x="177" y="0"/>
                  </a:moveTo>
                  <a:cubicBezTo>
                    <a:pt x="132" y="0"/>
                    <a:pt x="93" y="8"/>
                    <a:pt x="67" y="26"/>
                  </a:cubicBezTo>
                  <a:cubicBezTo>
                    <a:pt x="0" y="59"/>
                    <a:pt x="33" y="393"/>
                    <a:pt x="67" y="459"/>
                  </a:cubicBezTo>
                  <a:cubicBezTo>
                    <a:pt x="500" y="860"/>
                    <a:pt x="834" y="1293"/>
                    <a:pt x="901" y="1894"/>
                  </a:cubicBezTo>
                  <a:cubicBezTo>
                    <a:pt x="1001" y="1960"/>
                    <a:pt x="1234" y="2127"/>
                    <a:pt x="1334" y="2127"/>
                  </a:cubicBezTo>
                  <a:cubicBezTo>
                    <a:pt x="1401" y="2094"/>
                    <a:pt x="1468" y="1727"/>
                    <a:pt x="1401" y="1627"/>
                  </a:cubicBezTo>
                  <a:cubicBezTo>
                    <a:pt x="1201" y="1427"/>
                    <a:pt x="1034" y="1227"/>
                    <a:pt x="867" y="960"/>
                  </a:cubicBezTo>
                  <a:cubicBezTo>
                    <a:pt x="701" y="726"/>
                    <a:pt x="634" y="459"/>
                    <a:pt x="534" y="192"/>
                  </a:cubicBezTo>
                  <a:cubicBezTo>
                    <a:pt x="484" y="69"/>
                    <a:pt x="306" y="0"/>
                    <a:pt x="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82" name="Google Shape;5882;p69"/>
            <p:cNvSpPr/>
            <p:nvPr/>
          </p:nvSpPr>
          <p:spPr>
            <a:xfrm>
              <a:off x="5893368" y="2504484"/>
              <a:ext cx="18895" cy="35174"/>
            </a:xfrm>
            <a:custGeom>
              <a:avLst/>
              <a:gdLst/>
              <a:ahLst/>
              <a:cxnLst/>
              <a:rect l="l" t="t" r="r" b="b"/>
              <a:pathLst>
                <a:path w="1235" h="2299" extrusionOk="0">
                  <a:moveTo>
                    <a:pt x="170" y="1"/>
                  </a:moveTo>
                  <a:cubicBezTo>
                    <a:pt x="143" y="1"/>
                    <a:pt x="119" y="6"/>
                    <a:pt x="100" y="19"/>
                  </a:cubicBezTo>
                  <a:cubicBezTo>
                    <a:pt x="34" y="52"/>
                    <a:pt x="0" y="386"/>
                    <a:pt x="34" y="452"/>
                  </a:cubicBezTo>
                  <a:cubicBezTo>
                    <a:pt x="401" y="919"/>
                    <a:pt x="667" y="1420"/>
                    <a:pt x="667" y="2020"/>
                  </a:cubicBezTo>
                  <a:cubicBezTo>
                    <a:pt x="697" y="2108"/>
                    <a:pt x="855" y="2299"/>
                    <a:pt x="983" y="2299"/>
                  </a:cubicBezTo>
                  <a:cubicBezTo>
                    <a:pt x="1001" y="2299"/>
                    <a:pt x="1018" y="2295"/>
                    <a:pt x="1034" y="2287"/>
                  </a:cubicBezTo>
                  <a:cubicBezTo>
                    <a:pt x="1101" y="2254"/>
                    <a:pt x="1235" y="1887"/>
                    <a:pt x="1201" y="1787"/>
                  </a:cubicBezTo>
                  <a:cubicBezTo>
                    <a:pt x="868" y="1286"/>
                    <a:pt x="601" y="786"/>
                    <a:pt x="567" y="219"/>
                  </a:cubicBezTo>
                  <a:cubicBezTo>
                    <a:pt x="486" y="110"/>
                    <a:pt x="293" y="1"/>
                    <a:pt x="1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83" name="Google Shape;5883;p69"/>
            <p:cNvSpPr/>
            <p:nvPr/>
          </p:nvSpPr>
          <p:spPr>
            <a:xfrm>
              <a:off x="5911743" y="2557267"/>
              <a:ext cx="15835" cy="36872"/>
            </a:xfrm>
            <a:custGeom>
              <a:avLst/>
              <a:gdLst/>
              <a:ahLst/>
              <a:cxnLst/>
              <a:rect l="l" t="t" r="r" b="b"/>
              <a:pathLst>
                <a:path w="1035" h="2410" extrusionOk="0">
                  <a:moveTo>
                    <a:pt x="230" y="0"/>
                  </a:moveTo>
                  <a:cubicBezTo>
                    <a:pt x="219" y="0"/>
                    <a:pt x="209" y="1"/>
                    <a:pt x="200" y="4"/>
                  </a:cubicBezTo>
                  <a:cubicBezTo>
                    <a:pt x="134" y="71"/>
                    <a:pt x="0" y="405"/>
                    <a:pt x="34" y="471"/>
                  </a:cubicBezTo>
                  <a:cubicBezTo>
                    <a:pt x="367" y="972"/>
                    <a:pt x="467" y="1505"/>
                    <a:pt x="400" y="2106"/>
                  </a:cubicBezTo>
                  <a:cubicBezTo>
                    <a:pt x="462" y="2229"/>
                    <a:pt x="638" y="2410"/>
                    <a:pt x="717" y="2410"/>
                  </a:cubicBezTo>
                  <a:cubicBezTo>
                    <a:pt x="723" y="2410"/>
                    <a:pt x="729" y="2409"/>
                    <a:pt x="734" y="2406"/>
                  </a:cubicBezTo>
                  <a:cubicBezTo>
                    <a:pt x="867" y="2406"/>
                    <a:pt x="1034" y="2006"/>
                    <a:pt x="1001" y="1939"/>
                  </a:cubicBezTo>
                  <a:cubicBezTo>
                    <a:pt x="701" y="1439"/>
                    <a:pt x="634" y="905"/>
                    <a:pt x="634" y="305"/>
                  </a:cubicBezTo>
                  <a:cubicBezTo>
                    <a:pt x="573" y="152"/>
                    <a:pt x="345" y="0"/>
                    <a:pt x="2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84" name="Google Shape;5884;p69"/>
            <p:cNvSpPr/>
            <p:nvPr/>
          </p:nvSpPr>
          <p:spPr>
            <a:xfrm>
              <a:off x="5922973" y="2613462"/>
              <a:ext cx="11230" cy="37270"/>
            </a:xfrm>
            <a:custGeom>
              <a:avLst/>
              <a:gdLst/>
              <a:ahLst/>
              <a:cxnLst/>
              <a:rect l="l" t="t" r="r" b="b"/>
              <a:pathLst>
                <a:path w="734" h="2436" extrusionOk="0">
                  <a:moveTo>
                    <a:pt x="234" y="1"/>
                  </a:moveTo>
                  <a:cubicBezTo>
                    <a:pt x="133" y="1"/>
                    <a:pt x="0" y="334"/>
                    <a:pt x="0" y="434"/>
                  </a:cubicBezTo>
                  <a:cubicBezTo>
                    <a:pt x="234" y="935"/>
                    <a:pt x="334" y="1468"/>
                    <a:pt x="167" y="2069"/>
                  </a:cubicBezTo>
                  <a:cubicBezTo>
                    <a:pt x="167" y="2169"/>
                    <a:pt x="334" y="2436"/>
                    <a:pt x="434" y="2436"/>
                  </a:cubicBezTo>
                  <a:cubicBezTo>
                    <a:pt x="500" y="2436"/>
                    <a:pt x="734" y="2136"/>
                    <a:pt x="734" y="2002"/>
                  </a:cubicBezTo>
                  <a:cubicBezTo>
                    <a:pt x="500" y="1468"/>
                    <a:pt x="434" y="935"/>
                    <a:pt x="567" y="334"/>
                  </a:cubicBezTo>
                  <a:cubicBezTo>
                    <a:pt x="567" y="167"/>
                    <a:pt x="300" y="1"/>
                    <a:pt x="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85" name="Google Shape;5885;p69"/>
            <p:cNvSpPr/>
            <p:nvPr/>
          </p:nvSpPr>
          <p:spPr>
            <a:xfrm>
              <a:off x="5927042" y="2669596"/>
              <a:ext cx="8185" cy="37790"/>
            </a:xfrm>
            <a:custGeom>
              <a:avLst/>
              <a:gdLst/>
              <a:ahLst/>
              <a:cxnLst/>
              <a:rect l="l" t="t" r="r" b="b"/>
              <a:pathLst>
                <a:path w="535" h="2470" extrusionOk="0">
                  <a:moveTo>
                    <a:pt x="234" y="1"/>
                  </a:moveTo>
                  <a:cubicBezTo>
                    <a:pt x="168" y="1"/>
                    <a:pt x="1" y="301"/>
                    <a:pt x="1" y="401"/>
                  </a:cubicBezTo>
                  <a:cubicBezTo>
                    <a:pt x="101" y="668"/>
                    <a:pt x="168" y="935"/>
                    <a:pt x="168" y="1235"/>
                  </a:cubicBezTo>
                  <a:cubicBezTo>
                    <a:pt x="134" y="1502"/>
                    <a:pt x="68" y="1769"/>
                    <a:pt x="1" y="2069"/>
                  </a:cubicBezTo>
                  <a:cubicBezTo>
                    <a:pt x="1" y="2169"/>
                    <a:pt x="168" y="2469"/>
                    <a:pt x="201" y="2469"/>
                  </a:cubicBezTo>
                  <a:cubicBezTo>
                    <a:pt x="301" y="2469"/>
                    <a:pt x="535" y="2169"/>
                    <a:pt x="535" y="2069"/>
                  </a:cubicBezTo>
                  <a:cubicBezTo>
                    <a:pt x="468" y="1769"/>
                    <a:pt x="401" y="1502"/>
                    <a:pt x="401" y="1235"/>
                  </a:cubicBezTo>
                  <a:cubicBezTo>
                    <a:pt x="401" y="935"/>
                    <a:pt x="468" y="668"/>
                    <a:pt x="535" y="401"/>
                  </a:cubicBezTo>
                  <a:cubicBezTo>
                    <a:pt x="535" y="234"/>
                    <a:pt x="334" y="1"/>
                    <a:pt x="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86" name="Google Shape;5886;p69"/>
            <p:cNvSpPr/>
            <p:nvPr/>
          </p:nvSpPr>
          <p:spPr>
            <a:xfrm>
              <a:off x="5922973" y="2725745"/>
              <a:ext cx="11750" cy="37774"/>
            </a:xfrm>
            <a:custGeom>
              <a:avLst/>
              <a:gdLst/>
              <a:ahLst/>
              <a:cxnLst/>
              <a:rect l="l" t="t" r="r" b="b"/>
              <a:pathLst>
                <a:path w="768" h="2469" extrusionOk="0">
                  <a:moveTo>
                    <a:pt x="467" y="0"/>
                  </a:moveTo>
                  <a:cubicBezTo>
                    <a:pt x="400" y="0"/>
                    <a:pt x="167" y="300"/>
                    <a:pt x="167" y="367"/>
                  </a:cubicBezTo>
                  <a:cubicBezTo>
                    <a:pt x="300" y="968"/>
                    <a:pt x="267" y="1501"/>
                    <a:pt x="0" y="2035"/>
                  </a:cubicBezTo>
                  <a:cubicBezTo>
                    <a:pt x="0" y="2168"/>
                    <a:pt x="133" y="2469"/>
                    <a:pt x="234" y="2469"/>
                  </a:cubicBezTo>
                  <a:cubicBezTo>
                    <a:pt x="334" y="2469"/>
                    <a:pt x="600" y="2235"/>
                    <a:pt x="600" y="2102"/>
                  </a:cubicBezTo>
                  <a:cubicBezTo>
                    <a:pt x="500" y="1501"/>
                    <a:pt x="567" y="968"/>
                    <a:pt x="767" y="434"/>
                  </a:cubicBezTo>
                  <a:cubicBezTo>
                    <a:pt x="767" y="267"/>
                    <a:pt x="567" y="0"/>
                    <a:pt x="4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87" name="Google Shape;5887;p69"/>
            <p:cNvSpPr/>
            <p:nvPr/>
          </p:nvSpPr>
          <p:spPr>
            <a:xfrm>
              <a:off x="5913808" y="2781879"/>
              <a:ext cx="14274" cy="36795"/>
            </a:xfrm>
            <a:custGeom>
              <a:avLst/>
              <a:gdLst/>
              <a:ahLst/>
              <a:cxnLst/>
              <a:rect l="l" t="t" r="r" b="b"/>
              <a:pathLst>
                <a:path w="933" h="2405" extrusionOk="0">
                  <a:moveTo>
                    <a:pt x="699" y="1"/>
                  </a:moveTo>
                  <a:cubicBezTo>
                    <a:pt x="599" y="1"/>
                    <a:pt x="366" y="267"/>
                    <a:pt x="366" y="334"/>
                  </a:cubicBezTo>
                  <a:cubicBezTo>
                    <a:pt x="399" y="634"/>
                    <a:pt x="399" y="901"/>
                    <a:pt x="366" y="1168"/>
                  </a:cubicBezTo>
                  <a:cubicBezTo>
                    <a:pt x="265" y="1468"/>
                    <a:pt x="199" y="1735"/>
                    <a:pt x="32" y="1969"/>
                  </a:cubicBezTo>
                  <a:cubicBezTo>
                    <a:pt x="0" y="2096"/>
                    <a:pt x="90" y="2405"/>
                    <a:pt x="213" y="2405"/>
                  </a:cubicBezTo>
                  <a:cubicBezTo>
                    <a:pt x="220" y="2405"/>
                    <a:pt x="226" y="2404"/>
                    <a:pt x="232" y="2402"/>
                  </a:cubicBezTo>
                  <a:cubicBezTo>
                    <a:pt x="366" y="2402"/>
                    <a:pt x="599" y="2135"/>
                    <a:pt x="666" y="2069"/>
                  </a:cubicBezTo>
                  <a:cubicBezTo>
                    <a:pt x="599" y="1768"/>
                    <a:pt x="666" y="1502"/>
                    <a:pt x="699" y="1235"/>
                  </a:cubicBezTo>
                  <a:cubicBezTo>
                    <a:pt x="732" y="968"/>
                    <a:pt x="833" y="668"/>
                    <a:pt x="933" y="434"/>
                  </a:cubicBezTo>
                  <a:cubicBezTo>
                    <a:pt x="933" y="301"/>
                    <a:pt x="766" y="1"/>
                    <a:pt x="6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88" name="Google Shape;5888;p69"/>
            <p:cNvSpPr/>
            <p:nvPr/>
          </p:nvSpPr>
          <p:spPr>
            <a:xfrm>
              <a:off x="5898463" y="2837462"/>
              <a:ext cx="16860" cy="35786"/>
            </a:xfrm>
            <a:custGeom>
              <a:avLst/>
              <a:gdLst/>
              <a:ahLst/>
              <a:cxnLst/>
              <a:rect l="l" t="t" r="r" b="b"/>
              <a:pathLst>
                <a:path w="1102" h="2339" extrusionOk="0">
                  <a:moveTo>
                    <a:pt x="886" y="0"/>
                  </a:moveTo>
                  <a:cubicBezTo>
                    <a:pt x="801" y="0"/>
                    <a:pt x="566" y="210"/>
                    <a:pt x="535" y="304"/>
                  </a:cubicBezTo>
                  <a:cubicBezTo>
                    <a:pt x="535" y="871"/>
                    <a:pt x="401" y="1438"/>
                    <a:pt x="34" y="1871"/>
                  </a:cubicBezTo>
                  <a:cubicBezTo>
                    <a:pt x="1" y="2005"/>
                    <a:pt x="34" y="2305"/>
                    <a:pt x="101" y="2338"/>
                  </a:cubicBezTo>
                  <a:cubicBezTo>
                    <a:pt x="234" y="2338"/>
                    <a:pt x="535" y="2138"/>
                    <a:pt x="568" y="2038"/>
                  </a:cubicBezTo>
                  <a:cubicBezTo>
                    <a:pt x="601" y="1505"/>
                    <a:pt x="735" y="971"/>
                    <a:pt x="1068" y="470"/>
                  </a:cubicBezTo>
                  <a:cubicBezTo>
                    <a:pt x="1102" y="304"/>
                    <a:pt x="968" y="37"/>
                    <a:pt x="902" y="3"/>
                  </a:cubicBezTo>
                  <a:cubicBezTo>
                    <a:pt x="897" y="1"/>
                    <a:pt x="892" y="0"/>
                    <a:pt x="8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89" name="Google Shape;5889;p69"/>
            <p:cNvSpPr/>
            <p:nvPr/>
          </p:nvSpPr>
          <p:spPr>
            <a:xfrm>
              <a:off x="5876523" y="2891041"/>
              <a:ext cx="20945" cy="34133"/>
            </a:xfrm>
            <a:custGeom>
              <a:avLst/>
              <a:gdLst/>
              <a:ahLst/>
              <a:cxnLst/>
              <a:rect l="l" t="t" r="r" b="b"/>
              <a:pathLst>
                <a:path w="1369" h="2231" extrusionOk="0">
                  <a:moveTo>
                    <a:pt x="1149" y="0"/>
                  </a:moveTo>
                  <a:cubicBezTo>
                    <a:pt x="1058" y="0"/>
                    <a:pt x="799" y="178"/>
                    <a:pt x="768" y="271"/>
                  </a:cubicBezTo>
                  <a:cubicBezTo>
                    <a:pt x="668" y="805"/>
                    <a:pt x="468" y="1338"/>
                    <a:pt x="101" y="1772"/>
                  </a:cubicBezTo>
                  <a:cubicBezTo>
                    <a:pt x="1" y="1872"/>
                    <a:pt x="34" y="2206"/>
                    <a:pt x="134" y="2206"/>
                  </a:cubicBezTo>
                  <a:cubicBezTo>
                    <a:pt x="157" y="2223"/>
                    <a:pt x="186" y="2230"/>
                    <a:pt x="218" y="2230"/>
                  </a:cubicBezTo>
                  <a:cubicBezTo>
                    <a:pt x="373" y="2230"/>
                    <a:pt x="607" y="2061"/>
                    <a:pt x="634" y="2005"/>
                  </a:cubicBezTo>
                  <a:cubicBezTo>
                    <a:pt x="668" y="1438"/>
                    <a:pt x="935" y="938"/>
                    <a:pt x="1301" y="471"/>
                  </a:cubicBezTo>
                  <a:cubicBezTo>
                    <a:pt x="1368" y="338"/>
                    <a:pt x="1268" y="37"/>
                    <a:pt x="1168" y="4"/>
                  </a:cubicBezTo>
                  <a:cubicBezTo>
                    <a:pt x="1163" y="1"/>
                    <a:pt x="1157"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90" name="Google Shape;5890;p69"/>
            <p:cNvSpPr/>
            <p:nvPr/>
          </p:nvSpPr>
          <p:spPr>
            <a:xfrm>
              <a:off x="5850499" y="2942064"/>
              <a:ext cx="22475" cy="33322"/>
            </a:xfrm>
            <a:custGeom>
              <a:avLst/>
              <a:gdLst/>
              <a:ahLst/>
              <a:cxnLst/>
              <a:rect l="l" t="t" r="r" b="b"/>
              <a:pathLst>
                <a:path w="1469" h="2178" extrusionOk="0">
                  <a:moveTo>
                    <a:pt x="1270" y="0"/>
                  </a:moveTo>
                  <a:cubicBezTo>
                    <a:pt x="1150" y="0"/>
                    <a:pt x="898" y="144"/>
                    <a:pt x="868" y="205"/>
                  </a:cubicBezTo>
                  <a:cubicBezTo>
                    <a:pt x="801" y="805"/>
                    <a:pt x="501" y="1306"/>
                    <a:pt x="67" y="1673"/>
                  </a:cubicBezTo>
                  <a:cubicBezTo>
                    <a:pt x="0" y="1806"/>
                    <a:pt x="0" y="2140"/>
                    <a:pt x="34" y="2173"/>
                  </a:cubicBezTo>
                  <a:cubicBezTo>
                    <a:pt x="46" y="2176"/>
                    <a:pt x="59" y="2177"/>
                    <a:pt x="74" y="2177"/>
                  </a:cubicBezTo>
                  <a:cubicBezTo>
                    <a:pt x="224" y="2177"/>
                    <a:pt x="504" y="2034"/>
                    <a:pt x="534" y="1973"/>
                  </a:cubicBezTo>
                  <a:cubicBezTo>
                    <a:pt x="667" y="1372"/>
                    <a:pt x="968" y="905"/>
                    <a:pt x="1368" y="505"/>
                  </a:cubicBezTo>
                  <a:cubicBezTo>
                    <a:pt x="1468" y="338"/>
                    <a:pt x="1368" y="38"/>
                    <a:pt x="1301" y="5"/>
                  </a:cubicBezTo>
                  <a:cubicBezTo>
                    <a:pt x="1292" y="2"/>
                    <a:pt x="1282" y="0"/>
                    <a:pt x="1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91" name="Google Shape;5891;p69"/>
            <p:cNvSpPr/>
            <p:nvPr/>
          </p:nvSpPr>
          <p:spPr>
            <a:xfrm>
              <a:off x="5820390" y="2991390"/>
              <a:ext cx="23485" cy="32496"/>
            </a:xfrm>
            <a:custGeom>
              <a:avLst/>
              <a:gdLst/>
              <a:ahLst/>
              <a:cxnLst/>
              <a:rect l="l" t="t" r="r" b="b"/>
              <a:pathLst>
                <a:path w="1535" h="2124" extrusionOk="0">
                  <a:moveTo>
                    <a:pt x="1384" y="1"/>
                  </a:moveTo>
                  <a:cubicBezTo>
                    <a:pt x="1268" y="1"/>
                    <a:pt x="1029" y="127"/>
                    <a:pt x="1001" y="183"/>
                  </a:cubicBezTo>
                  <a:cubicBezTo>
                    <a:pt x="868" y="750"/>
                    <a:pt x="534" y="1251"/>
                    <a:pt x="100" y="1584"/>
                  </a:cubicBezTo>
                  <a:cubicBezTo>
                    <a:pt x="0" y="1718"/>
                    <a:pt x="0" y="1984"/>
                    <a:pt x="34" y="2118"/>
                  </a:cubicBezTo>
                  <a:cubicBezTo>
                    <a:pt x="44" y="2121"/>
                    <a:pt x="58" y="2123"/>
                    <a:pt x="75" y="2123"/>
                  </a:cubicBezTo>
                  <a:cubicBezTo>
                    <a:pt x="209" y="2123"/>
                    <a:pt x="504" y="2011"/>
                    <a:pt x="534" y="1951"/>
                  </a:cubicBezTo>
                  <a:cubicBezTo>
                    <a:pt x="701" y="1351"/>
                    <a:pt x="1034" y="917"/>
                    <a:pt x="1468" y="517"/>
                  </a:cubicBezTo>
                  <a:cubicBezTo>
                    <a:pt x="1535" y="417"/>
                    <a:pt x="1501" y="83"/>
                    <a:pt x="1435" y="16"/>
                  </a:cubicBezTo>
                  <a:cubicBezTo>
                    <a:pt x="1424" y="6"/>
                    <a:pt x="1406" y="1"/>
                    <a:pt x="13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92" name="Google Shape;5892;p69"/>
            <p:cNvSpPr/>
            <p:nvPr/>
          </p:nvSpPr>
          <p:spPr>
            <a:xfrm>
              <a:off x="5786700" y="3037793"/>
              <a:ext cx="26040" cy="30232"/>
            </a:xfrm>
            <a:custGeom>
              <a:avLst/>
              <a:gdLst/>
              <a:ahLst/>
              <a:cxnLst/>
              <a:rect l="l" t="t" r="r" b="b"/>
              <a:pathLst>
                <a:path w="1702" h="1976" extrusionOk="0">
                  <a:moveTo>
                    <a:pt x="1507" y="1"/>
                  </a:moveTo>
                  <a:cubicBezTo>
                    <a:pt x="1387" y="1"/>
                    <a:pt x="1162" y="104"/>
                    <a:pt x="1135" y="186"/>
                  </a:cubicBezTo>
                  <a:cubicBezTo>
                    <a:pt x="901" y="719"/>
                    <a:pt x="568" y="1186"/>
                    <a:pt x="134" y="1520"/>
                  </a:cubicBezTo>
                  <a:cubicBezTo>
                    <a:pt x="34" y="1620"/>
                    <a:pt x="1" y="1920"/>
                    <a:pt x="67" y="1954"/>
                  </a:cubicBezTo>
                  <a:cubicBezTo>
                    <a:pt x="91" y="1969"/>
                    <a:pt x="127" y="1976"/>
                    <a:pt x="169" y="1976"/>
                  </a:cubicBezTo>
                  <a:cubicBezTo>
                    <a:pt x="308" y="1976"/>
                    <a:pt x="517" y="1905"/>
                    <a:pt x="568" y="1854"/>
                  </a:cubicBezTo>
                  <a:cubicBezTo>
                    <a:pt x="801" y="1286"/>
                    <a:pt x="1135" y="853"/>
                    <a:pt x="1568" y="519"/>
                  </a:cubicBezTo>
                  <a:cubicBezTo>
                    <a:pt x="1702" y="386"/>
                    <a:pt x="1669" y="52"/>
                    <a:pt x="1568" y="19"/>
                  </a:cubicBezTo>
                  <a:cubicBezTo>
                    <a:pt x="1556" y="6"/>
                    <a:pt x="1534" y="1"/>
                    <a:pt x="15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93" name="Google Shape;5893;p69"/>
            <p:cNvSpPr/>
            <p:nvPr/>
          </p:nvSpPr>
          <p:spPr>
            <a:xfrm>
              <a:off x="5750471" y="3082881"/>
              <a:ext cx="27065" cy="28840"/>
            </a:xfrm>
            <a:custGeom>
              <a:avLst/>
              <a:gdLst/>
              <a:ahLst/>
              <a:cxnLst/>
              <a:rect l="l" t="t" r="r" b="b"/>
              <a:pathLst>
                <a:path w="1769" h="1885" extrusionOk="0">
                  <a:moveTo>
                    <a:pt x="1652" y="1"/>
                  </a:moveTo>
                  <a:cubicBezTo>
                    <a:pt x="1532" y="1"/>
                    <a:pt x="1321" y="83"/>
                    <a:pt x="1235" y="141"/>
                  </a:cubicBezTo>
                  <a:cubicBezTo>
                    <a:pt x="1034" y="674"/>
                    <a:pt x="667" y="1108"/>
                    <a:pt x="167" y="1408"/>
                  </a:cubicBezTo>
                  <a:cubicBezTo>
                    <a:pt x="67" y="1508"/>
                    <a:pt x="0" y="1809"/>
                    <a:pt x="100" y="1842"/>
                  </a:cubicBezTo>
                  <a:cubicBezTo>
                    <a:pt x="131" y="1872"/>
                    <a:pt x="183" y="1884"/>
                    <a:pt x="242" y="1884"/>
                  </a:cubicBezTo>
                  <a:cubicBezTo>
                    <a:pt x="379" y="1884"/>
                    <a:pt x="554" y="1822"/>
                    <a:pt x="601" y="1775"/>
                  </a:cubicBezTo>
                  <a:cubicBezTo>
                    <a:pt x="834" y="1275"/>
                    <a:pt x="1201" y="841"/>
                    <a:pt x="1702" y="508"/>
                  </a:cubicBezTo>
                  <a:cubicBezTo>
                    <a:pt x="1768" y="408"/>
                    <a:pt x="1768" y="107"/>
                    <a:pt x="1702" y="7"/>
                  </a:cubicBezTo>
                  <a:cubicBezTo>
                    <a:pt x="1688" y="3"/>
                    <a:pt x="1671" y="1"/>
                    <a:pt x="16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94" name="Google Shape;5894;p69"/>
            <p:cNvSpPr/>
            <p:nvPr/>
          </p:nvSpPr>
          <p:spPr>
            <a:xfrm>
              <a:off x="5671357" y="3165972"/>
              <a:ext cx="29620" cy="27019"/>
            </a:xfrm>
            <a:custGeom>
              <a:avLst/>
              <a:gdLst/>
              <a:ahLst/>
              <a:cxnLst/>
              <a:rect l="l" t="t" r="r" b="b"/>
              <a:pathLst>
                <a:path w="1936" h="1766" extrusionOk="0">
                  <a:moveTo>
                    <a:pt x="1788" y="0"/>
                  </a:moveTo>
                  <a:cubicBezTo>
                    <a:pt x="1674" y="0"/>
                    <a:pt x="1475" y="31"/>
                    <a:pt x="1402" y="80"/>
                  </a:cubicBezTo>
                  <a:cubicBezTo>
                    <a:pt x="1102" y="647"/>
                    <a:pt x="701" y="1014"/>
                    <a:pt x="201" y="1248"/>
                  </a:cubicBezTo>
                  <a:cubicBezTo>
                    <a:pt x="68" y="1381"/>
                    <a:pt x="1" y="1681"/>
                    <a:pt x="34" y="1715"/>
                  </a:cubicBezTo>
                  <a:cubicBezTo>
                    <a:pt x="59" y="1752"/>
                    <a:pt x="128" y="1766"/>
                    <a:pt x="210" y="1766"/>
                  </a:cubicBezTo>
                  <a:cubicBezTo>
                    <a:pt x="350" y="1766"/>
                    <a:pt x="526" y="1724"/>
                    <a:pt x="568" y="1681"/>
                  </a:cubicBezTo>
                  <a:cubicBezTo>
                    <a:pt x="868" y="1148"/>
                    <a:pt x="1235" y="747"/>
                    <a:pt x="1769" y="514"/>
                  </a:cubicBezTo>
                  <a:cubicBezTo>
                    <a:pt x="1902" y="380"/>
                    <a:pt x="1936" y="80"/>
                    <a:pt x="1869" y="14"/>
                  </a:cubicBezTo>
                  <a:cubicBezTo>
                    <a:pt x="1860" y="5"/>
                    <a:pt x="1830" y="0"/>
                    <a:pt x="17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95" name="Google Shape;5895;p69"/>
            <p:cNvSpPr/>
            <p:nvPr/>
          </p:nvSpPr>
          <p:spPr>
            <a:xfrm>
              <a:off x="5629008" y="3204940"/>
              <a:ext cx="30630" cy="25810"/>
            </a:xfrm>
            <a:custGeom>
              <a:avLst/>
              <a:gdLst/>
              <a:ahLst/>
              <a:cxnLst/>
              <a:rect l="l" t="t" r="r" b="b"/>
              <a:pathLst>
                <a:path w="2002" h="1687" extrusionOk="0">
                  <a:moveTo>
                    <a:pt x="1787" y="0"/>
                  </a:moveTo>
                  <a:cubicBezTo>
                    <a:pt x="1666" y="0"/>
                    <a:pt x="1511" y="37"/>
                    <a:pt x="1468" y="102"/>
                  </a:cubicBezTo>
                  <a:cubicBezTo>
                    <a:pt x="1168" y="602"/>
                    <a:pt x="768" y="969"/>
                    <a:pt x="200" y="1169"/>
                  </a:cubicBezTo>
                  <a:cubicBezTo>
                    <a:pt x="100" y="1269"/>
                    <a:pt x="0" y="1536"/>
                    <a:pt x="34" y="1636"/>
                  </a:cubicBezTo>
                  <a:cubicBezTo>
                    <a:pt x="84" y="1670"/>
                    <a:pt x="200" y="1686"/>
                    <a:pt x="317" y="1686"/>
                  </a:cubicBezTo>
                  <a:cubicBezTo>
                    <a:pt x="434" y="1686"/>
                    <a:pt x="551" y="1670"/>
                    <a:pt x="601" y="1636"/>
                  </a:cubicBezTo>
                  <a:cubicBezTo>
                    <a:pt x="868" y="1169"/>
                    <a:pt x="1301" y="802"/>
                    <a:pt x="1835" y="535"/>
                  </a:cubicBezTo>
                  <a:cubicBezTo>
                    <a:pt x="1968" y="435"/>
                    <a:pt x="2002" y="135"/>
                    <a:pt x="1935" y="35"/>
                  </a:cubicBezTo>
                  <a:cubicBezTo>
                    <a:pt x="1911" y="11"/>
                    <a:pt x="1854" y="0"/>
                    <a:pt x="17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96" name="Google Shape;5896;p69"/>
            <p:cNvSpPr/>
            <p:nvPr/>
          </p:nvSpPr>
          <p:spPr>
            <a:xfrm>
              <a:off x="5585114" y="3241292"/>
              <a:ext cx="31150" cy="24663"/>
            </a:xfrm>
            <a:custGeom>
              <a:avLst/>
              <a:gdLst/>
              <a:ahLst/>
              <a:cxnLst/>
              <a:rect l="l" t="t" r="r" b="b"/>
              <a:pathLst>
                <a:path w="2036" h="1612" extrusionOk="0">
                  <a:moveTo>
                    <a:pt x="1784" y="0"/>
                  </a:moveTo>
                  <a:cubicBezTo>
                    <a:pt x="1669" y="0"/>
                    <a:pt x="1540" y="36"/>
                    <a:pt x="1502" y="94"/>
                  </a:cubicBezTo>
                  <a:cubicBezTo>
                    <a:pt x="1168" y="594"/>
                    <a:pt x="734" y="928"/>
                    <a:pt x="201" y="1128"/>
                  </a:cubicBezTo>
                  <a:cubicBezTo>
                    <a:pt x="134" y="1228"/>
                    <a:pt x="1" y="1495"/>
                    <a:pt x="1" y="1562"/>
                  </a:cubicBezTo>
                  <a:cubicBezTo>
                    <a:pt x="34" y="1595"/>
                    <a:pt x="151" y="1612"/>
                    <a:pt x="267" y="1612"/>
                  </a:cubicBezTo>
                  <a:cubicBezTo>
                    <a:pt x="384" y="1612"/>
                    <a:pt x="501" y="1595"/>
                    <a:pt x="534" y="1562"/>
                  </a:cubicBezTo>
                  <a:cubicBezTo>
                    <a:pt x="868" y="1095"/>
                    <a:pt x="1302" y="728"/>
                    <a:pt x="1835" y="494"/>
                  </a:cubicBezTo>
                  <a:cubicBezTo>
                    <a:pt x="1969" y="428"/>
                    <a:pt x="2035" y="127"/>
                    <a:pt x="1969" y="61"/>
                  </a:cubicBezTo>
                  <a:cubicBezTo>
                    <a:pt x="1941" y="19"/>
                    <a:pt x="1866" y="0"/>
                    <a:pt x="17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97" name="Google Shape;5897;p69"/>
            <p:cNvSpPr/>
            <p:nvPr/>
          </p:nvSpPr>
          <p:spPr>
            <a:xfrm>
              <a:off x="5539690" y="3276970"/>
              <a:ext cx="31150" cy="23271"/>
            </a:xfrm>
            <a:custGeom>
              <a:avLst/>
              <a:gdLst/>
              <a:ahLst/>
              <a:cxnLst/>
              <a:rect l="l" t="t" r="r" b="b"/>
              <a:pathLst>
                <a:path w="2036" h="1521" extrusionOk="0">
                  <a:moveTo>
                    <a:pt x="1823" y="1"/>
                  </a:moveTo>
                  <a:cubicBezTo>
                    <a:pt x="1715" y="1"/>
                    <a:pt x="1590" y="27"/>
                    <a:pt x="1535" y="64"/>
                  </a:cubicBezTo>
                  <a:cubicBezTo>
                    <a:pt x="1202" y="497"/>
                    <a:pt x="768" y="831"/>
                    <a:pt x="201" y="998"/>
                  </a:cubicBezTo>
                  <a:cubicBezTo>
                    <a:pt x="134" y="1098"/>
                    <a:pt x="1" y="1398"/>
                    <a:pt x="1" y="1465"/>
                  </a:cubicBezTo>
                  <a:cubicBezTo>
                    <a:pt x="59" y="1504"/>
                    <a:pt x="210" y="1520"/>
                    <a:pt x="337" y="1520"/>
                  </a:cubicBezTo>
                  <a:cubicBezTo>
                    <a:pt x="428" y="1520"/>
                    <a:pt x="507" y="1512"/>
                    <a:pt x="535" y="1498"/>
                  </a:cubicBezTo>
                  <a:cubicBezTo>
                    <a:pt x="868" y="998"/>
                    <a:pt x="1335" y="698"/>
                    <a:pt x="1869" y="497"/>
                  </a:cubicBezTo>
                  <a:cubicBezTo>
                    <a:pt x="2002" y="431"/>
                    <a:pt x="2036" y="130"/>
                    <a:pt x="2002" y="64"/>
                  </a:cubicBezTo>
                  <a:cubicBezTo>
                    <a:pt x="1987" y="19"/>
                    <a:pt x="1911" y="1"/>
                    <a:pt x="18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98" name="Google Shape;5898;p69"/>
            <p:cNvSpPr/>
            <p:nvPr/>
          </p:nvSpPr>
          <p:spPr>
            <a:xfrm>
              <a:off x="5493256" y="3309497"/>
              <a:ext cx="32680" cy="22353"/>
            </a:xfrm>
            <a:custGeom>
              <a:avLst/>
              <a:gdLst/>
              <a:ahLst/>
              <a:cxnLst/>
              <a:rect l="l" t="t" r="r" b="b"/>
              <a:pathLst>
                <a:path w="2136" h="1461" extrusionOk="0">
                  <a:moveTo>
                    <a:pt x="1908" y="1"/>
                  </a:moveTo>
                  <a:cubicBezTo>
                    <a:pt x="1801" y="1"/>
                    <a:pt x="1673" y="20"/>
                    <a:pt x="1635" y="39"/>
                  </a:cubicBezTo>
                  <a:cubicBezTo>
                    <a:pt x="1301" y="506"/>
                    <a:pt x="834" y="806"/>
                    <a:pt x="234" y="973"/>
                  </a:cubicBezTo>
                  <a:cubicBezTo>
                    <a:pt x="134" y="1040"/>
                    <a:pt x="0" y="1340"/>
                    <a:pt x="0" y="1374"/>
                  </a:cubicBezTo>
                  <a:cubicBezTo>
                    <a:pt x="43" y="1437"/>
                    <a:pt x="219" y="1460"/>
                    <a:pt x="359" y="1460"/>
                  </a:cubicBezTo>
                  <a:cubicBezTo>
                    <a:pt x="441" y="1460"/>
                    <a:pt x="510" y="1452"/>
                    <a:pt x="534" y="1440"/>
                  </a:cubicBezTo>
                  <a:cubicBezTo>
                    <a:pt x="901" y="1007"/>
                    <a:pt x="1368" y="673"/>
                    <a:pt x="1902" y="506"/>
                  </a:cubicBezTo>
                  <a:cubicBezTo>
                    <a:pt x="2068" y="440"/>
                    <a:pt x="2135" y="139"/>
                    <a:pt x="2068" y="39"/>
                  </a:cubicBezTo>
                  <a:cubicBezTo>
                    <a:pt x="2054" y="11"/>
                    <a:pt x="1987" y="1"/>
                    <a:pt x="19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99" name="Google Shape;5899;p69"/>
            <p:cNvSpPr/>
            <p:nvPr/>
          </p:nvSpPr>
          <p:spPr>
            <a:xfrm>
              <a:off x="5444772" y="3340402"/>
              <a:ext cx="33689" cy="22047"/>
            </a:xfrm>
            <a:custGeom>
              <a:avLst/>
              <a:gdLst/>
              <a:ahLst/>
              <a:cxnLst/>
              <a:rect l="l" t="t" r="r" b="b"/>
              <a:pathLst>
                <a:path w="2202" h="1441" extrusionOk="0">
                  <a:moveTo>
                    <a:pt x="1879" y="1"/>
                  </a:moveTo>
                  <a:cubicBezTo>
                    <a:pt x="1806" y="1"/>
                    <a:pt x="1738" y="8"/>
                    <a:pt x="1702" y="21"/>
                  </a:cubicBezTo>
                  <a:cubicBezTo>
                    <a:pt x="1335" y="488"/>
                    <a:pt x="868" y="788"/>
                    <a:pt x="301" y="921"/>
                  </a:cubicBezTo>
                  <a:cubicBezTo>
                    <a:pt x="167" y="988"/>
                    <a:pt x="0" y="1288"/>
                    <a:pt x="67" y="1322"/>
                  </a:cubicBezTo>
                  <a:cubicBezTo>
                    <a:pt x="112" y="1411"/>
                    <a:pt x="290" y="1440"/>
                    <a:pt x="423" y="1440"/>
                  </a:cubicBezTo>
                  <a:cubicBezTo>
                    <a:pt x="490" y="1440"/>
                    <a:pt x="545" y="1433"/>
                    <a:pt x="567" y="1422"/>
                  </a:cubicBezTo>
                  <a:cubicBezTo>
                    <a:pt x="968" y="955"/>
                    <a:pt x="1401" y="654"/>
                    <a:pt x="2002" y="521"/>
                  </a:cubicBezTo>
                  <a:cubicBezTo>
                    <a:pt x="2135" y="454"/>
                    <a:pt x="2202" y="154"/>
                    <a:pt x="2169" y="87"/>
                  </a:cubicBezTo>
                  <a:cubicBezTo>
                    <a:pt x="2147" y="24"/>
                    <a:pt x="2006" y="1"/>
                    <a:pt x="18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00" name="Google Shape;5900;p69"/>
            <p:cNvSpPr/>
            <p:nvPr/>
          </p:nvSpPr>
          <p:spPr>
            <a:xfrm>
              <a:off x="5395783" y="3369976"/>
              <a:ext cx="34210" cy="20165"/>
            </a:xfrm>
            <a:custGeom>
              <a:avLst/>
              <a:gdLst/>
              <a:ahLst/>
              <a:cxnLst/>
              <a:rect l="l" t="t" r="r" b="b"/>
              <a:pathLst>
                <a:path w="2236" h="1318" extrusionOk="0">
                  <a:moveTo>
                    <a:pt x="1941" y="1"/>
                  </a:moveTo>
                  <a:cubicBezTo>
                    <a:pt x="1858" y="1"/>
                    <a:pt x="1776" y="9"/>
                    <a:pt x="1735" y="22"/>
                  </a:cubicBezTo>
                  <a:cubicBezTo>
                    <a:pt x="1368" y="423"/>
                    <a:pt x="867" y="690"/>
                    <a:pt x="267" y="823"/>
                  </a:cubicBezTo>
                  <a:cubicBezTo>
                    <a:pt x="167" y="856"/>
                    <a:pt x="0" y="1157"/>
                    <a:pt x="67" y="1223"/>
                  </a:cubicBezTo>
                  <a:cubicBezTo>
                    <a:pt x="90" y="1270"/>
                    <a:pt x="297" y="1318"/>
                    <a:pt x="440" y="1318"/>
                  </a:cubicBezTo>
                  <a:cubicBezTo>
                    <a:pt x="500" y="1318"/>
                    <a:pt x="548" y="1310"/>
                    <a:pt x="567" y="1290"/>
                  </a:cubicBezTo>
                  <a:cubicBezTo>
                    <a:pt x="1001" y="890"/>
                    <a:pt x="1434" y="656"/>
                    <a:pt x="2035" y="523"/>
                  </a:cubicBezTo>
                  <a:cubicBezTo>
                    <a:pt x="2168" y="423"/>
                    <a:pt x="2235" y="122"/>
                    <a:pt x="2202" y="56"/>
                  </a:cubicBezTo>
                  <a:cubicBezTo>
                    <a:pt x="2182" y="17"/>
                    <a:pt x="2060" y="1"/>
                    <a:pt x="19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01" name="Google Shape;5901;p69"/>
            <p:cNvSpPr/>
            <p:nvPr/>
          </p:nvSpPr>
          <p:spPr>
            <a:xfrm>
              <a:off x="5345249" y="3396138"/>
              <a:ext cx="35235" cy="20226"/>
            </a:xfrm>
            <a:custGeom>
              <a:avLst/>
              <a:gdLst/>
              <a:ahLst/>
              <a:cxnLst/>
              <a:rect l="l" t="t" r="r" b="b"/>
              <a:pathLst>
                <a:path w="2303" h="1322" extrusionOk="0">
                  <a:moveTo>
                    <a:pt x="1902" y="1"/>
                  </a:moveTo>
                  <a:cubicBezTo>
                    <a:pt x="1857" y="1"/>
                    <a:pt x="1820" y="5"/>
                    <a:pt x="1802" y="14"/>
                  </a:cubicBezTo>
                  <a:cubicBezTo>
                    <a:pt x="1368" y="414"/>
                    <a:pt x="868" y="681"/>
                    <a:pt x="268" y="781"/>
                  </a:cubicBezTo>
                  <a:cubicBezTo>
                    <a:pt x="168" y="814"/>
                    <a:pt x="1" y="1114"/>
                    <a:pt x="34" y="1181"/>
                  </a:cubicBezTo>
                  <a:cubicBezTo>
                    <a:pt x="63" y="1239"/>
                    <a:pt x="365" y="1321"/>
                    <a:pt x="490" y="1321"/>
                  </a:cubicBezTo>
                  <a:cubicBezTo>
                    <a:pt x="510" y="1321"/>
                    <a:pt x="525" y="1319"/>
                    <a:pt x="534" y="1315"/>
                  </a:cubicBezTo>
                  <a:cubicBezTo>
                    <a:pt x="968" y="914"/>
                    <a:pt x="1468" y="647"/>
                    <a:pt x="2036" y="547"/>
                  </a:cubicBezTo>
                  <a:cubicBezTo>
                    <a:pt x="2169" y="481"/>
                    <a:pt x="2302" y="180"/>
                    <a:pt x="2236" y="80"/>
                  </a:cubicBezTo>
                  <a:cubicBezTo>
                    <a:pt x="2211" y="32"/>
                    <a:pt x="2026" y="1"/>
                    <a:pt x="19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02" name="Google Shape;5902;p69"/>
            <p:cNvSpPr/>
            <p:nvPr/>
          </p:nvSpPr>
          <p:spPr>
            <a:xfrm>
              <a:off x="5293705" y="3420418"/>
              <a:ext cx="35740" cy="18390"/>
            </a:xfrm>
            <a:custGeom>
              <a:avLst/>
              <a:gdLst/>
              <a:ahLst/>
              <a:cxnLst/>
              <a:rect l="l" t="t" r="r" b="b"/>
              <a:pathLst>
                <a:path w="2336" h="1202" extrusionOk="0">
                  <a:moveTo>
                    <a:pt x="1948" y="0"/>
                  </a:moveTo>
                  <a:cubicBezTo>
                    <a:pt x="1897" y="0"/>
                    <a:pt x="1855" y="8"/>
                    <a:pt x="1835" y="28"/>
                  </a:cubicBezTo>
                  <a:cubicBezTo>
                    <a:pt x="1368" y="395"/>
                    <a:pt x="868" y="628"/>
                    <a:pt x="268" y="695"/>
                  </a:cubicBezTo>
                  <a:cubicBezTo>
                    <a:pt x="167" y="728"/>
                    <a:pt x="1" y="962"/>
                    <a:pt x="1" y="1028"/>
                  </a:cubicBezTo>
                  <a:cubicBezTo>
                    <a:pt x="30" y="1115"/>
                    <a:pt x="309" y="1202"/>
                    <a:pt x="448" y="1202"/>
                  </a:cubicBezTo>
                  <a:cubicBezTo>
                    <a:pt x="469" y="1202"/>
                    <a:pt x="488" y="1200"/>
                    <a:pt x="501" y="1195"/>
                  </a:cubicBezTo>
                  <a:cubicBezTo>
                    <a:pt x="935" y="795"/>
                    <a:pt x="1435" y="561"/>
                    <a:pt x="2035" y="528"/>
                  </a:cubicBezTo>
                  <a:cubicBezTo>
                    <a:pt x="2202" y="461"/>
                    <a:pt x="2336" y="195"/>
                    <a:pt x="2269" y="94"/>
                  </a:cubicBezTo>
                  <a:cubicBezTo>
                    <a:pt x="2245" y="47"/>
                    <a:pt x="2072" y="0"/>
                    <a:pt x="19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03" name="Google Shape;5903;p69"/>
            <p:cNvSpPr/>
            <p:nvPr/>
          </p:nvSpPr>
          <p:spPr>
            <a:xfrm>
              <a:off x="5240631" y="3442144"/>
              <a:ext cx="36765" cy="17059"/>
            </a:xfrm>
            <a:custGeom>
              <a:avLst/>
              <a:gdLst/>
              <a:ahLst/>
              <a:cxnLst/>
              <a:rect l="l" t="t" r="r" b="b"/>
              <a:pathLst>
                <a:path w="2403" h="1115" extrusionOk="0">
                  <a:moveTo>
                    <a:pt x="1974" y="0"/>
                  </a:moveTo>
                  <a:cubicBezTo>
                    <a:pt x="1945" y="0"/>
                    <a:pt x="1920" y="3"/>
                    <a:pt x="1902" y="9"/>
                  </a:cubicBezTo>
                  <a:cubicBezTo>
                    <a:pt x="1468" y="342"/>
                    <a:pt x="901" y="542"/>
                    <a:pt x="334" y="542"/>
                  </a:cubicBezTo>
                  <a:cubicBezTo>
                    <a:pt x="201" y="609"/>
                    <a:pt x="1" y="843"/>
                    <a:pt x="34" y="943"/>
                  </a:cubicBezTo>
                  <a:cubicBezTo>
                    <a:pt x="64" y="1002"/>
                    <a:pt x="385" y="1115"/>
                    <a:pt x="502" y="1115"/>
                  </a:cubicBezTo>
                  <a:cubicBezTo>
                    <a:pt x="516" y="1115"/>
                    <a:pt x="527" y="1113"/>
                    <a:pt x="534" y="1110"/>
                  </a:cubicBezTo>
                  <a:cubicBezTo>
                    <a:pt x="1001" y="776"/>
                    <a:pt x="1535" y="609"/>
                    <a:pt x="2135" y="542"/>
                  </a:cubicBezTo>
                  <a:cubicBezTo>
                    <a:pt x="2235" y="509"/>
                    <a:pt x="2402" y="209"/>
                    <a:pt x="2369" y="142"/>
                  </a:cubicBezTo>
                  <a:cubicBezTo>
                    <a:pt x="2341" y="60"/>
                    <a:pt x="2111" y="0"/>
                    <a:pt x="19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04" name="Google Shape;5904;p69"/>
            <p:cNvSpPr/>
            <p:nvPr/>
          </p:nvSpPr>
          <p:spPr>
            <a:xfrm>
              <a:off x="5186532" y="3459998"/>
              <a:ext cx="36765" cy="15529"/>
            </a:xfrm>
            <a:custGeom>
              <a:avLst/>
              <a:gdLst/>
              <a:ahLst/>
              <a:cxnLst/>
              <a:rect l="l" t="t" r="r" b="b"/>
              <a:pathLst>
                <a:path w="2403" h="1015" extrusionOk="0">
                  <a:moveTo>
                    <a:pt x="1974" y="1"/>
                  </a:moveTo>
                  <a:cubicBezTo>
                    <a:pt x="1945" y="1"/>
                    <a:pt x="1920" y="3"/>
                    <a:pt x="1902" y="9"/>
                  </a:cubicBezTo>
                  <a:cubicBezTo>
                    <a:pt x="1475" y="284"/>
                    <a:pt x="991" y="447"/>
                    <a:pt x="477" y="447"/>
                  </a:cubicBezTo>
                  <a:cubicBezTo>
                    <a:pt x="430" y="447"/>
                    <a:pt x="382" y="446"/>
                    <a:pt x="334" y="443"/>
                  </a:cubicBezTo>
                  <a:cubicBezTo>
                    <a:pt x="201" y="476"/>
                    <a:pt x="1" y="676"/>
                    <a:pt x="1" y="810"/>
                  </a:cubicBezTo>
                  <a:cubicBezTo>
                    <a:pt x="1" y="871"/>
                    <a:pt x="305" y="1014"/>
                    <a:pt x="410" y="1014"/>
                  </a:cubicBezTo>
                  <a:cubicBezTo>
                    <a:pt x="420" y="1014"/>
                    <a:pt x="428" y="1013"/>
                    <a:pt x="434" y="1010"/>
                  </a:cubicBezTo>
                  <a:cubicBezTo>
                    <a:pt x="935" y="676"/>
                    <a:pt x="1502" y="543"/>
                    <a:pt x="2069" y="543"/>
                  </a:cubicBezTo>
                  <a:cubicBezTo>
                    <a:pt x="2236" y="510"/>
                    <a:pt x="2402" y="209"/>
                    <a:pt x="2369" y="143"/>
                  </a:cubicBezTo>
                  <a:cubicBezTo>
                    <a:pt x="2342" y="60"/>
                    <a:pt x="2111" y="1"/>
                    <a:pt x="19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05" name="Google Shape;5905;p69"/>
            <p:cNvSpPr/>
            <p:nvPr/>
          </p:nvSpPr>
          <p:spPr>
            <a:xfrm>
              <a:off x="5130903" y="3472804"/>
              <a:ext cx="38295" cy="14458"/>
            </a:xfrm>
            <a:custGeom>
              <a:avLst/>
              <a:gdLst/>
              <a:ahLst/>
              <a:cxnLst/>
              <a:rect l="l" t="t" r="r" b="b"/>
              <a:pathLst>
                <a:path w="2503" h="945" extrusionOk="0">
                  <a:moveTo>
                    <a:pt x="2033" y="1"/>
                  </a:moveTo>
                  <a:cubicBezTo>
                    <a:pt x="2020" y="1"/>
                    <a:pt x="2009" y="3"/>
                    <a:pt x="2002" y="6"/>
                  </a:cubicBezTo>
                  <a:cubicBezTo>
                    <a:pt x="1586" y="256"/>
                    <a:pt x="1125" y="390"/>
                    <a:pt x="655" y="390"/>
                  </a:cubicBezTo>
                  <a:cubicBezTo>
                    <a:pt x="559" y="390"/>
                    <a:pt x="464" y="384"/>
                    <a:pt x="368" y="373"/>
                  </a:cubicBezTo>
                  <a:cubicBezTo>
                    <a:pt x="234" y="440"/>
                    <a:pt x="1" y="640"/>
                    <a:pt x="67" y="673"/>
                  </a:cubicBezTo>
                  <a:cubicBezTo>
                    <a:pt x="67" y="795"/>
                    <a:pt x="401" y="945"/>
                    <a:pt x="510" y="945"/>
                  </a:cubicBezTo>
                  <a:cubicBezTo>
                    <a:pt x="520" y="945"/>
                    <a:pt x="529" y="943"/>
                    <a:pt x="534" y="940"/>
                  </a:cubicBezTo>
                  <a:cubicBezTo>
                    <a:pt x="985" y="670"/>
                    <a:pt x="1462" y="535"/>
                    <a:pt x="1991" y="535"/>
                  </a:cubicBezTo>
                  <a:cubicBezTo>
                    <a:pt x="2050" y="535"/>
                    <a:pt x="2109" y="537"/>
                    <a:pt x="2169" y="540"/>
                  </a:cubicBezTo>
                  <a:cubicBezTo>
                    <a:pt x="2302" y="507"/>
                    <a:pt x="2503" y="273"/>
                    <a:pt x="2469" y="173"/>
                  </a:cubicBezTo>
                  <a:cubicBezTo>
                    <a:pt x="2410" y="114"/>
                    <a:pt x="2138" y="1"/>
                    <a:pt x="20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06" name="Google Shape;5906;p69"/>
            <p:cNvSpPr/>
            <p:nvPr/>
          </p:nvSpPr>
          <p:spPr>
            <a:xfrm>
              <a:off x="5074769" y="3485135"/>
              <a:ext cx="37774" cy="13295"/>
            </a:xfrm>
            <a:custGeom>
              <a:avLst/>
              <a:gdLst/>
              <a:ahLst/>
              <a:cxnLst/>
              <a:rect l="l" t="t" r="r" b="b"/>
              <a:pathLst>
                <a:path w="2469" h="869" extrusionOk="0">
                  <a:moveTo>
                    <a:pt x="2035" y="1"/>
                  </a:moveTo>
                  <a:cubicBezTo>
                    <a:pt x="1650" y="232"/>
                    <a:pt x="1245" y="325"/>
                    <a:pt x="805" y="325"/>
                  </a:cubicBezTo>
                  <a:cubicBezTo>
                    <a:pt x="674" y="325"/>
                    <a:pt x="539" y="316"/>
                    <a:pt x="401" y="301"/>
                  </a:cubicBezTo>
                  <a:cubicBezTo>
                    <a:pt x="301" y="301"/>
                    <a:pt x="34" y="501"/>
                    <a:pt x="0" y="635"/>
                  </a:cubicBezTo>
                  <a:cubicBezTo>
                    <a:pt x="0" y="701"/>
                    <a:pt x="334" y="868"/>
                    <a:pt x="434" y="868"/>
                  </a:cubicBezTo>
                  <a:cubicBezTo>
                    <a:pt x="871" y="637"/>
                    <a:pt x="1287" y="544"/>
                    <a:pt x="1715" y="544"/>
                  </a:cubicBezTo>
                  <a:cubicBezTo>
                    <a:pt x="1843" y="544"/>
                    <a:pt x="1971" y="553"/>
                    <a:pt x="2102" y="568"/>
                  </a:cubicBezTo>
                  <a:cubicBezTo>
                    <a:pt x="2302" y="535"/>
                    <a:pt x="2469" y="301"/>
                    <a:pt x="2469" y="201"/>
                  </a:cubicBezTo>
                  <a:cubicBezTo>
                    <a:pt x="2469" y="134"/>
                    <a:pt x="2102" y="1"/>
                    <a:pt x="20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07" name="Google Shape;5907;p69"/>
            <p:cNvSpPr/>
            <p:nvPr/>
          </p:nvSpPr>
          <p:spPr>
            <a:xfrm>
              <a:off x="5019140" y="3494835"/>
              <a:ext cx="38295" cy="11750"/>
            </a:xfrm>
            <a:custGeom>
              <a:avLst/>
              <a:gdLst/>
              <a:ahLst/>
              <a:cxnLst/>
              <a:rect l="l" t="t" r="r" b="b"/>
              <a:pathLst>
                <a:path w="2503" h="768" extrusionOk="0">
                  <a:moveTo>
                    <a:pt x="2102" y="1"/>
                  </a:moveTo>
                  <a:cubicBezTo>
                    <a:pt x="1700" y="166"/>
                    <a:pt x="1315" y="231"/>
                    <a:pt x="922" y="231"/>
                  </a:cubicBezTo>
                  <a:cubicBezTo>
                    <a:pt x="761" y="231"/>
                    <a:pt x="599" y="220"/>
                    <a:pt x="434" y="201"/>
                  </a:cubicBezTo>
                  <a:cubicBezTo>
                    <a:pt x="267" y="234"/>
                    <a:pt x="1" y="401"/>
                    <a:pt x="34" y="501"/>
                  </a:cubicBezTo>
                  <a:cubicBezTo>
                    <a:pt x="101" y="601"/>
                    <a:pt x="367" y="768"/>
                    <a:pt x="501" y="768"/>
                  </a:cubicBezTo>
                  <a:cubicBezTo>
                    <a:pt x="879" y="602"/>
                    <a:pt x="1274" y="537"/>
                    <a:pt x="1675" y="537"/>
                  </a:cubicBezTo>
                  <a:cubicBezTo>
                    <a:pt x="1839" y="537"/>
                    <a:pt x="2004" y="548"/>
                    <a:pt x="2169" y="568"/>
                  </a:cubicBezTo>
                  <a:cubicBezTo>
                    <a:pt x="2336" y="534"/>
                    <a:pt x="2502" y="267"/>
                    <a:pt x="2502" y="201"/>
                  </a:cubicBezTo>
                  <a:cubicBezTo>
                    <a:pt x="2502" y="101"/>
                    <a:pt x="2169" y="1"/>
                    <a:pt x="21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08" name="Google Shape;5908;p69"/>
            <p:cNvSpPr/>
            <p:nvPr/>
          </p:nvSpPr>
          <p:spPr>
            <a:xfrm>
              <a:off x="4963006" y="3501475"/>
              <a:ext cx="38295" cy="11245"/>
            </a:xfrm>
            <a:custGeom>
              <a:avLst/>
              <a:gdLst/>
              <a:ahLst/>
              <a:cxnLst/>
              <a:rect l="l" t="t" r="r" b="b"/>
              <a:pathLst>
                <a:path w="2503" h="735" extrusionOk="0">
                  <a:moveTo>
                    <a:pt x="2102" y="0"/>
                  </a:moveTo>
                  <a:cubicBezTo>
                    <a:pt x="1746" y="168"/>
                    <a:pt x="1403" y="243"/>
                    <a:pt x="1057" y="243"/>
                  </a:cubicBezTo>
                  <a:cubicBezTo>
                    <a:pt x="851" y="243"/>
                    <a:pt x="645" y="217"/>
                    <a:pt x="434" y="167"/>
                  </a:cubicBezTo>
                  <a:cubicBezTo>
                    <a:pt x="300" y="167"/>
                    <a:pt x="0" y="401"/>
                    <a:pt x="100" y="434"/>
                  </a:cubicBezTo>
                  <a:cubicBezTo>
                    <a:pt x="100" y="567"/>
                    <a:pt x="367" y="734"/>
                    <a:pt x="501" y="734"/>
                  </a:cubicBezTo>
                  <a:cubicBezTo>
                    <a:pt x="850" y="581"/>
                    <a:pt x="1214" y="514"/>
                    <a:pt x="1583" y="514"/>
                  </a:cubicBezTo>
                  <a:cubicBezTo>
                    <a:pt x="1777" y="514"/>
                    <a:pt x="1973" y="533"/>
                    <a:pt x="2168" y="567"/>
                  </a:cubicBezTo>
                  <a:cubicBezTo>
                    <a:pt x="2302" y="567"/>
                    <a:pt x="2502" y="300"/>
                    <a:pt x="2502" y="234"/>
                  </a:cubicBezTo>
                  <a:cubicBezTo>
                    <a:pt x="2502" y="134"/>
                    <a:pt x="2168" y="0"/>
                    <a:pt x="2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09" name="Google Shape;5909;p69"/>
            <p:cNvSpPr/>
            <p:nvPr/>
          </p:nvSpPr>
          <p:spPr>
            <a:xfrm>
              <a:off x="4906857" y="3506570"/>
              <a:ext cx="37790" cy="10220"/>
            </a:xfrm>
            <a:custGeom>
              <a:avLst/>
              <a:gdLst/>
              <a:ahLst/>
              <a:cxnLst/>
              <a:rect l="l" t="t" r="r" b="b"/>
              <a:pathLst>
                <a:path w="2470" h="668" extrusionOk="0">
                  <a:moveTo>
                    <a:pt x="2036" y="1"/>
                  </a:moveTo>
                  <a:cubicBezTo>
                    <a:pt x="1732" y="134"/>
                    <a:pt x="1417" y="191"/>
                    <a:pt x="1098" y="191"/>
                  </a:cubicBezTo>
                  <a:cubicBezTo>
                    <a:pt x="856" y="191"/>
                    <a:pt x="612" y="158"/>
                    <a:pt x="368" y="101"/>
                  </a:cubicBezTo>
                  <a:cubicBezTo>
                    <a:pt x="268" y="101"/>
                    <a:pt x="1" y="301"/>
                    <a:pt x="1" y="334"/>
                  </a:cubicBezTo>
                  <a:cubicBezTo>
                    <a:pt x="1" y="468"/>
                    <a:pt x="301" y="668"/>
                    <a:pt x="435" y="668"/>
                  </a:cubicBezTo>
                  <a:cubicBezTo>
                    <a:pt x="728" y="558"/>
                    <a:pt x="1022" y="508"/>
                    <a:pt x="1327" y="508"/>
                  </a:cubicBezTo>
                  <a:cubicBezTo>
                    <a:pt x="1576" y="508"/>
                    <a:pt x="1833" y="541"/>
                    <a:pt x="2102" y="601"/>
                  </a:cubicBezTo>
                  <a:cubicBezTo>
                    <a:pt x="2236" y="601"/>
                    <a:pt x="2469" y="334"/>
                    <a:pt x="2469" y="268"/>
                  </a:cubicBezTo>
                  <a:cubicBezTo>
                    <a:pt x="2469" y="168"/>
                    <a:pt x="2136" y="1"/>
                    <a:pt x="20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10" name="Google Shape;5910;p69"/>
            <p:cNvSpPr/>
            <p:nvPr/>
          </p:nvSpPr>
          <p:spPr>
            <a:xfrm>
              <a:off x="4850218" y="3509125"/>
              <a:ext cx="37774" cy="8185"/>
            </a:xfrm>
            <a:custGeom>
              <a:avLst/>
              <a:gdLst/>
              <a:ahLst/>
              <a:cxnLst/>
              <a:rect l="l" t="t" r="r" b="b"/>
              <a:pathLst>
                <a:path w="2469" h="535" extrusionOk="0">
                  <a:moveTo>
                    <a:pt x="401" y="1"/>
                  </a:moveTo>
                  <a:cubicBezTo>
                    <a:pt x="301" y="1"/>
                    <a:pt x="0" y="167"/>
                    <a:pt x="0" y="201"/>
                  </a:cubicBezTo>
                  <a:cubicBezTo>
                    <a:pt x="0" y="301"/>
                    <a:pt x="301" y="534"/>
                    <a:pt x="401" y="534"/>
                  </a:cubicBezTo>
                  <a:cubicBezTo>
                    <a:pt x="684" y="451"/>
                    <a:pt x="968" y="409"/>
                    <a:pt x="1247" y="409"/>
                  </a:cubicBezTo>
                  <a:cubicBezTo>
                    <a:pt x="1526" y="409"/>
                    <a:pt x="1802" y="451"/>
                    <a:pt x="2068" y="534"/>
                  </a:cubicBezTo>
                  <a:cubicBezTo>
                    <a:pt x="2235" y="534"/>
                    <a:pt x="2469" y="334"/>
                    <a:pt x="2469" y="267"/>
                  </a:cubicBezTo>
                  <a:cubicBezTo>
                    <a:pt x="2469" y="167"/>
                    <a:pt x="2169" y="1"/>
                    <a:pt x="2068" y="1"/>
                  </a:cubicBezTo>
                  <a:cubicBezTo>
                    <a:pt x="1802" y="84"/>
                    <a:pt x="1526" y="126"/>
                    <a:pt x="1247" y="126"/>
                  </a:cubicBezTo>
                  <a:cubicBezTo>
                    <a:pt x="968" y="126"/>
                    <a:pt x="684" y="84"/>
                    <a:pt x="4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11" name="Google Shape;5911;p69"/>
            <p:cNvSpPr/>
            <p:nvPr/>
          </p:nvSpPr>
          <p:spPr>
            <a:xfrm>
              <a:off x="5712192" y="3125444"/>
              <a:ext cx="28090" cy="27998"/>
            </a:xfrm>
            <a:custGeom>
              <a:avLst/>
              <a:gdLst/>
              <a:ahLst/>
              <a:cxnLst/>
              <a:rect l="l" t="t" r="r" b="b"/>
              <a:pathLst>
                <a:path w="1836" h="1830" extrusionOk="0">
                  <a:moveTo>
                    <a:pt x="1634" y="0"/>
                  </a:moveTo>
                  <a:cubicBezTo>
                    <a:pt x="1516" y="0"/>
                    <a:pt x="1340" y="55"/>
                    <a:pt x="1268" y="127"/>
                  </a:cubicBezTo>
                  <a:cubicBezTo>
                    <a:pt x="1068" y="661"/>
                    <a:pt x="668" y="1061"/>
                    <a:pt x="167" y="1328"/>
                  </a:cubicBezTo>
                  <a:cubicBezTo>
                    <a:pt x="34" y="1462"/>
                    <a:pt x="1" y="1729"/>
                    <a:pt x="1" y="1795"/>
                  </a:cubicBezTo>
                  <a:cubicBezTo>
                    <a:pt x="24" y="1819"/>
                    <a:pt x="86" y="1830"/>
                    <a:pt x="159" y="1830"/>
                  </a:cubicBezTo>
                  <a:cubicBezTo>
                    <a:pt x="294" y="1830"/>
                    <a:pt x="470" y="1793"/>
                    <a:pt x="534" y="1729"/>
                  </a:cubicBezTo>
                  <a:cubicBezTo>
                    <a:pt x="834" y="1228"/>
                    <a:pt x="1201" y="828"/>
                    <a:pt x="1702" y="528"/>
                  </a:cubicBezTo>
                  <a:cubicBezTo>
                    <a:pt x="1835" y="394"/>
                    <a:pt x="1835" y="127"/>
                    <a:pt x="1735" y="27"/>
                  </a:cubicBezTo>
                  <a:cubicBezTo>
                    <a:pt x="1717" y="9"/>
                    <a:pt x="1680" y="0"/>
                    <a:pt x="16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912" name="Google Shape;5912;p69"/>
          <p:cNvGrpSpPr/>
          <p:nvPr/>
        </p:nvGrpSpPr>
        <p:grpSpPr>
          <a:xfrm>
            <a:off x="5010465" y="3119309"/>
            <a:ext cx="1052865" cy="1594391"/>
            <a:chOff x="5010465" y="3119309"/>
            <a:chExt cx="1052865" cy="1594391"/>
          </a:xfrm>
        </p:grpSpPr>
        <p:sp>
          <p:nvSpPr>
            <p:cNvPr id="5913" name="Google Shape;5913;p69"/>
            <p:cNvSpPr/>
            <p:nvPr/>
          </p:nvSpPr>
          <p:spPr>
            <a:xfrm>
              <a:off x="5374348" y="3909237"/>
              <a:ext cx="27065" cy="7665"/>
            </a:xfrm>
            <a:custGeom>
              <a:avLst/>
              <a:gdLst/>
              <a:ahLst/>
              <a:cxnLst/>
              <a:rect l="l" t="t" r="r" b="b"/>
              <a:pathLst>
                <a:path w="1769" h="501" extrusionOk="0">
                  <a:moveTo>
                    <a:pt x="300" y="1"/>
                  </a:moveTo>
                  <a:cubicBezTo>
                    <a:pt x="167" y="1"/>
                    <a:pt x="0" y="101"/>
                    <a:pt x="0" y="134"/>
                  </a:cubicBezTo>
                  <a:cubicBezTo>
                    <a:pt x="0" y="167"/>
                    <a:pt x="167" y="301"/>
                    <a:pt x="267" y="301"/>
                  </a:cubicBezTo>
                  <a:cubicBezTo>
                    <a:pt x="667" y="301"/>
                    <a:pt x="1068" y="368"/>
                    <a:pt x="1468" y="501"/>
                  </a:cubicBezTo>
                  <a:cubicBezTo>
                    <a:pt x="1568" y="501"/>
                    <a:pt x="1768" y="434"/>
                    <a:pt x="1768" y="434"/>
                  </a:cubicBezTo>
                  <a:cubicBezTo>
                    <a:pt x="1768" y="334"/>
                    <a:pt x="1568" y="201"/>
                    <a:pt x="1468" y="201"/>
                  </a:cubicBezTo>
                  <a:cubicBezTo>
                    <a:pt x="1389" y="215"/>
                    <a:pt x="1308" y="222"/>
                    <a:pt x="1225" y="222"/>
                  </a:cubicBezTo>
                  <a:cubicBezTo>
                    <a:pt x="919" y="222"/>
                    <a:pt x="589" y="132"/>
                    <a:pt x="3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14" name="Google Shape;5914;p69"/>
            <p:cNvSpPr/>
            <p:nvPr/>
          </p:nvSpPr>
          <p:spPr>
            <a:xfrm>
              <a:off x="5679022" y="3119309"/>
              <a:ext cx="384308" cy="220496"/>
            </a:xfrm>
            <a:custGeom>
              <a:avLst/>
              <a:gdLst/>
              <a:ahLst/>
              <a:cxnLst/>
              <a:rect l="l" t="t" r="r" b="b"/>
              <a:pathLst>
                <a:path w="25119" h="14412" extrusionOk="0">
                  <a:moveTo>
                    <a:pt x="24046" y="1"/>
                  </a:moveTo>
                  <a:cubicBezTo>
                    <a:pt x="23765" y="1"/>
                    <a:pt x="23446" y="37"/>
                    <a:pt x="23117" y="95"/>
                  </a:cubicBezTo>
                  <a:cubicBezTo>
                    <a:pt x="22049" y="295"/>
                    <a:pt x="20882" y="762"/>
                    <a:pt x="20281" y="1062"/>
                  </a:cubicBezTo>
                  <a:cubicBezTo>
                    <a:pt x="19681" y="1396"/>
                    <a:pt x="19081" y="1729"/>
                    <a:pt x="18514" y="2063"/>
                  </a:cubicBezTo>
                  <a:cubicBezTo>
                    <a:pt x="17913" y="2396"/>
                    <a:pt x="17346" y="2797"/>
                    <a:pt x="16846" y="3264"/>
                  </a:cubicBezTo>
                  <a:cubicBezTo>
                    <a:pt x="16279" y="3731"/>
                    <a:pt x="15778" y="4231"/>
                    <a:pt x="15411" y="4798"/>
                  </a:cubicBezTo>
                  <a:cubicBezTo>
                    <a:pt x="15311" y="4965"/>
                    <a:pt x="15245" y="5098"/>
                    <a:pt x="15178" y="5298"/>
                  </a:cubicBezTo>
                  <a:cubicBezTo>
                    <a:pt x="15111" y="5499"/>
                    <a:pt x="15078" y="5732"/>
                    <a:pt x="15078" y="5899"/>
                  </a:cubicBezTo>
                  <a:cubicBezTo>
                    <a:pt x="15078" y="6232"/>
                    <a:pt x="15078" y="6566"/>
                    <a:pt x="14944" y="6766"/>
                  </a:cubicBezTo>
                  <a:cubicBezTo>
                    <a:pt x="14878" y="7000"/>
                    <a:pt x="14711" y="7233"/>
                    <a:pt x="14544" y="7400"/>
                  </a:cubicBezTo>
                  <a:cubicBezTo>
                    <a:pt x="14377" y="7600"/>
                    <a:pt x="14177" y="7767"/>
                    <a:pt x="13944" y="7967"/>
                  </a:cubicBezTo>
                  <a:lnTo>
                    <a:pt x="13777" y="8134"/>
                  </a:lnTo>
                  <a:cubicBezTo>
                    <a:pt x="13743" y="8234"/>
                    <a:pt x="13710" y="8267"/>
                    <a:pt x="13677" y="8334"/>
                  </a:cubicBezTo>
                  <a:cubicBezTo>
                    <a:pt x="13577" y="8467"/>
                    <a:pt x="13510" y="8601"/>
                    <a:pt x="13443" y="8734"/>
                  </a:cubicBezTo>
                  <a:cubicBezTo>
                    <a:pt x="13343" y="8968"/>
                    <a:pt x="13243" y="9268"/>
                    <a:pt x="13176" y="9535"/>
                  </a:cubicBezTo>
                  <a:cubicBezTo>
                    <a:pt x="13010" y="10002"/>
                    <a:pt x="12843" y="10569"/>
                    <a:pt x="12543" y="10969"/>
                  </a:cubicBezTo>
                  <a:cubicBezTo>
                    <a:pt x="12409" y="11203"/>
                    <a:pt x="12242" y="11369"/>
                    <a:pt x="12042" y="11536"/>
                  </a:cubicBezTo>
                  <a:cubicBezTo>
                    <a:pt x="11909" y="11603"/>
                    <a:pt x="11842" y="11703"/>
                    <a:pt x="11709" y="11736"/>
                  </a:cubicBezTo>
                  <a:cubicBezTo>
                    <a:pt x="11609" y="11803"/>
                    <a:pt x="11509" y="11870"/>
                    <a:pt x="11375" y="11903"/>
                  </a:cubicBezTo>
                  <a:cubicBezTo>
                    <a:pt x="10374" y="12237"/>
                    <a:pt x="9274" y="12370"/>
                    <a:pt x="8206" y="12437"/>
                  </a:cubicBezTo>
                  <a:cubicBezTo>
                    <a:pt x="7072" y="12604"/>
                    <a:pt x="6005" y="12737"/>
                    <a:pt x="4904" y="12904"/>
                  </a:cubicBezTo>
                  <a:cubicBezTo>
                    <a:pt x="4822" y="12918"/>
                    <a:pt x="4729" y="12931"/>
                    <a:pt x="4632" y="12931"/>
                  </a:cubicBezTo>
                  <a:cubicBezTo>
                    <a:pt x="4491" y="12931"/>
                    <a:pt x="4342" y="12903"/>
                    <a:pt x="4203" y="12804"/>
                  </a:cubicBezTo>
                  <a:cubicBezTo>
                    <a:pt x="3936" y="12871"/>
                    <a:pt x="3703" y="12937"/>
                    <a:pt x="3403" y="13037"/>
                  </a:cubicBezTo>
                  <a:cubicBezTo>
                    <a:pt x="3103" y="13104"/>
                    <a:pt x="2869" y="13204"/>
                    <a:pt x="2569" y="13271"/>
                  </a:cubicBezTo>
                  <a:cubicBezTo>
                    <a:pt x="2435" y="13304"/>
                    <a:pt x="2269" y="13371"/>
                    <a:pt x="2169" y="13404"/>
                  </a:cubicBezTo>
                  <a:cubicBezTo>
                    <a:pt x="2035" y="13471"/>
                    <a:pt x="1902" y="13538"/>
                    <a:pt x="1768" y="13571"/>
                  </a:cubicBezTo>
                  <a:cubicBezTo>
                    <a:pt x="1268" y="13771"/>
                    <a:pt x="834" y="13971"/>
                    <a:pt x="501" y="14105"/>
                  </a:cubicBezTo>
                  <a:cubicBezTo>
                    <a:pt x="401" y="14138"/>
                    <a:pt x="367" y="14138"/>
                    <a:pt x="267" y="14205"/>
                  </a:cubicBezTo>
                  <a:cubicBezTo>
                    <a:pt x="234" y="14238"/>
                    <a:pt x="200" y="14238"/>
                    <a:pt x="200" y="14238"/>
                  </a:cubicBezTo>
                  <a:cubicBezTo>
                    <a:pt x="167" y="14272"/>
                    <a:pt x="167" y="14272"/>
                    <a:pt x="100" y="14272"/>
                  </a:cubicBezTo>
                  <a:cubicBezTo>
                    <a:pt x="34" y="14272"/>
                    <a:pt x="0" y="14338"/>
                    <a:pt x="0" y="14338"/>
                  </a:cubicBezTo>
                  <a:lnTo>
                    <a:pt x="0" y="14405"/>
                  </a:lnTo>
                  <a:cubicBezTo>
                    <a:pt x="0" y="14410"/>
                    <a:pt x="1" y="14412"/>
                    <a:pt x="3" y="14412"/>
                  </a:cubicBezTo>
                  <a:cubicBezTo>
                    <a:pt x="12" y="14412"/>
                    <a:pt x="53" y="14338"/>
                    <a:pt x="167" y="14338"/>
                  </a:cubicBezTo>
                  <a:cubicBezTo>
                    <a:pt x="198" y="14359"/>
                    <a:pt x="232" y="14367"/>
                    <a:pt x="271" y="14367"/>
                  </a:cubicBezTo>
                  <a:cubicBezTo>
                    <a:pt x="356" y="14367"/>
                    <a:pt x="463" y="14328"/>
                    <a:pt x="601" y="14305"/>
                  </a:cubicBezTo>
                  <a:cubicBezTo>
                    <a:pt x="1001" y="14238"/>
                    <a:pt x="1501" y="14105"/>
                    <a:pt x="2035" y="13971"/>
                  </a:cubicBezTo>
                  <a:cubicBezTo>
                    <a:pt x="2569" y="13871"/>
                    <a:pt x="3169" y="13805"/>
                    <a:pt x="3703" y="13704"/>
                  </a:cubicBezTo>
                  <a:cubicBezTo>
                    <a:pt x="4237" y="13571"/>
                    <a:pt x="4704" y="13471"/>
                    <a:pt x="5037" y="13438"/>
                  </a:cubicBezTo>
                  <a:cubicBezTo>
                    <a:pt x="6071" y="13204"/>
                    <a:pt x="7172" y="12971"/>
                    <a:pt x="8240" y="12804"/>
                  </a:cubicBezTo>
                  <a:cubicBezTo>
                    <a:pt x="9274" y="12637"/>
                    <a:pt x="10408" y="12537"/>
                    <a:pt x="11509" y="12103"/>
                  </a:cubicBezTo>
                  <a:cubicBezTo>
                    <a:pt x="11609" y="12070"/>
                    <a:pt x="11742" y="12037"/>
                    <a:pt x="11875" y="11937"/>
                  </a:cubicBezTo>
                  <a:lnTo>
                    <a:pt x="12242" y="11703"/>
                  </a:lnTo>
                  <a:cubicBezTo>
                    <a:pt x="12443" y="11470"/>
                    <a:pt x="12676" y="11269"/>
                    <a:pt x="12843" y="11036"/>
                  </a:cubicBezTo>
                  <a:cubicBezTo>
                    <a:pt x="13176" y="10536"/>
                    <a:pt x="13343" y="9968"/>
                    <a:pt x="13510" y="9468"/>
                  </a:cubicBezTo>
                  <a:cubicBezTo>
                    <a:pt x="13577" y="9235"/>
                    <a:pt x="13677" y="8968"/>
                    <a:pt x="13777" y="8734"/>
                  </a:cubicBezTo>
                  <a:cubicBezTo>
                    <a:pt x="13844" y="8634"/>
                    <a:pt x="13910" y="8534"/>
                    <a:pt x="13944" y="8401"/>
                  </a:cubicBezTo>
                  <a:cubicBezTo>
                    <a:pt x="14010" y="8301"/>
                    <a:pt x="14044" y="8267"/>
                    <a:pt x="14044" y="8234"/>
                  </a:cubicBezTo>
                  <a:lnTo>
                    <a:pt x="14177" y="8100"/>
                  </a:lnTo>
                  <a:cubicBezTo>
                    <a:pt x="14344" y="7934"/>
                    <a:pt x="14544" y="7767"/>
                    <a:pt x="14744" y="7567"/>
                  </a:cubicBezTo>
                  <a:cubicBezTo>
                    <a:pt x="14944" y="7333"/>
                    <a:pt x="15111" y="7100"/>
                    <a:pt x="15245" y="6800"/>
                  </a:cubicBezTo>
                  <a:lnTo>
                    <a:pt x="15245" y="6833"/>
                  </a:lnTo>
                  <a:cubicBezTo>
                    <a:pt x="15511" y="6466"/>
                    <a:pt x="15445" y="6066"/>
                    <a:pt x="15445" y="5765"/>
                  </a:cubicBezTo>
                  <a:cubicBezTo>
                    <a:pt x="15445" y="5599"/>
                    <a:pt x="15478" y="5465"/>
                    <a:pt x="15545" y="5332"/>
                  </a:cubicBezTo>
                  <a:cubicBezTo>
                    <a:pt x="15578" y="5265"/>
                    <a:pt x="15712" y="5098"/>
                    <a:pt x="15778" y="4965"/>
                  </a:cubicBezTo>
                  <a:cubicBezTo>
                    <a:pt x="16179" y="4465"/>
                    <a:pt x="16679" y="3998"/>
                    <a:pt x="17179" y="3597"/>
                  </a:cubicBezTo>
                  <a:cubicBezTo>
                    <a:pt x="17680" y="3164"/>
                    <a:pt x="18213" y="2797"/>
                    <a:pt x="18780" y="2496"/>
                  </a:cubicBezTo>
                  <a:cubicBezTo>
                    <a:pt x="19381" y="2230"/>
                    <a:pt x="19948" y="1896"/>
                    <a:pt x="20582" y="1629"/>
                  </a:cubicBezTo>
                  <a:cubicBezTo>
                    <a:pt x="21516" y="1229"/>
                    <a:pt x="22583" y="662"/>
                    <a:pt x="23517" y="428"/>
                  </a:cubicBezTo>
                  <a:cubicBezTo>
                    <a:pt x="23951" y="262"/>
                    <a:pt x="24384" y="228"/>
                    <a:pt x="24685" y="228"/>
                  </a:cubicBezTo>
                  <a:cubicBezTo>
                    <a:pt x="24785" y="228"/>
                    <a:pt x="24918" y="262"/>
                    <a:pt x="25018" y="262"/>
                  </a:cubicBezTo>
                  <a:lnTo>
                    <a:pt x="25118" y="262"/>
                  </a:lnTo>
                  <a:cubicBezTo>
                    <a:pt x="25118" y="262"/>
                    <a:pt x="25085" y="228"/>
                    <a:pt x="25018" y="161"/>
                  </a:cubicBezTo>
                  <a:cubicBezTo>
                    <a:pt x="24951" y="128"/>
                    <a:pt x="24918" y="128"/>
                    <a:pt x="24851" y="95"/>
                  </a:cubicBezTo>
                  <a:cubicBezTo>
                    <a:pt x="24751" y="95"/>
                    <a:pt x="24685" y="95"/>
                    <a:pt x="24585" y="61"/>
                  </a:cubicBezTo>
                  <a:cubicBezTo>
                    <a:pt x="24431" y="19"/>
                    <a:pt x="24248" y="1"/>
                    <a:pt x="240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15" name="Google Shape;5915;p69"/>
            <p:cNvSpPr/>
            <p:nvPr/>
          </p:nvSpPr>
          <p:spPr>
            <a:xfrm>
              <a:off x="5364128" y="3340708"/>
              <a:ext cx="305210" cy="315414"/>
            </a:xfrm>
            <a:custGeom>
              <a:avLst/>
              <a:gdLst/>
              <a:ahLst/>
              <a:cxnLst/>
              <a:rect l="l" t="t" r="r" b="b"/>
              <a:pathLst>
                <a:path w="19949" h="20616" extrusionOk="0">
                  <a:moveTo>
                    <a:pt x="18414" y="1"/>
                  </a:moveTo>
                  <a:cubicBezTo>
                    <a:pt x="18114" y="34"/>
                    <a:pt x="17780" y="34"/>
                    <a:pt x="17447" y="101"/>
                  </a:cubicBezTo>
                  <a:cubicBezTo>
                    <a:pt x="16079" y="201"/>
                    <a:pt x="14511" y="634"/>
                    <a:pt x="13744" y="935"/>
                  </a:cubicBezTo>
                  <a:cubicBezTo>
                    <a:pt x="11609" y="1802"/>
                    <a:pt x="9608" y="2969"/>
                    <a:pt x="8007" y="4637"/>
                  </a:cubicBezTo>
                  <a:cubicBezTo>
                    <a:pt x="7273" y="5471"/>
                    <a:pt x="6572" y="6305"/>
                    <a:pt x="5605" y="6839"/>
                  </a:cubicBezTo>
                  <a:cubicBezTo>
                    <a:pt x="5338" y="7006"/>
                    <a:pt x="5105" y="7106"/>
                    <a:pt x="4838" y="7206"/>
                  </a:cubicBezTo>
                  <a:cubicBezTo>
                    <a:pt x="4604" y="7339"/>
                    <a:pt x="4337" y="7473"/>
                    <a:pt x="4104" y="7539"/>
                  </a:cubicBezTo>
                  <a:cubicBezTo>
                    <a:pt x="3604" y="7706"/>
                    <a:pt x="3070" y="7873"/>
                    <a:pt x="2503" y="8106"/>
                  </a:cubicBezTo>
                  <a:lnTo>
                    <a:pt x="2102" y="8273"/>
                  </a:lnTo>
                  <a:cubicBezTo>
                    <a:pt x="1969" y="8307"/>
                    <a:pt x="1836" y="8407"/>
                    <a:pt x="1736" y="8473"/>
                  </a:cubicBezTo>
                  <a:cubicBezTo>
                    <a:pt x="1469" y="8640"/>
                    <a:pt x="1235" y="8840"/>
                    <a:pt x="1068" y="9041"/>
                  </a:cubicBezTo>
                  <a:cubicBezTo>
                    <a:pt x="668" y="9508"/>
                    <a:pt x="301" y="10008"/>
                    <a:pt x="168" y="10608"/>
                  </a:cubicBezTo>
                  <a:cubicBezTo>
                    <a:pt x="1" y="11209"/>
                    <a:pt x="134" y="11843"/>
                    <a:pt x="368" y="12376"/>
                  </a:cubicBezTo>
                  <a:cubicBezTo>
                    <a:pt x="635" y="12877"/>
                    <a:pt x="1002" y="13344"/>
                    <a:pt x="1435" y="13777"/>
                  </a:cubicBezTo>
                  <a:cubicBezTo>
                    <a:pt x="1836" y="14178"/>
                    <a:pt x="2269" y="14544"/>
                    <a:pt x="2736" y="14878"/>
                  </a:cubicBezTo>
                  <a:cubicBezTo>
                    <a:pt x="3170" y="15278"/>
                    <a:pt x="3604" y="15645"/>
                    <a:pt x="4104" y="15945"/>
                  </a:cubicBezTo>
                  <a:cubicBezTo>
                    <a:pt x="5071" y="16546"/>
                    <a:pt x="6072" y="17080"/>
                    <a:pt x="7006" y="17647"/>
                  </a:cubicBezTo>
                  <a:cubicBezTo>
                    <a:pt x="7239" y="17780"/>
                    <a:pt x="7506" y="17914"/>
                    <a:pt x="7673" y="18147"/>
                  </a:cubicBezTo>
                  <a:cubicBezTo>
                    <a:pt x="7973" y="18347"/>
                    <a:pt x="8274" y="18514"/>
                    <a:pt x="8574" y="18747"/>
                  </a:cubicBezTo>
                  <a:cubicBezTo>
                    <a:pt x="9274" y="19148"/>
                    <a:pt x="9975" y="19315"/>
                    <a:pt x="10642" y="19515"/>
                  </a:cubicBezTo>
                  <a:cubicBezTo>
                    <a:pt x="11309" y="19681"/>
                    <a:pt x="11909" y="19882"/>
                    <a:pt x="12243" y="20148"/>
                  </a:cubicBezTo>
                  <a:cubicBezTo>
                    <a:pt x="12577" y="20415"/>
                    <a:pt x="12677" y="20615"/>
                    <a:pt x="12743" y="20615"/>
                  </a:cubicBezTo>
                  <a:cubicBezTo>
                    <a:pt x="12777" y="20615"/>
                    <a:pt x="12677" y="20282"/>
                    <a:pt x="12310" y="19948"/>
                  </a:cubicBezTo>
                  <a:cubicBezTo>
                    <a:pt x="11943" y="19615"/>
                    <a:pt x="11309" y="19315"/>
                    <a:pt x="10642" y="19014"/>
                  </a:cubicBezTo>
                  <a:cubicBezTo>
                    <a:pt x="9975" y="18747"/>
                    <a:pt x="9274" y="18447"/>
                    <a:pt x="8774" y="18080"/>
                  </a:cubicBezTo>
                  <a:cubicBezTo>
                    <a:pt x="8507" y="17847"/>
                    <a:pt x="8240" y="17647"/>
                    <a:pt x="7973" y="17480"/>
                  </a:cubicBezTo>
                  <a:cubicBezTo>
                    <a:pt x="7740" y="17313"/>
                    <a:pt x="7473" y="17180"/>
                    <a:pt x="7306" y="17080"/>
                  </a:cubicBezTo>
                  <a:cubicBezTo>
                    <a:pt x="6305" y="16513"/>
                    <a:pt x="5271" y="16079"/>
                    <a:pt x="4337" y="15478"/>
                  </a:cubicBezTo>
                  <a:cubicBezTo>
                    <a:pt x="3837" y="15178"/>
                    <a:pt x="3437" y="14845"/>
                    <a:pt x="2970" y="14511"/>
                  </a:cubicBezTo>
                  <a:cubicBezTo>
                    <a:pt x="2503" y="14178"/>
                    <a:pt x="2102" y="13844"/>
                    <a:pt x="1669" y="13477"/>
                  </a:cubicBezTo>
                  <a:cubicBezTo>
                    <a:pt x="1269" y="13110"/>
                    <a:pt x="935" y="12676"/>
                    <a:pt x="668" y="12209"/>
                  </a:cubicBezTo>
                  <a:cubicBezTo>
                    <a:pt x="435" y="11776"/>
                    <a:pt x="335" y="11209"/>
                    <a:pt x="468" y="10708"/>
                  </a:cubicBezTo>
                  <a:cubicBezTo>
                    <a:pt x="601" y="10208"/>
                    <a:pt x="902" y="9774"/>
                    <a:pt x="1269" y="9341"/>
                  </a:cubicBezTo>
                  <a:cubicBezTo>
                    <a:pt x="1435" y="9141"/>
                    <a:pt x="1635" y="8974"/>
                    <a:pt x="1836" y="8807"/>
                  </a:cubicBezTo>
                  <a:cubicBezTo>
                    <a:pt x="1936" y="8707"/>
                    <a:pt x="2069" y="8640"/>
                    <a:pt x="2169" y="8607"/>
                  </a:cubicBezTo>
                  <a:lnTo>
                    <a:pt x="2569" y="8440"/>
                  </a:lnTo>
                  <a:cubicBezTo>
                    <a:pt x="3070" y="8207"/>
                    <a:pt x="3604" y="8106"/>
                    <a:pt x="4137" y="7873"/>
                  </a:cubicBezTo>
                  <a:cubicBezTo>
                    <a:pt x="4404" y="7773"/>
                    <a:pt x="4671" y="7673"/>
                    <a:pt x="4938" y="7539"/>
                  </a:cubicBezTo>
                  <a:cubicBezTo>
                    <a:pt x="5238" y="7439"/>
                    <a:pt x="5472" y="7339"/>
                    <a:pt x="5738" y="7172"/>
                  </a:cubicBezTo>
                  <a:cubicBezTo>
                    <a:pt x="6772" y="6605"/>
                    <a:pt x="7540" y="5705"/>
                    <a:pt x="8307" y="4938"/>
                  </a:cubicBezTo>
                  <a:cubicBezTo>
                    <a:pt x="9841" y="3336"/>
                    <a:pt x="11843" y="2302"/>
                    <a:pt x="13944" y="1602"/>
                  </a:cubicBezTo>
                  <a:cubicBezTo>
                    <a:pt x="15112" y="1135"/>
                    <a:pt x="16613" y="701"/>
                    <a:pt x="17814" y="468"/>
                  </a:cubicBezTo>
                  <a:cubicBezTo>
                    <a:pt x="19015" y="201"/>
                    <a:pt x="19949" y="167"/>
                    <a:pt x="19949" y="101"/>
                  </a:cubicBezTo>
                  <a:cubicBezTo>
                    <a:pt x="19949" y="34"/>
                    <a:pt x="19648" y="34"/>
                    <a:pt x="19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16" name="Google Shape;5916;p69"/>
            <p:cNvSpPr/>
            <p:nvPr/>
          </p:nvSpPr>
          <p:spPr>
            <a:xfrm>
              <a:off x="5119168" y="3660758"/>
              <a:ext cx="466466" cy="230227"/>
            </a:xfrm>
            <a:custGeom>
              <a:avLst/>
              <a:gdLst/>
              <a:ahLst/>
              <a:cxnLst/>
              <a:rect l="l" t="t" r="r" b="b"/>
              <a:pathLst>
                <a:path w="30489" h="15048" extrusionOk="0">
                  <a:moveTo>
                    <a:pt x="29707" y="0"/>
                  </a:moveTo>
                  <a:cubicBezTo>
                    <a:pt x="29579" y="0"/>
                    <a:pt x="29504" y="46"/>
                    <a:pt x="29522" y="63"/>
                  </a:cubicBezTo>
                  <a:cubicBezTo>
                    <a:pt x="29522" y="63"/>
                    <a:pt x="29588" y="63"/>
                    <a:pt x="29688" y="97"/>
                  </a:cubicBezTo>
                  <a:cubicBezTo>
                    <a:pt x="29822" y="163"/>
                    <a:pt x="29989" y="230"/>
                    <a:pt x="30122" y="397"/>
                  </a:cubicBezTo>
                  <a:cubicBezTo>
                    <a:pt x="30255" y="564"/>
                    <a:pt x="30189" y="764"/>
                    <a:pt x="30022" y="997"/>
                  </a:cubicBezTo>
                  <a:cubicBezTo>
                    <a:pt x="29855" y="1198"/>
                    <a:pt x="29622" y="1364"/>
                    <a:pt x="29288" y="1431"/>
                  </a:cubicBezTo>
                  <a:cubicBezTo>
                    <a:pt x="28654" y="1665"/>
                    <a:pt x="27920" y="1698"/>
                    <a:pt x="27187" y="1731"/>
                  </a:cubicBezTo>
                  <a:cubicBezTo>
                    <a:pt x="26853" y="1765"/>
                    <a:pt x="26519" y="1831"/>
                    <a:pt x="26253" y="1831"/>
                  </a:cubicBezTo>
                  <a:cubicBezTo>
                    <a:pt x="25952" y="1831"/>
                    <a:pt x="25686" y="1865"/>
                    <a:pt x="25485" y="1865"/>
                  </a:cubicBezTo>
                  <a:lnTo>
                    <a:pt x="24651" y="1898"/>
                  </a:lnTo>
                  <a:cubicBezTo>
                    <a:pt x="24351" y="1931"/>
                    <a:pt x="24084" y="1931"/>
                    <a:pt x="23784" y="1931"/>
                  </a:cubicBezTo>
                  <a:cubicBezTo>
                    <a:pt x="23184" y="2031"/>
                    <a:pt x="22617" y="2198"/>
                    <a:pt x="22083" y="2365"/>
                  </a:cubicBezTo>
                  <a:cubicBezTo>
                    <a:pt x="21516" y="2565"/>
                    <a:pt x="21016" y="2765"/>
                    <a:pt x="20482" y="2932"/>
                  </a:cubicBezTo>
                  <a:cubicBezTo>
                    <a:pt x="20248" y="3032"/>
                    <a:pt x="19981" y="3099"/>
                    <a:pt x="19681" y="3166"/>
                  </a:cubicBezTo>
                  <a:lnTo>
                    <a:pt x="18847" y="3266"/>
                  </a:lnTo>
                  <a:cubicBezTo>
                    <a:pt x="18314" y="3399"/>
                    <a:pt x="17747" y="3432"/>
                    <a:pt x="17179" y="3499"/>
                  </a:cubicBezTo>
                  <a:cubicBezTo>
                    <a:pt x="16612" y="3533"/>
                    <a:pt x="16079" y="3566"/>
                    <a:pt x="15478" y="3599"/>
                  </a:cubicBezTo>
                  <a:lnTo>
                    <a:pt x="13777" y="3733"/>
                  </a:lnTo>
                  <a:cubicBezTo>
                    <a:pt x="13477" y="3766"/>
                    <a:pt x="13177" y="3766"/>
                    <a:pt x="12910" y="3833"/>
                  </a:cubicBezTo>
                  <a:cubicBezTo>
                    <a:pt x="12610" y="3866"/>
                    <a:pt x="12309" y="3933"/>
                    <a:pt x="12009" y="4033"/>
                  </a:cubicBezTo>
                  <a:cubicBezTo>
                    <a:pt x="10908" y="4433"/>
                    <a:pt x="10074" y="5267"/>
                    <a:pt x="9140" y="5868"/>
                  </a:cubicBezTo>
                  <a:cubicBezTo>
                    <a:pt x="8673" y="6168"/>
                    <a:pt x="8173" y="6401"/>
                    <a:pt x="7639" y="6535"/>
                  </a:cubicBezTo>
                  <a:cubicBezTo>
                    <a:pt x="7406" y="6601"/>
                    <a:pt x="7139" y="6601"/>
                    <a:pt x="6839" y="6668"/>
                  </a:cubicBezTo>
                  <a:lnTo>
                    <a:pt x="6005" y="6735"/>
                  </a:lnTo>
                  <a:cubicBezTo>
                    <a:pt x="5797" y="6747"/>
                    <a:pt x="5594" y="6755"/>
                    <a:pt x="5396" y="6755"/>
                  </a:cubicBezTo>
                  <a:cubicBezTo>
                    <a:pt x="5052" y="6755"/>
                    <a:pt x="4721" y="6732"/>
                    <a:pt x="4404" y="6668"/>
                  </a:cubicBezTo>
                  <a:lnTo>
                    <a:pt x="4003" y="6535"/>
                  </a:lnTo>
                  <a:lnTo>
                    <a:pt x="3636" y="6368"/>
                  </a:lnTo>
                  <a:cubicBezTo>
                    <a:pt x="3403" y="6234"/>
                    <a:pt x="3236" y="6068"/>
                    <a:pt x="3069" y="5868"/>
                  </a:cubicBezTo>
                  <a:cubicBezTo>
                    <a:pt x="2936" y="5767"/>
                    <a:pt x="2803" y="5601"/>
                    <a:pt x="2602" y="5534"/>
                  </a:cubicBezTo>
                  <a:cubicBezTo>
                    <a:pt x="2492" y="5479"/>
                    <a:pt x="2392" y="5454"/>
                    <a:pt x="2297" y="5454"/>
                  </a:cubicBezTo>
                  <a:cubicBezTo>
                    <a:pt x="2219" y="5454"/>
                    <a:pt x="2144" y="5471"/>
                    <a:pt x="2069" y="5501"/>
                  </a:cubicBezTo>
                  <a:cubicBezTo>
                    <a:pt x="1902" y="5534"/>
                    <a:pt x="1735" y="5567"/>
                    <a:pt x="1602" y="5601"/>
                  </a:cubicBezTo>
                  <a:cubicBezTo>
                    <a:pt x="1435" y="5667"/>
                    <a:pt x="1301" y="5701"/>
                    <a:pt x="1135" y="5767"/>
                  </a:cubicBezTo>
                  <a:cubicBezTo>
                    <a:pt x="834" y="5901"/>
                    <a:pt x="601" y="6101"/>
                    <a:pt x="401" y="6401"/>
                  </a:cubicBezTo>
                  <a:cubicBezTo>
                    <a:pt x="234" y="6701"/>
                    <a:pt x="101" y="7002"/>
                    <a:pt x="67" y="7335"/>
                  </a:cubicBezTo>
                  <a:lnTo>
                    <a:pt x="67" y="7269"/>
                  </a:lnTo>
                  <a:cubicBezTo>
                    <a:pt x="67" y="7435"/>
                    <a:pt x="1" y="7602"/>
                    <a:pt x="1" y="7769"/>
                  </a:cubicBezTo>
                  <a:lnTo>
                    <a:pt x="1" y="8236"/>
                  </a:lnTo>
                  <a:cubicBezTo>
                    <a:pt x="101" y="8836"/>
                    <a:pt x="267" y="9503"/>
                    <a:pt x="668" y="10371"/>
                  </a:cubicBezTo>
                  <a:cubicBezTo>
                    <a:pt x="801" y="10738"/>
                    <a:pt x="901" y="11105"/>
                    <a:pt x="935" y="11438"/>
                  </a:cubicBezTo>
                  <a:cubicBezTo>
                    <a:pt x="968" y="11805"/>
                    <a:pt x="1068" y="12139"/>
                    <a:pt x="1101" y="12539"/>
                  </a:cubicBezTo>
                  <a:cubicBezTo>
                    <a:pt x="1235" y="13239"/>
                    <a:pt x="1268" y="13873"/>
                    <a:pt x="1235" y="14307"/>
                  </a:cubicBezTo>
                  <a:cubicBezTo>
                    <a:pt x="1235" y="14407"/>
                    <a:pt x="1168" y="14540"/>
                    <a:pt x="1168" y="14607"/>
                  </a:cubicBezTo>
                  <a:cubicBezTo>
                    <a:pt x="1168" y="14707"/>
                    <a:pt x="1135" y="14774"/>
                    <a:pt x="1135" y="14807"/>
                  </a:cubicBezTo>
                  <a:cubicBezTo>
                    <a:pt x="1101" y="14941"/>
                    <a:pt x="1101" y="15041"/>
                    <a:pt x="1101" y="15041"/>
                  </a:cubicBezTo>
                  <a:cubicBezTo>
                    <a:pt x="1101" y="15045"/>
                    <a:pt x="1102" y="15047"/>
                    <a:pt x="1103" y="15047"/>
                  </a:cubicBezTo>
                  <a:cubicBezTo>
                    <a:pt x="1111" y="15047"/>
                    <a:pt x="1148" y="14961"/>
                    <a:pt x="1235" y="14874"/>
                  </a:cubicBezTo>
                  <a:cubicBezTo>
                    <a:pt x="1301" y="14741"/>
                    <a:pt x="1335" y="14540"/>
                    <a:pt x="1435" y="14274"/>
                  </a:cubicBezTo>
                  <a:cubicBezTo>
                    <a:pt x="1568" y="13773"/>
                    <a:pt x="1568" y="13073"/>
                    <a:pt x="1502" y="12305"/>
                  </a:cubicBezTo>
                  <a:cubicBezTo>
                    <a:pt x="1468" y="11905"/>
                    <a:pt x="1468" y="11572"/>
                    <a:pt x="1435" y="11138"/>
                  </a:cubicBezTo>
                  <a:cubicBezTo>
                    <a:pt x="1402" y="10771"/>
                    <a:pt x="1335" y="10404"/>
                    <a:pt x="1268" y="10037"/>
                  </a:cubicBezTo>
                  <a:cubicBezTo>
                    <a:pt x="1135" y="9337"/>
                    <a:pt x="1001" y="8703"/>
                    <a:pt x="968" y="8269"/>
                  </a:cubicBezTo>
                  <a:lnTo>
                    <a:pt x="935" y="7869"/>
                  </a:lnTo>
                  <a:lnTo>
                    <a:pt x="935" y="7502"/>
                  </a:lnTo>
                  <a:lnTo>
                    <a:pt x="935" y="7435"/>
                  </a:lnTo>
                  <a:cubicBezTo>
                    <a:pt x="968" y="7202"/>
                    <a:pt x="1001" y="6968"/>
                    <a:pt x="1135" y="6768"/>
                  </a:cubicBezTo>
                  <a:cubicBezTo>
                    <a:pt x="1268" y="6568"/>
                    <a:pt x="1435" y="6435"/>
                    <a:pt x="1635" y="6301"/>
                  </a:cubicBezTo>
                  <a:cubicBezTo>
                    <a:pt x="1735" y="6268"/>
                    <a:pt x="1835" y="6234"/>
                    <a:pt x="1969" y="6201"/>
                  </a:cubicBezTo>
                  <a:lnTo>
                    <a:pt x="2336" y="6068"/>
                  </a:lnTo>
                  <a:lnTo>
                    <a:pt x="2636" y="6068"/>
                  </a:lnTo>
                  <a:cubicBezTo>
                    <a:pt x="2669" y="6068"/>
                    <a:pt x="2769" y="6101"/>
                    <a:pt x="2836" y="6234"/>
                  </a:cubicBezTo>
                  <a:cubicBezTo>
                    <a:pt x="3003" y="6435"/>
                    <a:pt x="3270" y="6635"/>
                    <a:pt x="3570" y="6802"/>
                  </a:cubicBezTo>
                  <a:lnTo>
                    <a:pt x="3970" y="6968"/>
                  </a:lnTo>
                  <a:cubicBezTo>
                    <a:pt x="4103" y="7035"/>
                    <a:pt x="4270" y="7068"/>
                    <a:pt x="4404" y="7102"/>
                  </a:cubicBezTo>
                  <a:cubicBezTo>
                    <a:pt x="4739" y="7200"/>
                    <a:pt x="5087" y="7229"/>
                    <a:pt x="5432" y="7229"/>
                  </a:cubicBezTo>
                  <a:cubicBezTo>
                    <a:pt x="5670" y="7229"/>
                    <a:pt x="5907" y="7215"/>
                    <a:pt x="6138" y="7202"/>
                  </a:cubicBezTo>
                  <a:lnTo>
                    <a:pt x="6972" y="7102"/>
                  </a:lnTo>
                  <a:cubicBezTo>
                    <a:pt x="7272" y="7068"/>
                    <a:pt x="7573" y="7035"/>
                    <a:pt x="7839" y="6935"/>
                  </a:cubicBezTo>
                  <a:cubicBezTo>
                    <a:pt x="8407" y="6802"/>
                    <a:pt x="8940" y="6568"/>
                    <a:pt x="9441" y="6234"/>
                  </a:cubicBezTo>
                  <a:cubicBezTo>
                    <a:pt x="10408" y="5601"/>
                    <a:pt x="11175" y="4767"/>
                    <a:pt x="12243" y="4400"/>
                  </a:cubicBezTo>
                  <a:cubicBezTo>
                    <a:pt x="12476" y="4300"/>
                    <a:pt x="12776" y="4233"/>
                    <a:pt x="13010" y="4200"/>
                  </a:cubicBezTo>
                  <a:cubicBezTo>
                    <a:pt x="13277" y="4133"/>
                    <a:pt x="13577" y="4133"/>
                    <a:pt x="13844" y="4100"/>
                  </a:cubicBezTo>
                  <a:cubicBezTo>
                    <a:pt x="14444" y="4066"/>
                    <a:pt x="14978" y="4033"/>
                    <a:pt x="15578" y="3966"/>
                  </a:cubicBezTo>
                  <a:cubicBezTo>
                    <a:pt x="16145" y="3966"/>
                    <a:pt x="16679" y="3933"/>
                    <a:pt x="17280" y="3899"/>
                  </a:cubicBezTo>
                  <a:cubicBezTo>
                    <a:pt x="17847" y="3866"/>
                    <a:pt x="18414" y="3799"/>
                    <a:pt x="18981" y="3733"/>
                  </a:cubicBezTo>
                  <a:lnTo>
                    <a:pt x="19815" y="3599"/>
                  </a:lnTo>
                  <a:cubicBezTo>
                    <a:pt x="20082" y="3566"/>
                    <a:pt x="20348" y="3466"/>
                    <a:pt x="20649" y="3399"/>
                  </a:cubicBezTo>
                  <a:cubicBezTo>
                    <a:pt x="21249" y="3232"/>
                    <a:pt x="21749" y="3032"/>
                    <a:pt x="22283" y="2865"/>
                  </a:cubicBezTo>
                  <a:cubicBezTo>
                    <a:pt x="22817" y="2732"/>
                    <a:pt x="23351" y="2599"/>
                    <a:pt x="23851" y="2565"/>
                  </a:cubicBezTo>
                  <a:lnTo>
                    <a:pt x="25585" y="2565"/>
                  </a:lnTo>
                  <a:cubicBezTo>
                    <a:pt x="25919" y="2565"/>
                    <a:pt x="26253" y="2532"/>
                    <a:pt x="26620" y="2465"/>
                  </a:cubicBezTo>
                  <a:cubicBezTo>
                    <a:pt x="26953" y="2432"/>
                    <a:pt x="27320" y="2365"/>
                    <a:pt x="27687" y="2298"/>
                  </a:cubicBezTo>
                  <a:cubicBezTo>
                    <a:pt x="28454" y="2198"/>
                    <a:pt x="29188" y="2065"/>
                    <a:pt x="29822" y="1698"/>
                  </a:cubicBezTo>
                  <a:cubicBezTo>
                    <a:pt x="30122" y="1531"/>
                    <a:pt x="30356" y="1231"/>
                    <a:pt x="30456" y="897"/>
                  </a:cubicBezTo>
                  <a:cubicBezTo>
                    <a:pt x="30489" y="764"/>
                    <a:pt x="30489" y="564"/>
                    <a:pt x="30422" y="430"/>
                  </a:cubicBezTo>
                  <a:cubicBezTo>
                    <a:pt x="30356" y="297"/>
                    <a:pt x="30255" y="197"/>
                    <a:pt x="30155" y="163"/>
                  </a:cubicBezTo>
                  <a:cubicBezTo>
                    <a:pt x="29982" y="37"/>
                    <a:pt x="29823" y="0"/>
                    <a:pt x="297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17" name="Google Shape;5917;p69"/>
            <p:cNvSpPr/>
            <p:nvPr/>
          </p:nvSpPr>
          <p:spPr>
            <a:xfrm>
              <a:off x="5044155" y="3888828"/>
              <a:ext cx="246001" cy="434322"/>
            </a:xfrm>
            <a:custGeom>
              <a:avLst/>
              <a:gdLst/>
              <a:ahLst/>
              <a:cxnLst/>
              <a:rect l="l" t="t" r="r" b="b"/>
              <a:pathLst>
                <a:path w="16079" h="28388" extrusionOk="0">
                  <a:moveTo>
                    <a:pt x="5504" y="0"/>
                  </a:moveTo>
                  <a:lnTo>
                    <a:pt x="5504" y="0"/>
                  </a:lnTo>
                  <a:cubicBezTo>
                    <a:pt x="5504" y="0"/>
                    <a:pt x="5270" y="200"/>
                    <a:pt x="5037" y="534"/>
                  </a:cubicBezTo>
                  <a:cubicBezTo>
                    <a:pt x="4904" y="701"/>
                    <a:pt x="4737" y="868"/>
                    <a:pt x="4537" y="1068"/>
                  </a:cubicBezTo>
                  <a:cubicBezTo>
                    <a:pt x="4336" y="1301"/>
                    <a:pt x="4103" y="1501"/>
                    <a:pt x="3869" y="1702"/>
                  </a:cubicBezTo>
                  <a:cubicBezTo>
                    <a:pt x="3736" y="1835"/>
                    <a:pt x="3603" y="1902"/>
                    <a:pt x="3503" y="2035"/>
                  </a:cubicBezTo>
                  <a:cubicBezTo>
                    <a:pt x="3369" y="2169"/>
                    <a:pt x="3236" y="2235"/>
                    <a:pt x="3102" y="2335"/>
                  </a:cubicBezTo>
                  <a:cubicBezTo>
                    <a:pt x="2835" y="2535"/>
                    <a:pt x="2602" y="2702"/>
                    <a:pt x="2335" y="2869"/>
                  </a:cubicBezTo>
                  <a:cubicBezTo>
                    <a:pt x="1768" y="3203"/>
                    <a:pt x="1268" y="3536"/>
                    <a:pt x="1001" y="3836"/>
                  </a:cubicBezTo>
                  <a:cubicBezTo>
                    <a:pt x="600" y="4203"/>
                    <a:pt x="234" y="4737"/>
                    <a:pt x="100" y="5337"/>
                  </a:cubicBezTo>
                  <a:cubicBezTo>
                    <a:pt x="0" y="5871"/>
                    <a:pt x="0" y="6472"/>
                    <a:pt x="33" y="7005"/>
                  </a:cubicBezTo>
                  <a:cubicBezTo>
                    <a:pt x="67" y="7539"/>
                    <a:pt x="167" y="8039"/>
                    <a:pt x="200" y="8573"/>
                  </a:cubicBezTo>
                  <a:cubicBezTo>
                    <a:pt x="234" y="9140"/>
                    <a:pt x="267" y="9674"/>
                    <a:pt x="434" y="10208"/>
                  </a:cubicBezTo>
                  <a:cubicBezTo>
                    <a:pt x="600" y="10741"/>
                    <a:pt x="901" y="11308"/>
                    <a:pt x="1334" y="11675"/>
                  </a:cubicBezTo>
                  <a:cubicBezTo>
                    <a:pt x="1701" y="12076"/>
                    <a:pt x="2202" y="12376"/>
                    <a:pt x="2669" y="12643"/>
                  </a:cubicBezTo>
                  <a:cubicBezTo>
                    <a:pt x="2902" y="12743"/>
                    <a:pt x="3102" y="12876"/>
                    <a:pt x="3369" y="13010"/>
                  </a:cubicBezTo>
                  <a:lnTo>
                    <a:pt x="4036" y="13377"/>
                  </a:lnTo>
                  <a:cubicBezTo>
                    <a:pt x="4236" y="13510"/>
                    <a:pt x="4437" y="13677"/>
                    <a:pt x="4670" y="13844"/>
                  </a:cubicBezTo>
                  <a:lnTo>
                    <a:pt x="4937" y="14077"/>
                  </a:lnTo>
                  <a:lnTo>
                    <a:pt x="5237" y="14344"/>
                  </a:lnTo>
                  <a:cubicBezTo>
                    <a:pt x="6004" y="15078"/>
                    <a:pt x="6605" y="15912"/>
                    <a:pt x="7038" y="16879"/>
                  </a:cubicBezTo>
                  <a:cubicBezTo>
                    <a:pt x="7505" y="17846"/>
                    <a:pt x="7839" y="18847"/>
                    <a:pt x="7906" y="19881"/>
                  </a:cubicBezTo>
                  <a:cubicBezTo>
                    <a:pt x="7939" y="20382"/>
                    <a:pt x="7939" y="20915"/>
                    <a:pt x="8006" y="21482"/>
                  </a:cubicBezTo>
                  <a:cubicBezTo>
                    <a:pt x="8039" y="22016"/>
                    <a:pt x="8072" y="22550"/>
                    <a:pt x="8206" y="23084"/>
                  </a:cubicBezTo>
                  <a:cubicBezTo>
                    <a:pt x="8239" y="23217"/>
                    <a:pt x="8273" y="23384"/>
                    <a:pt x="8339" y="23517"/>
                  </a:cubicBezTo>
                  <a:cubicBezTo>
                    <a:pt x="8406" y="23651"/>
                    <a:pt x="8439" y="23817"/>
                    <a:pt x="8539" y="23917"/>
                  </a:cubicBezTo>
                  <a:cubicBezTo>
                    <a:pt x="8706" y="24184"/>
                    <a:pt x="8940" y="24384"/>
                    <a:pt x="9173" y="24551"/>
                  </a:cubicBezTo>
                  <a:cubicBezTo>
                    <a:pt x="9407" y="24718"/>
                    <a:pt x="9607" y="24851"/>
                    <a:pt x="9840" y="25018"/>
                  </a:cubicBezTo>
                  <a:lnTo>
                    <a:pt x="10174" y="25218"/>
                  </a:lnTo>
                  <a:cubicBezTo>
                    <a:pt x="10241" y="25318"/>
                    <a:pt x="10374" y="25385"/>
                    <a:pt x="10508" y="25485"/>
                  </a:cubicBezTo>
                  <a:cubicBezTo>
                    <a:pt x="11475" y="26019"/>
                    <a:pt x="12909" y="26553"/>
                    <a:pt x="14210" y="27153"/>
                  </a:cubicBezTo>
                  <a:cubicBezTo>
                    <a:pt x="14777" y="27453"/>
                    <a:pt x="15278" y="27687"/>
                    <a:pt x="15611" y="27954"/>
                  </a:cubicBezTo>
                  <a:cubicBezTo>
                    <a:pt x="15945" y="28187"/>
                    <a:pt x="16045" y="28387"/>
                    <a:pt x="16078" y="28387"/>
                  </a:cubicBezTo>
                  <a:cubicBezTo>
                    <a:pt x="16078" y="28387"/>
                    <a:pt x="16078" y="28321"/>
                    <a:pt x="16045" y="28187"/>
                  </a:cubicBezTo>
                  <a:cubicBezTo>
                    <a:pt x="16011" y="28054"/>
                    <a:pt x="15878" y="27887"/>
                    <a:pt x="15711" y="27720"/>
                  </a:cubicBezTo>
                  <a:cubicBezTo>
                    <a:pt x="15378" y="27387"/>
                    <a:pt x="14844" y="27020"/>
                    <a:pt x="14244" y="26686"/>
                  </a:cubicBezTo>
                  <a:cubicBezTo>
                    <a:pt x="13076" y="25986"/>
                    <a:pt x="11608" y="25352"/>
                    <a:pt x="11008" y="24952"/>
                  </a:cubicBezTo>
                  <a:cubicBezTo>
                    <a:pt x="10874" y="24851"/>
                    <a:pt x="10774" y="24818"/>
                    <a:pt x="10674" y="24718"/>
                  </a:cubicBezTo>
                  <a:lnTo>
                    <a:pt x="10341" y="24518"/>
                  </a:lnTo>
                  <a:cubicBezTo>
                    <a:pt x="10074" y="24384"/>
                    <a:pt x="9874" y="24218"/>
                    <a:pt x="9674" y="24118"/>
                  </a:cubicBezTo>
                  <a:cubicBezTo>
                    <a:pt x="9240" y="23851"/>
                    <a:pt x="9006" y="23517"/>
                    <a:pt x="8873" y="23017"/>
                  </a:cubicBezTo>
                  <a:cubicBezTo>
                    <a:pt x="8740" y="22516"/>
                    <a:pt x="8706" y="21983"/>
                    <a:pt x="8606" y="21482"/>
                  </a:cubicBezTo>
                  <a:cubicBezTo>
                    <a:pt x="8573" y="20982"/>
                    <a:pt x="8539" y="20448"/>
                    <a:pt x="8506" y="19881"/>
                  </a:cubicBezTo>
                  <a:cubicBezTo>
                    <a:pt x="8373" y="18780"/>
                    <a:pt x="8006" y="17746"/>
                    <a:pt x="7539" y="16746"/>
                  </a:cubicBezTo>
                  <a:cubicBezTo>
                    <a:pt x="7072" y="15745"/>
                    <a:pt x="6405" y="14878"/>
                    <a:pt x="5604" y="14144"/>
                  </a:cubicBezTo>
                  <a:lnTo>
                    <a:pt x="5337" y="13844"/>
                  </a:lnTo>
                  <a:lnTo>
                    <a:pt x="5004" y="13577"/>
                  </a:lnTo>
                  <a:cubicBezTo>
                    <a:pt x="4770" y="13410"/>
                    <a:pt x="4570" y="13243"/>
                    <a:pt x="4336" y="13143"/>
                  </a:cubicBezTo>
                  <a:lnTo>
                    <a:pt x="3603" y="12709"/>
                  </a:lnTo>
                  <a:cubicBezTo>
                    <a:pt x="3369" y="12576"/>
                    <a:pt x="3102" y="12476"/>
                    <a:pt x="2902" y="12343"/>
                  </a:cubicBezTo>
                  <a:cubicBezTo>
                    <a:pt x="2435" y="12042"/>
                    <a:pt x="2035" y="11742"/>
                    <a:pt x="1668" y="11409"/>
                  </a:cubicBezTo>
                  <a:cubicBezTo>
                    <a:pt x="1268" y="11042"/>
                    <a:pt x="1067" y="10641"/>
                    <a:pt x="934" y="10141"/>
                  </a:cubicBezTo>
                  <a:cubicBezTo>
                    <a:pt x="834" y="9641"/>
                    <a:pt x="767" y="9140"/>
                    <a:pt x="734" y="8573"/>
                  </a:cubicBezTo>
                  <a:lnTo>
                    <a:pt x="600" y="7005"/>
                  </a:lnTo>
                  <a:cubicBezTo>
                    <a:pt x="600" y="6472"/>
                    <a:pt x="600" y="5971"/>
                    <a:pt x="734" y="5504"/>
                  </a:cubicBezTo>
                  <a:cubicBezTo>
                    <a:pt x="867" y="5037"/>
                    <a:pt x="1101" y="4670"/>
                    <a:pt x="1501" y="4337"/>
                  </a:cubicBezTo>
                  <a:cubicBezTo>
                    <a:pt x="1868" y="3970"/>
                    <a:pt x="2402" y="3570"/>
                    <a:pt x="2935" y="3169"/>
                  </a:cubicBezTo>
                  <a:cubicBezTo>
                    <a:pt x="3236" y="2969"/>
                    <a:pt x="3503" y="2736"/>
                    <a:pt x="3736" y="2502"/>
                  </a:cubicBezTo>
                  <a:cubicBezTo>
                    <a:pt x="4003" y="2235"/>
                    <a:pt x="4203" y="2002"/>
                    <a:pt x="4403" y="1802"/>
                  </a:cubicBezTo>
                  <a:cubicBezTo>
                    <a:pt x="5170" y="834"/>
                    <a:pt x="5537" y="0"/>
                    <a:pt x="55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18" name="Google Shape;5918;p69"/>
            <p:cNvSpPr/>
            <p:nvPr/>
          </p:nvSpPr>
          <p:spPr>
            <a:xfrm>
              <a:off x="5281970" y="4322599"/>
              <a:ext cx="361848" cy="251126"/>
            </a:xfrm>
            <a:custGeom>
              <a:avLst/>
              <a:gdLst/>
              <a:ahLst/>
              <a:cxnLst/>
              <a:rect l="l" t="t" r="r" b="b"/>
              <a:pathLst>
                <a:path w="23651" h="16414" extrusionOk="0">
                  <a:moveTo>
                    <a:pt x="42" y="0"/>
                  </a:moveTo>
                  <a:cubicBezTo>
                    <a:pt x="39" y="0"/>
                    <a:pt x="36" y="1"/>
                    <a:pt x="34" y="2"/>
                  </a:cubicBezTo>
                  <a:cubicBezTo>
                    <a:pt x="0" y="35"/>
                    <a:pt x="167" y="202"/>
                    <a:pt x="467" y="536"/>
                  </a:cubicBezTo>
                  <a:cubicBezTo>
                    <a:pt x="768" y="836"/>
                    <a:pt x="1135" y="1303"/>
                    <a:pt x="1602" y="1703"/>
                  </a:cubicBezTo>
                  <a:cubicBezTo>
                    <a:pt x="2502" y="2537"/>
                    <a:pt x="3603" y="3504"/>
                    <a:pt x="4170" y="3971"/>
                  </a:cubicBezTo>
                  <a:cubicBezTo>
                    <a:pt x="5504" y="4972"/>
                    <a:pt x="6839" y="6040"/>
                    <a:pt x="8106" y="7174"/>
                  </a:cubicBezTo>
                  <a:cubicBezTo>
                    <a:pt x="8373" y="7474"/>
                    <a:pt x="8673" y="7808"/>
                    <a:pt x="8974" y="8074"/>
                  </a:cubicBezTo>
                  <a:lnTo>
                    <a:pt x="9441" y="8541"/>
                  </a:lnTo>
                  <a:cubicBezTo>
                    <a:pt x="9607" y="8708"/>
                    <a:pt x="9707" y="8875"/>
                    <a:pt x="9841" y="9042"/>
                  </a:cubicBezTo>
                  <a:lnTo>
                    <a:pt x="10641" y="10042"/>
                  </a:lnTo>
                  <a:cubicBezTo>
                    <a:pt x="10842" y="10343"/>
                    <a:pt x="11008" y="10776"/>
                    <a:pt x="11175" y="11143"/>
                  </a:cubicBezTo>
                  <a:cubicBezTo>
                    <a:pt x="11509" y="11877"/>
                    <a:pt x="11842" y="12678"/>
                    <a:pt x="12176" y="13478"/>
                  </a:cubicBezTo>
                  <a:cubicBezTo>
                    <a:pt x="12543" y="14246"/>
                    <a:pt x="12876" y="15046"/>
                    <a:pt x="13443" y="15780"/>
                  </a:cubicBezTo>
                  <a:cubicBezTo>
                    <a:pt x="13610" y="15913"/>
                    <a:pt x="13710" y="16114"/>
                    <a:pt x="13944" y="16280"/>
                  </a:cubicBezTo>
                  <a:cubicBezTo>
                    <a:pt x="13977" y="16314"/>
                    <a:pt x="14010" y="16314"/>
                    <a:pt x="14111" y="16347"/>
                  </a:cubicBezTo>
                  <a:cubicBezTo>
                    <a:pt x="14177" y="16380"/>
                    <a:pt x="14277" y="16380"/>
                    <a:pt x="14344" y="16414"/>
                  </a:cubicBezTo>
                  <a:cubicBezTo>
                    <a:pt x="14444" y="16380"/>
                    <a:pt x="14511" y="16380"/>
                    <a:pt x="14611" y="16347"/>
                  </a:cubicBezTo>
                  <a:cubicBezTo>
                    <a:pt x="14678" y="16314"/>
                    <a:pt x="14711" y="16314"/>
                    <a:pt x="14778" y="16280"/>
                  </a:cubicBezTo>
                  <a:cubicBezTo>
                    <a:pt x="15145" y="16013"/>
                    <a:pt x="15478" y="15780"/>
                    <a:pt x="15812" y="15480"/>
                  </a:cubicBezTo>
                  <a:cubicBezTo>
                    <a:pt x="16446" y="14946"/>
                    <a:pt x="17113" y="14346"/>
                    <a:pt x="17713" y="13812"/>
                  </a:cubicBezTo>
                  <a:lnTo>
                    <a:pt x="17680" y="13812"/>
                  </a:lnTo>
                  <a:lnTo>
                    <a:pt x="18147" y="13478"/>
                  </a:lnTo>
                  <a:cubicBezTo>
                    <a:pt x="18280" y="13345"/>
                    <a:pt x="18447" y="13211"/>
                    <a:pt x="18547" y="13111"/>
                  </a:cubicBezTo>
                  <a:cubicBezTo>
                    <a:pt x="18814" y="12811"/>
                    <a:pt x="19014" y="12478"/>
                    <a:pt x="19147" y="12144"/>
                  </a:cubicBezTo>
                  <a:cubicBezTo>
                    <a:pt x="19448" y="11477"/>
                    <a:pt x="19614" y="10843"/>
                    <a:pt x="19948" y="10276"/>
                  </a:cubicBezTo>
                  <a:cubicBezTo>
                    <a:pt x="20315" y="9375"/>
                    <a:pt x="21015" y="8108"/>
                    <a:pt x="21849" y="7274"/>
                  </a:cubicBezTo>
                  <a:cubicBezTo>
                    <a:pt x="22283" y="6807"/>
                    <a:pt x="22717" y="6473"/>
                    <a:pt x="23050" y="6306"/>
                  </a:cubicBezTo>
                  <a:cubicBezTo>
                    <a:pt x="23217" y="6206"/>
                    <a:pt x="23350" y="6173"/>
                    <a:pt x="23484" y="6140"/>
                  </a:cubicBezTo>
                  <a:cubicBezTo>
                    <a:pt x="23617" y="6106"/>
                    <a:pt x="23651" y="6040"/>
                    <a:pt x="23651" y="6040"/>
                  </a:cubicBezTo>
                  <a:cubicBezTo>
                    <a:pt x="23651" y="6040"/>
                    <a:pt x="23621" y="6036"/>
                    <a:pt x="23565" y="6036"/>
                  </a:cubicBezTo>
                  <a:cubicBezTo>
                    <a:pt x="23454" y="6036"/>
                    <a:pt x="23239" y="6051"/>
                    <a:pt x="22950" y="6140"/>
                  </a:cubicBezTo>
                  <a:cubicBezTo>
                    <a:pt x="22483" y="6273"/>
                    <a:pt x="21949" y="6607"/>
                    <a:pt x="21449" y="7040"/>
                  </a:cubicBezTo>
                  <a:cubicBezTo>
                    <a:pt x="20382" y="7974"/>
                    <a:pt x="19614" y="9309"/>
                    <a:pt x="19281" y="10009"/>
                  </a:cubicBezTo>
                  <a:cubicBezTo>
                    <a:pt x="18981" y="10643"/>
                    <a:pt x="18781" y="11343"/>
                    <a:pt x="18547" y="11977"/>
                  </a:cubicBezTo>
                  <a:cubicBezTo>
                    <a:pt x="18447" y="12311"/>
                    <a:pt x="18314" y="12544"/>
                    <a:pt x="18113" y="12811"/>
                  </a:cubicBezTo>
                  <a:lnTo>
                    <a:pt x="17780" y="13145"/>
                  </a:lnTo>
                  <a:lnTo>
                    <a:pt x="17380" y="13445"/>
                  </a:lnTo>
                  <a:lnTo>
                    <a:pt x="17346" y="13445"/>
                  </a:lnTo>
                  <a:cubicBezTo>
                    <a:pt x="16712" y="14012"/>
                    <a:pt x="16112" y="14612"/>
                    <a:pt x="15478" y="15146"/>
                  </a:cubicBezTo>
                  <a:cubicBezTo>
                    <a:pt x="15178" y="15446"/>
                    <a:pt x="14844" y="15713"/>
                    <a:pt x="14511" y="15947"/>
                  </a:cubicBezTo>
                  <a:cubicBezTo>
                    <a:pt x="14411" y="15997"/>
                    <a:pt x="14369" y="16022"/>
                    <a:pt x="14332" y="16022"/>
                  </a:cubicBezTo>
                  <a:cubicBezTo>
                    <a:pt x="14294" y="16022"/>
                    <a:pt x="14261" y="15997"/>
                    <a:pt x="14177" y="15947"/>
                  </a:cubicBezTo>
                  <a:cubicBezTo>
                    <a:pt x="14010" y="15813"/>
                    <a:pt x="13877" y="15680"/>
                    <a:pt x="13777" y="15513"/>
                  </a:cubicBezTo>
                  <a:cubicBezTo>
                    <a:pt x="13277" y="14846"/>
                    <a:pt x="12876" y="14045"/>
                    <a:pt x="12543" y="13312"/>
                  </a:cubicBezTo>
                  <a:cubicBezTo>
                    <a:pt x="12176" y="12544"/>
                    <a:pt x="11876" y="11744"/>
                    <a:pt x="11542" y="10976"/>
                  </a:cubicBezTo>
                  <a:cubicBezTo>
                    <a:pt x="11375" y="10576"/>
                    <a:pt x="11208" y="10209"/>
                    <a:pt x="10975" y="9809"/>
                  </a:cubicBezTo>
                  <a:lnTo>
                    <a:pt x="10174" y="8775"/>
                  </a:lnTo>
                  <a:cubicBezTo>
                    <a:pt x="10008" y="8608"/>
                    <a:pt x="9874" y="8408"/>
                    <a:pt x="9774" y="8275"/>
                  </a:cubicBezTo>
                  <a:lnTo>
                    <a:pt x="9340" y="7808"/>
                  </a:lnTo>
                  <a:cubicBezTo>
                    <a:pt x="9040" y="7474"/>
                    <a:pt x="8773" y="7140"/>
                    <a:pt x="8473" y="6840"/>
                  </a:cubicBezTo>
                  <a:cubicBezTo>
                    <a:pt x="7206" y="5639"/>
                    <a:pt x="5938" y="4505"/>
                    <a:pt x="4637" y="3404"/>
                  </a:cubicBezTo>
                  <a:cubicBezTo>
                    <a:pt x="4170" y="3071"/>
                    <a:pt x="3636" y="2671"/>
                    <a:pt x="3136" y="2304"/>
                  </a:cubicBezTo>
                  <a:cubicBezTo>
                    <a:pt x="2636" y="1870"/>
                    <a:pt x="2135" y="1503"/>
                    <a:pt x="1668" y="1169"/>
                  </a:cubicBezTo>
                  <a:cubicBezTo>
                    <a:pt x="796" y="491"/>
                    <a:pt x="143"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19" name="Google Shape;5919;p69"/>
            <p:cNvSpPr/>
            <p:nvPr/>
          </p:nvSpPr>
          <p:spPr>
            <a:xfrm>
              <a:off x="5642778" y="4416017"/>
              <a:ext cx="236821" cy="297682"/>
            </a:xfrm>
            <a:custGeom>
              <a:avLst/>
              <a:gdLst/>
              <a:ahLst/>
              <a:cxnLst/>
              <a:rect l="l" t="t" r="r" b="b"/>
              <a:pathLst>
                <a:path w="15479" h="19457" extrusionOk="0">
                  <a:moveTo>
                    <a:pt x="101" y="0"/>
                  </a:moveTo>
                  <a:cubicBezTo>
                    <a:pt x="77" y="0"/>
                    <a:pt x="105" y="0"/>
                    <a:pt x="122" y="13"/>
                  </a:cubicBezTo>
                  <a:lnTo>
                    <a:pt x="122" y="13"/>
                  </a:lnTo>
                  <a:cubicBezTo>
                    <a:pt x="117" y="17"/>
                    <a:pt x="116" y="17"/>
                    <a:pt x="114" y="17"/>
                  </a:cubicBezTo>
                  <a:cubicBezTo>
                    <a:pt x="109" y="17"/>
                    <a:pt x="101" y="17"/>
                    <a:pt x="68" y="34"/>
                  </a:cubicBezTo>
                  <a:cubicBezTo>
                    <a:pt x="1" y="67"/>
                    <a:pt x="1" y="67"/>
                    <a:pt x="68" y="100"/>
                  </a:cubicBezTo>
                  <a:lnTo>
                    <a:pt x="143" y="100"/>
                  </a:lnTo>
                  <a:cubicBezTo>
                    <a:pt x="136" y="132"/>
                    <a:pt x="101" y="167"/>
                    <a:pt x="101" y="167"/>
                  </a:cubicBezTo>
                  <a:lnTo>
                    <a:pt x="234" y="167"/>
                  </a:lnTo>
                  <a:cubicBezTo>
                    <a:pt x="268" y="167"/>
                    <a:pt x="335" y="200"/>
                    <a:pt x="401" y="200"/>
                  </a:cubicBezTo>
                  <a:cubicBezTo>
                    <a:pt x="435" y="200"/>
                    <a:pt x="501" y="234"/>
                    <a:pt x="568" y="234"/>
                  </a:cubicBezTo>
                  <a:cubicBezTo>
                    <a:pt x="601" y="234"/>
                    <a:pt x="601" y="267"/>
                    <a:pt x="635" y="267"/>
                  </a:cubicBezTo>
                  <a:lnTo>
                    <a:pt x="668" y="267"/>
                  </a:lnTo>
                  <a:cubicBezTo>
                    <a:pt x="668" y="267"/>
                    <a:pt x="668" y="289"/>
                    <a:pt x="681" y="289"/>
                  </a:cubicBezTo>
                  <a:cubicBezTo>
                    <a:pt x="690" y="289"/>
                    <a:pt x="706" y="277"/>
                    <a:pt x="735" y="234"/>
                  </a:cubicBezTo>
                  <a:cubicBezTo>
                    <a:pt x="735" y="200"/>
                    <a:pt x="735" y="200"/>
                    <a:pt x="768" y="200"/>
                  </a:cubicBezTo>
                  <a:lnTo>
                    <a:pt x="735" y="367"/>
                  </a:lnTo>
                  <a:cubicBezTo>
                    <a:pt x="1202" y="601"/>
                    <a:pt x="1769" y="901"/>
                    <a:pt x="2303" y="1201"/>
                  </a:cubicBezTo>
                  <a:cubicBezTo>
                    <a:pt x="2870" y="1435"/>
                    <a:pt x="3270" y="1768"/>
                    <a:pt x="3570" y="2002"/>
                  </a:cubicBezTo>
                  <a:lnTo>
                    <a:pt x="3937" y="2269"/>
                  </a:lnTo>
                  <a:lnTo>
                    <a:pt x="4237" y="2602"/>
                  </a:lnTo>
                  <a:cubicBezTo>
                    <a:pt x="4704" y="3136"/>
                    <a:pt x="5005" y="3770"/>
                    <a:pt x="5271" y="4437"/>
                  </a:cubicBezTo>
                  <a:cubicBezTo>
                    <a:pt x="5572" y="5104"/>
                    <a:pt x="5772" y="5838"/>
                    <a:pt x="5939" y="6538"/>
                  </a:cubicBezTo>
                  <a:cubicBezTo>
                    <a:pt x="6105" y="7239"/>
                    <a:pt x="6272" y="7939"/>
                    <a:pt x="6406" y="8707"/>
                  </a:cubicBezTo>
                  <a:cubicBezTo>
                    <a:pt x="6572" y="9440"/>
                    <a:pt x="6772" y="10174"/>
                    <a:pt x="6906" y="10875"/>
                  </a:cubicBezTo>
                  <a:lnTo>
                    <a:pt x="6973" y="11409"/>
                  </a:lnTo>
                  <a:lnTo>
                    <a:pt x="7039" y="11675"/>
                  </a:lnTo>
                  <a:lnTo>
                    <a:pt x="7039" y="11909"/>
                  </a:lnTo>
                  <a:cubicBezTo>
                    <a:pt x="7039" y="12276"/>
                    <a:pt x="6939" y="12609"/>
                    <a:pt x="6906" y="13010"/>
                  </a:cubicBezTo>
                  <a:cubicBezTo>
                    <a:pt x="6873" y="13377"/>
                    <a:pt x="6806" y="13744"/>
                    <a:pt x="6939" y="14177"/>
                  </a:cubicBezTo>
                  <a:cubicBezTo>
                    <a:pt x="7106" y="14544"/>
                    <a:pt x="7273" y="14911"/>
                    <a:pt x="7540" y="15211"/>
                  </a:cubicBezTo>
                  <a:cubicBezTo>
                    <a:pt x="7973" y="15845"/>
                    <a:pt x="8574" y="16279"/>
                    <a:pt x="9208" y="16746"/>
                  </a:cubicBezTo>
                  <a:cubicBezTo>
                    <a:pt x="9775" y="17213"/>
                    <a:pt x="10442" y="17580"/>
                    <a:pt x="11076" y="17947"/>
                  </a:cubicBezTo>
                  <a:cubicBezTo>
                    <a:pt x="11743" y="18347"/>
                    <a:pt x="12777" y="18747"/>
                    <a:pt x="13744" y="19081"/>
                  </a:cubicBezTo>
                  <a:cubicBezTo>
                    <a:pt x="14144" y="19247"/>
                    <a:pt x="14611" y="19414"/>
                    <a:pt x="14945" y="19448"/>
                  </a:cubicBezTo>
                  <a:cubicBezTo>
                    <a:pt x="15012" y="19454"/>
                    <a:pt x="15073" y="19457"/>
                    <a:pt x="15129" y="19457"/>
                  </a:cubicBezTo>
                  <a:cubicBezTo>
                    <a:pt x="15351" y="19457"/>
                    <a:pt x="15479" y="19414"/>
                    <a:pt x="15479" y="19414"/>
                  </a:cubicBezTo>
                  <a:cubicBezTo>
                    <a:pt x="15479" y="19381"/>
                    <a:pt x="15245" y="19381"/>
                    <a:pt x="14945" y="19247"/>
                  </a:cubicBezTo>
                  <a:cubicBezTo>
                    <a:pt x="14611" y="19114"/>
                    <a:pt x="14244" y="18881"/>
                    <a:pt x="13811" y="18614"/>
                  </a:cubicBezTo>
                  <a:cubicBezTo>
                    <a:pt x="12944" y="18113"/>
                    <a:pt x="11943" y="17580"/>
                    <a:pt x="11442" y="17279"/>
                  </a:cubicBezTo>
                  <a:cubicBezTo>
                    <a:pt x="10775" y="16946"/>
                    <a:pt x="10142" y="16612"/>
                    <a:pt x="9508" y="16245"/>
                  </a:cubicBezTo>
                  <a:cubicBezTo>
                    <a:pt x="8941" y="15878"/>
                    <a:pt x="8374" y="15445"/>
                    <a:pt x="7907" y="14911"/>
                  </a:cubicBezTo>
                  <a:cubicBezTo>
                    <a:pt x="7673" y="14678"/>
                    <a:pt x="7540" y="14344"/>
                    <a:pt x="7406" y="14044"/>
                  </a:cubicBezTo>
                  <a:cubicBezTo>
                    <a:pt x="7306" y="13744"/>
                    <a:pt x="7306" y="13410"/>
                    <a:pt x="7340" y="13043"/>
                  </a:cubicBezTo>
                  <a:cubicBezTo>
                    <a:pt x="7406" y="12676"/>
                    <a:pt x="7440" y="12276"/>
                    <a:pt x="7440" y="11909"/>
                  </a:cubicBezTo>
                  <a:lnTo>
                    <a:pt x="7440" y="11609"/>
                  </a:lnTo>
                  <a:lnTo>
                    <a:pt x="7406" y="11342"/>
                  </a:lnTo>
                  <a:lnTo>
                    <a:pt x="7273" y="10775"/>
                  </a:lnTo>
                  <a:cubicBezTo>
                    <a:pt x="7139" y="10041"/>
                    <a:pt x="6939" y="9340"/>
                    <a:pt x="6806" y="8607"/>
                  </a:cubicBezTo>
                  <a:cubicBezTo>
                    <a:pt x="6672" y="7906"/>
                    <a:pt x="6572" y="7172"/>
                    <a:pt x="6406" y="6438"/>
                  </a:cubicBezTo>
                  <a:cubicBezTo>
                    <a:pt x="6239" y="5704"/>
                    <a:pt x="6072" y="5004"/>
                    <a:pt x="5805" y="4270"/>
                  </a:cubicBezTo>
                  <a:lnTo>
                    <a:pt x="5605" y="3736"/>
                  </a:lnTo>
                  <a:cubicBezTo>
                    <a:pt x="5505" y="3536"/>
                    <a:pt x="5438" y="3369"/>
                    <a:pt x="5338" y="3203"/>
                  </a:cubicBezTo>
                  <a:cubicBezTo>
                    <a:pt x="5238" y="2869"/>
                    <a:pt x="4971" y="2535"/>
                    <a:pt x="4771" y="2202"/>
                  </a:cubicBezTo>
                  <a:lnTo>
                    <a:pt x="4437" y="1768"/>
                  </a:lnTo>
                  <a:lnTo>
                    <a:pt x="4004" y="1401"/>
                  </a:lnTo>
                  <a:cubicBezTo>
                    <a:pt x="3570" y="1034"/>
                    <a:pt x="3003" y="734"/>
                    <a:pt x="2436" y="534"/>
                  </a:cubicBezTo>
                  <a:cubicBezTo>
                    <a:pt x="1902" y="334"/>
                    <a:pt x="1302" y="167"/>
                    <a:pt x="902" y="34"/>
                  </a:cubicBezTo>
                  <a:lnTo>
                    <a:pt x="83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20" name="Google Shape;5920;p69"/>
            <p:cNvSpPr/>
            <p:nvPr/>
          </p:nvSpPr>
          <p:spPr>
            <a:xfrm>
              <a:off x="5718311" y="3177294"/>
              <a:ext cx="188842" cy="122610"/>
            </a:xfrm>
            <a:custGeom>
              <a:avLst/>
              <a:gdLst/>
              <a:ahLst/>
              <a:cxnLst/>
              <a:rect l="l" t="t" r="r" b="b"/>
              <a:pathLst>
                <a:path w="12343" h="8014" extrusionOk="0">
                  <a:moveTo>
                    <a:pt x="12304" y="1"/>
                  </a:moveTo>
                  <a:cubicBezTo>
                    <a:pt x="12282" y="1"/>
                    <a:pt x="12187" y="88"/>
                    <a:pt x="12043" y="174"/>
                  </a:cubicBezTo>
                  <a:cubicBezTo>
                    <a:pt x="11876" y="308"/>
                    <a:pt x="11709" y="508"/>
                    <a:pt x="11509" y="741"/>
                  </a:cubicBezTo>
                  <a:cubicBezTo>
                    <a:pt x="11142" y="1175"/>
                    <a:pt x="10809" y="1775"/>
                    <a:pt x="10642" y="2109"/>
                  </a:cubicBezTo>
                  <a:cubicBezTo>
                    <a:pt x="10275" y="2976"/>
                    <a:pt x="9941" y="3810"/>
                    <a:pt x="9508" y="4644"/>
                  </a:cubicBezTo>
                  <a:cubicBezTo>
                    <a:pt x="9107" y="5445"/>
                    <a:pt x="8607" y="6245"/>
                    <a:pt x="7840" y="6779"/>
                  </a:cubicBezTo>
                  <a:cubicBezTo>
                    <a:pt x="7106" y="7313"/>
                    <a:pt x="6205" y="7579"/>
                    <a:pt x="5305" y="7646"/>
                  </a:cubicBezTo>
                  <a:cubicBezTo>
                    <a:pt x="4938" y="7685"/>
                    <a:pt x="4577" y="7699"/>
                    <a:pt x="4217" y="7699"/>
                  </a:cubicBezTo>
                  <a:cubicBezTo>
                    <a:pt x="3659" y="7699"/>
                    <a:pt x="3104" y="7666"/>
                    <a:pt x="2536" y="7646"/>
                  </a:cubicBezTo>
                  <a:cubicBezTo>
                    <a:pt x="2302" y="7646"/>
                    <a:pt x="2002" y="7680"/>
                    <a:pt x="1702" y="7680"/>
                  </a:cubicBezTo>
                  <a:cubicBezTo>
                    <a:pt x="1435" y="7746"/>
                    <a:pt x="1135" y="7746"/>
                    <a:pt x="868" y="7780"/>
                  </a:cubicBezTo>
                  <a:cubicBezTo>
                    <a:pt x="368" y="7880"/>
                    <a:pt x="1" y="7980"/>
                    <a:pt x="1" y="8013"/>
                  </a:cubicBezTo>
                  <a:cubicBezTo>
                    <a:pt x="1" y="8013"/>
                    <a:pt x="501" y="7980"/>
                    <a:pt x="1035" y="7946"/>
                  </a:cubicBezTo>
                  <a:cubicBezTo>
                    <a:pt x="1235" y="7935"/>
                    <a:pt x="1439" y="7932"/>
                    <a:pt x="1634" y="7932"/>
                  </a:cubicBezTo>
                  <a:cubicBezTo>
                    <a:pt x="2025" y="7932"/>
                    <a:pt x="2380" y="7946"/>
                    <a:pt x="2603" y="7946"/>
                  </a:cubicBezTo>
                  <a:cubicBezTo>
                    <a:pt x="3503" y="7946"/>
                    <a:pt x="4471" y="7946"/>
                    <a:pt x="5371" y="7846"/>
                  </a:cubicBezTo>
                  <a:cubicBezTo>
                    <a:pt x="6305" y="7746"/>
                    <a:pt x="7273" y="7479"/>
                    <a:pt x="8007" y="6912"/>
                  </a:cubicBezTo>
                  <a:cubicBezTo>
                    <a:pt x="8774" y="6345"/>
                    <a:pt x="9274" y="5578"/>
                    <a:pt x="9708" y="4744"/>
                  </a:cubicBezTo>
                  <a:cubicBezTo>
                    <a:pt x="10141" y="3910"/>
                    <a:pt x="10508" y="3010"/>
                    <a:pt x="10942" y="2242"/>
                  </a:cubicBezTo>
                  <a:cubicBezTo>
                    <a:pt x="11142" y="1842"/>
                    <a:pt x="11442" y="1242"/>
                    <a:pt x="11676" y="808"/>
                  </a:cubicBezTo>
                  <a:cubicBezTo>
                    <a:pt x="11976" y="341"/>
                    <a:pt x="12343" y="74"/>
                    <a:pt x="12310" y="7"/>
                  </a:cubicBezTo>
                  <a:cubicBezTo>
                    <a:pt x="12310" y="3"/>
                    <a:pt x="12308" y="1"/>
                    <a:pt x="123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21" name="Google Shape;5921;p69"/>
            <p:cNvSpPr/>
            <p:nvPr/>
          </p:nvSpPr>
          <p:spPr>
            <a:xfrm>
              <a:off x="5782615" y="3224784"/>
              <a:ext cx="78104" cy="54696"/>
            </a:xfrm>
            <a:custGeom>
              <a:avLst/>
              <a:gdLst/>
              <a:ahLst/>
              <a:cxnLst/>
              <a:rect l="l" t="t" r="r" b="b"/>
              <a:pathLst>
                <a:path w="5105" h="3575" extrusionOk="0">
                  <a:moveTo>
                    <a:pt x="4994" y="0"/>
                  </a:moveTo>
                  <a:cubicBezTo>
                    <a:pt x="4906" y="0"/>
                    <a:pt x="4363" y="517"/>
                    <a:pt x="4237" y="706"/>
                  </a:cubicBezTo>
                  <a:cubicBezTo>
                    <a:pt x="3804" y="1273"/>
                    <a:pt x="3337" y="1874"/>
                    <a:pt x="2803" y="2341"/>
                  </a:cubicBezTo>
                  <a:cubicBezTo>
                    <a:pt x="2302" y="2808"/>
                    <a:pt x="1635" y="3208"/>
                    <a:pt x="968" y="3275"/>
                  </a:cubicBezTo>
                  <a:lnTo>
                    <a:pt x="334" y="3408"/>
                  </a:lnTo>
                  <a:cubicBezTo>
                    <a:pt x="168" y="3475"/>
                    <a:pt x="1" y="3475"/>
                    <a:pt x="1" y="3508"/>
                  </a:cubicBezTo>
                  <a:lnTo>
                    <a:pt x="434" y="3575"/>
                  </a:lnTo>
                  <a:cubicBezTo>
                    <a:pt x="635" y="3575"/>
                    <a:pt x="935" y="3575"/>
                    <a:pt x="1068" y="3541"/>
                  </a:cubicBezTo>
                  <a:cubicBezTo>
                    <a:pt x="1769" y="3341"/>
                    <a:pt x="2403" y="2874"/>
                    <a:pt x="2936" y="2407"/>
                  </a:cubicBezTo>
                  <a:cubicBezTo>
                    <a:pt x="3470" y="1974"/>
                    <a:pt x="3970" y="1407"/>
                    <a:pt x="4471" y="873"/>
                  </a:cubicBezTo>
                  <a:cubicBezTo>
                    <a:pt x="4738" y="639"/>
                    <a:pt x="5104" y="39"/>
                    <a:pt x="5004" y="6"/>
                  </a:cubicBezTo>
                  <a:cubicBezTo>
                    <a:pt x="5003" y="2"/>
                    <a:pt x="4999" y="0"/>
                    <a:pt x="49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22" name="Google Shape;5922;p69"/>
            <p:cNvSpPr/>
            <p:nvPr/>
          </p:nvSpPr>
          <p:spPr>
            <a:xfrm>
              <a:off x="5810690" y="3236671"/>
              <a:ext cx="22475" cy="15957"/>
            </a:xfrm>
            <a:custGeom>
              <a:avLst/>
              <a:gdLst/>
              <a:ahLst/>
              <a:cxnLst/>
              <a:rect l="l" t="t" r="r" b="b"/>
              <a:pathLst>
                <a:path w="1469" h="1043" extrusionOk="0">
                  <a:moveTo>
                    <a:pt x="1384" y="1"/>
                  </a:moveTo>
                  <a:cubicBezTo>
                    <a:pt x="1292" y="1"/>
                    <a:pt x="1158" y="40"/>
                    <a:pt x="1135" y="63"/>
                  </a:cubicBezTo>
                  <a:cubicBezTo>
                    <a:pt x="901" y="363"/>
                    <a:pt x="568" y="596"/>
                    <a:pt x="167" y="730"/>
                  </a:cubicBezTo>
                  <a:cubicBezTo>
                    <a:pt x="101" y="796"/>
                    <a:pt x="0" y="963"/>
                    <a:pt x="67" y="1030"/>
                  </a:cubicBezTo>
                  <a:cubicBezTo>
                    <a:pt x="76" y="1039"/>
                    <a:pt x="97" y="1043"/>
                    <a:pt x="124" y="1043"/>
                  </a:cubicBezTo>
                  <a:cubicBezTo>
                    <a:pt x="196" y="1043"/>
                    <a:pt x="310" y="1012"/>
                    <a:pt x="334" y="963"/>
                  </a:cubicBezTo>
                  <a:cubicBezTo>
                    <a:pt x="601" y="696"/>
                    <a:pt x="934" y="463"/>
                    <a:pt x="1301" y="296"/>
                  </a:cubicBezTo>
                  <a:cubicBezTo>
                    <a:pt x="1335" y="263"/>
                    <a:pt x="1468" y="63"/>
                    <a:pt x="1468" y="29"/>
                  </a:cubicBezTo>
                  <a:cubicBezTo>
                    <a:pt x="1458" y="8"/>
                    <a:pt x="1425" y="1"/>
                    <a:pt x="13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23" name="Google Shape;5923;p69"/>
            <p:cNvSpPr/>
            <p:nvPr/>
          </p:nvSpPr>
          <p:spPr>
            <a:xfrm>
              <a:off x="5920418" y="3120701"/>
              <a:ext cx="84224" cy="49065"/>
            </a:xfrm>
            <a:custGeom>
              <a:avLst/>
              <a:gdLst/>
              <a:ahLst/>
              <a:cxnLst/>
              <a:rect l="l" t="t" r="r" b="b"/>
              <a:pathLst>
                <a:path w="5505" h="3207" extrusionOk="0">
                  <a:moveTo>
                    <a:pt x="5455" y="1"/>
                  </a:moveTo>
                  <a:cubicBezTo>
                    <a:pt x="5339" y="1"/>
                    <a:pt x="4655" y="210"/>
                    <a:pt x="4437" y="304"/>
                  </a:cubicBezTo>
                  <a:cubicBezTo>
                    <a:pt x="3803" y="571"/>
                    <a:pt x="3136" y="904"/>
                    <a:pt x="2469" y="1205"/>
                  </a:cubicBezTo>
                  <a:cubicBezTo>
                    <a:pt x="1802" y="1538"/>
                    <a:pt x="1168" y="1838"/>
                    <a:pt x="567" y="2305"/>
                  </a:cubicBezTo>
                  <a:cubicBezTo>
                    <a:pt x="401" y="2405"/>
                    <a:pt x="234" y="2639"/>
                    <a:pt x="134" y="2839"/>
                  </a:cubicBezTo>
                  <a:cubicBezTo>
                    <a:pt x="0" y="3039"/>
                    <a:pt x="67" y="3206"/>
                    <a:pt x="67" y="3206"/>
                  </a:cubicBezTo>
                  <a:lnTo>
                    <a:pt x="134" y="3139"/>
                  </a:lnTo>
                  <a:cubicBezTo>
                    <a:pt x="167" y="3139"/>
                    <a:pt x="167" y="3106"/>
                    <a:pt x="234" y="3039"/>
                  </a:cubicBezTo>
                  <a:cubicBezTo>
                    <a:pt x="234" y="3006"/>
                    <a:pt x="267" y="2973"/>
                    <a:pt x="300" y="2939"/>
                  </a:cubicBezTo>
                  <a:cubicBezTo>
                    <a:pt x="401" y="2839"/>
                    <a:pt x="467" y="2806"/>
                    <a:pt x="567" y="2706"/>
                  </a:cubicBezTo>
                  <a:cubicBezTo>
                    <a:pt x="634" y="2639"/>
                    <a:pt x="734" y="2572"/>
                    <a:pt x="767" y="2539"/>
                  </a:cubicBezTo>
                  <a:cubicBezTo>
                    <a:pt x="1268" y="2105"/>
                    <a:pt x="1902" y="1705"/>
                    <a:pt x="2569" y="1438"/>
                  </a:cubicBezTo>
                  <a:cubicBezTo>
                    <a:pt x="3169" y="1138"/>
                    <a:pt x="3903" y="871"/>
                    <a:pt x="4570" y="638"/>
                  </a:cubicBezTo>
                  <a:cubicBezTo>
                    <a:pt x="4904" y="504"/>
                    <a:pt x="5504" y="137"/>
                    <a:pt x="5471" y="4"/>
                  </a:cubicBezTo>
                  <a:cubicBezTo>
                    <a:pt x="5469" y="2"/>
                    <a:pt x="5463" y="1"/>
                    <a:pt x="54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24" name="Google Shape;5924;p69"/>
            <p:cNvSpPr/>
            <p:nvPr/>
          </p:nvSpPr>
          <p:spPr>
            <a:xfrm>
              <a:off x="5873464" y="3138403"/>
              <a:ext cx="71464" cy="58429"/>
            </a:xfrm>
            <a:custGeom>
              <a:avLst/>
              <a:gdLst/>
              <a:ahLst/>
              <a:cxnLst/>
              <a:rect l="l" t="t" r="r" b="b"/>
              <a:pathLst>
                <a:path w="4671" h="3819" extrusionOk="0">
                  <a:moveTo>
                    <a:pt x="4631" y="0"/>
                  </a:moveTo>
                  <a:cubicBezTo>
                    <a:pt x="4570" y="0"/>
                    <a:pt x="4445" y="24"/>
                    <a:pt x="4303" y="48"/>
                  </a:cubicBezTo>
                  <a:cubicBezTo>
                    <a:pt x="4170" y="114"/>
                    <a:pt x="4037" y="114"/>
                    <a:pt x="3970" y="148"/>
                  </a:cubicBezTo>
                  <a:cubicBezTo>
                    <a:pt x="3836" y="181"/>
                    <a:pt x="3736" y="214"/>
                    <a:pt x="3703" y="281"/>
                  </a:cubicBezTo>
                  <a:cubicBezTo>
                    <a:pt x="2502" y="982"/>
                    <a:pt x="1501" y="1949"/>
                    <a:pt x="534" y="2950"/>
                  </a:cubicBezTo>
                  <a:cubicBezTo>
                    <a:pt x="301" y="3183"/>
                    <a:pt x="0" y="3817"/>
                    <a:pt x="0" y="3817"/>
                  </a:cubicBezTo>
                  <a:cubicBezTo>
                    <a:pt x="2" y="3818"/>
                    <a:pt x="5" y="3818"/>
                    <a:pt x="7" y="3818"/>
                  </a:cubicBezTo>
                  <a:cubicBezTo>
                    <a:pt x="95" y="3818"/>
                    <a:pt x="572" y="3278"/>
                    <a:pt x="734" y="3083"/>
                  </a:cubicBezTo>
                  <a:cubicBezTo>
                    <a:pt x="1535" y="2016"/>
                    <a:pt x="2569" y="1048"/>
                    <a:pt x="3836" y="515"/>
                  </a:cubicBezTo>
                  <a:cubicBezTo>
                    <a:pt x="4003" y="448"/>
                    <a:pt x="4203" y="314"/>
                    <a:pt x="4370" y="214"/>
                  </a:cubicBezTo>
                  <a:cubicBezTo>
                    <a:pt x="4537" y="148"/>
                    <a:pt x="4670" y="48"/>
                    <a:pt x="4670" y="14"/>
                  </a:cubicBezTo>
                  <a:cubicBezTo>
                    <a:pt x="4670" y="4"/>
                    <a:pt x="4656" y="0"/>
                    <a:pt x="46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25" name="Google Shape;5925;p69"/>
            <p:cNvSpPr/>
            <p:nvPr/>
          </p:nvSpPr>
          <p:spPr>
            <a:xfrm>
              <a:off x="5408543" y="3625156"/>
              <a:ext cx="116368" cy="75503"/>
            </a:xfrm>
            <a:custGeom>
              <a:avLst/>
              <a:gdLst/>
              <a:ahLst/>
              <a:cxnLst/>
              <a:rect l="l" t="t" r="r" b="b"/>
              <a:pathLst>
                <a:path w="7606" h="4935" extrusionOk="0">
                  <a:moveTo>
                    <a:pt x="2553" y="0"/>
                  </a:moveTo>
                  <a:cubicBezTo>
                    <a:pt x="2520" y="0"/>
                    <a:pt x="2502" y="7"/>
                    <a:pt x="2502" y="22"/>
                  </a:cubicBezTo>
                  <a:cubicBezTo>
                    <a:pt x="2435" y="55"/>
                    <a:pt x="3936" y="589"/>
                    <a:pt x="4503" y="789"/>
                  </a:cubicBezTo>
                  <a:cubicBezTo>
                    <a:pt x="5204" y="1056"/>
                    <a:pt x="5938" y="1290"/>
                    <a:pt x="6605" y="1690"/>
                  </a:cubicBezTo>
                  <a:cubicBezTo>
                    <a:pt x="6772" y="1790"/>
                    <a:pt x="6938" y="1890"/>
                    <a:pt x="7072" y="2023"/>
                  </a:cubicBezTo>
                  <a:cubicBezTo>
                    <a:pt x="7239" y="2124"/>
                    <a:pt x="7339" y="2257"/>
                    <a:pt x="7372" y="2424"/>
                  </a:cubicBezTo>
                  <a:cubicBezTo>
                    <a:pt x="7405" y="2591"/>
                    <a:pt x="7272" y="2724"/>
                    <a:pt x="7172" y="2857"/>
                  </a:cubicBezTo>
                  <a:lnTo>
                    <a:pt x="6905" y="2957"/>
                  </a:lnTo>
                  <a:cubicBezTo>
                    <a:pt x="6772" y="3024"/>
                    <a:pt x="6705" y="3024"/>
                    <a:pt x="6605" y="3058"/>
                  </a:cubicBezTo>
                  <a:cubicBezTo>
                    <a:pt x="5871" y="3258"/>
                    <a:pt x="5070" y="3358"/>
                    <a:pt x="4336" y="3458"/>
                  </a:cubicBezTo>
                  <a:cubicBezTo>
                    <a:pt x="3536" y="3558"/>
                    <a:pt x="2735" y="3725"/>
                    <a:pt x="2035" y="4025"/>
                  </a:cubicBezTo>
                  <a:cubicBezTo>
                    <a:pt x="1668" y="4158"/>
                    <a:pt x="1168" y="4358"/>
                    <a:pt x="767" y="4592"/>
                  </a:cubicBezTo>
                  <a:cubicBezTo>
                    <a:pt x="334" y="4759"/>
                    <a:pt x="0" y="4926"/>
                    <a:pt x="0" y="4926"/>
                  </a:cubicBezTo>
                  <a:cubicBezTo>
                    <a:pt x="0" y="4931"/>
                    <a:pt x="12" y="4934"/>
                    <a:pt x="34" y="4934"/>
                  </a:cubicBezTo>
                  <a:cubicBezTo>
                    <a:pt x="140" y="4934"/>
                    <a:pt x="486" y="4869"/>
                    <a:pt x="901" y="4759"/>
                  </a:cubicBezTo>
                  <a:cubicBezTo>
                    <a:pt x="1401" y="4592"/>
                    <a:pt x="1935" y="4425"/>
                    <a:pt x="2202" y="4292"/>
                  </a:cubicBezTo>
                  <a:cubicBezTo>
                    <a:pt x="3569" y="3591"/>
                    <a:pt x="5204" y="3625"/>
                    <a:pt x="6705" y="3224"/>
                  </a:cubicBezTo>
                  <a:cubicBezTo>
                    <a:pt x="6772" y="3191"/>
                    <a:pt x="6905" y="3191"/>
                    <a:pt x="7005" y="3124"/>
                  </a:cubicBezTo>
                  <a:lnTo>
                    <a:pt x="7272" y="3024"/>
                  </a:lnTo>
                  <a:cubicBezTo>
                    <a:pt x="7439" y="2857"/>
                    <a:pt x="7605" y="2691"/>
                    <a:pt x="7572" y="2424"/>
                  </a:cubicBezTo>
                  <a:cubicBezTo>
                    <a:pt x="7539" y="2190"/>
                    <a:pt x="7372" y="2023"/>
                    <a:pt x="7239" y="1890"/>
                  </a:cubicBezTo>
                  <a:cubicBezTo>
                    <a:pt x="7072" y="1723"/>
                    <a:pt x="6905" y="1590"/>
                    <a:pt x="6738" y="1523"/>
                  </a:cubicBezTo>
                  <a:cubicBezTo>
                    <a:pt x="6071" y="1089"/>
                    <a:pt x="5337" y="789"/>
                    <a:pt x="4603" y="522"/>
                  </a:cubicBezTo>
                  <a:cubicBezTo>
                    <a:pt x="4203" y="389"/>
                    <a:pt x="3669" y="222"/>
                    <a:pt x="3236" y="122"/>
                  </a:cubicBezTo>
                  <a:cubicBezTo>
                    <a:pt x="2928" y="71"/>
                    <a:pt x="2660" y="0"/>
                    <a:pt x="25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26" name="Google Shape;5926;p69"/>
            <p:cNvSpPr/>
            <p:nvPr/>
          </p:nvSpPr>
          <p:spPr>
            <a:xfrm>
              <a:off x="5261560" y="3700399"/>
              <a:ext cx="117898" cy="28534"/>
            </a:xfrm>
            <a:custGeom>
              <a:avLst/>
              <a:gdLst/>
              <a:ahLst/>
              <a:cxnLst/>
              <a:rect l="l" t="t" r="r" b="b"/>
              <a:pathLst>
                <a:path w="7706" h="1865" extrusionOk="0">
                  <a:moveTo>
                    <a:pt x="7657" y="1"/>
                  </a:moveTo>
                  <a:cubicBezTo>
                    <a:pt x="7465" y="1"/>
                    <a:pt x="6758" y="79"/>
                    <a:pt x="6471" y="108"/>
                  </a:cubicBezTo>
                  <a:cubicBezTo>
                    <a:pt x="5604" y="274"/>
                    <a:pt x="4670" y="408"/>
                    <a:pt x="3803" y="575"/>
                  </a:cubicBezTo>
                  <a:cubicBezTo>
                    <a:pt x="3336" y="641"/>
                    <a:pt x="2869" y="741"/>
                    <a:pt x="2469" y="841"/>
                  </a:cubicBezTo>
                  <a:cubicBezTo>
                    <a:pt x="2268" y="908"/>
                    <a:pt x="2002" y="942"/>
                    <a:pt x="1801" y="1008"/>
                  </a:cubicBezTo>
                  <a:lnTo>
                    <a:pt x="1134" y="1242"/>
                  </a:lnTo>
                  <a:cubicBezTo>
                    <a:pt x="934" y="1275"/>
                    <a:pt x="634" y="1442"/>
                    <a:pt x="434" y="1575"/>
                  </a:cubicBezTo>
                  <a:cubicBezTo>
                    <a:pt x="167" y="1742"/>
                    <a:pt x="0" y="1842"/>
                    <a:pt x="0" y="1842"/>
                  </a:cubicBezTo>
                  <a:cubicBezTo>
                    <a:pt x="8" y="1858"/>
                    <a:pt x="27" y="1864"/>
                    <a:pt x="54" y="1864"/>
                  </a:cubicBezTo>
                  <a:cubicBezTo>
                    <a:pt x="144" y="1864"/>
                    <a:pt x="329" y="1793"/>
                    <a:pt x="534" y="1742"/>
                  </a:cubicBezTo>
                  <a:cubicBezTo>
                    <a:pt x="834" y="1642"/>
                    <a:pt x="1134" y="1509"/>
                    <a:pt x="1301" y="1475"/>
                  </a:cubicBezTo>
                  <a:lnTo>
                    <a:pt x="1935" y="1242"/>
                  </a:lnTo>
                  <a:cubicBezTo>
                    <a:pt x="2135" y="1142"/>
                    <a:pt x="2335" y="1108"/>
                    <a:pt x="2535" y="1008"/>
                  </a:cubicBezTo>
                  <a:cubicBezTo>
                    <a:pt x="2969" y="841"/>
                    <a:pt x="3369" y="775"/>
                    <a:pt x="3836" y="675"/>
                  </a:cubicBezTo>
                  <a:cubicBezTo>
                    <a:pt x="4704" y="508"/>
                    <a:pt x="5604" y="441"/>
                    <a:pt x="6505" y="341"/>
                  </a:cubicBezTo>
                  <a:cubicBezTo>
                    <a:pt x="7005" y="308"/>
                    <a:pt x="7706" y="74"/>
                    <a:pt x="7706" y="8"/>
                  </a:cubicBezTo>
                  <a:cubicBezTo>
                    <a:pt x="7706" y="3"/>
                    <a:pt x="7688" y="1"/>
                    <a:pt x="76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27" name="Google Shape;5927;p69"/>
            <p:cNvSpPr/>
            <p:nvPr/>
          </p:nvSpPr>
          <p:spPr>
            <a:xfrm>
              <a:off x="5355973" y="3529534"/>
              <a:ext cx="68404" cy="77630"/>
            </a:xfrm>
            <a:custGeom>
              <a:avLst/>
              <a:gdLst/>
              <a:ahLst/>
              <a:cxnLst/>
              <a:rect l="l" t="t" r="r" b="b"/>
              <a:pathLst>
                <a:path w="4471" h="5074" extrusionOk="0">
                  <a:moveTo>
                    <a:pt x="100" y="1"/>
                  </a:moveTo>
                  <a:cubicBezTo>
                    <a:pt x="34" y="1"/>
                    <a:pt x="0" y="234"/>
                    <a:pt x="34" y="468"/>
                  </a:cubicBezTo>
                  <a:cubicBezTo>
                    <a:pt x="100" y="735"/>
                    <a:pt x="200" y="1002"/>
                    <a:pt x="267" y="1135"/>
                  </a:cubicBezTo>
                  <a:cubicBezTo>
                    <a:pt x="1101" y="2503"/>
                    <a:pt x="2269" y="3570"/>
                    <a:pt x="3469" y="4604"/>
                  </a:cubicBezTo>
                  <a:cubicBezTo>
                    <a:pt x="3815" y="4824"/>
                    <a:pt x="4369" y="5074"/>
                    <a:pt x="4459" y="5074"/>
                  </a:cubicBezTo>
                  <a:cubicBezTo>
                    <a:pt x="4464" y="5074"/>
                    <a:pt x="4468" y="5073"/>
                    <a:pt x="4470" y="5071"/>
                  </a:cubicBezTo>
                  <a:cubicBezTo>
                    <a:pt x="4470" y="5004"/>
                    <a:pt x="3836" y="4504"/>
                    <a:pt x="3636" y="4337"/>
                  </a:cubicBezTo>
                  <a:cubicBezTo>
                    <a:pt x="2369" y="3470"/>
                    <a:pt x="1134" y="2403"/>
                    <a:pt x="501" y="968"/>
                  </a:cubicBezTo>
                  <a:cubicBezTo>
                    <a:pt x="401" y="801"/>
                    <a:pt x="300" y="568"/>
                    <a:pt x="200" y="435"/>
                  </a:cubicBezTo>
                  <a:cubicBezTo>
                    <a:pt x="167" y="234"/>
                    <a:pt x="134" y="1"/>
                    <a:pt x="1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28" name="Google Shape;5928;p69"/>
            <p:cNvSpPr/>
            <p:nvPr/>
          </p:nvSpPr>
          <p:spPr>
            <a:xfrm>
              <a:off x="5024250" y="3882708"/>
              <a:ext cx="76559" cy="172502"/>
            </a:xfrm>
            <a:custGeom>
              <a:avLst/>
              <a:gdLst/>
              <a:ahLst/>
              <a:cxnLst/>
              <a:rect l="l" t="t" r="r" b="b"/>
              <a:pathLst>
                <a:path w="5004" h="11275" extrusionOk="0">
                  <a:moveTo>
                    <a:pt x="4970" y="0"/>
                  </a:moveTo>
                  <a:lnTo>
                    <a:pt x="4970" y="0"/>
                  </a:lnTo>
                  <a:cubicBezTo>
                    <a:pt x="4970" y="0"/>
                    <a:pt x="4670" y="200"/>
                    <a:pt x="4303" y="500"/>
                  </a:cubicBezTo>
                  <a:cubicBezTo>
                    <a:pt x="3936" y="767"/>
                    <a:pt x="3536" y="1101"/>
                    <a:pt x="3336" y="1268"/>
                  </a:cubicBezTo>
                  <a:cubicBezTo>
                    <a:pt x="2835" y="1835"/>
                    <a:pt x="2302" y="2335"/>
                    <a:pt x="1801" y="2902"/>
                  </a:cubicBezTo>
                  <a:cubicBezTo>
                    <a:pt x="1301" y="3503"/>
                    <a:pt x="834" y="4103"/>
                    <a:pt x="500" y="4770"/>
                  </a:cubicBezTo>
                  <a:cubicBezTo>
                    <a:pt x="167" y="5437"/>
                    <a:pt x="0" y="6238"/>
                    <a:pt x="33" y="7005"/>
                  </a:cubicBezTo>
                  <a:cubicBezTo>
                    <a:pt x="67" y="7772"/>
                    <a:pt x="267" y="8540"/>
                    <a:pt x="400" y="9240"/>
                  </a:cubicBezTo>
                  <a:cubicBezTo>
                    <a:pt x="500" y="9607"/>
                    <a:pt x="667" y="10107"/>
                    <a:pt x="767" y="10508"/>
                  </a:cubicBezTo>
                  <a:cubicBezTo>
                    <a:pt x="867" y="10908"/>
                    <a:pt x="967" y="11275"/>
                    <a:pt x="1001" y="11275"/>
                  </a:cubicBezTo>
                  <a:cubicBezTo>
                    <a:pt x="1001" y="11275"/>
                    <a:pt x="1001" y="10875"/>
                    <a:pt x="934" y="10408"/>
                  </a:cubicBezTo>
                  <a:cubicBezTo>
                    <a:pt x="834" y="9907"/>
                    <a:pt x="701" y="9407"/>
                    <a:pt x="634" y="9107"/>
                  </a:cubicBezTo>
                  <a:cubicBezTo>
                    <a:pt x="434" y="8406"/>
                    <a:pt x="200" y="7706"/>
                    <a:pt x="167" y="6938"/>
                  </a:cubicBezTo>
                  <a:cubicBezTo>
                    <a:pt x="134" y="6238"/>
                    <a:pt x="300" y="5504"/>
                    <a:pt x="601" y="4837"/>
                  </a:cubicBezTo>
                  <a:cubicBezTo>
                    <a:pt x="934" y="4170"/>
                    <a:pt x="1368" y="3569"/>
                    <a:pt x="1868" y="3036"/>
                  </a:cubicBezTo>
                  <a:cubicBezTo>
                    <a:pt x="2368" y="2502"/>
                    <a:pt x="2969" y="2001"/>
                    <a:pt x="3503" y="1501"/>
                  </a:cubicBezTo>
                  <a:cubicBezTo>
                    <a:pt x="4136" y="934"/>
                    <a:pt x="5004" y="33"/>
                    <a:pt x="49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29" name="Google Shape;5929;p69"/>
            <p:cNvSpPr/>
            <p:nvPr/>
          </p:nvSpPr>
          <p:spPr>
            <a:xfrm>
              <a:off x="5010465" y="3901052"/>
              <a:ext cx="39825" cy="92409"/>
            </a:xfrm>
            <a:custGeom>
              <a:avLst/>
              <a:gdLst/>
              <a:ahLst/>
              <a:cxnLst/>
              <a:rect l="l" t="t" r="r" b="b"/>
              <a:pathLst>
                <a:path w="2603" h="6040" extrusionOk="0">
                  <a:moveTo>
                    <a:pt x="2565" y="1"/>
                  </a:moveTo>
                  <a:cubicBezTo>
                    <a:pt x="2509" y="1"/>
                    <a:pt x="2031" y="575"/>
                    <a:pt x="1868" y="802"/>
                  </a:cubicBezTo>
                  <a:cubicBezTo>
                    <a:pt x="1502" y="1470"/>
                    <a:pt x="1068" y="2070"/>
                    <a:pt x="734" y="2737"/>
                  </a:cubicBezTo>
                  <a:cubicBezTo>
                    <a:pt x="401" y="3404"/>
                    <a:pt x="167" y="4172"/>
                    <a:pt x="34" y="4905"/>
                  </a:cubicBezTo>
                  <a:cubicBezTo>
                    <a:pt x="0" y="5306"/>
                    <a:pt x="101" y="6040"/>
                    <a:pt x="134" y="6040"/>
                  </a:cubicBezTo>
                  <a:cubicBezTo>
                    <a:pt x="201" y="6040"/>
                    <a:pt x="267" y="5206"/>
                    <a:pt x="301" y="4972"/>
                  </a:cubicBezTo>
                  <a:cubicBezTo>
                    <a:pt x="301" y="4205"/>
                    <a:pt x="534" y="3504"/>
                    <a:pt x="868" y="2837"/>
                  </a:cubicBezTo>
                  <a:cubicBezTo>
                    <a:pt x="1235" y="2170"/>
                    <a:pt x="1635" y="1536"/>
                    <a:pt x="2102" y="969"/>
                  </a:cubicBezTo>
                  <a:cubicBezTo>
                    <a:pt x="2369" y="569"/>
                    <a:pt x="2602" y="35"/>
                    <a:pt x="2569" y="2"/>
                  </a:cubicBezTo>
                  <a:cubicBezTo>
                    <a:pt x="2568" y="1"/>
                    <a:pt x="2567"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30" name="Google Shape;5930;p69"/>
            <p:cNvSpPr/>
            <p:nvPr/>
          </p:nvSpPr>
          <p:spPr>
            <a:xfrm>
              <a:off x="5048744" y="4076629"/>
              <a:ext cx="64824" cy="44414"/>
            </a:xfrm>
            <a:custGeom>
              <a:avLst/>
              <a:gdLst/>
              <a:ahLst/>
              <a:cxnLst/>
              <a:rect l="l" t="t" r="r" b="b"/>
              <a:pathLst>
                <a:path w="4237" h="2903" extrusionOk="0">
                  <a:moveTo>
                    <a:pt x="0" y="1"/>
                  </a:moveTo>
                  <a:cubicBezTo>
                    <a:pt x="0" y="34"/>
                    <a:pt x="67" y="168"/>
                    <a:pt x="200" y="268"/>
                  </a:cubicBezTo>
                  <a:cubicBezTo>
                    <a:pt x="300" y="434"/>
                    <a:pt x="467" y="568"/>
                    <a:pt x="567" y="601"/>
                  </a:cubicBezTo>
                  <a:cubicBezTo>
                    <a:pt x="1101" y="868"/>
                    <a:pt x="1668" y="1068"/>
                    <a:pt x="2135" y="1368"/>
                  </a:cubicBezTo>
                  <a:cubicBezTo>
                    <a:pt x="2635" y="1602"/>
                    <a:pt x="3169" y="1936"/>
                    <a:pt x="3536" y="2369"/>
                  </a:cubicBezTo>
                  <a:cubicBezTo>
                    <a:pt x="3603" y="2436"/>
                    <a:pt x="3770" y="2569"/>
                    <a:pt x="3936" y="2703"/>
                  </a:cubicBezTo>
                  <a:cubicBezTo>
                    <a:pt x="4070" y="2836"/>
                    <a:pt x="4203" y="2903"/>
                    <a:pt x="4203" y="2903"/>
                  </a:cubicBezTo>
                  <a:cubicBezTo>
                    <a:pt x="4237" y="2903"/>
                    <a:pt x="4170" y="2736"/>
                    <a:pt x="4070" y="2569"/>
                  </a:cubicBezTo>
                  <a:cubicBezTo>
                    <a:pt x="3936" y="2403"/>
                    <a:pt x="3803" y="2236"/>
                    <a:pt x="3736" y="2169"/>
                  </a:cubicBezTo>
                  <a:cubicBezTo>
                    <a:pt x="2836" y="1402"/>
                    <a:pt x="1701" y="1035"/>
                    <a:pt x="734" y="368"/>
                  </a:cubicBezTo>
                  <a:cubicBezTo>
                    <a:pt x="601" y="268"/>
                    <a:pt x="401" y="201"/>
                    <a:pt x="267" y="101"/>
                  </a:cubicBezTo>
                  <a:cubicBezTo>
                    <a:pt x="100" y="34"/>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31" name="Google Shape;5931;p69"/>
            <p:cNvSpPr/>
            <p:nvPr/>
          </p:nvSpPr>
          <p:spPr>
            <a:xfrm>
              <a:off x="5413637" y="4467057"/>
              <a:ext cx="152108" cy="121478"/>
            </a:xfrm>
            <a:custGeom>
              <a:avLst/>
              <a:gdLst/>
              <a:ahLst/>
              <a:cxnLst/>
              <a:rect l="l" t="t" r="r" b="b"/>
              <a:pathLst>
                <a:path w="9942" h="7940" extrusionOk="0">
                  <a:moveTo>
                    <a:pt x="1" y="0"/>
                  </a:moveTo>
                  <a:cubicBezTo>
                    <a:pt x="1" y="0"/>
                    <a:pt x="1" y="100"/>
                    <a:pt x="34" y="267"/>
                  </a:cubicBezTo>
                  <a:cubicBezTo>
                    <a:pt x="67" y="367"/>
                    <a:pt x="101" y="434"/>
                    <a:pt x="167" y="567"/>
                  </a:cubicBezTo>
                  <a:cubicBezTo>
                    <a:pt x="234" y="701"/>
                    <a:pt x="267" y="767"/>
                    <a:pt x="368" y="901"/>
                  </a:cubicBezTo>
                  <a:cubicBezTo>
                    <a:pt x="701" y="1368"/>
                    <a:pt x="1101" y="1768"/>
                    <a:pt x="1335" y="2001"/>
                  </a:cubicBezTo>
                  <a:lnTo>
                    <a:pt x="1535" y="2202"/>
                  </a:lnTo>
                  <a:lnTo>
                    <a:pt x="1702" y="2435"/>
                  </a:lnTo>
                  <a:lnTo>
                    <a:pt x="2035" y="2935"/>
                  </a:lnTo>
                  <a:cubicBezTo>
                    <a:pt x="2236" y="3336"/>
                    <a:pt x="2402" y="3703"/>
                    <a:pt x="2602" y="4070"/>
                  </a:cubicBezTo>
                  <a:cubicBezTo>
                    <a:pt x="3003" y="4837"/>
                    <a:pt x="3370" y="5571"/>
                    <a:pt x="3837" y="6338"/>
                  </a:cubicBezTo>
                  <a:cubicBezTo>
                    <a:pt x="4070" y="6705"/>
                    <a:pt x="4337" y="7072"/>
                    <a:pt x="4604" y="7372"/>
                  </a:cubicBezTo>
                  <a:cubicBezTo>
                    <a:pt x="4904" y="7672"/>
                    <a:pt x="5338" y="7939"/>
                    <a:pt x="5771" y="7939"/>
                  </a:cubicBezTo>
                  <a:cubicBezTo>
                    <a:pt x="6238" y="7939"/>
                    <a:pt x="6672" y="7706"/>
                    <a:pt x="7006" y="7439"/>
                  </a:cubicBezTo>
                  <a:cubicBezTo>
                    <a:pt x="7373" y="7172"/>
                    <a:pt x="7673" y="6905"/>
                    <a:pt x="8006" y="6605"/>
                  </a:cubicBezTo>
                  <a:cubicBezTo>
                    <a:pt x="8273" y="6338"/>
                    <a:pt x="8740" y="5904"/>
                    <a:pt x="9174" y="5671"/>
                  </a:cubicBezTo>
                  <a:cubicBezTo>
                    <a:pt x="9574" y="5337"/>
                    <a:pt x="9941" y="5170"/>
                    <a:pt x="9941" y="5104"/>
                  </a:cubicBezTo>
                  <a:cubicBezTo>
                    <a:pt x="9941" y="5101"/>
                    <a:pt x="9938" y="5100"/>
                    <a:pt x="9932" y="5100"/>
                  </a:cubicBezTo>
                  <a:cubicBezTo>
                    <a:pt x="9868" y="5100"/>
                    <a:pt x="9468" y="5263"/>
                    <a:pt x="9040" y="5537"/>
                  </a:cubicBezTo>
                  <a:cubicBezTo>
                    <a:pt x="8540" y="5838"/>
                    <a:pt x="8073" y="6238"/>
                    <a:pt x="7840" y="6438"/>
                  </a:cubicBezTo>
                  <a:cubicBezTo>
                    <a:pt x="7506" y="6738"/>
                    <a:pt x="7206" y="7038"/>
                    <a:pt x="6872" y="7272"/>
                  </a:cubicBezTo>
                  <a:cubicBezTo>
                    <a:pt x="6539" y="7572"/>
                    <a:pt x="6172" y="7772"/>
                    <a:pt x="5771" y="7772"/>
                  </a:cubicBezTo>
                  <a:cubicBezTo>
                    <a:pt x="5733" y="7779"/>
                    <a:pt x="5694" y="7783"/>
                    <a:pt x="5656" y="7783"/>
                  </a:cubicBezTo>
                  <a:cubicBezTo>
                    <a:pt x="5328" y="7783"/>
                    <a:pt x="5006" y="7541"/>
                    <a:pt x="4737" y="7272"/>
                  </a:cubicBezTo>
                  <a:cubicBezTo>
                    <a:pt x="4404" y="7005"/>
                    <a:pt x="4170" y="6672"/>
                    <a:pt x="3937" y="6271"/>
                  </a:cubicBezTo>
                  <a:cubicBezTo>
                    <a:pt x="3503" y="5571"/>
                    <a:pt x="3103" y="4837"/>
                    <a:pt x="2769" y="4036"/>
                  </a:cubicBezTo>
                  <a:cubicBezTo>
                    <a:pt x="2569" y="3603"/>
                    <a:pt x="2402" y="3236"/>
                    <a:pt x="2202" y="2869"/>
                  </a:cubicBezTo>
                  <a:lnTo>
                    <a:pt x="1869" y="2335"/>
                  </a:lnTo>
                  <a:lnTo>
                    <a:pt x="1702" y="2035"/>
                  </a:lnTo>
                  <a:lnTo>
                    <a:pt x="1502" y="1768"/>
                  </a:lnTo>
                  <a:cubicBezTo>
                    <a:pt x="1168" y="1401"/>
                    <a:pt x="701" y="1067"/>
                    <a:pt x="401" y="701"/>
                  </a:cubicBezTo>
                  <a:cubicBezTo>
                    <a:pt x="101" y="334"/>
                    <a:pt x="34"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32" name="Google Shape;5932;p69"/>
            <p:cNvSpPr/>
            <p:nvPr/>
          </p:nvSpPr>
          <p:spPr>
            <a:xfrm>
              <a:off x="5580019" y="4440007"/>
              <a:ext cx="135768" cy="91399"/>
            </a:xfrm>
            <a:custGeom>
              <a:avLst/>
              <a:gdLst/>
              <a:ahLst/>
              <a:cxnLst/>
              <a:rect l="l" t="t" r="r" b="b"/>
              <a:pathLst>
                <a:path w="8874" h="5974" extrusionOk="0">
                  <a:moveTo>
                    <a:pt x="0" y="5971"/>
                  </a:moveTo>
                  <a:cubicBezTo>
                    <a:pt x="0" y="5971"/>
                    <a:pt x="1" y="5972"/>
                    <a:pt x="1" y="5972"/>
                  </a:cubicBezTo>
                  <a:lnTo>
                    <a:pt x="1" y="5972"/>
                  </a:lnTo>
                  <a:cubicBezTo>
                    <a:pt x="1" y="5971"/>
                    <a:pt x="0" y="5971"/>
                    <a:pt x="0" y="5971"/>
                  </a:cubicBezTo>
                  <a:close/>
                  <a:moveTo>
                    <a:pt x="4203" y="0"/>
                  </a:moveTo>
                  <a:cubicBezTo>
                    <a:pt x="3970" y="0"/>
                    <a:pt x="3736" y="33"/>
                    <a:pt x="3536" y="100"/>
                  </a:cubicBezTo>
                  <a:cubicBezTo>
                    <a:pt x="3336" y="134"/>
                    <a:pt x="3136" y="300"/>
                    <a:pt x="2969" y="434"/>
                  </a:cubicBezTo>
                  <a:cubicBezTo>
                    <a:pt x="2635" y="701"/>
                    <a:pt x="2368" y="1034"/>
                    <a:pt x="2135" y="1434"/>
                  </a:cubicBezTo>
                  <a:cubicBezTo>
                    <a:pt x="1668" y="2168"/>
                    <a:pt x="1234" y="2936"/>
                    <a:pt x="867" y="3703"/>
                  </a:cubicBezTo>
                  <a:cubicBezTo>
                    <a:pt x="472" y="4626"/>
                    <a:pt x="44" y="5972"/>
                    <a:pt x="1" y="5972"/>
                  </a:cubicBezTo>
                  <a:cubicBezTo>
                    <a:pt x="1" y="5972"/>
                    <a:pt x="1" y="5972"/>
                    <a:pt x="1" y="5972"/>
                  </a:cubicBezTo>
                  <a:lnTo>
                    <a:pt x="1" y="5972"/>
                  </a:lnTo>
                  <a:cubicBezTo>
                    <a:pt x="4" y="5973"/>
                    <a:pt x="6" y="5973"/>
                    <a:pt x="9" y="5973"/>
                  </a:cubicBezTo>
                  <a:cubicBezTo>
                    <a:pt x="85" y="5973"/>
                    <a:pt x="309" y="5586"/>
                    <a:pt x="534" y="5137"/>
                  </a:cubicBezTo>
                  <a:cubicBezTo>
                    <a:pt x="801" y="4670"/>
                    <a:pt x="1034" y="4136"/>
                    <a:pt x="1168" y="3836"/>
                  </a:cubicBezTo>
                  <a:cubicBezTo>
                    <a:pt x="1501" y="3036"/>
                    <a:pt x="1868" y="2302"/>
                    <a:pt x="2335" y="1535"/>
                  </a:cubicBezTo>
                  <a:cubicBezTo>
                    <a:pt x="2569" y="1168"/>
                    <a:pt x="2835" y="834"/>
                    <a:pt x="3136" y="534"/>
                  </a:cubicBezTo>
                  <a:cubicBezTo>
                    <a:pt x="3302" y="434"/>
                    <a:pt x="3469" y="300"/>
                    <a:pt x="3669" y="267"/>
                  </a:cubicBezTo>
                  <a:cubicBezTo>
                    <a:pt x="3869" y="200"/>
                    <a:pt x="4070" y="167"/>
                    <a:pt x="4303" y="167"/>
                  </a:cubicBezTo>
                  <a:cubicBezTo>
                    <a:pt x="4503" y="167"/>
                    <a:pt x="4703" y="167"/>
                    <a:pt x="4904" y="267"/>
                  </a:cubicBezTo>
                  <a:cubicBezTo>
                    <a:pt x="5137" y="267"/>
                    <a:pt x="5304" y="367"/>
                    <a:pt x="5504" y="467"/>
                  </a:cubicBezTo>
                  <a:cubicBezTo>
                    <a:pt x="5871" y="667"/>
                    <a:pt x="6204" y="934"/>
                    <a:pt x="6505" y="1268"/>
                  </a:cubicBezTo>
                  <a:cubicBezTo>
                    <a:pt x="7072" y="1868"/>
                    <a:pt x="7505" y="2635"/>
                    <a:pt x="7872" y="3436"/>
                  </a:cubicBezTo>
                  <a:cubicBezTo>
                    <a:pt x="8039" y="3803"/>
                    <a:pt x="8339" y="4337"/>
                    <a:pt x="8406" y="4837"/>
                  </a:cubicBezTo>
                  <a:cubicBezTo>
                    <a:pt x="8640" y="5337"/>
                    <a:pt x="8840" y="5704"/>
                    <a:pt x="8840" y="5704"/>
                  </a:cubicBezTo>
                  <a:cubicBezTo>
                    <a:pt x="8873" y="5704"/>
                    <a:pt x="8740" y="5271"/>
                    <a:pt x="8573" y="4703"/>
                  </a:cubicBezTo>
                  <a:cubicBezTo>
                    <a:pt x="8406" y="4170"/>
                    <a:pt x="8173" y="3603"/>
                    <a:pt x="8039" y="3302"/>
                  </a:cubicBezTo>
                  <a:cubicBezTo>
                    <a:pt x="7639" y="2502"/>
                    <a:pt x="7172" y="1768"/>
                    <a:pt x="6538" y="1134"/>
                  </a:cubicBezTo>
                  <a:cubicBezTo>
                    <a:pt x="6238" y="834"/>
                    <a:pt x="5871" y="534"/>
                    <a:pt x="5504" y="334"/>
                  </a:cubicBezTo>
                  <a:cubicBezTo>
                    <a:pt x="5304" y="200"/>
                    <a:pt x="5070" y="134"/>
                    <a:pt x="4870" y="100"/>
                  </a:cubicBezTo>
                  <a:cubicBezTo>
                    <a:pt x="4670" y="0"/>
                    <a:pt x="4403" y="0"/>
                    <a:pt x="4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33" name="Google Shape;5933;p69"/>
            <p:cNvSpPr/>
            <p:nvPr/>
          </p:nvSpPr>
          <p:spPr>
            <a:xfrm>
              <a:off x="5720362" y="4552275"/>
              <a:ext cx="24005" cy="107188"/>
            </a:xfrm>
            <a:custGeom>
              <a:avLst/>
              <a:gdLst/>
              <a:ahLst/>
              <a:cxnLst/>
              <a:rect l="l" t="t" r="r" b="b"/>
              <a:pathLst>
                <a:path w="1569" h="7006" extrusionOk="0">
                  <a:moveTo>
                    <a:pt x="34" y="1"/>
                  </a:moveTo>
                  <a:cubicBezTo>
                    <a:pt x="0" y="1"/>
                    <a:pt x="34" y="835"/>
                    <a:pt x="67" y="1135"/>
                  </a:cubicBezTo>
                  <a:lnTo>
                    <a:pt x="200" y="1702"/>
                  </a:lnTo>
                  <a:lnTo>
                    <a:pt x="334" y="2302"/>
                  </a:lnTo>
                  <a:cubicBezTo>
                    <a:pt x="401" y="2703"/>
                    <a:pt x="501" y="3103"/>
                    <a:pt x="567" y="3503"/>
                  </a:cubicBezTo>
                  <a:lnTo>
                    <a:pt x="1068" y="5872"/>
                  </a:lnTo>
                  <a:cubicBezTo>
                    <a:pt x="1168" y="6272"/>
                    <a:pt x="1468" y="7006"/>
                    <a:pt x="1535" y="7006"/>
                  </a:cubicBezTo>
                  <a:cubicBezTo>
                    <a:pt x="1568" y="6972"/>
                    <a:pt x="1501" y="6105"/>
                    <a:pt x="1401" y="5805"/>
                  </a:cubicBezTo>
                  <a:cubicBezTo>
                    <a:pt x="1168" y="5038"/>
                    <a:pt x="1001" y="4270"/>
                    <a:pt x="801" y="3470"/>
                  </a:cubicBezTo>
                  <a:cubicBezTo>
                    <a:pt x="701" y="3036"/>
                    <a:pt x="601" y="2669"/>
                    <a:pt x="534" y="2269"/>
                  </a:cubicBezTo>
                  <a:lnTo>
                    <a:pt x="467" y="1669"/>
                  </a:lnTo>
                  <a:lnTo>
                    <a:pt x="367" y="1102"/>
                  </a:lnTo>
                  <a:cubicBezTo>
                    <a:pt x="300" y="635"/>
                    <a:pt x="67" y="1"/>
                    <a:pt x="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34" name="Google Shape;5934;p69"/>
            <p:cNvSpPr/>
            <p:nvPr/>
          </p:nvSpPr>
          <p:spPr>
            <a:xfrm>
              <a:off x="5635633" y="4468495"/>
              <a:ext cx="73009" cy="115955"/>
            </a:xfrm>
            <a:custGeom>
              <a:avLst/>
              <a:gdLst/>
              <a:ahLst/>
              <a:cxnLst/>
              <a:rect l="l" t="t" r="r" b="b"/>
              <a:pathLst>
                <a:path w="4772" h="7579" extrusionOk="0">
                  <a:moveTo>
                    <a:pt x="661" y="1"/>
                  </a:moveTo>
                  <a:cubicBezTo>
                    <a:pt x="619" y="1"/>
                    <a:pt x="576" y="3"/>
                    <a:pt x="535" y="6"/>
                  </a:cubicBezTo>
                  <a:cubicBezTo>
                    <a:pt x="368" y="73"/>
                    <a:pt x="201" y="106"/>
                    <a:pt x="101" y="173"/>
                  </a:cubicBezTo>
                  <a:lnTo>
                    <a:pt x="1" y="306"/>
                  </a:lnTo>
                  <a:cubicBezTo>
                    <a:pt x="6" y="311"/>
                    <a:pt x="15" y="313"/>
                    <a:pt x="27" y="313"/>
                  </a:cubicBezTo>
                  <a:cubicBezTo>
                    <a:pt x="103" y="313"/>
                    <a:pt x="315" y="240"/>
                    <a:pt x="601" y="240"/>
                  </a:cubicBezTo>
                  <a:cubicBezTo>
                    <a:pt x="935" y="240"/>
                    <a:pt x="1269" y="406"/>
                    <a:pt x="1402" y="506"/>
                  </a:cubicBezTo>
                  <a:cubicBezTo>
                    <a:pt x="1836" y="773"/>
                    <a:pt x="2169" y="1240"/>
                    <a:pt x="2403" y="1674"/>
                  </a:cubicBezTo>
                  <a:cubicBezTo>
                    <a:pt x="2670" y="2141"/>
                    <a:pt x="2870" y="2641"/>
                    <a:pt x="3070" y="3142"/>
                  </a:cubicBezTo>
                  <a:cubicBezTo>
                    <a:pt x="3437" y="4142"/>
                    <a:pt x="3737" y="5177"/>
                    <a:pt x="4037" y="6244"/>
                  </a:cubicBezTo>
                  <a:cubicBezTo>
                    <a:pt x="4104" y="6511"/>
                    <a:pt x="4271" y="6911"/>
                    <a:pt x="4404" y="7145"/>
                  </a:cubicBezTo>
                  <a:cubicBezTo>
                    <a:pt x="4571" y="7411"/>
                    <a:pt x="4738" y="7578"/>
                    <a:pt x="4738" y="7578"/>
                  </a:cubicBezTo>
                  <a:cubicBezTo>
                    <a:pt x="4771" y="7512"/>
                    <a:pt x="4671" y="7278"/>
                    <a:pt x="4571" y="6978"/>
                  </a:cubicBezTo>
                  <a:cubicBezTo>
                    <a:pt x="4504" y="6678"/>
                    <a:pt x="4371" y="6311"/>
                    <a:pt x="4337" y="6144"/>
                  </a:cubicBezTo>
                  <a:cubicBezTo>
                    <a:pt x="3937" y="5143"/>
                    <a:pt x="3604" y="4109"/>
                    <a:pt x="3237" y="3108"/>
                  </a:cubicBezTo>
                  <a:cubicBezTo>
                    <a:pt x="3036" y="2608"/>
                    <a:pt x="2836" y="2108"/>
                    <a:pt x="2569" y="1607"/>
                  </a:cubicBezTo>
                  <a:cubicBezTo>
                    <a:pt x="2336" y="1107"/>
                    <a:pt x="2036" y="640"/>
                    <a:pt x="1569" y="273"/>
                  </a:cubicBezTo>
                  <a:cubicBezTo>
                    <a:pt x="1390" y="124"/>
                    <a:pt x="1023"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35" name="Google Shape;5935;p69"/>
            <p:cNvSpPr/>
            <p:nvPr/>
          </p:nvSpPr>
          <p:spPr>
            <a:xfrm>
              <a:off x="5539690" y="4485294"/>
              <a:ext cx="79634" cy="93052"/>
            </a:xfrm>
            <a:custGeom>
              <a:avLst/>
              <a:gdLst/>
              <a:ahLst/>
              <a:cxnLst/>
              <a:rect l="l" t="t" r="r" b="b"/>
              <a:pathLst>
                <a:path w="5205" h="6082" extrusionOk="0">
                  <a:moveTo>
                    <a:pt x="5159" y="1"/>
                  </a:moveTo>
                  <a:cubicBezTo>
                    <a:pt x="5130" y="1"/>
                    <a:pt x="5088" y="9"/>
                    <a:pt x="5038" y="42"/>
                  </a:cubicBezTo>
                  <a:cubicBezTo>
                    <a:pt x="4971" y="76"/>
                    <a:pt x="4871" y="209"/>
                    <a:pt x="4804" y="342"/>
                  </a:cubicBezTo>
                  <a:cubicBezTo>
                    <a:pt x="4637" y="576"/>
                    <a:pt x="4471" y="876"/>
                    <a:pt x="4404" y="1043"/>
                  </a:cubicBezTo>
                  <a:cubicBezTo>
                    <a:pt x="4304" y="1510"/>
                    <a:pt x="4170" y="1977"/>
                    <a:pt x="4004" y="2377"/>
                  </a:cubicBezTo>
                  <a:cubicBezTo>
                    <a:pt x="3970" y="2644"/>
                    <a:pt x="3837" y="2811"/>
                    <a:pt x="3703" y="3011"/>
                  </a:cubicBezTo>
                  <a:lnTo>
                    <a:pt x="3537" y="3311"/>
                  </a:lnTo>
                  <a:cubicBezTo>
                    <a:pt x="3503" y="3411"/>
                    <a:pt x="3437" y="3511"/>
                    <a:pt x="3337" y="3578"/>
                  </a:cubicBezTo>
                  <a:cubicBezTo>
                    <a:pt x="2769" y="4312"/>
                    <a:pt x="1969" y="4846"/>
                    <a:pt x="1168" y="5313"/>
                  </a:cubicBezTo>
                  <a:cubicBezTo>
                    <a:pt x="801" y="5546"/>
                    <a:pt x="34" y="6080"/>
                    <a:pt x="1" y="6080"/>
                  </a:cubicBezTo>
                  <a:cubicBezTo>
                    <a:pt x="1" y="6081"/>
                    <a:pt x="2" y="6082"/>
                    <a:pt x="5" y="6082"/>
                  </a:cubicBezTo>
                  <a:cubicBezTo>
                    <a:pt x="71" y="6082"/>
                    <a:pt x="979" y="5674"/>
                    <a:pt x="1268" y="5513"/>
                  </a:cubicBezTo>
                  <a:cubicBezTo>
                    <a:pt x="2036" y="5013"/>
                    <a:pt x="2803" y="4412"/>
                    <a:pt x="3437" y="3678"/>
                  </a:cubicBezTo>
                  <a:cubicBezTo>
                    <a:pt x="3470" y="3545"/>
                    <a:pt x="3537" y="3478"/>
                    <a:pt x="3637" y="3378"/>
                  </a:cubicBezTo>
                  <a:lnTo>
                    <a:pt x="3837" y="3078"/>
                  </a:lnTo>
                  <a:cubicBezTo>
                    <a:pt x="3970" y="2878"/>
                    <a:pt x="4104" y="2678"/>
                    <a:pt x="4170" y="2477"/>
                  </a:cubicBezTo>
                  <a:cubicBezTo>
                    <a:pt x="4337" y="2010"/>
                    <a:pt x="4504" y="1543"/>
                    <a:pt x="4671" y="1143"/>
                  </a:cubicBezTo>
                  <a:cubicBezTo>
                    <a:pt x="4771" y="876"/>
                    <a:pt x="4871" y="576"/>
                    <a:pt x="4971" y="342"/>
                  </a:cubicBezTo>
                  <a:cubicBezTo>
                    <a:pt x="5038" y="242"/>
                    <a:pt x="5071" y="142"/>
                    <a:pt x="5138" y="76"/>
                  </a:cubicBezTo>
                  <a:lnTo>
                    <a:pt x="5205" y="9"/>
                  </a:lnTo>
                  <a:cubicBezTo>
                    <a:pt x="5205" y="9"/>
                    <a:pt x="5188" y="1"/>
                    <a:pt x="51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36" name="Google Shape;5936;p69"/>
            <p:cNvSpPr/>
            <p:nvPr/>
          </p:nvSpPr>
          <p:spPr>
            <a:xfrm>
              <a:off x="5462121" y="4573174"/>
              <a:ext cx="62789" cy="24984"/>
            </a:xfrm>
            <a:custGeom>
              <a:avLst/>
              <a:gdLst/>
              <a:ahLst/>
              <a:cxnLst/>
              <a:rect l="l" t="t" r="r" b="b"/>
              <a:pathLst>
                <a:path w="4104" h="1633" extrusionOk="0">
                  <a:moveTo>
                    <a:pt x="39" y="1"/>
                  </a:moveTo>
                  <a:cubicBezTo>
                    <a:pt x="37" y="1"/>
                    <a:pt x="35" y="1"/>
                    <a:pt x="34" y="2"/>
                  </a:cubicBezTo>
                  <a:cubicBezTo>
                    <a:pt x="1" y="69"/>
                    <a:pt x="234" y="603"/>
                    <a:pt x="367" y="770"/>
                  </a:cubicBezTo>
                  <a:cubicBezTo>
                    <a:pt x="734" y="1137"/>
                    <a:pt x="1235" y="1503"/>
                    <a:pt x="1768" y="1604"/>
                  </a:cubicBezTo>
                  <a:cubicBezTo>
                    <a:pt x="1944" y="1624"/>
                    <a:pt x="2117" y="1632"/>
                    <a:pt x="2287" y="1632"/>
                  </a:cubicBezTo>
                  <a:cubicBezTo>
                    <a:pt x="2667" y="1632"/>
                    <a:pt x="3035" y="1593"/>
                    <a:pt x="3403" y="1570"/>
                  </a:cubicBezTo>
                  <a:cubicBezTo>
                    <a:pt x="3703" y="1503"/>
                    <a:pt x="4103" y="1337"/>
                    <a:pt x="4103" y="1303"/>
                  </a:cubicBezTo>
                  <a:cubicBezTo>
                    <a:pt x="4103" y="1280"/>
                    <a:pt x="3837" y="1256"/>
                    <a:pt x="3610" y="1256"/>
                  </a:cubicBezTo>
                  <a:cubicBezTo>
                    <a:pt x="3515" y="1256"/>
                    <a:pt x="3428" y="1260"/>
                    <a:pt x="3370" y="1270"/>
                  </a:cubicBezTo>
                  <a:cubicBezTo>
                    <a:pt x="2979" y="1374"/>
                    <a:pt x="2568" y="1458"/>
                    <a:pt x="2168" y="1458"/>
                  </a:cubicBezTo>
                  <a:cubicBezTo>
                    <a:pt x="2056" y="1458"/>
                    <a:pt x="1945" y="1451"/>
                    <a:pt x="1835" y="1437"/>
                  </a:cubicBezTo>
                  <a:cubicBezTo>
                    <a:pt x="1335" y="1337"/>
                    <a:pt x="901" y="970"/>
                    <a:pt x="601" y="569"/>
                  </a:cubicBezTo>
                  <a:cubicBezTo>
                    <a:pt x="440" y="409"/>
                    <a:pt x="94"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37" name="Google Shape;5937;p69"/>
            <p:cNvSpPr/>
            <p:nvPr/>
          </p:nvSpPr>
          <p:spPr>
            <a:xfrm>
              <a:off x="5348829" y="4426222"/>
              <a:ext cx="103103" cy="130658"/>
            </a:xfrm>
            <a:custGeom>
              <a:avLst/>
              <a:gdLst/>
              <a:ahLst/>
              <a:cxnLst/>
              <a:rect l="l" t="t" r="r" b="b"/>
              <a:pathLst>
                <a:path w="6739" h="8540" extrusionOk="0">
                  <a:moveTo>
                    <a:pt x="67" y="0"/>
                  </a:moveTo>
                  <a:cubicBezTo>
                    <a:pt x="0" y="0"/>
                    <a:pt x="234" y="267"/>
                    <a:pt x="467" y="568"/>
                  </a:cubicBezTo>
                  <a:cubicBezTo>
                    <a:pt x="601" y="734"/>
                    <a:pt x="734" y="901"/>
                    <a:pt x="834" y="1035"/>
                  </a:cubicBezTo>
                  <a:cubicBezTo>
                    <a:pt x="968" y="1201"/>
                    <a:pt x="1068" y="1335"/>
                    <a:pt x="1134" y="1401"/>
                  </a:cubicBezTo>
                  <a:cubicBezTo>
                    <a:pt x="2769" y="3203"/>
                    <a:pt x="4003" y="5371"/>
                    <a:pt x="5471" y="7339"/>
                  </a:cubicBezTo>
                  <a:cubicBezTo>
                    <a:pt x="5671" y="7606"/>
                    <a:pt x="6005" y="7906"/>
                    <a:pt x="6271" y="8173"/>
                  </a:cubicBezTo>
                  <a:cubicBezTo>
                    <a:pt x="6505" y="8407"/>
                    <a:pt x="6738" y="8540"/>
                    <a:pt x="6738" y="8540"/>
                  </a:cubicBezTo>
                  <a:cubicBezTo>
                    <a:pt x="6738" y="8507"/>
                    <a:pt x="6505" y="8240"/>
                    <a:pt x="6305" y="7940"/>
                  </a:cubicBezTo>
                  <a:cubicBezTo>
                    <a:pt x="6238" y="7773"/>
                    <a:pt x="6105" y="7606"/>
                    <a:pt x="5971" y="7473"/>
                  </a:cubicBezTo>
                  <a:cubicBezTo>
                    <a:pt x="5904" y="7339"/>
                    <a:pt x="5804" y="7206"/>
                    <a:pt x="5738" y="7106"/>
                  </a:cubicBezTo>
                  <a:cubicBezTo>
                    <a:pt x="4103" y="5271"/>
                    <a:pt x="2902" y="3103"/>
                    <a:pt x="1335" y="1201"/>
                  </a:cubicBezTo>
                  <a:cubicBezTo>
                    <a:pt x="1268" y="1101"/>
                    <a:pt x="1134" y="934"/>
                    <a:pt x="1068" y="834"/>
                  </a:cubicBezTo>
                  <a:cubicBezTo>
                    <a:pt x="901" y="668"/>
                    <a:pt x="734" y="534"/>
                    <a:pt x="601" y="401"/>
                  </a:cubicBezTo>
                  <a:cubicBezTo>
                    <a:pt x="300" y="167"/>
                    <a:pt x="67"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938" name="Google Shape;5938;p69"/>
          <p:cNvGrpSpPr/>
          <p:nvPr/>
        </p:nvGrpSpPr>
        <p:grpSpPr>
          <a:xfrm>
            <a:off x="3677436" y="3367253"/>
            <a:ext cx="865049" cy="1396323"/>
            <a:chOff x="3378522" y="3431403"/>
            <a:chExt cx="911441" cy="1471208"/>
          </a:xfrm>
        </p:grpSpPr>
        <p:sp>
          <p:nvSpPr>
            <p:cNvPr id="5939" name="Google Shape;5939;p69"/>
            <p:cNvSpPr/>
            <p:nvPr/>
          </p:nvSpPr>
          <p:spPr>
            <a:xfrm>
              <a:off x="3620499" y="4477801"/>
              <a:ext cx="33884" cy="8624"/>
            </a:xfrm>
            <a:custGeom>
              <a:avLst/>
              <a:gdLst/>
              <a:ahLst/>
              <a:cxnLst/>
              <a:rect l="l" t="t" r="r" b="b"/>
              <a:pathLst>
                <a:path w="2102" h="535" extrusionOk="0">
                  <a:moveTo>
                    <a:pt x="1735" y="0"/>
                  </a:moveTo>
                  <a:cubicBezTo>
                    <a:pt x="1301" y="167"/>
                    <a:pt x="801" y="234"/>
                    <a:pt x="334" y="234"/>
                  </a:cubicBezTo>
                  <a:cubicBezTo>
                    <a:pt x="234" y="301"/>
                    <a:pt x="0" y="467"/>
                    <a:pt x="67" y="501"/>
                  </a:cubicBezTo>
                  <a:cubicBezTo>
                    <a:pt x="67" y="501"/>
                    <a:pt x="301" y="534"/>
                    <a:pt x="401" y="534"/>
                  </a:cubicBezTo>
                  <a:cubicBezTo>
                    <a:pt x="801" y="367"/>
                    <a:pt x="1301" y="301"/>
                    <a:pt x="1768" y="301"/>
                  </a:cubicBezTo>
                  <a:cubicBezTo>
                    <a:pt x="1835" y="301"/>
                    <a:pt x="2102" y="167"/>
                    <a:pt x="2102" y="67"/>
                  </a:cubicBezTo>
                  <a:cubicBezTo>
                    <a:pt x="2068" y="34"/>
                    <a:pt x="1802" y="0"/>
                    <a:pt x="17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40" name="Google Shape;5940;p69"/>
            <p:cNvSpPr/>
            <p:nvPr/>
          </p:nvSpPr>
          <p:spPr>
            <a:xfrm>
              <a:off x="3437134" y="4858765"/>
              <a:ext cx="26372" cy="12122"/>
            </a:xfrm>
            <a:custGeom>
              <a:avLst/>
              <a:gdLst/>
              <a:ahLst/>
              <a:cxnLst/>
              <a:rect l="l" t="t" r="r" b="b"/>
              <a:pathLst>
                <a:path w="1636" h="752" extrusionOk="0">
                  <a:moveTo>
                    <a:pt x="1522" y="1"/>
                  </a:moveTo>
                  <a:cubicBezTo>
                    <a:pt x="1460" y="1"/>
                    <a:pt x="1385" y="18"/>
                    <a:pt x="1335" y="51"/>
                  </a:cubicBezTo>
                  <a:cubicBezTo>
                    <a:pt x="1035" y="351"/>
                    <a:pt x="668" y="518"/>
                    <a:pt x="301" y="518"/>
                  </a:cubicBezTo>
                  <a:cubicBezTo>
                    <a:pt x="201" y="518"/>
                    <a:pt x="34" y="618"/>
                    <a:pt x="1" y="685"/>
                  </a:cubicBezTo>
                  <a:cubicBezTo>
                    <a:pt x="1" y="718"/>
                    <a:pt x="234" y="752"/>
                    <a:pt x="334" y="752"/>
                  </a:cubicBezTo>
                  <a:cubicBezTo>
                    <a:pt x="768" y="585"/>
                    <a:pt x="1068" y="385"/>
                    <a:pt x="1468" y="285"/>
                  </a:cubicBezTo>
                  <a:cubicBezTo>
                    <a:pt x="1535" y="251"/>
                    <a:pt x="1635" y="84"/>
                    <a:pt x="1635" y="51"/>
                  </a:cubicBezTo>
                  <a:cubicBezTo>
                    <a:pt x="1635" y="18"/>
                    <a:pt x="1585" y="1"/>
                    <a:pt x="15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41" name="Google Shape;5941;p69"/>
            <p:cNvSpPr/>
            <p:nvPr/>
          </p:nvSpPr>
          <p:spPr>
            <a:xfrm>
              <a:off x="3434442" y="4845788"/>
              <a:ext cx="23680" cy="14024"/>
            </a:xfrm>
            <a:custGeom>
              <a:avLst/>
              <a:gdLst/>
              <a:ahLst/>
              <a:cxnLst/>
              <a:rect l="l" t="t" r="r" b="b"/>
              <a:pathLst>
                <a:path w="1469" h="870" extrusionOk="0">
                  <a:moveTo>
                    <a:pt x="1294" y="0"/>
                  </a:moveTo>
                  <a:cubicBezTo>
                    <a:pt x="1236" y="0"/>
                    <a:pt x="1182" y="8"/>
                    <a:pt x="1168" y="22"/>
                  </a:cubicBezTo>
                  <a:cubicBezTo>
                    <a:pt x="868" y="322"/>
                    <a:pt x="601" y="522"/>
                    <a:pt x="201" y="589"/>
                  </a:cubicBezTo>
                  <a:cubicBezTo>
                    <a:pt x="134" y="656"/>
                    <a:pt x="1" y="756"/>
                    <a:pt x="1" y="823"/>
                  </a:cubicBezTo>
                  <a:cubicBezTo>
                    <a:pt x="1" y="846"/>
                    <a:pt x="117" y="870"/>
                    <a:pt x="221" y="870"/>
                  </a:cubicBezTo>
                  <a:cubicBezTo>
                    <a:pt x="264" y="870"/>
                    <a:pt x="305" y="866"/>
                    <a:pt x="334" y="856"/>
                  </a:cubicBezTo>
                  <a:cubicBezTo>
                    <a:pt x="635" y="589"/>
                    <a:pt x="901" y="356"/>
                    <a:pt x="1302" y="256"/>
                  </a:cubicBezTo>
                  <a:cubicBezTo>
                    <a:pt x="1368" y="222"/>
                    <a:pt x="1468" y="89"/>
                    <a:pt x="1468" y="55"/>
                  </a:cubicBezTo>
                  <a:cubicBezTo>
                    <a:pt x="1468" y="16"/>
                    <a:pt x="137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42" name="Google Shape;5942;p69"/>
            <p:cNvSpPr/>
            <p:nvPr/>
          </p:nvSpPr>
          <p:spPr>
            <a:xfrm>
              <a:off x="3974317" y="4566525"/>
              <a:ext cx="153269" cy="336086"/>
            </a:xfrm>
            <a:custGeom>
              <a:avLst/>
              <a:gdLst/>
              <a:ahLst/>
              <a:cxnLst/>
              <a:rect l="l" t="t" r="r" b="b"/>
              <a:pathLst>
                <a:path w="9508" h="20849" extrusionOk="0">
                  <a:moveTo>
                    <a:pt x="9474" y="0"/>
                  </a:moveTo>
                  <a:cubicBezTo>
                    <a:pt x="9407" y="0"/>
                    <a:pt x="9307" y="134"/>
                    <a:pt x="9073" y="334"/>
                  </a:cubicBezTo>
                  <a:cubicBezTo>
                    <a:pt x="9007" y="467"/>
                    <a:pt x="8873" y="534"/>
                    <a:pt x="8707" y="667"/>
                  </a:cubicBezTo>
                  <a:cubicBezTo>
                    <a:pt x="8540" y="801"/>
                    <a:pt x="8373" y="868"/>
                    <a:pt x="8206" y="1001"/>
                  </a:cubicBezTo>
                  <a:cubicBezTo>
                    <a:pt x="7506" y="1401"/>
                    <a:pt x="6572" y="1802"/>
                    <a:pt x="6138" y="2135"/>
                  </a:cubicBezTo>
                  <a:cubicBezTo>
                    <a:pt x="5571" y="2535"/>
                    <a:pt x="5004" y="3136"/>
                    <a:pt x="4804" y="3870"/>
                  </a:cubicBezTo>
                  <a:cubicBezTo>
                    <a:pt x="4737" y="4037"/>
                    <a:pt x="4704" y="4203"/>
                    <a:pt x="4704" y="4403"/>
                  </a:cubicBezTo>
                  <a:lnTo>
                    <a:pt x="4670" y="4704"/>
                  </a:lnTo>
                  <a:lnTo>
                    <a:pt x="4670" y="4971"/>
                  </a:lnTo>
                  <a:lnTo>
                    <a:pt x="4670" y="5971"/>
                  </a:lnTo>
                  <a:cubicBezTo>
                    <a:pt x="4670" y="6638"/>
                    <a:pt x="4637" y="7339"/>
                    <a:pt x="4637" y="8006"/>
                  </a:cubicBezTo>
                  <a:cubicBezTo>
                    <a:pt x="4637" y="8373"/>
                    <a:pt x="4670" y="8707"/>
                    <a:pt x="4670" y="9040"/>
                  </a:cubicBezTo>
                  <a:cubicBezTo>
                    <a:pt x="4670" y="9374"/>
                    <a:pt x="4670" y="9707"/>
                    <a:pt x="4570" y="10008"/>
                  </a:cubicBezTo>
                  <a:cubicBezTo>
                    <a:pt x="4504" y="10341"/>
                    <a:pt x="4370" y="10641"/>
                    <a:pt x="4203" y="10908"/>
                  </a:cubicBezTo>
                  <a:lnTo>
                    <a:pt x="3736" y="11842"/>
                  </a:lnTo>
                  <a:cubicBezTo>
                    <a:pt x="3403" y="12409"/>
                    <a:pt x="3069" y="13010"/>
                    <a:pt x="2702" y="13577"/>
                  </a:cubicBezTo>
                  <a:cubicBezTo>
                    <a:pt x="2002" y="14744"/>
                    <a:pt x="1235" y="15978"/>
                    <a:pt x="901" y="17346"/>
                  </a:cubicBezTo>
                  <a:cubicBezTo>
                    <a:pt x="834" y="17746"/>
                    <a:pt x="801" y="18213"/>
                    <a:pt x="801" y="18647"/>
                  </a:cubicBezTo>
                  <a:cubicBezTo>
                    <a:pt x="801" y="19047"/>
                    <a:pt x="734" y="19414"/>
                    <a:pt x="634" y="19748"/>
                  </a:cubicBezTo>
                  <a:cubicBezTo>
                    <a:pt x="534" y="19915"/>
                    <a:pt x="467" y="20081"/>
                    <a:pt x="401" y="20215"/>
                  </a:cubicBezTo>
                  <a:cubicBezTo>
                    <a:pt x="334" y="20382"/>
                    <a:pt x="301" y="20482"/>
                    <a:pt x="200" y="20548"/>
                  </a:cubicBezTo>
                  <a:cubicBezTo>
                    <a:pt x="167" y="20582"/>
                    <a:pt x="100" y="20648"/>
                    <a:pt x="67" y="20648"/>
                  </a:cubicBezTo>
                  <a:cubicBezTo>
                    <a:pt x="34" y="20648"/>
                    <a:pt x="34" y="20648"/>
                    <a:pt x="0" y="20682"/>
                  </a:cubicBezTo>
                  <a:lnTo>
                    <a:pt x="0" y="20749"/>
                  </a:lnTo>
                  <a:cubicBezTo>
                    <a:pt x="34" y="20849"/>
                    <a:pt x="67" y="20849"/>
                    <a:pt x="67" y="20849"/>
                  </a:cubicBezTo>
                  <a:cubicBezTo>
                    <a:pt x="91" y="20849"/>
                    <a:pt x="97" y="20832"/>
                    <a:pt x="100" y="20799"/>
                  </a:cubicBezTo>
                  <a:lnTo>
                    <a:pt x="100" y="20799"/>
                  </a:lnTo>
                  <a:cubicBezTo>
                    <a:pt x="109" y="20806"/>
                    <a:pt x="125" y="20809"/>
                    <a:pt x="145" y="20809"/>
                  </a:cubicBezTo>
                  <a:cubicBezTo>
                    <a:pt x="212" y="20809"/>
                    <a:pt x="323" y="20773"/>
                    <a:pt x="401" y="20715"/>
                  </a:cubicBezTo>
                  <a:cubicBezTo>
                    <a:pt x="501" y="20682"/>
                    <a:pt x="567" y="20648"/>
                    <a:pt x="601" y="20548"/>
                  </a:cubicBezTo>
                  <a:cubicBezTo>
                    <a:pt x="667" y="20515"/>
                    <a:pt x="734" y="20415"/>
                    <a:pt x="768" y="20348"/>
                  </a:cubicBezTo>
                  <a:cubicBezTo>
                    <a:pt x="901" y="20181"/>
                    <a:pt x="1001" y="20015"/>
                    <a:pt x="1134" y="19815"/>
                  </a:cubicBezTo>
                  <a:cubicBezTo>
                    <a:pt x="1335" y="19381"/>
                    <a:pt x="1401" y="18881"/>
                    <a:pt x="1468" y="18514"/>
                  </a:cubicBezTo>
                  <a:cubicBezTo>
                    <a:pt x="1501" y="18080"/>
                    <a:pt x="1568" y="17746"/>
                    <a:pt x="1635" y="17546"/>
                  </a:cubicBezTo>
                  <a:cubicBezTo>
                    <a:pt x="1835" y="16245"/>
                    <a:pt x="2469" y="15044"/>
                    <a:pt x="3136" y="13877"/>
                  </a:cubicBezTo>
                  <a:cubicBezTo>
                    <a:pt x="3469" y="13310"/>
                    <a:pt x="3803" y="12709"/>
                    <a:pt x="4137" y="12076"/>
                  </a:cubicBezTo>
                  <a:lnTo>
                    <a:pt x="4570" y="11175"/>
                  </a:lnTo>
                  <a:cubicBezTo>
                    <a:pt x="4737" y="10875"/>
                    <a:pt x="4904" y="10541"/>
                    <a:pt x="5004" y="10208"/>
                  </a:cubicBezTo>
                  <a:cubicBezTo>
                    <a:pt x="5071" y="9841"/>
                    <a:pt x="5071" y="9474"/>
                    <a:pt x="5071" y="9140"/>
                  </a:cubicBezTo>
                  <a:cubicBezTo>
                    <a:pt x="5037" y="8807"/>
                    <a:pt x="5037" y="8473"/>
                    <a:pt x="5037" y="8140"/>
                  </a:cubicBezTo>
                  <a:cubicBezTo>
                    <a:pt x="5037" y="7406"/>
                    <a:pt x="5071" y="6739"/>
                    <a:pt x="5104" y="6071"/>
                  </a:cubicBezTo>
                  <a:lnTo>
                    <a:pt x="5171" y="5071"/>
                  </a:lnTo>
                  <a:lnTo>
                    <a:pt x="5171" y="4837"/>
                  </a:lnTo>
                  <a:lnTo>
                    <a:pt x="5204" y="4637"/>
                  </a:lnTo>
                  <a:cubicBezTo>
                    <a:pt x="5237" y="4470"/>
                    <a:pt x="5304" y="4303"/>
                    <a:pt x="5337" y="4170"/>
                  </a:cubicBezTo>
                  <a:cubicBezTo>
                    <a:pt x="5504" y="3570"/>
                    <a:pt x="6005" y="3169"/>
                    <a:pt x="6538" y="2836"/>
                  </a:cubicBezTo>
                  <a:cubicBezTo>
                    <a:pt x="7039" y="2502"/>
                    <a:pt x="7906" y="2002"/>
                    <a:pt x="8540" y="1235"/>
                  </a:cubicBezTo>
                  <a:cubicBezTo>
                    <a:pt x="9207" y="667"/>
                    <a:pt x="9507" y="0"/>
                    <a:pt x="94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43" name="Google Shape;5943;p69"/>
            <p:cNvSpPr/>
            <p:nvPr/>
          </p:nvSpPr>
          <p:spPr>
            <a:xfrm>
              <a:off x="4136710" y="4139571"/>
              <a:ext cx="141437" cy="426970"/>
            </a:xfrm>
            <a:custGeom>
              <a:avLst/>
              <a:gdLst/>
              <a:ahLst/>
              <a:cxnLst/>
              <a:rect l="l" t="t" r="r" b="b"/>
              <a:pathLst>
                <a:path w="8774" h="26487" extrusionOk="0">
                  <a:moveTo>
                    <a:pt x="5171" y="1"/>
                  </a:moveTo>
                  <a:cubicBezTo>
                    <a:pt x="4970" y="101"/>
                    <a:pt x="7139" y="3437"/>
                    <a:pt x="6805" y="4637"/>
                  </a:cubicBezTo>
                  <a:cubicBezTo>
                    <a:pt x="6772" y="5038"/>
                    <a:pt x="6772" y="5471"/>
                    <a:pt x="6705" y="5938"/>
                  </a:cubicBezTo>
                  <a:cubicBezTo>
                    <a:pt x="6672" y="6138"/>
                    <a:pt x="6705" y="6339"/>
                    <a:pt x="6705" y="6605"/>
                  </a:cubicBezTo>
                  <a:cubicBezTo>
                    <a:pt x="6705" y="6806"/>
                    <a:pt x="6772" y="7039"/>
                    <a:pt x="6805" y="7273"/>
                  </a:cubicBezTo>
                  <a:cubicBezTo>
                    <a:pt x="6938" y="8173"/>
                    <a:pt x="7172" y="9007"/>
                    <a:pt x="7372" y="9841"/>
                  </a:cubicBezTo>
                  <a:cubicBezTo>
                    <a:pt x="7472" y="10208"/>
                    <a:pt x="7539" y="10675"/>
                    <a:pt x="7639" y="11109"/>
                  </a:cubicBezTo>
                  <a:cubicBezTo>
                    <a:pt x="7672" y="11509"/>
                    <a:pt x="7806" y="11976"/>
                    <a:pt x="7839" y="12376"/>
                  </a:cubicBezTo>
                  <a:lnTo>
                    <a:pt x="8039" y="13677"/>
                  </a:lnTo>
                  <a:lnTo>
                    <a:pt x="8173" y="14978"/>
                  </a:lnTo>
                  <a:cubicBezTo>
                    <a:pt x="8206" y="15378"/>
                    <a:pt x="8273" y="15845"/>
                    <a:pt x="8273" y="16279"/>
                  </a:cubicBezTo>
                  <a:cubicBezTo>
                    <a:pt x="8306" y="16679"/>
                    <a:pt x="8339" y="17113"/>
                    <a:pt x="8273" y="17513"/>
                  </a:cubicBezTo>
                  <a:cubicBezTo>
                    <a:pt x="8173" y="17947"/>
                    <a:pt x="8006" y="18314"/>
                    <a:pt x="7839" y="18681"/>
                  </a:cubicBezTo>
                  <a:cubicBezTo>
                    <a:pt x="7639" y="19048"/>
                    <a:pt x="7372" y="19381"/>
                    <a:pt x="7139" y="19715"/>
                  </a:cubicBezTo>
                  <a:cubicBezTo>
                    <a:pt x="6038" y="21049"/>
                    <a:pt x="4637" y="22117"/>
                    <a:pt x="3369" y="23317"/>
                  </a:cubicBezTo>
                  <a:cubicBezTo>
                    <a:pt x="2669" y="23985"/>
                    <a:pt x="1701" y="24718"/>
                    <a:pt x="1001" y="25386"/>
                  </a:cubicBezTo>
                  <a:cubicBezTo>
                    <a:pt x="968" y="25452"/>
                    <a:pt x="867" y="25486"/>
                    <a:pt x="867" y="25486"/>
                  </a:cubicBezTo>
                  <a:cubicBezTo>
                    <a:pt x="834" y="25486"/>
                    <a:pt x="801" y="25519"/>
                    <a:pt x="767" y="25552"/>
                  </a:cubicBezTo>
                  <a:cubicBezTo>
                    <a:pt x="667" y="25619"/>
                    <a:pt x="601" y="25686"/>
                    <a:pt x="501" y="25719"/>
                  </a:cubicBezTo>
                  <a:cubicBezTo>
                    <a:pt x="334" y="25853"/>
                    <a:pt x="200" y="25986"/>
                    <a:pt x="100" y="26119"/>
                  </a:cubicBezTo>
                  <a:cubicBezTo>
                    <a:pt x="34" y="26186"/>
                    <a:pt x="0" y="26286"/>
                    <a:pt x="0" y="26353"/>
                  </a:cubicBezTo>
                  <a:cubicBezTo>
                    <a:pt x="0" y="26453"/>
                    <a:pt x="100" y="26486"/>
                    <a:pt x="134" y="26486"/>
                  </a:cubicBezTo>
                  <a:lnTo>
                    <a:pt x="267" y="26486"/>
                  </a:lnTo>
                  <a:cubicBezTo>
                    <a:pt x="300" y="26486"/>
                    <a:pt x="200" y="26453"/>
                    <a:pt x="167" y="26386"/>
                  </a:cubicBezTo>
                  <a:cubicBezTo>
                    <a:pt x="134" y="26353"/>
                    <a:pt x="134" y="26353"/>
                    <a:pt x="167" y="26320"/>
                  </a:cubicBezTo>
                  <a:cubicBezTo>
                    <a:pt x="200" y="26286"/>
                    <a:pt x="267" y="26219"/>
                    <a:pt x="334" y="26186"/>
                  </a:cubicBezTo>
                  <a:cubicBezTo>
                    <a:pt x="467" y="26119"/>
                    <a:pt x="667" y="26019"/>
                    <a:pt x="901" y="25953"/>
                  </a:cubicBezTo>
                  <a:cubicBezTo>
                    <a:pt x="934" y="25886"/>
                    <a:pt x="1001" y="25886"/>
                    <a:pt x="1068" y="25853"/>
                  </a:cubicBezTo>
                  <a:lnTo>
                    <a:pt x="1134" y="25819"/>
                  </a:lnTo>
                  <a:cubicBezTo>
                    <a:pt x="1168" y="25819"/>
                    <a:pt x="1234" y="25819"/>
                    <a:pt x="1268" y="25786"/>
                  </a:cubicBezTo>
                  <a:cubicBezTo>
                    <a:pt x="1401" y="25686"/>
                    <a:pt x="1468" y="25652"/>
                    <a:pt x="1601" y="25552"/>
                  </a:cubicBezTo>
                  <a:cubicBezTo>
                    <a:pt x="2068" y="25285"/>
                    <a:pt x="2502" y="24952"/>
                    <a:pt x="2936" y="24652"/>
                  </a:cubicBezTo>
                  <a:cubicBezTo>
                    <a:pt x="3336" y="24318"/>
                    <a:pt x="3770" y="24051"/>
                    <a:pt x="3970" y="23818"/>
                  </a:cubicBezTo>
                  <a:lnTo>
                    <a:pt x="4904" y="22850"/>
                  </a:lnTo>
                  <a:lnTo>
                    <a:pt x="5804" y="21950"/>
                  </a:lnTo>
                  <a:cubicBezTo>
                    <a:pt x="6438" y="21316"/>
                    <a:pt x="7039" y="20682"/>
                    <a:pt x="7606" y="19982"/>
                  </a:cubicBezTo>
                  <a:cubicBezTo>
                    <a:pt x="7839" y="19648"/>
                    <a:pt x="8106" y="19281"/>
                    <a:pt x="8306" y="18848"/>
                  </a:cubicBezTo>
                  <a:cubicBezTo>
                    <a:pt x="8506" y="18447"/>
                    <a:pt x="8640" y="18014"/>
                    <a:pt x="8706" y="17547"/>
                  </a:cubicBezTo>
                  <a:cubicBezTo>
                    <a:pt x="8773" y="17113"/>
                    <a:pt x="8706" y="16679"/>
                    <a:pt x="8706" y="16212"/>
                  </a:cubicBezTo>
                  <a:cubicBezTo>
                    <a:pt x="8706" y="15779"/>
                    <a:pt x="8673" y="15312"/>
                    <a:pt x="8640" y="14878"/>
                  </a:cubicBezTo>
                  <a:lnTo>
                    <a:pt x="8506" y="13610"/>
                  </a:lnTo>
                  <a:lnTo>
                    <a:pt x="8339" y="12310"/>
                  </a:lnTo>
                  <a:cubicBezTo>
                    <a:pt x="8306" y="11876"/>
                    <a:pt x="8206" y="11442"/>
                    <a:pt x="8139" y="11009"/>
                  </a:cubicBezTo>
                  <a:cubicBezTo>
                    <a:pt x="8039" y="10608"/>
                    <a:pt x="7973" y="10141"/>
                    <a:pt x="7872" y="9708"/>
                  </a:cubicBezTo>
                  <a:cubicBezTo>
                    <a:pt x="7739" y="8840"/>
                    <a:pt x="7472" y="8006"/>
                    <a:pt x="7405" y="7173"/>
                  </a:cubicBezTo>
                  <a:cubicBezTo>
                    <a:pt x="7339" y="6972"/>
                    <a:pt x="7339" y="6772"/>
                    <a:pt x="7339" y="6539"/>
                  </a:cubicBezTo>
                  <a:cubicBezTo>
                    <a:pt x="7339" y="6339"/>
                    <a:pt x="7339" y="6138"/>
                    <a:pt x="7405" y="5938"/>
                  </a:cubicBezTo>
                  <a:cubicBezTo>
                    <a:pt x="7439" y="5505"/>
                    <a:pt x="7472" y="5104"/>
                    <a:pt x="7506" y="4637"/>
                  </a:cubicBezTo>
                  <a:cubicBezTo>
                    <a:pt x="7506" y="4371"/>
                    <a:pt x="7572" y="4137"/>
                    <a:pt x="7472" y="3937"/>
                  </a:cubicBezTo>
                  <a:cubicBezTo>
                    <a:pt x="7472" y="3803"/>
                    <a:pt x="7439" y="3637"/>
                    <a:pt x="7372" y="3503"/>
                  </a:cubicBezTo>
                  <a:cubicBezTo>
                    <a:pt x="7339" y="3370"/>
                    <a:pt x="7272" y="3203"/>
                    <a:pt x="7205" y="3103"/>
                  </a:cubicBezTo>
                  <a:cubicBezTo>
                    <a:pt x="6972" y="2536"/>
                    <a:pt x="6638" y="2036"/>
                    <a:pt x="6338" y="1602"/>
                  </a:cubicBezTo>
                  <a:cubicBezTo>
                    <a:pt x="6038" y="1135"/>
                    <a:pt x="5771" y="768"/>
                    <a:pt x="5537" y="468"/>
                  </a:cubicBezTo>
                  <a:cubicBezTo>
                    <a:pt x="5337" y="168"/>
                    <a:pt x="5204" y="1"/>
                    <a:pt x="51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44" name="Google Shape;5944;p69"/>
            <p:cNvSpPr/>
            <p:nvPr/>
          </p:nvSpPr>
          <p:spPr>
            <a:xfrm>
              <a:off x="3923233" y="3939796"/>
              <a:ext cx="346838" cy="198179"/>
            </a:xfrm>
            <a:custGeom>
              <a:avLst/>
              <a:gdLst/>
              <a:ahLst/>
              <a:cxnLst/>
              <a:rect l="l" t="t" r="r" b="b"/>
              <a:pathLst>
                <a:path w="21516" h="12294" extrusionOk="0">
                  <a:moveTo>
                    <a:pt x="63" y="0"/>
                  </a:moveTo>
                  <a:cubicBezTo>
                    <a:pt x="49" y="0"/>
                    <a:pt x="40" y="6"/>
                    <a:pt x="34" y="18"/>
                  </a:cubicBezTo>
                  <a:cubicBezTo>
                    <a:pt x="0" y="18"/>
                    <a:pt x="134" y="218"/>
                    <a:pt x="467" y="418"/>
                  </a:cubicBezTo>
                  <a:cubicBezTo>
                    <a:pt x="768" y="619"/>
                    <a:pt x="1235" y="852"/>
                    <a:pt x="1802" y="952"/>
                  </a:cubicBezTo>
                  <a:cubicBezTo>
                    <a:pt x="2869" y="1252"/>
                    <a:pt x="4070" y="1386"/>
                    <a:pt x="4704" y="1453"/>
                  </a:cubicBezTo>
                  <a:cubicBezTo>
                    <a:pt x="5471" y="1519"/>
                    <a:pt x="6372" y="1686"/>
                    <a:pt x="7206" y="1719"/>
                  </a:cubicBezTo>
                  <a:lnTo>
                    <a:pt x="9707" y="1853"/>
                  </a:lnTo>
                  <a:lnTo>
                    <a:pt x="10908" y="2020"/>
                  </a:lnTo>
                  <a:cubicBezTo>
                    <a:pt x="11308" y="2086"/>
                    <a:pt x="11709" y="2220"/>
                    <a:pt x="12076" y="2353"/>
                  </a:cubicBezTo>
                  <a:cubicBezTo>
                    <a:pt x="12876" y="2620"/>
                    <a:pt x="13643" y="3054"/>
                    <a:pt x="14411" y="3354"/>
                  </a:cubicBezTo>
                  <a:cubicBezTo>
                    <a:pt x="14644" y="3421"/>
                    <a:pt x="14844" y="3454"/>
                    <a:pt x="15044" y="3554"/>
                  </a:cubicBezTo>
                  <a:cubicBezTo>
                    <a:pt x="15245" y="3621"/>
                    <a:pt x="15478" y="3687"/>
                    <a:pt x="15678" y="3721"/>
                  </a:cubicBezTo>
                  <a:cubicBezTo>
                    <a:pt x="16079" y="3788"/>
                    <a:pt x="16512" y="3854"/>
                    <a:pt x="16912" y="3921"/>
                  </a:cubicBezTo>
                  <a:cubicBezTo>
                    <a:pt x="17746" y="4054"/>
                    <a:pt x="18547" y="4221"/>
                    <a:pt x="19348" y="4455"/>
                  </a:cubicBezTo>
                  <a:cubicBezTo>
                    <a:pt x="19548" y="4555"/>
                    <a:pt x="19714" y="4588"/>
                    <a:pt x="19915" y="4688"/>
                  </a:cubicBezTo>
                  <a:lnTo>
                    <a:pt x="20482" y="4922"/>
                  </a:lnTo>
                  <a:lnTo>
                    <a:pt x="20715" y="5088"/>
                  </a:lnTo>
                  <a:lnTo>
                    <a:pt x="20849" y="5189"/>
                  </a:lnTo>
                  <a:lnTo>
                    <a:pt x="20882" y="5222"/>
                  </a:lnTo>
                  <a:cubicBezTo>
                    <a:pt x="20915" y="5255"/>
                    <a:pt x="20882" y="5289"/>
                    <a:pt x="20882" y="5289"/>
                  </a:cubicBezTo>
                  <a:lnTo>
                    <a:pt x="20849" y="5422"/>
                  </a:lnTo>
                  <a:lnTo>
                    <a:pt x="20815" y="5555"/>
                  </a:lnTo>
                  <a:cubicBezTo>
                    <a:pt x="20515" y="6356"/>
                    <a:pt x="20181" y="7090"/>
                    <a:pt x="19815" y="7857"/>
                  </a:cubicBezTo>
                  <a:cubicBezTo>
                    <a:pt x="19381" y="8724"/>
                    <a:pt x="18981" y="9792"/>
                    <a:pt x="18714" y="10726"/>
                  </a:cubicBezTo>
                  <a:cubicBezTo>
                    <a:pt x="18580" y="11193"/>
                    <a:pt x="18514" y="11593"/>
                    <a:pt x="18514" y="11893"/>
                  </a:cubicBezTo>
                  <a:cubicBezTo>
                    <a:pt x="18514" y="12060"/>
                    <a:pt x="18547" y="12194"/>
                    <a:pt x="18580" y="12260"/>
                  </a:cubicBezTo>
                  <a:cubicBezTo>
                    <a:pt x="18647" y="12294"/>
                    <a:pt x="18647" y="12294"/>
                    <a:pt x="18680" y="12294"/>
                  </a:cubicBezTo>
                  <a:lnTo>
                    <a:pt x="18714" y="12294"/>
                  </a:lnTo>
                  <a:cubicBezTo>
                    <a:pt x="18747" y="12294"/>
                    <a:pt x="18680" y="12260"/>
                    <a:pt x="18680" y="12227"/>
                  </a:cubicBezTo>
                  <a:cubicBezTo>
                    <a:pt x="18680" y="12127"/>
                    <a:pt x="18714" y="12027"/>
                    <a:pt x="18747" y="11860"/>
                  </a:cubicBezTo>
                  <a:cubicBezTo>
                    <a:pt x="18847" y="11526"/>
                    <a:pt x="19047" y="11093"/>
                    <a:pt x="19247" y="10626"/>
                  </a:cubicBezTo>
                  <a:cubicBezTo>
                    <a:pt x="19681" y="9759"/>
                    <a:pt x="20215" y="8691"/>
                    <a:pt x="20482" y="8124"/>
                  </a:cubicBezTo>
                  <a:cubicBezTo>
                    <a:pt x="20815" y="7357"/>
                    <a:pt x="21149" y="6590"/>
                    <a:pt x="21382" y="5756"/>
                  </a:cubicBezTo>
                  <a:lnTo>
                    <a:pt x="21416" y="5589"/>
                  </a:lnTo>
                  <a:cubicBezTo>
                    <a:pt x="21416" y="5522"/>
                    <a:pt x="21482" y="5522"/>
                    <a:pt x="21482" y="5389"/>
                  </a:cubicBezTo>
                  <a:cubicBezTo>
                    <a:pt x="21482" y="5255"/>
                    <a:pt x="21516" y="5189"/>
                    <a:pt x="21516" y="5088"/>
                  </a:cubicBezTo>
                  <a:lnTo>
                    <a:pt x="21516" y="4955"/>
                  </a:lnTo>
                  <a:cubicBezTo>
                    <a:pt x="21516" y="4922"/>
                    <a:pt x="21482" y="4922"/>
                    <a:pt x="21416" y="4888"/>
                  </a:cubicBezTo>
                  <a:lnTo>
                    <a:pt x="21182" y="4755"/>
                  </a:lnTo>
                  <a:lnTo>
                    <a:pt x="21015" y="4688"/>
                  </a:lnTo>
                  <a:lnTo>
                    <a:pt x="20715" y="4521"/>
                  </a:lnTo>
                  <a:lnTo>
                    <a:pt x="20081" y="4255"/>
                  </a:lnTo>
                  <a:cubicBezTo>
                    <a:pt x="19881" y="4188"/>
                    <a:pt x="19681" y="4121"/>
                    <a:pt x="19481" y="4054"/>
                  </a:cubicBezTo>
                  <a:cubicBezTo>
                    <a:pt x="18647" y="3788"/>
                    <a:pt x="17813" y="3687"/>
                    <a:pt x="16979" y="3554"/>
                  </a:cubicBezTo>
                  <a:cubicBezTo>
                    <a:pt x="16546" y="3454"/>
                    <a:pt x="16145" y="3421"/>
                    <a:pt x="15712" y="3354"/>
                  </a:cubicBezTo>
                  <a:cubicBezTo>
                    <a:pt x="15511" y="3287"/>
                    <a:pt x="15345" y="3254"/>
                    <a:pt x="15145" y="3220"/>
                  </a:cubicBezTo>
                  <a:cubicBezTo>
                    <a:pt x="14911" y="3120"/>
                    <a:pt x="14744" y="3087"/>
                    <a:pt x="14544" y="3020"/>
                  </a:cubicBezTo>
                  <a:cubicBezTo>
                    <a:pt x="13744" y="2720"/>
                    <a:pt x="13010" y="2353"/>
                    <a:pt x="12209" y="2020"/>
                  </a:cubicBezTo>
                  <a:cubicBezTo>
                    <a:pt x="11809" y="1853"/>
                    <a:pt x="11375" y="1719"/>
                    <a:pt x="10975" y="1619"/>
                  </a:cubicBezTo>
                  <a:lnTo>
                    <a:pt x="9707" y="1419"/>
                  </a:lnTo>
                  <a:lnTo>
                    <a:pt x="7206" y="1219"/>
                  </a:lnTo>
                  <a:cubicBezTo>
                    <a:pt x="6372" y="1152"/>
                    <a:pt x="5604" y="919"/>
                    <a:pt x="4737" y="785"/>
                  </a:cubicBezTo>
                  <a:cubicBezTo>
                    <a:pt x="3903" y="685"/>
                    <a:pt x="2702" y="685"/>
                    <a:pt x="1802" y="519"/>
                  </a:cubicBezTo>
                  <a:cubicBezTo>
                    <a:pt x="1301" y="418"/>
                    <a:pt x="834" y="352"/>
                    <a:pt x="534" y="218"/>
                  </a:cubicBezTo>
                  <a:cubicBezTo>
                    <a:pt x="262" y="109"/>
                    <a:pt x="123"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45" name="Google Shape;5945;p69"/>
            <p:cNvSpPr/>
            <p:nvPr/>
          </p:nvSpPr>
          <p:spPr>
            <a:xfrm>
              <a:off x="3378522" y="3458565"/>
              <a:ext cx="542035" cy="475717"/>
            </a:xfrm>
            <a:custGeom>
              <a:avLst/>
              <a:gdLst/>
              <a:ahLst/>
              <a:cxnLst/>
              <a:rect l="l" t="t" r="r" b="b"/>
              <a:pathLst>
                <a:path w="33625" h="29511" extrusionOk="0">
                  <a:moveTo>
                    <a:pt x="14218" y="1"/>
                  </a:moveTo>
                  <a:cubicBezTo>
                    <a:pt x="13802" y="1"/>
                    <a:pt x="13388" y="7"/>
                    <a:pt x="12977" y="16"/>
                  </a:cubicBezTo>
                  <a:cubicBezTo>
                    <a:pt x="12243" y="16"/>
                    <a:pt x="11475" y="50"/>
                    <a:pt x="10742" y="83"/>
                  </a:cubicBezTo>
                  <a:cubicBezTo>
                    <a:pt x="10572" y="106"/>
                    <a:pt x="10406" y="115"/>
                    <a:pt x="10241" y="115"/>
                  </a:cubicBezTo>
                  <a:cubicBezTo>
                    <a:pt x="9691" y="115"/>
                    <a:pt x="9148" y="16"/>
                    <a:pt x="8507" y="16"/>
                  </a:cubicBezTo>
                  <a:cubicBezTo>
                    <a:pt x="8106" y="16"/>
                    <a:pt x="7673" y="83"/>
                    <a:pt x="7306" y="250"/>
                  </a:cubicBezTo>
                  <a:cubicBezTo>
                    <a:pt x="6906" y="383"/>
                    <a:pt x="6439" y="584"/>
                    <a:pt x="6005" y="817"/>
                  </a:cubicBezTo>
                  <a:cubicBezTo>
                    <a:pt x="5605" y="984"/>
                    <a:pt x="5171" y="1184"/>
                    <a:pt x="4737" y="1251"/>
                  </a:cubicBezTo>
                  <a:cubicBezTo>
                    <a:pt x="4270" y="1351"/>
                    <a:pt x="3803" y="1417"/>
                    <a:pt x="3336" y="1417"/>
                  </a:cubicBezTo>
                  <a:cubicBezTo>
                    <a:pt x="3103" y="1431"/>
                    <a:pt x="2874" y="1436"/>
                    <a:pt x="2652" y="1436"/>
                  </a:cubicBezTo>
                  <a:cubicBezTo>
                    <a:pt x="1352" y="1436"/>
                    <a:pt x="311" y="1242"/>
                    <a:pt x="105" y="1242"/>
                  </a:cubicBezTo>
                  <a:cubicBezTo>
                    <a:pt x="80" y="1242"/>
                    <a:pt x="67" y="1245"/>
                    <a:pt x="67" y="1251"/>
                  </a:cubicBezTo>
                  <a:cubicBezTo>
                    <a:pt x="1" y="1251"/>
                    <a:pt x="434" y="1417"/>
                    <a:pt x="1068" y="1551"/>
                  </a:cubicBezTo>
                  <a:cubicBezTo>
                    <a:pt x="1668" y="1684"/>
                    <a:pt x="2569" y="1851"/>
                    <a:pt x="3570" y="1851"/>
                  </a:cubicBezTo>
                  <a:cubicBezTo>
                    <a:pt x="4070" y="1818"/>
                    <a:pt x="4571" y="1818"/>
                    <a:pt x="5071" y="1684"/>
                  </a:cubicBezTo>
                  <a:cubicBezTo>
                    <a:pt x="5571" y="1584"/>
                    <a:pt x="6072" y="1384"/>
                    <a:pt x="6472" y="1217"/>
                  </a:cubicBezTo>
                  <a:cubicBezTo>
                    <a:pt x="6906" y="1051"/>
                    <a:pt x="7272" y="884"/>
                    <a:pt x="7639" y="817"/>
                  </a:cubicBezTo>
                  <a:cubicBezTo>
                    <a:pt x="8006" y="717"/>
                    <a:pt x="8307" y="684"/>
                    <a:pt x="8573" y="684"/>
                  </a:cubicBezTo>
                  <a:cubicBezTo>
                    <a:pt x="9059" y="684"/>
                    <a:pt x="9597" y="754"/>
                    <a:pt x="10162" y="754"/>
                  </a:cubicBezTo>
                  <a:cubicBezTo>
                    <a:pt x="10374" y="754"/>
                    <a:pt x="10590" y="744"/>
                    <a:pt x="10808" y="717"/>
                  </a:cubicBezTo>
                  <a:cubicBezTo>
                    <a:pt x="11576" y="650"/>
                    <a:pt x="12309" y="584"/>
                    <a:pt x="13077" y="550"/>
                  </a:cubicBezTo>
                  <a:cubicBezTo>
                    <a:pt x="13602" y="526"/>
                    <a:pt x="14136" y="510"/>
                    <a:pt x="14674" y="510"/>
                  </a:cubicBezTo>
                  <a:cubicBezTo>
                    <a:pt x="15605" y="510"/>
                    <a:pt x="16549" y="557"/>
                    <a:pt x="17480" y="684"/>
                  </a:cubicBezTo>
                  <a:cubicBezTo>
                    <a:pt x="20415" y="1084"/>
                    <a:pt x="23017" y="2852"/>
                    <a:pt x="24785" y="5220"/>
                  </a:cubicBezTo>
                  <a:cubicBezTo>
                    <a:pt x="25252" y="5821"/>
                    <a:pt x="25519" y="6488"/>
                    <a:pt x="25819" y="7155"/>
                  </a:cubicBezTo>
                  <a:cubicBezTo>
                    <a:pt x="26086" y="7822"/>
                    <a:pt x="26319" y="8523"/>
                    <a:pt x="26453" y="9256"/>
                  </a:cubicBezTo>
                  <a:cubicBezTo>
                    <a:pt x="26620" y="10024"/>
                    <a:pt x="26686" y="10724"/>
                    <a:pt x="26820" y="11491"/>
                  </a:cubicBezTo>
                  <a:cubicBezTo>
                    <a:pt x="26920" y="11858"/>
                    <a:pt x="26920" y="12225"/>
                    <a:pt x="26953" y="12592"/>
                  </a:cubicBezTo>
                  <a:lnTo>
                    <a:pt x="27020" y="13726"/>
                  </a:lnTo>
                  <a:cubicBezTo>
                    <a:pt x="27087" y="14093"/>
                    <a:pt x="27120" y="14494"/>
                    <a:pt x="27187" y="14860"/>
                  </a:cubicBezTo>
                  <a:cubicBezTo>
                    <a:pt x="27253" y="15227"/>
                    <a:pt x="27420" y="15594"/>
                    <a:pt x="27520" y="15995"/>
                  </a:cubicBezTo>
                  <a:cubicBezTo>
                    <a:pt x="27654" y="16362"/>
                    <a:pt x="27854" y="16695"/>
                    <a:pt x="28021" y="17029"/>
                  </a:cubicBezTo>
                  <a:cubicBezTo>
                    <a:pt x="28187" y="17362"/>
                    <a:pt x="28454" y="17696"/>
                    <a:pt x="28588" y="18029"/>
                  </a:cubicBezTo>
                  <a:cubicBezTo>
                    <a:pt x="28855" y="18697"/>
                    <a:pt x="29188" y="19364"/>
                    <a:pt x="29422" y="20064"/>
                  </a:cubicBezTo>
                  <a:cubicBezTo>
                    <a:pt x="29522" y="20398"/>
                    <a:pt x="29655" y="20765"/>
                    <a:pt x="29755" y="21098"/>
                  </a:cubicBezTo>
                  <a:lnTo>
                    <a:pt x="29989" y="22199"/>
                  </a:lnTo>
                  <a:cubicBezTo>
                    <a:pt x="30122" y="22599"/>
                    <a:pt x="30155" y="23033"/>
                    <a:pt x="30256" y="23500"/>
                  </a:cubicBezTo>
                  <a:cubicBezTo>
                    <a:pt x="30322" y="23934"/>
                    <a:pt x="30356" y="24401"/>
                    <a:pt x="30489" y="24901"/>
                  </a:cubicBezTo>
                  <a:cubicBezTo>
                    <a:pt x="30756" y="25868"/>
                    <a:pt x="31123" y="26736"/>
                    <a:pt x="31523" y="27503"/>
                  </a:cubicBezTo>
                  <a:cubicBezTo>
                    <a:pt x="31957" y="28203"/>
                    <a:pt x="32457" y="28770"/>
                    <a:pt x="32857" y="29104"/>
                  </a:cubicBezTo>
                  <a:cubicBezTo>
                    <a:pt x="33239" y="29398"/>
                    <a:pt x="33543" y="29510"/>
                    <a:pt x="33611" y="29510"/>
                  </a:cubicBezTo>
                  <a:cubicBezTo>
                    <a:pt x="33620" y="29510"/>
                    <a:pt x="33625" y="29508"/>
                    <a:pt x="33625" y="29504"/>
                  </a:cubicBezTo>
                  <a:cubicBezTo>
                    <a:pt x="33625" y="29438"/>
                    <a:pt x="33258" y="29337"/>
                    <a:pt x="32857" y="28870"/>
                  </a:cubicBezTo>
                  <a:cubicBezTo>
                    <a:pt x="32457" y="28403"/>
                    <a:pt x="32023" y="27703"/>
                    <a:pt x="31690" y="26869"/>
                  </a:cubicBezTo>
                  <a:cubicBezTo>
                    <a:pt x="31356" y="26035"/>
                    <a:pt x="31089" y="25101"/>
                    <a:pt x="30989" y="24267"/>
                  </a:cubicBezTo>
                  <a:cubicBezTo>
                    <a:pt x="30856" y="23400"/>
                    <a:pt x="30823" y="22599"/>
                    <a:pt x="30656" y="22066"/>
                  </a:cubicBezTo>
                  <a:lnTo>
                    <a:pt x="30356" y="20931"/>
                  </a:lnTo>
                  <a:cubicBezTo>
                    <a:pt x="30256" y="20565"/>
                    <a:pt x="30122" y="20231"/>
                    <a:pt x="29989" y="19864"/>
                  </a:cubicBezTo>
                  <a:cubicBezTo>
                    <a:pt x="29755" y="19164"/>
                    <a:pt x="29355" y="18496"/>
                    <a:pt x="29021" y="17763"/>
                  </a:cubicBezTo>
                  <a:cubicBezTo>
                    <a:pt x="28921" y="17396"/>
                    <a:pt x="28654" y="17095"/>
                    <a:pt x="28488" y="16762"/>
                  </a:cubicBezTo>
                  <a:cubicBezTo>
                    <a:pt x="28321" y="16428"/>
                    <a:pt x="28154" y="16161"/>
                    <a:pt x="27987" y="15828"/>
                  </a:cubicBezTo>
                  <a:cubicBezTo>
                    <a:pt x="27854" y="15428"/>
                    <a:pt x="27687" y="15161"/>
                    <a:pt x="27654" y="14760"/>
                  </a:cubicBezTo>
                  <a:cubicBezTo>
                    <a:pt x="27620" y="14427"/>
                    <a:pt x="27520" y="14060"/>
                    <a:pt x="27487" y="13693"/>
                  </a:cubicBezTo>
                  <a:lnTo>
                    <a:pt x="27353" y="12559"/>
                  </a:lnTo>
                  <a:cubicBezTo>
                    <a:pt x="27320" y="12192"/>
                    <a:pt x="27287" y="11825"/>
                    <a:pt x="27187" y="11425"/>
                  </a:cubicBezTo>
                  <a:cubicBezTo>
                    <a:pt x="27087" y="10724"/>
                    <a:pt x="26953" y="9990"/>
                    <a:pt x="26786" y="9223"/>
                  </a:cubicBezTo>
                  <a:cubicBezTo>
                    <a:pt x="26653" y="8523"/>
                    <a:pt x="26419" y="7755"/>
                    <a:pt x="26153" y="7055"/>
                  </a:cubicBezTo>
                  <a:cubicBezTo>
                    <a:pt x="25852" y="6388"/>
                    <a:pt x="25519" y="5687"/>
                    <a:pt x="25085" y="5053"/>
                  </a:cubicBezTo>
                  <a:cubicBezTo>
                    <a:pt x="24852" y="4720"/>
                    <a:pt x="24618" y="4420"/>
                    <a:pt x="24351" y="4153"/>
                  </a:cubicBezTo>
                  <a:cubicBezTo>
                    <a:pt x="24118" y="3853"/>
                    <a:pt x="23851" y="3552"/>
                    <a:pt x="23584" y="3319"/>
                  </a:cubicBezTo>
                  <a:cubicBezTo>
                    <a:pt x="23017" y="2818"/>
                    <a:pt x="22450" y="2318"/>
                    <a:pt x="21783" y="1884"/>
                  </a:cubicBezTo>
                  <a:cubicBezTo>
                    <a:pt x="20482" y="1017"/>
                    <a:pt x="19014" y="483"/>
                    <a:pt x="17513" y="217"/>
                  </a:cubicBezTo>
                  <a:cubicBezTo>
                    <a:pt x="16424" y="47"/>
                    <a:pt x="15317" y="1"/>
                    <a:pt x="142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46" name="Google Shape;5946;p69"/>
            <p:cNvSpPr/>
            <p:nvPr/>
          </p:nvSpPr>
          <p:spPr>
            <a:xfrm>
              <a:off x="4237799" y="4023378"/>
              <a:ext cx="52164" cy="137197"/>
            </a:xfrm>
            <a:custGeom>
              <a:avLst/>
              <a:gdLst/>
              <a:ahLst/>
              <a:cxnLst/>
              <a:rect l="l" t="t" r="r" b="b"/>
              <a:pathLst>
                <a:path w="3236" h="8511" extrusionOk="0">
                  <a:moveTo>
                    <a:pt x="3198" y="1"/>
                  </a:moveTo>
                  <a:cubicBezTo>
                    <a:pt x="3131" y="1"/>
                    <a:pt x="2530" y="1015"/>
                    <a:pt x="2369" y="1371"/>
                  </a:cubicBezTo>
                  <a:cubicBezTo>
                    <a:pt x="1968" y="2372"/>
                    <a:pt x="1535" y="3373"/>
                    <a:pt x="1001" y="4340"/>
                  </a:cubicBezTo>
                  <a:lnTo>
                    <a:pt x="567" y="5041"/>
                  </a:lnTo>
                  <a:cubicBezTo>
                    <a:pt x="467" y="5241"/>
                    <a:pt x="301" y="5508"/>
                    <a:pt x="167" y="5741"/>
                  </a:cubicBezTo>
                  <a:cubicBezTo>
                    <a:pt x="67" y="6008"/>
                    <a:pt x="0" y="6275"/>
                    <a:pt x="0" y="6575"/>
                  </a:cubicBezTo>
                  <a:cubicBezTo>
                    <a:pt x="0" y="6875"/>
                    <a:pt x="67" y="7175"/>
                    <a:pt x="167" y="7409"/>
                  </a:cubicBezTo>
                  <a:cubicBezTo>
                    <a:pt x="234" y="7709"/>
                    <a:pt x="467" y="8076"/>
                    <a:pt x="701" y="8276"/>
                  </a:cubicBezTo>
                  <a:cubicBezTo>
                    <a:pt x="914" y="8490"/>
                    <a:pt x="1106" y="8511"/>
                    <a:pt x="1175" y="8511"/>
                  </a:cubicBezTo>
                  <a:cubicBezTo>
                    <a:pt x="1192" y="8511"/>
                    <a:pt x="1201" y="8510"/>
                    <a:pt x="1201" y="8510"/>
                  </a:cubicBezTo>
                  <a:lnTo>
                    <a:pt x="1034" y="8410"/>
                  </a:lnTo>
                  <a:cubicBezTo>
                    <a:pt x="968" y="8343"/>
                    <a:pt x="834" y="8243"/>
                    <a:pt x="734" y="8143"/>
                  </a:cubicBezTo>
                  <a:cubicBezTo>
                    <a:pt x="567" y="7876"/>
                    <a:pt x="501" y="7509"/>
                    <a:pt x="401" y="7342"/>
                  </a:cubicBezTo>
                  <a:cubicBezTo>
                    <a:pt x="301" y="7075"/>
                    <a:pt x="234" y="6842"/>
                    <a:pt x="200" y="6575"/>
                  </a:cubicBezTo>
                  <a:cubicBezTo>
                    <a:pt x="167" y="6341"/>
                    <a:pt x="234" y="6075"/>
                    <a:pt x="334" y="5841"/>
                  </a:cubicBezTo>
                  <a:cubicBezTo>
                    <a:pt x="401" y="5574"/>
                    <a:pt x="567" y="5374"/>
                    <a:pt x="701" y="5141"/>
                  </a:cubicBezTo>
                  <a:lnTo>
                    <a:pt x="1134" y="4407"/>
                  </a:lnTo>
                  <a:cubicBezTo>
                    <a:pt x="1668" y="3473"/>
                    <a:pt x="2135" y="2472"/>
                    <a:pt x="2636" y="1505"/>
                  </a:cubicBezTo>
                  <a:cubicBezTo>
                    <a:pt x="2869" y="1038"/>
                    <a:pt x="3236" y="37"/>
                    <a:pt x="3203" y="4"/>
                  </a:cubicBezTo>
                  <a:cubicBezTo>
                    <a:pt x="3202" y="2"/>
                    <a:pt x="3200" y="1"/>
                    <a:pt x="3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47" name="Google Shape;5947;p69"/>
            <p:cNvSpPr/>
            <p:nvPr/>
          </p:nvSpPr>
          <p:spPr>
            <a:xfrm>
              <a:off x="4259835" y="4172907"/>
              <a:ext cx="26904" cy="201661"/>
            </a:xfrm>
            <a:custGeom>
              <a:avLst/>
              <a:gdLst/>
              <a:ahLst/>
              <a:cxnLst/>
              <a:rect l="l" t="t" r="r" b="b"/>
              <a:pathLst>
                <a:path w="1669" h="12510" extrusionOk="0">
                  <a:moveTo>
                    <a:pt x="34" y="1"/>
                  </a:moveTo>
                  <a:cubicBezTo>
                    <a:pt x="1" y="1"/>
                    <a:pt x="168" y="1502"/>
                    <a:pt x="201" y="2002"/>
                  </a:cubicBezTo>
                  <a:cubicBezTo>
                    <a:pt x="368" y="2736"/>
                    <a:pt x="335" y="3437"/>
                    <a:pt x="301" y="4137"/>
                  </a:cubicBezTo>
                  <a:cubicBezTo>
                    <a:pt x="234" y="4838"/>
                    <a:pt x="201" y="5605"/>
                    <a:pt x="368" y="6305"/>
                  </a:cubicBezTo>
                  <a:lnTo>
                    <a:pt x="535" y="7406"/>
                  </a:lnTo>
                  <a:lnTo>
                    <a:pt x="768" y="8440"/>
                  </a:lnTo>
                  <a:cubicBezTo>
                    <a:pt x="868" y="9141"/>
                    <a:pt x="1035" y="9875"/>
                    <a:pt x="1168" y="10575"/>
                  </a:cubicBezTo>
                  <a:cubicBezTo>
                    <a:pt x="1269" y="10909"/>
                    <a:pt x="1335" y="11409"/>
                    <a:pt x="1469" y="11743"/>
                  </a:cubicBezTo>
                  <a:cubicBezTo>
                    <a:pt x="1602" y="12176"/>
                    <a:pt x="1669" y="12510"/>
                    <a:pt x="1669" y="12510"/>
                  </a:cubicBezTo>
                  <a:cubicBezTo>
                    <a:pt x="1669" y="12510"/>
                    <a:pt x="1669" y="12143"/>
                    <a:pt x="1635" y="11676"/>
                  </a:cubicBezTo>
                  <a:cubicBezTo>
                    <a:pt x="1602" y="11242"/>
                    <a:pt x="1535" y="10675"/>
                    <a:pt x="1469" y="10442"/>
                  </a:cubicBezTo>
                  <a:cubicBezTo>
                    <a:pt x="1269" y="9775"/>
                    <a:pt x="1102" y="9074"/>
                    <a:pt x="935" y="8340"/>
                  </a:cubicBezTo>
                  <a:cubicBezTo>
                    <a:pt x="835" y="8007"/>
                    <a:pt x="768" y="7640"/>
                    <a:pt x="668" y="7306"/>
                  </a:cubicBezTo>
                  <a:lnTo>
                    <a:pt x="501" y="6272"/>
                  </a:lnTo>
                  <a:cubicBezTo>
                    <a:pt x="335" y="5572"/>
                    <a:pt x="368" y="4838"/>
                    <a:pt x="468" y="4137"/>
                  </a:cubicBezTo>
                  <a:cubicBezTo>
                    <a:pt x="535" y="3437"/>
                    <a:pt x="635" y="2669"/>
                    <a:pt x="501" y="1969"/>
                  </a:cubicBezTo>
                  <a:cubicBezTo>
                    <a:pt x="435" y="1135"/>
                    <a:pt x="101" y="1"/>
                    <a:pt x="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48" name="Google Shape;5948;p69"/>
            <p:cNvSpPr/>
            <p:nvPr/>
          </p:nvSpPr>
          <p:spPr>
            <a:xfrm>
              <a:off x="4265751" y="4152483"/>
              <a:ext cx="15620" cy="121545"/>
            </a:xfrm>
            <a:custGeom>
              <a:avLst/>
              <a:gdLst/>
              <a:ahLst/>
              <a:cxnLst/>
              <a:rect l="l" t="t" r="r" b="b"/>
              <a:pathLst>
                <a:path w="969" h="7540" extrusionOk="0">
                  <a:moveTo>
                    <a:pt x="1" y="0"/>
                  </a:moveTo>
                  <a:cubicBezTo>
                    <a:pt x="1" y="34"/>
                    <a:pt x="101" y="234"/>
                    <a:pt x="234" y="501"/>
                  </a:cubicBezTo>
                  <a:cubicBezTo>
                    <a:pt x="268" y="667"/>
                    <a:pt x="301" y="768"/>
                    <a:pt x="334" y="901"/>
                  </a:cubicBezTo>
                  <a:cubicBezTo>
                    <a:pt x="401" y="1034"/>
                    <a:pt x="401" y="1168"/>
                    <a:pt x="435" y="1235"/>
                  </a:cubicBezTo>
                  <a:cubicBezTo>
                    <a:pt x="768" y="2035"/>
                    <a:pt x="902" y="2902"/>
                    <a:pt x="835" y="3770"/>
                  </a:cubicBezTo>
                  <a:cubicBezTo>
                    <a:pt x="801" y="4670"/>
                    <a:pt x="601" y="5538"/>
                    <a:pt x="468" y="6405"/>
                  </a:cubicBezTo>
                  <a:cubicBezTo>
                    <a:pt x="435" y="6572"/>
                    <a:pt x="468" y="6805"/>
                    <a:pt x="468" y="6939"/>
                  </a:cubicBezTo>
                  <a:cubicBezTo>
                    <a:pt x="468" y="7172"/>
                    <a:pt x="501" y="7339"/>
                    <a:pt x="568" y="7439"/>
                  </a:cubicBezTo>
                  <a:lnTo>
                    <a:pt x="568" y="7506"/>
                  </a:lnTo>
                  <a:cubicBezTo>
                    <a:pt x="568" y="7539"/>
                    <a:pt x="568" y="7539"/>
                    <a:pt x="601" y="7539"/>
                  </a:cubicBezTo>
                  <a:lnTo>
                    <a:pt x="635" y="7539"/>
                  </a:lnTo>
                  <a:cubicBezTo>
                    <a:pt x="668" y="7539"/>
                    <a:pt x="668" y="7506"/>
                    <a:pt x="668" y="7506"/>
                  </a:cubicBezTo>
                  <a:lnTo>
                    <a:pt x="668" y="7406"/>
                  </a:lnTo>
                  <a:lnTo>
                    <a:pt x="668" y="7372"/>
                  </a:lnTo>
                  <a:cubicBezTo>
                    <a:pt x="668" y="7372"/>
                    <a:pt x="635" y="7372"/>
                    <a:pt x="635" y="7406"/>
                  </a:cubicBezTo>
                  <a:cubicBezTo>
                    <a:pt x="601" y="7406"/>
                    <a:pt x="601" y="7472"/>
                    <a:pt x="601" y="7472"/>
                  </a:cubicBezTo>
                  <a:lnTo>
                    <a:pt x="601" y="7406"/>
                  </a:lnTo>
                  <a:cubicBezTo>
                    <a:pt x="601" y="7139"/>
                    <a:pt x="635" y="6638"/>
                    <a:pt x="668" y="6405"/>
                  </a:cubicBezTo>
                  <a:cubicBezTo>
                    <a:pt x="735" y="5571"/>
                    <a:pt x="935" y="4670"/>
                    <a:pt x="935" y="3803"/>
                  </a:cubicBezTo>
                  <a:cubicBezTo>
                    <a:pt x="968" y="2902"/>
                    <a:pt x="902" y="2002"/>
                    <a:pt x="635" y="1134"/>
                  </a:cubicBezTo>
                  <a:cubicBezTo>
                    <a:pt x="601" y="1001"/>
                    <a:pt x="568" y="868"/>
                    <a:pt x="568" y="734"/>
                  </a:cubicBezTo>
                  <a:cubicBezTo>
                    <a:pt x="501" y="601"/>
                    <a:pt x="435" y="501"/>
                    <a:pt x="334" y="367"/>
                  </a:cubicBezTo>
                  <a:cubicBezTo>
                    <a:pt x="168" y="167"/>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49" name="Google Shape;5949;p69"/>
            <p:cNvSpPr/>
            <p:nvPr/>
          </p:nvSpPr>
          <p:spPr>
            <a:xfrm>
              <a:off x="4227578" y="4394396"/>
              <a:ext cx="61320" cy="128589"/>
            </a:xfrm>
            <a:custGeom>
              <a:avLst/>
              <a:gdLst/>
              <a:ahLst/>
              <a:cxnLst/>
              <a:rect l="l" t="t" r="r" b="b"/>
              <a:pathLst>
                <a:path w="3804" h="7977" extrusionOk="0">
                  <a:moveTo>
                    <a:pt x="3756" y="1"/>
                  </a:moveTo>
                  <a:cubicBezTo>
                    <a:pt x="3682" y="1"/>
                    <a:pt x="3532" y="225"/>
                    <a:pt x="3470" y="538"/>
                  </a:cubicBezTo>
                  <a:cubicBezTo>
                    <a:pt x="3336" y="871"/>
                    <a:pt x="3336" y="1238"/>
                    <a:pt x="3336" y="1472"/>
                  </a:cubicBezTo>
                  <a:cubicBezTo>
                    <a:pt x="3370" y="2005"/>
                    <a:pt x="3470" y="2506"/>
                    <a:pt x="3470" y="3040"/>
                  </a:cubicBezTo>
                  <a:cubicBezTo>
                    <a:pt x="3503" y="3573"/>
                    <a:pt x="3436" y="4140"/>
                    <a:pt x="3169" y="4574"/>
                  </a:cubicBezTo>
                  <a:cubicBezTo>
                    <a:pt x="2769" y="5541"/>
                    <a:pt x="1969" y="6342"/>
                    <a:pt x="1135" y="6976"/>
                  </a:cubicBezTo>
                  <a:cubicBezTo>
                    <a:pt x="968" y="7142"/>
                    <a:pt x="634" y="7376"/>
                    <a:pt x="468" y="7576"/>
                  </a:cubicBezTo>
                  <a:cubicBezTo>
                    <a:pt x="201" y="7810"/>
                    <a:pt x="1" y="7976"/>
                    <a:pt x="1" y="7976"/>
                  </a:cubicBezTo>
                  <a:cubicBezTo>
                    <a:pt x="1" y="7976"/>
                    <a:pt x="234" y="7876"/>
                    <a:pt x="568" y="7710"/>
                  </a:cubicBezTo>
                  <a:cubicBezTo>
                    <a:pt x="868" y="7543"/>
                    <a:pt x="1201" y="7343"/>
                    <a:pt x="1368" y="7209"/>
                  </a:cubicBezTo>
                  <a:cubicBezTo>
                    <a:pt x="2202" y="6509"/>
                    <a:pt x="2936" y="5675"/>
                    <a:pt x="3370" y="4674"/>
                  </a:cubicBezTo>
                  <a:cubicBezTo>
                    <a:pt x="3636" y="4207"/>
                    <a:pt x="3703" y="3640"/>
                    <a:pt x="3703" y="3073"/>
                  </a:cubicBezTo>
                  <a:cubicBezTo>
                    <a:pt x="3703" y="2539"/>
                    <a:pt x="3670" y="2005"/>
                    <a:pt x="3670" y="1472"/>
                  </a:cubicBezTo>
                  <a:cubicBezTo>
                    <a:pt x="3670" y="1172"/>
                    <a:pt x="3636" y="805"/>
                    <a:pt x="3670" y="504"/>
                  </a:cubicBezTo>
                  <a:cubicBezTo>
                    <a:pt x="3703" y="204"/>
                    <a:pt x="3803" y="4"/>
                    <a:pt x="3770" y="4"/>
                  </a:cubicBezTo>
                  <a:cubicBezTo>
                    <a:pt x="3766" y="2"/>
                    <a:pt x="3761" y="1"/>
                    <a:pt x="37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50" name="Google Shape;5950;p69"/>
            <p:cNvSpPr/>
            <p:nvPr/>
          </p:nvSpPr>
          <p:spPr>
            <a:xfrm>
              <a:off x="3712980" y="3458727"/>
              <a:ext cx="130685" cy="251230"/>
            </a:xfrm>
            <a:custGeom>
              <a:avLst/>
              <a:gdLst/>
              <a:ahLst/>
              <a:cxnLst/>
              <a:rect l="l" t="t" r="r" b="b"/>
              <a:pathLst>
                <a:path w="8107" h="15585" extrusionOk="0">
                  <a:moveTo>
                    <a:pt x="21" y="0"/>
                  </a:moveTo>
                  <a:cubicBezTo>
                    <a:pt x="8" y="0"/>
                    <a:pt x="1" y="2"/>
                    <a:pt x="1" y="6"/>
                  </a:cubicBezTo>
                  <a:cubicBezTo>
                    <a:pt x="1" y="40"/>
                    <a:pt x="501" y="207"/>
                    <a:pt x="1068" y="440"/>
                  </a:cubicBezTo>
                  <a:cubicBezTo>
                    <a:pt x="1669" y="674"/>
                    <a:pt x="2269" y="1007"/>
                    <a:pt x="2569" y="1241"/>
                  </a:cubicBezTo>
                  <a:cubicBezTo>
                    <a:pt x="2769" y="1374"/>
                    <a:pt x="2936" y="1574"/>
                    <a:pt x="3170" y="1741"/>
                  </a:cubicBezTo>
                  <a:cubicBezTo>
                    <a:pt x="3270" y="1941"/>
                    <a:pt x="3503" y="2175"/>
                    <a:pt x="3603" y="2375"/>
                  </a:cubicBezTo>
                  <a:lnTo>
                    <a:pt x="4070" y="3009"/>
                  </a:lnTo>
                  <a:cubicBezTo>
                    <a:pt x="4204" y="3209"/>
                    <a:pt x="4337" y="3442"/>
                    <a:pt x="4437" y="3676"/>
                  </a:cubicBezTo>
                  <a:cubicBezTo>
                    <a:pt x="4904" y="4576"/>
                    <a:pt x="5371" y="5577"/>
                    <a:pt x="5738" y="6545"/>
                  </a:cubicBezTo>
                  <a:cubicBezTo>
                    <a:pt x="5838" y="6811"/>
                    <a:pt x="5938" y="7045"/>
                    <a:pt x="6038" y="7278"/>
                  </a:cubicBezTo>
                  <a:lnTo>
                    <a:pt x="6239" y="8046"/>
                  </a:lnTo>
                  <a:cubicBezTo>
                    <a:pt x="6372" y="8546"/>
                    <a:pt x="6439" y="9080"/>
                    <a:pt x="6572" y="9580"/>
                  </a:cubicBezTo>
                  <a:cubicBezTo>
                    <a:pt x="6772" y="10614"/>
                    <a:pt x="6906" y="11682"/>
                    <a:pt x="7106" y="12716"/>
                  </a:cubicBezTo>
                  <a:cubicBezTo>
                    <a:pt x="7139" y="12982"/>
                    <a:pt x="7206" y="13249"/>
                    <a:pt x="7373" y="13516"/>
                  </a:cubicBezTo>
                  <a:cubicBezTo>
                    <a:pt x="7439" y="13783"/>
                    <a:pt x="7539" y="14183"/>
                    <a:pt x="7673" y="14450"/>
                  </a:cubicBezTo>
                  <a:cubicBezTo>
                    <a:pt x="7773" y="14784"/>
                    <a:pt x="7873" y="15051"/>
                    <a:pt x="7940" y="15251"/>
                  </a:cubicBezTo>
                  <a:cubicBezTo>
                    <a:pt x="7940" y="15284"/>
                    <a:pt x="8006" y="15384"/>
                    <a:pt x="8006" y="15384"/>
                  </a:cubicBezTo>
                  <a:cubicBezTo>
                    <a:pt x="8006" y="15418"/>
                    <a:pt x="8040" y="15451"/>
                    <a:pt x="8040" y="15518"/>
                  </a:cubicBezTo>
                  <a:cubicBezTo>
                    <a:pt x="8073" y="15584"/>
                    <a:pt x="8107" y="15584"/>
                    <a:pt x="8107" y="15584"/>
                  </a:cubicBezTo>
                  <a:cubicBezTo>
                    <a:pt x="8107" y="15584"/>
                    <a:pt x="8073" y="15584"/>
                    <a:pt x="8073" y="15518"/>
                  </a:cubicBezTo>
                  <a:lnTo>
                    <a:pt x="8073" y="15384"/>
                  </a:lnTo>
                  <a:cubicBezTo>
                    <a:pt x="8073" y="15351"/>
                    <a:pt x="8040" y="15251"/>
                    <a:pt x="8040" y="15217"/>
                  </a:cubicBezTo>
                  <a:cubicBezTo>
                    <a:pt x="7940" y="15017"/>
                    <a:pt x="7873" y="14717"/>
                    <a:pt x="7773" y="14383"/>
                  </a:cubicBezTo>
                  <a:cubicBezTo>
                    <a:pt x="7606" y="13716"/>
                    <a:pt x="7506" y="12949"/>
                    <a:pt x="7406" y="12582"/>
                  </a:cubicBezTo>
                  <a:cubicBezTo>
                    <a:pt x="7173" y="11581"/>
                    <a:pt x="7006" y="10547"/>
                    <a:pt x="6772" y="9513"/>
                  </a:cubicBezTo>
                  <a:cubicBezTo>
                    <a:pt x="6672" y="9013"/>
                    <a:pt x="6572" y="8479"/>
                    <a:pt x="6405" y="7979"/>
                  </a:cubicBezTo>
                  <a:lnTo>
                    <a:pt x="6205" y="7212"/>
                  </a:lnTo>
                  <a:cubicBezTo>
                    <a:pt x="6105" y="6945"/>
                    <a:pt x="6005" y="6711"/>
                    <a:pt x="5905" y="6444"/>
                  </a:cubicBezTo>
                  <a:cubicBezTo>
                    <a:pt x="5705" y="5977"/>
                    <a:pt x="5505" y="5510"/>
                    <a:pt x="5271" y="5010"/>
                  </a:cubicBezTo>
                  <a:cubicBezTo>
                    <a:pt x="5071" y="4543"/>
                    <a:pt x="4871" y="4043"/>
                    <a:pt x="4604" y="3576"/>
                  </a:cubicBezTo>
                  <a:cubicBezTo>
                    <a:pt x="4504" y="3342"/>
                    <a:pt x="4371" y="3075"/>
                    <a:pt x="4237" y="2875"/>
                  </a:cubicBezTo>
                  <a:lnTo>
                    <a:pt x="3837" y="2208"/>
                  </a:lnTo>
                  <a:cubicBezTo>
                    <a:pt x="3703" y="1975"/>
                    <a:pt x="3537" y="1741"/>
                    <a:pt x="3370" y="1541"/>
                  </a:cubicBezTo>
                  <a:cubicBezTo>
                    <a:pt x="3203" y="1374"/>
                    <a:pt x="3003" y="1174"/>
                    <a:pt x="2769" y="1007"/>
                  </a:cubicBezTo>
                  <a:cubicBezTo>
                    <a:pt x="2269" y="607"/>
                    <a:pt x="1569" y="373"/>
                    <a:pt x="1001" y="207"/>
                  </a:cubicBezTo>
                  <a:cubicBezTo>
                    <a:pt x="480" y="91"/>
                    <a:pt x="109" y="0"/>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51" name="Google Shape;5951;p69"/>
            <p:cNvSpPr/>
            <p:nvPr/>
          </p:nvSpPr>
          <p:spPr>
            <a:xfrm>
              <a:off x="3528551" y="3443703"/>
              <a:ext cx="164553" cy="13122"/>
            </a:xfrm>
            <a:custGeom>
              <a:avLst/>
              <a:gdLst/>
              <a:ahLst/>
              <a:cxnLst/>
              <a:rect l="l" t="t" r="r" b="b"/>
              <a:pathLst>
                <a:path w="10208" h="814" extrusionOk="0">
                  <a:moveTo>
                    <a:pt x="1978" y="0"/>
                  </a:moveTo>
                  <a:cubicBezTo>
                    <a:pt x="1875" y="0"/>
                    <a:pt x="1771" y="2"/>
                    <a:pt x="1668" y="4"/>
                  </a:cubicBezTo>
                  <a:cubicBezTo>
                    <a:pt x="1368" y="4"/>
                    <a:pt x="934" y="138"/>
                    <a:pt x="601" y="238"/>
                  </a:cubicBezTo>
                  <a:lnTo>
                    <a:pt x="0" y="505"/>
                  </a:lnTo>
                  <a:cubicBezTo>
                    <a:pt x="0" y="505"/>
                    <a:pt x="334" y="471"/>
                    <a:pt x="667" y="405"/>
                  </a:cubicBezTo>
                  <a:cubicBezTo>
                    <a:pt x="1034" y="338"/>
                    <a:pt x="1468" y="305"/>
                    <a:pt x="1668" y="305"/>
                  </a:cubicBezTo>
                  <a:cubicBezTo>
                    <a:pt x="2019" y="265"/>
                    <a:pt x="2371" y="249"/>
                    <a:pt x="2722" y="249"/>
                  </a:cubicBezTo>
                  <a:cubicBezTo>
                    <a:pt x="3538" y="249"/>
                    <a:pt x="4354" y="335"/>
                    <a:pt x="5171" y="405"/>
                  </a:cubicBezTo>
                  <a:cubicBezTo>
                    <a:pt x="5447" y="421"/>
                    <a:pt x="5725" y="425"/>
                    <a:pt x="6004" y="425"/>
                  </a:cubicBezTo>
                  <a:cubicBezTo>
                    <a:pt x="6389" y="425"/>
                    <a:pt x="6774" y="416"/>
                    <a:pt x="7157" y="416"/>
                  </a:cubicBezTo>
                  <a:cubicBezTo>
                    <a:pt x="7670" y="416"/>
                    <a:pt x="8178" y="432"/>
                    <a:pt x="8673" y="505"/>
                  </a:cubicBezTo>
                  <a:cubicBezTo>
                    <a:pt x="8807" y="572"/>
                    <a:pt x="9007" y="605"/>
                    <a:pt x="9173" y="605"/>
                  </a:cubicBezTo>
                  <a:cubicBezTo>
                    <a:pt x="9340" y="638"/>
                    <a:pt x="9507" y="638"/>
                    <a:pt x="9674" y="672"/>
                  </a:cubicBezTo>
                  <a:cubicBezTo>
                    <a:pt x="9921" y="754"/>
                    <a:pt x="10123" y="814"/>
                    <a:pt x="10186" y="814"/>
                  </a:cubicBezTo>
                  <a:cubicBezTo>
                    <a:pt x="10200" y="814"/>
                    <a:pt x="10208" y="811"/>
                    <a:pt x="10208" y="805"/>
                  </a:cubicBezTo>
                  <a:cubicBezTo>
                    <a:pt x="10208" y="805"/>
                    <a:pt x="9974" y="605"/>
                    <a:pt x="9640" y="471"/>
                  </a:cubicBezTo>
                  <a:cubicBezTo>
                    <a:pt x="9307" y="338"/>
                    <a:pt x="8873" y="271"/>
                    <a:pt x="8673" y="238"/>
                  </a:cubicBezTo>
                  <a:cubicBezTo>
                    <a:pt x="8390" y="214"/>
                    <a:pt x="8106" y="205"/>
                    <a:pt x="7823" y="205"/>
                  </a:cubicBezTo>
                  <a:cubicBezTo>
                    <a:pt x="7144" y="205"/>
                    <a:pt x="6466" y="254"/>
                    <a:pt x="5787" y="254"/>
                  </a:cubicBezTo>
                  <a:cubicBezTo>
                    <a:pt x="5582" y="254"/>
                    <a:pt x="5376" y="250"/>
                    <a:pt x="5171" y="238"/>
                  </a:cubicBezTo>
                  <a:cubicBezTo>
                    <a:pt x="4106" y="147"/>
                    <a:pt x="3042" y="0"/>
                    <a:pt x="19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52" name="Google Shape;5952;p69"/>
            <p:cNvSpPr/>
            <p:nvPr/>
          </p:nvSpPr>
          <p:spPr>
            <a:xfrm>
              <a:off x="3589307" y="3435224"/>
              <a:ext cx="191441" cy="49956"/>
            </a:xfrm>
            <a:custGeom>
              <a:avLst/>
              <a:gdLst/>
              <a:ahLst/>
              <a:cxnLst/>
              <a:rect l="l" t="t" r="r" b="b"/>
              <a:pathLst>
                <a:path w="11876" h="3099" extrusionOk="0">
                  <a:moveTo>
                    <a:pt x="3943" y="0"/>
                  </a:moveTo>
                  <a:cubicBezTo>
                    <a:pt x="3292" y="0"/>
                    <a:pt x="2643" y="15"/>
                    <a:pt x="2002" y="30"/>
                  </a:cubicBezTo>
                  <a:cubicBezTo>
                    <a:pt x="1201" y="97"/>
                    <a:pt x="1" y="197"/>
                    <a:pt x="1" y="264"/>
                  </a:cubicBezTo>
                  <a:cubicBezTo>
                    <a:pt x="1" y="297"/>
                    <a:pt x="368" y="330"/>
                    <a:pt x="835" y="330"/>
                  </a:cubicBezTo>
                  <a:lnTo>
                    <a:pt x="2035" y="330"/>
                  </a:lnTo>
                  <a:cubicBezTo>
                    <a:pt x="3087" y="235"/>
                    <a:pt x="4104" y="156"/>
                    <a:pt x="5137" y="156"/>
                  </a:cubicBezTo>
                  <a:cubicBezTo>
                    <a:pt x="5545" y="156"/>
                    <a:pt x="5956" y="169"/>
                    <a:pt x="6372" y="197"/>
                  </a:cubicBezTo>
                  <a:cubicBezTo>
                    <a:pt x="7072" y="297"/>
                    <a:pt x="7840" y="364"/>
                    <a:pt x="8507" y="631"/>
                  </a:cubicBezTo>
                  <a:cubicBezTo>
                    <a:pt x="8874" y="697"/>
                    <a:pt x="9174" y="931"/>
                    <a:pt x="9507" y="1031"/>
                  </a:cubicBezTo>
                  <a:cubicBezTo>
                    <a:pt x="9774" y="1264"/>
                    <a:pt x="10108" y="1364"/>
                    <a:pt x="10375" y="1631"/>
                  </a:cubicBezTo>
                  <a:cubicBezTo>
                    <a:pt x="10608" y="1798"/>
                    <a:pt x="11008" y="2165"/>
                    <a:pt x="11275" y="2499"/>
                  </a:cubicBezTo>
                  <a:cubicBezTo>
                    <a:pt x="11576" y="2832"/>
                    <a:pt x="11809" y="3099"/>
                    <a:pt x="11809" y="3099"/>
                  </a:cubicBezTo>
                  <a:cubicBezTo>
                    <a:pt x="11876" y="3099"/>
                    <a:pt x="11642" y="2765"/>
                    <a:pt x="11409" y="2332"/>
                  </a:cubicBezTo>
                  <a:cubicBezTo>
                    <a:pt x="11275" y="2165"/>
                    <a:pt x="11109" y="1965"/>
                    <a:pt x="10942" y="1798"/>
                  </a:cubicBezTo>
                  <a:cubicBezTo>
                    <a:pt x="10842" y="1631"/>
                    <a:pt x="10642" y="1498"/>
                    <a:pt x="10541" y="1431"/>
                  </a:cubicBezTo>
                  <a:cubicBezTo>
                    <a:pt x="10241" y="1164"/>
                    <a:pt x="9908" y="997"/>
                    <a:pt x="9574" y="831"/>
                  </a:cubicBezTo>
                  <a:cubicBezTo>
                    <a:pt x="9241" y="697"/>
                    <a:pt x="8907" y="530"/>
                    <a:pt x="8540" y="464"/>
                  </a:cubicBezTo>
                  <a:cubicBezTo>
                    <a:pt x="7840" y="264"/>
                    <a:pt x="7072" y="164"/>
                    <a:pt x="6372" y="97"/>
                  </a:cubicBezTo>
                  <a:cubicBezTo>
                    <a:pt x="5560" y="23"/>
                    <a:pt x="4749" y="0"/>
                    <a:pt x="39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53" name="Google Shape;5953;p69"/>
            <p:cNvSpPr/>
            <p:nvPr/>
          </p:nvSpPr>
          <p:spPr>
            <a:xfrm>
              <a:off x="3791484" y="3498607"/>
              <a:ext cx="48956" cy="137697"/>
            </a:xfrm>
            <a:custGeom>
              <a:avLst/>
              <a:gdLst/>
              <a:ahLst/>
              <a:cxnLst/>
              <a:rect l="l" t="t" r="r" b="b"/>
              <a:pathLst>
                <a:path w="3037" h="8542" extrusionOk="0">
                  <a:moveTo>
                    <a:pt x="34" y="1"/>
                  </a:moveTo>
                  <a:cubicBezTo>
                    <a:pt x="34" y="1"/>
                    <a:pt x="1" y="234"/>
                    <a:pt x="34" y="568"/>
                  </a:cubicBezTo>
                  <a:cubicBezTo>
                    <a:pt x="101" y="868"/>
                    <a:pt x="201" y="1235"/>
                    <a:pt x="301" y="1402"/>
                  </a:cubicBezTo>
                  <a:cubicBezTo>
                    <a:pt x="701" y="2369"/>
                    <a:pt x="1335" y="3203"/>
                    <a:pt x="1669" y="4171"/>
                  </a:cubicBezTo>
                  <a:cubicBezTo>
                    <a:pt x="2036" y="5105"/>
                    <a:pt x="2236" y="6105"/>
                    <a:pt x="2469" y="7106"/>
                  </a:cubicBezTo>
                  <a:cubicBezTo>
                    <a:pt x="2568" y="7598"/>
                    <a:pt x="2956" y="8541"/>
                    <a:pt x="2969" y="8541"/>
                  </a:cubicBezTo>
                  <a:cubicBezTo>
                    <a:pt x="2970" y="8541"/>
                    <a:pt x="2970" y="8541"/>
                    <a:pt x="2970" y="8540"/>
                  </a:cubicBezTo>
                  <a:cubicBezTo>
                    <a:pt x="3036" y="8507"/>
                    <a:pt x="2803" y="7406"/>
                    <a:pt x="2703" y="7039"/>
                  </a:cubicBezTo>
                  <a:cubicBezTo>
                    <a:pt x="2403" y="6039"/>
                    <a:pt x="2169" y="5038"/>
                    <a:pt x="1802" y="4071"/>
                  </a:cubicBezTo>
                  <a:cubicBezTo>
                    <a:pt x="1469" y="3103"/>
                    <a:pt x="868" y="2236"/>
                    <a:pt x="535" y="1268"/>
                  </a:cubicBezTo>
                  <a:cubicBezTo>
                    <a:pt x="501" y="1135"/>
                    <a:pt x="468" y="1002"/>
                    <a:pt x="368" y="868"/>
                  </a:cubicBezTo>
                  <a:cubicBezTo>
                    <a:pt x="334" y="735"/>
                    <a:pt x="234" y="568"/>
                    <a:pt x="201" y="435"/>
                  </a:cubicBezTo>
                  <a:cubicBezTo>
                    <a:pt x="134" y="201"/>
                    <a:pt x="68" y="1"/>
                    <a:pt x="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54" name="Google Shape;5954;p69"/>
            <p:cNvSpPr/>
            <p:nvPr/>
          </p:nvSpPr>
          <p:spPr>
            <a:xfrm>
              <a:off x="3391434" y="3447072"/>
              <a:ext cx="118305" cy="23632"/>
            </a:xfrm>
            <a:custGeom>
              <a:avLst/>
              <a:gdLst/>
              <a:ahLst/>
              <a:cxnLst/>
              <a:rect l="l" t="t" r="r" b="b"/>
              <a:pathLst>
                <a:path w="7339" h="1466" extrusionOk="0">
                  <a:moveTo>
                    <a:pt x="6608" y="0"/>
                  </a:moveTo>
                  <a:cubicBezTo>
                    <a:pt x="6432" y="0"/>
                    <a:pt x="6253" y="39"/>
                    <a:pt x="6138" y="62"/>
                  </a:cubicBezTo>
                  <a:cubicBezTo>
                    <a:pt x="5704" y="196"/>
                    <a:pt x="5304" y="363"/>
                    <a:pt x="4937" y="463"/>
                  </a:cubicBezTo>
                  <a:cubicBezTo>
                    <a:pt x="4537" y="629"/>
                    <a:pt x="4136" y="696"/>
                    <a:pt x="3703" y="763"/>
                  </a:cubicBezTo>
                  <a:cubicBezTo>
                    <a:pt x="2869" y="930"/>
                    <a:pt x="2035" y="1030"/>
                    <a:pt x="1201" y="1096"/>
                  </a:cubicBezTo>
                  <a:cubicBezTo>
                    <a:pt x="801" y="1196"/>
                    <a:pt x="0" y="1430"/>
                    <a:pt x="0" y="1430"/>
                  </a:cubicBezTo>
                  <a:cubicBezTo>
                    <a:pt x="9" y="1456"/>
                    <a:pt x="77" y="1466"/>
                    <a:pt x="177" y="1466"/>
                  </a:cubicBezTo>
                  <a:cubicBezTo>
                    <a:pt x="469" y="1466"/>
                    <a:pt x="1036" y="1380"/>
                    <a:pt x="1234" y="1330"/>
                  </a:cubicBezTo>
                  <a:cubicBezTo>
                    <a:pt x="2035" y="1163"/>
                    <a:pt x="2869" y="1063"/>
                    <a:pt x="3703" y="896"/>
                  </a:cubicBezTo>
                  <a:cubicBezTo>
                    <a:pt x="4136" y="863"/>
                    <a:pt x="4537" y="763"/>
                    <a:pt x="4970" y="629"/>
                  </a:cubicBezTo>
                  <a:cubicBezTo>
                    <a:pt x="5371" y="563"/>
                    <a:pt x="5771" y="429"/>
                    <a:pt x="6171" y="363"/>
                  </a:cubicBezTo>
                  <a:cubicBezTo>
                    <a:pt x="6371" y="296"/>
                    <a:pt x="6672" y="229"/>
                    <a:pt x="6872" y="196"/>
                  </a:cubicBezTo>
                  <a:cubicBezTo>
                    <a:pt x="7139" y="129"/>
                    <a:pt x="7305" y="129"/>
                    <a:pt x="7305" y="96"/>
                  </a:cubicBezTo>
                  <a:cubicBezTo>
                    <a:pt x="7339" y="62"/>
                    <a:pt x="7105" y="29"/>
                    <a:pt x="6838" y="29"/>
                  </a:cubicBezTo>
                  <a:cubicBezTo>
                    <a:pt x="6766" y="8"/>
                    <a:pt x="6687" y="0"/>
                    <a:pt x="66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55" name="Google Shape;5955;p69"/>
            <p:cNvSpPr/>
            <p:nvPr/>
          </p:nvSpPr>
          <p:spPr>
            <a:xfrm>
              <a:off x="3418322" y="3431403"/>
              <a:ext cx="145725" cy="16765"/>
            </a:xfrm>
            <a:custGeom>
              <a:avLst/>
              <a:gdLst/>
              <a:ahLst/>
              <a:cxnLst/>
              <a:rect l="l" t="t" r="r" b="b"/>
              <a:pathLst>
                <a:path w="9040" h="1040" extrusionOk="0">
                  <a:moveTo>
                    <a:pt x="7605" y="0"/>
                  </a:moveTo>
                  <a:cubicBezTo>
                    <a:pt x="6605" y="100"/>
                    <a:pt x="5571" y="267"/>
                    <a:pt x="4537" y="401"/>
                  </a:cubicBezTo>
                  <a:cubicBezTo>
                    <a:pt x="3536" y="534"/>
                    <a:pt x="2535" y="601"/>
                    <a:pt x="1501" y="701"/>
                  </a:cubicBezTo>
                  <a:cubicBezTo>
                    <a:pt x="1001" y="734"/>
                    <a:pt x="0" y="934"/>
                    <a:pt x="33" y="1001"/>
                  </a:cubicBezTo>
                  <a:cubicBezTo>
                    <a:pt x="33" y="1029"/>
                    <a:pt x="236" y="1040"/>
                    <a:pt x="498" y="1040"/>
                  </a:cubicBezTo>
                  <a:cubicBezTo>
                    <a:pt x="855" y="1040"/>
                    <a:pt x="1323" y="1020"/>
                    <a:pt x="1534" y="1001"/>
                  </a:cubicBezTo>
                  <a:cubicBezTo>
                    <a:pt x="2535" y="834"/>
                    <a:pt x="3569" y="667"/>
                    <a:pt x="4570" y="534"/>
                  </a:cubicBezTo>
                  <a:cubicBezTo>
                    <a:pt x="5571" y="401"/>
                    <a:pt x="6638" y="267"/>
                    <a:pt x="7639" y="234"/>
                  </a:cubicBezTo>
                  <a:cubicBezTo>
                    <a:pt x="7906" y="234"/>
                    <a:pt x="8239" y="200"/>
                    <a:pt x="8539" y="200"/>
                  </a:cubicBezTo>
                  <a:cubicBezTo>
                    <a:pt x="8840" y="200"/>
                    <a:pt x="9040" y="200"/>
                    <a:pt x="9040" y="167"/>
                  </a:cubicBezTo>
                  <a:cubicBezTo>
                    <a:pt x="9040" y="167"/>
                    <a:pt x="8806" y="67"/>
                    <a:pt x="8473" y="34"/>
                  </a:cubicBezTo>
                  <a:cubicBezTo>
                    <a:pt x="8139" y="0"/>
                    <a:pt x="7806" y="0"/>
                    <a:pt x="76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56" name="Google Shape;5956;p69"/>
            <p:cNvSpPr/>
            <p:nvPr/>
          </p:nvSpPr>
          <p:spPr>
            <a:xfrm>
              <a:off x="3882369" y="3826085"/>
              <a:ext cx="96801" cy="117241"/>
            </a:xfrm>
            <a:custGeom>
              <a:avLst/>
              <a:gdLst/>
              <a:ahLst/>
              <a:cxnLst/>
              <a:rect l="l" t="t" r="r" b="b"/>
              <a:pathLst>
                <a:path w="6005" h="7273" extrusionOk="0">
                  <a:moveTo>
                    <a:pt x="67" y="0"/>
                  </a:moveTo>
                  <a:cubicBezTo>
                    <a:pt x="34" y="0"/>
                    <a:pt x="0" y="301"/>
                    <a:pt x="0" y="701"/>
                  </a:cubicBezTo>
                  <a:cubicBezTo>
                    <a:pt x="0" y="868"/>
                    <a:pt x="0" y="1068"/>
                    <a:pt x="34" y="1235"/>
                  </a:cubicBezTo>
                  <a:cubicBezTo>
                    <a:pt x="67" y="1401"/>
                    <a:pt x="67" y="1568"/>
                    <a:pt x="100" y="1635"/>
                  </a:cubicBezTo>
                  <a:cubicBezTo>
                    <a:pt x="501" y="2736"/>
                    <a:pt x="1068" y="3770"/>
                    <a:pt x="1735" y="4704"/>
                  </a:cubicBezTo>
                  <a:cubicBezTo>
                    <a:pt x="2435" y="5571"/>
                    <a:pt x="3269" y="6438"/>
                    <a:pt x="4337" y="6972"/>
                  </a:cubicBezTo>
                  <a:cubicBezTo>
                    <a:pt x="4437" y="7005"/>
                    <a:pt x="4604" y="7106"/>
                    <a:pt x="4770" y="7139"/>
                  </a:cubicBezTo>
                  <a:cubicBezTo>
                    <a:pt x="4937" y="7239"/>
                    <a:pt x="5171" y="7239"/>
                    <a:pt x="5337" y="7272"/>
                  </a:cubicBezTo>
                  <a:cubicBezTo>
                    <a:pt x="5704" y="7272"/>
                    <a:pt x="6005" y="7239"/>
                    <a:pt x="6005" y="7239"/>
                  </a:cubicBezTo>
                  <a:cubicBezTo>
                    <a:pt x="6005" y="7172"/>
                    <a:pt x="5671" y="7139"/>
                    <a:pt x="5337" y="7072"/>
                  </a:cubicBezTo>
                  <a:cubicBezTo>
                    <a:pt x="5171" y="7005"/>
                    <a:pt x="5004" y="6972"/>
                    <a:pt x="4837" y="6905"/>
                  </a:cubicBezTo>
                  <a:cubicBezTo>
                    <a:pt x="4704" y="6805"/>
                    <a:pt x="4537" y="6772"/>
                    <a:pt x="4437" y="6739"/>
                  </a:cubicBezTo>
                  <a:cubicBezTo>
                    <a:pt x="3403" y="6305"/>
                    <a:pt x="2569" y="5504"/>
                    <a:pt x="1868" y="4604"/>
                  </a:cubicBezTo>
                  <a:cubicBezTo>
                    <a:pt x="1201" y="3670"/>
                    <a:pt x="667" y="2636"/>
                    <a:pt x="401" y="1568"/>
                  </a:cubicBezTo>
                  <a:lnTo>
                    <a:pt x="267" y="1068"/>
                  </a:lnTo>
                  <a:lnTo>
                    <a:pt x="167" y="568"/>
                  </a:lnTo>
                  <a:cubicBezTo>
                    <a:pt x="100" y="267"/>
                    <a:pt x="100"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57" name="Google Shape;5957;p69"/>
            <p:cNvSpPr/>
            <p:nvPr/>
          </p:nvSpPr>
          <p:spPr>
            <a:xfrm>
              <a:off x="3880209" y="3779837"/>
              <a:ext cx="65625" cy="132345"/>
            </a:xfrm>
            <a:custGeom>
              <a:avLst/>
              <a:gdLst/>
              <a:ahLst/>
              <a:cxnLst/>
              <a:rect l="l" t="t" r="r" b="b"/>
              <a:pathLst>
                <a:path w="4071" h="8210" extrusionOk="0">
                  <a:moveTo>
                    <a:pt x="34" y="1"/>
                  </a:moveTo>
                  <a:cubicBezTo>
                    <a:pt x="1" y="67"/>
                    <a:pt x="68" y="301"/>
                    <a:pt x="201" y="635"/>
                  </a:cubicBezTo>
                  <a:cubicBezTo>
                    <a:pt x="301" y="968"/>
                    <a:pt x="401" y="1302"/>
                    <a:pt x="468" y="1502"/>
                  </a:cubicBezTo>
                  <a:cubicBezTo>
                    <a:pt x="768" y="2503"/>
                    <a:pt x="1002" y="3570"/>
                    <a:pt x="1335" y="4604"/>
                  </a:cubicBezTo>
                  <a:cubicBezTo>
                    <a:pt x="1502" y="5104"/>
                    <a:pt x="1669" y="5605"/>
                    <a:pt x="1902" y="6105"/>
                  </a:cubicBezTo>
                  <a:cubicBezTo>
                    <a:pt x="2169" y="6605"/>
                    <a:pt x="2403" y="7039"/>
                    <a:pt x="2736" y="7506"/>
                  </a:cubicBezTo>
                  <a:cubicBezTo>
                    <a:pt x="2970" y="7773"/>
                    <a:pt x="3236" y="8006"/>
                    <a:pt x="3537" y="8140"/>
                  </a:cubicBezTo>
                  <a:cubicBezTo>
                    <a:pt x="3657" y="8193"/>
                    <a:pt x="3766" y="8209"/>
                    <a:pt x="3854" y="8209"/>
                  </a:cubicBezTo>
                  <a:cubicBezTo>
                    <a:pt x="3986" y="8209"/>
                    <a:pt x="4070" y="8173"/>
                    <a:pt x="4070" y="8173"/>
                  </a:cubicBezTo>
                  <a:cubicBezTo>
                    <a:pt x="4070" y="8140"/>
                    <a:pt x="3837" y="8140"/>
                    <a:pt x="3570" y="7940"/>
                  </a:cubicBezTo>
                  <a:cubicBezTo>
                    <a:pt x="3337" y="7773"/>
                    <a:pt x="3136" y="7473"/>
                    <a:pt x="3003" y="7339"/>
                  </a:cubicBezTo>
                  <a:cubicBezTo>
                    <a:pt x="2669" y="6972"/>
                    <a:pt x="2369" y="6505"/>
                    <a:pt x="2136" y="6072"/>
                  </a:cubicBezTo>
                  <a:cubicBezTo>
                    <a:pt x="1869" y="5605"/>
                    <a:pt x="1702" y="5104"/>
                    <a:pt x="1535" y="4604"/>
                  </a:cubicBezTo>
                  <a:cubicBezTo>
                    <a:pt x="1235" y="3570"/>
                    <a:pt x="1068" y="2503"/>
                    <a:pt x="801" y="1468"/>
                  </a:cubicBezTo>
                  <a:cubicBezTo>
                    <a:pt x="701" y="1235"/>
                    <a:pt x="535" y="835"/>
                    <a:pt x="368" y="501"/>
                  </a:cubicBezTo>
                  <a:cubicBezTo>
                    <a:pt x="201" y="234"/>
                    <a:pt x="34" y="1"/>
                    <a:pt x="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58" name="Google Shape;5958;p69"/>
            <p:cNvSpPr/>
            <p:nvPr/>
          </p:nvSpPr>
          <p:spPr>
            <a:xfrm>
              <a:off x="4008733" y="4638227"/>
              <a:ext cx="86581" cy="229436"/>
            </a:xfrm>
            <a:custGeom>
              <a:avLst/>
              <a:gdLst/>
              <a:ahLst/>
              <a:cxnLst/>
              <a:rect l="l" t="t" r="r" b="b"/>
              <a:pathLst>
                <a:path w="5371" h="14233" extrusionOk="0">
                  <a:moveTo>
                    <a:pt x="5357" y="1"/>
                  </a:moveTo>
                  <a:cubicBezTo>
                    <a:pt x="5324" y="1"/>
                    <a:pt x="5234" y="85"/>
                    <a:pt x="5104" y="189"/>
                  </a:cubicBezTo>
                  <a:cubicBezTo>
                    <a:pt x="5037" y="222"/>
                    <a:pt x="4937" y="289"/>
                    <a:pt x="4870" y="389"/>
                  </a:cubicBezTo>
                  <a:cubicBezTo>
                    <a:pt x="4770" y="456"/>
                    <a:pt x="4704" y="556"/>
                    <a:pt x="4603" y="689"/>
                  </a:cubicBezTo>
                  <a:cubicBezTo>
                    <a:pt x="4237" y="1090"/>
                    <a:pt x="3936" y="1723"/>
                    <a:pt x="3870" y="2057"/>
                  </a:cubicBezTo>
                  <a:cubicBezTo>
                    <a:pt x="3403" y="3792"/>
                    <a:pt x="3703" y="5626"/>
                    <a:pt x="3202" y="7294"/>
                  </a:cubicBezTo>
                  <a:cubicBezTo>
                    <a:pt x="2969" y="8195"/>
                    <a:pt x="2435" y="8895"/>
                    <a:pt x="1935" y="9596"/>
                  </a:cubicBezTo>
                  <a:cubicBezTo>
                    <a:pt x="1401" y="10296"/>
                    <a:pt x="867" y="11030"/>
                    <a:pt x="434" y="11797"/>
                  </a:cubicBezTo>
                  <a:cubicBezTo>
                    <a:pt x="234" y="12231"/>
                    <a:pt x="0" y="12865"/>
                    <a:pt x="0" y="13365"/>
                  </a:cubicBezTo>
                  <a:cubicBezTo>
                    <a:pt x="0" y="13599"/>
                    <a:pt x="34" y="13799"/>
                    <a:pt x="67" y="13966"/>
                  </a:cubicBezTo>
                  <a:cubicBezTo>
                    <a:pt x="100" y="14132"/>
                    <a:pt x="134" y="14232"/>
                    <a:pt x="134" y="14232"/>
                  </a:cubicBezTo>
                  <a:cubicBezTo>
                    <a:pt x="200" y="14232"/>
                    <a:pt x="67" y="13765"/>
                    <a:pt x="200" y="13265"/>
                  </a:cubicBezTo>
                  <a:cubicBezTo>
                    <a:pt x="300" y="12731"/>
                    <a:pt x="567" y="12231"/>
                    <a:pt x="734" y="11931"/>
                  </a:cubicBezTo>
                  <a:cubicBezTo>
                    <a:pt x="1101" y="11197"/>
                    <a:pt x="1601" y="10430"/>
                    <a:pt x="2102" y="9729"/>
                  </a:cubicBezTo>
                  <a:cubicBezTo>
                    <a:pt x="2602" y="9029"/>
                    <a:pt x="3102" y="8261"/>
                    <a:pt x="3369" y="7394"/>
                  </a:cubicBezTo>
                  <a:cubicBezTo>
                    <a:pt x="3870" y="5626"/>
                    <a:pt x="3603" y="3792"/>
                    <a:pt x="4170" y="2190"/>
                  </a:cubicBezTo>
                  <a:cubicBezTo>
                    <a:pt x="4270" y="1757"/>
                    <a:pt x="4537" y="1190"/>
                    <a:pt x="4770" y="756"/>
                  </a:cubicBezTo>
                  <a:cubicBezTo>
                    <a:pt x="4870" y="689"/>
                    <a:pt x="4904" y="556"/>
                    <a:pt x="4970" y="456"/>
                  </a:cubicBezTo>
                  <a:cubicBezTo>
                    <a:pt x="5070" y="356"/>
                    <a:pt x="5137" y="289"/>
                    <a:pt x="5204" y="222"/>
                  </a:cubicBezTo>
                  <a:cubicBezTo>
                    <a:pt x="5337" y="89"/>
                    <a:pt x="5371" y="22"/>
                    <a:pt x="5371" y="22"/>
                  </a:cubicBezTo>
                  <a:cubicBezTo>
                    <a:pt x="5371" y="8"/>
                    <a:pt x="5366" y="1"/>
                    <a:pt x="53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59" name="Google Shape;5959;p69"/>
            <p:cNvSpPr/>
            <p:nvPr/>
          </p:nvSpPr>
          <p:spPr>
            <a:xfrm>
              <a:off x="4028093" y="4724453"/>
              <a:ext cx="54856" cy="116854"/>
            </a:xfrm>
            <a:custGeom>
              <a:avLst/>
              <a:gdLst/>
              <a:ahLst/>
              <a:cxnLst/>
              <a:rect l="l" t="t" r="r" b="b"/>
              <a:pathLst>
                <a:path w="3403" h="7249" extrusionOk="0">
                  <a:moveTo>
                    <a:pt x="3359" y="0"/>
                  </a:moveTo>
                  <a:cubicBezTo>
                    <a:pt x="3328" y="0"/>
                    <a:pt x="3292" y="242"/>
                    <a:pt x="3202" y="511"/>
                  </a:cubicBezTo>
                  <a:cubicBezTo>
                    <a:pt x="3136" y="778"/>
                    <a:pt x="3036" y="1078"/>
                    <a:pt x="3002" y="1245"/>
                  </a:cubicBezTo>
                  <a:cubicBezTo>
                    <a:pt x="2802" y="2112"/>
                    <a:pt x="2468" y="3013"/>
                    <a:pt x="2035" y="3780"/>
                  </a:cubicBezTo>
                  <a:cubicBezTo>
                    <a:pt x="1901" y="4013"/>
                    <a:pt x="1835" y="4213"/>
                    <a:pt x="1701" y="4380"/>
                  </a:cubicBezTo>
                  <a:cubicBezTo>
                    <a:pt x="1568" y="4580"/>
                    <a:pt x="1401" y="4747"/>
                    <a:pt x="1301" y="4914"/>
                  </a:cubicBezTo>
                  <a:cubicBezTo>
                    <a:pt x="1001" y="5281"/>
                    <a:pt x="701" y="5614"/>
                    <a:pt x="400" y="6015"/>
                  </a:cubicBezTo>
                  <a:cubicBezTo>
                    <a:pt x="300" y="6248"/>
                    <a:pt x="167" y="6548"/>
                    <a:pt x="67" y="6782"/>
                  </a:cubicBezTo>
                  <a:cubicBezTo>
                    <a:pt x="0" y="7049"/>
                    <a:pt x="33" y="7249"/>
                    <a:pt x="33" y="7249"/>
                  </a:cubicBezTo>
                  <a:cubicBezTo>
                    <a:pt x="33" y="7249"/>
                    <a:pt x="67" y="7216"/>
                    <a:pt x="100" y="7115"/>
                  </a:cubicBezTo>
                  <a:cubicBezTo>
                    <a:pt x="167" y="7049"/>
                    <a:pt x="200" y="6915"/>
                    <a:pt x="300" y="6782"/>
                  </a:cubicBezTo>
                  <a:cubicBezTo>
                    <a:pt x="400" y="6548"/>
                    <a:pt x="634" y="6282"/>
                    <a:pt x="701" y="6181"/>
                  </a:cubicBezTo>
                  <a:cubicBezTo>
                    <a:pt x="901" y="5781"/>
                    <a:pt x="1201" y="5414"/>
                    <a:pt x="1468" y="5047"/>
                  </a:cubicBezTo>
                  <a:cubicBezTo>
                    <a:pt x="1635" y="4881"/>
                    <a:pt x="1735" y="4714"/>
                    <a:pt x="1868" y="4514"/>
                  </a:cubicBezTo>
                  <a:cubicBezTo>
                    <a:pt x="2001" y="4280"/>
                    <a:pt x="2068" y="4080"/>
                    <a:pt x="2202" y="3880"/>
                  </a:cubicBezTo>
                  <a:cubicBezTo>
                    <a:pt x="2635" y="3079"/>
                    <a:pt x="3002" y="2245"/>
                    <a:pt x="3302" y="1378"/>
                  </a:cubicBezTo>
                  <a:cubicBezTo>
                    <a:pt x="3369" y="1178"/>
                    <a:pt x="3369" y="844"/>
                    <a:pt x="3369" y="511"/>
                  </a:cubicBezTo>
                  <a:cubicBezTo>
                    <a:pt x="3402" y="211"/>
                    <a:pt x="3369" y="10"/>
                    <a:pt x="3369" y="10"/>
                  </a:cubicBezTo>
                  <a:cubicBezTo>
                    <a:pt x="3366" y="3"/>
                    <a:pt x="3362" y="0"/>
                    <a:pt x="33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60" name="Google Shape;5960;p69"/>
            <p:cNvSpPr/>
            <p:nvPr/>
          </p:nvSpPr>
          <p:spPr>
            <a:xfrm>
              <a:off x="4106050" y="4564317"/>
              <a:ext cx="70461" cy="64061"/>
            </a:xfrm>
            <a:custGeom>
              <a:avLst/>
              <a:gdLst/>
              <a:ahLst/>
              <a:cxnLst/>
              <a:rect l="l" t="t" r="r" b="b"/>
              <a:pathLst>
                <a:path w="4371" h="3974" extrusionOk="0">
                  <a:moveTo>
                    <a:pt x="4329" y="1"/>
                  </a:moveTo>
                  <a:cubicBezTo>
                    <a:pt x="4248" y="1"/>
                    <a:pt x="3622" y="215"/>
                    <a:pt x="3403" y="371"/>
                  </a:cubicBezTo>
                  <a:cubicBezTo>
                    <a:pt x="2336" y="1205"/>
                    <a:pt x="1235" y="2005"/>
                    <a:pt x="368" y="3106"/>
                  </a:cubicBezTo>
                  <a:cubicBezTo>
                    <a:pt x="334" y="3139"/>
                    <a:pt x="234" y="3273"/>
                    <a:pt x="201" y="3340"/>
                  </a:cubicBezTo>
                  <a:cubicBezTo>
                    <a:pt x="168" y="3440"/>
                    <a:pt x="134" y="3540"/>
                    <a:pt x="68" y="3640"/>
                  </a:cubicBezTo>
                  <a:cubicBezTo>
                    <a:pt x="34" y="3807"/>
                    <a:pt x="1" y="3973"/>
                    <a:pt x="34" y="3973"/>
                  </a:cubicBezTo>
                  <a:cubicBezTo>
                    <a:pt x="68" y="3973"/>
                    <a:pt x="168" y="3840"/>
                    <a:pt x="301" y="3673"/>
                  </a:cubicBezTo>
                  <a:cubicBezTo>
                    <a:pt x="334" y="3606"/>
                    <a:pt x="401" y="3506"/>
                    <a:pt x="468" y="3440"/>
                  </a:cubicBezTo>
                  <a:cubicBezTo>
                    <a:pt x="535" y="3340"/>
                    <a:pt x="568" y="3273"/>
                    <a:pt x="635" y="3206"/>
                  </a:cubicBezTo>
                  <a:cubicBezTo>
                    <a:pt x="1302" y="2105"/>
                    <a:pt x="2403" y="1271"/>
                    <a:pt x="3570" y="604"/>
                  </a:cubicBezTo>
                  <a:cubicBezTo>
                    <a:pt x="3870" y="371"/>
                    <a:pt x="4371" y="4"/>
                    <a:pt x="4337" y="4"/>
                  </a:cubicBezTo>
                  <a:cubicBezTo>
                    <a:pt x="4337" y="2"/>
                    <a:pt x="4334" y="1"/>
                    <a:pt x="43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61" name="Google Shape;5961;p69"/>
            <p:cNvSpPr/>
            <p:nvPr/>
          </p:nvSpPr>
          <p:spPr>
            <a:xfrm>
              <a:off x="4090494" y="4648802"/>
              <a:ext cx="26872" cy="67317"/>
            </a:xfrm>
            <a:custGeom>
              <a:avLst/>
              <a:gdLst/>
              <a:ahLst/>
              <a:cxnLst/>
              <a:rect l="l" t="t" r="r" b="b"/>
              <a:pathLst>
                <a:path w="1667" h="4176" extrusionOk="0">
                  <a:moveTo>
                    <a:pt x="1666" y="0"/>
                  </a:moveTo>
                  <a:cubicBezTo>
                    <a:pt x="1666" y="0"/>
                    <a:pt x="1533" y="0"/>
                    <a:pt x="1366" y="100"/>
                  </a:cubicBezTo>
                  <a:cubicBezTo>
                    <a:pt x="1333" y="133"/>
                    <a:pt x="1266" y="167"/>
                    <a:pt x="1166" y="234"/>
                  </a:cubicBezTo>
                  <a:cubicBezTo>
                    <a:pt x="1099" y="267"/>
                    <a:pt x="1033" y="300"/>
                    <a:pt x="999" y="334"/>
                  </a:cubicBezTo>
                  <a:cubicBezTo>
                    <a:pt x="699" y="801"/>
                    <a:pt x="532" y="1368"/>
                    <a:pt x="365" y="1868"/>
                  </a:cubicBezTo>
                  <a:cubicBezTo>
                    <a:pt x="265" y="2402"/>
                    <a:pt x="132" y="2902"/>
                    <a:pt x="32" y="3436"/>
                  </a:cubicBezTo>
                  <a:cubicBezTo>
                    <a:pt x="0" y="3687"/>
                    <a:pt x="28" y="4175"/>
                    <a:pt x="31" y="4175"/>
                  </a:cubicBezTo>
                  <a:cubicBezTo>
                    <a:pt x="32" y="4175"/>
                    <a:pt x="32" y="4174"/>
                    <a:pt x="32" y="4170"/>
                  </a:cubicBezTo>
                  <a:cubicBezTo>
                    <a:pt x="132" y="4170"/>
                    <a:pt x="265" y="3636"/>
                    <a:pt x="299" y="3436"/>
                  </a:cubicBezTo>
                  <a:cubicBezTo>
                    <a:pt x="299" y="2935"/>
                    <a:pt x="365" y="2402"/>
                    <a:pt x="499" y="1901"/>
                  </a:cubicBezTo>
                  <a:cubicBezTo>
                    <a:pt x="632" y="1401"/>
                    <a:pt x="832" y="901"/>
                    <a:pt x="1199" y="567"/>
                  </a:cubicBezTo>
                  <a:cubicBezTo>
                    <a:pt x="1299" y="467"/>
                    <a:pt x="1433" y="334"/>
                    <a:pt x="1500" y="234"/>
                  </a:cubicBezTo>
                  <a:cubicBezTo>
                    <a:pt x="1600" y="133"/>
                    <a:pt x="1666" y="67"/>
                    <a:pt x="16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962" name="Google Shape;5962;p69"/>
          <p:cNvGrpSpPr/>
          <p:nvPr/>
        </p:nvGrpSpPr>
        <p:grpSpPr>
          <a:xfrm>
            <a:off x="4562374" y="4252711"/>
            <a:ext cx="173542" cy="62575"/>
            <a:chOff x="4310919" y="4364348"/>
            <a:chExt cx="182849" cy="65931"/>
          </a:xfrm>
        </p:grpSpPr>
        <p:sp>
          <p:nvSpPr>
            <p:cNvPr id="5963" name="Google Shape;5963;p69"/>
            <p:cNvSpPr/>
            <p:nvPr/>
          </p:nvSpPr>
          <p:spPr>
            <a:xfrm>
              <a:off x="4313611" y="4365960"/>
              <a:ext cx="180157" cy="64319"/>
            </a:xfrm>
            <a:custGeom>
              <a:avLst/>
              <a:gdLst/>
              <a:ahLst/>
              <a:cxnLst/>
              <a:rect l="l" t="t" r="r" b="b"/>
              <a:pathLst>
                <a:path w="11176" h="3990" extrusionOk="0">
                  <a:moveTo>
                    <a:pt x="34" y="0"/>
                  </a:moveTo>
                  <a:cubicBezTo>
                    <a:pt x="1" y="100"/>
                    <a:pt x="1001" y="1201"/>
                    <a:pt x="1435" y="1568"/>
                  </a:cubicBezTo>
                  <a:cubicBezTo>
                    <a:pt x="2502" y="2435"/>
                    <a:pt x="3770" y="3136"/>
                    <a:pt x="5138" y="3469"/>
                  </a:cubicBezTo>
                  <a:cubicBezTo>
                    <a:pt x="5805" y="3636"/>
                    <a:pt x="6472" y="3769"/>
                    <a:pt x="7172" y="3903"/>
                  </a:cubicBezTo>
                  <a:cubicBezTo>
                    <a:pt x="7617" y="3966"/>
                    <a:pt x="8074" y="3990"/>
                    <a:pt x="8528" y="3990"/>
                  </a:cubicBezTo>
                  <a:cubicBezTo>
                    <a:pt x="8790" y="3990"/>
                    <a:pt x="9051" y="3982"/>
                    <a:pt x="9307" y="3970"/>
                  </a:cubicBezTo>
                  <a:cubicBezTo>
                    <a:pt x="10041" y="3836"/>
                    <a:pt x="11175" y="3636"/>
                    <a:pt x="11175" y="3569"/>
                  </a:cubicBezTo>
                  <a:cubicBezTo>
                    <a:pt x="11175" y="3503"/>
                    <a:pt x="10808" y="3469"/>
                    <a:pt x="10375" y="3469"/>
                  </a:cubicBezTo>
                  <a:cubicBezTo>
                    <a:pt x="9941" y="3469"/>
                    <a:pt x="9474" y="3503"/>
                    <a:pt x="9207" y="3569"/>
                  </a:cubicBezTo>
                  <a:cubicBezTo>
                    <a:pt x="8776" y="3634"/>
                    <a:pt x="8346" y="3671"/>
                    <a:pt x="7915" y="3671"/>
                  </a:cubicBezTo>
                  <a:cubicBezTo>
                    <a:pt x="7678" y="3671"/>
                    <a:pt x="7442" y="3660"/>
                    <a:pt x="7206" y="3636"/>
                  </a:cubicBezTo>
                  <a:cubicBezTo>
                    <a:pt x="6505" y="3569"/>
                    <a:pt x="5838" y="3436"/>
                    <a:pt x="5171" y="3269"/>
                  </a:cubicBezTo>
                  <a:cubicBezTo>
                    <a:pt x="3837" y="2936"/>
                    <a:pt x="2669" y="2235"/>
                    <a:pt x="1669" y="1268"/>
                  </a:cubicBezTo>
                  <a:cubicBezTo>
                    <a:pt x="1168" y="834"/>
                    <a:pt x="101"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64" name="Google Shape;5964;p69"/>
            <p:cNvSpPr/>
            <p:nvPr/>
          </p:nvSpPr>
          <p:spPr>
            <a:xfrm>
              <a:off x="4310919" y="4364348"/>
              <a:ext cx="26904" cy="33497"/>
            </a:xfrm>
            <a:custGeom>
              <a:avLst/>
              <a:gdLst/>
              <a:ahLst/>
              <a:cxnLst/>
              <a:rect l="l" t="t" r="r" b="b"/>
              <a:pathLst>
                <a:path w="1669" h="2078" extrusionOk="0">
                  <a:moveTo>
                    <a:pt x="34" y="0"/>
                  </a:moveTo>
                  <a:lnTo>
                    <a:pt x="34" y="0"/>
                  </a:lnTo>
                  <a:cubicBezTo>
                    <a:pt x="134" y="434"/>
                    <a:pt x="101" y="600"/>
                    <a:pt x="101" y="867"/>
                  </a:cubicBezTo>
                  <a:cubicBezTo>
                    <a:pt x="34" y="1067"/>
                    <a:pt x="34" y="1334"/>
                    <a:pt x="1" y="1568"/>
                  </a:cubicBezTo>
                  <a:cubicBezTo>
                    <a:pt x="1" y="1701"/>
                    <a:pt x="34" y="1835"/>
                    <a:pt x="134" y="1935"/>
                  </a:cubicBezTo>
                  <a:lnTo>
                    <a:pt x="268" y="2068"/>
                  </a:lnTo>
                  <a:cubicBezTo>
                    <a:pt x="274" y="2075"/>
                    <a:pt x="281" y="2078"/>
                    <a:pt x="287" y="2078"/>
                  </a:cubicBezTo>
                  <a:cubicBezTo>
                    <a:pt x="313" y="2078"/>
                    <a:pt x="334" y="2035"/>
                    <a:pt x="334" y="2035"/>
                  </a:cubicBezTo>
                  <a:cubicBezTo>
                    <a:pt x="334" y="2035"/>
                    <a:pt x="334" y="2001"/>
                    <a:pt x="368" y="1868"/>
                  </a:cubicBezTo>
                  <a:cubicBezTo>
                    <a:pt x="368" y="1735"/>
                    <a:pt x="435" y="1601"/>
                    <a:pt x="435" y="1534"/>
                  </a:cubicBezTo>
                  <a:cubicBezTo>
                    <a:pt x="368" y="1268"/>
                    <a:pt x="334" y="1067"/>
                    <a:pt x="334" y="834"/>
                  </a:cubicBezTo>
                  <a:lnTo>
                    <a:pt x="334" y="434"/>
                  </a:lnTo>
                  <a:lnTo>
                    <a:pt x="334" y="234"/>
                  </a:lnTo>
                  <a:cubicBezTo>
                    <a:pt x="435" y="234"/>
                    <a:pt x="468" y="267"/>
                    <a:pt x="635" y="334"/>
                  </a:cubicBezTo>
                  <a:cubicBezTo>
                    <a:pt x="768" y="367"/>
                    <a:pt x="935" y="400"/>
                    <a:pt x="1035" y="500"/>
                  </a:cubicBezTo>
                  <a:cubicBezTo>
                    <a:pt x="1202" y="534"/>
                    <a:pt x="1635" y="534"/>
                    <a:pt x="1635" y="567"/>
                  </a:cubicBezTo>
                  <a:cubicBezTo>
                    <a:pt x="1669" y="500"/>
                    <a:pt x="1335" y="200"/>
                    <a:pt x="1168" y="167"/>
                  </a:cubicBezTo>
                  <a:cubicBezTo>
                    <a:pt x="801" y="67"/>
                    <a:pt x="601" y="10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965" name="Google Shape;5965;p69"/>
          <p:cNvGrpSpPr/>
          <p:nvPr/>
        </p:nvGrpSpPr>
        <p:grpSpPr>
          <a:xfrm>
            <a:off x="4767540" y="4314123"/>
            <a:ext cx="120453" cy="184680"/>
            <a:chOff x="4527088" y="4429054"/>
            <a:chExt cx="126913" cy="194585"/>
          </a:xfrm>
        </p:grpSpPr>
        <p:sp>
          <p:nvSpPr>
            <p:cNvPr id="5966" name="Google Shape;5966;p69"/>
            <p:cNvSpPr/>
            <p:nvPr/>
          </p:nvSpPr>
          <p:spPr>
            <a:xfrm>
              <a:off x="4542144" y="4438000"/>
              <a:ext cx="111857" cy="185638"/>
            </a:xfrm>
            <a:custGeom>
              <a:avLst/>
              <a:gdLst/>
              <a:ahLst/>
              <a:cxnLst/>
              <a:rect l="l" t="t" r="r" b="b"/>
              <a:pathLst>
                <a:path w="6939" h="11516" extrusionOk="0">
                  <a:moveTo>
                    <a:pt x="267" y="1"/>
                  </a:moveTo>
                  <a:cubicBezTo>
                    <a:pt x="101" y="1"/>
                    <a:pt x="0" y="34"/>
                    <a:pt x="0" y="34"/>
                  </a:cubicBezTo>
                  <a:cubicBezTo>
                    <a:pt x="0" y="101"/>
                    <a:pt x="134" y="101"/>
                    <a:pt x="301" y="134"/>
                  </a:cubicBezTo>
                  <a:cubicBezTo>
                    <a:pt x="367" y="134"/>
                    <a:pt x="501" y="168"/>
                    <a:pt x="601" y="201"/>
                  </a:cubicBezTo>
                  <a:cubicBezTo>
                    <a:pt x="668" y="268"/>
                    <a:pt x="768" y="335"/>
                    <a:pt x="868" y="368"/>
                  </a:cubicBezTo>
                  <a:cubicBezTo>
                    <a:pt x="1301" y="635"/>
                    <a:pt x="1668" y="1035"/>
                    <a:pt x="1868" y="1269"/>
                  </a:cubicBezTo>
                  <a:cubicBezTo>
                    <a:pt x="2369" y="1836"/>
                    <a:pt x="2802" y="2503"/>
                    <a:pt x="3036" y="3270"/>
                  </a:cubicBezTo>
                  <a:cubicBezTo>
                    <a:pt x="3336" y="4004"/>
                    <a:pt x="3470" y="4804"/>
                    <a:pt x="3636" y="5605"/>
                  </a:cubicBezTo>
                  <a:cubicBezTo>
                    <a:pt x="3803" y="6372"/>
                    <a:pt x="3937" y="7173"/>
                    <a:pt x="4137" y="7973"/>
                  </a:cubicBezTo>
                  <a:cubicBezTo>
                    <a:pt x="4337" y="8707"/>
                    <a:pt x="4604" y="9508"/>
                    <a:pt x="5037" y="10208"/>
                  </a:cubicBezTo>
                  <a:cubicBezTo>
                    <a:pt x="5171" y="10442"/>
                    <a:pt x="5371" y="10609"/>
                    <a:pt x="5538" y="10809"/>
                  </a:cubicBezTo>
                  <a:cubicBezTo>
                    <a:pt x="5771" y="10942"/>
                    <a:pt x="5971" y="11109"/>
                    <a:pt x="6172" y="11209"/>
                  </a:cubicBezTo>
                  <a:cubicBezTo>
                    <a:pt x="6551" y="11413"/>
                    <a:pt x="6854" y="11515"/>
                    <a:pt x="6924" y="11515"/>
                  </a:cubicBezTo>
                  <a:cubicBezTo>
                    <a:pt x="6934" y="11515"/>
                    <a:pt x="6939" y="11513"/>
                    <a:pt x="6939" y="11509"/>
                  </a:cubicBezTo>
                  <a:cubicBezTo>
                    <a:pt x="6939" y="11476"/>
                    <a:pt x="6605" y="11209"/>
                    <a:pt x="6205" y="10942"/>
                  </a:cubicBezTo>
                  <a:cubicBezTo>
                    <a:pt x="6038" y="10775"/>
                    <a:pt x="5838" y="10609"/>
                    <a:pt x="5705" y="10442"/>
                  </a:cubicBezTo>
                  <a:cubicBezTo>
                    <a:pt x="5604" y="10208"/>
                    <a:pt x="5471" y="10108"/>
                    <a:pt x="5371" y="9975"/>
                  </a:cubicBezTo>
                  <a:cubicBezTo>
                    <a:pt x="4937" y="9374"/>
                    <a:pt x="4637" y="8640"/>
                    <a:pt x="4370" y="7873"/>
                  </a:cubicBezTo>
                  <a:cubicBezTo>
                    <a:pt x="4137" y="7139"/>
                    <a:pt x="4003" y="6339"/>
                    <a:pt x="3837" y="5538"/>
                  </a:cubicBezTo>
                  <a:cubicBezTo>
                    <a:pt x="3670" y="4771"/>
                    <a:pt x="3536" y="3970"/>
                    <a:pt x="3303" y="3170"/>
                  </a:cubicBezTo>
                  <a:cubicBezTo>
                    <a:pt x="3036" y="2436"/>
                    <a:pt x="2702" y="1669"/>
                    <a:pt x="2169" y="1002"/>
                  </a:cubicBezTo>
                  <a:cubicBezTo>
                    <a:pt x="1868" y="701"/>
                    <a:pt x="1368" y="335"/>
                    <a:pt x="934" y="134"/>
                  </a:cubicBezTo>
                  <a:cubicBezTo>
                    <a:pt x="668" y="34"/>
                    <a:pt x="434"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67" name="Google Shape;5967;p69"/>
            <p:cNvSpPr/>
            <p:nvPr/>
          </p:nvSpPr>
          <p:spPr>
            <a:xfrm>
              <a:off x="4527088" y="4429054"/>
              <a:ext cx="27984" cy="21552"/>
            </a:xfrm>
            <a:custGeom>
              <a:avLst/>
              <a:gdLst/>
              <a:ahLst/>
              <a:cxnLst/>
              <a:rect l="l" t="t" r="r" b="b"/>
              <a:pathLst>
                <a:path w="1736" h="1337" extrusionOk="0">
                  <a:moveTo>
                    <a:pt x="1450" y="0"/>
                  </a:moveTo>
                  <a:cubicBezTo>
                    <a:pt x="1369" y="0"/>
                    <a:pt x="1296" y="8"/>
                    <a:pt x="1268" y="22"/>
                  </a:cubicBezTo>
                  <a:cubicBezTo>
                    <a:pt x="1068" y="189"/>
                    <a:pt x="768" y="322"/>
                    <a:pt x="501" y="389"/>
                  </a:cubicBezTo>
                  <a:lnTo>
                    <a:pt x="234" y="489"/>
                  </a:lnTo>
                  <a:lnTo>
                    <a:pt x="67" y="523"/>
                  </a:lnTo>
                  <a:lnTo>
                    <a:pt x="0" y="523"/>
                  </a:lnTo>
                  <a:lnTo>
                    <a:pt x="0" y="556"/>
                  </a:lnTo>
                  <a:lnTo>
                    <a:pt x="67" y="656"/>
                  </a:lnTo>
                  <a:cubicBezTo>
                    <a:pt x="101" y="723"/>
                    <a:pt x="134" y="823"/>
                    <a:pt x="234" y="923"/>
                  </a:cubicBezTo>
                  <a:lnTo>
                    <a:pt x="334" y="1156"/>
                  </a:lnTo>
                  <a:cubicBezTo>
                    <a:pt x="401" y="1223"/>
                    <a:pt x="467" y="1256"/>
                    <a:pt x="601" y="1323"/>
                  </a:cubicBezTo>
                  <a:cubicBezTo>
                    <a:pt x="637" y="1332"/>
                    <a:pt x="668" y="1336"/>
                    <a:pt x="694" y="1336"/>
                  </a:cubicBezTo>
                  <a:cubicBezTo>
                    <a:pt x="765" y="1336"/>
                    <a:pt x="801" y="1305"/>
                    <a:pt x="801" y="1256"/>
                  </a:cubicBezTo>
                  <a:cubicBezTo>
                    <a:pt x="801" y="1223"/>
                    <a:pt x="801" y="1190"/>
                    <a:pt x="768" y="1090"/>
                  </a:cubicBezTo>
                  <a:cubicBezTo>
                    <a:pt x="768" y="1023"/>
                    <a:pt x="734" y="923"/>
                    <a:pt x="701" y="890"/>
                  </a:cubicBezTo>
                  <a:cubicBezTo>
                    <a:pt x="601" y="856"/>
                    <a:pt x="568" y="823"/>
                    <a:pt x="501" y="756"/>
                  </a:cubicBezTo>
                  <a:cubicBezTo>
                    <a:pt x="467" y="756"/>
                    <a:pt x="467" y="756"/>
                    <a:pt x="434" y="723"/>
                  </a:cubicBezTo>
                  <a:cubicBezTo>
                    <a:pt x="401" y="723"/>
                    <a:pt x="401" y="689"/>
                    <a:pt x="434" y="689"/>
                  </a:cubicBezTo>
                  <a:cubicBezTo>
                    <a:pt x="467" y="689"/>
                    <a:pt x="467" y="689"/>
                    <a:pt x="568" y="656"/>
                  </a:cubicBezTo>
                  <a:cubicBezTo>
                    <a:pt x="801" y="556"/>
                    <a:pt x="1101" y="489"/>
                    <a:pt x="1401" y="423"/>
                  </a:cubicBezTo>
                  <a:cubicBezTo>
                    <a:pt x="1535" y="389"/>
                    <a:pt x="1735" y="156"/>
                    <a:pt x="1735" y="56"/>
                  </a:cubicBezTo>
                  <a:cubicBezTo>
                    <a:pt x="1696" y="17"/>
                    <a:pt x="1565" y="0"/>
                    <a:pt x="14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968" name="Google Shape;5968;p69"/>
          <p:cNvGrpSpPr/>
          <p:nvPr/>
        </p:nvGrpSpPr>
        <p:grpSpPr>
          <a:xfrm>
            <a:off x="4542469" y="3921737"/>
            <a:ext cx="34210" cy="132463"/>
            <a:chOff x="4289947" y="4015624"/>
            <a:chExt cx="36044" cy="139567"/>
          </a:xfrm>
        </p:grpSpPr>
        <p:sp>
          <p:nvSpPr>
            <p:cNvPr id="5969" name="Google Shape;5969;p69"/>
            <p:cNvSpPr/>
            <p:nvPr/>
          </p:nvSpPr>
          <p:spPr>
            <a:xfrm>
              <a:off x="4289947" y="4020186"/>
              <a:ext cx="22584" cy="135005"/>
            </a:xfrm>
            <a:custGeom>
              <a:avLst/>
              <a:gdLst/>
              <a:ahLst/>
              <a:cxnLst/>
              <a:rect l="l" t="t" r="r" b="b"/>
              <a:pathLst>
                <a:path w="1401" h="8375" extrusionOk="0">
                  <a:moveTo>
                    <a:pt x="1270" y="1"/>
                  </a:moveTo>
                  <a:cubicBezTo>
                    <a:pt x="1270" y="1"/>
                    <a:pt x="1269" y="1"/>
                    <a:pt x="1269" y="1"/>
                  </a:cubicBezTo>
                  <a:cubicBezTo>
                    <a:pt x="1168" y="1"/>
                    <a:pt x="935" y="1035"/>
                    <a:pt x="935" y="1369"/>
                  </a:cubicBezTo>
                  <a:cubicBezTo>
                    <a:pt x="968" y="2270"/>
                    <a:pt x="835" y="3237"/>
                    <a:pt x="735" y="4204"/>
                  </a:cubicBezTo>
                  <a:cubicBezTo>
                    <a:pt x="635" y="5172"/>
                    <a:pt x="268" y="6039"/>
                    <a:pt x="68" y="7006"/>
                  </a:cubicBezTo>
                  <a:cubicBezTo>
                    <a:pt x="1" y="7273"/>
                    <a:pt x="1" y="7607"/>
                    <a:pt x="68" y="7907"/>
                  </a:cubicBezTo>
                  <a:cubicBezTo>
                    <a:pt x="101" y="8207"/>
                    <a:pt x="234" y="8374"/>
                    <a:pt x="268" y="8374"/>
                  </a:cubicBezTo>
                  <a:cubicBezTo>
                    <a:pt x="301" y="8341"/>
                    <a:pt x="268" y="8107"/>
                    <a:pt x="301" y="7840"/>
                  </a:cubicBezTo>
                  <a:cubicBezTo>
                    <a:pt x="335" y="7574"/>
                    <a:pt x="435" y="7240"/>
                    <a:pt x="468" y="7073"/>
                  </a:cubicBezTo>
                  <a:cubicBezTo>
                    <a:pt x="568" y="6106"/>
                    <a:pt x="902" y="5205"/>
                    <a:pt x="968" y="4238"/>
                  </a:cubicBezTo>
                  <a:cubicBezTo>
                    <a:pt x="1068" y="3337"/>
                    <a:pt x="1269" y="2370"/>
                    <a:pt x="1335" y="1402"/>
                  </a:cubicBezTo>
                  <a:cubicBezTo>
                    <a:pt x="1401" y="943"/>
                    <a:pt x="1305" y="1"/>
                    <a:pt x="1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70" name="Google Shape;5970;p69"/>
            <p:cNvSpPr/>
            <p:nvPr/>
          </p:nvSpPr>
          <p:spPr>
            <a:xfrm>
              <a:off x="4296411" y="4015624"/>
              <a:ext cx="29580" cy="18651"/>
            </a:xfrm>
            <a:custGeom>
              <a:avLst/>
              <a:gdLst/>
              <a:ahLst/>
              <a:cxnLst/>
              <a:rect l="l" t="t" r="r" b="b"/>
              <a:pathLst>
                <a:path w="1835" h="1157" extrusionOk="0">
                  <a:moveTo>
                    <a:pt x="963" y="1"/>
                  </a:moveTo>
                  <a:cubicBezTo>
                    <a:pt x="876" y="1"/>
                    <a:pt x="784" y="18"/>
                    <a:pt x="701" y="51"/>
                  </a:cubicBezTo>
                  <a:cubicBezTo>
                    <a:pt x="567" y="151"/>
                    <a:pt x="534" y="184"/>
                    <a:pt x="501" y="218"/>
                  </a:cubicBezTo>
                  <a:lnTo>
                    <a:pt x="367" y="384"/>
                  </a:lnTo>
                  <a:lnTo>
                    <a:pt x="67" y="685"/>
                  </a:lnTo>
                  <a:cubicBezTo>
                    <a:pt x="0" y="851"/>
                    <a:pt x="0" y="1152"/>
                    <a:pt x="67" y="1152"/>
                  </a:cubicBezTo>
                  <a:cubicBezTo>
                    <a:pt x="70" y="1155"/>
                    <a:pt x="75" y="1156"/>
                    <a:pt x="81" y="1156"/>
                  </a:cubicBezTo>
                  <a:cubicBezTo>
                    <a:pt x="146" y="1156"/>
                    <a:pt x="370" y="1009"/>
                    <a:pt x="401" y="918"/>
                  </a:cubicBezTo>
                  <a:cubicBezTo>
                    <a:pt x="434" y="818"/>
                    <a:pt x="534" y="685"/>
                    <a:pt x="567" y="551"/>
                  </a:cubicBezTo>
                  <a:cubicBezTo>
                    <a:pt x="567" y="518"/>
                    <a:pt x="601" y="451"/>
                    <a:pt x="667" y="384"/>
                  </a:cubicBezTo>
                  <a:cubicBezTo>
                    <a:pt x="667" y="351"/>
                    <a:pt x="701" y="351"/>
                    <a:pt x="701" y="318"/>
                  </a:cubicBezTo>
                  <a:lnTo>
                    <a:pt x="734" y="251"/>
                  </a:lnTo>
                  <a:cubicBezTo>
                    <a:pt x="767" y="218"/>
                    <a:pt x="767" y="251"/>
                    <a:pt x="734" y="184"/>
                  </a:cubicBezTo>
                  <a:lnTo>
                    <a:pt x="734" y="184"/>
                  </a:lnTo>
                  <a:lnTo>
                    <a:pt x="767" y="218"/>
                  </a:lnTo>
                  <a:cubicBezTo>
                    <a:pt x="834" y="184"/>
                    <a:pt x="893" y="168"/>
                    <a:pt x="943" y="168"/>
                  </a:cubicBezTo>
                  <a:cubicBezTo>
                    <a:pt x="993" y="168"/>
                    <a:pt x="1034" y="184"/>
                    <a:pt x="1068" y="218"/>
                  </a:cubicBezTo>
                  <a:cubicBezTo>
                    <a:pt x="1168" y="318"/>
                    <a:pt x="1234" y="384"/>
                    <a:pt x="1335" y="518"/>
                  </a:cubicBezTo>
                  <a:cubicBezTo>
                    <a:pt x="1401" y="651"/>
                    <a:pt x="1735" y="685"/>
                    <a:pt x="1768" y="685"/>
                  </a:cubicBezTo>
                  <a:cubicBezTo>
                    <a:pt x="1835" y="651"/>
                    <a:pt x="1701" y="351"/>
                    <a:pt x="1601" y="251"/>
                  </a:cubicBezTo>
                  <a:cubicBezTo>
                    <a:pt x="1501" y="218"/>
                    <a:pt x="1368" y="151"/>
                    <a:pt x="1201" y="51"/>
                  </a:cubicBezTo>
                  <a:cubicBezTo>
                    <a:pt x="1134" y="18"/>
                    <a:pt x="1051" y="1"/>
                    <a:pt x="9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971" name="Google Shape;5971;p69"/>
          <p:cNvGrpSpPr/>
          <p:nvPr/>
        </p:nvGrpSpPr>
        <p:grpSpPr>
          <a:xfrm>
            <a:off x="4616473" y="3958226"/>
            <a:ext cx="266930" cy="119948"/>
            <a:chOff x="4367919" y="4054070"/>
            <a:chExt cx="281246" cy="126381"/>
          </a:xfrm>
        </p:grpSpPr>
        <p:sp>
          <p:nvSpPr>
            <p:cNvPr id="5972" name="Google Shape;5972;p69"/>
            <p:cNvSpPr/>
            <p:nvPr/>
          </p:nvSpPr>
          <p:spPr>
            <a:xfrm>
              <a:off x="4367919" y="4054070"/>
              <a:ext cx="266190" cy="122625"/>
            </a:xfrm>
            <a:custGeom>
              <a:avLst/>
              <a:gdLst/>
              <a:ahLst/>
              <a:cxnLst/>
              <a:rect l="l" t="t" r="r" b="b"/>
              <a:pathLst>
                <a:path w="16513" h="7607" extrusionOk="0">
                  <a:moveTo>
                    <a:pt x="4437" y="1"/>
                  </a:moveTo>
                  <a:cubicBezTo>
                    <a:pt x="3837" y="1"/>
                    <a:pt x="3270" y="101"/>
                    <a:pt x="2669" y="268"/>
                  </a:cubicBezTo>
                  <a:cubicBezTo>
                    <a:pt x="2069" y="468"/>
                    <a:pt x="1302" y="835"/>
                    <a:pt x="768" y="1235"/>
                  </a:cubicBezTo>
                  <a:cubicBezTo>
                    <a:pt x="601" y="1302"/>
                    <a:pt x="501" y="1435"/>
                    <a:pt x="401" y="1502"/>
                  </a:cubicBezTo>
                  <a:cubicBezTo>
                    <a:pt x="301" y="1635"/>
                    <a:pt x="234" y="1736"/>
                    <a:pt x="134" y="1802"/>
                  </a:cubicBezTo>
                  <a:cubicBezTo>
                    <a:pt x="67" y="1969"/>
                    <a:pt x="1" y="2102"/>
                    <a:pt x="1" y="2102"/>
                  </a:cubicBezTo>
                  <a:cubicBezTo>
                    <a:pt x="67" y="2102"/>
                    <a:pt x="134" y="1969"/>
                    <a:pt x="301" y="1836"/>
                  </a:cubicBezTo>
                  <a:cubicBezTo>
                    <a:pt x="468" y="1736"/>
                    <a:pt x="735" y="1569"/>
                    <a:pt x="1068" y="1402"/>
                  </a:cubicBezTo>
                  <a:cubicBezTo>
                    <a:pt x="1635" y="1102"/>
                    <a:pt x="2436" y="835"/>
                    <a:pt x="2803" y="735"/>
                  </a:cubicBezTo>
                  <a:cubicBezTo>
                    <a:pt x="3336" y="535"/>
                    <a:pt x="3904" y="435"/>
                    <a:pt x="4471" y="368"/>
                  </a:cubicBezTo>
                  <a:cubicBezTo>
                    <a:pt x="4737" y="351"/>
                    <a:pt x="5021" y="343"/>
                    <a:pt x="5309" y="343"/>
                  </a:cubicBezTo>
                  <a:cubicBezTo>
                    <a:pt x="5596" y="343"/>
                    <a:pt x="5888" y="351"/>
                    <a:pt x="6172" y="368"/>
                  </a:cubicBezTo>
                  <a:cubicBezTo>
                    <a:pt x="7306" y="468"/>
                    <a:pt x="8473" y="601"/>
                    <a:pt x="9608" y="835"/>
                  </a:cubicBezTo>
                  <a:cubicBezTo>
                    <a:pt x="10742" y="1135"/>
                    <a:pt x="11776" y="1602"/>
                    <a:pt x="12743" y="2236"/>
                  </a:cubicBezTo>
                  <a:cubicBezTo>
                    <a:pt x="12977" y="2403"/>
                    <a:pt x="13244" y="2503"/>
                    <a:pt x="13444" y="2736"/>
                  </a:cubicBezTo>
                  <a:lnTo>
                    <a:pt x="14077" y="3303"/>
                  </a:lnTo>
                  <a:cubicBezTo>
                    <a:pt x="14278" y="3470"/>
                    <a:pt x="14444" y="3737"/>
                    <a:pt x="14645" y="3937"/>
                  </a:cubicBezTo>
                  <a:lnTo>
                    <a:pt x="14945" y="4271"/>
                  </a:lnTo>
                  <a:cubicBezTo>
                    <a:pt x="15011" y="4404"/>
                    <a:pt x="15112" y="4471"/>
                    <a:pt x="15178" y="4604"/>
                  </a:cubicBezTo>
                  <a:cubicBezTo>
                    <a:pt x="15512" y="5005"/>
                    <a:pt x="15945" y="5772"/>
                    <a:pt x="16112" y="6406"/>
                  </a:cubicBezTo>
                  <a:cubicBezTo>
                    <a:pt x="16279" y="6672"/>
                    <a:pt x="16346" y="7006"/>
                    <a:pt x="16412" y="7239"/>
                  </a:cubicBezTo>
                  <a:cubicBezTo>
                    <a:pt x="16446" y="7473"/>
                    <a:pt x="16479" y="7606"/>
                    <a:pt x="16479" y="7606"/>
                  </a:cubicBezTo>
                  <a:cubicBezTo>
                    <a:pt x="16513" y="7606"/>
                    <a:pt x="16513" y="7440"/>
                    <a:pt x="16513" y="7173"/>
                  </a:cubicBezTo>
                  <a:cubicBezTo>
                    <a:pt x="16513" y="7073"/>
                    <a:pt x="16513" y="6906"/>
                    <a:pt x="16479" y="6739"/>
                  </a:cubicBezTo>
                  <a:cubicBezTo>
                    <a:pt x="16446" y="6572"/>
                    <a:pt x="16412" y="6339"/>
                    <a:pt x="16346" y="6172"/>
                  </a:cubicBezTo>
                  <a:cubicBezTo>
                    <a:pt x="16146" y="5472"/>
                    <a:pt x="15745" y="4671"/>
                    <a:pt x="15478" y="4304"/>
                  </a:cubicBezTo>
                  <a:cubicBezTo>
                    <a:pt x="15412" y="4237"/>
                    <a:pt x="15278" y="4104"/>
                    <a:pt x="15178" y="3970"/>
                  </a:cubicBezTo>
                  <a:lnTo>
                    <a:pt x="14911" y="3637"/>
                  </a:lnTo>
                  <a:lnTo>
                    <a:pt x="14278" y="3003"/>
                  </a:lnTo>
                  <a:lnTo>
                    <a:pt x="13610" y="2436"/>
                  </a:lnTo>
                  <a:cubicBezTo>
                    <a:pt x="13410" y="2236"/>
                    <a:pt x="13143" y="2102"/>
                    <a:pt x="12910" y="1936"/>
                  </a:cubicBezTo>
                  <a:cubicBezTo>
                    <a:pt x="11909" y="1302"/>
                    <a:pt x="10775" y="835"/>
                    <a:pt x="9641" y="601"/>
                  </a:cubicBezTo>
                  <a:cubicBezTo>
                    <a:pt x="8507" y="334"/>
                    <a:pt x="7339" y="234"/>
                    <a:pt x="6172" y="101"/>
                  </a:cubicBezTo>
                  <a:cubicBezTo>
                    <a:pt x="5605" y="68"/>
                    <a:pt x="5004" y="1"/>
                    <a:pt x="44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73" name="Google Shape;5973;p69"/>
            <p:cNvSpPr/>
            <p:nvPr/>
          </p:nvSpPr>
          <p:spPr>
            <a:xfrm>
              <a:off x="4621729" y="4156191"/>
              <a:ext cx="27436" cy="24261"/>
            </a:xfrm>
            <a:custGeom>
              <a:avLst/>
              <a:gdLst/>
              <a:ahLst/>
              <a:cxnLst/>
              <a:rect l="l" t="t" r="r" b="b"/>
              <a:pathLst>
                <a:path w="1702" h="1505" extrusionOk="0">
                  <a:moveTo>
                    <a:pt x="1589" y="0"/>
                  </a:moveTo>
                  <a:cubicBezTo>
                    <a:pt x="1519" y="0"/>
                    <a:pt x="1232" y="178"/>
                    <a:pt x="1201" y="271"/>
                  </a:cubicBezTo>
                  <a:cubicBezTo>
                    <a:pt x="1134" y="371"/>
                    <a:pt x="1068" y="538"/>
                    <a:pt x="1034" y="671"/>
                  </a:cubicBezTo>
                  <a:cubicBezTo>
                    <a:pt x="968" y="771"/>
                    <a:pt x="968" y="804"/>
                    <a:pt x="934" y="871"/>
                  </a:cubicBezTo>
                  <a:cubicBezTo>
                    <a:pt x="934" y="971"/>
                    <a:pt x="901" y="971"/>
                    <a:pt x="901" y="1005"/>
                  </a:cubicBezTo>
                  <a:lnTo>
                    <a:pt x="868" y="1038"/>
                  </a:lnTo>
                  <a:cubicBezTo>
                    <a:pt x="801" y="1038"/>
                    <a:pt x="801" y="1005"/>
                    <a:pt x="801" y="1005"/>
                  </a:cubicBezTo>
                  <a:cubicBezTo>
                    <a:pt x="801" y="971"/>
                    <a:pt x="801" y="971"/>
                    <a:pt x="768" y="938"/>
                  </a:cubicBezTo>
                  <a:cubicBezTo>
                    <a:pt x="667" y="804"/>
                    <a:pt x="601" y="671"/>
                    <a:pt x="467" y="538"/>
                  </a:cubicBezTo>
                  <a:cubicBezTo>
                    <a:pt x="401" y="471"/>
                    <a:pt x="334" y="437"/>
                    <a:pt x="200" y="437"/>
                  </a:cubicBezTo>
                  <a:cubicBezTo>
                    <a:pt x="67" y="437"/>
                    <a:pt x="0" y="437"/>
                    <a:pt x="0" y="471"/>
                  </a:cubicBezTo>
                  <a:cubicBezTo>
                    <a:pt x="0" y="504"/>
                    <a:pt x="34" y="604"/>
                    <a:pt x="67" y="671"/>
                  </a:cubicBezTo>
                  <a:cubicBezTo>
                    <a:pt x="100" y="771"/>
                    <a:pt x="167" y="838"/>
                    <a:pt x="200" y="871"/>
                  </a:cubicBezTo>
                  <a:cubicBezTo>
                    <a:pt x="334" y="938"/>
                    <a:pt x="401" y="1038"/>
                    <a:pt x="534" y="1138"/>
                  </a:cubicBezTo>
                  <a:lnTo>
                    <a:pt x="768" y="1371"/>
                  </a:lnTo>
                  <a:cubicBezTo>
                    <a:pt x="834" y="1438"/>
                    <a:pt x="868" y="1505"/>
                    <a:pt x="901" y="1505"/>
                  </a:cubicBezTo>
                  <a:lnTo>
                    <a:pt x="1001" y="1338"/>
                  </a:lnTo>
                  <a:lnTo>
                    <a:pt x="1168" y="1071"/>
                  </a:lnTo>
                  <a:lnTo>
                    <a:pt x="1268" y="904"/>
                  </a:lnTo>
                  <a:cubicBezTo>
                    <a:pt x="1368" y="771"/>
                    <a:pt x="1501" y="671"/>
                    <a:pt x="1568" y="571"/>
                  </a:cubicBezTo>
                  <a:cubicBezTo>
                    <a:pt x="1668" y="437"/>
                    <a:pt x="1702" y="137"/>
                    <a:pt x="1601" y="4"/>
                  </a:cubicBezTo>
                  <a:cubicBezTo>
                    <a:pt x="1599" y="1"/>
                    <a:pt x="1595" y="0"/>
                    <a:pt x="15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974" name="Google Shape;5974;p69"/>
          <p:cNvGrpSpPr/>
          <p:nvPr/>
        </p:nvGrpSpPr>
        <p:grpSpPr>
          <a:xfrm>
            <a:off x="3345921" y="1912526"/>
            <a:ext cx="3007067" cy="3040755"/>
            <a:chOff x="3188979" y="2088853"/>
            <a:chExt cx="2903696" cy="2936226"/>
          </a:xfrm>
        </p:grpSpPr>
        <p:sp>
          <p:nvSpPr>
            <p:cNvPr id="5975" name="Google Shape;5975;p69"/>
            <p:cNvSpPr/>
            <p:nvPr/>
          </p:nvSpPr>
          <p:spPr>
            <a:xfrm>
              <a:off x="6047220" y="2130664"/>
              <a:ext cx="43024" cy="2852611"/>
            </a:xfrm>
            <a:custGeom>
              <a:avLst/>
              <a:gdLst/>
              <a:ahLst/>
              <a:cxnLst/>
              <a:rect l="l" t="t" r="r" b="b"/>
              <a:pathLst>
                <a:path w="2669" h="176961" extrusionOk="0">
                  <a:moveTo>
                    <a:pt x="0" y="0"/>
                  </a:moveTo>
                  <a:lnTo>
                    <a:pt x="0" y="0"/>
                  </a:lnTo>
                  <a:cubicBezTo>
                    <a:pt x="0" y="0"/>
                    <a:pt x="67" y="34"/>
                    <a:pt x="200" y="67"/>
                  </a:cubicBezTo>
                  <a:cubicBezTo>
                    <a:pt x="334" y="134"/>
                    <a:pt x="534" y="200"/>
                    <a:pt x="834" y="300"/>
                  </a:cubicBezTo>
                  <a:cubicBezTo>
                    <a:pt x="1068" y="367"/>
                    <a:pt x="1468" y="467"/>
                    <a:pt x="1801" y="667"/>
                  </a:cubicBezTo>
                  <a:cubicBezTo>
                    <a:pt x="1968" y="734"/>
                    <a:pt x="2135" y="867"/>
                    <a:pt x="2202" y="1068"/>
                  </a:cubicBezTo>
                  <a:cubicBezTo>
                    <a:pt x="2235" y="1168"/>
                    <a:pt x="2235" y="1234"/>
                    <a:pt x="2235" y="1368"/>
                  </a:cubicBezTo>
                  <a:lnTo>
                    <a:pt x="2235" y="1735"/>
                  </a:lnTo>
                  <a:cubicBezTo>
                    <a:pt x="2202" y="3836"/>
                    <a:pt x="2168" y="6672"/>
                    <a:pt x="2135" y="9707"/>
                  </a:cubicBezTo>
                  <a:cubicBezTo>
                    <a:pt x="2035" y="15845"/>
                    <a:pt x="2002" y="22850"/>
                    <a:pt x="2002" y="26519"/>
                  </a:cubicBezTo>
                  <a:cubicBezTo>
                    <a:pt x="2202" y="66715"/>
                    <a:pt x="2202" y="107177"/>
                    <a:pt x="2002" y="147406"/>
                  </a:cubicBezTo>
                  <a:cubicBezTo>
                    <a:pt x="2002" y="152176"/>
                    <a:pt x="2035" y="159581"/>
                    <a:pt x="2035" y="165786"/>
                  </a:cubicBezTo>
                  <a:cubicBezTo>
                    <a:pt x="2068" y="168921"/>
                    <a:pt x="2068" y="171690"/>
                    <a:pt x="2135" y="173691"/>
                  </a:cubicBezTo>
                  <a:cubicBezTo>
                    <a:pt x="2135" y="174692"/>
                    <a:pt x="2168" y="175492"/>
                    <a:pt x="2168" y="176093"/>
                  </a:cubicBezTo>
                  <a:cubicBezTo>
                    <a:pt x="2202" y="176360"/>
                    <a:pt x="2202" y="176593"/>
                    <a:pt x="2202" y="176760"/>
                  </a:cubicBezTo>
                  <a:lnTo>
                    <a:pt x="2202" y="176960"/>
                  </a:lnTo>
                  <a:cubicBezTo>
                    <a:pt x="2235" y="176960"/>
                    <a:pt x="2235" y="176860"/>
                    <a:pt x="2235" y="176693"/>
                  </a:cubicBezTo>
                  <a:cubicBezTo>
                    <a:pt x="2235" y="176527"/>
                    <a:pt x="2302" y="176293"/>
                    <a:pt x="2302" y="175993"/>
                  </a:cubicBezTo>
                  <a:cubicBezTo>
                    <a:pt x="2335" y="175359"/>
                    <a:pt x="2335" y="174492"/>
                    <a:pt x="2369" y="173424"/>
                  </a:cubicBezTo>
                  <a:cubicBezTo>
                    <a:pt x="2402" y="171223"/>
                    <a:pt x="2469" y="168221"/>
                    <a:pt x="2502" y="165018"/>
                  </a:cubicBezTo>
                  <a:cubicBezTo>
                    <a:pt x="2569" y="158614"/>
                    <a:pt x="2669" y="151242"/>
                    <a:pt x="2669" y="147439"/>
                  </a:cubicBezTo>
                  <a:cubicBezTo>
                    <a:pt x="2469" y="107244"/>
                    <a:pt x="2469" y="66748"/>
                    <a:pt x="2669" y="26553"/>
                  </a:cubicBezTo>
                  <a:cubicBezTo>
                    <a:pt x="2669" y="20848"/>
                    <a:pt x="2635" y="13810"/>
                    <a:pt x="2535" y="8206"/>
                  </a:cubicBezTo>
                  <a:cubicBezTo>
                    <a:pt x="2535" y="6838"/>
                    <a:pt x="2502" y="5504"/>
                    <a:pt x="2502" y="4337"/>
                  </a:cubicBezTo>
                  <a:cubicBezTo>
                    <a:pt x="2469" y="3736"/>
                    <a:pt x="2469" y="3169"/>
                    <a:pt x="2469" y="2669"/>
                  </a:cubicBezTo>
                  <a:lnTo>
                    <a:pt x="2469" y="1902"/>
                  </a:lnTo>
                  <a:cubicBezTo>
                    <a:pt x="2469" y="1668"/>
                    <a:pt x="2469" y="1468"/>
                    <a:pt x="2402" y="1201"/>
                  </a:cubicBezTo>
                  <a:cubicBezTo>
                    <a:pt x="2369" y="968"/>
                    <a:pt x="2202" y="801"/>
                    <a:pt x="2035" y="667"/>
                  </a:cubicBezTo>
                  <a:cubicBezTo>
                    <a:pt x="1868" y="534"/>
                    <a:pt x="1701" y="467"/>
                    <a:pt x="1535" y="400"/>
                  </a:cubicBezTo>
                  <a:cubicBezTo>
                    <a:pt x="1201" y="300"/>
                    <a:pt x="968" y="200"/>
                    <a:pt x="701" y="167"/>
                  </a:cubicBezTo>
                  <a:cubicBezTo>
                    <a:pt x="234" y="34"/>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76" name="Google Shape;5976;p69"/>
            <p:cNvSpPr/>
            <p:nvPr/>
          </p:nvSpPr>
          <p:spPr>
            <a:xfrm>
              <a:off x="5791799" y="2187665"/>
              <a:ext cx="48408" cy="12783"/>
            </a:xfrm>
            <a:custGeom>
              <a:avLst/>
              <a:gdLst/>
              <a:ahLst/>
              <a:cxnLst/>
              <a:rect l="l" t="t" r="r" b="b"/>
              <a:pathLst>
                <a:path w="3003" h="793" extrusionOk="0">
                  <a:moveTo>
                    <a:pt x="534" y="0"/>
                  </a:moveTo>
                  <a:cubicBezTo>
                    <a:pt x="334" y="0"/>
                    <a:pt x="34" y="33"/>
                    <a:pt x="34" y="100"/>
                  </a:cubicBezTo>
                  <a:cubicBezTo>
                    <a:pt x="0" y="133"/>
                    <a:pt x="334" y="267"/>
                    <a:pt x="467" y="300"/>
                  </a:cubicBezTo>
                  <a:lnTo>
                    <a:pt x="1468" y="434"/>
                  </a:lnTo>
                  <a:cubicBezTo>
                    <a:pt x="1802" y="500"/>
                    <a:pt x="2135" y="634"/>
                    <a:pt x="2402" y="767"/>
                  </a:cubicBezTo>
                  <a:cubicBezTo>
                    <a:pt x="2486" y="784"/>
                    <a:pt x="2611" y="792"/>
                    <a:pt x="2723" y="792"/>
                  </a:cubicBezTo>
                  <a:cubicBezTo>
                    <a:pt x="2836" y="792"/>
                    <a:pt x="2936" y="784"/>
                    <a:pt x="2969" y="767"/>
                  </a:cubicBezTo>
                  <a:cubicBezTo>
                    <a:pt x="3003" y="701"/>
                    <a:pt x="2669" y="500"/>
                    <a:pt x="2536" y="467"/>
                  </a:cubicBezTo>
                  <a:cubicBezTo>
                    <a:pt x="2202" y="434"/>
                    <a:pt x="1868" y="334"/>
                    <a:pt x="1535" y="267"/>
                  </a:cubicBezTo>
                  <a:cubicBezTo>
                    <a:pt x="1201" y="167"/>
                    <a:pt x="868" y="133"/>
                    <a:pt x="5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77" name="Google Shape;5977;p69"/>
            <p:cNvSpPr/>
            <p:nvPr/>
          </p:nvSpPr>
          <p:spPr>
            <a:xfrm>
              <a:off x="5794491" y="2204220"/>
              <a:ext cx="26904" cy="9269"/>
            </a:xfrm>
            <a:custGeom>
              <a:avLst/>
              <a:gdLst/>
              <a:ahLst/>
              <a:cxnLst/>
              <a:rect l="l" t="t" r="r" b="b"/>
              <a:pathLst>
                <a:path w="1669" h="575" extrusionOk="0">
                  <a:moveTo>
                    <a:pt x="243" y="0"/>
                  </a:moveTo>
                  <a:cubicBezTo>
                    <a:pt x="124" y="0"/>
                    <a:pt x="0" y="78"/>
                    <a:pt x="0" y="107"/>
                  </a:cubicBezTo>
                  <a:cubicBezTo>
                    <a:pt x="0" y="141"/>
                    <a:pt x="167" y="307"/>
                    <a:pt x="234" y="307"/>
                  </a:cubicBezTo>
                  <a:cubicBezTo>
                    <a:pt x="667" y="307"/>
                    <a:pt x="1034" y="407"/>
                    <a:pt x="1368" y="574"/>
                  </a:cubicBezTo>
                  <a:cubicBezTo>
                    <a:pt x="1468" y="574"/>
                    <a:pt x="1668" y="507"/>
                    <a:pt x="1668" y="507"/>
                  </a:cubicBezTo>
                  <a:cubicBezTo>
                    <a:pt x="1668" y="474"/>
                    <a:pt x="1501" y="307"/>
                    <a:pt x="1401" y="307"/>
                  </a:cubicBezTo>
                  <a:cubicBezTo>
                    <a:pt x="1034" y="274"/>
                    <a:pt x="667" y="174"/>
                    <a:pt x="300" y="7"/>
                  </a:cubicBezTo>
                  <a:cubicBezTo>
                    <a:pt x="282" y="2"/>
                    <a:pt x="263"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78" name="Google Shape;5978;p69"/>
            <p:cNvSpPr/>
            <p:nvPr/>
          </p:nvSpPr>
          <p:spPr>
            <a:xfrm>
              <a:off x="5797715" y="2219840"/>
              <a:ext cx="31208" cy="10317"/>
            </a:xfrm>
            <a:custGeom>
              <a:avLst/>
              <a:gdLst/>
              <a:ahLst/>
              <a:cxnLst/>
              <a:rect l="l" t="t" r="r" b="b"/>
              <a:pathLst>
                <a:path w="1936" h="640" extrusionOk="0">
                  <a:moveTo>
                    <a:pt x="188" y="0"/>
                  </a:moveTo>
                  <a:cubicBezTo>
                    <a:pt x="106" y="0"/>
                    <a:pt x="20" y="20"/>
                    <a:pt x="0" y="39"/>
                  </a:cubicBezTo>
                  <a:cubicBezTo>
                    <a:pt x="0" y="106"/>
                    <a:pt x="167" y="272"/>
                    <a:pt x="267" y="306"/>
                  </a:cubicBezTo>
                  <a:cubicBezTo>
                    <a:pt x="701" y="372"/>
                    <a:pt x="1168" y="472"/>
                    <a:pt x="1602" y="639"/>
                  </a:cubicBezTo>
                  <a:cubicBezTo>
                    <a:pt x="1668" y="639"/>
                    <a:pt x="1935" y="606"/>
                    <a:pt x="1935" y="539"/>
                  </a:cubicBezTo>
                  <a:cubicBezTo>
                    <a:pt x="1935" y="506"/>
                    <a:pt x="1702" y="339"/>
                    <a:pt x="1635" y="339"/>
                  </a:cubicBezTo>
                  <a:cubicBezTo>
                    <a:pt x="1168" y="339"/>
                    <a:pt x="701" y="306"/>
                    <a:pt x="334" y="39"/>
                  </a:cubicBezTo>
                  <a:cubicBezTo>
                    <a:pt x="306" y="11"/>
                    <a:pt x="248" y="0"/>
                    <a:pt x="1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79" name="Google Shape;5979;p69"/>
            <p:cNvSpPr/>
            <p:nvPr/>
          </p:nvSpPr>
          <p:spPr>
            <a:xfrm>
              <a:off x="3190059" y="2109551"/>
              <a:ext cx="304910" cy="82180"/>
            </a:xfrm>
            <a:custGeom>
              <a:avLst/>
              <a:gdLst/>
              <a:ahLst/>
              <a:cxnLst/>
              <a:rect l="l" t="t" r="r" b="b"/>
              <a:pathLst>
                <a:path w="18915" h="5098" extrusionOk="0">
                  <a:moveTo>
                    <a:pt x="11175" y="0"/>
                  </a:moveTo>
                  <a:cubicBezTo>
                    <a:pt x="10708" y="0"/>
                    <a:pt x="10241" y="0"/>
                    <a:pt x="9741" y="67"/>
                  </a:cubicBezTo>
                  <a:cubicBezTo>
                    <a:pt x="8740" y="100"/>
                    <a:pt x="7706" y="234"/>
                    <a:pt x="6739" y="401"/>
                  </a:cubicBezTo>
                  <a:cubicBezTo>
                    <a:pt x="5771" y="567"/>
                    <a:pt x="4937" y="668"/>
                    <a:pt x="4370" y="801"/>
                  </a:cubicBezTo>
                  <a:lnTo>
                    <a:pt x="3203" y="1068"/>
                  </a:lnTo>
                  <a:cubicBezTo>
                    <a:pt x="2769" y="1135"/>
                    <a:pt x="2436" y="1235"/>
                    <a:pt x="2035" y="1335"/>
                  </a:cubicBezTo>
                  <a:cubicBezTo>
                    <a:pt x="1668" y="1468"/>
                    <a:pt x="1235" y="1602"/>
                    <a:pt x="868" y="1802"/>
                  </a:cubicBezTo>
                  <a:cubicBezTo>
                    <a:pt x="668" y="1935"/>
                    <a:pt x="501" y="2069"/>
                    <a:pt x="334" y="2269"/>
                  </a:cubicBezTo>
                  <a:cubicBezTo>
                    <a:pt x="167" y="2435"/>
                    <a:pt x="1" y="2669"/>
                    <a:pt x="1" y="2969"/>
                  </a:cubicBezTo>
                  <a:cubicBezTo>
                    <a:pt x="1" y="3269"/>
                    <a:pt x="167" y="3503"/>
                    <a:pt x="334" y="3670"/>
                  </a:cubicBezTo>
                  <a:cubicBezTo>
                    <a:pt x="501" y="3836"/>
                    <a:pt x="668" y="3970"/>
                    <a:pt x="868" y="4070"/>
                  </a:cubicBezTo>
                  <a:cubicBezTo>
                    <a:pt x="1235" y="4270"/>
                    <a:pt x="1668" y="4404"/>
                    <a:pt x="2035" y="4504"/>
                  </a:cubicBezTo>
                  <a:cubicBezTo>
                    <a:pt x="2402" y="4637"/>
                    <a:pt x="2769" y="4737"/>
                    <a:pt x="3203" y="4804"/>
                  </a:cubicBezTo>
                  <a:cubicBezTo>
                    <a:pt x="3603" y="4904"/>
                    <a:pt x="4037" y="4904"/>
                    <a:pt x="4404" y="4937"/>
                  </a:cubicBezTo>
                  <a:cubicBezTo>
                    <a:pt x="5612" y="5051"/>
                    <a:pt x="6816" y="5097"/>
                    <a:pt x="8017" y="5097"/>
                  </a:cubicBezTo>
                  <a:cubicBezTo>
                    <a:pt x="9998" y="5097"/>
                    <a:pt x="11971" y="4970"/>
                    <a:pt x="13944" y="4804"/>
                  </a:cubicBezTo>
                  <a:cubicBezTo>
                    <a:pt x="14744" y="4770"/>
                    <a:pt x="15545" y="4570"/>
                    <a:pt x="16346" y="4437"/>
                  </a:cubicBezTo>
                  <a:cubicBezTo>
                    <a:pt x="16712" y="4370"/>
                    <a:pt x="17113" y="4237"/>
                    <a:pt x="17513" y="4103"/>
                  </a:cubicBezTo>
                  <a:cubicBezTo>
                    <a:pt x="17880" y="3937"/>
                    <a:pt x="18280" y="3803"/>
                    <a:pt x="18614" y="3536"/>
                  </a:cubicBezTo>
                  <a:lnTo>
                    <a:pt x="18747" y="3336"/>
                  </a:lnTo>
                  <a:cubicBezTo>
                    <a:pt x="18781" y="3303"/>
                    <a:pt x="18847" y="3269"/>
                    <a:pt x="18881" y="3169"/>
                  </a:cubicBezTo>
                  <a:cubicBezTo>
                    <a:pt x="18914" y="3069"/>
                    <a:pt x="18914" y="2902"/>
                    <a:pt x="18914" y="2769"/>
                  </a:cubicBezTo>
                  <a:cubicBezTo>
                    <a:pt x="18881" y="2469"/>
                    <a:pt x="18681" y="2269"/>
                    <a:pt x="18447" y="2169"/>
                  </a:cubicBezTo>
                  <a:cubicBezTo>
                    <a:pt x="18047" y="1968"/>
                    <a:pt x="17680" y="1902"/>
                    <a:pt x="17246" y="1802"/>
                  </a:cubicBezTo>
                  <a:cubicBezTo>
                    <a:pt x="16846" y="1768"/>
                    <a:pt x="16412" y="1735"/>
                    <a:pt x="16045" y="1668"/>
                  </a:cubicBezTo>
                  <a:lnTo>
                    <a:pt x="14811" y="1635"/>
                  </a:lnTo>
                  <a:cubicBezTo>
                    <a:pt x="14427" y="1618"/>
                    <a:pt x="14036" y="1618"/>
                    <a:pt x="13639" y="1618"/>
                  </a:cubicBezTo>
                  <a:cubicBezTo>
                    <a:pt x="13243" y="1618"/>
                    <a:pt x="12843" y="1618"/>
                    <a:pt x="12443" y="1602"/>
                  </a:cubicBezTo>
                  <a:lnTo>
                    <a:pt x="11242" y="1568"/>
                  </a:lnTo>
                  <a:lnTo>
                    <a:pt x="10041" y="1568"/>
                  </a:lnTo>
                  <a:cubicBezTo>
                    <a:pt x="9240" y="1635"/>
                    <a:pt x="8440" y="1768"/>
                    <a:pt x="7673" y="1835"/>
                  </a:cubicBezTo>
                  <a:lnTo>
                    <a:pt x="6505" y="2002"/>
                  </a:lnTo>
                  <a:cubicBezTo>
                    <a:pt x="6405" y="2002"/>
                    <a:pt x="6338" y="2002"/>
                    <a:pt x="6205" y="2069"/>
                  </a:cubicBezTo>
                  <a:lnTo>
                    <a:pt x="6038" y="2102"/>
                  </a:lnTo>
                  <a:cubicBezTo>
                    <a:pt x="5938" y="2102"/>
                    <a:pt x="5871" y="2135"/>
                    <a:pt x="5771" y="2169"/>
                  </a:cubicBezTo>
                  <a:lnTo>
                    <a:pt x="5538" y="2269"/>
                  </a:lnTo>
                  <a:cubicBezTo>
                    <a:pt x="5438" y="2302"/>
                    <a:pt x="5404" y="2335"/>
                    <a:pt x="5338" y="2402"/>
                  </a:cubicBezTo>
                  <a:cubicBezTo>
                    <a:pt x="5204" y="2469"/>
                    <a:pt x="5037" y="2602"/>
                    <a:pt x="4904" y="2702"/>
                  </a:cubicBezTo>
                  <a:lnTo>
                    <a:pt x="5037" y="2869"/>
                  </a:lnTo>
                  <a:lnTo>
                    <a:pt x="5171" y="2969"/>
                  </a:lnTo>
                  <a:cubicBezTo>
                    <a:pt x="5204" y="3069"/>
                    <a:pt x="5271" y="3136"/>
                    <a:pt x="5404" y="3236"/>
                  </a:cubicBezTo>
                  <a:cubicBezTo>
                    <a:pt x="5605" y="3369"/>
                    <a:pt x="6072" y="3536"/>
                    <a:pt x="6172" y="3536"/>
                  </a:cubicBezTo>
                  <a:cubicBezTo>
                    <a:pt x="6539" y="3603"/>
                    <a:pt x="6939" y="3703"/>
                    <a:pt x="7539" y="3736"/>
                  </a:cubicBezTo>
                  <a:cubicBezTo>
                    <a:pt x="8040" y="3803"/>
                    <a:pt x="8540" y="3903"/>
                    <a:pt x="9074" y="3903"/>
                  </a:cubicBezTo>
                  <a:cubicBezTo>
                    <a:pt x="9230" y="3913"/>
                    <a:pt x="9389" y="3917"/>
                    <a:pt x="9550" y="3917"/>
                  </a:cubicBezTo>
                  <a:cubicBezTo>
                    <a:pt x="9937" y="3917"/>
                    <a:pt x="10331" y="3893"/>
                    <a:pt x="10708" y="3870"/>
                  </a:cubicBezTo>
                  <a:cubicBezTo>
                    <a:pt x="11209" y="3803"/>
                    <a:pt x="11742" y="3770"/>
                    <a:pt x="12243" y="3703"/>
                  </a:cubicBezTo>
                  <a:cubicBezTo>
                    <a:pt x="12509" y="3636"/>
                    <a:pt x="12743" y="3603"/>
                    <a:pt x="13010" y="3536"/>
                  </a:cubicBezTo>
                  <a:cubicBezTo>
                    <a:pt x="13110" y="3536"/>
                    <a:pt x="13243" y="3436"/>
                    <a:pt x="13377" y="3403"/>
                  </a:cubicBezTo>
                  <a:lnTo>
                    <a:pt x="13410" y="3369"/>
                  </a:lnTo>
                  <a:lnTo>
                    <a:pt x="13510" y="3269"/>
                  </a:lnTo>
                  <a:cubicBezTo>
                    <a:pt x="13544" y="3269"/>
                    <a:pt x="13544" y="3136"/>
                    <a:pt x="13544" y="3103"/>
                  </a:cubicBezTo>
                  <a:cubicBezTo>
                    <a:pt x="13544" y="3069"/>
                    <a:pt x="13510" y="3069"/>
                    <a:pt x="13510" y="3003"/>
                  </a:cubicBezTo>
                  <a:lnTo>
                    <a:pt x="13443" y="2969"/>
                  </a:lnTo>
                  <a:cubicBezTo>
                    <a:pt x="13377" y="2902"/>
                    <a:pt x="13343" y="2902"/>
                    <a:pt x="13243" y="2869"/>
                  </a:cubicBezTo>
                  <a:cubicBezTo>
                    <a:pt x="12776" y="2736"/>
                    <a:pt x="12409" y="2736"/>
                    <a:pt x="12076" y="2702"/>
                  </a:cubicBezTo>
                  <a:cubicBezTo>
                    <a:pt x="11742" y="2669"/>
                    <a:pt x="11475" y="2652"/>
                    <a:pt x="11292" y="2652"/>
                  </a:cubicBezTo>
                  <a:cubicBezTo>
                    <a:pt x="11108" y="2652"/>
                    <a:pt x="11008" y="2669"/>
                    <a:pt x="11008" y="2702"/>
                  </a:cubicBezTo>
                  <a:cubicBezTo>
                    <a:pt x="11008" y="2702"/>
                    <a:pt x="11409" y="2769"/>
                    <a:pt x="12109" y="2902"/>
                  </a:cubicBezTo>
                  <a:cubicBezTo>
                    <a:pt x="12276" y="2936"/>
                    <a:pt x="12443" y="2969"/>
                    <a:pt x="12676" y="3003"/>
                  </a:cubicBezTo>
                  <a:cubicBezTo>
                    <a:pt x="12743" y="3069"/>
                    <a:pt x="12876" y="3069"/>
                    <a:pt x="12943" y="3103"/>
                  </a:cubicBezTo>
                  <a:cubicBezTo>
                    <a:pt x="12970" y="3103"/>
                    <a:pt x="12992" y="3108"/>
                    <a:pt x="13010" y="3115"/>
                  </a:cubicBezTo>
                  <a:lnTo>
                    <a:pt x="13010" y="3115"/>
                  </a:lnTo>
                  <a:cubicBezTo>
                    <a:pt x="12921" y="3150"/>
                    <a:pt x="12828" y="3203"/>
                    <a:pt x="12710" y="3203"/>
                  </a:cubicBezTo>
                  <a:cubicBezTo>
                    <a:pt x="12443" y="3236"/>
                    <a:pt x="12209" y="3269"/>
                    <a:pt x="11942" y="3269"/>
                  </a:cubicBezTo>
                  <a:cubicBezTo>
                    <a:pt x="11407" y="3323"/>
                    <a:pt x="10843" y="3357"/>
                    <a:pt x="10285" y="3357"/>
                  </a:cubicBezTo>
                  <a:cubicBezTo>
                    <a:pt x="9802" y="3357"/>
                    <a:pt x="9323" y="3331"/>
                    <a:pt x="8874" y="3269"/>
                  </a:cubicBezTo>
                  <a:cubicBezTo>
                    <a:pt x="7873" y="3203"/>
                    <a:pt x="7039" y="2902"/>
                    <a:pt x="6438" y="2769"/>
                  </a:cubicBezTo>
                  <a:cubicBezTo>
                    <a:pt x="6205" y="2736"/>
                    <a:pt x="6338" y="2736"/>
                    <a:pt x="6272" y="2736"/>
                  </a:cubicBezTo>
                  <a:lnTo>
                    <a:pt x="6238" y="2736"/>
                  </a:lnTo>
                  <a:lnTo>
                    <a:pt x="6372" y="2702"/>
                  </a:lnTo>
                  <a:cubicBezTo>
                    <a:pt x="6505" y="2702"/>
                    <a:pt x="6572" y="2636"/>
                    <a:pt x="6672" y="2636"/>
                  </a:cubicBezTo>
                  <a:lnTo>
                    <a:pt x="7839" y="2469"/>
                  </a:lnTo>
                  <a:cubicBezTo>
                    <a:pt x="8607" y="2402"/>
                    <a:pt x="9374" y="2235"/>
                    <a:pt x="10174" y="2135"/>
                  </a:cubicBezTo>
                  <a:lnTo>
                    <a:pt x="11342" y="2102"/>
                  </a:lnTo>
                  <a:lnTo>
                    <a:pt x="12509" y="2102"/>
                  </a:lnTo>
                  <a:cubicBezTo>
                    <a:pt x="13021" y="2102"/>
                    <a:pt x="13547" y="2087"/>
                    <a:pt x="14078" y="2087"/>
                  </a:cubicBezTo>
                  <a:cubicBezTo>
                    <a:pt x="14344" y="2087"/>
                    <a:pt x="14611" y="2091"/>
                    <a:pt x="14878" y="2102"/>
                  </a:cubicBezTo>
                  <a:lnTo>
                    <a:pt x="16045" y="2135"/>
                  </a:lnTo>
                  <a:cubicBezTo>
                    <a:pt x="16446" y="2169"/>
                    <a:pt x="16846" y="2235"/>
                    <a:pt x="17213" y="2269"/>
                  </a:cubicBezTo>
                  <a:cubicBezTo>
                    <a:pt x="17613" y="2302"/>
                    <a:pt x="18013" y="2402"/>
                    <a:pt x="18280" y="2569"/>
                  </a:cubicBezTo>
                  <a:cubicBezTo>
                    <a:pt x="18614" y="2736"/>
                    <a:pt x="18681" y="2969"/>
                    <a:pt x="18414" y="3203"/>
                  </a:cubicBezTo>
                  <a:cubicBezTo>
                    <a:pt x="18113" y="3403"/>
                    <a:pt x="17780" y="3570"/>
                    <a:pt x="17413" y="3703"/>
                  </a:cubicBezTo>
                  <a:cubicBezTo>
                    <a:pt x="17046" y="3803"/>
                    <a:pt x="16679" y="3937"/>
                    <a:pt x="16279" y="4037"/>
                  </a:cubicBezTo>
                  <a:cubicBezTo>
                    <a:pt x="15512" y="4203"/>
                    <a:pt x="14744" y="4370"/>
                    <a:pt x="13944" y="4404"/>
                  </a:cubicBezTo>
                  <a:cubicBezTo>
                    <a:pt x="12083" y="4521"/>
                    <a:pt x="10223" y="4627"/>
                    <a:pt x="8376" y="4627"/>
                  </a:cubicBezTo>
                  <a:cubicBezTo>
                    <a:pt x="7077" y="4627"/>
                    <a:pt x="5785" y="4575"/>
                    <a:pt x="4504" y="4437"/>
                  </a:cubicBezTo>
                  <a:cubicBezTo>
                    <a:pt x="4070" y="4404"/>
                    <a:pt x="3703" y="4404"/>
                    <a:pt x="3336" y="4303"/>
                  </a:cubicBezTo>
                  <a:cubicBezTo>
                    <a:pt x="2936" y="4237"/>
                    <a:pt x="2569" y="4137"/>
                    <a:pt x="2202" y="4037"/>
                  </a:cubicBezTo>
                  <a:cubicBezTo>
                    <a:pt x="1835" y="3937"/>
                    <a:pt x="1502" y="3770"/>
                    <a:pt x="1168" y="3603"/>
                  </a:cubicBezTo>
                  <a:cubicBezTo>
                    <a:pt x="834" y="3436"/>
                    <a:pt x="534" y="3136"/>
                    <a:pt x="568" y="2969"/>
                  </a:cubicBezTo>
                  <a:cubicBezTo>
                    <a:pt x="568" y="2902"/>
                    <a:pt x="601" y="2769"/>
                    <a:pt x="734" y="2636"/>
                  </a:cubicBezTo>
                  <a:cubicBezTo>
                    <a:pt x="834" y="2536"/>
                    <a:pt x="1001" y="2435"/>
                    <a:pt x="1101" y="2369"/>
                  </a:cubicBezTo>
                  <a:cubicBezTo>
                    <a:pt x="1402" y="2202"/>
                    <a:pt x="1768" y="2069"/>
                    <a:pt x="2169" y="1968"/>
                  </a:cubicBezTo>
                  <a:cubicBezTo>
                    <a:pt x="2536" y="1902"/>
                    <a:pt x="2936" y="1802"/>
                    <a:pt x="3336" y="1735"/>
                  </a:cubicBezTo>
                  <a:lnTo>
                    <a:pt x="4504" y="1501"/>
                  </a:lnTo>
                  <a:cubicBezTo>
                    <a:pt x="5371" y="1335"/>
                    <a:pt x="6372" y="1135"/>
                    <a:pt x="7372" y="934"/>
                  </a:cubicBezTo>
                  <a:lnTo>
                    <a:pt x="8874" y="668"/>
                  </a:lnTo>
                  <a:cubicBezTo>
                    <a:pt x="9374" y="601"/>
                    <a:pt x="9841" y="567"/>
                    <a:pt x="10275" y="467"/>
                  </a:cubicBezTo>
                  <a:cubicBezTo>
                    <a:pt x="12076" y="267"/>
                    <a:pt x="13410" y="267"/>
                    <a:pt x="13410" y="167"/>
                  </a:cubicBezTo>
                  <a:cubicBezTo>
                    <a:pt x="13410" y="134"/>
                    <a:pt x="13010" y="100"/>
                    <a:pt x="12343" y="67"/>
                  </a:cubicBezTo>
                  <a:cubicBezTo>
                    <a:pt x="12176" y="67"/>
                    <a:pt x="12009" y="0"/>
                    <a:pt x="117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80" name="Google Shape;5980;p69"/>
            <p:cNvSpPr/>
            <p:nvPr/>
          </p:nvSpPr>
          <p:spPr>
            <a:xfrm>
              <a:off x="3188979" y="2134279"/>
              <a:ext cx="44652" cy="2852611"/>
            </a:xfrm>
            <a:custGeom>
              <a:avLst/>
              <a:gdLst/>
              <a:ahLst/>
              <a:cxnLst/>
              <a:rect l="l" t="t" r="r" b="b"/>
              <a:pathLst>
                <a:path w="2770" h="176961" extrusionOk="0">
                  <a:moveTo>
                    <a:pt x="2769" y="1"/>
                  </a:moveTo>
                  <a:cubicBezTo>
                    <a:pt x="2736" y="1"/>
                    <a:pt x="2669" y="1"/>
                    <a:pt x="2503" y="34"/>
                  </a:cubicBezTo>
                  <a:cubicBezTo>
                    <a:pt x="2336" y="68"/>
                    <a:pt x="2136" y="101"/>
                    <a:pt x="1835" y="201"/>
                  </a:cubicBezTo>
                  <a:cubicBezTo>
                    <a:pt x="1602" y="268"/>
                    <a:pt x="1202" y="334"/>
                    <a:pt x="835" y="535"/>
                  </a:cubicBezTo>
                  <a:cubicBezTo>
                    <a:pt x="668" y="601"/>
                    <a:pt x="434" y="768"/>
                    <a:pt x="334" y="1035"/>
                  </a:cubicBezTo>
                  <a:cubicBezTo>
                    <a:pt x="301" y="1168"/>
                    <a:pt x="268" y="1268"/>
                    <a:pt x="268" y="1402"/>
                  </a:cubicBezTo>
                  <a:lnTo>
                    <a:pt x="268" y="1769"/>
                  </a:lnTo>
                  <a:cubicBezTo>
                    <a:pt x="234" y="3870"/>
                    <a:pt x="168" y="6706"/>
                    <a:pt x="134" y="9741"/>
                  </a:cubicBezTo>
                  <a:cubicBezTo>
                    <a:pt x="68" y="15879"/>
                    <a:pt x="1" y="22884"/>
                    <a:pt x="1" y="26553"/>
                  </a:cubicBezTo>
                  <a:cubicBezTo>
                    <a:pt x="234" y="66749"/>
                    <a:pt x="234" y="107211"/>
                    <a:pt x="1" y="147440"/>
                  </a:cubicBezTo>
                  <a:cubicBezTo>
                    <a:pt x="1" y="152210"/>
                    <a:pt x="68" y="159615"/>
                    <a:pt x="34" y="165786"/>
                  </a:cubicBezTo>
                  <a:cubicBezTo>
                    <a:pt x="101" y="168888"/>
                    <a:pt x="101" y="171690"/>
                    <a:pt x="134" y="173692"/>
                  </a:cubicBezTo>
                  <a:cubicBezTo>
                    <a:pt x="134" y="174693"/>
                    <a:pt x="168" y="175493"/>
                    <a:pt x="168" y="176060"/>
                  </a:cubicBezTo>
                  <a:cubicBezTo>
                    <a:pt x="234" y="176360"/>
                    <a:pt x="234" y="176561"/>
                    <a:pt x="234" y="176727"/>
                  </a:cubicBezTo>
                  <a:lnTo>
                    <a:pt x="234" y="176961"/>
                  </a:lnTo>
                  <a:cubicBezTo>
                    <a:pt x="268" y="176961"/>
                    <a:pt x="268" y="176861"/>
                    <a:pt x="268" y="176694"/>
                  </a:cubicBezTo>
                  <a:cubicBezTo>
                    <a:pt x="268" y="176527"/>
                    <a:pt x="301" y="176294"/>
                    <a:pt x="301" y="175993"/>
                  </a:cubicBezTo>
                  <a:cubicBezTo>
                    <a:pt x="334" y="175360"/>
                    <a:pt x="334" y="174492"/>
                    <a:pt x="401" y="173392"/>
                  </a:cubicBezTo>
                  <a:cubicBezTo>
                    <a:pt x="434" y="171223"/>
                    <a:pt x="468" y="168221"/>
                    <a:pt x="501" y="165019"/>
                  </a:cubicBezTo>
                  <a:cubicBezTo>
                    <a:pt x="601" y="158614"/>
                    <a:pt x="668" y="151209"/>
                    <a:pt x="668" y="147440"/>
                  </a:cubicBezTo>
                  <a:cubicBezTo>
                    <a:pt x="468" y="107244"/>
                    <a:pt x="468" y="66749"/>
                    <a:pt x="668" y="26553"/>
                  </a:cubicBezTo>
                  <a:cubicBezTo>
                    <a:pt x="668" y="20849"/>
                    <a:pt x="635" y="13777"/>
                    <a:pt x="568" y="8207"/>
                  </a:cubicBezTo>
                  <a:cubicBezTo>
                    <a:pt x="568" y="6839"/>
                    <a:pt x="501" y="5505"/>
                    <a:pt x="501" y="4337"/>
                  </a:cubicBezTo>
                  <a:cubicBezTo>
                    <a:pt x="468" y="3737"/>
                    <a:pt x="468" y="3170"/>
                    <a:pt x="468" y="2669"/>
                  </a:cubicBezTo>
                  <a:lnTo>
                    <a:pt x="468" y="1902"/>
                  </a:lnTo>
                  <a:cubicBezTo>
                    <a:pt x="468" y="1669"/>
                    <a:pt x="434" y="1402"/>
                    <a:pt x="468" y="1235"/>
                  </a:cubicBezTo>
                  <a:cubicBezTo>
                    <a:pt x="501" y="868"/>
                    <a:pt x="935" y="668"/>
                    <a:pt x="1202" y="535"/>
                  </a:cubicBezTo>
                  <a:cubicBezTo>
                    <a:pt x="1535" y="401"/>
                    <a:pt x="1835" y="334"/>
                    <a:pt x="2036" y="234"/>
                  </a:cubicBezTo>
                  <a:cubicBezTo>
                    <a:pt x="2503" y="101"/>
                    <a:pt x="2769" y="1"/>
                    <a:pt x="27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81" name="Google Shape;5981;p69"/>
            <p:cNvSpPr/>
            <p:nvPr/>
          </p:nvSpPr>
          <p:spPr>
            <a:xfrm>
              <a:off x="3188979" y="2133843"/>
              <a:ext cx="44652" cy="260193"/>
            </a:xfrm>
            <a:custGeom>
              <a:avLst/>
              <a:gdLst/>
              <a:ahLst/>
              <a:cxnLst/>
              <a:rect l="l" t="t" r="r" b="b"/>
              <a:pathLst>
                <a:path w="2770" h="16141" extrusionOk="0">
                  <a:moveTo>
                    <a:pt x="2660" y="1"/>
                  </a:moveTo>
                  <a:cubicBezTo>
                    <a:pt x="2480" y="1"/>
                    <a:pt x="2092" y="56"/>
                    <a:pt x="1635" y="128"/>
                  </a:cubicBezTo>
                  <a:cubicBezTo>
                    <a:pt x="1335" y="195"/>
                    <a:pt x="1002" y="261"/>
                    <a:pt x="668" y="428"/>
                  </a:cubicBezTo>
                  <a:cubicBezTo>
                    <a:pt x="501" y="528"/>
                    <a:pt x="368" y="595"/>
                    <a:pt x="268" y="762"/>
                  </a:cubicBezTo>
                  <a:cubicBezTo>
                    <a:pt x="134" y="895"/>
                    <a:pt x="68" y="1062"/>
                    <a:pt x="68" y="1195"/>
                  </a:cubicBezTo>
                  <a:lnTo>
                    <a:pt x="68" y="1429"/>
                  </a:lnTo>
                  <a:lnTo>
                    <a:pt x="68" y="1629"/>
                  </a:lnTo>
                  <a:lnTo>
                    <a:pt x="68" y="2029"/>
                  </a:lnTo>
                  <a:lnTo>
                    <a:pt x="68" y="2763"/>
                  </a:lnTo>
                  <a:lnTo>
                    <a:pt x="134" y="4231"/>
                  </a:lnTo>
                  <a:cubicBezTo>
                    <a:pt x="168" y="5232"/>
                    <a:pt x="168" y="6232"/>
                    <a:pt x="168" y="7233"/>
                  </a:cubicBezTo>
                  <a:cubicBezTo>
                    <a:pt x="168" y="9234"/>
                    <a:pt x="134" y="11236"/>
                    <a:pt x="1" y="13237"/>
                  </a:cubicBezTo>
                  <a:cubicBezTo>
                    <a:pt x="1" y="14189"/>
                    <a:pt x="162" y="16141"/>
                    <a:pt x="326" y="16141"/>
                  </a:cubicBezTo>
                  <a:cubicBezTo>
                    <a:pt x="329" y="16141"/>
                    <a:pt x="332" y="16140"/>
                    <a:pt x="334" y="16139"/>
                  </a:cubicBezTo>
                  <a:cubicBezTo>
                    <a:pt x="468" y="16139"/>
                    <a:pt x="768" y="13971"/>
                    <a:pt x="768" y="13237"/>
                  </a:cubicBezTo>
                  <a:cubicBezTo>
                    <a:pt x="635" y="11236"/>
                    <a:pt x="601" y="9234"/>
                    <a:pt x="601" y="7233"/>
                  </a:cubicBezTo>
                  <a:cubicBezTo>
                    <a:pt x="601" y="6232"/>
                    <a:pt x="601" y="5232"/>
                    <a:pt x="635" y="4231"/>
                  </a:cubicBezTo>
                  <a:lnTo>
                    <a:pt x="668" y="2730"/>
                  </a:lnTo>
                  <a:lnTo>
                    <a:pt x="701" y="1963"/>
                  </a:lnTo>
                  <a:lnTo>
                    <a:pt x="701" y="1596"/>
                  </a:lnTo>
                  <a:lnTo>
                    <a:pt x="701" y="1429"/>
                  </a:lnTo>
                  <a:cubicBezTo>
                    <a:pt x="768" y="1395"/>
                    <a:pt x="768" y="1362"/>
                    <a:pt x="768" y="1295"/>
                  </a:cubicBezTo>
                  <a:cubicBezTo>
                    <a:pt x="768" y="1229"/>
                    <a:pt x="801" y="1195"/>
                    <a:pt x="835" y="1095"/>
                  </a:cubicBezTo>
                  <a:cubicBezTo>
                    <a:pt x="901" y="1062"/>
                    <a:pt x="968" y="962"/>
                    <a:pt x="1102" y="895"/>
                  </a:cubicBezTo>
                  <a:cubicBezTo>
                    <a:pt x="1335" y="762"/>
                    <a:pt x="1635" y="628"/>
                    <a:pt x="1902" y="528"/>
                  </a:cubicBezTo>
                  <a:cubicBezTo>
                    <a:pt x="2436" y="295"/>
                    <a:pt x="2769" y="61"/>
                    <a:pt x="2769" y="28"/>
                  </a:cubicBezTo>
                  <a:cubicBezTo>
                    <a:pt x="2769" y="9"/>
                    <a:pt x="2730" y="1"/>
                    <a:pt x="26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82" name="Google Shape;5982;p69"/>
            <p:cNvSpPr/>
            <p:nvPr/>
          </p:nvSpPr>
          <p:spPr>
            <a:xfrm>
              <a:off x="3193831" y="4946558"/>
              <a:ext cx="298446" cy="76909"/>
            </a:xfrm>
            <a:custGeom>
              <a:avLst/>
              <a:gdLst/>
              <a:ahLst/>
              <a:cxnLst/>
              <a:rect l="l" t="t" r="r" b="b"/>
              <a:pathLst>
                <a:path w="18514" h="4771" extrusionOk="0">
                  <a:moveTo>
                    <a:pt x="18213" y="0"/>
                  </a:moveTo>
                  <a:cubicBezTo>
                    <a:pt x="18180" y="0"/>
                    <a:pt x="18180" y="167"/>
                    <a:pt x="18146" y="400"/>
                  </a:cubicBezTo>
                  <a:cubicBezTo>
                    <a:pt x="18046" y="667"/>
                    <a:pt x="18013" y="1001"/>
                    <a:pt x="17813" y="1268"/>
                  </a:cubicBezTo>
                  <a:cubicBezTo>
                    <a:pt x="17646" y="1568"/>
                    <a:pt x="17379" y="1868"/>
                    <a:pt x="17146" y="2068"/>
                  </a:cubicBezTo>
                  <a:cubicBezTo>
                    <a:pt x="16845" y="2268"/>
                    <a:pt x="16612" y="2435"/>
                    <a:pt x="16445" y="2569"/>
                  </a:cubicBezTo>
                  <a:cubicBezTo>
                    <a:pt x="15978" y="2902"/>
                    <a:pt x="15478" y="3169"/>
                    <a:pt x="14944" y="3402"/>
                  </a:cubicBezTo>
                  <a:cubicBezTo>
                    <a:pt x="14377" y="3669"/>
                    <a:pt x="13877" y="3869"/>
                    <a:pt x="13310" y="3936"/>
                  </a:cubicBezTo>
                  <a:cubicBezTo>
                    <a:pt x="12776" y="4070"/>
                    <a:pt x="12175" y="4103"/>
                    <a:pt x="11608" y="4170"/>
                  </a:cubicBezTo>
                  <a:lnTo>
                    <a:pt x="10708" y="4236"/>
                  </a:lnTo>
                  <a:cubicBezTo>
                    <a:pt x="10441" y="4270"/>
                    <a:pt x="10141" y="4336"/>
                    <a:pt x="9840" y="4336"/>
                  </a:cubicBezTo>
                  <a:cubicBezTo>
                    <a:pt x="9273" y="4370"/>
                    <a:pt x="8673" y="4403"/>
                    <a:pt x="8106" y="4403"/>
                  </a:cubicBezTo>
                  <a:lnTo>
                    <a:pt x="6338" y="4270"/>
                  </a:lnTo>
                  <a:cubicBezTo>
                    <a:pt x="5170" y="4170"/>
                    <a:pt x="4036" y="4003"/>
                    <a:pt x="2935" y="3703"/>
                  </a:cubicBezTo>
                  <a:cubicBezTo>
                    <a:pt x="2302" y="3569"/>
                    <a:pt x="1501" y="3402"/>
                    <a:pt x="934" y="3202"/>
                  </a:cubicBezTo>
                  <a:cubicBezTo>
                    <a:pt x="634" y="3069"/>
                    <a:pt x="367" y="2935"/>
                    <a:pt x="267" y="2835"/>
                  </a:cubicBezTo>
                  <a:cubicBezTo>
                    <a:pt x="100" y="2702"/>
                    <a:pt x="33" y="2569"/>
                    <a:pt x="0" y="2569"/>
                  </a:cubicBezTo>
                  <a:cubicBezTo>
                    <a:pt x="0" y="2569"/>
                    <a:pt x="0" y="2735"/>
                    <a:pt x="133" y="3002"/>
                  </a:cubicBezTo>
                  <a:cubicBezTo>
                    <a:pt x="300" y="3236"/>
                    <a:pt x="534" y="3436"/>
                    <a:pt x="867" y="3669"/>
                  </a:cubicBezTo>
                  <a:cubicBezTo>
                    <a:pt x="1501" y="4036"/>
                    <a:pt x="2335" y="4270"/>
                    <a:pt x="2769" y="4370"/>
                  </a:cubicBezTo>
                  <a:cubicBezTo>
                    <a:pt x="3970" y="4537"/>
                    <a:pt x="5137" y="4670"/>
                    <a:pt x="6305" y="4703"/>
                  </a:cubicBezTo>
                  <a:lnTo>
                    <a:pt x="8106" y="4770"/>
                  </a:lnTo>
                  <a:cubicBezTo>
                    <a:pt x="8706" y="4770"/>
                    <a:pt x="9307" y="4737"/>
                    <a:pt x="9874" y="4703"/>
                  </a:cubicBezTo>
                  <a:cubicBezTo>
                    <a:pt x="10174" y="4703"/>
                    <a:pt x="10474" y="4670"/>
                    <a:pt x="10774" y="4603"/>
                  </a:cubicBezTo>
                  <a:cubicBezTo>
                    <a:pt x="11041" y="4603"/>
                    <a:pt x="11341" y="4570"/>
                    <a:pt x="11642" y="4570"/>
                  </a:cubicBezTo>
                  <a:cubicBezTo>
                    <a:pt x="12209" y="4570"/>
                    <a:pt x="12843" y="4537"/>
                    <a:pt x="13443" y="4437"/>
                  </a:cubicBezTo>
                  <a:cubicBezTo>
                    <a:pt x="14010" y="4370"/>
                    <a:pt x="14644" y="4203"/>
                    <a:pt x="15178" y="4003"/>
                  </a:cubicBezTo>
                  <a:cubicBezTo>
                    <a:pt x="15778" y="3769"/>
                    <a:pt x="16312" y="3536"/>
                    <a:pt x="16845" y="3236"/>
                  </a:cubicBezTo>
                  <a:cubicBezTo>
                    <a:pt x="17079" y="3069"/>
                    <a:pt x="17379" y="2835"/>
                    <a:pt x="17646" y="2435"/>
                  </a:cubicBezTo>
                  <a:cubicBezTo>
                    <a:pt x="17946" y="2168"/>
                    <a:pt x="18146" y="1735"/>
                    <a:pt x="18280" y="1368"/>
                  </a:cubicBezTo>
                  <a:cubicBezTo>
                    <a:pt x="18513" y="567"/>
                    <a:pt x="18280" y="0"/>
                    <a:pt x="18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83" name="Google Shape;5983;p69"/>
            <p:cNvSpPr/>
            <p:nvPr/>
          </p:nvSpPr>
          <p:spPr>
            <a:xfrm>
              <a:off x="3369120" y="3707107"/>
              <a:ext cx="122077" cy="1281798"/>
            </a:xfrm>
            <a:custGeom>
              <a:avLst/>
              <a:gdLst/>
              <a:ahLst/>
              <a:cxnLst/>
              <a:rect l="l" t="t" r="r" b="b"/>
              <a:pathLst>
                <a:path w="7573" h="79516" extrusionOk="0">
                  <a:moveTo>
                    <a:pt x="101" y="1"/>
                  </a:moveTo>
                  <a:cubicBezTo>
                    <a:pt x="101" y="1"/>
                    <a:pt x="67" y="601"/>
                    <a:pt x="67" y="1568"/>
                  </a:cubicBezTo>
                  <a:cubicBezTo>
                    <a:pt x="0" y="2536"/>
                    <a:pt x="67" y="3870"/>
                    <a:pt x="67" y="5338"/>
                  </a:cubicBezTo>
                  <a:cubicBezTo>
                    <a:pt x="101" y="6038"/>
                    <a:pt x="101" y="6772"/>
                    <a:pt x="101" y="7539"/>
                  </a:cubicBezTo>
                  <a:cubicBezTo>
                    <a:pt x="134" y="8240"/>
                    <a:pt x="101" y="9007"/>
                    <a:pt x="101" y="9708"/>
                  </a:cubicBezTo>
                  <a:lnTo>
                    <a:pt x="101" y="13210"/>
                  </a:lnTo>
                  <a:cubicBezTo>
                    <a:pt x="334" y="22250"/>
                    <a:pt x="801" y="31356"/>
                    <a:pt x="1235" y="40396"/>
                  </a:cubicBezTo>
                  <a:lnTo>
                    <a:pt x="1301" y="42097"/>
                  </a:lnTo>
                  <a:lnTo>
                    <a:pt x="1435" y="43799"/>
                  </a:lnTo>
                  <a:cubicBezTo>
                    <a:pt x="1502" y="44966"/>
                    <a:pt x="1602" y="46100"/>
                    <a:pt x="1735" y="47234"/>
                  </a:cubicBezTo>
                  <a:cubicBezTo>
                    <a:pt x="2002" y="49469"/>
                    <a:pt x="2302" y="51738"/>
                    <a:pt x="2669" y="53973"/>
                  </a:cubicBezTo>
                  <a:cubicBezTo>
                    <a:pt x="3069" y="56241"/>
                    <a:pt x="3403" y="58443"/>
                    <a:pt x="3736" y="60711"/>
                  </a:cubicBezTo>
                  <a:cubicBezTo>
                    <a:pt x="3903" y="61812"/>
                    <a:pt x="4070" y="62946"/>
                    <a:pt x="4170" y="64080"/>
                  </a:cubicBezTo>
                  <a:cubicBezTo>
                    <a:pt x="4337" y="65214"/>
                    <a:pt x="4470" y="66315"/>
                    <a:pt x="4637" y="67449"/>
                  </a:cubicBezTo>
                  <a:cubicBezTo>
                    <a:pt x="4670" y="67783"/>
                    <a:pt x="4771" y="68116"/>
                    <a:pt x="4804" y="68450"/>
                  </a:cubicBezTo>
                  <a:lnTo>
                    <a:pt x="5071" y="69450"/>
                  </a:lnTo>
                  <a:cubicBezTo>
                    <a:pt x="5204" y="70151"/>
                    <a:pt x="5371" y="70885"/>
                    <a:pt x="5604" y="71552"/>
                  </a:cubicBezTo>
                  <a:cubicBezTo>
                    <a:pt x="5971" y="72920"/>
                    <a:pt x="6338" y="74287"/>
                    <a:pt x="6739" y="75488"/>
                  </a:cubicBezTo>
                  <a:cubicBezTo>
                    <a:pt x="6905" y="76088"/>
                    <a:pt x="7039" y="76656"/>
                    <a:pt x="7239" y="77156"/>
                  </a:cubicBezTo>
                  <a:cubicBezTo>
                    <a:pt x="7272" y="77623"/>
                    <a:pt x="7139" y="78123"/>
                    <a:pt x="7005" y="78457"/>
                  </a:cubicBezTo>
                  <a:cubicBezTo>
                    <a:pt x="6905" y="78824"/>
                    <a:pt x="6739" y="79091"/>
                    <a:pt x="6605" y="79257"/>
                  </a:cubicBezTo>
                  <a:cubicBezTo>
                    <a:pt x="6472" y="79458"/>
                    <a:pt x="6338" y="79491"/>
                    <a:pt x="6338" y="79491"/>
                  </a:cubicBezTo>
                  <a:cubicBezTo>
                    <a:pt x="6338" y="79508"/>
                    <a:pt x="6349" y="79516"/>
                    <a:pt x="6368" y="79516"/>
                  </a:cubicBezTo>
                  <a:cubicBezTo>
                    <a:pt x="6426" y="79516"/>
                    <a:pt x="6563" y="79441"/>
                    <a:pt x="6739" y="79291"/>
                  </a:cubicBezTo>
                  <a:cubicBezTo>
                    <a:pt x="6939" y="79124"/>
                    <a:pt x="7139" y="78790"/>
                    <a:pt x="7306" y="78323"/>
                  </a:cubicBezTo>
                  <a:cubicBezTo>
                    <a:pt x="7406" y="78123"/>
                    <a:pt x="7472" y="77890"/>
                    <a:pt x="7506" y="77590"/>
                  </a:cubicBezTo>
                  <a:cubicBezTo>
                    <a:pt x="7506" y="77456"/>
                    <a:pt x="7573" y="77289"/>
                    <a:pt x="7506" y="77123"/>
                  </a:cubicBezTo>
                  <a:cubicBezTo>
                    <a:pt x="7506" y="76956"/>
                    <a:pt x="7472" y="76822"/>
                    <a:pt x="7439" y="76656"/>
                  </a:cubicBezTo>
                  <a:cubicBezTo>
                    <a:pt x="7272" y="76088"/>
                    <a:pt x="7139" y="75421"/>
                    <a:pt x="6972" y="74754"/>
                  </a:cubicBezTo>
                  <a:cubicBezTo>
                    <a:pt x="6672" y="73420"/>
                    <a:pt x="6305" y="71952"/>
                    <a:pt x="6005" y="70651"/>
                  </a:cubicBezTo>
                  <a:cubicBezTo>
                    <a:pt x="5838" y="69984"/>
                    <a:pt x="5738" y="69384"/>
                    <a:pt x="5604" y="68817"/>
                  </a:cubicBezTo>
                  <a:cubicBezTo>
                    <a:pt x="5504" y="68550"/>
                    <a:pt x="5471" y="68283"/>
                    <a:pt x="5438" y="68049"/>
                  </a:cubicBezTo>
                  <a:cubicBezTo>
                    <a:pt x="5404" y="67783"/>
                    <a:pt x="5338" y="67582"/>
                    <a:pt x="5304" y="67382"/>
                  </a:cubicBezTo>
                  <a:cubicBezTo>
                    <a:pt x="5104" y="66281"/>
                    <a:pt x="4971" y="65147"/>
                    <a:pt x="4804" y="64047"/>
                  </a:cubicBezTo>
                  <a:lnTo>
                    <a:pt x="4304" y="60644"/>
                  </a:lnTo>
                  <a:cubicBezTo>
                    <a:pt x="3937" y="58409"/>
                    <a:pt x="3570" y="56208"/>
                    <a:pt x="3169" y="53939"/>
                  </a:cubicBezTo>
                  <a:cubicBezTo>
                    <a:pt x="2769" y="51738"/>
                    <a:pt x="2469" y="49469"/>
                    <a:pt x="2135" y="47234"/>
                  </a:cubicBezTo>
                  <a:cubicBezTo>
                    <a:pt x="2002" y="46100"/>
                    <a:pt x="1935" y="44966"/>
                    <a:pt x="1835" y="43865"/>
                  </a:cubicBezTo>
                  <a:cubicBezTo>
                    <a:pt x="1802" y="43265"/>
                    <a:pt x="1768" y="42731"/>
                    <a:pt x="1735" y="42131"/>
                  </a:cubicBezTo>
                  <a:lnTo>
                    <a:pt x="1635" y="40430"/>
                  </a:lnTo>
                  <a:cubicBezTo>
                    <a:pt x="1235" y="31356"/>
                    <a:pt x="834" y="22283"/>
                    <a:pt x="834" y="13243"/>
                  </a:cubicBezTo>
                  <a:cubicBezTo>
                    <a:pt x="801" y="11075"/>
                    <a:pt x="768" y="7773"/>
                    <a:pt x="467" y="5004"/>
                  </a:cubicBezTo>
                  <a:cubicBezTo>
                    <a:pt x="401" y="3603"/>
                    <a:pt x="301" y="2369"/>
                    <a:pt x="234" y="1435"/>
                  </a:cubicBezTo>
                  <a:cubicBezTo>
                    <a:pt x="167" y="1001"/>
                    <a:pt x="167" y="601"/>
                    <a:pt x="134" y="368"/>
                  </a:cubicBezTo>
                  <a:cubicBezTo>
                    <a:pt x="134" y="101"/>
                    <a:pt x="101"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84" name="Google Shape;5984;p69"/>
            <p:cNvSpPr/>
            <p:nvPr/>
          </p:nvSpPr>
          <p:spPr>
            <a:xfrm>
              <a:off x="3365348" y="2138583"/>
              <a:ext cx="128541" cy="1623397"/>
            </a:xfrm>
            <a:custGeom>
              <a:avLst/>
              <a:gdLst/>
              <a:ahLst/>
              <a:cxnLst/>
              <a:rect l="l" t="t" r="r" b="b"/>
              <a:pathLst>
                <a:path w="7974" h="100707" extrusionOk="0">
                  <a:moveTo>
                    <a:pt x="4771" y="1"/>
                  </a:moveTo>
                  <a:cubicBezTo>
                    <a:pt x="4771" y="34"/>
                    <a:pt x="5572" y="134"/>
                    <a:pt x="6772" y="468"/>
                  </a:cubicBezTo>
                  <a:cubicBezTo>
                    <a:pt x="6939" y="501"/>
                    <a:pt x="7073" y="534"/>
                    <a:pt x="7239" y="634"/>
                  </a:cubicBezTo>
                  <a:cubicBezTo>
                    <a:pt x="7373" y="701"/>
                    <a:pt x="7540" y="801"/>
                    <a:pt x="7606" y="868"/>
                  </a:cubicBezTo>
                  <a:cubicBezTo>
                    <a:pt x="7673" y="935"/>
                    <a:pt x="7606" y="1001"/>
                    <a:pt x="7606" y="1101"/>
                  </a:cubicBezTo>
                  <a:cubicBezTo>
                    <a:pt x="7573" y="1168"/>
                    <a:pt x="7573" y="1302"/>
                    <a:pt x="7573" y="1368"/>
                  </a:cubicBezTo>
                  <a:cubicBezTo>
                    <a:pt x="7573" y="1535"/>
                    <a:pt x="7540" y="1769"/>
                    <a:pt x="7540" y="1969"/>
                  </a:cubicBezTo>
                  <a:cubicBezTo>
                    <a:pt x="7506" y="2169"/>
                    <a:pt x="7506" y="2369"/>
                    <a:pt x="7473" y="2603"/>
                  </a:cubicBezTo>
                  <a:lnTo>
                    <a:pt x="7340" y="3203"/>
                  </a:lnTo>
                  <a:cubicBezTo>
                    <a:pt x="7306" y="3637"/>
                    <a:pt x="7206" y="4104"/>
                    <a:pt x="7139" y="4537"/>
                  </a:cubicBezTo>
                  <a:cubicBezTo>
                    <a:pt x="6406" y="8207"/>
                    <a:pt x="5338" y="12343"/>
                    <a:pt x="4904" y="14511"/>
                  </a:cubicBezTo>
                  <a:cubicBezTo>
                    <a:pt x="3237" y="26119"/>
                    <a:pt x="2636" y="37728"/>
                    <a:pt x="1869" y="49403"/>
                  </a:cubicBezTo>
                  <a:cubicBezTo>
                    <a:pt x="1702" y="52338"/>
                    <a:pt x="1502" y="55240"/>
                    <a:pt x="1302" y="58176"/>
                  </a:cubicBezTo>
                  <a:cubicBezTo>
                    <a:pt x="1035" y="61078"/>
                    <a:pt x="868" y="64013"/>
                    <a:pt x="668" y="66915"/>
                  </a:cubicBezTo>
                  <a:cubicBezTo>
                    <a:pt x="368" y="72753"/>
                    <a:pt x="234" y="78590"/>
                    <a:pt x="201" y="84428"/>
                  </a:cubicBezTo>
                  <a:cubicBezTo>
                    <a:pt x="234" y="86096"/>
                    <a:pt x="201" y="87964"/>
                    <a:pt x="134" y="89798"/>
                  </a:cubicBezTo>
                  <a:cubicBezTo>
                    <a:pt x="34" y="91600"/>
                    <a:pt x="1" y="93468"/>
                    <a:pt x="1" y="95069"/>
                  </a:cubicBezTo>
                  <a:cubicBezTo>
                    <a:pt x="1" y="95869"/>
                    <a:pt x="34" y="96670"/>
                    <a:pt x="68" y="97337"/>
                  </a:cubicBezTo>
                  <a:cubicBezTo>
                    <a:pt x="134" y="98004"/>
                    <a:pt x="168" y="98605"/>
                    <a:pt x="234" y="99105"/>
                  </a:cubicBezTo>
                  <a:cubicBezTo>
                    <a:pt x="335" y="99605"/>
                    <a:pt x="401" y="100006"/>
                    <a:pt x="468" y="100272"/>
                  </a:cubicBezTo>
                  <a:cubicBezTo>
                    <a:pt x="535" y="100573"/>
                    <a:pt x="568" y="100706"/>
                    <a:pt x="568" y="100706"/>
                  </a:cubicBezTo>
                  <a:cubicBezTo>
                    <a:pt x="635" y="100706"/>
                    <a:pt x="635" y="100506"/>
                    <a:pt x="568" y="100172"/>
                  </a:cubicBezTo>
                  <a:cubicBezTo>
                    <a:pt x="535" y="99839"/>
                    <a:pt x="501" y="99338"/>
                    <a:pt x="468" y="98738"/>
                  </a:cubicBezTo>
                  <a:cubicBezTo>
                    <a:pt x="468" y="98171"/>
                    <a:pt x="401" y="97437"/>
                    <a:pt x="401" y="96670"/>
                  </a:cubicBezTo>
                  <a:cubicBezTo>
                    <a:pt x="468" y="95869"/>
                    <a:pt x="468" y="95035"/>
                    <a:pt x="501" y="94168"/>
                  </a:cubicBezTo>
                  <a:cubicBezTo>
                    <a:pt x="568" y="92400"/>
                    <a:pt x="735" y="90499"/>
                    <a:pt x="835" y="88798"/>
                  </a:cubicBezTo>
                  <a:cubicBezTo>
                    <a:pt x="868" y="88364"/>
                    <a:pt x="868" y="87964"/>
                    <a:pt x="902" y="87530"/>
                  </a:cubicBezTo>
                  <a:cubicBezTo>
                    <a:pt x="902" y="87130"/>
                    <a:pt x="968" y="86729"/>
                    <a:pt x="968" y="86362"/>
                  </a:cubicBezTo>
                  <a:cubicBezTo>
                    <a:pt x="1002" y="85629"/>
                    <a:pt x="1002" y="84995"/>
                    <a:pt x="1002" y="84461"/>
                  </a:cubicBezTo>
                  <a:cubicBezTo>
                    <a:pt x="902" y="78624"/>
                    <a:pt x="968" y="72819"/>
                    <a:pt x="1202" y="66982"/>
                  </a:cubicBezTo>
                  <a:cubicBezTo>
                    <a:pt x="1369" y="64113"/>
                    <a:pt x="1535" y="61178"/>
                    <a:pt x="1736" y="58276"/>
                  </a:cubicBezTo>
                  <a:cubicBezTo>
                    <a:pt x="1969" y="55340"/>
                    <a:pt x="2136" y="52438"/>
                    <a:pt x="2336" y="49503"/>
                  </a:cubicBezTo>
                  <a:cubicBezTo>
                    <a:pt x="2703" y="43665"/>
                    <a:pt x="3070" y="37828"/>
                    <a:pt x="3570" y="32024"/>
                  </a:cubicBezTo>
                  <a:cubicBezTo>
                    <a:pt x="4071" y="26253"/>
                    <a:pt x="4771" y="20449"/>
                    <a:pt x="5705" y="14745"/>
                  </a:cubicBezTo>
                  <a:cubicBezTo>
                    <a:pt x="6205" y="12009"/>
                    <a:pt x="7239" y="7840"/>
                    <a:pt x="7706" y="4270"/>
                  </a:cubicBezTo>
                  <a:cubicBezTo>
                    <a:pt x="7740" y="3837"/>
                    <a:pt x="7840" y="3403"/>
                    <a:pt x="7873" y="2969"/>
                  </a:cubicBezTo>
                  <a:cubicBezTo>
                    <a:pt x="7973" y="2569"/>
                    <a:pt x="7907" y="2136"/>
                    <a:pt x="7873" y="1769"/>
                  </a:cubicBezTo>
                  <a:cubicBezTo>
                    <a:pt x="7907" y="1535"/>
                    <a:pt x="7907" y="1335"/>
                    <a:pt x="7907" y="1168"/>
                  </a:cubicBezTo>
                  <a:cubicBezTo>
                    <a:pt x="7907" y="1101"/>
                    <a:pt x="7907" y="968"/>
                    <a:pt x="7873" y="835"/>
                  </a:cubicBezTo>
                  <a:cubicBezTo>
                    <a:pt x="7840" y="768"/>
                    <a:pt x="7773" y="701"/>
                    <a:pt x="7740" y="668"/>
                  </a:cubicBezTo>
                  <a:lnTo>
                    <a:pt x="7606" y="534"/>
                  </a:lnTo>
                  <a:cubicBezTo>
                    <a:pt x="7273" y="334"/>
                    <a:pt x="6973" y="301"/>
                    <a:pt x="6672" y="201"/>
                  </a:cubicBezTo>
                  <a:cubicBezTo>
                    <a:pt x="6072" y="101"/>
                    <a:pt x="5605" y="34"/>
                    <a:pt x="53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85" name="Google Shape;5985;p69"/>
            <p:cNvSpPr/>
            <p:nvPr/>
          </p:nvSpPr>
          <p:spPr>
            <a:xfrm>
              <a:off x="3195975" y="2183106"/>
              <a:ext cx="186605" cy="17329"/>
            </a:xfrm>
            <a:custGeom>
              <a:avLst/>
              <a:gdLst/>
              <a:ahLst/>
              <a:cxnLst/>
              <a:rect l="l" t="t" r="r" b="b"/>
              <a:pathLst>
                <a:path w="11576" h="1075" extrusionOk="0">
                  <a:moveTo>
                    <a:pt x="14" y="1"/>
                  </a:moveTo>
                  <a:cubicBezTo>
                    <a:pt x="5" y="1"/>
                    <a:pt x="0" y="3"/>
                    <a:pt x="0" y="7"/>
                  </a:cubicBezTo>
                  <a:cubicBezTo>
                    <a:pt x="0" y="7"/>
                    <a:pt x="34" y="41"/>
                    <a:pt x="167" y="141"/>
                  </a:cubicBezTo>
                  <a:cubicBezTo>
                    <a:pt x="267" y="207"/>
                    <a:pt x="401" y="308"/>
                    <a:pt x="601" y="374"/>
                  </a:cubicBezTo>
                  <a:cubicBezTo>
                    <a:pt x="768" y="474"/>
                    <a:pt x="1001" y="541"/>
                    <a:pt x="1201" y="574"/>
                  </a:cubicBezTo>
                  <a:cubicBezTo>
                    <a:pt x="1401" y="674"/>
                    <a:pt x="1568" y="708"/>
                    <a:pt x="1702" y="708"/>
                  </a:cubicBezTo>
                  <a:cubicBezTo>
                    <a:pt x="2369" y="808"/>
                    <a:pt x="3003" y="841"/>
                    <a:pt x="3670" y="875"/>
                  </a:cubicBezTo>
                  <a:cubicBezTo>
                    <a:pt x="4304" y="975"/>
                    <a:pt x="4971" y="1008"/>
                    <a:pt x="5638" y="1041"/>
                  </a:cubicBezTo>
                  <a:cubicBezTo>
                    <a:pt x="5971" y="1075"/>
                    <a:pt x="6305" y="1075"/>
                    <a:pt x="6639" y="1075"/>
                  </a:cubicBezTo>
                  <a:lnTo>
                    <a:pt x="7639" y="1075"/>
                  </a:lnTo>
                  <a:cubicBezTo>
                    <a:pt x="8084" y="1075"/>
                    <a:pt x="8499" y="1060"/>
                    <a:pt x="8924" y="1060"/>
                  </a:cubicBezTo>
                  <a:cubicBezTo>
                    <a:pt x="9137" y="1060"/>
                    <a:pt x="9352" y="1064"/>
                    <a:pt x="9574" y="1075"/>
                  </a:cubicBezTo>
                  <a:cubicBezTo>
                    <a:pt x="9874" y="1075"/>
                    <a:pt x="10375" y="1075"/>
                    <a:pt x="10842" y="1041"/>
                  </a:cubicBezTo>
                  <a:cubicBezTo>
                    <a:pt x="10975" y="1030"/>
                    <a:pt x="11097" y="1027"/>
                    <a:pt x="11201" y="1027"/>
                  </a:cubicBezTo>
                  <a:cubicBezTo>
                    <a:pt x="11409" y="1027"/>
                    <a:pt x="11542" y="1041"/>
                    <a:pt x="11542" y="1041"/>
                  </a:cubicBezTo>
                  <a:cubicBezTo>
                    <a:pt x="11575" y="908"/>
                    <a:pt x="10141" y="808"/>
                    <a:pt x="9607" y="808"/>
                  </a:cubicBezTo>
                  <a:cubicBezTo>
                    <a:pt x="8940" y="808"/>
                    <a:pt x="8340" y="841"/>
                    <a:pt x="7673" y="875"/>
                  </a:cubicBezTo>
                  <a:lnTo>
                    <a:pt x="6672" y="875"/>
                  </a:lnTo>
                  <a:cubicBezTo>
                    <a:pt x="6338" y="875"/>
                    <a:pt x="6005" y="875"/>
                    <a:pt x="5671" y="841"/>
                  </a:cubicBezTo>
                  <a:cubicBezTo>
                    <a:pt x="5004" y="808"/>
                    <a:pt x="4370" y="708"/>
                    <a:pt x="3703" y="641"/>
                  </a:cubicBezTo>
                  <a:cubicBezTo>
                    <a:pt x="3069" y="574"/>
                    <a:pt x="2402" y="508"/>
                    <a:pt x="1768" y="374"/>
                  </a:cubicBezTo>
                  <a:cubicBezTo>
                    <a:pt x="1401" y="341"/>
                    <a:pt x="934" y="241"/>
                    <a:pt x="601" y="174"/>
                  </a:cubicBezTo>
                  <a:cubicBezTo>
                    <a:pt x="312" y="87"/>
                    <a:pt x="73"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86" name="Google Shape;5986;p69"/>
            <p:cNvSpPr/>
            <p:nvPr/>
          </p:nvSpPr>
          <p:spPr>
            <a:xfrm>
              <a:off x="3198119" y="2198066"/>
              <a:ext cx="144129" cy="14202"/>
            </a:xfrm>
            <a:custGeom>
              <a:avLst/>
              <a:gdLst/>
              <a:ahLst/>
              <a:cxnLst/>
              <a:rect l="l" t="t" r="r" b="b"/>
              <a:pathLst>
                <a:path w="8941" h="881" extrusionOk="0">
                  <a:moveTo>
                    <a:pt x="42" y="0"/>
                  </a:moveTo>
                  <a:cubicBezTo>
                    <a:pt x="15" y="0"/>
                    <a:pt x="1" y="4"/>
                    <a:pt x="1" y="13"/>
                  </a:cubicBezTo>
                  <a:cubicBezTo>
                    <a:pt x="1" y="80"/>
                    <a:pt x="234" y="147"/>
                    <a:pt x="535" y="280"/>
                  </a:cubicBezTo>
                  <a:cubicBezTo>
                    <a:pt x="668" y="314"/>
                    <a:pt x="835" y="347"/>
                    <a:pt x="1002" y="414"/>
                  </a:cubicBezTo>
                  <a:cubicBezTo>
                    <a:pt x="1168" y="447"/>
                    <a:pt x="1268" y="480"/>
                    <a:pt x="1369" y="480"/>
                  </a:cubicBezTo>
                  <a:cubicBezTo>
                    <a:pt x="2369" y="580"/>
                    <a:pt x="3403" y="514"/>
                    <a:pt x="4404" y="680"/>
                  </a:cubicBezTo>
                  <a:lnTo>
                    <a:pt x="5171" y="781"/>
                  </a:lnTo>
                  <a:cubicBezTo>
                    <a:pt x="5405" y="814"/>
                    <a:pt x="5672" y="814"/>
                    <a:pt x="5905" y="814"/>
                  </a:cubicBezTo>
                  <a:cubicBezTo>
                    <a:pt x="6405" y="881"/>
                    <a:pt x="6939" y="881"/>
                    <a:pt x="7440" y="881"/>
                  </a:cubicBezTo>
                  <a:cubicBezTo>
                    <a:pt x="7673" y="881"/>
                    <a:pt x="8040" y="814"/>
                    <a:pt x="8407" y="747"/>
                  </a:cubicBezTo>
                  <a:cubicBezTo>
                    <a:pt x="8707" y="714"/>
                    <a:pt x="8941" y="614"/>
                    <a:pt x="8941" y="614"/>
                  </a:cubicBezTo>
                  <a:cubicBezTo>
                    <a:pt x="8941" y="571"/>
                    <a:pt x="8738" y="559"/>
                    <a:pt x="8476" y="559"/>
                  </a:cubicBezTo>
                  <a:cubicBezTo>
                    <a:pt x="8126" y="559"/>
                    <a:pt x="7668" y="580"/>
                    <a:pt x="7440" y="580"/>
                  </a:cubicBezTo>
                  <a:cubicBezTo>
                    <a:pt x="7086" y="604"/>
                    <a:pt x="6732" y="628"/>
                    <a:pt x="6378" y="628"/>
                  </a:cubicBezTo>
                  <a:cubicBezTo>
                    <a:pt x="6232" y="628"/>
                    <a:pt x="6085" y="624"/>
                    <a:pt x="5938" y="614"/>
                  </a:cubicBezTo>
                  <a:cubicBezTo>
                    <a:pt x="5822" y="597"/>
                    <a:pt x="5697" y="597"/>
                    <a:pt x="5572" y="597"/>
                  </a:cubicBezTo>
                  <a:cubicBezTo>
                    <a:pt x="5446" y="597"/>
                    <a:pt x="5321" y="597"/>
                    <a:pt x="5205" y="580"/>
                  </a:cubicBezTo>
                  <a:lnTo>
                    <a:pt x="4437" y="480"/>
                  </a:lnTo>
                  <a:cubicBezTo>
                    <a:pt x="3437" y="314"/>
                    <a:pt x="2403" y="314"/>
                    <a:pt x="1402" y="147"/>
                  </a:cubicBezTo>
                  <a:cubicBezTo>
                    <a:pt x="1102" y="147"/>
                    <a:pt x="768" y="113"/>
                    <a:pt x="501" y="80"/>
                  </a:cubicBezTo>
                  <a:cubicBezTo>
                    <a:pt x="281" y="31"/>
                    <a:pt x="115"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87" name="Google Shape;5987;p69"/>
            <p:cNvSpPr/>
            <p:nvPr/>
          </p:nvSpPr>
          <p:spPr>
            <a:xfrm>
              <a:off x="3194363" y="2212574"/>
              <a:ext cx="105941" cy="10446"/>
            </a:xfrm>
            <a:custGeom>
              <a:avLst/>
              <a:gdLst/>
              <a:ahLst/>
              <a:cxnLst/>
              <a:rect l="l" t="t" r="r" b="b"/>
              <a:pathLst>
                <a:path w="6572" h="648" extrusionOk="0">
                  <a:moveTo>
                    <a:pt x="40" y="0"/>
                  </a:moveTo>
                  <a:cubicBezTo>
                    <a:pt x="15" y="0"/>
                    <a:pt x="0" y="4"/>
                    <a:pt x="0" y="14"/>
                  </a:cubicBezTo>
                  <a:cubicBezTo>
                    <a:pt x="0" y="14"/>
                    <a:pt x="167" y="181"/>
                    <a:pt x="367" y="247"/>
                  </a:cubicBezTo>
                  <a:cubicBezTo>
                    <a:pt x="634" y="381"/>
                    <a:pt x="868" y="414"/>
                    <a:pt x="1001" y="481"/>
                  </a:cubicBezTo>
                  <a:cubicBezTo>
                    <a:pt x="1768" y="548"/>
                    <a:pt x="2469" y="548"/>
                    <a:pt x="3203" y="581"/>
                  </a:cubicBezTo>
                  <a:cubicBezTo>
                    <a:pt x="3603" y="581"/>
                    <a:pt x="3970" y="648"/>
                    <a:pt x="4337" y="648"/>
                  </a:cubicBezTo>
                  <a:lnTo>
                    <a:pt x="5471" y="648"/>
                  </a:lnTo>
                  <a:cubicBezTo>
                    <a:pt x="5838" y="648"/>
                    <a:pt x="6572" y="414"/>
                    <a:pt x="6505" y="381"/>
                  </a:cubicBezTo>
                  <a:cubicBezTo>
                    <a:pt x="6505" y="348"/>
                    <a:pt x="6305" y="339"/>
                    <a:pt x="6071" y="339"/>
                  </a:cubicBezTo>
                  <a:cubicBezTo>
                    <a:pt x="5838" y="339"/>
                    <a:pt x="5571" y="348"/>
                    <a:pt x="5438" y="348"/>
                  </a:cubicBezTo>
                  <a:cubicBezTo>
                    <a:pt x="5104" y="381"/>
                    <a:pt x="4704" y="414"/>
                    <a:pt x="4337" y="414"/>
                  </a:cubicBezTo>
                  <a:lnTo>
                    <a:pt x="3803" y="414"/>
                  </a:lnTo>
                  <a:lnTo>
                    <a:pt x="3269" y="381"/>
                  </a:lnTo>
                  <a:cubicBezTo>
                    <a:pt x="2502" y="348"/>
                    <a:pt x="1768" y="314"/>
                    <a:pt x="1034" y="147"/>
                  </a:cubicBezTo>
                  <a:cubicBezTo>
                    <a:pt x="834" y="81"/>
                    <a:pt x="601" y="81"/>
                    <a:pt x="367" y="47"/>
                  </a:cubicBezTo>
                  <a:cubicBezTo>
                    <a:pt x="226" y="24"/>
                    <a:pt x="101"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88" name="Google Shape;5988;p69"/>
            <p:cNvSpPr/>
            <p:nvPr/>
          </p:nvSpPr>
          <p:spPr>
            <a:xfrm>
              <a:off x="3193831" y="2225228"/>
              <a:ext cx="81196" cy="9624"/>
            </a:xfrm>
            <a:custGeom>
              <a:avLst/>
              <a:gdLst/>
              <a:ahLst/>
              <a:cxnLst/>
              <a:rect l="l" t="t" r="r" b="b"/>
              <a:pathLst>
                <a:path w="5037" h="597" extrusionOk="0">
                  <a:moveTo>
                    <a:pt x="69" y="1"/>
                  </a:moveTo>
                  <a:cubicBezTo>
                    <a:pt x="46" y="1"/>
                    <a:pt x="33" y="9"/>
                    <a:pt x="33" y="30"/>
                  </a:cubicBezTo>
                  <a:cubicBezTo>
                    <a:pt x="0" y="30"/>
                    <a:pt x="133" y="130"/>
                    <a:pt x="300" y="230"/>
                  </a:cubicBezTo>
                  <a:cubicBezTo>
                    <a:pt x="467" y="296"/>
                    <a:pt x="634" y="396"/>
                    <a:pt x="767" y="396"/>
                  </a:cubicBezTo>
                  <a:cubicBezTo>
                    <a:pt x="1368" y="463"/>
                    <a:pt x="1935" y="430"/>
                    <a:pt x="2502" y="463"/>
                  </a:cubicBezTo>
                  <a:cubicBezTo>
                    <a:pt x="3102" y="530"/>
                    <a:pt x="3636" y="563"/>
                    <a:pt x="4203" y="597"/>
                  </a:cubicBezTo>
                  <a:cubicBezTo>
                    <a:pt x="4470" y="597"/>
                    <a:pt x="5037" y="563"/>
                    <a:pt x="5037" y="463"/>
                  </a:cubicBezTo>
                  <a:cubicBezTo>
                    <a:pt x="5037" y="430"/>
                    <a:pt x="4437" y="296"/>
                    <a:pt x="4203" y="296"/>
                  </a:cubicBezTo>
                  <a:cubicBezTo>
                    <a:pt x="3636" y="363"/>
                    <a:pt x="3102" y="363"/>
                    <a:pt x="2502" y="363"/>
                  </a:cubicBezTo>
                  <a:cubicBezTo>
                    <a:pt x="1968" y="296"/>
                    <a:pt x="1368" y="263"/>
                    <a:pt x="834" y="130"/>
                  </a:cubicBezTo>
                  <a:cubicBezTo>
                    <a:pt x="667" y="96"/>
                    <a:pt x="500" y="63"/>
                    <a:pt x="334" y="63"/>
                  </a:cubicBezTo>
                  <a:cubicBezTo>
                    <a:pt x="219" y="40"/>
                    <a:pt x="119" y="1"/>
                    <a:pt x="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89" name="Google Shape;5989;p69"/>
            <p:cNvSpPr/>
            <p:nvPr/>
          </p:nvSpPr>
          <p:spPr>
            <a:xfrm>
              <a:off x="3193283" y="2240509"/>
              <a:ext cx="57548" cy="8785"/>
            </a:xfrm>
            <a:custGeom>
              <a:avLst/>
              <a:gdLst/>
              <a:ahLst/>
              <a:cxnLst/>
              <a:rect l="l" t="t" r="r" b="b"/>
              <a:pathLst>
                <a:path w="3570" h="545" extrusionOk="0">
                  <a:moveTo>
                    <a:pt x="30" y="1"/>
                  </a:moveTo>
                  <a:cubicBezTo>
                    <a:pt x="12" y="1"/>
                    <a:pt x="1" y="4"/>
                    <a:pt x="1" y="16"/>
                  </a:cubicBezTo>
                  <a:cubicBezTo>
                    <a:pt x="1" y="16"/>
                    <a:pt x="67" y="149"/>
                    <a:pt x="201" y="182"/>
                  </a:cubicBezTo>
                  <a:cubicBezTo>
                    <a:pt x="334" y="282"/>
                    <a:pt x="501" y="316"/>
                    <a:pt x="568" y="316"/>
                  </a:cubicBezTo>
                  <a:cubicBezTo>
                    <a:pt x="918" y="316"/>
                    <a:pt x="1212" y="259"/>
                    <a:pt x="1520" y="259"/>
                  </a:cubicBezTo>
                  <a:cubicBezTo>
                    <a:pt x="1623" y="259"/>
                    <a:pt x="1727" y="266"/>
                    <a:pt x="1835" y="282"/>
                  </a:cubicBezTo>
                  <a:cubicBezTo>
                    <a:pt x="2202" y="316"/>
                    <a:pt x="2603" y="449"/>
                    <a:pt x="3036" y="516"/>
                  </a:cubicBezTo>
                  <a:cubicBezTo>
                    <a:pt x="3067" y="537"/>
                    <a:pt x="3105" y="544"/>
                    <a:pt x="3144" y="544"/>
                  </a:cubicBezTo>
                  <a:cubicBezTo>
                    <a:pt x="3230" y="544"/>
                    <a:pt x="3324" y="506"/>
                    <a:pt x="3370" y="483"/>
                  </a:cubicBezTo>
                  <a:cubicBezTo>
                    <a:pt x="3503" y="449"/>
                    <a:pt x="3570" y="349"/>
                    <a:pt x="3570" y="349"/>
                  </a:cubicBezTo>
                  <a:cubicBezTo>
                    <a:pt x="3570" y="349"/>
                    <a:pt x="3436" y="316"/>
                    <a:pt x="3336" y="316"/>
                  </a:cubicBezTo>
                  <a:cubicBezTo>
                    <a:pt x="3203" y="282"/>
                    <a:pt x="3070" y="249"/>
                    <a:pt x="3003" y="249"/>
                  </a:cubicBezTo>
                  <a:cubicBezTo>
                    <a:pt x="2603" y="249"/>
                    <a:pt x="2202" y="149"/>
                    <a:pt x="1769" y="116"/>
                  </a:cubicBezTo>
                  <a:cubicBezTo>
                    <a:pt x="1335" y="82"/>
                    <a:pt x="901" y="116"/>
                    <a:pt x="534" y="16"/>
                  </a:cubicBezTo>
                  <a:lnTo>
                    <a:pt x="201" y="16"/>
                  </a:lnTo>
                  <a:cubicBezTo>
                    <a:pt x="134" y="16"/>
                    <a:pt x="67"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90" name="Google Shape;5990;p69"/>
            <p:cNvSpPr/>
            <p:nvPr/>
          </p:nvSpPr>
          <p:spPr>
            <a:xfrm>
              <a:off x="3195443" y="2253663"/>
              <a:ext cx="34416" cy="5932"/>
            </a:xfrm>
            <a:custGeom>
              <a:avLst/>
              <a:gdLst/>
              <a:ahLst/>
              <a:cxnLst/>
              <a:rect l="l" t="t" r="r" b="b"/>
              <a:pathLst>
                <a:path w="2135" h="368" extrusionOk="0">
                  <a:moveTo>
                    <a:pt x="367" y="0"/>
                  </a:moveTo>
                  <a:cubicBezTo>
                    <a:pt x="234" y="0"/>
                    <a:pt x="67" y="0"/>
                    <a:pt x="33" y="33"/>
                  </a:cubicBezTo>
                  <a:cubicBezTo>
                    <a:pt x="0" y="100"/>
                    <a:pt x="234" y="300"/>
                    <a:pt x="334" y="300"/>
                  </a:cubicBezTo>
                  <a:cubicBezTo>
                    <a:pt x="834" y="300"/>
                    <a:pt x="1268" y="300"/>
                    <a:pt x="1768" y="367"/>
                  </a:cubicBezTo>
                  <a:cubicBezTo>
                    <a:pt x="1901" y="367"/>
                    <a:pt x="2102" y="300"/>
                    <a:pt x="2102" y="234"/>
                  </a:cubicBezTo>
                  <a:cubicBezTo>
                    <a:pt x="2135" y="200"/>
                    <a:pt x="1868" y="100"/>
                    <a:pt x="1768" y="100"/>
                  </a:cubicBezTo>
                  <a:cubicBezTo>
                    <a:pt x="1574" y="126"/>
                    <a:pt x="1380" y="142"/>
                    <a:pt x="1192" y="142"/>
                  </a:cubicBezTo>
                  <a:cubicBezTo>
                    <a:pt x="895" y="142"/>
                    <a:pt x="612" y="102"/>
                    <a:pt x="3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91" name="Google Shape;5991;p69"/>
            <p:cNvSpPr/>
            <p:nvPr/>
          </p:nvSpPr>
          <p:spPr>
            <a:xfrm>
              <a:off x="3194895" y="2264947"/>
              <a:ext cx="31740" cy="5400"/>
            </a:xfrm>
            <a:custGeom>
              <a:avLst/>
              <a:gdLst/>
              <a:ahLst/>
              <a:cxnLst/>
              <a:rect l="l" t="t" r="r" b="b"/>
              <a:pathLst>
                <a:path w="1969" h="335" extrusionOk="0">
                  <a:moveTo>
                    <a:pt x="1602" y="1"/>
                  </a:moveTo>
                  <a:cubicBezTo>
                    <a:pt x="1348" y="79"/>
                    <a:pt x="1094" y="111"/>
                    <a:pt x="840" y="111"/>
                  </a:cubicBezTo>
                  <a:cubicBezTo>
                    <a:pt x="660" y="111"/>
                    <a:pt x="481" y="95"/>
                    <a:pt x="301" y="67"/>
                  </a:cubicBezTo>
                  <a:cubicBezTo>
                    <a:pt x="168" y="67"/>
                    <a:pt x="67" y="167"/>
                    <a:pt x="1" y="167"/>
                  </a:cubicBezTo>
                  <a:lnTo>
                    <a:pt x="1" y="234"/>
                  </a:lnTo>
                  <a:lnTo>
                    <a:pt x="67" y="267"/>
                  </a:lnTo>
                  <a:cubicBezTo>
                    <a:pt x="67" y="267"/>
                    <a:pt x="101" y="301"/>
                    <a:pt x="134" y="301"/>
                  </a:cubicBezTo>
                  <a:cubicBezTo>
                    <a:pt x="234" y="301"/>
                    <a:pt x="301" y="334"/>
                    <a:pt x="334" y="334"/>
                  </a:cubicBezTo>
                  <a:cubicBezTo>
                    <a:pt x="608" y="295"/>
                    <a:pt x="870" y="279"/>
                    <a:pt x="1127" y="279"/>
                  </a:cubicBezTo>
                  <a:cubicBezTo>
                    <a:pt x="1309" y="279"/>
                    <a:pt x="1489" y="287"/>
                    <a:pt x="1669" y="301"/>
                  </a:cubicBezTo>
                  <a:cubicBezTo>
                    <a:pt x="1769" y="301"/>
                    <a:pt x="1969" y="234"/>
                    <a:pt x="1935" y="134"/>
                  </a:cubicBezTo>
                  <a:cubicBezTo>
                    <a:pt x="1935" y="101"/>
                    <a:pt x="1669" y="1"/>
                    <a:pt x="16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92" name="Google Shape;5992;p69"/>
            <p:cNvSpPr/>
            <p:nvPr/>
          </p:nvSpPr>
          <p:spPr>
            <a:xfrm>
              <a:off x="3273399" y="2140743"/>
              <a:ext cx="43572" cy="47328"/>
            </a:xfrm>
            <a:custGeom>
              <a:avLst/>
              <a:gdLst/>
              <a:ahLst/>
              <a:cxnLst/>
              <a:rect l="l" t="t" r="r" b="b"/>
              <a:pathLst>
                <a:path w="2703" h="2936" extrusionOk="0">
                  <a:moveTo>
                    <a:pt x="1902" y="0"/>
                  </a:moveTo>
                  <a:cubicBezTo>
                    <a:pt x="1502" y="200"/>
                    <a:pt x="1002" y="367"/>
                    <a:pt x="501" y="601"/>
                  </a:cubicBezTo>
                  <a:cubicBezTo>
                    <a:pt x="401" y="634"/>
                    <a:pt x="368" y="667"/>
                    <a:pt x="268" y="701"/>
                  </a:cubicBezTo>
                  <a:cubicBezTo>
                    <a:pt x="201" y="801"/>
                    <a:pt x="101" y="867"/>
                    <a:pt x="101" y="967"/>
                  </a:cubicBezTo>
                  <a:cubicBezTo>
                    <a:pt x="34" y="1168"/>
                    <a:pt x="68" y="1301"/>
                    <a:pt x="68" y="1434"/>
                  </a:cubicBezTo>
                  <a:lnTo>
                    <a:pt x="68" y="1768"/>
                  </a:lnTo>
                  <a:cubicBezTo>
                    <a:pt x="34" y="1868"/>
                    <a:pt x="34" y="2002"/>
                    <a:pt x="1" y="2135"/>
                  </a:cubicBezTo>
                  <a:cubicBezTo>
                    <a:pt x="1" y="2168"/>
                    <a:pt x="1" y="2268"/>
                    <a:pt x="34" y="2435"/>
                  </a:cubicBezTo>
                  <a:cubicBezTo>
                    <a:pt x="34" y="2502"/>
                    <a:pt x="68" y="2602"/>
                    <a:pt x="101" y="2669"/>
                  </a:cubicBezTo>
                  <a:cubicBezTo>
                    <a:pt x="201" y="2835"/>
                    <a:pt x="268" y="2936"/>
                    <a:pt x="334" y="2936"/>
                  </a:cubicBezTo>
                  <a:cubicBezTo>
                    <a:pt x="401" y="2869"/>
                    <a:pt x="501" y="2769"/>
                    <a:pt x="568" y="2602"/>
                  </a:cubicBezTo>
                  <a:cubicBezTo>
                    <a:pt x="601" y="2502"/>
                    <a:pt x="601" y="2469"/>
                    <a:pt x="668" y="2368"/>
                  </a:cubicBezTo>
                  <a:cubicBezTo>
                    <a:pt x="701" y="2302"/>
                    <a:pt x="701" y="2202"/>
                    <a:pt x="701" y="2168"/>
                  </a:cubicBezTo>
                  <a:cubicBezTo>
                    <a:pt x="668" y="2035"/>
                    <a:pt x="668" y="1935"/>
                    <a:pt x="601" y="1801"/>
                  </a:cubicBezTo>
                  <a:cubicBezTo>
                    <a:pt x="568" y="1668"/>
                    <a:pt x="568" y="1535"/>
                    <a:pt x="535" y="1434"/>
                  </a:cubicBezTo>
                  <a:cubicBezTo>
                    <a:pt x="501" y="1301"/>
                    <a:pt x="501" y="1168"/>
                    <a:pt x="501" y="1134"/>
                  </a:cubicBezTo>
                  <a:cubicBezTo>
                    <a:pt x="501" y="1101"/>
                    <a:pt x="535" y="1101"/>
                    <a:pt x="535" y="1034"/>
                  </a:cubicBezTo>
                  <a:cubicBezTo>
                    <a:pt x="568" y="1001"/>
                    <a:pt x="601" y="1001"/>
                    <a:pt x="668" y="967"/>
                  </a:cubicBezTo>
                  <a:lnTo>
                    <a:pt x="835" y="867"/>
                  </a:lnTo>
                  <a:lnTo>
                    <a:pt x="1002" y="834"/>
                  </a:lnTo>
                  <a:cubicBezTo>
                    <a:pt x="1102" y="801"/>
                    <a:pt x="1202" y="767"/>
                    <a:pt x="1335" y="767"/>
                  </a:cubicBezTo>
                  <a:cubicBezTo>
                    <a:pt x="1569" y="701"/>
                    <a:pt x="1836" y="701"/>
                    <a:pt x="2069" y="701"/>
                  </a:cubicBezTo>
                  <a:cubicBezTo>
                    <a:pt x="2202" y="701"/>
                    <a:pt x="2369" y="601"/>
                    <a:pt x="2503" y="467"/>
                  </a:cubicBezTo>
                  <a:cubicBezTo>
                    <a:pt x="2603" y="334"/>
                    <a:pt x="2703" y="200"/>
                    <a:pt x="2669" y="167"/>
                  </a:cubicBezTo>
                  <a:cubicBezTo>
                    <a:pt x="2603" y="134"/>
                    <a:pt x="2503" y="100"/>
                    <a:pt x="2336" y="33"/>
                  </a:cubicBezTo>
                  <a:cubicBezTo>
                    <a:pt x="2169" y="0"/>
                    <a:pt x="2002" y="0"/>
                    <a:pt x="19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93" name="Google Shape;5993;p69"/>
            <p:cNvSpPr/>
            <p:nvPr/>
          </p:nvSpPr>
          <p:spPr>
            <a:xfrm>
              <a:off x="3334172" y="2146111"/>
              <a:ext cx="74748" cy="37656"/>
            </a:xfrm>
            <a:custGeom>
              <a:avLst/>
              <a:gdLst/>
              <a:ahLst/>
              <a:cxnLst/>
              <a:rect l="l" t="t" r="r" b="b"/>
              <a:pathLst>
                <a:path w="4637" h="2336" extrusionOk="0">
                  <a:moveTo>
                    <a:pt x="968" y="1"/>
                  </a:moveTo>
                  <a:cubicBezTo>
                    <a:pt x="634" y="1"/>
                    <a:pt x="0" y="334"/>
                    <a:pt x="67" y="501"/>
                  </a:cubicBezTo>
                  <a:cubicBezTo>
                    <a:pt x="100" y="634"/>
                    <a:pt x="801" y="801"/>
                    <a:pt x="1001" y="801"/>
                  </a:cubicBezTo>
                  <a:cubicBezTo>
                    <a:pt x="1423" y="712"/>
                    <a:pt x="1846" y="668"/>
                    <a:pt x="2269" y="668"/>
                  </a:cubicBezTo>
                  <a:cubicBezTo>
                    <a:pt x="2480" y="668"/>
                    <a:pt x="2691" y="679"/>
                    <a:pt x="2902" y="701"/>
                  </a:cubicBezTo>
                  <a:cubicBezTo>
                    <a:pt x="3169" y="768"/>
                    <a:pt x="3503" y="801"/>
                    <a:pt x="3770" y="935"/>
                  </a:cubicBezTo>
                  <a:cubicBezTo>
                    <a:pt x="3836" y="1001"/>
                    <a:pt x="3903" y="1035"/>
                    <a:pt x="3903" y="1135"/>
                  </a:cubicBezTo>
                  <a:lnTo>
                    <a:pt x="3903" y="1535"/>
                  </a:lnTo>
                  <a:cubicBezTo>
                    <a:pt x="3903" y="1669"/>
                    <a:pt x="3970" y="1935"/>
                    <a:pt x="4070" y="2102"/>
                  </a:cubicBezTo>
                  <a:cubicBezTo>
                    <a:pt x="4103" y="2169"/>
                    <a:pt x="4170" y="2269"/>
                    <a:pt x="4237" y="2302"/>
                  </a:cubicBezTo>
                  <a:cubicBezTo>
                    <a:pt x="4270" y="2302"/>
                    <a:pt x="4270" y="2336"/>
                    <a:pt x="4303" y="2336"/>
                  </a:cubicBezTo>
                  <a:lnTo>
                    <a:pt x="4337" y="2336"/>
                  </a:lnTo>
                  <a:cubicBezTo>
                    <a:pt x="4437" y="2336"/>
                    <a:pt x="4637" y="1702"/>
                    <a:pt x="4604" y="1435"/>
                  </a:cubicBezTo>
                  <a:cubicBezTo>
                    <a:pt x="4537" y="1268"/>
                    <a:pt x="4503" y="1101"/>
                    <a:pt x="4437" y="868"/>
                  </a:cubicBezTo>
                  <a:cubicBezTo>
                    <a:pt x="4403" y="801"/>
                    <a:pt x="4303" y="668"/>
                    <a:pt x="4203" y="601"/>
                  </a:cubicBezTo>
                  <a:cubicBezTo>
                    <a:pt x="4137" y="501"/>
                    <a:pt x="4003" y="468"/>
                    <a:pt x="3936" y="434"/>
                  </a:cubicBezTo>
                  <a:cubicBezTo>
                    <a:pt x="3569" y="301"/>
                    <a:pt x="3269" y="301"/>
                    <a:pt x="2936" y="268"/>
                  </a:cubicBezTo>
                  <a:cubicBezTo>
                    <a:pt x="2302" y="167"/>
                    <a:pt x="1635" y="101"/>
                    <a:pt x="9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94" name="Google Shape;5994;p69"/>
            <p:cNvSpPr/>
            <p:nvPr/>
          </p:nvSpPr>
          <p:spPr>
            <a:xfrm>
              <a:off x="3196507" y="2141033"/>
              <a:ext cx="65093" cy="18683"/>
            </a:xfrm>
            <a:custGeom>
              <a:avLst/>
              <a:gdLst/>
              <a:ahLst/>
              <a:cxnLst/>
              <a:rect l="l" t="t" r="r" b="b"/>
              <a:pathLst>
                <a:path w="4038" h="1159" extrusionOk="0">
                  <a:moveTo>
                    <a:pt x="3990" y="1"/>
                  </a:moveTo>
                  <a:cubicBezTo>
                    <a:pt x="3933" y="1"/>
                    <a:pt x="3837" y="15"/>
                    <a:pt x="3770" y="15"/>
                  </a:cubicBezTo>
                  <a:lnTo>
                    <a:pt x="3337" y="15"/>
                  </a:lnTo>
                  <a:cubicBezTo>
                    <a:pt x="3136" y="116"/>
                    <a:pt x="2836" y="116"/>
                    <a:pt x="2636" y="182"/>
                  </a:cubicBezTo>
                  <a:cubicBezTo>
                    <a:pt x="2403" y="282"/>
                    <a:pt x="2202" y="316"/>
                    <a:pt x="1969" y="416"/>
                  </a:cubicBezTo>
                  <a:lnTo>
                    <a:pt x="601" y="783"/>
                  </a:lnTo>
                  <a:cubicBezTo>
                    <a:pt x="334" y="849"/>
                    <a:pt x="1" y="1116"/>
                    <a:pt x="1" y="1150"/>
                  </a:cubicBezTo>
                  <a:cubicBezTo>
                    <a:pt x="1" y="1156"/>
                    <a:pt x="16" y="1158"/>
                    <a:pt x="43" y="1158"/>
                  </a:cubicBezTo>
                  <a:cubicBezTo>
                    <a:pt x="168" y="1158"/>
                    <a:pt x="531" y="1099"/>
                    <a:pt x="668" y="1016"/>
                  </a:cubicBezTo>
                  <a:cubicBezTo>
                    <a:pt x="1068" y="849"/>
                    <a:pt x="1535" y="649"/>
                    <a:pt x="2002" y="516"/>
                  </a:cubicBezTo>
                  <a:cubicBezTo>
                    <a:pt x="2202" y="482"/>
                    <a:pt x="2403" y="416"/>
                    <a:pt x="2669" y="349"/>
                  </a:cubicBezTo>
                  <a:cubicBezTo>
                    <a:pt x="2936" y="316"/>
                    <a:pt x="3136" y="316"/>
                    <a:pt x="3370" y="316"/>
                  </a:cubicBezTo>
                  <a:cubicBezTo>
                    <a:pt x="3503" y="316"/>
                    <a:pt x="3670" y="282"/>
                    <a:pt x="3837" y="182"/>
                  </a:cubicBezTo>
                  <a:cubicBezTo>
                    <a:pt x="3970" y="149"/>
                    <a:pt x="4037" y="15"/>
                    <a:pt x="4037" y="15"/>
                  </a:cubicBezTo>
                  <a:cubicBezTo>
                    <a:pt x="4037" y="4"/>
                    <a:pt x="4018" y="1"/>
                    <a:pt x="39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95" name="Google Shape;5995;p69"/>
            <p:cNvSpPr/>
            <p:nvPr/>
          </p:nvSpPr>
          <p:spPr>
            <a:xfrm>
              <a:off x="3201085" y="2156863"/>
              <a:ext cx="44378" cy="12122"/>
            </a:xfrm>
            <a:custGeom>
              <a:avLst/>
              <a:gdLst/>
              <a:ahLst/>
              <a:cxnLst/>
              <a:rect l="l" t="t" r="r" b="b"/>
              <a:pathLst>
                <a:path w="2753" h="752" extrusionOk="0">
                  <a:moveTo>
                    <a:pt x="2750" y="98"/>
                  </a:moveTo>
                  <a:lnTo>
                    <a:pt x="2750" y="98"/>
                  </a:lnTo>
                  <a:cubicBezTo>
                    <a:pt x="2751" y="99"/>
                    <a:pt x="2752" y="100"/>
                    <a:pt x="2752" y="101"/>
                  </a:cubicBezTo>
                  <a:cubicBezTo>
                    <a:pt x="2752" y="99"/>
                    <a:pt x="2752" y="98"/>
                    <a:pt x="2750" y="98"/>
                  </a:cubicBezTo>
                  <a:close/>
                  <a:moveTo>
                    <a:pt x="2252" y="1"/>
                  </a:moveTo>
                  <a:cubicBezTo>
                    <a:pt x="1918" y="101"/>
                    <a:pt x="1652" y="134"/>
                    <a:pt x="1318" y="201"/>
                  </a:cubicBezTo>
                  <a:cubicBezTo>
                    <a:pt x="1018" y="268"/>
                    <a:pt x="684" y="368"/>
                    <a:pt x="384" y="468"/>
                  </a:cubicBezTo>
                  <a:cubicBezTo>
                    <a:pt x="217" y="501"/>
                    <a:pt x="17" y="668"/>
                    <a:pt x="17" y="701"/>
                  </a:cubicBezTo>
                  <a:cubicBezTo>
                    <a:pt x="0" y="735"/>
                    <a:pt x="84" y="751"/>
                    <a:pt x="188" y="751"/>
                  </a:cubicBezTo>
                  <a:cubicBezTo>
                    <a:pt x="292" y="751"/>
                    <a:pt x="417" y="735"/>
                    <a:pt x="484" y="701"/>
                  </a:cubicBezTo>
                  <a:cubicBezTo>
                    <a:pt x="751" y="535"/>
                    <a:pt x="1051" y="434"/>
                    <a:pt x="1351" y="334"/>
                  </a:cubicBezTo>
                  <a:cubicBezTo>
                    <a:pt x="1652" y="268"/>
                    <a:pt x="1985" y="268"/>
                    <a:pt x="2319" y="268"/>
                  </a:cubicBezTo>
                  <a:cubicBezTo>
                    <a:pt x="2473" y="268"/>
                    <a:pt x="2712" y="97"/>
                    <a:pt x="2748" y="97"/>
                  </a:cubicBezTo>
                  <a:cubicBezTo>
                    <a:pt x="2749" y="97"/>
                    <a:pt x="2750" y="97"/>
                    <a:pt x="2750" y="98"/>
                  </a:cubicBezTo>
                  <a:lnTo>
                    <a:pt x="2750" y="98"/>
                  </a:lnTo>
                  <a:cubicBezTo>
                    <a:pt x="2708" y="33"/>
                    <a:pt x="2383" y="1"/>
                    <a:pt x="22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96" name="Google Shape;5996;p69"/>
            <p:cNvSpPr/>
            <p:nvPr/>
          </p:nvSpPr>
          <p:spPr>
            <a:xfrm>
              <a:off x="3214255" y="2167083"/>
              <a:ext cx="24760" cy="7544"/>
            </a:xfrm>
            <a:custGeom>
              <a:avLst/>
              <a:gdLst/>
              <a:ahLst/>
              <a:cxnLst/>
              <a:rect l="l" t="t" r="r" b="b"/>
              <a:pathLst>
                <a:path w="1536" h="468" extrusionOk="0">
                  <a:moveTo>
                    <a:pt x="1235" y="1"/>
                  </a:moveTo>
                  <a:cubicBezTo>
                    <a:pt x="946" y="87"/>
                    <a:pt x="657" y="174"/>
                    <a:pt x="346" y="174"/>
                  </a:cubicBezTo>
                  <a:cubicBezTo>
                    <a:pt x="298" y="174"/>
                    <a:pt x="250" y="172"/>
                    <a:pt x="201" y="167"/>
                  </a:cubicBezTo>
                  <a:cubicBezTo>
                    <a:pt x="101" y="201"/>
                    <a:pt x="1" y="334"/>
                    <a:pt x="1" y="368"/>
                  </a:cubicBezTo>
                  <a:cubicBezTo>
                    <a:pt x="1" y="401"/>
                    <a:pt x="201" y="468"/>
                    <a:pt x="234" y="468"/>
                  </a:cubicBezTo>
                  <a:cubicBezTo>
                    <a:pt x="495" y="363"/>
                    <a:pt x="755" y="280"/>
                    <a:pt x="1031" y="280"/>
                  </a:cubicBezTo>
                  <a:cubicBezTo>
                    <a:pt x="1109" y="280"/>
                    <a:pt x="1188" y="286"/>
                    <a:pt x="1268" y="301"/>
                  </a:cubicBezTo>
                  <a:cubicBezTo>
                    <a:pt x="1368" y="301"/>
                    <a:pt x="1535" y="167"/>
                    <a:pt x="1535" y="101"/>
                  </a:cubicBezTo>
                  <a:cubicBezTo>
                    <a:pt x="1502" y="67"/>
                    <a:pt x="1335" y="1"/>
                    <a:pt x="12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97" name="Google Shape;5997;p69"/>
            <p:cNvSpPr/>
            <p:nvPr/>
          </p:nvSpPr>
          <p:spPr>
            <a:xfrm>
              <a:off x="3230391" y="2174611"/>
              <a:ext cx="14524" cy="6464"/>
            </a:xfrm>
            <a:custGeom>
              <a:avLst/>
              <a:gdLst/>
              <a:ahLst/>
              <a:cxnLst/>
              <a:rect l="l" t="t" r="r" b="b"/>
              <a:pathLst>
                <a:path w="901" h="401" extrusionOk="0">
                  <a:moveTo>
                    <a:pt x="701" y="1"/>
                  </a:moveTo>
                  <a:cubicBezTo>
                    <a:pt x="583" y="71"/>
                    <a:pt x="432" y="142"/>
                    <a:pt x="282" y="142"/>
                  </a:cubicBezTo>
                  <a:cubicBezTo>
                    <a:pt x="220" y="142"/>
                    <a:pt x="159" y="130"/>
                    <a:pt x="100" y="101"/>
                  </a:cubicBezTo>
                  <a:cubicBezTo>
                    <a:pt x="67" y="101"/>
                    <a:pt x="0" y="234"/>
                    <a:pt x="0" y="267"/>
                  </a:cubicBezTo>
                  <a:cubicBezTo>
                    <a:pt x="0" y="301"/>
                    <a:pt x="100" y="401"/>
                    <a:pt x="167" y="401"/>
                  </a:cubicBezTo>
                  <a:cubicBezTo>
                    <a:pt x="340" y="343"/>
                    <a:pt x="488" y="261"/>
                    <a:pt x="675" y="261"/>
                  </a:cubicBezTo>
                  <a:cubicBezTo>
                    <a:pt x="705" y="261"/>
                    <a:pt x="736" y="263"/>
                    <a:pt x="768" y="267"/>
                  </a:cubicBezTo>
                  <a:cubicBezTo>
                    <a:pt x="868" y="267"/>
                    <a:pt x="901" y="167"/>
                    <a:pt x="901" y="101"/>
                  </a:cubicBezTo>
                  <a:cubicBezTo>
                    <a:pt x="868" y="67"/>
                    <a:pt x="734" y="1"/>
                    <a:pt x="7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98" name="Google Shape;5998;p69"/>
            <p:cNvSpPr/>
            <p:nvPr/>
          </p:nvSpPr>
          <p:spPr>
            <a:xfrm>
              <a:off x="3418592" y="2150947"/>
              <a:ext cx="68300" cy="14202"/>
            </a:xfrm>
            <a:custGeom>
              <a:avLst/>
              <a:gdLst/>
              <a:ahLst/>
              <a:cxnLst/>
              <a:rect l="l" t="t" r="r" b="b"/>
              <a:pathLst>
                <a:path w="4237" h="881" extrusionOk="0">
                  <a:moveTo>
                    <a:pt x="701" y="1"/>
                  </a:moveTo>
                  <a:cubicBezTo>
                    <a:pt x="434" y="1"/>
                    <a:pt x="0" y="168"/>
                    <a:pt x="0" y="168"/>
                  </a:cubicBezTo>
                  <a:cubicBezTo>
                    <a:pt x="0" y="234"/>
                    <a:pt x="534" y="268"/>
                    <a:pt x="701" y="268"/>
                  </a:cubicBezTo>
                  <a:cubicBezTo>
                    <a:pt x="826" y="259"/>
                    <a:pt x="953" y="255"/>
                    <a:pt x="1083" y="255"/>
                  </a:cubicBezTo>
                  <a:cubicBezTo>
                    <a:pt x="1436" y="255"/>
                    <a:pt x="1802" y="286"/>
                    <a:pt x="2169" y="334"/>
                  </a:cubicBezTo>
                  <a:cubicBezTo>
                    <a:pt x="2402" y="368"/>
                    <a:pt x="2602" y="401"/>
                    <a:pt x="2869" y="501"/>
                  </a:cubicBezTo>
                  <a:cubicBezTo>
                    <a:pt x="3069" y="568"/>
                    <a:pt x="3336" y="668"/>
                    <a:pt x="3536" y="768"/>
                  </a:cubicBezTo>
                  <a:cubicBezTo>
                    <a:pt x="3711" y="843"/>
                    <a:pt x="4018" y="881"/>
                    <a:pt x="4160" y="881"/>
                  </a:cubicBezTo>
                  <a:cubicBezTo>
                    <a:pt x="4207" y="881"/>
                    <a:pt x="4237" y="877"/>
                    <a:pt x="4237" y="868"/>
                  </a:cubicBezTo>
                  <a:cubicBezTo>
                    <a:pt x="4237" y="835"/>
                    <a:pt x="3836" y="568"/>
                    <a:pt x="3670" y="501"/>
                  </a:cubicBezTo>
                  <a:cubicBezTo>
                    <a:pt x="3436" y="401"/>
                    <a:pt x="3203" y="368"/>
                    <a:pt x="2936" y="301"/>
                  </a:cubicBezTo>
                  <a:cubicBezTo>
                    <a:pt x="2702" y="234"/>
                    <a:pt x="2435" y="168"/>
                    <a:pt x="2202" y="168"/>
                  </a:cubicBezTo>
                  <a:cubicBezTo>
                    <a:pt x="1702" y="134"/>
                    <a:pt x="1201" y="34"/>
                    <a:pt x="7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99" name="Google Shape;5999;p69"/>
            <p:cNvSpPr/>
            <p:nvPr/>
          </p:nvSpPr>
          <p:spPr>
            <a:xfrm>
              <a:off x="3433648" y="2161167"/>
              <a:ext cx="40348" cy="12074"/>
            </a:xfrm>
            <a:custGeom>
              <a:avLst/>
              <a:gdLst/>
              <a:ahLst/>
              <a:cxnLst/>
              <a:rect l="l" t="t" r="r" b="b"/>
              <a:pathLst>
                <a:path w="2503" h="749" extrusionOk="0">
                  <a:moveTo>
                    <a:pt x="467" y="1"/>
                  </a:moveTo>
                  <a:cubicBezTo>
                    <a:pt x="301" y="1"/>
                    <a:pt x="0" y="34"/>
                    <a:pt x="0" y="34"/>
                  </a:cubicBezTo>
                  <a:cubicBezTo>
                    <a:pt x="0" y="101"/>
                    <a:pt x="334" y="201"/>
                    <a:pt x="434" y="234"/>
                  </a:cubicBezTo>
                  <a:cubicBezTo>
                    <a:pt x="968" y="234"/>
                    <a:pt x="1501" y="501"/>
                    <a:pt x="2068" y="735"/>
                  </a:cubicBezTo>
                  <a:cubicBezTo>
                    <a:pt x="2117" y="744"/>
                    <a:pt x="2172" y="748"/>
                    <a:pt x="2225" y="748"/>
                  </a:cubicBezTo>
                  <a:cubicBezTo>
                    <a:pt x="2352" y="748"/>
                    <a:pt x="2469" y="725"/>
                    <a:pt x="2469" y="701"/>
                  </a:cubicBezTo>
                  <a:cubicBezTo>
                    <a:pt x="2502" y="668"/>
                    <a:pt x="2235" y="534"/>
                    <a:pt x="2135" y="501"/>
                  </a:cubicBezTo>
                  <a:cubicBezTo>
                    <a:pt x="1601" y="401"/>
                    <a:pt x="1068" y="167"/>
                    <a:pt x="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00" name="Google Shape;6000;p69"/>
            <p:cNvSpPr/>
            <p:nvPr/>
          </p:nvSpPr>
          <p:spPr>
            <a:xfrm>
              <a:off x="3432036" y="2171919"/>
              <a:ext cx="24212" cy="9156"/>
            </a:xfrm>
            <a:custGeom>
              <a:avLst/>
              <a:gdLst/>
              <a:ahLst/>
              <a:cxnLst/>
              <a:rect l="l" t="t" r="r" b="b"/>
              <a:pathLst>
                <a:path w="1502" h="568" extrusionOk="0">
                  <a:moveTo>
                    <a:pt x="267" y="1"/>
                  </a:moveTo>
                  <a:cubicBezTo>
                    <a:pt x="200" y="1"/>
                    <a:pt x="0" y="34"/>
                    <a:pt x="0" y="68"/>
                  </a:cubicBezTo>
                  <a:cubicBezTo>
                    <a:pt x="34" y="168"/>
                    <a:pt x="200" y="268"/>
                    <a:pt x="234" y="268"/>
                  </a:cubicBezTo>
                  <a:cubicBezTo>
                    <a:pt x="567" y="268"/>
                    <a:pt x="868" y="434"/>
                    <a:pt x="1234" y="568"/>
                  </a:cubicBezTo>
                  <a:cubicBezTo>
                    <a:pt x="1368" y="568"/>
                    <a:pt x="1501" y="434"/>
                    <a:pt x="1501" y="401"/>
                  </a:cubicBezTo>
                  <a:cubicBezTo>
                    <a:pt x="1501" y="368"/>
                    <a:pt x="1335" y="268"/>
                    <a:pt x="1268" y="268"/>
                  </a:cubicBezTo>
                  <a:cubicBezTo>
                    <a:pt x="1233" y="271"/>
                    <a:pt x="1198" y="273"/>
                    <a:pt x="1163" y="273"/>
                  </a:cubicBezTo>
                  <a:cubicBezTo>
                    <a:pt x="865" y="273"/>
                    <a:pt x="566" y="150"/>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01" name="Google Shape;6001;p69"/>
            <p:cNvSpPr/>
            <p:nvPr/>
          </p:nvSpPr>
          <p:spPr>
            <a:xfrm>
              <a:off x="3320180" y="4949766"/>
              <a:ext cx="166181" cy="58096"/>
            </a:xfrm>
            <a:custGeom>
              <a:avLst/>
              <a:gdLst/>
              <a:ahLst/>
              <a:cxnLst/>
              <a:rect l="l" t="t" r="r" b="b"/>
              <a:pathLst>
                <a:path w="10309" h="3604" extrusionOk="0">
                  <a:moveTo>
                    <a:pt x="10305" y="0"/>
                  </a:moveTo>
                  <a:cubicBezTo>
                    <a:pt x="10238" y="0"/>
                    <a:pt x="9464" y="675"/>
                    <a:pt x="9041" y="969"/>
                  </a:cubicBezTo>
                  <a:cubicBezTo>
                    <a:pt x="9007" y="1002"/>
                    <a:pt x="8974" y="1002"/>
                    <a:pt x="8941" y="1035"/>
                  </a:cubicBezTo>
                  <a:cubicBezTo>
                    <a:pt x="8440" y="1369"/>
                    <a:pt x="7873" y="1669"/>
                    <a:pt x="7306" y="1903"/>
                  </a:cubicBezTo>
                  <a:cubicBezTo>
                    <a:pt x="6772" y="2169"/>
                    <a:pt x="6139" y="2370"/>
                    <a:pt x="5538" y="2536"/>
                  </a:cubicBezTo>
                  <a:lnTo>
                    <a:pt x="4638" y="2803"/>
                  </a:lnTo>
                  <a:lnTo>
                    <a:pt x="3704" y="2970"/>
                  </a:lnTo>
                  <a:cubicBezTo>
                    <a:pt x="3103" y="3070"/>
                    <a:pt x="2469" y="3137"/>
                    <a:pt x="1836" y="3203"/>
                  </a:cubicBezTo>
                  <a:cubicBezTo>
                    <a:pt x="1335" y="3304"/>
                    <a:pt x="368" y="3470"/>
                    <a:pt x="101" y="3570"/>
                  </a:cubicBezTo>
                  <a:cubicBezTo>
                    <a:pt x="1" y="3570"/>
                    <a:pt x="1" y="3604"/>
                    <a:pt x="1" y="3604"/>
                  </a:cubicBezTo>
                  <a:lnTo>
                    <a:pt x="34" y="3604"/>
                  </a:lnTo>
                  <a:cubicBezTo>
                    <a:pt x="335" y="3604"/>
                    <a:pt x="1369" y="3537"/>
                    <a:pt x="1802" y="3504"/>
                  </a:cubicBezTo>
                  <a:cubicBezTo>
                    <a:pt x="4271" y="3070"/>
                    <a:pt x="6806" y="2503"/>
                    <a:pt x="9007" y="1235"/>
                  </a:cubicBezTo>
                  <a:cubicBezTo>
                    <a:pt x="9107" y="1235"/>
                    <a:pt x="9141" y="1202"/>
                    <a:pt x="9174" y="1169"/>
                  </a:cubicBezTo>
                  <a:cubicBezTo>
                    <a:pt x="9508" y="969"/>
                    <a:pt x="9775" y="668"/>
                    <a:pt x="9975" y="401"/>
                  </a:cubicBezTo>
                  <a:cubicBezTo>
                    <a:pt x="10175" y="201"/>
                    <a:pt x="10308" y="1"/>
                    <a:pt x="10308" y="1"/>
                  </a:cubicBezTo>
                  <a:cubicBezTo>
                    <a:pt x="10308" y="0"/>
                    <a:pt x="10306" y="0"/>
                    <a:pt x="103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02" name="Google Shape;6002;p69"/>
            <p:cNvSpPr/>
            <p:nvPr/>
          </p:nvSpPr>
          <p:spPr>
            <a:xfrm>
              <a:off x="3359351" y="4936096"/>
              <a:ext cx="126461" cy="49924"/>
            </a:xfrm>
            <a:custGeom>
              <a:avLst/>
              <a:gdLst/>
              <a:ahLst/>
              <a:cxnLst/>
              <a:rect l="l" t="t" r="r" b="b"/>
              <a:pathLst>
                <a:path w="7845" h="3097" extrusionOk="0">
                  <a:moveTo>
                    <a:pt x="6" y="3084"/>
                  </a:moveTo>
                  <a:lnTo>
                    <a:pt x="6" y="3084"/>
                  </a:lnTo>
                  <a:cubicBezTo>
                    <a:pt x="1" y="3089"/>
                    <a:pt x="2" y="3092"/>
                    <a:pt x="8" y="3092"/>
                  </a:cubicBezTo>
                  <a:cubicBezTo>
                    <a:pt x="10" y="3092"/>
                    <a:pt x="12" y="3091"/>
                    <a:pt x="15" y="3091"/>
                  </a:cubicBezTo>
                  <a:lnTo>
                    <a:pt x="15" y="3091"/>
                  </a:lnTo>
                  <a:cubicBezTo>
                    <a:pt x="10" y="3089"/>
                    <a:pt x="7" y="3087"/>
                    <a:pt x="6" y="3084"/>
                  </a:cubicBezTo>
                  <a:close/>
                  <a:moveTo>
                    <a:pt x="7756" y="0"/>
                  </a:moveTo>
                  <a:cubicBezTo>
                    <a:pt x="7726" y="0"/>
                    <a:pt x="7689" y="4"/>
                    <a:pt x="7645" y="15"/>
                  </a:cubicBezTo>
                  <a:cubicBezTo>
                    <a:pt x="7545" y="49"/>
                    <a:pt x="7411" y="82"/>
                    <a:pt x="7278" y="182"/>
                  </a:cubicBezTo>
                  <a:cubicBezTo>
                    <a:pt x="7011" y="349"/>
                    <a:pt x="6744" y="549"/>
                    <a:pt x="6611" y="682"/>
                  </a:cubicBezTo>
                  <a:cubicBezTo>
                    <a:pt x="5910" y="1316"/>
                    <a:pt x="4976" y="1683"/>
                    <a:pt x="4109" y="2017"/>
                  </a:cubicBezTo>
                  <a:cubicBezTo>
                    <a:pt x="3208" y="2350"/>
                    <a:pt x="2274" y="2517"/>
                    <a:pt x="1340" y="2684"/>
                  </a:cubicBezTo>
                  <a:cubicBezTo>
                    <a:pt x="920" y="2744"/>
                    <a:pt x="123" y="3073"/>
                    <a:pt x="15" y="3091"/>
                  </a:cubicBezTo>
                  <a:lnTo>
                    <a:pt x="15" y="3091"/>
                  </a:lnTo>
                  <a:cubicBezTo>
                    <a:pt x="24" y="3094"/>
                    <a:pt x="39" y="3096"/>
                    <a:pt x="60" y="3096"/>
                  </a:cubicBezTo>
                  <a:cubicBezTo>
                    <a:pt x="278" y="3096"/>
                    <a:pt x="1086" y="2913"/>
                    <a:pt x="1407" y="2884"/>
                  </a:cubicBezTo>
                  <a:cubicBezTo>
                    <a:pt x="2341" y="2650"/>
                    <a:pt x="3275" y="2384"/>
                    <a:pt x="4209" y="2083"/>
                  </a:cubicBezTo>
                  <a:cubicBezTo>
                    <a:pt x="5110" y="1750"/>
                    <a:pt x="6044" y="1416"/>
                    <a:pt x="6844" y="849"/>
                  </a:cubicBezTo>
                  <a:cubicBezTo>
                    <a:pt x="7044" y="682"/>
                    <a:pt x="7245" y="416"/>
                    <a:pt x="7445" y="249"/>
                  </a:cubicBezTo>
                  <a:cubicBezTo>
                    <a:pt x="7545" y="182"/>
                    <a:pt x="7611" y="82"/>
                    <a:pt x="7712" y="49"/>
                  </a:cubicBezTo>
                  <a:cubicBezTo>
                    <a:pt x="7778" y="15"/>
                    <a:pt x="7845" y="15"/>
                    <a:pt x="7845" y="15"/>
                  </a:cubicBezTo>
                  <a:cubicBezTo>
                    <a:pt x="7845" y="15"/>
                    <a:pt x="7815" y="0"/>
                    <a:pt x="77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03" name="Google Shape;6003;p69"/>
            <p:cNvSpPr/>
            <p:nvPr/>
          </p:nvSpPr>
          <p:spPr>
            <a:xfrm>
              <a:off x="3392784" y="4925038"/>
              <a:ext cx="88741" cy="41428"/>
            </a:xfrm>
            <a:custGeom>
              <a:avLst/>
              <a:gdLst/>
              <a:ahLst/>
              <a:cxnLst/>
              <a:rect l="l" t="t" r="r" b="b"/>
              <a:pathLst>
                <a:path w="5505" h="2570" extrusionOk="0">
                  <a:moveTo>
                    <a:pt x="5504" y="34"/>
                  </a:moveTo>
                  <a:lnTo>
                    <a:pt x="5504" y="34"/>
                  </a:lnTo>
                  <a:cubicBezTo>
                    <a:pt x="5504" y="34"/>
                    <a:pt x="5504" y="34"/>
                    <a:pt x="5504" y="34"/>
                  </a:cubicBezTo>
                  <a:lnTo>
                    <a:pt x="5504" y="34"/>
                  </a:lnTo>
                  <a:cubicBezTo>
                    <a:pt x="5504" y="34"/>
                    <a:pt x="5504" y="34"/>
                    <a:pt x="5504" y="34"/>
                  </a:cubicBezTo>
                  <a:close/>
                  <a:moveTo>
                    <a:pt x="5371" y="1"/>
                  </a:moveTo>
                  <a:cubicBezTo>
                    <a:pt x="5304" y="1"/>
                    <a:pt x="5171" y="34"/>
                    <a:pt x="5070" y="67"/>
                  </a:cubicBezTo>
                  <a:cubicBezTo>
                    <a:pt x="4870" y="168"/>
                    <a:pt x="4670" y="234"/>
                    <a:pt x="4537" y="334"/>
                  </a:cubicBezTo>
                  <a:lnTo>
                    <a:pt x="3703" y="935"/>
                  </a:lnTo>
                  <a:cubicBezTo>
                    <a:pt x="3436" y="1168"/>
                    <a:pt x="3169" y="1368"/>
                    <a:pt x="2836" y="1502"/>
                  </a:cubicBezTo>
                  <a:lnTo>
                    <a:pt x="2369" y="1702"/>
                  </a:lnTo>
                  <a:lnTo>
                    <a:pt x="1868" y="1869"/>
                  </a:lnTo>
                  <a:cubicBezTo>
                    <a:pt x="1535" y="2002"/>
                    <a:pt x="1201" y="2069"/>
                    <a:pt x="867" y="2169"/>
                  </a:cubicBezTo>
                  <a:cubicBezTo>
                    <a:pt x="701" y="2236"/>
                    <a:pt x="467" y="2269"/>
                    <a:pt x="367" y="2402"/>
                  </a:cubicBezTo>
                  <a:cubicBezTo>
                    <a:pt x="167" y="2436"/>
                    <a:pt x="0" y="2536"/>
                    <a:pt x="0" y="2536"/>
                  </a:cubicBezTo>
                  <a:cubicBezTo>
                    <a:pt x="0" y="2569"/>
                    <a:pt x="200" y="2569"/>
                    <a:pt x="434" y="2569"/>
                  </a:cubicBezTo>
                  <a:cubicBezTo>
                    <a:pt x="667" y="2569"/>
                    <a:pt x="934" y="2536"/>
                    <a:pt x="1034" y="2503"/>
                  </a:cubicBezTo>
                  <a:cubicBezTo>
                    <a:pt x="1334" y="2369"/>
                    <a:pt x="1701" y="2269"/>
                    <a:pt x="2002" y="2102"/>
                  </a:cubicBezTo>
                  <a:lnTo>
                    <a:pt x="2469" y="1902"/>
                  </a:lnTo>
                  <a:lnTo>
                    <a:pt x="2902" y="1669"/>
                  </a:lnTo>
                  <a:cubicBezTo>
                    <a:pt x="3236" y="1502"/>
                    <a:pt x="3536" y="1335"/>
                    <a:pt x="3836" y="1102"/>
                  </a:cubicBezTo>
                  <a:cubicBezTo>
                    <a:pt x="4136" y="901"/>
                    <a:pt x="4403" y="735"/>
                    <a:pt x="4704" y="568"/>
                  </a:cubicBezTo>
                  <a:cubicBezTo>
                    <a:pt x="5021" y="345"/>
                    <a:pt x="5430" y="32"/>
                    <a:pt x="5497" y="32"/>
                  </a:cubicBezTo>
                  <a:cubicBezTo>
                    <a:pt x="5500" y="32"/>
                    <a:pt x="5502" y="32"/>
                    <a:pt x="5504" y="34"/>
                  </a:cubicBezTo>
                  <a:lnTo>
                    <a:pt x="5504" y="34"/>
                  </a:lnTo>
                  <a:cubicBezTo>
                    <a:pt x="5501" y="31"/>
                    <a:pt x="5466" y="1"/>
                    <a:pt x="53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04" name="Google Shape;6004;p69"/>
            <p:cNvSpPr/>
            <p:nvPr/>
          </p:nvSpPr>
          <p:spPr>
            <a:xfrm>
              <a:off x="3419672" y="4906725"/>
              <a:ext cx="57548" cy="35674"/>
            </a:xfrm>
            <a:custGeom>
              <a:avLst/>
              <a:gdLst/>
              <a:ahLst/>
              <a:cxnLst/>
              <a:rect l="l" t="t" r="r" b="b"/>
              <a:pathLst>
                <a:path w="3570" h="2213" extrusionOk="0">
                  <a:moveTo>
                    <a:pt x="3529" y="0"/>
                  </a:moveTo>
                  <a:cubicBezTo>
                    <a:pt x="3468" y="0"/>
                    <a:pt x="3129" y="306"/>
                    <a:pt x="3002" y="370"/>
                  </a:cubicBezTo>
                  <a:cubicBezTo>
                    <a:pt x="2335" y="1037"/>
                    <a:pt x="1468" y="1504"/>
                    <a:pt x="567" y="1804"/>
                  </a:cubicBezTo>
                  <a:cubicBezTo>
                    <a:pt x="367" y="1871"/>
                    <a:pt x="0" y="2137"/>
                    <a:pt x="0" y="2204"/>
                  </a:cubicBezTo>
                  <a:cubicBezTo>
                    <a:pt x="6" y="2210"/>
                    <a:pt x="26" y="2213"/>
                    <a:pt x="57" y="2213"/>
                  </a:cubicBezTo>
                  <a:cubicBezTo>
                    <a:pt x="200" y="2213"/>
                    <a:pt x="563" y="2153"/>
                    <a:pt x="701" y="2071"/>
                  </a:cubicBezTo>
                  <a:cubicBezTo>
                    <a:pt x="1534" y="1570"/>
                    <a:pt x="2368" y="1170"/>
                    <a:pt x="3169" y="570"/>
                  </a:cubicBezTo>
                  <a:cubicBezTo>
                    <a:pt x="3369" y="403"/>
                    <a:pt x="3569" y="36"/>
                    <a:pt x="3536" y="3"/>
                  </a:cubicBezTo>
                  <a:cubicBezTo>
                    <a:pt x="3534" y="1"/>
                    <a:pt x="3532" y="0"/>
                    <a:pt x="35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05" name="Google Shape;6005;p69"/>
            <p:cNvSpPr/>
            <p:nvPr/>
          </p:nvSpPr>
          <p:spPr>
            <a:xfrm>
              <a:off x="3427200" y="4896005"/>
              <a:ext cx="46248" cy="24615"/>
            </a:xfrm>
            <a:custGeom>
              <a:avLst/>
              <a:gdLst/>
              <a:ahLst/>
              <a:cxnLst/>
              <a:rect l="l" t="t" r="r" b="b"/>
              <a:pathLst>
                <a:path w="2869" h="1527" extrusionOk="0">
                  <a:moveTo>
                    <a:pt x="2869" y="0"/>
                  </a:moveTo>
                  <a:cubicBezTo>
                    <a:pt x="2869" y="0"/>
                    <a:pt x="2802" y="0"/>
                    <a:pt x="2669" y="34"/>
                  </a:cubicBezTo>
                  <a:cubicBezTo>
                    <a:pt x="2535" y="67"/>
                    <a:pt x="2402" y="167"/>
                    <a:pt x="2368" y="201"/>
                  </a:cubicBezTo>
                  <a:cubicBezTo>
                    <a:pt x="2202" y="334"/>
                    <a:pt x="2068" y="467"/>
                    <a:pt x="1968" y="568"/>
                  </a:cubicBezTo>
                  <a:cubicBezTo>
                    <a:pt x="1868" y="634"/>
                    <a:pt x="1835" y="701"/>
                    <a:pt x="1735" y="734"/>
                  </a:cubicBezTo>
                  <a:lnTo>
                    <a:pt x="1501" y="868"/>
                  </a:lnTo>
                  <a:cubicBezTo>
                    <a:pt x="1168" y="1035"/>
                    <a:pt x="801" y="1168"/>
                    <a:pt x="467" y="1235"/>
                  </a:cubicBezTo>
                  <a:cubicBezTo>
                    <a:pt x="300" y="1335"/>
                    <a:pt x="0" y="1502"/>
                    <a:pt x="0" y="1502"/>
                  </a:cubicBezTo>
                  <a:cubicBezTo>
                    <a:pt x="0" y="1518"/>
                    <a:pt x="117" y="1527"/>
                    <a:pt x="246" y="1527"/>
                  </a:cubicBezTo>
                  <a:cubicBezTo>
                    <a:pt x="375" y="1527"/>
                    <a:pt x="517" y="1518"/>
                    <a:pt x="567" y="1502"/>
                  </a:cubicBezTo>
                  <a:lnTo>
                    <a:pt x="1568" y="1001"/>
                  </a:lnTo>
                  <a:lnTo>
                    <a:pt x="1835" y="868"/>
                  </a:lnTo>
                  <a:cubicBezTo>
                    <a:pt x="1901" y="834"/>
                    <a:pt x="2001" y="734"/>
                    <a:pt x="2068" y="701"/>
                  </a:cubicBezTo>
                  <a:cubicBezTo>
                    <a:pt x="2235" y="634"/>
                    <a:pt x="2368" y="501"/>
                    <a:pt x="2535" y="401"/>
                  </a:cubicBezTo>
                  <a:cubicBezTo>
                    <a:pt x="2702" y="301"/>
                    <a:pt x="2869" y="34"/>
                    <a:pt x="28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06" name="Google Shape;6006;p69"/>
            <p:cNvSpPr/>
            <p:nvPr/>
          </p:nvSpPr>
          <p:spPr>
            <a:xfrm>
              <a:off x="3432568" y="4880740"/>
              <a:ext cx="36576" cy="20327"/>
            </a:xfrm>
            <a:custGeom>
              <a:avLst/>
              <a:gdLst/>
              <a:ahLst/>
              <a:cxnLst/>
              <a:rect l="l" t="t" r="r" b="b"/>
              <a:pathLst>
                <a:path w="2269" h="1261" extrusionOk="0">
                  <a:moveTo>
                    <a:pt x="2147" y="0"/>
                  </a:moveTo>
                  <a:cubicBezTo>
                    <a:pt x="2122" y="0"/>
                    <a:pt x="2096" y="5"/>
                    <a:pt x="2069" y="13"/>
                  </a:cubicBezTo>
                  <a:cubicBezTo>
                    <a:pt x="1969" y="13"/>
                    <a:pt x="1869" y="47"/>
                    <a:pt x="1835" y="114"/>
                  </a:cubicBezTo>
                  <a:cubicBezTo>
                    <a:pt x="1635" y="314"/>
                    <a:pt x="1402" y="480"/>
                    <a:pt x="1168" y="647"/>
                  </a:cubicBezTo>
                  <a:cubicBezTo>
                    <a:pt x="901" y="814"/>
                    <a:pt x="668" y="947"/>
                    <a:pt x="368" y="981"/>
                  </a:cubicBezTo>
                  <a:cubicBezTo>
                    <a:pt x="234" y="1014"/>
                    <a:pt x="1" y="1148"/>
                    <a:pt x="1" y="1181"/>
                  </a:cubicBezTo>
                  <a:cubicBezTo>
                    <a:pt x="1" y="1230"/>
                    <a:pt x="179" y="1261"/>
                    <a:pt x="314" y="1261"/>
                  </a:cubicBezTo>
                  <a:cubicBezTo>
                    <a:pt x="364" y="1261"/>
                    <a:pt x="407" y="1257"/>
                    <a:pt x="434" y="1248"/>
                  </a:cubicBezTo>
                  <a:cubicBezTo>
                    <a:pt x="734" y="1081"/>
                    <a:pt x="1001" y="947"/>
                    <a:pt x="1235" y="781"/>
                  </a:cubicBezTo>
                  <a:lnTo>
                    <a:pt x="1602" y="581"/>
                  </a:lnTo>
                  <a:cubicBezTo>
                    <a:pt x="1735" y="480"/>
                    <a:pt x="1869" y="447"/>
                    <a:pt x="2002" y="347"/>
                  </a:cubicBezTo>
                  <a:cubicBezTo>
                    <a:pt x="2102" y="280"/>
                    <a:pt x="2236" y="114"/>
                    <a:pt x="2269" y="80"/>
                  </a:cubicBezTo>
                  <a:cubicBezTo>
                    <a:pt x="2269" y="31"/>
                    <a:pt x="2215" y="0"/>
                    <a:pt x="2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07" name="Google Shape;6007;p69"/>
            <p:cNvSpPr/>
            <p:nvPr/>
          </p:nvSpPr>
          <p:spPr>
            <a:xfrm>
              <a:off x="3438484" y="4862927"/>
              <a:ext cx="26372" cy="12122"/>
            </a:xfrm>
            <a:custGeom>
              <a:avLst/>
              <a:gdLst/>
              <a:ahLst/>
              <a:cxnLst/>
              <a:rect l="l" t="t" r="r" b="b"/>
              <a:pathLst>
                <a:path w="1636" h="752" extrusionOk="0">
                  <a:moveTo>
                    <a:pt x="1522" y="1"/>
                  </a:moveTo>
                  <a:cubicBezTo>
                    <a:pt x="1460" y="1"/>
                    <a:pt x="1385" y="18"/>
                    <a:pt x="1335" y="51"/>
                  </a:cubicBezTo>
                  <a:cubicBezTo>
                    <a:pt x="1035" y="351"/>
                    <a:pt x="668" y="518"/>
                    <a:pt x="301" y="518"/>
                  </a:cubicBezTo>
                  <a:cubicBezTo>
                    <a:pt x="201" y="518"/>
                    <a:pt x="34" y="618"/>
                    <a:pt x="1" y="685"/>
                  </a:cubicBezTo>
                  <a:cubicBezTo>
                    <a:pt x="1" y="718"/>
                    <a:pt x="234" y="752"/>
                    <a:pt x="334" y="752"/>
                  </a:cubicBezTo>
                  <a:cubicBezTo>
                    <a:pt x="768" y="585"/>
                    <a:pt x="1068" y="385"/>
                    <a:pt x="1468" y="285"/>
                  </a:cubicBezTo>
                  <a:cubicBezTo>
                    <a:pt x="1535" y="251"/>
                    <a:pt x="1635" y="84"/>
                    <a:pt x="1635" y="51"/>
                  </a:cubicBezTo>
                  <a:cubicBezTo>
                    <a:pt x="1635" y="18"/>
                    <a:pt x="1585" y="1"/>
                    <a:pt x="15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08" name="Google Shape;6008;p69"/>
            <p:cNvSpPr/>
            <p:nvPr/>
          </p:nvSpPr>
          <p:spPr>
            <a:xfrm>
              <a:off x="3435792" y="4849951"/>
              <a:ext cx="23680" cy="14024"/>
            </a:xfrm>
            <a:custGeom>
              <a:avLst/>
              <a:gdLst/>
              <a:ahLst/>
              <a:cxnLst/>
              <a:rect l="l" t="t" r="r" b="b"/>
              <a:pathLst>
                <a:path w="1469" h="870" extrusionOk="0">
                  <a:moveTo>
                    <a:pt x="1294" y="0"/>
                  </a:moveTo>
                  <a:cubicBezTo>
                    <a:pt x="1236" y="0"/>
                    <a:pt x="1182" y="8"/>
                    <a:pt x="1168" y="22"/>
                  </a:cubicBezTo>
                  <a:cubicBezTo>
                    <a:pt x="868" y="322"/>
                    <a:pt x="601" y="522"/>
                    <a:pt x="201" y="589"/>
                  </a:cubicBezTo>
                  <a:cubicBezTo>
                    <a:pt x="134" y="656"/>
                    <a:pt x="1" y="756"/>
                    <a:pt x="1" y="823"/>
                  </a:cubicBezTo>
                  <a:cubicBezTo>
                    <a:pt x="1" y="846"/>
                    <a:pt x="117" y="870"/>
                    <a:pt x="221" y="870"/>
                  </a:cubicBezTo>
                  <a:cubicBezTo>
                    <a:pt x="264" y="870"/>
                    <a:pt x="305" y="866"/>
                    <a:pt x="334" y="856"/>
                  </a:cubicBezTo>
                  <a:cubicBezTo>
                    <a:pt x="635" y="589"/>
                    <a:pt x="901" y="356"/>
                    <a:pt x="1302" y="256"/>
                  </a:cubicBezTo>
                  <a:cubicBezTo>
                    <a:pt x="1368" y="222"/>
                    <a:pt x="1468" y="89"/>
                    <a:pt x="1468" y="55"/>
                  </a:cubicBezTo>
                  <a:cubicBezTo>
                    <a:pt x="1468" y="16"/>
                    <a:pt x="137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09" name="Google Shape;6009;p69"/>
            <p:cNvSpPr/>
            <p:nvPr/>
          </p:nvSpPr>
          <p:spPr>
            <a:xfrm>
              <a:off x="3194895" y="4972866"/>
              <a:ext cx="75329" cy="28549"/>
            </a:xfrm>
            <a:custGeom>
              <a:avLst/>
              <a:gdLst/>
              <a:ahLst/>
              <a:cxnLst/>
              <a:rect l="l" t="t" r="r" b="b"/>
              <a:pathLst>
                <a:path w="4673" h="1771" extrusionOk="0">
                  <a:moveTo>
                    <a:pt x="88" y="0"/>
                  </a:moveTo>
                  <a:cubicBezTo>
                    <a:pt x="34" y="0"/>
                    <a:pt x="1" y="11"/>
                    <a:pt x="1" y="36"/>
                  </a:cubicBezTo>
                  <a:cubicBezTo>
                    <a:pt x="1" y="36"/>
                    <a:pt x="534" y="369"/>
                    <a:pt x="701" y="436"/>
                  </a:cubicBezTo>
                  <a:cubicBezTo>
                    <a:pt x="1735" y="903"/>
                    <a:pt x="2803" y="1203"/>
                    <a:pt x="3870" y="1604"/>
                  </a:cubicBezTo>
                  <a:cubicBezTo>
                    <a:pt x="4091" y="1698"/>
                    <a:pt x="4640" y="1763"/>
                    <a:pt x="4671" y="1770"/>
                  </a:cubicBezTo>
                  <a:lnTo>
                    <a:pt x="4671" y="1770"/>
                  </a:lnTo>
                  <a:cubicBezTo>
                    <a:pt x="4668" y="1702"/>
                    <a:pt x="4136" y="1437"/>
                    <a:pt x="3937" y="1337"/>
                  </a:cubicBezTo>
                  <a:cubicBezTo>
                    <a:pt x="2836" y="1070"/>
                    <a:pt x="1769" y="803"/>
                    <a:pt x="801" y="169"/>
                  </a:cubicBezTo>
                  <a:cubicBezTo>
                    <a:pt x="601" y="94"/>
                    <a:pt x="251" y="0"/>
                    <a:pt x="88" y="0"/>
                  </a:cubicBezTo>
                  <a:close/>
                  <a:moveTo>
                    <a:pt x="4671" y="1770"/>
                  </a:moveTo>
                  <a:lnTo>
                    <a:pt x="4671" y="1770"/>
                  </a:lnTo>
                  <a:cubicBezTo>
                    <a:pt x="4671" y="1770"/>
                    <a:pt x="4671" y="1770"/>
                    <a:pt x="4671" y="1770"/>
                  </a:cubicBezTo>
                  <a:cubicBezTo>
                    <a:pt x="4673" y="1770"/>
                    <a:pt x="4672" y="1770"/>
                    <a:pt x="4671" y="177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10" name="Google Shape;6010;p69"/>
            <p:cNvSpPr/>
            <p:nvPr/>
          </p:nvSpPr>
          <p:spPr>
            <a:xfrm>
              <a:off x="3197055" y="4953538"/>
              <a:ext cx="39268" cy="20601"/>
            </a:xfrm>
            <a:custGeom>
              <a:avLst/>
              <a:gdLst/>
              <a:ahLst/>
              <a:cxnLst/>
              <a:rect l="l" t="t" r="r" b="b"/>
              <a:pathLst>
                <a:path w="2436" h="1278" extrusionOk="0">
                  <a:moveTo>
                    <a:pt x="0" y="1"/>
                  </a:moveTo>
                  <a:lnTo>
                    <a:pt x="0" y="67"/>
                  </a:lnTo>
                  <a:lnTo>
                    <a:pt x="34" y="67"/>
                  </a:lnTo>
                  <a:cubicBezTo>
                    <a:pt x="0" y="67"/>
                    <a:pt x="267" y="301"/>
                    <a:pt x="334" y="334"/>
                  </a:cubicBezTo>
                  <a:cubicBezTo>
                    <a:pt x="867" y="601"/>
                    <a:pt x="1468" y="801"/>
                    <a:pt x="1968" y="1168"/>
                  </a:cubicBezTo>
                  <a:cubicBezTo>
                    <a:pt x="2077" y="1223"/>
                    <a:pt x="2275" y="1277"/>
                    <a:pt x="2380" y="1277"/>
                  </a:cubicBezTo>
                  <a:cubicBezTo>
                    <a:pt x="2404" y="1277"/>
                    <a:pt x="2423" y="1274"/>
                    <a:pt x="2435" y="1268"/>
                  </a:cubicBezTo>
                  <a:cubicBezTo>
                    <a:pt x="2435" y="1235"/>
                    <a:pt x="2202" y="968"/>
                    <a:pt x="2102" y="935"/>
                  </a:cubicBezTo>
                  <a:cubicBezTo>
                    <a:pt x="1501" y="668"/>
                    <a:pt x="968" y="468"/>
                    <a:pt x="467" y="101"/>
                  </a:cubicBezTo>
                  <a:cubicBezTo>
                    <a:pt x="367" y="67"/>
                    <a:pt x="267"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11" name="Google Shape;6011;p69"/>
            <p:cNvSpPr/>
            <p:nvPr/>
          </p:nvSpPr>
          <p:spPr>
            <a:xfrm>
              <a:off x="3195975" y="4933968"/>
              <a:ext cx="23680" cy="15104"/>
            </a:xfrm>
            <a:custGeom>
              <a:avLst/>
              <a:gdLst/>
              <a:ahLst/>
              <a:cxnLst/>
              <a:rect l="l" t="t" r="r" b="b"/>
              <a:pathLst>
                <a:path w="1469" h="937" extrusionOk="0">
                  <a:moveTo>
                    <a:pt x="206" y="0"/>
                  </a:moveTo>
                  <a:cubicBezTo>
                    <a:pt x="101" y="0"/>
                    <a:pt x="0" y="24"/>
                    <a:pt x="0" y="47"/>
                  </a:cubicBezTo>
                  <a:cubicBezTo>
                    <a:pt x="0" y="114"/>
                    <a:pt x="134" y="214"/>
                    <a:pt x="167" y="281"/>
                  </a:cubicBezTo>
                  <a:cubicBezTo>
                    <a:pt x="501" y="381"/>
                    <a:pt x="834" y="614"/>
                    <a:pt x="1135" y="881"/>
                  </a:cubicBezTo>
                  <a:cubicBezTo>
                    <a:pt x="1154" y="920"/>
                    <a:pt x="1242" y="936"/>
                    <a:pt x="1325" y="936"/>
                  </a:cubicBezTo>
                  <a:cubicBezTo>
                    <a:pt x="1384" y="936"/>
                    <a:pt x="1441" y="928"/>
                    <a:pt x="1468" y="914"/>
                  </a:cubicBezTo>
                  <a:cubicBezTo>
                    <a:pt x="1468" y="848"/>
                    <a:pt x="1335" y="681"/>
                    <a:pt x="1301" y="648"/>
                  </a:cubicBezTo>
                  <a:cubicBezTo>
                    <a:pt x="901" y="514"/>
                    <a:pt x="634" y="314"/>
                    <a:pt x="334" y="14"/>
                  </a:cubicBezTo>
                  <a:cubicBezTo>
                    <a:pt x="295" y="4"/>
                    <a:pt x="250" y="0"/>
                    <a:pt x="2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12" name="Google Shape;6012;p69"/>
            <p:cNvSpPr/>
            <p:nvPr/>
          </p:nvSpPr>
          <p:spPr>
            <a:xfrm>
              <a:off x="3194895" y="4915140"/>
              <a:ext cx="17232" cy="10994"/>
            </a:xfrm>
            <a:custGeom>
              <a:avLst/>
              <a:gdLst/>
              <a:ahLst/>
              <a:cxnLst/>
              <a:rect l="l" t="t" r="r" b="b"/>
              <a:pathLst>
                <a:path w="1069" h="682" extrusionOk="0">
                  <a:moveTo>
                    <a:pt x="168" y="1"/>
                  </a:moveTo>
                  <a:cubicBezTo>
                    <a:pt x="84" y="1"/>
                    <a:pt x="1" y="24"/>
                    <a:pt x="1" y="48"/>
                  </a:cubicBezTo>
                  <a:cubicBezTo>
                    <a:pt x="1" y="114"/>
                    <a:pt x="67" y="281"/>
                    <a:pt x="101" y="281"/>
                  </a:cubicBezTo>
                  <a:cubicBezTo>
                    <a:pt x="368" y="315"/>
                    <a:pt x="568" y="481"/>
                    <a:pt x="768" y="681"/>
                  </a:cubicBezTo>
                  <a:lnTo>
                    <a:pt x="1035" y="681"/>
                  </a:lnTo>
                  <a:cubicBezTo>
                    <a:pt x="1068" y="615"/>
                    <a:pt x="968" y="448"/>
                    <a:pt x="935" y="448"/>
                  </a:cubicBezTo>
                  <a:cubicBezTo>
                    <a:pt x="701" y="381"/>
                    <a:pt x="434" y="214"/>
                    <a:pt x="268" y="14"/>
                  </a:cubicBezTo>
                  <a:cubicBezTo>
                    <a:pt x="238" y="5"/>
                    <a:pt x="203" y="1"/>
                    <a:pt x="1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13" name="Google Shape;6013;p69"/>
            <p:cNvSpPr/>
            <p:nvPr/>
          </p:nvSpPr>
          <p:spPr>
            <a:xfrm>
              <a:off x="3411064" y="2175981"/>
              <a:ext cx="79601" cy="23600"/>
            </a:xfrm>
            <a:custGeom>
              <a:avLst/>
              <a:gdLst/>
              <a:ahLst/>
              <a:cxnLst/>
              <a:rect l="l" t="t" r="r" b="b"/>
              <a:pathLst>
                <a:path w="4938" h="1464" extrusionOk="0">
                  <a:moveTo>
                    <a:pt x="4746" y="1"/>
                  </a:moveTo>
                  <a:cubicBezTo>
                    <a:pt x="4689" y="1"/>
                    <a:pt x="4637" y="16"/>
                    <a:pt x="4570" y="16"/>
                  </a:cubicBezTo>
                  <a:cubicBezTo>
                    <a:pt x="4403" y="82"/>
                    <a:pt x="4203" y="116"/>
                    <a:pt x="4137" y="149"/>
                  </a:cubicBezTo>
                  <a:cubicBezTo>
                    <a:pt x="3603" y="449"/>
                    <a:pt x="3103" y="683"/>
                    <a:pt x="2569" y="916"/>
                  </a:cubicBezTo>
                  <a:cubicBezTo>
                    <a:pt x="2002" y="983"/>
                    <a:pt x="1468" y="1083"/>
                    <a:pt x="868" y="1116"/>
                  </a:cubicBezTo>
                  <a:cubicBezTo>
                    <a:pt x="634" y="1150"/>
                    <a:pt x="34" y="1317"/>
                    <a:pt x="0" y="1417"/>
                  </a:cubicBezTo>
                  <a:cubicBezTo>
                    <a:pt x="24" y="1440"/>
                    <a:pt x="348" y="1464"/>
                    <a:pt x="606" y="1464"/>
                  </a:cubicBezTo>
                  <a:cubicBezTo>
                    <a:pt x="713" y="1464"/>
                    <a:pt x="809" y="1460"/>
                    <a:pt x="868" y="1450"/>
                  </a:cubicBezTo>
                  <a:cubicBezTo>
                    <a:pt x="1435" y="1317"/>
                    <a:pt x="2002" y="1150"/>
                    <a:pt x="2569" y="1083"/>
                  </a:cubicBezTo>
                  <a:cubicBezTo>
                    <a:pt x="3169" y="850"/>
                    <a:pt x="3670" y="616"/>
                    <a:pt x="4203" y="449"/>
                  </a:cubicBezTo>
                  <a:cubicBezTo>
                    <a:pt x="4504" y="316"/>
                    <a:pt x="4870" y="82"/>
                    <a:pt x="4904" y="82"/>
                  </a:cubicBezTo>
                  <a:cubicBezTo>
                    <a:pt x="4937" y="82"/>
                    <a:pt x="4904" y="16"/>
                    <a:pt x="4837" y="16"/>
                  </a:cubicBezTo>
                  <a:cubicBezTo>
                    <a:pt x="4804" y="5"/>
                    <a:pt x="4774" y="1"/>
                    <a:pt x="4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14" name="Google Shape;6014;p69"/>
            <p:cNvSpPr/>
            <p:nvPr/>
          </p:nvSpPr>
          <p:spPr>
            <a:xfrm>
              <a:off x="3440096" y="2191601"/>
              <a:ext cx="47344" cy="12525"/>
            </a:xfrm>
            <a:custGeom>
              <a:avLst/>
              <a:gdLst/>
              <a:ahLst/>
              <a:cxnLst/>
              <a:rect l="l" t="t" r="r" b="b"/>
              <a:pathLst>
                <a:path w="2937" h="777" extrusionOk="0">
                  <a:moveTo>
                    <a:pt x="2592" y="0"/>
                  </a:moveTo>
                  <a:cubicBezTo>
                    <a:pt x="2531" y="0"/>
                    <a:pt x="2475" y="4"/>
                    <a:pt x="2436" y="14"/>
                  </a:cubicBezTo>
                  <a:cubicBezTo>
                    <a:pt x="2102" y="147"/>
                    <a:pt x="1769" y="214"/>
                    <a:pt x="1435" y="281"/>
                  </a:cubicBezTo>
                  <a:cubicBezTo>
                    <a:pt x="1101" y="348"/>
                    <a:pt x="768" y="448"/>
                    <a:pt x="434" y="481"/>
                  </a:cubicBezTo>
                  <a:cubicBezTo>
                    <a:pt x="334" y="514"/>
                    <a:pt x="1" y="681"/>
                    <a:pt x="34" y="715"/>
                  </a:cubicBezTo>
                  <a:cubicBezTo>
                    <a:pt x="57" y="738"/>
                    <a:pt x="239" y="776"/>
                    <a:pt x="393" y="776"/>
                  </a:cubicBezTo>
                  <a:cubicBezTo>
                    <a:pt x="462" y="776"/>
                    <a:pt x="526" y="769"/>
                    <a:pt x="568" y="748"/>
                  </a:cubicBezTo>
                  <a:cubicBezTo>
                    <a:pt x="901" y="648"/>
                    <a:pt x="1201" y="514"/>
                    <a:pt x="1535" y="448"/>
                  </a:cubicBezTo>
                  <a:cubicBezTo>
                    <a:pt x="1869" y="348"/>
                    <a:pt x="2202" y="314"/>
                    <a:pt x="2536" y="314"/>
                  </a:cubicBezTo>
                  <a:cubicBezTo>
                    <a:pt x="2703" y="281"/>
                    <a:pt x="2936" y="114"/>
                    <a:pt x="2936" y="47"/>
                  </a:cubicBezTo>
                  <a:cubicBezTo>
                    <a:pt x="2912" y="24"/>
                    <a:pt x="2739" y="0"/>
                    <a:pt x="25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15" name="Google Shape;6015;p69"/>
            <p:cNvSpPr/>
            <p:nvPr/>
          </p:nvSpPr>
          <p:spPr>
            <a:xfrm>
              <a:off x="3457312" y="2207947"/>
              <a:ext cx="27436" cy="8624"/>
            </a:xfrm>
            <a:custGeom>
              <a:avLst/>
              <a:gdLst/>
              <a:ahLst/>
              <a:cxnLst/>
              <a:rect l="l" t="t" r="r" b="b"/>
              <a:pathLst>
                <a:path w="1702" h="535" extrusionOk="0">
                  <a:moveTo>
                    <a:pt x="1434" y="1"/>
                  </a:moveTo>
                  <a:cubicBezTo>
                    <a:pt x="1034" y="201"/>
                    <a:pt x="701" y="301"/>
                    <a:pt x="300" y="301"/>
                  </a:cubicBezTo>
                  <a:cubicBezTo>
                    <a:pt x="200" y="301"/>
                    <a:pt x="33" y="434"/>
                    <a:pt x="0" y="468"/>
                  </a:cubicBezTo>
                  <a:cubicBezTo>
                    <a:pt x="33" y="501"/>
                    <a:pt x="267" y="534"/>
                    <a:pt x="334" y="534"/>
                  </a:cubicBezTo>
                  <a:cubicBezTo>
                    <a:pt x="701" y="368"/>
                    <a:pt x="1101" y="301"/>
                    <a:pt x="1468" y="301"/>
                  </a:cubicBezTo>
                  <a:cubicBezTo>
                    <a:pt x="1601" y="268"/>
                    <a:pt x="1701" y="134"/>
                    <a:pt x="1701" y="101"/>
                  </a:cubicBezTo>
                  <a:cubicBezTo>
                    <a:pt x="1701" y="34"/>
                    <a:pt x="1501" y="1"/>
                    <a:pt x="14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16" name="Google Shape;6016;p69"/>
            <p:cNvSpPr/>
            <p:nvPr/>
          </p:nvSpPr>
          <p:spPr>
            <a:xfrm>
              <a:off x="3450848" y="2224212"/>
              <a:ext cx="31208" cy="10107"/>
            </a:xfrm>
            <a:custGeom>
              <a:avLst/>
              <a:gdLst/>
              <a:ahLst/>
              <a:cxnLst/>
              <a:rect l="l" t="t" r="r" b="b"/>
              <a:pathLst>
                <a:path w="1936" h="627" extrusionOk="0">
                  <a:moveTo>
                    <a:pt x="1760" y="1"/>
                  </a:moveTo>
                  <a:cubicBezTo>
                    <a:pt x="1694" y="1"/>
                    <a:pt x="1619" y="9"/>
                    <a:pt x="1569" y="26"/>
                  </a:cubicBezTo>
                  <a:cubicBezTo>
                    <a:pt x="1202" y="259"/>
                    <a:pt x="735" y="326"/>
                    <a:pt x="268" y="326"/>
                  </a:cubicBezTo>
                  <a:cubicBezTo>
                    <a:pt x="201" y="359"/>
                    <a:pt x="1" y="493"/>
                    <a:pt x="1" y="526"/>
                  </a:cubicBezTo>
                  <a:cubicBezTo>
                    <a:pt x="1" y="560"/>
                    <a:pt x="234" y="626"/>
                    <a:pt x="301" y="626"/>
                  </a:cubicBezTo>
                  <a:cubicBezTo>
                    <a:pt x="735" y="459"/>
                    <a:pt x="1202" y="359"/>
                    <a:pt x="1669" y="293"/>
                  </a:cubicBezTo>
                  <a:cubicBezTo>
                    <a:pt x="1802" y="259"/>
                    <a:pt x="1935" y="93"/>
                    <a:pt x="1902" y="26"/>
                  </a:cubicBezTo>
                  <a:cubicBezTo>
                    <a:pt x="1885" y="9"/>
                    <a:pt x="1827" y="1"/>
                    <a:pt x="17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17" name="Google Shape;6017;p69"/>
            <p:cNvSpPr/>
            <p:nvPr/>
          </p:nvSpPr>
          <p:spPr>
            <a:xfrm>
              <a:off x="5786153" y="2110276"/>
              <a:ext cx="305990" cy="82019"/>
            </a:xfrm>
            <a:custGeom>
              <a:avLst/>
              <a:gdLst/>
              <a:ahLst/>
              <a:cxnLst/>
              <a:rect l="l" t="t" r="r" b="b"/>
              <a:pathLst>
                <a:path w="18982" h="5088" extrusionOk="0">
                  <a:moveTo>
                    <a:pt x="5818" y="3216"/>
                  </a:moveTo>
                  <a:cubicBezTo>
                    <a:pt x="5820" y="3216"/>
                    <a:pt x="5825" y="3218"/>
                    <a:pt x="5833" y="3224"/>
                  </a:cubicBezTo>
                  <a:lnTo>
                    <a:pt x="5833" y="3224"/>
                  </a:lnTo>
                  <a:cubicBezTo>
                    <a:pt x="5820" y="3223"/>
                    <a:pt x="5814" y="3216"/>
                    <a:pt x="5818" y="3216"/>
                  </a:cubicBezTo>
                  <a:close/>
                  <a:moveTo>
                    <a:pt x="7317" y="0"/>
                  </a:moveTo>
                  <a:cubicBezTo>
                    <a:pt x="7001" y="0"/>
                    <a:pt x="6715" y="13"/>
                    <a:pt x="6472" y="55"/>
                  </a:cubicBezTo>
                  <a:cubicBezTo>
                    <a:pt x="5938" y="89"/>
                    <a:pt x="5605" y="122"/>
                    <a:pt x="5605" y="189"/>
                  </a:cubicBezTo>
                  <a:cubicBezTo>
                    <a:pt x="5605" y="222"/>
                    <a:pt x="6005" y="222"/>
                    <a:pt x="6672" y="256"/>
                  </a:cubicBezTo>
                  <a:cubicBezTo>
                    <a:pt x="6839" y="289"/>
                    <a:pt x="7006" y="289"/>
                    <a:pt x="7206" y="289"/>
                  </a:cubicBezTo>
                  <a:cubicBezTo>
                    <a:pt x="7439" y="289"/>
                    <a:pt x="7640" y="289"/>
                    <a:pt x="7840" y="356"/>
                  </a:cubicBezTo>
                  <a:cubicBezTo>
                    <a:pt x="8273" y="389"/>
                    <a:pt x="8707" y="422"/>
                    <a:pt x="9207" y="522"/>
                  </a:cubicBezTo>
                  <a:cubicBezTo>
                    <a:pt x="10208" y="623"/>
                    <a:pt x="11276" y="789"/>
                    <a:pt x="12176" y="1023"/>
                  </a:cubicBezTo>
                  <a:cubicBezTo>
                    <a:pt x="13110" y="1223"/>
                    <a:pt x="13944" y="1390"/>
                    <a:pt x="14511" y="1523"/>
                  </a:cubicBezTo>
                  <a:lnTo>
                    <a:pt x="15679" y="1723"/>
                  </a:lnTo>
                  <a:cubicBezTo>
                    <a:pt x="16112" y="1823"/>
                    <a:pt x="16479" y="1890"/>
                    <a:pt x="16846" y="1990"/>
                  </a:cubicBezTo>
                  <a:cubicBezTo>
                    <a:pt x="17213" y="2057"/>
                    <a:pt x="17613" y="2190"/>
                    <a:pt x="17880" y="2357"/>
                  </a:cubicBezTo>
                  <a:cubicBezTo>
                    <a:pt x="18014" y="2424"/>
                    <a:pt x="18181" y="2524"/>
                    <a:pt x="18281" y="2657"/>
                  </a:cubicBezTo>
                  <a:cubicBezTo>
                    <a:pt x="18381" y="2757"/>
                    <a:pt x="18447" y="2891"/>
                    <a:pt x="18447" y="2958"/>
                  </a:cubicBezTo>
                  <a:cubicBezTo>
                    <a:pt x="18447" y="3191"/>
                    <a:pt x="18181" y="3425"/>
                    <a:pt x="17847" y="3591"/>
                  </a:cubicBezTo>
                  <a:cubicBezTo>
                    <a:pt x="17513" y="3758"/>
                    <a:pt x="17180" y="3892"/>
                    <a:pt x="16813" y="4025"/>
                  </a:cubicBezTo>
                  <a:cubicBezTo>
                    <a:pt x="16446" y="4158"/>
                    <a:pt x="16046" y="4225"/>
                    <a:pt x="15679" y="4325"/>
                  </a:cubicBezTo>
                  <a:cubicBezTo>
                    <a:pt x="15312" y="4392"/>
                    <a:pt x="14878" y="4392"/>
                    <a:pt x="14511" y="4425"/>
                  </a:cubicBezTo>
                  <a:cubicBezTo>
                    <a:pt x="13167" y="4597"/>
                    <a:pt x="11811" y="4664"/>
                    <a:pt x="10454" y="4664"/>
                  </a:cubicBezTo>
                  <a:cubicBezTo>
                    <a:pt x="8643" y="4664"/>
                    <a:pt x="6830" y="4544"/>
                    <a:pt x="5038" y="4392"/>
                  </a:cubicBezTo>
                  <a:cubicBezTo>
                    <a:pt x="4271" y="4359"/>
                    <a:pt x="3503" y="4125"/>
                    <a:pt x="2703" y="4025"/>
                  </a:cubicBezTo>
                  <a:cubicBezTo>
                    <a:pt x="2336" y="3925"/>
                    <a:pt x="1969" y="3825"/>
                    <a:pt x="1602" y="3691"/>
                  </a:cubicBezTo>
                  <a:cubicBezTo>
                    <a:pt x="1202" y="3558"/>
                    <a:pt x="835" y="3391"/>
                    <a:pt x="601" y="3191"/>
                  </a:cubicBezTo>
                  <a:cubicBezTo>
                    <a:pt x="334" y="2958"/>
                    <a:pt x="434" y="2724"/>
                    <a:pt x="701" y="2557"/>
                  </a:cubicBezTo>
                  <a:cubicBezTo>
                    <a:pt x="1035" y="2390"/>
                    <a:pt x="1435" y="2290"/>
                    <a:pt x="1802" y="2257"/>
                  </a:cubicBezTo>
                  <a:cubicBezTo>
                    <a:pt x="2169" y="2224"/>
                    <a:pt x="2536" y="2190"/>
                    <a:pt x="2970" y="2124"/>
                  </a:cubicBezTo>
                  <a:lnTo>
                    <a:pt x="4137" y="2090"/>
                  </a:lnTo>
                  <a:lnTo>
                    <a:pt x="7673" y="2090"/>
                  </a:lnTo>
                  <a:lnTo>
                    <a:pt x="8840" y="2124"/>
                  </a:lnTo>
                  <a:cubicBezTo>
                    <a:pt x="9641" y="2224"/>
                    <a:pt x="10408" y="2357"/>
                    <a:pt x="11175" y="2457"/>
                  </a:cubicBezTo>
                  <a:lnTo>
                    <a:pt x="12343" y="2624"/>
                  </a:lnTo>
                  <a:cubicBezTo>
                    <a:pt x="12476" y="2624"/>
                    <a:pt x="12577" y="2624"/>
                    <a:pt x="12643" y="2691"/>
                  </a:cubicBezTo>
                  <a:lnTo>
                    <a:pt x="12777" y="2724"/>
                  </a:lnTo>
                  <a:lnTo>
                    <a:pt x="12710" y="2724"/>
                  </a:lnTo>
                  <a:cubicBezTo>
                    <a:pt x="12677" y="2724"/>
                    <a:pt x="12777" y="2724"/>
                    <a:pt x="12577" y="2757"/>
                  </a:cubicBezTo>
                  <a:cubicBezTo>
                    <a:pt x="12176" y="2857"/>
                    <a:pt x="11776" y="2958"/>
                    <a:pt x="11442" y="3158"/>
                  </a:cubicBezTo>
                  <a:cubicBezTo>
                    <a:pt x="10975" y="3224"/>
                    <a:pt x="10508" y="3324"/>
                    <a:pt x="10008" y="3358"/>
                  </a:cubicBezTo>
                  <a:cubicBezTo>
                    <a:pt x="9508" y="3391"/>
                    <a:pt x="8974" y="3391"/>
                    <a:pt x="8474" y="3391"/>
                  </a:cubicBezTo>
                  <a:cubicBezTo>
                    <a:pt x="7940" y="3391"/>
                    <a:pt x="7439" y="3358"/>
                    <a:pt x="6939" y="3324"/>
                  </a:cubicBezTo>
                  <a:cubicBezTo>
                    <a:pt x="6672" y="3324"/>
                    <a:pt x="6439" y="3258"/>
                    <a:pt x="6205" y="3224"/>
                  </a:cubicBezTo>
                  <a:cubicBezTo>
                    <a:pt x="6188" y="3219"/>
                    <a:pt x="6171" y="3214"/>
                    <a:pt x="6153" y="3210"/>
                  </a:cubicBezTo>
                  <a:lnTo>
                    <a:pt x="6153" y="3210"/>
                  </a:lnTo>
                  <a:cubicBezTo>
                    <a:pt x="6474" y="3127"/>
                    <a:pt x="6815" y="3052"/>
                    <a:pt x="7039" y="3024"/>
                  </a:cubicBezTo>
                  <a:cubicBezTo>
                    <a:pt x="7706" y="2924"/>
                    <a:pt x="8107" y="2891"/>
                    <a:pt x="8107" y="2857"/>
                  </a:cubicBezTo>
                  <a:cubicBezTo>
                    <a:pt x="8107" y="2834"/>
                    <a:pt x="7884" y="2796"/>
                    <a:pt x="7516" y="2796"/>
                  </a:cubicBezTo>
                  <a:cubicBezTo>
                    <a:pt x="7351" y="2796"/>
                    <a:pt x="7156" y="2803"/>
                    <a:pt x="6939" y="2824"/>
                  </a:cubicBezTo>
                  <a:cubicBezTo>
                    <a:pt x="6772" y="2824"/>
                    <a:pt x="6539" y="2824"/>
                    <a:pt x="6339" y="2857"/>
                  </a:cubicBezTo>
                  <a:cubicBezTo>
                    <a:pt x="6205" y="2857"/>
                    <a:pt x="6139" y="2857"/>
                    <a:pt x="6005" y="2891"/>
                  </a:cubicBezTo>
                  <a:cubicBezTo>
                    <a:pt x="5972" y="2891"/>
                    <a:pt x="5872" y="2924"/>
                    <a:pt x="5838" y="2924"/>
                  </a:cubicBezTo>
                  <a:cubicBezTo>
                    <a:pt x="5772" y="2991"/>
                    <a:pt x="5705" y="2991"/>
                    <a:pt x="5638" y="3058"/>
                  </a:cubicBezTo>
                  <a:cubicBezTo>
                    <a:pt x="5638" y="3091"/>
                    <a:pt x="5605" y="3158"/>
                    <a:pt x="5605" y="3191"/>
                  </a:cubicBezTo>
                  <a:cubicBezTo>
                    <a:pt x="5605" y="3224"/>
                    <a:pt x="5605" y="3258"/>
                    <a:pt x="5638" y="3324"/>
                  </a:cubicBezTo>
                  <a:cubicBezTo>
                    <a:pt x="5705" y="3391"/>
                    <a:pt x="5672" y="3358"/>
                    <a:pt x="5772" y="3391"/>
                  </a:cubicBezTo>
                  <a:lnTo>
                    <a:pt x="5938" y="3491"/>
                  </a:lnTo>
                  <a:lnTo>
                    <a:pt x="6305" y="3591"/>
                  </a:lnTo>
                  <a:cubicBezTo>
                    <a:pt x="6539" y="3691"/>
                    <a:pt x="6806" y="3725"/>
                    <a:pt x="7039" y="3758"/>
                  </a:cubicBezTo>
                  <a:cubicBezTo>
                    <a:pt x="7969" y="3903"/>
                    <a:pt x="8924" y="3998"/>
                    <a:pt x="9860" y="3998"/>
                  </a:cubicBezTo>
                  <a:cubicBezTo>
                    <a:pt x="9999" y="3998"/>
                    <a:pt x="10137" y="3996"/>
                    <a:pt x="10275" y="3992"/>
                  </a:cubicBezTo>
                  <a:cubicBezTo>
                    <a:pt x="11309" y="3892"/>
                    <a:pt x="12176" y="3658"/>
                    <a:pt x="12810" y="3525"/>
                  </a:cubicBezTo>
                  <a:cubicBezTo>
                    <a:pt x="12877" y="3491"/>
                    <a:pt x="13344" y="3358"/>
                    <a:pt x="13544" y="3224"/>
                  </a:cubicBezTo>
                  <a:cubicBezTo>
                    <a:pt x="13677" y="3158"/>
                    <a:pt x="13711" y="3058"/>
                    <a:pt x="13811" y="2991"/>
                  </a:cubicBezTo>
                  <a:lnTo>
                    <a:pt x="13944" y="2857"/>
                  </a:lnTo>
                  <a:lnTo>
                    <a:pt x="14044" y="2724"/>
                  </a:lnTo>
                  <a:cubicBezTo>
                    <a:pt x="13877" y="2591"/>
                    <a:pt x="13777" y="2524"/>
                    <a:pt x="13644" y="2424"/>
                  </a:cubicBezTo>
                  <a:cubicBezTo>
                    <a:pt x="13544" y="2390"/>
                    <a:pt x="13511" y="2357"/>
                    <a:pt x="13444" y="2324"/>
                  </a:cubicBezTo>
                  <a:lnTo>
                    <a:pt x="13177" y="2224"/>
                  </a:lnTo>
                  <a:cubicBezTo>
                    <a:pt x="13110" y="2190"/>
                    <a:pt x="13010" y="2157"/>
                    <a:pt x="12943" y="2157"/>
                  </a:cubicBezTo>
                  <a:lnTo>
                    <a:pt x="12777" y="2090"/>
                  </a:lnTo>
                  <a:cubicBezTo>
                    <a:pt x="12677" y="2090"/>
                    <a:pt x="12543" y="2057"/>
                    <a:pt x="12476" y="2057"/>
                  </a:cubicBezTo>
                  <a:lnTo>
                    <a:pt x="11309" y="1890"/>
                  </a:lnTo>
                  <a:cubicBezTo>
                    <a:pt x="10508" y="1823"/>
                    <a:pt x="9708" y="1690"/>
                    <a:pt x="8941" y="1590"/>
                  </a:cubicBezTo>
                  <a:lnTo>
                    <a:pt x="7706" y="1590"/>
                  </a:lnTo>
                  <a:lnTo>
                    <a:pt x="6505" y="1657"/>
                  </a:lnTo>
                  <a:cubicBezTo>
                    <a:pt x="5705" y="1657"/>
                    <a:pt x="4938" y="1657"/>
                    <a:pt x="4137" y="1690"/>
                  </a:cubicBezTo>
                  <a:lnTo>
                    <a:pt x="2936" y="1723"/>
                  </a:lnTo>
                  <a:cubicBezTo>
                    <a:pt x="2503" y="1757"/>
                    <a:pt x="2136" y="1757"/>
                    <a:pt x="1702" y="1857"/>
                  </a:cubicBezTo>
                  <a:cubicBezTo>
                    <a:pt x="1302" y="1923"/>
                    <a:pt x="935" y="2024"/>
                    <a:pt x="501" y="2224"/>
                  </a:cubicBezTo>
                  <a:cubicBezTo>
                    <a:pt x="334" y="2324"/>
                    <a:pt x="101" y="2524"/>
                    <a:pt x="34" y="2824"/>
                  </a:cubicBezTo>
                  <a:cubicBezTo>
                    <a:pt x="1" y="2924"/>
                    <a:pt x="1" y="3091"/>
                    <a:pt x="101" y="3224"/>
                  </a:cubicBezTo>
                  <a:cubicBezTo>
                    <a:pt x="134" y="3258"/>
                    <a:pt x="168" y="3358"/>
                    <a:pt x="201" y="3391"/>
                  </a:cubicBezTo>
                  <a:lnTo>
                    <a:pt x="334" y="3525"/>
                  </a:lnTo>
                  <a:cubicBezTo>
                    <a:pt x="701" y="3825"/>
                    <a:pt x="1102" y="3992"/>
                    <a:pt x="1469" y="4092"/>
                  </a:cubicBezTo>
                  <a:cubicBezTo>
                    <a:pt x="1835" y="4225"/>
                    <a:pt x="2269" y="4359"/>
                    <a:pt x="2636" y="4425"/>
                  </a:cubicBezTo>
                  <a:cubicBezTo>
                    <a:pt x="3437" y="4559"/>
                    <a:pt x="4204" y="4759"/>
                    <a:pt x="5004" y="4826"/>
                  </a:cubicBezTo>
                  <a:cubicBezTo>
                    <a:pt x="6954" y="4969"/>
                    <a:pt x="8915" y="5088"/>
                    <a:pt x="10874" y="5088"/>
                  </a:cubicBezTo>
                  <a:cubicBezTo>
                    <a:pt x="12100" y="5088"/>
                    <a:pt x="13325" y="5041"/>
                    <a:pt x="14545" y="4926"/>
                  </a:cubicBezTo>
                  <a:cubicBezTo>
                    <a:pt x="14978" y="4892"/>
                    <a:pt x="15345" y="4892"/>
                    <a:pt x="15779" y="4826"/>
                  </a:cubicBezTo>
                  <a:cubicBezTo>
                    <a:pt x="16146" y="4725"/>
                    <a:pt x="16546" y="4659"/>
                    <a:pt x="16946" y="4525"/>
                  </a:cubicBezTo>
                  <a:cubicBezTo>
                    <a:pt x="17347" y="4392"/>
                    <a:pt x="17714" y="4258"/>
                    <a:pt x="18114" y="4058"/>
                  </a:cubicBezTo>
                  <a:cubicBezTo>
                    <a:pt x="18281" y="3992"/>
                    <a:pt x="18481" y="3858"/>
                    <a:pt x="18648" y="3691"/>
                  </a:cubicBezTo>
                  <a:cubicBezTo>
                    <a:pt x="18814" y="3558"/>
                    <a:pt x="18981" y="3258"/>
                    <a:pt x="18981" y="2958"/>
                  </a:cubicBezTo>
                  <a:cubicBezTo>
                    <a:pt x="18948" y="2691"/>
                    <a:pt x="18814" y="2424"/>
                    <a:pt x="18648" y="2257"/>
                  </a:cubicBezTo>
                  <a:cubicBezTo>
                    <a:pt x="18481" y="2057"/>
                    <a:pt x="18281" y="1923"/>
                    <a:pt x="18114" y="1790"/>
                  </a:cubicBezTo>
                  <a:cubicBezTo>
                    <a:pt x="17714" y="1590"/>
                    <a:pt x="17313" y="1456"/>
                    <a:pt x="16946" y="1356"/>
                  </a:cubicBezTo>
                  <a:cubicBezTo>
                    <a:pt x="16513" y="1223"/>
                    <a:pt x="16146" y="1123"/>
                    <a:pt x="15779" y="1056"/>
                  </a:cubicBezTo>
                  <a:lnTo>
                    <a:pt x="14611" y="789"/>
                  </a:lnTo>
                  <a:cubicBezTo>
                    <a:pt x="13677" y="589"/>
                    <a:pt x="12643" y="422"/>
                    <a:pt x="11642" y="256"/>
                  </a:cubicBezTo>
                  <a:cubicBezTo>
                    <a:pt x="11142" y="222"/>
                    <a:pt x="10642" y="122"/>
                    <a:pt x="10141" y="89"/>
                  </a:cubicBezTo>
                  <a:cubicBezTo>
                    <a:pt x="9641" y="89"/>
                    <a:pt x="9174" y="55"/>
                    <a:pt x="8707" y="22"/>
                  </a:cubicBezTo>
                  <a:cubicBezTo>
                    <a:pt x="8211" y="22"/>
                    <a:pt x="7738" y="0"/>
                    <a:pt x="7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18" name="Google Shape;6018;p69"/>
            <p:cNvSpPr/>
            <p:nvPr/>
          </p:nvSpPr>
          <p:spPr>
            <a:xfrm>
              <a:off x="6047490" y="2132892"/>
              <a:ext cx="45184" cy="261144"/>
            </a:xfrm>
            <a:custGeom>
              <a:avLst/>
              <a:gdLst/>
              <a:ahLst/>
              <a:cxnLst/>
              <a:rect l="l" t="t" r="r" b="b"/>
              <a:pathLst>
                <a:path w="2803" h="16200" extrusionOk="0">
                  <a:moveTo>
                    <a:pt x="227" y="0"/>
                  </a:moveTo>
                  <a:cubicBezTo>
                    <a:pt x="125" y="0"/>
                    <a:pt x="67" y="8"/>
                    <a:pt x="67" y="20"/>
                  </a:cubicBezTo>
                  <a:cubicBezTo>
                    <a:pt x="0" y="120"/>
                    <a:pt x="501" y="320"/>
                    <a:pt x="1068" y="587"/>
                  </a:cubicBezTo>
                  <a:cubicBezTo>
                    <a:pt x="1301" y="687"/>
                    <a:pt x="1602" y="854"/>
                    <a:pt x="1802" y="987"/>
                  </a:cubicBezTo>
                  <a:cubicBezTo>
                    <a:pt x="2002" y="1154"/>
                    <a:pt x="2002" y="1254"/>
                    <a:pt x="2069" y="1354"/>
                  </a:cubicBezTo>
                  <a:cubicBezTo>
                    <a:pt x="2102" y="1421"/>
                    <a:pt x="2102" y="1454"/>
                    <a:pt x="2102" y="1488"/>
                  </a:cubicBezTo>
                  <a:lnTo>
                    <a:pt x="2102" y="1655"/>
                  </a:lnTo>
                  <a:lnTo>
                    <a:pt x="2102" y="2022"/>
                  </a:lnTo>
                  <a:lnTo>
                    <a:pt x="2135" y="2789"/>
                  </a:lnTo>
                  <a:lnTo>
                    <a:pt x="2202" y="4290"/>
                  </a:lnTo>
                  <a:cubicBezTo>
                    <a:pt x="2235" y="5291"/>
                    <a:pt x="2235" y="6291"/>
                    <a:pt x="2235" y="7292"/>
                  </a:cubicBezTo>
                  <a:cubicBezTo>
                    <a:pt x="2235" y="9293"/>
                    <a:pt x="2202" y="11295"/>
                    <a:pt x="2069" y="13296"/>
                  </a:cubicBezTo>
                  <a:cubicBezTo>
                    <a:pt x="2069" y="14248"/>
                    <a:pt x="2230" y="16200"/>
                    <a:pt x="2394" y="16200"/>
                  </a:cubicBezTo>
                  <a:cubicBezTo>
                    <a:pt x="2397" y="16200"/>
                    <a:pt x="2399" y="16199"/>
                    <a:pt x="2402" y="16198"/>
                  </a:cubicBezTo>
                  <a:cubicBezTo>
                    <a:pt x="2502" y="16198"/>
                    <a:pt x="2802" y="14030"/>
                    <a:pt x="2802" y="13296"/>
                  </a:cubicBezTo>
                  <a:cubicBezTo>
                    <a:pt x="2669" y="11295"/>
                    <a:pt x="2636" y="9293"/>
                    <a:pt x="2636" y="7292"/>
                  </a:cubicBezTo>
                  <a:cubicBezTo>
                    <a:pt x="2636" y="6291"/>
                    <a:pt x="2636" y="5291"/>
                    <a:pt x="2669" y="4290"/>
                  </a:cubicBezTo>
                  <a:lnTo>
                    <a:pt x="2736" y="2789"/>
                  </a:lnTo>
                  <a:lnTo>
                    <a:pt x="2769" y="2022"/>
                  </a:lnTo>
                  <a:lnTo>
                    <a:pt x="2769" y="1655"/>
                  </a:lnTo>
                  <a:lnTo>
                    <a:pt x="2769" y="1454"/>
                  </a:lnTo>
                  <a:lnTo>
                    <a:pt x="2769" y="1188"/>
                  </a:lnTo>
                  <a:cubicBezTo>
                    <a:pt x="2736" y="987"/>
                    <a:pt x="2636" y="787"/>
                    <a:pt x="2469" y="621"/>
                  </a:cubicBezTo>
                  <a:cubicBezTo>
                    <a:pt x="2302" y="487"/>
                    <a:pt x="2135" y="420"/>
                    <a:pt x="1969" y="320"/>
                  </a:cubicBezTo>
                  <a:cubicBezTo>
                    <a:pt x="1635" y="154"/>
                    <a:pt x="1335" y="120"/>
                    <a:pt x="1068" y="87"/>
                  </a:cubicBezTo>
                  <a:cubicBezTo>
                    <a:pt x="708" y="23"/>
                    <a:pt x="402"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19" name="Google Shape;6019;p69"/>
            <p:cNvSpPr/>
            <p:nvPr/>
          </p:nvSpPr>
          <p:spPr>
            <a:xfrm>
              <a:off x="5791005" y="4948702"/>
              <a:ext cx="295222" cy="76377"/>
            </a:xfrm>
            <a:custGeom>
              <a:avLst/>
              <a:gdLst/>
              <a:ahLst/>
              <a:cxnLst/>
              <a:rect l="l" t="t" r="r" b="b"/>
              <a:pathLst>
                <a:path w="18314" h="4738" extrusionOk="0">
                  <a:moveTo>
                    <a:pt x="200" y="0"/>
                  </a:moveTo>
                  <a:cubicBezTo>
                    <a:pt x="167" y="0"/>
                    <a:pt x="100" y="167"/>
                    <a:pt x="33" y="434"/>
                  </a:cubicBezTo>
                  <a:cubicBezTo>
                    <a:pt x="0" y="734"/>
                    <a:pt x="0" y="1101"/>
                    <a:pt x="133" y="1468"/>
                  </a:cubicBezTo>
                  <a:cubicBezTo>
                    <a:pt x="267" y="1902"/>
                    <a:pt x="500" y="2269"/>
                    <a:pt x="767" y="2569"/>
                  </a:cubicBezTo>
                  <a:cubicBezTo>
                    <a:pt x="1034" y="2836"/>
                    <a:pt x="1301" y="3069"/>
                    <a:pt x="1501" y="3203"/>
                  </a:cubicBezTo>
                  <a:cubicBezTo>
                    <a:pt x="2035" y="3536"/>
                    <a:pt x="2635" y="3736"/>
                    <a:pt x="3169" y="3937"/>
                  </a:cubicBezTo>
                  <a:cubicBezTo>
                    <a:pt x="3703" y="4137"/>
                    <a:pt x="4336" y="4304"/>
                    <a:pt x="4937" y="4404"/>
                  </a:cubicBezTo>
                  <a:cubicBezTo>
                    <a:pt x="5537" y="4470"/>
                    <a:pt x="6138" y="4470"/>
                    <a:pt x="6705" y="4537"/>
                  </a:cubicBezTo>
                  <a:cubicBezTo>
                    <a:pt x="7005" y="4537"/>
                    <a:pt x="7305" y="4537"/>
                    <a:pt x="7605" y="4570"/>
                  </a:cubicBezTo>
                  <a:cubicBezTo>
                    <a:pt x="7872" y="4604"/>
                    <a:pt x="8173" y="4637"/>
                    <a:pt x="8473" y="4637"/>
                  </a:cubicBezTo>
                  <a:cubicBezTo>
                    <a:pt x="9107" y="4637"/>
                    <a:pt x="9674" y="4737"/>
                    <a:pt x="10274" y="4737"/>
                  </a:cubicBezTo>
                  <a:lnTo>
                    <a:pt x="12042" y="4637"/>
                  </a:lnTo>
                  <a:cubicBezTo>
                    <a:pt x="13210" y="4604"/>
                    <a:pt x="14444" y="4470"/>
                    <a:pt x="15611" y="4304"/>
                  </a:cubicBezTo>
                  <a:cubicBezTo>
                    <a:pt x="16278" y="4137"/>
                    <a:pt x="17046" y="3903"/>
                    <a:pt x="17646" y="3470"/>
                  </a:cubicBezTo>
                  <a:cubicBezTo>
                    <a:pt x="17946" y="3269"/>
                    <a:pt x="18146" y="3036"/>
                    <a:pt x="18213" y="2802"/>
                  </a:cubicBezTo>
                  <a:cubicBezTo>
                    <a:pt x="18313" y="2602"/>
                    <a:pt x="18313" y="2469"/>
                    <a:pt x="18280" y="2469"/>
                  </a:cubicBezTo>
                  <a:cubicBezTo>
                    <a:pt x="18213" y="2469"/>
                    <a:pt x="18180" y="2636"/>
                    <a:pt x="18013" y="2769"/>
                  </a:cubicBezTo>
                  <a:cubicBezTo>
                    <a:pt x="17846" y="2936"/>
                    <a:pt x="17613" y="3069"/>
                    <a:pt x="17279" y="3203"/>
                  </a:cubicBezTo>
                  <a:cubicBezTo>
                    <a:pt x="16645" y="3403"/>
                    <a:pt x="15845" y="3536"/>
                    <a:pt x="15444" y="3603"/>
                  </a:cubicBezTo>
                  <a:cubicBezTo>
                    <a:pt x="14344" y="3903"/>
                    <a:pt x="13176" y="4070"/>
                    <a:pt x="12009" y="4170"/>
                  </a:cubicBezTo>
                  <a:lnTo>
                    <a:pt x="10274" y="4304"/>
                  </a:lnTo>
                  <a:cubicBezTo>
                    <a:pt x="9674" y="4304"/>
                    <a:pt x="9107" y="4270"/>
                    <a:pt x="8506" y="4237"/>
                  </a:cubicBezTo>
                  <a:cubicBezTo>
                    <a:pt x="8206" y="4237"/>
                    <a:pt x="7939" y="4203"/>
                    <a:pt x="7639" y="4137"/>
                  </a:cubicBezTo>
                  <a:lnTo>
                    <a:pt x="6772" y="4070"/>
                  </a:lnTo>
                  <a:cubicBezTo>
                    <a:pt x="6171" y="4037"/>
                    <a:pt x="5604" y="3937"/>
                    <a:pt x="5037" y="3870"/>
                  </a:cubicBezTo>
                  <a:cubicBezTo>
                    <a:pt x="4470" y="3736"/>
                    <a:pt x="3970" y="3570"/>
                    <a:pt x="3436" y="3303"/>
                  </a:cubicBezTo>
                  <a:cubicBezTo>
                    <a:pt x="2869" y="3069"/>
                    <a:pt x="2368" y="2802"/>
                    <a:pt x="1935" y="2469"/>
                  </a:cubicBezTo>
                  <a:cubicBezTo>
                    <a:pt x="1468" y="2235"/>
                    <a:pt x="801" y="1735"/>
                    <a:pt x="534" y="1168"/>
                  </a:cubicBezTo>
                  <a:cubicBezTo>
                    <a:pt x="200" y="601"/>
                    <a:pt x="300" y="0"/>
                    <a:pt x="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20" name="Google Shape;6020;p69"/>
            <p:cNvSpPr/>
            <p:nvPr/>
          </p:nvSpPr>
          <p:spPr>
            <a:xfrm>
              <a:off x="5790457" y="3707655"/>
              <a:ext cx="121013" cy="1279783"/>
            </a:xfrm>
            <a:custGeom>
              <a:avLst/>
              <a:gdLst/>
              <a:ahLst/>
              <a:cxnLst/>
              <a:rect l="l" t="t" r="r" b="b"/>
              <a:pathLst>
                <a:path w="7507" h="79391" extrusionOk="0">
                  <a:moveTo>
                    <a:pt x="7439" y="0"/>
                  </a:moveTo>
                  <a:cubicBezTo>
                    <a:pt x="7406" y="0"/>
                    <a:pt x="7339" y="600"/>
                    <a:pt x="7239" y="1568"/>
                  </a:cubicBezTo>
                  <a:cubicBezTo>
                    <a:pt x="7172" y="2535"/>
                    <a:pt x="7039" y="3869"/>
                    <a:pt x="6939" y="5337"/>
                  </a:cubicBezTo>
                  <a:cubicBezTo>
                    <a:pt x="6872" y="6038"/>
                    <a:pt x="6839" y="6772"/>
                    <a:pt x="6772" y="7539"/>
                  </a:cubicBezTo>
                  <a:cubicBezTo>
                    <a:pt x="6739" y="8239"/>
                    <a:pt x="6739" y="9006"/>
                    <a:pt x="6705" y="9707"/>
                  </a:cubicBezTo>
                  <a:cubicBezTo>
                    <a:pt x="6672" y="11075"/>
                    <a:pt x="6605" y="12376"/>
                    <a:pt x="6605" y="13209"/>
                  </a:cubicBezTo>
                  <a:cubicBezTo>
                    <a:pt x="6605" y="22249"/>
                    <a:pt x="6238" y="31356"/>
                    <a:pt x="5838" y="40396"/>
                  </a:cubicBezTo>
                  <a:lnTo>
                    <a:pt x="5738" y="42097"/>
                  </a:lnTo>
                  <a:cubicBezTo>
                    <a:pt x="5705" y="42697"/>
                    <a:pt x="5671" y="43231"/>
                    <a:pt x="5605" y="43831"/>
                  </a:cubicBezTo>
                  <a:cubicBezTo>
                    <a:pt x="5538" y="44932"/>
                    <a:pt x="5438" y="46066"/>
                    <a:pt x="5338" y="47200"/>
                  </a:cubicBezTo>
                  <a:cubicBezTo>
                    <a:pt x="5004" y="49435"/>
                    <a:pt x="4704" y="51670"/>
                    <a:pt x="4270" y="53905"/>
                  </a:cubicBezTo>
                  <a:cubicBezTo>
                    <a:pt x="3903" y="56174"/>
                    <a:pt x="3537" y="58375"/>
                    <a:pt x="3170" y="60610"/>
                  </a:cubicBezTo>
                  <a:lnTo>
                    <a:pt x="2669" y="64013"/>
                  </a:lnTo>
                  <a:cubicBezTo>
                    <a:pt x="2536" y="65113"/>
                    <a:pt x="2369" y="66247"/>
                    <a:pt x="2169" y="67348"/>
                  </a:cubicBezTo>
                  <a:cubicBezTo>
                    <a:pt x="2102" y="67615"/>
                    <a:pt x="2035" y="67949"/>
                    <a:pt x="2002" y="68282"/>
                  </a:cubicBezTo>
                  <a:cubicBezTo>
                    <a:pt x="1935" y="68616"/>
                    <a:pt x="1869" y="68949"/>
                    <a:pt x="1769" y="69283"/>
                  </a:cubicBezTo>
                  <a:cubicBezTo>
                    <a:pt x="1669" y="69950"/>
                    <a:pt x="1502" y="70617"/>
                    <a:pt x="1335" y="71351"/>
                  </a:cubicBezTo>
                  <a:cubicBezTo>
                    <a:pt x="1001" y="72719"/>
                    <a:pt x="701" y="74120"/>
                    <a:pt x="401" y="75354"/>
                  </a:cubicBezTo>
                  <a:cubicBezTo>
                    <a:pt x="301" y="75954"/>
                    <a:pt x="167" y="76521"/>
                    <a:pt x="34" y="77055"/>
                  </a:cubicBezTo>
                  <a:cubicBezTo>
                    <a:pt x="1" y="77689"/>
                    <a:pt x="201" y="78089"/>
                    <a:pt x="368" y="78456"/>
                  </a:cubicBezTo>
                  <a:cubicBezTo>
                    <a:pt x="534" y="78856"/>
                    <a:pt x="735" y="79123"/>
                    <a:pt x="901" y="79257"/>
                  </a:cubicBezTo>
                  <a:cubicBezTo>
                    <a:pt x="1068" y="79390"/>
                    <a:pt x="1202" y="79390"/>
                    <a:pt x="1202" y="79390"/>
                  </a:cubicBezTo>
                  <a:cubicBezTo>
                    <a:pt x="1202" y="79390"/>
                    <a:pt x="1068" y="79357"/>
                    <a:pt x="901" y="79123"/>
                  </a:cubicBezTo>
                  <a:cubicBezTo>
                    <a:pt x="735" y="78923"/>
                    <a:pt x="568" y="78590"/>
                    <a:pt x="434" y="78189"/>
                  </a:cubicBezTo>
                  <a:cubicBezTo>
                    <a:pt x="401" y="77956"/>
                    <a:pt x="334" y="77722"/>
                    <a:pt x="334" y="77455"/>
                  </a:cubicBezTo>
                  <a:cubicBezTo>
                    <a:pt x="268" y="77355"/>
                    <a:pt x="268" y="77222"/>
                    <a:pt x="334" y="77089"/>
                  </a:cubicBezTo>
                  <a:cubicBezTo>
                    <a:pt x="368" y="76955"/>
                    <a:pt x="401" y="76788"/>
                    <a:pt x="434" y="76688"/>
                  </a:cubicBezTo>
                  <a:cubicBezTo>
                    <a:pt x="634" y="76088"/>
                    <a:pt x="768" y="75454"/>
                    <a:pt x="1001" y="74787"/>
                  </a:cubicBezTo>
                  <a:cubicBezTo>
                    <a:pt x="1368" y="73453"/>
                    <a:pt x="1769" y="72052"/>
                    <a:pt x="2102" y="70751"/>
                  </a:cubicBezTo>
                  <a:cubicBezTo>
                    <a:pt x="2302" y="70084"/>
                    <a:pt x="2436" y="69450"/>
                    <a:pt x="2569" y="68916"/>
                  </a:cubicBezTo>
                  <a:cubicBezTo>
                    <a:pt x="2669" y="68616"/>
                    <a:pt x="2703" y="68382"/>
                    <a:pt x="2736" y="68115"/>
                  </a:cubicBezTo>
                  <a:cubicBezTo>
                    <a:pt x="2803" y="67882"/>
                    <a:pt x="2836" y="67682"/>
                    <a:pt x="2869" y="67448"/>
                  </a:cubicBezTo>
                  <a:cubicBezTo>
                    <a:pt x="3070" y="66348"/>
                    <a:pt x="3203" y="65213"/>
                    <a:pt x="3336" y="64079"/>
                  </a:cubicBezTo>
                  <a:cubicBezTo>
                    <a:pt x="3503" y="62945"/>
                    <a:pt x="3637" y="61844"/>
                    <a:pt x="3803" y="60710"/>
                  </a:cubicBezTo>
                  <a:cubicBezTo>
                    <a:pt x="4137" y="58442"/>
                    <a:pt x="4471" y="56240"/>
                    <a:pt x="4837" y="54005"/>
                  </a:cubicBezTo>
                  <a:cubicBezTo>
                    <a:pt x="5204" y="51737"/>
                    <a:pt x="5471" y="49502"/>
                    <a:pt x="5805" y="47234"/>
                  </a:cubicBezTo>
                  <a:cubicBezTo>
                    <a:pt x="5905" y="46066"/>
                    <a:pt x="6005" y="44932"/>
                    <a:pt x="6072" y="43831"/>
                  </a:cubicBezTo>
                  <a:lnTo>
                    <a:pt x="6205" y="42097"/>
                  </a:lnTo>
                  <a:lnTo>
                    <a:pt x="6305" y="40396"/>
                  </a:lnTo>
                  <a:cubicBezTo>
                    <a:pt x="6705" y="31322"/>
                    <a:pt x="7172" y="22249"/>
                    <a:pt x="7406" y="13209"/>
                  </a:cubicBezTo>
                  <a:cubicBezTo>
                    <a:pt x="7473" y="11041"/>
                    <a:pt x="7373" y="7706"/>
                    <a:pt x="7439" y="5004"/>
                  </a:cubicBezTo>
                  <a:cubicBezTo>
                    <a:pt x="7439" y="3603"/>
                    <a:pt x="7506" y="2368"/>
                    <a:pt x="7506" y="1434"/>
                  </a:cubicBezTo>
                  <a:lnTo>
                    <a:pt x="7506" y="367"/>
                  </a:lnTo>
                  <a:cubicBezTo>
                    <a:pt x="7439" y="100"/>
                    <a:pt x="7439" y="0"/>
                    <a:pt x="74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21" name="Google Shape;6021;p69"/>
            <p:cNvSpPr/>
            <p:nvPr/>
          </p:nvSpPr>
          <p:spPr>
            <a:xfrm>
              <a:off x="5787233" y="2144499"/>
              <a:ext cx="126913" cy="1619625"/>
            </a:xfrm>
            <a:custGeom>
              <a:avLst/>
              <a:gdLst/>
              <a:ahLst/>
              <a:cxnLst/>
              <a:rect l="l" t="t" r="r" b="b"/>
              <a:pathLst>
                <a:path w="7873" h="100473" extrusionOk="0">
                  <a:moveTo>
                    <a:pt x="3069" y="1"/>
                  </a:moveTo>
                  <a:cubicBezTo>
                    <a:pt x="3069" y="1"/>
                    <a:pt x="2769" y="1"/>
                    <a:pt x="2202" y="67"/>
                  </a:cubicBezTo>
                  <a:cubicBezTo>
                    <a:pt x="1902" y="101"/>
                    <a:pt x="1568" y="134"/>
                    <a:pt x="1201" y="234"/>
                  </a:cubicBezTo>
                  <a:cubicBezTo>
                    <a:pt x="1001" y="267"/>
                    <a:pt x="768" y="301"/>
                    <a:pt x="568" y="401"/>
                  </a:cubicBezTo>
                  <a:cubicBezTo>
                    <a:pt x="434" y="401"/>
                    <a:pt x="367" y="468"/>
                    <a:pt x="234" y="501"/>
                  </a:cubicBezTo>
                  <a:cubicBezTo>
                    <a:pt x="101" y="568"/>
                    <a:pt x="1" y="668"/>
                    <a:pt x="1" y="835"/>
                  </a:cubicBezTo>
                  <a:cubicBezTo>
                    <a:pt x="1" y="2903"/>
                    <a:pt x="434" y="5605"/>
                    <a:pt x="901" y="8140"/>
                  </a:cubicBezTo>
                  <a:cubicBezTo>
                    <a:pt x="1402" y="10675"/>
                    <a:pt x="1902" y="13077"/>
                    <a:pt x="2202" y="14511"/>
                  </a:cubicBezTo>
                  <a:cubicBezTo>
                    <a:pt x="3103" y="20248"/>
                    <a:pt x="3837" y="26019"/>
                    <a:pt x="4337" y="31823"/>
                  </a:cubicBezTo>
                  <a:cubicBezTo>
                    <a:pt x="4837" y="37628"/>
                    <a:pt x="5204" y="43465"/>
                    <a:pt x="5571" y="49303"/>
                  </a:cubicBezTo>
                  <a:cubicBezTo>
                    <a:pt x="5771" y="52205"/>
                    <a:pt x="5938" y="55140"/>
                    <a:pt x="6172" y="58042"/>
                  </a:cubicBezTo>
                  <a:cubicBezTo>
                    <a:pt x="6372" y="60944"/>
                    <a:pt x="6539" y="63846"/>
                    <a:pt x="6705" y="66782"/>
                  </a:cubicBezTo>
                  <a:cubicBezTo>
                    <a:pt x="6939" y="72619"/>
                    <a:pt x="7006" y="78423"/>
                    <a:pt x="6905" y="84261"/>
                  </a:cubicBezTo>
                  <a:cubicBezTo>
                    <a:pt x="6872" y="85862"/>
                    <a:pt x="6939" y="87763"/>
                    <a:pt x="7072" y="89598"/>
                  </a:cubicBezTo>
                  <a:cubicBezTo>
                    <a:pt x="7206" y="91433"/>
                    <a:pt x="7339" y="93201"/>
                    <a:pt x="7406" y="94835"/>
                  </a:cubicBezTo>
                  <a:cubicBezTo>
                    <a:pt x="7439" y="95669"/>
                    <a:pt x="7439" y="96403"/>
                    <a:pt x="7439" y="97070"/>
                  </a:cubicBezTo>
                  <a:cubicBezTo>
                    <a:pt x="7439" y="97771"/>
                    <a:pt x="7439" y="98371"/>
                    <a:pt x="7406" y="98871"/>
                  </a:cubicBezTo>
                  <a:cubicBezTo>
                    <a:pt x="7372" y="99372"/>
                    <a:pt x="7339" y="99772"/>
                    <a:pt x="7339" y="100039"/>
                  </a:cubicBezTo>
                  <a:lnTo>
                    <a:pt x="7339" y="100473"/>
                  </a:lnTo>
                  <a:cubicBezTo>
                    <a:pt x="7372" y="100473"/>
                    <a:pt x="7406" y="100306"/>
                    <a:pt x="7439" y="99972"/>
                  </a:cubicBezTo>
                  <a:cubicBezTo>
                    <a:pt x="7506" y="99639"/>
                    <a:pt x="7573" y="99138"/>
                    <a:pt x="7673" y="98538"/>
                  </a:cubicBezTo>
                  <a:cubicBezTo>
                    <a:pt x="7706" y="97971"/>
                    <a:pt x="7773" y="97270"/>
                    <a:pt x="7839" y="96470"/>
                  </a:cubicBezTo>
                  <a:cubicBezTo>
                    <a:pt x="7873" y="95669"/>
                    <a:pt x="7873" y="94802"/>
                    <a:pt x="7873" y="93935"/>
                  </a:cubicBezTo>
                  <a:cubicBezTo>
                    <a:pt x="7873" y="92133"/>
                    <a:pt x="7739" y="90199"/>
                    <a:pt x="7706" y="88497"/>
                  </a:cubicBezTo>
                  <a:cubicBezTo>
                    <a:pt x="7706" y="88097"/>
                    <a:pt x="7673" y="87663"/>
                    <a:pt x="7673" y="87263"/>
                  </a:cubicBezTo>
                  <a:lnTo>
                    <a:pt x="7673" y="86096"/>
                  </a:lnTo>
                  <a:lnTo>
                    <a:pt x="7673" y="84161"/>
                  </a:lnTo>
                  <a:cubicBezTo>
                    <a:pt x="7606" y="78323"/>
                    <a:pt x="7506" y="72486"/>
                    <a:pt x="7206" y="66648"/>
                  </a:cubicBezTo>
                  <a:lnTo>
                    <a:pt x="6572" y="57909"/>
                  </a:lnTo>
                  <a:cubicBezTo>
                    <a:pt x="6372" y="54973"/>
                    <a:pt x="6205" y="52071"/>
                    <a:pt x="6005" y="49136"/>
                  </a:cubicBezTo>
                  <a:cubicBezTo>
                    <a:pt x="5271" y="37461"/>
                    <a:pt x="4604" y="25786"/>
                    <a:pt x="2936" y="14244"/>
                  </a:cubicBezTo>
                  <a:cubicBezTo>
                    <a:pt x="2602" y="12409"/>
                    <a:pt x="2002" y="9974"/>
                    <a:pt x="1368" y="7673"/>
                  </a:cubicBezTo>
                  <a:cubicBezTo>
                    <a:pt x="1068" y="6472"/>
                    <a:pt x="834" y="5238"/>
                    <a:pt x="601" y="4070"/>
                  </a:cubicBezTo>
                  <a:cubicBezTo>
                    <a:pt x="534" y="3470"/>
                    <a:pt x="434" y="2936"/>
                    <a:pt x="367" y="2402"/>
                  </a:cubicBezTo>
                  <a:cubicBezTo>
                    <a:pt x="334" y="1835"/>
                    <a:pt x="267" y="1335"/>
                    <a:pt x="234" y="901"/>
                  </a:cubicBezTo>
                  <a:cubicBezTo>
                    <a:pt x="234" y="801"/>
                    <a:pt x="267" y="768"/>
                    <a:pt x="334" y="734"/>
                  </a:cubicBezTo>
                  <a:cubicBezTo>
                    <a:pt x="401" y="668"/>
                    <a:pt x="534" y="634"/>
                    <a:pt x="601" y="601"/>
                  </a:cubicBezTo>
                  <a:cubicBezTo>
                    <a:pt x="834" y="501"/>
                    <a:pt x="1035" y="434"/>
                    <a:pt x="1201" y="401"/>
                  </a:cubicBezTo>
                  <a:cubicBezTo>
                    <a:pt x="1568" y="301"/>
                    <a:pt x="1902" y="234"/>
                    <a:pt x="2202" y="167"/>
                  </a:cubicBezTo>
                  <a:cubicBezTo>
                    <a:pt x="2736" y="67"/>
                    <a:pt x="3069" y="1"/>
                    <a:pt x="3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22" name="Google Shape;6022;p69"/>
            <p:cNvSpPr/>
            <p:nvPr/>
          </p:nvSpPr>
          <p:spPr>
            <a:xfrm>
              <a:off x="5899073" y="2182220"/>
              <a:ext cx="185541" cy="17152"/>
            </a:xfrm>
            <a:custGeom>
              <a:avLst/>
              <a:gdLst/>
              <a:ahLst/>
              <a:cxnLst/>
              <a:rect l="l" t="t" r="r" b="b"/>
              <a:pathLst>
                <a:path w="11510" h="1064" extrusionOk="0">
                  <a:moveTo>
                    <a:pt x="11490" y="0"/>
                  </a:moveTo>
                  <a:cubicBezTo>
                    <a:pt x="11461" y="0"/>
                    <a:pt x="11401" y="39"/>
                    <a:pt x="11309" y="62"/>
                  </a:cubicBezTo>
                  <a:cubicBezTo>
                    <a:pt x="11176" y="96"/>
                    <a:pt x="11009" y="196"/>
                    <a:pt x="10809" y="229"/>
                  </a:cubicBezTo>
                  <a:cubicBezTo>
                    <a:pt x="10608" y="262"/>
                    <a:pt x="10442" y="296"/>
                    <a:pt x="10242" y="363"/>
                  </a:cubicBezTo>
                  <a:cubicBezTo>
                    <a:pt x="10075" y="396"/>
                    <a:pt x="9908" y="429"/>
                    <a:pt x="9775" y="429"/>
                  </a:cubicBezTo>
                  <a:cubicBezTo>
                    <a:pt x="9141" y="563"/>
                    <a:pt x="8507" y="596"/>
                    <a:pt x="7840" y="696"/>
                  </a:cubicBezTo>
                  <a:cubicBezTo>
                    <a:pt x="7173" y="796"/>
                    <a:pt x="6572" y="863"/>
                    <a:pt x="5905" y="896"/>
                  </a:cubicBezTo>
                  <a:cubicBezTo>
                    <a:pt x="5605" y="930"/>
                    <a:pt x="5271" y="930"/>
                    <a:pt x="4938" y="930"/>
                  </a:cubicBezTo>
                  <a:lnTo>
                    <a:pt x="3937" y="930"/>
                  </a:lnTo>
                  <a:cubicBezTo>
                    <a:pt x="3270" y="930"/>
                    <a:pt x="2636" y="863"/>
                    <a:pt x="1969" y="863"/>
                  </a:cubicBezTo>
                  <a:cubicBezTo>
                    <a:pt x="1802" y="863"/>
                    <a:pt x="1602" y="871"/>
                    <a:pt x="1389" y="871"/>
                  </a:cubicBezTo>
                  <a:cubicBezTo>
                    <a:pt x="1177" y="871"/>
                    <a:pt x="952" y="863"/>
                    <a:pt x="735" y="830"/>
                  </a:cubicBezTo>
                  <a:cubicBezTo>
                    <a:pt x="334" y="830"/>
                    <a:pt x="1" y="963"/>
                    <a:pt x="1" y="963"/>
                  </a:cubicBezTo>
                  <a:lnTo>
                    <a:pt x="268" y="963"/>
                  </a:lnTo>
                  <a:cubicBezTo>
                    <a:pt x="401" y="963"/>
                    <a:pt x="601" y="996"/>
                    <a:pt x="801" y="996"/>
                  </a:cubicBezTo>
                  <a:cubicBezTo>
                    <a:pt x="1235" y="1063"/>
                    <a:pt x="1669" y="1063"/>
                    <a:pt x="1936" y="1063"/>
                  </a:cubicBezTo>
                  <a:lnTo>
                    <a:pt x="4904" y="1063"/>
                  </a:lnTo>
                  <a:cubicBezTo>
                    <a:pt x="5238" y="1063"/>
                    <a:pt x="5572" y="1063"/>
                    <a:pt x="5905" y="996"/>
                  </a:cubicBezTo>
                  <a:cubicBezTo>
                    <a:pt x="6539" y="963"/>
                    <a:pt x="7239" y="930"/>
                    <a:pt x="7840" y="830"/>
                  </a:cubicBezTo>
                  <a:cubicBezTo>
                    <a:pt x="8474" y="796"/>
                    <a:pt x="9141" y="763"/>
                    <a:pt x="9808" y="663"/>
                  </a:cubicBezTo>
                  <a:cubicBezTo>
                    <a:pt x="10175" y="629"/>
                    <a:pt x="10642" y="496"/>
                    <a:pt x="10975" y="363"/>
                  </a:cubicBezTo>
                  <a:cubicBezTo>
                    <a:pt x="11309" y="196"/>
                    <a:pt x="11509" y="29"/>
                    <a:pt x="11509" y="29"/>
                  </a:cubicBezTo>
                  <a:cubicBezTo>
                    <a:pt x="11509" y="8"/>
                    <a:pt x="11503" y="0"/>
                    <a:pt x="114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23" name="Google Shape;6023;p69"/>
            <p:cNvSpPr/>
            <p:nvPr/>
          </p:nvSpPr>
          <p:spPr>
            <a:xfrm>
              <a:off x="5938874" y="2197727"/>
              <a:ext cx="144661" cy="13460"/>
            </a:xfrm>
            <a:custGeom>
              <a:avLst/>
              <a:gdLst/>
              <a:ahLst/>
              <a:cxnLst/>
              <a:rect l="l" t="t" r="r" b="b"/>
              <a:pathLst>
                <a:path w="8974" h="835" extrusionOk="0">
                  <a:moveTo>
                    <a:pt x="8973" y="1"/>
                  </a:moveTo>
                  <a:lnTo>
                    <a:pt x="8973" y="1"/>
                  </a:lnTo>
                  <a:cubicBezTo>
                    <a:pt x="8940" y="1"/>
                    <a:pt x="8673" y="68"/>
                    <a:pt x="8373" y="101"/>
                  </a:cubicBezTo>
                  <a:cubicBezTo>
                    <a:pt x="8206" y="101"/>
                    <a:pt x="8106" y="134"/>
                    <a:pt x="7939" y="134"/>
                  </a:cubicBezTo>
                  <a:cubicBezTo>
                    <a:pt x="7773" y="134"/>
                    <a:pt x="7639" y="168"/>
                    <a:pt x="7539" y="168"/>
                  </a:cubicBezTo>
                  <a:cubicBezTo>
                    <a:pt x="6538" y="335"/>
                    <a:pt x="5504" y="335"/>
                    <a:pt x="4504" y="501"/>
                  </a:cubicBezTo>
                  <a:lnTo>
                    <a:pt x="3770" y="601"/>
                  </a:lnTo>
                  <a:cubicBezTo>
                    <a:pt x="3503" y="635"/>
                    <a:pt x="3269" y="635"/>
                    <a:pt x="3002" y="635"/>
                  </a:cubicBezTo>
                  <a:cubicBezTo>
                    <a:pt x="2856" y="645"/>
                    <a:pt x="2709" y="649"/>
                    <a:pt x="2563" y="649"/>
                  </a:cubicBezTo>
                  <a:cubicBezTo>
                    <a:pt x="2209" y="649"/>
                    <a:pt x="1855" y="625"/>
                    <a:pt x="1501" y="601"/>
                  </a:cubicBezTo>
                  <a:cubicBezTo>
                    <a:pt x="1034" y="601"/>
                    <a:pt x="34" y="568"/>
                    <a:pt x="34" y="568"/>
                  </a:cubicBezTo>
                  <a:lnTo>
                    <a:pt x="34" y="568"/>
                  </a:lnTo>
                  <a:cubicBezTo>
                    <a:pt x="0" y="601"/>
                    <a:pt x="1134" y="835"/>
                    <a:pt x="1501" y="835"/>
                  </a:cubicBezTo>
                  <a:cubicBezTo>
                    <a:pt x="2002" y="835"/>
                    <a:pt x="2535" y="835"/>
                    <a:pt x="3036" y="802"/>
                  </a:cubicBezTo>
                  <a:cubicBezTo>
                    <a:pt x="3303" y="802"/>
                    <a:pt x="3536" y="802"/>
                    <a:pt x="3803" y="768"/>
                  </a:cubicBezTo>
                  <a:lnTo>
                    <a:pt x="4537" y="668"/>
                  </a:lnTo>
                  <a:cubicBezTo>
                    <a:pt x="5538" y="501"/>
                    <a:pt x="6538" y="568"/>
                    <a:pt x="7606" y="468"/>
                  </a:cubicBezTo>
                  <a:cubicBezTo>
                    <a:pt x="7873" y="468"/>
                    <a:pt x="8206" y="335"/>
                    <a:pt x="8506" y="268"/>
                  </a:cubicBezTo>
                  <a:cubicBezTo>
                    <a:pt x="8807" y="134"/>
                    <a:pt x="8973" y="68"/>
                    <a:pt x="89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24" name="Google Shape;6024;p69"/>
            <p:cNvSpPr/>
            <p:nvPr/>
          </p:nvSpPr>
          <p:spPr>
            <a:xfrm>
              <a:off x="5981737" y="2211896"/>
              <a:ext cx="103942" cy="10059"/>
            </a:xfrm>
            <a:custGeom>
              <a:avLst/>
              <a:gdLst/>
              <a:ahLst/>
              <a:cxnLst/>
              <a:rect l="l" t="t" r="r" b="b"/>
              <a:pathLst>
                <a:path w="6448" h="624" extrusionOk="0">
                  <a:moveTo>
                    <a:pt x="10" y="323"/>
                  </a:moveTo>
                  <a:cubicBezTo>
                    <a:pt x="9" y="324"/>
                    <a:pt x="9" y="325"/>
                    <a:pt x="9" y="326"/>
                  </a:cubicBezTo>
                  <a:lnTo>
                    <a:pt x="9" y="326"/>
                  </a:lnTo>
                  <a:cubicBezTo>
                    <a:pt x="9" y="325"/>
                    <a:pt x="9" y="324"/>
                    <a:pt x="10" y="323"/>
                  </a:cubicBezTo>
                  <a:close/>
                  <a:moveTo>
                    <a:pt x="6383" y="0"/>
                  </a:moveTo>
                  <a:cubicBezTo>
                    <a:pt x="6299" y="0"/>
                    <a:pt x="6166" y="64"/>
                    <a:pt x="6014" y="89"/>
                  </a:cubicBezTo>
                  <a:cubicBezTo>
                    <a:pt x="5814" y="123"/>
                    <a:pt x="5547" y="123"/>
                    <a:pt x="5447" y="189"/>
                  </a:cubicBezTo>
                  <a:cubicBezTo>
                    <a:pt x="4713" y="356"/>
                    <a:pt x="3979" y="390"/>
                    <a:pt x="3212" y="423"/>
                  </a:cubicBezTo>
                  <a:lnTo>
                    <a:pt x="2678" y="456"/>
                  </a:lnTo>
                  <a:lnTo>
                    <a:pt x="2145" y="456"/>
                  </a:lnTo>
                  <a:cubicBezTo>
                    <a:pt x="1778" y="456"/>
                    <a:pt x="1411" y="423"/>
                    <a:pt x="1044" y="390"/>
                  </a:cubicBezTo>
                  <a:cubicBezTo>
                    <a:pt x="721" y="390"/>
                    <a:pt x="21" y="358"/>
                    <a:pt x="9" y="326"/>
                  </a:cubicBezTo>
                  <a:lnTo>
                    <a:pt x="9" y="326"/>
                  </a:lnTo>
                  <a:cubicBezTo>
                    <a:pt x="0" y="396"/>
                    <a:pt x="781" y="623"/>
                    <a:pt x="1044" y="623"/>
                  </a:cubicBezTo>
                  <a:lnTo>
                    <a:pt x="2712" y="623"/>
                  </a:lnTo>
                  <a:lnTo>
                    <a:pt x="3279" y="590"/>
                  </a:lnTo>
                  <a:cubicBezTo>
                    <a:pt x="3979" y="523"/>
                    <a:pt x="4713" y="556"/>
                    <a:pt x="5480" y="456"/>
                  </a:cubicBezTo>
                  <a:cubicBezTo>
                    <a:pt x="5681" y="423"/>
                    <a:pt x="5947" y="356"/>
                    <a:pt x="6148" y="256"/>
                  </a:cubicBezTo>
                  <a:cubicBezTo>
                    <a:pt x="6348" y="123"/>
                    <a:pt x="6448" y="23"/>
                    <a:pt x="6448" y="23"/>
                  </a:cubicBezTo>
                  <a:cubicBezTo>
                    <a:pt x="6432" y="7"/>
                    <a:pt x="6410" y="0"/>
                    <a:pt x="63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25" name="Google Shape;6025;p69"/>
            <p:cNvSpPr/>
            <p:nvPr/>
          </p:nvSpPr>
          <p:spPr>
            <a:xfrm>
              <a:off x="6006078" y="2225228"/>
              <a:ext cx="80681" cy="10156"/>
            </a:xfrm>
            <a:custGeom>
              <a:avLst/>
              <a:gdLst/>
              <a:ahLst/>
              <a:cxnLst/>
              <a:rect l="l" t="t" r="r" b="b"/>
              <a:pathLst>
                <a:path w="5005" h="630" extrusionOk="0">
                  <a:moveTo>
                    <a:pt x="4947" y="1"/>
                  </a:moveTo>
                  <a:cubicBezTo>
                    <a:pt x="4885" y="1"/>
                    <a:pt x="4786" y="40"/>
                    <a:pt x="4671" y="63"/>
                  </a:cubicBezTo>
                  <a:cubicBezTo>
                    <a:pt x="4504" y="96"/>
                    <a:pt x="4304" y="130"/>
                    <a:pt x="4204" y="130"/>
                  </a:cubicBezTo>
                  <a:cubicBezTo>
                    <a:pt x="3704" y="296"/>
                    <a:pt x="3137" y="296"/>
                    <a:pt x="2536" y="363"/>
                  </a:cubicBezTo>
                  <a:cubicBezTo>
                    <a:pt x="1969" y="363"/>
                    <a:pt x="1435" y="363"/>
                    <a:pt x="835" y="296"/>
                  </a:cubicBezTo>
                  <a:cubicBezTo>
                    <a:pt x="535" y="296"/>
                    <a:pt x="1" y="430"/>
                    <a:pt x="1" y="530"/>
                  </a:cubicBezTo>
                  <a:cubicBezTo>
                    <a:pt x="1" y="563"/>
                    <a:pt x="635" y="630"/>
                    <a:pt x="835" y="630"/>
                  </a:cubicBezTo>
                  <a:cubicBezTo>
                    <a:pt x="1435" y="563"/>
                    <a:pt x="1969" y="530"/>
                    <a:pt x="2536" y="530"/>
                  </a:cubicBezTo>
                  <a:cubicBezTo>
                    <a:pt x="3137" y="463"/>
                    <a:pt x="3704" y="463"/>
                    <a:pt x="4304" y="430"/>
                  </a:cubicBezTo>
                  <a:cubicBezTo>
                    <a:pt x="4471" y="396"/>
                    <a:pt x="4671" y="296"/>
                    <a:pt x="4804" y="230"/>
                  </a:cubicBezTo>
                  <a:cubicBezTo>
                    <a:pt x="4938" y="130"/>
                    <a:pt x="5005" y="63"/>
                    <a:pt x="5005" y="30"/>
                  </a:cubicBezTo>
                  <a:cubicBezTo>
                    <a:pt x="4994" y="9"/>
                    <a:pt x="4974" y="1"/>
                    <a:pt x="49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26" name="Google Shape;6026;p69"/>
            <p:cNvSpPr/>
            <p:nvPr/>
          </p:nvSpPr>
          <p:spPr>
            <a:xfrm>
              <a:off x="6029210" y="2240509"/>
              <a:ext cx="58080" cy="8318"/>
            </a:xfrm>
            <a:custGeom>
              <a:avLst/>
              <a:gdLst/>
              <a:ahLst/>
              <a:cxnLst/>
              <a:rect l="l" t="t" r="r" b="b"/>
              <a:pathLst>
                <a:path w="3603" h="516" extrusionOk="0">
                  <a:moveTo>
                    <a:pt x="3557" y="1"/>
                  </a:moveTo>
                  <a:cubicBezTo>
                    <a:pt x="3518" y="1"/>
                    <a:pt x="3458" y="16"/>
                    <a:pt x="3369" y="16"/>
                  </a:cubicBezTo>
                  <a:lnTo>
                    <a:pt x="3036" y="16"/>
                  </a:lnTo>
                  <a:cubicBezTo>
                    <a:pt x="2602" y="116"/>
                    <a:pt x="2202" y="82"/>
                    <a:pt x="1768" y="116"/>
                  </a:cubicBezTo>
                  <a:cubicBezTo>
                    <a:pt x="1368" y="149"/>
                    <a:pt x="1001" y="249"/>
                    <a:pt x="567" y="249"/>
                  </a:cubicBezTo>
                  <a:cubicBezTo>
                    <a:pt x="501" y="282"/>
                    <a:pt x="367" y="282"/>
                    <a:pt x="234" y="316"/>
                  </a:cubicBezTo>
                  <a:cubicBezTo>
                    <a:pt x="167" y="316"/>
                    <a:pt x="34" y="349"/>
                    <a:pt x="34" y="349"/>
                  </a:cubicBezTo>
                  <a:cubicBezTo>
                    <a:pt x="0" y="349"/>
                    <a:pt x="100" y="449"/>
                    <a:pt x="234" y="483"/>
                  </a:cubicBezTo>
                  <a:cubicBezTo>
                    <a:pt x="367" y="516"/>
                    <a:pt x="534" y="516"/>
                    <a:pt x="601" y="516"/>
                  </a:cubicBezTo>
                  <a:cubicBezTo>
                    <a:pt x="1034" y="449"/>
                    <a:pt x="1401" y="316"/>
                    <a:pt x="1835" y="282"/>
                  </a:cubicBezTo>
                  <a:cubicBezTo>
                    <a:pt x="1944" y="255"/>
                    <a:pt x="2056" y="245"/>
                    <a:pt x="2169" y="245"/>
                  </a:cubicBezTo>
                  <a:cubicBezTo>
                    <a:pt x="2469" y="245"/>
                    <a:pt x="2778" y="316"/>
                    <a:pt x="3069" y="316"/>
                  </a:cubicBezTo>
                  <a:cubicBezTo>
                    <a:pt x="3203" y="316"/>
                    <a:pt x="3336" y="282"/>
                    <a:pt x="3436" y="182"/>
                  </a:cubicBezTo>
                  <a:cubicBezTo>
                    <a:pt x="3570" y="116"/>
                    <a:pt x="3603" y="16"/>
                    <a:pt x="3603" y="16"/>
                  </a:cubicBezTo>
                  <a:cubicBezTo>
                    <a:pt x="3592" y="4"/>
                    <a:pt x="3577" y="1"/>
                    <a:pt x="35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27" name="Google Shape;6027;p69"/>
            <p:cNvSpPr/>
            <p:nvPr/>
          </p:nvSpPr>
          <p:spPr>
            <a:xfrm>
              <a:off x="6051246" y="2254195"/>
              <a:ext cx="34980" cy="6464"/>
            </a:xfrm>
            <a:custGeom>
              <a:avLst/>
              <a:gdLst/>
              <a:ahLst/>
              <a:cxnLst/>
              <a:rect l="l" t="t" r="r" b="b"/>
              <a:pathLst>
                <a:path w="2170" h="401" extrusionOk="0">
                  <a:moveTo>
                    <a:pt x="1802" y="0"/>
                  </a:moveTo>
                  <a:cubicBezTo>
                    <a:pt x="1516" y="103"/>
                    <a:pt x="1218" y="142"/>
                    <a:pt x="922" y="142"/>
                  </a:cubicBezTo>
                  <a:cubicBezTo>
                    <a:pt x="735" y="142"/>
                    <a:pt x="549" y="126"/>
                    <a:pt x="368" y="101"/>
                  </a:cubicBezTo>
                  <a:cubicBezTo>
                    <a:pt x="234" y="101"/>
                    <a:pt x="1" y="134"/>
                    <a:pt x="34" y="234"/>
                  </a:cubicBezTo>
                  <a:cubicBezTo>
                    <a:pt x="34" y="267"/>
                    <a:pt x="301" y="401"/>
                    <a:pt x="368" y="401"/>
                  </a:cubicBezTo>
                  <a:cubicBezTo>
                    <a:pt x="835" y="301"/>
                    <a:pt x="1335" y="301"/>
                    <a:pt x="1836" y="301"/>
                  </a:cubicBezTo>
                  <a:cubicBezTo>
                    <a:pt x="2002" y="301"/>
                    <a:pt x="2169" y="101"/>
                    <a:pt x="2136" y="67"/>
                  </a:cubicBezTo>
                  <a:cubicBezTo>
                    <a:pt x="2069" y="0"/>
                    <a:pt x="1869" y="0"/>
                    <a:pt x="18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28" name="Google Shape;6028;p69"/>
            <p:cNvSpPr/>
            <p:nvPr/>
          </p:nvSpPr>
          <p:spPr>
            <a:xfrm>
              <a:off x="6053406" y="2265657"/>
              <a:ext cx="32272" cy="5755"/>
            </a:xfrm>
            <a:custGeom>
              <a:avLst/>
              <a:gdLst/>
              <a:ahLst/>
              <a:cxnLst/>
              <a:rect l="l" t="t" r="r" b="b"/>
              <a:pathLst>
                <a:path w="2002" h="357" extrusionOk="0">
                  <a:moveTo>
                    <a:pt x="277" y="1"/>
                  </a:moveTo>
                  <a:cubicBezTo>
                    <a:pt x="168" y="1"/>
                    <a:pt x="34" y="65"/>
                    <a:pt x="34" y="90"/>
                  </a:cubicBezTo>
                  <a:cubicBezTo>
                    <a:pt x="0" y="190"/>
                    <a:pt x="234" y="290"/>
                    <a:pt x="334" y="290"/>
                  </a:cubicBezTo>
                  <a:cubicBezTo>
                    <a:pt x="488" y="267"/>
                    <a:pt x="641" y="255"/>
                    <a:pt x="796" y="255"/>
                  </a:cubicBezTo>
                  <a:cubicBezTo>
                    <a:pt x="1079" y="255"/>
                    <a:pt x="1367" y="292"/>
                    <a:pt x="1668" y="357"/>
                  </a:cubicBezTo>
                  <a:cubicBezTo>
                    <a:pt x="1735" y="357"/>
                    <a:pt x="1768" y="290"/>
                    <a:pt x="1868" y="257"/>
                  </a:cubicBezTo>
                  <a:cubicBezTo>
                    <a:pt x="1935" y="223"/>
                    <a:pt x="2002" y="123"/>
                    <a:pt x="1935" y="123"/>
                  </a:cubicBezTo>
                  <a:cubicBezTo>
                    <a:pt x="1935" y="123"/>
                    <a:pt x="1735" y="57"/>
                    <a:pt x="1668" y="57"/>
                  </a:cubicBezTo>
                  <a:cubicBezTo>
                    <a:pt x="1473" y="87"/>
                    <a:pt x="1272" y="103"/>
                    <a:pt x="1072" y="103"/>
                  </a:cubicBezTo>
                  <a:cubicBezTo>
                    <a:pt x="828" y="103"/>
                    <a:pt x="588" y="78"/>
                    <a:pt x="367" y="23"/>
                  </a:cubicBezTo>
                  <a:cubicBezTo>
                    <a:pt x="343" y="7"/>
                    <a:pt x="311" y="1"/>
                    <a:pt x="2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29" name="Google Shape;6029;p69"/>
            <p:cNvSpPr/>
            <p:nvPr/>
          </p:nvSpPr>
          <p:spPr>
            <a:xfrm>
              <a:off x="5965762" y="2139131"/>
              <a:ext cx="43024" cy="45281"/>
            </a:xfrm>
            <a:custGeom>
              <a:avLst/>
              <a:gdLst/>
              <a:ahLst/>
              <a:cxnLst/>
              <a:rect l="l" t="t" r="r" b="b"/>
              <a:pathLst>
                <a:path w="2669" h="2809" extrusionOk="0">
                  <a:moveTo>
                    <a:pt x="767" y="0"/>
                  </a:moveTo>
                  <a:cubicBezTo>
                    <a:pt x="601" y="0"/>
                    <a:pt x="434" y="0"/>
                    <a:pt x="300" y="67"/>
                  </a:cubicBezTo>
                  <a:cubicBezTo>
                    <a:pt x="167" y="100"/>
                    <a:pt x="33" y="167"/>
                    <a:pt x="0" y="234"/>
                  </a:cubicBezTo>
                  <a:cubicBezTo>
                    <a:pt x="0" y="267"/>
                    <a:pt x="100" y="400"/>
                    <a:pt x="200" y="500"/>
                  </a:cubicBezTo>
                  <a:cubicBezTo>
                    <a:pt x="334" y="634"/>
                    <a:pt x="500" y="767"/>
                    <a:pt x="601" y="767"/>
                  </a:cubicBezTo>
                  <a:cubicBezTo>
                    <a:pt x="867" y="767"/>
                    <a:pt x="1101" y="767"/>
                    <a:pt x="1334" y="801"/>
                  </a:cubicBezTo>
                  <a:cubicBezTo>
                    <a:pt x="1468" y="834"/>
                    <a:pt x="1535" y="834"/>
                    <a:pt x="1668" y="901"/>
                  </a:cubicBezTo>
                  <a:lnTo>
                    <a:pt x="1835" y="934"/>
                  </a:lnTo>
                  <a:lnTo>
                    <a:pt x="1968" y="1001"/>
                  </a:lnTo>
                  <a:cubicBezTo>
                    <a:pt x="2035" y="1067"/>
                    <a:pt x="2035" y="1067"/>
                    <a:pt x="2102" y="1101"/>
                  </a:cubicBezTo>
                  <a:cubicBezTo>
                    <a:pt x="2102" y="1134"/>
                    <a:pt x="2135" y="1134"/>
                    <a:pt x="2135" y="1168"/>
                  </a:cubicBezTo>
                  <a:cubicBezTo>
                    <a:pt x="2135" y="1268"/>
                    <a:pt x="2135" y="1368"/>
                    <a:pt x="2102" y="1468"/>
                  </a:cubicBezTo>
                  <a:cubicBezTo>
                    <a:pt x="2035" y="1601"/>
                    <a:pt x="2035" y="1735"/>
                    <a:pt x="2002" y="1868"/>
                  </a:cubicBezTo>
                  <a:cubicBezTo>
                    <a:pt x="1968" y="1968"/>
                    <a:pt x="1968" y="2102"/>
                    <a:pt x="1935" y="2235"/>
                  </a:cubicBezTo>
                  <a:cubicBezTo>
                    <a:pt x="1935" y="2260"/>
                    <a:pt x="1935" y="2324"/>
                    <a:pt x="1949" y="2324"/>
                  </a:cubicBezTo>
                  <a:cubicBezTo>
                    <a:pt x="1954" y="2324"/>
                    <a:pt x="1960" y="2318"/>
                    <a:pt x="1968" y="2302"/>
                  </a:cubicBezTo>
                  <a:cubicBezTo>
                    <a:pt x="2002" y="2402"/>
                    <a:pt x="2002" y="2435"/>
                    <a:pt x="2035" y="2502"/>
                  </a:cubicBezTo>
                  <a:cubicBezTo>
                    <a:pt x="2068" y="2669"/>
                    <a:pt x="2168" y="2802"/>
                    <a:pt x="2202" y="2802"/>
                  </a:cubicBezTo>
                  <a:cubicBezTo>
                    <a:pt x="2215" y="2806"/>
                    <a:pt x="2228" y="2808"/>
                    <a:pt x="2240" y="2808"/>
                  </a:cubicBezTo>
                  <a:cubicBezTo>
                    <a:pt x="2328" y="2808"/>
                    <a:pt x="2415" y="2714"/>
                    <a:pt x="2502" y="2569"/>
                  </a:cubicBezTo>
                  <a:lnTo>
                    <a:pt x="2635" y="2302"/>
                  </a:lnTo>
                  <a:cubicBezTo>
                    <a:pt x="2669" y="2268"/>
                    <a:pt x="2669" y="2168"/>
                    <a:pt x="2669" y="2135"/>
                  </a:cubicBezTo>
                  <a:cubicBezTo>
                    <a:pt x="2635" y="2001"/>
                    <a:pt x="2602" y="1901"/>
                    <a:pt x="2602" y="1768"/>
                  </a:cubicBezTo>
                  <a:lnTo>
                    <a:pt x="2602" y="1434"/>
                  </a:lnTo>
                  <a:cubicBezTo>
                    <a:pt x="2602" y="1301"/>
                    <a:pt x="2635" y="1168"/>
                    <a:pt x="2535" y="967"/>
                  </a:cubicBezTo>
                  <a:cubicBezTo>
                    <a:pt x="2502" y="834"/>
                    <a:pt x="2435" y="801"/>
                    <a:pt x="2369" y="734"/>
                  </a:cubicBezTo>
                  <a:cubicBezTo>
                    <a:pt x="2302" y="667"/>
                    <a:pt x="2268" y="634"/>
                    <a:pt x="2168" y="600"/>
                  </a:cubicBezTo>
                  <a:cubicBezTo>
                    <a:pt x="1668" y="334"/>
                    <a:pt x="1168" y="234"/>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30" name="Google Shape;6030;p69"/>
            <p:cNvSpPr/>
            <p:nvPr/>
          </p:nvSpPr>
          <p:spPr>
            <a:xfrm>
              <a:off x="5873265" y="2145031"/>
              <a:ext cx="74216" cy="38398"/>
            </a:xfrm>
            <a:custGeom>
              <a:avLst/>
              <a:gdLst/>
              <a:ahLst/>
              <a:cxnLst/>
              <a:rect l="l" t="t" r="r" b="b"/>
              <a:pathLst>
                <a:path w="4604" h="2382" extrusionOk="0">
                  <a:moveTo>
                    <a:pt x="3637" y="1"/>
                  </a:moveTo>
                  <a:cubicBezTo>
                    <a:pt x="3003" y="68"/>
                    <a:pt x="2369" y="168"/>
                    <a:pt x="1702" y="234"/>
                  </a:cubicBezTo>
                  <a:cubicBezTo>
                    <a:pt x="1368" y="268"/>
                    <a:pt x="1068" y="268"/>
                    <a:pt x="701" y="401"/>
                  </a:cubicBezTo>
                  <a:cubicBezTo>
                    <a:pt x="601" y="435"/>
                    <a:pt x="501" y="501"/>
                    <a:pt x="401" y="568"/>
                  </a:cubicBezTo>
                  <a:cubicBezTo>
                    <a:pt x="334" y="668"/>
                    <a:pt x="234" y="768"/>
                    <a:pt x="201" y="868"/>
                  </a:cubicBezTo>
                  <a:cubicBezTo>
                    <a:pt x="101" y="1068"/>
                    <a:pt x="67" y="1235"/>
                    <a:pt x="34" y="1402"/>
                  </a:cubicBezTo>
                  <a:cubicBezTo>
                    <a:pt x="1" y="1602"/>
                    <a:pt x="34" y="1869"/>
                    <a:pt x="101" y="2036"/>
                  </a:cubicBezTo>
                  <a:cubicBezTo>
                    <a:pt x="167" y="2203"/>
                    <a:pt x="234" y="2336"/>
                    <a:pt x="268" y="2369"/>
                  </a:cubicBezTo>
                  <a:cubicBezTo>
                    <a:pt x="268" y="2378"/>
                    <a:pt x="274" y="2382"/>
                    <a:pt x="284" y="2382"/>
                  </a:cubicBezTo>
                  <a:cubicBezTo>
                    <a:pt x="313" y="2382"/>
                    <a:pt x="376" y="2344"/>
                    <a:pt x="401" y="2269"/>
                  </a:cubicBezTo>
                  <a:cubicBezTo>
                    <a:pt x="434" y="2236"/>
                    <a:pt x="501" y="2102"/>
                    <a:pt x="534" y="2036"/>
                  </a:cubicBezTo>
                  <a:cubicBezTo>
                    <a:pt x="601" y="1836"/>
                    <a:pt x="701" y="1602"/>
                    <a:pt x="701" y="1535"/>
                  </a:cubicBezTo>
                  <a:lnTo>
                    <a:pt x="701" y="1102"/>
                  </a:lnTo>
                  <a:cubicBezTo>
                    <a:pt x="701" y="1035"/>
                    <a:pt x="701" y="1002"/>
                    <a:pt x="835" y="902"/>
                  </a:cubicBezTo>
                  <a:cubicBezTo>
                    <a:pt x="1035" y="768"/>
                    <a:pt x="1402" y="735"/>
                    <a:pt x="1702" y="701"/>
                  </a:cubicBezTo>
                  <a:cubicBezTo>
                    <a:pt x="1923" y="667"/>
                    <a:pt x="2140" y="652"/>
                    <a:pt x="2355" y="652"/>
                  </a:cubicBezTo>
                  <a:cubicBezTo>
                    <a:pt x="2758" y="652"/>
                    <a:pt x="3157" y="703"/>
                    <a:pt x="3570" y="768"/>
                  </a:cubicBezTo>
                  <a:cubicBezTo>
                    <a:pt x="3608" y="772"/>
                    <a:pt x="3652" y="774"/>
                    <a:pt x="3699" y="774"/>
                  </a:cubicBezTo>
                  <a:cubicBezTo>
                    <a:pt x="4022" y="774"/>
                    <a:pt x="4512" y="676"/>
                    <a:pt x="4571" y="501"/>
                  </a:cubicBezTo>
                  <a:cubicBezTo>
                    <a:pt x="4604" y="368"/>
                    <a:pt x="3903" y="1"/>
                    <a:pt x="36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31" name="Google Shape;6031;p69"/>
            <p:cNvSpPr/>
            <p:nvPr/>
          </p:nvSpPr>
          <p:spPr>
            <a:xfrm>
              <a:off x="6018990" y="2140743"/>
              <a:ext cx="65076" cy="18490"/>
            </a:xfrm>
            <a:custGeom>
              <a:avLst/>
              <a:gdLst/>
              <a:ahLst/>
              <a:cxnLst/>
              <a:rect l="l" t="t" r="r" b="b"/>
              <a:pathLst>
                <a:path w="4037" h="1147" extrusionOk="0">
                  <a:moveTo>
                    <a:pt x="34" y="0"/>
                  </a:moveTo>
                  <a:lnTo>
                    <a:pt x="34" y="0"/>
                  </a:lnTo>
                  <a:cubicBezTo>
                    <a:pt x="1" y="33"/>
                    <a:pt x="67" y="134"/>
                    <a:pt x="234" y="200"/>
                  </a:cubicBezTo>
                  <a:cubicBezTo>
                    <a:pt x="401" y="300"/>
                    <a:pt x="568" y="334"/>
                    <a:pt x="668" y="334"/>
                  </a:cubicBezTo>
                  <a:cubicBezTo>
                    <a:pt x="784" y="334"/>
                    <a:pt x="909" y="325"/>
                    <a:pt x="1030" y="325"/>
                  </a:cubicBezTo>
                  <a:cubicBezTo>
                    <a:pt x="1151" y="325"/>
                    <a:pt x="1268" y="334"/>
                    <a:pt x="1368" y="367"/>
                  </a:cubicBezTo>
                  <a:cubicBezTo>
                    <a:pt x="1568" y="400"/>
                    <a:pt x="1835" y="467"/>
                    <a:pt x="2035" y="534"/>
                  </a:cubicBezTo>
                  <a:cubicBezTo>
                    <a:pt x="2502" y="667"/>
                    <a:pt x="2969" y="834"/>
                    <a:pt x="3370" y="1034"/>
                  </a:cubicBezTo>
                  <a:cubicBezTo>
                    <a:pt x="3570" y="1109"/>
                    <a:pt x="3845" y="1147"/>
                    <a:pt x="3970" y="1147"/>
                  </a:cubicBezTo>
                  <a:cubicBezTo>
                    <a:pt x="4012" y="1147"/>
                    <a:pt x="4037" y="1143"/>
                    <a:pt x="4037" y="1134"/>
                  </a:cubicBezTo>
                  <a:cubicBezTo>
                    <a:pt x="4037" y="1068"/>
                    <a:pt x="3636" y="834"/>
                    <a:pt x="3470" y="801"/>
                  </a:cubicBezTo>
                  <a:cubicBezTo>
                    <a:pt x="3003" y="701"/>
                    <a:pt x="2536" y="534"/>
                    <a:pt x="2069" y="400"/>
                  </a:cubicBezTo>
                  <a:cubicBezTo>
                    <a:pt x="1869" y="367"/>
                    <a:pt x="1635" y="300"/>
                    <a:pt x="1402" y="200"/>
                  </a:cubicBezTo>
                  <a:cubicBezTo>
                    <a:pt x="1201" y="100"/>
                    <a:pt x="901" y="100"/>
                    <a:pt x="701" y="33"/>
                  </a:cubicBezTo>
                  <a:lnTo>
                    <a:pt x="301" y="33"/>
                  </a:lnTo>
                  <a:cubicBezTo>
                    <a:pt x="167" y="0"/>
                    <a:pt x="34"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32" name="Google Shape;6032;p69"/>
            <p:cNvSpPr/>
            <p:nvPr/>
          </p:nvSpPr>
          <p:spPr>
            <a:xfrm>
              <a:off x="6034046" y="2156331"/>
              <a:ext cx="45184" cy="12154"/>
            </a:xfrm>
            <a:custGeom>
              <a:avLst/>
              <a:gdLst/>
              <a:ahLst/>
              <a:cxnLst/>
              <a:rect l="l" t="t" r="r" b="b"/>
              <a:pathLst>
                <a:path w="2803" h="754" extrusionOk="0">
                  <a:moveTo>
                    <a:pt x="67" y="0"/>
                  </a:moveTo>
                  <a:cubicBezTo>
                    <a:pt x="1" y="34"/>
                    <a:pt x="334" y="234"/>
                    <a:pt x="468" y="234"/>
                  </a:cubicBezTo>
                  <a:cubicBezTo>
                    <a:pt x="801" y="234"/>
                    <a:pt x="1135" y="234"/>
                    <a:pt x="1435" y="334"/>
                  </a:cubicBezTo>
                  <a:cubicBezTo>
                    <a:pt x="1768" y="367"/>
                    <a:pt x="2035" y="534"/>
                    <a:pt x="2302" y="701"/>
                  </a:cubicBezTo>
                  <a:cubicBezTo>
                    <a:pt x="2394" y="740"/>
                    <a:pt x="2491" y="754"/>
                    <a:pt x="2574" y="754"/>
                  </a:cubicBezTo>
                  <a:cubicBezTo>
                    <a:pt x="2704" y="754"/>
                    <a:pt x="2803" y="721"/>
                    <a:pt x="2803" y="701"/>
                  </a:cubicBezTo>
                  <a:cubicBezTo>
                    <a:pt x="2803" y="668"/>
                    <a:pt x="2536" y="501"/>
                    <a:pt x="2436" y="467"/>
                  </a:cubicBezTo>
                  <a:cubicBezTo>
                    <a:pt x="2135" y="401"/>
                    <a:pt x="1869" y="301"/>
                    <a:pt x="1535" y="201"/>
                  </a:cubicBezTo>
                  <a:cubicBezTo>
                    <a:pt x="1201" y="101"/>
                    <a:pt x="868" y="67"/>
                    <a:pt x="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33" name="Google Shape;6033;p69"/>
            <p:cNvSpPr/>
            <p:nvPr/>
          </p:nvSpPr>
          <p:spPr>
            <a:xfrm>
              <a:off x="6041574" y="2167083"/>
              <a:ext cx="25292" cy="7544"/>
            </a:xfrm>
            <a:custGeom>
              <a:avLst/>
              <a:gdLst/>
              <a:ahLst/>
              <a:cxnLst/>
              <a:rect l="l" t="t" r="r" b="b"/>
              <a:pathLst>
                <a:path w="1569" h="468" extrusionOk="0">
                  <a:moveTo>
                    <a:pt x="301" y="1"/>
                  </a:moveTo>
                  <a:cubicBezTo>
                    <a:pt x="234" y="1"/>
                    <a:pt x="67" y="34"/>
                    <a:pt x="1" y="67"/>
                  </a:cubicBezTo>
                  <a:cubicBezTo>
                    <a:pt x="1" y="134"/>
                    <a:pt x="167" y="301"/>
                    <a:pt x="267" y="301"/>
                  </a:cubicBezTo>
                  <a:cubicBezTo>
                    <a:pt x="362" y="284"/>
                    <a:pt x="455" y="275"/>
                    <a:pt x="546" y="275"/>
                  </a:cubicBezTo>
                  <a:cubicBezTo>
                    <a:pt x="807" y="275"/>
                    <a:pt x="1054" y="344"/>
                    <a:pt x="1301" y="468"/>
                  </a:cubicBezTo>
                  <a:cubicBezTo>
                    <a:pt x="1402" y="468"/>
                    <a:pt x="1568" y="368"/>
                    <a:pt x="1568" y="334"/>
                  </a:cubicBezTo>
                  <a:cubicBezTo>
                    <a:pt x="1568" y="301"/>
                    <a:pt x="1435" y="167"/>
                    <a:pt x="1335" y="167"/>
                  </a:cubicBezTo>
                  <a:cubicBezTo>
                    <a:pt x="1252" y="175"/>
                    <a:pt x="1172" y="179"/>
                    <a:pt x="1092" y="179"/>
                  </a:cubicBezTo>
                  <a:cubicBezTo>
                    <a:pt x="818" y="179"/>
                    <a:pt x="559" y="130"/>
                    <a:pt x="3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34" name="Google Shape;6034;p69"/>
            <p:cNvSpPr/>
            <p:nvPr/>
          </p:nvSpPr>
          <p:spPr>
            <a:xfrm>
              <a:off x="6035658" y="2174933"/>
              <a:ext cx="15072" cy="6690"/>
            </a:xfrm>
            <a:custGeom>
              <a:avLst/>
              <a:gdLst/>
              <a:ahLst/>
              <a:cxnLst/>
              <a:rect l="l" t="t" r="r" b="b"/>
              <a:pathLst>
                <a:path w="935" h="415" extrusionOk="0">
                  <a:moveTo>
                    <a:pt x="157" y="1"/>
                  </a:moveTo>
                  <a:cubicBezTo>
                    <a:pt x="105" y="1"/>
                    <a:pt x="34" y="32"/>
                    <a:pt x="34" y="81"/>
                  </a:cubicBezTo>
                  <a:cubicBezTo>
                    <a:pt x="1" y="114"/>
                    <a:pt x="101" y="281"/>
                    <a:pt x="134" y="281"/>
                  </a:cubicBezTo>
                  <a:cubicBezTo>
                    <a:pt x="181" y="273"/>
                    <a:pt x="228" y="269"/>
                    <a:pt x="276" y="269"/>
                  </a:cubicBezTo>
                  <a:cubicBezTo>
                    <a:pt x="430" y="269"/>
                    <a:pt x="589" y="312"/>
                    <a:pt x="768" y="414"/>
                  </a:cubicBezTo>
                  <a:cubicBezTo>
                    <a:pt x="835" y="414"/>
                    <a:pt x="935" y="348"/>
                    <a:pt x="935" y="281"/>
                  </a:cubicBezTo>
                  <a:cubicBezTo>
                    <a:pt x="935" y="247"/>
                    <a:pt x="835" y="114"/>
                    <a:pt x="801" y="114"/>
                  </a:cubicBezTo>
                  <a:cubicBezTo>
                    <a:pt x="733" y="143"/>
                    <a:pt x="667" y="155"/>
                    <a:pt x="605" y="155"/>
                  </a:cubicBezTo>
                  <a:cubicBezTo>
                    <a:pt x="453" y="155"/>
                    <a:pt x="319" y="85"/>
                    <a:pt x="201" y="14"/>
                  </a:cubicBezTo>
                  <a:cubicBezTo>
                    <a:pt x="192" y="5"/>
                    <a:pt x="176" y="1"/>
                    <a:pt x="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35" name="Google Shape;6035;p69"/>
            <p:cNvSpPr/>
            <p:nvPr/>
          </p:nvSpPr>
          <p:spPr>
            <a:xfrm>
              <a:off x="5793681" y="2151495"/>
              <a:ext cx="69380" cy="14347"/>
            </a:xfrm>
            <a:custGeom>
              <a:avLst/>
              <a:gdLst/>
              <a:ahLst/>
              <a:cxnLst/>
              <a:rect l="l" t="t" r="r" b="b"/>
              <a:pathLst>
                <a:path w="4304" h="890" extrusionOk="0">
                  <a:moveTo>
                    <a:pt x="3537" y="0"/>
                  </a:moveTo>
                  <a:cubicBezTo>
                    <a:pt x="3036" y="34"/>
                    <a:pt x="2536" y="134"/>
                    <a:pt x="2036" y="167"/>
                  </a:cubicBezTo>
                  <a:lnTo>
                    <a:pt x="1302" y="300"/>
                  </a:lnTo>
                  <a:cubicBezTo>
                    <a:pt x="1068" y="334"/>
                    <a:pt x="835" y="401"/>
                    <a:pt x="568" y="501"/>
                  </a:cubicBezTo>
                  <a:cubicBezTo>
                    <a:pt x="334" y="634"/>
                    <a:pt x="1" y="834"/>
                    <a:pt x="1" y="868"/>
                  </a:cubicBezTo>
                  <a:cubicBezTo>
                    <a:pt x="1" y="883"/>
                    <a:pt x="30" y="890"/>
                    <a:pt x="76" y="890"/>
                  </a:cubicBezTo>
                  <a:cubicBezTo>
                    <a:pt x="229" y="890"/>
                    <a:pt x="573" y="819"/>
                    <a:pt x="701" y="767"/>
                  </a:cubicBezTo>
                  <a:cubicBezTo>
                    <a:pt x="935" y="634"/>
                    <a:pt x="1168" y="534"/>
                    <a:pt x="1368" y="467"/>
                  </a:cubicBezTo>
                  <a:cubicBezTo>
                    <a:pt x="1602" y="367"/>
                    <a:pt x="1835" y="300"/>
                    <a:pt x="2102" y="300"/>
                  </a:cubicBezTo>
                  <a:cubicBezTo>
                    <a:pt x="2448" y="277"/>
                    <a:pt x="2761" y="239"/>
                    <a:pt x="3086" y="239"/>
                  </a:cubicBezTo>
                  <a:cubicBezTo>
                    <a:pt x="3233" y="239"/>
                    <a:pt x="3382" y="246"/>
                    <a:pt x="3537" y="267"/>
                  </a:cubicBezTo>
                  <a:cubicBezTo>
                    <a:pt x="3804" y="267"/>
                    <a:pt x="4271" y="267"/>
                    <a:pt x="4271" y="200"/>
                  </a:cubicBezTo>
                  <a:cubicBezTo>
                    <a:pt x="4304" y="167"/>
                    <a:pt x="3770" y="0"/>
                    <a:pt x="35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36" name="Google Shape;6036;p69"/>
            <p:cNvSpPr/>
            <p:nvPr/>
          </p:nvSpPr>
          <p:spPr>
            <a:xfrm>
              <a:off x="5807673" y="2160554"/>
              <a:ext cx="39800" cy="13460"/>
            </a:xfrm>
            <a:custGeom>
              <a:avLst/>
              <a:gdLst/>
              <a:ahLst/>
              <a:cxnLst/>
              <a:rect l="l" t="t" r="r" b="b"/>
              <a:pathLst>
                <a:path w="2469" h="835" extrusionOk="0">
                  <a:moveTo>
                    <a:pt x="2052" y="0"/>
                  </a:moveTo>
                  <a:cubicBezTo>
                    <a:pt x="2033" y="0"/>
                    <a:pt x="2016" y="2"/>
                    <a:pt x="2002" y="5"/>
                  </a:cubicBezTo>
                  <a:cubicBezTo>
                    <a:pt x="1434" y="205"/>
                    <a:pt x="934" y="439"/>
                    <a:pt x="334" y="539"/>
                  </a:cubicBezTo>
                  <a:cubicBezTo>
                    <a:pt x="234" y="572"/>
                    <a:pt x="0" y="739"/>
                    <a:pt x="0" y="773"/>
                  </a:cubicBezTo>
                  <a:cubicBezTo>
                    <a:pt x="0" y="796"/>
                    <a:pt x="159" y="834"/>
                    <a:pt x="290" y="834"/>
                  </a:cubicBezTo>
                  <a:cubicBezTo>
                    <a:pt x="349" y="834"/>
                    <a:pt x="403" y="827"/>
                    <a:pt x="434" y="806"/>
                  </a:cubicBezTo>
                  <a:cubicBezTo>
                    <a:pt x="967" y="572"/>
                    <a:pt x="1468" y="306"/>
                    <a:pt x="2068" y="306"/>
                  </a:cubicBezTo>
                  <a:cubicBezTo>
                    <a:pt x="2168" y="272"/>
                    <a:pt x="2435" y="205"/>
                    <a:pt x="2469" y="139"/>
                  </a:cubicBezTo>
                  <a:cubicBezTo>
                    <a:pt x="2469" y="109"/>
                    <a:pt x="2204" y="0"/>
                    <a:pt x="20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37" name="Google Shape;6037;p69"/>
            <p:cNvSpPr/>
            <p:nvPr/>
          </p:nvSpPr>
          <p:spPr>
            <a:xfrm>
              <a:off x="5824873" y="2171919"/>
              <a:ext cx="24744" cy="9156"/>
            </a:xfrm>
            <a:custGeom>
              <a:avLst/>
              <a:gdLst/>
              <a:ahLst/>
              <a:cxnLst/>
              <a:rect l="l" t="t" r="r" b="b"/>
              <a:pathLst>
                <a:path w="1535" h="568" extrusionOk="0">
                  <a:moveTo>
                    <a:pt x="1235" y="1"/>
                  </a:moveTo>
                  <a:cubicBezTo>
                    <a:pt x="953" y="142"/>
                    <a:pt x="671" y="283"/>
                    <a:pt x="389" y="283"/>
                  </a:cubicBezTo>
                  <a:cubicBezTo>
                    <a:pt x="337" y="283"/>
                    <a:pt x="286" y="278"/>
                    <a:pt x="234" y="268"/>
                  </a:cubicBezTo>
                  <a:cubicBezTo>
                    <a:pt x="201" y="334"/>
                    <a:pt x="34" y="401"/>
                    <a:pt x="34" y="434"/>
                  </a:cubicBezTo>
                  <a:cubicBezTo>
                    <a:pt x="1" y="501"/>
                    <a:pt x="201" y="568"/>
                    <a:pt x="267" y="568"/>
                  </a:cubicBezTo>
                  <a:cubicBezTo>
                    <a:pt x="572" y="416"/>
                    <a:pt x="876" y="263"/>
                    <a:pt x="1181" y="263"/>
                  </a:cubicBezTo>
                  <a:cubicBezTo>
                    <a:pt x="1210" y="263"/>
                    <a:pt x="1239" y="265"/>
                    <a:pt x="1268" y="268"/>
                  </a:cubicBezTo>
                  <a:cubicBezTo>
                    <a:pt x="1368" y="234"/>
                    <a:pt x="1502" y="168"/>
                    <a:pt x="1535" y="101"/>
                  </a:cubicBezTo>
                  <a:cubicBezTo>
                    <a:pt x="1535" y="68"/>
                    <a:pt x="1335" y="1"/>
                    <a:pt x="12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38" name="Google Shape;6038;p69"/>
            <p:cNvSpPr/>
            <p:nvPr/>
          </p:nvSpPr>
          <p:spPr>
            <a:xfrm>
              <a:off x="5793149" y="4949782"/>
              <a:ext cx="165101" cy="57903"/>
            </a:xfrm>
            <a:custGeom>
              <a:avLst/>
              <a:gdLst/>
              <a:ahLst/>
              <a:cxnLst/>
              <a:rect l="l" t="t" r="r" b="b"/>
              <a:pathLst>
                <a:path w="10242" h="3592" extrusionOk="0">
                  <a:moveTo>
                    <a:pt x="0" y="0"/>
                  </a:moveTo>
                  <a:lnTo>
                    <a:pt x="0" y="0"/>
                  </a:lnTo>
                  <a:cubicBezTo>
                    <a:pt x="1" y="0"/>
                    <a:pt x="668" y="801"/>
                    <a:pt x="1135" y="1168"/>
                  </a:cubicBezTo>
                  <a:cubicBezTo>
                    <a:pt x="1201" y="1201"/>
                    <a:pt x="1235" y="1201"/>
                    <a:pt x="1301" y="1234"/>
                  </a:cubicBezTo>
                  <a:cubicBezTo>
                    <a:pt x="3503" y="2502"/>
                    <a:pt x="6005" y="3069"/>
                    <a:pt x="8507" y="3503"/>
                  </a:cubicBezTo>
                  <a:cubicBezTo>
                    <a:pt x="8912" y="3528"/>
                    <a:pt x="9567" y="3592"/>
                    <a:pt x="9947" y="3592"/>
                  </a:cubicBezTo>
                  <a:cubicBezTo>
                    <a:pt x="10067" y="3592"/>
                    <a:pt x="10160" y="3585"/>
                    <a:pt x="10208" y="3569"/>
                  </a:cubicBezTo>
                  <a:cubicBezTo>
                    <a:pt x="10208" y="3558"/>
                    <a:pt x="10211" y="3555"/>
                    <a:pt x="10216" y="3555"/>
                  </a:cubicBezTo>
                  <a:cubicBezTo>
                    <a:pt x="10226" y="3555"/>
                    <a:pt x="10241" y="3569"/>
                    <a:pt x="10241" y="3569"/>
                  </a:cubicBezTo>
                  <a:cubicBezTo>
                    <a:pt x="10241" y="3569"/>
                    <a:pt x="10241" y="3536"/>
                    <a:pt x="10208" y="3536"/>
                  </a:cubicBezTo>
                  <a:cubicBezTo>
                    <a:pt x="9908" y="3469"/>
                    <a:pt x="8873" y="3202"/>
                    <a:pt x="8473" y="3169"/>
                  </a:cubicBezTo>
                  <a:cubicBezTo>
                    <a:pt x="7839" y="3069"/>
                    <a:pt x="7206" y="3036"/>
                    <a:pt x="6572" y="2902"/>
                  </a:cubicBezTo>
                  <a:lnTo>
                    <a:pt x="5671" y="2735"/>
                  </a:lnTo>
                  <a:lnTo>
                    <a:pt x="4737" y="2502"/>
                  </a:lnTo>
                  <a:cubicBezTo>
                    <a:pt x="4170" y="2335"/>
                    <a:pt x="3570" y="2135"/>
                    <a:pt x="3003" y="1868"/>
                  </a:cubicBezTo>
                  <a:cubicBezTo>
                    <a:pt x="2402" y="1668"/>
                    <a:pt x="1868" y="1334"/>
                    <a:pt x="1368" y="1001"/>
                  </a:cubicBezTo>
                  <a:cubicBezTo>
                    <a:pt x="1335" y="968"/>
                    <a:pt x="1301" y="968"/>
                    <a:pt x="1235" y="901"/>
                  </a:cubicBezTo>
                  <a:cubicBezTo>
                    <a:pt x="1001" y="734"/>
                    <a:pt x="701" y="501"/>
                    <a:pt x="467" y="300"/>
                  </a:cubicBezTo>
                  <a:cubicBezTo>
                    <a:pt x="201" y="134"/>
                    <a:pt x="1"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39" name="Google Shape;6039;p69"/>
            <p:cNvSpPr/>
            <p:nvPr/>
          </p:nvSpPr>
          <p:spPr>
            <a:xfrm>
              <a:off x="5795841" y="4937402"/>
              <a:ext cx="125833" cy="51100"/>
            </a:xfrm>
            <a:custGeom>
              <a:avLst/>
              <a:gdLst/>
              <a:ahLst/>
              <a:cxnLst/>
              <a:rect l="l" t="t" r="r" b="b"/>
              <a:pathLst>
                <a:path w="7806" h="3170" extrusionOk="0">
                  <a:moveTo>
                    <a:pt x="134" y="1"/>
                  </a:moveTo>
                  <a:cubicBezTo>
                    <a:pt x="34" y="1"/>
                    <a:pt x="0" y="68"/>
                    <a:pt x="0" y="68"/>
                  </a:cubicBezTo>
                  <a:cubicBezTo>
                    <a:pt x="0" y="68"/>
                    <a:pt x="34" y="68"/>
                    <a:pt x="134" y="101"/>
                  </a:cubicBezTo>
                  <a:cubicBezTo>
                    <a:pt x="200" y="134"/>
                    <a:pt x="300" y="234"/>
                    <a:pt x="401" y="301"/>
                  </a:cubicBezTo>
                  <a:cubicBezTo>
                    <a:pt x="634" y="468"/>
                    <a:pt x="868" y="735"/>
                    <a:pt x="1001" y="835"/>
                  </a:cubicBezTo>
                  <a:cubicBezTo>
                    <a:pt x="1802" y="1435"/>
                    <a:pt x="2702" y="1769"/>
                    <a:pt x="3636" y="2102"/>
                  </a:cubicBezTo>
                  <a:cubicBezTo>
                    <a:pt x="4537" y="2403"/>
                    <a:pt x="5504" y="2636"/>
                    <a:pt x="6405" y="2903"/>
                  </a:cubicBezTo>
                  <a:cubicBezTo>
                    <a:pt x="6871" y="2970"/>
                    <a:pt x="7801" y="3136"/>
                    <a:pt x="7806" y="3170"/>
                  </a:cubicBezTo>
                  <a:lnTo>
                    <a:pt x="7806" y="3170"/>
                  </a:lnTo>
                  <a:cubicBezTo>
                    <a:pt x="7801" y="3135"/>
                    <a:pt x="6838" y="2736"/>
                    <a:pt x="6472" y="2670"/>
                  </a:cubicBezTo>
                  <a:cubicBezTo>
                    <a:pt x="5504" y="2503"/>
                    <a:pt x="4570" y="2303"/>
                    <a:pt x="3670" y="2002"/>
                  </a:cubicBezTo>
                  <a:cubicBezTo>
                    <a:pt x="2736" y="1669"/>
                    <a:pt x="1835" y="1302"/>
                    <a:pt x="1168" y="668"/>
                  </a:cubicBezTo>
                  <a:cubicBezTo>
                    <a:pt x="968" y="468"/>
                    <a:pt x="701" y="268"/>
                    <a:pt x="467" y="134"/>
                  </a:cubicBezTo>
                  <a:cubicBezTo>
                    <a:pt x="334" y="68"/>
                    <a:pt x="200" y="1"/>
                    <a:pt x="134" y="1"/>
                  </a:cubicBezTo>
                  <a:close/>
                  <a:moveTo>
                    <a:pt x="7806" y="3170"/>
                  </a:moveTo>
                  <a:lnTo>
                    <a:pt x="7806" y="3170"/>
                  </a:lnTo>
                  <a:cubicBezTo>
                    <a:pt x="7806" y="3170"/>
                    <a:pt x="7806" y="3170"/>
                    <a:pt x="7806" y="3170"/>
                  </a:cubicBezTo>
                  <a:cubicBezTo>
                    <a:pt x="7806" y="3170"/>
                    <a:pt x="7806" y="3170"/>
                    <a:pt x="7806" y="317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40" name="Google Shape;6040;p69"/>
            <p:cNvSpPr/>
            <p:nvPr/>
          </p:nvSpPr>
          <p:spPr>
            <a:xfrm>
              <a:off x="5801209" y="4925038"/>
              <a:ext cx="89289" cy="40284"/>
            </a:xfrm>
            <a:custGeom>
              <a:avLst/>
              <a:gdLst/>
              <a:ahLst/>
              <a:cxnLst/>
              <a:rect l="l" t="t" r="r" b="b"/>
              <a:pathLst>
                <a:path w="5539" h="2499" extrusionOk="0">
                  <a:moveTo>
                    <a:pt x="68" y="1"/>
                  </a:moveTo>
                  <a:cubicBezTo>
                    <a:pt x="34" y="1"/>
                    <a:pt x="1" y="34"/>
                    <a:pt x="1" y="34"/>
                  </a:cubicBezTo>
                  <a:cubicBezTo>
                    <a:pt x="34" y="34"/>
                    <a:pt x="168" y="67"/>
                    <a:pt x="334" y="201"/>
                  </a:cubicBezTo>
                  <a:cubicBezTo>
                    <a:pt x="501" y="334"/>
                    <a:pt x="668" y="434"/>
                    <a:pt x="768" y="534"/>
                  </a:cubicBezTo>
                  <a:cubicBezTo>
                    <a:pt x="1068" y="701"/>
                    <a:pt x="1368" y="868"/>
                    <a:pt x="1669" y="1068"/>
                  </a:cubicBezTo>
                  <a:cubicBezTo>
                    <a:pt x="1936" y="1268"/>
                    <a:pt x="2236" y="1502"/>
                    <a:pt x="2569" y="1602"/>
                  </a:cubicBezTo>
                  <a:lnTo>
                    <a:pt x="3036" y="1869"/>
                  </a:lnTo>
                  <a:lnTo>
                    <a:pt x="3503" y="2069"/>
                  </a:lnTo>
                  <a:cubicBezTo>
                    <a:pt x="3804" y="2202"/>
                    <a:pt x="4137" y="2336"/>
                    <a:pt x="4471" y="2436"/>
                  </a:cubicBezTo>
                  <a:cubicBezTo>
                    <a:pt x="4568" y="2475"/>
                    <a:pt x="4689" y="2491"/>
                    <a:pt x="4832" y="2491"/>
                  </a:cubicBezTo>
                  <a:cubicBezTo>
                    <a:pt x="4934" y="2491"/>
                    <a:pt x="5047" y="2483"/>
                    <a:pt x="5171" y="2469"/>
                  </a:cubicBezTo>
                  <a:cubicBezTo>
                    <a:pt x="5238" y="2491"/>
                    <a:pt x="5301" y="2499"/>
                    <a:pt x="5355" y="2499"/>
                  </a:cubicBezTo>
                  <a:cubicBezTo>
                    <a:pt x="5464" y="2499"/>
                    <a:pt x="5538" y="2469"/>
                    <a:pt x="5538" y="2469"/>
                  </a:cubicBezTo>
                  <a:cubicBezTo>
                    <a:pt x="5538" y="2436"/>
                    <a:pt x="5371" y="2402"/>
                    <a:pt x="5171" y="2302"/>
                  </a:cubicBezTo>
                  <a:cubicBezTo>
                    <a:pt x="4938" y="2269"/>
                    <a:pt x="4704" y="2202"/>
                    <a:pt x="4571" y="2169"/>
                  </a:cubicBezTo>
                  <a:cubicBezTo>
                    <a:pt x="4237" y="2069"/>
                    <a:pt x="3904" y="2002"/>
                    <a:pt x="3570" y="1869"/>
                  </a:cubicBezTo>
                  <a:lnTo>
                    <a:pt x="3070" y="1702"/>
                  </a:lnTo>
                  <a:lnTo>
                    <a:pt x="2603" y="1502"/>
                  </a:lnTo>
                  <a:cubicBezTo>
                    <a:pt x="2269" y="1368"/>
                    <a:pt x="2036" y="1168"/>
                    <a:pt x="1735" y="935"/>
                  </a:cubicBezTo>
                  <a:lnTo>
                    <a:pt x="901" y="334"/>
                  </a:lnTo>
                  <a:cubicBezTo>
                    <a:pt x="735" y="201"/>
                    <a:pt x="535" y="67"/>
                    <a:pt x="334" y="34"/>
                  </a:cubicBezTo>
                  <a:cubicBezTo>
                    <a:pt x="234" y="1"/>
                    <a:pt x="168"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41" name="Google Shape;6041;p69"/>
            <p:cNvSpPr/>
            <p:nvPr/>
          </p:nvSpPr>
          <p:spPr>
            <a:xfrm>
              <a:off x="5803369" y="4906048"/>
              <a:ext cx="58080" cy="36028"/>
            </a:xfrm>
            <a:custGeom>
              <a:avLst/>
              <a:gdLst/>
              <a:ahLst/>
              <a:cxnLst/>
              <a:rect l="l" t="t" r="r" b="b"/>
              <a:pathLst>
                <a:path w="3603" h="2235" extrusionOk="0">
                  <a:moveTo>
                    <a:pt x="54" y="1"/>
                  </a:moveTo>
                  <a:cubicBezTo>
                    <a:pt x="44" y="1"/>
                    <a:pt x="37" y="4"/>
                    <a:pt x="34" y="11"/>
                  </a:cubicBezTo>
                  <a:cubicBezTo>
                    <a:pt x="0" y="45"/>
                    <a:pt x="234" y="512"/>
                    <a:pt x="401" y="578"/>
                  </a:cubicBezTo>
                  <a:cubicBezTo>
                    <a:pt x="1201" y="1179"/>
                    <a:pt x="2035" y="1612"/>
                    <a:pt x="2869" y="2079"/>
                  </a:cubicBezTo>
                  <a:cubicBezTo>
                    <a:pt x="3024" y="2157"/>
                    <a:pt x="3359" y="2234"/>
                    <a:pt x="3518" y="2234"/>
                  </a:cubicBezTo>
                  <a:cubicBezTo>
                    <a:pt x="3564" y="2234"/>
                    <a:pt x="3595" y="2228"/>
                    <a:pt x="3603" y="2213"/>
                  </a:cubicBezTo>
                  <a:cubicBezTo>
                    <a:pt x="3603" y="2146"/>
                    <a:pt x="3203" y="1879"/>
                    <a:pt x="3036" y="1779"/>
                  </a:cubicBezTo>
                  <a:cubicBezTo>
                    <a:pt x="2102" y="1512"/>
                    <a:pt x="1234" y="1045"/>
                    <a:pt x="601" y="378"/>
                  </a:cubicBezTo>
                  <a:cubicBezTo>
                    <a:pt x="422" y="229"/>
                    <a:pt x="137"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42" name="Google Shape;6042;p69"/>
            <p:cNvSpPr/>
            <p:nvPr/>
          </p:nvSpPr>
          <p:spPr>
            <a:xfrm>
              <a:off x="5807673" y="4896973"/>
              <a:ext cx="47328" cy="24776"/>
            </a:xfrm>
            <a:custGeom>
              <a:avLst/>
              <a:gdLst/>
              <a:ahLst/>
              <a:cxnLst/>
              <a:rect l="l" t="t" r="r" b="b"/>
              <a:pathLst>
                <a:path w="2936" h="1537" extrusionOk="0">
                  <a:moveTo>
                    <a:pt x="18" y="1"/>
                  </a:moveTo>
                  <a:cubicBezTo>
                    <a:pt x="7" y="1"/>
                    <a:pt x="0" y="3"/>
                    <a:pt x="0" y="7"/>
                  </a:cubicBezTo>
                  <a:cubicBezTo>
                    <a:pt x="0" y="7"/>
                    <a:pt x="67" y="107"/>
                    <a:pt x="134" y="174"/>
                  </a:cubicBezTo>
                  <a:lnTo>
                    <a:pt x="334" y="407"/>
                  </a:lnTo>
                  <a:cubicBezTo>
                    <a:pt x="500" y="474"/>
                    <a:pt x="634" y="608"/>
                    <a:pt x="801" y="674"/>
                  </a:cubicBezTo>
                  <a:cubicBezTo>
                    <a:pt x="901" y="741"/>
                    <a:pt x="967" y="808"/>
                    <a:pt x="1068" y="841"/>
                  </a:cubicBezTo>
                  <a:lnTo>
                    <a:pt x="1301" y="975"/>
                  </a:lnTo>
                  <a:lnTo>
                    <a:pt x="2302" y="1475"/>
                  </a:lnTo>
                  <a:cubicBezTo>
                    <a:pt x="2417" y="1498"/>
                    <a:pt x="2627" y="1537"/>
                    <a:pt x="2768" y="1537"/>
                  </a:cubicBezTo>
                  <a:cubicBezTo>
                    <a:pt x="2832" y="1537"/>
                    <a:pt x="2882" y="1529"/>
                    <a:pt x="2902" y="1508"/>
                  </a:cubicBezTo>
                  <a:cubicBezTo>
                    <a:pt x="2936" y="1475"/>
                    <a:pt x="2569" y="1275"/>
                    <a:pt x="2435" y="1241"/>
                  </a:cubicBezTo>
                  <a:cubicBezTo>
                    <a:pt x="2068" y="1141"/>
                    <a:pt x="1735" y="1008"/>
                    <a:pt x="1368" y="841"/>
                  </a:cubicBezTo>
                  <a:lnTo>
                    <a:pt x="1134" y="741"/>
                  </a:lnTo>
                  <a:cubicBezTo>
                    <a:pt x="1034" y="674"/>
                    <a:pt x="1001" y="608"/>
                    <a:pt x="934" y="574"/>
                  </a:cubicBezTo>
                  <a:cubicBezTo>
                    <a:pt x="767" y="441"/>
                    <a:pt x="634" y="307"/>
                    <a:pt x="500" y="174"/>
                  </a:cubicBezTo>
                  <a:cubicBezTo>
                    <a:pt x="385" y="87"/>
                    <a:pt x="9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43" name="Google Shape;6043;p69"/>
            <p:cNvSpPr/>
            <p:nvPr/>
          </p:nvSpPr>
          <p:spPr>
            <a:xfrm>
              <a:off x="5811961" y="4881385"/>
              <a:ext cx="37124" cy="20247"/>
            </a:xfrm>
            <a:custGeom>
              <a:avLst/>
              <a:gdLst/>
              <a:ahLst/>
              <a:cxnLst/>
              <a:rect l="l" t="t" r="r" b="b"/>
              <a:pathLst>
                <a:path w="2303" h="1256" extrusionOk="0">
                  <a:moveTo>
                    <a:pt x="127" y="0"/>
                  </a:moveTo>
                  <a:cubicBezTo>
                    <a:pt x="50" y="0"/>
                    <a:pt x="1" y="74"/>
                    <a:pt x="1" y="74"/>
                  </a:cubicBezTo>
                  <a:cubicBezTo>
                    <a:pt x="1" y="107"/>
                    <a:pt x="68" y="107"/>
                    <a:pt x="134" y="207"/>
                  </a:cubicBezTo>
                  <a:lnTo>
                    <a:pt x="301" y="340"/>
                  </a:lnTo>
                  <a:cubicBezTo>
                    <a:pt x="401" y="407"/>
                    <a:pt x="535" y="474"/>
                    <a:pt x="668" y="574"/>
                  </a:cubicBezTo>
                  <a:lnTo>
                    <a:pt x="1035" y="774"/>
                  </a:lnTo>
                  <a:cubicBezTo>
                    <a:pt x="1302" y="941"/>
                    <a:pt x="1535" y="1074"/>
                    <a:pt x="1836" y="1241"/>
                  </a:cubicBezTo>
                  <a:cubicBezTo>
                    <a:pt x="1880" y="1252"/>
                    <a:pt x="1947" y="1256"/>
                    <a:pt x="2016" y="1256"/>
                  </a:cubicBezTo>
                  <a:cubicBezTo>
                    <a:pt x="2154" y="1256"/>
                    <a:pt x="2303" y="1241"/>
                    <a:pt x="2303" y="1241"/>
                  </a:cubicBezTo>
                  <a:cubicBezTo>
                    <a:pt x="2303" y="1174"/>
                    <a:pt x="2002" y="1041"/>
                    <a:pt x="1902" y="974"/>
                  </a:cubicBezTo>
                  <a:cubicBezTo>
                    <a:pt x="1635" y="907"/>
                    <a:pt x="1369" y="807"/>
                    <a:pt x="1135" y="641"/>
                  </a:cubicBezTo>
                  <a:cubicBezTo>
                    <a:pt x="868" y="507"/>
                    <a:pt x="668" y="307"/>
                    <a:pt x="468" y="107"/>
                  </a:cubicBezTo>
                  <a:cubicBezTo>
                    <a:pt x="368" y="74"/>
                    <a:pt x="234" y="7"/>
                    <a:pt x="168" y="7"/>
                  </a:cubicBezTo>
                  <a:cubicBezTo>
                    <a:pt x="153" y="2"/>
                    <a:pt x="140"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44" name="Google Shape;6044;p69"/>
            <p:cNvSpPr/>
            <p:nvPr/>
          </p:nvSpPr>
          <p:spPr>
            <a:xfrm>
              <a:off x="5815201" y="4862718"/>
              <a:ext cx="26356" cy="12557"/>
            </a:xfrm>
            <a:custGeom>
              <a:avLst/>
              <a:gdLst/>
              <a:ahLst/>
              <a:cxnLst/>
              <a:rect l="l" t="t" r="r" b="b"/>
              <a:pathLst>
                <a:path w="1635" h="779" extrusionOk="0">
                  <a:moveTo>
                    <a:pt x="178" y="1"/>
                  </a:moveTo>
                  <a:cubicBezTo>
                    <a:pt x="104" y="1"/>
                    <a:pt x="33" y="27"/>
                    <a:pt x="33" y="64"/>
                  </a:cubicBezTo>
                  <a:cubicBezTo>
                    <a:pt x="0" y="97"/>
                    <a:pt x="167" y="264"/>
                    <a:pt x="200" y="298"/>
                  </a:cubicBezTo>
                  <a:cubicBezTo>
                    <a:pt x="634" y="398"/>
                    <a:pt x="967" y="598"/>
                    <a:pt x="1334" y="765"/>
                  </a:cubicBezTo>
                  <a:cubicBezTo>
                    <a:pt x="1364" y="774"/>
                    <a:pt x="1402" y="778"/>
                    <a:pt x="1441" y="778"/>
                  </a:cubicBezTo>
                  <a:cubicBezTo>
                    <a:pt x="1535" y="778"/>
                    <a:pt x="1635" y="755"/>
                    <a:pt x="1635" y="731"/>
                  </a:cubicBezTo>
                  <a:cubicBezTo>
                    <a:pt x="1635" y="664"/>
                    <a:pt x="1468" y="531"/>
                    <a:pt x="1368" y="531"/>
                  </a:cubicBezTo>
                  <a:cubicBezTo>
                    <a:pt x="1001" y="531"/>
                    <a:pt x="634" y="298"/>
                    <a:pt x="334" y="64"/>
                  </a:cubicBezTo>
                  <a:cubicBezTo>
                    <a:pt x="304" y="19"/>
                    <a:pt x="239" y="1"/>
                    <a:pt x="1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45" name="Google Shape;6045;p69"/>
            <p:cNvSpPr/>
            <p:nvPr/>
          </p:nvSpPr>
          <p:spPr>
            <a:xfrm>
              <a:off x="5821117" y="4849596"/>
              <a:ext cx="23664" cy="14572"/>
            </a:xfrm>
            <a:custGeom>
              <a:avLst/>
              <a:gdLst/>
              <a:ahLst/>
              <a:cxnLst/>
              <a:rect l="l" t="t" r="r" b="b"/>
              <a:pathLst>
                <a:path w="1468" h="904" extrusionOk="0">
                  <a:moveTo>
                    <a:pt x="199" y="1"/>
                  </a:moveTo>
                  <a:cubicBezTo>
                    <a:pt x="109" y="1"/>
                    <a:pt x="0" y="55"/>
                    <a:pt x="0" y="77"/>
                  </a:cubicBezTo>
                  <a:cubicBezTo>
                    <a:pt x="0" y="111"/>
                    <a:pt x="133" y="244"/>
                    <a:pt x="167" y="278"/>
                  </a:cubicBezTo>
                  <a:cubicBezTo>
                    <a:pt x="500" y="378"/>
                    <a:pt x="834" y="611"/>
                    <a:pt x="1134" y="878"/>
                  </a:cubicBezTo>
                  <a:cubicBezTo>
                    <a:pt x="1184" y="895"/>
                    <a:pt x="1268" y="903"/>
                    <a:pt x="1334" y="903"/>
                  </a:cubicBezTo>
                  <a:cubicBezTo>
                    <a:pt x="1401" y="903"/>
                    <a:pt x="1451" y="895"/>
                    <a:pt x="1434" y="878"/>
                  </a:cubicBezTo>
                  <a:cubicBezTo>
                    <a:pt x="1468" y="845"/>
                    <a:pt x="1301" y="678"/>
                    <a:pt x="1268" y="611"/>
                  </a:cubicBezTo>
                  <a:cubicBezTo>
                    <a:pt x="934" y="544"/>
                    <a:pt x="600" y="278"/>
                    <a:pt x="300" y="44"/>
                  </a:cubicBezTo>
                  <a:cubicBezTo>
                    <a:pt x="279" y="12"/>
                    <a:pt x="241" y="1"/>
                    <a:pt x="1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46" name="Google Shape;6046;p69"/>
            <p:cNvSpPr/>
            <p:nvPr/>
          </p:nvSpPr>
          <p:spPr>
            <a:xfrm>
              <a:off x="6009850" y="4972946"/>
              <a:ext cx="75297" cy="28065"/>
            </a:xfrm>
            <a:custGeom>
              <a:avLst/>
              <a:gdLst/>
              <a:ahLst/>
              <a:cxnLst/>
              <a:rect l="l" t="t" r="r" b="b"/>
              <a:pathLst>
                <a:path w="4671" h="1741" extrusionOk="0">
                  <a:moveTo>
                    <a:pt x="4583" y="0"/>
                  </a:moveTo>
                  <a:cubicBezTo>
                    <a:pt x="4410" y="0"/>
                    <a:pt x="4034" y="119"/>
                    <a:pt x="3903" y="198"/>
                  </a:cubicBezTo>
                  <a:cubicBezTo>
                    <a:pt x="2936" y="865"/>
                    <a:pt x="1868" y="1098"/>
                    <a:pt x="768" y="1365"/>
                  </a:cubicBezTo>
                  <a:cubicBezTo>
                    <a:pt x="534" y="1432"/>
                    <a:pt x="34" y="1632"/>
                    <a:pt x="0" y="1732"/>
                  </a:cubicBezTo>
                  <a:cubicBezTo>
                    <a:pt x="0" y="1738"/>
                    <a:pt x="22" y="1741"/>
                    <a:pt x="58" y="1741"/>
                  </a:cubicBezTo>
                  <a:cubicBezTo>
                    <a:pt x="218" y="1741"/>
                    <a:pt x="671" y="1687"/>
                    <a:pt x="834" y="1632"/>
                  </a:cubicBezTo>
                  <a:cubicBezTo>
                    <a:pt x="1902" y="1232"/>
                    <a:pt x="3003" y="932"/>
                    <a:pt x="4003" y="465"/>
                  </a:cubicBezTo>
                  <a:cubicBezTo>
                    <a:pt x="4304" y="298"/>
                    <a:pt x="4670" y="64"/>
                    <a:pt x="4670" y="31"/>
                  </a:cubicBezTo>
                  <a:cubicBezTo>
                    <a:pt x="4663" y="9"/>
                    <a:pt x="4631" y="0"/>
                    <a:pt x="45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47" name="Google Shape;6047;p69"/>
            <p:cNvSpPr/>
            <p:nvPr/>
          </p:nvSpPr>
          <p:spPr>
            <a:xfrm>
              <a:off x="6044266" y="4953538"/>
              <a:ext cx="39268" cy="20682"/>
            </a:xfrm>
            <a:custGeom>
              <a:avLst/>
              <a:gdLst/>
              <a:ahLst/>
              <a:cxnLst/>
              <a:rect l="l" t="t" r="r" b="b"/>
              <a:pathLst>
                <a:path w="2436" h="1283" extrusionOk="0">
                  <a:moveTo>
                    <a:pt x="2235" y="1"/>
                  </a:moveTo>
                  <a:cubicBezTo>
                    <a:pt x="2135" y="34"/>
                    <a:pt x="2002" y="34"/>
                    <a:pt x="1968" y="101"/>
                  </a:cubicBezTo>
                  <a:cubicBezTo>
                    <a:pt x="1501" y="501"/>
                    <a:pt x="934" y="735"/>
                    <a:pt x="334" y="935"/>
                  </a:cubicBezTo>
                  <a:cubicBezTo>
                    <a:pt x="234" y="968"/>
                    <a:pt x="0" y="1168"/>
                    <a:pt x="0" y="1268"/>
                  </a:cubicBezTo>
                  <a:cubicBezTo>
                    <a:pt x="0" y="1278"/>
                    <a:pt x="35" y="1282"/>
                    <a:pt x="85" y="1282"/>
                  </a:cubicBezTo>
                  <a:cubicBezTo>
                    <a:pt x="206" y="1282"/>
                    <a:pt x="420" y="1258"/>
                    <a:pt x="467" y="1235"/>
                  </a:cubicBezTo>
                  <a:cubicBezTo>
                    <a:pt x="934" y="835"/>
                    <a:pt x="1568" y="634"/>
                    <a:pt x="2102" y="401"/>
                  </a:cubicBezTo>
                  <a:cubicBezTo>
                    <a:pt x="2269" y="301"/>
                    <a:pt x="2435" y="101"/>
                    <a:pt x="2435" y="101"/>
                  </a:cubicBezTo>
                  <a:lnTo>
                    <a:pt x="2435" y="67"/>
                  </a:lnTo>
                  <a:cubicBezTo>
                    <a:pt x="2435" y="1"/>
                    <a:pt x="2402" y="1"/>
                    <a:pt x="2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48" name="Google Shape;6048;p69"/>
            <p:cNvSpPr/>
            <p:nvPr/>
          </p:nvSpPr>
          <p:spPr>
            <a:xfrm>
              <a:off x="6061466" y="4933646"/>
              <a:ext cx="23148" cy="15346"/>
            </a:xfrm>
            <a:custGeom>
              <a:avLst/>
              <a:gdLst/>
              <a:ahLst/>
              <a:cxnLst/>
              <a:rect l="l" t="t" r="r" b="b"/>
              <a:pathLst>
                <a:path w="1436" h="952" extrusionOk="0">
                  <a:moveTo>
                    <a:pt x="1335" y="0"/>
                  </a:moveTo>
                  <a:cubicBezTo>
                    <a:pt x="1268" y="0"/>
                    <a:pt x="1202" y="34"/>
                    <a:pt x="1168" y="34"/>
                  </a:cubicBezTo>
                  <a:cubicBezTo>
                    <a:pt x="868" y="301"/>
                    <a:pt x="568" y="534"/>
                    <a:pt x="201" y="668"/>
                  </a:cubicBezTo>
                  <a:cubicBezTo>
                    <a:pt x="168" y="701"/>
                    <a:pt x="34" y="834"/>
                    <a:pt x="1" y="901"/>
                  </a:cubicBezTo>
                  <a:cubicBezTo>
                    <a:pt x="1" y="934"/>
                    <a:pt x="59" y="951"/>
                    <a:pt x="130" y="951"/>
                  </a:cubicBezTo>
                  <a:cubicBezTo>
                    <a:pt x="201" y="951"/>
                    <a:pt x="284" y="934"/>
                    <a:pt x="334" y="901"/>
                  </a:cubicBezTo>
                  <a:cubicBezTo>
                    <a:pt x="601" y="668"/>
                    <a:pt x="901" y="401"/>
                    <a:pt x="1268" y="301"/>
                  </a:cubicBezTo>
                  <a:cubicBezTo>
                    <a:pt x="1368" y="201"/>
                    <a:pt x="1435" y="67"/>
                    <a:pt x="1435" y="34"/>
                  </a:cubicBezTo>
                  <a:cubicBezTo>
                    <a:pt x="1435" y="34"/>
                    <a:pt x="1402" y="0"/>
                    <a:pt x="13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49" name="Google Shape;6049;p69"/>
            <p:cNvSpPr/>
            <p:nvPr/>
          </p:nvSpPr>
          <p:spPr>
            <a:xfrm>
              <a:off x="5789135" y="2176013"/>
              <a:ext cx="79310" cy="23213"/>
            </a:xfrm>
            <a:custGeom>
              <a:avLst/>
              <a:gdLst/>
              <a:ahLst/>
              <a:cxnLst/>
              <a:rect l="l" t="t" r="r" b="b"/>
              <a:pathLst>
                <a:path w="4920" h="1440" extrusionOk="0">
                  <a:moveTo>
                    <a:pt x="187" y="1"/>
                  </a:moveTo>
                  <a:cubicBezTo>
                    <a:pt x="77" y="1"/>
                    <a:pt x="1" y="32"/>
                    <a:pt x="49" y="80"/>
                  </a:cubicBezTo>
                  <a:cubicBezTo>
                    <a:pt x="83" y="80"/>
                    <a:pt x="149" y="114"/>
                    <a:pt x="316" y="180"/>
                  </a:cubicBezTo>
                  <a:lnTo>
                    <a:pt x="750" y="414"/>
                  </a:lnTo>
                  <a:cubicBezTo>
                    <a:pt x="1284" y="581"/>
                    <a:pt x="1817" y="814"/>
                    <a:pt x="2384" y="1014"/>
                  </a:cubicBezTo>
                  <a:cubicBezTo>
                    <a:pt x="2951" y="1148"/>
                    <a:pt x="3552" y="1281"/>
                    <a:pt x="4086" y="1415"/>
                  </a:cubicBezTo>
                  <a:cubicBezTo>
                    <a:pt x="4236" y="1431"/>
                    <a:pt x="4444" y="1440"/>
                    <a:pt x="4611" y="1440"/>
                  </a:cubicBezTo>
                  <a:cubicBezTo>
                    <a:pt x="4778" y="1440"/>
                    <a:pt x="4903" y="1431"/>
                    <a:pt x="4886" y="1415"/>
                  </a:cubicBezTo>
                  <a:cubicBezTo>
                    <a:pt x="4919" y="1348"/>
                    <a:pt x="4286" y="1148"/>
                    <a:pt x="4086" y="1114"/>
                  </a:cubicBezTo>
                  <a:cubicBezTo>
                    <a:pt x="3485" y="1048"/>
                    <a:pt x="2918" y="981"/>
                    <a:pt x="2384" y="881"/>
                  </a:cubicBezTo>
                  <a:cubicBezTo>
                    <a:pt x="1884" y="681"/>
                    <a:pt x="1317" y="414"/>
                    <a:pt x="817" y="147"/>
                  </a:cubicBezTo>
                  <a:cubicBezTo>
                    <a:pt x="716" y="114"/>
                    <a:pt x="483" y="14"/>
                    <a:pt x="316" y="14"/>
                  </a:cubicBezTo>
                  <a:cubicBezTo>
                    <a:pt x="272" y="5"/>
                    <a:pt x="227" y="1"/>
                    <a:pt x="1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50" name="Google Shape;6050;p69"/>
            <p:cNvSpPr/>
            <p:nvPr/>
          </p:nvSpPr>
          <p:spPr>
            <a:xfrm>
              <a:off x="3288455" y="2105779"/>
              <a:ext cx="1454540" cy="43314"/>
            </a:xfrm>
            <a:custGeom>
              <a:avLst/>
              <a:gdLst/>
              <a:ahLst/>
              <a:cxnLst/>
              <a:rect l="l" t="t" r="r" b="b"/>
              <a:pathLst>
                <a:path w="90232" h="2687" extrusionOk="0">
                  <a:moveTo>
                    <a:pt x="8974" y="1"/>
                  </a:moveTo>
                  <a:lnTo>
                    <a:pt x="8340" y="34"/>
                  </a:lnTo>
                  <a:cubicBezTo>
                    <a:pt x="7940" y="101"/>
                    <a:pt x="7506" y="101"/>
                    <a:pt x="7139" y="134"/>
                  </a:cubicBezTo>
                  <a:cubicBezTo>
                    <a:pt x="6339" y="201"/>
                    <a:pt x="5605" y="301"/>
                    <a:pt x="4871" y="334"/>
                  </a:cubicBezTo>
                  <a:cubicBezTo>
                    <a:pt x="3470" y="468"/>
                    <a:pt x="2269" y="635"/>
                    <a:pt x="1369" y="768"/>
                  </a:cubicBezTo>
                  <a:cubicBezTo>
                    <a:pt x="501" y="935"/>
                    <a:pt x="1" y="1002"/>
                    <a:pt x="1" y="1035"/>
                  </a:cubicBezTo>
                  <a:cubicBezTo>
                    <a:pt x="1" y="1057"/>
                    <a:pt x="19" y="1065"/>
                    <a:pt x="55" y="1065"/>
                  </a:cubicBezTo>
                  <a:cubicBezTo>
                    <a:pt x="127" y="1065"/>
                    <a:pt x="268" y="1035"/>
                    <a:pt x="468" y="1035"/>
                  </a:cubicBezTo>
                  <a:cubicBezTo>
                    <a:pt x="768" y="1035"/>
                    <a:pt x="1202" y="1002"/>
                    <a:pt x="1702" y="968"/>
                  </a:cubicBezTo>
                  <a:cubicBezTo>
                    <a:pt x="2770" y="935"/>
                    <a:pt x="4171" y="801"/>
                    <a:pt x="5705" y="768"/>
                  </a:cubicBezTo>
                  <a:cubicBezTo>
                    <a:pt x="6506" y="701"/>
                    <a:pt x="7306" y="668"/>
                    <a:pt x="8107" y="668"/>
                  </a:cubicBezTo>
                  <a:cubicBezTo>
                    <a:pt x="8351" y="668"/>
                    <a:pt x="8611" y="653"/>
                    <a:pt x="8875" y="653"/>
                  </a:cubicBezTo>
                  <a:cubicBezTo>
                    <a:pt x="9007" y="653"/>
                    <a:pt x="9141" y="657"/>
                    <a:pt x="9274" y="668"/>
                  </a:cubicBezTo>
                  <a:cubicBezTo>
                    <a:pt x="9674" y="668"/>
                    <a:pt x="10041" y="701"/>
                    <a:pt x="10442" y="768"/>
                  </a:cubicBezTo>
                  <a:cubicBezTo>
                    <a:pt x="11943" y="935"/>
                    <a:pt x="13277" y="1002"/>
                    <a:pt x="14178" y="1102"/>
                  </a:cubicBezTo>
                  <a:cubicBezTo>
                    <a:pt x="19281" y="1469"/>
                    <a:pt x="24352" y="1635"/>
                    <a:pt x="29455" y="1869"/>
                  </a:cubicBezTo>
                  <a:cubicBezTo>
                    <a:pt x="31990" y="2002"/>
                    <a:pt x="34526" y="2102"/>
                    <a:pt x="37061" y="2202"/>
                  </a:cubicBezTo>
                  <a:cubicBezTo>
                    <a:pt x="39629" y="2336"/>
                    <a:pt x="42164" y="2469"/>
                    <a:pt x="44699" y="2536"/>
                  </a:cubicBezTo>
                  <a:cubicBezTo>
                    <a:pt x="51729" y="2651"/>
                    <a:pt x="58791" y="2687"/>
                    <a:pt x="65841" y="2687"/>
                  </a:cubicBezTo>
                  <a:cubicBezTo>
                    <a:pt x="68994" y="2687"/>
                    <a:pt x="72144" y="2680"/>
                    <a:pt x="75288" y="2669"/>
                  </a:cubicBezTo>
                  <a:cubicBezTo>
                    <a:pt x="77690" y="2636"/>
                    <a:pt x="81392" y="2536"/>
                    <a:pt x="84561" y="2436"/>
                  </a:cubicBezTo>
                  <a:cubicBezTo>
                    <a:pt x="86162" y="2369"/>
                    <a:pt x="87530" y="2336"/>
                    <a:pt x="88564" y="2303"/>
                  </a:cubicBezTo>
                  <a:cubicBezTo>
                    <a:pt x="89064" y="2303"/>
                    <a:pt x="89498" y="2269"/>
                    <a:pt x="89798" y="2269"/>
                  </a:cubicBezTo>
                  <a:cubicBezTo>
                    <a:pt x="90065" y="2269"/>
                    <a:pt x="90232" y="2202"/>
                    <a:pt x="90232" y="2202"/>
                  </a:cubicBezTo>
                  <a:cubicBezTo>
                    <a:pt x="90232" y="2169"/>
                    <a:pt x="89531" y="2136"/>
                    <a:pt x="88464" y="2102"/>
                  </a:cubicBezTo>
                  <a:cubicBezTo>
                    <a:pt x="87330" y="2036"/>
                    <a:pt x="85829" y="2002"/>
                    <a:pt x="84194" y="1969"/>
                  </a:cubicBezTo>
                  <a:cubicBezTo>
                    <a:pt x="81768" y="1894"/>
                    <a:pt x="79041" y="1856"/>
                    <a:pt x="77027" y="1856"/>
                  </a:cubicBezTo>
                  <a:cubicBezTo>
                    <a:pt x="76355" y="1856"/>
                    <a:pt x="75763" y="1861"/>
                    <a:pt x="75288" y="1869"/>
                  </a:cubicBezTo>
                  <a:cubicBezTo>
                    <a:pt x="68438" y="2071"/>
                    <a:pt x="61572" y="2198"/>
                    <a:pt x="54702" y="2198"/>
                  </a:cubicBezTo>
                  <a:cubicBezTo>
                    <a:pt x="51368" y="2198"/>
                    <a:pt x="48034" y="2168"/>
                    <a:pt x="44699" y="2102"/>
                  </a:cubicBezTo>
                  <a:cubicBezTo>
                    <a:pt x="42164" y="2002"/>
                    <a:pt x="39629" y="1869"/>
                    <a:pt x="37061" y="1769"/>
                  </a:cubicBezTo>
                  <a:cubicBezTo>
                    <a:pt x="34526" y="1635"/>
                    <a:pt x="31990" y="1535"/>
                    <a:pt x="29455" y="1369"/>
                  </a:cubicBezTo>
                  <a:cubicBezTo>
                    <a:pt x="24352" y="1102"/>
                    <a:pt x="19315" y="801"/>
                    <a:pt x="14211" y="334"/>
                  </a:cubicBezTo>
                  <a:cubicBezTo>
                    <a:pt x="12777" y="268"/>
                    <a:pt x="11142" y="134"/>
                    <a:pt x="9541" y="34"/>
                  </a:cubicBezTo>
                  <a:cubicBezTo>
                    <a:pt x="9374" y="1"/>
                    <a:pt x="9174" y="1"/>
                    <a:pt x="89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51" name="Google Shape;6051;p69"/>
            <p:cNvSpPr/>
            <p:nvPr/>
          </p:nvSpPr>
          <p:spPr>
            <a:xfrm>
              <a:off x="4613939" y="2088853"/>
              <a:ext cx="1408824" cy="56742"/>
            </a:xfrm>
            <a:custGeom>
              <a:avLst/>
              <a:gdLst/>
              <a:ahLst/>
              <a:cxnLst/>
              <a:rect l="l" t="t" r="r" b="b"/>
              <a:pathLst>
                <a:path w="87396" h="3520" extrusionOk="0">
                  <a:moveTo>
                    <a:pt x="62523" y="0"/>
                  </a:moveTo>
                  <a:cubicBezTo>
                    <a:pt x="61087" y="0"/>
                    <a:pt x="59649" y="7"/>
                    <a:pt x="58208" y="17"/>
                  </a:cubicBezTo>
                  <a:cubicBezTo>
                    <a:pt x="55773" y="17"/>
                    <a:pt x="53272" y="84"/>
                    <a:pt x="50803" y="150"/>
                  </a:cubicBezTo>
                  <a:cubicBezTo>
                    <a:pt x="48335" y="217"/>
                    <a:pt x="45833" y="250"/>
                    <a:pt x="43365" y="384"/>
                  </a:cubicBezTo>
                  <a:cubicBezTo>
                    <a:pt x="38461" y="584"/>
                    <a:pt x="33491" y="1051"/>
                    <a:pt x="28554" y="1418"/>
                  </a:cubicBezTo>
                  <a:cubicBezTo>
                    <a:pt x="26119" y="1651"/>
                    <a:pt x="23650" y="1851"/>
                    <a:pt x="21182" y="2018"/>
                  </a:cubicBezTo>
                  <a:lnTo>
                    <a:pt x="17479" y="2318"/>
                  </a:lnTo>
                  <a:lnTo>
                    <a:pt x="13777" y="2519"/>
                  </a:lnTo>
                  <a:cubicBezTo>
                    <a:pt x="13076" y="2552"/>
                    <a:pt x="12309" y="2652"/>
                    <a:pt x="11575" y="2685"/>
                  </a:cubicBezTo>
                  <a:cubicBezTo>
                    <a:pt x="10808" y="2719"/>
                    <a:pt x="10074" y="2752"/>
                    <a:pt x="9274" y="2819"/>
                  </a:cubicBezTo>
                  <a:cubicBezTo>
                    <a:pt x="8506" y="2852"/>
                    <a:pt x="7739" y="2886"/>
                    <a:pt x="6972" y="2919"/>
                  </a:cubicBezTo>
                  <a:cubicBezTo>
                    <a:pt x="6238" y="2986"/>
                    <a:pt x="5471" y="3052"/>
                    <a:pt x="4804" y="3052"/>
                  </a:cubicBezTo>
                  <a:cubicBezTo>
                    <a:pt x="3436" y="3152"/>
                    <a:pt x="2235" y="3186"/>
                    <a:pt x="1401" y="3219"/>
                  </a:cubicBezTo>
                  <a:cubicBezTo>
                    <a:pt x="501" y="3252"/>
                    <a:pt x="0" y="3319"/>
                    <a:pt x="0" y="3353"/>
                  </a:cubicBezTo>
                  <a:cubicBezTo>
                    <a:pt x="0" y="3353"/>
                    <a:pt x="167" y="3386"/>
                    <a:pt x="467" y="3386"/>
                  </a:cubicBezTo>
                  <a:cubicBezTo>
                    <a:pt x="767" y="3386"/>
                    <a:pt x="1168" y="3419"/>
                    <a:pt x="1668" y="3419"/>
                  </a:cubicBezTo>
                  <a:cubicBezTo>
                    <a:pt x="2736" y="3419"/>
                    <a:pt x="4103" y="3486"/>
                    <a:pt x="5604" y="3519"/>
                  </a:cubicBezTo>
                  <a:cubicBezTo>
                    <a:pt x="8606" y="3419"/>
                    <a:pt x="12076" y="3386"/>
                    <a:pt x="13843" y="3219"/>
                  </a:cubicBezTo>
                  <a:lnTo>
                    <a:pt x="17579" y="2919"/>
                  </a:lnTo>
                  <a:lnTo>
                    <a:pt x="21282" y="2585"/>
                  </a:lnTo>
                  <a:cubicBezTo>
                    <a:pt x="23717" y="2352"/>
                    <a:pt x="26186" y="2152"/>
                    <a:pt x="28654" y="1885"/>
                  </a:cubicBezTo>
                  <a:cubicBezTo>
                    <a:pt x="33558" y="1485"/>
                    <a:pt x="38528" y="984"/>
                    <a:pt x="43465" y="751"/>
                  </a:cubicBezTo>
                  <a:cubicBezTo>
                    <a:pt x="45933" y="651"/>
                    <a:pt x="48435" y="584"/>
                    <a:pt x="50870" y="551"/>
                  </a:cubicBezTo>
                  <a:cubicBezTo>
                    <a:pt x="53338" y="517"/>
                    <a:pt x="55840" y="484"/>
                    <a:pt x="58309" y="484"/>
                  </a:cubicBezTo>
                  <a:cubicBezTo>
                    <a:pt x="63279" y="484"/>
                    <a:pt x="68182" y="551"/>
                    <a:pt x="73119" y="884"/>
                  </a:cubicBezTo>
                  <a:cubicBezTo>
                    <a:pt x="75454" y="984"/>
                    <a:pt x="79023" y="1218"/>
                    <a:pt x="82025" y="1585"/>
                  </a:cubicBezTo>
                  <a:cubicBezTo>
                    <a:pt x="82392" y="1651"/>
                    <a:pt x="82793" y="1685"/>
                    <a:pt x="83126" y="1718"/>
                  </a:cubicBezTo>
                  <a:cubicBezTo>
                    <a:pt x="83426" y="1785"/>
                    <a:pt x="83760" y="1851"/>
                    <a:pt x="84127" y="1885"/>
                  </a:cubicBezTo>
                  <a:cubicBezTo>
                    <a:pt x="84727" y="1985"/>
                    <a:pt x="85328" y="2052"/>
                    <a:pt x="85828" y="2152"/>
                  </a:cubicBezTo>
                  <a:cubicBezTo>
                    <a:pt x="86329" y="2218"/>
                    <a:pt x="86696" y="2318"/>
                    <a:pt x="86996" y="2352"/>
                  </a:cubicBezTo>
                  <a:cubicBezTo>
                    <a:pt x="87229" y="2385"/>
                    <a:pt x="87396" y="2385"/>
                    <a:pt x="87396" y="2385"/>
                  </a:cubicBezTo>
                  <a:cubicBezTo>
                    <a:pt x="87396" y="2352"/>
                    <a:pt x="87229" y="2318"/>
                    <a:pt x="86962" y="2218"/>
                  </a:cubicBezTo>
                  <a:cubicBezTo>
                    <a:pt x="86662" y="2152"/>
                    <a:pt x="86229" y="2018"/>
                    <a:pt x="85728" y="1885"/>
                  </a:cubicBezTo>
                  <a:cubicBezTo>
                    <a:pt x="85194" y="1718"/>
                    <a:pt x="84561" y="1651"/>
                    <a:pt x="83893" y="1485"/>
                  </a:cubicBezTo>
                  <a:cubicBezTo>
                    <a:pt x="83226" y="1351"/>
                    <a:pt x="82492" y="1218"/>
                    <a:pt x="81692" y="1084"/>
                  </a:cubicBezTo>
                  <a:cubicBezTo>
                    <a:pt x="78556" y="584"/>
                    <a:pt x="74954" y="250"/>
                    <a:pt x="73052" y="184"/>
                  </a:cubicBezTo>
                  <a:cubicBezTo>
                    <a:pt x="69547" y="41"/>
                    <a:pt x="66041" y="0"/>
                    <a:pt x="62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52" name="Google Shape;6052;p69"/>
            <p:cNvSpPr/>
            <p:nvPr/>
          </p:nvSpPr>
          <p:spPr>
            <a:xfrm>
              <a:off x="3467516" y="4876371"/>
              <a:ext cx="1274415" cy="35238"/>
            </a:xfrm>
            <a:custGeom>
              <a:avLst/>
              <a:gdLst/>
              <a:ahLst/>
              <a:cxnLst/>
              <a:rect l="l" t="t" r="r" b="b"/>
              <a:pathLst>
                <a:path w="79058" h="2186" extrusionOk="0">
                  <a:moveTo>
                    <a:pt x="330" y="1"/>
                  </a:moveTo>
                  <a:cubicBezTo>
                    <a:pt x="118" y="1"/>
                    <a:pt x="1" y="18"/>
                    <a:pt x="1" y="51"/>
                  </a:cubicBezTo>
                  <a:cubicBezTo>
                    <a:pt x="1" y="51"/>
                    <a:pt x="168" y="84"/>
                    <a:pt x="401" y="118"/>
                  </a:cubicBezTo>
                  <a:cubicBezTo>
                    <a:pt x="668" y="118"/>
                    <a:pt x="1035" y="218"/>
                    <a:pt x="1502" y="251"/>
                  </a:cubicBezTo>
                  <a:cubicBezTo>
                    <a:pt x="2403" y="318"/>
                    <a:pt x="3670" y="451"/>
                    <a:pt x="5004" y="618"/>
                  </a:cubicBezTo>
                  <a:cubicBezTo>
                    <a:pt x="6372" y="751"/>
                    <a:pt x="7806" y="918"/>
                    <a:pt x="9141" y="985"/>
                  </a:cubicBezTo>
                  <a:cubicBezTo>
                    <a:pt x="10408" y="1085"/>
                    <a:pt x="11642" y="1152"/>
                    <a:pt x="12410" y="1218"/>
                  </a:cubicBezTo>
                  <a:cubicBezTo>
                    <a:pt x="16880" y="1385"/>
                    <a:pt x="21349" y="1585"/>
                    <a:pt x="25819" y="1752"/>
                  </a:cubicBezTo>
                  <a:cubicBezTo>
                    <a:pt x="28054" y="1852"/>
                    <a:pt x="30256" y="1919"/>
                    <a:pt x="32524" y="1986"/>
                  </a:cubicBezTo>
                  <a:cubicBezTo>
                    <a:pt x="34759" y="2052"/>
                    <a:pt x="36994" y="2052"/>
                    <a:pt x="39229" y="2086"/>
                  </a:cubicBezTo>
                  <a:lnTo>
                    <a:pt x="42565" y="2119"/>
                  </a:lnTo>
                  <a:cubicBezTo>
                    <a:pt x="43665" y="2186"/>
                    <a:pt x="44766" y="2186"/>
                    <a:pt x="45900" y="2186"/>
                  </a:cubicBezTo>
                  <a:lnTo>
                    <a:pt x="66015" y="2186"/>
                  </a:lnTo>
                  <a:cubicBezTo>
                    <a:pt x="68116" y="2119"/>
                    <a:pt x="71385" y="2052"/>
                    <a:pt x="74120" y="2052"/>
                  </a:cubicBezTo>
                  <a:cubicBezTo>
                    <a:pt x="75521" y="2019"/>
                    <a:pt x="76756" y="1952"/>
                    <a:pt x="77623" y="1919"/>
                  </a:cubicBezTo>
                  <a:cubicBezTo>
                    <a:pt x="78057" y="1919"/>
                    <a:pt x="78423" y="1886"/>
                    <a:pt x="78690" y="1886"/>
                  </a:cubicBezTo>
                  <a:cubicBezTo>
                    <a:pt x="78924" y="1886"/>
                    <a:pt x="79057" y="1852"/>
                    <a:pt x="79057" y="1852"/>
                  </a:cubicBezTo>
                  <a:cubicBezTo>
                    <a:pt x="79057" y="1786"/>
                    <a:pt x="78423" y="1752"/>
                    <a:pt x="77456" y="1719"/>
                  </a:cubicBezTo>
                  <a:cubicBezTo>
                    <a:pt x="76522" y="1652"/>
                    <a:pt x="75188" y="1619"/>
                    <a:pt x="73753" y="1585"/>
                  </a:cubicBezTo>
                  <a:cubicBezTo>
                    <a:pt x="71314" y="1557"/>
                    <a:pt x="68529" y="1479"/>
                    <a:pt x="66736" y="1479"/>
                  </a:cubicBezTo>
                  <a:cubicBezTo>
                    <a:pt x="66445" y="1479"/>
                    <a:pt x="66181" y="1481"/>
                    <a:pt x="65948" y="1485"/>
                  </a:cubicBezTo>
                  <a:cubicBezTo>
                    <a:pt x="61511" y="1585"/>
                    <a:pt x="57042" y="1719"/>
                    <a:pt x="52572" y="1752"/>
                  </a:cubicBezTo>
                  <a:cubicBezTo>
                    <a:pt x="50337" y="1786"/>
                    <a:pt x="48102" y="1786"/>
                    <a:pt x="45867" y="1852"/>
                  </a:cubicBezTo>
                  <a:cubicBezTo>
                    <a:pt x="45500" y="1863"/>
                    <a:pt x="45133" y="1867"/>
                    <a:pt x="44765" y="1867"/>
                  </a:cubicBezTo>
                  <a:cubicBezTo>
                    <a:pt x="44029" y="1867"/>
                    <a:pt x="43287" y="1852"/>
                    <a:pt x="42531" y="1852"/>
                  </a:cubicBezTo>
                  <a:lnTo>
                    <a:pt x="39195" y="1786"/>
                  </a:lnTo>
                  <a:cubicBezTo>
                    <a:pt x="36927" y="1752"/>
                    <a:pt x="34726" y="1752"/>
                    <a:pt x="32491" y="1652"/>
                  </a:cubicBezTo>
                  <a:cubicBezTo>
                    <a:pt x="30256" y="1552"/>
                    <a:pt x="28021" y="1452"/>
                    <a:pt x="25819" y="1319"/>
                  </a:cubicBezTo>
                  <a:cubicBezTo>
                    <a:pt x="21349" y="1118"/>
                    <a:pt x="16913" y="818"/>
                    <a:pt x="12476" y="551"/>
                  </a:cubicBezTo>
                  <a:cubicBezTo>
                    <a:pt x="11209" y="518"/>
                    <a:pt x="9808" y="418"/>
                    <a:pt x="8373" y="385"/>
                  </a:cubicBezTo>
                  <a:cubicBezTo>
                    <a:pt x="6972" y="284"/>
                    <a:pt x="5571" y="218"/>
                    <a:pt x="4337" y="184"/>
                  </a:cubicBezTo>
                  <a:cubicBezTo>
                    <a:pt x="3070" y="84"/>
                    <a:pt x="2036" y="51"/>
                    <a:pt x="1235" y="51"/>
                  </a:cubicBezTo>
                  <a:cubicBezTo>
                    <a:pt x="851" y="18"/>
                    <a:pt x="543" y="1"/>
                    <a:pt x="3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53" name="Google Shape;6053;p69"/>
            <p:cNvSpPr/>
            <p:nvPr/>
          </p:nvSpPr>
          <p:spPr>
            <a:xfrm>
              <a:off x="4613939" y="4848145"/>
              <a:ext cx="1202342" cy="58628"/>
            </a:xfrm>
            <a:custGeom>
              <a:avLst/>
              <a:gdLst/>
              <a:ahLst/>
              <a:cxnLst/>
              <a:rect l="l" t="t" r="r" b="b"/>
              <a:pathLst>
                <a:path w="74587" h="3637" extrusionOk="0">
                  <a:moveTo>
                    <a:pt x="59076" y="1"/>
                  </a:moveTo>
                  <a:lnTo>
                    <a:pt x="55907" y="101"/>
                  </a:lnTo>
                  <a:cubicBezTo>
                    <a:pt x="53805" y="134"/>
                    <a:pt x="51704" y="167"/>
                    <a:pt x="49569" y="268"/>
                  </a:cubicBezTo>
                  <a:cubicBezTo>
                    <a:pt x="47467" y="334"/>
                    <a:pt x="45366" y="368"/>
                    <a:pt x="43231" y="501"/>
                  </a:cubicBezTo>
                  <a:cubicBezTo>
                    <a:pt x="42197" y="534"/>
                    <a:pt x="41130" y="601"/>
                    <a:pt x="40062" y="668"/>
                  </a:cubicBezTo>
                  <a:lnTo>
                    <a:pt x="36893" y="935"/>
                  </a:lnTo>
                  <a:cubicBezTo>
                    <a:pt x="28487" y="1535"/>
                    <a:pt x="20115" y="2436"/>
                    <a:pt x="11709" y="2803"/>
                  </a:cubicBezTo>
                  <a:cubicBezTo>
                    <a:pt x="10541" y="2836"/>
                    <a:pt x="9207" y="2936"/>
                    <a:pt x="7873" y="3003"/>
                  </a:cubicBezTo>
                  <a:cubicBezTo>
                    <a:pt x="7205" y="3036"/>
                    <a:pt x="6538" y="3103"/>
                    <a:pt x="5938" y="3136"/>
                  </a:cubicBezTo>
                  <a:cubicBezTo>
                    <a:pt x="5304" y="3170"/>
                    <a:pt x="4670" y="3170"/>
                    <a:pt x="4103" y="3203"/>
                  </a:cubicBezTo>
                  <a:cubicBezTo>
                    <a:pt x="2936" y="3270"/>
                    <a:pt x="1868" y="3303"/>
                    <a:pt x="1168" y="3336"/>
                  </a:cubicBezTo>
                  <a:cubicBezTo>
                    <a:pt x="434" y="3370"/>
                    <a:pt x="0" y="3436"/>
                    <a:pt x="0" y="3470"/>
                  </a:cubicBezTo>
                  <a:cubicBezTo>
                    <a:pt x="0" y="3470"/>
                    <a:pt x="534" y="3503"/>
                    <a:pt x="1435" y="3537"/>
                  </a:cubicBezTo>
                  <a:cubicBezTo>
                    <a:pt x="2302" y="3603"/>
                    <a:pt x="3469" y="3603"/>
                    <a:pt x="4770" y="3637"/>
                  </a:cubicBezTo>
                  <a:lnTo>
                    <a:pt x="6705" y="3637"/>
                  </a:lnTo>
                  <a:cubicBezTo>
                    <a:pt x="7372" y="3637"/>
                    <a:pt x="8039" y="3603"/>
                    <a:pt x="8673" y="3603"/>
                  </a:cubicBezTo>
                  <a:cubicBezTo>
                    <a:pt x="9941" y="3603"/>
                    <a:pt x="11041" y="3537"/>
                    <a:pt x="11809" y="3503"/>
                  </a:cubicBezTo>
                  <a:cubicBezTo>
                    <a:pt x="20181" y="2903"/>
                    <a:pt x="28554" y="1935"/>
                    <a:pt x="36993" y="1302"/>
                  </a:cubicBezTo>
                  <a:lnTo>
                    <a:pt x="40162" y="1101"/>
                  </a:lnTo>
                  <a:cubicBezTo>
                    <a:pt x="41230" y="1001"/>
                    <a:pt x="42297" y="968"/>
                    <a:pt x="43331" y="935"/>
                  </a:cubicBezTo>
                  <a:cubicBezTo>
                    <a:pt x="45399" y="801"/>
                    <a:pt x="47534" y="801"/>
                    <a:pt x="49636" y="768"/>
                  </a:cubicBezTo>
                  <a:cubicBezTo>
                    <a:pt x="51704" y="701"/>
                    <a:pt x="53839" y="701"/>
                    <a:pt x="55907" y="701"/>
                  </a:cubicBezTo>
                  <a:lnTo>
                    <a:pt x="59109" y="701"/>
                  </a:lnTo>
                  <a:lnTo>
                    <a:pt x="62278" y="801"/>
                  </a:lnTo>
                  <a:cubicBezTo>
                    <a:pt x="63279" y="801"/>
                    <a:pt x="64513" y="801"/>
                    <a:pt x="65881" y="668"/>
                  </a:cubicBezTo>
                  <a:lnTo>
                    <a:pt x="66881" y="668"/>
                  </a:lnTo>
                  <a:lnTo>
                    <a:pt x="67915" y="701"/>
                  </a:lnTo>
                  <a:cubicBezTo>
                    <a:pt x="68616" y="701"/>
                    <a:pt x="69316" y="735"/>
                    <a:pt x="69950" y="735"/>
                  </a:cubicBezTo>
                  <a:cubicBezTo>
                    <a:pt x="71218" y="735"/>
                    <a:pt x="72385" y="801"/>
                    <a:pt x="73219" y="801"/>
                  </a:cubicBezTo>
                  <a:lnTo>
                    <a:pt x="74220" y="801"/>
                  </a:lnTo>
                  <a:cubicBezTo>
                    <a:pt x="74487" y="801"/>
                    <a:pt x="74587" y="735"/>
                    <a:pt x="74587" y="735"/>
                  </a:cubicBezTo>
                  <a:cubicBezTo>
                    <a:pt x="74587" y="735"/>
                    <a:pt x="74053" y="668"/>
                    <a:pt x="73152" y="601"/>
                  </a:cubicBezTo>
                  <a:cubicBezTo>
                    <a:pt x="72218" y="501"/>
                    <a:pt x="70984" y="368"/>
                    <a:pt x="69650" y="301"/>
                  </a:cubicBezTo>
                  <a:cubicBezTo>
                    <a:pt x="66915" y="101"/>
                    <a:pt x="63846" y="34"/>
                    <a:pt x="622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6057" name="Shape 6057"/>
        <p:cNvGrpSpPr/>
        <p:nvPr/>
      </p:nvGrpSpPr>
      <p:grpSpPr>
        <a:xfrm>
          <a:off x="0" y="0"/>
          <a:ext cx="0" cy="0"/>
          <a:chOff x="0" y="0"/>
          <a:chExt cx="0" cy="0"/>
        </a:xfrm>
      </p:grpSpPr>
      <p:sp>
        <p:nvSpPr>
          <p:cNvPr id="6058" name="Google Shape;6058;p70"/>
          <p:cNvSpPr txBox="1"/>
          <p:nvPr>
            <p:ph type="body" idx="1"/>
          </p:nvPr>
        </p:nvSpPr>
        <p:spPr>
          <a:xfrm>
            <a:off x="720000" y="1215752"/>
            <a:ext cx="7704000" cy="3416400"/>
          </a:xfrm>
          <a:prstGeom prst="rect">
            <a:avLst/>
          </a:prstGeom>
        </p:spPr>
        <p:txBody>
          <a:bodyPr spcFirstLastPara="1" wrap="square" lIns="91425" tIns="91425" rIns="91425" bIns="91425" anchor="t" anchorCtr="0">
            <a:noAutofit/>
          </a:bodyPr>
          <a:lstStyle/>
          <a:p>
            <a:pPr marL="0" lvl="0" indent="0" algn="l" rtl="0">
              <a:lnSpc>
                <a:spcPct val="100000"/>
              </a:lnSpc>
              <a:spcBef>
                <a:spcPts val="300"/>
              </a:spcBef>
              <a:spcAft>
                <a:spcPts val="0"/>
              </a:spcAft>
              <a:buClr>
                <a:schemeClr val="dk1"/>
              </a:buClr>
              <a:buSzPts val="1100"/>
              <a:buFont typeface="Arial" panose="020B0604020202020204"/>
              <a:buNone/>
            </a:pPr>
            <a:r>
              <a:rPr lang="en-GB" sz="1300"/>
              <a:t>Did you like the resources on this template? Get them for free at our other websites:</a:t>
            </a:r>
            <a:endParaRPr sz="1300"/>
          </a:p>
          <a:p>
            <a:pPr marL="0" lvl="0" indent="0" algn="l" rtl="0">
              <a:lnSpc>
                <a:spcPct val="100000"/>
              </a:lnSpc>
              <a:spcBef>
                <a:spcPts val="300"/>
              </a:spcBef>
              <a:spcAft>
                <a:spcPts val="0"/>
              </a:spcAft>
              <a:buClr>
                <a:schemeClr val="dk1"/>
              </a:buClr>
              <a:buSzPts val="1100"/>
              <a:buFont typeface="Arial" panose="020B0604020202020204"/>
              <a:buNone/>
            </a:pPr>
            <a:endParaRPr sz="1200">
              <a:solidFill>
                <a:srgbClr val="A61C00"/>
              </a:solidFill>
            </a:endParaRPr>
          </a:p>
          <a:p>
            <a:pPr marL="0" lvl="0" indent="0" algn="l" rtl="0">
              <a:lnSpc>
                <a:spcPct val="100000"/>
              </a:lnSpc>
              <a:spcBef>
                <a:spcPts val="0"/>
              </a:spcBef>
              <a:spcAft>
                <a:spcPts val="0"/>
              </a:spcAft>
              <a:buNone/>
            </a:pPr>
            <a:r>
              <a:rPr lang="en-GB" sz="1800">
                <a:latin typeface="Averia Serif Libre" panose="02000603000000000004"/>
                <a:ea typeface="Averia Serif Libre" panose="02000603000000000004"/>
                <a:cs typeface="Averia Serif Libre" panose="02000603000000000004"/>
                <a:sym typeface="Averia Serif Libre" panose="02000603000000000004"/>
              </a:rPr>
              <a:t>Vectors</a:t>
            </a:r>
            <a:endParaRPr sz="1800">
              <a:latin typeface="Averia Serif Libre" panose="02000603000000000004"/>
              <a:ea typeface="Averia Serif Libre" panose="02000603000000000004"/>
              <a:cs typeface="Averia Serif Libre" panose="02000603000000000004"/>
              <a:sym typeface="Averia Serif Libre" panose="02000603000000000004"/>
            </a:endParaRPr>
          </a:p>
          <a:p>
            <a:pPr marL="241300" lvl="0" indent="-209550" algn="l" rtl="0">
              <a:lnSpc>
                <a:spcPct val="100000"/>
              </a:lnSpc>
              <a:spcBef>
                <a:spcPts val="800"/>
              </a:spcBef>
              <a:spcAft>
                <a:spcPts val="0"/>
              </a:spcAft>
              <a:buSzPts val="1300"/>
              <a:buFont typeface="Average Sans" panose="02000503040000020003"/>
              <a:buChar char="●"/>
            </a:pPr>
            <a:r>
              <a:rPr lang="en-GB" sz="1300" u="sng">
                <a:hlinkClick r:id="rId1"/>
              </a:rPr>
              <a:t>Hand drawn map compass background</a:t>
            </a:r>
            <a:endParaRPr sz="1300"/>
          </a:p>
          <a:p>
            <a:pPr marL="241300" lvl="0" indent="-209550" algn="l" rtl="0">
              <a:lnSpc>
                <a:spcPct val="100000"/>
              </a:lnSpc>
              <a:spcBef>
                <a:spcPts val="0"/>
              </a:spcBef>
              <a:spcAft>
                <a:spcPts val="0"/>
              </a:spcAft>
              <a:buSzPts val="1300"/>
              <a:buFont typeface="Average Sans" panose="02000503040000020003"/>
              <a:buChar char="●"/>
            </a:pPr>
            <a:r>
              <a:rPr lang="en-GB" sz="1300" u="sng">
                <a:hlinkClick r:id="rId2"/>
              </a:rPr>
              <a:t>Vintage map with pirate treasure</a:t>
            </a:r>
            <a:endParaRPr sz="1300"/>
          </a:p>
          <a:p>
            <a:pPr marL="241300" lvl="0" indent="-209550" algn="l" rtl="0">
              <a:lnSpc>
                <a:spcPct val="100000"/>
              </a:lnSpc>
              <a:spcBef>
                <a:spcPts val="0"/>
              </a:spcBef>
              <a:spcAft>
                <a:spcPts val="0"/>
              </a:spcAft>
              <a:buSzPts val="1300"/>
              <a:buFont typeface="Average Sans" panose="02000503040000020003"/>
              <a:buChar char="●"/>
            </a:pPr>
            <a:r>
              <a:rPr lang="en-GB" sz="1300" u="sng">
                <a:hlinkClick r:id="rId3"/>
              </a:rPr>
              <a:t>Hand drawn travel background with balloon</a:t>
            </a:r>
            <a:endParaRPr sz="1300"/>
          </a:p>
          <a:p>
            <a:pPr marL="241300" lvl="0" indent="-209550" algn="l" rtl="0">
              <a:lnSpc>
                <a:spcPct val="100000"/>
              </a:lnSpc>
              <a:spcBef>
                <a:spcPts val="0"/>
              </a:spcBef>
              <a:spcAft>
                <a:spcPts val="0"/>
              </a:spcAft>
              <a:buSzPts val="1300"/>
              <a:buFont typeface="Average Sans" panose="02000503040000020003"/>
              <a:buChar char="●"/>
            </a:pPr>
            <a:r>
              <a:rPr lang="en-GB" sz="1300" u="sng">
                <a:hlinkClick r:id="rId4"/>
              </a:rPr>
              <a:t>Hand drawn old ships</a:t>
            </a:r>
            <a:endParaRPr sz="1300"/>
          </a:p>
          <a:p>
            <a:pPr marL="241300" lvl="0" indent="-209550" algn="l" rtl="0">
              <a:lnSpc>
                <a:spcPct val="100000"/>
              </a:lnSpc>
              <a:spcBef>
                <a:spcPts val="0"/>
              </a:spcBef>
              <a:spcAft>
                <a:spcPts val="0"/>
              </a:spcAft>
              <a:buSzPts val="1300"/>
              <a:buFont typeface="Average Sans" panose="02000503040000020003"/>
              <a:buChar char="●"/>
            </a:pPr>
            <a:r>
              <a:rPr lang="en-GB" sz="1300" u="sng">
                <a:hlinkClick r:id="rId5"/>
              </a:rPr>
              <a:t>Hand drawn arrows and feathers</a:t>
            </a:r>
            <a:endParaRPr sz="1300"/>
          </a:p>
          <a:p>
            <a:pPr marL="241300" lvl="0" indent="-209550" algn="l" rtl="0">
              <a:lnSpc>
                <a:spcPct val="100000"/>
              </a:lnSpc>
              <a:spcBef>
                <a:spcPts val="0"/>
              </a:spcBef>
              <a:spcAft>
                <a:spcPts val="0"/>
              </a:spcAft>
              <a:buSzPts val="1300"/>
              <a:buFont typeface="Average Sans" panose="02000503040000020003"/>
              <a:buChar char="●"/>
            </a:pPr>
            <a:r>
              <a:rPr lang="en-GB" sz="1300" u="sng">
                <a:hlinkClick r:id="rId6"/>
              </a:rPr>
              <a:t>Hand drawn boho element collection</a:t>
            </a:r>
            <a:endParaRPr sz="1200"/>
          </a:p>
          <a:p>
            <a:pPr marL="0" lvl="0" indent="0" algn="l" rtl="0">
              <a:lnSpc>
                <a:spcPct val="100000"/>
              </a:lnSpc>
              <a:spcBef>
                <a:spcPts val="300"/>
              </a:spcBef>
              <a:spcAft>
                <a:spcPts val="0"/>
              </a:spcAft>
              <a:buNone/>
            </a:pPr>
            <a:r>
              <a:rPr lang="en-GB" sz="1800">
                <a:latin typeface="Averia Serif Libre" panose="02000603000000000004"/>
                <a:ea typeface="Averia Serif Libre" panose="02000603000000000004"/>
                <a:cs typeface="Averia Serif Libre" panose="02000603000000000004"/>
                <a:sym typeface="Averia Serif Libre" panose="02000603000000000004"/>
              </a:rPr>
              <a:t>Photos</a:t>
            </a:r>
            <a:endParaRPr sz="1800">
              <a:latin typeface="Averia Serif Libre" panose="02000603000000000004"/>
              <a:ea typeface="Averia Serif Libre" panose="02000603000000000004"/>
              <a:cs typeface="Averia Serif Libre" panose="02000603000000000004"/>
              <a:sym typeface="Averia Serif Libre" panose="02000603000000000004"/>
            </a:endParaRPr>
          </a:p>
          <a:p>
            <a:pPr marL="241300" lvl="0" indent="-209550" algn="l" rtl="0">
              <a:lnSpc>
                <a:spcPct val="100000"/>
              </a:lnSpc>
              <a:spcBef>
                <a:spcPts val="800"/>
              </a:spcBef>
              <a:spcAft>
                <a:spcPts val="0"/>
              </a:spcAft>
              <a:buSzPts val="1300"/>
              <a:buFont typeface="Average Sans" panose="02000503040000020003"/>
              <a:buChar char="●"/>
            </a:pPr>
            <a:r>
              <a:rPr lang="en-GB" sz="1300" u="sng">
                <a:hlinkClick r:id="rId7"/>
              </a:rPr>
              <a:t>View of world travel map with compass</a:t>
            </a:r>
            <a:endParaRPr sz="1300"/>
          </a:p>
          <a:p>
            <a:pPr marL="241300" lvl="0" indent="-209550" algn="l" rtl="0">
              <a:lnSpc>
                <a:spcPct val="100000"/>
              </a:lnSpc>
              <a:spcBef>
                <a:spcPts val="0"/>
              </a:spcBef>
              <a:spcAft>
                <a:spcPts val="0"/>
              </a:spcAft>
              <a:buSzPts val="1300"/>
              <a:buFont typeface="Average Sans" panose="02000503040000020003"/>
              <a:buChar char="●"/>
            </a:pPr>
            <a:r>
              <a:rPr lang="en-GB" sz="1300" u="sng">
                <a:hlinkClick r:id="rId8"/>
              </a:rPr>
              <a:t>Old book and tourist stuff</a:t>
            </a:r>
            <a:endParaRPr sz="1300"/>
          </a:p>
          <a:p>
            <a:pPr marL="241300" lvl="0" indent="-209550" algn="l" rtl="0">
              <a:lnSpc>
                <a:spcPct val="100000"/>
              </a:lnSpc>
              <a:spcBef>
                <a:spcPts val="0"/>
              </a:spcBef>
              <a:spcAft>
                <a:spcPts val="0"/>
              </a:spcAft>
              <a:buSzPts val="1300"/>
              <a:buFont typeface="Average Sans" panose="02000503040000020003"/>
              <a:buChar char="●"/>
            </a:pPr>
            <a:r>
              <a:rPr lang="en-GB" sz="1300" u="sng">
                <a:hlinkClick r:id="rId9"/>
              </a:rPr>
              <a:t>Free photo portrait elegant old man</a:t>
            </a:r>
            <a:endParaRPr sz="1300"/>
          </a:p>
          <a:p>
            <a:pPr marL="241300" lvl="0" indent="-209550" algn="l" rtl="0">
              <a:lnSpc>
                <a:spcPct val="100000"/>
              </a:lnSpc>
              <a:spcBef>
                <a:spcPts val="0"/>
              </a:spcBef>
              <a:spcAft>
                <a:spcPts val="0"/>
              </a:spcAft>
              <a:buSzPts val="1300"/>
              <a:buFont typeface="Average Sans" panose="02000503040000020003"/>
              <a:buChar char="●"/>
            </a:pPr>
            <a:r>
              <a:rPr lang="en-GB" sz="1300" u="sng">
                <a:hlinkClick r:id="rId10"/>
              </a:rPr>
              <a:t>Smiley businesswoman in conference room</a:t>
            </a:r>
            <a:endParaRPr sz="1300"/>
          </a:p>
          <a:p>
            <a:pPr marL="0" lvl="0" indent="0" algn="l" rtl="0">
              <a:lnSpc>
                <a:spcPct val="100000"/>
              </a:lnSpc>
              <a:spcBef>
                <a:spcPts val="300"/>
              </a:spcBef>
              <a:spcAft>
                <a:spcPts val="0"/>
              </a:spcAft>
              <a:buNone/>
            </a:pPr>
            <a:endParaRPr sz="1100"/>
          </a:p>
        </p:txBody>
      </p:sp>
      <p:sp>
        <p:nvSpPr>
          <p:cNvPr id="6059" name="Google Shape;6059;p70"/>
          <p:cNvSpPr txBox="1"/>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GB"/>
              <a:t>R</a:t>
            </a:r>
            <a:r>
              <a:rPr lang="en-GB"/>
              <a:t>esources</a:t>
            </a:r>
            <a:endParaRPr>
              <a:solidFill>
                <a:srgbClr val="F5EFDD"/>
              </a:solidFill>
            </a:endParaRPr>
          </a:p>
        </p:txBody>
      </p:sp>
      <p:grpSp>
        <p:nvGrpSpPr>
          <p:cNvPr id="6060" name="Google Shape;6060;p70"/>
          <p:cNvGrpSpPr/>
          <p:nvPr/>
        </p:nvGrpSpPr>
        <p:grpSpPr>
          <a:xfrm>
            <a:off x="5992591" y="2468086"/>
            <a:ext cx="1804382" cy="1837353"/>
            <a:chOff x="2640400" y="1525700"/>
            <a:chExt cx="2217775" cy="2258300"/>
          </a:xfrm>
        </p:grpSpPr>
        <p:sp>
          <p:nvSpPr>
            <p:cNvPr id="6061" name="Google Shape;6061;p70"/>
            <p:cNvSpPr/>
            <p:nvPr/>
          </p:nvSpPr>
          <p:spPr>
            <a:xfrm>
              <a:off x="3928800" y="2485550"/>
              <a:ext cx="922350" cy="391775"/>
            </a:xfrm>
            <a:custGeom>
              <a:avLst/>
              <a:gdLst/>
              <a:ahLst/>
              <a:cxnLst/>
              <a:rect l="l" t="t" r="r" b="b"/>
              <a:pathLst>
                <a:path w="36894" h="15671" extrusionOk="0">
                  <a:moveTo>
                    <a:pt x="668" y="801"/>
                  </a:moveTo>
                  <a:cubicBezTo>
                    <a:pt x="701" y="801"/>
                    <a:pt x="735" y="801"/>
                    <a:pt x="835" y="835"/>
                  </a:cubicBezTo>
                  <a:cubicBezTo>
                    <a:pt x="1035" y="868"/>
                    <a:pt x="1268" y="935"/>
                    <a:pt x="1569" y="1001"/>
                  </a:cubicBezTo>
                  <a:cubicBezTo>
                    <a:pt x="2202" y="1168"/>
                    <a:pt x="2936" y="1335"/>
                    <a:pt x="3870" y="1535"/>
                  </a:cubicBezTo>
                  <a:cubicBezTo>
                    <a:pt x="5672" y="1969"/>
                    <a:pt x="8007" y="2469"/>
                    <a:pt x="10575" y="3036"/>
                  </a:cubicBezTo>
                  <a:cubicBezTo>
                    <a:pt x="15745" y="4170"/>
                    <a:pt x="22017" y="5538"/>
                    <a:pt x="27320" y="6705"/>
                  </a:cubicBezTo>
                  <a:cubicBezTo>
                    <a:pt x="28755" y="7006"/>
                    <a:pt x="30256" y="7339"/>
                    <a:pt x="31590" y="7639"/>
                  </a:cubicBezTo>
                  <a:cubicBezTo>
                    <a:pt x="31924" y="7706"/>
                    <a:pt x="32257" y="7773"/>
                    <a:pt x="32557" y="7840"/>
                  </a:cubicBezTo>
                  <a:lnTo>
                    <a:pt x="32691" y="7840"/>
                  </a:lnTo>
                  <a:cubicBezTo>
                    <a:pt x="16846" y="11509"/>
                    <a:pt x="1002" y="15145"/>
                    <a:pt x="1002" y="15145"/>
                  </a:cubicBezTo>
                  <a:cubicBezTo>
                    <a:pt x="762" y="15202"/>
                    <a:pt x="596" y="15279"/>
                    <a:pt x="501" y="15357"/>
                  </a:cubicBezTo>
                  <a:lnTo>
                    <a:pt x="501" y="15357"/>
                  </a:lnTo>
                  <a:cubicBezTo>
                    <a:pt x="542" y="15245"/>
                    <a:pt x="568" y="15085"/>
                    <a:pt x="568" y="14878"/>
                  </a:cubicBezTo>
                  <a:cubicBezTo>
                    <a:pt x="568" y="14878"/>
                    <a:pt x="601" y="11943"/>
                    <a:pt x="668" y="801"/>
                  </a:cubicBezTo>
                  <a:close/>
                  <a:moveTo>
                    <a:pt x="1" y="1"/>
                  </a:moveTo>
                  <a:lnTo>
                    <a:pt x="1" y="1"/>
                  </a:lnTo>
                  <a:cubicBezTo>
                    <a:pt x="68" y="11776"/>
                    <a:pt x="68" y="14878"/>
                    <a:pt x="68" y="14878"/>
                  </a:cubicBezTo>
                  <a:cubicBezTo>
                    <a:pt x="68" y="15328"/>
                    <a:pt x="193" y="15553"/>
                    <a:pt x="318" y="15553"/>
                  </a:cubicBezTo>
                  <a:cubicBezTo>
                    <a:pt x="346" y="15553"/>
                    <a:pt x="374" y="15542"/>
                    <a:pt x="401" y="15519"/>
                  </a:cubicBezTo>
                  <a:lnTo>
                    <a:pt x="401" y="15519"/>
                  </a:lnTo>
                  <a:cubicBezTo>
                    <a:pt x="406" y="15606"/>
                    <a:pt x="523" y="15670"/>
                    <a:pt x="739" y="15670"/>
                  </a:cubicBezTo>
                  <a:cubicBezTo>
                    <a:pt x="815" y="15670"/>
                    <a:pt x="902" y="15662"/>
                    <a:pt x="1002" y="15645"/>
                  </a:cubicBezTo>
                  <a:cubicBezTo>
                    <a:pt x="1002" y="15645"/>
                    <a:pt x="5238" y="14711"/>
                    <a:pt x="11576" y="13344"/>
                  </a:cubicBezTo>
                  <a:cubicBezTo>
                    <a:pt x="14745" y="12676"/>
                    <a:pt x="18481" y="11876"/>
                    <a:pt x="22417" y="11009"/>
                  </a:cubicBezTo>
                  <a:cubicBezTo>
                    <a:pt x="27054" y="10008"/>
                    <a:pt x="31990" y="8940"/>
                    <a:pt x="36894" y="7840"/>
                  </a:cubicBezTo>
                  <a:cubicBezTo>
                    <a:pt x="35226" y="7506"/>
                    <a:pt x="31156" y="6605"/>
                    <a:pt x="27487" y="5805"/>
                  </a:cubicBezTo>
                  <a:cubicBezTo>
                    <a:pt x="22183" y="4637"/>
                    <a:pt x="15912" y="3303"/>
                    <a:pt x="10709" y="2202"/>
                  </a:cubicBezTo>
                  <a:cubicBezTo>
                    <a:pt x="8073" y="1669"/>
                    <a:pt x="5738" y="1168"/>
                    <a:pt x="3970" y="801"/>
                  </a:cubicBezTo>
                  <a:cubicBezTo>
                    <a:pt x="1936" y="434"/>
                    <a:pt x="535" y="134"/>
                    <a:pt x="1"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62" name="Google Shape;6062;p70"/>
            <p:cNvSpPr/>
            <p:nvPr/>
          </p:nvSpPr>
          <p:spPr>
            <a:xfrm>
              <a:off x="4000525" y="2669025"/>
              <a:ext cx="794750" cy="25025"/>
            </a:xfrm>
            <a:custGeom>
              <a:avLst/>
              <a:gdLst/>
              <a:ahLst/>
              <a:cxnLst/>
              <a:rect l="l" t="t" r="r" b="b"/>
              <a:pathLst>
                <a:path w="31790" h="1001" extrusionOk="0">
                  <a:moveTo>
                    <a:pt x="15879" y="0"/>
                  </a:moveTo>
                  <a:cubicBezTo>
                    <a:pt x="9808" y="34"/>
                    <a:pt x="334" y="267"/>
                    <a:pt x="334" y="267"/>
                  </a:cubicBezTo>
                  <a:cubicBezTo>
                    <a:pt x="1" y="300"/>
                    <a:pt x="1" y="701"/>
                    <a:pt x="334" y="767"/>
                  </a:cubicBezTo>
                  <a:cubicBezTo>
                    <a:pt x="334" y="767"/>
                    <a:pt x="9808" y="1001"/>
                    <a:pt x="15879" y="1001"/>
                  </a:cubicBezTo>
                  <a:cubicBezTo>
                    <a:pt x="21983" y="1001"/>
                    <a:pt x="31456" y="767"/>
                    <a:pt x="31456" y="767"/>
                  </a:cubicBezTo>
                  <a:cubicBezTo>
                    <a:pt x="31790" y="767"/>
                    <a:pt x="31790" y="267"/>
                    <a:pt x="31456" y="267"/>
                  </a:cubicBezTo>
                  <a:cubicBezTo>
                    <a:pt x="31456" y="267"/>
                    <a:pt x="21983" y="0"/>
                    <a:pt x="15879"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63" name="Google Shape;6063;p70"/>
            <p:cNvSpPr/>
            <p:nvPr/>
          </p:nvSpPr>
          <p:spPr>
            <a:xfrm>
              <a:off x="3939200" y="2675125"/>
              <a:ext cx="201900" cy="198775"/>
            </a:xfrm>
            <a:custGeom>
              <a:avLst/>
              <a:gdLst/>
              <a:ahLst/>
              <a:cxnLst/>
              <a:rect l="l" t="t" r="r" b="b"/>
              <a:pathLst>
                <a:path w="8076" h="7951" extrusionOk="0">
                  <a:moveTo>
                    <a:pt x="7801" y="1"/>
                  </a:moveTo>
                  <a:cubicBezTo>
                    <a:pt x="7783" y="1"/>
                    <a:pt x="7768" y="8"/>
                    <a:pt x="7757" y="23"/>
                  </a:cubicBezTo>
                  <a:cubicBezTo>
                    <a:pt x="7757" y="23"/>
                    <a:pt x="5289" y="2225"/>
                    <a:pt x="3788" y="3726"/>
                  </a:cubicBezTo>
                  <a:cubicBezTo>
                    <a:pt x="2287" y="5227"/>
                    <a:pt x="85" y="7695"/>
                    <a:pt x="85" y="7695"/>
                  </a:cubicBezTo>
                  <a:cubicBezTo>
                    <a:pt x="1" y="7752"/>
                    <a:pt x="178" y="7951"/>
                    <a:pt x="275" y="7951"/>
                  </a:cubicBezTo>
                  <a:cubicBezTo>
                    <a:pt x="293" y="7951"/>
                    <a:pt x="308" y="7944"/>
                    <a:pt x="319" y="7929"/>
                  </a:cubicBezTo>
                  <a:cubicBezTo>
                    <a:pt x="319" y="7929"/>
                    <a:pt x="2787" y="5727"/>
                    <a:pt x="4288" y="4226"/>
                  </a:cubicBezTo>
                  <a:cubicBezTo>
                    <a:pt x="5789" y="2725"/>
                    <a:pt x="7991" y="257"/>
                    <a:pt x="7991" y="257"/>
                  </a:cubicBezTo>
                  <a:cubicBezTo>
                    <a:pt x="8075" y="200"/>
                    <a:pt x="7898" y="1"/>
                    <a:pt x="7801"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64" name="Google Shape;6064;p70"/>
            <p:cNvSpPr/>
            <p:nvPr/>
          </p:nvSpPr>
          <p:spPr>
            <a:xfrm>
              <a:off x="4037275" y="2683525"/>
              <a:ext cx="175700" cy="173250"/>
            </a:xfrm>
            <a:custGeom>
              <a:avLst/>
              <a:gdLst/>
              <a:ahLst/>
              <a:cxnLst/>
              <a:rect l="l" t="t" r="r" b="b"/>
              <a:pathLst>
                <a:path w="7028" h="6930" extrusionOk="0">
                  <a:moveTo>
                    <a:pt x="6742" y="0"/>
                  </a:moveTo>
                  <a:cubicBezTo>
                    <a:pt x="6726" y="0"/>
                    <a:pt x="6713" y="7"/>
                    <a:pt x="6703" y="21"/>
                  </a:cubicBezTo>
                  <a:cubicBezTo>
                    <a:pt x="6703" y="21"/>
                    <a:pt x="4568" y="1922"/>
                    <a:pt x="3234" y="3223"/>
                  </a:cubicBezTo>
                  <a:cubicBezTo>
                    <a:pt x="1966" y="4524"/>
                    <a:pt x="32" y="6692"/>
                    <a:pt x="32" y="6692"/>
                  </a:cubicBezTo>
                  <a:cubicBezTo>
                    <a:pt x="1" y="6754"/>
                    <a:pt x="169" y="6929"/>
                    <a:pt x="274" y="6929"/>
                  </a:cubicBezTo>
                  <a:cubicBezTo>
                    <a:pt x="283" y="6929"/>
                    <a:pt x="291" y="6928"/>
                    <a:pt x="299" y="6926"/>
                  </a:cubicBezTo>
                  <a:cubicBezTo>
                    <a:pt x="299" y="6926"/>
                    <a:pt x="2400" y="5024"/>
                    <a:pt x="3734" y="3723"/>
                  </a:cubicBezTo>
                  <a:cubicBezTo>
                    <a:pt x="5035" y="2422"/>
                    <a:pt x="6970" y="254"/>
                    <a:pt x="6970" y="254"/>
                  </a:cubicBezTo>
                  <a:cubicBezTo>
                    <a:pt x="7027" y="226"/>
                    <a:pt x="6839" y="0"/>
                    <a:pt x="6742"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65" name="Google Shape;6065;p70"/>
            <p:cNvSpPr/>
            <p:nvPr/>
          </p:nvSpPr>
          <p:spPr>
            <a:xfrm>
              <a:off x="4138200" y="2685625"/>
              <a:ext cx="149050" cy="146125"/>
            </a:xfrm>
            <a:custGeom>
              <a:avLst/>
              <a:gdLst/>
              <a:ahLst/>
              <a:cxnLst/>
              <a:rect l="l" t="t" r="r" b="b"/>
              <a:pathLst>
                <a:path w="5962" h="5845" extrusionOk="0">
                  <a:moveTo>
                    <a:pt x="5651" y="0"/>
                  </a:moveTo>
                  <a:cubicBezTo>
                    <a:pt x="5645" y="0"/>
                    <a:pt x="5639" y="1"/>
                    <a:pt x="5635" y="3"/>
                  </a:cubicBezTo>
                  <a:cubicBezTo>
                    <a:pt x="5635" y="3"/>
                    <a:pt x="3800" y="1605"/>
                    <a:pt x="2699" y="2672"/>
                  </a:cubicBezTo>
                  <a:cubicBezTo>
                    <a:pt x="1632" y="3773"/>
                    <a:pt x="31" y="5607"/>
                    <a:pt x="31" y="5607"/>
                  </a:cubicBezTo>
                  <a:cubicBezTo>
                    <a:pt x="0" y="5669"/>
                    <a:pt x="169" y="5845"/>
                    <a:pt x="273" y="5845"/>
                  </a:cubicBezTo>
                  <a:cubicBezTo>
                    <a:pt x="282" y="5845"/>
                    <a:pt x="290" y="5843"/>
                    <a:pt x="298" y="5841"/>
                  </a:cubicBezTo>
                  <a:cubicBezTo>
                    <a:pt x="298" y="5841"/>
                    <a:pt x="2132" y="4240"/>
                    <a:pt x="3200" y="3172"/>
                  </a:cubicBezTo>
                  <a:cubicBezTo>
                    <a:pt x="4301" y="2105"/>
                    <a:pt x="5868" y="237"/>
                    <a:pt x="5868" y="237"/>
                  </a:cubicBezTo>
                  <a:cubicBezTo>
                    <a:pt x="5962" y="206"/>
                    <a:pt x="5735" y="0"/>
                    <a:pt x="5651"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66" name="Google Shape;6066;p70"/>
            <p:cNvSpPr/>
            <p:nvPr/>
          </p:nvSpPr>
          <p:spPr>
            <a:xfrm>
              <a:off x="4238250" y="2688950"/>
              <a:ext cx="117500" cy="116100"/>
            </a:xfrm>
            <a:custGeom>
              <a:avLst/>
              <a:gdLst/>
              <a:ahLst/>
              <a:cxnLst/>
              <a:rect l="l" t="t" r="r" b="b"/>
              <a:pathLst>
                <a:path w="4700" h="4644" extrusionOk="0">
                  <a:moveTo>
                    <a:pt x="4444" y="1"/>
                  </a:moveTo>
                  <a:cubicBezTo>
                    <a:pt x="4440" y="1"/>
                    <a:pt x="4437" y="2"/>
                    <a:pt x="4435" y="4"/>
                  </a:cubicBezTo>
                  <a:cubicBezTo>
                    <a:pt x="4435" y="4"/>
                    <a:pt x="3001" y="1205"/>
                    <a:pt x="2133" y="2072"/>
                  </a:cubicBezTo>
                  <a:cubicBezTo>
                    <a:pt x="1233" y="2906"/>
                    <a:pt x="32" y="4374"/>
                    <a:pt x="32" y="4374"/>
                  </a:cubicBezTo>
                  <a:cubicBezTo>
                    <a:pt x="0" y="4405"/>
                    <a:pt x="235" y="4643"/>
                    <a:pt x="290" y="4643"/>
                  </a:cubicBezTo>
                  <a:cubicBezTo>
                    <a:pt x="294" y="4643"/>
                    <a:pt x="297" y="4642"/>
                    <a:pt x="299" y="4640"/>
                  </a:cubicBezTo>
                  <a:cubicBezTo>
                    <a:pt x="299" y="4640"/>
                    <a:pt x="1700" y="3406"/>
                    <a:pt x="2600" y="2539"/>
                  </a:cubicBezTo>
                  <a:cubicBezTo>
                    <a:pt x="3468" y="1705"/>
                    <a:pt x="4668" y="237"/>
                    <a:pt x="4668" y="237"/>
                  </a:cubicBezTo>
                  <a:cubicBezTo>
                    <a:pt x="4700" y="206"/>
                    <a:pt x="4498" y="1"/>
                    <a:pt x="4444"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67" name="Google Shape;6067;p70"/>
            <p:cNvSpPr/>
            <p:nvPr/>
          </p:nvSpPr>
          <p:spPr>
            <a:xfrm>
              <a:off x="4325750" y="2684775"/>
              <a:ext cx="103375" cy="102150"/>
            </a:xfrm>
            <a:custGeom>
              <a:avLst/>
              <a:gdLst/>
              <a:ahLst/>
              <a:cxnLst/>
              <a:rect l="l" t="t" r="r" b="b"/>
              <a:pathLst>
                <a:path w="4135" h="4086" extrusionOk="0">
                  <a:moveTo>
                    <a:pt x="3847" y="1"/>
                  </a:moveTo>
                  <a:cubicBezTo>
                    <a:pt x="3842" y="1"/>
                    <a:pt x="3839" y="2"/>
                    <a:pt x="3837" y="4"/>
                  </a:cubicBezTo>
                  <a:cubicBezTo>
                    <a:pt x="3837" y="4"/>
                    <a:pt x="2536" y="1038"/>
                    <a:pt x="1802" y="1805"/>
                  </a:cubicBezTo>
                  <a:cubicBezTo>
                    <a:pt x="1035" y="2539"/>
                    <a:pt x="1" y="3840"/>
                    <a:pt x="1" y="3840"/>
                  </a:cubicBezTo>
                  <a:cubicBezTo>
                    <a:pt x="1" y="3899"/>
                    <a:pt x="155" y="4086"/>
                    <a:pt x="238" y="4086"/>
                  </a:cubicBezTo>
                  <a:cubicBezTo>
                    <a:pt x="249" y="4086"/>
                    <a:pt x="260" y="4082"/>
                    <a:pt x="268" y="4074"/>
                  </a:cubicBezTo>
                  <a:cubicBezTo>
                    <a:pt x="268" y="4074"/>
                    <a:pt x="1535" y="3040"/>
                    <a:pt x="2303" y="2306"/>
                  </a:cubicBezTo>
                  <a:cubicBezTo>
                    <a:pt x="3036" y="1538"/>
                    <a:pt x="4104" y="238"/>
                    <a:pt x="4104" y="238"/>
                  </a:cubicBezTo>
                  <a:cubicBezTo>
                    <a:pt x="4135" y="206"/>
                    <a:pt x="3904" y="1"/>
                    <a:pt x="3847"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68" name="Google Shape;6068;p70"/>
            <p:cNvSpPr/>
            <p:nvPr/>
          </p:nvSpPr>
          <p:spPr>
            <a:xfrm>
              <a:off x="4412500" y="2684775"/>
              <a:ext cx="86625" cy="85175"/>
            </a:xfrm>
            <a:custGeom>
              <a:avLst/>
              <a:gdLst/>
              <a:ahLst/>
              <a:cxnLst/>
              <a:rect l="l" t="t" r="r" b="b"/>
              <a:pathLst>
                <a:path w="3465" h="3407" extrusionOk="0">
                  <a:moveTo>
                    <a:pt x="3179" y="1"/>
                  </a:moveTo>
                  <a:cubicBezTo>
                    <a:pt x="3174" y="1"/>
                    <a:pt x="3171" y="2"/>
                    <a:pt x="3169" y="4"/>
                  </a:cubicBezTo>
                  <a:cubicBezTo>
                    <a:pt x="3169" y="4"/>
                    <a:pt x="2068" y="838"/>
                    <a:pt x="1468" y="1472"/>
                  </a:cubicBezTo>
                  <a:cubicBezTo>
                    <a:pt x="834" y="2072"/>
                    <a:pt x="0" y="3173"/>
                    <a:pt x="0" y="3173"/>
                  </a:cubicBezTo>
                  <a:cubicBezTo>
                    <a:pt x="0" y="3206"/>
                    <a:pt x="200" y="3406"/>
                    <a:pt x="234" y="3406"/>
                  </a:cubicBezTo>
                  <a:cubicBezTo>
                    <a:pt x="234" y="3406"/>
                    <a:pt x="1334" y="2573"/>
                    <a:pt x="1968" y="1972"/>
                  </a:cubicBezTo>
                  <a:cubicBezTo>
                    <a:pt x="2569" y="1338"/>
                    <a:pt x="3402" y="238"/>
                    <a:pt x="3402" y="238"/>
                  </a:cubicBezTo>
                  <a:cubicBezTo>
                    <a:pt x="3465" y="206"/>
                    <a:pt x="3236" y="1"/>
                    <a:pt x="3179"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69" name="Google Shape;6069;p70"/>
            <p:cNvSpPr/>
            <p:nvPr/>
          </p:nvSpPr>
          <p:spPr>
            <a:xfrm>
              <a:off x="4492550" y="2680700"/>
              <a:ext cx="70075" cy="68400"/>
            </a:xfrm>
            <a:custGeom>
              <a:avLst/>
              <a:gdLst/>
              <a:ahLst/>
              <a:cxnLst/>
              <a:rect l="l" t="t" r="r" b="b"/>
              <a:pathLst>
                <a:path w="2803" h="2736" extrusionOk="0">
                  <a:moveTo>
                    <a:pt x="2502" y="0"/>
                  </a:moveTo>
                  <a:cubicBezTo>
                    <a:pt x="2502" y="0"/>
                    <a:pt x="1635" y="634"/>
                    <a:pt x="1134" y="1134"/>
                  </a:cubicBezTo>
                  <a:cubicBezTo>
                    <a:pt x="634" y="1635"/>
                    <a:pt x="0" y="2502"/>
                    <a:pt x="0" y="2502"/>
                  </a:cubicBezTo>
                  <a:cubicBezTo>
                    <a:pt x="0" y="2535"/>
                    <a:pt x="200" y="2736"/>
                    <a:pt x="267" y="2736"/>
                  </a:cubicBezTo>
                  <a:cubicBezTo>
                    <a:pt x="267" y="2736"/>
                    <a:pt x="1134" y="2135"/>
                    <a:pt x="1635" y="1635"/>
                  </a:cubicBezTo>
                  <a:cubicBezTo>
                    <a:pt x="2135" y="1134"/>
                    <a:pt x="2769" y="234"/>
                    <a:pt x="2769" y="234"/>
                  </a:cubicBezTo>
                  <a:cubicBezTo>
                    <a:pt x="2802" y="234"/>
                    <a:pt x="2535" y="0"/>
                    <a:pt x="2502"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70" name="Google Shape;6070;p70"/>
            <p:cNvSpPr/>
            <p:nvPr/>
          </p:nvSpPr>
          <p:spPr>
            <a:xfrm>
              <a:off x="4560925" y="2681525"/>
              <a:ext cx="51725" cy="50150"/>
            </a:xfrm>
            <a:custGeom>
              <a:avLst/>
              <a:gdLst/>
              <a:ahLst/>
              <a:cxnLst/>
              <a:rect l="l" t="t" r="r" b="b"/>
              <a:pathLst>
                <a:path w="2069" h="2006" extrusionOk="0">
                  <a:moveTo>
                    <a:pt x="1769" y="1"/>
                  </a:moveTo>
                  <a:cubicBezTo>
                    <a:pt x="1769" y="1"/>
                    <a:pt x="1101" y="401"/>
                    <a:pt x="768" y="768"/>
                  </a:cubicBezTo>
                  <a:cubicBezTo>
                    <a:pt x="434" y="1101"/>
                    <a:pt x="1" y="1769"/>
                    <a:pt x="1" y="1769"/>
                  </a:cubicBezTo>
                  <a:cubicBezTo>
                    <a:pt x="1" y="1800"/>
                    <a:pt x="233" y="2005"/>
                    <a:pt x="264" y="2005"/>
                  </a:cubicBezTo>
                  <a:cubicBezTo>
                    <a:pt x="266" y="2005"/>
                    <a:pt x="267" y="2004"/>
                    <a:pt x="267" y="2002"/>
                  </a:cubicBezTo>
                  <a:cubicBezTo>
                    <a:pt x="267" y="2002"/>
                    <a:pt x="935" y="1602"/>
                    <a:pt x="1268" y="1235"/>
                  </a:cubicBezTo>
                  <a:cubicBezTo>
                    <a:pt x="1602" y="901"/>
                    <a:pt x="2035" y="234"/>
                    <a:pt x="2035" y="234"/>
                  </a:cubicBezTo>
                  <a:cubicBezTo>
                    <a:pt x="2069" y="234"/>
                    <a:pt x="1802" y="1"/>
                    <a:pt x="1769"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71" name="Google Shape;6071;p70"/>
            <p:cNvSpPr/>
            <p:nvPr/>
          </p:nvSpPr>
          <p:spPr>
            <a:xfrm>
              <a:off x="3998025" y="2678200"/>
              <a:ext cx="62575" cy="60900"/>
            </a:xfrm>
            <a:custGeom>
              <a:avLst/>
              <a:gdLst/>
              <a:ahLst/>
              <a:cxnLst/>
              <a:rect l="l" t="t" r="r" b="b"/>
              <a:pathLst>
                <a:path w="2503" h="2436" extrusionOk="0">
                  <a:moveTo>
                    <a:pt x="2235" y="0"/>
                  </a:moveTo>
                  <a:cubicBezTo>
                    <a:pt x="2235" y="0"/>
                    <a:pt x="1435" y="567"/>
                    <a:pt x="1035" y="968"/>
                  </a:cubicBezTo>
                  <a:cubicBezTo>
                    <a:pt x="601" y="1401"/>
                    <a:pt x="67" y="2168"/>
                    <a:pt x="67" y="2168"/>
                  </a:cubicBezTo>
                  <a:cubicBezTo>
                    <a:pt x="1" y="2235"/>
                    <a:pt x="267" y="2435"/>
                    <a:pt x="301" y="2435"/>
                  </a:cubicBezTo>
                  <a:cubicBezTo>
                    <a:pt x="301" y="2435"/>
                    <a:pt x="1101" y="1902"/>
                    <a:pt x="1535" y="1468"/>
                  </a:cubicBezTo>
                  <a:cubicBezTo>
                    <a:pt x="1935" y="1068"/>
                    <a:pt x="2469" y="267"/>
                    <a:pt x="2469" y="267"/>
                  </a:cubicBezTo>
                  <a:cubicBezTo>
                    <a:pt x="2502" y="267"/>
                    <a:pt x="2269" y="0"/>
                    <a:pt x="2235"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72" name="Google Shape;6072;p70"/>
            <p:cNvSpPr/>
            <p:nvPr/>
          </p:nvSpPr>
          <p:spPr>
            <a:xfrm>
              <a:off x="4641825" y="2681525"/>
              <a:ext cx="33375" cy="33375"/>
            </a:xfrm>
            <a:custGeom>
              <a:avLst/>
              <a:gdLst/>
              <a:ahLst/>
              <a:cxnLst/>
              <a:rect l="l" t="t" r="r" b="b"/>
              <a:pathLst>
                <a:path w="1335" h="1335" extrusionOk="0">
                  <a:moveTo>
                    <a:pt x="1068" y="1"/>
                  </a:moveTo>
                  <a:cubicBezTo>
                    <a:pt x="1068" y="1"/>
                    <a:pt x="634" y="201"/>
                    <a:pt x="401" y="434"/>
                  </a:cubicBezTo>
                  <a:cubicBezTo>
                    <a:pt x="200" y="634"/>
                    <a:pt x="0" y="1101"/>
                    <a:pt x="0" y="1101"/>
                  </a:cubicBezTo>
                  <a:cubicBezTo>
                    <a:pt x="0" y="1135"/>
                    <a:pt x="200" y="1335"/>
                    <a:pt x="234" y="1335"/>
                  </a:cubicBezTo>
                  <a:cubicBezTo>
                    <a:pt x="234" y="1335"/>
                    <a:pt x="701" y="1135"/>
                    <a:pt x="901" y="935"/>
                  </a:cubicBezTo>
                  <a:cubicBezTo>
                    <a:pt x="1134" y="701"/>
                    <a:pt x="1335" y="267"/>
                    <a:pt x="1335" y="267"/>
                  </a:cubicBezTo>
                  <a:lnTo>
                    <a:pt x="1068" y="1"/>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73" name="Google Shape;6073;p70"/>
            <p:cNvSpPr/>
            <p:nvPr/>
          </p:nvSpPr>
          <p:spPr>
            <a:xfrm>
              <a:off x="3993250" y="2526075"/>
              <a:ext cx="87225" cy="89975"/>
            </a:xfrm>
            <a:custGeom>
              <a:avLst/>
              <a:gdLst/>
              <a:ahLst/>
              <a:cxnLst/>
              <a:rect l="l" t="t" r="r" b="b"/>
              <a:pathLst>
                <a:path w="3489" h="3599" extrusionOk="0">
                  <a:moveTo>
                    <a:pt x="181" y="1"/>
                  </a:moveTo>
                  <a:cubicBezTo>
                    <a:pt x="140" y="1"/>
                    <a:pt x="1" y="152"/>
                    <a:pt x="58" y="181"/>
                  </a:cubicBezTo>
                  <a:cubicBezTo>
                    <a:pt x="58" y="181"/>
                    <a:pt x="959" y="1315"/>
                    <a:pt x="1593" y="1982"/>
                  </a:cubicBezTo>
                  <a:cubicBezTo>
                    <a:pt x="2226" y="2649"/>
                    <a:pt x="3294" y="3583"/>
                    <a:pt x="3294" y="3583"/>
                  </a:cubicBezTo>
                  <a:cubicBezTo>
                    <a:pt x="3299" y="3594"/>
                    <a:pt x="3308" y="3599"/>
                    <a:pt x="3319" y="3599"/>
                  </a:cubicBezTo>
                  <a:cubicBezTo>
                    <a:pt x="3376" y="3599"/>
                    <a:pt x="3489" y="3473"/>
                    <a:pt x="3461" y="3417"/>
                  </a:cubicBezTo>
                  <a:cubicBezTo>
                    <a:pt x="3461" y="3417"/>
                    <a:pt x="2560" y="2282"/>
                    <a:pt x="1926" y="1615"/>
                  </a:cubicBezTo>
                  <a:cubicBezTo>
                    <a:pt x="1292" y="982"/>
                    <a:pt x="192" y="14"/>
                    <a:pt x="192" y="14"/>
                  </a:cubicBezTo>
                  <a:cubicBezTo>
                    <a:pt x="192" y="5"/>
                    <a:pt x="188" y="1"/>
                    <a:pt x="181"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74" name="Google Shape;6074;p70"/>
            <p:cNvSpPr/>
            <p:nvPr/>
          </p:nvSpPr>
          <p:spPr>
            <a:xfrm>
              <a:off x="4055575" y="2546425"/>
              <a:ext cx="35050" cy="31725"/>
            </a:xfrm>
            <a:custGeom>
              <a:avLst/>
              <a:gdLst/>
              <a:ahLst/>
              <a:cxnLst/>
              <a:rect l="l" t="t" r="r" b="b"/>
              <a:pathLst>
                <a:path w="1402" h="1269" extrusionOk="0">
                  <a:moveTo>
                    <a:pt x="134" y="1"/>
                  </a:moveTo>
                  <a:lnTo>
                    <a:pt x="0" y="201"/>
                  </a:lnTo>
                  <a:cubicBezTo>
                    <a:pt x="0" y="201"/>
                    <a:pt x="300" y="568"/>
                    <a:pt x="567" y="768"/>
                  </a:cubicBezTo>
                  <a:cubicBezTo>
                    <a:pt x="801" y="1035"/>
                    <a:pt x="1234" y="1268"/>
                    <a:pt x="1234" y="1268"/>
                  </a:cubicBezTo>
                  <a:cubicBezTo>
                    <a:pt x="1268" y="1268"/>
                    <a:pt x="1401" y="1168"/>
                    <a:pt x="1334" y="1068"/>
                  </a:cubicBezTo>
                  <a:cubicBezTo>
                    <a:pt x="1334" y="1068"/>
                    <a:pt x="1101" y="668"/>
                    <a:pt x="834" y="401"/>
                  </a:cubicBezTo>
                  <a:cubicBezTo>
                    <a:pt x="734" y="334"/>
                    <a:pt x="567" y="201"/>
                    <a:pt x="400" y="101"/>
                  </a:cubicBezTo>
                  <a:cubicBezTo>
                    <a:pt x="267" y="34"/>
                    <a:pt x="134" y="1"/>
                    <a:pt x="134"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75" name="Google Shape;6075;p70"/>
            <p:cNvSpPr/>
            <p:nvPr/>
          </p:nvSpPr>
          <p:spPr>
            <a:xfrm>
              <a:off x="4125625" y="2560600"/>
              <a:ext cx="49225" cy="49225"/>
            </a:xfrm>
            <a:custGeom>
              <a:avLst/>
              <a:gdLst/>
              <a:ahLst/>
              <a:cxnLst/>
              <a:rect l="l" t="t" r="r" b="b"/>
              <a:pathLst>
                <a:path w="1969" h="1969" extrusionOk="0">
                  <a:moveTo>
                    <a:pt x="167" y="1"/>
                  </a:moveTo>
                  <a:cubicBezTo>
                    <a:pt x="134" y="1"/>
                    <a:pt x="0" y="168"/>
                    <a:pt x="0" y="201"/>
                  </a:cubicBezTo>
                  <a:cubicBezTo>
                    <a:pt x="0" y="201"/>
                    <a:pt x="467" y="801"/>
                    <a:pt x="834" y="1135"/>
                  </a:cubicBezTo>
                  <a:cubicBezTo>
                    <a:pt x="1168" y="1469"/>
                    <a:pt x="1768" y="1969"/>
                    <a:pt x="1768" y="1969"/>
                  </a:cubicBezTo>
                  <a:cubicBezTo>
                    <a:pt x="1801" y="1969"/>
                    <a:pt x="1968" y="1835"/>
                    <a:pt x="1968" y="1802"/>
                  </a:cubicBezTo>
                  <a:cubicBezTo>
                    <a:pt x="1968" y="1802"/>
                    <a:pt x="1535" y="1135"/>
                    <a:pt x="1201" y="768"/>
                  </a:cubicBezTo>
                  <a:cubicBezTo>
                    <a:pt x="834" y="434"/>
                    <a:pt x="167" y="1"/>
                    <a:pt x="167"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76" name="Google Shape;6076;p70"/>
            <p:cNvSpPr/>
            <p:nvPr/>
          </p:nvSpPr>
          <p:spPr>
            <a:xfrm>
              <a:off x="4199000" y="2578125"/>
              <a:ext cx="48400" cy="52550"/>
            </a:xfrm>
            <a:custGeom>
              <a:avLst/>
              <a:gdLst/>
              <a:ahLst/>
              <a:cxnLst/>
              <a:rect l="l" t="t" r="r" b="b"/>
              <a:pathLst>
                <a:path w="1936" h="2102" extrusionOk="0">
                  <a:moveTo>
                    <a:pt x="167" y="0"/>
                  </a:moveTo>
                  <a:cubicBezTo>
                    <a:pt x="101" y="0"/>
                    <a:pt x="1" y="167"/>
                    <a:pt x="1" y="234"/>
                  </a:cubicBezTo>
                  <a:cubicBezTo>
                    <a:pt x="1" y="234"/>
                    <a:pt x="501" y="801"/>
                    <a:pt x="835" y="1168"/>
                  </a:cubicBezTo>
                  <a:cubicBezTo>
                    <a:pt x="1168" y="1568"/>
                    <a:pt x="1735" y="2102"/>
                    <a:pt x="1735" y="2102"/>
                  </a:cubicBezTo>
                  <a:cubicBezTo>
                    <a:pt x="1769" y="2102"/>
                    <a:pt x="1935" y="1968"/>
                    <a:pt x="1935" y="1935"/>
                  </a:cubicBezTo>
                  <a:cubicBezTo>
                    <a:pt x="1935" y="1935"/>
                    <a:pt x="1535" y="1235"/>
                    <a:pt x="1201" y="834"/>
                  </a:cubicBezTo>
                  <a:cubicBezTo>
                    <a:pt x="1001" y="634"/>
                    <a:pt x="734" y="434"/>
                    <a:pt x="534" y="267"/>
                  </a:cubicBezTo>
                  <a:cubicBezTo>
                    <a:pt x="301" y="134"/>
                    <a:pt x="167" y="0"/>
                    <a:pt x="167"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77" name="Google Shape;6077;p70"/>
            <p:cNvSpPr/>
            <p:nvPr/>
          </p:nvSpPr>
          <p:spPr>
            <a:xfrm>
              <a:off x="4257375" y="2590625"/>
              <a:ext cx="39225" cy="43500"/>
            </a:xfrm>
            <a:custGeom>
              <a:avLst/>
              <a:gdLst/>
              <a:ahLst/>
              <a:cxnLst/>
              <a:rect l="l" t="t" r="r" b="b"/>
              <a:pathLst>
                <a:path w="1569" h="1740" extrusionOk="0">
                  <a:moveTo>
                    <a:pt x="201" y="1"/>
                  </a:moveTo>
                  <a:cubicBezTo>
                    <a:pt x="167" y="1"/>
                    <a:pt x="1" y="167"/>
                    <a:pt x="1" y="167"/>
                  </a:cubicBezTo>
                  <a:cubicBezTo>
                    <a:pt x="1" y="167"/>
                    <a:pt x="334" y="735"/>
                    <a:pt x="568" y="1068"/>
                  </a:cubicBezTo>
                  <a:cubicBezTo>
                    <a:pt x="868" y="1335"/>
                    <a:pt x="1368" y="1735"/>
                    <a:pt x="1368" y="1735"/>
                  </a:cubicBezTo>
                  <a:cubicBezTo>
                    <a:pt x="1371" y="1738"/>
                    <a:pt x="1375" y="1740"/>
                    <a:pt x="1379" y="1740"/>
                  </a:cubicBezTo>
                  <a:cubicBezTo>
                    <a:pt x="1424" y="1740"/>
                    <a:pt x="1538" y="1590"/>
                    <a:pt x="1568" y="1468"/>
                  </a:cubicBezTo>
                  <a:cubicBezTo>
                    <a:pt x="1568" y="1468"/>
                    <a:pt x="1201" y="968"/>
                    <a:pt x="935" y="668"/>
                  </a:cubicBezTo>
                  <a:cubicBezTo>
                    <a:pt x="701" y="401"/>
                    <a:pt x="201" y="1"/>
                    <a:pt x="201"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78" name="Google Shape;6078;p70"/>
            <p:cNvSpPr/>
            <p:nvPr/>
          </p:nvSpPr>
          <p:spPr>
            <a:xfrm>
              <a:off x="3546950" y="2861650"/>
              <a:ext cx="391900" cy="922350"/>
            </a:xfrm>
            <a:custGeom>
              <a:avLst/>
              <a:gdLst/>
              <a:ahLst/>
              <a:cxnLst/>
              <a:rect l="l" t="t" r="r" b="b"/>
              <a:pathLst>
                <a:path w="15676" h="36894" extrusionOk="0">
                  <a:moveTo>
                    <a:pt x="372" y="546"/>
                  </a:moveTo>
                  <a:cubicBezTo>
                    <a:pt x="477" y="580"/>
                    <a:pt x="619" y="601"/>
                    <a:pt x="798" y="601"/>
                  </a:cubicBezTo>
                  <a:cubicBezTo>
                    <a:pt x="798" y="601"/>
                    <a:pt x="3767" y="635"/>
                    <a:pt x="14908" y="668"/>
                  </a:cubicBezTo>
                  <a:cubicBezTo>
                    <a:pt x="14908" y="701"/>
                    <a:pt x="14908" y="768"/>
                    <a:pt x="14841" y="835"/>
                  </a:cubicBezTo>
                  <a:cubicBezTo>
                    <a:pt x="14808" y="1035"/>
                    <a:pt x="14775" y="1302"/>
                    <a:pt x="14674" y="1602"/>
                  </a:cubicBezTo>
                  <a:cubicBezTo>
                    <a:pt x="14508" y="2202"/>
                    <a:pt x="14341" y="2970"/>
                    <a:pt x="14141" y="3870"/>
                  </a:cubicBezTo>
                  <a:cubicBezTo>
                    <a:pt x="13740" y="5672"/>
                    <a:pt x="13207" y="8007"/>
                    <a:pt x="12640" y="10608"/>
                  </a:cubicBezTo>
                  <a:cubicBezTo>
                    <a:pt x="11506" y="15779"/>
                    <a:pt x="10138" y="22017"/>
                    <a:pt x="8970" y="27320"/>
                  </a:cubicBezTo>
                  <a:cubicBezTo>
                    <a:pt x="8670" y="28788"/>
                    <a:pt x="8337" y="30289"/>
                    <a:pt x="8070" y="31623"/>
                  </a:cubicBezTo>
                  <a:cubicBezTo>
                    <a:pt x="7970" y="31957"/>
                    <a:pt x="7936" y="32291"/>
                    <a:pt x="7836" y="32591"/>
                  </a:cubicBezTo>
                  <a:lnTo>
                    <a:pt x="7836" y="32624"/>
                  </a:lnTo>
                  <a:lnTo>
                    <a:pt x="7836" y="32691"/>
                  </a:lnTo>
                  <a:cubicBezTo>
                    <a:pt x="4167" y="16846"/>
                    <a:pt x="564" y="1002"/>
                    <a:pt x="564" y="1002"/>
                  </a:cubicBezTo>
                  <a:cubicBezTo>
                    <a:pt x="507" y="796"/>
                    <a:pt x="439" y="645"/>
                    <a:pt x="372" y="546"/>
                  </a:cubicBezTo>
                  <a:close/>
                  <a:moveTo>
                    <a:pt x="15675" y="1"/>
                  </a:moveTo>
                  <a:cubicBezTo>
                    <a:pt x="3933" y="101"/>
                    <a:pt x="798" y="101"/>
                    <a:pt x="798" y="101"/>
                  </a:cubicBezTo>
                  <a:cubicBezTo>
                    <a:pt x="303" y="101"/>
                    <a:pt x="90" y="264"/>
                    <a:pt x="160" y="404"/>
                  </a:cubicBezTo>
                  <a:lnTo>
                    <a:pt x="160" y="404"/>
                  </a:lnTo>
                  <a:cubicBezTo>
                    <a:pt x="58" y="430"/>
                    <a:pt x="1" y="637"/>
                    <a:pt x="64" y="1002"/>
                  </a:cubicBezTo>
                  <a:cubicBezTo>
                    <a:pt x="64" y="1002"/>
                    <a:pt x="965" y="5271"/>
                    <a:pt x="2332" y="11609"/>
                  </a:cubicBezTo>
                  <a:cubicBezTo>
                    <a:pt x="2999" y="14778"/>
                    <a:pt x="3800" y="18481"/>
                    <a:pt x="4667" y="22450"/>
                  </a:cubicBezTo>
                  <a:cubicBezTo>
                    <a:pt x="5668" y="27053"/>
                    <a:pt x="6769" y="31990"/>
                    <a:pt x="7836" y="36894"/>
                  </a:cubicBezTo>
                  <a:cubicBezTo>
                    <a:pt x="8170" y="35226"/>
                    <a:pt x="9104" y="31156"/>
                    <a:pt x="9904" y="27487"/>
                  </a:cubicBezTo>
                  <a:cubicBezTo>
                    <a:pt x="11072" y="22183"/>
                    <a:pt x="12406" y="15946"/>
                    <a:pt x="13474" y="10708"/>
                  </a:cubicBezTo>
                  <a:cubicBezTo>
                    <a:pt x="14007" y="8107"/>
                    <a:pt x="14508" y="5772"/>
                    <a:pt x="14908" y="3970"/>
                  </a:cubicBezTo>
                  <a:cubicBezTo>
                    <a:pt x="15275" y="1969"/>
                    <a:pt x="15542" y="535"/>
                    <a:pt x="15675"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79" name="Google Shape;6079;p70"/>
            <p:cNvSpPr/>
            <p:nvPr/>
          </p:nvSpPr>
          <p:spPr>
            <a:xfrm>
              <a:off x="3732000" y="2935875"/>
              <a:ext cx="25050" cy="789350"/>
            </a:xfrm>
            <a:custGeom>
              <a:avLst/>
              <a:gdLst/>
              <a:ahLst/>
              <a:cxnLst/>
              <a:rect l="l" t="t" r="r" b="b"/>
              <a:pathLst>
                <a:path w="1002" h="31574" extrusionOk="0">
                  <a:moveTo>
                    <a:pt x="484" y="1"/>
                  </a:moveTo>
                  <a:cubicBezTo>
                    <a:pt x="368" y="1"/>
                    <a:pt x="251" y="67"/>
                    <a:pt x="234" y="201"/>
                  </a:cubicBezTo>
                  <a:cubicBezTo>
                    <a:pt x="234" y="201"/>
                    <a:pt x="1" y="9674"/>
                    <a:pt x="1" y="15779"/>
                  </a:cubicBezTo>
                  <a:cubicBezTo>
                    <a:pt x="1" y="21850"/>
                    <a:pt x="234" y="31323"/>
                    <a:pt x="234" y="31323"/>
                  </a:cubicBezTo>
                  <a:cubicBezTo>
                    <a:pt x="234" y="31490"/>
                    <a:pt x="359" y="31573"/>
                    <a:pt x="484" y="31573"/>
                  </a:cubicBezTo>
                  <a:cubicBezTo>
                    <a:pt x="609" y="31573"/>
                    <a:pt x="734" y="31490"/>
                    <a:pt x="734" y="31323"/>
                  </a:cubicBezTo>
                  <a:cubicBezTo>
                    <a:pt x="734" y="31323"/>
                    <a:pt x="1001" y="21850"/>
                    <a:pt x="1001" y="15779"/>
                  </a:cubicBezTo>
                  <a:cubicBezTo>
                    <a:pt x="935" y="9674"/>
                    <a:pt x="734" y="201"/>
                    <a:pt x="734" y="201"/>
                  </a:cubicBezTo>
                  <a:cubicBezTo>
                    <a:pt x="718" y="67"/>
                    <a:pt x="601" y="1"/>
                    <a:pt x="484"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80" name="Google Shape;6080;p70"/>
            <p:cNvSpPr/>
            <p:nvPr/>
          </p:nvSpPr>
          <p:spPr>
            <a:xfrm>
              <a:off x="3550275" y="2873250"/>
              <a:ext cx="200750" cy="198850"/>
            </a:xfrm>
            <a:custGeom>
              <a:avLst/>
              <a:gdLst/>
              <a:ahLst/>
              <a:cxnLst/>
              <a:rect l="l" t="t" r="r" b="b"/>
              <a:pathLst>
                <a:path w="8030" h="7954" extrusionOk="0">
                  <a:moveTo>
                    <a:pt x="274" y="0"/>
                  </a:moveTo>
                  <a:cubicBezTo>
                    <a:pt x="169" y="0"/>
                    <a:pt x="0" y="178"/>
                    <a:pt x="31" y="271"/>
                  </a:cubicBezTo>
                  <a:cubicBezTo>
                    <a:pt x="31" y="271"/>
                    <a:pt x="2266" y="2706"/>
                    <a:pt x="3767" y="4207"/>
                  </a:cubicBezTo>
                  <a:cubicBezTo>
                    <a:pt x="5268" y="5708"/>
                    <a:pt x="7703" y="7943"/>
                    <a:pt x="7703" y="7943"/>
                  </a:cubicBezTo>
                  <a:cubicBezTo>
                    <a:pt x="7714" y="7950"/>
                    <a:pt x="7727" y="7953"/>
                    <a:pt x="7740" y="7953"/>
                  </a:cubicBezTo>
                  <a:cubicBezTo>
                    <a:pt x="7851" y="7953"/>
                    <a:pt x="8030" y="7735"/>
                    <a:pt x="7970" y="7676"/>
                  </a:cubicBezTo>
                  <a:cubicBezTo>
                    <a:pt x="7970" y="7676"/>
                    <a:pt x="5769" y="5208"/>
                    <a:pt x="4267" y="3706"/>
                  </a:cubicBezTo>
                  <a:cubicBezTo>
                    <a:pt x="2766" y="2205"/>
                    <a:pt x="298" y="4"/>
                    <a:pt x="298" y="4"/>
                  </a:cubicBezTo>
                  <a:cubicBezTo>
                    <a:pt x="290" y="1"/>
                    <a:pt x="282" y="0"/>
                    <a:pt x="274"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81" name="Google Shape;6081;p70"/>
            <p:cNvSpPr/>
            <p:nvPr/>
          </p:nvSpPr>
          <p:spPr>
            <a:xfrm>
              <a:off x="3567275" y="2971175"/>
              <a:ext cx="176875" cy="173775"/>
            </a:xfrm>
            <a:custGeom>
              <a:avLst/>
              <a:gdLst/>
              <a:ahLst/>
              <a:cxnLst/>
              <a:rect l="l" t="t" r="r" b="b"/>
              <a:pathLst>
                <a:path w="7075" h="6951" extrusionOk="0">
                  <a:moveTo>
                    <a:pt x="275" y="1"/>
                  </a:moveTo>
                  <a:cubicBezTo>
                    <a:pt x="178" y="1"/>
                    <a:pt x="0" y="200"/>
                    <a:pt x="85" y="256"/>
                  </a:cubicBezTo>
                  <a:cubicBezTo>
                    <a:pt x="85" y="256"/>
                    <a:pt x="1986" y="2391"/>
                    <a:pt x="3287" y="3726"/>
                  </a:cubicBezTo>
                  <a:cubicBezTo>
                    <a:pt x="4588" y="5027"/>
                    <a:pt x="6756" y="6928"/>
                    <a:pt x="6756" y="6928"/>
                  </a:cubicBezTo>
                  <a:cubicBezTo>
                    <a:pt x="6762" y="6943"/>
                    <a:pt x="6773" y="6950"/>
                    <a:pt x="6789" y="6950"/>
                  </a:cubicBezTo>
                  <a:cubicBezTo>
                    <a:pt x="6873" y="6950"/>
                    <a:pt x="7074" y="6751"/>
                    <a:pt x="6990" y="6694"/>
                  </a:cubicBezTo>
                  <a:cubicBezTo>
                    <a:pt x="6990" y="6694"/>
                    <a:pt x="5089" y="4560"/>
                    <a:pt x="3788" y="3225"/>
                  </a:cubicBezTo>
                  <a:cubicBezTo>
                    <a:pt x="2487" y="1924"/>
                    <a:pt x="318" y="23"/>
                    <a:pt x="318" y="23"/>
                  </a:cubicBezTo>
                  <a:cubicBezTo>
                    <a:pt x="308" y="7"/>
                    <a:pt x="293" y="1"/>
                    <a:pt x="275"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82" name="Google Shape;6082;p70"/>
            <p:cNvSpPr/>
            <p:nvPr/>
          </p:nvSpPr>
          <p:spPr>
            <a:xfrm>
              <a:off x="3592000" y="3071500"/>
              <a:ext cx="148175" cy="146525"/>
            </a:xfrm>
            <a:custGeom>
              <a:avLst/>
              <a:gdLst/>
              <a:ahLst/>
              <a:cxnLst/>
              <a:rect l="l" t="t" r="r" b="b"/>
              <a:pathLst>
                <a:path w="5927" h="5861" extrusionOk="0">
                  <a:moveTo>
                    <a:pt x="256" y="1"/>
                  </a:moveTo>
                  <a:cubicBezTo>
                    <a:pt x="151" y="1"/>
                    <a:pt x="1" y="188"/>
                    <a:pt x="30" y="246"/>
                  </a:cubicBezTo>
                  <a:cubicBezTo>
                    <a:pt x="30" y="246"/>
                    <a:pt x="1631" y="2081"/>
                    <a:pt x="2699" y="3182"/>
                  </a:cubicBezTo>
                  <a:cubicBezTo>
                    <a:pt x="3799" y="4249"/>
                    <a:pt x="5634" y="5850"/>
                    <a:pt x="5634" y="5850"/>
                  </a:cubicBezTo>
                  <a:cubicBezTo>
                    <a:pt x="5638" y="5858"/>
                    <a:pt x="5644" y="5861"/>
                    <a:pt x="5653" y="5861"/>
                  </a:cubicBezTo>
                  <a:cubicBezTo>
                    <a:pt x="5722" y="5861"/>
                    <a:pt x="5927" y="5643"/>
                    <a:pt x="5867" y="5583"/>
                  </a:cubicBezTo>
                  <a:cubicBezTo>
                    <a:pt x="5867" y="5583"/>
                    <a:pt x="4300" y="3749"/>
                    <a:pt x="3199" y="2681"/>
                  </a:cubicBezTo>
                  <a:cubicBezTo>
                    <a:pt x="2131" y="1581"/>
                    <a:pt x="297" y="13"/>
                    <a:pt x="297" y="13"/>
                  </a:cubicBezTo>
                  <a:cubicBezTo>
                    <a:pt x="285" y="5"/>
                    <a:pt x="271" y="1"/>
                    <a:pt x="256"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83" name="Google Shape;6083;p70"/>
            <p:cNvSpPr/>
            <p:nvPr/>
          </p:nvSpPr>
          <p:spPr>
            <a:xfrm>
              <a:off x="3620250" y="3171050"/>
              <a:ext cx="116725" cy="116025"/>
            </a:xfrm>
            <a:custGeom>
              <a:avLst/>
              <a:gdLst/>
              <a:ahLst/>
              <a:cxnLst/>
              <a:rect l="l" t="t" r="r" b="b"/>
              <a:pathLst>
                <a:path w="4669" h="4641" extrusionOk="0">
                  <a:moveTo>
                    <a:pt x="234" y="0"/>
                  </a:moveTo>
                  <a:cubicBezTo>
                    <a:pt x="201" y="0"/>
                    <a:pt x="1" y="234"/>
                    <a:pt x="1" y="267"/>
                  </a:cubicBezTo>
                  <a:cubicBezTo>
                    <a:pt x="1" y="267"/>
                    <a:pt x="1202" y="1668"/>
                    <a:pt x="2069" y="2569"/>
                  </a:cubicBezTo>
                  <a:cubicBezTo>
                    <a:pt x="2903" y="3436"/>
                    <a:pt x="4371" y="4637"/>
                    <a:pt x="4371" y="4637"/>
                  </a:cubicBezTo>
                  <a:cubicBezTo>
                    <a:pt x="4373" y="4639"/>
                    <a:pt x="4376" y="4640"/>
                    <a:pt x="4380" y="4640"/>
                  </a:cubicBezTo>
                  <a:cubicBezTo>
                    <a:pt x="4438" y="4640"/>
                    <a:pt x="4669" y="4435"/>
                    <a:pt x="4637" y="4403"/>
                  </a:cubicBezTo>
                  <a:cubicBezTo>
                    <a:pt x="4637" y="4403"/>
                    <a:pt x="3403" y="2969"/>
                    <a:pt x="2536" y="2102"/>
                  </a:cubicBezTo>
                  <a:cubicBezTo>
                    <a:pt x="1702" y="1235"/>
                    <a:pt x="234" y="0"/>
                    <a:pt x="234"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84" name="Google Shape;6084;p70"/>
            <p:cNvSpPr/>
            <p:nvPr/>
          </p:nvSpPr>
          <p:spPr>
            <a:xfrm>
              <a:off x="3637025" y="3259150"/>
              <a:ext cx="104125" cy="102125"/>
            </a:xfrm>
            <a:custGeom>
              <a:avLst/>
              <a:gdLst/>
              <a:ahLst/>
              <a:cxnLst/>
              <a:rect l="l" t="t" r="r" b="b"/>
              <a:pathLst>
                <a:path w="4165" h="4085" extrusionOk="0">
                  <a:moveTo>
                    <a:pt x="266" y="0"/>
                  </a:moveTo>
                  <a:cubicBezTo>
                    <a:pt x="177" y="0"/>
                    <a:pt x="1" y="187"/>
                    <a:pt x="30" y="246"/>
                  </a:cubicBezTo>
                  <a:cubicBezTo>
                    <a:pt x="30" y="246"/>
                    <a:pt x="1064" y="1547"/>
                    <a:pt x="1832" y="2280"/>
                  </a:cubicBezTo>
                  <a:cubicBezTo>
                    <a:pt x="2565" y="3048"/>
                    <a:pt x="3866" y="4082"/>
                    <a:pt x="3866" y="4082"/>
                  </a:cubicBezTo>
                  <a:cubicBezTo>
                    <a:pt x="3869" y="4084"/>
                    <a:pt x="3872" y="4085"/>
                    <a:pt x="3876" y="4085"/>
                  </a:cubicBezTo>
                  <a:cubicBezTo>
                    <a:pt x="3934" y="4085"/>
                    <a:pt x="4164" y="3879"/>
                    <a:pt x="4133" y="3848"/>
                  </a:cubicBezTo>
                  <a:cubicBezTo>
                    <a:pt x="4133" y="3848"/>
                    <a:pt x="3066" y="2547"/>
                    <a:pt x="2332" y="1780"/>
                  </a:cubicBezTo>
                  <a:cubicBezTo>
                    <a:pt x="1565" y="1046"/>
                    <a:pt x="297" y="12"/>
                    <a:pt x="297" y="12"/>
                  </a:cubicBezTo>
                  <a:cubicBezTo>
                    <a:pt x="289" y="4"/>
                    <a:pt x="278" y="0"/>
                    <a:pt x="266"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85" name="Google Shape;6085;p70"/>
            <p:cNvSpPr/>
            <p:nvPr/>
          </p:nvSpPr>
          <p:spPr>
            <a:xfrm>
              <a:off x="3654450" y="3345325"/>
              <a:ext cx="86700" cy="86000"/>
            </a:xfrm>
            <a:custGeom>
              <a:avLst/>
              <a:gdLst/>
              <a:ahLst/>
              <a:cxnLst/>
              <a:rect l="l" t="t" r="r" b="b"/>
              <a:pathLst>
                <a:path w="3468" h="3440" extrusionOk="0">
                  <a:moveTo>
                    <a:pt x="267" y="1"/>
                  </a:moveTo>
                  <a:cubicBezTo>
                    <a:pt x="201" y="1"/>
                    <a:pt x="0" y="234"/>
                    <a:pt x="0" y="268"/>
                  </a:cubicBezTo>
                  <a:cubicBezTo>
                    <a:pt x="0" y="268"/>
                    <a:pt x="834" y="1335"/>
                    <a:pt x="1468" y="1969"/>
                  </a:cubicBezTo>
                  <a:cubicBezTo>
                    <a:pt x="2102" y="2603"/>
                    <a:pt x="3169" y="3437"/>
                    <a:pt x="3169" y="3437"/>
                  </a:cubicBezTo>
                  <a:cubicBezTo>
                    <a:pt x="3172" y="3439"/>
                    <a:pt x="3175" y="3440"/>
                    <a:pt x="3179" y="3440"/>
                  </a:cubicBezTo>
                  <a:cubicBezTo>
                    <a:pt x="3237" y="3440"/>
                    <a:pt x="3467" y="3232"/>
                    <a:pt x="3436" y="3170"/>
                  </a:cubicBezTo>
                  <a:cubicBezTo>
                    <a:pt x="3436" y="3170"/>
                    <a:pt x="2602" y="2102"/>
                    <a:pt x="1968" y="1469"/>
                  </a:cubicBezTo>
                  <a:cubicBezTo>
                    <a:pt x="1335" y="835"/>
                    <a:pt x="267" y="1"/>
                    <a:pt x="267"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86" name="Google Shape;6086;p70"/>
            <p:cNvSpPr/>
            <p:nvPr/>
          </p:nvSpPr>
          <p:spPr>
            <a:xfrm>
              <a:off x="3675300" y="3424550"/>
              <a:ext cx="69225" cy="69325"/>
            </a:xfrm>
            <a:custGeom>
              <a:avLst/>
              <a:gdLst/>
              <a:ahLst/>
              <a:cxnLst/>
              <a:rect l="l" t="t" r="r" b="b"/>
              <a:pathLst>
                <a:path w="2769" h="2773" extrusionOk="0">
                  <a:moveTo>
                    <a:pt x="267" y="1"/>
                  </a:moveTo>
                  <a:cubicBezTo>
                    <a:pt x="200" y="1"/>
                    <a:pt x="0" y="268"/>
                    <a:pt x="0" y="268"/>
                  </a:cubicBezTo>
                  <a:cubicBezTo>
                    <a:pt x="0" y="268"/>
                    <a:pt x="634" y="1135"/>
                    <a:pt x="1134" y="1635"/>
                  </a:cubicBezTo>
                  <a:cubicBezTo>
                    <a:pt x="1635" y="2136"/>
                    <a:pt x="2502" y="2770"/>
                    <a:pt x="2502" y="2770"/>
                  </a:cubicBezTo>
                  <a:cubicBezTo>
                    <a:pt x="2502" y="2772"/>
                    <a:pt x="2503" y="2773"/>
                    <a:pt x="2505" y="2773"/>
                  </a:cubicBezTo>
                  <a:cubicBezTo>
                    <a:pt x="2536" y="2773"/>
                    <a:pt x="2769" y="2565"/>
                    <a:pt x="2769" y="2503"/>
                  </a:cubicBezTo>
                  <a:cubicBezTo>
                    <a:pt x="2769" y="2503"/>
                    <a:pt x="2135" y="1635"/>
                    <a:pt x="1635" y="1135"/>
                  </a:cubicBezTo>
                  <a:cubicBezTo>
                    <a:pt x="1134" y="635"/>
                    <a:pt x="267" y="1"/>
                    <a:pt x="267"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87" name="Google Shape;6087;p70"/>
            <p:cNvSpPr/>
            <p:nvPr/>
          </p:nvSpPr>
          <p:spPr>
            <a:xfrm>
              <a:off x="3692800" y="3494600"/>
              <a:ext cx="50075" cy="50150"/>
            </a:xfrm>
            <a:custGeom>
              <a:avLst/>
              <a:gdLst/>
              <a:ahLst/>
              <a:cxnLst/>
              <a:rect l="l" t="t" r="r" b="b"/>
              <a:pathLst>
                <a:path w="2003" h="2006" extrusionOk="0">
                  <a:moveTo>
                    <a:pt x="268" y="1"/>
                  </a:moveTo>
                  <a:cubicBezTo>
                    <a:pt x="234" y="1"/>
                    <a:pt x="1" y="201"/>
                    <a:pt x="1" y="268"/>
                  </a:cubicBezTo>
                  <a:cubicBezTo>
                    <a:pt x="1" y="268"/>
                    <a:pt x="434" y="902"/>
                    <a:pt x="768" y="1235"/>
                  </a:cubicBezTo>
                  <a:cubicBezTo>
                    <a:pt x="1102" y="1602"/>
                    <a:pt x="1769" y="2002"/>
                    <a:pt x="1769" y="2002"/>
                  </a:cubicBezTo>
                  <a:cubicBezTo>
                    <a:pt x="1769" y="2005"/>
                    <a:pt x="1770" y="2006"/>
                    <a:pt x="1772" y="2006"/>
                  </a:cubicBezTo>
                  <a:cubicBezTo>
                    <a:pt x="1799" y="2006"/>
                    <a:pt x="2002" y="1798"/>
                    <a:pt x="2002" y="1735"/>
                  </a:cubicBezTo>
                  <a:cubicBezTo>
                    <a:pt x="2002" y="1735"/>
                    <a:pt x="1602" y="1102"/>
                    <a:pt x="1268" y="768"/>
                  </a:cubicBezTo>
                  <a:cubicBezTo>
                    <a:pt x="935" y="401"/>
                    <a:pt x="268" y="1"/>
                    <a:pt x="268"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88" name="Google Shape;6088;p70"/>
            <p:cNvSpPr/>
            <p:nvPr/>
          </p:nvSpPr>
          <p:spPr>
            <a:xfrm>
              <a:off x="3686125" y="2931700"/>
              <a:ext cx="60075" cy="60975"/>
            </a:xfrm>
            <a:custGeom>
              <a:avLst/>
              <a:gdLst/>
              <a:ahLst/>
              <a:cxnLst/>
              <a:rect l="l" t="t" r="r" b="b"/>
              <a:pathLst>
                <a:path w="2403" h="2439" extrusionOk="0">
                  <a:moveTo>
                    <a:pt x="234" y="1"/>
                  </a:moveTo>
                  <a:cubicBezTo>
                    <a:pt x="201" y="1"/>
                    <a:pt x="1" y="201"/>
                    <a:pt x="1" y="268"/>
                  </a:cubicBezTo>
                  <a:cubicBezTo>
                    <a:pt x="1" y="268"/>
                    <a:pt x="535" y="1035"/>
                    <a:pt x="935" y="1469"/>
                  </a:cubicBezTo>
                  <a:cubicBezTo>
                    <a:pt x="1369" y="1869"/>
                    <a:pt x="2169" y="2436"/>
                    <a:pt x="2169" y="2436"/>
                  </a:cubicBezTo>
                  <a:cubicBezTo>
                    <a:pt x="2169" y="2438"/>
                    <a:pt x="2170" y="2439"/>
                    <a:pt x="2171" y="2439"/>
                  </a:cubicBezTo>
                  <a:cubicBezTo>
                    <a:pt x="2196" y="2439"/>
                    <a:pt x="2403" y="2200"/>
                    <a:pt x="2403" y="2169"/>
                  </a:cubicBezTo>
                  <a:cubicBezTo>
                    <a:pt x="2403" y="2169"/>
                    <a:pt x="1869" y="1368"/>
                    <a:pt x="1435" y="968"/>
                  </a:cubicBezTo>
                  <a:cubicBezTo>
                    <a:pt x="1035" y="535"/>
                    <a:pt x="234" y="1"/>
                    <a:pt x="234"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89" name="Google Shape;6089;p70"/>
            <p:cNvSpPr/>
            <p:nvPr/>
          </p:nvSpPr>
          <p:spPr>
            <a:xfrm>
              <a:off x="3709475" y="3574675"/>
              <a:ext cx="33400" cy="33375"/>
            </a:xfrm>
            <a:custGeom>
              <a:avLst/>
              <a:gdLst/>
              <a:ahLst/>
              <a:cxnLst/>
              <a:rect l="l" t="t" r="r" b="b"/>
              <a:pathLst>
                <a:path w="1336" h="1335" extrusionOk="0">
                  <a:moveTo>
                    <a:pt x="268" y="0"/>
                  </a:moveTo>
                  <a:cubicBezTo>
                    <a:pt x="268" y="0"/>
                    <a:pt x="1" y="234"/>
                    <a:pt x="1" y="267"/>
                  </a:cubicBezTo>
                  <a:cubicBezTo>
                    <a:pt x="1" y="267"/>
                    <a:pt x="234" y="734"/>
                    <a:pt x="435" y="934"/>
                  </a:cubicBezTo>
                  <a:cubicBezTo>
                    <a:pt x="635" y="1134"/>
                    <a:pt x="1102" y="1334"/>
                    <a:pt x="1102" y="1334"/>
                  </a:cubicBezTo>
                  <a:lnTo>
                    <a:pt x="1335" y="1101"/>
                  </a:lnTo>
                  <a:cubicBezTo>
                    <a:pt x="1335" y="1101"/>
                    <a:pt x="1135" y="634"/>
                    <a:pt x="935" y="434"/>
                  </a:cubicBezTo>
                  <a:cubicBezTo>
                    <a:pt x="735" y="234"/>
                    <a:pt x="268" y="0"/>
                    <a:pt x="268"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90" name="Google Shape;6090;p70"/>
            <p:cNvSpPr/>
            <p:nvPr/>
          </p:nvSpPr>
          <p:spPr>
            <a:xfrm>
              <a:off x="3808025" y="2926400"/>
              <a:ext cx="91425" cy="85775"/>
            </a:xfrm>
            <a:custGeom>
              <a:avLst/>
              <a:gdLst/>
              <a:ahLst/>
              <a:cxnLst/>
              <a:rect l="l" t="t" r="r" b="b"/>
              <a:pathLst>
                <a:path w="3657" h="3431" extrusionOk="0">
                  <a:moveTo>
                    <a:pt x="3460" y="1"/>
                  </a:moveTo>
                  <a:cubicBezTo>
                    <a:pt x="3449" y="1"/>
                    <a:pt x="3439" y="4"/>
                    <a:pt x="3431" y="13"/>
                  </a:cubicBezTo>
                  <a:cubicBezTo>
                    <a:pt x="3431" y="13"/>
                    <a:pt x="2330" y="913"/>
                    <a:pt x="1663" y="1547"/>
                  </a:cubicBezTo>
                  <a:cubicBezTo>
                    <a:pt x="996" y="2181"/>
                    <a:pt x="28" y="3248"/>
                    <a:pt x="28" y="3248"/>
                  </a:cubicBezTo>
                  <a:cubicBezTo>
                    <a:pt x="1" y="3304"/>
                    <a:pt x="113" y="3431"/>
                    <a:pt x="170" y="3431"/>
                  </a:cubicBezTo>
                  <a:cubicBezTo>
                    <a:pt x="181" y="3431"/>
                    <a:pt x="190" y="3426"/>
                    <a:pt x="195" y="3415"/>
                  </a:cubicBezTo>
                  <a:cubicBezTo>
                    <a:pt x="195" y="3415"/>
                    <a:pt x="1329" y="2514"/>
                    <a:pt x="1997" y="1881"/>
                  </a:cubicBezTo>
                  <a:cubicBezTo>
                    <a:pt x="2664" y="1247"/>
                    <a:pt x="3598" y="179"/>
                    <a:pt x="3598" y="179"/>
                  </a:cubicBezTo>
                  <a:cubicBezTo>
                    <a:pt x="3656" y="179"/>
                    <a:pt x="3536" y="1"/>
                    <a:pt x="3460"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91" name="Google Shape;6091;p70"/>
            <p:cNvSpPr/>
            <p:nvPr/>
          </p:nvSpPr>
          <p:spPr>
            <a:xfrm>
              <a:off x="3846250" y="2989250"/>
              <a:ext cx="32550" cy="33500"/>
            </a:xfrm>
            <a:custGeom>
              <a:avLst/>
              <a:gdLst/>
              <a:ahLst/>
              <a:cxnLst/>
              <a:rect l="l" t="t" r="r" b="b"/>
              <a:pathLst>
                <a:path w="1302" h="1340" extrusionOk="0">
                  <a:moveTo>
                    <a:pt x="1068" y="0"/>
                  </a:moveTo>
                  <a:cubicBezTo>
                    <a:pt x="1068" y="0"/>
                    <a:pt x="701" y="267"/>
                    <a:pt x="501" y="534"/>
                  </a:cubicBezTo>
                  <a:cubicBezTo>
                    <a:pt x="267" y="801"/>
                    <a:pt x="1" y="1201"/>
                    <a:pt x="1" y="1201"/>
                  </a:cubicBezTo>
                  <a:cubicBezTo>
                    <a:pt x="1" y="1201"/>
                    <a:pt x="138" y="1339"/>
                    <a:pt x="189" y="1339"/>
                  </a:cubicBezTo>
                  <a:cubicBezTo>
                    <a:pt x="194" y="1339"/>
                    <a:pt x="198" y="1338"/>
                    <a:pt x="201" y="1335"/>
                  </a:cubicBezTo>
                  <a:cubicBezTo>
                    <a:pt x="201" y="1335"/>
                    <a:pt x="634" y="1068"/>
                    <a:pt x="868" y="834"/>
                  </a:cubicBezTo>
                  <a:cubicBezTo>
                    <a:pt x="968" y="701"/>
                    <a:pt x="1068" y="534"/>
                    <a:pt x="1168" y="367"/>
                  </a:cubicBezTo>
                  <a:cubicBezTo>
                    <a:pt x="1235" y="234"/>
                    <a:pt x="1301" y="134"/>
                    <a:pt x="1301" y="134"/>
                  </a:cubicBezTo>
                  <a:lnTo>
                    <a:pt x="1068" y="0"/>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92" name="Google Shape;6092;p70"/>
            <p:cNvSpPr/>
            <p:nvPr/>
          </p:nvSpPr>
          <p:spPr>
            <a:xfrm>
              <a:off x="3815400" y="3059300"/>
              <a:ext cx="50050" cy="48400"/>
            </a:xfrm>
            <a:custGeom>
              <a:avLst/>
              <a:gdLst/>
              <a:ahLst/>
              <a:cxnLst/>
              <a:rect l="l" t="t" r="r" b="b"/>
              <a:pathLst>
                <a:path w="2002" h="1936" extrusionOk="0">
                  <a:moveTo>
                    <a:pt x="1768" y="0"/>
                  </a:moveTo>
                  <a:cubicBezTo>
                    <a:pt x="1768" y="0"/>
                    <a:pt x="1201" y="434"/>
                    <a:pt x="868" y="834"/>
                  </a:cubicBezTo>
                  <a:cubicBezTo>
                    <a:pt x="534" y="1168"/>
                    <a:pt x="34" y="1735"/>
                    <a:pt x="34" y="1735"/>
                  </a:cubicBezTo>
                  <a:cubicBezTo>
                    <a:pt x="0" y="1735"/>
                    <a:pt x="100" y="1902"/>
                    <a:pt x="200" y="1935"/>
                  </a:cubicBezTo>
                  <a:cubicBezTo>
                    <a:pt x="200" y="1935"/>
                    <a:pt x="868" y="1535"/>
                    <a:pt x="1235" y="1201"/>
                  </a:cubicBezTo>
                  <a:cubicBezTo>
                    <a:pt x="1568" y="834"/>
                    <a:pt x="2002" y="167"/>
                    <a:pt x="2002" y="167"/>
                  </a:cubicBezTo>
                  <a:cubicBezTo>
                    <a:pt x="2002" y="101"/>
                    <a:pt x="1835" y="0"/>
                    <a:pt x="1768"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93" name="Google Shape;6093;p70"/>
            <p:cNvSpPr/>
            <p:nvPr/>
          </p:nvSpPr>
          <p:spPr>
            <a:xfrm>
              <a:off x="3794550" y="3131850"/>
              <a:ext cx="52550" cy="49225"/>
            </a:xfrm>
            <a:custGeom>
              <a:avLst/>
              <a:gdLst/>
              <a:ahLst/>
              <a:cxnLst/>
              <a:rect l="l" t="t" r="r" b="b"/>
              <a:pathLst>
                <a:path w="2102" h="1969" extrusionOk="0">
                  <a:moveTo>
                    <a:pt x="1902" y="1"/>
                  </a:moveTo>
                  <a:cubicBezTo>
                    <a:pt x="1902" y="1"/>
                    <a:pt x="1335" y="501"/>
                    <a:pt x="934" y="834"/>
                  </a:cubicBezTo>
                  <a:cubicBezTo>
                    <a:pt x="567" y="1168"/>
                    <a:pt x="34" y="1768"/>
                    <a:pt x="34" y="1768"/>
                  </a:cubicBezTo>
                  <a:cubicBezTo>
                    <a:pt x="0" y="1768"/>
                    <a:pt x="100" y="1935"/>
                    <a:pt x="201" y="1969"/>
                  </a:cubicBezTo>
                  <a:cubicBezTo>
                    <a:pt x="201" y="1969"/>
                    <a:pt x="901" y="1535"/>
                    <a:pt x="1268" y="1201"/>
                  </a:cubicBezTo>
                  <a:cubicBezTo>
                    <a:pt x="1501" y="1001"/>
                    <a:pt x="1702" y="734"/>
                    <a:pt x="1868" y="534"/>
                  </a:cubicBezTo>
                  <a:cubicBezTo>
                    <a:pt x="2002" y="334"/>
                    <a:pt x="2102" y="167"/>
                    <a:pt x="2102" y="167"/>
                  </a:cubicBezTo>
                  <a:cubicBezTo>
                    <a:pt x="2102" y="134"/>
                    <a:pt x="1935" y="1"/>
                    <a:pt x="1902"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94" name="Google Shape;6094;p70"/>
            <p:cNvSpPr/>
            <p:nvPr/>
          </p:nvSpPr>
          <p:spPr>
            <a:xfrm>
              <a:off x="3791200" y="3189400"/>
              <a:ext cx="42575" cy="39200"/>
            </a:xfrm>
            <a:custGeom>
              <a:avLst/>
              <a:gdLst/>
              <a:ahLst/>
              <a:cxnLst/>
              <a:rect l="l" t="t" r="r" b="b"/>
              <a:pathLst>
                <a:path w="1703" h="1568" extrusionOk="0">
                  <a:moveTo>
                    <a:pt x="1535" y="0"/>
                  </a:moveTo>
                  <a:cubicBezTo>
                    <a:pt x="1535" y="0"/>
                    <a:pt x="1002" y="334"/>
                    <a:pt x="668" y="567"/>
                  </a:cubicBezTo>
                  <a:cubicBezTo>
                    <a:pt x="368" y="867"/>
                    <a:pt x="1" y="1368"/>
                    <a:pt x="1" y="1368"/>
                  </a:cubicBezTo>
                  <a:cubicBezTo>
                    <a:pt x="1" y="1401"/>
                    <a:pt x="134" y="1568"/>
                    <a:pt x="234" y="1568"/>
                  </a:cubicBezTo>
                  <a:cubicBezTo>
                    <a:pt x="234" y="1568"/>
                    <a:pt x="735" y="1201"/>
                    <a:pt x="1035" y="968"/>
                  </a:cubicBezTo>
                  <a:cubicBezTo>
                    <a:pt x="1335" y="701"/>
                    <a:pt x="1702" y="200"/>
                    <a:pt x="1702" y="200"/>
                  </a:cubicBezTo>
                  <a:cubicBezTo>
                    <a:pt x="1702" y="167"/>
                    <a:pt x="1535" y="0"/>
                    <a:pt x="1535"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95" name="Google Shape;6095;p70"/>
            <p:cNvSpPr/>
            <p:nvPr/>
          </p:nvSpPr>
          <p:spPr>
            <a:xfrm>
              <a:off x="2641225" y="2484900"/>
              <a:ext cx="922350" cy="391800"/>
            </a:xfrm>
            <a:custGeom>
              <a:avLst/>
              <a:gdLst/>
              <a:ahLst/>
              <a:cxnLst/>
              <a:rect l="l" t="t" r="r" b="b"/>
              <a:pathLst>
                <a:path w="36894" h="15672" extrusionOk="0">
                  <a:moveTo>
                    <a:pt x="36402" y="294"/>
                  </a:moveTo>
                  <a:cubicBezTo>
                    <a:pt x="36356" y="406"/>
                    <a:pt x="36326" y="573"/>
                    <a:pt x="36326" y="794"/>
                  </a:cubicBezTo>
                  <a:cubicBezTo>
                    <a:pt x="36326" y="794"/>
                    <a:pt x="36293" y="3729"/>
                    <a:pt x="36226" y="14871"/>
                  </a:cubicBezTo>
                  <a:cubicBezTo>
                    <a:pt x="36193" y="14871"/>
                    <a:pt x="36160" y="14871"/>
                    <a:pt x="36060" y="14837"/>
                  </a:cubicBezTo>
                  <a:cubicBezTo>
                    <a:pt x="35859" y="14804"/>
                    <a:pt x="35626" y="14737"/>
                    <a:pt x="35326" y="14671"/>
                  </a:cubicBezTo>
                  <a:cubicBezTo>
                    <a:pt x="34692" y="14504"/>
                    <a:pt x="33958" y="14337"/>
                    <a:pt x="33024" y="14137"/>
                  </a:cubicBezTo>
                  <a:cubicBezTo>
                    <a:pt x="31223" y="13703"/>
                    <a:pt x="28888" y="13203"/>
                    <a:pt x="26319" y="12636"/>
                  </a:cubicBezTo>
                  <a:cubicBezTo>
                    <a:pt x="21149" y="11502"/>
                    <a:pt x="14878" y="10134"/>
                    <a:pt x="9607" y="8966"/>
                  </a:cubicBezTo>
                  <a:cubicBezTo>
                    <a:pt x="8140" y="8666"/>
                    <a:pt x="6639" y="8333"/>
                    <a:pt x="5304" y="8032"/>
                  </a:cubicBezTo>
                  <a:cubicBezTo>
                    <a:pt x="4971" y="7966"/>
                    <a:pt x="4637" y="7899"/>
                    <a:pt x="4337" y="7832"/>
                  </a:cubicBezTo>
                  <a:lnTo>
                    <a:pt x="4203" y="7832"/>
                  </a:lnTo>
                  <a:cubicBezTo>
                    <a:pt x="20048" y="4163"/>
                    <a:pt x="35893" y="527"/>
                    <a:pt x="35893" y="527"/>
                  </a:cubicBezTo>
                  <a:cubicBezTo>
                    <a:pt x="36140" y="458"/>
                    <a:pt x="36308" y="374"/>
                    <a:pt x="36402" y="294"/>
                  </a:cubicBezTo>
                  <a:close/>
                  <a:moveTo>
                    <a:pt x="36169" y="0"/>
                  </a:moveTo>
                  <a:cubicBezTo>
                    <a:pt x="36090" y="0"/>
                    <a:pt x="35998" y="8"/>
                    <a:pt x="35893" y="27"/>
                  </a:cubicBezTo>
                  <a:cubicBezTo>
                    <a:pt x="35893" y="27"/>
                    <a:pt x="31656" y="961"/>
                    <a:pt x="25319" y="2328"/>
                  </a:cubicBezTo>
                  <a:cubicBezTo>
                    <a:pt x="22150" y="2995"/>
                    <a:pt x="18447" y="3796"/>
                    <a:pt x="14477" y="4663"/>
                  </a:cubicBezTo>
                  <a:cubicBezTo>
                    <a:pt x="9841" y="5664"/>
                    <a:pt x="4937" y="6731"/>
                    <a:pt x="0" y="7832"/>
                  </a:cubicBezTo>
                  <a:cubicBezTo>
                    <a:pt x="1668" y="8166"/>
                    <a:pt x="5771" y="9066"/>
                    <a:pt x="9441" y="9867"/>
                  </a:cubicBezTo>
                  <a:cubicBezTo>
                    <a:pt x="14711" y="11035"/>
                    <a:pt x="20982" y="12369"/>
                    <a:pt x="26186" y="13470"/>
                  </a:cubicBezTo>
                  <a:cubicBezTo>
                    <a:pt x="28821" y="14003"/>
                    <a:pt x="31156" y="14504"/>
                    <a:pt x="32957" y="14871"/>
                  </a:cubicBezTo>
                  <a:cubicBezTo>
                    <a:pt x="34959" y="15238"/>
                    <a:pt x="36360" y="15538"/>
                    <a:pt x="36893" y="15671"/>
                  </a:cubicBezTo>
                  <a:cubicBezTo>
                    <a:pt x="36827" y="3896"/>
                    <a:pt x="36827" y="794"/>
                    <a:pt x="36827" y="794"/>
                  </a:cubicBezTo>
                  <a:cubicBezTo>
                    <a:pt x="36827" y="344"/>
                    <a:pt x="36702" y="118"/>
                    <a:pt x="36577" y="118"/>
                  </a:cubicBezTo>
                  <a:cubicBezTo>
                    <a:pt x="36548" y="118"/>
                    <a:pt x="36520" y="130"/>
                    <a:pt x="36493" y="153"/>
                  </a:cubicBezTo>
                  <a:lnTo>
                    <a:pt x="36493" y="153"/>
                  </a:lnTo>
                  <a:cubicBezTo>
                    <a:pt x="36499" y="64"/>
                    <a:pt x="36387" y="0"/>
                    <a:pt x="36169"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96" name="Google Shape;6096;p70"/>
            <p:cNvSpPr/>
            <p:nvPr/>
          </p:nvSpPr>
          <p:spPr>
            <a:xfrm>
              <a:off x="2697100" y="2668175"/>
              <a:ext cx="794750" cy="25050"/>
            </a:xfrm>
            <a:custGeom>
              <a:avLst/>
              <a:gdLst/>
              <a:ahLst/>
              <a:cxnLst/>
              <a:rect l="l" t="t" r="r" b="b"/>
              <a:pathLst>
                <a:path w="31790" h="1002" extrusionOk="0">
                  <a:moveTo>
                    <a:pt x="15912" y="1"/>
                  </a:moveTo>
                  <a:cubicBezTo>
                    <a:pt x="9807" y="1"/>
                    <a:pt x="334" y="234"/>
                    <a:pt x="334" y="234"/>
                  </a:cubicBezTo>
                  <a:cubicBezTo>
                    <a:pt x="0" y="234"/>
                    <a:pt x="0" y="735"/>
                    <a:pt x="334" y="735"/>
                  </a:cubicBezTo>
                  <a:cubicBezTo>
                    <a:pt x="334" y="735"/>
                    <a:pt x="9807" y="1002"/>
                    <a:pt x="15912" y="1002"/>
                  </a:cubicBezTo>
                  <a:cubicBezTo>
                    <a:pt x="21983" y="968"/>
                    <a:pt x="31456" y="735"/>
                    <a:pt x="31456" y="735"/>
                  </a:cubicBezTo>
                  <a:cubicBezTo>
                    <a:pt x="31790" y="701"/>
                    <a:pt x="31790" y="301"/>
                    <a:pt x="31456" y="234"/>
                  </a:cubicBezTo>
                  <a:cubicBezTo>
                    <a:pt x="31456" y="234"/>
                    <a:pt x="21983" y="1"/>
                    <a:pt x="15912"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97" name="Google Shape;6097;p70"/>
            <p:cNvSpPr/>
            <p:nvPr/>
          </p:nvSpPr>
          <p:spPr>
            <a:xfrm>
              <a:off x="3351275" y="2488275"/>
              <a:ext cx="201175" cy="198825"/>
            </a:xfrm>
            <a:custGeom>
              <a:avLst/>
              <a:gdLst/>
              <a:ahLst/>
              <a:cxnLst/>
              <a:rect l="l" t="t" r="r" b="b"/>
              <a:pathLst>
                <a:path w="8047" h="7953" extrusionOk="0">
                  <a:moveTo>
                    <a:pt x="7804" y="1"/>
                  </a:moveTo>
                  <a:cubicBezTo>
                    <a:pt x="7785" y="1"/>
                    <a:pt x="7769" y="8"/>
                    <a:pt x="7758" y="25"/>
                  </a:cubicBezTo>
                  <a:cubicBezTo>
                    <a:pt x="7758" y="25"/>
                    <a:pt x="5289" y="2227"/>
                    <a:pt x="3788" y="3728"/>
                  </a:cubicBezTo>
                  <a:cubicBezTo>
                    <a:pt x="2287" y="5229"/>
                    <a:pt x="85" y="7697"/>
                    <a:pt x="85" y="7697"/>
                  </a:cubicBezTo>
                  <a:cubicBezTo>
                    <a:pt x="1" y="7754"/>
                    <a:pt x="178" y="7953"/>
                    <a:pt x="276" y="7953"/>
                  </a:cubicBezTo>
                  <a:cubicBezTo>
                    <a:pt x="293" y="7953"/>
                    <a:pt x="309" y="7946"/>
                    <a:pt x="319" y="7931"/>
                  </a:cubicBezTo>
                  <a:cubicBezTo>
                    <a:pt x="319" y="7931"/>
                    <a:pt x="2787" y="5729"/>
                    <a:pt x="4288" y="4228"/>
                  </a:cubicBezTo>
                  <a:cubicBezTo>
                    <a:pt x="5790" y="2727"/>
                    <a:pt x="7991" y="259"/>
                    <a:pt x="7991" y="259"/>
                  </a:cubicBezTo>
                  <a:cubicBezTo>
                    <a:pt x="8046" y="176"/>
                    <a:pt x="7895" y="1"/>
                    <a:pt x="7804"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98" name="Google Shape;6098;p70"/>
            <p:cNvSpPr/>
            <p:nvPr/>
          </p:nvSpPr>
          <p:spPr>
            <a:xfrm>
              <a:off x="3279525" y="2505475"/>
              <a:ext cx="175575" cy="173250"/>
            </a:xfrm>
            <a:custGeom>
              <a:avLst/>
              <a:gdLst/>
              <a:ahLst/>
              <a:cxnLst/>
              <a:rect l="l" t="t" r="r" b="b"/>
              <a:pathLst>
                <a:path w="7023" h="6930" extrusionOk="0">
                  <a:moveTo>
                    <a:pt x="6776" y="1"/>
                  </a:moveTo>
                  <a:cubicBezTo>
                    <a:pt x="6769" y="1"/>
                    <a:pt x="6763" y="2"/>
                    <a:pt x="6758" y="4"/>
                  </a:cubicBezTo>
                  <a:cubicBezTo>
                    <a:pt x="6758" y="4"/>
                    <a:pt x="4623" y="1906"/>
                    <a:pt x="3289" y="3207"/>
                  </a:cubicBezTo>
                  <a:cubicBezTo>
                    <a:pt x="1988" y="4507"/>
                    <a:pt x="87" y="6676"/>
                    <a:pt x="87" y="6676"/>
                  </a:cubicBezTo>
                  <a:cubicBezTo>
                    <a:pt x="1" y="6704"/>
                    <a:pt x="185" y="6930"/>
                    <a:pt x="281" y="6930"/>
                  </a:cubicBezTo>
                  <a:cubicBezTo>
                    <a:pt x="297" y="6930"/>
                    <a:pt x="311" y="6923"/>
                    <a:pt x="320" y="6909"/>
                  </a:cubicBezTo>
                  <a:cubicBezTo>
                    <a:pt x="320" y="6909"/>
                    <a:pt x="2455" y="5008"/>
                    <a:pt x="3789" y="3707"/>
                  </a:cubicBezTo>
                  <a:cubicBezTo>
                    <a:pt x="5090" y="2406"/>
                    <a:pt x="6992" y="238"/>
                    <a:pt x="6992" y="238"/>
                  </a:cubicBezTo>
                  <a:cubicBezTo>
                    <a:pt x="7023" y="176"/>
                    <a:pt x="6854" y="1"/>
                    <a:pt x="6776"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99" name="Google Shape;6099;p70"/>
            <p:cNvSpPr/>
            <p:nvPr/>
          </p:nvSpPr>
          <p:spPr>
            <a:xfrm>
              <a:off x="3205100" y="2529450"/>
              <a:ext cx="149050" cy="146350"/>
            </a:xfrm>
            <a:custGeom>
              <a:avLst/>
              <a:gdLst/>
              <a:ahLst/>
              <a:cxnLst/>
              <a:rect l="l" t="t" r="r" b="b"/>
              <a:pathLst>
                <a:path w="5962" h="5854" extrusionOk="0">
                  <a:moveTo>
                    <a:pt x="5706" y="1"/>
                  </a:moveTo>
                  <a:cubicBezTo>
                    <a:pt x="5692" y="1"/>
                    <a:pt x="5678" y="4"/>
                    <a:pt x="5666" y="13"/>
                  </a:cubicBezTo>
                  <a:cubicBezTo>
                    <a:pt x="5666" y="13"/>
                    <a:pt x="3831" y="1580"/>
                    <a:pt x="2764" y="2681"/>
                  </a:cubicBezTo>
                  <a:cubicBezTo>
                    <a:pt x="1663" y="3749"/>
                    <a:pt x="95" y="5583"/>
                    <a:pt x="95" y="5583"/>
                  </a:cubicBezTo>
                  <a:cubicBezTo>
                    <a:pt x="1" y="5615"/>
                    <a:pt x="232" y="5853"/>
                    <a:pt x="315" y="5853"/>
                  </a:cubicBezTo>
                  <a:cubicBezTo>
                    <a:pt x="320" y="5853"/>
                    <a:pt x="325" y="5852"/>
                    <a:pt x="328" y="5850"/>
                  </a:cubicBezTo>
                  <a:cubicBezTo>
                    <a:pt x="328" y="5850"/>
                    <a:pt x="2163" y="4249"/>
                    <a:pt x="3264" y="3182"/>
                  </a:cubicBezTo>
                  <a:cubicBezTo>
                    <a:pt x="4331" y="2081"/>
                    <a:pt x="5932" y="246"/>
                    <a:pt x="5932" y="246"/>
                  </a:cubicBezTo>
                  <a:cubicBezTo>
                    <a:pt x="5962" y="188"/>
                    <a:pt x="5811" y="1"/>
                    <a:pt x="5706"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00" name="Google Shape;6100;p70"/>
            <p:cNvSpPr/>
            <p:nvPr/>
          </p:nvSpPr>
          <p:spPr>
            <a:xfrm>
              <a:off x="3136625" y="2557175"/>
              <a:ext cx="117500" cy="116125"/>
            </a:xfrm>
            <a:custGeom>
              <a:avLst/>
              <a:gdLst/>
              <a:ahLst/>
              <a:cxnLst/>
              <a:rect l="l" t="t" r="r" b="b"/>
              <a:pathLst>
                <a:path w="4700" h="4645" extrusionOk="0">
                  <a:moveTo>
                    <a:pt x="4420" y="1"/>
                  </a:moveTo>
                  <a:cubicBezTo>
                    <a:pt x="4413" y="1"/>
                    <a:pt x="4407" y="2"/>
                    <a:pt x="4402" y="4"/>
                  </a:cubicBezTo>
                  <a:cubicBezTo>
                    <a:pt x="4402" y="4"/>
                    <a:pt x="3001" y="1239"/>
                    <a:pt x="2133" y="2106"/>
                  </a:cubicBezTo>
                  <a:cubicBezTo>
                    <a:pt x="1233" y="2940"/>
                    <a:pt x="32" y="4408"/>
                    <a:pt x="32" y="4408"/>
                  </a:cubicBezTo>
                  <a:cubicBezTo>
                    <a:pt x="1" y="4439"/>
                    <a:pt x="202" y="4644"/>
                    <a:pt x="283" y="4644"/>
                  </a:cubicBezTo>
                  <a:cubicBezTo>
                    <a:pt x="289" y="4644"/>
                    <a:pt x="294" y="4643"/>
                    <a:pt x="299" y="4641"/>
                  </a:cubicBezTo>
                  <a:cubicBezTo>
                    <a:pt x="299" y="4641"/>
                    <a:pt x="1700" y="3440"/>
                    <a:pt x="2567" y="2573"/>
                  </a:cubicBezTo>
                  <a:cubicBezTo>
                    <a:pt x="3468" y="1739"/>
                    <a:pt x="4669" y="271"/>
                    <a:pt x="4669" y="271"/>
                  </a:cubicBezTo>
                  <a:cubicBezTo>
                    <a:pt x="4699" y="179"/>
                    <a:pt x="4502" y="1"/>
                    <a:pt x="4420"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01" name="Google Shape;6101;p70"/>
            <p:cNvSpPr/>
            <p:nvPr/>
          </p:nvSpPr>
          <p:spPr>
            <a:xfrm>
              <a:off x="3063300" y="2573950"/>
              <a:ext cx="103325" cy="102675"/>
            </a:xfrm>
            <a:custGeom>
              <a:avLst/>
              <a:gdLst/>
              <a:ahLst/>
              <a:cxnLst/>
              <a:rect l="l" t="t" r="r" b="b"/>
              <a:pathLst>
                <a:path w="4133" h="4107" extrusionOk="0">
                  <a:moveTo>
                    <a:pt x="3899" y="1"/>
                  </a:moveTo>
                  <a:cubicBezTo>
                    <a:pt x="3899" y="1"/>
                    <a:pt x="2598" y="1068"/>
                    <a:pt x="1831" y="1802"/>
                  </a:cubicBezTo>
                  <a:cubicBezTo>
                    <a:pt x="1097" y="2569"/>
                    <a:pt x="63" y="3837"/>
                    <a:pt x="63" y="3837"/>
                  </a:cubicBezTo>
                  <a:cubicBezTo>
                    <a:pt x="1" y="3899"/>
                    <a:pt x="229" y="4107"/>
                    <a:pt x="287" y="4107"/>
                  </a:cubicBezTo>
                  <a:cubicBezTo>
                    <a:pt x="291" y="4107"/>
                    <a:pt x="294" y="4106"/>
                    <a:pt x="296" y="4103"/>
                  </a:cubicBezTo>
                  <a:cubicBezTo>
                    <a:pt x="296" y="4103"/>
                    <a:pt x="1597" y="3069"/>
                    <a:pt x="2331" y="2302"/>
                  </a:cubicBezTo>
                  <a:cubicBezTo>
                    <a:pt x="3098" y="1568"/>
                    <a:pt x="4132" y="267"/>
                    <a:pt x="4132" y="267"/>
                  </a:cubicBezTo>
                  <a:cubicBezTo>
                    <a:pt x="4132" y="234"/>
                    <a:pt x="3932" y="1"/>
                    <a:pt x="3899"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02" name="Google Shape;6102;p70"/>
            <p:cNvSpPr/>
            <p:nvPr/>
          </p:nvSpPr>
          <p:spPr>
            <a:xfrm>
              <a:off x="2992425" y="2592025"/>
              <a:ext cx="87375" cy="85450"/>
            </a:xfrm>
            <a:custGeom>
              <a:avLst/>
              <a:gdLst/>
              <a:ahLst/>
              <a:cxnLst/>
              <a:rect l="l" t="t" r="r" b="b"/>
              <a:pathLst>
                <a:path w="3495" h="3418" extrusionOk="0">
                  <a:moveTo>
                    <a:pt x="3258" y="1"/>
                  </a:moveTo>
                  <a:cubicBezTo>
                    <a:pt x="3248" y="1"/>
                    <a:pt x="3239" y="4"/>
                    <a:pt x="3231" y="11"/>
                  </a:cubicBezTo>
                  <a:cubicBezTo>
                    <a:pt x="3231" y="11"/>
                    <a:pt x="2131" y="845"/>
                    <a:pt x="1497" y="1446"/>
                  </a:cubicBezTo>
                  <a:cubicBezTo>
                    <a:pt x="896" y="2080"/>
                    <a:pt x="63" y="3180"/>
                    <a:pt x="63" y="3180"/>
                  </a:cubicBezTo>
                  <a:cubicBezTo>
                    <a:pt x="0" y="3211"/>
                    <a:pt x="229" y="3417"/>
                    <a:pt x="286" y="3417"/>
                  </a:cubicBezTo>
                  <a:cubicBezTo>
                    <a:pt x="291" y="3417"/>
                    <a:pt x="294" y="3416"/>
                    <a:pt x="296" y="3414"/>
                  </a:cubicBezTo>
                  <a:cubicBezTo>
                    <a:pt x="296" y="3414"/>
                    <a:pt x="1397" y="2580"/>
                    <a:pt x="1997" y="1946"/>
                  </a:cubicBezTo>
                  <a:cubicBezTo>
                    <a:pt x="2631" y="1346"/>
                    <a:pt x="3465" y="245"/>
                    <a:pt x="3465" y="245"/>
                  </a:cubicBezTo>
                  <a:cubicBezTo>
                    <a:pt x="3495" y="215"/>
                    <a:pt x="3340" y="1"/>
                    <a:pt x="3258"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03" name="Google Shape;6103;p70"/>
            <p:cNvSpPr/>
            <p:nvPr/>
          </p:nvSpPr>
          <p:spPr>
            <a:xfrm>
              <a:off x="2929775" y="2612875"/>
              <a:ext cx="70075" cy="68675"/>
            </a:xfrm>
            <a:custGeom>
              <a:avLst/>
              <a:gdLst/>
              <a:ahLst/>
              <a:cxnLst/>
              <a:rect l="l" t="t" r="r" b="b"/>
              <a:pathLst>
                <a:path w="2803" h="2747" extrusionOk="0">
                  <a:moveTo>
                    <a:pt x="2585" y="1"/>
                  </a:moveTo>
                  <a:cubicBezTo>
                    <a:pt x="2578" y="1"/>
                    <a:pt x="2572" y="4"/>
                    <a:pt x="2569" y="11"/>
                  </a:cubicBezTo>
                  <a:cubicBezTo>
                    <a:pt x="2569" y="11"/>
                    <a:pt x="1668" y="612"/>
                    <a:pt x="1168" y="1112"/>
                  </a:cubicBezTo>
                  <a:cubicBezTo>
                    <a:pt x="667" y="1612"/>
                    <a:pt x="67" y="2513"/>
                    <a:pt x="67" y="2513"/>
                  </a:cubicBezTo>
                  <a:cubicBezTo>
                    <a:pt x="0" y="2513"/>
                    <a:pt x="267" y="2747"/>
                    <a:pt x="300" y="2747"/>
                  </a:cubicBezTo>
                  <a:cubicBezTo>
                    <a:pt x="300" y="2747"/>
                    <a:pt x="1168" y="2113"/>
                    <a:pt x="1668" y="1612"/>
                  </a:cubicBezTo>
                  <a:cubicBezTo>
                    <a:pt x="2168" y="1112"/>
                    <a:pt x="2802" y="245"/>
                    <a:pt x="2802" y="245"/>
                  </a:cubicBezTo>
                  <a:cubicBezTo>
                    <a:pt x="2802" y="215"/>
                    <a:pt x="2644" y="1"/>
                    <a:pt x="2585"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04" name="Google Shape;6104;p70"/>
            <p:cNvSpPr/>
            <p:nvPr/>
          </p:nvSpPr>
          <p:spPr>
            <a:xfrm>
              <a:off x="2878900" y="2629825"/>
              <a:ext cx="50900" cy="50050"/>
            </a:xfrm>
            <a:custGeom>
              <a:avLst/>
              <a:gdLst/>
              <a:ahLst/>
              <a:cxnLst/>
              <a:rect l="l" t="t" r="r" b="b"/>
              <a:pathLst>
                <a:path w="2036" h="2002" extrusionOk="0">
                  <a:moveTo>
                    <a:pt x="1802" y="0"/>
                  </a:moveTo>
                  <a:cubicBezTo>
                    <a:pt x="1802" y="0"/>
                    <a:pt x="1134" y="401"/>
                    <a:pt x="801" y="734"/>
                  </a:cubicBezTo>
                  <a:cubicBezTo>
                    <a:pt x="467" y="1068"/>
                    <a:pt x="34" y="1735"/>
                    <a:pt x="34" y="1735"/>
                  </a:cubicBezTo>
                  <a:cubicBezTo>
                    <a:pt x="0" y="1735"/>
                    <a:pt x="267" y="2002"/>
                    <a:pt x="300" y="2002"/>
                  </a:cubicBezTo>
                  <a:cubicBezTo>
                    <a:pt x="300" y="2002"/>
                    <a:pt x="968" y="1568"/>
                    <a:pt x="1301" y="1235"/>
                  </a:cubicBezTo>
                  <a:cubicBezTo>
                    <a:pt x="1635" y="901"/>
                    <a:pt x="2035" y="234"/>
                    <a:pt x="2035" y="234"/>
                  </a:cubicBezTo>
                  <a:cubicBezTo>
                    <a:pt x="2035" y="201"/>
                    <a:pt x="1835" y="0"/>
                    <a:pt x="1802"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05" name="Google Shape;6105;p70"/>
            <p:cNvSpPr/>
            <p:nvPr/>
          </p:nvSpPr>
          <p:spPr>
            <a:xfrm>
              <a:off x="3431800" y="2623075"/>
              <a:ext cx="60900" cy="60975"/>
            </a:xfrm>
            <a:custGeom>
              <a:avLst/>
              <a:gdLst/>
              <a:ahLst/>
              <a:cxnLst/>
              <a:rect l="l" t="t" r="r" b="b"/>
              <a:pathLst>
                <a:path w="2436" h="2439" extrusionOk="0">
                  <a:moveTo>
                    <a:pt x="2210" y="0"/>
                  </a:moveTo>
                  <a:cubicBezTo>
                    <a:pt x="2207" y="0"/>
                    <a:pt x="2204" y="1"/>
                    <a:pt x="2202" y="4"/>
                  </a:cubicBezTo>
                  <a:cubicBezTo>
                    <a:pt x="2202" y="4"/>
                    <a:pt x="1401" y="537"/>
                    <a:pt x="1001" y="971"/>
                  </a:cubicBezTo>
                  <a:cubicBezTo>
                    <a:pt x="567" y="1371"/>
                    <a:pt x="33" y="2172"/>
                    <a:pt x="33" y="2172"/>
                  </a:cubicBezTo>
                  <a:cubicBezTo>
                    <a:pt x="0" y="2172"/>
                    <a:pt x="234" y="2439"/>
                    <a:pt x="267" y="2439"/>
                  </a:cubicBezTo>
                  <a:cubicBezTo>
                    <a:pt x="267" y="2439"/>
                    <a:pt x="1067" y="1872"/>
                    <a:pt x="1501" y="1471"/>
                  </a:cubicBezTo>
                  <a:cubicBezTo>
                    <a:pt x="1901" y="1038"/>
                    <a:pt x="2435" y="270"/>
                    <a:pt x="2435" y="270"/>
                  </a:cubicBezTo>
                  <a:cubicBezTo>
                    <a:pt x="2435" y="208"/>
                    <a:pt x="2261" y="0"/>
                    <a:pt x="2210"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06" name="Google Shape;6106;p70"/>
            <p:cNvSpPr/>
            <p:nvPr/>
          </p:nvSpPr>
          <p:spPr>
            <a:xfrm>
              <a:off x="2817175" y="2647325"/>
              <a:ext cx="33400" cy="33400"/>
            </a:xfrm>
            <a:custGeom>
              <a:avLst/>
              <a:gdLst/>
              <a:ahLst/>
              <a:cxnLst/>
              <a:rect l="l" t="t" r="r" b="b"/>
              <a:pathLst>
                <a:path w="1336" h="1336" extrusionOk="0">
                  <a:moveTo>
                    <a:pt x="1102" y="1"/>
                  </a:moveTo>
                  <a:cubicBezTo>
                    <a:pt x="1102" y="1"/>
                    <a:pt x="635" y="201"/>
                    <a:pt x="434" y="401"/>
                  </a:cubicBezTo>
                  <a:cubicBezTo>
                    <a:pt x="234" y="635"/>
                    <a:pt x="1" y="1068"/>
                    <a:pt x="1" y="1068"/>
                  </a:cubicBezTo>
                  <a:lnTo>
                    <a:pt x="268" y="1335"/>
                  </a:lnTo>
                  <a:cubicBezTo>
                    <a:pt x="268" y="1335"/>
                    <a:pt x="735" y="1135"/>
                    <a:pt x="935" y="902"/>
                  </a:cubicBezTo>
                  <a:cubicBezTo>
                    <a:pt x="1135" y="701"/>
                    <a:pt x="1335" y="234"/>
                    <a:pt x="1335" y="234"/>
                  </a:cubicBezTo>
                  <a:cubicBezTo>
                    <a:pt x="1335" y="201"/>
                    <a:pt x="1102" y="1"/>
                    <a:pt x="1102"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07" name="Google Shape;6107;p70"/>
            <p:cNvSpPr/>
            <p:nvPr/>
          </p:nvSpPr>
          <p:spPr>
            <a:xfrm>
              <a:off x="3411775" y="2744900"/>
              <a:ext cx="87425" cy="90200"/>
            </a:xfrm>
            <a:custGeom>
              <a:avLst/>
              <a:gdLst/>
              <a:ahLst/>
              <a:cxnLst/>
              <a:rect l="l" t="t" r="r" b="b"/>
              <a:pathLst>
                <a:path w="3497" h="3608" extrusionOk="0">
                  <a:moveTo>
                    <a:pt x="201" y="1"/>
                  </a:moveTo>
                  <a:cubicBezTo>
                    <a:pt x="167" y="1"/>
                    <a:pt x="0" y="134"/>
                    <a:pt x="34" y="168"/>
                  </a:cubicBezTo>
                  <a:cubicBezTo>
                    <a:pt x="34" y="168"/>
                    <a:pt x="934" y="1302"/>
                    <a:pt x="1568" y="1969"/>
                  </a:cubicBezTo>
                  <a:cubicBezTo>
                    <a:pt x="2202" y="2636"/>
                    <a:pt x="3269" y="3603"/>
                    <a:pt x="3269" y="3603"/>
                  </a:cubicBezTo>
                  <a:cubicBezTo>
                    <a:pt x="3269" y="3606"/>
                    <a:pt x="3271" y="3608"/>
                    <a:pt x="3275" y="3608"/>
                  </a:cubicBezTo>
                  <a:cubicBezTo>
                    <a:pt x="3309" y="3608"/>
                    <a:pt x="3497" y="3467"/>
                    <a:pt x="3436" y="3437"/>
                  </a:cubicBezTo>
                  <a:cubicBezTo>
                    <a:pt x="3436" y="3437"/>
                    <a:pt x="2536" y="2302"/>
                    <a:pt x="1902" y="1635"/>
                  </a:cubicBezTo>
                  <a:cubicBezTo>
                    <a:pt x="1301" y="968"/>
                    <a:pt x="201" y="1"/>
                    <a:pt x="201"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08" name="Google Shape;6108;p70"/>
            <p:cNvSpPr/>
            <p:nvPr/>
          </p:nvSpPr>
          <p:spPr>
            <a:xfrm>
              <a:off x="3400925" y="2782425"/>
              <a:ext cx="35900" cy="32550"/>
            </a:xfrm>
            <a:custGeom>
              <a:avLst/>
              <a:gdLst/>
              <a:ahLst/>
              <a:cxnLst/>
              <a:rect l="l" t="t" r="r" b="b"/>
              <a:pathLst>
                <a:path w="1436" h="1302" extrusionOk="0">
                  <a:moveTo>
                    <a:pt x="234" y="1"/>
                  </a:moveTo>
                  <a:cubicBezTo>
                    <a:pt x="168" y="1"/>
                    <a:pt x="1" y="168"/>
                    <a:pt x="101" y="234"/>
                  </a:cubicBezTo>
                  <a:cubicBezTo>
                    <a:pt x="101" y="234"/>
                    <a:pt x="334" y="635"/>
                    <a:pt x="601" y="901"/>
                  </a:cubicBezTo>
                  <a:cubicBezTo>
                    <a:pt x="735" y="968"/>
                    <a:pt x="901" y="1102"/>
                    <a:pt x="1068" y="1168"/>
                  </a:cubicBezTo>
                  <a:cubicBezTo>
                    <a:pt x="1168" y="1268"/>
                    <a:pt x="1302" y="1302"/>
                    <a:pt x="1302" y="1302"/>
                  </a:cubicBezTo>
                  <a:lnTo>
                    <a:pt x="1435" y="1102"/>
                  </a:lnTo>
                  <a:cubicBezTo>
                    <a:pt x="1435" y="1102"/>
                    <a:pt x="1135" y="735"/>
                    <a:pt x="901" y="501"/>
                  </a:cubicBezTo>
                  <a:cubicBezTo>
                    <a:pt x="635" y="268"/>
                    <a:pt x="234" y="1"/>
                    <a:pt x="234"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09" name="Google Shape;6109;p70"/>
            <p:cNvSpPr/>
            <p:nvPr/>
          </p:nvSpPr>
          <p:spPr>
            <a:xfrm>
              <a:off x="3317550" y="2752400"/>
              <a:ext cx="49225" cy="49250"/>
            </a:xfrm>
            <a:custGeom>
              <a:avLst/>
              <a:gdLst/>
              <a:ahLst/>
              <a:cxnLst/>
              <a:rect l="l" t="t" r="r" b="b"/>
              <a:pathLst>
                <a:path w="1969" h="1970" extrusionOk="0">
                  <a:moveTo>
                    <a:pt x="234" y="1"/>
                  </a:moveTo>
                  <a:cubicBezTo>
                    <a:pt x="167" y="1"/>
                    <a:pt x="0" y="134"/>
                    <a:pt x="0" y="168"/>
                  </a:cubicBezTo>
                  <a:cubicBezTo>
                    <a:pt x="0" y="168"/>
                    <a:pt x="434" y="835"/>
                    <a:pt x="767" y="1202"/>
                  </a:cubicBezTo>
                  <a:cubicBezTo>
                    <a:pt x="1134" y="1535"/>
                    <a:pt x="1801" y="1969"/>
                    <a:pt x="1801" y="1969"/>
                  </a:cubicBezTo>
                  <a:cubicBezTo>
                    <a:pt x="1835" y="1969"/>
                    <a:pt x="1968" y="1802"/>
                    <a:pt x="1968" y="1736"/>
                  </a:cubicBezTo>
                  <a:cubicBezTo>
                    <a:pt x="1968" y="1736"/>
                    <a:pt x="1501" y="1168"/>
                    <a:pt x="1134" y="835"/>
                  </a:cubicBezTo>
                  <a:cubicBezTo>
                    <a:pt x="801" y="501"/>
                    <a:pt x="234" y="1"/>
                    <a:pt x="234"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10" name="Google Shape;6110;p70"/>
            <p:cNvSpPr/>
            <p:nvPr/>
          </p:nvSpPr>
          <p:spPr>
            <a:xfrm>
              <a:off x="3245000" y="2731575"/>
              <a:ext cx="49225" cy="52550"/>
            </a:xfrm>
            <a:custGeom>
              <a:avLst/>
              <a:gdLst/>
              <a:ahLst/>
              <a:cxnLst/>
              <a:rect l="l" t="t" r="r" b="b"/>
              <a:pathLst>
                <a:path w="1969" h="2102" extrusionOk="0">
                  <a:moveTo>
                    <a:pt x="200" y="0"/>
                  </a:moveTo>
                  <a:cubicBezTo>
                    <a:pt x="167" y="0"/>
                    <a:pt x="0" y="133"/>
                    <a:pt x="0" y="167"/>
                  </a:cubicBezTo>
                  <a:cubicBezTo>
                    <a:pt x="0" y="167"/>
                    <a:pt x="400" y="867"/>
                    <a:pt x="734" y="1268"/>
                  </a:cubicBezTo>
                  <a:cubicBezTo>
                    <a:pt x="934" y="1468"/>
                    <a:pt x="1201" y="1668"/>
                    <a:pt x="1401" y="1835"/>
                  </a:cubicBezTo>
                  <a:cubicBezTo>
                    <a:pt x="1601" y="1968"/>
                    <a:pt x="1768" y="2102"/>
                    <a:pt x="1768" y="2102"/>
                  </a:cubicBezTo>
                  <a:cubicBezTo>
                    <a:pt x="1835" y="2102"/>
                    <a:pt x="1968" y="1935"/>
                    <a:pt x="1968" y="1868"/>
                  </a:cubicBezTo>
                  <a:cubicBezTo>
                    <a:pt x="1968" y="1868"/>
                    <a:pt x="1468" y="1301"/>
                    <a:pt x="1134" y="901"/>
                  </a:cubicBezTo>
                  <a:cubicBezTo>
                    <a:pt x="801" y="534"/>
                    <a:pt x="200" y="0"/>
                    <a:pt x="200"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11" name="Google Shape;6111;p70"/>
            <p:cNvSpPr/>
            <p:nvPr/>
          </p:nvSpPr>
          <p:spPr>
            <a:xfrm>
              <a:off x="3195775" y="2727400"/>
              <a:ext cx="40075" cy="42550"/>
            </a:xfrm>
            <a:custGeom>
              <a:avLst/>
              <a:gdLst/>
              <a:ahLst/>
              <a:cxnLst/>
              <a:rect l="l" t="t" r="r" b="b"/>
              <a:pathLst>
                <a:path w="1603" h="1702" extrusionOk="0">
                  <a:moveTo>
                    <a:pt x="201" y="0"/>
                  </a:moveTo>
                  <a:cubicBezTo>
                    <a:pt x="168" y="0"/>
                    <a:pt x="34" y="167"/>
                    <a:pt x="1" y="267"/>
                  </a:cubicBezTo>
                  <a:cubicBezTo>
                    <a:pt x="1" y="267"/>
                    <a:pt x="368" y="767"/>
                    <a:pt x="635" y="1034"/>
                  </a:cubicBezTo>
                  <a:cubicBezTo>
                    <a:pt x="868" y="1335"/>
                    <a:pt x="1369" y="1701"/>
                    <a:pt x="1369" y="1701"/>
                  </a:cubicBezTo>
                  <a:cubicBezTo>
                    <a:pt x="1435" y="1701"/>
                    <a:pt x="1602" y="1535"/>
                    <a:pt x="1602" y="1535"/>
                  </a:cubicBezTo>
                  <a:cubicBezTo>
                    <a:pt x="1602" y="1535"/>
                    <a:pt x="1269" y="1001"/>
                    <a:pt x="1002" y="667"/>
                  </a:cubicBezTo>
                  <a:cubicBezTo>
                    <a:pt x="701" y="367"/>
                    <a:pt x="201" y="0"/>
                    <a:pt x="201"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12" name="Google Shape;6112;p70"/>
            <p:cNvSpPr/>
            <p:nvPr/>
          </p:nvSpPr>
          <p:spPr>
            <a:xfrm>
              <a:off x="3551875" y="1525700"/>
              <a:ext cx="392775" cy="922350"/>
            </a:xfrm>
            <a:custGeom>
              <a:avLst/>
              <a:gdLst/>
              <a:ahLst/>
              <a:cxnLst/>
              <a:rect l="l" t="t" r="r" b="b"/>
              <a:pathLst>
                <a:path w="15711" h="36894" extrusionOk="0">
                  <a:moveTo>
                    <a:pt x="7839" y="4204"/>
                  </a:moveTo>
                  <a:cubicBezTo>
                    <a:pt x="11542" y="20048"/>
                    <a:pt x="15145" y="35893"/>
                    <a:pt x="15145" y="35893"/>
                  </a:cubicBezTo>
                  <a:cubicBezTo>
                    <a:pt x="15201" y="36126"/>
                    <a:pt x="15275" y="36289"/>
                    <a:pt x="15350" y="36386"/>
                  </a:cubicBezTo>
                  <a:lnTo>
                    <a:pt x="15350" y="36386"/>
                  </a:lnTo>
                  <a:cubicBezTo>
                    <a:pt x="15244" y="36350"/>
                    <a:pt x="15097" y="36327"/>
                    <a:pt x="14911" y="36327"/>
                  </a:cubicBezTo>
                  <a:cubicBezTo>
                    <a:pt x="14911" y="36327"/>
                    <a:pt x="11942" y="36260"/>
                    <a:pt x="801" y="36226"/>
                  </a:cubicBezTo>
                  <a:cubicBezTo>
                    <a:pt x="801" y="36193"/>
                    <a:pt x="801" y="36160"/>
                    <a:pt x="834" y="36060"/>
                  </a:cubicBezTo>
                  <a:cubicBezTo>
                    <a:pt x="901" y="35860"/>
                    <a:pt x="934" y="35593"/>
                    <a:pt x="1001" y="35326"/>
                  </a:cubicBezTo>
                  <a:cubicBezTo>
                    <a:pt x="1168" y="34692"/>
                    <a:pt x="1368" y="33925"/>
                    <a:pt x="1568" y="33024"/>
                  </a:cubicBezTo>
                  <a:cubicBezTo>
                    <a:pt x="1969" y="31223"/>
                    <a:pt x="2469" y="28888"/>
                    <a:pt x="3069" y="26319"/>
                  </a:cubicBezTo>
                  <a:cubicBezTo>
                    <a:pt x="4203" y="21149"/>
                    <a:pt x="5571" y="14878"/>
                    <a:pt x="6739" y="9574"/>
                  </a:cubicBezTo>
                  <a:cubicBezTo>
                    <a:pt x="7005" y="8140"/>
                    <a:pt x="7372" y="6605"/>
                    <a:pt x="7639" y="5271"/>
                  </a:cubicBezTo>
                  <a:cubicBezTo>
                    <a:pt x="7739" y="4937"/>
                    <a:pt x="7773" y="4604"/>
                    <a:pt x="7839" y="4337"/>
                  </a:cubicBezTo>
                  <a:lnTo>
                    <a:pt x="7839" y="4270"/>
                  </a:lnTo>
                  <a:lnTo>
                    <a:pt x="7839" y="4204"/>
                  </a:lnTo>
                  <a:close/>
                  <a:moveTo>
                    <a:pt x="7839" y="1"/>
                  </a:moveTo>
                  <a:cubicBezTo>
                    <a:pt x="7506" y="1668"/>
                    <a:pt x="6605" y="5738"/>
                    <a:pt x="5805" y="9407"/>
                  </a:cubicBezTo>
                  <a:cubicBezTo>
                    <a:pt x="4637" y="14711"/>
                    <a:pt x="3303" y="20982"/>
                    <a:pt x="2235" y="26186"/>
                  </a:cubicBezTo>
                  <a:cubicBezTo>
                    <a:pt x="1668" y="28788"/>
                    <a:pt x="1168" y="31123"/>
                    <a:pt x="801" y="32924"/>
                  </a:cubicBezTo>
                  <a:cubicBezTo>
                    <a:pt x="434" y="34926"/>
                    <a:pt x="134" y="36360"/>
                    <a:pt x="0" y="36894"/>
                  </a:cubicBezTo>
                  <a:cubicBezTo>
                    <a:pt x="11776" y="36827"/>
                    <a:pt x="14911" y="36827"/>
                    <a:pt x="14911" y="36827"/>
                  </a:cubicBezTo>
                  <a:cubicBezTo>
                    <a:pt x="15444" y="36827"/>
                    <a:pt x="15649" y="36638"/>
                    <a:pt x="15528" y="36492"/>
                  </a:cubicBezTo>
                  <a:lnTo>
                    <a:pt x="15528" y="36492"/>
                  </a:lnTo>
                  <a:cubicBezTo>
                    <a:pt x="15640" y="36476"/>
                    <a:pt x="15710" y="36268"/>
                    <a:pt x="15645" y="35893"/>
                  </a:cubicBezTo>
                  <a:cubicBezTo>
                    <a:pt x="15645" y="35893"/>
                    <a:pt x="14744" y="31623"/>
                    <a:pt x="13343" y="25319"/>
                  </a:cubicBezTo>
                  <a:cubicBezTo>
                    <a:pt x="12710" y="22150"/>
                    <a:pt x="11909" y="18414"/>
                    <a:pt x="11008" y="14444"/>
                  </a:cubicBezTo>
                  <a:cubicBezTo>
                    <a:pt x="10008" y="9841"/>
                    <a:pt x="8940" y="4904"/>
                    <a:pt x="7839"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13" name="Google Shape;6113;p70"/>
            <p:cNvSpPr/>
            <p:nvPr/>
          </p:nvSpPr>
          <p:spPr>
            <a:xfrm>
              <a:off x="3469325" y="2373800"/>
              <a:ext cx="562925" cy="562925"/>
            </a:xfrm>
            <a:custGeom>
              <a:avLst/>
              <a:gdLst/>
              <a:ahLst/>
              <a:cxnLst/>
              <a:rect l="l" t="t" r="r" b="b"/>
              <a:pathLst>
                <a:path w="22517" h="22517" extrusionOk="0">
                  <a:moveTo>
                    <a:pt x="11241" y="1"/>
                  </a:moveTo>
                  <a:cubicBezTo>
                    <a:pt x="5037" y="1"/>
                    <a:pt x="0" y="5038"/>
                    <a:pt x="0" y="11276"/>
                  </a:cubicBezTo>
                  <a:cubicBezTo>
                    <a:pt x="0" y="17480"/>
                    <a:pt x="5037" y="22517"/>
                    <a:pt x="11241" y="22517"/>
                  </a:cubicBezTo>
                  <a:cubicBezTo>
                    <a:pt x="17446" y="22517"/>
                    <a:pt x="22516" y="17480"/>
                    <a:pt x="22516" y="11276"/>
                  </a:cubicBezTo>
                  <a:cubicBezTo>
                    <a:pt x="22516" y="5071"/>
                    <a:pt x="17513" y="1"/>
                    <a:pt x="11241" y="1"/>
                  </a:cubicBezTo>
                  <a:close/>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14" name="Google Shape;6114;p70"/>
            <p:cNvSpPr/>
            <p:nvPr/>
          </p:nvSpPr>
          <p:spPr>
            <a:xfrm>
              <a:off x="3457650" y="2363425"/>
              <a:ext cx="580425" cy="582050"/>
            </a:xfrm>
            <a:custGeom>
              <a:avLst/>
              <a:gdLst/>
              <a:ahLst/>
              <a:cxnLst/>
              <a:rect l="l" t="t" r="r" b="b"/>
              <a:pathLst>
                <a:path w="23217" h="23282" extrusionOk="0">
                  <a:moveTo>
                    <a:pt x="11899" y="814"/>
                  </a:moveTo>
                  <a:cubicBezTo>
                    <a:pt x="13465" y="814"/>
                    <a:pt x="14996" y="1135"/>
                    <a:pt x="16312" y="1750"/>
                  </a:cubicBezTo>
                  <a:cubicBezTo>
                    <a:pt x="17846" y="2484"/>
                    <a:pt x="19080" y="3485"/>
                    <a:pt x="20048" y="4552"/>
                  </a:cubicBezTo>
                  <a:cubicBezTo>
                    <a:pt x="21015" y="5653"/>
                    <a:pt x="21649" y="6754"/>
                    <a:pt x="22016" y="7754"/>
                  </a:cubicBezTo>
                  <a:cubicBezTo>
                    <a:pt x="22083" y="8021"/>
                    <a:pt x="22183" y="8221"/>
                    <a:pt x="22249" y="8488"/>
                  </a:cubicBezTo>
                  <a:cubicBezTo>
                    <a:pt x="22316" y="8722"/>
                    <a:pt x="22383" y="8922"/>
                    <a:pt x="22416" y="9155"/>
                  </a:cubicBezTo>
                  <a:cubicBezTo>
                    <a:pt x="22449" y="9222"/>
                    <a:pt x="22449" y="9356"/>
                    <a:pt x="22516" y="9422"/>
                  </a:cubicBezTo>
                  <a:cubicBezTo>
                    <a:pt x="22516" y="9556"/>
                    <a:pt x="22550" y="9656"/>
                    <a:pt x="22550" y="9722"/>
                  </a:cubicBezTo>
                  <a:cubicBezTo>
                    <a:pt x="22583" y="9923"/>
                    <a:pt x="22583" y="10089"/>
                    <a:pt x="22650" y="10223"/>
                  </a:cubicBezTo>
                  <a:cubicBezTo>
                    <a:pt x="22716" y="10523"/>
                    <a:pt x="22716" y="10723"/>
                    <a:pt x="22716" y="10890"/>
                  </a:cubicBezTo>
                  <a:lnTo>
                    <a:pt x="22716" y="11157"/>
                  </a:lnTo>
                  <a:cubicBezTo>
                    <a:pt x="22729" y="11417"/>
                    <a:pt x="22796" y="11585"/>
                    <a:pt x="22878" y="11653"/>
                  </a:cubicBezTo>
                  <a:lnTo>
                    <a:pt x="22878" y="11653"/>
                  </a:lnTo>
                  <a:cubicBezTo>
                    <a:pt x="22796" y="11726"/>
                    <a:pt x="22728" y="11894"/>
                    <a:pt x="22716" y="12158"/>
                  </a:cubicBezTo>
                  <a:lnTo>
                    <a:pt x="22716" y="12391"/>
                  </a:lnTo>
                  <a:cubicBezTo>
                    <a:pt x="22716" y="12558"/>
                    <a:pt x="22683" y="12758"/>
                    <a:pt x="22650" y="13058"/>
                  </a:cubicBezTo>
                  <a:cubicBezTo>
                    <a:pt x="22583" y="13225"/>
                    <a:pt x="22583" y="13392"/>
                    <a:pt x="22550" y="13559"/>
                  </a:cubicBezTo>
                  <a:cubicBezTo>
                    <a:pt x="22550" y="13659"/>
                    <a:pt x="22516" y="13759"/>
                    <a:pt x="22516" y="13859"/>
                  </a:cubicBezTo>
                  <a:cubicBezTo>
                    <a:pt x="22483" y="13925"/>
                    <a:pt x="22483" y="14059"/>
                    <a:pt x="22416" y="14159"/>
                  </a:cubicBezTo>
                  <a:cubicBezTo>
                    <a:pt x="22383" y="14359"/>
                    <a:pt x="22316" y="14559"/>
                    <a:pt x="22249" y="14826"/>
                  </a:cubicBezTo>
                  <a:cubicBezTo>
                    <a:pt x="22216" y="15026"/>
                    <a:pt x="22083" y="15260"/>
                    <a:pt x="22016" y="15527"/>
                  </a:cubicBezTo>
                  <a:cubicBezTo>
                    <a:pt x="21582" y="16494"/>
                    <a:pt x="21015" y="17661"/>
                    <a:pt x="20048" y="18729"/>
                  </a:cubicBezTo>
                  <a:cubicBezTo>
                    <a:pt x="19147" y="19830"/>
                    <a:pt x="17846" y="20830"/>
                    <a:pt x="16312" y="21531"/>
                  </a:cubicBezTo>
                  <a:cubicBezTo>
                    <a:pt x="14992" y="22162"/>
                    <a:pt x="13456" y="22491"/>
                    <a:pt x="11885" y="22491"/>
                  </a:cubicBezTo>
                  <a:cubicBezTo>
                    <a:pt x="9802" y="22491"/>
                    <a:pt x="7658" y="21914"/>
                    <a:pt x="5871" y="20697"/>
                  </a:cubicBezTo>
                  <a:cubicBezTo>
                    <a:pt x="5070" y="20163"/>
                    <a:pt x="4337" y="19563"/>
                    <a:pt x="3736" y="18862"/>
                  </a:cubicBezTo>
                  <a:cubicBezTo>
                    <a:pt x="3403" y="18529"/>
                    <a:pt x="3169" y="18162"/>
                    <a:pt x="2869" y="17762"/>
                  </a:cubicBezTo>
                  <a:cubicBezTo>
                    <a:pt x="2702" y="17595"/>
                    <a:pt x="2635" y="17395"/>
                    <a:pt x="2502" y="17194"/>
                  </a:cubicBezTo>
                  <a:cubicBezTo>
                    <a:pt x="2368" y="16994"/>
                    <a:pt x="2235" y="16828"/>
                    <a:pt x="2168" y="16594"/>
                  </a:cubicBezTo>
                  <a:cubicBezTo>
                    <a:pt x="1334" y="15026"/>
                    <a:pt x="967" y="13258"/>
                    <a:pt x="967" y="11657"/>
                  </a:cubicBezTo>
                  <a:cubicBezTo>
                    <a:pt x="967" y="10023"/>
                    <a:pt x="1334" y="8321"/>
                    <a:pt x="2168" y="6687"/>
                  </a:cubicBezTo>
                  <a:cubicBezTo>
                    <a:pt x="2235" y="6487"/>
                    <a:pt x="2368" y="6320"/>
                    <a:pt x="2502" y="6087"/>
                  </a:cubicBezTo>
                  <a:cubicBezTo>
                    <a:pt x="2635" y="5886"/>
                    <a:pt x="2735" y="5686"/>
                    <a:pt x="2869" y="5519"/>
                  </a:cubicBezTo>
                  <a:cubicBezTo>
                    <a:pt x="3169" y="5153"/>
                    <a:pt x="3403" y="4752"/>
                    <a:pt x="3736" y="4419"/>
                  </a:cubicBezTo>
                  <a:cubicBezTo>
                    <a:pt x="4370" y="3718"/>
                    <a:pt x="5070" y="3151"/>
                    <a:pt x="5871" y="2584"/>
                  </a:cubicBezTo>
                  <a:cubicBezTo>
                    <a:pt x="7662" y="1384"/>
                    <a:pt x="9812" y="814"/>
                    <a:pt x="11899" y="814"/>
                  </a:cubicBezTo>
                  <a:close/>
                  <a:moveTo>
                    <a:pt x="11639" y="0"/>
                  </a:moveTo>
                  <a:cubicBezTo>
                    <a:pt x="11440" y="0"/>
                    <a:pt x="11241" y="5"/>
                    <a:pt x="11041" y="16"/>
                  </a:cubicBezTo>
                  <a:cubicBezTo>
                    <a:pt x="10574" y="16"/>
                    <a:pt x="10074" y="82"/>
                    <a:pt x="9574" y="182"/>
                  </a:cubicBezTo>
                  <a:cubicBezTo>
                    <a:pt x="9340" y="216"/>
                    <a:pt x="9073" y="316"/>
                    <a:pt x="8840" y="349"/>
                  </a:cubicBezTo>
                  <a:cubicBezTo>
                    <a:pt x="8606" y="416"/>
                    <a:pt x="8373" y="483"/>
                    <a:pt x="8106" y="549"/>
                  </a:cubicBezTo>
                  <a:cubicBezTo>
                    <a:pt x="7606" y="716"/>
                    <a:pt x="7172" y="849"/>
                    <a:pt x="6705" y="1083"/>
                  </a:cubicBezTo>
                  <a:cubicBezTo>
                    <a:pt x="6238" y="1316"/>
                    <a:pt x="5771" y="1583"/>
                    <a:pt x="5371" y="1850"/>
                  </a:cubicBezTo>
                  <a:cubicBezTo>
                    <a:pt x="4537" y="2417"/>
                    <a:pt x="3736" y="3051"/>
                    <a:pt x="3069" y="3818"/>
                  </a:cubicBezTo>
                  <a:cubicBezTo>
                    <a:pt x="2702" y="4185"/>
                    <a:pt x="2402" y="4552"/>
                    <a:pt x="2102" y="4986"/>
                  </a:cubicBezTo>
                  <a:cubicBezTo>
                    <a:pt x="1935" y="5186"/>
                    <a:pt x="1835" y="5386"/>
                    <a:pt x="1701" y="5586"/>
                  </a:cubicBezTo>
                  <a:cubicBezTo>
                    <a:pt x="1568" y="5820"/>
                    <a:pt x="1401" y="6020"/>
                    <a:pt x="1334" y="6220"/>
                  </a:cubicBezTo>
                  <a:cubicBezTo>
                    <a:pt x="434" y="7988"/>
                    <a:pt x="0" y="9856"/>
                    <a:pt x="0" y="11657"/>
                  </a:cubicBezTo>
                  <a:cubicBezTo>
                    <a:pt x="0" y="13425"/>
                    <a:pt x="400" y="15326"/>
                    <a:pt x="1334" y="17061"/>
                  </a:cubicBezTo>
                  <a:cubicBezTo>
                    <a:pt x="1401" y="17261"/>
                    <a:pt x="1568" y="17495"/>
                    <a:pt x="1701" y="17695"/>
                  </a:cubicBezTo>
                  <a:cubicBezTo>
                    <a:pt x="1868" y="17895"/>
                    <a:pt x="1935" y="18095"/>
                    <a:pt x="2102" y="18329"/>
                  </a:cubicBezTo>
                  <a:cubicBezTo>
                    <a:pt x="2435" y="18729"/>
                    <a:pt x="2702" y="19096"/>
                    <a:pt x="3069" y="19496"/>
                  </a:cubicBezTo>
                  <a:cubicBezTo>
                    <a:pt x="3736" y="20230"/>
                    <a:pt x="4537" y="20897"/>
                    <a:pt x="5371" y="21431"/>
                  </a:cubicBezTo>
                  <a:cubicBezTo>
                    <a:pt x="5771" y="21731"/>
                    <a:pt x="6238" y="21998"/>
                    <a:pt x="6705" y="22198"/>
                  </a:cubicBezTo>
                  <a:cubicBezTo>
                    <a:pt x="7172" y="22398"/>
                    <a:pt x="7672" y="22565"/>
                    <a:pt x="8106" y="22732"/>
                  </a:cubicBezTo>
                  <a:cubicBezTo>
                    <a:pt x="8339" y="22832"/>
                    <a:pt x="8573" y="22865"/>
                    <a:pt x="8840" y="22932"/>
                  </a:cubicBezTo>
                  <a:cubicBezTo>
                    <a:pt x="9073" y="22999"/>
                    <a:pt x="9340" y="23065"/>
                    <a:pt x="9574" y="23099"/>
                  </a:cubicBezTo>
                  <a:cubicBezTo>
                    <a:pt x="10041" y="23199"/>
                    <a:pt x="10541" y="23266"/>
                    <a:pt x="11041" y="23266"/>
                  </a:cubicBezTo>
                  <a:cubicBezTo>
                    <a:pt x="11257" y="23276"/>
                    <a:pt x="11471" y="23282"/>
                    <a:pt x="11683" y="23282"/>
                  </a:cubicBezTo>
                  <a:cubicBezTo>
                    <a:pt x="13449" y="23282"/>
                    <a:pt x="15120" y="22913"/>
                    <a:pt x="16579" y="22198"/>
                  </a:cubicBezTo>
                  <a:cubicBezTo>
                    <a:pt x="18246" y="21398"/>
                    <a:pt x="19581" y="20330"/>
                    <a:pt x="20548" y="19163"/>
                  </a:cubicBezTo>
                  <a:cubicBezTo>
                    <a:pt x="21549" y="17995"/>
                    <a:pt x="22183" y="16727"/>
                    <a:pt x="22550" y="15693"/>
                  </a:cubicBezTo>
                  <a:cubicBezTo>
                    <a:pt x="22650" y="15427"/>
                    <a:pt x="22750" y="15193"/>
                    <a:pt x="22816" y="14926"/>
                  </a:cubicBezTo>
                  <a:cubicBezTo>
                    <a:pt x="22850" y="14693"/>
                    <a:pt x="22916" y="14426"/>
                    <a:pt x="22950" y="14226"/>
                  </a:cubicBezTo>
                  <a:cubicBezTo>
                    <a:pt x="23017" y="14159"/>
                    <a:pt x="23017" y="14026"/>
                    <a:pt x="23050" y="13925"/>
                  </a:cubicBezTo>
                  <a:cubicBezTo>
                    <a:pt x="23050" y="13859"/>
                    <a:pt x="23083" y="13725"/>
                    <a:pt x="23083" y="13659"/>
                  </a:cubicBezTo>
                  <a:cubicBezTo>
                    <a:pt x="23117" y="13492"/>
                    <a:pt x="23117" y="13325"/>
                    <a:pt x="23183" y="13158"/>
                  </a:cubicBezTo>
                  <a:cubicBezTo>
                    <a:pt x="23217" y="12858"/>
                    <a:pt x="23217" y="12591"/>
                    <a:pt x="23217" y="12424"/>
                  </a:cubicBezTo>
                  <a:lnTo>
                    <a:pt x="23217" y="12191"/>
                  </a:lnTo>
                  <a:cubicBezTo>
                    <a:pt x="23217" y="11893"/>
                    <a:pt x="23146" y="11711"/>
                    <a:pt x="23058" y="11642"/>
                  </a:cubicBezTo>
                  <a:lnTo>
                    <a:pt x="23058" y="11642"/>
                  </a:lnTo>
                  <a:cubicBezTo>
                    <a:pt x="23139" y="11565"/>
                    <a:pt x="23204" y="11383"/>
                    <a:pt x="23217" y="11090"/>
                  </a:cubicBezTo>
                  <a:lnTo>
                    <a:pt x="23217" y="10857"/>
                  </a:lnTo>
                  <a:cubicBezTo>
                    <a:pt x="23217" y="10690"/>
                    <a:pt x="23217" y="10423"/>
                    <a:pt x="23183" y="10156"/>
                  </a:cubicBezTo>
                  <a:cubicBezTo>
                    <a:pt x="23150" y="10023"/>
                    <a:pt x="23150" y="9823"/>
                    <a:pt x="23083" y="9656"/>
                  </a:cubicBezTo>
                  <a:cubicBezTo>
                    <a:pt x="23083" y="9556"/>
                    <a:pt x="23050" y="9422"/>
                    <a:pt x="23050" y="9356"/>
                  </a:cubicBezTo>
                  <a:cubicBezTo>
                    <a:pt x="23017" y="9255"/>
                    <a:pt x="23017" y="9189"/>
                    <a:pt x="22950" y="9055"/>
                  </a:cubicBezTo>
                  <a:cubicBezTo>
                    <a:pt x="22916" y="8822"/>
                    <a:pt x="22850" y="8588"/>
                    <a:pt x="22816" y="8355"/>
                  </a:cubicBezTo>
                  <a:cubicBezTo>
                    <a:pt x="22750" y="8088"/>
                    <a:pt x="22616" y="7854"/>
                    <a:pt x="22550" y="7588"/>
                  </a:cubicBezTo>
                  <a:cubicBezTo>
                    <a:pt x="22116" y="6520"/>
                    <a:pt x="21549" y="5319"/>
                    <a:pt x="20548" y="4152"/>
                  </a:cubicBezTo>
                  <a:cubicBezTo>
                    <a:pt x="19547" y="2984"/>
                    <a:pt x="18213" y="1850"/>
                    <a:pt x="16579" y="1083"/>
                  </a:cubicBezTo>
                  <a:cubicBezTo>
                    <a:pt x="15110" y="394"/>
                    <a:pt x="13399" y="0"/>
                    <a:pt x="11639"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15" name="Google Shape;6115;p70"/>
            <p:cNvSpPr/>
            <p:nvPr/>
          </p:nvSpPr>
          <p:spPr>
            <a:xfrm>
              <a:off x="3579400" y="2487325"/>
              <a:ext cx="337750" cy="338725"/>
            </a:xfrm>
            <a:custGeom>
              <a:avLst/>
              <a:gdLst/>
              <a:ahLst/>
              <a:cxnLst/>
              <a:rect l="l" t="t" r="r" b="b"/>
              <a:pathLst>
                <a:path w="13510" h="13549" extrusionOk="0">
                  <a:moveTo>
                    <a:pt x="6964" y="703"/>
                  </a:moveTo>
                  <a:cubicBezTo>
                    <a:pt x="7828" y="703"/>
                    <a:pt x="8676" y="887"/>
                    <a:pt x="9407" y="1231"/>
                  </a:cubicBezTo>
                  <a:cubicBezTo>
                    <a:pt x="10241" y="1598"/>
                    <a:pt x="10975" y="2165"/>
                    <a:pt x="11508" y="2765"/>
                  </a:cubicBezTo>
                  <a:cubicBezTo>
                    <a:pt x="12009" y="3332"/>
                    <a:pt x="12376" y="3999"/>
                    <a:pt x="12576" y="4566"/>
                  </a:cubicBezTo>
                  <a:cubicBezTo>
                    <a:pt x="12843" y="5133"/>
                    <a:pt x="12909" y="5600"/>
                    <a:pt x="12976" y="5934"/>
                  </a:cubicBezTo>
                  <a:cubicBezTo>
                    <a:pt x="13010" y="6101"/>
                    <a:pt x="13010" y="6234"/>
                    <a:pt x="13010" y="6301"/>
                  </a:cubicBezTo>
                  <a:lnTo>
                    <a:pt x="13010" y="6434"/>
                  </a:lnTo>
                  <a:cubicBezTo>
                    <a:pt x="13024" y="6593"/>
                    <a:pt x="13113" y="6695"/>
                    <a:pt x="13213" y="6728"/>
                  </a:cubicBezTo>
                  <a:lnTo>
                    <a:pt x="13213" y="6728"/>
                  </a:lnTo>
                  <a:cubicBezTo>
                    <a:pt x="13113" y="6753"/>
                    <a:pt x="13023" y="6848"/>
                    <a:pt x="13010" y="7001"/>
                  </a:cubicBezTo>
                  <a:lnTo>
                    <a:pt x="13010" y="7135"/>
                  </a:lnTo>
                  <a:cubicBezTo>
                    <a:pt x="13010" y="7235"/>
                    <a:pt x="13010" y="7335"/>
                    <a:pt x="12976" y="7502"/>
                  </a:cubicBezTo>
                  <a:cubicBezTo>
                    <a:pt x="12943" y="7835"/>
                    <a:pt x="12843" y="8336"/>
                    <a:pt x="12576" y="8903"/>
                  </a:cubicBezTo>
                  <a:cubicBezTo>
                    <a:pt x="12376" y="9436"/>
                    <a:pt x="12042" y="10104"/>
                    <a:pt x="11508" y="10671"/>
                  </a:cubicBezTo>
                  <a:cubicBezTo>
                    <a:pt x="11008" y="11304"/>
                    <a:pt x="10308" y="11838"/>
                    <a:pt x="9407" y="12238"/>
                  </a:cubicBezTo>
                  <a:cubicBezTo>
                    <a:pt x="8689" y="12562"/>
                    <a:pt x="7859" y="12731"/>
                    <a:pt x="7011" y="12731"/>
                  </a:cubicBezTo>
                  <a:cubicBezTo>
                    <a:pt x="5849" y="12731"/>
                    <a:pt x="4653" y="12413"/>
                    <a:pt x="3670" y="11738"/>
                  </a:cubicBezTo>
                  <a:cubicBezTo>
                    <a:pt x="2836" y="11138"/>
                    <a:pt x="2135" y="10337"/>
                    <a:pt x="1668" y="9470"/>
                  </a:cubicBezTo>
                  <a:cubicBezTo>
                    <a:pt x="1201" y="8603"/>
                    <a:pt x="1001" y="7635"/>
                    <a:pt x="1001" y="6735"/>
                  </a:cubicBezTo>
                  <a:cubicBezTo>
                    <a:pt x="1001" y="5801"/>
                    <a:pt x="1201" y="4833"/>
                    <a:pt x="1668" y="3966"/>
                  </a:cubicBezTo>
                  <a:cubicBezTo>
                    <a:pt x="2135" y="3099"/>
                    <a:pt x="2802" y="2298"/>
                    <a:pt x="3670" y="1731"/>
                  </a:cubicBezTo>
                  <a:cubicBezTo>
                    <a:pt x="4640" y="1027"/>
                    <a:pt x="5817" y="703"/>
                    <a:pt x="6964" y="703"/>
                  </a:cubicBezTo>
                  <a:close/>
                  <a:moveTo>
                    <a:pt x="6826" y="1"/>
                  </a:moveTo>
                  <a:cubicBezTo>
                    <a:pt x="5568" y="1"/>
                    <a:pt x="4268" y="331"/>
                    <a:pt x="3169" y="1064"/>
                  </a:cubicBezTo>
                  <a:cubicBezTo>
                    <a:pt x="2168" y="1664"/>
                    <a:pt x="1335" y="2598"/>
                    <a:pt x="801" y="3599"/>
                  </a:cubicBezTo>
                  <a:cubicBezTo>
                    <a:pt x="234" y="4600"/>
                    <a:pt x="0" y="5734"/>
                    <a:pt x="0" y="6768"/>
                  </a:cubicBezTo>
                  <a:cubicBezTo>
                    <a:pt x="0" y="7802"/>
                    <a:pt x="234" y="8936"/>
                    <a:pt x="801" y="9937"/>
                  </a:cubicBezTo>
                  <a:cubicBezTo>
                    <a:pt x="1335" y="10938"/>
                    <a:pt x="2168" y="11838"/>
                    <a:pt x="3169" y="12472"/>
                  </a:cubicBezTo>
                  <a:cubicBezTo>
                    <a:pt x="4274" y="13208"/>
                    <a:pt x="5581" y="13548"/>
                    <a:pt x="6846" y="13548"/>
                  </a:cubicBezTo>
                  <a:cubicBezTo>
                    <a:pt x="7872" y="13548"/>
                    <a:pt x="8870" y="13324"/>
                    <a:pt x="9707" y="12906"/>
                  </a:cubicBezTo>
                  <a:cubicBezTo>
                    <a:pt x="10675" y="12439"/>
                    <a:pt x="11408" y="11771"/>
                    <a:pt x="12009" y="11104"/>
                  </a:cubicBezTo>
                  <a:cubicBezTo>
                    <a:pt x="12543" y="10437"/>
                    <a:pt x="12909" y="9737"/>
                    <a:pt x="13143" y="9103"/>
                  </a:cubicBezTo>
                  <a:cubicBezTo>
                    <a:pt x="13343" y="8469"/>
                    <a:pt x="13410" y="7969"/>
                    <a:pt x="13477" y="7602"/>
                  </a:cubicBezTo>
                  <a:cubicBezTo>
                    <a:pt x="13510" y="7435"/>
                    <a:pt x="13510" y="7268"/>
                    <a:pt x="13510" y="7168"/>
                  </a:cubicBezTo>
                  <a:lnTo>
                    <a:pt x="13510" y="7068"/>
                  </a:lnTo>
                  <a:cubicBezTo>
                    <a:pt x="13510" y="6875"/>
                    <a:pt x="13430" y="6767"/>
                    <a:pt x="13333" y="6733"/>
                  </a:cubicBezTo>
                  <a:lnTo>
                    <a:pt x="13333" y="6733"/>
                  </a:lnTo>
                  <a:cubicBezTo>
                    <a:pt x="13422" y="6710"/>
                    <a:pt x="13497" y="6625"/>
                    <a:pt x="13510" y="6468"/>
                  </a:cubicBezTo>
                  <a:lnTo>
                    <a:pt x="13510" y="6334"/>
                  </a:lnTo>
                  <a:cubicBezTo>
                    <a:pt x="13510" y="6268"/>
                    <a:pt x="13510" y="6101"/>
                    <a:pt x="13477" y="5934"/>
                  </a:cubicBezTo>
                  <a:cubicBezTo>
                    <a:pt x="13410" y="5567"/>
                    <a:pt x="13376" y="5067"/>
                    <a:pt x="13143" y="4433"/>
                  </a:cubicBezTo>
                  <a:cubicBezTo>
                    <a:pt x="12909" y="3799"/>
                    <a:pt x="12576" y="3099"/>
                    <a:pt x="12009" y="2431"/>
                  </a:cubicBezTo>
                  <a:cubicBezTo>
                    <a:pt x="11408" y="1731"/>
                    <a:pt x="10675" y="1097"/>
                    <a:pt x="9707" y="630"/>
                  </a:cubicBezTo>
                  <a:cubicBezTo>
                    <a:pt x="8865" y="224"/>
                    <a:pt x="7859" y="1"/>
                    <a:pt x="6826"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16" name="Google Shape;6116;p70"/>
            <p:cNvSpPr/>
            <p:nvPr/>
          </p:nvSpPr>
          <p:spPr>
            <a:xfrm>
              <a:off x="2752975" y="1664125"/>
              <a:ext cx="1986450" cy="1977450"/>
            </a:xfrm>
            <a:custGeom>
              <a:avLst/>
              <a:gdLst/>
              <a:ahLst/>
              <a:cxnLst/>
              <a:rect l="l" t="t" r="r" b="b"/>
              <a:pathLst>
                <a:path w="79458" h="79098" extrusionOk="0">
                  <a:moveTo>
                    <a:pt x="39729" y="1"/>
                  </a:moveTo>
                  <a:cubicBezTo>
                    <a:pt x="33724" y="1"/>
                    <a:pt x="27253" y="1368"/>
                    <a:pt x="21382" y="4504"/>
                  </a:cubicBezTo>
                  <a:cubicBezTo>
                    <a:pt x="18413" y="6005"/>
                    <a:pt x="15678" y="8007"/>
                    <a:pt x="13143" y="10275"/>
                  </a:cubicBezTo>
                  <a:cubicBezTo>
                    <a:pt x="11909" y="11442"/>
                    <a:pt x="10675" y="12610"/>
                    <a:pt x="9574" y="13944"/>
                  </a:cubicBezTo>
                  <a:lnTo>
                    <a:pt x="9174" y="14445"/>
                  </a:lnTo>
                  <a:lnTo>
                    <a:pt x="8740" y="14945"/>
                  </a:lnTo>
                  <a:lnTo>
                    <a:pt x="7973" y="15946"/>
                  </a:lnTo>
                  <a:lnTo>
                    <a:pt x="7205" y="16980"/>
                  </a:lnTo>
                  <a:lnTo>
                    <a:pt x="6839" y="17513"/>
                  </a:lnTo>
                  <a:lnTo>
                    <a:pt x="6505" y="18047"/>
                  </a:lnTo>
                  <a:cubicBezTo>
                    <a:pt x="2702" y="23818"/>
                    <a:pt x="567" y="30623"/>
                    <a:pt x="200" y="37328"/>
                  </a:cubicBezTo>
                  <a:cubicBezTo>
                    <a:pt x="0" y="40697"/>
                    <a:pt x="234" y="44032"/>
                    <a:pt x="868" y="47201"/>
                  </a:cubicBezTo>
                  <a:cubicBezTo>
                    <a:pt x="1468" y="50370"/>
                    <a:pt x="2502" y="53406"/>
                    <a:pt x="3803" y="56208"/>
                  </a:cubicBezTo>
                  <a:cubicBezTo>
                    <a:pt x="4070" y="56908"/>
                    <a:pt x="4470" y="57575"/>
                    <a:pt x="4804" y="58243"/>
                  </a:cubicBezTo>
                  <a:cubicBezTo>
                    <a:pt x="5171" y="58910"/>
                    <a:pt x="5538" y="59543"/>
                    <a:pt x="5905" y="60211"/>
                  </a:cubicBezTo>
                  <a:cubicBezTo>
                    <a:pt x="6338" y="60778"/>
                    <a:pt x="6705" y="61478"/>
                    <a:pt x="7139" y="62045"/>
                  </a:cubicBezTo>
                  <a:cubicBezTo>
                    <a:pt x="7572" y="62612"/>
                    <a:pt x="7973" y="63246"/>
                    <a:pt x="8406" y="63780"/>
                  </a:cubicBezTo>
                  <a:cubicBezTo>
                    <a:pt x="10174" y="66048"/>
                    <a:pt x="12076" y="68050"/>
                    <a:pt x="14077" y="69717"/>
                  </a:cubicBezTo>
                  <a:cubicBezTo>
                    <a:pt x="18080" y="73086"/>
                    <a:pt x="22216" y="75288"/>
                    <a:pt x="25852" y="76622"/>
                  </a:cubicBezTo>
                  <a:cubicBezTo>
                    <a:pt x="29488" y="77957"/>
                    <a:pt x="32557" y="78524"/>
                    <a:pt x="34658" y="78791"/>
                  </a:cubicBezTo>
                  <a:cubicBezTo>
                    <a:pt x="35692" y="78991"/>
                    <a:pt x="36526" y="79024"/>
                    <a:pt x="37060" y="79057"/>
                  </a:cubicBezTo>
                  <a:cubicBezTo>
                    <a:pt x="37360" y="79057"/>
                    <a:pt x="37560" y="79091"/>
                    <a:pt x="37694" y="79091"/>
                  </a:cubicBezTo>
                  <a:lnTo>
                    <a:pt x="37894" y="79091"/>
                  </a:lnTo>
                  <a:cubicBezTo>
                    <a:pt x="38060" y="79095"/>
                    <a:pt x="38215" y="79097"/>
                    <a:pt x="38359" y="79097"/>
                  </a:cubicBezTo>
                  <a:cubicBezTo>
                    <a:pt x="40397" y="79097"/>
                    <a:pt x="40326" y="78684"/>
                    <a:pt x="37927" y="78590"/>
                  </a:cubicBezTo>
                  <a:lnTo>
                    <a:pt x="37727" y="78590"/>
                  </a:lnTo>
                  <a:cubicBezTo>
                    <a:pt x="37594" y="78590"/>
                    <a:pt x="37394" y="78590"/>
                    <a:pt x="37093" y="78557"/>
                  </a:cubicBezTo>
                  <a:cubicBezTo>
                    <a:pt x="36560" y="78524"/>
                    <a:pt x="35759" y="78457"/>
                    <a:pt x="34725" y="78290"/>
                  </a:cubicBezTo>
                  <a:cubicBezTo>
                    <a:pt x="32657" y="78023"/>
                    <a:pt x="29588" y="77423"/>
                    <a:pt x="26052" y="76089"/>
                  </a:cubicBezTo>
                  <a:cubicBezTo>
                    <a:pt x="22516" y="74754"/>
                    <a:pt x="18413" y="72553"/>
                    <a:pt x="14544" y="69217"/>
                  </a:cubicBezTo>
                  <a:cubicBezTo>
                    <a:pt x="12576" y="67549"/>
                    <a:pt x="10708" y="65614"/>
                    <a:pt x="9007" y="63380"/>
                  </a:cubicBezTo>
                  <a:cubicBezTo>
                    <a:pt x="8540" y="62846"/>
                    <a:pt x="8173" y="62245"/>
                    <a:pt x="7739" y="61678"/>
                  </a:cubicBezTo>
                  <a:cubicBezTo>
                    <a:pt x="7339" y="61078"/>
                    <a:pt x="7005" y="60444"/>
                    <a:pt x="6572" y="59844"/>
                  </a:cubicBezTo>
                  <a:cubicBezTo>
                    <a:pt x="6205" y="59210"/>
                    <a:pt x="5838" y="58576"/>
                    <a:pt x="5504" y="57909"/>
                  </a:cubicBezTo>
                  <a:cubicBezTo>
                    <a:pt x="5171" y="57242"/>
                    <a:pt x="4804" y="56608"/>
                    <a:pt x="4504" y="55908"/>
                  </a:cubicBezTo>
                  <a:cubicBezTo>
                    <a:pt x="1968" y="50437"/>
                    <a:pt x="667" y="43999"/>
                    <a:pt x="1068" y="37394"/>
                  </a:cubicBezTo>
                  <a:cubicBezTo>
                    <a:pt x="1501" y="30823"/>
                    <a:pt x="3636" y="24185"/>
                    <a:pt x="7339" y="18547"/>
                  </a:cubicBezTo>
                  <a:lnTo>
                    <a:pt x="7672" y="18014"/>
                  </a:lnTo>
                  <a:lnTo>
                    <a:pt x="8039" y="17513"/>
                  </a:lnTo>
                  <a:lnTo>
                    <a:pt x="8807" y="16479"/>
                  </a:lnTo>
                  <a:lnTo>
                    <a:pt x="9574" y="15479"/>
                  </a:lnTo>
                  <a:lnTo>
                    <a:pt x="9974" y="14978"/>
                  </a:lnTo>
                  <a:lnTo>
                    <a:pt x="10374" y="14511"/>
                  </a:lnTo>
                  <a:cubicBezTo>
                    <a:pt x="11475" y="13210"/>
                    <a:pt x="12676" y="12043"/>
                    <a:pt x="13877" y="10909"/>
                  </a:cubicBezTo>
                  <a:cubicBezTo>
                    <a:pt x="16379" y="8707"/>
                    <a:pt x="19081" y="6739"/>
                    <a:pt x="21983" y="5305"/>
                  </a:cubicBezTo>
                  <a:cubicBezTo>
                    <a:pt x="27720" y="2236"/>
                    <a:pt x="34025" y="901"/>
                    <a:pt x="39895" y="901"/>
                  </a:cubicBezTo>
                  <a:cubicBezTo>
                    <a:pt x="45766" y="901"/>
                    <a:pt x="52071" y="2236"/>
                    <a:pt x="57842" y="5305"/>
                  </a:cubicBezTo>
                  <a:cubicBezTo>
                    <a:pt x="60710" y="6806"/>
                    <a:pt x="63412" y="8707"/>
                    <a:pt x="65914" y="10909"/>
                  </a:cubicBezTo>
                  <a:cubicBezTo>
                    <a:pt x="67115" y="12043"/>
                    <a:pt x="68349" y="13210"/>
                    <a:pt x="69417" y="14511"/>
                  </a:cubicBezTo>
                  <a:lnTo>
                    <a:pt x="69850" y="14978"/>
                  </a:lnTo>
                  <a:lnTo>
                    <a:pt x="70217" y="15479"/>
                  </a:lnTo>
                  <a:lnTo>
                    <a:pt x="71018" y="16479"/>
                  </a:lnTo>
                  <a:lnTo>
                    <a:pt x="71752" y="17513"/>
                  </a:lnTo>
                  <a:lnTo>
                    <a:pt x="72118" y="18014"/>
                  </a:lnTo>
                  <a:lnTo>
                    <a:pt x="72452" y="18547"/>
                  </a:lnTo>
                  <a:cubicBezTo>
                    <a:pt x="76188" y="24185"/>
                    <a:pt x="78256" y="30856"/>
                    <a:pt x="78690" y="37394"/>
                  </a:cubicBezTo>
                  <a:cubicBezTo>
                    <a:pt x="78890" y="40697"/>
                    <a:pt x="78623" y="43932"/>
                    <a:pt x="78056" y="47068"/>
                  </a:cubicBezTo>
                  <a:cubicBezTo>
                    <a:pt x="77456" y="50203"/>
                    <a:pt x="76455" y="53172"/>
                    <a:pt x="75221" y="55908"/>
                  </a:cubicBezTo>
                  <a:cubicBezTo>
                    <a:pt x="74920" y="56575"/>
                    <a:pt x="74554" y="57242"/>
                    <a:pt x="74220" y="57909"/>
                  </a:cubicBezTo>
                  <a:cubicBezTo>
                    <a:pt x="73886" y="58576"/>
                    <a:pt x="73519" y="59210"/>
                    <a:pt x="73119" y="59844"/>
                  </a:cubicBezTo>
                  <a:cubicBezTo>
                    <a:pt x="72752" y="60444"/>
                    <a:pt x="72385" y="61078"/>
                    <a:pt x="71952" y="61678"/>
                  </a:cubicBezTo>
                  <a:cubicBezTo>
                    <a:pt x="71551" y="62245"/>
                    <a:pt x="71184" y="62846"/>
                    <a:pt x="70717" y="63380"/>
                  </a:cubicBezTo>
                  <a:cubicBezTo>
                    <a:pt x="69016" y="65581"/>
                    <a:pt x="67115" y="67549"/>
                    <a:pt x="65180" y="69217"/>
                  </a:cubicBezTo>
                  <a:cubicBezTo>
                    <a:pt x="61277" y="72553"/>
                    <a:pt x="57208" y="74754"/>
                    <a:pt x="53672" y="76089"/>
                  </a:cubicBezTo>
                  <a:cubicBezTo>
                    <a:pt x="50069" y="77456"/>
                    <a:pt x="47067" y="78023"/>
                    <a:pt x="44999" y="78290"/>
                  </a:cubicBezTo>
                  <a:cubicBezTo>
                    <a:pt x="43998" y="78490"/>
                    <a:pt x="43164" y="78524"/>
                    <a:pt x="42597" y="78557"/>
                  </a:cubicBezTo>
                  <a:cubicBezTo>
                    <a:pt x="42331" y="78557"/>
                    <a:pt x="42097" y="78590"/>
                    <a:pt x="41997" y="78590"/>
                  </a:cubicBezTo>
                  <a:lnTo>
                    <a:pt x="41763" y="78590"/>
                  </a:lnTo>
                  <a:cubicBezTo>
                    <a:pt x="39328" y="78690"/>
                    <a:pt x="39262" y="79091"/>
                    <a:pt x="41563" y="79091"/>
                  </a:cubicBezTo>
                  <a:lnTo>
                    <a:pt x="41763" y="79091"/>
                  </a:lnTo>
                  <a:cubicBezTo>
                    <a:pt x="41897" y="79091"/>
                    <a:pt x="42097" y="79057"/>
                    <a:pt x="42397" y="79057"/>
                  </a:cubicBezTo>
                  <a:cubicBezTo>
                    <a:pt x="42931" y="79024"/>
                    <a:pt x="43765" y="78957"/>
                    <a:pt x="44832" y="78791"/>
                  </a:cubicBezTo>
                  <a:cubicBezTo>
                    <a:pt x="46934" y="78524"/>
                    <a:pt x="50003" y="77957"/>
                    <a:pt x="53605" y="76622"/>
                  </a:cubicBezTo>
                  <a:cubicBezTo>
                    <a:pt x="57241" y="75288"/>
                    <a:pt x="61411" y="73086"/>
                    <a:pt x="65380" y="69717"/>
                  </a:cubicBezTo>
                  <a:cubicBezTo>
                    <a:pt x="67382" y="68050"/>
                    <a:pt x="69283" y="66048"/>
                    <a:pt x="71051" y="63780"/>
                  </a:cubicBezTo>
                  <a:cubicBezTo>
                    <a:pt x="71518" y="63246"/>
                    <a:pt x="71918" y="62612"/>
                    <a:pt x="72352" y="62045"/>
                  </a:cubicBezTo>
                  <a:cubicBezTo>
                    <a:pt x="72752" y="61478"/>
                    <a:pt x="73119" y="60844"/>
                    <a:pt x="73553" y="60211"/>
                  </a:cubicBezTo>
                  <a:cubicBezTo>
                    <a:pt x="73920" y="59543"/>
                    <a:pt x="74353" y="58910"/>
                    <a:pt x="74687" y="58243"/>
                  </a:cubicBezTo>
                  <a:cubicBezTo>
                    <a:pt x="75021" y="57575"/>
                    <a:pt x="75387" y="56908"/>
                    <a:pt x="75688" y="56208"/>
                  </a:cubicBezTo>
                  <a:cubicBezTo>
                    <a:pt x="76955" y="53406"/>
                    <a:pt x="78023" y="50404"/>
                    <a:pt x="78590" y="47201"/>
                  </a:cubicBezTo>
                  <a:cubicBezTo>
                    <a:pt x="79224" y="43999"/>
                    <a:pt x="79457" y="40663"/>
                    <a:pt x="79257" y="37328"/>
                  </a:cubicBezTo>
                  <a:cubicBezTo>
                    <a:pt x="78890" y="30623"/>
                    <a:pt x="76755" y="23818"/>
                    <a:pt x="72952" y="18047"/>
                  </a:cubicBezTo>
                  <a:lnTo>
                    <a:pt x="72619" y="17513"/>
                  </a:lnTo>
                  <a:lnTo>
                    <a:pt x="72252" y="16980"/>
                  </a:lnTo>
                  <a:lnTo>
                    <a:pt x="71518" y="15946"/>
                  </a:lnTo>
                  <a:lnTo>
                    <a:pt x="70717" y="14945"/>
                  </a:lnTo>
                  <a:lnTo>
                    <a:pt x="70284" y="14445"/>
                  </a:lnTo>
                  <a:lnTo>
                    <a:pt x="69884" y="13944"/>
                  </a:lnTo>
                  <a:cubicBezTo>
                    <a:pt x="68783" y="12643"/>
                    <a:pt x="67582" y="11442"/>
                    <a:pt x="66348" y="10275"/>
                  </a:cubicBezTo>
                  <a:cubicBezTo>
                    <a:pt x="63779" y="8007"/>
                    <a:pt x="61044" y="6005"/>
                    <a:pt x="58075" y="4504"/>
                  </a:cubicBezTo>
                  <a:cubicBezTo>
                    <a:pt x="52204" y="1402"/>
                    <a:pt x="45733" y="1"/>
                    <a:pt x="39729"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17" name="Google Shape;6117;p70"/>
            <p:cNvSpPr/>
            <p:nvPr/>
          </p:nvSpPr>
          <p:spPr>
            <a:xfrm>
              <a:off x="3507675" y="2413400"/>
              <a:ext cx="479525" cy="482100"/>
            </a:xfrm>
            <a:custGeom>
              <a:avLst/>
              <a:gdLst/>
              <a:ahLst/>
              <a:cxnLst/>
              <a:rect l="l" t="t" r="r" b="b"/>
              <a:pathLst>
                <a:path w="19181" h="19284" extrusionOk="0">
                  <a:moveTo>
                    <a:pt x="9823" y="856"/>
                  </a:moveTo>
                  <a:cubicBezTo>
                    <a:pt x="11093" y="856"/>
                    <a:pt x="12335" y="1117"/>
                    <a:pt x="13410" y="1619"/>
                  </a:cubicBezTo>
                  <a:cubicBezTo>
                    <a:pt x="14711" y="2186"/>
                    <a:pt x="15745" y="3020"/>
                    <a:pt x="16512" y="3887"/>
                  </a:cubicBezTo>
                  <a:cubicBezTo>
                    <a:pt x="17246" y="4755"/>
                    <a:pt x="17747" y="5722"/>
                    <a:pt x="18080" y="6523"/>
                  </a:cubicBezTo>
                  <a:cubicBezTo>
                    <a:pt x="18414" y="7357"/>
                    <a:pt x="18547" y="8057"/>
                    <a:pt x="18647" y="8524"/>
                  </a:cubicBezTo>
                  <a:cubicBezTo>
                    <a:pt x="18681" y="8724"/>
                    <a:pt x="18681" y="8924"/>
                    <a:pt x="18681" y="9058"/>
                  </a:cubicBezTo>
                  <a:lnTo>
                    <a:pt x="18681" y="9258"/>
                  </a:lnTo>
                  <a:cubicBezTo>
                    <a:pt x="18709" y="9500"/>
                    <a:pt x="18805" y="9645"/>
                    <a:pt x="18905" y="9674"/>
                  </a:cubicBezTo>
                  <a:lnTo>
                    <a:pt x="18905" y="9674"/>
                  </a:lnTo>
                  <a:cubicBezTo>
                    <a:pt x="18797" y="9698"/>
                    <a:pt x="18695" y="9838"/>
                    <a:pt x="18681" y="10092"/>
                  </a:cubicBezTo>
                  <a:lnTo>
                    <a:pt x="18681" y="10292"/>
                  </a:lnTo>
                  <a:cubicBezTo>
                    <a:pt x="18681" y="10425"/>
                    <a:pt x="18681" y="10592"/>
                    <a:pt x="18647" y="10859"/>
                  </a:cubicBezTo>
                  <a:cubicBezTo>
                    <a:pt x="18547" y="11359"/>
                    <a:pt x="18414" y="12060"/>
                    <a:pt x="18080" y="12860"/>
                  </a:cubicBezTo>
                  <a:cubicBezTo>
                    <a:pt x="17813" y="13628"/>
                    <a:pt x="17280" y="14595"/>
                    <a:pt x="16512" y="15462"/>
                  </a:cubicBezTo>
                  <a:cubicBezTo>
                    <a:pt x="15712" y="16363"/>
                    <a:pt x="14678" y="17130"/>
                    <a:pt x="13410" y="17731"/>
                  </a:cubicBezTo>
                  <a:cubicBezTo>
                    <a:pt x="12354" y="18244"/>
                    <a:pt x="11121" y="18508"/>
                    <a:pt x="9854" y="18508"/>
                  </a:cubicBezTo>
                  <a:cubicBezTo>
                    <a:pt x="8160" y="18508"/>
                    <a:pt x="6407" y="18037"/>
                    <a:pt x="4937" y="17064"/>
                  </a:cubicBezTo>
                  <a:cubicBezTo>
                    <a:pt x="4337" y="16597"/>
                    <a:pt x="3737" y="16130"/>
                    <a:pt x="3236" y="15562"/>
                  </a:cubicBezTo>
                  <a:cubicBezTo>
                    <a:pt x="2736" y="15029"/>
                    <a:pt x="2336" y="14362"/>
                    <a:pt x="2002" y="13728"/>
                  </a:cubicBezTo>
                  <a:cubicBezTo>
                    <a:pt x="1335" y="12427"/>
                    <a:pt x="1001" y="11026"/>
                    <a:pt x="1001" y="9692"/>
                  </a:cubicBezTo>
                  <a:cubicBezTo>
                    <a:pt x="1001" y="8357"/>
                    <a:pt x="1335" y="6923"/>
                    <a:pt x="2002" y="5622"/>
                  </a:cubicBezTo>
                  <a:cubicBezTo>
                    <a:pt x="2336" y="4955"/>
                    <a:pt x="2736" y="4354"/>
                    <a:pt x="3236" y="3787"/>
                  </a:cubicBezTo>
                  <a:cubicBezTo>
                    <a:pt x="3737" y="3220"/>
                    <a:pt x="4337" y="2720"/>
                    <a:pt x="4937" y="2286"/>
                  </a:cubicBezTo>
                  <a:cubicBezTo>
                    <a:pt x="6402" y="1316"/>
                    <a:pt x="8138" y="856"/>
                    <a:pt x="9823" y="856"/>
                  </a:cubicBezTo>
                  <a:close/>
                  <a:moveTo>
                    <a:pt x="9747" y="0"/>
                  </a:moveTo>
                  <a:cubicBezTo>
                    <a:pt x="9557" y="0"/>
                    <a:pt x="9366" y="6"/>
                    <a:pt x="9174" y="18"/>
                  </a:cubicBezTo>
                  <a:cubicBezTo>
                    <a:pt x="7506" y="51"/>
                    <a:pt x="5871" y="585"/>
                    <a:pt x="4470" y="1519"/>
                  </a:cubicBezTo>
                  <a:cubicBezTo>
                    <a:pt x="3737" y="1953"/>
                    <a:pt x="3069" y="2520"/>
                    <a:pt x="2536" y="3120"/>
                  </a:cubicBezTo>
                  <a:cubicBezTo>
                    <a:pt x="1969" y="3721"/>
                    <a:pt x="1502" y="4421"/>
                    <a:pt x="1135" y="5122"/>
                  </a:cubicBezTo>
                  <a:cubicBezTo>
                    <a:pt x="367" y="6589"/>
                    <a:pt x="1" y="8190"/>
                    <a:pt x="1" y="9625"/>
                  </a:cubicBezTo>
                  <a:cubicBezTo>
                    <a:pt x="1" y="11126"/>
                    <a:pt x="367" y="12694"/>
                    <a:pt x="1135" y="14128"/>
                  </a:cubicBezTo>
                  <a:cubicBezTo>
                    <a:pt x="1502" y="14862"/>
                    <a:pt x="1969" y="15562"/>
                    <a:pt x="2536" y="16130"/>
                  </a:cubicBezTo>
                  <a:cubicBezTo>
                    <a:pt x="3069" y="16763"/>
                    <a:pt x="3737" y="17297"/>
                    <a:pt x="4470" y="17764"/>
                  </a:cubicBezTo>
                  <a:cubicBezTo>
                    <a:pt x="5871" y="18698"/>
                    <a:pt x="7539" y="19232"/>
                    <a:pt x="9174" y="19265"/>
                  </a:cubicBezTo>
                  <a:cubicBezTo>
                    <a:pt x="9379" y="19278"/>
                    <a:pt x="9584" y="19284"/>
                    <a:pt x="9788" y="19284"/>
                  </a:cubicBezTo>
                  <a:cubicBezTo>
                    <a:pt x="11206" y="19284"/>
                    <a:pt x="12577" y="18981"/>
                    <a:pt x="13744" y="18398"/>
                  </a:cubicBezTo>
                  <a:cubicBezTo>
                    <a:pt x="15078" y="17764"/>
                    <a:pt x="16212" y="16863"/>
                    <a:pt x="17013" y="15896"/>
                  </a:cubicBezTo>
                  <a:cubicBezTo>
                    <a:pt x="17813" y="14929"/>
                    <a:pt x="18314" y="13928"/>
                    <a:pt x="18647" y="13061"/>
                  </a:cubicBezTo>
                  <a:cubicBezTo>
                    <a:pt x="18981" y="12193"/>
                    <a:pt x="19047" y="11426"/>
                    <a:pt x="19148" y="10926"/>
                  </a:cubicBezTo>
                  <a:cubicBezTo>
                    <a:pt x="19181" y="10692"/>
                    <a:pt x="19181" y="10459"/>
                    <a:pt x="19181" y="10359"/>
                  </a:cubicBezTo>
                  <a:lnTo>
                    <a:pt x="19181" y="10125"/>
                  </a:lnTo>
                  <a:cubicBezTo>
                    <a:pt x="19181" y="9852"/>
                    <a:pt x="19084" y="9703"/>
                    <a:pt x="18976" y="9675"/>
                  </a:cubicBezTo>
                  <a:lnTo>
                    <a:pt x="18976" y="9675"/>
                  </a:lnTo>
                  <a:cubicBezTo>
                    <a:pt x="19084" y="9646"/>
                    <a:pt x="19181" y="9471"/>
                    <a:pt x="19181" y="9124"/>
                  </a:cubicBezTo>
                  <a:lnTo>
                    <a:pt x="19181" y="8924"/>
                  </a:lnTo>
                  <a:cubicBezTo>
                    <a:pt x="19181" y="8791"/>
                    <a:pt x="19181" y="8591"/>
                    <a:pt x="19148" y="8357"/>
                  </a:cubicBezTo>
                  <a:cubicBezTo>
                    <a:pt x="19081" y="7857"/>
                    <a:pt x="18981" y="7090"/>
                    <a:pt x="18647" y="6222"/>
                  </a:cubicBezTo>
                  <a:cubicBezTo>
                    <a:pt x="18347" y="5355"/>
                    <a:pt x="17813" y="4354"/>
                    <a:pt x="17013" y="3387"/>
                  </a:cubicBezTo>
                  <a:cubicBezTo>
                    <a:pt x="16212" y="2420"/>
                    <a:pt x="15078" y="1519"/>
                    <a:pt x="13744" y="885"/>
                  </a:cubicBezTo>
                  <a:cubicBezTo>
                    <a:pt x="12537" y="326"/>
                    <a:pt x="11174" y="0"/>
                    <a:pt x="9747"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18" name="Google Shape;6118;p70"/>
            <p:cNvSpPr/>
            <p:nvPr/>
          </p:nvSpPr>
          <p:spPr>
            <a:xfrm>
              <a:off x="3736175" y="1583650"/>
              <a:ext cx="25050" cy="790600"/>
            </a:xfrm>
            <a:custGeom>
              <a:avLst/>
              <a:gdLst/>
              <a:ahLst/>
              <a:cxnLst/>
              <a:rect l="l" t="t" r="r" b="b"/>
              <a:pathLst>
                <a:path w="1002" h="31624" extrusionOk="0">
                  <a:moveTo>
                    <a:pt x="484" y="1"/>
                  </a:moveTo>
                  <a:cubicBezTo>
                    <a:pt x="359" y="1"/>
                    <a:pt x="234" y="84"/>
                    <a:pt x="234" y="251"/>
                  </a:cubicBezTo>
                  <a:cubicBezTo>
                    <a:pt x="234" y="251"/>
                    <a:pt x="0" y="9724"/>
                    <a:pt x="0" y="15829"/>
                  </a:cubicBezTo>
                  <a:cubicBezTo>
                    <a:pt x="34" y="21900"/>
                    <a:pt x="234" y="31373"/>
                    <a:pt x="234" y="31373"/>
                  </a:cubicBezTo>
                  <a:cubicBezTo>
                    <a:pt x="251" y="31540"/>
                    <a:pt x="367" y="31624"/>
                    <a:pt x="484" y="31624"/>
                  </a:cubicBezTo>
                  <a:cubicBezTo>
                    <a:pt x="601" y="31624"/>
                    <a:pt x="718" y="31540"/>
                    <a:pt x="734" y="31373"/>
                  </a:cubicBezTo>
                  <a:cubicBezTo>
                    <a:pt x="734" y="31373"/>
                    <a:pt x="1001" y="21900"/>
                    <a:pt x="1001" y="15829"/>
                  </a:cubicBezTo>
                  <a:cubicBezTo>
                    <a:pt x="1001" y="9724"/>
                    <a:pt x="734" y="251"/>
                    <a:pt x="734" y="251"/>
                  </a:cubicBezTo>
                  <a:cubicBezTo>
                    <a:pt x="734" y="84"/>
                    <a:pt x="609" y="1"/>
                    <a:pt x="484"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19" name="Google Shape;6119;p70"/>
            <p:cNvSpPr/>
            <p:nvPr/>
          </p:nvSpPr>
          <p:spPr>
            <a:xfrm>
              <a:off x="3740600" y="2237325"/>
              <a:ext cx="201150" cy="198825"/>
            </a:xfrm>
            <a:custGeom>
              <a:avLst/>
              <a:gdLst/>
              <a:ahLst/>
              <a:cxnLst/>
              <a:rect l="l" t="t" r="r" b="b"/>
              <a:pathLst>
                <a:path w="8046" h="7953" extrusionOk="0">
                  <a:moveTo>
                    <a:pt x="249" y="0"/>
                  </a:moveTo>
                  <a:cubicBezTo>
                    <a:pt x="159" y="0"/>
                    <a:pt x="1" y="200"/>
                    <a:pt x="57" y="256"/>
                  </a:cubicBezTo>
                  <a:cubicBezTo>
                    <a:pt x="57" y="256"/>
                    <a:pt x="2258" y="2725"/>
                    <a:pt x="3760" y="4226"/>
                  </a:cubicBezTo>
                  <a:cubicBezTo>
                    <a:pt x="5261" y="5727"/>
                    <a:pt x="7729" y="7928"/>
                    <a:pt x="7729" y="7928"/>
                  </a:cubicBezTo>
                  <a:cubicBezTo>
                    <a:pt x="7740" y="7945"/>
                    <a:pt x="7758" y="7953"/>
                    <a:pt x="7778" y="7953"/>
                  </a:cubicBezTo>
                  <a:cubicBezTo>
                    <a:pt x="7876" y="7953"/>
                    <a:pt x="8046" y="7778"/>
                    <a:pt x="7963" y="7695"/>
                  </a:cubicBezTo>
                  <a:cubicBezTo>
                    <a:pt x="7963" y="7695"/>
                    <a:pt x="5761" y="5226"/>
                    <a:pt x="4260" y="3725"/>
                  </a:cubicBezTo>
                  <a:cubicBezTo>
                    <a:pt x="2759" y="2224"/>
                    <a:pt x="290" y="23"/>
                    <a:pt x="290" y="23"/>
                  </a:cubicBezTo>
                  <a:cubicBezTo>
                    <a:pt x="280" y="7"/>
                    <a:pt x="266" y="0"/>
                    <a:pt x="249"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20" name="Google Shape;6120;p70"/>
            <p:cNvSpPr/>
            <p:nvPr/>
          </p:nvSpPr>
          <p:spPr>
            <a:xfrm>
              <a:off x="3748875" y="2165025"/>
              <a:ext cx="175700" cy="174075"/>
            </a:xfrm>
            <a:custGeom>
              <a:avLst/>
              <a:gdLst/>
              <a:ahLst/>
              <a:cxnLst/>
              <a:rect l="l" t="t" r="r" b="b"/>
              <a:pathLst>
                <a:path w="7028" h="6963" extrusionOk="0">
                  <a:moveTo>
                    <a:pt x="294" y="1"/>
                  </a:moveTo>
                  <a:cubicBezTo>
                    <a:pt x="200" y="1"/>
                    <a:pt x="1" y="191"/>
                    <a:pt x="59" y="279"/>
                  </a:cubicBezTo>
                  <a:cubicBezTo>
                    <a:pt x="59" y="279"/>
                    <a:pt x="1994" y="2414"/>
                    <a:pt x="3262" y="3749"/>
                  </a:cubicBezTo>
                  <a:cubicBezTo>
                    <a:pt x="4563" y="5016"/>
                    <a:pt x="6731" y="6951"/>
                    <a:pt x="6731" y="6951"/>
                  </a:cubicBezTo>
                  <a:cubicBezTo>
                    <a:pt x="6743" y="6959"/>
                    <a:pt x="6757" y="6963"/>
                    <a:pt x="6771" y="6963"/>
                  </a:cubicBezTo>
                  <a:cubicBezTo>
                    <a:pt x="6876" y="6963"/>
                    <a:pt x="7027" y="6772"/>
                    <a:pt x="6998" y="6684"/>
                  </a:cubicBezTo>
                  <a:cubicBezTo>
                    <a:pt x="6998" y="6684"/>
                    <a:pt x="5063" y="4582"/>
                    <a:pt x="3762" y="3248"/>
                  </a:cubicBezTo>
                  <a:cubicBezTo>
                    <a:pt x="2495" y="1947"/>
                    <a:pt x="326" y="13"/>
                    <a:pt x="326" y="13"/>
                  </a:cubicBezTo>
                  <a:cubicBezTo>
                    <a:pt x="318" y="4"/>
                    <a:pt x="307" y="1"/>
                    <a:pt x="294"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21" name="Google Shape;6121;p70"/>
            <p:cNvSpPr/>
            <p:nvPr/>
          </p:nvSpPr>
          <p:spPr>
            <a:xfrm>
              <a:off x="3751450" y="2092225"/>
              <a:ext cx="148875" cy="146600"/>
            </a:xfrm>
            <a:custGeom>
              <a:avLst/>
              <a:gdLst/>
              <a:ahLst/>
              <a:cxnLst/>
              <a:rect l="l" t="t" r="r" b="b"/>
              <a:pathLst>
                <a:path w="5955" h="5864" extrusionOk="0">
                  <a:moveTo>
                    <a:pt x="260" y="0"/>
                  </a:moveTo>
                  <a:cubicBezTo>
                    <a:pt x="182" y="0"/>
                    <a:pt x="0" y="200"/>
                    <a:pt x="57" y="256"/>
                  </a:cubicBezTo>
                  <a:cubicBezTo>
                    <a:pt x="57" y="256"/>
                    <a:pt x="1624" y="2091"/>
                    <a:pt x="2725" y="3191"/>
                  </a:cubicBezTo>
                  <a:cubicBezTo>
                    <a:pt x="3793" y="4259"/>
                    <a:pt x="5627" y="5860"/>
                    <a:pt x="5627" y="5860"/>
                  </a:cubicBezTo>
                  <a:cubicBezTo>
                    <a:pt x="5632" y="5862"/>
                    <a:pt x="5637" y="5863"/>
                    <a:pt x="5643" y="5863"/>
                  </a:cubicBezTo>
                  <a:cubicBezTo>
                    <a:pt x="5728" y="5863"/>
                    <a:pt x="5954" y="5655"/>
                    <a:pt x="5861" y="5593"/>
                  </a:cubicBezTo>
                  <a:cubicBezTo>
                    <a:pt x="5861" y="5593"/>
                    <a:pt x="4293" y="3758"/>
                    <a:pt x="3192" y="2691"/>
                  </a:cubicBezTo>
                  <a:cubicBezTo>
                    <a:pt x="2125" y="1590"/>
                    <a:pt x="290" y="22"/>
                    <a:pt x="290" y="22"/>
                  </a:cubicBezTo>
                  <a:cubicBezTo>
                    <a:pt x="285" y="7"/>
                    <a:pt x="274" y="0"/>
                    <a:pt x="260"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22" name="Google Shape;6122;p70"/>
            <p:cNvSpPr/>
            <p:nvPr/>
          </p:nvSpPr>
          <p:spPr>
            <a:xfrm>
              <a:off x="3754575" y="2021800"/>
              <a:ext cx="117500" cy="116125"/>
            </a:xfrm>
            <a:custGeom>
              <a:avLst/>
              <a:gdLst/>
              <a:ahLst/>
              <a:cxnLst/>
              <a:rect l="l" t="t" r="r" b="b"/>
              <a:pathLst>
                <a:path w="4700" h="4645" extrusionOk="0">
                  <a:moveTo>
                    <a:pt x="289" y="1"/>
                  </a:moveTo>
                  <a:cubicBezTo>
                    <a:pt x="231" y="1"/>
                    <a:pt x="0" y="206"/>
                    <a:pt x="32" y="238"/>
                  </a:cubicBezTo>
                  <a:cubicBezTo>
                    <a:pt x="32" y="238"/>
                    <a:pt x="1266" y="1672"/>
                    <a:pt x="2133" y="2539"/>
                  </a:cubicBezTo>
                  <a:cubicBezTo>
                    <a:pt x="2967" y="3407"/>
                    <a:pt x="4435" y="4641"/>
                    <a:pt x="4435" y="4641"/>
                  </a:cubicBezTo>
                  <a:cubicBezTo>
                    <a:pt x="4437" y="4643"/>
                    <a:pt x="4441" y="4644"/>
                    <a:pt x="4446" y="4644"/>
                  </a:cubicBezTo>
                  <a:cubicBezTo>
                    <a:pt x="4502" y="4644"/>
                    <a:pt x="4699" y="4466"/>
                    <a:pt x="4668" y="4374"/>
                  </a:cubicBezTo>
                  <a:cubicBezTo>
                    <a:pt x="4668" y="4374"/>
                    <a:pt x="3467" y="2973"/>
                    <a:pt x="2600" y="2072"/>
                  </a:cubicBezTo>
                  <a:cubicBezTo>
                    <a:pt x="1766" y="1205"/>
                    <a:pt x="298" y="4"/>
                    <a:pt x="298" y="4"/>
                  </a:cubicBezTo>
                  <a:cubicBezTo>
                    <a:pt x="296" y="2"/>
                    <a:pt x="293" y="1"/>
                    <a:pt x="289"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23" name="Google Shape;6123;p70"/>
            <p:cNvSpPr/>
            <p:nvPr/>
          </p:nvSpPr>
          <p:spPr>
            <a:xfrm>
              <a:off x="3750400" y="1948425"/>
              <a:ext cx="104150" cy="102750"/>
            </a:xfrm>
            <a:custGeom>
              <a:avLst/>
              <a:gdLst/>
              <a:ahLst/>
              <a:cxnLst/>
              <a:rect l="l" t="t" r="r" b="b"/>
              <a:pathLst>
                <a:path w="4166" h="4110" extrusionOk="0">
                  <a:moveTo>
                    <a:pt x="291" y="1"/>
                  </a:moveTo>
                  <a:cubicBezTo>
                    <a:pt x="235" y="1"/>
                    <a:pt x="0" y="239"/>
                    <a:pt x="32" y="271"/>
                  </a:cubicBezTo>
                  <a:cubicBezTo>
                    <a:pt x="32" y="271"/>
                    <a:pt x="1099" y="1571"/>
                    <a:pt x="1833" y="2305"/>
                  </a:cubicBezTo>
                  <a:cubicBezTo>
                    <a:pt x="2600" y="3073"/>
                    <a:pt x="3868" y="4107"/>
                    <a:pt x="3868" y="4107"/>
                  </a:cubicBezTo>
                  <a:cubicBezTo>
                    <a:pt x="3875" y="4109"/>
                    <a:pt x="3882" y="4110"/>
                    <a:pt x="3889" y="4110"/>
                  </a:cubicBezTo>
                  <a:cubicBezTo>
                    <a:pt x="3993" y="4110"/>
                    <a:pt x="4166" y="3902"/>
                    <a:pt x="4135" y="3840"/>
                  </a:cubicBezTo>
                  <a:cubicBezTo>
                    <a:pt x="4135" y="3840"/>
                    <a:pt x="3101" y="2572"/>
                    <a:pt x="2333" y="1805"/>
                  </a:cubicBezTo>
                  <a:cubicBezTo>
                    <a:pt x="1566" y="1071"/>
                    <a:pt x="299" y="4"/>
                    <a:pt x="299" y="4"/>
                  </a:cubicBezTo>
                  <a:cubicBezTo>
                    <a:pt x="297" y="2"/>
                    <a:pt x="294" y="1"/>
                    <a:pt x="291"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24" name="Google Shape;6124;p70"/>
            <p:cNvSpPr/>
            <p:nvPr/>
          </p:nvSpPr>
          <p:spPr>
            <a:xfrm>
              <a:off x="3750450" y="1879025"/>
              <a:ext cx="86650" cy="85350"/>
            </a:xfrm>
            <a:custGeom>
              <a:avLst/>
              <a:gdLst/>
              <a:ahLst/>
              <a:cxnLst/>
              <a:rect l="l" t="t" r="r" b="b"/>
              <a:pathLst>
                <a:path w="3466" h="3414" extrusionOk="0">
                  <a:moveTo>
                    <a:pt x="278" y="0"/>
                  </a:moveTo>
                  <a:cubicBezTo>
                    <a:pt x="208" y="0"/>
                    <a:pt x="0" y="215"/>
                    <a:pt x="30" y="244"/>
                  </a:cubicBezTo>
                  <a:cubicBezTo>
                    <a:pt x="30" y="244"/>
                    <a:pt x="864" y="1345"/>
                    <a:pt x="1498" y="1946"/>
                  </a:cubicBezTo>
                  <a:cubicBezTo>
                    <a:pt x="2131" y="2580"/>
                    <a:pt x="3199" y="3413"/>
                    <a:pt x="3199" y="3413"/>
                  </a:cubicBezTo>
                  <a:cubicBezTo>
                    <a:pt x="3265" y="3413"/>
                    <a:pt x="3466" y="3213"/>
                    <a:pt x="3466" y="3180"/>
                  </a:cubicBezTo>
                  <a:cubicBezTo>
                    <a:pt x="3466" y="3180"/>
                    <a:pt x="2632" y="2079"/>
                    <a:pt x="1998" y="1445"/>
                  </a:cubicBezTo>
                  <a:cubicBezTo>
                    <a:pt x="1364" y="845"/>
                    <a:pt x="297" y="11"/>
                    <a:pt x="297" y="11"/>
                  </a:cubicBezTo>
                  <a:cubicBezTo>
                    <a:pt x="293" y="4"/>
                    <a:pt x="286" y="0"/>
                    <a:pt x="278"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25" name="Google Shape;6125;p70"/>
            <p:cNvSpPr/>
            <p:nvPr/>
          </p:nvSpPr>
          <p:spPr>
            <a:xfrm>
              <a:off x="3747025" y="1815000"/>
              <a:ext cx="69225" cy="69400"/>
            </a:xfrm>
            <a:custGeom>
              <a:avLst/>
              <a:gdLst/>
              <a:ahLst/>
              <a:cxnLst/>
              <a:rect l="l" t="t" r="r" b="b"/>
              <a:pathLst>
                <a:path w="2769" h="2776" extrusionOk="0">
                  <a:moveTo>
                    <a:pt x="264" y="1"/>
                  </a:moveTo>
                  <a:cubicBezTo>
                    <a:pt x="237" y="1"/>
                    <a:pt x="0" y="239"/>
                    <a:pt x="0" y="270"/>
                  </a:cubicBezTo>
                  <a:cubicBezTo>
                    <a:pt x="0" y="270"/>
                    <a:pt x="634" y="1138"/>
                    <a:pt x="1134" y="1638"/>
                  </a:cubicBezTo>
                  <a:cubicBezTo>
                    <a:pt x="1635" y="2138"/>
                    <a:pt x="2502" y="2772"/>
                    <a:pt x="2502" y="2772"/>
                  </a:cubicBezTo>
                  <a:cubicBezTo>
                    <a:pt x="2506" y="2774"/>
                    <a:pt x="2511" y="2775"/>
                    <a:pt x="2517" y="2775"/>
                  </a:cubicBezTo>
                  <a:cubicBezTo>
                    <a:pt x="2594" y="2775"/>
                    <a:pt x="2769" y="2568"/>
                    <a:pt x="2769" y="2505"/>
                  </a:cubicBezTo>
                  <a:cubicBezTo>
                    <a:pt x="2769" y="2505"/>
                    <a:pt x="2135" y="1638"/>
                    <a:pt x="1635" y="1138"/>
                  </a:cubicBezTo>
                  <a:cubicBezTo>
                    <a:pt x="1134" y="637"/>
                    <a:pt x="267" y="3"/>
                    <a:pt x="267" y="3"/>
                  </a:cubicBezTo>
                  <a:cubicBezTo>
                    <a:pt x="267" y="2"/>
                    <a:pt x="266" y="1"/>
                    <a:pt x="264"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26" name="Google Shape;6126;p70"/>
            <p:cNvSpPr/>
            <p:nvPr/>
          </p:nvSpPr>
          <p:spPr>
            <a:xfrm>
              <a:off x="3747850" y="1764975"/>
              <a:ext cx="51725" cy="50125"/>
            </a:xfrm>
            <a:custGeom>
              <a:avLst/>
              <a:gdLst/>
              <a:ahLst/>
              <a:cxnLst/>
              <a:rect l="l" t="t" r="r" b="b"/>
              <a:pathLst>
                <a:path w="2069" h="2005" extrusionOk="0">
                  <a:moveTo>
                    <a:pt x="265" y="0"/>
                  </a:moveTo>
                  <a:cubicBezTo>
                    <a:pt x="237" y="0"/>
                    <a:pt x="0" y="239"/>
                    <a:pt x="0" y="270"/>
                  </a:cubicBezTo>
                  <a:cubicBezTo>
                    <a:pt x="0" y="270"/>
                    <a:pt x="434" y="937"/>
                    <a:pt x="768" y="1271"/>
                  </a:cubicBezTo>
                  <a:cubicBezTo>
                    <a:pt x="1101" y="1604"/>
                    <a:pt x="1768" y="2004"/>
                    <a:pt x="1768" y="2004"/>
                  </a:cubicBezTo>
                  <a:cubicBezTo>
                    <a:pt x="1802" y="2004"/>
                    <a:pt x="2069" y="1804"/>
                    <a:pt x="2035" y="1771"/>
                  </a:cubicBezTo>
                  <a:cubicBezTo>
                    <a:pt x="2035" y="1771"/>
                    <a:pt x="1602" y="1104"/>
                    <a:pt x="1268" y="770"/>
                  </a:cubicBezTo>
                  <a:cubicBezTo>
                    <a:pt x="934" y="437"/>
                    <a:pt x="267" y="3"/>
                    <a:pt x="267" y="3"/>
                  </a:cubicBezTo>
                  <a:cubicBezTo>
                    <a:pt x="267" y="1"/>
                    <a:pt x="266" y="0"/>
                    <a:pt x="265"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27" name="Google Shape;6127;p70"/>
            <p:cNvSpPr/>
            <p:nvPr/>
          </p:nvSpPr>
          <p:spPr>
            <a:xfrm>
              <a:off x="3745350" y="2317850"/>
              <a:ext cx="60075" cy="60150"/>
            </a:xfrm>
            <a:custGeom>
              <a:avLst/>
              <a:gdLst/>
              <a:ahLst/>
              <a:cxnLst/>
              <a:rect l="l" t="t" r="r" b="b"/>
              <a:pathLst>
                <a:path w="2403" h="2406" extrusionOk="0">
                  <a:moveTo>
                    <a:pt x="231" y="1"/>
                  </a:moveTo>
                  <a:cubicBezTo>
                    <a:pt x="204" y="1"/>
                    <a:pt x="0" y="206"/>
                    <a:pt x="0" y="237"/>
                  </a:cubicBezTo>
                  <a:cubicBezTo>
                    <a:pt x="0" y="237"/>
                    <a:pt x="534" y="1038"/>
                    <a:pt x="968" y="1472"/>
                  </a:cubicBezTo>
                  <a:cubicBezTo>
                    <a:pt x="1368" y="1872"/>
                    <a:pt x="2169" y="2406"/>
                    <a:pt x="2169" y="2406"/>
                  </a:cubicBezTo>
                  <a:cubicBezTo>
                    <a:pt x="2202" y="2406"/>
                    <a:pt x="2402" y="2205"/>
                    <a:pt x="2402" y="2172"/>
                  </a:cubicBezTo>
                  <a:cubicBezTo>
                    <a:pt x="2402" y="2172"/>
                    <a:pt x="1868" y="1372"/>
                    <a:pt x="1468" y="971"/>
                  </a:cubicBezTo>
                  <a:cubicBezTo>
                    <a:pt x="1034" y="538"/>
                    <a:pt x="234" y="4"/>
                    <a:pt x="234" y="4"/>
                  </a:cubicBezTo>
                  <a:cubicBezTo>
                    <a:pt x="234" y="2"/>
                    <a:pt x="233" y="1"/>
                    <a:pt x="231"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28" name="Google Shape;6128;p70"/>
            <p:cNvSpPr/>
            <p:nvPr/>
          </p:nvSpPr>
          <p:spPr>
            <a:xfrm>
              <a:off x="3748675" y="1701650"/>
              <a:ext cx="33400" cy="33400"/>
            </a:xfrm>
            <a:custGeom>
              <a:avLst/>
              <a:gdLst/>
              <a:ahLst/>
              <a:cxnLst/>
              <a:rect l="l" t="t" r="r" b="b"/>
              <a:pathLst>
                <a:path w="1336" h="1336" extrusionOk="0">
                  <a:moveTo>
                    <a:pt x="234" y="1"/>
                  </a:moveTo>
                  <a:lnTo>
                    <a:pt x="1" y="268"/>
                  </a:lnTo>
                  <a:cubicBezTo>
                    <a:pt x="1" y="268"/>
                    <a:pt x="201" y="701"/>
                    <a:pt x="401" y="935"/>
                  </a:cubicBezTo>
                  <a:cubicBezTo>
                    <a:pt x="601" y="1135"/>
                    <a:pt x="1068" y="1335"/>
                    <a:pt x="1068" y="1335"/>
                  </a:cubicBezTo>
                  <a:cubicBezTo>
                    <a:pt x="1102" y="1335"/>
                    <a:pt x="1335" y="1135"/>
                    <a:pt x="1335" y="1102"/>
                  </a:cubicBezTo>
                  <a:cubicBezTo>
                    <a:pt x="1335" y="1102"/>
                    <a:pt x="1102" y="635"/>
                    <a:pt x="901" y="435"/>
                  </a:cubicBezTo>
                  <a:cubicBezTo>
                    <a:pt x="701" y="201"/>
                    <a:pt x="234" y="1"/>
                    <a:pt x="234"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29" name="Google Shape;6129;p70"/>
            <p:cNvSpPr/>
            <p:nvPr/>
          </p:nvSpPr>
          <p:spPr>
            <a:xfrm>
              <a:off x="3640275" y="2701325"/>
              <a:ext cx="43375" cy="77525"/>
            </a:xfrm>
            <a:custGeom>
              <a:avLst/>
              <a:gdLst/>
              <a:ahLst/>
              <a:cxnLst/>
              <a:rect l="l" t="t" r="r" b="b"/>
              <a:pathLst>
                <a:path w="1735" h="3101" extrusionOk="0">
                  <a:moveTo>
                    <a:pt x="199" y="0"/>
                  </a:moveTo>
                  <a:cubicBezTo>
                    <a:pt x="131" y="0"/>
                    <a:pt x="0" y="49"/>
                    <a:pt x="0" y="76"/>
                  </a:cubicBezTo>
                  <a:cubicBezTo>
                    <a:pt x="0" y="76"/>
                    <a:pt x="67" y="343"/>
                    <a:pt x="200" y="676"/>
                  </a:cubicBezTo>
                  <a:cubicBezTo>
                    <a:pt x="334" y="1010"/>
                    <a:pt x="501" y="1377"/>
                    <a:pt x="667" y="1677"/>
                  </a:cubicBezTo>
                  <a:cubicBezTo>
                    <a:pt x="834" y="1977"/>
                    <a:pt x="1068" y="2311"/>
                    <a:pt x="1235" y="2578"/>
                  </a:cubicBezTo>
                  <a:cubicBezTo>
                    <a:pt x="1401" y="2878"/>
                    <a:pt x="1535" y="3078"/>
                    <a:pt x="1535" y="3078"/>
                  </a:cubicBezTo>
                  <a:cubicBezTo>
                    <a:pt x="1543" y="3094"/>
                    <a:pt x="1559" y="3101"/>
                    <a:pt x="1578" y="3101"/>
                  </a:cubicBezTo>
                  <a:cubicBezTo>
                    <a:pt x="1639" y="3101"/>
                    <a:pt x="1735" y="3037"/>
                    <a:pt x="1735" y="3011"/>
                  </a:cubicBezTo>
                  <a:cubicBezTo>
                    <a:pt x="1735" y="3011"/>
                    <a:pt x="1668" y="2744"/>
                    <a:pt x="1535" y="2411"/>
                  </a:cubicBezTo>
                  <a:cubicBezTo>
                    <a:pt x="1401" y="2077"/>
                    <a:pt x="1235" y="1710"/>
                    <a:pt x="1068" y="1410"/>
                  </a:cubicBezTo>
                  <a:cubicBezTo>
                    <a:pt x="901" y="1143"/>
                    <a:pt x="701" y="810"/>
                    <a:pt x="534" y="510"/>
                  </a:cubicBezTo>
                  <a:cubicBezTo>
                    <a:pt x="367" y="209"/>
                    <a:pt x="234" y="9"/>
                    <a:pt x="234" y="9"/>
                  </a:cubicBezTo>
                  <a:cubicBezTo>
                    <a:pt x="227" y="3"/>
                    <a:pt x="215" y="0"/>
                    <a:pt x="199"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30" name="Google Shape;6130;p70"/>
            <p:cNvSpPr/>
            <p:nvPr/>
          </p:nvSpPr>
          <p:spPr>
            <a:xfrm>
              <a:off x="3682800" y="2731575"/>
              <a:ext cx="37550" cy="57800"/>
            </a:xfrm>
            <a:custGeom>
              <a:avLst/>
              <a:gdLst/>
              <a:ahLst/>
              <a:cxnLst/>
              <a:rect l="l" t="t" r="r" b="b"/>
              <a:pathLst>
                <a:path w="1502" h="2312" extrusionOk="0">
                  <a:moveTo>
                    <a:pt x="201" y="0"/>
                  </a:moveTo>
                  <a:cubicBezTo>
                    <a:pt x="167" y="0"/>
                    <a:pt x="1" y="133"/>
                    <a:pt x="1" y="167"/>
                  </a:cubicBezTo>
                  <a:cubicBezTo>
                    <a:pt x="1" y="167"/>
                    <a:pt x="334" y="834"/>
                    <a:pt x="568" y="1268"/>
                  </a:cubicBezTo>
                  <a:cubicBezTo>
                    <a:pt x="701" y="1468"/>
                    <a:pt x="868" y="1701"/>
                    <a:pt x="1001" y="1935"/>
                  </a:cubicBezTo>
                  <a:cubicBezTo>
                    <a:pt x="1135" y="2135"/>
                    <a:pt x="1201" y="2302"/>
                    <a:pt x="1201" y="2302"/>
                  </a:cubicBezTo>
                  <a:cubicBezTo>
                    <a:pt x="1208" y="2308"/>
                    <a:pt x="1223" y="2311"/>
                    <a:pt x="1242" y="2311"/>
                  </a:cubicBezTo>
                  <a:cubicBezTo>
                    <a:pt x="1320" y="2311"/>
                    <a:pt x="1475" y="2268"/>
                    <a:pt x="1502" y="2268"/>
                  </a:cubicBezTo>
                  <a:cubicBezTo>
                    <a:pt x="1502" y="2268"/>
                    <a:pt x="1468" y="2035"/>
                    <a:pt x="1368" y="1801"/>
                  </a:cubicBezTo>
                  <a:cubicBezTo>
                    <a:pt x="1301" y="1534"/>
                    <a:pt x="1168" y="1268"/>
                    <a:pt x="1035" y="1001"/>
                  </a:cubicBezTo>
                  <a:cubicBezTo>
                    <a:pt x="901" y="801"/>
                    <a:pt x="701" y="500"/>
                    <a:pt x="534" y="334"/>
                  </a:cubicBezTo>
                  <a:lnTo>
                    <a:pt x="201" y="0"/>
                  </a:ln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31" name="Google Shape;6131;p70"/>
            <p:cNvSpPr/>
            <p:nvPr/>
          </p:nvSpPr>
          <p:spPr>
            <a:xfrm>
              <a:off x="3717000" y="2729325"/>
              <a:ext cx="46650" cy="71600"/>
            </a:xfrm>
            <a:custGeom>
              <a:avLst/>
              <a:gdLst/>
              <a:ahLst/>
              <a:cxnLst/>
              <a:rect l="l" t="t" r="r" b="b"/>
              <a:pathLst>
                <a:path w="1866" h="2864" extrusionOk="0">
                  <a:moveTo>
                    <a:pt x="171" y="1"/>
                  </a:moveTo>
                  <a:cubicBezTo>
                    <a:pt x="116" y="1"/>
                    <a:pt x="0" y="65"/>
                    <a:pt x="0" y="90"/>
                  </a:cubicBezTo>
                  <a:cubicBezTo>
                    <a:pt x="0" y="90"/>
                    <a:pt x="100" y="357"/>
                    <a:pt x="200" y="624"/>
                  </a:cubicBezTo>
                  <a:cubicBezTo>
                    <a:pt x="334" y="924"/>
                    <a:pt x="501" y="1291"/>
                    <a:pt x="667" y="1591"/>
                  </a:cubicBezTo>
                  <a:cubicBezTo>
                    <a:pt x="834" y="1858"/>
                    <a:pt x="1034" y="2192"/>
                    <a:pt x="1301" y="2425"/>
                  </a:cubicBezTo>
                  <a:cubicBezTo>
                    <a:pt x="1501" y="2692"/>
                    <a:pt x="1668" y="2859"/>
                    <a:pt x="1668" y="2859"/>
                  </a:cubicBezTo>
                  <a:cubicBezTo>
                    <a:pt x="1671" y="2862"/>
                    <a:pt x="1675" y="2863"/>
                    <a:pt x="1680" y="2863"/>
                  </a:cubicBezTo>
                  <a:cubicBezTo>
                    <a:pt x="1730" y="2863"/>
                    <a:pt x="1865" y="2719"/>
                    <a:pt x="1835" y="2659"/>
                  </a:cubicBezTo>
                  <a:cubicBezTo>
                    <a:pt x="1835" y="2659"/>
                    <a:pt x="1701" y="2458"/>
                    <a:pt x="1535" y="2225"/>
                  </a:cubicBezTo>
                  <a:cubicBezTo>
                    <a:pt x="1368" y="1958"/>
                    <a:pt x="1201" y="1591"/>
                    <a:pt x="1034" y="1358"/>
                  </a:cubicBezTo>
                  <a:cubicBezTo>
                    <a:pt x="701" y="857"/>
                    <a:pt x="200" y="23"/>
                    <a:pt x="200" y="23"/>
                  </a:cubicBezTo>
                  <a:cubicBezTo>
                    <a:pt x="200" y="7"/>
                    <a:pt x="189" y="1"/>
                    <a:pt x="171"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32" name="Google Shape;6132;p70"/>
            <p:cNvSpPr/>
            <p:nvPr/>
          </p:nvSpPr>
          <p:spPr>
            <a:xfrm>
              <a:off x="3759525" y="2752400"/>
              <a:ext cx="32550" cy="41725"/>
            </a:xfrm>
            <a:custGeom>
              <a:avLst/>
              <a:gdLst/>
              <a:ahLst/>
              <a:cxnLst/>
              <a:rect l="l" t="t" r="r" b="b"/>
              <a:pathLst>
                <a:path w="1302" h="1669" extrusionOk="0">
                  <a:moveTo>
                    <a:pt x="234" y="1"/>
                  </a:moveTo>
                  <a:cubicBezTo>
                    <a:pt x="167" y="1"/>
                    <a:pt x="0" y="168"/>
                    <a:pt x="0" y="168"/>
                  </a:cubicBezTo>
                  <a:cubicBezTo>
                    <a:pt x="0" y="168"/>
                    <a:pt x="267" y="701"/>
                    <a:pt x="467" y="1002"/>
                  </a:cubicBezTo>
                  <a:cubicBezTo>
                    <a:pt x="668" y="1302"/>
                    <a:pt x="1101" y="1669"/>
                    <a:pt x="1101" y="1669"/>
                  </a:cubicBezTo>
                  <a:cubicBezTo>
                    <a:pt x="1101" y="1669"/>
                    <a:pt x="1268" y="1535"/>
                    <a:pt x="1301" y="1502"/>
                  </a:cubicBezTo>
                  <a:cubicBezTo>
                    <a:pt x="1301" y="1502"/>
                    <a:pt x="1068" y="968"/>
                    <a:pt x="834" y="668"/>
                  </a:cubicBezTo>
                  <a:cubicBezTo>
                    <a:pt x="634" y="368"/>
                    <a:pt x="234" y="1"/>
                    <a:pt x="234"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33" name="Google Shape;6133;p70"/>
            <p:cNvSpPr/>
            <p:nvPr/>
          </p:nvSpPr>
          <p:spPr>
            <a:xfrm>
              <a:off x="3789550" y="2733225"/>
              <a:ext cx="40050" cy="49225"/>
            </a:xfrm>
            <a:custGeom>
              <a:avLst/>
              <a:gdLst/>
              <a:ahLst/>
              <a:cxnLst/>
              <a:rect l="l" t="t" r="r" b="b"/>
              <a:pathLst>
                <a:path w="1602" h="1969" extrusionOk="0">
                  <a:moveTo>
                    <a:pt x="234" y="1"/>
                  </a:moveTo>
                  <a:cubicBezTo>
                    <a:pt x="200" y="1"/>
                    <a:pt x="0" y="134"/>
                    <a:pt x="0" y="201"/>
                  </a:cubicBezTo>
                  <a:cubicBezTo>
                    <a:pt x="0" y="201"/>
                    <a:pt x="367" y="801"/>
                    <a:pt x="634" y="1135"/>
                  </a:cubicBezTo>
                  <a:cubicBezTo>
                    <a:pt x="934" y="1468"/>
                    <a:pt x="1401" y="1969"/>
                    <a:pt x="1401" y="1969"/>
                  </a:cubicBezTo>
                  <a:cubicBezTo>
                    <a:pt x="1435" y="1969"/>
                    <a:pt x="1601" y="1902"/>
                    <a:pt x="1601" y="1802"/>
                  </a:cubicBezTo>
                  <a:cubicBezTo>
                    <a:pt x="1601" y="1802"/>
                    <a:pt x="1501" y="1635"/>
                    <a:pt x="1435" y="1435"/>
                  </a:cubicBezTo>
                  <a:cubicBezTo>
                    <a:pt x="1301" y="1235"/>
                    <a:pt x="1134" y="968"/>
                    <a:pt x="1034" y="801"/>
                  </a:cubicBezTo>
                  <a:cubicBezTo>
                    <a:pt x="734" y="468"/>
                    <a:pt x="234" y="1"/>
                    <a:pt x="234"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34" name="Google Shape;6134;p70"/>
            <p:cNvSpPr/>
            <p:nvPr/>
          </p:nvSpPr>
          <p:spPr>
            <a:xfrm>
              <a:off x="3832900" y="2714050"/>
              <a:ext cx="28375" cy="30875"/>
            </a:xfrm>
            <a:custGeom>
              <a:avLst/>
              <a:gdLst/>
              <a:ahLst/>
              <a:cxnLst/>
              <a:rect l="l" t="t" r="r" b="b"/>
              <a:pathLst>
                <a:path w="1135" h="1235" extrusionOk="0">
                  <a:moveTo>
                    <a:pt x="134" y="1"/>
                  </a:moveTo>
                  <a:lnTo>
                    <a:pt x="1" y="201"/>
                  </a:lnTo>
                  <a:cubicBezTo>
                    <a:pt x="1" y="201"/>
                    <a:pt x="68" y="301"/>
                    <a:pt x="168" y="401"/>
                  </a:cubicBezTo>
                  <a:cubicBezTo>
                    <a:pt x="234" y="501"/>
                    <a:pt x="334" y="668"/>
                    <a:pt x="401" y="734"/>
                  </a:cubicBezTo>
                  <a:cubicBezTo>
                    <a:pt x="568" y="968"/>
                    <a:pt x="901" y="1235"/>
                    <a:pt x="901" y="1235"/>
                  </a:cubicBezTo>
                  <a:cubicBezTo>
                    <a:pt x="968" y="1235"/>
                    <a:pt x="1135" y="1135"/>
                    <a:pt x="1135" y="1135"/>
                  </a:cubicBezTo>
                  <a:cubicBezTo>
                    <a:pt x="1135" y="1135"/>
                    <a:pt x="1002" y="701"/>
                    <a:pt x="801" y="468"/>
                  </a:cubicBezTo>
                  <a:cubicBezTo>
                    <a:pt x="668" y="334"/>
                    <a:pt x="535" y="201"/>
                    <a:pt x="368" y="134"/>
                  </a:cubicBezTo>
                  <a:cubicBezTo>
                    <a:pt x="234" y="34"/>
                    <a:pt x="134" y="1"/>
                    <a:pt x="134"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35" name="Google Shape;6135;p70"/>
            <p:cNvSpPr/>
            <p:nvPr/>
          </p:nvSpPr>
          <p:spPr>
            <a:xfrm>
              <a:off x="3592000" y="2297075"/>
              <a:ext cx="91650" cy="85400"/>
            </a:xfrm>
            <a:custGeom>
              <a:avLst/>
              <a:gdLst/>
              <a:ahLst/>
              <a:cxnLst/>
              <a:rect l="l" t="t" r="r" b="b"/>
              <a:pathLst>
                <a:path w="3666" h="3416" extrusionOk="0">
                  <a:moveTo>
                    <a:pt x="3466" y="1"/>
                  </a:moveTo>
                  <a:cubicBezTo>
                    <a:pt x="3466" y="1"/>
                    <a:pt x="2332" y="902"/>
                    <a:pt x="1664" y="1535"/>
                  </a:cubicBezTo>
                  <a:cubicBezTo>
                    <a:pt x="997" y="2169"/>
                    <a:pt x="30" y="3237"/>
                    <a:pt x="30" y="3237"/>
                  </a:cubicBezTo>
                  <a:cubicBezTo>
                    <a:pt x="1" y="3237"/>
                    <a:pt x="125" y="3415"/>
                    <a:pt x="179" y="3415"/>
                  </a:cubicBezTo>
                  <a:cubicBezTo>
                    <a:pt x="186" y="3415"/>
                    <a:pt x="193" y="3412"/>
                    <a:pt x="197" y="3403"/>
                  </a:cubicBezTo>
                  <a:cubicBezTo>
                    <a:pt x="197" y="3403"/>
                    <a:pt x="1331" y="2503"/>
                    <a:pt x="1998" y="1869"/>
                  </a:cubicBezTo>
                  <a:cubicBezTo>
                    <a:pt x="2665" y="1235"/>
                    <a:pt x="3633" y="168"/>
                    <a:pt x="3633" y="168"/>
                  </a:cubicBezTo>
                  <a:cubicBezTo>
                    <a:pt x="3666" y="134"/>
                    <a:pt x="3532" y="1"/>
                    <a:pt x="3466"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36" name="Google Shape;6136;p70"/>
            <p:cNvSpPr/>
            <p:nvPr/>
          </p:nvSpPr>
          <p:spPr>
            <a:xfrm>
              <a:off x="3612750" y="2287450"/>
              <a:ext cx="32550" cy="33850"/>
            </a:xfrm>
            <a:custGeom>
              <a:avLst/>
              <a:gdLst/>
              <a:ahLst/>
              <a:cxnLst/>
              <a:rect l="l" t="t" r="r" b="b"/>
              <a:pathLst>
                <a:path w="1302" h="1354" extrusionOk="0">
                  <a:moveTo>
                    <a:pt x="1147" y="1"/>
                  </a:moveTo>
                  <a:cubicBezTo>
                    <a:pt x="1130" y="1"/>
                    <a:pt x="1114" y="6"/>
                    <a:pt x="1101" y="19"/>
                  </a:cubicBezTo>
                  <a:cubicBezTo>
                    <a:pt x="1101" y="19"/>
                    <a:pt x="668" y="253"/>
                    <a:pt x="434" y="519"/>
                  </a:cubicBezTo>
                  <a:cubicBezTo>
                    <a:pt x="334" y="619"/>
                    <a:pt x="201" y="786"/>
                    <a:pt x="134" y="953"/>
                  </a:cubicBezTo>
                  <a:cubicBezTo>
                    <a:pt x="34" y="1086"/>
                    <a:pt x="1" y="1220"/>
                    <a:pt x="1" y="1220"/>
                  </a:cubicBezTo>
                  <a:lnTo>
                    <a:pt x="201" y="1353"/>
                  </a:lnTo>
                  <a:cubicBezTo>
                    <a:pt x="201" y="1353"/>
                    <a:pt x="601" y="1053"/>
                    <a:pt x="801" y="786"/>
                  </a:cubicBezTo>
                  <a:cubicBezTo>
                    <a:pt x="1035" y="553"/>
                    <a:pt x="1301" y="119"/>
                    <a:pt x="1301" y="119"/>
                  </a:cubicBezTo>
                  <a:cubicBezTo>
                    <a:pt x="1301" y="92"/>
                    <a:pt x="1215" y="1"/>
                    <a:pt x="1147"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37" name="Google Shape;6137;p70"/>
            <p:cNvSpPr/>
            <p:nvPr/>
          </p:nvSpPr>
          <p:spPr>
            <a:xfrm>
              <a:off x="3627750" y="2202025"/>
              <a:ext cx="48400" cy="49225"/>
            </a:xfrm>
            <a:custGeom>
              <a:avLst/>
              <a:gdLst/>
              <a:ahLst/>
              <a:cxnLst/>
              <a:rect l="l" t="t" r="r" b="b"/>
              <a:pathLst>
                <a:path w="1936" h="1969" extrusionOk="0">
                  <a:moveTo>
                    <a:pt x="1769" y="0"/>
                  </a:moveTo>
                  <a:cubicBezTo>
                    <a:pt x="1769" y="0"/>
                    <a:pt x="1102" y="401"/>
                    <a:pt x="735" y="767"/>
                  </a:cubicBezTo>
                  <a:cubicBezTo>
                    <a:pt x="401" y="1134"/>
                    <a:pt x="1" y="1802"/>
                    <a:pt x="1" y="1802"/>
                  </a:cubicBezTo>
                  <a:cubicBezTo>
                    <a:pt x="1" y="1835"/>
                    <a:pt x="168" y="1968"/>
                    <a:pt x="201" y="1968"/>
                  </a:cubicBezTo>
                  <a:cubicBezTo>
                    <a:pt x="201" y="1968"/>
                    <a:pt x="768" y="1501"/>
                    <a:pt x="1102" y="1134"/>
                  </a:cubicBezTo>
                  <a:cubicBezTo>
                    <a:pt x="1435" y="801"/>
                    <a:pt x="1936" y="200"/>
                    <a:pt x="1936" y="200"/>
                  </a:cubicBezTo>
                  <a:cubicBezTo>
                    <a:pt x="1936" y="200"/>
                    <a:pt x="1836" y="34"/>
                    <a:pt x="1769"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38" name="Google Shape;6138;p70"/>
            <p:cNvSpPr/>
            <p:nvPr/>
          </p:nvSpPr>
          <p:spPr>
            <a:xfrm>
              <a:off x="3645275" y="2128625"/>
              <a:ext cx="51725" cy="49225"/>
            </a:xfrm>
            <a:custGeom>
              <a:avLst/>
              <a:gdLst/>
              <a:ahLst/>
              <a:cxnLst/>
              <a:rect l="l" t="t" r="r" b="b"/>
              <a:pathLst>
                <a:path w="2069" h="1969" extrusionOk="0">
                  <a:moveTo>
                    <a:pt x="1902" y="1"/>
                  </a:moveTo>
                  <a:cubicBezTo>
                    <a:pt x="1902" y="1"/>
                    <a:pt x="1201" y="434"/>
                    <a:pt x="834" y="768"/>
                  </a:cubicBezTo>
                  <a:cubicBezTo>
                    <a:pt x="634" y="968"/>
                    <a:pt x="401" y="1235"/>
                    <a:pt x="234" y="1435"/>
                  </a:cubicBezTo>
                  <a:cubicBezTo>
                    <a:pt x="134" y="1635"/>
                    <a:pt x="0" y="1802"/>
                    <a:pt x="0" y="1802"/>
                  </a:cubicBezTo>
                  <a:cubicBezTo>
                    <a:pt x="0" y="1869"/>
                    <a:pt x="167" y="1969"/>
                    <a:pt x="201" y="1969"/>
                  </a:cubicBezTo>
                  <a:cubicBezTo>
                    <a:pt x="201" y="1969"/>
                    <a:pt x="801" y="1469"/>
                    <a:pt x="1168" y="1135"/>
                  </a:cubicBezTo>
                  <a:cubicBezTo>
                    <a:pt x="1535" y="801"/>
                    <a:pt x="2069" y="234"/>
                    <a:pt x="2069" y="234"/>
                  </a:cubicBezTo>
                  <a:cubicBezTo>
                    <a:pt x="2069" y="234"/>
                    <a:pt x="1969" y="68"/>
                    <a:pt x="1902"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39" name="Google Shape;6139;p70"/>
            <p:cNvSpPr/>
            <p:nvPr/>
          </p:nvSpPr>
          <p:spPr>
            <a:xfrm>
              <a:off x="3658625" y="2080275"/>
              <a:ext cx="42550" cy="39200"/>
            </a:xfrm>
            <a:custGeom>
              <a:avLst/>
              <a:gdLst/>
              <a:ahLst/>
              <a:cxnLst/>
              <a:rect l="l" t="t" r="r" b="b"/>
              <a:pathLst>
                <a:path w="1702" h="1568" extrusionOk="0">
                  <a:moveTo>
                    <a:pt x="1468" y="0"/>
                  </a:moveTo>
                  <a:cubicBezTo>
                    <a:pt x="1468" y="0"/>
                    <a:pt x="968" y="367"/>
                    <a:pt x="667" y="634"/>
                  </a:cubicBezTo>
                  <a:cubicBezTo>
                    <a:pt x="367" y="867"/>
                    <a:pt x="0" y="1368"/>
                    <a:pt x="0" y="1368"/>
                  </a:cubicBezTo>
                  <a:cubicBezTo>
                    <a:pt x="0" y="1401"/>
                    <a:pt x="167" y="1568"/>
                    <a:pt x="167" y="1568"/>
                  </a:cubicBezTo>
                  <a:cubicBezTo>
                    <a:pt x="167" y="1568"/>
                    <a:pt x="701" y="1234"/>
                    <a:pt x="1034" y="1001"/>
                  </a:cubicBezTo>
                  <a:cubicBezTo>
                    <a:pt x="1334" y="701"/>
                    <a:pt x="1701" y="200"/>
                    <a:pt x="1701" y="200"/>
                  </a:cubicBezTo>
                  <a:cubicBezTo>
                    <a:pt x="1701" y="200"/>
                    <a:pt x="1535" y="33"/>
                    <a:pt x="1468"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40" name="Google Shape;6140;p70"/>
            <p:cNvSpPr/>
            <p:nvPr/>
          </p:nvSpPr>
          <p:spPr>
            <a:xfrm>
              <a:off x="3064850" y="2062750"/>
              <a:ext cx="507600" cy="458975"/>
            </a:xfrm>
            <a:custGeom>
              <a:avLst/>
              <a:gdLst/>
              <a:ahLst/>
              <a:cxnLst/>
              <a:rect l="l" t="t" r="r" b="b"/>
              <a:pathLst>
                <a:path w="20304" h="18359" extrusionOk="0">
                  <a:moveTo>
                    <a:pt x="1" y="1"/>
                  </a:moveTo>
                  <a:lnTo>
                    <a:pt x="1" y="1"/>
                  </a:lnTo>
                  <a:cubicBezTo>
                    <a:pt x="1502" y="2102"/>
                    <a:pt x="3203" y="4504"/>
                    <a:pt x="4871" y="6872"/>
                  </a:cubicBezTo>
                  <a:cubicBezTo>
                    <a:pt x="6239" y="8740"/>
                    <a:pt x="7573" y="10675"/>
                    <a:pt x="8774" y="12343"/>
                  </a:cubicBezTo>
                  <a:cubicBezTo>
                    <a:pt x="11209" y="15678"/>
                    <a:pt x="13010" y="18180"/>
                    <a:pt x="13010" y="18180"/>
                  </a:cubicBezTo>
                  <a:cubicBezTo>
                    <a:pt x="13097" y="18304"/>
                    <a:pt x="13192" y="18359"/>
                    <a:pt x="13265" y="18359"/>
                  </a:cubicBezTo>
                  <a:cubicBezTo>
                    <a:pt x="13388" y="18359"/>
                    <a:pt x="13445" y="18199"/>
                    <a:pt x="13277" y="17947"/>
                  </a:cubicBezTo>
                  <a:cubicBezTo>
                    <a:pt x="13277" y="17947"/>
                    <a:pt x="11542" y="15412"/>
                    <a:pt x="9207" y="12009"/>
                  </a:cubicBezTo>
                  <a:cubicBezTo>
                    <a:pt x="7106" y="9040"/>
                    <a:pt x="4537" y="5271"/>
                    <a:pt x="2436" y="2236"/>
                  </a:cubicBezTo>
                  <a:lnTo>
                    <a:pt x="2436" y="2236"/>
                  </a:lnTo>
                  <a:cubicBezTo>
                    <a:pt x="5738" y="4104"/>
                    <a:pt x="9941" y="6539"/>
                    <a:pt x="13344" y="8507"/>
                  </a:cubicBezTo>
                  <a:cubicBezTo>
                    <a:pt x="17046" y="10608"/>
                    <a:pt x="19848" y="12209"/>
                    <a:pt x="19848" y="12209"/>
                  </a:cubicBezTo>
                  <a:cubicBezTo>
                    <a:pt x="19954" y="12262"/>
                    <a:pt x="20040" y="12285"/>
                    <a:pt x="20106" y="12285"/>
                  </a:cubicBezTo>
                  <a:cubicBezTo>
                    <a:pt x="20289" y="12285"/>
                    <a:pt x="20303" y="12106"/>
                    <a:pt x="20082" y="11909"/>
                  </a:cubicBezTo>
                  <a:cubicBezTo>
                    <a:pt x="20082" y="11909"/>
                    <a:pt x="17347" y="10275"/>
                    <a:pt x="13677" y="8073"/>
                  </a:cubicBezTo>
                  <a:cubicBezTo>
                    <a:pt x="11843" y="7006"/>
                    <a:pt x="9775" y="5738"/>
                    <a:pt x="7740" y="4537"/>
                  </a:cubicBezTo>
                  <a:cubicBezTo>
                    <a:pt x="5338" y="3103"/>
                    <a:pt x="2936" y="1735"/>
                    <a:pt x="868" y="501"/>
                  </a:cubicBezTo>
                  <a:cubicBezTo>
                    <a:pt x="535" y="267"/>
                    <a:pt x="168" y="101"/>
                    <a:pt x="1"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41" name="Google Shape;6141;p70"/>
            <p:cNvSpPr/>
            <p:nvPr/>
          </p:nvSpPr>
          <p:spPr>
            <a:xfrm>
              <a:off x="3089825" y="2088525"/>
              <a:ext cx="442050" cy="380525"/>
            </a:xfrm>
            <a:custGeom>
              <a:avLst/>
              <a:gdLst/>
              <a:ahLst/>
              <a:cxnLst/>
              <a:rect l="l" t="t" r="r" b="b"/>
              <a:pathLst>
                <a:path w="17682" h="15221" extrusionOk="0">
                  <a:moveTo>
                    <a:pt x="301" y="1"/>
                  </a:moveTo>
                  <a:cubicBezTo>
                    <a:pt x="151" y="1"/>
                    <a:pt x="1" y="202"/>
                    <a:pt x="136" y="337"/>
                  </a:cubicBezTo>
                  <a:cubicBezTo>
                    <a:pt x="136" y="337"/>
                    <a:pt x="5273" y="4974"/>
                    <a:pt x="8609" y="7876"/>
                  </a:cubicBezTo>
                  <a:cubicBezTo>
                    <a:pt x="11944" y="10811"/>
                    <a:pt x="17282" y="15181"/>
                    <a:pt x="17282" y="15181"/>
                  </a:cubicBezTo>
                  <a:cubicBezTo>
                    <a:pt x="17329" y="15208"/>
                    <a:pt x="17376" y="15220"/>
                    <a:pt x="17418" y="15220"/>
                  </a:cubicBezTo>
                  <a:cubicBezTo>
                    <a:pt x="17582" y="15220"/>
                    <a:pt x="17681" y="15040"/>
                    <a:pt x="17548" y="14881"/>
                  </a:cubicBezTo>
                  <a:cubicBezTo>
                    <a:pt x="17548" y="14881"/>
                    <a:pt x="12411" y="10244"/>
                    <a:pt x="9076" y="7342"/>
                  </a:cubicBezTo>
                  <a:cubicBezTo>
                    <a:pt x="5740" y="4407"/>
                    <a:pt x="403" y="37"/>
                    <a:pt x="403" y="37"/>
                  </a:cubicBezTo>
                  <a:cubicBezTo>
                    <a:pt x="371" y="12"/>
                    <a:pt x="336" y="1"/>
                    <a:pt x="301"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42" name="Google Shape;6142;p70"/>
            <p:cNvSpPr/>
            <p:nvPr/>
          </p:nvSpPr>
          <p:spPr>
            <a:xfrm>
              <a:off x="3399275" y="2477925"/>
              <a:ext cx="59925" cy="12200"/>
            </a:xfrm>
            <a:custGeom>
              <a:avLst/>
              <a:gdLst/>
              <a:ahLst/>
              <a:cxnLst/>
              <a:rect l="l" t="t" r="r" b="b"/>
              <a:pathLst>
                <a:path w="2397" h="488" extrusionOk="0">
                  <a:moveTo>
                    <a:pt x="1038" y="0"/>
                  </a:moveTo>
                  <a:cubicBezTo>
                    <a:pt x="587" y="0"/>
                    <a:pt x="33" y="106"/>
                    <a:pt x="33" y="106"/>
                  </a:cubicBezTo>
                  <a:cubicBezTo>
                    <a:pt x="0" y="106"/>
                    <a:pt x="0" y="339"/>
                    <a:pt x="33" y="339"/>
                  </a:cubicBezTo>
                  <a:cubicBezTo>
                    <a:pt x="33" y="339"/>
                    <a:pt x="734" y="472"/>
                    <a:pt x="1201" y="472"/>
                  </a:cubicBezTo>
                  <a:cubicBezTo>
                    <a:pt x="1357" y="484"/>
                    <a:pt x="1538" y="487"/>
                    <a:pt x="1711" y="487"/>
                  </a:cubicBezTo>
                  <a:cubicBezTo>
                    <a:pt x="2057" y="487"/>
                    <a:pt x="2368" y="472"/>
                    <a:pt x="2368" y="472"/>
                  </a:cubicBezTo>
                  <a:cubicBezTo>
                    <a:pt x="2368" y="442"/>
                    <a:pt x="2397" y="269"/>
                    <a:pt x="2375" y="269"/>
                  </a:cubicBezTo>
                  <a:cubicBezTo>
                    <a:pt x="2373" y="269"/>
                    <a:pt x="2371" y="270"/>
                    <a:pt x="2368" y="272"/>
                  </a:cubicBezTo>
                  <a:cubicBezTo>
                    <a:pt x="2368" y="272"/>
                    <a:pt x="1668" y="72"/>
                    <a:pt x="1201" y="5"/>
                  </a:cubicBezTo>
                  <a:cubicBezTo>
                    <a:pt x="1149" y="2"/>
                    <a:pt x="1094" y="0"/>
                    <a:pt x="1038"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43" name="Google Shape;6143;p70"/>
            <p:cNvSpPr/>
            <p:nvPr/>
          </p:nvSpPr>
          <p:spPr>
            <a:xfrm>
              <a:off x="3367575" y="2433275"/>
              <a:ext cx="75075" cy="14775"/>
            </a:xfrm>
            <a:custGeom>
              <a:avLst/>
              <a:gdLst/>
              <a:ahLst/>
              <a:cxnLst/>
              <a:rect l="l" t="t" r="r" b="b"/>
              <a:pathLst>
                <a:path w="3003" h="591" extrusionOk="0">
                  <a:moveTo>
                    <a:pt x="1038" y="1"/>
                  </a:moveTo>
                  <a:cubicBezTo>
                    <a:pt x="555" y="1"/>
                    <a:pt x="67" y="57"/>
                    <a:pt x="67" y="57"/>
                  </a:cubicBezTo>
                  <a:cubicBezTo>
                    <a:pt x="1" y="57"/>
                    <a:pt x="1" y="290"/>
                    <a:pt x="67" y="290"/>
                  </a:cubicBezTo>
                  <a:cubicBezTo>
                    <a:pt x="67" y="290"/>
                    <a:pt x="935" y="457"/>
                    <a:pt x="1468" y="524"/>
                  </a:cubicBezTo>
                  <a:cubicBezTo>
                    <a:pt x="2069" y="591"/>
                    <a:pt x="2936" y="591"/>
                    <a:pt x="2936" y="591"/>
                  </a:cubicBezTo>
                  <a:cubicBezTo>
                    <a:pt x="2969" y="557"/>
                    <a:pt x="3003" y="357"/>
                    <a:pt x="2936" y="290"/>
                  </a:cubicBezTo>
                  <a:cubicBezTo>
                    <a:pt x="2936" y="290"/>
                    <a:pt x="2102" y="90"/>
                    <a:pt x="1502" y="24"/>
                  </a:cubicBezTo>
                  <a:cubicBezTo>
                    <a:pt x="1360" y="7"/>
                    <a:pt x="1199" y="1"/>
                    <a:pt x="1038"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44" name="Google Shape;6144;p70"/>
            <p:cNvSpPr/>
            <p:nvPr/>
          </p:nvSpPr>
          <p:spPr>
            <a:xfrm>
              <a:off x="3331725" y="2387400"/>
              <a:ext cx="48375" cy="14775"/>
            </a:xfrm>
            <a:custGeom>
              <a:avLst/>
              <a:gdLst/>
              <a:ahLst/>
              <a:cxnLst/>
              <a:rect l="l" t="t" r="r" b="b"/>
              <a:pathLst>
                <a:path w="1935" h="591" extrusionOk="0">
                  <a:moveTo>
                    <a:pt x="676" y="1"/>
                  </a:moveTo>
                  <a:cubicBezTo>
                    <a:pt x="338" y="1"/>
                    <a:pt x="0" y="57"/>
                    <a:pt x="0" y="57"/>
                  </a:cubicBezTo>
                  <a:lnTo>
                    <a:pt x="0" y="291"/>
                  </a:lnTo>
                  <a:cubicBezTo>
                    <a:pt x="0" y="291"/>
                    <a:pt x="534" y="424"/>
                    <a:pt x="901" y="524"/>
                  </a:cubicBezTo>
                  <a:cubicBezTo>
                    <a:pt x="1268" y="558"/>
                    <a:pt x="1868" y="591"/>
                    <a:pt x="1868" y="591"/>
                  </a:cubicBezTo>
                  <a:cubicBezTo>
                    <a:pt x="1868" y="591"/>
                    <a:pt x="1935" y="391"/>
                    <a:pt x="1935" y="291"/>
                  </a:cubicBezTo>
                  <a:cubicBezTo>
                    <a:pt x="1935" y="291"/>
                    <a:pt x="1368" y="57"/>
                    <a:pt x="1001" y="24"/>
                  </a:cubicBezTo>
                  <a:cubicBezTo>
                    <a:pt x="901" y="7"/>
                    <a:pt x="788" y="1"/>
                    <a:pt x="676"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45" name="Google Shape;6145;p70"/>
            <p:cNvSpPr/>
            <p:nvPr/>
          </p:nvSpPr>
          <p:spPr>
            <a:xfrm>
              <a:off x="3285850" y="2342775"/>
              <a:ext cx="55900" cy="14375"/>
            </a:xfrm>
            <a:custGeom>
              <a:avLst/>
              <a:gdLst/>
              <a:ahLst/>
              <a:cxnLst/>
              <a:rect l="l" t="t" r="r" b="b"/>
              <a:pathLst>
                <a:path w="2236" h="575" extrusionOk="0">
                  <a:moveTo>
                    <a:pt x="958" y="1"/>
                  </a:moveTo>
                  <a:cubicBezTo>
                    <a:pt x="524" y="1"/>
                    <a:pt x="34" y="74"/>
                    <a:pt x="34" y="74"/>
                  </a:cubicBezTo>
                  <a:cubicBezTo>
                    <a:pt x="1" y="74"/>
                    <a:pt x="1" y="341"/>
                    <a:pt x="34" y="341"/>
                  </a:cubicBezTo>
                  <a:cubicBezTo>
                    <a:pt x="34" y="341"/>
                    <a:pt x="701" y="475"/>
                    <a:pt x="1101" y="508"/>
                  </a:cubicBezTo>
                  <a:cubicBezTo>
                    <a:pt x="1268" y="508"/>
                    <a:pt x="1568" y="508"/>
                    <a:pt x="1768" y="541"/>
                  </a:cubicBezTo>
                  <a:cubicBezTo>
                    <a:pt x="2002" y="541"/>
                    <a:pt x="2169" y="575"/>
                    <a:pt x="2169" y="575"/>
                  </a:cubicBezTo>
                  <a:cubicBezTo>
                    <a:pt x="2169" y="541"/>
                    <a:pt x="2235" y="375"/>
                    <a:pt x="2235" y="375"/>
                  </a:cubicBezTo>
                  <a:cubicBezTo>
                    <a:pt x="2235" y="375"/>
                    <a:pt x="2069" y="308"/>
                    <a:pt x="1869" y="208"/>
                  </a:cubicBezTo>
                  <a:cubicBezTo>
                    <a:pt x="1635" y="74"/>
                    <a:pt x="1368" y="41"/>
                    <a:pt x="1168" y="8"/>
                  </a:cubicBezTo>
                  <a:cubicBezTo>
                    <a:pt x="1101" y="3"/>
                    <a:pt x="1031" y="1"/>
                    <a:pt x="958"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46" name="Google Shape;6146;p70"/>
            <p:cNvSpPr/>
            <p:nvPr/>
          </p:nvSpPr>
          <p:spPr>
            <a:xfrm>
              <a:off x="3923600" y="2011050"/>
              <a:ext cx="460550" cy="506725"/>
            </a:xfrm>
            <a:custGeom>
              <a:avLst/>
              <a:gdLst/>
              <a:ahLst/>
              <a:cxnLst/>
              <a:rect l="l" t="t" r="r" b="b"/>
              <a:pathLst>
                <a:path w="18422" h="20269" extrusionOk="0">
                  <a:moveTo>
                    <a:pt x="18422" y="0"/>
                  </a:moveTo>
                  <a:lnTo>
                    <a:pt x="18422" y="0"/>
                  </a:lnTo>
                  <a:cubicBezTo>
                    <a:pt x="16287" y="1502"/>
                    <a:pt x="13919" y="3236"/>
                    <a:pt x="11550" y="4904"/>
                  </a:cubicBezTo>
                  <a:cubicBezTo>
                    <a:pt x="9682" y="6272"/>
                    <a:pt x="7748" y="7606"/>
                    <a:pt x="6080" y="8807"/>
                  </a:cubicBezTo>
                  <a:cubicBezTo>
                    <a:pt x="2744" y="11242"/>
                    <a:pt x="242" y="13010"/>
                    <a:pt x="242" y="13010"/>
                  </a:cubicBezTo>
                  <a:cubicBezTo>
                    <a:pt x="1" y="13203"/>
                    <a:pt x="22" y="13414"/>
                    <a:pt x="191" y="13414"/>
                  </a:cubicBezTo>
                  <a:cubicBezTo>
                    <a:pt x="255" y="13414"/>
                    <a:pt x="341" y="13383"/>
                    <a:pt x="442" y="13310"/>
                  </a:cubicBezTo>
                  <a:cubicBezTo>
                    <a:pt x="442" y="13310"/>
                    <a:pt x="3011" y="11575"/>
                    <a:pt x="6413" y="9240"/>
                  </a:cubicBezTo>
                  <a:cubicBezTo>
                    <a:pt x="9382" y="7139"/>
                    <a:pt x="13118" y="4570"/>
                    <a:pt x="16187" y="2469"/>
                  </a:cubicBezTo>
                  <a:lnTo>
                    <a:pt x="16187" y="2469"/>
                  </a:lnTo>
                  <a:cubicBezTo>
                    <a:pt x="14286" y="5771"/>
                    <a:pt x="11884" y="9974"/>
                    <a:pt x="9916" y="13343"/>
                  </a:cubicBezTo>
                  <a:cubicBezTo>
                    <a:pt x="7781" y="17079"/>
                    <a:pt x="6213" y="19848"/>
                    <a:pt x="6213" y="19848"/>
                  </a:cubicBezTo>
                  <a:cubicBezTo>
                    <a:pt x="6084" y="20107"/>
                    <a:pt x="6136" y="20268"/>
                    <a:pt x="6261" y="20268"/>
                  </a:cubicBezTo>
                  <a:cubicBezTo>
                    <a:pt x="6329" y="20268"/>
                    <a:pt x="6419" y="20221"/>
                    <a:pt x="6513" y="20115"/>
                  </a:cubicBezTo>
                  <a:cubicBezTo>
                    <a:pt x="6513" y="20115"/>
                    <a:pt x="8115" y="17346"/>
                    <a:pt x="10349" y="13677"/>
                  </a:cubicBezTo>
                  <a:cubicBezTo>
                    <a:pt x="11417" y="11842"/>
                    <a:pt x="12684" y="9807"/>
                    <a:pt x="13885" y="7773"/>
                  </a:cubicBezTo>
                  <a:cubicBezTo>
                    <a:pt x="15286" y="5338"/>
                    <a:pt x="16687" y="2969"/>
                    <a:pt x="17922" y="901"/>
                  </a:cubicBezTo>
                  <a:cubicBezTo>
                    <a:pt x="18122" y="568"/>
                    <a:pt x="18288" y="167"/>
                    <a:pt x="18422"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47" name="Google Shape;6147;p70"/>
            <p:cNvSpPr/>
            <p:nvPr/>
          </p:nvSpPr>
          <p:spPr>
            <a:xfrm>
              <a:off x="3976300" y="2038925"/>
              <a:ext cx="383125" cy="438075"/>
            </a:xfrm>
            <a:custGeom>
              <a:avLst/>
              <a:gdLst/>
              <a:ahLst/>
              <a:cxnLst/>
              <a:rect l="l" t="t" r="r" b="b"/>
              <a:pathLst>
                <a:path w="15325" h="17523" extrusionOk="0">
                  <a:moveTo>
                    <a:pt x="15063" y="0"/>
                  </a:moveTo>
                  <a:cubicBezTo>
                    <a:pt x="15024" y="0"/>
                    <a:pt x="14983" y="16"/>
                    <a:pt x="14946" y="53"/>
                  </a:cubicBezTo>
                  <a:cubicBezTo>
                    <a:pt x="14946" y="53"/>
                    <a:pt x="10310" y="5190"/>
                    <a:pt x="7408" y="8526"/>
                  </a:cubicBezTo>
                  <a:cubicBezTo>
                    <a:pt x="4472" y="11861"/>
                    <a:pt x="102" y="17199"/>
                    <a:pt x="102" y="17199"/>
                  </a:cubicBezTo>
                  <a:cubicBezTo>
                    <a:pt x="1" y="17351"/>
                    <a:pt x="92" y="17522"/>
                    <a:pt x="245" y="17522"/>
                  </a:cubicBezTo>
                  <a:cubicBezTo>
                    <a:pt x="293" y="17522"/>
                    <a:pt x="347" y="17505"/>
                    <a:pt x="403" y="17465"/>
                  </a:cubicBezTo>
                  <a:cubicBezTo>
                    <a:pt x="403" y="17465"/>
                    <a:pt x="5006" y="12328"/>
                    <a:pt x="7941" y="8993"/>
                  </a:cubicBezTo>
                  <a:cubicBezTo>
                    <a:pt x="10843" y="5657"/>
                    <a:pt x="15246" y="320"/>
                    <a:pt x="15246" y="320"/>
                  </a:cubicBezTo>
                  <a:cubicBezTo>
                    <a:pt x="15324" y="190"/>
                    <a:pt x="15201" y="0"/>
                    <a:pt x="15063"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48" name="Google Shape;6148;p70"/>
            <p:cNvSpPr/>
            <p:nvPr/>
          </p:nvSpPr>
          <p:spPr>
            <a:xfrm>
              <a:off x="3955500" y="2345025"/>
              <a:ext cx="14200" cy="60625"/>
            </a:xfrm>
            <a:custGeom>
              <a:avLst/>
              <a:gdLst/>
              <a:ahLst/>
              <a:cxnLst/>
              <a:rect l="l" t="t" r="r" b="b"/>
              <a:pathLst>
                <a:path w="568" h="2425" extrusionOk="0">
                  <a:moveTo>
                    <a:pt x="301" y="1"/>
                  </a:moveTo>
                  <a:cubicBezTo>
                    <a:pt x="234" y="1"/>
                    <a:pt x="167" y="18"/>
                    <a:pt x="167" y="51"/>
                  </a:cubicBezTo>
                  <a:cubicBezTo>
                    <a:pt x="167" y="51"/>
                    <a:pt x="34" y="752"/>
                    <a:pt x="34" y="1219"/>
                  </a:cubicBezTo>
                  <a:cubicBezTo>
                    <a:pt x="0" y="1652"/>
                    <a:pt x="34" y="2386"/>
                    <a:pt x="34" y="2386"/>
                  </a:cubicBezTo>
                  <a:cubicBezTo>
                    <a:pt x="72" y="2405"/>
                    <a:pt x="155" y="2425"/>
                    <a:pt x="212" y="2425"/>
                  </a:cubicBezTo>
                  <a:cubicBezTo>
                    <a:pt x="254" y="2425"/>
                    <a:pt x="281" y="2414"/>
                    <a:pt x="267" y="2386"/>
                  </a:cubicBezTo>
                  <a:cubicBezTo>
                    <a:pt x="267" y="2386"/>
                    <a:pt x="467" y="1652"/>
                    <a:pt x="501" y="1219"/>
                  </a:cubicBezTo>
                  <a:cubicBezTo>
                    <a:pt x="567" y="752"/>
                    <a:pt x="434" y="51"/>
                    <a:pt x="434" y="51"/>
                  </a:cubicBezTo>
                  <a:cubicBezTo>
                    <a:pt x="434" y="18"/>
                    <a:pt x="367" y="1"/>
                    <a:pt x="301"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49" name="Google Shape;6149;p70"/>
            <p:cNvSpPr/>
            <p:nvPr/>
          </p:nvSpPr>
          <p:spPr>
            <a:xfrm>
              <a:off x="3998025" y="2314800"/>
              <a:ext cx="15875" cy="73575"/>
            </a:xfrm>
            <a:custGeom>
              <a:avLst/>
              <a:gdLst/>
              <a:ahLst/>
              <a:cxnLst/>
              <a:rect l="l" t="t" r="r" b="b"/>
              <a:pathLst>
                <a:path w="635" h="2943" extrusionOk="0">
                  <a:moveTo>
                    <a:pt x="434" y="1"/>
                  </a:moveTo>
                  <a:cubicBezTo>
                    <a:pt x="367" y="1"/>
                    <a:pt x="301" y="9"/>
                    <a:pt x="301" y="26"/>
                  </a:cubicBezTo>
                  <a:cubicBezTo>
                    <a:pt x="301" y="26"/>
                    <a:pt x="134" y="893"/>
                    <a:pt x="101" y="1460"/>
                  </a:cubicBezTo>
                  <a:cubicBezTo>
                    <a:pt x="1" y="2027"/>
                    <a:pt x="1" y="2928"/>
                    <a:pt x="1" y="2928"/>
                  </a:cubicBezTo>
                  <a:cubicBezTo>
                    <a:pt x="45" y="2928"/>
                    <a:pt x="149" y="2943"/>
                    <a:pt x="223" y="2943"/>
                  </a:cubicBezTo>
                  <a:cubicBezTo>
                    <a:pt x="260" y="2943"/>
                    <a:pt x="290" y="2939"/>
                    <a:pt x="301" y="2928"/>
                  </a:cubicBezTo>
                  <a:cubicBezTo>
                    <a:pt x="301" y="2928"/>
                    <a:pt x="534" y="2094"/>
                    <a:pt x="601" y="1494"/>
                  </a:cubicBezTo>
                  <a:cubicBezTo>
                    <a:pt x="634" y="893"/>
                    <a:pt x="568" y="26"/>
                    <a:pt x="568" y="26"/>
                  </a:cubicBezTo>
                  <a:cubicBezTo>
                    <a:pt x="568" y="9"/>
                    <a:pt x="501" y="1"/>
                    <a:pt x="434"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50" name="Google Shape;6150;p70"/>
            <p:cNvSpPr/>
            <p:nvPr/>
          </p:nvSpPr>
          <p:spPr>
            <a:xfrm>
              <a:off x="4044725" y="2277075"/>
              <a:ext cx="15025" cy="49225"/>
            </a:xfrm>
            <a:custGeom>
              <a:avLst/>
              <a:gdLst/>
              <a:ahLst/>
              <a:cxnLst/>
              <a:rect l="l" t="t" r="r" b="b"/>
              <a:pathLst>
                <a:path w="601" h="1969" extrusionOk="0">
                  <a:moveTo>
                    <a:pt x="267" y="0"/>
                  </a:moveTo>
                  <a:cubicBezTo>
                    <a:pt x="267" y="0"/>
                    <a:pt x="167" y="534"/>
                    <a:pt x="67" y="934"/>
                  </a:cubicBezTo>
                  <a:cubicBezTo>
                    <a:pt x="34" y="1301"/>
                    <a:pt x="1" y="1868"/>
                    <a:pt x="1" y="1868"/>
                  </a:cubicBezTo>
                  <a:cubicBezTo>
                    <a:pt x="1" y="1935"/>
                    <a:pt x="201" y="1968"/>
                    <a:pt x="267" y="1968"/>
                  </a:cubicBezTo>
                  <a:cubicBezTo>
                    <a:pt x="267" y="1968"/>
                    <a:pt x="534" y="1368"/>
                    <a:pt x="568" y="1001"/>
                  </a:cubicBezTo>
                  <a:cubicBezTo>
                    <a:pt x="601" y="634"/>
                    <a:pt x="534" y="0"/>
                    <a:pt x="534"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51" name="Google Shape;6151;p70"/>
            <p:cNvSpPr/>
            <p:nvPr/>
          </p:nvSpPr>
          <p:spPr>
            <a:xfrm>
              <a:off x="4088925" y="2231425"/>
              <a:ext cx="15875" cy="56675"/>
            </a:xfrm>
            <a:custGeom>
              <a:avLst/>
              <a:gdLst/>
              <a:ahLst/>
              <a:cxnLst/>
              <a:rect l="l" t="t" r="r" b="b"/>
              <a:pathLst>
                <a:path w="635" h="2267" extrusionOk="0">
                  <a:moveTo>
                    <a:pt x="384" y="0"/>
                  </a:moveTo>
                  <a:cubicBezTo>
                    <a:pt x="326" y="0"/>
                    <a:pt x="267" y="8"/>
                    <a:pt x="267" y="25"/>
                  </a:cubicBezTo>
                  <a:cubicBezTo>
                    <a:pt x="267" y="25"/>
                    <a:pt x="134" y="692"/>
                    <a:pt x="101" y="1126"/>
                  </a:cubicBezTo>
                  <a:cubicBezTo>
                    <a:pt x="101" y="1293"/>
                    <a:pt x="101" y="1593"/>
                    <a:pt x="67" y="1793"/>
                  </a:cubicBezTo>
                  <a:cubicBezTo>
                    <a:pt x="67" y="1993"/>
                    <a:pt x="0" y="2160"/>
                    <a:pt x="0" y="2160"/>
                  </a:cubicBezTo>
                  <a:cubicBezTo>
                    <a:pt x="58" y="2189"/>
                    <a:pt x="189" y="2267"/>
                    <a:pt x="225" y="2267"/>
                  </a:cubicBezTo>
                  <a:cubicBezTo>
                    <a:pt x="231" y="2267"/>
                    <a:pt x="234" y="2265"/>
                    <a:pt x="234" y="2260"/>
                  </a:cubicBezTo>
                  <a:cubicBezTo>
                    <a:pt x="234" y="2260"/>
                    <a:pt x="301" y="2093"/>
                    <a:pt x="401" y="1860"/>
                  </a:cubicBezTo>
                  <a:cubicBezTo>
                    <a:pt x="501" y="1660"/>
                    <a:pt x="568" y="1359"/>
                    <a:pt x="601" y="1159"/>
                  </a:cubicBezTo>
                  <a:cubicBezTo>
                    <a:pt x="634" y="692"/>
                    <a:pt x="501" y="25"/>
                    <a:pt x="501" y="25"/>
                  </a:cubicBezTo>
                  <a:cubicBezTo>
                    <a:pt x="501" y="8"/>
                    <a:pt x="442" y="0"/>
                    <a:pt x="384"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52" name="Google Shape;6152;p70"/>
            <p:cNvSpPr/>
            <p:nvPr/>
          </p:nvSpPr>
          <p:spPr>
            <a:xfrm>
              <a:off x="3909175" y="2843825"/>
              <a:ext cx="508350" cy="459000"/>
            </a:xfrm>
            <a:custGeom>
              <a:avLst/>
              <a:gdLst/>
              <a:ahLst/>
              <a:cxnLst/>
              <a:rect l="l" t="t" r="r" b="b"/>
              <a:pathLst>
                <a:path w="20334" h="18360" extrusionOk="0">
                  <a:moveTo>
                    <a:pt x="7064" y="0"/>
                  </a:moveTo>
                  <a:cubicBezTo>
                    <a:pt x="6940" y="0"/>
                    <a:pt x="6878" y="151"/>
                    <a:pt x="7024" y="380"/>
                  </a:cubicBezTo>
                  <a:cubicBezTo>
                    <a:pt x="7024" y="380"/>
                    <a:pt x="8792" y="2949"/>
                    <a:pt x="11127" y="6351"/>
                  </a:cubicBezTo>
                  <a:cubicBezTo>
                    <a:pt x="13195" y="9320"/>
                    <a:pt x="15797" y="13056"/>
                    <a:pt x="17865" y="16091"/>
                  </a:cubicBezTo>
                  <a:cubicBezTo>
                    <a:pt x="14596" y="14223"/>
                    <a:pt x="10359" y="11822"/>
                    <a:pt x="6990" y="9854"/>
                  </a:cubicBezTo>
                  <a:cubicBezTo>
                    <a:pt x="3288" y="7719"/>
                    <a:pt x="486" y="6151"/>
                    <a:pt x="486" y="6151"/>
                  </a:cubicBezTo>
                  <a:cubicBezTo>
                    <a:pt x="387" y="6102"/>
                    <a:pt x="302" y="6081"/>
                    <a:pt x="236" y="6081"/>
                  </a:cubicBezTo>
                  <a:cubicBezTo>
                    <a:pt x="34" y="6081"/>
                    <a:pt x="1" y="6275"/>
                    <a:pt x="252" y="6451"/>
                  </a:cubicBezTo>
                  <a:cubicBezTo>
                    <a:pt x="252" y="6451"/>
                    <a:pt x="2987" y="8052"/>
                    <a:pt x="6657" y="10287"/>
                  </a:cubicBezTo>
                  <a:cubicBezTo>
                    <a:pt x="8491" y="11355"/>
                    <a:pt x="10526" y="12622"/>
                    <a:pt x="12594" y="13823"/>
                  </a:cubicBezTo>
                  <a:cubicBezTo>
                    <a:pt x="14996" y="15224"/>
                    <a:pt x="17364" y="16625"/>
                    <a:pt x="19466" y="17859"/>
                  </a:cubicBezTo>
                  <a:cubicBezTo>
                    <a:pt x="19799" y="18060"/>
                    <a:pt x="20166" y="18226"/>
                    <a:pt x="20333" y="18360"/>
                  </a:cubicBezTo>
                  <a:cubicBezTo>
                    <a:pt x="18832" y="16225"/>
                    <a:pt x="17131" y="13857"/>
                    <a:pt x="15463" y="11488"/>
                  </a:cubicBezTo>
                  <a:cubicBezTo>
                    <a:pt x="14095" y="9620"/>
                    <a:pt x="12761" y="7685"/>
                    <a:pt x="11527" y="6018"/>
                  </a:cubicBezTo>
                  <a:cubicBezTo>
                    <a:pt x="9125" y="2682"/>
                    <a:pt x="7324" y="180"/>
                    <a:pt x="7324" y="180"/>
                  </a:cubicBezTo>
                  <a:cubicBezTo>
                    <a:pt x="7236" y="55"/>
                    <a:pt x="7139" y="0"/>
                    <a:pt x="7064"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53" name="Google Shape;6153;p70"/>
            <p:cNvSpPr/>
            <p:nvPr/>
          </p:nvSpPr>
          <p:spPr>
            <a:xfrm>
              <a:off x="3936225" y="2872025"/>
              <a:ext cx="454650" cy="405850"/>
            </a:xfrm>
            <a:custGeom>
              <a:avLst/>
              <a:gdLst/>
              <a:ahLst/>
              <a:cxnLst/>
              <a:rect l="l" t="t" r="r" b="b"/>
              <a:pathLst>
                <a:path w="18186" h="16234" extrusionOk="0">
                  <a:moveTo>
                    <a:pt x="256" y="0"/>
                  </a:moveTo>
                  <a:cubicBezTo>
                    <a:pt x="119" y="0"/>
                    <a:pt x="0" y="197"/>
                    <a:pt x="104" y="353"/>
                  </a:cubicBezTo>
                  <a:cubicBezTo>
                    <a:pt x="104" y="353"/>
                    <a:pt x="5375" y="5323"/>
                    <a:pt x="8810" y="8392"/>
                  </a:cubicBezTo>
                  <a:cubicBezTo>
                    <a:pt x="12280" y="11528"/>
                    <a:pt x="17783" y="16198"/>
                    <a:pt x="17783" y="16198"/>
                  </a:cubicBezTo>
                  <a:cubicBezTo>
                    <a:pt x="17821" y="16223"/>
                    <a:pt x="17860" y="16234"/>
                    <a:pt x="17898" y="16234"/>
                  </a:cubicBezTo>
                  <a:cubicBezTo>
                    <a:pt x="18058" y="16234"/>
                    <a:pt x="18186" y="16033"/>
                    <a:pt x="18050" y="15897"/>
                  </a:cubicBezTo>
                  <a:cubicBezTo>
                    <a:pt x="18050" y="15897"/>
                    <a:pt x="12780" y="10927"/>
                    <a:pt x="9344" y="7858"/>
                  </a:cubicBezTo>
                  <a:cubicBezTo>
                    <a:pt x="5875" y="4723"/>
                    <a:pt x="371" y="53"/>
                    <a:pt x="371" y="53"/>
                  </a:cubicBezTo>
                  <a:cubicBezTo>
                    <a:pt x="334" y="16"/>
                    <a:pt x="294" y="0"/>
                    <a:pt x="256"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54" name="Google Shape;6154;p70"/>
            <p:cNvSpPr/>
            <p:nvPr/>
          </p:nvSpPr>
          <p:spPr>
            <a:xfrm>
              <a:off x="4022200" y="2876300"/>
              <a:ext cx="60900" cy="12200"/>
            </a:xfrm>
            <a:custGeom>
              <a:avLst/>
              <a:gdLst/>
              <a:ahLst/>
              <a:cxnLst/>
              <a:rect l="l" t="t" r="r" b="b"/>
              <a:pathLst>
                <a:path w="2436" h="488" extrusionOk="0">
                  <a:moveTo>
                    <a:pt x="725" y="0"/>
                  </a:moveTo>
                  <a:cubicBezTo>
                    <a:pt x="379" y="0"/>
                    <a:pt x="68" y="15"/>
                    <a:pt x="68" y="15"/>
                  </a:cubicBezTo>
                  <a:cubicBezTo>
                    <a:pt x="68" y="15"/>
                    <a:pt x="1" y="215"/>
                    <a:pt x="68" y="215"/>
                  </a:cubicBezTo>
                  <a:cubicBezTo>
                    <a:pt x="68" y="215"/>
                    <a:pt x="768" y="416"/>
                    <a:pt x="1235" y="482"/>
                  </a:cubicBezTo>
                  <a:cubicBezTo>
                    <a:pt x="1283" y="486"/>
                    <a:pt x="1335" y="488"/>
                    <a:pt x="1389" y="488"/>
                  </a:cubicBezTo>
                  <a:cubicBezTo>
                    <a:pt x="1823" y="488"/>
                    <a:pt x="2403" y="382"/>
                    <a:pt x="2403" y="382"/>
                  </a:cubicBezTo>
                  <a:cubicBezTo>
                    <a:pt x="2436" y="382"/>
                    <a:pt x="2436" y="149"/>
                    <a:pt x="2403" y="149"/>
                  </a:cubicBezTo>
                  <a:cubicBezTo>
                    <a:pt x="2403" y="149"/>
                    <a:pt x="1669" y="15"/>
                    <a:pt x="1235" y="15"/>
                  </a:cubicBezTo>
                  <a:cubicBezTo>
                    <a:pt x="1079" y="4"/>
                    <a:pt x="898" y="0"/>
                    <a:pt x="725"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55" name="Google Shape;6155;p70"/>
            <p:cNvSpPr/>
            <p:nvPr/>
          </p:nvSpPr>
          <p:spPr>
            <a:xfrm>
              <a:off x="4038900" y="2918375"/>
              <a:ext cx="75075" cy="14775"/>
            </a:xfrm>
            <a:custGeom>
              <a:avLst/>
              <a:gdLst/>
              <a:ahLst/>
              <a:cxnLst/>
              <a:rect l="l" t="t" r="r" b="b"/>
              <a:pathLst>
                <a:path w="3003" h="591" extrusionOk="0">
                  <a:moveTo>
                    <a:pt x="100" y="0"/>
                  </a:moveTo>
                  <a:cubicBezTo>
                    <a:pt x="33" y="0"/>
                    <a:pt x="0" y="200"/>
                    <a:pt x="100" y="300"/>
                  </a:cubicBezTo>
                  <a:cubicBezTo>
                    <a:pt x="100" y="300"/>
                    <a:pt x="934" y="500"/>
                    <a:pt x="1501" y="567"/>
                  </a:cubicBezTo>
                  <a:cubicBezTo>
                    <a:pt x="1651" y="584"/>
                    <a:pt x="1818" y="590"/>
                    <a:pt x="1984" y="590"/>
                  </a:cubicBezTo>
                  <a:cubicBezTo>
                    <a:pt x="2481" y="590"/>
                    <a:pt x="2969" y="534"/>
                    <a:pt x="2969" y="534"/>
                  </a:cubicBezTo>
                  <a:cubicBezTo>
                    <a:pt x="3002" y="534"/>
                    <a:pt x="3002" y="300"/>
                    <a:pt x="2969" y="300"/>
                  </a:cubicBezTo>
                  <a:cubicBezTo>
                    <a:pt x="2969" y="300"/>
                    <a:pt x="2102" y="134"/>
                    <a:pt x="1568" y="67"/>
                  </a:cubicBezTo>
                  <a:cubicBezTo>
                    <a:pt x="967" y="0"/>
                    <a:pt x="100" y="0"/>
                    <a:pt x="100"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56" name="Google Shape;6156;p70"/>
            <p:cNvSpPr/>
            <p:nvPr/>
          </p:nvSpPr>
          <p:spPr>
            <a:xfrm>
              <a:off x="4101425" y="2962575"/>
              <a:ext cx="49225" cy="15250"/>
            </a:xfrm>
            <a:custGeom>
              <a:avLst/>
              <a:gdLst/>
              <a:ahLst/>
              <a:cxnLst/>
              <a:rect l="l" t="t" r="r" b="b"/>
              <a:pathLst>
                <a:path w="1969" h="610" extrusionOk="0">
                  <a:moveTo>
                    <a:pt x="101" y="0"/>
                  </a:moveTo>
                  <a:cubicBezTo>
                    <a:pt x="34" y="0"/>
                    <a:pt x="1" y="234"/>
                    <a:pt x="1" y="300"/>
                  </a:cubicBezTo>
                  <a:cubicBezTo>
                    <a:pt x="1" y="300"/>
                    <a:pt x="601" y="567"/>
                    <a:pt x="968" y="600"/>
                  </a:cubicBezTo>
                  <a:cubicBezTo>
                    <a:pt x="1042" y="607"/>
                    <a:pt x="1126" y="610"/>
                    <a:pt x="1213" y="610"/>
                  </a:cubicBezTo>
                  <a:cubicBezTo>
                    <a:pt x="1563" y="610"/>
                    <a:pt x="1969" y="567"/>
                    <a:pt x="1969" y="567"/>
                  </a:cubicBezTo>
                  <a:lnTo>
                    <a:pt x="1969" y="300"/>
                  </a:lnTo>
                  <a:cubicBezTo>
                    <a:pt x="1969" y="300"/>
                    <a:pt x="1435" y="167"/>
                    <a:pt x="1068" y="100"/>
                  </a:cubicBezTo>
                  <a:cubicBezTo>
                    <a:pt x="668" y="67"/>
                    <a:pt x="101" y="0"/>
                    <a:pt x="101"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57" name="Google Shape;6157;p70"/>
            <p:cNvSpPr/>
            <p:nvPr/>
          </p:nvSpPr>
          <p:spPr>
            <a:xfrm>
              <a:off x="4140625" y="3007600"/>
              <a:ext cx="55900" cy="15175"/>
            </a:xfrm>
            <a:custGeom>
              <a:avLst/>
              <a:gdLst/>
              <a:ahLst/>
              <a:cxnLst/>
              <a:rect l="l" t="t" r="r" b="b"/>
              <a:pathLst>
                <a:path w="2236" h="607" extrusionOk="0">
                  <a:moveTo>
                    <a:pt x="67" y="0"/>
                  </a:moveTo>
                  <a:cubicBezTo>
                    <a:pt x="34" y="67"/>
                    <a:pt x="1" y="234"/>
                    <a:pt x="1" y="234"/>
                  </a:cubicBezTo>
                  <a:cubicBezTo>
                    <a:pt x="1" y="234"/>
                    <a:pt x="167" y="301"/>
                    <a:pt x="368" y="401"/>
                  </a:cubicBezTo>
                  <a:cubicBezTo>
                    <a:pt x="568" y="501"/>
                    <a:pt x="868" y="567"/>
                    <a:pt x="1068" y="601"/>
                  </a:cubicBezTo>
                  <a:cubicBezTo>
                    <a:pt x="1120" y="604"/>
                    <a:pt x="1174" y="606"/>
                    <a:pt x="1230" y="606"/>
                  </a:cubicBezTo>
                  <a:cubicBezTo>
                    <a:pt x="1675" y="606"/>
                    <a:pt x="2202" y="501"/>
                    <a:pt x="2202" y="501"/>
                  </a:cubicBezTo>
                  <a:cubicBezTo>
                    <a:pt x="2236" y="501"/>
                    <a:pt x="2236" y="267"/>
                    <a:pt x="2202" y="267"/>
                  </a:cubicBezTo>
                  <a:cubicBezTo>
                    <a:pt x="2202" y="267"/>
                    <a:pt x="1535" y="134"/>
                    <a:pt x="1101" y="100"/>
                  </a:cubicBezTo>
                  <a:cubicBezTo>
                    <a:pt x="935" y="100"/>
                    <a:pt x="634" y="100"/>
                    <a:pt x="434" y="67"/>
                  </a:cubicBezTo>
                  <a:cubicBezTo>
                    <a:pt x="234" y="67"/>
                    <a:pt x="67" y="0"/>
                    <a:pt x="67"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58" name="Google Shape;6158;p70"/>
            <p:cNvSpPr/>
            <p:nvPr/>
          </p:nvSpPr>
          <p:spPr>
            <a:xfrm>
              <a:off x="3125725" y="2835275"/>
              <a:ext cx="460550" cy="505925"/>
            </a:xfrm>
            <a:custGeom>
              <a:avLst/>
              <a:gdLst/>
              <a:ahLst/>
              <a:cxnLst/>
              <a:rect l="l" t="t" r="r" b="b"/>
              <a:pathLst>
                <a:path w="18422" h="20237" extrusionOk="0">
                  <a:moveTo>
                    <a:pt x="12169" y="0"/>
                  </a:moveTo>
                  <a:cubicBezTo>
                    <a:pt x="12099" y="0"/>
                    <a:pt x="12014" y="48"/>
                    <a:pt x="11943" y="155"/>
                  </a:cubicBezTo>
                  <a:cubicBezTo>
                    <a:pt x="11943" y="155"/>
                    <a:pt x="10308" y="2890"/>
                    <a:pt x="8107" y="6560"/>
                  </a:cubicBezTo>
                  <a:cubicBezTo>
                    <a:pt x="7006" y="8394"/>
                    <a:pt x="5772" y="10463"/>
                    <a:pt x="4571" y="12497"/>
                  </a:cubicBezTo>
                  <a:cubicBezTo>
                    <a:pt x="3137" y="14899"/>
                    <a:pt x="1769" y="17267"/>
                    <a:pt x="501" y="19369"/>
                  </a:cubicBezTo>
                  <a:cubicBezTo>
                    <a:pt x="301" y="19702"/>
                    <a:pt x="134" y="20069"/>
                    <a:pt x="1" y="20236"/>
                  </a:cubicBezTo>
                  <a:cubicBezTo>
                    <a:pt x="2136" y="18735"/>
                    <a:pt x="4504" y="17034"/>
                    <a:pt x="6906" y="15366"/>
                  </a:cubicBezTo>
                  <a:cubicBezTo>
                    <a:pt x="8774" y="13998"/>
                    <a:pt x="10675" y="12664"/>
                    <a:pt x="12343" y="11463"/>
                  </a:cubicBezTo>
                  <a:cubicBezTo>
                    <a:pt x="15679" y="9028"/>
                    <a:pt x="18181" y="7227"/>
                    <a:pt x="18181" y="7227"/>
                  </a:cubicBezTo>
                  <a:cubicBezTo>
                    <a:pt x="18421" y="7058"/>
                    <a:pt x="18401" y="6855"/>
                    <a:pt x="18234" y="6855"/>
                  </a:cubicBezTo>
                  <a:cubicBezTo>
                    <a:pt x="18169" y="6855"/>
                    <a:pt x="18083" y="6886"/>
                    <a:pt x="17980" y="6960"/>
                  </a:cubicBezTo>
                  <a:cubicBezTo>
                    <a:pt x="17980" y="6960"/>
                    <a:pt x="15445" y="8695"/>
                    <a:pt x="12010" y="11030"/>
                  </a:cubicBezTo>
                  <a:cubicBezTo>
                    <a:pt x="9074" y="13131"/>
                    <a:pt x="5305" y="15700"/>
                    <a:pt x="2269" y="17801"/>
                  </a:cubicBezTo>
                  <a:cubicBezTo>
                    <a:pt x="4137" y="14499"/>
                    <a:pt x="6572" y="10296"/>
                    <a:pt x="8507" y="6893"/>
                  </a:cubicBezTo>
                  <a:cubicBezTo>
                    <a:pt x="10642" y="3191"/>
                    <a:pt x="12243" y="389"/>
                    <a:pt x="12243" y="389"/>
                  </a:cubicBezTo>
                  <a:cubicBezTo>
                    <a:pt x="12372" y="153"/>
                    <a:pt x="12294" y="0"/>
                    <a:pt x="12169"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59" name="Google Shape;6159;p70"/>
            <p:cNvSpPr/>
            <p:nvPr/>
          </p:nvSpPr>
          <p:spPr>
            <a:xfrm>
              <a:off x="3150725" y="2870950"/>
              <a:ext cx="403850" cy="442500"/>
            </a:xfrm>
            <a:custGeom>
              <a:avLst/>
              <a:gdLst/>
              <a:ahLst/>
              <a:cxnLst/>
              <a:rect l="l" t="t" r="r" b="b"/>
              <a:pathLst>
                <a:path w="16154" h="17700" extrusionOk="0">
                  <a:moveTo>
                    <a:pt x="15917" y="0"/>
                  </a:moveTo>
                  <a:cubicBezTo>
                    <a:pt x="15871" y="0"/>
                    <a:pt x="15823" y="19"/>
                    <a:pt x="15780" y="62"/>
                  </a:cubicBezTo>
                  <a:cubicBezTo>
                    <a:pt x="15780" y="62"/>
                    <a:pt x="10909" y="5233"/>
                    <a:pt x="7807" y="8602"/>
                  </a:cubicBezTo>
                  <a:cubicBezTo>
                    <a:pt x="4738" y="12038"/>
                    <a:pt x="102" y="17408"/>
                    <a:pt x="102" y="17408"/>
                  </a:cubicBezTo>
                  <a:cubicBezTo>
                    <a:pt x="1" y="17534"/>
                    <a:pt x="129" y="17699"/>
                    <a:pt x="270" y="17699"/>
                  </a:cubicBezTo>
                  <a:cubicBezTo>
                    <a:pt x="315" y="17699"/>
                    <a:pt x="361" y="17682"/>
                    <a:pt x="402" y="17642"/>
                  </a:cubicBezTo>
                  <a:cubicBezTo>
                    <a:pt x="402" y="17642"/>
                    <a:pt x="5272" y="12471"/>
                    <a:pt x="8341" y="9102"/>
                  </a:cubicBezTo>
                  <a:cubicBezTo>
                    <a:pt x="11443" y="5700"/>
                    <a:pt x="16080" y="296"/>
                    <a:pt x="16080" y="296"/>
                  </a:cubicBezTo>
                  <a:cubicBezTo>
                    <a:pt x="16154" y="148"/>
                    <a:pt x="16046" y="0"/>
                    <a:pt x="15917"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60" name="Google Shape;6160;p70"/>
            <p:cNvSpPr/>
            <p:nvPr/>
          </p:nvSpPr>
          <p:spPr>
            <a:xfrm>
              <a:off x="3539375" y="2947425"/>
              <a:ext cx="14200" cy="59975"/>
            </a:xfrm>
            <a:custGeom>
              <a:avLst/>
              <a:gdLst/>
              <a:ahLst/>
              <a:cxnLst/>
              <a:rect l="l" t="t" r="r" b="b"/>
              <a:pathLst>
                <a:path w="568" h="2399" extrusionOk="0">
                  <a:moveTo>
                    <a:pt x="390" y="0"/>
                  </a:moveTo>
                  <a:cubicBezTo>
                    <a:pt x="342" y="0"/>
                    <a:pt x="300" y="11"/>
                    <a:pt x="300" y="39"/>
                  </a:cubicBezTo>
                  <a:cubicBezTo>
                    <a:pt x="300" y="39"/>
                    <a:pt x="100" y="739"/>
                    <a:pt x="67" y="1206"/>
                  </a:cubicBezTo>
                  <a:cubicBezTo>
                    <a:pt x="0" y="1673"/>
                    <a:pt x="134" y="2374"/>
                    <a:pt x="134" y="2374"/>
                  </a:cubicBezTo>
                  <a:cubicBezTo>
                    <a:pt x="134" y="2391"/>
                    <a:pt x="200" y="2399"/>
                    <a:pt x="267" y="2399"/>
                  </a:cubicBezTo>
                  <a:cubicBezTo>
                    <a:pt x="334" y="2399"/>
                    <a:pt x="400" y="2391"/>
                    <a:pt x="400" y="2374"/>
                  </a:cubicBezTo>
                  <a:cubicBezTo>
                    <a:pt x="400" y="2374"/>
                    <a:pt x="534" y="1673"/>
                    <a:pt x="534" y="1206"/>
                  </a:cubicBezTo>
                  <a:cubicBezTo>
                    <a:pt x="567" y="739"/>
                    <a:pt x="534" y="39"/>
                    <a:pt x="534" y="39"/>
                  </a:cubicBezTo>
                  <a:cubicBezTo>
                    <a:pt x="534" y="20"/>
                    <a:pt x="456" y="0"/>
                    <a:pt x="390"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61" name="Google Shape;6161;p70"/>
            <p:cNvSpPr/>
            <p:nvPr/>
          </p:nvSpPr>
          <p:spPr>
            <a:xfrm>
              <a:off x="3495175" y="2964700"/>
              <a:ext cx="15850" cy="73350"/>
            </a:xfrm>
            <a:custGeom>
              <a:avLst/>
              <a:gdLst/>
              <a:ahLst/>
              <a:cxnLst/>
              <a:rect l="l" t="t" r="r" b="b"/>
              <a:pathLst>
                <a:path w="634" h="2934" extrusionOk="0">
                  <a:moveTo>
                    <a:pt x="441" y="0"/>
                  </a:moveTo>
                  <a:cubicBezTo>
                    <a:pt x="397" y="0"/>
                    <a:pt x="356" y="4"/>
                    <a:pt x="334" y="15"/>
                  </a:cubicBezTo>
                  <a:cubicBezTo>
                    <a:pt x="334" y="15"/>
                    <a:pt x="134" y="849"/>
                    <a:pt x="34" y="1449"/>
                  </a:cubicBezTo>
                  <a:cubicBezTo>
                    <a:pt x="0" y="2017"/>
                    <a:pt x="67" y="2884"/>
                    <a:pt x="67" y="2884"/>
                  </a:cubicBezTo>
                  <a:cubicBezTo>
                    <a:pt x="67" y="2917"/>
                    <a:pt x="134" y="2934"/>
                    <a:pt x="200" y="2934"/>
                  </a:cubicBezTo>
                  <a:cubicBezTo>
                    <a:pt x="267" y="2934"/>
                    <a:pt x="334" y="2917"/>
                    <a:pt x="334" y="2884"/>
                  </a:cubicBezTo>
                  <a:cubicBezTo>
                    <a:pt x="334" y="2884"/>
                    <a:pt x="501" y="2017"/>
                    <a:pt x="534" y="1483"/>
                  </a:cubicBezTo>
                  <a:cubicBezTo>
                    <a:pt x="634" y="882"/>
                    <a:pt x="634" y="15"/>
                    <a:pt x="634" y="15"/>
                  </a:cubicBezTo>
                  <a:cubicBezTo>
                    <a:pt x="634" y="15"/>
                    <a:pt x="530" y="0"/>
                    <a:pt x="441"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62" name="Google Shape;6162;p70"/>
            <p:cNvSpPr/>
            <p:nvPr/>
          </p:nvSpPr>
          <p:spPr>
            <a:xfrm>
              <a:off x="3450125" y="3025950"/>
              <a:ext cx="15875" cy="48375"/>
            </a:xfrm>
            <a:custGeom>
              <a:avLst/>
              <a:gdLst/>
              <a:ahLst/>
              <a:cxnLst/>
              <a:rect l="l" t="t" r="r" b="b"/>
              <a:pathLst>
                <a:path w="635" h="1935" extrusionOk="0">
                  <a:moveTo>
                    <a:pt x="334" y="0"/>
                  </a:moveTo>
                  <a:cubicBezTo>
                    <a:pt x="334" y="0"/>
                    <a:pt x="101" y="567"/>
                    <a:pt x="34" y="934"/>
                  </a:cubicBezTo>
                  <a:cubicBezTo>
                    <a:pt x="1" y="1334"/>
                    <a:pt x="101" y="1935"/>
                    <a:pt x="101" y="1935"/>
                  </a:cubicBezTo>
                  <a:lnTo>
                    <a:pt x="334" y="1935"/>
                  </a:lnTo>
                  <a:cubicBezTo>
                    <a:pt x="334" y="1935"/>
                    <a:pt x="468" y="1401"/>
                    <a:pt x="535" y="1034"/>
                  </a:cubicBezTo>
                  <a:cubicBezTo>
                    <a:pt x="601" y="667"/>
                    <a:pt x="635" y="67"/>
                    <a:pt x="635" y="67"/>
                  </a:cubicBezTo>
                  <a:cubicBezTo>
                    <a:pt x="635" y="67"/>
                    <a:pt x="435" y="34"/>
                    <a:pt x="334"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63" name="Google Shape;6163;p70"/>
            <p:cNvSpPr/>
            <p:nvPr/>
          </p:nvSpPr>
          <p:spPr>
            <a:xfrm>
              <a:off x="3404275" y="3064900"/>
              <a:ext cx="15875" cy="56550"/>
            </a:xfrm>
            <a:custGeom>
              <a:avLst/>
              <a:gdLst/>
              <a:ahLst/>
              <a:cxnLst/>
              <a:rect l="l" t="t" r="r" b="b"/>
              <a:pathLst>
                <a:path w="635" h="2262" extrusionOk="0">
                  <a:moveTo>
                    <a:pt x="453" y="1"/>
                  </a:moveTo>
                  <a:cubicBezTo>
                    <a:pt x="441" y="1"/>
                    <a:pt x="434" y="4"/>
                    <a:pt x="434" y="10"/>
                  </a:cubicBezTo>
                  <a:cubicBezTo>
                    <a:pt x="434" y="10"/>
                    <a:pt x="334" y="177"/>
                    <a:pt x="267" y="377"/>
                  </a:cubicBezTo>
                  <a:cubicBezTo>
                    <a:pt x="134" y="610"/>
                    <a:pt x="100" y="877"/>
                    <a:pt x="34" y="1111"/>
                  </a:cubicBezTo>
                  <a:cubicBezTo>
                    <a:pt x="0" y="1544"/>
                    <a:pt x="134" y="2212"/>
                    <a:pt x="134" y="2212"/>
                  </a:cubicBezTo>
                  <a:cubicBezTo>
                    <a:pt x="134" y="2245"/>
                    <a:pt x="192" y="2262"/>
                    <a:pt x="250" y="2262"/>
                  </a:cubicBezTo>
                  <a:cubicBezTo>
                    <a:pt x="309" y="2262"/>
                    <a:pt x="367" y="2245"/>
                    <a:pt x="367" y="2212"/>
                  </a:cubicBezTo>
                  <a:cubicBezTo>
                    <a:pt x="367" y="2212"/>
                    <a:pt x="501" y="1544"/>
                    <a:pt x="534" y="1144"/>
                  </a:cubicBezTo>
                  <a:cubicBezTo>
                    <a:pt x="534" y="977"/>
                    <a:pt x="534" y="677"/>
                    <a:pt x="601" y="477"/>
                  </a:cubicBezTo>
                  <a:cubicBezTo>
                    <a:pt x="601" y="243"/>
                    <a:pt x="634" y="77"/>
                    <a:pt x="634" y="77"/>
                  </a:cubicBezTo>
                  <a:cubicBezTo>
                    <a:pt x="634" y="50"/>
                    <a:pt x="503" y="1"/>
                    <a:pt x="453"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64" name="Google Shape;6164;p70"/>
            <p:cNvSpPr/>
            <p:nvPr/>
          </p:nvSpPr>
          <p:spPr>
            <a:xfrm>
              <a:off x="2640400" y="1541675"/>
              <a:ext cx="2217775" cy="2221450"/>
            </a:xfrm>
            <a:custGeom>
              <a:avLst/>
              <a:gdLst/>
              <a:ahLst/>
              <a:cxnLst/>
              <a:rect l="l" t="t" r="r" b="b"/>
              <a:pathLst>
                <a:path w="88711" h="88858" extrusionOk="0">
                  <a:moveTo>
                    <a:pt x="44242" y="864"/>
                  </a:moveTo>
                  <a:cubicBezTo>
                    <a:pt x="47122" y="864"/>
                    <a:pt x="49964" y="1141"/>
                    <a:pt x="52704" y="1663"/>
                  </a:cubicBezTo>
                  <a:cubicBezTo>
                    <a:pt x="56240" y="2264"/>
                    <a:pt x="59576" y="3398"/>
                    <a:pt x="62678" y="4832"/>
                  </a:cubicBezTo>
                  <a:cubicBezTo>
                    <a:pt x="63412" y="5166"/>
                    <a:pt x="64179" y="5566"/>
                    <a:pt x="64913" y="5933"/>
                  </a:cubicBezTo>
                  <a:cubicBezTo>
                    <a:pt x="65680" y="6333"/>
                    <a:pt x="66381" y="6733"/>
                    <a:pt x="67081" y="7167"/>
                  </a:cubicBezTo>
                  <a:cubicBezTo>
                    <a:pt x="67748" y="7601"/>
                    <a:pt x="68449" y="8034"/>
                    <a:pt x="69116" y="8501"/>
                  </a:cubicBezTo>
                  <a:cubicBezTo>
                    <a:pt x="69783" y="9002"/>
                    <a:pt x="70450" y="9402"/>
                    <a:pt x="71084" y="9902"/>
                  </a:cubicBezTo>
                  <a:cubicBezTo>
                    <a:pt x="73586" y="11837"/>
                    <a:pt x="75788" y="13939"/>
                    <a:pt x="77689" y="16107"/>
                  </a:cubicBezTo>
                  <a:cubicBezTo>
                    <a:pt x="81425" y="20510"/>
                    <a:pt x="83893" y="25080"/>
                    <a:pt x="85394" y="29083"/>
                  </a:cubicBezTo>
                  <a:cubicBezTo>
                    <a:pt x="86929" y="33086"/>
                    <a:pt x="87529" y="36455"/>
                    <a:pt x="87863" y="38790"/>
                  </a:cubicBezTo>
                  <a:cubicBezTo>
                    <a:pt x="88063" y="39957"/>
                    <a:pt x="88096" y="40891"/>
                    <a:pt x="88130" y="41525"/>
                  </a:cubicBezTo>
                  <a:cubicBezTo>
                    <a:pt x="88130" y="41859"/>
                    <a:pt x="88196" y="42059"/>
                    <a:pt x="88196" y="42226"/>
                  </a:cubicBezTo>
                  <a:lnTo>
                    <a:pt x="88196" y="42459"/>
                  </a:lnTo>
                  <a:cubicBezTo>
                    <a:pt x="88235" y="43531"/>
                    <a:pt x="88324" y="44198"/>
                    <a:pt x="88416" y="44443"/>
                  </a:cubicBezTo>
                  <a:lnTo>
                    <a:pt x="88416" y="44443"/>
                  </a:lnTo>
                  <a:cubicBezTo>
                    <a:pt x="88317" y="44639"/>
                    <a:pt x="88224" y="45307"/>
                    <a:pt x="88196" y="46462"/>
                  </a:cubicBezTo>
                  <a:lnTo>
                    <a:pt x="88196" y="46729"/>
                  </a:lnTo>
                  <a:cubicBezTo>
                    <a:pt x="88196" y="46896"/>
                    <a:pt x="88196" y="47129"/>
                    <a:pt x="88130" y="47429"/>
                  </a:cubicBezTo>
                  <a:cubicBezTo>
                    <a:pt x="88063" y="48063"/>
                    <a:pt x="88030" y="48964"/>
                    <a:pt x="87863" y="50131"/>
                  </a:cubicBezTo>
                  <a:cubicBezTo>
                    <a:pt x="87529" y="52466"/>
                    <a:pt x="86895" y="55869"/>
                    <a:pt x="85394" y="59872"/>
                  </a:cubicBezTo>
                  <a:cubicBezTo>
                    <a:pt x="83893" y="63874"/>
                    <a:pt x="81425" y="68444"/>
                    <a:pt x="77689" y="72814"/>
                  </a:cubicBezTo>
                  <a:cubicBezTo>
                    <a:pt x="75788" y="74982"/>
                    <a:pt x="73586" y="77117"/>
                    <a:pt x="71084" y="79052"/>
                  </a:cubicBezTo>
                  <a:cubicBezTo>
                    <a:pt x="70450" y="79552"/>
                    <a:pt x="69783" y="79986"/>
                    <a:pt x="69116" y="80453"/>
                  </a:cubicBezTo>
                  <a:cubicBezTo>
                    <a:pt x="68449" y="80920"/>
                    <a:pt x="67782" y="81320"/>
                    <a:pt x="67081" y="81787"/>
                  </a:cubicBezTo>
                  <a:cubicBezTo>
                    <a:pt x="66381" y="82154"/>
                    <a:pt x="65680" y="82621"/>
                    <a:pt x="64913" y="82988"/>
                  </a:cubicBezTo>
                  <a:cubicBezTo>
                    <a:pt x="64179" y="83388"/>
                    <a:pt x="63445" y="83789"/>
                    <a:pt x="62678" y="84122"/>
                  </a:cubicBezTo>
                  <a:cubicBezTo>
                    <a:pt x="59576" y="85557"/>
                    <a:pt x="56207" y="86657"/>
                    <a:pt x="52704" y="87291"/>
                  </a:cubicBezTo>
                  <a:cubicBezTo>
                    <a:pt x="50063" y="87794"/>
                    <a:pt x="47328" y="88089"/>
                    <a:pt x="44554" y="88089"/>
                  </a:cubicBezTo>
                  <a:cubicBezTo>
                    <a:pt x="43649" y="88089"/>
                    <a:pt x="42741" y="88057"/>
                    <a:pt x="41830" y="87992"/>
                  </a:cubicBezTo>
                  <a:cubicBezTo>
                    <a:pt x="34425" y="87558"/>
                    <a:pt x="26919" y="85156"/>
                    <a:pt x="20648" y="80987"/>
                  </a:cubicBezTo>
                  <a:lnTo>
                    <a:pt x="20048" y="80620"/>
                  </a:lnTo>
                  <a:lnTo>
                    <a:pt x="19481" y="80219"/>
                  </a:lnTo>
                  <a:lnTo>
                    <a:pt x="18313" y="79385"/>
                  </a:lnTo>
                  <a:lnTo>
                    <a:pt x="17179" y="78485"/>
                  </a:lnTo>
                  <a:lnTo>
                    <a:pt x="16645" y="78051"/>
                  </a:lnTo>
                  <a:lnTo>
                    <a:pt x="16078" y="77584"/>
                  </a:lnTo>
                  <a:lnTo>
                    <a:pt x="15011" y="76650"/>
                  </a:lnTo>
                  <a:lnTo>
                    <a:pt x="14010" y="75716"/>
                  </a:lnTo>
                  <a:cubicBezTo>
                    <a:pt x="13643" y="75383"/>
                    <a:pt x="13343" y="75049"/>
                    <a:pt x="13009" y="74715"/>
                  </a:cubicBezTo>
                  <a:lnTo>
                    <a:pt x="12042" y="73715"/>
                  </a:lnTo>
                  <a:cubicBezTo>
                    <a:pt x="9574" y="70913"/>
                    <a:pt x="7405" y="67877"/>
                    <a:pt x="5738" y="64608"/>
                  </a:cubicBezTo>
                  <a:cubicBezTo>
                    <a:pt x="2368" y="58137"/>
                    <a:pt x="834" y="51065"/>
                    <a:pt x="834" y="44460"/>
                  </a:cubicBezTo>
                  <a:cubicBezTo>
                    <a:pt x="834" y="37889"/>
                    <a:pt x="2335" y="30784"/>
                    <a:pt x="5738" y="24346"/>
                  </a:cubicBezTo>
                  <a:cubicBezTo>
                    <a:pt x="7372" y="21077"/>
                    <a:pt x="9540" y="18042"/>
                    <a:pt x="12042" y="15240"/>
                  </a:cubicBezTo>
                  <a:lnTo>
                    <a:pt x="13009" y="14239"/>
                  </a:lnTo>
                  <a:lnTo>
                    <a:pt x="14010" y="13238"/>
                  </a:lnTo>
                  <a:lnTo>
                    <a:pt x="15011" y="12271"/>
                  </a:lnTo>
                  <a:lnTo>
                    <a:pt x="16078" y="11370"/>
                  </a:lnTo>
                  <a:lnTo>
                    <a:pt x="16645" y="10903"/>
                  </a:lnTo>
                  <a:lnTo>
                    <a:pt x="17179" y="10436"/>
                  </a:lnTo>
                  <a:lnTo>
                    <a:pt x="18313" y="9569"/>
                  </a:lnTo>
                  <a:lnTo>
                    <a:pt x="19481" y="8735"/>
                  </a:lnTo>
                  <a:lnTo>
                    <a:pt x="20048" y="8335"/>
                  </a:lnTo>
                  <a:lnTo>
                    <a:pt x="20648" y="7934"/>
                  </a:lnTo>
                  <a:cubicBezTo>
                    <a:pt x="26986" y="3765"/>
                    <a:pt x="34425" y="1396"/>
                    <a:pt x="41830" y="929"/>
                  </a:cubicBezTo>
                  <a:cubicBezTo>
                    <a:pt x="42636" y="886"/>
                    <a:pt x="43440" y="864"/>
                    <a:pt x="44242" y="864"/>
                  </a:cubicBezTo>
                  <a:close/>
                  <a:moveTo>
                    <a:pt x="44170" y="1"/>
                  </a:moveTo>
                  <a:cubicBezTo>
                    <a:pt x="43401" y="1"/>
                    <a:pt x="42632" y="21"/>
                    <a:pt x="41863" y="62"/>
                  </a:cubicBezTo>
                  <a:cubicBezTo>
                    <a:pt x="34358" y="529"/>
                    <a:pt x="26719" y="2897"/>
                    <a:pt x="20248" y="7167"/>
                  </a:cubicBezTo>
                  <a:lnTo>
                    <a:pt x="19647" y="7534"/>
                  </a:lnTo>
                  <a:lnTo>
                    <a:pt x="19047" y="7934"/>
                  </a:lnTo>
                  <a:lnTo>
                    <a:pt x="17880" y="8768"/>
                  </a:lnTo>
                  <a:lnTo>
                    <a:pt x="16745" y="9669"/>
                  </a:lnTo>
                  <a:lnTo>
                    <a:pt x="16178" y="10103"/>
                  </a:lnTo>
                  <a:lnTo>
                    <a:pt x="15611" y="10570"/>
                  </a:lnTo>
                  <a:lnTo>
                    <a:pt x="14544" y="11537"/>
                  </a:lnTo>
                  <a:lnTo>
                    <a:pt x="13510" y="12538"/>
                  </a:lnTo>
                  <a:cubicBezTo>
                    <a:pt x="13176" y="12838"/>
                    <a:pt x="12843" y="13205"/>
                    <a:pt x="12509" y="13538"/>
                  </a:cubicBezTo>
                  <a:lnTo>
                    <a:pt x="11508" y="14572"/>
                  </a:lnTo>
                  <a:cubicBezTo>
                    <a:pt x="8940" y="17408"/>
                    <a:pt x="6738" y="20510"/>
                    <a:pt x="5037" y="23846"/>
                  </a:cubicBezTo>
                  <a:cubicBezTo>
                    <a:pt x="1568" y="30417"/>
                    <a:pt x="0" y="37689"/>
                    <a:pt x="0" y="44427"/>
                  </a:cubicBezTo>
                  <a:cubicBezTo>
                    <a:pt x="0" y="51199"/>
                    <a:pt x="1535" y="58437"/>
                    <a:pt x="5037" y="65042"/>
                  </a:cubicBezTo>
                  <a:cubicBezTo>
                    <a:pt x="6738" y="68311"/>
                    <a:pt x="8940" y="71446"/>
                    <a:pt x="11508" y="74282"/>
                  </a:cubicBezTo>
                  <a:lnTo>
                    <a:pt x="12509" y="75316"/>
                  </a:lnTo>
                  <a:lnTo>
                    <a:pt x="13510" y="76317"/>
                  </a:lnTo>
                  <a:lnTo>
                    <a:pt x="14544" y="77317"/>
                  </a:lnTo>
                  <a:lnTo>
                    <a:pt x="15611" y="78285"/>
                  </a:lnTo>
                  <a:lnTo>
                    <a:pt x="16178" y="78752"/>
                  </a:lnTo>
                  <a:lnTo>
                    <a:pt x="16745" y="79219"/>
                  </a:lnTo>
                  <a:lnTo>
                    <a:pt x="17880" y="80086"/>
                  </a:lnTo>
                  <a:lnTo>
                    <a:pt x="19047" y="80920"/>
                  </a:lnTo>
                  <a:lnTo>
                    <a:pt x="19647" y="81320"/>
                  </a:lnTo>
                  <a:lnTo>
                    <a:pt x="20248" y="81720"/>
                  </a:lnTo>
                  <a:cubicBezTo>
                    <a:pt x="26719" y="85957"/>
                    <a:pt x="34358" y="88392"/>
                    <a:pt x="41863" y="88792"/>
                  </a:cubicBezTo>
                  <a:cubicBezTo>
                    <a:pt x="42677" y="88836"/>
                    <a:pt x="43488" y="88857"/>
                    <a:pt x="44298" y="88857"/>
                  </a:cubicBezTo>
                  <a:cubicBezTo>
                    <a:pt x="47206" y="88857"/>
                    <a:pt x="50086" y="88580"/>
                    <a:pt x="52905" y="88058"/>
                  </a:cubicBezTo>
                  <a:cubicBezTo>
                    <a:pt x="56440" y="87391"/>
                    <a:pt x="59876" y="86224"/>
                    <a:pt x="63012" y="84789"/>
                  </a:cubicBezTo>
                  <a:cubicBezTo>
                    <a:pt x="63779" y="84456"/>
                    <a:pt x="64546" y="84056"/>
                    <a:pt x="65280" y="83655"/>
                  </a:cubicBezTo>
                  <a:cubicBezTo>
                    <a:pt x="66047" y="83288"/>
                    <a:pt x="66781" y="82821"/>
                    <a:pt x="67515" y="82421"/>
                  </a:cubicBezTo>
                  <a:cubicBezTo>
                    <a:pt x="68215" y="81954"/>
                    <a:pt x="68916" y="81487"/>
                    <a:pt x="69583" y="81053"/>
                  </a:cubicBezTo>
                  <a:cubicBezTo>
                    <a:pt x="70250" y="80553"/>
                    <a:pt x="70917" y="80086"/>
                    <a:pt x="71551" y="79586"/>
                  </a:cubicBezTo>
                  <a:cubicBezTo>
                    <a:pt x="74086" y="77618"/>
                    <a:pt x="76355" y="75449"/>
                    <a:pt x="78223" y="73248"/>
                  </a:cubicBezTo>
                  <a:cubicBezTo>
                    <a:pt x="82025" y="68778"/>
                    <a:pt x="84460" y="64108"/>
                    <a:pt x="85961" y="60072"/>
                  </a:cubicBezTo>
                  <a:cubicBezTo>
                    <a:pt x="87463" y="55969"/>
                    <a:pt x="88096" y="52566"/>
                    <a:pt x="88397" y="50198"/>
                  </a:cubicBezTo>
                  <a:cubicBezTo>
                    <a:pt x="88563" y="49030"/>
                    <a:pt x="88597" y="48096"/>
                    <a:pt x="88630" y="47463"/>
                  </a:cubicBezTo>
                  <a:cubicBezTo>
                    <a:pt x="88630" y="47129"/>
                    <a:pt x="88697" y="46929"/>
                    <a:pt x="88697" y="46762"/>
                  </a:cubicBezTo>
                  <a:lnTo>
                    <a:pt x="88697" y="46529"/>
                  </a:lnTo>
                  <a:cubicBezTo>
                    <a:pt x="88710" y="45413"/>
                    <a:pt x="88644" y="44725"/>
                    <a:pt x="88555" y="44481"/>
                  </a:cubicBezTo>
                  <a:lnTo>
                    <a:pt x="88555" y="44481"/>
                  </a:lnTo>
                  <a:cubicBezTo>
                    <a:pt x="88645" y="44272"/>
                    <a:pt x="88711" y="43572"/>
                    <a:pt x="88697" y="42359"/>
                  </a:cubicBezTo>
                  <a:lnTo>
                    <a:pt x="88697" y="42092"/>
                  </a:lnTo>
                  <a:cubicBezTo>
                    <a:pt x="88697" y="41925"/>
                    <a:pt x="88697" y="41692"/>
                    <a:pt x="88630" y="41392"/>
                  </a:cubicBezTo>
                  <a:cubicBezTo>
                    <a:pt x="88597" y="40758"/>
                    <a:pt x="88563" y="39857"/>
                    <a:pt x="88397" y="38690"/>
                  </a:cubicBezTo>
                  <a:cubicBezTo>
                    <a:pt x="88096" y="36288"/>
                    <a:pt x="87463" y="32852"/>
                    <a:pt x="85961" y="28783"/>
                  </a:cubicBezTo>
                  <a:cubicBezTo>
                    <a:pt x="84460" y="24746"/>
                    <a:pt x="82025" y="20076"/>
                    <a:pt x="78223" y="15606"/>
                  </a:cubicBezTo>
                  <a:cubicBezTo>
                    <a:pt x="76288" y="13405"/>
                    <a:pt x="74086" y="11237"/>
                    <a:pt x="71551" y="9269"/>
                  </a:cubicBezTo>
                  <a:cubicBezTo>
                    <a:pt x="70917" y="8735"/>
                    <a:pt x="70250" y="8335"/>
                    <a:pt x="69583" y="7834"/>
                  </a:cubicBezTo>
                  <a:cubicBezTo>
                    <a:pt x="68916" y="7334"/>
                    <a:pt x="68215" y="6900"/>
                    <a:pt x="67515" y="6433"/>
                  </a:cubicBezTo>
                  <a:cubicBezTo>
                    <a:pt x="66748" y="6033"/>
                    <a:pt x="66047" y="5566"/>
                    <a:pt x="65280" y="5199"/>
                  </a:cubicBezTo>
                  <a:cubicBezTo>
                    <a:pt x="64546" y="4832"/>
                    <a:pt x="63779" y="4398"/>
                    <a:pt x="63012" y="4065"/>
                  </a:cubicBezTo>
                  <a:cubicBezTo>
                    <a:pt x="59876" y="2664"/>
                    <a:pt x="56507" y="1496"/>
                    <a:pt x="52905" y="829"/>
                  </a:cubicBezTo>
                  <a:cubicBezTo>
                    <a:pt x="50096" y="299"/>
                    <a:pt x="47140" y="1"/>
                    <a:pt x="44170"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65" name="Google Shape;6165;p70"/>
            <p:cNvSpPr/>
            <p:nvPr/>
          </p:nvSpPr>
          <p:spPr>
            <a:xfrm>
              <a:off x="3042350" y="2923325"/>
              <a:ext cx="203450" cy="113475"/>
            </a:xfrm>
            <a:custGeom>
              <a:avLst/>
              <a:gdLst/>
              <a:ahLst/>
              <a:cxnLst/>
              <a:rect l="l" t="t" r="r" b="b"/>
              <a:pathLst>
                <a:path w="8138" h="4539" extrusionOk="0">
                  <a:moveTo>
                    <a:pt x="7850" y="1"/>
                  </a:moveTo>
                  <a:cubicBezTo>
                    <a:pt x="7846" y="1"/>
                    <a:pt x="7843" y="1"/>
                    <a:pt x="7839" y="2"/>
                  </a:cubicBezTo>
                  <a:cubicBezTo>
                    <a:pt x="7839" y="2"/>
                    <a:pt x="7239" y="269"/>
                    <a:pt x="6405" y="536"/>
                  </a:cubicBezTo>
                  <a:cubicBezTo>
                    <a:pt x="6171" y="636"/>
                    <a:pt x="5938" y="703"/>
                    <a:pt x="5738" y="803"/>
                  </a:cubicBezTo>
                  <a:cubicBezTo>
                    <a:pt x="5504" y="870"/>
                    <a:pt x="5271" y="1003"/>
                    <a:pt x="5071" y="1103"/>
                  </a:cubicBezTo>
                  <a:cubicBezTo>
                    <a:pt x="4604" y="1270"/>
                    <a:pt x="4137" y="1470"/>
                    <a:pt x="3770" y="1670"/>
                  </a:cubicBezTo>
                  <a:cubicBezTo>
                    <a:pt x="3336" y="1870"/>
                    <a:pt x="2936" y="2137"/>
                    <a:pt x="2502" y="2371"/>
                  </a:cubicBezTo>
                  <a:cubicBezTo>
                    <a:pt x="2102" y="2637"/>
                    <a:pt x="1668" y="2904"/>
                    <a:pt x="1301" y="3171"/>
                  </a:cubicBezTo>
                  <a:cubicBezTo>
                    <a:pt x="601" y="3672"/>
                    <a:pt x="67" y="4072"/>
                    <a:pt x="67" y="4072"/>
                  </a:cubicBezTo>
                  <a:cubicBezTo>
                    <a:pt x="0" y="4172"/>
                    <a:pt x="234" y="4505"/>
                    <a:pt x="300" y="4539"/>
                  </a:cubicBezTo>
                  <a:cubicBezTo>
                    <a:pt x="300" y="4539"/>
                    <a:pt x="901" y="4272"/>
                    <a:pt x="1668" y="3838"/>
                  </a:cubicBezTo>
                  <a:cubicBezTo>
                    <a:pt x="2068" y="3638"/>
                    <a:pt x="2469" y="3438"/>
                    <a:pt x="2936" y="3205"/>
                  </a:cubicBezTo>
                  <a:cubicBezTo>
                    <a:pt x="3403" y="3004"/>
                    <a:pt x="3803" y="2804"/>
                    <a:pt x="4170" y="2604"/>
                  </a:cubicBezTo>
                  <a:cubicBezTo>
                    <a:pt x="4570" y="2371"/>
                    <a:pt x="5004" y="2170"/>
                    <a:pt x="5437" y="1937"/>
                  </a:cubicBezTo>
                  <a:lnTo>
                    <a:pt x="6071" y="1537"/>
                  </a:lnTo>
                  <a:cubicBezTo>
                    <a:pt x="6271" y="1437"/>
                    <a:pt x="6472" y="1303"/>
                    <a:pt x="6672" y="1203"/>
                  </a:cubicBezTo>
                  <a:cubicBezTo>
                    <a:pt x="7472" y="803"/>
                    <a:pt x="8073" y="469"/>
                    <a:pt x="8073" y="469"/>
                  </a:cubicBezTo>
                  <a:cubicBezTo>
                    <a:pt x="8137" y="437"/>
                    <a:pt x="7953" y="1"/>
                    <a:pt x="7850"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66" name="Google Shape;6166;p70"/>
            <p:cNvSpPr/>
            <p:nvPr/>
          </p:nvSpPr>
          <p:spPr>
            <a:xfrm>
              <a:off x="3395100" y="3217975"/>
              <a:ext cx="103425" cy="190625"/>
            </a:xfrm>
            <a:custGeom>
              <a:avLst/>
              <a:gdLst/>
              <a:ahLst/>
              <a:cxnLst/>
              <a:rect l="l" t="t" r="r" b="b"/>
              <a:pathLst>
                <a:path w="4137" h="7625" extrusionOk="0">
                  <a:moveTo>
                    <a:pt x="3718" y="0"/>
                  </a:moveTo>
                  <a:cubicBezTo>
                    <a:pt x="3693" y="0"/>
                    <a:pt x="3675" y="7"/>
                    <a:pt x="3670" y="25"/>
                  </a:cubicBezTo>
                  <a:cubicBezTo>
                    <a:pt x="3670" y="25"/>
                    <a:pt x="2335" y="2160"/>
                    <a:pt x="1635" y="3594"/>
                  </a:cubicBezTo>
                  <a:cubicBezTo>
                    <a:pt x="901" y="5062"/>
                    <a:pt x="0" y="7397"/>
                    <a:pt x="0" y="7397"/>
                  </a:cubicBezTo>
                  <a:cubicBezTo>
                    <a:pt x="0" y="7478"/>
                    <a:pt x="240" y="7624"/>
                    <a:pt x="385" y="7624"/>
                  </a:cubicBezTo>
                  <a:cubicBezTo>
                    <a:pt x="419" y="7624"/>
                    <a:pt x="448" y="7616"/>
                    <a:pt x="467" y="7597"/>
                  </a:cubicBezTo>
                  <a:cubicBezTo>
                    <a:pt x="467" y="7597"/>
                    <a:pt x="1802" y="5495"/>
                    <a:pt x="2502" y="4028"/>
                  </a:cubicBezTo>
                  <a:cubicBezTo>
                    <a:pt x="3203" y="2560"/>
                    <a:pt x="4137" y="225"/>
                    <a:pt x="4137" y="225"/>
                  </a:cubicBezTo>
                  <a:cubicBezTo>
                    <a:pt x="4137" y="170"/>
                    <a:pt x="3839" y="0"/>
                    <a:pt x="3718"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67" name="Google Shape;6167;p70"/>
            <p:cNvSpPr/>
            <p:nvPr/>
          </p:nvSpPr>
          <p:spPr>
            <a:xfrm>
              <a:off x="3958125" y="3165700"/>
              <a:ext cx="114150" cy="222125"/>
            </a:xfrm>
            <a:custGeom>
              <a:avLst/>
              <a:gdLst/>
              <a:ahLst/>
              <a:cxnLst/>
              <a:rect l="l" t="t" r="r" b="b"/>
              <a:pathLst>
                <a:path w="4566" h="8885" extrusionOk="0">
                  <a:moveTo>
                    <a:pt x="459" y="1"/>
                  </a:moveTo>
                  <a:cubicBezTo>
                    <a:pt x="342" y="1"/>
                    <a:pt x="0" y="157"/>
                    <a:pt x="29" y="214"/>
                  </a:cubicBezTo>
                  <a:cubicBezTo>
                    <a:pt x="29" y="214"/>
                    <a:pt x="1063" y="2950"/>
                    <a:pt x="1863" y="4651"/>
                  </a:cubicBezTo>
                  <a:cubicBezTo>
                    <a:pt x="2664" y="6352"/>
                    <a:pt x="4098" y="8854"/>
                    <a:pt x="4098" y="8854"/>
                  </a:cubicBezTo>
                  <a:cubicBezTo>
                    <a:pt x="4113" y="8875"/>
                    <a:pt x="4142" y="8884"/>
                    <a:pt x="4179" y="8884"/>
                  </a:cubicBezTo>
                  <a:cubicBezTo>
                    <a:pt x="4317" y="8884"/>
                    <a:pt x="4565" y="8759"/>
                    <a:pt x="4565" y="8654"/>
                  </a:cubicBezTo>
                  <a:cubicBezTo>
                    <a:pt x="4565" y="8654"/>
                    <a:pt x="3531" y="5952"/>
                    <a:pt x="2731" y="4251"/>
                  </a:cubicBezTo>
                  <a:cubicBezTo>
                    <a:pt x="1963" y="2516"/>
                    <a:pt x="496" y="14"/>
                    <a:pt x="496" y="14"/>
                  </a:cubicBezTo>
                  <a:cubicBezTo>
                    <a:pt x="491" y="5"/>
                    <a:pt x="478" y="1"/>
                    <a:pt x="459"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68" name="Google Shape;6168;p70"/>
            <p:cNvSpPr/>
            <p:nvPr/>
          </p:nvSpPr>
          <p:spPr>
            <a:xfrm>
              <a:off x="4284900" y="2901675"/>
              <a:ext cx="158475" cy="74250"/>
            </a:xfrm>
            <a:custGeom>
              <a:avLst/>
              <a:gdLst/>
              <a:ahLst/>
              <a:cxnLst/>
              <a:rect l="l" t="t" r="r" b="b"/>
              <a:pathLst>
                <a:path w="6339" h="2970" extrusionOk="0">
                  <a:moveTo>
                    <a:pt x="201" y="1"/>
                  </a:moveTo>
                  <a:cubicBezTo>
                    <a:pt x="167" y="1"/>
                    <a:pt x="0" y="401"/>
                    <a:pt x="67" y="468"/>
                  </a:cubicBezTo>
                  <a:cubicBezTo>
                    <a:pt x="67" y="468"/>
                    <a:pt x="467" y="701"/>
                    <a:pt x="1034" y="1035"/>
                  </a:cubicBezTo>
                  <a:cubicBezTo>
                    <a:pt x="1635" y="1369"/>
                    <a:pt x="2402" y="1736"/>
                    <a:pt x="2969" y="2036"/>
                  </a:cubicBezTo>
                  <a:cubicBezTo>
                    <a:pt x="3603" y="2336"/>
                    <a:pt x="4370" y="2569"/>
                    <a:pt x="5071" y="2736"/>
                  </a:cubicBezTo>
                  <a:cubicBezTo>
                    <a:pt x="5404" y="2836"/>
                    <a:pt x="5671" y="2870"/>
                    <a:pt x="5905" y="2903"/>
                  </a:cubicBezTo>
                  <a:cubicBezTo>
                    <a:pt x="6105" y="2970"/>
                    <a:pt x="6238" y="2970"/>
                    <a:pt x="6238" y="2970"/>
                  </a:cubicBezTo>
                  <a:cubicBezTo>
                    <a:pt x="6272" y="2903"/>
                    <a:pt x="6338" y="2503"/>
                    <a:pt x="6305" y="2403"/>
                  </a:cubicBezTo>
                  <a:cubicBezTo>
                    <a:pt x="6305" y="2403"/>
                    <a:pt x="6238" y="2369"/>
                    <a:pt x="6005" y="2303"/>
                  </a:cubicBezTo>
                  <a:cubicBezTo>
                    <a:pt x="5838" y="2236"/>
                    <a:pt x="5571" y="2136"/>
                    <a:pt x="5271" y="2002"/>
                  </a:cubicBezTo>
                  <a:cubicBezTo>
                    <a:pt x="4637" y="1736"/>
                    <a:pt x="3937" y="1369"/>
                    <a:pt x="3336" y="1135"/>
                  </a:cubicBezTo>
                  <a:cubicBezTo>
                    <a:pt x="2769" y="868"/>
                    <a:pt x="1968" y="535"/>
                    <a:pt x="1335" y="335"/>
                  </a:cubicBezTo>
                  <a:cubicBezTo>
                    <a:pt x="1034" y="234"/>
                    <a:pt x="768" y="134"/>
                    <a:pt x="567" y="68"/>
                  </a:cubicBezTo>
                  <a:cubicBezTo>
                    <a:pt x="334" y="34"/>
                    <a:pt x="201" y="1"/>
                    <a:pt x="201"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69" name="Google Shape;6169;p70"/>
            <p:cNvSpPr/>
            <p:nvPr/>
          </p:nvSpPr>
          <p:spPr>
            <a:xfrm>
              <a:off x="4240750" y="2340400"/>
              <a:ext cx="164225" cy="123550"/>
            </a:xfrm>
            <a:custGeom>
              <a:avLst/>
              <a:gdLst/>
              <a:ahLst/>
              <a:cxnLst/>
              <a:rect l="l" t="t" r="r" b="b"/>
              <a:pathLst>
                <a:path w="6569" h="4942" extrusionOk="0">
                  <a:moveTo>
                    <a:pt x="6214" y="0"/>
                  </a:moveTo>
                  <a:cubicBezTo>
                    <a:pt x="6210" y="0"/>
                    <a:pt x="6206" y="1"/>
                    <a:pt x="6203" y="3"/>
                  </a:cubicBezTo>
                  <a:cubicBezTo>
                    <a:pt x="6203" y="3"/>
                    <a:pt x="4235" y="1303"/>
                    <a:pt x="3067" y="2171"/>
                  </a:cubicBezTo>
                  <a:cubicBezTo>
                    <a:pt x="1900" y="3105"/>
                    <a:pt x="65" y="4506"/>
                    <a:pt x="65" y="4506"/>
                  </a:cubicBezTo>
                  <a:cubicBezTo>
                    <a:pt x="1" y="4538"/>
                    <a:pt x="215" y="4941"/>
                    <a:pt x="320" y="4941"/>
                  </a:cubicBezTo>
                  <a:cubicBezTo>
                    <a:pt x="324" y="4941"/>
                    <a:pt x="328" y="4941"/>
                    <a:pt x="332" y="4939"/>
                  </a:cubicBezTo>
                  <a:cubicBezTo>
                    <a:pt x="332" y="4939"/>
                    <a:pt x="866" y="4673"/>
                    <a:pt x="1533" y="4306"/>
                  </a:cubicBezTo>
                  <a:cubicBezTo>
                    <a:pt x="1866" y="4105"/>
                    <a:pt x="2233" y="3872"/>
                    <a:pt x="2600" y="3638"/>
                  </a:cubicBezTo>
                  <a:cubicBezTo>
                    <a:pt x="3001" y="3405"/>
                    <a:pt x="3368" y="3138"/>
                    <a:pt x="3668" y="2938"/>
                  </a:cubicBezTo>
                  <a:cubicBezTo>
                    <a:pt x="4869" y="2004"/>
                    <a:pt x="6536" y="403"/>
                    <a:pt x="6536" y="403"/>
                  </a:cubicBezTo>
                  <a:cubicBezTo>
                    <a:pt x="6568" y="307"/>
                    <a:pt x="6297" y="0"/>
                    <a:pt x="6214"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70" name="Google Shape;6170;p70"/>
            <p:cNvSpPr/>
            <p:nvPr/>
          </p:nvSpPr>
          <p:spPr>
            <a:xfrm>
              <a:off x="3978975" y="1966550"/>
              <a:ext cx="83300" cy="180000"/>
            </a:xfrm>
            <a:custGeom>
              <a:avLst/>
              <a:gdLst/>
              <a:ahLst/>
              <a:cxnLst/>
              <a:rect l="l" t="t" r="r" b="b"/>
              <a:pathLst>
                <a:path w="3332" h="7200" extrusionOk="0">
                  <a:moveTo>
                    <a:pt x="2934" y="1"/>
                  </a:moveTo>
                  <a:cubicBezTo>
                    <a:pt x="2918" y="1"/>
                    <a:pt x="2906" y="4"/>
                    <a:pt x="2897" y="13"/>
                  </a:cubicBezTo>
                  <a:cubicBezTo>
                    <a:pt x="2897" y="13"/>
                    <a:pt x="1730" y="2014"/>
                    <a:pt x="1129" y="3382"/>
                  </a:cubicBezTo>
                  <a:cubicBezTo>
                    <a:pt x="596" y="4749"/>
                    <a:pt x="29" y="7018"/>
                    <a:pt x="29" y="7018"/>
                  </a:cubicBezTo>
                  <a:cubicBezTo>
                    <a:pt x="1" y="7073"/>
                    <a:pt x="301" y="7200"/>
                    <a:pt x="438" y="7200"/>
                  </a:cubicBezTo>
                  <a:cubicBezTo>
                    <a:pt x="465" y="7200"/>
                    <a:pt x="485" y="7195"/>
                    <a:pt x="496" y="7184"/>
                  </a:cubicBezTo>
                  <a:cubicBezTo>
                    <a:pt x="496" y="7184"/>
                    <a:pt x="1496" y="5116"/>
                    <a:pt x="1997" y="3749"/>
                  </a:cubicBezTo>
                  <a:cubicBezTo>
                    <a:pt x="2564" y="2414"/>
                    <a:pt x="3331" y="246"/>
                    <a:pt x="3331" y="246"/>
                  </a:cubicBezTo>
                  <a:cubicBezTo>
                    <a:pt x="3331" y="187"/>
                    <a:pt x="3049" y="1"/>
                    <a:pt x="2934"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71" name="Google Shape;6171;p70"/>
            <p:cNvSpPr/>
            <p:nvPr/>
          </p:nvSpPr>
          <p:spPr>
            <a:xfrm>
              <a:off x="3384425" y="1964950"/>
              <a:ext cx="114925" cy="172975"/>
            </a:xfrm>
            <a:custGeom>
              <a:avLst/>
              <a:gdLst/>
              <a:ahLst/>
              <a:cxnLst/>
              <a:rect l="l" t="t" r="r" b="b"/>
              <a:pathLst>
                <a:path w="4597" h="6919" extrusionOk="0">
                  <a:moveTo>
                    <a:pt x="407" y="0"/>
                  </a:moveTo>
                  <a:cubicBezTo>
                    <a:pt x="319" y="0"/>
                    <a:pt x="0" y="250"/>
                    <a:pt x="60" y="310"/>
                  </a:cubicBezTo>
                  <a:cubicBezTo>
                    <a:pt x="60" y="310"/>
                    <a:pt x="327" y="810"/>
                    <a:pt x="761" y="1478"/>
                  </a:cubicBezTo>
                  <a:cubicBezTo>
                    <a:pt x="894" y="1644"/>
                    <a:pt x="961" y="1811"/>
                    <a:pt x="1094" y="1978"/>
                  </a:cubicBezTo>
                  <a:cubicBezTo>
                    <a:pt x="1161" y="2178"/>
                    <a:pt x="1295" y="2345"/>
                    <a:pt x="1395" y="2578"/>
                  </a:cubicBezTo>
                  <a:cubicBezTo>
                    <a:pt x="1595" y="2945"/>
                    <a:pt x="1795" y="3312"/>
                    <a:pt x="1995" y="3646"/>
                  </a:cubicBezTo>
                  <a:cubicBezTo>
                    <a:pt x="2762" y="4980"/>
                    <a:pt x="4130" y="6915"/>
                    <a:pt x="4130" y="6915"/>
                  </a:cubicBezTo>
                  <a:cubicBezTo>
                    <a:pt x="4137" y="6917"/>
                    <a:pt x="4146" y="6918"/>
                    <a:pt x="4156" y="6918"/>
                  </a:cubicBezTo>
                  <a:cubicBezTo>
                    <a:pt x="4278" y="6918"/>
                    <a:pt x="4566" y="6738"/>
                    <a:pt x="4597" y="6615"/>
                  </a:cubicBezTo>
                  <a:cubicBezTo>
                    <a:pt x="4597" y="6615"/>
                    <a:pt x="3596" y="4480"/>
                    <a:pt x="2829" y="3145"/>
                  </a:cubicBezTo>
                  <a:cubicBezTo>
                    <a:pt x="2629" y="2812"/>
                    <a:pt x="2395" y="2478"/>
                    <a:pt x="2129" y="2111"/>
                  </a:cubicBezTo>
                  <a:cubicBezTo>
                    <a:pt x="1995" y="1945"/>
                    <a:pt x="1895" y="1744"/>
                    <a:pt x="1762" y="1544"/>
                  </a:cubicBezTo>
                  <a:cubicBezTo>
                    <a:pt x="1595" y="1411"/>
                    <a:pt x="1461" y="1244"/>
                    <a:pt x="1328" y="1077"/>
                  </a:cubicBezTo>
                  <a:cubicBezTo>
                    <a:pt x="794" y="477"/>
                    <a:pt x="427" y="10"/>
                    <a:pt x="427" y="10"/>
                  </a:cubicBezTo>
                  <a:cubicBezTo>
                    <a:pt x="424" y="3"/>
                    <a:pt x="417" y="0"/>
                    <a:pt x="407" y="0"/>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72" name="Google Shape;6172;p70"/>
            <p:cNvSpPr/>
            <p:nvPr/>
          </p:nvSpPr>
          <p:spPr>
            <a:xfrm>
              <a:off x="2979800" y="2336275"/>
              <a:ext cx="162650" cy="85100"/>
            </a:xfrm>
            <a:custGeom>
              <a:avLst/>
              <a:gdLst/>
              <a:ahLst/>
              <a:cxnLst/>
              <a:rect l="l" t="t" r="r" b="b"/>
              <a:pathLst>
                <a:path w="6506" h="3404" extrusionOk="0">
                  <a:moveTo>
                    <a:pt x="167" y="1"/>
                  </a:moveTo>
                  <a:cubicBezTo>
                    <a:pt x="134" y="1"/>
                    <a:pt x="0" y="468"/>
                    <a:pt x="101" y="501"/>
                  </a:cubicBezTo>
                  <a:cubicBezTo>
                    <a:pt x="101" y="501"/>
                    <a:pt x="234" y="568"/>
                    <a:pt x="434" y="635"/>
                  </a:cubicBezTo>
                  <a:cubicBezTo>
                    <a:pt x="634" y="668"/>
                    <a:pt x="934" y="801"/>
                    <a:pt x="1235" y="935"/>
                  </a:cubicBezTo>
                  <a:cubicBezTo>
                    <a:pt x="1835" y="1168"/>
                    <a:pt x="2602" y="1569"/>
                    <a:pt x="3169" y="1835"/>
                  </a:cubicBezTo>
                  <a:cubicBezTo>
                    <a:pt x="3770" y="2136"/>
                    <a:pt x="4570" y="2469"/>
                    <a:pt x="5137" y="2803"/>
                  </a:cubicBezTo>
                  <a:cubicBezTo>
                    <a:pt x="5438" y="2970"/>
                    <a:pt x="5738" y="3103"/>
                    <a:pt x="5905" y="3236"/>
                  </a:cubicBezTo>
                  <a:cubicBezTo>
                    <a:pt x="6071" y="3303"/>
                    <a:pt x="6172" y="3403"/>
                    <a:pt x="6172" y="3403"/>
                  </a:cubicBezTo>
                  <a:cubicBezTo>
                    <a:pt x="6272" y="3403"/>
                    <a:pt x="6505" y="3070"/>
                    <a:pt x="6372" y="2936"/>
                  </a:cubicBezTo>
                  <a:cubicBezTo>
                    <a:pt x="6372" y="2936"/>
                    <a:pt x="6305" y="2803"/>
                    <a:pt x="6138" y="2669"/>
                  </a:cubicBezTo>
                  <a:cubicBezTo>
                    <a:pt x="6005" y="2569"/>
                    <a:pt x="5771" y="2336"/>
                    <a:pt x="5471" y="2136"/>
                  </a:cubicBezTo>
                  <a:cubicBezTo>
                    <a:pt x="4937" y="1669"/>
                    <a:pt x="4170" y="1235"/>
                    <a:pt x="3570" y="935"/>
                  </a:cubicBezTo>
                  <a:cubicBezTo>
                    <a:pt x="2936" y="668"/>
                    <a:pt x="2102" y="401"/>
                    <a:pt x="1401" y="234"/>
                  </a:cubicBezTo>
                  <a:cubicBezTo>
                    <a:pt x="1068" y="134"/>
                    <a:pt x="734" y="101"/>
                    <a:pt x="501" y="67"/>
                  </a:cubicBezTo>
                  <a:cubicBezTo>
                    <a:pt x="301" y="1"/>
                    <a:pt x="167" y="1"/>
                    <a:pt x="167" y="1"/>
                  </a:cubicBezTo>
                  <a:close/>
                </a:path>
              </a:pathLst>
            </a:custGeom>
            <a:solidFill>
              <a:srgbClr val="2012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173" name="Google Shape;6173;p70"/>
          <p:cNvGrpSpPr/>
          <p:nvPr/>
        </p:nvGrpSpPr>
        <p:grpSpPr>
          <a:xfrm rot="3013812" flipH="1">
            <a:off x="5537796" y="4300469"/>
            <a:ext cx="896860" cy="308488"/>
            <a:chOff x="2487850" y="3435100"/>
            <a:chExt cx="520575" cy="179075"/>
          </a:xfrm>
        </p:grpSpPr>
        <p:sp>
          <p:nvSpPr>
            <p:cNvPr id="6174" name="Google Shape;6174;p70"/>
            <p:cNvSpPr/>
            <p:nvPr/>
          </p:nvSpPr>
          <p:spPr>
            <a:xfrm>
              <a:off x="2487850" y="3435100"/>
              <a:ext cx="520575" cy="179075"/>
            </a:xfrm>
            <a:custGeom>
              <a:avLst/>
              <a:gdLst/>
              <a:ahLst/>
              <a:cxnLst/>
              <a:rect l="l" t="t" r="r" b="b"/>
              <a:pathLst>
                <a:path w="20823" h="7163" extrusionOk="0">
                  <a:moveTo>
                    <a:pt x="6490" y="658"/>
                  </a:moveTo>
                  <a:cubicBezTo>
                    <a:pt x="6639" y="658"/>
                    <a:pt x="6787" y="665"/>
                    <a:pt x="6936" y="680"/>
                  </a:cubicBezTo>
                  <a:cubicBezTo>
                    <a:pt x="6069" y="1080"/>
                    <a:pt x="5235" y="1380"/>
                    <a:pt x="4267" y="1647"/>
                  </a:cubicBezTo>
                  <a:cubicBezTo>
                    <a:pt x="4167" y="1647"/>
                    <a:pt x="4101" y="1647"/>
                    <a:pt x="4001" y="1580"/>
                  </a:cubicBezTo>
                  <a:cubicBezTo>
                    <a:pt x="4743" y="923"/>
                    <a:pt x="5608" y="658"/>
                    <a:pt x="6490" y="658"/>
                  </a:cubicBezTo>
                  <a:close/>
                  <a:moveTo>
                    <a:pt x="7136" y="680"/>
                  </a:moveTo>
                  <a:cubicBezTo>
                    <a:pt x="7770" y="746"/>
                    <a:pt x="8470" y="913"/>
                    <a:pt x="9171" y="1180"/>
                  </a:cubicBezTo>
                  <a:cubicBezTo>
                    <a:pt x="8604" y="1313"/>
                    <a:pt x="8070" y="1514"/>
                    <a:pt x="7470" y="1647"/>
                  </a:cubicBezTo>
                  <a:cubicBezTo>
                    <a:pt x="6769" y="1747"/>
                    <a:pt x="6069" y="1814"/>
                    <a:pt x="5402" y="1847"/>
                  </a:cubicBezTo>
                  <a:cubicBezTo>
                    <a:pt x="5235" y="1814"/>
                    <a:pt x="5001" y="1747"/>
                    <a:pt x="4835" y="1714"/>
                  </a:cubicBezTo>
                  <a:cubicBezTo>
                    <a:pt x="5668" y="1547"/>
                    <a:pt x="6469" y="1180"/>
                    <a:pt x="7136" y="680"/>
                  </a:cubicBezTo>
                  <a:close/>
                  <a:moveTo>
                    <a:pt x="9304" y="1213"/>
                  </a:moveTo>
                  <a:cubicBezTo>
                    <a:pt x="9638" y="1347"/>
                    <a:pt x="9938" y="1414"/>
                    <a:pt x="10172" y="1547"/>
                  </a:cubicBezTo>
                  <a:cubicBezTo>
                    <a:pt x="9222" y="2007"/>
                    <a:pt x="8149" y="2195"/>
                    <a:pt x="7079" y="2195"/>
                  </a:cubicBezTo>
                  <a:cubicBezTo>
                    <a:pt x="6909" y="2195"/>
                    <a:pt x="6739" y="2190"/>
                    <a:pt x="6569" y="2181"/>
                  </a:cubicBezTo>
                  <a:cubicBezTo>
                    <a:pt x="6336" y="2081"/>
                    <a:pt x="6135" y="2047"/>
                    <a:pt x="5902" y="1947"/>
                  </a:cubicBezTo>
                  <a:cubicBezTo>
                    <a:pt x="6402" y="1914"/>
                    <a:pt x="6903" y="1881"/>
                    <a:pt x="7336" y="1814"/>
                  </a:cubicBezTo>
                  <a:cubicBezTo>
                    <a:pt x="8003" y="1680"/>
                    <a:pt x="8737" y="1547"/>
                    <a:pt x="9304" y="1213"/>
                  </a:cubicBezTo>
                  <a:close/>
                  <a:moveTo>
                    <a:pt x="10338" y="1647"/>
                  </a:moveTo>
                  <a:cubicBezTo>
                    <a:pt x="10972" y="1847"/>
                    <a:pt x="11506" y="2081"/>
                    <a:pt x="12073" y="2314"/>
                  </a:cubicBezTo>
                  <a:cubicBezTo>
                    <a:pt x="12073" y="2314"/>
                    <a:pt x="12106" y="2314"/>
                    <a:pt x="12106" y="2348"/>
                  </a:cubicBezTo>
                  <a:cubicBezTo>
                    <a:pt x="11339" y="2514"/>
                    <a:pt x="10639" y="2681"/>
                    <a:pt x="9838" y="2714"/>
                  </a:cubicBezTo>
                  <a:cubicBezTo>
                    <a:pt x="9650" y="2723"/>
                    <a:pt x="9463" y="2728"/>
                    <a:pt x="9276" y="2728"/>
                  </a:cubicBezTo>
                  <a:cubicBezTo>
                    <a:pt x="8765" y="2728"/>
                    <a:pt x="8258" y="2697"/>
                    <a:pt x="7770" y="2648"/>
                  </a:cubicBezTo>
                  <a:cubicBezTo>
                    <a:pt x="7603" y="2581"/>
                    <a:pt x="7470" y="2514"/>
                    <a:pt x="7303" y="2481"/>
                  </a:cubicBezTo>
                  <a:lnTo>
                    <a:pt x="7270" y="2414"/>
                  </a:lnTo>
                  <a:cubicBezTo>
                    <a:pt x="7253" y="2398"/>
                    <a:pt x="7245" y="2389"/>
                    <a:pt x="7232" y="2389"/>
                  </a:cubicBezTo>
                  <a:cubicBezTo>
                    <a:pt x="7220" y="2389"/>
                    <a:pt x="7203" y="2398"/>
                    <a:pt x="7170" y="2414"/>
                  </a:cubicBezTo>
                  <a:cubicBezTo>
                    <a:pt x="7003" y="2381"/>
                    <a:pt x="6836" y="2314"/>
                    <a:pt x="6736" y="2247"/>
                  </a:cubicBezTo>
                  <a:lnTo>
                    <a:pt x="6736" y="2247"/>
                  </a:lnTo>
                  <a:cubicBezTo>
                    <a:pt x="6985" y="2281"/>
                    <a:pt x="7235" y="2297"/>
                    <a:pt x="7485" y="2297"/>
                  </a:cubicBezTo>
                  <a:cubicBezTo>
                    <a:pt x="8475" y="2297"/>
                    <a:pt x="9460" y="2046"/>
                    <a:pt x="10338" y="1647"/>
                  </a:cubicBezTo>
                  <a:close/>
                  <a:moveTo>
                    <a:pt x="4234" y="1947"/>
                  </a:moveTo>
                  <a:cubicBezTo>
                    <a:pt x="4434" y="1947"/>
                    <a:pt x="4601" y="2014"/>
                    <a:pt x="4801" y="2047"/>
                  </a:cubicBezTo>
                  <a:cubicBezTo>
                    <a:pt x="4835" y="2181"/>
                    <a:pt x="4935" y="2247"/>
                    <a:pt x="4935" y="2381"/>
                  </a:cubicBezTo>
                  <a:cubicBezTo>
                    <a:pt x="4968" y="2514"/>
                    <a:pt x="4968" y="2648"/>
                    <a:pt x="4968" y="2748"/>
                  </a:cubicBezTo>
                  <a:cubicBezTo>
                    <a:pt x="4768" y="2481"/>
                    <a:pt x="4568" y="2181"/>
                    <a:pt x="4234" y="1947"/>
                  </a:cubicBezTo>
                  <a:close/>
                  <a:moveTo>
                    <a:pt x="190" y="2797"/>
                  </a:moveTo>
                  <a:lnTo>
                    <a:pt x="190" y="2797"/>
                  </a:lnTo>
                  <a:cubicBezTo>
                    <a:pt x="159" y="2814"/>
                    <a:pt x="129" y="2831"/>
                    <a:pt x="98" y="2848"/>
                  </a:cubicBezTo>
                  <a:cubicBezTo>
                    <a:pt x="84" y="2853"/>
                    <a:pt x="71" y="2855"/>
                    <a:pt x="60" y="2855"/>
                  </a:cubicBezTo>
                  <a:lnTo>
                    <a:pt x="60" y="2855"/>
                  </a:lnTo>
                  <a:cubicBezTo>
                    <a:pt x="36" y="2840"/>
                    <a:pt x="21" y="2835"/>
                    <a:pt x="14" y="2835"/>
                  </a:cubicBezTo>
                  <a:cubicBezTo>
                    <a:pt x="1" y="2835"/>
                    <a:pt x="19" y="2855"/>
                    <a:pt x="56" y="2855"/>
                  </a:cubicBezTo>
                  <a:cubicBezTo>
                    <a:pt x="57" y="2855"/>
                    <a:pt x="59" y="2855"/>
                    <a:pt x="60" y="2855"/>
                  </a:cubicBezTo>
                  <a:lnTo>
                    <a:pt x="60" y="2855"/>
                  </a:lnTo>
                  <a:cubicBezTo>
                    <a:pt x="70" y="2862"/>
                    <a:pt x="83" y="2870"/>
                    <a:pt x="98" y="2881"/>
                  </a:cubicBezTo>
                  <a:cubicBezTo>
                    <a:pt x="128" y="2853"/>
                    <a:pt x="159" y="2825"/>
                    <a:pt x="190" y="2797"/>
                  </a:cubicBezTo>
                  <a:close/>
                  <a:moveTo>
                    <a:pt x="12307" y="2348"/>
                  </a:moveTo>
                  <a:cubicBezTo>
                    <a:pt x="12473" y="2481"/>
                    <a:pt x="12640" y="2548"/>
                    <a:pt x="12807" y="2581"/>
                  </a:cubicBezTo>
                  <a:cubicBezTo>
                    <a:pt x="12774" y="2581"/>
                    <a:pt x="12740" y="2648"/>
                    <a:pt x="12640" y="2681"/>
                  </a:cubicBezTo>
                  <a:cubicBezTo>
                    <a:pt x="12352" y="2864"/>
                    <a:pt x="12187" y="3109"/>
                    <a:pt x="11839" y="3109"/>
                  </a:cubicBezTo>
                  <a:cubicBezTo>
                    <a:pt x="11744" y="3109"/>
                    <a:pt x="11635" y="3091"/>
                    <a:pt x="11506" y="3048"/>
                  </a:cubicBezTo>
                  <a:cubicBezTo>
                    <a:pt x="11373" y="3015"/>
                    <a:pt x="11272" y="2881"/>
                    <a:pt x="11139" y="2848"/>
                  </a:cubicBezTo>
                  <a:cubicBezTo>
                    <a:pt x="11039" y="2812"/>
                    <a:pt x="10947" y="2798"/>
                    <a:pt x="10858" y="2798"/>
                  </a:cubicBezTo>
                  <a:cubicBezTo>
                    <a:pt x="10620" y="2798"/>
                    <a:pt x="10406" y="2899"/>
                    <a:pt x="10138" y="2948"/>
                  </a:cubicBezTo>
                  <a:cubicBezTo>
                    <a:pt x="9922" y="3005"/>
                    <a:pt x="9721" y="3031"/>
                    <a:pt x="9527" y="3031"/>
                  </a:cubicBezTo>
                  <a:cubicBezTo>
                    <a:pt x="9155" y="3031"/>
                    <a:pt x="8810" y="2935"/>
                    <a:pt x="8437" y="2781"/>
                  </a:cubicBezTo>
                  <a:lnTo>
                    <a:pt x="8437" y="2781"/>
                  </a:lnTo>
                  <a:cubicBezTo>
                    <a:pt x="8504" y="2881"/>
                    <a:pt x="8604" y="2915"/>
                    <a:pt x="8671" y="2948"/>
                  </a:cubicBezTo>
                  <a:cubicBezTo>
                    <a:pt x="8504" y="2881"/>
                    <a:pt x="8404" y="2848"/>
                    <a:pt x="8204" y="2748"/>
                  </a:cubicBezTo>
                  <a:lnTo>
                    <a:pt x="8204" y="2748"/>
                  </a:lnTo>
                  <a:cubicBezTo>
                    <a:pt x="8534" y="2771"/>
                    <a:pt x="8865" y="2784"/>
                    <a:pt x="9194" y="2784"/>
                  </a:cubicBezTo>
                  <a:cubicBezTo>
                    <a:pt x="10260" y="2784"/>
                    <a:pt x="11313" y="2653"/>
                    <a:pt x="12307" y="2348"/>
                  </a:cubicBezTo>
                  <a:close/>
                  <a:moveTo>
                    <a:pt x="12940" y="2648"/>
                  </a:moveTo>
                  <a:cubicBezTo>
                    <a:pt x="13307" y="2781"/>
                    <a:pt x="13674" y="2981"/>
                    <a:pt x="14108" y="3081"/>
                  </a:cubicBezTo>
                  <a:cubicBezTo>
                    <a:pt x="13274" y="3248"/>
                    <a:pt x="12473" y="3415"/>
                    <a:pt x="11639" y="3415"/>
                  </a:cubicBezTo>
                  <a:cubicBezTo>
                    <a:pt x="10906" y="3415"/>
                    <a:pt x="10172" y="3348"/>
                    <a:pt x="9438" y="3181"/>
                  </a:cubicBezTo>
                  <a:lnTo>
                    <a:pt x="9605" y="3181"/>
                  </a:lnTo>
                  <a:cubicBezTo>
                    <a:pt x="10038" y="3181"/>
                    <a:pt x="10433" y="2928"/>
                    <a:pt x="10863" y="2928"/>
                  </a:cubicBezTo>
                  <a:cubicBezTo>
                    <a:pt x="10995" y="2928"/>
                    <a:pt x="11131" y="2952"/>
                    <a:pt x="11272" y="3015"/>
                  </a:cubicBezTo>
                  <a:cubicBezTo>
                    <a:pt x="11477" y="3073"/>
                    <a:pt x="11682" y="3260"/>
                    <a:pt x="11909" y="3260"/>
                  </a:cubicBezTo>
                  <a:cubicBezTo>
                    <a:pt x="11941" y="3260"/>
                    <a:pt x="11974" y="3256"/>
                    <a:pt x="12006" y="3248"/>
                  </a:cubicBezTo>
                  <a:cubicBezTo>
                    <a:pt x="12440" y="3181"/>
                    <a:pt x="12573" y="2681"/>
                    <a:pt x="12940" y="2648"/>
                  </a:cubicBezTo>
                  <a:close/>
                  <a:moveTo>
                    <a:pt x="4968" y="2081"/>
                  </a:moveTo>
                  <a:cubicBezTo>
                    <a:pt x="5001" y="2081"/>
                    <a:pt x="5068" y="2081"/>
                    <a:pt x="5101" y="2147"/>
                  </a:cubicBezTo>
                  <a:cubicBezTo>
                    <a:pt x="5268" y="2381"/>
                    <a:pt x="5435" y="2581"/>
                    <a:pt x="5502" y="2915"/>
                  </a:cubicBezTo>
                  <a:cubicBezTo>
                    <a:pt x="5602" y="3215"/>
                    <a:pt x="5602" y="3515"/>
                    <a:pt x="5602" y="3815"/>
                  </a:cubicBezTo>
                  <a:cubicBezTo>
                    <a:pt x="5435" y="3515"/>
                    <a:pt x="5268" y="3215"/>
                    <a:pt x="5068" y="2915"/>
                  </a:cubicBezTo>
                  <a:cubicBezTo>
                    <a:pt x="5101" y="2681"/>
                    <a:pt x="5101" y="2348"/>
                    <a:pt x="4968" y="2081"/>
                  </a:cubicBezTo>
                  <a:close/>
                  <a:moveTo>
                    <a:pt x="14275" y="3215"/>
                  </a:moveTo>
                  <a:cubicBezTo>
                    <a:pt x="14775" y="3382"/>
                    <a:pt x="15275" y="3548"/>
                    <a:pt x="15776" y="3749"/>
                  </a:cubicBezTo>
                  <a:cubicBezTo>
                    <a:pt x="14908" y="3882"/>
                    <a:pt x="14108" y="4182"/>
                    <a:pt x="13174" y="4216"/>
                  </a:cubicBezTo>
                  <a:cubicBezTo>
                    <a:pt x="13115" y="4218"/>
                    <a:pt x="13056" y="4219"/>
                    <a:pt x="12997" y="4219"/>
                  </a:cubicBezTo>
                  <a:cubicBezTo>
                    <a:pt x="12159" y="4219"/>
                    <a:pt x="11345" y="4007"/>
                    <a:pt x="10472" y="3882"/>
                  </a:cubicBezTo>
                  <a:lnTo>
                    <a:pt x="10439" y="3882"/>
                  </a:lnTo>
                  <a:cubicBezTo>
                    <a:pt x="10105" y="3715"/>
                    <a:pt x="9771" y="3582"/>
                    <a:pt x="9471" y="3415"/>
                  </a:cubicBezTo>
                  <a:lnTo>
                    <a:pt x="9471" y="3415"/>
                  </a:lnTo>
                  <a:cubicBezTo>
                    <a:pt x="10141" y="3546"/>
                    <a:pt x="10855" y="3620"/>
                    <a:pt x="11572" y="3620"/>
                  </a:cubicBezTo>
                  <a:cubicBezTo>
                    <a:pt x="12498" y="3620"/>
                    <a:pt x="13429" y="3497"/>
                    <a:pt x="14275" y="3215"/>
                  </a:cubicBezTo>
                  <a:close/>
                  <a:moveTo>
                    <a:pt x="15842" y="3715"/>
                  </a:moveTo>
                  <a:cubicBezTo>
                    <a:pt x="15976" y="3749"/>
                    <a:pt x="16143" y="3849"/>
                    <a:pt x="16276" y="3882"/>
                  </a:cubicBezTo>
                  <a:cubicBezTo>
                    <a:pt x="16476" y="4015"/>
                    <a:pt x="16743" y="4082"/>
                    <a:pt x="16943" y="4149"/>
                  </a:cubicBezTo>
                  <a:cubicBezTo>
                    <a:pt x="16109" y="4416"/>
                    <a:pt x="15275" y="4649"/>
                    <a:pt x="14341" y="4683"/>
                  </a:cubicBezTo>
                  <a:cubicBezTo>
                    <a:pt x="14252" y="4686"/>
                    <a:pt x="14162" y="4688"/>
                    <a:pt x="14073" y="4688"/>
                  </a:cubicBezTo>
                  <a:cubicBezTo>
                    <a:pt x="13295" y="4688"/>
                    <a:pt x="12521" y="4562"/>
                    <a:pt x="11773" y="4382"/>
                  </a:cubicBezTo>
                  <a:cubicBezTo>
                    <a:pt x="11606" y="4349"/>
                    <a:pt x="11473" y="4249"/>
                    <a:pt x="11306" y="4182"/>
                  </a:cubicBezTo>
                  <a:lnTo>
                    <a:pt x="11306" y="4182"/>
                  </a:lnTo>
                  <a:cubicBezTo>
                    <a:pt x="11697" y="4260"/>
                    <a:pt x="12099" y="4293"/>
                    <a:pt x="12492" y="4293"/>
                  </a:cubicBezTo>
                  <a:cubicBezTo>
                    <a:pt x="12771" y="4293"/>
                    <a:pt x="13045" y="4277"/>
                    <a:pt x="13307" y="4249"/>
                  </a:cubicBezTo>
                  <a:cubicBezTo>
                    <a:pt x="14141" y="4216"/>
                    <a:pt x="15142" y="4149"/>
                    <a:pt x="15842" y="3715"/>
                  </a:cubicBezTo>
                  <a:close/>
                  <a:moveTo>
                    <a:pt x="5402" y="2181"/>
                  </a:moveTo>
                  <a:cubicBezTo>
                    <a:pt x="5468" y="2181"/>
                    <a:pt x="5568" y="2214"/>
                    <a:pt x="5635" y="2214"/>
                  </a:cubicBezTo>
                  <a:cubicBezTo>
                    <a:pt x="6236" y="3015"/>
                    <a:pt x="6436" y="3849"/>
                    <a:pt x="6436" y="4749"/>
                  </a:cubicBezTo>
                  <a:cubicBezTo>
                    <a:pt x="6336" y="4683"/>
                    <a:pt x="6236" y="4582"/>
                    <a:pt x="6135" y="4516"/>
                  </a:cubicBezTo>
                  <a:cubicBezTo>
                    <a:pt x="5969" y="4349"/>
                    <a:pt x="5835" y="4182"/>
                    <a:pt x="5668" y="3915"/>
                  </a:cubicBezTo>
                  <a:cubicBezTo>
                    <a:pt x="5835" y="3382"/>
                    <a:pt x="5702" y="2681"/>
                    <a:pt x="5402" y="2181"/>
                  </a:cubicBezTo>
                  <a:close/>
                  <a:moveTo>
                    <a:pt x="17077" y="4216"/>
                  </a:moveTo>
                  <a:cubicBezTo>
                    <a:pt x="17143" y="4216"/>
                    <a:pt x="17177" y="4216"/>
                    <a:pt x="17243" y="4249"/>
                  </a:cubicBezTo>
                  <a:cubicBezTo>
                    <a:pt x="17048" y="4664"/>
                    <a:pt x="16745" y="4793"/>
                    <a:pt x="16374" y="4793"/>
                  </a:cubicBezTo>
                  <a:cubicBezTo>
                    <a:pt x="16239" y="4793"/>
                    <a:pt x="16094" y="4776"/>
                    <a:pt x="15942" y="4749"/>
                  </a:cubicBezTo>
                  <a:cubicBezTo>
                    <a:pt x="15776" y="4749"/>
                    <a:pt x="15676" y="4716"/>
                    <a:pt x="15509" y="4716"/>
                  </a:cubicBezTo>
                  <a:cubicBezTo>
                    <a:pt x="16076" y="4582"/>
                    <a:pt x="16576" y="4416"/>
                    <a:pt x="17077" y="4216"/>
                  </a:cubicBezTo>
                  <a:close/>
                  <a:moveTo>
                    <a:pt x="13083" y="4883"/>
                  </a:moveTo>
                  <a:cubicBezTo>
                    <a:pt x="13146" y="4885"/>
                    <a:pt x="13201" y="4892"/>
                    <a:pt x="13274" y="4916"/>
                  </a:cubicBezTo>
                  <a:cubicBezTo>
                    <a:pt x="13182" y="4916"/>
                    <a:pt x="13119" y="4888"/>
                    <a:pt x="13083" y="4883"/>
                  </a:cubicBezTo>
                  <a:close/>
                  <a:moveTo>
                    <a:pt x="15383" y="4761"/>
                  </a:moveTo>
                  <a:cubicBezTo>
                    <a:pt x="15163" y="4862"/>
                    <a:pt x="15001" y="5019"/>
                    <a:pt x="14808" y="5083"/>
                  </a:cubicBezTo>
                  <a:cubicBezTo>
                    <a:pt x="14675" y="5127"/>
                    <a:pt x="14545" y="5146"/>
                    <a:pt x="14416" y="5146"/>
                  </a:cubicBezTo>
                  <a:cubicBezTo>
                    <a:pt x="14062" y="5146"/>
                    <a:pt x="13726" y="5005"/>
                    <a:pt x="13407" y="4883"/>
                  </a:cubicBezTo>
                  <a:lnTo>
                    <a:pt x="13407" y="4883"/>
                  </a:lnTo>
                  <a:cubicBezTo>
                    <a:pt x="13557" y="4891"/>
                    <a:pt x="13712" y="4895"/>
                    <a:pt x="13871" y="4895"/>
                  </a:cubicBezTo>
                  <a:cubicBezTo>
                    <a:pt x="14364" y="4895"/>
                    <a:pt x="14890" y="4855"/>
                    <a:pt x="15383" y="4761"/>
                  </a:cubicBezTo>
                  <a:close/>
                  <a:moveTo>
                    <a:pt x="17310" y="4249"/>
                  </a:moveTo>
                  <a:cubicBezTo>
                    <a:pt x="17610" y="4349"/>
                    <a:pt x="17844" y="4416"/>
                    <a:pt x="18144" y="4516"/>
                  </a:cubicBezTo>
                  <a:cubicBezTo>
                    <a:pt x="17255" y="4990"/>
                    <a:pt x="16260" y="5227"/>
                    <a:pt x="15253" y="5227"/>
                  </a:cubicBezTo>
                  <a:cubicBezTo>
                    <a:pt x="15127" y="5227"/>
                    <a:pt x="15001" y="5224"/>
                    <a:pt x="14875" y="5216"/>
                  </a:cubicBezTo>
                  <a:cubicBezTo>
                    <a:pt x="15242" y="5049"/>
                    <a:pt x="15475" y="4849"/>
                    <a:pt x="15942" y="4849"/>
                  </a:cubicBezTo>
                  <a:cubicBezTo>
                    <a:pt x="16153" y="4870"/>
                    <a:pt x="16311" y="4931"/>
                    <a:pt x="16482" y="4931"/>
                  </a:cubicBezTo>
                  <a:cubicBezTo>
                    <a:pt x="16582" y="4931"/>
                    <a:pt x="16687" y="4911"/>
                    <a:pt x="16810" y="4849"/>
                  </a:cubicBezTo>
                  <a:cubicBezTo>
                    <a:pt x="17043" y="4716"/>
                    <a:pt x="17243" y="4516"/>
                    <a:pt x="17310" y="4249"/>
                  </a:cubicBezTo>
                  <a:close/>
                  <a:moveTo>
                    <a:pt x="18411" y="4549"/>
                  </a:moveTo>
                  <a:cubicBezTo>
                    <a:pt x="18845" y="4683"/>
                    <a:pt x="19345" y="4716"/>
                    <a:pt x="19812" y="4749"/>
                  </a:cubicBezTo>
                  <a:cubicBezTo>
                    <a:pt x="18578" y="5083"/>
                    <a:pt x="17343" y="5283"/>
                    <a:pt x="16109" y="5283"/>
                  </a:cubicBezTo>
                  <a:cubicBezTo>
                    <a:pt x="16910" y="5216"/>
                    <a:pt x="17677" y="4916"/>
                    <a:pt x="18411" y="4549"/>
                  </a:cubicBezTo>
                  <a:close/>
                  <a:moveTo>
                    <a:pt x="5802" y="2314"/>
                  </a:moveTo>
                  <a:cubicBezTo>
                    <a:pt x="6069" y="2381"/>
                    <a:pt x="6336" y="2448"/>
                    <a:pt x="6602" y="2548"/>
                  </a:cubicBezTo>
                  <a:cubicBezTo>
                    <a:pt x="6836" y="2881"/>
                    <a:pt x="7069" y="3181"/>
                    <a:pt x="7170" y="3582"/>
                  </a:cubicBezTo>
                  <a:cubicBezTo>
                    <a:pt x="7336" y="4082"/>
                    <a:pt x="7403" y="4582"/>
                    <a:pt x="7336" y="5083"/>
                  </a:cubicBezTo>
                  <a:cubicBezTo>
                    <a:pt x="7336" y="5083"/>
                    <a:pt x="7366" y="5113"/>
                    <a:pt x="7386" y="5113"/>
                  </a:cubicBezTo>
                  <a:cubicBezTo>
                    <a:pt x="7396" y="5113"/>
                    <a:pt x="7403" y="5105"/>
                    <a:pt x="7403" y="5083"/>
                  </a:cubicBezTo>
                  <a:cubicBezTo>
                    <a:pt x="7603" y="4349"/>
                    <a:pt x="7470" y="3382"/>
                    <a:pt x="7003" y="2681"/>
                  </a:cubicBezTo>
                  <a:lnTo>
                    <a:pt x="7003" y="2681"/>
                  </a:lnTo>
                  <a:cubicBezTo>
                    <a:pt x="7136" y="2714"/>
                    <a:pt x="7270" y="2748"/>
                    <a:pt x="7403" y="2848"/>
                  </a:cubicBezTo>
                  <a:cubicBezTo>
                    <a:pt x="7637" y="3248"/>
                    <a:pt x="7903" y="3615"/>
                    <a:pt x="8003" y="4149"/>
                  </a:cubicBezTo>
                  <a:cubicBezTo>
                    <a:pt x="8137" y="4683"/>
                    <a:pt x="8137" y="5183"/>
                    <a:pt x="8104" y="5717"/>
                  </a:cubicBezTo>
                  <a:cubicBezTo>
                    <a:pt x="7503" y="5516"/>
                    <a:pt x="7003" y="5250"/>
                    <a:pt x="6502" y="4883"/>
                  </a:cubicBezTo>
                  <a:cubicBezTo>
                    <a:pt x="6602" y="3982"/>
                    <a:pt x="6302" y="3048"/>
                    <a:pt x="5802" y="2314"/>
                  </a:cubicBezTo>
                  <a:close/>
                  <a:moveTo>
                    <a:pt x="7770" y="2981"/>
                  </a:moveTo>
                  <a:lnTo>
                    <a:pt x="7770" y="2981"/>
                  </a:lnTo>
                  <a:cubicBezTo>
                    <a:pt x="7937" y="3048"/>
                    <a:pt x="8104" y="3148"/>
                    <a:pt x="8270" y="3181"/>
                  </a:cubicBezTo>
                  <a:cubicBezTo>
                    <a:pt x="8404" y="3382"/>
                    <a:pt x="8537" y="3582"/>
                    <a:pt x="8637" y="3849"/>
                  </a:cubicBezTo>
                  <a:cubicBezTo>
                    <a:pt x="8771" y="4182"/>
                    <a:pt x="8804" y="4516"/>
                    <a:pt x="8804" y="4883"/>
                  </a:cubicBezTo>
                  <a:cubicBezTo>
                    <a:pt x="8804" y="4899"/>
                    <a:pt x="8812" y="4908"/>
                    <a:pt x="8821" y="4908"/>
                  </a:cubicBezTo>
                  <a:cubicBezTo>
                    <a:pt x="8829" y="4908"/>
                    <a:pt x="8837" y="4899"/>
                    <a:pt x="8837" y="4883"/>
                  </a:cubicBezTo>
                  <a:cubicBezTo>
                    <a:pt x="8937" y="4482"/>
                    <a:pt x="8871" y="3849"/>
                    <a:pt x="8637" y="3382"/>
                  </a:cubicBezTo>
                  <a:lnTo>
                    <a:pt x="8637" y="3382"/>
                  </a:lnTo>
                  <a:lnTo>
                    <a:pt x="8871" y="3515"/>
                  </a:lnTo>
                  <a:cubicBezTo>
                    <a:pt x="9104" y="3849"/>
                    <a:pt x="9271" y="4216"/>
                    <a:pt x="9338" y="4649"/>
                  </a:cubicBezTo>
                  <a:cubicBezTo>
                    <a:pt x="9438" y="5150"/>
                    <a:pt x="9404" y="5583"/>
                    <a:pt x="9404" y="6084"/>
                  </a:cubicBezTo>
                  <a:cubicBezTo>
                    <a:pt x="9004" y="6017"/>
                    <a:pt x="8604" y="5883"/>
                    <a:pt x="8204" y="5750"/>
                  </a:cubicBezTo>
                  <a:cubicBezTo>
                    <a:pt x="8404" y="4883"/>
                    <a:pt x="8204" y="3815"/>
                    <a:pt x="7770" y="2981"/>
                  </a:cubicBezTo>
                  <a:close/>
                  <a:moveTo>
                    <a:pt x="19945" y="5150"/>
                  </a:moveTo>
                  <a:lnTo>
                    <a:pt x="19945" y="5150"/>
                  </a:lnTo>
                  <a:cubicBezTo>
                    <a:pt x="19178" y="5683"/>
                    <a:pt x="18444" y="6050"/>
                    <a:pt x="17644" y="6317"/>
                  </a:cubicBezTo>
                  <a:cubicBezTo>
                    <a:pt x="17644" y="6050"/>
                    <a:pt x="17510" y="5850"/>
                    <a:pt x="17343" y="5650"/>
                  </a:cubicBezTo>
                  <a:cubicBezTo>
                    <a:pt x="18244" y="5583"/>
                    <a:pt x="19078" y="5416"/>
                    <a:pt x="19945" y="5150"/>
                  </a:cubicBezTo>
                  <a:close/>
                  <a:moveTo>
                    <a:pt x="9238" y="3682"/>
                  </a:moveTo>
                  <a:lnTo>
                    <a:pt x="9238" y="3682"/>
                  </a:lnTo>
                  <a:cubicBezTo>
                    <a:pt x="9404" y="3749"/>
                    <a:pt x="9605" y="3849"/>
                    <a:pt x="9771" y="3915"/>
                  </a:cubicBezTo>
                  <a:cubicBezTo>
                    <a:pt x="9838" y="4015"/>
                    <a:pt x="9905" y="4149"/>
                    <a:pt x="9938" y="4249"/>
                  </a:cubicBezTo>
                  <a:cubicBezTo>
                    <a:pt x="10072" y="4516"/>
                    <a:pt x="10105" y="4816"/>
                    <a:pt x="10105" y="5083"/>
                  </a:cubicBezTo>
                  <a:cubicBezTo>
                    <a:pt x="10105" y="5116"/>
                    <a:pt x="10113" y="5133"/>
                    <a:pt x="10122" y="5133"/>
                  </a:cubicBezTo>
                  <a:cubicBezTo>
                    <a:pt x="10130" y="5133"/>
                    <a:pt x="10138" y="5116"/>
                    <a:pt x="10138" y="5083"/>
                  </a:cubicBezTo>
                  <a:cubicBezTo>
                    <a:pt x="10172" y="4816"/>
                    <a:pt x="10172" y="4416"/>
                    <a:pt x="10072" y="4082"/>
                  </a:cubicBezTo>
                  <a:lnTo>
                    <a:pt x="10072" y="4082"/>
                  </a:lnTo>
                  <a:cubicBezTo>
                    <a:pt x="10138" y="4149"/>
                    <a:pt x="10172" y="4182"/>
                    <a:pt x="10272" y="4182"/>
                  </a:cubicBezTo>
                  <a:cubicBezTo>
                    <a:pt x="10439" y="4482"/>
                    <a:pt x="10605" y="4816"/>
                    <a:pt x="10639" y="5150"/>
                  </a:cubicBezTo>
                  <a:cubicBezTo>
                    <a:pt x="10739" y="5550"/>
                    <a:pt x="10739" y="5983"/>
                    <a:pt x="10739" y="6384"/>
                  </a:cubicBezTo>
                  <a:cubicBezTo>
                    <a:pt x="10639" y="6384"/>
                    <a:pt x="10505" y="6350"/>
                    <a:pt x="10439" y="6350"/>
                  </a:cubicBezTo>
                  <a:cubicBezTo>
                    <a:pt x="10138" y="6317"/>
                    <a:pt x="9805" y="6217"/>
                    <a:pt x="9471" y="6117"/>
                  </a:cubicBezTo>
                  <a:cubicBezTo>
                    <a:pt x="9705" y="5383"/>
                    <a:pt x="9605" y="4416"/>
                    <a:pt x="9238" y="3682"/>
                  </a:cubicBezTo>
                  <a:close/>
                  <a:moveTo>
                    <a:pt x="17243" y="5683"/>
                  </a:moveTo>
                  <a:cubicBezTo>
                    <a:pt x="17410" y="5883"/>
                    <a:pt x="17477" y="6084"/>
                    <a:pt x="17510" y="6350"/>
                  </a:cubicBezTo>
                  <a:cubicBezTo>
                    <a:pt x="17444" y="6384"/>
                    <a:pt x="17343" y="6384"/>
                    <a:pt x="17243" y="6417"/>
                  </a:cubicBezTo>
                  <a:cubicBezTo>
                    <a:pt x="17243" y="6317"/>
                    <a:pt x="17177" y="6150"/>
                    <a:pt x="17143" y="6017"/>
                  </a:cubicBezTo>
                  <a:cubicBezTo>
                    <a:pt x="17077" y="5883"/>
                    <a:pt x="16977" y="5750"/>
                    <a:pt x="16843" y="5683"/>
                  </a:cubicBezTo>
                  <a:close/>
                  <a:moveTo>
                    <a:pt x="16743" y="5683"/>
                  </a:moveTo>
                  <a:cubicBezTo>
                    <a:pt x="16843" y="5817"/>
                    <a:pt x="16977" y="5917"/>
                    <a:pt x="17010" y="6084"/>
                  </a:cubicBezTo>
                  <a:cubicBezTo>
                    <a:pt x="17043" y="6217"/>
                    <a:pt x="17043" y="6350"/>
                    <a:pt x="17110" y="6484"/>
                  </a:cubicBezTo>
                  <a:cubicBezTo>
                    <a:pt x="17010" y="6484"/>
                    <a:pt x="16943" y="6517"/>
                    <a:pt x="16876" y="6517"/>
                  </a:cubicBezTo>
                  <a:cubicBezTo>
                    <a:pt x="16843" y="6217"/>
                    <a:pt x="16610" y="5883"/>
                    <a:pt x="16309" y="5683"/>
                  </a:cubicBezTo>
                  <a:close/>
                  <a:moveTo>
                    <a:pt x="15809" y="5650"/>
                  </a:moveTo>
                  <a:lnTo>
                    <a:pt x="15809" y="5650"/>
                  </a:lnTo>
                  <a:cubicBezTo>
                    <a:pt x="15942" y="5683"/>
                    <a:pt x="16076" y="5683"/>
                    <a:pt x="16176" y="5683"/>
                  </a:cubicBezTo>
                  <a:cubicBezTo>
                    <a:pt x="16309" y="5817"/>
                    <a:pt x="16443" y="5917"/>
                    <a:pt x="16510" y="6050"/>
                  </a:cubicBezTo>
                  <a:cubicBezTo>
                    <a:pt x="16610" y="6184"/>
                    <a:pt x="16676" y="6350"/>
                    <a:pt x="16776" y="6517"/>
                  </a:cubicBezTo>
                  <a:cubicBezTo>
                    <a:pt x="16676" y="6551"/>
                    <a:pt x="16576" y="6551"/>
                    <a:pt x="16476" y="6551"/>
                  </a:cubicBezTo>
                  <a:cubicBezTo>
                    <a:pt x="16343" y="6217"/>
                    <a:pt x="16109" y="5850"/>
                    <a:pt x="15809" y="5650"/>
                  </a:cubicBezTo>
                  <a:close/>
                  <a:moveTo>
                    <a:pt x="10639" y="4349"/>
                  </a:moveTo>
                  <a:lnTo>
                    <a:pt x="10639" y="4349"/>
                  </a:lnTo>
                  <a:cubicBezTo>
                    <a:pt x="10972" y="4516"/>
                    <a:pt x="11306" y="4649"/>
                    <a:pt x="11673" y="4749"/>
                  </a:cubicBezTo>
                  <a:cubicBezTo>
                    <a:pt x="11973" y="5350"/>
                    <a:pt x="12073" y="5917"/>
                    <a:pt x="11940" y="6584"/>
                  </a:cubicBezTo>
                  <a:cubicBezTo>
                    <a:pt x="11539" y="6551"/>
                    <a:pt x="11239" y="6484"/>
                    <a:pt x="10906" y="6417"/>
                  </a:cubicBezTo>
                  <a:cubicBezTo>
                    <a:pt x="11072" y="5750"/>
                    <a:pt x="10972" y="4983"/>
                    <a:pt x="10639" y="4349"/>
                  </a:cubicBezTo>
                  <a:close/>
                  <a:moveTo>
                    <a:pt x="14642" y="5550"/>
                  </a:moveTo>
                  <a:cubicBezTo>
                    <a:pt x="14775" y="5550"/>
                    <a:pt x="14842" y="5583"/>
                    <a:pt x="14942" y="5583"/>
                  </a:cubicBezTo>
                  <a:lnTo>
                    <a:pt x="15175" y="5850"/>
                  </a:lnTo>
                  <a:cubicBezTo>
                    <a:pt x="15342" y="6017"/>
                    <a:pt x="15442" y="6184"/>
                    <a:pt x="15509" y="6417"/>
                  </a:cubicBezTo>
                  <a:cubicBezTo>
                    <a:pt x="15475" y="6217"/>
                    <a:pt x="15442" y="5983"/>
                    <a:pt x="15309" y="5817"/>
                  </a:cubicBezTo>
                  <a:cubicBezTo>
                    <a:pt x="15275" y="5750"/>
                    <a:pt x="15242" y="5717"/>
                    <a:pt x="15242" y="5650"/>
                  </a:cubicBezTo>
                  <a:cubicBezTo>
                    <a:pt x="15342" y="5650"/>
                    <a:pt x="15475" y="5683"/>
                    <a:pt x="15576" y="5683"/>
                  </a:cubicBezTo>
                  <a:cubicBezTo>
                    <a:pt x="15909" y="5983"/>
                    <a:pt x="16143" y="6250"/>
                    <a:pt x="16309" y="6651"/>
                  </a:cubicBezTo>
                  <a:cubicBezTo>
                    <a:pt x="15842" y="6717"/>
                    <a:pt x="15409" y="6751"/>
                    <a:pt x="14942" y="6751"/>
                  </a:cubicBezTo>
                  <a:cubicBezTo>
                    <a:pt x="15008" y="6384"/>
                    <a:pt x="14908" y="5883"/>
                    <a:pt x="14642" y="5550"/>
                  </a:cubicBezTo>
                  <a:close/>
                  <a:moveTo>
                    <a:pt x="11940" y="4849"/>
                  </a:moveTo>
                  <a:lnTo>
                    <a:pt x="11940" y="4849"/>
                  </a:lnTo>
                  <a:cubicBezTo>
                    <a:pt x="12106" y="4883"/>
                    <a:pt x="12240" y="4916"/>
                    <a:pt x="12407" y="5016"/>
                  </a:cubicBezTo>
                  <a:cubicBezTo>
                    <a:pt x="12607" y="5383"/>
                    <a:pt x="12807" y="5717"/>
                    <a:pt x="12840" y="6184"/>
                  </a:cubicBezTo>
                  <a:cubicBezTo>
                    <a:pt x="12840" y="6195"/>
                    <a:pt x="12848" y="6198"/>
                    <a:pt x="12858" y="6198"/>
                  </a:cubicBezTo>
                  <a:cubicBezTo>
                    <a:pt x="12877" y="6198"/>
                    <a:pt x="12907" y="6184"/>
                    <a:pt x="12907" y="6184"/>
                  </a:cubicBezTo>
                  <a:cubicBezTo>
                    <a:pt x="12907" y="5817"/>
                    <a:pt x="12807" y="5416"/>
                    <a:pt x="12640" y="5083"/>
                  </a:cubicBezTo>
                  <a:lnTo>
                    <a:pt x="12640" y="5083"/>
                  </a:lnTo>
                  <a:cubicBezTo>
                    <a:pt x="12807" y="5150"/>
                    <a:pt x="13007" y="5216"/>
                    <a:pt x="13174" y="5250"/>
                  </a:cubicBezTo>
                  <a:cubicBezTo>
                    <a:pt x="13241" y="5283"/>
                    <a:pt x="13241" y="5350"/>
                    <a:pt x="13274" y="5383"/>
                  </a:cubicBezTo>
                  <a:cubicBezTo>
                    <a:pt x="13341" y="5550"/>
                    <a:pt x="13407" y="5750"/>
                    <a:pt x="13441" y="5917"/>
                  </a:cubicBezTo>
                  <a:cubicBezTo>
                    <a:pt x="13441" y="5950"/>
                    <a:pt x="13457" y="5967"/>
                    <a:pt x="13474" y="5967"/>
                  </a:cubicBezTo>
                  <a:cubicBezTo>
                    <a:pt x="13491" y="5967"/>
                    <a:pt x="13507" y="5950"/>
                    <a:pt x="13507" y="5917"/>
                  </a:cubicBezTo>
                  <a:cubicBezTo>
                    <a:pt x="13507" y="5717"/>
                    <a:pt x="13441" y="5516"/>
                    <a:pt x="13341" y="5283"/>
                  </a:cubicBezTo>
                  <a:lnTo>
                    <a:pt x="13341" y="5283"/>
                  </a:lnTo>
                  <a:cubicBezTo>
                    <a:pt x="13674" y="5383"/>
                    <a:pt x="14041" y="5450"/>
                    <a:pt x="14408" y="5516"/>
                  </a:cubicBezTo>
                  <a:cubicBezTo>
                    <a:pt x="14508" y="5683"/>
                    <a:pt x="14642" y="5850"/>
                    <a:pt x="14742" y="6050"/>
                  </a:cubicBezTo>
                  <a:cubicBezTo>
                    <a:pt x="14808" y="6317"/>
                    <a:pt x="14842" y="6517"/>
                    <a:pt x="14842" y="6751"/>
                  </a:cubicBezTo>
                  <a:cubicBezTo>
                    <a:pt x="14637" y="6765"/>
                    <a:pt x="14431" y="6772"/>
                    <a:pt x="14223" y="6772"/>
                  </a:cubicBezTo>
                  <a:cubicBezTo>
                    <a:pt x="13485" y="6772"/>
                    <a:pt x="12736" y="6688"/>
                    <a:pt x="12006" y="6584"/>
                  </a:cubicBezTo>
                  <a:cubicBezTo>
                    <a:pt x="12240" y="6050"/>
                    <a:pt x="12173" y="5383"/>
                    <a:pt x="11940" y="4849"/>
                  </a:cubicBezTo>
                  <a:close/>
                  <a:moveTo>
                    <a:pt x="6582" y="1"/>
                  </a:moveTo>
                  <a:cubicBezTo>
                    <a:pt x="5252" y="1"/>
                    <a:pt x="3916" y="654"/>
                    <a:pt x="3100" y="1680"/>
                  </a:cubicBezTo>
                  <a:lnTo>
                    <a:pt x="3100" y="1714"/>
                  </a:lnTo>
                  <a:lnTo>
                    <a:pt x="3000" y="1714"/>
                  </a:lnTo>
                  <a:cubicBezTo>
                    <a:pt x="3133" y="1580"/>
                    <a:pt x="3167" y="1480"/>
                    <a:pt x="3300" y="1347"/>
                  </a:cubicBezTo>
                  <a:cubicBezTo>
                    <a:pt x="3434" y="1213"/>
                    <a:pt x="3534" y="1047"/>
                    <a:pt x="3700" y="913"/>
                  </a:cubicBezTo>
                  <a:cubicBezTo>
                    <a:pt x="4001" y="680"/>
                    <a:pt x="4368" y="480"/>
                    <a:pt x="4768" y="313"/>
                  </a:cubicBezTo>
                  <a:cubicBezTo>
                    <a:pt x="4801" y="313"/>
                    <a:pt x="4768" y="246"/>
                    <a:pt x="4768" y="246"/>
                  </a:cubicBezTo>
                  <a:cubicBezTo>
                    <a:pt x="4334" y="379"/>
                    <a:pt x="4001" y="580"/>
                    <a:pt x="3634" y="846"/>
                  </a:cubicBezTo>
                  <a:cubicBezTo>
                    <a:pt x="3333" y="1047"/>
                    <a:pt x="2967" y="1347"/>
                    <a:pt x="2833" y="1714"/>
                  </a:cubicBezTo>
                  <a:cubicBezTo>
                    <a:pt x="2666" y="1714"/>
                    <a:pt x="2533" y="1747"/>
                    <a:pt x="2366" y="1747"/>
                  </a:cubicBezTo>
                  <a:cubicBezTo>
                    <a:pt x="2299" y="1747"/>
                    <a:pt x="2266" y="1747"/>
                    <a:pt x="2166" y="1814"/>
                  </a:cubicBezTo>
                  <a:cubicBezTo>
                    <a:pt x="1469" y="1972"/>
                    <a:pt x="772" y="2281"/>
                    <a:pt x="190" y="2797"/>
                  </a:cubicBezTo>
                  <a:lnTo>
                    <a:pt x="190" y="2797"/>
                  </a:lnTo>
                  <a:cubicBezTo>
                    <a:pt x="993" y="2359"/>
                    <a:pt x="1798" y="2076"/>
                    <a:pt x="2633" y="1947"/>
                  </a:cubicBezTo>
                  <a:cubicBezTo>
                    <a:pt x="2900" y="2014"/>
                    <a:pt x="3100" y="2114"/>
                    <a:pt x="3267" y="2314"/>
                  </a:cubicBezTo>
                  <a:cubicBezTo>
                    <a:pt x="3167" y="2181"/>
                    <a:pt x="3067" y="2047"/>
                    <a:pt x="2933" y="1947"/>
                  </a:cubicBezTo>
                  <a:lnTo>
                    <a:pt x="3000" y="1947"/>
                  </a:lnTo>
                  <a:cubicBezTo>
                    <a:pt x="3033" y="1947"/>
                    <a:pt x="3100" y="2014"/>
                    <a:pt x="3133" y="2014"/>
                  </a:cubicBezTo>
                  <a:cubicBezTo>
                    <a:pt x="3267" y="2081"/>
                    <a:pt x="3434" y="2181"/>
                    <a:pt x="3500" y="2314"/>
                  </a:cubicBezTo>
                  <a:cubicBezTo>
                    <a:pt x="3734" y="2514"/>
                    <a:pt x="3934" y="2781"/>
                    <a:pt x="4067" y="3048"/>
                  </a:cubicBezTo>
                  <a:cubicBezTo>
                    <a:pt x="4067" y="3059"/>
                    <a:pt x="4071" y="3063"/>
                    <a:pt x="4076" y="3063"/>
                  </a:cubicBezTo>
                  <a:cubicBezTo>
                    <a:pt x="4086" y="3063"/>
                    <a:pt x="4101" y="3048"/>
                    <a:pt x="4101" y="3048"/>
                  </a:cubicBezTo>
                  <a:cubicBezTo>
                    <a:pt x="4001" y="2714"/>
                    <a:pt x="3901" y="2414"/>
                    <a:pt x="3634" y="2181"/>
                  </a:cubicBezTo>
                  <a:cubicBezTo>
                    <a:pt x="3600" y="2081"/>
                    <a:pt x="3500" y="2014"/>
                    <a:pt x="3434" y="1947"/>
                  </a:cubicBezTo>
                  <a:lnTo>
                    <a:pt x="3500" y="1947"/>
                  </a:lnTo>
                  <a:cubicBezTo>
                    <a:pt x="3734" y="2114"/>
                    <a:pt x="3967" y="2247"/>
                    <a:pt x="4134" y="2514"/>
                  </a:cubicBezTo>
                  <a:cubicBezTo>
                    <a:pt x="4334" y="2781"/>
                    <a:pt x="4501" y="3081"/>
                    <a:pt x="4568" y="3415"/>
                  </a:cubicBezTo>
                  <a:lnTo>
                    <a:pt x="4601" y="3415"/>
                  </a:lnTo>
                  <a:cubicBezTo>
                    <a:pt x="4568" y="3081"/>
                    <a:pt x="4468" y="2781"/>
                    <a:pt x="4334" y="2514"/>
                  </a:cubicBezTo>
                  <a:lnTo>
                    <a:pt x="4334" y="2514"/>
                  </a:lnTo>
                  <a:cubicBezTo>
                    <a:pt x="4734" y="2915"/>
                    <a:pt x="4968" y="3482"/>
                    <a:pt x="5302" y="3982"/>
                  </a:cubicBezTo>
                  <a:cubicBezTo>
                    <a:pt x="5602" y="4449"/>
                    <a:pt x="5969" y="4883"/>
                    <a:pt x="6436" y="5216"/>
                  </a:cubicBezTo>
                  <a:cubicBezTo>
                    <a:pt x="6436" y="5250"/>
                    <a:pt x="6469" y="5250"/>
                    <a:pt x="6469" y="5250"/>
                  </a:cubicBezTo>
                  <a:cubicBezTo>
                    <a:pt x="6536" y="5350"/>
                    <a:pt x="6636" y="5383"/>
                    <a:pt x="6769" y="5483"/>
                  </a:cubicBezTo>
                  <a:cubicBezTo>
                    <a:pt x="8137" y="6350"/>
                    <a:pt x="9871" y="6651"/>
                    <a:pt x="11473" y="6917"/>
                  </a:cubicBezTo>
                  <a:cubicBezTo>
                    <a:pt x="12378" y="7067"/>
                    <a:pt x="13345" y="7162"/>
                    <a:pt x="14320" y="7162"/>
                  </a:cubicBezTo>
                  <a:cubicBezTo>
                    <a:pt x="16614" y="7162"/>
                    <a:pt x="18950" y="6632"/>
                    <a:pt x="20612" y="5016"/>
                  </a:cubicBezTo>
                  <a:cubicBezTo>
                    <a:pt x="20646" y="4949"/>
                    <a:pt x="20646" y="4949"/>
                    <a:pt x="20646" y="4916"/>
                  </a:cubicBezTo>
                  <a:lnTo>
                    <a:pt x="20679" y="4916"/>
                  </a:lnTo>
                  <a:cubicBezTo>
                    <a:pt x="20822" y="4859"/>
                    <a:pt x="20769" y="4629"/>
                    <a:pt x="20645" y="4629"/>
                  </a:cubicBezTo>
                  <a:cubicBezTo>
                    <a:pt x="20625" y="4629"/>
                    <a:pt x="20603" y="4635"/>
                    <a:pt x="20579" y="4649"/>
                  </a:cubicBezTo>
                  <a:cubicBezTo>
                    <a:pt x="19779" y="4516"/>
                    <a:pt x="18978" y="4416"/>
                    <a:pt x="18177" y="4249"/>
                  </a:cubicBezTo>
                  <a:cubicBezTo>
                    <a:pt x="17410" y="4049"/>
                    <a:pt x="16643" y="3815"/>
                    <a:pt x="15909" y="3515"/>
                  </a:cubicBezTo>
                  <a:cubicBezTo>
                    <a:pt x="14308" y="2881"/>
                    <a:pt x="12774" y="2247"/>
                    <a:pt x="11172" y="1647"/>
                  </a:cubicBezTo>
                  <a:cubicBezTo>
                    <a:pt x="9780" y="1102"/>
                    <a:pt x="8106" y="386"/>
                    <a:pt x="6550" y="386"/>
                  </a:cubicBezTo>
                  <a:cubicBezTo>
                    <a:pt x="5535" y="386"/>
                    <a:pt x="4571" y="691"/>
                    <a:pt x="3767" y="1547"/>
                  </a:cubicBezTo>
                  <a:cubicBezTo>
                    <a:pt x="3700" y="1580"/>
                    <a:pt x="3700" y="1647"/>
                    <a:pt x="3700" y="1680"/>
                  </a:cubicBezTo>
                  <a:lnTo>
                    <a:pt x="3367" y="1680"/>
                  </a:lnTo>
                  <a:cubicBezTo>
                    <a:pt x="4312" y="593"/>
                    <a:pt x="5576" y="143"/>
                    <a:pt x="6948" y="143"/>
                  </a:cubicBezTo>
                  <a:cubicBezTo>
                    <a:pt x="7175" y="143"/>
                    <a:pt x="7405" y="156"/>
                    <a:pt x="7637" y="179"/>
                  </a:cubicBezTo>
                  <a:cubicBezTo>
                    <a:pt x="7670" y="179"/>
                    <a:pt x="7670" y="146"/>
                    <a:pt x="7637" y="146"/>
                  </a:cubicBezTo>
                  <a:cubicBezTo>
                    <a:pt x="7292" y="48"/>
                    <a:pt x="6937" y="1"/>
                    <a:pt x="65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75" name="Google Shape;6175;p70"/>
            <p:cNvSpPr/>
            <p:nvPr/>
          </p:nvSpPr>
          <p:spPr>
            <a:xfrm>
              <a:off x="2781325" y="3501275"/>
              <a:ext cx="9200" cy="6700"/>
            </a:xfrm>
            <a:custGeom>
              <a:avLst/>
              <a:gdLst/>
              <a:ahLst/>
              <a:cxnLst/>
              <a:rect l="l" t="t" r="r" b="b"/>
              <a:pathLst>
                <a:path w="368" h="268" extrusionOk="0">
                  <a:moveTo>
                    <a:pt x="201" y="1"/>
                  </a:moveTo>
                  <a:cubicBezTo>
                    <a:pt x="0" y="1"/>
                    <a:pt x="0" y="268"/>
                    <a:pt x="201" y="268"/>
                  </a:cubicBezTo>
                  <a:cubicBezTo>
                    <a:pt x="367" y="268"/>
                    <a:pt x="367" y="1"/>
                    <a:pt x="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76" name="Google Shape;6176;p70"/>
            <p:cNvSpPr/>
            <p:nvPr/>
          </p:nvSpPr>
          <p:spPr>
            <a:xfrm>
              <a:off x="2811350" y="3509625"/>
              <a:ext cx="8350" cy="6700"/>
            </a:xfrm>
            <a:custGeom>
              <a:avLst/>
              <a:gdLst/>
              <a:ahLst/>
              <a:cxnLst/>
              <a:rect l="l" t="t" r="r" b="b"/>
              <a:pathLst>
                <a:path w="334" h="268" extrusionOk="0">
                  <a:moveTo>
                    <a:pt x="167" y="0"/>
                  </a:moveTo>
                  <a:cubicBezTo>
                    <a:pt x="0" y="0"/>
                    <a:pt x="0" y="267"/>
                    <a:pt x="167" y="267"/>
                  </a:cubicBezTo>
                  <a:cubicBezTo>
                    <a:pt x="334" y="267"/>
                    <a:pt x="334"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77" name="Google Shape;6177;p70"/>
            <p:cNvSpPr/>
            <p:nvPr/>
          </p:nvSpPr>
          <p:spPr>
            <a:xfrm>
              <a:off x="2752975" y="3511300"/>
              <a:ext cx="9200" cy="7525"/>
            </a:xfrm>
            <a:custGeom>
              <a:avLst/>
              <a:gdLst/>
              <a:ahLst/>
              <a:cxnLst/>
              <a:rect l="l" t="t" r="r" b="b"/>
              <a:pathLst>
                <a:path w="368" h="301" extrusionOk="0">
                  <a:moveTo>
                    <a:pt x="200" y="0"/>
                  </a:moveTo>
                  <a:cubicBezTo>
                    <a:pt x="0" y="0"/>
                    <a:pt x="0" y="300"/>
                    <a:pt x="200" y="300"/>
                  </a:cubicBezTo>
                  <a:cubicBezTo>
                    <a:pt x="367" y="300"/>
                    <a:pt x="367" y="0"/>
                    <a:pt x="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78" name="Google Shape;6178;p70"/>
            <p:cNvSpPr/>
            <p:nvPr/>
          </p:nvSpPr>
          <p:spPr>
            <a:xfrm>
              <a:off x="2899750" y="3546325"/>
              <a:ext cx="6700" cy="5850"/>
            </a:xfrm>
            <a:custGeom>
              <a:avLst/>
              <a:gdLst/>
              <a:ahLst/>
              <a:cxnLst/>
              <a:rect l="l" t="t" r="r" b="b"/>
              <a:pathLst>
                <a:path w="268" h="234" extrusionOk="0">
                  <a:moveTo>
                    <a:pt x="134" y="0"/>
                  </a:moveTo>
                  <a:cubicBezTo>
                    <a:pt x="0" y="0"/>
                    <a:pt x="0" y="234"/>
                    <a:pt x="134" y="234"/>
                  </a:cubicBezTo>
                  <a:cubicBezTo>
                    <a:pt x="267" y="234"/>
                    <a:pt x="267" y="0"/>
                    <a:pt x="1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79" name="Google Shape;6179;p70"/>
            <p:cNvSpPr/>
            <p:nvPr/>
          </p:nvSpPr>
          <p:spPr>
            <a:xfrm>
              <a:off x="2876400" y="3558000"/>
              <a:ext cx="7525" cy="5850"/>
            </a:xfrm>
            <a:custGeom>
              <a:avLst/>
              <a:gdLst/>
              <a:ahLst/>
              <a:cxnLst/>
              <a:rect l="l" t="t" r="r" b="b"/>
              <a:pathLst>
                <a:path w="301" h="234" extrusionOk="0">
                  <a:moveTo>
                    <a:pt x="134" y="0"/>
                  </a:moveTo>
                  <a:cubicBezTo>
                    <a:pt x="0" y="0"/>
                    <a:pt x="0" y="234"/>
                    <a:pt x="134" y="234"/>
                  </a:cubicBezTo>
                  <a:cubicBezTo>
                    <a:pt x="300" y="234"/>
                    <a:pt x="300" y="0"/>
                    <a:pt x="1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180" name="Google Shape;6180;p70"/>
          <p:cNvGrpSpPr/>
          <p:nvPr/>
        </p:nvGrpSpPr>
        <p:grpSpPr>
          <a:xfrm rot="-3783520">
            <a:off x="7362750" y="2056414"/>
            <a:ext cx="896890" cy="308493"/>
            <a:chOff x="2487850" y="3435100"/>
            <a:chExt cx="520575" cy="179075"/>
          </a:xfrm>
        </p:grpSpPr>
        <p:sp>
          <p:nvSpPr>
            <p:cNvPr id="6181" name="Google Shape;6181;p70"/>
            <p:cNvSpPr/>
            <p:nvPr/>
          </p:nvSpPr>
          <p:spPr>
            <a:xfrm>
              <a:off x="2487850" y="3435100"/>
              <a:ext cx="520575" cy="179075"/>
            </a:xfrm>
            <a:custGeom>
              <a:avLst/>
              <a:gdLst/>
              <a:ahLst/>
              <a:cxnLst/>
              <a:rect l="l" t="t" r="r" b="b"/>
              <a:pathLst>
                <a:path w="20823" h="7163" extrusionOk="0">
                  <a:moveTo>
                    <a:pt x="6490" y="658"/>
                  </a:moveTo>
                  <a:cubicBezTo>
                    <a:pt x="6639" y="658"/>
                    <a:pt x="6787" y="665"/>
                    <a:pt x="6936" y="680"/>
                  </a:cubicBezTo>
                  <a:cubicBezTo>
                    <a:pt x="6069" y="1080"/>
                    <a:pt x="5235" y="1380"/>
                    <a:pt x="4267" y="1647"/>
                  </a:cubicBezTo>
                  <a:cubicBezTo>
                    <a:pt x="4167" y="1647"/>
                    <a:pt x="4101" y="1647"/>
                    <a:pt x="4001" y="1580"/>
                  </a:cubicBezTo>
                  <a:cubicBezTo>
                    <a:pt x="4743" y="923"/>
                    <a:pt x="5608" y="658"/>
                    <a:pt x="6490" y="658"/>
                  </a:cubicBezTo>
                  <a:close/>
                  <a:moveTo>
                    <a:pt x="7136" y="680"/>
                  </a:moveTo>
                  <a:cubicBezTo>
                    <a:pt x="7770" y="746"/>
                    <a:pt x="8470" y="913"/>
                    <a:pt x="9171" y="1180"/>
                  </a:cubicBezTo>
                  <a:cubicBezTo>
                    <a:pt x="8604" y="1313"/>
                    <a:pt x="8070" y="1514"/>
                    <a:pt x="7470" y="1647"/>
                  </a:cubicBezTo>
                  <a:cubicBezTo>
                    <a:pt x="6769" y="1747"/>
                    <a:pt x="6069" y="1814"/>
                    <a:pt x="5402" y="1847"/>
                  </a:cubicBezTo>
                  <a:cubicBezTo>
                    <a:pt x="5235" y="1814"/>
                    <a:pt x="5001" y="1747"/>
                    <a:pt x="4835" y="1714"/>
                  </a:cubicBezTo>
                  <a:cubicBezTo>
                    <a:pt x="5668" y="1547"/>
                    <a:pt x="6469" y="1180"/>
                    <a:pt x="7136" y="680"/>
                  </a:cubicBezTo>
                  <a:close/>
                  <a:moveTo>
                    <a:pt x="9304" y="1213"/>
                  </a:moveTo>
                  <a:cubicBezTo>
                    <a:pt x="9638" y="1347"/>
                    <a:pt x="9938" y="1414"/>
                    <a:pt x="10172" y="1547"/>
                  </a:cubicBezTo>
                  <a:cubicBezTo>
                    <a:pt x="9222" y="2007"/>
                    <a:pt x="8149" y="2195"/>
                    <a:pt x="7079" y="2195"/>
                  </a:cubicBezTo>
                  <a:cubicBezTo>
                    <a:pt x="6909" y="2195"/>
                    <a:pt x="6739" y="2190"/>
                    <a:pt x="6569" y="2181"/>
                  </a:cubicBezTo>
                  <a:cubicBezTo>
                    <a:pt x="6336" y="2081"/>
                    <a:pt x="6135" y="2047"/>
                    <a:pt x="5902" y="1947"/>
                  </a:cubicBezTo>
                  <a:cubicBezTo>
                    <a:pt x="6402" y="1914"/>
                    <a:pt x="6903" y="1881"/>
                    <a:pt x="7336" y="1814"/>
                  </a:cubicBezTo>
                  <a:cubicBezTo>
                    <a:pt x="8003" y="1680"/>
                    <a:pt x="8737" y="1547"/>
                    <a:pt x="9304" y="1213"/>
                  </a:cubicBezTo>
                  <a:close/>
                  <a:moveTo>
                    <a:pt x="10338" y="1647"/>
                  </a:moveTo>
                  <a:cubicBezTo>
                    <a:pt x="10972" y="1847"/>
                    <a:pt x="11506" y="2081"/>
                    <a:pt x="12073" y="2314"/>
                  </a:cubicBezTo>
                  <a:cubicBezTo>
                    <a:pt x="12073" y="2314"/>
                    <a:pt x="12106" y="2314"/>
                    <a:pt x="12106" y="2348"/>
                  </a:cubicBezTo>
                  <a:cubicBezTo>
                    <a:pt x="11339" y="2514"/>
                    <a:pt x="10639" y="2681"/>
                    <a:pt x="9838" y="2714"/>
                  </a:cubicBezTo>
                  <a:cubicBezTo>
                    <a:pt x="9650" y="2723"/>
                    <a:pt x="9463" y="2728"/>
                    <a:pt x="9276" y="2728"/>
                  </a:cubicBezTo>
                  <a:cubicBezTo>
                    <a:pt x="8765" y="2728"/>
                    <a:pt x="8258" y="2697"/>
                    <a:pt x="7770" y="2648"/>
                  </a:cubicBezTo>
                  <a:cubicBezTo>
                    <a:pt x="7603" y="2581"/>
                    <a:pt x="7470" y="2514"/>
                    <a:pt x="7303" y="2481"/>
                  </a:cubicBezTo>
                  <a:lnTo>
                    <a:pt x="7270" y="2414"/>
                  </a:lnTo>
                  <a:cubicBezTo>
                    <a:pt x="7253" y="2398"/>
                    <a:pt x="7245" y="2389"/>
                    <a:pt x="7232" y="2389"/>
                  </a:cubicBezTo>
                  <a:cubicBezTo>
                    <a:pt x="7220" y="2389"/>
                    <a:pt x="7203" y="2398"/>
                    <a:pt x="7170" y="2414"/>
                  </a:cubicBezTo>
                  <a:cubicBezTo>
                    <a:pt x="7003" y="2381"/>
                    <a:pt x="6836" y="2314"/>
                    <a:pt x="6736" y="2247"/>
                  </a:cubicBezTo>
                  <a:lnTo>
                    <a:pt x="6736" y="2247"/>
                  </a:lnTo>
                  <a:cubicBezTo>
                    <a:pt x="6985" y="2281"/>
                    <a:pt x="7235" y="2297"/>
                    <a:pt x="7485" y="2297"/>
                  </a:cubicBezTo>
                  <a:cubicBezTo>
                    <a:pt x="8475" y="2297"/>
                    <a:pt x="9460" y="2046"/>
                    <a:pt x="10338" y="1647"/>
                  </a:cubicBezTo>
                  <a:close/>
                  <a:moveTo>
                    <a:pt x="4234" y="1947"/>
                  </a:moveTo>
                  <a:cubicBezTo>
                    <a:pt x="4434" y="1947"/>
                    <a:pt x="4601" y="2014"/>
                    <a:pt x="4801" y="2047"/>
                  </a:cubicBezTo>
                  <a:cubicBezTo>
                    <a:pt x="4835" y="2181"/>
                    <a:pt x="4935" y="2247"/>
                    <a:pt x="4935" y="2381"/>
                  </a:cubicBezTo>
                  <a:cubicBezTo>
                    <a:pt x="4968" y="2514"/>
                    <a:pt x="4968" y="2648"/>
                    <a:pt x="4968" y="2748"/>
                  </a:cubicBezTo>
                  <a:cubicBezTo>
                    <a:pt x="4768" y="2481"/>
                    <a:pt x="4568" y="2181"/>
                    <a:pt x="4234" y="1947"/>
                  </a:cubicBezTo>
                  <a:close/>
                  <a:moveTo>
                    <a:pt x="190" y="2797"/>
                  </a:moveTo>
                  <a:lnTo>
                    <a:pt x="190" y="2797"/>
                  </a:lnTo>
                  <a:cubicBezTo>
                    <a:pt x="159" y="2814"/>
                    <a:pt x="129" y="2831"/>
                    <a:pt x="98" y="2848"/>
                  </a:cubicBezTo>
                  <a:cubicBezTo>
                    <a:pt x="84" y="2853"/>
                    <a:pt x="71" y="2855"/>
                    <a:pt x="60" y="2855"/>
                  </a:cubicBezTo>
                  <a:lnTo>
                    <a:pt x="60" y="2855"/>
                  </a:lnTo>
                  <a:cubicBezTo>
                    <a:pt x="36" y="2840"/>
                    <a:pt x="21" y="2835"/>
                    <a:pt x="14" y="2835"/>
                  </a:cubicBezTo>
                  <a:cubicBezTo>
                    <a:pt x="1" y="2835"/>
                    <a:pt x="19" y="2855"/>
                    <a:pt x="56" y="2855"/>
                  </a:cubicBezTo>
                  <a:cubicBezTo>
                    <a:pt x="57" y="2855"/>
                    <a:pt x="59" y="2855"/>
                    <a:pt x="60" y="2855"/>
                  </a:cubicBezTo>
                  <a:lnTo>
                    <a:pt x="60" y="2855"/>
                  </a:lnTo>
                  <a:cubicBezTo>
                    <a:pt x="70" y="2862"/>
                    <a:pt x="83" y="2870"/>
                    <a:pt x="98" y="2881"/>
                  </a:cubicBezTo>
                  <a:cubicBezTo>
                    <a:pt x="128" y="2853"/>
                    <a:pt x="159" y="2825"/>
                    <a:pt x="190" y="2797"/>
                  </a:cubicBezTo>
                  <a:close/>
                  <a:moveTo>
                    <a:pt x="12307" y="2348"/>
                  </a:moveTo>
                  <a:cubicBezTo>
                    <a:pt x="12473" y="2481"/>
                    <a:pt x="12640" y="2548"/>
                    <a:pt x="12807" y="2581"/>
                  </a:cubicBezTo>
                  <a:cubicBezTo>
                    <a:pt x="12774" y="2581"/>
                    <a:pt x="12740" y="2648"/>
                    <a:pt x="12640" y="2681"/>
                  </a:cubicBezTo>
                  <a:cubicBezTo>
                    <a:pt x="12352" y="2864"/>
                    <a:pt x="12187" y="3109"/>
                    <a:pt x="11839" y="3109"/>
                  </a:cubicBezTo>
                  <a:cubicBezTo>
                    <a:pt x="11744" y="3109"/>
                    <a:pt x="11635" y="3091"/>
                    <a:pt x="11506" y="3048"/>
                  </a:cubicBezTo>
                  <a:cubicBezTo>
                    <a:pt x="11373" y="3015"/>
                    <a:pt x="11272" y="2881"/>
                    <a:pt x="11139" y="2848"/>
                  </a:cubicBezTo>
                  <a:cubicBezTo>
                    <a:pt x="11039" y="2812"/>
                    <a:pt x="10947" y="2798"/>
                    <a:pt x="10858" y="2798"/>
                  </a:cubicBezTo>
                  <a:cubicBezTo>
                    <a:pt x="10620" y="2798"/>
                    <a:pt x="10406" y="2899"/>
                    <a:pt x="10138" y="2948"/>
                  </a:cubicBezTo>
                  <a:cubicBezTo>
                    <a:pt x="9922" y="3005"/>
                    <a:pt x="9721" y="3031"/>
                    <a:pt x="9527" y="3031"/>
                  </a:cubicBezTo>
                  <a:cubicBezTo>
                    <a:pt x="9155" y="3031"/>
                    <a:pt x="8810" y="2935"/>
                    <a:pt x="8437" y="2781"/>
                  </a:cubicBezTo>
                  <a:lnTo>
                    <a:pt x="8437" y="2781"/>
                  </a:lnTo>
                  <a:cubicBezTo>
                    <a:pt x="8504" y="2881"/>
                    <a:pt x="8604" y="2915"/>
                    <a:pt x="8671" y="2948"/>
                  </a:cubicBezTo>
                  <a:cubicBezTo>
                    <a:pt x="8504" y="2881"/>
                    <a:pt x="8404" y="2848"/>
                    <a:pt x="8204" y="2748"/>
                  </a:cubicBezTo>
                  <a:lnTo>
                    <a:pt x="8204" y="2748"/>
                  </a:lnTo>
                  <a:cubicBezTo>
                    <a:pt x="8534" y="2771"/>
                    <a:pt x="8865" y="2784"/>
                    <a:pt x="9194" y="2784"/>
                  </a:cubicBezTo>
                  <a:cubicBezTo>
                    <a:pt x="10260" y="2784"/>
                    <a:pt x="11313" y="2653"/>
                    <a:pt x="12307" y="2348"/>
                  </a:cubicBezTo>
                  <a:close/>
                  <a:moveTo>
                    <a:pt x="12940" y="2648"/>
                  </a:moveTo>
                  <a:cubicBezTo>
                    <a:pt x="13307" y="2781"/>
                    <a:pt x="13674" y="2981"/>
                    <a:pt x="14108" y="3081"/>
                  </a:cubicBezTo>
                  <a:cubicBezTo>
                    <a:pt x="13274" y="3248"/>
                    <a:pt x="12473" y="3415"/>
                    <a:pt x="11639" y="3415"/>
                  </a:cubicBezTo>
                  <a:cubicBezTo>
                    <a:pt x="10906" y="3415"/>
                    <a:pt x="10172" y="3348"/>
                    <a:pt x="9438" y="3181"/>
                  </a:cubicBezTo>
                  <a:lnTo>
                    <a:pt x="9605" y="3181"/>
                  </a:lnTo>
                  <a:cubicBezTo>
                    <a:pt x="10038" y="3181"/>
                    <a:pt x="10433" y="2928"/>
                    <a:pt x="10863" y="2928"/>
                  </a:cubicBezTo>
                  <a:cubicBezTo>
                    <a:pt x="10995" y="2928"/>
                    <a:pt x="11131" y="2952"/>
                    <a:pt x="11272" y="3015"/>
                  </a:cubicBezTo>
                  <a:cubicBezTo>
                    <a:pt x="11477" y="3073"/>
                    <a:pt x="11682" y="3260"/>
                    <a:pt x="11909" y="3260"/>
                  </a:cubicBezTo>
                  <a:cubicBezTo>
                    <a:pt x="11941" y="3260"/>
                    <a:pt x="11974" y="3256"/>
                    <a:pt x="12006" y="3248"/>
                  </a:cubicBezTo>
                  <a:cubicBezTo>
                    <a:pt x="12440" y="3181"/>
                    <a:pt x="12573" y="2681"/>
                    <a:pt x="12940" y="2648"/>
                  </a:cubicBezTo>
                  <a:close/>
                  <a:moveTo>
                    <a:pt x="4968" y="2081"/>
                  </a:moveTo>
                  <a:cubicBezTo>
                    <a:pt x="5001" y="2081"/>
                    <a:pt x="5068" y="2081"/>
                    <a:pt x="5101" y="2147"/>
                  </a:cubicBezTo>
                  <a:cubicBezTo>
                    <a:pt x="5268" y="2381"/>
                    <a:pt x="5435" y="2581"/>
                    <a:pt x="5502" y="2915"/>
                  </a:cubicBezTo>
                  <a:cubicBezTo>
                    <a:pt x="5602" y="3215"/>
                    <a:pt x="5602" y="3515"/>
                    <a:pt x="5602" y="3815"/>
                  </a:cubicBezTo>
                  <a:cubicBezTo>
                    <a:pt x="5435" y="3515"/>
                    <a:pt x="5268" y="3215"/>
                    <a:pt x="5068" y="2915"/>
                  </a:cubicBezTo>
                  <a:cubicBezTo>
                    <a:pt x="5101" y="2681"/>
                    <a:pt x="5101" y="2348"/>
                    <a:pt x="4968" y="2081"/>
                  </a:cubicBezTo>
                  <a:close/>
                  <a:moveTo>
                    <a:pt x="14275" y="3215"/>
                  </a:moveTo>
                  <a:cubicBezTo>
                    <a:pt x="14775" y="3382"/>
                    <a:pt x="15275" y="3548"/>
                    <a:pt x="15776" y="3749"/>
                  </a:cubicBezTo>
                  <a:cubicBezTo>
                    <a:pt x="14908" y="3882"/>
                    <a:pt x="14108" y="4182"/>
                    <a:pt x="13174" y="4216"/>
                  </a:cubicBezTo>
                  <a:cubicBezTo>
                    <a:pt x="13115" y="4218"/>
                    <a:pt x="13056" y="4219"/>
                    <a:pt x="12997" y="4219"/>
                  </a:cubicBezTo>
                  <a:cubicBezTo>
                    <a:pt x="12159" y="4219"/>
                    <a:pt x="11345" y="4007"/>
                    <a:pt x="10472" y="3882"/>
                  </a:cubicBezTo>
                  <a:lnTo>
                    <a:pt x="10439" y="3882"/>
                  </a:lnTo>
                  <a:cubicBezTo>
                    <a:pt x="10105" y="3715"/>
                    <a:pt x="9771" y="3582"/>
                    <a:pt x="9471" y="3415"/>
                  </a:cubicBezTo>
                  <a:lnTo>
                    <a:pt x="9471" y="3415"/>
                  </a:lnTo>
                  <a:cubicBezTo>
                    <a:pt x="10141" y="3546"/>
                    <a:pt x="10855" y="3620"/>
                    <a:pt x="11572" y="3620"/>
                  </a:cubicBezTo>
                  <a:cubicBezTo>
                    <a:pt x="12498" y="3620"/>
                    <a:pt x="13429" y="3497"/>
                    <a:pt x="14275" y="3215"/>
                  </a:cubicBezTo>
                  <a:close/>
                  <a:moveTo>
                    <a:pt x="15842" y="3715"/>
                  </a:moveTo>
                  <a:cubicBezTo>
                    <a:pt x="15976" y="3749"/>
                    <a:pt x="16143" y="3849"/>
                    <a:pt x="16276" y="3882"/>
                  </a:cubicBezTo>
                  <a:cubicBezTo>
                    <a:pt x="16476" y="4015"/>
                    <a:pt x="16743" y="4082"/>
                    <a:pt x="16943" y="4149"/>
                  </a:cubicBezTo>
                  <a:cubicBezTo>
                    <a:pt x="16109" y="4416"/>
                    <a:pt x="15275" y="4649"/>
                    <a:pt x="14341" y="4683"/>
                  </a:cubicBezTo>
                  <a:cubicBezTo>
                    <a:pt x="14252" y="4686"/>
                    <a:pt x="14162" y="4688"/>
                    <a:pt x="14073" y="4688"/>
                  </a:cubicBezTo>
                  <a:cubicBezTo>
                    <a:pt x="13295" y="4688"/>
                    <a:pt x="12521" y="4562"/>
                    <a:pt x="11773" y="4382"/>
                  </a:cubicBezTo>
                  <a:cubicBezTo>
                    <a:pt x="11606" y="4349"/>
                    <a:pt x="11473" y="4249"/>
                    <a:pt x="11306" y="4182"/>
                  </a:cubicBezTo>
                  <a:lnTo>
                    <a:pt x="11306" y="4182"/>
                  </a:lnTo>
                  <a:cubicBezTo>
                    <a:pt x="11697" y="4260"/>
                    <a:pt x="12099" y="4293"/>
                    <a:pt x="12492" y="4293"/>
                  </a:cubicBezTo>
                  <a:cubicBezTo>
                    <a:pt x="12771" y="4293"/>
                    <a:pt x="13045" y="4277"/>
                    <a:pt x="13307" y="4249"/>
                  </a:cubicBezTo>
                  <a:cubicBezTo>
                    <a:pt x="14141" y="4216"/>
                    <a:pt x="15142" y="4149"/>
                    <a:pt x="15842" y="3715"/>
                  </a:cubicBezTo>
                  <a:close/>
                  <a:moveTo>
                    <a:pt x="5402" y="2181"/>
                  </a:moveTo>
                  <a:cubicBezTo>
                    <a:pt x="5468" y="2181"/>
                    <a:pt x="5568" y="2214"/>
                    <a:pt x="5635" y="2214"/>
                  </a:cubicBezTo>
                  <a:cubicBezTo>
                    <a:pt x="6236" y="3015"/>
                    <a:pt x="6436" y="3849"/>
                    <a:pt x="6436" y="4749"/>
                  </a:cubicBezTo>
                  <a:cubicBezTo>
                    <a:pt x="6336" y="4683"/>
                    <a:pt x="6236" y="4582"/>
                    <a:pt x="6135" y="4516"/>
                  </a:cubicBezTo>
                  <a:cubicBezTo>
                    <a:pt x="5969" y="4349"/>
                    <a:pt x="5835" y="4182"/>
                    <a:pt x="5668" y="3915"/>
                  </a:cubicBezTo>
                  <a:cubicBezTo>
                    <a:pt x="5835" y="3382"/>
                    <a:pt x="5702" y="2681"/>
                    <a:pt x="5402" y="2181"/>
                  </a:cubicBezTo>
                  <a:close/>
                  <a:moveTo>
                    <a:pt x="17077" y="4216"/>
                  </a:moveTo>
                  <a:cubicBezTo>
                    <a:pt x="17143" y="4216"/>
                    <a:pt x="17177" y="4216"/>
                    <a:pt x="17243" y="4249"/>
                  </a:cubicBezTo>
                  <a:cubicBezTo>
                    <a:pt x="17048" y="4664"/>
                    <a:pt x="16745" y="4793"/>
                    <a:pt x="16374" y="4793"/>
                  </a:cubicBezTo>
                  <a:cubicBezTo>
                    <a:pt x="16239" y="4793"/>
                    <a:pt x="16094" y="4776"/>
                    <a:pt x="15942" y="4749"/>
                  </a:cubicBezTo>
                  <a:cubicBezTo>
                    <a:pt x="15776" y="4749"/>
                    <a:pt x="15676" y="4716"/>
                    <a:pt x="15509" y="4716"/>
                  </a:cubicBezTo>
                  <a:cubicBezTo>
                    <a:pt x="16076" y="4582"/>
                    <a:pt x="16576" y="4416"/>
                    <a:pt x="17077" y="4216"/>
                  </a:cubicBezTo>
                  <a:close/>
                  <a:moveTo>
                    <a:pt x="13083" y="4883"/>
                  </a:moveTo>
                  <a:cubicBezTo>
                    <a:pt x="13146" y="4885"/>
                    <a:pt x="13201" y="4892"/>
                    <a:pt x="13274" y="4916"/>
                  </a:cubicBezTo>
                  <a:cubicBezTo>
                    <a:pt x="13182" y="4916"/>
                    <a:pt x="13119" y="4888"/>
                    <a:pt x="13083" y="4883"/>
                  </a:cubicBezTo>
                  <a:close/>
                  <a:moveTo>
                    <a:pt x="15383" y="4761"/>
                  </a:moveTo>
                  <a:cubicBezTo>
                    <a:pt x="15163" y="4862"/>
                    <a:pt x="15001" y="5019"/>
                    <a:pt x="14808" y="5083"/>
                  </a:cubicBezTo>
                  <a:cubicBezTo>
                    <a:pt x="14675" y="5127"/>
                    <a:pt x="14545" y="5146"/>
                    <a:pt x="14416" y="5146"/>
                  </a:cubicBezTo>
                  <a:cubicBezTo>
                    <a:pt x="14062" y="5146"/>
                    <a:pt x="13726" y="5005"/>
                    <a:pt x="13407" y="4883"/>
                  </a:cubicBezTo>
                  <a:lnTo>
                    <a:pt x="13407" y="4883"/>
                  </a:lnTo>
                  <a:cubicBezTo>
                    <a:pt x="13557" y="4891"/>
                    <a:pt x="13712" y="4895"/>
                    <a:pt x="13871" y="4895"/>
                  </a:cubicBezTo>
                  <a:cubicBezTo>
                    <a:pt x="14364" y="4895"/>
                    <a:pt x="14890" y="4855"/>
                    <a:pt x="15383" y="4761"/>
                  </a:cubicBezTo>
                  <a:close/>
                  <a:moveTo>
                    <a:pt x="17310" y="4249"/>
                  </a:moveTo>
                  <a:cubicBezTo>
                    <a:pt x="17610" y="4349"/>
                    <a:pt x="17844" y="4416"/>
                    <a:pt x="18144" y="4516"/>
                  </a:cubicBezTo>
                  <a:cubicBezTo>
                    <a:pt x="17255" y="4990"/>
                    <a:pt x="16260" y="5227"/>
                    <a:pt x="15253" y="5227"/>
                  </a:cubicBezTo>
                  <a:cubicBezTo>
                    <a:pt x="15127" y="5227"/>
                    <a:pt x="15001" y="5224"/>
                    <a:pt x="14875" y="5216"/>
                  </a:cubicBezTo>
                  <a:cubicBezTo>
                    <a:pt x="15242" y="5049"/>
                    <a:pt x="15475" y="4849"/>
                    <a:pt x="15942" y="4849"/>
                  </a:cubicBezTo>
                  <a:cubicBezTo>
                    <a:pt x="16153" y="4870"/>
                    <a:pt x="16311" y="4931"/>
                    <a:pt x="16482" y="4931"/>
                  </a:cubicBezTo>
                  <a:cubicBezTo>
                    <a:pt x="16582" y="4931"/>
                    <a:pt x="16687" y="4911"/>
                    <a:pt x="16810" y="4849"/>
                  </a:cubicBezTo>
                  <a:cubicBezTo>
                    <a:pt x="17043" y="4716"/>
                    <a:pt x="17243" y="4516"/>
                    <a:pt x="17310" y="4249"/>
                  </a:cubicBezTo>
                  <a:close/>
                  <a:moveTo>
                    <a:pt x="18411" y="4549"/>
                  </a:moveTo>
                  <a:cubicBezTo>
                    <a:pt x="18845" y="4683"/>
                    <a:pt x="19345" y="4716"/>
                    <a:pt x="19812" y="4749"/>
                  </a:cubicBezTo>
                  <a:cubicBezTo>
                    <a:pt x="18578" y="5083"/>
                    <a:pt x="17343" y="5283"/>
                    <a:pt x="16109" y="5283"/>
                  </a:cubicBezTo>
                  <a:cubicBezTo>
                    <a:pt x="16910" y="5216"/>
                    <a:pt x="17677" y="4916"/>
                    <a:pt x="18411" y="4549"/>
                  </a:cubicBezTo>
                  <a:close/>
                  <a:moveTo>
                    <a:pt x="5802" y="2314"/>
                  </a:moveTo>
                  <a:cubicBezTo>
                    <a:pt x="6069" y="2381"/>
                    <a:pt x="6336" y="2448"/>
                    <a:pt x="6602" y="2548"/>
                  </a:cubicBezTo>
                  <a:cubicBezTo>
                    <a:pt x="6836" y="2881"/>
                    <a:pt x="7069" y="3181"/>
                    <a:pt x="7170" y="3582"/>
                  </a:cubicBezTo>
                  <a:cubicBezTo>
                    <a:pt x="7336" y="4082"/>
                    <a:pt x="7403" y="4582"/>
                    <a:pt x="7336" y="5083"/>
                  </a:cubicBezTo>
                  <a:cubicBezTo>
                    <a:pt x="7336" y="5083"/>
                    <a:pt x="7366" y="5113"/>
                    <a:pt x="7386" y="5113"/>
                  </a:cubicBezTo>
                  <a:cubicBezTo>
                    <a:pt x="7396" y="5113"/>
                    <a:pt x="7403" y="5105"/>
                    <a:pt x="7403" y="5083"/>
                  </a:cubicBezTo>
                  <a:cubicBezTo>
                    <a:pt x="7603" y="4349"/>
                    <a:pt x="7470" y="3382"/>
                    <a:pt x="7003" y="2681"/>
                  </a:cubicBezTo>
                  <a:lnTo>
                    <a:pt x="7003" y="2681"/>
                  </a:lnTo>
                  <a:cubicBezTo>
                    <a:pt x="7136" y="2714"/>
                    <a:pt x="7270" y="2748"/>
                    <a:pt x="7403" y="2848"/>
                  </a:cubicBezTo>
                  <a:cubicBezTo>
                    <a:pt x="7637" y="3248"/>
                    <a:pt x="7903" y="3615"/>
                    <a:pt x="8003" y="4149"/>
                  </a:cubicBezTo>
                  <a:cubicBezTo>
                    <a:pt x="8137" y="4683"/>
                    <a:pt x="8137" y="5183"/>
                    <a:pt x="8104" y="5717"/>
                  </a:cubicBezTo>
                  <a:cubicBezTo>
                    <a:pt x="7503" y="5516"/>
                    <a:pt x="7003" y="5250"/>
                    <a:pt x="6502" y="4883"/>
                  </a:cubicBezTo>
                  <a:cubicBezTo>
                    <a:pt x="6602" y="3982"/>
                    <a:pt x="6302" y="3048"/>
                    <a:pt x="5802" y="2314"/>
                  </a:cubicBezTo>
                  <a:close/>
                  <a:moveTo>
                    <a:pt x="7770" y="2981"/>
                  </a:moveTo>
                  <a:lnTo>
                    <a:pt x="7770" y="2981"/>
                  </a:lnTo>
                  <a:cubicBezTo>
                    <a:pt x="7937" y="3048"/>
                    <a:pt x="8104" y="3148"/>
                    <a:pt x="8270" y="3181"/>
                  </a:cubicBezTo>
                  <a:cubicBezTo>
                    <a:pt x="8404" y="3382"/>
                    <a:pt x="8537" y="3582"/>
                    <a:pt x="8637" y="3849"/>
                  </a:cubicBezTo>
                  <a:cubicBezTo>
                    <a:pt x="8771" y="4182"/>
                    <a:pt x="8804" y="4516"/>
                    <a:pt x="8804" y="4883"/>
                  </a:cubicBezTo>
                  <a:cubicBezTo>
                    <a:pt x="8804" y="4899"/>
                    <a:pt x="8812" y="4908"/>
                    <a:pt x="8821" y="4908"/>
                  </a:cubicBezTo>
                  <a:cubicBezTo>
                    <a:pt x="8829" y="4908"/>
                    <a:pt x="8837" y="4899"/>
                    <a:pt x="8837" y="4883"/>
                  </a:cubicBezTo>
                  <a:cubicBezTo>
                    <a:pt x="8937" y="4482"/>
                    <a:pt x="8871" y="3849"/>
                    <a:pt x="8637" y="3382"/>
                  </a:cubicBezTo>
                  <a:lnTo>
                    <a:pt x="8637" y="3382"/>
                  </a:lnTo>
                  <a:lnTo>
                    <a:pt x="8871" y="3515"/>
                  </a:lnTo>
                  <a:cubicBezTo>
                    <a:pt x="9104" y="3849"/>
                    <a:pt x="9271" y="4216"/>
                    <a:pt x="9338" y="4649"/>
                  </a:cubicBezTo>
                  <a:cubicBezTo>
                    <a:pt x="9438" y="5150"/>
                    <a:pt x="9404" y="5583"/>
                    <a:pt x="9404" y="6084"/>
                  </a:cubicBezTo>
                  <a:cubicBezTo>
                    <a:pt x="9004" y="6017"/>
                    <a:pt x="8604" y="5883"/>
                    <a:pt x="8204" y="5750"/>
                  </a:cubicBezTo>
                  <a:cubicBezTo>
                    <a:pt x="8404" y="4883"/>
                    <a:pt x="8204" y="3815"/>
                    <a:pt x="7770" y="2981"/>
                  </a:cubicBezTo>
                  <a:close/>
                  <a:moveTo>
                    <a:pt x="19945" y="5150"/>
                  </a:moveTo>
                  <a:lnTo>
                    <a:pt x="19945" y="5150"/>
                  </a:lnTo>
                  <a:cubicBezTo>
                    <a:pt x="19178" y="5683"/>
                    <a:pt x="18444" y="6050"/>
                    <a:pt x="17644" y="6317"/>
                  </a:cubicBezTo>
                  <a:cubicBezTo>
                    <a:pt x="17644" y="6050"/>
                    <a:pt x="17510" y="5850"/>
                    <a:pt x="17343" y="5650"/>
                  </a:cubicBezTo>
                  <a:cubicBezTo>
                    <a:pt x="18244" y="5583"/>
                    <a:pt x="19078" y="5416"/>
                    <a:pt x="19945" y="5150"/>
                  </a:cubicBezTo>
                  <a:close/>
                  <a:moveTo>
                    <a:pt x="9238" y="3682"/>
                  </a:moveTo>
                  <a:lnTo>
                    <a:pt x="9238" y="3682"/>
                  </a:lnTo>
                  <a:cubicBezTo>
                    <a:pt x="9404" y="3749"/>
                    <a:pt x="9605" y="3849"/>
                    <a:pt x="9771" y="3915"/>
                  </a:cubicBezTo>
                  <a:cubicBezTo>
                    <a:pt x="9838" y="4015"/>
                    <a:pt x="9905" y="4149"/>
                    <a:pt x="9938" y="4249"/>
                  </a:cubicBezTo>
                  <a:cubicBezTo>
                    <a:pt x="10072" y="4516"/>
                    <a:pt x="10105" y="4816"/>
                    <a:pt x="10105" y="5083"/>
                  </a:cubicBezTo>
                  <a:cubicBezTo>
                    <a:pt x="10105" y="5116"/>
                    <a:pt x="10113" y="5133"/>
                    <a:pt x="10122" y="5133"/>
                  </a:cubicBezTo>
                  <a:cubicBezTo>
                    <a:pt x="10130" y="5133"/>
                    <a:pt x="10138" y="5116"/>
                    <a:pt x="10138" y="5083"/>
                  </a:cubicBezTo>
                  <a:cubicBezTo>
                    <a:pt x="10172" y="4816"/>
                    <a:pt x="10172" y="4416"/>
                    <a:pt x="10072" y="4082"/>
                  </a:cubicBezTo>
                  <a:lnTo>
                    <a:pt x="10072" y="4082"/>
                  </a:lnTo>
                  <a:cubicBezTo>
                    <a:pt x="10138" y="4149"/>
                    <a:pt x="10172" y="4182"/>
                    <a:pt x="10272" y="4182"/>
                  </a:cubicBezTo>
                  <a:cubicBezTo>
                    <a:pt x="10439" y="4482"/>
                    <a:pt x="10605" y="4816"/>
                    <a:pt x="10639" y="5150"/>
                  </a:cubicBezTo>
                  <a:cubicBezTo>
                    <a:pt x="10739" y="5550"/>
                    <a:pt x="10739" y="5983"/>
                    <a:pt x="10739" y="6384"/>
                  </a:cubicBezTo>
                  <a:cubicBezTo>
                    <a:pt x="10639" y="6384"/>
                    <a:pt x="10505" y="6350"/>
                    <a:pt x="10439" y="6350"/>
                  </a:cubicBezTo>
                  <a:cubicBezTo>
                    <a:pt x="10138" y="6317"/>
                    <a:pt x="9805" y="6217"/>
                    <a:pt x="9471" y="6117"/>
                  </a:cubicBezTo>
                  <a:cubicBezTo>
                    <a:pt x="9705" y="5383"/>
                    <a:pt x="9605" y="4416"/>
                    <a:pt x="9238" y="3682"/>
                  </a:cubicBezTo>
                  <a:close/>
                  <a:moveTo>
                    <a:pt x="17243" y="5683"/>
                  </a:moveTo>
                  <a:cubicBezTo>
                    <a:pt x="17410" y="5883"/>
                    <a:pt x="17477" y="6084"/>
                    <a:pt x="17510" y="6350"/>
                  </a:cubicBezTo>
                  <a:cubicBezTo>
                    <a:pt x="17444" y="6384"/>
                    <a:pt x="17343" y="6384"/>
                    <a:pt x="17243" y="6417"/>
                  </a:cubicBezTo>
                  <a:cubicBezTo>
                    <a:pt x="17243" y="6317"/>
                    <a:pt x="17177" y="6150"/>
                    <a:pt x="17143" y="6017"/>
                  </a:cubicBezTo>
                  <a:cubicBezTo>
                    <a:pt x="17077" y="5883"/>
                    <a:pt x="16977" y="5750"/>
                    <a:pt x="16843" y="5683"/>
                  </a:cubicBezTo>
                  <a:close/>
                  <a:moveTo>
                    <a:pt x="16743" y="5683"/>
                  </a:moveTo>
                  <a:cubicBezTo>
                    <a:pt x="16843" y="5817"/>
                    <a:pt x="16977" y="5917"/>
                    <a:pt x="17010" y="6084"/>
                  </a:cubicBezTo>
                  <a:cubicBezTo>
                    <a:pt x="17043" y="6217"/>
                    <a:pt x="17043" y="6350"/>
                    <a:pt x="17110" y="6484"/>
                  </a:cubicBezTo>
                  <a:cubicBezTo>
                    <a:pt x="17010" y="6484"/>
                    <a:pt x="16943" y="6517"/>
                    <a:pt x="16876" y="6517"/>
                  </a:cubicBezTo>
                  <a:cubicBezTo>
                    <a:pt x="16843" y="6217"/>
                    <a:pt x="16610" y="5883"/>
                    <a:pt x="16309" y="5683"/>
                  </a:cubicBezTo>
                  <a:close/>
                  <a:moveTo>
                    <a:pt x="15809" y="5650"/>
                  </a:moveTo>
                  <a:lnTo>
                    <a:pt x="15809" y="5650"/>
                  </a:lnTo>
                  <a:cubicBezTo>
                    <a:pt x="15942" y="5683"/>
                    <a:pt x="16076" y="5683"/>
                    <a:pt x="16176" y="5683"/>
                  </a:cubicBezTo>
                  <a:cubicBezTo>
                    <a:pt x="16309" y="5817"/>
                    <a:pt x="16443" y="5917"/>
                    <a:pt x="16510" y="6050"/>
                  </a:cubicBezTo>
                  <a:cubicBezTo>
                    <a:pt x="16610" y="6184"/>
                    <a:pt x="16676" y="6350"/>
                    <a:pt x="16776" y="6517"/>
                  </a:cubicBezTo>
                  <a:cubicBezTo>
                    <a:pt x="16676" y="6551"/>
                    <a:pt x="16576" y="6551"/>
                    <a:pt x="16476" y="6551"/>
                  </a:cubicBezTo>
                  <a:cubicBezTo>
                    <a:pt x="16343" y="6217"/>
                    <a:pt x="16109" y="5850"/>
                    <a:pt x="15809" y="5650"/>
                  </a:cubicBezTo>
                  <a:close/>
                  <a:moveTo>
                    <a:pt x="10639" y="4349"/>
                  </a:moveTo>
                  <a:lnTo>
                    <a:pt x="10639" y="4349"/>
                  </a:lnTo>
                  <a:cubicBezTo>
                    <a:pt x="10972" y="4516"/>
                    <a:pt x="11306" y="4649"/>
                    <a:pt x="11673" y="4749"/>
                  </a:cubicBezTo>
                  <a:cubicBezTo>
                    <a:pt x="11973" y="5350"/>
                    <a:pt x="12073" y="5917"/>
                    <a:pt x="11940" y="6584"/>
                  </a:cubicBezTo>
                  <a:cubicBezTo>
                    <a:pt x="11539" y="6551"/>
                    <a:pt x="11239" y="6484"/>
                    <a:pt x="10906" y="6417"/>
                  </a:cubicBezTo>
                  <a:cubicBezTo>
                    <a:pt x="11072" y="5750"/>
                    <a:pt x="10972" y="4983"/>
                    <a:pt x="10639" y="4349"/>
                  </a:cubicBezTo>
                  <a:close/>
                  <a:moveTo>
                    <a:pt x="14642" y="5550"/>
                  </a:moveTo>
                  <a:cubicBezTo>
                    <a:pt x="14775" y="5550"/>
                    <a:pt x="14842" y="5583"/>
                    <a:pt x="14942" y="5583"/>
                  </a:cubicBezTo>
                  <a:lnTo>
                    <a:pt x="15175" y="5850"/>
                  </a:lnTo>
                  <a:cubicBezTo>
                    <a:pt x="15342" y="6017"/>
                    <a:pt x="15442" y="6184"/>
                    <a:pt x="15509" y="6417"/>
                  </a:cubicBezTo>
                  <a:cubicBezTo>
                    <a:pt x="15475" y="6217"/>
                    <a:pt x="15442" y="5983"/>
                    <a:pt x="15309" y="5817"/>
                  </a:cubicBezTo>
                  <a:cubicBezTo>
                    <a:pt x="15275" y="5750"/>
                    <a:pt x="15242" y="5717"/>
                    <a:pt x="15242" y="5650"/>
                  </a:cubicBezTo>
                  <a:cubicBezTo>
                    <a:pt x="15342" y="5650"/>
                    <a:pt x="15475" y="5683"/>
                    <a:pt x="15576" y="5683"/>
                  </a:cubicBezTo>
                  <a:cubicBezTo>
                    <a:pt x="15909" y="5983"/>
                    <a:pt x="16143" y="6250"/>
                    <a:pt x="16309" y="6651"/>
                  </a:cubicBezTo>
                  <a:cubicBezTo>
                    <a:pt x="15842" y="6717"/>
                    <a:pt x="15409" y="6751"/>
                    <a:pt x="14942" y="6751"/>
                  </a:cubicBezTo>
                  <a:cubicBezTo>
                    <a:pt x="15008" y="6384"/>
                    <a:pt x="14908" y="5883"/>
                    <a:pt x="14642" y="5550"/>
                  </a:cubicBezTo>
                  <a:close/>
                  <a:moveTo>
                    <a:pt x="11940" y="4849"/>
                  </a:moveTo>
                  <a:lnTo>
                    <a:pt x="11940" y="4849"/>
                  </a:lnTo>
                  <a:cubicBezTo>
                    <a:pt x="12106" y="4883"/>
                    <a:pt x="12240" y="4916"/>
                    <a:pt x="12407" y="5016"/>
                  </a:cubicBezTo>
                  <a:cubicBezTo>
                    <a:pt x="12607" y="5383"/>
                    <a:pt x="12807" y="5717"/>
                    <a:pt x="12840" y="6184"/>
                  </a:cubicBezTo>
                  <a:cubicBezTo>
                    <a:pt x="12840" y="6195"/>
                    <a:pt x="12848" y="6198"/>
                    <a:pt x="12858" y="6198"/>
                  </a:cubicBezTo>
                  <a:cubicBezTo>
                    <a:pt x="12877" y="6198"/>
                    <a:pt x="12907" y="6184"/>
                    <a:pt x="12907" y="6184"/>
                  </a:cubicBezTo>
                  <a:cubicBezTo>
                    <a:pt x="12907" y="5817"/>
                    <a:pt x="12807" y="5416"/>
                    <a:pt x="12640" y="5083"/>
                  </a:cubicBezTo>
                  <a:lnTo>
                    <a:pt x="12640" y="5083"/>
                  </a:lnTo>
                  <a:cubicBezTo>
                    <a:pt x="12807" y="5150"/>
                    <a:pt x="13007" y="5216"/>
                    <a:pt x="13174" y="5250"/>
                  </a:cubicBezTo>
                  <a:cubicBezTo>
                    <a:pt x="13241" y="5283"/>
                    <a:pt x="13241" y="5350"/>
                    <a:pt x="13274" y="5383"/>
                  </a:cubicBezTo>
                  <a:cubicBezTo>
                    <a:pt x="13341" y="5550"/>
                    <a:pt x="13407" y="5750"/>
                    <a:pt x="13441" y="5917"/>
                  </a:cubicBezTo>
                  <a:cubicBezTo>
                    <a:pt x="13441" y="5950"/>
                    <a:pt x="13457" y="5967"/>
                    <a:pt x="13474" y="5967"/>
                  </a:cubicBezTo>
                  <a:cubicBezTo>
                    <a:pt x="13491" y="5967"/>
                    <a:pt x="13507" y="5950"/>
                    <a:pt x="13507" y="5917"/>
                  </a:cubicBezTo>
                  <a:cubicBezTo>
                    <a:pt x="13507" y="5717"/>
                    <a:pt x="13441" y="5516"/>
                    <a:pt x="13341" y="5283"/>
                  </a:cubicBezTo>
                  <a:lnTo>
                    <a:pt x="13341" y="5283"/>
                  </a:lnTo>
                  <a:cubicBezTo>
                    <a:pt x="13674" y="5383"/>
                    <a:pt x="14041" y="5450"/>
                    <a:pt x="14408" y="5516"/>
                  </a:cubicBezTo>
                  <a:cubicBezTo>
                    <a:pt x="14508" y="5683"/>
                    <a:pt x="14642" y="5850"/>
                    <a:pt x="14742" y="6050"/>
                  </a:cubicBezTo>
                  <a:cubicBezTo>
                    <a:pt x="14808" y="6317"/>
                    <a:pt x="14842" y="6517"/>
                    <a:pt x="14842" y="6751"/>
                  </a:cubicBezTo>
                  <a:cubicBezTo>
                    <a:pt x="14637" y="6765"/>
                    <a:pt x="14431" y="6772"/>
                    <a:pt x="14223" y="6772"/>
                  </a:cubicBezTo>
                  <a:cubicBezTo>
                    <a:pt x="13485" y="6772"/>
                    <a:pt x="12736" y="6688"/>
                    <a:pt x="12006" y="6584"/>
                  </a:cubicBezTo>
                  <a:cubicBezTo>
                    <a:pt x="12240" y="6050"/>
                    <a:pt x="12173" y="5383"/>
                    <a:pt x="11940" y="4849"/>
                  </a:cubicBezTo>
                  <a:close/>
                  <a:moveTo>
                    <a:pt x="6582" y="1"/>
                  </a:moveTo>
                  <a:cubicBezTo>
                    <a:pt x="5252" y="1"/>
                    <a:pt x="3916" y="654"/>
                    <a:pt x="3100" y="1680"/>
                  </a:cubicBezTo>
                  <a:lnTo>
                    <a:pt x="3100" y="1714"/>
                  </a:lnTo>
                  <a:lnTo>
                    <a:pt x="3000" y="1714"/>
                  </a:lnTo>
                  <a:cubicBezTo>
                    <a:pt x="3133" y="1580"/>
                    <a:pt x="3167" y="1480"/>
                    <a:pt x="3300" y="1347"/>
                  </a:cubicBezTo>
                  <a:cubicBezTo>
                    <a:pt x="3434" y="1213"/>
                    <a:pt x="3534" y="1047"/>
                    <a:pt x="3700" y="913"/>
                  </a:cubicBezTo>
                  <a:cubicBezTo>
                    <a:pt x="4001" y="680"/>
                    <a:pt x="4368" y="480"/>
                    <a:pt x="4768" y="313"/>
                  </a:cubicBezTo>
                  <a:cubicBezTo>
                    <a:pt x="4801" y="313"/>
                    <a:pt x="4768" y="246"/>
                    <a:pt x="4768" y="246"/>
                  </a:cubicBezTo>
                  <a:cubicBezTo>
                    <a:pt x="4334" y="379"/>
                    <a:pt x="4001" y="580"/>
                    <a:pt x="3634" y="846"/>
                  </a:cubicBezTo>
                  <a:cubicBezTo>
                    <a:pt x="3333" y="1047"/>
                    <a:pt x="2967" y="1347"/>
                    <a:pt x="2833" y="1714"/>
                  </a:cubicBezTo>
                  <a:cubicBezTo>
                    <a:pt x="2666" y="1714"/>
                    <a:pt x="2533" y="1747"/>
                    <a:pt x="2366" y="1747"/>
                  </a:cubicBezTo>
                  <a:cubicBezTo>
                    <a:pt x="2299" y="1747"/>
                    <a:pt x="2266" y="1747"/>
                    <a:pt x="2166" y="1814"/>
                  </a:cubicBezTo>
                  <a:cubicBezTo>
                    <a:pt x="1469" y="1972"/>
                    <a:pt x="772" y="2281"/>
                    <a:pt x="190" y="2797"/>
                  </a:cubicBezTo>
                  <a:lnTo>
                    <a:pt x="190" y="2797"/>
                  </a:lnTo>
                  <a:cubicBezTo>
                    <a:pt x="993" y="2359"/>
                    <a:pt x="1798" y="2076"/>
                    <a:pt x="2633" y="1947"/>
                  </a:cubicBezTo>
                  <a:cubicBezTo>
                    <a:pt x="2900" y="2014"/>
                    <a:pt x="3100" y="2114"/>
                    <a:pt x="3267" y="2314"/>
                  </a:cubicBezTo>
                  <a:cubicBezTo>
                    <a:pt x="3167" y="2181"/>
                    <a:pt x="3067" y="2047"/>
                    <a:pt x="2933" y="1947"/>
                  </a:cubicBezTo>
                  <a:lnTo>
                    <a:pt x="3000" y="1947"/>
                  </a:lnTo>
                  <a:cubicBezTo>
                    <a:pt x="3033" y="1947"/>
                    <a:pt x="3100" y="2014"/>
                    <a:pt x="3133" y="2014"/>
                  </a:cubicBezTo>
                  <a:cubicBezTo>
                    <a:pt x="3267" y="2081"/>
                    <a:pt x="3434" y="2181"/>
                    <a:pt x="3500" y="2314"/>
                  </a:cubicBezTo>
                  <a:cubicBezTo>
                    <a:pt x="3734" y="2514"/>
                    <a:pt x="3934" y="2781"/>
                    <a:pt x="4067" y="3048"/>
                  </a:cubicBezTo>
                  <a:cubicBezTo>
                    <a:pt x="4067" y="3059"/>
                    <a:pt x="4071" y="3063"/>
                    <a:pt x="4076" y="3063"/>
                  </a:cubicBezTo>
                  <a:cubicBezTo>
                    <a:pt x="4086" y="3063"/>
                    <a:pt x="4101" y="3048"/>
                    <a:pt x="4101" y="3048"/>
                  </a:cubicBezTo>
                  <a:cubicBezTo>
                    <a:pt x="4001" y="2714"/>
                    <a:pt x="3901" y="2414"/>
                    <a:pt x="3634" y="2181"/>
                  </a:cubicBezTo>
                  <a:cubicBezTo>
                    <a:pt x="3600" y="2081"/>
                    <a:pt x="3500" y="2014"/>
                    <a:pt x="3434" y="1947"/>
                  </a:cubicBezTo>
                  <a:lnTo>
                    <a:pt x="3500" y="1947"/>
                  </a:lnTo>
                  <a:cubicBezTo>
                    <a:pt x="3734" y="2114"/>
                    <a:pt x="3967" y="2247"/>
                    <a:pt x="4134" y="2514"/>
                  </a:cubicBezTo>
                  <a:cubicBezTo>
                    <a:pt x="4334" y="2781"/>
                    <a:pt x="4501" y="3081"/>
                    <a:pt x="4568" y="3415"/>
                  </a:cubicBezTo>
                  <a:lnTo>
                    <a:pt x="4601" y="3415"/>
                  </a:lnTo>
                  <a:cubicBezTo>
                    <a:pt x="4568" y="3081"/>
                    <a:pt x="4468" y="2781"/>
                    <a:pt x="4334" y="2514"/>
                  </a:cubicBezTo>
                  <a:lnTo>
                    <a:pt x="4334" y="2514"/>
                  </a:lnTo>
                  <a:cubicBezTo>
                    <a:pt x="4734" y="2915"/>
                    <a:pt x="4968" y="3482"/>
                    <a:pt x="5302" y="3982"/>
                  </a:cubicBezTo>
                  <a:cubicBezTo>
                    <a:pt x="5602" y="4449"/>
                    <a:pt x="5969" y="4883"/>
                    <a:pt x="6436" y="5216"/>
                  </a:cubicBezTo>
                  <a:cubicBezTo>
                    <a:pt x="6436" y="5250"/>
                    <a:pt x="6469" y="5250"/>
                    <a:pt x="6469" y="5250"/>
                  </a:cubicBezTo>
                  <a:cubicBezTo>
                    <a:pt x="6536" y="5350"/>
                    <a:pt x="6636" y="5383"/>
                    <a:pt x="6769" y="5483"/>
                  </a:cubicBezTo>
                  <a:cubicBezTo>
                    <a:pt x="8137" y="6350"/>
                    <a:pt x="9871" y="6651"/>
                    <a:pt x="11473" y="6917"/>
                  </a:cubicBezTo>
                  <a:cubicBezTo>
                    <a:pt x="12378" y="7067"/>
                    <a:pt x="13345" y="7162"/>
                    <a:pt x="14320" y="7162"/>
                  </a:cubicBezTo>
                  <a:cubicBezTo>
                    <a:pt x="16614" y="7162"/>
                    <a:pt x="18950" y="6632"/>
                    <a:pt x="20612" y="5016"/>
                  </a:cubicBezTo>
                  <a:cubicBezTo>
                    <a:pt x="20646" y="4949"/>
                    <a:pt x="20646" y="4949"/>
                    <a:pt x="20646" y="4916"/>
                  </a:cubicBezTo>
                  <a:lnTo>
                    <a:pt x="20679" y="4916"/>
                  </a:lnTo>
                  <a:cubicBezTo>
                    <a:pt x="20822" y="4859"/>
                    <a:pt x="20769" y="4629"/>
                    <a:pt x="20645" y="4629"/>
                  </a:cubicBezTo>
                  <a:cubicBezTo>
                    <a:pt x="20625" y="4629"/>
                    <a:pt x="20603" y="4635"/>
                    <a:pt x="20579" y="4649"/>
                  </a:cubicBezTo>
                  <a:cubicBezTo>
                    <a:pt x="19779" y="4516"/>
                    <a:pt x="18978" y="4416"/>
                    <a:pt x="18177" y="4249"/>
                  </a:cubicBezTo>
                  <a:cubicBezTo>
                    <a:pt x="17410" y="4049"/>
                    <a:pt x="16643" y="3815"/>
                    <a:pt x="15909" y="3515"/>
                  </a:cubicBezTo>
                  <a:cubicBezTo>
                    <a:pt x="14308" y="2881"/>
                    <a:pt x="12774" y="2247"/>
                    <a:pt x="11172" y="1647"/>
                  </a:cubicBezTo>
                  <a:cubicBezTo>
                    <a:pt x="9780" y="1102"/>
                    <a:pt x="8106" y="386"/>
                    <a:pt x="6550" y="386"/>
                  </a:cubicBezTo>
                  <a:cubicBezTo>
                    <a:pt x="5535" y="386"/>
                    <a:pt x="4571" y="691"/>
                    <a:pt x="3767" y="1547"/>
                  </a:cubicBezTo>
                  <a:cubicBezTo>
                    <a:pt x="3700" y="1580"/>
                    <a:pt x="3700" y="1647"/>
                    <a:pt x="3700" y="1680"/>
                  </a:cubicBezTo>
                  <a:lnTo>
                    <a:pt x="3367" y="1680"/>
                  </a:lnTo>
                  <a:cubicBezTo>
                    <a:pt x="4312" y="593"/>
                    <a:pt x="5576" y="143"/>
                    <a:pt x="6948" y="143"/>
                  </a:cubicBezTo>
                  <a:cubicBezTo>
                    <a:pt x="7175" y="143"/>
                    <a:pt x="7405" y="156"/>
                    <a:pt x="7637" y="179"/>
                  </a:cubicBezTo>
                  <a:cubicBezTo>
                    <a:pt x="7670" y="179"/>
                    <a:pt x="7670" y="146"/>
                    <a:pt x="7637" y="146"/>
                  </a:cubicBezTo>
                  <a:cubicBezTo>
                    <a:pt x="7292" y="48"/>
                    <a:pt x="6937" y="1"/>
                    <a:pt x="65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82" name="Google Shape;6182;p70"/>
            <p:cNvSpPr/>
            <p:nvPr/>
          </p:nvSpPr>
          <p:spPr>
            <a:xfrm>
              <a:off x="2781325" y="3501275"/>
              <a:ext cx="9200" cy="6700"/>
            </a:xfrm>
            <a:custGeom>
              <a:avLst/>
              <a:gdLst/>
              <a:ahLst/>
              <a:cxnLst/>
              <a:rect l="l" t="t" r="r" b="b"/>
              <a:pathLst>
                <a:path w="368" h="268" extrusionOk="0">
                  <a:moveTo>
                    <a:pt x="201" y="1"/>
                  </a:moveTo>
                  <a:cubicBezTo>
                    <a:pt x="0" y="1"/>
                    <a:pt x="0" y="268"/>
                    <a:pt x="201" y="268"/>
                  </a:cubicBezTo>
                  <a:cubicBezTo>
                    <a:pt x="367" y="268"/>
                    <a:pt x="367" y="1"/>
                    <a:pt x="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83" name="Google Shape;6183;p70"/>
            <p:cNvSpPr/>
            <p:nvPr/>
          </p:nvSpPr>
          <p:spPr>
            <a:xfrm>
              <a:off x="2811350" y="3509625"/>
              <a:ext cx="8350" cy="6700"/>
            </a:xfrm>
            <a:custGeom>
              <a:avLst/>
              <a:gdLst/>
              <a:ahLst/>
              <a:cxnLst/>
              <a:rect l="l" t="t" r="r" b="b"/>
              <a:pathLst>
                <a:path w="334" h="268" extrusionOk="0">
                  <a:moveTo>
                    <a:pt x="167" y="0"/>
                  </a:moveTo>
                  <a:cubicBezTo>
                    <a:pt x="0" y="0"/>
                    <a:pt x="0" y="267"/>
                    <a:pt x="167" y="267"/>
                  </a:cubicBezTo>
                  <a:cubicBezTo>
                    <a:pt x="334" y="267"/>
                    <a:pt x="334"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84" name="Google Shape;6184;p70"/>
            <p:cNvSpPr/>
            <p:nvPr/>
          </p:nvSpPr>
          <p:spPr>
            <a:xfrm>
              <a:off x="2752975" y="3511300"/>
              <a:ext cx="9200" cy="7525"/>
            </a:xfrm>
            <a:custGeom>
              <a:avLst/>
              <a:gdLst/>
              <a:ahLst/>
              <a:cxnLst/>
              <a:rect l="l" t="t" r="r" b="b"/>
              <a:pathLst>
                <a:path w="368" h="301" extrusionOk="0">
                  <a:moveTo>
                    <a:pt x="200" y="0"/>
                  </a:moveTo>
                  <a:cubicBezTo>
                    <a:pt x="0" y="0"/>
                    <a:pt x="0" y="300"/>
                    <a:pt x="200" y="300"/>
                  </a:cubicBezTo>
                  <a:cubicBezTo>
                    <a:pt x="367" y="300"/>
                    <a:pt x="367" y="0"/>
                    <a:pt x="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85" name="Google Shape;6185;p70"/>
            <p:cNvSpPr/>
            <p:nvPr/>
          </p:nvSpPr>
          <p:spPr>
            <a:xfrm>
              <a:off x="2899750" y="3546325"/>
              <a:ext cx="6700" cy="5850"/>
            </a:xfrm>
            <a:custGeom>
              <a:avLst/>
              <a:gdLst/>
              <a:ahLst/>
              <a:cxnLst/>
              <a:rect l="l" t="t" r="r" b="b"/>
              <a:pathLst>
                <a:path w="268" h="234" extrusionOk="0">
                  <a:moveTo>
                    <a:pt x="134" y="0"/>
                  </a:moveTo>
                  <a:cubicBezTo>
                    <a:pt x="0" y="0"/>
                    <a:pt x="0" y="234"/>
                    <a:pt x="134" y="234"/>
                  </a:cubicBezTo>
                  <a:cubicBezTo>
                    <a:pt x="267" y="234"/>
                    <a:pt x="267" y="0"/>
                    <a:pt x="1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86" name="Google Shape;6186;p70"/>
            <p:cNvSpPr/>
            <p:nvPr/>
          </p:nvSpPr>
          <p:spPr>
            <a:xfrm>
              <a:off x="2876400" y="3558000"/>
              <a:ext cx="7525" cy="5850"/>
            </a:xfrm>
            <a:custGeom>
              <a:avLst/>
              <a:gdLst/>
              <a:ahLst/>
              <a:cxnLst/>
              <a:rect l="l" t="t" r="r" b="b"/>
              <a:pathLst>
                <a:path w="301" h="234" extrusionOk="0">
                  <a:moveTo>
                    <a:pt x="134" y="0"/>
                  </a:moveTo>
                  <a:cubicBezTo>
                    <a:pt x="0" y="0"/>
                    <a:pt x="0" y="234"/>
                    <a:pt x="134" y="234"/>
                  </a:cubicBezTo>
                  <a:cubicBezTo>
                    <a:pt x="300" y="234"/>
                    <a:pt x="300" y="0"/>
                    <a:pt x="1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6190" name="Shape 6190"/>
        <p:cNvGrpSpPr/>
        <p:nvPr/>
      </p:nvGrpSpPr>
      <p:grpSpPr>
        <a:xfrm>
          <a:off x="0" y="0"/>
          <a:ext cx="0" cy="0"/>
          <a:chOff x="0" y="0"/>
          <a:chExt cx="0" cy="0"/>
        </a:xfrm>
      </p:grpSpPr>
      <p:sp>
        <p:nvSpPr>
          <p:cNvPr id="6191" name="Google Shape;6191;p71"/>
          <p:cNvSpPr txBox="1"/>
          <p:nvPr>
            <p:ph type="title"/>
          </p:nvPr>
        </p:nvSpPr>
        <p:spPr>
          <a:xfrm>
            <a:off x="716700" y="511025"/>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Instructions for use</a:t>
            </a:r>
            <a:endParaRPr lang="en-GB"/>
          </a:p>
        </p:txBody>
      </p:sp>
      <p:sp>
        <p:nvSpPr>
          <p:cNvPr id="6192" name="Google Shape;6192;p71"/>
          <p:cNvSpPr txBox="1"/>
          <p:nvPr/>
        </p:nvSpPr>
        <p:spPr>
          <a:xfrm>
            <a:off x="716775" y="1188000"/>
            <a:ext cx="7710600" cy="3444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Clr>
                <a:srgbClr val="0E2A47"/>
              </a:buClr>
              <a:buSzPts val="1100"/>
              <a:buFont typeface="Arial" panose="020B0604020202020204"/>
              <a:buNone/>
            </a:pPr>
            <a:r>
              <a:rPr lang="en-GB" sz="1100">
                <a:solidFill>
                  <a:schemeClr val="lt1"/>
                </a:solidFill>
              </a:rPr>
              <a:t>If you have a free account, in order to use this template, you must credit </a:t>
            </a:r>
            <a:r>
              <a:rPr lang="en-GB" sz="1100" b="1" u="sng">
                <a:solidFill>
                  <a:schemeClr val="hlink"/>
                </a:solidFill>
                <a:hlinkClick r:id="rId1"/>
              </a:rPr>
              <a:t>Slidesgo</a:t>
            </a:r>
            <a:r>
              <a:rPr lang="en-GB" sz="1100" b="1">
                <a:solidFill>
                  <a:schemeClr val="hlink"/>
                </a:solidFill>
              </a:rPr>
              <a:t> </a:t>
            </a:r>
            <a:r>
              <a:rPr lang="en-GB" sz="1100">
                <a:solidFill>
                  <a:schemeClr val="lt1"/>
                </a:solidFill>
              </a:rPr>
              <a:t>by keeping the </a:t>
            </a:r>
            <a:r>
              <a:rPr lang="en-GB" sz="1100" b="1" u="sng">
                <a:solidFill>
                  <a:schemeClr val="hlink"/>
                </a:solidFill>
                <a:hlinkClick r:id="rId2" action="ppaction://hlinksldjump"/>
              </a:rPr>
              <a:t>Thanks</a:t>
            </a:r>
            <a:r>
              <a:rPr lang="en-GB" sz="1100" b="1">
                <a:solidFill>
                  <a:schemeClr val="hlink"/>
                </a:solidFill>
              </a:rPr>
              <a:t> </a:t>
            </a:r>
            <a:r>
              <a:rPr lang="en-GB" sz="1100">
                <a:solidFill>
                  <a:schemeClr val="lt1"/>
                </a:solidFill>
              </a:rPr>
              <a:t>slide. Please refer to the next slide to read the instructions for premium users.</a:t>
            </a:r>
            <a:endParaRPr sz="1100">
              <a:solidFill>
                <a:schemeClr val="lt1"/>
              </a:solidFill>
            </a:endParaRPr>
          </a:p>
          <a:p>
            <a:pPr marL="0" lvl="0" indent="0" algn="l" rtl="0">
              <a:spcBef>
                <a:spcPts val="1000"/>
              </a:spcBef>
              <a:spcAft>
                <a:spcPts val="0"/>
              </a:spcAft>
              <a:buClr>
                <a:srgbClr val="0E2A47"/>
              </a:buClr>
              <a:buSzPts val="1100"/>
              <a:buFont typeface="Arial" panose="020B0604020202020204"/>
              <a:buNone/>
            </a:pPr>
            <a:r>
              <a:rPr lang="en-GB" sz="1100" b="1">
                <a:solidFill>
                  <a:schemeClr val="hlink"/>
                </a:solidFill>
              </a:rPr>
              <a:t>As a Free user, you are allowed to:</a:t>
            </a:r>
            <a:endParaRPr sz="1100" b="1">
              <a:solidFill>
                <a:schemeClr val="hlink"/>
              </a:solidFill>
            </a:endParaRPr>
          </a:p>
          <a:p>
            <a:pPr marL="457200" lvl="0" indent="-298450" algn="l" rtl="0">
              <a:spcBef>
                <a:spcPts val="0"/>
              </a:spcBef>
              <a:spcAft>
                <a:spcPts val="0"/>
              </a:spcAft>
              <a:buClr>
                <a:schemeClr val="lt1"/>
              </a:buClr>
              <a:buSzPts val="1100"/>
              <a:buChar char="●"/>
            </a:pPr>
            <a:r>
              <a:rPr lang="en-GB" sz="1100">
                <a:solidFill>
                  <a:schemeClr val="lt1"/>
                </a:solidFill>
              </a:rPr>
              <a:t>Modify this template.</a:t>
            </a:r>
            <a:endParaRPr sz="1100">
              <a:solidFill>
                <a:schemeClr val="lt1"/>
              </a:solidFill>
            </a:endParaRPr>
          </a:p>
          <a:p>
            <a:pPr marL="457200" lvl="0" indent="-298450" algn="l" rtl="0">
              <a:spcBef>
                <a:spcPts val="0"/>
              </a:spcBef>
              <a:spcAft>
                <a:spcPts val="0"/>
              </a:spcAft>
              <a:buClr>
                <a:schemeClr val="lt1"/>
              </a:buClr>
              <a:buSzPts val="1100"/>
              <a:buChar char="●"/>
            </a:pPr>
            <a:r>
              <a:rPr lang="en-GB" sz="1100">
                <a:solidFill>
                  <a:schemeClr val="lt1"/>
                </a:solidFill>
              </a:rPr>
              <a:t>Use it for both personal and commercial projects.</a:t>
            </a:r>
            <a:endParaRPr sz="1100">
              <a:solidFill>
                <a:schemeClr val="lt1"/>
              </a:solidFill>
            </a:endParaRPr>
          </a:p>
          <a:p>
            <a:pPr marL="0" lvl="0" indent="0" algn="l" rtl="0">
              <a:spcBef>
                <a:spcPts val="1000"/>
              </a:spcBef>
              <a:spcAft>
                <a:spcPts val="0"/>
              </a:spcAft>
              <a:buClr>
                <a:srgbClr val="0E2A47"/>
              </a:buClr>
              <a:buSzPts val="1100"/>
              <a:buFont typeface="Arial" panose="020B0604020202020204"/>
              <a:buNone/>
            </a:pPr>
            <a:r>
              <a:rPr lang="en-GB" sz="1100" b="1">
                <a:solidFill>
                  <a:schemeClr val="hlink"/>
                </a:solidFill>
              </a:rPr>
              <a:t>You are not allowed to:</a:t>
            </a:r>
            <a:endParaRPr sz="1100" b="1">
              <a:solidFill>
                <a:schemeClr val="hlink"/>
              </a:solidFill>
            </a:endParaRPr>
          </a:p>
          <a:p>
            <a:pPr marL="457200" lvl="0" indent="-298450" algn="l" rtl="0">
              <a:spcBef>
                <a:spcPts val="0"/>
              </a:spcBef>
              <a:spcAft>
                <a:spcPts val="0"/>
              </a:spcAft>
              <a:buClr>
                <a:schemeClr val="lt1"/>
              </a:buClr>
              <a:buSzPts val="1100"/>
              <a:buChar char="●"/>
            </a:pPr>
            <a:r>
              <a:rPr lang="en-GB" sz="1100">
                <a:solidFill>
                  <a:schemeClr val="lt1"/>
                </a:solidFill>
              </a:rPr>
              <a:t>Sublicense, sell or rent any of Slidesgo Content (or a modified version of Slidesgo Content).</a:t>
            </a:r>
            <a:endParaRPr sz="1100">
              <a:solidFill>
                <a:schemeClr val="lt1"/>
              </a:solidFill>
            </a:endParaRPr>
          </a:p>
          <a:p>
            <a:pPr marL="457200" lvl="0" indent="-298450" algn="l" rtl="0">
              <a:spcBef>
                <a:spcPts val="0"/>
              </a:spcBef>
              <a:spcAft>
                <a:spcPts val="0"/>
              </a:spcAft>
              <a:buClr>
                <a:schemeClr val="lt1"/>
              </a:buClr>
              <a:buSzPts val="1100"/>
              <a:buChar char="●"/>
            </a:pPr>
            <a:r>
              <a:rPr lang="en-GB" sz="1100">
                <a:solidFill>
                  <a:schemeClr val="lt1"/>
                </a:solidFill>
              </a:rPr>
              <a:t>Distribute Slidesgo Content unless it has been expressly authorized by Slidesgo.</a:t>
            </a:r>
            <a:endParaRPr sz="1100">
              <a:solidFill>
                <a:schemeClr val="lt1"/>
              </a:solidFill>
            </a:endParaRPr>
          </a:p>
          <a:p>
            <a:pPr marL="457200" lvl="0" indent="-298450" algn="l" rtl="0">
              <a:spcBef>
                <a:spcPts val="0"/>
              </a:spcBef>
              <a:spcAft>
                <a:spcPts val="0"/>
              </a:spcAft>
              <a:buClr>
                <a:schemeClr val="lt1"/>
              </a:buClr>
              <a:buSzPts val="1100"/>
              <a:buChar char="●"/>
            </a:pPr>
            <a:r>
              <a:rPr lang="en-GB" sz="1100">
                <a:solidFill>
                  <a:schemeClr val="lt1"/>
                </a:solidFill>
              </a:rPr>
              <a:t>Include Slidesgo Content in an online or offline database or file.</a:t>
            </a:r>
            <a:endParaRPr sz="1100">
              <a:solidFill>
                <a:schemeClr val="lt1"/>
              </a:solidFill>
            </a:endParaRPr>
          </a:p>
          <a:p>
            <a:pPr marL="457200" lvl="0" indent="-298450" algn="l" rtl="0">
              <a:spcBef>
                <a:spcPts val="0"/>
              </a:spcBef>
              <a:spcAft>
                <a:spcPts val="0"/>
              </a:spcAft>
              <a:buClr>
                <a:schemeClr val="lt1"/>
              </a:buClr>
              <a:buSzPts val="1100"/>
              <a:buChar char="●"/>
            </a:pPr>
            <a:r>
              <a:rPr lang="en-GB" sz="1100">
                <a:solidFill>
                  <a:schemeClr val="lt1"/>
                </a:solidFill>
              </a:rPr>
              <a:t>Offer Slidesgo templates (or modified versions of Slidesgo templates) for download.</a:t>
            </a:r>
            <a:endParaRPr sz="1100">
              <a:solidFill>
                <a:schemeClr val="lt1"/>
              </a:solidFill>
            </a:endParaRPr>
          </a:p>
          <a:p>
            <a:pPr marL="457200" lvl="0" indent="-298450" algn="l" rtl="0">
              <a:spcBef>
                <a:spcPts val="0"/>
              </a:spcBef>
              <a:spcAft>
                <a:spcPts val="0"/>
              </a:spcAft>
              <a:buClr>
                <a:schemeClr val="lt1"/>
              </a:buClr>
              <a:buSzPts val="1100"/>
              <a:buChar char="●"/>
            </a:pPr>
            <a:r>
              <a:rPr lang="en-GB" sz="1100">
                <a:solidFill>
                  <a:schemeClr val="lt1"/>
                </a:solidFill>
              </a:rPr>
              <a:t>Acquire the copyright of Slidesgo Content.</a:t>
            </a:r>
            <a:endParaRPr sz="1100">
              <a:solidFill>
                <a:schemeClr val="lt1"/>
              </a:solidFill>
            </a:endParaRPr>
          </a:p>
          <a:p>
            <a:pPr marL="0" lvl="0" indent="0" algn="l" rtl="0">
              <a:spcBef>
                <a:spcPts val="0"/>
              </a:spcBef>
              <a:spcAft>
                <a:spcPts val="0"/>
              </a:spcAft>
              <a:buClr>
                <a:srgbClr val="0E2A47"/>
              </a:buClr>
              <a:buSzPts val="1100"/>
              <a:buFont typeface="Arial" panose="020B0604020202020204"/>
              <a:buNone/>
            </a:pPr>
            <a:endParaRPr sz="1100">
              <a:solidFill>
                <a:schemeClr val="lt1"/>
              </a:solidFill>
            </a:endParaRPr>
          </a:p>
          <a:p>
            <a:pPr marL="0" lvl="0" indent="0" algn="l" rtl="0">
              <a:spcBef>
                <a:spcPts val="0"/>
              </a:spcBef>
              <a:spcAft>
                <a:spcPts val="0"/>
              </a:spcAft>
              <a:buClr>
                <a:srgbClr val="0E2A47"/>
              </a:buClr>
              <a:buSzPts val="1100"/>
              <a:buFont typeface="Arial" panose="020B0604020202020204"/>
              <a:buNone/>
            </a:pPr>
            <a:endParaRPr sz="1100">
              <a:solidFill>
                <a:schemeClr val="lt1"/>
              </a:solidFill>
            </a:endParaRPr>
          </a:p>
          <a:p>
            <a:pPr marL="0" lvl="0" indent="0" algn="l" rtl="0">
              <a:spcBef>
                <a:spcPts val="0"/>
              </a:spcBef>
              <a:spcAft>
                <a:spcPts val="0"/>
              </a:spcAft>
              <a:buClr>
                <a:srgbClr val="0E2A47"/>
              </a:buClr>
              <a:buSzPts val="1100"/>
              <a:buFont typeface="Arial" panose="020B0604020202020204"/>
              <a:buNone/>
            </a:pPr>
            <a:endParaRPr sz="1100">
              <a:solidFill>
                <a:schemeClr val="lt1"/>
              </a:solidFill>
            </a:endParaRPr>
          </a:p>
          <a:p>
            <a:pPr marL="0" lvl="0" indent="0" algn="l" rtl="0">
              <a:spcBef>
                <a:spcPts val="0"/>
              </a:spcBef>
              <a:spcAft>
                <a:spcPts val="0"/>
              </a:spcAft>
              <a:buClr>
                <a:srgbClr val="0E2A47"/>
              </a:buClr>
              <a:buSzPts val="1100"/>
              <a:buFont typeface="Arial" panose="020B0604020202020204"/>
              <a:buNone/>
            </a:pPr>
            <a:endParaRPr sz="1100">
              <a:solidFill>
                <a:schemeClr val="lt1"/>
              </a:solidFill>
            </a:endParaRPr>
          </a:p>
          <a:p>
            <a:pPr marL="0" lvl="0" indent="0" algn="ctr" rtl="0">
              <a:spcBef>
                <a:spcPts val="0"/>
              </a:spcBef>
              <a:spcAft>
                <a:spcPts val="0"/>
              </a:spcAft>
              <a:buClr>
                <a:srgbClr val="0E2A47"/>
              </a:buClr>
              <a:buSzPts val="1100"/>
              <a:buFont typeface="Arial" panose="020B0604020202020204"/>
              <a:buNone/>
            </a:pPr>
            <a:r>
              <a:rPr lang="en-GB" sz="1100">
                <a:solidFill>
                  <a:schemeClr val="lt1"/>
                </a:solidFill>
              </a:rPr>
              <a:t>For more information about editing slides, please read our FAQs or visit our blog:</a:t>
            </a:r>
            <a:endParaRPr sz="1100">
              <a:solidFill>
                <a:schemeClr val="lt1"/>
              </a:solidFill>
            </a:endParaRPr>
          </a:p>
          <a:p>
            <a:pPr marL="0" lvl="0" indent="0" algn="ctr" rtl="0">
              <a:spcBef>
                <a:spcPts val="0"/>
              </a:spcBef>
              <a:spcAft>
                <a:spcPts val="0"/>
              </a:spcAft>
              <a:buClr>
                <a:srgbClr val="0E2A47"/>
              </a:buClr>
              <a:buSzPts val="1100"/>
              <a:buFont typeface="Arial" panose="020B0604020202020204"/>
              <a:buNone/>
            </a:pPr>
            <a:r>
              <a:rPr lang="en-GB" sz="1100" b="1" u="sng">
                <a:solidFill>
                  <a:schemeClr val="hlink"/>
                </a:solidFill>
                <a:hlinkClick r:id="rId3"/>
              </a:rPr>
              <a:t>https://slidesgo.com/faqs</a:t>
            </a:r>
            <a:r>
              <a:rPr lang="en-GB" sz="1100">
                <a:solidFill>
                  <a:schemeClr val="lt1"/>
                </a:solidFill>
              </a:rPr>
              <a:t> and </a:t>
            </a:r>
            <a:r>
              <a:rPr lang="en-GB" sz="1100" b="1" u="sng">
                <a:solidFill>
                  <a:schemeClr val="hlink"/>
                </a:solidFill>
                <a:hlinkClick r:id="rId4"/>
              </a:rPr>
              <a:t>https://slidesgo.com/slidesgo-school</a:t>
            </a:r>
            <a:endParaRPr sz="1000">
              <a:solidFill>
                <a:srgbClr val="FFFFFF"/>
              </a:solidFill>
            </a:endParaRPr>
          </a:p>
        </p:txBody>
      </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6196" name="Shape 6196"/>
        <p:cNvGrpSpPr/>
        <p:nvPr/>
      </p:nvGrpSpPr>
      <p:grpSpPr>
        <a:xfrm>
          <a:off x="0" y="0"/>
          <a:ext cx="0" cy="0"/>
          <a:chOff x="0" y="0"/>
          <a:chExt cx="0" cy="0"/>
        </a:xfrm>
      </p:grpSpPr>
      <p:sp>
        <p:nvSpPr>
          <p:cNvPr id="6197" name="Google Shape;6197;p72"/>
          <p:cNvSpPr txBox="1"/>
          <p:nvPr/>
        </p:nvSpPr>
        <p:spPr>
          <a:xfrm>
            <a:off x="716775" y="1188000"/>
            <a:ext cx="7710600" cy="3444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Clr>
                <a:srgbClr val="0E2A47"/>
              </a:buClr>
              <a:buSzPts val="1100"/>
              <a:buFont typeface="Arial" panose="020B0604020202020204"/>
              <a:buNone/>
            </a:pPr>
            <a:r>
              <a:rPr lang="en-GB" sz="1100">
                <a:solidFill>
                  <a:schemeClr val="lt1"/>
                </a:solidFill>
              </a:rPr>
              <a:t>As a Premium user, you can use this template without attributing </a:t>
            </a:r>
            <a:r>
              <a:rPr lang="en-GB" sz="1100" b="1" u="sng">
                <a:solidFill>
                  <a:schemeClr val="hlink"/>
                </a:solidFill>
                <a:hlinkClick r:id="rId1"/>
              </a:rPr>
              <a:t>Slidesgo</a:t>
            </a:r>
            <a:r>
              <a:rPr lang="en-GB" sz="1100" b="1">
                <a:solidFill>
                  <a:schemeClr val="hlink"/>
                </a:solidFill>
              </a:rPr>
              <a:t> </a:t>
            </a:r>
            <a:r>
              <a:rPr lang="en-GB" sz="1100">
                <a:solidFill>
                  <a:schemeClr val="lt1"/>
                </a:solidFill>
              </a:rPr>
              <a:t>or keeping the </a:t>
            </a:r>
            <a:r>
              <a:rPr lang="en-GB" sz="1100" b="1" u="sng">
                <a:solidFill>
                  <a:schemeClr val="hlink"/>
                </a:solidFill>
                <a:hlinkClick r:id="rId2" action="ppaction://hlinksldjump"/>
              </a:rPr>
              <a:t>Thanks</a:t>
            </a:r>
            <a:r>
              <a:rPr lang="en-GB" sz="1100">
                <a:solidFill>
                  <a:schemeClr val="lt1"/>
                </a:solidFill>
              </a:rPr>
              <a:t> slide.</a:t>
            </a:r>
            <a:endParaRPr sz="1100">
              <a:solidFill>
                <a:schemeClr val="lt1"/>
              </a:solidFill>
            </a:endParaRPr>
          </a:p>
          <a:p>
            <a:pPr marL="0" lvl="0" indent="0" algn="l" rtl="0">
              <a:spcBef>
                <a:spcPts val="1000"/>
              </a:spcBef>
              <a:spcAft>
                <a:spcPts val="0"/>
              </a:spcAft>
              <a:buClr>
                <a:srgbClr val="0E2A47"/>
              </a:buClr>
              <a:buSzPts val="1100"/>
              <a:buFont typeface="Arial" panose="020B0604020202020204"/>
              <a:buNone/>
            </a:pPr>
            <a:r>
              <a:rPr lang="en-GB" sz="1100" b="1">
                <a:solidFill>
                  <a:schemeClr val="hlink"/>
                </a:solidFill>
              </a:rPr>
              <a:t>You are allowed to:</a:t>
            </a:r>
            <a:endParaRPr sz="1100" b="1">
              <a:solidFill>
                <a:schemeClr val="hlink"/>
              </a:solidFill>
            </a:endParaRPr>
          </a:p>
          <a:p>
            <a:pPr marL="457200" lvl="0" indent="-298450" algn="l" rtl="0">
              <a:spcBef>
                <a:spcPts val="0"/>
              </a:spcBef>
              <a:spcAft>
                <a:spcPts val="0"/>
              </a:spcAft>
              <a:buClr>
                <a:schemeClr val="lt1"/>
              </a:buClr>
              <a:buSzPts val="1100"/>
              <a:buFont typeface="Arial" panose="020B0604020202020204"/>
              <a:buChar char="●"/>
            </a:pPr>
            <a:r>
              <a:rPr lang="en-GB" sz="1100">
                <a:solidFill>
                  <a:schemeClr val="lt1"/>
                </a:solidFill>
              </a:rPr>
              <a:t>Modify this template.</a:t>
            </a:r>
            <a:endParaRPr sz="1100">
              <a:solidFill>
                <a:schemeClr val="lt1"/>
              </a:solidFill>
            </a:endParaRPr>
          </a:p>
          <a:p>
            <a:pPr marL="457200" lvl="0" indent="-298450" algn="l" rtl="0">
              <a:spcBef>
                <a:spcPts val="0"/>
              </a:spcBef>
              <a:spcAft>
                <a:spcPts val="0"/>
              </a:spcAft>
              <a:buClr>
                <a:schemeClr val="lt1"/>
              </a:buClr>
              <a:buSzPts val="1100"/>
              <a:buFont typeface="Arial" panose="020B0604020202020204"/>
              <a:buChar char="●"/>
            </a:pPr>
            <a:r>
              <a:rPr lang="en-GB" sz="1100">
                <a:solidFill>
                  <a:schemeClr val="lt1"/>
                </a:solidFill>
              </a:rPr>
              <a:t>Use it for both personal and commercial purposes.</a:t>
            </a:r>
            <a:endParaRPr sz="1100">
              <a:solidFill>
                <a:schemeClr val="lt1"/>
              </a:solidFill>
            </a:endParaRPr>
          </a:p>
          <a:p>
            <a:pPr marL="457200" lvl="0" indent="-298450" algn="l" rtl="0">
              <a:spcBef>
                <a:spcPts val="0"/>
              </a:spcBef>
              <a:spcAft>
                <a:spcPts val="0"/>
              </a:spcAft>
              <a:buClr>
                <a:schemeClr val="lt1"/>
              </a:buClr>
              <a:buSzPts val="1100"/>
              <a:buFont typeface="Arial" panose="020B0604020202020204"/>
              <a:buChar char="●"/>
            </a:pPr>
            <a:r>
              <a:rPr lang="en-GB" sz="1100">
                <a:solidFill>
                  <a:schemeClr val="lt1"/>
                </a:solidFill>
              </a:rPr>
              <a:t>Hide or delete the “Thanks” slide and the mention to Slidesgo in the credits.</a:t>
            </a:r>
            <a:endParaRPr sz="1100">
              <a:solidFill>
                <a:schemeClr val="lt1"/>
              </a:solidFill>
            </a:endParaRPr>
          </a:p>
          <a:p>
            <a:pPr marL="457200" lvl="0" indent="-298450" algn="l" rtl="0">
              <a:spcBef>
                <a:spcPts val="0"/>
              </a:spcBef>
              <a:spcAft>
                <a:spcPts val="0"/>
              </a:spcAft>
              <a:buClr>
                <a:schemeClr val="lt1"/>
              </a:buClr>
              <a:buSzPts val="1100"/>
              <a:buFont typeface="Arial" panose="020B0604020202020204"/>
              <a:buChar char="●"/>
            </a:pPr>
            <a:r>
              <a:rPr lang="en-GB" sz="1100">
                <a:solidFill>
                  <a:schemeClr val="lt1"/>
                </a:solidFill>
              </a:rPr>
              <a:t>Share this template in an editable format with people who are not part of your team.</a:t>
            </a:r>
            <a:endParaRPr sz="1100">
              <a:solidFill>
                <a:schemeClr val="lt1"/>
              </a:solidFill>
            </a:endParaRPr>
          </a:p>
          <a:p>
            <a:pPr marL="0" lvl="0" indent="0" algn="l" rtl="0">
              <a:spcBef>
                <a:spcPts val="1000"/>
              </a:spcBef>
              <a:spcAft>
                <a:spcPts val="0"/>
              </a:spcAft>
              <a:buClr>
                <a:srgbClr val="0E2A47"/>
              </a:buClr>
              <a:buSzPts val="1100"/>
              <a:buFont typeface="Arial" panose="020B0604020202020204"/>
              <a:buNone/>
            </a:pPr>
            <a:r>
              <a:rPr lang="en-GB" sz="1100" b="1">
                <a:solidFill>
                  <a:schemeClr val="hlink"/>
                </a:solidFill>
              </a:rPr>
              <a:t>You are not allowed to:</a:t>
            </a:r>
            <a:endParaRPr sz="1100" b="1">
              <a:solidFill>
                <a:schemeClr val="hlink"/>
              </a:solidFill>
            </a:endParaRPr>
          </a:p>
          <a:p>
            <a:pPr marL="457200" lvl="0" indent="-298450" algn="l" rtl="0">
              <a:spcBef>
                <a:spcPts val="0"/>
              </a:spcBef>
              <a:spcAft>
                <a:spcPts val="0"/>
              </a:spcAft>
              <a:buClr>
                <a:schemeClr val="lt1"/>
              </a:buClr>
              <a:buSzPts val="1100"/>
              <a:buFont typeface="Arial" panose="020B0604020202020204"/>
              <a:buChar char="●"/>
            </a:pPr>
            <a:r>
              <a:rPr lang="en-GB" sz="1100">
                <a:solidFill>
                  <a:schemeClr val="lt1"/>
                </a:solidFill>
              </a:rPr>
              <a:t>Sublicense, sell or rent this Slidesgo Template (or a modified version of this Slidesgo Template).</a:t>
            </a:r>
            <a:endParaRPr sz="1100">
              <a:solidFill>
                <a:schemeClr val="lt1"/>
              </a:solidFill>
            </a:endParaRPr>
          </a:p>
          <a:p>
            <a:pPr marL="457200" lvl="0" indent="-298450" algn="l" rtl="0">
              <a:spcBef>
                <a:spcPts val="0"/>
              </a:spcBef>
              <a:spcAft>
                <a:spcPts val="0"/>
              </a:spcAft>
              <a:buClr>
                <a:schemeClr val="lt1"/>
              </a:buClr>
              <a:buSzPts val="1100"/>
              <a:buFont typeface="Arial" panose="020B0604020202020204"/>
              <a:buChar char="●"/>
            </a:pPr>
            <a:r>
              <a:rPr lang="en-GB"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marL="457200" lvl="0" indent="-298450" algn="l" rtl="0">
              <a:spcBef>
                <a:spcPts val="0"/>
              </a:spcBef>
              <a:spcAft>
                <a:spcPts val="0"/>
              </a:spcAft>
              <a:buClr>
                <a:schemeClr val="lt1"/>
              </a:buClr>
              <a:buSzPts val="1100"/>
              <a:buFont typeface="Arial" panose="020B0604020202020204"/>
              <a:buChar char="●"/>
            </a:pPr>
            <a:r>
              <a:rPr lang="en-GB" sz="1100">
                <a:solidFill>
                  <a:schemeClr val="lt1"/>
                </a:solidFill>
              </a:rPr>
              <a:t>Use any of the elements that are part of this Slidesgo Template in an isolated and separated way from this Template.</a:t>
            </a:r>
            <a:endParaRPr sz="1100">
              <a:solidFill>
                <a:schemeClr val="lt1"/>
              </a:solidFill>
            </a:endParaRPr>
          </a:p>
          <a:p>
            <a:pPr marL="457200" lvl="0" indent="-298450" algn="l" rtl="0">
              <a:spcBef>
                <a:spcPts val="0"/>
              </a:spcBef>
              <a:spcAft>
                <a:spcPts val="0"/>
              </a:spcAft>
              <a:buClr>
                <a:schemeClr val="lt1"/>
              </a:buClr>
              <a:buSzPts val="1100"/>
              <a:buFont typeface="Arial" panose="020B0604020202020204"/>
              <a:buChar char="●"/>
            </a:pPr>
            <a:r>
              <a:rPr lang="en-GB"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marL="0" lvl="0" indent="0" algn="l" rtl="0">
              <a:spcBef>
                <a:spcPts val="0"/>
              </a:spcBef>
              <a:spcAft>
                <a:spcPts val="0"/>
              </a:spcAft>
              <a:buClr>
                <a:srgbClr val="0E2A47"/>
              </a:buClr>
              <a:buSzPts val="1100"/>
              <a:buFont typeface="Arial" panose="020B0604020202020204"/>
              <a:buNone/>
            </a:pPr>
            <a:endParaRPr sz="1100">
              <a:solidFill>
                <a:schemeClr val="lt1"/>
              </a:solidFill>
            </a:endParaRPr>
          </a:p>
          <a:p>
            <a:pPr marL="0" lvl="0" indent="0" algn="ctr" rtl="0">
              <a:spcBef>
                <a:spcPts val="0"/>
              </a:spcBef>
              <a:spcAft>
                <a:spcPts val="0"/>
              </a:spcAft>
              <a:buClr>
                <a:srgbClr val="0E2A47"/>
              </a:buClr>
              <a:buSzPts val="1100"/>
              <a:buFont typeface="Arial" panose="020B0604020202020204"/>
              <a:buNone/>
            </a:pPr>
            <a:r>
              <a:rPr lang="en-GB" sz="1100">
                <a:solidFill>
                  <a:schemeClr val="lt1"/>
                </a:solidFill>
              </a:rPr>
              <a:t>For more information about editing slides, please read our FAQs or visit our blog:</a:t>
            </a:r>
            <a:endParaRPr sz="1100">
              <a:solidFill>
                <a:schemeClr val="lt1"/>
              </a:solidFill>
            </a:endParaRPr>
          </a:p>
          <a:p>
            <a:pPr marL="0" lvl="0" indent="0" algn="ctr" rtl="0">
              <a:spcBef>
                <a:spcPts val="0"/>
              </a:spcBef>
              <a:spcAft>
                <a:spcPts val="0"/>
              </a:spcAft>
              <a:buClr>
                <a:srgbClr val="0E2A47"/>
              </a:buClr>
              <a:buSzPts val="1100"/>
              <a:buFont typeface="Arial" panose="020B0604020202020204"/>
              <a:buNone/>
            </a:pPr>
            <a:r>
              <a:rPr lang="en-GB" sz="1100" b="1" u="sng">
                <a:solidFill>
                  <a:schemeClr val="hlink"/>
                </a:solidFill>
                <a:hlinkClick r:id="rId3"/>
              </a:rPr>
              <a:t>https://slidesgo.com/faqs</a:t>
            </a:r>
            <a:r>
              <a:rPr lang="en-GB" sz="1100">
                <a:solidFill>
                  <a:schemeClr val="lt1"/>
                </a:solidFill>
              </a:rPr>
              <a:t> and </a:t>
            </a:r>
            <a:r>
              <a:rPr lang="en-GB" sz="1100" b="1" u="sng">
                <a:solidFill>
                  <a:schemeClr val="hlink"/>
                </a:solidFill>
                <a:hlinkClick r:id="rId4"/>
              </a:rPr>
              <a:t>https://slidesgo.com/slidesgo-school</a:t>
            </a:r>
            <a:endParaRPr sz="1000">
              <a:solidFill>
                <a:schemeClr val="lt1"/>
              </a:solidFill>
            </a:endParaRPr>
          </a:p>
        </p:txBody>
      </p:sp>
      <p:sp>
        <p:nvSpPr>
          <p:cNvPr id="6198" name="Google Shape;6198;p72"/>
          <p:cNvSpPr txBox="1"/>
          <p:nvPr>
            <p:ph type="title"/>
          </p:nvPr>
        </p:nvSpPr>
        <p:spPr>
          <a:xfrm>
            <a:off x="716700" y="511025"/>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solidFill>
                  <a:schemeClr val="lt1"/>
                </a:solidFill>
              </a:rPr>
              <a:t>Instructions for use (premium users)</a:t>
            </a:r>
            <a:endParaRPr lang="en-GB">
              <a:solidFill>
                <a:schemeClr val="lt1"/>
              </a:solidFill>
            </a:endParaRPr>
          </a:p>
        </p:txBody>
      </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6202" name="Shape 6202"/>
        <p:cNvGrpSpPr/>
        <p:nvPr/>
      </p:nvGrpSpPr>
      <p:grpSpPr>
        <a:xfrm>
          <a:off x="0" y="0"/>
          <a:ext cx="0" cy="0"/>
          <a:chOff x="0" y="0"/>
          <a:chExt cx="0" cy="0"/>
        </a:xfrm>
      </p:grpSpPr>
      <p:sp>
        <p:nvSpPr>
          <p:cNvPr id="6203" name="Google Shape;6203;p73"/>
          <p:cNvSpPr txBox="1"/>
          <p:nvPr>
            <p:ph type="body" idx="4294967295"/>
          </p:nvPr>
        </p:nvSpPr>
        <p:spPr>
          <a:xfrm>
            <a:off x="716775" y="1188000"/>
            <a:ext cx="7710600" cy="1466400"/>
          </a:xfrm>
          <a:prstGeom prst="rect">
            <a:avLst/>
          </a:prstGeom>
        </p:spPr>
        <p:txBody>
          <a:bodyPr spcFirstLastPara="1" wrap="square" lIns="91425" tIns="91425" rIns="91425" bIns="91425" anchor="t" anchorCtr="0">
            <a:noAutofit/>
          </a:bodyPr>
          <a:lstStyle/>
          <a:p>
            <a:pPr marL="0" lvl="0" indent="0" algn="ctr" rtl="0">
              <a:lnSpc>
                <a:spcPct val="100000"/>
              </a:lnSpc>
              <a:spcBef>
                <a:spcPts val="0"/>
              </a:spcBef>
              <a:spcAft>
                <a:spcPts val="0"/>
              </a:spcAft>
              <a:buClr>
                <a:schemeClr val="dk1"/>
              </a:buClr>
              <a:buSzPts val="1100"/>
              <a:buFont typeface="Arial" panose="020B0604020202020204"/>
              <a:buNone/>
            </a:pPr>
            <a:r>
              <a:rPr lang="en-GB">
                <a:solidFill>
                  <a:schemeClr val="lt1"/>
                </a:solidFill>
                <a:latin typeface="Arial" panose="020B0604020202020204"/>
                <a:ea typeface="Arial" panose="020B0604020202020204"/>
                <a:cs typeface="Arial" panose="020B0604020202020204"/>
                <a:sym typeface="Arial" panose="020B0604020202020204"/>
              </a:rPr>
              <a:t>This presentation has been made using the following fonts:</a:t>
            </a:r>
            <a:endParaRPr>
              <a:solidFill>
                <a:schemeClr val="lt1"/>
              </a:solidFill>
              <a:latin typeface="Arial" panose="020B0604020202020204"/>
              <a:ea typeface="Arial" panose="020B0604020202020204"/>
              <a:cs typeface="Arial" panose="020B0604020202020204"/>
              <a:sym typeface="Arial" panose="020B0604020202020204"/>
            </a:endParaRPr>
          </a:p>
          <a:p>
            <a:pPr marL="0" lvl="0" indent="0" algn="ctr" rtl="0">
              <a:lnSpc>
                <a:spcPct val="100000"/>
              </a:lnSpc>
              <a:spcBef>
                <a:spcPts val="1000"/>
              </a:spcBef>
              <a:spcAft>
                <a:spcPts val="0"/>
              </a:spcAft>
              <a:buClr>
                <a:schemeClr val="dk1"/>
              </a:buClr>
              <a:buSzPts val="1100"/>
              <a:buFont typeface="Arial" panose="020B0604020202020204"/>
              <a:buNone/>
            </a:pPr>
            <a:r>
              <a:rPr lang="en-GB" b="1">
                <a:solidFill>
                  <a:schemeClr val="lt1"/>
                </a:solidFill>
                <a:latin typeface="Arial" panose="020B0604020202020204"/>
                <a:ea typeface="Arial" panose="020B0604020202020204"/>
                <a:cs typeface="Arial" panose="020B0604020202020204"/>
                <a:sym typeface="Arial" panose="020B0604020202020204"/>
              </a:rPr>
              <a:t>Averia Serif Libre</a:t>
            </a:r>
            <a:endParaRPr b="1">
              <a:solidFill>
                <a:schemeClr val="lt1"/>
              </a:solidFill>
              <a:latin typeface="Arial" panose="020B0604020202020204"/>
              <a:ea typeface="Arial" panose="020B0604020202020204"/>
              <a:cs typeface="Arial" panose="020B0604020202020204"/>
              <a:sym typeface="Arial" panose="020B0604020202020204"/>
            </a:endParaRPr>
          </a:p>
          <a:p>
            <a:pPr marL="0" lvl="0" indent="0" algn="ctr" rtl="0">
              <a:lnSpc>
                <a:spcPct val="100000"/>
              </a:lnSpc>
              <a:spcBef>
                <a:spcPts val="0"/>
              </a:spcBef>
              <a:spcAft>
                <a:spcPts val="0"/>
              </a:spcAft>
              <a:buClr>
                <a:schemeClr val="dk1"/>
              </a:buClr>
              <a:buSzPts val="1100"/>
              <a:buFont typeface="Arial" panose="020B0604020202020204"/>
              <a:buNone/>
            </a:pPr>
            <a:r>
              <a:rPr lang="en-GB">
                <a:solidFill>
                  <a:schemeClr val="lt1"/>
                </a:solidFill>
                <a:latin typeface="Arial" panose="020B0604020202020204"/>
                <a:ea typeface="Arial" panose="020B0604020202020204"/>
                <a:cs typeface="Arial" panose="020B0604020202020204"/>
                <a:sym typeface="Arial" panose="020B0604020202020204"/>
              </a:rPr>
              <a:t>(</a:t>
            </a:r>
            <a:r>
              <a:rPr lang="en-GB" u="sng">
                <a:solidFill>
                  <a:schemeClr val="lt1"/>
                </a:solidFill>
                <a:latin typeface="Arial" panose="020B0604020202020204"/>
                <a:ea typeface="Arial" panose="020B0604020202020204"/>
                <a:cs typeface="Arial" panose="020B0604020202020204"/>
                <a:sym typeface="Arial" panose="020B0604020202020204"/>
                <a:hlinkClick r:id="rId1"/>
              </a:rPr>
              <a:t>https://fonts.google.com/specimen</a:t>
            </a:r>
            <a:r>
              <a:rPr lang="en-GB" u="sng">
                <a:solidFill>
                  <a:schemeClr val="lt1"/>
                </a:solidFill>
                <a:latin typeface="Arial" panose="020B0604020202020204"/>
                <a:ea typeface="Arial" panose="020B0604020202020204"/>
                <a:cs typeface="Arial" panose="020B0604020202020204"/>
                <a:sym typeface="Arial" panose="020B0604020202020204"/>
                <a:hlinkClick r:id="rId1"/>
              </a:rPr>
              <a:t>/</a:t>
            </a:r>
            <a:r>
              <a:rPr lang="en-GB" u="sng">
                <a:solidFill>
                  <a:schemeClr val="lt1"/>
                </a:solidFill>
                <a:latin typeface="Arial" panose="020B0604020202020204"/>
                <a:ea typeface="Arial" panose="020B0604020202020204"/>
                <a:cs typeface="Arial" panose="020B0604020202020204"/>
                <a:sym typeface="Arial" panose="020B0604020202020204"/>
                <a:hlinkClick r:id="rId1"/>
              </a:rPr>
              <a:t>Averia+Serif+Libre</a:t>
            </a:r>
            <a:r>
              <a:rPr lang="en-GB">
                <a:solidFill>
                  <a:schemeClr val="lt1"/>
                </a:solidFill>
                <a:latin typeface="Arial" panose="020B0604020202020204"/>
                <a:ea typeface="Arial" panose="020B0604020202020204"/>
                <a:cs typeface="Arial" panose="020B0604020202020204"/>
                <a:sym typeface="Arial" panose="020B0604020202020204"/>
              </a:rPr>
              <a:t>)</a:t>
            </a:r>
            <a:endParaRPr>
              <a:solidFill>
                <a:schemeClr val="lt1"/>
              </a:solidFill>
              <a:latin typeface="Arial" panose="020B0604020202020204"/>
              <a:ea typeface="Arial" panose="020B0604020202020204"/>
              <a:cs typeface="Arial" panose="020B0604020202020204"/>
              <a:sym typeface="Arial" panose="020B0604020202020204"/>
            </a:endParaRPr>
          </a:p>
          <a:p>
            <a:pPr marL="0" lvl="0" indent="0" algn="ctr" rtl="0">
              <a:lnSpc>
                <a:spcPct val="100000"/>
              </a:lnSpc>
              <a:spcBef>
                <a:spcPts val="0"/>
              </a:spcBef>
              <a:spcAft>
                <a:spcPts val="0"/>
              </a:spcAft>
              <a:buClr>
                <a:schemeClr val="dk1"/>
              </a:buClr>
              <a:buSzPts val="1100"/>
              <a:buFont typeface="Arial" panose="020B0604020202020204"/>
              <a:buNone/>
            </a:pPr>
            <a:endParaRPr>
              <a:solidFill>
                <a:schemeClr val="lt1"/>
              </a:solidFill>
              <a:latin typeface="Arial" panose="020B0604020202020204"/>
              <a:ea typeface="Arial" panose="020B0604020202020204"/>
              <a:cs typeface="Arial" panose="020B0604020202020204"/>
              <a:sym typeface="Arial" panose="020B0604020202020204"/>
            </a:endParaRPr>
          </a:p>
          <a:p>
            <a:pPr marL="0" lvl="0" indent="0" algn="ctr" rtl="0">
              <a:lnSpc>
                <a:spcPct val="100000"/>
              </a:lnSpc>
              <a:spcBef>
                <a:spcPts val="0"/>
              </a:spcBef>
              <a:spcAft>
                <a:spcPts val="0"/>
              </a:spcAft>
              <a:buClr>
                <a:schemeClr val="dk1"/>
              </a:buClr>
              <a:buSzPts val="1100"/>
              <a:buFont typeface="Arial" panose="020B0604020202020204"/>
              <a:buNone/>
            </a:pPr>
            <a:r>
              <a:rPr lang="en-GB" b="1">
                <a:solidFill>
                  <a:schemeClr val="lt1"/>
                </a:solidFill>
                <a:latin typeface="Arial" panose="020B0604020202020204"/>
                <a:ea typeface="Arial" panose="020B0604020202020204"/>
                <a:cs typeface="Arial" panose="020B0604020202020204"/>
                <a:sym typeface="Arial" panose="020B0604020202020204"/>
              </a:rPr>
              <a:t>Average Sans</a:t>
            </a:r>
            <a:endParaRPr b="1">
              <a:solidFill>
                <a:schemeClr val="lt1"/>
              </a:solidFill>
              <a:latin typeface="Arial" panose="020B0604020202020204"/>
              <a:ea typeface="Arial" panose="020B0604020202020204"/>
              <a:cs typeface="Arial" panose="020B0604020202020204"/>
              <a:sym typeface="Arial" panose="020B0604020202020204"/>
            </a:endParaRPr>
          </a:p>
          <a:p>
            <a:pPr marL="0" lvl="0" indent="0" algn="ctr" rtl="0">
              <a:lnSpc>
                <a:spcPct val="100000"/>
              </a:lnSpc>
              <a:spcBef>
                <a:spcPts val="0"/>
              </a:spcBef>
              <a:spcAft>
                <a:spcPts val="0"/>
              </a:spcAft>
              <a:buClr>
                <a:schemeClr val="dk1"/>
              </a:buClr>
              <a:buSzPts val="1100"/>
              <a:buFont typeface="Arial" panose="020B0604020202020204"/>
              <a:buNone/>
            </a:pPr>
            <a:r>
              <a:rPr lang="en-GB">
                <a:solidFill>
                  <a:schemeClr val="lt1"/>
                </a:solidFill>
                <a:latin typeface="Arial" panose="020B0604020202020204"/>
                <a:ea typeface="Arial" panose="020B0604020202020204"/>
                <a:cs typeface="Arial" panose="020B0604020202020204"/>
                <a:sym typeface="Arial" panose="020B0604020202020204"/>
              </a:rPr>
              <a:t>(</a:t>
            </a:r>
            <a:r>
              <a:rPr lang="en-GB" u="sng">
                <a:solidFill>
                  <a:schemeClr val="lt1"/>
                </a:solidFill>
                <a:latin typeface="Arial" panose="020B0604020202020204"/>
                <a:ea typeface="Arial" panose="020B0604020202020204"/>
                <a:cs typeface="Arial" panose="020B0604020202020204"/>
                <a:sym typeface="Arial" panose="020B0604020202020204"/>
                <a:hlinkClick r:id="rId2"/>
              </a:rPr>
              <a:t>https://fonts.google.com/specimen/Average+Sans</a:t>
            </a:r>
            <a:r>
              <a:rPr lang="en-GB">
                <a:solidFill>
                  <a:schemeClr val="lt1"/>
                </a:solidFill>
                <a:latin typeface="Arial" panose="020B0604020202020204"/>
                <a:ea typeface="Arial" panose="020B0604020202020204"/>
                <a:cs typeface="Arial" panose="020B0604020202020204"/>
                <a:sym typeface="Arial" panose="020B0604020202020204"/>
              </a:rPr>
              <a:t>)</a:t>
            </a:r>
            <a:endParaRPr>
              <a:solidFill>
                <a:schemeClr val="lt1"/>
              </a:solidFill>
              <a:latin typeface="Arial" panose="020B0604020202020204"/>
              <a:ea typeface="Arial" panose="020B0604020202020204"/>
              <a:cs typeface="Arial" panose="020B0604020202020204"/>
              <a:sym typeface="Arial" panose="020B0604020202020204"/>
            </a:endParaRPr>
          </a:p>
          <a:p>
            <a:pPr marL="0" lvl="0" indent="0" algn="l" rtl="0">
              <a:lnSpc>
                <a:spcPct val="100000"/>
              </a:lnSpc>
              <a:spcBef>
                <a:spcPts val="0"/>
              </a:spcBef>
              <a:spcAft>
                <a:spcPts val="0"/>
              </a:spcAft>
              <a:buNone/>
            </a:pPr>
            <a:endParaRPr sz="1300">
              <a:solidFill>
                <a:schemeClr val="lt1"/>
              </a:solidFill>
              <a:latin typeface="Arial" panose="020B0604020202020204"/>
              <a:ea typeface="Arial" panose="020B0604020202020204"/>
              <a:cs typeface="Arial" panose="020B0604020202020204"/>
              <a:sym typeface="Arial" panose="020B0604020202020204"/>
            </a:endParaRPr>
          </a:p>
        </p:txBody>
      </p:sp>
      <p:sp>
        <p:nvSpPr>
          <p:cNvPr id="6204" name="Google Shape;6204;p73"/>
          <p:cNvSpPr/>
          <p:nvPr/>
        </p:nvSpPr>
        <p:spPr>
          <a:xfrm>
            <a:off x="2583563" y="2966875"/>
            <a:ext cx="791400" cy="754200"/>
          </a:xfrm>
          <a:prstGeom prst="roundRect">
            <a:avLst>
              <a:gd name="adj" fmla="val 16667"/>
            </a:avLst>
          </a:prstGeom>
          <a:solidFill>
            <a:srgbClr val="20124D"/>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05" name="Google Shape;6205;p73"/>
          <p:cNvSpPr/>
          <p:nvPr/>
        </p:nvSpPr>
        <p:spPr>
          <a:xfrm>
            <a:off x="3645382" y="2966875"/>
            <a:ext cx="791400" cy="754200"/>
          </a:xfrm>
          <a:prstGeom prst="roundRect">
            <a:avLst>
              <a:gd name="adj" fmla="val 16667"/>
            </a:avLst>
          </a:prstGeom>
          <a:solidFill>
            <a:srgbClr val="F5EFDD"/>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06" name="Google Shape;6206;p73"/>
          <p:cNvSpPr/>
          <p:nvPr/>
        </p:nvSpPr>
        <p:spPr>
          <a:xfrm>
            <a:off x="4707202" y="2966875"/>
            <a:ext cx="791400" cy="754200"/>
          </a:xfrm>
          <a:prstGeom prst="roundRect">
            <a:avLst>
              <a:gd name="adj" fmla="val 16667"/>
            </a:avLst>
          </a:prstGeom>
          <a:solidFill>
            <a:srgbClr val="A61C00"/>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07" name="Google Shape;6207;p73"/>
          <p:cNvSpPr txBox="1"/>
          <p:nvPr/>
        </p:nvSpPr>
        <p:spPr>
          <a:xfrm>
            <a:off x="2583563" y="31239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GB" sz="1000">
                <a:solidFill>
                  <a:srgbClr val="FFFFFF"/>
                </a:solidFill>
              </a:rPr>
              <a:t>#20124d</a:t>
            </a:r>
            <a:endParaRPr sz="1000">
              <a:solidFill>
                <a:srgbClr val="FFFFFF"/>
              </a:solidFill>
            </a:endParaRPr>
          </a:p>
        </p:txBody>
      </p:sp>
      <p:sp>
        <p:nvSpPr>
          <p:cNvPr id="6208" name="Google Shape;6208;p73"/>
          <p:cNvSpPr txBox="1"/>
          <p:nvPr/>
        </p:nvSpPr>
        <p:spPr>
          <a:xfrm>
            <a:off x="3645388" y="31239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GB" sz="1000"/>
              <a:t>#f5efdd</a:t>
            </a:r>
            <a:endParaRPr sz="1000"/>
          </a:p>
        </p:txBody>
      </p:sp>
      <p:sp>
        <p:nvSpPr>
          <p:cNvPr id="6209" name="Google Shape;6209;p73"/>
          <p:cNvSpPr txBox="1"/>
          <p:nvPr/>
        </p:nvSpPr>
        <p:spPr>
          <a:xfrm>
            <a:off x="4707213" y="31239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GB" sz="1000">
                <a:solidFill>
                  <a:srgbClr val="FFFFFF"/>
                </a:solidFill>
              </a:rPr>
              <a:t>#a61c00</a:t>
            </a:r>
            <a:endParaRPr sz="1000">
              <a:solidFill>
                <a:srgbClr val="FFFFFF"/>
              </a:solidFill>
            </a:endParaRPr>
          </a:p>
        </p:txBody>
      </p:sp>
      <p:sp>
        <p:nvSpPr>
          <p:cNvPr id="6210" name="Google Shape;6210;p73"/>
          <p:cNvSpPr/>
          <p:nvPr/>
        </p:nvSpPr>
        <p:spPr>
          <a:xfrm>
            <a:off x="5769038" y="2966875"/>
            <a:ext cx="791400" cy="754200"/>
          </a:xfrm>
          <a:prstGeom prst="roundRect">
            <a:avLst>
              <a:gd name="adj" fmla="val 16667"/>
            </a:avLst>
          </a:prstGeom>
          <a:solidFill>
            <a:srgbClr val="CC4125"/>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11" name="Google Shape;6211;p73"/>
          <p:cNvSpPr txBox="1"/>
          <p:nvPr/>
        </p:nvSpPr>
        <p:spPr>
          <a:xfrm>
            <a:off x="5769038" y="31239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GB" sz="1000">
                <a:solidFill>
                  <a:srgbClr val="FFFFFF"/>
                </a:solidFill>
              </a:rPr>
              <a:t>#cc4125</a:t>
            </a:r>
            <a:endParaRPr sz="1000">
              <a:solidFill>
                <a:srgbClr val="FFFFFF"/>
              </a:solidFill>
            </a:endParaRPr>
          </a:p>
        </p:txBody>
      </p:sp>
      <p:sp>
        <p:nvSpPr>
          <p:cNvPr id="6212" name="Google Shape;6212;p73"/>
          <p:cNvSpPr txBox="1"/>
          <p:nvPr>
            <p:ph type="title"/>
          </p:nvPr>
        </p:nvSpPr>
        <p:spPr>
          <a:xfrm>
            <a:off x="716700" y="511025"/>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Fonts &amp; colors used</a:t>
            </a:r>
            <a:endParaRPr lang="en-GB"/>
          </a:p>
        </p:txBody>
      </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6216" name="Shape 6216"/>
        <p:cNvGrpSpPr/>
        <p:nvPr/>
      </p:nvGrpSpPr>
      <p:grpSpPr>
        <a:xfrm>
          <a:off x="0" y="0"/>
          <a:ext cx="0" cy="0"/>
          <a:chOff x="0" y="0"/>
          <a:chExt cx="0" cy="0"/>
        </a:xfrm>
      </p:grpSpPr>
      <p:sp>
        <p:nvSpPr>
          <p:cNvPr id="6217" name="Google Shape;6217;p74"/>
          <p:cNvSpPr txBox="1"/>
          <p:nvPr/>
        </p:nvSpPr>
        <p:spPr>
          <a:xfrm>
            <a:off x="716700" y="1188000"/>
            <a:ext cx="7710600" cy="8526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panose="020B0604020202020204"/>
              <a:buNone/>
            </a:pPr>
            <a:r>
              <a:rPr lang="en-GB"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lang="en-GB" sz="1100" b="1">
                <a:solidFill>
                  <a:schemeClr val="hlink"/>
                </a:solidFill>
              </a:rPr>
              <a:t>h</a:t>
            </a:r>
            <a:r>
              <a:rPr lang="en-GB" sz="1100" b="1">
                <a:solidFill>
                  <a:schemeClr val="hlink"/>
                </a:solidFill>
                <a:uFill>
                  <a:noFill/>
                </a:uFill>
                <a:hlinkClick r:id="rId1"/>
              </a:rPr>
              <a:t>ow it works</a:t>
            </a:r>
            <a:r>
              <a:rPr lang="en-GB" sz="1100">
                <a:solidFill>
                  <a:schemeClr val="lt1"/>
                </a:solidFill>
                <a:uFill>
                  <a:noFill/>
                </a:uFill>
                <a:hlinkClick r:id="rId1"/>
              </a:rPr>
              <a:t>.</a:t>
            </a:r>
            <a:endParaRPr sz="1100">
              <a:solidFill>
                <a:srgbClr val="869FB2"/>
              </a:solidFill>
            </a:endParaRPr>
          </a:p>
        </p:txBody>
      </p:sp>
      <p:sp>
        <p:nvSpPr>
          <p:cNvPr id="6218" name="Google Shape;6218;p74"/>
          <p:cNvSpPr txBox="1"/>
          <p:nvPr>
            <p:ph type="title"/>
          </p:nvPr>
        </p:nvSpPr>
        <p:spPr>
          <a:xfrm>
            <a:off x="716700" y="511025"/>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panose="020B0604020202020204"/>
              <a:buNone/>
            </a:pPr>
            <a:r>
              <a:rPr lang="en-GB">
                <a:solidFill>
                  <a:schemeClr val="lt1"/>
                </a:solidFill>
              </a:rPr>
              <a:t>Storyset</a:t>
            </a:r>
            <a:endParaRPr lang="en-GB">
              <a:solidFill>
                <a:schemeClr val="lt1"/>
              </a:solidFill>
            </a:endParaRPr>
          </a:p>
        </p:txBody>
      </p:sp>
      <p:pic>
        <p:nvPicPr>
          <p:cNvPr id="6219" name="Google Shape;6219;p74"/>
          <p:cNvPicPr preferRelativeResize="0"/>
          <p:nvPr/>
        </p:nvPicPr>
        <p:blipFill rotWithShape="1">
          <a:blip r:embed="rId2"/>
          <a:srcRect t="16547" b="16541"/>
          <a:stretch>
            <a:fillRect/>
          </a:stretch>
        </p:blipFill>
        <p:spPr>
          <a:xfrm>
            <a:off x="723400" y="2607125"/>
            <a:ext cx="1522615" cy="1018800"/>
          </a:xfrm>
          <a:prstGeom prst="rect">
            <a:avLst/>
          </a:prstGeom>
          <a:noFill/>
          <a:ln>
            <a:noFill/>
          </a:ln>
        </p:spPr>
      </p:pic>
      <p:sp>
        <p:nvSpPr>
          <p:cNvPr id="6220" name="Google Shape;6220;p74">
            <a:hlinkClick r:id="rId3"/>
          </p:cNvPr>
          <p:cNvSpPr txBox="1"/>
          <p:nvPr/>
        </p:nvSpPr>
        <p:spPr>
          <a:xfrm>
            <a:off x="881858"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GB" b="1">
                <a:solidFill>
                  <a:srgbClr val="869FB2"/>
                </a:solidFill>
                <a:uFill>
                  <a:noFill/>
                </a:uFill>
                <a:hlinkClick r:id="rId3"/>
              </a:rPr>
              <a:t>Pana</a:t>
            </a:r>
            <a:endParaRPr b="1">
              <a:solidFill>
                <a:srgbClr val="869FB2"/>
              </a:solidFill>
            </a:endParaRPr>
          </a:p>
        </p:txBody>
      </p:sp>
      <p:sp>
        <p:nvSpPr>
          <p:cNvPr id="6221" name="Google Shape;6221;p74">
            <a:hlinkClick r:id="rId4"/>
          </p:cNvPr>
          <p:cNvSpPr txBox="1"/>
          <p:nvPr/>
        </p:nvSpPr>
        <p:spPr>
          <a:xfrm>
            <a:off x="2402972"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GB" b="1">
                <a:solidFill>
                  <a:srgbClr val="869FB2"/>
                </a:solidFill>
                <a:uFill>
                  <a:noFill/>
                </a:uFill>
                <a:hlinkClick r:id="rId4"/>
              </a:rPr>
              <a:t>Amico</a:t>
            </a:r>
            <a:endParaRPr b="1">
              <a:solidFill>
                <a:srgbClr val="869FB2"/>
              </a:solidFill>
            </a:endParaRPr>
          </a:p>
        </p:txBody>
      </p:sp>
      <p:sp>
        <p:nvSpPr>
          <p:cNvPr id="6222" name="Google Shape;6222;p74">
            <a:hlinkClick r:id="rId5"/>
          </p:cNvPr>
          <p:cNvSpPr txBox="1"/>
          <p:nvPr/>
        </p:nvSpPr>
        <p:spPr>
          <a:xfrm>
            <a:off x="3924087"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GB" b="1">
                <a:solidFill>
                  <a:srgbClr val="869FB2"/>
                </a:solidFill>
                <a:uFill>
                  <a:noFill/>
                </a:uFill>
                <a:hlinkClick r:id="rId5"/>
              </a:rPr>
              <a:t>Bro</a:t>
            </a:r>
            <a:endParaRPr b="1">
              <a:solidFill>
                <a:srgbClr val="869FB2"/>
              </a:solidFill>
            </a:endParaRPr>
          </a:p>
        </p:txBody>
      </p:sp>
      <p:sp>
        <p:nvSpPr>
          <p:cNvPr id="6223" name="Google Shape;6223;p74">
            <a:hlinkClick r:id="rId6"/>
          </p:cNvPr>
          <p:cNvSpPr txBox="1"/>
          <p:nvPr/>
        </p:nvSpPr>
        <p:spPr>
          <a:xfrm>
            <a:off x="5445202"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GB" b="1">
                <a:solidFill>
                  <a:srgbClr val="869FB2"/>
                </a:solidFill>
                <a:uFill>
                  <a:noFill/>
                </a:uFill>
                <a:hlinkClick r:id="rId6"/>
              </a:rPr>
              <a:t>Rafiki</a:t>
            </a:r>
            <a:endParaRPr b="1">
              <a:solidFill>
                <a:srgbClr val="869FB2"/>
              </a:solidFill>
            </a:endParaRPr>
          </a:p>
        </p:txBody>
      </p:sp>
      <p:pic>
        <p:nvPicPr>
          <p:cNvPr id="6224" name="Google Shape;6224;p74"/>
          <p:cNvPicPr preferRelativeResize="0"/>
          <p:nvPr/>
        </p:nvPicPr>
        <p:blipFill rotWithShape="1">
          <a:blip r:embed="rId7"/>
          <a:srcRect/>
          <a:stretch>
            <a:fillRect/>
          </a:stretch>
        </p:blipFill>
        <p:spPr>
          <a:xfrm>
            <a:off x="2376355" y="2481308"/>
            <a:ext cx="1270420" cy="1270435"/>
          </a:xfrm>
          <a:prstGeom prst="rect">
            <a:avLst/>
          </a:prstGeom>
          <a:noFill/>
          <a:ln>
            <a:noFill/>
          </a:ln>
        </p:spPr>
      </p:pic>
      <p:pic>
        <p:nvPicPr>
          <p:cNvPr id="6225" name="Google Shape;6225;p74"/>
          <p:cNvPicPr preferRelativeResize="0"/>
          <p:nvPr/>
        </p:nvPicPr>
        <p:blipFill rotWithShape="1">
          <a:blip r:embed="rId8"/>
          <a:srcRect t="6378" b="6378"/>
          <a:stretch>
            <a:fillRect/>
          </a:stretch>
        </p:blipFill>
        <p:spPr>
          <a:xfrm>
            <a:off x="3816030" y="2517800"/>
            <a:ext cx="1372495" cy="1197450"/>
          </a:xfrm>
          <a:prstGeom prst="rect">
            <a:avLst/>
          </a:prstGeom>
          <a:noFill/>
          <a:ln>
            <a:noFill/>
          </a:ln>
        </p:spPr>
      </p:pic>
      <p:pic>
        <p:nvPicPr>
          <p:cNvPr id="6226" name="Google Shape;6226;p74"/>
          <p:cNvPicPr preferRelativeResize="0"/>
          <p:nvPr/>
        </p:nvPicPr>
        <p:blipFill rotWithShape="1">
          <a:blip r:embed="rId9"/>
          <a:srcRect t="9257" b="9257"/>
          <a:stretch>
            <a:fillRect/>
          </a:stretch>
        </p:blipFill>
        <p:spPr>
          <a:xfrm>
            <a:off x="5306751" y="2557330"/>
            <a:ext cx="1372475" cy="1118390"/>
          </a:xfrm>
          <a:prstGeom prst="rect">
            <a:avLst/>
          </a:prstGeom>
          <a:noFill/>
          <a:ln>
            <a:noFill/>
          </a:ln>
        </p:spPr>
      </p:pic>
      <p:pic>
        <p:nvPicPr>
          <p:cNvPr id="6227" name="Google Shape;6227;p74"/>
          <p:cNvPicPr preferRelativeResize="0"/>
          <p:nvPr/>
        </p:nvPicPr>
        <p:blipFill rotWithShape="1">
          <a:blip r:embed="rId10"/>
          <a:srcRect t="14837" b="14844"/>
          <a:stretch>
            <a:fillRect/>
          </a:stretch>
        </p:blipFill>
        <p:spPr>
          <a:xfrm>
            <a:off x="6717734" y="2517795"/>
            <a:ext cx="1702865" cy="1197460"/>
          </a:xfrm>
          <a:prstGeom prst="rect">
            <a:avLst/>
          </a:prstGeom>
          <a:noFill/>
          <a:ln>
            <a:noFill/>
          </a:ln>
        </p:spPr>
      </p:pic>
      <p:sp>
        <p:nvSpPr>
          <p:cNvPr id="6228" name="Google Shape;6228;p74">
            <a:hlinkClick r:id="rId11"/>
          </p:cNvPr>
          <p:cNvSpPr txBox="1"/>
          <p:nvPr/>
        </p:nvSpPr>
        <p:spPr>
          <a:xfrm>
            <a:off x="6966317"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GB" b="1">
                <a:solidFill>
                  <a:srgbClr val="869FB2"/>
                </a:solidFill>
                <a:uFill>
                  <a:noFill/>
                </a:uFill>
                <a:hlinkClick r:id="rId11"/>
              </a:rPr>
              <a:t>Cuate</a:t>
            </a:r>
            <a:endParaRPr b="1">
              <a:solidFill>
                <a:srgbClr val="869FB2"/>
              </a:solidFill>
            </a:endParaRPr>
          </a:p>
        </p:txBody>
      </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6232" name="Shape 6232"/>
        <p:cNvGrpSpPr/>
        <p:nvPr/>
      </p:nvGrpSpPr>
      <p:grpSpPr>
        <a:xfrm>
          <a:off x="0" y="0"/>
          <a:ext cx="0" cy="0"/>
          <a:chOff x="0" y="0"/>
          <a:chExt cx="0" cy="0"/>
        </a:xfrm>
      </p:grpSpPr>
      <p:sp>
        <p:nvSpPr>
          <p:cNvPr id="6233" name="Google Shape;6233;p75"/>
          <p:cNvSpPr txBox="1"/>
          <p:nvPr/>
        </p:nvSpPr>
        <p:spPr>
          <a:xfrm>
            <a:off x="716700" y="1188000"/>
            <a:ext cx="7710600" cy="7641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panose="020B0604020202020204"/>
              <a:buNone/>
            </a:pPr>
            <a:r>
              <a:rPr lang="en-GB" sz="1100">
                <a:solidFill>
                  <a:schemeClr val="lt1"/>
                </a:solidFill>
              </a:rPr>
              <a:t>You can easily </a:t>
            </a:r>
            <a:r>
              <a:rPr lang="en-GB" sz="1100" b="1">
                <a:solidFill>
                  <a:schemeClr val="hlink"/>
                </a:solidFill>
              </a:rPr>
              <a:t>resize </a:t>
            </a:r>
            <a:r>
              <a:rPr lang="en-GB" sz="1100">
                <a:solidFill>
                  <a:schemeClr val="lt1"/>
                </a:solidFill>
              </a:rPr>
              <a:t>these resources without losing quality. To </a:t>
            </a:r>
            <a:r>
              <a:rPr lang="en-GB" sz="1100" b="1">
                <a:solidFill>
                  <a:schemeClr val="hlink"/>
                </a:solidFill>
              </a:rPr>
              <a:t>change the color</a:t>
            </a:r>
            <a:r>
              <a:rPr lang="en-GB" sz="1100">
                <a:solidFill>
                  <a:schemeClr val="lt1"/>
                </a:solidFill>
              </a:rPr>
              <a:t>, just ungroup the resource and click on the object you want to change. Then, click on the paint bucket and select the color you want. Group the resource again when you’re done. You can also look for more </a:t>
            </a:r>
            <a:r>
              <a:rPr lang="en-GB" sz="1100" b="1">
                <a:solidFill>
                  <a:schemeClr val="hlink"/>
                </a:solidFill>
                <a:uFill>
                  <a:noFill/>
                </a:uFill>
                <a:hlinkClick r:id="rId1"/>
              </a:rPr>
              <a:t>infographics</a:t>
            </a:r>
            <a:r>
              <a:rPr lang="en-GB" sz="1100" b="1">
                <a:solidFill>
                  <a:schemeClr val="hlink"/>
                </a:solidFill>
              </a:rPr>
              <a:t> </a:t>
            </a:r>
            <a:r>
              <a:rPr lang="en-GB" sz="1100">
                <a:solidFill>
                  <a:schemeClr val="lt1"/>
                </a:solidFill>
              </a:rPr>
              <a:t>on Slidesgo.</a:t>
            </a:r>
            <a:endParaRPr sz="1100">
              <a:solidFill>
                <a:srgbClr val="FFFFFF"/>
              </a:solidFill>
            </a:endParaRPr>
          </a:p>
        </p:txBody>
      </p:sp>
      <p:grpSp>
        <p:nvGrpSpPr>
          <p:cNvPr id="6234" name="Google Shape;6234;p75"/>
          <p:cNvGrpSpPr/>
          <p:nvPr/>
        </p:nvGrpSpPr>
        <p:grpSpPr>
          <a:xfrm>
            <a:off x="5117640" y="3085736"/>
            <a:ext cx="474294" cy="551291"/>
            <a:chOff x="4727025" y="1332775"/>
            <a:chExt cx="59900" cy="69625"/>
          </a:xfrm>
        </p:grpSpPr>
        <p:sp>
          <p:nvSpPr>
            <p:cNvPr id="6235" name="Google Shape;6235;p75"/>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36" name="Google Shape;6236;p75"/>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237" name="Google Shape;6237;p75"/>
          <p:cNvGrpSpPr/>
          <p:nvPr/>
        </p:nvGrpSpPr>
        <p:grpSpPr>
          <a:xfrm>
            <a:off x="5731296" y="2314340"/>
            <a:ext cx="555653" cy="557031"/>
            <a:chOff x="4820425" y="1329900"/>
            <a:chExt cx="70175" cy="70350"/>
          </a:xfrm>
        </p:grpSpPr>
        <p:sp>
          <p:nvSpPr>
            <p:cNvPr id="6238" name="Google Shape;6238;p75"/>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39" name="Google Shape;6239;p75"/>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40" name="Google Shape;6240;p75"/>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41" name="Google Shape;6241;p75"/>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242" name="Google Shape;6242;p75"/>
          <p:cNvGrpSpPr/>
          <p:nvPr/>
        </p:nvGrpSpPr>
        <p:grpSpPr>
          <a:xfrm>
            <a:off x="6357664" y="2318845"/>
            <a:ext cx="582574" cy="533871"/>
            <a:chOff x="4903200" y="1331525"/>
            <a:chExt cx="73575" cy="67425"/>
          </a:xfrm>
        </p:grpSpPr>
        <p:sp>
          <p:nvSpPr>
            <p:cNvPr id="6243" name="Google Shape;6243;p75"/>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44" name="Google Shape;6244;p75"/>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245" name="Google Shape;6245;p75"/>
          <p:cNvGrpSpPr/>
          <p:nvPr/>
        </p:nvGrpSpPr>
        <p:grpSpPr>
          <a:xfrm>
            <a:off x="5717142" y="3078709"/>
            <a:ext cx="583960" cy="565345"/>
            <a:chOff x="4815575" y="1416800"/>
            <a:chExt cx="73750" cy="71400"/>
          </a:xfrm>
        </p:grpSpPr>
        <p:sp>
          <p:nvSpPr>
            <p:cNvPr id="6246" name="Google Shape;6246;p75"/>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47" name="Google Shape;6247;p75"/>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48" name="Google Shape;6248;p75"/>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249" name="Google Shape;6249;p75"/>
          <p:cNvGrpSpPr/>
          <p:nvPr/>
        </p:nvGrpSpPr>
        <p:grpSpPr>
          <a:xfrm>
            <a:off x="6351924" y="3108896"/>
            <a:ext cx="589898" cy="504970"/>
            <a:chOff x="4902475" y="1418875"/>
            <a:chExt cx="74500" cy="63775"/>
          </a:xfrm>
        </p:grpSpPr>
        <p:sp>
          <p:nvSpPr>
            <p:cNvPr id="6250" name="Google Shape;6250;p75"/>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51" name="Google Shape;6251;p75"/>
            <p:cNvSpPr/>
            <p:nvPr/>
          </p:nvSpPr>
          <p:spPr>
            <a:xfrm>
              <a:off x="4916350"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252" name="Google Shape;6252;p75"/>
          <p:cNvGrpSpPr/>
          <p:nvPr/>
        </p:nvGrpSpPr>
        <p:grpSpPr>
          <a:xfrm>
            <a:off x="5727139" y="3826000"/>
            <a:ext cx="563967" cy="567127"/>
            <a:chOff x="4818100" y="1507675"/>
            <a:chExt cx="71225" cy="71625"/>
          </a:xfrm>
        </p:grpSpPr>
        <p:sp>
          <p:nvSpPr>
            <p:cNvPr id="6253" name="Google Shape;6253;p75"/>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54" name="Google Shape;6254;p75"/>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55" name="Google Shape;6255;p75"/>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56" name="Google Shape;6256;p75"/>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257" name="Google Shape;6257;p75"/>
          <p:cNvGrpSpPr/>
          <p:nvPr/>
        </p:nvGrpSpPr>
        <p:grpSpPr>
          <a:xfrm>
            <a:off x="5040636" y="3829461"/>
            <a:ext cx="628301" cy="588505"/>
            <a:chOff x="4721450" y="1509475"/>
            <a:chExt cx="79350" cy="74325"/>
          </a:xfrm>
        </p:grpSpPr>
        <p:sp>
          <p:nvSpPr>
            <p:cNvPr id="6258" name="Google Shape;6258;p75"/>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59" name="Google Shape;6259;p75"/>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60" name="Google Shape;6260;p75"/>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61" name="Google Shape;6261;p75"/>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262" name="Google Shape;6262;p75"/>
          <p:cNvGrpSpPr/>
          <p:nvPr/>
        </p:nvGrpSpPr>
        <p:grpSpPr>
          <a:xfrm>
            <a:off x="6386170" y="3814027"/>
            <a:ext cx="557038" cy="562772"/>
            <a:chOff x="4906800" y="1507500"/>
            <a:chExt cx="70350" cy="71075"/>
          </a:xfrm>
        </p:grpSpPr>
        <p:sp>
          <p:nvSpPr>
            <p:cNvPr id="6263" name="Google Shape;6263;p75"/>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64" name="Google Shape;6264;p75"/>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65" name="Google Shape;6265;p75"/>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66" name="Google Shape;6266;p75"/>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67" name="Google Shape;6267;p75"/>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268" name="Google Shape;6268;p75"/>
          <p:cNvGrpSpPr/>
          <p:nvPr/>
        </p:nvGrpSpPr>
        <p:grpSpPr>
          <a:xfrm>
            <a:off x="4423778" y="2340963"/>
            <a:ext cx="517934" cy="517934"/>
            <a:chOff x="3736598" y="2170606"/>
            <a:chExt cx="404889" cy="404889"/>
          </a:xfrm>
        </p:grpSpPr>
        <p:sp>
          <p:nvSpPr>
            <p:cNvPr id="6269" name="Google Shape;6269;p75"/>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70" name="Google Shape;6270;p75"/>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71" name="Google Shape;6271;p75"/>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72" name="Google Shape;6272;p75"/>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273" name="Google Shape;6273;p75"/>
          <p:cNvGrpSpPr/>
          <p:nvPr/>
        </p:nvGrpSpPr>
        <p:grpSpPr>
          <a:xfrm>
            <a:off x="3690839" y="2341061"/>
            <a:ext cx="586986" cy="517740"/>
            <a:chOff x="3161917" y="2170682"/>
            <a:chExt cx="458870" cy="404737"/>
          </a:xfrm>
        </p:grpSpPr>
        <p:sp>
          <p:nvSpPr>
            <p:cNvPr id="6274" name="Google Shape;6274;p75"/>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75" name="Google Shape;6275;p75"/>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76" name="Google Shape;6276;p75"/>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277" name="Google Shape;6277;p75"/>
          <p:cNvGrpSpPr/>
          <p:nvPr/>
        </p:nvGrpSpPr>
        <p:grpSpPr>
          <a:xfrm>
            <a:off x="3713860" y="3102400"/>
            <a:ext cx="540943" cy="517963"/>
            <a:chOff x="3179914" y="2889488"/>
            <a:chExt cx="422876" cy="404911"/>
          </a:xfrm>
        </p:grpSpPr>
        <p:sp>
          <p:nvSpPr>
            <p:cNvPr id="6278" name="Google Shape;6278;p75"/>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79" name="Google Shape;6279;p75"/>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80" name="Google Shape;6280;p75"/>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81" name="Google Shape;6281;p75"/>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82" name="Google Shape;6282;p75"/>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83" name="Google Shape;6283;p75"/>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284" name="Google Shape;6284;p75"/>
          <p:cNvGrpSpPr/>
          <p:nvPr/>
        </p:nvGrpSpPr>
        <p:grpSpPr>
          <a:xfrm>
            <a:off x="4414654" y="3102358"/>
            <a:ext cx="536180" cy="518047"/>
            <a:chOff x="3729467" y="2889422"/>
            <a:chExt cx="419153" cy="404977"/>
          </a:xfrm>
        </p:grpSpPr>
        <p:sp>
          <p:nvSpPr>
            <p:cNvPr id="6285" name="Google Shape;6285;p75"/>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86" name="Google Shape;6286;p75"/>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87" name="Google Shape;6287;p75"/>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88" name="Google Shape;6288;p75"/>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89" name="Google Shape;6289;p75"/>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90" name="Google Shape;6290;p75"/>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91" name="Google Shape;6291;p75"/>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292" name="Google Shape;6292;p75"/>
          <p:cNvGrpSpPr/>
          <p:nvPr/>
        </p:nvGrpSpPr>
        <p:grpSpPr>
          <a:xfrm>
            <a:off x="1951688" y="3445787"/>
            <a:ext cx="965351" cy="134611"/>
            <a:chOff x="4411970" y="2962952"/>
            <a:chExt cx="706544" cy="104212"/>
          </a:xfrm>
        </p:grpSpPr>
        <p:sp>
          <p:nvSpPr>
            <p:cNvPr id="6293" name="Google Shape;6293;p75"/>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94" name="Google Shape;6294;p75"/>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95" name="Google Shape;6295;p75"/>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96" name="Google Shape;6296;p75"/>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297" name="Google Shape;6297;p75"/>
          <p:cNvGrpSpPr/>
          <p:nvPr/>
        </p:nvGrpSpPr>
        <p:grpSpPr>
          <a:xfrm>
            <a:off x="1951688" y="3041077"/>
            <a:ext cx="960158" cy="289172"/>
            <a:chOff x="4411970" y="2726085"/>
            <a:chExt cx="643107" cy="193659"/>
          </a:xfrm>
        </p:grpSpPr>
        <p:sp>
          <p:nvSpPr>
            <p:cNvPr id="6298" name="Google Shape;6298;p75"/>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99" name="Google Shape;6299;p75"/>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00" name="Google Shape;6300;p75"/>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301" name="Google Shape;6301;p75"/>
          <p:cNvGrpSpPr/>
          <p:nvPr/>
        </p:nvGrpSpPr>
        <p:grpSpPr>
          <a:xfrm>
            <a:off x="960185" y="3295400"/>
            <a:ext cx="811503" cy="252584"/>
            <a:chOff x="4411970" y="4340222"/>
            <a:chExt cx="779467" cy="242683"/>
          </a:xfrm>
        </p:grpSpPr>
        <p:sp>
          <p:nvSpPr>
            <p:cNvPr id="6302" name="Google Shape;6302;p75"/>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03" name="Google Shape;6303;p75"/>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04" name="Google Shape;6304;p75"/>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305" name="Google Shape;6305;p75"/>
          <p:cNvGrpSpPr/>
          <p:nvPr/>
        </p:nvGrpSpPr>
        <p:grpSpPr>
          <a:xfrm>
            <a:off x="1951688" y="2709308"/>
            <a:ext cx="965160" cy="216230"/>
            <a:chOff x="4411970" y="2468674"/>
            <a:chExt cx="747317" cy="167425"/>
          </a:xfrm>
        </p:grpSpPr>
        <p:sp>
          <p:nvSpPr>
            <p:cNvPr id="6306" name="Google Shape;6306;p75"/>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07" name="Google Shape;6307;p75"/>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6308" name="Google Shape;6308;p75"/>
          <p:cNvSpPr/>
          <p:nvPr/>
        </p:nvSpPr>
        <p:spPr>
          <a:xfrm>
            <a:off x="958435" y="3014089"/>
            <a:ext cx="810618" cy="19298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6309" name="Google Shape;6309;p75"/>
          <p:cNvGrpSpPr/>
          <p:nvPr/>
        </p:nvGrpSpPr>
        <p:grpSpPr>
          <a:xfrm>
            <a:off x="959254" y="2334687"/>
            <a:ext cx="1959041" cy="208784"/>
            <a:chOff x="6336019" y="3733725"/>
            <a:chExt cx="2566206" cy="351310"/>
          </a:xfrm>
        </p:grpSpPr>
        <p:sp>
          <p:nvSpPr>
            <p:cNvPr id="6310" name="Google Shape;6310;p75"/>
            <p:cNvSpPr/>
            <p:nvPr/>
          </p:nvSpPr>
          <p:spPr>
            <a:xfrm>
              <a:off x="6336019" y="3733735"/>
              <a:ext cx="1881300" cy="351300"/>
            </a:xfrm>
            <a:prstGeom prst="homePlate">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11" name="Google Shape;6311;p75"/>
            <p:cNvSpPr/>
            <p:nvPr/>
          </p:nvSpPr>
          <p:spPr>
            <a:xfrm>
              <a:off x="80985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12" name="Google Shape;6312;p75"/>
            <p:cNvSpPr/>
            <p:nvPr/>
          </p:nvSpPr>
          <p:spPr>
            <a:xfrm>
              <a:off x="83271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13" name="Google Shape;6313;p75"/>
            <p:cNvSpPr/>
            <p:nvPr/>
          </p:nvSpPr>
          <p:spPr>
            <a:xfrm>
              <a:off x="85557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314" name="Google Shape;6314;p75"/>
          <p:cNvGrpSpPr/>
          <p:nvPr/>
        </p:nvGrpSpPr>
        <p:grpSpPr>
          <a:xfrm>
            <a:off x="1951688" y="3950602"/>
            <a:ext cx="946551" cy="153200"/>
            <a:chOff x="4404545" y="3301592"/>
            <a:chExt cx="782403" cy="129272"/>
          </a:xfrm>
        </p:grpSpPr>
        <p:sp>
          <p:nvSpPr>
            <p:cNvPr id="6315" name="Google Shape;6315;p75"/>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16" name="Google Shape;6316;p75"/>
            <p:cNvSpPr/>
            <p:nvPr/>
          </p:nvSpPr>
          <p:spPr>
            <a:xfrm>
              <a:off x="4420869" y="3318308"/>
              <a:ext cx="92621" cy="9585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317" name="Google Shape;6317;p75"/>
          <p:cNvGrpSpPr/>
          <p:nvPr/>
        </p:nvGrpSpPr>
        <p:grpSpPr>
          <a:xfrm>
            <a:off x="1951688" y="3695937"/>
            <a:ext cx="962257" cy="139127"/>
            <a:chOff x="4411970" y="3131459"/>
            <a:chExt cx="710520" cy="117397"/>
          </a:xfrm>
        </p:grpSpPr>
        <p:sp>
          <p:nvSpPr>
            <p:cNvPr id="6318" name="Google Shape;6318;p75"/>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19" name="Google Shape;6319;p75"/>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6320" name="Google Shape;6320;p75" descr="Timeline background shape"/>
          <p:cNvSpPr/>
          <p:nvPr/>
        </p:nvSpPr>
        <p:spPr>
          <a:xfrm>
            <a:off x="1951688" y="4219341"/>
            <a:ext cx="960300" cy="153000"/>
          </a:xfrm>
          <a:prstGeom prst="homePlate">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6321" name="Google Shape;6321;p75"/>
          <p:cNvGrpSpPr/>
          <p:nvPr/>
        </p:nvGrpSpPr>
        <p:grpSpPr>
          <a:xfrm>
            <a:off x="951833" y="3621603"/>
            <a:ext cx="823838" cy="458988"/>
            <a:chOff x="4411970" y="1801825"/>
            <a:chExt cx="734586" cy="409262"/>
          </a:xfrm>
        </p:grpSpPr>
        <p:sp>
          <p:nvSpPr>
            <p:cNvPr id="6322" name="Google Shape;6322;p75"/>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23" name="Google Shape;6323;p75"/>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324" name="Google Shape;6324;p75"/>
          <p:cNvGrpSpPr/>
          <p:nvPr/>
        </p:nvGrpSpPr>
        <p:grpSpPr>
          <a:xfrm>
            <a:off x="3056804" y="2339173"/>
            <a:ext cx="521514" cy="521514"/>
            <a:chOff x="5681300" y="2527788"/>
            <a:chExt cx="805800" cy="805800"/>
          </a:xfrm>
        </p:grpSpPr>
        <p:sp>
          <p:nvSpPr>
            <p:cNvPr id="6325" name="Google Shape;6325;p75"/>
            <p:cNvSpPr/>
            <p:nvPr/>
          </p:nvSpPr>
          <p:spPr>
            <a:xfrm>
              <a:off x="5681300" y="2527788"/>
              <a:ext cx="805800" cy="805800"/>
            </a:xfrm>
            <a:prstGeom prst="ellipse">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26" name="Google Shape;6326;p75"/>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327" name="Google Shape;6327;p75"/>
          <p:cNvGrpSpPr/>
          <p:nvPr/>
        </p:nvGrpSpPr>
        <p:grpSpPr>
          <a:xfrm>
            <a:off x="3051044" y="3094865"/>
            <a:ext cx="533033" cy="533033"/>
            <a:chOff x="4049800" y="640400"/>
            <a:chExt cx="858900" cy="858900"/>
          </a:xfrm>
        </p:grpSpPr>
        <p:sp>
          <p:nvSpPr>
            <p:cNvPr id="6328" name="Google Shape;6328;p75"/>
            <p:cNvSpPr/>
            <p:nvPr/>
          </p:nvSpPr>
          <p:spPr>
            <a:xfrm>
              <a:off x="4049800" y="640400"/>
              <a:ext cx="858900" cy="858900"/>
            </a:xfrm>
            <a:prstGeom prst="donut">
              <a:avLst>
                <a:gd name="adj" fmla="val 25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29" name="Google Shape;6329;p75"/>
            <p:cNvSpPr/>
            <p:nvPr/>
          </p:nvSpPr>
          <p:spPr>
            <a:xfrm>
              <a:off x="4049800" y="640400"/>
              <a:ext cx="858900" cy="858900"/>
            </a:xfrm>
            <a:prstGeom prst="blockArc">
              <a:avLst>
                <a:gd name="adj1" fmla="val 7914150"/>
                <a:gd name="adj2" fmla="val 0"/>
                <a:gd name="adj3" fmla="val 25000"/>
              </a:avLst>
            </a:prstGeom>
            <a:solidFill>
              <a:srgbClr val="667E92"/>
            </a:solid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330" name="Google Shape;6330;p75"/>
          <p:cNvGrpSpPr/>
          <p:nvPr/>
        </p:nvGrpSpPr>
        <p:grpSpPr>
          <a:xfrm>
            <a:off x="2976527" y="3772543"/>
            <a:ext cx="682068" cy="682068"/>
            <a:chOff x="5080188" y="927900"/>
            <a:chExt cx="961200" cy="961200"/>
          </a:xfrm>
        </p:grpSpPr>
        <p:sp>
          <p:nvSpPr>
            <p:cNvPr id="6331" name="Google Shape;6331;p75"/>
            <p:cNvSpPr/>
            <p:nvPr/>
          </p:nvSpPr>
          <p:spPr>
            <a:xfrm>
              <a:off x="5201900" y="1050116"/>
              <a:ext cx="716700" cy="716700"/>
            </a:xfrm>
            <a:prstGeom prst="donut">
              <a:avLst>
                <a:gd name="adj" fmla="val 4716"/>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32" name="Google Shape;6332;p75"/>
            <p:cNvSpPr/>
            <p:nvPr/>
          </p:nvSpPr>
          <p:spPr>
            <a:xfrm>
              <a:off x="5269594" y="1117818"/>
              <a:ext cx="581100" cy="581100"/>
            </a:xfrm>
            <a:prstGeom prst="donut">
              <a:avLst>
                <a:gd name="adj" fmla="val 5814"/>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33" name="Google Shape;6333;p75"/>
            <p:cNvSpPr/>
            <p:nvPr/>
          </p:nvSpPr>
          <p:spPr>
            <a:xfrm>
              <a:off x="5339279" y="1187526"/>
              <a:ext cx="441900" cy="441600"/>
            </a:xfrm>
            <a:prstGeom prst="donut">
              <a:avLst>
                <a:gd name="adj" fmla="val 7648"/>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34" name="Google Shape;6334;p75"/>
            <p:cNvSpPr/>
            <p:nvPr/>
          </p:nvSpPr>
          <p:spPr>
            <a:xfrm>
              <a:off x="5414892" y="1263155"/>
              <a:ext cx="290700" cy="290700"/>
            </a:xfrm>
            <a:prstGeom prst="donut">
              <a:avLst>
                <a:gd name="adj" fmla="val 10182"/>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35" name="Google Shape;6335;p75"/>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36" name="Google Shape;6336;p75"/>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37" name="Google Shape;6337;p75"/>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38" name="Google Shape;6338;p75"/>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339" name="Google Shape;6339;p75"/>
          <p:cNvGrpSpPr/>
          <p:nvPr/>
        </p:nvGrpSpPr>
        <p:grpSpPr>
          <a:xfrm>
            <a:off x="4440026" y="3869234"/>
            <a:ext cx="505650" cy="504006"/>
            <a:chOff x="6039282" y="1042577"/>
            <a:chExt cx="734315" cy="731929"/>
          </a:xfrm>
        </p:grpSpPr>
        <p:sp>
          <p:nvSpPr>
            <p:cNvPr id="6340" name="Google Shape;6340;p75"/>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41" name="Google Shape;6341;p75"/>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42" name="Google Shape;6342;p75"/>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43" name="Google Shape;6343;p75"/>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44" name="Google Shape;6344;p75"/>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45" name="Google Shape;6345;p75"/>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46" name="Google Shape;6346;p75"/>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47" name="Google Shape;6347;p75"/>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48" name="Google Shape;6348;p75"/>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49" name="Google Shape;6349;p75"/>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50" name="Google Shape;6350;p75"/>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51" name="Google Shape;6351;p75"/>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52" name="Google Shape;6352;p75"/>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53" name="Google Shape;6353;p75"/>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54" name="Google Shape;6354;p75"/>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55" name="Google Shape;6355;p75"/>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56" name="Google Shape;6356;p75"/>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57" name="Google Shape;6357;p75"/>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58" name="Google Shape;6358;p75"/>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59" name="Google Shape;6359;p75"/>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60" name="Google Shape;6360;p75"/>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361" name="Google Shape;6361;p75"/>
          <p:cNvGrpSpPr/>
          <p:nvPr/>
        </p:nvGrpSpPr>
        <p:grpSpPr>
          <a:xfrm>
            <a:off x="5052628" y="2298862"/>
            <a:ext cx="567744" cy="602136"/>
            <a:chOff x="1825800" y="1651625"/>
            <a:chExt cx="539989" cy="571775"/>
          </a:xfrm>
        </p:grpSpPr>
        <p:sp>
          <p:nvSpPr>
            <p:cNvPr id="6362" name="Google Shape;6362;p75"/>
            <p:cNvSpPr/>
            <p:nvPr/>
          </p:nvSpPr>
          <p:spPr>
            <a:xfrm>
              <a:off x="2093189"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63" name="Google Shape;6363;p75"/>
            <p:cNvSpPr/>
            <p:nvPr/>
          </p:nvSpPr>
          <p:spPr>
            <a:xfrm>
              <a:off x="1825800" y="196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64" name="Google Shape;6364;p75"/>
            <p:cNvSpPr/>
            <p:nvPr/>
          </p:nvSpPr>
          <p:spPr>
            <a:xfrm>
              <a:off x="2093189" y="196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65" name="Google Shape;6365;p75"/>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366" name="Google Shape;6366;p75"/>
          <p:cNvGrpSpPr/>
          <p:nvPr/>
        </p:nvGrpSpPr>
        <p:grpSpPr>
          <a:xfrm>
            <a:off x="3727557" y="3855579"/>
            <a:ext cx="508123" cy="507955"/>
            <a:chOff x="1897577" y="2802432"/>
            <a:chExt cx="492176" cy="492014"/>
          </a:xfrm>
        </p:grpSpPr>
        <p:sp>
          <p:nvSpPr>
            <p:cNvPr id="6367" name="Google Shape;6367;p75"/>
            <p:cNvSpPr/>
            <p:nvPr/>
          </p:nvSpPr>
          <p:spPr>
            <a:xfrm>
              <a:off x="2067309" y="2802432"/>
              <a:ext cx="152163" cy="136326"/>
            </a:xfrm>
            <a:custGeom>
              <a:avLst/>
              <a:gdLst/>
              <a:ahLst/>
              <a:cxnLst/>
              <a:rect l="l" t="t" r="r" b="b"/>
              <a:pathLst>
                <a:path w="9435" h="8453" extrusionOk="0">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68" name="Google Shape;6368;p75"/>
            <p:cNvSpPr/>
            <p:nvPr/>
          </p:nvSpPr>
          <p:spPr>
            <a:xfrm>
              <a:off x="2179099" y="2814350"/>
              <a:ext cx="163452" cy="166049"/>
            </a:xfrm>
            <a:custGeom>
              <a:avLst/>
              <a:gdLst/>
              <a:ahLst/>
              <a:cxnLst/>
              <a:rect l="l" t="t" r="r" b="b"/>
              <a:pathLst>
                <a:path w="10135" h="10296" extrusionOk="0">
                  <a:moveTo>
                    <a:pt x="2491" y="1"/>
                  </a:moveTo>
                  <a:lnTo>
                    <a:pt x="0" y="7702"/>
                  </a:lnTo>
                  <a:cubicBezTo>
                    <a:pt x="1435" y="8161"/>
                    <a:pt x="2686" y="9079"/>
                    <a:pt x="3581" y="10296"/>
                  </a:cubicBezTo>
                  <a:lnTo>
                    <a:pt x="10135" y="5533"/>
                  </a:lnTo>
                  <a:cubicBezTo>
                    <a:pt x="8230" y="2927"/>
                    <a:pt x="5555" y="988"/>
                    <a:pt x="249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69" name="Google Shape;6369;p75"/>
            <p:cNvSpPr/>
            <p:nvPr/>
          </p:nvSpPr>
          <p:spPr>
            <a:xfrm>
              <a:off x="2236848" y="3048492"/>
              <a:ext cx="152905" cy="144760"/>
            </a:xfrm>
            <a:custGeom>
              <a:avLst/>
              <a:gdLst/>
              <a:ahLst/>
              <a:cxnLst/>
              <a:rect l="l" t="t" r="r" b="b"/>
              <a:pathLst>
                <a:path w="9481" h="8976" extrusionOk="0">
                  <a:moveTo>
                    <a:pt x="1377" y="0"/>
                  </a:moveTo>
                  <a:cubicBezTo>
                    <a:pt x="1377" y="1515"/>
                    <a:pt x="895" y="2996"/>
                    <a:pt x="0" y="4212"/>
                  </a:cubicBezTo>
                  <a:lnTo>
                    <a:pt x="6554" y="8976"/>
                  </a:lnTo>
                  <a:cubicBezTo>
                    <a:pt x="8459" y="6370"/>
                    <a:pt x="9480" y="3225"/>
                    <a:pt x="94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70" name="Google Shape;6370;p75"/>
            <p:cNvSpPr/>
            <p:nvPr/>
          </p:nvSpPr>
          <p:spPr>
            <a:xfrm>
              <a:off x="1944586" y="2814543"/>
              <a:ext cx="163097" cy="166226"/>
            </a:xfrm>
            <a:custGeom>
              <a:avLst/>
              <a:gdLst/>
              <a:ahLst/>
              <a:cxnLst/>
              <a:rect l="l" t="t" r="r" b="b"/>
              <a:pathLst>
                <a:path w="10113" h="10307" extrusionOk="0">
                  <a:moveTo>
                    <a:pt x="7610" y="0"/>
                  </a:moveTo>
                  <a:cubicBezTo>
                    <a:pt x="4557" y="999"/>
                    <a:pt x="1883" y="2938"/>
                    <a:pt x="1" y="5544"/>
                  </a:cubicBezTo>
                  <a:lnTo>
                    <a:pt x="6554" y="10307"/>
                  </a:lnTo>
                  <a:cubicBezTo>
                    <a:pt x="7438" y="9090"/>
                    <a:pt x="8677" y="8172"/>
                    <a:pt x="10112" y="7701"/>
                  </a:cubicBezTo>
                  <a:lnTo>
                    <a:pt x="761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71" name="Google Shape;6371;p75"/>
            <p:cNvSpPr/>
            <p:nvPr/>
          </p:nvSpPr>
          <p:spPr>
            <a:xfrm>
              <a:off x="2236848" y="2903562"/>
              <a:ext cx="152905" cy="144954"/>
            </a:xfrm>
            <a:custGeom>
              <a:avLst/>
              <a:gdLst/>
              <a:ahLst/>
              <a:cxnLst/>
              <a:rect l="l" t="t" r="r" b="b"/>
              <a:pathLst>
                <a:path w="9481" h="8988" extrusionOk="0">
                  <a:moveTo>
                    <a:pt x="6554" y="1"/>
                  </a:moveTo>
                  <a:lnTo>
                    <a:pt x="0" y="4764"/>
                  </a:lnTo>
                  <a:cubicBezTo>
                    <a:pt x="895" y="5992"/>
                    <a:pt x="1377" y="7472"/>
                    <a:pt x="1377" y="8987"/>
                  </a:cubicBezTo>
                  <a:lnTo>
                    <a:pt x="9469" y="8987"/>
                  </a:lnTo>
                  <a:cubicBezTo>
                    <a:pt x="9480" y="5751"/>
                    <a:pt x="8459" y="2606"/>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72" name="Google Shape;6372;p75"/>
            <p:cNvSpPr/>
            <p:nvPr/>
          </p:nvSpPr>
          <p:spPr>
            <a:xfrm>
              <a:off x="2179099" y="3116417"/>
              <a:ext cx="163452" cy="166242"/>
            </a:xfrm>
            <a:custGeom>
              <a:avLst/>
              <a:gdLst/>
              <a:ahLst/>
              <a:cxnLst/>
              <a:rect l="l" t="t" r="r" b="b"/>
              <a:pathLst>
                <a:path w="10135" h="10308" extrusionOk="0">
                  <a:moveTo>
                    <a:pt x="3581" y="0"/>
                  </a:moveTo>
                  <a:cubicBezTo>
                    <a:pt x="2686" y="1229"/>
                    <a:pt x="1435" y="2135"/>
                    <a:pt x="0" y="2594"/>
                  </a:cubicBezTo>
                  <a:lnTo>
                    <a:pt x="2502" y="10307"/>
                  </a:lnTo>
                  <a:cubicBezTo>
                    <a:pt x="5567" y="9309"/>
                    <a:pt x="8241" y="7369"/>
                    <a:pt x="10135" y="4764"/>
                  </a:cubicBezTo>
                  <a:lnTo>
                    <a:pt x="3581"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73" name="Google Shape;6373;p75"/>
            <p:cNvSpPr/>
            <p:nvPr/>
          </p:nvSpPr>
          <p:spPr>
            <a:xfrm>
              <a:off x="1897577" y="2903933"/>
              <a:ext cx="152727" cy="144583"/>
            </a:xfrm>
            <a:custGeom>
              <a:avLst/>
              <a:gdLst/>
              <a:ahLst/>
              <a:cxnLst/>
              <a:rect l="l" t="t" r="r" b="b"/>
              <a:pathLst>
                <a:path w="9470" h="8965" extrusionOk="0">
                  <a:moveTo>
                    <a:pt x="2916" y="1"/>
                  </a:moveTo>
                  <a:cubicBezTo>
                    <a:pt x="1022" y="2606"/>
                    <a:pt x="0" y="5739"/>
                    <a:pt x="12" y="8964"/>
                  </a:cubicBezTo>
                  <a:lnTo>
                    <a:pt x="8103" y="8964"/>
                  </a:lnTo>
                  <a:cubicBezTo>
                    <a:pt x="8103" y="7449"/>
                    <a:pt x="8574" y="5980"/>
                    <a:pt x="9469" y="4764"/>
                  </a:cubicBezTo>
                  <a:lnTo>
                    <a:pt x="2916"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74" name="Google Shape;6374;p75"/>
            <p:cNvSpPr/>
            <p:nvPr/>
          </p:nvSpPr>
          <p:spPr>
            <a:xfrm>
              <a:off x="2067309" y="3158056"/>
              <a:ext cx="152163" cy="136390"/>
            </a:xfrm>
            <a:custGeom>
              <a:avLst/>
              <a:gdLst/>
              <a:ahLst/>
              <a:cxnLst/>
              <a:rect l="l" t="t" r="r" b="b"/>
              <a:pathLst>
                <a:path w="9435" h="8457" extrusionOk="0">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75" name="Google Shape;6375;p75"/>
            <p:cNvSpPr/>
            <p:nvPr/>
          </p:nvSpPr>
          <p:spPr>
            <a:xfrm>
              <a:off x="1944586" y="3116046"/>
              <a:ext cx="163097" cy="166242"/>
            </a:xfrm>
            <a:custGeom>
              <a:avLst/>
              <a:gdLst/>
              <a:ahLst/>
              <a:cxnLst/>
              <a:rect l="l" t="t" r="r" b="b"/>
              <a:pathLst>
                <a:path w="10113" h="10308" extrusionOk="0">
                  <a:moveTo>
                    <a:pt x="6554" y="1"/>
                  </a:moveTo>
                  <a:lnTo>
                    <a:pt x="1" y="4764"/>
                  </a:lnTo>
                  <a:cubicBezTo>
                    <a:pt x="1883" y="7369"/>
                    <a:pt x="4557" y="9309"/>
                    <a:pt x="7610" y="10307"/>
                  </a:cubicBezTo>
                  <a:lnTo>
                    <a:pt x="10112" y="2606"/>
                  </a:lnTo>
                  <a:cubicBezTo>
                    <a:pt x="8677" y="2135"/>
                    <a:pt x="7438" y="1229"/>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76" name="Google Shape;6376;p75"/>
            <p:cNvSpPr/>
            <p:nvPr/>
          </p:nvSpPr>
          <p:spPr>
            <a:xfrm>
              <a:off x="1897577" y="3048492"/>
              <a:ext cx="152727" cy="144390"/>
            </a:xfrm>
            <a:custGeom>
              <a:avLst/>
              <a:gdLst/>
              <a:ahLst/>
              <a:cxnLst/>
              <a:rect l="l" t="t" r="r" b="b"/>
              <a:pathLst>
                <a:path w="9470" h="8953" extrusionOk="0">
                  <a:moveTo>
                    <a:pt x="12" y="0"/>
                  </a:moveTo>
                  <a:cubicBezTo>
                    <a:pt x="0" y="3214"/>
                    <a:pt x="1022" y="6347"/>
                    <a:pt x="2916" y="8953"/>
                  </a:cubicBezTo>
                  <a:lnTo>
                    <a:pt x="9469" y="4190"/>
                  </a:lnTo>
                  <a:cubicBezTo>
                    <a:pt x="8574" y="2973"/>
                    <a:pt x="8103" y="1504"/>
                    <a:pt x="810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77" name="Google Shape;6377;p75"/>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78" name="Google Shape;6378;p75"/>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379" name="Google Shape;6379;p75"/>
          <p:cNvGrpSpPr/>
          <p:nvPr/>
        </p:nvGrpSpPr>
        <p:grpSpPr>
          <a:xfrm>
            <a:off x="959087" y="4169123"/>
            <a:ext cx="809227" cy="200842"/>
            <a:chOff x="2013045" y="4813233"/>
            <a:chExt cx="921986" cy="228854"/>
          </a:xfrm>
        </p:grpSpPr>
        <p:sp>
          <p:nvSpPr>
            <p:cNvPr id="6380" name="Google Shape;6380;p75"/>
            <p:cNvSpPr/>
            <p:nvPr/>
          </p:nvSpPr>
          <p:spPr>
            <a:xfrm>
              <a:off x="2013045" y="4867370"/>
              <a:ext cx="921986" cy="174718"/>
            </a:xfrm>
            <a:custGeom>
              <a:avLst/>
              <a:gdLst/>
              <a:ahLst/>
              <a:cxnLst/>
              <a:rect l="l" t="t" r="r" b="b"/>
              <a:pathLst>
                <a:path w="138801" h="26303" fill="none" extrusionOk="0">
                  <a:moveTo>
                    <a:pt x="0" y="18153"/>
                  </a:moveTo>
                  <a:lnTo>
                    <a:pt x="0" y="26303"/>
                  </a:lnTo>
                  <a:lnTo>
                    <a:pt x="138800" y="26303"/>
                  </a:lnTo>
                  <a:lnTo>
                    <a:pt x="138800" y="0"/>
                  </a:lnTo>
                  <a:lnTo>
                    <a:pt x="38405" y="0"/>
                  </a:lnTo>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81" name="Google Shape;6381;p75"/>
            <p:cNvSpPr/>
            <p:nvPr/>
          </p:nvSpPr>
          <p:spPr>
            <a:xfrm>
              <a:off x="2013045" y="4813233"/>
              <a:ext cx="316628" cy="174718"/>
            </a:xfrm>
            <a:custGeom>
              <a:avLst/>
              <a:gdLst/>
              <a:ahLst/>
              <a:cxnLst/>
              <a:rect l="l" t="t" r="r" b="b"/>
              <a:pathLst>
                <a:path w="47667" h="26303" fill="none" extrusionOk="0">
                  <a:moveTo>
                    <a:pt x="0" y="0"/>
                  </a:moveTo>
                  <a:lnTo>
                    <a:pt x="0" y="26303"/>
                  </a:lnTo>
                  <a:lnTo>
                    <a:pt x="47666" y="26303"/>
                  </a:lnTo>
                  <a:lnTo>
                    <a:pt x="34453"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382" name="Google Shape;6382;p75"/>
          <p:cNvGrpSpPr/>
          <p:nvPr/>
        </p:nvGrpSpPr>
        <p:grpSpPr>
          <a:xfrm>
            <a:off x="967547" y="2656004"/>
            <a:ext cx="792421" cy="269941"/>
            <a:chOff x="1046767" y="4756633"/>
            <a:chExt cx="859646" cy="292841"/>
          </a:xfrm>
        </p:grpSpPr>
        <p:sp>
          <p:nvSpPr>
            <p:cNvPr id="6383" name="Google Shape;6383;p75"/>
            <p:cNvSpPr/>
            <p:nvPr/>
          </p:nvSpPr>
          <p:spPr>
            <a:xfrm>
              <a:off x="1046767" y="4811593"/>
              <a:ext cx="859646" cy="237881"/>
            </a:xfrm>
            <a:custGeom>
              <a:avLst/>
              <a:gdLst/>
              <a:ahLst/>
              <a:cxnLst/>
              <a:rect l="l" t="t" r="r" b="b"/>
              <a:pathLst>
                <a:path w="129416" h="35812" fill="none" extrusionOk="0">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84" name="Google Shape;6384;p75"/>
            <p:cNvSpPr/>
            <p:nvPr/>
          </p:nvSpPr>
          <p:spPr>
            <a:xfrm>
              <a:off x="1046767" y="4983846"/>
              <a:ext cx="65628" cy="65628"/>
            </a:xfrm>
            <a:custGeom>
              <a:avLst/>
              <a:gdLst/>
              <a:ahLst/>
              <a:cxnLst/>
              <a:rect l="l" t="t" r="r" b="b"/>
              <a:pathLst>
                <a:path w="9880" h="9880" fill="none" extrusionOk="0">
                  <a:moveTo>
                    <a:pt x="1" y="0"/>
                  </a:moveTo>
                  <a:lnTo>
                    <a:pt x="1" y="9879"/>
                  </a:lnTo>
                  <a:lnTo>
                    <a:pt x="9880" y="9879"/>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85" name="Google Shape;6385;p75"/>
            <p:cNvSpPr/>
            <p:nvPr/>
          </p:nvSpPr>
          <p:spPr>
            <a:xfrm>
              <a:off x="1067279" y="4756633"/>
              <a:ext cx="179640" cy="179646"/>
            </a:xfrm>
            <a:custGeom>
              <a:avLst/>
              <a:gdLst/>
              <a:ahLst/>
              <a:cxnLst/>
              <a:rect l="l" t="t" r="r" b="b"/>
              <a:pathLst>
                <a:path w="27044" h="27045" fill="none" extrusionOk="0">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w="9525" cap="flat" cmpd="sng">
              <a:solidFill>
                <a:srgbClr val="A5B7C5"/>
              </a:solidFill>
              <a:prstDash val="solid"/>
              <a:miter lim="1234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6386" name="Google Shape;6386;p75"/>
          <p:cNvSpPr/>
          <p:nvPr/>
        </p:nvSpPr>
        <p:spPr>
          <a:xfrm>
            <a:off x="7401300" y="2350672"/>
            <a:ext cx="185410" cy="940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87" name="Google Shape;6387;p75"/>
          <p:cNvSpPr/>
          <p:nvPr/>
        </p:nvSpPr>
        <p:spPr>
          <a:xfrm>
            <a:off x="7100754" y="2333075"/>
            <a:ext cx="171771" cy="129198"/>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88" name="Google Shape;6388;p75"/>
          <p:cNvSpPr/>
          <p:nvPr/>
        </p:nvSpPr>
        <p:spPr>
          <a:xfrm>
            <a:off x="7723043" y="2339529"/>
            <a:ext cx="167813" cy="116777"/>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89" name="Google Shape;6389;p75"/>
          <p:cNvSpPr/>
          <p:nvPr/>
        </p:nvSpPr>
        <p:spPr>
          <a:xfrm>
            <a:off x="8017748" y="2333075"/>
            <a:ext cx="163855" cy="129198"/>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6390" name="Google Shape;6390;p75"/>
          <p:cNvGrpSpPr/>
          <p:nvPr/>
        </p:nvGrpSpPr>
        <p:grpSpPr>
          <a:xfrm>
            <a:off x="7103403" y="2550562"/>
            <a:ext cx="166473" cy="141497"/>
            <a:chOff x="4660325" y="1866850"/>
            <a:chExt cx="68350" cy="58100"/>
          </a:xfrm>
        </p:grpSpPr>
        <p:sp>
          <p:nvSpPr>
            <p:cNvPr id="6391" name="Google Shape;6391;p75"/>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92" name="Google Shape;6392;p75"/>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393" name="Google Shape;6393;p75"/>
          <p:cNvGrpSpPr/>
          <p:nvPr/>
        </p:nvGrpSpPr>
        <p:grpSpPr>
          <a:xfrm>
            <a:off x="7412747" y="2576286"/>
            <a:ext cx="162515" cy="90049"/>
            <a:chOff x="4791775" y="1877500"/>
            <a:chExt cx="66725" cy="36975"/>
          </a:xfrm>
        </p:grpSpPr>
        <p:sp>
          <p:nvSpPr>
            <p:cNvPr id="6394" name="Google Shape;6394;p75"/>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95" name="Google Shape;6395;p75"/>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396" name="Google Shape;6396;p75"/>
          <p:cNvGrpSpPr/>
          <p:nvPr/>
        </p:nvGrpSpPr>
        <p:grpSpPr>
          <a:xfrm>
            <a:off x="7734460" y="2576286"/>
            <a:ext cx="144979" cy="90049"/>
            <a:chOff x="4923925" y="1877500"/>
            <a:chExt cx="59525" cy="36975"/>
          </a:xfrm>
        </p:grpSpPr>
        <p:sp>
          <p:nvSpPr>
            <p:cNvPr id="6397" name="Google Shape;6397;p75"/>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98" name="Google Shape;6398;p75"/>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399" name="Google Shape;6399;p75"/>
          <p:cNvGrpSpPr/>
          <p:nvPr/>
        </p:nvGrpSpPr>
        <p:grpSpPr>
          <a:xfrm>
            <a:off x="8028952" y="2558477"/>
            <a:ext cx="141447" cy="125667"/>
            <a:chOff x="5058450" y="1870100"/>
            <a:chExt cx="58075" cy="51600"/>
          </a:xfrm>
        </p:grpSpPr>
        <p:sp>
          <p:nvSpPr>
            <p:cNvPr id="6400" name="Google Shape;6400;p75"/>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01" name="Google Shape;6401;p75"/>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402" name="Google Shape;6402;p75"/>
          <p:cNvGrpSpPr/>
          <p:nvPr/>
        </p:nvGrpSpPr>
        <p:grpSpPr>
          <a:xfrm>
            <a:off x="7443466" y="2980885"/>
            <a:ext cx="101077" cy="107645"/>
            <a:chOff x="4811425" y="2065025"/>
            <a:chExt cx="41500" cy="44200"/>
          </a:xfrm>
        </p:grpSpPr>
        <p:sp>
          <p:nvSpPr>
            <p:cNvPr id="6403" name="Google Shape;6403;p75"/>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04" name="Google Shape;6404;p75"/>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405" name="Google Shape;6405;p75"/>
          <p:cNvGrpSpPr/>
          <p:nvPr/>
        </p:nvGrpSpPr>
        <p:grpSpPr>
          <a:xfrm>
            <a:off x="7735904" y="2981098"/>
            <a:ext cx="120867" cy="107218"/>
            <a:chOff x="4929875" y="2065025"/>
            <a:chExt cx="49625" cy="44025"/>
          </a:xfrm>
        </p:grpSpPr>
        <p:sp>
          <p:nvSpPr>
            <p:cNvPr id="6406" name="Google Shape;6406;p75"/>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07" name="Google Shape;6407;p75"/>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408" name="Google Shape;6408;p75"/>
          <p:cNvGrpSpPr/>
          <p:nvPr/>
        </p:nvGrpSpPr>
        <p:grpSpPr>
          <a:xfrm>
            <a:off x="8064572" y="2984112"/>
            <a:ext cx="70206" cy="101191"/>
            <a:chOff x="5083925" y="2066350"/>
            <a:chExt cx="28825" cy="41550"/>
          </a:xfrm>
        </p:grpSpPr>
        <p:sp>
          <p:nvSpPr>
            <p:cNvPr id="6409" name="Google Shape;6409;p75"/>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10" name="Google Shape;6410;p75"/>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411" name="Google Shape;6411;p75"/>
          <p:cNvGrpSpPr/>
          <p:nvPr/>
        </p:nvGrpSpPr>
        <p:grpSpPr>
          <a:xfrm>
            <a:off x="7096126" y="2999759"/>
            <a:ext cx="181026" cy="69896"/>
            <a:chOff x="4659775" y="2072775"/>
            <a:chExt cx="74325" cy="28700"/>
          </a:xfrm>
        </p:grpSpPr>
        <p:sp>
          <p:nvSpPr>
            <p:cNvPr id="6412" name="Google Shape;6412;p75"/>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13" name="Google Shape;6413;p75"/>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14" name="Google Shape;6414;p75"/>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415" name="Google Shape;6415;p75"/>
          <p:cNvGrpSpPr/>
          <p:nvPr/>
        </p:nvGrpSpPr>
        <p:grpSpPr>
          <a:xfrm>
            <a:off x="8015982" y="2790324"/>
            <a:ext cx="167387" cy="89197"/>
            <a:chOff x="4662475" y="1976500"/>
            <a:chExt cx="68725" cy="36625"/>
          </a:xfrm>
        </p:grpSpPr>
        <p:sp>
          <p:nvSpPr>
            <p:cNvPr id="6416" name="Google Shape;6416;p75"/>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17" name="Google Shape;6417;p75"/>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18" name="Google Shape;6418;p75"/>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419" name="Google Shape;6419;p75"/>
          <p:cNvGrpSpPr/>
          <p:nvPr/>
        </p:nvGrpSpPr>
        <p:grpSpPr>
          <a:xfrm>
            <a:off x="7712887" y="2793764"/>
            <a:ext cx="166899" cy="82317"/>
            <a:chOff x="4920150" y="1977875"/>
            <a:chExt cx="68525" cy="33800"/>
          </a:xfrm>
        </p:grpSpPr>
        <p:sp>
          <p:nvSpPr>
            <p:cNvPr id="6420" name="Google Shape;6420;p75"/>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21" name="Google Shape;6421;p75"/>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22" name="Google Shape;6422;p75"/>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423" name="Google Shape;6423;p75"/>
          <p:cNvGrpSpPr/>
          <p:nvPr/>
        </p:nvGrpSpPr>
        <p:grpSpPr>
          <a:xfrm>
            <a:off x="7124044" y="3197682"/>
            <a:ext cx="125190" cy="127859"/>
            <a:chOff x="4676550" y="2160575"/>
            <a:chExt cx="51400" cy="52500"/>
          </a:xfrm>
        </p:grpSpPr>
        <p:sp>
          <p:nvSpPr>
            <p:cNvPr id="6424" name="Google Shape;6424;p75"/>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25" name="Google Shape;6425;p75"/>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26" name="Google Shape;6426;p75"/>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427" name="Google Shape;6427;p75"/>
          <p:cNvGrpSpPr/>
          <p:nvPr/>
        </p:nvGrpSpPr>
        <p:grpSpPr>
          <a:xfrm>
            <a:off x="7421302" y="3204714"/>
            <a:ext cx="145405" cy="113794"/>
            <a:chOff x="4768325" y="2163475"/>
            <a:chExt cx="59700" cy="46725"/>
          </a:xfrm>
        </p:grpSpPr>
        <p:sp>
          <p:nvSpPr>
            <p:cNvPr id="6428" name="Google Shape;6428;p75"/>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29" name="Google Shape;6429;p75"/>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6430" name="Google Shape;6430;p75"/>
          <p:cNvSpPr/>
          <p:nvPr/>
        </p:nvSpPr>
        <p:spPr>
          <a:xfrm>
            <a:off x="7753257" y="3196221"/>
            <a:ext cx="86159" cy="130781"/>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31" name="Google Shape;6431;p75"/>
          <p:cNvSpPr/>
          <p:nvPr/>
        </p:nvSpPr>
        <p:spPr>
          <a:xfrm>
            <a:off x="8025633" y="4203306"/>
            <a:ext cx="148084" cy="16298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32" name="Google Shape;6432;p75"/>
          <p:cNvSpPr/>
          <p:nvPr/>
        </p:nvSpPr>
        <p:spPr>
          <a:xfrm>
            <a:off x="7127089" y="3431527"/>
            <a:ext cx="119101" cy="163415"/>
          </a:xfrm>
          <a:custGeom>
            <a:avLst/>
            <a:gdLst/>
            <a:ahLst/>
            <a:cxnLst/>
            <a:rect l="l" t="t" r="r" b="b"/>
            <a:pathLst>
              <a:path w="1956" h="2684" extrusionOk="0">
                <a:moveTo>
                  <a:pt x="1" y="0"/>
                </a:moveTo>
                <a:lnTo>
                  <a:pt x="787" y="1342"/>
                </a:lnTo>
                <a:lnTo>
                  <a:pt x="1" y="2683"/>
                </a:lnTo>
                <a:lnTo>
                  <a:pt x="1955" y="1342"/>
                </a:lnTo>
                <a:lnTo>
                  <a:pt x="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33" name="Google Shape;6433;p75"/>
          <p:cNvSpPr/>
          <p:nvPr/>
        </p:nvSpPr>
        <p:spPr>
          <a:xfrm>
            <a:off x="7095061" y="4219136"/>
            <a:ext cx="183157" cy="131329"/>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34" name="Google Shape;6434;p75"/>
          <p:cNvSpPr/>
          <p:nvPr/>
        </p:nvSpPr>
        <p:spPr>
          <a:xfrm>
            <a:off x="7112384" y="3700780"/>
            <a:ext cx="148511" cy="112515"/>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35" name="Google Shape;6435;p75"/>
          <p:cNvSpPr/>
          <p:nvPr/>
        </p:nvSpPr>
        <p:spPr>
          <a:xfrm>
            <a:off x="7746133" y="3682697"/>
            <a:ext cx="100408" cy="14868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6436" name="Google Shape;6436;p75"/>
          <p:cNvGrpSpPr/>
          <p:nvPr/>
        </p:nvGrpSpPr>
        <p:grpSpPr>
          <a:xfrm>
            <a:off x="7437621" y="3459808"/>
            <a:ext cx="112768" cy="106853"/>
            <a:chOff x="4768575" y="2253950"/>
            <a:chExt cx="46300" cy="43875"/>
          </a:xfrm>
        </p:grpSpPr>
        <p:sp>
          <p:nvSpPr>
            <p:cNvPr id="6437" name="Google Shape;6437;p75"/>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38" name="Google Shape;6438;p75"/>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439" name="Google Shape;6439;p75"/>
          <p:cNvGrpSpPr/>
          <p:nvPr/>
        </p:nvGrpSpPr>
        <p:grpSpPr>
          <a:xfrm>
            <a:off x="7737243" y="3948834"/>
            <a:ext cx="118187" cy="146246"/>
            <a:chOff x="4960900" y="2433225"/>
            <a:chExt cx="48525" cy="60050"/>
          </a:xfrm>
        </p:grpSpPr>
        <p:sp>
          <p:nvSpPr>
            <p:cNvPr id="6440" name="Google Shape;6440;p75"/>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41" name="Google Shape;6441;p75"/>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442" name="Google Shape;6442;p75"/>
          <p:cNvGrpSpPr/>
          <p:nvPr/>
        </p:nvGrpSpPr>
        <p:grpSpPr>
          <a:xfrm>
            <a:off x="7425808" y="4212895"/>
            <a:ext cx="136394" cy="143810"/>
            <a:chOff x="4854075" y="2527625"/>
            <a:chExt cx="56000" cy="59050"/>
          </a:xfrm>
        </p:grpSpPr>
        <p:sp>
          <p:nvSpPr>
            <p:cNvPr id="6443" name="Google Shape;6443;p75"/>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44" name="Google Shape;6444;p75"/>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6445" name="Google Shape;6445;p75"/>
          <p:cNvSpPr/>
          <p:nvPr/>
        </p:nvSpPr>
        <p:spPr>
          <a:xfrm>
            <a:off x="7441061" y="3955623"/>
            <a:ext cx="105888" cy="132668"/>
          </a:xfrm>
          <a:custGeom>
            <a:avLst/>
            <a:gdLst/>
            <a:ahLst/>
            <a:cxnLst/>
            <a:rect l="l" t="t" r="r" b="b"/>
            <a:pathLst>
              <a:path w="1739" h="2179" extrusionOk="0">
                <a:moveTo>
                  <a:pt x="1" y="1"/>
                </a:moveTo>
                <a:lnTo>
                  <a:pt x="1" y="2179"/>
                </a:lnTo>
                <a:lnTo>
                  <a:pt x="758" y="2179"/>
                </a:lnTo>
                <a:lnTo>
                  <a:pt x="1739" y="1090"/>
                </a:lnTo>
                <a:lnTo>
                  <a:pt x="75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46" name="Google Shape;6446;p75"/>
          <p:cNvSpPr/>
          <p:nvPr/>
        </p:nvSpPr>
        <p:spPr>
          <a:xfrm>
            <a:off x="8019727" y="3195277"/>
            <a:ext cx="159897" cy="132668"/>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47" name="Google Shape;6447;p75"/>
          <p:cNvSpPr/>
          <p:nvPr/>
        </p:nvSpPr>
        <p:spPr>
          <a:xfrm>
            <a:off x="7118991" y="3955623"/>
            <a:ext cx="135298" cy="132668"/>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6448" name="Google Shape;6448;p75"/>
          <p:cNvGrpSpPr/>
          <p:nvPr/>
        </p:nvGrpSpPr>
        <p:grpSpPr>
          <a:xfrm>
            <a:off x="8050020" y="3676639"/>
            <a:ext cx="99312" cy="160797"/>
            <a:chOff x="5059700" y="2334775"/>
            <a:chExt cx="40775" cy="66025"/>
          </a:xfrm>
        </p:grpSpPr>
        <p:sp>
          <p:nvSpPr>
            <p:cNvPr id="6449" name="Google Shape;6449;p75"/>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50" name="Google Shape;6450;p75"/>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51" name="Google Shape;6451;p75"/>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52" name="Google Shape;6452;p75"/>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53" name="Google Shape;6453;p75"/>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54" name="Google Shape;6454;p75"/>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55" name="Google Shape;6455;p75"/>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56" name="Google Shape;6456;p75"/>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57" name="Google Shape;6457;p75"/>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458" name="Google Shape;6458;p75"/>
          <p:cNvGrpSpPr/>
          <p:nvPr/>
        </p:nvGrpSpPr>
        <p:grpSpPr>
          <a:xfrm>
            <a:off x="8007184" y="3941771"/>
            <a:ext cx="184984" cy="160371"/>
            <a:chOff x="5037700" y="2430325"/>
            <a:chExt cx="75950" cy="65850"/>
          </a:xfrm>
        </p:grpSpPr>
        <p:sp>
          <p:nvSpPr>
            <p:cNvPr id="6459" name="Google Shape;6459;p75"/>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60" name="Google Shape;6460;p75"/>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461" name="Google Shape;6461;p75"/>
          <p:cNvGrpSpPr/>
          <p:nvPr/>
        </p:nvGrpSpPr>
        <p:grpSpPr>
          <a:xfrm>
            <a:off x="7426689" y="3708223"/>
            <a:ext cx="173014" cy="97629"/>
            <a:chOff x="4756975" y="2341800"/>
            <a:chExt cx="91975" cy="51925"/>
          </a:xfrm>
        </p:grpSpPr>
        <p:sp>
          <p:nvSpPr>
            <p:cNvPr id="6462" name="Google Shape;6462;p75"/>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63" name="Google Shape;6463;p75"/>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64" name="Google Shape;6464;p75"/>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65" name="Google Shape;6465;p75"/>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66" name="Google Shape;6466;p75"/>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67" name="Google Shape;6467;p75"/>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68" name="Google Shape;6468;p75"/>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69" name="Google Shape;6469;p75"/>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70" name="Google Shape;6470;p75"/>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71" name="Google Shape;6471;p75"/>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72" name="Google Shape;6472;p75"/>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73" name="Google Shape;6473;p75"/>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74" name="Google Shape;6474;p75"/>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75" name="Google Shape;6475;p75"/>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76" name="Google Shape;6476;p75"/>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77" name="Google Shape;6477;p75"/>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78" name="Google Shape;6478;p75"/>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79" name="Google Shape;6479;p75"/>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80" name="Google Shape;6480;p75"/>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81" name="Google Shape;6481;p75"/>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482" name="Google Shape;6482;p75"/>
          <p:cNvGrpSpPr/>
          <p:nvPr/>
        </p:nvGrpSpPr>
        <p:grpSpPr>
          <a:xfrm>
            <a:off x="7693626" y="4196920"/>
            <a:ext cx="212497" cy="175761"/>
            <a:chOff x="4943575" y="2516350"/>
            <a:chExt cx="98675" cy="81700"/>
          </a:xfrm>
        </p:grpSpPr>
        <p:sp>
          <p:nvSpPr>
            <p:cNvPr id="6483" name="Google Shape;6483;p75"/>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84" name="Google Shape;6484;p75"/>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85" name="Google Shape;6485;p75"/>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86" name="Google Shape;6486;p75"/>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87" name="Google Shape;6487;p75"/>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88" name="Google Shape;6488;p75"/>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89" name="Google Shape;6489;p75"/>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90" name="Google Shape;6490;p75"/>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91" name="Google Shape;6491;p75"/>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92" name="Google Shape;6492;p75"/>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93" name="Google Shape;6493;p75"/>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94" name="Google Shape;6494;p75"/>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95" name="Google Shape;6495;p75"/>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96" name="Google Shape;6496;p75"/>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97" name="Google Shape;6497;p75"/>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98" name="Google Shape;6498;p75"/>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99" name="Google Shape;6499;p75"/>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00" name="Google Shape;6500;p75"/>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01" name="Google Shape;6501;p75"/>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02" name="Google Shape;6502;p75"/>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03" name="Google Shape;6503;p75"/>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04" name="Google Shape;6504;p75"/>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05" name="Google Shape;6505;p75"/>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06" name="Google Shape;6506;p75"/>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07" name="Google Shape;6507;p75"/>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08" name="Google Shape;6508;p75"/>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09" name="Google Shape;6509;p75"/>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10" name="Google Shape;6510;p75"/>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11" name="Google Shape;6511;p75"/>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12" name="Google Shape;6512;p75"/>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13" name="Google Shape;6513;p75"/>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14" name="Google Shape;6514;p75"/>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15" name="Google Shape;6515;p75"/>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16" name="Google Shape;6516;p75"/>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17" name="Google Shape;6517;p75"/>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18" name="Google Shape;6518;p75"/>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19" name="Google Shape;6519;p75"/>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20" name="Google Shape;6520;p75"/>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21" name="Google Shape;6521;p75"/>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22" name="Google Shape;6522;p75"/>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23" name="Google Shape;6523;p75"/>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24" name="Google Shape;6524;p75"/>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25" name="Google Shape;6525;p75"/>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26" name="Google Shape;6526;p75"/>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27" name="Google Shape;6527;p75"/>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28" name="Google Shape;6528;p75"/>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29" name="Google Shape;6529;p75"/>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30" name="Google Shape;6530;p75"/>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31" name="Google Shape;6531;p75"/>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32" name="Google Shape;6532;p75"/>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33" name="Google Shape;6533;p75"/>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34" name="Google Shape;6534;p75"/>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35" name="Google Shape;6535;p75"/>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36" name="Google Shape;6536;p75"/>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37" name="Google Shape;6537;p75"/>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38" name="Google Shape;6538;p75"/>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39" name="Google Shape;6539;p75"/>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40" name="Google Shape;6540;p75"/>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41" name="Google Shape;6541;p75"/>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42" name="Google Shape;6542;p75"/>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43" name="Google Shape;6543;p75"/>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44" name="Google Shape;6544;p75"/>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45" name="Google Shape;6545;p75"/>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46" name="Google Shape;6546;p75"/>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47" name="Google Shape;6547;p75"/>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48" name="Google Shape;6548;p75"/>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49" name="Google Shape;6549;p75"/>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50" name="Google Shape;6550;p75"/>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51" name="Google Shape;6551;p75"/>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52" name="Google Shape;6552;p75"/>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53" name="Google Shape;6553;p75"/>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54" name="Google Shape;6554;p75"/>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55" name="Google Shape;6555;p75"/>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56" name="Google Shape;6556;p75"/>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57" name="Google Shape;6557;p75"/>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58" name="Google Shape;6558;p75"/>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59" name="Google Shape;6559;p75"/>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60" name="Google Shape;6560;p75"/>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6561" name="Google Shape;6561;p75"/>
          <p:cNvSpPr/>
          <p:nvPr/>
        </p:nvSpPr>
        <p:spPr>
          <a:xfrm>
            <a:off x="7709169" y="3426066"/>
            <a:ext cx="174337" cy="174337"/>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62" name="Google Shape;6562;p75"/>
          <p:cNvSpPr/>
          <p:nvPr/>
        </p:nvSpPr>
        <p:spPr>
          <a:xfrm>
            <a:off x="8025426" y="3454885"/>
            <a:ext cx="148500" cy="1167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63" name="Google Shape;6563;p75"/>
          <p:cNvSpPr/>
          <p:nvPr/>
        </p:nvSpPr>
        <p:spPr>
          <a:xfrm>
            <a:off x="7127539"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64" name="Google Shape;6564;p75"/>
          <p:cNvSpPr/>
          <p:nvPr/>
        </p:nvSpPr>
        <p:spPr>
          <a:xfrm flipH="1">
            <a:off x="7434905"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65" name="Google Shape;6565;p75"/>
          <p:cNvSpPr txBox="1"/>
          <p:nvPr>
            <p:ph type="title"/>
          </p:nvPr>
        </p:nvSpPr>
        <p:spPr>
          <a:xfrm>
            <a:off x="716700" y="511025"/>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Use our editable graphic resources...</a:t>
            </a:r>
            <a:endParaRPr lang="en-GB"/>
          </a:p>
        </p:txBody>
      </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6569" name="Shape 6569"/>
        <p:cNvGrpSpPr/>
        <p:nvPr/>
      </p:nvGrpSpPr>
      <p:grpSpPr>
        <a:xfrm>
          <a:off x="0" y="0"/>
          <a:ext cx="0" cy="0"/>
          <a:chOff x="0" y="0"/>
          <a:chExt cx="0" cy="0"/>
        </a:xfrm>
      </p:grpSpPr>
      <p:grpSp>
        <p:nvGrpSpPr>
          <p:cNvPr id="6570" name="Google Shape;6570;p76"/>
          <p:cNvGrpSpPr/>
          <p:nvPr/>
        </p:nvGrpSpPr>
        <p:grpSpPr>
          <a:xfrm>
            <a:off x="752796" y="2869970"/>
            <a:ext cx="2622876" cy="1333540"/>
            <a:chOff x="238125" y="1038125"/>
            <a:chExt cx="7146800" cy="3633625"/>
          </a:xfrm>
        </p:grpSpPr>
        <p:sp>
          <p:nvSpPr>
            <p:cNvPr id="6571" name="Google Shape;6571;p76"/>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72" name="Google Shape;6572;p76"/>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73" name="Google Shape;6573;p76"/>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74" name="Google Shape;6574;p76"/>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75" name="Google Shape;6575;p76"/>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76" name="Google Shape;6576;p76"/>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77" name="Google Shape;6577;p76"/>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78" name="Google Shape;6578;p76"/>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79" name="Google Shape;6579;p76"/>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80" name="Google Shape;6580;p76"/>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81" name="Google Shape;6581;p76"/>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82" name="Google Shape;6582;p76"/>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83" name="Google Shape;6583;p76"/>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84" name="Google Shape;6584;p76"/>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85" name="Google Shape;6585;p76"/>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86" name="Google Shape;6586;p76"/>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87" name="Google Shape;6587;p76"/>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88" name="Google Shape;6588;p76"/>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89" name="Google Shape;6589;p76"/>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90" name="Google Shape;6590;p76"/>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91" name="Google Shape;6591;p76"/>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92" name="Google Shape;6592;p76"/>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93" name="Google Shape;6593;p76"/>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94" name="Google Shape;6594;p76"/>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95" name="Google Shape;6595;p76"/>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96" name="Google Shape;6596;p76"/>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97" name="Google Shape;6597;p76"/>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98" name="Google Shape;6598;p76"/>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99" name="Google Shape;6599;p76"/>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00" name="Google Shape;6600;p76"/>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01" name="Google Shape;6601;p76"/>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02" name="Google Shape;6602;p76"/>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03" name="Google Shape;6603;p76"/>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04" name="Google Shape;6604;p76"/>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05" name="Google Shape;6605;p76"/>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06" name="Google Shape;6606;p76"/>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07" name="Google Shape;6607;p76"/>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08" name="Google Shape;6608;p76"/>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09" name="Google Shape;6609;p76"/>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10" name="Google Shape;6610;p76"/>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11" name="Google Shape;6611;p76"/>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12" name="Google Shape;6612;p76"/>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13" name="Google Shape;6613;p76"/>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14" name="Google Shape;6614;p76"/>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15" name="Google Shape;6615;p76"/>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16" name="Google Shape;6616;p76"/>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17" name="Google Shape;6617;p76"/>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18" name="Google Shape;6618;p76"/>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19" name="Google Shape;6619;p76"/>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20" name="Google Shape;6620;p76"/>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21" name="Google Shape;6621;p76"/>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22" name="Google Shape;6622;p76"/>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23" name="Google Shape;6623;p76"/>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24" name="Google Shape;6624;p76"/>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25" name="Google Shape;6625;p76"/>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26" name="Google Shape;6626;p76"/>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27" name="Google Shape;6627;p76"/>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28" name="Google Shape;6628;p76"/>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29" name="Google Shape;6629;p76"/>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30" name="Google Shape;6630;p76"/>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31" name="Google Shape;6631;p76"/>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32" name="Google Shape;6632;p76"/>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33" name="Google Shape;6633;p76"/>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34" name="Google Shape;6634;p76"/>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35" name="Google Shape;6635;p76"/>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36" name="Google Shape;6636;p76"/>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37" name="Google Shape;6637;p76"/>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38" name="Google Shape;6638;p76"/>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39" name="Google Shape;6639;p76"/>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40" name="Google Shape;6640;p76"/>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41" name="Google Shape;6641;p76"/>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42" name="Google Shape;6642;p76"/>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43" name="Google Shape;6643;p76"/>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44" name="Google Shape;6644;p76"/>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45" name="Google Shape;6645;p76"/>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46" name="Google Shape;6646;p76"/>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47" name="Google Shape;6647;p76"/>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48" name="Google Shape;6648;p76"/>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49" name="Google Shape;6649;p76"/>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50" name="Google Shape;6650;p76"/>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51" name="Google Shape;6651;p76"/>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52" name="Google Shape;6652;p76"/>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53" name="Google Shape;6653;p76"/>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54" name="Google Shape;6654;p76"/>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55" name="Google Shape;6655;p76"/>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56" name="Google Shape;6656;p76"/>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57" name="Google Shape;6657;p76"/>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58" name="Google Shape;6658;p76"/>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59" name="Google Shape;6659;p76"/>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60" name="Google Shape;6660;p76"/>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61" name="Google Shape;6661;p76"/>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62" name="Google Shape;6662;p76"/>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63" name="Google Shape;6663;p76"/>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64" name="Google Shape;6664;p76"/>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65" name="Google Shape;6665;p76"/>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66" name="Google Shape;6666;p76"/>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67" name="Google Shape;6667;p76"/>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68" name="Google Shape;6668;p76"/>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69" name="Google Shape;6669;p76"/>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70" name="Google Shape;6670;p76"/>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71" name="Google Shape;6671;p76"/>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72" name="Google Shape;6672;p76"/>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73" name="Google Shape;6673;p76"/>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74" name="Google Shape;6674;p76"/>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75" name="Google Shape;6675;p76"/>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76" name="Google Shape;6676;p76"/>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77" name="Google Shape;6677;p76"/>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78" name="Google Shape;6678;p76"/>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79" name="Google Shape;6679;p76"/>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80" name="Google Shape;6680;p76"/>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81" name="Google Shape;6681;p76"/>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82" name="Google Shape;6682;p76"/>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83" name="Google Shape;6683;p76"/>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84" name="Google Shape;6684;p76"/>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85" name="Google Shape;6685;p76"/>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86" name="Google Shape;6686;p76"/>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87" name="Google Shape;6687;p76"/>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88" name="Google Shape;6688;p76"/>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89" name="Google Shape;6689;p76"/>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90" name="Google Shape;6690;p76"/>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91" name="Google Shape;6691;p76"/>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92" name="Google Shape;6692;p76"/>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93" name="Google Shape;6693;p76"/>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94" name="Google Shape;6694;p76"/>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95" name="Google Shape;6695;p76"/>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96" name="Google Shape;6696;p76"/>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97" name="Google Shape;6697;p76"/>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98" name="Google Shape;6698;p76"/>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99" name="Google Shape;6699;p76"/>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00" name="Google Shape;6700;p76"/>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01" name="Google Shape;6701;p76"/>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02" name="Google Shape;6702;p76"/>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03" name="Google Shape;6703;p76"/>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04" name="Google Shape;6704;p76"/>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05" name="Google Shape;6705;p76"/>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06" name="Google Shape;6706;p76"/>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07" name="Google Shape;6707;p76"/>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08" name="Google Shape;6708;p76"/>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09" name="Google Shape;6709;p76"/>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10" name="Google Shape;6710;p76"/>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11" name="Google Shape;6711;p76"/>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12" name="Google Shape;6712;p76"/>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13" name="Google Shape;6713;p76"/>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14" name="Google Shape;6714;p76"/>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15" name="Google Shape;6715;p76"/>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16" name="Google Shape;6716;p76"/>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17" name="Google Shape;6717;p76"/>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18" name="Google Shape;6718;p76"/>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19" name="Google Shape;6719;p76"/>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20" name="Google Shape;6720;p76"/>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21" name="Google Shape;6721;p76"/>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22" name="Google Shape;6722;p76"/>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23" name="Google Shape;6723;p76"/>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24" name="Google Shape;6724;p76"/>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25" name="Google Shape;6725;p76"/>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26" name="Google Shape;6726;p76"/>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27" name="Google Shape;6727;p76"/>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28" name="Google Shape;6728;p76"/>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29" name="Google Shape;6729;p76"/>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30" name="Google Shape;6730;p76"/>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31" name="Google Shape;6731;p76"/>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32" name="Google Shape;6732;p76"/>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33" name="Google Shape;6733;p76"/>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34" name="Google Shape;6734;p76"/>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35" name="Google Shape;6735;p76"/>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36" name="Google Shape;6736;p76"/>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37" name="Google Shape;6737;p76"/>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38" name="Google Shape;6738;p76"/>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39" name="Google Shape;6739;p76"/>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40" name="Google Shape;6740;p76"/>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41" name="Google Shape;6741;p76"/>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42" name="Google Shape;6742;p76"/>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43" name="Google Shape;6743;p76"/>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44" name="Google Shape;6744;p76"/>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45" name="Google Shape;6745;p76"/>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46" name="Google Shape;6746;p76"/>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47" name="Google Shape;6747;p76"/>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48" name="Google Shape;6748;p76"/>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49" name="Google Shape;6749;p76"/>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50" name="Google Shape;6750;p76"/>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51" name="Google Shape;6751;p76"/>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52" name="Google Shape;6752;p76"/>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53" name="Google Shape;6753;p76"/>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54" name="Google Shape;6754;p76"/>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55" name="Google Shape;6755;p76"/>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56" name="Google Shape;6756;p76"/>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57" name="Google Shape;6757;p76"/>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58" name="Google Shape;6758;p76"/>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59" name="Google Shape;6759;p76"/>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60" name="Google Shape;6760;p76"/>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61" name="Google Shape;6761;p76"/>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62" name="Google Shape;6762;p76"/>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63" name="Google Shape;6763;p76"/>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64" name="Google Shape;6764;p76"/>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65" name="Google Shape;6765;p76"/>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66" name="Google Shape;6766;p76"/>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67" name="Google Shape;6767;p76"/>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68" name="Google Shape;6768;p76"/>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69" name="Google Shape;6769;p76"/>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70" name="Google Shape;6770;p76"/>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71" name="Google Shape;6771;p76"/>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72" name="Google Shape;6772;p76"/>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73" name="Google Shape;6773;p76"/>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74" name="Google Shape;6774;p76"/>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75" name="Google Shape;6775;p76"/>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76" name="Google Shape;6776;p76"/>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77" name="Google Shape;6777;p76"/>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78" name="Google Shape;6778;p76"/>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79" name="Google Shape;6779;p76"/>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80" name="Google Shape;6780;p76"/>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81" name="Google Shape;6781;p76"/>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82" name="Google Shape;6782;p76"/>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83" name="Google Shape;6783;p76"/>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84" name="Google Shape;6784;p76"/>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85" name="Google Shape;6785;p76"/>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86" name="Google Shape;6786;p76"/>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87" name="Google Shape;6787;p76"/>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88" name="Google Shape;6788;p76"/>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89" name="Google Shape;6789;p76"/>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90" name="Google Shape;6790;p76"/>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91" name="Google Shape;6791;p76"/>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92" name="Google Shape;6792;p76"/>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93" name="Google Shape;6793;p76"/>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94" name="Google Shape;6794;p76"/>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95" name="Google Shape;6795;p76"/>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96" name="Google Shape;6796;p76"/>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97" name="Google Shape;6797;p76"/>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98" name="Google Shape;6798;p76"/>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99" name="Google Shape;6799;p76"/>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00" name="Google Shape;6800;p76"/>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01" name="Google Shape;6801;p76"/>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02" name="Google Shape;6802;p76"/>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03" name="Google Shape;6803;p76"/>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04" name="Google Shape;6804;p76"/>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05" name="Google Shape;6805;p76"/>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06" name="Google Shape;6806;p76"/>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07" name="Google Shape;6807;p76"/>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08" name="Google Shape;6808;p76"/>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09" name="Google Shape;6809;p76"/>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10" name="Google Shape;6810;p76"/>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11" name="Google Shape;6811;p76"/>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12" name="Google Shape;6812;p76"/>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13" name="Google Shape;6813;p76"/>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14" name="Google Shape;6814;p76"/>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15" name="Google Shape;6815;p76"/>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16" name="Google Shape;6816;p76"/>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17" name="Google Shape;6817;p76"/>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18" name="Google Shape;6818;p76"/>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19" name="Google Shape;6819;p76"/>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20" name="Google Shape;6820;p76"/>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21" name="Google Shape;6821;p76"/>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22" name="Google Shape;6822;p76"/>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23" name="Google Shape;6823;p76"/>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24" name="Google Shape;6824;p76"/>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25" name="Google Shape;6825;p76"/>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26" name="Google Shape;6826;p76"/>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27" name="Google Shape;6827;p76"/>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28" name="Google Shape;6828;p76"/>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29" name="Google Shape;6829;p76"/>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30" name="Google Shape;6830;p76"/>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31" name="Google Shape;6831;p76"/>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32" name="Google Shape;6832;p76"/>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33" name="Google Shape;6833;p76"/>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34" name="Google Shape;6834;p76"/>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35" name="Google Shape;6835;p76"/>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36" name="Google Shape;6836;p76"/>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37" name="Google Shape;6837;p76"/>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38" name="Google Shape;6838;p76"/>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39" name="Google Shape;6839;p76"/>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40" name="Google Shape;6840;p76"/>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41" name="Google Shape;6841;p76"/>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42" name="Google Shape;6842;p76"/>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43" name="Google Shape;6843;p76"/>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44" name="Google Shape;6844;p76"/>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45" name="Google Shape;6845;p76"/>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46" name="Google Shape;6846;p76"/>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47" name="Google Shape;6847;p76"/>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48" name="Google Shape;6848;p76"/>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49" name="Google Shape;6849;p76"/>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50" name="Google Shape;6850;p76"/>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51" name="Google Shape;6851;p76"/>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52" name="Google Shape;6852;p76"/>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53" name="Google Shape;6853;p76"/>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54" name="Google Shape;6854;p76"/>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55" name="Google Shape;6855;p76"/>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56" name="Google Shape;6856;p76"/>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57" name="Google Shape;6857;p76"/>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58" name="Google Shape;6858;p76"/>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59" name="Google Shape;6859;p76"/>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60" name="Google Shape;6860;p76"/>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61" name="Google Shape;6861;p76"/>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62" name="Google Shape;6862;p76"/>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63" name="Google Shape;6863;p76"/>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64" name="Google Shape;6864;p76"/>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65" name="Google Shape;6865;p76"/>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66" name="Google Shape;6866;p76"/>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67" name="Google Shape;6867;p76"/>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68" name="Google Shape;6868;p76"/>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69" name="Google Shape;6869;p76"/>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70" name="Google Shape;6870;p76"/>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71" name="Google Shape;6871;p76"/>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72" name="Google Shape;6872;p76"/>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73" name="Google Shape;6873;p76"/>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74" name="Google Shape;6874;p76"/>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75" name="Google Shape;6875;p76"/>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76" name="Google Shape;6876;p76"/>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77" name="Google Shape;6877;p76"/>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78" name="Google Shape;6878;p76"/>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79" name="Google Shape;6879;p76"/>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80" name="Google Shape;6880;p76"/>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81" name="Google Shape;6881;p76"/>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82" name="Google Shape;6882;p76"/>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83" name="Google Shape;6883;p76"/>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84" name="Google Shape;6884;p76"/>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85" name="Google Shape;6885;p76"/>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86" name="Google Shape;6886;p76"/>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87" name="Google Shape;6887;p76"/>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88" name="Google Shape;6888;p76"/>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89" name="Google Shape;6889;p76"/>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90" name="Google Shape;6890;p76"/>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91" name="Google Shape;6891;p76"/>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92" name="Google Shape;6892;p76"/>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93" name="Google Shape;6893;p76"/>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94" name="Google Shape;6894;p76"/>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95" name="Google Shape;6895;p76"/>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96" name="Google Shape;6896;p76"/>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97" name="Google Shape;6897;p76"/>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98" name="Google Shape;6898;p76"/>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99" name="Google Shape;6899;p76"/>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00" name="Google Shape;6900;p76"/>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01" name="Google Shape;6901;p76"/>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02" name="Google Shape;6902;p76"/>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03" name="Google Shape;6903;p76"/>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04" name="Google Shape;6904;p76"/>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05" name="Google Shape;6905;p76"/>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06" name="Google Shape;6906;p76"/>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07" name="Google Shape;6907;p76"/>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08" name="Google Shape;6908;p76"/>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09" name="Google Shape;6909;p76"/>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10" name="Google Shape;6910;p76"/>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11" name="Google Shape;6911;p76"/>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12" name="Google Shape;6912;p76"/>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13" name="Google Shape;6913;p76"/>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14" name="Google Shape;6914;p76"/>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15" name="Google Shape;6915;p76"/>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16" name="Google Shape;6916;p76"/>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17" name="Google Shape;6917;p76"/>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18" name="Google Shape;6918;p76"/>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19" name="Google Shape;6919;p76"/>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20" name="Google Shape;6920;p76"/>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21" name="Google Shape;6921;p76"/>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22" name="Google Shape;6922;p76"/>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23" name="Google Shape;6923;p76"/>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24" name="Google Shape;6924;p76"/>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25" name="Google Shape;6925;p76"/>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26" name="Google Shape;6926;p76"/>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27" name="Google Shape;6927;p76"/>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28" name="Google Shape;6928;p76"/>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29" name="Google Shape;6929;p76"/>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30" name="Google Shape;6930;p76"/>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31" name="Google Shape;6931;p76"/>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32" name="Google Shape;6932;p76"/>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33" name="Google Shape;6933;p76"/>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34" name="Google Shape;6934;p76"/>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35" name="Google Shape;6935;p76"/>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36" name="Google Shape;6936;p76"/>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37" name="Google Shape;6937;p76"/>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38" name="Google Shape;6938;p76"/>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39" name="Google Shape;6939;p76"/>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40" name="Google Shape;6940;p76"/>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41" name="Google Shape;6941;p76"/>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42" name="Google Shape;6942;p76"/>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43" name="Google Shape;6943;p76"/>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44" name="Google Shape;6944;p76"/>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45" name="Google Shape;6945;p76"/>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46" name="Google Shape;6946;p76"/>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47" name="Google Shape;6947;p76"/>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48" name="Google Shape;6948;p76"/>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49" name="Google Shape;6949;p76"/>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50" name="Google Shape;6950;p76"/>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51" name="Google Shape;6951;p76"/>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52" name="Google Shape;6952;p76"/>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53" name="Google Shape;6953;p76"/>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54" name="Google Shape;6954;p76"/>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55" name="Google Shape;6955;p76"/>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56" name="Google Shape;6956;p76"/>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57" name="Google Shape;6957;p76"/>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58" name="Google Shape;6958;p76"/>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59" name="Google Shape;6959;p76"/>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60" name="Google Shape;6960;p76"/>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61" name="Google Shape;6961;p76"/>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62" name="Google Shape;6962;p76"/>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63" name="Google Shape;6963;p76"/>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64" name="Google Shape;6964;p76"/>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65" name="Google Shape;6965;p76"/>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66" name="Google Shape;6966;p76"/>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67" name="Google Shape;6967;p76"/>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68" name="Google Shape;6968;p76"/>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69" name="Google Shape;6969;p76"/>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70" name="Google Shape;6970;p76"/>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71" name="Google Shape;6971;p76"/>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72" name="Google Shape;6972;p76"/>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73" name="Google Shape;6973;p76"/>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74" name="Google Shape;6974;p76"/>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75" name="Google Shape;6975;p76"/>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76" name="Google Shape;6976;p76"/>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77" name="Google Shape;6977;p76"/>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78" name="Google Shape;6978;p76"/>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79" name="Google Shape;6979;p76"/>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80" name="Google Shape;6980;p76"/>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81" name="Google Shape;6981;p76"/>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82" name="Google Shape;6982;p76"/>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83" name="Google Shape;6983;p76"/>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84" name="Google Shape;6984;p76"/>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85" name="Google Shape;6985;p76"/>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86" name="Google Shape;6986;p76"/>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87" name="Google Shape;6987;p76"/>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88" name="Google Shape;6988;p76"/>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89" name="Google Shape;6989;p76"/>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90" name="Google Shape;6990;p76"/>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91" name="Google Shape;6991;p76"/>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92" name="Google Shape;6992;p76"/>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93" name="Google Shape;6993;p76"/>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94" name="Google Shape;6994;p76"/>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95" name="Google Shape;6995;p76"/>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96" name="Google Shape;6996;p76"/>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97" name="Google Shape;6997;p76"/>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98" name="Google Shape;6998;p76"/>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99" name="Google Shape;6999;p76"/>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00" name="Google Shape;7000;p76"/>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01" name="Google Shape;7001;p76"/>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02" name="Google Shape;7002;p76"/>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03" name="Google Shape;7003;p76"/>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04" name="Google Shape;7004;p76"/>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05" name="Google Shape;7005;p76"/>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06" name="Google Shape;7006;p76"/>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07" name="Google Shape;7007;p76"/>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08" name="Google Shape;7008;p76"/>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09" name="Google Shape;7009;p76"/>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10" name="Google Shape;7010;p76"/>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11" name="Google Shape;7011;p76"/>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12" name="Google Shape;7012;p76"/>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13" name="Google Shape;7013;p76"/>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14" name="Google Shape;7014;p76"/>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15" name="Google Shape;7015;p76"/>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16" name="Google Shape;7016;p76"/>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17" name="Google Shape;7017;p76"/>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18" name="Google Shape;7018;p76"/>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19" name="Google Shape;7019;p76"/>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20" name="Google Shape;7020;p76"/>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21" name="Google Shape;7021;p76"/>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22" name="Google Shape;7022;p76"/>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23" name="Google Shape;7023;p76"/>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24" name="Google Shape;7024;p76"/>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25" name="Google Shape;7025;p76"/>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26" name="Google Shape;7026;p76"/>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27" name="Google Shape;7027;p76"/>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28" name="Google Shape;7028;p76"/>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29" name="Google Shape;7029;p76"/>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30" name="Google Shape;7030;p76"/>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31" name="Google Shape;7031;p76"/>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32" name="Google Shape;7032;p76"/>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33" name="Google Shape;7033;p76"/>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34" name="Google Shape;7034;p76"/>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35" name="Google Shape;7035;p76"/>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36" name="Google Shape;7036;p76"/>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37" name="Google Shape;7037;p76"/>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38" name="Google Shape;7038;p76"/>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39" name="Google Shape;7039;p76"/>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40" name="Google Shape;7040;p76"/>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41" name="Google Shape;7041;p76"/>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42" name="Google Shape;7042;p76"/>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43" name="Google Shape;7043;p76"/>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44" name="Google Shape;7044;p76"/>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45" name="Google Shape;7045;p76"/>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46" name="Google Shape;7046;p76"/>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47" name="Google Shape;7047;p76"/>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48" name="Google Shape;7048;p76"/>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49" name="Google Shape;7049;p76"/>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50" name="Google Shape;7050;p76"/>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51" name="Google Shape;7051;p76"/>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52" name="Google Shape;7052;p76"/>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53" name="Google Shape;7053;p76"/>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54" name="Google Shape;7054;p76"/>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55" name="Google Shape;7055;p76"/>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56" name="Google Shape;7056;p76"/>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57" name="Google Shape;7057;p76"/>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58" name="Google Shape;7058;p76"/>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59" name="Google Shape;7059;p76"/>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60" name="Google Shape;7060;p76"/>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61" name="Google Shape;7061;p76"/>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62" name="Google Shape;7062;p76"/>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63" name="Google Shape;7063;p76"/>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64" name="Google Shape;7064;p76"/>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65" name="Google Shape;7065;p76"/>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66" name="Google Shape;7066;p76"/>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67" name="Google Shape;7067;p76"/>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68" name="Google Shape;7068;p76"/>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69" name="Google Shape;7069;p76"/>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70" name="Google Shape;7070;p76"/>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71" name="Google Shape;7071;p76"/>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72" name="Google Shape;7072;p76"/>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73" name="Google Shape;7073;p76"/>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74" name="Google Shape;7074;p76"/>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75" name="Google Shape;7075;p76"/>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76" name="Google Shape;7076;p76"/>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77" name="Google Shape;7077;p76"/>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78" name="Google Shape;7078;p76"/>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79" name="Google Shape;7079;p76"/>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80" name="Google Shape;7080;p76"/>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81" name="Google Shape;7081;p76"/>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82" name="Google Shape;7082;p76"/>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83" name="Google Shape;7083;p76"/>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84" name="Google Shape;7084;p76"/>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85" name="Google Shape;7085;p76"/>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86" name="Google Shape;7086;p76"/>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87" name="Google Shape;7087;p76"/>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88" name="Google Shape;7088;p76"/>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89" name="Google Shape;7089;p76"/>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90" name="Google Shape;7090;p76"/>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91" name="Google Shape;7091;p76"/>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92" name="Google Shape;7092;p76"/>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93" name="Google Shape;7093;p76"/>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94" name="Google Shape;7094;p76"/>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95" name="Google Shape;7095;p76"/>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96" name="Google Shape;7096;p76"/>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97" name="Google Shape;7097;p76"/>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98" name="Google Shape;7098;p76"/>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99" name="Google Shape;7099;p76"/>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00" name="Google Shape;7100;p76"/>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01" name="Google Shape;7101;p76"/>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02" name="Google Shape;7102;p76"/>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03" name="Google Shape;7103;p76"/>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04" name="Google Shape;7104;p76"/>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05" name="Google Shape;7105;p76"/>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06" name="Google Shape;7106;p76"/>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07" name="Google Shape;7107;p76"/>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08" name="Google Shape;7108;p76"/>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09" name="Google Shape;7109;p76"/>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10" name="Google Shape;7110;p76"/>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11" name="Google Shape;7111;p76"/>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12" name="Google Shape;7112;p76"/>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13" name="Google Shape;7113;p76"/>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14" name="Google Shape;7114;p76"/>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15" name="Google Shape;7115;p76"/>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16" name="Google Shape;7116;p76"/>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17" name="Google Shape;7117;p76"/>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18" name="Google Shape;7118;p76"/>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19" name="Google Shape;7119;p76"/>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20" name="Google Shape;7120;p76"/>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21" name="Google Shape;7121;p76"/>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22" name="Google Shape;7122;p76"/>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23" name="Google Shape;7123;p76"/>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24" name="Google Shape;7124;p76"/>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25" name="Google Shape;7125;p76"/>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26" name="Google Shape;7126;p76"/>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27" name="Google Shape;7127;p76"/>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28" name="Google Shape;7128;p76"/>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29" name="Google Shape;7129;p76"/>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30" name="Google Shape;7130;p76"/>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31" name="Google Shape;7131;p76"/>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32" name="Google Shape;7132;p76"/>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33" name="Google Shape;7133;p76"/>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34" name="Google Shape;7134;p76"/>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35" name="Google Shape;7135;p76"/>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36" name="Google Shape;7136;p76"/>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37" name="Google Shape;7137;p76"/>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38" name="Google Shape;7138;p76"/>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39" name="Google Shape;7139;p76"/>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40" name="Google Shape;7140;p76"/>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41" name="Google Shape;7141;p76"/>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42" name="Google Shape;7142;p76"/>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43" name="Google Shape;7143;p76"/>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44" name="Google Shape;7144;p76"/>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45" name="Google Shape;7145;p76"/>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46" name="Google Shape;7146;p76"/>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47" name="Google Shape;7147;p76"/>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48" name="Google Shape;7148;p76"/>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49" name="Google Shape;7149;p76"/>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50" name="Google Shape;7150;p76"/>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51" name="Google Shape;7151;p76"/>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52" name="Google Shape;7152;p76"/>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53" name="Google Shape;7153;p76"/>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54" name="Google Shape;7154;p76"/>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55" name="Google Shape;7155;p76"/>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56" name="Google Shape;7156;p76"/>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57" name="Google Shape;7157;p76"/>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58" name="Google Shape;7158;p76"/>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59" name="Google Shape;7159;p76"/>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60" name="Google Shape;7160;p76"/>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61" name="Google Shape;7161;p76"/>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62" name="Google Shape;7162;p76"/>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63" name="Google Shape;7163;p76"/>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64" name="Google Shape;7164;p76"/>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65" name="Google Shape;7165;p76"/>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66" name="Google Shape;7166;p76"/>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67" name="Google Shape;7167;p76"/>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68" name="Google Shape;7168;p76"/>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69" name="Google Shape;7169;p76"/>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70" name="Google Shape;7170;p76"/>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71" name="Google Shape;7171;p76"/>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72" name="Google Shape;7172;p76"/>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73" name="Google Shape;7173;p76"/>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74" name="Google Shape;7174;p76"/>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75" name="Google Shape;7175;p76"/>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76" name="Google Shape;7176;p76"/>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77" name="Google Shape;7177;p76"/>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78" name="Google Shape;7178;p76"/>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79" name="Google Shape;7179;p76"/>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80" name="Google Shape;7180;p76"/>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81" name="Google Shape;7181;p76"/>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82" name="Google Shape;7182;p76"/>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83" name="Google Shape;7183;p76"/>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84" name="Google Shape;7184;p76"/>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85" name="Google Shape;7185;p76"/>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86" name="Google Shape;7186;p76"/>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87" name="Google Shape;7187;p76"/>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88" name="Google Shape;7188;p76"/>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89" name="Google Shape;7189;p76"/>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90" name="Google Shape;7190;p76"/>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91" name="Google Shape;7191;p76"/>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92" name="Google Shape;7192;p76"/>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93" name="Google Shape;7193;p76"/>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94" name="Google Shape;7194;p76"/>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95" name="Google Shape;7195;p76"/>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96" name="Google Shape;7196;p76"/>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97" name="Google Shape;7197;p76"/>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98" name="Google Shape;7198;p76"/>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99" name="Google Shape;7199;p76"/>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00" name="Google Shape;7200;p76"/>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01" name="Google Shape;7201;p76"/>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02" name="Google Shape;7202;p76"/>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03" name="Google Shape;7203;p76"/>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04" name="Google Shape;7204;p76"/>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05" name="Google Shape;7205;p76"/>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06" name="Google Shape;7206;p76"/>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07" name="Google Shape;7207;p76"/>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08" name="Google Shape;7208;p76"/>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09" name="Google Shape;7209;p76"/>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10" name="Google Shape;7210;p76"/>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11" name="Google Shape;7211;p76"/>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12" name="Google Shape;7212;p76"/>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13" name="Google Shape;7213;p76"/>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14" name="Google Shape;7214;p76"/>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15" name="Google Shape;7215;p76"/>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16" name="Google Shape;7216;p76"/>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17" name="Google Shape;7217;p76"/>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18" name="Google Shape;7218;p76"/>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19" name="Google Shape;7219;p76"/>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20" name="Google Shape;7220;p76"/>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21" name="Google Shape;7221;p76"/>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22" name="Google Shape;7222;p76"/>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23" name="Google Shape;7223;p76"/>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24" name="Google Shape;7224;p76"/>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25" name="Google Shape;7225;p76"/>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26" name="Google Shape;7226;p76"/>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27" name="Google Shape;7227;p76"/>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28" name="Google Shape;7228;p76"/>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29" name="Google Shape;7229;p76"/>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30" name="Google Shape;7230;p76"/>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31" name="Google Shape;7231;p76"/>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32" name="Google Shape;7232;p76"/>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33" name="Google Shape;7233;p76"/>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34" name="Google Shape;7234;p76"/>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35" name="Google Shape;7235;p76"/>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36" name="Google Shape;7236;p76"/>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37" name="Google Shape;7237;p76"/>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38" name="Google Shape;7238;p76"/>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39" name="Google Shape;7239;p76"/>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40" name="Google Shape;7240;p76"/>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41" name="Google Shape;7241;p76"/>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42" name="Google Shape;7242;p76"/>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43" name="Google Shape;7243;p76"/>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44" name="Google Shape;7244;p76"/>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45" name="Google Shape;7245;p76"/>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46" name="Google Shape;7246;p76"/>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47" name="Google Shape;7247;p76"/>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48" name="Google Shape;7248;p76"/>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49" name="Google Shape;7249;p76"/>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50" name="Google Shape;7250;p76"/>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51" name="Google Shape;7251;p76"/>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52" name="Google Shape;7252;p76"/>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53" name="Google Shape;7253;p76"/>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54" name="Google Shape;7254;p76"/>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55" name="Google Shape;7255;p76"/>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56" name="Google Shape;7256;p76"/>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57" name="Google Shape;7257;p76"/>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58" name="Google Shape;7258;p76"/>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59" name="Google Shape;7259;p76"/>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60" name="Google Shape;7260;p76"/>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61" name="Google Shape;7261;p76"/>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62" name="Google Shape;7262;p76"/>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63" name="Google Shape;7263;p76"/>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64" name="Google Shape;7264;p76"/>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65" name="Google Shape;7265;p76"/>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66" name="Google Shape;7266;p76"/>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67" name="Google Shape;7267;p76"/>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68" name="Google Shape;7268;p76"/>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69" name="Google Shape;7269;p76"/>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70" name="Google Shape;7270;p76"/>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71" name="Google Shape;7271;p76"/>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72" name="Google Shape;7272;p76"/>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73" name="Google Shape;7273;p76"/>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74" name="Google Shape;7274;p76"/>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75" name="Google Shape;7275;p76"/>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76" name="Google Shape;7276;p76"/>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77" name="Google Shape;7277;p76"/>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78" name="Google Shape;7278;p76"/>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79" name="Google Shape;7279;p76"/>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80" name="Google Shape;7280;p76"/>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81" name="Google Shape;7281;p76"/>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82" name="Google Shape;7282;p76"/>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83" name="Google Shape;7283;p76"/>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84" name="Google Shape;7284;p76"/>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85" name="Google Shape;7285;p76"/>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86" name="Google Shape;7286;p76"/>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87" name="Google Shape;7287;p76"/>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88" name="Google Shape;7288;p76"/>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89" name="Google Shape;7289;p76"/>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90" name="Google Shape;7290;p76"/>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91" name="Google Shape;7291;p76"/>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92" name="Google Shape;7292;p76"/>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93" name="Google Shape;7293;p76"/>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94" name="Google Shape;7294;p76"/>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95" name="Google Shape;7295;p76"/>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96" name="Google Shape;7296;p76"/>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97" name="Google Shape;7297;p76"/>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98" name="Google Shape;7298;p76"/>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99" name="Google Shape;7299;p76"/>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00" name="Google Shape;7300;p76"/>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01" name="Google Shape;7301;p76"/>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02" name="Google Shape;7302;p76"/>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03" name="Google Shape;7303;p76"/>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04" name="Google Shape;7304;p76"/>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05" name="Google Shape;7305;p76"/>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06" name="Google Shape;7306;p76"/>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07" name="Google Shape;7307;p76"/>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08" name="Google Shape;7308;p76"/>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09" name="Google Shape;7309;p76"/>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10" name="Google Shape;7310;p76"/>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11" name="Google Shape;7311;p76"/>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12" name="Google Shape;7312;p76"/>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13" name="Google Shape;7313;p76"/>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14" name="Google Shape;7314;p76"/>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15" name="Google Shape;7315;p76"/>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16" name="Google Shape;7316;p76"/>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17" name="Google Shape;7317;p76"/>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18" name="Google Shape;7318;p76"/>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19" name="Google Shape;7319;p76"/>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20" name="Google Shape;7320;p76"/>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21" name="Google Shape;7321;p76"/>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22" name="Google Shape;7322;p76"/>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23" name="Google Shape;7323;p76"/>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24" name="Google Shape;7324;p76"/>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25" name="Google Shape;7325;p76"/>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26" name="Google Shape;7326;p76"/>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27" name="Google Shape;7327;p76"/>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28" name="Google Shape;7328;p76"/>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29" name="Google Shape;7329;p76"/>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30" name="Google Shape;7330;p76"/>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31" name="Google Shape;7331;p76"/>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32" name="Google Shape;7332;p76"/>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33" name="Google Shape;7333;p76"/>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34" name="Google Shape;7334;p76"/>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35" name="Google Shape;7335;p76"/>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36" name="Google Shape;7336;p76"/>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37" name="Google Shape;7337;p76"/>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38" name="Google Shape;7338;p76"/>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39" name="Google Shape;7339;p76"/>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40" name="Google Shape;7340;p76"/>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41" name="Google Shape;7341;p76"/>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42" name="Google Shape;7342;p76"/>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43" name="Google Shape;7343;p76"/>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44" name="Google Shape;7344;p76"/>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45" name="Google Shape;7345;p76"/>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46" name="Google Shape;7346;p76"/>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47" name="Google Shape;7347;p76"/>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48" name="Google Shape;7348;p76"/>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49" name="Google Shape;7349;p76"/>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50" name="Google Shape;7350;p76"/>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51" name="Google Shape;7351;p76"/>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52" name="Google Shape;7352;p76"/>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53" name="Google Shape;7353;p76"/>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54" name="Google Shape;7354;p76"/>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55" name="Google Shape;7355;p76"/>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56" name="Google Shape;7356;p76"/>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57" name="Google Shape;7357;p76"/>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58" name="Google Shape;7358;p76"/>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59" name="Google Shape;7359;p76"/>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60" name="Google Shape;7360;p76"/>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61" name="Google Shape;7361;p76"/>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62" name="Google Shape;7362;p76"/>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63" name="Google Shape;7363;p76"/>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64" name="Google Shape;7364;p76"/>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65" name="Google Shape;7365;p76"/>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66" name="Google Shape;7366;p76"/>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67" name="Google Shape;7367;p76"/>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68" name="Google Shape;7368;p76"/>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69" name="Google Shape;7369;p76"/>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70" name="Google Shape;7370;p76"/>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71" name="Google Shape;7371;p76"/>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72" name="Google Shape;7372;p76"/>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73" name="Google Shape;7373;p76"/>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74" name="Google Shape;7374;p76"/>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75" name="Google Shape;7375;p76"/>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76" name="Google Shape;7376;p76"/>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77" name="Google Shape;7377;p76"/>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78" name="Google Shape;7378;p76"/>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79" name="Google Shape;7379;p76"/>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80" name="Google Shape;7380;p76"/>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81" name="Google Shape;7381;p76"/>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82" name="Google Shape;7382;p76"/>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83" name="Google Shape;7383;p76"/>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84" name="Google Shape;7384;p76"/>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85" name="Google Shape;7385;p76"/>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86" name="Google Shape;7386;p76"/>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87" name="Google Shape;7387;p76"/>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88" name="Google Shape;7388;p76"/>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89" name="Google Shape;7389;p76"/>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90" name="Google Shape;7390;p76"/>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91" name="Google Shape;7391;p76"/>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92" name="Google Shape;7392;p76"/>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93" name="Google Shape;7393;p76"/>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94" name="Google Shape;7394;p76"/>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95" name="Google Shape;7395;p76"/>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96" name="Google Shape;7396;p76"/>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97" name="Google Shape;7397;p76"/>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98" name="Google Shape;7398;p76"/>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99" name="Google Shape;7399;p76"/>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00" name="Google Shape;7400;p76"/>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01" name="Google Shape;7401;p76"/>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02" name="Google Shape;7402;p76"/>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03" name="Google Shape;7403;p76"/>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04" name="Google Shape;7404;p76"/>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05" name="Google Shape;7405;p76"/>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06" name="Google Shape;7406;p76"/>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07" name="Google Shape;7407;p76"/>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08" name="Google Shape;7408;p76"/>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09" name="Google Shape;7409;p76"/>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10" name="Google Shape;7410;p76"/>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11" name="Google Shape;7411;p76"/>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12" name="Google Shape;7412;p76"/>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13" name="Google Shape;7413;p76"/>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14" name="Google Shape;7414;p76"/>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15" name="Google Shape;7415;p76"/>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16" name="Google Shape;7416;p76"/>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17" name="Google Shape;7417;p76"/>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18" name="Google Shape;7418;p76"/>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19" name="Google Shape;7419;p76"/>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20" name="Google Shape;7420;p76"/>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21" name="Google Shape;7421;p76"/>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22" name="Google Shape;7422;p76"/>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23" name="Google Shape;7423;p76"/>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24" name="Google Shape;7424;p76"/>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25" name="Google Shape;7425;p76"/>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26" name="Google Shape;7426;p76"/>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27" name="Google Shape;7427;p76"/>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28" name="Google Shape;7428;p76"/>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29" name="Google Shape;7429;p76"/>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30" name="Google Shape;7430;p76"/>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31" name="Google Shape;7431;p76"/>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32" name="Google Shape;7432;p76"/>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33" name="Google Shape;7433;p76"/>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34" name="Google Shape;7434;p76"/>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35" name="Google Shape;7435;p76"/>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36" name="Google Shape;7436;p76"/>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37" name="Google Shape;7437;p76"/>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38" name="Google Shape;7438;p76"/>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39" name="Google Shape;7439;p76"/>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40" name="Google Shape;7440;p76"/>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41" name="Google Shape;7441;p76"/>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42" name="Google Shape;7442;p76"/>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43" name="Google Shape;7443;p76"/>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44" name="Google Shape;7444;p76"/>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45" name="Google Shape;7445;p76"/>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46" name="Google Shape;7446;p76"/>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47" name="Google Shape;7447;p76"/>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48" name="Google Shape;7448;p76"/>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49" name="Google Shape;7449;p76"/>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50" name="Google Shape;7450;p76"/>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51" name="Google Shape;7451;p76"/>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52" name="Google Shape;7452;p76"/>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53" name="Google Shape;7453;p76"/>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54" name="Google Shape;7454;p76"/>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55" name="Google Shape;7455;p76"/>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56" name="Google Shape;7456;p76"/>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57" name="Google Shape;7457;p76"/>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58" name="Google Shape;7458;p76"/>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59" name="Google Shape;7459;p76"/>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60" name="Google Shape;7460;p76"/>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61" name="Google Shape;7461;p76"/>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62" name="Google Shape;7462;p76"/>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63" name="Google Shape;7463;p76"/>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64" name="Google Shape;7464;p76"/>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65" name="Google Shape;7465;p76"/>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66" name="Google Shape;7466;p76"/>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67" name="Google Shape;7467;p76"/>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68" name="Google Shape;7468;p76"/>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69" name="Google Shape;7469;p76"/>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70" name="Google Shape;7470;p76"/>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71" name="Google Shape;7471;p76"/>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72" name="Google Shape;7472;p76"/>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73" name="Google Shape;7473;p76"/>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74" name="Google Shape;7474;p76"/>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75" name="Google Shape;7475;p76"/>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76" name="Google Shape;7476;p76"/>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77" name="Google Shape;7477;p76"/>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78" name="Google Shape;7478;p76"/>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79" name="Google Shape;7479;p76"/>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80" name="Google Shape;7480;p76"/>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81" name="Google Shape;7481;p76"/>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82" name="Google Shape;7482;p76"/>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83" name="Google Shape;7483;p76"/>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84" name="Google Shape;7484;p76"/>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85" name="Google Shape;7485;p76"/>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86" name="Google Shape;7486;p76"/>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87" name="Google Shape;7487;p76"/>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88" name="Google Shape;7488;p76"/>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89" name="Google Shape;7489;p76"/>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90" name="Google Shape;7490;p76"/>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91" name="Google Shape;7491;p76"/>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92" name="Google Shape;7492;p76"/>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93" name="Google Shape;7493;p76"/>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94" name="Google Shape;7494;p76"/>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95" name="Google Shape;7495;p76"/>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96" name="Google Shape;7496;p76"/>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97" name="Google Shape;7497;p76"/>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98" name="Google Shape;7498;p76"/>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99" name="Google Shape;7499;p76"/>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00" name="Google Shape;7500;p76"/>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01" name="Google Shape;7501;p76"/>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02" name="Google Shape;7502;p76"/>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03" name="Google Shape;7503;p76"/>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04" name="Google Shape;7504;p76"/>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05" name="Google Shape;7505;p76"/>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06" name="Google Shape;7506;p76"/>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07" name="Google Shape;7507;p76"/>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08" name="Google Shape;7508;p76"/>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09" name="Google Shape;7509;p76"/>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10" name="Google Shape;7510;p76"/>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11" name="Google Shape;7511;p76"/>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12" name="Google Shape;7512;p76"/>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13" name="Google Shape;7513;p76"/>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14" name="Google Shape;7514;p76"/>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15" name="Google Shape;7515;p76"/>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16" name="Google Shape;7516;p76"/>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17" name="Google Shape;7517;p76"/>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18" name="Google Shape;7518;p76"/>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19" name="Google Shape;7519;p76"/>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20" name="Google Shape;7520;p76"/>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21" name="Google Shape;7521;p76"/>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22" name="Google Shape;7522;p76"/>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23" name="Google Shape;7523;p76"/>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24" name="Google Shape;7524;p76"/>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25" name="Google Shape;7525;p76"/>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26" name="Google Shape;7526;p76"/>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27" name="Google Shape;7527;p76"/>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28" name="Google Shape;7528;p76"/>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29" name="Google Shape;7529;p76"/>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30" name="Google Shape;7530;p76"/>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31" name="Google Shape;7531;p76"/>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32" name="Google Shape;7532;p76"/>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33" name="Google Shape;7533;p76"/>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34" name="Google Shape;7534;p76"/>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35" name="Google Shape;7535;p76"/>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36" name="Google Shape;7536;p76"/>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37" name="Google Shape;7537;p76"/>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38" name="Google Shape;7538;p76"/>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39" name="Google Shape;7539;p76"/>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40" name="Google Shape;7540;p76"/>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41" name="Google Shape;7541;p76"/>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42" name="Google Shape;7542;p76"/>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43" name="Google Shape;7543;p76"/>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44" name="Google Shape;7544;p76"/>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45" name="Google Shape;7545;p76"/>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46" name="Google Shape;7546;p76"/>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47" name="Google Shape;7547;p76"/>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48" name="Google Shape;7548;p76"/>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49" name="Google Shape;7549;p76"/>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50" name="Google Shape;7550;p76"/>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51" name="Google Shape;7551;p76"/>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52" name="Google Shape;7552;p76"/>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53" name="Google Shape;7553;p76"/>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54" name="Google Shape;7554;p76"/>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55" name="Google Shape;7555;p76"/>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56" name="Google Shape;7556;p76"/>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57" name="Google Shape;7557;p76"/>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58" name="Google Shape;7558;p76"/>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59" name="Google Shape;7559;p76"/>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60" name="Google Shape;7560;p76"/>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61" name="Google Shape;7561;p76"/>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62" name="Google Shape;7562;p76"/>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63" name="Google Shape;7563;p76"/>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64" name="Google Shape;7564;p76"/>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65" name="Google Shape;7565;p76"/>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66" name="Google Shape;7566;p76"/>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67" name="Google Shape;7567;p76"/>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68" name="Google Shape;7568;p76"/>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69" name="Google Shape;7569;p76"/>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70" name="Google Shape;7570;p76"/>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71" name="Google Shape;7571;p76"/>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72" name="Google Shape;7572;p76"/>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73" name="Google Shape;7573;p76"/>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74" name="Google Shape;7574;p76"/>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75" name="Google Shape;7575;p76"/>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76" name="Google Shape;7576;p76"/>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77" name="Google Shape;7577;p76"/>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78" name="Google Shape;7578;p76"/>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79" name="Google Shape;7579;p76"/>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80" name="Google Shape;7580;p76"/>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81" name="Google Shape;7581;p76"/>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82" name="Google Shape;7582;p76"/>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83" name="Google Shape;7583;p76"/>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84" name="Google Shape;7584;p76"/>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85" name="Google Shape;7585;p76"/>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86" name="Google Shape;7586;p76"/>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87" name="Google Shape;7587;p76"/>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88" name="Google Shape;7588;p76"/>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89" name="Google Shape;7589;p76"/>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90" name="Google Shape;7590;p76"/>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91" name="Google Shape;7591;p76"/>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92" name="Google Shape;7592;p76"/>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93" name="Google Shape;7593;p76"/>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94" name="Google Shape;7594;p76"/>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95" name="Google Shape;7595;p76"/>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96" name="Google Shape;7596;p76"/>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97" name="Google Shape;7597;p76"/>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98" name="Google Shape;7598;p76"/>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99" name="Google Shape;7599;p76"/>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00" name="Google Shape;7600;p76"/>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01" name="Google Shape;7601;p76"/>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02" name="Google Shape;7602;p76"/>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03" name="Google Shape;7603;p76"/>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04" name="Google Shape;7604;p76"/>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05" name="Google Shape;7605;p76"/>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06" name="Google Shape;7606;p76"/>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07" name="Google Shape;7607;p76"/>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08" name="Google Shape;7608;p76"/>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09" name="Google Shape;7609;p76"/>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10" name="Google Shape;7610;p76"/>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11" name="Google Shape;7611;p76"/>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12" name="Google Shape;7612;p76"/>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13" name="Google Shape;7613;p76"/>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14" name="Google Shape;7614;p76"/>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15" name="Google Shape;7615;p76"/>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16" name="Google Shape;7616;p76"/>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17" name="Google Shape;7617;p76"/>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18" name="Google Shape;7618;p76"/>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19" name="Google Shape;7619;p76"/>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20" name="Google Shape;7620;p76"/>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21" name="Google Shape;7621;p76"/>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22" name="Google Shape;7622;p76"/>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23" name="Google Shape;7623;p76"/>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24" name="Google Shape;7624;p76"/>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25" name="Google Shape;7625;p76"/>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26" name="Google Shape;7626;p76"/>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27" name="Google Shape;7627;p76"/>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28" name="Google Shape;7628;p76"/>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29" name="Google Shape;7629;p76"/>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30" name="Google Shape;7630;p76"/>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31" name="Google Shape;7631;p76"/>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32" name="Google Shape;7632;p76"/>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33" name="Google Shape;7633;p76"/>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34" name="Google Shape;7634;p76"/>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35" name="Google Shape;7635;p76"/>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36" name="Google Shape;7636;p76"/>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37" name="Google Shape;7637;p76"/>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38" name="Google Shape;7638;p76"/>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39" name="Google Shape;7639;p76"/>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40" name="Google Shape;7640;p76"/>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41" name="Google Shape;7641;p76"/>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42" name="Google Shape;7642;p76"/>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43" name="Google Shape;7643;p76"/>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44" name="Google Shape;7644;p76"/>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45" name="Google Shape;7645;p76"/>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46" name="Google Shape;7646;p76"/>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47" name="Google Shape;7647;p76"/>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48" name="Google Shape;7648;p76"/>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49" name="Google Shape;7649;p76"/>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50" name="Google Shape;7650;p76"/>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51" name="Google Shape;7651;p76"/>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52" name="Google Shape;7652;p76"/>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53" name="Google Shape;7653;p76"/>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54" name="Google Shape;7654;p76"/>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55" name="Google Shape;7655;p76"/>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56" name="Google Shape;7656;p76"/>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57" name="Google Shape;7657;p76"/>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58" name="Google Shape;7658;p76"/>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59" name="Google Shape;7659;p76"/>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60" name="Google Shape;7660;p76"/>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61" name="Google Shape;7661;p76"/>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62" name="Google Shape;7662;p76"/>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63" name="Google Shape;7663;p76"/>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64" name="Google Shape;7664;p76"/>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65" name="Google Shape;7665;p76"/>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66" name="Google Shape;7666;p76"/>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67" name="Google Shape;7667;p76"/>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68" name="Google Shape;7668;p76"/>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69" name="Google Shape;7669;p76"/>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70" name="Google Shape;7670;p76"/>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71" name="Google Shape;7671;p76"/>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72" name="Google Shape;7672;p76"/>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73" name="Google Shape;7673;p76"/>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74" name="Google Shape;7674;p76"/>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75" name="Google Shape;7675;p76"/>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76" name="Google Shape;7676;p76"/>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77" name="Google Shape;7677;p76"/>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78" name="Google Shape;7678;p76"/>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79" name="Google Shape;7679;p76"/>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80" name="Google Shape;7680;p76"/>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81" name="Google Shape;7681;p76"/>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82" name="Google Shape;7682;p76"/>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83" name="Google Shape;7683;p76"/>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84" name="Google Shape;7684;p76"/>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85" name="Google Shape;7685;p76"/>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86" name="Google Shape;7686;p76"/>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87" name="Google Shape;7687;p76"/>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88" name="Google Shape;7688;p76"/>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89" name="Google Shape;7689;p76"/>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90" name="Google Shape;7690;p76"/>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91" name="Google Shape;7691;p76"/>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92" name="Google Shape;7692;p76"/>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93" name="Google Shape;7693;p76"/>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94" name="Google Shape;7694;p76"/>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95" name="Google Shape;7695;p76"/>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96" name="Google Shape;7696;p76"/>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97" name="Google Shape;7697;p76"/>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98" name="Google Shape;7698;p76"/>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99" name="Google Shape;7699;p76"/>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00" name="Google Shape;7700;p76"/>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01" name="Google Shape;7701;p76"/>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02" name="Google Shape;7702;p76"/>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03" name="Google Shape;7703;p76"/>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04" name="Google Shape;7704;p76"/>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05" name="Google Shape;7705;p76"/>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06" name="Google Shape;7706;p76"/>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07" name="Google Shape;7707;p76"/>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08" name="Google Shape;7708;p76"/>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09" name="Google Shape;7709;p76"/>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10" name="Google Shape;7710;p76"/>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11" name="Google Shape;7711;p76"/>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12" name="Google Shape;7712;p76"/>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13" name="Google Shape;7713;p76"/>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14" name="Google Shape;7714;p76"/>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15" name="Google Shape;7715;p76"/>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16" name="Google Shape;7716;p76"/>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17" name="Google Shape;7717;p76"/>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18" name="Google Shape;7718;p76"/>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19" name="Google Shape;7719;p76"/>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20" name="Google Shape;7720;p76"/>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21" name="Google Shape;7721;p76"/>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22" name="Google Shape;7722;p76"/>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23" name="Google Shape;7723;p76"/>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24" name="Google Shape;7724;p76"/>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25" name="Google Shape;7725;p76"/>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26" name="Google Shape;7726;p76"/>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27" name="Google Shape;7727;p76"/>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28" name="Google Shape;7728;p76"/>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29" name="Google Shape;7729;p76"/>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30" name="Google Shape;7730;p76"/>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31" name="Google Shape;7731;p76"/>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32" name="Google Shape;7732;p76"/>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33" name="Google Shape;7733;p76"/>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34" name="Google Shape;7734;p76"/>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35" name="Google Shape;7735;p76"/>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36" name="Google Shape;7736;p76"/>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37" name="Google Shape;7737;p76"/>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38" name="Google Shape;7738;p76"/>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39" name="Google Shape;7739;p76"/>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40" name="Google Shape;7740;p76"/>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41" name="Google Shape;7741;p76"/>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42" name="Google Shape;7742;p76"/>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43" name="Google Shape;7743;p76"/>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44" name="Google Shape;7744;p76"/>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45" name="Google Shape;7745;p76"/>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46" name="Google Shape;7746;p76"/>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47" name="Google Shape;7747;p76"/>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48" name="Google Shape;7748;p76"/>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49" name="Google Shape;7749;p76"/>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50" name="Google Shape;7750;p76"/>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51" name="Google Shape;7751;p76"/>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52" name="Google Shape;7752;p76"/>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53" name="Google Shape;7753;p76"/>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54" name="Google Shape;7754;p76"/>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55" name="Google Shape;7755;p76"/>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56" name="Google Shape;7756;p76"/>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57" name="Google Shape;7757;p76"/>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58" name="Google Shape;7758;p76"/>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59" name="Google Shape;7759;p76"/>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60" name="Google Shape;7760;p76"/>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61" name="Google Shape;7761;p76"/>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62" name="Google Shape;7762;p76"/>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63" name="Google Shape;7763;p76"/>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64" name="Google Shape;7764;p76"/>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65" name="Google Shape;7765;p76"/>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66" name="Google Shape;7766;p76"/>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67" name="Google Shape;7767;p76"/>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68" name="Google Shape;7768;p76"/>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69" name="Google Shape;7769;p76"/>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70" name="Google Shape;7770;p76"/>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71" name="Google Shape;7771;p76"/>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72" name="Google Shape;7772;p76"/>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73" name="Google Shape;7773;p76"/>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74" name="Google Shape;7774;p76"/>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75" name="Google Shape;7775;p76"/>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76" name="Google Shape;7776;p76"/>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77" name="Google Shape;7777;p76"/>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78" name="Google Shape;7778;p76"/>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79" name="Google Shape;7779;p76"/>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80" name="Google Shape;7780;p76"/>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81" name="Google Shape;7781;p76"/>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82" name="Google Shape;7782;p76"/>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83" name="Google Shape;7783;p76"/>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84" name="Google Shape;7784;p76"/>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85" name="Google Shape;7785;p76"/>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86" name="Google Shape;7786;p76"/>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87" name="Google Shape;7787;p76"/>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88" name="Google Shape;7788;p76"/>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89" name="Google Shape;7789;p76"/>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90" name="Google Shape;7790;p76"/>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91" name="Google Shape;7791;p76"/>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92" name="Google Shape;7792;p76"/>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93" name="Google Shape;7793;p76"/>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94" name="Google Shape;7794;p76"/>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95" name="Google Shape;7795;p76"/>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96" name="Google Shape;7796;p76"/>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97" name="Google Shape;7797;p76"/>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98" name="Google Shape;7798;p76"/>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99" name="Google Shape;7799;p76"/>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00" name="Google Shape;7800;p76"/>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01" name="Google Shape;7801;p76"/>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02" name="Google Shape;7802;p76"/>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03" name="Google Shape;7803;p76"/>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04" name="Google Shape;7804;p76"/>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05" name="Google Shape;7805;p76"/>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06" name="Google Shape;7806;p76"/>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07" name="Google Shape;7807;p76"/>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08" name="Google Shape;7808;p76"/>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09" name="Google Shape;7809;p76"/>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10" name="Google Shape;7810;p76"/>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11" name="Google Shape;7811;p76"/>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12" name="Google Shape;7812;p76"/>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13" name="Google Shape;7813;p76"/>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14" name="Google Shape;7814;p76"/>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15" name="Google Shape;7815;p76"/>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16" name="Google Shape;7816;p76"/>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17" name="Google Shape;7817;p76"/>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18" name="Google Shape;7818;p76"/>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19" name="Google Shape;7819;p76"/>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20" name="Google Shape;7820;p76"/>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21" name="Google Shape;7821;p76"/>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22" name="Google Shape;7822;p76"/>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23" name="Google Shape;7823;p76"/>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24" name="Google Shape;7824;p76"/>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25" name="Google Shape;7825;p76"/>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26" name="Google Shape;7826;p76"/>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27" name="Google Shape;7827;p76"/>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28" name="Google Shape;7828;p76"/>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29" name="Google Shape;7829;p76"/>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30" name="Google Shape;7830;p76"/>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31" name="Google Shape;7831;p76"/>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32" name="Google Shape;7832;p76"/>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33" name="Google Shape;7833;p76"/>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34" name="Google Shape;7834;p76"/>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35" name="Google Shape;7835;p76"/>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36" name="Google Shape;7836;p76"/>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37" name="Google Shape;7837;p76"/>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38" name="Google Shape;7838;p76"/>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39" name="Google Shape;7839;p76"/>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40" name="Google Shape;7840;p76"/>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41" name="Google Shape;7841;p76"/>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42" name="Google Shape;7842;p76"/>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43" name="Google Shape;7843;p76"/>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44" name="Google Shape;7844;p76"/>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45" name="Google Shape;7845;p76"/>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46" name="Google Shape;7846;p76"/>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47" name="Google Shape;7847;p76"/>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48" name="Google Shape;7848;p76"/>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49" name="Google Shape;7849;p76"/>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50" name="Google Shape;7850;p76"/>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51" name="Google Shape;7851;p76"/>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52" name="Google Shape;7852;p76"/>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53" name="Google Shape;7853;p76"/>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54" name="Google Shape;7854;p76"/>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55" name="Google Shape;7855;p76"/>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56" name="Google Shape;7856;p76"/>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57" name="Google Shape;7857;p76"/>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58" name="Google Shape;7858;p76"/>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59" name="Google Shape;7859;p76"/>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60" name="Google Shape;7860;p76"/>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61" name="Google Shape;7861;p76"/>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62" name="Google Shape;7862;p76"/>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63" name="Google Shape;7863;p76"/>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64" name="Google Shape;7864;p76"/>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65" name="Google Shape;7865;p76"/>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66" name="Google Shape;7866;p76"/>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67" name="Google Shape;7867;p76"/>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68" name="Google Shape;7868;p76"/>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69" name="Google Shape;7869;p76"/>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70" name="Google Shape;7870;p76"/>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71" name="Google Shape;7871;p76"/>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72" name="Google Shape;7872;p76"/>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73" name="Google Shape;7873;p76"/>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74" name="Google Shape;7874;p76"/>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75" name="Google Shape;7875;p76"/>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76" name="Google Shape;7876;p76"/>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77" name="Google Shape;7877;p76"/>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78" name="Google Shape;7878;p76"/>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79" name="Google Shape;7879;p76"/>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80" name="Google Shape;7880;p76"/>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81" name="Google Shape;7881;p76"/>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82" name="Google Shape;7882;p76"/>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83" name="Google Shape;7883;p76"/>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84" name="Google Shape;7884;p76"/>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85" name="Google Shape;7885;p76"/>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86" name="Google Shape;7886;p76"/>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87" name="Google Shape;7887;p76"/>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88" name="Google Shape;7888;p76"/>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89" name="Google Shape;7889;p76"/>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90" name="Google Shape;7890;p76"/>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91" name="Google Shape;7891;p76"/>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92" name="Google Shape;7892;p76"/>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93" name="Google Shape;7893;p76"/>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94" name="Google Shape;7894;p76"/>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95" name="Google Shape;7895;p76"/>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96" name="Google Shape;7896;p76"/>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97" name="Google Shape;7897;p76"/>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98" name="Google Shape;7898;p76"/>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99" name="Google Shape;7899;p76"/>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00" name="Google Shape;7900;p76"/>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01" name="Google Shape;7901;p76"/>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02" name="Google Shape;7902;p76"/>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03" name="Google Shape;7903;p76"/>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04" name="Google Shape;7904;p76"/>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05" name="Google Shape;7905;p76"/>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06" name="Google Shape;7906;p76"/>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07" name="Google Shape;7907;p76"/>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08" name="Google Shape;7908;p76"/>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09" name="Google Shape;7909;p76"/>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10" name="Google Shape;7910;p76"/>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11" name="Google Shape;7911;p76"/>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12" name="Google Shape;7912;p76"/>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13" name="Google Shape;7913;p76"/>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14" name="Google Shape;7914;p76"/>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15" name="Google Shape;7915;p76"/>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16" name="Google Shape;7916;p76"/>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17" name="Google Shape;7917;p76"/>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18" name="Google Shape;7918;p76"/>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19" name="Google Shape;7919;p76"/>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20" name="Google Shape;7920;p76"/>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21" name="Google Shape;7921;p76"/>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22" name="Google Shape;7922;p76"/>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23" name="Google Shape;7923;p76"/>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24" name="Google Shape;7924;p76"/>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25" name="Google Shape;7925;p76"/>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26" name="Google Shape;7926;p76"/>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27" name="Google Shape;7927;p76"/>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28" name="Google Shape;7928;p76"/>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29" name="Google Shape;7929;p76"/>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30" name="Google Shape;7930;p76"/>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31" name="Google Shape;7931;p76"/>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32" name="Google Shape;7932;p76"/>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33" name="Google Shape;7933;p76"/>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34" name="Google Shape;7934;p76"/>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35" name="Google Shape;7935;p76"/>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36" name="Google Shape;7936;p76"/>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37" name="Google Shape;7937;p76"/>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38" name="Google Shape;7938;p76"/>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39" name="Google Shape;7939;p76"/>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40" name="Google Shape;7940;p76"/>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41" name="Google Shape;7941;p76"/>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42" name="Google Shape;7942;p76"/>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43" name="Google Shape;7943;p76"/>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44" name="Google Shape;7944;p76"/>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45" name="Google Shape;7945;p76"/>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46" name="Google Shape;7946;p76"/>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47" name="Google Shape;7947;p76"/>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48" name="Google Shape;7948;p76"/>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49" name="Google Shape;7949;p76"/>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50" name="Google Shape;7950;p76"/>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51" name="Google Shape;7951;p76"/>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52" name="Google Shape;7952;p76"/>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53" name="Google Shape;7953;p76"/>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54" name="Google Shape;7954;p76"/>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55" name="Google Shape;7955;p76"/>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56" name="Google Shape;7956;p76"/>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57" name="Google Shape;7957;p76"/>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58" name="Google Shape;7958;p76"/>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59" name="Google Shape;7959;p76"/>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60" name="Google Shape;7960;p76"/>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61" name="Google Shape;7961;p76"/>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62" name="Google Shape;7962;p76"/>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63" name="Google Shape;7963;p76"/>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64" name="Google Shape;7964;p76"/>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65" name="Google Shape;7965;p76"/>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66" name="Google Shape;7966;p76"/>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67" name="Google Shape;7967;p76"/>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68" name="Google Shape;7968;p76"/>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69" name="Google Shape;7969;p76"/>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70" name="Google Shape;7970;p76"/>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71" name="Google Shape;7971;p76"/>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72" name="Google Shape;7972;p76"/>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73" name="Google Shape;7973;p76"/>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74" name="Google Shape;7974;p76"/>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75" name="Google Shape;7975;p76"/>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76" name="Google Shape;7976;p76"/>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77" name="Google Shape;7977;p76"/>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78" name="Google Shape;7978;p76"/>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79" name="Google Shape;7979;p76"/>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80" name="Google Shape;7980;p76"/>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81" name="Google Shape;7981;p76"/>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82" name="Google Shape;7982;p76"/>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83" name="Google Shape;7983;p76"/>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84" name="Google Shape;7984;p76"/>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85" name="Google Shape;7985;p76"/>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86" name="Google Shape;7986;p76"/>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87" name="Google Shape;7987;p76"/>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88" name="Google Shape;7988;p76"/>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89" name="Google Shape;7989;p76"/>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90" name="Google Shape;7990;p76"/>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91" name="Google Shape;7991;p76"/>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92" name="Google Shape;7992;p76"/>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93" name="Google Shape;7993;p76"/>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94" name="Google Shape;7994;p76"/>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95" name="Google Shape;7995;p76"/>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96" name="Google Shape;7996;p76"/>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97" name="Google Shape;7997;p76"/>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98" name="Google Shape;7998;p76"/>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99" name="Google Shape;7999;p76"/>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00" name="Google Shape;8000;p76"/>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01" name="Google Shape;8001;p76"/>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02" name="Google Shape;8002;p76"/>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03" name="Google Shape;8003;p76"/>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04" name="Google Shape;8004;p76"/>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05" name="Google Shape;8005;p76"/>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06" name="Google Shape;8006;p76"/>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07" name="Google Shape;8007;p76"/>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08" name="Google Shape;8008;p76"/>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09" name="Google Shape;8009;p76"/>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10" name="Google Shape;8010;p76"/>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11" name="Google Shape;8011;p76"/>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12" name="Google Shape;8012;p76"/>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13" name="Google Shape;8013;p76"/>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14" name="Google Shape;8014;p76"/>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15" name="Google Shape;8015;p76"/>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16" name="Google Shape;8016;p76"/>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17" name="Google Shape;8017;p76"/>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18" name="Google Shape;8018;p76"/>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19" name="Google Shape;8019;p76"/>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20" name="Google Shape;8020;p76"/>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21" name="Google Shape;8021;p76"/>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22" name="Google Shape;8022;p76"/>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23" name="Google Shape;8023;p76"/>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24" name="Google Shape;8024;p76"/>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25" name="Google Shape;8025;p76"/>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26" name="Google Shape;8026;p76"/>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27" name="Google Shape;8027;p76"/>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28" name="Google Shape;8028;p76"/>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29" name="Google Shape;8029;p76"/>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30" name="Google Shape;8030;p76"/>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31" name="Google Shape;8031;p76"/>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32" name="Google Shape;8032;p76"/>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33" name="Google Shape;8033;p76"/>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34" name="Google Shape;8034;p76"/>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35" name="Google Shape;8035;p76"/>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36" name="Google Shape;8036;p76"/>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37" name="Google Shape;8037;p76"/>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38" name="Google Shape;8038;p76"/>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39" name="Google Shape;8039;p76"/>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40" name="Google Shape;8040;p76"/>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41" name="Google Shape;8041;p76"/>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42" name="Google Shape;8042;p76"/>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43" name="Google Shape;8043;p76"/>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44" name="Google Shape;8044;p76"/>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45" name="Google Shape;8045;p76"/>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46" name="Google Shape;8046;p76"/>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47" name="Google Shape;8047;p76"/>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48" name="Google Shape;8048;p76"/>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49" name="Google Shape;8049;p76"/>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50" name="Google Shape;8050;p76"/>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51" name="Google Shape;8051;p76"/>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52" name="Google Shape;8052;p76"/>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53" name="Google Shape;8053;p76"/>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54" name="Google Shape;8054;p76"/>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55" name="Google Shape;8055;p76"/>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56" name="Google Shape;8056;p76"/>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57" name="Google Shape;8057;p76"/>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58" name="Google Shape;8058;p76"/>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59" name="Google Shape;8059;p76"/>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60" name="Google Shape;8060;p76"/>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61" name="Google Shape;8061;p76"/>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62" name="Google Shape;8062;p76"/>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63" name="Google Shape;8063;p76"/>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64" name="Google Shape;8064;p76"/>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65" name="Google Shape;8065;p76"/>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66" name="Google Shape;8066;p76"/>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67" name="Google Shape;8067;p76"/>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68" name="Google Shape;8068;p76"/>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69" name="Google Shape;8069;p76"/>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70" name="Google Shape;8070;p76"/>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71" name="Google Shape;8071;p76"/>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72" name="Google Shape;8072;p76"/>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73" name="Google Shape;8073;p76"/>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74" name="Google Shape;8074;p76"/>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75" name="Google Shape;8075;p76"/>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76" name="Google Shape;8076;p76"/>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77" name="Google Shape;8077;p76"/>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78" name="Google Shape;8078;p76"/>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79" name="Google Shape;8079;p76"/>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80" name="Google Shape;8080;p76"/>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81" name="Google Shape;8081;p76"/>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82" name="Google Shape;8082;p76"/>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83" name="Google Shape;8083;p76"/>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84" name="Google Shape;8084;p76"/>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85" name="Google Shape;8085;p76"/>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86" name="Google Shape;8086;p76"/>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87" name="Google Shape;8087;p76"/>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88" name="Google Shape;8088;p76"/>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89" name="Google Shape;8089;p76"/>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90" name="Google Shape;8090;p76"/>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91" name="Google Shape;8091;p76"/>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92" name="Google Shape;8092;p76"/>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93" name="Google Shape;8093;p76"/>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94" name="Google Shape;8094;p76"/>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95" name="Google Shape;8095;p76"/>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96" name="Google Shape;8096;p76"/>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97" name="Google Shape;8097;p76"/>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98" name="Google Shape;8098;p76"/>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99" name="Google Shape;8099;p76"/>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00" name="Google Shape;8100;p76"/>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01" name="Google Shape;8101;p76"/>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02" name="Google Shape;8102;p76"/>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03" name="Google Shape;8103;p76"/>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04" name="Google Shape;8104;p76"/>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05" name="Google Shape;8105;p76"/>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06" name="Google Shape;8106;p76"/>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07" name="Google Shape;8107;p76"/>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08" name="Google Shape;8108;p76"/>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09" name="Google Shape;8109;p76"/>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10" name="Google Shape;8110;p76"/>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11" name="Google Shape;8111;p76"/>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12" name="Google Shape;8112;p76"/>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13" name="Google Shape;8113;p76"/>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14" name="Google Shape;8114;p76"/>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15" name="Google Shape;8115;p76"/>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16" name="Google Shape;8116;p76"/>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17" name="Google Shape;8117;p76"/>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18" name="Google Shape;8118;p76"/>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19" name="Google Shape;8119;p76"/>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20" name="Google Shape;8120;p76"/>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21" name="Google Shape;8121;p76"/>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22" name="Google Shape;8122;p76"/>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23" name="Google Shape;8123;p76"/>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24" name="Google Shape;8124;p76"/>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25" name="Google Shape;8125;p76"/>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26" name="Google Shape;8126;p76"/>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27" name="Google Shape;8127;p76"/>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28" name="Google Shape;8128;p76"/>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29" name="Google Shape;8129;p76"/>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30" name="Google Shape;8130;p76"/>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31" name="Google Shape;8131;p76"/>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32" name="Google Shape;8132;p76"/>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33" name="Google Shape;8133;p76"/>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34" name="Google Shape;8134;p76"/>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35" name="Google Shape;8135;p76"/>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36" name="Google Shape;8136;p76"/>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37" name="Google Shape;8137;p76"/>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38" name="Google Shape;8138;p76"/>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39" name="Google Shape;8139;p76"/>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40" name="Google Shape;8140;p76"/>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41" name="Google Shape;8141;p76"/>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42" name="Google Shape;8142;p76"/>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143" name="Google Shape;8143;p76"/>
          <p:cNvGrpSpPr/>
          <p:nvPr/>
        </p:nvGrpSpPr>
        <p:grpSpPr>
          <a:xfrm>
            <a:off x="6681268" y="3584496"/>
            <a:ext cx="560636" cy="516497"/>
            <a:chOff x="6652051" y="3714143"/>
            <a:chExt cx="560636" cy="516497"/>
          </a:xfrm>
        </p:grpSpPr>
        <p:grpSp>
          <p:nvGrpSpPr>
            <p:cNvPr id="8144" name="Google Shape;8144;p76"/>
            <p:cNvGrpSpPr/>
            <p:nvPr/>
          </p:nvGrpSpPr>
          <p:grpSpPr>
            <a:xfrm>
              <a:off x="6669657" y="3716715"/>
              <a:ext cx="466768" cy="464314"/>
              <a:chOff x="3139766" y="765669"/>
              <a:chExt cx="886380" cy="881888"/>
            </a:xfrm>
          </p:grpSpPr>
          <p:grpSp>
            <p:nvGrpSpPr>
              <p:cNvPr id="8145" name="Google Shape;8145;p76"/>
              <p:cNvGrpSpPr/>
              <p:nvPr/>
            </p:nvGrpSpPr>
            <p:grpSpPr>
              <a:xfrm>
                <a:off x="3139766" y="765669"/>
                <a:ext cx="886380" cy="881888"/>
                <a:chOff x="3139766" y="765669"/>
                <a:chExt cx="886380" cy="881888"/>
              </a:xfrm>
            </p:grpSpPr>
            <p:sp>
              <p:nvSpPr>
                <p:cNvPr id="8146" name="Google Shape;8146;p76"/>
                <p:cNvSpPr/>
                <p:nvPr/>
              </p:nvSpPr>
              <p:spPr>
                <a:xfrm>
                  <a:off x="3139766" y="765669"/>
                  <a:ext cx="733591" cy="881888"/>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47" name="Google Shape;8147;p76"/>
                <p:cNvSpPr/>
                <p:nvPr/>
              </p:nvSpPr>
              <p:spPr>
                <a:xfrm>
                  <a:off x="3787623" y="1419737"/>
                  <a:ext cx="223361" cy="194002"/>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48" name="Google Shape;8148;p76"/>
                <p:cNvSpPr/>
                <p:nvPr/>
              </p:nvSpPr>
              <p:spPr>
                <a:xfrm>
                  <a:off x="3757694" y="1303888"/>
                  <a:ext cx="77956" cy="97007"/>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49" name="Google Shape;8149;p76"/>
                <p:cNvSpPr/>
                <p:nvPr/>
              </p:nvSpPr>
              <p:spPr>
                <a:xfrm>
                  <a:off x="3916892" y="1338867"/>
                  <a:ext cx="109254" cy="68436"/>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50" name="Google Shape;8150;p76"/>
                <p:cNvSpPr/>
                <p:nvPr/>
              </p:nvSpPr>
              <p:spPr>
                <a:xfrm>
                  <a:off x="3865184" y="936118"/>
                  <a:ext cx="73103" cy="134516"/>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51" name="Google Shape;8151;p76"/>
                <p:cNvSpPr/>
                <p:nvPr/>
              </p:nvSpPr>
              <p:spPr>
                <a:xfrm>
                  <a:off x="3738260" y="1420756"/>
                  <a:ext cx="79895" cy="16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52" name="Google Shape;8152;p76"/>
                <p:cNvSpPr/>
                <p:nvPr/>
              </p:nvSpPr>
              <p:spPr>
                <a:xfrm>
                  <a:off x="3833886" y="1361610"/>
                  <a:ext cx="29370" cy="41224"/>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53" name="Google Shape;8153;p76"/>
                <p:cNvSpPr/>
                <p:nvPr/>
              </p:nvSpPr>
              <p:spPr>
                <a:xfrm>
                  <a:off x="3852553" y="1272590"/>
                  <a:ext cx="36162" cy="344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54" name="Google Shape;8154;p76"/>
                <p:cNvSpPr/>
                <p:nvPr/>
              </p:nvSpPr>
              <p:spPr>
                <a:xfrm>
                  <a:off x="3832330" y="1195806"/>
                  <a:ext cx="18481" cy="46668"/>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8155" name="Google Shape;8155;p76"/>
              <p:cNvSpPr/>
              <p:nvPr/>
            </p:nvSpPr>
            <p:spPr>
              <a:xfrm>
                <a:off x="3243368" y="1332656"/>
                <a:ext cx="2147" cy="975"/>
              </a:xfrm>
              <a:custGeom>
                <a:avLst/>
                <a:gdLst/>
                <a:ahLst/>
                <a:cxnLst/>
                <a:rect l="l" t="t" r="r" b="b"/>
                <a:pathLst>
                  <a:path w="196" h="89" extrusionOk="0">
                    <a:moveTo>
                      <a:pt x="196" y="0"/>
                    </a:moveTo>
                    <a:lnTo>
                      <a:pt x="1" y="89"/>
                    </a:lnTo>
                    <a:lnTo>
                      <a:pt x="1" y="89"/>
                    </a:lnTo>
                    <a:lnTo>
                      <a:pt x="196" y="18"/>
                    </a:lnTo>
                    <a:lnTo>
                      <a:pt x="196"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56" name="Google Shape;8156;p76"/>
              <p:cNvSpPr/>
              <p:nvPr/>
            </p:nvSpPr>
            <p:spPr>
              <a:xfrm>
                <a:off x="3903089" y="838542"/>
                <a:ext cx="31496" cy="31112"/>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57" name="Google Shape;8157;p76"/>
              <p:cNvSpPr/>
              <p:nvPr/>
            </p:nvSpPr>
            <p:spPr>
              <a:xfrm>
                <a:off x="3240256" y="1333620"/>
                <a:ext cx="2925" cy="1380"/>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58" name="Google Shape;8158;p76"/>
              <p:cNvSpPr/>
              <p:nvPr/>
            </p:nvSpPr>
            <p:spPr>
              <a:xfrm>
                <a:off x="3334721" y="1524314"/>
                <a:ext cx="58719" cy="88834"/>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8159" name="Google Shape;8159;p76"/>
            <p:cNvSpPr/>
            <p:nvPr/>
          </p:nvSpPr>
          <p:spPr>
            <a:xfrm>
              <a:off x="6652051" y="3714143"/>
              <a:ext cx="560636" cy="516497"/>
            </a:xfrm>
            <a:custGeom>
              <a:avLst/>
              <a:gdLst/>
              <a:ahLst/>
              <a:cxnLst/>
              <a:rect l="l" t="t" r="r" b="b"/>
              <a:pathLst>
                <a:path w="97164" h="89553" extrusionOk="0">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160" name="Google Shape;8160;p76"/>
          <p:cNvGrpSpPr/>
          <p:nvPr/>
        </p:nvGrpSpPr>
        <p:grpSpPr>
          <a:xfrm>
            <a:off x="7679978" y="3065079"/>
            <a:ext cx="104231" cy="320340"/>
            <a:chOff x="7564426" y="3224343"/>
            <a:chExt cx="119985" cy="368801"/>
          </a:xfrm>
        </p:grpSpPr>
        <p:sp>
          <p:nvSpPr>
            <p:cNvPr id="8161" name="Google Shape;8161;p76"/>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62" name="Google Shape;8162;p76"/>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163" name="Google Shape;8163;p76"/>
          <p:cNvGrpSpPr/>
          <p:nvPr/>
        </p:nvGrpSpPr>
        <p:grpSpPr>
          <a:xfrm>
            <a:off x="7379466" y="3059180"/>
            <a:ext cx="189489" cy="332132"/>
            <a:chOff x="8370831" y="3202002"/>
            <a:chExt cx="218129" cy="382376"/>
          </a:xfrm>
        </p:grpSpPr>
        <p:sp>
          <p:nvSpPr>
            <p:cNvPr id="8164" name="Google Shape;8164;p76"/>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65" name="Google Shape;8165;p76"/>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166" name="Google Shape;8166;p76"/>
          <p:cNvGrpSpPr/>
          <p:nvPr/>
        </p:nvGrpSpPr>
        <p:grpSpPr>
          <a:xfrm>
            <a:off x="8102855" y="3470312"/>
            <a:ext cx="309429" cy="267000"/>
            <a:chOff x="6742064" y="3750480"/>
            <a:chExt cx="399315" cy="344560"/>
          </a:xfrm>
        </p:grpSpPr>
        <p:sp>
          <p:nvSpPr>
            <p:cNvPr id="8167" name="Google Shape;8167;p76"/>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68" name="Google Shape;8168;p76"/>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169" name="Google Shape;8169;p76"/>
          <p:cNvGrpSpPr/>
          <p:nvPr/>
        </p:nvGrpSpPr>
        <p:grpSpPr>
          <a:xfrm>
            <a:off x="7641874" y="3821360"/>
            <a:ext cx="180437" cy="281608"/>
            <a:chOff x="7248525" y="3739696"/>
            <a:chExt cx="230531" cy="359790"/>
          </a:xfrm>
        </p:grpSpPr>
        <p:sp>
          <p:nvSpPr>
            <p:cNvPr id="8170" name="Google Shape;8170;p76"/>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71" name="Google Shape;8171;p76"/>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172" name="Google Shape;8172;p76"/>
          <p:cNvGrpSpPr/>
          <p:nvPr/>
        </p:nvGrpSpPr>
        <p:grpSpPr>
          <a:xfrm>
            <a:off x="7887794" y="3464584"/>
            <a:ext cx="162896" cy="278710"/>
            <a:chOff x="7601242" y="3729267"/>
            <a:chExt cx="222566" cy="380803"/>
          </a:xfrm>
        </p:grpSpPr>
        <p:sp>
          <p:nvSpPr>
            <p:cNvPr id="8173" name="Google Shape;8173;p76"/>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74" name="Google Shape;8174;p76"/>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8175" name="Google Shape;8175;p76"/>
          <p:cNvSpPr/>
          <p:nvPr/>
        </p:nvSpPr>
        <p:spPr>
          <a:xfrm>
            <a:off x="7853820" y="3076940"/>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8176" name="Google Shape;8176;p76"/>
          <p:cNvGrpSpPr/>
          <p:nvPr/>
        </p:nvGrpSpPr>
        <p:grpSpPr>
          <a:xfrm>
            <a:off x="7377439" y="3465724"/>
            <a:ext cx="193543" cy="275990"/>
            <a:chOff x="8304647" y="3738687"/>
            <a:chExt cx="225076" cy="320956"/>
          </a:xfrm>
        </p:grpSpPr>
        <p:sp>
          <p:nvSpPr>
            <p:cNvPr id="8177" name="Google Shape;8177;p76"/>
            <p:cNvSpPr/>
            <p:nvPr/>
          </p:nvSpPr>
          <p:spPr>
            <a:xfrm>
              <a:off x="8341164" y="3738692"/>
              <a:ext cx="2209"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78" name="Google Shape;8178;p76"/>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79" name="Google Shape;8179;p76"/>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180" name="Google Shape;8180;p76"/>
          <p:cNvGrpSpPr/>
          <p:nvPr/>
        </p:nvGrpSpPr>
        <p:grpSpPr>
          <a:xfrm>
            <a:off x="7649932" y="3465724"/>
            <a:ext cx="178492" cy="275990"/>
            <a:chOff x="8615101" y="3738687"/>
            <a:chExt cx="207573" cy="320956"/>
          </a:xfrm>
        </p:grpSpPr>
        <p:sp>
          <p:nvSpPr>
            <p:cNvPr id="8181" name="Google Shape;8181;p76"/>
            <p:cNvSpPr/>
            <p:nvPr/>
          </p:nvSpPr>
          <p:spPr>
            <a:xfrm>
              <a:off x="8651571" y="3738692"/>
              <a:ext cx="3896"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82" name="Google Shape;8182;p76"/>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83" name="Google Shape;8183;p76"/>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8184" name="Google Shape;8184;p76"/>
          <p:cNvSpPr/>
          <p:nvPr/>
        </p:nvSpPr>
        <p:spPr>
          <a:xfrm>
            <a:off x="8146371" y="3055607"/>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8185" name="Google Shape;8185;p76"/>
          <p:cNvGrpSpPr/>
          <p:nvPr/>
        </p:nvGrpSpPr>
        <p:grpSpPr>
          <a:xfrm>
            <a:off x="7875463" y="3868385"/>
            <a:ext cx="187557" cy="187557"/>
            <a:chOff x="8565775" y="671075"/>
            <a:chExt cx="441000" cy="441000"/>
          </a:xfrm>
        </p:grpSpPr>
        <p:sp>
          <p:nvSpPr>
            <p:cNvPr id="8186" name="Google Shape;8186;p76"/>
            <p:cNvSpPr/>
            <p:nvPr/>
          </p:nvSpPr>
          <p:spPr>
            <a:xfrm>
              <a:off x="8565775" y="671075"/>
              <a:ext cx="441000" cy="4410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87" name="Google Shape;8187;p76"/>
            <p:cNvSpPr/>
            <p:nvPr/>
          </p:nvSpPr>
          <p:spPr>
            <a:xfrm>
              <a:off x="8706625" y="811925"/>
              <a:ext cx="159300" cy="1593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8188" name="Google Shape;8188;p76"/>
          <p:cNvSpPr/>
          <p:nvPr/>
        </p:nvSpPr>
        <p:spPr>
          <a:xfrm>
            <a:off x="8160729" y="3864305"/>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89" name="Google Shape;8189;p76"/>
          <p:cNvSpPr/>
          <p:nvPr/>
        </p:nvSpPr>
        <p:spPr>
          <a:xfrm flipH="1">
            <a:off x="7384916" y="3830761"/>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8190" name="Google Shape;8190;p76"/>
          <p:cNvGrpSpPr/>
          <p:nvPr/>
        </p:nvGrpSpPr>
        <p:grpSpPr>
          <a:xfrm>
            <a:off x="6029935" y="2940910"/>
            <a:ext cx="587865" cy="517731"/>
            <a:chOff x="6000718" y="3070557"/>
            <a:chExt cx="587865" cy="517731"/>
          </a:xfrm>
        </p:grpSpPr>
        <p:sp>
          <p:nvSpPr>
            <p:cNvPr id="8191" name="Google Shape;8191;p76"/>
            <p:cNvSpPr/>
            <p:nvPr/>
          </p:nvSpPr>
          <p:spPr>
            <a:xfrm>
              <a:off x="6161116" y="3104229"/>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92" name="Google Shape;8192;p76"/>
            <p:cNvSpPr/>
            <p:nvPr/>
          </p:nvSpPr>
          <p:spPr>
            <a:xfrm>
              <a:off x="6032245" y="3317811"/>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93" name="Google Shape;8193;p76"/>
            <p:cNvSpPr/>
            <p:nvPr/>
          </p:nvSpPr>
          <p:spPr>
            <a:xfrm>
              <a:off x="6189159" y="3073176"/>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94" name="Google Shape;8194;p76"/>
            <p:cNvSpPr/>
            <p:nvPr/>
          </p:nvSpPr>
          <p:spPr>
            <a:xfrm>
              <a:off x="6123036" y="3116815"/>
              <a:ext cx="22734" cy="17095"/>
            </a:xfrm>
            <a:custGeom>
              <a:avLst/>
              <a:gdLst/>
              <a:ahLst/>
              <a:cxnLst/>
              <a:rect l="l" t="t" r="r" b="b"/>
              <a:pathLst>
                <a:path w="3940" h="2964" extrusionOk="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95" name="Google Shape;8195;p76"/>
            <p:cNvSpPr/>
            <p:nvPr/>
          </p:nvSpPr>
          <p:spPr>
            <a:xfrm>
              <a:off x="6099493" y="3152223"/>
              <a:ext cx="3999" cy="4205"/>
            </a:xfrm>
            <a:custGeom>
              <a:avLst/>
              <a:gdLst/>
              <a:ahLst/>
              <a:cxnLst/>
              <a:rect l="l" t="t" r="r" b="b"/>
              <a:pathLst>
                <a:path w="693" h="729" extrusionOk="0">
                  <a:moveTo>
                    <a:pt x="693" y="1"/>
                  </a:moveTo>
                  <a:cubicBezTo>
                    <a:pt x="462" y="231"/>
                    <a:pt x="231" y="480"/>
                    <a:pt x="1" y="728"/>
                  </a:cubicBezTo>
                  <a:cubicBezTo>
                    <a:pt x="284" y="533"/>
                    <a:pt x="533" y="285"/>
                    <a:pt x="69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96" name="Google Shape;8196;p76"/>
            <p:cNvSpPr/>
            <p:nvPr/>
          </p:nvSpPr>
          <p:spPr>
            <a:xfrm>
              <a:off x="6350890" y="3500386"/>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97" name="Google Shape;8197;p76"/>
            <p:cNvSpPr/>
            <p:nvPr/>
          </p:nvSpPr>
          <p:spPr>
            <a:xfrm>
              <a:off x="6263064" y="3138409"/>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98" name="Google Shape;8198;p76"/>
            <p:cNvSpPr/>
            <p:nvPr/>
          </p:nvSpPr>
          <p:spPr>
            <a:xfrm>
              <a:off x="6251907" y="3097504"/>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99" name="Google Shape;8199;p76"/>
            <p:cNvSpPr/>
            <p:nvPr/>
          </p:nvSpPr>
          <p:spPr>
            <a:xfrm>
              <a:off x="6251498" y="3152108"/>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00" name="Google Shape;8200;p76"/>
            <p:cNvSpPr/>
            <p:nvPr/>
          </p:nvSpPr>
          <p:spPr>
            <a:xfrm>
              <a:off x="6000718" y="3070557"/>
              <a:ext cx="587865" cy="517731"/>
            </a:xfrm>
            <a:custGeom>
              <a:avLst/>
              <a:gdLst/>
              <a:ahLst/>
              <a:cxnLst/>
              <a:rect l="l" t="t" r="r" b="b"/>
              <a:pathLst>
                <a:path w="101883" h="89767" extrusionOk="0">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201" name="Google Shape;8201;p76"/>
          <p:cNvGrpSpPr/>
          <p:nvPr/>
        </p:nvGrpSpPr>
        <p:grpSpPr>
          <a:xfrm>
            <a:off x="6044740" y="3584570"/>
            <a:ext cx="557665" cy="516387"/>
            <a:chOff x="6015523" y="3714217"/>
            <a:chExt cx="557665" cy="516387"/>
          </a:xfrm>
        </p:grpSpPr>
        <p:grpSp>
          <p:nvGrpSpPr>
            <p:cNvPr id="8202" name="Google Shape;8202;p76"/>
            <p:cNvGrpSpPr/>
            <p:nvPr/>
          </p:nvGrpSpPr>
          <p:grpSpPr>
            <a:xfrm>
              <a:off x="6036094" y="3716980"/>
              <a:ext cx="529822" cy="510480"/>
              <a:chOff x="3148311" y="-545634"/>
              <a:chExt cx="1006118" cy="969572"/>
            </a:xfrm>
          </p:grpSpPr>
          <p:sp>
            <p:nvSpPr>
              <p:cNvPr id="8203" name="Google Shape;8203;p76"/>
              <p:cNvSpPr/>
              <p:nvPr/>
            </p:nvSpPr>
            <p:spPr>
              <a:xfrm>
                <a:off x="3497808" y="-545634"/>
                <a:ext cx="152012" cy="12208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04" name="Google Shape;8204;p76"/>
              <p:cNvSpPr/>
              <p:nvPr/>
            </p:nvSpPr>
            <p:spPr>
              <a:xfrm>
                <a:off x="3779659" y="-441254"/>
                <a:ext cx="74264" cy="69794"/>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05" name="Google Shape;8205;p76"/>
              <p:cNvSpPr/>
              <p:nvPr/>
            </p:nvSpPr>
            <p:spPr>
              <a:xfrm>
                <a:off x="3658562" y="-488295"/>
                <a:ext cx="47632" cy="25284"/>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06" name="Google Shape;8206;p76"/>
              <p:cNvSpPr/>
              <p:nvPr/>
            </p:nvSpPr>
            <p:spPr>
              <a:xfrm>
                <a:off x="3773239" y="-411709"/>
                <a:ext cx="34223" cy="31496"/>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07" name="Google Shape;8207;p76"/>
              <p:cNvSpPr/>
              <p:nvPr/>
            </p:nvSpPr>
            <p:spPr>
              <a:xfrm>
                <a:off x="3776942" y="-526397"/>
                <a:ext cx="377487" cy="831956"/>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08" name="Google Shape;8208;p76"/>
              <p:cNvSpPr/>
              <p:nvPr/>
            </p:nvSpPr>
            <p:spPr>
              <a:xfrm>
                <a:off x="3352414" y="12491"/>
                <a:ext cx="353584" cy="411448"/>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09" name="Google Shape;8209;p76"/>
              <p:cNvSpPr/>
              <p:nvPr/>
            </p:nvSpPr>
            <p:spPr>
              <a:xfrm>
                <a:off x="3289631" y="-66747"/>
                <a:ext cx="64547" cy="26511"/>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10" name="Google Shape;8210;p76"/>
              <p:cNvSpPr/>
              <p:nvPr/>
            </p:nvSpPr>
            <p:spPr>
              <a:xfrm>
                <a:off x="3368156" y="-47247"/>
                <a:ext cx="67855" cy="22556"/>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11" name="Google Shape;8211;p76"/>
              <p:cNvSpPr/>
              <p:nvPr/>
            </p:nvSpPr>
            <p:spPr>
              <a:xfrm>
                <a:off x="3466707" y="-328516"/>
                <a:ext cx="37532" cy="23334"/>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12" name="Google Shape;8212;p76"/>
              <p:cNvSpPr/>
              <p:nvPr/>
            </p:nvSpPr>
            <p:spPr>
              <a:xfrm>
                <a:off x="3148311" y="-512013"/>
                <a:ext cx="344841" cy="575576"/>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8213" name="Google Shape;8213;p76"/>
            <p:cNvSpPr/>
            <p:nvPr/>
          </p:nvSpPr>
          <p:spPr>
            <a:xfrm>
              <a:off x="6015523" y="3714217"/>
              <a:ext cx="557665" cy="516387"/>
            </a:xfrm>
            <a:custGeom>
              <a:avLst/>
              <a:gdLst/>
              <a:ahLst/>
              <a:cxnLst/>
              <a:rect l="l" t="t" r="r" b="b"/>
              <a:pathLst>
                <a:path w="96649" h="89534" extrusionOk="0">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214" name="Google Shape;8214;p76"/>
          <p:cNvGrpSpPr/>
          <p:nvPr/>
        </p:nvGrpSpPr>
        <p:grpSpPr>
          <a:xfrm>
            <a:off x="6673522" y="2943981"/>
            <a:ext cx="576302" cy="511871"/>
            <a:chOff x="6644304" y="3073628"/>
            <a:chExt cx="576302" cy="511871"/>
          </a:xfrm>
        </p:grpSpPr>
        <p:grpSp>
          <p:nvGrpSpPr>
            <p:cNvPr id="8215" name="Google Shape;8215;p76"/>
            <p:cNvGrpSpPr/>
            <p:nvPr/>
          </p:nvGrpSpPr>
          <p:grpSpPr>
            <a:xfrm>
              <a:off x="6712169" y="3073651"/>
              <a:ext cx="481611" cy="506713"/>
              <a:chOff x="1833536" y="-546641"/>
              <a:chExt cx="914567" cy="962419"/>
            </a:xfrm>
          </p:grpSpPr>
          <p:grpSp>
            <p:nvGrpSpPr>
              <p:cNvPr id="8216" name="Google Shape;8216;p76"/>
              <p:cNvGrpSpPr/>
              <p:nvPr/>
            </p:nvGrpSpPr>
            <p:grpSpPr>
              <a:xfrm>
                <a:off x="1833536" y="-524249"/>
                <a:ext cx="914567" cy="940027"/>
                <a:chOff x="1833536" y="-524249"/>
                <a:chExt cx="914567" cy="940027"/>
              </a:xfrm>
            </p:grpSpPr>
            <p:sp>
              <p:nvSpPr>
                <p:cNvPr id="8217" name="Google Shape;8217;p76"/>
                <p:cNvSpPr/>
                <p:nvPr/>
              </p:nvSpPr>
              <p:spPr>
                <a:xfrm>
                  <a:off x="1833536" y="-524249"/>
                  <a:ext cx="453307" cy="599490"/>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18" name="Google Shape;8218;p76"/>
                <p:cNvSpPr/>
                <p:nvPr/>
              </p:nvSpPr>
              <p:spPr>
                <a:xfrm>
                  <a:off x="2215098" y="11844"/>
                  <a:ext cx="361756" cy="403933"/>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19" name="Google Shape;8219;p76"/>
                <p:cNvSpPr/>
                <p:nvPr/>
              </p:nvSpPr>
              <p:spPr>
                <a:xfrm>
                  <a:off x="2637874" y="-333183"/>
                  <a:ext cx="110229" cy="289442"/>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20" name="Google Shape;8220;p76"/>
                <p:cNvSpPr/>
                <p:nvPr/>
              </p:nvSpPr>
              <p:spPr>
                <a:xfrm>
                  <a:off x="2134042" y="-54389"/>
                  <a:ext cx="90203" cy="2219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21" name="Google Shape;8221;p76"/>
                <p:cNvSpPr/>
                <p:nvPr/>
              </p:nvSpPr>
              <p:spPr>
                <a:xfrm>
                  <a:off x="2238816" y="-47827"/>
                  <a:ext cx="72325" cy="27026"/>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8222" name="Google Shape;8222;p76"/>
              <p:cNvSpPr/>
              <p:nvPr/>
            </p:nvSpPr>
            <p:spPr>
              <a:xfrm>
                <a:off x="2128411" y="-546641"/>
                <a:ext cx="194386" cy="108115"/>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23" name="Google Shape;8223;p76"/>
              <p:cNvSpPr/>
              <p:nvPr/>
            </p:nvSpPr>
            <p:spPr>
              <a:xfrm>
                <a:off x="2511333" y="-459604"/>
                <a:ext cx="149109" cy="146063"/>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24" name="Google Shape;8224;p76"/>
              <p:cNvSpPr/>
              <p:nvPr/>
            </p:nvSpPr>
            <p:spPr>
              <a:xfrm>
                <a:off x="2278079" y="-341148"/>
                <a:ext cx="40051" cy="28001"/>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25" name="Google Shape;8225;p76"/>
              <p:cNvSpPr/>
              <p:nvPr/>
            </p:nvSpPr>
            <p:spPr>
              <a:xfrm>
                <a:off x="2357973" y="-515102"/>
                <a:ext cx="46077" cy="20902"/>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8226" name="Google Shape;8226;p76"/>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227" name="Google Shape;8227;p76"/>
          <p:cNvGrpSpPr/>
          <p:nvPr/>
        </p:nvGrpSpPr>
        <p:grpSpPr>
          <a:xfrm>
            <a:off x="5938558" y="1033351"/>
            <a:ext cx="2435960" cy="1297725"/>
            <a:chOff x="233350" y="949250"/>
            <a:chExt cx="7137300" cy="3802300"/>
          </a:xfrm>
        </p:grpSpPr>
        <p:sp>
          <p:nvSpPr>
            <p:cNvPr id="8228" name="Google Shape;8228;p76"/>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29" name="Google Shape;8229;p76"/>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30" name="Google Shape;8230;p76"/>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31" name="Google Shape;8231;p76"/>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32" name="Google Shape;8232;p76"/>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33" name="Google Shape;8233;p76"/>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34" name="Google Shape;8234;p76"/>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35" name="Google Shape;8235;p76"/>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36" name="Google Shape;8236;p76"/>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37" name="Google Shape;8237;p76"/>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38" name="Google Shape;8238;p76"/>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39" name="Google Shape;8239;p76"/>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40" name="Google Shape;8240;p76"/>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41" name="Google Shape;8241;p76"/>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42" name="Google Shape;8242;p76"/>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43" name="Google Shape;8243;p76"/>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44" name="Google Shape;8244;p76"/>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45" name="Google Shape;8245;p76"/>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46" name="Google Shape;8246;p76"/>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47" name="Google Shape;8247;p76"/>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48" name="Google Shape;8248;p76"/>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49" name="Google Shape;8249;p76"/>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50" name="Google Shape;8250;p76"/>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51" name="Google Shape;8251;p76"/>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52" name="Google Shape;8252;p76"/>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53" name="Google Shape;8253;p76"/>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54" name="Google Shape;8254;p76"/>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55" name="Google Shape;8255;p76"/>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56" name="Google Shape;8256;p76"/>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57" name="Google Shape;8257;p76"/>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58" name="Google Shape;8258;p76"/>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59" name="Google Shape;8259;p76"/>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60" name="Google Shape;8260;p76"/>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61" name="Google Shape;8261;p76"/>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62" name="Google Shape;8262;p76"/>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63" name="Google Shape;8263;p76"/>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64" name="Google Shape;8264;p76"/>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65" name="Google Shape;8265;p76"/>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66" name="Google Shape;8266;p76"/>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67" name="Google Shape;8267;p76"/>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68" name="Google Shape;8268;p76"/>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69" name="Google Shape;8269;p76"/>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70" name="Google Shape;8270;p76"/>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71" name="Google Shape;8271;p76"/>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72" name="Google Shape;8272;p76"/>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73" name="Google Shape;8273;p76"/>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74" name="Google Shape;8274;p76"/>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75" name="Google Shape;8275;p76"/>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76" name="Google Shape;8276;p76"/>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77" name="Google Shape;8277;p76"/>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78" name="Google Shape;8278;p76"/>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279" name="Google Shape;8279;p76"/>
          <p:cNvGrpSpPr/>
          <p:nvPr/>
        </p:nvGrpSpPr>
        <p:grpSpPr>
          <a:xfrm>
            <a:off x="731715" y="995041"/>
            <a:ext cx="2665073" cy="1317140"/>
            <a:chOff x="793334" y="1192826"/>
            <a:chExt cx="2665073" cy="1317140"/>
          </a:xfrm>
        </p:grpSpPr>
        <p:sp>
          <p:nvSpPr>
            <p:cNvPr id="8280" name="Google Shape;8280;p76"/>
            <p:cNvSpPr/>
            <p:nvPr/>
          </p:nvSpPr>
          <p:spPr>
            <a:xfrm>
              <a:off x="2759899" y="2034536"/>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81" name="Google Shape;8281;p76"/>
            <p:cNvSpPr/>
            <p:nvPr/>
          </p:nvSpPr>
          <p:spPr>
            <a:xfrm>
              <a:off x="2622291" y="1667631"/>
              <a:ext cx="12573" cy="1765"/>
            </a:xfrm>
            <a:custGeom>
              <a:avLst/>
              <a:gdLst/>
              <a:ahLst/>
              <a:cxnLst/>
              <a:rect l="l" t="t" r="r" b="b"/>
              <a:pathLst>
                <a:path w="926" h="130" extrusionOk="0">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82" name="Google Shape;8282;p76"/>
            <p:cNvSpPr/>
            <p:nvPr/>
          </p:nvSpPr>
          <p:spPr>
            <a:xfrm>
              <a:off x="2265040" y="1528449"/>
              <a:ext cx="1344" cy="109"/>
            </a:xfrm>
            <a:custGeom>
              <a:avLst/>
              <a:gdLst/>
              <a:ahLst/>
              <a:cxnLst/>
              <a:rect l="l" t="t" r="r" b="b"/>
              <a:pathLst>
                <a:path w="99" h="8" extrusionOk="0">
                  <a:moveTo>
                    <a:pt x="1" y="1"/>
                  </a:moveTo>
                  <a:cubicBezTo>
                    <a:pt x="32" y="4"/>
                    <a:pt x="67" y="8"/>
                    <a:pt x="99" y="8"/>
                  </a:cubicBezTo>
                  <a:cubicBezTo>
                    <a:pt x="67" y="1"/>
                    <a:pt x="32"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83" name="Google Shape;8283;p76"/>
            <p:cNvSpPr/>
            <p:nvPr/>
          </p:nvSpPr>
          <p:spPr>
            <a:xfrm>
              <a:off x="2494622" y="1668433"/>
              <a:ext cx="8147" cy="2118"/>
            </a:xfrm>
            <a:custGeom>
              <a:avLst/>
              <a:gdLst/>
              <a:ahLst/>
              <a:cxnLst/>
              <a:rect l="l" t="t" r="r" b="b"/>
              <a:pathLst>
                <a:path w="600" h="156" extrusionOk="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84" name="Google Shape;8284;p76"/>
            <p:cNvSpPr/>
            <p:nvPr/>
          </p:nvSpPr>
          <p:spPr>
            <a:xfrm>
              <a:off x="2304347" y="1661671"/>
              <a:ext cx="30291" cy="17094"/>
            </a:xfrm>
            <a:custGeom>
              <a:avLst/>
              <a:gdLst/>
              <a:ahLst/>
              <a:cxnLst/>
              <a:rect l="l" t="t" r="r" b="b"/>
              <a:pathLst>
                <a:path w="2231" h="1259" extrusionOk="0">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85" name="Google Shape;8285;p76"/>
            <p:cNvSpPr/>
            <p:nvPr/>
          </p:nvSpPr>
          <p:spPr>
            <a:xfrm>
              <a:off x="2596779" y="1667903"/>
              <a:ext cx="20869" cy="13808"/>
            </a:xfrm>
            <a:custGeom>
              <a:avLst/>
              <a:gdLst/>
              <a:ahLst/>
              <a:cxnLst/>
              <a:rect l="l" t="t" r="r" b="b"/>
              <a:pathLst>
                <a:path w="1537" h="1017" extrusionOk="0">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86" name="Google Shape;8286;p76"/>
            <p:cNvSpPr/>
            <p:nvPr/>
          </p:nvSpPr>
          <p:spPr>
            <a:xfrm>
              <a:off x="1460410" y="1905428"/>
              <a:ext cx="14" cy="14"/>
            </a:xfrm>
            <a:custGeom>
              <a:avLst/>
              <a:gdLst/>
              <a:ahLst/>
              <a:cxnLst/>
              <a:rect l="l" t="t" r="r" b="b"/>
              <a:pathLst>
                <a:path w="1"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87" name="Google Shape;8287;p76"/>
            <p:cNvSpPr/>
            <p:nvPr/>
          </p:nvSpPr>
          <p:spPr>
            <a:xfrm>
              <a:off x="2393809" y="1664875"/>
              <a:ext cx="58709" cy="92123"/>
            </a:xfrm>
            <a:custGeom>
              <a:avLst/>
              <a:gdLst/>
              <a:ahLst/>
              <a:cxnLst/>
              <a:rect l="l" t="t" r="r" b="b"/>
              <a:pathLst>
                <a:path w="4324" h="6785" extrusionOk="0">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88" name="Google Shape;8288;p76"/>
            <p:cNvSpPr/>
            <p:nvPr/>
          </p:nvSpPr>
          <p:spPr>
            <a:xfrm>
              <a:off x="3030608" y="2063280"/>
              <a:ext cx="2525" cy="733"/>
            </a:xfrm>
            <a:custGeom>
              <a:avLst/>
              <a:gdLst/>
              <a:ahLst/>
              <a:cxnLst/>
              <a:rect l="l" t="t" r="r" b="b"/>
              <a:pathLst>
                <a:path w="186" h="54" extrusionOk="0">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89" name="Google Shape;8289;p76"/>
            <p:cNvSpPr/>
            <p:nvPr/>
          </p:nvSpPr>
          <p:spPr>
            <a:xfrm>
              <a:off x="2090841" y="1529304"/>
              <a:ext cx="1765" cy="2390"/>
            </a:xfrm>
            <a:custGeom>
              <a:avLst/>
              <a:gdLst/>
              <a:ahLst/>
              <a:cxnLst/>
              <a:rect l="l" t="t" r="r" b="b"/>
              <a:pathLst>
                <a:path w="130" h="176" extrusionOk="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90" name="Google Shape;8290;p76"/>
            <p:cNvSpPr/>
            <p:nvPr/>
          </p:nvSpPr>
          <p:spPr>
            <a:xfrm>
              <a:off x="2245597" y="1718058"/>
              <a:ext cx="14229" cy="4386"/>
            </a:xfrm>
            <a:custGeom>
              <a:avLst/>
              <a:gdLst/>
              <a:ahLst/>
              <a:cxnLst/>
              <a:rect l="l" t="t" r="r" b="b"/>
              <a:pathLst>
                <a:path w="1048" h="323" extrusionOk="0">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91" name="Google Shape;8291;p76"/>
            <p:cNvSpPr/>
            <p:nvPr/>
          </p:nvSpPr>
          <p:spPr>
            <a:xfrm>
              <a:off x="2812146" y="1578590"/>
              <a:ext cx="42742" cy="41805"/>
            </a:xfrm>
            <a:custGeom>
              <a:avLst/>
              <a:gdLst/>
              <a:ahLst/>
              <a:cxnLst/>
              <a:rect l="l" t="t" r="r" b="b"/>
              <a:pathLst>
                <a:path w="3148" h="3079" extrusionOk="0">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92" name="Google Shape;8292;p76"/>
            <p:cNvSpPr/>
            <p:nvPr/>
          </p:nvSpPr>
          <p:spPr>
            <a:xfrm>
              <a:off x="2563691" y="1451016"/>
              <a:ext cx="3055" cy="2593"/>
            </a:xfrm>
            <a:custGeom>
              <a:avLst/>
              <a:gdLst/>
              <a:ahLst/>
              <a:cxnLst/>
              <a:rect l="l" t="t" r="r" b="b"/>
              <a:pathLst>
                <a:path w="225" h="191" extrusionOk="0">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93" name="Google Shape;8293;p76"/>
            <p:cNvSpPr/>
            <p:nvPr/>
          </p:nvSpPr>
          <p:spPr>
            <a:xfrm>
              <a:off x="2480977" y="1673361"/>
              <a:ext cx="16510" cy="18180"/>
            </a:xfrm>
            <a:custGeom>
              <a:avLst/>
              <a:gdLst/>
              <a:ahLst/>
              <a:cxnLst/>
              <a:rect l="l" t="t" r="r" b="b"/>
              <a:pathLst>
                <a:path w="1216" h="1339" extrusionOk="0">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94" name="Google Shape;8294;p76"/>
            <p:cNvSpPr/>
            <p:nvPr/>
          </p:nvSpPr>
          <p:spPr>
            <a:xfrm>
              <a:off x="2278156" y="2042506"/>
              <a:ext cx="20651" cy="18846"/>
            </a:xfrm>
            <a:custGeom>
              <a:avLst/>
              <a:gdLst/>
              <a:ahLst/>
              <a:cxnLst/>
              <a:rect l="l" t="t" r="r" b="b"/>
              <a:pathLst>
                <a:path w="1521" h="1388" extrusionOk="0">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95" name="Google Shape;8295;p76"/>
            <p:cNvSpPr/>
            <p:nvPr/>
          </p:nvSpPr>
          <p:spPr>
            <a:xfrm>
              <a:off x="2095159" y="1526222"/>
              <a:ext cx="2009" cy="1344"/>
            </a:xfrm>
            <a:custGeom>
              <a:avLst/>
              <a:gdLst/>
              <a:ahLst/>
              <a:cxnLst/>
              <a:rect l="l" t="t" r="r" b="b"/>
              <a:pathLst>
                <a:path w="148" h="99" extrusionOk="0">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96" name="Google Shape;8296;p76"/>
            <p:cNvSpPr/>
            <p:nvPr/>
          </p:nvSpPr>
          <p:spPr>
            <a:xfrm>
              <a:off x="2217030" y="1745010"/>
              <a:ext cx="1874" cy="394"/>
            </a:xfrm>
            <a:custGeom>
              <a:avLst/>
              <a:gdLst/>
              <a:ahLst/>
              <a:cxnLst/>
              <a:rect l="l" t="t" r="r" b="b"/>
              <a:pathLst>
                <a:path w="138" h="29" extrusionOk="0">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97" name="Google Shape;8297;p76"/>
            <p:cNvSpPr/>
            <p:nvPr/>
          </p:nvSpPr>
          <p:spPr>
            <a:xfrm>
              <a:off x="2294517" y="2116096"/>
              <a:ext cx="8377" cy="33360"/>
            </a:xfrm>
            <a:custGeom>
              <a:avLst/>
              <a:gdLst/>
              <a:ahLst/>
              <a:cxnLst/>
              <a:rect l="l" t="t" r="r" b="b"/>
              <a:pathLst>
                <a:path w="617" h="2457" extrusionOk="0">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98" name="Google Shape;8298;p76"/>
            <p:cNvSpPr/>
            <p:nvPr/>
          </p:nvSpPr>
          <p:spPr>
            <a:xfrm>
              <a:off x="2250119" y="1665337"/>
              <a:ext cx="104438" cy="51540"/>
            </a:xfrm>
            <a:custGeom>
              <a:avLst/>
              <a:gdLst/>
              <a:ahLst/>
              <a:cxnLst/>
              <a:rect l="l" t="t" r="r" b="b"/>
              <a:pathLst>
                <a:path w="7692" h="3796" extrusionOk="0">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99" name="Google Shape;8299;p76"/>
            <p:cNvSpPr/>
            <p:nvPr/>
          </p:nvSpPr>
          <p:spPr>
            <a:xfrm>
              <a:off x="2259243" y="2070557"/>
              <a:ext cx="13034" cy="35342"/>
            </a:xfrm>
            <a:custGeom>
              <a:avLst/>
              <a:gdLst/>
              <a:ahLst/>
              <a:cxnLst/>
              <a:rect l="l" t="t" r="r" b="b"/>
              <a:pathLst>
                <a:path w="960" h="2603" extrusionOk="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00" name="Google Shape;8300;p76"/>
            <p:cNvSpPr/>
            <p:nvPr/>
          </p:nvSpPr>
          <p:spPr>
            <a:xfrm>
              <a:off x="1664562" y="2045086"/>
              <a:ext cx="3435" cy="4711"/>
            </a:xfrm>
            <a:custGeom>
              <a:avLst/>
              <a:gdLst/>
              <a:ahLst/>
              <a:cxnLst/>
              <a:rect l="l" t="t" r="r" b="b"/>
              <a:pathLst>
                <a:path w="253" h="347" extrusionOk="0">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01" name="Google Shape;8301;p76"/>
            <p:cNvSpPr/>
            <p:nvPr/>
          </p:nvSpPr>
          <p:spPr>
            <a:xfrm>
              <a:off x="1423480" y="1702037"/>
              <a:ext cx="30142" cy="11880"/>
            </a:xfrm>
            <a:custGeom>
              <a:avLst/>
              <a:gdLst/>
              <a:ahLst/>
              <a:cxnLst/>
              <a:rect l="l" t="t" r="r" b="b"/>
              <a:pathLst>
                <a:path w="2220" h="875" extrusionOk="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02" name="Google Shape;8302;p76"/>
            <p:cNvSpPr/>
            <p:nvPr/>
          </p:nvSpPr>
          <p:spPr>
            <a:xfrm>
              <a:off x="1110233" y="1631597"/>
              <a:ext cx="22498" cy="29097"/>
            </a:xfrm>
            <a:custGeom>
              <a:avLst/>
              <a:gdLst/>
              <a:ahLst/>
              <a:cxnLst/>
              <a:rect l="l" t="t" r="r" b="b"/>
              <a:pathLst>
                <a:path w="1657" h="2143" extrusionOk="0">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03" name="Google Shape;8303;p76"/>
            <p:cNvSpPr/>
            <p:nvPr/>
          </p:nvSpPr>
          <p:spPr>
            <a:xfrm>
              <a:off x="1475522" y="1731935"/>
              <a:ext cx="1059" cy="1914"/>
            </a:xfrm>
            <a:custGeom>
              <a:avLst/>
              <a:gdLst/>
              <a:ahLst/>
              <a:cxnLst/>
              <a:rect l="l" t="t" r="r" b="b"/>
              <a:pathLst>
                <a:path w="78" h="141" extrusionOk="0">
                  <a:moveTo>
                    <a:pt x="78" y="1"/>
                  </a:moveTo>
                  <a:cubicBezTo>
                    <a:pt x="50" y="11"/>
                    <a:pt x="29" y="32"/>
                    <a:pt x="15" y="60"/>
                  </a:cubicBezTo>
                  <a:cubicBezTo>
                    <a:pt x="8" y="85"/>
                    <a:pt x="1" y="113"/>
                    <a:pt x="1" y="141"/>
                  </a:cubicBezTo>
                  <a:cubicBezTo>
                    <a:pt x="25" y="92"/>
                    <a:pt x="50" y="46"/>
                    <a:pt x="7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04" name="Google Shape;8304;p76"/>
            <p:cNvSpPr/>
            <p:nvPr/>
          </p:nvSpPr>
          <p:spPr>
            <a:xfrm>
              <a:off x="1389726" y="1671094"/>
              <a:ext cx="58858" cy="39483"/>
            </a:xfrm>
            <a:custGeom>
              <a:avLst/>
              <a:gdLst/>
              <a:ahLst/>
              <a:cxnLst/>
              <a:rect l="l" t="t" r="r" b="b"/>
              <a:pathLst>
                <a:path w="4335" h="2908" extrusionOk="0">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05" name="Google Shape;8305;p76"/>
            <p:cNvSpPr/>
            <p:nvPr/>
          </p:nvSpPr>
          <p:spPr>
            <a:xfrm>
              <a:off x="1309917" y="1312268"/>
              <a:ext cx="14" cy="14"/>
            </a:xfrm>
            <a:custGeom>
              <a:avLst/>
              <a:gdLst/>
              <a:ahLst/>
              <a:cxnLst/>
              <a:rect l="l" t="t" r="r" b="b"/>
              <a:pathLst>
                <a:path w="1" h="1" extrusionOk="0">
                  <a:moveTo>
                    <a:pt x="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06" name="Google Shape;8306;p76"/>
            <p:cNvSpPr/>
            <p:nvPr/>
          </p:nvSpPr>
          <p:spPr>
            <a:xfrm>
              <a:off x="1507986" y="1447255"/>
              <a:ext cx="18601" cy="10482"/>
            </a:xfrm>
            <a:custGeom>
              <a:avLst/>
              <a:gdLst/>
              <a:ahLst/>
              <a:cxnLst/>
              <a:rect l="l" t="t" r="r" b="b"/>
              <a:pathLst>
                <a:path w="1370" h="772" extrusionOk="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07" name="Google Shape;8307;p76"/>
            <p:cNvSpPr/>
            <p:nvPr/>
          </p:nvSpPr>
          <p:spPr>
            <a:xfrm>
              <a:off x="1328559" y="1417113"/>
              <a:ext cx="4236" cy="937"/>
            </a:xfrm>
            <a:custGeom>
              <a:avLst/>
              <a:gdLst/>
              <a:ahLst/>
              <a:cxnLst/>
              <a:rect l="l" t="t" r="r" b="b"/>
              <a:pathLst>
                <a:path w="312" h="69" extrusionOk="0">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08" name="Google Shape;8308;p76"/>
            <p:cNvSpPr/>
            <p:nvPr/>
          </p:nvSpPr>
          <p:spPr>
            <a:xfrm>
              <a:off x="1359407" y="1645812"/>
              <a:ext cx="55247" cy="22335"/>
            </a:xfrm>
            <a:custGeom>
              <a:avLst/>
              <a:gdLst/>
              <a:ahLst/>
              <a:cxnLst/>
              <a:rect l="l" t="t" r="r" b="b"/>
              <a:pathLst>
                <a:path w="4069" h="1645" extrusionOk="0">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09" name="Google Shape;8309;p76"/>
            <p:cNvSpPr/>
            <p:nvPr/>
          </p:nvSpPr>
          <p:spPr>
            <a:xfrm>
              <a:off x="1451571" y="1689858"/>
              <a:ext cx="24589" cy="7454"/>
            </a:xfrm>
            <a:custGeom>
              <a:avLst/>
              <a:gdLst/>
              <a:ahLst/>
              <a:cxnLst/>
              <a:rect l="l" t="t" r="r" b="b"/>
              <a:pathLst>
                <a:path w="1811" h="549" extrusionOk="0">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10" name="Google Shape;8310;p76"/>
            <p:cNvSpPr/>
            <p:nvPr/>
          </p:nvSpPr>
          <p:spPr>
            <a:xfrm>
              <a:off x="1051157" y="1420222"/>
              <a:ext cx="5241" cy="3965"/>
            </a:xfrm>
            <a:custGeom>
              <a:avLst/>
              <a:gdLst/>
              <a:ahLst/>
              <a:cxnLst/>
              <a:rect l="l" t="t" r="r" b="b"/>
              <a:pathLst>
                <a:path w="386" h="292" extrusionOk="0">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11" name="Google Shape;8311;p76"/>
            <p:cNvSpPr/>
            <p:nvPr/>
          </p:nvSpPr>
          <p:spPr>
            <a:xfrm>
              <a:off x="1513458" y="2479960"/>
              <a:ext cx="11663" cy="15465"/>
            </a:xfrm>
            <a:custGeom>
              <a:avLst/>
              <a:gdLst/>
              <a:ahLst/>
              <a:cxnLst/>
              <a:rect l="l" t="t" r="r" b="b"/>
              <a:pathLst>
                <a:path w="859" h="1139" extrusionOk="0">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12" name="Google Shape;8312;p76"/>
            <p:cNvSpPr/>
            <p:nvPr/>
          </p:nvSpPr>
          <p:spPr>
            <a:xfrm>
              <a:off x="1506995" y="2482186"/>
              <a:ext cx="4956" cy="2743"/>
            </a:xfrm>
            <a:custGeom>
              <a:avLst/>
              <a:gdLst/>
              <a:ahLst/>
              <a:cxnLst/>
              <a:rect l="l" t="t" r="r" b="b"/>
              <a:pathLst>
                <a:path w="365" h="202" extrusionOk="0">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13" name="Google Shape;8313;p76"/>
            <p:cNvSpPr/>
            <p:nvPr/>
          </p:nvSpPr>
          <p:spPr>
            <a:xfrm>
              <a:off x="1039073" y="1557966"/>
              <a:ext cx="1344" cy="4155"/>
            </a:xfrm>
            <a:custGeom>
              <a:avLst/>
              <a:gdLst/>
              <a:ahLst/>
              <a:cxnLst/>
              <a:rect l="l" t="t" r="r" b="b"/>
              <a:pathLst>
                <a:path w="99" h="306" extrusionOk="0">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14" name="Google Shape;8314;p76"/>
            <p:cNvSpPr/>
            <p:nvPr/>
          </p:nvSpPr>
          <p:spPr>
            <a:xfrm>
              <a:off x="1493960" y="2432982"/>
              <a:ext cx="1589" cy="1168"/>
            </a:xfrm>
            <a:custGeom>
              <a:avLst/>
              <a:gdLst/>
              <a:ahLst/>
              <a:cxnLst/>
              <a:rect l="l" t="t" r="r" b="b"/>
              <a:pathLst>
                <a:path w="117" h="86" extrusionOk="0">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15" name="Google Shape;8315;p76"/>
            <p:cNvSpPr/>
            <p:nvPr/>
          </p:nvSpPr>
          <p:spPr>
            <a:xfrm>
              <a:off x="1496866" y="2484630"/>
              <a:ext cx="7006" cy="4331"/>
            </a:xfrm>
            <a:custGeom>
              <a:avLst/>
              <a:gdLst/>
              <a:ahLst/>
              <a:cxnLst/>
              <a:rect l="l" t="t" r="r" b="b"/>
              <a:pathLst>
                <a:path w="516" h="319" extrusionOk="0">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16" name="Google Shape;8316;p76"/>
            <p:cNvSpPr/>
            <p:nvPr/>
          </p:nvSpPr>
          <p:spPr>
            <a:xfrm>
              <a:off x="1412930" y="1447825"/>
              <a:ext cx="2200" cy="1643"/>
            </a:xfrm>
            <a:custGeom>
              <a:avLst/>
              <a:gdLst/>
              <a:ahLst/>
              <a:cxnLst/>
              <a:rect l="l" t="t" r="r" b="b"/>
              <a:pathLst>
                <a:path w="162" h="121" extrusionOk="0">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17" name="Google Shape;8317;p76"/>
            <p:cNvSpPr/>
            <p:nvPr/>
          </p:nvSpPr>
          <p:spPr>
            <a:xfrm>
              <a:off x="1375700" y="1460860"/>
              <a:ext cx="14419" cy="6721"/>
            </a:xfrm>
            <a:custGeom>
              <a:avLst/>
              <a:gdLst/>
              <a:ahLst/>
              <a:cxnLst/>
              <a:rect l="l" t="t" r="r" b="b"/>
              <a:pathLst>
                <a:path w="1062" h="495" extrusionOk="0">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18" name="Google Shape;8318;p76"/>
            <p:cNvSpPr/>
            <p:nvPr/>
          </p:nvSpPr>
          <p:spPr>
            <a:xfrm>
              <a:off x="1518536" y="1659444"/>
              <a:ext cx="3150" cy="2729"/>
            </a:xfrm>
            <a:custGeom>
              <a:avLst/>
              <a:gdLst/>
              <a:ahLst/>
              <a:cxnLst/>
              <a:rect l="l" t="t" r="r" b="b"/>
              <a:pathLst>
                <a:path w="232" h="201" extrusionOk="0">
                  <a:moveTo>
                    <a:pt x="232" y="1"/>
                  </a:moveTo>
                  <a:lnTo>
                    <a:pt x="186" y="36"/>
                  </a:lnTo>
                  <a:cubicBezTo>
                    <a:pt x="130" y="85"/>
                    <a:pt x="57" y="148"/>
                    <a:pt x="1" y="200"/>
                  </a:cubicBezTo>
                  <a:cubicBezTo>
                    <a:pt x="85" y="141"/>
                    <a:pt x="162" y="74"/>
                    <a:pt x="2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19" name="Google Shape;8319;p76"/>
            <p:cNvSpPr/>
            <p:nvPr/>
          </p:nvSpPr>
          <p:spPr>
            <a:xfrm>
              <a:off x="2136230" y="2173135"/>
              <a:ext cx="92123" cy="91879"/>
            </a:xfrm>
            <a:custGeom>
              <a:avLst/>
              <a:gdLst/>
              <a:ahLst/>
              <a:cxnLst/>
              <a:rect l="l" t="t" r="r" b="b"/>
              <a:pathLst>
                <a:path w="6785" h="6767" extrusionOk="0">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20" name="Google Shape;8320;p76"/>
            <p:cNvSpPr/>
            <p:nvPr/>
          </p:nvSpPr>
          <p:spPr>
            <a:xfrm>
              <a:off x="2231110" y="2162816"/>
              <a:ext cx="55953" cy="49734"/>
            </a:xfrm>
            <a:custGeom>
              <a:avLst/>
              <a:gdLst/>
              <a:ahLst/>
              <a:cxnLst/>
              <a:rect l="l" t="t" r="r" b="b"/>
              <a:pathLst>
                <a:path w="4121" h="3663" extrusionOk="0">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21" name="Google Shape;8321;p76"/>
            <p:cNvSpPr/>
            <p:nvPr/>
          </p:nvSpPr>
          <p:spPr>
            <a:xfrm>
              <a:off x="2193500" y="2179503"/>
              <a:ext cx="64425" cy="69177"/>
            </a:xfrm>
            <a:custGeom>
              <a:avLst/>
              <a:gdLst/>
              <a:ahLst/>
              <a:cxnLst/>
              <a:rect l="l" t="t" r="r" b="b"/>
              <a:pathLst>
                <a:path w="4745" h="5095" extrusionOk="0">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22" name="Google Shape;8322;p76"/>
            <p:cNvSpPr/>
            <p:nvPr/>
          </p:nvSpPr>
          <p:spPr>
            <a:xfrm>
              <a:off x="2229155" y="2179503"/>
              <a:ext cx="54" cy="14"/>
            </a:xfrm>
            <a:custGeom>
              <a:avLst/>
              <a:gdLst/>
              <a:ahLst/>
              <a:cxnLst/>
              <a:rect l="l" t="t" r="r" b="b"/>
              <a:pathLst>
                <a:path w="4" h="1" extrusionOk="0">
                  <a:moveTo>
                    <a:pt x="4" y="1"/>
                  </a:moveTo>
                  <a:lnTo>
                    <a:pt x="1" y="1"/>
                  </a:ln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23" name="Google Shape;8323;p76"/>
            <p:cNvSpPr/>
            <p:nvPr/>
          </p:nvSpPr>
          <p:spPr>
            <a:xfrm>
              <a:off x="2229209" y="2179503"/>
              <a:ext cx="54" cy="109"/>
            </a:xfrm>
            <a:custGeom>
              <a:avLst/>
              <a:gdLst/>
              <a:ahLst/>
              <a:cxnLst/>
              <a:rect l="l" t="t" r="r" b="b"/>
              <a:pathLst>
                <a:path w="4" h="8" extrusionOk="0">
                  <a:moveTo>
                    <a:pt x="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24" name="Google Shape;8324;p76"/>
            <p:cNvSpPr/>
            <p:nvPr/>
          </p:nvSpPr>
          <p:spPr>
            <a:xfrm>
              <a:off x="2257776" y="2210066"/>
              <a:ext cx="54" cy="163"/>
            </a:xfrm>
            <a:custGeom>
              <a:avLst/>
              <a:gdLst/>
              <a:ahLst/>
              <a:cxnLst/>
              <a:rect l="l" t="t" r="r" b="b"/>
              <a:pathLst>
                <a:path w="4" h="12" extrusionOk="0">
                  <a:moveTo>
                    <a:pt x="0" y="1"/>
                  </a:moveTo>
                  <a:cubicBezTo>
                    <a:pt x="0" y="4"/>
                    <a:pt x="4" y="8"/>
                    <a:pt x="4" y="11"/>
                  </a:cubicBezTo>
                  <a:cubicBezTo>
                    <a:pt x="4" y="8"/>
                    <a:pt x="4"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25" name="Google Shape;8325;p76"/>
            <p:cNvSpPr/>
            <p:nvPr/>
          </p:nvSpPr>
          <p:spPr>
            <a:xfrm>
              <a:off x="2257491" y="2209455"/>
              <a:ext cx="95" cy="149"/>
            </a:xfrm>
            <a:custGeom>
              <a:avLst/>
              <a:gdLst/>
              <a:ahLst/>
              <a:cxnLst/>
              <a:rect l="l" t="t" r="r" b="b"/>
              <a:pathLst>
                <a:path w="7" h="11" extrusionOk="0">
                  <a:moveTo>
                    <a:pt x="7" y="11"/>
                  </a:moveTo>
                  <a:cubicBezTo>
                    <a:pt x="4" y="7"/>
                    <a:pt x="0" y="4"/>
                    <a:pt x="0" y="0"/>
                  </a:cubicBezTo>
                  <a:cubicBezTo>
                    <a:pt x="0" y="4"/>
                    <a:pt x="4" y="7"/>
                    <a:pt x="7"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26" name="Google Shape;8326;p76"/>
            <p:cNvSpPr/>
            <p:nvPr/>
          </p:nvSpPr>
          <p:spPr>
            <a:xfrm>
              <a:off x="2233106" y="2183400"/>
              <a:ext cx="109" cy="68"/>
            </a:xfrm>
            <a:custGeom>
              <a:avLst/>
              <a:gdLst/>
              <a:ahLst/>
              <a:cxnLst/>
              <a:rect l="l" t="t" r="r" b="b"/>
              <a:pathLst>
                <a:path w="8" h="5" extrusionOk="0">
                  <a:moveTo>
                    <a:pt x="7"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27" name="Google Shape;8327;p76"/>
            <p:cNvSpPr/>
            <p:nvPr/>
          </p:nvSpPr>
          <p:spPr>
            <a:xfrm>
              <a:off x="2257871" y="2210406"/>
              <a:ext cx="0" cy="149"/>
            </a:xfrm>
            <a:custGeom>
              <a:avLst/>
              <a:gdLst/>
              <a:ahLst/>
              <a:cxnLst/>
              <a:rect l="l" t="t" r="r" b="b"/>
              <a:pathLst>
                <a:path h="11" extrusionOk="0">
                  <a:moveTo>
                    <a:pt x="0" y="11"/>
                  </a:moveTo>
                  <a:lnTo>
                    <a:pt x="0" y="11"/>
                  </a:lnTo>
                  <a:lnTo>
                    <a:pt x="0" y="4"/>
                  </a:lnTo>
                  <a:cubicBezTo>
                    <a:pt x="0" y="0"/>
                    <a:pt x="0" y="7"/>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28" name="Google Shape;8328;p76"/>
            <p:cNvSpPr/>
            <p:nvPr/>
          </p:nvSpPr>
          <p:spPr>
            <a:xfrm>
              <a:off x="2249589" y="2206645"/>
              <a:ext cx="3965" cy="1874"/>
            </a:xfrm>
            <a:custGeom>
              <a:avLst/>
              <a:gdLst/>
              <a:ahLst/>
              <a:cxnLst/>
              <a:rect l="l" t="t" r="r" b="b"/>
              <a:pathLst>
                <a:path w="292" h="138" extrusionOk="0">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29" name="Google Shape;8329;p76"/>
            <p:cNvSpPr/>
            <p:nvPr/>
          </p:nvSpPr>
          <p:spPr>
            <a:xfrm>
              <a:off x="2257681" y="2209740"/>
              <a:ext cx="54" cy="149"/>
            </a:xfrm>
            <a:custGeom>
              <a:avLst/>
              <a:gdLst/>
              <a:ahLst/>
              <a:cxnLst/>
              <a:rect l="l" t="t" r="r" b="b"/>
              <a:pathLst>
                <a:path w="4" h="11" extrusionOk="0">
                  <a:moveTo>
                    <a:pt x="4" y="11"/>
                  </a:moveTo>
                  <a:cubicBezTo>
                    <a:pt x="4" y="7"/>
                    <a:pt x="0" y="4"/>
                    <a:pt x="0" y="0"/>
                  </a:cubicBezTo>
                  <a:cubicBezTo>
                    <a:pt x="0" y="4"/>
                    <a:pt x="4" y="7"/>
                    <a:pt x="4"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30" name="Google Shape;8330;p76"/>
            <p:cNvSpPr/>
            <p:nvPr/>
          </p:nvSpPr>
          <p:spPr>
            <a:xfrm>
              <a:off x="2229915" y="2180508"/>
              <a:ext cx="163" cy="149"/>
            </a:xfrm>
            <a:custGeom>
              <a:avLst/>
              <a:gdLst/>
              <a:ahLst/>
              <a:cxnLst/>
              <a:rect l="l" t="t" r="r" b="b"/>
              <a:pathLst>
                <a:path w="12" h="11" extrusionOk="0">
                  <a:moveTo>
                    <a:pt x="11"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31" name="Google Shape;8331;p76"/>
            <p:cNvSpPr/>
            <p:nvPr/>
          </p:nvSpPr>
          <p:spPr>
            <a:xfrm>
              <a:off x="2230200" y="2180834"/>
              <a:ext cx="163" cy="163"/>
            </a:xfrm>
            <a:custGeom>
              <a:avLst/>
              <a:gdLst/>
              <a:ahLst/>
              <a:cxnLst/>
              <a:rect l="l" t="t" r="r" b="b"/>
              <a:pathLst>
                <a:path w="12" h="12" extrusionOk="0">
                  <a:moveTo>
                    <a:pt x="1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32" name="Google Shape;8332;p76"/>
            <p:cNvSpPr/>
            <p:nvPr/>
          </p:nvSpPr>
          <p:spPr>
            <a:xfrm>
              <a:off x="2229399" y="2179843"/>
              <a:ext cx="149" cy="149"/>
            </a:xfrm>
            <a:custGeom>
              <a:avLst/>
              <a:gdLst/>
              <a:ahLst/>
              <a:cxnLst/>
              <a:rect l="l" t="t" r="r" b="b"/>
              <a:pathLst>
                <a:path w="11" h="11" extrusionOk="0">
                  <a:moveTo>
                    <a:pt x="11"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33" name="Google Shape;8333;p76"/>
            <p:cNvSpPr/>
            <p:nvPr/>
          </p:nvSpPr>
          <p:spPr>
            <a:xfrm>
              <a:off x="2229684" y="2180169"/>
              <a:ext cx="109" cy="163"/>
            </a:xfrm>
            <a:custGeom>
              <a:avLst/>
              <a:gdLst/>
              <a:ahLst/>
              <a:cxnLst/>
              <a:rect l="l" t="t" r="r" b="b"/>
              <a:pathLst>
                <a:path w="8" h="12" extrusionOk="0">
                  <a:moveTo>
                    <a:pt x="7"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34" name="Google Shape;8334;p76"/>
            <p:cNvSpPr/>
            <p:nvPr/>
          </p:nvSpPr>
          <p:spPr>
            <a:xfrm>
              <a:off x="2230485" y="2181173"/>
              <a:ext cx="163" cy="204"/>
            </a:xfrm>
            <a:custGeom>
              <a:avLst/>
              <a:gdLst/>
              <a:ahLst/>
              <a:cxnLst/>
              <a:rect l="l" t="t" r="r" b="b"/>
              <a:pathLst>
                <a:path w="12" h="15" extrusionOk="0">
                  <a:moveTo>
                    <a:pt x="11"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35" name="Google Shape;8335;p76"/>
            <p:cNvSpPr/>
            <p:nvPr/>
          </p:nvSpPr>
          <p:spPr>
            <a:xfrm>
              <a:off x="2232156" y="2182830"/>
              <a:ext cx="149" cy="109"/>
            </a:xfrm>
            <a:custGeom>
              <a:avLst/>
              <a:gdLst/>
              <a:ahLst/>
              <a:cxnLst/>
              <a:rect l="l" t="t" r="r" b="b"/>
              <a:pathLst>
                <a:path w="11" h="8" extrusionOk="0">
                  <a:moveTo>
                    <a:pt x="11"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36" name="Google Shape;8336;p76"/>
            <p:cNvSpPr/>
            <p:nvPr/>
          </p:nvSpPr>
          <p:spPr>
            <a:xfrm>
              <a:off x="2231870" y="2182545"/>
              <a:ext cx="109" cy="163"/>
            </a:xfrm>
            <a:custGeom>
              <a:avLst/>
              <a:gdLst/>
              <a:ahLst/>
              <a:cxnLst/>
              <a:rect l="l" t="t" r="r" b="b"/>
              <a:pathLst>
                <a:path w="8" h="12" extrusionOk="0">
                  <a:moveTo>
                    <a:pt x="7"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37" name="Google Shape;8337;p76"/>
            <p:cNvSpPr/>
            <p:nvPr/>
          </p:nvSpPr>
          <p:spPr>
            <a:xfrm>
              <a:off x="2232821" y="2183264"/>
              <a:ext cx="109" cy="54"/>
            </a:xfrm>
            <a:custGeom>
              <a:avLst/>
              <a:gdLst/>
              <a:ahLst/>
              <a:cxnLst/>
              <a:rect l="l" t="t" r="r" b="b"/>
              <a:pathLst>
                <a:path w="8" h="4" extrusionOk="0">
                  <a:moveTo>
                    <a:pt x="7"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38" name="Google Shape;8338;p76"/>
            <p:cNvSpPr/>
            <p:nvPr/>
          </p:nvSpPr>
          <p:spPr>
            <a:xfrm>
              <a:off x="2231205" y="2181974"/>
              <a:ext cx="149" cy="109"/>
            </a:xfrm>
            <a:custGeom>
              <a:avLst/>
              <a:gdLst/>
              <a:ahLst/>
              <a:cxnLst/>
              <a:rect l="l" t="t" r="r" b="b"/>
              <a:pathLst>
                <a:path w="11" h="8" extrusionOk="0">
                  <a:moveTo>
                    <a:pt x="11"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39" name="Google Shape;8339;p76"/>
            <p:cNvSpPr/>
            <p:nvPr/>
          </p:nvSpPr>
          <p:spPr>
            <a:xfrm>
              <a:off x="2231531" y="2182259"/>
              <a:ext cx="163" cy="163"/>
            </a:xfrm>
            <a:custGeom>
              <a:avLst/>
              <a:gdLst/>
              <a:ahLst/>
              <a:cxnLst/>
              <a:rect l="l" t="t" r="r" b="b"/>
              <a:pathLst>
                <a:path w="12" h="12" extrusionOk="0">
                  <a:moveTo>
                    <a:pt x="1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40" name="Google Shape;8340;p76"/>
            <p:cNvSpPr/>
            <p:nvPr/>
          </p:nvSpPr>
          <p:spPr>
            <a:xfrm>
              <a:off x="2230771" y="2181553"/>
              <a:ext cx="163" cy="109"/>
            </a:xfrm>
            <a:custGeom>
              <a:avLst/>
              <a:gdLst/>
              <a:ahLst/>
              <a:cxnLst/>
              <a:rect l="l" t="t" r="r" b="b"/>
              <a:pathLst>
                <a:path w="12" h="8" extrusionOk="0">
                  <a:moveTo>
                    <a:pt x="1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41" name="Google Shape;8341;p76"/>
            <p:cNvSpPr/>
            <p:nvPr/>
          </p:nvSpPr>
          <p:spPr>
            <a:xfrm>
              <a:off x="2232481" y="2183074"/>
              <a:ext cx="163" cy="54"/>
            </a:xfrm>
            <a:custGeom>
              <a:avLst/>
              <a:gdLst/>
              <a:ahLst/>
              <a:cxnLst/>
              <a:rect l="l" t="t" r="r" b="b"/>
              <a:pathLst>
                <a:path w="12" h="4" extrusionOk="0">
                  <a:moveTo>
                    <a:pt x="1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42" name="Google Shape;8342;p76"/>
            <p:cNvSpPr/>
            <p:nvPr/>
          </p:nvSpPr>
          <p:spPr>
            <a:xfrm>
              <a:off x="2271462" y="2241294"/>
              <a:ext cx="8133" cy="10523"/>
            </a:xfrm>
            <a:custGeom>
              <a:avLst/>
              <a:gdLst/>
              <a:ahLst/>
              <a:cxnLst/>
              <a:rect l="l" t="t" r="r" b="b"/>
              <a:pathLst>
                <a:path w="599" h="775" extrusionOk="0">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43" name="Google Shape;8343;p76"/>
            <p:cNvSpPr/>
            <p:nvPr/>
          </p:nvSpPr>
          <p:spPr>
            <a:xfrm>
              <a:off x="2244837" y="2263697"/>
              <a:ext cx="14704" cy="14922"/>
            </a:xfrm>
            <a:custGeom>
              <a:avLst/>
              <a:gdLst/>
              <a:ahLst/>
              <a:cxnLst/>
              <a:rect l="l" t="t" r="r" b="b"/>
              <a:pathLst>
                <a:path w="1083" h="1099" extrusionOk="0">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44" name="Google Shape;8344;p76"/>
            <p:cNvSpPr/>
            <p:nvPr/>
          </p:nvSpPr>
          <p:spPr>
            <a:xfrm>
              <a:off x="2168694" y="2212021"/>
              <a:ext cx="116509" cy="102252"/>
            </a:xfrm>
            <a:custGeom>
              <a:avLst/>
              <a:gdLst/>
              <a:ahLst/>
              <a:cxnLst/>
              <a:rect l="l" t="t" r="r" b="b"/>
              <a:pathLst>
                <a:path w="8581" h="7531" extrusionOk="0">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45" name="Google Shape;8345;p76"/>
            <p:cNvSpPr/>
            <p:nvPr/>
          </p:nvSpPr>
          <p:spPr>
            <a:xfrm>
              <a:off x="2185707" y="2266820"/>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46" name="Google Shape;8346;p76"/>
            <p:cNvSpPr/>
            <p:nvPr/>
          </p:nvSpPr>
          <p:spPr>
            <a:xfrm>
              <a:off x="2169780" y="2264023"/>
              <a:ext cx="299" cy="109"/>
            </a:xfrm>
            <a:custGeom>
              <a:avLst/>
              <a:gdLst/>
              <a:ahLst/>
              <a:cxnLst/>
              <a:rect l="l" t="t" r="r" b="b"/>
              <a:pathLst>
                <a:path w="22" h="8" extrusionOk="0">
                  <a:moveTo>
                    <a:pt x="1" y="7"/>
                  </a:moveTo>
                  <a:cubicBezTo>
                    <a:pt x="8" y="7"/>
                    <a:pt x="15" y="4"/>
                    <a:pt x="22" y="0"/>
                  </a:cubicBezTo>
                  <a:cubicBezTo>
                    <a:pt x="15" y="4"/>
                    <a:pt x="8" y="7"/>
                    <a:pt x="1"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47" name="Google Shape;8347;p76"/>
            <p:cNvSpPr/>
            <p:nvPr/>
          </p:nvSpPr>
          <p:spPr>
            <a:xfrm>
              <a:off x="2182435" y="2266725"/>
              <a:ext cx="149" cy="14"/>
            </a:xfrm>
            <a:custGeom>
              <a:avLst/>
              <a:gdLst/>
              <a:ahLst/>
              <a:cxnLst/>
              <a:rect l="l" t="t" r="r" b="b"/>
              <a:pathLst>
                <a:path w="11" h="1" extrusionOk="0">
                  <a:moveTo>
                    <a:pt x="0"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48" name="Google Shape;8348;p76"/>
            <p:cNvSpPr/>
            <p:nvPr/>
          </p:nvSpPr>
          <p:spPr>
            <a:xfrm>
              <a:off x="2184336" y="2266820"/>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49" name="Google Shape;8349;p76"/>
            <p:cNvSpPr/>
            <p:nvPr/>
          </p:nvSpPr>
          <p:spPr>
            <a:xfrm>
              <a:off x="2186236" y="2266779"/>
              <a:ext cx="149" cy="14"/>
            </a:xfrm>
            <a:custGeom>
              <a:avLst/>
              <a:gdLst/>
              <a:ahLst/>
              <a:cxnLst/>
              <a:rect l="l" t="t" r="r" b="b"/>
              <a:pathLst>
                <a:path w="11" h="1" extrusionOk="0">
                  <a:moveTo>
                    <a:pt x="0"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50" name="Google Shape;8350;p76"/>
            <p:cNvSpPr/>
            <p:nvPr/>
          </p:nvSpPr>
          <p:spPr>
            <a:xfrm>
              <a:off x="2169265" y="2264159"/>
              <a:ext cx="394" cy="68"/>
            </a:xfrm>
            <a:custGeom>
              <a:avLst/>
              <a:gdLst/>
              <a:ahLst/>
              <a:cxnLst/>
              <a:rect l="l" t="t" r="r" b="b"/>
              <a:pathLst>
                <a:path w="29" h="5" extrusionOk="0">
                  <a:moveTo>
                    <a:pt x="0" y="4"/>
                  </a:moveTo>
                  <a:cubicBezTo>
                    <a:pt x="11" y="4"/>
                    <a:pt x="18" y="1"/>
                    <a:pt x="28" y="1"/>
                  </a:cubicBezTo>
                  <a:cubicBezTo>
                    <a:pt x="18" y="1"/>
                    <a:pt x="11" y="4"/>
                    <a:pt x="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51" name="Google Shape;8351;p76"/>
            <p:cNvSpPr/>
            <p:nvPr/>
          </p:nvSpPr>
          <p:spPr>
            <a:xfrm>
              <a:off x="2168640" y="2264213"/>
              <a:ext cx="543" cy="41"/>
            </a:xfrm>
            <a:custGeom>
              <a:avLst/>
              <a:gdLst/>
              <a:ahLst/>
              <a:cxnLst/>
              <a:rect l="l" t="t" r="r" b="b"/>
              <a:pathLst>
                <a:path w="40" h="3" extrusionOk="0">
                  <a:moveTo>
                    <a:pt x="1" y="0"/>
                  </a:moveTo>
                  <a:cubicBezTo>
                    <a:pt x="10" y="2"/>
                    <a:pt x="17" y="3"/>
                    <a:pt x="23" y="3"/>
                  </a:cubicBezTo>
                  <a:cubicBezTo>
                    <a:pt x="29" y="3"/>
                    <a:pt x="34" y="2"/>
                    <a:pt x="3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52" name="Google Shape;8352;p76"/>
            <p:cNvSpPr/>
            <p:nvPr/>
          </p:nvSpPr>
          <p:spPr>
            <a:xfrm>
              <a:off x="2170161" y="2262883"/>
              <a:ext cx="869" cy="1100"/>
            </a:xfrm>
            <a:custGeom>
              <a:avLst/>
              <a:gdLst/>
              <a:ahLst/>
              <a:cxnLst/>
              <a:rect l="l" t="t" r="r" b="b"/>
              <a:pathLst>
                <a:path w="64" h="81" extrusionOk="0">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53" name="Google Shape;8353;p76"/>
            <p:cNvSpPr/>
            <p:nvPr/>
          </p:nvSpPr>
          <p:spPr>
            <a:xfrm>
              <a:off x="2188178" y="2266019"/>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54" name="Google Shape;8354;p76"/>
            <p:cNvSpPr/>
            <p:nvPr/>
          </p:nvSpPr>
          <p:spPr>
            <a:xfrm>
              <a:off x="2187893" y="2266250"/>
              <a:ext cx="109" cy="68"/>
            </a:xfrm>
            <a:custGeom>
              <a:avLst/>
              <a:gdLst/>
              <a:ahLst/>
              <a:cxnLst/>
              <a:rect l="l" t="t" r="r" b="b"/>
              <a:pathLst>
                <a:path w="8" h="5" extrusionOk="0">
                  <a:moveTo>
                    <a:pt x="1" y="4"/>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55" name="Google Shape;8355;p76"/>
            <p:cNvSpPr/>
            <p:nvPr/>
          </p:nvSpPr>
          <p:spPr>
            <a:xfrm>
              <a:off x="2187608" y="2266440"/>
              <a:ext cx="109" cy="68"/>
            </a:xfrm>
            <a:custGeom>
              <a:avLst/>
              <a:gdLst/>
              <a:ahLst/>
              <a:cxnLst/>
              <a:rect l="l" t="t" r="r" b="b"/>
              <a:pathLst>
                <a:path w="8" h="5" extrusionOk="0">
                  <a:moveTo>
                    <a:pt x="1" y="4"/>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56" name="Google Shape;8356;p76"/>
            <p:cNvSpPr/>
            <p:nvPr/>
          </p:nvSpPr>
          <p:spPr>
            <a:xfrm>
              <a:off x="2186712" y="2266725"/>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57" name="Google Shape;8357;p76"/>
            <p:cNvSpPr/>
            <p:nvPr/>
          </p:nvSpPr>
          <p:spPr>
            <a:xfrm>
              <a:off x="2259012" y="2212062"/>
              <a:ext cx="14840" cy="2349"/>
            </a:xfrm>
            <a:custGeom>
              <a:avLst/>
              <a:gdLst/>
              <a:ahLst/>
              <a:cxnLst/>
              <a:rect l="l" t="t" r="r" b="b"/>
              <a:pathLst>
                <a:path w="1093" h="173" extrusionOk="0">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58" name="Google Shape;8358;p76"/>
            <p:cNvSpPr/>
            <p:nvPr/>
          </p:nvSpPr>
          <p:spPr>
            <a:xfrm>
              <a:off x="2201728" y="225032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59" name="Google Shape;8359;p76"/>
            <p:cNvSpPr/>
            <p:nvPr/>
          </p:nvSpPr>
          <p:spPr>
            <a:xfrm>
              <a:off x="2193881" y="2234886"/>
              <a:ext cx="109" cy="54"/>
            </a:xfrm>
            <a:custGeom>
              <a:avLst/>
              <a:gdLst/>
              <a:ahLst/>
              <a:cxnLst/>
              <a:rect l="l" t="t" r="r" b="b"/>
              <a:pathLst>
                <a:path w="8" h="4" extrusionOk="0">
                  <a:moveTo>
                    <a:pt x="8"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60" name="Google Shape;8360;p76"/>
            <p:cNvSpPr/>
            <p:nvPr/>
          </p:nvSpPr>
          <p:spPr>
            <a:xfrm>
              <a:off x="2203113" y="225041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61" name="Google Shape;8361;p76"/>
            <p:cNvSpPr/>
            <p:nvPr/>
          </p:nvSpPr>
          <p:spPr>
            <a:xfrm>
              <a:off x="2195021" y="223568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62" name="Google Shape;8362;p76"/>
            <p:cNvSpPr/>
            <p:nvPr/>
          </p:nvSpPr>
          <p:spPr>
            <a:xfrm>
              <a:off x="2195211" y="2235931"/>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63" name="Google Shape;8363;p76"/>
            <p:cNvSpPr/>
            <p:nvPr/>
          </p:nvSpPr>
          <p:spPr>
            <a:xfrm>
              <a:off x="2200927" y="2250228"/>
              <a:ext cx="95" cy="14"/>
            </a:xfrm>
            <a:custGeom>
              <a:avLst/>
              <a:gdLst/>
              <a:ahLst/>
              <a:cxnLst/>
              <a:rect l="l" t="t" r="r" b="b"/>
              <a:pathLst>
                <a:path w="7" h="1" extrusionOk="0">
                  <a:moveTo>
                    <a:pt x="7"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64" name="Google Shape;8364;p76"/>
            <p:cNvSpPr/>
            <p:nvPr/>
          </p:nvSpPr>
          <p:spPr>
            <a:xfrm>
              <a:off x="2194600" y="2235361"/>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65" name="Google Shape;8365;p76"/>
            <p:cNvSpPr/>
            <p:nvPr/>
          </p:nvSpPr>
          <p:spPr>
            <a:xfrm>
              <a:off x="2194315" y="2235117"/>
              <a:ext cx="54" cy="68"/>
            </a:xfrm>
            <a:custGeom>
              <a:avLst/>
              <a:gdLst/>
              <a:ahLst/>
              <a:cxnLst/>
              <a:rect l="l" t="t" r="r" b="b"/>
              <a:pathLst>
                <a:path w="4" h="5" extrusionOk="0">
                  <a:moveTo>
                    <a:pt x="4"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66" name="Google Shape;8366;p76"/>
            <p:cNvSpPr/>
            <p:nvPr/>
          </p:nvSpPr>
          <p:spPr>
            <a:xfrm>
              <a:off x="2203588" y="225041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67" name="Google Shape;8367;p76"/>
            <p:cNvSpPr/>
            <p:nvPr/>
          </p:nvSpPr>
          <p:spPr>
            <a:xfrm>
              <a:off x="2195116" y="223583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68" name="Google Shape;8368;p76"/>
            <p:cNvSpPr/>
            <p:nvPr/>
          </p:nvSpPr>
          <p:spPr>
            <a:xfrm>
              <a:off x="2194831" y="2235497"/>
              <a:ext cx="68" cy="68"/>
            </a:xfrm>
            <a:custGeom>
              <a:avLst/>
              <a:gdLst/>
              <a:ahLst/>
              <a:cxnLst/>
              <a:rect l="l" t="t" r="r" b="b"/>
              <a:pathLst>
                <a:path w="5" h="5" extrusionOk="0">
                  <a:moveTo>
                    <a:pt x="4"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69" name="Google Shape;8369;p76"/>
            <p:cNvSpPr/>
            <p:nvPr/>
          </p:nvSpPr>
          <p:spPr>
            <a:xfrm>
              <a:off x="2206005" y="2249468"/>
              <a:ext cx="109" cy="109"/>
            </a:xfrm>
            <a:custGeom>
              <a:avLst/>
              <a:gdLst/>
              <a:ahLst/>
              <a:cxnLst/>
              <a:rect l="l" t="t" r="r" b="b"/>
              <a:pathLst>
                <a:path w="8" h="8" extrusionOk="0">
                  <a:moveTo>
                    <a:pt x="8"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70" name="Google Shape;8370;p76"/>
            <p:cNvSpPr/>
            <p:nvPr/>
          </p:nvSpPr>
          <p:spPr>
            <a:xfrm>
              <a:off x="2205625" y="2249753"/>
              <a:ext cx="163" cy="109"/>
            </a:xfrm>
            <a:custGeom>
              <a:avLst/>
              <a:gdLst/>
              <a:ahLst/>
              <a:cxnLst/>
              <a:rect l="l" t="t" r="r" b="b"/>
              <a:pathLst>
                <a:path w="12" h="8" extrusionOk="0">
                  <a:moveTo>
                    <a:pt x="1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71" name="Google Shape;8371;p76"/>
            <p:cNvSpPr/>
            <p:nvPr/>
          </p:nvSpPr>
          <p:spPr>
            <a:xfrm>
              <a:off x="2258102" y="2213298"/>
              <a:ext cx="68" cy="68"/>
            </a:xfrm>
            <a:custGeom>
              <a:avLst/>
              <a:gdLst/>
              <a:ahLst/>
              <a:cxnLst/>
              <a:rect l="l" t="t" r="r" b="b"/>
              <a:pathLst>
                <a:path w="5" h="5" extrusionOk="0">
                  <a:moveTo>
                    <a:pt x="4"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72" name="Google Shape;8372;p76"/>
            <p:cNvSpPr/>
            <p:nvPr/>
          </p:nvSpPr>
          <p:spPr>
            <a:xfrm>
              <a:off x="2257722" y="2213732"/>
              <a:ext cx="109" cy="149"/>
            </a:xfrm>
            <a:custGeom>
              <a:avLst/>
              <a:gdLst/>
              <a:ahLst/>
              <a:cxnLst/>
              <a:rect l="l" t="t" r="r" b="b"/>
              <a:pathLst>
                <a:path w="8" h="11" extrusionOk="0">
                  <a:moveTo>
                    <a:pt x="8"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73" name="Google Shape;8373;p76"/>
            <p:cNvSpPr/>
            <p:nvPr/>
          </p:nvSpPr>
          <p:spPr>
            <a:xfrm>
              <a:off x="2257152" y="2214533"/>
              <a:ext cx="54" cy="109"/>
            </a:xfrm>
            <a:custGeom>
              <a:avLst/>
              <a:gdLst/>
              <a:ahLst/>
              <a:cxnLst/>
              <a:rect l="l" t="t" r="r" b="b"/>
              <a:pathLst>
                <a:path w="4" h="8" extrusionOk="0">
                  <a:moveTo>
                    <a:pt x="4"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74" name="Google Shape;8374;p76"/>
            <p:cNvSpPr/>
            <p:nvPr/>
          </p:nvSpPr>
          <p:spPr>
            <a:xfrm>
              <a:off x="2257437" y="2214153"/>
              <a:ext cx="109" cy="163"/>
            </a:xfrm>
            <a:custGeom>
              <a:avLst/>
              <a:gdLst/>
              <a:ahLst/>
              <a:cxnLst/>
              <a:rect l="l" t="t" r="r" b="b"/>
              <a:pathLst>
                <a:path w="8" h="12" extrusionOk="0">
                  <a:moveTo>
                    <a:pt x="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75" name="Google Shape;8375;p76"/>
            <p:cNvSpPr/>
            <p:nvPr/>
          </p:nvSpPr>
          <p:spPr>
            <a:xfrm>
              <a:off x="2258482" y="2212687"/>
              <a:ext cx="109" cy="149"/>
            </a:xfrm>
            <a:custGeom>
              <a:avLst/>
              <a:gdLst/>
              <a:ahLst/>
              <a:cxnLst/>
              <a:rect l="l" t="t" r="r" b="b"/>
              <a:pathLst>
                <a:path w="8" h="11" extrusionOk="0">
                  <a:moveTo>
                    <a:pt x="8"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76" name="Google Shape;8376;p76"/>
            <p:cNvSpPr/>
            <p:nvPr/>
          </p:nvSpPr>
          <p:spPr>
            <a:xfrm>
              <a:off x="2204865" y="2250133"/>
              <a:ext cx="163" cy="68"/>
            </a:xfrm>
            <a:custGeom>
              <a:avLst/>
              <a:gdLst/>
              <a:ahLst/>
              <a:cxnLst/>
              <a:rect l="l" t="t" r="r" b="b"/>
              <a:pathLst>
                <a:path w="12" h="5" extrusionOk="0">
                  <a:moveTo>
                    <a:pt x="1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77" name="Google Shape;8377;p76"/>
            <p:cNvSpPr/>
            <p:nvPr/>
          </p:nvSpPr>
          <p:spPr>
            <a:xfrm>
              <a:off x="2258822" y="2212211"/>
              <a:ext cx="109" cy="149"/>
            </a:xfrm>
            <a:custGeom>
              <a:avLst/>
              <a:gdLst/>
              <a:ahLst/>
              <a:cxnLst/>
              <a:rect l="l" t="t" r="r" b="b"/>
              <a:pathLst>
                <a:path w="8" h="11" extrusionOk="0">
                  <a:moveTo>
                    <a:pt x="7"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78" name="Google Shape;8378;p76"/>
            <p:cNvSpPr/>
            <p:nvPr/>
          </p:nvSpPr>
          <p:spPr>
            <a:xfrm>
              <a:off x="2193460" y="2234696"/>
              <a:ext cx="14" cy="14"/>
            </a:xfrm>
            <a:custGeom>
              <a:avLst/>
              <a:gdLst/>
              <a:ahLst/>
              <a:cxnLst/>
              <a:rect l="l" t="t" r="r" b="b"/>
              <a:pathLst>
                <a:path w="1" h="1" extrusionOk="0">
                  <a:moveTo>
                    <a:pt x="0" y="0"/>
                  </a:moveTo>
                  <a:lnTo>
                    <a:pt x="0" y="0"/>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79" name="Google Shape;8379;p76"/>
            <p:cNvSpPr/>
            <p:nvPr/>
          </p:nvSpPr>
          <p:spPr>
            <a:xfrm>
              <a:off x="2205245" y="2249943"/>
              <a:ext cx="163" cy="109"/>
            </a:xfrm>
            <a:custGeom>
              <a:avLst/>
              <a:gdLst/>
              <a:ahLst/>
              <a:cxnLst/>
              <a:rect l="l" t="t" r="r" b="b"/>
              <a:pathLst>
                <a:path w="12" h="8" extrusionOk="0">
                  <a:moveTo>
                    <a:pt x="1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80" name="Google Shape;8380;p76"/>
            <p:cNvSpPr/>
            <p:nvPr/>
          </p:nvSpPr>
          <p:spPr>
            <a:xfrm>
              <a:off x="2204485" y="2250283"/>
              <a:ext cx="109" cy="14"/>
            </a:xfrm>
            <a:custGeom>
              <a:avLst/>
              <a:gdLst/>
              <a:ahLst/>
              <a:cxnLst/>
              <a:rect l="l" t="t" r="r" b="b"/>
              <a:pathLst>
                <a:path w="8" h="1" extrusionOk="0">
                  <a:moveTo>
                    <a:pt x="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81" name="Google Shape;8381;p76"/>
            <p:cNvSpPr/>
            <p:nvPr/>
          </p:nvSpPr>
          <p:spPr>
            <a:xfrm>
              <a:off x="2278916" y="2252890"/>
              <a:ext cx="258" cy="163"/>
            </a:xfrm>
            <a:custGeom>
              <a:avLst/>
              <a:gdLst/>
              <a:ahLst/>
              <a:cxnLst/>
              <a:rect l="l" t="t" r="r" b="b"/>
              <a:pathLst>
                <a:path w="19" h="12" extrusionOk="0">
                  <a:moveTo>
                    <a:pt x="1" y="1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82" name="Google Shape;8382;p76"/>
            <p:cNvSpPr/>
            <p:nvPr/>
          </p:nvSpPr>
          <p:spPr>
            <a:xfrm>
              <a:off x="2279256" y="2252659"/>
              <a:ext cx="204" cy="204"/>
            </a:xfrm>
            <a:custGeom>
              <a:avLst/>
              <a:gdLst/>
              <a:ahLst/>
              <a:cxnLst/>
              <a:rect l="l" t="t" r="r" b="b"/>
              <a:pathLst>
                <a:path w="15" h="15" extrusionOk="0">
                  <a:moveTo>
                    <a:pt x="0" y="14"/>
                  </a:moveTo>
                  <a:cubicBezTo>
                    <a:pt x="4" y="11"/>
                    <a:pt x="11" y="7"/>
                    <a:pt x="14" y="0"/>
                  </a:cubicBezTo>
                  <a:cubicBezTo>
                    <a:pt x="11" y="7"/>
                    <a:pt x="4" y="11"/>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83" name="Google Shape;8383;p76"/>
            <p:cNvSpPr/>
            <p:nvPr/>
          </p:nvSpPr>
          <p:spPr>
            <a:xfrm>
              <a:off x="2279772" y="2251994"/>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84" name="Google Shape;8384;p76"/>
            <p:cNvSpPr/>
            <p:nvPr/>
          </p:nvSpPr>
          <p:spPr>
            <a:xfrm>
              <a:off x="2279541" y="2252319"/>
              <a:ext cx="244" cy="299"/>
            </a:xfrm>
            <a:custGeom>
              <a:avLst/>
              <a:gdLst/>
              <a:ahLst/>
              <a:cxnLst/>
              <a:rect l="l" t="t" r="r" b="b"/>
              <a:pathLst>
                <a:path w="18" h="22" extrusionOk="0">
                  <a:moveTo>
                    <a:pt x="18" y="1"/>
                  </a:moveTo>
                  <a:cubicBezTo>
                    <a:pt x="11" y="8"/>
                    <a:pt x="4" y="15"/>
                    <a:pt x="0" y="22"/>
                  </a:cubicBezTo>
                  <a:cubicBezTo>
                    <a:pt x="4" y="15"/>
                    <a:pt x="11" y="8"/>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85" name="Google Shape;8385;p76"/>
            <p:cNvSpPr/>
            <p:nvPr/>
          </p:nvSpPr>
          <p:spPr>
            <a:xfrm>
              <a:off x="2276445" y="2253609"/>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86" name="Google Shape;8386;p76"/>
            <p:cNvSpPr/>
            <p:nvPr/>
          </p:nvSpPr>
          <p:spPr>
            <a:xfrm>
              <a:off x="2280301" y="2250704"/>
              <a:ext cx="14" cy="14"/>
            </a:xfrm>
            <a:custGeom>
              <a:avLst/>
              <a:gdLst/>
              <a:ahLst/>
              <a:cxnLst/>
              <a:rect l="l" t="t" r="r" b="b"/>
              <a:pathLst>
                <a:path w="1" h="1" extrusionOk="0">
                  <a:moveTo>
                    <a:pt x="0" y="1"/>
                  </a:moveTo>
                  <a:lnTo>
                    <a:pt x="0" y="1"/>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87" name="Google Shape;8387;p76"/>
            <p:cNvSpPr/>
            <p:nvPr/>
          </p:nvSpPr>
          <p:spPr>
            <a:xfrm>
              <a:off x="2280111" y="2251043"/>
              <a:ext cx="109" cy="434"/>
            </a:xfrm>
            <a:custGeom>
              <a:avLst/>
              <a:gdLst/>
              <a:ahLst/>
              <a:cxnLst/>
              <a:rect l="l" t="t" r="r" b="b"/>
              <a:pathLst>
                <a:path w="8" h="32" extrusionOk="0">
                  <a:moveTo>
                    <a:pt x="0" y="32"/>
                  </a:moveTo>
                  <a:cubicBezTo>
                    <a:pt x="4" y="21"/>
                    <a:pt x="7" y="11"/>
                    <a:pt x="7" y="0"/>
                  </a:cubicBezTo>
                  <a:cubicBezTo>
                    <a:pt x="7" y="11"/>
                    <a:pt x="4" y="21"/>
                    <a:pt x="0"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88" name="Google Shape;8388;p76"/>
            <p:cNvSpPr/>
            <p:nvPr/>
          </p:nvSpPr>
          <p:spPr>
            <a:xfrm>
              <a:off x="2279962" y="2251613"/>
              <a:ext cx="109" cy="299"/>
            </a:xfrm>
            <a:custGeom>
              <a:avLst/>
              <a:gdLst/>
              <a:ahLst/>
              <a:cxnLst/>
              <a:rect l="l" t="t" r="r" b="b"/>
              <a:pathLst>
                <a:path w="8" h="22" extrusionOk="0">
                  <a:moveTo>
                    <a:pt x="1" y="21"/>
                  </a:moveTo>
                  <a:cubicBezTo>
                    <a:pt x="4" y="14"/>
                    <a:pt x="4" y="7"/>
                    <a:pt x="8" y="0"/>
                  </a:cubicBezTo>
                  <a:cubicBezTo>
                    <a:pt x="4" y="7"/>
                    <a:pt x="4" y="14"/>
                    <a:pt x="1"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89" name="Google Shape;8389;p76"/>
            <p:cNvSpPr/>
            <p:nvPr/>
          </p:nvSpPr>
          <p:spPr>
            <a:xfrm>
              <a:off x="2278536" y="2253134"/>
              <a:ext cx="353" cy="149"/>
            </a:xfrm>
            <a:custGeom>
              <a:avLst/>
              <a:gdLst/>
              <a:ahLst/>
              <a:cxnLst/>
              <a:rect l="l" t="t" r="r" b="b"/>
              <a:pathLst>
                <a:path w="26" h="11" extrusionOk="0">
                  <a:moveTo>
                    <a:pt x="1" y="11"/>
                  </a:moveTo>
                  <a:cubicBezTo>
                    <a:pt x="8" y="7"/>
                    <a:pt x="15" y="4"/>
                    <a:pt x="25" y="0"/>
                  </a:cubicBezTo>
                  <a:cubicBezTo>
                    <a:pt x="15" y="4"/>
                    <a:pt x="8" y="7"/>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90" name="Google Shape;8390;p76"/>
            <p:cNvSpPr/>
            <p:nvPr/>
          </p:nvSpPr>
          <p:spPr>
            <a:xfrm>
              <a:off x="2276119" y="2239584"/>
              <a:ext cx="149" cy="14"/>
            </a:xfrm>
            <a:custGeom>
              <a:avLst/>
              <a:gdLst/>
              <a:ahLst/>
              <a:cxnLst/>
              <a:rect l="l" t="t" r="r" b="b"/>
              <a:pathLst>
                <a:path w="11" h="1" extrusionOk="0">
                  <a:moveTo>
                    <a:pt x="11"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91" name="Google Shape;8391;p76"/>
            <p:cNvSpPr/>
            <p:nvPr/>
          </p:nvSpPr>
          <p:spPr>
            <a:xfrm>
              <a:off x="2277111" y="2239869"/>
              <a:ext cx="109" cy="68"/>
            </a:xfrm>
            <a:custGeom>
              <a:avLst/>
              <a:gdLst/>
              <a:ahLst/>
              <a:cxnLst/>
              <a:rect l="l" t="t" r="r" b="b"/>
              <a:pathLst>
                <a:path w="8" h="5" extrusionOk="0">
                  <a:moveTo>
                    <a:pt x="8"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92" name="Google Shape;8392;p76"/>
            <p:cNvSpPr/>
            <p:nvPr/>
          </p:nvSpPr>
          <p:spPr>
            <a:xfrm>
              <a:off x="2276595" y="2239679"/>
              <a:ext cx="149" cy="68"/>
            </a:xfrm>
            <a:custGeom>
              <a:avLst/>
              <a:gdLst/>
              <a:ahLst/>
              <a:cxnLst/>
              <a:rect l="l" t="t" r="r" b="b"/>
              <a:pathLst>
                <a:path w="11" h="5" extrusionOk="0">
                  <a:moveTo>
                    <a:pt x="1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93" name="Google Shape;8393;p76"/>
            <p:cNvSpPr/>
            <p:nvPr/>
          </p:nvSpPr>
          <p:spPr>
            <a:xfrm>
              <a:off x="2277735" y="2240154"/>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94" name="Google Shape;8394;p76"/>
            <p:cNvSpPr/>
            <p:nvPr/>
          </p:nvSpPr>
          <p:spPr>
            <a:xfrm>
              <a:off x="2278210" y="2240439"/>
              <a:ext cx="149" cy="109"/>
            </a:xfrm>
            <a:custGeom>
              <a:avLst/>
              <a:gdLst/>
              <a:ahLst/>
              <a:cxnLst/>
              <a:rect l="l" t="t" r="r" b="b"/>
              <a:pathLst>
                <a:path w="11" h="8" extrusionOk="0">
                  <a:moveTo>
                    <a:pt x="11"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95" name="Google Shape;8395;p76"/>
            <p:cNvSpPr/>
            <p:nvPr/>
          </p:nvSpPr>
          <p:spPr>
            <a:xfrm>
              <a:off x="2278726" y="2240779"/>
              <a:ext cx="163" cy="54"/>
            </a:xfrm>
            <a:custGeom>
              <a:avLst/>
              <a:gdLst/>
              <a:ahLst/>
              <a:cxnLst/>
              <a:rect l="l" t="t" r="r" b="b"/>
              <a:pathLst>
                <a:path w="12" h="4" extrusionOk="0">
                  <a:moveTo>
                    <a:pt x="1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96" name="Google Shape;8396;p76"/>
            <p:cNvSpPr/>
            <p:nvPr/>
          </p:nvSpPr>
          <p:spPr>
            <a:xfrm>
              <a:off x="2278210" y="2253270"/>
              <a:ext cx="339" cy="109"/>
            </a:xfrm>
            <a:custGeom>
              <a:avLst/>
              <a:gdLst/>
              <a:ahLst/>
              <a:cxnLst/>
              <a:rect l="l" t="t" r="r" b="b"/>
              <a:pathLst>
                <a:path w="25" h="8" extrusionOk="0">
                  <a:moveTo>
                    <a:pt x="25" y="1"/>
                  </a:moveTo>
                  <a:cubicBezTo>
                    <a:pt x="14" y="4"/>
                    <a:pt x="7" y="4"/>
                    <a:pt x="0" y="8"/>
                  </a:cubicBezTo>
                  <a:cubicBezTo>
                    <a:pt x="7" y="4"/>
                    <a:pt x="18" y="4"/>
                    <a:pt x="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97" name="Google Shape;8397;p76"/>
            <p:cNvSpPr/>
            <p:nvPr/>
          </p:nvSpPr>
          <p:spPr>
            <a:xfrm>
              <a:off x="2277396" y="2253460"/>
              <a:ext cx="299" cy="68"/>
            </a:xfrm>
            <a:custGeom>
              <a:avLst/>
              <a:gdLst/>
              <a:ahLst/>
              <a:cxnLst/>
              <a:rect l="l" t="t" r="r" b="b"/>
              <a:pathLst>
                <a:path w="22" h="5" extrusionOk="0">
                  <a:moveTo>
                    <a:pt x="1" y="4"/>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98" name="Google Shape;8398;p76"/>
            <p:cNvSpPr/>
            <p:nvPr/>
          </p:nvSpPr>
          <p:spPr>
            <a:xfrm>
              <a:off x="2276921" y="2253514"/>
              <a:ext cx="394" cy="54"/>
            </a:xfrm>
            <a:custGeom>
              <a:avLst/>
              <a:gdLst/>
              <a:ahLst/>
              <a:cxnLst/>
              <a:rect l="l" t="t" r="r" b="b"/>
              <a:pathLst>
                <a:path w="29" h="4" extrusionOk="0">
                  <a:moveTo>
                    <a:pt x="1" y="4"/>
                  </a:moveTo>
                  <a:lnTo>
                    <a:pt x="2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99" name="Google Shape;8399;p76"/>
            <p:cNvSpPr/>
            <p:nvPr/>
          </p:nvSpPr>
          <p:spPr>
            <a:xfrm>
              <a:off x="2277776" y="2253419"/>
              <a:ext cx="299" cy="54"/>
            </a:xfrm>
            <a:custGeom>
              <a:avLst/>
              <a:gdLst/>
              <a:ahLst/>
              <a:cxnLst/>
              <a:rect l="l" t="t" r="r" b="b"/>
              <a:pathLst>
                <a:path w="22" h="4" extrusionOk="0">
                  <a:moveTo>
                    <a:pt x="1" y="4"/>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00" name="Google Shape;8400;p76"/>
            <p:cNvSpPr/>
            <p:nvPr/>
          </p:nvSpPr>
          <p:spPr>
            <a:xfrm>
              <a:off x="2276595" y="2253609"/>
              <a:ext cx="299" cy="14"/>
            </a:xfrm>
            <a:custGeom>
              <a:avLst/>
              <a:gdLst/>
              <a:ahLst/>
              <a:cxnLst/>
              <a:rect l="l" t="t" r="r" b="b"/>
              <a:pathLst>
                <a:path w="22" h="1" extrusionOk="0">
                  <a:moveTo>
                    <a:pt x="0" y="0"/>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01" name="Google Shape;8401;p76"/>
            <p:cNvSpPr/>
            <p:nvPr/>
          </p:nvSpPr>
          <p:spPr>
            <a:xfrm>
              <a:off x="2275644" y="225355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02" name="Google Shape;8402;p76"/>
            <p:cNvSpPr/>
            <p:nvPr/>
          </p:nvSpPr>
          <p:spPr>
            <a:xfrm>
              <a:off x="2252019" y="2279556"/>
              <a:ext cx="149" cy="353"/>
            </a:xfrm>
            <a:custGeom>
              <a:avLst/>
              <a:gdLst/>
              <a:ahLst/>
              <a:cxnLst/>
              <a:rect l="l" t="t" r="r" b="b"/>
              <a:pathLst>
                <a:path w="11" h="26" extrusionOk="0">
                  <a:moveTo>
                    <a:pt x="11" y="1"/>
                  </a:move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03" name="Google Shape;8403;p76"/>
            <p:cNvSpPr/>
            <p:nvPr/>
          </p:nvSpPr>
          <p:spPr>
            <a:xfrm>
              <a:off x="2252155" y="2275999"/>
              <a:ext cx="1589" cy="3476"/>
            </a:xfrm>
            <a:custGeom>
              <a:avLst/>
              <a:gdLst/>
              <a:ahLst/>
              <a:cxnLst/>
              <a:rect l="l" t="t" r="r" b="b"/>
              <a:pathLst>
                <a:path w="117" h="256" extrusionOk="0">
                  <a:moveTo>
                    <a:pt x="116" y="0"/>
                  </a:moveTo>
                  <a:lnTo>
                    <a:pt x="116" y="0"/>
                  </a:lnTo>
                  <a:cubicBezTo>
                    <a:pt x="71" y="95"/>
                    <a:pt x="25" y="203"/>
                    <a:pt x="1" y="256"/>
                  </a:cubicBezTo>
                  <a:cubicBezTo>
                    <a:pt x="25" y="203"/>
                    <a:pt x="74" y="95"/>
                    <a:pt x="11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04" name="Google Shape;8404;p76"/>
            <p:cNvSpPr/>
            <p:nvPr/>
          </p:nvSpPr>
          <p:spPr>
            <a:xfrm>
              <a:off x="2256867" y="2263589"/>
              <a:ext cx="1589" cy="1494"/>
            </a:xfrm>
            <a:custGeom>
              <a:avLst/>
              <a:gdLst/>
              <a:ahLst/>
              <a:cxnLst/>
              <a:rect l="l" t="t" r="r" b="b"/>
              <a:pathLst>
                <a:path w="117" h="110" extrusionOk="0">
                  <a:moveTo>
                    <a:pt x="116" y="109"/>
                  </a:moveTo>
                  <a:cubicBezTo>
                    <a:pt x="74" y="74"/>
                    <a:pt x="36" y="39"/>
                    <a:pt x="0" y="1"/>
                  </a:cubicBezTo>
                  <a:cubicBezTo>
                    <a:pt x="36" y="39"/>
                    <a:pt x="74" y="74"/>
                    <a:pt x="116" y="10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05" name="Google Shape;8405;p76"/>
            <p:cNvSpPr/>
            <p:nvPr/>
          </p:nvSpPr>
          <p:spPr>
            <a:xfrm>
              <a:off x="2136461" y="2088588"/>
              <a:ext cx="84819" cy="89883"/>
            </a:xfrm>
            <a:custGeom>
              <a:avLst/>
              <a:gdLst/>
              <a:ahLst/>
              <a:cxnLst/>
              <a:rect l="l" t="t" r="r" b="b"/>
              <a:pathLst>
                <a:path w="6247" h="6620" extrusionOk="0">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06" name="Google Shape;8406;p76"/>
            <p:cNvSpPr/>
            <p:nvPr/>
          </p:nvSpPr>
          <p:spPr>
            <a:xfrm>
              <a:off x="2193595" y="2177277"/>
              <a:ext cx="353" cy="14"/>
            </a:xfrm>
            <a:custGeom>
              <a:avLst/>
              <a:gdLst/>
              <a:ahLst/>
              <a:cxnLst/>
              <a:rect l="l" t="t" r="r" b="b"/>
              <a:pathLst>
                <a:path w="26" h="1" extrusionOk="0">
                  <a:moveTo>
                    <a:pt x="2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07" name="Google Shape;8407;p76"/>
            <p:cNvSpPr/>
            <p:nvPr/>
          </p:nvSpPr>
          <p:spPr>
            <a:xfrm>
              <a:off x="2185897" y="2177697"/>
              <a:ext cx="394" cy="14"/>
            </a:xfrm>
            <a:custGeom>
              <a:avLst/>
              <a:gdLst/>
              <a:ahLst/>
              <a:cxnLst/>
              <a:rect l="l" t="t" r="r" b="b"/>
              <a:pathLst>
                <a:path w="29" h="1" extrusionOk="0">
                  <a:moveTo>
                    <a:pt x="29"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08" name="Google Shape;8408;p76"/>
            <p:cNvSpPr/>
            <p:nvPr/>
          </p:nvSpPr>
          <p:spPr>
            <a:xfrm>
              <a:off x="2200113" y="2177372"/>
              <a:ext cx="625" cy="109"/>
            </a:xfrm>
            <a:custGeom>
              <a:avLst/>
              <a:gdLst/>
              <a:ahLst/>
              <a:cxnLst/>
              <a:rect l="l" t="t" r="r" b="b"/>
              <a:pathLst>
                <a:path w="46" h="8" extrusionOk="0">
                  <a:moveTo>
                    <a:pt x="46"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09" name="Google Shape;8409;p76"/>
            <p:cNvSpPr/>
            <p:nvPr/>
          </p:nvSpPr>
          <p:spPr>
            <a:xfrm>
              <a:off x="2192889" y="2177317"/>
              <a:ext cx="394" cy="14"/>
            </a:xfrm>
            <a:custGeom>
              <a:avLst/>
              <a:gdLst/>
              <a:ahLst/>
              <a:cxnLst/>
              <a:rect l="l" t="t" r="r" b="b"/>
              <a:pathLst>
                <a:path w="29" h="1" extrusionOk="0">
                  <a:moveTo>
                    <a:pt x="2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10" name="Google Shape;8410;p76"/>
            <p:cNvSpPr/>
            <p:nvPr/>
          </p:nvSpPr>
          <p:spPr>
            <a:xfrm>
              <a:off x="2197492" y="2177277"/>
              <a:ext cx="774" cy="14"/>
            </a:xfrm>
            <a:custGeom>
              <a:avLst/>
              <a:gdLst/>
              <a:ahLst/>
              <a:cxnLst/>
              <a:rect l="l" t="t" r="r" b="b"/>
              <a:pathLst>
                <a:path w="57" h="1" extrusionOk="0">
                  <a:moveTo>
                    <a:pt x="57"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11" name="Google Shape;8411;p76"/>
            <p:cNvSpPr/>
            <p:nvPr/>
          </p:nvSpPr>
          <p:spPr>
            <a:xfrm>
              <a:off x="2198497" y="2177277"/>
              <a:ext cx="679" cy="54"/>
            </a:xfrm>
            <a:custGeom>
              <a:avLst/>
              <a:gdLst/>
              <a:ahLst/>
              <a:cxnLst/>
              <a:rect l="l" t="t" r="r" b="b"/>
              <a:pathLst>
                <a:path w="50" h="4" extrusionOk="0">
                  <a:moveTo>
                    <a:pt x="49"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12" name="Google Shape;8412;p76"/>
            <p:cNvSpPr/>
            <p:nvPr/>
          </p:nvSpPr>
          <p:spPr>
            <a:xfrm>
              <a:off x="2197261" y="217722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13" name="Google Shape;8413;p76"/>
            <p:cNvSpPr/>
            <p:nvPr/>
          </p:nvSpPr>
          <p:spPr>
            <a:xfrm>
              <a:off x="2195401" y="217727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14" name="Google Shape;8414;p76"/>
            <p:cNvSpPr/>
            <p:nvPr/>
          </p:nvSpPr>
          <p:spPr>
            <a:xfrm>
              <a:off x="2136421" y="2173421"/>
              <a:ext cx="679" cy="149"/>
            </a:xfrm>
            <a:custGeom>
              <a:avLst/>
              <a:gdLst/>
              <a:ahLst/>
              <a:cxnLst/>
              <a:rect l="l" t="t" r="r" b="b"/>
              <a:pathLst>
                <a:path w="50" h="11" extrusionOk="0">
                  <a:moveTo>
                    <a:pt x="0" y="11"/>
                  </a:moveTo>
                  <a:lnTo>
                    <a:pt x="4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15" name="Google Shape;8415;p76"/>
            <p:cNvSpPr/>
            <p:nvPr/>
          </p:nvSpPr>
          <p:spPr>
            <a:xfrm>
              <a:off x="2199257" y="2177317"/>
              <a:ext cx="679" cy="68"/>
            </a:xfrm>
            <a:custGeom>
              <a:avLst/>
              <a:gdLst/>
              <a:ahLst/>
              <a:cxnLst/>
              <a:rect l="l" t="t" r="r" b="b"/>
              <a:pathLst>
                <a:path w="50" h="5" extrusionOk="0">
                  <a:moveTo>
                    <a:pt x="49"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16" name="Google Shape;8416;p76"/>
            <p:cNvSpPr/>
            <p:nvPr/>
          </p:nvSpPr>
          <p:spPr>
            <a:xfrm>
              <a:off x="2187852" y="2177562"/>
              <a:ext cx="394" cy="14"/>
            </a:xfrm>
            <a:custGeom>
              <a:avLst/>
              <a:gdLst/>
              <a:ahLst/>
              <a:cxnLst/>
              <a:rect l="l" t="t" r="r" b="b"/>
              <a:pathLst>
                <a:path w="29" h="1" extrusionOk="0">
                  <a:moveTo>
                    <a:pt x="28"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17" name="Google Shape;8417;p76"/>
            <p:cNvSpPr/>
            <p:nvPr/>
          </p:nvSpPr>
          <p:spPr>
            <a:xfrm>
              <a:off x="2187323" y="2177602"/>
              <a:ext cx="299" cy="14"/>
            </a:xfrm>
            <a:custGeom>
              <a:avLst/>
              <a:gdLst/>
              <a:ahLst/>
              <a:cxnLst/>
              <a:rect l="l" t="t" r="r" b="b"/>
              <a:pathLst>
                <a:path w="22" h="1" extrusionOk="0">
                  <a:moveTo>
                    <a:pt x="22"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18" name="Google Shape;8418;p76"/>
            <p:cNvSpPr/>
            <p:nvPr/>
          </p:nvSpPr>
          <p:spPr>
            <a:xfrm>
              <a:off x="2186847" y="2177602"/>
              <a:ext cx="258" cy="14"/>
            </a:xfrm>
            <a:custGeom>
              <a:avLst/>
              <a:gdLst/>
              <a:ahLst/>
              <a:cxnLst/>
              <a:rect l="l" t="t" r="r" b="b"/>
              <a:pathLst>
                <a:path w="19" h="1" extrusionOk="0">
                  <a:moveTo>
                    <a:pt x="1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19" name="Google Shape;8419;p76"/>
            <p:cNvSpPr/>
            <p:nvPr/>
          </p:nvSpPr>
          <p:spPr>
            <a:xfrm>
              <a:off x="2200832" y="2177467"/>
              <a:ext cx="475" cy="109"/>
            </a:xfrm>
            <a:custGeom>
              <a:avLst/>
              <a:gdLst/>
              <a:ahLst/>
              <a:cxnLst/>
              <a:rect l="l" t="t" r="r" b="b"/>
              <a:pathLst>
                <a:path w="35" h="8" extrusionOk="0">
                  <a:moveTo>
                    <a:pt x="35"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20" name="Google Shape;8420;p76"/>
            <p:cNvSpPr/>
            <p:nvPr/>
          </p:nvSpPr>
          <p:spPr>
            <a:xfrm>
              <a:off x="2186372" y="2177657"/>
              <a:ext cx="353" cy="14"/>
            </a:xfrm>
            <a:custGeom>
              <a:avLst/>
              <a:gdLst/>
              <a:ahLst/>
              <a:cxnLst/>
              <a:rect l="l" t="t" r="r" b="b"/>
              <a:pathLst>
                <a:path w="26" h="1" extrusionOk="0">
                  <a:moveTo>
                    <a:pt x="2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21" name="Google Shape;8421;p76"/>
            <p:cNvSpPr/>
            <p:nvPr/>
          </p:nvSpPr>
          <p:spPr>
            <a:xfrm>
              <a:off x="2192075" y="2177317"/>
              <a:ext cx="489" cy="14"/>
            </a:xfrm>
            <a:custGeom>
              <a:avLst/>
              <a:gdLst/>
              <a:ahLst/>
              <a:cxnLst/>
              <a:rect l="l" t="t" r="r" b="b"/>
              <a:pathLst>
                <a:path w="36" h="1" extrusionOk="0">
                  <a:moveTo>
                    <a:pt x="36"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22" name="Google Shape;8422;p76"/>
            <p:cNvSpPr/>
            <p:nvPr/>
          </p:nvSpPr>
          <p:spPr>
            <a:xfrm>
              <a:off x="2191219" y="2177372"/>
              <a:ext cx="394" cy="14"/>
            </a:xfrm>
            <a:custGeom>
              <a:avLst/>
              <a:gdLst/>
              <a:ahLst/>
              <a:cxnLst/>
              <a:rect l="l" t="t" r="r" b="b"/>
              <a:pathLst>
                <a:path w="29" h="1" extrusionOk="0">
                  <a:moveTo>
                    <a:pt x="29"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23" name="Google Shape;8423;p76"/>
            <p:cNvSpPr/>
            <p:nvPr/>
          </p:nvSpPr>
          <p:spPr>
            <a:xfrm>
              <a:off x="2190513" y="2177412"/>
              <a:ext cx="394" cy="14"/>
            </a:xfrm>
            <a:custGeom>
              <a:avLst/>
              <a:gdLst/>
              <a:ahLst/>
              <a:cxnLst/>
              <a:rect l="l" t="t" r="r" b="b"/>
              <a:pathLst>
                <a:path w="29" h="1" extrusionOk="0">
                  <a:moveTo>
                    <a:pt x="2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24" name="Google Shape;8424;p76"/>
            <p:cNvSpPr/>
            <p:nvPr/>
          </p:nvSpPr>
          <p:spPr>
            <a:xfrm>
              <a:off x="2189223" y="2177467"/>
              <a:ext cx="353" cy="14"/>
            </a:xfrm>
            <a:custGeom>
              <a:avLst/>
              <a:gdLst/>
              <a:ahLst/>
              <a:cxnLst/>
              <a:rect l="l" t="t" r="r" b="b"/>
              <a:pathLst>
                <a:path w="26" h="1" extrusionOk="0">
                  <a:moveTo>
                    <a:pt x="2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25" name="Google Shape;8425;p76"/>
            <p:cNvSpPr/>
            <p:nvPr/>
          </p:nvSpPr>
          <p:spPr>
            <a:xfrm>
              <a:off x="2188558" y="2177507"/>
              <a:ext cx="394" cy="14"/>
            </a:xfrm>
            <a:custGeom>
              <a:avLst/>
              <a:gdLst/>
              <a:ahLst/>
              <a:cxnLst/>
              <a:rect l="l" t="t" r="r" b="b"/>
              <a:pathLst>
                <a:path w="29" h="1" extrusionOk="0">
                  <a:moveTo>
                    <a:pt x="29"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26" name="Google Shape;8426;p76"/>
            <p:cNvSpPr/>
            <p:nvPr/>
          </p:nvSpPr>
          <p:spPr>
            <a:xfrm>
              <a:off x="2189889" y="2177412"/>
              <a:ext cx="394" cy="14"/>
            </a:xfrm>
            <a:custGeom>
              <a:avLst/>
              <a:gdLst/>
              <a:ahLst/>
              <a:cxnLst/>
              <a:rect l="l" t="t" r="r" b="b"/>
              <a:pathLst>
                <a:path w="29" h="1" extrusionOk="0">
                  <a:moveTo>
                    <a:pt x="29"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27" name="Google Shape;8427;p76"/>
            <p:cNvSpPr/>
            <p:nvPr/>
          </p:nvSpPr>
          <p:spPr>
            <a:xfrm>
              <a:off x="2194695" y="217727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28" name="Google Shape;8428;p76"/>
            <p:cNvSpPr/>
            <p:nvPr/>
          </p:nvSpPr>
          <p:spPr>
            <a:xfrm>
              <a:off x="2195971" y="217722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29" name="Google Shape;8429;p76"/>
            <p:cNvSpPr/>
            <p:nvPr/>
          </p:nvSpPr>
          <p:spPr>
            <a:xfrm>
              <a:off x="2201973" y="2177697"/>
              <a:ext cx="339" cy="163"/>
            </a:xfrm>
            <a:custGeom>
              <a:avLst/>
              <a:gdLst/>
              <a:ahLst/>
              <a:cxnLst/>
              <a:rect l="l" t="t" r="r" b="b"/>
              <a:pathLst>
                <a:path w="25" h="12" extrusionOk="0">
                  <a:moveTo>
                    <a:pt x="25" y="11"/>
                  </a:moveTo>
                  <a:cubicBezTo>
                    <a:pt x="18" y="8"/>
                    <a:pt x="7" y="4"/>
                    <a:pt x="0" y="1"/>
                  </a:cubicBezTo>
                  <a:cubicBezTo>
                    <a:pt x="7" y="4"/>
                    <a:pt x="18" y="8"/>
                    <a:pt x="25"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30" name="Google Shape;8430;p76"/>
            <p:cNvSpPr/>
            <p:nvPr/>
          </p:nvSpPr>
          <p:spPr>
            <a:xfrm>
              <a:off x="2201402" y="2177562"/>
              <a:ext cx="489" cy="109"/>
            </a:xfrm>
            <a:custGeom>
              <a:avLst/>
              <a:gdLst/>
              <a:ahLst/>
              <a:cxnLst/>
              <a:rect l="l" t="t" r="r" b="b"/>
              <a:pathLst>
                <a:path w="36" h="8" extrusionOk="0">
                  <a:moveTo>
                    <a:pt x="35" y="7"/>
                  </a:moveTo>
                  <a:cubicBezTo>
                    <a:pt x="25" y="7"/>
                    <a:pt x="14" y="4"/>
                    <a:pt x="0" y="0"/>
                  </a:cubicBezTo>
                  <a:cubicBezTo>
                    <a:pt x="14" y="4"/>
                    <a:pt x="25" y="7"/>
                    <a:pt x="35"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31" name="Google Shape;8431;p76"/>
            <p:cNvSpPr/>
            <p:nvPr/>
          </p:nvSpPr>
          <p:spPr>
            <a:xfrm>
              <a:off x="2207865" y="2106307"/>
              <a:ext cx="83624" cy="72463"/>
            </a:xfrm>
            <a:custGeom>
              <a:avLst/>
              <a:gdLst/>
              <a:ahLst/>
              <a:cxnLst/>
              <a:rect l="l" t="t" r="r" b="b"/>
              <a:pathLst>
                <a:path w="6159" h="5337" extrusionOk="0">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32" name="Google Shape;8432;p76"/>
            <p:cNvSpPr/>
            <p:nvPr/>
          </p:nvSpPr>
          <p:spPr>
            <a:xfrm>
              <a:off x="2229915" y="2176991"/>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33" name="Google Shape;8433;p76"/>
            <p:cNvSpPr/>
            <p:nvPr/>
          </p:nvSpPr>
          <p:spPr>
            <a:xfrm>
              <a:off x="2229250" y="2175661"/>
              <a:ext cx="109" cy="109"/>
            </a:xfrm>
            <a:custGeom>
              <a:avLst/>
              <a:gdLst/>
              <a:ahLst/>
              <a:cxnLst/>
              <a:rect l="l" t="t" r="r" b="b"/>
              <a:pathLst>
                <a:path w="8" h="8" extrusionOk="0">
                  <a:moveTo>
                    <a:pt x="1" y="0"/>
                  </a:moveTo>
                  <a:lnTo>
                    <a:pt x="8" y="7"/>
                  </a:lnTo>
                  <a:lnTo>
                    <a:pt x="8"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34" name="Google Shape;8434;p76"/>
            <p:cNvSpPr/>
            <p:nvPr/>
          </p:nvSpPr>
          <p:spPr>
            <a:xfrm>
              <a:off x="2230065" y="2177412"/>
              <a:ext cx="14" cy="68"/>
            </a:xfrm>
            <a:custGeom>
              <a:avLst/>
              <a:gdLst/>
              <a:ahLst/>
              <a:cxnLst/>
              <a:rect l="l" t="t" r="r" b="b"/>
              <a:pathLst>
                <a:path w="1" h="5" extrusionOk="0">
                  <a:moveTo>
                    <a:pt x="0" y="1"/>
                  </a:moveTo>
                  <a:lnTo>
                    <a:pt x="0" y="4"/>
                  </a:ln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35" name="Google Shape;8435;p76"/>
            <p:cNvSpPr/>
            <p:nvPr/>
          </p:nvSpPr>
          <p:spPr>
            <a:xfrm>
              <a:off x="2229494" y="2175892"/>
              <a:ext cx="95" cy="109"/>
            </a:xfrm>
            <a:custGeom>
              <a:avLst/>
              <a:gdLst/>
              <a:ahLst/>
              <a:cxnLst/>
              <a:rect l="l" t="t" r="r" b="b"/>
              <a:pathLst>
                <a:path w="7" h="8" extrusionOk="0">
                  <a:moveTo>
                    <a:pt x="0" y="1"/>
                  </a:moveTo>
                  <a:lnTo>
                    <a:pt x="7"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36" name="Google Shape;8436;p76"/>
            <p:cNvSpPr/>
            <p:nvPr/>
          </p:nvSpPr>
          <p:spPr>
            <a:xfrm>
              <a:off x="2228965" y="2175566"/>
              <a:ext cx="244" cy="54"/>
            </a:xfrm>
            <a:custGeom>
              <a:avLst/>
              <a:gdLst/>
              <a:ahLst/>
              <a:cxnLst/>
              <a:rect l="l" t="t" r="r" b="b"/>
              <a:pathLst>
                <a:path w="18" h="4" extrusionOk="0">
                  <a:moveTo>
                    <a:pt x="18"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37" name="Google Shape;8437;p76"/>
            <p:cNvSpPr/>
            <p:nvPr/>
          </p:nvSpPr>
          <p:spPr>
            <a:xfrm>
              <a:off x="2230010" y="2177181"/>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38" name="Google Shape;8438;p76"/>
            <p:cNvSpPr/>
            <p:nvPr/>
          </p:nvSpPr>
          <p:spPr>
            <a:xfrm>
              <a:off x="2229915" y="217689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39" name="Google Shape;8439;p76"/>
            <p:cNvSpPr/>
            <p:nvPr/>
          </p:nvSpPr>
          <p:spPr>
            <a:xfrm>
              <a:off x="2229793" y="2176353"/>
              <a:ext cx="95" cy="177"/>
            </a:xfrm>
            <a:custGeom>
              <a:avLst/>
              <a:gdLst/>
              <a:ahLst/>
              <a:cxnLst/>
              <a:rect l="l" t="t" r="r" b="b"/>
              <a:pathLst>
                <a:path w="7" h="13" extrusionOk="0">
                  <a:moveTo>
                    <a:pt x="2" y="1"/>
                  </a:moveTo>
                  <a:cubicBezTo>
                    <a:pt x="1" y="1"/>
                    <a:pt x="6" y="9"/>
                    <a:pt x="6" y="12"/>
                  </a:cubicBezTo>
                  <a:cubicBezTo>
                    <a:pt x="6" y="9"/>
                    <a:pt x="6" y="5"/>
                    <a:pt x="3" y="2"/>
                  </a:cubicBezTo>
                  <a:cubicBezTo>
                    <a:pt x="2" y="1"/>
                    <a:pt x="2" y="1"/>
                    <a:pt x="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40" name="Google Shape;8440;p76"/>
            <p:cNvSpPr/>
            <p:nvPr/>
          </p:nvSpPr>
          <p:spPr>
            <a:xfrm>
              <a:off x="2229684" y="2176082"/>
              <a:ext cx="109" cy="163"/>
            </a:xfrm>
            <a:custGeom>
              <a:avLst/>
              <a:gdLst/>
              <a:ahLst/>
              <a:cxnLst/>
              <a:rect l="l" t="t" r="r" b="b"/>
              <a:pathLst>
                <a:path w="8" h="12" extrusionOk="0">
                  <a:moveTo>
                    <a:pt x="7" y="11"/>
                  </a:moveTo>
                  <a:cubicBezTo>
                    <a:pt x="4" y="8"/>
                    <a:pt x="4" y="4"/>
                    <a:pt x="0" y="1"/>
                  </a:cubicBezTo>
                  <a:cubicBezTo>
                    <a:pt x="4" y="4"/>
                    <a:pt x="4" y="8"/>
                    <a:pt x="7"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41" name="Google Shape;8441;p76"/>
            <p:cNvSpPr/>
            <p:nvPr/>
          </p:nvSpPr>
          <p:spPr>
            <a:xfrm>
              <a:off x="2218836" y="2175172"/>
              <a:ext cx="10142" cy="733"/>
            </a:xfrm>
            <a:custGeom>
              <a:avLst/>
              <a:gdLst/>
              <a:ahLst/>
              <a:cxnLst/>
              <a:rect l="l" t="t" r="r" b="b"/>
              <a:pathLst>
                <a:path w="747" h="54" extrusionOk="0">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42" name="Google Shape;8442;p76"/>
            <p:cNvSpPr/>
            <p:nvPr/>
          </p:nvSpPr>
          <p:spPr>
            <a:xfrm>
              <a:off x="2261483" y="2161065"/>
              <a:ext cx="5051" cy="149"/>
            </a:xfrm>
            <a:custGeom>
              <a:avLst/>
              <a:gdLst/>
              <a:ahLst/>
              <a:cxnLst/>
              <a:rect l="l" t="t" r="r" b="b"/>
              <a:pathLst>
                <a:path w="372" h="11" extrusionOk="0">
                  <a:moveTo>
                    <a:pt x="0" y="11"/>
                  </a:moveTo>
                  <a:lnTo>
                    <a:pt x="371" y="0"/>
                  </a:lnTo>
                  <a:lnTo>
                    <a:pt x="37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43" name="Google Shape;8443;p76"/>
            <p:cNvSpPr/>
            <p:nvPr/>
          </p:nvSpPr>
          <p:spPr>
            <a:xfrm>
              <a:off x="2231816" y="2177032"/>
              <a:ext cx="584" cy="109"/>
            </a:xfrm>
            <a:custGeom>
              <a:avLst/>
              <a:gdLst/>
              <a:ahLst/>
              <a:cxnLst/>
              <a:rect l="l" t="t" r="r" b="b"/>
              <a:pathLst>
                <a:path w="43" h="8" extrusionOk="0">
                  <a:moveTo>
                    <a:pt x="1" y="8"/>
                  </a:moveTo>
                  <a:cubicBezTo>
                    <a:pt x="15" y="4"/>
                    <a:pt x="32" y="4"/>
                    <a:pt x="43" y="1"/>
                  </a:cubicBezTo>
                  <a:cubicBezTo>
                    <a:pt x="32" y="4"/>
                    <a:pt x="15" y="4"/>
                    <a:pt x="1"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44" name="Google Shape;8444;p76"/>
            <p:cNvSpPr/>
            <p:nvPr/>
          </p:nvSpPr>
          <p:spPr>
            <a:xfrm>
              <a:off x="2231056" y="2177127"/>
              <a:ext cx="638" cy="109"/>
            </a:xfrm>
            <a:custGeom>
              <a:avLst/>
              <a:gdLst/>
              <a:ahLst/>
              <a:cxnLst/>
              <a:rect l="l" t="t" r="r" b="b"/>
              <a:pathLst>
                <a:path w="47" h="8" extrusionOk="0">
                  <a:moveTo>
                    <a:pt x="1" y="8"/>
                  </a:moveTo>
                  <a:lnTo>
                    <a:pt x="46"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45" name="Google Shape;8445;p76"/>
            <p:cNvSpPr/>
            <p:nvPr/>
          </p:nvSpPr>
          <p:spPr>
            <a:xfrm>
              <a:off x="2230105" y="2177277"/>
              <a:ext cx="774" cy="204"/>
            </a:xfrm>
            <a:custGeom>
              <a:avLst/>
              <a:gdLst/>
              <a:ahLst/>
              <a:cxnLst/>
              <a:rect l="l" t="t" r="r" b="b"/>
              <a:pathLst>
                <a:path w="57" h="15" extrusionOk="0">
                  <a:moveTo>
                    <a:pt x="57" y="0"/>
                  </a:moveTo>
                  <a:lnTo>
                    <a:pt x="1" y="14"/>
                  </a:ln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46" name="Google Shape;8446;p76"/>
            <p:cNvSpPr/>
            <p:nvPr/>
          </p:nvSpPr>
          <p:spPr>
            <a:xfrm>
              <a:off x="2232536" y="2177032"/>
              <a:ext cx="489" cy="14"/>
            </a:xfrm>
            <a:custGeom>
              <a:avLst/>
              <a:gdLst/>
              <a:ahLst/>
              <a:cxnLst/>
              <a:rect l="l" t="t" r="r" b="b"/>
              <a:pathLst>
                <a:path w="36" h="1" extrusionOk="0">
                  <a:moveTo>
                    <a:pt x="0" y="1"/>
                  </a:moveTo>
                  <a:lnTo>
                    <a:pt x="3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47" name="Google Shape;8447;p76"/>
            <p:cNvSpPr/>
            <p:nvPr/>
          </p:nvSpPr>
          <p:spPr>
            <a:xfrm>
              <a:off x="2233106" y="2176991"/>
              <a:ext cx="434" cy="14"/>
            </a:xfrm>
            <a:custGeom>
              <a:avLst/>
              <a:gdLst/>
              <a:ahLst/>
              <a:cxnLst/>
              <a:rect l="l" t="t" r="r" b="b"/>
              <a:pathLst>
                <a:path w="32" h="1" extrusionOk="0">
                  <a:moveTo>
                    <a:pt x="0" y="0"/>
                  </a:moveTo>
                  <a:cubicBezTo>
                    <a:pt x="11" y="0"/>
                    <a:pt x="21" y="0"/>
                    <a:pt x="32" y="0"/>
                  </a:cubicBezTo>
                  <a:cubicBezTo>
                    <a:pt x="21" y="0"/>
                    <a:pt x="11"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48" name="Google Shape;8448;p76"/>
            <p:cNvSpPr/>
            <p:nvPr/>
          </p:nvSpPr>
          <p:spPr>
            <a:xfrm>
              <a:off x="2258672" y="2052499"/>
              <a:ext cx="12464" cy="10170"/>
            </a:xfrm>
            <a:custGeom>
              <a:avLst/>
              <a:gdLst/>
              <a:ahLst/>
              <a:cxnLst/>
              <a:rect l="l" t="t" r="r" b="b"/>
              <a:pathLst>
                <a:path w="918" h="749" extrusionOk="0">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49" name="Google Shape;8449;p76"/>
            <p:cNvSpPr/>
            <p:nvPr/>
          </p:nvSpPr>
          <p:spPr>
            <a:xfrm>
              <a:off x="2348080" y="1953764"/>
              <a:ext cx="75016" cy="100080"/>
            </a:xfrm>
            <a:custGeom>
              <a:avLst/>
              <a:gdLst/>
              <a:ahLst/>
              <a:cxnLst/>
              <a:rect l="l" t="t" r="r" b="b"/>
              <a:pathLst>
                <a:path w="5525" h="7371" extrusionOk="0">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50" name="Google Shape;8450;p76"/>
            <p:cNvSpPr/>
            <p:nvPr/>
          </p:nvSpPr>
          <p:spPr>
            <a:xfrm>
              <a:off x="1953274" y="1764276"/>
              <a:ext cx="85620" cy="66543"/>
            </a:xfrm>
            <a:custGeom>
              <a:avLst/>
              <a:gdLst/>
              <a:ahLst/>
              <a:cxnLst/>
              <a:rect l="l" t="t" r="r" b="b"/>
              <a:pathLst>
                <a:path w="6306" h="4901" extrusionOk="0">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51" name="Google Shape;8451;p76"/>
            <p:cNvSpPr/>
            <p:nvPr/>
          </p:nvSpPr>
          <p:spPr>
            <a:xfrm>
              <a:off x="2104473" y="1751839"/>
              <a:ext cx="29151" cy="57216"/>
            </a:xfrm>
            <a:custGeom>
              <a:avLst/>
              <a:gdLst/>
              <a:ahLst/>
              <a:cxnLst/>
              <a:rect l="l" t="t" r="r" b="b"/>
              <a:pathLst>
                <a:path w="2147" h="4214" extrusionOk="0">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52" name="Google Shape;8452;p76"/>
            <p:cNvSpPr/>
            <p:nvPr/>
          </p:nvSpPr>
          <p:spPr>
            <a:xfrm>
              <a:off x="1983932" y="1753020"/>
              <a:ext cx="152883" cy="146433"/>
            </a:xfrm>
            <a:custGeom>
              <a:avLst/>
              <a:gdLst/>
              <a:ahLst/>
              <a:cxnLst/>
              <a:rect l="l" t="t" r="r" b="b"/>
              <a:pathLst>
                <a:path w="11260" h="10785" extrusionOk="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53" name="Google Shape;8453;p76"/>
            <p:cNvSpPr/>
            <p:nvPr/>
          </p:nvSpPr>
          <p:spPr>
            <a:xfrm>
              <a:off x="2000849" y="1814649"/>
              <a:ext cx="14" cy="109"/>
            </a:xfrm>
            <a:custGeom>
              <a:avLst/>
              <a:gdLst/>
              <a:ahLst/>
              <a:cxnLst/>
              <a:rect l="l" t="t" r="r" b="b"/>
              <a:pathLst>
                <a:path w="1" h="8" extrusionOk="0">
                  <a:moveTo>
                    <a:pt x="1" y="7"/>
                  </a:moveTo>
                  <a:cubicBezTo>
                    <a:pt x="1" y="4"/>
                    <a:pt x="1" y="4"/>
                    <a:pt x="1" y="0"/>
                  </a:cubicBezTo>
                  <a:cubicBezTo>
                    <a:pt x="1" y="4"/>
                    <a:pt x="1" y="4"/>
                    <a:pt x="1"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54" name="Google Shape;8454;p76"/>
            <p:cNvSpPr/>
            <p:nvPr/>
          </p:nvSpPr>
          <p:spPr>
            <a:xfrm>
              <a:off x="2021202" y="1799102"/>
              <a:ext cx="149" cy="869"/>
            </a:xfrm>
            <a:custGeom>
              <a:avLst/>
              <a:gdLst/>
              <a:ahLst/>
              <a:cxnLst/>
              <a:rect l="l" t="t" r="r" b="b"/>
              <a:pathLst>
                <a:path w="11" h="64" extrusionOk="0">
                  <a:moveTo>
                    <a:pt x="11" y="0"/>
                  </a:moveTo>
                  <a:cubicBezTo>
                    <a:pt x="7" y="14"/>
                    <a:pt x="4" y="39"/>
                    <a:pt x="0" y="63"/>
                  </a:cubicBezTo>
                  <a:cubicBezTo>
                    <a:pt x="4" y="39"/>
                    <a:pt x="7" y="14"/>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55" name="Google Shape;8455;p76"/>
            <p:cNvSpPr/>
            <p:nvPr/>
          </p:nvSpPr>
          <p:spPr>
            <a:xfrm>
              <a:off x="2034372" y="1771296"/>
              <a:ext cx="244" cy="434"/>
            </a:xfrm>
            <a:custGeom>
              <a:avLst/>
              <a:gdLst/>
              <a:ahLst/>
              <a:cxnLst/>
              <a:rect l="l" t="t" r="r" b="b"/>
              <a:pathLst>
                <a:path w="18" h="32" extrusionOk="0">
                  <a:moveTo>
                    <a:pt x="18" y="32"/>
                  </a:moveTo>
                  <a:cubicBezTo>
                    <a:pt x="11" y="21"/>
                    <a:pt x="4" y="11"/>
                    <a:pt x="0" y="0"/>
                  </a:cubicBezTo>
                  <a:cubicBezTo>
                    <a:pt x="4" y="11"/>
                    <a:pt x="11" y="21"/>
                    <a:pt x="18"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56" name="Google Shape;8456;p76"/>
            <p:cNvSpPr/>
            <p:nvPr/>
          </p:nvSpPr>
          <p:spPr>
            <a:xfrm>
              <a:off x="1995581" y="1816645"/>
              <a:ext cx="1534" cy="299"/>
            </a:xfrm>
            <a:custGeom>
              <a:avLst/>
              <a:gdLst/>
              <a:ahLst/>
              <a:cxnLst/>
              <a:rect l="l" t="t" r="r" b="b"/>
              <a:pathLst>
                <a:path w="113" h="22" extrusionOk="0">
                  <a:moveTo>
                    <a:pt x="0" y="21"/>
                  </a:moveTo>
                  <a:cubicBezTo>
                    <a:pt x="35" y="7"/>
                    <a:pt x="74" y="0"/>
                    <a:pt x="112" y="4"/>
                  </a:cubicBezTo>
                  <a:cubicBezTo>
                    <a:pt x="74" y="0"/>
                    <a:pt x="35" y="7"/>
                    <a:pt x="0"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57" name="Google Shape;8457;p76"/>
            <p:cNvSpPr/>
            <p:nvPr/>
          </p:nvSpPr>
          <p:spPr>
            <a:xfrm>
              <a:off x="2034603" y="1771771"/>
              <a:ext cx="204" cy="299"/>
            </a:xfrm>
            <a:custGeom>
              <a:avLst/>
              <a:gdLst/>
              <a:ahLst/>
              <a:cxnLst/>
              <a:rect l="l" t="t" r="r" b="b"/>
              <a:pathLst>
                <a:path w="15" h="22" extrusionOk="0">
                  <a:moveTo>
                    <a:pt x="1" y="0"/>
                  </a:moveTo>
                  <a:cubicBezTo>
                    <a:pt x="4" y="7"/>
                    <a:pt x="11" y="18"/>
                    <a:pt x="15" y="21"/>
                  </a:cubicBezTo>
                  <a:cubicBezTo>
                    <a:pt x="11" y="18"/>
                    <a:pt x="8"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58" name="Google Shape;8458;p76"/>
            <p:cNvSpPr/>
            <p:nvPr/>
          </p:nvSpPr>
          <p:spPr>
            <a:xfrm>
              <a:off x="2034182" y="1771051"/>
              <a:ext cx="109" cy="163"/>
            </a:xfrm>
            <a:custGeom>
              <a:avLst/>
              <a:gdLst/>
              <a:ahLst/>
              <a:cxnLst/>
              <a:rect l="l" t="t" r="r" b="b"/>
              <a:pathLst>
                <a:path w="8" h="12" extrusionOk="0">
                  <a:moveTo>
                    <a:pt x="0" y="1"/>
                  </a:moveTo>
                  <a:lnTo>
                    <a:pt x="7"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59" name="Google Shape;8459;p76"/>
            <p:cNvSpPr/>
            <p:nvPr/>
          </p:nvSpPr>
          <p:spPr>
            <a:xfrm>
              <a:off x="1997672" y="1816115"/>
              <a:ext cx="2675" cy="611"/>
            </a:xfrm>
            <a:custGeom>
              <a:avLst/>
              <a:gdLst/>
              <a:ahLst/>
              <a:cxnLst/>
              <a:rect l="l" t="t" r="r" b="b"/>
              <a:pathLst>
                <a:path w="197" h="45" extrusionOk="0">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60" name="Google Shape;8460;p76"/>
            <p:cNvSpPr/>
            <p:nvPr/>
          </p:nvSpPr>
          <p:spPr>
            <a:xfrm>
              <a:off x="2027950" y="1795491"/>
              <a:ext cx="8282" cy="434"/>
            </a:xfrm>
            <a:custGeom>
              <a:avLst/>
              <a:gdLst/>
              <a:ahLst/>
              <a:cxnLst/>
              <a:rect l="l" t="t" r="r" b="b"/>
              <a:pathLst>
                <a:path w="610" h="32" extrusionOk="0">
                  <a:moveTo>
                    <a:pt x="610" y="32"/>
                  </a:moveTo>
                  <a:cubicBezTo>
                    <a:pt x="477" y="25"/>
                    <a:pt x="91" y="0"/>
                    <a:pt x="0" y="32"/>
                  </a:cubicBezTo>
                  <a:cubicBezTo>
                    <a:pt x="91" y="0"/>
                    <a:pt x="477" y="25"/>
                    <a:pt x="610"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61" name="Google Shape;8461;p76"/>
            <p:cNvSpPr/>
            <p:nvPr/>
          </p:nvSpPr>
          <p:spPr>
            <a:xfrm>
              <a:off x="2110135" y="1764018"/>
              <a:ext cx="54" cy="258"/>
            </a:xfrm>
            <a:custGeom>
              <a:avLst/>
              <a:gdLst/>
              <a:ahLst/>
              <a:cxnLst/>
              <a:rect l="l" t="t" r="r" b="b"/>
              <a:pathLst>
                <a:path w="4" h="19" extrusionOk="0">
                  <a:moveTo>
                    <a:pt x="0" y="1"/>
                  </a:moveTo>
                  <a:cubicBezTo>
                    <a:pt x="0" y="8"/>
                    <a:pt x="0" y="11"/>
                    <a:pt x="4" y="18"/>
                  </a:cubicBezTo>
                  <a:cubicBezTo>
                    <a:pt x="4" y="11"/>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62" name="Google Shape;8462;p76"/>
            <p:cNvSpPr/>
            <p:nvPr/>
          </p:nvSpPr>
          <p:spPr>
            <a:xfrm>
              <a:off x="2110270" y="1764493"/>
              <a:ext cx="68" cy="258"/>
            </a:xfrm>
            <a:custGeom>
              <a:avLst/>
              <a:gdLst/>
              <a:ahLst/>
              <a:cxnLst/>
              <a:rect l="l" t="t" r="r" b="b"/>
              <a:pathLst>
                <a:path w="5" h="19" extrusionOk="0">
                  <a:moveTo>
                    <a:pt x="1" y="1"/>
                  </a:moveTo>
                  <a:cubicBezTo>
                    <a:pt x="1" y="8"/>
                    <a:pt x="1" y="11"/>
                    <a:pt x="4" y="18"/>
                  </a:cubicBezTo>
                  <a:cubicBezTo>
                    <a:pt x="1" y="11"/>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63" name="Google Shape;8463;p76"/>
            <p:cNvSpPr/>
            <p:nvPr/>
          </p:nvSpPr>
          <p:spPr>
            <a:xfrm>
              <a:off x="2110080" y="1763448"/>
              <a:ext cx="68" cy="299"/>
            </a:xfrm>
            <a:custGeom>
              <a:avLst/>
              <a:gdLst/>
              <a:ahLst/>
              <a:cxnLst/>
              <a:rect l="l" t="t" r="r" b="b"/>
              <a:pathLst>
                <a:path w="5" h="22" extrusionOk="0">
                  <a:moveTo>
                    <a:pt x="1" y="1"/>
                  </a:moveTo>
                  <a:cubicBezTo>
                    <a:pt x="1" y="8"/>
                    <a:pt x="1" y="15"/>
                    <a:pt x="4" y="22"/>
                  </a:cubicBezTo>
                  <a:cubicBezTo>
                    <a:pt x="1" y="15"/>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64" name="Google Shape;8464;p76"/>
            <p:cNvSpPr/>
            <p:nvPr/>
          </p:nvSpPr>
          <p:spPr>
            <a:xfrm>
              <a:off x="2110039" y="1759836"/>
              <a:ext cx="14" cy="448"/>
            </a:xfrm>
            <a:custGeom>
              <a:avLst/>
              <a:gdLst/>
              <a:ahLst/>
              <a:cxnLst/>
              <a:rect l="l" t="t" r="r" b="b"/>
              <a:pathLst>
                <a:path w="1" h="33" extrusionOk="0">
                  <a:moveTo>
                    <a:pt x="0" y="1"/>
                  </a:moveTo>
                  <a:lnTo>
                    <a:pt x="0"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65" name="Google Shape;8465;p76"/>
            <p:cNvSpPr/>
            <p:nvPr/>
          </p:nvSpPr>
          <p:spPr>
            <a:xfrm>
              <a:off x="2110039" y="1762878"/>
              <a:ext cx="14" cy="299"/>
            </a:xfrm>
            <a:custGeom>
              <a:avLst/>
              <a:gdLst/>
              <a:ahLst/>
              <a:cxnLst/>
              <a:rect l="l" t="t" r="r" b="b"/>
              <a:pathLst>
                <a:path w="1" h="22" extrusionOk="0">
                  <a:moveTo>
                    <a:pt x="0" y="1"/>
                  </a:moveTo>
                  <a:lnTo>
                    <a:pt x="0"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66" name="Google Shape;8466;p76"/>
            <p:cNvSpPr/>
            <p:nvPr/>
          </p:nvSpPr>
          <p:spPr>
            <a:xfrm>
              <a:off x="2119218" y="1809706"/>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67" name="Google Shape;8467;p76"/>
            <p:cNvSpPr/>
            <p:nvPr/>
          </p:nvSpPr>
          <p:spPr>
            <a:xfrm>
              <a:off x="2110555" y="1765349"/>
              <a:ext cx="68" cy="204"/>
            </a:xfrm>
            <a:custGeom>
              <a:avLst/>
              <a:gdLst/>
              <a:ahLst/>
              <a:cxnLst/>
              <a:rect l="l" t="t" r="r" b="b"/>
              <a:pathLst>
                <a:path w="5" h="15" extrusionOk="0">
                  <a:moveTo>
                    <a:pt x="1" y="1"/>
                  </a:moveTo>
                  <a:lnTo>
                    <a:pt x="1" y="1"/>
                  </a:lnTo>
                  <a:cubicBezTo>
                    <a:pt x="1" y="4"/>
                    <a:pt x="4" y="11"/>
                    <a:pt x="4" y="15"/>
                  </a:cubicBezTo>
                  <a:cubicBezTo>
                    <a:pt x="4" y="8"/>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68" name="Google Shape;8468;p76"/>
            <p:cNvSpPr/>
            <p:nvPr/>
          </p:nvSpPr>
          <p:spPr>
            <a:xfrm>
              <a:off x="2119028" y="1808987"/>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69" name="Google Shape;8469;p76"/>
            <p:cNvSpPr/>
            <p:nvPr/>
          </p:nvSpPr>
          <p:spPr>
            <a:xfrm>
              <a:off x="2110365" y="1764969"/>
              <a:ext cx="109" cy="204"/>
            </a:xfrm>
            <a:custGeom>
              <a:avLst/>
              <a:gdLst/>
              <a:ahLst/>
              <a:cxnLst/>
              <a:rect l="l" t="t" r="r" b="b"/>
              <a:pathLst>
                <a:path w="8" h="15" extrusionOk="0">
                  <a:moveTo>
                    <a:pt x="1" y="1"/>
                  </a:moveTo>
                  <a:lnTo>
                    <a:pt x="1" y="1"/>
                  </a:lnTo>
                  <a:cubicBezTo>
                    <a:pt x="1" y="4"/>
                    <a:pt x="4" y="11"/>
                    <a:pt x="8" y="15"/>
                  </a:cubicBezTo>
                  <a:cubicBezTo>
                    <a:pt x="4" y="11"/>
                    <a:pt x="4"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70" name="Google Shape;8470;p76"/>
            <p:cNvSpPr/>
            <p:nvPr/>
          </p:nvSpPr>
          <p:spPr>
            <a:xfrm>
              <a:off x="2110080" y="1758981"/>
              <a:ext cx="14" cy="448"/>
            </a:xfrm>
            <a:custGeom>
              <a:avLst/>
              <a:gdLst/>
              <a:ahLst/>
              <a:cxnLst/>
              <a:rect l="l" t="t" r="r" b="b"/>
              <a:pathLst>
                <a:path w="1" h="33" extrusionOk="0">
                  <a:moveTo>
                    <a:pt x="1" y="1"/>
                  </a:moveTo>
                  <a:cubicBezTo>
                    <a:pt x="1" y="11"/>
                    <a:pt x="1" y="22"/>
                    <a:pt x="1" y="32"/>
                  </a:cubicBezTo>
                  <a:cubicBezTo>
                    <a:pt x="1" y="22"/>
                    <a:pt x="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71" name="Google Shape;8471;p76"/>
            <p:cNvSpPr/>
            <p:nvPr/>
          </p:nvSpPr>
          <p:spPr>
            <a:xfrm>
              <a:off x="2109985" y="1762212"/>
              <a:ext cx="14" cy="299"/>
            </a:xfrm>
            <a:custGeom>
              <a:avLst/>
              <a:gdLst/>
              <a:ahLst/>
              <a:cxnLst/>
              <a:rect l="l" t="t" r="r" b="b"/>
              <a:pathLst>
                <a:path w="1" h="22" extrusionOk="0">
                  <a:moveTo>
                    <a:pt x="1" y="1"/>
                  </a:moveTo>
                  <a:lnTo>
                    <a:pt x="1" y="22"/>
                  </a:lnTo>
                  <a:cubicBezTo>
                    <a:pt x="1" y="15"/>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72" name="Google Shape;8472;p76"/>
            <p:cNvSpPr/>
            <p:nvPr/>
          </p:nvSpPr>
          <p:spPr>
            <a:xfrm>
              <a:off x="2109985" y="1760692"/>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73" name="Google Shape;8473;p76"/>
            <p:cNvSpPr/>
            <p:nvPr/>
          </p:nvSpPr>
          <p:spPr>
            <a:xfrm>
              <a:off x="2109985" y="1761452"/>
              <a:ext cx="14" cy="394"/>
            </a:xfrm>
            <a:custGeom>
              <a:avLst/>
              <a:gdLst/>
              <a:ahLst/>
              <a:cxnLst/>
              <a:rect l="l" t="t" r="r" b="b"/>
              <a:pathLst>
                <a:path w="1" h="29" extrusionOk="0">
                  <a:moveTo>
                    <a:pt x="1" y="29"/>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74" name="Google Shape;8474;p76"/>
            <p:cNvSpPr/>
            <p:nvPr/>
          </p:nvSpPr>
          <p:spPr>
            <a:xfrm>
              <a:off x="2110705" y="1765688"/>
              <a:ext cx="109" cy="149"/>
            </a:xfrm>
            <a:custGeom>
              <a:avLst/>
              <a:gdLst/>
              <a:ahLst/>
              <a:cxnLst/>
              <a:rect l="l" t="t" r="r" b="b"/>
              <a:pathLst>
                <a:path w="8" h="11" extrusionOk="0">
                  <a:moveTo>
                    <a:pt x="0" y="0"/>
                  </a:moveTo>
                  <a:cubicBezTo>
                    <a:pt x="0" y="4"/>
                    <a:pt x="4" y="7"/>
                    <a:pt x="7" y="11"/>
                  </a:cubicBez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75" name="Google Shape;8475;p76"/>
            <p:cNvSpPr/>
            <p:nvPr/>
          </p:nvSpPr>
          <p:spPr>
            <a:xfrm>
              <a:off x="2110135" y="1757990"/>
              <a:ext cx="54" cy="489"/>
            </a:xfrm>
            <a:custGeom>
              <a:avLst/>
              <a:gdLst/>
              <a:ahLst/>
              <a:cxnLst/>
              <a:rect l="l" t="t" r="r" b="b"/>
              <a:pathLst>
                <a:path w="4" h="36" extrusionOk="0">
                  <a:moveTo>
                    <a:pt x="4" y="0"/>
                  </a:moveTo>
                  <a:cubicBezTo>
                    <a:pt x="4" y="14"/>
                    <a:pt x="0" y="25"/>
                    <a:pt x="0" y="35"/>
                  </a:cubicBezTo>
                  <a:cubicBezTo>
                    <a:pt x="0" y="25"/>
                    <a:pt x="4" y="1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76" name="Google Shape;8476;p76"/>
            <p:cNvSpPr/>
            <p:nvPr/>
          </p:nvSpPr>
          <p:spPr>
            <a:xfrm>
              <a:off x="2110230" y="1756985"/>
              <a:ext cx="54" cy="489"/>
            </a:xfrm>
            <a:custGeom>
              <a:avLst/>
              <a:gdLst/>
              <a:ahLst/>
              <a:cxnLst/>
              <a:rect l="l" t="t" r="r" b="b"/>
              <a:pathLst>
                <a:path w="4" h="36" extrusionOk="0">
                  <a:moveTo>
                    <a:pt x="4" y="1"/>
                  </a:moveTo>
                  <a:cubicBezTo>
                    <a:pt x="4" y="11"/>
                    <a:pt x="0" y="25"/>
                    <a:pt x="0" y="36"/>
                  </a:cubicBezTo>
                  <a:cubicBezTo>
                    <a:pt x="0" y="25"/>
                    <a:pt x="4" y="11"/>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77" name="Google Shape;8477;p76"/>
            <p:cNvSpPr/>
            <p:nvPr/>
          </p:nvSpPr>
          <p:spPr>
            <a:xfrm>
              <a:off x="2110365" y="1755899"/>
              <a:ext cx="68" cy="530"/>
            </a:xfrm>
            <a:custGeom>
              <a:avLst/>
              <a:gdLst/>
              <a:ahLst/>
              <a:cxnLst/>
              <a:rect l="l" t="t" r="r" b="b"/>
              <a:pathLst>
                <a:path w="5" h="39" extrusionOk="0">
                  <a:moveTo>
                    <a:pt x="4" y="0"/>
                  </a:moveTo>
                  <a:cubicBezTo>
                    <a:pt x="4" y="14"/>
                    <a:pt x="1" y="25"/>
                    <a:pt x="1" y="39"/>
                  </a:cubicBezTo>
                  <a:cubicBezTo>
                    <a:pt x="1" y="25"/>
                    <a:pt x="4" y="1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78" name="Google Shape;8478;p76"/>
            <p:cNvSpPr/>
            <p:nvPr/>
          </p:nvSpPr>
          <p:spPr>
            <a:xfrm>
              <a:off x="2110515" y="1754704"/>
              <a:ext cx="54" cy="638"/>
            </a:xfrm>
            <a:custGeom>
              <a:avLst/>
              <a:gdLst/>
              <a:ahLst/>
              <a:cxnLst/>
              <a:rect l="l" t="t" r="r" b="b"/>
              <a:pathLst>
                <a:path w="4" h="47" extrusionOk="0">
                  <a:moveTo>
                    <a:pt x="4" y="1"/>
                  </a:moveTo>
                  <a:lnTo>
                    <a:pt x="4" y="1"/>
                  </a:lnTo>
                  <a:cubicBezTo>
                    <a:pt x="4" y="15"/>
                    <a:pt x="0" y="32"/>
                    <a:pt x="0" y="46"/>
                  </a:cubicBezTo>
                  <a:cubicBezTo>
                    <a:pt x="0" y="32"/>
                    <a:pt x="4" y="1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79" name="Google Shape;8479;p76"/>
            <p:cNvSpPr/>
            <p:nvPr/>
          </p:nvSpPr>
          <p:spPr>
            <a:xfrm>
              <a:off x="2119734" y="1788268"/>
              <a:ext cx="110385" cy="105294"/>
            </a:xfrm>
            <a:custGeom>
              <a:avLst/>
              <a:gdLst/>
              <a:ahLst/>
              <a:cxnLst/>
              <a:rect l="l" t="t" r="r" b="b"/>
              <a:pathLst>
                <a:path w="8130" h="7755" extrusionOk="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80" name="Google Shape;8480;p76"/>
            <p:cNvSpPr/>
            <p:nvPr/>
          </p:nvSpPr>
          <p:spPr>
            <a:xfrm>
              <a:off x="2135375" y="1790168"/>
              <a:ext cx="14" cy="109"/>
            </a:xfrm>
            <a:custGeom>
              <a:avLst/>
              <a:gdLst/>
              <a:ahLst/>
              <a:cxnLst/>
              <a:rect l="l" t="t" r="r" b="b"/>
              <a:pathLst>
                <a:path w="1" h="8" extrusionOk="0">
                  <a:moveTo>
                    <a:pt x="0"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81" name="Google Shape;8481;p76"/>
            <p:cNvSpPr/>
            <p:nvPr/>
          </p:nvSpPr>
          <p:spPr>
            <a:xfrm>
              <a:off x="2127962" y="1796916"/>
              <a:ext cx="434" cy="434"/>
            </a:xfrm>
            <a:custGeom>
              <a:avLst/>
              <a:gdLst/>
              <a:ahLst/>
              <a:cxnLst/>
              <a:rect l="l" t="t" r="r" b="b"/>
              <a:pathLst>
                <a:path w="32" h="32" extrusionOk="0">
                  <a:moveTo>
                    <a:pt x="0" y="32"/>
                  </a:moveTo>
                  <a:lnTo>
                    <a:pt x="3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82" name="Google Shape;8482;p76"/>
            <p:cNvSpPr/>
            <p:nvPr/>
          </p:nvSpPr>
          <p:spPr>
            <a:xfrm>
              <a:off x="2128573" y="1796577"/>
              <a:ext cx="109" cy="163"/>
            </a:xfrm>
            <a:custGeom>
              <a:avLst/>
              <a:gdLst/>
              <a:ahLst/>
              <a:cxnLst/>
              <a:rect l="l" t="t" r="r" b="b"/>
              <a:pathLst>
                <a:path w="8" h="12" extrusionOk="0">
                  <a:moveTo>
                    <a:pt x="1" y="1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83" name="Google Shape;8483;p76"/>
            <p:cNvSpPr/>
            <p:nvPr/>
          </p:nvSpPr>
          <p:spPr>
            <a:xfrm>
              <a:off x="2135416" y="178902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84" name="Google Shape;8484;p76"/>
            <p:cNvSpPr/>
            <p:nvPr/>
          </p:nvSpPr>
          <p:spPr>
            <a:xfrm>
              <a:off x="2131668" y="1793821"/>
              <a:ext cx="54" cy="14"/>
            </a:xfrm>
            <a:custGeom>
              <a:avLst/>
              <a:gdLst/>
              <a:ahLst/>
              <a:cxnLst/>
              <a:rect l="l" t="t" r="r" b="b"/>
              <a:pathLst>
                <a:path w="4" h="1" extrusionOk="0">
                  <a:moveTo>
                    <a:pt x="0" y="1"/>
                  </a:moveTo>
                  <a:lnTo>
                    <a:pt x="0" y="1"/>
                  </a:ln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85" name="Google Shape;8485;p76"/>
            <p:cNvSpPr/>
            <p:nvPr/>
          </p:nvSpPr>
          <p:spPr>
            <a:xfrm>
              <a:off x="2131899" y="1793726"/>
              <a:ext cx="299" cy="68"/>
            </a:xfrm>
            <a:custGeom>
              <a:avLst/>
              <a:gdLst/>
              <a:ahLst/>
              <a:cxnLst/>
              <a:rect l="l" t="t" r="r" b="b"/>
              <a:pathLst>
                <a:path w="22" h="5" extrusionOk="0">
                  <a:moveTo>
                    <a:pt x="1" y="4"/>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86" name="Google Shape;8486;p76"/>
            <p:cNvSpPr/>
            <p:nvPr/>
          </p:nvSpPr>
          <p:spPr>
            <a:xfrm>
              <a:off x="2131763" y="1793821"/>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87" name="Google Shape;8487;p76"/>
            <p:cNvSpPr/>
            <p:nvPr/>
          </p:nvSpPr>
          <p:spPr>
            <a:xfrm>
              <a:off x="2121825" y="1808036"/>
              <a:ext cx="2580" cy="2485"/>
            </a:xfrm>
            <a:custGeom>
              <a:avLst/>
              <a:gdLst/>
              <a:ahLst/>
              <a:cxnLst/>
              <a:rect l="l" t="t" r="r" b="b"/>
              <a:pathLst>
                <a:path w="190" h="183" extrusionOk="0">
                  <a:moveTo>
                    <a:pt x="190" y="1"/>
                  </a:moveTo>
                  <a:cubicBezTo>
                    <a:pt x="141" y="74"/>
                    <a:pt x="78" y="137"/>
                    <a:pt x="1" y="183"/>
                  </a:cubicBezTo>
                  <a:lnTo>
                    <a:pt x="1" y="183"/>
                  </a:lnTo>
                  <a:cubicBezTo>
                    <a:pt x="78" y="137"/>
                    <a:pt x="141" y="74"/>
                    <a:pt x="19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88" name="Google Shape;8488;p76"/>
            <p:cNvSpPr/>
            <p:nvPr/>
          </p:nvSpPr>
          <p:spPr>
            <a:xfrm>
              <a:off x="2120929" y="1810847"/>
              <a:ext cx="448" cy="299"/>
            </a:xfrm>
            <a:custGeom>
              <a:avLst/>
              <a:gdLst/>
              <a:ahLst/>
              <a:cxnLst/>
              <a:rect l="l" t="t" r="r" b="b"/>
              <a:pathLst>
                <a:path w="33" h="22" extrusionOk="0">
                  <a:moveTo>
                    <a:pt x="33" y="0"/>
                  </a:moveTo>
                  <a:lnTo>
                    <a:pt x="28" y="4"/>
                  </a:lnTo>
                  <a:lnTo>
                    <a:pt x="0" y="21"/>
                  </a:lnTo>
                  <a:lnTo>
                    <a:pt x="7" y="18"/>
                  </a:lnTo>
                  <a:lnTo>
                    <a:pt x="33"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89" name="Google Shape;8489;p76"/>
            <p:cNvSpPr/>
            <p:nvPr/>
          </p:nvSpPr>
          <p:spPr>
            <a:xfrm>
              <a:off x="2135375" y="1789639"/>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90" name="Google Shape;8490;p76"/>
            <p:cNvSpPr/>
            <p:nvPr/>
          </p:nvSpPr>
          <p:spPr>
            <a:xfrm>
              <a:off x="2135470" y="178830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91" name="Google Shape;8491;p76"/>
            <p:cNvSpPr/>
            <p:nvPr/>
          </p:nvSpPr>
          <p:spPr>
            <a:xfrm>
              <a:off x="2120114" y="1812884"/>
              <a:ext cx="964" cy="1684"/>
            </a:xfrm>
            <a:custGeom>
              <a:avLst/>
              <a:gdLst/>
              <a:ahLst/>
              <a:cxnLst/>
              <a:rect l="l" t="t" r="r" b="b"/>
              <a:pathLst>
                <a:path w="71" h="124" extrusionOk="0">
                  <a:moveTo>
                    <a:pt x="1" y="1"/>
                  </a:moveTo>
                  <a:cubicBezTo>
                    <a:pt x="18" y="39"/>
                    <a:pt x="46" y="85"/>
                    <a:pt x="71" y="123"/>
                  </a:cubicBezTo>
                  <a:cubicBezTo>
                    <a:pt x="46" y="85"/>
                    <a:pt x="18" y="39"/>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92" name="Google Shape;8492;p76"/>
            <p:cNvSpPr/>
            <p:nvPr/>
          </p:nvSpPr>
          <p:spPr>
            <a:xfrm>
              <a:off x="2137222" y="1859943"/>
              <a:ext cx="163" cy="244"/>
            </a:xfrm>
            <a:custGeom>
              <a:avLst/>
              <a:gdLst/>
              <a:ahLst/>
              <a:cxnLst/>
              <a:rect l="l" t="t" r="r" b="b"/>
              <a:pathLst>
                <a:path w="12" h="18" extrusionOk="0">
                  <a:moveTo>
                    <a:pt x="1" y="0"/>
                  </a:moveTo>
                  <a:lnTo>
                    <a:pt x="1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93" name="Google Shape;8493;p76"/>
            <p:cNvSpPr/>
            <p:nvPr/>
          </p:nvSpPr>
          <p:spPr>
            <a:xfrm>
              <a:off x="2134615" y="1857418"/>
              <a:ext cx="149" cy="68"/>
            </a:xfrm>
            <a:custGeom>
              <a:avLst/>
              <a:gdLst/>
              <a:ahLst/>
              <a:cxnLst/>
              <a:rect l="l" t="t" r="r" b="b"/>
              <a:pathLst>
                <a:path w="11" h="5" extrusionOk="0">
                  <a:moveTo>
                    <a:pt x="0" y="1"/>
                  </a:move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94" name="Google Shape;8494;p76"/>
            <p:cNvSpPr/>
            <p:nvPr/>
          </p:nvSpPr>
          <p:spPr>
            <a:xfrm>
              <a:off x="2136706" y="1859034"/>
              <a:ext cx="149" cy="204"/>
            </a:xfrm>
            <a:custGeom>
              <a:avLst/>
              <a:gdLst/>
              <a:ahLst/>
              <a:cxnLst/>
              <a:rect l="l" t="t" r="r" b="b"/>
              <a:pathLst>
                <a:path w="11" h="15" extrusionOk="0">
                  <a:moveTo>
                    <a:pt x="0" y="1"/>
                  </a:moveTo>
                  <a:lnTo>
                    <a:pt x="1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95" name="Google Shape;8495;p76"/>
            <p:cNvSpPr/>
            <p:nvPr/>
          </p:nvSpPr>
          <p:spPr>
            <a:xfrm>
              <a:off x="2137466" y="1860459"/>
              <a:ext cx="149" cy="258"/>
            </a:xfrm>
            <a:custGeom>
              <a:avLst/>
              <a:gdLst/>
              <a:ahLst/>
              <a:cxnLst/>
              <a:rect l="l" t="t" r="r" b="b"/>
              <a:pathLst>
                <a:path w="11" h="19" extrusionOk="0">
                  <a:moveTo>
                    <a:pt x="0" y="1"/>
                  </a:moveTo>
                  <a:lnTo>
                    <a:pt x="1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96" name="Google Shape;8496;p76"/>
            <p:cNvSpPr/>
            <p:nvPr/>
          </p:nvSpPr>
          <p:spPr>
            <a:xfrm>
              <a:off x="2119788" y="1811132"/>
              <a:ext cx="1195" cy="964"/>
            </a:xfrm>
            <a:custGeom>
              <a:avLst/>
              <a:gdLst/>
              <a:ahLst/>
              <a:cxnLst/>
              <a:rect l="l" t="t" r="r" b="b"/>
              <a:pathLst>
                <a:path w="88" h="71" extrusionOk="0">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97" name="Google Shape;8497;p76"/>
            <p:cNvSpPr/>
            <p:nvPr/>
          </p:nvSpPr>
          <p:spPr>
            <a:xfrm>
              <a:off x="2137697" y="1861029"/>
              <a:ext cx="109" cy="258"/>
            </a:xfrm>
            <a:custGeom>
              <a:avLst/>
              <a:gdLst/>
              <a:ahLst/>
              <a:cxnLst/>
              <a:rect l="l" t="t" r="r" b="b"/>
              <a:pathLst>
                <a:path w="8" h="19" extrusionOk="0">
                  <a:moveTo>
                    <a:pt x="1" y="1"/>
                  </a:moveTo>
                  <a:lnTo>
                    <a:pt x="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98" name="Google Shape;8498;p76"/>
            <p:cNvSpPr/>
            <p:nvPr/>
          </p:nvSpPr>
          <p:spPr>
            <a:xfrm>
              <a:off x="2135036" y="1857567"/>
              <a:ext cx="163" cy="54"/>
            </a:xfrm>
            <a:custGeom>
              <a:avLst/>
              <a:gdLst/>
              <a:ahLst/>
              <a:cxnLst/>
              <a:rect l="l" t="t" r="r" b="b"/>
              <a:pathLst>
                <a:path w="12" h="4" extrusionOk="0">
                  <a:moveTo>
                    <a:pt x="1" y="0"/>
                  </a:move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99" name="Google Shape;8499;p76"/>
            <p:cNvSpPr/>
            <p:nvPr/>
          </p:nvSpPr>
          <p:spPr>
            <a:xfrm>
              <a:off x="2137982" y="1861654"/>
              <a:ext cx="68" cy="204"/>
            </a:xfrm>
            <a:custGeom>
              <a:avLst/>
              <a:gdLst/>
              <a:ahLst/>
              <a:cxnLst/>
              <a:rect l="l" t="t" r="r" b="b"/>
              <a:pathLst>
                <a:path w="5" h="15" extrusionOk="0">
                  <a:moveTo>
                    <a:pt x="1" y="0"/>
                  </a:moveTo>
                  <a:lnTo>
                    <a:pt x="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00" name="Google Shape;8500;p76"/>
            <p:cNvSpPr/>
            <p:nvPr/>
          </p:nvSpPr>
          <p:spPr>
            <a:xfrm>
              <a:off x="2138172" y="1862265"/>
              <a:ext cx="68" cy="204"/>
            </a:xfrm>
            <a:custGeom>
              <a:avLst/>
              <a:gdLst/>
              <a:ahLst/>
              <a:cxnLst/>
              <a:rect l="l" t="t" r="r" b="b"/>
              <a:pathLst>
                <a:path w="5" h="15" extrusionOk="0">
                  <a:moveTo>
                    <a:pt x="1" y="1"/>
                  </a:moveTo>
                  <a:lnTo>
                    <a:pt x="4"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01" name="Google Shape;8501;p76"/>
            <p:cNvSpPr/>
            <p:nvPr/>
          </p:nvSpPr>
          <p:spPr>
            <a:xfrm>
              <a:off x="2136081" y="1858273"/>
              <a:ext cx="163" cy="163"/>
            </a:xfrm>
            <a:custGeom>
              <a:avLst/>
              <a:gdLst/>
              <a:ahLst/>
              <a:cxnLst/>
              <a:rect l="l" t="t" r="r" b="b"/>
              <a:pathLst>
                <a:path w="12" h="12" extrusionOk="0">
                  <a:moveTo>
                    <a:pt x="1" y="1"/>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02" name="Google Shape;8502;p76"/>
            <p:cNvSpPr/>
            <p:nvPr/>
          </p:nvSpPr>
          <p:spPr>
            <a:xfrm>
              <a:off x="2136421" y="1858613"/>
              <a:ext cx="149" cy="204"/>
            </a:xfrm>
            <a:custGeom>
              <a:avLst/>
              <a:gdLst/>
              <a:ahLst/>
              <a:cxnLst/>
              <a:rect l="l" t="t" r="r" b="b"/>
              <a:pathLst>
                <a:path w="11" h="15" extrusionOk="0">
                  <a:moveTo>
                    <a:pt x="0" y="0"/>
                  </a:moveTo>
                  <a:lnTo>
                    <a:pt x="1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03" name="Google Shape;8503;p76"/>
            <p:cNvSpPr/>
            <p:nvPr/>
          </p:nvSpPr>
          <p:spPr>
            <a:xfrm>
              <a:off x="2135755" y="1857947"/>
              <a:ext cx="149" cy="149"/>
            </a:xfrm>
            <a:custGeom>
              <a:avLst/>
              <a:gdLst/>
              <a:ahLst/>
              <a:cxnLst/>
              <a:rect l="l" t="t" r="r" b="b"/>
              <a:pathLst>
                <a:path w="11" h="11" extrusionOk="0">
                  <a:moveTo>
                    <a:pt x="0" y="0"/>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04" name="Google Shape;8504;p76"/>
            <p:cNvSpPr/>
            <p:nvPr/>
          </p:nvSpPr>
          <p:spPr>
            <a:xfrm>
              <a:off x="2119883" y="1812408"/>
              <a:ext cx="54" cy="109"/>
            </a:xfrm>
            <a:custGeom>
              <a:avLst/>
              <a:gdLst/>
              <a:ahLst/>
              <a:cxnLst/>
              <a:rect l="l" t="t" r="r" b="b"/>
              <a:pathLst>
                <a:path w="4" h="8" extrusionOk="0">
                  <a:moveTo>
                    <a:pt x="0" y="1"/>
                  </a:moveTo>
                  <a:lnTo>
                    <a:pt x="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05" name="Google Shape;8505;p76"/>
            <p:cNvSpPr/>
            <p:nvPr/>
          </p:nvSpPr>
          <p:spPr>
            <a:xfrm>
              <a:off x="2119788" y="1812218"/>
              <a:ext cx="14" cy="109"/>
            </a:xfrm>
            <a:custGeom>
              <a:avLst/>
              <a:gdLst/>
              <a:ahLst/>
              <a:cxnLst/>
              <a:rect l="l" t="t" r="r" b="b"/>
              <a:pathLst>
                <a:path w="1" h="8" extrusionOk="0">
                  <a:moveTo>
                    <a:pt x="0" y="1"/>
                  </a:moveTo>
                  <a:lnTo>
                    <a:pt x="0" y="4"/>
                  </a:lnTo>
                  <a:cubicBezTo>
                    <a:pt x="0" y="8"/>
                    <a:pt x="0"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06" name="Google Shape;8506;p76"/>
            <p:cNvSpPr/>
            <p:nvPr/>
          </p:nvSpPr>
          <p:spPr>
            <a:xfrm>
              <a:off x="2135416" y="1857703"/>
              <a:ext cx="163" cy="163"/>
            </a:xfrm>
            <a:custGeom>
              <a:avLst/>
              <a:gdLst/>
              <a:ahLst/>
              <a:cxnLst/>
              <a:rect l="l" t="t" r="r" b="b"/>
              <a:pathLst>
                <a:path w="12" h="12" extrusionOk="0">
                  <a:moveTo>
                    <a:pt x="1" y="1"/>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07" name="Google Shape;8507;p76"/>
            <p:cNvSpPr/>
            <p:nvPr/>
          </p:nvSpPr>
          <p:spPr>
            <a:xfrm>
              <a:off x="2119978" y="1812653"/>
              <a:ext cx="109" cy="204"/>
            </a:xfrm>
            <a:custGeom>
              <a:avLst/>
              <a:gdLst/>
              <a:ahLst/>
              <a:cxnLst/>
              <a:rect l="l" t="t" r="r" b="b"/>
              <a:pathLst>
                <a:path w="8" h="15" extrusionOk="0">
                  <a:moveTo>
                    <a:pt x="0" y="0"/>
                  </a:moveTo>
                  <a:lnTo>
                    <a:pt x="7"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08" name="Google Shape;8508;p76"/>
            <p:cNvSpPr/>
            <p:nvPr/>
          </p:nvSpPr>
          <p:spPr>
            <a:xfrm>
              <a:off x="2136991" y="1859468"/>
              <a:ext cx="109" cy="204"/>
            </a:xfrm>
            <a:custGeom>
              <a:avLst/>
              <a:gdLst/>
              <a:ahLst/>
              <a:cxnLst/>
              <a:rect l="l" t="t" r="r" b="b"/>
              <a:pathLst>
                <a:path w="8" h="15" extrusionOk="0">
                  <a:moveTo>
                    <a:pt x="0" y="0"/>
                  </a:moveTo>
                  <a:lnTo>
                    <a:pt x="7"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09" name="Google Shape;8509;p76"/>
            <p:cNvSpPr/>
            <p:nvPr/>
          </p:nvSpPr>
          <p:spPr>
            <a:xfrm>
              <a:off x="2122449" y="1836183"/>
              <a:ext cx="584" cy="1534"/>
            </a:xfrm>
            <a:custGeom>
              <a:avLst/>
              <a:gdLst/>
              <a:ahLst/>
              <a:cxnLst/>
              <a:rect l="l" t="t" r="r" b="b"/>
              <a:pathLst>
                <a:path w="43" h="113" extrusionOk="0">
                  <a:moveTo>
                    <a:pt x="0" y="0"/>
                  </a:moveTo>
                  <a:cubicBezTo>
                    <a:pt x="7" y="39"/>
                    <a:pt x="21" y="77"/>
                    <a:pt x="42" y="112"/>
                  </a:cubicBezTo>
                  <a:cubicBezTo>
                    <a:pt x="21" y="77"/>
                    <a:pt x="7" y="39"/>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10" name="Google Shape;8510;p76"/>
            <p:cNvSpPr/>
            <p:nvPr/>
          </p:nvSpPr>
          <p:spPr>
            <a:xfrm>
              <a:off x="2121730" y="1810562"/>
              <a:ext cx="109" cy="54"/>
            </a:xfrm>
            <a:custGeom>
              <a:avLst/>
              <a:gdLst/>
              <a:ahLst/>
              <a:cxnLst/>
              <a:rect l="l" t="t" r="r" b="b"/>
              <a:pathLst>
                <a:path w="8" h="4" extrusionOk="0">
                  <a:moveTo>
                    <a:pt x="8"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11" name="Google Shape;8511;p76"/>
            <p:cNvSpPr/>
            <p:nvPr/>
          </p:nvSpPr>
          <p:spPr>
            <a:xfrm>
              <a:off x="2138362" y="1862985"/>
              <a:ext cx="68" cy="109"/>
            </a:xfrm>
            <a:custGeom>
              <a:avLst/>
              <a:gdLst/>
              <a:ahLst/>
              <a:cxnLst/>
              <a:rect l="l" t="t" r="r" b="b"/>
              <a:pathLst>
                <a:path w="5" h="8" extrusionOk="0">
                  <a:moveTo>
                    <a:pt x="1" y="1"/>
                  </a:moveTo>
                  <a:lnTo>
                    <a:pt x="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12" name="Google Shape;8512;p76"/>
            <p:cNvSpPr/>
            <p:nvPr/>
          </p:nvSpPr>
          <p:spPr>
            <a:xfrm>
              <a:off x="2120779" y="1810562"/>
              <a:ext cx="1059" cy="720"/>
            </a:xfrm>
            <a:custGeom>
              <a:avLst/>
              <a:gdLst/>
              <a:ahLst/>
              <a:cxnLst/>
              <a:rect l="l" t="t" r="r" b="b"/>
              <a:pathLst>
                <a:path w="78" h="53" extrusionOk="0">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13" name="Google Shape;8513;p76"/>
            <p:cNvSpPr/>
            <p:nvPr/>
          </p:nvSpPr>
          <p:spPr>
            <a:xfrm>
              <a:off x="1925087" y="1940173"/>
              <a:ext cx="16741" cy="4195"/>
            </a:xfrm>
            <a:custGeom>
              <a:avLst/>
              <a:gdLst/>
              <a:ahLst/>
              <a:cxnLst/>
              <a:rect l="l" t="t" r="r" b="b"/>
              <a:pathLst>
                <a:path w="1233" h="309" extrusionOk="0">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14" name="Google Shape;8514;p76"/>
            <p:cNvSpPr/>
            <p:nvPr/>
          </p:nvSpPr>
          <p:spPr>
            <a:xfrm>
              <a:off x="1920484" y="1919467"/>
              <a:ext cx="41887" cy="31391"/>
            </a:xfrm>
            <a:custGeom>
              <a:avLst/>
              <a:gdLst/>
              <a:ahLst/>
              <a:cxnLst/>
              <a:rect l="l" t="t" r="r" b="b"/>
              <a:pathLst>
                <a:path w="3085" h="2312" extrusionOk="0">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15" name="Google Shape;8515;p76"/>
            <p:cNvSpPr/>
            <p:nvPr/>
          </p:nvSpPr>
          <p:spPr>
            <a:xfrm>
              <a:off x="1924802" y="1946215"/>
              <a:ext cx="163" cy="54"/>
            </a:xfrm>
            <a:custGeom>
              <a:avLst/>
              <a:gdLst/>
              <a:ahLst/>
              <a:cxnLst/>
              <a:rect l="l" t="t" r="r" b="b"/>
              <a:pathLst>
                <a:path w="12" h="4" extrusionOk="0">
                  <a:moveTo>
                    <a:pt x="1" y="4"/>
                  </a:moveTo>
                  <a:lnTo>
                    <a:pt x="1" y="4"/>
                  </a:ln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16" name="Google Shape;8516;p76"/>
            <p:cNvSpPr/>
            <p:nvPr/>
          </p:nvSpPr>
          <p:spPr>
            <a:xfrm>
              <a:off x="1925752" y="1946065"/>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17" name="Google Shape;8517;p76"/>
            <p:cNvSpPr/>
            <p:nvPr/>
          </p:nvSpPr>
          <p:spPr>
            <a:xfrm>
              <a:off x="1928943" y="1940268"/>
              <a:ext cx="109" cy="14"/>
            </a:xfrm>
            <a:custGeom>
              <a:avLst/>
              <a:gdLst/>
              <a:ahLst/>
              <a:cxnLst/>
              <a:rect l="l" t="t" r="r" b="b"/>
              <a:pathLst>
                <a:path w="8" h="1" extrusionOk="0">
                  <a:moveTo>
                    <a:pt x="7"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18" name="Google Shape;8518;p76"/>
            <p:cNvSpPr/>
            <p:nvPr/>
          </p:nvSpPr>
          <p:spPr>
            <a:xfrm>
              <a:off x="1925752" y="1940268"/>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19" name="Google Shape;8519;p76"/>
            <p:cNvSpPr/>
            <p:nvPr/>
          </p:nvSpPr>
          <p:spPr>
            <a:xfrm>
              <a:off x="1932880" y="1939181"/>
              <a:ext cx="68" cy="54"/>
            </a:xfrm>
            <a:custGeom>
              <a:avLst/>
              <a:gdLst/>
              <a:ahLst/>
              <a:cxnLst/>
              <a:rect l="l" t="t" r="r" b="b"/>
              <a:pathLst>
                <a:path w="5" h="4" extrusionOk="0">
                  <a:moveTo>
                    <a:pt x="4"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20" name="Google Shape;8520;p76"/>
            <p:cNvSpPr/>
            <p:nvPr/>
          </p:nvSpPr>
          <p:spPr>
            <a:xfrm>
              <a:off x="1931835" y="1939562"/>
              <a:ext cx="109" cy="54"/>
            </a:xfrm>
            <a:custGeom>
              <a:avLst/>
              <a:gdLst/>
              <a:ahLst/>
              <a:cxnLst/>
              <a:rect l="l" t="t" r="r" b="b"/>
              <a:pathLst>
                <a:path w="8" h="4" extrusionOk="0">
                  <a:moveTo>
                    <a:pt x="8"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21" name="Google Shape;8521;p76"/>
            <p:cNvSpPr/>
            <p:nvPr/>
          </p:nvSpPr>
          <p:spPr>
            <a:xfrm>
              <a:off x="1925901" y="1946025"/>
              <a:ext cx="109" cy="14"/>
            </a:xfrm>
            <a:custGeom>
              <a:avLst/>
              <a:gdLst/>
              <a:ahLst/>
              <a:cxnLst/>
              <a:rect l="l" t="t" r="r" b="b"/>
              <a:pathLst>
                <a:path w="8" h="1" extrusionOk="0">
                  <a:moveTo>
                    <a:pt x="0" y="0"/>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22" name="Google Shape;8522;p76"/>
            <p:cNvSpPr/>
            <p:nvPr/>
          </p:nvSpPr>
          <p:spPr>
            <a:xfrm>
              <a:off x="1925521" y="1946120"/>
              <a:ext cx="109" cy="14"/>
            </a:xfrm>
            <a:custGeom>
              <a:avLst/>
              <a:gdLst/>
              <a:ahLst/>
              <a:cxnLst/>
              <a:rect l="l" t="t" r="r" b="b"/>
              <a:pathLst>
                <a:path w="8" h="1" extrusionOk="0">
                  <a:moveTo>
                    <a:pt x="0" y="0"/>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23" name="Google Shape;8523;p76"/>
            <p:cNvSpPr/>
            <p:nvPr/>
          </p:nvSpPr>
          <p:spPr>
            <a:xfrm>
              <a:off x="1926947" y="194032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24" name="Google Shape;8524;p76"/>
            <p:cNvSpPr/>
            <p:nvPr/>
          </p:nvSpPr>
          <p:spPr>
            <a:xfrm>
              <a:off x="1925087" y="1946160"/>
              <a:ext cx="258" cy="68"/>
            </a:xfrm>
            <a:custGeom>
              <a:avLst/>
              <a:gdLst/>
              <a:ahLst/>
              <a:cxnLst/>
              <a:rect l="l" t="t" r="r" b="b"/>
              <a:pathLst>
                <a:path w="19" h="5" extrusionOk="0">
                  <a:moveTo>
                    <a:pt x="1" y="4"/>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25" name="Google Shape;8525;p76"/>
            <p:cNvSpPr/>
            <p:nvPr/>
          </p:nvSpPr>
          <p:spPr>
            <a:xfrm>
              <a:off x="1928033" y="194032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26" name="Google Shape;8526;p76"/>
            <p:cNvSpPr/>
            <p:nvPr/>
          </p:nvSpPr>
          <p:spPr>
            <a:xfrm>
              <a:off x="1926037" y="194602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27" name="Google Shape;8527;p76"/>
            <p:cNvSpPr/>
            <p:nvPr/>
          </p:nvSpPr>
          <p:spPr>
            <a:xfrm>
              <a:off x="1929893" y="1940132"/>
              <a:ext cx="149" cy="14"/>
            </a:xfrm>
            <a:custGeom>
              <a:avLst/>
              <a:gdLst/>
              <a:ahLst/>
              <a:cxnLst/>
              <a:rect l="l" t="t" r="r" b="b"/>
              <a:pathLst>
                <a:path w="11" h="1" extrusionOk="0">
                  <a:moveTo>
                    <a:pt x="11"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28" name="Google Shape;8528;p76"/>
            <p:cNvSpPr/>
            <p:nvPr/>
          </p:nvSpPr>
          <p:spPr>
            <a:xfrm>
              <a:off x="1930884" y="1939888"/>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29" name="Google Shape;8529;p76"/>
            <p:cNvSpPr/>
            <p:nvPr/>
          </p:nvSpPr>
          <p:spPr>
            <a:xfrm>
              <a:off x="1926132" y="1945970"/>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30" name="Google Shape;8530;p76"/>
            <p:cNvSpPr/>
            <p:nvPr/>
          </p:nvSpPr>
          <p:spPr>
            <a:xfrm>
              <a:off x="1928318" y="1943404"/>
              <a:ext cx="6911" cy="2349"/>
            </a:xfrm>
            <a:custGeom>
              <a:avLst/>
              <a:gdLst/>
              <a:ahLst/>
              <a:cxnLst/>
              <a:rect l="l" t="t" r="r" b="b"/>
              <a:pathLst>
                <a:path w="509" h="173" extrusionOk="0">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31" name="Google Shape;8531;p76"/>
            <p:cNvSpPr/>
            <p:nvPr/>
          </p:nvSpPr>
          <p:spPr>
            <a:xfrm>
              <a:off x="1926607" y="1945834"/>
              <a:ext cx="1018" cy="149"/>
            </a:xfrm>
            <a:custGeom>
              <a:avLst/>
              <a:gdLst/>
              <a:ahLst/>
              <a:cxnLst/>
              <a:rect l="l" t="t" r="r" b="b"/>
              <a:pathLst>
                <a:path w="75" h="11" extrusionOk="0">
                  <a:moveTo>
                    <a:pt x="74" y="0"/>
                  </a:moveTo>
                  <a:lnTo>
                    <a:pt x="74" y="0"/>
                  </a:lnTo>
                  <a:cubicBezTo>
                    <a:pt x="46" y="4"/>
                    <a:pt x="22" y="7"/>
                    <a:pt x="1" y="11"/>
                  </a:cubicBezTo>
                  <a:cubicBezTo>
                    <a:pt x="22" y="11"/>
                    <a:pt x="46" y="4"/>
                    <a:pt x="7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32" name="Google Shape;8532;p76"/>
            <p:cNvSpPr/>
            <p:nvPr/>
          </p:nvSpPr>
          <p:spPr>
            <a:xfrm>
              <a:off x="1927273" y="1949405"/>
              <a:ext cx="17936" cy="10224"/>
            </a:xfrm>
            <a:custGeom>
              <a:avLst/>
              <a:gdLst/>
              <a:ahLst/>
              <a:cxnLst/>
              <a:rect l="l" t="t" r="r" b="b"/>
              <a:pathLst>
                <a:path w="1321" h="753" extrusionOk="0">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33" name="Google Shape;8533;p76"/>
            <p:cNvSpPr/>
            <p:nvPr/>
          </p:nvSpPr>
          <p:spPr>
            <a:xfrm>
              <a:off x="1944856" y="1949405"/>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34" name="Google Shape;8534;p76"/>
            <p:cNvSpPr/>
            <p:nvPr/>
          </p:nvSpPr>
          <p:spPr>
            <a:xfrm>
              <a:off x="1945141" y="1949500"/>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35" name="Google Shape;8535;p76"/>
            <p:cNvSpPr/>
            <p:nvPr/>
          </p:nvSpPr>
          <p:spPr>
            <a:xfrm>
              <a:off x="1927938" y="1950967"/>
              <a:ext cx="1018" cy="828"/>
            </a:xfrm>
            <a:custGeom>
              <a:avLst/>
              <a:gdLst/>
              <a:ahLst/>
              <a:cxnLst/>
              <a:rect l="l" t="t" r="r" b="b"/>
              <a:pathLst>
                <a:path w="75" h="61" extrusionOk="0">
                  <a:moveTo>
                    <a:pt x="74" y="60"/>
                  </a:moveTo>
                  <a:cubicBezTo>
                    <a:pt x="43" y="50"/>
                    <a:pt x="15" y="29"/>
                    <a:pt x="1" y="1"/>
                  </a:cubicBezTo>
                  <a:cubicBezTo>
                    <a:pt x="15" y="29"/>
                    <a:pt x="43" y="50"/>
                    <a:pt x="74" y="6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36" name="Google Shape;8536;p76"/>
            <p:cNvSpPr/>
            <p:nvPr/>
          </p:nvSpPr>
          <p:spPr>
            <a:xfrm>
              <a:off x="1927612" y="195058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37" name="Google Shape;8537;p76"/>
            <p:cNvSpPr/>
            <p:nvPr/>
          </p:nvSpPr>
          <p:spPr>
            <a:xfrm>
              <a:off x="1927843" y="195077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38" name="Google Shape;8538;p76"/>
            <p:cNvSpPr/>
            <p:nvPr/>
          </p:nvSpPr>
          <p:spPr>
            <a:xfrm>
              <a:off x="1944666" y="194935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39" name="Google Shape;8539;p76"/>
            <p:cNvSpPr/>
            <p:nvPr/>
          </p:nvSpPr>
          <p:spPr>
            <a:xfrm>
              <a:off x="1927802" y="1950736"/>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40" name="Google Shape;8540;p76"/>
            <p:cNvSpPr/>
            <p:nvPr/>
          </p:nvSpPr>
          <p:spPr>
            <a:xfrm>
              <a:off x="1927748" y="195068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41" name="Google Shape;8541;p76"/>
            <p:cNvSpPr/>
            <p:nvPr/>
          </p:nvSpPr>
          <p:spPr>
            <a:xfrm>
              <a:off x="1927137" y="1950546"/>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42" name="Google Shape;8542;p76"/>
            <p:cNvSpPr/>
            <p:nvPr/>
          </p:nvSpPr>
          <p:spPr>
            <a:xfrm>
              <a:off x="1944475" y="194931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43" name="Google Shape;8543;p76"/>
            <p:cNvSpPr/>
            <p:nvPr/>
          </p:nvSpPr>
          <p:spPr>
            <a:xfrm>
              <a:off x="2156244" y="1961014"/>
              <a:ext cx="88987" cy="61547"/>
            </a:xfrm>
            <a:custGeom>
              <a:avLst/>
              <a:gdLst/>
              <a:ahLst/>
              <a:cxnLst/>
              <a:rect l="l" t="t" r="r" b="b"/>
              <a:pathLst>
                <a:path w="6554" h="4533" extrusionOk="0">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44" name="Google Shape;8544;p76"/>
            <p:cNvSpPr/>
            <p:nvPr/>
          </p:nvSpPr>
          <p:spPr>
            <a:xfrm>
              <a:off x="2069728" y="1940363"/>
              <a:ext cx="85810" cy="69734"/>
            </a:xfrm>
            <a:custGeom>
              <a:avLst/>
              <a:gdLst/>
              <a:ahLst/>
              <a:cxnLst/>
              <a:rect l="l" t="t" r="r" b="b"/>
              <a:pathLst>
                <a:path w="6320" h="5136" extrusionOk="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45" name="Google Shape;8545;p76"/>
            <p:cNvSpPr/>
            <p:nvPr/>
          </p:nvSpPr>
          <p:spPr>
            <a:xfrm>
              <a:off x="2055186" y="1951225"/>
              <a:ext cx="19973" cy="43584"/>
            </a:xfrm>
            <a:custGeom>
              <a:avLst/>
              <a:gdLst/>
              <a:ahLst/>
              <a:cxnLst/>
              <a:rect l="l" t="t" r="r" b="b"/>
              <a:pathLst>
                <a:path w="1471" h="3210" extrusionOk="0">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46" name="Google Shape;8546;p76"/>
            <p:cNvSpPr/>
            <p:nvPr/>
          </p:nvSpPr>
          <p:spPr>
            <a:xfrm>
              <a:off x="2074819" y="195847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47" name="Google Shape;8547;p76"/>
            <p:cNvSpPr/>
            <p:nvPr/>
          </p:nvSpPr>
          <p:spPr>
            <a:xfrm>
              <a:off x="2069972" y="1992704"/>
              <a:ext cx="109" cy="109"/>
            </a:xfrm>
            <a:custGeom>
              <a:avLst/>
              <a:gdLst/>
              <a:ahLst/>
              <a:cxnLst/>
              <a:rect l="l" t="t" r="r" b="b"/>
              <a:pathLst>
                <a:path w="8" h="8" extrusionOk="0">
                  <a:moveTo>
                    <a:pt x="7"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48" name="Google Shape;8548;p76"/>
            <p:cNvSpPr/>
            <p:nvPr/>
          </p:nvSpPr>
          <p:spPr>
            <a:xfrm>
              <a:off x="2074860" y="1958855"/>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49" name="Google Shape;8549;p76"/>
            <p:cNvSpPr/>
            <p:nvPr/>
          </p:nvSpPr>
          <p:spPr>
            <a:xfrm>
              <a:off x="2074670" y="1957525"/>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50" name="Google Shape;8550;p76"/>
            <p:cNvSpPr/>
            <p:nvPr/>
          </p:nvSpPr>
          <p:spPr>
            <a:xfrm>
              <a:off x="2074385" y="1955678"/>
              <a:ext cx="68" cy="204"/>
            </a:xfrm>
            <a:custGeom>
              <a:avLst/>
              <a:gdLst/>
              <a:ahLst/>
              <a:cxnLst/>
              <a:rect l="l" t="t" r="r" b="b"/>
              <a:pathLst>
                <a:path w="5" h="15" extrusionOk="0">
                  <a:moveTo>
                    <a:pt x="1" y="0"/>
                  </a:moveTo>
                  <a:lnTo>
                    <a:pt x="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51" name="Google Shape;8551;p76"/>
            <p:cNvSpPr/>
            <p:nvPr/>
          </p:nvSpPr>
          <p:spPr>
            <a:xfrm>
              <a:off x="2074480" y="195638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52" name="Google Shape;8552;p76"/>
            <p:cNvSpPr/>
            <p:nvPr/>
          </p:nvSpPr>
          <p:spPr>
            <a:xfrm>
              <a:off x="2074344" y="1955244"/>
              <a:ext cx="54" cy="258"/>
            </a:xfrm>
            <a:custGeom>
              <a:avLst/>
              <a:gdLst/>
              <a:ahLst/>
              <a:cxnLst/>
              <a:rect l="l" t="t" r="r" b="b"/>
              <a:pathLst>
                <a:path w="4" h="19" extrusionOk="0">
                  <a:moveTo>
                    <a:pt x="4" y="18"/>
                  </a:moveTo>
                  <a:lnTo>
                    <a:pt x="0" y="1"/>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53" name="Google Shape;8553;p76"/>
            <p:cNvSpPr/>
            <p:nvPr/>
          </p:nvSpPr>
          <p:spPr>
            <a:xfrm>
              <a:off x="2048669" y="1961041"/>
              <a:ext cx="11704" cy="36279"/>
            </a:xfrm>
            <a:custGeom>
              <a:avLst/>
              <a:gdLst/>
              <a:ahLst/>
              <a:cxnLst/>
              <a:rect l="l" t="t" r="r" b="b"/>
              <a:pathLst>
                <a:path w="862" h="2672" extrusionOk="0">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54" name="Google Shape;8554;p76"/>
            <p:cNvSpPr/>
            <p:nvPr/>
          </p:nvSpPr>
          <p:spPr>
            <a:xfrm>
              <a:off x="2054141" y="1965983"/>
              <a:ext cx="109" cy="204"/>
            </a:xfrm>
            <a:custGeom>
              <a:avLst/>
              <a:gdLst/>
              <a:ahLst/>
              <a:cxnLst/>
              <a:rect l="l" t="t" r="r" b="b"/>
              <a:pathLst>
                <a:path w="8" h="15" extrusionOk="0">
                  <a:moveTo>
                    <a:pt x="0" y="1"/>
                  </a:moveTo>
                  <a:lnTo>
                    <a:pt x="7"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55" name="Google Shape;8555;p76"/>
            <p:cNvSpPr/>
            <p:nvPr/>
          </p:nvSpPr>
          <p:spPr>
            <a:xfrm>
              <a:off x="2054331" y="1966323"/>
              <a:ext cx="109" cy="204"/>
            </a:xfrm>
            <a:custGeom>
              <a:avLst/>
              <a:gdLst/>
              <a:ahLst/>
              <a:cxnLst/>
              <a:rect l="l" t="t" r="r" b="b"/>
              <a:pathLst>
                <a:path w="8" h="15" extrusionOk="0">
                  <a:moveTo>
                    <a:pt x="0" y="0"/>
                  </a:moveTo>
                  <a:lnTo>
                    <a:pt x="7"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56" name="Google Shape;8556;p76"/>
            <p:cNvSpPr/>
            <p:nvPr/>
          </p:nvSpPr>
          <p:spPr>
            <a:xfrm>
              <a:off x="2053476" y="1963417"/>
              <a:ext cx="54" cy="299"/>
            </a:xfrm>
            <a:custGeom>
              <a:avLst/>
              <a:gdLst/>
              <a:ahLst/>
              <a:cxnLst/>
              <a:rect l="l" t="t" r="r" b="b"/>
              <a:pathLst>
                <a:path w="4" h="22" extrusionOk="0">
                  <a:moveTo>
                    <a:pt x="0" y="1"/>
                  </a:moveTo>
                  <a:cubicBezTo>
                    <a:pt x="0" y="8"/>
                    <a:pt x="0" y="15"/>
                    <a:pt x="4" y="22"/>
                  </a:cubicBezTo>
                  <a:cubicBezTo>
                    <a:pt x="0" y="15"/>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57" name="Google Shape;8557;p76"/>
            <p:cNvSpPr/>
            <p:nvPr/>
          </p:nvSpPr>
          <p:spPr>
            <a:xfrm>
              <a:off x="2053326" y="1961897"/>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58" name="Google Shape;8558;p76"/>
            <p:cNvSpPr/>
            <p:nvPr/>
          </p:nvSpPr>
          <p:spPr>
            <a:xfrm>
              <a:off x="2060414" y="1992514"/>
              <a:ext cx="14" cy="774"/>
            </a:xfrm>
            <a:custGeom>
              <a:avLst/>
              <a:gdLst/>
              <a:ahLst/>
              <a:cxnLst/>
              <a:rect l="l" t="t" r="r" b="b"/>
              <a:pathLst>
                <a:path w="1" h="57" extrusionOk="0">
                  <a:moveTo>
                    <a:pt x="1" y="0"/>
                  </a:moveTo>
                  <a:lnTo>
                    <a:pt x="1" y="5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59" name="Google Shape;8559;p76"/>
            <p:cNvSpPr/>
            <p:nvPr/>
          </p:nvSpPr>
          <p:spPr>
            <a:xfrm>
              <a:off x="2053666" y="1964653"/>
              <a:ext cx="54" cy="258"/>
            </a:xfrm>
            <a:custGeom>
              <a:avLst/>
              <a:gdLst/>
              <a:ahLst/>
              <a:cxnLst/>
              <a:rect l="l" t="t" r="r" b="b"/>
              <a:pathLst>
                <a:path w="4" h="19" extrusionOk="0">
                  <a:moveTo>
                    <a:pt x="0" y="1"/>
                  </a:moveTo>
                  <a:lnTo>
                    <a:pt x="0" y="1"/>
                  </a:lnTo>
                  <a:cubicBezTo>
                    <a:pt x="0" y="4"/>
                    <a:pt x="4" y="11"/>
                    <a:pt x="4" y="18"/>
                  </a:cubicBezTo>
                  <a:cubicBezTo>
                    <a:pt x="4" y="11"/>
                    <a:pt x="4"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60" name="Google Shape;8560;p76"/>
            <p:cNvSpPr/>
            <p:nvPr/>
          </p:nvSpPr>
          <p:spPr>
            <a:xfrm>
              <a:off x="2053571" y="1964083"/>
              <a:ext cx="54" cy="258"/>
            </a:xfrm>
            <a:custGeom>
              <a:avLst/>
              <a:gdLst/>
              <a:ahLst/>
              <a:cxnLst/>
              <a:rect l="l" t="t" r="r" b="b"/>
              <a:pathLst>
                <a:path w="4" h="19" extrusionOk="0">
                  <a:moveTo>
                    <a:pt x="0" y="1"/>
                  </a:moveTo>
                  <a:lnTo>
                    <a:pt x="0" y="1"/>
                  </a:lnTo>
                  <a:cubicBezTo>
                    <a:pt x="0" y="8"/>
                    <a:pt x="4" y="11"/>
                    <a:pt x="4" y="18"/>
                  </a:cubicBezTo>
                  <a:cubicBezTo>
                    <a:pt x="4" y="11"/>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61" name="Google Shape;8561;p76"/>
            <p:cNvSpPr/>
            <p:nvPr/>
          </p:nvSpPr>
          <p:spPr>
            <a:xfrm>
              <a:off x="2053381" y="1962711"/>
              <a:ext cx="54" cy="339"/>
            </a:xfrm>
            <a:custGeom>
              <a:avLst/>
              <a:gdLst/>
              <a:ahLst/>
              <a:cxnLst/>
              <a:rect l="l" t="t" r="r" b="b"/>
              <a:pathLst>
                <a:path w="4" h="25" extrusionOk="0">
                  <a:moveTo>
                    <a:pt x="0" y="0"/>
                  </a:moveTo>
                  <a:cubicBezTo>
                    <a:pt x="0" y="11"/>
                    <a:pt x="0" y="18"/>
                    <a:pt x="4" y="25"/>
                  </a:cubicBezTo>
                  <a:cubicBezTo>
                    <a:pt x="0" y="18"/>
                    <a:pt x="0"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62" name="Google Shape;8562;p76"/>
            <p:cNvSpPr/>
            <p:nvPr/>
          </p:nvSpPr>
          <p:spPr>
            <a:xfrm>
              <a:off x="2060319" y="1990369"/>
              <a:ext cx="14" cy="638"/>
            </a:xfrm>
            <a:custGeom>
              <a:avLst/>
              <a:gdLst/>
              <a:ahLst/>
              <a:cxnLst/>
              <a:rect l="l" t="t" r="r" b="b"/>
              <a:pathLst>
                <a:path w="1" h="47" extrusionOk="0">
                  <a:moveTo>
                    <a:pt x="1" y="1"/>
                  </a:moveTo>
                  <a:lnTo>
                    <a:pt x="1" y="4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63" name="Google Shape;8563;p76"/>
            <p:cNvSpPr/>
            <p:nvPr/>
          </p:nvSpPr>
          <p:spPr>
            <a:xfrm>
              <a:off x="2060319" y="1989378"/>
              <a:ext cx="14" cy="584"/>
            </a:xfrm>
            <a:custGeom>
              <a:avLst/>
              <a:gdLst/>
              <a:ahLst/>
              <a:cxnLst/>
              <a:rect l="l" t="t" r="r" b="b"/>
              <a:pathLst>
                <a:path w="1" h="43" extrusionOk="0">
                  <a:moveTo>
                    <a:pt x="1" y="0"/>
                  </a:moveTo>
                  <a:lnTo>
                    <a:pt x="1" y="4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64" name="Google Shape;8564;p76"/>
            <p:cNvSpPr/>
            <p:nvPr/>
          </p:nvSpPr>
          <p:spPr>
            <a:xfrm>
              <a:off x="2058459" y="1972786"/>
              <a:ext cx="584" cy="1439"/>
            </a:xfrm>
            <a:custGeom>
              <a:avLst/>
              <a:gdLst/>
              <a:ahLst/>
              <a:cxnLst/>
              <a:rect l="l" t="t" r="r" b="b"/>
              <a:pathLst>
                <a:path w="43" h="106" extrusionOk="0">
                  <a:moveTo>
                    <a:pt x="43" y="105"/>
                  </a:moveTo>
                  <a:cubicBezTo>
                    <a:pt x="15" y="77"/>
                    <a:pt x="1" y="42"/>
                    <a:pt x="1" y="0"/>
                  </a:cubicBezTo>
                  <a:cubicBezTo>
                    <a:pt x="1" y="42"/>
                    <a:pt x="15" y="77"/>
                    <a:pt x="43" y="10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65" name="Google Shape;8565;p76"/>
            <p:cNvSpPr/>
            <p:nvPr/>
          </p:nvSpPr>
          <p:spPr>
            <a:xfrm>
              <a:off x="2054806" y="1966934"/>
              <a:ext cx="149" cy="163"/>
            </a:xfrm>
            <a:custGeom>
              <a:avLst/>
              <a:gdLst/>
              <a:ahLst/>
              <a:cxnLst/>
              <a:rect l="l" t="t" r="r" b="b"/>
              <a:pathLst>
                <a:path w="11" h="12" extrusionOk="0">
                  <a:moveTo>
                    <a:pt x="11"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66" name="Google Shape;8566;p76"/>
            <p:cNvSpPr/>
            <p:nvPr/>
          </p:nvSpPr>
          <p:spPr>
            <a:xfrm>
              <a:off x="2053951" y="1965603"/>
              <a:ext cx="109" cy="204"/>
            </a:xfrm>
            <a:custGeom>
              <a:avLst/>
              <a:gdLst/>
              <a:ahLst/>
              <a:cxnLst/>
              <a:rect l="l" t="t" r="r" b="b"/>
              <a:pathLst>
                <a:path w="8" h="15" extrusionOk="0">
                  <a:moveTo>
                    <a:pt x="0" y="1"/>
                  </a:moveTo>
                  <a:lnTo>
                    <a:pt x="7"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67" name="Google Shape;8567;p76"/>
            <p:cNvSpPr/>
            <p:nvPr/>
          </p:nvSpPr>
          <p:spPr>
            <a:xfrm>
              <a:off x="2060373" y="1991414"/>
              <a:ext cx="0" cy="679"/>
            </a:xfrm>
            <a:custGeom>
              <a:avLst/>
              <a:gdLst/>
              <a:ahLst/>
              <a:cxnLst/>
              <a:rect l="l" t="t" r="r" b="b"/>
              <a:pathLst>
                <a:path h="50" extrusionOk="0">
                  <a:moveTo>
                    <a:pt x="0" y="1"/>
                  </a:moveTo>
                  <a:lnTo>
                    <a:pt x="0" y="5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68" name="Google Shape;8568;p76"/>
            <p:cNvSpPr/>
            <p:nvPr/>
          </p:nvSpPr>
          <p:spPr>
            <a:xfrm>
              <a:off x="2053801" y="1965128"/>
              <a:ext cx="109" cy="258"/>
            </a:xfrm>
            <a:custGeom>
              <a:avLst/>
              <a:gdLst/>
              <a:ahLst/>
              <a:cxnLst/>
              <a:rect l="l" t="t" r="r" b="b"/>
              <a:pathLst>
                <a:path w="8" h="19" extrusionOk="0">
                  <a:moveTo>
                    <a:pt x="1" y="1"/>
                  </a:moveTo>
                  <a:lnTo>
                    <a:pt x="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69" name="Google Shape;8569;p76"/>
            <p:cNvSpPr/>
            <p:nvPr/>
          </p:nvSpPr>
          <p:spPr>
            <a:xfrm>
              <a:off x="2060224" y="1987477"/>
              <a:ext cx="14" cy="584"/>
            </a:xfrm>
            <a:custGeom>
              <a:avLst/>
              <a:gdLst/>
              <a:ahLst/>
              <a:cxnLst/>
              <a:rect l="l" t="t" r="r" b="b"/>
              <a:pathLst>
                <a:path w="1" h="43" extrusionOk="0">
                  <a:moveTo>
                    <a:pt x="1" y="0"/>
                  </a:moveTo>
                  <a:lnTo>
                    <a:pt x="1" y="4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70" name="Google Shape;8570;p76"/>
            <p:cNvSpPr/>
            <p:nvPr/>
          </p:nvSpPr>
          <p:spPr>
            <a:xfrm>
              <a:off x="2060034" y="1983865"/>
              <a:ext cx="14" cy="489"/>
            </a:xfrm>
            <a:custGeom>
              <a:avLst/>
              <a:gdLst/>
              <a:ahLst/>
              <a:cxnLst/>
              <a:rect l="l" t="t" r="r" b="b"/>
              <a:pathLst>
                <a:path w="1" h="36" extrusionOk="0">
                  <a:moveTo>
                    <a:pt x="1" y="0"/>
                  </a:moveTo>
                  <a:lnTo>
                    <a:pt x="1" y="35"/>
                  </a:lnTo>
                  <a:cubicBezTo>
                    <a:pt x="1" y="21"/>
                    <a:pt x="1"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71" name="Google Shape;8571;p76"/>
            <p:cNvSpPr/>
            <p:nvPr/>
          </p:nvSpPr>
          <p:spPr>
            <a:xfrm>
              <a:off x="2059939" y="1982820"/>
              <a:ext cx="14" cy="434"/>
            </a:xfrm>
            <a:custGeom>
              <a:avLst/>
              <a:gdLst/>
              <a:ahLst/>
              <a:cxnLst/>
              <a:rect l="l" t="t" r="r" b="b"/>
              <a:pathLst>
                <a:path w="1" h="32" extrusionOk="0">
                  <a:moveTo>
                    <a:pt x="1" y="0"/>
                  </a:moveTo>
                  <a:lnTo>
                    <a:pt x="1"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72" name="Google Shape;8572;p76"/>
            <p:cNvSpPr/>
            <p:nvPr/>
          </p:nvSpPr>
          <p:spPr>
            <a:xfrm>
              <a:off x="2060088" y="1984435"/>
              <a:ext cx="0" cy="530"/>
            </a:xfrm>
            <a:custGeom>
              <a:avLst/>
              <a:gdLst/>
              <a:ahLst/>
              <a:cxnLst/>
              <a:rect l="l" t="t" r="r" b="b"/>
              <a:pathLst>
                <a:path h="39" extrusionOk="0">
                  <a:moveTo>
                    <a:pt x="0" y="0"/>
                  </a:moveTo>
                  <a:lnTo>
                    <a:pt x="0" y="3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73" name="Google Shape;8573;p76"/>
            <p:cNvSpPr/>
            <p:nvPr/>
          </p:nvSpPr>
          <p:spPr>
            <a:xfrm>
              <a:off x="2059993" y="1983295"/>
              <a:ext cx="54" cy="434"/>
            </a:xfrm>
            <a:custGeom>
              <a:avLst/>
              <a:gdLst/>
              <a:ahLst/>
              <a:cxnLst/>
              <a:rect l="l" t="t" r="r" b="b"/>
              <a:pathLst>
                <a:path w="4" h="32" extrusionOk="0">
                  <a:moveTo>
                    <a:pt x="0" y="0"/>
                  </a:moveTo>
                  <a:lnTo>
                    <a:pt x="0" y="32"/>
                  </a:lnTo>
                  <a:cubicBezTo>
                    <a:pt x="4" y="21"/>
                    <a:pt x="0"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74" name="Google Shape;8574;p76"/>
            <p:cNvSpPr/>
            <p:nvPr/>
          </p:nvSpPr>
          <p:spPr>
            <a:xfrm>
              <a:off x="2060468" y="1993695"/>
              <a:ext cx="54" cy="923"/>
            </a:xfrm>
            <a:custGeom>
              <a:avLst/>
              <a:gdLst/>
              <a:ahLst/>
              <a:cxnLst/>
              <a:rect l="l" t="t" r="r" b="b"/>
              <a:pathLst>
                <a:path w="4" h="68" extrusionOk="0">
                  <a:moveTo>
                    <a:pt x="0" y="1"/>
                  </a:moveTo>
                  <a:lnTo>
                    <a:pt x="4" y="6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75" name="Google Shape;8575;p76"/>
            <p:cNvSpPr/>
            <p:nvPr/>
          </p:nvSpPr>
          <p:spPr>
            <a:xfrm>
              <a:off x="2060183" y="1986621"/>
              <a:ext cx="0" cy="584"/>
            </a:xfrm>
            <a:custGeom>
              <a:avLst/>
              <a:gdLst/>
              <a:ahLst/>
              <a:cxnLst/>
              <a:rect l="l" t="t" r="r" b="b"/>
              <a:pathLst>
                <a:path h="43" extrusionOk="0">
                  <a:moveTo>
                    <a:pt x="0" y="0"/>
                  </a:moveTo>
                  <a:lnTo>
                    <a:pt x="0" y="4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76" name="Google Shape;8576;p76"/>
            <p:cNvSpPr/>
            <p:nvPr/>
          </p:nvSpPr>
          <p:spPr>
            <a:xfrm>
              <a:off x="2060129" y="1985807"/>
              <a:ext cx="14" cy="638"/>
            </a:xfrm>
            <a:custGeom>
              <a:avLst/>
              <a:gdLst/>
              <a:ahLst/>
              <a:cxnLst/>
              <a:rect l="l" t="t" r="r" b="b"/>
              <a:pathLst>
                <a:path w="1" h="47" extrusionOk="0">
                  <a:moveTo>
                    <a:pt x="1" y="1"/>
                  </a:moveTo>
                  <a:lnTo>
                    <a:pt x="1" y="4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77" name="Google Shape;8577;p76"/>
            <p:cNvSpPr/>
            <p:nvPr/>
          </p:nvSpPr>
          <p:spPr>
            <a:xfrm>
              <a:off x="2060088" y="1985101"/>
              <a:ext cx="0" cy="530"/>
            </a:xfrm>
            <a:custGeom>
              <a:avLst/>
              <a:gdLst/>
              <a:ahLst/>
              <a:cxnLst/>
              <a:rect l="l" t="t" r="r" b="b"/>
              <a:pathLst>
                <a:path h="39" extrusionOk="0">
                  <a:moveTo>
                    <a:pt x="0" y="0"/>
                  </a:moveTo>
                  <a:lnTo>
                    <a:pt x="0" y="3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78" name="Google Shape;8578;p76"/>
            <p:cNvSpPr/>
            <p:nvPr/>
          </p:nvSpPr>
          <p:spPr>
            <a:xfrm>
              <a:off x="2054562" y="1966649"/>
              <a:ext cx="109" cy="163"/>
            </a:xfrm>
            <a:custGeom>
              <a:avLst/>
              <a:gdLst/>
              <a:ahLst/>
              <a:cxnLst/>
              <a:rect l="l" t="t" r="r" b="b"/>
              <a:pathLst>
                <a:path w="8" h="12" extrusionOk="0">
                  <a:moveTo>
                    <a:pt x="1" y="1"/>
                  </a:moveTo>
                  <a:lnTo>
                    <a:pt x="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79" name="Google Shape;8579;p76"/>
            <p:cNvSpPr/>
            <p:nvPr/>
          </p:nvSpPr>
          <p:spPr>
            <a:xfrm>
              <a:off x="2060509" y="1994795"/>
              <a:ext cx="14" cy="530"/>
            </a:xfrm>
            <a:custGeom>
              <a:avLst/>
              <a:gdLst/>
              <a:ahLst/>
              <a:cxnLst/>
              <a:rect l="l" t="t" r="r" b="b"/>
              <a:pathLst>
                <a:path w="1" h="39" extrusionOk="0">
                  <a:moveTo>
                    <a:pt x="1" y="39"/>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80" name="Google Shape;8580;p76"/>
            <p:cNvSpPr/>
            <p:nvPr/>
          </p:nvSpPr>
          <p:spPr>
            <a:xfrm>
              <a:off x="2055091" y="1967178"/>
              <a:ext cx="149" cy="149"/>
            </a:xfrm>
            <a:custGeom>
              <a:avLst/>
              <a:gdLst/>
              <a:ahLst/>
              <a:cxnLst/>
              <a:rect l="l" t="t" r="r" b="b"/>
              <a:pathLst>
                <a:path w="11" h="11" extrusionOk="0">
                  <a:moveTo>
                    <a:pt x="0" y="0"/>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81" name="Google Shape;8581;p76"/>
            <p:cNvSpPr/>
            <p:nvPr/>
          </p:nvSpPr>
          <p:spPr>
            <a:xfrm>
              <a:off x="2055376" y="1967463"/>
              <a:ext cx="149" cy="109"/>
            </a:xfrm>
            <a:custGeom>
              <a:avLst/>
              <a:gdLst/>
              <a:ahLst/>
              <a:cxnLst/>
              <a:rect l="l" t="t" r="r" b="b"/>
              <a:pathLst>
                <a:path w="11" h="8" extrusionOk="0">
                  <a:moveTo>
                    <a:pt x="0" y="0"/>
                  </a:moveTo>
                  <a:lnTo>
                    <a:pt x="1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82" name="Google Shape;8582;p76"/>
            <p:cNvSpPr/>
            <p:nvPr/>
          </p:nvSpPr>
          <p:spPr>
            <a:xfrm>
              <a:off x="2059939" y="1982385"/>
              <a:ext cx="14" cy="448"/>
            </a:xfrm>
            <a:custGeom>
              <a:avLst/>
              <a:gdLst/>
              <a:ahLst/>
              <a:cxnLst/>
              <a:rect l="l" t="t" r="r" b="b"/>
              <a:pathLst>
                <a:path w="1" h="33" extrusionOk="0">
                  <a:moveTo>
                    <a:pt x="1" y="1"/>
                  </a:moveTo>
                  <a:lnTo>
                    <a:pt x="1" y="32"/>
                  </a:lnTo>
                  <a:cubicBezTo>
                    <a:pt x="1" y="22"/>
                    <a:pt x="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83" name="Google Shape;8583;p76"/>
            <p:cNvSpPr/>
            <p:nvPr/>
          </p:nvSpPr>
          <p:spPr>
            <a:xfrm>
              <a:off x="2060278" y="1988427"/>
              <a:ext cx="0" cy="530"/>
            </a:xfrm>
            <a:custGeom>
              <a:avLst/>
              <a:gdLst/>
              <a:ahLst/>
              <a:cxnLst/>
              <a:rect l="l" t="t" r="r" b="b"/>
              <a:pathLst>
                <a:path h="39" extrusionOk="0">
                  <a:moveTo>
                    <a:pt x="0" y="0"/>
                  </a:moveTo>
                  <a:lnTo>
                    <a:pt x="0" y="3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84" name="Google Shape;8584;p76"/>
            <p:cNvSpPr/>
            <p:nvPr/>
          </p:nvSpPr>
          <p:spPr>
            <a:xfrm>
              <a:off x="2056137" y="1967884"/>
              <a:ext cx="149" cy="109"/>
            </a:xfrm>
            <a:custGeom>
              <a:avLst/>
              <a:gdLst/>
              <a:ahLst/>
              <a:cxnLst/>
              <a:rect l="l" t="t" r="r" b="b"/>
              <a:pathLst>
                <a:path w="11" h="8" extrusionOk="0">
                  <a:moveTo>
                    <a:pt x="0"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85" name="Google Shape;8585;p76"/>
            <p:cNvSpPr/>
            <p:nvPr/>
          </p:nvSpPr>
          <p:spPr>
            <a:xfrm>
              <a:off x="2055757" y="1967654"/>
              <a:ext cx="149" cy="109"/>
            </a:xfrm>
            <a:custGeom>
              <a:avLst/>
              <a:gdLst/>
              <a:ahLst/>
              <a:cxnLst/>
              <a:rect l="l" t="t" r="r" b="b"/>
              <a:pathLst>
                <a:path w="11" h="8" extrusionOk="0">
                  <a:moveTo>
                    <a:pt x="0" y="0"/>
                  </a:moveTo>
                  <a:lnTo>
                    <a:pt x="1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86" name="Google Shape;8586;p76"/>
            <p:cNvSpPr/>
            <p:nvPr/>
          </p:nvSpPr>
          <p:spPr>
            <a:xfrm>
              <a:off x="2153623" y="1945930"/>
              <a:ext cx="3720" cy="6381"/>
            </a:xfrm>
            <a:custGeom>
              <a:avLst/>
              <a:gdLst/>
              <a:ahLst/>
              <a:cxnLst/>
              <a:rect l="l" t="t" r="r" b="b"/>
              <a:pathLst>
                <a:path w="274" h="470" extrusionOk="0">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87" name="Google Shape;8587;p76"/>
            <p:cNvSpPr/>
            <p:nvPr/>
          </p:nvSpPr>
          <p:spPr>
            <a:xfrm>
              <a:off x="2113366" y="1953723"/>
              <a:ext cx="52776" cy="75260"/>
            </a:xfrm>
            <a:custGeom>
              <a:avLst/>
              <a:gdLst/>
              <a:ahLst/>
              <a:cxnLst/>
              <a:rect l="l" t="t" r="r" b="b"/>
              <a:pathLst>
                <a:path w="3887" h="5543" extrusionOk="0">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88" name="Google Shape;8588;p76"/>
            <p:cNvSpPr/>
            <p:nvPr/>
          </p:nvSpPr>
          <p:spPr>
            <a:xfrm>
              <a:off x="2165368" y="2023172"/>
              <a:ext cx="149" cy="244"/>
            </a:xfrm>
            <a:custGeom>
              <a:avLst/>
              <a:gdLst/>
              <a:ahLst/>
              <a:cxnLst/>
              <a:rect l="l" t="t" r="r" b="b"/>
              <a:pathLst>
                <a:path w="11" h="18" extrusionOk="0">
                  <a:moveTo>
                    <a:pt x="11" y="18"/>
                  </a:moveTo>
                  <a:cubicBezTo>
                    <a:pt x="7" y="11"/>
                    <a:pt x="4" y="7"/>
                    <a:pt x="0" y="0"/>
                  </a:cubicBezTo>
                  <a:cubicBezTo>
                    <a:pt x="4" y="7"/>
                    <a:pt x="7" y="11"/>
                    <a:pt x="1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89" name="Google Shape;8589;p76"/>
            <p:cNvSpPr/>
            <p:nvPr/>
          </p:nvSpPr>
          <p:spPr>
            <a:xfrm>
              <a:off x="2165178" y="2022792"/>
              <a:ext cx="149" cy="339"/>
            </a:xfrm>
            <a:custGeom>
              <a:avLst/>
              <a:gdLst/>
              <a:ahLst/>
              <a:cxnLst/>
              <a:rect l="l" t="t" r="r" b="b"/>
              <a:pathLst>
                <a:path w="11" h="25" extrusionOk="0">
                  <a:moveTo>
                    <a:pt x="11" y="25"/>
                  </a:moveTo>
                  <a:cubicBezTo>
                    <a:pt x="4" y="14"/>
                    <a:pt x="4" y="7"/>
                    <a:pt x="0" y="0"/>
                  </a:cubicBezTo>
                  <a:cubicBezTo>
                    <a:pt x="4" y="7"/>
                    <a:pt x="4" y="14"/>
                    <a:pt x="1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90" name="Google Shape;8590;p76"/>
            <p:cNvSpPr/>
            <p:nvPr/>
          </p:nvSpPr>
          <p:spPr>
            <a:xfrm>
              <a:off x="2159136" y="1988902"/>
              <a:ext cx="204" cy="299"/>
            </a:xfrm>
            <a:custGeom>
              <a:avLst/>
              <a:gdLst/>
              <a:ahLst/>
              <a:cxnLst/>
              <a:rect l="l" t="t" r="r" b="b"/>
              <a:pathLst>
                <a:path w="15" h="22" extrusionOk="0">
                  <a:moveTo>
                    <a:pt x="1" y="21"/>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91" name="Google Shape;8591;p76"/>
            <p:cNvSpPr/>
            <p:nvPr/>
          </p:nvSpPr>
          <p:spPr>
            <a:xfrm>
              <a:off x="2158715" y="1989568"/>
              <a:ext cx="204" cy="244"/>
            </a:xfrm>
            <a:custGeom>
              <a:avLst/>
              <a:gdLst/>
              <a:ahLst/>
              <a:cxnLst/>
              <a:rect l="l" t="t" r="r" b="b"/>
              <a:pathLst>
                <a:path w="15" h="18" extrusionOk="0">
                  <a:moveTo>
                    <a:pt x="0" y="18"/>
                  </a:moveTo>
                  <a:cubicBezTo>
                    <a:pt x="4" y="11"/>
                    <a:pt x="11" y="4"/>
                    <a:pt x="14" y="0"/>
                  </a:cubicBezTo>
                  <a:cubicBezTo>
                    <a:pt x="11" y="4"/>
                    <a:pt x="4" y="11"/>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92" name="Google Shape;8592;p76"/>
            <p:cNvSpPr/>
            <p:nvPr/>
          </p:nvSpPr>
          <p:spPr>
            <a:xfrm>
              <a:off x="2158375" y="1990179"/>
              <a:ext cx="109" cy="258"/>
            </a:xfrm>
            <a:custGeom>
              <a:avLst/>
              <a:gdLst/>
              <a:ahLst/>
              <a:cxnLst/>
              <a:rect l="l" t="t" r="r" b="b"/>
              <a:pathLst>
                <a:path w="8" h="19" extrusionOk="0">
                  <a:moveTo>
                    <a:pt x="1" y="18"/>
                  </a:moveTo>
                  <a:cubicBezTo>
                    <a:pt x="4" y="15"/>
                    <a:pt x="8" y="8"/>
                    <a:pt x="8" y="1"/>
                  </a:cubicBezTo>
                  <a:cubicBezTo>
                    <a:pt x="8" y="8"/>
                    <a:pt x="4" y="15"/>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93" name="Google Shape;8593;p76"/>
            <p:cNvSpPr/>
            <p:nvPr/>
          </p:nvSpPr>
          <p:spPr>
            <a:xfrm>
              <a:off x="2159611" y="1988332"/>
              <a:ext cx="204" cy="299"/>
            </a:xfrm>
            <a:custGeom>
              <a:avLst/>
              <a:gdLst/>
              <a:ahLst/>
              <a:cxnLst/>
              <a:rect l="l" t="t" r="r" b="b"/>
              <a:pathLst>
                <a:path w="15" h="22" extrusionOk="0">
                  <a:moveTo>
                    <a:pt x="1" y="21"/>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94" name="Google Shape;8594;p76"/>
            <p:cNvSpPr/>
            <p:nvPr/>
          </p:nvSpPr>
          <p:spPr>
            <a:xfrm>
              <a:off x="2161132" y="1986757"/>
              <a:ext cx="258" cy="258"/>
            </a:xfrm>
            <a:custGeom>
              <a:avLst/>
              <a:gdLst/>
              <a:ahLst/>
              <a:cxnLst/>
              <a:rect l="l" t="t" r="r" b="b"/>
              <a:pathLst>
                <a:path w="19" h="19" extrusionOk="0">
                  <a:moveTo>
                    <a:pt x="1" y="18"/>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95" name="Google Shape;8595;p76"/>
            <p:cNvSpPr/>
            <p:nvPr/>
          </p:nvSpPr>
          <p:spPr>
            <a:xfrm>
              <a:off x="2160086" y="1987803"/>
              <a:ext cx="258" cy="258"/>
            </a:xfrm>
            <a:custGeom>
              <a:avLst/>
              <a:gdLst/>
              <a:ahLst/>
              <a:cxnLst/>
              <a:rect l="l" t="t" r="r" b="b"/>
              <a:pathLst>
                <a:path w="19" h="19" extrusionOk="0">
                  <a:moveTo>
                    <a:pt x="1" y="18"/>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96" name="Google Shape;8596;p76"/>
            <p:cNvSpPr/>
            <p:nvPr/>
          </p:nvSpPr>
          <p:spPr>
            <a:xfrm>
              <a:off x="2165884" y="2023837"/>
              <a:ext cx="258" cy="204"/>
            </a:xfrm>
            <a:custGeom>
              <a:avLst/>
              <a:gdLst/>
              <a:ahLst/>
              <a:cxnLst/>
              <a:rect l="l" t="t" r="r" b="b"/>
              <a:pathLst>
                <a:path w="19" h="15" extrusionOk="0">
                  <a:moveTo>
                    <a:pt x="18" y="14"/>
                  </a:moveTo>
                  <a:cubicBezTo>
                    <a:pt x="11" y="11"/>
                    <a:pt x="4" y="4"/>
                    <a:pt x="1" y="0"/>
                  </a:cubicBezTo>
                  <a:cubicBezTo>
                    <a:pt x="4" y="4"/>
                    <a:pt x="11" y="11"/>
                    <a:pt x="18"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97" name="Google Shape;8597;p76"/>
            <p:cNvSpPr/>
            <p:nvPr/>
          </p:nvSpPr>
          <p:spPr>
            <a:xfrm>
              <a:off x="2160616" y="1987287"/>
              <a:ext cx="244" cy="244"/>
            </a:xfrm>
            <a:custGeom>
              <a:avLst/>
              <a:gdLst/>
              <a:ahLst/>
              <a:cxnLst/>
              <a:rect l="l" t="t" r="r" b="b"/>
              <a:pathLst>
                <a:path w="18" h="18" extrusionOk="0">
                  <a:moveTo>
                    <a:pt x="0" y="18"/>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98" name="Google Shape;8598;p76"/>
            <p:cNvSpPr/>
            <p:nvPr/>
          </p:nvSpPr>
          <p:spPr>
            <a:xfrm>
              <a:off x="2165558" y="2023457"/>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99" name="Google Shape;8599;p76"/>
            <p:cNvSpPr/>
            <p:nvPr/>
          </p:nvSpPr>
          <p:spPr>
            <a:xfrm>
              <a:off x="2157289" y="1953832"/>
              <a:ext cx="54" cy="855"/>
            </a:xfrm>
            <a:custGeom>
              <a:avLst/>
              <a:gdLst/>
              <a:ahLst/>
              <a:cxnLst/>
              <a:rect l="l" t="t" r="r" b="b"/>
              <a:pathLst>
                <a:path w="4" h="63" extrusionOk="0">
                  <a:moveTo>
                    <a:pt x="4" y="1"/>
                  </a:moveTo>
                  <a:cubicBezTo>
                    <a:pt x="4" y="18"/>
                    <a:pt x="4" y="42"/>
                    <a:pt x="0" y="63"/>
                  </a:cubicBezTo>
                  <a:cubicBezTo>
                    <a:pt x="4" y="42"/>
                    <a:pt x="4" y="21"/>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00" name="Google Shape;8600;p76"/>
            <p:cNvSpPr/>
            <p:nvPr/>
          </p:nvSpPr>
          <p:spPr>
            <a:xfrm>
              <a:off x="2157140" y="1954728"/>
              <a:ext cx="163" cy="869"/>
            </a:xfrm>
            <a:custGeom>
              <a:avLst/>
              <a:gdLst/>
              <a:ahLst/>
              <a:cxnLst/>
              <a:rect l="l" t="t" r="r" b="b"/>
              <a:pathLst>
                <a:path w="12" h="64" extrusionOk="0">
                  <a:moveTo>
                    <a:pt x="1" y="63"/>
                  </a:moveTo>
                  <a:cubicBezTo>
                    <a:pt x="4" y="42"/>
                    <a:pt x="8" y="21"/>
                    <a:pt x="11" y="0"/>
                  </a:cubicBezTo>
                  <a:cubicBezTo>
                    <a:pt x="8" y="21"/>
                    <a:pt x="4" y="42"/>
                    <a:pt x="1" y="6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01" name="Google Shape;8601;p76"/>
            <p:cNvSpPr/>
            <p:nvPr/>
          </p:nvSpPr>
          <p:spPr>
            <a:xfrm>
              <a:off x="2157004" y="1951971"/>
              <a:ext cx="149" cy="339"/>
            </a:xfrm>
            <a:custGeom>
              <a:avLst/>
              <a:gdLst/>
              <a:ahLst/>
              <a:cxnLst/>
              <a:rect l="l" t="t" r="r" b="b"/>
              <a:pathLst>
                <a:path w="11" h="25" extrusionOk="0">
                  <a:moveTo>
                    <a:pt x="11" y="25"/>
                  </a:moveTo>
                  <a:cubicBezTo>
                    <a:pt x="7" y="14"/>
                    <a:pt x="4" y="7"/>
                    <a:pt x="0" y="0"/>
                  </a:cubicBezTo>
                  <a:cubicBezTo>
                    <a:pt x="4" y="7"/>
                    <a:pt x="7" y="14"/>
                    <a:pt x="1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02" name="Google Shape;8602;p76"/>
            <p:cNvSpPr/>
            <p:nvPr/>
          </p:nvSpPr>
          <p:spPr>
            <a:xfrm>
              <a:off x="2115213" y="2000688"/>
              <a:ext cx="14" cy="109"/>
            </a:xfrm>
            <a:custGeom>
              <a:avLst/>
              <a:gdLst/>
              <a:ahLst/>
              <a:cxnLst/>
              <a:rect l="l" t="t" r="r" b="b"/>
              <a:pathLst>
                <a:path w="1" h="8" extrusionOk="0">
                  <a:moveTo>
                    <a:pt x="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03" name="Google Shape;8603;p76"/>
            <p:cNvSpPr/>
            <p:nvPr/>
          </p:nvSpPr>
          <p:spPr>
            <a:xfrm>
              <a:off x="2124011" y="1992826"/>
              <a:ext cx="923" cy="27"/>
            </a:xfrm>
            <a:custGeom>
              <a:avLst/>
              <a:gdLst/>
              <a:ahLst/>
              <a:cxnLst/>
              <a:rect l="l" t="t" r="r" b="b"/>
              <a:pathLst>
                <a:path w="68" h="2" extrusionOk="0">
                  <a:moveTo>
                    <a:pt x="23" y="0"/>
                  </a:moveTo>
                  <a:cubicBezTo>
                    <a:pt x="15" y="0"/>
                    <a:pt x="8" y="1"/>
                    <a:pt x="1" y="2"/>
                  </a:cubicBezTo>
                  <a:lnTo>
                    <a:pt x="67" y="2"/>
                  </a:lnTo>
                  <a:cubicBezTo>
                    <a:pt x="53" y="2"/>
                    <a:pt x="38" y="0"/>
                    <a:pt x="2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04" name="Google Shape;8604;p76"/>
            <p:cNvSpPr/>
            <p:nvPr/>
          </p:nvSpPr>
          <p:spPr>
            <a:xfrm>
              <a:off x="2153528" y="1947885"/>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05" name="Google Shape;8605;p76"/>
            <p:cNvSpPr/>
            <p:nvPr/>
          </p:nvSpPr>
          <p:spPr>
            <a:xfrm>
              <a:off x="2153528" y="1947409"/>
              <a:ext cx="68" cy="339"/>
            </a:xfrm>
            <a:custGeom>
              <a:avLst/>
              <a:gdLst/>
              <a:ahLst/>
              <a:cxnLst/>
              <a:rect l="l" t="t" r="r" b="b"/>
              <a:pathLst>
                <a:path w="5" h="25" extrusionOk="0">
                  <a:moveTo>
                    <a:pt x="1" y="0"/>
                  </a:moveTo>
                  <a:lnTo>
                    <a:pt x="1" y="25"/>
                  </a:lnTo>
                  <a:cubicBezTo>
                    <a:pt x="1" y="18"/>
                    <a:pt x="4"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06" name="Google Shape;8606;p76"/>
            <p:cNvSpPr/>
            <p:nvPr/>
          </p:nvSpPr>
          <p:spPr>
            <a:xfrm>
              <a:off x="2153487" y="1948306"/>
              <a:ext cx="14" cy="258"/>
            </a:xfrm>
            <a:custGeom>
              <a:avLst/>
              <a:gdLst/>
              <a:ahLst/>
              <a:cxnLst/>
              <a:rect l="l" t="t" r="r" b="b"/>
              <a:pathLst>
                <a:path w="1" h="19" extrusionOk="0">
                  <a:moveTo>
                    <a:pt x="0" y="18"/>
                  </a:moveTo>
                  <a:lnTo>
                    <a:pt x="0" y="1"/>
                  </a:lnTo>
                  <a:cubicBezTo>
                    <a:pt x="0" y="4"/>
                    <a:pt x="0" y="11"/>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07" name="Google Shape;8607;p76"/>
            <p:cNvSpPr/>
            <p:nvPr/>
          </p:nvSpPr>
          <p:spPr>
            <a:xfrm>
              <a:off x="2153678" y="1946255"/>
              <a:ext cx="54" cy="394"/>
            </a:xfrm>
            <a:custGeom>
              <a:avLst/>
              <a:gdLst/>
              <a:ahLst/>
              <a:cxnLst/>
              <a:rect l="l" t="t" r="r" b="b"/>
              <a:pathLst>
                <a:path w="4" h="29" extrusionOk="0">
                  <a:moveTo>
                    <a:pt x="0" y="29"/>
                  </a:moveTo>
                  <a:cubicBezTo>
                    <a:pt x="0" y="18"/>
                    <a:pt x="0" y="11"/>
                    <a:pt x="4" y="1"/>
                  </a:cubicBezTo>
                  <a:cubicBezTo>
                    <a:pt x="0" y="11"/>
                    <a:pt x="0" y="18"/>
                    <a:pt x="0"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08" name="Google Shape;8608;p76"/>
            <p:cNvSpPr/>
            <p:nvPr/>
          </p:nvSpPr>
          <p:spPr>
            <a:xfrm>
              <a:off x="2153583" y="1946785"/>
              <a:ext cx="54" cy="489"/>
            </a:xfrm>
            <a:custGeom>
              <a:avLst/>
              <a:gdLst/>
              <a:ahLst/>
              <a:cxnLst/>
              <a:rect l="l" t="t" r="r" b="b"/>
              <a:pathLst>
                <a:path w="4" h="36" extrusionOk="0">
                  <a:moveTo>
                    <a:pt x="4" y="0"/>
                  </a:moveTo>
                  <a:cubicBezTo>
                    <a:pt x="0" y="11"/>
                    <a:pt x="0" y="25"/>
                    <a:pt x="0" y="35"/>
                  </a:cubicBezTo>
                  <a:cubicBezTo>
                    <a:pt x="0" y="25"/>
                    <a:pt x="4" y="1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09" name="Google Shape;8609;p76"/>
            <p:cNvSpPr/>
            <p:nvPr/>
          </p:nvSpPr>
          <p:spPr>
            <a:xfrm>
              <a:off x="2153718" y="1945875"/>
              <a:ext cx="68" cy="204"/>
            </a:xfrm>
            <a:custGeom>
              <a:avLst/>
              <a:gdLst/>
              <a:ahLst/>
              <a:cxnLst/>
              <a:rect l="l" t="t" r="r" b="b"/>
              <a:pathLst>
                <a:path w="5" h="15" extrusionOk="0">
                  <a:moveTo>
                    <a:pt x="4"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10" name="Google Shape;8610;p76"/>
            <p:cNvSpPr/>
            <p:nvPr/>
          </p:nvSpPr>
          <p:spPr>
            <a:xfrm>
              <a:off x="2155959" y="1951116"/>
              <a:ext cx="394" cy="204"/>
            </a:xfrm>
            <a:custGeom>
              <a:avLst/>
              <a:gdLst/>
              <a:ahLst/>
              <a:cxnLst/>
              <a:rect l="l" t="t" r="r" b="b"/>
              <a:pathLst>
                <a:path w="29" h="15" extrusionOk="0">
                  <a:moveTo>
                    <a:pt x="28" y="14"/>
                  </a:moveTo>
                  <a:cubicBezTo>
                    <a:pt x="21" y="11"/>
                    <a:pt x="11" y="4"/>
                    <a:pt x="0" y="0"/>
                  </a:cubicBezTo>
                  <a:cubicBezTo>
                    <a:pt x="11" y="4"/>
                    <a:pt x="21" y="11"/>
                    <a:pt x="28"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11" name="Google Shape;8611;p76"/>
            <p:cNvSpPr/>
            <p:nvPr/>
          </p:nvSpPr>
          <p:spPr>
            <a:xfrm>
              <a:off x="2156760" y="1951591"/>
              <a:ext cx="204" cy="339"/>
            </a:xfrm>
            <a:custGeom>
              <a:avLst/>
              <a:gdLst/>
              <a:ahLst/>
              <a:cxnLst/>
              <a:rect l="l" t="t" r="r" b="b"/>
              <a:pathLst>
                <a:path w="15" h="25" extrusionOk="0">
                  <a:moveTo>
                    <a:pt x="1" y="0"/>
                  </a:moveTo>
                  <a:cubicBezTo>
                    <a:pt x="4" y="7"/>
                    <a:pt x="11" y="14"/>
                    <a:pt x="15" y="25"/>
                  </a:cubicBezTo>
                  <a:cubicBezTo>
                    <a:pt x="11" y="14"/>
                    <a:pt x="4"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12" name="Google Shape;8612;p76"/>
            <p:cNvSpPr/>
            <p:nvPr/>
          </p:nvSpPr>
          <p:spPr>
            <a:xfrm>
              <a:off x="2115172" y="2000918"/>
              <a:ext cx="14" cy="109"/>
            </a:xfrm>
            <a:custGeom>
              <a:avLst/>
              <a:gdLst/>
              <a:ahLst/>
              <a:cxnLst/>
              <a:rect l="l" t="t" r="r" b="b"/>
              <a:pathLst>
                <a:path w="1" h="8" extrusionOk="0">
                  <a:moveTo>
                    <a:pt x="0"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13" name="Google Shape;8613;p76"/>
            <p:cNvSpPr/>
            <p:nvPr/>
          </p:nvSpPr>
          <p:spPr>
            <a:xfrm>
              <a:off x="2153487" y="1948645"/>
              <a:ext cx="14" cy="299"/>
            </a:xfrm>
            <a:custGeom>
              <a:avLst/>
              <a:gdLst/>
              <a:ahLst/>
              <a:cxnLst/>
              <a:rect l="l" t="t" r="r" b="b"/>
              <a:pathLst>
                <a:path w="1" h="22" extrusionOk="0">
                  <a:moveTo>
                    <a:pt x="0" y="2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14" name="Google Shape;8614;p76"/>
            <p:cNvSpPr/>
            <p:nvPr/>
          </p:nvSpPr>
          <p:spPr>
            <a:xfrm>
              <a:off x="2156434" y="1951347"/>
              <a:ext cx="299" cy="258"/>
            </a:xfrm>
            <a:custGeom>
              <a:avLst/>
              <a:gdLst/>
              <a:ahLst/>
              <a:cxnLst/>
              <a:rect l="l" t="t" r="r" b="b"/>
              <a:pathLst>
                <a:path w="22" h="19" extrusionOk="0">
                  <a:moveTo>
                    <a:pt x="21" y="18"/>
                  </a:moveTo>
                  <a:cubicBezTo>
                    <a:pt x="14" y="11"/>
                    <a:pt x="7" y="8"/>
                    <a:pt x="0" y="1"/>
                  </a:cubicBezTo>
                  <a:cubicBezTo>
                    <a:pt x="7" y="8"/>
                    <a:pt x="14" y="11"/>
                    <a:pt x="2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15" name="Google Shape;8615;p76"/>
            <p:cNvSpPr/>
            <p:nvPr/>
          </p:nvSpPr>
          <p:spPr>
            <a:xfrm>
              <a:off x="2113597" y="2006825"/>
              <a:ext cx="109" cy="204"/>
            </a:xfrm>
            <a:custGeom>
              <a:avLst/>
              <a:gdLst/>
              <a:ahLst/>
              <a:cxnLst/>
              <a:rect l="l" t="t" r="r" b="b"/>
              <a:pathLst>
                <a:path w="8" h="15" extrusionOk="0">
                  <a:moveTo>
                    <a:pt x="1" y="1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16" name="Google Shape;8616;p76"/>
            <p:cNvSpPr/>
            <p:nvPr/>
          </p:nvSpPr>
          <p:spPr>
            <a:xfrm>
              <a:off x="2114506" y="2003824"/>
              <a:ext cx="54" cy="244"/>
            </a:xfrm>
            <a:custGeom>
              <a:avLst/>
              <a:gdLst/>
              <a:ahLst/>
              <a:cxnLst/>
              <a:rect l="l" t="t" r="r" b="b"/>
              <a:pathLst>
                <a:path w="4" h="18" extrusionOk="0">
                  <a:moveTo>
                    <a:pt x="0"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17" name="Google Shape;8617;p76"/>
            <p:cNvSpPr/>
            <p:nvPr/>
          </p:nvSpPr>
          <p:spPr>
            <a:xfrm>
              <a:off x="2115117" y="2001204"/>
              <a:ext cx="14" cy="163"/>
            </a:xfrm>
            <a:custGeom>
              <a:avLst/>
              <a:gdLst/>
              <a:ahLst/>
              <a:cxnLst/>
              <a:rect l="l" t="t" r="r" b="b"/>
              <a:pathLst>
                <a:path w="1" h="12" extrusionOk="0">
                  <a:moveTo>
                    <a:pt x="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18" name="Google Shape;8618;p76"/>
            <p:cNvSpPr/>
            <p:nvPr/>
          </p:nvSpPr>
          <p:spPr>
            <a:xfrm>
              <a:off x="2113977" y="2005535"/>
              <a:ext cx="109" cy="258"/>
            </a:xfrm>
            <a:custGeom>
              <a:avLst/>
              <a:gdLst/>
              <a:ahLst/>
              <a:cxnLst/>
              <a:rect l="l" t="t" r="r" b="b"/>
              <a:pathLst>
                <a:path w="8" h="19" extrusionOk="0">
                  <a:moveTo>
                    <a:pt x="1" y="1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19" name="Google Shape;8619;p76"/>
            <p:cNvSpPr/>
            <p:nvPr/>
          </p:nvSpPr>
          <p:spPr>
            <a:xfrm>
              <a:off x="2114602" y="2003254"/>
              <a:ext cx="109" cy="244"/>
            </a:xfrm>
            <a:custGeom>
              <a:avLst/>
              <a:gdLst/>
              <a:ahLst/>
              <a:cxnLst/>
              <a:rect l="l" t="t" r="r" b="b"/>
              <a:pathLst>
                <a:path w="8" h="18" extrusionOk="0">
                  <a:moveTo>
                    <a:pt x="0" y="18"/>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20" name="Google Shape;8620;p76"/>
            <p:cNvSpPr/>
            <p:nvPr/>
          </p:nvSpPr>
          <p:spPr>
            <a:xfrm>
              <a:off x="2114221" y="2004924"/>
              <a:ext cx="54" cy="299"/>
            </a:xfrm>
            <a:custGeom>
              <a:avLst/>
              <a:gdLst/>
              <a:ahLst/>
              <a:cxnLst/>
              <a:rect l="l" t="t" r="r" b="b"/>
              <a:pathLst>
                <a:path w="4" h="22" extrusionOk="0">
                  <a:moveTo>
                    <a:pt x="0" y="21"/>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21" name="Google Shape;8621;p76"/>
            <p:cNvSpPr/>
            <p:nvPr/>
          </p:nvSpPr>
          <p:spPr>
            <a:xfrm>
              <a:off x="2113787" y="2006159"/>
              <a:ext cx="109" cy="244"/>
            </a:xfrm>
            <a:custGeom>
              <a:avLst/>
              <a:gdLst/>
              <a:ahLst/>
              <a:cxnLst/>
              <a:rect l="l" t="t" r="r" b="b"/>
              <a:pathLst>
                <a:path w="8" h="18" extrusionOk="0">
                  <a:moveTo>
                    <a:pt x="1" y="18"/>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22" name="Google Shape;8622;p76"/>
            <p:cNvSpPr/>
            <p:nvPr/>
          </p:nvSpPr>
          <p:spPr>
            <a:xfrm>
              <a:off x="2114316" y="2004353"/>
              <a:ext cx="109" cy="244"/>
            </a:xfrm>
            <a:custGeom>
              <a:avLst/>
              <a:gdLst/>
              <a:ahLst/>
              <a:cxnLst/>
              <a:rect l="l" t="t" r="r" b="b"/>
              <a:pathLst>
                <a:path w="8" h="18" extrusionOk="0">
                  <a:moveTo>
                    <a:pt x="0" y="18"/>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23" name="Google Shape;8623;p76"/>
            <p:cNvSpPr/>
            <p:nvPr/>
          </p:nvSpPr>
          <p:spPr>
            <a:xfrm>
              <a:off x="2114982" y="2001923"/>
              <a:ext cx="14" cy="204"/>
            </a:xfrm>
            <a:custGeom>
              <a:avLst/>
              <a:gdLst/>
              <a:ahLst/>
              <a:cxnLst/>
              <a:rect l="l" t="t" r="r" b="b"/>
              <a:pathLst>
                <a:path w="1" h="15" extrusionOk="0">
                  <a:moveTo>
                    <a:pt x="0"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24" name="Google Shape;8624;p76"/>
            <p:cNvSpPr/>
            <p:nvPr/>
          </p:nvSpPr>
          <p:spPr>
            <a:xfrm>
              <a:off x="2114737" y="2002779"/>
              <a:ext cx="68" cy="244"/>
            </a:xfrm>
            <a:custGeom>
              <a:avLst/>
              <a:gdLst/>
              <a:ahLst/>
              <a:cxnLst/>
              <a:rect l="l" t="t" r="r" b="b"/>
              <a:pathLst>
                <a:path w="5" h="18" extrusionOk="0">
                  <a:moveTo>
                    <a:pt x="1" y="18"/>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25" name="Google Shape;8625;p76"/>
            <p:cNvSpPr/>
            <p:nvPr/>
          </p:nvSpPr>
          <p:spPr>
            <a:xfrm>
              <a:off x="2114832" y="2002344"/>
              <a:ext cx="68" cy="204"/>
            </a:xfrm>
            <a:custGeom>
              <a:avLst/>
              <a:gdLst/>
              <a:ahLst/>
              <a:cxnLst/>
              <a:rect l="l" t="t" r="r" b="b"/>
              <a:pathLst>
                <a:path w="5" h="15" extrusionOk="0">
                  <a:moveTo>
                    <a:pt x="1" y="15"/>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26" name="Google Shape;8626;p76"/>
            <p:cNvSpPr/>
            <p:nvPr/>
          </p:nvSpPr>
          <p:spPr>
            <a:xfrm>
              <a:off x="2113366" y="2007490"/>
              <a:ext cx="54" cy="204"/>
            </a:xfrm>
            <a:custGeom>
              <a:avLst/>
              <a:gdLst/>
              <a:ahLst/>
              <a:cxnLst/>
              <a:rect l="l" t="t" r="r" b="b"/>
              <a:pathLst>
                <a:path w="4" h="15" extrusionOk="0">
                  <a:moveTo>
                    <a:pt x="0" y="14"/>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27" name="Google Shape;8627;p76"/>
            <p:cNvSpPr/>
            <p:nvPr/>
          </p:nvSpPr>
          <p:spPr>
            <a:xfrm>
              <a:off x="2115022" y="2001543"/>
              <a:ext cx="68" cy="204"/>
            </a:xfrm>
            <a:custGeom>
              <a:avLst/>
              <a:gdLst/>
              <a:ahLst/>
              <a:cxnLst/>
              <a:rect l="l" t="t" r="r" b="b"/>
              <a:pathLst>
                <a:path w="5" h="15" extrusionOk="0">
                  <a:moveTo>
                    <a:pt x="1" y="14"/>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28" name="Google Shape;8628;p76"/>
            <p:cNvSpPr/>
            <p:nvPr/>
          </p:nvSpPr>
          <p:spPr>
            <a:xfrm>
              <a:off x="1985928" y="1964599"/>
              <a:ext cx="43217" cy="44466"/>
            </a:xfrm>
            <a:custGeom>
              <a:avLst/>
              <a:gdLst/>
              <a:ahLst/>
              <a:cxnLst/>
              <a:rect l="l" t="t" r="r" b="b"/>
              <a:pathLst>
                <a:path w="3183" h="3275" extrusionOk="0">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29" name="Google Shape;8629;p76"/>
            <p:cNvSpPr/>
            <p:nvPr/>
          </p:nvSpPr>
          <p:spPr>
            <a:xfrm>
              <a:off x="2025044" y="1961747"/>
              <a:ext cx="29585" cy="45417"/>
            </a:xfrm>
            <a:custGeom>
              <a:avLst/>
              <a:gdLst/>
              <a:ahLst/>
              <a:cxnLst/>
              <a:rect l="l" t="t" r="r" b="b"/>
              <a:pathLst>
                <a:path w="2179" h="3345" extrusionOk="0">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30" name="Google Shape;8630;p76"/>
            <p:cNvSpPr/>
            <p:nvPr/>
          </p:nvSpPr>
          <p:spPr>
            <a:xfrm>
              <a:off x="2053761" y="1996316"/>
              <a:ext cx="109" cy="244"/>
            </a:xfrm>
            <a:custGeom>
              <a:avLst/>
              <a:gdLst/>
              <a:ahLst/>
              <a:cxnLst/>
              <a:rect l="l" t="t" r="r" b="b"/>
              <a:pathLst>
                <a:path w="8" h="18" extrusionOk="0">
                  <a:moveTo>
                    <a:pt x="0" y="0"/>
                  </a:moveTo>
                  <a:lnTo>
                    <a:pt x="7"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31" name="Google Shape;8631;p76"/>
            <p:cNvSpPr/>
            <p:nvPr/>
          </p:nvSpPr>
          <p:spPr>
            <a:xfrm>
              <a:off x="2053516" y="1995786"/>
              <a:ext cx="109" cy="258"/>
            </a:xfrm>
            <a:custGeom>
              <a:avLst/>
              <a:gdLst/>
              <a:ahLst/>
              <a:cxnLst/>
              <a:rect l="l" t="t" r="r" b="b"/>
              <a:pathLst>
                <a:path w="8" h="19" extrusionOk="0">
                  <a:moveTo>
                    <a:pt x="1" y="1"/>
                  </a:moveTo>
                  <a:lnTo>
                    <a:pt x="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32" name="Google Shape;8632;p76"/>
            <p:cNvSpPr/>
            <p:nvPr/>
          </p:nvSpPr>
          <p:spPr>
            <a:xfrm>
              <a:off x="2052905" y="1993980"/>
              <a:ext cx="54" cy="204"/>
            </a:xfrm>
            <a:custGeom>
              <a:avLst/>
              <a:gdLst/>
              <a:ahLst/>
              <a:cxnLst/>
              <a:rect l="l" t="t" r="r" b="b"/>
              <a:pathLst>
                <a:path w="4" h="15" extrusionOk="0">
                  <a:moveTo>
                    <a:pt x="0" y="1"/>
                  </a:moveTo>
                  <a:lnTo>
                    <a:pt x="4"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33" name="Google Shape;8633;p76"/>
            <p:cNvSpPr/>
            <p:nvPr/>
          </p:nvSpPr>
          <p:spPr>
            <a:xfrm>
              <a:off x="2053326" y="1995175"/>
              <a:ext cx="68" cy="244"/>
            </a:xfrm>
            <a:custGeom>
              <a:avLst/>
              <a:gdLst/>
              <a:ahLst/>
              <a:cxnLst/>
              <a:rect l="l" t="t" r="r" b="b"/>
              <a:pathLst>
                <a:path w="5" h="18" extrusionOk="0">
                  <a:moveTo>
                    <a:pt x="1" y="0"/>
                  </a:moveTo>
                  <a:lnTo>
                    <a:pt x="4"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34" name="Google Shape;8634;p76"/>
            <p:cNvSpPr/>
            <p:nvPr/>
          </p:nvSpPr>
          <p:spPr>
            <a:xfrm>
              <a:off x="2053095" y="1994605"/>
              <a:ext cx="109" cy="244"/>
            </a:xfrm>
            <a:custGeom>
              <a:avLst/>
              <a:gdLst/>
              <a:ahLst/>
              <a:cxnLst/>
              <a:rect l="l" t="t" r="r" b="b"/>
              <a:pathLst>
                <a:path w="8" h="18" extrusionOk="0">
                  <a:moveTo>
                    <a:pt x="0" y="0"/>
                  </a:moveTo>
                  <a:lnTo>
                    <a:pt x="7"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35" name="Google Shape;8635;p76"/>
            <p:cNvSpPr/>
            <p:nvPr/>
          </p:nvSpPr>
          <p:spPr>
            <a:xfrm>
              <a:off x="2054277" y="1997497"/>
              <a:ext cx="109" cy="258"/>
            </a:xfrm>
            <a:custGeom>
              <a:avLst/>
              <a:gdLst/>
              <a:ahLst/>
              <a:cxnLst/>
              <a:rect l="l" t="t" r="r" b="b"/>
              <a:pathLst>
                <a:path w="8" h="19" extrusionOk="0">
                  <a:moveTo>
                    <a:pt x="1" y="1"/>
                  </a:moveTo>
                  <a:lnTo>
                    <a:pt x="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36" name="Google Shape;8636;p76"/>
            <p:cNvSpPr/>
            <p:nvPr/>
          </p:nvSpPr>
          <p:spPr>
            <a:xfrm>
              <a:off x="2053992" y="1996927"/>
              <a:ext cx="163" cy="299"/>
            </a:xfrm>
            <a:custGeom>
              <a:avLst/>
              <a:gdLst/>
              <a:ahLst/>
              <a:cxnLst/>
              <a:rect l="l" t="t" r="r" b="b"/>
              <a:pathLst>
                <a:path w="12" h="22" extrusionOk="0">
                  <a:moveTo>
                    <a:pt x="1" y="1"/>
                  </a:moveTo>
                  <a:lnTo>
                    <a:pt x="1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37" name="Google Shape;8637;p76"/>
            <p:cNvSpPr/>
            <p:nvPr/>
          </p:nvSpPr>
          <p:spPr>
            <a:xfrm>
              <a:off x="2054467" y="1997931"/>
              <a:ext cx="109" cy="204"/>
            </a:xfrm>
            <a:custGeom>
              <a:avLst/>
              <a:gdLst/>
              <a:ahLst/>
              <a:cxnLst/>
              <a:rect l="l" t="t" r="r" b="b"/>
              <a:pathLst>
                <a:path w="8" h="15" extrusionOk="0">
                  <a:moveTo>
                    <a:pt x="1" y="0"/>
                  </a:moveTo>
                  <a:lnTo>
                    <a:pt x="8"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38" name="Google Shape;8638;p76"/>
            <p:cNvSpPr/>
            <p:nvPr/>
          </p:nvSpPr>
          <p:spPr>
            <a:xfrm>
              <a:off x="2048004" y="1965087"/>
              <a:ext cx="14" cy="54"/>
            </a:xfrm>
            <a:custGeom>
              <a:avLst/>
              <a:gdLst/>
              <a:ahLst/>
              <a:cxnLst/>
              <a:rect l="l" t="t" r="r" b="b"/>
              <a:pathLst>
                <a:path w="1" h="4" extrusionOk="0">
                  <a:moveTo>
                    <a:pt x="1"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39" name="Google Shape;8639;p76"/>
            <p:cNvSpPr/>
            <p:nvPr/>
          </p:nvSpPr>
          <p:spPr>
            <a:xfrm>
              <a:off x="2047909" y="1964897"/>
              <a:ext cx="14" cy="54"/>
            </a:xfrm>
            <a:custGeom>
              <a:avLst/>
              <a:gdLst/>
              <a:ahLst/>
              <a:cxnLst/>
              <a:rect l="l" t="t" r="r" b="b"/>
              <a:pathLst>
                <a:path w="1" h="4" extrusionOk="0">
                  <a:moveTo>
                    <a:pt x="1"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40" name="Google Shape;8640;p76"/>
            <p:cNvSpPr/>
            <p:nvPr/>
          </p:nvSpPr>
          <p:spPr>
            <a:xfrm>
              <a:off x="2048343" y="1965563"/>
              <a:ext cx="54" cy="54"/>
            </a:xfrm>
            <a:custGeom>
              <a:avLst/>
              <a:gdLst/>
              <a:ahLst/>
              <a:cxnLst/>
              <a:rect l="l" t="t" r="r" b="b"/>
              <a:pathLst>
                <a:path w="4" h="4" extrusionOk="0">
                  <a:moveTo>
                    <a:pt x="4"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41" name="Google Shape;8641;p76"/>
            <p:cNvSpPr/>
            <p:nvPr/>
          </p:nvSpPr>
          <p:spPr>
            <a:xfrm>
              <a:off x="2049620" y="1975691"/>
              <a:ext cx="679" cy="4521"/>
            </a:xfrm>
            <a:custGeom>
              <a:avLst/>
              <a:gdLst/>
              <a:ahLst/>
              <a:cxnLst/>
              <a:rect l="l" t="t" r="r" b="b"/>
              <a:pathLst>
                <a:path w="50" h="333" extrusionOk="0">
                  <a:moveTo>
                    <a:pt x="50" y="333"/>
                  </a:moveTo>
                  <a:lnTo>
                    <a:pt x="50" y="333"/>
                  </a:lnTo>
                  <a:cubicBezTo>
                    <a:pt x="15" y="224"/>
                    <a:pt x="1" y="112"/>
                    <a:pt x="4" y="0"/>
                  </a:cubicBezTo>
                  <a:cubicBezTo>
                    <a:pt x="1" y="112"/>
                    <a:pt x="15" y="224"/>
                    <a:pt x="50" y="33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42" name="Google Shape;8642;p76"/>
            <p:cNvSpPr/>
            <p:nvPr/>
          </p:nvSpPr>
          <p:spPr>
            <a:xfrm>
              <a:off x="2052376" y="1991849"/>
              <a:ext cx="68" cy="244"/>
            </a:xfrm>
            <a:custGeom>
              <a:avLst/>
              <a:gdLst/>
              <a:ahLst/>
              <a:cxnLst/>
              <a:rect l="l" t="t" r="r" b="b"/>
              <a:pathLst>
                <a:path w="5" h="18" extrusionOk="0">
                  <a:moveTo>
                    <a:pt x="1" y="0"/>
                  </a:moveTo>
                  <a:lnTo>
                    <a:pt x="4"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43" name="Google Shape;8643;p76"/>
            <p:cNvSpPr/>
            <p:nvPr/>
          </p:nvSpPr>
          <p:spPr>
            <a:xfrm>
              <a:off x="2047393" y="1963472"/>
              <a:ext cx="14" cy="109"/>
            </a:xfrm>
            <a:custGeom>
              <a:avLst/>
              <a:gdLst/>
              <a:ahLst/>
              <a:cxnLst/>
              <a:rect l="l" t="t" r="r" b="b"/>
              <a:pathLst>
                <a:path w="1" h="8"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44" name="Google Shape;8644;p76"/>
            <p:cNvSpPr/>
            <p:nvPr/>
          </p:nvSpPr>
          <p:spPr>
            <a:xfrm>
              <a:off x="2047773" y="1964612"/>
              <a:ext cx="54" cy="109"/>
            </a:xfrm>
            <a:custGeom>
              <a:avLst/>
              <a:gdLst/>
              <a:ahLst/>
              <a:cxnLst/>
              <a:rect l="l" t="t" r="r" b="b"/>
              <a:pathLst>
                <a:path w="4" h="8" extrusionOk="0">
                  <a:moveTo>
                    <a:pt x="0" y="0"/>
                  </a:moveTo>
                  <a:lnTo>
                    <a:pt x="4"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45" name="Google Shape;8645;p76"/>
            <p:cNvSpPr/>
            <p:nvPr/>
          </p:nvSpPr>
          <p:spPr>
            <a:xfrm>
              <a:off x="2047529" y="1963947"/>
              <a:ext cx="14" cy="109"/>
            </a:xfrm>
            <a:custGeom>
              <a:avLst/>
              <a:gdLst/>
              <a:ahLst/>
              <a:cxnLst/>
              <a:rect l="l" t="t" r="r" b="b"/>
              <a:pathLst>
                <a:path w="1" h="8" extrusionOk="0">
                  <a:moveTo>
                    <a:pt x="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46" name="Google Shape;8646;p76"/>
            <p:cNvSpPr/>
            <p:nvPr/>
          </p:nvSpPr>
          <p:spPr>
            <a:xfrm>
              <a:off x="2047678" y="1964273"/>
              <a:ext cx="14" cy="109"/>
            </a:xfrm>
            <a:custGeom>
              <a:avLst/>
              <a:gdLst/>
              <a:ahLst/>
              <a:cxnLst/>
              <a:rect l="l" t="t" r="r" b="b"/>
              <a:pathLst>
                <a:path w="1" h="8" extrusionOk="0">
                  <a:moveTo>
                    <a:pt x="0"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47" name="Google Shape;8647;p76"/>
            <p:cNvSpPr/>
            <p:nvPr/>
          </p:nvSpPr>
          <p:spPr>
            <a:xfrm>
              <a:off x="2052281" y="1991224"/>
              <a:ext cx="68" cy="258"/>
            </a:xfrm>
            <a:custGeom>
              <a:avLst/>
              <a:gdLst/>
              <a:ahLst/>
              <a:cxnLst/>
              <a:rect l="l" t="t" r="r" b="b"/>
              <a:pathLst>
                <a:path w="5" h="19" extrusionOk="0">
                  <a:moveTo>
                    <a:pt x="1" y="1"/>
                  </a:moveTo>
                  <a:cubicBezTo>
                    <a:pt x="1" y="8"/>
                    <a:pt x="1" y="15"/>
                    <a:pt x="4" y="18"/>
                  </a:cubicBezTo>
                  <a:cubicBezTo>
                    <a:pt x="1" y="15"/>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48" name="Google Shape;8648;p76"/>
            <p:cNvSpPr/>
            <p:nvPr/>
          </p:nvSpPr>
          <p:spPr>
            <a:xfrm>
              <a:off x="2048153" y="196531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49" name="Google Shape;8649;p76"/>
            <p:cNvSpPr/>
            <p:nvPr/>
          </p:nvSpPr>
          <p:spPr>
            <a:xfrm>
              <a:off x="2048438" y="1965658"/>
              <a:ext cx="54" cy="54"/>
            </a:xfrm>
            <a:custGeom>
              <a:avLst/>
              <a:gdLst/>
              <a:ahLst/>
              <a:cxnLst/>
              <a:rect l="l" t="t" r="r" b="b"/>
              <a:pathLst>
                <a:path w="4" h="4" extrusionOk="0">
                  <a:moveTo>
                    <a:pt x="0" y="0"/>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50" name="Google Shape;8650;p76"/>
            <p:cNvSpPr/>
            <p:nvPr/>
          </p:nvSpPr>
          <p:spPr>
            <a:xfrm>
              <a:off x="2047298" y="1962942"/>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51" name="Google Shape;8651;p76"/>
            <p:cNvSpPr/>
            <p:nvPr/>
          </p:nvSpPr>
          <p:spPr>
            <a:xfrm>
              <a:off x="2052661" y="1993179"/>
              <a:ext cx="68" cy="204"/>
            </a:xfrm>
            <a:custGeom>
              <a:avLst/>
              <a:gdLst/>
              <a:ahLst/>
              <a:cxnLst/>
              <a:rect l="l" t="t" r="r" b="b"/>
              <a:pathLst>
                <a:path w="5" h="15" extrusionOk="0">
                  <a:moveTo>
                    <a:pt x="1" y="0"/>
                  </a:moveTo>
                  <a:lnTo>
                    <a:pt x="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52" name="Google Shape;8652;p76"/>
            <p:cNvSpPr/>
            <p:nvPr/>
          </p:nvSpPr>
          <p:spPr>
            <a:xfrm>
              <a:off x="2048574" y="1965753"/>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53" name="Google Shape;8653;p76"/>
            <p:cNvSpPr/>
            <p:nvPr/>
          </p:nvSpPr>
          <p:spPr>
            <a:xfrm>
              <a:off x="2052525" y="1992514"/>
              <a:ext cx="54" cy="204"/>
            </a:xfrm>
            <a:custGeom>
              <a:avLst/>
              <a:gdLst/>
              <a:ahLst/>
              <a:cxnLst/>
              <a:rect l="l" t="t" r="r" b="b"/>
              <a:pathLst>
                <a:path w="4" h="15" extrusionOk="0">
                  <a:moveTo>
                    <a:pt x="0" y="0"/>
                  </a:moveTo>
                  <a:lnTo>
                    <a:pt x="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54" name="Google Shape;8654;p76"/>
            <p:cNvSpPr/>
            <p:nvPr/>
          </p:nvSpPr>
          <p:spPr>
            <a:xfrm>
              <a:off x="2047149" y="1962426"/>
              <a:ext cx="68" cy="204"/>
            </a:xfrm>
            <a:custGeom>
              <a:avLst/>
              <a:gdLst/>
              <a:ahLst/>
              <a:cxnLst/>
              <a:rect l="l" t="t" r="r" b="b"/>
              <a:pathLst>
                <a:path w="5" h="15" extrusionOk="0">
                  <a:moveTo>
                    <a:pt x="1" y="0"/>
                  </a:moveTo>
                  <a:lnTo>
                    <a:pt x="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55" name="Google Shape;8655;p76"/>
            <p:cNvSpPr/>
            <p:nvPr/>
          </p:nvSpPr>
          <p:spPr>
            <a:xfrm>
              <a:off x="2052186" y="1990654"/>
              <a:ext cx="68" cy="204"/>
            </a:xfrm>
            <a:custGeom>
              <a:avLst/>
              <a:gdLst/>
              <a:ahLst/>
              <a:cxnLst/>
              <a:rect l="l" t="t" r="r" b="b"/>
              <a:pathLst>
                <a:path w="5" h="15" extrusionOk="0">
                  <a:moveTo>
                    <a:pt x="1" y="1"/>
                  </a:moveTo>
                  <a:lnTo>
                    <a:pt x="1" y="15"/>
                  </a:lnTo>
                  <a:cubicBezTo>
                    <a:pt x="4" y="8"/>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56" name="Google Shape;8656;p76"/>
            <p:cNvSpPr/>
            <p:nvPr/>
          </p:nvSpPr>
          <p:spPr>
            <a:xfrm>
              <a:off x="2048248" y="1965468"/>
              <a:ext cx="54" cy="54"/>
            </a:xfrm>
            <a:custGeom>
              <a:avLst/>
              <a:gdLst/>
              <a:ahLst/>
              <a:cxnLst/>
              <a:rect l="l" t="t" r="r" b="b"/>
              <a:pathLst>
                <a:path w="4" h="4" extrusionOk="0">
                  <a:moveTo>
                    <a:pt x="0" y="0"/>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57" name="Google Shape;8657;p76"/>
            <p:cNvSpPr/>
            <p:nvPr/>
          </p:nvSpPr>
          <p:spPr>
            <a:xfrm>
              <a:off x="2030082" y="1976927"/>
              <a:ext cx="68" cy="339"/>
            </a:xfrm>
            <a:custGeom>
              <a:avLst/>
              <a:gdLst/>
              <a:ahLst/>
              <a:cxnLst/>
              <a:rect l="l" t="t" r="r" b="b"/>
              <a:pathLst>
                <a:path w="5" h="25" extrusionOk="0">
                  <a:moveTo>
                    <a:pt x="4"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58" name="Google Shape;8658;p76"/>
            <p:cNvSpPr/>
            <p:nvPr/>
          </p:nvSpPr>
          <p:spPr>
            <a:xfrm>
              <a:off x="2028520" y="2004014"/>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59" name="Google Shape;8659;p76"/>
            <p:cNvSpPr/>
            <p:nvPr/>
          </p:nvSpPr>
          <p:spPr>
            <a:xfrm>
              <a:off x="2029756" y="1975203"/>
              <a:ext cx="109" cy="394"/>
            </a:xfrm>
            <a:custGeom>
              <a:avLst/>
              <a:gdLst/>
              <a:ahLst/>
              <a:cxnLst/>
              <a:rect l="l" t="t" r="r" b="b"/>
              <a:pathLst>
                <a:path w="8" h="29" extrusionOk="0">
                  <a:moveTo>
                    <a:pt x="7" y="29"/>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60" name="Google Shape;8660;p76"/>
            <p:cNvSpPr/>
            <p:nvPr/>
          </p:nvSpPr>
          <p:spPr>
            <a:xfrm>
              <a:off x="2028520" y="2002969"/>
              <a:ext cx="14" cy="204"/>
            </a:xfrm>
            <a:custGeom>
              <a:avLst/>
              <a:gdLst/>
              <a:ahLst/>
              <a:cxnLst/>
              <a:rect l="l" t="t" r="r" b="b"/>
              <a:pathLst>
                <a:path w="1" h="15" extrusionOk="0">
                  <a:moveTo>
                    <a:pt x="0" y="14"/>
                  </a:moveTo>
                  <a:lnTo>
                    <a:pt x="0" y="0"/>
                  </a:lnTo>
                  <a:cubicBezTo>
                    <a:pt x="0" y="4"/>
                    <a:pt x="0" y="11"/>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61" name="Google Shape;8661;p76"/>
            <p:cNvSpPr/>
            <p:nvPr/>
          </p:nvSpPr>
          <p:spPr>
            <a:xfrm>
              <a:off x="2028561" y="2003444"/>
              <a:ext cx="14" cy="204"/>
            </a:xfrm>
            <a:custGeom>
              <a:avLst/>
              <a:gdLst/>
              <a:ahLst/>
              <a:cxnLst/>
              <a:rect l="l" t="t" r="r" b="b"/>
              <a:pathLst>
                <a:path w="1" h="15" extrusionOk="0">
                  <a:moveTo>
                    <a:pt x="1"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62" name="Google Shape;8662;p76"/>
            <p:cNvSpPr/>
            <p:nvPr/>
          </p:nvSpPr>
          <p:spPr>
            <a:xfrm>
              <a:off x="2028262" y="2002195"/>
              <a:ext cx="81" cy="122"/>
            </a:xfrm>
            <a:custGeom>
              <a:avLst/>
              <a:gdLst/>
              <a:ahLst/>
              <a:cxnLst/>
              <a:rect l="l" t="t" r="r" b="b"/>
              <a:pathLst>
                <a:path w="6" h="9" extrusionOk="0">
                  <a:moveTo>
                    <a:pt x="1" y="1"/>
                  </a:moveTo>
                  <a:cubicBezTo>
                    <a:pt x="1" y="1"/>
                    <a:pt x="5" y="6"/>
                    <a:pt x="5" y="8"/>
                  </a:cubicBezTo>
                  <a:cubicBezTo>
                    <a:pt x="5" y="5"/>
                    <a:pt x="5" y="1"/>
                    <a:pt x="2" y="1"/>
                  </a:cubicBezTo>
                  <a:cubicBezTo>
                    <a:pt x="1" y="1"/>
                    <a:pt x="1"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63" name="Google Shape;8663;p76"/>
            <p:cNvSpPr/>
            <p:nvPr/>
          </p:nvSpPr>
          <p:spPr>
            <a:xfrm>
              <a:off x="2028425" y="2002534"/>
              <a:ext cx="54" cy="204"/>
            </a:xfrm>
            <a:custGeom>
              <a:avLst/>
              <a:gdLst/>
              <a:ahLst/>
              <a:cxnLst/>
              <a:rect l="l" t="t" r="r" b="b"/>
              <a:pathLst>
                <a:path w="4" h="15" extrusionOk="0">
                  <a:moveTo>
                    <a:pt x="0" y="1"/>
                  </a:moveTo>
                  <a:cubicBezTo>
                    <a:pt x="0" y="4"/>
                    <a:pt x="4" y="11"/>
                    <a:pt x="4" y="15"/>
                  </a:cubicBezTo>
                  <a:cubicBezTo>
                    <a:pt x="4" y="11"/>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64" name="Google Shape;8664;p76"/>
            <p:cNvSpPr/>
            <p:nvPr/>
          </p:nvSpPr>
          <p:spPr>
            <a:xfrm>
              <a:off x="2030231" y="1977728"/>
              <a:ext cx="54" cy="353"/>
            </a:xfrm>
            <a:custGeom>
              <a:avLst/>
              <a:gdLst/>
              <a:ahLst/>
              <a:cxnLst/>
              <a:rect l="l" t="t" r="r" b="b"/>
              <a:pathLst>
                <a:path w="4" h="26" extrusionOk="0">
                  <a:moveTo>
                    <a:pt x="4"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65" name="Google Shape;8665;p76"/>
            <p:cNvSpPr/>
            <p:nvPr/>
          </p:nvSpPr>
          <p:spPr>
            <a:xfrm>
              <a:off x="2030747" y="1981530"/>
              <a:ext cx="14" cy="163"/>
            </a:xfrm>
            <a:custGeom>
              <a:avLst/>
              <a:gdLst/>
              <a:ahLst/>
              <a:cxnLst/>
              <a:rect l="l" t="t" r="r" b="b"/>
              <a:pathLst>
                <a:path w="1" h="12" extrusionOk="0">
                  <a:moveTo>
                    <a:pt x="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66" name="Google Shape;8666;p76"/>
            <p:cNvSpPr/>
            <p:nvPr/>
          </p:nvSpPr>
          <p:spPr>
            <a:xfrm>
              <a:off x="2030652" y="1980539"/>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67" name="Google Shape;8667;p76"/>
            <p:cNvSpPr/>
            <p:nvPr/>
          </p:nvSpPr>
          <p:spPr>
            <a:xfrm>
              <a:off x="2030557" y="1979914"/>
              <a:ext cx="68" cy="299"/>
            </a:xfrm>
            <a:custGeom>
              <a:avLst/>
              <a:gdLst/>
              <a:ahLst/>
              <a:cxnLst/>
              <a:rect l="l" t="t" r="r" b="b"/>
              <a:pathLst>
                <a:path w="5" h="22" extrusionOk="0">
                  <a:moveTo>
                    <a:pt x="4"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68" name="Google Shape;8668;p76"/>
            <p:cNvSpPr/>
            <p:nvPr/>
          </p:nvSpPr>
          <p:spPr>
            <a:xfrm>
              <a:off x="2029281" y="1973397"/>
              <a:ext cx="109" cy="394"/>
            </a:xfrm>
            <a:custGeom>
              <a:avLst/>
              <a:gdLst/>
              <a:ahLst/>
              <a:cxnLst/>
              <a:rect l="l" t="t" r="r" b="b"/>
              <a:pathLst>
                <a:path w="8" h="29" extrusionOk="0">
                  <a:moveTo>
                    <a:pt x="7" y="29"/>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69" name="Google Shape;8669;p76"/>
            <p:cNvSpPr/>
            <p:nvPr/>
          </p:nvSpPr>
          <p:spPr>
            <a:xfrm>
              <a:off x="2030367" y="1978488"/>
              <a:ext cx="68" cy="353"/>
            </a:xfrm>
            <a:custGeom>
              <a:avLst/>
              <a:gdLst/>
              <a:ahLst/>
              <a:cxnLst/>
              <a:rect l="l" t="t" r="r" b="b"/>
              <a:pathLst>
                <a:path w="5" h="26" extrusionOk="0">
                  <a:moveTo>
                    <a:pt x="4" y="2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70" name="Google Shape;8670;p76"/>
            <p:cNvSpPr/>
            <p:nvPr/>
          </p:nvSpPr>
          <p:spPr>
            <a:xfrm>
              <a:off x="2029511" y="1974306"/>
              <a:ext cx="109" cy="394"/>
            </a:xfrm>
            <a:custGeom>
              <a:avLst/>
              <a:gdLst/>
              <a:ahLst/>
              <a:cxnLst/>
              <a:rect l="l" t="t" r="r" b="b"/>
              <a:pathLst>
                <a:path w="8" h="29" extrusionOk="0">
                  <a:moveTo>
                    <a:pt x="8" y="2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71" name="Google Shape;8671;p76"/>
            <p:cNvSpPr/>
            <p:nvPr/>
          </p:nvSpPr>
          <p:spPr>
            <a:xfrm>
              <a:off x="2030706" y="1981109"/>
              <a:ext cx="14" cy="204"/>
            </a:xfrm>
            <a:custGeom>
              <a:avLst/>
              <a:gdLst/>
              <a:ahLst/>
              <a:cxnLst/>
              <a:rect l="l" t="t" r="r" b="b"/>
              <a:pathLst>
                <a:path w="1" h="15" extrusionOk="0">
                  <a:moveTo>
                    <a:pt x="0" y="14"/>
                  </a:moveTo>
                  <a:lnTo>
                    <a:pt x="0" y="0"/>
                  </a:lnTo>
                  <a:cubicBezTo>
                    <a:pt x="0" y="4"/>
                    <a:pt x="0" y="7"/>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72" name="Google Shape;8672;p76"/>
            <p:cNvSpPr/>
            <p:nvPr/>
          </p:nvSpPr>
          <p:spPr>
            <a:xfrm>
              <a:off x="2030462" y="1979249"/>
              <a:ext cx="68" cy="299"/>
            </a:xfrm>
            <a:custGeom>
              <a:avLst/>
              <a:gdLst/>
              <a:ahLst/>
              <a:cxnLst/>
              <a:rect l="l" t="t" r="r" b="b"/>
              <a:pathLst>
                <a:path w="5" h="22" extrusionOk="0">
                  <a:moveTo>
                    <a:pt x="4"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73" name="Google Shape;8673;p76"/>
            <p:cNvSpPr/>
            <p:nvPr/>
          </p:nvSpPr>
          <p:spPr>
            <a:xfrm>
              <a:off x="2028425" y="2004666"/>
              <a:ext cx="54" cy="177"/>
            </a:xfrm>
            <a:custGeom>
              <a:avLst/>
              <a:gdLst/>
              <a:ahLst/>
              <a:cxnLst/>
              <a:rect l="l" t="t" r="r" b="b"/>
              <a:pathLst>
                <a:path w="4" h="13" extrusionOk="0">
                  <a:moveTo>
                    <a:pt x="1" y="1"/>
                  </a:moveTo>
                  <a:cubicBezTo>
                    <a:pt x="1" y="1"/>
                    <a:pt x="0" y="1"/>
                    <a:pt x="0" y="2"/>
                  </a:cubicBezTo>
                  <a:lnTo>
                    <a:pt x="0" y="12"/>
                  </a:lnTo>
                  <a:cubicBezTo>
                    <a:pt x="3" y="9"/>
                    <a:pt x="1"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74" name="Google Shape;8674;p76"/>
            <p:cNvSpPr/>
            <p:nvPr/>
          </p:nvSpPr>
          <p:spPr>
            <a:xfrm>
              <a:off x="2028995" y="1972541"/>
              <a:ext cx="109" cy="394"/>
            </a:xfrm>
            <a:custGeom>
              <a:avLst/>
              <a:gdLst/>
              <a:ahLst/>
              <a:cxnLst/>
              <a:rect l="l" t="t" r="r" b="b"/>
              <a:pathLst>
                <a:path w="8" h="29" extrusionOk="0">
                  <a:moveTo>
                    <a:pt x="7" y="29"/>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75" name="Google Shape;8675;p76"/>
            <p:cNvSpPr/>
            <p:nvPr/>
          </p:nvSpPr>
          <p:spPr>
            <a:xfrm>
              <a:off x="2029892" y="1976072"/>
              <a:ext cx="109" cy="339"/>
            </a:xfrm>
            <a:custGeom>
              <a:avLst/>
              <a:gdLst/>
              <a:ahLst/>
              <a:cxnLst/>
              <a:rect l="l" t="t" r="r" b="b"/>
              <a:pathLst>
                <a:path w="8" h="25" extrusionOk="0">
                  <a:moveTo>
                    <a:pt x="8"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76" name="Google Shape;8676;p76"/>
            <p:cNvSpPr/>
            <p:nvPr/>
          </p:nvSpPr>
          <p:spPr>
            <a:xfrm>
              <a:off x="2028425" y="1970885"/>
              <a:ext cx="54" cy="204"/>
            </a:xfrm>
            <a:custGeom>
              <a:avLst/>
              <a:gdLst/>
              <a:ahLst/>
              <a:cxnLst/>
              <a:rect l="l" t="t" r="r" b="b"/>
              <a:pathLst>
                <a:path w="4" h="15" extrusionOk="0">
                  <a:moveTo>
                    <a:pt x="4"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77" name="Google Shape;8677;p76"/>
            <p:cNvSpPr/>
            <p:nvPr/>
          </p:nvSpPr>
          <p:spPr>
            <a:xfrm>
              <a:off x="2025044" y="1994320"/>
              <a:ext cx="3055" cy="7563"/>
            </a:xfrm>
            <a:custGeom>
              <a:avLst/>
              <a:gdLst/>
              <a:ahLst/>
              <a:cxnLst/>
              <a:rect l="l" t="t" r="r" b="b"/>
              <a:pathLst>
                <a:path w="225" h="557" extrusionOk="0">
                  <a:moveTo>
                    <a:pt x="225" y="557"/>
                  </a:moveTo>
                  <a:cubicBezTo>
                    <a:pt x="151" y="459"/>
                    <a:pt x="1" y="67"/>
                    <a:pt x="8" y="0"/>
                  </a:cubicBezTo>
                  <a:cubicBezTo>
                    <a:pt x="1" y="67"/>
                    <a:pt x="151" y="459"/>
                    <a:pt x="225" y="55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78" name="Google Shape;8678;p76"/>
            <p:cNvSpPr/>
            <p:nvPr/>
          </p:nvSpPr>
          <p:spPr>
            <a:xfrm>
              <a:off x="2028710" y="1971686"/>
              <a:ext cx="109" cy="353"/>
            </a:xfrm>
            <a:custGeom>
              <a:avLst/>
              <a:gdLst/>
              <a:ahLst/>
              <a:cxnLst/>
              <a:rect l="l" t="t" r="r" b="b"/>
              <a:pathLst>
                <a:path w="8" h="26" extrusionOk="0">
                  <a:moveTo>
                    <a:pt x="7"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79" name="Google Shape;8679;p76"/>
            <p:cNvSpPr/>
            <p:nvPr/>
          </p:nvSpPr>
          <p:spPr>
            <a:xfrm>
              <a:off x="1936777" y="1949351"/>
              <a:ext cx="53305" cy="39619"/>
            </a:xfrm>
            <a:custGeom>
              <a:avLst/>
              <a:gdLst/>
              <a:ahLst/>
              <a:cxnLst/>
              <a:rect l="l" t="t" r="r" b="b"/>
              <a:pathLst>
                <a:path w="3926" h="2918" extrusionOk="0">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80" name="Google Shape;8680;p76"/>
            <p:cNvSpPr/>
            <p:nvPr/>
          </p:nvSpPr>
          <p:spPr>
            <a:xfrm>
              <a:off x="1956464" y="1952582"/>
              <a:ext cx="244" cy="14"/>
            </a:xfrm>
            <a:custGeom>
              <a:avLst/>
              <a:gdLst/>
              <a:ahLst/>
              <a:cxnLst/>
              <a:rect l="l" t="t" r="r" b="b"/>
              <a:pathLst>
                <a:path w="18" h="1" extrusionOk="0">
                  <a:moveTo>
                    <a:pt x="1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81" name="Google Shape;8681;p76"/>
            <p:cNvSpPr/>
            <p:nvPr/>
          </p:nvSpPr>
          <p:spPr>
            <a:xfrm>
              <a:off x="1957510" y="195258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82" name="Google Shape;8682;p76"/>
            <p:cNvSpPr/>
            <p:nvPr/>
          </p:nvSpPr>
          <p:spPr>
            <a:xfrm>
              <a:off x="1953898" y="1952352"/>
              <a:ext cx="149" cy="14"/>
            </a:xfrm>
            <a:custGeom>
              <a:avLst/>
              <a:gdLst/>
              <a:ahLst/>
              <a:cxnLst/>
              <a:rect l="l" t="t" r="r" b="b"/>
              <a:pathLst>
                <a:path w="11" h="1" extrusionOk="0">
                  <a:moveTo>
                    <a:pt x="11"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83" name="Google Shape;8683;p76"/>
            <p:cNvSpPr/>
            <p:nvPr/>
          </p:nvSpPr>
          <p:spPr>
            <a:xfrm>
              <a:off x="1953138" y="1952162"/>
              <a:ext cx="244" cy="54"/>
            </a:xfrm>
            <a:custGeom>
              <a:avLst/>
              <a:gdLst/>
              <a:ahLst/>
              <a:cxnLst/>
              <a:rect l="l" t="t" r="r" b="b"/>
              <a:pathLst>
                <a:path w="18" h="4" extrusionOk="0">
                  <a:moveTo>
                    <a:pt x="18"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84" name="Google Shape;8684;p76"/>
            <p:cNvSpPr/>
            <p:nvPr/>
          </p:nvSpPr>
          <p:spPr>
            <a:xfrm>
              <a:off x="1951997" y="1951822"/>
              <a:ext cx="149" cy="68"/>
            </a:xfrm>
            <a:custGeom>
              <a:avLst/>
              <a:gdLst/>
              <a:ahLst/>
              <a:cxnLst/>
              <a:rect l="l" t="t" r="r" b="b"/>
              <a:pathLst>
                <a:path w="11" h="5" extrusionOk="0">
                  <a:moveTo>
                    <a:pt x="1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85" name="Google Shape;8685;p76"/>
            <p:cNvSpPr/>
            <p:nvPr/>
          </p:nvSpPr>
          <p:spPr>
            <a:xfrm>
              <a:off x="1952513" y="1952012"/>
              <a:ext cx="204" cy="68"/>
            </a:xfrm>
            <a:custGeom>
              <a:avLst/>
              <a:gdLst/>
              <a:ahLst/>
              <a:cxnLst/>
              <a:rect l="l" t="t" r="r" b="b"/>
              <a:pathLst>
                <a:path w="15" h="5" extrusionOk="0">
                  <a:moveTo>
                    <a:pt x="15"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86" name="Google Shape;8686;p76"/>
            <p:cNvSpPr/>
            <p:nvPr/>
          </p:nvSpPr>
          <p:spPr>
            <a:xfrm>
              <a:off x="1955650" y="1952542"/>
              <a:ext cx="204" cy="14"/>
            </a:xfrm>
            <a:custGeom>
              <a:avLst/>
              <a:gdLst/>
              <a:ahLst/>
              <a:cxnLst/>
              <a:rect l="l" t="t" r="r" b="b"/>
              <a:pathLst>
                <a:path w="15" h="1" extrusionOk="0">
                  <a:moveTo>
                    <a:pt x="1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87" name="Google Shape;8687;p76"/>
            <p:cNvSpPr/>
            <p:nvPr/>
          </p:nvSpPr>
          <p:spPr>
            <a:xfrm>
              <a:off x="1958026" y="1952582"/>
              <a:ext cx="353" cy="14"/>
            </a:xfrm>
            <a:custGeom>
              <a:avLst/>
              <a:gdLst/>
              <a:ahLst/>
              <a:cxnLst/>
              <a:rect l="l" t="t" r="r" b="b"/>
              <a:pathLst>
                <a:path w="26" h="1" extrusionOk="0">
                  <a:moveTo>
                    <a:pt x="25"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88" name="Google Shape;8688;p76"/>
            <p:cNvSpPr/>
            <p:nvPr/>
          </p:nvSpPr>
          <p:spPr>
            <a:xfrm>
              <a:off x="1958745" y="1952542"/>
              <a:ext cx="339" cy="14"/>
            </a:xfrm>
            <a:custGeom>
              <a:avLst/>
              <a:gdLst/>
              <a:ahLst/>
              <a:cxnLst/>
              <a:rect l="l" t="t" r="r" b="b"/>
              <a:pathLst>
                <a:path w="25" h="1" extrusionOk="0">
                  <a:moveTo>
                    <a:pt x="25"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89" name="Google Shape;8689;p76"/>
            <p:cNvSpPr/>
            <p:nvPr/>
          </p:nvSpPr>
          <p:spPr>
            <a:xfrm>
              <a:off x="1960972" y="1952202"/>
              <a:ext cx="543" cy="109"/>
            </a:xfrm>
            <a:custGeom>
              <a:avLst/>
              <a:gdLst/>
              <a:ahLst/>
              <a:cxnLst/>
              <a:rect l="l" t="t" r="r" b="b"/>
              <a:pathLst>
                <a:path w="40" h="8" extrusionOk="0">
                  <a:moveTo>
                    <a:pt x="39"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90" name="Google Shape;8690;p76"/>
            <p:cNvSpPr/>
            <p:nvPr/>
          </p:nvSpPr>
          <p:spPr>
            <a:xfrm>
              <a:off x="1959451" y="1952487"/>
              <a:ext cx="353" cy="68"/>
            </a:xfrm>
            <a:custGeom>
              <a:avLst/>
              <a:gdLst/>
              <a:ahLst/>
              <a:cxnLst/>
              <a:rect l="l" t="t" r="r" b="b"/>
              <a:pathLst>
                <a:path w="26" h="5" extrusionOk="0">
                  <a:moveTo>
                    <a:pt x="25"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91" name="Google Shape;8691;p76"/>
            <p:cNvSpPr/>
            <p:nvPr/>
          </p:nvSpPr>
          <p:spPr>
            <a:xfrm>
              <a:off x="1960171" y="1952392"/>
              <a:ext cx="394" cy="68"/>
            </a:xfrm>
            <a:custGeom>
              <a:avLst/>
              <a:gdLst/>
              <a:ahLst/>
              <a:cxnLst/>
              <a:rect l="l" t="t" r="r" b="b"/>
              <a:pathLst>
                <a:path w="29" h="5" extrusionOk="0">
                  <a:moveTo>
                    <a:pt x="28"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92" name="Google Shape;8692;p76"/>
            <p:cNvSpPr/>
            <p:nvPr/>
          </p:nvSpPr>
          <p:spPr>
            <a:xfrm>
              <a:off x="1961732" y="1952067"/>
              <a:ext cx="448" cy="109"/>
            </a:xfrm>
            <a:custGeom>
              <a:avLst/>
              <a:gdLst/>
              <a:ahLst/>
              <a:cxnLst/>
              <a:rect l="l" t="t" r="r" b="b"/>
              <a:pathLst>
                <a:path w="33" h="8" extrusionOk="0">
                  <a:moveTo>
                    <a:pt x="32"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93" name="Google Shape;8693;p76"/>
            <p:cNvSpPr/>
            <p:nvPr/>
          </p:nvSpPr>
          <p:spPr>
            <a:xfrm>
              <a:off x="1946865" y="1949351"/>
              <a:ext cx="190" cy="964"/>
            </a:xfrm>
            <a:custGeom>
              <a:avLst/>
              <a:gdLst/>
              <a:ahLst/>
              <a:cxnLst/>
              <a:rect l="l" t="t" r="r" b="b"/>
              <a:pathLst>
                <a:path w="14" h="71" extrusionOk="0">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94" name="Google Shape;8694;p76"/>
            <p:cNvSpPr/>
            <p:nvPr/>
          </p:nvSpPr>
          <p:spPr>
            <a:xfrm>
              <a:off x="1946756" y="1950261"/>
              <a:ext cx="109" cy="204"/>
            </a:xfrm>
            <a:custGeom>
              <a:avLst/>
              <a:gdLst/>
              <a:ahLst/>
              <a:cxnLst/>
              <a:rect l="l" t="t" r="r" b="b"/>
              <a:pathLst>
                <a:path w="8" h="15" extrusionOk="0">
                  <a:moveTo>
                    <a:pt x="8" y="0"/>
                  </a:moveTo>
                  <a:lnTo>
                    <a:pt x="8" y="0"/>
                  </a:lnTo>
                  <a:cubicBezTo>
                    <a:pt x="5" y="4"/>
                    <a:pt x="1" y="11"/>
                    <a:pt x="1" y="14"/>
                  </a:cubicBezTo>
                  <a:cubicBezTo>
                    <a:pt x="5" y="11"/>
                    <a:pt x="8" y="4"/>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95" name="Google Shape;8695;p76"/>
            <p:cNvSpPr/>
            <p:nvPr/>
          </p:nvSpPr>
          <p:spPr>
            <a:xfrm>
              <a:off x="1946281" y="1951211"/>
              <a:ext cx="163" cy="244"/>
            </a:xfrm>
            <a:custGeom>
              <a:avLst/>
              <a:gdLst/>
              <a:ahLst/>
              <a:cxnLst/>
              <a:rect l="l" t="t" r="r" b="b"/>
              <a:pathLst>
                <a:path w="12" h="18" extrusionOk="0">
                  <a:moveTo>
                    <a:pt x="1" y="18"/>
                  </a:moveTo>
                  <a:cubicBezTo>
                    <a:pt x="4" y="11"/>
                    <a:pt x="8" y="7"/>
                    <a:pt x="11" y="0"/>
                  </a:cubicBezTo>
                  <a:cubicBezTo>
                    <a:pt x="8" y="7"/>
                    <a:pt x="4" y="11"/>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96" name="Google Shape;8696;p76"/>
            <p:cNvSpPr/>
            <p:nvPr/>
          </p:nvSpPr>
          <p:spPr>
            <a:xfrm>
              <a:off x="1936831" y="1960661"/>
              <a:ext cx="54" cy="14"/>
            </a:xfrm>
            <a:custGeom>
              <a:avLst/>
              <a:gdLst/>
              <a:ahLst/>
              <a:cxnLst/>
              <a:rect l="l" t="t" r="r" b="b"/>
              <a:pathLst>
                <a:path w="4" h="1" extrusionOk="0">
                  <a:moveTo>
                    <a:pt x="0" y="1"/>
                  </a:moveTo>
                  <a:lnTo>
                    <a:pt x="0" y="1"/>
                  </a:lnTo>
                  <a:lnTo>
                    <a:pt x="0" y="1"/>
                  </a:ln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97" name="Google Shape;8697;p76"/>
            <p:cNvSpPr/>
            <p:nvPr/>
          </p:nvSpPr>
          <p:spPr>
            <a:xfrm>
              <a:off x="1945521" y="1952012"/>
              <a:ext cx="258" cy="204"/>
            </a:xfrm>
            <a:custGeom>
              <a:avLst/>
              <a:gdLst/>
              <a:ahLst/>
              <a:cxnLst/>
              <a:rect l="l" t="t" r="r" b="b"/>
              <a:pathLst>
                <a:path w="19" h="15" extrusionOk="0">
                  <a:moveTo>
                    <a:pt x="1" y="15"/>
                  </a:moveTo>
                  <a:cubicBezTo>
                    <a:pt x="8" y="8"/>
                    <a:pt x="11" y="4"/>
                    <a:pt x="18" y="1"/>
                  </a:cubicBezTo>
                  <a:cubicBezTo>
                    <a:pt x="11" y="4"/>
                    <a:pt x="8" y="8"/>
                    <a:pt x="1"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98" name="Google Shape;8698;p76"/>
            <p:cNvSpPr/>
            <p:nvPr/>
          </p:nvSpPr>
          <p:spPr>
            <a:xfrm>
              <a:off x="1944856" y="1952297"/>
              <a:ext cx="489" cy="258"/>
            </a:xfrm>
            <a:custGeom>
              <a:avLst/>
              <a:gdLst/>
              <a:ahLst/>
              <a:cxnLst/>
              <a:rect l="l" t="t" r="r" b="b"/>
              <a:pathLst>
                <a:path w="36" h="19" extrusionOk="0">
                  <a:moveTo>
                    <a:pt x="1" y="18"/>
                  </a:moveTo>
                  <a:cubicBezTo>
                    <a:pt x="15" y="15"/>
                    <a:pt x="25" y="8"/>
                    <a:pt x="36" y="1"/>
                  </a:cubicBezTo>
                  <a:cubicBezTo>
                    <a:pt x="25" y="8"/>
                    <a:pt x="15" y="15"/>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99" name="Google Shape;8699;p76"/>
            <p:cNvSpPr/>
            <p:nvPr/>
          </p:nvSpPr>
          <p:spPr>
            <a:xfrm>
              <a:off x="1936967" y="1959616"/>
              <a:ext cx="1249" cy="964"/>
            </a:xfrm>
            <a:custGeom>
              <a:avLst/>
              <a:gdLst/>
              <a:ahLst/>
              <a:cxnLst/>
              <a:rect l="l" t="t" r="r" b="b"/>
              <a:pathLst>
                <a:path w="92" h="71" extrusionOk="0">
                  <a:moveTo>
                    <a:pt x="92" y="1"/>
                  </a:moveTo>
                  <a:cubicBezTo>
                    <a:pt x="60" y="25"/>
                    <a:pt x="29" y="50"/>
                    <a:pt x="1" y="71"/>
                  </a:cubicBezTo>
                  <a:cubicBezTo>
                    <a:pt x="29" y="50"/>
                    <a:pt x="60" y="29"/>
                    <a:pt x="9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00" name="Google Shape;8700;p76"/>
            <p:cNvSpPr/>
            <p:nvPr/>
          </p:nvSpPr>
          <p:spPr>
            <a:xfrm>
              <a:off x="1945955" y="1951632"/>
              <a:ext cx="204" cy="204"/>
            </a:xfrm>
            <a:custGeom>
              <a:avLst/>
              <a:gdLst/>
              <a:ahLst/>
              <a:cxnLst/>
              <a:rect l="l" t="t" r="r" b="b"/>
              <a:pathLst>
                <a:path w="15" h="15" extrusionOk="0">
                  <a:moveTo>
                    <a:pt x="14" y="1"/>
                  </a:moveTo>
                  <a:cubicBezTo>
                    <a:pt x="7" y="4"/>
                    <a:pt x="4" y="11"/>
                    <a:pt x="0" y="15"/>
                  </a:cubicBezTo>
                  <a:cubicBezTo>
                    <a:pt x="4" y="11"/>
                    <a:pt x="11" y="4"/>
                    <a:pt x="1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01" name="Google Shape;8701;p76"/>
            <p:cNvSpPr/>
            <p:nvPr/>
          </p:nvSpPr>
          <p:spPr>
            <a:xfrm>
              <a:off x="1946526" y="1950736"/>
              <a:ext cx="149" cy="244"/>
            </a:xfrm>
            <a:custGeom>
              <a:avLst/>
              <a:gdLst/>
              <a:ahLst/>
              <a:cxnLst/>
              <a:rect l="l" t="t" r="r" b="b"/>
              <a:pathLst>
                <a:path w="11" h="18" extrusionOk="0">
                  <a:moveTo>
                    <a:pt x="11" y="0"/>
                  </a:moveTo>
                  <a:lnTo>
                    <a:pt x="11" y="0"/>
                  </a:lnTo>
                  <a:cubicBezTo>
                    <a:pt x="7" y="7"/>
                    <a:pt x="4" y="11"/>
                    <a:pt x="0" y="18"/>
                  </a:cubicBezTo>
                  <a:cubicBezTo>
                    <a:pt x="4" y="11"/>
                    <a:pt x="11" y="7"/>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02" name="Google Shape;8702;p76"/>
            <p:cNvSpPr/>
            <p:nvPr/>
          </p:nvSpPr>
          <p:spPr>
            <a:xfrm>
              <a:off x="1946865" y="1950206"/>
              <a:ext cx="0" cy="68"/>
            </a:xfrm>
            <a:custGeom>
              <a:avLst/>
              <a:gdLst/>
              <a:ahLst/>
              <a:cxnLst/>
              <a:rect l="l" t="t" r="r" b="b"/>
              <a:pathLst>
                <a:path h="5" extrusionOk="0">
                  <a:moveTo>
                    <a:pt x="0" y="1"/>
                  </a:moveTo>
                  <a:lnTo>
                    <a:pt x="0" y="4"/>
                  </a:ln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03" name="Google Shape;8703;p76"/>
            <p:cNvSpPr/>
            <p:nvPr/>
          </p:nvSpPr>
          <p:spPr>
            <a:xfrm>
              <a:off x="1946960" y="1949595"/>
              <a:ext cx="0" cy="109"/>
            </a:xfrm>
            <a:custGeom>
              <a:avLst/>
              <a:gdLst/>
              <a:ahLst/>
              <a:cxnLst/>
              <a:rect l="l" t="t" r="r" b="b"/>
              <a:pathLst>
                <a:path h="8" extrusionOk="0">
                  <a:moveTo>
                    <a:pt x="0"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04" name="Google Shape;8704;p76"/>
            <p:cNvSpPr/>
            <p:nvPr/>
          </p:nvSpPr>
          <p:spPr>
            <a:xfrm>
              <a:off x="1987217" y="1973261"/>
              <a:ext cx="109" cy="109"/>
            </a:xfrm>
            <a:custGeom>
              <a:avLst/>
              <a:gdLst/>
              <a:ahLst/>
              <a:cxnLst/>
              <a:rect l="l" t="t" r="r" b="b"/>
              <a:pathLst>
                <a:path w="8" h="8" extrusionOk="0">
                  <a:moveTo>
                    <a:pt x="7"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05" name="Google Shape;8705;p76"/>
            <p:cNvSpPr/>
            <p:nvPr/>
          </p:nvSpPr>
          <p:spPr>
            <a:xfrm>
              <a:off x="1986498" y="1969839"/>
              <a:ext cx="68" cy="204"/>
            </a:xfrm>
            <a:custGeom>
              <a:avLst/>
              <a:gdLst/>
              <a:ahLst/>
              <a:cxnLst/>
              <a:rect l="l" t="t" r="r" b="b"/>
              <a:pathLst>
                <a:path w="5" h="15" extrusionOk="0">
                  <a:moveTo>
                    <a:pt x="1" y="0"/>
                  </a:moveTo>
                  <a:lnTo>
                    <a:pt x="1" y="14"/>
                  </a:lnTo>
                  <a:cubicBezTo>
                    <a:pt x="4" y="11"/>
                    <a:pt x="4"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06" name="Google Shape;8706;p76"/>
            <p:cNvSpPr/>
            <p:nvPr/>
          </p:nvSpPr>
          <p:spPr>
            <a:xfrm>
              <a:off x="1986783" y="1972677"/>
              <a:ext cx="109" cy="163"/>
            </a:xfrm>
            <a:custGeom>
              <a:avLst/>
              <a:gdLst/>
              <a:ahLst/>
              <a:cxnLst/>
              <a:rect l="l" t="t" r="r" b="b"/>
              <a:pathLst>
                <a:path w="8" h="12" extrusionOk="0">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07" name="Google Shape;8707;p76"/>
            <p:cNvSpPr/>
            <p:nvPr/>
          </p:nvSpPr>
          <p:spPr>
            <a:xfrm>
              <a:off x="1986457" y="1970315"/>
              <a:ext cx="54" cy="204"/>
            </a:xfrm>
            <a:custGeom>
              <a:avLst/>
              <a:gdLst/>
              <a:ahLst/>
              <a:cxnLst/>
              <a:rect l="l" t="t" r="r" b="b"/>
              <a:pathLst>
                <a:path w="4" h="15" extrusionOk="0">
                  <a:moveTo>
                    <a:pt x="0" y="0"/>
                  </a:moveTo>
                  <a:lnTo>
                    <a:pt x="0" y="14"/>
                  </a:lnTo>
                  <a:cubicBezTo>
                    <a:pt x="4" y="11"/>
                    <a:pt x="4"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08" name="Google Shape;8708;p76"/>
            <p:cNvSpPr/>
            <p:nvPr/>
          </p:nvSpPr>
          <p:spPr>
            <a:xfrm>
              <a:off x="1985547" y="1985236"/>
              <a:ext cx="1629" cy="1629"/>
            </a:xfrm>
            <a:custGeom>
              <a:avLst/>
              <a:gdLst/>
              <a:ahLst/>
              <a:cxnLst/>
              <a:rect l="l" t="t" r="r" b="b"/>
              <a:pathLst>
                <a:path w="120" h="120" extrusionOk="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09" name="Google Shape;8709;p76"/>
            <p:cNvSpPr/>
            <p:nvPr/>
          </p:nvSpPr>
          <p:spPr>
            <a:xfrm>
              <a:off x="1986878" y="1967789"/>
              <a:ext cx="68" cy="258"/>
            </a:xfrm>
            <a:custGeom>
              <a:avLst/>
              <a:gdLst/>
              <a:ahLst/>
              <a:cxnLst/>
              <a:rect l="l" t="t" r="r" b="b"/>
              <a:pathLst>
                <a:path w="5" h="19" extrusionOk="0">
                  <a:moveTo>
                    <a:pt x="1"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10" name="Google Shape;8710;p76"/>
            <p:cNvSpPr/>
            <p:nvPr/>
          </p:nvSpPr>
          <p:spPr>
            <a:xfrm>
              <a:off x="1986742" y="1968319"/>
              <a:ext cx="54" cy="244"/>
            </a:xfrm>
            <a:custGeom>
              <a:avLst/>
              <a:gdLst/>
              <a:ahLst/>
              <a:cxnLst/>
              <a:rect l="l" t="t" r="r" b="b"/>
              <a:pathLst>
                <a:path w="4" h="18" extrusionOk="0">
                  <a:moveTo>
                    <a:pt x="0" y="18"/>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11" name="Google Shape;8711;p76"/>
            <p:cNvSpPr/>
            <p:nvPr/>
          </p:nvSpPr>
          <p:spPr>
            <a:xfrm>
              <a:off x="1986457" y="1971211"/>
              <a:ext cx="14" cy="204"/>
            </a:xfrm>
            <a:custGeom>
              <a:avLst/>
              <a:gdLst/>
              <a:ahLst/>
              <a:cxnLst/>
              <a:rect l="l" t="t" r="r" b="b"/>
              <a:pathLst>
                <a:path w="1" h="15" extrusionOk="0">
                  <a:moveTo>
                    <a:pt x="0"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12" name="Google Shape;8712;p76"/>
            <p:cNvSpPr/>
            <p:nvPr/>
          </p:nvSpPr>
          <p:spPr>
            <a:xfrm>
              <a:off x="1986688" y="1968835"/>
              <a:ext cx="14" cy="258"/>
            </a:xfrm>
            <a:custGeom>
              <a:avLst/>
              <a:gdLst/>
              <a:ahLst/>
              <a:cxnLst/>
              <a:rect l="l" t="t" r="r" b="b"/>
              <a:pathLst>
                <a:path w="1" h="19" extrusionOk="0">
                  <a:moveTo>
                    <a:pt x="1" y="1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13" name="Google Shape;8713;p76"/>
            <p:cNvSpPr/>
            <p:nvPr/>
          </p:nvSpPr>
          <p:spPr>
            <a:xfrm>
              <a:off x="1986457" y="1970736"/>
              <a:ext cx="14" cy="258"/>
            </a:xfrm>
            <a:custGeom>
              <a:avLst/>
              <a:gdLst/>
              <a:ahLst/>
              <a:cxnLst/>
              <a:rect l="l" t="t" r="r" b="b"/>
              <a:pathLst>
                <a:path w="1" h="19" extrusionOk="0">
                  <a:moveTo>
                    <a:pt x="0"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14" name="Google Shape;8714;p76"/>
            <p:cNvSpPr/>
            <p:nvPr/>
          </p:nvSpPr>
          <p:spPr>
            <a:xfrm>
              <a:off x="1986973" y="1967273"/>
              <a:ext cx="68" cy="244"/>
            </a:xfrm>
            <a:custGeom>
              <a:avLst/>
              <a:gdLst/>
              <a:ahLst/>
              <a:cxnLst/>
              <a:rect l="l" t="t" r="r" b="b"/>
              <a:pathLst>
                <a:path w="5" h="18" extrusionOk="0">
                  <a:moveTo>
                    <a:pt x="1" y="18"/>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15" name="Google Shape;8715;p76"/>
            <p:cNvSpPr/>
            <p:nvPr/>
          </p:nvSpPr>
          <p:spPr>
            <a:xfrm>
              <a:off x="1986959" y="1973017"/>
              <a:ext cx="122" cy="109"/>
            </a:xfrm>
            <a:custGeom>
              <a:avLst/>
              <a:gdLst/>
              <a:ahLst/>
              <a:cxnLst/>
              <a:rect l="l" t="t" r="r" b="b"/>
              <a:pathLst>
                <a:path w="9" h="8" extrusionOk="0">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16" name="Google Shape;8716;p76"/>
            <p:cNvSpPr/>
            <p:nvPr/>
          </p:nvSpPr>
          <p:spPr>
            <a:xfrm>
              <a:off x="1986498" y="1971591"/>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17" name="Google Shape;8717;p76"/>
            <p:cNvSpPr/>
            <p:nvPr/>
          </p:nvSpPr>
          <p:spPr>
            <a:xfrm>
              <a:off x="1986647" y="1972351"/>
              <a:ext cx="54" cy="163"/>
            </a:xfrm>
            <a:custGeom>
              <a:avLst/>
              <a:gdLst/>
              <a:ahLst/>
              <a:cxnLst/>
              <a:rect l="l" t="t" r="r" b="b"/>
              <a:pathLst>
                <a:path w="4" h="12" extrusionOk="0">
                  <a:moveTo>
                    <a:pt x="4" y="11"/>
                  </a:moveTo>
                  <a:cubicBezTo>
                    <a:pt x="4" y="8"/>
                    <a:pt x="4" y="4"/>
                    <a:pt x="0" y="1"/>
                  </a:cubicBezTo>
                  <a:cubicBezTo>
                    <a:pt x="4" y="4"/>
                    <a:pt x="4" y="8"/>
                    <a:pt x="4"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18" name="Google Shape;8718;p76"/>
            <p:cNvSpPr/>
            <p:nvPr/>
          </p:nvSpPr>
          <p:spPr>
            <a:xfrm>
              <a:off x="1986552" y="1971971"/>
              <a:ext cx="54" cy="204"/>
            </a:xfrm>
            <a:custGeom>
              <a:avLst/>
              <a:gdLst/>
              <a:ahLst/>
              <a:cxnLst/>
              <a:rect l="l" t="t" r="r" b="b"/>
              <a:pathLst>
                <a:path w="4" h="15" extrusionOk="0">
                  <a:moveTo>
                    <a:pt x="0" y="1"/>
                  </a:moveTo>
                  <a:lnTo>
                    <a:pt x="0" y="1"/>
                  </a:lnTo>
                  <a:cubicBezTo>
                    <a:pt x="0" y="8"/>
                    <a:pt x="4" y="11"/>
                    <a:pt x="4" y="15"/>
                  </a:cubicBezTo>
                  <a:cubicBezTo>
                    <a:pt x="4" y="11"/>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19" name="Google Shape;8719;p76"/>
            <p:cNvSpPr/>
            <p:nvPr/>
          </p:nvSpPr>
          <p:spPr>
            <a:xfrm>
              <a:off x="1986593" y="1969310"/>
              <a:ext cx="68" cy="258"/>
            </a:xfrm>
            <a:custGeom>
              <a:avLst/>
              <a:gdLst/>
              <a:ahLst/>
              <a:cxnLst/>
              <a:rect l="l" t="t" r="r" b="b"/>
              <a:pathLst>
                <a:path w="5" h="19" extrusionOk="0">
                  <a:moveTo>
                    <a:pt x="1"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20" name="Google Shape;8720;p76"/>
            <p:cNvSpPr/>
            <p:nvPr/>
          </p:nvSpPr>
          <p:spPr>
            <a:xfrm>
              <a:off x="1963443" y="1981204"/>
              <a:ext cx="29110" cy="27820"/>
            </a:xfrm>
            <a:custGeom>
              <a:avLst/>
              <a:gdLst/>
              <a:ahLst/>
              <a:cxnLst/>
              <a:rect l="l" t="t" r="r" b="b"/>
              <a:pathLst>
                <a:path w="2144" h="2049" extrusionOk="0">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21" name="Google Shape;8721;p76"/>
            <p:cNvSpPr/>
            <p:nvPr/>
          </p:nvSpPr>
          <p:spPr>
            <a:xfrm>
              <a:off x="1984787" y="1988522"/>
              <a:ext cx="68" cy="1534"/>
            </a:xfrm>
            <a:custGeom>
              <a:avLst/>
              <a:gdLst/>
              <a:ahLst/>
              <a:cxnLst/>
              <a:rect l="l" t="t" r="r" b="b"/>
              <a:pathLst>
                <a:path w="5" h="113" extrusionOk="0">
                  <a:moveTo>
                    <a:pt x="4" y="112"/>
                  </a:moveTo>
                  <a:cubicBezTo>
                    <a:pt x="1" y="74"/>
                    <a:pt x="1" y="35"/>
                    <a:pt x="4" y="0"/>
                  </a:cubicBezTo>
                  <a:lnTo>
                    <a:pt x="4" y="0"/>
                  </a:lnTo>
                  <a:cubicBezTo>
                    <a:pt x="1" y="35"/>
                    <a:pt x="1" y="74"/>
                    <a:pt x="4" y="11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22" name="Google Shape;8722;p76"/>
            <p:cNvSpPr/>
            <p:nvPr/>
          </p:nvSpPr>
          <p:spPr>
            <a:xfrm>
              <a:off x="1991345" y="2005630"/>
              <a:ext cx="68" cy="163"/>
            </a:xfrm>
            <a:custGeom>
              <a:avLst/>
              <a:gdLst/>
              <a:ahLst/>
              <a:cxnLst/>
              <a:rect l="l" t="t" r="r" b="b"/>
              <a:pathLst>
                <a:path w="5" h="12" extrusionOk="0">
                  <a:moveTo>
                    <a:pt x="4"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23" name="Google Shape;8723;p76"/>
            <p:cNvSpPr/>
            <p:nvPr/>
          </p:nvSpPr>
          <p:spPr>
            <a:xfrm>
              <a:off x="1990259" y="2008766"/>
              <a:ext cx="54" cy="299"/>
            </a:xfrm>
            <a:custGeom>
              <a:avLst/>
              <a:gdLst/>
              <a:ahLst/>
              <a:cxnLst/>
              <a:rect l="l" t="t" r="r" b="b"/>
              <a:pathLst>
                <a:path w="4" h="22" extrusionOk="0">
                  <a:moveTo>
                    <a:pt x="4" y="1"/>
                  </a:moveTo>
                  <a:lnTo>
                    <a:pt x="0"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24" name="Google Shape;8724;p76"/>
            <p:cNvSpPr/>
            <p:nvPr/>
          </p:nvSpPr>
          <p:spPr>
            <a:xfrm>
              <a:off x="1990639" y="2007490"/>
              <a:ext cx="54" cy="244"/>
            </a:xfrm>
            <a:custGeom>
              <a:avLst/>
              <a:gdLst/>
              <a:ahLst/>
              <a:cxnLst/>
              <a:rect l="l" t="t" r="r" b="b"/>
              <a:pathLst>
                <a:path w="4" h="18" extrusionOk="0">
                  <a:moveTo>
                    <a:pt x="4"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25" name="Google Shape;8725;p76"/>
            <p:cNvSpPr/>
            <p:nvPr/>
          </p:nvSpPr>
          <p:spPr>
            <a:xfrm>
              <a:off x="1991155" y="2006064"/>
              <a:ext cx="68" cy="149"/>
            </a:xfrm>
            <a:custGeom>
              <a:avLst/>
              <a:gdLst/>
              <a:ahLst/>
              <a:cxnLst/>
              <a:rect l="l" t="t" r="r" b="b"/>
              <a:pathLst>
                <a:path w="5" h="11" extrusionOk="0">
                  <a:moveTo>
                    <a:pt x="4"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26" name="Google Shape;8726;p76"/>
            <p:cNvSpPr/>
            <p:nvPr/>
          </p:nvSpPr>
          <p:spPr>
            <a:xfrm>
              <a:off x="1990449" y="2008101"/>
              <a:ext cx="54" cy="258"/>
            </a:xfrm>
            <a:custGeom>
              <a:avLst/>
              <a:gdLst/>
              <a:ahLst/>
              <a:cxnLst/>
              <a:rect l="l" t="t" r="r" b="b"/>
              <a:pathLst>
                <a:path w="4" h="19" extrusionOk="0">
                  <a:moveTo>
                    <a:pt x="4"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27" name="Google Shape;8727;p76"/>
            <p:cNvSpPr/>
            <p:nvPr/>
          </p:nvSpPr>
          <p:spPr>
            <a:xfrm>
              <a:off x="1990965" y="2006485"/>
              <a:ext cx="109" cy="204"/>
            </a:xfrm>
            <a:custGeom>
              <a:avLst/>
              <a:gdLst/>
              <a:ahLst/>
              <a:cxnLst/>
              <a:rect l="l" t="t" r="r" b="b"/>
              <a:pathLst>
                <a:path w="8" h="15" extrusionOk="0">
                  <a:moveTo>
                    <a:pt x="8"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28" name="Google Shape;8728;p76"/>
            <p:cNvSpPr/>
            <p:nvPr/>
          </p:nvSpPr>
          <p:spPr>
            <a:xfrm>
              <a:off x="1990775" y="2006960"/>
              <a:ext cx="109" cy="204"/>
            </a:xfrm>
            <a:custGeom>
              <a:avLst/>
              <a:gdLst/>
              <a:ahLst/>
              <a:cxnLst/>
              <a:rect l="l" t="t" r="r" b="b"/>
              <a:pathLst>
                <a:path w="8" h="15" extrusionOk="0">
                  <a:moveTo>
                    <a:pt x="8"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29" name="Google Shape;8729;p76"/>
            <p:cNvSpPr/>
            <p:nvPr/>
          </p:nvSpPr>
          <p:spPr>
            <a:xfrm>
              <a:off x="1985547" y="1997456"/>
              <a:ext cx="1344" cy="774"/>
            </a:xfrm>
            <a:custGeom>
              <a:avLst/>
              <a:gdLst/>
              <a:ahLst/>
              <a:cxnLst/>
              <a:rect l="l" t="t" r="r" b="b"/>
              <a:pathLst>
                <a:path w="99" h="57" extrusionOk="0">
                  <a:moveTo>
                    <a:pt x="99" y="56"/>
                  </a:moveTo>
                  <a:cubicBezTo>
                    <a:pt x="64" y="32"/>
                    <a:pt x="29" y="14"/>
                    <a:pt x="1" y="0"/>
                  </a:cubicBezTo>
                  <a:cubicBezTo>
                    <a:pt x="29" y="14"/>
                    <a:pt x="64" y="32"/>
                    <a:pt x="99" y="5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30" name="Google Shape;8730;p76"/>
            <p:cNvSpPr/>
            <p:nvPr/>
          </p:nvSpPr>
          <p:spPr>
            <a:xfrm>
              <a:off x="1980795" y="1990654"/>
              <a:ext cx="163" cy="14"/>
            </a:xfrm>
            <a:custGeom>
              <a:avLst/>
              <a:gdLst/>
              <a:ahLst/>
              <a:cxnLst/>
              <a:rect l="l" t="t" r="r" b="b"/>
              <a:pathLst>
                <a:path w="12" h="1" extrusionOk="0">
                  <a:moveTo>
                    <a:pt x="1"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31" name="Google Shape;8731;p76"/>
            <p:cNvSpPr/>
            <p:nvPr/>
          </p:nvSpPr>
          <p:spPr>
            <a:xfrm>
              <a:off x="1979845" y="1990654"/>
              <a:ext cx="163" cy="14"/>
            </a:xfrm>
            <a:custGeom>
              <a:avLst/>
              <a:gdLst/>
              <a:ahLst/>
              <a:cxnLst/>
              <a:rect l="l" t="t" r="r" b="b"/>
              <a:pathLst>
                <a:path w="12" h="1" extrusionOk="0">
                  <a:moveTo>
                    <a:pt x="1"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32" name="Google Shape;8732;p76"/>
            <p:cNvSpPr/>
            <p:nvPr/>
          </p:nvSpPr>
          <p:spPr>
            <a:xfrm>
              <a:off x="1971481" y="1981910"/>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33" name="Google Shape;8733;p76"/>
            <p:cNvSpPr/>
            <p:nvPr/>
          </p:nvSpPr>
          <p:spPr>
            <a:xfrm>
              <a:off x="1983796" y="1987612"/>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34" name="Google Shape;8734;p76"/>
            <p:cNvSpPr/>
            <p:nvPr/>
          </p:nvSpPr>
          <p:spPr>
            <a:xfrm>
              <a:off x="1981800" y="1990084"/>
              <a:ext cx="109" cy="109"/>
            </a:xfrm>
            <a:custGeom>
              <a:avLst/>
              <a:gdLst/>
              <a:ahLst/>
              <a:cxnLst/>
              <a:rect l="l" t="t" r="r" b="b"/>
              <a:pathLst>
                <a:path w="8" h="8" extrusionOk="0">
                  <a:moveTo>
                    <a:pt x="7"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35" name="Google Shape;8735;p76"/>
            <p:cNvSpPr/>
            <p:nvPr/>
          </p:nvSpPr>
          <p:spPr>
            <a:xfrm>
              <a:off x="1974468" y="1981299"/>
              <a:ext cx="353" cy="54"/>
            </a:xfrm>
            <a:custGeom>
              <a:avLst/>
              <a:gdLst/>
              <a:ahLst/>
              <a:cxnLst/>
              <a:rect l="l" t="t" r="r" b="b"/>
              <a:pathLst>
                <a:path w="26" h="4" extrusionOk="0">
                  <a:moveTo>
                    <a:pt x="1" y="4"/>
                  </a:move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36" name="Google Shape;8736;p76"/>
            <p:cNvSpPr/>
            <p:nvPr/>
          </p:nvSpPr>
          <p:spPr>
            <a:xfrm>
              <a:off x="1972567" y="1981584"/>
              <a:ext cx="448" cy="109"/>
            </a:xfrm>
            <a:custGeom>
              <a:avLst/>
              <a:gdLst/>
              <a:ahLst/>
              <a:cxnLst/>
              <a:rect l="l" t="t" r="r" b="b"/>
              <a:pathLst>
                <a:path w="33" h="8" extrusionOk="0">
                  <a:moveTo>
                    <a:pt x="1" y="7"/>
                  </a:moveTo>
                  <a:lnTo>
                    <a:pt x="3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37" name="Google Shape;8737;p76"/>
            <p:cNvSpPr/>
            <p:nvPr/>
          </p:nvSpPr>
          <p:spPr>
            <a:xfrm>
              <a:off x="1984597" y="1988373"/>
              <a:ext cx="258" cy="163"/>
            </a:xfrm>
            <a:custGeom>
              <a:avLst/>
              <a:gdLst/>
              <a:ahLst/>
              <a:cxnLst/>
              <a:rect l="l" t="t" r="r" b="b"/>
              <a:pathLst>
                <a:path w="19" h="12" extrusionOk="0">
                  <a:moveTo>
                    <a:pt x="1" y="1"/>
                  </a:moveTo>
                  <a:lnTo>
                    <a:pt x="1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38" name="Google Shape;8738;p76"/>
            <p:cNvSpPr/>
            <p:nvPr/>
          </p:nvSpPr>
          <p:spPr>
            <a:xfrm>
              <a:off x="1980374" y="1990708"/>
              <a:ext cx="109" cy="14"/>
            </a:xfrm>
            <a:custGeom>
              <a:avLst/>
              <a:gdLst/>
              <a:ahLst/>
              <a:cxnLst/>
              <a:rect l="l" t="t" r="r" b="b"/>
              <a:pathLst>
                <a:path w="8" h="1" extrusionOk="0">
                  <a:moveTo>
                    <a:pt x="7"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39" name="Google Shape;8739;p76"/>
            <p:cNvSpPr/>
            <p:nvPr/>
          </p:nvSpPr>
          <p:spPr>
            <a:xfrm>
              <a:off x="1984081" y="1987952"/>
              <a:ext cx="149" cy="149"/>
            </a:xfrm>
            <a:custGeom>
              <a:avLst/>
              <a:gdLst/>
              <a:ahLst/>
              <a:cxnLst/>
              <a:rect l="l" t="t" r="r" b="b"/>
              <a:pathLst>
                <a:path w="11" h="11" extrusionOk="0">
                  <a:moveTo>
                    <a:pt x="0" y="0"/>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40" name="Google Shape;8740;p76"/>
            <p:cNvSpPr/>
            <p:nvPr/>
          </p:nvSpPr>
          <p:spPr>
            <a:xfrm>
              <a:off x="1984312" y="1988183"/>
              <a:ext cx="204" cy="109"/>
            </a:xfrm>
            <a:custGeom>
              <a:avLst/>
              <a:gdLst/>
              <a:ahLst/>
              <a:cxnLst/>
              <a:rect l="l" t="t" r="r" b="b"/>
              <a:pathLst>
                <a:path w="15" h="8" extrusionOk="0">
                  <a:moveTo>
                    <a:pt x="1" y="1"/>
                  </a:moveTo>
                  <a:lnTo>
                    <a:pt x="15"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41" name="Google Shape;8741;p76"/>
            <p:cNvSpPr/>
            <p:nvPr/>
          </p:nvSpPr>
          <p:spPr>
            <a:xfrm>
              <a:off x="1981366" y="1990369"/>
              <a:ext cx="163" cy="109"/>
            </a:xfrm>
            <a:custGeom>
              <a:avLst/>
              <a:gdLst/>
              <a:ahLst/>
              <a:cxnLst/>
              <a:rect l="l" t="t" r="r" b="b"/>
              <a:pathLst>
                <a:path w="12" h="8" extrusionOk="0">
                  <a:moveTo>
                    <a:pt x="1" y="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42" name="Google Shape;8742;p76"/>
            <p:cNvSpPr/>
            <p:nvPr/>
          </p:nvSpPr>
          <p:spPr>
            <a:xfrm>
              <a:off x="1973898" y="1981340"/>
              <a:ext cx="394" cy="109"/>
            </a:xfrm>
            <a:custGeom>
              <a:avLst/>
              <a:gdLst/>
              <a:ahLst/>
              <a:cxnLst/>
              <a:rect l="l" t="t" r="r" b="b"/>
              <a:pathLst>
                <a:path w="29" h="8" extrusionOk="0">
                  <a:moveTo>
                    <a:pt x="1" y="8"/>
                  </a:move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43" name="Google Shape;8743;p76"/>
            <p:cNvSpPr/>
            <p:nvPr/>
          </p:nvSpPr>
          <p:spPr>
            <a:xfrm>
              <a:off x="1973233" y="1981435"/>
              <a:ext cx="448" cy="109"/>
            </a:xfrm>
            <a:custGeom>
              <a:avLst/>
              <a:gdLst/>
              <a:ahLst/>
              <a:cxnLst/>
              <a:rect l="l" t="t" r="r" b="b"/>
              <a:pathLst>
                <a:path w="33" h="8" extrusionOk="0">
                  <a:moveTo>
                    <a:pt x="1" y="8"/>
                  </a:moveTo>
                  <a:lnTo>
                    <a:pt x="3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44" name="Google Shape;8744;p76"/>
            <p:cNvSpPr/>
            <p:nvPr/>
          </p:nvSpPr>
          <p:spPr>
            <a:xfrm>
              <a:off x="1971766" y="1981720"/>
              <a:ext cx="530" cy="109"/>
            </a:xfrm>
            <a:custGeom>
              <a:avLst/>
              <a:gdLst/>
              <a:ahLst/>
              <a:cxnLst/>
              <a:rect l="l" t="t" r="r" b="b"/>
              <a:pathLst>
                <a:path w="39" h="8" extrusionOk="0">
                  <a:moveTo>
                    <a:pt x="0" y="8"/>
                  </a:moveTo>
                  <a:lnTo>
                    <a:pt x="3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45" name="Google Shape;8745;p76"/>
            <p:cNvSpPr/>
            <p:nvPr/>
          </p:nvSpPr>
          <p:spPr>
            <a:xfrm>
              <a:off x="1975378" y="1981150"/>
              <a:ext cx="299" cy="68"/>
            </a:xfrm>
            <a:custGeom>
              <a:avLst/>
              <a:gdLst/>
              <a:ahLst/>
              <a:cxnLst/>
              <a:rect l="l" t="t" r="r" b="b"/>
              <a:pathLst>
                <a:path w="22" h="5" extrusionOk="0">
                  <a:moveTo>
                    <a:pt x="1" y="4"/>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46" name="Google Shape;8746;p76"/>
            <p:cNvSpPr/>
            <p:nvPr/>
          </p:nvSpPr>
          <p:spPr>
            <a:xfrm>
              <a:off x="1974943" y="1981204"/>
              <a:ext cx="299" cy="54"/>
            </a:xfrm>
            <a:custGeom>
              <a:avLst/>
              <a:gdLst/>
              <a:ahLst/>
              <a:cxnLst/>
              <a:rect l="l" t="t" r="r" b="b"/>
              <a:pathLst>
                <a:path w="22" h="4" extrusionOk="0">
                  <a:moveTo>
                    <a:pt x="1" y="4"/>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47" name="Google Shape;8747;p76"/>
            <p:cNvSpPr/>
            <p:nvPr/>
          </p:nvSpPr>
          <p:spPr>
            <a:xfrm>
              <a:off x="1950327" y="1969744"/>
              <a:ext cx="19362" cy="21398"/>
            </a:xfrm>
            <a:custGeom>
              <a:avLst/>
              <a:gdLst/>
              <a:ahLst/>
              <a:cxnLst/>
              <a:rect l="l" t="t" r="r" b="b"/>
              <a:pathLst>
                <a:path w="1426" h="1576" extrusionOk="0">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48" name="Google Shape;8748;p76"/>
            <p:cNvSpPr/>
            <p:nvPr/>
          </p:nvSpPr>
          <p:spPr>
            <a:xfrm>
              <a:off x="1953749" y="1973166"/>
              <a:ext cx="163" cy="204"/>
            </a:xfrm>
            <a:custGeom>
              <a:avLst/>
              <a:gdLst/>
              <a:ahLst/>
              <a:cxnLst/>
              <a:rect l="l" t="t" r="r" b="b"/>
              <a:pathLst>
                <a:path w="12" h="15" extrusionOk="0">
                  <a:moveTo>
                    <a:pt x="1" y="1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49" name="Google Shape;8749;p76"/>
            <p:cNvSpPr/>
            <p:nvPr/>
          </p:nvSpPr>
          <p:spPr>
            <a:xfrm>
              <a:off x="1954754" y="1971876"/>
              <a:ext cx="54" cy="163"/>
            </a:xfrm>
            <a:custGeom>
              <a:avLst/>
              <a:gdLst/>
              <a:ahLst/>
              <a:cxnLst/>
              <a:rect l="l" t="t" r="r" b="b"/>
              <a:pathLst>
                <a:path w="4" h="12" extrusionOk="0">
                  <a:moveTo>
                    <a:pt x="0" y="1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50" name="Google Shape;8750;p76"/>
            <p:cNvSpPr/>
            <p:nvPr/>
          </p:nvSpPr>
          <p:spPr>
            <a:xfrm>
              <a:off x="1951563" y="1975257"/>
              <a:ext cx="258" cy="204"/>
            </a:xfrm>
            <a:custGeom>
              <a:avLst/>
              <a:gdLst/>
              <a:ahLst/>
              <a:cxnLst/>
              <a:rect l="l" t="t" r="r" b="b"/>
              <a:pathLst>
                <a:path w="19" h="15" extrusionOk="0">
                  <a:moveTo>
                    <a:pt x="1" y="1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51" name="Google Shape;8751;p76"/>
            <p:cNvSpPr/>
            <p:nvPr/>
          </p:nvSpPr>
          <p:spPr>
            <a:xfrm>
              <a:off x="1954564" y="1972161"/>
              <a:ext cx="109" cy="163"/>
            </a:xfrm>
            <a:custGeom>
              <a:avLst/>
              <a:gdLst/>
              <a:ahLst/>
              <a:cxnLst/>
              <a:rect l="l" t="t" r="r" b="b"/>
              <a:pathLst>
                <a:path w="8" h="12" extrusionOk="0">
                  <a:moveTo>
                    <a:pt x="0" y="1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52" name="Google Shape;8752;p76"/>
            <p:cNvSpPr/>
            <p:nvPr/>
          </p:nvSpPr>
          <p:spPr>
            <a:xfrm>
              <a:off x="1950382" y="1976357"/>
              <a:ext cx="204" cy="149"/>
            </a:xfrm>
            <a:custGeom>
              <a:avLst/>
              <a:gdLst/>
              <a:ahLst/>
              <a:cxnLst/>
              <a:rect l="l" t="t" r="r" b="b"/>
              <a:pathLst>
                <a:path w="15" h="11" extrusionOk="0">
                  <a:moveTo>
                    <a:pt x="0" y="11"/>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53" name="Google Shape;8753;p76"/>
            <p:cNvSpPr/>
            <p:nvPr/>
          </p:nvSpPr>
          <p:spPr>
            <a:xfrm>
              <a:off x="1954319" y="1972501"/>
              <a:ext cx="109" cy="149"/>
            </a:xfrm>
            <a:custGeom>
              <a:avLst/>
              <a:gdLst/>
              <a:ahLst/>
              <a:cxnLst/>
              <a:rect l="l" t="t" r="r" b="b"/>
              <a:pathLst>
                <a:path w="8" h="11" extrusionOk="0">
                  <a:moveTo>
                    <a:pt x="1" y="11"/>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54" name="Google Shape;8754;p76"/>
            <p:cNvSpPr/>
            <p:nvPr/>
          </p:nvSpPr>
          <p:spPr>
            <a:xfrm>
              <a:off x="1955039" y="1971360"/>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55" name="Google Shape;8755;p76"/>
            <p:cNvSpPr/>
            <p:nvPr/>
          </p:nvSpPr>
          <p:spPr>
            <a:xfrm>
              <a:off x="1954889" y="1971591"/>
              <a:ext cx="68" cy="163"/>
            </a:xfrm>
            <a:custGeom>
              <a:avLst/>
              <a:gdLst/>
              <a:ahLst/>
              <a:cxnLst/>
              <a:rect l="l" t="t" r="r" b="b"/>
              <a:pathLst>
                <a:path w="5" h="12" extrusionOk="0">
                  <a:moveTo>
                    <a:pt x="1" y="1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56" name="Google Shape;8756;p76"/>
            <p:cNvSpPr/>
            <p:nvPr/>
          </p:nvSpPr>
          <p:spPr>
            <a:xfrm>
              <a:off x="1955134" y="1971116"/>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57" name="Google Shape;8757;p76"/>
            <p:cNvSpPr/>
            <p:nvPr/>
          </p:nvSpPr>
          <p:spPr>
            <a:xfrm>
              <a:off x="1952608" y="1974347"/>
              <a:ext cx="204" cy="204"/>
            </a:xfrm>
            <a:custGeom>
              <a:avLst/>
              <a:gdLst/>
              <a:ahLst/>
              <a:cxnLst/>
              <a:rect l="l" t="t" r="r" b="b"/>
              <a:pathLst>
                <a:path w="15" h="15" extrusionOk="0">
                  <a:moveTo>
                    <a:pt x="1" y="15"/>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58" name="Google Shape;8758;p76"/>
            <p:cNvSpPr/>
            <p:nvPr/>
          </p:nvSpPr>
          <p:spPr>
            <a:xfrm>
              <a:off x="1952092" y="1974782"/>
              <a:ext cx="244" cy="204"/>
            </a:xfrm>
            <a:custGeom>
              <a:avLst/>
              <a:gdLst/>
              <a:ahLst/>
              <a:cxnLst/>
              <a:rect l="l" t="t" r="r" b="b"/>
              <a:pathLst>
                <a:path w="18" h="15" extrusionOk="0">
                  <a:moveTo>
                    <a:pt x="0" y="1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59" name="Google Shape;8759;p76"/>
            <p:cNvSpPr/>
            <p:nvPr/>
          </p:nvSpPr>
          <p:spPr>
            <a:xfrm>
              <a:off x="1950993" y="1975786"/>
              <a:ext cx="204" cy="190"/>
            </a:xfrm>
            <a:custGeom>
              <a:avLst/>
              <a:gdLst/>
              <a:ahLst/>
              <a:cxnLst/>
              <a:rect l="l" t="t" r="r" b="b"/>
              <a:pathLst>
                <a:path w="15" h="14" extrusionOk="0">
                  <a:moveTo>
                    <a:pt x="1" y="14"/>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60" name="Google Shape;8760;p76"/>
            <p:cNvSpPr/>
            <p:nvPr/>
          </p:nvSpPr>
          <p:spPr>
            <a:xfrm>
              <a:off x="1969526" y="1981204"/>
              <a:ext cx="109" cy="299"/>
            </a:xfrm>
            <a:custGeom>
              <a:avLst/>
              <a:gdLst/>
              <a:ahLst/>
              <a:cxnLst/>
              <a:rect l="l" t="t" r="r" b="b"/>
              <a:pathLst>
                <a:path w="8" h="22" extrusionOk="0">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61" name="Google Shape;8761;p76"/>
            <p:cNvSpPr/>
            <p:nvPr/>
          </p:nvSpPr>
          <p:spPr>
            <a:xfrm>
              <a:off x="1954034" y="1972827"/>
              <a:ext cx="163" cy="163"/>
            </a:xfrm>
            <a:custGeom>
              <a:avLst/>
              <a:gdLst/>
              <a:ahLst/>
              <a:cxnLst/>
              <a:rect l="l" t="t" r="r" b="b"/>
              <a:pathLst>
                <a:path w="12" h="12" extrusionOk="0">
                  <a:moveTo>
                    <a:pt x="1" y="1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62" name="Google Shape;8762;p76"/>
            <p:cNvSpPr/>
            <p:nvPr/>
          </p:nvSpPr>
          <p:spPr>
            <a:xfrm>
              <a:off x="1953369" y="1973546"/>
              <a:ext cx="204" cy="204"/>
            </a:xfrm>
            <a:custGeom>
              <a:avLst/>
              <a:gdLst/>
              <a:ahLst/>
              <a:cxnLst/>
              <a:rect l="l" t="t" r="r" b="b"/>
              <a:pathLst>
                <a:path w="15" h="15" extrusionOk="0">
                  <a:moveTo>
                    <a:pt x="1" y="14"/>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63" name="Google Shape;8763;p76"/>
            <p:cNvSpPr/>
            <p:nvPr/>
          </p:nvSpPr>
          <p:spPr>
            <a:xfrm>
              <a:off x="1952989" y="1973926"/>
              <a:ext cx="204" cy="204"/>
            </a:xfrm>
            <a:custGeom>
              <a:avLst/>
              <a:gdLst/>
              <a:ahLst/>
              <a:cxnLst/>
              <a:rect l="l" t="t" r="r" b="b"/>
              <a:pathLst>
                <a:path w="15" h="15" extrusionOk="0">
                  <a:moveTo>
                    <a:pt x="15"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64" name="Google Shape;8764;p76"/>
            <p:cNvSpPr/>
            <p:nvPr/>
          </p:nvSpPr>
          <p:spPr>
            <a:xfrm>
              <a:off x="1962968" y="1989228"/>
              <a:ext cx="299" cy="258"/>
            </a:xfrm>
            <a:custGeom>
              <a:avLst/>
              <a:gdLst/>
              <a:ahLst/>
              <a:cxnLst/>
              <a:rect l="l" t="t" r="r" b="b"/>
              <a:pathLst>
                <a:path w="22" h="19" extrusionOk="0">
                  <a:moveTo>
                    <a:pt x="1" y="18"/>
                  </a:moveTo>
                  <a:cubicBezTo>
                    <a:pt x="8" y="11"/>
                    <a:pt x="15" y="4"/>
                    <a:pt x="22" y="1"/>
                  </a:cubicBezTo>
                  <a:cubicBezTo>
                    <a:pt x="15" y="4"/>
                    <a:pt x="8" y="11"/>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65" name="Google Shape;8765;p76"/>
            <p:cNvSpPr/>
            <p:nvPr/>
          </p:nvSpPr>
          <p:spPr>
            <a:xfrm>
              <a:off x="1961828" y="1990518"/>
              <a:ext cx="394" cy="625"/>
            </a:xfrm>
            <a:custGeom>
              <a:avLst/>
              <a:gdLst/>
              <a:ahLst/>
              <a:cxnLst/>
              <a:rect l="l" t="t" r="r" b="b"/>
              <a:pathLst>
                <a:path w="29" h="46" extrusionOk="0">
                  <a:moveTo>
                    <a:pt x="29" y="0"/>
                  </a:moveTo>
                  <a:cubicBezTo>
                    <a:pt x="18" y="14"/>
                    <a:pt x="11" y="28"/>
                    <a:pt x="1" y="46"/>
                  </a:cubicBezTo>
                  <a:cubicBezTo>
                    <a:pt x="11" y="28"/>
                    <a:pt x="22" y="14"/>
                    <a:pt x="2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66" name="Google Shape;8766;p76"/>
            <p:cNvSpPr/>
            <p:nvPr/>
          </p:nvSpPr>
          <p:spPr>
            <a:xfrm>
              <a:off x="1962262" y="1989988"/>
              <a:ext cx="339" cy="448"/>
            </a:xfrm>
            <a:custGeom>
              <a:avLst/>
              <a:gdLst/>
              <a:ahLst/>
              <a:cxnLst/>
              <a:rect l="l" t="t" r="r" b="b"/>
              <a:pathLst>
                <a:path w="25" h="33" extrusionOk="0">
                  <a:moveTo>
                    <a:pt x="25" y="1"/>
                  </a:moveTo>
                  <a:cubicBezTo>
                    <a:pt x="14" y="11"/>
                    <a:pt x="7" y="22"/>
                    <a:pt x="0" y="32"/>
                  </a:cubicBezTo>
                  <a:cubicBezTo>
                    <a:pt x="7" y="22"/>
                    <a:pt x="14" y="11"/>
                    <a:pt x="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67" name="Google Shape;8767;p76"/>
            <p:cNvSpPr/>
            <p:nvPr/>
          </p:nvSpPr>
          <p:spPr>
            <a:xfrm>
              <a:off x="1969675" y="1981720"/>
              <a:ext cx="14" cy="163"/>
            </a:xfrm>
            <a:custGeom>
              <a:avLst/>
              <a:gdLst/>
              <a:ahLst/>
              <a:cxnLst/>
              <a:rect l="l" t="t" r="r" b="b"/>
              <a:pathLst>
                <a:path w="1" h="12" extrusionOk="0">
                  <a:moveTo>
                    <a:pt x="0" y="1"/>
                  </a:moveTo>
                  <a:lnTo>
                    <a:pt x="0" y="11"/>
                  </a:lnTo>
                  <a:cubicBezTo>
                    <a:pt x="0" y="8"/>
                    <a:pt x="0"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68" name="Google Shape;8768;p76"/>
            <p:cNvSpPr/>
            <p:nvPr/>
          </p:nvSpPr>
          <p:spPr>
            <a:xfrm>
              <a:off x="1969621" y="1981530"/>
              <a:ext cx="68" cy="163"/>
            </a:xfrm>
            <a:custGeom>
              <a:avLst/>
              <a:gdLst/>
              <a:ahLst/>
              <a:cxnLst/>
              <a:rect l="l" t="t" r="r" b="b"/>
              <a:pathLst>
                <a:path w="5" h="12" extrusionOk="0">
                  <a:moveTo>
                    <a:pt x="1" y="1"/>
                  </a:moveTo>
                  <a:cubicBezTo>
                    <a:pt x="1" y="4"/>
                    <a:pt x="4" y="8"/>
                    <a:pt x="4" y="11"/>
                  </a:cubicBezTo>
                  <a:cubicBezTo>
                    <a:pt x="4" y="8"/>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69" name="Google Shape;8769;p76"/>
            <p:cNvSpPr/>
            <p:nvPr/>
          </p:nvSpPr>
          <p:spPr>
            <a:xfrm>
              <a:off x="1969675" y="1982005"/>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70" name="Google Shape;8770;p76"/>
            <p:cNvSpPr/>
            <p:nvPr/>
          </p:nvSpPr>
          <p:spPr>
            <a:xfrm>
              <a:off x="1962588" y="1989568"/>
              <a:ext cx="353" cy="394"/>
            </a:xfrm>
            <a:custGeom>
              <a:avLst/>
              <a:gdLst/>
              <a:ahLst/>
              <a:cxnLst/>
              <a:rect l="l" t="t" r="r" b="b"/>
              <a:pathLst>
                <a:path w="26" h="29" extrusionOk="0">
                  <a:moveTo>
                    <a:pt x="25" y="0"/>
                  </a:moveTo>
                  <a:lnTo>
                    <a:pt x="25" y="0"/>
                  </a:lnTo>
                  <a:cubicBezTo>
                    <a:pt x="18" y="7"/>
                    <a:pt x="8" y="18"/>
                    <a:pt x="1" y="28"/>
                  </a:cubicBezTo>
                  <a:cubicBezTo>
                    <a:pt x="11" y="18"/>
                    <a:pt x="18" y="7"/>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71" name="Google Shape;8771;p76"/>
            <p:cNvSpPr/>
            <p:nvPr/>
          </p:nvSpPr>
          <p:spPr>
            <a:xfrm>
              <a:off x="1969580" y="1981394"/>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72" name="Google Shape;8772;p76"/>
            <p:cNvSpPr/>
            <p:nvPr/>
          </p:nvSpPr>
          <p:spPr>
            <a:xfrm>
              <a:off x="1922385" y="1832082"/>
              <a:ext cx="60230" cy="48838"/>
            </a:xfrm>
            <a:custGeom>
              <a:avLst/>
              <a:gdLst/>
              <a:ahLst/>
              <a:cxnLst/>
              <a:rect l="l" t="t" r="r" b="b"/>
              <a:pathLst>
                <a:path w="4436" h="3597" extrusionOk="0">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73" name="Google Shape;8773;p76"/>
            <p:cNvSpPr/>
            <p:nvPr/>
          </p:nvSpPr>
          <p:spPr>
            <a:xfrm>
              <a:off x="1982370" y="1833793"/>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74" name="Google Shape;8774;p76"/>
            <p:cNvSpPr/>
            <p:nvPr/>
          </p:nvSpPr>
          <p:spPr>
            <a:xfrm>
              <a:off x="1982275" y="1833508"/>
              <a:ext cx="14" cy="109"/>
            </a:xfrm>
            <a:custGeom>
              <a:avLst/>
              <a:gdLst/>
              <a:ahLst/>
              <a:cxnLst/>
              <a:rect l="l" t="t" r="r" b="b"/>
              <a:pathLst>
                <a:path w="1" h="8" extrusionOk="0">
                  <a:moveTo>
                    <a:pt x="0"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75" name="Google Shape;8775;p76"/>
            <p:cNvSpPr/>
            <p:nvPr/>
          </p:nvSpPr>
          <p:spPr>
            <a:xfrm>
              <a:off x="1982465" y="1834078"/>
              <a:ext cx="54" cy="163"/>
            </a:xfrm>
            <a:custGeom>
              <a:avLst/>
              <a:gdLst/>
              <a:ahLst/>
              <a:cxnLst/>
              <a:rect l="l" t="t" r="r" b="b"/>
              <a:pathLst>
                <a:path w="4" h="12" extrusionOk="0">
                  <a:moveTo>
                    <a:pt x="0" y="1"/>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76" name="Google Shape;8776;p76"/>
            <p:cNvSpPr/>
            <p:nvPr/>
          </p:nvSpPr>
          <p:spPr>
            <a:xfrm>
              <a:off x="1922575" y="1836318"/>
              <a:ext cx="85525" cy="95653"/>
            </a:xfrm>
            <a:custGeom>
              <a:avLst/>
              <a:gdLst/>
              <a:ahLst/>
              <a:cxnLst/>
              <a:rect l="l" t="t" r="r" b="b"/>
              <a:pathLst>
                <a:path w="6299" h="7045" extrusionOk="0">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77" name="Google Shape;8777;p76"/>
            <p:cNvSpPr/>
            <p:nvPr/>
          </p:nvSpPr>
          <p:spPr>
            <a:xfrm>
              <a:off x="1984366" y="1836088"/>
              <a:ext cx="54" cy="1385"/>
            </a:xfrm>
            <a:custGeom>
              <a:avLst/>
              <a:gdLst/>
              <a:ahLst/>
              <a:cxnLst/>
              <a:rect l="l" t="t" r="r" b="b"/>
              <a:pathLst>
                <a:path w="4" h="102" extrusionOk="0">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78" name="Google Shape;8778;p76"/>
            <p:cNvSpPr/>
            <p:nvPr/>
          </p:nvSpPr>
          <p:spPr>
            <a:xfrm>
              <a:off x="1984692" y="1836278"/>
              <a:ext cx="23503" cy="15410"/>
            </a:xfrm>
            <a:custGeom>
              <a:avLst/>
              <a:gdLst/>
              <a:ahLst/>
              <a:cxnLst/>
              <a:rect l="l" t="t" r="r" b="b"/>
              <a:pathLst>
                <a:path w="1731" h="1135" extrusionOk="0">
                  <a:moveTo>
                    <a:pt x="1" y="0"/>
                  </a:moveTo>
                  <a:lnTo>
                    <a:pt x="1" y="0"/>
                  </a:lnTo>
                  <a:cubicBezTo>
                    <a:pt x="141" y="88"/>
                    <a:pt x="862" y="560"/>
                    <a:pt x="1730" y="1134"/>
                  </a:cubicBezTo>
                  <a:cubicBezTo>
                    <a:pt x="809" y="525"/>
                    <a:pt x="137" y="8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79" name="Google Shape;8779;p76"/>
            <p:cNvSpPr/>
            <p:nvPr/>
          </p:nvSpPr>
          <p:spPr>
            <a:xfrm>
              <a:off x="1984502" y="1836183"/>
              <a:ext cx="163" cy="109"/>
            </a:xfrm>
            <a:custGeom>
              <a:avLst/>
              <a:gdLst/>
              <a:ahLst/>
              <a:cxnLst/>
              <a:rect l="l" t="t" r="r" b="b"/>
              <a:pathLst>
                <a:path w="12" h="8" extrusionOk="0">
                  <a:moveTo>
                    <a:pt x="1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80" name="Google Shape;8780;p76"/>
            <p:cNvSpPr/>
            <p:nvPr/>
          </p:nvSpPr>
          <p:spPr>
            <a:xfrm>
              <a:off x="1924517" y="1921218"/>
              <a:ext cx="68" cy="54"/>
            </a:xfrm>
            <a:custGeom>
              <a:avLst/>
              <a:gdLst/>
              <a:ahLst/>
              <a:cxnLst/>
              <a:rect l="l" t="t" r="r" b="b"/>
              <a:pathLst>
                <a:path w="5" h="4" extrusionOk="0">
                  <a:moveTo>
                    <a:pt x="1" y="4"/>
                  </a:moveTo>
                  <a:lnTo>
                    <a:pt x="4" y="0"/>
                  </a:ln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81" name="Google Shape;8781;p76"/>
            <p:cNvSpPr/>
            <p:nvPr/>
          </p:nvSpPr>
          <p:spPr>
            <a:xfrm>
              <a:off x="1953369" y="1928727"/>
              <a:ext cx="3204" cy="3245"/>
            </a:xfrm>
            <a:custGeom>
              <a:avLst/>
              <a:gdLst/>
              <a:ahLst/>
              <a:cxnLst/>
              <a:rect l="l" t="t" r="r" b="b"/>
              <a:pathLst>
                <a:path w="236" h="239" extrusionOk="0">
                  <a:moveTo>
                    <a:pt x="1" y="0"/>
                  </a:moveTo>
                  <a:cubicBezTo>
                    <a:pt x="102" y="53"/>
                    <a:pt x="183" y="137"/>
                    <a:pt x="235" y="238"/>
                  </a:cubicBezTo>
                  <a:lnTo>
                    <a:pt x="235" y="238"/>
                  </a:lnTo>
                  <a:cubicBezTo>
                    <a:pt x="183" y="137"/>
                    <a:pt x="102" y="53"/>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82" name="Google Shape;8782;p76"/>
            <p:cNvSpPr/>
            <p:nvPr/>
          </p:nvSpPr>
          <p:spPr>
            <a:xfrm>
              <a:off x="1929893" y="1918544"/>
              <a:ext cx="4671" cy="258"/>
            </a:xfrm>
            <a:custGeom>
              <a:avLst/>
              <a:gdLst/>
              <a:ahLst/>
              <a:cxnLst/>
              <a:rect l="l" t="t" r="r" b="b"/>
              <a:pathLst>
                <a:path w="344" h="19" extrusionOk="0">
                  <a:moveTo>
                    <a:pt x="0" y="15"/>
                  </a:moveTo>
                  <a:cubicBezTo>
                    <a:pt x="116" y="18"/>
                    <a:pt x="231" y="15"/>
                    <a:pt x="343" y="1"/>
                  </a:cubicBezTo>
                  <a:cubicBezTo>
                    <a:pt x="231" y="15"/>
                    <a:pt x="116" y="18"/>
                    <a:pt x="0"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83" name="Google Shape;8783;p76"/>
            <p:cNvSpPr/>
            <p:nvPr/>
          </p:nvSpPr>
          <p:spPr>
            <a:xfrm>
              <a:off x="1983796" y="184544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84" name="Google Shape;8784;p76"/>
            <p:cNvSpPr/>
            <p:nvPr/>
          </p:nvSpPr>
          <p:spPr>
            <a:xfrm>
              <a:off x="1983986" y="184530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85" name="Google Shape;8785;p76"/>
            <p:cNvSpPr/>
            <p:nvPr/>
          </p:nvSpPr>
          <p:spPr>
            <a:xfrm>
              <a:off x="1984081" y="184515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86" name="Google Shape;8786;p76"/>
            <p:cNvSpPr/>
            <p:nvPr/>
          </p:nvSpPr>
          <p:spPr>
            <a:xfrm>
              <a:off x="1983891" y="184544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87" name="Google Shape;8787;p76"/>
            <p:cNvSpPr/>
            <p:nvPr/>
          </p:nvSpPr>
          <p:spPr>
            <a:xfrm>
              <a:off x="1984122" y="1845062"/>
              <a:ext cx="14" cy="14"/>
            </a:xfrm>
            <a:custGeom>
              <a:avLst/>
              <a:gdLst/>
              <a:ahLst/>
              <a:cxnLst/>
              <a:rect l="l" t="t" r="r" b="b"/>
              <a:pathLst>
                <a:path w="1" h="1" extrusionOk="0">
                  <a:moveTo>
                    <a:pt x="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88" name="Google Shape;8788;p76"/>
            <p:cNvSpPr/>
            <p:nvPr/>
          </p:nvSpPr>
          <p:spPr>
            <a:xfrm>
              <a:off x="1984366" y="184344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89" name="Google Shape;8789;p76"/>
            <p:cNvSpPr/>
            <p:nvPr/>
          </p:nvSpPr>
          <p:spPr>
            <a:xfrm>
              <a:off x="1983932" y="184540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90" name="Google Shape;8790;p76"/>
            <p:cNvSpPr/>
            <p:nvPr/>
          </p:nvSpPr>
          <p:spPr>
            <a:xfrm>
              <a:off x="1984027" y="184525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91" name="Google Shape;8791;p76"/>
            <p:cNvSpPr/>
            <p:nvPr/>
          </p:nvSpPr>
          <p:spPr>
            <a:xfrm>
              <a:off x="1984407" y="1840269"/>
              <a:ext cx="14" cy="394"/>
            </a:xfrm>
            <a:custGeom>
              <a:avLst/>
              <a:gdLst/>
              <a:ahLst/>
              <a:cxnLst/>
              <a:rect l="l" t="t" r="r" b="b"/>
              <a:pathLst>
                <a:path w="1" h="29" extrusionOk="0">
                  <a:moveTo>
                    <a:pt x="1" y="2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92" name="Google Shape;8792;p76"/>
            <p:cNvSpPr/>
            <p:nvPr/>
          </p:nvSpPr>
          <p:spPr>
            <a:xfrm>
              <a:off x="1984407" y="1841790"/>
              <a:ext cx="14" cy="244"/>
            </a:xfrm>
            <a:custGeom>
              <a:avLst/>
              <a:gdLst/>
              <a:ahLst/>
              <a:cxnLst/>
              <a:rect l="l" t="t" r="r" b="b"/>
              <a:pathLst>
                <a:path w="1" h="18" extrusionOk="0">
                  <a:moveTo>
                    <a:pt x="1" y="1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93" name="Google Shape;8793;p76"/>
            <p:cNvSpPr/>
            <p:nvPr/>
          </p:nvSpPr>
          <p:spPr>
            <a:xfrm>
              <a:off x="1984217" y="1844736"/>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94" name="Google Shape;8794;p76"/>
            <p:cNvSpPr/>
            <p:nvPr/>
          </p:nvSpPr>
          <p:spPr>
            <a:xfrm>
              <a:off x="1984271" y="184458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95" name="Google Shape;8795;p76"/>
            <p:cNvSpPr/>
            <p:nvPr/>
          </p:nvSpPr>
          <p:spPr>
            <a:xfrm>
              <a:off x="1984366" y="184373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96" name="Google Shape;8796;p76"/>
            <p:cNvSpPr/>
            <p:nvPr/>
          </p:nvSpPr>
          <p:spPr>
            <a:xfrm>
              <a:off x="1984366" y="1843976"/>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97" name="Google Shape;8797;p76"/>
            <p:cNvSpPr/>
            <p:nvPr/>
          </p:nvSpPr>
          <p:spPr>
            <a:xfrm>
              <a:off x="1984407" y="184278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98" name="Google Shape;8798;p76"/>
            <p:cNvSpPr/>
            <p:nvPr/>
          </p:nvSpPr>
          <p:spPr>
            <a:xfrm>
              <a:off x="1984312" y="184439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99" name="Google Shape;8799;p76"/>
            <p:cNvSpPr/>
            <p:nvPr/>
          </p:nvSpPr>
          <p:spPr>
            <a:xfrm>
              <a:off x="1984176" y="1844967"/>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00" name="Google Shape;8800;p76"/>
            <p:cNvSpPr/>
            <p:nvPr/>
          </p:nvSpPr>
          <p:spPr>
            <a:xfrm>
              <a:off x="1983986" y="184530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01" name="Google Shape;8801;p76"/>
            <p:cNvSpPr/>
            <p:nvPr/>
          </p:nvSpPr>
          <p:spPr>
            <a:xfrm>
              <a:off x="1984176" y="1844831"/>
              <a:ext cx="14" cy="54"/>
            </a:xfrm>
            <a:custGeom>
              <a:avLst/>
              <a:gdLst/>
              <a:ahLst/>
              <a:cxnLst/>
              <a:rect l="l" t="t" r="r" b="b"/>
              <a:pathLst>
                <a:path w="1" h="4" extrusionOk="0">
                  <a:moveTo>
                    <a:pt x="0"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02" name="Google Shape;8802;p76"/>
            <p:cNvSpPr/>
            <p:nvPr/>
          </p:nvSpPr>
          <p:spPr>
            <a:xfrm>
              <a:off x="1984407" y="1842971"/>
              <a:ext cx="14" cy="163"/>
            </a:xfrm>
            <a:custGeom>
              <a:avLst/>
              <a:gdLst/>
              <a:ahLst/>
              <a:cxnLst/>
              <a:rect l="l" t="t" r="r" b="b"/>
              <a:pathLst>
                <a:path w="1" h="12" extrusionOk="0">
                  <a:moveTo>
                    <a:pt x="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03" name="Google Shape;8803;p76"/>
            <p:cNvSpPr/>
            <p:nvPr/>
          </p:nvSpPr>
          <p:spPr>
            <a:xfrm>
              <a:off x="1984407" y="1840785"/>
              <a:ext cx="14" cy="353"/>
            </a:xfrm>
            <a:custGeom>
              <a:avLst/>
              <a:gdLst/>
              <a:ahLst/>
              <a:cxnLst/>
              <a:rect l="l" t="t" r="r" b="b"/>
              <a:pathLst>
                <a:path w="1" h="26" extrusionOk="0">
                  <a:moveTo>
                    <a:pt x="1" y="1"/>
                  </a:moveTo>
                  <a:lnTo>
                    <a:pt x="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04" name="Google Shape;8804;p76"/>
            <p:cNvSpPr/>
            <p:nvPr/>
          </p:nvSpPr>
          <p:spPr>
            <a:xfrm>
              <a:off x="1984407" y="1837459"/>
              <a:ext cx="68" cy="2729"/>
            </a:xfrm>
            <a:custGeom>
              <a:avLst/>
              <a:gdLst/>
              <a:ahLst/>
              <a:cxnLst/>
              <a:rect l="l" t="t" r="r" b="b"/>
              <a:pathLst>
                <a:path w="5" h="201" extrusionOk="0">
                  <a:moveTo>
                    <a:pt x="1" y="1"/>
                  </a:moveTo>
                  <a:cubicBezTo>
                    <a:pt x="1" y="78"/>
                    <a:pt x="1" y="144"/>
                    <a:pt x="4" y="200"/>
                  </a:cubicBezTo>
                  <a:cubicBezTo>
                    <a:pt x="4" y="144"/>
                    <a:pt x="4" y="7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05" name="Google Shape;8805;p76"/>
            <p:cNvSpPr/>
            <p:nvPr/>
          </p:nvSpPr>
          <p:spPr>
            <a:xfrm>
              <a:off x="1984407" y="1841315"/>
              <a:ext cx="14" cy="299"/>
            </a:xfrm>
            <a:custGeom>
              <a:avLst/>
              <a:gdLst/>
              <a:ahLst/>
              <a:cxnLst/>
              <a:rect l="l" t="t" r="r" b="b"/>
              <a:pathLst>
                <a:path w="1" h="22" extrusionOk="0">
                  <a:moveTo>
                    <a:pt x="1" y="2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06" name="Google Shape;8806;p76"/>
            <p:cNvSpPr/>
            <p:nvPr/>
          </p:nvSpPr>
          <p:spPr>
            <a:xfrm>
              <a:off x="1984407" y="1842211"/>
              <a:ext cx="14" cy="258"/>
            </a:xfrm>
            <a:custGeom>
              <a:avLst/>
              <a:gdLst/>
              <a:ahLst/>
              <a:cxnLst/>
              <a:rect l="l" t="t" r="r" b="b"/>
              <a:pathLst>
                <a:path w="1" h="19" extrusionOk="0">
                  <a:moveTo>
                    <a:pt x="1" y="1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07" name="Google Shape;8807;p76"/>
            <p:cNvSpPr/>
            <p:nvPr/>
          </p:nvSpPr>
          <p:spPr>
            <a:xfrm>
              <a:off x="1984366" y="1836128"/>
              <a:ext cx="14" cy="1344"/>
            </a:xfrm>
            <a:custGeom>
              <a:avLst/>
              <a:gdLst/>
              <a:ahLst/>
              <a:cxnLst/>
              <a:rect l="l" t="t" r="r" b="b"/>
              <a:pathLst>
                <a:path w="1" h="99" extrusionOk="0">
                  <a:moveTo>
                    <a:pt x="0" y="1"/>
                  </a:moveTo>
                  <a:lnTo>
                    <a:pt x="0" y="1"/>
                  </a:lnTo>
                  <a:lnTo>
                    <a:pt x="0" y="99"/>
                  </a:lnTo>
                  <a:lnTo>
                    <a:pt x="0" y="99"/>
                  </a:lnTo>
                  <a:cubicBezTo>
                    <a:pt x="0" y="67"/>
                    <a:pt x="0" y="36"/>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08" name="Google Shape;8808;p76"/>
            <p:cNvSpPr/>
            <p:nvPr/>
          </p:nvSpPr>
          <p:spPr>
            <a:xfrm>
              <a:off x="1957170" y="1853426"/>
              <a:ext cx="121505" cy="113481"/>
            </a:xfrm>
            <a:custGeom>
              <a:avLst/>
              <a:gdLst/>
              <a:ahLst/>
              <a:cxnLst/>
              <a:rect l="l" t="t" r="r" b="b"/>
              <a:pathLst>
                <a:path w="8949" h="8358" extrusionOk="0">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09" name="Google Shape;8809;p76"/>
            <p:cNvSpPr/>
            <p:nvPr/>
          </p:nvSpPr>
          <p:spPr>
            <a:xfrm>
              <a:off x="2072674" y="1899590"/>
              <a:ext cx="14" cy="204"/>
            </a:xfrm>
            <a:custGeom>
              <a:avLst/>
              <a:gdLst/>
              <a:ahLst/>
              <a:cxnLst/>
              <a:rect l="l" t="t" r="r" b="b"/>
              <a:pathLst>
                <a:path w="1" h="15" extrusionOk="0">
                  <a:moveTo>
                    <a:pt x="1" y="14"/>
                  </a:moveTo>
                  <a:lnTo>
                    <a:pt x="1" y="0"/>
                  </a:lnTo>
                  <a:cubicBezTo>
                    <a:pt x="1" y="4"/>
                    <a:pt x="1" y="11"/>
                    <a:pt x="1"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10" name="Google Shape;8810;p76"/>
            <p:cNvSpPr/>
            <p:nvPr/>
          </p:nvSpPr>
          <p:spPr>
            <a:xfrm>
              <a:off x="2072729" y="1900635"/>
              <a:ext cx="14" cy="1154"/>
            </a:xfrm>
            <a:custGeom>
              <a:avLst/>
              <a:gdLst/>
              <a:ahLst/>
              <a:cxnLst/>
              <a:rect l="l" t="t" r="r" b="b"/>
              <a:pathLst>
                <a:path w="1" h="85" extrusionOk="0">
                  <a:moveTo>
                    <a:pt x="0" y="0"/>
                  </a:moveTo>
                  <a:lnTo>
                    <a:pt x="0" y="84"/>
                  </a:lnTo>
                  <a:lnTo>
                    <a:pt x="0" y="8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11" name="Google Shape;8811;p76"/>
            <p:cNvSpPr/>
            <p:nvPr/>
          </p:nvSpPr>
          <p:spPr>
            <a:xfrm>
              <a:off x="2055607" y="1883514"/>
              <a:ext cx="299" cy="204"/>
            </a:xfrm>
            <a:custGeom>
              <a:avLst/>
              <a:gdLst/>
              <a:ahLst/>
              <a:cxnLst/>
              <a:rect l="l" t="t" r="r" b="b"/>
              <a:pathLst>
                <a:path w="22" h="15" extrusionOk="0">
                  <a:moveTo>
                    <a:pt x="22"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12" name="Google Shape;8812;p76"/>
            <p:cNvSpPr/>
            <p:nvPr/>
          </p:nvSpPr>
          <p:spPr>
            <a:xfrm>
              <a:off x="2070298" y="1894172"/>
              <a:ext cx="299" cy="244"/>
            </a:xfrm>
            <a:custGeom>
              <a:avLst/>
              <a:gdLst/>
              <a:ahLst/>
              <a:cxnLst/>
              <a:rect l="l" t="t" r="r" b="b"/>
              <a:pathLst>
                <a:path w="22" h="18" extrusionOk="0">
                  <a:moveTo>
                    <a:pt x="1" y="0"/>
                  </a:moveTo>
                  <a:cubicBezTo>
                    <a:pt x="8" y="7"/>
                    <a:pt x="15" y="11"/>
                    <a:pt x="22" y="18"/>
                  </a:cubicBezTo>
                  <a:cubicBezTo>
                    <a:pt x="15" y="11"/>
                    <a:pt x="8"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13" name="Google Shape;8813;p76"/>
            <p:cNvSpPr/>
            <p:nvPr/>
          </p:nvSpPr>
          <p:spPr>
            <a:xfrm>
              <a:off x="2072104" y="1897023"/>
              <a:ext cx="68" cy="204"/>
            </a:xfrm>
            <a:custGeom>
              <a:avLst/>
              <a:gdLst/>
              <a:ahLst/>
              <a:cxnLst/>
              <a:rect l="l" t="t" r="r" b="b"/>
              <a:pathLst>
                <a:path w="5" h="15" extrusionOk="0">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14" name="Google Shape;8814;p76"/>
            <p:cNvSpPr/>
            <p:nvPr/>
          </p:nvSpPr>
          <p:spPr>
            <a:xfrm>
              <a:off x="2056042" y="1883799"/>
              <a:ext cx="109" cy="109"/>
            </a:xfrm>
            <a:custGeom>
              <a:avLst/>
              <a:gdLst/>
              <a:ahLst/>
              <a:cxnLst/>
              <a:rect l="l" t="t" r="r" b="b"/>
              <a:pathLst>
                <a:path w="8" h="8" extrusionOk="0">
                  <a:moveTo>
                    <a:pt x="7"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15" name="Google Shape;8815;p76"/>
            <p:cNvSpPr/>
            <p:nvPr/>
          </p:nvSpPr>
          <p:spPr>
            <a:xfrm>
              <a:off x="2072443" y="1898164"/>
              <a:ext cx="54" cy="204"/>
            </a:xfrm>
            <a:custGeom>
              <a:avLst/>
              <a:gdLst/>
              <a:ahLst/>
              <a:cxnLst/>
              <a:rect l="l" t="t" r="r" b="b"/>
              <a:pathLst>
                <a:path w="4" h="15" extrusionOk="0">
                  <a:moveTo>
                    <a:pt x="4"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16" name="Google Shape;8816;p76"/>
            <p:cNvSpPr/>
            <p:nvPr/>
          </p:nvSpPr>
          <p:spPr>
            <a:xfrm>
              <a:off x="2072633" y="1899155"/>
              <a:ext cx="14" cy="204"/>
            </a:xfrm>
            <a:custGeom>
              <a:avLst/>
              <a:gdLst/>
              <a:ahLst/>
              <a:cxnLst/>
              <a:rect l="l" t="t" r="r" b="b"/>
              <a:pathLst>
                <a:path w="1" h="15" extrusionOk="0">
                  <a:moveTo>
                    <a:pt x="0" y="15"/>
                  </a:moveTo>
                  <a:lnTo>
                    <a:pt x="0" y="1"/>
                  </a:lnTo>
                  <a:cubicBezTo>
                    <a:pt x="0" y="4"/>
                    <a:pt x="0" y="11"/>
                    <a:pt x="0"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17" name="Google Shape;8817;p76"/>
            <p:cNvSpPr/>
            <p:nvPr/>
          </p:nvSpPr>
          <p:spPr>
            <a:xfrm>
              <a:off x="2071588" y="1895829"/>
              <a:ext cx="109" cy="204"/>
            </a:xfrm>
            <a:custGeom>
              <a:avLst/>
              <a:gdLst/>
              <a:ahLst/>
              <a:cxnLst/>
              <a:rect l="l" t="t" r="r" b="b"/>
              <a:pathLst>
                <a:path w="8" h="15" extrusionOk="0">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18" name="Google Shape;8818;p76"/>
            <p:cNvSpPr/>
            <p:nvPr/>
          </p:nvSpPr>
          <p:spPr>
            <a:xfrm>
              <a:off x="2071208" y="1895218"/>
              <a:ext cx="204" cy="244"/>
            </a:xfrm>
            <a:custGeom>
              <a:avLst/>
              <a:gdLst/>
              <a:ahLst/>
              <a:cxnLst/>
              <a:rect l="l" t="t" r="r" b="b"/>
              <a:pathLst>
                <a:path w="15" h="18" extrusionOk="0">
                  <a:moveTo>
                    <a:pt x="14" y="18"/>
                  </a:moveTo>
                  <a:cubicBezTo>
                    <a:pt x="11" y="11"/>
                    <a:pt x="4" y="7"/>
                    <a:pt x="0" y="0"/>
                  </a:cubicBezTo>
                  <a:cubicBezTo>
                    <a:pt x="4" y="7"/>
                    <a:pt x="11" y="11"/>
                    <a:pt x="14"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19" name="Google Shape;8819;p76"/>
            <p:cNvSpPr/>
            <p:nvPr/>
          </p:nvSpPr>
          <p:spPr>
            <a:xfrm>
              <a:off x="2072253" y="1897594"/>
              <a:ext cx="109" cy="204"/>
            </a:xfrm>
            <a:custGeom>
              <a:avLst/>
              <a:gdLst/>
              <a:ahLst/>
              <a:cxnLst/>
              <a:rect l="l" t="t" r="r" b="b"/>
              <a:pathLst>
                <a:path w="8" h="15" extrusionOk="0">
                  <a:moveTo>
                    <a:pt x="7"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20" name="Google Shape;8820;p76"/>
            <p:cNvSpPr/>
            <p:nvPr/>
          </p:nvSpPr>
          <p:spPr>
            <a:xfrm>
              <a:off x="2060848" y="1890642"/>
              <a:ext cx="679" cy="448"/>
            </a:xfrm>
            <a:custGeom>
              <a:avLst/>
              <a:gdLst/>
              <a:ahLst/>
              <a:cxnLst/>
              <a:rect l="l" t="t" r="r" b="b"/>
              <a:pathLst>
                <a:path w="50" h="33" extrusionOk="0">
                  <a:moveTo>
                    <a:pt x="0" y="1"/>
                  </a:moveTo>
                  <a:lnTo>
                    <a:pt x="18" y="29"/>
                  </a:lnTo>
                  <a:lnTo>
                    <a:pt x="49" y="33"/>
                  </a:lnTo>
                  <a:lnTo>
                    <a:pt x="18"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21" name="Google Shape;8821;p76"/>
            <p:cNvSpPr/>
            <p:nvPr/>
          </p:nvSpPr>
          <p:spPr>
            <a:xfrm>
              <a:off x="2072729" y="1899915"/>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22" name="Google Shape;8822;p76"/>
            <p:cNvSpPr/>
            <p:nvPr/>
          </p:nvSpPr>
          <p:spPr>
            <a:xfrm>
              <a:off x="2073815" y="1900445"/>
              <a:ext cx="5010" cy="1100"/>
            </a:xfrm>
            <a:custGeom>
              <a:avLst/>
              <a:gdLst/>
              <a:ahLst/>
              <a:cxnLst/>
              <a:rect l="l" t="t" r="r" b="b"/>
              <a:pathLst>
                <a:path w="369" h="81" extrusionOk="0">
                  <a:moveTo>
                    <a:pt x="368" y="0"/>
                  </a:moveTo>
                  <a:cubicBezTo>
                    <a:pt x="193" y="35"/>
                    <a:pt x="4" y="81"/>
                    <a:pt x="1" y="81"/>
                  </a:cubicBezTo>
                  <a:cubicBezTo>
                    <a:pt x="4" y="81"/>
                    <a:pt x="193" y="39"/>
                    <a:pt x="36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23" name="Google Shape;8823;p76"/>
            <p:cNvSpPr/>
            <p:nvPr/>
          </p:nvSpPr>
          <p:spPr>
            <a:xfrm>
              <a:off x="2010883" y="1853426"/>
              <a:ext cx="44738" cy="30101"/>
            </a:xfrm>
            <a:custGeom>
              <a:avLst/>
              <a:gdLst/>
              <a:ahLst/>
              <a:cxnLst/>
              <a:rect l="l" t="t" r="r" b="b"/>
              <a:pathLst>
                <a:path w="3295" h="2217" extrusionOk="0">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24" name="Google Shape;8824;p76"/>
            <p:cNvSpPr/>
            <p:nvPr/>
          </p:nvSpPr>
          <p:spPr>
            <a:xfrm>
              <a:off x="2069538" y="1893602"/>
              <a:ext cx="584" cy="394"/>
            </a:xfrm>
            <a:custGeom>
              <a:avLst/>
              <a:gdLst/>
              <a:ahLst/>
              <a:cxnLst/>
              <a:rect l="l" t="t" r="r" b="b"/>
              <a:pathLst>
                <a:path w="43" h="29" extrusionOk="0">
                  <a:moveTo>
                    <a:pt x="43" y="28"/>
                  </a:moveTo>
                  <a:cubicBezTo>
                    <a:pt x="29" y="18"/>
                    <a:pt x="15" y="7"/>
                    <a:pt x="1" y="0"/>
                  </a:cubicBezTo>
                  <a:cubicBezTo>
                    <a:pt x="15" y="7"/>
                    <a:pt x="29" y="18"/>
                    <a:pt x="43"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25" name="Google Shape;8825;p76"/>
            <p:cNvSpPr/>
            <p:nvPr/>
          </p:nvSpPr>
          <p:spPr>
            <a:xfrm>
              <a:off x="2070828" y="1894647"/>
              <a:ext cx="204" cy="299"/>
            </a:xfrm>
            <a:custGeom>
              <a:avLst/>
              <a:gdLst/>
              <a:ahLst/>
              <a:cxnLst/>
              <a:rect l="l" t="t" r="r" b="b"/>
              <a:pathLst>
                <a:path w="15" h="22" extrusionOk="0">
                  <a:moveTo>
                    <a:pt x="0" y="0"/>
                  </a:moveTo>
                  <a:cubicBezTo>
                    <a:pt x="4" y="11"/>
                    <a:pt x="7" y="14"/>
                    <a:pt x="14" y="21"/>
                  </a:cubicBezTo>
                  <a:cubicBezTo>
                    <a:pt x="7" y="14"/>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26" name="Google Shape;8826;p76"/>
            <p:cNvSpPr/>
            <p:nvPr/>
          </p:nvSpPr>
          <p:spPr>
            <a:xfrm>
              <a:off x="2072729" y="1900255"/>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27" name="Google Shape;8827;p76"/>
            <p:cNvSpPr/>
            <p:nvPr/>
          </p:nvSpPr>
          <p:spPr>
            <a:xfrm>
              <a:off x="2072729" y="1900486"/>
              <a:ext cx="14" cy="109"/>
            </a:xfrm>
            <a:custGeom>
              <a:avLst/>
              <a:gdLst/>
              <a:ahLst/>
              <a:cxnLst/>
              <a:rect l="l" t="t" r="r" b="b"/>
              <a:pathLst>
                <a:path w="1" h="8" extrusionOk="0">
                  <a:moveTo>
                    <a:pt x="0"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28" name="Google Shape;8828;p76"/>
            <p:cNvSpPr/>
            <p:nvPr/>
          </p:nvSpPr>
          <p:spPr>
            <a:xfrm>
              <a:off x="2079042" y="1900391"/>
              <a:ext cx="68" cy="14"/>
            </a:xfrm>
            <a:custGeom>
              <a:avLst/>
              <a:gdLst/>
              <a:ahLst/>
              <a:cxnLst/>
              <a:rect l="l" t="t" r="r" b="b"/>
              <a:pathLst>
                <a:path w="5" h="1" extrusionOk="0">
                  <a:moveTo>
                    <a:pt x="1" y="1"/>
                  </a:moveTo>
                  <a:lnTo>
                    <a:pt x="4" y="1"/>
                  </a:ln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29" name="Google Shape;8829;p76"/>
            <p:cNvSpPr/>
            <p:nvPr/>
          </p:nvSpPr>
          <p:spPr>
            <a:xfrm>
              <a:off x="2072538" y="1898680"/>
              <a:ext cx="54" cy="204"/>
            </a:xfrm>
            <a:custGeom>
              <a:avLst/>
              <a:gdLst/>
              <a:ahLst/>
              <a:cxnLst/>
              <a:rect l="l" t="t" r="r" b="b"/>
              <a:pathLst>
                <a:path w="4" h="15" extrusionOk="0">
                  <a:moveTo>
                    <a:pt x="0" y="1"/>
                  </a:moveTo>
                  <a:cubicBezTo>
                    <a:pt x="0" y="4"/>
                    <a:pt x="0" y="11"/>
                    <a:pt x="4" y="15"/>
                  </a:cubicBezTo>
                  <a:cubicBezTo>
                    <a:pt x="4" y="11"/>
                    <a:pt x="4"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30" name="Google Shape;8830;p76"/>
            <p:cNvSpPr/>
            <p:nvPr/>
          </p:nvSpPr>
          <p:spPr>
            <a:xfrm>
              <a:off x="2071873" y="1896453"/>
              <a:ext cx="109" cy="149"/>
            </a:xfrm>
            <a:custGeom>
              <a:avLst/>
              <a:gdLst/>
              <a:ahLst/>
              <a:cxnLst/>
              <a:rect l="l" t="t" r="r" b="b"/>
              <a:pathLst>
                <a:path w="8" h="11" extrusionOk="0">
                  <a:moveTo>
                    <a:pt x="7"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31" name="Google Shape;8831;p76"/>
            <p:cNvSpPr/>
            <p:nvPr/>
          </p:nvSpPr>
          <p:spPr>
            <a:xfrm>
              <a:off x="1964013" y="1946120"/>
              <a:ext cx="109" cy="1534"/>
            </a:xfrm>
            <a:custGeom>
              <a:avLst/>
              <a:gdLst/>
              <a:ahLst/>
              <a:cxnLst/>
              <a:rect l="l" t="t" r="r" b="b"/>
              <a:pathLst>
                <a:path w="8" h="113" extrusionOk="0">
                  <a:moveTo>
                    <a:pt x="1" y="0"/>
                  </a:moveTo>
                  <a:cubicBezTo>
                    <a:pt x="4" y="35"/>
                    <a:pt x="8" y="74"/>
                    <a:pt x="8" y="113"/>
                  </a:cubicBezTo>
                  <a:cubicBezTo>
                    <a:pt x="8" y="70"/>
                    <a:pt x="4" y="2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32" name="Google Shape;8832;p76"/>
            <p:cNvSpPr/>
            <p:nvPr/>
          </p:nvSpPr>
          <p:spPr>
            <a:xfrm>
              <a:off x="1964013" y="1950872"/>
              <a:ext cx="14" cy="543"/>
            </a:xfrm>
            <a:custGeom>
              <a:avLst/>
              <a:gdLst/>
              <a:ahLst/>
              <a:cxnLst/>
              <a:rect l="l" t="t" r="r" b="b"/>
              <a:pathLst>
                <a:path w="1" h="40" extrusionOk="0">
                  <a:moveTo>
                    <a:pt x="1" y="39"/>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33" name="Google Shape;8833;p76"/>
            <p:cNvSpPr/>
            <p:nvPr/>
          </p:nvSpPr>
          <p:spPr>
            <a:xfrm>
              <a:off x="1957361" y="1933683"/>
              <a:ext cx="1629" cy="2702"/>
            </a:xfrm>
            <a:custGeom>
              <a:avLst/>
              <a:gdLst/>
              <a:ahLst/>
              <a:cxnLst/>
              <a:rect l="l" t="t" r="r" b="b"/>
              <a:pathLst>
                <a:path w="120" h="199" extrusionOk="0">
                  <a:moveTo>
                    <a:pt x="1" y="0"/>
                  </a:moveTo>
                  <a:cubicBezTo>
                    <a:pt x="4" y="17"/>
                    <a:pt x="11" y="31"/>
                    <a:pt x="11" y="38"/>
                  </a:cubicBezTo>
                  <a:lnTo>
                    <a:pt x="120" y="199"/>
                  </a:lnTo>
                  <a:lnTo>
                    <a:pt x="15" y="38"/>
                  </a:lnTo>
                  <a:cubicBezTo>
                    <a:pt x="11" y="31"/>
                    <a:pt x="4" y="1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34" name="Google Shape;8834;p76"/>
            <p:cNvSpPr/>
            <p:nvPr/>
          </p:nvSpPr>
          <p:spPr>
            <a:xfrm>
              <a:off x="1992866" y="1964748"/>
              <a:ext cx="204" cy="163"/>
            </a:xfrm>
            <a:custGeom>
              <a:avLst/>
              <a:gdLst/>
              <a:ahLst/>
              <a:cxnLst/>
              <a:rect l="l" t="t" r="r" b="b"/>
              <a:pathLst>
                <a:path w="15" h="12" extrusionOk="0">
                  <a:moveTo>
                    <a:pt x="15"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35" name="Google Shape;8835;p76"/>
            <p:cNvSpPr/>
            <p:nvPr/>
          </p:nvSpPr>
          <p:spPr>
            <a:xfrm>
              <a:off x="1994631" y="1966269"/>
              <a:ext cx="109" cy="163"/>
            </a:xfrm>
            <a:custGeom>
              <a:avLst/>
              <a:gdLst/>
              <a:ahLst/>
              <a:cxnLst/>
              <a:rect l="l" t="t" r="r" b="b"/>
              <a:pathLst>
                <a:path w="8" h="12" extrusionOk="0">
                  <a:moveTo>
                    <a:pt x="7"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36" name="Google Shape;8836;p76"/>
            <p:cNvSpPr/>
            <p:nvPr/>
          </p:nvSpPr>
          <p:spPr>
            <a:xfrm>
              <a:off x="2004325" y="1964843"/>
              <a:ext cx="448" cy="258"/>
            </a:xfrm>
            <a:custGeom>
              <a:avLst/>
              <a:gdLst/>
              <a:ahLst/>
              <a:cxnLst/>
              <a:rect l="l" t="t" r="r" b="b"/>
              <a:pathLst>
                <a:path w="33" h="19" extrusionOk="0">
                  <a:moveTo>
                    <a:pt x="32" y="1"/>
                  </a:moveTo>
                  <a:cubicBezTo>
                    <a:pt x="22" y="4"/>
                    <a:pt x="11" y="11"/>
                    <a:pt x="1" y="18"/>
                  </a:cubicBezTo>
                  <a:cubicBezTo>
                    <a:pt x="11" y="11"/>
                    <a:pt x="22" y="4"/>
                    <a:pt x="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37" name="Google Shape;8837;p76"/>
            <p:cNvSpPr/>
            <p:nvPr/>
          </p:nvSpPr>
          <p:spPr>
            <a:xfrm>
              <a:off x="1988589" y="1966133"/>
              <a:ext cx="733" cy="299"/>
            </a:xfrm>
            <a:custGeom>
              <a:avLst/>
              <a:gdLst/>
              <a:ahLst/>
              <a:cxnLst/>
              <a:rect l="l" t="t" r="r" b="b"/>
              <a:pathLst>
                <a:path w="54" h="22" extrusionOk="0">
                  <a:moveTo>
                    <a:pt x="1" y="0"/>
                  </a:moveTo>
                  <a:lnTo>
                    <a:pt x="11" y="11"/>
                  </a:lnTo>
                  <a:cubicBezTo>
                    <a:pt x="22" y="18"/>
                    <a:pt x="36" y="21"/>
                    <a:pt x="50" y="21"/>
                  </a:cubicBezTo>
                  <a:lnTo>
                    <a:pt x="53" y="21"/>
                  </a:lnTo>
                  <a:cubicBezTo>
                    <a:pt x="32" y="21"/>
                    <a:pt x="15"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38" name="Google Shape;8838;p76"/>
            <p:cNvSpPr/>
            <p:nvPr/>
          </p:nvSpPr>
          <p:spPr>
            <a:xfrm>
              <a:off x="1989634" y="1964558"/>
              <a:ext cx="1494" cy="1534"/>
            </a:xfrm>
            <a:custGeom>
              <a:avLst/>
              <a:gdLst/>
              <a:ahLst/>
              <a:cxnLst/>
              <a:rect l="l" t="t" r="r" b="b"/>
              <a:pathLst>
                <a:path w="110" h="113" extrusionOk="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39" name="Google Shape;8839;p76"/>
            <p:cNvSpPr/>
            <p:nvPr/>
          </p:nvSpPr>
          <p:spPr>
            <a:xfrm>
              <a:off x="1992390" y="1964612"/>
              <a:ext cx="204" cy="54"/>
            </a:xfrm>
            <a:custGeom>
              <a:avLst/>
              <a:gdLst/>
              <a:ahLst/>
              <a:cxnLst/>
              <a:rect l="l" t="t" r="r" b="b"/>
              <a:pathLst>
                <a:path w="15" h="4" extrusionOk="0">
                  <a:moveTo>
                    <a:pt x="15"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40" name="Google Shape;8840;p76"/>
            <p:cNvSpPr/>
            <p:nvPr/>
          </p:nvSpPr>
          <p:spPr>
            <a:xfrm>
              <a:off x="1989539" y="1966133"/>
              <a:ext cx="68" cy="109"/>
            </a:xfrm>
            <a:custGeom>
              <a:avLst/>
              <a:gdLst/>
              <a:ahLst/>
              <a:cxnLst/>
              <a:rect l="l" t="t" r="r" b="b"/>
              <a:pathLst>
                <a:path w="5" h="8" extrusionOk="0">
                  <a:moveTo>
                    <a:pt x="4"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41" name="Google Shape;8841;p76"/>
            <p:cNvSpPr/>
            <p:nvPr/>
          </p:nvSpPr>
          <p:spPr>
            <a:xfrm>
              <a:off x="1994196" y="1965848"/>
              <a:ext cx="163" cy="149"/>
            </a:xfrm>
            <a:custGeom>
              <a:avLst/>
              <a:gdLst/>
              <a:ahLst/>
              <a:cxnLst/>
              <a:rect l="l" t="t" r="r" b="b"/>
              <a:pathLst>
                <a:path w="12" h="11" extrusionOk="0">
                  <a:moveTo>
                    <a:pt x="11"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42" name="Google Shape;8842;p76"/>
            <p:cNvSpPr/>
            <p:nvPr/>
          </p:nvSpPr>
          <p:spPr>
            <a:xfrm>
              <a:off x="1993816" y="1965468"/>
              <a:ext cx="163" cy="149"/>
            </a:xfrm>
            <a:custGeom>
              <a:avLst/>
              <a:gdLst/>
              <a:ahLst/>
              <a:cxnLst/>
              <a:rect l="l" t="t" r="r" b="b"/>
              <a:pathLst>
                <a:path w="12" h="11" extrusionOk="0">
                  <a:moveTo>
                    <a:pt x="1" y="0"/>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43" name="Google Shape;8843;p76"/>
            <p:cNvSpPr/>
            <p:nvPr/>
          </p:nvSpPr>
          <p:spPr>
            <a:xfrm>
              <a:off x="1991875" y="1964517"/>
              <a:ext cx="244" cy="14"/>
            </a:xfrm>
            <a:custGeom>
              <a:avLst/>
              <a:gdLst/>
              <a:ahLst/>
              <a:cxnLst/>
              <a:rect l="l" t="t" r="r" b="b"/>
              <a:pathLst>
                <a:path w="18" h="1" extrusionOk="0">
                  <a:moveTo>
                    <a:pt x="18"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44" name="Google Shape;8844;p76"/>
            <p:cNvSpPr/>
            <p:nvPr/>
          </p:nvSpPr>
          <p:spPr>
            <a:xfrm>
              <a:off x="1989349" y="1966364"/>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45" name="Google Shape;8845;p76"/>
            <p:cNvSpPr/>
            <p:nvPr/>
          </p:nvSpPr>
          <p:spPr>
            <a:xfrm>
              <a:off x="2003035" y="1965087"/>
              <a:ext cx="1303" cy="720"/>
            </a:xfrm>
            <a:custGeom>
              <a:avLst/>
              <a:gdLst/>
              <a:ahLst/>
              <a:cxnLst/>
              <a:rect l="l" t="t" r="r" b="b"/>
              <a:pathLst>
                <a:path w="96" h="53" extrusionOk="0">
                  <a:moveTo>
                    <a:pt x="96" y="0"/>
                  </a:moveTo>
                  <a:cubicBezTo>
                    <a:pt x="68" y="21"/>
                    <a:pt x="36" y="39"/>
                    <a:pt x="1" y="53"/>
                  </a:cubicBezTo>
                  <a:cubicBezTo>
                    <a:pt x="36" y="39"/>
                    <a:pt x="68" y="21"/>
                    <a:pt x="9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46" name="Google Shape;8846;p76"/>
            <p:cNvSpPr/>
            <p:nvPr/>
          </p:nvSpPr>
          <p:spPr>
            <a:xfrm>
              <a:off x="2004800" y="1964463"/>
              <a:ext cx="1494" cy="353"/>
            </a:xfrm>
            <a:custGeom>
              <a:avLst/>
              <a:gdLst/>
              <a:ahLst/>
              <a:cxnLst/>
              <a:rect l="l" t="t" r="r" b="b"/>
              <a:pathLst>
                <a:path w="110" h="26" extrusionOk="0">
                  <a:moveTo>
                    <a:pt x="109" y="1"/>
                  </a:moveTo>
                  <a:lnTo>
                    <a:pt x="109" y="1"/>
                  </a:lnTo>
                  <a:cubicBezTo>
                    <a:pt x="71" y="1"/>
                    <a:pt x="36" y="8"/>
                    <a:pt x="1" y="25"/>
                  </a:cubicBezTo>
                  <a:cubicBezTo>
                    <a:pt x="36" y="8"/>
                    <a:pt x="71" y="1"/>
                    <a:pt x="10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47" name="Google Shape;8847;p76"/>
            <p:cNvSpPr/>
            <p:nvPr/>
          </p:nvSpPr>
          <p:spPr>
            <a:xfrm>
              <a:off x="1993341" y="1965087"/>
              <a:ext cx="204" cy="149"/>
            </a:xfrm>
            <a:custGeom>
              <a:avLst/>
              <a:gdLst/>
              <a:ahLst/>
              <a:cxnLst/>
              <a:rect l="l" t="t" r="r" b="b"/>
              <a:pathLst>
                <a:path w="15" h="11" extrusionOk="0">
                  <a:moveTo>
                    <a:pt x="15"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48" name="Google Shape;8848;p76"/>
            <p:cNvSpPr/>
            <p:nvPr/>
          </p:nvSpPr>
          <p:spPr>
            <a:xfrm>
              <a:off x="1964068" y="1949446"/>
              <a:ext cx="54" cy="1208"/>
            </a:xfrm>
            <a:custGeom>
              <a:avLst/>
              <a:gdLst/>
              <a:ahLst/>
              <a:cxnLst/>
              <a:rect l="l" t="t" r="r" b="b"/>
              <a:pathLst>
                <a:path w="4" h="89" extrusionOk="0">
                  <a:moveTo>
                    <a:pt x="4" y="1"/>
                  </a:moveTo>
                  <a:lnTo>
                    <a:pt x="0" y="88"/>
                  </a:lnTo>
                  <a:cubicBezTo>
                    <a:pt x="4" y="60"/>
                    <a:pt x="4" y="32"/>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49" name="Google Shape;8849;p76"/>
            <p:cNvSpPr/>
            <p:nvPr/>
          </p:nvSpPr>
          <p:spPr>
            <a:xfrm>
              <a:off x="1987788" y="1965318"/>
              <a:ext cx="815" cy="828"/>
            </a:xfrm>
            <a:custGeom>
              <a:avLst/>
              <a:gdLst/>
              <a:ahLst/>
              <a:cxnLst/>
              <a:rect l="l" t="t" r="r" b="b"/>
              <a:pathLst>
                <a:path w="60" h="61" extrusionOk="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50" name="Google Shape;8850;p76"/>
            <p:cNvSpPr/>
            <p:nvPr/>
          </p:nvSpPr>
          <p:spPr>
            <a:xfrm>
              <a:off x="1964013" y="1951876"/>
              <a:ext cx="299" cy="869"/>
            </a:xfrm>
            <a:custGeom>
              <a:avLst/>
              <a:gdLst/>
              <a:ahLst/>
              <a:cxnLst/>
              <a:rect l="l" t="t" r="r" b="b"/>
              <a:pathLst>
                <a:path w="22" h="64" extrusionOk="0">
                  <a:moveTo>
                    <a:pt x="1" y="0"/>
                  </a:moveTo>
                  <a:cubicBezTo>
                    <a:pt x="4" y="21"/>
                    <a:pt x="11" y="42"/>
                    <a:pt x="22" y="63"/>
                  </a:cubicBezTo>
                  <a:cubicBezTo>
                    <a:pt x="11" y="42"/>
                    <a:pt x="4" y="2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51" name="Google Shape;8851;p76"/>
            <p:cNvSpPr/>
            <p:nvPr/>
          </p:nvSpPr>
          <p:spPr>
            <a:xfrm>
              <a:off x="1964299" y="1952732"/>
              <a:ext cx="353" cy="679"/>
            </a:xfrm>
            <a:custGeom>
              <a:avLst/>
              <a:gdLst/>
              <a:ahLst/>
              <a:cxnLst/>
              <a:rect l="l" t="t" r="r" b="b"/>
              <a:pathLst>
                <a:path w="26" h="50" extrusionOk="0">
                  <a:moveTo>
                    <a:pt x="25" y="49"/>
                  </a:moveTo>
                  <a:cubicBezTo>
                    <a:pt x="15" y="35"/>
                    <a:pt x="8" y="18"/>
                    <a:pt x="1" y="0"/>
                  </a:cubicBezTo>
                  <a:cubicBezTo>
                    <a:pt x="8" y="18"/>
                    <a:pt x="15" y="35"/>
                    <a:pt x="25" y="4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52" name="Google Shape;8852;p76"/>
            <p:cNvSpPr/>
            <p:nvPr/>
          </p:nvSpPr>
          <p:spPr>
            <a:xfrm>
              <a:off x="1988358" y="1965983"/>
              <a:ext cx="394" cy="299"/>
            </a:xfrm>
            <a:custGeom>
              <a:avLst/>
              <a:gdLst/>
              <a:ahLst/>
              <a:cxnLst/>
              <a:rect l="l" t="t" r="r" b="b"/>
              <a:pathLst>
                <a:path w="29" h="22" extrusionOk="0">
                  <a:moveTo>
                    <a:pt x="0" y="1"/>
                  </a:moveTo>
                  <a:lnTo>
                    <a:pt x="0" y="1"/>
                  </a:lnTo>
                  <a:cubicBezTo>
                    <a:pt x="11" y="8"/>
                    <a:pt x="18" y="15"/>
                    <a:pt x="28" y="22"/>
                  </a:cubicBezTo>
                  <a:lnTo>
                    <a:pt x="18" y="11"/>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53" name="Google Shape;8853;p76"/>
            <p:cNvSpPr/>
            <p:nvPr/>
          </p:nvSpPr>
          <p:spPr>
            <a:xfrm>
              <a:off x="1957415" y="1933479"/>
              <a:ext cx="720" cy="149"/>
            </a:xfrm>
            <a:custGeom>
              <a:avLst/>
              <a:gdLst/>
              <a:ahLst/>
              <a:cxnLst/>
              <a:rect l="l" t="t" r="r" b="b"/>
              <a:pathLst>
                <a:path w="53" h="11" extrusionOk="0">
                  <a:moveTo>
                    <a:pt x="53" y="0"/>
                  </a:moveTo>
                  <a:lnTo>
                    <a:pt x="53" y="0"/>
                  </a:lnTo>
                  <a:cubicBezTo>
                    <a:pt x="35" y="4"/>
                    <a:pt x="18" y="7"/>
                    <a:pt x="0" y="11"/>
                  </a:cubicBezTo>
                  <a:cubicBezTo>
                    <a:pt x="18" y="11"/>
                    <a:pt x="35" y="4"/>
                    <a:pt x="5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54" name="Google Shape;8854;p76"/>
            <p:cNvSpPr/>
            <p:nvPr/>
          </p:nvSpPr>
          <p:spPr>
            <a:xfrm>
              <a:off x="1959506" y="1932569"/>
              <a:ext cx="434" cy="353"/>
            </a:xfrm>
            <a:custGeom>
              <a:avLst/>
              <a:gdLst/>
              <a:ahLst/>
              <a:cxnLst/>
              <a:rect l="l" t="t" r="r" b="b"/>
              <a:pathLst>
                <a:path w="32" h="26" extrusionOk="0">
                  <a:moveTo>
                    <a:pt x="0" y="25"/>
                  </a:moveTo>
                  <a:cubicBezTo>
                    <a:pt x="11" y="18"/>
                    <a:pt x="21" y="11"/>
                    <a:pt x="32" y="1"/>
                  </a:cubicBezTo>
                  <a:cubicBezTo>
                    <a:pt x="21" y="11"/>
                    <a:pt x="11" y="18"/>
                    <a:pt x="0"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55" name="Google Shape;8855;p76"/>
            <p:cNvSpPr/>
            <p:nvPr/>
          </p:nvSpPr>
          <p:spPr>
            <a:xfrm>
              <a:off x="1958175" y="1933289"/>
              <a:ext cx="584" cy="204"/>
            </a:xfrm>
            <a:custGeom>
              <a:avLst/>
              <a:gdLst/>
              <a:ahLst/>
              <a:cxnLst/>
              <a:rect l="l" t="t" r="r" b="b"/>
              <a:pathLst>
                <a:path w="43" h="15" extrusionOk="0">
                  <a:moveTo>
                    <a:pt x="0" y="14"/>
                  </a:moveTo>
                  <a:cubicBezTo>
                    <a:pt x="14" y="11"/>
                    <a:pt x="28" y="4"/>
                    <a:pt x="42" y="0"/>
                  </a:cubicBezTo>
                  <a:cubicBezTo>
                    <a:pt x="28" y="4"/>
                    <a:pt x="14" y="11"/>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56" name="Google Shape;8856;p76"/>
            <p:cNvSpPr/>
            <p:nvPr/>
          </p:nvSpPr>
          <p:spPr>
            <a:xfrm>
              <a:off x="1958881" y="1932949"/>
              <a:ext cx="543" cy="299"/>
            </a:xfrm>
            <a:custGeom>
              <a:avLst/>
              <a:gdLst/>
              <a:ahLst/>
              <a:cxnLst/>
              <a:rect l="l" t="t" r="r" b="b"/>
              <a:pathLst>
                <a:path w="40" h="22" extrusionOk="0">
                  <a:moveTo>
                    <a:pt x="1" y="22"/>
                  </a:moveTo>
                  <a:cubicBezTo>
                    <a:pt x="11" y="15"/>
                    <a:pt x="25" y="8"/>
                    <a:pt x="39" y="1"/>
                  </a:cubicBezTo>
                  <a:cubicBezTo>
                    <a:pt x="25" y="8"/>
                    <a:pt x="11" y="15"/>
                    <a:pt x="1"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57" name="Google Shape;8857;p76"/>
            <p:cNvSpPr/>
            <p:nvPr/>
          </p:nvSpPr>
          <p:spPr>
            <a:xfrm>
              <a:off x="1959981" y="1932148"/>
              <a:ext cx="339" cy="394"/>
            </a:xfrm>
            <a:custGeom>
              <a:avLst/>
              <a:gdLst/>
              <a:ahLst/>
              <a:cxnLst/>
              <a:rect l="l" t="t" r="r" b="b"/>
              <a:pathLst>
                <a:path w="25" h="29" extrusionOk="0">
                  <a:moveTo>
                    <a:pt x="25" y="0"/>
                  </a:moveTo>
                  <a:cubicBezTo>
                    <a:pt x="18" y="11"/>
                    <a:pt x="7" y="21"/>
                    <a:pt x="0" y="28"/>
                  </a:cubicBezTo>
                  <a:cubicBezTo>
                    <a:pt x="7" y="21"/>
                    <a:pt x="18" y="11"/>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58" name="Google Shape;8858;p76"/>
            <p:cNvSpPr/>
            <p:nvPr/>
          </p:nvSpPr>
          <p:spPr>
            <a:xfrm>
              <a:off x="1960646" y="1931103"/>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59" name="Google Shape;8859;p76"/>
            <p:cNvSpPr/>
            <p:nvPr/>
          </p:nvSpPr>
          <p:spPr>
            <a:xfrm>
              <a:off x="1969051" y="1928673"/>
              <a:ext cx="1398" cy="204"/>
            </a:xfrm>
            <a:custGeom>
              <a:avLst/>
              <a:gdLst/>
              <a:ahLst/>
              <a:cxnLst/>
              <a:rect l="l" t="t" r="r" b="b"/>
              <a:pathLst>
                <a:path w="103" h="15" extrusionOk="0">
                  <a:moveTo>
                    <a:pt x="102" y="15"/>
                  </a:moveTo>
                  <a:cubicBezTo>
                    <a:pt x="71" y="4"/>
                    <a:pt x="36" y="1"/>
                    <a:pt x="1" y="1"/>
                  </a:cubicBezTo>
                  <a:cubicBezTo>
                    <a:pt x="36" y="1"/>
                    <a:pt x="71" y="4"/>
                    <a:pt x="102"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60" name="Google Shape;8860;p76"/>
            <p:cNvSpPr/>
            <p:nvPr/>
          </p:nvSpPr>
          <p:spPr>
            <a:xfrm>
              <a:off x="1960836" y="1930438"/>
              <a:ext cx="54" cy="584"/>
            </a:xfrm>
            <a:custGeom>
              <a:avLst/>
              <a:gdLst/>
              <a:ahLst/>
              <a:cxnLst/>
              <a:rect l="l" t="t" r="r" b="b"/>
              <a:pathLst>
                <a:path w="4" h="43" extrusionOk="0">
                  <a:moveTo>
                    <a:pt x="0" y="42"/>
                  </a:moveTo>
                  <a:cubicBezTo>
                    <a:pt x="4" y="28"/>
                    <a:pt x="4" y="14"/>
                    <a:pt x="4" y="0"/>
                  </a:cubicBezTo>
                  <a:cubicBezTo>
                    <a:pt x="4" y="14"/>
                    <a:pt x="4" y="28"/>
                    <a:pt x="0" y="4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61" name="Google Shape;8861;p76"/>
            <p:cNvSpPr/>
            <p:nvPr/>
          </p:nvSpPr>
          <p:spPr>
            <a:xfrm>
              <a:off x="1960361" y="1931673"/>
              <a:ext cx="299" cy="434"/>
            </a:xfrm>
            <a:custGeom>
              <a:avLst/>
              <a:gdLst/>
              <a:ahLst/>
              <a:cxnLst/>
              <a:rect l="l" t="t" r="r" b="b"/>
              <a:pathLst>
                <a:path w="22" h="32" extrusionOk="0">
                  <a:moveTo>
                    <a:pt x="0" y="32"/>
                  </a:moveTo>
                  <a:cubicBezTo>
                    <a:pt x="7" y="21"/>
                    <a:pt x="14" y="11"/>
                    <a:pt x="21" y="0"/>
                  </a:cubicBezTo>
                  <a:cubicBezTo>
                    <a:pt x="14" y="11"/>
                    <a:pt x="7" y="21"/>
                    <a:pt x="0"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62" name="Google Shape;8862;p76"/>
            <p:cNvSpPr/>
            <p:nvPr/>
          </p:nvSpPr>
          <p:spPr>
            <a:xfrm>
              <a:off x="2008222" y="1930981"/>
              <a:ext cx="58533" cy="39592"/>
            </a:xfrm>
            <a:custGeom>
              <a:avLst/>
              <a:gdLst/>
              <a:ahLst/>
              <a:cxnLst/>
              <a:rect l="l" t="t" r="r" b="b"/>
              <a:pathLst>
                <a:path w="4311" h="2916" extrusionOk="0">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63" name="Google Shape;8863;p76"/>
            <p:cNvSpPr/>
            <p:nvPr/>
          </p:nvSpPr>
          <p:spPr>
            <a:xfrm>
              <a:off x="2054236" y="1960186"/>
              <a:ext cx="679" cy="14"/>
            </a:xfrm>
            <a:custGeom>
              <a:avLst/>
              <a:gdLst/>
              <a:ahLst/>
              <a:cxnLst/>
              <a:rect l="l" t="t" r="r" b="b"/>
              <a:pathLst>
                <a:path w="50" h="1" extrusionOk="0">
                  <a:moveTo>
                    <a:pt x="0" y="1"/>
                  </a:moveTo>
                  <a:lnTo>
                    <a:pt x="21" y="1"/>
                  </a:lnTo>
                  <a:cubicBezTo>
                    <a:pt x="32" y="1"/>
                    <a:pt x="39" y="1"/>
                    <a:pt x="49" y="1"/>
                  </a:cubicBezTo>
                  <a:cubicBezTo>
                    <a:pt x="32" y="1"/>
                    <a:pt x="14"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64" name="Google Shape;8864;p76"/>
            <p:cNvSpPr/>
            <p:nvPr/>
          </p:nvSpPr>
          <p:spPr>
            <a:xfrm>
              <a:off x="2066782" y="1954388"/>
              <a:ext cx="68" cy="109"/>
            </a:xfrm>
            <a:custGeom>
              <a:avLst/>
              <a:gdLst/>
              <a:ahLst/>
              <a:cxnLst/>
              <a:rect l="l" t="t" r="r" b="b"/>
              <a:pathLst>
                <a:path w="5" h="8" extrusionOk="0">
                  <a:moveTo>
                    <a:pt x="1" y="1"/>
                  </a:moveTo>
                  <a:cubicBezTo>
                    <a:pt x="4" y="1"/>
                    <a:pt x="4" y="4"/>
                    <a:pt x="1" y="8"/>
                  </a:cubicBezTo>
                  <a:cubicBezTo>
                    <a:pt x="4" y="4"/>
                    <a:pt x="4"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65" name="Google Shape;8865;p76"/>
            <p:cNvSpPr/>
            <p:nvPr/>
          </p:nvSpPr>
          <p:spPr>
            <a:xfrm>
              <a:off x="2066782" y="1954673"/>
              <a:ext cx="14" cy="68"/>
            </a:xfrm>
            <a:custGeom>
              <a:avLst/>
              <a:gdLst/>
              <a:ahLst/>
              <a:cxnLst/>
              <a:rect l="l" t="t" r="r" b="b"/>
              <a:pathLst>
                <a:path w="1" h="5" extrusionOk="0">
                  <a:moveTo>
                    <a:pt x="1" y="1"/>
                  </a:moveTo>
                  <a:lnTo>
                    <a:pt x="1" y="4"/>
                  </a:lnTo>
                  <a:cubicBezTo>
                    <a:pt x="1" y="1"/>
                    <a:pt x="1"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66" name="Google Shape;8866;p76"/>
            <p:cNvSpPr/>
            <p:nvPr/>
          </p:nvSpPr>
          <p:spPr>
            <a:xfrm>
              <a:off x="2066836" y="1954538"/>
              <a:ext cx="14" cy="109"/>
            </a:xfrm>
            <a:custGeom>
              <a:avLst/>
              <a:gdLst/>
              <a:ahLst/>
              <a:cxnLst/>
              <a:rect l="l" t="t" r="r" b="b"/>
              <a:pathLst>
                <a:path w="1" h="8" extrusionOk="0">
                  <a:moveTo>
                    <a:pt x="0" y="0"/>
                  </a:moveTo>
                  <a:cubicBezTo>
                    <a:pt x="0" y="4"/>
                    <a:pt x="0" y="4"/>
                    <a:pt x="0" y="7"/>
                  </a:cubicBezTo>
                  <a:cubicBezTo>
                    <a:pt x="0" y="4"/>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67" name="Google Shape;8867;p76"/>
            <p:cNvSpPr/>
            <p:nvPr/>
          </p:nvSpPr>
          <p:spPr>
            <a:xfrm>
              <a:off x="2066591" y="1954864"/>
              <a:ext cx="109" cy="68"/>
            </a:xfrm>
            <a:custGeom>
              <a:avLst/>
              <a:gdLst/>
              <a:ahLst/>
              <a:cxnLst/>
              <a:rect l="l" t="t" r="r" b="b"/>
              <a:pathLst>
                <a:path w="8" h="5" extrusionOk="0">
                  <a:moveTo>
                    <a:pt x="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68" name="Google Shape;8868;p76"/>
            <p:cNvSpPr/>
            <p:nvPr/>
          </p:nvSpPr>
          <p:spPr>
            <a:xfrm>
              <a:off x="2066401" y="1954959"/>
              <a:ext cx="163" cy="109"/>
            </a:xfrm>
            <a:custGeom>
              <a:avLst/>
              <a:gdLst/>
              <a:ahLst/>
              <a:cxnLst/>
              <a:rect l="l" t="t" r="r" b="b"/>
              <a:pathLst>
                <a:path w="12" h="8" extrusionOk="0">
                  <a:moveTo>
                    <a:pt x="1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69" name="Google Shape;8869;p76"/>
            <p:cNvSpPr/>
            <p:nvPr/>
          </p:nvSpPr>
          <p:spPr>
            <a:xfrm>
              <a:off x="2066687" y="1954768"/>
              <a:ext cx="68" cy="68"/>
            </a:xfrm>
            <a:custGeom>
              <a:avLst/>
              <a:gdLst/>
              <a:ahLst/>
              <a:cxnLst/>
              <a:rect l="l" t="t" r="r" b="b"/>
              <a:pathLst>
                <a:path w="5" h="5" extrusionOk="0">
                  <a:moveTo>
                    <a:pt x="4"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70" name="Google Shape;8870;p76"/>
            <p:cNvSpPr/>
            <p:nvPr/>
          </p:nvSpPr>
          <p:spPr>
            <a:xfrm>
              <a:off x="2055037" y="196014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71" name="Google Shape;8871;p76"/>
            <p:cNvSpPr/>
            <p:nvPr/>
          </p:nvSpPr>
          <p:spPr>
            <a:xfrm>
              <a:off x="2066171" y="1955108"/>
              <a:ext cx="204" cy="149"/>
            </a:xfrm>
            <a:custGeom>
              <a:avLst/>
              <a:gdLst/>
              <a:ahLst/>
              <a:cxnLst/>
              <a:rect l="l" t="t" r="r" b="b"/>
              <a:pathLst>
                <a:path w="15" h="11" extrusionOk="0">
                  <a:moveTo>
                    <a:pt x="14"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72" name="Google Shape;8872;p76"/>
            <p:cNvSpPr/>
            <p:nvPr/>
          </p:nvSpPr>
          <p:spPr>
            <a:xfrm>
              <a:off x="2051439" y="1959711"/>
              <a:ext cx="2811" cy="489"/>
            </a:xfrm>
            <a:custGeom>
              <a:avLst/>
              <a:gdLst/>
              <a:ahLst/>
              <a:cxnLst/>
              <a:rect l="l" t="t" r="r" b="b"/>
              <a:pathLst>
                <a:path w="207" h="36" extrusionOk="0">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73" name="Google Shape;8873;p76"/>
            <p:cNvSpPr/>
            <p:nvPr/>
          </p:nvSpPr>
          <p:spPr>
            <a:xfrm>
              <a:off x="2046633" y="1959575"/>
              <a:ext cx="339" cy="244"/>
            </a:xfrm>
            <a:custGeom>
              <a:avLst/>
              <a:gdLst/>
              <a:ahLst/>
              <a:cxnLst/>
              <a:rect l="l" t="t" r="r" b="b"/>
              <a:pathLst>
                <a:path w="25" h="18" extrusionOk="0">
                  <a:moveTo>
                    <a:pt x="25" y="0"/>
                  </a:moveTo>
                  <a:lnTo>
                    <a:pt x="0" y="11"/>
                  </a:lnTo>
                  <a:lnTo>
                    <a:pt x="0" y="18"/>
                  </a:lnTo>
                  <a:cubicBezTo>
                    <a:pt x="7" y="11"/>
                    <a:pt x="14" y="7"/>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74" name="Google Shape;8874;p76"/>
            <p:cNvSpPr/>
            <p:nvPr/>
          </p:nvSpPr>
          <p:spPr>
            <a:xfrm>
              <a:off x="2048343" y="195919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75" name="Google Shape;8875;p76"/>
            <p:cNvSpPr/>
            <p:nvPr/>
          </p:nvSpPr>
          <p:spPr>
            <a:xfrm>
              <a:off x="2053856" y="1960186"/>
              <a:ext cx="625" cy="14"/>
            </a:xfrm>
            <a:custGeom>
              <a:avLst/>
              <a:gdLst/>
              <a:ahLst/>
              <a:cxnLst/>
              <a:rect l="l" t="t" r="r" b="b"/>
              <a:pathLst>
                <a:path w="46" h="1" extrusionOk="0">
                  <a:moveTo>
                    <a:pt x="25" y="1"/>
                  </a:moveTo>
                  <a:lnTo>
                    <a:pt x="0" y="1"/>
                  </a:lnTo>
                  <a:cubicBezTo>
                    <a:pt x="14" y="1"/>
                    <a:pt x="32" y="1"/>
                    <a:pt x="46" y="1"/>
                  </a:cubicBez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76" name="Google Shape;8876;p76"/>
            <p:cNvSpPr/>
            <p:nvPr/>
          </p:nvSpPr>
          <p:spPr>
            <a:xfrm>
              <a:off x="2011263" y="1967273"/>
              <a:ext cx="1208" cy="1385"/>
            </a:xfrm>
            <a:custGeom>
              <a:avLst/>
              <a:gdLst/>
              <a:ahLst/>
              <a:cxnLst/>
              <a:rect l="l" t="t" r="r" b="b"/>
              <a:pathLst>
                <a:path w="89" h="102" extrusionOk="0">
                  <a:moveTo>
                    <a:pt x="88" y="102"/>
                  </a:moveTo>
                  <a:cubicBezTo>
                    <a:pt x="57" y="74"/>
                    <a:pt x="29" y="39"/>
                    <a:pt x="4" y="4"/>
                  </a:cubicBezTo>
                  <a:lnTo>
                    <a:pt x="1" y="0"/>
                  </a:lnTo>
                  <a:lnTo>
                    <a:pt x="4" y="4"/>
                  </a:lnTo>
                  <a:cubicBezTo>
                    <a:pt x="29" y="39"/>
                    <a:pt x="57" y="74"/>
                    <a:pt x="88" y="10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77" name="Google Shape;8877;p76"/>
            <p:cNvSpPr/>
            <p:nvPr/>
          </p:nvSpPr>
          <p:spPr>
            <a:xfrm>
              <a:off x="2008086" y="1964748"/>
              <a:ext cx="2770" cy="1914"/>
            </a:xfrm>
            <a:custGeom>
              <a:avLst/>
              <a:gdLst/>
              <a:ahLst/>
              <a:cxnLst/>
              <a:rect l="l" t="t" r="r" b="b"/>
              <a:pathLst>
                <a:path w="204" h="141" extrusionOk="0">
                  <a:moveTo>
                    <a:pt x="203" y="141"/>
                  </a:moveTo>
                  <a:cubicBezTo>
                    <a:pt x="147" y="78"/>
                    <a:pt x="77" y="29"/>
                    <a:pt x="0" y="1"/>
                  </a:cubicBezTo>
                  <a:lnTo>
                    <a:pt x="0" y="1"/>
                  </a:lnTo>
                  <a:cubicBezTo>
                    <a:pt x="77" y="29"/>
                    <a:pt x="147" y="78"/>
                    <a:pt x="203" y="14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78" name="Google Shape;8878;p76"/>
            <p:cNvSpPr/>
            <p:nvPr/>
          </p:nvSpPr>
          <p:spPr>
            <a:xfrm>
              <a:off x="2022818" y="1968074"/>
              <a:ext cx="3720" cy="1059"/>
            </a:xfrm>
            <a:custGeom>
              <a:avLst/>
              <a:gdLst/>
              <a:ahLst/>
              <a:cxnLst/>
              <a:rect l="l" t="t" r="r" b="b"/>
              <a:pathLst>
                <a:path w="274" h="78" extrusionOk="0">
                  <a:moveTo>
                    <a:pt x="0" y="1"/>
                  </a:moveTo>
                  <a:cubicBezTo>
                    <a:pt x="77" y="1"/>
                    <a:pt x="207" y="11"/>
                    <a:pt x="273" y="78"/>
                  </a:cubicBezTo>
                  <a:cubicBezTo>
                    <a:pt x="207" y="11"/>
                    <a:pt x="81"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79" name="Google Shape;8879;p76"/>
            <p:cNvSpPr/>
            <p:nvPr/>
          </p:nvSpPr>
          <p:spPr>
            <a:xfrm>
              <a:off x="2026524" y="1969120"/>
              <a:ext cx="679" cy="489"/>
            </a:xfrm>
            <a:custGeom>
              <a:avLst/>
              <a:gdLst/>
              <a:ahLst/>
              <a:cxnLst/>
              <a:rect l="l" t="t" r="r" b="b"/>
              <a:pathLst>
                <a:path w="50" h="36" extrusionOk="0">
                  <a:moveTo>
                    <a:pt x="0" y="1"/>
                  </a:moveTo>
                  <a:cubicBezTo>
                    <a:pt x="14" y="18"/>
                    <a:pt x="32" y="29"/>
                    <a:pt x="49" y="36"/>
                  </a:cubicBezTo>
                  <a:cubicBezTo>
                    <a:pt x="32" y="29"/>
                    <a:pt x="14"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80" name="Google Shape;8880;p76"/>
            <p:cNvSpPr/>
            <p:nvPr/>
          </p:nvSpPr>
          <p:spPr>
            <a:xfrm>
              <a:off x="2010842" y="1966703"/>
              <a:ext cx="244" cy="299"/>
            </a:xfrm>
            <a:custGeom>
              <a:avLst/>
              <a:gdLst/>
              <a:ahLst/>
              <a:cxnLst/>
              <a:rect l="l" t="t" r="r" b="b"/>
              <a:pathLst>
                <a:path w="18" h="22" extrusionOk="0">
                  <a:moveTo>
                    <a:pt x="0" y="0"/>
                  </a:moveTo>
                  <a:lnTo>
                    <a:pt x="0" y="0"/>
                  </a:lnTo>
                  <a:cubicBezTo>
                    <a:pt x="7" y="7"/>
                    <a:pt x="11" y="14"/>
                    <a:pt x="18" y="21"/>
                  </a:cubicBezTo>
                  <a:cubicBezTo>
                    <a:pt x="14" y="14"/>
                    <a:pt x="7"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81" name="Google Shape;8881;p76"/>
            <p:cNvSpPr/>
            <p:nvPr/>
          </p:nvSpPr>
          <p:spPr>
            <a:xfrm>
              <a:off x="2045397" y="1961001"/>
              <a:ext cx="149" cy="54"/>
            </a:xfrm>
            <a:custGeom>
              <a:avLst/>
              <a:gdLst/>
              <a:ahLst/>
              <a:cxnLst/>
              <a:rect l="l" t="t" r="r" b="b"/>
              <a:pathLst>
                <a:path w="11" h="4" extrusionOk="0">
                  <a:moveTo>
                    <a:pt x="1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82" name="Google Shape;8882;p76"/>
            <p:cNvSpPr/>
            <p:nvPr/>
          </p:nvSpPr>
          <p:spPr>
            <a:xfrm>
              <a:off x="2045058" y="1960905"/>
              <a:ext cx="109" cy="14"/>
            </a:xfrm>
            <a:custGeom>
              <a:avLst/>
              <a:gdLst/>
              <a:ahLst/>
              <a:cxnLst/>
              <a:rect l="l" t="t" r="r" b="b"/>
              <a:pathLst>
                <a:path w="8" h="1" extrusionOk="0">
                  <a:moveTo>
                    <a:pt x="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83" name="Google Shape;8883;p76"/>
            <p:cNvSpPr/>
            <p:nvPr/>
          </p:nvSpPr>
          <p:spPr>
            <a:xfrm>
              <a:off x="2044677" y="1960810"/>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84" name="Google Shape;8884;p76"/>
            <p:cNvSpPr/>
            <p:nvPr/>
          </p:nvSpPr>
          <p:spPr>
            <a:xfrm>
              <a:off x="2027190" y="1968984"/>
              <a:ext cx="244" cy="625"/>
            </a:xfrm>
            <a:custGeom>
              <a:avLst/>
              <a:gdLst/>
              <a:ahLst/>
              <a:cxnLst/>
              <a:rect l="l" t="t" r="r" b="b"/>
              <a:pathLst>
                <a:path w="18" h="46" extrusionOk="0">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85" name="Google Shape;8885;p76"/>
            <p:cNvSpPr/>
            <p:nvPr/>
          </p:nvSpPr>
          <p:spPr>
            <a:xfrm>
              <a:off x="2026280" y="1960023"/>
              <a:ext cx="9287" cy="1086"/>
            </a:xfrm>
            <a:custGeom>
              <a:avLst/>
              <a:gdLst/>
              <a:ahLst/>
              <a:cxnLst/>
              <a:rect l="l" t="t" r="r" b="b"/>
              <a:pathLst>
                <a:path w="684" h="80" extrusionOk="0">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86" name="Google Shape;8886;p76"/>
            <p:cNvSpPr/>
            <p:nvPr/>
          </p:nvSpPr>
          <p:spPr>
            <a:xfrm>
              <a:off x="2047583" y="1958950"/>
              <a:ext cx="774" cy="353"/>
            </a:xfrm>
            <a:custGeom>
              <a:avLst/>
              <a:gdLst/>
              <a:ahLst/>
              <a:cxnLst/>
              <a:rect l="l" t="t" r="r" b="b"/>
              <a:pathLst>
                <a:path w="57" h="26" extrusionOk="0">
                  <a:moveTo>
                    <a:pt x="56" y="1"/>
                  </a:moveTo>
                  <a:lnTo>
                    <a:pt x="0" y="25"/>
                  </a:lnTo>
                  <a:cubicBezTo>
                    <a:pt x="14" y="22"/>
                    <a:pt x="28" y="22"/>
                    <a:pt x="39" y="18"/>
                  </a:cubicBezTo>
                  <a:lnTo>
                    <a:pt x="56" y="18"/>
                  </a:lnTo>
                  <a:lnTo>
                    <a:pt x="56"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87" name="Google Shape;8887;p76"/>
            <p:cNvSpPr/>
            <p:nvPr/>
          </p:nvSpPr>
          <p:spPr>
            <a:xfrm>
              <a:off x="2044257" y="196071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88" name="Google Shape;8888;p76"/>
            <p:cNvSpPr/>
            <p:nvPr/>
          </p:nvSpPr>
          <p:spPr>
            <a:xfrm>
              <a:off x="2048153" y="195919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89" name="Google Shape;8889;p76"/>
            <p:cNvSpPr/>
            <p:nvPr/>
          </p:nvSpPr>
          <p:spPr>
            <a:xfrm>
              <a:off x="2027190" y="1969595"/>
              <a:ext cx="14" cy="14"/>
            </a:xfrm>
            <a:custGeom>
              <a:avLst/>
              <a:gdLst/>
              <a:ahLst/>
              <a:cxnLst/>
              <a:rect l="l" t="t" r="r" b="b"/>
              <a:pathLst>
                <a:path w="1"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90" name="Google Shape;8890;p76"/>
            <p:cNvSpPr/>
            <p:nvPr/>
          </p:nvSpPr>
          <p:spPr>
            <a:xfrm>
              <a:off x="2043971" y="1930954"/>
              <a:ext cx="869" cy="258"/>
            </a:xfrm>
            <a:custGeom>
              <a:avLst/>
              <a:gdLst/>
              <a:ahLst/>
              <a:cxnLst/>
              <a:rect l="l" t="t" r="r" b="b"/>
              <a:pathLst>
                <a:path w="64" h="19" extrusionOk="0">
                  <a:moveTo>
                    <a:pt x="0" y="18"/>
                  </a:moveTo>
                  <a:cubicBezTo>
                    <a:pt x="32" y="4"/>
                    <a:pt x="53" y="1"/>
                    <a:pt x="63" y="11"/>
                  </a:cubicBezTo>
                  <a:lnTo>
                    <a:pt x="63" y="11"/>
                  </a:lnTo>
                  <a:cubicBezTo>
                    <a:pt x="53" y="1"/>
                    <a:pt x="32" y="4"/>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91" name="Google Shape;8891;p76"/>
            <p:cNvSpPr/>
            <p:nvPr/>
          </p:nvSpPr>
          <p:spPr>
            <a:xfrm>
              <a:off x="2009036" y="196189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92" name="Google Shape;8892;p76"/>
            <p:cNvSpPr/>
            <p:nvPr/>
          </p:nvSpPr>
          <p:spPr>
            <a:xfrm>
              <a:off x="2008276" y="1963947"/>
              <a:ext cx="54" cy="109"/>
            </a:xfrm>
            <a:custGeom>
              <a:avLst/>
              <a:gdLst/>
              <a:ahLst/>
              <a:cxnLst/>
              <a:rect l="l" t="t" r="r" b="b"/>
              <a:pathLst>
                <a:path w="4" h="8" extrusionOk="0">
                  <a:moveTo>
                    <a:pt x="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93" name="Google Shape;8893;p76"/>
            <p:cNvSpPr/>
            <p:nvPr/>
          </p:nvSpPr>
          <p:spPr>
            <a:xfrm>
              <a:off x="2008561" y="1963187"/>
              <a:ext cx="54" cy="109"/>
            </a:xfrm>
            <a:custGeom>
              <a:avLst/>
              <a:gdLst/>
              <a:ahLst/>
              <a:cxnLst/>
              <a:rect l="l" t="t" r="r" b="b"/>
              <a:pathLst>
                <a:path w="4" h="8" extrusionOk="0">
                  <a:moveTo>
                    <a:pt x="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94" name="Google Shape;8894;p76"/>
            <p:cNvSpPr/>
            <p:nvPr/>
          </p:nvSpPr>
          <p:spPr>
            <a:xfrm>
              <a:off x="2028805" y="1937607"/>
              <a:ext cx="964" cy="163"/>
            </a:xfrm>
            <a:custGeom>
              <a:avLst/>
              <a:gdLst/>
              <a:ahLst/>
              <a:cxnLst/>
              <a:rect l="l" t="t" r="r" b="b"/>
              <a:pathLst>
                <a:path w="71" h="12" extrusionOk="0">
                  <a:moveTo>
                    <a:pt x="0" y="11"/>
                  </a:moveTo>
                  <a:cubicBezTo>
                    <a:pt x="21" y="1"/>
                    <a:pt x="46" y="1"/>
                    <a:pt x="70" y="8"/>
                  </a:cubicBezTo>
                  <a:cubicBezTo>
                    <a:pt x="46" y="1"/>
                    <a:pt x="21" y="1"/>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95" name="Google Shape;8895;p76"/>
            <p:cNvSpPr/>
            <p:nvPr/>
          </p:nvSpPr>
          <p:spPr>
            <a:xfrm>
              <a:off x="2008846" y="1962521"/>
              <a:ext cx="14" cy="54"/>
            </a:xfrm>
            <a:custGeom>
              <a:avLst/>
              <a:gdLst/>
              <a:ahLst/>
              <a:cxnLst/>
              <a:rect l="l" t="t" r="r" b="b"/>
              <a:pathLst>
                <a:path w="1" h="4" extrusionOk="0">
                  <a:moveTo>
                    <a:pt x="0"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96" name="Google Shape;8896;p76"/>
            <p:cNvSpPr/>
            <p:nvPr/>
          </p:nvSpPr>
          <p:spPr>
            <a:xfrm>
              <a:off x="2009647" y="1960335"/>
              <a:ext cx="14" cy="54"/>
            </a:xfrm>
            <a:custGeom>
              <a:avLst/>
              <a:gdLst/>
              <a:ahLst/>
              <a:cxnLst/>
              <a:rect l="l" t="t" r="r" b="b"/>
              <a:pathLst>
                <a:path w="1" h="4" extrusionOk="0">
                  <a:moveTo>
                    <a:pt x="1"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97" name="Google Shape;8897;p76"/>
            <p:cNvSpPr/>
            <p:nvPr/>
          </p:nvSpPr>
          <p:spPr>
            <a:xfrm>
              <a:off x="2029796" y="193770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98" name="Google Shape;8898;p76"/>
            <p:cNvSpPr/>
            <p:nvPr/>
          </p:nvSpPr>
          <p:spPr>
            <a:xfrm>
              <a:off x="2009267" y="1961286"/>
              <a:ext cx="14" cy="54"/>
            </a:xfrm>
            <a:custGeom>
              <a:avLst/>
              <a:gdLst/>
              <a:ahLst/>
              <a:cxnLst/>
              <a:rect l="l" t="t" r="r" b="b"/>
              <a:pathLst>
                <a:path w="1" h="4" extrusionOk="0">
                  <a:moveTo>
                    <a:pt x="1"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99" name="Google Shape;8899;p76"/>
            <p:cNvSpPr/>
            <p:nvPr/>
          </p:nvSpPr>
          <p:spPr>
            <a:xfrm>
              <a:off x="2009457" y="1960756"/>
              <a:ext cx="68" cy="109"/>
            </a:xfrm>
            <a:custGeom>
              <a:avLst/>
              <a:gdLst/>
              <a:ahLst/>
              <a:cxnLst/>
              <a:rect l="l" t="t" r="r" b="b"/>
              <a:pathLst>
                <a:path w="5" h="8" extrusionOk="0">
                  <a:moveTo>
                    <a:pt x="4"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00" name="Google Shape;8900;p76"/>
            <p:cNvSpPr/>
            <p:nvPr/>
          </p:nvSpPr>
          <p:spPr>
            <a:xfrm>
              <a:off x="2008086" y="196474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01" name="Google Shape;8901;p76"/>
            <p:cNvSpPr/>
            <p:nvPr/>
          </p:nvSpPr>
          <p:spPr>
            <a:xfrm>
              <a:off x="2008086" y="1964748"/>
              <a:ext cx="14" cy="14"/>
            </a:xfrm>
            <a:custGeom>
              <a:avLst/>
              <a:gdLst/>
              <a:ahLst/>
              <a:cxnLst/>
              <a:rect l="l" t="t" r="r" b="b"/>
              <a:pathLst>
                <a:path w="1"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02" name="Google Shape;8902;p76"/>
            <p:cNvSpPr/>
            <p:nvPr/>
          </p:nvSpPr>
          <p:spPr>
            <a:xfrm>
              <a:off x="2051520" y="1865551"/>
              <a:ext cx="112191" cy="87765"/>
            </a:xfrm>
            <a:custGeom>
              <a:avLst/>
              <a:gdLst/>
              <a:ahLst/>
              <a:cxnLst/>
              <a:rect l="l" t="t" r="r" b="b"/>
              <a:pathLst>
                <a:path w="8263" h="6464" extrusionOk="0">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03" name="Google Shape;8903;p76"/>
            <p:cNvSpPr/>
            <p:nvPr/>
          </p:nvSpPr>
          <p:spPr>
            <a:xfrm>
              <a:off x="2080902" y="1899970"/>
              <a:ext cx="244" cy="54"/>
            </a:xfrm>
            <a:custGeom>
              <a:avLst/>
              <a:gdLst/>
              <a:ahLst/>
              <a:cxnLst/>
              <a:rect l="l" t="t" r="r" b="b"/>
              <a:pathLst>
                <a:path w="18" h="4" extrusionOk="0">
                  <a:moveTo>
                    <a:pt x="18" y="0"/>
                  </a:moveTo>
                  <a:lnTo>
                    <a:pt x="0" y="4"/>
                  </a:lnTo>
                  <a:lnTo>
                    <a:pt x="4" y="4"/>
                  </a:ln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04" name="Google Shape;8904;p76"/>
            <p:cNvSpPr/>
            <p:nvPr/>
          </p:nvSpPr>
          <p:spPr>
            <a:xfrm>
              <a:off x="2147120" y="1866841"/>
              <a:ext cx="299" cy="109"/>
            </a:xfrm>
            <a:custGeom>
              <a:avLst/>
              <a:gdLst/>
              <a:ahLst/>
              <a:cxnLst/>
              <a:rect l="l" t="t" r="r" b="b"/>
              <a:pathLst>
                <a:path w="22" h="8" extrusionOk="0">
                  <a:moveTo>
                    <a:pt x="0" y="0"/>
                  </a:moveTo>
                  <a:lnTo>
                    <a:pt x="2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05" name="Google Shape;8905;p76"/>
            <p:cNvSpPr/>
            <p:nvPr/>
          </p:nvSpPr>
          <p:spPr>
            <a:xfrm>
              <a:off x="2138131" y="1865510"/>
              <a:ext cx="2525" cy="149"/>
            </a:xfrm>
            <a:custGeom>
              <a:avLst/>
              <a:gdLst/>
              <a:ahLst/>
              <a:cxnLst/>
              <a:rect l="l" t="t" r="r" b="b"/>
              <a:pathLst>
                <a:path w="186" h="11" extrusionOk="0">
                  <a:moveTo>
                    <a:pt x="0" y="0"/>
                  </a:moveTo>
                  <a:cubicBezTo>
                    <a:pt x="46" y="0"/>
                    <a:pt x="112" y="4"/>
                    <a:pt x="186" y="11"/>
                  </a:cubicBezTo>
                  <a:cubicBezTo>
                    <a:pt x="119" y="4"/>
                    <a:pt x="56"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06" name="Google Shape;8906;p76"/>
            <p:cNvSpPr/>
            <p:nvPr/>
          </p:nvSpPr>
          <p:spPr>
            <a:xfrm>
              <a:off x="2140888" y="1865646"/>
              <a:ext cx="339" cy="68"/>
            </a:xfrm>
            <a:custGeom>
              <a:avLst/>
              <a:gdLst/>
              <a:ahLst/>
              <a:cxnLst/>
              <a:rect l="l" t="t" r="r" b="b"/>
              <a:pathLst>
                <a:path w="25" h="5" extrusionOk="0">
                  <a:moveTo>
                    <a:pt x="0" y="1"/>
                  </a:moveTo>
                  <a:lnTo>
                    <a:pt x="2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07" name="Google Shape;8907;p76"/>
            <p:cNvSpPr/>
            <p:nvPr/>
          </p:nvSpPr>
          <p:spPr>
            <a:xfrm>
              <a:off x="2145219" y="1866311"/>
              <a:ext cx="339" cy="68"/>
            </a:xfrm>
            <a:custGeom>
              <a:avLst/>
              <a:gdLst/>
              <a:ahLst/>
              <a:cxnLst/>
              <a:rect l="l" t="t" r="r" b="b"/>
              <a:pathLst>
                <a:path w="25" h="5" extrusionOk="0">
                  <a:moveTo>
                    <a:pt x="0" y="1"/>
                  </a:moveTo>
                  <a:lnTo>
                    <a:pt x="2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08" name="Google Shape;8908;p76"/>
            <p:cNvSpPr/>
            <p:nvPr/>
          </p:nvSpPr>
          <p:spPr>
            <a:xfrm>
              <a:off x="2147690" y="1867071"/>
              <a:ext cx="204" cy="163"/>
            </a:xfrm>
            <a:custGeom>
              <a:avLst/>
              <a:gdLst/>
              <a:ahLst/>
              <a:cxnLst/>
              <a:rect l="l" t="t" r="r" b="b"/>
              <a:pathLst>
                <a:path w="15" h="12" extrusionOk="0">
                  <a:moveTo>
                    <a:pt x="0" y="1"/>
                  </a:moveTo>
                  <a:lnTo>
                    <a:pt x="1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09" name="Google Shape;8909;p76"/>
            <p:cNvSpPr/>
            <p:nvPr/>
          </p:nvSpPr>
          <p:spPr>
            <a:xfrm>
              <a:off x="2144554" y="1866175"/>
              <a:ext cx="285" cy="54"/>
            </a:xfrm>
            <a:custGeom>
              <a:avLst/>
              <a:gdLst/>
              <a:ahLst/>
              <a:cxnLst/>
              <a:rect l="l" t="t" r="r" b="b"/>
              <a:pathLst>
                <a:path w="21" h="4" extrusionOk="0">
                  <a:moveTo>
                    <a:pt x="0" y="0"/>
                  </a:moveTo>
                  <a:lnTo>
                    <a:pt x="2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10" name="Google Shape;8910;p76"/>
            <p:cNvSpPr/>
            <p:nvPr/>
          </p:nvSpPr>
          <p:spPr>
            <a:xfrm>
              <a:off x="2146495" y="1866650"/>
              <a:ext cx="353" cy="109"/>
            </a:xfrm>
            <a:custGeom>
              <a:avLst/>
              <a:gdLst/>
              <a:ahLst/>
              <a:cxnLst/>
              <a:rect l="l" t="t" r="r" b="b"/>
              <a:pathLst>
                <a:path w="26" h="8" extrusionOk="0">
                  <a:moveTo>
                    <a:pt x="1" y="0"/>
                  </a:moveTo>
                  <a:lnTo>
                    <a:pt x="25"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11" name="Google Shape;8911;p76"/>
            <p:cNvSpPr/>
            <p:nvPr/>
          </p:nvSpPr>
          <p:spPr>
            <a:xfrm>
              <a:off x="2145884" y="1866460"/>
              <a:ext cx="339" cy="109"/>
            </a:xfrm>
            <a:custGeom>
              <a:avLst/>
              <a:gdLst/>
              <a:ahLst/>
              <a:cxnLst/>
              <a:rect l="l" t="t" r="r" b="b"/>
              <a:pathLst>
                <a:path w="25" h="8" extrusionOk="0">
                  <a:moveTo>
                    <a:pt x="0" y="0"/>
                  </a:moveTo>
                  <a:lnTo>
                    <a:pt x="25"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12" name="Google Shape;8912;p76"/>
            <p:cNvSpPr/>
            <p:nvPr/>
          </p:nvSpPr>
          <p:spPr>
            <a:xfrm>
              <a:off x="2153202" y="1872014"/>
              <a:ext cx="1059" cy="584"/>
            </a:xfrm>
            <a:custGeom>
              <a:avLst/>
              <a:gdLst/>
              <a:ahLst/>
              <a:cxnLst/>
              <a:rect l="l" t="t" r="r" b="b"/>
              <a:pathLst>
                <a:path w="78" h="43" extrusionOk="0">
                  <a:moveTo>
                    <a:pt x="77" y="1"/>
                  </a:moveTo>
                  <a:lnTo>
                    <a:pt x="0" y="43"/>
                  </a:lnTo>
                  <a:lnTo>
                    <a:pt x="0" y="4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13" name="Google Shape;8913;p76"/>
            <p:cNvSpPr/>
            <p:nvPr/>
          </p:nvSpPr>
          <p:spPr>
            <a:xfrm>
              <a:off x="2143875" y="1866026"/>
              <a:ext cx="204" cy="68"/>
            </a:xfrm>
            <a:custGeom>
              <a:avLst/>
              <a:gdLst/>
              <a:ahLst/>
              <a:cxnLst/>
              <a:rect l="l" t="t" r="r" b="b"/>
              <a:pathLst>
                <a:path w="15" h="5" extrusionOk="0">
                  <a:moveTo>
                    <a:pt x="1" y="1"/>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14" name="Google Shape;8914;p76"/>
            <p:cNvSpPr/>
            <p:nvPr/>
          </p:nvSpPr>
          <p:spPr>
            <a:xfrm>
              <a:off x="2143169" y="1865931"/>
              <a:ext cx="149" cy="14"/>
            </a:xfrm>
            <a:custGeom>
              <a:avLst/>
              <a:gdLst/>
              <a:ahLst/>
              <a:cxnLst/>
              <a:rect l="l" t="t" r="r" b="b"/>
              <a:pathLst>
                <a:path w="11" h="1" extrusionOk="0">
                  <a:moveTo>
                    <a:pt x="0"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15" name="Google Shape;8915;p76"/>
            <p:cNvSpPr/>
            <p:nvPr/>
          </p:nvSpPr>
          <p:spPr>
            <a:xfrm>
              <a:off x="2141648" y="1865741"/>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16" name="Google Shape;8916;p76"/>
            <p:cNvSpPr/>
            <p:nvPr/>
          </p:nvSpPr>
          <p:spPr>
            <a:xfrm>
              <a:off x="2142449" y="1865836"/>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17" name="Google Shape;8917;p76"/>
            <p:cNvSpPr/>
            <p:nvPr/>
          </p:nvSpPr>
          <p:spPr>
            <a:xfrm>
              <a:off x="2122300" y="1942359"/>
              <a:ext cx="4481" cy="2539"/>
            </a:xfrm>
            <a:custGeom>
              <a:avLst/>
              <a:gdLst/>
              <a:ahLst/>
              <a:cxnLst/>
              <a:rect l="l" t="t" r="r" b="b"/>
              <a:pathLst>
                <a:path w="330" h="187" extrusionOk="0">
                  <a:moveTo>
                    <a:pt x="1" y="186"/>
                  </a:moveTo>
                  <a:cubicBezTo>
                    <a:pt x="95" y="99"/>
                    <a:pt x="204" y="1"/>
                    <a:pt x="330" y="11"/>
                  </a:cubicBezTo>
                  <a:cubicBezTo>
                    <a:pt x="204" y="1"/>
                    <a:pt x="95" y="99"/>
                    <a:pt x="1" y="18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18" name="Google Shape;8918;p76"/>
            <p:cNvSpPr/>
            <p:nvPr/>
          </p:nvSpPr>
          <p:spPr>
            <a:xfrm>
              <a:off x="2074860" y="1952637"/>
              <a:ext cx="14" cy="244"/>
            </a:xfrm>
            <a:custGeom>
              <a:avLst/>
              <a:gdLst/>
              <a:ahLst/>
              <a:cxnLst/>
              <a:rect l="l" t="t" r="r" b="b"/>
              <a:pathLst>
                <a:path w="1" h="18" extrusionOk="0">
                  <a:moveTo>
                    <a:pt x="1" y="0"/>
                  </a:moveTo>
                  <a:cubicBezTo>
                    <a:pt x="1" y="7"/>
                    <a:pt x="1" y="11"/>
                    <a:pt x="1" y="18"/>
                  </a:cubicBezTo>
                  <a:cubicBezTo>
                    <a:pt x="1" y="11"/>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19" name="Google Shape;8919;p76"/>
            <p:cNvSpPr/>
            <p:nvPr/>
          </p:nvSpPr>
          <p:spPr>
            <a:xfrm>
              <a:off x="2074575" y="1952868"/>
              <a:ext cx="299" cy="489"/>
            </a:xfrm>
            <a:custGeom>
              <a:avLst/>
              <a:gdLst/>
              <a:ahLst/>
              <a:cxnLst/>
              <a:rect l="l" t="t" r="r" b="b"/>
              <a:pathLst>
                <a:path w="22" h="36" extrusionOk="0">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20" name="Google Shape;8920;p76"/>
            <p:cNvSpPr/>
            <p:nvPr/>
          </p:nvSpPr>
          <p:spPr>
            <a:xfrm>
              <a:off x="2066741" y="1951822"/>
              <a:ext cx="54" cy="258"/>
            </a:xfrm>
            <a:custGeom>
              <a:avLst/>
              <a:gdLst/>
              <a:ahLst/>
              <a:cxnLst/>
              <a:rect l="l" t="t" r="r" b="b"/>
              <a:pathLst>
                <a:path w="4" h="19" extrusionOk="0">
                  <a:moveTo>
                    <a:pt x="4" y="1"/>
                  </a:moveTo>
                  <a:cubicBezTo>
                    <a:pt x="4" y="4"/>
                    <a:pt x="0" y="11"/>
                    <a:pt x="0" y="18"/>
                  </a:cubicBezTo>
                  <a:cubicBezTo>
                    <a:pt x="0" y="15"/>
                    <a:pt x="4" y="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21" name="Google Shape;8921;p76"/>
            <p:cNvSpPr/>
            <p:nvPr/>
          </p:nvSpPr>
          <p:spPr>
            <a:xfrm>
              <a:off x="2067732" y="1949881"/>
              <a:ext cx="394" cy="299"/>
            </a:xfrm>
            <a:custGeom>
              <a:avLst/>
              <a:gdLst/>
              <a:ahLst/>
              <a:cxnLst/>
              <a:rect l="l" t="t" r="r" b="b"/>
              <a:pathLst>
                <a:path w="29" h="22" extrusionOk="0">
                  <a:moveTo>
                    <a:pt x="29" y="0"/>
                  </a:moveTo>
                  <a:cubicBezTo>
                    <a:pt x="18" y="7"/>
                    <a:pt x="11" y="11"/>
                    <a:pt x="1" y="21"/>
                  </a:cubicBezTo>
                  <a:cubicBezTo>
                    <a:pt x="11" y="11"/>
                    <a:pt x="18" y="7"/>
                    <a:pt x="2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22" name="Google Shape;8922;p76"/>
            <p:cNvSpPr/>
            <p:nvPr/>
          </p:nvSpPr>
          <p:spPr>
            <a:xfrm>
              <a:off x="2067121" y="1950777"/>
              <a:ext cx="109" cy="258"/>
            </a:xfrm>
            <a:custGeom>
              <a:avLst/>
              <a:gdLst/>
              <a:ahLst/>
              <a:cxnLst/>
              <a:rect l="l" t="t" r="r" b="b"/>
              <a:pathLst>
                <a:path w="8" h="19" extrusionOk="0">
                  <a:moveTo>
                    <a:pt x="7" y="1"/>
                  </a:moveTo>
                  <a:cubicBezTo>
                    <a:pt x="4" y="8"/>
                    <a:pt x="0" y="11"/>
                    <a:pt x="0" y="18"/>
                  </a:cubicBezTo>
                  <a:cubicBezTo>
                    <a:pt x="4" y="11"/>
                    <a:pt x="7" y="8"/>
                    <a:pt x="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23" name="Google Shape;8923;p76"/>
            <p:cNvSpPr/>
            <p:nvPr/>
          </p:nvSpPr>
          <p:spPr>
            <a:xfrm>
              <a:off x="2066877" y="1951347"/>
              <a:ext cx="109" cy="163"/>
            </a:xfrm>
            <a:custGeom>
              <a:avLst/>
              <a:gdLst/>
              <a:ahLst/>
              <a:cxnLst/>
              <a:rect l="l" t="t" r="r" b="b"/>
              <a:pathLst>
                <a:path w="8" h="12" extrusionOk="0">
                  <a:moveTo>
                    <a:pt x="8" y="1"/>
                  </a:moveTo>
                  <a:lnTo>
                    <a:pt x="1" y="11"/>
                  </a:lnTo>
                  <a:cubicBezTo>
                    <a:pt x="4" y="8"/>
                    <a:pt x="8" y="4"/>
                    <a:pt x="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24" name="Google Shape;8924;p76"/>
            <p:cNvSpPr/>
            <p:nvPr/>
          </p:nvSpPr>
          <p:spPr>
            <a:xfrm>
              <a:off x="2073530" y="1953343"/>
              <a:ext cx="1059" cy="122"/>
            </a:xfrm>
            <a:custGeom>
              <a:avLst/>
              <a:gdLst/>
              <a:ahLst/>
              <a:cxnLst/>
              <a:rect l="l" t="t" r="r" b="b"/>
              <a:pathLst>
                <a:path w="78" h="9" extrusionOk="0">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25" name="Google Shape;8925;p76"/>
            <p:cNvSpPr/>
            <p:nvPr/>
          </p:nvSpPr>
          <p:spPr>
            <a:xfrm>
              <a:off x="2067352" y="1950166"/>
              <a:ext cx="394" cy="394"/>
            </a:xfrm>
            <a:custGeom>
              <a:avLst/>
              <a:gdLst/>
              <a:ahLst/>
              <a:cxnLst/>
              <a:rect l="l" t="t" r="r" b="b"/>
              <a:pathLst>
                <a:path w="29" h="29" extrusionOk="0">
                  <a:moveTo>
                    <a:pt x="1" y="28"/>
                  </a:moveTo>
                  <a:cubicBezTo>
                    <a:pt x="11" y="18"/>
                    <a:pt x="18" y="7"/>
                    <a:pt x="29" y="0"/>
                  </a:cubicBezTo>
                  <a:lnTo>
                    <a:pt x="29" y="0"/>
                  </a:lnTo>
                  <a:cubicBezTo>
                    <a:pt x="18" y="7"/>
                    <a:pt x="11" y="18"/>
                    <a:pt x="1"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26" name="Google Shape;8926;p76"/>
            <p:cNvSpPr/>
            <p:nvPr/>
          </p:nvSpPr>
          <p:spPr>
            <a:xfrm>
              <a:off x="2073054" y="1953153"/>
              <a:ext cx="489" cy="204"/>
            </a:xfrm>
            <a:custGeom>
              <a:avLst/>
              <a:gdLst/>
              <a:ahLst/>
              <a:cxnLst/>
              <a:rect l="l" t="t" r="r" b="b"/>
              <a:pathLst>
                <a:path w="36" h="15" extrusionOk="0">
                  <a:moveTo>
                    <a:pt x="36" y="15"/>
                  </a:moveTo>
                  <a:cubicBezTo>
                    <a:pt x="22" y="8"/>
                    <a:pt x="11" y="4"/>
                    <a:pt x="1" y="1"/>
                  </a:cubicBezTo>
                  <a:cubicBezTo>
                    <a:pt x="11" y="4"/>
                    <a:pt x="22" y="8"/>
                    <a:pt x="36"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27" name="Google Shape;8927;p76"/>
            <p:cNvSpPr/>
            <p:nvPr/>
          </p:nvSpPr>
          <p:spPr>
            <a:xfrm>
              <a:off x="2069633" y="1949446"/>
              <a:ext cx="353" cy="14"/>
            </a:xfrm>
            <a:custGeom>
              <a:avLst/>
              <a:gdLst/>
              <a:ahLst/>
              <a:cxnLst/>
              <a:rect l="l" t="t" r="r" b="b"/>
              <a:pathLst>
                <a:path w="26" h="1" extrusionOk="0">
                  <a:moveTo>
                    <a:pt x="1" y="1"/>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28" name="Google Shape;8928;p76"/>
            <p:cNvSpPr/>
            <p:nvPr/>
          </p:nvSpPr>
          <p:spPr>
            <a:xfrm>
              <a:off x="2069117" y="1949446"/>
              <a:ext cx="394" cy="14"/>
            </a:xfrm>
            <a:custGeom>
              <a:avLst/>
              <a:gdLst/>
              <a:ahLst/>
              <a:cxnLst/>
              <a:rect l="l" t="t" r="r" b="b"/>
              <a:pathLst>
                <a:path w="29" h="1" extrusionOk="0">
                  <a:moveTo>
                    <a:pt x="28" y="1"/>
                  </a:moveTo>
                  <a:cubicBezTo>
                    <a:pt x="18" y="1"/>
                    <a:pt x="11" y="1"/>
                    <a:pt x="0" y="1"/>
                  </a:cubicBezTo>
                  <a:cubicBezTo>
                    <a:pt x="11" y="1"/>
                    <a:pt x="18" y="1"/>
                    <a:pt x="2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29" name="Google Shape;8929;p76"/>
            <p:cNvSpPr/>
            <p:nvPr/>
          </p:nvSpPr>
          <p:spPr>
            <a:xfrm>
              <a:off x="2070067" y="1949500"/>
              <a:ext cx="2240" cy="1765"/>
            </a:xfrm>
            <a:custGeom>
              <a:avLst/>
              <a:gdLst/>
              <a:ahLst/>
              <a:cxnLst/>
              <a:rect l="l" t="t" r="r" b="b"/>
              <a:pathLst>
                <a:path w="165" h="130" extrusionOk="0">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30" name="Google Shape;8930;p76"/>
            <p:cNvSpPr/>
            <p:nvPr/>
          </p:nvSpPr>
          <p:spPr>
            <a:xfrm>
              <a:off x="2068207" y="1949636"/>
              <a:ext cx="353" cy="204"/>
            </a:xfrm>
            <a:custGeom>
              <a:avLst/>
              <a:gdLst/>
              <a:ahLst/>
              <a:cxnLst/>
              <a:rect l="l" t="t" r="r" b="b"/>
              <a:pathLst>
                <a:path w="26" h="15" extrusionOk="0">
                  <a:moveTo>
                    <a:pt x="25" y="1"/>
                  </a:moveTo>
                  <a:cubicBezTo>
                    <a:pt x="15" y="4"/>
                    <a:pt x="8" y="8"/>
                    <a:pt x="1" y="15"/>
                  </a:cubicBezTo>
                  <a:cubicBezTo>
                    <a:pt x="8" y="8"/>
                    <a:pt x="15" y="4"/>
                    <a:pt x="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31" name="Google Shape;8931;p76"/>
            <p:cNvSpPr/>
            <p:nvPr/>
          </p:nvSpPr>
          <p:spPr>
            <a:xfrm>
              <a:off x="2068587" y="1949500"/>
              <a:ext cx="489" cy="149"/>
            </a:xfrm>
            <a:custGeom>
              <a:avLst/>
              <a:gdLst/>
              <a:ahLst/>
              <a:cxnLst/>
              <a:rect l="l" t="t" r="r" b="b"/>
              <a:pathLst>
                <a:path w="36" h="11" extrusionOk="0">
                  <a:moveTo>
                    <a:pt x="36" y="0"/>
                  </a:moveTo>
                  <a:cubicBezTo>
                    <a:pt x="22" y="0"/>
                    <a:pt x="11" y="4"/>
                    <a:pt x="1" y="11"/>
                  </a:cubicBezTo>
                  <a:cubicBezTo>
                    <a:pt x="11" y="4"/>
                    <a:pt x="22" y="0"/>
                    <a:pt x="3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32" name="Google Shape;8932;p76"/>
            <p:cNvSpPr/>
            <p:nvPr/>
          </p:nvSpPr>
          <p:spPr>
            <a:xfrm>
              <a:off x="2074439" y="1953302"/>
              <a:ext cx="299" cy="149"/>
            </a:xfrm>
            <a:custGeom>
              <a:avLst/>
              <a:gdLst/>
              <a:ahLst/>
              <a:cxnLst/>
              <a:rect l="l" t="t" r="r" b="b"/>
              <a:pathLst>
                <a:path w="22" h="11" extrusionOk="0">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33" name="Google Shape;8933;p76"/>
            <p:cNvSpPr/>
            <p:nvPr/>
          </p:nvSpPr>
          <p:spPr>
            <a:xfrm>
              <a:off x="2080902" y="1902386"/>
              <a:ext cx="54" cy="584"/>
            </a:xfrm>
            <a:custGeom>
              <a:avLst/>
              <a:gdLst/>
              <a:ahLst/>
              <a:cxnLst/>
              <a:rect l="l" t="t" r="r" b="b"/>
              <a:pathLst>
                <a:path w="4" h="43" extrusionOk="0">
                  <a:moveTo>
                    <a:pt x="0" y="1"/>
                  </a:moveTo>
                  <a:lnTo>
                    <a:pt x="0" y="43"/>
                  </a:lnTo>
                  <a:cubicBezTo>
                    <a:pt x="4" y="29"/>
                    <a:pt x="4"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34" name="Google Shape;8934;p76"/>
            <p:cNvSpPr/>
            <p:nvPr/>
          </p:nvSpPr>
          <p:spPr>
            <a:xfrm>
              <a:off x="2080848" y="1900635"/>
              <a:ext cx="68" cy="679"/>
            </a:xfrm>
            <a:custGeom>
              <a:avLst/>
              <a:gdLst/>
              <a:ahLst/>
              <a:cxnLst/>
              <a:rect l="l" t="t" r="r" b="b"/>
              <a:pathLst>
                <a:path w="5" h="50" extrusionOk="0">
                  <a:moveTo>
                    <a:pt x="1" y="0"/>
                  </a:moveTo>
                  <a:lnTo>
                    <a:pt x="1" y="49"/>
                  </a:lnTo>
                  <a:cubicBezTo>
                    <a:pt x="4" y="35"/>
                    <a:pt x="4" y="1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35" name="Google Shape;8935;p76"/>
            <p:cNvSpPr/>
            <p:nvPr/>
          </p:nvSpPr>
          <p:spPr>
            <a:xfrm>
              <a:off x="2080943" y="1903961"/>
              <a:ext cx="14" cy="530"/>
            </a:xfrm>
            <a:custGeom>
              <a:avLst/>
              <a:gdLst/>
              <a:ahLst/>
              <a:cxnLst/>
              <a:rect l="l" t="t" r="r" b="b"/>
              <a:pathLst>
                <a:path w="1" h="39" extrusionOk="0">
                  <a:moveTo>
                    <a:pt x="1" y="0"/>
                  </a:moveTo>
                  <a:lnTo>
                    <a:pt x="1" y="3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36" name="Google Shape;8936;p76"/>
            <p:cNvSpPr/>
            <p:nvPr/>
          </p:nvSpPr>
          <p:spPr>
            <a:xfrm>
              <a:off x="2080753" y="1916032"/>
              <a:ext cx="68" cy="244"/>
            </a:xfrm>
            <a:custGeom>
              <a:avLst/>
              <a:gdLst/>
              <a:ahLst/>
              <a:cxnLst/>
              <a:rect l="l" t="t" r="r" b="b"/>
              <a:pathLst>
                <a:path w="5" h="18" extrusionOk="0">
                  <a:moveTo>
                    <a:pt x="4" y="0"/>
                  </a:moveTo>
                  <a:cubicBezTo>
                    <a:pt x="1" y="7"/>
                    <a:pt x="1" y="11"/>
                    <a:pt x="4" y="18"/>
                  </a:cubicBez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37" name="Google Shape;8937;p76"/>
            <p:cNvSpPr/>
            <p:nvPr/>
          </p:nvSpPr>
          <p:spPr>
            <a:xfrm>
              <a:off x="2080848" y="1914077"/>
              <a:ext cx="14" cy="258"/>
            </a:xfrm>
            <a:custGeom>
              <a:avLst/>
              <a:gdLst/>
              <a:ahLst/>
              <a:cxnLst/>
              <a:rect l="l" t="t" r="r" b="b"/>
              <a:pathLst>
                <a:path w="1" h="19" extrusionOk="0">
                  <a:moveTo>
                    <a:pt x="1" y="1"/>
                  </a:moveTo>
                  <a:lnTo>
                    <a:pt x="1" y="18"/>
                  </a:lnTo>
                  <a:cubicBezTo>
                    <a:pt x="1" y="15"/>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38" name="Google Shape;8938;p76"/>
            <p:cNvSpPr/>
            <p:nvPr/>
          </p:nvSpPr>
          <p:spPr>
            <a:xfrm>
              <a:off x="2080563" y="1918449"/>
              <a:ext cx="14" cy="109"/>
            </a:xfrm>
            <a:custGeom>
              <a:avLst/>
              <a:gdLst/>
              <a:ahLst/>
              <a:cxnLst/>
              <a:rect l="l" t="t" r="r" b="b"/>
              <a:pathLst>
                <a:path w="1" h="8" extrusionOk="0">
                  <a:moveTo>
                    <a:pt x="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39" name="Google Shape;8939;p76"/>
            <p:cNvSpPr/>
            <p:nvPr/>
          </p:nvSpPr>
          <p:spPr>
            <a:xfrm>
              <a:off x="2080617" y="1918164"/>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40" name="Google Shape;8940;p76"/>
            <p:cNvSpPr/>
            <p:nvPr/>
          </p:nvSpPr>
          <p:spPr>
            <a:xfrm>
              <a:off x="2080902" y="1913276"/>
              <a:ext cx="14" cy="299"/>
            </a:xfrm>
            <a:custGeom>
              <a:avLst/>
              <a:gdLst/>
              <a:ahLst/>
              <a:cxnLst/>
              <a:rect l="l" t="t" r="r" b="b"/>
              <a:pathLst>
                <a:path w="1" h="22" extrusionOk="0">
                  <a:moveTo>
                    <a:pt x="0"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41" name="Google Shape;8941;p76"/>
            <p:cNvSpPr/>
            <p:nvPr/>
          </p:nvSpPr>
          <p:spPr>
            <a:xfrm>
              <a:off x="2080658" y="1917838"/>
              <a:ext cx="14" cy="149"/>
            </a:xfrm>
            <a:custGeom>
              <a:avLst/>
              <a:gdLst/>
              <a:ahLst/>
              <a:cxnLst/>
              <a:rect l="l" t="t" r="r" b="b"/>
              <a:pathLst>
                <a:path w="1" h="11" extrusionOk="0">
                  <a:moveTo>
                    <a:pt x="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42" name="Google Shape;8942;p76"/>
            <p:cNvSpPr/>
            <p:nvPr/>
          </p:nvSpPr>
          <p:spPr>
            <a:xfrm>
              <a:off x="2080522" y="1918693"/>
              <a:ext cx="14" cy="109"/>
            </a:xfrm>
            <a:custGeom>
              <a:avLst/>
              <a:gdLst/>
              <a:ahLst/>
              <a:cxnLst/>
              <a:rect l="l" t="t" r="r" b="b"/>
              <a:pathLst>
                <a:path w="1" h="8"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43" name="Google Shape;8943;p76"/>
            <p:cNvSpPr/>
            <p:nvPr/>
          </p:nvSpPr>
          <p:spPr>
            <a:xfrm>
              <a:off x="2080373" y="1919209"/>
              <a:ext cx="14" cy="109"/>
            </a:xfrm>
            <a:custGeom>
              <a:avLst/>
              <a:gdLst/>
              <a:ahLst/>
              <a:cxnLst/>
              <a:rect l="l" t="t" r="r" b="b"/>
              <a:pathLst>
                <a:path w="1" h="8" extrusionOk="0">
                  <a:moveTo>
                    <a:pt x="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44" name="Google Shape;8944;p76"/>
            <p:cNvSpPr/>
            <p:nvPr/>
          </p:nvSpPr>
          <p:spPr>
            <a:xfrm>
              <a:off x="2080468" y="1918924"/>
              <a:ext cx="14" cy="109"/>
            </a:xfrm>
            <a:custGeom>
              <a:avLst/>
              <a:gdLst/>
              <a:ahLst/>
              <a:cxnLst/>
              <a:rect l="l" t="t" r="r" b="b"/>
              <a:pathLst>
                <a:path w="1" h="8" extrusionOk="0">
                  <a:moveTo>
                    <a:pt x="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45" name="Google Shape;8945;p76"/>
            <p:cNvSpPr/>
            <p:nvPr/>
          </p:nvSpPr>
          <p:spPr>
            <a:xfrm>
              <a:off x="2080427" y="1919073"/>
              <a:ext cx="14" cy="109"/>
            </a:xfrm>
            <a:custGeom>
              <a:avLst/>
              <a:gdLst/>
              <a:ahLst/>
              <a:cxnLst/>
              <a:rect l="l" t="t" r="r" b="b"/>
              <a:pathLst>
                <a:path w="1" h="8"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46" name="Google Shape;8946;p76"/>
            <p:cNvSpPr/>
            <p:nvPr/>
          </p:nvSpPr>
          <p:spPr>
            <a:xfrm>
              <a:off x="2080943" y="1910424"/>
              <a:ext cx="14" cy="394"/>
            </a:xfrm>
            <a:custGeom>
              <a:avLst/>
              <a:gdLst/>
              <a:ahLst/>
              <a:cxnLst/>
              <a:rect l="l" t="t" r="r" b="b"/>
              <a:pathLst>
                <a:path w="1" h="29" extrusionOk="0">
                  <a:moveTo>
                    <a:pt x="1" y="0"/>
                  </a:moveTo>
                  <a:lnTo>
                    <a:pt x="1"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47" name="Google Shape;8947;p76"/>
            <p:cNvSpPr/>
            <p:nvPr/>
          </p:nvSpPr>
          <p:spPr>
            <a:xfrm>
              <a:off x="2080943" y="191147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48" name="Google Shape;8948;p76"/>
            <p:cNvSpPr/>
            <p:nvPr/>
          </p:nvSpPr>
          <p:spPr>
            <a:xfrm>
              <a:off x="2080902" y="1912420"/>
              <a:ext cx="54" cy="339"/>
            </a:xfrm>
            <a:custGeom>
              <a:avLst/>
              <a:gdLst/>
              <a:ahLst/>
              <a:cxnLst/>
              <a:rect l="l" t="t" r="r" b="b"/>
              <a:pathLst>
                <a:path w="4" h="25" extrusionOk="0">
                  <a:moveTo>
                    <a:pt x="4" y="0"/>
                  </a:moveTo>
                  <a:cubicBezTo>
                    <a:pt x="4" y="7"/>
                    <a:pt x="0" y="14"/>
                    <a:pt x="4" y="25"/>
                  </a:cubicBez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49" name="Google Shape;8949;p76"/>
            <p:cNvSpPr/>
            <p:nvPr/>
          </p:nvSpPr>
          <p:spPr>
            <a:xfrm>
              <a:off x="2080848" y="1914796"/>
              <a:ext cx="14" cy="244"/>
            </a:xfrm>
            <a:custGeom>
              <a:avLst/>
              <a:gdLst/>
              <a:ahLst/>
              <a:cxnLst/>
              <a:rect l="l" t="t" r="r" b="b"/>
              <a:pathLst>
                <a:path w="1" h="18" extrusionOk="0">
                  <a:moveTo>
                    <a:pt x="1" y="0"/>
                  </a:moveTo>
                  <a:lnTo>
                    <a:pt x="1" y="18"/>
                  </a:lnTo>
                  <a:cubicBezTo>
                    <a:pt x="1" y="14"/>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50" name="Google Shape;8950;p76"/>
            <p:cNvSpPr/>
            <p:nvPr/>
          </p:nvSpPr>
          <p:spPr>
            <a:xfrm>
              <a:off x="2080753" y="1916548"/>
              <a:ext cx="14" cy="258"/>
            </a:xfrm>
            <a:custGeom>
              <a:avLst/>
              <a:gdLst/>
              <a:ahLst/>
              <a:cxnLst/>
              <a:rect l="l" t="t" r="r" b="b"/>
              <a:pathLst>
                <a:path w="1" h="19" extrusionOk="0">
                  <a:moveTo>
                    <a:pt x="1" y="1"/>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51" name="Google Shape;8951;p76"/>
            <p:cNvSpPr/>
            <p:nvPr/>
          </p:nvSpPr>
          <p:spPr>
            <a:xfrm>
              <a:off x="2080712" y="1917077"/>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52" name="Google Shape;8952;p76"/>
            <p:cNvSpPr/>
            <p:nvPr/>
          </p:nvSpPr>
          <p:spPr>
            <a:xfrm>
              <a:off x="2080807" y="1915462"/>
              <a:ext cx="14" cy="244"/>
            </a:xfrm>
            <a:custGeom>
              <a:avLst/>
              <a:gdLst/>
              <a:ahLst/>
              <a:cxnLst/>
              <a:rect l="l" t="t" r="r" b="b"/>
              <a:pathLst>
                <a:path w="1" h="18" extrusionOk="0">
                  <a:moveTo>
                    <a:pt x="0" y="0"/>
                  </a:moveTo>
                  <a:lnTo>
                    <a:pt x="0" y="18"/>
                  </a:lnTo>
                  <a:cubicBezTo>
                    <a:pt x="0" y="11"/>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53" name="Google Shape;8953;p76"/>
            <p:cNvSpPr/>
            <p:nvPr/>
          </p:nvSpPr>
          <p:spPr>
            <a:xfrm>
              <a:off x="2080658" y="1917457"/>
              <a:ext cx="14" cy="204"/>
            </a:xfrm>
            <a:custGeom>
              <a:avLst/>
              <a:gdLst/>
              <a:ahLst/>
              <a:cxnLst/>
              <a:rect l="l" t="t" r="r" b="b"/>
              <a:pathLst>
                <a:path w="1" h="15" extrusionOk="0">
                  <a:moveTo>
                    <a:pt x="1"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54" name="Google Shape;8954;p76"/>
            <p:cNvSpPr/>
            <p:nvPr/>
          </p:nvSpPr>
          <p:spPr>
            <a:xfrm>
              <a:off x="2050855" y="1932094"/>
              <a:ext cx="1629" cy="68"/>
            </a:xfrm>
            <a:custGeom>
              <a:avLst/>
              <a:gdLst/>
              <a:ahLst/>
              <a:cxnLst/>
              <a:rect l="l" t="t" r="r" b="b"/>
              <a:pathLst>
                <a:path w="120" h="5" extrusionOk="0">
                  <a:moveTo>
                    <a:pt x="120" y="1"/>
                  </a:moveTo>
                  <a:cubicBezTo>
                    <a:pt x="78" y="1"/>
                    <a:pt x="39" y="4"/>
                    <a:pt x="1" y="4"/>
                  </a:cubicBezTo>
                  <a:cubicBezTo>
                    <a:pt x="39" y="4"/>
                    <a:pt x="81" y="4"/>
                    <a:pt x="12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55" name="Google Shape;8955;p76"/>
            <p:cNvSpPr/>
            <p:nvPr/>
          </p:nvSpPr>
          <p:spPr>
            <a:xfrm>
              <a:off x="2080943" y="1905482"/>
              <a:ext cx="14" cy="434"/>
            </a:xfrm>
            <a:custGeom>
              <a:avLst/>
              <a:gdLst/>
              <a:ahLst/>
              <a:cxnLst/>
              <a:rect l="l" t="t" r="r" b="b"/>
              <a:pathLst>
                <a:path w="1" h="32" extrusionOk="0">
                  <a:moveTo>
                    <a:pt x="1" y="0"/>
                  </a:moveTo>
                  <a:lnTo>
                    <a:pt x="1"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56" name="Google Shape;8956;p76"/>
            <p:cNvSpPr/>
            <p:nvPr/>
          </p:nvSpPr>
          <p:spPr>
            <a:xfrm>
              <a:off x="2080943" y="1906813"/>
              <a:ext cx="14" cy="489"/>
            </a:xfrm>
            <a:custGeom>
              <a:avLst/>
              <a:gdLst/>
              <a:ahLst/>
              <a:cxnLst/>
              <a:rect l="l" t="t" r="r" b="b"/>
              <a:pathLst>
                <a:path w="1" h="36" extrusionOk="0">
                  <a:moveTo>
                    <a:pt x="1" y="0"/>
                  </a:moveTo>
                  <a:lnTo>
                    <a:pt x="1" y="3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57" name="Google Shape;8957;p76"/>
            <p:cNvSpPr/>
            <p:nvPr/>
          </p:nvSpPr>
          <p:spPr>
            <a:xfrm>
              <a:off x="2054996" y="1931714"/>
              <a:ext cx="244" cy="109"/>
            </a:xfrm>
            <a:custGeom>
              <a:avLst/>
              <a:gdLst/>
              <a:ahLst/>
              <a:cxnLst/>
              <a:rect l="l" t="t" r="r" b="b"/>
              <a:pathLst>
                <a:path w="18" h="8" extrusionOk="0">
                  <a:moveTo>
                    <a:pt x="18"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58" name="Google Shape;8958;p76"/>
            <p:cNvSpPr/>
            <p:nvPr/>
          </p:nvSpPr>
          <p:spPr>
            <a:xfrm>
              <a:off x="2080943" y="1909325"/>
              <a:ext cx="14" cy="394"/>
            </a:xfrm>
            <a:custGeom>
              <a:avLst/>
              <a:gdLst/>
              <a:ahLst/>
              <a:cxnLst/>
              <a:rect l="l" t="t" r="r" b="b"/>
              <a:pathLst>
                <a:path w="1" h="29" extrusionOk="0">
                  <a:moveTo>
                    <a:pt x="1" y="1"/>
                  </a:moveTo>
                  <a:lnTo>
                    <a:pt x="1"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59" name="Google Shape;8959;p76"/>
            <p:cNvSpPr/>
            <p:nvPr/>
          </p:nvSpPr>
          <p:spPr>
            <a:xfrm>
              <a:off x="2080943" y="190808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60" name="Google Shape;8960;p76"/>
            <p:cNvSpPr/>
            <p:nvPr/>
          </p:nvSpPr>
          <p:spPr>
            <a:xfrm>
              <a:off x="2062124" y="1929243"/>
              <a:ext cx="5906" cy="638"/>
            </a:xfrm>
            <a:custGeom>
              <a:avLst/>
              <a:gdLst/>
              <a:ahLst/>
              <a:cxnLst/>
              <a:rect l="l" t="t" r="r" b="b"/>
              <a:pathLst>
                <a:path w="435" h="47" extrusionOk="0">
                  <a:moveTo>
                    <a:pt x="435" y="1"/>
                  </a:moveTo>
                  <a:cubicBezTo>
                    <a:pt x="291" y="25"/>
                    <a:pt x="148" y="39"/>
                    <a:pt x="1" y="46"/>
                  </a:cubicBezTo>
                  <a:cubicBezTo>
                    <a:pt x="148" y="39"/>
                    <a:pt x="291" y="25"/>
                    <a:pt x="43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61" name="Google Shape;8961;p76"/>
            <p:cNvSpPr/>
            <p:nvPr/>
          </p:nvSpPr>
          <p:spPr>
            <a:xfrm>
              <a:off x="2080237" y="1919548"/>
              <a:ext cx="14" cy="54"/>
            </a:xfrm>
            <a:custGeom>
              <a:avLst/>
              <a:gdLst/>
              <a:ahLst/>
              <a:cxnLst/>
              <a:rect l="l" t="t" r="r" b="b"/>
              <a:pathLst>
                <a:path w="1" h="4" extrusionOk="0">
                  <a:moveTo>
                    <a:pt x="0"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62" name="Google Shape;8962;p76"/>
            <p:cNvSpPr/>
            <p:nvPr/>
          </p:nvSpPr>
          <p:spPr>
            <a:xfrm>
              <a:off x="2080332" y="1919358"/>
              <a:ext cx="14" cy="54"/>
            </a:xfrm>
            <a:custGeom>
              <a:avLst/>
              <a:gdLst/>
              <a:ahLst/>
              <a:cxnLst/>
              <a:rect l="l" t="t" r="r" b="b"/>
              <a:pathLst>
                <a:path w="1" h="4" extrusionOk="0">
                  <a:moveTo>
                    <a:pt x="0"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63" name="Google Shape;8963;p76"/>
            <p:cNvSpPr/>
            <p:nvPr/>
          </p:nvSpPr>
          <p:spPr>
            <a:xfrm>
              <a:off x="2080278" y="1919453"/>
              <a:ext cx="14" cy="54"/>
            </a:xfrm>
            <a:custGeom>
              <a:avLst/>
              <a:gdLst/>
              <a:ahLst/>
              <a:cxnLst/>
              <a:rect l="l" t="t" r="r" b="b"/>
              <a:pathLst>
                <a:path w="1" h="4" extrusionOk="0">
                  <a:moveTo>
                    <a:pt x="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64" name="Google Shape;8964;p76"/>
            <p:cNvSpPr/>
            <p:nvPr/>
          </p:nvSpPr>
          <p:spPr>
            <a:xfrm>
              <a:off x="2080183" y="1919603"/>
              <a:ext cx="14" cy="54"/>
            </a:xfrm>
            <a:custGeom>
              <a:avLst/>
              <a:gdLst/>
              <a:ahLst/>
              <a:cxnLst/>
              <a:rect l="l" t="t" r="r" b="b"/>
              <a:pathLst>
                <a:path w="1" h="4" extrusionOk="0">
                  <a:moveTo>
                    <a:pt x="1"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65" name="Google Shape;8965;p76"/>
            <p:cNvSpPr/>
            <p:nvPr/>
          </p:nvSpPr>
          <p:spPr>
            <a:xfrm>
              <a:off x="2080142" y="1919643"/>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66" name="Google Shape;8966;p76"/>
            <p:cNvSpPr/>
            <p:nvPr/>
          </p:nvSpPr>
          <p:spPr>
            <a:xfrm>
              <a:off x="2079992" y="1919739"/>
              <a:ext cx="109" cy="54"/>
            </a:xfrm>
            <a:custGeom>
              <a:avLst/>
              <a:gdLst/>
              <a:ahLst/>
              <a:cxnLst/>
              <a:rect l="l" t="t" r="r" b="b"/>
              <a:pathLst>
                <a:path w="8" h="4" extrusionOk="0">
                  <a:moveTo>
                    <a:pt x="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67" name="Google Shape;8967;p76"/>
            <p:cNvSpPr/>
            <p:nvPr/>
          </p:nvSpPr>
          <p:spPr>
            <a:xfrm>
              <a:off x="2060658" y="1947735"/>
              <a:ext cx="1914" cy="407"/>
            </a:xfrm>
            <a:custGeom>
              <a:avLst/>
              <a:gdLst/>
              <a:ahLst/>
              <a:cxnLst/>
              <a:rect l="l" t="t" r="r" b="b"/>
              <a:pathLst>
                <a:path w="141" h="30" extrusionOk="0">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68" name="Google Shape;8968;p76"/>
            <p:cNvSpPr/>
            <p:nvPr/>
          </p:nvSpPr>
          <p:spPr>
            <a:xfrm>
              <a:off x="2050855" y="193214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69" name="Google Shape;8969;p76"/>
            <p:cNvSpPr/>
            <p:nvPr/>
          </p:nvSpPr>
          <p:spPr>
            <a:xfrm>
              <a:off x="2050719" y="1933900"/>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70" name="Google Shape;8970;p76"/>
            <p:cNvSpPr/>
            <p:nvPr/>
          </p:nvSpPr>
          <p:spPr>
            <a:xfrm>
              <a:off x="2066401" y="1952067"/>
              <a:ext cx="299" cy="149"/>
            </a:xfrm>
            <a:custGeom>
              <a:avLst/>
              <a:gdLst/>
              <a:ahLst/>
              <a:cxnLst/>
              <a:rect l="l" t="t" r="r" b="b"/>
              <a:pathLst>
                <a:path w="22" h="11" extrusionOk="0">
                  <a:moveTo>
                    <a:pt x="22"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71" name="Google Shape;8971;p76"/>
            <p:cNvSpPr/>
            <p:nvPr/>
          </p:nvSpPr>
          <p:spPr>
            <a:xfrm>
              <a:off x="2050760" y="193275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72" name="Google Shape;8972;p76"/>
            <p:cNvSpPr/>
            <p:nvPr/>
          </p:nvSpPr>
          <p:spPr>
            <a:xfrm>
              <a:off x="2065981" y="1951917"/>
              <a:ext cx="299" cy="109"/>
            </a:xfrm>
            <a:custGeom>
              <a:avLst/>
              <a:gdLst/>
              <a:ahLst/>
              <a:cxnLst/>
              <a:rect l="l" t="t" r="r" b="b"/>
              <a:pathLst>
                <a:path w="22" h="8" extrusionOk="0">
                  <a:moveTo>
                    <a:pt x="21"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73" name="Google Shape;8973;p76"/>
            <p:cNvSpPr/>
            <p:nvPr/>
          </p:nvSpPr>
          <p:spPr>
            <a:xfrm>
              <a:off x="2050719" y="193418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74" name="Google Shape;8974;p76"/>
            <p:cNvSpPr/>
            <p:nvPr/>
          </p:nvSpPr>
          <p:spPr>
            <a:xfrm>
              <a:off x="2050719" y="193437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75" name="Google Shape;8975;p76"/>
            <p:cNvSpPr/>
            <p:nvPr/>
          </p:nvSpPr>
          <p:spPr>
            <a:xfrm>
              <a:off x="2050719" y="1934524"/>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76" name="Google Shape;8976;p76"/>
            <p:cNvSpPr/>
            <p:nvPr/>
          </p:nvSpPr>
          <p:spPr>
            <a:xfrm>
              <a:off x="2065166" y="1951686"/>
              <a:ext cx="353" cy="109"/>
            </a:xfrm>
            <a:custGeom>
              <a:avLst/>
              <a:gdLst/>
              <a:ahLst/>
              <a:cxnLst/>
              <a:rect l="l" t="t" r="r" b="b"/>
              <a:pathLst>
                <a:path w="26" h="8" extrusionOk="0">
                  <a:moveTo>
                    <a:pt x="25"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77" name="Google Shape;8977;p76"/>
            <p:cNvSpPr/>
            <p:nvPr/>
          </p:nvSpPr>
          <p:spPr>
            <a:xfrm>
              <a:off x="2050719" y="193361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78" name="Google Shape;8978;p76"/>
            <p:cNvSpPr/>
            <p:nvPr/>
          </p:nvSpPr>
          <p:spPr>
            <a:xfrm>
              <a:off x="2065600" y="1951822"/>
              <a:ext cx="299" cy="68"/>
            </a:xfrm>
            <a:custGeom>
              <a:avLst/>
              <a:gdLst/>
              <a:ahLst/>
              <a:cxnLst/>
              <a:rect l="l" t="t" r="r" b="b"/>
              <a:pathLst>
                <a:path w="22" h="5" extrusionOk="0">
                  <a:moveTo>
                    <a:pt x="2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79" name="Google Shape;8979;p76"/>
            <p:cNvSpPr/>
            <p:nvPr/>
          </p:nvSpPr>
          <p:spPr>
            <a:xfrm>
              <a:off x="2050719" y="193323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80" name="Google Shape;8980;p76"/>
            <p:cNvSpPr/>
            <p:nvPr/>
          </p:nvSpPr>
          <p:spPr>
            <a:xfrm>
              <a:off x="2149346" y="1865605"/>
              <a:ext cx="72640" cy="121356"/>
            </a:xfrm>
            <a:custGeom>
              <a:avLst/>
              <a:gdLst/>
              <a:ahLst/>
              <a:cxnLst/>
              <a:rect l="l" t="t" r="r" b="b"/>
              <a:pathLst>
                <a:path w="5350" h="8938" extrusionOk="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81" name="Google Shape;8981;p76"/>
            <p:cNvSpPr/>
            <p:nvPr/>
          </p:nvSpPr>
          <p:spPr>
            <a:xfrm>
              <a:off x="2163888" y="1986811"/>
              <a:ext cx="394" cy="149"/>
            </a:xfrm>
            <a:custGeom>
              <a:avLst/>
              <a:gdLst/>
              <a:ahLst/>
              <a:cxnLst/>
              <a:rect l="l" t="t" r="r" b="b"/>
              <a:pathLst>
                <a:path w="29" h="11" extrusionOk="0">
                  <a:moveTo>
                    <a:pt x="29" y="11"/>
                  </a:moveTo>
                  <a:cubicBezTo>
                    <a:pt x="18" y="11"/>
                    <a:pt x="8" y="7"/>
                    <a:pt x="1" y="0"/>
                  </a:cubicBezTo>
                  <a:lnTo>
                    <a:pt x="1" y="0"/>
                  </a:lnTo>
                  <a:cubicBezTo>
                    <a:pt x="8" y="7"/>
                    <a:pt x="18" y="11"/>
                    <a:pt x="29"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82" name="Google Shape;8982;p76"/>
            <p:cNvSpPr/>
            <p:nvPr/>
          </p:nvSpPr>
          <p:spPr>
            <a:xfrm>
              <a:off x="2163467" y="1986282"/>
              <a:ext cx="339" cy="489"/>
            </a:xfrm>
            <a:custGeom>
              <a:avLst/>
              <a:gdLst/>
              <a:ahLst/>
              <a:cxnLst/>
              <a:rect l="l" t="t" r="r" b="b"/>
              <a:pathLst>
                <a:path w="25" h="36" extrusionOk="0">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83" name="Google Shape;8983;p76"/>
            <p:cNvSpPr/>
            <p:nvPr/>
          </p:nvSpPr>
          <p:spPr>
            <a:xfrm>
              <a:off x="2212943" y="1959331"/>
              <a:ext cx="258" cy="109"/>
            </a:xfrm>
            <a:custGeom>
              <a:avLst/>
              <a:gdLst/>
              <a:ahLst/>
              <a:cxnLst/>
              <a:rect l="l" t="t" r="r" b="b"/>
              <a:pathLst>
                <a:path w="19" h="8" extrusionOk="0">
                  <a:moveTo>
                    <a:pt x="1" y="1"/>
                  </a:moveTo>
                  <a:cubicBezTo>
                    <a:pt x="4" y="4"/>
                    <a:pt x="11" y="4"/>
                    <a:pt x="18" y="8"/>
                  </a:cubicBezTo>
                  <a:cubicBezTo>
                    <a:pt x="11" y="4"/>
                    <a:pt x="4"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84" name="Google Shape;8984;p76"/>
            <p:cNvSpPr/>
            <p:nvPr/>
          </p:nvSpPr>
          <p:spPr>
            <a:xfrm>
              <a:off x="2212468" y="1959235"/>
              <a:ext cx="299" cy="68"/>
            </a:xfrm>
            <a:custGeom>
              <a:avLst/>
              <a:gdLst/>
              <a:ahLst/>
              <a:cxnLst/>
              <a:rect l="l" t="t" r="r" b="b"/>
              <a:pathLst>
                <a:path w="22" h="5" extrusionOk="0">
                  <a:moveTo>
                    <a:pt x="1" y="1"/>
                  </a:moveTo>
                  <a:cubicBezTo>
                    <a:pt x="8" y="1"/>
                    <a:pt x="15" y="4"/>
                    <a:pt x="22" y="4"/>
                  </a:cubicBezTo>
                  <a:cubicBezTo>
                    <a:pt x="15" y="1"/>
                    <a:pt x="8"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85" name="Google Shape;8985;p76"/>
            <p:cNvSpPr/>
            <p:nvPr/>
          </p:nvSpPr>
          <p:spPr>
            <a:xfrm>
              <a:off x="2206195" y="1959235"/>
              <a:ext cx="5295" cy="2865"/>
            </a:xfrm>
            <a:custGeom>
              <a:avLst/>
              <a:gdLst/>
              <a:ahLst/>
              <a:cxnLst/>
              <a:rect l="l" t="t" r="r" b="b"/>
              <a:pathLst>
                <a:path w="390" h="211" extrusionOk="0">
                  <a:moveTo>
                    <a:pt x="1" y="211"/>
                  </a:moveTo>
                  <a:cubicBezTo>
                    <a:pt x="78" y="137"/>
                    <a:pt x="242" y="18"/>
                    <a:pt x="389" y="1"/>
                  </a:cubicBezTo>
                  <a:cubicBezTo>
                    <a:pt x="242" y="18"/>
                    <a:pt x="78" y="137"/>
                    <a:pt x="1" y="2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86" name="Google Shape;8986;p76"/>
            <p:cNvSpPr/>
            <p:nvPr/>
          </p:nvSpPr>
          <p:spPr>
            <a:xfrm>
              <a:off x="2211993" y="1959195"/>
              <a:ext cx="353" cy="14"/>
            </a:xfrm>
            <a:custGeom>
              <a:avLst/>
              <a:gdLst/>
              <a:ahLst/>
              <a:cxnLst/>
              <a:rect l="l" t="t" r="r" b="b"/>
              <a:pathLst>
                <a:path w="26" h="1" extrusionOk="0">
                  <a:moveTo>
                    <a:pt x="1" y="0"/>
                  </a:moveTo>
                  <a:cubicBezTo>
                    <a:pt x="8" y="0"/>
                    <a:pt x="15" y="0"/>
                    <a:pt x="25" y="0"/>
                  </a:cubicBezTo>
                  <a:cubicBezTo>
                    <a:pt x="15" y="0"/>
                    <a:pt x="8"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87" name="Google Shape;8987;p76"/>
            <p:cNvSpPr/>
            <p:nvPr/>
          </p:nvSpPr>
          <p:spPr>
            <a:xfrm>
              <a:off x="2211477" y="1959195"/>
              <a:ext cx="434" cy="54"/>
            </a:xfrm>
            <a:custGeom>
              <a:avLst/>
              <a:gdLst/>
              <a:ahLst/>
              <a:cxnLst/>
              <a:rect l="l" t="t" r="r" b="b"/>
              <a:pathLst>
                <a:path w="32" h="4" extrusionOk="0">
                  <a:moveTo>
                    <a:pt x="0" y="4"/>
                  </a:moveTo>
                  <a:cubicBezTo>
                    <a:pt x="11" y="0"/>
                    <a:pt x="21" y="0"/>
                    <a:pt x="32" y="4"/>
                  </a:cubicBezTo>
                  <a:cubicBezTo>
                    <a:pt x="21" y="0"/>
                    <a:pt x="11" y="0"/>
                    <a:pt x="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88" name="Google Shape;8988;p76"/>
            <p:cNvSpPr/>
            <p:nvPr/>
          </p:nvSpPr>
          <p:spPr>
            <a:xfrm>
              <a:off x="2154153" y="1944164"/>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89" name="Google Shape;8989;p76"/>
            <p:cNvSpPr/>
            <p:nvPr/>
          </p:nvSpPr>
          <p:spPr>
            <a:xfrm>
              <a:off x="2149536" y="1939752"/>
              <a:ext cx="1303" cy="1480"/>
            </a:xfrm>
            <a:custGeom>
              <a:avLst/>
              <a:gdLst/>
              <a:ahLst/>
              <a:cxnLst/>
              <a:rect l="l" t="t" r="r" b="b"/>
              <a:pathLst>
                <a:path w="96" h="109" extrusionOk="0">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90" name="Google Shape;8990;p76"/>
            <p:cNvSpPr/>
            <p:nvPr/>
          </p:nvSpPr>
          <p:spPr>
            <a:xfrm>
              <a:off x="2150826" y="1941218"/>
              <a:ext cx="2675" cy="2824"/>
            </a:xfrm>
            <a:custGeom>
              <a:avLst/>
              <a:gdLst/>
              <a:ahLst/>
              <a:cxnLst/>
              <a:rect l="l" t="t" r="r" b="b"/>
              <a:pathLst>
                <a:path w="197" h="208" extrusionOk="0">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91" name="Google Shape;8991;p76"/>
            <p:cNvSpPr/>
            <p:nvPr/>
          </p:nvSpPr>
          <p:spPr>
            <a:xfrm>
              <a:off x="2158905" y="1969785"/>
              <a:ext cx="1100" cy="68"/>
            </a:xfrm>
            <a:custGeom>
              <a:avLst/>
              <a:gdLst/>
              <a:ahLst/>
              <a:cxnLst/>
              <a:rect l="l" t="t" r="r" b="b"/>
              <a:pathLst>
                <a:path w="81" h="5" extrusionOk="0">
                  <a:moveTo>
                    <a:pt x="0" y="1"/>
                  </a:moveTo>
                  <a:cubicBezTo>
                    <a:pt x="21" y="4"/>
                    <a:pt x="49" y="4"/>
                    <a:pt x="81" y="4"/>
                  </a:cubicBezTo>
                  <a:cubicBezTo>
                    <a:pt x="49" y="4"/>
                    <a:pt x="21"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92" name="Google Shape;8992;p76"/>
            <p:cNvSpPr/>
            <p:nvPr/>
          </p:nvSpPr>
          <p:spPr>
            <a:xfrm>
              <a:off x="2161376" y="1981150"/>
              <a:ext cx="2105" cy="5146"/>
            </a:xfrm>
            <a:custGeom>
              <a:avLst/>
              <a:gdLst/>
              <a:ahLst/>
              <a:cxnLst/>
              <a:rect l="l" t="t" r="r" b="b"/>
              <a:pathLst>
                <a:path w="155" h="379" extrusionOk="0">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93" name="Google Shape;8993;p76"/>
            <p:cNvSpPr/>
            <p:nvPr/>
          </p:nvSpPr>
          <p:spPr>
            <a:xfrm>
              <a:off x="2163277" y="1985997"/>
              <a:ext cx="339" cy="543"/>
            </a:xfrm>
            <a:custGeom>
              <a:avLst/>
              <a:gdLst/>
              <a:ahLst/>
              <a:cxnLst/>
              <a:rect l="l" t="t" r="r" b="b"/>
              <a:pathLst>
                <a:path w="25" h="40" extrusionOk="0">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94" name="Google Shape;8994;p76"/>
            <p:cNvSpPr/>
            <p:nvPr/>
          </p:nvSpPr>
          <p:spPr>
            <a:xfrm>
              <a:off x="2152917" y="1943974"/>
              <a:ext cx="584" cy="109"/>
            </a:xfrm>
            <a:custGeom>
              <a:avLst/>
              <a:gdLst/>
              <a:ahLst/>
              <a:cxnLst/>
              <a:rect l="l" t="t" r="r" b="b"/>
              <a:pathLst>
                <a:path w="43" h="8" extrusionOk="0">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95" name="Google Shape;8995;p76"/>
            <p:cNvSpPr/>
            <p:nvPr/>
          </p:nvSpPr>
          <p:spPr>
            <a:xfrm>
              <a:off x="2160711" y="1877105"/>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96" name="Google Shape;8996;p76"/>
            <p:cNvSpPr/>
            <p:nvPr/>
          </p:nvSpPr>
          <p:spPr>
            <a:xfrm>
              <a:off x="2160656" y="1875680"/>
              <a:ext cx="14" cy="394"/>
            </a:xfrm>
            <a:custGeom>
              <a:avLst/>
              <a:gdLst/>
              <a:ahLst/>
              <a:cxnLst/>
              <a:rect l="l" t="t" r="r" b="b"/>
              <a:pathLst>
                <a:path w="1" h="29" extrusionOk="0">
                  <a:moveTo>
                    <a:pt x="1" y="0"/>
                  </a:moveTo>
                  <a:lnTo>
                    <a:pt x="1" y="28"/>
                  </a:lnTo>
                  <a:cubicBezTo>
                    <a:pt x="1" y="18"/>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97" name="Google Shape;8997;p76"/>
            <p:cNvSpPr/>
            <p:nvPr/>
          </p:nvSpPr>
          <p:spPr>
            <a:xfrm>
              <a:off x="2160751" y="187743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98" name="Google Shape;8998;p76"/>
            <p:cNvSpPr/>
            <p:nvPr/>
          </p:nvSpPr>
          <p:spPr>
            <a:xfrm>
              <a:off x="2160656" y="1875055"/>
              <a:ext cx="14" cy="489"/>
            </a:xfrm>
            <a:custGeom>
              <a:avLst/>
              <a:gdLst/>
              <a:ahLst/>
              <a:cxnLst/>
              <a:rect l="l" t="t" r="r" b="b"/>
              <a:pathLst>
                <a:path w="1" h="36" extrusionOk="0">
                  <a:moveTo>
                    <a:pt x="1" y="1"/>
                  </a:moveTo>
                  <a:lnTo>
                    <a:pt x="1" y="3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99" name="Google Shape;8999;p76"/>
            <p:cNvSpPr/>
            <p:nvPr/>
          </p:nvSpPr>
          <p:spPr>
            <a:xfrm>
              <a:off x="2160711" y="1876671"/>
              <a:ext cx="14" cy="258"/>
            </a:xfrm>
            <a:custGeom>
              <a:avLst/>
              <a:gdLst/>
              <a:ahLst/>
              <a:cxnLst/>
              <a:rect l="l" t="t" r="r" b="b"/>
              <a:pathLst>
                <a:path w="1" h="19" extrusionOk="0">
                  <a:moveTo>
                    <a:pt x="0" y="1"/>
                  </a:moveTo>
                  <a:lnTo>
                    <a:pt x="0" y="18"/>
                  </a:lnTo>
                  <a:cubicBezTo>
                    <a:pt x="0" y="11"/>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00" name="Google Shape;9000;p76"/>
            <p:cNvSpPr/>
            <p:nvPr/>
          </p:nvSpPr>
          <p:spPr>
            <a:xfrm>
              <a:off x="2149536" y="1937946"/>
              <a:ext cx="14" cy="815"/>
            </a:xfrm>
            <a:custGeom>
              <a:avLst/>
              <a:gdLst/>
              <a:ahLst/>
              <a:cxnLst/>
              <a:rect l="l" t="t" r="r" b="b"/>
              <a:pathLst>
                <a:path w="1" h="60" extrusionOk="0">
                  <a:moveTo>
                    <a:pt x="1" y="0"/>
                  </a:moveTo>
                  <a:lnTo>
                    <a:pt x="1" y="60"/>
                  </a:lnTo>
                  <a:cubicBezTo>
                    <a:pt x="1" y="39"/>
                    <a:pt x="1" y="1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01" name="Google Shape;9001;p76"/>
            <p:cNvSpPr/>
            <p:nvPr/>
          </p:nvSpPr>
          <p:spPr>
            <a:xfrm>
              <a:off x="2149536" y="1938896"/>
              <a:ext cx="14" cy="869"/>
            </a:xfrm>
            <a:custGeom>
              <a:avLst/>
              <a:gdLst/>
              <a:ahLst/>
              <a:cxnLst/>
              <a:rect l="l" t="t" r="r" b="b"/>
              <a:pathLst>
                <a:path w="1" h="64" extrusionOk="0">
                  <a:moveTo>
                    <a:pt x="1" y="63"/>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02" name="Google Shape;9002;p76"/>
            <p:cNvSpPr/>
            <p:nvPr/>
          </p:nvSpPr>
          <p:spPr>
            <a:xfrm>
              <a:off x="2160616" y="1874444"/>
              <a:ext cx="14" cy="584"/>
            </a:xfrm>
            <a:custGeom>
              <a:avLst/>
              <a:gdLst/>
              <a:ahLst/>
              <a:cxnLst/>
              <a:rect l="l" t="t" r="r" b="b"/>
              <a:pathLst>
                <a:path w="1" h="43" extrusionOk="0">
                  <a:moveTo>
                    <a:pt x="0" y="0"/>
                  </a:moveTo>
                  <a:lnTo>
                    <a:pt x="0" y="4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03" name="Google Shape;9003;p76"/>
            <p:cNvSpPr/>
            <p:nvPr/>
          </p:nvSpPr>
          <p:spPr>
            <a:xfrm>
              <a:off x="2160711" y="1876195"/>
              <a:ext cx="14" cy="299"/>
            </a:xfrm>
            <a:custGeom>
              <a:avLst/>
              <a:gdLst/>
              <a:ahLst/>
              <a:cxnLst/>
              <a:rect l="l" t="t" r="r" b="b"/>
              <a:pathLst>
                <a:path w="1" h="22" extrusionOk="0">
                  <a:moveTo>
                    <a:pt x="0" y="1"/>
                  </a:moveTo>
                  <a:lnTo>
                    <a:pt x="0"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04" name="Google Shape;9004;p76"/>
            <p:cNvSpPr/>
            <p:nvPr/>
          </p:nvSpPr>
          <p:spPr>
            <a:xfrm>
              <a:off x="2160331" y="1868741"/>
              <a:ext cx="299" cy="5716"/>
            </a:xfrm>
            <a:custGeom>
              <a:avLst/>
              <a:gdLst/>
              <a:ahLst/>
              <a:cxnLst/>
              <a:rect l="l" t="t" r="r" b="b"/>
              <a:pathLst>
                <a:path w="22" h="421" extrusionOk="0">
                  <a:moveTo>
                    <a:pt x="0" y="1"/>
                  </a:moveTo>
                  <a:cubicBezTo>
                    <a:pt x="7" y="154"/>
                    <a:pt x="14" y="301"/>
                    <a:pt x="21" y="420"/>
                  </a:cubicBezTo>
                  <a:cubicBezTo>
                    <a:pt x="18" y="301"/>
                    <a:pt x="7" y="15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05" name="Google Shape;9005;p76"/>
            <p:cNvSpPr/>
            <p:nvPr/>
          </p:nvSpPr>
          <p:spPr>
            <a:xfrm>
              <a:off x="2149631" y="1932379"/>
              <a:ext cx="1344" cy="3910"/>
            </a:xfrm>
            <a:custGeom>
              <a:avLst/>
              <a:gdLst/>
              <a:ahLst/>
              <a:cxnLst/>
              <a:rect l="l" t="t" r="r" b="b"/>
              <a:pathLst>
                <a:path w="99" h="288" extrusionOk="0">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06" name="Google Shape;9006;p76"/>
            <p:cNvSpPr/>
            <p:nvPr/>
          </p:nvSpPr>
          <p:spPr>
            <a:xfrm>
              <a:off x="2149536" y="193975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07" name="Google Shape;9007;p76"/>
            <p:cNvSpPr/>
            <p:nvPr/>
          </p:nvSpPr>
          <p:spPr>
            <a:xfrm>
              <a:off x="2229209" y="1797813"/>
              <a:ext cx="78193" cy="78641"/>
            </a:xfrm>
            <a:custGeom>
              <a:avLst/>
              <a:gdLst/>
              <a:ahLst/>
              <a:cxnLst/>
              <a:rect l="l" t="t" r="r" b="b"/>
              <a:pathLst>
                <a:path w="5759" h="5792" extrusionOk="0">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08" name="Google Shape;9008;p76"/>
            <p:cNvSpPr/>
            <p:nvPr/>
          </p:nvSpPr>
          <p:spPr>
            <a:xfrm>
              <a:off x="2231531" y="1797813"/>
              <a:ext cx="109" cy="258"/>
            </a:xfrm>
            <a:custGeom>
              <a:avLst/>
              <a:gdLst/>
              <a:ahLst/>
              <a:cxnLst/>
              <a:rect l="l" t="t" r="r" b="b"/>
              <a:pathLst>
                <a:path w="8" h="19" extrusionOk="0">
                  <a:moveTo>
                    <a:pt x="8" y="1"/>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09" name="Google Shape;9009;p76"/>
            <p:cNvSpPr/>
            <p:nvPr/>
          </p:nvSpPr>
          <p:spPr>
            <a:xfrm>
              <a:off x="2115742" y="2027164"/>
              <a:ext cx="39035" cy="44263"/>
            </a:xfrm>
            <a:custGeom>
              <a:avLst/>
              <a:gdLst/>
              <a:ahLst/>
              <a:cxnLst/>
              <a:rect l="l" t="t" r="r" b="b"/>
              <a:pathLst>
                <a:path w="2875" h="3260" extrusionOk="0">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10" name="Google Shape;9010;p76"/>
            <p:cNvSpPr/>
            <p:nvPr/>
          </p:nvSpPr>
          <p:spPr>
            <a:xfrm>
              <a:off x="2135375" y="2027164"/>
              <a:ext cx="9952" cy="434"/>
            </a:xfrm>
            <a:custGeom>
              <a:avLst/>
              <a:gdLst/>
              <a:ahLst/>
              <a:cxnLst/>
              <a:rect l="l" t="t" r="r" b="b"/>
              <a:pathLst>
                <a:path w="733" h="32" extrusionOk="0">
                  <a:moveTo>
                    <a:pt x="0" y="0"/>
                  </a:moveTo>
                  <a:cubicBezTo>
                    <a:pt x="63" y="4"/>
                    <a:pt x="399" y="21"/>
                    <a:pt x="732" y="32"/>
                  </a:cubicBezTo>
                  <a:cubicBezTo>
                    <a:pt x="410" y="21"/>
                    <a:pt x="88"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11" name="Google Shape;9011;p76"/>
            <p:cNvSpPr/>
            <p:nvPr/>
          </p:nvSpPr>
          <p:spPr>
            <a:xfrm>
              <a:off x="2119218" y="2027924"/>
              <a:ext cx="13605" cy="8147"/>
            </a:xfrm>
            <a:custGeom>
              <a:avLst/>
              <a:gdLst/>
              <a:ahLst/>
              <a:cxnLst/>
              <a:rect l="l" t="t" r="r" b="b"/>
              <a:pathLst>
                <a:path w="1002" h="600" extrusionOk="0">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12" name="Google Shape;9012;p76"/>
            <p:cNvSpPr/>
            <p:nvPr/>
          </p:nvSpPr>
          <p:spPr>
            <a:xfrm>
              <a:off x="2132184" y="2028019"/>
              <a:ext cx="163" cy="54"/>
            </a:xfrm>
            <a:custGeom>
              <a:avLst/>
              <a:gdLst/>
              <a:ahLst/>
              <a:cxnLst/>
              <a:rect l="l" t="t" r="r" b="b"/>
              <a:pathLst>
                <a:path w="12" h="4" extrusionOk="0">
                  <a:moveTo>
                    <a:pt x="11" y="0"/>
                  </a:moveTo>
                  <a:lnTo>
                    <a:pt x="1" y="4"/>
                  </a:ln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13" name="Google Shape;9013;p76"/>
            <p:cNvSpPr/>
            <p:nvPr/>
          </p:nvSpPr>
          <p:spPr>
            <a:xfrm>
              <a:off x="2133040" y="2031576"/>
              <a:ext cx="14" cy="394"/>
            </a:xfrm>
            <a:custGeom>
              <a:avLst/>
              <a:gdLst/>
              <a:ahLst/>
              <a:cxnLst/>
              <a:rect l="l" t="t" r="r" b="b"/>
              <a:pathLst>
                <a:path w="1" h="29" extrusionOk="0">
                  <a:moveTo>
                    <a:pt x="1" y="1"/>
                  </a:moveTo>
                  <a:lnTo>
                    <a:pt x="1" y="29"/>
                  </a:lnTo>
                  <a:cubicBezTo>
                    <a:pt x="1" y="18"/>
                    <a:pt x="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14" name="Google Shape;9014;p76"/>
            <p:cNvSpPr/>
            <p:nvPr/>
          </p:nvSpPr>
          <p:spPr>
            <a:xfrm>
              <a:off x="2133040" y="2027870"/>
              <a:ext cx="14" cy="163"/>
            </a:xfrm>
            <a:custGeom>
              <a:avLst/>
              <a:gdLst/>
              <a:ahLst/>
              <a:cxnLst/>
              <a:rect l="l" t="t" r="r" b="b"/>
              <a:pathLst>
                <a:path w="1" h="12" extrusionOk="0">
                  <a:moveTo>
                    <a:pt x="1" y="1"/>
                  </a:moveTo>
                  <a:lnTo>
                    <a:pt x="1" y="1"/>
                  </a:ln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15" name="Google Shape;9015;p76"/>
            <p:cNvSpPr/>
            <p:nvPr/>
          </p:nvSpPr>
          <p:spPr>
            <a:xfrm>
              <a:off x="2133094" y="2030246"/>
              <a:ext cx="14" cy="299"/>
            </a:xfrm>
            <a:custGeom>
              <a:avLst/>
              <a:gdLst/>
              <a:ahLst/>
              <a:cxnLst/>
              <a:rect l="l" t="t" r="r" b="b"/>
              <a:pathLst>
                <a:path w="1" h="22" extrusionOk="0">
                  <a:moveTo>
                    <a:pt x="0" y="1"/>
                  </a:moveTo>
                  <a:lnTo>
                    <a:pt x="0"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16" name="Google Shape;9016;p76"/>
            <p:cNvSpPr/>
            <p:nvPr/>
          </p:nvSpPr>
          <p:spPr>
            <a:xfrm>
              <a:off x="2133094" y="2028345"/>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17" name="Google Shape;9017;p76"/>
            <p:cNvSpPr/>
            <p:nvPr/>
          </p:nvSpPr>
          <p:spPr>
            <a:xfrm>
              <a:off x="2133094" y="2029010"/>
              <a:ext cx="14" cy="258"/>
            </a:xfrm>
            <a:custGeom>
              <a:avLst/>
              <a:gdLst/>
              <a:ahLst/>
              <a:cxnLst/>
              <a:rect l="l" t="t" r="r" b="b"/>
              <a:pathLst>
                <a:path w="1" h="19" extrusionOk="0">
                  <a:moveTo>
                    <a:pt x="0"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18" name="Google Shape;9018;p76"/>
            <p:cNvSpPr/>
            <p:nvPr/>
          </p:nvSpPr>
          <p:spPr>
            <a:xfrm>
              <a:off x="2133094" y="2030816"/>
              <a:ext cx="14" cy="584"/>
            </a:xfrm>
            <a:custGeom>
              <a:avLst/>
              <a:gdLst/>
              <a:ahLst/>
              <a:cxnLst/>
              <a:rect l="l" t="t" r="r" b="b"/>
              <a:pathLst>
                <a:path w="1" h="43" extrusionOk="0">
                  <a:moveTo>
                    <a:pt x="0" y="1"/>
                  </a:moveTo>
                  <a:lnTo>
                    <a:pt x="0" y="43"/>
                  </a:lnTo>
                  <a:cubicBezTo>
                    <a:pt x="0" y="29"/>
                    <a:pt x="0"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19" name="Google Shape;9019;p76"/>
            <p:cNvSpPr/>
            <p:nvPr/>
          </p:nvSpPr>
          <p:spPr>
            <a:xfrm>
              <a:off x="2133094" y="2029635"/>
              <a:ext cx="14" cy="299"/>
            </a:xfrm>
            <a:custGeom>
              <a:avLst/>
              <a:gdLst/>
              <a:ahLst/>
              <a:cxnLst/>
              <a:rect l="l" t="t" r="r" b="b"/>
              <a:pathLst>
                <a:path w="1" h="22" extrusionOk="0">
                  <a:moveTo>
                    <a:pt x="0" y="0"/>
                  </a:moveTo>
                  <a:lnTo>
                    <a:pt x="0" y="21"/>
                  </a:lnTo>
                  <a:cubicBezTo>
                    <a:pt x="0" y="14"/>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20" name="Google Shape;9020;p76"/>
            <p:cNvSpPr/>
            <p:nvPr/>
          </p:nvSpPr>
          <p:spPr>
            <a:xfrm>
              <a:off x="2133040" y="2032160"/>
              <a:ext cx="14" cy="339"/>
            </a:xfrm>
            <a:custGeom>
              <a:avLst/>
              <a:gdLst/>
              <a:ahLst/>
              <a:cxnLst/>
              <a:rect l="l" t="t" r="r" b="b"/>
              <a:pathLst>
                <a:path w="1" h="25" extrusionOk="0">
                  <a:moveTo>
                    <a:pt x="1" y="0"/>
                  </a:moveTo>
                  <a:lnTo>
                    <a:pt x="1" y="25"/>
                  </a:lnTo>
                  <a:cubicBezTo>
                    <a:pt x="1" y="18"/>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21" name="Google Shape;9021;p76"/>
            <p:cNvSpPr/>
            <p:nvPr/>
          </p:nvSpPr>
          <p:spPr>
            <a:xfrm>
              <a:off x="2132809" y="2034767"/>
              <a:ext cx="54" cy="353"/>
            </a:xfrm>
            <a:custGeom>
              <a:avLst/>
              <a:gdLst/>
              <a:ahLst/>
              <a:cxnLst/>
              <a:rect l="l" t="t" r="r" b="b"/>
              <a:pathLst>
                <a:path w="4" h="26" extrusionOk="0">
                  <a:moveTo>
                    <a:pt x="4" y="1"/>
                  </a:move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22" name="Google Shape;9022;p76"/>
            <p:cNvSpPr/>
            <p:nvPr/>
          </p:nvSpPr>
          <p:spPr>
            <a:xfrm>
              <a:off x="2132809" y="2035107"/>
              <a:ext cx="14" cy="299"/>
            </a:xfrm>
            <a:custGeom>
              <a:avLst/>
              <a:gdLst/>
              <a:ahLst/>
              <a:cxnLst/>
              <a:rect l="l" t="t" r="r" b="b"/>
              <a:pathLst>
                <a:path w="1" h="22" extrusionOk="0">
                  <a:moveTo>
                    <a:pt x="0"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23" name="Google Shape;9023;p76"/>
            <p:cNvSpPr/>
            <p:nvPr/>
          </p:nvSpPr>
          <p:spPr>
            <a:xfrm>
              <a:off x="2122680" y="2035867"/>
              <a:ext cx="204" cy="14"/>
            </a:xfrm>
            <a:custGeom>
              <a:avLst/>
              <a:gdLst/>
              <a:ahLst/>
              <a:cxnLst/>
              <a:rect l="l" t="t" r="r" b="b"/>
              <a:pathLst>
                <a:path w="15" h="1" extrusionOk="0">
                  <a:moveTo>
                    <a:pt x="1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24" name="Google Shape;9024;p76"/>
            <p:cNvSpPr/>
            <p:nvPr/>
          </p:nvSpPr>
          <p:spPr>
            <a:xfrm>
              <a:off x="2132904" y="2034441"/>
              <a:ext cx="14" cy="299"/>
            </a:xfrm>
            <a:custGeom>
              <a:avLst/>
              <a:gdLst/>
              <a:ahLst/>
              <a:cxnLst/>
              <a:rect l="l" t="t" r="r" b="b"/>
              <a:pathLst>
                <a:path w="1" h="22" extrusionOk="0">
                  <a:moveTo>
                    <a:pt x="0"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25" name="Google Shape;9025;p76"/>
            <p:cNvSpPr/>
            <p:nvPr/>
          </p:nvSpPr>
          <p:spPr>
            <a:xfrm>
              <a:off x="2132904" y="2034061"/>
              <a:ext cx="14" cy="299"/>
            </a:xfrm>
            <a:custGeom>
              <a:avLst/>
              <a:gdLst/>
              <a:ahLst/>
              <a:cxnLst/>
              <a:rect l="l" t="t" r="r" b="b"/>
              <a:pathLst>
                <a:path w="1" h="22" extrusionOk="0">
                  <a:moveTo>
                    <a:pt x="0"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26" name="Google Shape;9026;p76"/>
            <p:cNvSpPr/>
            <p:nvPr/>
          </p:nvSpPr>
          <p:spPr>
            <a:xfrm>
              <a:off x="2123400" y="2035813"/>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27" name="Google Shape;9027;p76"/>
            <p:cNvSpPr/>
            <p:nvPr/>
          </p:nvSpPr>
          <p:spPr>
            <a:xfrm>
              <a:off x="2123495" y="2035813"/>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28" name="Google Shape;9028;p76"/>
            <p:cNvSpPr/>
            <p:nvPr/>
          </p:nvSpPr>
          <p:spPr>
            <a:xfrm>
              <a:off x="2122925" y="2035813"/>
              <a:ext cx="204" cy="14"/>
            </a:xfrm>
            <a:custGeom>
              <a:avLst/>
              <a:gdLst/>
              <a:ahLst/>
              <a:cxnLst/>
              <a:rect l="l" t="t" r="r" b="b"/>
              <a:pathLst>
                <a:path w="15" h="1" extrusionOk="0">
                  <a:moveTo>
                    <a:pt x="1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29" name="Google Shape;9029;p76"/>
            <p:cNvSpPr/>
            <p:nvPr/>
          </p:nvSpPr>
          <p:spPr>
            <a:xfrm>
              <a:off x="2123115" y="2035813"/>
              <a:ext cx="149" cy="14"/>
            </a:xfrm>
            <a:custGeom>
              <a:avLst/>
              <a:gdLst/>
              <a:ahLst/>
              <a:cxnLst/>
              <a:rect l="l" t="t" r="r" b="b"/>
              <a:pathLst>
                <a:path w="11" h="1" extrusionOk="0">
                  <a:moveTo>
                    <a:pt x="11"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30" name="Google Shape;9030;p76"/>
            <p:cNvSpPr/>
            <p:nvPr/>
          </p:nvSpPr>
          <p:spPr>
            <a:xfrm>
              <a:off x="2132999" y="2032676"/>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31" name="Google Shape;9031;p76"/>
            <p:cNvSpPr/>
            <p:nvPr/>
          </p:nvSpPr>
          <p:spPr>
            <a:xfrm>
              <a:off x="2121974" y="2035908"/>
              <a:ext cx="299" cy="68"/>
            </a:xfrm>
            <a:custGeom>
              <a:avLst/>
              <a:gdLst/>
              <a:ahLst/>
              <a:cxnLst/>
              <a:rect l="l" t="t" r="r" b="b"/>
              <a:pathLst>
                <a:path w="22" h="5" extrusionOk="0">
                  <a:moveTo>
                    <a:pt x="21"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32" name="Google Shape;9032;p76"/>
            <p:cNvSpPr/>
            <p:nvPr/>
          </p:nvSpPr>
          <p:spPr>
            <a:xfrm>
              <a:off x="2132945" y="2033627"/>
              <a:ext cx="14" cy="299"/>
            </a:xfrm>
            <a:custGeom>
              <a:avLst/>
              <a:gdLst/>
              <a:ahLst/>
              <a:cxnLst/>
              <a:rect l="l" t="t" r="r" b="b"/>
              <a:pathLst>
                <a:path w="1" h="22" extrusionOk="0">
                  <a:moveTo>
                    <a:pt x="1" y="1"/>
                  </a:moveTo>
                  <a:lnTo>
                    <a:pt x="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33" name="Google Shape;9033;p76"/>
            <p:cNvSpPr/>
            <p:nvPr/>
          </p:nvSpPr>
          <p:spPr>
            <a:xfrm>
              <a:off x="2121499" y="2035962"/>
              <a:ext cx="394" cy="54"/>
            </a:xfrm>
            <a:custGeom>
              <a:avLst/>
              <a:gdLst/>
              <a:ahLst/>
              <a:cxnLst/>
              <a:rect l="l" t="t" r="r" b="b"/>
              <a:pathLst>
                <a:path w="29" h="4" extrusionOk="0">
                  <a:moveTo>
                    <a:pt x="28"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34" name="Google Shape;9034;p76"/>
            <p:cNvSpPr/>
            <p:nvPr/>
          </p:nvSpPr>
          <p:spPr>
            <a:xfrm>
              <a:off x="2132945" y="2033151"/>
              <a:ext cx="68" cy="353"/>
            </a:xfrm>
            <a:custGeom>
              <a:avLst/>
              <a:gdLst/>
              <a:ahLst/>
              <a:cxnLst/>
              <a:rect l="l" t="t" r="r" b="b"/>
              <a:pathLst>
                <a:path w="5" h="26" extrusionOk="0">
                  <a:moveTo>
                    <a:pt x="4" y="1"/>
                  </a:moveTo>
                  <a:cubicBezTo>
                    <a:pt x="4" y="8"/>
                    <a:pt x="1" y="18"/>
                    <a:pt x="4" y="25"/>
                  </a:cubicBez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35" name="Google Shape;9035;p76"/>
            <p:cNvSpPr/>
            <p:nvPr/>
          </p:nvSpPr>
          <p:spPr>
            <a:xfrm>
              <a:off x="2122354" y="2035867"/>
              <a:ext cx="299" cy="54"/>
            </a:xfrm>
            <a:custGeom>
              <a:avLst/>
              <a:gdLst/>
              <a:ahLst/>
              <a:cxnLst/>
              <a:rect l="l" t="t" r="r" b="b"/>
              <a:pathLst>
                <a:path w="22" h="4" extrusionOk="0">
                  <a:moveTo>
                    <a:pt x="21"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36" name="Google Shape;9036;p76"/>
            <p:cNvSpPr/>
            <p:nvPr/>
          </p:nvSpPr>
          <p:spPr>
            <a:xfrm>
              <a:off x="2132279" y="2016560"/>
              <a:ext cx="49884" cy="63380"/>
            </a:xfrm>
            <a:custGeom>
              <a:avLst/>
              <a:gdLst/>
              <a:ahLst/>
              <a:cxnLst/>
              <a:rect l="l" t="t" r="r" b="b"/>
              <a:pathLst>
                <a:path w="3674" h="4668" extrusionOk="0">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37" name="Google Shape;9037;p76"/>
            <p:cNvSpPr/>
            <p:nvPr/>
          </p:nvSpPr>
          <p:spPr>
            <a:xfrm>
              <a:off x="2168070" y="2023593"/>
              <a:ext cx="394" cy="638"/>
            </a:xfrm>
            <a:custGeom>
              <a:avLst/>
              <a:gdLst/>
              <a:ahLst/>
              <a:cxnLst/>
              <a:rect l="l" t="t" r="r" b="b"/>
              <a:pathLst>
                <a:path w="29" h="47" extrusionOk="0">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38" name="Google Shape;9038;p76"/>
            <p:cNvSpPr/>
            <p:nvPr/>
          </p:nvSpPr>
          <p:spPr>
            <a:xfrm>
              <a:off x="2166359" y="2024217"/>
              <a:ext cx="1724" cy="6191"/>
            </a:xfrm>
            <a:custGeom>
              <a:avLst/>
              <a:gdLst/>
              <a:ahLst/>
              <a:cxnLst/>
              <a:rect l="l" t="t" r="r" b="b"/>
              <a:pathLst>
                <a:path w="127" h="456" extrusionOk="0">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39" name="Google Shape;9039;p76"/>
            <p:cNvSpPr/>
            <p:nvPr/>
          </p:nvSpPr>
          <p:spPr>
            <a:xfrm>
              <a:off x="2147065" y="2027639"/>
              <a:ext cx="1779" cy="54"/>
            </a:xfrm>
            <a:custGeom>
              <a:avLst/>
              <a:gdLst/>
              <a:ahLst/>
              <a:cxnLst/>
              <a:rect l="l" t="t" r="r" b="b"/>
              <a:pathLst>
                <a:path w="131" h="4" extrusionOk="0">
                  <a:moveTo>
                    <a:pt x="1" y="0"/>
                  </a:moveTo>
                  <a:lnTo>
                    <a:pt x="13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40" name="Google Shape;9040;p76"/>
            <p:cNvSpPr/>
            <p:nvPr/>
          </p:nvSpPr>
          <p:spPr>
            <a:xfrm>
              <a:off x="2149306" y="2027734"/>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41" name="Google Shape;9041;p76"/>
            <p:cNvSpPr/>
            <p:nvPr/>
          </p:nvSpPr>
          <p:spPr>
            <a:xfrm>
              <a:off x="2167934" y="2023837"/>
              <a:ext cx="394" cy="679"/>
            </a:xfrm>
            <a:custGeom>
              <a:avLst/>
              <a:gdLst/>
              <a:ahLst/>
              <a:cxnLst/>
              <a:rect l="l" t="t" r="r" b="b"/>
              <a:pathLst>
                <a:path w="29" h="50" extrusionOk="0">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42" name="Google Shape;9042;p76"/>
            <p:cNvSpPr/>
            <p:nvPr/>
          </p:nvSpPr>
          <p:spPr>
            <a:xfrm>
              <a:off x="2132184" y="2072553"/>
              <a:ext cx="68" cy="68"/>
            </a:xfrm>
            <a:custGeom>
              <a:avLst/>
              <a:gdLst/>
              <a:ahLst/>
              <a:cxnLst/>
              <a:rect l="l" t="t" r="r" b="b"/>
              <a:pathLst>
                <a:path w="5" h="5" extrusionOk="0">
                  <a:moveTo>
                    <a:pt x="1" y="4"/>
                  </a:moveTo>
                  <a:lnTo>
                    <a:pt x="1" y="4"/>
                  </a:ln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43" name="Google Shape;9043;p76"/>
            <p:cNvSpPr/>
            <p:nvPr/>
          </p:nvSpPr>
          <p:spPr>
            <a:xfrm>
              <a:off x="2146400" y="2033532"/>
              <a:ext cx="68" cy="489"/>
            </a:xfrm>
            <a:custGeom>
              <a:avLst/>
              <a:gdLst/>
              <a:ahLst/>
              <a:cxnLst/>
              <a:rect l="l" t="t" r="r" b="b"/>
              <a:pathLst>
                <a:path w="5" h="36" extrusionOk="0">
                  <a:moveTo>
                    <a:pt x="4" y="1"/>
                  </a:moveTo>
                  <a:lnTo>
                    <a:pt x="4" y="1"/>
                  </a:lnTo>
                  <a:cubicBezTo>
                    <a:pt x="1" y="15"/>
                    <a:pt x="1" y="25"/>
                    <a:pt x="1" y="36"/>
                  </a:cubicBezTo>
                  <a:cubicBezTo>
                    <a:pt x="4" y="25"/>
                    <a:pt x="4" y="15"/>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44" name="Google Shape;9044;p76"/>
            <p:cNvSpPr/>
            <p:nvPr/>
          </p:nvSpPr>
          <p:spPr>
            <a:xfrm>
              <a:off x="2132660" y="2071983"/>
              <a:ext cx="299" cy="204"/>
            </a:xfrm>
            <a:custGeom>
              <a:avLst/>
              <a:gdLst/>
              <a:ahLst/>
              <a:cxnLst/>
              <a:rect l="l" t="t" r="r" b="b"/>
              <a:pathLst>
                <a:path w="22" h="15" extrusionOk="0">
                  <a:moveTo>
                    <a:pt x="1" y="15"/>
                  </a:moveTo>
                  <a:cubicBezTo>
                    <a:pt x="8" y="11"/>
                    <a:pt x="15" y="4"/>
                    <a:pt x="22" y="1"/>
                  </a:cubicBezTo>
                  <a:cubicBezTo>
                    <a:pt x="15" y="4"/>
                    <a:pt x="8" y="11"/>
                    <a:pt x="1"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45" name="Google Shape;9045;p76"/>
            <p:cNvSpPr/>
            <p:nvPr/>
          </p:nvSpPr>
          <p:spPr>
            <a:xfrm>
              <a:off x="2133759" y="2071603"/>
              <a:ext cx="244" cy="68"/>
            </a:xfrm>
            <a:custGeom>
              <a:avLst/>
              <a:gdLst/>
              <a:ahLst/>
              <a:cxnLst/>
              <a:rect l="l" t="t" r="r" b="b"/>
              <a:pathLst>
                <a:path w="18" h="5" extrusionOk="0">
                  <a:moveTo>
                    <a:pt x="0" y="4"/>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46" name="Google Shape;9046;p76"/>
            <p:cNvSpPr/>
            <p:nvPr/>
          </p:nvSpPr>
          <p:spPr>
            <a:xfrm>
              <a:off x="2132334" y="2072268"/>
              <a:ext cx="244" cy="204"/>
            </a:xfrm>
            <a:custGeom>
              <a:avLst/>
              <a:gdLst/>
              <a:ahLst/>
              <a:cxnLst/>
              <a:rect l="l" t="t" r="r" b="b"/>
              <a:pathLst>
                <a:path w="18" h="15" extrusionOk="0">
                  <a:moveTo>
                    <a:pt x="0" y="15"/>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47" name="Google Shape;9047;p76"/>
            <p:cNvSpPr/>
            <p:nvPr/>
          </p:nvSpPr>
          <p:spPr>
            <a:xfrm>
              <a:off x="2133379" y="2071657"/>
              <a:ext cx="244" cy="109"/>
            </a:xfrm>
            <a:custGeom>
              <a:avLst/>
              <a:gdLst/>
              <a:ahLst/>
              <a:cxnLst/>
              <a:rect l="l" t="t" r="r" b="b"/>
              <a:pathLst>
                <a:path w="18" h="8" extrusionOk="0">
                  <a:moveTo>
                    <a:pt x="0" y="7"/>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48" name="Google Shape;9048;p76"/>
            <p:cNvSpPr/>
            <p:nvPr/>
          </p:nvSpPr>
          <p:spPr>
            <a:xfrm>
              <a:off x="2134140" y="2071562"/>
              <a:ext cx="394" cy="14"/>
            </a:xfrm>
            <a:custGeom>
              <a:avLst/>
              <a:gdLst/>
              <a:ahLst/>
              <a:cxnLst/>
              <a:rect l="l" t="t" r="r" b="b"/>
              <a:pathLst>
                <a:path w="29" h="1" extrusionOk="0">
                  <a:moveTo>
                    <a:pt x="0" y="0"/>
                  </a:moveTo>
                  <a:cubicBezTo>
                    <a:pt x="7" y="0"/>
                    <a:pt x="18" y="0"/>
                    <a:pt x="28" y="0"/>
                  </a:cubicBezTo>
                  <a:cubicBezTo>
                    <a:pt x="18" y="0"/>
                    <a:pt x="7"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49" name="Google Shape;9049;p76"/>
            <p:cNvSpPr/>
            <p:nvPr/>
          </p:nvSpPr>
          <p:spPr>
            <a:xfrm>
              <a:off x="2143359" y="2058297"/>
              <a:ext cx="1100" cy="1819"/>
            </a:xfrm>
            <a:custGeom>
              <a:avLst/>
              <a:gdLst/>
              <a:ahLst/>
              <a:cxnLst/>
              <a:rect l="l" t="t" r="r" b="b"/>
              <a:pathLst>
                <a:path w="81" h="134" extrusionOk="0">
                  <a:moveTo>
                    <a:pt x="81" y="134"/>
                  </a:moveTo>
                  <a:cubicBezTo>
                    <a:pt x="60" y="84"/>
                    <a:pt x="32" y="39"/>
                    <a:pt x="0" y="0"/>
                  </a:cubicBezTo>
                  <a:cubicBezTo>
                    <a:pt x="32" y="39"/>
                    <a:pt x="60" y="84"/>
                    <a:pt x="81" y="13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50" name="Google Shape;9050;p76"/>
            <p:cNvSpPr/>
            <p:nvPr/>
          </p:nvSpPr>
          <p:spPr>
            <a:xfrm>
              <a:off x="2146685" y="2030436"/>
              <a:ext cx="109" cy="774"/>
            </a:xfrm>
            <a:custGeom>
              <a:avLst/>
              <a:gdLst/>
              <a:ahLst/>
              <a:cxnLst/>
              <a:rect l="l" t="t" r="r" b="b"/>
              <a:pathLst>
                <a:path w="8" h="57" extrusionOk="0">
                  <a:moveTo>
                    <a:pt x="8" y="1"/>
                  </a:moveTo>
                  <a:cubicBezTo>
                    <a:pt x="4" y="18"/>
                    <a:pt x="1" y="39"/>
                    <a:pt x="1" y="57"/>
                  </a:cubicBez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51" name="Google Shape;9051;p76"/>
            <p:cNvSpPr/>
            <p:nvPr/>
          </p:nvSpPr>
          <p:spPr>
            <a:xfrm>
              <a:off x="2146780" y="2029350"/>
              <a:ext cx="109" cy="910"/>
            </a:xfrm>
            <a:custGeom>
              <a:avLst/>
              <a:gdLst/>
              <a:ahLst/>
              <a:cxnLst/>
              <a:rect l="l" t="t" r="r" b="b"/>
              <a:pathLst>
                <a:path w="8" h="67" extrusionOk="0">
                  <a:moveTo>
                    <a:pt x="1" y="67"/>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52" name="Google Shape;9052;p76"/>
            <p:cNvSpPr/>
            <p:nvPr/>
          </p:nvSpPr>
          <p:spPr>
            <a:xfrm>
              <a:off x="2132945" y="2071793"/>
              <a:ext cx="353" cy="204"/>
            </a:xfrm>
            <a:custGeom>
              <a:avLst/>
              <a:gdLst/>
              <a:ahLst/>
              <a:cxnLst/>
              <a:rect l="l" t="t" r="r" b="b"/>
              <a:pathLst>
                <a:path w="26" h="15" extrusionOk="0">
                  <a:moveTo>
                    <a:pt x="1" y="15"/>
                  </a:moveTo>
                  <a:cubicBezTo>
                    <a:pt x="8" y="8"/>
                    <a:pt x="18" y="4"/>
                    <a:pt x="25" y="1"/>
                  </a:cubicBezTo>
                  <a:cubicBezTo>
                    <a:pt x="18" y="4"/>
                    <a:pt x="8" y="8"/>
                    <a:pt x="1"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53" name="Google Shape;9053;p76"/>
            <p:cNvSpPr/>
            <p:nvPr/>
          </p:nvSpPr>
          <p:spPr>
            <a:xfrm>
              <a:off x="2146590" y="2031386"/>
              <a:ext cx="68" cy="638"/>
            </a:xfrm>
            <a:custGeom>
              <a:avLst/>
              <a:gdLst/>
              <a:ahLst/>
              <a:cxnLst/>
              <a:rect l="l" t="t" r="r" b="b"/>
              <a:pathLst>
                <a:path w="5" h="47" extrusionOk="0">
                  <a:moveTo>
                    <a:pt x="1" y="47"/>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54" name="Google Shape;9054;p76"/>
            <p:cNvSpPr/>
            <p:nvPr/>
          </p:nvSpPr>
          <p:spPr>
            <a:xfrm>
              <a:off x="2146930" y="2027639"/>
              <a:ext cx="149" cy="1575"/>
            </a:xfrm>
            <a:custGeom>
              <a:avLst/>
              <a:gdLst/>
              <a:ahLst/>
              <a:cxnLst/>
              <a:rect l="l" t="t" r="r" b="b"/>
              <a:pathLst>
                <a:path w="11" h="116" extrusionOk="0">
                  <a:moveTo>
                    <a:pt x="11" y="0"/>
                  </a:moveTo>
                  <a:cubicBezTo>
                    <a:pt x="7" y="42"/>
                    <a:pt x="4" y="81"/>
                    <a:pt x="0" y="116"/>
                  </a:cubicBezTo>
                  <a:cubicBezTo>
                    <a:pt x="4" y="81"/>
                    <a:pt x="7" y="42"/>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55" name="Google Shape;9055;p76"/>
            <p:cNvSpPr/>
            <p:nvPr/>
          </p:nvSpPr>
          <p:spPr>
            <a:xfrm>
              <a:off x="2146549" y="2032201"/>
              <a:ext cx="54" cy="584"/>
            </a:xfrm>
            <a:custGeom>
              <a:avLst/>
              <a:gdLst/>
              <a:ahLst/>
              <a:cxnLst/>
              <a:rect l="l" t="t" r="r" b="b"/>
              <a:pathLst>
                <a:path w="4" h="43" extrusionOk="0">
                  <a:moveTo>
                    <a:pt x="4" y="1"/>
                  </a:moveTo>
                  <a:cubicBezTo>
                    <a:pt x="0" y="18"/>
                    <a:pt x="0" y="29"/>
                    <a:pt x="0" y="43"/>
                  </a:cubicBezTo>
                  <a:cubicBezTo>
                    <a:pt x="0" y="32"/>
                    <a:pt x="0" y="1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56" name="Google Shape;9056;p76"/>
            <p:cNvSpPr/>
            <p:nvPr/>
          </p:nvSpPr>
          <p:spPr>
            <a:xfrm>
              <a:off x="2136135" y="2062329"/>
              <a:ext cx="3150" cy="543"/>
            </a:xfrm>
            <a:custGeom>
              <a:avLst/>
              <a:gdLst/>
              <a:ahLst/>
              <a:cxnLst/>
              <a:rect l="l" t="t" r="r" b="b"/>
              <a:pathLst>
                <a:path w="232" h="40" extrusionOk="0">
                  <a:moveTo>
                    <a:pt x="195" y="1"/>
                  </a:moveTo>
                  <a:cubicBezTo>
                    <a:pt x="118" y="1"/>
                    <a:pt x="24" y="4"/>
                    <a:pt x="0" y="40"/>
                  </a:cubicBezTo>
                  <a:cubicBezTo>
                    <a:pt x="28" y="1"/>
                    <a:pt x="151" y="1"/>
                    <a:pt x="231" y="1"/>
                  </a:cubicBezTo>
                  <a:cubicBezTo>
                    <a:pt x="220" y="1"/>
                    <a:pt x="208" y="1"/>
                    <a:pt x="19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57" name="Google Shape;9057;p76"/>
            <p:cNvSpPr/>
            <p:nvPr/>
          </p:nvSpPr>
          <p:spPr>
            <a:xfrm>
              <a:off x="2146454" y="2032921"/>
              <a:ext cx="54" cy="489"/>
            </a:xfrm>
            <a:custGeom>
              <a:avLst/>
              <a:gdLst/>
              <a:ahLst/>
              <a:cxnLst/>
              <a:rect l="l" t="t" r="r" b="b"/>
              <a:pathLst>
                <a:path w="4" h="36" extrusionOk="0">
                  <a:moveTo>
                    <a:pt x="4" y="0"/>
                  </a:moveTo>
                  <a:lnTo>
                    <a:pt x="4" y="0"/>
                  </a:lnTo>
                  <a:cubicBezTo>
                    <a:pt x="0" y="14"/>
                    <a:pt x="0" y="25"/>
                    <a:pt x="0" y="35"/>
                  </a:cubicBezTo>
                  <a:cubicBezTo>
                    <a:pt x="4" y="25"/>
                    <a:pt x="4" y="1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58" name="Google Shape;9058;p76"/>
            <p:cNvSpPr/>
            <p:nvPr/>
          </p:nvSpPr>
          <p:spPr>
            <a:xfrm>
              <a:off x="2208721" y="1867452"/>
              <a:ext cx="119645" cy="148131"/>
            </a:xfrm>
            <a:custGeom>
              <a:avLst/>
              <a:gdLst/>
              <a:ahLst/>
              <a:cxnLst/>
              <a:rect l="l" t="t" r="r" b="b"/>
              <a:pathLst>
                <a:path w="8812" h="10910" extrusionOk="0">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59" name="Google Shape;9059;p76"/>
            <p:cNvSpPr/>
            <p:nvPr/>
          </p:nvSpPr>
          <p:spPr>
            <a:xfrm>
              <a:off x="2215129" y="1960186"/>
              <a:ext cx="5295" cy="7196"/>
            </a:xfrm>
            <a:custGeom>
              <a:avLst/>
              <a:gdLst/>
              <a:ahLst/>
              <a:cxnLst/>
              <a:rect l="l" t="t" r="r" b="b"/>
              <a:pathLst>
                <a:path w="390" h="530" extrusionOk="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60" name="Google Shape;9060;p76"/>
            <p:cNvSpPr/>
            <p:nvPr/>
          </p:nvSpPr>
          <p:spPr>
            <a:xfrm>
              <a:off x="2245217" y="1998977"/>
              <a:ext cx="394" cy="625"/>
            </a:xfrm>
            <a:custGeom>
              <a:avLst/>
              <a:gdLst/>
              <a:ahLst/>
              <a:cxnLst/>
              <a:rect l="l" t="t" r="r" b="b"/>
              <a:pathLst>
                <a:path w="29" h="46" extrusionOk="0">
                  <a:moveTo>
                    <a:pt x="29" y="46"/>
                  </a:moveTo>
                  <a:lnTo>
                    <a:pt x="15" y="4"/>
                  </a:lnTo>
                  <a:lnTo>
                    <a:pt x="1" y="0"/>
                  </a:ln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61" name="Google Shape;9061;p76"/>
            <p:cNvSpPr/>
            <p:nvPr/>
          </p:nvSpPr>
          <p:spPr>
            <a:xfrm>
              <a:off x="2212183" y="1952922"/>
              <a:ext cx="68" cy="149"/>
            </a:xfrm>
            <a:custGeom>
              <a:avLst/>
              <a:gdLst/>
              <a:ahLst/>
              <a:cxnLst/>
              <a:rect l="l" t="t" r="r" b="b"/>
              <a:pathLst>
                <a:path w="5" h="11" extrusionOk="0">
                  <a:moveTo>
                    <a:pt x="1" y="0"/>
                  </a:moveTo>
                  <a:cubicBezTo>
                    <a:pt x="1" y="4"/>
                    <a:pt x="1" y="7"/>
                    <a:pt x="4" y="11"/>
                  </a:cubicBezTo>
                  <a:cubicBezTo>
                    <a:pt x="4" y="7"/>
                    <a:pt x="4"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62" name="Google Shape;9062;p76"/>
            <p:cNvSpPr/>
            <p:nvPr/>
          </p:nvSpPr>
          <p:spPr>
            <a:xfrm>
              <a:off x="2214994" y="1959385"/>
              <a:ext cx="244" cy="720"/>
            </a:xfrm>
            <a:custGeom>
              <a:avLst/>
              <a:gdLst/>
              <a:ahLst/>
              <a:cxnLst/>
              <a:rect l="l" t="t" r="r" b="b"/>
              <a:pathLst>
                <a:path w="18" h="53" extrusionOk="0">
                  <a:moveTo>
                    <a:pt x="0" y="53"/>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63" name="Google Shape;9063;p76"/>
            <p:cNvSpPr/>
            <p:nvPr/>
          </p:nvSpPr>
          <p:spPr>
            <a:xfrm>
              <a:off x="2208761" y="1945210"/>
              <a:ext cx="14" cy="258"/>
            </a:xfrm>
            <a:custGeom>
              <a:avLst/>
              <a:gdLst/>
              <a:ahLst/>
              <a:cxnLst/>
              <a:rect l="l" t="t" r="r" b="b"/>
              <a:pathLst>
                <a:path w="1" h="19" extrusionOk="0">
                  <a:moveTo>
                    <a:pt x="1" y="18"/>
                  </a:moveTo>
                  <a:cubicBezTo>
                    <a:pt x="1" y="11"/>
                    <a:pt x="1" y="8"/>
                    <a:pt x="1" y="1"/>
                  </a:cubicBezTo>
                  <a:cubicBezTo>
                    <a:pt x="1" y="8"/>
                    <a:pt x="1" y="11"/>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64" name="Google Shape;9064;p76"/>
            <p:cNvSpPr/>
            <p:nvPr/>
          </p:nvSpPr>
          <p:spPr>
            <a:xfrm>
              <a:off x="2212563" y="1953872"/>
              <a:ext cx="964" cy="1195"/>
            </a:xfrm>
            <a:custGeom>
              <a:avLst/>
              <a:gdLst/>
              <a:ahLst/>
              <a:cxnLst/>
              <a:rect l="l" t="t" r="r" b="b"/>
              <a:pathLst>
                <a:path w="71" h="88" extrusionOk="0">
                  <a:moveTo>
                    <a:pt x="71" y="88"/>
                  </a:moveTo>
                  <a:cubicBezTo>
                    <a:pt x="43" y="60"/>
                    <a:pt x="18" y="32"/>
                    <a:pt x="1" y="0"/>
                  </a:cubicBezTo>
                  <a:cubicBezTo>
                    <a:pt x="18" y="32"/>
                    <a:pt x="43" y="60"/>
                    <a:pt x="71" y="8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65" name="Google Shape;9065;p76"/>
            <p:cNvSpPr/>
            <p:nvPr/>
          </p:nvSpPr>
          <p:spPr>
            <a:xfrm>
              <a:off x="2215279" y="1956343"/>
              <a:ext cx="54" cy="14"/>
            </a:xfrm>
            <a:custGeom>
              <a:avLst/>
              <a:gdLst/>
              <a:ahLst/>
              <a:cxnLst/>
              <a:rect l="l" t="t" r="r" b="b"/>
              <a:pathLst>
                <a:path w="4" h="1" extrusionOk="0">
                  <a:moveTo>
                    <a:pt x="4" y="0"/>
                  </a:moveTo>
                  <a:lnTo>
                    <a:pt x="4" y="0"/>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66" name="Google Shape;9066;p76"/>
            <p:cNvSpPr/>
            <p:nvPr/>
          </p:nvSpPr>
          <p:spPr>
            <a:xfrm>
              <a:off x="2212427" y="1953533"/>
              <a:ext cx="109" cy="299"/>
            </a:xfrm>
            <a:custGeom>
              <a:avLst/>
              <a:gdLst/>
              <a:ahLst/>
              <a:cxnLst/>
              <a:rect l="l" t="t" r="r" b="b"/>
              <a:pathLst>
                <a:path w="8" h="22" extrusionOk="0">
                  <a:moveTo>
                    <a:pt x="0" y="1"/>
                  </a:moveTo>
                  <a:cubicBezTo>
                    <a:pt x="4" y="8"/>
                    <a:pt x="4" y="15"/>
                    <a:pt x="7" y="22"/>
                  </a:cubicBezTo>
                  <a:cubicBezTo>
                    <a:pt x="4" y="15"/>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67" name="Google Shape;9067;p76"/>
            <p:cNvSpPr/>
            <p:nvPr/>
          </p:nvSpPr>
          <p:spPr>
            <a:xfrm>
              <a:off x="2212278" y="1953248"/>
              <a:ext cx="109" cy="258"/>
            </a:xfrm>
            <a:custGeom>
              <a:avLst/>
              <a:gdLst/>
              <a:ahLst/>
              <a:cxnLst/>
              <a:rect l="l" t="t" r="r" b="b"/>
              <a:pathLst>
                <a:path w="8" h="19" extrusionOk="0">
                  <a:moveTo>
                    <a:pt x="1" y="1"/>
                  </a:moveTo>
                  <a:cubicBezTo>
                    <a:pt x="1" y="4"/>
                    <a:pt x="4" y="11"/>
                    <a:pt x="8" y="18"/>
                  </a:cubicBezTo>
                  <a:cubicBezTo>
                    <a:pt x="4" y="11"/>
                    <a:pt x="4"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68" name="Google Shape;9068;p76"/>
            <p:cNvSpPr/>
            <p:nvPr/>
          </p:nvSpPr>
          <p:spPr>
            <a:xfrm>
              <a:off x="2216080" y="1961421"/>
              <a:ext cx="163" cy="163"/>
            </a:xfrm>
            <a:custGeom>
              <a:avLst/>
              <a:gdLst/>
              <a:ahLst/>
              <a:cxnLst/>
              <a:rect l="l" t="t" r="r" b="b"/>
              <a:pathLst>
                <a:path w="12" h="12" extrusionOk="0">
                  <a:moveTo>
                    <a:pt x="1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69" name="Google Shape;9069;p76"/>
            <p:cNvSpPr/>
            <p:nvPr/>
          </p:nvSpPr>
          <p:spPr>
            <a:xfrm>
              <a:off x="2307348" y="1867601"/>
              <a:ext cx="394" cy="489"/>
            </a:xfrm>
            <a:custGeom>
              <a:avLst/>
              <a:gdLst/>
              <a:ahLst/>
              <a:cxnLst/>
              <a:rect l="l" t="t" r="r" b="b"/>
              <a:pathLst>
                <a:path w="29" h="36" extrusionOk="0">
                  <a:moveTo>
                    <a:pt x="0" y="35"/>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70" name="Google Shape;9070;p76"/>
            <p:cNvSpPr/>
            <p:nvPr/>
          </p:nvSpPr>
          <p:spPr>
            <a:xfrm>
              <a:off x="2305583" y="1869312"/>
              <a:ext cx="353" cy="109"/>
            </a:xfrm>
            <a:custGeom>
              <a:avLst/>
              <a:gdLst/>
              <a:ahLst/>
              <a:cxnLst/>
              <a:rect l="l" t="t" r="r" b="b"/>
              <a:pathLst>
                <a:path w="26" h="8" extrusionOk="0">
                  <a:moveTo>
                    <a:pt x="1" y="7"/>
                  </a:moveTo>
                  <a:cubicBezTo>
                    <a:pt x="11" y="4"/>
                    <a:pt x="18" y="4"/>
                    <a:pt x="25" y="0"/>
                  </a:cubicBezTo>
                  <a:cubicBezTo>
                    <a:pt x="18" y="4"/>
                    <a:pt x="11" y="4"/>
                    <a:pt x="1"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71" name="Google Shape;9071;p76"/>
            <p:cNvSpPr/>
            <p:nvPr/>
          </p:nvSpPr>
          <p:spPr>
            <a:xfrm>
              <a:off x="2306302" y="1868932"/>
              <a:ext cx="299" cy="204"/>
            </a:xfrm>
            <a:custGeom>
              <a:avLst/>
              <a:gdLst/>
              <a:ahLst/>
              <a:cxnLst/>
              <a:rect l="l" t="t" r="r" b="b"/>
              <a:pathLst>
                <a:path w="22" h="15" extrusionOk="0">
                  <a:moveTo>
                    <a:pt x="0" y="14"/>
                  </a:moveTo>
                  <a:cubicBezTo>
                    <a:pt x="7" y="11"/>
                    <a:pt x="14" y="4"/>
                    <a:pt x="21" y="0"/>
                  </a:cubicBezTo>
                  <a:cubicBezTo>
                    <a:pt x="14" y="4"/>
                    <a:pt x="7" y="11"/>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72" name="Google Shape;9072;p76"/>
            <p:cNvSpPr/>
            <p:nvPr/>
          </p:nvSpPr>
          <p:spPr>
            <a:xfrm>
              <a:off x="2305963" y="1869162"/>
              <a:ext cx="353" cy="163"/>
            </a:xfrm>
            <a:custGeom>
              <a:avLst/>
              <a:gdLst/>
              <a:ahLst/>
              <a:cxnLst/>
              <a:rect l="l" t="t" r="r" b="b"/>
              <a:pathLst>
                <a:path w="26" h="12" extrusionOk="0">
                  <a:moveTo>
                    <a:pt x="1" y="11"/>
                  </a:moveTo>
                  <a:cubicBezTo>
                    <a:pt x="11" y="8"/>
                    <a:pt x="18" y="4"/>
                    <a:pt x="25" y="1"/>
                  </a:cubicBezTo>
                  <a:cubicBezTo>
                    <a:pt x="18" y="4"/>
                    <a:pt x="11" y="8"/>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73" name="Google Shape;9073;p76"/>
            <p:cNvSpPr/>
            <p:nvPr/>
          </p:nvSpPr>
          <p:spPr>
            <a:xfrm>
              <a:off x="2306628" y="1868646"/>
              <a:ext cx="299" cy="299"/>
            </a:xfrm>
            <a:custGeom>
              <a:avLst/>
              <a:gdLst/>
              <a:ahLst/>
              <a:cxnLst/>
              <a:rect l="l" t="t" r="r" b="b"/>
              <a:pathLst>
                <a:path w="22" h="22" extrusionOk="0">
                  <a:moveTo>
                    <a:pt x="22" y="0"/>
                  </a:moveTo>
                  <a:cubicBezTo>
                    <a:pt x="15" y="7"/>
                    <a:pt x="8" y="14"/>
                    <a:pt x="1" y="21"/>
                  </a:cubicBezTo>
                  <a:cubicBezTo>
                    <a:pt x="8" y="14"/>
                    <a:pt x="15" y="7"/>
                    <a:pt x="2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74" name="Google Shape;9074;p76"/>
            <p:cNvSpPr/>
            <p:nvPr/>
          </p:nvSpPr>
          <p:spPr>
            <a:xfrm>
              <a:off x="2306968" y="1868171"/>
              <a:ext cx="339" cy="394"/>
            </a:xfrm>
            <a:custGeom>
              <a:avLst/>
              <a:gdLst/>
              <a:ahLst/>
              <a:cxnLst/>
              <a:rect l="l" t="t" r="r" b="b"/>
              <a:pathLst>
                <a:path w="25" h="29" extrusionOk="0">
                  <a:moveTo>
                    <a:pt x="25" y="0"/>
                  </a:moveTo>
                  <a:lnTo>
                    <a:pt x="25" y="0"/>
                  </a:lnTo>
                  <a:cubicBezTo>
                    <a:pt x="18" y="11"/>
                    <a:pt x="7" y="18"/>
                    <a:pt x="0" y="28"/>
                  </a:cubicBezTo>
                  <a:cubicBezTo>
                    <a:pt x="11" y="21"/>
                    <a:pt x="18" y="11"/>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75" name="Google Shape;9075;p76"/>
            <p:cNvSpPr/>
            <p:nvPr/>
          </p:nvSpPr>
          <p:spPr>
            <a:xfrm>
              <a:off x="2305162" y="1869407"/>
              <a:ext cx="394" cy="54"/>
            </a:xfrm>
            <a:custGeom>
              <a:avLst/>
              <a:gdLst/>
              <a:ahLst/>
              <a:cxnLst/>
              <a:rect l="l" t="t" r="r" b="b"/>
              <a:pathLst>
                <a:path w="29" h="4" extrusionOk="0">
                  <a:moveTo>
                    <a:pt x="0" y="4"/>
                  </a:moveTo>
                  <a:cubicBezTo>
                    <a:pt x="7" y="4"/>
                    <a:pt x="18" y="0"/>
                    <a:pt x="28" y="0"/>
                  </a:cubicBezTo>
                  <a:cubicBezTo>
                    <a:pt x="18" y="0"/>
                    <a:pt x="7" y="4"/>
                    <a:pt x="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76" name="Google Shape;9076;p76"/>
            <p:cNvSpPr/>
            <p:nvPr/>
          </p:nvSpPr>
          <p:spPr>
            <a:xfrm>
              <a:off x="2305067" y="186944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77" name="Google Shape;9077;p76"/>
            <p:cNvSpPr/>
            <p:nvPr/>
          </p:nvSpPr>
          <p:spPr>
            <a:xfrm>
              <a:off x="2353593" y="1948930"/>
              <a:ext cx="11799" cy="11704"/>
            </a:xfrm>
            <a:custGeom>
              <a:avLst/>
              <a:gdLst/>
              <a:ahLst/>
              <a:cxnLst/>
              <a:rect l="l" t="t" r="r" b="b"/>
              <a:pathLst>
                <a:path w="869" h="862" extrusionOk="0">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78" name="Google Shape;9078;p76"/>
            <p:cNvSpPr/>
            <p:nvPr/>
          </p:nvSpPr>
          <p:spPr>
            <a:xfrm>
              <a:off x="2361481" y="1958570"/>
              <a:ext cx="1779" cy="2064"/>
            </a:xfrm>
            <a:custGeom>
              <a:avLst/>
              <a:gdLst/>
              <a:ahLst/>
              <a:cxnLst/>
              <a:rect l="l" t="t" r="r" b="b"/>
              <a:pathLst>
                <a:path w="131" h="152" extrusionOk="0">
                  <a:moveTo>
                    <a:pt x="130" y="1"/>
                  </a:moveTo>
                  <a:lnTo>
                    <a:pt x="130" y="1"/>
                  </a:lnTo>
                  <a:cubicBezTo>
                    <a:pt x="88" y="43"/>
                    <a:pt x="43" y="95"/>
                    <a:pt x="1" y="151"/>
                  </a:cubicBezTo>
                  <a:lnTo>
                    <a:pt x="4" y="151"/>
                  </a:lnTo>
                  <a:cubicBezTo>
                    <a:pt x="39" y="102"/>
                    <a:pt x="85" y="50"/>
                    <a:pt x="13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79" name="Google Shape;9079;p76"/>
            <p:cNvSpPr/>
            <p:nvPr/>
          </p:nvSpPr>
          <p:spPr>
            <a:xfrm>
              <a:off x="2314910" y="1908374"/>
              <a:ext cx="47019" cy="40325"/>
            </a:xfrm>
            <a:custGeom>
              <a:avLst/>
              <a:gdLst/>
              <a:ahLst/>
              <a:cxnLst/>
              <a:rect l="l" t="t" r="r" b="b"/>
              <a:pathLst>
                <a:path w="3463" h="2970" extrusionOk="0">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80" name="Google Shape;9080;p76"/>
            <p:cNvSpPr/>
            <p:nvPr/>
          </p:nvSpPr>
          <p:spPr>
            <a:xfrm>
              <a:off x="2327266" y="1910329"/>
              <a:ext cx="625" cy="679"/>
            </a:xfrm>
            <a:custGeom>
              <a:avLst/>
              <a:gdLst/>
              <a:ahLst/>
              <a:cxnLst/>
              <a:rect l="l" t="t" r="r" b="b"/>
              <a:pathLst>
                <a:path w="46" h="50" extrusionOk="0">
                  <a:moveTo>
                    <a:pt x="46" y="0"/>
                  </a:moveTo>
                  <a:cubicBezTo>
                    <a:pt x="32" y="18"/>
                    <a:pt x="14" y="32"/>
                    <a:pt x="0" y="49"/>
                  </a:cubicBezTo>
                  <a:cubicBezTo>
                    <a:pt x="14" y="35"/>
                    <a:pt x="32" y="18"/>
                    <a:pt x="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81" name="Google Shape;9081;p76"/>
            <p:cNvSpPr/>
            <p:nvPr/>
          </p:nvSpPr>
          <p:spPr>
            <a:xfrm>
              <a:off x="2324034" y="1913126"/>
              <a:ext cx="489" cy="353"/>
            </a:xfrm>
            <a:custGeom>
              <a:avLst/>
              <a:gdLst/>
              <a:ahLst/>
              <a:cxnLst/>
              <a:rect l="l" t="t" r="r" b="b"/>
              <a:pathLst>
                <a:path w="36" h="26" extrusionOk="0">
                  <a:moveTo>
                    <a:pt x="0" y="25"/>
                  </a:moveTo>
                  <a:lnTo>
                    <a:pt x="3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82" name="Google Shape;9082;p76"/>
            <p:cNvSpPr/>
            <p:nvPr/>
          </p:nvSpPr>
          <p:spPr>
            <a:xfrm>
              <a:off x="2325881" y="1911660"/>
              <a:ext cx="638" cy="489"/>
            </a:xfrm>
            <a:custGeom>
              <a:avLst/>
              <a:gdLst/>
              <a:ahLst/>
              <a:cxnLst/>
              <a:rect l="l" t="t" r="r" b="b"/>
              <a:pathLst>
                <a:path w="47" h="36" extrusionOk="0">
                  <a:moveTo>
                    <a:pt x="1" y="35"/>
                  </a:moveTo>
                  <a:cubicBezTo>
                    <a:pt x="15" y="25"/>
                    <a:pt x="32" y="11"/>
                    <a:pt x="46" y="0"/>
                  </a:cubicBezTo>
                  <a:cubicBezTo>
                    <a:pt x="32" y="11"/>
                    <a:pt x="15" y="25"/>
                    <a:pt x="1" y="3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83" name="Google Shape;9083;p76"/>
            <p:cNvSpPr/>
            <p:nvPr/>
          </p:nvSpPr>
          <p:spPr>
            <a:xfrm>
              <a:off x="2324605" y="1912705"/>
              <a:ext cx="530" cy="394"/>
            </a:xfrm>
            <a:custGeom>
              <a:avLst/>
              <a:gdLst/>
              <a:ahLst/>
              <a:cxnLst/>
              <a:rect l="l" t="t" r="r" b="b"/>
              <a:pathLst>
                <a:path w="39" h="29" extrusionOk="0">
                  <a:moveTo>
                    <a:pt x="0" y="28"/>
                  </a:moveTo>
                  <a:lnTo>
                    <a:pt x="3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84" name="Google Shape;9084;p76"/>
            <p:cNvSpPr/>
            <p:nvPr/>
          </p:nvSpPr>
          <p:spPr>
            <a:xfrm>
              <a:off x="2325216" y="1912230"/>
              <a:ext cx="584" cy="434"/>
            </a:xfrm>
            <a:custGeom>
              <a:avLst/>
              <a:gdLst/>
              <a:ahLst/>
              <a:cxnLst/>
              <a:rect l="l" t="t" r="r" b="b"/>
              <a:pathLst>
                <a:path w="43" h="32" extrusionOk="0">
                  <a:moveTo>
                    <a:pt x="1" y="32"/>
                  </a:moveTo>
                  <a:lnTo>
                    <a:pt x="43"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85" name="Google Shape;9085;p76"/>
            <p:cNvSpPr/>
            <p:nvPr/>
          </p:nvSpPr>
          <p:spPr>
            <a:xfrm>
              <a:off x="2328026" y="1909515"/>
              <a:ext cx="625" cy="733"/>
            </a:xfrm>
            <a:custGeom>
              <a:avLst/>
              <a:gdLst/>
              <a:ahLst/>
              <a:cxnLst/>
              <a:rect l="l" t="t" r="r" b="b"/>
              <a:pathLst>
                <a:path w="46" h="54" extrusionOk="0">
                  <a:moveTo>
                    <a:pt x="0" y="53"/>
                  </a:moveTo>
                  <a:cubicBezTo>
                    <a:pt x="14" y="36"/>
                    <a:pt x="32" y="18"/>
                    <a:pt x="46" y="1"/>
                  </a:cubicBezTo>
                  <a:cubicBezTo>
                    <a:pt x="32" y="18"/>
                    <a:pt x="14" y="36"/>
                    <a:pt x="0" y="5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86" name="Google Shape;9086;p76"/>
            <p:cNvSpPr/>
            <p:nvPr/>
          </p:nvSpPr>
          <p:spPr>
            <a:xfrm>
              <a:off x="2326546" y="1911035"/>
              <a:ext cx="679" cy="584"/>
            </a:xfrm>
            <a:custGeom>
              <a:avLst/>
              <a:gdLst/>
              <a:ahLst/>
              <a:cxnLst/>
              <a:rect l="l" t="t" r="r" b="b"/>
              <a:pathLst>
                <a:path w="50" h="43" extrusionOk="0">
                  <a:moveTo>
                    <a:pt x="1" y="43"/>
                  </a:moveTo>
                  <a:cubicBezTo>
                    <a:pt x="15" y="29"/>
                    <a:pt x="32" y="15"/>
                    <a:pt x="50" y="1"/>
                  </a:cubicBezTo>
                  <a:cubicBezTo>
                    <a:pt x="32" y="15"/>
                    <a:pt x="15" y="29"/>
                    <a:pt x="1"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87" name="Google Shape;9087;p76"/>
            <p:cNvSpPr/>
            <p:nvPr/>
          </p:nvSpPr>
          <p:spPr>
            <a:xfrm>
              <a:off x="2328732" y="1908619"/>
              <a:ext cx="679" cy="774"/>
            </a:xfrm>
            <a:custGeom>
              <a:avLst/>
              <a:gdLst/>
              <a:ahLst/>
              <a:cxnLst/>
              <a:rect l="l" t="t" r="r" b="b"/>
              <a:pathLst>
                <a:path w="50" h="57" extrusionOk="0">
                  <a:moveTo>
                    <a:pt x="50" y="0"/>
                  </a:moveTo>
                  <a:cubicBezTo>
                    <a:pt x="32" y="18"/>
                    <a:pt x="18" y="39"/>
                    <a:pt x="1" y="56"/>
                  </a:cubicBezTo>
                  <a:cubicBezTo>
                    <a:pt x="18" y="39"/>
                    <a:pt x="32" y="21"/>
                    <a:pt x="5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88" name="Google Shape;9088;p76"/>
            <p:cNvSpPr/>
            <p:nvPr/>
          </p:nvSpPr>
          <p:spPr>
            <a:xfrm>
              <a:off x="2315196" y="1925726"/>
              <a:ext cx="869" cy="1629"/>
            </a:xfrm>
            <a:custGeom>
              <a:avLst/>
              <a:gdLst/>
              <a:ahLst/>
              <a:cxnLst/>
              <a:rect l="l" t="t" r="r" b="b"/>
              <a:pathLst>
                <a:path w="64" h="120" extrusionOk="0">
                  <a:moveTo>
                    <a:pt x="0" y="120"/>
                  </a:moveTo>
                  <a:cubicBezTo>
                    <a:pt x="14" y="74"/>
                    <a:pt x="35" y="32"/>
                    <a:pt x="63" y="1"/>
                  </a:cubicBezTo>
                  <a:cubicBezTo>
                    <a:pt x="35" y="32"/>
                    <a:pt x="14" y="74"/>
                    <a:pt x="0" y="12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89" name="Google Shape;9089;p76"/>
            <p:cNvSpPr/>
            <p:nvPr/>
          </p:nvSpPr>
          <p:spPr>
            <a:xfrm>
              <a:off x="2315481" y="1933384"/>
              <a:ext cx="204" cy="869"/>
            </a:xfrm>
            <a:custGeom>
              <a:avLst/>
              <a:gdLst/>
              <a:ahLst/>
              <a:cxnLst/>
              <a:rect l="l" t="t" r="r" b="b"/>
              <a:pathLst>
                <a:path w="15" h="64" extrusionOk="0">
                  <a:moveTo>
                    <a:pt x="0" y="0"/>
                  </a:moveTo>
                  <a:cubicBezTo>
                    <a:pt x="7" y="21"/>
                    <a:pt x="11" y="46"/>
                    <a:pt x="14" y="63"/>
                  </a:cubicBezTo>
                  <a:cubicBezTo>
                    <a:pt x="11" y="42"/>
                    <a:pt x="7" y="18"/>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90" name="Google Shape;9090;p76"/>
            <p:cNvSpPr/>
            <p:nvPr/>
          </p:nvSpPr>
          <p:spPr>
            <a:xfrm>
              <a:off x="2315046" y="1928062"/>
              <a:ext cx="14" cy="204"/>
            </a:xfrm>
            <a:custGeom>
              <a:avLst/>
              <a:gdLst/>
              <a:ahLst/>
              <a:cxnLst/>
              <a:rect l="l" t="t" r="r" b="b"/>
              <a:pathLst>
                <a:path w="1" h="15" extrusionOk="0">
                  <a:moveTo>
                    <a:pt x="1" y="14"/>
                  </a:moveTo>
                  <a:cubicBezTo>
                    <a:pt x="1" y="7"/>
                    <a:pt x="1" y="4"/>
                    <a:pt x="1" y="0"/>
                  </a:cubicBezTo>
                  <a:cubicBezTo>
                    <a:pt x="1" y="4"/>
                    <a:pt x="1" y="7"/>
                    <a:pt x="1"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91" name="Google Shape;9091;p76"/>
            <p:cNvSpPr/>
            <p:nvPr/>
          </p:nvSpPr>
          <p:spPr>
            <a:xfrm>
              <a:off x="2315100" y="1927396"/>
              <a:ext cx="109" cy="394"/>
            </a:xfrm>
            <a:custGeom>
              <a:avLst/>
              <a:gdLst/>
              <a:ahLst/>
              <a:cxnLst/>
              <a:rect l="l" t="t" r="r" b="b"/>
              <a:pathLst>
                <a:path w="8" h="29" extrusionOk="0">
                  <a:moveTo>
                    <a:pt x="7" y="0"/>
                  </a:moveTo>
                  <a:lnTo>
                    <a:pt x="7" y="0"/>
                  </a:lnTo>
                  <a:cubicBezTo>
                    <a:pt x="4" y="7"/>
                    <a:pt x="0" y="18"/>
                    <a:pt x="0" y="28"/>
                  </a:cubicBezTo>
                  <a:cubicBezTo>
                    <a:pt x="4" y="18"/>
                    <a:pt x="4" y="7"/>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92" name="Google Shape;9092;p76"/>
            <p:cNvSpPr/>
            <p:nvPr/>
          </p:nvSpPr>
          <p:spPr>
            <a:xfrm>
              <a:off x="2361250" y="1948170"/>
              <a:ext cx="54" cy="54"/>
            </a:xfrm>
            <a:custGeom>
              <a:avLst/>
              <a:gdLst/>
              <a:ahLst/>
              <a:cxnLst/>
              <a:rect l="l" t="t" r="r" b="b"/>
              <a:pathLst>
                <a:path w="4" h="4" extrusionOk="0">
                  <a:moveTo>
                    <a:pt x="4"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93" name="Google Shape;9093;p76"/>
            <p:cNvSpPr/>
            <p:nvPr/>
          </p:nvSpPr>
          <p:spPr>
            <a:xfrm>
              <a:off x="2361861" y="1947735"/>
              <a:ext cx="109" cy="109"/>
            </a:xfrm>
            <a:custGeom>
              <a:avLst/>
              <a:gdLst/>
              <a:ahLst/>
              <a:cxnLst/>
              <a:rect l="l" t="t" r="r" b="b"/>
              <a:pathLst>
                <a:path w="8" h="8" extrusionOk="0">
                  <a:moveTo>
                    <a:pt x="8" y="1"/>
                  </a:moveTo>
                  <a:lnTo>
                    <a:pt x="8" y="1"/>
                  </a:ln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94" name="Google Shape;9094;p76"/>
            <p:cNvSpPr/>
            <p:nvPr/>
          </p:nvSpPr>
          <p:spPr>
            <a:xfrm>
              <a:off x="2360870" y="1948496"/>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95" name="Google Shape;9095;p76"/>
            <p:cNvSpPr/>
            <p:nvPr/>
          </p:nvSpPr>
          <p:spPr>
            <a:xfrm>
              <a:off x="2361481" y="1947980"/>
              <a:ext cx="109" cy="54"/>
            </a:xfrm>
            <a:custGeom>
              <a:avLst/>
              <a:gdLst/>
              <a:ahLst/>
              <a:cxnLst/>
              <a:rect l="l" t="t" r="r" b="b"/>
              <a:pathLst>
                <a:path w="8" h="4" extrusionOk="0">
                  <a:moveTo>
                    <a:pt x="8"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96" name="Google Shape;9096;p76"/>
            <p:cNvSpPr/>
            <p:nvPr/>
          </p:nvSpPr>
          <p:spPr>
            <a:xfrm>
              <a:off x="2361060" y="1948360"/>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97" name="Google Shape;9097;p76"/>
            <p:cNvSpPr/>
            <p:nvPr/>
          </p:nvSpPr>
          <p:spPr>
            <a:xfrm>
              <a:off x="2360721" y="1948645"/>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98" name="Google Shape;9098;p76"/>
            <p:cNvSpPr/>
            <p:nvPr/>
          </p:nvSpPr>
          <p:spPr>
            <a:xfrm>
              <a:off x="2289045" y="1932474"/>
              <a:ext cx="108104" cy="83909"/>
            </a:xfrm>
            <a:custGeom>
              <a:avLst/>
              <a:gdLst/>
              <a:ahLst/>
              <a:cxnLst/>
              <a:rect l="l" t="t" r="r" b="b"/>
              <a:pathLst>
                <a:path w="7962" h="6180" extrusionOk="0">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99" name="Google Shape;9099;p76"/>
            <p:cNvSpPr/>
            <p:nvPr/>
          </p:nvSpPr>
          <p:spPr>
            <a:xfrm>
              <a:off x="2360015" y="1962711"/>
              <a:ext cx="149" cy="204"/>
            </a:xfrm>
            <a:custGeom>
              <a:avLst/>
              <a:gdLst/>
              <a:ahLst/>
              <a:cxnLst/>
              <a:rect l="l" t="t" r="r" b="b"/>
              <a:pathLst>
                <a:path w="11" h="15" extrusionOk="0">
                  <a:moveTo>
                    <a:pt x="11"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00" name="Google Shape;9100;p76"/>
            <p:cNvSpPr/>
            <p:nvPr/>
          </p:nvSpPr>
          <p:spPr>
            <a:xfrm>
              <a:off x="2360965" y="1967409"/>
              <a:ext cx="3761" cy="4861"/>
            </a:xfrm>
            <a:custGeom>
              <a:avLst/>
              <a:gdLst/>
              <a:ahLst/>
              <a:cxnLst/>
              <a:rect l="l" t="t" r="r" b="b"/>
              <a:pathLst>
                <a:path w="277" h="358" extrusionOk="0">
                  <a:moveTo>
                    <a:pt x="0" y="1"/>
                  </a:moveTo>
                  <a:cubicBezTo>
                    <a:pt x="81" y="141"/>
                    <a:pt x="193" y="316"/>
                    <a:pt x="277" y="358"/>
                  </a:cubicBezTo>
                  <a:cubicBezTo>
                    <a:pt x="193" y="312"/>
                    <a:pt x="81" y="137"/>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01" name="Google Shape;9101;p76"/>
            <p:cNvSpPr/>
            <p:nvPr/>
          </p:nvSpPr>
          <p:spPr>
            <a:xfrm>
              <a:off x="2359580" y="196470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02" name="Google Shape;9102;p76"/>
            <p:cNvSpPr/>
            <p:nvPr/>
          </p:nvSpPr>
          <p:spPr>
            <a:xfrm>
              <a:off x="2360205" y="1962087"/>
              <a:ext cx="299" cy="489"/>
            </a:xfrm>
            <a:custGeom>
              <a:avLst/>
              <a:gdLst/>
              <a:ahLst/>
              <a:cxnLst/>
              <a:rect l="l" t="t" r="r" b="b"/>
              <a:pathLst>
                <a:path w="22" h="36" extrusionOk="0">
                  <a:moveTo>
                    <a:pt x="0" y="36"/>
                  </a:moveTo>
                  <a:cubicBezTo>
                    <a:pt x="7" y="25"/>
                    <a:pt x="14" y="11"/>
                    <a:pt x="21" y="1"/>
                  </a:cubicBezTo>
                  <a:lnTo>
                    <a:pt x="21" y="1"/>
                  </a:lnTo>
                  <a:cubicBezTo>
                    <a:pt x="14" y="11"/>
                    <a:pt x="7" y="25"/>
                    <a:pt x="0" y="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03" name="Google Shape;9103;p76"/>
            <p:cNvSpPr/>
            <p:nvPr/>
          </p:nvSpPr>
          <p:spPr>
            <a:xfrm>
              <a:off x="2354027" y="2011522"/>
              <a:ext cx="149" cy="14"/>
            </a:xfrm>
            <a:custGeom>
              <a:avLst/>
              <a:gdLst/>
              <a:ahLst/>
              <a:cxnLst/>
              <a:rect l="l" t="t" r="r" b="b"/>
              <a:pathLst>
                <a:path w="11" h="1" extrusionOk="0">
                  <a:moveTo>
                    <a:pt x="0" y="1"/>
                  </a:moveTo>
                  <a:lnTo>
                    <a:pt x="7" y="1"/>
                  </a:ln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04" name="Google Shape;9104;p76"/>
            <p:cNvSpPr/>
            <p:nvPr/>
          </p:nvSpPr>
          <p:spPr>
            <a:xfrm>
              <a:off x="2353647" y="2011577"/>
              <a:ext cx="299" cy="54"/>
            </a:xfrm>
            <a:custGeom>
              <a:avLst/>
              <a:gdLst/>
              <a:ahLst/>
              <a:cxnLst/>
              <a:rect l="l" t="t" r="r" b="b"/>
              <a:pathLst>
                <a:path w="22" h="4" extrusionOk="0">
                  <a:moveTo>
                    <a:pt x="0" y="4"/>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05" name="Google Shape;9105;p76"/>
            <p:cNvSpPr/>
            <p:nvPr/>
          </p:nvSpPr>
          <p:spPr>
            <a:xfrm>
              <a:off x="2356159" y="2010572"/>
              <a:ext cx="3815" cy="543"/>
            </a:xfrm>
            <a:custGeom>
              <a:avLst/>
              <a:gdLst/>
              <a:ahLst/>
              <a:cxnLst/>
              <a:rect l="l" t="t" r="r" b="b"/>
              <a:pathLst>
                <a:path w="281" h="40" extrusionOk="0">
                  <a:moveTo>
                    <a:pt x="1" y="39"/>
                  </a:moveTo>
                  <a:lnTo>
                    <a:pt x="1" y="39"/>
                  </a:lnTo>
                  <a:cubicBezTo>
                    <a:pt x="92" y="18"/>
                    <a:pt x="186" y="8"/>
                    <a:pt x="281" y="1"/>
                  </a:cubicBezTo>
                  <a:cubicBezTo>
                    <a:pt x="186" y="8"/>
                    <a:pt x="92" y="18"/>
                    <a:pt x="1"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06" name="Google Shape;9106;p76"/>
            <p:cNvSpPr/>
            <p:nvPr/>
          </p:nvSpPr>
          <p:spPr>
            <a:xfrm>
              <a:off x="2314720" y="1939562"/>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07" name="Google Shape;9107;p76"/>
            <p:cNvSpPr/>
            <p:nvPr/>
          </p:nvSpPr>
          <p:spPr>
            <a:xfrm>
              <a:off x="2314381" y="1940268"/>
              <a:ext cx="258" cy="543"/>
            </a:xfrm>
            <a:custGeom>
              <a:avLst/>
              <a:gdLst/>
              <a:ahLst/>
              <a:cxnLst/>
              <a:rect l="l" t="t" r="r" b="b"/>
              <a:pathLst>
                <a:path w="19" h="40" extrusionOk="0">
                  <a:moveTo>
                    <a:pt x="1" y="39"/>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08" name="Google Shape;9108;p76"/>
            <p:cNvSpPr/>
            <p:nvPr/>
          </p:nvSpPr>
          <p:spPr>
            <a:xfrm>
              <a:off x="2315005" y="1938896"/>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09" name="Google Shape;9109;p76"/>
            <p:cNvSpPr/>
            <p:nvPr/>
          </p:nvSpPr>
          <p:spPr>
            <a:xfrm>
              <a:off x="2315236" y="1938231"/>
              <a:ext cx="204" cy="625"/>
            </a:xfrm>
            <a:custGeom>
              <a:avLst/>
              <a:gdLst/>
              <a:ahLst/>
              <a:cxnLst/>
              <a:rect l="l" t="t" r="r" b="b"/>
              <a:pathLst>
                <a:path w="15" h="46" extrusionOk="0">
                  <a:moveTo>
                    <a:pt x="1" y="46"/>
                  </a:moveTo>
                  <a:cubicBezTo>
                    <a:pt x="8" y="28"/>
                    <a:pt x="11" y="14"/>
                    <a:pt x="15" y="0"/>
                  </a:cubicBezTo>
                  <a:cubicBezTo>
                    <a:pt x="11" y="14"/>
                    <a:pt x="8" y="28"/>
                    <a:pt x="1" y="4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10" name="Google Shape;9110;p76"/>
            <p:cNvSpPr/>
            <p:nvPr/>
          </p:nvSpPr>
          <p:spPr>
            <a:xfrm>
              <a:off x="2314055" y="1940933"/>
              <a:ext cx="244" cy="489"/>
            </a:xfrm>
            <a:custGeom>
              <a:avLst/>
              <a:gdLst/>
              <a:ahLst/>
              <a:cxnLst/>
              <a:rect l="l" t="t" r="r" b="b"/>
              <a:pathLst>
                <a:path w="18" h="36" extrusionOk="0">
                  <a:moveTo>
                    <a:pt x="0" y="36"/>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11" name="Google Shape;9111;p76"/>
            <p:cNvSpPr/>
            <p:nvPr/>
          </p:nvSpPr>
          <p:spPr>
            <a:xfrm>
              <a:off x="2315481" y="1937511"/>
              <a:ext cx="204" cy="584"/>
            </a:xfrm>
            <a:custGeom>
              <a:avLst/>
              <a:gdLst/>
              <a:ahLst/>
              <a:cxnLst/>
              <a:rect l="l" t="t" r="r" b="b"/>
              <a:pathLst>
                <a:path w="15" h="43" extrusionOk="0">
                  <a:moveTo>
                    <a:pt x="0" y="43"/>
                  </a:moveTo>
                  <a:cubicBezTo>
                    <a:pt x="4" y="29"/>
                    <a:pt x="11" y="15"/>
                    <a:pt x="14" y="1"/>
                  </a:cubicBezTo>
                  <a:cubicBezTo>
                    <a:pt x="11" y="15"/>
                    <a:pt x="4" y="29"/>
                    <a:pt x="0"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12" name="Google Shape;9112;p76"/>
            <p:cNvSpPr/>
            <p:nvPr/>
          </p:nvSpPr>
          <p:spPr>
            <a:xfrm>
              <a:off x="2296038" y="1987707"/>
              <a:ext cx="1955" cy="2444"/>
            </a:xfrm>
            <a:custGeom>
              <a:avLst/>
              <a:gdLst/>
              <a:ahLst/>
              <a:cxnLst/>
              <a:rect l="l" t="t" r="r" b="b"/>
              <a:pathLst>
                <a:path w="144" h="180" extrusionOk="0">
                  <a:moveTo>
                    <a:pt x="0" y="1"/>
                  </a:moveTo>
                  <a:cubicBezTo>
                    <a:pt x="35" y="67"/>
                    <a:pt x="84" y="130"/>
                    <a:pt x="144" y="179"/>
                  </a:cubicBezTo>
                  <a:cubicBezTo>
                    <a:pt x="84" y="130"/>
                    <a:pt x="35" y="67"/>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13" name="Google Shape;9113;p76"/>
            <p:cNvSpPr/>
            <p:nvPr/>
          </p:nvSpPr>
          <p:spPr>
            <a:xfrm>
              <a:off x="2315807" y="1936086"/>
              <a:ext cx="68" cy="584"/>
            </a:xfrm>
            <a:custGeom>
              <a:avLst/>
              <a:gdLst/>
              <a:ahLst/>
              <a:cxnLst/>
              <a:rect l="l" t="t" r="r" b="b"/>
              <a:pathLst>
                <a:path w="5" h="43" extrusionOk="0">
                  <a:moveTo>
                    <a:pt x="1" y="43"/>
                  </a:moveTo>
                  <a:cubicBezTo>
                    <a:pt x="1" y="29"/>
                    <a:pt x="4" y="15"/>
                    <a:pt x="4" y="1"/>
                  </a:cubicBezTo>
                  <a:cubicBezTo>
                    <a:pt x="4" y="15"/>
                    <a:pt x="1" y="29"/>
                    <a:pt x="1"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14" name="Google Shape;9114;p76"/>
            <p:cNvSpPr/>
            <p:nvPr/>
          </p:nvSpPr>
          <p:spPr>
            <a:xfrm>
              <a:off x="2315671" y="1936751"/>
              <a:ext cx="149" cy="638"/>
            </a:xfrm>
            <a:custGeom>
              <a:avLst/>
              <a:gdLst/>
              <a:ahLst/>
              <a:cxnLst/>
              <a:rect l="l" t="t" r="r" b="b"/>
              <a:pathLst>
                <a:path w="11" h="47" extrusionOk="0">
                  <a:moveTo>
                    <a:pt x="0" y="46"/>
                  </a:moveTo>
                  <a:cubicBezTo>
                    <a:pt x="4" y="32"/>
                    <a:pt x="7" y="15"/>
                    <a:pt x="11" y="1"/>
                  </a:cubicBezTo>
                  <a:cubicBezTo>
                    <a:pt x="7" y="15"/>
                    <a:pt x="4" y="32"/>
                    <a:pt x="0" y="4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15" name="Google Shape;9115;p76"/>
            <p:cNvSpPr/>
            <p:nvPr/>
          </p:nvSpPr>
          <p:spPr>
            <a:xfrm>
              <a:off x="2309534" y="2006390"/>
              <a:ext cx="54" cy="258"/>
            </a:xfrm>
            <a:custGeom>
              <a:avLst/>
              <a:gdLst/>
              <a:ahLst/>
              <a:cxnLst/>
              <a:rect l="l" t="t" r="r" b="b"/>
              <a:pathLst>
                <a:path w="4" h="19" extrusionOk="0">
                  <a:moveTo>
                    <a:pt x="0"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16" name="Google Shape;9116;p76"/>
            <p:cNvSpPr/>
            <p:nvPr/>
          </p:nvSpPr>
          <p:spPr>
            <a:xfrm>
              <a:off x="2308909" y="2000973"/>
              <a:ext cx="1344" cy="3775"/>
            </a:xfrm>
            <a:custGeom>
              <a:avLst/>
              <a:gdLst/>
              <a:ahLst/>
              <a:cxnLst/>
              <a:rect l="l" t="t" r="r" b="b"/>
              <a:pathLst>
                <a:path w="99" h="278" extrusionOk="0">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17" name="Google Shape;9117;p76"/>
            <p:cNvSpPr/>
            <p:nvPr/>
          </p:nvSpPr>
          <p:spPr>
            <a:xfrm>
              <a:off x="2309344" y="200777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18" name="Google Shape;9118;p76"/>
            <p:cNvSpPr/>
            <p:nvPr/>
          </p:nvSpPr>
          <p:spPr>
            <a:xfrm>
              <a:off x="2300029" y="196404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19" name="Google Shape;9119;p76"/>
            <p:cNvSpPr/>
            <p:nvPr/>
          </p:nvSpPr>
          <p:spPr>
            <a:xfrm>
              <a:off x="2359064" y="1961326"/>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20" name="Google Shape;9120;p76"/>
            <p:cNvSpPr/>
            <p:nvPr/>
          </p:nvSpPr>
          <p:spPr>
            <a:xfrm>
              <a:off x="2354407" y="1952868"/>
              <a:ext cx="149" cy="204"/>
            </a:xfrm>
            <a:custGeom>
              <a:avLst/>
              <a:gdLst/>
              <a:ahLst/>
              <a:cxnLst/>
              <a:rect l="l" t="t" r="r" b="b"/>
              <a:pathLst>
                <a:path w="11" h="15" extrusionOk="0">
                  <a:moveTo>
                    <a:pt x="11"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21" name="Google Shape;9121;p76"/>
            <p:cNvSpPr/>
            <p:nvPr/>
          </p:nvSpPr>
          <p:spPr>
            <a:xfrm>
              <a:off x="2355779" y="1950967"/>
              <a:ext cx="109" cy="163"/>
            </a:xfrm>
            <a:custGeom>
              <a:avLst/>
              <a:gdLst/>
              <a:ahLst/>
              <a:cxnLst/>
              <a:rect l="l" t="t" r="r" b="b"/>
              <a:pathLst>
                <a:path w="8" h="12" extrusionOk="0">
                  <a:moveTo>
                    <a:pt x="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22" name="Google Shape;9122;p76"/>
            <p:cNvSpPr/>
            <p:nvPr/>
          </p:nvSpPr>
          <p:spPr>
            <a:xfrm>
              <a:off x="2353932" y="1953533"/>
              <a:ext cx="109" cy="163"/>
            </a:xfrm>
            <a:custGeom>
              <a:avLst/>
              <a:gdLst/>
              <a:ahLst/>
              <a:cxnLst/>
              <a:rect l="l" t="t" r="r" b="b"/>
              <a:pathLst>
                <a:path w="8" h="12" extrusionOk="0">
                  <a:moveTo>
                    <a:pt x="7"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23" name="Google Shape;9123;p76"/>
            <p:cNvSpPr/>
            <p:nvPr/>
          </p:nvSpPr>
          <p:spPr>
            <a:xfrm>
              <a:off x="2358915" y="1961326"/>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24" name="Google Shape;9124;p76"/>
            <p:cNvSpPr/>
            <p:nvPr/>
          </p:nvSpPr>
          <p:spPr>
            <a:xfrm>
              <a:off x="2354828" y="1952297"/>
              <a:ext cx="163" cy="204"/>
            </a:xfrm>
            <a:custGeom>
              <a:avLst/>
              <a:gdLst/>
              <a:ahLst/>
              <a:cxnLst/>
              <a:rect l="l" t="t" r="r" b="b"/>
              <a:pathLst>
                <a:path w="12" h="15" extrusionOk="0">
                  <a:moveTo>
                    <a:pt x="11"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25" name="Google Shape;9125;p76"/>
            <p:cNvSpPr/>
            <p:nvPr/>
          </p:nvSpPr>
          <p:spPr>
            <a:xfrm>
              <a:off x="2358779" y="196138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26" name="Google Shape;9126;p76"/>
            <p:cNvSpPr/>
            <p:nvPr/>
          </p:nvSpPr>
          <p:spPr>
            <a:xfrm>
              <a:off x="2359445" y="196138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27" name="Google Shape;9127;p76"/>
            <p:cNvSpPr/>
            <p:nvPr/>
          </p:nvSpPr>
          <p:spPr>
            <a:xfrm>
              <a:off x="2356118" y="1950451"/>
              <a:ext cx="109" cy="109"/>
            </a:xfrm>
            <a:custGeom>
              <a:avLst/>
              <a:gdLst/>
              <a:ahLst/>
              <a:cxnLst/>
              <a:rect l="l" t="t" r="r" b="b"/>
              <a:pathLst>
                <a:path w="8" h="8" extrusionOk="0">
                  <a:moveTo>
                    <a:pt x="7"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28" name="Google Shape;9128;p76"/>
            <p:cNvSpPr/>
            <p:nvPr/>
          </p:nvSpPr>
          <p:spPr>
            <a:xfrm>
              <a:off x="2360056" y="1961761"/>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29" name="Google Shape;9129;p76"/>
            <p:cNvSpPr/>
            <p:nvPr/>
          </p:nvSpPr>
          <p:spPr>
            <a:xfrm>
              <a:off x="2359730" y="1961516"/>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30" name="Google Shape;9130;p76"/>
            <p:cNvSpPr/>
            <p:nvPr/>
          </p:nvSpPr>
          <p:spPr>
            <a:xfrm>
              <a:off x="2355263" y="1951591"/>
              <a:ext cx="204" cy="244"/>
            </a:xfrm>
            <a:custGeom>
              <a:avLst/>
              <a:gdLst/>
              <a:ahLst/>
              <a:cxnLst/>
              <a:rect l="l" t="t" r="r" b="b"/>
              <a:pathLst>
                <a:path w="15" h="18" extrusionOk="0">
                  <a:moveTo>
                    <a:pt x="14"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31" name="Google Shape;9131;p76"/>
            <p:cNvSpPr/>
            <p:nvPr/>
          </p:nvSpPr>
          <p:spPr>
            <a:xfrm>
              <a:off x="2356539" y="194992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32" name="Google Shape;9132;p76"/>
            <p:cNvSpPr/>
            <p:nvPr/>
          </p:nvSpPr>
          <p:spPr>
            <a:xfrm>
              <a:off x="2360490" y="1962087"/>
              <a:ext cx="14" cy="14"/>
            </a:xfrm>
            <a:custGeom>
              <a:avLst/>
              <a:gdLst/>
              <a:ahLst/>
              <a:cxnLst/>
              <a:rect l="l" t="t" r="r" b="b"/>
              <a:pathLst>
                <a:path w="1"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33" name="Google Shape;9133;p76"/>
            <p:cNvSpPr/>
            <p:nvPr/>
          </p:nvSpPr>
          <p:spPr>
            <a:xfrm>
              <a:off x="2319703" y="1935991"/>
              <a:ext cx="163" cy="14"/>
            </a:xfrm>
            <a:custGeom>
              <a:avLst/>
              <a:gdLst/>
              <a:ahLst/>
              <a:cxnLst/>
              <a:rect l="l" t="t" r="r" b="b"/>
              <a:pathLst>
                <a:path w="12" h="1" extrusionOk="0">
                  <a:moveTo>
                    <a:pt x="1"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34" name="Google Shape;9134;p76"/>
            <p:cNvSpPr/>
            <p:nvPr/>
          </p:nvSpPr>
          <p:spPr>
            <a:xfrm>
              <a:off x="2355113" y="1947735"/>
              <a:ext cx="1724" cy="1779"/>
            </a:xfrm>
            <a:custGeom>
              <a:avLst/>
              <a:gdLst/>
              <a:ahLst/>
              <a:cxnLst/>
              <a:rect l="l" t="t" r="r" b="b"/>
              <a:pathLst>
                <a:path w="127" h="131" extrusionOk="0">
                  <a:moveTo>
                    <a:pt x="127" y="130"/>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35" name="Google Shape;9135;p76"/>
            <p:cNvSpPr/>
            <p:nvPr/>
          </p:nvSpPr>
          <p:spPr>
            <a:xfrm>
              <a:off x="2320464" y="1936140"/>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36" name="Google Shape;9136;p76"/>
            <p:cNvSpPr/>
            <p:nvPr/>
          </p:nvSpPr>
          <p:spPr>
            <a:xfrm>
              <a:off x="2320423" y="1936140"/>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37" name="Google Shape;9137;p76"/>
            <p:cNvSpPr/>
            <p:nvPr/>
          </p:nvSpPr>
          <p:spPr>
            <a:xfrm>
              <a:off x="2320233" y="1936086"/>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38" name="Google Shape;9138;p76"/>
            <p:cNvSpPr/>
            <p:nvPr/>
          </p:nvSpPr>
          <p:spPr>
            <a:xfrm>
              <a:off x="2315861" y="1935950"/>
              <a:ext cx="1860" cy="54"/>
            </a:xfrm>
            <a:custGeom>
              <a:avLst/>
              <a:gdLst/>
              <a:ahLst/>
              <a:cxnLst/>
              <a:rect l="l" t="t" r="r" b="b"/>
              <a:pathLst>
                <a:path w="137" h="4" extrusionOk="0">
                  <a:moveTo>
                    <a:pt x="0" y="4"/>
                  </a:moveTo>
                  <a:lnTo>
                    <a:pt x="0" y="4"/>
                  </a:lnTo>
                  <a:cubicBezTo>
                    <a:pt x="53" y="0"/>
                    <a:pt x="98" y="0"/>
                    <a:pt x="137" y="0"/>
                  </a:cubicBezTo>
                  <a:cubicBezTo>
                    <a:pt x="98" y="0"/>
                    <a:pt x="53" y="0"/>
                    <a:pt x="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39" name="Google Shape;9139;p76"/>
            <p:cNvSpPr/>
            <p:nvPr/>
          </p:nvSpPr>
          <p:spPr>
            <a:xfrm>
              <a:off x="2319893" y="1936045"/>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40" name="Google Shape;9140;p76"/>
            <p:cNvSpPr/>
            <p:nvPr/>
          </p:nvSpPr>
          <p:spPr>
            <a:xfrm>
              <a:off x="2320369" y="1936086"/>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41" name="Google Shape;9141;p76"/>
            <p:cNvSpPr/>
            <p:nvPr/>
          </p:nvSpPr>
          <p:spPr>
            <a:xfrm>
              <a:off x="2320083" y="1936045"/>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42" name="Google Shape;9142;p76"/>
            <p:cNvSpPr/>
            <p:nvPr/>
          </p:nvSpPr>
          <p:spPr>
            <a:xfrm>
              <a:off x="2341998" y="1935000"/>
              <a:ext cx="12994" cy="12600"/>
            </a:xfrm>
            <a:custGeom>
              <a:avLst/>
              <a:gdLst/>
              <a:ahLst/>
              <a:cxnLst/>
              <a:rect l="l" t="t" r="r" b="b"/>
              <a:pathLst>
                <a:path w="957" h="928" extrusionOk="0">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43" name="Google Shape;9143;p76"/>
            <p:cNvSpPr/>
            <p:nvPr/>
          </p:nvSpPr>
          <p:spPr>
            <a:xfrm>
              <a:off x="2325121" y="1932284"/>
              <a:ext cx="923" cy="448"/>
            </a:xfrm>
            <a:custGeom>
              <a:avLst/>
              <a:gdLst/>
              <a:ahLst/>
              <a:cxnLst/>
              <a:rect l="l" t="t" r="r" b="b"/>
              <a:pathLst>
                <a:path w="68" h="33" extrusionOk="0">
                  <a:moveTo>
                    <a:pt x="1" y="1"/>
                  </a:moveTo>
                  <a:cubicBezTo>
                    <a:pt x="25" y="4"/>
                    <a:pt x="50" y="15"/>
                    <a:pt x="67" y="32"/>
                  </a:cubicBezTo>
                  <a:cubicBezTo>
                    <a:pt x="50" y="15"/>
                    <a:pt x="25"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44" name="Google Shape;9144;p76"/>
            <p:cNvSpPr/>
            <p:nvPr/>
          </p:nvSpPr>
          <p:spPr>
            <a:xfrm>
              <a:off x="2318753" y="193595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45" name="Google Shape;9145;p76"/>
            <p:cNvSpPr/>
            <p:nvPr/>
          </p:nvSpPr>
          <p:spPr>
            <a:xfrm>
              <a:off x="2319133" y="1935950"/>
              <a:ext cx="204" cy="14"/>
            </a:xfrm>
            <a:custGeom>
              <a:avLst/>
              <a:gdLst/>
              <a:ahLst/>
              <a:cxnLst/>
              <a:rect l="l" t="t" r="r" b="b"/>
              <a:pathLst>
                <a:path w="15" h="1" extrusionOk="0">
                  <a:moveTo>
                    <a:pt x="1" y="0"/>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46" name="Google Shape;9146;p76"/>
            <p:cNvSpPr/>
            <p:nvPr/>
          </p:nvSpPr>
          <p:spPr>
            <a:xfrm>
              <a:off x="2318332" y="1935950"/>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47" name="Google Shape;9147;p76"/>
            <p:cNvSpPr/>
            <p:nvPr/>
          </p:nvSpPr>
          <p:spPr>
            <a:xfrm>
              <a:off x="2317762" y="1935950"/>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48" name="Google Shape;9148;p76"/>
            <p:cNvSpPr/>
            <p:nvPr/>
          </p:nvSpPr>
          <p:spPr>
            <a:xfrm>
              <a:off x="2338902" y="1934945"/>
              <a:ext cx="2539" cy="109"/>
            </a:xfrm>
            <a:custGeom>
              <a:avLst/>
              <a:gdLst/>
              <a:ahLst/>
              <a:cxnLst/>
              <a:rect l="l" t="t" r="r" b="b"/>
              <a:pathLst>
                <a:path w="187" h="8" extrusionOk="0">
                  <a:moveTo>
                    <a:pt x="1" y="8"/>
                  </a:moveTo>
                  <a:cubicBezTo>
                    <a:pt x="67" y="4"/>
                    <a:pt x="134" y="1"/>
                    <a:pt x="186" y="1"/>
                  </a:cubicBezTo>
                  <a:cubicBezTo>
                    <a:pt x="134" y="1"/>
                    <a:pt x="67" y="4"/>
                    <a:pt x="1"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49" name="Google Shape;9149;p76"/>
            <p:cNvSpPr/>
            <p:nvPr/>
          </p:nvSpPr>
          <p:spPr>
            <a:xfrm>
              <a:off x="2319418" y="1935991"/>
              <a:ext cx="204" cy="14"/>
            </a:xfrm>
            <a:custGeom>
              <a:avLst/>
              <a:gdLst/>
              <a:ahLst/>
              <a:cxnLst/>
              <a:rect l="l" t="t" r="r" b="b"/>
              <a:pathLst>
                <a:path w="15" h="1" extrusionOk="0">
                  <a:moveTo>
                    <a:pt x="1"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50" name="Google Shape;9150;p76"/>
            <p:cNvSpPr/>
            <p:nvPr/>
          </p:nvSpPr>
          <p:spPr>
            <a:xfrm>
              <a:off x="2306153" y="1772952"/>
              <a:ext cx="8296" cy="11568"/>
            </a:xfrm>
            <a:custGeom>
              <a:avLst/>
              <a:gdLst/>
              <a:ahLst/>
              <a:cxnLst/>
              <a:rect l="l" t="t" r="r" b="b"/>
              <a:pathLst>
                <a:path w="611" h="852" extrusionOk="0">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51" name="Google Shape;9151;p76"/>
            <p:cNvSpPr/>
            <p:nvPr/>
          </p:nvSpPr>
          <p:spPr>
            <a:xfrm>
              <a:off x="2309669" y="1752192"/>
              <a:ext cx="47929" cy="38750"/>
            </a:xfrm>
            <a:custGeom>
              <a:avLst/>
              <a:gdLst/>
              <a:ahLst/>
              <a:cxnLst/>
              <a:rect l="l" t="t" r="r" b="b"/>
              <a:pathLst>
                <a:path w="3530" h="2854" extrusionOk="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52" name="Google Shape;9152;p76"/>
            <p:cNvSpPr/>
            <p:nvPr/>
          </p:nvSpPr>
          <p:spPr>
            <a:xfrm>
              <a:off x="2314625" y="1772192"/>
              <a:ext cx="109" cy="109"/>
            </a:xfrm>
            <a:custGeom>
              <a:avLst/>
              <a:gdLst/>
              <a:ahLst/>
              <a:cxnLst/>
              <a:rect l="l" t="t" r="r" b="b"/>
              <a:pathLst>
                <a:path w="8" h="8" extrusionOk="0">
                  <a:moveTo>
                    <a:pt x="7"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53" name="Google Shape;9153;p76"/>
            <p:cNvSpPr/>
            <p:nvPr/>
          </p:nvSpPr>
          <p:spPr>
            <a:xfrm>
              <a:off x="2313770" y="1779334"/>
              <a:ext cx="190" cy="204"/>
            </a:xfrm>
            <a:custGeom>
              <a:avLst/>
              <a:gdLst/>
              <a:ahLst/>
              <a:cxnLst/>
              <a:rect l="l" t="t" r="r" b="b"/>
              <a:pathLst>
                <a:path w="14" h="15" extrusionOk="0">
                  <a:moveTo>
                    <a:pt x="0" y="1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54" name="Google Shape;9154;p76"/>
            <p:cNvSpPr/>
            <p:nvPr/>
          </p:nvSpPr>
          <p:spPr>
            <a:xfrm>
              <a:off x="2315671" y="1773427"/>
              <a:ext cx="14" cy="109"/>
            </a:xfrm>
            <a:custGeom>
              <a:avLst/>
              <a:gdLst/>
              <a:ahLst/>
              <a:cxnLst/>
              <a:rect l="l" t="t" r="r" b="b"/>
              <a:pathLst>
                <a:path w="1" h="8" extrusionOk="0">
                  <a:moveTo>
                    <a:pt x="0"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55" name="Google Shape;9155;p76"/>
            <p:cNvSpPr/>
            <p:nvPr/>
          </p:nvSpPr>
          <p:spPr>
            <a:xfrm>
              <a:off x="2315521" y="1773237"/>
              <a:ext cx="68" cy="68"/>
            </a:xfrm>
            <a:custGeom>
              <a:avLst/>
              <a:gdLst/>
              <a:ahLst/>
              <a:cxnLst/>
              <a:rect l="l" t="t" r="r" b="b"/>
              <a:pathLst>
                <a:path w="5" h="5" extrusionOk="0">
                  <a:moveTo>
                    <a:pt x="4"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56" name="Google Shape;9156;p76"/>
            <p:cNvSpPr/>
            <p:nvPr/>
          </p:nvSpPr>
          <p:spPr>
            <a:xfrm>
              <a:off x="2313485" y="1771527"/>
              <a:ext cx="244" cy="163"/>
            </a:xfrm>
            <a:custGeom>
              <a:avLst/>
              <a:gdLst/>
              <a:ahLst/>
              <a:cxnLst/>
              <a:rect l="l" t="t" r="r" b="b"/>
              <a:pathLst>
                <a:path w="18" h="12" extrusionOk="0">
                  <a:moveTo>
                    <a:pt x="18"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57" name="Google Shape;9157;p76"/>
            <p:cNvSpPr/>
            <p:nvPr/>
          </p:nvSpPr>
          <p:spPr>
            <a:xfrm>
              <a:off x="2314055" y="1779048"/>
              <a:ext cx="149" cy="149"/>
            </a:xfrm>
            <a:custGeom>
              <a:avLst/>
              <a:gdLst/>
              <a:ahLst/>
              <a:cxnLst/>
              <a:rect l="l" t="t" r="r" b="b"/>
              <a:pathLst>
                <a:path w="11" h="11" extrusionOk="0">
                  <a:moveTo>
                    <a:pt x="0" y="11"/>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58" name="Google Shape;9158;p76"/>
            <p:cNvSpPr/>
            <p:nvPr/>
          </p:nvSpPr>
          <p:spPr>
            <a:xfrm>
              <a:off x="2314530" y="1778519"/>
              <a:ext cx="204" cy="149"/>
            </a:xfrm>
            <a:custGeom>
              <a:avLst/>
              <a:gdLst/>
              <a:ahLst/>
              <a:cxnLst/>
              <a:rect l="l" t="t" r="r" b="b"/>
              <a:pathLst>
                <a:path w="15" h="11" extrusionOk="0">
                  <a:moveTo>
                    <a:pt x="0" y="1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59" name="Google Shape;9159;p76"/>
            <p:cNvSpPr/>
            <p:nvPr/>
          </p:nvSpPr>
          <p:spPr>
            <a:xfrm>
              <a:off x="2313811" y="1771676"/>
              <a:ext cx="244" cy="149"/>
            </a:xfrm>
            <a:custGeom>
              <a:avLst/>
              <a:gdLst/>
              <a:ahLst/>
              <a:cxnLst/>
              <a:rect l="l" t="t" r="r" b="b"/>
              <a:pathLst>
                <a:path w="18" h="11" extrusionOk="0">
                  <a:moveTo>
                    <a:pt x="18"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60" name="Google Shape;9160;p76"/>
            <p:cNvSpPr/>
            <p:nvPr/>
          </p:nvSpPr>
          <p:spPr>
            <a:xfrm>
              <a:off x="2314096" y="1771866"/>
              <a:ext cx="448" cy="299"/>
            </a:xfrm>
            <a:custGeom>
              <a:avLst/>
              <a:gdLst/>
              <a:ahLst/>
              <a:cxnLst/>
              <a:rect l="l" t="t" r="r" b="b"/>
              <a:pathLst>
                <a:path w="33" h="22" extrusionOk="0">
                  <a:moveTo>
                    <a:pt x="32" y="21"/>
                  </a:moveTo>
                  <a:cubicBezTo>
                    <a:pt x="22" y="11"/>
                    <a:pt x="11" y="4"/>
                    <a:pt x="1" y="0"/>
                  </a:cubicBezTo>
                  <a:cubicBezTo>
                    <a:pt x="11" y="4"/>
                    <a:pt x="22" y="11"/>
                    <a:pt x="32"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61" name="Google Shape;9161;p76"/>
            <p:cNvSpPr/>
            <p:nvPr/>
          </p:nvSpPr>
          <p:spPr>
            <a:xfrm>
              <a:off x="2315386" y="1773006"/>
              <a:ext cx="54" cy="109"/>
            </a:xfrm>
            <a:custGeom>
              <a:avLst/>
              <a:gdLst/>
              <a:ahLst/>
              <a:cxnLst/>
              <a:rect l="l" t="t" r="r" b="b"/>
              <a:pathLst>
                <a:path w="4" h="8" extrusionOk="0">
                  <a:moveTo>
                    <a:pt x="4"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62" name="Google Shape;9162;p76"/>
            <p:cNvSpPr/>
            <p:nvPr/>
          </p:nvSpPr>
          <p:spPr>
            <a:xfrm>
              <a:off x="2315236" y="1772816"/>
              <a:ext cx="109" cy="109"/>
            </a:xfrm>
            <a:custGeom>
              <a:avLst/>
              <a:gdLst/>
              <a:ahLst/>
              <a:cxnLst/>
              <a:rect l="l" t="t" r="r" b="b"/>
              <a:pathLst>
                <a:path w="8" h="8" extrusionOk="0">
                  <a:moveTo>
                    <a:pt x="8"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63" name="Google Shape;9163;p76"/>
            <p:cNvSpPr/>
            <p:nvPr/>
          </p:nvSpPr>
          <p:spPr>
            <a:xfrm>
              <a:off x="2315046" y="1772572"/>
              <a:ext cx="109" cy="109"/>
            </a:xfrm>
            <a:custGeom>
              <a:avLst/>
              <a:gdLst/>
              <a:ahLst/>
              <a:cxnLst/>
              <a:rect l="l" t="t" r="r" b="b"/>
              <a:pathLst>
                <a:path w="8" h="8" extrusionOk="0">
                  <a:moveTo>
                    <a:pt x="8"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64" name="Google Shape;9164;p76"/>
            <p:cNvSpPr/>
            <p:nvPr/>
          </p:nvSpPr>
          <p:spPr>
            <a:xfrm>
              <a:off x="2314286" y="1778709"/>
              <a:ext cx="204" cy="204"/>
            </a:xfrm>
            <a:custGeom>
              <a:avLst/>
              <a:gdLst/>
              <a:ahLst/>
              <a:cxnLst/>
              <a:rect l="l" t="t" r="r" b="b"/>
              <a:pathLst>
                <a:path w="15" h="15" extrusionOk="0">
                  <a:moveTo>
                    <a:pt x="1" y="15"/>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65" name="Google Shape;9165;p76"/>
            <p:cNvSpPr/>
            <p:nvPr/>
          </p:nvSpPr>
          <p:spPr>
            <a:xfrm>
              <a:off x="2310769" y="1783081"/>
              <a:ext cx="339" cy="543"/>
            </a:xfrm>
            <a:custGeom>
              <a:avLst/>
              <a:gdLst/>
              <a:ahLst/>
              <a:cxnLst/>
              <a:rect l="l" t="t" r="r" b="b"/>
              <a:pathLst>
                <a:path w="25" h="40" extrusionOk="0">
                  <a:moveTo>
                    <a:pt x="0" y="39"/>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66" name="Google Shape;9166;p76"/>
            <p:cNvSpPr/>
            <p:nvPr/>
          </p:nvSpPr>
          <p:spPr>
            <a:xfrm>
              <a:off x="2310335" y="1783651"/>
              <a:ext cx="394" cy="638"/>
            </a:xfrm>
            <a:custGeom>
              <a:avLst/>
              <a:gdLst/>
              <a:ahLst/>
              <a:cxnLst/>
              <a:rect l="l" t="t" r="r" b="b"/>
              <a:pathLst>
                <a:path w="29" h="47" extrusionOk="0">
                  <a:moveTo>
                    <a:pt x="1" y="46"/>
                  </a:move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67" name="Google Shape;9167;p76"/>
            <p:cNvSpPr/>
            <p:nvPr/>
          </p:nvSpPr>
          <p:spPr>
            <a:xfrm>
              <a:off x="2309669" y="1784982"/>
              <a:ext cx="258" cy="394"/>
            </a:xfrm>
            <a:custGeom>
              <a:avLst/>
              <a:gdLst/>
              <a:ahLst/>
              <a:cxnLst/>
              <a:rect l="l" t="t" r="r" b="b"/>
              <a:pathLst>
                <a:path w="19" h="29" extrusionOk="0">
                  <a:moveTo>
                    <a:pt x="1" y="29"/>
                  </a:moveTo>
                  <a:lnTo>
                    <a:pt x="1" y="29"/>
                  </a:ln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68" name="Google Shape;9168;p76"/>
            <p:cNvSpPr/>
            <p:nvPr/>
          </p:nvSpPr>
          <p:spPr>
            <a:xfrm>
              <a:off x="2313430" y="1779659"/>
              <a:ext cx="204" cy="258"/>
            </a:xfrm>
            <a:custGeom>
              <a:avLst/>
              <a:gdLst/>
              <a:ahLst/>
              <a:cxnLst/>
              <a:rect l="l" t="t" r="r" b="b"/>
              <a:pathLst>
                <a:path w="15" h="19" extrusionOk="0">
                  <a:moveTo>
                    <a:pt x="1" y="18"/>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69" name="Google Shape;9169;p76"/>
            <p:cNvSpPr/>
            <p:nvPr/>
          </p:nvSpPr>
          <p:spPr>
            <a:xfrm>
              <a:off x="2311190" y="1782511"/>
              <a:ext cx="299" cy="394"/>
            </a:xfrm>
            <a:custGeom>
              <a:avLst/>
              <a:gdLst/>
              <a:ahLst/>
              <a:cxnLst/>
              <a:rect l="l" t="t" r="r" b="b"/>
              <a:pathLst>
                <a:path w="22" h="29" extrusionOk="0">
                  <a:moveTo>
                    <a:pt x="1" y="29"/>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70" name="Google Shape;9170;p76"/>
            <p:cNvSpPr/>
            <p:nvPr/>
          </p:nvSpPr>
          <p:spPr>
            <a:xfrm>
              <a:off x="2314856" y="1772382"/>
              <a:ext cx="109" cy="109"/>
            </a:xfrm>
            <a:custGeom>
              <a:avLst/>
              <a:gdLst/>
              <a:ahLst/>
              <a:cxnLst/>
              <a:rect l="l" t="t" r="r" b="b"/>
              <a:pathLst>
                <a:path w="8" h="8" extrusionOk="0">
                  <a:moveTo>
                    <a:pt x="1" y="1"/>
                  </a:moveTo>
                  <a:lnTo>
                    <a:pt x="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71" name="Google Shape;9171;p76"/>
            <p:cNvSpPr/>
            <p:nvPr/>
          </p:nvSpPr>
          <p:spPr>
            <a:xfrm>
              <a:off x="2313091" y="1780094"/>
              <a:ext cx="258" cy="244"/>
            </a:xfrm>
            <a:custGeom>
              <a:avLst/>
              <a:gdLst/>
              <a:ahLst/>
              <a:cxnLst/>
              <a:rect l="l" t="t" r="r" b="b"/>
              <a:pathLst>
                <a:path w="19" h="18" extrusionOk="0">
                  <a:moveTo>
                    <a:pt x="1" y="18"/>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72" name="Google Shape;9172;p76"/>
            <p:cNvSpPr/>
            <p:nvPr/>
          </p:nvSpPr>
          <p:spPr>
            <a:xfrm>
              <a:off x="2312765" y="1780515"/>
              <a:ext cx="244" cy="299"/>
            </a:xfrm>
            <a:custGeom>
              <a:avLst/>
              <a:gdLst/>
              <a:ahLst/>
              <a:cxnLst/>
              <a:rect l="l" t="t" r="r" b="b"/>
              <a:pathLst>
                <a:path w="18" h="22" extrusionOk="0">
                  <a:moveTo>
                    <a:pt x="0" y="22"/>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73" name="Google Shape;9173;p76"/>
            <p:cNvSpPr/>
            <p:nvPr/>
          </p:nvSpPr>
          <p:spPr>
            <a:xfrm>
              <a:off x="2312385" y="1780990"/>
              <a:ext cx="244" cy="299"/>
            </a:xfrm>
            <a:custGeom>
              <a:avLst/>
              <a:gdLst/>
              <a:ahLst/>
              <a:cxnLst/>
              <a:rect l="l" t="t" r="r" b="b"/>
              <a:pathLst>
                <a:path w="18" h="22" extrusionOk="0">
                  <a:moveTo>
                    <a:pt x="0" y="22"/>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74" name="Google Shape;9174;p76"/>
            <p:cNvSpPr/>
            <p:nvPr/>
          </p:nvSpPr>
          <p:spPr>
            <a:xfrm>
              <a:off x="2312005" y="1781465"/>
              <a:ext cx="244" cy="353"/>
            </a:xfrm>
            <a:custGeom>
              <a:avLst/>
              <a:gdLst/>
              <a:ahLst/>
              <a:cxnLst/>
              <a:rect l="l" t="t" r="r" b="b"/>
              <a:pathLst>
                <a:path w="18" h="26" extrusionOk="0">
                  <a:moveTo>
                    <a:pt x="0" y="25"/>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75" name="Google Shape;9175;p76"/>
            <p:cNvSpPr/>
            <p:nvPr/>
          </p:nvSpPr>
          <p:spPr>
            <a:xfrm>
              <a:off x="2311625" y="1781995"/>
              <a:ext cx="244" cy="339"/>
            </a:xfrm>
            <a:custGeom>
              <a:avLst/>
              <a:gdLst/>
              <a:ahLst/>
              <a:cxnLst/>
              <a:rect l="l" t="t" r="r" b="b"/>
              <a:pathLst>
                <a:path w="18" h="25" extrusionOk="0">
                  <a:moveTo>
                    <a:pt x="0" y="25"/>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76" name="Google Shape;9176;p76"/>
            <p:cNvSpPr/>
            <p:nvPr/>
          </p:nvSpPr>
          <p:spPr>
            <a:xfrm>
              <a:off x="2309955" y="1784276"/>
              <a:ext cx="394" cy="584"/>
            </a:xfrm>
            <a:custGeom>
              <a:avLst/>
              <a:gdLst/>
              <a:ahLst/>
              <a:cxnLst/>
              <a:rect l="l" t="t" r="r" b="b"/>
              <a:pathLst>
                <a:path w="29" h="43" extrusionOk="0">
                  <a:moveTo>
                    <a:pt x="1" y="42"/>
                  </a:moveTo>
                  <a:lnTo>
                    <a:pt x="2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77" name="Google Shape;9177;p76"/>
            <p:cNvSpPr/>
            <p:nvPr/>
          </p:nvSpPr>
          <p:spPr>
            <a:xfrm>
              <a:off x="2312141" y="1771241"/>
              <a:ext cx="394" cy="68"/>
            </a:xfrm>
            <a:custGeom>
              <a:avLst/>
              <a:gdLst/>
              <a:ahLst/>
              <a:cxnLst/>
              <a:rect l="l" t="t" r="r" b="b"/>
              <a:pathLst>
                <a:path w="29" h="5" extrusionOk="0">
                  <a:moveTo>
                    <a:pt x="29"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78" name="Google Shape;9178;p76"/>
            <p:cNvSpPr/>
            <p:nvPr/>
          </p:nvSpPr>
          <p:spPr>
            <a:xfrm>
              <a:off x="2312616" y="1771296"/>
              <a:ext cx="353" cy="109"/>
            </a:xfrm>
            <a:custGeom>
              <a:avLst/>
              <a:gdLst/>
              <a:ahLst/>
              <a:cxnLst/>
              <a:rect l="l" t="t" r="r" b="b"/>
              <a:pathLst>
                <a:path w="26" h="8" extrusionOk="0">
                  <a:moveTo>
                    <a:pt x="25"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79" name="Google Shape;9179;p76"/>
            <p:cNvSpPr/>
            <p:nvPr/>
          </p:nvSpPr>
          <p:spPr>
            <a:xfrm>
              <a:off x="2311665" y="1771146"/>
              <a:ext cx="394" cy="68"/>
            </a:xfrm>
            <a:custGeom>
              <a:avLst/>
              <a:gdLst/>
              <a:ahLst/>
              <a:cxnLst/>
              <a:rect l="l" t="t" r="r" b="b"/>
              <a:pathLst>
                <a:path w="29" h="5" extrusionOk="0">
                  <a:moveTo>
                    <a:pt x="29"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80" name="Google Shape;9180;p76"/>
            <p:cNvSpPr/>
            <p:nvPr/>
          </p:nvSpPr>
          <p:spPr>
            <a:xfrm>
              <a:off x="2313050" y="1771431"/>
              <a:ext cx="299" cy="109"/>
            </a:xfrm>
            <a:custGeom>
              <a:avLst/>
              <a:gdLst/>
              <a:ahLst/>
              <a:cxnLst/>
              <a:rect l="l" t="t" r="r" b="b"/>
              <a:pathLst>
                <a:path w="22" h="8" extrusionOk="0">
                  <a:moveTo>
                    <a:pt x="21"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81" name="Google Shape;9181;p76"/>
            <p:cNvSpPr/>
            <p:nvPr/>
          </p:nvSpPr>
          <p:spPr>
            <a:xfrm>
              <a:off x="2978891" y="1743340"/>
              <a:ext cx="24684" cy="32355"/>
            </a:xfrm>
            <a:custGeom>
              <a:avLst/>
              <a:gdLst/>
              <a:ahLst/>
              <a:cxnLst/>
              <a:rect l="l" t="t" r="r" b="b"/>
              <a:pathLst>
                <a:path w="1818" h="2383" extrusionOk="0">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82" name="Google Shape;9182;p76"/>
            <p:cNvSpPr/>
            <p:nvPr/>
          </p:nvSpPr>
          <p:spPr>
            <a:xfrm>
              <a:off x="2700253" y="1844234"/>
              <a:ext cx="29287" cy="39198"/>
            </a:xfrm>
            <a:custGeom>
              <a:avLst/>
              <a:gdLst/>
              <a:ahLst/>
              <a:cxnLst/>
              <a:rect l="l" t="t" r="r" b="b"/>
              <a:pathLst>
                <a:path w="2157" h="2887" extrusionOk="0">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83" name="Google Shape;9183;p76"/>
            <p:cNvSpPr/>
            <p:nvPr/>
          </p:nvSpPr>
          <p:spPr>
            <a:xfrm>
              <a:off x="2556128" y="1768064"/>
              <a:ext cx="203975" cy="215624"/>
            </a:xfrm>
            <a:custGeom>
              <a:avLst/>
              <a:gdLst/>
              <a:ahLst/>
              <a:cxnLst/>
              <a:rect l="l" t="t" r="r" b="b"/>
              <a:pathLst>
                <a:path w="15023" h="15881" extrusionOk="0">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84" name="Google Shape;9184;p76"/>
            <p:cNvSpPr/>
            <p:nvPr/>
          </p:nvSpPr>
          <p:spPr>
            <a:xfrm>
              <a:off x="2702915" y="1869217"/>
              <a:ext cx="109" cy="394"/>
            </a:xfrm>
            <a:custGeom>
              <a:avLst/>
              <a:gdLst/>
              <a:ahLst/>
              <a:cxnLst/>
              <a:rect l="l" t="t" r="r" b="b"/>
              <a:pathLst>
                <a:path w="8" h="29" extrusionOk="0">
                  <a:moveTo>
                    <a:pt x="0" y="0"/>
                  </a:moveTo>
                  <a:lnTo>
                    <a:pt x="7"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85" name="Google Shape;9185;p76"/>
            <p:cNvSpPr/>
            <p:nvPr/>
          </p:nvSpPr>
          <p:spPr>
            <a:xfrm>
              <a:off x="2730382" y="1871783"/>
              <a:ext cx="204" cy="1290"/>
            </a:xfrm>
            <a:custGeom>
              <a:avLst/>
              <a:gdLst/>
              <a:ahLst/>
              <a:cxnLst/>
              <a:rect l="l" t="t" r="r" b="b"/>
              <a:pathLst>
                <a:path w="15" h="95" extrusionOk="0">
                  <a:moveTo>
                    <a:pt x="15" y="9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86" name="Google Shape;9186;p76"/>
            <p:cNvSpPr/>
            <p:nvPr/>
          </p:nvSpPr>
          <p:spPr>
            <a:xfrm>
              <a:off x="2703105" y="1870018"/>
              <a:ext cx="109" cy="448"/>
            </a:xfrm>
            <a:custGeom>
              <a:avLst/>
              <a:gdLst/>
              <a:ahLst/>
              <a:cxnLst/>
              <a:rect l="l" t="t" r="r" b="b"/>
              <a:pathLst>
                <a:path w="8" h="33" extrusionOk="0">
                  <a:moveTo>
                    <a:pt x="0" y="1"/>
                  </a:moveTo>
                  <a:lnTo>
                    <a:pt x="7"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87" name="Google Shape;9187;p76"/>
            <p:cNvSpPr/>
            <p:nvPr/>
          </p:nvSpPr>
          <p:spPr>
            <a:xfrm>
              <a:off x="2702480" y="1867737"/>
              <a:ext cx="109" cy="394"/>
            </a:xfrm>
            <a:custGeom>
              <a:avLst/>
              <a:gdLst/>
              <a:ahLst/>
              <a:cxnLst/>
              <a:rect l="l" t="t" r="r" b="b"/>
              <a:pathLst>
                <a:path w="8" h="29" extrusionOk="0">
                  <a:moveTo>
                    <a:pt x="1" y="1"/>
                  </a:moveTo>
                  <a:lnTo>
                    <a:pt x="8"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88" name="Google Shape;9188;p76"/>
            <p:cNvSpPr/>
            <p:nvPr/>
          </p:nvSpPr>
          <p:spPr>
            <a:xfrm>
              <a:off x="2701774" y="1865795"/>
              <a:ext cx="204" cy="489"/>
            </a:xfrm>
            <a:custGeom>
              <a:avLst/>
              <a:gdLst/>
              <a:ahLst/>
              <a:cxnLst/>
              <a:rect l="l" t="t" r="r" b="b"/>
              <a:pathLst>
                <a:path w="15" h="36" extrusionOk="0">
                  <a:moveTo>
                    <a:pt x="0" y="0"/>
                  </a:moveTo>
                  <a:cubicBezTo>
                    <a:pt x="4" y="11"/>
                    <a:pt x="11" y="21"/>
                    <a:pt x="14" y="35"/>
                  </a:cubicBezTo>
                  <a:cubicBezTo>
                    <a:pt x="11" y="21"/>
                    <a:pt x="7"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89" name="Google Shape;9189;p76"/>
            <p:cNvSpPr/>
            <p:nvPr/>
          </p:nvSpPr>
          <p:spPr>
            <a:xfrm>
              <a:off x="2730667" y="1873439"/>
              <a:ext cx="163" cy="964"/>
            </a:xfrm>
            <a:custGeom>
              <a:avLst/>
              <a:gdLst/>
              <a:ahLst/>
              <a:cxnLst/>
              <a:rect l="l" t="t" r="r" b="b"/>
              <a:pathLst>
                <a:path w="12" h="71" extrusionOk="0">
                  <a:moveTo>
                    <a:pt x="11" y="7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90" name="Google Shape;9190;p76"/>
            <p:cNvSpPr/>
            <p:nvPr/>
          </p:nvSpPr>
          <p:spPr>
            <a:xfrm>
              <a:off x="2730911" y="1874919"/>
              <a:ext cx="149" cy="1005"/>
            </a:xfrm>
            <a:custGeom>
              <a:avLst/>
              <a:gdLst/>
              <a:ahLst/>
              <a:cxnLst/>
              <a:rect l="l" t="t" r="r" b="b"/>
              <a:pathLst>
                <a:path w="11" h="74" extrusionOk="0">
                  <a:moveTo>
                    <a:pt x="11" y="7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91" name="Google Shape;9191;p76"/>
            <p:cNvSpPr/>
            <p:nvPr/>
          </p:nvSpPr>
          <p:spPr>
            <a:xfrm>
              <a:off x="2702290" y="1867071"/>
              <a:ext cx="109" cy="353"/>
            </a:xfrm>
            <a:custGeom>
              <a:avLst/>
              <a:gdLst/>
              <a:ahLst/>
              <a:cxnLst/>
              <a:rect l="l" t="t" r="r" b="b"/>
              <a:pathLst>
                <a:path w="8" h="26" extrusionOk="0">
                  <a:moveTo>
                    <a:pt x="1" y="1"/>
                  </a:moveTo>
                  <a:lnTo>
                    <a:pt x="8"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92" name="Google Shape;9192;p76"/>
            <p:cNvSpPr/>
            <p:nvPr/>
          </p:nvSpPr>
          <p:spPr>
            <a:xfrm>
              <a:off x="2703675" y="1872638"/>
              <a:ext cx="54" cy="434"/>
            </a:xfrm>
            <a:custGeom>
              <a:avLst/>
              <a:gdLst/>
              <a:ahLst/>
              <a:cxnLst/>
              <a:rect l="l" t="t" r="r" b="b"/>
              <a:pathLst>
                <a:path w="4" h="32" extrusionOk="0">
                  <a:moveTo>
                    <a:pt x="0" y="0"/>
                  </a:moveTo>
                  <a:lnTo>
                    <a:pt x="4"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93" name="Google Shape;9193;p76"/>
            <p:cNvSpPr/>
            <p:nvPr/>
          </p:nvSpPr>
          <p:spPr>
            <a:xfrm>
              <a:off x="2703485" y="1871728"/>
              <a:ext cx="109" cy="448"/>
            </a:xfrm>
            <a:custGeom>
              <a:avLst/>
              <a:gdLst/>
              <a:ahLst/>
              <a:cxnLst/>
              <a:rect l="l" t="t" r="r" b="b"/>
              <a:pathLst>
                <a:path w="8" h="33" extrusionOk="0">
                  <a:moveTo>
                    <a:pt x="0" y="1"/>
                  </a:moveTo>
                  <a:lnTo>
                    <a:pt x="7"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94" name="Google Shape;9194;p76"/>
            <p:cNvSpPr/>
            <p:nvPr/>
          </p:nvSpPr>
          <p:spPr>
            <a:xfrm>
              <a:off x="2702670" y="1868497"/>
              <a:ext cx="163" cy="353"/>
            </a:xfrm>
            <a:custGeom>
              <a:avLst/>
              <a:gdLst/>
              <a:ahLst/>
              <a:cxnLst/>
              <a:rect l="l" t="t" r="r" b="b"/>
              <a:pathLst>
                <a:path w="12" h="26" extrusionOk="0">
                  <a:moveTo>
                    <a:pt x="1" y="1"/>
                  </a:moveTo>
                  <a:lnTo>
                    <a:pt x="1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95" name="Google Shape;9195;p76"/>
            <p:cNvSpPr/>
            <p:nvPr/>
          </p:nvSpPr>
          <p:spPr>
            <a:xfrm>
              <a:off x="2731142" y="1876345"/>
              <a:ext cx="14" cy="109"/>
            </a:xfrm>
            <a:custGeom>
              <a:avLst/>
              <a:gdLst/>
              <a:ahLst/>
              <a:cxnLst/>
              <a:rect l="l" t="t" r="r" b="b"/>
              <a:pathLst>
                <a:path w="1" h="8" extrusionOk="0">
                  <a:moveTo>
                    <a:pt x="1" y="7"/>
                  </a:moveTo>
                  <a:lnTo>
                    <a:pt x="1" y="7"/>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96" name="Google Shape;9196;p76"/>
            <p:cNvSpPr/>
            <p:nvPr/>
          </p:nvSpPr>
          <p:spPr>
            <a:xfrm>
              <a:off x="2699819" y="1855802"/>
              <a:ext cx="1969" cy="10007"/>
            </a:xfrm>
            <a:custGeom>
              <a:avLst/>
              <a:gdLst/>
              <a:ahLst/>
              <a:cxnLst/>
              <a:rect l="l" t="t" r="r" b="b"/>
              <a:pathLst>
                <a:path w="145" h="737" extrusionOk="0">
                  <a:moveTo>
                    <a:pt x="144" y="736"/>
                  </a:moveTo>
                  <a:cubicBezTo>
                    <a:pt x="57" y="501"/>
                    <a:pt x="8" y="253"/>
                    <a:pt x="1" y="1"/>
                  </a:cubicBezTo>
                  <a:cubicBezTo>
                    <a:pt x="8" y="253"/>
                    <a:pt x="57" y="501"/>
                    <a:pt x="144" y="7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97" name="Google Shape;9197;p76"/>
            <p:cNvSpPr/>
            <p:nvPr/>
          </p:nvSpPr>
          <p:spPr>
            <a:xfrm>
              <a:off x="2704191" y="1876345"/>
              <a:ext cx="68" cy="530"/>
            </a:xfrm>
            <a:custGeom>
              <a:avLst/>
              <a:gdLst/>
              <a:ahLst/>
              <a:cxnLst/>
              <a:rect l="l" t="t" r="r" b="b"/>
              <a:pathLst>
                <a:path w="5" h="39" extrusionOk="0">
                  <a:moveTo>
                    <a:pt x="1" y="0"/>
                  </a:moveTo>
                  <a:cubicBezTo>
                    <a:pt x="1" y="11"/>
                    <a:pt x="1" y="25"/>
                    <a:pt x="4" y="39"/>
                  </a:cubicBezTo>
                  <a:cubicBezTo>
                    <a:pt x="4" y="25"/>
                    <a:pt x="1"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98" name="Google Shape;9198;p76"/>
            <p:cNvSpPr/>
            <p:nvPr/>
          </p:nvSpPr>
          <p:spPr>
            <a:xfrm>
              <a:off x="2698543" y="1845022"/>
              <a:ext cx="299" cy="1195"/>
            </a:xfrm>
            <a:custGeom>
              <a:avLst/>
              <a:gdLst/>
              <a:ahLst/>
              <a:cxnLst/>
              <a:rect l="l" t="t" r="r" b="b"/>
              <a:pathLst>
                <a:path w="22" h="88" extrusionOk="0">
                  <a:moveTo>
                    <a:pt x="0" y="88"/>
                  </a:moveTo>
                  <a:cubicBezTo>
                    <a:pt x="0" y="56"/>
                    <a:pt x="7" y="28"/>
                    <a:pt x="21" y="0"/>
                  </a:cubicBezTo>
                  <a:cubicBezTo>
                    <a:pt x="7" y="28"/>
                    <a:pt x="0" y="56"/>
                    <a:pt x="0" y="8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99" name="Google Shape;9199;p76"/>
            <p:cNvSpPr/>
            <p:nvPr/>
          </p:nvSpPr>
          <p:spPr>
            <a:xfrm>
              <a:off x="2703295" y="1870873"/>
              <a:ext cx="109" cy="448"/>
            </a:xfrm>
            <a:custGeom>
              <a:avLst/>
              <a:gdLst/>
              <a:ahLst/>
              <a:cxnLst/>
              <a:rect l="l" t="t" r="r" b="b"/>
              <a:pathLst>
                <a:path w="8" h="33" extrusionOk="0">
                  <a:moveTo>
                    <a:pt x="0" y="1"/>
                  </a:moveTo>
                  <a:lnTo>
                    <a:pt x="7"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00" name="Google Shape;9200;p76"/>
            <p:cNvSpPr/>
            <p:nvPr/>
          </p:nvSpPr>
          <p:spPr>
            <a:xfrm>
              <a:off x="2703960" y="1874485"/>
              <a:ext cx="54" cy="489"/>
            </a:xfrm>
            <a:custGeom>
              <a:avLst/>
              <a:gdLst/>
              <a:ahLst/>
              <a:cxnLst/>
              <a:rect l="l" t="t" r="r" b="b"/>
              <a:pathLst>
                <a:path w="4" h="36" extrusionOk="0">
                  <a:moveTo>
                    <a:pt x="0" y="1"/>
                  </a:moveTo>
                  <a:cubicBezTo>
                    <a:pt x="0" y="11"/>
                    <a:pt x="4" y="22"/>
                    <a:pt x="4" y="36"/>
                  </a:cubicBezTo>
                  <a:cubicBezTo>
                    <a:pt x="4" y="22"/>
                    <a:pt x="0" y="1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01" name="Google Shape;9201;p76"/>
            <p:cNvSpPr/>
            <p:nvPr/>
          </p:nvSpPr>
          <p:spPr>
            <a:xfrm>
              <a:off x="2704245" y="1877241"/>
              <a:ext cx="54" cy="543"/>
            </a:xfrm>
            <a:custGeom>
              <a:avLst/>
              <a:gdLst/>
              <a:ahLst/>
              <a:cxnLst/>
              <a:rect l="l" t="t" r="r" b="b"/>
              <a:pathLst>
                <a:path w="4" h="40" extrusionOk="0">
                  <a:moveTo>
                    <a:pt x="0" y="1"/>
                  </a:moveTo>
                  <a:cubicBezTo>
                    <a:pt x="0" y="15"/>
                    <a:pt x="0" y="29"/>
                    <a:pt x="4" y="39"/>
                  </a:cubicBezTo>
                  <a:cubicBezTo>
                    <a:pt x="4" y="29"/>
                    <a:pt x="4"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02" name="Google Shape;9202;p76"/>
            <p:cNvSpPr/>
            <p:nvPr/>
          </p:nvSpPr>
          <p:spPr>
            <a:xfrm>
              <a:off x="2704055" y="1875394"/>
              <a:ext cx="109" cy="489"/>
            </a:xfrm>
            <a:custGeom>
              <a:avLst/>
              <a:gdLst/>
              <a:ahLst/>
              <a:cxnLst/>
              <a:rect l="l" t="t" r="r" b="b"/>
              <a:pathLst>
                <a:path w="8" h="36" extrusionOk="0">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03" name="Google Shape;9203;p76"/>
            <p:cNvSpPr/>
            <p:nvPr/>
          </p:nvSpPr>
          <p:spPr>
            <a:xfrm>
              <a:off x="2704286" y="1878151"/>
              <a:ext cx="14" cy="109"/>
            </a:xfrm>
            <a:custGeom>
              <a:avLst/>
              <a:gdLst/>
              <a:ahLst/>
              <a:cxnLst/>
              <a:rect l="l" t="t" r="r" b="b"/>
              <a:pathLst>
                <a:path w="1" h="8" extrusionOk="0">
                  <a:moveTo>
                    <a:pt x="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04" name="Google Shape;9204;p76"/>
            <p:cNvSpPr/>
            <p:nvPr/>
          </p:nvSpPr>
          <p:spPr>
            <a:xfrm>
              <a:off x="2703811" y="1873534"/>
              <a:ext cx="68" cy="489"/>
            </a:xfrm>
            <a:custGeom>
              <a:avLst/>
              <a:gdLst/>
              <a:ahLst/>
              <a:cxnLst/>
              <a:rect l="l" t="t" r="r" b="b"/>
              <a:pathLst>
                <a:path w="5" h="36" extrusionOk="0">
                  <a:moveTo>
                    <a:pt x="1" y="1"/>
                  </a:moveTo>
                  <a:cubicBezTo>
                    <a:pt x="1" y="11"/>
                    <a:pt x="4" y="25"/>
                    <a:pt x="4" y="36"/>
                  </a:cubicBezTo>
                  <a:cubicBezTo>
                    <a:pt x="4" y="25"/>
                    <a:pt x="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05" name="Google Shape;9205;p76"/>
            <p:cNvSpPr/>
            <p:nvPr/>
          </p:nvSpPr>
          <p:spPr>
            <a:xfrm>
              <a:off x="2702059" y="1866460"/>
              <a:ext cx="149" cy="339"/>
            </a:xfrm>
            <a:custGeom>
              <a:avLst/>
              <a:gdLst/>
              <a:ahLst/>
              <a:cxnLst/>
              <a:rect l="l" t="t" r="r" b="b"/>
              <a:pathLst>
                <a:path w="11" h="25" extrusionOk="0">
                  <a:moveTo>
                    <a:pt x="0" y="0"/>
                  </a:moveTo>
                  <a:lnTo>
                    <a:pt x="1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06" name="Google Shape;9206;p76"/>
            <p:cNvSpPr/>
            <p:nvPr/>
          </p:nvSpPr>
          <p:spPr>
            <a:xfrm>
              <a:off x="2698923" y="1616037"/>
              <a:ext cx="231211" cy="97731"/>
            </a:xfrm>
            <a:custGeom>
              <a:avLst/>
              <a:gdLst/>
              <a:ahLst/>
              <a:cxnLst/>
              <a:rect l="l" t="t" r="r" b="b"/>
              <a:pathLst>
                <a:path w="17029" h="7198" extrusionOk="0">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07" name="Google Shape;9207;p76"/>
            <p:cNvSpPr/>
            <p:nvPr/>
          </p:nvSpPr>
          <p:spPr>
            <a:xfrm>
              <a:off x="2305162" y="1791540"/>
              <a:ext cx="1914" cy="7047"/>
            </a:xfrm>
            <a:custGeom>
              <a:avLst/>
              <a:gdLst/>
              <a:ahLst/>
              <a:cxnLst/>
              <a:rect l="l" t="t" r="r" b="b"/>
              <a:pathLst>
                <a:path w="141" h="519" extrusionOk="0">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08" name="Google Shape;9208;p76"/>
            <p:cNvSpPr/>
            <p:nvPr/>
          </p:nvSpPr>
          <p:spPr>
            <a:xfrm>
              <a:off x="2298930" y="1785457"/>
              <a:ext cx="8853" cy="26449"/>
            </a:xfrm>
            <a:custGeom>
              <a:avLst/>
              <a:gdLst/>
              <a:ahLst/>
              <a:cxnLst/>
              <a:rect l="l" t="t" r="r" b="b"/>
              <a:pathLst>
                <a:path w="652" h="1948" extrusionOk="0">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09" name="Google Shape;9209;p76"/>
            <p:cNvSpPr/>
            <p:nvPr/>
          </p:nvSpPr>
          <p:spPr>
            <a:xfrm>
              <a:off x="2298889" y="1800908"/>
              <a:ext cx="4426" cy="10848"/>
            </a:xfrm>
            <a:custGeom>
              <a:avLst/>
              <a:gdLst/>
              <a:ahLst/>
              <a:cxnLst/>
              <a:rect l="l" t="t" r="r" b="b"/>
              <a:pathLst>
                <a:path w="326" h="799" extrusionOk="0">
                  <a:moveTo>
                    <a:pt x="0" y="0"/>
                  </a:moveTo>
                  <a:lnTo>
                    <a:pt x="326" y="799"/>
                  </a:lnTo>
                  <a:lnTo>
                    <a:pt x="326" y="79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10" name="Google Shape;9210;p76"/>
            <p:cNvSpPr/>
            <p:nvPr/>
          </p:nvSpPr>
          <p:spPr>
            <a:xfrm>
              <a:off x="2303397" y="1796441"/>
              <a:ext cx="163" cy="434"/>
            </a:xfrm>
            <a:custGeom>
              <a:avLst/>
              <a:gdLst/>
              <a:ahLst/>
              <a:cxnLst/>
              <a:rect l="l" t="t" r="r" b="b"/>
              <a:pathLst>
                <a:path w="12" h="32" extrusionOk="0">
                  <a:moveTo>
                    <a:pt x="11" y="32"/>
                  </a:moveTo>
                  <a:cubicBezTo>
                    <a:pt x="8" y="21"/>
                    <a:pt x="4" y="11"/>
                    <a:pt x="1" y="0"/>
                  </a:cubicBezTo>
                  <a:cubicBezTo>
                    <a:pt x="4" y="11"/>
                    <a:pt x="8" y="21"/>
                    <a:pt x="11"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11" name="Google Shape;9211;p76"/>
            <p:cNvSpPr/>
            <p:nvPr/>
          </p:nvSpPr>
          <p:spPr>
            <a:xfrm>
              <a:off x="2307063" y="1789734"/>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12" name="Google Shape;9212;p76"/>
            <p:cNvSpPr/>
            <p:nvPr/>
          </p:nvSpPr>
          <p:spPr>
            <a:xfrm>
              <a:off x="2305542" y="1789924"/>
              <a:ext cx="54" cy="14"/>
            </a:xfrm>
            <a:custGeom>
              <a:avLst/>
              <a:gdLst/>
              <a:ahLst/>
              <a:cxnLst/>
              <a:rect l="l" t="t" r="r" b="b"/>
              <a:pathLst>
                <a:path w="4" h="1" extrusionOk="0">
                  <a:moveTo>
                    <a:pt x="0" y="1"/>
                  </a:moveTo>
                  <a:lnTo>
                    <a:pt x="0" y="1"/>
                  </a:ln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13" name="Google Shape;9213;p76"/>
            <p:cNvSpPr/>
            <p:nvPr/>
          </p:nvSpPr>
          <p:spPr>
            <a:xfrm>
              <a:off x="2305827" y="1789829"/>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14" name="Google Shape;9214;p76"/>
            <p:cNvSpPr/>
            <p:nvPr/>
          </p:nvSpPr>
          <p:spPr>
            <a:xfrm>
              <a:off x="2304021" y="1798193"/>
              <a:ext cx="339" cy="584"/>
            </a:xfrm>
            <a:custGeom>
              <a:avLst/>
              <a:gdLst/>
              <a:ahLst/>
              <a:cxnLst/>
              <a:rect l="l" t="t" r="r" b="b"/>
              <a:pathLst>
                <a:path w="25" h="43" extrusionOk="0">
                  <a:moveTo>
                    <a:pt x="25" y="43"/>
                  </a:moveTo>
                  <a:cubicBezTo>
                    <a:pt x="18" y="29"/>
                    <a:pt x="7" y="11"/>
                    <a:pt x="0" y="1"/>
                  </a:cubicBezTo>
                  <a:cubicBezTo>
                    <a:pt x="7" y="11"/>
                    <a:pt x="18" y="29"/>
                    <a:pt x="25"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15" name="Google Shape;9215;p76"/>
            <p:cNvSpPr/>
            <p:nvPr/>
          </p:nvSpPr>
          <p:spPr>
            <a:xfrm>
              <a:off x="2303546" y="1796916"/>
              <a:ext cx="204" cy="530"/>
            </a:xfrm>
            <a:custGeom>
              <a:avLst/>
              <a:gdLst/>
              <a:ahLst/>
              <a:cxnLst/>
              <a:rect l="l" t="t" r="r" b="b"/>
              <a:pathLst>
                <a:path w="15" h="39" extrusionOk="0">
                  <a:moveTo>
                    <a:pt x="0" y="0"/>
                  </a:moveTo>
                  <a:cubicBezTo>
                    <a:pt x="4" y="14"/>
                    <a:pt x="7" y="25"/>
                    <a:pt x="14" y="39"/>
                  </a:cubicBezTo>
                  <a:cubicBezTo>
                    <a:pt x="11" y="25"/>
                    <a:pt x="4" y="1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16" name="Google Shape;9216;p76"/>
            <p:cNvSpPr/>
            <p:nvPr/>
          </p:nvSpPr>
          <p:spPr>
            <a:xfrm>
              <a:off x="2304877" y="1799618"/>
              <a:ext cx="530" cy="679"/>
            </a:xfrm>
            <a:custGeom>
              <a:avLst/>
              <a:gdLst/>
              <a:ahLst/>
              <a:cxnLst/>
              <a:rect l="l" t="t" r="r" b="b"/>
              <a:pathLst>
                <a:path w="39" h="50" extrusionOk="0">
                  <a:moveTo>
                    <a:pt x="0" y="1"/>
                  </a:moveTo>
                  <a:lnTo>
                    <a:pt x="0" y="1"/>
                  </a:lnTo>
                  <a:cubicBezTo>
                    <a:pt x="11" y="18"/>
                    <a:pt x="25" y="36"/>
                    <a:pt x="39" y="50"/>
                  </a:cubicBezTo>
                  <a:cubicBezTo>
                    <a:pt x="25" y="32"/>
                    <a:pt x="14"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17" name="Google Shape;9217;p76"/>
            <p:cNvSpPr/>
            <p:nvPr/>
          </p:nvSpPr>
          <p:spPr>
            <a:xfrm>
              <a:off x="2305447" y="1800379"/>
              <a:ext cx="625" cy="733"/>
            </a:xfrm>
            <a:custGeom>
              <a:avLst/>
              <a:gdLst/>
              <a:ahLst/>
              <a:cxnLst/>
              <a:rect l="l" t="t" r="r" b="b"/>
              <a:pathLst>
                <a:path w="46" h="54" extrusionOk="0">
                  <a:moveTo>
                    <a:pt x="0" y="1"/>
                  </a:moveTo>
                  <a:cubicBezTo>
                    <a:pt x="14" y="18"/>
                    <a:pt x="28" y="39"/>
                    <a:pt x="46" y="53"/>
                  </a:cubicBezTo>
                  <a:cubicBezTo>
                    <a:pt x="28" y="36"/>
                    <a:pt x="14" y="1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18" name="Google Shape;9218;p76"/>
            <p:cNvSpPr/>
            <p:nvPr/>
          </p:nvSpPr>
          <p:spPr>
            <a:xfrm>
              <a:off x="2304401" y="1798858"/>
              <a:ext cx="434" cy="679"/>
            </a:xfrm>
            <a:custGeom>
              <a:avLst/>
              <a:gdLst/>
              <a:ahLst/>
              <a:cxnLst/>
              <a:rect l="l" t="t" r="r" b="b"/>
              <a:pathLst>
                <a:path w="32" h="50" extrusionOk="0">
                  <a:moveTo>
                    <a:pt x="32" y="50"/>
                  </a:moveTo>
                  <a:cubicBezTo>
                    <a:pt x="21" y="32"/>
                    <a:pt x="11" y="18"/>
                    <a:pt x="0" y="1"/>
                  </a:cubicBezTo>
                  <a:cubicBezTo>
                    <a:pt x="11" y="18"/>
                    <a:pt x="21" y="32"/>
                    <a:pt x="32" y="5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19" name="Google Shape;9219;p76"/>
            <p:cNvSpPr/>
            <p:nvPr/>
          </p:nvSpPr>
          <p:spPr>
            <a:xfrm>
              <a:off x="2305637" y="1789883"/>
              <a:ext cx="109" cy="14"/>
            </a:xfrm>
            <a:custGeom>
              <a:avLst/>
              <a:gdLst/>
              <a:ahLst/>
              <a:cxnLst/>
              <a:rect l="l" t="t" r="r" b="b"/>
              <a:pathLst>
                <a:path w="8" h="1" extrusionOk="0">
                  <a:moveTo>
                    <a:pt x="0" y="0"/>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20" name="Google Shape;9220;p76"/>
            <p:cNvSpPr/>
            <p:nvPr/>
          </p:nvSpPr>
          <p:spPr>
            <a:xfrm>
              <a:off x="2306017" y="178978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21" name="Google Shape;9221;p76"/>
            <p:cNvSpPr/>
            <p:nvPr/>
          </p:nvSpPr>
          <p:spPr>
            <a:xfrm>
              <a:off x="2303397" y="1796102"/>
              <a:ext cx="14" cy="353"/>
            </a:xfrm>
            <a:custGeom>
              <a:avLst/>
              <a:gdLst/>
              <a:ahLst/>
              <a:cxnLst/>
              <a:rect l="l" t="t" r="r" b="b"/>
              <a:pathLst>
                <a:path w="1" h="26" extrusionOk="0">
                  <a:moveTo>
                    <a:pt x="1" y="25"/>
                  </a:moveTo>
                  <a:cubicBezTo>
                    <a:pt x="1" y="18"/>
                    <a:pt x="1" y="8"/>
                    <a:pt x="1" y="1"/>
                  </a:cubicBezTo>
                  <a:cubicBezTo>
                    <a:pt x="1" y="8"/>
                    <a:pt x="1" y="18"/>
                    <a:pt x="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22" name="Google Shape;9222;p76"/>
            <p:cNvSpPr/>
            <p:nvPr/>
          </p:nvSpPr>
          <p:spPr>
            <a:xfrm>
              <a:off x="2303736" y="1797487"/>
              <a:ext cx="299" cy="584"/>
            </a:xfrm>
            <a:custGeom>
              <a:avLst/>
              <a:gdLst/>
              <a:ahLst/>
              <a:cxnLst/>
              <a:rect l="l" t="t" r="r" b="b"/>
              <a:pathLst>
                <a:path w="22" h="43" extrusionOk="0">
                  <a:moveTo>
                    <a:pt x="21" y="42"/>
                  </a:moveTo>
                  <a:cubicBezTo>
                    <a:pt x="14" y="28"/>
                    <a:pt x="7" y="14"/>
                    <a:pt x="0" y="0"/>
                  </a:cubicBezTo>
                  <a:cubicBezTo>
                    <a:pt x="7" y="14"/>
                    <a:pt x="14" y="28"/>
                    <a:pt x="21" y="4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23" name="Google Shape;9223;p76"/>
            <p:cNvSpPr/>
            <p:nvPr/>
          </p:nvSpPr>
          <p:spPr>
            <a:xfrm>
              <a:off x="2304917" y="1785036"/>
              <a:ext cx="29300" cy="32097"/>
            </a:xfrm>
            <a:custGeom>
              <a:avLst/>
              <a:gdLst/>
              <a:ahLst/>
              <a:cxnLst/>
              <a:rect l="l" t="t" r="r" b="b"/>
              <a:pathLst>
                <a:path w="2158" h="2364" extrusionOk="0">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24" name="Google Shape;9224;p76"/>
            <p:cNvSpPr/>
            <p:nvPr/>
          </p:nvSpPr>
          <p:spPr>
            <a:xfrm>
              <a:off x="2328977" y="1785036"/>
              <a:ext cx="3001" cy="1534"/>
            </a:xfrm>
            <a:custGeom>
              <a:avLst/>
              <a:gdLst/>
              <a:ahLst/>
              <a:cxnLst/>
              <a:rect l="l" t="t" r="r" b="b"/>
              <a:pathLst>
                <a:path w="221" h="113" extrusionOk="0">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25" name="Google Shape;9225;p76"/>
            <p:cNvSpPr/>
            <p:nvPr/>
          </p:nvSpPr>
          <p:spPr>
            <a:xfrm>
              <a:off x="2317422" y="1791784"/>
              <a:ext cx="584" cy="394"/>
            </a:xfrm>
            <a:custGeom>
              <a:avLst/>
              <a:gdLst/>
              <a:ahLst/>
              <a:cxnLst/>
              <a:rect l="l" t="t" r="r" b="b"/>
              <a:pathLst>
                <a:path w="43" h="29" extrusionOk="0">
                  <a:moveTo>
                    <a:pt x="1" y="28"/>
                  </a:moveTo>
                  <a:lnTo>
                    <a:pt x="43"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26" name="Google Shape;9226;p76"/>
            <p:cNvSpPr/>
            <p:nvPr/>
          </p:nvSpPr>
          <p:spPr>
            <a:xfrm>
              <a:off x="2308773" y="1792069"/>
              <a:ext cx="14" cy="54"/>
            </a:xfrm>
            <a:custGeom>
              <a:avLst/>
              <a:gdLst/>
              <a:ahLst/>
              <a:cxnLst/>
              <a:rect l="l" t="t" r="r" b="b"/>
              <a:pathLst>
                <a:path w="1" h="4" extrusionOk="0">
                  <a:moveTo>
                    <a:pt x="0"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27" name="Google Shape;9227;p76"/>
            <p:cNvSpPr/>
            <p:nvPr/>
          </p:nvSpPr>
          <p:spPr>
            <a:xfrm>
              <a:off x="2308013" y="1799293"/>
              <a:ext cx="54" cy="625"/>
            </a:xfrm>
            <a:custGeom>
              <a:avLst/>
              <a:gdLst/>
              <a:ahLst/>
              <a:cxnLst/>
              <a:rect l="l" t="t" r="r" b="b"/>
              <a:pathLst>
                <a:path w="4" h="46" extrusionOk="0">
                  <a:moveTo>
                    <a:pt x="4" y="0"/>
                  </a:moveTo>
                  <a:cubicBezTo>
                    <a:pt x="4" y="18"/>
                    <a:pt x="4" y="32"/>
                    <a:pt x="0" y="46"/>
                  </a:cubicBezTo>
                  <a:cubicBezTo>
                    <a:pt x="4" y="32"/>
                    <a:pt x="4" y="18"/>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28" name="Google Shape;9228;p76"/>
            <p:cNvSpPr/>
            <p:nvPr/>
          </p:nvSpPr>
          <p:spPr>
            <a:xfrm>
              <a:off x="2309058" y="1789829"/>
              <a:ext cx="54" cy="394"/>
            </a:xfrm>
            <a:custGeom>
              <a:avLst/>
              <a:gdLst/>
              <a:ahLst/>
              <a:cxnLst/>
              <a:rect l="l" t="t" r="r" b="b"/>
              <a:pathLst>
                <a:path w="4" h="29" extrusionOk="0">
                  <a:moveTo>
                    <a:pt x="4" y="1"/>
                  </a:moveTo>
                  <a:lnTo>
                    <a:pt x="4" y="1"/>
                  </a:lnTo>
                  <a:lnTo>
                    <a:pt x="0"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29" name="Google Shape;9229;p76"/>
            <p:cNvSpPr/>
            <p:nvPr/>
          </p:nvSpPr>
          <p:spPr>
            <a:xfrm>
              <a:off x="2308339" y="1792300"/>
              <a:ext cx="353" cy="3815"/>
            </a:xfrm>
            <a:custGeom>
              <a:avLst/>
              <a:gdLst/>
              <a:ahLst/>
              <a:cxnLst/>
              <a:rect l="l" t="t" r="r" b="b"/>
              <a:pathLst>
                <a:path w="26" h="281" extrusionOk="0">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30" name="Google Shape;9230;p76"/>
            <p:cNvSpPr/>
            <p:nvPr/>
          </p:nvSpPr>
          <p:spPr>
            <a:xfrm>
              <a:off x="2307633" y="1800949"/>
              <a:ext cx="299" cy="1819"/>
            </a:xfrm>
            <a:custGeom>
              <a:avLst/>
              <a:gdLst/>
              <a:ahLst/>
              <a:cxnLst/>
              <a:rect l="l" t="t" r="r" b="b"/>
              <a:pathLst>
                <a:path w="22" h="134" extrusionOk="0">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31" name="Google Shape;9231;p76"/>
            <p:cNvSpPr/>
            <p:nvPr/>
          </p:nvSpPr>
          <p:spPr>
            <a:xfrm>
              <a:off x="2308244" y="1796767"/>
              <a:ext cx="68" cy="638"/>
            </a:xfrm>
            <a:custGeom>
              <a:avLst/>
              <a:gdLst/>
              <a:ahLst/>
              <a:cxnLst/>
              <a:rect l="l" t="t" r="r" b="b"/>
              <a:pathLst>
                <a:path w="5" h="47" extrusionOk="0">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32" name="Google Shape;9232;p76"/>
            <p:cNvSpPr/>
            <p:nvPr/>
          </p:nvSpPr>
          <p:spPr>
            <a:xfrm>
              <a:off x="2308108" y="1797772"/>
              <a:ext cx="109" cy="1005"/>
            </a:xfrm>
            <a:custGeom>
              <a:avLst/>
              <a:gdLst/>
              <a:ahLst/>
              <a:cxnLst/>
              <a:rect l="l" t="t" r="r" b="b"/>
              <a:pathLst>
                <a:path w="8" h="74" extrusionOk="0">
                  <a:moveTo>
                    <a:pt x="7" y="0"/>
                  </a:moveTo>
                  <a:cubicBezTo>
                    <a:pt x="7" y="25"/>
                    <a:pt x="4" y="49"/>
                    <a:pt x="0" y="74"/>
                  </a:cubicBezTo>
                  <a:cubicBezTo>
                    <a:pt x="4" y="49"/>
                    <a:pt x="7" y="25"/>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33" name="Google Shape;9233;p76"/>
            <p:cNvSpPr/>
            <p:nvPr/>
          </p:nvSpPr>
          <p:spPr>
            <a:xfrm>
              <a:off x="2306397" y="1805701"/>
              <a:ext cx="54" cy="258"/>
            </a:xfrm>
            <a:custGeom>
              <a:avLst/>
              <a:gdLst/>
              <a:ahLst/>
              <a:cxnLst/>
              <a:rect l="l" t="t" r="r" b="b"/>
              <a:pathLst>
                <a:path w="4" h="19" extrusionOk="0">
                  <a:moveTo>
                    <a:pt x="0"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34" name="Google Shape;9234;p76"/>
            <p:cNvSpPr/>
            <p:nvPr/>
          </p:nvSpPr>
          <p:spPr>
            <a:xfrm>
              <a:off x="2307918" y="1800528"/>
              <a:ext cx="54" cy="434"/>
            </a:xfrm>
            <a:custGeom>
              <a:avLst/>
              <a:gdLst/>
              <a:ahLst/>
              <a:cxnLst/>
              <a:rect l="l" t="t" r="r" b="b"/>
              <a:pathLst>
                <a:path w="4" h="32" extrusionOk="0">
                  <a:moveTo>
                    <a:pt x="4" y="0"/>
                  </a:moveTo>
                  <a:lnTo>
                    <a:pt x="0" y="18"/>
                  </a:lnTo>
                  <a:lnTo>
                    <a:pt x="0" y="32"/>
                  </a:ln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35" name="Google Shape;9235;p76"/>
            <p:cNvSpPr/>
            <p:nvPr/>
          </p:nvSpPr>
          <p:spPr>
            <a:xfrm>
              <a:off x="2307388" y="1803284"/>
              <a:ext cx="109" cy="299"/>
            </a:xfrm>
            <a:custGeom>
              <a:avLst/>
              <a:gdLst/>
              <a:ahLst/>
              <a:cxnLst/>
              <a:rect l="l" t="t" r="r" b="b"/>
              <a:pathLst>
                <a:path w="8" h="22" extrusionOk="0">
                  <a:moveTo>
                    <a:pt x="8" y="0"/>
                  </a:moveTo>
                  <a:lnTo>
                    <a:pt x="8" y="0"/>
                  </a:lnTo>
                  <a:cubicBezTo>
                    <a:pt x="4" y="7"/>
                    <a:pt x="1" y="14"/>
                    <a:pt x="1" y="21"/>
                  </a:cubicBezTo>
                  <a:cubicBezTo>
                    <a:pt x="4" y="14"/>
                    <a:pt x="4" y="7"/>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36" name="Google Shape;9236;p76"/>
            <p:cNvSpPr/>
            <p:nvPr/>
          </p:nvSpPr>
          <p:spPr>
            <a:xfrm>
              <a:off x="2306587" y="1805131"/>
              <a:ext cx="109" cy="204"/>
            </a:xfrm>
            <a:custGeom>
              <a:avLst/>
              <a:gdLst/>
              <a:ahLst/>
              <a:cxnLst/>
              <a:rect l="l" t="t" r="r" b="b"/>
              <a:pathLst>
                <a:path w="8" h="15" extrusionOk="0">
                  <a:moveTo>
                    <a:pt x="0" y="15"/>
                  </a:moveTo>
                  <a:cubicBezTo>
                    <a:pt x="4" y="8"/>
                    <a:pt x="7" y="4"/>
                    <a:pt x="7" y="1"/>
                  </a:cubicBezTo>
                  <a:cubicBezTo>
                    <a:pt x="7" y="4"/>
                    <a:pt x="4" y="8"/>
                    <a:pt x="0"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37" name="Google Shape;9237;p76"/>
            <p:cNvSpPr/>
            <p:nvPr/>
          </p:nvSpPr>
          <p:spPr>
            <a:xfrm>
              <a:off x="2308868" y="1791404"/>
              <a:ext cx="14" cy="244"/>
            </a:xfrm>
            <a:custGeom>
              <a:avLst/>
              <a:gdLst/>
              <a:ahLst/>
              <a:cxnLst/>
              <a:rect l="l" t="t" r="r" b="b"/>
              <a:pathLst>
                <a:path w="1" h="18" extrusionOk="0">
                  <a:moveTo>
                    <a:pt x="0" y="1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38" name="Google Shape;9238;p76"/>
            <p:cNvSpPr/>
            <p:nvPr/>
          </p:nvSpPr>
          <p:spPr>
            <a:xfrm>
              <a:off x="2307538" y="1802809"/>
              <a:ext cx="54" cy="299"/>
            </a:xfrm>
            <a:custGeom>
              <a:avLst/>
              <a:gdLst/>
              <a:ahLst/>
              <a:cxnLst/>
              <a:rect l="l" t="t" r="r" b="b"/>
              <a:pathLst>
                <a:path w="4" h="22" extrusionOk="0">
                  <a:moveTo>
                    <a:pt x="0" y="21"/>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39" name="Google Shape;9239;p76"/>
            <p:cNvSpPr/>
            <p:nvPr/>
          </p:nvSpPr>
          <p:spPr>
            <a:xfrm>
              <a:off x="2307253" y="1803705"/>
              <a:ext cx="109" cy="353"/>
            </a:xfrm>
            <a:custGeom>
              <a:avLst/>
              <a:gdLst/>
              <a:ahLst/>
              <a:cxnLst/>
              <a:rect l="l" t="t" r="r" b="b"/>
              <a:pathLst>
                <a:path w="8" h="26" extrusionOk="0">
                  <a:moveTo>
                    <a:pt x="7" y="1"/>
                  </a:moveTo>
                  <a:cubicBezTo>
                    <a:pt x="4" y="8"/>
                    <a:pt x="4" y="15"/>
                    <a:pt x="0" y="25"/>
                  </a:cubicBezTo>
                  <a:cubicBezTo>
                    <a:pt x="4" y="18"/>
                    <a:pt x="7" y="8"/>
                    <a:pt x="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40" name="Google Shape;9240;p76"/>
            <p:cNvSpPr/>
            <p:nvPr/>
          </p:nvSpPr>
          <p:spPr>
            <a:xfrm>
              <a:off x="2307103" y="1804045"/>
              <a:ext cx="163" cy="339"/>
            </a:xfrm>
            <a:custGeom>
              <a:avLst/>
              <a:gdLst/>
              <a:ahLst/>
              <a:cxnLst/>
              <a:rect l="l" t="t" r="r" b="b"/>
              <a:pathLst>
                <a:path w="12" h="25" extrusionOk="0">
                  <a:moveTo>
                    <a:pt x="1" y="25"/>
                  </a:moveTo>
                  <a:cubicBezTo>
                    <a:pt x="4" y="18"/>
                    <a:pt x="8" y="11"/>
                    <a:pt x="11" y="0"/>
                  </a:cubicBezTo>
                  <a:cubicBezTo>
                    <a:pt x="8" y="11"/>
                    <a:pt x="4" y="18"/>
                    <a:pt x="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41" name="Google Shape;9241;p76"/>
            <p:cNvSpPr/>
            <p:nvPr/>
          </p:nvSpPr>
          <p:spPr>
            <a:xfrm>
              <a:off x="2306248" y="1806041"/>
              <a:ext cx="109" cy="299"/>
            </a:xfrm>
            <a:custGeom>
              <a:avLst/>
              <a:gdLst/>
              <a:ahLst/>
              <a:cxnLst/>
              <a:rect l="l" t="t" r="r" b="b"/>
              <a:pathLst>
                <a:path w="8" h="22" extrusionOk="0">
                  <a:moveTo>
                    <a:pt x="1" y="21"/>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42" name="Google Shape;9242;p76"/>
            <p:cNvSpPr/>
            <p:nvPr/>
          </p:nvSpPr>
          <p:spPr>
            <a:xfrm>
              <a:off x="2306492" y="1805375"/>
              <a:ext cx="109" cy="244"/>
            </a:xfrm>
            <a:custGeom>
              <a:avLst/>
              <a:gdLst/>
              <a:ahLst/>
              <a:cxnLst/>
              <a:rect l="l" t="t" r="r" b="b"/>
              <a:pathLst>
                <a:path w="8" h="18" extrusionOk="0">
                  <a:moveTo>
                    <a:pt x="0" y="18"/>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43" name="Google Shape;9243;p76"/>
            <p:cNvSpPr/>
            <p:nvPr/>
          </p:nvSpPr>
          <p:spPr>
            <a:xfrm>
              <a:off x="2305393" y="1809652"/>
              <a:ext cx="109" cy="489"/>
            </a:xfrm>
            <a:custGeom>
              <a:avLst/>
              <a:gdLst/>
              <a:ahLst/>
              <a:cxnLst/>
              <a:rect l="l" t="t" r="r" b="b"/>
              <a:pathLst>
                <a:path w="8" h="36" extrusionOk="0">
                  <a:moveTo>
                    <a:pt x="1" y="36"/>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44" name="Google Shape;9244;p76"/>
            <p:cNvSpPr/>
            <p:nvPr/>
          </p:nvSpPr>
          <p:spPr>
            <a:xfrm>
              <a:off x="2304687" y="1814404"/>
              <a:ext cx="14" cy="299"/>
            </a:xfrm>
            <a:custGeom>
              <a:avLst/>
              <a:gdLst/>
              <a:ahLst/>
              <a:cxnLst/>
              <a:rect l="l" t="t" r="r" b="b"/>
              <a:pathLst>
                <a:path w="1" h="22" extrusionOk="0">
                  <a:moveTo>
                    <a:pt x="0" y="22"/>
                  </a:moveTo>
                  <a:lnTo>
                    <a:pt x="0" y="22"/>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45" name="Google Shape;9245;p76"/>
            <p:cNvSpPr/>
            <p:nvPr/>
          </p:nvSpPr>
          <p:spPr>
            <a:xfrm>
              <a:off x="2304917" y="1812313"/>
              <a:ext cx="109" cy="584"/>
            </a:xfrm>
            <a:custGeom>
              <a:avLst/>
              <a:gdLst/>
              <a:ahLst/>
              <a:cxnLst/>
              <a:rect l="l" t="t" r="r" b="b"/>
              <a:pathLst>
                <a:path w="8" h="43" extrusionOk="0">
                  <a:moveTo>
                    <a:pt x="1" y="43"/>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46" name="Google Shape;9246;p76"/>
            <p:cNvSpPr/>
            <p:nvPr/>
          </p:nvSpPr>
          <p:spPr>
            <a:xfrm>
              <a:off x="2305868" y="1807561"/>
              <a:ext cx="109" cy="394"/>
            </a:xfrm>
            <a:custGeom>
              <a:avLst/>
              <a:gdLst/>
              <a:ahLst/>
              <a:cxnLst/>
              <a:rect l="l" t="t" r="r" b="b"/>
              <a:pathLst>
                <a:path w="8" h="29" extrusionOk="0">
                  <a:moveTo>
                    <a:pt x="1" y="29"/>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47" name="Google Shape;9247;p76"/>
            <p:cNvSpPr/>
            <p:nvPr/>
          </p:nvSpPr>
          <p:spPr>
            <a:xfrm>
              <a:off x="2305732" y="1808186"/>
              <a:ext cx="109" cy="434"/>
            </a:xfrm>
            <a:custGeom>
              <a:avLst/>
              <a:gdLst/>
              <a:ahLst/>
              <a:cxnLst/>
              <a:rect l="l" t="t" r="r" b="b"/>
              <a:pathLst>
                <a:path w="8" h="32" extrusionOk="0">
                  <a:moveTo>
                    <a:pt x="0" y="32"/>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48" name="Google Shape;9248;p76"/>
            <p:cNvSpPr/>
            <p:nvPr/>
          </p:nvSpPr>
          <p:spPr>
            <a:xfrm>
              <a:off x="2305107" y="1811363"/>
              <a:ext cx="109" cy="584"/>
            </a:xfrm>
            <a:custGeom>
              <a:avLst/>
              <a:gdLst/>
              <a:ahLst/>
              <a:cxnLst/>
              <a:rect l="l" t="t" r="r" b="b"/>
              <a:pathLst>
                <a:path w="8" h="43" extrusionOk="0">
                  <a:moveTo>
                    <a:pt x="1" y="43"/>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49" name="Google Shape;9249;p76"/>
            <p:cNvSpPr/>
            <p:nvPr/>
          </p:nvSpPr>
          <p:spPr>
            <a:xfrm>
              <a:off x="2304782" y="1813359"/>
              <a:ext cx="109" cy="638"/>
            </a:xfrm>
            <a:custGeom>
              <a:avLst/>
              <a:gdLst/>
              <a:ahLst/>
              <a:cxnLst/>
              <a:rect l="l" t="t" r="r" b="b"/>
              <a:pathLst>
                <a:path w="8" h="47" extrusionOk="0">
                  <a:moveTo>
                    <a:pt x="0" y="46"/>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50" name="Google Shape;9250;p76"/>
            <p:cNvSpPr/>
            <p:nvPr/>
          </p:nvSpPr>
          <p:spPr>
            <a:xfrm>
              <a:off x="2305257" y="1810467"/>
              <a:ext cx="109" cy="530"/>
            </a:xfrm>
            <a:custGeom>
              <a:avLst/>
              <a:gdLst/>
              <a:ahLst/>
              <a:cxnLst/>
              <a:rect l="l" t="t" r="r" b="b"/>
              <a:pathLst>
                <a:path w="8" h="39" extrusionOk="0">
                  <a:moveTo>
                    <a:pt x="0" y="39"/>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51" name="Google Shape;9251;p76"/>
            <p:cNvSpPr/>
            <p:nvPr/>
          </p:nvSpPr>
          <p:spPr>
            <a:xfrm>
              <a:off x="2305542" y="1808892"/>
              <a:ext cx="109" cy="489"/>
            </a:xfrm>
            <a:custGeom>
              <a:avLst/>
              <a:gdLst/>
              <a:ahLst/>
              <a:cxnLst/>
              <a:rect l="l" t="t" r="r" b="b"/>
              <a:pathLst>
                <a:path w="8" h="36" extrusionOk="0">
                  <a:moveTo>
                    <a:pt x="0" y="36"/>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52" name="Google Shape;9252;p76"/>
            <p:cNvSpPr/>
            <p:nvPr/>
          </p:nvSpPr>
          <p:spPr>
            <a:xfrm>
              <a:off x="2306112" y="1806516"/>
              <a:ext cx="109" cy="339"/>
            </a:xfrm>
            <a:custGeom>
              <a:avLst/>
              <a:gdLst/>
              <a:ahLst/>
              <a:cxnLst/>
              <a:rect l="l" t="t" r="r" b="b"/>
              <a:pathLst>
                <a:path w="8" h="25" extrusionOk="0">
                  <a:moveTo>
                    <a:pt x="0" y="25"/>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53" name="Google Shape;9253;p76"/>
            <p:cNvSpPr/>
            <p:nvPr/>
          </p:nvSpPr>
          <p:spPr>
            <a:xfrm>
              <a:off x="2306017" y="1806991"/>
              <a:ext cx="54" cy="394"/>
            </a:xfrm>
            <a:custGeom>
              <a:avLst/>
              <a:gdLst/>
              <a:ahLst/>
              <a:cxnLst/>
              <a:rect l="l" t="t" r="r" b="b"/>
              <a:pathLst>
                <a:path w="4" h="29" extrusionOk="0">
                  <a:moveTo>
                    <a:pt x="0" y="29"/>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54" name="Google Shape;9254;p76"/>
            <p:cNvSpPr/>
            <p:nvPr/>
          </p:nvSpPr>
          <p:spPr>
            <a:xfrm>
              <a:off x="2306682" y="1804370"/>
              <a:ext cx="434" cy="774"/>
            </a:xfrm>
            <a:custGeom>
              <a:avLst/>
              <a:gdLst/>
              <a:ahLst/>
              <a:cxnLst/>
              <a:rect l="l" t="t" r="r" b="b"/>
              <a:pathLst>
                <a:path w="32" h="57" extrusionOk="0">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55" name="Google Shape;9255;p76"/>
            <p:cNvSpPr/>
            <p:nvPr/>
          </p:nvSpPr>
          <p:spPr>
            <a:xfrm>
              <a:off x="2307633" y="1802280"/>
              <a:ext cx="54" cy="258"/>
            </a:xfrm>
            <a:custGeom>
              <a:avLst/>
              <a:gdLst/>
              <a:ahLst/>
              <a:cxnLst/>
              <a:rect l="l" t="t" r="r" b="b"/>
              <a:pathLst>
                <a:path w="4" h="19" extrusionOk="0">
                  <a:moveTo>
                    <a:pt x="0"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56" name="Google Shape;9256;p76"/>
            <p:cNvSpPr/>
            <p:nvPr/>
          </p:nvSpPr>
          <p:spPr>
            <a:xfrm>
              <a:off x="2307769" y="1801614"/>
              <a:ext cx="68" cy="258"/>
            </a:xfrm>
            <a:custGeom>
              <a:avLst/>
              <a:gdLst/>
              <a:ahLst/>
              <a:cxnLst/>
              <a:rect l="l" t="t" r="r" b="b"/>
              <a:pathLst>
                <a:path w="5" h="19" extrusionOk="0">
                  <a:moveTo>
                    <a:pt x="1"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57" name="Google Shape;9257;p76"/>
            <p:cNvSpPr/>
            <p:nvPr/>
          </p:nvSpPr>
          <p:spPr>
            <a:xfrm>
              <a:off x="2307823" y="1800759"/>
              <a:ext cx="109" cy="448"/>
            </a:xfrm>
            <a:custGeom>
              <a:avLst/>
              <a:gdLst/>
              <a:ahLst/>
              <a:cxnLst/>
              <a:rect l="l" t="t" r="r" b="b"/>
              <a:pathLst>
                <a:path w="8" h="33" extrusionOk="0">
                  <a:moveTo>
                    <a:pt x="7" y="1"/>
                  </a:moveTo>
                  <a:lnTo>
                    <a:pt x="4" y="15"/>
                  </a:lnTo>
                  <a:cubicBezTo>
                    <a:pt x="0" y="22"/>
                    <a:pt x="0" y="25"/>
                    <a:pt x="0" y="32"/>
                  </a:cubicBezTo>
                  <a:cubicBezTo>
                    <a:pt x="4" y="22"/>
                    <a:pt x="7" y="11"/>
                    <a:pt x="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58" name="Google Shape;9258;p76"/>
            <p:cNvSpPr/>
            <p:nvPr/>
          </p:nvSpPr>
          <p:spPr>
            <a:xfrm>
              <a:off x="2564356" y="1700353"/>
              <a:ext cx="79157" cy="32179"/>
            </a:xfrm>
            <a:custGeom>
              <a:avLst/>
              <a:gdLst/>
              <a:ahLst/>
              <a:cxnLst/>
              <a:rect l="l" t="t" r="r" b="b"/>
              <a:pathLst>
                <a:path w="5830" h="2370" extrusionOk="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59" name="Google Shape;9259;p76"/>
            <p:cNvSpPr/>
            <p:nvPr/>
          </p:nvSpPr>
          <p:spPr>
            <a:xfrm>
              <a:off x="2342432" y="1695723"/>
              <a:ext cx="47874" cy="20841"/>
            </a:xfrm>
            <a:custGeom>
              <a:avLst/>
              <a:gdLst/>
              <a:ahLst/>
              <a:cxnLst/>
              <a:rect l="l" t="t" r="r" b="b"/>
              <a:pathLst>
                <a:path w="3526" h="1535" extrusionOk="0">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60" name="Google Shape;9260;p76"/>
            <p:cNvSpPr/>
            <p:nvPr/>
          </p:nvSpPr>
          <p:spPr>
            <a:xfrm>
              <a:off x="2240180" y="1709559"/>
              <a:ext cx="19076" cy="11745"/>
            </a:xfrm>
            <a:custGeom>
              <a:avLst/>
              <a:gdLst/>
              <a:ahLst/>
              <a:cxnLst/>
              <a:rect l="l" t="t" r="r" b="b"/>
              <a:pathLst>
                <a:path w="1405" h="865" extrusionOk="0">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61" name="Google Shape;9261;p76"/>
            <p:cNvSpPr/>
            <p:nvPr/>
          </p:nvSpPr>
          <p:spPr>
            <a:xfrm>
              <a:off x="2239949" y="1709871"/>
              <a:ext cx="136291" cy="51934"/>
            </a:xfrm>
            <a:custGeom>
              <a:avLst/>
              <a:gdLst/>
              <a:ahLst/>
              <a:cxnLst/>
              <a:rect l="l" t="t" r="r" b="b"/>
              <a:pathLst>
                <a:path w="10038" h="3825" extrusionOk="0">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62" name="Google Shape;9262;p76"/>
            <p:cNvSpPr/>
            <p:nvPr/>
          </p:nvSpPr>
          <p:spPr>
            <a:xfrm>
              <a:off x="2314381" y="1759456"/>
              <a:ext cx="68" cy="204"/>
            </a:xfrm>
            <a:custGeom>
              <a:avLst/>
              <a:gdLst/>
              <a:ahLst/>
              <a:cxnLst/>
              <a:rect l="l" t="t" r="r" b="b"/>
              <a:pathLst>
                <a:path w="5" h="15" extrusionOk="0">
                  <a:moveTo>
                    <a:pt x="4" y="1"/>
                  </a:moveTo>
                  <a:cubicBezTo>
                    <a:pt x="4" y="4"/>
                    <a:pt x="1" y="8"/>
                    <a:pt x="1" y="15"/>
                  </a:cubicBezTo>
                  <a:cubicBezTo>
                    <a:pt x="1" y="8"/>
                    <a:pt x="4" y="4"/>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63" name="Google Shape;9263;p76"/>
            <p:cNvSpPr/>
            <p:nvPr/>
          </p:nvSpPr>
          <p:spPr>
            <a:xfrm>
              <a:off x="2314530" y="1758886"/>
              <a:ext cx="14" cy="204"/>
            </a:xfrm>
            <a:custGeom>
              <a:avLst/>
              <a:gdLst/>
              <a:ahLst/>
              <a:cxnLst/>
              <a:rect l="l" t="t" r="r" b="b"/>
              <a:pathLst>
                <a:path w="1" h="15" extrusionOk="0">
                  <a:moveTo>
                    <a:pt x="0"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64" name="Google Shape;9264;p76"/>
            <p:cNvSpPr/>
            <p:nvPr/>
          </p:nvSpPr>
          <p:spPr>
            <a:xfrm>
              <a:off x="2314625" y="1758275"/>
              <a:ext cx="14" cy="244"/>
            </a:xfrm>
            <a:custGeom>
              <a:avLst/>
              <a:gdLst/>
              <a:ahLst/>
              <a:cxnLst/>
              <a:rect l="l" t="t" r="r" b="b"/>
              <a:pathLst>
                <a:path w="1" h="18" extrusionOk="0">
                  <a:moveTo>
                    <a:pt x="0"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65" name="Google Shape;9265;p76"/>
            <p:cNvSpPr/>
            <p:nvPr/>
          </p:nvSpPr>
          <p:spPr>
            <a:xfrm>
              <a:off x="2314571" y="1758601"/>
              <a:ext cx="14" cy="204"/>
            </a:xfrm>
            <a:custGeom>
              <a:avLst/>
              <a:gdLst/>
              <a:ahLst/>
              <a:cxnLst/>
              <a:rect l="l" t="t" r="r" b="b"/>
              <a:pathLst>
                <a:path w="1" h="15" extrusionOk="0">
                  <a:moveTo>
                    <a:pt x="1"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66" name="Google Shape;9266;p76"/>
            <p:cNvSpPr/>
            <p:nvPr/>
          </p:nvSpPr>
          <p:spPr>
            <a:xfrm>
              <a:off x="2314435" y="1759171"/>
              <a:ext cx="54" cy="204"/>
            </a:xfrm>
            <a:custGeom>
              <a:avLst/>
              <a:gdLst/>
              <a:ahLst/>
              <a:cxnLst/>
              <a:rect l="l" t="t" r="r" b="b"/>
              <a:pathLst>
                <a:path w="4" h="15" extrusionOk="0">
                  <a:moveTo>
                    <a:pt x="4"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67" name="Google Shape;9267;p76"/>
            <p:cNvSpPr/>
            <p:nvPr/>
          </p:nvSpPr>
          <p:spPr>
            <a:xfrm>
              <a:off x="2314150" y="1759701"/>
              <a:ext cx="204" cy="530"/>
            </a:xfrm>
            <a:custGeom>
              <a:avLst/>
              <a:gdLst/>
              <a:ahLst/>
              <a:cxnLst/>
              <a:rect l="l" t="t" r="r" b="b"/>
              <a:pathLst>
                <a:path w="15" h="39" extrusionOk="0">
                  <a:moveTo>
                    <a:pt x="14" y="0"/>
                  </a:moveTo>
                  <a:cubicBezTo>
                    <a:pt x="11" y="14"/>
                    <a:pt x="7" y="28"/>
                    <a:pt x="0" y="39"/>
                  </a:cubicBezTo>
                  <a:cubicBezTo>
                    <a:pt x="7" y="28"/>
                    <a:pt x="11" y="14"/>
                    <a:pt x="1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68" name="Google Shape;9268;p76"/>
            <p:cNvSpPr/>
            <p:nvPr/>
          </p:nvSpPr>
          <p:spPr>
            <a:xfrm>
              <a:off x="2312575" y="1761411"/>
              <a:ext cx="394" cy="149"/>
            </a:xfrm>
            <a:custGeom>
              <a:avLst/>
              <a:gdLst/>
              <a:ahLst/>
              <a:cxnLst/>
              <a:rect l="l" t="t" r="r" b="b"/>
              <a:pathLst>
                <a:path w="29" h="11" extrusionOk="0">
                  <a:moveTo>
                    <a:pt x="28" y="0"/>
                  </a:moveTo>
                  <a:cubicBezTo>
                    <a:pt x="18" y="4"/>
                    <a:pt x="11" y="7"/>
                    <a:pt x="0" y="11"/>
                  </a:cubicBezTo>
                  <a:cubicBezTo>
                    <a:pt x="11" y="7"/>
                    <a:pt x="18" y="4"/>
                    <a:pt x="2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69" name="Google Shape;9269;p76"/>
            <p:cNvSpPr/>
            <p:nvPr/>
          </p:nvSpPr>
          <p:spPr>
            <a:xfrm>
              <a:off x="2313811" y="1760556"/>
              <a:ext cx="149" cy="149"/>
            </a:xfrm>
            <a:custGeom>
              <a:avLst/>
              <a:gdLst/>
              <a:ahLst/>
              <a:cxnLst/>
              <a:rect l="l" t="t" r="r" b="b"/>
              <a:pathLst>
                <a:path w="11" h="11" extrusionOk="0">
                  <a:moveTo>
                    <a:pt x="1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70" name="Google Shape;9270;p76"/>
            <p:cNvSpPr/>
            <p:nvPr/>
          </p:nvSpPr>
          <p:spPr>
            <a:xfrm>
              <a:off x="2313580" y="1760787"/>
              <a:ext cx="149" cy="163"/>
            </a:xfrm>
            <a:custGeom>
              <a:avLst/>
              <a:gdLst/>
              <a:ahLst/>
              <a:cxnLst/>
              <a:rect l="l" t="t" r="r" b="b"/>
              <a:pathLst>
                <a:path w="11" h="12" extrusionOk="0">
                  <a:moveTo>
                    <a:pt x="11"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71" name="Google Shape;9271;p76"/>
            <p:cNvSpPr/>
            <p:nvPr/>
          </p:nvSpPr>
          <p:spPr>
            <a:xfrm>
              <a:off x="2338427" y="1752993"/>
              <a:ext cx="4630" cy="1439"/>
            </a:xfrm>
            <a:custGeom>
              <a:avLst/>
              <a:gdLst/>
              <a:ahLst/>
              <a:cxnLst/>
              <a:rect l="l" t="t" r="r" b="b"/>
              <a:pathLst>
                <a:path w="341" h="106" extrusionOk="0">
                  <a:moveTo>
                    <a:pt x="341" y="1"/>
                  </a:moveTo>
                  <a:cubicBezTo>
                    <a:pt x="243" y="67"/>
                    <a:pt x="123" y="106"/>
                    <a:pt x="1" y="106"/>
                  </a:cubicBezTo>
                  <a:cubicBezTo>
                    <a:pt x="123" y="106"/>
                    <a:pt x="243" y="67"/>
                    <a:pt x="34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72" name="Google Shape;9272;p76"/>
            <p:cNvSpPr/>
            <p:nvPr/>
          </p:nvSpPr>
          <p:spPr>
            <a:xfrm>
              <a:off x="2312236" y="1761601"/>
              <a:ext cx="258" cy="109"/>
            </a:xfrm>
            <a:custGeom>
              <a:avLst/>
              <a:gdLst/>
              <a:ahLst/>
              <a:cxnLst/>
              <a:rect l="l" t="t" r="r" b="b"/>
              <a:pathLst>
                <a:path w="19" h="8" extrusionOk="0">
                  <a:moveTo>
                    <a:pt x="1" y="7"/>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73" name="Google Shape;9273;p76"/>
            <p:cNvSpPr/>
            <p:nvPr/>
          </p:nvSpPr>
          <p:spPr>
            <a:xfrm>
              <a:off x="2314001" y="1760312"/>
              <a:ext cx="109" cy="163"/>
            </a:xfrm>
            <a:custGeom>
              <a:avLst/>
              <a:gdLst/>
              <a:ahLst/>
              <a:cxnLst/>
              <a:rect l="l" t="t" r="r" b="b"/>
              <a:pathLst>
                <a:path w="8" h="12" extrusionOk="0">
                  <a:moveTo>
                    <a:pt x="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74" name="Google Shape;9274;p76"/>
            <p:cNvSpPr/>
            <p:nvPr/>
          </p:nvSpPr>
          <p:spPr>
            <a:xfrm>
              <a:off x="2312955" y="1761221"/>
              <a:ext cx="299" cy="149"/>
            </a:xfrm>
            <a:custGeom>
              <a:avLst/>
              <a:gdLst/>
              <a:ahLst/>
              <a:cxnLst/>
              <a:rect l="l" t="t" r="r" b="b"/>
              <a:pathLst>
                <a:path w="22" h="11" extrusionOk="0">
                  <a:moveTo>
                    <a:pt x="21" y="0"/>
                  </a:moveTo>
                  <a:cubicBezTo>
                    <a:pt x="14" y="4"/>
                    <a:pt x="7" y="7"/>
                    <a:pt x="0" y="11"/>
                  </a:cubicBezTo>
                  <a:cubicBezTo>
                    <a:pt x="7" y="7"/>
                    <a:pt x="14" y="4"/>
                    <a:pt x="2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75" name="Google Shape;9275;p76"/>
            <p:cNvSpPr/>
            <p:nvPr/>
          </p:nvSpPr>
          <p:spPr>
            <a:xfrm>
              <a:off x="2356254" y="1750291"/>
              <a:ext cx="1344" cy="285"/>
            </a:xfrm>
            <a:custGeom>
              <a:avLst/>
              <a:gdLst/>
              <a:ahLst/>
              <a:cxnLst/>
              <a:rect l="l" t="t" r="r" b="b"/>
              <a:pathLst>
                <a:path w="99" h="21" extrusionOk="0">
                  <a:moveTo>
                    <a:pt x="4" y="7"/>
                  </a:moveTo>
                  <a:lnTo>
                    <a:pt x="1" y="7"/>
                  </a:lnTo>
                  <a:lnTo>
                    <a:pt x="4" y="7"/>
                  </a:lnTo>
                  <a:lnTo>
                    <a:pt x="25" y="0"/>
                  </a:lnTo>
                  <a:lnTo>
                    <a:pt x="99" y="21"/>
                  </a:ln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76" name="Google Shape;9276;p76"/>
            <p:cNvSpPr/>
            <p:nvPr/>
          </p:nvSpPr>
          <p:spPr>
            <a:xfrm>
              <a:off x="2314720" y="1754758"/>
              <a:ext cx="2009" cy="2770"/>
            </a:xfrm>
            <a:custGeom>
              <a:avLst/>
              <a:gdLst/>
              <a:ahLst/>
              <a:cxnLst/>
              <a:rect l="l" t="t" r="r" b="b"/>
              <a:pathLst>
                <a:path w="148" h="204" extrusionOk="0">
                  <a:moveTo>
                    <a:pt x="147" y="0"/>
                  </a:moveTo>
                  <a:cubicBezTo>
                    <a:pt x="63" y="28"/>
                    <a:pt x="14" y="123"/>
                    <a:pt x="0" y="203"/>
                  </a:cubicBezTo>
                  <a:cubicBezTo>
                    <a:pt x="14" y="126"/>
                    <a:pt x="63" y="32"/>
                    <a:pt x="14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77" name="Google Shape;9277;p76"/>
            <p:cNvSpPr/>
            <p:nvPr/>
          </p:nvSpPr>
          <p:spPr>
            <a:xfrm>
              <a:off x="2313335" y="1761031"/>
              <a:ext cx="204" cy="109"/>
            </a:xfrm>
            <a:custGeom>
              <a:avLst/>
              <a:gdLst/>
              <a:ahLst/>
              <a:cxnLst/>
              <a:rect l="l" t="t" r="r" b="b"/>
              <a:pathLst>
                <a:path w="15" h="8" extrusionOk="0">
                  <a:moveTo>
                    <a:pt x="15"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78" name="Google Shape;9278;p76"/>
            <p:cNvSpPr/>
            <p:nvPr/>
          </p:nvSpPr>
          <p:spPr>
            <a:xfrm>
              <a:off x="2360911" y="1713591"/>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79" name="Google Shape;9279;p76"/>
            <p:cNvSpPr/>
            <p:nvPr/>
          </p:nvSpPr>
          <p:spPr>
            <a:xfrm>
              <a:off x="2360531" y="1713686"/>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80" name="Google Shape;9280;p76"/>
            <p:cNvSpPr/>
            <p:nvPr/>
          </p:nvSpPr>
          <p:spPr>
            <a:xfrm>
              <a:off x="2361291" y="1713442"/>
              <a:ext cx="68" cy="14"/>
            </a:xfrm>
            <a:custGeom>
              <a:avLst/>
              <a:gdLst/>
              <a:ahLst/>
              <a:cxnLst/>
              <a:rect l="l" t="t" r="r" b="b"/>
              <a:pathLst>
                <a:path w="5" h="1" extrusionOk="0">
                  <a:moveTo>
                    <a:pt x="4"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81" name="Google Shape;9281;p76"/>
            <p:cNvSpPr/>
            <p:nvPr/>
          </p:nvSpPr>
          <p:spPr>
            <a:xfrm>
              <a:off x="2364332" y="1715628"/>
              <a:ext cx="1208" cy="1724"/>
            </a:xfrm>
            <a:custGeom>
              <a:avLst/>
              <a:gdLst/>
              <a:ahLst/>
              <a:cxnLst/>
              <a:rect l="l" t="t" r="r" b="b"/>
              <a:pathLst>
                <a:path w="89" h="127" extrusionOk="0">
                  <a:moveTo>
                    <a:pt x="1" y="1"/>
                  </a:moveTo>
                  <a:cubicBezTo>
                    <a:pt x="25" y="39"/>
                    <a:pt x="53" y="81"/>
                    <a:pt x="88" y="127"/>
                  </a:cubicBezTo>
                  <a:cubicBezTo>
                    <a:pt x="57" y="81"/>
                    <a:pt x="29" y="39"/>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82" name="Google Shape;9282;p76"/>
            <p:cNvSpPr/>
            <p:nvPr/>
          </p:nvSpPr>
          <p:spPr>
            <a:xfrm>
              <a:off x="2358725" y="1713917"/>
              <a:ext cx="204" cy="14"/>
            </a:xfrm>
            <a:custGeom>
              <a:avLst/>
              <a:gdLst/>
              <a:ahLst/>
              <a:cxnLst/>
              <a:rect l="l" t="t" r="r" b="b"/>
              <a:pathLst>
                <a:path w="15" h="1" extrusionOk="0">
                  <a:moveTo>
                    <a:pt x="1"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83" name="Google Shape;9283;p76"/>
            <p:cNvSpPr/>
            <p:nvPr/>
          </p:nvSpPr>
          <p:spPr>
            <a:xfrm>
              <a:off x="2354163" y="1713822"/>
              <a:ext cx="258" cy="14"/>
            </a:xfrm>
            <a:custGeom>
              <a:avLst/>
              <a:gdLst/>
              <a:ahLst/>
              <a:cxnLst/>
              <a:rect l="l" t="t" r="r" b="b"/>
              <a:pathLst>
                <a:path w="19" h="1" extrusionOk="0">
                  <a:moveTo>
                    <a:pt x="1" y="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84" name="Google Shape;9284;p76"/>
            <p:cNvSpPr/>
            <p:nvPr/>
          </p:nvSpPr>
          <p:spPr>
            <a:xfrm>
              <a:off x="2353552" y="1713781"/>
              <a:ext cx="394" cy="14"/>
            </a:xfrm>
            <a:custGeom>
              <a:avLst/>
              <a:gdLst/>
              <a:ahLst/>
              <a:cxnLst/>
              <a:rect l="l" t="t" r="r" b="b"/>
              <a:pathLst>
                <a:path w="29" h="1" extrusionOk="0">
                  <a:moveTo>
                    <a:pt x="0" y="0"/>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85" name="Google Shape;9285;p76"/>
            <p:cNvSpPr/>
            <p:nvPr/>
          </p:nvSpPr>
          <p:spPr>
            <a:xfrm>
              <a:off x="2359200" y="1713876"/>
              <a:ext cx="258" cy="14"/>
            </a:xfrm>
            <a:custGeom>
              <a:avLst/>
              <a:gdLst/>
              <a:ahLst/>
              <a:cxnLst/>
              <a:rect l="l" t="t" r="r" b="b"/>
              <a:pathLst>
                <a:path w="19" h="1" extrusionOk="0">
                  <a:moveTo>
                    <a:pt x="1" y="0"/>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86" name="Google Shape;9286;p76"/>
            <p:cNvSpPr/>
            <p:nvPr/>
          </p:nvSpPr>
          <p:spPr>
            <a:xfrm>
              <a:off x="2365812" y="1717814"/>
              <a:ext cx="14" cy="14"/>
            </a:xfrm>
            <a:custGeom>
              <a:avLst/>
              <a:gdLst/>
              <a:ahLst/>
              <a:cxnLst/>
              <a:rect l="l" t="t" r="r" b="b"/>
              <a:pathLst>
                <a:path w="1" h="1" extrusionOk="0">
                  <a:moveTo>
                    <a:pt x="0" y="1"/>
                  </a:moveTo>
                  <a:lnTo>
                    <a:pt x="0" y="1"/>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87" name="Google Shape;9287;p76"/>
            <p:cNvSpPr/>
            <p:nvPr/>
          </p:nvSpPr>
          <p:spPr>
            <a:xfrm>
              <a:off x="2354788" y="1713876"/>
              <a:ext cx="204" cy="14"/>
            </a:xfrm>
            <a:custGeom>
              <a:avLst/>
              <a:gdLst/>
              <a:ahLst/>
              <a:cxnLst/>
              <a:rect l="l" t="t" r="r" b="b"/>
              <a:pathLst>
                <a:path w="15" h="1" extrusionOk="0">
                  <a:moveTo>
                    <a:pt x="0" y="0"/>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88" name="Google Shape;9288;p76"/>
            <p:cNvSpPr/>
            <p:nvPr/>
          </p:nvSpPr>
          <p:spPr>
            <a:xfrm>
              <a:off x="2355358" y="171391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89" name="Google Shape;9289;p76"/>
            <p:cNvSpPr/>
            <p:nvPr/>
          </p:nvSpPr>
          <p:spPr>
            <a:xfrm>
              <a:off x="2357680" y="171397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90" name="Google Shape;9290;p76"/>
            <p:cNvSpPr/>
            <p:nvPr/>
          </p:nvSpPr>
          <p:spPr>
            <a:xfrm>
              <a:off x="2359675" y="1713822"/>
              <a:ext cx="204" cy="14"/>
            </a:xfrm>
            <a:custGeom>
              <a:avLst/>
              <a:gdLst/>
              <a:ahLst/>
              <a:cxnLst/>
              <a:rect l="l" t="t" r="r" b="b"/>
              <a:pathLst>
                <a:path w="15" h="1" extrusionOk="0">
                  <a:moveTo>
                    <a:pt x="1"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91" name="Google Shape;9291;p76"/>
            <p:cNvSpPr/>
            <p:nvPr/>
          </p:nvSpPr>
          <p:spPr>
            <a:xfrm>
              <a:off x="2358209" y="171391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92" name="Google Shape;9292;p76"/>
            <p:cNvSpPr/>
            <p:nvPr/>
          </p:nvSpPr>
          <p:spPr>
            <a:xfrm>
              <a:off x="2356539" y="171391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93" name="Google Shape;9293;p76"/>
            <p:cNvSpPr/>
            <p:nvPr/>
          </p:nvSpPr>
          <p:spPr>
            <a:xfrm>
              <a:off x="2360110" y="1713781"/>
              <a:ext cx="204" cy="14"/>
            </a:xfrm>
            <a:custGeom>
              <a:avLst/>
              <a:gdLst/>
              <a:ahLst/>
              <a:cxnLst/>
              <a:rect l="l" t="t" r="r" b="b"/>
              <a:pathLst>
                <a:path w="15" h="1" extrusionOk="0">
                  <a:moveTo>
                    <a:pt x="0" y="0"/>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94" name="Google Shape;9294;p76"/>
            <p:cNvSpPr/>
            <p:nvPr/>
          </p:nvSpPr>
          <p:spPr>
            <a:xfrm>
              <a:off x="2357299" y="171397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95" name="Google Shape;9295;p76"/>
            <p:cNvSpPr/>
            <p:nvPr/>
          </p:nvSpPr>
          <p:spPr>
            <a:xfrm>
              <a:off x="2355969" y="171391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96" name="Google Shape;9296;p76"/>
            <p:cNvSpPr/>
            <p:nvPr/>
          </p:nvSpPr>
          <p:spPr>
            <a:xfrm>
              <a:off x="2628523" y="1764588"/>
              <a:ext cx="15085" cy="14419"/>
            </a:xfrm>
            <a:custGeom>
              <a:avLst/>
              <a:gdLst/>
              <a:ahLst/>
              <a:cxnLst/>
              <a:rect l="l" t="t" r="r" b="b"/>
              <a:pathLst>
                <a:path w="1111" h="1062" extrusionOk="0">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97" name="Google Shape;9297;p76"/>
            <p:cNvSpPr/>
            <p:nvPr/>
          </p:nvSpPr>
          <p:spPr>
            <a:xfrm>
              <a:off x="2634090" y="1775192"/>
              <a:ext cx="964" cy="2620"/>
            </a:xfrm>
            <a:custGeom>
              <a:avLst/>
              <a:gdLst/>
              <a:ahLst/>
              <a:cxnLst/>
              <a:rect l="l" t="t" r="r" b="b"/>
              <a:pathLst>
                <a:path w="71" h="193" extrusionOk="0">
                  <a:moveTo>
                    <a:pt x="0" y="0"/>
                  </a:moveTo>
                  <a:cubicBezTo>
                    <a:pt x="46" y="53"/>
                    <a:pt x="70" y="123"/>
                    <a:pt x="67" y="193"/>
                  </a:cubicBezTo>
                  <a:cubicBezTo>
                    <a:pt x="70" y="123"/>
                    <a:pt x="46" y="53"/>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98" name="Google Shape;9298;p76"/>
            <p:cNvSpPr/>
            <p:nvPr/>
          </p:nvSpPr>
          <p:spPr>
            <a:xfrm>
              <a:off x="2633846" y="1775002"/>
              <a:ext cx="163" cy="109"/>
            </a:xfrm>
            <a:custGeom>
              <a:avLst/>
              <a:gdLst/>
              <a:ahLst/>
              <a:cxnLst/>
              <a:rect l="l" t="t" r="r" b="b"/>
              <a:pathLst>
                <a:path w="12" h="8" extrusionOk="0">
                  <a:moveTo>
                    <a:pt x="1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99" name="Google Shape;9299;p76"/>
            <p:cNvSpPr/>
            <p:nvPr/>
          </p:nvSpPr>
          <p:spPr>
            <a:xfrm>
              <a:off x="2628483" y="1768349"/>
              <a:ext cx="339" cy="489"/>
            </a:xfrm>
            <a:custGeom>
              <a:avLst/>
              <a:gdLst/>
              <a:ahLst/>
              <a:cxnLst/>
              <a:rect l="l" t="t" r="r" b="b"/>
              <a:pathLst>
                <a:path w="25" h="36" extrusionOk="0">
                  <a:moveTo>
                    <a:pt x="0" y="0"/>
                  </a:moveTo>
                  <a:cubicBezTo>
                    <a:pt x="11" y="11"/>
                    <a:pt x="18" y="21"/>
                    <a:pt x="25" y="35"/>
                  </a:cubicBezTo>
                  <a:cubicBezTo>
                    <a:pt x="21" y="21"/>
                    <a:pt x="11"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00" name="Google Shape;9300;p76"/>
            <p:cNvSpPr/>
            <p:nvPr/>
          </p:nvSpPr>
          <p:spPr>
            <a:xfrm>
              <a:off x="2634891" y="1778858"/>
              <a:ext cx="14" cy="95"/>
            </a:xfrm>
            <a:custGeom>
              <a:avLst/>
              <a:gdLst/>
              <a:ahLst/>
              <a:cxnLst/>
              <a:rect l="l" t="t" r="r" b="b"/>
              <a:pathLst>
                <a:path w="1" h="7" extrusionOk="0">
                  <a:moveTo>
                    <a:pt x="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01" name="Google Shape;9301;p76"/>
            <p:cNvSpPr/>
            <p:nvPr/>
          </p:nvSpPr>
          <p:spPr>
            <a:xfrm>
              <a:off x="2629148" y="1769341"/>
              <a:ext cx="204" cy="394"/>
            </a:xfrm>
            <a:custGeom>
              <a:avLst/>
              <a:gdLst/>
              <a:ahLst/>
              <a:cxnLst/>
              <a:rect l="l" t="t" r="r" b="b"/>
              <a:pathLst>
                <a:path w="15" h="29" extrusionOk="0">
                  <a:moveTo>
                    <a:pt x="0" y="1"/>
                  </a:moveTo>
                  <a:lnTo>
                    <a:pt x="0" y="1"/>
                  </a:lnTo>
                  <a:cubicBezTo>
                    <a:pt x="7" y="11"/>
                    <a:pt x="11" y="22"/>
                    <a:pt x="14" y="29"/>
                  </a:cubicBezTo>
                  <a:cubicBezTo>
                    <a:pt x="11" y="18"/>
                    <a:pt x="7" y="1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02" name="Google Shape;9302;p76"/>
            <p:cNvSpPr/>
            <p:nvPr/>
          </p:nvSpPr>
          <p:spPr>
            <a:xfrm>
              <a:off x="2634986" y="1777894"/>
              <a:ext cx="14" cy="204"/>
            </a:xfrm>
            <a:custGeom>
              <a:avLst/>
              <a:gdLst/>
              <a:ahLst/>
              <a:cxnLst/>
              <a:rect l="l" t="t" r="r" b="b"/>
              <a:pathLst>
                <a:path w="1" h="15" extrusionOk="0">
                  <a:moveTo>
                    <a:pt x="1" y="1"/>
                  </a:moveTo>
                  <a:lnTo>
                    <a:pt x="1" y="15"/>
                  </a:lnTo>
                  <a:cubicBezTo>
                    <a:pt x="1" y="8"/>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03" name="Google Shape;9303;p76"/>
            <p:cNvSpPr/>
            <p:nvPr/>
          </p:nvSpPr>
          <p:spPr>
            <a:xfrm>
              <a:off x="2628904" y="1768865"/>
              <a:ext cx="204" cy="394"/>
            </a:xfrm>
            <a:custGeom>
              <a:avLst/>
              <a:gdLst/>
              <a:ahLst/>
              <a:cxnLst/>
              <a:rect l="l" t="t" r="r" b="b"/>
              <a:pathLst>
                <a:path w="15" h="29" extrusionOk="0">
                  <a:moveTo>
                    <a:pt x="15" y="29"/>
                  </a:moveTo>
                  <a:cubicBezTo>
                    <a:pt x="11" y="18"/>
                    <a:pt x="4" y="11"/>
                    <a:pt x="1" y="1"/>
                  </a:cubicBezTo>
                  <a:cubicBezTo>
                    <a:pt x="4" y="11"/>
                    <a:pt x="11" y="18"/>
                    <a:pt x="15"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04" name="Google Shape;9304;p76"/>
            <p:cNvSpPr/>
            <p:nvPr/>
          </p:nvSpPr>
          <p:spPr>
            <a:xfrm>
              <a:off x="2629379" y="1769816"/>
              <a:ext cx="204" cy="489"/>
            </a:xfrm>
            <a:custGeom>
              <a:avLst/>
              <a:gdLst/>
              <a:ahLst/>
              <a:cxnLst/>
              <a:rect l="l" t="t" r="r" b="b"/>
              <a:pathLst>
                <a:path w="15" h="36" extrusionOk="0">
                  <a:moveTo>
                    <a:pt x="15" y="36"/>
                  </a:moveTo>
                  <a:cubicBezTo>
                    <a:pt x="11" y="25"/>
                    <a:pt x="4" y="15"/>
                    <a:pt x="1" y="1"/>
                  </a:cubicBezTo>
                  <a:cubicBezTo>
                    <a:pt x="4" y="15"/>
                    <a:pt x="11" y="25"/>
                    <a:pt x="15" y="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05" name="Google Shape;9305;p76"/>
            <p:cNvSpPr/>
            <p:nvPr/>
          </p:nvSpPr>
          <p:spPr>
            <a:xfrm>
              <a:off x="2964159" y="1702797"/>
              <a:ext cx="47345" cy="45539"/>
            </a:xfrm>
            <a:custGeom>
              <a:avLst/>
              <a:gdLst/>
              <a:ahLst/>
              <a:cxnLst/>
              <a:rect l="l" t="t" r="r" b="b"/>
              <a:pathLst>
                <a:path w="3487" h="3354" extrusionOk="0">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06" name="Google Shape;9306;p76"/>
            <p:cNvSpPr/>
            <p:nvPr/>
          </p:nvSpPr>
          <p:spPr>
            <a:xfrm>
              <a:off x="2991817" y="1742539"/>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07" name="Google Shape;9307;p76"/>
            <p:cNvSpPr/>
            <p:nvPr/>
          </p:nvSpPr>
          <p:spPr>
            <a:xfrm>
              <a:off x="2987920" y="1742769"/>
              <a:ext cx="625" cy="68"/>
            </a:xfrm>
            <a:custGeom>
              <a:avLst/>
              <a:gdLst/>
              <a:ahLst/>
              <a:cxnLst/>
              <a:rect l="l" t="t" r="r" b="b"/>
              <a:pathLst>
                <a:path w="46" h="5" extrusionOk="0">
                  <a:moveTo>
                    <a:pt x="46"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08" name="Google Shape;9308;p76"/>
            <p:cNvSpPr/>
            <p:nvPr/>
          </p:nvSpPr>
          <p:spPr>
            <a:xfrm>
              <a:off x="2992387" y="1742294"/>
              <a:ext cx="163" cy="68"/>
            </a:xfrm>
            <a:custGeom>
              <a:avLst/>
              <a:gdLst/>
              <a:ahLst/>
              <a:cxnLst/>
              <a:rect l="l" t="t" r="r" b="b"/>
              <a:pathLst>
                <a:path w="12" h="5" extrusionOk="0">
                  <a:moveTo>
                    <a:pt x="1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09" name="Google Shape;9309;p76"/>
            <p:cNvSpPr/>
            <p:nvPr/>
          </p:nvSpPr>
          <p:spPr>
            <a:xfrm>
              <a:off x="2980547" y="1745770"/>
              <a:ext cx="774" cy="584"/>
            </a:xfrm>
            <a:custGeom>
              <a:avLst/>
              <a:gdLst/>
              <a:ahLst/>
              <a:cxnLst/>
              <a:rect l="l" t="t" r="r" b="b"/>
              <a:pathLst>
                <a:path w="57" h="43" extrusionOk="0">
                  <a:moveTo>
                    <a:pt x="57" y="0"/>
                  </a:moveTo>
                  <a:lnTo>
                    <a:pt x="1" y="4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10" name="Google Shape;9310;p76"/>
            <p:cNvSpPr/>
            <p:nvPr/>
          </p:nvSpPr>
          <p:spPr>
            <a:xfrm>
              <a:off x="2979556" y="1746476"/>
              <a:ext cx="815" cy="584"/>
            </a:xfrm>
            <a:custGeom>
              <a:avLst/>
              <a:gdLst/>
              <a:ahLst/>
              <a:cxnLst/>
              <a:rect l="l" t="t" r="r" b="b"/>
              <a:pathLst>
                <a:path w="60" h="43" extrusionOk="0">
                  <a:moveTo>
                    <a:pt x="60" y="1"/>
                  </a:moveTo>
                  <a:lnTo>
                    <a:pt x="0" y="4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11" name="Google Shape;9311;p76"/>
            <p:cNvSpPr/>
            <p:nvPr/>
          </p:nvSpPr>
          <p:spPr>
            <a:xfrm>
              <a:off x="2982312" y="1744100"/>
              <a:ext cx="1154" cy="964"/>
            </a:xfrm>
            <a:custGeom>
              <a:avLst/>
              <a:gdLst/>
              <a:ahLst/>
              <a:cxnLst/>
              <a:rect l="l" t="t" r="r" b="b"/>
              <a:pathLst>
                <a:path w="85" h="71" extrusionOk="0">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12" name="Google Shape;9312;p76"/>
            <p:cNvSpPr/>
            <p:nvPr/>
          </p:nvSpPr>
          <p:spPr>
            <a:xfrm>
              <a:off x="2989101" y="1742674"/>
              <a:ext cx="1398" cy="14"/>
            </a:xfrm>
            <a:custGeom>
              <a:avLst/>
              <a:gdLst/>
              <a:ahLst/>
              <a:cxnLst/>
              <a:rect l="l" t="t" r="r" b="b"/>
              <a:pathLst>
                <a:path w="103" h="1" extrusionOk="0">
                  <a:moveTo>
                    <a:pt x="103"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13" name="Google Shape;9313;p76"/>
            <p:cNvSpPr/>
            <p:nvPr/>
          </p:nvSpPr>
          <p:spPr>
            <a:xfrm>
              <a:off x="2993052" y="174196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14" name="Google Shape;9314;p76"/>
            <p:cNvSpPr/>
            <p:nvPr/>
          </p:nvSpPr>
          <p:spPr>
            <a:xfrm>
              <a:off x="2991111" y="1742674"/>
              <a:ext cx="149" cy="14"/>
            </a:xfrm>
            <a:custGeom>
              <a:avLst/>
              <a:gdLst/>
              <a:ahLst/>
              <a:cxnLst/>
              <a:rect l="l" t="t" r="r" b="b"/>
              <a:pathLst>
                <a:path w="11" h="1" extrusionOk="0">
                  <a:moveTo>
                    <a:pt x="11"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15" name="Google Shape;9315;p76"/>
            <p:cNvSpPr/>
            <p:nvPr/>
          </p:nvSpPr>
          <p:spPr>
            <a:xfrm>
              <a:off x="2643975" y="1811444"/>
              <a:ext cx="54487" cy="30006"/>
            </a:xfrm>
            <a:custGeom>
              <a:avLst/>
              <a:gdLst/>
              <a:ahLst/>
              <a:cxnLst/>
              <a:rect l="l" t="t" r="r" b="b"/>
              <a:pathLst>
                <a:path w="4013" h="2210" extrusionOk="0">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16" name="Google Shape;9316;p76"/>
            <p:cNvSpPr/>
            <p:nvPr/>
          </p:nvSpPr>
          <p:spPr>
            <a:xfrm>
              <a:off x="2645115" y="1813508"/>
              <a:ext cx="3001" cy="3381"/>
            </a:xfrm>
            <a:custGeom>
              <a:avLst/>
              <a:gdLst/>
              <a:ahLst/>
              <a:cxnLst/>
              <a:rect l="l" t="t" r="r" b="b"/>
              <a:pathLst>
                <a:path w="221" h="249" extrusionOk="0">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17" name="Google Shape;9317;p76"/>
            <p:cNvSpPr/>
            <p:nvPr/>
          </p:nvSpPr>
          <p:spPr>
            <a:xfrm>
              <a:off x="2697592" y="1832327"/>
              <a:ext cx="14" cy="394"/>
            </a:xfrm>
            <a:custGeom>
              <a:avLst/>
              <a:gdLst/>
              <a:ahLst/>
              <a:cxnLst/>
              <a:rect l="l" t="t" r="r" b="b"/>
              <a:pathLst>
                <a:path w="1" h="29" extrusionOk="0">
                  <a:moveTo>
                    <a:pt x="0" y="0"/>
                  </a:moveTo>
                  <a:lnTo>
                    <a:pt x="0" y="28"/>
                  </a:lnTo>
                  <a:cubicBezTo>
                    <a:pt x="0" y="18"/>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18" name="Google Shape;9318;p76"/>
            <p:cNvSpPr/>
            <p:nvPr/>
          </p:nvSpPr>
          <p:spPr>
            <a:xfrm>
              <a:off x="2650763" y="1826149"/>
              <a:ext cx="2878" cy="1955"/>
            </a:xfrm>
            <a:custGeom>
              <a:avLst/>
              <a:gdLst/>
              <a:ahLst/>
              <a:cxnLst/>
              <a:rect l="l" t="t" r="r" b="b"/>
              <a:pathLst>
                <a:path w="212" h="144" extrusionOk="0">
                  <a:moveTo>
                    <a:pt x="1" y="0"/>
                  </a:moveTo>
                  <a:cubicBezTo>
                    <a:pt x="110" y="39"/>
                    <a:pt x="194" y="74"/>
                    <a:pt x="211" y="144"/>
                  </a:cubicBezTo>
                  <a:cubicBezTo>
                    <a:pt x="194" y="74"/>
                    <a:pt x="110" y="39"/>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19" name="Google Shape;9319;p76"/>
            <p:cNvSpPr/>
            <p:nvPr/>
          </p:nvSpPr>
          <p:spPr>
            <a:xfrm>
              <a:off x="2697633" y="1831892"/>
              <a:ext cx="68" cy="353"/>
            </a:xfrm>
            <a:custGeom>
              <a:avLst/>
              <a:gdLst/>
              <a:ahLst/>
              <a:cxnLst/>
              <a:rect l="l" t="t" r="r" b="b"/>
              <a:pathLst>
                <a:path w="5" h="26" extrusionOk="0">
                  <a:moveTo>
                    <a:pt x="4" y="1"/>
                  </a:moveTo>
                  <a:cubicBezTo>
                    <a:pt x="4" y="8"/>
                    <a:pt x="1" y="15"/>
                    <a:pt x="1" y="25"/>
                  </a:cubicBezTo>
                  <a:cubicBezTo>
                    <a:pt x="4" y="15"/>
                    <a:pt x="4" y="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20" name="Google Shape;9320;p76"/>
            <p:cNvSpPr/>
            <p:nvPr/>
          </p:nvSpPr>
          <p:spPr>
            <a:xfrm>
              <a:off x="2658856" y="1830426"/>
              <a:ext cx="5811" cy="3381"/>
            </a:xfrm>
            <a:custGeom>
              <a:avLst/>
              <a:gdLst/>
              <a:ahLst/>
              <a:cxnLst/>
              <a:rect l="l" t="t" r="r" b="b"/>
              <a:pathLst>
                <a:path w="428" h="249" extrusionOk="0">
                  <a:moveTo>
                    <a:pt x="427" y="249"/>
                  </a:moveTo>
                  <a:cubicBezTo>
                    <a:pt x="326" y="172"/>
                    <a:pt x="147" y="35"/>
                    <a:pt x="0" y="0"/>
                  </a:cubicBezTo>
                  <a:cubicBezTo>
                    <a:pt x="147" y="35"/>
                    <a:pt x="326" y="172"/>
                    <a:pt x="427" y="24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21" name="Google Shape;9321;p76"/>
            <p:cNvSpPr/>
            <p:nvPr/>
          </p:nvSpPr>
          <p:spPr>
            <a:xfrm>
              <a:off x="2726960" y="1826773"/>
              <a:ext cx="59904" cy="135897"/>
            </a:xfrm>
            <a:custGeom>
              <a:avLst/>
              <a:gdLst/>
              <a:ahLst/>
              <a:cxnLst/>
              <a:rect l="l" t="t" r="r" b="b"/>
              <a:pathLst>
                <a:path w="4412" h="10009" extrusionOk="0">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22" name="Google Shape;9322;p76"/>
            <p:cNvSpPr/>
            <p:nvPr/>
          </p:nvSpPr>
          <p:spPr>
            <a:xfrm>
              <a:off x="2728671" y="1883663"/>
              <a:ext cx="109" cy="109"/>
            </a:xfrm>
            <a:custGeom>
              <a:avLst/>
              <a:gdLst/>
              <a:ahLst/>
              <a:cxnLst/>
              <a:rect l="l" t="t" r="r" b="b"/>
              <a:pathLst>
                <a:path w="8" h="8" extrusionOk="0">
                  <a:moveTo>
                    <a:pt x="1" y="7"/>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23" name="Google Shape;9323;p76"/>
            <p:cNvSpPr/>
            <p:nvPr/>
          </p:nvSpPr>
          <p:spPr>
            <a:xfrm>
              <a:off x="2729241" y="1883039"/>
              <a:ext cx="14" cy="68"/>
            </a:xfrm>
            <a:custGeom>
              <a:avLst/>
              <a:gdLst/>
              <a:ahLst/>
              <a:cxnLst/>
              <a:rect l="l" t="t" r="r" b="b"/>
              <a:pathLst>
                <a:path w="1" h="5" extrusionOk="0">
                  <a:moveTo>
                    <a:pt x="1" y="1"/>
                  </a:moveTo>
                  <a:lnTo>
                    <a:pt x="1" y="4"/>
                  </a:ln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24" name="Google Shape;9324;p76"/>
            <p:cNvSpPr/>
            <p:nvPr/>
          </p:nvSpPr>
          <p:spPr>
            <a:xfrm>
              <a:off x="2728155" y="1883989"/>
              <a:ext cx="149" cy="163"/>
            </a:xfrm>
            <a:custGeom>
              <a:avLst/>
              <a:gdLst/>
              <a:ahLst/>
              <a:cxnLst/>
              <a:rect l="l" t="t" r="r" b="b"/>
              <a:pathLst>
                <a:path w="11" h="12" extrusionOk="0">
                  <a:moveTo>
                    <a:pt x="0" y="1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25" name="Google Shape;9325;p76"/>
            <p:cNvSpPr/>
            <p:nvPr/>
          </p:nvSpPr>
          <p:spPr>
            <a:xfrm>
              <a:off x="2728820" y="1883568"/>
              <a:ext cx="54" cy="54"/>
            </a:xfrm>
            <a:custGeom>
              <a:avLst/>
              <a:gdLst/>
              <a:ahLst/>
              <a:cxnLst/>
              <a:rect l="l" t="t" r="r" b="b"/>
              <a:pathLst>
                <a:path w="4" h="4" extrusionOk="0">
                  <a:moveTo>
                    <a:pt x="0" y="4"/>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26" name="Google Shape;9326;p76"/>
            <p:cNvSpPr/>
            <p:nvPr/>
          </p:nvSpPr>
          <p:spPr>
            <a:xfrm>
              <a:off x="2728440" y="1883799"/>
              <a:ext cx="149" cy="109"/>
            </a:xfrm>
            <a:custGeom>
              <a:avLst/>
              <a:gdLst/>
              <a:ahLst/>
              <a:cxnLst/>
              <a:rect l="l" t="t" r="r" b="b"/>
              <a:pathLst>
                <a:path w="11" h="8" extrusionOk="0">
                  <a:moveTo>
                    <a:pt x="0" y="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27" name="Google Shape;9327;p76"/>
            <p:cNvSpPr/>
            <p:nvPr/>
          </p:nvSpPr>
          <p:spPr>
            <a:xfrm>
              <a:off x="2727341" y="1884518"/>
              <a:ext cx="299" cy="244"/>
            </a:xfrm>
            <a:custGeom>
              <a:avLst/>
              <a:gdLst/>
              <a:ahLst/>
              <a:cxnLst/>
              <a:rect l="l" t="t" r="r" b="b"/>
              <a:pathLst>
                <a:path w="22" h="18" extrusionOk="0">
                  <a:moveTo>
                    <a:pt x="1" y="18"/>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28" name="Google Shape;9328;p76"/>
            <p:cNvSpPr/>
            <p:nvPr/>
          </p:nvSpPr>
          <p:spPr>
            <a:xfrm>
              <a:off x="2727775" y="1884233"/>
              <a:ext cx="204" cy="204"/>
            </a:xfrm>
            <a:custGeom>
              <a:avLst/>
              <a:gdLst/>
              <a:ahLst/>
              <a:cxnLst/>
              <a:rect l="l" t="t" r="r" b="b"/>
              <a:pathLst>
                <a:path w="15" h="15" extrusionOk="0">
                  <a:moveTo>
                    <a:pt x="0" y="1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29" name="Google Shape;9329;p76"/>
            <p:cNvSpPr/>
            <p:nvPr/>
          </p:nvSpPr>
          <p:spPr>
            <a:xfrm>
              <a:off x="2726825" y="1884844"/>
              <a:ext cx="394" cy="394"/>
            </a:xfrm>
            <a:custGeom>
              <a:avLst/>
              <a:gdLst/>
              <a:ahLst/>
              <a:cxnLst/>
              <a:rect l="l" t="t" r="r" b="b"/>
              <a:pathLst>
                <a:path w="29" h="29" extrusionOk="0">
                  <a:moveTo>
                    <a:pt x="0" y="29"/>
                  </a:moveTo>
                  <a:lnTo>
                    <a:pt x="0" y="29"/>
                  </a:lnTo>
                  <a:lnTo>
                    <a:pt x="2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30" name="Google Shape;9330;p76"/>
            <p:cNvSpPr/>
            <p:nvPr/>
          </p:nvSpPr>
          <p:spPr>
            <a:xfrm>
              <a:off x="2729296" y="1878531"/>
              <a:ext cx="1914" cy="4331"/>
            </a:xfrm>
            <a:custGeom>
              <a:avLst/>
              <a:gdLst/>
              <a:ahLst/>
              <a:cxnLst/>
              <a:rect l="l" t="t" r="r" b="b"/>
              <a:pathLst>
                <a:path w="141" h="319" extrusionOk="0">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31" name="Google Shape;9331;p76"/>
            <p:cNvSpPr/>
            <p:nvPr/>
          </p:nvSpPr>
          <p:spPr>
            <a:xfrm>
              <a:off x="2733668" y="187467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32" name="Google Shape;9332;p76"/>
            <p:cNvSpPr/>
            <p:nvPr/>
          </p:nvSpPr>
          <p:spPr>
            <a:xfrm>
              <a:off x="2760334" y="1831037"/>
              <a:ext cx="109" cy="68"/>
            </a:xfrm>
            <a:custGeom>
              <a:avLst/>
              <a:gdLst/>
              <a:ahLst/>
              <a:cxnLst/>
              <a:rect l="l" t="t" r="r" b="b"/>
              <a:pathLst>
                <a:path w="8" h="5" extrusionOk="0">
                  <a:moveTo>
                    <a:pt x="7"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33" name="Google Shape;9333;p76"/>
            <p:cNvSpPr/>
            <p:nvPr/>
          </p:nvSpPr>
          <p:spPr>
            <a:xfrm>
              <a:off x="2760565" y="1830806"/>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34" name="Google Shape;9334;p76"/>
            <p:cNvSpPr/>
            <p:nvPr/>
          </p:nvSpPr>
          <p:spPr>
            <a:xfrm>
              <a:off x="2760945" y="1830236"/>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35" name="Google Shape;9335;p76"/>
            <p:cNvSpPr/>
            <p:nvPr/>
          </p:nvSpPr>
          <p:spPr>
            <a:xfrm>
              <a:off x="2760089" y="1831227"/>
              <a:ext cx="109" cy="109"/>
            </a:xfrm>
            <a:custGeom>
              <a:avLst/>
              <a:gdLst/>
              <a:ahLst/>
              <a:cxnLst/>
              <a:rect l="l" t="t" r="r" b="b"/>
              <a:pathLst>
                <a:path w="8" h="8" extrusionOk="0">
                  <a:moveTo>
                    <a:pt x="8"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36" name="Google Shape;9336;p76"/>
            <p:cNvSpPr/>
            <p:nvPr/>
          </p:nvSpPr>
          <p:spPr>
            <a:xfrm>
              <a:off x="2760755" y="1830521"/>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37" name="Google Shape;9337;p76"/>
            <p:cNvSpPr/>
            <p:nvPr/>
          </p:nvSpPr>
          <p:spPr>
            <a:xfrm>
              <a:off x="2761135" y="1829951"/>
              <a:ext cx="68" cy="109"/>
            </a:xfrm>
            <a:custGeom>
              <a:avLst/>
              <a:gdLst/>
              <a:ahLst/>
              <a:cxnLst/>
              <a:rect l="l" t="t" r="r" b="b"/>
              <a:pathLst>
                <a:path w="5" h="8" extrusionOk="0">
                  <a:moveTo>
                    <a:pt x="4"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38" name="Google Shape;9338;p76"/>
            <p:cNvSpPr/>
            <p:nvPr/>
          </p:nvSpPr>
          <p:spPr>
            <a:xfrm>
              <a:off x="2755297" y="183627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39" name="Google Shape;9339;p76"/>
            <p:cNvSpPr/>
            <p:nvPr/>
          </p:nvSpPr>
          <p:spPr>
            <a:xfrm>
              <a:off x="2734374" y="1864885"/>
              <a:ext cx="1059" cy="5010"/>
            </a:xfrm>
            <a:custGeom>
              <a:avLst/>
              <a:gdLst/>
              <a:ahLst/>
              <a:cxnLst/>
              <a:rect l="l" t="t" r="r" b="b"/>
              <a:pathLst>
                <a:path w="78" h="369" extrusionOk="0">
                  <a:moveTo>
                    <a:pt x="78" y="1"/>
                  </a:moveTo>
                  <a:cubicBezTo>
                    <a:pt x="67" y="134"/>
                    <a:pt x="57" y="284"/>
                    <a:pt x="1" y="368"/>
                  </a:cubicBezTo>
                  <a:cubicBezTo>
                    <a:pt x="57" y="284"/>
                    <a:pt x="67" y="134"/>
                    <a:pt x="7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40" name="Google Shape;9340;p76"/>
            <p:cNvSpPr/>
            <p:nvPr/>
          </p:nvSpPr>
          <p:spPr>
            <a:xfrm>
              <a:off x="2731903" y="1878151"/>
              <a:ext cx="109" cy="14"/>
            </a:xfrm>
            <a:custGeom>
              <a:avLst/>
              <a:gdLst/>
              <a:ahLst/>
              <a:cxnLst/>
              <a:rect l="l" t="t" r="r" b="b"/>
              <a:pathLst>
                <a:path w="8" h="1" extrusionOk="0">
                  <a:moveTo>
                    <a:pt x="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41" name="Google Shape;9341;p76"/>
            <p:cNvSpPr/>
            <p:nvPr/>
          </p:nvSpPr>
          <p:spPr>
            <a:xfrm>
              <a:off x="2761135" y="1836658"/>
              <a:ext cx="204" cy="720"/>
            </a:xfrm>
            <a:custGeom>
              <a:avLst/>
              <a:gdLst/>
              <a:ahLst/>
              <a:cxnLst/>
              <a:rect l="l" t="t" r="r" b="b"/>
              <a:pathLst>
                <a:path w="15" h="53" extrusionOk="0">
                  <a:moveTo>
                    <a:pt x="15" y="0"/>
                  </a:moveTo>
                  <a:cubicBezTo>
                    <a:pt x="15" y="18"/>
                    <a:pt x="11" y="39"/>
                    <a:pt x="1" y="53"/>
                  </a:cubicBezTo>
                  <a:cubicBezTo>
                    <a:pt x="11" y="39"/>
                    <a:pt x="15" y="18"/>
                    <a:pt x="1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42" name="Google Shape;9342;p76"/>
            <p:cNvSpPr/>
            <p:nvPr/>
          </p:nvSpPr>
          <p:spPr>
            <a:xfrm>
              <a:off x="2755527" y="1836128"/>
              <a:ext cx="204" cy="68"/>
            </a:xfrm>
            <a:custGeom>
              <a:avLst/>
              <a:gdLst/>
              <a:ahLst/>
              <a:cxnLst/>
              <a:rect l="l" t="t" r="r" b="b"/>
              <a:pathLst>
                <a:path w="15" h="5" extrusionOk="0">
                  <a:moveTo>
                    <a:pt x="15"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43" name="Google Shape;9343;p76"/>
            <p:cNvSpPr/>
            <p:nvPr/>
          </p:nvSpPr>
          <p:spPr>
            <a:xfrm>
              <a:off x="2761990" y="1827805"/>
              <a:ext cx="14" cy="109"/>
            </a:xfrm>
            <a:custGeom>
              <a:avLst/>
              <a:gdLst/>
              <a:ahLst/>
              <a:cxnLst/>
              <a:rect l="l" t="t" r="r" b="b"/>
              <a:pathLst>
                <a:path w="1" h="8" extrusionOk="0">
                  <a:moveTo>
                    <a:pt x="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44" name="Google Shape;9344;p76"/>
            <p:cNvSpPr/>
            <p:nvPr/>
          </p:nvSpPr>
          <p:spPr>
            <a:xfrm>
              <a:off x="2762045" y="182761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45" name="Google Shape;9345;p76"/>
            <p:cNvSpPr/>
            <p:nvPr/>
          </p:nvSpPr>
          <p:spPr>
            <a:xfrm>
              <a:off x="2732717" y="1877716"/>
              <a:ext cx="14" cy="68"/>
            </a:xfrm>
            <a:custGeom>
              <a:avLst/>
              <a:gdLst/>
              <a:ahLst/>
              <a:cxnLst/>
              <a:rect l="l" t="t" r="r" b="b"/>
              <a:pathLst>
                <a:path w="1" h="5" extrusionOk="0">
                  <a:moveTo>
                    <a:pt x="0"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46" name="Google Shape;9346;p76"/>
            <p:cNvSpPr/>
            <p:nvPr/>
          </p:nvSpPr>
          <p:spPr>
            <a:xfrm>
              <a:off x="2761895" y="1828050"/>
              <a:ext cx="14" cy="109"/>
            </a:xfrm>
            <a:custGeom>
              <a:avLst/>
              <a:gdLst/>
              <a:ahLst/>
              <a:cxnLst/>
              <a:rect l="l" t="t" r="r" b="b"/>
              <a:pathLst>
                <a:path w="1" h="8" extrusionOk="0">
                  <a:moveTo>
                    <a:pt x="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47" name="Google Shape;9347;p76"/>
            <p:cNvSpPr/>
            <p:nvPr/>
          </p:nvSpPr>
          <p:spPr>
            <a:xfrm>
              <a:off x="2761325" y="1829665"/>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48" name="Google Shape;9348;p76"/>
            <p:cNvSpPr/>
            <p:nvPr/>
          </p:nvSpPr>
          <p:spPr>
            <a:xfrm>
              <a:off x="2732188" y="1878056"/>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49" name="Google Shape;9349;p76"/>
            <p:cNvSpPr/>
            <p:nvPr/>
          </p:nvSpPr>
          <p:spPr>
            <a:xfrm>
              <a:off x="2761855" y="1828335"/>
              <a:ext cx="14" cy="109"/>
            </a:xfrm>
            <a:custGeom>
              <a:avLst/>
              <a:gdLst/>
              <a:ahLst/>
              <a:cxnLst/>
              <a:rect l="l" t="t" r="r" b="b"/>
              <a:pathLst>
                <a:path w="1" h="8"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50" name="Google Shape;9350;p76"/>
            <p:cNvSpPr/>
            <p:nvPr/>
          </p:nvSpPr>
          <p:spPr>
            <a:xfrm>
              <a:off x="2761474" y="1829231"/>
              <a:ext cx="54" cy="109"/>
            </a:xfrm>
            <a:custGeom>
              <a:avLst/>
              <a:gdLst/>
              <a:ahLst/>
              <a:cxnLst/>
              <a:rect l="l" t="t" r="r" b="b"/>
              <a:pathLst>
                <a:path w="4" h="8" extrusionOk="0">
                  <a:moveTo>
                    <a:pt x="4"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51" name="Google Shape;9351;p76"/>
            <p:cNvSpPr/>
            <p:nvPr/>
          </p:nvSpPr>
          <p:spPr>
            <a:xfrm>
              <a:off x="2761610" y="1828905"/>
              <a:ext cx="68" cy="109"/>
            </a:xfrm>
            <a:custGeom>
              <a:avLst/>
              <a:gdLst/>
              <a:ahLst/>
              <a:cxnLst/>
              <a:rect l="l" t="t" r="r" b="b"/>
              <a:pathLst>
                <a:path w="5" h="8" extrusionOk="0">
                  <a:moveTo>
                    <a:pt x="4"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52" name="Google Shape;9352;p76"/>
            <p:cNvSpPr/>
            <p:nvPr/>
          </p:nvSpPr>
          <p:spPr>
            <a:xfrm>
              <a:off x="2761705" y="1828620"/>
              <a:ext cx="68" cy="109"/>
            </a:xfrm>
            <a:custGeom>
              <a:avLst/>
              <a:gdLst/>
              <a:ahLst/>
              <a:cxnLst/>
              <a:rect l="l" t="t" r="r" b="b"/>
              <a:pathLst>
                <a:path w="5" h="8" extrusionOk="0">
                  <a:moveTo>
                    <a:pt x="4"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53" name="Google Shape;9353;p76"/>
            <p:cNvSpPr/>
            <p:nvPr/>
          </p:nvSpPr>
          <p:spPr>
            <a:xfrm>
              <a:off x="2732473" y="1877906"/>
              <a:ext cx="68" cy="14"/>
            </a:xfrm>
            <a:custGeom>
              <a:avLst/>
              <a:gdLst/>
              <a:ahLst/>
              <a:cxnLst/>
              <a:rect l="l" t="t" r="r" b="b"/>
              <a:pathLst>
                <a:path w="5" h="1" extrusionOk="0">
                  <a:moveTo>
                    <a:pt x="4"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54" name="Google Shape;9354;p76"/>
            <p:cNvSpPr/>
            <p:nvPr/>
          </p:nvSpPr>
          <p:spPr>
            <a:xfrm>
              <a:off x="2731197" y="1878151"/>
              <a:ext cx="434" cy="394"/>
            </a:xfrm>
            <a:custGeom>
              <a:avLst/>
              <a:gdLst/>
              <a:ahLst/>
              <a:cxnLst/>
              <a:rect l="l" t="t" r="r" b="b"/>
              <a:pathLst>
                <a:path w="32" h="29" extrusionOk="0">
                  <a:moveTo>
                    <a:pt x="32" y="0"/>
                  </a:moveTo>
                  <a:cubicBezTo>
                    <a:pt x="25" y="4"/>
                    <a:pt x="21" y="4"/>
                    <a:pt x="21" y="7"/>
                  </a:cubicBezTo>
                  <a:lnTo>
                    <a:pt x="0" y="28"/>
                  </a:lnTo>
                  <a:cubicBezTo>
                    <a:pt x="11" y="18"/>
                    <a:pt x="18" y="11"/>
                    <a:pt x="3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55" name="Google Shape;9355;p76"/>
            <p:cNvSpPr/>
            <p:nvPr/>
          </p:nvSpPr>
          <p:spPr>
            <a:xfrm>
              <a:off x="2755867" y="1836088"/>
              <a:ext cx="204" cy="14"/>
            </a:xfrm>
            <a:custGeom>
              <a:avLst/>
              <a:gdLst/>
              <a:ahLst/>
              <a:cxnLst/>
              <a:rect l="l" t="t" r="r" b="b"/>
              <a:pathLst>
                <a:path w="15" h="1" extrusionOk="0">
                  <a:moveTo>
                    <a:pt x="0" y="0"/>
                  </a:moveTo>
                  <a:cubicBezTo>
                    <a:pt x="4" y="0"/>
                    <a:pt x="7" y="0"/>
                    <a:pt x="14" y="0"/>
                  </a:cubicBezTo>
                  <a:lnTo>
                    <a:pt x="14" y="0"/>
                  </a:lnTo>
                  <a:cubicBezTo>
                    <a:pt x="7" y="0"/>
                    <a:pt x="4"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56" name="Google Shape;9356;p76"/>
            <p:cNvSpPr/>
            <p:nvPr/>
          </p:nvSpPr>
          <p:spPr>
            <a:xfrm>
              <a:off x="2730911" y="1878246"/>
              <a:ext cx="584" cy="625"/>
            </a:xfrm>
            <a:custGeom>
              <a:avLst/>
              <a:gdLst/>
              <a:ahLst/>
              <a:cxnLst/>
              <a:rect l="l" t="t" r="r" b="b"/>
              <a:pathLst>
                <a:path w="43" h="46" extrusionOk="0">
                  <a:moveTo>
                    <a:pt x="42" y="0"/>
                  </a:moveTo>
                  <a:lnTo>
                    <a:pt x="42" y="0"/>
                  </a:lnTo>
                  <a:cubicBezTo>
                    <a:pt x="25" y="14"/>
                    <a:pt x="11" y="28"/>
                    <a:pt x="0" y="46"/>
                  </a:cubicBezTo>
                  <a:lnTo>
                    <a:pt x="21" y="25"/>
                  </a:lnTo>
                  <a:lnTo>
                    <a:pt x="21" y="21"/>
                  </a:lnTo>
                  <a:lnTo>
                    <a:pt x="4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57" name="Google Shape;9357;p76"/>
            <p:cNvSpPr/>
            <p:nvPr/>
          </p:nvSpPr>
          <p:spPr>
            <a:xfrm>
              <a:off x="2705196" y="1828905"/>
              <a:ext cx="20163" cy="10197"/>
            </a:xfrm>
            <a:custGeom>
              <a:avLst/>
              <a:gdLst/>
              <a:ahLst/>
              <a:cxnLst/>
              <a:rect l="l" t="t" r="r" b="b"/>
              <a:pathLst>
                <a:path w="1485" h="751" extrusionOk="0">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58" name="Google Shape;9358;p76"/>
            <p:cNvSpPr/>
            <p:nvPr/>
          </p:nvSpPr>
          <p:spPr>
            <a:xfrm>
              <a:off x="2713179" y="1838314"/>
              <a:ext cx="489" cy="163"/>
            </a:xfrm>
            <a:custGeom>
              <a:avLst/>
              <a:gdLst/>
              <a:ahLst/>
              <a:cxnLst/>
              <a:rect l="l" t="t" r="r" b="b"/>
              <a:pathLst>
                <a:path w="36" h="12" extrusionOk="0">
                  <a:moveTo>
                    <a:pt x="36"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59" name="Google Shape;9359;p76"/>
            <p:cNvSpPr/>
            <p:nvPr/>
          </p:nvSpPr>
          <p:spPr>
            <a:xfrm>
              <a:off x="2712039" y="1838178"/>
              <a:ext cx="489" cy="54"/>
            </a:xfrm>
            <a:custGeom>
              <a:avLst/>
              <a:gdLst/>
              <a:ahLst/>
              <a:cxnLst/>
              <a:rect l="l" t="t" r="r" b="b"/>
              <a:pathLst>
                <a:path w="36" h="4" extrusionOk="0">
                  <a:moveTo>
                    <a:pt x="1" y="0"/>
                  </a:moveTo>
                  <a:cubicBezTo>
                    <a:pt x="11" y="0"/>
                    <a:pt x="25" y="4"/>
                    <a:pt x="36" y="4"/>
                  </a:cubicBezTo>
                  <a:cubicBezTo>
                    <a:pt x="25" y="0"/>
                    <a:pt x="11"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60" name="Google Shape;9360;p76"/>
            <p:cNvSpPr/>
            <p:nvPr/>
          </p:nvSpPr>
          <p:spPr>
            <a:xfrm>
              <a:off x="2713804" y="1838504"/>
              <a:ext cx="489" cy="163"/>
            </a:xfrm>
            <a:custGeom>
              <a:avLst/>
              <a:gdLst/>
              <a:ahLst/>
              <a:cxnLst/>
              <a:rect l="l" t="t" r="r" b="b"/>
              <a:pathLst>
                <a:path w="36" h="12" extrusionOk="0">
                  <a:moveTo>
                    <a:pt x="35"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61" name="Google Shape;9361;p76"/>
            <p:cNvSpPr/>
            <p:nvPr/>
          </p:nvSpPr>
          <p:spPr>
            <a:xfrm>
              <a:off x="2711523" y="1838178"/>
              <a:ext cx="394" cy="14"/>
            </a:xfrm>
            <a:custGeom>
              <a:avLst/>
              <a:gdLst/>
              <a:ahLst/>
              <a:cxnLst/>
              <a:rect l="l" t="t" r="r" b="b"/>
              <a:pathLst>
                <a:path w="29" h="1" extrusionOk="0">
                  <a:moveTo>
                    <a:pt x="0" y="0"/>
                  </a:moveTo>
                  <a:lnTo>
                    <a:pt x="28" y="0"/>
                  </a:lnTo>
                  <a:cubicBezTo>
                    <a:pt x="18" y="0"/>
                    <a:pt x="11"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62" name="Google Shape;9362;p76"/>
            <p:cNvSpPr/>
            <p:nvPr/>
          </p:nvSpPr>
          <p:spPr>
            <a:xfrm>
              <a:off x="2723403" y="1831851"/>
              <a:ext cx="394" cy="679"/>
            </a:xfrm>
            <a:custGeom>
              <a:avLst/>
              <a:gdLst/>
              <a:ahLst/>
              <a:cxnLst/>
              <a:rect l="l" t="t" r="r" b="b"/>
              <a:pathLst>
                <a:path w="29" h="50" extrusionOk="0">
                  <a:moveTo>
                    <a:pt x="18" y="49"/>
                  </a:moveTo>
                  <a:lnTo>
                    <a:pt x="0" y="11"/>
                  </a:lnTo>
                  <a:lnTo>
                    <a:pt x="28" y="0"/>
                  </a:ln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63" name="Google Shape;9363;p76"/>
            <p:cNvSpPr/>
            <p:nvPr/>
          </p:nvSpPr>
          <p:spPr>
            <a:xfrm>
              <a:off x="2706051" y="1837079"/>
              <a:ext cx="2105" cy="638"/>
            </a:xfrm>
            <a:custGeom>
              <a:avLst/>
              <a:gdLst/>
              <a:ahLst/>
              <a:cxnLst/>
              <a:rect l="l" t="t" r="r" b="b"/>
              <a:pathLst>
                <a:path w="155" h="47" extrusionOk="0">
                  <a:moveTo>
                    <a:pt x="0" y="1"/>
                  </a:moveTo>
                  <a:cubicBezTo>
                    <a:pt x="56" y="1"/>
                    <a:pt x="109" y="15"/>
                    <a:pt x="154" y="46"/>
                  </a:cubicBezTo>
                  <a:cubicBezTo>
                    <a:pt x="109" y="15"/>
                    <a:pt x="56"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64" name="Google Shape;9364;p76"/>
            <p:cNvSpPr/>
            <p:nvPr/>
          </p:nvSpPr>
          <p:spPr>
            <a:xfrm>
              <a:off x="2710857" y="1838219"/>
              <a:ext cx="530" cy="109"/>
            </a:xfrm>
            <a:custGeom>
              <a:avLst/>
              <a:gdLst/>
              <a:ahLst/>
              <a:cxnLst/>
              <a:rect l="l" t="t" r="r" b="b"/>
              <a:pathLst>
                <a:path w="39" h="8" extrusionOk="0">
                  <a:moveTo>
                    <a:pt x="39" y="1"/>
                  </a:moveTo>
                  <a:cubicBezTo>
                    <a:pt x="28" y="1"/>
                    <a:pt x="14" y="4"/>
                    <a:pt x="0" y="8"/>
                  </a:cubicBezTo>
                  <a:cubicBezTo>
                    <a:pt x="14" y="4"/>
                    <a:pt x="28" y="1"/>
                    <a:pt x="3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65" name="Google Shape;9365;p76"/>
            <p:cNvSpPr/>
            <p:nvPr/>
          </p:nvSpPr>
          <p:spPr>
            <a:xfrm>
              <a:off x="2712568" y="1838219"/>
              <a:ext cx="584" cy="109"/>
            </a:xfrm>
            <a:custGeom>
              <a:avLst/>
              <a:gdLst/>
              <a:ahLst/>
              <a:cxnLst/>
              <a:rect l="l" t="t" r="r" b="b"/>
              <a:pathLst>
                <a:path w="43" h="8" extrusionOk="0">
                  <a:moveTo>
                    <a:pt x="42" y="8"/>
                  </a:moveTo>
                  <a:cubicBezTo>
                    <a:pt x="28" y="4"/>
                    <a:pt x="14" y="1"/>
                    <a:pt x="0" y="1"/>
                  </a:cubicBezTo>
                  <a:cubicBezTo>
                    <a:pt x="14" y="1"/>
                    <a:pt x="28" y="4"/>
                    <a:pt x="42"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66" name="Google Shape;9366;p76"/>
            <p:cNvSpPr/>
            <p:nvPr/>
          </p:nvSpPr>
          <p:spPr>
            <a:xfrm>
              <a:off x="2798745" y="1868022"/>
              <a:ext cx="52056" cy="110847"/>
            </a:xfrm>
            <a:custGeom>
              <a:avLst/>
              <a:gdLst/>
              <a:ahLst/>
              <a:cxnLst/>
              <a:rect l="l" t="t" r="r" b="b"/>
              <a:pathLst>
                <a:path w="3834" h="8164" extrusionOk="0">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67" name="Google Shape;9367;p76"/>
            <p:cNvSpPr/>
            <p:nvPr/>
          </p:nvSpPr>
          <p:spPr>
            <a:xfrm>
              <a:off x="2799356" y="1936670"/>
              <a:ext cx="40800" cy="29477"/>
            </a:xfrm>
            <a:custGeom>
              <a:avLst/>
              <a:gdLst/>
              <a:ahLst/>
              <a:cxnLst/>
              <a:rect l="l" t="t" r="r" b="b"/>
              <a:pathLst>
                <a:path w="3005" h="2171" extrusionOk="0">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68" name="Google Shape;9368;p76"/>
            <p:cNvSpPr/>
            <p:nvPr/>
          </p:nvSpPr>
          <p:spPr>
            <a:xfrm>
              <a:off x="2816708" y="1965033"/>
              <a:ext cx="204" cy="163"/>
            </a:xfrm>
            <a:custGeom>
              <a:avLst/>
              <a:gdLst/>
              <a:ahLst/>
              <a:cxnLst/>
              <a:rect l="l" t="t" r="r" b="b"/>
              <a:pathLst>
                <a:path w="15" h="12" extrusionOk="0">
                  <a:moveTo>
                    <a:pt x="14"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69" name="Google Shape;9369;p76"/>
            <p:cNvSpPr/>
            <p:nvPr/>
          </p:nvSpPr>
          <p:spPr>
            <a:xfrm>
              <a:off x="2815798" y="1965563"/>
              <a:ext cx="299" cy="149"/>
            </a:xfrm>
            <a:custGeom>
              <a:avLst/>
              <a:gdLst/>
              <a:ahLst/>
              <a:cxnLst/>
              <a:rect l="l" t="t" r="r" b="b"/>
              <a:pathLst>
                <a:path w="22" h="11" extrusionOk="0">
                  <a:moveTo>
                    <a:pt x="22"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70" name="Google Shape;9370;p76"/>
            <p:cNvSpPr/>
            <p:nvPr/>
          </p:nvSpPr>
          <p:spPr>
            <a:xfrm>
              <a:off x="2817033" y="1964802"/>
              <a:ext cx="204" cy="149"/>
            </a:xfrm>
            <a:custGeom>
              <a:avLst/>
              <a:gdLst/>
              <a:ahLst/>
              <a:cxnLst/>
              <a:rect l="l" t="t" r="r" b="b"/>
              <a:pathLst>
                <a:path w="15" h="11" extrusionOk="0">
                  <a:moveTo>
                    <a:pt x="15"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71" name="Google Shape;9371;p76"/>
            <p:cNvSpPr/>
            <p:nvPr/>
          </p:nvSpPr>
          <p:spPr>
            <a:xfrm>
              <a:off x="2815133" y="1965848"/>
              <a:ext cx="448" cy="204"/>
            </a:xfrm>
            <a:custGeom>
              <a:avLst/>
              <a:gdLst/>
              <a:ahLst/>
              <a:cxnLst/>
              <a:rect l="l" t="t" r="r" b="b"/>
              <a:pathLst>
                <a:path w="33" h="15" extrusionOk="0">
                  <a:moveTo>
                    <a:pt x="32"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72" name="Google Shape;9372;p76"/>
            <p:cNvSpPr/>
            <p:nvPr/>
          </p:nvSpPr>
          <p:spPr>
            <a:xfrm>
              <a:off x="2816273" y="1965277"/>
              <a:ext cx="258" cy="149"/>
            </a:xfrm>
            <a:custGeom>
              <a:avLst/>
              <a:gdLst/>
              <a:ahLst/>
              <a:cxnLst/>
              <a:rect l="l" t="t" r="r" b="b"/>
              <a:pathLst>
                <a:path w="19" h="11" extrusionOk="0">
                  <a:moveTo>
                    <a:pt x="18"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73" name="Google Shape;9373;p76"/>
            <p:cNvSpPr/>
            <p:nvPr/>
          </p:nvSpPr>
          <p:spPr>
            <a:xfrm>
              <a:off x="2818364" y="196370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74" name="Google Shape;9374;p76"/>
            <p:cNvSpPr/>
            <p:nvPr/>
          </p:nvSpPr>
          <p:spPr>
            <a:xfrm>
              <a:off x="2838147" y="1943839"/>
              <a:ext cx="625" cy="1059"/>
            </a:xfrm>
            <a:custGeom>
              <a:avLst/>
              <a:gdLst/>
              <a:ahLst/>
              <a:cxnLst/>
              <a:rect l="l" t="t" r="r" b="b"/>
              <a:pathLst>
                <a:path w="46" h="78" extrusionOk="0">
                  <a:moveTo>
                    <a:pt x="0" y="0"/>
                  </a:moveTo>
                  <a:cubicBezTo>
                    <a:pt x="14" y="28"/>
                    <a:pt x="28" y="53"/>
                    <a:pt x="46" y="77"/>
                  </a:cubicBezTo>
                  <a:cubicBezTo>
                    <a:pt x="28" y="53"/>
                    <a:pt x="14" y="28"/>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75" name="Google Shape;9375;p76"/>
            <p:cNvSpPr/>
            <p:nvPr/>
          </p:nvSpPr>
          <p:spPr>
            <a:xfrm>
              <a:off x="2818364" y="1963702"/>
              <a:ext cx="14" cy="68"/>
            </a:xfrm>
            <a:custGeom>
              <a:avLst/>
              <a:gdLst/>
              <a:ahLst/>
              <a:cxnLst/>
              <a:rect l="l" t="t" r="r" b="b"/>
              <a:pathLst>
                <a:path w="1" h="5" extrusionOk="0">
                  <a:moveTo>
                    <a:pt x="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76" name="Google Shape;9376;p76"/>
            <p:cNvSpPr/>
            <p:nvPr/>
          </p:nvSpPr>
          <p:spPr>
            <a:xfrm>
              <a:off x="2818364" y="196370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77" name="Google Shape;9377;p76"/>
            <p:cNvSpPr/>
            <p:nvPr/>
          </p:nvSpPr>
          <p:spPr>
            <a:xfrm>
              <a:off x="2836096" y="1936710"/>
              <a:ext cx="2064" cy="7142"/>
            </a:xfrm>
            <a:custGeom>
              <a:avLst/>
              <a:gdLst/>
              <a:ahLst/>
              <a:cxnLst/>
              <a:rect l="l" t="t" r="r" b="b"/>
              <a:pathLst>
                <a:path w="152" h="526" extrusionOk="0">
                  <a:moveTo>
                    <a:pt x="1" y="0"/>
                  </a:moveTo>
                  <a:lnTo>
                    <a:pt x="1" y="0"/>
                  </a:lnTo>
                  <a:cubicBezTo>
                    <a:pt x="11" y="186"/>
                    <a:pt x="64" y="364"/>
                    <a:pt x="151" y="525"/>
                  </a:cubicBezTo>
                  <a:cubicBezTo>
                    <a:pt x="64" y="364"/>
                    <a:pt x="11" y="186"/>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78" name="Google Shape;9378;p76"/>
            <p:cNvSpPr/>
            <p:nvPr/>
          </p:nvSpPr>
          <p:spPr>
            <a:xfrm>
              <a:off x="2817373" y="1964612"/>
              <a:ext cx="149" cy="109"/>
            </a:xfrm>
            <a:custGeom>
              <a:avLst/>
              <a:gdLst/>
              <a:ahLst/>
              <a:cxnLst/>
              <a:rect l="l" t="t" r="r" b="b"/>
              <a:pathLst>
                <a:path w="11" h="8" extrusionOk="0">
                  <a:moveTo>
                    <a:pt x="11"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79" name="Google Shape;9379;p76"/>
            <p:cNvSpPr/>
            <p:nvPr/>
          </p:nvSpPr>
          <p:spPr>
            <a:xfrm>
              <a:off x="2818364" y="1962616"/>
              <a:ext cx="543" cy="1005"/>
            </a:xfrm>
            <a:custGeom>
              <a:avLst/>
              <a:gdLst/>
              <a:ahLst/>
              <a:cxnLst/>
              <a:rect l="l" t="t" r="r" b="b"/>
              <a:pathLst>
                <a:path w="40" h="74" extrusionOk="0">
                  <a:moveTo>
                    <a:pt x="1" y="74"/>
                  </a:moveTo>
                  <a:cubicBezTo>
                    <a:pt x="4" y="46"/>
                    <a:pt x="15" y="18"/>
                    <a:pt x="39" y="0"/>
                  </a:cubicBezTo>
                  <a:cubicBezTo>
                    <a:pt x="15" y="18"/>
                    <a:pt x="4" y="46"/>
                    <a:pt x="1" y="7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80" name="Google Shape;9380;p76"/>
            <p:cNvSpPr/>
            <p:nvPr/>
          </p:nvSpPr>
          <p:spPr>
            <a:xfrm>
              <a:off x="2818133" y="1963947"/>
              <a:ext cx="109" cy="109"/>
            </a:xfrm>
            <a:custGeom>
              <a:avLst/>
              <a:gdLst/>
              <a:ahLst/>
              <a:cxnLst/>
              <a:rect l="l" t="t" r="r" b="b"/>
              <a:pathLst>
                <a:path w="8" h="8" extrusionOk="0">
                  <a:moveTo>
                    <a:pt x="7"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81" name="Google Shape;9381;p76"/>
            <p:cNvSpPr/>
            <p:nvPr/>
          </p:nvSpPr>
          <p:spPr>
            <a:xfrm>
              <a:off x="2817848" y="1964273"/>
              <a:ext cx="109" cy="109"/>
            </a:xfrm>
            <a:custGeom>
              <a:avLst/>
              <a:gdLst/>
              <a:ahLst/>
              <a:cxnLst/>
              <a:rect l="l" t="t" r="r" b="b"/>
              <a:pathLst>
                <a:path w="8" h="8" extrusionOk="0">
                  <a:moveTo>
                    <a:pt x="7"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82" name="Google Shape;9382;p76"/>
            <p:cNvSpPr/>
            <p:nvPr/>
          </p:nvSpPr>
          <p:spPr>
            <a:xfrm>
              <a:off x="2817604" y="1964422"/>
              <a:ext cx="163" cy="109"/>
            </a:xfrm>
            <a:custGeom>
              <a:avLst/>
              <a:gdLst/>
              <a:ahLst/>
              <a:cxnLst/>
              <a:rect l="l" t="t" r="r" b="b"/>
              <a:pathLst>
                <a:path w="12" h="8" extrusionOk="0">
                  <a:moveTo>
                    <a:pt x="1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83" name="Google Shape;9383;p76"/>
            <p:cNvSpPr/>
            <p:nvPr/>
          </p:nvSpPr>
          <p:spPr>
            <a:xfrm>
              <a:off x="2817984" y="1964083"/>
              <a:ext cx="109" cy="109"/>
            </a:xfrm>
            <a:custGeom>
              <a:avLst/>
              <a:gdLst/>
              <a:ahLst/>
              <a:cxnLst/>
              <a:rect l="l" t="t" r="r" b="b"/>
              <a:pathLst>
                <a:path w="8" h="8" extrusionOk="0">
                  <a:moveTo>
                    <a:pt x="8"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84" name="Google Shape;9384;p76"/>
            <p:cNvSpPr/>
            <p:nvPr/>
          </p:nvSpPr>
          <p:spPr>
            <a:xfrm>
              <a:off x="2818228" y="1963852"/>
              <a:ext cx="54" cy="109"/>
            </a:xfrm>
            <a:custGeom>
              <a:avLst/>
              <a:gdLst/>
              <a:ahLst/>
              <a:cxnLst/>
              <a:rect l="l" t="t" r="r" b="b"/>
              <a:pathLst>
                <a:path w="4" h="8" extrusionOk="0">
                  <a:moveTo>
                    <a:pt x="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85" name="Google Shape;9385;p76"/>
            <p:cNvSpPr/>
            <p:nvPr/>
          </p:nvSpPr>
          <p:spPr>
            <a:xfrm>
              <a:off x="2818323" y="1963757"/>
              <a:ext cx="14" cy="109"/>
            </a:xfrm>
            <a:custGeom>
              <a:avLst/>
              <a:gdLst/>
              <a:ahLst/>
              <a:cxnLst/>
              <a:rect l="l" t="t" r="r" b="b"/>
              <a:pathLst>
                <a:path w="1" h="8"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86" name="Google Shape;9386;p76"/>
            <p:cNvSpPr/>
            <p:nvPr/>
          </p:nvSpPr>
          <p:spPr>
            <a:xfrm>
              <a:off x="2784244" y="1875299"/>
              <a:ext cx="52436" cy="63936"/>
            </a:xfrm>
            <a:custGeom>
              <a:avLst/>
              <a:gdLst/>
              <a:ahLst/>
              <a:cxnLst/>
              <a:rect l="l" t="t" r="r" b="b"/>
              <a:pathLst>
                <a:path w="3862" h="4709" extrusionOk="0">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87" name="Google Shape;9387;p76"/>
            <p:cNvSpPr/>
            <p:nvPr/>
          </p:nvSpPr>
          <p:spPr>
            <a:xfrm>
              <a:off x="2786525" y="1885469"/>
              <a:ext cx="54" cy="204"/>
            </a:xfrm>
            <a:custGeom>
              <a:avLst/>
              <a:gdLst/>
              <a:ahLst/>
              <a:cxnLst/>
              <a:rect l="l" t="t" r="r" b="b"/>
              <a:pathLst>
                <a:path w="4" h="15" extrusionOk="0">
                  <a:moveTo>
                    <a:pt x="4"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88" name="Google Shape;9388;p76"/>
            <p:cNvSpPr/>
            <p:nvPr/>
          </p:nvSpPr>
          <p:spPr>
            <a:xfrm>
              <a:off x="2788086" y="1882998"/>
              <a:ext cx="163" cy="204"/>
            </a:xfrm>
            <a:custGeom>
              <a:avLst/>
              <a:gdLst/>
              <a:ahLst/>
              <a:cxnLst/>
              <a:rect l="l" t="t" r="r" b="b"/>
              <a:pathLst>
                <a:path w="12" h="15" extrusionOk="0">
                  <a:moveTo>
                    <a:pt x="11"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89" name="Google Shape;9389;p76"/>
            <p:cNvSpPr/>
            <p:nvPr/>
          </p:nvSpPr>
          <p:spPr>
            <a:xfrm>
              <a:off x="2785615" y="1887981"/>
              <a:ext cx="109" cy="163"/>
            </a:xfrm>
            <a:custGeom>
              <a:avLst/>
              <a:gdLst/>
              <a:ahLst/>
              <a:cxnLst/>
              <a:rect l="l" t="t" r="r" b="b"/>
              <a:pathLst>
                <a:path w="8" h="12" extrusionOk="0">
                  <a:moveTo>
                    <a:pt x="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90" name="Google Shape;9390;p76"/>
            <p:cNvSpPr/>
            <p:nvPr/>
          </p:nvSpPr>
          <p:spPr>
            <a:xfrm>
              <a:off x="2788996" y="1881857"/>
              <a:ext cx="109" cy="149"/>
            </a:xfrm>
            <a:custGeom>
              <a:avLst/>
              <a:gdLst/>
              <a:ahLst/>
              <a:cxnLst/>
              <a:rect l="l" t="t" r="r" b="b"/>
              <a:pathLst>
                <a:path w="8" h="11" extrusionOk="0">
                  <a:moveTo>
                    <a:pt x="7"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91" name="Google Shape;9391;p76"/>
            <p:cNvSpPr/>
            <p:nvPr/>
          </p:nvSpPr>
          <p:spPr>
            <a:xfrm>
              <a:off x="2788371" y="1882618"/>
              <a:ext cx="163" cy="149"/>
            </a:xfrm>
            <a:custGeom>
              <a:avLst/>
              <a:gdLst/>
              <a:ahLst/>
              <a:cxnLst/>
              <a:rect l="l" t="t" r="r" b="b"/>
              <a:pathLst>
                <a:path w="12" h="11" extrusionOk="0">
                  <a:moveTo>
                    <a:pt x="1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92" name="Google Shape;9392;p76"/>
            <p:cNvSpPr/>
            <p:nvPr/>
          </p:nvSpPr>
          <p:spPr>
            <a:xfrm>
              <a:off x="2786185" y="1886514"/>
              <a:ext cx="14" cy="149"/>
            </a:xfrm>
            <a:custGeom>
              <a:avLst/>
              <a:gdLst/>
              <a:ahLst/>
              <a:cxnLst/>
              <a:rect l="l" t="t" r="r" b="b"/>
              <a:pathLst>
                <a:path w="1" h="11" extrusionOk="0">
                  <a:moveTo>
                    <a:pt x="1" y="0"/>
                  </a:moveTo>
                  <a:cubicBezTo>
                    <a:pt x="1" y="4"/>
                    <a:pt x="1" y="7"/>
                    <a:pt x="1" y="11"/>
                  </a:cubicBezTo>
                  <a:cubicBezTo>
                    <a:pt x="1" y="7"/>
                    <a:pt x="1"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93" name="Google Shape;9393;p76"/>
            <p:cNvSpPr/>
            <p:nvPr/>
          </p:nvSpPr>
          <p:spPr>
            <a:xfrm>
              <a:off x="2786376" y="1885795"/>
              <a:ext cx="68" cy="163"/>
            </a:xfrm>
            <a:custGeom>
              <a:avLst/>
              <a:gdLst/>
              <a:ahLst/>
              <a:cxnLst/>
              <a:rect l="l" t="t" r="r" b="b"/>
              <a:pathLst>
                <a:path w="5" h="12" extrusionOk="0">
                  <a:moveTo>
                    <a:pt x="4"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94" name="Google Shape;9394;p76"/>
            <p:cNvSpPr/>
            <p:nvPr/>
          </p:nvSpPr>
          <p:spPr>
            <a:xfrm>
              <a:off x="2786280" y="1886039"/>
              <a:ext cx="68" cy="149"/>
            </a:xfrm>
            <a:custGeom>
              <a:avLst/>
              <a:gdLst/>
              <a:ahLst/>
              <a:cxnLst/>
              <a:rect l="l" t="t" r="r" b="b"/>
              <a:pathLst>
                <a:path w="5" h="11" extrusionOk="0">
                  <a:moveTo>
                    <a:pt x="4"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95" name="Google Shape;9395;p76"/>
            <p:cNvSpPr/>
            <p:nvPr/>
          </p:nvSpPr>
          <p:spPr>
            <a:xfrm>
              <a:off x="2787801" y="1883378"/>
              <a:ext cx="163" cy="204"/>
            </a:xfrm>
            <a:custGeom>
              <a:avLst/>
              <a:gdLst/>
              <a:ahLst/>
              <a:cxnLst/>
              <a:rect l="l" t="t" r="r" b="b"/>
              <a:pathLst>
                <a:path w="12" h="15" extrusionOk="0">
                  <a:moveTo>
                    <a:pt x="11"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96" name="Google Shape;9396;p76"/>
            <p:cNvSpPr/>
            <p:nvPr/>
          </p:nvSpPr>
          <p:spPr>
            <a:xfrm>
              <a:off x="2788657" y="1882237"/>
              <a:ext cx="163" cy="149"/>
            </a:xfrm>
            <a:custGeom>
              <a:avLst/>
              <a:gdLst/>
              <a:ahLst/>
              <a:cxnLst/>
              <a:rect l="l" t="t" r="r" b="b"/>
              <a:pathLst>
                <a:path w="12" h="11" extrusionOk="0">
                  <a:moveTo>
                    <a:pt x="1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97" name="Google Shape;9397;p76"/>
            <p:cNvSpPr/>
            <p:nvPr/>
          </p:nvSpPr>
          <p:spPr>
            <a:xfrm>
              <a:off x="2786185" y="1886270"/>
              <a:ext cx="68" cy="163"/>
            </a:xfrm>
            <a:custGeom>
              <a:avLst/>
              <a:gdLst/>
              <a:ahLst/>
              <a:cxnLst/>
              <a:rect l="l" t="t" r="r" b="b"/>
              <a:pathLst>
                <a:path w="5" h="12" extrusionOk="0">
                  <a:moveTo>
                    <a:pt x="4" y="1"/>
                  </a:moveTo>
                  <a:cubicBezTo>
                    <a:pt x="1" y="4"/>
                    <a:pt x="1" y="8"/>
                    <a:pt x="1" y="11"/>
                  </a:cubicBezTo>
                  <a:cubicBezTo>
                    <a:pt x="4" y="8"/>
                    <a:pt x="4" y="4"/>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98" name="Google Shape;9398;p76"/>
            <p:cNvSpPr/>
            <p:nvPr/>
          </p:nvSpPr>
          <p:spPr>
            <a:xfrm>
              <a:off x="2785289" y="1888320"/>
              <a:ext cx="109" cy="109"/>
            </a:xfrm>
            <a:custGeom>
              <a:avLst/>
              <a:gdLst/>
              <a:ahLst/>
              <a:cxnLst/>
              <a:rect l="l" t="t" r="r" b="b"/>
              <a:pathLst>
                <a:path w="8" h="8" extrusionOk="0">
                  <a:moveTo>
                    <a:pt x="7"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99" name="Google Shape;9399;p76"/>
            <p:cNvSpPr/>
            <p:nvPr/>
          </p:nvSpPr>
          <p:spPr>
            <a:xfrm>
              <a:off x="2786050" y="1887180"/>
              <a:ext cx="54" cy="149"/>
            </a:xfrm>
            <a:custGeom>
              <a:avLst/>
              <a:gdLst/>
              <a:ahLst/>
              <a:cxnLst/>
              <a:rect l="l" t="t" r="r" b="b"/>
              <a:pathLst>
                <a:path w="4" h="11" extrusionOk="0">
                  <a:moveTo>
                    <a:pt x="4" y="0"/>
                  </a:moveTo>
                  <a:cubicBezTo>
                    <a:pt x="4" y="4"/>
                    <a:pt x="0" y="7"/>
                    <a:pt x="0" y="11"/>
                  </a:cubicBezTo>
                  <a:cubicBezTo>
                    <a:pt x="0" y="7"/>
                    <a:pt x="4" y="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00" name="Google Shape;9400;p76"/>
            <p:cNvSpPr/>
            <p:nvPr/>
          </p:nvSpPr>
          <p:spPr>
            <a:xfrm>
              <a:off x="2785860" y="1887601"/>
              <a:ext cx="109" cy="163"/>
            </a:xfrm>
            <a:custGeom>
              <a:avLst/>
              <a:gdLst/>
              <a:ahLst/>
              <a:cxnLst/>
              <a:rect l="l" t="t" r="r" b="b"/>
              <a:pathLst>
                <a:path w="8" h="12" extrusionOk="0">
                  <a:moveTo>
                    <a:pt x="7"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01" name="Google Shape;9401;p76"/>
            <p:cNvSpPr/>
            <p:nvPr/>
          </p:nvSpPr>
          <p:spPr>
            <a:xfrm>
              <a:off x="2787570" y="1883758"/>
              <a:ext cx="109" cy="204"/>
            </a:xfrm>
            <a:custGeom>
              <a:avLst/>
              <a:gdLst/>
              <a:ahLst/>
              <a:cxnLst/>
              <a:rect l="l" t="t" r="r" b="b"/>
              <a:pathLst>
                <a:path w="8" h="15" extrusionOk="0">
                  <a:moveTo>
                    <a:pt x="7"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02" name="Google Shape;9402;p76"/>
            <p:cNvSpPr/>
            <p:nvPr/>
          </p:nvSpPr>
          <p:spPr>
            <a:xfrm>
              <a:off x="2789281" y="1881572"/>
              <a:ext cx="54" cy="109"/>
            </a:xfrm>
            <a:custGeom>
              <a:avLst/>
              <a:gdLst/>
              <a:ahLst/>
              <a:cxnLst/>
              <a:rect l="l" t="t" r="r" b="b"/>
              <a:pathLst>
                <a:path w="4" h="8" extrusionOk="0">
                  <a:moveTo>
                    <a:pt x="0" y="7"/>
                  </a:moveTo>
                  <a:lnTo>
                    <a:pt x="4" y="0"/>
                  </a:ln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03" name="Google Shape;9403;p76"/>
            <p:cNvSpPr/>
            <p:nvPr/>
          </p:nvSpPr>
          <p:spPr>
            <a:xfrm>
              <a:off x="2787285" y="1884138"/>
              <a:ext cx="149" cy="149"/>
            </a:xfrm>
            <a:custGeom>
              <a:avLst/>
              <a:gdLst/>
              <a:ahLst/>
              <a:cxnLst/>
              <a:rect l="l" t="t" r="r" b="b"/>
              <a:pathLst>
                <a:path w="11" h="11" extrusionOk="0">
                  <a:moveTo>
                    <a:pt x="11"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04" name="Google Shape;9404;p76"/>
            <p:cNvSpPr/>
            <p:nvPr/>
          </p:nvSpPr>
          <p:spPr>
            <a:xfrm>
              <a:off x="2787041" y="1884464"/>
              <a:ext cx="163" cy="204"/>
            </a:xfrm>
            <a:custGeom>
              <a:avLst/>
              <a:gdLst/>
              <a:ahLst/>
              <a:cxnLst/>
              <a:rect l="l" t="t" r="r" b="b"/>
              <a:pathLst>
                <a:path w="12" h="15" extrusionOk="0">
                  <a:moveTo>
                    <a:pt x="11"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05" name="Google Shape;9405;p76"/>
            <p:cNvSpPr/>
            <p:nvPr/>
          </p:nvSpPr>
          <p:spPr>
            <a:xfrm>
              <a:off x="2786851" y="1884844"/>
              <a:ext cx="109" cy="163"/>
            </a:xfrm>
            <a:custGeom>
              <a:avLst/>
              <a:gdLst/>
              <a:ahLst/>
              <a:cxnLst/>
              <a:rect l="l" t="t" r="r" b="b"/>
              <a:pathLst>
                <a:path w="8" h="12" extrusionOk="0">
                  <a:moveTo>
                    <a:pt x="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06" name="Google Shape;9406;p76"/>
            <p:cNvSpPr/>
            <p:nvPr/>
          </p:nvSpPr>
          <p:spPr>
            <a:xfrm>
              <a:off x="2786715" y="1885184"/>
              <a:ext cx="109" cy="149"/>
            </a:xfrm>
            <a:custGeom>
              <a:avLst/>
              <a:gdLst/>
              <a:ahLst/>
              <a:cxnLst/>
              <a:rect l="l" t="t" r="r" b="b"/>
              <a:pathLst>
                <a:path w="8" h="11" extrusionOk="0">
                  <a:moveTo>
                    <a:pt x="7"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07" name="Google Shape;9407;p76"/>
            <p:cNvSpPr/>
            <p:nvPr/>
          </p:nvSpPr>
          <p:spPr>
            <a:xfrm>
              <a:off x="2836191" y="1932053"/>
              <a:ext cx="109" cy="530"/>
            </a:xfrm>
            <a:custGeom>
              <a:avLst/>
              <a:gdLst/>
              <a:ahLst/>
              <a:cxnLst/>
              <a:rect l="l" t="t" r="r" b="b"/>
              <a:pathLst>
                <a:path w="8" h="39" extrusionOk="0">
                  <a:moveTo>
                    <a:pt x="8" y="0"/>
                  </a:moveTo>
                  <a:cubicBezTo>
                    <a:pt x="4" y="11"/>
                    <a:pt x="1" y="25"/>
                    <a:pt x="1" y="39"/>
                  </a:cubicBezTo>
                  <a:cubicBezTo>
                    <a:pt x="1" y="25"/>
                    <a:pt x="8" y="11"/>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08" name="Google Shape;9408;p76"/>
            <p:cNvSpPr/>
            <p:nvPr/>
          </p:nvSpPr>
          <p:spPr>
            <a:xfrm>
              <a:off x="2836056" y="1932664"/>
              <a:ext cx="149" cy="2064"/>
            </a:xfrm>
            <a:custGeom>
              <a:avLst/>
              <a:gdLst/>
              <a:ahLst/>
              <a:cxnLst/>
              <a:rect l="l" t="t" r="r" b="b"/>
              <a:pathLst>
                <a:path w="11" h="152" extrusionOk="0">
                  <a:moveTo>
                    <a:pt x="11" y="1"/>
                  </a:moveTo>
                  <a:cubicBezTo>
                    <a:pt x="4" y="46"/>
                    <a:pt x="0" y="99"/>
                    <a:pt x="0" y="151"/>
                  </a:cubicBezTo>
                  <a:cubicBezTo>
                    <a:pt x="0" y="102"/>
                    <a:pt x="4" y="50"/>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09" name="Google Shape;9409;p76"/>
            <p:cNvSpPr/>
            <p:nvPr/>
          </p:nvSpPr>
          <p:spPr>
            <a:xfrm>
              <a:off x="2797075" y="1875245"/>
              <a:ext cx="14" cy="14"/>
            </a:xfrm>
            <a:custGeom>
              <a:avLst/>
              <a:gdLst/>
              <a:ahLst/>
              <a:cxnLst/>
              <a:rect l="l" t="t" r="r" b="b"/>
              <a:pathLst>
                <a:path w="1" h="1" extrusionOk="0">
                  <a:moveTo>
                    <a:pt x="1" y="1"/>
                  </a:moveTo>
                  <a:lnTo>
                    <a:pt x="1" y="1"/>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10" name="Google Shape;9410;p76"/>
            <p:cNvSpPr/>
            <p:nvPr/>
          </p:nvSpPr>
          <p:spPr>
            <a:xfrm>
              <a:off x="2825316" y="1938231"/>
              <a:ext cx="339" cy="815"/>
            </a:xfrm>
            <a:custGeom>
              <a:avLst/>
              <a:gdLst/>
              <a:ahLst/>
              <a:cxnLst/>
              <a:rect l="l" t="t" r="r" b="b"/>
              <a:pathLst>
                <a:path w="25" h="60" extrusionOk="0">
                  <a:moveTo>
                    <a:pt x="25" y="0"/>
                  </a:moveTo>
                  <a:cubicBezTo>
                    <a:pt x="21" y="21"/>
                    <a:pt x="14" y="42"/>
                    <a:pt x="0" y="60"/>
                  </a:cubicBezTo>
                  <a:cubicBezTo>
                    <a:pt x="14" y="42"/>
                    <a:pt x="21" y="21"/>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11" name="Google Shape;9411;p76"/>
            <p:cNvSpPr/>
            <p:nvPr/>
          </p:nvSpPr>
          <p:spPr>
            <a:xfrm>
              <a:off x="2832009" y="1935380"/>
              <a:ext cx="353" cy="149"/>
            </a:xfrm>
            <a:custGeom>
              <a:avLst/>
              <a:gdLst/>
              <a:ahLst/>
              <a:cxnLst/>
              <a:rect l="l" t="t" r="r" b="b"/>
              <a:pathLst>
                <a:path w="26" h="11" extrusionOk="0">
                  <a:moveTo>
                    <a:pt x="25" y="11"/>
                  </a:moveTo>
                  <a:cubicBezTo>
                    <a:pt x="15" y="7"/>
                    <a:pt x="8" y="4"/>
                    <a:pt x="1" y="0"/>
                  </a:cubicBezTo>
                  <a:cubicBezTo>
                    <a:pt x="8" y="4"/>
                    <a:pt x="15" y="7"/>
                    <a:pt x="25"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12" name="Google Shape;9412;p76"/>
            <p:cNvSpPr/>
            <p:nvPr/>
          </p:nvSpPr>
          <p:spPr>
            <a:xfrm>
              <a:off x="2832960" y="1935570"/>
              <a:ext cx="353" cy="14"/>
            </a:xfrm>
            <a:custGeom>
              <a:avLst/>
              <a:gdLst/>
              <a:ahLst/>
              <a:cxnLst/>
              <a:rect l="l" t="t" r="r" b="b"/>
              <a:pathLst>
                <a:path w="26" h="1" extrusionOk="0">
                  <a:moveTo>
                    <a:pt x="2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13" name="Google Shape;9413;p76"/>
            <p:cNvSpPr/>
            <p:nvPr/>
          </p:nvSpPr>
          <p:spPr>
            <a:xfrm>
              <a:off x="2824881" y="1938516"/>
              <a:ext cx="394" cy="625"/>
            </a:xfrm>
            <a:custGeom>
              <a:avLst/>
              <a:gdLst/>
              <a:ahLst/>
              <a:cxnLst/>
              <a:rect l="l" t="t" r="r" b="b"/>
              <a:pathLst>
                <a:path w="29" h="46" extrusionOk="0">
                  <a:moveTo>
                    <a:pt x="1" y="0"/>
                  </a:moveTo>
                  <a:cubicBezTo>
                    <a:pt x="15" y="14"/>
                    <a:pt x="22" y="28"/>
                    <a:pt x="29" y="46"/>
                  </a:cubicBezTo>
                  <a:lnTo>
                    <a:pt x="29" y="46"/>
                  </a:lnTo>
                  <a:cubicBezTo>
                    <a:pt x="22" y="28"/>
                    <a:pt x="15"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14" name="Google Shape;9414;p76"/>
            <p:cNvSpPr/>
            <p:nvPr/>
          </p:nvSpPr>
          <p:spPr>
            <a:xfrm>
              <a:off x="2835865" y="1934714"/>
              <a:ext cx="149" cy="109"/>
            </a:xfrm>
            <a:custGeom>
              <a:avLst/>
              <a:gdLst/>
              <a:ahLst/>
              <a:cxnLst/>
              <a:rect l="l" t="t" r="r" b="b"/>
              <a:pathLst>
                <a:path w="11" h="8" extrusionOk="0">
                  <a:moveTo>
                    <a:pt x="0" y="7"/>
                  </a:moveTo>
                  <a:lnTo>
                    <a:pt x="11" y="0"/>
                  </a:ln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15" name="Google Shape;9415;p76"/>
            <p:cNvSpPr/>
            <p:nvPr/>
          </p:nvSpPr>
          <p:spPr>
            <a:xfrm>
              <a:off x="2833489" y="1935570"/>
              <a:ext cx="339" cy="14"/>
            </a:xfrm>
            <a:custGeom>
              <a:avLst/>
              <a:gdLst/>
              <a:ahLst/>
              <a:cxnLst/>
              <a:rect l="l" t="t" r="r" b="b"/>
              <a:pathLst>
                <a:path w="25" h="1" extrusionOk="0">
                  <a:moveTo>
                    <a:pt x="25"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16" name="Google Shape;9416;p76"/>
            <p:cNvSpPr/>
            <p:nvPr/>
          </p:nvSpPr>
          <p:spPr>
            <a:xfrm>
              <a:off x="2832444" y="1935516"/>
              <a:ext cx="339" cy="68"/>
            </a:xfrm>
            <a:custGeom>
              <a:avLst/>
              <a:gdLst/>
              <a:ahLst/>
              <a:cxnLst/>
              <a:rect l="l" t="t" r="r" b="b"/>
              <a:pathLst>
                <a:path w="25" h="5" extrusionOk="0">
                  <a:moveTo>
                    <a:pt x="0" y="1"/>
                  </a:moveTo>
                  <a:cubicBezTo>
                    <a:pt x="7" y="1"/>
                    <a:pt x="18" y="4"/>
                    <a:pt x="25" y="4"/>
                  </a:cubicBezTo>
                  <a:cubicBezTo>
                    <a:pt x="18" y="4"/>
                    <a:pt x="11"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17" name="Google Shape;9417;p76"/>
            <p:cNvSpPr/>
            <p:nvPr/>
          </p:nvSpPr>
          <p:spPr>
            <a:xfrm>
              <a:off x="2834671" y="1935230"/>
              <a:ext cx="353" cy="163"/>
            </a:xfrm>
            <a:custGeom>
              <a:avLst/>
              <a:gdLst/>
              <a:ahLst/>
              <a:cxnLst/>
              <a:rect l="l" t="t" r="r" b="b"/>
              <a:pathLst>
                <a:path w="26" h="12" extrusionOk="0">
                  <a:moveTo>
                    <a:pt x="25"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18" name="Google Shape;9418;p76"/>
            <p:cNvSpPr/>
            <p:nvPr/>
          </p:nvSpPr>
          <p:spPr>
            <a:xfrm>
              <a:off x="2834060" y="1935421"/>
              <a:ext cx="339" cy="109"/>
            </a:xfrm>
            <a:custGeom>
              <a:avLst/>
              <a:gdLst/>
              <a:ahLst/>
              <a:cxnLst/>
              <a:rect l="l" t="t" r="r" b="b"/>
              <a:pathLst>
                <a:path w="25" h="8" extrusionOk="0">
                  <a:moveTo>
                    <a:pt x="25"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19" name="Google Shape;9419;p76"/>
            <p:cNvSpPr/>
            <p:nvPr/>
          </p:nvSpPr>
          <p:spPr>
            <a:xfrm>
              <a:off x="2835241" y="1934945"/>
              <a:ext cx="353" cy="204"/>
            </a:xfrm>
            <a:custGeom>
              <a:avLst/>
              <a:gdLst/>
              <a:ahLst/>
              <a:cxnLst/>
              <a:rect l="l" t="t" r="r" b="b"/>
              <a:pathLst>
                <a:path w="26" h="15" extrusionOk="0">
                  <a:moveTo>
                    <a:pt x="25"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20" name="Google Shape;9420;p76"/>
            <p:cNvSpPr/>
            <p:nvPr/>
          </p:nvSpPr>
          <p:spPr>
            <a:xfrm>
              <a:off x="2836056" y="1934714"/>
              <a:ext cx="14" cy="14"/>
            </a:xfrm>
            <a:custGeom>
              <a:avLst/>
              <a:gdLst/>
              <a:ahLst/>
              <a:cxnLst/>
              <a:rect l="l" t="t" r="r" b="b"/>
              <a:pathLst>
                <a:path w="1" h="1" extrusionOk="0">
                  <a:moveTo>
                    <a:pt x="0"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21" name="Google Shape;9421;p76"/>
            <p:cNvSpPr/>
            <p:nvPr/>
          </p:nvSpPr>
          <p:spPr>
            <a:xfrm>
              <a:off x="2764461" y="1889977"/>
              <a:ext cx="57148" cy="110439"/>
            </a:xfrm>
            <a:custGeom>
              <a:avLst/>
              <a:gdLst/>
              <a:ahLst/>
              <a:cxnLst/>
              <a:rect l="l" t="t" r="r" b="b"/>
              <a:pathLst>
                <a:path w="4209" h="8134" extrusionOk="0">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22" name="Google Shape;9422;p76"/>
            <p:cNvSpPr/>
            <p:nvPr/>
          </p:nvSpPr>
          <p:spPr>
            <a:xfrm>
              <a:off x="2774359" y="1962182"/>
              <a:ext cx="149" cy="258"/>
            </a:xfrm>
            <a:custGeom>
              <a:avLst/>
              <a:gdLst/>
              <a:ahLst/>
              <a:cxnLst/>
              <a:rect l="l" t="t" r="r" b="b"/>
              <a:pathLst>
                <a:path w="11" h="19" extrusionOk="0">
                  <a:moveTo>
                    <a:pt x="0" y="1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23" name="Google Shape;9423;p76"/>
            <p:cNvSpPr/>
            <p:nvPr/>
          </p:nvSpPr>
          <p:spPr>
            <a:xfrm>
              <a:off x="2774115" y="1962657"/>
              <a:ext cx="109" cy="204"/>
            </a:xfrm>
            <a:custGeom>
              <a:avLst/>
              <a:gdLst/>
              <a:ahLst/>
              <a:cxnLst/>
              <a:rect l="l" t="t" r="r" b="b"/>
              <a:pathLst>
                <a:path w="8" h="15" extrusionOk="0">
                  <a:moveTo>
                    <a:pt x="1" y="15"/>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24" name="Google Shape;9424;p76"/>
            <p:cNvSpPr/>
            <p:nvPr/>
          </p:nvSpPr>
          <p:spPr>
            <a:xfrm>
              <a:off x="2774590" y="1961761"/>
              <a:ext cx="163" cy="204"/>
            </a:xfrm>
            <a:custGeom>
              <a:avLst/>
              <a:gdLst/>
              <a:ahLst/>
              <a:cxnLst/>
              <a:rect l="l" t="t" r="r" b="b"/>
              <a:pathLst>
                <a:path w="12" h="15" extrusionOk="0">
                  <a:moveTo>
                    <a:pt x="1" y="1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25" name="Google Shape;9425;p76"/>
            <p:cNvSpPr/>
            <p:nvPr/>
          </p:nvSpPr>
          <p:spPr>
            <a:xfrm>
              <a:off x="2775595" y="1959521"/>
              <a:ext cx="109" cy="258"/>
            </a:xfrm>
            <a:custGeom>
              <a:avLst/>
              <a:gdLst/>
              <a:ahLst/>
              <a:cxnLst/>
              <a:rect l="l" t="t" r="r" b="b"/>
              <a:pathLst>
                <a:path w="8" h="19" extrusionOk="0">
                  <a:moveTo>
                    <a:pt x="0" y="18"/>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26" name="Google Shape;9426;p76"/>
            <p:cNvSpPr/>
            <p:nvPr/>
          </p:nvSpPr>
          <p:spPr>
            <a:xfrm>
              <a:off x="2775310" y="1960145"/>
              <a:ext cx="149" cy="394"/>
            </a:xfrm>
            <a:custGeom>
              <a:avLst/>
              <a:gdLst/>
              <a:ahLst/>
              <a:cxnLst/>
              <a:rect l="l" t="t" r="r" b="b"/>
              <a:pathLst>
                <a:path w="11" h="29" extrusionOk="0">
                  <a:moveTo>
                    <a:pt x="0" y="28"/>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27" name="Google Shape;9427;p76"/>
            <p:cNvSpPr/>
            <p:nvPr/>
          </p:nvSpPr>
          <p:spPr>
            <a:xfrm>
              <a:off x="2775065" y="1960756"/>
              <a:ext cx="109" cy="258"/>
            </a:xfrm>
            <a:custGeom>
              <a:avLst/>
              <a:gdLst/>
              <a:ahLst/>
              <a:cxnLst/>
              <a:rect l="l" t="t" r="r" b="b"/>
              <a:pathLst>
                <a:path w="8" h="19" extrusionOk="0">
                  <a:moveTo>
                    <a:pt x="1" y="1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28" name="Google Shape;9428;p76"/>
            <p:cNvSpPr/>
            <p:nvPr/>
          </p:nvSpPr>
          <p:spPr>
            <a:xfrm>
              <a:off x="2774835" y="1961286"/>
              <a:ext cx="149" cy="244"/>
            </a:xfrm>
            <a:custGeom>
              <a:avLst/>
              <a:gdLst/>
              <a:ahLst/>
              <a:cxnLst/>
              <a:rect l="l" t="t" r="r" b="b"/>
              <a:pathLst>
                <a:path w="11" h="18" extrusionOk="0">
                  <a:moveTo>
                    <a:pt x="0" y="18"/>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29" name="Google Shape;9429;p76"/>
            <p:cNvSpPr/>
            <p:nvPr/>
          </p:nvSpPr>
          <p:spPr>
            <a:xfrm>
              <a:off x="2773884" y="1963091"/>
              <a:ext cx="109" cy="204"/>
            </a:xfrm>
            <a:custGeom>
              <a:avLst/>
              <a:gdLst/>
              <a:ahLst/>
              <a:cxnLst/>
              <a:rect l="l" t="t" r="r" b="b"/>
              <a:pathLst>
                <a:path w="8" h="15" extrusionOk="0">
                  <a:moveTo>
                    <a:pt x="0" y="14"/>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30" name="Google Shape;9430;p76"/>
            <p:cNvSpPr/>
            <p:nvPr/>
          </p:nvSpPr>
          <p:spPr>
            <a:xfrm>
              <a:off x="2772268" y="1965087"/>
              <a:ext cx="149" cy="109"/>
            </a:xfrm>
            <a:custGeom>
              <a:avLst/>
              <a:gdLst/>
              <a:ahLst/>
              <a:cxnLst/>
              <a:rect l="l" t="t" r="r" b="b"/>
              <a:pathLst>
                <a:path w="11" h="8" extrusionOk="0">
                  <a:moveTo>
                    <a:pt x="0" y="7"/>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31" name="Google Shape;9431;p76"/>
            <p:cNvSpPr/>
            <p:nvPr/>
          </p:nvSpPr>
          <p:spPr>
            <a:xfrm>
              <a:off x="2772839" y="1964517"/>
              <a:ext cx="109" cy="149"/>
            </a:xfrm>
            <a:custGeom>
              <a:avLst/>
              <a:gdLst/>
              <a:ahLst/>
              <a:cxnLst/>
              <a:rect l="l" t="t" r="r" b="b"/>
              <a:pathLst>
                <a:path w="8" h="11" extrusionOk="0">
                  <a:moveTo>
                    <a:pt x="0" y="11"/>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32" name="Google Shape;9432;p76"/>
            <p:cNvSpPr/>
            <p:nvPr/>
          </p:nvSpPr>
          <p:spPr>
            <a:xfrm>
              <a:off x="2771983" y="1965318"/>
              <a:ext cx="149" cy="68"/>
            </a:xfrm>
            <a:custGeom>
              <a:avLst/>
              <a:gdLst/>
              <a:ahLst/>
              <a:cxnLst/>
              <a:rect l="l" t="t" r="r" b="b"/>
              <a:pathLst>
                <a:path w="11" h="5" extrusionOk="0">
                  <a:moveTo>
                    <a:pt x="0" y="4"/>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33" name="Google Shape;9433;p76"/>
            <p:cNvSpPr/>
            <p:nvPr/>
          </p:nvSpPr>
          <p:spPr>
            <a:xfrm>
              <a:off x="2773599" y="1963512"/>
              <a:ext cx="149" cy="204"/>
            </a:xfrm>
            <a:custGeom>
              <a:avLst/>
              <a:gdLst/>
              <a:ahLst/>
              <a:cxnLst/>
              <a:rect l="l" t="t" r="r" b="b"/>
              <a:pathLst>
                <a:path w="11" h="15" extrusionOk="0">
                  <a:moveTo>
                    <a:pt x="0" y="15"/>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34" name="Google Shape;9434;p76"/>
            <p:cNvSpPr/>
            <p:nvPr/>
          </p:nvSpPr>
          <p:spPr>
            <a:xfrm>
              <a:off x="2773070" y="1964178"/>
              <a:ext cx="163" cy="204"/>
            </a:xfrm>
            <a:custGeom>
              <a:avLst/>
              <a:gdLst/>
              <a:ahLst/>
              <a:cxnLst/>
              <a:rect l="l" t="t" r="r" b="b"/>
              <a:pathLst>
                <a:path w="12" h="15" extrusionOk="0">
                  <a:moveTo>
                    <a:pt x="1" y="15"/>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35" name="Google Shape;9435;p76"/>
            <p:cNvSpPr/>
            <p:nvPr/>
          </p:nvSpPr>
          <p:spPr>
            <a:xfrm>
              <a:off x="2773355" y="1963852"/>
              <a:ext cx="109" cy="204"/>
            </a:xfrm>
            <a:custGeom>
              <a:avLst/>
              <a:gdLst/>
              <a:ahLst/>
              <a:cxnLst/>
              <a:rect l="l" t="t" r="r" b="b"/>
              <a:pathLst>
                <a:path w="8" h="15" extrusionOk="0">
                  <a:moveTo>
                    <a:pt x="1" y="1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36" name="Google Shape;9436;p76"/>
            <p:cNvSpPr/>
            <p:nvPr/>
          </p:nvSpPr>
          <p:spPr>
            <a:xfrm>
              <a:off x="2776776" y="1956384"/>
              <a:ext cx="68" cy="299"/>
            </a:xfrm>
            <a:custGeom>
              <a:avLst/>
              <a:gdLst/>
              <a:ahLst/>
              <a:cxnLst/>
              <a:rect l="l" t="t" r="r" b="b"/>
              <a:pathLst>
                <a:path w="5" h="22" extrusionOk="0">
                  <a:moveTo>
                    <a:pt x="1" y="22"/>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37" name="Google Shape;9437;p76"/>
            <p:cNvSpPr/>
            <p:nvPr/>
          </p:nvSpPr>
          <p:spPr>
            <a:xfrm>
              <a:off x="2777496" y="1954062"/>
              <a:ext cx="109" cy="204"/>
            </a:xfrm>
            <a:custGeom>
              <a:avLst/>
              <a:gdLst/>
              <a:ahLst/>
              <a:cxnLst/>
              <a:rect l="l" t="t" r="r" b="b"/>
              <a:pathLst>
                <a:path w="8" h="15" extrusionOk="0">
                  <a:moveTo>
                    <a:pt x="0" y="14"/>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38" name="Google Shape;9438;p76"/>
            <p:cNvSpPr/>
            <p:nvPr/>
          </p:nvSpPr>
          <p:spPr>
            <a:xfrm>
              <a:off x="2777632" y="1953628"/>
              <a:ext cx="68" cy="204"/>
            </a:xfrm>
            <a:custGeom>
              <a:avLst/>
              <a:gdLst/>
              <a:ahLst/>
              <a:cxnLst/>
              <a:rect l="l" t="t" r="r" b="b"/>
              <a:pathLst>
                <a:path w="5" h="15" extrusionOk="0">
                  <a:moveTo>
                    <a:pt x="1" y="15"/>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39" name="Google Shape;9439;p76"/>
            <p:cNvSpPr/>
            <p:nvPr/>
          </p:nvSpPr>
          <p:spPr>
            <a:xfrm>
              <a:off x="2776926" y="1955909"/>
              <a:ext cx="109" cy="258"/>
            </a:xfrm>
            <a:custGeom>
              <a:avLst/>
              <a:gdLst/>
              <a:ahLst/>
              <a:cxnLst/>
              <a:rect l="l" t="t" r="r" b="b"/>
              <a:pathLst>
                <a:path w="8" h="19" extrusionOk="0">
                  <a:moveTo>
                    <a:pt x="0" y="18"/>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40" name="Google Shape;9440;p76"/>
            <p:cNvSpPr/>
            <p:nvPr/>
          </p:nvSpPr>
          <p:spPr>
            <a:xfrm>
              <a:off x="2777251" y="1954959"/>
              <a:ext cx="68" cy="204"/>
            </a:xfrm>
            <a:custGeom>
              <a:avLst/>
              <a:gdLst/>
              <a:ahLst/>
              <a:cxnLst/>
              <a:rect l="l" t="t" r="r" b="b"/>
              <a:pathLst>
                <a:path w="5" h="15" extrusionOk="0">
                  <a:moveTo>
                    <a:pt x="1" y="15"/>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41" name="Google Shape;9441;p76"/>
            <p:cNvSpPr/>
            <p:nvPr/>
          </p:nvSpPr>
          <p:spPr>
            <a:xfrm>
              <a:off x="2777781" y="1953248"/>
              <a:ext cx="14" cy="109"/>
            </a:xfrm>
            <a:custGeom>
              <a:avLst/>
              <a:gdLst/>
              <a:ahLst/>
              <a:cxnLst/>
              <a:rect l="l" t="t" r="r" b="b"/>
              <a:pathLst>
                <a:path w="1" h="8" extrusionOk="0">
                  <a:moveTo>
                    <a:pt x="0"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42" name="Google Shape;9442;p76"/>
            <p:cNvSpPr/>
            <p:nvPr/>
          </p:nvSpPr>
          <p:spPr>
            <a:xfrm>
              <a:off x="2777061" y="1955434"/>
              <a:ext cx="109" cy="258"/>
            </a:xfrm>
            <a:custGeom>
              <a:avLst/>
              <a:gdLst/>
              <a:ahLst/>
              <a:cxnLst/>
              <a:rect l="l" t="t" r="r" b="b"/>
              <a:pathLst>
                <a:path w="8" h="19" extrusionOk="0">
                  <a:moveTo>
                    <a:pt x="1" y="1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43" name="Google Shape;9443;p76"/>
            <p:cNvSpPr/>
            <p:nvPr/>
          </p:nvSpPr>
          <p:spPr>
            <a:xfrm>
              <a:off x="2776586" y="1956914"/>
              <a:ext cx="109" cy="244"/>
            </a:xfrm>
            <a:custGeom>
              <a:avLst/>
              <a:gdLst/>
              <a:ahLst/>
              <a:cxnLst/>
              <a:rect l="l" t="t" r="r" b="b"/>
              <a:pathLst>
                <a:path w="8" h="18" extrusionOk="0">
                  <a:moveTo>
                    <a:pt x="1" y="18"/>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44" name="Google Shape;9444;p76"/>
            <p:cNvSpPr/>
            <p:nvPr/>
          </p:nvSpPr>
          <p:spPr>
            <a:xfrm>
              <a:off x="2776206" y="1957959"/>
              <a:ext cx="109" cy="244"/>
            </a:xfrm>
            <a:custGeom>
              <a:avLst/>
              <a:gdLst/>
              <a:ahLst/>
              <a:cxnLst/>
              <a:rect l="l" t="t" r="r" b="b"/>
              <a:pathLst>
                <a:path w="8" h="18" extrusionOk="0">
                  <a:moveTo>
                    <a:pt x="1" y="18"/>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45" name="Google Shape;9445;p76"/>
            <p:cNvSpPr/>
            <p:nvPr/>
          </p:nvSpPr>
          <p:spPr>
            <a:xfrm>
              <a:off x="2776016" y="1958475"/>
              <a:ext cx="109" cy="258"/>
            </a:xfrm>
            <a:custGeom>
              <a:avLst/>
              <a:gdLst/>
              <a:ahLst/>
              <a:cxnLst/>
              <a:rect l="l" t="t" r="r" b="b"/>
              <a:pathLst>
                <a:path w="8" h="19" extrusionOk="0">
                  <a:moveTo>
                    <a:pt x="1" y="1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46" name="Google Shape;9446;p76"/>
            <p:cNvSpPr/>
            <p:nvPr/>
          </p:nvSpPr>
          <p:spPr>
            <a:xfrm>
              <a:off x="2776396" y="1957430"/>
              <a:ext cx="109" cy="258"/>
            </a:xfrm>
            <a:custGeom>
              <a:avLst/>
              <a:gdLst/>
              <a:ahLst/>
              <a:cxnLst/>
              <a:rect l="l" t="t" r="r" b="b"/>
              <a:pathLst>
                <a:path w="8" h="19" extrusionOk="0">
                  <a:moveTo>
                    <a:pt x="1" y="1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47" name="Google Shape;9447;p76"/>
            <p:cNvSpPr/>
            <p:nvPr/>
          </p:nvSpPr>
          <p:spPr>
            <a:xfrm>
              <a:off x="2777401" y="1954483"/>
              <a:ext cx="54" cy="258"/>
            </a:xfrm>
            <a:custGeom>
              <a:avLst/>
              <a:gdLst/>
              <a:ahLst/>
              <a:cxnLst/>
              <a:rect l="l" t="t" r="r" b="b"/>
              <a:pathLst>
                <a:path w="4" h="19" extrusionOk="0">
                  <a:moveTo>
                    <a:pt x="0"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48" name="Google Shape;9448;p76"/>
            <p:cNvSpPr/>
            <p:nvPr/>
          </p:nvSpPr>
          <p:spPr>
            <a:xfrm>
              <a:off x="2772554" y="1964802"/>
              <a:ext cx="149" cy="149"/>
            </a:xfrm>
            <a:custGeom>
              <a:avLst/>
              <a:gdLst/>
              <a:ahLst/>
              <a:cxnLst/>
              <a:rect l="l" t="t" r="r" b="b"/>
              <a:pathLst>
                <a:path w="11" h="11" extrusionOk="0">
                  <a:moveTo>
                    <a:pt x="11"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49" name="Google Shape;9449;p76"/>
            <p:cNvSpPr/>
            <p:nvPr/>
          </p:nvSpPr>
          <p:spPr>
            <a:xfrm>
              <a:off x="2775826" y="1959005"/>
              <a:ext cx="109" cy="244"/>
            </a:xfrm>
            <a:custGeom>
              <a:avLst/>
              <a:gdLst/>
              <a:ahLst/>
              <a:cxnLst/>
              <a:rect l="l" t="t" r="r" b="b"/>
              <a:pathLst>
                <a:path w="8" h="18" extrusionOk="0">
                  <a:moveTo>
                    <a:pt x="1" y="18"/>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50" name="Google Shape;9450;p76"/>
            <p:cNvSpPr/>
            <p:nvPr/>
          </p:nvSpPr>
          <p:spPr>
            <a:xfrm>
              <a:off x="2771698" y="1965508"/>
              <a:ext cx="109" cy="68"/>
            </a:xfrm>
            <a:custGeom>
              <a:avLst/>
              <a:gdLst/>
              <a:ahLst/>
              <a:cxnLst/>
              <a:rect l="l" t="t" r="r" b="b"/>
              <a:pathLst>
                <a:path w="8"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51" name="Google Shape;9451;p76"/>
            <p:cNvSpPr/>
            <p:nvPr/>
          </p:nvSpPr>
          <p:spPr>
            <a:xfrm>
              <a:off x="2800401" y="1951917"/>
              <a:ext cx="68" cy="68"/>
            </a:xfrm>
            <a:custGeom>
              <a:avLst/>
              <a:gdLst/>
              <a:ahLst/>
              <a:cxnLst/>
              <a:rect l="l" t="t" r="r" b="b"/>
              <a:pathLst>
                <a:path w="5" h="5" extrusionOk="0">
                  <a:moveTo>
                    <a:pt x="1" y="1"/>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52" name="Google Shape;9452;p76"/>
            <p:cNvSpPr/>
            <p:nvPr/>
          </p:nvSpPr>
          <p:spPr>
            <a:xfrm>
              <a:off x="2800591" y="1952582"/>
              <a:ext cx="14" cy="109"/>
            </a:xfrm>
            <a:custGeom>
              <a:avLst/>
              <a:gdLst/>
              <a:ahLst/>
              <a:cxnLst/>
              <a:rect l="l" t="t" r="r" b="b"/>
              <a:pathLst>
                <a:path w="1" h="8" extrusionOk="0">
                  <a:moveTo>
                    <a:pt x="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53" name="Google Shape;9453;p76"/>
            <p:cNvSpPr/>
            <p:nvPr/>
          </p:nvSpPr>
          <p:spPr>
            <a:xfrm>
              <a:off x="2800591" y="195301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54" name="Google Shape;9454;p76"/>
            <p:cNvSpPr/>
            <p:nvPr/>
          </p:nvSpPr>
          <p:spPr>
            <a:xfrm>
              <a:off x="2820930" y="1936276"/>
              <a:ext cx="109" cy="109"/>
            </a:xfrm>
            <a:custGeom>
              <a:avLst/>
              <a:gdLst/>
              <a:ahLst/>
              <a:cxnLst/>
              <a:rect l="l" t="t" r="r" b="b"/>
              <a:pathLst>
                <a:path w="8" h="8" extrusionOk="0">
                  <a:moveTo>
                    <a:pt x="1" y="1"/>
                  </a:moveTo>
                  <a:lnTo>
                    <a:pt x="8" y="8"/>
                  </a:lnTo>
                  <a:lnTo>
                    <a:pt x="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55" name="Google Shape;9455;p76"/>
            <p:cNvSpPr/>
            <p:nvPr/>
          </p:nvSpPr>
          <p:spPr>
            <a:xfrm>
              <a:off x="2800550" y="195229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56" name="Google Shape;9456;p76"/>
            <p:cNvSpPr/>
            <p:nvPr/>
          </p:nvSpPr>
          <p:spPr>
            <a:xfrm>
              <a:off x="2783293" y="1890642"/>
              <a:ext cx="54" cy="68"/>
            </a:xfrm>
            <a:custGeom>
              <a:avLst/>
              <a:gdLst/>
              <a:ahLst/>
              <a:cxnLst/>
              <a:rect l="l" t="t" r="r" b="b"/>
              <a:pathLst>
                <a:path w="4" h="5" extrusionOk="0">
                  <a:moveTo>
                    <a:pt x="4"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57" name="Google Shape;9457;p76"/>
            <p:cNvSpPr/>
            <p:nvPr/>
          </p:nvSpPr>
          <p:spPr>
            <a:xfrm>
              <a:off x="2821609" y="1933425"/>
              <a:ext cx="0" cy="109"/>
            </a:xfrm>
            <a:custGeom>
              <a:avLst/>
              <a:gdLst/>
              <a:ahLst/>
              <a:cxnLst/>
              <a:rect l="l" t="t" r="r" b="b"/>
              <a:pathLst>
                <a:path h="8" extrusionOk="0">
                  <a:moveTo>
                    <a:pt x="0"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58" name="Google Shape;9458;p76"/>
            <p:cNvSpPr/>
            <p:nvPr/>
          </p:nvSpPr>
          <p:spPr>
            <a:xfrm>
              <a:off x="2821555" y="1932854"/>
              <a:ext cx="14" cy="163"/>
            </a:xfrm>
            <a:custGeom>
              <a:avLst/>
              <a:gdLst/>
              <a:ahLst/>
              <a:cxnLst/>
              <a:rect l="l" t="t" r="r" b="b"/>
              <a:pathLst>
                <a:path w="1" h="12" extrusionOk="0">
                  <a:moveTo>
                    <a:pt x="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59" name="Google Shape;9459;p76"/>
            <p:cNvSpPr/>
            <p:nvPr/>
          </p:nvSpPr>
          <p:spPr>
            <a:xfrm>
              <a:off x="2787380" y="1905767"/>
              <a:ext cx="964" cy="2390"/>
            </a:xfrm>
            <a:custGeom>
              <a:avLst/>
              <a:gdLst/>
              <a:ahLst/>
              <a:cxnLst/>
              <a:rect l="l" t="t" r="r" b="b"/>
              <a:pathLst>
                <a:path w="71" h="176" extrusionOk="0">
                  <a:moveTo>
                    <a:pt x="0" y="175"/>
                  </a:moveTo>
                  <a:cubicBezTo>
                    <a:pt x="46" y="130"/>
                    <a:pt x="70" y="67"/>
                    <a:pt x="70" y="0"/>
                  </a:cubicBezTo>
                  <a:cubicBezTo>
                    <a:pt x="70" y="67"/>
                    <a:pt x="46" y="130"/>
                    <a:pt x="0" y="17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60" name="Google Shape;9460;p76"/>
            <p:cNvSpPr/>
            <p:nvPr/>
          </p:nvSpPr>
          <p:spPr>
            <a:xfrm>
              <a:off x="2782913" y="1890262"/>
              <a:ext cx="204" cy="163"/>
            </a:xfrm>
            <a:custGeom>
              <a:avLst/>
              <a:gdLst/>
              <a:ahLst/>
              <a:cxnLst/>
              <a:rect l="l" t="t" r="r" b="b"/>
              <a:pathLst>
                <a:path w="15" h="12" extrusionOk="0">
                  <a:moveTo>
                    <a:pt x="0" y="1"/>
                  </a:moveTo>
                  <a:lnTo>
                    <a:pt x="1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61" name="Google Shape;9461;p76"/>
            <p:cNvSpPr/>
            <p:nvPr/>
          </p:nvSpPr>
          <p:spPr>
            <a:xfrm>
              <a:off x="2783198" y="1890547"/>
              <a:ext cx="109" cy="109"/>
            </a:xfrm>
            <a:custGeom>
              <a:avLst/>
              <a:gdLst/>
              <a:ahLst/>
              <a:cxnLst/>
              <a:rect l="l" t="t" r="r" b="b"/>
              <a:pathLst>
                <a:path w="8" h="8" extrusionOk="0">
                  <a:moveTo>
                    <a:pt x="7"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62" name="Google Shape;9462;p76"/>
            <p:cNvSpPr/>
            <p:nvPr/>
          </p:nvSpPr>
          <p:spPr>
            <a:xfrm>
              <a:off x="2815988" y="1913221"/>
              <a:ext cx="299" cy="1018"/>
            </a:xfrm>
            <a:custGeom>
              <a:avLst/>
              <a:gdLst/>
              <a:ahLst/>
              <a:cxnLst/>
              <a:rect l="l" t="t" r="r" b="b"/>
              <a:pathLst>
                <a:path w="22" h="75" extrusionOk="0">
                  <a:moveTo>
                    <a:pt x="1" y="1"/>
                  </a:moveTo>
                  <a:cubicBezTo>
                    <a:pt x="18" y="8"/>
                    <a:pt x="22" y="36"/>
                    <a:pt x="22" y="74"/>
                  </a:cubicBezTo>
                  <a:cubicBezTo>
                    <a:pt x="22" y="36"/>
                    <a:pt x="18"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63" name="Google Shape;9463;p76"/>
            <p:cNvSpPr/>
            <p:nvPr/>
          </p:nvSpPr>
          <p:spPr>
            <a:xfrm>
              <a:off x="2821650" y="1933995"/>
              <a:ext cx="14" cy="68"/>
            </a:xfrm>
            <a:custGeom>
              <a:avLst/>
              <a:gdLst/>
              <a:ahLst/>
              <a:cxnLst/>
              <a:rect l="l" t="t" r="r" b="b"/>
              <a:pathLst>
                <a:path w="1" h="5" extrusionOk="0">
                  <a:moveTo>
                    <a:pt x="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64" name="Google Shape;9464;p76"/>
            <p:cNvSpPr/>
            <p:nvPr/>
          </p:nvSpPr>
          <p:spPr>
            <a:xfrm>
              <a:off x="2782574" y="1889936"/>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65" name="Google Shape;9465;p76"/>
            <p:cNvSpPr/>
            <p:nvPr/>
          </p:nvSpPr>
          <p:spPr>
            <a:xfrm>
              <a:off x="2782723" y="1890072"/>
              <a:ext cx="149" cy="109"/>
            </a:xfrm>
            <a:custGeom>
              <a:avLst/>
              <a:gdLst/>
              <a:ahLst/>
              <a:cxnLst/>
              <a:rect l="l" t="t" r="r" b="b"/>
              <a:pathLst>
                <a:path w="11" h="8" extrusionOk="0">
                  <a:moveTo>
                    <a:pt x="11"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66" name="Google Shape;9466;p76"/>
            <p:cNvSpPr/>
            <p:nvPr/>
          </p:nvSpPr>
          <p:spPr>
            <a:xfrm>
              <a:off x="2783103" y="1890411"/>
              <a:ext cx="149" cy="149"/>
            </a:xfrm>
            <a:custGeom>
              <a:avLst/>
              <a:gdLst/>
              <a:ahLst/>
              <a:cxnLst/>
              <a:rect l="l" t="t" r="r" b="b"/>
              <a:pathLst>
                <a:path w="11" h="11" extrusionOk="0">
                  <a:moveTo>
                    <a:pt x="11"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67" name="Google Shape;9467;p76"/>
            <p:cNvSpPr/>
            <p:nvPr/>
          </p:nvSpPr>
          <p:spPr>
            <a:xfrm>
              <a:off x="2783334" y="1890696"/>
              <a:ext cx="68" cy="54"/>
            </a:xfrm>
            <a:custGeom>
              <a:avLst/>
              <a:gdLst/>
              <a:ahLst/>
              <a:cxnLst/>
              <a:rect l="l" t="t" r="r" b="b"/>
              <a:pathLst>
                <a:path w="5" h="4" extrusionOk="0">
                  <a:moveTo>
                    <a:pt x="4"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68" name="Google Shape;9468;p76"/>
            <p:cNvSpPr/>
            <p:nvPr/>
          </p:nvSpPr>
          <p:spPr>
            <a:xfrm>
              <a:off x="2821324" y="1935950"/>
              <a:ext cx="0" cy="14"/>
            </a:xfrm>
            <a:custGeom>
              <a:avLst/>
              <a:gdLst/>
              <a:ahLst/>
              <a:cxnLst/>
              <a:rect l="l" t="t" r="r" b="b"/>
              <a:pathLst>
                <a:path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69" name="Google Shape;9469;p76"/>
            <p:cNvSpPr/>
            <p:nvPr/>
          </p:nvSpPr>
          <p:spPr>
            <a:xfrm>
              <a:off x="2821609" y="1934945"/>
              <a:ext cx="0" cy="68"/>
            </a:xfrm>
            <a:custGeom>
              <a:avLst/>
              <a:gdLst/>
              <a:ahLst/>
              <a:cxnLst/>
              <a:rect l="l" t="t" r="r" b="b"/>
              <a:pathLst>
                <a:path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70" name="Google Shape;9470;p76"/>
            <p:cNvSpPr/>
            <p:nvPr/>
          </p:nvSpPr>
          <p:spPr>
            <a:xfrm>
              <a:off x="2821650" y="1934429"/>
              <a:ext cx="14" cy="109"/>
            </a:xfrm>
            <a:custGeom>
              <a:avLst/>
              <a:gdLst/>
              <a:ahLst/>
              <a:cxnLst/>
              <a:rect l="l" t="t" r="r" b="b"/>
              <a:pathLst>
                <a:path w="1" h="8" extrusionOk="0">
                  <a:moveTo>
                    <a:pt x="1" y="7"/>
                  </a:moveTo>
                  <a:lnTo>
                    <a:pt x="1" y="4"/>
                  </a:lnTo>
                  <a:cubicBezTo>
                    <a:pt x="1" y="0"/>
                    <a:pt x="1" y="7"/>
                    <a:pt x="1"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71" name="Google Shape;9471;p76"/>
            <p:cNvSpPr/>
            <p:nvPr/>
          </p:nvSpPr>
          <p:spPr>
            <a:xfrm>
              <a:off x="2821039" y="1936330"/>
              <a:ext cx="0" cy="54"/>
            </a:xfrm>
            <a:custGeom>
              <a:avLst/>
              <a:gdLst/>
              <a:ahLst/>
              <a:cxnLst/>
              <a:rect l="l" t="t" r="r" b="b"/>
              <a:pathLst>
                <a:path h="4" extrusionOk="0">
                  <a:moveTo>
                    <a:pt x="0" y="4"/>
                  </a:moveTo>
                  <a:lnTo>
                    <a:pt x="0" y="4"/>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72" name="Google Shape;9472;p76"/>
            <p:cNvSpPr/>
            <p:nvPr/>
          </p:nvSpPr>
          <p:spPr>
            <a:xfrm>
              <a:off x="2821460" y="1935421"/>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73" name="Google Shape;9473;p76"/>
            <p:cNvSpPr/>
            <p:nvPr/>
          </p:nvSpPr>
          <p:spPr>
            <a:xfrm>
              <a:off x="2154289" y="1586085"/>
              <a:ext cx="69123" cy="54935"/>
            </a:xfrm>
            <a:custGeom>
              <a:avLst/>
              <a:gdLst/>
              <a:ahLst/>
              <a:cxnLst/>
              <a:rect l="l" t="t" r="r" b="b"/>
              <a:pathLst>
                <a:path w="5091" h="4046" extrusionOk="0">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74" name="Google Shape;9474;p76"/>
            <p:cNvSpPr/>
            <p:nvPr/>
          </p:nvSpPr>
          <p:spPr>
            <a:xfrm>
              <a:off x="2164512" y="1680435"/>
              <a:ext cx="24820" cy="22661"/>
            </a:xfrm>
            <a:custGeom>
              <a:avLst/>
              <a:gdLst/>
              <a:ahLst/>
              <a:cxnLst/>
              <a:rect l="l" t="t" r="r" b="b"/>
              <a:pathLst>
                <a:path w="1828" h="1669" extrusionOk="0">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75" name="Google Shape;9475;p76"/>
            <p:cNvSpPr/>
            <p:nvPr/>
          </p:nvSpPr>
          <p:spPr>
            <a:xfrm>
              <a:off x="2151397" y="1668202"/>
              <a:ext cx="37270" cy="31337"/>
            </a:xfrm>
            <a:custGeom>
              <a:avLst/>
              <a:gdLst/>
              <a:ahLst/>
              <a:cxnLst/>
              <a:rect l="l" t="t" r="r" b="b"/>
              <a:pathLst>
                <a:path w="2745" h="2308" extrusionOk="0">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76" name="Google Shape;9476;p76"/>
            <p:cNvSpPr/>
            <p:nvPr/>
          </p:nvSpPr>
          <p:spPr>
            <a:xfrm>
              <a:off x="2186141" y="1680883"/>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77" name="Google Shape;9477;p76"/>
            <p:cNvSpPr/>
            <p:nvPr/>
          </p:nvSpPr>
          <p:spPr>
            <a:xfrm>
              <a:off x="2187187" y="1681358"/>
              <a:ext cx="204" cy="109"/>
            </a:xfrm>
            <a:custGeom>
              <a:avLst/>
              <a:gdLst/>
              <a:ahLst/>
              <a:cxnLst/>
              <a:rect l="l" t="t" r="r" b="b"/>
              <a:pathLst>
                <a:path w="15" h="8" extrusionOk="0">
                  <a:moveTo>
                    <a:pt x="1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78" name="Google Shape;9478;p76"/>
            <p:cNvSpPr/>
            <p:nvPr/>
          </p:nvSpPr>
          <p:spPr>
            <a:xfrm>
              <a:off x="2188327" y="1682024"/>
              <a:ext cx="204" cy="109"/>
            </a:xfrm>
            <a:custGeom>
              <a:avLst/>
              <a:gdLst/>
              <a:ahLst/>
              <a:cxnLst/>
              <a:rect l="l" t="t" r="r" b="b"/>
              <a:pathLst>
                <a:path w="15" h="8" extrusionOk="0">
                  <a:moveTo>
                    <a:pt x="1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79" name="Google Shape;9479;p76"/>
            <p:cNvSpPr/>
            <p:nvPr/>
          </p:nvSpPr>
          <p:spPr>
            <a:xfrm>
              <a:off x="2185571" y="1680652"/>
              <a:ext cx="149" cy="54"/>
            </a:xfrm>
            <a:custGeom>
              <a:avLst/>
              <a:gdLst/>
              <a:ahLst/>
              <a:cxnLst/>
              <a:rect l="l" t="t" r="r" b="b"/>
              <a:pathLst>
                <a:path w="11" h="4" extrusionOk="0">
                  <a:moveTo>
                    <a:pt x="1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80" name="Google Shape;9480;p76"/>
            <p:cNvSpPr/>
            <p:nvPr/>
          </p:nvSpPr>
          <p:spPr>
            <a:xfrm>
              <a:off x="2186657" y="1681128"/>
              <a:ext cx="109" cy="54"/>
            </a:xfrm>
            <a:custGeom>
              <a:avLst/>
              <a:gdLst/>
              <a:ahLst/>
              <a:cxnLst/>
              <a:rect l="l" t="t" r="r" b="b"/>
              <a:pathLst>
                <a:path w="8" h="4" extrusionOk="0">
                  <a:moveTo>
                    <a:pt x="8"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81" name="Google Shape;9481;p76"/>
            <p:cNvSpPr/>
            <p:nvPr/>
          </p:nvSpPr>
          <p:spPr>
            <a:xfrm>
              <a:off x="2184756" y="1680313"/>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82" name="Google Shape;9482;p76"/>
            <p:cNvSpPr/>
            <p:nvPr/>
          </p:nvSpPr>
          <p:spPr>
            <a:xfrm>
              <a:off x="2185137" y="1680462"/>
              <a:ext cx="163" cy="54"/>
            </a:xfrm>
            <a:custGeom>
              <a:avLst/>
              <a:gdLst/>
              <a:ahLst/>
              <a:cxnLst/>
              <a:rect l="l" t="t" r="r" b="b"/>
              <a:pathLst>
                <a:path w="12" h="4" extrusionOk="0">
                  <a:moveTo>
                    <a:pt x="1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83" name="Google Shape;9483;p76"/>
            <p:cNvSpPr/>
            <p:nvPr/>
          </p:nvSpPr>
          <p:spPr>
            <a:xfrm>
              <a:off x="2183616" y="167989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84" name="Google Shape;9484;p76"/>
            <p:cNvSpPr/>
            <p:nvPr/>
          </p:nvSpPr>
          <p:spPr>
            <a:xfrm>
              <a:off x="2175347" y="1698615"/>
              <a:ext cx="163" cy="163"/>
            </a:xfrm>
            <a:custGeom>
              <a:avLst/>
              <a:gdLst/>
              <a:ahLst/>
              <a:cxnLst/>
              <a:rect l="l" t="t" r="r" b="b"/>
              <a:pathLst>
                <a:path w="12" h="12" extrusionOk="0">
                  <a:moveTo>
                    <a:pt x="1" y="1"/>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85" name="Google Shape;9485;p76"/>
            <p:cNvSpPr/>
            <p:nvPr/>
          </p:nvSpPr>
          <p:spPr>
            <a:xfrm>
              <a:off x="2176257" y="1699525"/>
              <a:ext cx="54" cy="54"/>
            </a:xfrm>
            <a:custGeom>
              <a:avLst/>
              <a:gdLst/>
              <a:ahLst/>
              <a:cxnLst/>
              <a:rect l="l" t="t" r="r" b="b"/>
              <a:pathLst>
                <a:path w="4" h="4" extrusionOk="0">
                  <a:moveTo>
                    <a:pt x="4" y="4"/>
                  </a:moveTo>
                  <a:lnTo>
                    <a:pt x="0" y="0"/>
                  </a:ln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86" name="Google Shape;9486;p76"/>
            <p:cNvSpPr/>
            <p:nvPr/>
          </p:nvSpPr>
          <p:spPr>
            <a:xfrm>
              <a:off x="2187703" y="1681698"/>
              <a:ext cx="258" cy="109"/>
            </a:xfrm>
            <a:custGeom>
              <a:avLst/>
              <a:gdLst/>
              <a:ahLst/>
              <a:cxnLst/>
              <a:rect l="l" t="t" r="r" b="b"/>
              <a:pathLst>
                <a:path w="19" h="8" extrusionOk="0">
                  <a:moveTo>
                    <a:pt x="18"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87" name="Google Shape;9487;p76"/>
            <p:cNvSpPr/>
            <p:nvPr/>
          </p:nvSpPr>
          <p:spPr>
            <a:xfrm>
              <a:off x="2167595" y="1679838"/>
              <a:ext cx="489" cy="163"/>
            </a:xfrm>
            <a:custGeom>
              <a:avLst/>
              <a:gdLst/>
              <a:ahLst/>
              <a:cxnLst/>
              <a:rect l="l" t="t" r="r" b="b"/>
              <a:pathLst>
                <a:path w="36" h="12" extrusionOk="0">
                  <a:moveTo>
                    <a:pt x="1" y="1"/>
                  </a:moveTo>
                  <a:cubicBezTo>
                    <a:pt x="11" y="8"/>
                    <a:pt x="25" y="11"/>
                    <a:pt x="36" y="4"/>
                  </a:cubicBezTo>
                  <a:cubicBezTo>
                    <a:pt x="25" y="11"/>
                    <a:pt x="1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88" name="Google Shape;9488;p76"/>
            <p:cNvSpPr/>
            <p:nvPr/>
          </p:nvSpPr>
          <p:spPr>
            <a:xfrm>
              <a:off x="2183711" y="167993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89" name="Google Shape;9489;p76"/>
            <p:cNvSpPr/>
            <p:nvPr/>
          </p:nvSpPr>
          <p:spPr>
            <a:xfrm>
              <a:off x="2184145" y="168008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90" name="Google Shape;9490;p76"/>
            <p:cNvSpPr/>
            <p:nvPr/>
          </p:nvSpPr>
          <p:spPr>
            <a:xfrm>
              <a:off x="2183860" y="1679987"/>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91" name="Google Shape;9491;p76"/>
            <p:cNvSpPr/>
            <p:nvPr/>
          </p:nvSpPr>
          <p:spPr>
            <a:xfrm>
              <a:off x="2189794" y="1704318"/>
              <a:ext cx="11324" cy="24833"/>
            </a:xfrm>
            <a:custGeom>
              <a:avLst/>
              <a:gdLst/>
              <a:ahLst/>
              <a:cxnLst/>
              <a:rect l="l" t="t" r="r" b="b"/>
              <a:pathLst>
                <a:path w="834" h="1829" extrusionOk="0">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92" name="Google Shape;9492;p76"/>
            <p:cNvSpPr/>
            <p:nvPr/>
          </p:nvSpPr>
          <p:spPr>
            <a:xfrm>
              <a:off x="2121119" y="1644237"/>
              <a:ext cx="52626" cy="23163"/>
            </a:xfrm>
            <a:custGeom>
              <a:avLst/>
              <a:gdLst/>
              <a:ahLst/>
              <a:cxnLst/>
              <a:rect l="l" t="t" r="r" b="b"/>
              <a:pathLst>
                <a:path w="3876" h="1706" extrusionOk="0">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93" name="Google Shape;9493;p76"/>
            <p:cNvSpPr/>
            <p:nvPr/>
          </p:nvSpPr>
          <p:spPr>
            <a:xfrm>
              <a:off x="2168545" y="1647618"/>
              <a:ext cx="45838" cy="25064"/>
            </a:xfrm>
            <a:custGeom>
              <a:avLst/>
              <a:gdLst/>
              <a:ahLst/>
              <a:cxnLst/>
              <a:rect l="l" t="t" r="r" b="b"/>
              <a:pathLst>
                <a:path w="3376" h="1846" extrusionOk="0">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94" name="Google Shape;9494;p76"/>
            <p:cNvSpPr/>
            <p:nvPr/>
          </p:nvSpPr>
          <p:spPr>
            <a:xfrm>
              <a:off x="2170215" y="1666817"/>
              <a:ext cx="54" cy="68"/>
            </a:xfrm>
            <a:custGeom>
              <a:avLst/>
              <a:gdLst/>
              <a:ahLst/>
              <a:cxnLst/>
              <a:rect l="l" t="t" r="r" b="b"/>
              <a:pathLst>
                <a:path w="4" h="5" extrusionOk="0">
                  <a:moveTo>
                    <a:pt x="4"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95" name="Google Shape;9495;p76"/>
            <p:cNvSpPr/>
            <p:nvPr/>
          </p:nvSpPr>
          <p:spPr>
            <a:xfrm>
              <a:off x="2170636" y="1667061"/>
              <a:ext cx="68" cy="54"/>
            </a:xfrm>
            <a:custGeom>
              <a:avLst/>
              <a:gdLst/>
              <a:ahLst/>
              <a:cxnLst/>
              <a:rect l="l" t="t" r="r" b="b"/>
              <a:pathLst>
                <a:path w="5" h="4" extrusionOk="0">
                  <a:moveTo>
                    <a:pt x="4"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96" name="Google Shape;9496;p76"/>
            <p:cNvSpPr/>
            <p:nvPr/>
          </p:nvSpPr>
          <p:spPr>
            <a:xfrm>
              <a:off x="2175252" y="1670524"/>
              <a:ext cx="163" cy="109"/>
            </a:xfrm>
            <a:custGeom>
              <a:avLst/>
              <a:gdLst/>
              <a:ahLst/>
              <a:cxnLst/>
              <a:rect l="l" t="t" r="r" b="b"/>
              <a:pathLst>
                <a:path w="12" h="8" extrusionOk="0">
                  <a:moveTo>
                    <a:pt x="1"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97" name="Google Shape;9497;p76"/>
            <p:cNvSpPr/>
            <p:nvPr/>
          </p:nvSpPr>
          <p:spPr>
            <a:xfrm>
              <a:off x="2182571" y="1671854"/>
              <a:ext cx="2539" cy="733"/>
            </a:xfrm>
            <a:custGeom>
              <a:avLst/>
              <a:gdLst/>
              <a:ahLst/>
              <a:cxnLst/>
              <a:rect l="l" t="t" r="r" b="b"/>
              <a:pathLst>
                <a:path w="187" h="54" extrusionOk="0">
                  <a:moveTo>
                    <a:pt x="186" y="1"/>
                  </a:moveTo>
                  <a:cubicBezTo>
                    <a:pt x="95" y="29"/>
                    <a:pt x="32" y="43"/>
                    <a:pt x="1" y="53"/>
                  </a:cubicBezTo>
                  <a:cubicBezTo>
                    <a:pt x="29" y="46"/>
                    <a:pt x="78" y="36"/>
                    <a:pt x="134" y="18"/>
                  </a:cubicBezTo>
                  <a:lnTo>
                    <a:pt x="186"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98" name="Google Shape;9498;p76"/>
            <p:cNvSpPr/>
            <p:nvPr/>
          </p:nvSpPr>
          <p:spPr>
            <a:xfrm>
              <a:off x="2175592" y="1670809"/>
              <a:ext cx="109" cy="109"/>
            </a:xfrm>
            <a:custGeom>
              <a:avLst/>
              <a:gdLst/>
              <a:ahLst/>
              <a:cxnLst/>
              <a:rect l="l" t="t" r="r" b="b"/>
              <a:pathLst>
                <a:path w="8" h="8" extrusionOk="0">
                  <a:moveTo>
                    <a:pt x="7"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99" name="Google Shape;9499;p76"/>
            <p:cNvSpPr/>
            <p:nvPr/>
          </p:nvSpPr>
          <p:spPr>
            <a:xfrm>
              <a:off x="2174587" y="1669858"/>
              <a:ext cx="163" cy="163"/>
            </a:xfrm>
            <a:custGeom>
              <a:avLst/>
              <a:gdLst/>
              <a:ahLst/>
              <a:cxnLst/>
              <a:rect l="l" t="t" r="r" b="b"/>
              <a:pathLst>
                <a:path w="12" h="12" extrusionOk="0">
                  <a:moveTo>
                    <a:pt x="1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00" name="Google Shape;9500;p76"/>
            <p:cNvSpPr/>
            <p:nvPr/>
          </p:nvSpPr>
          <p:spPr>
            <a:xfrm>
              <a:off x="2174207" y="1669573"/>
              <a:ext cx="109" cy="109"/>
            </a:xfrm>
            <a:custGeom>
              <a:avLst/>
              <a:gdLst/>
              <a:ahLst/>
              <a:cxnLst/>
              <a:rect l="l" t="t" r="r" b="b"/>
              <a:pathLst>
                <a:path w="8" h="8" extrusionOk="0">
                  <a:moveTo>
                    <a:pt x="8"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01" name="Google Shape;9501;p76"/>
            <p:cNvSpPr/>
            <p:nvPr/>
          </p:nvSpPr>
          <p:spPr>
            <a:xfrm>
              <a:off x="2171070" y="1667346"/>
              <a:ext cx="54" cy="54"/>
            </a:xfrm>
            <a:custGeom>
              <a:avLst/>
              <a:gdLst/>
              <a:ahLst/>
              <a:cxnLst/>
              <a:rect l="l" t="t" r="r" b="b"/>
              <a:pathLst>
                <a:path w="4" h="4" extrusionOk="0">
                  <a:moveTo>
                    <a:pt x="4"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02" name="Google Shape;9502;p76"/>
            <p:cNvSpPr/>
            <p:nvPr/>
          </p:nvSpPr>
          <p:spPr>
            <a:xfrm>
              <a:off x="2173786" y="1669247"/>
              <a:ext cx="149" cy="109"/>
            </a:xfrm>
            <a:custGeom>
              <a:avLst/>
              <a:gdLst/>
              <a:ahLst/>
              <a:cxnLst/>
              <a:rect l="l" t="t" r="r" b="b"/>
              <a:pathLst>
                <a:path w="11" h="8" extrusionOk="0">
                  <a:moveTo>
                    <a:pt x="11"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03" name="Google Shape;9503;p76"/>
            <p:cNvSpPr/>
            <p:nvPr/>
          </p:nvSpPr>
          <p:spPr>
            <a:xfrm>
              <a:off x="2174926" y="1670198"/>
              <a:ext cx="149" cy="109"/>
            </a:xfrm>
            <a:custGeom>
              <a:avLst/>
              <a:gdLst/>
              <a:ahLst/>
              <a:cxnLst/>
              <a:rect l="l" t="t" r="r" b="b"/>
              <a:pathLst>
                <a:path w="11" h="8" extrusionOk="0">
                  <a:moveTo>
                    <a:pt x="11"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04" name="Google Shape;9504;p76"/>
            <p:cNvSpPr/>
            <p:nvPr/>
          </p:nvSpPr>
          <p:spPr>
            <a:xfrm>
              <a:off x="2171546" y="166767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05" name="Google Shape;9505;p76"/>
            <p:cNvSpPr/>
            <p:nvPr/>
          </p:nvSpPr>
          <p:spPr>
            <a:xfrm>
              <a:off x="2172971" y="1668623"/>
              <a:ext cx="54" cy="68"/>
            </a:xfrm>
            <a:custGeom>
              <a:avLst/>
              <a:gdLst/>
              <a:ahLst/>
              <a:cxnLst/>
              <a:rect l="l" t="t" r="r" b="b"/>
              <a:pathLst>
                <a:path w="4" h="5" extrusionOk="0">
                  <a:moveTo>
                    <a:pt x="4"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06" name="Google Shape;9506;p76"/>
            <p:cNvSpPr/>
            <p:nvPr/>
          </p:nvSpPr>
          <p:spPr>
            <a:xfrm>
              <a:off x="2173351" y="1668908"/>
              <a:ext cx="163" cy="109"/>
            </a:xfrm>
            <a:custGeom>
              <a:avLst/>
              <a:gdLst/>
              <a:ahLst/>
              <a:cxnLst/>
              <a:rect l="l" t="t" r="r" b="b"/>
              <a:pathLst>
                <a:path w="12" h="8" extrusionOk="0">
                  <a:moveTo>
                    <a:pt x="11"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07" name="Google Shape;9507;p76"/>
            <p:cNvSpPr/>
            <p:nvPr/>
          </p:nvSpPr>
          <p:spPr>
            <a:xfrm>
              <a:off x="2174831" y="1654081"/>
              <a:ext cx="54" cy="299"/>
            </a:xfrm>
            <a:custGeom>
              <a:avLst/>
              <a:gdLst/>
              <a:ahLst/>
              <a:cxnLst/>
              <a:rect l="l" t="t" r="r" b="b"/>
              <a:pathLst>
                <a:path w="4" h="22" extrusionOk="0">
                  <a:moveTo>
                    <a:pt x="4" y="0"/>
                  </a:moveTo>
                  <a:cubicBezTo>
                    <a:pt x="0" y="7"/>
                    <a:pt x="0" y="14"/>
                    <a:pt x="0" y="21"/>
                  </a:cubicBezTo>
                  <a:cubicBezTo>
                    <a:pt x="0" y="14"/>
                    <a:pt x="0"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08" name="Google Shape;9508;p76"/>
            <p:cNvSpPr/>
            <p:nvPr/>
          </p:nvSpPr>
          <p:spPr>
            <a:xfrm>
              <a:off x="2168599" y="1663436"/>
              <a:ext cx="54" cy="68"/>
            </a:xfrm>
            <a:custGeom>
              <a:avLst/>
              <a:gdLst/>
              <a:ahLst/>
              <a:cxnLst/>
              <a:rect l="l" t="t" r="r" b="b"/>
              <a:pathLst>
                <a:path w="4" h="5" extrusionOk="0">
                  <a:moveTo>
                    <a:pt x="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09" name="Google Shape;9509;p76"/>
            <p:cNvSpPr/>
            <p:nvPr/>
          </p:nvSpPr>
          <p:spPr>
            <a:xfrm>
              <a:off x="2168409" y="1663871"/>
              <a:ext cx="14" cy="54"/>
            </a:xfrm>
            <a:custGeom>
              <a:avLst/>
              <a:gdLst/>
              <a:ahLst/>
              <a:cxnLst/>
              <a:rect l="l" t="t" r="r" b="b"/>
              <a:pathLst>
                <a:path w="1" h="4" extrusionOk="0">
                  <a:moveTo>
                    <a:pt x="0"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10" name="Google Shape;9510;p76"/>
            <p:cNvSpPr/>
            <p:nvPr/>
          </p:nvSpPr>
          <p:spPr>
            <a:xfrm>
              <a:off x="2168450" y="1663680"/>
              <a:ext cx="68" cy="149"/>
            </a:xfrm>
            <a:custGeom>
              <a:avLst/>
              <a:gdLst/>
              <a:ahLst/>
              <a:cxnLst/>
              <a:rect l="l" t="t" r="r" b="b"/>
              <a:pathLst>
                <a:path w="5" h="11" extrusionOk="0">
                  <a:moveTo>
                    <a:pt x="4"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11" name="Google Shape;9511;p76"/>
            <p:cNvSpPr/>
            <p:nvPr/>
          </p:nvSpPr>
          <p:spPr>
            <a:xfrm>
              <a:off x="2168735" y="166334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12" name="Google Shape;9512;p76"/>
            <p:cNvSpPr/>
            <p:nvPr/>
          </p:nvSpPr>
          <p:spPr>
            <a:xfrm>
              <a:off x="2168694" y="1663341"/>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13" name="Google Shape;9513;p76"/>
            <p:cNvSpPr/>
            <p:nvPr/>
          </p:nvSpPr>
          <p:spPr>
            <a:xfrm>
              <a:off x="2168640" y="1663395"/>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14" name="Google Shape;9514;p76"/>
            <p:cNvSpPr/>
            <p:nvPr/>
          </p:nvSpPr>
          <p:spPr>
            <a:xfrm>
              <a:off x="2168504" y="1663531"/>
              <a:ext cx="54" cy="109"/>
            </a:xfrm>
            <a:custGeom>
              <a:avLst/>
              <a:gdLst/>
              <a:ahLst/>
              <a:cxnLst/>
              <a:rect l="l" t="t" r="r" b="b"/>
              <a:pathLst>
                <a:path w="4" h="8" extrusionOk="0">
                  <a:moveTo>
                    <a:pt x="4"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15" name="Google Shape;9515;p76"/>
            <p:cNvSpPr/>
            <p:nvPr/>
          </p:nvSpPr>
          <p:spPr>
            <a:xfrm>
              <a:off x="2174872" y="1653891"/>
              <a:ext cx="68" cy="109"/>
            </a:xfrm>
            <a:custGeom>
              <a:avLst/>
              <a:gdLst/>
              <a:ahLst/>
              <a:cxnLst/>
              <a:rect l="l" t="t" r="r" b="b"/>
              <a:pathLst>
                <a:path w="5" h="8" extrusionOk="0">
                  <a:moveTo>
                    <a:pt x="4" y="0"/>
                  </a:moveTo>
                  <a:lnTo>
                    <a:pt x="4" y="0"/>
                  </a:lnTo>
                  <a:cubicBezTo>
                    <a:pt x="4" y="0"/>
                    <a:pt x="1" y="4"/>
                    <a:pt x="1" y="7"/>
                  </a:cubicBezTo>
                  <a:cubicBezTo>
                    <a:pt x="4" y="4"/>
                    <a:pt x="4" y="0"/>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16" name="Google Shape;9516;p76"/>
            <p:cNvSpPr/>
            <p:nvPr/>
          </p:nvSpPr>
          <p:spPr>
            <a:xfrm>
              <a:off x="2141078" y="1625270"/>
              <a:ext cx="43597" cy="21317"/>
            </a:xfrm>
            <a:custGeom>
              <a:avLst/>
              <a:gdLst/>
              <a:ahLst/>
              <a:cxnLst/>
              <a:rect l="l" t="t" r="r" b="b"/>
              <a:pathLst>
                <a:path w="3211" h="1570" extrusionOk="0">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17" name="Google Shape;9517;p76"/>
            <p:cNvSpPr/>
            <p:nvPr/>
          </p:nvSpPr>
          <p:spPr>
            <a:xfrm>
              <a:off x="2183195" y="1635589"/>
              <a:ext cx="1534" cy="2390"/>
            </a:xfrm>
            <a:custGeom>
              <a:avLst/>
              <a:gdLst/>
              <a:ahLst/>
              <a:cxnLst/>
              <a:rect l="l" t="t" r="r" b="b"/>
              <a:pathLst>
                <a:path w="113" h="176" extrusionOk="0">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18" name="Google Shape;9518;p76"/>
            <p:cNvSpPr/>
            <p:nvPr/>
          </p:nvSpPr>
          <p:spPr>
            <a:xfrm>
              <a:off x="2161756" y="1626465"/>
              <a:ext cx="774" cy="394"/>
            </a:xfrm>
            <a:custGeom>
              <a:avLst/>
              <a:gdLst/>
              <a:ahLst/>
              <a:cxnLst/>
              <a:rect l="l" t="t" r="r" b="b"/>
              <a:pathLst>
                <a:path w="57" h="29" extrusionOk="0">
                  <a:moveTo>
                    <a:pt x="0" y="0"/>
                  </a:moveTo>
                  <a:cubicBezTo>
                    <a:pt x="18" y="11"/>
                    <a:pt x="35" y="18"/>
                    <a:pt x="56" y="28"/>
                  </a:cubicBezTo>
                  <a:cubicBezTo>
                    <a:pt x="35" y="18"/>
                    <a:pt x="18"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19" name="Google Shape;9519;p76"/>
            <p:cNvSpPr/>
            <p:nvPr/>
          </p:nvSpPr>
          <p:spPr>
            <a:xfrm>
              <a:off x="2162612" y="1626885"/>
              <a:ext cx="720" cy="299"/>
            </a:xfrm>
            <a:custGeom>
              <a:avLst/>
              <a:gdLst/>
              <a:ahLst/>
              <a:cxnLst/>
              <a:rect l="l" t="t" r="r" b="b"/>
              <a:pathLst>
                <a:path w="53" h="22" extrusionOk="0">
                  <a:moveTo>
                    <a:pt x="0" y="1"/>
                  </a:moveTo>
                  <a:lnTo>
                    <a:pt x="0" y="1"/>
                  </a:lnTo>
                  <a:cubicBezTo>
                    <a:pt x="18" y="11"/>
                    <a:pt x="39" y="18"/>
                    <a:pt x="53" y="22"/>
                  </a:cubicBezTo>
                  <a:cubicBezTo>
                    <a:pt x="39" y="18"/>
                    <a:pt x="18"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20" name="Google Shape;9520;p76"/>
            <p:cNvSpPr/>
            <p:nvPr/>
          </p:nvSpPr>
          <p:spPr>
            <a:xfrm>
              <a:off x="2183046" y="1635439"/>
              <a:ext cx="68" cy="68"/>
            </a:xfrm>
            <a:custGeom>
              <a:avLst/>
              <a:gdLst/>
              <a:ahLst/>
              <a:cxnLst/>
              <a:rect l="l" t="t" r="r" b="b"/>
              <a:pathLst>
                <a:path w="5" h="5" extrusionOk="0">
                  <a:moveTo>
                    <a:pt x="1" y="1"/>
                  </a:moveTo>
                  <a:lnTo>
                    <a:pt x="1" y="1"/>
                  </a:ln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21" name="Google Shape;9521;p76"/>
            <p:cNvSpPr/>
            <p:nvPr/>
          </p:nvSpPr>
          <p:spPr>
            <a:xfrm>
              <a:off x="2160711" y="1625894"/>
              <a:ext cx="815" cy="489"/>
            </a:xfrm>
            <a:custGeom>
              <a:avLst/>
              <a:gdLst/>
              <a:ahLst/>
              <a:cxnLst/>
              <a:rect l="l" t="t" r="r" b="b"/>
              <a:pathLst>
                <a:path w="60" h="36" extrusionOk="0">
                  <a:moveTo>
                    <a:pt x="0" y="0"/>
                  </a:moveTo>
                  <a:cubicBezTo>
                    <a:pt x="21" y="11"/>
                    <a:pt x="42" y="25"/>
                    <a:pt x="60" y="35"/>
                  </a:cubicBezTo>
                  <a:cubicBezTo>
                    <a:pt x="42" y="25"/>
                    <a:pt x="21"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22" name="Google Shape;9522;p76"/>
            <p:cNvSpPr/>
            <p:nvPr/>
          </p:nvSpPr>
          <p:spPr>
            <a:xfrm>
              <a:off x="2159801" y="1625270"/>
              <a:ext cx="869" cy="584"/>
            </a:xfrm>
            <a:custGeom>
              <a:avLst/>
              <a:gdLst/>
              <a:ahLst/>
              <a:cxnLst/>
              <a:rect l="l" t="t" r="r" b="b"/>
              <a:pathLst>
                <a:path w="64" h="43" extrusionOk="0">
                  <a:moveTo>
                    <a:pt x="1" y="1"/>
                  </a:moveTo>
                  <a:cubicBezTo>
                    <a:pt x="22" y="15"/>
                    <a:pt x="43" y="29"/>
                    <a:pt x="64" y="43"/>
                  </a:cubicBezTo>
                  <a:cubicBezTo>
                    <a:pt x="43" y="29"/>
                    <a:pt x="22" y="1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23" name="Google Shape;9523;p76"/>
            <p:cNvSpPr/>
            <p:nvPr/>
          </p:nvSpPr>
          <p:spPr>
            <a:xfrm>
              <a:off x="2166359" y="1644333"/>
              <a:ext cx="204" cy="163"/>
            </a:xfrm>
            <a:custGeom>
              <a:avLst/>
              <a:gdLst/>
              <a:ahLst/>
              <a:cxnLst/>
              <a:rect l="l" t="t" r="r" b="b"/>
              <a:pathLst>
                <a:path w="15" h="12" extrusionOk="0">
                  <a:moveTo>
                    <a:pt x="1" y="1"/>
                  </a:moveTo>
                  <a:cubicBezTo>
                    <a:pt x="8" y="4"/>
                    <a:pt x="11" y="8"/>
                    <a:pt x="15" y="11"/>
                  </a:cubicBezTo>
                  <a:cubicBezTo>
                    <a:pt x="11" y="8"/>
                    <a:pt x="8"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24" name="Google Shape;9524;p76"/>
            <p:cNvSpPr/>
            <p:nvPr/>
          </p:nvSpPr>
          <p:spPr>
            <a:xfrm>
              <a:off x="2156855" y="1646478"/>
              <a:ext cx="163" cy="54"/>
            </a:xfrm>
            <a:custGeom>
              <a:avLst/>
              <a:gdLst/>
              <a:ahLst/>
              <a:cxnLst/>
              <a:rect l="l" t="t" r="r" b="b"/>
              <a:pathLst>
                <a:path w="12" h="4" extrusionOk="0">
                  <a:moveTo>
                    <a:pt x="1"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25" name="Google Shape;9525;p76"/>
            <p:cNvSpPr/>
            <p:nvPr/>
          </p:nvSpPr>
          <p:spPr>
            <a:xfrm>
              <a:off x="2157045" y="1646423"/>
              <a:ext cx="163" cy="68"/>
            </a:xfrm>
            <a:custGeom>
              <a:avLst/>
              <a:gdLst/>
              <a:ahLst/>
              <a:cxnLst/>
              <a:rect l="l" t="t" r="r" b="b"/>
              <a:pathLst>
                <a:path w="12" h="5" extrusionOk="0">
                  <a:moveTo>
                    <a:pt x="1" y="4"/>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26" name="Google Shape;9526;p76"/>
            <p:cNvSpPr/>
            <p:nvPr/>
          </p:nvSpPr>
          <p:spPr>
            <a:xfrm>
              <a:off x="2156570" y="1646518"/>
              <a:ext cx="204" cy="68"/>
            </a:xfrm>
            <a:custGeom>
              <a:avLst/>
              <a:gdLst/>
              <a:ahLst/>
              <a:cxnLst/>
              <a:rect l="l" t="t" r="r" b="b"/>
              <a:pathLst>
                <a:path w="15" h="5" extrusionOk="0">
                  <a:moveTo>
                    <a:pt x="1" y="4"/>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27" name="Google Shape;9527;p76"/>
            <p:cNvSpPr/>
            <p:nvPr/>
          </p:nvSpPr>
          <p:spPr>
            <a:xfrm>
              <a:off x="2157384" y="1646233"/>
              <a:ext cx="149" cy="109"/>
            </a:xfrm>
            <a:custGeom>
              <a:avLst/>
              <a:gdLst/>
              <a:ahLst/>
              <a:cxnLst/>
              <a:rect l="l" t="t" r="r" b="b"/>
              <a:pathLst>
                <a:path w="11" h="8" extrusionOk="0">
                  <a:moveTo>
                    <a:pt x="0" y="8"/>
                  </a:moveTo>
                  <a:cubicBezTo>
                    <a:pt x="4" y="4"/>
                    <a:pt x="7" y="4"/>
                    <a:pt x="11" y="1"/>
                  </a:cubicBezTo>
                  <a:cubicBezTo>
                    <a:pt x="7" y="4"/>
                    <a:pt x="4" y="4"/>
                    <a:pt x="0"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28" name="Google Shape;9528;p76"/>
            <p:cNvSpPr/>
            <p:nvPr/>
          </p:nvSpPr>
          <p:spPr>
            <a:xfrm>
              <a:off x="2165028" y="1643531"/>
              <a:ext cx="1059" cy="584"/>
            </a:xfrm>
            <a:custGeom>
              <a:avLst/>
              <a:gdLst/>
              <a:ahLst/>
              <a:cxnLst/>
              <a:rect l="l" t="t" r="r" b="b"/>
              <a:pathLst>
                <a:path w="78" h="43" extrusionOk="0">
                  <a:moveTo>
                    <a:pt x="1" y="0"/>
                  </a:moveTo>
                  <a:cubicBezTo>
                    <a:pt x="29" y="11"/>
                    <a:pt x="53" y="25"/>
                    <a:pt x="78" y="42"/>
                  </a:cubicBezTo>
                  <a:cubicBezTo>
                    <a:pt x="53" y="25"/>
                    <a:pt x="29"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29" name="Google Shape;9529;p76"/>
            <p:cNvSpPr/>
            <p:nvPr/>
          </p:nvSpPr>
          <p:spPr>
            <a:xfrm>
              <a:off x="2157235" y="1646383"/>
              <a:ext cx="163" cy="54"/>
            </a:xfrm>
            <a:custGeom>
              <a:avLst/>
              <a:gdLst/>
              <a:ahLst/>
              <a:cxnLst/>
              <a:rect l="l" t="t" r="r" b="b"/>
              <a:pathLst>
                <a:path w="12" h="4" extrusionOk="0">
                  <a:moveTo>
                    <a:pt x="1"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30" name="Google Shape;9530;p76"/>
            <p:cNvSpPr/>
            <p:nvPr/>
          </p:nvSpPr>
          <p:spPr>
            <a:xfrm>
              <a:off x="2160561" y="1642432"/>
              <a:ext cx="1303" cy="204"/>
            </a:xfrm>
            <a:custGeom>
              <a:avLst/>
              <a:gdLst/>
              <a:ahLst/>
              <a:cxnLst/>
              <a:rect l="l" t="t" r="r" b="b"/>
              <a:pathLst>
                <a:path w="96" h="15" extrusionOk="0">
                  <a:moveTo>
                    <a:pt x="1" y="1"/>
                  </a:moveTo>
                  <a:cubicBezTo>
                    <a:pt x="25" y="4"/>
                    <a:pt x="60" y="8"/>
                    <a:pt x="95" y="15"/>
                  </a:cubicBezTo>
                  <a:cubicBezTo>
                    <a:pt x="60" y="8"/>
                    <a:pt x="29"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31" name="Google Shape;9531;p76"/>
            <p:cNvSpPr/>
            <p:nvPr/>
          </p:nvSpPr>
          <p:spPr>
            <a:xfrm>
              <a:off x="2164458" y="1643287"/>
              <a:ext cx="489" cy="204"/>
            </a:xfrm>
            <a:custGeom>
              <a:avLst/>
              <a:gdLst/>
              <a:ahLst/>
              <a:cxnLst/>
              <a:rect l="l" t="t" r="r" b="b"/>
              <a:pathLst>
                <a:path w="36" h="15" extrusionOk="0">
                  <a:moveTo>
                    <a:pt x="1" y="1"/>
                  </a:moveTo>
                  <a:cubicBezTo>
                    <a:pt x="15" y="4"/>
                    <a:pt x="25" y="8"/>
                    <a:pt x="36" y="15"/>
                  </a:cubicBezTo>
                  <a:cubicBezTo>
                    <a:pt x="25" y="8"/>
                    <a:pt x="15"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32" name="Google Shape;9532;p76"/>
            <p:cNvSpPr/>
            <p:nvPr/>
          </p:nvSpPr>
          <p:spPr>
            <a:xfrm>
              <a:off x="2162136" y="1642676"/>
              <a:ext cx="2200" cy="584"/>
            </a:xfrm>
            <a:custGeom>
              <a:avLst/>
              <a:gdLst/>
              <a:ahLst/>
              <a:cxnLst/>
              <a:rect l="l" t="t" r="r" b="b"/>
              <a:pathLst>
                <a:path w="162" h="43" extrusionOk="0">
                  <a:moveTo>
                    <a:pt x="0" y="0"/>
                  </a:moveTo>
                  <a:cubicBezTo>
                    <a:pt x="56" y="7"/>
                    <a:pt x="109" y="21"/>
                    <a:pt x="161" y="42"/>
                  </a:cubicBezTo>
                  <a:cubicBezTo>
                    <a:pt x="109" y="21"/>
                    <a:pt x="56"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33" name="Google Shape;9533;p76"/>
            <p:cNvSpPr/>
            <p:nvPr/>
          </p:nvSpPr>
          <p:spPr>
            <a:xfrm>
              <a:off x="2156244" y="1646614"/>
              <a:ext cx="244" cy="14"/>
            </a:xfrm>
            <a:custGeom>
              <a:avLst/>
              <a:gdLst/>
              <a:ahLst/>
              <a:cxnLst/>
              <a:rect l="l" t="t" r="r" b="b"/>
              <a:pathLst>
                <a:path w="18" h="1" extrusionOk="0">
                  <a:moveTo>
                    <a:pt x="0" y="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34" name="Google Shape;9534;p76"/>
            <p:cNvSpPr/>
            <p:nvPr/>
          </p:nvSpPr>
          <p:spPr>
            <a:xfrm>
              <a:off x="2154628" y="1646614"/>
              <a:ext cx="1195" cy="54"/>
            </a:xfrm>
            <a:custGeom>
              <a:avLst/>
              <a:gdLst/>
              <a:ahLst/>
              <a:cxnLst/>
              <a:rect l="l" t="t" r="r" b="b"/>
              <a:pathLst>
                <a:path w="88" h="4" extrusionOk="0">
                  <a:moveTo>
                    <a:pt x="0" y="1"/>
                  </a:moveTo>
                  <a:cubicBezTo>
                    <a:pt x="16" y="2"/>
                    <a:pt x="32" y="3"/>
                    <a:pt x="47" y="3"/>
                  </a:cubicBezTo>
                  <a:cubicBezTo>
                    <a:pt x="61" y="3"/>
                    <a:pt x="75" y="2"/>
                    <a:pt x="8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35" name="Google Shape;9535;p76"/>
            <p:cNvSpPr/>
            <p:nvPr/>
          </p:nvSpPr>
          <p:spPr>
            <a:xfrm>
              <a:off x="2166984" y="1644903"/>
              <a:ext cx="2906" cy="1113"/>
            </a:xfrm>
            <a:custGeom>
              <a:avLst/>
              <a:gdLst/>
              <a:ahLst/>
              <a:cxnLst/>
              <a:rect l="l" t="t" r="r" b="b"/>
              <a:pathLst>
                <a:path w="214" h="82" extrusionOk="0">
                  <a:moveTo>
                    <a:pt x="214" y="67"/>
                  </a:moveTo>
                  <a:cubicBezTo>
                    <a:pt x="137" y="81"/>
                    <a:pt x="60" y="57"/>
                    <a:pt x="4" y="1"/>
                  </a:cubicBezTo>
                  <a:lnTo>
                    <a:pt x="0" y="1"/>
                  </a:lnTo>
                  <a:lnTo>
                    <a:pt x="4" y="1"/>
                  </a:lnTo>
                  <a:cubicBezTo>
                    <a:pt x="60" y="57"/>
                    <a:pt x="137" y="81"/>
                    <a:pt x="214" y="6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36" name="Google Shape;9536;p76"/>
            <p:cNvSpPr/>
            <p:nvPr/>
          </p:nvSpPr>
          <p:spPr>
            <a:xfrm>
              <a:off x="2154248" y="1646614"/>
              <a:ext cx="394" cy="14"/>
            </a:xfrm>
            <a:custGeom>
              <a:avLst/>
              <a:gdLst/>
              <a:ahLst/>
              <a:cxnLst/>
              <a:rect l="l" t="t" r="r" b="b"/>
              <a:pathLst>
                <a:path w="29" h="1" extrusionOk="0">
                  <a:moveTo>
                    <a:pt x="0" y="1"/>
                  </a:moveTo>
                  <a:lnTo>
                    <a:pt x="2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37" name="Google Shape;9537;p76"/>
            <p:cNvSpPr/>
            <p:nvPr/>
          </p:nvSpPr>
          <p:spPr>
            <a:xfrm>
              <a:off x="2153813" y="1646573"/>
              <a:ext cx="353" cy="54"/>
            </a:xfrm>
            <a:custGeom>
              <a:avLst/>
              <a:gdLst/>
              <a:ahLst/>
              <a:cxnLst/>
              <a:rect l="l" t="t" r="r" b="b"/>
              <a:pathLst>
                <a:path w="26" h="4" extrusionOk="0">
                  <a:moveTo>
                    <a:pt x="1" y="0"/>
                  </a:moveTo>
                  <a:lnTo>
                    <a:pt x="2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38" name="Google Shape;9538;p76"/>
            <p:cNvSpPr/>
            <p:nvPr/>
          </p:nvSpPr>
          <p:spPr>
            <a:xfrm>
              <a:off x="2153433" y="1646518"/>
              <a:ext cx="299" cy="68"/>
            </a:xfrm>
            <a:custGeom>
              <a:avLst/>
              <a:gdLst/>
              <a:ahLst/>
              <a:cxnLst/>
              <a:rect l="l" t="t" r="r" b="b"/>
              <a:pathLst>
                <a:path w="22" h="5" extrusionOk="0">
                  <a:moveTo>
                    <a:pt x="1" y="1"/>
                  </a:moveTo>
                  <a:lnTo>
                    <a:pt x="2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39" name="Google Shape;9539;p76"/>
            <p:cNvSpPr/>
            <p:nvPr/>
          </p:nvSpPr>
          <p:spPr>
            <a:xfrm>
              <a:off x="2171641" y="1645052"/>
              <a:ext cx="1100" cy="530"/>
            </a:xfrm>
            <a:custGeom>
              <a:avLst/>
              <a:gdLst/>
              <a:ahLst/>
              <a:cxnLst/>
              <a:rect l="l" t="t" r="r" b="b"/>
              <a:pathLst>
                <a:path w="81" h="39" extrusionOk="0">
                  <a:moveTo>
                    <a:pt x="81" y="39"/>
                  </a:moveTo>
                  <a:lnTo>
                    <a:pt x="81" y="39"/>
                  </a:lnTo>
                  <a:lnTo>
                    <a:pt x="67" y="0"/>
                  </a:lnTo>
                  <a:lnTo>
                    <a:pt x="0" y="25"/>
                  </a:lnTo>
                  <a:lnTo>
                    <a:pt x="6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40" name="Google Shape;9540;p76"/>
            <p:cNvSpPr/>
            <p:nvPr/>
          </p:nvSpPr>
          <p:spPr>
            <a:xfrm>
              <a:off x="2152958" y="1646478"/>
              <a:ext cx="353" cy="54"/>
            </a:xfrm>
            <a:custGeom>
              <a:avLst/>
              <a:gdLst/>
              <a:ahLst/>
              <a:cxnLst/>
              <a:rect l="l" t="t" r="r" b="b"/>
              <a:pathLst>
                <a:path w="26" h="4" extrusionOk="0">
                  <a:moveTo>
                    <a:pt x="1" y="0"/>
                  </a:moveTo>
                  <a:lnTo>
                    <a:pt x="2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41" name="Google Shape;9541;p76"/>
            <p:cNvSpPr/>
            <p:nvPr/>
          </p:nvSpPr>
          <p:spPr>
            <a:xfrm>
              <a:off x="2155864" y="1646614"/>
              <a:ext cx="299" cy="14"/>
            </a:xfrm>
            <a:custGeom>
              <a:avLst/>
              <a:gdLst/>
              <a:ahLst/>
              <a:cxnLst/>
              <a:rect l="l" t="t" r="r" b="b"/>
              <a:pathLst>
                <a:path w="22" h="1" extrusionOk="0">
                  <a:moveTo>
                    <a:pt x="0" y="1"/>
                  </a:moveTo>
                  <a:lnTo>
                    <a:pt x="2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42" name="Google Shape;9542;p76"/>
            <p:cNvSpPr/>
            <p:nvPr/>
          </p:nvSpPr>
          <p:spPr>
            <a:xfrm>
              <a:off x="2152768" y="1646423"/>
              <a:ext cx="109" cy="14"/>
            </a:xfrm>
            <a:custGeom>
              <a:avLst/>
              <a:gdLst/>
              <a:ahLst/>
              <a:cxnLst/>
              <a:rect l="l" t="t" r="r" b="b"/>
              <a:pathLst>
                <a:path w="8" h="1" extrusionOk="0">
                  <a:moveTo>
                    <a:pt x="1" y="1"/>
                  </a:moveTo>
                  <a:lnTo>
                    <a:pt x="1" y="1"/>
                  </a:ln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43" name="Google Shape;9543;p76"/>
            <p:cNvSpPr/>
            <p:nvPr/>
          </p:nvSpPr>
          <p:spPr>
            <a:xfrm>
              <a:off x="2173637" y="1639417"/>
              <a:ext cx="38709" cy="14569"/>
            </a:xfrm>
            <a:custGeom>
              <a:avLst/>
              <a:gdLst/>
              <a:ahLst/>
              <a:cxnLst/>
              <a:rect l="l" t="t" r="r" b="b"/>
              <a:pathLst>
                <a:path w="2851" h="1073" extrusionOk="0">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44" name="Google Shape;9544;p76"/>
            <p:cNvSpPr/>
            <p:nvPr/>
          </p:nvSpPr>
          <p:spPr>
            <a:xfrm>
              <a:off x="2211667" y="1642866"/>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45" name="Google Shape;9545;p76"/>
            <p:cNvSpPr/>
            <p:nvPr/>
          </p:nvSpPr>
          <p:spPr>
            <a:xfrm>
              <a:off x="2209332" y="1642147"/>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46" name="Google Shape;9546;p76"/>
            <p:cNvSpPr/>
            <p:nvPr/>
          </p:nvSpPr>
          <p:spPr>
            <a:xfrm>
              <a:off x="2200343" y="1640341"/>
              <a:ext cx="3014" cy="489"/>
            </a:xfrm>
            <a:custGeom>
              <a:avLst/>
              <a:gdLst/>
              <a:ahLst/>
              <a:cxnLst/>
              <a:rect l="l" t="t" r="r" b="b"/>
              <a:pathLst>
                <a:path w="222" h="36" extrusionOk="0">
                  <a:moveTo>
                    <a:pt x="222" y="32"/>
                  </a:moveTo>
                  <a:cubicBezTo>
                    <a:pt x="145" y="36"/>
                    <a:pt x="71" y="25"/>
                    <a:pt x="1" y="1"/>
                  </a:cubicBezTo>
                  <a:cubicBezTo>
                    <a:pt x="71" y="25"/>
                    <a:pt x="145" y="36"/>
                    <a:pt x="222"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47" name="Google Shape;9547;p76"/>
            <p:cNvSpPr/>
            <p:nvPr/>
          </p:nvSpPr>
          <p:spPr>
            <a:xfrm>
              <a:off x="2212088" y="1642961"/>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48" name="Google Shape;9548;p76"/>
            <p:cNvSpPr/>
            <p:nvPr/>
          </p:nvSpPr>
          <p:spPr>
            <a:xfrm>
              <a:off x="2209807" y="1642337"/>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49" name="Google Shape;9549;p76"/>
            <p:cNvSpPr/>
            <p:nvPr/>
          </p:nvSpPr>
          <p:spPr>
            <a:xfrm>
              <a:off x="2209481" y="1642201"/>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50" name="Google Shape;9550;p76"/>
            <p:cNvSpPr/>
            <p:nvPr/>
          </p:nvSpPr>
          <p:spPr>
            <a:xfrm>
              <a:off x="2209576" y="1642242"/>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51" name="Google Shape;9551;p76"/>
            <p:cNvSpPr/>
            <p:nvPr/>
          </p:nvSpPr>
          <p:spPr>
            <a:xfrm>
              <a:off x="2209291" y="1642051"/>
              <a:ext cx="14" cy="14"/>
            </a:xfrm>
            <a:custGeom>
              <a:avLst/>
              <a:gdLst/>
              <a:ahLst/>
              <a:cxnLst/>
              <a:rect l="l" t="t" r="r" b="b"/>
              <a:pathLst>
                <a:path w="1"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52" name="Google Shape;9552;p76"/>
            <p:cNvSpPr/>
            <p:nvPr/>
          </p:nvSpPr>
          <p:spPr>
            <a:xfrm>
              <a:off x="2209956" y="1642432"/>
              <a:ext cx="109" cy="68"/>
            </a:xfrm>
            <a:custGeom>
              <a:avLst/>
              <a:gdLst/>
              <a:ahLst/>
              <a:cxnLst/>
              <a:rect l="l" t="t" r="r" b="b"/>
              <a:pathLst>
                <a:path w="8" h="5" extrusionOk="0">
                  <a:moveTo>
                    <a:pt x="0" y="1"/>
                  </a:moveTo>
                  <a:lnTo>
                    <a:pt x="7"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53" name="Google Shape;9553;p76"/>
            <p:cNvSpPr/>
            <p:nvPr/>
          </p:nvSpPr>
          <p:spPr>
            <a:xfrm>
              <a:off x="2185802" y="1639390"/>
              <a:ext cx="353" cy="258"/>
            </a:xfrm>
            <a:custGeom>
              <a:avLst/>
              <a:gdLst/>
              <a:ahLst/>
              <a:cxnLst/>
              <a:rect l="l" t="t" r="r" b="b"/>
              <a:pathLst>
                <a:path w="26" h="19" extrusionOk="0">
                  <a:moveTo>
                    <a:pt x="25" y="18"/>
                  </a:moveTo>
                  <a:cubicBezTo>
                    <a:pt x="18" y="11"/>
                    <a:pt x="8" y="8"/>
                    <a:pt x="1" y="1"/>
                  </a:cubicBezTo>
                  <a:lnTo>
                    <a:pt x="1" y="1"/>
                  </a:lnTo>
                  <a:cubicBezTo>
                    <a:pt x="8" y="8"/>
                    <a:pt x="18" y="11"/>
                    <a:pt x="25"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54" name="Google Shape;9554;p76"/>
            <p:cNvSpPr/>
            <p:nvPr/>
          </p:nvSpPr>
          <p:spPr>
            <a:xfrm>
              <a:off x="2209196" y="164201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55" name="Google Shape;9555;p76"/>
            <p:cNvSpPr/>
            <p:nvPr/>
          </p:nvSpPr>
          <p:spPr>
            <a:xfrm>
              <a:off x="2210187" y="1642486"/>
              <a:ext cx="109" cy="54"/>
            </a:xfrm>
            <a:custGeom>
              <a:avLst/>
              <a:gdLst/>
              <a:ahLst/>
              <a:cxnLst/>
              <a:rect l="l" t="t" r="r" b="b"/>
              <a:pathLst>
                <a:path w="8" h="4" extrusionOk="0">
                  <a:moveTo>
                    <a:pt x="1" y="0"/>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56" name="Google Shape;9556;p76"/>
            <p:cNvSpPr/>
            <p:nvPr/>
          </p:nvSpPr>
          <p:spPr>
            <a:xfrm>
              <a:off x="2210472" y="1642581"/>
              <a:ext cx="109" cy="54"/>
            </a:xfrm>
            <a:custGeom>
              <a:avLst/>
              <a:gdLst/>
              <a:ahLst/>
              <a:cxnLst/>
              <a:rect l="l" t="t" r="r" b="b"/>
              <a:pathLst>
                <a:path w="8" h="4" extrusionOk="0">
                  <a:moveTo>
                    <a:pt x="1" y="0"/>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57" name="Google Shape;9557;p76"/>
            <p:cNvSpPr/>
            <p:nvPr/>
          </p:nvSpPr>
          <p:spPr>
            <a:xfrm>
              <a:off x="2198062" y="1640056"/>
              <a:ext cx="2295" cy="299"/>
            </a:xfrm>
            <a:custGeom>
              <a:avLst/>
              <a:gdLst/>
              <a:ahLst/>
              <a:cxnLst/>
              <a:rect l="l" t="t" r="r" b="b"/>
              <a:pathLst>
                <a:path w="169" h="22" extrusionOk="0">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58" name="Google Shape;9558;p76"/>
            <p:cNvSpPr/>
            <p:nvPr/>
          </p:nvSpPr>
          <p:spPr>
            <a:xfrm>
              <a:off x="2210757" y="1642676"/>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59" name="Google Shape;9559;p76"/>
            <p:cNvSpPr/>
            <p:nvPr/>
          </p:nvSpPr>
          <p:spPr>
            <a:xfrm>
              <a:off x="2173501" y="1647713"/>
              <a:ext cx="2145" cy="4195"/>
            </a:xfrm>
            <a:custGeom>
              <a:avLst/>
              <a:gdLst/>
              <a:ahLst/>
              <a:cxnLst/>
              <a:rect l="l" t="t" r="r" b="b"/>
              <a:pathLst>
                <a:path w="158" h="309" extrusionOk="0">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60" name="Google Shape;9560;p76"/>
            <p:cNvSpPr/>
            <p:nvPr/>
          </p:nvSpPr>
          <p:spPr>
            <a:xfrm>
              <a:off x="2208286" y="1648379"/>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61" name="Google Shape;9561;p76"/>
            <p:cNvSpPr/>
            <p:nvPr/>
          </p:nvSpPr>
          <p:spPr>
            <a:xfrm>
              <a:off x="2208191" y="164832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62" name="Google Shape;9562;p76"/>
            <p:cNvSpPr/>
            <p:nvPr/>
          </p:nvSpPr>
          <p:spPr>
            <a:xfrm>
              <a:off x="2209956" y="1649085"/>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63" name="Google Shape;9563;p76"/>
            <p:cNvSpPr/>
            <p:nvPr/>
          </p:nvSpPr>
          <p:spPr>
            <a:xfrm>
              <a:off x="2209427" y="1648895"/>
              <a:ext cx="109" cy="68"/>
            </a:xfrm>
            <a:custGeom>
              <a:avLst/>
              <a:gdLst/>
              <a:ahLst/>
              <a:cxnLst/>
              <a:rect l="l" t="t" r="r" b="b"/>
              <a:pathLst>
                <a:path w="8" h="5" extrusionOk="0">
                  <a:moveTo>
                    <a:pt x="1" y="1"/>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64" name="Google Shape;9564;p76"/>
            <p:cNvSpPr/>
            <p:nvPr/>
          </p:nvSpPr>
          <p:spPr>
            <a:xfrm>
              <a:off x="2208381" y="1648474"/>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65" name="Google Shape;9565;p76"/>
            <p:cNvSpPr/>
            <p:nvPr/>
          </p:nvSpPr>
          <p:spPr>
            <a:xfrm>
              <a:off x="2175632" y="1651895"/>
              <a:ext cx="638" cy="774"/>
            </a:xfrm>
            <a:custGeom>
              <a:avLst/>
              <a:gdLst/>
              <a:ahLst/>
              <a:cxnLst/>
              <a:rect l="l" t="t" r="r" b="b"/>
              <a:pathLst>
                <a:path w="47" h="57" extrusionOk="0">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66" name="Google Shape;9566;p76"/>
            <p:cNvSpPr/>
            <p:nvPr/>
          </p:nvSpPr>
          <p:spPr>
            <a:xfrm>
              <a:off x="2208531" y="1648514"/>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67" name="Google Shape;9567;p76"/>
            <p:cNvSpPr/>
            <p:nvPr/>
          </p:nvSpPr>
          <p:spPr>
            <a:xfrm>
              <a:off x="2208816" y="1648664"/>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68" name="Google Shape;9568;p76"/>
            <p:cNvSpPr/>
            <p:nvPr/>
          </p:nvSpPr>
          <p:spPr>
            <a:xfrm>
              <a:off x="2209047" y="1648800"/>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69" name="Google Shape;9569;p76"/>
            <p:cNvSpPr/>
            <p:nvPr/>
          </p:nvSpPr>
          <p:spPr>
            <a:xfrm>
              <a:off x="2175402" y="1651515"/>
              <a:ext cx="530" cy="720"/>
            </a:xfrm>
            <a:custGeom>
              <a:avLst/>
              <a:gdLst/>
              <a:ahLst/>
              <a:cxnLst/>
              <a:rect l="l" t="t" r="r" b="b"/>
              <a:pathLst>
                <a:path w="39" h="53" extrusionOk="0">
                  <a:moveTo>
                    <a:pt x="0" y="0"/>
                  </a:moveTo>
                  <a:lnTo>
                    <a:pt x="0" y="0"/>
                  </a:lnTo>
                  <a:cubicBezTo>
                    <a:pt x="14" y="21"/>
                    <a:pt x="25" y="35"/>
                    <a:pt x="39" y="53"/>
                  </a:cubicBezTo>
                  <a:lnTo>
                    <a:pt x="21" y="28"/>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70" name="Google Shape;9570;p76"/>
            <p:cNvSpPr/>
            <p:nvPr/>
          </p:nvSpPr>
          <p:spPr>
            <a:xfrm>
              <a:off x="2174492" y="1646328"/>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71" name="Google Shape;9571;p76"/>
            <p:cNvSpPr/>
            <p:nvPr/>
          </p:nvSpPr>
          <p:spPr>
            <a:xfrm>
              <a:off x="2174356" y="164647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72" name="Google Shape;9572;p76"/>
            <p:cNvSpPr/>
            <p:nvPr/>
          </p:nvSpPr>
          <p:spPr>
            <a:xfrm>
              <a:off x="2174166" y="164666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73" name="Google Shape;9573;p76"/>
            <p:cNvSpPr/>
            <p:nvPr/>
          </p:nvSpPr>
          <p:spPr>
            <a:xfrm>
              <a:off x="2174587" y="164623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74" name="Google Shape;9574;p76"/>
            <p:cNvSpPr/>
            <p:nvPr/>
          </p:nvSpPr>
          <p:spPr>
            <a:xfrm>
              <a:off x="2173732" y="164727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75" name="Google Shape;9575;p76"/>
            <p:cNvSpPr/>
            <p:nvPr/>
          </p:nvSpPr>
          <p:spPr>
            <a:xfrm>
              <a:off x="2173976" y="1646899"/>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76" name="Google Shape;9576;p76"/>
            <p:cNvSpPr/>
            <p:nvPr/>
          </p:nvSpPr>
          <p:spPr>
            <a:xfrm>
              <a:off x="2182910" y="1641345"/>
              <a:ext cx="339" cy="339"/>
            </a:xfrm>
            <a:custGeom>
              <a:avLst/>
              <a:gdLst/>
              <a:ahLst/>
              <a:cxnLst/>
              <a:rect l="l" t="t" r="r" b="b"/>
              <a:pathLst>
                <a:path w="25" h="25" extrusionOk="0">
                  <a:moveTo>
                    <a:pt x="25" y="0"/>
                  </a:moveTo>
                  <a:cubicBezTo>
                    <a:pt x="14" y="7"/>
                    <a:pt x="7" y="14"/>
                    <a:pt x="0" y="25"/>
                  </a:cubicBezTo>
                  <a:cubicBezTo>
                    <a:pt x="7" y="14"/>
                    <a:pt x="18" y="7"/>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77" name="Google Shape;9577;p76"/>
            <p:cNvSpPr/>
            <p:nvPr/>
          </p:nvSpPr>
          <p:spPr>
            <a:xfrm>
              <a:off x="2174682" y="164623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78" name="Google Shape;9578;p76"/>
            <p:cNvSpPr/>
            <p:nvPr/>
          </p:nvSpPr>
          <p:spPr>
            <a:xfrm>
              <a:off x="2185517" y="1639390"/>
              <a:ext cx="299" cy="163"/>
            </a:xfrm>
            <a:custGeom>
              <a:avLst/>
              <a:gdLst/>
              <a:ahLst/>
              <a:cxnLst/>
              <a:rect l="l" t="t" r="r" b="b"/>
              <a:pathLst>
                <a:path w="22" h="12" extrusionOk="0">
                  <a:moveTo>
                    <a:pt x="22" y="1"/>
                  </a:moveTo>
                  <a:lnTo>
                    <a:pt x="1" y="11"/>
                  </a:ln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79" name="Google Shape;9579;p76"/>
            <p:cNvSpPr/>
            <p:nvPr/>
          </p:nvSpPr>
          <p:spPr>
            <a:xfrm>
              <a:off x="2184906" y="1639635"/>
              <a:ext cx="489" cy="339"/>
            </a:xfrm>
            <a:custGeom>
              <a:avLst/>
              <a:gdLst/>
              <a:ahLst/>
              <a:cxnLst/>
              <a:rect l="l" t="t" r="r" b="b"/>
              <a:pathLst>
                <a:path w="36" h="25" extrusionOk="0">
                  <a:moveTo>
                    <a:pt x="0" y="25"/>
                  </a:moveTo>
                  <a:lnTo>
                    <a:pt x="3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80" name="Google Shape;9580;p76"/>
            <p:cNvSpPr/>
            <p:nvPr/>
          </p:nvSpPr>
          <p:spPr>
            <a:xfrm>
              <a:off x="2173501" y="1647713"/>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81" name="Google Shape;9581;p76"/>
            <p:cNvSpPr/>
            <p:nvPr/>
          </p:nvSpPr>
          <p:spPr>
            <a:xfrm>
              <a:off x="2184376" y="1640056"/>
              <a:ext cx="353" cy="299"/>
            </a:xfrm>
            <a:custGeom>
              <a:avLst/>
              <a:gdLst/>
              <a:ahLst/>
              <a:cxnLst/>
              <a:rect l="l" t="t" r="r" b="b"/>
              <a:pathLst>
                <a:path w="26" h="22" extrusionOk="0">
                  <a:moveTo>
                    <a:pt x="1" y="22"/>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82" name="Google Shape;9582;p76"/>
            <p:cNvSpPr/>
            <p:nvPr/>
          </p:nvSpPr>
          <p:spPr>
            <a:xfrm>
              <a:off x="2182380" y="1641821"/>
              <a:ext cx="394" cy="489"/>
            </a:xfrm>
            <a:custGeom>
              <a:avLst/>
              <a:gdLst/>
              <a:ahLst/>
              <a:cxnLst/>
              <a:rect l="l" t="t" r="r" b="b"/>
              <a:pathLst>
                <a:path w="29" h="36" extrusionOk="0">
                  <a:moveTo>
                    <a:pt x="1" y="35"/>
                  </a:moveTo>
                  <a:cubicBezTo>
                    <a:pt x="11" y="25"/>
                    <a:pt x="22" y="11"/>
                    <a:pt x="29" y="0"/>
                  </a:cubicBezTo>
                  <a:cubicBezTo>
                    <a:pt x="22" y="11"/>
                    <a:pt x="11" y="25"/>
                    <a:pt x="1" y="3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83" name="Google Shape;9583;p76"/>
            <p:cNvSpPr/>
            <p:nvPr/>
          </p:nvSpPr>
          <p:spPr>
            <a:xfrm>
              <a:off x="2183860" y="1640490"/>
              <a:ext cx="339" cy="244"/>
            </a:xfrm>
            <a:custGeom>
              <a:avLst/>
              <a:gdLst/>
              <a:ahLst/>
              <a:cxnLst/>
              <a:rect l="l" t="t" r="r" b="b"/>
              <a:pathLst>
                <a:path w="25" h="18" extrusionOk="0">
                  <a:moveTo>
                    <a:pt x="0" y="18"/>
                  </a:move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84" name="Google Shape;9584;p76"/>
            <p:cNvSpPr/>
            <p:nvPr/>
          </p:nvSpPr>
          <p:spPr>
            <a:xfrm>
              <a:off x="2183385" y="1640911"/>
              <a:ext cx="339" cy="258"/>
            </a:xfrm>
            <a:custGeom>
              <a:avLst/>
              <a:gdLst/>
              <a:ahLst/>
              <a:cxnLst/>
              <a:rect l="l" t="t" r="r" b="b"/>
              <a:pathLst>
                <a:path w="25" h="19" extrusionOk="0">
                  <a:moveTo>
                    <a:pt x="0" y="18"/>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85" name="Google Shape;9585;p76"/>
            <p:cNvSpPr/>
            <p:nvPr/>
          </p:nvSpPr>
          <p:spPr>
            <a:xfrm>
              <a:off x="2173501" y="1647754"/>
              <a:ext cx="14" cy="14"/>
            </a:xfrm>
            <a:custGeom>
              <a:avLst/>
              <a:gdLst/>
              <a:ahLst/>
              <a:cxnLst/>
              <a:rect l="l" t="t" r="r" b="b"/>
              <a:pathLst>
                <a:path w="1"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86" name="Google Shape;9586;p76"/>
            <p:cNvSpPr/>
            <p:nvPr/>
          </p:nvSpPr>
          <p:spPr>
            <a:xfrm>
              <a:off x="1977808" y="1708880"/>
              <a:ext cx="22865" cy="43584"/>
            </a:xfrm>
            <a:custGeom>
              <a:avLst/>
              <a:gdLst/>
              <a:ahLst/>
              <a:cxnLst/>
              <a:rect l="l" t="t" r="r" b="b"/>
              <a:pathLst>
                <a:path w="1684" h="3210" extrusionOk="0">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87" name="Google Shape;9587;p76"/>
            <p:cNvSpPr/>
            <p:nvPr/>
          </p:nvSpPr>
          <p:spPr>
            <a:xfrm>
              <a:off x="2073964" y="1600939"/>
              <a:ext cx="27440" cy="23163"/>
            </a:xfrm>
            <a:custGeom>
              <a:avLst/>
              <a:gdLst/>
              <a:ahLst/>
              <a:cxnLst/>
              <a:rect l="l" t="t" r="r" b="b"/>
              <a:pathLst>
                <a:path w="2021" h="1706" extrusionOk="0">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88" name="Google Shape;9588;p76"/>
            <p:cNvSpPr/>
            <p:nvPr/>
          </p:nvSpPr>
          <p:spPr>
            <a:xfrm>
              <a:off x="2092647" y="1634489"/>
              <a:ext cx="2865" cy="4114"/>
            </a:xfrm>
            <a:custGeom>
              <a:avLst/>
              <a:gdLst/>
              <a:ahLst/>
              <a:cxnLst/>
              <a:rect l="l" t="t" r="r" b="b"/>
              <a:pathLst>
                <a:path w="211" h="303" extrusionOk="0">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89" name="Google Shape;9589;p76"/>
            <p:cNvSpPr/>
            <p:nvPr/>
          </p:nvSpPr>
          <p:spPr>
            <a:xfrm>
              <a:off x="2068873" y="1620273"/>
              <a:ext cx="26014" cy="18194"/>
            </a:xfrm>
            <a:custGeom>
              <a:avLst/>
              <a:gdLst/>
              <a:ahLst/>
              <a:cxnLst/>
              <a:rect l="l" t="t" r="r" b="b"/>
              <a:pathLst>
                <a:path w="1916" h="1340" extrusionOk="0">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90" name="Google Shape;9590;p76"/>
            <p:cNvSpPr/>
            <p:nvPr/>
          </p:nvSpPr>
          <p:spPr>
            <a:xfrm>
              <a:off x="2073244" y="1623043"/>
              <a:ext cx="258" cy="54"/>
            </a:xfrm>
            <a:custGeom>
              <a:avLst/>
              <a:gdLst/>
              <a:ahLst/>
              <a:cxnLst/>
              <a:rect l="l" t="t" r="r" b="b"/>
              <a:pathLst>
                <a:path w="19" h="4" extrusionOk="0">
                  <a:moveTo>
                    <a:pt x="1" y="0"/>
                  </a:moveTo>
                  <a:lnTo>
                    <a:pt x="1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91" name="Google Shape;9591;p76"/>
            <p:cNvSpPr/>
            <p:nvPr/>
          </p:nvSpPr>
          <p:spPr>
            <a:xfrm>
              <a:off x="2091547" y="1625134"/>
              <a:ext cx="543" cy="530"/>
            </a:xfrm>
            <a:custGeom>
              <a:avLst/>
              <a:gdLst/>
              <a:ahLst/>
              <a:cxnLst/>
              <a:rect l="l" t="t" r="r" b="b"/>
              <a:pathLst>
                <a:path w="40" h="39" extrusionOk="0">
                  <a:moveTo>
                    <a:pt x="1" y="0"/>
                  </a:moveTo>
                  <a:cubicBezTo>
                    <a:pt x="11" y="14"/>
                    <a:pt x="25" y="25"/>
                    <a:pt x="39" y="39"/>
                  </a:cubicBezTo>
                  <a:cubicBezTo>
                    <a:pt x="25" y="25"/>
                    <a:pt x="11"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92" name="Google Shape;9592;p76"/>
            <p:cNvSpPr/>
            <p:nvPr/>
          </p:nvSpPr>
          <p:spPr>
            <a:xfrm>
              <a:off x="2074480" y="162336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93" name="Google Shape;9593;p76"/>
            <p:cNvSpPr/>
            <p:nvPr/>
          </p:nvSpPr>
          <p:spPr>
            <a:xfrm>
              <a:off x="2072769" y="1622853"/>
              <a:ext cx="258" cy="109"/>
            </a:xfrm>
            <a:custGeom>
              <a:avLst/>
              <a:gdLst/>
              <a:ahLst/>
              <a:cxnLst/>
              <a:rect l="l" t="t" r="r" b="b"/>
              <a:pathLst>
                <a:path w="19" h="8" extrusionOk="0">
                  <a:moveTo>
                    <a:pt x="1" y="0"/>
                  </a:moveTo>
                  <a:lnTo>
                    <a:pt x="18"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94" name="Google Shape;9594;p76"/>
            <p:cNvSpPr/>
            <p:nvPr/>
          </p:nvSpPr>
          <p:spPr>
            <a:xfrm>
              <a:off x="2072253" y="1622609"/>
              <a:ext cx="299" cy="109"/>
            </a:xfrm>
            <a:custGeom>
              <a:avLst/>
              <a:gdLst/>
              <a:ahLst/>
              <a:cxnLst/>
              <a:rect l="l" t="t" r="r" b="b"/>
              <a:pathLst>
                <a:path w="22" h="8" extrusionOk="0">
                  <a:moveTo>
                    <a:pt x="0" y="1"/>
                  </a:moveTo>
                  <a:lnTo>
                    <a:pt x="2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95" name="Google Shape;9595;p76"/>
            <p:cNvSpPr/>
            <p:nvPr/>
          </p:nvSpPr>
          <p:spPr>
            <a:xfrm>
              <a:off x="2074005" y="1623274"/>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96" name="Google Shape;9596;p76"/>
            <p:cNvSpPr/>
            <p:nvPr/>
          </p:nvSpPr>
          <p:spPr>
            <a:xfrm>
              <a:off x="2073679" y="1623179"/>
              <a:ext cx="149" cy="68"/>
            </a:xfrm>
            <a:custGeom>
              <a:avLst/>
              <a:gdLst/>
              <a:ahLst/>
              <a:cxnLst/>
              <a:rect l="l" t="t" r="r" b="b"/>
              <a:pathLst>
                <a:path w="11" h="5" extrusionOk="0">
                  <a:moveTo>
                    <a:pt x="0" y="1"/>
                  </a:move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97" name="Google Shape;9597;p76"/>
            <p:cNvSpPr/>
            <p:nvPr/>
          </p:nvSpPr>
          <p:spPr>
            <a:xfrm>
              <a:off x="2074249" y="1623328"/>
              <a:ext cx="109" cy="14"/>
            </a:xfrm>
            <a:custGeom>
              <a:avLst/>
              <a:gdLst/>
              <a:ahLst/>
              <a:cxnLst/>
              <a:rect l="l" t="t" r="r" b="b"/>
              <a:pathLst>
                <a:path w="8" h="1" extrusionOk="0">
                  <a:moveTo>
                    <a:pt x="0" y="0"/>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98" name="Google Shape;9598;p76"/>
            <p:cNvSpPr/>
            <p:nvPr/>
          </p:nvSpPr>
          <p:spPr>
            <a:xfrm>
              <a:off x="2092212" y="1625745"/>
              <a:ext cx="638" cy="543"/>
            </a:xfrm>
            <a:custGeom>
              <a:avLst/>
              <a:gdLst/>
              <a:ahLst/>
              <a:cxnLst/>
              <a:rect l="l" t="t" r="r" b="b"/>
              <a:pathLst>
                <a:path w="47" h="40" extrusionOk="0">
                  <a:moveTo>
                    <a:pt x="1" y="1"/>
                  </a:moveTo>
                  <a:cubicBezTo>
                    <a:pt x="15" y="15"/>
                    <a:pt x="29" y="25"/>
                    <a:pt x="46" y="39"/>
                  </a:cubicBezTo>
                  <a:cubicBezTo>
                    <a:pt x="29" y="25"/>
                    <a:pt x="15" y="1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99" name="Google Shape;9599;p76"/>
            <p:cNvSpPr/>
            <p:nvPr/>
          </p:nvSpPr>
          <p:spPr>
            <a:xfrm>
              <a:off x="2091031" y="1635724"/>
              <a:ext cx="54" cy="204"/>
            </a:xfrm>
            <a:custGeom>
              <a:avLst/>
              <a:gdLst/>
              <a:ahLst/>
              <a:cxnLst/>
              <a:rect l="l" t="t" r="r" b="b"/>
              <a:pathLst>
                <a:path w="4" h="15" extrusionOk="0">
                  <a:moveTo>
                    <a:pt x="4"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00" name="Google Shape;9600;p76"/>
            <p:cNvSpPr/>
            <p:nvPr/>
          </p:nvSpPr>
          <p:spPr>
            <a:xfrm>
              <a:off x="2091167" y="1635208"/>
              <a:ext cx="109" cy="204"/>
            </a:xfrm>
            <a:custGeom>
              <a:avLst/>
              <a:gdLst/>
              <a:ahLst/>
              <a:cxnLst/>
              <a:rect l="l" t="t" r="r" b="b"/>
              <a:pathLst>
                <a:path w="8" h="15" extrusionOk="0">
                  <a:moveTo>
                    <a:pt x="8"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01" name="Google Shape;9601;p76"/>
            <p:cNvSpPr/>
            <p:nvPr/>
          </p:nvSpPr>
          <p:spPr>
            <a:xfrm>
              <a:off x="2091547" y="1634353"/>
              <a:ext cx="109" cy="149"/>
            </a:xfrm>
            <a:custGeom>
              <a:avLst/>
              <a:gdLst/>
              <a:ahLst/>
              <a:cxnLst/>
              <a:rect l="l" t="t" r="r" b="b"/>
              <a:pathLst>
                <a:path w="8" h="11" extrusionOk="0">
                  <a:moveTo>
                    <a:pt x="8"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02" name="Google Shape;9602;p76"/>
            <p:cNvSpPr/>
            <p:nvPr/>
          </p:nvSpPr>
          <p:spPr>
            <a:xfrm>
              <a:off x="2092362" y="1633213"/>
              <a:ext cx="109" cy="109"/>
            </a:xfrm>
            <a:custGeom>
              <a:avLst/>
              <a:gdLst/>
              <a:ahLst/>
              <a:cxnLst/>
              <a:rect l="l" t="t" r="r" b="b"/>
              <a:pathLst>
                <a:path w="8" h="8" extrusionOk="0">
                  <a:moveTo>
                    <a:pt x="7"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03" name="Google Shape;9603;p76"/>
            <p:cNvSpPr/>
            <p:nvPr/>
          </p:nvSpPr>
          <p:spPr>
            <a:xfrm>
              <a:off x="2092117" y="1633593"/>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04" name="Google Shape;9604;p76"/>
            <p:cNvSpPr/>
            <p:nvPr/>
          </p:nvSpPr>
          <p:spPr>
            <a:xfrm>
              <a:off x="2092647" y="1632927"/>
              <a:ext cx="109" cy="109"/>
            </a:xfrm>
            <a:custGeom>
              <a:avLst/>
              <a:gdLst/>
              <a:ahLst/>
              <a:cxnLst/>
              <a:rect l="l" t="t" r="r" b="b"/>
              <a:pathLst>
                <a:path w="8" h="8" extrusionOk="0">
                  <a:moveTo>
                    <a:pt x="0" y="7"/>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05" name="Google Shape;9605;p76"/>
            <p:cNvSpPr/>
            <p:nvPr/>
          </p:nvSpPr>
          <p:spPr>
            <a:xfrm>
              <a:off x="2091832" y="1633973"/>
              <a:ext cx="68" cy="109"/>
            </a:xfrm>
            <a:custGeom>
              <a:avLst/>
              <a:gdLst/>
              <a:ahLst/>
              <a:cxnLst/>
              <a:rect l="l" t="t" r="r" b="b"/>
              <a:pathLst>
                <a:path w="5" h="8" extrusionOk="0">
                  <a:moveTo>
                    <a:pt x="4"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06" name="Google Shape;9606;p76"/>
            <p:cNvSpPr/>
            <p:nvPr/>
          </p:nvSpPr>
          <p:spPr>
            <a:xfrm>
              <a:off x="2090746" y="1637734"/>
              <a:ext cx="14" cy="95"/>
            </a:xfrm>
            <a:custGeom>
              <a:avLst/>
              <a:gdLst/>
              <a:ahLst/>
              <a:cxnLst/>
              <a:rect l="l" t="t" r="r" b="b"/>
              <a:pathLst>
                <a:path w="1" h="7"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07" name="Google Shape;9607;p76"/>
            <p:cNvSpPr/>
            <p:nvPr/>
          </p:nvSpPr>
          <p:spPr>
            <a:xfrm>
              <a:off x="2093448" y="1632262"/>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08" name="Google Shape;9608;p76"/>
            <p:cNvSpPr/>
            <p:nvPr/>
          </p:nvSpPr>
          <p:spPr>
            <a:xfrm>
              <a:off x="2090936" y="1636254"/>
              <a:ext cx="54" cy="244"/>
            </a:xfrm>
            <a:custGeom>
              <a:avLst/>
              <a:gdLst/>
              <a:ahLst/>
              <a:cxnLst/>
              <a:rect l="l" t="t" r="r" b="b"/>
              <a:pathLst>
                <a:path w="4" h="18" extrusionOk="0">
                  <a:moveTo>
                    <a:pt x="4" y="0"/>
                  </a:moveTo>
                  <a:lnTo>
                    <a:pt x="4" y="0"/>
                  </a:lnTo>
                  <a:cubicBezTo>
                    <a:pt x="0" y="7"/>
                    <a:pt x="0" y="11"/>
                    <a:pt x="0" y="18"/>
                  </a:cubicBezTo>
                  <a:cubicBezTo>
                    <a:pt x="0" y="11"/>
                    <a:pt x="4"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09" name="Google Shape;9609;p76"/>
            <p:cNvSpPr/>
            <p:nvPr/>
          </p:nvSpPr>
          <p:spPr>
            <a:xfrm>
              <a:off x="2090841" y="1636919"/>
              <a:ext cx="14" cy="204"/>
            </a:xfrm>
            <a:custGeom>
              <a:avLst/>
              <a:gdLst/>
              <a:ahLst/>
              <a:cxnLst/>
              <a:rect l="l" t="t" r="r" b="b"/>
              <a:pathLst>
                <a:path w="1" h="15" extrusionOk="0">
                  <a:moveTo>
                    <a:pt x="0" y="0"/>
                  </a:moveTo>
                  <a:cubicBezTo>
                    <a:pt x="0" y="4"/>
                    <a:pt x="0" y="7"/>
                    <a:pt x="0" y="14"/>
                  </a:cubicBezTo>
                  <a:cubicBezTo>
                    <a:pt x="0" y="7"/>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10" name="Google Shape;9610;p76"/>
            <p:cNvSpPr/>
            <p:nvPr/>
          </p:nvSpPr>
          <p:spPr>
            <a:xfrm>
              <a:off x="2091357" y="1634774"/>
              <a:ext cx="109" cy="163"/>
            </a:xfrm>
            <a:custGeom>
              <a:avLst/>
              <a:gdLst/>
              <a:ahLst/>
              <a:cxnLst/>
              <a:rect l="l" t="t" r="r" b="b"/>
              <a:pathLst>
                <a:path w="8" h="12" extrusionOk="0">
                  <a:moveTo>
                    <a:pt x="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11" name="Google Shape;9611;p76"/>
            <p:cNvSpPr/>
            <p:nvPr/>
          </p:nvSpPr>
          <p:spPr>
            <a:xfrm>
              <a:off x="2093163" y="1632452"/>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12" name="Google Shape;9612;p76"/>
            <p:cNvSpPr/>
            <p:nvPr/>
          </p:nvSpPr>
          <p:spPr>
            <a:xfrm>
              <a:off x="2092878" y="1632683"/>
              <a:ext cx="163" cy="109"/>
            </a:xfrm>
            <a:custGeom>
              <a:avLst/>
              <a:gdLst/>
              <a:ahLst/>
              <a:cxnLst/>
              <a:rect l="l" t="t" r="r" b="b"/>
              <a:pathLst>
                <a:path w="12" h="8" extrusionOk="0">
                  <a:moveTo>
                    <a:pt x="1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13" name="Google Shape;9613;p76"/>
            <p:cNvSpPr/>
            <p:nvPr/>
          </p:nvSpPr>
          <p:spPr>
            <a:xfrm>
              <a:off x="2199162" y="1650755"/>
              <a:ext cx="65131" cy="41439"/>
            </a:xfrm>
            <a:custGeom>
              <a:avLst/>
              <a:gdLst/>
              <a:ahLst/>
              <a:cxnLst/>
              <a:rect l="l" t="t" r="r" b="b"/>
              <a:pathLst>
                <a:path w="4797" h="3052" extrusionOk="0">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14" name="Google Shape;9614;p76"/>
            <p:cNvSpPr/>
            <p:nvPr/>
          </p:nvSpPr>
          <p:spPr>
            <a:xfrm>
              <a:off x="2215795" y="1653321"/>
              <a:ext cx="353" cy="720"/>
            </a:xfrm>
            <a:custGeom>
              <a:avLst/>
              <a:gdLst/>
              <a:ahLst/>
              <a:cxnLst/>
              <a:rect l="l" t="t" r="r" b="b"/>
              <a:pathLst>
                <a:path w="26" h="53" extrusionOk="0">
                  <a:moveTo>
                    <a:pt x="1" y="53"/>
                  </a:moveTo>
                  <a:cubicBezTo>
                    <a:pt x="11" y="35"/>
                    <a:pt x="18" y="18"/>
                    <a:pt x="25" y="0"/>
                  </a:cubicBezTo>
                  <a:lnTo>
                    <a:pt x="25" y="0"/>
                  </a:lnTo>
                  <a:cubicBezTo>
                    <a:pt x="18" y="18"/>
                    <a:pt x="11" y="35"/>
                    <a:pt x="1" y="5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15" name="Google Shape;9615;p76"/>
            <p:cNvSpPr/>
            <p:nvPr/>
          </p:nvSpPr>
          <p:spPr>
            <a:xfrm>
              <a:off x="2214654" y="1654841"/>
              <a:ext cx="353" cy="244"/>
            </a:xfrm>
            <a:custGeom>
              <a:avLst/>
              <a:gdLst/>
              <a:ahLst/>
              <a:cxnLst/>
              <a:rect l="l" t="t" r="r" b="b"/>
              <a:pathLst>
                <a:path w="26" h="18" extrusionOk="0">
                  <a:moveTo>
                    <a:pt x="1" y="18"/>
                  </a:moveTo>
                  <a:lnTo>
                    <a:pt x="25" y="0"/>
                  </a:ln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16" name="Google Shape;9616;p76"/>
            <p:cNvSpPr/>
            <p:nvPr/>
          </p:nvSpPr>
          <p:spPr>
            <a:xfrm>
              <a:off x="2199108" y="1671623"/>
              <a:ext cx="774" cy="489"/>
            </a:xfrm>
            <a:custGeom>
              <a:avLst/>
              <a:gdLst/>
              <a:ahLst/>
              <a:cxnLst/>
              <a:rect l="l" t="t" r="r" b="b"/>
              <a:pathLst>
                <a:path w="57" h="36" extrusionOk="0">
                  <a:moveTo>
                    <a:pt x="57" y="0"/>
                  </a:moveTo>
                  <a:cubicBezTo>
                    <a:pt x="36" y="14"/>
                    <a:pt x="15" y="25"/>
                    <a:pt x="1" y="35"/>
                  </a:cubicBezTo>
                  <a:cubicBezTo>
                    <a:pt x="15" y="25"/>
                    <a:pt x="39" y="14"/>
                    <a:pt x="5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17" name="Google Shape;9617;p76"/>
            <p:cNvSpPr/>
            <p:nvPr/>
          </p:nvSpPr>
          <p:spPr>
            <a:xfrm>
              <a:off x="2215319" y="1654502"/>
              <a:ext cx="109" cy="68"/>
            </a:xfrm>
            <a:custGeom>
              <a:avLst/>
              <a:gdLst/>
              <a:ahLst/>
              <a:cxnLst/>
              <a:rect l="l" t="t" r="r" b="b"/>
              <a:pathLst>
                <a:path w="8" h="5" extrusionOk="0">
                  <a:moveTo>
                    <a:pt x="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18" name="Google Shape;9618;p76"/>
            <p:cNvSpPr/>
            <p:nvPr/>
          </p:nvSpPr>
          <p:spPr>
            <a:xfrm>
              <a:off x="2213948" y="1655127"/>
              <a:ext cx="679" cy="434"/>
            </a:xfrm>
            <a:custGeom>
              <a:avLst/>
              <a:gdLst/>
              <a:ahLst/>
              <a:cxnLst/>
              <a:rect l="l" t="t" r="r" b="b"/>
              <a:pathLst>
                <a:path w="50" h="32" extrusionOk="0">
                  <a:moveTo>
                    <a:pt x="49" y="0"/>
                  </a:moveTo>
                  <a:lnTo>
                    <a:pt x="0"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19" name="Google Shape;9619;p76"/>
            <p:cNvSpPr/>
            <p:nvPr/>
          </p:nvSpPr>
          <p:spPr>
            <a:xfrm>
              <a:off x="2215659" y="1654122"/>
              <a:ext cx="109" cy="163"/>
            </a:xfrm>
            <a:custGeom>
              <a:avLst/>
              <a:gdLst/>
              <a:ahLst/>
              <a:cxnLst/>
              <a:rect l="l" t="t" r="r" b="b"/>
              <a:pathLst>
                <a:path w="8" h="12" extrusionOk="0">
                  <a:moveTo>
                    <a:pt x="7"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20" name="Google Shape;9620;p76"/>
            <p:cNvSpPr/>
            <p:nvPr/>
          </p:nvSpPr>
          <p:spPr>
            <a:xfrm>
              <a:off x="2245977" y="1649234"/>
              <a:ext cx="20746" cy="26205"/>
            </a:xfrm>
            <a:custGeom>
              <a:avLst/>
              <a:gdLst/>
              <a:ahLst/>
              <a:cxnLst/>
              <a:rect l="l" t="t" r="r" b="b"/>
              <a:pathLst>
                <a:path w="1528" h="1930" extrusionOk="0">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21" name="Google Shape;9621;p76"/>
            <p:cNvSpPr/>
            <p:nvPr/>
          </p:nvSpPr>
          <p:spPr>
            <a:xfrm>
              <a:off x="2249548" y="1656498"/>
              <a:ext cx="149" cy="204"/>
            </a:xfrm>
            <a:custGeom>
              <a:avLst/>
              <a:gdLst/>
              <a:ahLst/>
              <a:cxnLst/>
              <a:rect l="l" t="t" r="r" b="b"/>
              <a:pathLst>
                <a:path w="11" h="15" extrusionOk="0">
                  <a:moveTo>
                    <a:pt x="11"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22" name="Google Shape;9622;p76"/>
            <p:cNvSpPr/>
            <p:nvPr/>
          </p:nvSpPr>
          <p:spPr>
            <a:xfrm>
              <a:off x="2249304" y="1656172"/>
              <a:ext cx="163" cy="204"/>
            </a:xfrm>
            <a:custGeom>
              <a:avLst/>
              <a:gdLst/>
              <a:ahLst/>
              <a:cxnLst/>
              <a:rect l="l" t="t" r="r" b="b"/>
              <a:pathLst>
                <a:path w="12" h="15" extrusionOk="0">
                  <a:moveTo>
                    <a:pt x="11"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23" name="Google Shape;9623;p76"/>
            <p:cNvSpPr/>
            <p:nvPr/>
          </p:nvSpPr>
          <p:spPr>
            <a:xfrm>
              <a:off x="2254776" y="1673714"/>
              <a:ext cx="204" cy="584"/>
            </a:xfrm>
            <a:custGeom>
              <a:avLst/>
              <a:gdLst/>
              <a:ahLst/>
              <a:cxnLst/>
              <a:rect l="l" t="t" r="r" b="b"/>
              <a:pathLst>
                <a:path w="15" h="43" extrusionOk="0">
                  <a:moveTo>
                    <a:pt x="0" y="0"/>
                  </a:moveTo>
                  <a:cubicBezTo>
                    <a:pt x="4" y="18"/>
                    <a:pt x="11" y="32"/>
                    <a:pt x="14" y="42"/>
                  </a:cubicBezTo>
                  <a:cubicBezTo>
                    <a:pt x="11" y="28"/>
                    <a:pt x="7" y="18"/>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24" name="Google Shape;9624;p76"/>
            <p:cNvSpPr/>
            <p:nvPr/>
          </p:nvSpPr>
          <p:spPr>
            <a:xfrm>
              <a:off x="2254626" y="1673144"/>
              <a:ext cx="163" cy="625"/>
            </a:xfrm>
            <a:custGeom>
              <a:avLst/>
              <a:gdLst/>
              <a:ahLst/>
              <a:cxnLst/>
              <a:rect l="l" t="t" r="r" b="b"/>
              <a:pathLst>
                <a:path w="12" h="46" extrusionOk="0">
                  <a:moveTo>
                    <a:pt x="1" y="0"/>
                  </a:moveTo>
                  <a:lnTo>
                    <a:pt x="1" y="0"/>
                  </a:lnTo>
                  <a:cubicBezTo>
                    <a:pt x="4" y="14"/>
                    <a:pt x="8" y="32"/>
                    <a:pt x="11" y="46"/>
                  </a:cubicBezTo>
                  <a:cubicBezTo>
                    <a:pt x="8" y="28"/>
                    <a:pt x="4"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25" name="Google Shape;9625;p76"/>
            <p:cNvSpPr/>
            <p:nvPr/>
          </p:nvSpPr>
          <p:spPr>
            <a:xfrm>
              <a:off x="2255251" y="1674950"/>
              <a:ext cx="244" cy="434"/>
            </a:xfrm>
            <a:custGeom>
              <a:avLst/>
              <a:gdLst/>
              <a:ahLst/>
              <a:cxnLst/>
              <a:rect l="l" t="t" r="r" b="b"/>
              <a:pathLst>
                <a:path w="18" h="32" extrusionOk="0">
                  <a:moveTo>
                    <a:pt x="1" y="0"/>
                  </a:moveTo>
                  <a:lnTo>
                    <a:pt x="1" y="0"/>
                  </a:lnTo>
                  <a:cubicBezTo>
                    <a:pt x="7" y="14"/>
                    <a:pt x="11" y="25"/>
                    <a:pt x="18" y="32"/>
                  </a:cubicBezTo>
                  <a:cubicBezTo>
                    <a:pt x="11" y="21"/>
                    <a:pt x="7"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26" name="Google Shape;9626;p76"/>
            <p:cNvSpPr/>
            <p:nvPr/>
          </p:nvSpPr>
          <p:spPr>
            <a:xfrm>
              <a:off x="2254531" y="1672479"/>
              <a:ext cx="109" cy="489"/>
            </a:xfrm>
            <a:custGeom>
              <a:avLst/>
              <a:gdLst/>
              <a:ahLst/>
              <a:cxnLst/>
              <a:rect l="l" t="t" r="r" b="b"/>
              <a:pathLst>
                <a:path w="8" h="36" extrusionOk="0">
                  <a:moveTo>
                    <a:pt x="1" y="0"/>
                  </a:moveTo>
                  <a:cubicBezTo>
                    <a:pt x="1" y="11"/>
                    <a:pt x="4" y="25"/>
                    <a:pt x="8" y="35"/>
                  </a:cubicBezTo>
                  <a:cubicBezTo>
                    <a:pt x="4" y="25"/>
                    <a:pt x="4"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27" name="Google Shape;9627;p76"/>
            <p:cNvSpPr/>
            <p:nvPr/>
          </p:nvSpPr>
          <p:spPr>
            <a:xfrm>
              <a:off x="2250119" y="1657313"/>
              <a:ext cx="149" cy="204"/>
            </a:xfrm>
            <a:custGeom>
              <a:avLst/>
              <a:gdLst/>
              <a:ahLst/>
              <a:cxnLst/>
              <a:rect l="l" t="t" r="r" b="b"/>
              <a:pathLst>
                <a:path w="11" h="15" extrusionOk="0">
                  <a:moveTo>
                    <a:pt x="11"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28" name="Google Shape;9628;p76"/>
            <p:cNvSpPr/>
            <p:nvPr/>
          </p:nvSpPr>
          <p:spPr>
            <a:xfrm>
              <a:off x="2249928" y="1657068"/>
              <a:ext cx="109" cy="163"/>
            </a:xfrm>
            <a:custGeom>
              <a:avLst/>
              <a:gdLst/>
              <a:ahLst/>
              <a:cxnLst/>
              <a:rect l="l" t="t" r="r" b="b"/>
              <a:pathLst>
                <a:path w="8" h="12" extrusionOk="0">
                  <a:moveTo>
                    <a:pt x="7"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29" name="Google Shape;9629;p76"/>
            <p:cNvSpPr/>
            <p:nvPr/>
          </p:nvSpPr>
          <p:spPr>
            <a:xfrm>
              <a:off x="2254436" y="1671623"/>
              <a:ext cx="109" cy="679"/>
            </a:xfrm>
            <a:custGeom>
              <a:avLst/>
              <a:gdLst/>
              <a:ahLst/>
              <a:cxnLst/>
              <a:rect l="l" t="t" r="r" b="b"/>
              <a:pathLst>
                <a:path w="8" h="50" extrusionOk="0">
                  <a:moveTo>
                    <a:pt x="1" y="0"/>
                  </a:moveTo>
                  <a:cubicBezTo>
                    <a:pt x="4" y="18"/>
                    <a:pt x="4" y="35"/>
                    <a:pt x="8" y="49"/>
                  </a:cubicBezTo>
                  <a:cubicBezTo>
                    <a:pt x="8" y="35"/>
                    <a:pt x="4" y="1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30" name="Google Shape;9630;p76"/>
            <p:cNvSpPr/>
            <p:nvPr/>
          </p:nvSpPr>
          <p:spPr>
            <a:xfrm>
              <a:off x="2249738" y="1656837"/>
              <a:ext cx="149" cy="149"/>
            </a:xfrm>
            <a:custGeom>
              <a:avLst/>
              <a:gdLst/>
              <a:ahLst/>
              <a:cxnLst/>
              <a:rect l="l" t="t" r="r" b="b"/>
              <a:pathLst>
                <a:path w="11" h="11" extrusionOk="0">
                  <a:moveTo>
                    <a:pt x="11"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31" name="Google Shape;9631;p76"/>
            <p:cNvSpPr/>
            <p:nvPr/>
          </p:nvSpPr>
          <p:spPr>
            <a:xfrm>
              <a:off x="2255006" y="167442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32" name="Google Shape;9632;p76"/>
            <p:cNvSpPr/>
            <p:nvPr/>
          </p:nvSpPr>
          <p:spPr>
            <a:xfrm>
              <a:off x="2247933" y="1653796"/>
              <a:ext cx="149" cy="299"/>
            </a:xfrm>
            <a:custGeom>
              <a:avLst/>
              <a:gdLst/>
              <a:ahLst/>
              <a:cxnLst/>
              <a:rect l="l" t="t" r="r" b="b"/>
              <a:pathLst>
                <a:path w="11" h="22" extrusionOk="0">
                  <a:moveTo>
                    <a:pt x="11" y="2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33" name="Google Shape;9633;p76"/>
            <p:cNvSpPr/>
            <p:nvPr/>
          </p:nvSpPr>
          <p:spPr>
            <a:xfrm>
              <a:off x="2255482" y="167542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34" name="Google Shape;9634;p76"/>
            <p:cNvSpPr/>
            <p:nvPr/>
          </p:nvSpPr>
          <p:spPr>
            <a:xfrm>
              <a:off x="2248258" y="1654366"/>
              <a:ext cx="163" cy="244"/>
            </a:xfrm>
            <a:custGeom>
              <a:avLst/>
              <a:gdLst/>
              <a:ahLst/>
              <a:cxnLst/>
              <a:rect l="l" t="t" r="r" b="b"/>
              <a:pathLst>
                <a:path w="12" h="18" extrusionOk="0">
                  <a:moveTo>
                    <a:pt x="11" y="1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35" name="Google Shape;9635;p76"/>
            <p:cNvSpPr/>
            <p:nvPr/>
          </p:nvSpPr>
          <p:spPr>
            <a:xfrm>
              <a:off x="2245977" y="1650225"/>
              <a:ext cx="163" cy="353"/>
            </a:xfrm>
            <a:custGeom>
              <a:avLst/>
              <a:gdLst/>
              <a:ahLst/>
              <a:cxnLst/>
              <a:rect l="l" t="t" r="r" b="b"/>
              <a:pathLst>
                <a:path w="12" h="26" extrusionOk="0">
                  <a:moveTo>
                    <a:pt x="1" y="1"/>
                  </a:moveTo>
                  <a:lnTo>
                    <a:pt x="11" y="25"/>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36" name="Google Shape;9636;p76"/>
            <p:cNvSpPr/>
            <p:nvPr/>
          </p:nvSpPr>
          <p:spPr>
            <a:xfrm>
              <a:off x="2247593" y="1653226"/>
              <a:ext cx="204" cy="339"/>
            </a:xfrm>
            <a:custGeom>
              <a:avLst/>
              <a:gdLst/>
              <a:ahLst/>
              <a:cxnLst/>
              <a:rect l="l" t="t" r="r" b="b"/>
              <a:pathLst>
                <a:path w="15" h="25" extrusionOk="0">
                  <a:moveTo>
                    <a:pt x="15"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37" name="Google Shape;9637;p76"/>
            <p:cNvSpPr/>
            <p:nvPr/>
          </p:nvSpPr>
          <p:spPr>
            <a:xfrm>
              <a:off x="2247267" y="1652601"/>
              <a:ext cx="149" cy="353"/>
            </a:xfrm>
            <a:custGeom>
              <a:avLst/>
              <a:gdLst/>
              <a:ahLst/>
              <a:cxnLst/>
              <a:rect l="l" t="t" r="r" b="b"/>
              <a:pathLst>
                <a:path w="11" h="26" extrusionOk="0">
                  <a:moveTo>
                    <a:pt x="11"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38" name="Google Shape;9638;p76"/>
            <p:cNvSpPr/>
            <p:nvPr/>
          </p:nvSpPr>
          <p:spPr>
            <a:xfrm>
              <a:off x="2246697" y="1651610"/>
              <a:ext cx="394" cy="679"/>
            </a:xfrm>
            <a:custGeom>
              <a:avLst/>
              <a:gdLst/>
              <a:ahLst/>
              <a:cxnLst/>
              <a:rect l="l" t="t" r="r" b="b"/>
              <a:pathLst>
                <a:path w="29" h="50" extrusionOk="0">
                  <a:moveTo>
                    <a:pt x="28" y="49"/>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39" name="Google Shape;9639;p76"/>
            <p:cNvSpPr/>
            <p:nvPr/>
          </p:nvSpPr>
          <p:spPr>
            <a:xfrm>
              <a:off x="2246317" y="1650890"/>
              <a:ext cx="244" cy="448"/>
            </a:xfrm>
            <a:custGeom>
              <a:avLst/>
              <a:gdLst/>
              <a:ahLst/>
              <a:cxnLst/>
              <a:rect l="l" t="t" r="r" b="b"/>
              <a:pathLst>
                <a:path w="18" h="33" extrusionOk="0">
                  <a:moveTo>
                    <a:pt x="18" y="32"/>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40" name="Google Shape;9640;p76"/>
            <p:cNvSpPr/>
            <p:nvPr/>
          </p:nvSpPr>
          <p:spPr>
            <a:xfrm>
              <a:off x="2249073" y="1655792"/>
              <a:ext cx="149" cy="204"/>
            </a:xfrm>
            <a:custGeom>
              <a:avLst/>
              <a:gdLst/>
              <a:ahLst/>
              <a:cxnLst/>
              <a:rect l="l" t="t" r="r" b="b"/>
              <a:pathLst>
                <a:path w="11" h="15" extrusionOk="0">
                  <a:moveTo>
                    <a:pt x="11"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41" name="Google Shape;9641;p76"/>
            <p:cNvSpPr/>
            <p:nvPr/>
          </p:nvSpPr>
          <p:spPr>
            <a:xfrm>
              <a:off x="2248829" y="1655357"/>
              <a:ext cx="163" cy="204"/>
            </a:xfrm>
            <a:custGeom>
              <a:avLst/>
              <a:gdLst/>
              <a:ahLst/>
              <a:cxnLst/>
              <a:rect l="l" t="t" r="r" b="b"/>
              <a:pathLst>
                <a:path w="12" h="15" extrusionOk="0">
                  <a:moveTo>
                    <a:pt x="11"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42" name="Google Shape;9642;p76"/>
            <p:cNvSpPr/>
            <p:nvPr/>
          </p:nvSpPr>
          <p:spPr>
            <a:xfrm>
              <a:off x="2248544" y="1654882"/>
              <a:ext cx="163" cy="258"/>
            </a:xfrm>
            <a:custGeom>
              <a:avLst/>
              <a:gdLst/>
              <a:ahLst/>
              <a:cxnLst/>
              <a:rect l="l" t="t" r="r" b="b"/>
              <a:pathLst>
                <a:path w="12" h="19" extrusionOk="0">
                  <a:moveTo>
                    <a:pt x="11" y="1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43" name="Google Shape;9643;p76"/>
            <p:cNvSpPr/>
            <p:nvPr/>
          </p:nvSpPr>
          <p:spPr>
            <a:xfrm>
              <a:off x="2212047" y="1690224"/>
              <a:ext cx="44073" cy="23516"/>
            </a:xfrm>
            <a:custGeom>
              <a:avLst/>
              <a:gdLst/>
              <a:ahLst/>
              <a:cxnLst/>
              <a:rect l="l" t="t" r="r" b="b"/>
              <a:pathLst>
                <a:path w="3246" h="1732" extrusionOk="0">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44" name="Google Shape;9644;p76"/>
            <p:cNvSpPr/>
            <p:nvPr/>
          </p:nvSpPr>
          <p:spPr>
            <a:xfrm>
              <a:off x="2240994" y="1708500"/>
              <a:ext cx="339" cy="394"/>
            </a:xfrm>
            <a:custGeom>
              <a:avLst/>
              <a:gdLst/>
              <a:ahLst/>
              <a:cxnLst/>
              <a:rect l="l" t="t" r="r" b="b"/>
              <a:pathLst>
                <a:path w="25" h="29" extrusionOk="0">
                  <a:moveTo>
                    <a:pt x="0" y="29"/>
                  </a:moveTo>
                  <a:cubicBezTo>
                    <a:pt x="4" y="18"/>
                    <a:pt x="14" y="8"/>
                    <a:pt x="25" y="1"/>
                  </a:cubicBezTo>
                  <a:cubicBezTo>
                    <a:pt x="14" y="8"/>
                    <a:pt x="4" y="18"/>
                    <a:pt x="0"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45" name="Google Shape;9645;p76"/>
            <p:cNvSpPr/>
            <p:nvPr/>
          </p:nvSpPr>
          <p:spPr>
            <a:xfrm>
              <a:off x="2250784" y="1708364"/>
              <a:ext cx="204" cy="54"/>
            </a:xfrm>
            <a:custGeom>
              <a:avLst/>
              <a:gdLst/>
              <a:ahLst/>
              <a:cxnLst/>
              <a:rect l="l" t="t" r="r" b="b"/>
              <a:pathLst>
                <a:path w="15" h="4" extrusionOk="0">
                  <a:moveTo>
                    <a:pt x="14"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46" name="Google Shape;9646;p76"/>
            <p:cNvSpPr/>
            <p:nvPr/>
          </p:nvSpPr>
          <p:spPr>
            <a:xfrm>
              <a:off x="2240845" y="1709600"/>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47" name="Google Shape;9647;p76"/>
            <p:cNvSpPr/>
            <p:nvPr/>
          </p:nvSpPr>
          <p:spPr>
            <a:xfrm>
              <a:off x="2251015" y="1708269"/>
              <a:ext cx="258" cy="109"/>
            </a:xfrm>
            <a:custGeom>
              <a:avLst/>
              <a:gdLst/>
              <a:ahLst/>
              <a:cxnLst/>
              <a:rect l="l" t="t" r="r" b="b"/>
              <a:pathLst>
                <a:path w="19" h="8" extrusionOk="0">
                  <a:moveTo>
                    <a:pt x="1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48" name="Google Shape;9648;p76"/>
            <p:cNvSpPr/>
            <p:nvPr/>
          </p:nvSpPr>
          <p:spPr>
            <a:xfrm>
              <a:off x="2251259" y="1708215"/>
              <a:ext cx="204" cy="109"/>
            </a:xfrm>
            <a:custGeom>
              <a:avLst/>
              <a:gdLst/>
              <a:ahLst/>
              <a:cxnLst/>
              <a:rect l="l" t="t" r="r" b="b"/>
              <a:pathLst>
                <a:path w="15" h="8" extrusionOk="0">
                  <a:moveTo>
                    <a:pt x="14" y="1"/>
                  </a:moveTo>
                  <a:lnTo>
                    <a:pt x="14" y="1"/>
                  </a:ln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49" name="Google Shape;9649;p76"/>
            <p:cNvSpPr/>
            <p:nvPr/>
          </p:nvSpPr>
          <p:spPr>
            <a:xfrm>
              <a:off x="2241605" y="1707644"/>
              <a:ext cx="5485" cy="679"/>
            </a:xfrm>
            <a:custGeom>
              <a:avLst/>
              <a:gdLst/>
              <a:ahLst/>
              <a:cxnLst/>
              <a:rect l="l" t="t" r="r" b="b"/>
              <a:pathLst>
                <a:path w="404" h="50" extrusionOk="0">
                  <a:moveTo>
                    <a:pt x="1" y="50"/>
                  </a:moveTo>
                  <a:lnTo>
                    <a:pt x="1" y="50"/>
                  </a:lnTo>
                  <a:cubicBezTo>
                    <a:pt x="134" y="15"/>
                    <a:pt x="267" y="1"/>
                    <a:pt x="403" y="4"/>
                  </a:cubicBezTo>
                  <a:cubicBezTo>
                    <a:pt x="267" y="1"/>
                    <a:pt x="134" y="15"/>
                    <a:pt x="1" y="5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50" name="Google Shape;9650;p76"/>
            <p:cNvSpPr/>
            <p:nvPr/>
          </p:nvSpPr>
          <p:spPr>
            <a:xfrm>
              <a:off x="2241375" y="1708310"/>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51" name="Google Shape;9651;p76"/>
            <p:cNvSpPr/>
            <p:nvPr/>
          </p:nvSpPr>
          <p:spPr>
            <a:xfrm>
              <a:off x="2250444" y="1708405"/>
              <a:ext cx="299" cy="68"/>
            </a:xfrm>
            <a:custGeom>
              <a:avLst/>
              <a:gdLst/>
              <a:ahLst/>
              <a:cxnLst/>
              <a:rect l="l" t="t" r="r" b="b"/>
              <a:pathLst>
                <a:path w="22" h="5" extrusionOk="0">
                  <a:moveTo>
                    <a:pt x="22" y="1"/>
                  </a:moveTo>
                  <a:cubicBezTo>
                    <a:pt x="15" y="4"/>
                    <a:pt x="8" y="4"/>
                    <a:pt x="1" y="1"/>
                  </a:cubicBezTo>
                  <a:cubicBezTo>
                    <a:pt x="8" y="4"/>
                    <a:pt x="15" y="4"/>
                    <a:pt x="2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52" name="Google Shape;9652;p76"/>
            <p:cNvSpPr/>
            <p:nvPr/>
          </p:nvSpPr>
          <p:spPr>
            <a:xfrm>
              <a:off x="2250214" y="1708459"/>
              <a:ext cx="204" cy="14"/>
            </a:xfrm>
            <a:custGeom>
              <a:avLst/>
              <a:gdLst/>
              <a:ahLst/>
              <a:cxnLst/>
              <a:rect l="l" t="t" r="r" b="b"/>
              <a:pathLst>
                <a:path w="15" h="1" extrusionOk="0">
                  <a:moveTo>
                    <a:pt x="1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53" name="Google Shape;9653;p76"/>
            <p:cNvSpPr/>
            <p:nvPr/>
          </p:nvSpPr>
          <p:spPr>
            <a:xfrm>
              <a:off x="2240899" y="1708934"/>
              <a:ext cx="109" cy="244"/>
            </a:xfrm>
            <a:custGeom>
              <a:avLst/>
              <a:gdLst/>
              <a:ahLst/>
              <a:cxnLst/>
              <a:rect l="l" t="t" r="r" b="b"/>
              <a:pathLst>
                <a:path w="8" h="18" extrusionOk="0">
                  <a:moveTo>
                    <a:pt x="7" y="0"/>
                  </a:moveTo>
                  <a:cubicBezTo>
                    <a:pt x="4" y="4"/>
                    <a:pt x="0" y="11"/>
                    <a:pt x="0" y="18"/>
                  </a:cubicBezTo>
                  <a:cubicBezTo>
                    <a:pt x="0" y="11"/>
                    <a:pt x="4" y="4"/>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54" name="Google Shape;9654;p76"/>
            <p:cNvSpPr/>
            <p:nvPr/>
          </p:nvSpPr>
          <p:spPr>
            <a:xfrm>
              <a:off x="2249928" y="1708364"/>
              <a:ext cx="244" cy="54"/>
            </a:xfrm>
            <a:custGeom>
              <a:avLst/>
              <a:gdLst/>
              <a:ahLst/>
              <a:cxnLst/>
              <a:rect l="l" t="t" r="r" b="b"/>
              <a:pathLst>
                <a:path w="18" h="4" extrusionOk="0">
                  <a:moveTo>
                    <a:pt x="18" y="4"/>
                  </a:moveTo>
                  <a:cubicBezTo>
                    <a:pt x="11" y="4"/>
                    <a:pt x="7" y="0"/>
                    <a:pt x="0" y="0"/>
                  </a:cubicBezTo>
                  <a:cubicBezTo>
                    <a:pt x="7" y="0"/>
                    <a:pt x="11" y="4"/>
                    <a:pt x="18"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55" name="Google Shape;9655;p76"/>
            <p:cNvSpPr/>
            <p:nvPr/>
          </p:nvSpPr>
          <p:spPr>
            <a:xfrm>
              <a:off x="2240845" y="1709165"/>
              <a:ext cx="14" cy="299"/>
            </a:xfrm>
            <a:custGeom>
              <a:avLst/>
              <a:gdLst/>
              <a:ahLst/>
              <a:cxnLst/>
              <a:rect l="l" t="t" r="r" b="b"/>
              <a:pathLst>
                <a:path w="1" h="22" extrusionOk="0">
                  <a:moveTo>
                    <a:pt x="1" y="1"/>
                  </a:moveTo>
                  <a:cubicBezTo>
                    <a:pt x="1" y="8"/>
                    <a:pt x="1" y="15"/>
                    <a:pt x="1" y="22"/>
                  </a:cubicBezTo>
                  <a:cubicBezTo>
                    <a:pt x="1" y="15"/>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56" name="Google Shape;9656;p76"/>
            <p:cNvSpPr/>
            <p:nvPr/>
          </p:nvSpPr>
          <p:spPr>
            <a:xfrm>
              <a:off x="2255631" y="1693578"/>
              <a:ext cx="299" cy="109"/>
            </a:xfrm>
            <a:custGeom>
              <a:avLst/>
              <a:gdLst/>
              <a:ahLst/>
              <a:cxnLst/>
              <a:rect l="l" t="t" r="r" b="b"/>
              <a:pathLst>
                <a:path w="22" h="8" extrusionOk="0">
                  <a:moveTo>
                    <a:pt x="21"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57" name="Google Shape;9657;p76"/>
            <p:cNvSpPr/>
            <p:nvPr/>
          </p:nvSpPr>
          <p:spPr>
            <a:xfrm>
              <a:off x="2238849" y="1689396"/>
              <a:ext cx="8187" cy="2200"/>
            </a:xfrm>
            <a:custGeom>
              <a:avLst/>
              <a:gdLst/>
              <a:ahLst/>
              <a:cxnLst/>
              <a:rect l="l" t="t" r="r" b="b"/>
              <a:pathLst>
                <a:path w="603" h="162" extrusionOk="0">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58" name="Google Shape;9658;p76"/>
            <p:cNvSpPr/>
            <p:nvPr/>
          </p:nvSpPr>
          <p:spPr>
            <a:xfrm>
              <a:off x="2247023" y="1689396"/>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59" name="Google Shape;9659;p76"/>
            <p:cNvSpPr/>
            <p:nvPr/>
          </p:nvSpPr>
          <p:spPr>
            <a:xfrm>
              <a:off x="2213283" y="1690197"/>
              <a:ext cx="54" cy="14"/>
            </a:xfrm>
            <a:custGeom>
              <a:avLst/>
              <a:gdLst/>
              <a:ahLst/>
              <a:cxnLst/>
              <a:rect l="l" t="t" r="r" b="b"/>
              <a:pathLst>
                <a:path w="4" h="1" extrusionOk="0">
                  <a:moveTo>
                    <a:pt x="0" y="1"/>
                  </a:moveTo>
                  <a:lnTo>
                    <a:pt x="4" y="1"/>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60" name="Google Shape;9660;p76"/>
            <p:cNvSpPr/>
            <p:nvPr/>
          </p:nvSpPr>
          <p:spPr>
            <a:xfrm>
              <a:off x="2253581" y="1692668"/>
              <a:ext cx="163" cy="109"/>
            </a:xfrm>
            <a:custGeom>
              <a:avLst/>
              <a:gdLst/>
              <a:ahLst/>
              <a:cxnLst/>
              <a:rect l="l" t="t" r="r" b="b"/>
              <a:pathLst>
                <a:path w="12" h="8" extrusionOk="0">
                  <a:moveTo>
                    <a:pt x="1"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61" name="Google Shape;9661;p76"/>
            <p:cNvSpPr/>
            <p:nvPr/>
          </p:nvSpPr>
          <p:spPr>
            <a:xfrm>
              <a:off x="2214233" y="1690822"/>
              <a:ext cx="54" cy="54"/>
            </a:xfrm>
            <a:custGeom>
              <a:avLst/>
              <a:gdLst/>
              <a:ahLst/>
              <a:cxnLst/>
              <a:rect l="l" t="t" r="r" b="b"/>
              <a:pathLst>
                <a:path w="4" h="4" extrusionOk="0">
                  <a:moveTo>
                    <a:pt x="4"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62" name="Google Shape;9662;p76"/>
            <p:cNvSpPr/>
            <p:nvPr/>
          </p:nvSpPr>
          <p:spPr>
            <a:xfrm>
              <a:off x="2253296" y="1692533"/>
              <a:ext cx="109" cy="54"/>
            </a:xfrm>
            <a:custGeom>
              <a:avLst/>
              <a:gdLst/>
              <a:ahLst/>
              <a:cxnLst/>
              <a:rect l="l" t="t" r="r" b="b"/>
              <a:pathLst>
                <a:path w="8" h="4" extrusionOk="0">
                  <a:moveTo>
                    <a:pt x="1" y="0"/>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63" name="Google Shape;9663;p76"/>
            <p:cNvSpPr/>
            <p:nvPr/>
          </p:nvSpPr>
          <p:spPr>
            <a:xfrm>
              <a:off x="2254056" y="1692913"/>
              <a:ext cx="163" cy="54"/>
            </a:xfrm>
            <a:custGeom>
              <a:avLst/>
              <a:gdLst/>
              <a:ahLst/>
              <a:cxnLst/>
              <a:rect l="l" t="t" r="r" b="b"/>
              <a:pathLst>
                <a:path w="12" h="4" extrusionOk="0">
                  <a:moveTo>
                    <a:pt x="1" y="0"/>
                  </a:move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64" name="Google Shape;9664;p76"/>
            <p:cNvSpPr/>
            <p:nvPr/>
          </p:nvSpPr>
          <p:spPr>
            <a:xfrm>
              <a:off x="2253011" y="1692383"/>
              <a:ext cx="163" cy="68"/>
            </a:xfrm>
            <a:custGeom>
              <a:avLst/>
              <a:gdLst/>
              <a:ahLst/>
              <a:cxnLst/>
              <a:rect l="l" t="t" r="r" b="b"/>
              <a:pathLst>
                <a:path w="12" h="5" extrusionOk="0">
                  <a:moveTo>
                    <a:pt x="1" y="1"/>
                  </a:move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65" name="Google Shape;9665;p76"/>
            <p:cNvSpPr/>
            <p:nvPr/>
          </p:nvSpPr>
          <p:spPr>
            <a:xfrm>
              <a:off x="2213758" y="1690482"/>
              <a:ext cx="109" cy="68"/>
            </a:xfrm>
            <a:custGeom>
              <a:avLst/>
              <a:gdLst/>
              <a:ahLst/>
              <a:cxnLst/>
              <a:rect l="l" t="t" r="r" b="b"/>
              <a:pathLst>
                <a:path w="8" h="5" extrusionOk="0">
                  <a:moveTo>
                    <a:pt x="7"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66" name="Google Shape;9666;p76"/>
            <p:cNvSpPr/>
            <p:nvPr/>
          </p:nvSpPr>
          <p:spPr>
            <a:xfrm>
              <a:off x="2214708" y="1691243"/>
              <a:ext cx="109" cy="109"/>
            </a:xfrm>
            <a:custGeom>
              <a:avLst/>
              <a:gdLst/>
              <a:ahLst/>
              <a:cxnLst/>
              <a:rect l="l" t="t" r="r" b="b"/>
              <a:pathLst>
                <a:path w="8" h="8" extrusionOk="0">
                  <a:moveTo>
                    <a:pt x="7"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67" name="Google Shape;9667;p76"/>
            <p:cNvSpPr/>
            <p:nvPr/>
          </p:nvSpPr>
          <p:spPr>
            <a:xfrm>
              <a:off x="2252820" y="1692247"/>
              <a:ext cx="109" cy="54"/>
            </a:xfrm>
            <a:custGeom>
              <a:avLst/>
              <a:gdLst/>
              <a:ahLst/>
              <a:cxnLst/>
              <a:rect l="l" t="t" r="r" b="b"/>
              <a:pathLst>
                <a:path w="8" h="4" extrusionOk="0">
                  <a:moveTo>
                    <a:pt x="1" y="0"/>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68" name="Google Shape;9668;p76"/>
            <p:cNvSpPr/>
            <p:nvPr/>
          </p:nvSpPr>
          <p:spPr>
            <a:xfrm>
              <a:off x="2254531" y="1693144"/>
              <a:ext cx="204" cy="68"/>
            </a:xfrm>
            <a:custGeom>
              <a:avLst/>
              <a:gdLst/>
              <a:ahLst/>
              <a:cxnLst/>
              <a:rect l="l" t="t" r="r" b="b"/>
              <a:pathLst>
                <a:path w="15" h="5" extrusionOk="0">
                  <a:moveTo>
                    <a:pt x="1" y="1"/>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69" name="Google Shape;9669;p76"/>
            <p:cNvSpPr/>
            <p:nvPr/>
          </p:nvSpPr>
          <p:spPr>
            <a:xfrm>
              <a:off x="2255061" y="1693334"/>
              <a:ext cx="244" cy="109"/>
            </a:xfrm>
            <a:custGeom>
              <a:avLst/>
              <a:gdLst/>
              <a:ahLst/>
              <a:cxnLst/>
              <a:rect l="l" t="t" r="r" b="b"/>
              <a:pathLst>
                <a:path w="18" h="8" extrusionOk="0">
                  <a:moveTo>
                    <a:pt x="0" y="1"/>
                  </a:moveTo>
                  <a:lnTo>
                    <a:pt x="1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70" name="Google Shape;9670;p76"/>
            <p:cNvSpPr/>
            <p:nvPr/>
          </p:nvSpPr>
          <p:spPr>
            <a:xfrm>
              <a:off x="2252400" y="1691867"/>
              <a:ext cx="54" cy="54"/>
            </a:xfrm>
            <a:custGeom>
              <a:avLst/>
              <a:gdLst/>
              <a:ahLst/>
              <a:cxnLst/>
              <a:rect l="l" t="t" r="r" b="b"/>
              <a:pathLst>
                <a:path w="4" h="4" extrusionOk="0">
                  <a:moveTo>
                    <a:pt x="4"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71" name="Google Shape;9671;p76"/>
            <p:cNvSpPr/>
            <p:nvPr/>
          </p:nvSpPr>
          <p:spPr>
            <a:xfrm>
              <a:off x="2252495" y="1692003"/>
              <a:ext cx="109" cy="68"/>
            </a:xfrm>
            <a:custGeom>
              <a:avLst/>
              <a:gdLst/>
              <a:ahLst/>
              <a:cxnLst/>
              <a:rect l="l" t="t" r="r" b="b"/>
              <a:pathLst>
                <a:path w="8" h="5" extrusionOk="0">
                  <a:moveTo>
                    <a:pt x="0" y="1"/>
                  </a:moveTo>
                  <a:lnTo>
                    <a:pt x="7"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72" name="Google Shape;9672;p76"/>
            <p:cNvSpPr/>
            <p:nvPr/>
          </p:nvSpPr>
          <p:spPr>
            <a:xfrm>
              <a:off x="2252305" y="1691813"/>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73" name="Google Shape;9673;p76"/>
            <p:cNvSpPr/>
            <p:nvPr/>
          </p:nvSpPr>
          <p:spPr>
            <a:xfrm>
              <a:off x="2252250" y="1691718"/>
              <a:ext cx="14" cy="68"/>
            </a:xfrm>
            <a:custGeom>
              <a:avLst/>
              <a:gdLst/>
              <a:ahLst/>
              <a:cxnLst/>
              <a:rect l="l" t="t" r="r" b="b"/>
              <a:pathLst>
                <a:path w="1" h="5" extrusionOk="0">
                  <a:moveTo>
                    <a:pt x="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74" name="Google Shape;9674;p76"/>
            <p:cNvSpPr/>
            <p:nvPr/>
          </p:nvSpPr>
          <p:spPr>
            <a:xfrm>
              <a:off x="2252209" y="169167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75" name="Google Shape;9675;p76"/>
            <p:cNvSpPr/>
            <p:nvPr/>
          </p:nvSpPr>
          <p:spPr>
            <a:xfrm>
              <a:off x="2252630" y="1692098"/>
              <a:ext cx="109" cy="68"/>
            </a:xfrm>
            <a:custGeom>
              <a:avLst/>
              <a:gdLst/>
              <a:ahLst/>
              <a:cxnLst/>
              <a:rect l="l" t="t" r="r" b="b"/>
              <a:pathLst>
                <a:path w="8" h="5" extrusionOk="0">
                  <a:moveTo>
                    <a:pt x="1" y="1"/>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76" name="Google Shape;9676;p76"/>
            <p:cNvSpPr/>
            <p:nvPr/>
          </p:nvSpPr>
          <p:spPr>
            <a:xfrm>
              <a:off x="2198782" y="1705988"/>
              <a:ext cx="18031" cy="12274"/>
            </a:xfrm>
            <a:custGeom>
              <a:avLst/>
              <a:gdLst/>
              <a:ahLst/>
              <a:cxnLst/>
              <a:rect l="l" t="t" r="r" b="b"/>
              <a:pathLst>
                <a:path w="1328" h="904" extrusionOk="0">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77" name="Google Shape;9677;p76"/>
            <p:cNvSpPr/>
            <p:nvPr/>
          </p:nvSpPr>
          <p:spPr>
            <a:xfrm>
              <a:off x="2198823" y="171097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78" name="Google Shape;9678;p76"/>
            <p:cNvSpPr/>
            <p:nvPr/>
          </p:nvSpPr>
          <p:spPr>
            <a:xfrm>
              <a:off x="2198728" y="171178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79" name="Google Shape;9679;p76"/>
            <p:cNvSpPr/>
            <p:nvPr/>
          </p:nvSpPr>
          <p:spPr>
            <a:xfrm>
              <a:off x="2198728" y="1713917"/>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80" name="Google Shape;9680;p76"/>
            <p:cNvSpPr/>
            <p:nvPr/>
          </p:nvSpPr>
          <p:spPr>
            <a:xfrm>
              <a:off x="2202204" y="1718153"/>
              <a:ext cx="204" cy="149"/>
            </a:xfrm>
            <a:custGeom>
              <a:avLst/>
              <a:gdLst/>
              <a:ahLst/>
              <a:cxnLst/>
              <a:rect l="l" t="t" r="r" b="b"/>
              <a:pathLst>
                <a:path w="15" h="11" extrusionOk="0">
                  <a:moveTo>
                    <a:pt x="15" y="11"/>
                  </a:moveTo>
                  <a:lnTo>
                    <a:pt x="15" y="11"/>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81" name="Google Shape;9681;p76"/>
            <p:cNvSpPr/>
            <p:nvPr/>
          </p:nvSpPr>
          <p:spPr>
            <a:xfrm>
              <a:off x="2199447" y="1715628"/>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82" name="Google Shape;9682;p76"/>
            <p:cNvSpPr/>
            <p:nvPr/>
          </p:nvSpPr>
          <p:spPr>
            <a:xfrm>
              <a:off x="2198687" y="1712492"/>
              <a:ext cx="14" cy="109"/>
            </a:xfrm>
            <a:custGeom>
              <a:avLst/>
              <a:gdLst/>
              <a:ahLst/>
              <a:cxnLst/>
              <a:rect l="l" t="t" r="r" b="b"/>
              <a:pathLst>
                <a:path w="1" h="8" extrusionOk="0">
                  <a:moveTo>
                    <a:pt x="0" y="8"/>
                  </a:moveTo>
                  <a:lnTo>
                    <a:pt x="0" y="1"/>
                  </a:lnTo>
                  <a:cubicBezTo>
                    <a:pt x="0" y="1"/>
                    <a:pt x="0" y="8"/>
                    <a:pt x="0"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83" name="Google Shape;9683;p76"/>
            <p:cNvSpPr/>
            <p:nvPr/>
          </p:nvSpPr>
          <p:spPr>
            <a:xfrm>
              <a:off x="2199828" y="1716103"/>
              <a:ext cx="299" cy="258"/>
            </a:xfrm>
            <a:custGeom>
              <a:avLst/>
              <a:gdLst/>
              <a:ahLst/>
              <a:cxnLst/>
              <a:rect l="l" t="t" r="r" b="b"/>
              <a:pathLst>
                <a:path w="22" h="19" extrusionOk="0">
                  <a:moveTo>
                    <a:pt x="21"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84" name="Google Shape;9684;p76"/>
            <p:cNvSpPr/>
            <p:nvPr/>
          </p:nvSpPr>
          <p:spPr>
            <a:xfrm>
              <a:off x="2198687" y="171334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85" name="Google Shape;9685;p76"/>
            <p:cNvSpPr/>
            <p:nvPr/>
          </p:nvSpPr>
          <p:spPr>
            <a:xfrm>
              <a:off x="2201538" y="1717583"/>
              <a:ext cx="394" cy="339"/>
            </a:xfrm>
            <a:custGeom>
              <a:avLst/>
              <a:gdLst/>
              <a:ahLst/>
              <a:cxnLst/>
              <a:rect l="l" t="t" r="r" b="b"/>
              <a:pathLst>
                <a:path w="29" h="25" extrusionOk="0">
                  <a:moveTo>
                    <a:pt x="29"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86" name="Google Shape;9686;p76"/>
            <p:cNvSpPr/>
            <p:nvPr/>
          </p:nvSpPr>
          <p:spPr>
            <a:xfrm>
              <a:off x="2198918" y="1709980"/>
              <a:ext cx="14" cy="109"/>
            </a:xfrm>
            <a:custGeom>
              <a:avLst/>
              <a:gdLst/>
              <a:ahLst/>
              <a:cxnLst/>
              <a:rect l="l" t="t" r="r" b="b"/>
              <a:pathLst>
                <a:path w="1" h="8" extrusionOk="0">
                  <a:moveTo>
                    <a:pt x="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87" name="Google Shape;9687;p76"/>
            <p:cNvSpPr/>
            <p:nvPr/>
          </p:nvSpPr>
          <p:spPr>
            <a:xfrm>
              <a:off x="2200873" y="1717108"/>
              <a:ext cx="339" cy="244"/>
            </a:xfrm>
            <a:custGeom>
              <a:avLst/>
              <a:gdLst/>
              <a:ahLst/>
              <a:cxnLst/>
              <a:rect l="l" t="t" r="r" b="b"/>
              <a:pathLst>
                <a:path w="25" h="18" extrusionOk="0">
                  <a:moveTo>
                    <a:pt x="25" y="1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88" name="Google Shape;9688;p76"/>
            <p:cNvSpPr/>
            <p:nvPr/>
          </p:nvSpPr>
          <p:spPr>
            <a:xfrm>
              <a:off x="2198823" y="1714447"/>
              <a:ext cx="204" cy="530"/>
            </a:xfrm>
            <a:custGeom>
              <a:avLst/>
              <a:gdLst/>
              <a:ahLst/>
              <a:cxnLst/>
              <a:rect l="l" t="t" r="r" b="b"/>
              <a:pathLst>
                <a:path w="15" h="39" extrusionOk="0">
                  <a:moveTo>
                    <a:pt x="15" y="39"/>
                  </a:moveTo>
                  <a:cubicBezTo>
                    <a:pt x="8" y="25"/>
                    <a:pt x="4" y="14"/>
                    <a:pt x="1" y="0"/>
                  </a:cubicBezTo>
                  <a:cubicBezTo>
                    <a:pt x="4" y="14"/>
                    <a:pt x="8" y="25"/>
                    <a:pt x="15"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89" name="Google Shape;9689;p76"/>
            <p:cNvSpPr/>
            <p:nvPr/>
          </p:nvSpPr>
          <p:spPr>
            <a:xfrm>
              <a:off x="2200343" y="1716578"/>
              <a:ext cx="258" cy="299"/>
            </a:xfrm>
            <a:custGeom>
              <a:avLst/>
              <a:gdLst/>
              <a:ahLst/>
              <a:cxnLst/>
              <a:rect l="l" t="t" r="r" b="b"/>
              <a:pathLst>
                <a:path w="19" h="22" extrusionOk="0">
                  <a:moveTo>
                    <a:pt x="18"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90" name="Google Shape;9690;p76"/>
            <p:cNvSpPr/>
            <p:nvPr/>
          </p:nvSpPr>
          <p:spPr>
            <a:xfrm>
              <a:off x="2199108" y="1709029"/>
              <a:ext cx="14" cy="149"/>
            </a:xfrm>
            <a:custGeom>
              <a:avLst/>
              <a:gdLst/>
              <a:ahLst/>
              <a:cxnLst/>
              <a:rect l="l" t="t" r="r" b="b"/>
              <a:pathLst>
                <a:path w="1" h="11" extrusionOk="0">
                  <a:moveTo>
                    <a:pt x="1"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91" name="Google Shape;9691;p76"/>
            <p:cNvSpPr/>
            <p:nvPr/>
          </p:nvSpPr>
          <p:spPr>
            <a:xfrm>
              <a:off x="2199108" y="1715112"/>
              <a:ext cx="204" cy="339"/>
            </a:xfrm>
            <a:custGeom>
              <a:avLst/>
              <a:gdLst/>
              <a:ahLst/>
              <a:cxnLst/>
              <a:rect l="l" t="t" r="r" b="b"/>
              <a:pathLst>
                <a:path w="15" h="25" extrusionOk="0">
                  <a:moveTo>
                    <a:pt x="15" y="25"/>
                  </a:moveTo>
                  <a:cubicBezTo>
                    <a:pt x="8" y="18"/>
                    <a:pt x="4" y="7"/>
                    <a:pt x="1" y="0"/>
                  </a:cubicBezTo>
                  <a:cubicBezTo>
                    <a:pt x="4" y="7"/>
                    <a:pt x="8" y="18"/>
                    <a:pt x="15"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92" name="Google Shape;9692;p76"/>
            <p:cNvSpPr/>
            <p:nvPr/>
          </p:nvSpPr>
          <p:spPr>
            <a:xfrm>
              <a:off x="2199352" y="170821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93" name="Google Shape;9693;p76"/>
            <p:cNvSpPr/>
            <p:nvPr/>
          </p:nvSpPr>
          <p:spPr>
            <a:xfrm>
              <a:off x="2216609" y="1712967"/>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94" name="Google Shape;9694;p76"/>
            <p:cNvSpPr/>
            <p:nvPr/>
          </p:nvSpPr>
          <p:spPr>
            <a:xfrm>
              <a:off x="2216745" y="171311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95" name="Google Shape;9695;p76"/>
            <p:cNvSpPr/>
            <p:nvPr/>
          </p:nvSpPr>
          <p:spPr>
            <a:xfrm>
              <a:off x="2211097" y="1705988"/>
              <a:ext cx="434" cy="1005"/>
            </a:xfrm>
            <a:custGeom>
              <a:avLst/>
              <a:gdLst/>
              <a:ahLst/>
              <a:cxnLst/>
              <a:rect l="l" t="t" r="r" b="b"/>
              <a:pathLst>
                <a:path w="32" h="74" extrusionOk="0">
                  <a:moveTo>
                    <a:pt x="32" y="74"/>
                  </a:moveTo>
                  <a:cubicBezTo>
                    <a:pt x="14" y="53"/>
                    <a:pt x="4" y="28"/>
                    <a:pt x="0" y="0"/>
                  </a:cubicBezTo>
                  <a:lnTo>
                    <a:pt x="0" y="0"/>
                  </a:lnTo>
                  <a:cubicBezTo>
                    <a:pt x="4" y="28"/>
                    <a:pt x="14" y="53"/>
                    <a:pt x="32" y="7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96" name="Google Shape;9696;p76"/>
            <p:cNvSpPr/>
            <p:nvPr/>
          </p:nvSpPr>
          <p:spPr>
            <a:xfrm>
              <a:off x="2211572" y="1611095"/>
              <a:ext cx="130385" cy="74283"/>
            </a:xfrm>
            <a:custGeom>
              <a:avLst/>
              <a:gdLst/>
              <a:ahLst/>
              <a:cxnLst/>
              <a:rect l="l" t="t" r="r" b="b"/>
              <a:pathLst>
                <a:path w="9603" h="5471" extrusionOk="0">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97" name="Google Shape;9697;p76"/>
            <p:cNvSpPr/>
            <p:nvPr/>
          </p:nvSpPr>
          <p:spPr>
            <a:xfrm>
              <a:off x="2221782" y="162004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98" name="Google Shape;9698;p76"/>
            <p:cNvSpPr/>
            <p:nvPr/>
          </p:nvSpPr>
          <p:spPr>
            <a:xfrm>
              <a:off x="2214518" y="1642961"/>
              <a:ext cx="299" cy="394"/>
            </a:xfrm>
            <a:custGeom>
              <a:avLst/>
              <a:gdLst/>
              <a:ahLst/>
              <a:cxnLst/>
              <a:rect l="l" t="t" r="r" b="b"/>
              <a:pathLst>
                <a:path w="22" h="29" extrusionOk="0">
                  <a:moveTo>
                    <a:pt x="21" y="0"/>
                  </a:moveTo>
                  <a:lnTo>
                    <a:pt x="18" y="4"/>
                  </a:lnTo>
                  <a:cubicBezTo>
                    <a:pt x="14" y="11"/>
                    <a:pt x="7" y="18"/>
                    <a:pt x="0" y="25"/>
                  </a:cubicBezTo>
                  <a:lnTo>
                    <a:pt x="0" y="28"/>
                  </a:lnTo>
                  <a:lnTo>
                    <a:pt x="11" y="28"/>
                  </a:ln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99" name="Google Shape;9699;p76"/>
            <p:cNvSpPr/>
            <p:nvPr/>
          </p:nvSpPr>
          <p:spPr>
            <a:xfrm>
              <a:off x="2223113" y="1622133"/>
              <a:ext cx="2200" cy="5865"/>
            </a:xfrm>
            <a:custGeom>
              <a:avLst/>
              <a:gdLst/>
              <a:ahLst/>
              <a:cxnLst/>
              <a:rect l="l" t="t" r="r" b="b"/>
              <a:pathLst>
                <a:path w="162" h="432" extrusionOk="0">
                  <a:moveTo>
                    <a:pt x="134" y="431"/>
                  </a:moveTo>
                  <a:cubicBezTo>
                    <a:pt x="151" y="389"/>
                    <a:pt x="162" y="281"/>
                    <a:pt x="1" y="1"/>
                  </a:cubicBezTo>
                  <a:cubicBezTo>
                    <a:pt x="162" y="281"/>
                    <a:pt x="151" y="389"/>
                    <a:pt x="134" y="43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00" name="Google Shape;9700;p76"/>
            <p:cNvSpPr/>
            <p:nvPr/>
          </p:nvSpPr>
          <p:spPr>
            <a:xfrm>
              <a:off x="2213609" y="1650510"/>
              <a:ext cx="258" cy="163"/>
            </a:xfrm>
            <a:custGeom>
              <a:avLst/>
              <a:gdLst/>
              <a:ahLst/>
              <a:cxnLst/>
              <a:rect l="l" t="t" r="r" b="b"/>
              <a:pathLst>
                <a:path w="19" h="12" extrusionOk="0">
                  <a:moveTo>
                    <a:pt x="1" y="1"/>
                  </a:moveTo>
                  <a:lnTo>
                    <a:pt x="1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01" name="Google Shape;9701;p76"/>
            <p:cNvSpPr/>
            <p:nvPr/>
          </p:nvSpPr>
          <p:spPr>
            <a:xfrm>
              <a:off x="2212808" y="1649940"/>
              <a:ext cx="679" cy="489"/>
            </a:xfrm>
            <a:custGeom>
              <a:avLst/>
              <a:gdLst/>
              <a:ahLst/>
              <a:cxnLst/>
              <a:rect l="l" t="t" r="r" b="b"/>
              <a:pathLst>
                <a:path w="50" h="36" extrusionOk="0">
                  <a:moveTo>
                    <a:pt x="0" y="1"/>
                  </a:moveTo>
                  <a:lnTo>
                    <a:pt x="7" y="8"/>
                  </a:lnTo>
                  <a:cubicBezTo>
                    <a:pt x="21" y="18"/>
                    <a:pt x="35" y="29"/>
                    <a:pt x="49" y="36"/>
                  </a:cubicBezTo>
                  <a:cubicBezTo>
                    <a:pt x="32" y="25"/>
                    <a:pt x="18"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02" name="Google Shape;9702;p76"/>
            <p:cNvSpPr/>
            <p:nvPr/>
          </p:nvSpPr>
          <p:spPr>
            <a:xfrm>
              <a:off x="2214654" y="1650985"/>
              <a:ext cx="299" cy="163"/>
            </a:xfrm>
            <a:custGeom>
              <a:avLst/>
              <a:gdLst/>
              <a:ahLst/>
              <a:cxnLst/>
              <a:rect l="l" t="t" r="r" b="b"/>
              <a:pathLst>
                <a:path w="22" h="12" extrusionOk="0">
                  <a:moveTo>
                    <a:pt x="1" y="1"/>
                  </a:moveTo>
                  <a:lnTo>
                    <a:pt x="22"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03" name="Google Shape;9703;p76"/>
            <p:cNvSpPr/>
            <p:nvPr/>
          </p:nvSpPr>
          <p:spPr>
            <a:xfrm>
              <a:off x="2214994" y="1651176"/>
              <a:ext cx="584" cy="394"/>
            </a:xfrm>
            <a:custGeom>
              <a:avLst/>
              <a:gdLst/>
              <a:ahLst/>
              <a:cxnLst/>
              <a:rect l="l" t="t" r="r" b="b"/>
              <a:pathLst>
                <a:path w="43" h="29" extrusionOk="0">
                  <a:moveTo>
                    <a:pt x="0" y="1"/>
                  </a:moveTo>
                  <a:lnTo>
                    <a:pt x="0" y="1"/>
                  </a:lnTo>
                  <a:cubicBezTo>
                    <a:pt x="18" y="8"/>
                    <a:pt x="28" y="18"/>
                    <a:pt x="42" y="29"/>
                  </a:cubicBezTo>
                  <a:cubicBezTo>
                    <a:pt x="32" y="18"/>
                    <a:pt x="18"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04" name="Google Shape;9704;p76"/>
            <p:cNvSpPr/>
            <p:nvPr/>
          </p:nvSpPr>
          <p:spPr>
            <a:xfrm>
              <a:off x="2212563" y="1649655"/>
              <a:ext cx="204" cy="204"/>
            </a:xfrm>
            <a:custGeom>
              <a:avLst/>
              <a:gdLst/>
              <a:ahLst/>
              <a:cxnLst/>
              <a:rect l="l" t="t" r="r" b="b"/>
              <a:pathLst>
                <a:path w="15" h="15" extrusionOk="0">
                  <a:moveTo>
                    <a:pt x="1" y="1"/>
                  </a:moveTo>
                  <a:lnTo>
                    <a:pt x="15" y="15"/>
                  </a:lnTo>
                  <a:lnTo>
                    <a:pt x="15" y="15"/>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05" name="Google Shape;9705;p76"/>
            <p:cNvSpPr/>
            <p:nvPr/>
          </p:nvSpPr>
          <p:spPr>
            <a:xfrm>
              <a:off x="2211762" y="1648664"/>
              <a:ext cx="109" cy="149"/>
            </a:xfrm>
            <a:custGeom>
              <a:avLst/>
              <a:gdLst/>
              <a:ahLst/>
              <a:cxnLst/>
              <a:rect l="l" t="t" r="r" b="b"/>
              <a:pathLst>
                <a:path w="8" h="11" extrusionOk="0">
                  <a:moveTo>
                    <a:pt x="0" y="0"/>
                  </a:moveTo>
                  <a:lnTo>
                    <a:pt x="7"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06" name="Google Shape;9706;p76"/>
            <p:cNvSpPr/>
            <p:nvPr/>
          </p:nvSpPr>
          <p:spPr>
            <a:xfrm>
              <a:off x="2212332" y="1649465"/>
              <a:ext cx="204" cy="204"/>
            </a:xfrm>
            <a:custGeom>
              <a:avLst/>
              <a:gdLst/>
              <a:ahLst/>
              <a:cxnLst/>
              <a:rect l="l" t="t" r="r" b="b"/>
              <a:pathLst>
                <a:path w="15" h="15" extrusionOk="0">
                  <a:moveTo>
                    <a:pt x="14"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07" name="Google Shape;9707;p76"/>
            <p:cNvSpPr/>
            <p:nvPr/>
          </p:nvSpPr>
          <p:spPr>
            <a:xfrm>
              <a:off x="2212047" y="1649085"/>
              <a:ext cx="109" cy="163"/>
            </a:xfrm>
            <a:custGeom>
              <a:avLst/>
              <a:gdLst/>
              <a:ahLst/>
              <a:cxnLst/>
              <a:rect l="l" t="t" r="r" b="b"/>
              <a:pathLst>
                <a:path w="8" h="12" extrusionOk="0">
                  <a:moveTo>
                    <a:pt x="0" y="1"/>
                  </a:moveTo>
                  <a:lnTo>
                    <a:pt x="7"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08" name="Google Shape;9708;p76"/>
            <p:cNvSpPr/>
            <p:nvPr/>
          </p:nvSpPr>
          <p:spPr>
            <a:xfrm>
              <a:off x="2211667" y="1648324"/>
              <a:ext cx="14" cy="68"/>
            </a:xfrm>
            <a:custGeom>
              <a:avLst/>
              <a:gdLst/>
              <a:ahLst/>
              <a:cxnLst/>
              <a:rect l="l" t="t" r="r" b="b"/>
              <a:pathLst>
                <a:path w="1" h="5" extrusionOk="0">
                  <a:moveTo>
                    <a:pt x="0"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09" name="Google Shape;9709;p76"/>
            <p:cNvSpPr/>
            <p:nvPr/>
          </p:nvSpPr>
          <p:spPr>
            <a:xfrm>
              <a:off x="2214939" y="1641631"/>
              <a:ext cx="584" cy="1059"/>
            </a:xfrm>
            <a:custGeom>
              <a:avLst/>
              <a:gdLst/>
              <a:ahLst/>
              <a:cxnLst/>
              <a:rect l="l" t="t" r="r" b="b"/>
              <a:pathLst>
                <a:path w="43" h="78" extrusionOk="0">
                  <a:moveTo>
                    <a:pt x="15" y="0"/>
                  </a:moveTo>
                  <a:cubicBezTo>
                    <a:pt x="15" y="28"/>
                    <a:pt x="11" y="53"/>
                    <a:pt x="1" y="77"/>
                  </a:cubicBezTo>
                  <a:lnTo>
                    <a:pt x="43" y="4"/>
                  </a:ln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10" name="Google Shape;9710;p76"/>
            <p:cNvSpPr/>
            <p:nvPr/>
          </p:nvSpPr>
          <p:spPr>
            <a:xfrm>
              <a:off x="2214518" y="1643056"/>
              <a:ext cx="244" cy="244"/>
            </a:xfrm>
            <a:custGeom>
              <a:avLst/>
              <a:gdLst/>
              <a:ahLst/>
              <a:cxnLst/>
              <a:rect l="l" t="t" r="r" b="b"/>
              <a:pathLst>
                <a:path w="18" h="18" extrusionOk="0">
                  <a:moveTo>
                    <a:pt x="18" y="0"/>
                  </a:moveTo>
                  <a:cubicBezTo>
                    <a:pt x="14" y="7"/>
                    <a:pt x="7" y="11"/>
                    <a:pt x="0" y="18"/>
                  </a:cubicBezTo>
                  <a:cubicBezTo>
                    <a:pt x="7" y="14"/>
                    <a:pt x="14" y="7"/>
                    <a:pt x="1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11" name="Google Shape;9711;p76"/>
            <p:cNvSpPr/>
            <p:nvPr/>
          </p:nvSpPr>
          <p:spPr>
            <a:xfrm>
              <a:off x="2212713" y="1649845"/>
              <a:ext cx="136" cy="136"/>
            </a:xfrm>
            <a:custGeom>
              <a:avLst/>
              <a:gdLst/>
              <a:ahLst/>
              <a:cxnLst/>
              <a:rect l="l" t="t" r="r" b="b"/>
              <a:pathLst>
                <a:path w="10" h="10" extrusionOk="0">
                  <a:moveTo>
                    <a:pt x="0" y="1"/>
                  </a:moveTo>
                  <a:lnTo>
                    <a:pt x="10" y="10"/>
                  </a:lnTo>
                  <a:lnTo>
                    <a:pt x="10" y="10"/>
                  </a:lnTo>
                  <a:lnTo>
                    <a:pt x="7" y="8"/>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12" name="Google Shape;9712;p76"/>
            <p:cNvSpPr/>
            <p:nvPr/>
          </p:nvSpPr>
          <p:spPr>
            <a:xfrm>
              <a:off x="2216270" y="1651420"/>
              <a:ext cx="638" cy="54"/>
            </a:xfrm>
            <a:custGeom>
              <a:avLst/>
              <a:gdLst/>
              <a:ahLst/>
              <a:cxnLst/>
              <a:rect l="l" t="t" r="r" b="b"/>
              <a:pathLst>
                <a:path w="47" h="4" extrusionOk="0">
                  <a:moveTo>
                    <a:pt x="1" y="4"/>
                  </a:moveTo>
                  <a:lnTo>
                    <a:pt x="46"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13" name="Google Shape;9713;p76"/>
            <p:cNvSpPr/>
            <p:nvPr/>
          </p:nvSpPr>
          <p:spPr>
            <a:xfrm>
              <a:off x="2217600" y="1651366"/>
              <a:ext cx="448" cy="14"/>
            </a:xfrm>
            <a:custGeom>
              <a:avLst/>
              <a:gdLst/>
              <a:ahLst/>
              <a:cxnLst/>
              <a:rect l="l" t="t" r="r" b="b"/>
              <a:pathLst>
                <a:path w="33" h="1" extrusionOk="0">
                  <a:moveTo>
                    <a:pt x="1" y="1"/>
                  </a:moveTo>
                  <a:lnTo>
                    <a:pt x="3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14" name="Google Shape;9714;p76"/>
            <p:cNvSpPr/>
            <p:nvPr/>
          </p:nvSpPr>
          <p:spPr>
            <a:xfrm>
              <a:off x="2242895" y="1649370"/>
              <a:ext cx="14" cy="14"/>
            </a:xfrm>
            <a:custGeom>
              <a:avLst/>
              <a:gdLst/>
              <a:ahLst/>
              <a:cxnLst/>
              <a:rect l="l" t="t" r="r" b="b"/>
              <a:pathLst>
                <a:path w="1"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15" name="Google Shape;9715;p76"/>
            <p:cNvSpPr/>
            <p:nvPr/>
          </p:nvSpPr>
          <p:spPr>
            <a:xfrm>
              <a:off x="2244891" y="1648609"/>
              <a:ext cx="244" cy="68"/>
            </a:xfrm>
            <a:custGeom>
              <a:avLst/>
              <a:gdLst/>
              <a:ahLst/>
              <a:cxnLst/>
              <a:rect l="l" t="t" r="r" b="b"/>
              <a:pathLst>
                <a:path w="18" h="5" extrusionOk="0">
                  <a:moveTo>
                    <a:pt x="18" y="1"/>
                  </a:moveTo>
                  <a:lnTo>
                    <a:pt x="0" y="4"/>
                  </a:ln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16" name="Google Shape;9716;p76"/>
            <p:cNvSpPr/>
            <p:nvPr/>
          </p:nvSpPr>
          <p:spPr>
            <a:xfrm>
              <a:off x="2216989" y="1651366"/>
              <a:ext cx="530" cy="68"/>
            </a:xfrm>
            <a:custGeom>
              <a:avLst/>
              <a:gdLst/>
              <a:ahLst/>
              <a:cxnLst/>
              <a:rect l="l" t="t" r="r" b="b"/>
              <a:pathLst>
                <a:path w="39" h="5" extrusionOk="0">
                  <a:moveTo>
                    <a:pt x="0" y="4"/>
                  </a:moveTo>
                  <a:lnTo>
                    <a:pt x="3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17" name="Google Shape;9717;p76"/>
            <p:cNvSpPr/>
            <p:nvPr/>
          </p:nvSpPr>
          <p:spPr>
            <a:xfrm>
              <a:off x="2240329" y="1649424"/>
              <a:ext cx="2430" cy="1534"/>
            </a:xfrm>
            <a:custGeom>
              <a:avLst/>
              <a:gdLst/>
              <a:ahLst/>
              <a:cxnLst/>
              <a:rect l="l" t="t" r="r" b="b"/>
              <a:pathLst>
                <a:path w="179" h="113" extrusionOk="0">
                  <a:moveTo>
                    <a:pt x="179" y="0"/>
                  </a:moveTo>
                  <a:lnTo>
                    <a:pt x="179" y="0"/>
                  </a:lnTo>
                  <a:cubicBezTo>
                    <a:pt x="53" y="49"/>
                    <a:pt x="18" y="84"/>
                    <a:pt x="0" y="112"/>
                  </a:cubicBezTo>
                  <a:cubicBezTo>
                    <a:pt x="25" y="74"/>
                    <a:pt x="91" y="35"/>
                    <a:pt x="17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18" name="Google Shape;9718;p76"/>
            <p:cNvSpPr/>
            <p:nvPr/>
          </p:nvSpPr>
          <p:spPr>
            <a:xfrm>
              <a:off x="2215564" y="1651515"/>
              <a:ext cx="679" cy="54"/>
            </a:xfrm>
            <a:custGeom>
              <a:avLst/>
              <a:gdLst/>
              <a:ahLst/>
              <a:cxnLst/>
              <a:rect l="l" t="t" r="r" b="b"/>
              <a:pathLst>
                <a:path w="50" h="4" extrusionOk="0">
                  <a:moveTo>
                    <a:pt x="0" y="4"/>
                  </a:moveTo>
                  <a:lnTo>
                    <a:pt x="4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19" name="Google Shape;9719;p76"/>
            <p:cNvSpPr/>
            <p:nvPr/>
          </p:nvSpPr>
          <p:spPr>
            <a:xfrm>
              <a:off x="2234151" y="1652465"/>
              <a:ext cx="1819" cy="149"/>
            </a:xfrm>
            <a:custGeom>
              <a:avLst/>
              <a:gdLst/>
              <a:ahLst/>
              <a:cxnLst/>
              <a:rect l="l" t="t" r="r" b="b"/>
              <a:pathLst>
                <a:path w="134" h="11" extrusionOk="0">
                  <a:moveTo>
                    <a:pt x="133" y="11"/>
                  </a:moveTo>
                  <a:cubicBezTo>
                    <a:pt x="91" y="4"/>
                    <a:pt x="46" y="0"/>
                    <a:pt x="0" y="7"/>
                  </a:cubicBezTo>
                  <a:cubicBezTo>
                    <a:pt x="46" y="0"/>
                    <a:pt x="91" y="4"/>
                    <a:pt x="133"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20" name="Google Shape;9720;p76"/>
            <p:cNvSpPr/>
            <p:nvPr/>
          </p:nvSpPr>
          <p:spPr>
            <a:xfrm>
              <a:off x="2263764" y="1676796"/>
              <a:ext cx="299" cy="258"/>
            </a:xfrm>
            <a:custGeom>
              <a:avLst/>
              <a:gdLst/>
              <a:ahLst/>
              <a:cxnLst/>
              <a:rect l="l" t="t" r="r" b="b"/>
              <a:pathLst>
                <a:path w="22" h="19" extrusionOk="0">
                  <a:moveTo>
                    <a:pt x="21"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21" name="Google Shape;9721;p76"/>
            <p:cNvSpPr/>
            <p:nvPr/>
          </p:nvSpPr>
          <p:spPr>
            <a:xfrm>
              <a:off x="2263479" y="1676606"/>
              <a:ext cx="244" cy="204"/>
            </a:xfrm>
            <a:custGeom>
              <a:avLst/>
              <a:gdLst/>
              <a:ahLst/>
              <a:cxnLst/>
              <a:rect l="l" t="t" r="r" b="b"/>
              <a:pathLst>
                <a:path w="18" h="15" extrusionOk="0">
                  <a:moveTo>
                    <a:pt x="18"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22" name="Google Shape;9722;p76"/>
            <p:cNvSpPr/>
            <p:nvPr/>
          </p:nvSpPr>
          <p:spPr>
            <a:xfrm>
              <a:off x="2262528" y="1676226"/>
              <a:ext cx="109" cy="14"/>
            </a:xfrm>
            <a:custGeom>
              <a:avLst/>
              <a:gdLst/>
              <a:ahLst/>
              <a:cxnLst/>
              <a:rect l="l" t="t" r="r" b="b"/>
              <a:pathLst>
                <a:path w="8" h="1" extrusionOk="0">
                  <a:moveTo>
                    <a:pt x="7"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23" name="Google Shape;9723;p76"/>
            <p:cNvSpPr/>
            <p:nvPr/>
          </p:nvSpPr>
          <p:spPr>
            <a:xfrm>
              <a:off x="2262623" y="1676226"/>
              <a:ext cx="149" cy="68"/>
            </a:xfrm>
            <a:custGeom>
              <a:avLst/>
              <a:gdLst/>
              <a:ahLst/>
              <a:cxnLst/>
              <a:rect l="l" t="t" r="r" b="b"/>
              <a:pathLst>
                <a:path w="11" h="5" extrusionOk="0">
                  <a:moveTo>
                    <a:pt x="1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24" name="Google Shape;9724;p76"/>
            <p:cNvSpPr/>
            <p:nvPr/>
          </p:nvSpPr>
          <p:spPr>
            <a:xfrm>
              <a:off x="2257532" y="1677801"/>
              <a:ext cx="54" cy="14"/>
            </a:xfrm>
            <a:custGeom>
              <a:avLst/>
              <a:gdLst/>
              <a:ahLst/>
              <a:cxnLst/>
              <a:rect l="l" t="t" r="r" b="b"/>
              <a:pathLst>
                <a:path w="4"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25" name="Google Shape;9725;p76"/>
            <p:cNvSpPr/>
            <p:nvPr/>
          </p:nvSpPr>
          <p:spPr>
            <a:xfrm>
              <a:off x="2262814" y="1676280"/>
              <a:ext cx="149" cy="54"/>
            </a:xfrm>
            <a:custGeom>
              <a:avLst/>
              <a:gdLst/>
              <a:ahLst/>
              <a:cxnLst/>
              <a:rect l="l" t="t" r="r" b="b"/>
              <a:pathLst>
                <a:path w="11" h="4" extrusionOk="0">
                  <a:moveTo>
                    <a:pt x="1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26" name="Google Shape;9726;p76"/>
            <p:cNvSpPr/>
            <p:nvPr/>
          </p:nvSpPr>
          <p:spPr>
            <a:xfrm>
              <a:off x="2262949" y="1676321"/>
              <a:ext cx="204" cy="109"/>
            </a:xfrm>
            <a:custGeom>
              <a:avLst/>
              <a:gdLst/>
              <a:ahLst/>
              <a:cxnLst/>
              <a:rect l="l" t="t" r="r" b="b"/>
              <a:pathLst>
                <a:path w="15" h="8" extrusionOk="0">
                  <a:moveTo>
                    <a:pt x="15"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27" name="Google Shape;9727;p76"/>
            <p:cNvSpPr/>
            <p:nvPr/>
          </p:nvSpPr>
          <p:spPr>
            <a:xfrm>
              <a:off x="2262474" y="167618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28" name="Google Shape;9728;p76"/>
            <p:cNvSpPr/>
            <p:nvPr/>
          </p:nvSpPr>
          <p:spPr>
            <a:xfrm>
              <a:off x="2256486" y="1677462"/>
              <a:ext cx="109" cy="68"/>
            </a:xfrm>
            <a:custGeom>
              <a:avLst/>
              <a:gdLst/>
              <a:ahLst/>
              <a:cxnLst/>
              <a:rect l="l" t="t" r="r" b="b"/>
              <a:pathLst>
                <a:path w="8" h="5" extrusionOk="0">
                  <a:moveTo>
                    <a:pt x="7"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29" name="Google Shape;9729;p76"/>
            <p:cNvSpPr/>
            <p:nvPr/>
          </p:nvSpPr>
          <p:spPr>
            <a:xfrm>
              <a:off x="2263194" y="1676470"/>
              <a:ext cx="244" cy="109"/>
            </a:xfrm>
            <a:custGeom>
              <a:avLst/>
              <a:gdLst/>
              <a:ahLst/>
              <a:cxnLst/>
              <a:rect l="l" t="t" r="r" b="b"/>
              <a:pathLst>
                <a:path w="18" h="8" extrusionOk="0">
                  <a:moveTo>
                    <a:pt x="18"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30" name="Google Shape;9730;p76"/>
            <p:cNvSpPr/>
            <p:nvPr/>
          </p:nvSpPr>
          <p:spPr>
            <a:xfrm>
              <a:off x="2262148" y="1655317"/>
              <a:ext cx="720" cy="1724"/>
            </a:xfrm>
            <a:custGeom>
              <a:avLst/>
              <a:gdLst/>
              <a:ahLst/>
              <a:cxnLst/>
              <a:rect l="l" t="t" r="r" b="b"/>
              <a:pathLst>
                <a:path w="53" h="127" extrusionOk="0">
                  <a:moveTo>
                    <a:pt x="0" y="0"/>
                  </a:moveTo>
                  <a:lnTo>
                    <a:pt x="0" y="0"/>
                  </a:lnTo>
                  <a:cubicBezTo>
                    <a:pt x="14" y="42"/>
                    <a:pt x="32" y="84"/>
                    <a:pt x="53" y="126"/>
                  </a:cubicBezTo>
                  <a:cubicBezTo>
                    <a:pt x="32" y="84"/>
                    <a:pt x="14" y="42"/>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31" name="Google Shape;9731;p76"/>
            <p:cNvSpPr/>
            <p:nvPr/>
          </p:nvSpPr>
          <p:spPr>
            <a:xfrm>
              <a:off x="2245842" y="1647469"/>
              <a:ext cx="3951" cy="964"/>
            </a:xfrm>
            <a:custGeom>
              <a:avLst/>
              <a:gdLst/>
              <a:ahLst/>
              <a:cxnLst/>
              <a:rect l="l" t="t" r="r" b="b"/>
              <a:pathLst>
                <a:path w="291" h="71" extrusionOk="0">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32" name="Google Shape;9732;p76"/>
            <p:cNvSpPr/>
            <p:nvPr/>
          </p:nvSpPr>
          <p:spPr>
            <a:xfrm>
              <a:off x="2264619" y="1659974"/>
              <a:ext cx="869" cy="1195"/>
            </a:xfrm>
            <a:custGeom>
              <a:avLst/>
              <a:gdLst/>
              <a:ahLst/>
              <a:cxnLst/>
              <a:rect l="l" t="t" r="r" b="b"/>
              <a:pathLst>
                <a:path w="64" h="88" extrusionOk="0">
                  <a:moveTo>
                    <a:pt x="0" y="0"/>
                  </a:moveTo>
                  <a:lnTo>
                    <a:pt x="0" y="0"/>
                  </a:lnTo>
                  <a:cubicBezTo>
                    <a:pt x="21" y="35"/>
                    <a:pt x="42" y="63"/>
                    <a:pt x="63" y="88"/>
                  </a:cubicBezTo>
                  <a:cubicBezTo>
                    <a:pt x="42" y="63"/>
                    <a:pt x="21" y="32"/>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33" name="Google Shape;9733;p76"/>
            <p:cNvSpPr/>
            <p:nvPr/>
          </p:nvSpPr>
          <p:spPr>
            <a:xfrm>
              <a:off x="2243371" y="1648990"/>
              <a:ext cx="489" cy="204"/>
            </a:xfrm>
            <a:custGeom>
              <a:avLst/>
              <a:gdLst/>
              <a:ahLst/>
              <a:cxnLst/>
              <a:rect l="l" t="t" r="r" b="b"/>
              <a:pathLst>
                <a:path w="36" h="15" extrusionOk="0">
                  <a:moveTo>
                    <a:pt x="0" y="15"/>
                  </a:moveTo>
                  <a:lnTo>
                    <a:pt x="0" y="15"/>
                  </a:lnTo>
                  <a:lnTo>
                    <a:pt x="3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34" name="Google Shape;9734;p76"/>
            <p:cNvSpPr/>
            <p:nvPr/>
          </p:nvSpPr>
          <p:spPr>
            <a:xfrm>
              <a:off x="2256242" y="1670238"/>
              <a:ext cx="4399" cy="7142"/>
            </a:xfrm>
            <a:custGeom>
              <a:avLst/>
              <a:gdLst/>
              <a:ahLst/>
              <a:cxnLst/>
              <a:rect l="l" t="t" r="r" b="b"/>
              <a:pathLst>
                <a:path w="324" h="526" extrusionOk="0">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35" name="Google Shape;9735;p76"/>
            <p:cNvSpPr/>
            <p:nvPr/>
          </p:nvSpPr>
          <p:spPr>
            <a:xfrm>
              <a:off x="2256242" y="1677326"/>
              <a:ext cx="68" cy="54"/>
            </a:xfrm>
            <a:custGeom>
              <a:avLst/>
              <a:gdLst/>
              <a:ahLst/>
              <a:cxnLst/>
              <a:rect l="l" t="t" r="r" b="b"/>
              <a:pathLst>
                <a:path w="5" h="4" extrusionOk="0">
                  <a:moveTo>
                    <a:pt x="1" y="4"/>
                  </a:moveTo>
                  <a:lnTo>
                    <a:pt x="1" y="4"/>
                  </a:ln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36" name="Google Shape;9736;p76"/>
            <p:cNvSpPr/>
            <p:nvPr/>
          </p:nvSpPr>
          <p:spPr>
            <a:xfrm>
              <a:off x="2218985" y="1572222"/>
              <a:ext cx="67847" cy="47032"/>
            </a:xfrm>
            <a:custGeom>
              <a:avLst/>
              <a:gdLst/>
              <a:ahLst/>
              <a:cxnLst/>
              <a:rect l="l" t="t" r="r" b="b"/>
              <a:pathLst>
                <a:path w="4997" h="3464" extrusionOk="0">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37" name="Google Shape;9737;p76"/>
            <p:cNvSpPr/>
            <p:nvPr/>
          </p:nvSpPr>
          <p:spPr>
            <a:xfrm>
              <a:off x="2221972" y="1598508"/>
              <a:ext cx="353" cy="448"/>
            </a:xfrm>
            <a:custGeom>
              <a:avLst/>
              <a:gdLst/>
              <a:ahLst/>
              <a:cxnLst/>
              <a:rect l="l" t="t" r="r" b="b"/>
              <a:pathLst>
                <a:path w="26" h="33" extrusionOk="0">
                  <a:moveTo>
                    <a:pt x="25" y="32"/>
                  </a:moveTo>
                  <a:cubicBezTo>
                    <a:pt x="15" y="22"/>
                    <a:pt x="8" y="11"/>
                    <a:pt x="1" y="1"/>
                  </a:cubicBezTo>
                  <a:cubicBezTo>
                    <a:pt x="8" y="11"/>
                    <a:pt x="15" y="22"/>
                    <a:pt x="25"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38" name="Google Shape;9738;p76"/>
            <p:cNvSpPr/>
            <p:nvPr/>
          </p:nvSpPr>
          <p:spPr>
            <a:xfrm>
              <a:off x="2221212" y="1594666"/>
              <a:ext cx="828" cy="3856"/>
            </a:xfrm>
            <a:custGeom>
              <a:avLst/>
              <a:gdLst/>
              <a:ahLst/>
              <a:cxnLst/>
              <a:rect l="l" t="t" r="r" b="b"/>
              <a:pathLst>
                <a:path w="61" h="284" extrusionOk="0">
                  <a:moveTo>
                    <a:pt x="39" y="0"/>
                  </a:moveTo>
                  <a:lnTo>
                    <a:pt x="39" y="0"/>
                  </a:lnTo>
                  <a:cubicBezTo>
                    <a:pt x="1" y="91"/>
                    <a:pt x="8" y="200"/>
                    <a:pt x="60" y="284"/>
                  </a:cubicBezTo>
                  <a:cubicBezTo>
                    <a:pt x="8" y="200"/>
                    <a:pt x="1" y="91"/>
                    <a:pt x="3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39" name="Google Shape;9739;p76"/>
            <p:cNvSpPr/>
            <p:nvPr/>
          </p:nvSpPr>
          <p:spPr>
            <a:xfrm>
              <a:off x="2277355" y="1611733"/>
              <a:ext cx="149" cy="14"/>
            </a:xfrm>
            <a:custGeom>
              <a:avLst/>
              <a:gdLst/>
              <a:ahLst/>
              <a:cxnLst/>
              <a:rect l="l" t="t" r="r" b="b"/>
              <a:pathLst>
                <a:path w="11" h="1" extrusionOk="0">
                  <a:moveTo>
                    <a:pt x="0"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40" name="Google Shape;9740;p76"/>
            <p:cNvSpPr/>
            <p:nvPr/>
          </p:nvSpPr>
          <p:spPr>
            <a:xfrm>
              <a:off x="2222923" y="1617001"/>
              <a:ext cx="163" cy="68"/>
            </a:xfrm>
            <a:custGeom>
              <a:avLst/>
              <a:gdLst/>
              <a:ahLst/>
              <a:cxnLst/>
              <a:rect l="l" t="t" r="r" b="b"/>
              <a:pathLst>
                <a:path w="12" h="5" extrusionOk="0">
                  <a:moveTo>
                    <a:pt x="1" y="4"/>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41" name="Google Shape;9741;p76"/>
            <p:cNvSpPr/>
            <p:nvPr/>
          </p:nvSpPr>
          <p:spPr>
            <a:xfrm>
              <a:off x="2223547" y="1616526"/>
              <a:ext cx="244" cy="258"/>
            </a:xfrm>
            <a:custGeom>
              <a:avLst/>
              <a:gdLst/>
              <a:ahLst/>
              <a:cxnLst/>
              <a:rect l="l" t="t" r="r" b="b"/>
              <a:pathLst>
                <a:path w="18" h="19" extrusionOk="0">
                  <a:moveTo>
                    <a:pt x="0" y="18"/>
                  </a:moveTo>
                  <a:cubicBezTo>
                    <a:pt x="4" y="11"/>
                    <a:pt x="11" y="4"/>
                    <a:pt x="18" y="1"/>
                  </a:cubicBezTo>
                  <a:cubicBezTo>
                    <a:pt x="11" y="4"/>
                    <a:pt x="4" y="11"/>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42" name="Google Shape;9742;p76"/>
            <p:cNvSpPr/>
            <p:nvPr/>
          </p:nvSpPr>
          <p:spPr>
            <a:xfrm>
              <a:off x="2223208" y="1616811"/>
              <a:ext cx="163" cy="109"/>
            </a:xfrm>
            <a:custGeom>
              <a:avLst/>
              <a:gdLst/>
              <a:ahLst/>
              <a:cxnLst/>
              <a:rect l="l" t="t" r="r" b="b"/>
              <a:pathLst>
                <a:path w="12" h="8" extrusionOk="0">
                  <a:moveTo>
                    <a:pt x="1" y="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43" name="Google Shape;9743;p76"/>
            <p:cNvSpPr/>
            <p:nvPr/>
          </p:nvSpPr>
          <p:spPr>
            <a:xfrm>
              <a:off x="2276785" y="1611774"/>
              <a:ext cx="149" cy="14"/>
            </a:xfrm>
            <a:custGeom>
              <a:avLst/>
              <a:gdLst/>
              <a:ahLst/>
              <a:cxnLst/>
              <a:rect l="l" t="t" r="r" b="b"/>
              <a:pathLst>
                <a:path w="11" h="1" extrusionOk="0">
                  <a:moveTo>
                    <a:pt x="0"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44" name="Google Shape;9744;p76"/>
            <p:cNvSpPr/>
            <p:nvPr/>
          </p:nvSpPr>
          <p:spPr>
            <a:xfrm>
              <a:off x="2277016" y="1611774"/>
              <a:ext cx="204" cy="14"/>
            </a:xfrm>
            <a:custGeom>
              <a:avLst/>
              <a:gdLst/>
              <a:ahLst/>
              <a:cxnLst/>
              <a:rect l="l" t="t" r="r" b="b"/>
              <a:pathLst>
                <a:path w="15" h="1" extrusionOk="0">
                  <a:moveTo>
                    <a:pt x="1"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45" name="Google Shape;9745;p76"/>
            <p:cNvSpPr/>
            <p:nvPr/>
          </p:nvSpPr>
          <p:spPr>
            <a:xfrm>
              <a:off x="2263425" y="1618576"/>
              <a:ext cx="109" cy="54"/>
            </a:xfrm>
            <a:custGeom>
              <a:avLst/>
              <a:gdLst/>
              <a:ahLst/>
              <a:cxnLst/>
              <a:rect l="l" t="t" r="r" b="b"/>
              <a:pathLst>
                <a:path w="8" h="4" extrusionOk="0">
                  <a:moveTo>
                    <a:pt x="1" y="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46" name="Google Shape;9746;p76"/>
            <p:cNvSpPr/>
            <p:nvPr/>
          </p:nvSpPr>
          <p:spPr>
            <a:xfrm>
              <a:off x="2257776" y="1617381"/>
              <a:ext cx="149" cy="14"/>
            </a:xfrm>
            <a:custGeom>
              <a:avLst/>
              <a:gdLst/>
              <a:ahLst/>
              <a:cxnLst/>
              <a:rect l="l" t="t" r="r" b="b"/>
              <a:pathLst>
                <a:path w="11" h="1" extrusionOk="0">
                  <a:moveTo>
                    <a:pt x="0" y="1"/>
                  </a:moveTo>
                  <a:cubicBezTo>
                    <a:pt x="4" y="1"/>
                    <a:pt x="7" y="1"/>
                    <a:pt x="11" y="1"/>
                  </a:cubicBezTo>
                  <a:cubicBezTo>
                    <a:pt x="7" y="1"/>
                    <a:pt x="4"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47" name="Google Shape;9747;p76"/>
            <p:cNvSpPr/>
            <p:nvPr/>
          </p:nvSpPr>
          <p:spPr>
            <a:xfrm>
              <a:off x="2256812" y="1617286"/>
              <a:ext cx="163" cy="68"/>
            </a:xfrm>
            <a:custGeom>
              <a:avLst/>
              <a:gdLst/>
              <a:ahLst/>
              <a:cxnLst/>
              <a:rect l="l" t="t" r="r" b="b"/>
              <a:pathLst>
                <a:path w="12" h="5" extrusionOk="0">
                  <a:moveTo>
                    <a:pt x="1" y="1"/>
                  </a:move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48" name="Google Shape;9748;p76"/>
            <p:cNvSpPr/>
            <p:nvPr/>
          </p:nvSpPr>
          <p:spPr>
            <a:xfrm>
              <a:off x="2222638" y="1617096"/>
              <a:ext cx="109" cy="68"/>
            </a:xfrm>
            <a:custGeom>
              <a:avLst/>
              <a:gdLst/>
              <a:ahLst/>
              <a:cxnLst/>
              <a:rect l="l" t="t" r="r" b="b"/>
              <a:pathLst>
                <a:path w="8" h="5" extrusionOk="0">
                  <a:moveTo>
                    <a:pt x="1" y="4"/>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49" name="Google Shape;9749;p76"/>
            <p:cNvSpPr/>
            <p:nvPr/>
          </p:nvSpPr>
          <p:spPr>
            <a:xfrm>
              <a:off x="2278305" y="1611489"/>
              <a:ext cx="339" cy="109"/>
            </a:xfrm>
            <a:custGeom>
              <a:avLst/>
              <a:gdLst/>
              <a:ahLst/>
              <a:cxnLst/>
              <a:rect l="l" t="t" r="r" b="b"/>
              <a:pathLst>
                <a:path w="25" h="8" extrusionOk="0">
                  <a:moveTo>
                    <a:pt x="0" y="8"/>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50" name="Google Shape;9750;p76"/>
            <p:cNvSpPr/>
            <p:nvPr/>
          </p:nvSpPr>
          <p:spPr>
            <a:xfrm>
              <a:off x="2277966" y="1611584"/>
              <a:ext cx="353" cy="68"/>
            </a:xfrm>
            <a:custGeom>
              <a:avLst/>
              <a:gdLst/>
              <a:ahLst/>
              <a:cxnLst/>
              <a:rect l="l" t="t" r="r" b="b"/>
              <a:pathLst>
                <a:path w="26" h="5" extrusionOk="0">
                  <a:moveTo>
                    <a:pt x="1" y="4"/>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51" name="Google Shape;9751;p76"/>
            <p:cNvSpPr/>
            <p:nvPr/>
          </p:nvSpPr>
          <p:spPr>
            <a:xfrm>
              <a:off x="2270227" y="1618902"/>
              <a:ext cx="394" cy="204"/>
            </a:xfrm>
            <a:custGeom>
              <a:avLst/>
              <a:gdLst/>
              <a:ahLst/>
              <a:cxnLst/>
              <a:rect l="l" t="t" r="r" b="b"/>
              <a:pathLst>
                <a:path w="29" h="15" extrusionOk="0">
                  <a:moveTo>
                    <a:pt x="0" y="1"/>
                  </a:moveTo>
                  <a:cubicBezTo>
                    <a:pt x="11" y="4"/>
                    <a:pt x="18" y="8"/>
                    <a:pt x="28" y="15"/>
                  </a:cubicBezTo>
                  <a:cubicBezTo>
                    <a:pt x="18" y="8"/>
                    <a:pt x="11"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52" name="Google Shape;9752;p76"/>
            <p:cNvSpPr/>
            <p:nvPr/>
          </p:nvSpPr>
          <p:spPr>
            <a:xfrm>
              <a:off x="2277640" y="1611638"/>
              <a:ext cx="204" cy="54"/>
            </a:xfrm>
            <a:custGeom>
              <a:avLst/>
              <a:gdLst/>
              <a:ahLst/>
              <a:cxnLst/>
              <a:rect l="l" t="t" r="r" b="b"/>
              <a:pathLst>
                <a:path w="15" h="4" extrusionOk="0">
                  <a:moveTo>
                    <a:pt x="0" y="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53" name="Google Shape;9753;p76"/>
            <p:cNvSpPr/>
            <p:nvPr/>
          </p:nvSpPr>
          <p:spPr>
            <a:xfrm>
              <a:off x="2222353" y="1617191"/>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54" name="Google Shape;9754;p76"/>
            <p:cNvSpPr/>
            <p:nvPr/>
          </p:nvSpPr>
          <p:spPr>
            <a:xfrm>
              <a:off x="2221972" y="161719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55" name="Google Shape;9755;p76"/>
            <p:cNvSpPr/>
            <p:nvPr/>
          </p:nvSpPr>
          <p:spPr>
            <a:xfrm>
              <a:off x="2268272" y="1618332"/>
              <a:ext cx="299" cy="68"/>
            </a:xfrm>
            <a:custGeom>
              <a:avLst/>
              <a:gdLst/>
              <a:ahLst/>
              <a:cxnLst/>
              <a:rect l="l" t="t" r="r" b="b"/>
              <a:pathLst>
                <a:path w="22" h="5" extrusionOk="0">
                  <a:moveTo>
                    <a:pt x="1" y="1"/>
                  </a:moveTo>
                  <a:lnTo>
                    <a:pt x="2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56" name="Google Shape;9756;p76"/>
            <p:cNvSpPr/>
            <p:nvPr/>
          </p:nvSpPr>
          <p:spPr>
            <a:xfrm>
              <a:off x="2267701" y="1618291"/>
              <a:ext cx="299" cy="14"/>
            </a:xfrm>
            <a:custGeom>
              <a:avLst/>
              <a:gdLst/>
              <a:ahLst/>
              <a:cxnLst/>
              <a:rect l="l" t="t" r="r" b="b"/>
              <a:pathLst>
                <a:path w="22" h="1" extrusionOk="0">
                  <a:moveTo>
                    <a:pt x="1" y="0"/>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57" name="Google Shape;9757;p76"/>
            <p:cNvSpPr/>
            <p:nvPr/>
          </p:nvSpPr>
          <p:spPr>
            <a:xfrm>
              <a:off x="2276024" y="161186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58" name="Google Shape;9758;p76"/>
            <p:cNvSpPr/>
            <p:nvPr/>
          </p:nvSpPr>
          <p:spPr>
            <a:xfrm>
              <a:off x="2278726" y="1611448"/>
              <a:ext cx="258" cy="54"/>
            </a:xfrm>
            <a:custGeom>
              <a:avLst/>
              <a:gdLst/>
              <a:ahLst/>
              <a:cxnLst/>
              <a:rect l="l" t="t" r="r" b="b"/>
              <a:pathLst>
                <a:path w="19" h="4" extrusionOk="0">
                  <a:moveTo>
                    <a:pt x="1" y="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59" name="Google Shape;9759;p76"/>
            <p:cNvSpPr/>
            <p:nvPr/>
          </p:nvSpPr>
          <p:spPr>
            <a:xfrm>
              <a:off x="2266520" y="1618196"/>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60" name="Google Shape;9760;p76"/>
            <p:cNvSpPr/>
            <p:nvPr/>
          </p:nvSpPr>
          <p:spPr>
            <a:xfrm>
              <a:off x="2267131" y="1618237"/>
              <a:ext cx="299" cy="14"/>
            </a:xfrm>
            <a:custGeom>
              <a:avLst/>
              <a:gdLst/>
              <a:ahLst/>
              <a:cxnLst/>
              <a:rect l="l" t="t" r="r" b="b"/>
              <a:pathLst>
                <a:path w="22" h="1" extrusionOk="0">
                  <a:moveTo>
                    <a:pt x="1" y="1"/>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61" name="Google Shape;9761;p76"/>
            <p:cNvSpPr/>
            <p:nvPr/>
          </p:nvSpPr>
          <p:spPr>
            <a:xfrm>
              <a:off x="2269792" y="1618712"/>
              <a:ext cx="299" cy="163"/>
            </a:xfrm>
            <a:custGeom>
              <a:avLst/>
              <a:gdLst/>
              <a:ahLst/>
              <a:cxnLst/>
              <a:rect l="l" t="t" r="r" b="b"/>
              <a:pathLst>
                <a:path w="22" h="12" extrusionOk="0">
                  <a:moveTo>
                    <a:pt x="1" y="1"/>
                  </a:moveTo>
                  <a:lnTo>
                    <a:pt x="22"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62" name="Google Shape;9762;p76"/>
            <p:cNvSpPr/>
            <p:nvPr/>
          </p:nvSpPr>
          <p:spPr>
            <a:xfrm>
              <a:off x="2269317" y="1618576"/>
              <a:ext cx="299" cy="109"/>
            </a:xfrm>
            <a:custGeom>
              <a:avLst/>
              <a:gdLst/>
              <a:ahLst/>
              <a:cxnLst/>
              <a:rect l="l" t="t" r="r" b="b"/>
              <a:pathLst>
                <a:path w="22" h="8" extrusionOk="0">
                  <a:moveTo>
                    <a:pt x="1" y="0"/>
                  </a:moveTo>
                  <a:lnTo>
                    <a:pt x="22"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63" name="Google Shape;9763;p76"/>
            <p:cNvSpPr/>
            <p:nvPr/>
          </p:nvSpPr>
          <p:spPr>
            <a:xfrm>
              <a:off x="2263764" y="1618427"/>
              <a:ext cx="149" cy="68"/>
            </a:xfrm>
            <a:custGeom>
              <a:avLst/>
              <a:gdLst/>
              <a:ahLst/>
              <a:cxnLst/>
              <a:rect l="l" t="t" r="r" b="b"/>
              <a:pathLst>
                <a:path w="11" h="5" extrusionOk="0">
                  <a:moveTo>
                    <a:pt x="0" y="4"/>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64" name="Google Shape;9764;p76"/>
            <p:cNvSpPr/>
            <p:nvPr/>
          </p:nvSpPr>
          <p:spPr>
            <a:xfrm>
              <a:off x="2268801" y="1618427"/>
              <a:ext cx="299" cy="109"/>
            </a:xfrm>
            <a:custGeom>
              <a:avLst/>
              <a:gdLst/>
              <a:ahLst/>
              <a:cxnLst/>
              <a:rect l="l" t="t" r="r" b="b"/>
              <a:pathLst>
                <a:path w="22" h="8" extrusionOk="0">
                  <a:moveTo>
                    <a:pt x="0" y="1"/>
                  </a:moveTo>
                  <a:lnTo>
                    <a:pt x="2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65" name="Google Shape;9765;p76"/>
            <p:cNvSpPr/>
            <p:nvPr/>
          </p:nvSpPr>
          <p:spPr>
            <a:xfrm>
              <a:off x="2264565" y="1618332"/>
              <a:ext cx="204" cy="14"/>
            </a:xfrm>
            <a:custGeom>
              <a:avLst/>
              <a:gdLst/>
              <a:ahLst/>
              <a:cxnLst/>
              <a:rect l="l" t="t" r="r" b="b"/>
              <a:pathLst>
                <a:path w="15" h="1" extrusionOk="0">
                  <a:moveTo>
                    <a:pt x="1"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66" name="Google Shape;9766;p76"/>
            <p:cNvSpPr/>
            <p:nvPr/>
          </p:nvSpPr>
          <p:spPr>
            <a:xfrm>
              <a:off x="2276445" y="161182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67" name="Google Shape;9767;p76"/>
            <p:cNvSpPr/>
            <p:nvPr/>
          </p:nvSpPr>
          <p:spPr>
            <a:xfrm>
              <a:off x="2264144" y="1618386"/>
              <a:ext cx="204" cy="14"/>
            </a:xfrm>
            <a:custGeom>
              <a:avLst/>
              <a:gdLst/>
              <a:ahLst/>
              <a:cxnLst/>
              <a:rect l="l" t="t" r="r" b="b"/>
              <a:pathLst>
                <a:path w="15" h="1" extrusionOk="0">
                  <a:moveTo>
                    <a:pt x="0" y="0"/>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68" name="Google Shape;9768;p76"/>
            <p:cNvSpPr/>
            <p:nvPr/>
          </p:nvSpPr>
          <p:spPr>
            <a:xfrm>
              <a:off x="2265570" y="1618237"/>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69" name="Google Shape;9769;p76"/>
            <p:cNvSpPr/>
            <p:nvPr/>
          </p:nvSpPr>
          <p:spPr>
            <a:xfrm>
              <a:off x="2266086" y="161819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70" name="Google Shape;9770;p76"/>
            <p:cNvSpPr/>
            <p:nvPr/>
          </p:nvSpPr>
          <p:spPr>
            <a:xfrm>
              <a:off x="2276255" y="161182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71" name="Google Shape;9771;p76"/>
            <p:cNvSpPr/>
            <p:nvPr/>
          </p:nvSpPr>
          <p:spPr>
            <a:xfrm>
              <a:off x="2276119" y="161186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72" name="Google Shape;9772;p76"/>
            <p:cNvSpPr/>
            <p:nvPr/>
          </p:nvSpPr>
          <p:spPr>
            <a:xfrm>
              <a:off x="2265040" y="1618291"/>
              <a:ext cx="204" cy="14"/>
            </a:xfrm>
            <a:custGeom>
              <a:avLst/>
              <a:gdLst/>
              <a:ahLst/>
              <a:cxnLst/>
              <a:rect l="l" t="t" r="r" b="b"/>
              <a:pathLst>
                <a:path w="15" h="1" extrusionOk="0">
                  <a:moveTo>
                    <a:pt x="1" y="0"/>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73" name="Google Shape;9773;p76"/>
            <p:cNvSpPr/>
            <p:nvPr/>
          </p:nvSpPr>
          <p:spPr>
            <a:xfrm>
              <a:off x="2221307" y="161719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74" name="Google Shape;9774;p76"/>
            <p:cNvSpPr/>
            <p:nvPr/>
          </p:nvSpPr>
          <p:spPr>
            <a:xfrm>
              <a:off x="2257002" y="1617340"/>
              <a:ext cx="638" cy="54"/>
            </a:xfrm>
            <a:custGeom>
              <a:avLst/>
              <a:gdLst/>
              <a:ahLst/>
              <a:cxnLst/>
              <a:rect l="l" t="t" r="r" b="b"/>
              <a:pathLst>
                <a:path w="47" h="4" extrusionOk="0">
                  <a:moveTo>
                    <a:pt x="47" y="4"/>
                  </a:moveTo>
                  <a:cubicBezTo>
                    <a:pt x="33" y="4"/>
                    <a:pt x="15" y="4"/>
                    <a:pt x="1" y="0"/>
                  </a:cubicBezTo>
                  <a:cubicBezTo>
                    <a:pt x="15" y="4"/>
                    <a:pt x="33" y="4"/>
                    <a:pt x="47"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75" name="Google Shape;9775;p76"/>
            <p:cNvSpPr/>
            <p:nvPr/>
          </p:nvSpPr>
          <p:spPr>
            <a:xfrm>
              <a:off x="2221687" y="161719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76" name="Google Shape;9776;p76"/>
            <p:cNvSpPr/>
            <p:nvPr/>
          </p:nvSpPr>
          <p:spPr>
            <a:xfrm>
              <a:off x="2279446" y="1611298"/>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77" name="Google Shape;9777;p76"/>
            <p:cNvSpPr/>
            <p:nvPr/>
          </p:nvSpPr>
          <p:spPr>
            <a:xfrm>
              <a:off x="2279107" y="1611353"/>
              <a:ext cx="258" cy="54"/>
            </a:xfrm>
            <a:custGeom>
              <a:avLst/>
              <a:gdLst/>
              <a:ahLst/>
              <a:cxnLst/>
              <a:rect l="l" t="t" r="r" b="b"/>
              <a:pathLst>
                <a:path w="19" h="4" extrusionOk="0">
                  <a:moveTo>
                    <a:pt x="1" y="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78" name="Google Shape;9778;p76"/>
            <p:cNvSpPr/>
            <p:nvPr/>
          </p:nvSpPr>
          <p:spPr>
            <a:xfrm>
              <a:off x="2201348" y="1551829"/>
              <a:ext cx="52776" cy="23503"/>
            </a:xfrm>
            <a:custGeom>
              <a:avLst/>
              <a:gdLst/>
              <a:ahLst/>
              <a:cxnLst/>
              <a:rect l="l" t="t" r="r" b="b"/>
              <a:pathLst>
                <a:path w="3887" h="1731" extrusionOk="0">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79" name="Google Shape;9779;p76"/>
            <p:cNvSpPr/>
            <p:nvPr/>
          </p:nvSpPr>
          <p:spPr>
            <a:xfrm>
              <a:off x="2244511" y="1573173"/>
              <a:ext cx="3476" cy="1113"/>
            </a:xfrm>
            <a:custGeom>
              <a:avLst/>
              <a:gdLst/>
              <a:ahLst/>
              <a:cxnLst/>
              <a:rect l="l" t="t" r="r" b="b"/>
              <a:pathLst>
                <a:path w="256" h="82" extrusionOk="0">
                  <a:moveTo>
                    <a:pt x="256" y="8"/>
                  </a:moveTo>
                  <a:cubicBezTo>
                    <a:pt x="165" y="1"/>
                    <a:pt x="74" y="25"/>
                    <a:pt x="0" y="81"/>
                  </a:cubicBezTo>
                  <a:cubicBezTo>
                    <a:pt x="74" y="25"/>
                    <a:pt x="165" y="1"/>
                    <a:pt x="256"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80" name="Google Shape;9780;p76"/>
            <p:cNvSpPr/>
            <p:nvPr/>
          </p:nvSpPr>
          <p:spPr>
            <a:xfrm>
              <a:off x="2243316" y="1574273"/>
              <a:ext cx="1208" cy="1154"/>
            </a:xfrm>
            <a:custGeom>
              <a:avLst/>
              <a:gdLst/>
              <a:ahLst/>
              <a:cxnLst/>
              <a:rect l="l" t="t" r="r" b="b"/>
              <a:pathLst>
                <a:path w="89" h="85" extrusionOk="0">
                  <a:moveTo>
                    <a:pt x="88" y="0"/>
                  </a:moveTo>
                  <a:cubicBezTo>
                    <a:pt x="57" y="25"/>
                    <a:pt x="25" y="53"/>
                    <a:pt x="1" y="84"/>
                  </a:cubicBezTo>
                  <a:lnTo>
                    <a:pt x="1" y="84"/>
                  </a:lnTo>
                  <a:cubicBezTo>
                    <a:pt x="25" y="53"/>
                    <a:pt x="57" y="25"/>
                    <a:pt x="8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81" name="Google Shape;9781;p76"/>
            <p:cNvSpPr/>
            <p:nvPr/>
          </p:nvSpPr>
          <p:spPr>
            <a:xfrm>
              <a:off x="2252820" y="1570607"/>
              <a:ext cx="163" cy="109"/>
            </a:xfrm>
            <a:custGeom>
              <a:avLst/>
              <a:gdLst/>
              <a:ahLst/>
              <a:cxnLst/>
              <a:rect l="l" t="t" r="r" b="b"/>
              <a:pathLst>
                <a:path w="12" h="8" extrusionOk="0">
                  <a:moveTo>
                    <a:pt x="1" y="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82" name="Google Shape;9782;p76"/>
            <p:cNvSpPr/>
            <p:nvPr/>
          </p:nvSpPr>
          <p:spPr>
            <a:xfrm>
              <a:off x="2253445" y="1570322"/>
              <a:ext cx="109" cy="68"/>
            </a:xfrm>
            <a:custGeom>
              <a:avLst/>
              <a:gdLst/>
              <a:ahLst/>
              <a:cxnLst/>
              <a:rect l="l" t="t" r="r" b="b"/>
              <a:pathLst>
                <a:path w="8"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83" name="Google Shape;9783;p76"/>
            <p:cNvSpPr/>
            <p:nvPr/>
          </p:nvSpPr>
          <p:spPr>
            <a:xfrm>
              <a:off x="2201973" y="1568516"/>
              <a:ext cx="40502" cy="24372"/>
            </a:xfrm>
            <a:custGeom>
              <a:avLst/>
              <a:gdLst/>
              <a:ahLst/>
              <a:cxnLst/>
              <a:rect l="l" t="t" r="r" b="b"/>
              <a:pathLst>
                <a:path w="2983" h="1795" extrusionOk="0">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84" name="Google Shape;9784;p76"/>
            <p:cNvSpPr/>
            <p:nvPr/>
          </p:nvSpPr>
          <p:spPr>
            <a:xfrm>
              <a:off x="2219786" y="1591095"/>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85" name="Google Shape;9785;p76"/>
            <p:cNvSpPr/>
            <p:nvPr/>
          </p:nvSpPr>
          <p:spPr>
            <a:xfrm>
              <a:off x="2220072" y="1591285"/>
              <a:ext cx="353" cy="258"/>
            </a:xfrm>
            <a:custGeom>
              <a:avLst/>
              <a:gdLst/>
              <a:ahLst/>
              <a:cxnLst/>
              <a:rect l="l" t="t" r="r" b="b"/>
              <a:pathLst>
                <a:path w="26" h="19" extrusionOk="0">
                  <a:moveTo>
                    <a:pt x="25" y="1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86" name="Google Shape;9786;p76"/>
            <p:cNvSpPr/>
            <p:nvPr/>
          </p:nvSpPr>
          <p:spPr>
            <a:xfrm>
              <a:off x="2220411" y="1591530"/>
              <a:ext cx="1154" cy="1290"/>
            </a:xfrm>
            <a:custGeom>
              <a:avLst/>
              <a:gdLst/>
              <a:ahLst/>
              <a:cxnLst/>
              <a:rect l="l" t="t" r="r" b="b"/>
              <a:pathLst>
                <a:path w="85" h="95" extrusionOk="0">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87" name="Google Shape;9787;p76"/>
            <p:cNvSpPr/>
            <p:nvPr/>
          </p:nvSpPr>
          <p:spPr>
            <a:xfrm>
              <a:off x="2223547" y="1592901"/>
              <a:ext cx="339" cy="14"/>
            </a:xfrm>
            <a:custGeom>
              <a:avLst/>
              <a:gdLst/>
              <a:ahLst/>
              <a:cxnLst/>
              <a:rect l="l" t="t" r="r" b="b"/>
              <a:pathLst>
                <a:path w="25" h="1" extrusionOk="0">
                  <a:moveTo>
                    <a:pt x="0" y="1"/>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88" name="Google Shape;9788;p76"/>
            <p:cNvSpPr/>
            <p:nvPr/>
          </p:nvSpPr>
          <p:spPr>
            <a:xfrm>
              <a:off x="2222312" y="1592860"/>
              <a:ext cx="489" cy="14"/>
            </a:xfrm>
            <a:custGeom>
              <a:avLst/>
              <a:gdLst/>
              <a:ahLst/>
              <a:cxnLst/>
              <a:rect l="l" t="t" r="r" b="b"/>
              <a:pathLst>
                <a:path w="36" h="1" extrusionOk="0">
                  <a:moveTo>
                    <a:pt x="0" y="0"/>
                  </a:moveTo>
                  <a:lnTo>
                    <a:pt x="3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89" name="Google Shape;9789;p76"/>
            <p:cNvSpPr/>
            <p:nvPr/>
          </p:nvSpPr>
          <p:spPr>
            <a:xfrm>
              <a:off x="2224878" y="1592996"/>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90" name="Google Shape;9790;p76"/>
            <p:cNvSpPr/>
            <p:nvPr/>
          </p:nvSpPr>
          <p:spPr>
            <a:xfrm>
              <a:off x="2222923" y="1592860"/>
              <a:ext cx="394" cy="14"/>
            </a:xfrm>
            <a:custGeom>
              <a:avLst/>
              <a:gdLst/>
              <a:ahLst/>
              <a:cxnLst/>
              <a:rect l="l" t="t" r="r" b="b"/>
              <a:pathLst>
                <a:path w="29" h="1" extrusionOk="0">
                  <a:moveTo>
                    <a:pt x="1" y="0"/>
                  </a:moveTo>
                  <a:lnTo>
                    <a:pt x="2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91" name="Google Shape;9791;p76"/>
            <p:cNvSpPr/>
            <p:nvPr/>
          </p:nvSpPr>
          <p:spPr>
            <a:xfrm>
              <a:off x="2224023" y="1592955"/>
              <a:ext cx="299" cy="14"/>
            </a:xfrm>
            <a:custGeom>
              <a:avLst/>
              <a:gdLst/>
              <a:ahLst/>
              <a:cxnLst/>
              <a:rect l="l" t="t" r="r" b="b"/>
              <a:pathLst>
                <a:path w="22" h="1" extrusionOk="0">
                  <a:moveTo>
                    <a:pt x="0" y="0"/>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92" name="Google Shape;9792;p76"/>
            <p:cNvSpPr/>
            <p:nvPr/>
          </p:nvSpPr>
          <p:spPr>
            <a:xfrm>
              <a:off x="2221592" y="1592806"/>
              <a:ext cx="584" cy="14"/>
            </a:xfrm>
            <a:custGeom>
              <a:avLst/>
              <a:gdLst/>
              <a:ahLst/>
              <a:cxnLst/>
              <a:rect l="l" t="t" r="r" b="b"/>
              <a:pathLst>
                <a:path w="43" h="1" extrusionOk="0">
                  <a:moveTo>
                    <a:pt x="1" y="1"/>
                  </a:moveTo>
                  <a:lnTo>
                    <a:pt x="43"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93" name="Google Shape;9793;p76"/>
            <p:cNvSpPr/>
            <p:nvPr/>
          </p:nvSpPr>
          <p:spPr>
            <a:xfrm>
              <a:off x="2224444" y="1592955"/>
              <a:ext cx="299" cy="14"/>
            </a:xfrm>
            <a:custGeom>
              <a:avLst/>
              <a:gdLst/>
              <a:ahLst/>
              <a:cxnLst/>
              <a:rect l="l" t="t" r="r" b="b"/>
              <a:pathLst>
                <a:path w="22" h="1" extrusionOk="0">
                  <a:moveTo>
                    <a:pt x="1" y="0"/>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94" name="Google Shape;9794;p76"/>
            <p:cNvSpPr/>
            <p:nvPr/>
          </p:nvSpPr>
          <p:spPr>
            <a:xfrm>
              <a:off x="2225204" y="1592996"/>
              <a:ext cx="204" cy="14"/>
            </a:xfrm>
            <a:custGeom>
              <a:avLst/>
              <a:gdLst/>
              <a:ahLst/>
              <a:cxnLst/>
              <a:rect l="l" t="t" r="r" b="b"/>
              <a:pathLst>
                <a:path w="15" h="1" extrusionOk="0">
                  <a:moveTo>
                    <a:pt x="1"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95" name="Google Shape;9795;p76"/>
            <p:cNvSpPr/>
            <p:nvPr/>
          </p:nvSpPr>
          <p:spPr>
            <a:xfrm>
              <a:off x="2242081" y="1576934"/>
              <a:ext cx="353" cy="2200"/>
            </a:xfrm>
            <a:custGeom>
              <a:avLst/>
              <a:gdLst/>
              <a:ahLst/>
              <a:cxnLst/>
              <a:rect l="l" t="t" r="r" b="b"/>
              <a:pathLst>
                <a:path w="26" h="162" extrusionOk="0">
                  <a:moveTo>
                    <a:pt x="25" y="0"/>
                  </a:moveTo>
                  <a:lnTo>
                    <a:pt x="25" y="0"/>
                  </a:lnTo>
                  <a:cubicBezTo>
                    <a:pt x="4" y="53"/>
                    <a:pt x="1" y="109"/>
                    <a:pt x="11" y="161"/>
                  </a:cubicBezTo>
                  <a:cubicBezTo>
                    <a:pt x="1" y="109"/>
                    <a:pt x="4" y="53"/>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96" name="Google Shape;9796;p76"/>
            <p:cNvSpPr/>
            <p:nvPr/>
          </p:nvSpPr>
          <p:spPr>
            <a:xfrm>
              <a:off x="2225489" y="1593050"/>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97" name="Google Shape;9797;p76"/>
            <p:cNvSpPr/>
            <p:nvPr/>
          </p:nvSpPr>
          <p:spPr>
            <a:xfrm>
              <a:off x="2226494" y="1593186"/>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98" name="Google Shape;9798;p76"/>
            <p:cNvSpPr/>
            <p:nvPr/>
          </p:nvSpPr>
          <p:spPr>
            <a:xfrm>
              <a:off x="2226439" y="1593186"/>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99" name="Google Shape;9799;p76"/>
            <p:cNvSpPr/>
            <p:nvPr/>
          </p:nvSpPr>
          <p:spPr>
            <a:xfrm>
              <a:off x="2226154" y="1593145"/>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00" name="Google Shape;9800;p76"/>
            <p:cNvSpPr/>
            <p:nvPr/>
          </p:nvSpPr>
          <p:spPr>
            <a:xfrm>
              <a:off x="2226304" y="159314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01" name="Google Shape;9801;p76"/>
            <p:cNvSpPr/>
            <p:nvPr/>
          </p:nvSpPr>
          <p:spPr>
            <a:xfrm>
              <a:off x="2225964" y="1593091"/>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02" name="Google Shape;9802;p76"/>
            <p:cNvSpPr/>
            <p:nvPr/>
          </p:nvSpPr>
          <p:spPr>
            <a:xfrm>
              <a:off x="2225774" y="1593091"/>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03" name="Google Shape;9803;p76"/>
            <p:cNvSpPr/>
            <p:nvPr/>
          </p:nvSpPr>
          <p:spPr>
            <a:xfrm>
              <a:off x="2240044" y="1575454"/>
              <a:ext cx="299" cy="204"/>
            </a:xfrm>
            <a:custGeom>
              <a:avLst/>
              <a:gdLst/>
              <a:ahLst/>
              <a:cxnLst/>
              <a:rect l="l" t="t" r="r" b="b"/>
              <a:pathLst>
                <a:path w="22" h="15" extrusionOk="0">
                  <a:moveTo>
                    <a:pt x="0" y="1"/>
                  </a:moveTo>
                  <a:lnTo>
                    <a:pt x="2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04" name="Google Shape;9804;p76"/>
            <p:cNvSpPr/>
            <p:nvPr/>
          </p:nvSpPr>
          <p:spPr>
            <a:xfrm>
              <a:off x="2206195" y="1570566"/>
              <a:ext cx="258" cy="109"/>
            </a:xfrm>
            <a:custGeom>
              <a:avLst/>
              <a:gdLst/>
              <a:ahLst/>
              <a:cxnLst/>
              <a:rect l="l" t="t" r="r" b="b"/>
              <a:pathLst>
                <a:path w="19" h="8" extrusionOk="0">
                  <a:moveTo>
                    <a:pt x="1" y="7"/>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05" name="Google Shape;9805;p76"/>
            <p:cNvSpPr/>
            <p:nvPr/>
          </p:nvSpPr>
          <p:spPr>
            <a:xfrm>
              <a:off x="2208151" y="1569806"/>
              <a:ext cx="204" cy="109"/>
            </a:xfrm>
            <a:custGeom>
              <a:avLst/>
              <a:gdLst/>
              <a:ahLst/>
              <a:cxnLst/>
              <a:rect l="l" t="t" r="r" b="b"/>
              <a:pathLst>
                <a:path w="15" h="8" extrusionOk="0">
                  <a:moveTo>
                    <a:pt x="0" y="7"/>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06" name="Google Shape;9806;p76"/>
            <p:cNvSpPr/>
            <p:nvPr/>
          </p:nvSpPr>
          <p:spPr>
            <a:xfrm>
              <a:off x="2225109" y="1570036"/>
              <a:ext cx="1914" cy="109"/>
            </a:xfrm>
            <a:custGeom>
              <a:avLst/>
              <a:gdLst/>
              <a:ahLst/>
              <a:cxnLst/>
              <a:rect l="l" t="t" r="r" b="b"/>
              <a:pathLst>
                <a:path w="141" h="8" extrusionOk="0">
                  <a:moveTo>
                    <a:pt x="141" y="1"/>
                  </a:moveTo>
                  <a:cubicBezTo>
                    <a:pt x="92" y="4"/>
                    <a:pt x="46" y="8"/>
                    <a:pt x="1" y="8"/>
                  </a:cubicBezTo>
                  <a:cubicBezTo>
                    <a:pt x="46" y="8"/>
                    <a:pt x="92" y="4"/>
                    <a:pt x="14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07" name="Google Shape;9807;p76"/>
            <p:cNvSpPr/>
            <p:nvPr/>
          </p:nvSpPr>
          <p:spPr>
            <a:xfrm>
              <a:off x="2207526" y="1570091"/>
              <a:ext cx="258" cy="109"/>
            </a:xfrm>
            <a:custGeom>
              <a:avLst/>
              <a:gdLst/>
              <a:ahLst/>
              <a:cxnLst/>
              <a:rect l="l" t="t" r="r" b="b"/>
              <a:pathLst>
                <a:path w="19" h="8" extrusionOk="0">
                  <a:moveTo>
                    <a:pt x="1" y="7"/>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08" name="Google Shape;9808;p76"/>
            <p:cNvSpPr/>
            <p:nvPr/>
          </p:nvSpPr>
          <p:spPr>
            <a:xfrm>
              <a:off x="2240899" y="1576024"/>
              <a:ext cx="339" cy="204"/>
            </a:xfrm>
            <a:custGeom>
              <a:avLst/>
              <a:gdLst/>
              <a:ahLst/>
              <a:cxnLst/>
              <a:rect l="l" t="t" r="r" b="b"/>
              <a:pathLst>
                <a:path w="25" h="15" extrusionOk="0">
                  <a:moveTo>
                    <a:pt x="0" y="1"/>
                  </a:moveTo>
                  <a:lnTo>
                    <a:pt x="25"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09" name="Google Shape;9809;p76"/>
            <p:cNvSpPr/>
            <p:nvPr/>
          </p:nvSpPr>
          <p:spPr>
            <a:xfrm>
              <a:off x="2206915" y="1570322"/>
              <a:ext cx="244" cy="109"/>
            </a:xfrm>
            <a:custGeom>
              <a:avLst/>
              <a:gdLst/>
              <a:ahLst/>
              <a:cxnLst/>
              <a:rect l="l" t="t" r="r" b="b"/>
              <a:pathLst>
                <a:path w="18" h="8" extrusionOk="0">
                  <a:moveTo>
                    <a:pt x="0" y="8"/>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10" name="Google Shape;9810;p76"/>
            <p:cNvSpPr/>
            <p:nvPr/>
          </p:nvSpPr>
          <p:spPr>
            <a:xfrm>
              <a:off x="2241755" y="1576554"/>
              <a:ext cx="530" cy="299"/>
            </a:xfrm>
            <a:custGeom>
              <a:avLst/>
              <a:gdLst/>
              <a:ahLst/>
              <a:cxnLst/>
              <a:rect l="l" t="t" r="r" b="b"/>
              <a:pathLst>
                <a:path w="39" h="22" extrusionOk="0">
                  <a:moveTo>
                    <a:pt x="0" y="0"/>
                  </a:moveTo>
                  <a:lnTo>
                    <a:pt x="39"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11" name="Google Shape;9811;p76"/>
            <p:cNvSpPr/>
            <p:nvPr/>
          </p:nvSpPr>
          <p:spPr>
            <a:xfrm>
              <a:off x="2204539" y="1570946"/>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12" name="Google Shape;9812;p76"/>
            <p:cNvSpPr/>
            <p:nvPr/>
          </p:nvSpPr>
          <p:spPr>
            <a:xfrm>
              <a:off x="2229345" y="1569466"/>
              <a:ext cx="1018" cy="543"/>
            </a:xfrm>
            <a:custGeom>
              <a:avLst/>
              <a:gdLst/>
              <a:ahLst/>
              <a:cxnLst/>
              <a:rect l="l" t="t" r="r" b="b"/>
              <a:pathLst>
                <a:path w="75" h="40" extrusionOk="0">
                  <a:moveTo>
                    <a:pt x="74" y="39"/>
                  </a:moveTo>
                  <a:cubicBezTo>
                    <a:pt x="57" y="15"/>
                    <a:pt x="29" y="1"/>
                    <a:pt x="1" y="1"/>
                  </a:cubicBezTo>
                  <a:cubicBezTo>
                    <a:pt x="29" y="1"/>
                    <a:pt x="57" y="15"/>
                    <a:pt x="74"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13" name="Google Shape;9813;p76"/>
            <p:cNvSpPr/>
            <p:nvPr/>
          </p:nvSpPr>
          <p:spPr>
            <a:xfrm>
              <a:off x="2205394" y="1570756"/>
              <a:ext cx="244" cy="54"/>
            </a:xfrm>
            <a:custGeom>
              <a:avLst/>
              <a:gdLst/>
              <a:ahLst/>
              <a:cxnLst/>
              <a:rect l="l" t="t" r="r" b="b"/>
              <a:pathLst>
                <a:path w="18" h="4" extrusionOk="0">
                  <a:moveTo>
                    <a:pt x="0" y="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14" name="Google Shape;9814;p76"/>
            <p:cNvSpPr/>
            <p:nvPr/>
          </p:nvSpPr>
          <p:spPr>
            <a:xfrm>
              <a:off x="2095783" y="1657326"/>
              <a:ext cx="30481" cy="15641"/>
            </a:xfrm>
            <a:custGeom>
              <a:avLst/>
              <a:gdLst/>
              <a:ahLst/>
              <a:cxnLst/>
              <a:rect l="l" t="t" r="r" b="b"/>
              <a:pathLst>
                <a:path w="2245" h="1152" extrusionOk="0">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15" name="Google Shape;9815;p76"/>
            <p:cNvSpPr/>
            <p:nvPr/>
          </p:nvSpPr>
          <p:spPr>
            <a:xfrm>
              <a:off x="2124445" y="1664672"/>
              <a:ext cx="149" cy="68"/>
            </a:xfrm>
            <a:custGeom>
              <a:avLst/>
              <a:gdLst/>
              <a:ahLst/>
              <a:cxnLst/>
              <a:rect l="l" t="t" r="r" b="b"/>
              <a:pathLst>
                <a:path w="11" h="5" extrusionOk="0">
                  <a:moveTo>
                    <a:pt x="11"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16" name="Google Shape;9816;p76"/>
            <p:cNvSpPr/>
            <p:nvPr/>
          </p:nvSpPr>
          <p:spPr>
            <a:xfrm>
              <a:off x="2126292" y="1664631"/>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17" name="Google Shape;9817;p76"/>
            <p:cNvSpPr/>
            <p:nvPr/>
          </p:nvSpPr>
          <p:spPr>
            <a:xfrm>
              <a:off x="2119422" y="1659349"/>
              <a:ext cx="136" cy="2539"/>
            </a:xfrm>
            <a:custGeom>
              <a:avLst/>
              <a:gdLst/>
              <a:ahLst/>
              <a:cxnLst/>
              <a:rect l="l" t="t" r="r" b="b"/>
              <a:pathLst>
                <a:path w="10" h="187" extrusionOk="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18" name="Google Shape;9818;p76"/>
            <p:cNvSpPr/>
            <p:nvPr/>
          </p:nvSpPr>
          <p:spPr>
            <a:xfrm>
              <a:off x="2125681" y="1664536"/>
              <a:ext cx="149" cy="14"/>
            </a:xfrm>
            <a:custGeom>
              <a:avLst/>
              <a:gdLst/>
              <a:ahLst/>
              <a:cxnLst/>
              <a:rect l="l" t="t" r="r" b="b"/>
              <a:pathLst>
                <a:path w="11" h="1" extrusionOk="0">
                  <a:moveTo>
                    <a:pt x="0"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19" name="Google Shape;9819;p76"/>
            <p:cNvSpPr/>
            <p:nvPr/>
          </p:nvSpPr>
          <p:spPr>
            <a:xfrm>
              <a:off x="2125206" y="1664536"/>
              <a:ext cx="204" cy="14"/>
            </a:xfrm>
            <a:custGeom>
              <a:avLst/>
              <a:gdLst/>
              <a:ahLst/>
              <a:cxnLst/>
              <a:rect l="l" t="t" r="r" b="b"/>
              <a:pathLst>
                <a:path w="15" h="1" extrusionOk="0">
                  <a:moveTo>
                    <a:pt x="0" y="0"/>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20" name="Google Shape;9820;p76"/>
            <p:cNvSpPr/>
            <p:nvPr/>
          </p:nvSpPr>
          <p:spPr>
            <a:xfrm>
              <a:off x="2124581" y="1664536"/>
              <a:ext cx="394" cy="149"/>
            </a:xfrm>
            <a:custGeom>
              <a:avLst/>
              <a:gdLst/>
              <a:ahLst/>
              <a:cxnLst/>
              <a:rect l="l" t="t" r="r" b="b"/>
              <a:pathLst>
                <a:path w="29" h="11" extrusionOk="0">
                  <a:moveTo>
                    <a:pt x="1" y="11"/>
                  </a:moveTo>
                  <a:cubicBezTo>
                    <a:pt x="11" y="4"/>
                    <a:pt x="18" y="4"/>
                    <a:pt x="29" y="0"/>
                  </a:cubicBezTo>
                  <a:cubicBezTo>
                    <a:pt x="18" y="4"/>
                    <a:pt x="11" y="4"/>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21" name="Google Shape;9821;p76"/>
            <p:cNvSpPr/>
            <p:nvPr/>
          </p:nvSpPr>
          <p:spPr>
            <a:xfrm>
              <a:off x="2094588" y="1586533"/>
              <a:ext cx="64181" cy="72259"/>
            </a:xfrm>
            <a:custGeom>
              <a:avLst/>
              <a:gdLst/>
              <a:ahLst/>
              <a:cxnLst/>
              <a:rect l="l" t="t" r="r" b="b"/>
              <a:pathLst>
                <a:path w="4727" h="5322" extrusionOk="0">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22" name="Google Shape;9822;p76"/>
            <p:cNvSpPr/>
            <p:nvPr/>
          </p:nvSpPr>
          <p:spPr>
            <a:xfrm>
              <a:off x="2158525" y="1622418"/>
              <a:ext cx="299" cy="1113"/>
            </a:xfrm>
            <a:custGeom>
              <a:avLst/>
              <a:gdLst/>
              <a:ahLst/>
              <a:cxnLst/>
              <a:rect l="l" t="t" r="r" b="b"/>
              <a:pathLst>
                <a:path w="22" h="82" extrusionOk="0">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23" name="Google Shape;9823;p76"/>
            <p:cNvSpPr/>
            <p:nvPr/>
          </p:nvSpPr>
          <p:spPr>
            <a:xfrm>
              <a:off x="2158620" y="1621427"/>
              <a:ext cx="14" cy="54"/>
            </a:xfrm>
            <a:custGeom>
              <a:avLst/>
              <a:gdLst/>
              <a:ahLst/>
              <a:cxnLst/>
              <a:rect l="l" t="t" r="r" b="b"/>
              <a:pathLst>
                <a:path w="1" h="4" extrusionOk="0">
                  <a:moveTo>
                    <a:pt x="0"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24" name="Google Shape;9824;p76"/>
            <p:cNvSpPr/>
            <p:nvPr/>
          </p:nvSpPr>
          <p:spPr>
            <a:xfrm>
              <a:off x="2158756" y="1622093"/>
              <a:ext cx="68" cy="149"/>
            </a:xfrm>
            <a:custGeom>
              <a:avLst/>
              <a:gdLst/>
              <a:ahLst/>
              <a:cxnLst/>
              <a:rect l="l" t="t" r="r" b="b"/>
              <a:pathLst>
                <a:path w="5" h="11" extrusionOk="0">
                  <a:moveTo>
                    <a:pt x="1" y="0"/>
                  </a:moveTo>
                  <a:lnTo>
                    <a:pt x="1" y="11"/>
                  </a:lnTo>
                  <a:cubicBezTo>
                    <a:pt x="4" y="7"/>
                    <a:pt x="1"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25" name="Google Shape;9825;p76"/>
            <p:cNvSpPr/>
            <p:nvPr/>
          </p:nvSpPr>
          <p:spPr>
            <a:xfrm>
              <a:off x="2153433" y="1595847"/>
              <a:ext cx="14" cy="299"/>
            </a:xfrm>
            <a:custGeom>
              <a:avLst/>
              <a:gdLst/>
              <a:ahLst/>
              <a:cxnLst/>
              <a:rect l="l" t="t" r="r" b="b"/>
              <a:pathLst>
                <a:path w="1" h="22" extrusionOk="0">
                  <a:moveTo>
                    <a:pt x="1"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26" name="Google Shape;9826;p76"/>
            <p:cNvSpPr/>
            <p:nvPr/>
          </p:nvSpPr>
          <p:spPr>
            <a:xfrm>
              <a:off x="2158756" y="1621753"/>
              <a:ext cx="14" cy="109"/>
            </a:xfrm>
            <a:custGeom>
              <a:avLst/>
              <a:gdLst/>
              <a:ahLst/>
              <a:cxnLst/>
              <a:rect l="l" t="t" r="r" b="b"/>
              <a:pathLst>
                <a:path w="1" h="8" extrusionOk="0">
                  <a:moveTo>
                    <a:pt x="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27" name="Google Shape;9827;p76"/>
            <p:cNvSpPr/>
            <p:nvPr/>
          </p:nvSpPr>
          <p:spPr>
            <a:xfrm>
              <a:off x="2153433" y="1596227"/>
              <a:ext cx="109" cy="448"/>
            </a:xfrm>
            <a:custGeom>
              <a:avLst/>
              <a:gdLst/>
              <a:ahLst/>
              <a:cxnLst/>
              <a:rect l="l" t="t" r="r" b="b"/>
              <a:pathLst>
                <a:path w="8" h="33" extrusionOk="0">
                  <a:moveTo>
                    <a:pt x="8" y="32"/>
                  </a:moveTo>
                  <a:cubicBezTo>
                    <a:pt x="4" y="22"/>
                    <a:pt x="1" y="11"/>
                    <a:pt x="1" y="1"/>
                  </a:cubicBezTo>
                  <a:cubicBezTo>
                    <a:pt x="1" y="11"/>
                    <a:pt x="4" y="22"/>
                    <a:pt x="8"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28" name="Google Shape;9828;p76"/>
            <p:cNvSpPr/>
            <p:nvPr/>
          </p:nvSpPr>
          <p:spPr>
            <a:xfrm>
              <a:off x="2147160" y="1646763"/>
              <a:ext cx="3775" cy="2390"/>
            </a:xfrm>
            <a:custGeom>
              <a:avLst/>
              <a:gdLst/>
              <a:ahLst/>
              <a:cxnLst/>
              <a:rect l="l" t="t" r="r" b="b"/>
              <a:pathLst>
                <a:path w="278" h="176" extrusionOk="0">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29" name="Google Shape;9829;p76"/>
            <p:cNvSpPr/>
            <p:nvPr/>
          </p:nvSpPr>
          <p:spPr>
            <a:xfrm>
              <a:off x="2121445" y="1657027"/>
              <a:ext cx="204" cy="14"/>
            </a:xfrm>
            <a:custGeom>
              <a:avLst/>
              <a:gdLst/>
              <a:ahLst/>
              <a:cxnLst/>
              <a:rect l="l" t="t" r="r" b="b"/>
              <a:pathLst>
                <a:path w="15" h="1" extrusionOk="0">
                  <a:moveTo>
                    <a:pt x="1" y="0"/>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30" name="Google Shape;9830;p76"/>
            <p:cNvSpPr/>
            <p:nvPr/>
          </p:nvSpPr>
          <p:spPr>
            <a:xfrm>
              <a:off x="2120073" y="1657123"/>
              <a:ext cx="815" cy="489"/>
            </a:xfrm>
            <a:custGeom>
              <a:avLst/>
              <a:gdLst/>
              <a:ahLst/>
              <a:cxnLst/>
              <a:rect l="l" t="t" r="r" b="b"/>
              <a:pathLst>
                <a:path w="60" h="36" extrusionOk="0">
                  <a:moveTo>
                    <a:pt x="60" y="0"/>
                  </a:moveTo>
                  <a:cubicBezTo>
                    <a:pt x="39" y="4"/>
                    <a:pt x="14" y="14"/>
                    <a:pt x="0" y="35"/>
                  </a:cubicBezTo>
                  <a:cubicBezTo>
                    <a:pt x="14" y="18"/>
                    <a:pt x="39" y="4"/>
                    <a:pt x="6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31" name="Google Shape;9831;p76"/>
            <p:cNvSpPr/>
            <p:nvPr/>
          </p:nvSpPr>
          <p:spPr>
            <a:xfrm>
              <a:off x="2121159" y="165702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32" name="Google Shape;9832;p76"/>
            <p:cNvSpPr/>
            <p:nvPr/>
          </p:nvSpPr>
          <p:spPr>
            <a:xfrm>
              <a:off x="2122069" y="1657123"/>
              <a:ext cx="244" cy="109"/>
            </a:xfrm>
            <a:custGeom>
              <a:avLst/>
              <a:gdLst/>
              <a:ahLst/>
              <a:cxnLst/>
              <a:rect l="l" t="t" r="r" b="b"/>
              <a:pathLst>
                <a:path w="18" h="8" extrusionOk="0">
                  <a:moveTo>
                    <a:pt x="0" y="0"/>
                  </a:moveTo>
                  <a:lnTo>
                    <a:pt x="18"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33" name="Google Shape;9833;p76"/>
            <p:cNvSpPr/>
            <p:nvPr/>
          </p:nvSpPr>
          <p:spPr>
            <a:xfrm>
              <a:off x="2123020" y="1657598"/>
              <a:ext cx="149" cy="109"/>
            </a:xfrm>
            <a:custGeom>
              <a:avLst/>
              <a:gdLst/>
              <a:ahLst/>
              <a:cxnLst/>
              <a:rect l="l" t="t" r="r" b="b"/>
              <a:pathLst>
                <a:path w="11" h="8" extrusionOk="0">
                  <a:moveTo>
                    <a:pt x="0" y="0"/>
                  </a:moveTo>
                  <a:lnTo>
                    <a:pt x="1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34" name="Google Shape;9834;p76"/>
            <p:cNvSpPr/>
            <p:nvPr/>
          </p:nvSpPr>
          <p:spPr>
            <a:xfrm>
              <a:off x="2122680" y="1657408"/>
              <a:ext cx="204" cy="109"/>
            </a:xfrm>
            <a:custGeom>
              <a:avLst/>
              <a:gdLst/>
              <a:ahLst/>
              <a:cxnLst/>
              <a:rect l="l" t="t" r="r" b="b"/>
              <a:pathLst>
                <a:path w="15" h="8" extrusionOk="0">
                  <a:moveTo>
                    <a:pt x="1" y="0"/>
                  </a:moveTo>
                  <a:lnTo>
                    <a:pt x="15"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35" name="Google Shape;9835;p76"/>
            <p:cNvSpPr/>
            <p:nvPr/>
          </p:nvSpPr>
          <p:spPr>
            <a:xfrm>
              <a:off x="2122395" y="1657258"/>
              <a:ext cx="204" cy="109"/>
            </a:xfrm>
            <a:custGeom>
              <a:avLst/>
              <a:gdLst/>
              <a:ahLst/>
              <a:cxnLst/>
              <a:rect l="l" t="t" r="r" b="b"/>
              <a:pathLst>
                <a:path w="15" h="8" extrusionOk="0">
                  <a:moveTo>
                    <a:pt x="1" y="1"/>
                  </a:moveTo>
                  <a:lnTo>
                    <a:pt x="15"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36" name="Google Shape;9836;p76"/>
            <p:cNvSpPr/>
            <p:nvPr/>
          </p:nvSpPr>
          <p:spPr>
            <a:xfrm>
              <a:off x="2121730" y="1657068"/>
              <a:ext cx="258" cy="68"/>
            </a:xfrm>
            <a:custGeom>
              <a:avLst/>
              <a:gdLst/>
              <a:ahLst/>
              <a:cxnLst/>
              <a:rect l="l" t="t" r="r" b="b"/>
              <a:pathLst>
                <a:path w="19" h="5" extrusionOk="0">
                  <a:moveTo>
                    <a:pt x="1" y="1"/>
                  </a:moveTo>
                  <a:lnTo>
                    <a:pt x="1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37" name="Google Shape;9837;p76"/>
            <p:cNvSpPr/>
            <p:nvPr/>
          </p:nvSpPr>
          <p:spPr>
            <a:xfrm>
              <a:off x="2123305" y="1657788"/>
              <a:ext cx="434" cy="299"/>
            </a:xfrm>
            <a:custGeom>
              <a:avLst/>
              <a:gdLst/>
              <a:ahLst/>
              <a:cxnLst/>
              <a:rect l="l" t="t" r="r" b="b"/>
              <a:pathLst>
                <a:path w="32" h="22" extrusionOk="0">
                  <a:moveTo>
                    <a:pt x="0" y="0"/>
                  </a:moveTo>
                  <a:lnTo>
                    <a:pt x="32"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38" name="Google Shape;9838;p76"/>
            <p:cNvSpPr/>
            <p:nvPr/>
          </p:nvSpPr>
          <p:spPr>
            <a:xfrm>
              <a:off x="2146454" y="1643436"/>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39" name="Google Shape;9839;p76"/>
            <p:cNvSpPr/>
            <p:nvPr/>
          </p:nvSpPr>
          <p:spPr>
            <a:xfrm>
              <a:off x="2146780" y="1643667"/>
              <a:ext cx="109" cy="68"/>
            </a:xfrm>
            <a:custGeom>
              <a:avLst/>
              <a:gdLst/>
              <a:ahLst/>
              <a:cxnLst/>
              <a:rect l="l" t="t" r="r" b="b"/>
              <a:pathLst>
                <a:path w="8" h="5" extrusionOk="0">
                  <a:moveTo>
                    <a:pt x="8"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40" name="Google Shape;9840;p76"/>
            <p:cNvSpPr/>
            <p:nvPr/>
          </p:nvSpPr>
          <p:spPr>
            <a:xfrm>
              <a:off x="2150867" y="164670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41" name="Google Shape;9841;p76"/>
            <p:cNvSpPr/>
            <p:nvPr/>
          </p:nvSpPr>
          <p:spPr>
            <a:xfrm>
              <a:off x="2158280" y="1623559"/>
              <a:ext cx="258" cy="543"/>
            </a:xfrm>
            <a:custGeom>
              <a:avLst/>
              <a:gdLst/>
              <a:ahLst/>
              <a:cxnLst/>
              <a:rect l="l" t="t" r="r" b="b"/>
              <a:pathLst>
                <a:path w="19" h="40" extrusionOk="0">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42" name="Google Shape;9842;p76"/>
            <p:cNvSpPr/>
            <p:nvPr/>
          </p:nvSpPr>
          <p:spPr>
            <a:xfrm>
              <a:off x="2150731" y="1646573"/>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43" name="Google Shape;9843;p76"/>
            <p:cNvSpPr/>
            <p:nvPr/>
          </p:nvSpPr>
          <p:spPr>
            <a:xfrm>
              <a:off x="2157859" y="1623993"/>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44" name="Google Shape;9844;p76"/>
            <p:cNvSpPr/>
            <p:nvPr/>
          </p:nvSpPr>
          <p:spPr>
            <a:xfrm>
              <a:off x="2158090" y="162403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45" name="Google Shape;9845;p76"/>
            <p:cNvSpPr/>
            <p:nvPr/>
          </p:nvSpPr>
          <p:spPr>
            <a:xfrm>
              <a:off x="2147310" y="1644047"/>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46" name="Google Shape;9846;p76"/>
            <p:cNvSpPr/>
            <p:nvPr/>
          </p:nvSpPr>
          <p:spPr>
            <a:xfrm>
              <a:off x="2147785" y="1644333"/>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47" name="Google Shape;9847;p76"/>
            <p:cNvSpPr/>
            <p:nvPr/>
          </p:nvSpPr>
          <p:spPr>
            <a:xfrm>
              <a:off x="2145409" y="1642717"/>
              <a:ext cx="299" cy="204"/>
            </a:xfrm>
            <a:custGeom>
              <a:avLst/>
              <a:gdLst/>
              <a:ahLst/>
              <a:cxnLst/>
              <a:rect l="l" t="t" r="r" b="b"/>
              <a:pathLst>
                <a:path w="22" h="15" extrusionOk="0">
                  <a:moveTo>
                    <a:pt x="21"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48" name="Google Shape;9848;p76"/>
            <p:cNvSpPr/>
            <p:nvPr/>
          </p:nvSpPr>
          <p:spPr>
            <a:xfrm>
              <a:off x="2145069" y="1642486"/>
              <a:ext cx="299" cy="204"/>
            </a:xfrm>
            <a:custGeom>
              <a:avLst/>
              <a:gdLst/>
              <a:ahLst/>
              <a:cxnLst/>
              <a:rect l="l" t="t" r="r" b="b"/>
              <a:pathLst>
                <a:path w="22" h="15" extrusionOk="0">
                  <a:moveTo>
                    <a:pt x="22"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49" name="Google Shape;9849;p76"/>
            <p:cNvSpPr/>
            <p:nvPr/>
          </p:nvSpPr>
          <p:spPr>
            <a:xfrm>
              <a:off x="2158430" y="1623274"/>
              <a:ext cx="204" cy="543"/>
            </a:xfrm>
            <a:custGeom>
              <a:avLst/>
              <a:gdLst/>
              <a:ahLst/>
              <a:cxnLst/>
              <a:rect l="l" t="t" r="r" b="b"/>
              <a:pathLst>
                <a:path w="15" h="40" extrusionOk="0">
                  <a:moveTo>
                    <a:pt x="14" y="1"/>
                  </a:moveTo>
                  <a:lnTo>
                    <a:pt x="7" y="18"/>
                  </a:lnTo>
                  <a:lnTo>
                    <a:pt x="7" y="22"/>
                  </a:lnTo>
                  <a:lnTo>
                    <a:pt x="0" y="39"/>
                  </a:lnTo>
                  <a:cubicBezTo>
                    <a:pt x="7" y="25"/>
                    <a:pt x="11" y="15"/>
                    <a:pt x="1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50" name="Google Shape;9850;p76"/>
            <p:cNvSpPr/>
            <p:nvPr/>
          </p:nvSpPr>
          <p:spPr>
            <a:xfrm>
              <a:off x="2150921" y="1646763"/>
              <a:ext cx="14" cy="14"/>
            </a:xfrm>
            <a:custGeom>
              <a:avLst/>
              <a:gdLst/>
              <a:ahLst/>
              <a:cxnLst/>
              <a:rect l="l" t="t" r="r" b="b"/>
              <a:pathLst>
                <a:path w="1" h="1" extrusionOk="0">
                  <a:moveTo>
                    <a:pt x="0"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51" name="Google Shape;9851;p76"/>
            <p:cNvSpPr/>
            <p:nvPr/>
          </p:nvSpPr>
          <p:spPr>
            <a:xfrm>
              <a:off x="2102911" y="1600219"/>
              <a:ext cx="109" cy="489"/>
            </a:xfrm>
            <a:custGeom>
              <a:avLst/>
              <a:gdLst/>
              <a:ahLst/>
              <a:cxnLst/>
              <a:rect l="l" t="t" r="r" b="b"/>
              <a:pathLst>
                <a:path w="8" h="36" extrusionOk="0">
                  <a:moveTo>
                    <a:pt x="7" y="36"/>
                  </a:moveTo>
                  <a:cubicBezTo>
                    <a:pt x="7" y="25"/>
                    <a:pt x="4" y="15"/>
                    <a:pt x="0" y="1"/>
                  </a:cubicBezTo>
                  <a:cubicBezTo>
                    <a:pt x="4" y="15"/>
                    <a:pt x="7" y="25"/>
                    <a:pt x="7" y="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52" name="Google Shape;9852;p76"/>
            <p:cNvSpPr/>
            <p:nvPr/>
          </p:nvSpPr>
          <p:spPr>
            <a:xfrm>
              <a:off x="2103101" y="1604741"/>
              <a:ext cx="54" cy="149"/>
            </a:xfrm>
            <a:custGeom>
              <a:avLst/>
              <a:gdLst/>
              <a:ahLst/>
              <a:cxnLst/>
              <a:rect l="l" t="t" r="r" b="b"/>
              <a:pathLst>
                <a:path w="4" h="11" extrusionOk="0">
                  <a:moveTo>
                    <a:pt x="4" y="0"/>
                  </a:moveTo>
                  <a:lnTo>
                    <a:pt x="4" y="0"/>
                  </a:lnTo>
                  <a:cubicBezTo>
                    <a:pt x="0" y="4"/>
                    <a:pt x="0" y="7"/>
                    <a:pt x="0" y="11"/>
                  </a:cubicBezTo>
                  <a:cubicBezTo>
                    <a:pt x="0" y="7"/>
                    <a:pt x="0"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53" name="Google Shape;9853;p76"/>
            <p:cNvSpPr/>
            <p:nvPr/>
          </p:nvSpPr>
          <p:spPr>
            <a:xfrm>
              <a:off x="2103142" y="1601224"/>
              <a:ext cx="68" cy="394"/>
            </a:xfrm>
            <a:custGeom>
              <a:avLst/>
              <a:gdLst/>
              <a:ahLst/>
              <a:cxnLst/>
              <a:rect l="l" t="t" r="r" b="b"/>
              <a:pathLst>
                <a:path w="5" h="29" extrusionOk="0">
                  <a:moveTo>
                    <a:pt x="4" y="28"/>
                  </a:moveTo>
                  <a:cubicBezTo>
                    <a:pt x="4" y="18"/>
                    <a:pt x="1" y="7"/>
                    <a:pt x="1" y="0"/>
                  </a:cubicBezTo>
                  <a:cubicBezTo>
                    <a:pt x="1" y="7"/>
                    <a:pt x="4" y="18"/>
                    <a:pt x="4"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54" name="Google Shape;9854;p76"/>
            <p:cNvSpPr/>
            <p:nvPr/>
          </p:nvSpPr>
          <p:spPr>
            <a:xfrm>
              <a:off x="2103291" y="1602079"/>
              <a:ext cx="14" cy="394"/>
            </a:xfrm>
            <a:custGeom>
              <a:avLst/>
              <a:gdLst/>
              <a:ahLst/>
              <a:cxnLst/>
              <a:rect l="l" t="t" r="r" b="b"/>
              <a:pathLst>
                <a:path w="1" h="29" extrusionOk="0">
                  <a:moveTo>
                    <a:pt x="0" y="28"/>
                  </a:moveTo>
                  <a:cubicBezTo>
                    <a:pt x="0" y="18"/>
                    <a:pt x="0" y="11"/>
                    <a:pt x="0" y="0"/>
                  </a:cubicBezTo>
                  <a:cubicBezTo>
                    <a:pt x="0" y="7"/>
                    <a:pt x="0" y="18"/>
                    <a:pt x="0"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55" name="Google Shape;9855;p76"/>
            <p:cNvSpPr/>
            <p:nvPr/>
          </p:nvSpPr>
          <p:spPr>
            <a:xfrm>
              <a:off x="2103332" y="1602840"/>
              <a:ext cx="14" cy="339"/>
            </a:xfrm>
            <a:custGeom>
              <a:avLst/>
              <a:gdLst/>
              <a:ahLst/>
              <a:cxnLst/>
              <a:rect l="l" t="t" r="r" b="b"/>
              <a:pathLst>
                <a:path w="1" h="25" extrusionOk="0">
                  <a:moveTo>
                    <a:pt x="1" y="0"/>
                  </a:moveTo>
                  <a:lnTo>
                    <a:pt x="1" y="25"/>
                  </a:lnTo>
                  <a:cubicBezTo>
                    <a:pt x="1" y="14"/>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56" name="Google Shape;9856;p76"/>
            <p:cNvSpPr/>
            <p:nvPr/>
          </p:nvSpPr>
          <p:spPr>
            <a:xfrm>
              <a:off x="2103237" y="1604170"/>
              <a:ext cx="68" cy="244"/>
            </a:xfrm>
            <a:custGeom>
              <a:avLst/>
              <a:gdLst/>
              <a:ahLst/>
              <a:cxnLst/>
              <a:rect l="l" t="t" r="r" b="b"/>
              <a:pathLst>
                <a:path w="5" h="18" extrusionOk="0">
                  <a:moveTo>
                    <a:pt x="4" y="0"/>
                  </a:moveTo>
                  <a:cubicBezTo>
                    <a:pt x="1" y="4"/>
                    <a:pt x="1" y="11"/>
                    <a:pt x="1" y="18"/>
                  </a:cubicBezTo>
                  <a:cubicBezTo>
                    <a:pt x="1" y="11"/>
                    <a:pt x="1"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57" name="Google Shape;9857;p76"/>
            <p:cNvSpPr/>
            <p:nvPr/>
          </p:nvSpPr>
          <p:spPr>
            <a:xfrm>
              <a:off x="2103332" y="1603546"/>
              <a:ext cx="14" cy="258"/>
            </a:xfrm>
            <a:custGeom>
              <a:avLst/>
              <a:gdLst/>
              <a:ahLst/>
              <a:cxnLst/>
              <a:rect l="l" t="t" r="r" b="b"/>
              <a:pathLst>
                <a:path w="1" h="19" extrusionOk="0">
                  <a:moveTo>
                    <a:pt x="1" y="18"/>
                  </a:moveTo>
                  <a:lnTo>
                    <a:pt x="1" y="1"/>
                  </a:lnTo>
                  <a:cubicBezTo>
                    <a:pt x="1" y="8"/>
                    <a:pt x="1" y="15"/>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58" name="Google Shape;9858;p76"/>
            <p:cNvSpPr/>
            <p:nvPr/>
          </p:nvSpPr>
          <p:spPr>
            <a:xfrm>
              <a:off x="2095308" y="1620572"/>
              <a:ext cx="149" cy="489"/>
            </a:xfrm>
            <a:custGeom>
              <a:avLst/>
              <a:gdLst/>
              <a:ahLst/>
              <a:cxnLst/>
              <a:rect l="l" t="t" r="r" b="b"/>
              <a:pathLst>
                <a:path w="11" h="36" extrusionOk="0">
                  <a:moveTo>
                    <a:pt x="0" y="35"/>
                  </a:moveTo>
                  <a:cubicBezTo>
                    <a:pt x="4" y="25"/>
                    <a:pt x="7" y="11"/>
                    <a:pt x="11" y="0"/>
                  </a:cubicBezTo>
                  <a:cubicBezTo>
                    <a:pt x="7" y="11"/>
                    <a:pt x="4" y="25"/>
                    <a:pt x="0" y="3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59" name="Google Shape;9859;p76"/>
            <p:cNvSpPr/>
            <p:nvPr/>
          </p:nvSpPr>
          <p:spPr>
            <a:xfrm>
              <a:off x="2095593" y="1634068"/>
              <a:ext cx="54" cy="109"/>
            </a:xfrm>
            <a:custGeom>
              <a:avLst/>
              <a:gdLst/>
              <a:ahLst/>
              <a:cxnLst/>
              <a:rect l="l" t="t" r="r" b="b"/>
              <a:pathLst>
                <a:path w="4" h="8" extrusionOk="0">
                  <a:moveTo>
                    <a:pt x="0" y="0"/>
                  </a:moveTo>
                  <a:lnTo>
                    <a:pt x="4"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60" name="Google Shape;9860;p76"/>
            <p:cNvSpPr/>
            <p:nvPr/>
          </p:nvSpPr>
          <p:spPr>
            <a:xfrm>
              <a:off x="2095308" y="1633688"/>
              <a:ext cx="244" cy="299"/>
            </a:xfrm>
            <a:custGeom>
              <a:avLst/>
              <a:gdLst/>
              <a:ahLst/>
              <a:cxnLst/>
              <a:rect l="l" t="t" r="r" b="b"/>
              <a:pathLst>
                <a:path w="18" h="22" extrusionOk="0">
                  <a:moveTo>
                    <a:pt x="0" y="0"/>
                  </a:moveTo>
                  <a:lnTo>
                    <a:pt x="18"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61" name="Google Shape;9861;p76"/>
            <p:cNvSpPr/>
            <p:nvPr/>
          </p:nvSpPr>
          <p:spPr>
            <a:xfrm>
              <a:off x="2095159" y="1633443"/>
              <a:ext cx="14" cy="68"/>
            </a:xfrm>
            <a:custGeom>
              <a:avLst/>
              <a:gdLst/>
              <a:ahLst/>
              <a:cxnLst/>
              <a:rect l="l" t="t" r="r" b="b"/>
              <a:pathLst>
                <a:path w="1" h="5" extrusionOk="0">
                  <a:moveTo>
                    <a:pt x="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62" name="Google Shape;9862;p76"/>
            <p:cNvSpPr/>
            <p:nvPr/>
          </p:nvSpPr>
          <p:spPr>
            <a:xfrm>
              <a:off x="2097345" y="1638969"/>
              <a:ext cx="14" cy="109"/>
            </a:xfrm>
            <a:custGeom>
              <a:avLst/>
              <a:gdLst/>
              <a:ahLst/>
              <a:cxnLst/>
              <a:rect l="l" t="t" r="r" b="b"/>
              <a:pathLst>
                <a:path w="1" h="8" extrusionOk="0">
                  <a:moveTo>
                    <a:pt x="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63" name="Google Shape;9863;p76"/>
            <p:cNvSpPr/>
            <p:nvPr/>
          </p:nvSpPr>
          <p:spPr>
            <a:xfrm>
              <a:off x="2096163" y="1635059"/>
              <a:ext cx="109" cy="163"/>
            </a:xfrm>
            <a:custGeom>
              <a:avLst/>
              <a:gdLst/>
              <a:ahLst/>
              <a:cxnLst/>
              <a:rect l="l" t="t" r="r" b="b"/>
              <a:pathLst>
                <a:path w="8" h="12" extrusionOk="0">
                  <a:moveTo>
                    <a:pt x="0" y="1"/>
                  </a:moveTo>
                  <a:lnTo>
                    <a:pt x="7"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64" name="Google Shape;9864;p76"/>
            <p:cNvSpPr/>
            <p:nvPr/>
          </p:nvSpPr>
          <p:spPr>
            <a:xfrm>
              <a:off x="2096014" y="1634774"/>
              <a:ext cx="109" cy="163"/>
            </a:xfrm>
            <a:custGeom>
              <a:avLst/>
              <a:gdLst/>
              <a:ahLst/>
              <a:cxnLst/>
              <a:rect l="l" t="t" r="r" b="b"/>
              <a:pathLst>
                <a:path w="8" h="12" extrusionOk="0">
                  <a:moveTo>
                    <a:pt x="1" y="1"/>
                  </a:moveTo>
                  <a:lnTo>
                    <a:pt x="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65" name="Google Shape;9865;p76"/>
            <p:cNvSpPr/>
            <p:nvPr/>
          </p:nvSpPr>
          <p:spPr>
            <a:xfrm>
              <a:off x="2097249" y="1638345"/>
              <a:ext cx="68" cy="163"/>
            </a:xfrm>
            <a:custGeom>
              <a:avLst/>
              <a:gdLst/>
              <a:ahLst/>
              <a:cxnLst/>
              <a:rect l="l" t="t" r="r" b="b"/>
              <a:pathLst>
                <a:path w="5" h="12" extrusionOk="0">
                  <a:moveTo>
                    <a:pt x="1" y="1"/>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66" name="Google Shape;9866;p76"/>
            <p:cNvSpPr/>
            <p:nvPr/>
          </p:nvSpPr>
          <p:spPr>
            <a:xfrm>
              <a:off x="2097059" y="1637299"/>
              <a:ext cx="14" cy="204"/>
            </a:xfrm>
            <a:custGeom>
              <a:avLst/>
              <a:gdLst/>
              <a:ahLst/>
              <a:cxnLst/>
              <a:rect l="l" t="t" r="r" b="b"/>
              <a:pathLst>
                <a:path w="1" h="15" extrusionOk="0">
                  <a:moveTo>
                    <a:pt x="1"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67" name="Google Shape;9867;p76"/>
            <p:cNvSpPr/>
            <p:nvPr/>
          </p:nvSpPr>
          <p:spPr>
            <a:xfrm>
              <a:off x="2096774" y="1636444"/>
              <a:ext cx="68" cy="149"/>
            </a:xfrm>
            <a:custGeom>
              <a:avLst/>
              <a:gdLst/>
              <a:ahLst/>
              <a:cxnLst/>
              <a:rect l="l" t="t" r="r" b="b"/>
              <a:pathLst>
                <a:path w="5" h="11" extrusionOk="0">
                  <a:moveTo>
                    <a:pt x="1" y="0"/>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68" name="Google Shape;9868;p76"/>
            <p:cNvSpPr/>
            <p:nvPr/>
          </p:nvSpPr>
          <p:spPr>
            <a:xfrm>
              <a:off x="2096639" y="1636009"/>
              <a:ext cx="54" cy="204"/>
            </a:xfrm>
            <a:custGeom>
              <a:avLst/>
              <a:gdLst/>
              <a:ahLst/>
              <a:cxnLst/>
              <a:rect l="l" t="t" r="r" b="b"/>
              <a:pathLst>
                <a:path w="4" h="15" extrusionOk="0">
                  <a:moveTo>
                    <a:pt x="0" y="1"/>
                  </a:moveTo>
                  <a:lnTo>
                    <a:pt x="4"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69" name="Google Shape;9869;p76"/>
            <p:cNvSpPr/>
            <p:nvPr/>
          </p:nvSpPr>
          <p:spPr>
            <a:xfrm>
              <a:off x="2097154" y="1637775"/>
              <a:ext cx="68" cy="204"/>
            </a:xfrm>
            <a:custGeom>
              <a:avLst/>
              <a:gdLst/>
              <a:ahLst/>
              <a:cxnLst/>
              <a:rect l="l" t="t" r="r" b="b"/>
              <a:pathLst>
                <a:path w="5" h="15" extrusionOk="0">
                  <a:moveTo>
                    <a:pt x="1" y="1"/>
                  </a:moveTo>
                  <a:lnTo>
                    <a:pt x="4"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70" name="Google Shape;9870;p76"/>
            <p:cNvSpPr/>
            <p:nvPr/>
          </p:nvSpPr>
          <p:spPr>
            <a:xfrm>
              <a:off x="2096924" y="1636824"/>
              <a:ext cx="54" cy="204"/>
            </a:xfrm>
            <a:custGeom>
              <a:avLst/>
              <a:gdLst/>
              <a:ahLst/>
              <a:cxnLst/>
              <a:rect l="l" t="t" r="r" b="b"/>
              <a:pathLst>
                <a:path w="4" h="15" extrusionOk="0">
                  <a:moveTo>
                    <a:pt x="0" y="0"/>
                  </a:moveTo>
                  <a:lnTo>
                    <a:pt x="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71" name="Google Shape;9871;p76"/>
            <p:cNvSpPr/>
            <p:nvPr/>
          </p:nvSpPr>
          <p:spPr>
            <a:xfrm>
              <a:off x="2096353" y="1635344"/>
              <a:ext cx="54" cy="163"/>
            </a:xfrm>
            <a:custGeom>
              <a:avLst/>
              <a:gdLst/>
              <a:ahLst/>
              <a:cxnLst/>
              <a:rect l="l" t="t" r="r" b="b"/>
              <a:pathLst>
                <a:path w="4" h="12" extrusionOk="0">
                  <a:moveTo>
                    <a:pt x="0" y="1"/>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72" name="Google Shape;9872;p76"/>
            <p:cNvSpPr/>
            <p:nvPr/>
          </p:nvSpPr>
          <p:spPr>
            <a:xfrm>
              <a:off x="2096489" y="1635724"/>
              <a:ext cx="68" cy="163"/>
            </a:xfrm>
            <a:custGeom>
              <a:avLst/>
              <a:gdLst/>
              <a:ahLst/>
              <a:cxnLst/>
              <a:rect l="l" t="t" r="r" b="b"/>
              <a:pathLst>
                <a:path w="5" h="12" extrusionOk="0">
                  <a:moveTo>
                    <a:pt x="1" y="1"/>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73" name="Google Shape;9873;p76"/>
            <p:cNvSpPr/>
            <p:nvPr/>
          </p:nvSpPr>
          <p:spPr>
            <a:xfrm>
              <a:off x="2095878" y="1634543"/>
              <a:ext cx="54" cy="109"/>
            </a:xfrm>
            <a:custGeom>
              <a:avLst/>
              <a:gdLst/>
              <a:ahLst/>
              <a:cxnLst/>
              <a:rect l="l" t="t" r="r" b="b"/>
              <a:pathLst>
                <a:path w="4" h="8" extrusionOk="0">
                  <a:moveTo>
                    <a:pt x="0" y="0"/>
                  </a:moveTo>
                  <a:lnTo>
                    <a:pt x="4"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74" name="Google Shape;9874;p76"/>
            <p:cNvSpPr/>
            <p:nvPr/>
          </p:nvSpPr>
          <p:spPr>
            <a:xfrm>
              <a:off x="2095729" y="1634299"/>
              <a:ext cx="68" cy="109"/>
            </a:xfrm>
            <a:custGeom>
              <a:avLst/>
              <a:gdLst/>
              <a:ahLst/>
              <a:cxnLst/>
              <a:rect l="l" t="t" r="r" b="b"/>
              <a:pathLst>
                <a:path w="5" h="8" extrusionOk="0">
                  <a:moveTo>
                    <a:pt x="1" y="1"/>
                  </a:moveTo>
                  <a:lnTo>
                    <a:pt x="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75" name="Google Shape;9875;p76"/>
            <p:cNvSpPr/>
            <p:nvPr/>
          </p:nvSpPr>
          <p:spPr>
            <a:xfrm>
              <a:off x="2095254" y="1632968"/>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76" name="Google Shape;9876;p76"/>
            <p:cNvSpPr/>
            <p:nvPr/>
          </p:nvSpPr>
          <p:spPr>
            <a:xfrm>
              <a:off x="2095064" y="1633063"/>
              <a:ext cx="163" cy="258"/>
            </a:xfrm>
            <a:custGeom>
              <a:avLst/>
              <a:gdLst/>
              <a:ahLst/>
              <a:cxnLst/>
              <a:rect l="l" t="t" r="r" b="b"/>
              <a:pathLst>
                <a:path w="12" h="19" extrusionOk="0">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77" name="Google Shape;9877;p76"/>
            <p:cNvSpPr/>
            <p:nvPr/>
          </p:nvSpPr>
          <p:spPr>
            <a:xfrm>
              <a:off x="2094588" y="1626274"/>
              <a:ext cx="964" cy="1860"/>
            </a:xfrm>
            <a:custGeom>
              <a:avLst/>
              <a:gdLst/>
              <a:ahLst/>
              <a:cxnLst/>
              <a:rect l="l" t="t" r="r" b="b"/>
              <a:pathLst>
                <a:path w="71" h="137" extrusionOk="0">
                  <a:moveTo>
                    <a:pt x="71" y="137"/>
                  </a:moveTo>
                  <a:cubicBezTo>
                    <a:pt x="46" y="95"/>
                    <a:pt x="1" y="28"/>
                    <a:pt x="4" y="0"/>
                  </a:cubicBezTo>
                  <a:lnTo>
                    <a:pt x="4" y="0"/>
                  </a:lnTo>
                  <a:cubicBezTo>
                    <a:pt x="1" y="28"/>
                    <a:pt x="46" y="95"/>
                    <a:pt x="71" y="13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78" name="Google Shape;9878;p76"/>
            <p:cNvSpPr/>
            <p:nvPr/>
          </p:nvSpPr>
          <p:spPr>
            <a:xfrm>
              <a:off x="2095064" y="163330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79" name="Google Shape;9879;p76"/>
            <p:cNvSpPr/>
            <p:nvPr/>
          </p:nvSpPr>
          <p:spPr>
            <a:xfrm>
              <a:off x="2109944" y="1656498"/>
              <a:ext cx="149" cy="14"/>
            </a:xfrm>
            <a:custGeom>
              <a:avLst/>
              <a:gdLst/>
              <a:ahLst/>
              <a:cxnLst/>
              <a:rect l="l" t="t" r="r" b="b"/>
              <a:pathLst>
                <a:path w="11" h="1" extrusionOk="0">
                  <a:moveTo>
                    <a:pt x="0"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80" name="Google Shape;9880;p76"/>
            <p:cNvSpPr/>
            <p:nvPr/>
          </p:nvSpPr>
          <p:spPr>
            <a:xfrm>
              <a:off x="2110555" y="1656362"/>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81" name="Google Shape;9881;p76"/>
            <p:cNvSpPr/>
            <p:nvPr/>
          </p:nvSpPr>
          <p:spPr>
            <a:xfrm>
              <a:off x="2118118" y="1656647"/>
              <a:ext cx="869" cy="394"/>
            </a:xfrm>
            <a:custGeom>
              <a:avLst/>
              <a:gdLst/>
              <a:ahLst/>
              <a:cxnLst/>
              <a:rect l="l" t="t" r="r" b="b"/>
              <a:pathLst>
                <a:path w="64" h="29" extrusionOk="0">
                  <a:moveTo>
                    <a:pt x="1" y="0"/>
                  </a:moveTo>
                  <a:lnTo>
                    <a:pt x="64"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82" name="Google Shape;9882;p76"/>
            <p:cNvSpPr/>
            <p:nvPr/>
          </p:nvSpPr>
          <p:spPr>
            <a:xfrm>
              <a:off x="2109374" y="1656552"/>
              <a:ext cx="244" cy="14"/>
            </a:xfrm>
            <a:custGeom>
              <a:avLst/>
              <a:gdLst/>
              <a:ahLst/>
              <a:cxnLst/>
              <a:rect l="l" t="t" r="r" b="b"/>
              <a:pathLst>
                <a:path w="18" h="1" extrusionOk="0">
                  <a:moveTo>
                    <a:pt x="0" y="0"/>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83" name="Google Shape;9883;p76"/>
            <p:cNvSpPr/>
            <p:nvPr/>
          </p:nvSpPr>
          <p:spPr>
            <a:xfrm>
              <a:off x="2110325" y="1656403"/>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84" name="Google Shape;9884;p76"/>
            <p:cNvSpPr/>
            <p:nvPr/>
          </p:nvSpPr>
          <p:spPr>
            <a:xfrm>
              <a:off x="2117222" y="1656308"/>
              <a:ext cx="774" cy="299"/>
            </a:xfrm>
            <a:custGeom>
              <a:avLst/>
              <a:gdLst/>
              <a:ahLst/>
              <a:cxnLst/>
              <a:rect l="l" t="t" r="r" b="b"/>
              <a:pathLst>
                <a:path w="57" h="22" extrusionOk="0">
                  <a:moveTo>
                    <a:pt x="0" y="1"/>
                  </a:moveTo>
                  <a:lnTo>
                    <a:pt x="56"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85" name="Google Shape;9885;p76"/>
            <p:cNvSpPr/>
            <p:nvPr/>
          </p:nvSpPr>
          <p:spPr>
            <a:xfrm>
              <a:off x="2110650" y="1656308"/>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86" name="Google Shape;9886;p76"/>
            <p:cNvSpPr/>
            <p:nvPr/>
          </p:nvSpPr>
          <p:spPr>
            <a:xfrm>
              <a:off x="2110135" y="1656457"/>
              <a:ext cx="149" cy="14"/>
            </a:xfrm>
            <a:custGeom>
              <a:avLst/>
              <a:gdLst/>
              <a:ahLst/>
              <a:cxnLst/>
              <a:rect l="l" t="t" r="r" b="b"/>
              <a:pathLst>
                <a:path w="11" h="1" extrusionOk="0">
                  <a:moveTo>
                    <a:pt x="0"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87" name="Google Shape;9887;p76"/>
            <p:cNvSpPr/>
            <p:nvPr/>
          </p:nvSpPr>
          <p:spPr>
            <a:xfrm>
              <a:off x="2119069" y="1657123"/>
              <a:ext cx="964" cy="434"/>
            </a:xfrm>
            <a:custGeom>
              <a:avLst/>
              <a:gdLst/>
              <a:ahLst/>
              <a:cxnLst/>
              <a:rect l="l" t="t" r="r" b="b"/>
              <a:pathLst>
                <a:path w="71" h="32" extrusionOk="0">
                  <a:moveTo>
                    <a:pt x="1" y="0"/>
                  </a:moveTo>
                  <a:lnTo>
                    <a:pt x="71"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88" name="Google Shape;9888;p76"/>
            <p:cNvSpPr/>
            <p:nvPr/>
          </p:nvSpPr>
          <p:spPr>
            <a:xfrm>
              <a:off x="2108994" y="1656593"/>
              <a:ext cx="339" cy="14"/>
            </a:xfrm>
            <a:custGeom>
              <a:avLst/>
              <a:gdLst/>
              <a:ahLst/>
              <a:cxnLst/>
              <a:rect l="l" t="t" r="r" b="b"/>
              <a:pathLst>
                <a:path w="25" h="1" extrusionOk="0">
                  <a:moveTo>
                    <a:pt x="0" y="1"/>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89" name="Google Shape;9889;p76"/>
            <p:cNvSpPr/>
            <p:nvPr/>
          </p:nvSpPr>
          <p:spPr>
            <a:xfrm>
              <a:off x="2109659" y="1656498"/>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90" name="Google Shape;9890;p76"/>
            <p:cNvSpPr/>
            <p:nvPr/>
          </p:nvSpPr>
          <p:spPr>
            <a:xfrm>
              <a:off x="2116407" y="1656023"/>
              <a:ext cx="679" cy="258"/>
            </a:xfrm>
            <a:custGeom>
              <a:avLst/>
              <a:gdLst/>
              <a:ahLst/>
              <a:cxnLst/>
              <a:rect l="l" t="t" r="r" b="b"/>
              <a:pathLst>
                <a:path w="50" h="19" extrusionOk="0">
                  <a:moveTo>
                    <a:pt x="1" y="1"/>
                  </a:moveTo>
                  <a:cubicBezTo>
                    <a:pt x="15" y="4"/>
                    <a:pt x="32" y="11"/>
                    <a:pt x="50" y="18"/>
                  </a:cubicBezTo>
                  <a:cubicBezTo>
                    <a:pt x="32" y="11"/>
                    <a:pt x="15"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91" name="Google Shape;9891;p76"/>
            <p:cNvSpPr/>
            <p:nvPr/>
          </p:nvSpPr>
          <p:spPr>
            <a:xfrm>
              <a:off x="2106428" y="1656552"/>
              <a:ext cx="584" cy="14"/>
            </a:xfrm>
            <a:custGeom>
              <a:avLst/>
              <a:gdLst/>
              <a:ahLst/>
              <a:cxnLst/>
              <a:rect l="l" t="t" r="r" b="b"/>
              <a:pathLst>
                <a:path w="43" h="1" extrusionOk="0">
                  <a:moveTo>
                    <a:pt x="0" y="0"/>
                  </a:moveTo>
                  <a:lnTo>
                    <a:pt x="4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92" name="Google Shape;9892;p76"/>
            <p:cNvSpPr/>
            <p:nvPr/>
          </p:nvSpPr>
          <p:spPr>
            <a:xfrm>
              <a:off x="2105898" y="1656498"/>
              <a:ext cx="299" cy="14"/>
            </a:xfrm>
            <a:custGeom>
              <a:avLst/>
              <a:gdLst/>
              <a:ahLst/>
              <a:cxnLst/>
              <a:rect l="l" t="t" r="r" b="b"/>
              <a:pathLst>
                <a:path w="22" h="1" extrusionOk="0">
                  <a:moveTo>
                    <a:pt x="22" y="1"/>
                  </a:moveTo>
                  <a:lnTo>
                    <a:pt x="1" y="1"/>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93" name="Google Shape;9893;p76"/>
            <p:cNvSpPr/>
            <p:nvPr/>
          </p:nvSpPr>
          <p:spPr>
            <a:xfrm>
              <a:off x="2110460" y="1656403"/>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94" name="Google Shape;9894;p76"/>
            <p:cNvSpPr/>
            <p:nvPr/>
          </p:nvSpPr>
          <p:spPr>
            <a:xfrm>
              <a:off x="2107039" y="1656593"/>
              <a:ext cx="1969" cy="14"/>
            </a:xfrm>
            <a:custGeom>
              <a:avLst/>
              <a:gdLst/>
              <a:ahLst/>
              <a:cxnLst/>
              <a:rect l="l" t="t" r="r" b="b"/>
              <a:pathLst>
                <a:path w="145" h="1" extrusionOk="0">
                  <a:moveTo>
                    <a:pt x="144" y="1"/>
                  </a:moveTo>
                  <a:lnTo>
                    <a:pt x="1" y="1"/>
                  </a:lnTo>
                  <a:cubicBezTo>
                    <a:pt x="60" y="1"/>
                    <a:pt x="106" y="1"/>
                    <a:pt x="14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95" name="Google Shape;9895;p76"/>
            <p:cNvSpPr/>
            <p:nvPr/>
          </p:nvSpPr>
          <p:spPr>
            <a:xfrm>
              <a:off x="2203154" y="1406808"/>
              <a:ext cx="75925" cy="121342"/>
            </a:xfrm>
            <a:custGeom>
              <a:avLst/>
              <a:gdLst/>
              <a:ahLst/>
              <a:cxnLst/>
              <a:rect l="l" t="t" r="r" b="b"/>
              <a:pathLst>
                <a:path w="5592" h="8937" extrusionOk="0">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96" name="Google Shape;9896;p76"/>
            <p:cNvSpPr/>
            <p:nvPr/>
          </p:nvSpPr>
          <p:spPr>
            <a:xfrm>
              <a:off x="2302786" y="1795464"/>
              <a:ext cx="154498" cy="123284"/>
            </a:xfrm>
            <a:custGeom>
              <a:avLst/>
              <a:gdLst/>
              <a:ahLst/>
              <a:cxnLst/>
              <a:rect l="l" t="t" r="r" b="b"/>
              <a:pathLst>
                <a:path w="11379" h="9080" extrusionOk="0">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97" name="Google Shape;9897;p76"/>
            <p:cNvSpPr/>
            <p:nvPr/>
          </p:nvSpPr>
          <p:spPr>
            <a:xfrm>
              <a:off x="2303017" y="1816074"/>
              <a:ext cx="394" cy="1059"/>
            </a:xfrm>
            <a:custGeom>
              <a:avLst/>
              <a:gdLst/>
              <a:ahLst/>
              <a:cxnLst/>
              <a:rect l="l" t="t" r="r" b="b"/>
              <a:pathLst>
                <a:path w="29" h="78" extrusionOk="0">
                  <a:moveTo>
                    <a:pt x="29" y="0"/>
                  </a:moveTo>
                  <a:lnTo>
                    <a:pt x="1" y="7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98" name="Google Shape;9898;p76"/>
            <p:cNvSpPr/>
            <p:nvPr/>
          </p:nvSpPr>
          <p:spPr>
            <a:xfrm>
              <a:off x="2334625" y="1795491"/>
              <a:ext cx="1534" cy="14"/>
            </a:xfrm>
            <a:custGeom>
              <a:avLst/>
              <a:gdLst/>
              <a:ahLst/>
              <a:cxnLst/>
              <a:rect l="l" t="t" r="r" b="b"/>
              <a:pathLst>
                <a:path w="113" h="1" extrusionOk="0">
                  <a:moveTo>
                    <a:pt x="113" y="0"/>
                  </a:moveTo>
                  <a:lnTo>
                    <a:pt x="113" y="0"/>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99" name="Google Shape;9899;p76"/>
            <p:cNvSpPr/>
            <p:nvPr/>
          </p:nvSpPr>
          <p:spPr>
            <a:xfrm>
              <a:off x="2312765" y="1818355"/>
              <a:ext cx="434" cy="204"/>
            </a:xfrm>
            <a:custGeom>
              <a:avLst/>
              <a:gdLst/>
              <a:ahLst/>
              <a:cxnLst/>
              <a:rect l="l" t="t" r="r" b="b"/>
              <a:pathLst>
                <a:path w="32" h="15" extrusionOk="0">
                  <a:moveTo>
                    <a:pt x="32"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00" name="Google Shape;9900;p76"/>
            <p:cNvSpPr/>
            <p:nvPr/>
          </p:nvSpPr>
          <p:spPr>
            <a:xfrm>
              <a:off x="2311530" y="1818776"/>
              <a:ext cx="434" cy="109"/>
            </a:xfrm>
            <a:custGeom>
              <a:avLst/>
              <a:gdLst/>
              <a:ahLst/>
              <a:cxnLst/>
              <a:rect l="l" t="t" r="r" b="b"/>
              <a:pathLst>
                <a:path w="32" h="8" extrusionOk="0">
                  <a:moveTo>
                    <a:pt x="32"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01" name="Google Shape;9901;p76"/>
            <p:cNvSpPr/>
            <p:nvPr/>
          </p:nvSpPr>
          <p:spPr>
            <a:xfrm>
              <a:off x="2314571" y="1817025"/>
              <a:ext cx="584" cy="489"/>
            </a:xfrm>
            <a:custGeom>
              <a:avLst/>
              <a:gdLst/>
              <a:ahLst/>
              <a:cxnLst/>
              <a:rect l="l" t="t" r="r" b="b"/>
              <a:pathLst>
                <a:path w="43" h="36" extrusionOk="0">
                  <a:moveTo>
                    <a:pt x="43" y="0"/>
                  </a:moveTo>
                  <a:cubicBezTo>
                    <a:pt x="29" y="14"/>
                    <a:pt x="15" y="25"/>
                    <a:pt x="1" y="35"/>
                  </a:cubicBezTo>
                  <a:cubicBezTo>
                    <a:pt x="15" y="25"/>
                    <a:pt x="29" y="14"/>
                    <a:pt x="4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02" name="Google Shape;9902;p76"/>
            <p:cNvSpPr/>
            <p:nvPr/>
          </p:nvSpPr>
          <p:spPr>
            <a:xfrm>
              <a:off x="2310959" y="1818926"/>
              <a:ext cx="394" cy="54"/>
            </a:xfrm>
            <a:custGeom>
              <a:avLst/>
              <a:gdLst/>
              <a:ahLst/>
              <a:cxnLst/>
              <a:rect l="l" t="t" r="r" b="b"/>
              <a:pathLst>
                <a:path w="29" h="4" extrusionOk="0">
                  <a:moveTo>
                    <a:pt x="28" y="0"/>
                  </a:moveTo>
                  <a:cubicBezTo>
                    <a:pt x="18" y="0"/>
                    <a:pt x="11" y="0"/>
                    <a:pt x="0" y="4"/>
                  </a:cubicBezTo>
                  <a:cubicBezTo>
                    <a:pt x="11" y="0"/>
                    <a:pt x="18" y="0"/>
                    <a:pt x="2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03" name="Google Shape;9903;p76"/>
            <p:cNvSpPr/>
            <p:nvPr/>
          </p:nvSpPr>
          <p:spPr>
            <a:xfrm>
              <a:off x="2313376" y="1818016"/>
              <a:ext cx="448" cy="258"/>
            </a:xfrm>
            <a:custGeom>
              <a:avLst/>
              <a:gdLst/>
              <a:ahLst/>
              <a:cxnLst/>
              <a:rect l="l" t="t" r="r" b="b"/>
              <a:pathLst>
                <a:path w="33" h="19" extrusionOk="0">
                  <a:moveTo>
                    <a:pt x="33" y="1"/>
                  </a:moveTo>
                  <a:cubicBezTo>
                    <a:pt x="22" y="8"/>
                    <a:pt x="12" y="11"/>
                    <a:pt x="1" y="18"/>
                  </a:cubicBezTo>
                  <a:cubicBezTo>
                    <a:pt x="12" y="11"/>
                    <a:pt x="22" y="8"/>
                    <a:pt x="3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04" name="Google Shape;9904;p76"/>
            <p:cNvSpPr/>
            <p:nvPr/>
          </p:nvSpPr>
          <p:spPr>
            <a:xfrm>
              <a:off x="2314001" y="1817595"/>
              <a:ext cx="448" cy="299"/>
            </a:xfrm>
            <a:custGeom>
              <a:avLst/>
              <a:gdLst/>
              <a:ahLst/>
              <a:cxnLst/>
              <a:rect l="l" t="t" r="r" b="b"/>
              <a:pathLst>
                <a:path w="33" h="22" extrusionOk="0">
                  <a:moveTo>
                    <a:pt x="32" y="0"/>
                  </a:moveTo>
                  <a:cubicBezTo>
                    <a:pt x="18" y="7"/>
                    <a:pt x="11" y="14"/>
                    <a:pt x="1" y="21"/>
                  </a:cubicBezTo>
                  <a:cubicBezTo>
                    <a:pt x="11" y="18"/>
                    <a:pt x="22" y="7"/>
                    <a:pt x="3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05" name="Google Shape;9905;p76"/>
            <p:cNvSpPr/>
            <p:nvPr/>
          </p:nvSpPr>
          <p:spPr>
            <a:xfrm>
              <a:off x="2305963" y="1817405"/>
              <a:ext cx="4250" cy="1534"/>
            </a:xfrm>
            <a:custGeom>
              <a:avLst/>
              <a:gdLst/>
              <a:ahLst/>
              <a:cxnLst/>
              <a:rect l="l" t="t" r="r" b="b"/>
              <a:pathLst>
                <a:path w="313" h="113" extrusionOk="0">
                  <a:moveTo>
                    <a:pt x="312" y="112"/>
                  </a:moveTo>
                  <a:cubicBezTo>
                    <a:pt x="204" y="91"/>
                    <a:pt x="99" y="53"/>
                    <a:pt x="1" y="0"/>
                  </a:cubicBezTo>
                  <a:cubicBezTo>
                    <a:pt x="99" y="53"/>
                    <a:pt x="204" y="91"/>
                    <a:pt x="312" y="11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06" name="Google Shape;9906;p76"/>
            <p:cNvSpPr/>
            <p:nvPr/>
          </p:nvSpPr>
          <p:spPr>
            <a:xfrm>
              <a:off x="2312141" y="1818586"/>
              <a:ext cx="448" cy="163"/>
            </a:xfrm>
            <a:custGeom>
              <a:avLst/>
              <a:gdLst/>
              <a:ahLst/>
              <a:cxnLst/>
              <a:rect l="l" t="t" r="r" b="b"/>
              <a:pathLst>
                <a:path w="33" h="12" extrusionOk="0">
                  <a:moveTo>
                    <a:pt x="32"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07" name="Google Shape;9907;p76"/>
            <p:cNvSpPr/>
            <p:nvPr/>
          </p:nvSpPr>
          <p:spPr>
            <a:xfrm>
              <a:off x="2305447" y="1817120"/>
              <a:ext cx="204" cy="109"/>
            </a:xfrm>
            <a:custGeom>
              <a:avLst/>
              <a:gdLst/>
              <a:ahLst/>
              <a:cxnLst/>
              <a:rect l="l" t="t" r="r" b="b"/>
              <a:pathLst>
                <a:path w="15" h="8" extrusionOk="0">
                  <a:moveTo>
                    <a:pt x="14"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08" name="Google Shape;9908;p76"/>
            <p:cNvSpPr/>
            <p:nvPr/>
          </p:nvSpPr>
          <p:spPr>
            <a:xfrm>
              <a:off x="2310199" y="1818966"/>
              <a:ext cx="584" cy="14"/>
            </a:xfrm>
            <a:custGeom>
              <a:avLst/>
              <a:gdLst/>
              <a:ahLst/>
              <a:cxnLst/>
              <a:rect l="l" t="t" r="r" b="b"/>
              <a:pathLst>
                <a:path w="43" h="1" extrusionOk="0">
                  <a:moveTo>
                    <a:pt x="35" y="1"/>
                  </a:moveTo>
                  <a:lnTo>
                    <a:pt x="42" y="1"/>
                  </a:lnTo>
                  <a:cubicBezTo>
                    <a:pt x="28" y="1"/>
                    <a:pt x="14" y="1"/>
                    <a:pt x="0" y="1"/>
                  </a:cubicBezTo>
                  <a:cubicBezTo>
                    <a:pt x="11" y="1"/>
                    <a:pt x="25" y="1"/>
                    <a:pt x="3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09" name="Google Shape;9909;p76"/>
            <p:cNvSpPr/>
            <p:nvPr/>
          </p:nvSpPr>
          <p:spPr>
            <a:xfrm>
              <a:off x="2431555" y="1853331"/>
              <a:ext cx="57338" cy="63991"/>
            </a:xfrm>
            <a:custGeom>
              <a:avLst/>
              <a:gdLst/>
              <a:ahLst/>
              <a:cxnLst/>
              <a:rect l="l" t="t" r="r" b="b"/>
              <a:pathLst>
                <a:path w="4223" h="4713" extrusionOk="0">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10" name="Google Shape;9910;p76"/>
            <p:cNvSpPr/>
            <p:nvPr/>
          </p:nvSpPr>
          <p:spPr>
            <a:xfrm>
              <a:off x="2455845" y="1870778"/>
              <a:ext cx="625" cy="489"/>
            </a:xfrm>
            <a:custGeom>
              <a:avLst/>
              <a:gdLst/>
              <a:ahLst/>
              <a:cxnLst/>
              <a:rect l="l" t="t" r="r" b="b"/>
              <a:pathLst>
                <a:path w="46" h="36" extrusionOk="0">
                  <a:moveTo>
                    <a:pt x="0" y="1"/>
                  </a:moveTo>
                  <a:cubicBezTo>
                    <a:pt x="18" y="11"/>
                    <a:pt x="32" y="22"/>
                    <a:pt x="46" y="36"/>
                  </a:cubicBezTo>
                  <a:cubicBezTo>
                    <a:pt x="32" y="22"/>
                    <a:pt x="18" y="1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11" name="Google Shape;9911;p76"/>
            <p:cNvSpPr/>
            <p:nvPr/>
          </p:nvSpPr>
          <p:spPr>
            <a:xfrm>
              <a:off x="2453550" y="1892787"/>
              <a:ext cx="109" cy="68"/>
            </a:xfrm>
            <a:custGeom>
              <a:avLst/>
              <a:gdLst/>
              <a:ahLst/>
              <a:cxnLst/>
              <a:rect l="l" t="t" r="r" b="b"/>
              <a:pathLst>
                <a:path w="8" h="5" extrusionOk="0">
                  <a:moveTo>
                    <a:pt x="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12" name="Google Shape;9912;p76"/>
            <p:cNvSpPr/>
            <p:nvPr/>
          </p:nvSpPr>
          <p:spPr>
            <a:xfrm>
              <a:off x="2455791" y="1870737"/>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13" name="Google Shape;9913;p76"/>
            <p:cNvSpPr/>
            <p:nvPr/>
          </p:nvSpPr>
          <p:spPr>
            <a:xfrm>
              <a:off x="2453414" y="1892882"/>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14" name="Google Shape;9914;p76"/>
            <p:cNvSpPr/>
            <p:nvPr/>
          </p:nvSpPr>
          <p:spPr>
            <a:xfrm>
              <a:off x="2454270" y="1870357"/>
              <a:ext cx="1059" cy="204"/>
            </a:xfrm>
            <a:custGeom>
              <a:avLst/>
              <a:gdLst/>
              <a:ahLst/>
              <a:cxnLst/>
              <a:rect l="l" t="t" r="r" b="b"/>
              <a:pathLst>
                <a:path w="78" h="15" extrusionOk="0">
                  <a:moveTo>
                    <a:pt x="78" y="14"/>
                  </a:moveTo>
                  <a:cubicBezTo>
                    <a:pt x="53" y="4"/>
                    <a:pt x="25" y="0"/>
                    <a:pt x="0" y="4"/>
                  </a:cubicBezTo>
                  <a:lnTo>
                    <a:pt x="0" y="4"/>
                  </a:lnTo>
                  <a:cubicBezTo>
                    <a:pt x="25" y="0"/>
                    <a:pt x="53" y="4"/>
                    <a:pt x="78"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15" name="Google Shape;9915;p76"/>
            <p:cNvSpPr/>
            <p:nvPr/>
          </p:nvSpPr>
          <p:spPr>
            <a:xfrm>
              <a:off x="2422037" y="1845619"/>
              <a:ext cx="5961" cy="9912"/>
            </a:xfrm>
            <a:custGeom>
              <a:avLst/>
              <a:gdLst/>
              <a:ahLst/>
              <a:cxnLst/>
              <a:rect l="l" t="t" r="r" b="b"/>
              <a:pathLst>
                <a:path w="439" h="730" extrusionOk="0">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16" name="Google Shape;9916;p76"/>
            <p:cNvSpPr/>
            <p:nvPr/>
          </p:nvSpPr>
          <p:spPr>
            <a:xfrm>
              <a:off x="2425553" y="1855571"/>
              <a:ext cx="353" cy="14"/>
            </a:xfrm>
            <a:custGeom>
              <a:avLst/>
              <a:gdLst/>
              <a:ahLst/>
              <a:cxnLst/>
              <a:rect l="l" t="t" r="r" b="b"/>
              <a:pathLst>
                <a:path w="26" h="1" extrusionOk="0">
                  <a:moveTo>
                    <a:pt x="2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17" name="Google Shape;9917;p76"/>
            <p:cNvSpPr/>
            <p:nvPr/>
          </p:nvSpPr>
          <p:spPr>
            <a:xfrm>
              <a:off x="2422852" y="1853956"/>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18" name="Google Shape;9918;p76"/>
            <p:cNvSpPr/>
            <p:nvPr/>
          </p:nvSpPr>
          <p:spPr>
            <a:xfrm>
              <a:off x="2422037" y="1852761"/>
              <a:ext cx="109" cy="204"/>
            </a:xfrm>
            <a:custGeom>
              <a:avLst/>
              <a:gdLst/>
              <a:ahLst/>
              <a:cxnLst/>
              <a:rect l="l" t="t" r="r" b="b"/>
              <a:pathLst>
                <a:path w="8" h="15" extrusionOk="0">
                  <a:moveTo>
                    <a:pt x="1" y="1"/>
                  </a:moveTo>
                  <a:lnTo>
                    <a:pt x="8" y="15"/>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19" name="Google Shape;9919;p76"/>
            <p:cNvSpPr/>
            <p:nvPr/>
          </p:nvSpPr>
          <p:spPr>
            <a:xfrm>
              <a:off x="2422186" y="1853046"/>
              <a:ext cx="584" cy="869"/>
            </a:xfrm>
            <a:custGeom>
              <a:avLst/>
              <a:gdLst/>
              <a:ahLst/>
              <a:cxnLst/>
              <a:rect l="l" t="t" r="r" b="b"/>
              <a:pathLst>
                <a:path w="43" h="64" extrusionOk="0">
                  <a:moveTo>
                    <a:pt x="42" y="64"/>
                  </a:moveTo>
                  <a:cubicBezTo>
                    <a:pt x="28" y="43"/>
                    <a:pt x="14" y="22"/>
                    <a:pt x="0" y="1"/>
                  </a:cubicBezTo>
                  <a:cubicBezTo>
                    <a:pt x="14" y="22"/>
                    <a:pt x="28" y="43"/>
                    <a:pt x="42" y="6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20" name="Google Shape;9920;p76"/>
            <p:cNvSpPr/>
            <p:nvPr/>
          </p:nvSpPr>
          <p:spPr>
            <a:xfrm>
              <a:off x="2425988" y="185561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21" name="Google Shape;9921;p76"/>
            <p:cNvSpPr/>
            <p:nvPr/>
          </p:nvSpPr>
          <p:spPr>
            <a:xfrm>
              <a:off x="2424508" y="1855286"/>
              <a:ext cx="353" cy="109"/>
            </a:xfrm>
            <a:custGeom>
              <a:avLst/>
              <a:gdLst/>
              <a:ahLst/>
              <a:cxnLst/>
              <a:rect l="l" t="t" r="r" b="b"/>
              <a:pathLst>
                <a:path w="26" h="8" extrusionOk="0">
                  <a:moveTo>
                    <a:pt x="25"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22" name="Google Shape;9922;p76"/>
            <p:cNvSpPr/>
            <p:nvPr/>
          </p:nvSpPr>
          <p:spPr>
            <a:xfrm>
              <a:off x="2424141" y="1855096"/>
              <a:ext cx="380" cy="149"/>
            </a:xfrm>
            <a:custGeom>
              <a:avLst/>
              <a:gdLst/>
              <a:ahLst/>
              <a:cxnLst/>
              <a:rect l="l" t="t" r="r" b="b"/>
              <a:pathLst>
                <a:path w="28" h="11" extrusionOk="0">
                  <a:moveTo>
                    <a:pt x="0" y="0"/>
                  </a:moveTo>
                  <a:cubicBezTo>
                    <a:pt x="10" y="4"/>
                    <a:pt x="17" y="7"/>
                    <a:pt x="28" y="11"/>
                  </a:cubicBezTo>
                  <a:cubicBezTo>
                    <a:pt x="21" y="7"/>
                    <a:pt x="1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23" name="Google Shape;9923;p76"/>
            <p:cNvSpPr/>
            <p:nvPr/>
          </p:nvSpPr>
          <p:spPr>
            <a:xfrm>
              <a:off x="2423137" y="1854281"/>
              <a:ext cx="339" cy="353"/>
            </a:xfrm>
            <a:custGeom>
              <a:avLst/>
              <a:gdLst/>
              <a:ahLst/>
              <a:cxnLst/>
              <a:rect l="l" t="t" r="r" b="b"/>
              <a:pathLst>
                <a:path w="25" h="26" extrusionOk="0">
                  <a:moveTo>
                    <a:pt x="25" y="25"/>
                  </a:moveTo>
                  <a:cubicBezTo>
                    <a:pt x="14" y="18"/>
                    <a:pt x="7" y="11"/>
                    <a:pt x="0" y="1"/>
                  </a:cubicBezTo>
                  <a:cubicBezTo>
                    <a:pt x="7" y="11"/>
                    <a:pt x="14" y="18"/>
                    <a:pt x="25"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24" name="Google Shape;9924;p76"/>
            <p:cNvSpPr/>
            <p:nvPr/>
          </p:nvSpPr>
          <p:spPr>
            <a:xfrm>
              <a:off x="2423843" y="1854906"/>
              <a:ext cx="299" cy="204"/>
            </a:xfrm>
            <a:custGeom>
              <a:avLst/>
              <a:gdLst/>
              <a:ahLst/>
              <a:cxnLst/>
              <a:rect l="l" t="t" r="r" b="b"/>
              <a:pathLst>
                <a:path w="22" h="15" extrusionOk="0">
                  <a:moveTo>
                    <a:pt x="22" y="14"/>
                  </a:moveTo>
                  <a:cubicBezTo>
                    <a:pt x="15" y="7"/>
                    <a:pt x="8" y="4"/>
                    <a:pt x="1" y="0"/>
                  </a:cubicBezTo>
                  <a:cubicBezTo>
                    <a:pt x="8" y="4"/>
                    <a:pt x="15" y="7"/>
                    <a:pt x="22"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25" name="Google Shape;9925;p76"/>
            <p:cNvSpPr/>
            <p:nvPr/>
          </p:nvSpPr>
          <p:spPr>
            <a:xfrm>
              <a:off x="2423422" y="1854621"/>
              <a:ext cx="339" cy="244"/>
            </a:xfrm>
            <a:custGeom>
              <a:avLst/>
              <a:gdLst/>
              <a:ahLst/>
              <a:cxnLst/>
              <a:rect l="l" t="t" r="r" b="b"/>
              <a:pathLst>
                <a:path w="25" h="18" extrusionOk="0">
                  <a:moveTo>
                    <a:pt x="25" y="18"/>
                  </a:moveTo>
                  <a:cubicBezTo>
                    <a:pt x="18" y="11"/>
                    <a:pt x="11" y="4"/>
                    <a:pt x="0" y="0"/>
                  </a:cubicBezTo>
                  <a:cubicBezTo>
                    <a:pt x="11" y="4"/>
                    <a:pt x="18" y="11"/>
                    <a:pt x="25"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26" name="Google Shape;9926;p76"/>
            <p:cNvSpPr/>
            <p:nvPr/>
          </p:nvSpPr>
          <p:spPr>
            <a:xfrm>
              <a:off x="2424847" y="1855381"/>
              <a:ext cx="720" cy="204"/>
            </a:xfrm>
            <a:custGeom>
              <a:avLst/>
              <a:gdLst/>
              <a:ahLst/>
              <a:cxnLst/>
              <a:rect l="l" t="t" r="r" b="b"/>
              <a:pathLst>
                <a:path w="53" h="15" extrusionOk="0">
                  <a:moveTo>
                    <a:pt x="53" y="14"/>
                  </a:moveTo>
                  <a:cubicBezTo>
                    <a:pt x="35" y="11"/>
                    <a:pt x="18" y="7"/>
                    <a:pt x="0" y="0"/>
                  </a:cubicBezTo>
                  <a:cubicBezTo>
                    <a:pt x="18" y="7"/>
                    <a:pt x="35" y="11"/>
                    <a:pt x="53"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27" name="Google Shape;9927;p76"/>
            <p:cNvSpPr/>
            <p:nvPr/>
          </p:nvSpPr>
          <p:spPr>
            <a:xfrm>
              <a:off x="2431365" y="1843827"/>
              <a:ext cx="33048" cy="26544"/>
            </a:xfrm>
            <a:custGeom>
              <a:avLst/>
              <a:gdLst/>
              <a:ahLst/>
              <a:cxnLst/>
              <a:rect l="l" t="t" r="r" b="b"/>
              <a:pathLst>
                <a:path w="2434" h="1955" extrusionOk="0">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28" name="Google Shape;9928;p76"/>
            <p:cNvSpPr/>
            <p:nvPr/>
          </p:nvSpPr>
          <p:spPr>
            <a:xfrm>
              <a:off x="2435682" y="1868117"/>
              <a:ext cx="258" cy="163"/>
            </a:xfrm>
            <a:custGeom>
              <a:avLst/>
              <a:gdLst/>
              <a:ahLst/>
              <a:cxnLst/>
              <a:rect l="l" t="t" r="r" b="b"/>
              <a:pathLst>
                <a:path w="19" h="12" extrusionOk="0">
                  <a:moveTo>
                    <a:pt x="18"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29" name="Google Shape;9929;p76"/>
            <p:cNvSpPr/>
            <p:nvPr/>
          </p:nvSpPr>
          <p:spPr>
            <a:xfrm>
              <a:off x="2432695" y="1865035"/>
              <a:ext cx="204" cy="299"/>
            </a:xfrm>
            <a:custGeom>
              <a:avLst/>
              <a:gdLst/>
              <a:ahLst/>
              <a:cxnLst/>
              <a:rect l="l" t="t" r="r" b="b"/>
              <a:pathLst>
                <a:path w="15" h="22" extrusionOk="0">
                  <a:moveTo>
                    <a:pt x="14" y="2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30" name="Google Shape;9930;p76"/>
            <p:cNvSpPr/>
            <p:nvPr/>
          </p:nvSpPr>
          <p:spPr>
            <a:xfrm>
              <a:off x="2435397" y="1867886"/>
              <a:ext cx="204" cy="149"/>
            </a:xfrm>
            <a:custGeom>
              <a:avLst/>
              <a:gdLst/>
              <a:ahLst/>
              <a:cxnLst/>
              <a:rect l="l" t="t" r="r" b="b"/>
              <a:pathLst>
                <a:path w="15" h="11" extrusionOk="0">
                  <a:moveTo>
                    <a:pt x="15"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31" name="Google Shape;9931;p76"/>
            <p:cNvSpPr/>
            <p:nvPr/>
          </p:nvSpPr>
          <p:spPr>
            <a:xfrm>
              <a:off x="2439538" y="1869027"/>
              <a:ext cx="11174" cy="1249"/>
            </a:xfrm>
            <a:custGeom>
              <a:avLst/>
              <a:gdLst/>
              <a:ahLst/>
              <a:cxnLst/>
              <a:rect l="l" t="t" r="r" b="b"/>
              <a:pathLst>
                <a:path w="823" h="92" extrusionOk="0">
                  <a:moveTo>
                    <a:pt x="0" y="0"/>
                  </a:moveTo>
                  <a:lnTo>
                    <a:pt x="0" y="0"/>
                  </a:lnTo>
                  <a:cubicBezTo>
                    <a:pt x="231" y="32"/>
                    <a:pt x="571" y="70"/>
                    <a:pt x="823" y="91"/>
                  </a:cubicBezTo>
                  <a:cubicBezTo>
                    <a:pt x="581" y="70"/>
                    <a:pt x="235" y="32"/>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32" name="Google Shape;9932;p76"/>
            <p:cNvSpPr/>
            <p:nvPr/>
          </p:nvSpPr>
          <p:spPr>
            <a:xfrm>
              <a:off x="2435967" y="1868266"/>
              <a:ext cx="163" cy="149"/>
            </a:xfrm>
            <a:custGeom>
              <a:avLst/>
              <a:gdLst/>
              <a:ahLst/>
              <a:cxnLst/>
              <a:rect l="l" t="t" r="r" b="b"/>
              <a:pathLst>
                <a:path w="12" h="11" extrusionOk="0">
                  <a:moveTo>
                    <a:pt x="11" y="11"/>
                  </a:moveTo>
                  <a:lnTo>
                    <a:pt x="11" y="11"/>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33" name="Google Shape;9933;p76"/>
            <p:cNvSpPr/>
            <p:nvPr/>
          </p:nvSpPr>
          <p:spPr>
            <a:xfrm>
              <a:off x="2432315" y="1864505"/>
              <a:ext cx="244" cy="353"/>
            </a:xfrm>
            <a:custGeom>
              <a:avLst/>
              <a:gdLst/>
              <a:ahLst/>
              <a:cxnLst/>
              <a:rect l="l" t="t" r="r" b="b"/>
              <a:pathLst>
                <a:path w="18" h="26" extrusionOk="0">
                  <a:moveTo>
                    <a:pt x="18"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34" name="Google Shape;9934;p76"/>
            <p:cNvSpPr/>
            <p:nvPr/>
          </p:nvSpPr>
          <p:spPr>
            <a:xfrm>
              <a:off x="2431365" y="1862645"/>
              <a:ext cx="149" cy="353"/>
            </a:xfrm>
            <a:custGeom>
              <a:avLst/>
              <a:gdLst/>
              <a:ahLst/>
              <a:cxnLst/>
              <a:rect l="l" t="t" r="r" b="b"/>
              <a:pathLst>
                <a:path w="11" h="26" extrusionOk="0">
                  <a:moveTo>
                    <a:pt x="0" y="1"/>
                  </a:moveTo>
                  <a:cubicBezTo>
                    <a:pt x="4" y="8"/>
                    <a:pt x="7" y="15"/>
                    <a:pt x="11" y="26"/>
                  </a:cubicBezTo>
                  <a:cubicBezTo>
                    <a:pt x="7" y="15"/>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35" name="Google Shape;9935;p76"/>
            <p:cNvSpPr/>
            <p:nvPr/>
          </p:nvSpPr>
          <p:spPr>
            <a:xfrm>
              <a:off x="2435071" y="1867601"/>
              <a:ext cx="204" cy="204"/>
            </a:xfrm>
            <a:custGeom>
              <a:avLst/>
              <a:gdLst/>
              <a:ahLst/>
              <a:cxnLst/>
              <a:rect l="l" t="t" r="r" b="b"/>
              <a:pathLst>
                <a:path w="15" h="15" extrusionOk="0">
                  <a:moveTo>
                    <a:pt x="14"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36" name="Google Shape;9936;p76"/>
            <p:cNvSpPr/>
            <p:nvPr/>
          </p:nvSpPr>
          <p:spPr>
            <a:xfrm>
              <a:off x="2433021" y="1865551"/>
              <a:ext cx="258" cy="299"/>
            </a:xfrm>
            <a:custGeom>
              <a:avLst/>
              <a:gdLst/>
              <a:ahLst/>
              <a:cxnLst/>
              <a:rect l="l" t="t" r="r" b="b"/>
              <a:pathLst>
                <a:path w="19" h="22" extrusionOk="0">
                  <a:moveTo>
                    <a:pt x="18"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37" name="Google Shape;9937;p76"/>
            <p:cNvSpPr/>
            <p:nvPr/>
          </p:nvSpPr>
          <p:spPr>
            <a:xfrm>
              <a:off x="2434732" y="1867316"/>
              <a:ext cx="204" cy="204"/>
            </a:xfrm>
            <a:custGeom>
              <a:avLst/>
              <a:gdLst/>
              <a:ahLst/>
              <a:cxnLst/>
              <a:rect l="l" t="t" r="r" b="b"/>
              <a:pathLst>
                <a:path w="15" h="15" extrusionOk="0">
                  <a:moveTo>
                    <a:pt x="15"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38" name="Google Shape;9938;p76"/>
            <p:cNvSpPr/>
            <p:nvPr/>
          </p:nvSpPr>
          <p:spPr>
            <a:xfrm>
              <a:off x="2433456" y="1865985"/>
              <a:ext cx="299" cy="339"/>
            </a:xfrm>
            <a:custGeom>
              <a:avLst/>
              <a:gdLst/>
              <a:ahLst/>
              <a:cxnLst/>
              <a:rect l="l" t="t" r="r" b="b"/>
              <a:pathLst>
                <a:path w="22" h="25" extrusionOk="0">
                  <a:moveTo>
                    <a:pt x="21" y="25"/>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39" name="Google Shape;9939;p76"/>
            <p:cNvSpPr/>
            <p:nvPr/>
          </p:nvSpPr>
          <p:spPr>
            <a:xfrm>
              <a:off x="2434352" y="1866936"/>
              <a:ext cx="258" cy="244"/>
            </a:xfrm>
            <a:custGeom>
              <a:avLst/>
              <a:gdLst/>
              <a:ahLst/>
              <a:cxnLst/>
              <a:rect l="l" t="t" r="r" b="b"/>
              <a:pathLst>
                <a:path w="19" h="18" extrusionOk="0">
                  <a:moveTo>
                    <a:pt x="18" y="1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40" name="Google Shape;9940;p76"/>
            <p:cNvSpPr/>
            <p:nvPr/>
          </p:nvSpPr>
          <p:spPr>
            <a:xfrm>
              <a:off x="2431935" y="1863840"/>
              <a:ext cx="244" cy="448"/>
            </a:xfrm>
            <a:custGeom>
              <a:avLst/>
              <a:gdLst/>
              <a:ahLst/>
              <a:cxnLst/>
              <a:rect l="l" t="t" r="r" b="b"/>
              <a:pathLst>
                <a:path w="18" h="33" extrusionOk="0">
                  <a:moveTo>
                    <a:pt x="18" y="32"/>
                  </a:moveTo>
                  <a:cubicBezTo>
                    <a:pt x="11" y="22"/>
                    <a:pt x="7" y="11"/>
                    <a:pt x="0" y="1"/>
                  </a:cubicBezTo>
                  <a:cubicBezTo>
                    <a:pt x="7" y="11"/>
                    <a:pt x="11" y="22"/>
                    <a:pt x="18"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41" name="Google Shape;9941;p76"/>
            <p:cNvSpPr/>
            <p:nvPr/>
          </p:nvSpPr>
          <p:spPr>
            <a:xfrm>
              <a:off x="2433836" y="1866460"/>
              <a:ext cx="394" cy="394"/>
            </a:xfrm>
            <a:custGeom>
              <a:avLst/>
              <a:gdLst/>
              <a:ahLst/>
              <a:cxnLst/>
              <a:rect l="l" t="t" r="r" b="b"/>
              <a:pathLst>
                <a:path w="29" h="29" extrusionOk="0">
                  <a:moveTo>
                    <a:pt x="28" y="2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42" name="Google Shape;9942;p76"/>
            <p:cNvSpPr/>
            <p:nvPr/>
          </p:nvSpPr>
          <p:spPr>
            <a:xfrm>
              <a:off x="2431595" y="1863134"/>
              <a:ext cx="258" cy="625"/>
            </a:xfrm>
            <a:custGeom>
              <a:avLst/>
              <a:gdLst/>
              <a:ahLst/>
              <a:cxnLst/>
              <a:rect l="l" t="t" r="r" b="b"/>
              <a:pathLst>
                <a:path w="19" h="46" extrusionOk="0">
                  <a:moveTo>
                    <a:pt x="18" y="46"/>
                  </a:moveTo>
                  <a:cubicBezTo>
                    <a:pt x="11" y="32"/>
                    <a:pt x="4" y="14"/>
                    <a:pt x="1" y="0"/>
                  </a:cubicBezTo>
                  <a:cubicBezTo>
                    <a:pt x="4" y="14"/>
                    <a:pt x="11" y="32"/>
                    <a:pt x="18" y="4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43" name="Google Shape;9943;p76"/>
            <p:cNvSpPr/>
            <p:nvPr/>
          </p:nvSpPr>
          <p:spPr>
            <a:xfrm>
              <a:off x="2452274" y="1864560"/>
              <a:ext cx="2295" cy="5811"/>
            </a:xfrm>
            <a:custGeom>
              <a:avLst/>
              <a:gdLst/>
              <a:ahLst/>
              <a:cxnLst/>
              <a:rect l="l" t="t" r="r" b="b"/>
              <a:pathLst>
                <a:path w="169" h="428" extrusionOk="0">
                  <a:moveTo>
                    <a:pt x="0" y="427"/>
                  </a:moveTo>
                  <a:lnTo>
                    <a:pt x="16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44" name="Google Shape;9944;p76"/>
            <p:cNvSpPr/>
            <p:nvPr/>
          </p:nvSpPr>
          <p:spPr>
            <a:xfrm>
              <a:off x="2782384" y="1996356"/>
              <a:ext cx="29246" cy="38139"/>
            </a:xfrm>
            <a:custGeom>
              <a:avLst/>
              <a:gdLst/>
              <a:ahLst/>
              <a:cxnLst/>
              <a:rect l="l" t="t" r="r" b="b"/>
              <a:pathLst>
                <a:path w="2154" h="2809" extrusionOk="0">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45" name="Google Shape;9945;p76"/>
            <p:cNvSpPr/>
            <p:nvPr/>
          </p:nvSpPr>
          <p:spPr>
            <a:xfrm>
              <a:off x="2853543" y="1995460"/>
              <a:ext cx="70169" cy="41954"/>
            </a:xfrm>
            <a:custGeom>
              <a:avLst/>
              <a:gdLst/>
              <a:ahLst/>
              <a:cxnLst/>
              <a:rect l="l" t="t" r="r" b="b"/>
              <a:pathLst>
                <a:path w="5168" h="3090" extrusionOk="0">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46" name="Google Shape;9946;p76"/>
            <p:cNvSpPr/>
            <p:nvPr/>
          </p:nvSpPr>
          <p:spPr>
            <a:xfrm>
              <a:off x="2791942" y="2002154"/>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47" name="Google Shape;9947;p76"/>
            <p:cNvSpPr/>
            <p:nvPr/>
          </p:nvSpPr>
          <p:spPr>
            <a:xfrm>
              <a:off x="2790367" y="2002059"/>
              <a:ext cx="299" cy="68"/>
            </a:xfrm>
            <a:custGeom>
              <a:avLst/>
              <a:gdLst/>
              <a:ahLst/>
              <a:cxnLst/>
              <a:rect l="l" t="t" r="r" b="b"/>
              <a:pathLst>
                <a:path w="22" h="5" extrusionOk="0">
                  <a:moveTo>
                    <a:pt x="1" y="1"/>
                  </a:moveTo>
                  <a:lnTo>
                    <a:pt x="2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48" name="Google Shape;9948;p76"/>
            <p:cNvSpPr/>
            <p:nvPr/>
          </p:nvSpPr>
          <p:spPr>
            <a:xfrm>
              <a:off x="2792458" y="2002154"/>
              <a:ext cx="394" cy="14"/>
            </a:xfrm>
            <a:custGeom>
              <a:avLst/>
              <a:gdLst/>
              <a:ahLst/>
              <a:cxnLst/>
              <a:rect l="l" t="t" r="r" b="b"/>
              <a:pathLst>
                <a:path w="29" h="1" extrusionOk="0">
                  <a:moveTo>
                    <a:pt x="1" y="1"/>
                  </a:move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49" name="Google Shape;9949;p76"/>
            <p:cNvSpPr/>
            <p:nvPr/>
          </p:nvSpPr>
          <p:spPr>
            <a:xfrm>
              <a:off x="2790843" y="2002113"/>
              <a:ext cx="394" cy="14"/>
            </a:xfrm>
            <a:custGeom>
              <a:avLst/>
              <a:gdLst/>
              <a:ahLst/>
              <a:cxnLst/>
              <a:rect l="l" t="t" r="r" b="b"/>
              <a:pathLst>
                <a:path w="29" h="1" extrusionOk="0">
                  <a:moveTo>
                    <a:pt x="1" y="0"/>
                  </a:moveTo>
                  <a:lnTo>
                    <a:pt x="2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50" name="Google Shape;9950;p76"/>
            <p:cNvSpPr/>
            <p:nvPr/>
          </p:nvSpPr>
          <p:spPr>
            <a:xfrm>
              <a:off x="2793463" y="2002059"/>
              <a:ext cx="353" cy="14"/>
            </a:xfrm>
            <a:custGeom>
              <a:avLst/>
              <a:gdLst/>
              <a:ahLst/>
              <a:cxnLst/>
              <a:rect l="l" t="t" r="r" b="b"/>
              <a:pathLst>
                <a:path w="26" h="1" extrusionOk="0">
                  <a:moveTo>
                    <a:pt x="1" y="1"/>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51" name="Google Shape;9951;p76"/>
            <p:cNvSpPr/>
            <p:nvPr/>
          </p:nvSpPr>
          <p:spPr>
            <a:xfrm>
              <a:off x="2792947" y="2002113"/>
              <a:ext cx="380" cy="14"/>
            </a:xfrm>
            <a:custGeom>
              <a:avLst/>
              <a:gdLst/>
              <a:ahLst/>
              <a:cxnLst/>
              <a:rect l="l" t="t" r="r" b="b"/>
              <a:pathLst>
                <a:path w="28" h="1" extrusionOk="0">
                  <a:moveTo>
                    <a:pt x="0" y="0"/>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52" name="Google Shape;9952;p76"/>
            <p:cNvSpPr/>
            <p:nvPr/>
          </p:nvSpPr>
          <p:spPr>
            <a:xfrm>
              <a:off x="2793938" y="2002018"/>
              <a:ext cx="299" cy="14"/>
            </a:xfrm>
            <a:custGeom>
              <a:avLst/>
              <a:gdLst/>
              <a:ahLst/>
              <a:cxnLst/>
              <a:rect l="l" t="t" r="r" b="b"/>
              <a:pathLst>
                <a:path w="22" h="1" extrusionOk="0">
                  <a:moveTo>
                    <a:pt x="1" y="0"/>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53" name="Google Shape;9953;p76"/>
            <p:cNvSpPr/>
            <p:nvPr/>
          </p:nvSpPr>
          <p:spPr>
            <a:xfrm>
              <a:off x="2788657" y="2001448"/>
              <a:ext cx="353" cy="244"/>
            </a:xfrm>
            <a:custGeom>
              <a:avLst/>
              <a:gdLst/>
              <a:ahLst/>
              <a:cxnLst/>
              <a:rect l="l" t="t" r="r" b="b"/>
              <a:pathLst>
                <a:path w="26" h="18" extrusionOk="0">
                  <a:moveTo>
                    <a:pt x="1" y="0"/>
                  </a:moveTo>
                  <a:cubicBezTo>
                    <a:pt x="8" y="7"/>
                    <a:pt x="15" y="11"/>
                    <a:pt x="25" y="18"/>
                  </a:cubicBezTo>
                  <a:cubicBezTo>
                    <a:pt x="15" y="11"/>
                    <a:pt x="8"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54" name="Google Shape;9954;p76"/>
            <p:cNvSpPr/>
            <p:nvPr/>
          </p:nvSpPr>
          <p:spPr>
            <a:xfrm>
              <a:off x="2783524" y="1996546"/>
              <a:ext cx="394" cy="68"/>
            </a:xfrm>
            <a:custGeom>
              <a:avLst/>
              <a:gdLst/>
              <a:ahLst/>
              <a:cxnLst/>
              <a:rect l="l" t="t" r="r" b="b"/>
              <a:pathLst>
                <a:path w="29" h="5" extrusionOk="0">
                  <a:moveTo>
                    <a:pt x="1" y="1"/>
                  </a:moveTo>
                  <a:lnTo>
                    <a:pt x="29"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55" name="Google Shape;9955;p76"/>
            <p:cNvSpPr/>
            <p:nvPr/>
          </p:nvSpPr>
          <p:spPr>
            <a:xfrm>
              <a:off x="2782343" y="1996506"/>
              <a:ext cx="244" cy="14"/>
            </a:xfrm>
            <a:custGeom>
              <a:avLst/>
              <a:gdLst/>
              <a:ahLst/>
              <a:cxnLst/>
              <a:rect l="l" t="t" r="r" b="b"/>
              <a:pathLst>
                <a:path w="18" h="1" extrusionOk="0">
                  <a:moveTo>
                    <a:pt x="0" y="0"/>
                  </a:moveTo>
                  <a:lnTo>
                    <a:pt x="0" y="0"/>
                  </a:ln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56" name="Google Shape;9956;p76"/>
            <p:cNvSpPr/>
            <p:nvPr/>
          </p:nvSpPr>
          <p:spPr>
            <a:xfrm>
              <a:off x="2789471" y="2001869"/>
              <a:ext cx="299" cy="109"/>
            </a:xfrm>
            <a:custGeom>
              <a:avLst/>
              <a:gdLst/>
              <a:ahLst/>
              <a:cxnLst/>
              <a:rect l="l" t="t" r="r" b="b"/>
              <a:pathLst>
                <a:path w="22" h="8" extrusionOk="0">
                  <a:moveTo>
                    <a:pt x="0" y="1"/>
                  </a:moveTo>
                  <a:lnTo>
                    <a:pt x="2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57" name="Google Shape;9957;p76"/>
            <p:cNvSpPr/>
            <p:nvPr/>
          </p:nvSpPr>
          <p:spPr>
            <a:xfrm>
              <a:off x="2789091" y="2001733"/>
              <a:ext cx="244" cy="109"/>
            </a:xfrm>
            <a:custGeom>
              <a:avLst/>
              <a:gdLst/>
              <a:ahLst/>
              <a:cxnLst/>
              <a:rect l="l" t="t" r="r" b="b"/>
              <a:pathLst>
                <a:path w="18" h="8" extrusionOk="0">
                  <a:moveTo>
                    <a:pt x="0" y="0"/>
                  </a:moveTo>
                  <a:lnTo>
                    <a:pt x="18"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58" name="Google Shape;9958;p76"/>
            <p:cNvSpPr/>
            <p:nvPr/>
          </p:nvSpPr>
          <p:spPr>
            <a:xfrm>
              <a:off x="2789892" y="2001964"/>
              <a:ext cx="299" cy="109"/>
            </a:xfrm>
            <a:custGeom>
              <a:avLst/>
              <a:gdLst/>
              <a:ahLst/>
              <a:cxnLst/>
              <a:rect l="l" t="t" r="r" b="b"/>
              <a:pathLst>
                <a:path w="22" h="8" extrusionOk="0">
                  <a:moveTo>
                    <a:pt x="1" y="1"/>
                  </a:moveTo>
                  <a:lnTo>
                    <a:pt x="22"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59" name="Google Shape;9959;p76"/>
            <p:cNvSpPr/>
            <p:nvPr/>
          </p:nvSpPr>
          <p:spPr>
            <a:xfrm>
              <a:off x="2794943" y="200186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60" name="Google Shape;9960;p76"/>
            <p:cNvSpPr/>
            <p:nvPr/>
          </p:nvSpPr>
          <p:spPr>
            <a:xfrm>
              <a:off x="2796083" y="2000253"/>
              <a:ext cx="54" cy="204"/>
            </a:xfrm>
            <a:custGeom>
              <a:avLst/>
              <a:gdLst/>
              <a:ahLst/>
              <a:cxnLst/>
              <a:rect l="l" t="t" r="r" b="b"/>
              <a:pathLst>
                <a:path w="4" h="15" extrusionOk="0">
                  <a:moveTo>
                    <a:pt x="0" y="15"/>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61" name="Google Shape;9961;p76"/>
            <p:cNvSpPr/>
            <p:nvPr/>
          </p:nvSpPr>
          <p:spPr>
            <a:xfrm>
              <a:off x="2791847" y="2002154"/>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62" name="Google Shape;9962;p76"/>
            <p:cNvSpPr/>
            <p:nvPr/>
          </p:nvSpPr>
          <p:spPr>
            <a:xfrm>
              <a:off x="2794563" y="2001923"/>
              <a:ext cx="204" cy="54"/>
            </a:xfrm>
            <a:custGeom>
              <a:avLst/>
              <a:gdLst/>
              <a:ahLst/>
              <a:cxnLst/>
              <a:rect l="l" t="t" r="r" b="b"/>
              <a:pathLst>
                <a:path w="15" h="4" extrusionOk="0">
                  <a:moveTo>
                    <a:pt x="0" y="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63" name="Google Shape;9963;p76"/>
            <p:cNvSpPr/>
            <p:nvPr/>
          </p:nvSpPr>
          <p:spPr>
            <a:xfrm>
              <a:off x="2794794" y="2001923"/>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64" name="Google Shape;9964;p76"/>
            <p:cNvSpPr/>
            <p:nvPr/>
          </p:nvSpPr>
          <p:spPr>
            <a:xfrm>
              <a:off x="2796124" y="2000022"/>
              <a:ext cx="68" cy="149"/>
            </a:xfrm>
            <a:custGeom>
              <a:avLst/>
              <a:gdLst/>
              <a:ahLst/>
              <a:cxnLst/>
              <a:rect l="l" t="t" r="r" b="b"/>
              <a:pathLst>
                <a:path w="5" h="11" extrusionOk="0">
                  <a:moveTo>
                    <a:pt x="1" y="11"/>
                  </a:moveTo>
                  <a:cubicBezTo>
                    <a:pt x="1" y="7"/>
                    <a:pt x="1" y="4"/>
                    <a:pt x="4" y="0"/>
                  </a:cubicBezTo>
                  <a:cubicBezTo>
                    <a:pt x="1" y="4"/>
                    <a:pt x="1" y="7"/>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65" name="Google Shape;9965;p76"/>
            <p:cNvSpPr/>
            <p:nvPr/>
          </p:nvSpPr>
          <p:spPr>
            <a:xfrm>
              <a:off x="2796749" y="199916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66" name="Google Shape;9966;p76"/>
            <p:cNvSpPr/>
            <p:nvPr/>
          </p:nvSpPr>
          <p:spPr>
            <a:xfrm>
              <a:off x="2796559" y="1999208"/>
              <a:ext cx="149" cy="163"/>
            </a:xfrm>
            <a:custGeom>
              <a:avLst/>
              <a:gdLst/>
              <a:ahLst/>
              <a:cxnLst/>
              <a:rect l="l" t="t" r="r" b="b"/>
              <a:pathLst>
                <a:path w="11" h="12" extrusionOk="0">
                  <a:moveTo>
                    <a:pt x="0" y="1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67" name="Google Shape;9967;p76"/>
            <p:cNvSpPr/>
            <p:nvPr/>
          </p:nvSpPr>
          <p:spPr>
            <a:xfrm>
              <a:off x="2796178" y="1999737"/>
              <a:ext cx="54" cy="204"/>
            </a:xfrm>
            <a:custGeom>
              <a:avLst/>
              <a:gdLst/>
              <a:ahLst/>
              <a:cxnLst/>
              <a:rect l="l" t="t" r="r" b="b"/>
              <a:pathLst>
                <a:path w="4" h="15" extrusionOk="0">
                  <a:moveTo>
                    <a:pt x="0" y="14"/>
                  </a:moveTo>
                  <a:cubicBezTo>
                    <a:pt x="0" y="11"/>
                    <a:pt x="4" y="7"/>
                    <a:pt x="4" y="0"/>
                  </a:cubicBezTo>
                  <a:cubicBezTo>
                    <a:pt x="4" y="7"/>
                    <a:pt x="0" y="11"/>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68" name="Google Shape;9968;p76"/>
            <p:cNvSpPr/>
            <p:nvPr/>
          </p:nvSpPr>
          <p:spPr>
            <a:xfrm>
              <a:off x="2796369" y="1999398"/>
              <a:ext cx="149" cy="109"/>
            </a:xfrm>
            <a:custGeom>
              <a:avLst/>
              <a:gdLst/>
              <a:ahLst/>
              <a:cxnLst/>
              <a:rect l="l" t="t" r="r" b="b"/>
              <a:pathLst>
                <a:path w="11" h="8" extrusionOk="0">
                  <a:moveTo>
                    <a:pt x="0" y="8"/>
                  </a:moveTo>
                  <a:cubicBezTo>
                    <a:pt x="4" y="4"/>
                    <a:pt x="7" y="1"/>
                    <a:pt x="11" y="1"/>
                  </a:cubicBezTo>
                  <a:cubicBezTo>
                    <a:pt x="7" y="1"/>
                    <a:pt x="4" y="4"/>
                    <a:pt x="0"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69" name="Google Shape;9969;p76"/>
            <p:cNvSpPr/>
            <p:nvPr/>
          </p:nvSpPr>
          <p:spPr>
            <a:xfrm>
              <a:off x="2796274" y="1999547"/>
              <a:ext cx="109" cy="204"/>
            </a:xfrm>
            <a:custGeom>
              <a:avLst/>
              <a:gdLst/>
              <a:ahLst/>
              <a:cxnLst/>
              <a:rect l="l" t="t" r="r" b="b"/>
              <a:pathLst>
                <a:path w="8" h="15" extrusionOk="0">
                  <a:moveTo>
                    <a:pt x="0" y="14"/>
                  </a:moveTo>
                  <a:cubicBezTo>
                    <a:pt x="0" y="11"/>
                    <a:pt x="4" y="4"/>
                    <a:pt x="7" y="0"/>
                  </a:cubicBezTo>
                  <a:cubicBezTo>
                    <a:pt x="4" y="4"/>
                    <a:pt x="0" y="11"/>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70" name="Google Shape;9970;p76"/>
            <p:cNvSpPr/>
            <p:nvPr/>
          </p:nvSpPr>
          <p:spPr>
            <a:xfrm>
              <a:off x="2794223" y="2001964"/>
              <a:ext cx="299" cy="68"/>
            </a:xfrm>
            <a:custGeom>
              <a:avLst/>
              <a:gdLst/>
              <a:ahLst/>
              <a:cxnLst/>
              <a:rect l="l" t="t" r="r" b="b"/>
              <a:pathLst>
                <a:path w="22" h="5" extrusionOk="0">
                  <a:moveTo>
                    <a:pt x="1" y="4"/>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71" name="Google Shape;9971;p76"/>
            <p:cNvSpPr/>
            <p:nvPr/>
          </p:nvSpPr>
          <p:spPr>
            <a:xfrm>
              <a:off x="2887582" y="2010097"/>
              <a:ext cx="6572" cy="4100"/>
            </a:xfrm>
            <a:custGeom>
              <a:avLst/>
              <a:gdLst/>
              <a:ahLst/>
              <a:cxnLst/>
              <a:rect l="l" t="t" r="r" b="b"/>
              <a:pathLst>
                <a:path w="484" h="302" extrusionOk="0">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72" name="Google Shape;9972;p76"/>
            <p:cNvSpPr/>
            <p:nvPr/>
          </p:nvSpPr>
          <p:spPr>
            <a:xfrm>
              <a:off x="2888668" y="2013192"/>
              <a:ext cx="204" cy="244"/>
            </a:xfrm>
            <a:custGeom>
              <a:avLst/>
              <a:gdLst/>
              <a:ahLst/>
              <a:cxnLst/>
              <a:rect l="l" t="t" r="r" b="b"/>
              <a:pathLst>
                <a:path w="15" h="18" extrusionOk="0">
                  <a:moveTo>
                    <a:pt x="15" y="1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73" name="Google Shape;9973;p76"/>
            <p:cNvSpPr/>
            <p:nvPr/>
          </p:nvSpPr>
          <p:spPr>
            <a:xfrm>
              <a:off x="2888913" y="2013478"/>
              <a:ext cx="109" cy="204"/>
            </a:xfrm>
            <a:custGeom>
              <a:avLst/>
              <a:gdLst/>
              <a:ahLst/>
              <a:cxnLst/>
              <a:rect l="l" t="t" r="r" b="b"/>
              <a:pathLst>
                <a:path w="8" h="15" extrusionOk="0">
                  <a:moveTo>
                    <a:pt x="7"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74" name="Google Shape;9974;p76"/>
            <p:cNvSpPr/>
            <p:nvPr/>
          </p:nvSpPr>
          <p:spPr>
            <a:xfrm>
              <a:off x="2888438" y="2012907"/>
              <a:ext cx="149" cy="204"/>
            </a:xfrm>
            <a:custGeom>
              <a:avLst/>
              <a:gdLst/>
              <a:ahLst/>
              <a:cxnLst/>
              <a:rect l="l" t="t" r="r" b="b"/>
              <a:pathLst>
                <a:path w="11" h="15" extrusionOk="0">
                  <a:moveTo>
                    <a:pt x="11"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75" name="Google Shape;9975;p76"/>
            <p:cNvSpPr/>
            <p:nvPr/>
          </p:nvSpPr>
          <p:spPr>
            <a:xfrm>
              <a:off x="2889049" y="2013708"/>
              <a:ext cx="163" cy="163"/>
            </a:xfrm>
            <a:custGeom>
              <a:avLst/>
              <a:gdLst/>
              <a:ahLst/>
              <a:cxnLst/>
              <a:rect l="l" t="t" r="r" b="b"/>
              <a:pathLst>
                <a:path w="12" h="12" extrusionOk="0">
                  <a:moveTo>
                    <a:pt x="1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76" name="Google Shape;9976;p76"/>
            <p:cNvSpPr/>
            <p:nvPr/>
          </p:nvSpPr>
          <p:spPr>
            <a:xfrm>
              <a:off x="2887582" y="2011577"/>
              <a:ext cx="299" cy="434"/>
            </a:xfrm>
            <a:custGeom>
              <a:avLst/>
              <a:gdLst/>
              <a:ahLst/>
              <a:cxnLst/>
              <a:rect l="l" t="t" r="r" b="b"/>
              <a:pathLst>
                <a:path w="22" h="32" extrusionOk="0">
                  <a:moveTo>
                    <a:pt x="0" y="0"/>
                  </a:moveTo>
                  <a:lnTo>
                    <a:pt x="21"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77" name="Google Shape;9977;p76"/>
            <p:cNvSpPr/>
            <p:nvPr/>
          </p:nvSpPr>
          <p:spPr>
            <a:xfrm>
              <a:off x="2888247" y="2012568"/>
              <a:ext cx="149" cy="204"/>
            </a:xfrm>
            <a:custGeom>
              <a:avLst/>
              <a:gdLst/>
              <a:ahLst/>
              <a:cxnLst/>
              <a:rect l="l" t="t" r="r" b="b"/>
              <a:pathLst>
                <a:path w="11" h="15" extrusionOk="0">
                  <a:moveTo>
                    <a:pt x="11"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78" name="Google Shape;9978;p76"/>
            <p:cNvSpPr/>
            <p:nvPr/>
          </p:nvSpPr>
          <p:spPr>
            <a:xfrm>
              <a:off x="2889239" y="2013898"/>
              <a:ext cx="109" cy="109"/>
            </a:xfrm>
            <a:custGeom>
              <a:avLst/>
              <a:gdLst/>
              <a:ahLst/>
              <a:cxnLst/>
              <a:rect l="l" t="t" r="r" b="b"/>
              <a:pathLst>
                <a:path w="8" h="8" extrusionOk="0">
                  <a:moveTo>
                    <a:pt x="8"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79" name="Google Shape;9979;p76"/>
            <p:cNvSpPr/>
            <p:nvPr/>
          </p:nvSpPr>
          <p:spPr>
            <a:xfrm>
              <a:off x="2887908" y="2012093"/>
              <a:ext cx="204" cy="353"/>
            </a:xfrm>
            <a:custGeom>
              <a:avLst/>
              <a:gdLst/>
              <a:ahLst/>
              <a:cxnLst/>
              <a:rect l="l" t="t" r="r" b="b"/>
              <a:pathLst>
                <a:path w="15" h="26" extrusionOk="0">
                  <a:moveTo>
                    <a:pt x="15" y="2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80" name="Google Shape;9980;p76"/>
            <p:cNvSpPr/>
            <p:nvPr/>
          </p:nvSpPr>
          <p:spPr>
            <a:xfrm>
              <a:off x="2889334" y="2014048"/>
              <a:ext cx="163" cy="109"/>
            </a:xfrm>
            <a:custGeom>
              <a:avLst/>
              <a:gdLst/>
              <a:ahLst/>
              <a:cxnLst/>
              <a:rect l="l" t="t" r="r" b="b"/>
              <a:pathLst>
                <a:path w="12" h="8" extrusionOk="0">
                  <a:moveTo>
                    <a:pt x="1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81" name="Google Shape;9981;p76"/>
            <p:cNvSpPr/>
            <p:nvPr/>
          </p:nvSpPr>
          <p:spPr>
            <a:xfrm>
              <a:off x="2893801" y="2010246"/>
              <a:ext cx="14" cy="54"/>
            </a:xfrm>
            <a:custGeom>
              <a:avLst/>
              <a:gdLst/>
              <a:ahLst/>
              <a:cxnLst/>
              <a:rect l="l" t="t" r="r" b="b"/>
              <a:pathLst>
                <a:path w="1" h="4" extrusionOk="0">
                  <a:moveTo>
                    <a:pt x="1" y="0"/>
                  </a:moveTo>
                  <a:lnTo>
                    <a:pt x="1" y="0"/>
                  </a:ln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82" name="Google Shape;9982;p76"/>
            <p:cNvSpPr/>
            <p:nvPr/>
          </p:nvSpPr>
          <p:spPr>
            <a:xfrm>
              <a:off x="2889483" y="2014143"/>
              <a:ext cx="54" cy="54"/>
            </a:xfrm>
            <a:custGeom>
              <a:avLst/>
              <a:gdLst/>
              <a:ahLst/>
              <a:cxnLst/>
              <a:rect l="l" t="t" r="r" b="b"/>
              <a:pathLst>
                <a:path w="4" h="4" extrusionOk="0">
                  <a:moveTo>
                    <a:pt x="4"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83" name="Google Shape;9983;p76"/>
            <p:cNvSpPr/>
            <p:nvPr/>
          </p:nvSpPr>
          <p:spPr>
            <a:xfrm>
              <a:off x="2889578" y="2014238"/>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84" name="Google Shape;9984;p76"/>
            <p:cNvSpPr/>
            <p:nvPr/>
          </p:nvSpPr>
          <p:spPr>
            <a:xfrm>
              <a:off x="2889619" y="2014279"/>
              <a:ext cx="68" cy="14"/>
            </a:xfrm>
            <a:custGeom>
              <a:avLst/>
              <a:gdLst/>
              <a:ahLst/>
              <a:cxnLst/>
              <a:rect l="l" t="t" r="r" b="b"/>
              <a:pathLst>
                <a:path w="5" h="1" extrusionOk="0">
                  <a:moveTo>
                    <a:pt x="4"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85" name="Google Shape;9985;p76"/>
            <p:cNvSpPr/>
            <p:nvPr/>
          </p:nvSpPr>
          <p:spPr>
            <a:xfrm>
              <a:off x="2894181" y="2012188"/>
              <a:ext cx="68" cy="353"/>
            </a:xfrm>
            <a:custGeom>
              <a:avLst/>
              <a:gdLst/>
              <a:ahLst/>
              <a:cxnLst/>
              <a:rect l="l" t="t" r="r" b="b"/>
              <a:pathLst>
                <a:path w="5" h="26" extrusionOk="0">
                  <a:moveTo>
                    <a:pt x="1" y="1"/>
                  </a:moveTo>
                  <a:cubicBezTo>
                    <a:pt x="1" y="11"/>
                    <a:pt x="1" y="18"/>
                    <a:pt x="4" y="25"/>
                  </a:cubicBezTo>
                  <a:cubicBezTo>
                    <a:pt x="1" y="18"/>
                    <a:pt x="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86" name="Google Shape;9986;p76"/>
            <p:cNvSpPr/>
            <p:nvPr/>
          </p:nvSpPr>
          <p:spPr>
            <a:xfrm>
              <a:off x="2893950" y="2010952"/>
              <a:ext cx="54" cy="299"/>
            </a:xfrm>
            <a:custGeom>
              <a:avLst/>
              <a:gdLst/>
              <a:ahLst/>
              <a:cxnLst/>
              <a:rect l="l" t="t" r="r" b="b"/>
              <a:pathLst>
                <a:path w="4" h="22" extrusionOk="0">
                  <a:moveTo>
                    <a:pt x="0" y="1"/>
                  </a:moveTo>
                  <a:lnTo>
                    <a:pt x="4"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87" name="Google Shape;9987;p76"/>
            <p:cNvSpPr/>
            <p:nvPr/>
          </p:nvSpPr>
          <p:spPr>
            <a:xfrm>
              <a:off x="2894045" y="2011387"/>
              <a:ext cx="54" cy="394"/>
            </a:xfrm>
            <a:custGeom>
              <a:avLst/>
              <a:gdLst/>
              <a:ahLst/>
              <a:cxnLst/>
              <a:rect l="l" t="t" r="r" b="b"/>
              <a:pathLst>
                <a:path w="4" h="29" extrusionOk="0">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88" name="Google Shape;9988;p76"/>
            <p:cNvSpPr/>
            <p:nvPr/>
          </p:nvSpPr>
          <p:spPr>
            <a:xfrm>
              <a:off x="2894140" y="2011808"/>
              <a:ext cx="54" cy="353"/>
            </a:xfrm>
            <a:custGeom>
              <a:avLst/>
              <a:gdLst/>
              <a:ahLst/>
              <a:cxnLst/>
              <a:rect l="l" t="t" r="r" b="b"/>
              <a:pathLst>
                <a:path w="4" h="26" extrusionOk="0">
                  <a:moveTo>
                    <a:pt x="0" y="1"/>
                  </a:moveTo>
                  <a:cubicBezTo>
                    <a:pt x="0" y="8"/>
                    <a:pt x="0" y="15"/>
                    <a:pt x="4" y="25"/>
                  </a:cubicBezTo>
                  <a:cubicBezTo>
                    <a:pt x="0" y="15"/>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89" name="Google Shape;9989;p76"/>
            <p:cNvSpPr/>
            <p:nvPr/>
          </p:nvSpPr>
          <p:spPr>
            <a:xfrm>
              <a:off x="2889714" y="2014333"/>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90" name="Google Shape;9990;p76"/>
            <p:cNvSpPr/>
            <p:nvPr/>
          </p:nvSpPr>
          <p:spPr>
            <a:xfrm>
              <a:off x="2893855" y="2010477"/>
              <a:ext cx="54" cy="353"/>
            </a:xfrm>
            <a:custGeom>
              <a:avLst/>
              <a:gdLst/>
              <a:ahLst/>
              <a:cxnLst/>
              <a:rect l="l" t="t" r="r" b="b"/>
              <a:pathLst>
                <a:path w="4" h="26" extrusionOk="0">
                  <a:moveTo>
                    <a:pt x="0" y="1"/>
                  </a:moveTo>
                  <a:lnTo>
                    <a:pt x="4"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91" name="Google Shape;9991;p76"/>
            <p:cNvSpPr/>
            <p:nvPr/>
          </p:nvSpPr>
          <p:spPr>
            <a:xfrm>
              <a:off x="2333674" y="1750386"/>
              <a:ext cx="69992" cy="68689"/>
            </a:xfrm>
            <a:custGeom>
              <a:avLst/>
              <a:gdLst/>
              <a:ahLst/>
              <a:cxnLst/>
              <a:rect l="l" t="t" r="r" b="b"/>
              <a:pathLst>
                <a:path w="5155" h="5059" extrusionOk="0">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92" name="Google Shape;9992;p76"/>
            <p:cNvSpPr/>
            <p:nvPr/>
          </p:nvSpPr>
          <p:spPr>
            <a:xfrm>
              <a:off x="2360965" y="1751568"/>
              <a:ext cx="584" cy="204"/>
            </a:xfrm>
            <a:custGeom>
              <a:avLst/>
              <a:gdLst/>
              <a:ahLst/>
              <a:cxnLst/>
              <a:rect l="l" t="t" r="r" b="b"/>
              <a:pathLst>
                <a:path w="43" h="15" extrusionOk="0">
                  <a:moveTo>
                    <a:pt x="0" y="1"/>
                  </a:moveTo>
                  <a:lnTo>
                    <a:pt x="42" y="15"/>
                  </a:lnTo>
                  <a:lnTo>
                    <a:pt x="42" y="15"/>
                  </a:lnTo>
                  <a:lnTo>
                    <a:pt x="0" y="1"/>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93" name="Google Shape;9993;p76"/>
            <p:cNvSpPr/>
            <p:nvPr/>
          </p:nvSpPr>
          <p:spPr>
            <a:xfrm>
              <a:off x="2333674" y="1776048"/>
              <a:ext cx="15465" cy="8147"/>
            </a:xfrm>
            <a:custGeom>
              <a:avLst/>
              <a:gdLst/>
              <a:ahLst/>
              <a:cxnLst/>
              <a:rect l="l" t="t" r="r" b="b"/>
              <a:pathLst>
                <a:path w="1139" h="600" extrusionOk="0">
                  <a:moveTo>
                    <a:pt x="1139" y="0"/>
                  </a:moveTo>
                  <a:cubicBezTo>
                    <a:pt x="1086" y="28"/>
                    <a:pt x="501" y="340"/>
                    <a:pt x="1" y="599"/>
                  </a:cubicBezTo>
                  <a:cubicBezTo>
                    <a:pt x="452" y="368"/>
                    <a:pt x="971" y="91"/>
                    <a:pt x="113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94" name="Google Shape;9994;p76"/>
            <p:cNvSpPr/>
            <p:nvPr/>
          </p:nvSpPr>
          <p:spPr>
            <a:xfrm>
              <a:off x="2333674" y="1784181"/>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95" name="Google Shape;9995;p76"/>
            <p:cNvSpPr/>
            <p:nvPr/>
          </p:nvSpPr>
          <p:spPr>
            <a:xfrm>
              <a:off x="2334720" y="1789218"/>
              <a:ext cx="1059" cy="4481"/>
            </a:xfrm>
            <a:custGeom>
              <a:avLst/>
              <a:gdLst/>
              <a:ahLst/>
              <a:cxnLst/>
              <a:rect l="l" t="t" r="r" b="b"/>
              <a:pathLst>
                <a:path w="78" h="330" extrusionOk="0">
                  <a:moveTo>
                    <a:pt x="78" y="329"/>
                  </a:moveTo>
                  <a:cubicBezTo>
                    <a:pt x="53" y="224"/>
                    <a:pt x="25" y="105"/>
                    <a:pt x="1" y="0"/>
                  </a:cubicBezTo>
                  <a:cubicBezTo>
                    <a:pt x="25" y="105"/>
                    <a:pt x="53" y="224"/>
                    <a:pt x="78" y="3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96" name="Google Shape;9996;p76"/>
            <p:cNvSpPr/>
            <p:nvPr/>
          </p:nvSpPr>
          <p:spPr>
            <a:xfrm>
              <a:off x="2334530" y="1788403"/>
              <a:ext cx="204" cy="828"/>
            </a:xfrm>
            <a:custGeom>
              <a:avLst/>
              <a:gdLst/>
              <a:ahLst/>
              <a:cxnLst/>
              <a:rect l="l" t="t" r="r" b="b"/>
              <a:pathLst>
                <a:path w="15" h="61" extrusionOk="0">
                  <a:moveTo>
                    <a:pt x="1" y="1"/>
                  </a:moveTo>
                  <a:lnTo>
                    <a:pt x="15" y="6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97" name="Google Shape;9997;p76"/>
            <p:cNvSpPr/>
            <p:nvPr/>
          </p:nvSpPr>
          <p:spPr>
            <a:xfrm>
              <a:off x="2334340" y="1787697"/>
              <a:ext cx="204" cy="720"/>
            </a:xfrm>
            <a:custGeom>
              <a:avLst/>
              <a:gdLst/>
              <a:ahLst/>
              <a:cxnLst/>
              <a:rect l="l" t="t" r="r" b="b"/>
              <a:pathLst>
                <a:path w="15" h="53" extrusionOk="0">
                  <a:moveTo>
                    <a:pt x="1" y="0"/>
                  </a:moveTo>
                  <a:lnTo>
                    <a:pt x="15" y="5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98" name="Google Shape;9998;p76"/>
            <p:cNvSpPr/>
            <p:nvPr/>
          </p:nvSpPr>
          <p:spPr>
            <a:xfrm>
              <a:off x="2333770" y="178503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99" name="Google Shape;9999;p76"/>
            <p:cNvSpPr/>
            <p:nvPr/>
          </p:nvSpPr>
          <p:spPr>
            <a:xfrm>
              <a:off x="2334150" y="1787073"/>
              <a:ext cx="204" cy="584"/>
            </a:xfrm>
            <a:custGeom>
              <a:avLst/>
              <a:gdLst/>
              <a:ahLst/>
              <a:cxnLst/>
              <a:rect l="l" t="t" r="r" b="b"/>
              <a:pathLst>
                <a:path w="15" h="43" extrusionOk="0">
                  <a:moveTo>
                    <a:pt x="1" y="1"/>
                  </a:moveTo>
                  <a:cubicBezTo>
                    <a:pt x="4" y="11"/>
                    <a:pt x="8" y="29"/>
                    <a:pt x="15" y="43"/>
                  </a:cubicBezTo>
                  <a:cubicBezTo>
                    <a:pt x="8" y="29"/>
                    <a:pt x="4"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00" name="Google Shape;10000;p76"/>
            <p:cNvSpPr/>
            <p:nvPr/>
          </p:nvSpPr>
          <p:spPr>
            <a:xfrm>
              <a:off x="2333865" y="1785742"/>
              <a:ext cx="14" cy="109"/>
            </a:xfrm>
            <a:custGeom>
              <a:avLst/>
              <a:gdLst/>
              <a:ahLst/>
              <a:cxnLst/>
              <a:rect l="l" t="t" r="r" b="b"/>
              <a:pathLst>
                <a:path w="1" h="8" extrusionOk="0">
                  <a:moveTo>
                    <a:pt x="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01" name="Google Shape;10001;p76"/>
            <p:cNvSpPr/>
            <p:nvPr/>
          </p:nvSpPr>
          <p:spPr>
            <a:xfrm>
              <a:off x="2334055" y="1786462"/>
              <a:ext cx="14" cy="109"/>
            </a:xfrm>
            <a:custGeom>
              <a:avLst/>
              <a:gdLst/>
              <a:ahLst/>
              <a:cxnLst/>
              <a:rect l="l" t="t" r="r" b="b"/>
              <a:pathLst>
                <a:path w="1" h="8" extrusionOk="0">
                  <a:moveTo>
                    <a:pt x="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02" name="Google Shape;10002;p76"/>
            <p:cNvSpPr/>
            <p:nvPr/>
          </p:nvSpPr>
          <p:spPr>
            <a:xfrm>
              <a:off x="2333674" y="1784181"/>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03" name="Google Shape;10003;p76"/>
            <p:cNvSpPr/>
            <p:nvPr/>
          </p:nvSpPr>
          <p:spPr>
            <a:xfrm>
              <a:off x="2369709" y="1751568"/>
              <a:ext cx="2580" cy="1249"/>
            </a:xfrm>
            <a:custGeom>
              <a:avLst/>
              <a:gdLst/>
              <a:ahLst/>
              <a:cxnLst/>
              <a:rect l="l" t="t" r="r" b="b"/>
              <a:pathLst>
                <a:path w="190" h="92" extrusionOk="0">
                  <a:moveTo>
                    <a:pt x="0" y="8"/>
                  </a:moveTo>
                  <a:cubicBezTo>
                    <a:pt x="29" y="1"/>
                    <a:pt x="130" y="57"/>
                    <a:pt x="190" y="92"/>
                  </a:cubicBezTo>
                  <a:cubicBezTo>
                    <a:pt x="130" y="57"/>
                    <a:pt x="29" y="1"/>
                    <a:pt x="0"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04" name="Google Shape;10004;p76"/>
            <p:cNvSpPr/>
            <p:nvPr/>
          </p:nvSpPr>
          <p:spPr>
            <a:xfrm>
              <a:off x="2348135" y="1797392"/>
              <a:ext cx="2620" cy="1724"/>
            </a:xfrm>
            <a:custGeom>
              <a:avLst/>
              <a:gdLst/>
              <a:ahLst/>
              <a:cxnLst/>
              <a:rect l="l" t="t" r="r" b="b"/>
              <a:pathLst>
                <a:path w="193" h="127" extrusionOk="0">
                  <a:moveTo>
                    <a:pt x="0" y="0"/>
                  </a:moveTo>
                  <a:lnTo>
                    <a:pt x="0" y="0"/>
                  </a:lnTo>
                  <a:cubicBezTo>
                    <a:pt x="63" y="39"/>
                    <a:pt x="126" y="84"/>
                    <a:pt x="193" y="126"/>
                  </a:cubicBezTo>
                  <a:cubicBezTo>
                    <a:pt x="126" y="81"/>
                    <a:pt x="63" y="39"/>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05" name="Google Shape;10005;p76"/>
            <p:cNvSpPr/>
            <p:nvPr/>
          </p:nvSpPr>
          <p:spPr>
            <a:xfrm>
              <a:off x="2337666" y="179363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06" name="Google Shape;10006;p76"/>
            <p:cNvSpPr/>
            <p:nvPr/>
          </p:nvSpPr>
          <p:spPr>
            <a:xfrm>
              <a:off x="2338046" y="1793590"/>
              <a:ext cx="679" cy="14"/>
            </a:xfrm>
            <a:custGeom>
              <a:avLst/>
              <a:gdLst/>
              <a:ahLst/>
              <a:cxnLst/>
              <a:rect l="l" t="t" r="r" b="b"/>
              <a:pathLst>
                <a:path w="50" h="1" extrusionOk="0">
                  <a:moveTo>
                    <a:pt x="1" y="0"/>
                  </a:moveTo>
                  <a:lnTo>
                    <a:pt x="5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07" name="Google Shape;10007;p76"/>
            <p:cNvSpPr/>
            <p:nvPr/>
          </p:nvSpPr>
          <p:spPr>
            <a:xfrm>
              <a:off x="2342663" y="1794255"/>
              <a:ext cx="353" cy="204"/>
            </a:xfrm>
            <a:custGeom>
              <a:avLst/>
              <a:gdLst/>
              <a:ahLst/>
              <a:cxnLst/>
              <a:rect l="l" t="t" r="r" b="b"/>
              <a:pathLst>
                <a:path w="26" h="15" extrusionOk="0">
                  <a:moveTo>
                    <a:pt x="1" y="0"/>
                  </a:moveTo>
                  <a:lnTo>
                    <a:pt x="25"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08" name="Google Shape;10008;p76"/>
            <p:cNvSpPr/>
            <p:nvPr/>
          </p:nvSpPr>
          <p:spPr>
            <a:xfrm>
              <a:off x="2344088" y="1795016"/>
              <a:ext cx="4060" cy="2390"/>
            </a:xfrm>
            <a:custGeom>
              <a:avLst/>
              <a:gdLst/>
              <a:ahLst/>
              <a:cxnLst/>
              <a:rect l="l" t="t" r="r" b="b"/>
              <a:pathLst>
                <a:path w="299" h="176" extrusionOk="0">
                  <a:moveTo>
                    <a:pt x="1" y="0"/>
                  </a:moveTo>
                  <a:cubicBezTo>
                    <a:pt x="88" y="46"/>
                    <a:pt x="186" y="105"/>
                    <a:pt x="298" y="175"/>
                  </a:cubicBezTo>
                  <a:cubicBezTo>
                    <a:pt x="186" y="105"/>
                    <a:pt x="88" y="46"/>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09" name="Google Shape;10009;p76"/>
            <p:cNvSpPr/>
            <p:nvPr/>
          </p:nvSpPr>
          <p:spPr>
            <a:xfrm>
              <a:off x="2343192" y="1794540"/>
              <a:ext cx="109" cy="54"/>
            </a:xfrm>
            <a:custGeom>
              <a:avLst/>
              <a:gdLst/>
              <a:ahLst/>
              <a:cxnLst/>
              <a:rect l="l" t="t" r="r" b="b"/>
              <a:pathLst>
                <a:path w="8" h="4" extrusionOk="0">
                  <a:moveTo>
                    <a:pt x="0" y="0"/>
                  </a:moveTo>
                  <a:lnTo>
                    <a:pt x="7"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10" name="Google Shape;10010;p76"/>
            <p:cNvSpPr/>
            <p:nvPr/>
          </p:nvSpPr>
          <p:spPr>
            <a:xfrm>
              <a:off x="2338712" y="1793590"/>
              <a:ext cx="2009" cy="109"/>
            </a:xfrm>
            <a:custGeom>
              <a:avLst/>
              <a:gdLst/>
              <a:ahLst/>
              <a:cxnLst/>
              <a:rect l="l" t="t" r="r" b="b"/>
              <a:pathLst>
                <a:path w="148" h="8" extrusionOk="0">
                  <a:moveTo>
                    <a:pt x="1" y="0"/>
                  </a:moveTo>
                  <a:cubicBezTo>
                    <a:pt x="50" y="0"/>
                    <a:pt x="99" y="4"/>
                    <a:pt x="148" y="7"/>
                  </a:cubicBezTo>
                  <a:cubicBezTo>
                    <a:pt x="99" y="4"/>
                    <a:pt x="50"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11" name="Google Shape;10011;p76"/>
            <p:cNvSpPr/>
            <p:nvPr/>
          </p:nvSpPr>
          <p:spPr>
            <a:xfrm>
              <a:off x="2382309" y="181835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12" name="Google Shape;10012;p76"/>
            <p:cNvSpPr/>
            <p:nvPr/>
          </p:nvSpPr>
          <p:spPr>
            <a:xfrm>
              <a:off x="2386776" y="1818776"/>
              <a:ext cx="3435" cy="394"/>
            </a:xfrm>
            <a:custGeom>
              <a:avLst/>
              <a:gdLst/>
              <a:ahLst/>
              <a:cxnLst/>
              <a:rect l="l" t="t" r="r" b="b"/>
              <a:pathLst>
                <a:path w="253" h="29" extrusionOk="0">
                  <a:moveTo>
                    <a:pt x="252" y="29"/>
                  </a:moveTo>
                  <a:lnTo>
                    <a:pt x="0" y="1"/>
                  </a:lnTo>
                  <a:lnTo>
                    <a:pt x="252"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13" name="Google Shape;10013;p76"/>
            <p:cNvSpPr/>
            <p:nvPr/>
          </p:nvSpPr>
          <p:spPr>
            <a:xfrm>
              <a:off x="2392098" y="1811662"/>
              <a:ext cx="11663" cy="11554"/>
            </a:xfrm>
            <a:custGeom>
              <a:avLst/>
              <a:gdLst/>
              <a:ahLst/>
              <a:cxnLst/>
              <a:rect l="l" t="t" r="r" b="b"/>
              <a:pathLst>
                <a:path w="859" h="851" extrusionOk="0">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14" name="Google Shape;10014;p76"/>
            <p:cNvSpPr/>
            <p:nvPr/>
          </p:nvSpPr>
          <p:spPr>
            <a:xfrm>
              <a:off x="2392003" y="1819401"/>
              <a:ext cx="3435" cy="434"/>
            </a:xfrm>
            <a:custGeom>
              <a:avLst/>
              <a:gdLst/>
              <a:ahLst/>
              <a:cxnLst/>
              <a:rect l="l" t="t" r="r" b="b"/>
              <a:pathLst>
                <a:path w="253" h="32" extrusionOk="0">
                  <a:moveTo>
                    <a:pt x="0" y="0"/>
                  </a:moveTo>
                  <a:lnTo>
                    <a:pt x="0" y="0"/>
                  </a:lnTo>
                  <a:lnTo>
                    <a:pt x="252" y="32"/>
                  </a:lnTo>
                  <a:lnTo>
                    <a:pt x="252"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15" name="Google Shape;10015;p76"/>
            <p:cNvSpPr/>
            <p:nvPr/>
          </p:nvSpPr>
          <p:spPr>
            <a:xfrm>
              <a:off x="2399471" y="1823053"/>
              <a:ext cx="4236" cy="204"/>
            </a:xfrm>
            <a:custGeom>
              <a:avLst/>
              <a:gdLst/>
              <a:ahLst/>
              <a:cxnLst/>
              <a:rect l="l" t="t" r="r" b="b"/>
              <a:pathLst>
                <a:path w="312" h="15" extrusionOk="0">
                  <a:moveTo>
                    <a:pt x="312" y="15"/>
                  </a:moveTo>
                  <a:lnTo>
                    <a:pt x="312" y="15"/>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16" name="Google Shape;10016;p76"/>
            <p:cNvSpPr/>
            <p:nvPr/>
          </p:nvSpPr>
          <p:spPr>
            <a:xfrm>
              <a:off x="2397991" y="1811743"/>
              <a:ext cx="204" cy="14"/>
            </a:xfrm>
            <a:custGeom>
              <a:avLst/>
              <a:gdLst/>
              <a:ahLst/>
              <a:cxnLst/>
              <a:rect l="l" t="t" r="r" b="b"/>
              <a:pathLst>
                <a:path w="15" h="1" extrusionOk="0">
                  <a:moveTo>
                    <a:pt x="0"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17" name="Google Shape;10017;p76"/>
            <p:cNvSpPr/>
            <p:nvPr/>
          </p:nvSpPr>
          <p:spPr>
            <a:xfrm>
              <a:off x="2393185" y="1816685"/>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18" name="Google Shape;10018;p76"/>
            <p:cNvSpPr/>
            <p:nvPr/>
          </p:nvSpPr>
          <p:spPr>
            <a:xfrm>
              <a:off x="2399702" y="1812598"/>
              <a:ext cx="204" cy="204"/>
            </a:xfrm>
            <a:custGeom>
              <a:avLst/>
              <a:gdLst/>
              <a:ahLst/>
              <a:cxnLst/>
              <a:rect l="l" t="t" r="r" b="b"/>
              <a:pathLst>
                <a:path w="15" h="15" extrusionOk="0">
                  <a:moveTo>
                    <a:pt x="1" y="1"/>
                  </a:moveTo>
                  <a:lnTo>
                    <a:pt x="15"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19" name="Google Shape;10019;p76"/>
            <p:cNvSpPr/>
            <p:nvPr/>
          </p:nvSpPr>
          <p:spPr>
            <a:xfrm>
              <a:off x="2399227" y="1812273"/>
              <a:ext cx="204" cy="149"/>
            </a:xfrm>
            <a:custGeom>
              <a:avLst/>
              <a:gdLst/>
              <a:ahLst/>
              <a:cxnLst/>
              <a:rect l="l" t="t" r="r" b="b"/>
              <a:pathLst>
                <a:path w="15" h="11" extrusionOk="0">
                  <a:moveTo>
                    <a:pt x="1" y="0"/>
                  </a:moveTo>
                  <a:lnTo>
                    <a:pt x="15"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20" name="Google Shape;10020;p76"/>
            <p:cNvSpPr/>
            <p:nvPr/>
          </p:nvSpPr>
          <p:spPr>
            <a:xfrm>
              <a:off x="2398426" y="1811838"/>
              <a:ext cx="149" cy="68"/>
            </a:xfrm>
            <a:custGeom>
              <a:avLst/>
              <a:gdLst/>
              <a:ahLst/>
              <a:cxnLst/>
              <a:rect l="l" t="t" r="r" b="b"/>
              <a:pathLst>
                <a:path w="11" h="5" extrusionOk="0">
                  <a:moveTo>
                    <a:pt x="0" y="1"/>
                  </a:move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21" name="Google Shape;10021;p76"/>
            <p:cNvSpPr/>
            <p:nvPr/>
          </p:nvSpPr>
          <p:spPr>
            <a:xfrm>
              <a:off x="2397367" y="1811743"/>
              <a:ext cx="394" cy="14"/>
            </a:xfrm>
            <a:custGeom>
              <a:avLst/>
              <a:gdLst/>
              <a:ahLst/>
              <a:cxnLst/>
              <a:rect l="l" t="t" r="r" b="b"/>
              <a:pathLst>
                <a:path w="29" h="1" extrusionOk="0">
                  <a:moveTo>
                    <a:pt x="1" y="1"/>
                  </a:moveTo>
                  <a:cubicBezTo>
                    <a:pt x="8" y="1"/>
                    <a:pt x="18" y="1"/>
                    <a:pt x="29" y="1"/>
                  </a:cubicBezTo>
                  <a:cubicBezTo>
                    <a:pt x="18" y="1"/>
                    <a:pt x="8"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22" name="Google Shape;10022;p76"/>
            <p:cNvSpPr/>
            <p:nvPr/>
          </p:nvSpPr>
          <p:spPr>
            <a:xfrm>
              <a:off x="2393755" y="1815409"/>
              <a:ext cx="68" cy="109"/>
            </a:xfrm>
            <a:custGeom>
              <a:avLst/>
              <a:gdLst/>
              <a:ahLst/>
              <a:cxnLst/>
              <a:rect l="l" t="t" r="r" b="b"/>
              <a:pathLst>
                <a:path w="5" h="8" extrusionOk="0">
                  <a:moveTo>
                    <a:pt x="1"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23" name="Google Shape;10023;p76"/>
            <p:cNvSpPr/>
            <p:nvPr/>
          </p:nvSpPr>
          <p:spPr>
            <a:xfrm>
              <a:off x="2400747" y="1813549"/>
              <a:ext cx="204" cy="163"/>
            </a:xfrm>
            <a:custGeom>
              <a:avLst/>
              <a:gdLst/>
              <a:ahLst/>
              <a:cxnLst/>
              <a:rect l="l" t="t" r="r" b="b"/>
              <a:pathLst>
                <a:path w="15" h="12" extrusionOk="0">
                  <a:moveTo>
                    <a:pt x="15"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24" name="Google Shape;10024;p76"/>
            <p:cNvSpPr/>
            <p:nvPr/>
          </p:nvSpPr>
          <p:spPr>
            <a:xfrm>
              <a:off x="2393375" y="1816169"/>
              <a:ext cx="68" cy="109"/>
            </a:xfrm>
            <a:custGeom>
              <a:avLst/>
              <a:gdLst/>
              <a:ahLst/>
              <a:cxnLst/>
              <a:rect l="l" t="t" r="r" b="b"/>
              <a:pathLst>
                <a:path w="5" h="8" extrusionOk="0">
                  <a:moveTo>
                    <a:pt x="1"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25" name="Google Shape;10025;p76"/>
            <p:cNvSpPr/>
            <p:nvPr/>
          </p:nvSpPr>
          <p:spPr>
            <a:xfrm>
              <a:off x="2400177" y="1813033"/>
              <a:ext cx="299" cy="244"/>
            </a:xfrm>
            <a:custGeom>
              <a:avLst/>
              <a:gdLst/>
              <a:ahLst/>
              <a:cxnLst/>
              <a:rect l="l" t="t" r="r" b="b"/>
              <a:pathLst>
                <a:path w="22" h="18" extrusionOk="0">
                  <a:moveTo>
                    <a:pt x="1" y="0"/>
                  </a:moveTo>
                  <a:lnTo>
                    <a:pt x="22"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26" name="Google Shape;10026;p76"/>
            <p:cNvSpPr/>
            <p:nvPr/>
          </p:nvSpPr>
          <p:spPr>
            <a:xfrm>
              <a:off x="2393565" y="1815735"/>
              <a:ext cx="68" cy="109"/>
            </a:xfrm>
            <a:custGeom>
              <a:avLst/>
              <a:gdLst/>
              <a:ahLst/>
              <a:cxnLst/>
              <a:rect l="l" t="t" r="r" b="b"/>
              <a:pathLst>
                <a:path w="5" h="8" extrusionOk="0">
                  <a:moveTo>
                    <a:pt x="1"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27" name="Google Shape;10027;p76"/>
            <p:cNvSpPr/>
            <p:nvPr/>
          </p:nvSpPr>
          <p:spPr>
            <a:xfrm>
              <a:off x="2398806" y="1812028"/>
              <a:ext cx="204" cy="109"/>
            </a:xfrm>
            <a:custGeom>
              <a:avLst/>
              <a:gdLst/>
              <a:ahLst/>
              <a:cxnLst/>
              <a:rect l="l" t="t" r="r" b="b"/>
              <a:pathLst>
                <a:path w="15" h="8" extrusionOk="0">
                  <a:moveTo>
                    <a:pt x="0" y="1"/>
                  </a:moveTo>
                  <a:lnTo>
                    <a:pt x="1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28" name="Google Shape;10028;p76"/>
            <p:cNvSpPr/>
            <p:nvPr/>
          </p:nvSpPr>
          <p:spPr>
            <a:xfrm>
              <a:off x="2394420" y="181426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29" name="Google Shape;10029;p76"/>
            <p:cNvSpPr/>
            <p:nvPr/>
          </p:nvSpPr>
          <p:spPr>
            <a:xfrm>
              <a:off x="2394040" y="1814839"/>
              <a:ext cx="68" cy="109"/>
            </a:xfrm>
            <a:custGeom>
              <a:avLst/>
              <a:gdLst/>
              <a:ahLst/>
              <a:cxnLst/>
              <a:rect l="l" t="t" r="r" b="b"/>
              <a:pathLst>
                <a:path w="5" h="8" extrusionOk="0">
                  <a:moveTo>
                    <a:pt x="1"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30" name="Google Shape;10030;p76"/>
            <p:cNvSpPr/>
            <p:nvPr/>
          </p:nvSpPr>
          <p:spPr>
            <a:xfrm>
              <a:off x="2394135" y="1814649"/>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31" name="Google Shape;10031;p76"/>
            <p:cNvSpPr/>
            <p:nvPr/>
          </p:nvSpPr>
          <p:spPr>
            <a:xfrm>
              <a:off x="2394230" y="1814499"/>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32" name="Google Shape;10032;p76"/>
            <p:cNvSpPr/>
            <p:nvPr/>
          </p:nvSpPr>
          <p:spPr>
            <a:xfrm>
              <a:off x="2394380" y="181430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33" name="Google Shape;10033;p76"/>
            <p:cNvSpPr/>
            <p:nvPr/>
          </p:nvSpPr>
          <p:spPr>
            <a:xfrm>
              <a:off x="2394325" y="181440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34" name="Google Shape;10034;p76"/>
            <p:cNvSpPr/>
            <p:nvPr/>
          </p:nvSpPr>
          <p:spPr>
            <a:xfrm>
              <a:off x="2393904" y="1815070"/>
              <a:ext cx="54" cy="109"/>
            </a:xfrm>
            <a:custGeom>
              <a:avLst/>
              <a:gdLst/>
              <a:ahLst/>
              <a:cxnLst/>
              <a:rect l="l" t="t" r="r" b="b"/>
              <a:pathLst>
                <a:path w="4" h="8" extrusionOk="0">
                  <a:moveTo>
                    <a:pt x="0"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35" name="Google Shape;10035;p76"/>
            <p:cNvSpPr/>
            <p:nvPr/>
          </p:nvSpPr>
          <p:spPr>
            <a:xfrm>
              <a:off x="2013313" y="1624754"/>
              <a:ext cx="94975" cy="80080"/>
            </a:xfrm>
            <a:custGeom>
              <a:avLst/>
              <a:gdLst/>
              <a:ahLst/>
              <a:cxnLst/>
              <a:rect l="l" t="t" r="r" b="b"/>
              <a:pathLst>
                <a:path w="6995" h="5898" extrusionOk="0">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36" name="Google Shape;10036;p76"/>
            <p:cNvSpPr/>
            <p:nvPr/>
          </p:nvSpPr>
          <p:spPr>
            <a:xfrm>
              <a:off x="2113407" y="1701277"/>
              <a:ext cx="5580" cy="11812"/>
            </a:xfrm>
            <a:custGeom>
              <a:avLst/>
              <a:gdLst/>
              <a:ahLst/>
              <a:cxnLst/>
              <a:rect l="l" t="t" r="r" b="b"/>
              <a:pathLst>
                <a:path w="411" h="870" extrusionOk="0">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37" name="Google Shape;10037;p76"/>
            <p:cNvSpPr/>
            <p:nvPr/>
          </p:nvSpPr>
          <p:spPr>
            <a:xfrm>
              <a:off x="2091696" y="1640056"/>
              <a:ext cx="4616" cy="543"/>
            </a:xfrm>
            <a:custGeom>
              <a:avLst/>
              <a:gdLst/>
              <a:ahLst/>
              <a:cxnLst/>
              <a:rect l="l" t="t" r="r" b="b"/>
              <a:pathLst>
                <a:path w="340" h="40" extrusionOk="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38" name="Google Shape;10038;p76"/>
            <p:cNvSpPr/>
            <p:nvPr/>
          </p:nvSpPr>
          <p:spPr>
            <a:xfrm>
              <a:off x="2083563" y="1634394"/>
              <a:ext cx="149" cy="109"/>
            </a:xfrm>
            <a:custGeom>
              <a:avLst/>
              <a:gdLst/>
              <a:ahLst/>
              <a:cxnLst/>
              <a:rect l="l" t="t" r="r" b="b"/>
              <a:pathLst>
                <a:path w="11" h="8" extrusionOk="0">
                  <a:moveTo>
                    <a:pt x="11"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39" name="Google Shape;10039;p76"/>
            <p:cNvSpPr/>
            <p:nvPr/>
          </p:nvSpPr>
          <p:spPr>
            <a:xfrm>
              <a:off x="2066972" y="1624699"/>
              <a:ext cx="68" cy="68"/>
            </a:xfrm>
            <a:custGeom>
              <a:avLst/>
              <a:gdLst/>
              <a:ahLst/>
              <a:cxnLst/>
              <a:rect l="l" t="t" r="r" b="b"/>
              <a:pathLst>
                <a:path w="5" h="5" extrusionOk="0">
                  <a:moveTo>
                    <a:pt x="1" y="1"/>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40" name="Google Shape;10040;p76"/>
            <p:cNvSpPr/>
            <p:nvPr/>
          </p:nvSpPr>
          <p:spPr>
            <a:xfrm>
              <a:off x="2087840" y="1638630"/>
              <a:ext cx="244" cy="299"/>
            </a:xfrm>
            <a:custGeom>
              <a:avLst/>
              <a:gdLst/>
              <a:ahLst/>
              <a:cxnLst/>
              <a:rect l="l" t="t" r="r" b="b"/>
              <a:pathLst>
                <a:path w="18" h="22" extrusionOk="0">
                  <a:moveTo>
                    <a:pt x="1" y="1"/>
                  </a:moveTo>
                  <a:lnTo>
                    <a:pt x="18"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41" name="Google Shape;10041;p76"/>
            <p:cNvSpPr/>
            <p:nvPr/>
          </p:nvSpPr>
          <p:spPr>
            <a:xfrm>
              <a:off x="2089741" y="1640151"/>
              <a:ext cx="353" cy="109"/>
            </a:xfrm>
            <a:custGeom>
              <a:avLst/>
              <a:gdLst/>
              <a:ahLst/>
              <a:cxnLst/>
              <a:rect l="l" t="t" r="r" b="b"/>
              <a:pathLst>
                <a:path w="26" h="8" extrusionOk="0">
                  <a:moveTo>
                    <a:pt x="1" y="1"/>
                  </a:moveTo>
                  <a:cubicBezTo>
                    <a:pt x="8" y="4"/>
                    <a:pt x="18" y="4"/>
                    <a:pt x="25" y="8"/>
                  </a:cubicBezTo>
                  <a:cubicBezTo>
                    <a:pt x="18" y="4"/>
                    <a:pt x="8"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42" name="Google Shape;10042;p76"/>
            <p:cNvSpPr/>
            <p:nvPr/>
          </p:nvSpPr>
          <p:spPr>
            <a:xfrm>
              <a:off x="2089361" y="164001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43" name="Google Shape;10043;p76"/>
            <p:cNvSpPr/>
            <p:nvPr/>
          </p:nvSpPr>
          <p:spPr>
            <a:xfrm>
              <a:off x="2079992" y="1635819"/>
              <a:ext cx="1629" cy="299"/>
            </a:xfrm>
            <a:custGeom>
              <a:avLst/>
              <a:gdLst/>
              <a:ahLst/>
              <a:cxnLst/>
              <a:rect l="l" t="t" r="r" b="b"/>
              <a:pathLst>
                <a:path w="120" h="22" extrusionOk="0">
                  <a:moveTo>
                    <a:pt x="120" y="1"/>
                  </a:moveTo>
                  <a:cubicBezTo>
                    <a:pt x="81" y="22"/>
                    <a:pt x="39" y="22"/>
                    <a:pt x="1" y="8"/>
                  </a:cubicBezTo>
                  <a:cubicBezTo>
                    <a:pt x="39" y="22"/>
                    <a:pt x="81" y="22"/>
                    <a:pt x="12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44" name="Google Shape;10044;p76"/>
            <p:cNvSpPr/>
            <p:nvPr/>
          </p:nvSpPr>
          <p:spPr>
            <a:xfrm>
              <a:off x="2088411" y="1639295"/>
              <a:ext cx="204" cy="204"/>
            </a:xfrm>
            <a:custGeom>
              <a:avLst/>
              <a:gdLst/>
              <a:ahLst/>
              <a:cxnLst/>
              <a:rect l="l" t="t" r="r" b="b"/>
              <a:pathLst>
                <a:path w="15" h="15" extrusionOk="0">
                  <a:moveTo>
                    <a:pt x="15"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45" name="Google Shape;10045;p76"/>
            <p:cNvSpPr/>
            <p:nvPr/>
          </p:nvSpPr>
          <p:spPr>
            <a:xfrm>
              <a:off x="2088981" y="163982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46" name="Google Shape;10046;p76"/>
            <p:cNvSpPr/>
            <p:nvPr/>
          </p:nvSpPr>
          <p:spPr>
            <a:xfrm>
              <a:off x="2090121" y="1640110"/>
              <a:ext cx="1589" cy="109"/>
            </a:xfrm>
            <a:custGeom>
              <a:avLst/>
              <a:gdLst/>
              <a:ahLst/>
              <a:cxnLst/>
              <a:rect l="l" t="t" r="r" b="b"/>
              <a:pathLst>
                <a:path w="117" h="8" extrusionOk="0">
                  <a:moveTo>
                    <a:pt x="81" y="0"/>
                  </a:moveTo>
                  <a:cubicBezTo>
                    <a:pt x="67" y="0"/>
                    <a:pt x="53" y="4"/>
                    <a:pt x="36" y="4"/>
                  </a:cubicBezTo>
                  <a:cubicBezTo>
                    <a:pt x="25" y="7"/>
                    <a:pt x="15" y="7"/>
                    <a:pt x="1" y="7"/>
                  </a:cubicBezTo>
                  <a:lnTo>
                    <a:pt x="39" y="7"/>
                  </a:lnTo>
                  <a:cubicBezTo>
                    <a:pt x="64" y="4"/>
                    <a:pt x="88" y="0"/>
                    <a:pt x="11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47" name="Google Shape;10047;p76"/>
            <p:cNvSpPr/>
            <p:nvPr/>
          </p:nvSpPr>
          <p:spPr>
            <a:xfrm>
              <a:off x="2088125" y="1638969"/>
              <a:ext cx="204" cy="244"/>
            </a:xfrm>
            <a:custGeom>
              <a:avLst/>
              <a:gdLst/>
              <a:ahLst/>
              <a:cxnLst/>
              <a:rect l="l" t="t" r="r" b="b"/>
              <a:pathLst>
                <a:path w="15" h="18" extrusionOk="0">
                  <a:moveTo>
                    <a:pt x="1" y="0"/>
                  </a:moveTo>
                  <a:lnTo>
                    <a:pt x="15"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48" name="Google Shape;10048;p76"/>
            <p:cNvSpPr/>
            <p:nvPr/>
          </p:nvSpPr>
          <p:spPr>
            <a:xfrm>
              <a:off x="2088696" y="1639580"/>
              <a:ext cx="258" cy="204"/>
            </a:xfrm>
            <a:custGeom>
              <a:avLst/>
              <a:gdLst/>
              <a:ahLst/>
              <a:cxnLst/>
              <a:rect l="l" t="t" r="r" b="b"/>
              <a:pathLst>
                <a:path w="19" h="15" extrusionOk="0">
                  <a:moveTo>
                    <a:pt x="1" y="1"/>
                  </a:moveTo>
                  <a:lnTo>
                    <a:pt x="18"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49" name="Google Shape;10049;p76"/>
            <p:cNvSpPr/>
            <p:nvPr/>
          </p:nvSpPr>
          <p:spPr>
            <a:xfrm>
              <a:off x="2091221" y="1640056"/>
              <a:ext cx="1100" cy="68"/>
            </a:xfrm>
            <a:custGeom>
              <a:avLst/>
              <a:gdLst/>
              <a:ahLst/>
              <a:cxnLst/>
              <a:rect l="l" t="t" r="r" b="b"/>
              <a:pathLst>
                <a:path w="81" h="5" extrusionOk="0">
                  <a:moveTo>
                    <a:pt x="81" y="1"/>
                  </a:moveTo>
                  <a:cubicBezTo>
                    <a:pt x="56" y="1"/>
                    <a:pt x="28" y="1"/>
                    <a:pt x="0" y="4"/>
                  </a:cubicBezTo>
                  <a:lnTo>
                    <a:pt x="35" y="4"/>
                  </a:lnTo>
                  <a:lnTo>
                    <a:pt x="8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50" name="Google Shape;10050;p76"/>
            <p:cNvSpPr/>
            <p:nvPr/>
          </p:nvSpPr>
          <p:spPr>
            <a:xfrm>
              <a:off x="2093923" y="1670524"/>
              <a:ext cx="109" cy="258"/>
            </a:xfrm>
            <a:custGeom>
              <a:avLst/>
              <a:gdLst/>
              <a:ahLst/>
              <a:cxnLst/>
              <a:rect l="l" t="t" r="r" b="b"/>
              <a:pathLst>
                <a:path w="8" h="19" extrusionOk="0">
                  <a:moveTo>
                    <a:pt x="8" y="18"/>
                  </a:moveTo>
                  <a:cubicBezTo>
                    <a:pt x="4" y="11"/>
                    <a:pt x="1" y="8"/>
                    <a:pt x="1" y="1"/>
                  </a:cubicBezTo>
                  <a:cubicBezTo>
                    <a:pt x="1" y="8"/>
                    <a:pt x="4" y="11"/>
                    <a:pt x="8"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51" name="Google Shape;10051;p76"/>
            <p:cNvSpPr/>
            <p:nvPr/>
          </p:nvSpPr>
          <p:spPr>
            <a:xfrm>
              <a:off x="2103767" y="1657068"/>
              <a:ext cx="204" cy="448"/>
            </a:xfrm>
            <a:custGeom>
              <a:avLst/>
              <a:gdLst/>
              <a:ahLst/>
              <a:cxnLst/>
              <a:rect l="l" t="t" r="r" b="b"/>
              <a:pathLst>
                <a:path w="15" h="33" extrusionOk="0">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52" name="Google Shape;10052;p76"/>
            <p:cNvSpPr/>
            <p:nvPr/>
          </p:nvSpPr>
          <p:spPr>
            <a:xfrm>
              <a:off x="2101676" y="1658019"/>
              <a:ext cx="244" cy="163"/>
            </a:xfrm>
            <a:custGeom>
              <a:avLst/>
              <a:gdLst/>
              <a:ahLst/>
              <a:cxnLst/>
              <a:rect l="l" t="t" r="r" b="b"/>
              <a:pathLst>
                <a:path w="18" h="12" extrusionOk="0">
                  <a:moveTo>
                    <a:pt x="0" y="1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53" name="Google Shape;10053;p76"/>
            <p:cNvSpPr/>
            <p:nvPr/>
          </p:nvSpPr>
          <p:spPr>
            <a:xfrm>
              <a:off x="2099585" y="1672289"/>
              <a:ext cx="502" cy="1385"/>
            </a:xfrm>
            <a:custGeom>
              <a:avLst/>
              <a:gdLst/>
              <a:ahLst/>
              <a:cxnLst/>
              <a:rect l="l" t="t" r="r" b="b"/>
              <a:pathLst>
                <a:path w="37" h="102" extrusionOk="0">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54" name="Google Shape;10054;p76"/>
            <p:cNvSpPr/>
            <p:nvPr/>
          </p:nvSpPr>
          <p:spPr>
            <a:xfrm>
              <a:off x="2101296" y="1658209"/>
              <a:ext cx="244" cy="163"/>
            </a:xfrm>
            <a:custGeom>
              <a:avLst/>
              <a:gdLst/>
              <a:ahLst/>
              <a:cxnLst/>
              <a:rect l="l" t="t" r="r" b="b"/>
              <a:pathLst>
                <a:path w="18" h="12" extrusionOk="0">
                  <a:moveTo>
                    <a:pt x="0" y="1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55" name="Google Shape;10055;p76"/>
            <p:cNvSpPr/>
            <p:nvPr/>
          </p:nvSpPr>
          <p:spPr>
            <a:xfrm>
              <a:off x="2100630" y="1658684"/>
              <a:ext cx="244" cy="204"/>
            </a:xfrm>
            <a:custGeom>
              <a:avLst/>
              <a:gdLst/>
              <a:ahLst/>
              <a:cxnLst/>
              <a:rect l="l" t="t" r="r" b="b"/>
              <a:pathLst>
                <a:path w="18" h="15" extrusionOk="0">
                  <a:moveTo>
                    <a:pt x="0" y="15"/>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56" name="Google Shape;10056;p76"/>
            <p:cNvSpPr/>
            <p:nvPr/>
          </p:nvSpPr>
          <p:spPr>
            <a:xfrm>
              <a:off x="2100956" y="1658453"/>
              <a:ext cx="258" cy="204"/>
            </a:xfrm>
            <a:custGeom>
              <a:avLst/>
              <a:gdLst/>
              <a:ahLst/>
              <a:cxnLst/>
              <a:rect l="l" t="t" r="r" b="b"/>
              <a:pathLst>
                <a:path w="19" h="15" extrusionOk="0">
                  <a:moveTo>
                    <a:pt x="1" y="1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57" name="Google Shape;10057;p76"/>
            <p:cNvSpPr/>
            <p:nvPr/>
          </p:nvSpPr>
          <p:spPr>
            <a:xfrm>
              <a:off x="2102056" y="1657829"/>
              <a:ext cx="204" cy="163"/>
            </a:xfrm>
            <a:custGeom>
              <a:avLst/>
              <a:gdLst/>
              <a:ahLst/>
              <a:cxnLst/>
              <a:rect l="l" t="t" r="r" b="b"/>
              <a:pathLst>
                <a:path w="15" h="12" extrusionOk="0">
                  <a:moveTo>
                    <a:pt x="0" y="1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58" name="Google Shape;10058;p76"/>
            <p:cNvSpPr/>
            <p:nvPr/>
          </p:nvSpPr>
          <p:spPr>
            <a:xfrm>
              <a:off x="2103142" y="1657543"/>
              <a:ext cx="258" cy="68"/>
            </a:xfrm>
            <a:custGeom>
              <a:avLst/>
              <a:gdLst/>
              <a:ahLst/>
              <a:cxnLst/>
              <a:rect l="l" t="t" r="r" b="b"/>
              <a:pathLst>
                <a:path w="19" h="5" extrusionOk="0">
                  <a:moveTo>
                    <a:pt x="1" y="4"/>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59" name="Google Shape;10059;p76"/>
            <p:cNvSpPr/>
            <p:nvPr/>
          </p:nvSpPr>
          <p:spPr>
            <a:xfrm>
              <a:off x="2102816" y="1657638"/>
              <a:ext cx="204" cy="68"/>
            </a:xfrm>
            <a:custGeom>
              <a:avLst/>
              <a:gdLst/>
              <a:ahLst/>
              <a:cxnLst/>
              <a:rect l="l" t="t" r="r" b="b"/>
              <a:pathLst>
                <a:path w="15" h="5" extrusionOk="0">
                  <a:moveTo>
                    <a:pt x="0" y="4"/>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60" name="Google Shape;10060;p76"/>
            <p:cNvSpPr/>
            <p:nvPr/>
          </p:nvSpPr>
          <p:spPr>
            <a:xfrm>
              <a:off x="2102436" y="1657733"/>
              <a:ext cx="204" cy="68"/>
            </a:xfrm>
            <a:custGeom>
              <a:avLst/>
              <a:gdLst/>
              <a:ahLst/>
              <a:cxnLst/>
              <a:rect l="l" t="t" r="r" b="b"/>
              <a:pathLst>
                <a:path w="15" h="5" extrusionOk="0">
                  <a:moveTo>
                    <a:pt x="0" y="4"/>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61" name="Google Shape;10061;p76"/>
            <p:cNvSpPr/>
            <p:nvPr/>
          </p:nvSpPr>
          <p:spPr>
            <a:xfrm>
              <a:off x="2100345" y="1659023"/>
              <a:ext cx="204" cy="204"/>
            </a:xfrm>
            <a:custGeom>
              <a:avLst/>
              <a:gdLst/>
              <a:ahLst/>
              <a:cxnLst/>
              <a:rect l="l" t="t" r="r" b="b"/>
              <a:pathLst>
                <a:path w="15" h="15" extrusionOk="0">
                  <a:moveTo>
                    <a:pt x="0" y="1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62" name="Google Shape;10062;p76"/>
            <p:cNvSpPr/>
            <p:nvPr/>
          </p:nvSpPr>
          <p:spPr>
            <a:xfrm>
              <a:off x="2099395" y="1660300"/>
              <a:ext cx="149" cy="299"/>
            </a:xfrm>
            <a:custGeom>
              <a:avLst/>
              <a:gdLst/>
              <a:ahLst/>
              <a:cxnLst/>
              <a:rect l="l" t="t" r="r" b="b"/>
              <a:pathLst>
                <a:path w="11" h="22" extrusionOk="0">
                  <a:moveTo>
                    <a:pt x="0" y="22"/>
                  </a:moveTo>
                  <a:cubicBezTo>
                    <a:pt x="4" y="15"/>
                    <a:pt x="7" y="8"/>
                    <a:pt x="11" y="1"/>
                  </a:cubicBezTo>
                  <a:cubicBezTo>
                    <a:pt x="7" y="8"/>
                    <a:pt x="4" y="15"/>
                    <a:pt x="0"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63" name="Google Shape;10063;p76"/>
            <p:cNvSpPr/>
            <p:nvPr/>
          </p:nvSpPr>
          <p:spPr>
            <a:xfrm>
              <a:off x="2099585" y="1659919"/>
              <a:ext cx="149" cy="258"/>
            </a:xfrm>
            <a:custGeom>
              <a:avLst/>
              <a:gdLst/>
              <a:ahLst/>
              <a:cxnLst/>
              <a:rect l="l" t="t" r="r" b="b"/>
              <a:pathLst>
                <a:path w="11" h="19" extrusionOk="0">
                  <a:moveTo>
                    <a:pt x="0" y="18"/>
                  </a:moveTo>
                  <a:cubicBezTo>
                    <a:pt x="4" y="15"/>
                    <a:pt x="7" y="8"/>
                    <a:pt x="11" y="1"/>
                  </a:cubicBezTo>
                  <a:cubicBezTo>
                    <a:pt x="7" y="8"/>
                    <a:pt x="4" y="15"/>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64" name="Google Shape;10064;p76"/>
            <p:cNvSpPr/>
            <p:nvPr/>
          </p:nvSpPr>
          <p:spPr>
            <a:xfrm>
              <a:off x="2099245" y="1660639"/>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65" name="Google Shape;10065;p76"/>
            <p:cNvSpPr/>
            <p:nvPr/>
          </p:nvSpPr>
          <p:spPr>
            <a:xfrm>
              <a:off x="2099150" y="1661019"/>
              <a:ext cx="109" cy="339"/>
            </a:xfrm>
            <a:custGeom>
              <a:avLst/>
              <a:gdLst/>
              <a:ahLst/>
              <a:cxnLst/>
              <a:rect l="l" t="t" r="r" b="b"/>
              <a:pathLst>
                <a:path w="8" h="25" extrusionOk="0">
                  <a:moveTo>
                    <a:pt x="1" y="25"/>
                  </a:moveTo>
                  <a:cubicBezTo>
                    <a:pt x="1" y="18"/>
                    <a:pt x="4" y="7"/>
                    <a:pt x="8" y="0"/>
                  </a:cubicBezTo>
                  <a:cubicBezTo>
                    <a:pt x="4" y="7"/>
                    <a:pt x="1" y="18"/>
                    <a:pt x="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66" name="Google Shape;10066;p76"/>
            <p:cNvSpPr/>
            <p:nvPr/>
          </p:nvSpPr>
          <p:spPr>
            <a:xfrm>
              <a:off x="2094018" y="1670958"/>
              <a:ext cx="543" cy="584"/>
            </a:xfrm>
            <a:custGeom>
              <a:avLst/>
              <a:gdLst/>
              <a:ahLst/>
              <a:cxnLst/>
              <a:rect l="l" t="t" r="r" b="b"/>
              <a:pathLst>
                <a:path w="40" h="43" extrusionOk="0">
                  <a:moveTo>
                    <a:pt x="1" y="0"/>
                  </a:moveTo>
                  <a:cubicBezTo>
                    <a:pt x="11" y="18"/>
                    <a:pt x="22" y="32"/>
                    <a:pt x="39" y="42"/>
                  </a:cubicBezTo>
                  <a:cubicBezTo>
                    <a:pt x="22" y="32"/>
                    <a:pt x="11" y="1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67" name="Google Shape;10067;p76"/>
            <p:cNvSpPr/>
            <p:nvPr/>
          </p:nvSpPr>
          <p:spPr>
            <a:xfrm>
              <a:off x="2100060" y="1659308"/>
              <a:ext cx="204" cy="244"/>
            </a:xfrm>
            <a:custGeom>
              <a:avLst/>
              <a:gdLst/>
              <a:ahLst/>
              <a:cxnLst/>
              <a:rect l="l" t="t" r="r" b="b"/>
              <a:pathLst>
                <a:path w="15" h="18" extrusionOk="0">
                  <a:moveTo>
                    <a:pt x="0" y="18"/>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68" name="Google Shape;10068;p76"/>
            <p:cNvSpPr/>
            <p:nvPr/>
          </p:nvSpPr>
          <p:spPr>
            <a:xfrm>
              <a:off x="2099816" y="1659594"/>
              <a:ext cx="163" cy="299"/>
            </a:xfrm>
            <a:custGeom>
              <a:avLst/>
              <a:gdLst/>
              <a:ahLst/>
              <a:cxnLst/>
              <a:rect l="l" t="t" r="r" b="b"/>
              <a:pathLst>
                <a:path w="12" h="22" extrusionOk="0">
                  <a:moveTo>
                    <a:pt x="11" y="0"/>
                  </a:moveTo>
                  <a:lnTo>
                    <a:pt x="11" y="0"/>
                  </a:lnTo>
                  <a:cubicBezTo>
                    <a:pt x="8" y="7"/>
                    <a:pt x="4" y="14"/>
                    <a:pt x="1" y="21"/>
                  </a:cubicBezTo>
                  <a:cubicBezTo>
                    <a:pt x="4" y="14"/>
                    <a:pt x="11" y="7"/>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69" name="Google Shape;10069;p76"/>
            <p:cNvSpPr/>
            <p:nvPr/>
          </p:nvSpPr>
          <p:spPr>
            <a:xfrm>
              <a:off x="2096299" y="1640626"/>
              <a:ext cx="1113" cy="489"/>
            </a:xfrm>
            <a:custGeom>
              <a:avLst/>
              <a:gdLst/>
              <a:ahLst/>
              <a:cxnLst/>
              <a:rect l="l" t="t" r="r" b="b"/>
              <a:pathLst>
                <a:path w="82" h="36" extrusionOk="0">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70" name="Google Shape;10070;p76"/>
            <p:cNvSpPr/>
            <p:nvPr/>
          </p:nvSpPr>
          <p:spPr>
            <a:xfrm>
              <a:off x="2103957" y="1654937"/>
              <a:ext cx="299" cy="2145"/>
            </a:xfrm>
            <a:custGeom>
              <a:avLst/>
              <a:gdLst/>
              <a:ahLst/>
              <a:cxnLst/>
              <a:rect l="l" t="t" r="r" b="b"/>
              <a:pathLst>
                <a:path w="22" h="158" extrusionOk="0">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71" name="Google Shape;10071;p76"/>
            <p:cNvSpPr/>
            <p:nvPr/>
          </p:nvSpPr>
          <p:spPr>
            <a:xfrm>
              <a:off x="2105138" y="1644577"/>
              <a:ext cx="1969" cy="625"/>
            </a:xfrm>
            <a:custGeom>
              <a:avLst/>
              <a:gdLst/>
              <a:ahLst/>
              <a:cxnLst/>
              <a:rect l="l" t="t" r="r" b="b"/>
              <a:pathLst>
                <a:path w="145" h="46" extrusionOk="0">
                  <a:moveTo>
                    <a:pt x="1" y="0"/>
                  </a:moveTo>
                  <a:cubicBezTo>
                    <a:pt x="43" y="32"/>
                    <a:pt x="92" y="46"/>
                    <a:pt x="144" y="42"/>
                  </a:cubicBezTo>
                  <a:lnTo>
                    <a:pt x="144" y="42"/>
                  </a:lnTo>
                  <a:cubicBezTo>
                    <a:pt x="92" y="46"/>
                    <a:pt x="43" y="32"/>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72" name="Google Shape;10072;p76"/>
            <p:cNvSpPr/>
            <p:nvPr/>
          </p:nvSpPr>
          <p:spPr>
            <a:xfrm>
              <a:off x="2095824" y="1640490"/>
              <a:ext cx="1018" cy="299"/>
            </a:xfrm>
            <a:custGeom>
              <a:avLst/>
              <a:gdLst/>
              <a:ahLst/>
              <a:cxnLst/>
              <a:rect l="l" t="t" r="r" b="b"/>
              <a:pathLst>
                <a:path w="75" h="22" extrusionOk="0">
                  <a:moveTo>
                    <a:pt x="1" y="0"/>
                  </a:moveTo>
                  <a:lnTo>
                    <a:pt x="36" y="11"/>
                  </a:lnTo>
                  <a:lnTo>
                    <a:pt x="74" y="21"/>
                  </a:lnTo>
                  <a:cubicBezTo>
                    <a:pt x="53" y="11"/>
                    <a:pt x="29"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73" name="Google Shape;10073;p76"/>
            <p:cNvSpPr/>
            <p:nvPr/>
          </p:nvSpPr>
          <p:spPr>
            <a:xfrm>
              <a:off x="2103862" y="1656837"/>
              <a:ext cx="149" cy="530"/>
            </a:xfrm>
            <a:custGeom>
              <a:avLst/>
              <a:gdLst/>
              <a:ahLst/>
              <a:cxnLst/>
              <a:rect l="l" t="t" r="r" b="b"/>
              <a:pathLst>
                <a:path w="11" h="39" extrusionOk="0">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74" name="Google Shape;10074;p76"/>
            <p:cNvSpPr/>
            <p:nvPr/>
          </p:nvSpPr>
          <p:spPr>
            <a:xfrm>
              <a:off x="1375130" y="1936371"/>
              <a:ext cx="14704" cy="7522"/>
            </a:xfrm>
            <a:custGeom>
              <a:avLst/>
              <a:gdLst/>
              <a:ahLst/>
              <a:cxnLst/>
              <a:rect l="l" t="t" r="r" b="b"/>
              <a:pathLst>
                <a:path w="1083" h="554" extrusionOk="0">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75" name="Google Shape;10075;p76"/>
            <p:cNvSpPr/>
            <p:nvPr/>
          </p:nvSpPr>
          <p:spPr>
            <a:xfrm>
              <a:off x="1380643" y="1923581"/>
              <a:ext cx="42986" cy="21887"/>
            </a:xfrm>
            <a:custGeom>
              <a:avLst/>
              <a:gdLst/>
              <a:ahLst/>
              <a:cxnLst/>
              <a:rect l="l" t="t" r="r" b="b"/>
              <a:pathLst>
                <a:path w="3166" h="1612" extrusionOk="0">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76" name="Google Shape;10076;p76"/>
            <p:cNvSpPr/>
            <p:nvPr/>
          </p:nvSpPr>
          <p:spPr>
            <a:xfrm>
              <a:off x="1391722" y="1940553"/>
              <a:ext cx="68" cy="109"/>
            </a:xfrm>
            <a:custGeom>
              <a:avLst/>
              <a:gdLst/>
              <a:ahLst/>
              <a:cxnLst/>
              <a:rect l="l" t="t" r="r" b="b"/>
              <a:pathLst>
                <a:path w="5" h="8" extrusionOk="0">
                  <a:moveTo>
                    <a:pt x="1" y="1"/>
                  </a:moveTo>
                  <a:lnTo>
                    <a:pt x="1" y="8"/>
                  </a:lnTo>
                  <a:cubicBezTo>
                    <a:pt x="4" y="4"/>
                    <a:pt x="4"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77" name="Google Shape;10077;p76"/>
            <p:cNvSpPr/>
            <p:nvPr/>
          </p:nvSpPr>
          <p:spPr>
            <a:xfrm>
              <a:off x="1391722" y="1941503"/>
              <a:ext cx="14" cy="163"/>
            </a:xfrm>
            <a:custGeom>
              <a:avLst/>
              <a:gdLst/>
              <a:ahLst/>
              <a:cxnLst/>
              <a:rect l="l" t="t" r="r" b="b"/>
              <a:pathLst>
                <a:path w="1" h="12" extrusionOk="0">
                  <a:moveTo>
                    <a:pt x="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78" name="Google Shape;10078;p76"/>
            <p:cNvSpPr/>
            <p:nvPr/>
          </p:nvSpPr>
          <p:spPr>
            <a:xfrm>
              <a:off x="1391722" y="1940933"/>
              <a:ext cx="14" cy="163"/>
            </a:xfrm>
            <a:custGeom>
              <a:avLst/>
              <a:gdLst/>
              <a:ahLst/>
              <a:cxnLst/>
              <a:rect l="l" t="t" r="r" b="b"/>
              <a:pathLst>
                <a:path w="1" h="12" extrusionOk="0">
                  <a:moveTo>
                    <a:pt x="1" y="11"/>
                  </a:moveTo>
                  <a:lnTo>
                    <a:pt x="1" y="1"/>
                  </a:lnTo>
                  <a:cubicBezTo>
                    <a:pt x="1" y="1"/>
                    <a:pt x="1" y="8"/>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79" name="Google Shape;10079;p76"/>
            <p:cNvSpPr/>
            <p:nvPr/>
          </p:nvSpPr>
          <p:spPr>
            <a:xfrm>
              <a:off x="1391586" y="1938937"/>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80" name="Google Shape;10080;p76"/>
            <p:cNvSpPr/>
            <p:nvPr/>
          </p:nvSpPr>
          <p:spPr>
            <a:xfrm>
              <a:off x="1381403" y="1935230"/>
              <a:ext cx="204" cy="163"/>
            </a:xfrm>
            <a:custGeom>
              <a:avLst/>
              <a:gdLst/>
              <a:ahLst/>
              <a:cxnLst/>
              <a:rect l="l" t="t" r="r" b="b"/>
              <a:pathLst>
                <a:path w="15" h="12" extrusionOk="0">
                  <a:moveTo>
                    <a:pt x="15"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81" name="Google Shape;10081;p76"/>
            <p:cNvSpPr/>
            <p:nvPr/>
          </p:nvSpPr>
          <p:spPr>
            <a:xfrm>
              <a:off x="1391396" y="1938516"/>
              <a:ext cx="14" cy="54"/>
            </a:xfrm>
            <a:custGeom>
              <a:avLst/>
              <a:gdLst/>
              <a:ahLst/>
              <a:cxnLst/>
              <a:rect l="l" t="t" r="r" b="b"/>
              <a:pathLst>
                <a:path w="1" h="4" extrusionOk="0">
                  <a:moveTo>
                    <a:pt x="0"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82" name="Google Shape;10082;p76"/>
            <p:cNvSpPr/>
            <p:nvPr/>
          </p:nvSpPr>
          <p:spPr>
            <a:xfrm>
              <a:off x="1382163" y="1935665"/>
              <a:ext cx="204" cy="109"/>
            </a:xfrm>
            <a:custGeom>
              <a:avLst/>
              <a:gdLst/>
              <a:ahLst/>
              <a:cxnLst/>
              <a:rect l="l" t="t" r="r" b="b"/>
              <a:pathLst>
                <a:path w="15" h="8" extrusionOk="0">
                  <a:moveTo>
                    <a:pt x="15"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83" name="Google Shape;10083;p76"/>
            <p:cNvSpPr/>
            <p:nvPr/>
          </p:nvSpPr>
          <p:spPr>
            <a:xfrm>
              <a:off x="1391722" y="1940173"/>
              <a:ext cx="68" cy="163"/>
            </a:xfrm>
            <a:custGeom>
              <a:avLst/>
              <a:gdLst/>
              <a:ahLst/>
              <a:cxnLst/>
              <a:rect l="l" t="t" r="r" b="b"/>
              <a:pathLst>
                <a:path w="5" h="12" extrusionOk="0">
                  <a:moveTo>
                    <a:pt x="1" y="1"/>
                  </a:moveTo>
                  <a:lnTo>
                    <a:pt x="1" y="11"/>
                  </a:lnTo>
                  <a:cubicBezTo>
                    <a:pt x="4" y="8"/>
                    <a:pt x="4"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84" name="Google Shape;10084;p76"/>
            <p:cNvSpPr/>
            <p:nvPr/>
          </p:nvSpPr>
          <p:spPr>
            <a:xfrm>
              <a:off x="1391627" y="1941978"/>
              <a:ext cx="14" cy="204"/>
            </a:xfrm>
            <a:custGeom>
              <a:avLst/>
              <a:gdLst/>
              <a:ahLst/>
              <a:cxnLst/>
              <a:rect l="l" t="t" r="r" b="b"/>
              <a:pathLst>
                <a:path w="1" h="15" extrusionOk="0">
                  <a:moveTo>
                    <a:pt x="1"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85" name="Google Shape;10085;p76"/>
            <p:cNvSpPr/>
            <p:nvPr/>
          </p:nvSpPr>
          <p:spPr>
            <a:xfrm>
              <a:off x="1391722" y="1939602"/>
              <a:ext cx="14" cy="109"/>
            </a:xfrm>
            <a:custGeom>
              <a:avLst/>
              <a:gdLst/>
              <a:ahLst/>
              <a:cxnLst/>
              <a:rect l="l" t="t" r="r" b="b"/>
              <a:pathLst>
                <a:path w="1" h="8" extrusionOk="0">
                  <a:moveTo>
                    <a:pt x="1"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86" name="Google Shape;10086;p76"/>
            <p:cNvSpPr/>
            <p:nvPr/>
          </p:nvSpPr>
          <p:spPr>
            <a:xfrm>
              <a:off x="1391722" y="193998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87" name="Google Shape;10087;p76"/>
            <p:cNvSpPr/>
            <p:nvPr/>
          </p:nvSpPr>
          <p:spPr>
            <a:xfrm>
              <a:off x="1391722" y="193941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88" name="Google Shape;10088;p76"/>
            <p:cNvSpPr/>
            <p:nvPr/>
          </p:nvSpPr>
          <p:spPr>
            <a:xfrm>
              <a:off x="1391627" y="1939127"/>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89" name="Google Shape;10089;p76"/>
            <p:cNvSpPr/>
            <p:nvPr/>
          </p:nvSpPr>
          <p:spPr>
            <a:xfrm>
              <a:off x="1391491" y="1938652"/>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90" name="Google Shape;10090;p76"/>
            <p:cNvSpPr/>
            <p:nvPr/>
          </p:nvSpPr>
          <p:spPr>
            <a:xfrm>
              <a:off x="1391532" y="1938801"/>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91" name="Google Shape;10091;p76"/>
            <p:cNvSpPr/>
            <p:nvPr/>
          </p:nvSpPr>
          <p:spPr>
            <a:xfrm>
              <a:off x="1174075" y="1791214"/>
              <a:ext cx="223703" cy="138382"/>
            </a:xfrm>
            <a:custGeom>
              <a:avLst/>
              <a:gdLst/>
              <a:ahLst/>
              <a:cxnLst/>
              <a:rect l="l" t="t" r="r" b="b"/>
              <a:pathLst>
                <a:path w="16476" h="10192" extrusionOk="0">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92" name="Google Shape;10092;p76"/>
            <p:cNvSpPr/>
            <p:nvPr/>
          </p:nvSpPr>
          <p:spPr>
            <a:xfrm>
              <a:off x="1356122" y="1909990"/>
              <a:ext cx="28160" cy="28771"/>
            </a:xfrm>
            <a:custGeom>
              <a:avLst/>
              <a:gdLst/>
              <a:ahLst/>
              <a:cxnLst/>
              <a:rect l="l" t="t" r="r" b="b"/>
              <a:pathLst>
                <a:path w="2074" h="2119" extrusionOk="0">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93" name="Google Shape;10093;p76"/>
            <p:cNvSpPr/>
            <p:nvPr/>
          </p:nvSpPr>
          <p:spPr>
            <a:xfrm>
              <a:off x="1378552" y="1934660"/>
              <a:ext cx="14" cy="14"/>
            </a:xfrm>
            <a:custGeom>
              <a:avLst/>
              <a:gdLst/>
              <a:ahLst/>
              <a:cxnLst/>
              <a:rect l="l" t="t" r="r" b="b"/>
              <a:pathLst>
                <a:path w="1" h="1" extrusionOk="0">
                  <a:moveTo>
                    <a:pt x="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94" name="Google Shape;10094;p76"/>
            <p:cNvSpPr/>
            <p:nvPr/>
          </p:nvSpPr>
          <p:spPr>
            <a:xfrm>
              <a:off x="1374370" y="1937892"/>
              <a:ext cx="163" cy="163"/>
            </a:xfrm>
            <a:custGeom>
              <a:avLst/>
              <a:gdLst/>
              <a:ahLst/>
              <a:cxnLst/>
              <a:rect l="l" t="t" r="r" b="b"/>
              <a:pathLst>
                <a:path w="12" h="12" extrusionOk="0">
                  <a:moveTo>
                    <a:pt x="11"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95" name="Google Shape;10095;p76"/>
            <p:cNvSpPr/>
            <p:nvPr/>
          </p:nvSpPr>
          <p:spPr>
            <a:xfrm>
              <a:off x="1373759" y="1938462"/>
              <a:ext cx="149" cy="163"/>
            </a:xfrm>
            <a:custGeom>
              <a:avLst/>
              <a:gdLst/>
              <a:ahLst/>
              <a:cxnLst/>
              <a:rect l="l" t="t" r="r" b="b"/>
              <a:pathLst>
                <a:path w="11" h="12" extrusionOk="0">
                  <a:moveTo>
                    <a:pt x="11"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96" name="Google Shape;10096;p76"/>
            <p:cNvSpPr/>
            <p:nvPr/>
          </p:nvSpPr>
          <p:spPr>
            <a:xfrm>
              <a:off x="1377601" y="1935190"/>
              <a:ext cx="109" cy="54"/>
            </a:xfrm>
            <a:custGeom>
              <a:avLst/>
              <a:gdLst/>
              <a:ahLst/>
              <a:cxnLst/>
              <a:rect l="l" t="t" r="r" b="b"/>
              <a:pathLst>
                <a:path w="8" h="4" extrusionOk="0">
                  <a:moveTo>
                    <a:pt x="8"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97" name="Google Shape;10097;p76"/>
            <p:cNvSpPr/>
            <p:nvPr/>
          </p:nvSpPr>
          <p:spPr>
            <a:xfrm>
              <a:off x="1378362" y="1934714"/>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98" name="Google Shape;10098;p76"/>
            <p:cNvSpPr/>
            <p:nvPr/>
          </p:nvSpPr>
          <p:spPr>
            <a:xfrm>
              <a:off x="1377370" y="1935380"/>
              <a:ext cx="109" cy="54"/>
            </a:xfrm>
            <a:custGeom>
              <a:avLst/>
              <a:gdLst/>
              <a:ahLst/>
              <a:cxnLst/>
              <a:rect l="l" t="t" r="r" b="b"/>
              <a:pathLst>
                <a:path w="8" h="4" extrusionOk="0">
                  <a:moveTo>
                    <a:pt x="7"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99" name="Google Shape;10099;p76"/>
            <p:cNvSpPr/>
            <p:nvPr/>
          </p:nvSpPr>
          <p:spPr>
            <a:xfrm>
              <a:off x="1377031" y="1935570"/>
              <a:ext cx="163" cy="109"/>
            </a:xfrm>
            <a:custGeom>
              <a:avLst/>
              <a:gdLst/>
              <a:ahLst/>
              <a:cxnLst/>
              <a:rect l="l" t="t" r="r" b="b"/>
              <a:pathLst>
                <a:path w="12" h="8" extrusionOk="0">
                  <a:moveTo>
                    <a:pt x="1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00" name="Google Shape;10100;p76"/>
            <p:cNvSpPr/>
            <p:nvPr/>
          </p:nvSpPr>
          <p:spPr>
            <a:xfrm>
              <a:off x="1376705" y="1935855"/>
              <a:ext cx="149" cy="109"/>
            </a:xfrm>
            <a:custGeom>
              <a:avLst/>
              <a:gdLst/>
              <a:ahLst/>
              <a:cxnLst/>
              <a:rect l="l" t="t" r="r" b="b"/>
              <a:pathLst>
                <a:path w="11" h="8" extrusionOk="0">
                  <a:moveTo>
                    <a:pt x="11"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01" name="Google Shape;10101;p76"/>
            <p:cNvSpPr/>
            <p:nvPr/>
          </p:nvSpPr>
          <p:spPr>
            <a:xfrm>
              <a:off x="1375470" y="1936900"/>
              <a:ext cx="149" cy="149"/>
            </a:xfrm>
            <a:custGeom>
              <a:avLst/>
              <a:gdLst/>
              <a:ahLst/>
              <a:cxnLst/>
              <a:rect l="l" t="t" r="r" b="b"/>
              <a:pathLst>
                <a:path w="11" h="11" extrusionOk="0">
                  <a:moveTo>
                    <a:pt x="11"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02" name="Google Shape;10102;p76"/>
            <p:cNvSpPr/>
            <p:nvPr/>
          </p:nvSpPr>
          <p:spPr>
            <a:xfrm>
              <a:off x="1377846" y="1935040"/>
              <a:ext cx="109" cy="68"/>
            </a:xfrm>
            <a:custGeom>
              <a:avLst/>
              <a:gdLst/>
              <a:ahLst/>
              <a:cxnLst/>
              <a:rect l="l" t="t" r="r" b="b"/>
              <a:pathLst>
                <a:path w="8" h="5" extrusionOk="0">
                  <a:moveTo>
                    <a:pt x="7"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03" name="Google Shape;10103;p76"/>
            <p:cNvSpPr/>
            <p:nvPr/>
          </p:nvSpPr>
          <p:spPr>
            <a:xfrm>
              <a:off x="1378076" y="1934905"/>
              <a:ext cx="68" cy="54"/>
            </a:xfrm>
            <a:custGeom>
              <a:avLst/>
              <a:gdLst/>
              <a:ahLst/>
              <a:cxnLst/>
              <a:rect l="l" t="t" r="r" b="b"/>
              <a:pathLst>
                <a:path w="5" h="4" extrusionOk="0">
                  <a:moveTo>
                    <a:pt x="4"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04" name="Google Shape;10104;p76"/>
            <p:cNvSpPr/>
            <p:nvPr/>
          </p:nvSpPr>
          <p:spPr>
            <a:xfrm>
              <a:off x="1374899" y="1937376"/>
              <a:ext cx="204" cy="149"/>
            </a:xfrm>
            <a:custGeom>
              <a:avLst/>
              <a:gdLst/>
              <a:ahLst/>
              <a:cxnLst/>
              <a:rect l="l" t="t" r="r" b="b"/>
              <a:pathLst>
                <a:path w="15" h="11" extrusionOk="0">
                  <a:moveTo>
                    <a:pt x="14"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05" name="Google Shape;10105;p76"/>
            <p:cNvSpPr/>
            <p:nvPr/>
          </p:nvSpPr>
          <p:spPr>
            <a:xfrm>
              <a:off x="1375890" y="1936520"/>
              <a:ext cx="204" cy="109"/>
            </a:xfrm>
            <a:custGeom>
              <a:avLst/>
              <a:gdLst/>
              <a:ahLst/>
              <a:cxnLst/>
              <a:rect l="l" t="t" r="r" b="b"/>
              <a:pathLst>
                <a:path w="15" h="8" extrusionOk="0">
                  <a:moveTo>
                    <a:pt x="15"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06" name="Google Shape;10106;p76"/>
            <p:cNvSpPr/>
            <p:nvPr/>
          </p:nvSpPr>
          <p:spPr>
            <a:xfrm>
              <a:off x="1376325" y="1936140"/>
              <a:ext cx="149" cy="149"/>
            </a:xfrm>
            <a:custGeom>
              <a:avLst/>
              <a:gdLst/>
              <a:ahLst/>
              <a:cxnLst/>
              <a:rect l="l" t="t" r="r" b="b"/>
              <a:pathLst>
                <a:path w="11" h="11" extrusionOk="0">
                  <a:moveTo>
                    <a:pt x="11"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07" name="Google Shape;10107;p76"/>
            <p:cNvSpPr/>
            <p:nvPr/>
          </p:nvSpPr>
          <p:spPr>
            <a:xfrm>
              <a:off x="1378226" y="1934810"/>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08" name="Google Shape;10108;p76"/>
            <p:cNvSpPr/>
            <p:nvPr/>
          </p:nvSpPr>
          <p:spPr>
            <a:xfrm>
              <a:off x="1378647" y="1928917"/>
              <a:ext cx="3435" cy="5716"/>
            </a:xfrm>
            <a:custGeom>
              <a:avLst/>
              <a:gdLst/>
              <a:ahLst/>
              <a:cxnLst/>
              <a:rect l="l" t="t" r="r" b="b"/>
              <a:pathLst>
                <a:path w="253" h="421" extrusionOk="0">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09" name="Google Shape;10109;p76"/>
            <p:cNvSpPr/>
            <p:nvPr/>
          </p:nvSpPr>
          <p:spPr>
            <a:xfrm>
              <a:off x="1384078" y="1926867"/>
              <a:ext cx="204" cy="204"/>
            </a:xfrm>
            <a:custGeom>
              <a:avLst/>
              <a:gdLst/>
              <a:ahLst/>
              <a:cxnLst/>
              <a:rect l="l" t="t" r="r" b="b"/>
              <a:pathLst>
                <a:path w="15" h="15" extrusionOk="0">
                  <a:moveTo>
                    <a:pt x="14" y="1"/>
                  </a:moveTo>
                  <a:lnTo>
                    <a:pt x="14" y="1"/>
                  </a:ln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10" name="Google Shape;10110;p76"/>
            <p:cNvSpPr/>
            <p:nvPr/>
          </p:nvSpPr>
          <p:spPr>
            <a:xfrm>
              <a:off x="1383127" y="1927152"/>
              <a:ext cx="869" cy="869"/>
            </a:xfrm>
            <a:custGeom>
              <a:avLst/>
              <a:gdLst/>
              <a:ahLst/>
              <a:cxnLst/>
              <a:rect l="l" t="t" r="r" b="b"/>
              <a:pathLst>
                <a:path w="64" h="64" extrusionOk="0">
                  <a:moveTo>
                    <a:pt x="63" y="1"/>
                  </a:moveTo>
                  <a:cubicBezTo>
                    <a:pt x="39" y="22"/>
                    <a:pt x="21" y="43"/>
                    <a:pt x="0" y="64"/>
                  </a:cubicBezTo>
                  <a:cubicBezTo>
                    <a:pt x="21" y="46"/>
                    <a:pt x="42" y="22"/>
                    <a:pt x="6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11" name="Google Shape;10111;p76"/>
            <p:cNvSpPr/>
            <p:nvPr/>
          </p:nvSpPr>
          <p:spPr>
            <a:xfrm>
              <a:off x="1378647" y="1934524"/>
              <a:ext cx="204" cy="149"/>
            </a:xfrm>
            <a:custGeom>
              <a:avLst/>
              <a:gdLst/>
              <a:ahLst/>
              <a:cxnLst/>
              <a:rect l="l" t="t" r="r" b="b"/>
              <a:pathLst>
                <a:path w="15" h="11" extrusionOk="0">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12" name="Google Shape;10112;p76"/>
            <p:cNvSpPr/>
            <p:nvPr/>
          </p:nvSpPr>
          <p:spPr>
            <a:xfrm>
              <a:off x="1358213" y="1927342"/>
              <a:ext cx="394" cy="543"/>
            </a:xfrm>
            <a:custGeom>
              <a:avLst/>
              <a:gdLst/>
              <a:ahLst/>
              <a:cxnLst/>
              <a:rect l="l" t="t" r="r" b="b"/>
              <a:pathLst>
                <a:path w="29" h="40" extrusionOk="0">
                  <a:moveTo>
                    <a:pt x="1" y="39"/>
                  </a:move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13" name="Google Shape;10113;p76"/>
            <p:cNvSpPr/>
            <p:nvPr/>
          </p:nvSpPr>
          <p:spPr>
            <a:xfrm>
              <a:off x="1360874" y="1924206"/>
              <a:ext cx="109" cy="163"/>
            </a:xfrm>
            <a:custGeom>
              <a:avLst/>
              <a:gdLst/>
              <a:ahLst/>
              <a:cxnLst/>
              <a:rect l="l" t="t" r="r" b="b"/>
              <a:pathLst>
                <a:path w="8" h="12" extrusionOk="0">
                  <a:moveTo>
                    <a:pt x="1" y="1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14" name="Google Shape;10114;p76"/>
            <p:cNvSpPr/>
            <p:nvPr/>
          </p:nvSpPr>
          <p:spPr>
            <a:xfrm>
              <a:off x="1361064" y="1923975"/>
              <a:ext cx="109" cy="149"/>
            </a:xfrm>
            <a:custGeom>
              <a:avLst/>
              <a:gdLst/>
              <a:ahLst/>
              <a:cxnLst/>
              <a:rect l="l" t="t" r="r" b="b"/>
              <a:pathLst>
                <a:path w="8" h="11" extrusionOk="0">
                  <a:moveTo>
                    <a:pt x="1" y="11"/>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15" name="Google Shape;10115;p76"/>
            <p:cNvSpPr/>
            <p:nvPr/>
          </p:nvSpPr>
          <p:spPr>
            <a:xfrm>
              <a:off x="1356122" y="1927912"/>
              <a:ext cx="2064" cy="2865"/>
            </a:xfrm>
            <a:custGeom>
              <a:avLst/>
              <a:gdLst/>
              <a:ahLst/>
              <a:cxnLst/>
              <a:rect l="l" t="t" r="r" b="b"/>
              <a:pathLst>
                <a:path w="152" h="211" extrusionOk="0">
                  <a:moveTo>
                    <a:pt x="1" y="211"/>
                  </a:moveTo>
                  <a:lnTo>
                    <a:pt x="1" y="211"/>
                  </a:lnTo>
                  <a:cubicBezTo>
                    <a:pt x="57" y="134"/>
                    <a:pt x="106" y="64"/>
                    <a:pt x="151" y="1"/>
                  </a:cubicBezTo>
                  <a:cubicBezTo>
                    <a:pt x="106" y="64"/>
                    <a:pt x="57" y="134"/>
                    <a:pt x="1" y="2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16" name="Google Shape;10116;p76"/>
            <p:cNvSpPr/>
            <p:nvPr/>
          </p:nvSpPr>
          <p:spPr>
            <a:xfrm>
              <a:off x="1358647" y="1926826"/>
              <a:ext cx="339" cy="434"/>
            </a:xfrm>
            <a:custGeom>
              <a:avLst/>
              <a:gdLst/>
              <a:ahLst/>
              <a:cxnLst/>
              <a:rect l="l" t="t" r="r" b="b"/>
              <a:pathLst>
                <a:path w="25" h="32" extrusionOk="0">
                  <a:moveTo>
                    <a:pt x="0" y="32"/>
                  </a:move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17" name="Google Shape;10117;p76"/>
            <p:cNvSpPr/>
            <p:nvPr/>
          </p:nvSpPr>
          <p:spPr>
            <a:xfrm>
              <a:off x="1377465" y="1910085"/>
              <a:ext cx="1955" cy="14"/>
            </a:xfrm>
            <a:custGeom>
              <a:avLst/>
              <a:gdLst/>
              <a:ahLst/>
              <a:cxnLst/>
              <a:rect l="l" t="t" r="r" b="b"/>
              <a:pathLst>
                <a:path w="144" h="1" extrusionOk="0">
                  <a:moveTo>
                    <a:pt x="144" y="1"/>
                  </a:moveTo>
                  <a:lnTo>
                    <a:pt x="144" y="1"/>
                  </a:lnTo>
                  <a:lnTo>
                    <a:pt x="0" y="1"/>
                  </a:lnTo>
                  <a:cubicBezTo>
                    <a:pt x="60" y="1"/>
                    <a:pt x="105" y="1"/>
                    <a:pt x="14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18" name="Google Shape;10118;p76"/>
            <p:cNvSpPr/>
            <p:nvPr/>
          </p:nvSpPr>
          <p:spPr>
            <a:xfrm>
              <a:off x="1359788" y="1925441"/>
              <a:ext cx="204" cy="299"/>
            </a:xfrm>
            <a:custGeom>
              <a:avLst/>
              <a:gdLst/>
              <a:ahLst/>
              <a:cxnLst/>
              <a:rect l="l" t="t" r="r" b="b"/>
              <a:pathLst>
                <a:path w="15" h="22" extrusionOk="0">
                  <a:moveTo>
                    <a:pt x="0" y="22"/>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19" name="Google Shape;10119;p76"/>
            <p:cNvSpPr/>
            <p:nvPr/>
          </p:nvSpPr>
          <p:spPr>
            <a:xfrm>
              <a:off x="1359448" y="1925876"/>
              <a:ext cx="258" cy="339"/>
            </a:xfrm>
            <a:custGeom>
              <a:avLst/>
              <a:gdLst/>
              <a:ahLst/>
              <a:cxnLst/>
              <a:rect l="l" t="t" r="r" b="b"/>
              <a:pathLst>
                <a:path w="19" h="25" extrusionOk="0">
                  <a:moveTo>
                    <a:pt x="1" y="25"/>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20" name="Google Shape;10120;p76"/>
            <p:cNvSpPr/>
            <p:nvPr/>
          </p:nvSpPr>
          <p:spPr>
            <a:xfrm>
              <a:off x="1360113" y="1925115"/>
              <a:ext cx="163" cy="204"/>
            </a:xfrm>
            <a:custGeom>
              <a:avLst/>
              <a:gdLst/>
              <a:ahLst/>
              <a:cxnLst/>
              <a:rect l="l" t="t" r="r" b="b"/>
              <a:pathLst>
                <a:path w="12" h="15" extrusionOk="0">
                  <a:moveTo>
                    <a:pt x="1" y="1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21" name="Google Shape;10121;p76"/>
            <p:cNvSpPr/>
            <p:nvPr/>
          </p:nvSpPr>
          <p:spPr>
            <a:xfrm>
              <a:off x="1361213" y="1923785"/>
              <a:ext cx="149" cy="149"/>
            </a:xfrm>
            <a:custGeom>
              <a:avLst/>
              <a:gdLst/>
              <a:ahLst/>
              <a:cxnLst/>
              <a:rect l="l" t="t" r="r" b="b"/>
              <a:pathLst>
                <a:path w="11" h="11" extrusionOk="0">
                  <a:moveTo>
                    <a:pt x="0" y="11"/>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22" name="Google Shape;10122;p76"/>
            <p:cNvSpPr/>
            <p:nvPr/>
          </p:nvSpPr>
          <p:spPr>
            <a:xfrm>
              <a:off x="1360643" y="1924450"/>
              <a:ext cx="149" cy="204"/>
            </a:xfrm>
            <a:custGeom>
              <a:avLst/>
              <a:gdLst/>
              <a:ahLst/>
              <a:cxnLst/>
              <a:rect l="l" t="t" r="r" b="b"/>
              <a:pathLst>
                <a:path w="11" h="15" extrusionOk="0">
                  <a:moveTo>
                    <a:pt x="0" y="1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23" name="Google Shape;10123;p76"/>
            <p:cNvSpPr/>
            <p:nvPr/>
          </p:nvSpPr>
          <p:spPr>
            <a:xfrm>
              <a:off x="1360399" y="1924735"/>
              <a:ext cx="163" cy="244"/>
            </a:xfrm>
            <a:custGeom>
              <a:avLst/>
              <a:gdLst/>
              <a:ahLst/>
              <a:cxnLst/>
              <a:rect l="l" t="t" r="r" b="b"/>
              <a:pathLst>
                <a:path w="12" h="18" extrusionOk="0">
                  <a:moveTo>
                    <a:pt x="1" y="18"/>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24" name="Google Shape;10124;p76"/>
            <p:cNvSpPr/>
            <p:nvPr/>
          </p:nvSpPr>
          <p:spPr>
            <a:xfrm>
              <a:off x="1359068" y="1926351"/>
              <a:ext cx="258" cy="339"/>
            </a:xfrm>
            <a:custGeom>
              <a:avLst/>
              <a:gdLst/>
              <a:ahLst/>
              <a:cxnLst/>
              <a:rect l="l" t="t" r="r" b="b"/>
              <a:pathLst>
                <a:path w="19" h="25" extrusionOk="0">
                  <a:moveTo>
                    <a:pt x="1" y="25"/>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25" name="Google Shape;10125;p76"/>
            <p:cNvSpPr/>
            <p:nvPr/>
          </p:nvSpPr>
          <p:spPr>
            <a:xfrm>
              <a:off x="1380833" y="1905333"/>
              <a:ext cx="7386" cy="17841"/>
            </a:xfrm>
            <a:custGeom>
              <a:avLst/>
              <a:gdLst/>
              <a:ahLst/>
              <a:cxnLst/>
              <a:rect l="l" t="t" r="r" b="b"/>
              <a:pathLst>
                <a:path w="544" h="1314" extrusionOk="0">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26" name="Google Shape;10126;p76"/>
            <p:cNvSpPr/>
            <p:nvPr/>
          </p:nvSpPr>
          <p:spPr>
            <a:xfrm>
              <a:off x="1381973" y="1909664"/>
              <a:ext cx="109" cy="54"/>
            </a:xfrm>
            <a:custGeom>
              <a:avLst/>
              <a:gdLst/>
              <a:ahLst/>
              <a:cxnLst/>
              <a:rect l="l" t="t" r="r" b="b"/>
              <a:pathLst>
                <a:path w="8" h="4" extrusionOk="0">
                  <a:moveTo>
                    <a:pt x="1" y="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27" name="Google Shape;10127;p76"/>
            <p:cNvSpPr/>
            <p:nvPr/>
          </p:nvSpPr>
          <p:spPr>
            <a:xfrm>
              <a:off x="1381837" y="1909800"/>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28" name="Google Shape;10128;p76"/>
            <p:cNvSpPr/>
            <p:nvPr/>
          </p:nvSpPr>
          <p:spPr>
            <a:xfrm>
              <a:off x="1386970" y="1905618"/>
              <a:ext cx="68" cy="68"/>
            </a:xfrm>
            <a:custGeom>
              <a:avLst/>
              <a:gdLst/>
              <a:ahLst/>
              <a:cxnLst/>
              <a:rect l="l" t="t" r="r" b="b"/>
              <a:pathLst>
                <a:path w="5" h="5" extrusionOk="0">
                  <a:moveTo>
                    <a:pt x="1" y="1"/>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29" name="Google Shape;10129;p76"/>
            <p:cNvSpPr/>
            <p:nvPr/>
          </p:nvSpPr>
          <p:spPr>
            <a:xfrm>
              <a:off x="1382123" y="1909515"/>
              <a:ext cx="109" cy="109"/>
            </a:xfrm>
            <a:custGeom>
              <a:avLst/>
              <a:gdLst/>
              <a:ahLst/>
              <a:cxnLst/>
              <a:rect l="l" t="t" r="r" b="b"/>
              <a:pathLst>
                <a:path w="8" h="8" extrusionOk="0">
                  <a:moveTo>
                    <a:pt x="7"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30" name="Google Shape;10130;p76"/>
            <p:cNvSpPr/>
            <p:nvPr/>
          </p:nvSpPr>
          <p:spPr>
            <a:xfrm>
              <a:off x="1382543" y="1908374"/>
              <a:ext cx="584" cy="774"/>
            </a:xfrm>
            <a:custGeom>
              <a:avLst/>
              <a:gdLst/>
              <a:ahLst/>
              <a:cxnLst/>
              <a:rect l="l" t="t" r="r" b="b"/>
              <a:pathLst>
                <a:path w="43" h="57" extrusionOk="0">
                  <a:moveTo>
                    <a:pt x="1" y="57"/>
                  </a:moveTo>
                  <a:cubicBezTo>
                    <a:pt x="11" y="43"/>
                    <a:pt x="25" y="22"/>
                    <a:pt x="43" y="1"/>
                  </a:cubicBezTo>
                  <a:cubicBezTo>
                    <a:pt x="25" y="22"/>
                    <a:pt x="11" y="43"/>
                    <a:pt x="1" y="5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31" name="Google Shape;10131;p76"/>
            <p:cNvSpPr/>
            <p:nvPr/>
          </p:nvSpPr>
          <p:spPr>
            <a:xfrm>
              <a:off x="1387214" y="1905767"/>
              <a:ext cx="244" cy="204"/>
            </a:xfrm>
            <a:custGeom>
              <a:avLst/>
              <a:gdLst/>
              <a:ahLst/>
              <a:cxnLst/>
              <a:rect l="l" t="t" r="r" b="b"/>
              <a:pathLst>
                <a:path w="18" h="15" extrusionOk="0">
                  <a:moveTo>
                    <a:pt x="0" y="0"/>
                  </a:moveTo>
                  <a:lnTo>
                    <a:pt x="18"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32" name="Google Shape;10132;p76"/>
            <p:cNvSpPr/>
            <p:nvPr/>
          </p:nvSpPr>
          <p:spPr>
            <a:xfrm>
              <a:off x="1382408" y="1909189"/>
              <a:ext cx="109" cy="149"/>
            </a:xfrm>
            <a:custGeom>
              <a:avLst/>
              <a:gdLst/>
              <a:ahLst/>
              <a:cxnLst/>
              <a:rect l="l" t="t" r="r" b="b"/>
              <a:pathLst>
                <a:path w="8" h="11" extrusionOk="0">
                  <a:moveTo>
                    <a:pt x="0" y="11"/>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33" name="Google Shape;10133;p76"/>
            <p:cNvSpPr/>
            <p:nvPr/>
          </p:nvSpPr>
          <p:spPr>
            <a:xfrm>
              <a:off x="1381593" y="1909949"/>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34" name="Google Shape;10134;p76"/>
            <p:cNvSpPr/>
            <p:nvPr/>
          </p:nvSpPr>
          <p:spPr>
            <a:xfrm>
              <a:off x="1387499" y="1905957"/>
              <a:ext cx="720" cy="584"/>
            </a:xfrm>
            <a:custGeom>
              <a:avLst/>
              <a:gdLst/>
              <a:ahLst/>
              <a:cxnLst/>
              <a:rect l="l" t="t" r="r" b="b"/>
              <a:pathLst>
                <a:path w="53" h="43" extrusionOk="0">
                  <a:moveTo>
                    <a:pt x="0" y="0"/>
                  </a:moveTo>
                  <a:cubicBezTo>
                    <a:pt x="14" y="14"/>
                    <a:pt x="32" y="25"/>
                    <a:pt x="53" y="42"/>
                  </a:cubicBezTo>
                  <a:cubicBezTo>
                    <a:pt x="32" y="25"/>
                    <a:pt x="14"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35" name="Google Shape;10135;p76"/>
            <p:cNvSpPr/>
            <p:nvPr/>
          </p:nvSpPr>
          <p:spPr>
            <a:xfrm>
              <a:off x="1382258" y="1909379"/>
              <a:ext cx="109" cy="109"/>
            </a:xfrm>
            <a:custGeom>
              <a:avLst/>
              <a:gdLst/>
              <a:ahLst/>
              <a:cxnLst/>
              <a:rect l="l" t="t" r="r" b="b"/>
              <a:pathLst>
                <a:path w="8" h="8" extrusionOk="0">
                  <a:moveTo>
                    <a:pt x="1" y="7"/>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36" name="Google Shape;10136;p76"/>
            <p:cNvSpPr/>
            <p:nvPr/>
          </p:nvSpPr>
          <p:spPr>
            <a:xfrm>
              <a:off x="1381688" y="1909854"/>
              <a:ext cx="109" cy="54"/>
            </a:xfrm>
            <a:custGeom>
              <a:avLst/>
              <a:gdLst/>
              <a:ahLst/>
              <a:cxnLst/>
              <a:rect l="l" t="t" r="r" b="b"/>
              <a:pathLst>
                <a:path w="8" h="4" extrusionOk="0">
                  <a:moveTo>
                    <a:pt x="4" y="0"/>
                  </a:moveTo>
                  <a:lnTo>
                    <a:pt x="1" y="4"/>
                  </a:ln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37" name="Google Shape;10137;p76"/>
            <p:cNvSpPr/>
            <p:nvPr/>
          </p:nvSpPr>
          <p:spPr>
            <a:xfrm>
              <a:off x="1380833" y="1922875"/>
              <a:ext cx="2105" cy="299"/>
            </a:xfrm>
            <a:custGeom>
              <a:avLst/>
              <a:gdLst/>
              <a:ahLst/>
              <a:cxnLst/>
              <a:rect l="l" t="t" r="r" b="b"/>
              <a:pathLst>
                <a:path w="155" h="22" extrusionOk="0">
                  <a:moveTo>
                    <a:pt x="155" y="1"/>
                  </a:moveTo>
                  <a:lnTo>
                    <a:pt x="155" y="1"/>
                  </a:lnTo>
                  <a:lnTo>
                    <a:pt x="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38" name="Google Shape;10138;p76"/>
            <p:cNvSpPr/>
            <p:nvPr/>
          </p:nvSpPr>
          <p:spPr>
            <a:xfrm>
              <a:off x="1490539" y="1892285"/>
              <a:ext cx="19416" cy="14772"/>
            </a:xfrm>
            <a:custGeom>
              <a:avLst/>
              <a:gdLst/>
              <a:ahLst/>
              <a:cxnLst/>
              <a:rect l="l" t="t" r="r" b="b"/>
              <a:pathLst>
                <a:path w="1430" h="1088" extrusionOk="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39" name="Google Shape;10139;p76"/>
            <p:cNvSpPr/>
            <p:nvPr/>
          </p:nvSpPr>
          <p:spPr>
            <a:xfrm>
              <a:off x="1510647" y="1894932"/>
              <a:ext cx="23353" cy="13252"/>
            </a:xfrm>
            <a:custGeom>
              <a:avLst/>
              <a:gdLst/>
              <a:ahLst/>
              <a:cxnLst/>
              <a:rect l="l" t="t" r="r" b="b"/>
              <a:pathLst>
                <a:path w="1720" h="976" extrusionOk="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40" name="Google Shape;10140;p76"/>
            <p:cNvSpPr/>
            <p:nvPr/>
          </p:nvSpPr>
          <p:spPr>
            <a:xfrm>
              <a:off x="1510797" y="1904382"/>
              <a:ext cx="14" cy="258"/>
            </a:xfrm>
            <a:custGeom>
              <a:avLst/>
              <a:gdLst/>
              <a:ahLst/>
              <a:cxnLst/>
              <a:rect l="l" t="t" r="r" b="b"/>
              <a:pathLst>
                <a:path w="1" h="19" extrusionOk="0">
                  <a:moveTo>
                    <a:pt x="0"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41" name="Google Shape;10141;p76"/>
            <p:cNvSpPr/>
            <p:nvPr/>
          </p:nvSpPr>
          <p:spPr>
            <a:xfrm>
              <a:off x="1511598" y="1896453"/>
              <a:ext cx="14" cy="204"/>
            </a:xfrm>
            <a:custGeom>
              <a:avLst/>
              <a:gdLst/>
              <a:ahLst/>
              <a:cxnLst/>
              <a:rect l="l" t="t" r="r" b="b"/>
              <a:pathLst>
                <a:path w="1" h="15" extrusionOk="0">
                  <a:moveTo>
                    <a:pt x="1"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42" name="Google Shape;10142;p76"/>
            <p:cNvSpPr/>
            <p:nvPr/>
          </p:nvSpPr>
          <p:spPr>
            <a:xfrm>
              <a:off x="1510647" y="1905998"/>
              <a:ext cx="14" cy="448"/>
            </a:xfrm>
            <a:custGeom>
              <a:avLst/>
              <a:gdLst/>
              <a:ahLst/>
              <a:cxnLst/>
              <a:rect l="l" t="t" r="r" b="b"/>
              <a:pathLst>
                <a:path w="1" h="33" extrusionOk="0">
                  <a:moveTo>
                    <a:pt x="1" y="3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43" name="Google Shape;10143;p76"/>
            <p:cNvSpPr/>
            <p:nvPr/>
          </p:nvSpPr>
          <p:spPr>
            <a:xfrm>
              <a:off x="1510552" y="1907709"/>
              <a:ext cx="14" cy="204"/>
            </a:xfrm>
            <a:custGeom>
              <a:avLst/>
              <a:gdLst/>
              <a:ahLst/>
              <a:cxnLst/>
              <a:rect l="l" t="t" r="r" b="b"/>
              <a:pathLst>
                <a:path w="1" h="15" extrusionOk="0">
                  <a:moveTo>
                    <a:pt x="1" y="15"/>
                  </a:moveTo>
                  <a:lnTo>
                    <a:pt x="1" y="15"/>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44" name="Google Shape;10144;p76"/>
            <p:cNvSpPr/>
            <p:nvPr/>
          </p:nvSpPr>
          <p:spPr>
            <a:xfrm>
              <a:off x="1510932" y="1902821"/>
              <a:ext cx="14" cy="204"/>
            </a:xfrm>
            <a:custGeom>
              <a:avLst/>
              <a:gdLst/>
              <a:ahLst/>
              <a:cxnLst/>
              <a:rect l="l" t="t" r="r" b="b"/>
              <a:pathLst>
                <a:path w="1" h="15" extrusionOk="0">
                  <a:moveTo>
                    <a:pt x="1"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45" name="Google Shape;10145;p76"/>
            <p:cNvSpPr/>
            <p:nvPr/>
          </p:nvSpPr>
          <p:spPr>
            <a:xfrm>
              <a:off x="1511082" y="1901056"/>
              <a:ext cx="54" cy="353"/>
            </a:xfrm>
            <a:custGeom>
              <a:avLst/>
              <a:gdLst/>
              <a:ahLst/>
              <a:cxnLst/>
              <a:rect l="l" t="t" r="r" b="b"/>
              <a:pathLst>
                <a:path w="4" h="26" extrusionOk="0">
                  <a:moveTo>
                    <a:pt x="0" y="25"/>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46" name="Google Shape;10146;p76"/>
            <p:cNvSpPr/>
            <p:nvPr/>
          </p:nvSpPr>
          <p:spPr>
            <a:xfrm>
              <a:off x="1511462" y="1897824"/>
              <a:ext cx="14" cy="258"/>
            </a:xfrm>
            <a:custGeom>
              <a:avLst/>
              <a:gdLst/>
              <a:ahLst/>
              <a:cxnLst/>
              <a:rect l="l" t="t" r="r" b="b"/>
              <a:pathLst>
                <a:path w="1" h="19" extrusionOk="0">
                  <a:moveTo>
                    <a:pt x="0"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47" name="Google Shape;10147;p76"/>
            <p:cNvSpPr/>
            <p:nvPr/>
          </p:nvSpPr>
          <p:spPr>
            <a:xfrm>
              <a:off x="1511272" y="1899399"/>
              <a:ext cx="54" cy="339"/>
            </a:xfrm>
            <a:custGeom>
              <a:avLst/>
              <a:gdLst/>
              <a:ahLst/>
              <a:cxnLst/>
              <a:rect l="l" t="t" r="r" b="b"/>
              <a:pathLst>
                <a:path w="4" h="25" extrusionOk="0">
                  <a:moveTo>
                    <a:pt x="0" y="25"/>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48" name="Google Shape;10148;p76"/>
            <p:cNvSpPr/>
            <p:nvPr/>
          </p:nvSpPr>
          <p:spPr>
            <a:xfrm>
              <a:off x="1511788" y="1895068"/>
              <a:ext cx="14" cy="163"/>
            </a:xfrm>
            <a:custGeom>
              <a:avLst/>
              <a:gdLst/>
              <a:ahLst/>
              <a:cxnLst/>
              <a:rect l="l" t="t" r="r" b="b"/>
              <a:pathLst>
                <a:path w="1" h="12" extrusionOk="0">
                  <a:moveTo>
                    <a:pt x="1"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49" name="Google Shape;10149;p76"/>
            <p:cNvSpPr/>
            <p:nvPr/>
          </p:nvSpPr>
          <p:spPr>
            <a:xfrm>
              <a:off x="1394193" y="1931619"/>
              <a:ext cx="29585" cy="30481"/>
            </a:xfrm>
            <a:custGeom>
              <a:avLst/>
              <a:gdLst/>
              <a:ahLst/>
              <a:cxnLst/>
              <a:rect l="l" t="t" r="r" b="b"/>
              <a:pathLst>
                <a:path w="2179" h="2245" extrusionOk="0">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50" name="Google Shape;10150;p76"/>
            <p:cNvSpPr/>
            <p:nvPr/>
          </p:nvSpPr>
          <p:spPr>
            <a:xfrm>
              <a:off x="1418863" y="1933615"/>
              <a:ext cx="204" cy="109"/>
            </a:xfrm>
            <a:custGeom>
              <a:avLst/>
              <a:gdLst/>
              <a:ahLst/>
              <a:cxnLst/>
              <a:rect l="l" t="t" r="r" b="b"/>
              <a:pathLst>
                <a:path w="15" h="8" extrusionOk="0">
                  <a:moveTo>
                    <a:pt x="1" y="8"/>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51" name="Google Shape;10151;p76"/>
            <p:cNvSpPr/>
            <p:nvPr/>
          </p:nvSpPr>
          <p:spPr>
            <a:xfrm>
              <a:off x="1419488" y="1933194"/>
              <a:ext cx="244" cy="149"/>
            </a:xfrm>
            <a:custGeom>
              <a:avLst/>
              <a:gdLst/>
              <a:ahLst/>
              <a:cxnLst/>
              <a:rect l="l" t="t" r="r" b="b"/>
              <a:pathLst>
                <a:path w="18" h="11" extrusionOk="0">
                  <a:moveTo>
                    <a:pt x="0" y="11"/>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52" name="Google Shape;10152;p76"/>
            <p:cNvSpPr/>
            <p:nvPr/>
          </p:nvSpPr>
          <p:spPr>
            <a:xfrm>
              <a:off x="1421429" y="1932189"/>
              <a:ext cx="353" cy="163"/>
            </a:xfrm>
            <a:custGeom>
              <a:avLst/>
              <a:gdLst/>
              <a:ahLst/>
              <a:cxnLst/>
              <a:rect l="l" t="t" r="r" b="b"/>
              <a:pathLst>
                <a:path w="26" h="12" extrusionOk="0">
                  <a:moveTo>
                    <a:pt x="1" y="11"/>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53" name="Google Shape;10153;p76"/>
            <p:cNvSpPr/>
            <p:nvPr/>
          </p:nvSpPr>
          <p:spPr>
            <a:xfrm>
              <a:off x="1420058" y="1932814"/>
              <a:ext cx="394" cy="204"/>
            </a:xfrm>
            <a:custGeom>
              <a:avLst/>
              <a:gdLst/>
              <a:ahLst/>
              <a:cxnLst/>
              <a:rect l="l" t="t" r="r" b="b"/>
              <a:pathLst>
                <a:path w="29" h="15" extrusionOk="0">
                  <a:moveTo>
                    <a:pt x="0" y="14"/>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54" name="Google Shape;10154;p76"/>
            <p:cNvSpPr/>
            <p:nvPr/>
          </p:nvSpPr>
          <p:spPr>
            <a:xfrm>
              <a:off x="1423575" y="1931619"/>
              <a:ext cx="204" cy="14"/>
            </a:xfrm>
            <a:custGeom>
              <a:avLst/>
              <a:gdLst/>
              <a:ahLst/>
              <a:cxnLst/>
              <a:rect l="l" t="t" r="r" b="b"/>
              <a:pathLst>
                <a:path w="15" h="1" extrusionOk="0">
                  <a:moveTo>
                    <a:pt x="1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55" name="Google Shape;10155;p76"/>
            <p:cNvSpPr/>
            <p:nvPr/>
          </p:nvSpPr>
          <p:spPr>
            <a:xfrm>
              <a:off x="1422190" y="1931958"/>
              <a:ext cx="299" cy="109"/>
            </a:xfrm>
            <a:custGeom>
              <a:avLst/>
              <a:gdLst/>
              <a:ahLst/>
              <a:cxnLst/>
              <a:rect l="l" t="t" r="r" b="b"/>
              <a:pathLst>
                <a:path w="22" h="8" extrusionOk="0">
                  <a:moveTo>
                    <a:pt x="1" y="7"/>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56" name="Google Shape;10156;p76"/>
            <p:cNvSpPr/>
            <p:nvPr/>
          </p:nvSpPr>
          <p:spPr>
            <a:xfrm>
              <a:off x="1422814" y="1931768"/>
              <a:ext cx="394" cy="109"/>
            </a:xfrm>
            <a:custGeom>
              <a:avLst/>
              <a:gdLst/>
              <a:ahLst/>
              <a:cxnLst/>
              <a:rect l="l" t="t" r="r" b="b"/>
              <a:pathLst>
                <a:path w="29" h="8" extrusionOk="0">
                  <a:moveTo>
                    <a:pt x="0" y="7"/>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57" name="Google Shape;10157;p76"/>
            <p:cNvSpPr/>
            <p:nvPr/>
          </p:nvSpPr>
          <p:spPr>
            <a:xfrm>
              <a:off x="1399189" y="1944259"/>
              <a:ext cx="14" cy="14"/>
            </a:xfrm>
            <a:custGeom>
              <a:avLst/>
              <a:gdLst/>
              <a:ahLst/>
              <a:cxnLst/>
              <a:rect l="l" t="t" r="r" b="b"/>
              <a:pathLst>
                <a:path w="1" h="1" extrusionOk="0">
                  <a:moveTo>
                    <a:pt x="0" y="1"/>
                  </a:moveTo>
                  <a:lnTo>
                    <a:pt x="0" y="1"/>
                  </a:lnTo>
                  <a:lnTo>
                    <a:pt x="0" y="1"/>
                  </a:lnTo>
                  <a:cubicBezTo>
                    <a:pt x="0" y="1"/>
                    <a:pt x="0"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58" name="Google Shape;10158;p76"/>
            <p:cNvSpPr/>
            <p:nvPr/>
          </p:nvSpPr>
          <p:spPr>
            <a:xfrm>
              <a:off x="1420669" y="1932433"/>
              <a:ext cx="489" cy="244"/>
            </a:xfrm>
            <a:custGeom>
              <a:avLst/>
              <a:gdLst/>
              <a:ahLst/>
              <a:cxnLst/>
              <a:rect l="l" t="t" r="r" b="b"/>
              <a:pathLst>
                <a:path w="36" h="18" extrusionOk="0">
                  <a:moveTo>
                    <a:pt x="1" y="18"/>
                  </a:moveTo>
                  <a:lnTo>
                    <a:pt x="36"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59" name="Google Shape;10159;p76"/>
            <p:cNvSpPr/>
            <p:nvPr/>
          </p:nvSpPr>
          <p:spPr>
            <a:xfrm>
              <a:off x="1399135" y="1942793"/>
              <a:ext cx="204" cy="1195"/>
            </a:xfrm>
            <a:custGeom>
              <a:avLst/>
              <a:gdLst/>
              <a:ahLst/>
              <a:cxnLst/>
              <a:rect l="l" t="t" r="r" b="b"/>
              <a:pathLst>
                <a:path w="15" h="88" extrusionOk="0">
                  <a:moveTo>
                    <a:pt x="1" y="0"/>
                  </a:moveTo>
                  <a:cubicBezTo>
                    <a:pt x="11" y="28"/>
                    <a:pt x="15" y="56"/>
                    <a:pt x="11" y="88"/>
                  </a:cubicBezTo>
                  <a:cubicBezTo>
                    <a:pt x="15" y="56"/>
                    <a:pt x="11" y="2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60" name="Google Shape;10160;p76"/>
            <p:cNvSpPr/>
            <p:nvPr/>
          </p:nvSpPr>
          <p:spPr>
            <a:xfrm>
              <a:off x="1494680" y="2006254"/>
              <a:ext cx="293288" cy="299506"/>
            </a:xfrm>
            <a:custGeom>
              <a:avLst/>
              <a:gdLst/>
              <a:ahLst/>
              <a:cxnLst/>
              <a:rect l="l" t="t" r="r" b="b"/>
              <a:pathLst>
                <a:path w="21601" h="22059" extrusionOk="0">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61" name="Google Shape;10161;p76"/>
            <p:cNvSpPr/>
            <p:nvPr/>
          </p:nvSpPr>
          <p:spPr>
            <a:xfrm>
              <a:off x="1610849" y="2278130"/>
              <a:ext cx="35193" cy="37406"/>
            </a:xfrm>
            <a:custGeom>
              <a:avLst/>
              <a:gdLst/>
              <a:ahLst/>
              <a:cxnLst/>
              <a:rect l="l" t="t" r="r" b="b"/>
              <a:pathLst>
                <a:path w="2592" h="2755" extrusionOk="0">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62" name="Google Shape;10162;p76"/>
            <p:cNvSpPr/>
            <p:nvPr/>
          </p:nvSpPr>
          <p:spPr>
            <a:xfrm>
              <a:off x="1645078" y="2303846"/>
              <a:ext cx="54" cy="299"/>
            </a:xfrm>
            <a:custGeom>
              <a:avLst/>
              <a:gdLst/>
              <a:ahLst/>
              <a:cxnLst/>
              <a:rect l="l" t="t" r="r" b="b"/>
              <a:pathLst>
                <a:path w="4" h="22" extrusionOk="0">
                  <a:moveTo>
                    <a:pt x="0" y="1"/>
                  </a:moveTo>
                  <a:cubicBezTo>
                    <a:pt x="0" y="8"/>
                    <a:pt x="0" y="15"/>
                    <a:pt x="4" y="22"/>
                  </a:cubicBez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63" name="Google Shape;10163;p76"/>
            <p:cNvSpPr/>
            <p:nvPr/>
          </p:nvSpPr>
          <p:spPr>
            <a:xfrm>
              <a:off x="1644983" y="2300289"/>
              <a:ext cx="54" cy="244"/>
            </a:xfrm>
            <a:custGeom>
              <a:avLst/>
              <a:gdLst/>
              <a:ahLst/>
              <a:cxnLst/>
              <a:rect l="l" t="t" r="r" b="b"/>
              <a:pathLst>
                <a:path w="4" h="18" extrusionOk="0">
                  <a:moveTo>
                    <a:pt x="4" y="0"/>
                  </a:moveTo>
                  <a:cubicBezTo>
                    <a:pt x="4" y="7"/>
                    <a:pt x="0" y="11"/>
                    <a:pt x="4" y="18"/>
                  </a:cubicBez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64" name="Google Shape;10164;p76"/>
            <p:cNvSpPr/>
            <p:nvPr/>
          </p:nvSpPr>
          <p:spPr>
            <a:xfrm>
              <a:off x="1645173" y="2304471"/>
              <a:ext cx="54" cy="299"/>
            </a:xfrm>
            <a:custGeom>
              <a:avLst/>
              <a:gdLst/>
              <a:ahLst/>
              <a:cxnLst/>
              <a:rect l="l" t="t" r="r" b="b"/>
              <a:pathLst>
                <a:path w="4" h="22" extrusionOk="0">
                  <a:moveTo>
                    <a:pt x="0" y="0"/>
                  </a:moveTo>
                  <a:cubicBezTo>
                    <a:pt x="0" y="7"/>
                    <a:pt x="4" y="14"/>
                    <a:pt x="4" y="21"/>
                  </a:cubicBezTo>
                  <a:cubicBezTo>
                    <a:pt x="4" y="14"/>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65" name="Google Shape;10165;p76"/>
            <p:cNvSpPr/>
            <p:nvPr/>
          </p:nvSpPr>
          <p:spPr>
            <a:xfrm>
              <a:off x="1645024" y="2303235"/>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66" name="Google Shape;10166;p76"/>
            <p:cNvSpPr/>
            <p:nvPr/>
          </p:nvSpPr>
          <p:spPr>
            <a:xfrm>
              <a:off x="1645268" y="2305082"/>
              <a:ext cx="109" cy="299"/>
            </a:xfrm>
            <a:custGeom>
              <a:avLst/>
              <a:gdLst/>
              <a:ahLst/>
              <a:cxnLst/>
              <a:rect l="l" t="t" r="r" b="b"/>
              <a:pathLst>
                <a:path w="8" h="22" extrusionOk="0">
                  <a:moveTo>
                    <a:pt x="0" y="1"/>
                  </a:moveTo>
                  <a:cubicBezTo>
                    <a:pt x="0" y="8"/>
                    <a:pt x="4" y="15"/>
                    <a:pt x="7" y="22"/>
                  </a:cubicBezTo>
                  <a:cubicBezTo>
                    <a:pt x="4" y="15"/>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67" name="Google Shape;10167;p76"/>
            <p:cNvSpPr/>
            <p:nvPr/>
          </p:nvSpPr>
          <p:spPr>
            <a:xfrm>
              <a:off x="1644983" y="2301999"/>
              <a:ext cx="14" cy="299"/>
            </a:xfrm>
            <a:custGeom>
              <a:avLst/>
              <a:gdLst/>
              <a:ahLst/>
              <a:cxnLst/>
              <a:rect l="l" t="t" r="r" b="b"/>
              <a:pathLst>
                <a:path w="1" h="22" extrusionOk="0">
                  <a:moveTo>
                    <a:pt x="0"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68" name="Google Shape;10168;p76"/>
            <p:cNvSpPr/>
            <p:nvPr/>
          </p:nvSpPr>
          <p:spPr>
            <a:xfrm>
              <a:off x="1644983" y="2302610"/>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69" name="Google Shape;10169;p76"/>
            <p:cNvSpPr/>
            <p:nvPr/>
          </p:nvSpPr>
          <p:spPr>
            <a:xfrm>
              <a:off x="1644983" y="2300859"/>
              <a:ext cx="14" cy="244"/>
            </a:xfrm>
            <a:custGeom>
              <a:avLst/>
              <a:gdLst/>
              <a:ahLst/>
              <a:cxnLst/>
              <a:rect l="l" t="t" r="r" b="b"/>
              <a:pathLst>
                <a:path w="1" h="18" extrusionOk="0">
                  <a:moveTo>
                    <a:pt x="0" y="0"/>
                  </a:moveTo>
                  <a:lnTo>
                    <a:pt x="0" y="18"/>
                  </a:lnTo>
                  <a:cubicBezTo>
                    <a:pt x="0" y="11"/>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70" name="Google Shape;10170;p76"/>
            <p:cNvSpPr/>
            <p:nvPr/>
          </p:nvSpPr>
          <p:spPr>
            <a:xfrm>
              <a:off x="1645838" y="2306942"/>
              <a:ext cx="109" cy="299"/>
            </a:xfrm>
            <a:custGeom>
              <a:avLst/>
              <a:gdLst/>
              <a:ahLst/>
              <a:cxnLst/>
              <a:rect l="l" t="t" r="r" b="b"/>
              <a:pathLst>
                <a:path w="8" h="22" extrusionOk="0">
                  <a:moveTo>
                    <a:pt x="0" y="0"/>
                  </a:moveTo>
                  <a:cubicBezTo>
                    <a:pt x="4" y="7"/>
                    <a:pt x="4" y="14"/>
                    <a:pt x="7" y="21"/>
                  </a:cubicBezTo>
                  <a:cubicBezTo>
                    <a:pt x="4" y="14"/>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71" name="Google Shape;10171;p76"/>
            <p:cNvSpPr/>
            <p:nvPr/>
          </p:nvSpPr>
          <p:spPr>
            <a:xfrm>
              <a:off x="1645594" y="2306317"/>
              <a:ext cx="109" cy="299"/>
            </a:xfrm>
            <a:custGeom>
              <a:avLst/>
              <a:gdLst/>
              <a:ahLst/>
              <a:cxnLst/>
              <a:rect l="l" t="t" r="r" b="b"/>
              <a:pathLst>
                <a:path w="8" h="22" extrusionOk="0">
                  <a:moveTo>
                    <a:pt x="1" y="1"/>
                  </a:moveTo>
                  <a:cubicBezTo>
                    <a:pt x="4" y="8"/>
                    <a:pt x="4" y="15"/>
                    <a:pt x="8" y="22"/>
                  </a:cubicBezTo>
                  <a:cubicBezTo>
                    <a:pt x="8" y="15"/>
                    <a:pt x="4"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72" name="Google Shape;10172;p76"/>
            <p:cNvSpPr/>
            <p:nvPr/>
          </p:nvSpPr>
          <p:spPr>
            <a:xfrm>
              <a:off x="1645404" y="2305706"/>
              <a:ext cx="109" cy="299"/>
            </a:xfrm>
            <a:custGeom>
              <a:avLst/>
              <a:gdLst/>
              <a:ahLst/>
              <a:cxnLst/>
              <a:rect l="l" t="t" r="r" b="b"/>
              <a:pathLst>
                <a:path w="8" h="22" extrusionOk="0">
                  <a:moveTo>
                    <a:pt x="1" y="0"/>
                  </a:moveTo>
                  <a:cubicBezTo>
                    <a:pt x="1" y="7"/>
                    <a:pt x="4" y="14"/>
                    <a:pt x="8" y="21"/>
                  </a:cubicBezTo>
                  <a:cubicBezTo>
                    <a:pt x="8" y="14"/>
                    <a:pt x="4"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73" name="Google Shape;10173;p76"/>
            <p:cNvSpPr/>
            <p:nvPr/>
          </p:nvSpPr>
          <p:spPr>
            <a:xfrm>
              <a:off x="1617312" y="2278700"/>
              <a:ext cx="299" cy="14"/>
            </a:xfrm>
            <a:custGeom>
              <a:avLst/>
              <a:gdLst/>
              <a:ahLst/>
              <a:cxnLst/>
              <a:rect l="l" t="t" r="r" b="b"/>
              <a:pathLst>
                <a:path w="22" h="1" extrusionOk="0">
                  <a:moveTo>
                    <a:pt x="22"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74" name="Google Shape;10174;p76"/>
            <p:cNvSpPr/>
            <p:nvPr/>
          </p:nvSpPr>
          <p:spPr>
            <a:xfrm>
              <a:off x="1618032" y="2278660"/>
              <a:ext cx="244" cy="14"/>
            </a:xfrm>
            <a:custGeom>
              <a:avLst/>
              <a:gdLst/>
              <a:ahLst/>
              <a:cxnLst/>
              <a:rect l="l" t="t" r="r" b="b"/>
              <a:pathLst>
                <a:path w="18" h="1" extrusionOk="0">
                  <a:moveTo>
                    <a:pt x="0" y="0"/>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75" name="Google Shape;10175;p76"/>
            <p:cNvSpPr/>
            <p:nvPr/>
          </p:nvSpPr>
          <p:spPr>
            <a:xfrm>
              <a:off x="1645024" y="2299718"/>
              <a:ext cx="14" cy="244"/>
            </a:xfrm>
            <a:custGeom>
              <a:avLst/>
              <a:gdLst/>
              <a:ahLst/>
              <a:cxnLst/>
              <a:rect l="l" t="t" r="r" b="b"/>
              <a:pathLst>
                <a:path w="1" h="18" extrusionOk="0">
                  <a:moveTo>
                    <a:pt x="1" y="0"/>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76" name="Google Shape;10176;p76"/>
            <p:cNvSpPr/>
            <p:nvPr/>
          </p:nvSpPr>
          <p:spPr>
            <a:xfrm>
              <a:off x="1645078" y="2299189"/>
              <a:ext cx="14" cy="258"/>
            </a:xfrm>
            <a:custGeom>
              <a:avLst/>
              <a:gdLst/>
              <a:ahLst/>
              <a:cxnLst/>
              <a:rect l="l" t="t" r="r" b="b"/>
              <a:pathLst>
                <a:path w="1" h="19" extrusionOk="0">
                  <a:moveTo>
                    <a:pt x="0" y="1"/>
                  </a:moveTo>
                  <a:lnTo>
                    <a:pt x="0" y="18"/>
                  </a:lnTo>
                  <a:cubicBezTo>
                    <a:pt x="0" y="11"/>
                    <a:pt x="0"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77" name="Google Shape;10177;p76"/>
            <p:cNvSpPr/>
            <p:nvPr/>
          </p:nvSpPr>
          <p:spPr>
            <a:xfrm>
              <a:off x="1644983" y="2301429"/>
              <a:ext cx="14" cy="299"/>
            </a:xfrm>
            <a:custGeom>
              <a:avLst/>
              <a:gdLst/>
              <a:ahLst/>
              <a:cxnLst/>
              <a:rect l="l" t="t" r="r" b="b"/>
              <a:pathLst>
                <a:path w="1" h="22" extrusionOk="0">
                  <a:moveTo>
                    <a:pt x="0" y="2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78" name="Google Shape;10178;p76"/>
            <p:cNvSpPr/>
            <p:nvPr/>
          </p:nvSpPr>
          <p:spPr>
            <a:xfrm>
              <a:off x="1645119" y="2298673"/>
              <a:ext cx="14" cy="244"/>
            </a:xfrm>
            <a:custGeom>
              <a:avLst/>
              <a:gdLst/>
              <a:ahLst/>
              <a:cxnLst/>
              <a:rect l="l" t="t" r="r" b="b"/>
              <a:pathLst>
                <a:path w="1" h="18" extrusionOk="0">
                  <a:moveTo>
                    <a:pt x="1" y="0"/>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79" name="Google Shape;10179;p76"/>
            <p:cNvSpPr/>
            <p:nvPr/>
          </p:nvSpPr>
          <p:spPr>
            <a:xfrm>
              <a:off x="1618697" y="2278565"/>
              <a:ext cx="204" cy="54"/>
            </a:xfrm>
            <a:custGeom>
              <a:avLst/>
              <a:gdLst/>
              <a:ahLst/>
              <a:cxnLst/>
              <a:rect l="l" t="t" r="r" b="b"/>
              <a:pathLst>
                <a:path w="15" h="4" extrusionOk="0">
                  <a:moveTo>
                    <a:pt x="0" y="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80" name="Google Shape;10180;p76"/>
            <p:cNvSpPr/>
            <p:nvPr/>
          </p:nvSpPr>
          <p:spPr>
            <a:xfrm>
              <a:off x="1533091" y="2481100"/>
              <a:ext cx="1575" cy="3014"/>
            </a:xfrm>
            <a:custGeom>
              <a:avLst/>
              <a:gdLst/>
              <a:ahLst/>
              <a:cxnLst/>
              <a:rect l="l" t="t" r="r" b="b"/>
              <a:pathLst>
                <a:path w="116" h="222" extrusionOk="0">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81" name="Google Shape;10181;p76"/>
            <p:cNvSpPr/>
            <p:nvPr/>
          </p:nvSpPr>
          <p:spPr>
            <a:xfrm>
              <a:off x="1496866" y="2211818"/>
              <a:ext cx="147845" cy="264069"/>
            </a:xfrm>
            <a:custGeom>
              <a:avLst/>
              <a:gdLst/>
              <a:ahLst/>
              <a:cxnLst/>
              <a:rect l="l" t="t" r="r" b="b"/>
              <a:pathLst>
                <a:path w="10889" h="19449" extrusionOk="0">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82" name="Google Shape;10182;p76"/>
            <p:cNvSpPr/>
            <p:nvPr/>
          </p:nvSpPr>
          <p:spPr>
            <a:xfrm>
              <a:off x="1532711" y="2487712"/>
              <a:ext cx="24589" cy="16850"/>
            </a:xfrm>
            <a:custGeom>
              <a:avLst/>
              <a:gdLst/>
              <a:ahLst/>
              <a:cxnLst/>
              <a:rect l="l" t="t" r="r" b="b"/>
              <a:pathLst>
                <a:path w="1811" h="1241" extrusionOk="0">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83" name="Google Shape;10183;p76"/>
            <p:cNvSpPr/>
            <p:nvPr/>
          </p:nvSpPr>
          <p:spPr>
            <a:xfrm>
              <a:off x="1640177" y="2240588"/>
              <a:ext cx="3245" cy="244"/>
            </a:xfrm>
            <a:custGeom>
              <a:avLst/>
              <a:gdLst/>
              <a:ahLst/>
              <a:cxnLst/>
              <a:rect l="l" t="t" r="r" b="b"/>
              <a:pathLst>
                <a:path w="239" h="18" extrusionOk="0">
                  <a:moveTo>
                    <a:pt x="1" y="0"/>
                  </a:moveTo>
                  <a:lnTo>
                    <a:pt x="1" y="0"/>
                  </a:lnTo>
                  <a:cubicBezTo>
                    <a:pt x="165" y="0"/>
                    <a:pt x="221" y="11"/>
                    <a:pt x="239" y="18"/>
                  </a:cubicBezTo>
                  <a:cubicBezTo>
                    <a:pt x="221" y="11"/>
                    <a:pt x="169"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84" name="Google Shape;10184;p76"/>
            <p:cNvSpPr/>
            <p:nvPr/>
          </p:nvSpPr>
          <p:spPr>
            <a:xfrm>
              <a:off x="1639946" y="224058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85" name="Google Shape;10185;p76"/>
            <p:cNvSpPr/>
            <p:nvPr/>
          </p:nvSpPr>
          <p:spPr>
            <a:xfrm>
              <a:off x="1620924" y="2257221"/>
              <a:ext cx="12709" cy="14555"/>
            </a:xfrm>
            <a:custGeom>
              <a:avLst/>
              <a:gdLst/>
              <a:ahLst/>
              <a:cxnLst/>
              <a:rect l="l" t="t" r="r" b="b"/>
              <a:pathLst>
                <a:path w="936" h="1072" extrusionOk="0">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86" name="Google Shape;10186;p76"/>
            <p:cNvSpPr/>
            <p:nvPr/>
          </p:nvSpPr>
          <p:spPr>
            <a:xfrm>
              <a:off x="1615031" y="2277560"/>
              <a:ext cx="733" cy="828"/>
            </a:xfrm>
            <a:custGeom>
              <a:avLst/>
              <a:gdLst/>
              <a:ahLst/>
              <a:cxnLst/>
              <a:rect l="l" t="t" r="r" b="b"/>
              <a:pathLst>
                <a:path w="54" h="61" extrusionOk="0">
                  <a:moveTo>
                    <a:pt x="53" y="1"/>
                  </a:moveTo>
                  <a:lnTo>
                    <a:pt x="1" y="60"/>
                  </a:lnTo>
                  <a:lnTo>
                    <a:pt x="8" y="60"/>
                  </a:lnTo>
                  <a:cubicBezTo>
                    <a:pt x="22" y="43"/>
                    <a:pt x="36" y="22"/>
                    <a:pt x="5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87" name="Google Shape;10187;p76"/>
            <p:cNvSpPr/>
            <p:nvPr/>
          </p:nvSpPr>
          <p:spPr>
            <a:xfrm>
              <a:off x="1644453" y="2246291"/>
              <a:ext cx="109" cy="1100"/>
            </a:xfrm>
            <a:custGeom>
              <a:avLst/>
              <a:gdLst/>
              <a:ahLst/>
              <a:cxnLst/>
              <a:rect l="l" t="t" r="r" b="b"/>
              <a:pathLst>
                <a:path w="8" h="81" extrusionOk="0">
                  <a:moveTo>
                    <a:pt x="8" y="81"/>
                  </a:moveTo>
                  <a:cubicBezTo>
                    <a:pt x="8" y="56"/>
                    <a:pt x="4" y="28"/>
                    <a:pt x="1" y="0"/>
                  </a:cubicBezTo>
                  <a:cubicBezTo>
                    <a:pt x="4" y="28"/>
                    <a:pt x="8" y="56"/>
                    <a:pt x="8" y="8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88" name="Google Shape;10188;p76"/>
            <p:cNvSpPr/>
            <p:nvPr/>
          </p:nvSpPr>
          <p:spPr>
            <a:xfrm>
              <a:off x="1644358" y="2245001"/>
              <a:ext cx="109" cy="1208"/>
            </a:xfrm>
            <a:custGeom>
              <a:avLst/>
              <a:gdLst/>
              <a:ahLst/>
              <a:cxnLst/>
              <a:rect l="l" t="t" r="r" b="b"/>
              <a:pathLst>
                <a:path w="8" h="89" extrusionOk="0">
                  <a:moveTo>
                    <a:pt x="8" y="88"/>
                  </a:moveTo>
                  <a:cubicBezTo>
                    <a:pt x="8" y="57"/>
                    <a:pt x="4" y="29"/>
                    <a:pt x="1" y="1"/>
                  </a:cubicBezTo>
                  <a:cubicBezTo>
                    <a:pt x="4" y="29"/>
                    <a:pt x="8" y="57"/>
                    <a:pt x="8" y="8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89" name="Google Shape;10189;p76"/>
            <p:cNvSpPr/>
            <p:nvPr/>
          </p:nvSpPr>
          <p:spPr>
            <a:xfrm>
              <a:off x="1644168" y="2243671"/>
              <a:ext cx="68" cy="489"/>
            </a:xfrm>
            <a:custGeom>
              <a:avLst/>
              <a:gdLst/>
              <a:ahLst/>
              <a:cxnLst/>
              <a:rect l="l" t="t" r="r" b="b"/>
              <a:pathLst>
                <a:path w="5" h="36" extrusionOk="0">
                  <a:moveTo>
                    <a:pt x="1" y="1"/>
                  </a:moveTo>
                  <a:cubicBezTo>
                    <a:pt x="1" y="11"/>
                    <a:pt x="4" y="22"/>
                    <a:pt x="4" y="36"/>
                  </a:cubicBezTo>
                  <a:cubicBezTo>
                    <a:pt x="4" y="22"/>
                    <a:pt x="4"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90" name="Google Shape;10190;p76"/>
            <p:cNvSpPr/>
            <p:nvPr/>
          </p:nvSpPr>
          <p:spPr>
            <a:xfrm>
              <a:off x="1644358" y="2244906"/>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91" name="Google Shape;10191;p76"/>
            <p:cNvSpPr/>
            <p:nvPr/>
          </p:nvSpPr>
          <p:spPr>
            <a:xfrm>
              <a:off x="1635710" y="2253745"/>
              <a:ext cx="3720" cy="1914"/>
            </a:xfrm>
            <a:custGeom>
              <a:avLst/>
              <a:gdLst/>
              <a:ahLst/>
              <a:cxnLst/>
              <a:rect l="l" t="t" r="r" b="b"/>
              <a:pathLst>
                <a:path w="274" h="141" extrusionOk="0">
                  <a:moveTo>
                    <a:pt x="0" y="141"/>
                  </a:moveTo>
                  <a:cubicBezTo>
                    <a:pt x="88" y="88"/>
                    <a:pt x="179" y="43"/>
                    <a:pt x="274" y="1"/>
                  </a:cubicBezTo>
                  <a:cubicBezTo>
                    <a:pt x="179" y="43"/>
                    <a:pt x="88" y="88"/>
                    <a:pt x="0" y="14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92" name="Google Shape;10192;p76"/>
            <p:cNvSpPr/>
            <p:nvPr/>
          </p:nvSpPr>
          <p:spPr>
            <a:xfrm>
              <a:off x="1614081" y="2280031"/>
              <a:ext cx="14" cy="68"/>
            </a:xfrm>
            <a:custGeom>
              <a:avLst/>
              <a:gdLst/>
              <a:ahLst/>
              <a:cxnLst/>
              <a:rect l="l" t="t" r="r" b="b"/>
              <a:pathLst>
                <a:path w="1" h="5" extrusionOk="0">
                  <a:moveTo>
                    <a:pt x="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93" name="Google Shape;10193;p76"/>
            <p:cNvSpPr/>
            <p:nvPr/>
          </p:nvSpPr>
          <p:spPr>
            <a:xfrm>
              <a:off x="1611284" y="2310119"/>
              <a:ext cx="14" cy="109"/>
            </a:xfrm>
            <a:custGeom>
              <a:avLst/>
              <a:gdLst/>
              <a:ahLst/>
              <a:cxnLst/>
              <a:rect l="l" t="t" r="r" b="b"/>
              <a:pathLst>
                <a:path w="1" h="8" extrusionOk="0">
                  <a:moveTo>
                    <a:pt x="0"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94" name="Google Shape;10194;p76"/>
            <p:cNvSpPr/>
            <p:nvPr/>
          </p:nvSpPr>
          <p:spPr>
            <a:xfrm>
              <a:off x="1611379" y="230973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95" name="Google Shape;10195;p76"/>
            <p:cNvSpPr/>
            <p:nvPr/>
          </p:nvSpPr>
          <p:spPr>
            <a:xfrm>
              <a:off x="1611379" y="230950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96" name="Google Shape;10196;p76"/>
            <p:cNvSpPr/>
            <p:nvPr/>
          </p:nvSpPr>
          <p:spPr>
            <a:xfrm>
              <a:off x="1613700" y="2281226"/>
              <a:ext cx="14" cy="149"/>
            </a:xfrm>
            <a:custGeom>
              <a:avLst/>
              <a:gdLst/>
              <a:ahLst/>
              <a:cxnLst/>
              <a:rect l="l" t="t" r="r" b="b"/>
              <a:pathLst>
                <a:path w="1" h="11" extrusionOk="0">
                  <a:moveTo>
                    <a:pt x="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97" name="Google Shape;10197;p76"/>
            <p:cNvSpPr/>
            <p:nvPr/>
          </p:nvSpPr>
          <p:spPr>
            <a:xfrm>
              <a:off x="1611134" y="2310553"/>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98" name="Google Shape;10198;p76"/>
            <p:cNvSpPr/>
            <p:nvPr/>
          </p:nvSpPr>
          <p:spPr>
            <a:xfrm>
              <a:off x="1481659" y="2178417"/>
              <a:ext cx="61465" cy="331549"/>
            </a:xfrm>
            <a:custGeom>
              <a:avLst/>
              <a:gdLst/>
              <a:ahLst/>
              <a:cxnLst/>
              <a:rect l="l" t="t" r="r" b="b"/>
              <a:pathLst>
                <a:path w="4527" h="24419" extrusionOk="0">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99" name="Google Shape;10199;p76"/>
            <p:cNvSpPr/>
            <p:nvPr/>
          </p:nvSpPr>
          <p:spPr>
            <a:xfrm>
              <a:off x="1538223" y="2504929"/>
              <a:ext cx="4671" cy="855"/>
            </a:xfrm>
            <a:custGeom>
              <a:avLst/>
              <a:gdLst/>
              <a:ahLst/>
              <a:cxnLst/>
              <a:rect l="l" t="t" r="r" b="b"/>
              <a:pathLst>
                <a:path w="344" h="63" extrusionOk="0">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00" name="Google Shape;10200;p76"/>
            <p:cNvSpPr/>
            <p:nvPr/>
          </p:nvSpPr>
          <p:spPr>
            <a:xfrm>
              <a:off x="1490593" y="2404157"/>
              <a:ext cx="3476" cy="4236"/>
            </a:xfrm>
            <a:custGeom>
              <a:avLst/>
              <a:gdLst/>
              <a:ahLst/>
              <a:cxnLst/>
              <a:rect l="l" t="t" r="r" b="b"/>
              <a:pathLst>
                <a:path w="256" h="312" extrusionOk="0">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01" name="Google Shape;10201;p76"/>
            <p:cNvSpPr/>
            <p:nvPr/>
          </p:nvSpPr>
          <p:spPr>
            <a:xfrm>
              <a:off x="1481225" y="2421916"/>
              <a:ext cx="163" cy="869"/>
            </a:xfrm>
            <a:custGeom>
              <a:avLst/>
              <a:gdLst/>
              <a:ahLst/>
              <a:cxnLst/>
              <a:rect l="l" t="t" r="r" b="b"/>
              <a:pathLst>
                <a:path w="12" h="64" extrusionOk="0">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02" name="Google Shape;10202;p76"/>
            <p:cNvSpPr/>
            <p:nvPr/>
          </p:nvSpPr>
          <p:spPr>
            <a:xfrm>
              <a:off x="1543206" y="2219000"/>
              <a:ext cx="14" cy="204"/>
            </a:xfrm>
            <a:custGeom>
              <a:avLst/>
              <a:gdLst/>
              <a:ahLst/>
              <a:cxnLst/>
              <a:rect l="l" t="t" r="r" b="b"/>
              <a:pathLst>
                <a:path w="1" h="15" extrusionOk="0">
                  <a:moveTo>
                    <a:pt x="1" y="15"/>
                  </a:moveTo>
                  <a:lnTo>
                    <a:pt x="1" y="1"/>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03" name="Google Shape;10203;p76"/>
            <p:cNvSpPr/>
            <p:nvPr/>
          </p:nvSpPr>
          <p:spPr>
            <a:xfrm>
              <a:off x="1542351" y="2224132"/>
              <a:ext cx="68" cy="299"/>
            </a:xfrm>
            <a:custGeom>
              <a:avLst/>
              <a:gdLst/>
              <a:ahLst/>
              <a:cxnLst/>
              <a:rect l="l" t="t" r="r" b="b"/>
              <a:pathLst>
                <a:path w="5" h="22" extrusionOk="0">
                  <a:moveTo>
                    <a:pt x="4" y="1"/>
                  </a:moveTo>
                  <a:lnTo>
                    <a:pt x="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04" name="Google Shape;10204;p76"/>
            <p:cNvSpPr/>
            <p:nvPr/>
          </p:nvSpPr>
          <p:spPr>
            <a:xfrm>
              <a:off x="1542446" y="2223617"/>
              <a:ext cx="109" cy="434"/>
            </a:xfrm>
            <a:custGeom>
              <a:avLst/>
              <a:gdLst/>
              <a:ahLst/>
              <a:cxnLst/>
              <a:rect l="l" t="t" r="r" b="b"/>
              <a:pathLst>
                <a:path w="8" h="32" extrusionOk="0">
                  <a:moveTo>
                    <a:pt x="8" y="0"/>
                  </a:moveTo>
                  <a:cubicBezTo>
                    <a:pt x="4" y="11"/>
                    <a:pt x="1" y="21"/>
                    <a:pt x="1" y="32"/>
                  </a:cubicBezTo>
                  <a:cubicBezTo>
                    <a:pt x="1" y="21"/>
                    <a:pt x="4" y="11"/>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05" name="Google Shape;10205;p76"/>
            <p:cNvSpPr/>
            <p:nvPr/>
          </p:nvSpPr>
          <p:spPr>
            <a:xfrm>
              <a:off x="1542256" y="2224513"/>
              <a:ext cx="68" cy="204"/>
            </a:xfrm>
            <a:custGeom>
              <a:avLst/>
              <a:gdLst/>
              <a:ahLst/>
              <a:cxnLst/>
              <a:rect l="l" t="t" r="r" b="b"/>
              <a:pathLst>
                <a:path w="5" h="15" extrusionOk="0">
                  <a:moveTo>
                    <a:pt x="4"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06" name="Google Shape;10206;p76"/>
            <p:cNvSpPr/>
            <p:nvPr/>
          </p:nvSpPr>
          <p:spPr>
            <a:xfrm>
              <a:off x="1542066" y="2225137"/>
              <a:ext cx="68" cy="204"/>
            </a:xfrm>
            <a:custGeom>
              <a:avLst/>
              <a:gdLst/>
              <a:ahLst/>
              <a:cxnLst/>
              <a:rect l="l" t="t" r="r" b="b"/>
              <a:pathLst>
                <a:path w="5" h="15" extrusionOk="0">
                  <a:moveTo>
                    <a:pt x="4"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07" name="Google Shape;10207;p76"/>
            <p:cNvSpPr/>
            <p:nvPr/>
          </p:nvSpPr>
          <p:spPr>
            <a:xfrm>
              <a:off x="1532466" y="2238158"/>
              <a:ext cx="1874" cy="6381"/>
            </a:xfrm>
            <a:custGeom>
              <a:avLst/>
              <a:gdLst/>
              <a:ahLst/>
              <a:cxnLst/>
              <a:rect l="l" t="t" r="r" b="b"/>
              <a:pathLst>
                <a:path w="138" h="470" extrusionOk="0">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08" name="Google Shape;10208;p76"/>
            <p:cNvSpPr/>
            <p:nvPr/>
          </p:nvSpPr>
          <p:spPr>
            <a:xfrm>
              <a:off x="1542161" y="2224893"/>
              <a:ext cx="68" cy="163"/>
            </a:xfrm>
            <a:custGeom>
              <a:avLst/>
              <a:gdLst/>
              <a:ahLst/>
              <a:cxnLst/>
              <a:rect l="l" t="t" r="r" b="b"/>
              <a:pathLst>
                <a:path w="5" h="12" extrusionOk="0">
                  <a:moveTo>
                    <a:pt x="4"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09" name="Google Shape;10209;p76"/>
            <p:cNvSpPr/>
            <p:nvPr/>
          </p:nvSpPr>
          <p:spPr>
            <a:xfrm>
              <a:off x="1543016" y="2220141"/>
              <a:ext cx="68" cy="584"/>
            </a:xfrm>
            <a:custGeom>
              <a:avLst/>
              <a:gdLst/>
              <a:ahLst/>
              <a:cxnLst/>
              <a:rect l="l" t="t" r="r" b="b"/>
              <a:pathLst>
                <a:path w="5" h="43" extrusionOk="0">
                  <a:moveTo>
                    <a:pt x="4" y="1"/>
                  </a:moveTo>
                  <a:cubicBezTo>
                    <a:pt x="4" y="15"/>
                    <a:pt x="1" y="29"/>
                    <a:pt x="1" y="43"/>
                  </a:cubicBezTo>
                  <a:cubicBezTo>
                    <a:pt x="1" y="29"/>
                    <a:pt x="4" y="15"/>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10" name="Google Shape;10210;p76"/>
            <p:cNvSpPr/>
            <p:nvPr/>
          </p:nvSpPr>
          <p:spPr>
            <a:xfrm>
              <a:off x="1531611" y="2504576"/>
              <a:ext cx="204" cy="299"/>
            </a:xfrm>
            <a:custGeom>
              <a:avLst/>
              <a:gdLst/>
              <a:ahLst/>
              <a:cxnLst/>
              <a:rect l="l" t="t" r="r" b="b"/>
              <a:pathLst>
                <a:path w="15" h="22" extrusionOk="0">
                  <a:moveTo>
                    <a:pt x="15" y="22"/>
                  </a:moveTo>
                  <a:cubicBezTo>
                    <a:pt x="8" y="15"/>
                    <a:pt x="4" y="8"/>
                    <a:pt x="1" y="1"/>
                  </a:cubicBezTo>
                  <a:cubicBezTo>
                    <a:pt x="4" y="8"/>
                    <a:pt x="8" y="15"/>
                    <a:pt x="15"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11" name="Google Shape;10211;p76"/>
            <p:cNvSpPr/>
            <p:nvPr/>
          </p:nvSpPr>
          <p:spPr>
            <a:xfrm>
              <a:off x="1508556" y="2474447"/>
              <a:ext cx="1059" cy="149"/>
            </a:xfrm>
            <a:custGeom>
              <a:avLst/>
              <a:gdLst/>
              <a:ahLst/>
              <a:cxnLst/>
              <a:rect l="l" t="t" r="r" b="b"/>
              <a:pathLst>
                <a:path w="78" h="11" extrusionOk="0">
                  <a:moveTo>
                    <a:pt x="78" y="7"/>
                  </a:moveTo>
                  <a:lnTo>
                    <a:pt x="78" y="7"/>
                  </a:lnTo>
                  <a:cubicBezTo>
                    <a:pt x="53" y="11"/>
                    <a:pt x="25" y="7"/>
                    <a:pt x="1" y="0"/>
                  </a:cubicBezTo>
                  <a:cubicBezTo>
                    <a:pt x="25" y="7"/>
                    <a:pt x="53" y="11"/>
                    <a:pt x="78"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12" name="Google Shape;10212;p76"/>
            <p:cNvSpPr/>
            <p:nvPr/>
          </p:nvSpPr>
          <p:spPr>
            <a:xfrm>
              <a:off x="1542921" y="2220955"/>
              <a:ext cx="68" cy="339"/>
            </a:xfrm>
            <a:custGeom>
              <a:avLst/>
              <a:gdLst/>
              <a:ahLst/>
              <a:cxnLst/>
              <a:rect l="l" t="t" r="r" b="b"/>
              <a:pathLst>
                <a:path w="5" h="25" extrusionOk="0">
                  <a:moveTo>
                    <a:pt x="4" y="0"/>
                  </a:moveTo>
                  <a:lnTo>
                    <a:pt x="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13" name="Google Shape;10213;p76"/>
            <p:cNvSpPr/>
            <p:nvPr/>
          </p:nvSpPr>
          <p:spPr>
            <a:xfrm>
              <a:off x="1532996" y="250510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14" name="Google Shape;10214;p76"/>
            <p:cNvSpPr/>
            <p:nvPr/>
          </p:nvSpPr>
          <p:spPr>
            <a:xfrm>
              <a:off x="1542826" y="2221566"/>
              <a:ext cx="68" cy="299"/>
            </a:xfrm>
            <a:custGeom>
              <a:avLst/>
              <a:gdLst/>
              <a:ahLst/>
              <a:cxnLst/>
              <a:rect l="l" t="t" r="r" b="b"/>
              <a:pathLst>
                <a:path w="5" h="22" extrusionOk="0">
                  <a:moveTo>
                    <a:pt x="4" y="1"/>
                  </a:moveTo>
                  <a:lnTo>
                    <a:pt x="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15" name="Google Shape;10215;p76"/>
            <p:cNvSpPr/>
            <p:nvPr/>
          </p:nvSpPr>
          <p:spPr>
            <a:xfrm>
              <a:off x="1540830" y="2504861"/>
              <a:ext cx="638" cy="68"/>
            </a:xfrm>
            <a:custGeom>
              <a:avLst/>
              <a:gdLst/>
              <a:ahLst/>
              <a:cxnLst/>
              <a:rect l="l" t="t" r="r" b="b"/>
              <a:pathLst>
                <a:path w="47" h="5" extrusionOk="0">
                  <a:moveTo>
                    <a:pt x="1" y="1"/>
                  </a:moveTo>
                  <a:lnTo>
                    <a:pt x="46"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16" name="Google Shape;10216;p76"/>
            <p:cNvSpPr/>
            <p:nvPr/>
          </p:nvSpPr>
          <p:spPr>
            <a:xfrm>
              <a:off x="1543111" y="2219530"/>
              <a:ext cx="68" cy="299"/>
            </a:xfrm>
            <a:custGeom>
              <a:avLst/>
              <a:gdLst/>
              <a:ahLst/>
              <a:cxnLst/>
              <a:rect l="l" t="t" r="r" b="b"/>
              <a:pathLst>
                <a:path w="5" h="22" extrusionOk="0">
                  <a:moveTo>
                    <a:pt x="4" y="0"/>
                  </a:moveTo>
                  <a:lnTo>
                    <a:pt x="1"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17" name="Google Shape;10217;p76"/>
            <p:cNvSpPr/>
            <p:nvPr/>
          </p:nvSpPr>
          <p:spPr>
            <a:xfrm>
              <a:off x="1508516" y="2416173"/>
              <a:ext cx="149" cy="1059"/>
            </a:xfrm>
            <a:custGeom>
              <a:avLst/>
              <a:gdLst/>
              <a:ahLst/>
              <a:cxnLst/>
              <a:rect l="l" t="t" r="r" b="b"/>
              <a:pathLst>
                <a:path w="11" h="78" extrusionOk="0">
                  <a:moveTo>
                    <a:pt x="0" y="77"/>
                  </a:moveTo>
                  <a:cubicBezTo>
                    <a:pt x="0" y="49"/>
                    <a:pt x="4" y="25"/>
                    <a:pt x="11" y="0"/>
                  </a:cubicBezTo>
                  <a:cubicBezTo>
                    <a:pt x="4" y="25"/>
                    <a:pt x="0" y="49"/>
                    <a:pt x="0" y="7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18" name="Google Shape;10218;p76"/>
            <p:cNvSpPr/>
            <p:nvPr/>
          </p:nvSpPr>
          <p:spPr>
            <a:xfrm>
              <a:off x="1512738" y="2402867"/>
              <a:ext cx="68" cy="244"/>
            </a:xfrm>
            <a:custGeom>
              <a:avLst/>
              <a:gdLst/>
              <a:ahLst/>
              <a:cxnLst/>
              <a:rect l="l" t="t" r="r" b="b"/>
              <a:pathLst>
                <a:path w="5" h="18" extrusionOk="0">
                  <a:moveTo>
                    <a:pt x="1" y="18"/>
                  </a:moveTo>
                  <a:lnTo>
                    <a:pt x="1" y="18"/>
                  </a:lnTo>
                  <a:cubicBezTo>
                    <a:pt x="4" y="11"/>
                    <a:pt x="4" y="7"/>
                    <a:pt x="4" y="0"/>
                  </a:cubicBezTo>
                  <a:cubicBezTo>
                    <a:pt x="4" y="7"/>
                    <a:pt x="4" y="11"/>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19" name="Google Shape;10219;p76"/>
            <p:cNvSpPr/>
            <p:nvPr/>
          </p:nvSpPr>
          <p:spPr>
            <a:xfrm>
              <a:off x="1507660" y="2400396"/>
              <a:ext cx="3910" cy="1724"/>
            </a:xfrm>
            <a:custGeom>
              <a:avLst/>
              <a:gdLst/>
              <a:ahLst/>
              <a:cxnLst/>
              <a:rect l="l" t="t" r="r" b="b"/>
              <a:pathLst>
                <a:path w="288" h="127" extrusionOk="0">
                  <a:moveTo>
                    <a:pt x="287" y="91"/>
                  </a:moveTo>
                  <a:cubicBezTo>
                    <a:pt x="168" y="126"/>
                    <a:pt x="56" y="91"/>
                    <a:pt x="0" y="0"/>
                  </a:cubicBezTo>
                  <a:cubicBezTo>
                    <a:pt x="56" y="91"/>
                    <a:pt x="168" y="126"/>
                    <a:pt x="287" y="9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20" name="Google Shape;10220;p76"/>
            <p:cNvSpPr/>
            <p:nvPr/>
          </p:nvSpPr>
          <p:spPr>
            <a:xfrm>
              <a:off x="1542541" y="2223141"/>
              <a:ext cx="109" cy="339"/>
            </a:xfrm>
            <a:custGeom>
              <a:avLst/>
              <a:gdLst/>
              <a:ahLst/>
              <a:cxnLst/>
              <a:rect l="l" t="t" r="r" b="b"/>
              <a:pathLst>
                <a:path w="8" h="25" extrusionOk="0">
                  <a:moveTo>
                    <a:pt x="8" y="0"/>
                  </a:moveTo>
                  <a:lnTo>
                    <a:pt x="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21" name="Google Shape;10221;p76"/>
            <p:cNvSpPr/>
            <p:nvPr/>
          </p:nvSpPr>
          <p:spPr>
            <a:xfrm>
              <a:off x="1542785" y="2222137"/>
              <a:ext cx="54" cy="299"/>
            </a:xfrm>
            <a:custGeom>
              <a:avLst/>
              <a:gdLst/>
              <a:ahLst/>
              <a:cxnLst/>
              <a:rect l="l" t="t" r="r" b="b"/>
              <a:pathLst>
                <a:path w="4" h="22" extrusionOk="0">
                  <a:moveTo>
                    <a:pt x="4" y="1"/>
                  </a:moveTo>
                  <a:lnTo>
                    <a:pt x="0"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22" name="Google Shape;10222;p76"/>
            <p:cNvSpPr/>
            <p:nvPr/>
          </p:nvSpPr>
          <p:spPr>
            <a:xfrm>
              <a:off x="1541590" y="2504915"/>
              <a:ext cx="448" cy="54"/>
            </a:xfrm>
            <a:custGeom>
              <a:avLst/>
              <a:gdLst/>
              <a:ahLst/>
              <a:cxnLst/>
              <a:rect l="l" t="t" r="r" b="b"/>
              <a:pathLst>
                <a:path w="33" h="4" extrusionOk="0">
                  <a:moveTo>
                    <a:pt x="1" y="0"/>
                  </a:moveTo>
                  <a:lnTo>
                    <a:pt x="3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23" name="Google Shape;10223;p76"/>
            <p:cNvSpPr/>
            <p:nvPr/>
          </p:nvSpPr>
          <p:spPr>
            <a:xfrm>
              <a:off x="1542636" y="2222666"/>
              <a:ext cx="109" cy="299"/>
            </a:xfrm>
            <a:custGeom>
              <a:avLst/>
              <a:gdLst/>
              <a:ahLst/>
              <a:cxnLst/>
              <a:rect l="l" t="t" r="r" b="b"/>
              <a:pathLst>
                <a:path w="8" h="22" extrusionOk="0">
                  <a:moveTo>
                    <a:pt x="8" y="0"/>
                  </a:moveTo>
                  <a:lnTo>
                    <a:pt x="1"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24" name="Google Shape;10224;p76"/>
            <p:cNvSpPr/>
            <p:nvPr/>
          </p:nvSpPr>
          <p:spPr>
            <a:xfrm>
              <a:off x="1514978" y="2347728"/>
              <a:ext cx="204" cy="1195"/>
            </a:xfrm>
            <a:custGeom>
              <a:avLst/>
              <a:gdLst/>
              <a:ahLst/>
              <a:cxnLst/>
              <a:rect l="l" t="t" r="r" b="b"/>
              <a:pathLst>
                <a:path w="15" h="88" extrusionOk="0">
                  <a:moveTo>
                    <a:pt x="7" y="88"/>
                  </a:moveTo>
                  <a:cubicBezTo>
                    <a:pt x="14" y="60"/>
                    <a:pt x="14" y="28"/>
                    <a:pt x="0" y="0"/>
                  </a:cubicBezTo>
                  <a:cubicBezTo>
                    <a:pt x="14" y="28"/>
                    <a:pt x="14" y="60"/>
                    <a:pt x="7" y="8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25" name="Google Shape;10225;p76"/>
            <p:cNvSpPr/>
            <p:nvPr/>
          </p:nvSpPr>
          <p:spPr>
            <a:xfrm>
              <a:off x="1530620" y="2480530"/>
              <a:ext cx="1005" cy="24059"/>
            </a:xfrm>
            <a:custGeom>
              <a:avLst/>
              <a:gdLst/>
              <a:ahLst/>
              <a:cxnLst/>
              <a:rect l="l" t="t" r="r" b="b"/>
              <a:pathLst>
                <a:path w="74" h="1772" extrusionOk="0">
                  <a:moveTo>
                    <a:pt x="74" y="1772"/>
                  </a:moveTo>
                  <a:cubicBezTo>
                    <a:pt x="25" y="1681"/>
                    <a:pt x="0" y="1338"/>
                    <a:pt x="63" y="0"/>
                  </a:cubicBezTo>
                  <a:lnTo>
                    <a:pt x="63" y="0"/>
                  </a:lnTo>
                  <a:cubicBezTo>
                    <a:pt x="0" y="1338"/>
                    <a:pt x="25" y="1681"/>
                    <a:pt x="74" y="177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26" name="Google Shape;10226;p76"/>
            <p:cNvSpPr/>
            <p:nvPr/>
          </p:nvSpPr>
          <p:spPr>
            <a:xfrm>
              <a:off x="1523858" y="2474868"/>
              <a:ext cx="109" cy="68"/>
            </a:xfrm>
            <a:custGeom>
              <a:avLst/>
              <a:gdLst/>
              <a:ahLst/>
              <a:cxnLst/>
              <a:rect l="l" t="t" r="r" b="b"/>
              <a:pathLst>
                <a:path w="8" h="5" extrusionOk="0">
                  <a:moveTo>
                    <a:pt x="1" y="1"/>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27" name="Google Shape;10227;p76"/>
            <p:cNvSpPr/>
            <p:nvPr/>
          </p:nvSpPr>
          <p:spPr>
            <a:xfrm>
              <a:off x="1525243" y="2475724"/>
              <a:ext cx="68" cy="68"/>
            </a:xfrm>
            <a:custGeom>
              <a:avLst/>
              <a:gdLst/>
              <a:ahLst/>
              <a:cxnLst/>
              <a:rect l="l" t="t" r="r" b="b"/>
              <a:pathLst>
                <a:path w="5" h="5" extrusionOk="0">
                  <a:moveTo>
                    <a:pt x="4"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28" name="Google Shape;10228;p76"/>
            <p:cNvSpPr/>
            <p:nvPr/>
          </p:nvSpPr>
          <p:spPr>
            <a:xfrm>
              <a:off x="1524483" y="2475248"/>
              <a:ext cx="163" cy="109"/>
            </a:xfrm>
            <a:custGeom>
              <a:avLst/>
              <a:gdLst/>
              <a:ahLst/>
              <a:cxnLst/>
              <a:rect l="l" t="t" r="r" b="b"/>
              <a:pathLst>
                <a:path w="12" h="8" extrusionOk="0">
                  <a:moveTo>
                    <a:pt x="1"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29" name="Google Shape;10229;p76"/>
            <p:cNvSpPr/>
            <p:nvPr/>
          </p:nvSpPr>
          <p:spPr>
            <a:xfrm>
              <a:off x="1523057" y="2474488"/>
              <a:ext cx="149" cy="109"/>
            </a:xfrm>
            <a:custGeom>
              <a:avLst/>
              <a:gdLst/>
              <a:ahLst/>
              <a:cxnLst/>
              <a:rect l="l" t="t" r="r" b="b"/>
              <a:pathLst>
                <a:path w="11" h="8" extrusionOk="0">
                  <a:moveTo>
                    <a:pt x="0"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30" name="Google Shape;10230;p76"/>
            <p:cNvSpPr/>
            <p:nvPr/>
          </p:nvSpPr>
          <p:spPr>
            <a:xfrm>
              <a:off x="1495386" y="2453008"/>
              <a:ext cx="1208" cy="2539"/>
            </a:xfrm>
            <a:custGeom>
              <a:avLst/>
              <a:gdLst/>
              <a:ahLst/>
              <a:cxnLst/>
              <a:rect l="l" t="t" r="r" b="b"/>
              <a:pathLst>
                <a:path w="89" h="187" extrusionOk="0">
                  <a:moveTo>
                    <a:pt x="1" y="0"/>
                  </a:moveTo>
                  <a:cubicBezTo>
                    <a:pt x="11" y="70"/>
                    <a:pt x="40" y="134"/>
                    <a:pt x="89" y="186"/>
                  </a:cubicBezTo>
                  <a:cubicBezTo>
                    <a:pt x="40" y="134"/>
                    <a:pt x="11" y="7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31" name="Google Shape;10231;p76"/>
            <p:cNvSpPr/>
            <p:nvPr/>
          </p:nvSpPr>
          <p:spPr>
            <a:xfrm>
              <a:off x="1542215" y="2504956"/>
              <a:ext cx="339" cy="68"/>
            </a:xfrm>
            <a:custGeom>
              <a:avLst/>
              <a:gdLst/>
              <a:ahLst/>
              <a:cxnLst/>
              <a:rect l="l" t="t" r="r" b="b"/>
              <a:pathLst>
                <a:path w="25" h="5" extrusionOk="0">
                  <a:moveTo>
                    <a:pt x="0" y="1"/>
                  </a:moveTo>
                  <a:lnTo>
                    <a:pt x="2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32" name="Google Shape;10232;p76"/>
            <p:cNvSpPr/>
            <p:nvPr/>
          </p:nvSpPr>
          <p:spPr>
            <a:xfrm>
              <a:off x="1531801" y="2504861"/>
              <a:ext cx="543" cy="258"/>
            </a:xfrm>
            <a:custGeom>
              <a:avLst/>
              <a:gdLst/>
              <a:ahLst/>
              <a:cxnLst/>
              <a:rect l="l" t="t" r="r" b="b"/>
              <a:pathLst>
                <a:path w="40" h="19" extrusionOk="0">
                  <a:moveTo>
                    <a:pt x="1" y="1"/>
                  </a:moveTo>
                  <a:cubicBezTo>
                    <a:pt x="11" y="11"/>
                    <a:pt x="25" y="15"/>
                    <a:pt x="39" y="18"/>
                  </a:cubicBezTo>
                  <a:cubicBezTo>
                    <a:pt x="25" y="15"/>
                    <a:pt x="1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33" name="Google Shape;10233;p76"/>
            <p:cNvSpPr/>
            <p:nvPr/>
          </p:nvSpPr>
          <p:spPr>
            <a:xfrm>
              <a:off x="1532466" y="250510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34" name="Google Shape;10234;p76"/>
            <p:cNvSpPr/>
            <p:nvPr/>
          </p:nvSpPr>
          <p:spPr>
            <a:xfrm>
              <a:off x="1532656" y="250510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35" name="Google Shape;10235;p76"/>
            <p:cNvSpPr/>
            <p:nvPr/>
          </p:nvSpPr>
          <p:spPr>
            <a:xfrm>
              <a:off x="1542785" y="2505105"/>
              <a:ext cx="109" cy="14"/>
            </a:xfrm>
            <a:custGeom>
              <a:avLst/>
              <a:gdLst/>
              <a:ahLst/>
              <a:cxnLst/>
              <a:rect l="l" t="t" r="r" b="b"/>
              <a:pathLst>
                <a:path w="8" h="1" extrusionOk="0">
                  <a:moveTo>
                    <a:pt x="7"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36" name="Google Shape;10236;p76"/>
            <p:cNvSpPr/>
            <p:nvPr/>
          </p:nvSpPr>
          <p:spPr>
            <a:xfrm>
              <a:off x="1522297" y="2306412"/>
              <a:ext cx="625" cy="3014"/>
            </a:xfrm>
            <a:custGeom>
              <a:avLst/>
              <a:gdLst/>
              <a:ahLst/>
              <a:cxnLst/>
              <a:rect l="l" t="t" r="r" b="b"/>
              <a:pathLst>
                <a:path w="46" h="222" extrusionOk="0">
                  <a:moveTo>
                    <a:pt x="46" y="1"/>
                  </a:moveTo>
                  <a:cubicBezTo>
                    <a:pt x="25" y="71"/>
                    <a:pt x="7" y="144"/>
                    <a:pt x="0" y="221"/>
                  </a:cubicBezTo>
                  <a:cubicBezTo>
                    <a:pt x="7" y="144"/>
                    <a:pt x="25" y="71"/>
                    <a:pt x="4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37" name="Google Shape;10237;p76"/>
            <p:cNvSpPr/>
            <p:nvPr/>
          </p:nvSpPr>
          <p:spPr>
            <a:xfrm>
              <a:off x="1541930" y="2225368"/>
              <a:ext cx="109" cy="204"/>
            </a:xfrm>
            <a:custGeom>
              <a:avLst/>
              <a:gdLst/>
              <a:ahLst/>
              <a:cxnLst/>
              <a:rect l="l" t="t" r="r" b="b"/>
              <a:pathLst>
                <a:path w="8" h="15" extrusionOk="0">
                  <a:moveTo>
                    <a:pt x="7" y="1"/>
                  </a:moveTo>
                  <a:cubicBezTo>
                    <a:pt x="4" y="4"/>
                    <a:pt x="4" y="11"/>
                    <a:pt x="0" y="15"/>
                  </a:cubicBezTo>
                  <a:cubicBezTo>
                    <a:pt x="4" y="11"/>
                    <a:pt x="4" y="4"/>
                    <a:pt x="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38" name="Google Shape;10238;p76"/>
            <p:cNvSpPr/>
            <p:nvPr/>
          </p:nvSpPr>
          <p:spPr>
            <a:xfrm>
              <a:off x="1538223" y="2504834"/>
              <a:ext cx="2620" cy="41"/>
            </a:xfrm>
            <a:custGeom>
              <a:avLst/>
              <a:gdLst/>
              <a:ahLst/>
              <a:cxnLst/>
              <a:rect l="l" t="t" r="r" b="b"/>
              <a:pathLst>
                <a:path w="193" h="3" extrusionOk="0">
                  <a:moveTo>
                    <a:pt x="97" y="0"/>
                  </a:moveTo>
                  <a:cubicBezTo>
                    <a:pt x="64" y="0"/>
                    <a:pt x="32" y="1"/>
                    <a:pt x="0" y="3"/>
                  </a:cubicBezTo>
                  <a:lnTo>
                    <a:pt x="193" y="3"/>
                  </a:lnTo>
                  <a:cubicBezTo>
                    <a:pt x="161" y="1"/>
                    <a:pt x="129" y="0"/>
                    <a:pt x="9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39" name="Google Shape;10239;p76"/>
            <p:cNvSpPr/>
            <p:nvPr/>
          </p:nvSpPr>
          <p:spPr>
            <a:xfrm>
              <a:off x="1518495" y="2283982"/>
              <a:ext cx="815" cy="434"/>
            </a:xfrm>
            <a:custGeom>
              <a:avLst/>
              <a:gdLst/>
              <a:ahLst/>
              <a:cxnLst/>
              <a:rect l="l" t="t" r="r" b="b"/>
              <a:pathLst>
                <a:path w="60" h="32" extrusionOk="0">
                  <a:moveTo>
                    <a:pt x="60" y="0"/>
                  </a:moveTo>
                  <a:cubicBezTo>
                    <a:pt x="39" y="4"/>
                    <a:pt x="14" y="14"/>
                    <a:pt x="0" y="32"/>
                  </a:cubicBezTo>
                  <a:cubicBezTo>
                    <a:pt x="14" y="14"/>
                    <a:pt x="39" y="4"/>
                    <a:pt x="6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40" name="Google Shape;10240;p76"/>
            <p:cNvSpPr/>
            <p:nvPr/>
          </p:nvSpPr>
          <p:spPr>
            <a:xfrm>
              <a:off x="1578290" y="2191723"/>
              <a:ext cx="61669" cy="63298"/>
            </a:xfrm>
            <a:custGeom>
              <a:avLst/>
              <a:gdLst/>
              <a:ahLst/>
              <a:cxnLst/>
              <a:rect l="l" t="t" r="r" b="b"/>
              <a:pathLst>
                <a:path w="4542" h="4662" extrusionOk="0">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41" name="Google Shape;10241;p76"/>
            <p:cNvSpPr/>
            <p:nvPr/>
          </p:nvSpPr>
          <p:spPr>
            <a:xfrm>
              <a:off x="1613184" y="2195620"/>
              <a:ext cx="54" cy="149"/>
            </a:xfrm>
            <a:custGeom>
              <a:avLst/>
              <a:gdLst/>
              <a:ahLst/>
              <a:cxnLst/>
              <a:rect l="l" t="t" r="r" b="b"/>
              <a:pathLst>
                <a:path w="4" h="11" extrusionOk="0">
                  <a:moveTo>
                    <a:pt x="0" y="0"/>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42" name="Google Shape;10242;p76"/>
            <p:cNvSpPr/>
            <p:nvPr/>
          </p:nvSpPr>
          <p:spPr>
            <a:xfrm>
              <a:off x="1612804" y="2194954"/>
              <a:ext cx="204" cy="339"/>
            </a:xfrm>
            <a:custGeom>
              <a:avLst/>
              <a:gdLst/>
              <a:ahLst/>
              <a:cxnLst/>
              <a:rect l="l" t="t" r="r" b="b"/>
              <a:pathLst>
                <a:path w="15" h="25" extrusionOk="0">
                  <a:moveTo>
                    <a:pt x="0" y="0"/>
                  </a:moveTo>
                  <a:cubicBezTo>
                    <a:pt x="7" y="11"/>
                    <a:pt x="11" y="18"/>
                    <a:pt x="14" y="25"/>
                  </a:cubicBezTo>
                  <a:cubicBezTo>
                    <a:pt x="11" y="18"/>
                    <a:pt x="7"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43" name="Google Shape;10243;p76"/>
            <p:cNvSpPr/>
            <p:nvPr/>
          </p:nvSpPr>
          <p:spPr>
            <a:xfrm>
              <a:off x="1613035" y="2195335"/>
              <a:ext cx="109" cy="204"/>
            </a:xfrm>
            <a:custGeom>
              <a:avLst/>
              <a:gdLst/>
              <a:ahLst/>
              <a:cxnLst/>
              <a:rect l="l" t="t" r="r" b="b"/>
              <a:pathLst>
                <a:path w="8" h="15" extrusionOk="0">
                  <a:moveTo>
                    <a:pt x="1" y="0"/>
                  </a:moveTo>
                  <a:lnTo>
                    <a:pt x="8"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44" name="Google Shape;10244;p76"/>
            <p:cNvSpPr/>
            <p:nvPr/>
          </p:nvSpPr>
          <p:spPr>
            <a:xfrm>
              <a:off x="1638086" y="2239733"/>
              <a:ext cx="109" cy="910"/>
            </a:xfrm>
            <a:custGeom>
              <a:avLst/>
              <a:gdLst/>
              <a:ahLst/>
              <a:cxnLst/>
              <a:rect l="l" t="t" r="r" b="b"/>
              <a:pathLst>
                <a:path w="8" h="67" extrusionOk="0">
                  <a:moveTo>
                    <a:pt x="1" y="0"/>
                  </a:moveTo>
                  <a:lnTo>
                    <a:pt x="1" y="67"/>
                  </a:lnTo>
                  <a:lnTo>
                    <a:pt x="8" y="67"/>
                  </a:lnTo>
                  <a:cubicBezTo>
                    <a:pt x="4" y="53"/>
                    <a:pt x="4" y="42"/>
                    <a:pt x="4" y="32"/>
                  </a:cubicBezTo>
                  <a:lnTo>
                    <a:pt x="4" y="18"/>
                  </a:ln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45" name="Google Shape;10245;p76"/>
            <p:cNvSpPr/>
            <p:nvPr/>
          </p:nvSpPr>
          <p:spPr>
            <a:xfrm>
              <a:off x="1612560" y="2194615"/>
              <a:ext cx="204" cy="299"/>
            </a:xfrm>
            <a:custGeom>
              <a:avLst/>
              <a:gdLst/>
              <a:ahLst/>
              <a:cxnLst/>
              <a:rect l="l" t="t" r="r" b="b"/>
              <a:pathLst>
                <a:path w="15" h="22" extrusionOk="0">
                  <a:moveTo>
                    <a:pt x="15" y="22"/>
                  </a:moveTo>
                  <a:lnTo>
                    <a:pt x="1" y="1"/>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46" name="Google Shape;10246;p76"/>
            <p:cNvSpPr/>
            <p:nvPr/>
          </p:nvSpPr>
          <p:spPr>
            <a:xfrm>
              <a:off x="1625201" y="2214031"/>
              <a:ext cx="299" cy="54"/>
            </a:xfrm>
            <a:custGeom>
              <a:avLst/>
              <a:gdLst/>
              <a:ahLst/>
              <a:cxnLst/>
              <a:rect l="l" t="t" r="r" b="b"/>
              <a:pathLst>
                <a:path w="22" h="4" extrusionOk="0">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47" name="Google Shape;10247;p76"/>
            <p:cNvSpPr/>
            <p:nvPr/>
          </p:nvSpPr>
          <p:spPr>
            <a:xfrm>
              <a:off x="1613184" y="2196095"/>
              <a:ext cx="149" cy="244"/>
            </a:xfrm>
            <a:custGeom>
              <a:avLst/>
              <a:gdLst/>
              <a:ahLst/>
              <a:cxnLst/>
              <a:rect l="l" t="t" r="r" b="b"/>
              <a:pathLst>
                <a:path w="11" h="18" extrusionOk="0">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48" name="Google Shape;10248;p76"/>
            <p:cNvSpPr/>
            <p:nvPr/>
          </p:nvSpPr>
          <p:spPr>
            <a:xfrm>
              <a:off x="1639280" y="2227228"/>
              <a:ext cx="434" cy="679"/>
            </a:xfrm>
            <a:custGeom>
              <a:avLst/>
              <a:gdLst/>
              <a:ahLst/>
              <a:cxnLst/>
              <a:rect l="l" t="t" r="r" b="b"/>
              <a:pathLst>
                <a:path w="32" h="50" extrusionOk="0">
                  <a:moveTo>
                    <a:pt x="32" y="49"/>
                  </a:moveTo>
                  <a:cubicBezTo>
                    <a:pt x="28" y="32"/>
                    <a:pt x="18" y="11"/>
                    <a:pt x="0" y="0"/>
                  </a:cubicBezTo>
                  <a:lnTo>
                    <a:pt x="0" y="0"/>
                  </a:lnTo>
                  <a:cubicBezTo>
                    <a:pt x="18" y="11"/>
                    <a:pt x="28" y="32"/>
                    <a:pt x="32" y="4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49" name="Google Shape;10249;p76"/>
            <p:cNvSpPr/>
            <p:nvPr/>
          </p:nvSpPr>
          <p:spPr>
            <a:xfrm>
              <a:off x="1613320" y="2196000"/>
              <a:ext cx="14" cy="109"/>
            </a:xfrm>
            <a:custGeom>
              <a:avLst/>
              <a:gdLst/>
              <a:ahLst/>
              <a:cxnLst/>
              <a:rect l="l" t="t" r="r" b="b"/>
              <a:pathLst>
                <a:path w="1" h="8" extrusionOk="0">
                  <a:moveTo>
                    <a:pt x="1" y="0"/>
                  </a:moveTo>
                  <a:cubicBezTo>
                    <a:pt x="1" y="4"/>
                    <a:pt x="1" y="4"/>
                    <a:pt x="1" y="7"/>
                  </a:cubicBezTo>
                  <a:cubicBezTo>
                    <a:pt x="1" y="4"/>
                    <a:pt x="1"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50" name="Google Shape;10250;p76"/>
            <p:cNvSpPr/>
            <p:nvPr/>
          </p:nvSpPr>
          <p:spPr>
            <a:xfrm>
              <a:off x="1613280" y="2195810"/>
              <a:ext cx="14" cy="149"/>
            </a:xfrm>
            <a:custGeom>
              <a:avLst/>
              <a:gdLst/>
              <a:ahLst/>
              <a:cxnLst/>
              <a:rect l="l" t="t" r="r" b="b"/>
              <a:pathLst>
                <a:path w="1" h="11" extrusionOk="0">
                  <a:moveTo>
                    <a:pt x="0"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51" name="Google Shape;10251;p76"/>
            <p:cNvSpPr/>
            <p:nvPr/>
          </p:nvSpPr>
          <p:spPr>
            <a:xfrm>
              <a:off x="1638181" y="2226943"/>
              <a:ext cx="1113" cy="299"/>
            </a:xfrm>
            <a:custGeom>
              <a:avLst/>
              <a:gdLst/>
              <a:ahLst/>
              <a:cxnLst/>
              <a:rect l="l" t="t" r="r" b="b"/>
              <a:pathLst>
                <a:path w="82" h="22" extrusionOk="0">
                  <a:moveTo>
                    <a:pt x="1" y="0"/>
                  </a:moveTo>
                  <a:cubicBezTo>
                    <a:pt x="29" y="4"/>
                    <a:pt x="57" y="11"/>
                    <a:pt x="81" y="21"/>
                  </a:cubicBezTo>
                  <a:cubicBezTo>
                    <a:pt x="57" y="11"/>
                    <a:pt x="29"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52" name="Google Shape;10252;p76"/>
            <p:cNvSpPr/>
            <p:nvPr/>
          </p:nvSpPr>
          <p:spPr>
            <a:xfrm>
              <a:off x="1634759" y="2250514"/>
              <a:ext cx="584" cy="14"/>
            </a:xfrm>
            <a:custGeom>
              <a:avLst/>
              <a:gdLst/>
              <a:ahLst/>
              <a:cxnLst/>
              <a:rect l="l" t="t" r="r" b="b"/>
              <a:pathLst>
                <a:path w="43" h="1" extrusionOk="0">
                  <a:moveTo>
                    <a:pt x="0" y="1"/>
                  </a:moveTo>
                  <a:cubicBezTo>
                    <a:pt x="14" y="1"/>
                    <a:pt x="28" y="1"/>
                    <a:pt x="42" y="1"/>
                  </a:cubicBezTo>
                  <a:cubicBezTo>
                    <a:pt x="28" y="1"/>
                    <a:pt x="14"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53" name="Google Shape;10253;p76"/>
            <p:cNvSpPr/>
            <p:nvPr/>
          </p:nvSpPr>
          <p:spPr>
            <a:xfrm>
              <a:off x="1581101" y="2216013"/>
              <a:ext cx="489" cy="489"/>
            </a:xfrm>
            <a:custGeom>
              <a:avLst/>
              <a:gdLst/>
              <a:ahLst/>
              <a:cxnLst/>
              <a:rect l="l" t="t" r="r" b="b"/>
              <a:pathLst>
                <a:path w="36" h="36" extrusionOk="0">
                  <a:moveTo>
                    <a:pt x="35" y="35"/>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54" name="Google Shape;10254;p76"/>
            <p:cNvSpPr/>
            <p:nvPr/>
          </p:nvSpPr>
          <p:spPr>
            <a:xfrm>
              <a:off x="1580436" y="2215294"/>
              <a:ext cx="489" cy="489"/>
            </a:xfrm>
            <a:custGeom>
              <a:avLst/>
              <a:gdLst/>
              <a:ahLst/>
              <a:cxnLst/>
              <a:rect l="l" t="t" r="r" b="b"/>
              <a:pathLst>
                <a:path w="36" h="36" extrusionOk="0">
                  <a:moveTo>
                    <a:pt x="35" y="36"/>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55" name="Google Shape;10255;p76"/>
            <p:cNvSpPr/>
            <p:nvPr/>
          </p:nvSpPr>
          <p:spPr>
            <a:xfrm>
              <a:off x="1581807" y="2216719"/>
              <a:ext cx="448" cy="489"/>
            </a:xfrm>
            <a:custGeom>
              <a:avLst/>
              <a:gdLst/>
              <a:ahLst/>
              <a:cxnLst/>
              <a:rect l="l" t="t" r="r" b="b"/>
              <a:pathLst>
                <a:path w="33" h="36" extrusionOk="0">
                  <a:moveTo>
                    <a:pt x="32" y="36"/>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56" name="Google Shape;10256;p76"/>
            <p:cNvSpPr/>
            <p:nvPr/>
          </p:nvSpPr>
          <p:spPr>
            <a:xfrm>
              <a:off x="1582472" y="2217439"/>
              <a:ext cx="543" cy="530"/>
            </a:xfrm>
            <a:custGeom>
              <a:avLst/>
              <a:gdLst/>
              <a:ahLst/>
              <a:cxnLst/>
              <a:rect l="l" t="t" r="r" b="b"/>
              <a:pathLst>
                <a:path w="40" h="39" extrusionOk="0">
                  <a:moveTo>
                    <a:pt x="39" y="39"/>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57" name="Google Shape;10257;p76"/>
            <p:cNvSpPr/>
            <p:nvPr/>
          </p:nvSpPr>
          <p:spPr>
            <a:xfrm>
              <a:off x="1638140" y="2238878"/>
              <a:ext cx="14" cy="869"/>
            </a:xfrm>
            <a:custGeom>
              <a:avLst/>
              <a:gdLst/>
              <a:ahLst/>
              <a:cxnLst/>
              <a:rect l="l" t="t" r="r" b="b"/>
              <a:pathLst>
                <a:path w="1" h="64" extrusionOk="0">
                  <a:moveTo>
                    <a:pt x="0" y="0"/>
                  </a:moveTo>
                  <a:lnTo>
                    <a:pt x="0" y="63"/>
                  </a:lnTo>
                  <a:lnTo>
                    <a:pt x="0" y="56"/>
                  </a:lnTo>
                  <a:lnTo>
                    <a:pt x="0" y="28"/>
                  </a:lnTo>
                  <a:lnTo>
                    <a:pt x="0" y="21"/>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58" name="Google Shape;10258;p76"/>
            <p:cNvSpPr/>
            <p:nvPr/>
          </p:nvSpPr>
          <p:spPr>
            <a:xfrm>
              <a:off x="1579662" y="2214438"/>
              <a:ext cx="638" cy="679"/>
            </a:xfrm>
            <a:custGeom>
              <a:avLst/>
              <a:gdLst/>
              <a:ahLst/>
              <a:cxnLst/>
              <a:rect l="l" t="t" r="r" b="b"/>
              <a:pathLst>
                <a:path w="47" h="50" extrusionOk="0">
                  <a:moveTo>
                    <a:pt x="46" y="50"/>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59" name="Google Shape;10259;p76"/>
            <p:cNvSpPr/>
            <p:nvPr/>
          </p:nvSpPr>
          <p:spPr>
            <a:xfrm>
              <a:off x="1579146" y="2213773"/>
              <a:ext cx="530" cy="679"/>
            </a:xfrm>
            <a:custGeom>
              <a:avLst/>
              <a:gdLst/>
              <a:ahLst/>
              <a:cxnLst/>
              <a:rect l="l" t="t" r="r" b="b"/>
              <a:pathLst>
                <a:path w="39" h="50" extrusionOk="0">
                  <a:moveTo>
                    <a:pt x="39" y="50"/>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60" name="Google Shape;10260;p76"/>
            <p:cNvSpPr/>
            <p:nvPr/>
          </p:nvSpPr>
          <p:spPr>
            <a:xfrm>
              <a:off x="1578290" y="2212687"/>
              <a:ext cx="204" cy="204"/>
            </a:xfrm>
            <a:custGeom>
              <a:avLst/>
              <a:gdLst/>
              <a:ahLst/>
              <a:cxnLst/>
              <a:rect l="l" t="t" r="r" b="b"/>
              <a:pathLst>
                <a:path w="15" h="15" extrusionOk="0">
                  <a:moveTo>
                    <a:pt x="0" y="0"/>
                  </a:moveTo>
                  <a:lnTo>
                    <a:pt x="1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61" name="Google Shape;10261;p76"/>
            <p:cNvSpPr/>
            <p:nvPr/>
          </p:nvSpPr>
          <p:spPr>
            <a:xfrm>
              <a:off x="1619932" y="2254220"/>
              <a:ext cx="774" cy="68"/>
            </a:xfrm>
            <a:custGeom>
              <a:avLst/>
              <a:gdLst/>
              <a:ahLst/>
              <a:cxnLst/>
              <a:rect l="l" t="t" r="r" b="b"/>
              <a:pathLst>
                <a:path w="57" h="5" extrusionOk="0">
                  <a:moveTo>
                    <a:pt x="56" y="1"/>
                  </a:moveTo>
                  <a:cubicBezTo>
                    <a:pt x="39" y="1"/>
                    <a:pt x="18" y="1"/>
                    <a:pt x="0" y="4"/>
                  </a:cubicBezTo>
                  <a:cubicBezTo>
                    <a:pt x="18" y="4"/>
                    <a:pt x="39" y="1"/>
                    <a:pt x="5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62" name="Google Shape;10262;p76"/>
            <p:cNvSpPr/>
            <p:nvPr/>
          </p:nvSpPr>
          <p:spPr>
            <a:xfrm>
              <a:off x="1578616" y="2213108"/>
              <a:ext cx="394" cy="489"/>
            </a:xfrm>
            <a:custGeom>
              <a:avLst/>
              <a:gdLst/>
              <a:ahLst/>
              <a:cxnLst/>
              <a:rect l="l" t="t" r="r" b="b"/>
              <a:pathLst>
                <a:path w="29" h="36" extrusionOk="0">
                  <a:moveTo>
                    <a:pt x="29" y="36"/>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63" name="Google Shape;10263;p76"/>
            <p:cNvSpPr/>
            <p:nvPr/>
          </p:nvSpPr>
          <p:spPr>
            <a:xfrm>
              <a:off x="1622254" y="2254410"/>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64" name="Google Shape;10264;p76"/>
            <p:cNvSpPr/>
            <p:nvPr/>
          </p:nvSpPr>
          <p:spPr>
            <a:xfrm>
              <a:off x="1618982" y="2254275"/>
              <a:ext cx="774" cy="109"/>
            </a:xfrm>
            <a:custGeom>
              <a:avLst/>
              <a:gdLst/>
              <a:ahLst/>
              <a:cxnLst/>
              <a:rect l="l" t="t" r="r" b="b"/>
              <a:pathLst>
                <a:path w="57" h="8" extrusionOk="0">
                  <a:moveTo>
                    <a:pt x="56"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65" name="Google Shape;10265;p76"/>
            <p:cNvSpPr/>
            <p:nvPr/>
          </p:nvSpPr>
          <p:spPr>
            <a:xfrm>
              <a:off x="1621263" y="2254220"/>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66" name="Google Shape;10266;p76"/>
            <p:cNvSpPr/>
            <p:nvPr/>
          </p:nvSpPr>
          <p:spPr>
            <a:xfrm>
              <a:off x="1617461" y="2254370"/>
              <a:ext cx="1534" cy="109"/>
            </a:xfrm>
            <a:custGeom>
              <a:avLst/>
              <a:gdLst/>
              <a:ahLst/>
              <a:cxnLst/>
              <a:rect l="l" t="t" r="r" b="b"/>
              <a:pathLst>
                <a:path w="113" h="8" extrusionOk="0">
                  <a:moveTo>
                    <a:pt x="112" y="0"/>
                  </a:moveTo>
                  <a:cubicBezTo>
                    <a:pt x="74" y="4"/>
                    <a:pt x="39" y="7"/>
                    <a:pt x="0" y="7"/>
                  </a:cubicBezTo>
                  <a:cubicBezTo>
                    <a:pt x="39" y="7"/>
                    <a:pt x="74" y="4"/>
                    <a:pt x="11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67" name="Google Shape;10267;p76"/>
            <p:cNvSpPr/>
            <p:nvPr/>
          </p:nvSpPr>
          <p:spPr>
            <a:xfrm>
              <a:off x="1622824" y="2254600"/>
              <a:ext cx="109" cy="68"/>
            </a:xfrm>
            <a:custGeom>
              <a:avLst/>
              <a:gdLst/>
              <a:ahLst/>
              <a:cxnLst/>
              <a:rect l="l" t="t" r="r" b="b"/>
              <a:pathLst>
                <a:path w="8" h="5" extrusionOk="0">
                  <a:moveTo>
                    <a:pt x="8"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68" name="Google Shape;10268;p76"/>
            <p:cNvSpPr/>
            <p:nvPr/>
          </p:nvSpPr>
          <p:spPr>
            <a:xfrm>
              <a:off x="1621779" y="2254315"/>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69" name="Google Shape;10269;p76"/>
            <p:cNvSpPr/>
            <p:nvPr/>
          </p:nvSpPr>
          <p:spPr>
            <a:xfrm>
              <a:off x="1584712" y="2219475"/>
              <a:ext cx="489" cy="448"/>
            </a:xfrm>
            <a:custGeom>
              <a:avLst/>
              <a:gdLst/>
              <a:ahLst/>
              <a:cxnLst/>
              <a:rect l="l" t="t" r="r" b="b"/>
              <a:pathLst>
                <a:path w="36" h="33" extrusionOk="0">
                  <a:moveTo>
                    <a:pt x="35" y="32"/>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70" name="Google Shape;10270;p76"/>
            <p:cNvSpPr/>
            <p:nvPr/>
          </p:nvSpPr>
          <p:spPr>
            <a:xfrm>
              <a:off x="1583137" y="2218050"/>
              <a:ext cx="679" cy="679"/>
            </a:xfrm>
            <a:custGeom>
              <a:avLst/>
              <a:gdLst/>
              <a:ahLst/>
              <a:cxnLst/>
              <a:rect l="l" t="t" r="r" b="b"/>
              <a:pathLst>
                <a:path w="50" h="50" extrusionOk="0">
                  <a:moveTo>
                    <a:pt x="50" y="50"/>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71" name="Google Shape;10271;p76"/>
            <p:cNvSpPr/>
            <p:nvPr/>
          </p:nvSpPr>
          <p:spPr>
            <a:xfrm>
              <a:off x="1586084" y="2220616"/>
              <a:ext cx="448" cy="299"/>
            </a:xfrm>
            <a:custGeom>
              <a:avLst/>
              <a:gdLst/>
              <a:ahLst/>
              <a:cxnLst/>
              <a:rect l="l" t="t" r="r" b="b"/>
              <a:pathLst>
                <a:path w="33" h="22" extrusionOk="0">
                  <a:moveTo>
                    <a:pt x="32"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72" name="Google Shape;10272;p76"/>
            <p:cNvSpPr/>
            <p:nvPr/>
          </p:nvSpPr>
          <p:spPr>
            <a:xfrm>
              <a:off x="1583952" y="2218810"/>
              <a:ext cx="584" cy="543"/>
            </a:xfrm>
            <a:custGeom>
              <a:avLst/>
              <a:gdLst/>
              <a:ahLst/>
              <a:cxnLst/>
              <a:rect l="l" t="t" r="r" b="b"/>
              <a:pathLst>
                <a:path w="43" h="40" extrusionOk="0">
                  <a:moveTo>
                    <a:pt x="42" y="39"/>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73" name="Google Shape;10273;p76"/>
            <p:cNvSpPr/>
            <p:nvPr/>
          </p:nvSpPr>
          <p:spPr>
            <a:xfrm>
              <a:off x="1585418" y="2220100"/>
              <a:ext cx="448" cy="339"/>
            </a:xfrm>
            <a:custGeom>
              <a:avLst/>
              <a:gdLst/>
              <a:ahLst/>
              <a:cxnLst/>
              <a:rect l="l" t="t" r="r" b="b"/>
              <a:pathLst>
                <a:path w="33" h="25" extrusionOk="0">
                  <a:moveTo>
                    <a:pt x="32"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74" name="Google Shape;10274;p76"/>
            <p:cNvSpPr/>
            <p:nvPr/>
          </p:nvSpPr>
          <p:spPr>
            <a:xfrm>
              <a:off x="1586749" y="2221050"/>
              <a:ext cx="584" cy="394"/>
            </a:xfrm>
            <a:custGeom>
              <a:avLst/>
              <a:gdLst/>
              <a:ahLst/>
              <a:cxnLst/>
              <a:rect l="l" t="t" r="r" b="b"/>
              <a:pathLst>
                <a:path w="43" h="29" extrusionOk="0">
                  <a:moveTo>
                    <a:pt x="43" y="28"/>
                  </a:moveTo>
                  <a:cubicBezTo>
                    <a:pt x="29" y="21"/>
                    <a:pt x="15" y="11"/>
                    <a:pt x="1" y="0"/>
                  </a:cubicBezTo>
                  <a:cubicBezTo>
                    <a:pt x="15" y="11"/>
                    <a:pt x="29" y="21"/>
                    <a:pt x="43"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75" name="Google Shape;10275;p76"/>
            <p:cNvSpPr/>
            <p:nvPr/>
          </p:nvSpPr>
          <p:spPr>
            <a:xfrm>
              <a:off x="1638086" y="2239638"/>
              <a:ext cx="14" cy="339"/>
            </a:xfrm>
            <a:custGeom>
              <a:avLst/>
              <a:gdLst/>
              <a:ahLst/>
              <a:cxnLst/>
              <a:rect l="l" t="t" r="r" b="b"/>
              <a:pathLst>
                <a:path w="1" h="25" extrusionOk="0">
                  <a:moveTo>
                    <a:pt x="1" y="7"/>
                  </a:moveTo>
                  <a:lnTo>
                    <a:pt x="1" y="25"/>
                  </a:lnTo>
                  <a:lnTo>
                    <a:pt x="1" y="0"/>
                  </a:ln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76" name="Google Shape;10276;p76"/>
            <p:cNvSpPr/>
            <p:nvPr/>
          </p:nvSpPr>
          <p:spPr>
            <a:xfrm>
              <a:off x="1638086" y="2240168"/>
              <a:ext cx="68" cy="475"/>
            </a:xfrm>
            <a:custGeom>
              <a:avLst/>
              <a:gdLst/>
              <a:ahLst/>
              <a:cxnLst/>
              <a:rect l="l" t="t" r="r" b="b"/>
              <a:pathLst>
                <a:path w="5" h="35" extrusionOk="0">
                  <a:moveTo>
                    <a:pt x="1" y="0"/>
                  </a:moveTo>
                  <a:cubicBezTo>
                    <a:pt x="1" y="11"/>
                    <a:pt x="4" y="24"/>
                    <a:pt x="4" y="35"/>
                  </a:cubicBezTo>
                  <a:cubicBezTo>
                    <a:pt x="4" y="21"/>
                    <a:pt x="1" y="1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77" name="Google Shape;10277;p76"/>
            <p:cNvSpPr/>
            <p:nvPr/>
          </p:nvSpPr>
          <p:spPr>
            <a:xfrm>
              <a:off x="1638140" y="2239163"/>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78" name="Google Shape;10278;p76"/>
            <p:cNvSpPr/>
            <p:nvPr/>
          </p:nvSpPr>
          <p:spPr>
            <a:xfrm>
              <a:off x="1405367" y="1962046"/>
              <a:ext cx="22118" cy="18031"/>
            </a:xfrm>
            <a:custGeom>
              <a:avLst/>
              <a:gdLst/>
              <a:ahLst/>
              <a:cxnLst/>
              <a:rect l="l" t="t" r="r" b="b"/>
              <a:pathLst>
                <a:path w="1629" h="1328" extrusionOk="0">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79" name="Google Shape;10279;p76"/>
            <p:cNvSpPr/>
            <p:nvPr/>
          </p:nvSpPr>
          <p:spPr>
            <a:xfrm>
              <a:off x="1408599" y="1961951"/>
              <a:ext cx="434" cy="54"/>
            </a:xfrm>
            <a:custGeom>
              <a:avLst/>
              <a:gdLst/>
              <a:ahLst/>
              <a:cxnLst/>
              <a:rect l="l" t="t" r="r" b="b"/>
              <a:pathLst>
                <a:path w="32" h="4" extrusionOk="0">
                  <a:moveTo>
                    <a:pt x="0" y="0"/>
                  </a:moveTo>
                  <a:lnTo>
                    <a:pt x="3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80" name="Google Shape;10280;p76"/>
            <p:cNvSpPr/>
            <p:nvPr/>
          </p:nvSpPr>
          <p:spPr>
            <a:xfrm>
              <a:off x="1407553" y="196195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81" name="Google Shape;10281;p76"/>
            <p:cNvSpPr/>
            <p:nvPr/>
          </p:nvSpPr>
          <p:spPr>
            <a:xfrm>
              <a:off x="1418918" y="1963988"/>
              <a:ext cx="339" cy="14"/>
            </a:xfrm>
            <a:custGeom>
              <a:avLst/>
              <a:gdLst/>
              <a:ahLst/>
              <a:cxnLst/>
              <a:rect l="l" t="t" r="r" b="b"/>
              <a:pathLst>
                <a:path w="25" h="1" extrusionOk="0">
                  <a:moveTo>
                    <a:pt x="0" y="1"/>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82" name="Google Shape;10282;p76"/>
            <p:cNvSpPr/>
            <p:nvPr/>
          </p:nvSpPr>
          <p:spPr>
            <a:xfrm>
              <a:off x="1408123" y="196195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83" name="Google Shape;10283;p76"/>
            <p:cNvSpPr/>
            <p:nvPr/>
          </p:nvSpPr>
          <p:spPr>
            <a:xfrm>
              <a:off x="1407214" y="1961951"/>
              <a:ext cx="204" cy="14"/>
            </a:xfrm>
            <a:custGeom>
              <a:avLst/>
              <a:gdLst/>
              <a:ahLst/>
              <a:cxnLst/>
              <a:rect l="l" t="t" r="r" b="b"/>
              <a:pathLst>
                <a:path w="15" h="1" extrusionOk="0">
                  <a:moveTo>
                    <a:pt x="1" y="0"/>
                  </a:moveTo>
                  <a:lnTo>
                    <a:pt x="1" y="0"/>
                  </a:ln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84" name="Google Shape;10284;p76"/>
            <p:cNvSpPr/>
            <p:nvPr/>
          </p:nvSpPr>
          <p:spPr>
            <a:xfrm>
              <a:off x="1419773" y="196404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85" name="Google Shape;10285;p76"/>
            <p:cNvSpPr/>
            <p:nvPr/>
          </p:nvSpPr>
          <p:spPr>
            <a:xfrm>
              <a:off x="1420533" y="1963988"/>
              <a:ext cx="149" cy="14"/>
            </a:xfrm>
            <a:custGeom>
              <a:avLst/>
              <a:gdLst/>
              <a:ahLst/>
              <a:cxnLst/>
              <a:rect l="l" t="t" r="r" b="b"/>
              <a:pathLst>
                <a:path w="11" h="1" extrusionOk="0">
                  <a:moveTo>
                    <a:pt x="0"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86" name="Google Shape;10286;p76"/>
            <p:cNvSpPr/>
            <p:nvPr/>
          </p:nvSpPr>
          <p:spPr>
            <a:xfrm>
              <a:off x="1418442" y="1963893"/>
              <a:ext cx="339" cy="68"/>
            </a:xfrm>
            <a:custGeom>
              <a:avLst/>
              <a:gdLst/>
              <a:ahLst/>
              <a:cxnLst/>
              <a:rect l="l" t="t" r="r" b="b"/>
              <a:pathLst>
                <a:path w="25" h="5" extrusionOk="0">
                  <a:moveTo>
                    <a:pt x="0" y="1"/>
                  </a:moveTo>
                  <a:lnTo>
                    <a:pt x="2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87" name="Google Shape;10287;p76"/>
            <p:cNvSpPr/>
            <p:nvPr/>
          </p:nvSpPr>
          <p:spPr>
            <a:xfrm>
              <a:off x="1417057" y="1963322"/>
              <a:ext cx="353" cy="258"/>
            </a:xfrm>
            <a:custGeom>
              <a:avLst/>
              <a:gdLst/>
              <a:ahLst/>
              <a:cxnLst/>
              <a:rect l="l" t="t" r="r" b="b"/>
              <a:pathLst>
                <a:path w="26" h="19" extrusionOk="0">
                  <a:moveTo>
                    <a:pt x="1" y="1"/>
                  </a:moveTo>
                  <a:cubicBezTo>
                    <a:pt x="8" y="8"/>
                    <a:pt x="18" y="11"/>
                    <a:pt x="25" y="18"/>
                  </a:cubicBezTo>
                  <a:cubicBezTo>
                    <a:pt x="18" y="11"/>
                    <a:pt x="8"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88" name="Google Shape;10288;p76"/>
            <p:cNvSpPr/>
            <p:nvPr/>
          </p:nvSpPr>
          <p:spPr>
            <a:xfrm>
              <a:off x="1417533" y="1963607"/>
              <a:ext cx="299" cy="109"/>
            </a:xfrm>
            <a:custGeom>
              <a:avLst/>
              <a:gdLst/>
              <a:ahLst/>
              <a:cxnLst/>
              <a:rect l="l" t="t" r="r" b="b"/>
              <a:pathLst>
                <a:path w="22" h="8" extrusionOk="0">
                  <a:moveTo>
                    <a:pt x="1" y="1"/>
                  </a:moveTo>
                  <a:cubicBezTo>
                    <a:pt x="8" y="4"/>
                    <a:pt x="15" y="8"/>
                    <a:pt x="22" y="8"/>
                  </a:cubicBezTo>
                  <a:cubicBezTo>
                    <a:pt x="15" y="8"/>
                    <a:pt x="8"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89" name="Google Shape;10289;p76"/>
            <p:cNvSpPr/>
            <p:nvPr/>
          </p:nvSpPr>
          <p:spPr>
            <a:xfrm>
              <a:off x="1409115" y="1961992"/>
              <a:ext cx="353" cy="68"/>
            </a:xfrm>
            <a:custGeom>
              <a:avLst/>
              <a:gdLst/>
              <a:ahLst/>
              <a:cxnLst/>
              <a:rect l="l" t="t" r="r" b="b"/>
              <a:pathLst>
                <a:path w="26" h="5" extrusionOk="0">
                  <a:moveTo>
                    <a:pt x="1" y="1"/>
                  </a:moveTo>
                  <a:lnTo>
                    <a:pt x="2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90" name="Google Shape;10290;p76"/>
            <p:cNvSpPr/>
            <p:nvPr/>
          </p:nvSpPr>
          <p:spPr>
            <a:xfrm>
              <a:off x="1409549" y="1962087"/>
              <a:ext cx="299" cy="109"/>
            </a:xfrm>
            <a:custGeom>
              <a:avLst/>
              <a:gdLst/>
              <a:ahLst/>
              <a:cxnLst/>
              <a:rect l="l" t="t" r="r" b="b"/>
              <a:pathLst>
                <a:path w="22" h="8" extrusionOk="0">
                  <a:moveTo>
                    <a:pt x="0" y="1"/>
                  </a:moveTo>
                  <a:cubicBezTo>
                    <a:pt x="7" y="1"/>
                    <a:pt x="14" y="4"/>
                    <a:pt x="21" y="8"/>
                  </a:cubicBezTo>
                  <a:cubicBezTo>
                    <a:pt x="14" y="4"/>
                    <a:pt x="7"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91" name="Google Shape;10291;p76"/>
            <p:cNvSpPr/>
            <p:nvPr/>
          </p:nvSpPr>
          <p:spPr>
            <a:xfrm>
              <a:off x="1417913" y="1963757"/>
              <a:ext cx="448" cy="149"/>
            </a:xfrm>
            <a:custGeom>
              <a:avLst/>
              <a:gdLst/>
              <a:ahLst/>
              <a:cxnLst/>
              <a:rect l="l" t="t" r="r" b="b"/>
              <a:pathLst>
                <a:path w="33" h="11" extrusionOk="0">
                  <a:moveTo>
                    <a:pt x="1" y="0"/>
                  </a:moveTo>
                  <a:cubicBezTo>
                    <a:pt x="11" y="4"/>
                    <a:pt x="22" y="7"/>
                    <a:pt x="32" y="11"/>
                  </a:cubicBezTo>
                  <a:cubicBezTo>
                    <a:pt x="22" y="7"/>
                    <a:pt x="11"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92" name="Google Shape;10292;p76"/>
            <p:cNvSpPr/>
            <p:nvPr/>
          </p:nvSpPr>
          <p:spPr>
            <a:xfrm>
              <a:off x="1427662" y="1972433"/>
              <a:ext cx="41031" cy="16768"/>
            </a:xfrm>
            <a:custGeom>
              <a:avLst/>
              <a:gdLst/>
              <a:ahLst/>
              <a:cxnLst/>
              <a:rect l="l" t="t" r="r" b="b"/>
              <a:pathLst>
                <a:path w="3022" h="1235" extrusionOk="0">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93" name="Google Shape;10293;p76"/>
            <p:cNvSpPr/>
            <p:nvPr/>
          </p:nvSpPr>
          <p:spPr>
            <a:xfrm>
              <a:off x="1428272" y="1975013"/>
              <a:ext cx="109" cy="489"/>
            </a:xfrm>
            <a:custGeom>
              <a:avLst/>
              <a:gdLst/>
              <a:ahLst/>
              <a:cxnLst/>
              <a:rect l="l" t="t" r="r" b="b"/>
              <a:pathLst>
                <a:path w="8" h="36" extrusionOk="0">
                  <a:moveTo>
                    <a:pt x="8" y="1"/>
                  </a:moveTo>
                  <a:cubicBezTo>
                    <a:pt x="4" y="11"/>
                    <a:pt x="1" y="25"/>
                    <a:pt x="1" y="36"/>
                  </a:cubicBezTo>
                  <a:cubicBezTo>
                    <a:pt x="4" y="25"/>
                    <a:pt x="4" y="15"/>
                    <a:pt x="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94" name="Google Shape;10294;p76"/>
            <p:cNvSpPr/>
            <p:nvPr/>
          </p:nvSpPr>
          <p:spPr>
            <a:xfrm>
              <a:off x="1428272" y="1975637"/>
              <a:ext cx="14" cy="299"/>
            </a:xfrm>
            <a:custGeom>
              <a:avLst/>
              <a:gdLst/>
              <a:ahLst/>
              <a:cxnLst/>
              <a:rect l="l" t="t" r="r" b="b"/>
              <a:pathLst>
                <a:path w="1" h="22" extrusionOk="0">
                  <a:moveTo>
                    <a:pt x="1" y="22"/>
                  </a:moveTo>
                  <a:lnTo>
                    <a:pt x="1" y="1"/>
                  </a:lnTo>
                  <a:cubicBezTo>
                    <a:pt x="1" y="8"/>
                    <a:pt x="1" y="15"/>
                    <a:pt x="1"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95" name="Google Shape;10295;p76"/>
            <p:cNvSpPr/>
            <p:nvPr/>
          </p:nvSpPr>
          <p:spPr>
            <a:xfrm>
              <a:off x="1428707" y="1973641"/>
              <a:ext cx="109" cy="149"/>
            </a:xfrm>
            <a:custGeom>
              <a:avLst/>
              <a:gdLst/>
              <a:ahLst/>
              <a:cxnLst/>
              <a:rect l="l" t="t" r="r" b="b"/>
              <a:pathLst>
                <a:path w="8" h="11" extrusionOk="0">
                  <a:moveTo>
                    <a:pt x="7" y="0"/>
                  </a:moveTo>
                  <a:lnTo>
                    <a:pt x="0" y="11"/>
                  </a:lnTo>
                  <a:cubicBezTo>
                    <a:pt x="4" y="7"/>
                    <a:pt x="7" y="4"/>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96" name="Google Shape;10296;p76"/>
            <p:cNvSpPr/>
            <p:nvPr/>
          </p:nvSpPr>
          <p:spPr>
            <a:xfrm>
              <a:off x="1428272" y="1976072"/>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97" name="Google Shape;10297;p76"/>
            <p:cNvSpPr/>
            <p:nvPr/>
          </p:nvSpPr>
          <p:spPr>
            <a:xfrm>
              <a:off x="1427797" y="1978923"/>
              <a:ext cx="299" cy="869"/>
            </a:xfrm>
            <a:custGeom>
              <a:avLst/>
              <a:gdLst/>
              <a:ahLst/>
              <a:cxnLst/>
              <a:rect l="l" t="t" r="r" b="b"/>
              <a:pathLst>
                <a:path w="22" h="64" extrusionOk="0">
                  <a:moveTo>
                    <a:pt x="22" y="0"/>
                  </a:moveTo>
                  <a:lnTo>
                    <a:pt x="22" y="0"/>
                  </a:lnTo>
                  <a:cubicBezTo>
                    <a:pt x="15" y="18"/>
                    <a:pt x="8" y="42"/>
                    <a:pt x="1" y="63"/>
                  </a:cubicBezTo>
                  <a:cubicBezTo>
                    <a:pt x="11" y="42"/>
                    <a:pt x="18" y="21"/>
                    <a:pt x="2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98" name="Google Shape;10298;p76"/>
            <p:cNvSpPr/>
            <p:nvPr/>
          </p:nvSpPr>
          <p:spPr>
            <a:xfrm>
              <a:off x="1428082" y="1976642"/>
              <a:ext cx="394" cy="2295"/>
            </a:xfrm>
            <a:custGeom>
              <a:avLst/>
              <a:gdLst/>
              <a:ahLst/>
              <a:cxnLst/>
              <a:rect l="l" t="t" r="r" b="b"/>
              <a:pathLst>
                <a:path w="29" h="169" extrusionOk="0">
                  <a:moveTo>
                    <a:pt x="18" y="0"/>
                  </a:moveTo>
                  <a:lnTo>
                    <a:pt x="18" y="0"/>
                  </a:lnTo>
                  <a:cubicBezTo>
                    <a:pt x="29" y="56"/>
                    <a:pt x="25" y="116"/>
                    <a:pt x="1" y="168"/>
                  </a:cubicBezTo>
                  <a:cubicBezTo>
                    <a:pt x="25" y="116"/>
                    <a:pt x="29" y="56"/>
                    <a:pt x="1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99" name="Google Shape;10299;p76"/>
            <p:cNvSpPr/>
            <p:nvPr/>
          </p:nvSpPr>
          <p:spPr>
            <a:xfrm>
              <a:off x="1428272" y="1976397"/>
              <a:ext cx="68" cy="258"/>
            </a:xfrm>
            <a:custGeom>
              <a:avLst/>
              <a:gdLst/>
              <a:ahLst/>
              <a:cxnLst/>
              <a:rect l="l" t="t" r="r" b="b"/>
              <a:pathLst>
                <a:path w="5" h="19" extrusionOk="0">
                  <a:moveTo>
                    <a:pt x="4" y="18"/>
                  </a:moveTo>
                  <a:cubicBezTo>
                    <a:pt x="4" y="11"/>
                    <a:pt x="1" y="8"/>
                    <a:pt x="1" y="1"/>
                  </a:cubicBezTo>
                  <a:cubicBezTo>
                    <a:pt x="1" y="8"/>
                    <a:pt x="4" y="11"/>
                    <a:pt x="4"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00" name="Google Shape;10300;p76"/>
            <p:cNvSpPr/>
            <p:nvPr/>
          </p:nvSpPr>
          <p:spPr>
            <a:xfrm>
              <a:off x="1428368" y="1974497"/>
              <a:ext cx="109" cy="489"/>
            </a:xfrm>
            <a:custGeom>
              <a:avLst/>
              <a:gdLst/>
              <a:ahLst/>
              <a:cxnLst/>
              <a:rect l="l" t="t" r="r" b="b"/>
              <a:pathLst>
                <a:path w="8" h="36" extrusionOk="0">
                  <a:moveTo>
                    <a:pt x="8" y="1"/>
                  </a:moveTo>
                  <a:lnTo>
                    <a:pt x="8" y="1"/>
                  </a:lnTo>
                  <a:cubicBezTo>
                    <a:pt x="4" y="15"/>
                    <a:pt x="1" y="25"/>
                    <a:pt x="1" y="35"/>
                  </a:cubicBezTo>
                  <a:cubicBezTo>
                    <a:pt x="4" y="25"/>
                    <a:pt x="4" y="15"/>
                    <a:pt x="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01" name="Google Shape;10301;p76"/>
            <p:cNvSpPr/>
            <p:nvPr/>
          </p:nvSpPr>
          <p:spPr>
            <a:xfrm>
              <a:off x="1427662" y="1979778"/>
              <a:ext cx="149" cy="489"/>
            </a:xfrm>
            <a:custGeom>
              <a:avLst/>
              <a:gdLst/>
              <a:ahLst/>
              <a:cxnLst/>
              <a:rect l="l" t="t" r="r" b="b"/>
              <a:pathLst>
                <a:path w="11" h="36" extrusionOk="0">
                  <a:moveTo>
                    <a:pt x="0" y="35"/>
                  </a:moveTo>
                  <a:lnTo>
                    <a:pt x="0" y="35"/>
                  </a:ln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02" name="Google Shape;10302;p76"/>
            <p:cNvSpPr/>
            <p:nvPr/>
          </p:nvSpPr>
          <p:spPr>
            <a:xfrm>
              <a:off x="1428558" y="1973967"/>
              <a:ext cx="109" cy="394"/>
            </a:xfrm>
            <a:custGeom>
              <a:avLst/>
              <a:gdLst/>
              <a:ahLst/>
              <a:cxnLst/>
              <a:rect l="l" t="t" r="r" b="b"/>
              <a:pathLst>
                <a:path w="8" h="29" extrusionOk="0">
                  <a:moveTo>
                    <a:pt x="8" y="1"/>
                  </a:moveTo>
                  <a:lnTo>
                    <a:pt x="8" y="1"/>
                  </a:lnTo>
                  <a:cubicBezTo>
                    <a:pt x="4" y="8"/>
                    <a:pt x="1" y="18"/>
                    <a:pt x="1" y="29"/>
                  </a:cubicBezTo>
                  <a:cubicBezTo>
                    <a:pt x="1" y="18"/>
                    <a:pt x="4" y="11"/>
                    <a:pt x="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03" name="Google Shape;10303;p76"/>
            <p:cNvSpPr/>
            <p:nvPr/>
          </p:nvSpPr>
          <p:spPr>
            <a:xfrm>
              <a:off x="1456704" y="1951401"/>
              <a:ext cx="86665" cy="123066"/>
            </a:xfrm>
            <a:custGeom>
              <a:avLst/>
              <a:gdLst/>
              <a:ahLst/>
              <a:cxnLst/>
              <a:rect l="l" t="t" r="r" b="b"/>
              <a:pathLst>
                <a:path w="6383" h="9064" extrusionOk="0">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04" name="Google Shape;10304;p76"/>
            <p:cNvSpPr/>
            <p:nvPr/>
          </p:nvSpPr>
          <p:spPr>
            <a:xfrm>
              <a:off x="1525392" y="2067095"/>
              <a:ext cx="54" cy="434"/>
            </a:xfrm>
            <a:custGeom>
              <a:avLst/>
              <a:gdLst/>
              <a:ahLst/>
              <a:cxnLst/>
              <a:rect l="l" t="t" r="r" b="b"/>
              <a:pathLst>
                <a:path w="4" h="32" extrusionOk="0">
                  <a:moveTo>
                    <a:pt x="4" y="0"/>
                  </a:moveTo>
                  <a:cubicBezTo>
                    <a:pt x="0" y="11"/>
                    <a:pt x="0" y="21"/>
                    <a:pt x="0" y="32"/>
                  </a:cubicBezTo>
                  <a:cubicBezTo>
                    <a:pt x="0" y="21"/>
                    <a:pt x="4" y="11"/>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05" name="Google Shape;10305;p76"/>
            <p:cNvSpPr/>
            <p:nvPr/>
          </p:nvSpPr>
          <p:spPr>
            <a:xfrm>
              <a:off x="1536743" y="2029771"/>
              <a:ext cx="2675" cy="679"/>
            </a:xfrm>
            <a:custGeom>
              <a:avLst/>
              <a:gdLst/>
              <a:ahLst/>
              <a:cxnLst/>
              <a:rect l="l" t="t" r="r" b="b"/>
              <a:pathLst>
                <a:path w="197" h="50" extrusionOk="0">
                  <a:moveTo>
                    <a:pt x="1" y="50"/>
                  </a:moveTo>
                  <a:cubicBezTo>
                    <a:pt x="67" y="39"/>
                    <a:pt x="134" y="22"/>
                    <a:pt x="197" y="1"/>
                  </a:cubicBezTo>
                  <a:cubicBezTo>
                    <a:pt x="134" y="22"/>
                    <a:pt x="67" y="39"/>
                    <a:pt x="1" y="5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06" name="Google Shape;10306;p76"/>
            <p:cNvSpPr/>
            <p:nvPr/>
          </p:nvSpPr>
          <p:spPr>
            <a:xfrm>
              <a:off x="1540124" y="2029540"/>
              <a:ext cx="109" cy="14"/>
            </a:xfrm>
            <a:custGeom>
              <a:avLst/>
              <a:gdLst/>
              <a:ahLst/>
              <a:cxnLst/>
              <a:rect l="l" t="t" r="r" b="b"/>
              <a:pathLst>
                <a:path w="8" h="1" extrusionOk="0">
                  <a:moveTo>
                    <a:pt x="0" y="0"/>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07" name="Google Shape;10307;p76"/>
            <p:cNvSpPr/>
            <p:nvPr/>
          </p:nvSpPr>
          <p:spPr>
            <a:xfrm>
              <a:off x="1536363" y="2030436"/>
              <a:ext cx="258" cy="14"/>
            </a:xfrm>
            <a:custGeom>
              <a:avLst/>
              <a:gdLst/>
              <a:ahLst/>
              <a:cxnLst/>
              <a:rect l="l" t="t" r="r" b="b"/>
              <a:pathLst>
                <a:path w="19" h="1" extrusionOk="0">
                  <a:moveTo>
                    <a:pt x="1" y="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08" name="Google Shape;10308;p76"/>
            <p:cNvSpPr/>
            <p:nvPr/>
          </p:nvSpPr>
          <p:spPr>
            <a:xfrm>
              <a:off x="1542215" y="2028440"/>
              <a:ext cx="720" cy="353"/>
            </a:xfrm>
            <a:custGeom>
              <a:avLst/>
              <a:gdLst/>
              <a:ahLst/>
              <a:cxnLst/>
              <a:rect l="l" t="t" r="r" b="b"/>
              <a:pathLst>
                <a:path w="53" h="26" extrusionOk="0">
                  <a:moveTo>
                    <a:pt x="53" y="1"/>
                  </a:moveTo>
                  <a:lnTo>
                    <a:pt x="28" y="11"/>
                  </a:lnTo>
                  <a:lnTo>
                    <a:pt x="0" y="25"/>
                  </a:lnTo>
                  <a:lnTo>
                    <a:pt x="0" y="25"/>
                  </a:lnTo>
                  <a:lnTo>
                    <a:pt x="53"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09" name="Google Shape;10309;p76"/>
            <p:cNvSpPr/>
            <p:nvPr/>
          </p:nvSpPr>
          <p:spPr>
            <a:xfrm>
              <a:off x="1525433" y="2066335"/>
              <a:ext cx="68" cy="489"/>
            </a:xfrm>
            <a:custGeom>
              <a:avLst/>
              <a:gdLst/>
              <a:ahLst/>
              <a:cxnLst/>
              <a:rect l="l" t="t" r="r" b="b"/>
              <a:pathLst>
                <a:path w="5" h="36" extrusionOk="0">
                  <a:moveTo>
                    <a:pt x="1" y="0"/>
                  </a:moveTo>
                  <a:lnTo>
                    <a:pt x="1" y="35"/>
                  </a:lnTo>
                  <a:cubicBezTo>
                    <a:pt x="4" y="25"/>
                    <a:pt x="4"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10" name="Google Shape;10310;p76"/>
            <p:cNvSpPr/>
            <p:nvPr/>
          </p:nvSpPr>
          <p:spPr>
            <a:xfrm>
              <a:off x="1525487" y="2065520"/>
              <a:ext cx="54" cy="638"/>
            </a:xfrm>
            <a:custGeom>
              <a:avLst/>
              <a:gdLst/>
              <a:ahLst/>
              <a:cxnLst/>
              <a:rect l="l" t="t" r="r" b="b"/>
              <a:pathLst>
                <a:path w="4" h="47" extrusionOk="0">
                  <a:moveTo>
                    <a:pt x="0" y="1"/>
                  </a:moveTo>
                  <a:lnTo>
                    <a:pt x="0" y="46"/>
                  </a:lnTo>
                  <a:cubicBezTo>
                    <a:pt x="0" y="29"/>
                    <a:pt x="4"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11" name="Google Shape;10311;p76"/>
            <p:cNvSpPr/>
            <p:nvPr/>
          </p:nvSpPr>
          <p:spPr>
            <a:xfrm>
              <a:off x="1539459" y="2029676"/>
              <a:ext cx="339" cy="109"/>
            </a:xfrm>
            <a:custGeom>
              <a:avLst/>
              <a:gdLst/>
              <a:ahLst/>
              <a:cxnLst/>
              <a:rect l="l" t="t" r="r" b="b"/>
              <a:pathLst>
                <a:path w="25" h="8" extrusionOk="0">
                  <a:moveTo>
                    <a:pt x="0" y="8"/>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12" name="Google Shape;10312;p76"/>
            <p:cNvSpPr/>
            <p:nvPr/>
          </p:nvSpPr>
          <p:spPr>
            <a:xfrm>
              <a:off x="1525202" y="2068521"/>
              <a:ext cx="109" cy="434"/>
            </a:xfrm>
            <a:custGeom>
              <a:avLst/>
              <a:gdLst/>
              <a:ahLst/>
              <a:cxnLst/>
              <a:rect l="l" t="t" r="r" b="b"/>
              <a:pathLst>
                <a:path w="8" h="32" extrusionOk="0">
                  <a:moveTo>
                    <a:pt x="7" y="0"/>
                  </a:moveTo>
                  <a:cubicBezTo>
                    <a:pt x="4" y="11"/>
                    <a:pt x="0" y="21"/>
                    <a:pt x="0" y="32"/>
                  </a:cubicBezTo>
                  <a:cubicBezTo>
                    <a:pt x="4" y="21"/>
                    <a:pt x="4" y="11"/>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13" name="Google Shape;10313;p76"/>
            <p:cNvSpPr/>
            <p:nvPr/>
          </p:nvSpPr>
          <p:spPr>
            <a:xfrm>
              <a:off x="1524157" y="2073178"/>
              <a:ext cx="95" cy="394"/>
            </a:xfrm>
            <a:custGeom>
              <a:avLst/>
              <a:gdLst/>
              <a:ahLst/>
              <a:cxnLst/>
              <a:rect l="l" t="t" r="r" b="b"/>
              <a:pathLst>
                <a:path w="7" h="29" extrusionOk="0">
                  <a:moveTo>
                    <a:pt x="7" y="0"/>
                  </a:moveTo>
                  <a:cubicBezTo>
                    <a:pt x="4" y="11"/>
                    <a:pt x="4" y="18"/>
                    <a:pt x="0" y="28"/>
                  </a:cubicBezTo>
                  <a:cubicBezTo>
                    <a:pt x="4" y="18"/>
                    <a:pt x="7" y="11"/>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14" name="Google Shape;10314;p76"/>
            <p:cNvSpPr/>
            <p:nvPr/>
          </p:nvSpPr>
          <p:spPr>
            <a:xfrm>
              <a:off x="1525338" y="2067855"/>
              <a:ext cx="68" cy="434"/>
            </a:xfrm>
            <a:custGeom>
              <a:avLst/>
              <a:gdLst/>
              <a:ahLst/>
              <a:cxnLst/>
              <a:rect l="l" t="t" r="r" b="b"/>
              <a:pathLst>
                <a:path w="5" h="32" extrusionOk="0">
                  <a:moveTo>
                    <a:pt x="4" y="0"/>
                  </a:moveTo>
                  <a:cubicBezTo>
                    <a:pt x="1" y="7"/>
                    <a:pt x="1" y="18"/>
                    <a:pt x="1" y="32"/>
                  </a:cubicBezTo>
                  <a:cubicBezTo>
                    <a:pt x="1" y="21"/>
                    <a:pt x="1" y="11"/>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15" name="Google Shape;10315;p76"/>
            <p:cNvSpPr/>
            <p:nvPr/>
          </p:nvSpPr>
          <p:spPr>
            <a:xfrm>
              <a:off x="1524483" y="2071983"/>
              <a:ext cx="163" cy="448"/>
            </a:xfrm>
            <a:custGeom>
              <a:avLst/>
              <a:gdLst/>
              <a:ahLst/>
              <a:cxnLst/>
              <a:rect l="l" t="t" r="r" b="b"/>
              <a:pathLst>
                <a:path w="12" h="33" extrusionOk="0">
                  <a:moveTo>
                    <a:pt x="11" y="1"/>
                  </a:moveTo>
                  <a:lnTo>
                    <a:pt x="1" y="32"/>
                  </a:lnTo>
                  <a:cubicBezTo>
                    <a:pt x="4" y="25"/>
                    <a:pt x="8" y="15"/>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16" name="Google Shape;10316;p76"/>
            <p:cNvSpPr/>
            <p:nvPr/>
          </p:nvSpPr>
          <p:spPr>
            <a:xfrm>
              <a:off x="1523953" y="2073653"/>
              <a:ext cx="163" cy="339"/>
            </a:xfrm>
            <a:custGeom>
              <a:avLst/>
              <a:gdLst/>
              <a:ahLst/>
              <a:cxnLst/>
              <a:rect l="l" t="t" r="r" b="b"/>
              <a:pathLst>
                <a:path w="12" h="25" extrusionOk="0">
                  <a:moveTo>
                    <a:pt x="1" y="25"/>
                  </a:moveTo>
                  <a:cubicBezTo>
                    <a:pt x="4" y="18"/>
                    <a:pt x="8" y="11"/>
                    <a:pt x="12" y="0"/>
                  </a:cubicBezTo>
                  <a:cubicBezTo>
                    <a:pt x="8" y="11"/>
                    <a:pt x="4" y="18"/>
                    <a:pt x="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17" name="Google Shape;10317;p76"/>
            <p:cNvSpPr/>
            <p:nvPr/>
          </p:nvSpPr>
          <p:spPr>
            <a:xfrm>
              <a:off x="1523532" y="2074603"/>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18" name="Google Shape;10318;p76"/>
            <p:cNvSpPr/>
            <p:nvPr/>
          </p:nvSpPr>
          <p:spPr>
            <a:xfrm>
              <a:off x="1523573" y="2074413"/>
              <a:ext cx="163" cy="149"/>
            </a:xfrm>
            <a:custGeom>
              <a:avLst/>
              <a:gdLst/>
              <a:ahLst/>
              <a:cxnLst/>
              <a:rect l="l" t="t" r="r" b="b"/>
              <a:pathLst>
                <a:path w="12" h="11" extrusionOk="0">
                  <a:moveTo>
                    <a:pt x="1" y="11"/>
                  </a:moveTo>
                  <a:cubicBezTo>
                    <a:pt x="4" y="7"/>
                    <a:pt x="8" y="4"/>
                    <a:pt x="11" y="0"/>
                  </a:cubicBezTo>
                  <a:cubicBezTo>
                    <a:pt x="8" y="4"/>
                    <a:pt x="4" y="7"/>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19" name="Google Shape;10319;p76"/>
            <p:cNvSpPr/>
            <p:nvPr/>
          </p:nvSpPr>
          <p:spPr>
            <a:xfrm>
              <a:off x="1523763" y="2074074"/>
              <a:ext cx="163" cy="258"/>
            </a:xfrm>
            <a:custGeom>
              <a:avLst/>
              <a:gdLst/>
              <a:ahLst/>
              <a:cxnLst/>
              <a:rect l="l" t="t" r="r" b="b"/>
              <a:pathLst>
                <a:path w="12" h="19" extrusionOk="0">
                  <a:moveTo>
                    <a:pt x="1" y="18"/>
                  </a:moveTo>
                  <a:cubicBezTo>
                    <a:pt x="4" y="15"/>
                    <a:pt x="8" y="8"/>
                    <a:pt x="11" y="1"/>
                  </a:cubicBezTo>
                  <a:cubicBezTo>
                    <a:pt x="8" y="8"/>
                    <a:pt x="4" y="15"/>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20" name="Google Shape;10320;p76"/>
            <p:cNvSpPr/>
            <p:nvPr/>
          </p:nvSpPr>
          <p:spPr>
            <a:xfrm>
              <a:off x="1524347" y="2072608"/>
              <a:ext cx="95" cy="434"/>
            </a:xfrm>
            <a:custGeom>
              <a:avLst/>
              <a:gdLst/>
              <a:ahLst/>
              <a:cxnLst/>
              <a:rect l="l" t="t" r="r" b="b"/>
              <a:pathLst>
                <a:path w="7" h="32" extrusionOk="0">
                  <a:moveTo>
                    <a:pt x="0" y="32"/>
                  </a:moveTo>
                  <a:cubicBezTo>
                    <a:pt x="0" y="21"/>
                    <a:pt x="4" y="11"/>
                    <a:pt x="7" y="0"/>
                  </a:cubicBezTo>
                  <a:cubicBezTo>
                    <a:pt x="4" y="11"/>
                    <a:pt x="0" y="21"/>
                    <a:pt x="0"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21" name="Google Shape;10321;p76"/>
            <p:cNvSpPr/>
            <p:nvPr/>
          </p:nvSpPr>
          <p:spPr>
            <a:xfrm>
              <a:off x="1525107" y="2069281"/>
              <a:ext cx="54" cy="434"/>
            </a:xfrm>
            <a:custGeom>
              <a:avLst/>
              <a:gdLst/>
              <a:ahLst/>
              <a:cxnLst/>
              <a:rect l="l" t="t" r="r" b="b"/>
              <a:pathLst>
                <a:path w="4" h="32" extrusionOk="0">
                  <a:moveTo>
                    <a:pt x="0" y="32"/>
                  </a:moveTo>
                  <a:cubicBezTo>
                    <a:pt x="0" y="21"/>
                    <a:pt x="4" y="11"/>
                    <a:pt x="4" y="0"/>
                  </a:cubicBezTo>
                  <a:cubicBezTo>
                    <a:pt x="4" y="11"/>
                    <a:pt x="0" y="21"/>
                    <a:pt x="0"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22" name="Google Shape;10322;p76"/>
            <p:cNvSpPr/>
            <p:nvPr/>
          </p:nvSpPr>
          <p:spPr>
            <a:xfrm>
              <a:off x="1524822" y="2070707"/>
              <a:ext cx="95" cy="434"/>
            </a:xfrm>
            <a:custGeom>
              <a:avLst/>
              <a:gdLst/>
              <a:ahLst/>
              <a:cxnLst/>
              <a:rect l="l" t="t" r="r" b="b"/>
              <a:pathLst>
                <a:path w="7" h="32" extrusionOk="0">
                  <a:moveTo>
                    <a:pt x="7" y="0"/>
                  </a:moveTo>
                  <a:cubicBezTo>
                    <a:pt x="4" y="11"/>
                    <a:pt x="0" y="21"/>
                    <a:pt x="0" y="32"/>
                  </a:cubicBezTo>
                  <a:cubicBezTo>
                    <a:pt x="4" y="21"/>
                    <a:pt x="4" y="11"/>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23" name="Google Shape;10323;p76"/>
            <p:cNvSpPr/>
            <p:nvPr/>
          </p:nvSpPr>
          <p:spPr>
            <a:xfrm>
              <a:off x="1524958" y="2069987"/>
              <a:ext cx="109" cy="448"/>
            </a:xfrm>
            <a:custGeom>
              <a:avLst/>
              <a:gdLst/>
              <a:ahLst/>
              <a:cxnLst/>
              <a:rect l="l" t="t" r="r" b="b"/>
              <a:pathLst>
                <a:path w="8" h="33" extrusionOk="0">
                  <a:moveTo>
                    <a:pt x="8" y="1"/>
                  </a:moveTo>
                  <a:lnTo>
                    <a:pt x="8" y="1"/>
                  </a:lnTo>
                  <a:cubicBezTo>
                    <a:pt x="4" y="11"/>
                    <a:pt x="1" y="22"/>
                    <a:pt x="1" y="32"/>
                  </a:cubicBezTo>
                  <a:cubicBezTo>
                    <a:pt x="4" y="22"/>
                    <a:pt x="4" y="11"/>
                    <a:pt x="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24" name="Google Shape;10324;p76"/>
            <p:cNvSpPr/>
            <p:nvPr/>
          </p:nvSpPr>
          <p:spPr>
            <a:xfrm>
              <a:off x="1524673" y="2071372"/>
              <a:ext cx="109" cy="489"/>
            </a:xfrm>
            <a:custGeom>
              <a:avLst/>
              <a:gdLst/>
              <a:ahLst/>
              <a:cxnLst/>
              <a:rect l="l" t="t" r="r" b="b"/>
              <a:pathLst>
                <a:path w="8" h="36" extrusionOk="0">
                  <a:moveTo>
                    <a:pt x="8" y="0"/>
                  </a:moveTo>
                  <a:cubicBezTo>
                    <a:pt x="4" y="11"/>
                    <a:pt x="1" y="21"/>
                    <a:pt x="1" y="35"/>
                  </a:cubicBezTo>
                  <a:cubicBezTo>
                    <a:pt x="1" y="25"/>
                    <a:pt x="4" y="14"/>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25" name="Google Shape;10325;p76"/>
            <p:cNvSpPr/>
            <p:nvPr/>
          </p:nvSpPr>
          <p:spPr>
            <a:xfrm>
              <a:off x="1467063" y="1987667"/>
              <a:ext cx="204" cy="204"/>
            </a:xfrm>
            <a:custGeom>
              <a:avLst/>
              <a:gdLst/>
              <a:ahLst/>
              <a:cxnLst/>
              <a:rect l="l" t="t" r="r" b="b"/>
              <a:pathLst>
                <a:path w="15" h="15" extrusionOk="0">
                  <a:moveTo>
                    <a:pt x="0" y="1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26" name="Google Shape;10326;p76"/>
            <p:cNvSpPr/>
            <p:nvPr/>
          </p:nvSpPr>
          <p:spPr>
            <a:xfrm>
              <a:off x="1467783" y="1986906"/>
              <a:ext cx="244" cy="299"/>
            </a:xfrm>
            <a:custGeom>
              <a:avLst/>
              <a:gdLst/>
              <a:ahLst/>
              <a:cxnLst/>
              <a:rect l="l" t="t" r="r" b="b"/>
              <a:pathLst>
                <a:path w="18" h="22" extrusionOk="0">
                  <a:moveTo>
                    <a:pt x="0" y="21"/>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27" name="Google Shape;10327;p76"/>
            <p:cNvSpPr/>
            <p:nvPr/>
          </p:nvSpPr>
          <p:spPr>
            <a:xfrm>
              <a:off x="1466724" y="1987993"/>
              <a:ext cx="204" cy="204"/>
            </a:xfrm>
            <a:custGeom>
              <a:avLst/>
              <a:gdLst/>
              <a:ahLst/>
              <a:cxnLst/>
              <a:rect l="l" t="t" r="r" b="b"/>
              <a:pathLst>
                <a:path w="15" h="15" extrusionOk="0">
                  <a:moveTo>
                    <a:pt x="1" y="15"/>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28" name="Google Shape;10328;p76"/>
            <p:cNvSpPr/>
            <p:nvPr/>
          </p:nvSpPr>
          <p:spPr>
            <a:xfrm>
              <a:off x="1467389" y="1987287"/>
              <a:ext cx="258" cy="244"/>
            </a:xfrm>
            <a:custGeom>
              <a:avLst/>
              <a:gdLst/>
              <a:ahLst/>
              <a:cxnLst/>
              <a:rect l="l" t="t" r="r" b="b"/>
              <a:pathLst>
                <a:path w="19" h="18" extrusionOk="0">
                  <a:moveTo>
                    <a:pt x="1" y="18"/>
                  </a:moveTo>
                  <a:lnTo>
                    <a:pt x="1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29" name="Google Shape;10329;p76"/>
            <p:cNvSpPr/>
            <p:nvPr/>
          </p:nvSpPr>
          <p:spPr>
            <a:xfrm>
              <a:off x="1468163" y="1986662"/>
              <a:ext cx="149" cy="163"/>
            </a:xfrm>
            <a:custGeom>
              <a:avLst/>
              <a:gdLst/>
              <a:ahLst/>
              <a:cxnLst/>
              <a:rect l="l" t="t" r="r" b="b"/>
              <a:pathLst>
                <a:path w="11" h="12" extrusionOk="0">
                  <a:moveTo>
                    <a:pt x="0" y="1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30" name="Google Shape;10330;p76"/>
            <p:cNvSpPr/>
            <p:nvPr/>
          </p:nvSpPr>
          <p:spPr>
            <a:xfrm>
              <a:off x="1469344" y="1985481"/>
              <a:ext cx="353" cy="299"/>
            </a:xfrm>
            <a:custGeom>
              <a:avLst/>
              <a:gdLst/>
              <a:ahLst/>
              <a:cxnLst/>
              <a:rect l="l" t="t" r="r" b="b"/>
              <a:pathLst>
                <a:path w="26" h="22" extrusionOk="0">
                  <a:moveTo>
                    <a:pt x="25" y="0"/>
                  </a:moveTo>
                  <a:cubicBezTo>
                    <a:pt x="15" y="7"/>
                    <a:pt x="8" y="14"/>
                    <a:pt x="1" y="21"/>
                  </a:cubicBezTo>
                  <a:cubicBezTo>
                    <a:pt x="8" y="14"/>
                    <a:pt x="18" y="7"/>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31" name="Google Shape;10331;p76"/>
            <p:cNvSpPr/>
            <p:nvPr/>
          </p:nvSpPr>
          <p:spPr>
            <a:xfrm>
              <a:off x="1465828" y="1988997"/>
              <a:ext cx="109" cy="109"/>
            </a:xfrm>
            <a:custGeom>
              <a:avLst/>
              <a:gdLst/>
              <a:ahLst/>
              <a:cxnLst/>
              <a:rect l="l" t="t" r="r" b="b"/>
              <a:pathLst>
                <a:path w="8" h="8" extrusionOk="0">
                  <a:moveTo>
                    <a:pt x="0" y="7"/>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32" name="Google Shape;10332;p76"/>
            <p:cNvSpPr/>
            <p:nvPr/>
          </p:nvSpPr>
          <p:spPr>
            <a:xfrm>
              <a:off x="1466059" y="1988658"/>
              <a:ext cx="204" cy="204"/>
            </a:xfrm>
            <a:custGeom>
              <a:avLst/>
              <a:gdLst/>
              <a:ahLst/>
              <a:cxnLst/>
              <a:rect l="l" t="t" r="r" b="b"/>
              <a:pathLst>
                <a:path w="15" h="15" extrusionOk="0">
                  <a:moveTo>
                    <a:pt x="1" y="15"/>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33" name="Google Shape;10333;p76"/>
            <p:cNvSpPr/>
            <p:nvPr/>
          </p:nvSpPr>
          <p:spPr>
            <a:xfrm>
              <a:off x="1466398" y="1988332"/>
              <a:ext cx="204" cy="204"/>
            </a:xfrm>
            <a:custGeom>
              <a:avLst/>
              <a:gdLst/>
              <a:ahLst/>
              <a:cxnLst/>
              <a:rect l="l" t="t" r="r" b="b"/>
              <a:pathLst>
                <a:path w="15" h="15" extrusionOk="0">
                  <a:moveTo>
                    <a:pt x="0" y="1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34" name="Google Shape;10334;p76"/>
            <p:cNvSpPr/>
            <p:nvPr/>
          </p:nvSpPr>
          <p:spPr>
            <a:xfrm>
              <a:off x="1470010" y="1984476"/>
              <a:ext cx="258" cy="489"/>
            </a:xfrm>
            <a:custGeom>
              <a:avLst/>
              <a:gdLst/>
              <a:ahLst/>
              <a:cxnLst/>
              <a:rect l="l" t="t" r="r" b="b"/>
              <a:pathLst>
                <a:path w="19" h="36" extrusionOk="0">
                  <a:moveTo>
                    <a:pt x="1" y="36"/>
                  </a:moveTo>
                  <a:cubicBezTo>
                    <a:pt x="8" y="25"/>
                    <a:pt x="11" y="15"/>
                    <a:pt x="18" y="1"/>
                  </a:cubicBezTo>
                  <a:cubicBezTo>
                    <a:pt x="11" y="15"/>
                    <a:pt x="8" y="25"/>
                    <a:pt x="1" y="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35" name="Google Shape;10335;p76"/>
            <p:cNvSpPr/>
            <p:nvPr/>
          </p:nvSpPr>
          <p:spPr>
            <a:xfrm>
              <a:off x="1468448" y="1986377"/>
              <a:ext cx="149" cy="163"/>
            </a:xfrm>
            <a:custGeom>
              <a:avLst/>
              <a:gdLst/>
              <a:ahLst/>
              <a:cxnLst/>
              <a:rect l="l" t="t" r="r" b="b"/>
              <a:pathLst>
                <a:path w="11" h="12" extrusionOk="0">
                  <a:moveTo>
                    <a:pt x="0" y="1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36" name="Google Shape;10336;p76"/>
            <p:cNvSpPr/>
            <p:nvPr/>
          </p:nvSpPr>
          <p:spPr>
            <a:xfrm>
              <a:off x="1469154" y="1985766"/>
              <a:ext cx="204" cy="149"/>
            </a:xfrm>
            <a:custGeom>
              <a:avLst/>
              <a:gdLst/>
              <a:ahLst/>
              <a:cxnLst/>
              <a:rect l="l" t="t" r="r" b="b"/>
              <a:pathLst>
                <a:path w="15" h="11" extrusionOk="0">
                  <a:moveTo>
                    <a:pt x="1" y="11"/>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37" name="Google Shape;10337;p76"/>
            <p:cNvSpPr/>
            <p:nvPr/>
          </p:nvSpPr>
          <p:spPr>
            <a:xfrm>
              <a:off x="1470295" y="1983811"/>
              <a:ext cx="204" cy="584"/>
            </a:xfrm>
            <a:custGeom>
              <a:avLst/>
              <a:gdLst/>
              <a:ahLst/>
              <a:cxnLst/>
              <a:rect l="l" t="t" r="r" b="b"/>
              <a:pathLst>
                <a:path w="15" h="43" extrusionOk="0">
                  <a:moveTo>
                    <a:pt x="1" y="43"/>
                  </a:moveTo>
                  <a:cubicBezTo>
                    <a:pt x="4" y="29"/>
                    <a:pt x="11" y="15"/>
                    <a:pt x="15" y="1"/>
                  </a:cubicBezTo>
                  <a:cubicBezTo>
                    <a:pt x="11" y="15"/>
                    <a:pt x="4" y="29"/>
                    <a:pt x="1"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38" name="Google Shape;10338;p76"/>
            <p:cNvSpPr/>
            <p:nvPr/>
          </p:nvSpPr>
          <p:spPr>
            <a:xfrm>
              <a:off x="1469725" y="1985006"/>
              <a:ext cx="299" cy="394"/>
            </a:xfrm>
            <a:custGeom>
              <a:avLst/>
              <a:gdLst/>
              <a:ahLst/>
              <a:cxnLst/>
              <a:rect l="l" t="t" r="r" b="b"/>
              <a:pathLst>
                <a:path w="22" h="29" extrusionOk="0">
                  <a:moveTo>
                    <a:pt x="1" y="28"/>
                  </a:moveTo>
                  <a:cubicBezTo>
                    <a:pt x="8" y="18"/>
                    <a:pt x="15" y="11"/>
                    <a:pt x="22" y="0"/>
                  </a:cubicBezTo>
                  <a:cubicBezTo>
                    <a:pt x="15" y="11"/>
                    <a:pt x="8" y="18"/>
                    <a:pt x="1"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39" name="Google Shape;10339;p76"/>
            <p:cNvSpPr/>
            <p:nvPr/>
          </p:nvSpPr>
          <p:spPr>
            <a:xfrm>
              <a:off x="1468679" y="1986146"/>
              <a:ext cx="163" cy="149"/>
            </a:xfrm>
            <a:custGeom>
              <a:avLst/>
              <a:gdLst/>
              <a:ahLst/>
              <a:cxnLst/>
              <a:rect l="l" t="t" r="r" b="b"/>
              <a:pathLst>
                <a:path w="12" h="11" extrusionOk="0">
                  <a:moveTo>
                    <a:pt x="1" y="11"/>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40" name="Google Shape;10340;p76"/>
            <p:cNvSpPr/>
            <p:nvPr/>
          </p:nvSpPr>
          <p:spPr>
            <a:xfrm>
              <a:off x="1468964" y="1985956"/>
              <a:ext cx="163" cy="149"/>
            </a:xfrm>
            <a:custGeom>
              <a:avLst/>
              <a:gdLst/>
              <a:ahLst/>
              <a:cxnLst/>
              <a:rect l="l" t="t" r="r" b="b"/>
              <a:pathLst>
                <a:path w="12" h="11" extrusionOk="0">
                  <a:moveTo>
                    <a:pt x="1" y="11"/>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41" name="Google Shape;10341;p76"/>
            <p:cNvSpPr/>
            <p:nvPr/>
          </p:nvSpPr>
          <p:spPr>
            <a:xfrm>
              <a:off x="1527008" y="2118853"/>
              <a:ext cx="88322" cy="99360"/>
            </a:xfrm>
            <a:custGeom>
              <a:avLst/>
              <a:gdLst/>
              <a:ahLst/>
              <a:cxnLst/>
              <a:rect l="l" t="t" r="r" b="b"/>
              <a:pathLst>
                <a:path w="6505" h="7318" extrusionOk="0">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42" name="Google Shape;10342;p76"/>
            <p:cNvSpPr/>
            <p:nvPr/>
          </p:nvSpPr>
          <p:spPr>
            <a:xfrm>
              <a:off x="1596443" y="2164147"/>
              <a:ext cx="8812" cy="4820"/>
            </a:xfrm>
            <a:custGeom>
              <a:avLst/>
              <a:gdLst/>
              <a:ahLst/>
              <a:cxnLst/>
              <a:rect l="l" t="t" r="r" b="b"/>
              <a:pathLst>
                <a:path w="649" h="355" extrusionOk="0">
                  <a:moveTo>
                    <a:pt x="648" y="337"/>
                  </a:moveTo>
                  <a:cubicBezTo>
                    <a:pt x="134" y="354"/>
                    <a:pt x="11" y="165"/>
                    <a:pt x="1" y="1"/>
                  </a:cubicBezTo>
                  <a:cubicBezTo>
                    <a:pt x="11" y="165"/>
                    <a:pt x="134" y="354"/>
                    <a:pt x="648" y="33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43" name="Google Shape;10343;p76"/>
            <p:cNvSpPr/>
            <p:nvPr/>
          </p:nvSpPr>
          <p:spPr>
            <a:xfrm>
              <a:off x="1614230" y="2188587"/>
              <a:ext cx="54" cy="625"/>
            </a:xfrm>
            <a:custGeom>
              <a:avLst/>
              <a:gdLst/>
              <a:ahLst/>
              <a:cxnLst/>
              <a:rect l="l" t="t" r="r" b="b"/>
              <a:pathLst>
                <a:path w="4" h="46" extrusionOk="0">
                  <a:moveTo>
                    <a:pt x="0" y="0"/>
                  </a:moveTo>
                  <a:cubicBezTo>
                    <a:pt x="4" y="14"/>
                    <a:pt x="4" y="32"/>
                    <a:pt x="4" y="46"/>
                  </a:cubicBezTo>
                  <a:cubicBezTo>
                    <a:pt x="4" y="32"/>
                    <a:pt x="4" y="1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44" name="Google Shape;10344;p76"/>
            <p:cNvSpPr/>
            <p:nvPr/>
          </p:nvSpPr>
          <p:spPr>
            <a:xfrm>
              <a:off x="1584047" y="2146754"/>
              <a:ext cx="4616" cy="923"/>
            </a:xfrm>
            <a:custGeom>
              <a:avLst/>
              <a:gdLst/>
              <a:ahLst/>
              <a:cxnLst/>
              <a:rect l="l" t="t" r="r" b="b"/>
              <a:pathLst>
                <a:path w="340" h="68" extrusionOk="0">
                  <a:moveTo>
                    <a:pt x="340" y="60"/>
                  </a:moveTo>
                  <a:cubicBezTo>
                    <a:pt x="200" y="64"/>
                    <a:pt x="67" y="67"/>
                    <a:pt x="0" y="1"/>
                  </a:cubicBezTo>
                  <a:cubicBezTo>
                    <a:pt x="67" y="67"/>
                    <a:pt x="200" y="64"/>
                    <a:pt x="340" y="6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45" name="Google Shape;10345;p76"/>
            <p:cNvSpPr/>
            <p:nvPr/>
          </p:nvSpPr>
          <p:spPr>
            <a:xfrm>
              <a:off x="1612370" y="2190433"/>
              <a:ext cx="1724" cy="2349"/>
            </a:xfrm>
            <a:custGeom>
              <a:avLst/>
              <a:gdLst/>
              <a:ahLst/>
              <a:cxnLst/>
              <a:rect l="l" t="t" r="r" b="b"/>
              <a:pathLst>
                <a:path w="127" h="173" extrusionOk="0">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46" name="Google Shape;10346;p76"/>
            <p:cNvSpPr/>
            <p:nvPr/>
          </p:nvSpPr>
          <p:spPr>
            <a:xfrm>
              <a:off x="1614040" y="2189917"/>
              <a:ext cx="149" cy="530"/>
            </a:xfrm>
            <a:custGeom>
              <a:avLst/>
              <a:gdLst/>
              <a:ahLst/>
              <a:cxnLst/>
              <a:rect l="l" t="t" r="r" b="b"/>
              <a:pathLst>
                <a:path w="11" h="39" extrusionOk="0">
                  <a:moveTo>
                    <a:pt x="11" y="0"/>
                  </a:moveTo>
                  <a:cubicBezTo>
                    <a:pt x="7" y="11"/>
                    <a:pt x="4" y="25"/>
                    <a:pt x="0" y="39"/>
                  </a:cubicBezTo>
                  <a:cubicBezTo>
                    <a:pt x="4" y="25"/>
                    <a:pt x="7" y="11"/>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47" name="Google Shape;10347;p76"/>
            <p:cNvSpPr/>
            <p:nvPr/>
          </p:nvSpPr>
          <p:spPr>
            <a:xfrm>
              <a:off x="1529140" y="2128031"/>
              <a:ext cx="163" cy="54"/>
            </a:xfrm>
            <a:custGeom>
              <a:avLst/>
              <a:gdLst/>
              <a:ahLst/>
              <a:cxnLst/>
              <a:rect l="l" t="t" r="r" b="b"/>
              <a:pathLst>
                <a:path w="12" h="4" extrusionOk="0">
                  <a:moveTo>
                    <a:pt x="11" y="4"/>
                  </a:moveTo>
                  <a:lnTo>
                    <a:pt x="1" y="0"/>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48" name="Google Shape;10348;p76"/>
            <p:cNvSpPr/>
            <p:nvPr/>
          </p:nvSpPr>
          <p:spPr>
            <a:xfrm>
              <a:off x="1614230" y="2189293"/>
              <a:ext cx="54" cy="489"/>
            </a:xfrm>
            <a:custGeom>
              <a:avLst/>
              <a:gdLst/>
              <a:ahLst/>
              <a:cxnLst/>
              <a:rect l="l" t="t" r="r" b="b"/>
              <a:pathLst>
                <a:path w="4" h="36" extrusionOk="0">
                  <a:moveTo>
                    <a:pt x="4" y="1"/>
                  </a:moveTo>
                  <a:cubicBezTo>
                    <a:pt x="4" y="15"/>
                    <a:pt x="0" y="25"/>
                    <a:pt x="0" y="36"/>
                  </a:cubicBezTo>
                  <a:cubicBezTo>
                    <a:pt x="0" y="25"/>
                    <a:pt x="4" y="15"/>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49" name="Google Shape;10349;p76"/>
            <p:cNvSpPr/>
            <p:nvPr/>
          </p:nvSpPr>
          <p:spPr>
            <a:xfrm>
              <a:off x="1529425" y="2128126"/>
              <a:ext cx="394" cy="149"/>
            </a:xfrm>
            <a:custGeom>
              <a:avLst/>
              <a:gdLst/>
              <a:ahLst/>
              <a:cxnLst/>
              <a:rect l="l" t="t" r="r" b="b"/>
              <a:pathLst>
                <a:path w="29" h="11" extrusionOk="0">
                  <a:moveTo>
                    <a:pt x="1" y="0"/>
                  </a:moveTo>
                  <a:lnTo>
                    <a:pt x="29"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50" name="Google Shape;10350;p76"/>
            <p:cNvSpPr/>
            <p:nvPr/>
          </p:nvSpPr>
          <p:spPr>
            <a:xfrm>
              <a:off x="1575290" y="214080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51" name="Google Shape;10351;p76"/>
            <p:cNvSpPr/>
            <p:nvPr/>
          </p:nvSpPr>
          <p:spPr>
            <a:xfrm>
              <a:off x="1615085" y="2180983"/>
              <a:ext cx="299" cy="2009"/>
            </a:xfrm>
            <a:custGeom>
              <a:avLst/>
              <a:gdLst/>
              <a:ahLst/>
              <a:cxnLst/>
              <a:rect l="l" t="t" r="r" b="b"/>
              <a:pathLst>
                <a:path w="22" h="148" extrusionOk="0">
                  <a:moveTo>
                    <a:pt x="21" y="0"/>
                  </a:moveTo>
                  <a:cubicBezTo>
                    <a:pt x="18" y="49"/>
                    <a:pt x="11" y="98"/>
                    <a:pt x="0" y="147"/>
                  </a:cubicBezTo>
                  <a:cubicBezTo>
                    <a:pt x="11" y="98"/>
                    <a:pt x="18" y="49"/>
                    <a:pt x="2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52" name="Google Shape;10352;p76"/>
            <p:cNvSpPr/>
            <p:nvPr/>
          </p:nvSpPr>
          <p:spPr>
            <a:xfrm>
              <a:off x="1595493" y="2161391"/>
              <a:ext cx="964" cy="2770"/>
            </a:xfrm>
            <a:custGeom>
              <a:avLst/>
              <a:gdLst/>
              <a:ahLst/>
              <a:cxnLst/>
              <a:rect l="l" t="t" r="r" b="b"/>
              <a:pathLst>
                <a:path w="71" h="204" extrusionOk="0">
                  <a:moveTo>
                    <a:pt x="1" y="1"/>
                  </a:moveTo>
                  <a:cubicBezTo>
                    <a:pt x="36" y="64"/>
                    <a:pt x="60" y="134"/>
                    <a:pt x="71" y="204"/>
                  </a:cubicBezTo>
                  <a:cubicBezTo>
                    <a:pt x="60" y="134"/>
                    <a:pt x="36" y="6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53" name="Google Shape;10353;p76"/>
            <p:cNvSpPr/>
            <p:nvPr/>
          </p:nvSpPr>
          <p:spPr>
            <a:xfrm>
              <a:off x="1543736" y="2212822"/>
              <a:ext cx="4711" cy="3775"/>
            </a:xfrm>
            <a:custGeom>
              <a:avLst/>
              <a:gdLst/>
              <a:ahLst/>
              <a:cxnLst/>
              <a:rect l="l" t="t" r="r" b="b"/>
              <a:pathLst>
                <a:path w="347" h="278" extrusionOk="0">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54" name="Google Shape;10354;p76"/>
            <p:cNvSpPr/>
            <p:nvPr/>
          </p:nvSpPr>
          <p:spPr>
            <a:xfrm>
              <a:off x="1568542" y="2210324"/>
              <a:ext cx="8092" cy="855"/>
            </a:xfrm>
            <a:custGeom>
              <a:avLst/>
              <a:gdLst/>
              <a:ahLst/>
              <a:cxnLst/>
              <a:rect l="l" t="t" r="r" b="b"/>
              <a:pathLst>
                <a:path w="596" h="63" extrusionOk="0">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55" name="Google Shape;10355;p76"/>
            <p:cNvSpPr/>
            <p:nvPr/>
          </p:nvSpPr>
          <p:spPr>
            <a:xfrm>
              <a:off x="1530375" y="2180128"/>
              <a:ext cx="163" cy="244"/>
            </a:xfrm>
            <a:custGeom>
              <a:avLst/>
              <a:gdLst/>
              <a:ahLst/>
              <a:cxnLst/>
              <a:rect l="l" t="t" r="r" b="b"/>
              <a:pathLst>
                <a:path w="12" h="18" extrusionOk="0">
                  <a:moveTo>
                    <a:pt x="11" y="18"/>
                  </a:moveTo>
                  <a:cubicBezTo>
                    <a:pt x="8" y="11"/>
                    <a:pt x="4" y="7"/>
                    <a:pt x="1" y="0"/>
                  </a:cubicBezTo>
                  <a:cubicBezTo>
                    <a:pt x="4" y="7"/>
                    <a:pt x="8" y="11"/>
                    <a:pt x="1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56" name="Google Shape;10356;p76"/>
            <p:cNvSpPr/>
            <p:nvPr/>
          </p:nvSpPr>
          <p:spPr>
            <a:xfrm>
              <a:off x="1527049" y="2176177"/>
              <a:ext cx="2675" cy="3340"/>
            </a:xfrm>
            <a:custGeom>
              <a:avLst/>
              <a:gdLst/>
              <a:ahLst/>
              <a:cxnLst/>
              <a:rect l="l" t="t" r="r" b="b"/>
              <a:pathLst>
                <a:path w="197" h="246" extrusionOk="0">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57" name="Google Shape;10357;p76"/>
            <p:cNvSpPr/>
            <p:nvPr/>
          </p:nvSpPr>
          <p:spPr>
            <a:xfrm>
              <a:off x="1540314" y="2216583"/>
              <a:ext cx="3435" cy="1629"/>
            </a:xfrm>
            <a:custGeom>
              <a:avLst/>
              <a:gdLst/>
              <a:ahLst/>
              <a:cxnLst/>
              <a:rect l="l" t="t" r="r" b="b"/>
              <a:pathLst>
                <a:path w="253" h="120" extrusionOk="0">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58" name="Google Shape;10358;p76"/>
            <p:cNvSpPr/>
            <p:nvPr/>
          </p:nvSpPr>
          <p:spPr>
            <a:xfrm>
              <a:off x="1530565" y="2180413"/>
              <a:ext cx="353" cy="489"/>
            </a:xfrm>
            <a:custGeom>
              <a:avLst/>
              <a:gdLst/>
              <a:ahLst/>
              <a:cxnLst/>
              <a:rect l="l" t="t" r="r" b="b"/>
              <a:pathLst>
                <a:path w="26" h="36" extrusionOk="0">
                  <a:moveTo>
                    <a:pt x="25" y="35"/>
                  </a:moveTo>
                  <a:cubicBezTo>
                    <a:pt x="18" y="25"/>
                    <a:pt x="11" y="11"/>
                    <a:pt x="1" y="0"/>
                  </a:cubicBezTo>
                  <a:cubicBezTo>
                    <a:pt x="11" y="11"/>
                    <a:pt x="18" y="25"/>
                    <a:pt x="25" y="3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59" name="Google Shape;10359;p76"/>
            <p:cNvSpPr/>
            <p:nvPr/>
          </p:nvSpPr>
          <p:spPr>
            <a:xfrm>
              <a:off x="1540260" y="2217819"/>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60" name="Google Shape;10360;p76"/>
            <p:cNvSpPr/>
            <p:nvPr/>
          </p:nvSpPr>
          <p:spPr>
            <a:xfrm>
              <a:off x="1540124" y="2216149"/>
              <a:ext cx="109" cy="1018"/>
            </a:xfrm>
            <a:custGeom>
              <a:avLst/>
              <a:gdLst/>
              <a:ahLst/>
              <a:cxnLst/>
              <a:rect l="l" t="t" r="r" b="b"/>
              <a:pathLst>
                <a:path w="8" h="75" extrusionOk="0">
                  <a:moveTo>
                    <a:pt x="0" y="1"/>
                  </a:moveTo>
                  <a:cubicBezTo>
                    <a:pt x="4" y="25"/>
                    <a:pt x="4" y="50"/>
                    <a:pt x="7" y="74"/>
                  </a:cubicBezTo>
                  <a:cubicBezTo>
                    <a:pt x="7" y="50"/>
                    <a:pt x="4" y="2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61" name="Google Shape;10361;p76"/>
            <p:cNvSpPr/>
            <p:nvPr/>
          </p:nvSpPr>
          <p:spPr>
            <a:xfrm>
              <a:off x="1540219" y="2217289"/>
              <a:ext cx="54" cy="258"/>
            </a:xfrm>
            <a:custGeom>
              <a:avLst/>
              <a:gdLst/>
              <a:ahLst/>
              <a:cxnLst/>
              <a:rect l="l" t="t" r="r" b="b"/>
              <a:pathLst>
                <a:path w="4" h="19" extrusionOk="0">
                  <a:moveTo>
                    <a:pt x="4" y="1"/>
                  </a:moveTo>
                  <a:cubicBezTo>
                    <a:pt x="0" y="8"/>
                    <a:pt x="4" y="11"/>
                    <a:pt x="4" y="18"/>
                  </a:cubicBez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62" name="Google Shape;10362;p76"/>
            <p:cNvSpPr/>
            <p:nvPr/>
          </p:nvSpPr>
          <p:spPr>
            <a:xfrm>
              <a:off x="1533512" y="2195335"/>
              <a:ext cx="869" cy="2675"/>
            </a:xfrm>
            <a:custGeom>
              <a:avLst/>
              <a:gdLst/>
              <a:ahLst/>
              <a:cxnLst/>
              <a:rect l="l" t="t" r="r" b="b"/>
              <a:pathLst>
                <a:path w="64" h="197" extrusionOk="0">
                  <a:moveTo>
                    <a:pt x="60" y="0"/>
                  </a:moveTo>
                  <a:cubicBezTo>
                    <a:pt x="64" y="70"/>
                    <a:pt x="43" y="140"/>
                    <a:pt x="1" y="196"/>
                  </a:cubicBezTo>
                  <a:cubicBezTo>
                    <a:pt x="43" y="140"/>
                    <a:pt x="64" y="70"/>
                    <a:pt x="6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63" name="Google Shape;10363;p76"/>
            <p:cNvSpPr/>
            <p:nvPr/>
          </p:nvSpPr>
          <p:spPr>
            <a:xfrm>
              <a:off x="1530090" y="217988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64" name="Google Shape;10364;p76"/>
            <p:cNvSpPr/>
            <p:nvPr/>
          </p:nvSpPr>
          <p:spPr>
            <a:xfrm>
              <a:off x="1543355" y="2216108"/>
              <a:ext cx="1100" cy="720"/>
            </a:xfrm>
            <a:custGeom>
              <a:avLst/>
              <a:gdLst/>
              <a:ahLst/>
              <a:cxnLst/>
              <a:rect l="l" t="t" r="r" b="b"/>
              <a:pathLst>
                <a:path w="81" h="53" extrusionOk="0">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65" name="Google Shape;10365;p76"/>
            <p:cNvSpPr/>
            <p:nvPr/>
          </p:nvSpPr>
          <p:spPr>
            <a:xfrm>
              <a:off x="1579281" y="2208980"/>
              <a:ext cx="109" cy="299"/>
            </a:xfrm>
            <a:custGeom>
              <a:avLst/>
              <a:gdLst/>
              <a:ahLst/>
              <a:cxnLst/>
              <a:rect l="l" t="t" r="r" b="b"/>
              <a:pathLst>
                <a:path w="8" h="22" extrusionOk="0">
                  <a:moveTo>
                    <a:pt x="1" y="21"/>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66" name="Google Shape;10366;p76"/>
            <p:cNvSpPr/>
            <p:nvPr/>
          </p:nvSpPr>
          <p:spPr>
            <a:xfrm>
              <a:off x="1579376" y="2208641"/>
              <a:ext cx="109" cy="258"/>
            </a:xfrm>
            <a:custGeom>
              <a:avLst/>
              <a:gdLst/>
              <a:ahLst/>
              <a:cxnLst/>
              <a:rect l="l" t="t" r="r" b="b"/>
              <a:pathLst>
                <a:path w="8" h="19" extrusionOk="0">
                  <a:moveTo>
                    <a:pt x="1" y="1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67" name="Google Shape;10367;p76"/>
            <p:cNvSpPr/>
            <p:nvPr/>
          </p:nvSpPr>
          <p:spPr>
            <a:xfrm>
              <a:off x="1576620" y="2210786"/>
              <a:ext cx="2105" cy="122"/>
            </a:xfrm>
            <a:custGeom>
              <a:avLst/>
              <a:gdLst/>
              <a:ahLst/>
              <a:cxnLst/>
              <a:rect l="l" t="t" r="r" b="b"/>
              <a:pathLst>
                <a:path w="155" h="9" extrusionOk="0">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68" name="Google Shape;10368;p76"/>
            <p:cNvSpPr/>
            <p:nvPr/>
          </p:nvSpPr>
          <p:spPr>
            <a:xfrm>
              <a:off x="1595588" y="2189958"/>
              <a:ext cx="5621" cy="1018"/>
            </a:xfrm>
            <a:custGeom>
              <a:avLst/>
              <a:gdLst/>
              <a:ahLst/>
              <a:cxnLst/>
              <a:rect l="l" t="t" r="r" b="b"/>
              <a:pathLst>
                <a:path w="414" h="75" extrusionOk="0">
                  <a:moveTo>
                    <a:pt x="414" y="1"/>
                  </a:moveTo>
                  <a:cubicBezTo>
                    <a:pt x="263" y="1"/>
                    <a:pt x="116" y="15"/>
                    <a:pt x="1" y="74"/>
                  </a:cubicBezTo>
                  <a:cubicBezTo>
                    <a:pt x="116" y="15"/>
                    <a:pt x="263" y="4"/>
                    <a:pt x="41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69" name="Google Shape;10369;p76"/>
            <p:cNvSpPr/>
            <p:nvPr/>
          </p:nvSpPr>
          <p:spPr>
            <a:xfrm>
              <a:off x="1611609" y="2192768"/>
              <a:ext cx="774" cy="299"/>
            </a:xfrm>
            <a:custGeom>
              <a:avLst/>
              <a:gdLst/>
              <a:ahLst/>
              <a:cxnLst/>
              <a:rect l="l" t="t" r="r" b="b"/>
              <a:pathLst>
                <a:path w="57" h="22" extrusionOk="0">
                  <a:moveTo>
                    <a:pt x="57" y="0"/>
                  </a:moveTo>
                  <a:cubicBezTo>
                    <a:pt x="39" y="11"/>
                    <a:pt x="18" y="18"/>
                    <a:pt x="1" y="21"/>
                  </a:cubicBezTo>
                  <a:cubicBezTo>
                    <a:pt x="15" y="21"/>
                    <a:pt x="29" y="18"/>
                    <a:pt x="43" y="11"/>
                  </a:cubicBezTo>
                  <a:lnTo>
                    <a:pt x="5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70" name="Google Shape;10370;p76"/>
            <p:cNvSpPr/>
            <p:nvPr/>
          </p:nvSpPr>
          <p:spPr>
            <a:xfrm>
              <a:off x="1579526" y="2208260"/>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71" name="Google Shape;10371;p76"/>
            <p:cNvSpPr/>
            <p:nvPr/>
          </p:nvSpPr>
          <p:spPr>
            <a:xfrm>
              <a:off x="1612180" y="2192619"/>
              <a:ext cx="394" cy="258"/>
            </a:xfrm>
            <a:custGeom>
              <a:avLst/>
              <a:gdLst/>
              <a:ahLst/>
              <a:cxnLst/>
              <a:rect l="l" t="t" r="r" b="b"/>
              <a:pathLst>
                <a:path w="29" h="19" extrusionOk="0">
                  <a:moveTo>
                    <a:pt x="29" y="1"/>
                  </a:moveTo>
                  <a:lnTo>
                    <a:pt x="29" y="1"/>
                  </a:lnTo>
                  <a:cubicBezTo>
                    <a:pt x="18" y="8"/>
                    <a:pt x="8" y="15"/>
                    <a:pt x="1" y="18"/>
                  </a:cubicBezTo>
                  <a:lnTo>
                    <a:pt x="15" y="11"/>
                  </a:ln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72" name="Google Shape;10372;p76"/>
            <p:cNvSpPr/>
            <p:nvPr/>
          </p:nvSpPr>
          <p:spPr>
            <a:xfrm>
              <a:off x="1575385" y="2210636"/>
              <a:ext cx="1724" cy="204"/>
            </a:xfrm>
            <a:custGeom>
              <a:avLst/>
              <a:gdLst/>
              <a:ahLst/>
              <a:cxnLst/>
              <a:rect l="l" t="t" r="r" b="b"/>
              <a:pathLst>
                <a:path w="127" h="15" extrusionOk="0">
                  <a:moveTo>
                    <a:pt x="1" y="1"/>
                  </a:moveTo>
                  <a:lnTo>
                    <a:pt x="92" y="11"/>
                  </a:lnTo>
                  <a:lnTo>
                    <a:pt x="127" y="15"/>
                  </a:lnTo>
                  <a:lnTo>
                    <a:pt x="127" y="15"/>
                  </a:ln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73" name="Google Shape;10373;p76"/>
            <p:cNvSpPr/>
            <p:nvPr/>
          </p:nvSpPr>
          <p:spPr>
            <a:xfrm>
              <a:off x="1438877" y="2046607"/>
              <a:ext cx="93508" cy="136291"/>
            </a:xfrm>
            <a:custGeom>
              <a:avLst/>
              <a:gdLst/>
              <a:ahLst/>
              <a:cxnLst/>
              <a:rect l="l" t="t" r="r" b="b"/>
              <a:pathLst>
                <a:path w="6887" h="10038" extrusionOk="0">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74" name="Google Shape;10374;p76"/>
            <p:cNvSpPr/>
            <p:nvPr/>
          </p:nvSpPr>
          <p:spPr>
            <a:xfrm>
              <a:off x="1518685" y="2074223"/>
              <a:ext cx="244" cy="54"/>
            </a:xfrm>
            <a:custGeom>
              <a:avLst/>
              <a:gdLst/>
              <a:ahLst/>
              <a:cxnLst/>
              <a:rect l="l" t="t" r="r" b="b"/>
              <a:pathLst>
                <a:path w="18" h="4" extrusionOk="0">
                  <a:moveTo>
                    <a:pt x="0" y="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75" name="Google Shape;10375;p76"/>
            <p:cNvSpPr/>
            <p:nvPr/>
          </p:nvSpPr>
          <p:spPr>
            <a:xfrm>
              <a:off x="1517545" y="2074549"/>
              <a:ext cx="299" cy="163"/>
            </a:xfrm>
            <a:custGeom>
              <a:avLst/>
              <a:gdLst/>
              <a:ahLst/>
              <a:cxnLst/>
              <a:rect l="l" t="t" r="r" b="b"/>
              <a:pathLst>
                <a:path w="22" h="12" extrusionOk="0">
                  <a:moveTo>
                    <a:pt x="0" y="11"/>
                  </a:moveTo>
                  <a:lnTo>
                    <a:pt x="2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76" name="Google Shape;10376;p76"/>
            <p:cNvSpPr/>
            <p:nvPr/>
          </p:nvSpPr>
          <p:spPr>
            <a:xfrm>
              <a:off x="1518305" y="2074318"/>
              <a:ext cx="299" cy="54"/>
            </a:xfrm>
            <a:custGeom>
              <a:avLst/>
              <a:gdLst/>
              <a:ahLst/>
              <a:cxnLst/>
              <a:rect l="l" t="t" r="r" b="b"/>
              <a:pathLst>
                <a:path w="22" h="4" extrusionOk="0">
                  <a:moveTo>
                    <a:pt x="0" y="4"/>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77" name="Google Shape;10377;p76"/>
            <p:cNvSpPr/>
            <p:nvPr/>
          </p:nvSpPr>
          <p:spPr>
            <a:xfrm>
              <a:off x="1517110" y="2074794"/>
              <a:ext cx="299" cy="204"/>
            </a:xfrm>
            <a:custGeom>
              <a:avLst/>
              <a:gdLst/>
              <a:ahLst/>
              <a:cxnLst/>
              <a:rect l="l" t="t" r="r" b="b"/>
              <a:pathLst>
                <a:path w="22" h="15" extrusionOk="0">
                  <a:moveTo>
                    <a:pt x="1" y="14"/>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78" name="Google Shape;10378;p76"/>
            <p:cNvSpPr/>
            <p:nvPr/>
          </p:nvSpPr>
          <p:spPr>
            <a:xfrm>
              <a:off x="1516594" y="2075024"/>
              <a:ext cx="434" cy="353"/>
            </a:xfrm>
            <a:custGeom>
              <a:avLst/>
              <a:gdLst/>
              <a:ahLst/>
              <a:cxnLst/>
              <a:rect l="l" t="t" r="r" b="b"/>
              <a:pathLst>
                <a:path w="32" h="26" extrusionOk="0">
                  <a:moveTo>
                    <a:pt x="0" y="25"/>
                  </a:moveTo>
                  <a:cubicBezTo>
                    <a:pt x="11" y="15"/>
                    <a:pt x="21" y="8"/>
                    <a:pt x="32" y="1"/>
                  </a:cubicBezTo>
                  <a:cubicBezTo>
                    <a:pt x="21" y="8"/>
                    <a:pt x="11" y="15"/>
                    <a:pt x="0"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79" name="Google Shape;10379;p76"/>
            <p:cNvSpPr/>
            <p:nvPr/>
          </p:nvSpPr>
          <p:spPr>
            <a:xfrm>
              <a:off x="1519065" y="2074223"/>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80" name="Google Shape;10380;p76"/>
            <p:cNvSpPr/>
            <p:nvPr/>
          </p:nvSpPr>
          <p:spPr>
            <a:xfrm>
              <a:off x="1504184" y="2079356"/>
              <a:ext cx="2349" cy="964"/>
            </a:xfrm>
            <a:custGeom>
              <a:avLst/>
              <a:gdLst/>
              <a:ahLst/>
              <a:cxnLst/>
              <a:rect l="l" t="t" r="r" b="b"/>
              <a:pathLst>
                <a:path w="173" h="71" extrusionOk="0">
                  <a:moveTo>
                    <a:pt x="1" y="70"/>
                  </a:moveTo>
                  <a:cubicBezTo>
                    <a:pt x="60" y="49"/>
                    <a:pt x="120" y="28"/>
                    <a:pt x="172" y="0"/>
                  </a:cubicBezTo>
                  <a:cubicBezTo>
                    <a:pt x="120" y="28"/>
                    <a:pt x="60" y="49"/>
                    <a:pt x="1" y="7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81" name="Google Shape;10381;p76"/>
            <p:cNvSpPr/>
            <p:nvPr/>
          </p:nvSpPr>
          <p:spPr>
            <a:xfrm>
              <a:off x="1517925" y="2074413"/>
              <a:ext cx="299" cy="109"/>
            </a:xfrm>
            <a:custGeom>
              <a:avLst/>
              <a:gdLst/>
              <a:ahLst/>
              <a:cxnLst/>
              <a:rect l="l" t="t" r="r" b="b"/>
              <a:pathLst>
                <a:path w="22" h="8" extrusionOk="0">
                  <a:moveTo>
                    <a:pt x="0" y="7"/>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82" name="Google Shape;10382;p76"/>
            <p:cNvSpPr/>
            <p:nvPr/>
          </p:nvSpPr>
          <p:spPr>
            <a:xfrm>
              <a:off x="1522052" y="2182355"/>
              <a:ext cx="109" cy="68"/>
            </a:xfrm>
            <a:custGeom>
              <a:avLst/>
              <a:gdLst/>
              <a:ahLst/>
              <a:cxnLst/>
              <a:rect l="l" t="t" r="r" b="b"/>
              <a:pathLst>
                <a:path w="8" h="5" extrusionOk="0">
                  <a:moveTo>
                    <a:pt x="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83" name="Google Shape;10383;p76"/>
            <p:cNvSpPr/>
            <p:nvPr/>
          </p:nvSpPr>
          <p:spPr>
            <a:xfrm>
              <a:off x="1518305" y="2072988"/>
              <a:ext cx="394" cy="394"/>
            </a:xfrm>
            <a:custGeom>
              <a:avLst/>
              <a:gdLst/>
              <a:ahLst/>
              <a:cxnLst/>
              <a:rect l="l" t="t" r="r" b="b"/>
              <a:pathLst>
                <a:path w="29" h="29" extrusionOk="0">
                  <a:moveTo>
                    <a:pt x="28" y="28"/>
                  </a:moveTo>
                  <a:cubicBezTo>
                    <a:pt x="18" y="21"/>
                    <a:pt x="11" y="11"/>
                    <a:pt x="0" y="0"/>
                  </a:cubicBezTo>
                  <a:cubicBezTo>
                    <a:pt x="11" y="11"/>
                    <a:pt x="18" y="21"/>
                    <a:pt x="28"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84" name="Google Shape;10384;p76"/>
            <p:cNvSpPr/>
            <p:nvPr/>
          </p:nvSpPr>
          <p:spPr>
            <a:xfrm>
              <a:off x="1485176" y="204622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85" name="Google Shape;10385;p76"/>
            <p:cNvSpPr/>
            <p:nvPr/>
          </p:nvSpPr>
          <p:spPr>
            <a:xfrm>
              <a:off x="1485692" y="204622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86" name="Google Shape;10386;p76"/>
            <p:cNvSpPr/>
            <p:nvPr/>
          </p:nvSpPr>
          <p:spPr>
            <a:xfrm>
              <a:off x="1486411" y="204626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87" name="Google Shape;10387;p76"/>
            <p:cNvSpPr/>
            <p:nvPr/>
          </p:nvSpPr>
          <p:spPr>
            <a:xfrm>
              <a:off x="1486982" y="2046457"/>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88" name="Google Shape;10388;p76"/>
            <p:cNvSpPr/>
            <p:nvPr/>
          </p:nvSpPr>
          <p:spPr>
            <a:xfrm>
              <a:off x="1486506" y="2046322"/>
              <a:ext cx="109" cy="14"/>
            </a:xfrm>
            <a:custGeom>
              <a:avLst/>
              <a:gdLst/>
              <a:ahLst/>
              <a:cxnLst/>
              <a:rect l="l" t="t" r="r" b="b"/>
              <a:pathLst>
                <a:path w="8" h="1" extrusionOk="0">
                  <a:moveTo>
                    <a:pt x="7"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89" name="Google Shape;10389;p76"/>
            <p:cNvSpPr/>
            <p:nvPr/>
          </p:nvSpPr>
          <p:spPr>
            <a:xfrm>
              <a:off x="1486792" y="2046417"/>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90" name="Google Shape;10390;p76"/>
            <p:cNvSpPr/>
            <p:nvPr/>
          </p:nvSpPr>
          <p:spPr>
            <a:xfrm>
              <a:off x="1486887" y="2046457"/>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91" name="Google Shape;10391;p76"/>
            <p:cNvSpPr/>
            <p:nvPr/>
          </p:nvSpPr>
          <p:spPr>
            <a:xfrm>
              <a:off x="1517965" y="2072513"/>
              <a:ext cx="299" cy="434"/>
            </a:xfrm>
            <a:custGeom>
              <a:avLst/>
              <a:gdLst/>
              <a:ahLst/>
              <a:cxnLst/>
              <a:rect l="l" t="t" r="r" b="b"/>
              <a:pathLst>
                <a:path w="22" h="32" extrusionOk="0">
                  <a:moveTo>
                    <a:pt x="22" y="32"/>
                  </a:moveTo>
                  <a:cubicBezTo>
                    <a:pt x="15" y="21"/>
                    <a:pt x="8" y="11"/>
                    <a:pt x="1" y="0"/>
                  </a:cubicBezTo>
                  <a:cubicBezTo>
                    <a:pt x="8" y="11"/>
                    <a:pt x="15" y="21"/>
                    <a:pt x="22"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92" name="Google Shape;10392;p76"/>
            <p:cNvSpPr/>
            <p:nvPr/>
          </p:nvSpPr>
          <p:spPr>
            <a:xfrm>
              <a:off x="1484171" y="2046267"/>
              <a:ext cx="204" cy="14"/>
            </a:xfrm>
            <a:custGeom>
              <a:avLst/>
              <a:gdLst/>
              <a:ahLst/>
              <a:cxnLst/>
              <a:rect l="l" t="t" r="r" b="b"/>
              <a:pathLst>
                <a:path w="15" h="1" extrusionOk="0">
                  <a:moveTo>
                    <a:pt x="15"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93" name="Google Shape;10393;p76"/>
            <p:cNvSpPr/>
            <p:nvPr/>
          </p:nvSpPr>
          <p:spPr>
            <a:xfrm>
              <a:off x="1485407" y="204622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94" name="Google Shape;10394;p76"/>
            <p:cNvSpPr/>
            <p:nvPr/>
          </p:nvSpPr>
          <p:spPr>
            <a:xfrm>
              <a:off x="1483655" y="2046362"/>
              <a:ext cx="244" cy="14"/>
            </a:xfrm>
            <a:custGeom>
              <a:avLst/>
              <a:gdLst/>
              <a:ahLst/>
              <a:cxnLst/>
              <a:rect l="l" t="t" r="r" b="b"/>
              <a:pathLst>
                <a:path w="18" h="1" extrusionOk="0">
                  <a:moveTo>
                    <a:pt x="1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95" name="Google Shape;10395;p76"/>
            <p:cNvSpPr/>
            <p:nvPr/>
          </p:nvSpPr>
          <p:spPr>
            <a:xfrm>
              <a:off x="1482800" y="2046417"/>
              <a:ext cx="584" cy="109"/>
            </a:xfrm>
            <a:custGeom>
              <a:avLst/>
              <a:gdLst/>
              <a:ahLst/>
              <a:cxnLst/>
              <a:rect l="l" t="t" r="r" b="b"/>
              <a:pathLst>
                <a:path w="43" h="8" extrusionOk="0">
                  <a:moveTo>
                    <a:pt x="0" y="7"/>
                  </a:moveTo>
                  <a:lnTo>
                    <a:pt x="4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96" name="Google Shape;10396;p76"/>
            <p:cNvSpPr/>
            <p:nvPr/>
          </p:nvSpPr>
          <p:spPr>
            <a:xfrm>
              <a:off x="1519201" y="2073789"/>
              <a:ext cx="543" cy="353"/>
            </a:xfrm>
            <a:custGeom>
              <a:avLst/>
              <a:gdLst/>
              <a:ahLst/>
              <a:cxnLst/>
              <a:rect l="l" t="t" r="r" b="b"/>
              <a:pathLst>
                <a:path w="40" h="26" extrusionOk="0">
                  <a:moveTo>
                    <a:pt x="39" y="25"/>
                  </a:moveTo>
                  <a:cubicBezTo>
                    <a:pt x="25" y="18"/>
                    <a:pt x="15" y="8"/>
                    <a:pt x="1" y="1"/>
                  </a:cubicBezTo>
                  <a:cubicBezTo>
                    <a:pt x="15" y="8"/>
                    <a:pt x="25" y="18"/>
                    <a:pt x="39"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97" name="Google Shape;10397;p76"/>
            <p:cNvSpPr/>
            <p:nvPr/>
          </p:nvSpPr>
          <p:spPr>
            <a:xfrm>
              <a:off x="1510606" y="2062248"/>
              <a:ext cx="1249" cy="299"/>
            </a:xfrm>
            <a:custGeom>
              <a:avLst/>
              <a:gdLst/>
              <a:ahLst/>
              <a:cxnLst/>
              <a:rect l="l" t="t" r="r" b="b"/>
              <a:pathLst>
                <a:path w="92" h="22" extrusionOk="0">
                  <a:moveTo>
                    <a:pt x="0" y="0"/>
                  </a:moveTo>
                  <a:cubicBezTo>
                    <a:pt x="32" y="0"/>
                    <a:pt x="63" y="7"/>
                    <a:pt x="91" y="21"/>
                  </a:cubicBezTo>
                  <a:cubicBezTo>
                    <a:pt x="63" y="7"/>
                    <a:pt x="32"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98" name="Google Shape;10398;p76"/>
            <p:cNvSpPr/>
            <p:nvPr/>
          </p:nvSpPr>
          <p:spPr>
            <a:xfrm>
              <a:off x="1518726" y="2073463"/>
              <a:ext cx="448" cy="299"/>
            </a:xfrm>
            <a:custGeom>
              <a:avLst/>
              <a:gdLst/>
              <a:ahLst/>
              <a:cxnLst/>
              <a:rect l="l" t="t" r="r" b="b"/>
              <a:pathLst>
                <a:path w="33" h="22" extrusionOk="0">
                  <a:moveTo>
                    <a:pt x="32" y="21"/>
                  </a:moveTo>
                  <a:cubicBezTo>
                    <a:pt x="22" y="14"/>
                    <a:pt x="11" y="7"/>
                    <a:pt x="1" y="0"/>
                  </a:cubicBezTo>
                  <a:cubicBezTo>
                    <a:pt x="11" y="7"/>
                    <a:pt x="22" y="14"/>
                    <a:pt x="32"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99" name="Google Shape;10399;p76"/>
            <p:cNvSpPr/>
            <p:nvPr/>
          </p:nvSpPr>
          <p:spPr>
            <a:xfrm>
              <a:off x="1484646" y="2046267"/>
              <a:ext cx="163" cy="14"/>
            </a:xfrm>
            <a:custGeom>
              <a:avLst/>
              <a:gdLst/>
              <a:ahLst/>
              <a:cxnLst/>
              <a:rect l="l" t="t" r="r" b="b"/>
              <a:pathLst>
                <a:path w="12" h="1" extrusionOk="0">
                  <a:moveTo>
                    <a:pt x="1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00" name="Google Shape;10400;p76"/>
            <p:cNvSpPr/>
            <p:nvPr/>
          </p:nvSpPr>
          <p:spPr>
            <a:xfrm>
              <a:off x="1486642" y="2046362"/>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01" name="Google Shape;10401;p76"/>
            <p:cNvSpPr/>
            <p:nvPr/>
          </p:nvSpPr>
          <p:spPr>
            <a:xfrm>
              <a:off x="1526003" y="2172945"/>
              <a:ext cx="394" cy="299"/>
            </a:xfrm>
            <a:custGeom>
              <a:avLst/>
              <a:gdLst/>
              <a:ahLst/>
              <a:cxnLst/>
              <a:rect l="l" t="t" r="r" b="b"/>
              <a:pathLst>
                <a:path w="29" h="22" extrusionOk="0">
                  <a:moveTo>
                    <a:pt x="29" y="1"/>
                  </a:moveTo>
                  <a:cubicBezTo>
                    <a:pt x="18" y="8"/>
                    <a:pt x="11" y="15"/>
                    <a:pt x="1" y="22"/>
                  </a:cubicBezTo>
                  <a:cubicBezTo>
                    <a:pt x="11" y="15"/>
                    <a:pt x="18" y="8"/>
                    <a:pt x="2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02" name="Google Shape;10402;p76"/>
            <p:cNvSpPr/>
            <p:nvPr/>
          </p:nvSpPr>
          <p:spPr>
            <a:xfrm>
              <a:off x="1525677" y="2173325"/>
              <a:ext cx="299" cy="353"/>
            </a:xfrm>
            <a:custGeom>
              <a:avLst/>
              <a:gdLst/>
              <a:ahLst/>
              <a:cxnLst/>
              <a:rect l="l" t="t" r="r" b="b"/>
              <a:pathLst>
                <a:path w="22" h="26" extrusionOk="0">
                  <a:moveTo>
                    <a:pt x="0" y="25"/>
                  </a:moveTo>
                  <a:cubicBezTo>
                    <a:pt x="7" y="15"/>
                    <a:pt x="14" y="8"/>
                    <a:pt x="21" y="1"/>
                  </a:cubicBezTo>
                  <a:cubicBezTo>
                    <a:pt x="14" y="8"/>
                    <a:pt x="7" y="15"/>
                    <a:pt x="0"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03" name="Google Shape;10403;p76"/>
            <p:cNvSpPr/>
            <p:nvPr/>
          </p:nvSpPr>
          <p:spPr>
            <a:xfrm>
              <a:off x="1529425" y="213253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04" name="Google Shape;10404;p76"/>
            <p:cNvSpPr/>
            <p:nvPr/>
          </p:nvSpPr>
          <p:spPr>
            <a:xfrm>
              <a:off x="1527714" y="2129212"/>
              <a:ext cx="163" cy="299"/>
            </a:xfrm>
            <a:custGeom>
              <a:avLst/>
              <a:gdLst/>
              <a:ahLst/>
              <a:cxnLst/>
              <a:rect l="l" t="t" r="r" b="b"/>
              <a:pathLst>
                <a:path w="12" h="22" extrusionOk="0">
                  <a:moveTo>
                    <a:pt x="1" y="1"/>
                  </a:moveTo>
                  <a:lnTo>
                    <a:pt x="1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05" name="Google Shape;10405;p76"/>
            <p:cNvSpPr/>
            <p:nvPr/>
          </p:nvSpPr>
          <p:spPr>
            <a:xfrm>
              <a:off x="1527049" y="2127787"/>
              <a:ext cx="163" cy="299"/>
            </a:xfrm>
            <a:custGeom>
              <a:avLst/>
              <a:gdLst/>
              <a:ahLst/>
              <a:cxnLst/>
              <a:rect l="l" t="t" r="r" b="b"/>
              <a:pathLst>
                <a:path w="12" h="22" extrusionOk="0">
                  <a:moveTo>
                    <a:pt x="1" y="1"/>
                  </a:moveTo>
                  <a:lnTo>
                    <a:pt x="1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06" name="Google Shape;10406;p76"/>
            <p:cNvSpPr/>
            <p:nvPr/>
          </p:nvSpPr>
          <p:spPr>
            <a:xfrm>
              <a:off x="1527388" y="2128452"/>
              <a:ext cx="149" cy="353"/>
            </a:xfrm>
            <a:custGeom>
              <a:avLst/>
              <a:gdLst/>
              <a:ahLst/>
              <a:cxnLst/>
              <a:rect l="l" t="t" r="r" b="b"/>
              <a:pathLst>
                <a:path w="11" h="26" extrusionOk="0">
                  <a:moveTo>
                    <a:pt x="0" y="1"/>
                  </a:moveTo>
                  <a:lnTo>
                    <a:pt x="1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07" name="Google Shape;10407;p76"/>
            <p:cNvSpPr/>
            <p:nvPr/>
          </p:nvSpPr>
          <p:spPr>
            <a:xfrm>
              <a:off x="1525202" y="2175661"/>
              <a:ext cx="54" cy="339"/>
            </a:xfrm>
            <a:custGeom>
              <a:avLst/>
              <a:gdLst/>
              <a:ahLst/>
              <a:cxnLst/>
              <a:rect l="l" t="t" r="r" b="b"/>
              <a:pathLst>
                <a:path w="4" h="25" extrusionOk="0">
                  <a:moveTo>
                    <a:pt x="0" y="0"/>
                  </a:moveTo>
                  <a:lnTo>
                    <a:pt x="0" y="25"/>
                  </a:lnTo>
                  <a:cubicBezTo>
                    <a:pt x="4" y="18"/>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08" name="Google Shape;10408;p76"/>
            <p:cNvSpPr/>
            <p:nvPr/>
          </p:nvSpPr>
          <p:spPr>
            <a:xfrm>
              <a:off x="1525243" y="2176041"/>
              <a:ext cx="14" cy="394"/>
            </a:xfrm>
            <a:custGeom>
              <a:avLst/>
              <a:gdLst/>
              <a:ahLst/>
              <a:cxnLst/>
              <a:rect l="l" t="t" r="r" b="b"/>
              <a:pathLst>
                <a:path w="1" h="29" extrusionOk="0">
                  <a:moveTo>
                    <a:pt x="1" y="0"/>
                  </a:moveTo>
                  <a:cubicBezTo>
                    <a:pt x="1" y="11"/>
                    <a:pt x="1" y="21"/>
                    <a:pt x="1" y="28"/>
                  </a:cubicBezTo>
                  <a:cubicBezTo>
                    <a:pt x="1" y="21"/>
                    <a:pt x="1"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09" name="Google Shape;10409;p76"/>
            <p:cNvSpPr/>
            <p:nvPr/>
          </p:nvSpPr>
          <p:spPr>
            <a:xfrm>
              <a:off x="1528094" y="2129973"/>
              <a:ext cx="163" cy="299"/>
            </a:xfrm>
            <a:custGeom>
              <a:avLst/>
              <a:gdLst/>
              <a:ahLst/>
              <a:cxnLst/>
              <a:rect l="l" t="t" r="r" b="b"/>
              <a:pathLst>
                <a:path w="12" h="22" extrusionOk="0">
                  <a:moveTo>
                    <a:pt x="1" y="1"/>
                  </a:moveTo>
                  <a:lnTo>
                    <a:pt x="1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10" name="Google Shape;10410;p76"/>
            <p:cNvSpPr/>
            <p:nvPr/>
          </p:nvSpPr>
          <p:spPr>
            <a:xfrm>
              <a:off x="1525243" y="2174615"/>
              <a:ext cx="68" cy="434"/>
            </a:xfrm>
            <a:custGeom>
              <a:avLst/>
              <a:gdLst/>
              <a:ahLst/>
              <a:cxnLst/>
              <a:rect l="l" t="t" r="r" b="b"/>
              <a:pathLst>
                <a:path w="5" h="32" extrusionOk="0">
                  <a:moveTo>
                    <a:pt x="4" y="0"/>
                  </a:moveTo>
                  <a:cubicBezTo>
                    <a:pt x="4" y="11"/>
                    <a:pt x="1" y="21"/>
                    <a:pt x="1" y="32"/>
                  </a:cubicBezTo>
                  <a:cubicBezTo>
                    <a:pt x="1" y="21"/>
                    <a:pt x="4" y="11"/>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11" name="Google Shape;10411;p76"/>
            <p:cNvSpPr/>
            <p:nvPr/>
          </p:nvSpPr>
          <p:spPr>
            <a:xfrm>
              <a:off x="1525297" y="2174181"/>
              <a:ext cx="149" cy="394"/>
            </a:xfrm>
            <a:custGeom>
              <a:avLst/>
              <a:gdLst/>
              <a:ahLst/>
              <a:cxnLst/>
              <a:rect l="l" t="t" r="r" b="b"/>
              <a:pathLst>
                <a:path w="11" h="29" extrusionOk="0">
                  <a:moveTo>
                    <a:pt x="11" y="1"/>
                  </a:moveTo>
                  <a:cubicBezTo>
                    <a:pt x="7" y="8"/>
                    <a:pt x="4" y="18"/>
                    <a:pt x="0" y="29"/>
                  </a:cubicBezTo>
                  <a:cubicBezTo>
                    <a:pt x="4" y="18"/>
                    <a:pt x="7" y="8"/>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12" name="Google Shape;10412;p76"/>
            <p:cNvSpPr/>
            <p:nvPr/>
          </p:nvSpPr>
          <p:spPr>
            <a:xfrm>
              <a:off x="1525433" y="2173706"/>
              <a:ext cx="204" cy="448"/>
            </a:xfrm>
            <a:custGeom>
              <a:avLst/>
              <a:gdLst/>
              <a:ahLst/>
              <a:cxnLst/>
              <a:rect l="l" t="t" r="r" b="b"/>
              <a:pathLst>
                <a:path w="15" h="33" extrusionOk="0">
                  <a:moveTo>
                    <a:pt x="15" y="1"/>
                  </a:moveTo>
                  <a:cubicBezTo>
                    <a:pt x="11" y="11"/>
                    <a:pt x="4" y="22"/>
                    <a:pt x="1" y="32"/>
                  </a:cubicBezTo>
                  <a:cubicBezTo>
                    <a:pt x="4" y="22"/>
                    <a:pt x="11" y="11"/>
                    <a:pt x="1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13" name="Google Shape;10413;p76"/>
            <p:cNvSpPr/>
            <p:nvPr/>
          </p:nvSpPr>
          <p:spPr>
            <a:xfrm>
              <a:off x="1528950" y="2131683"/>
              <a:ext cx="68" cy="109"/>
            </a:xfrm>
            <a:custGeom>
              <a:avLst/>
              <a:gdLst/>
              <a:ahLst/>
              <a:cxnLst/>
              <a:rect l="l" t="t" r="r" b="b"/>
              <a:pathLst>
                <a:path w="5" h="8" extrusionOk="0">
                  <a:moveTo>
                    <a:pt x="1" y="1"/>
                  </a:moveTo>
                  <a:lnTo>
                    <a:pt x="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14" name="Google Shape;10414;p76"/>
            <p:cNvSpPr/>
            <p:nvPr/>
          </p:nvSpPr>
          <p:spPr>
            <a:xfrm>
              <a:off x="1525202" y="2175131"/>
              <a:ext cx="54" cy="448"/>
            </a:xfrm>
            <a:custGeom>
              <a:avLst/>
              <a:gdLst/>
              <a:ahLst/>
              <a:cxnLst/>
              <a:rect l="l" t="t" r="r" b="b"/>
              <a:pathLst>
                <a:path w="4" h="33" extrusionOk="0">
                  <a:moveTo>
                    <a:pt x="0" y="1"/>
                  </a:moveTo>
                  <a:lnTo>
                    <a:pt x="0" y="32"/>
                  </a:lnTo>
                  <a:cubicBezTo>
                    <a:pt x="0" y="22"/>
                    <a:pt x="4" y="1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15" name="Google Shape;10415;p76"/>
            <p:cNvSpPr/>
            <p:nvPr/>
          </p:nvSpPr>
          <p:spPr>
            <a:xfrm>
              <a:off x="1528529" y="2130787"/>
              <a:ext cx="109" cy="244"/>
            </a:xfrm>
            <a:custGeom>
              <a:avLst/>
              <a:gdLst/>
              <a:ahLst/>
              <a:cxnLst/>
              <a:rect l="l" t="t" r="r" b="b"/>
              <a:pathLst>
                <a:path w="8" h="18" extrusionOk="0">
                  <a:moveTo>
                    <a:pt x="0" y="0"/>
                  </a:moveTo>
                  <a:lnTo>
                    <a:pt x="7"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16" name="Google Shape;10416;p76"/>
            <p:cNvSpPr/>
            <p:nvPr/>
          </p:nvSpPr>
          <p:spPr>
            <a:xfrm>
              <a:off x="1499201" y="1953967"/>
              <a:ext cx="99781" cy="84031"/>
            </a:xfrm>
            <a:custGeom>
              <a:avLst/>
              <a:gdLst/>
              <a:ahLst/>
              <a:cxnLst/>
              <a:rect l="l" t="t" r="r" b="b"/>
              <a:pathLst>
                <a:path w="7349" h="6189" extrusionOk="0">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17" name="Google Shape;10417;p76"/>
            <p:cNvSpPr/>
            <p:nvPr/>
          </p:nvSpPr>
          <p:spPr>
            <a:xfrm>
              <a:off x="1578575" y="2011862"/>
              <a:ext cx="4915" cy="1385"/>
            </a:xfrm>
            <a:custGeom>
              <a:avLst/>
              <a:gdLst/>
              <a:ahLst/>
              <a:cxnLst/>
              <a:rect l="l" t="t" r="r" b="b"/>
              <a:pathLst>
                <a:path w="362" h="102" extrusionOk="0">
                  <a:moveTo>
                    <a:pt x="0" y="102"/>
                  </a:moveTo>
                  <a:cubicBezTo>
                    <a:pt x="105" y="28"/>
                    <a:pt x="235" y="0"/>
                    <a:pt x="361" y="28"/>
                  </a:cubicBezTo>
                  <a:cubicBezTo>
                    <a:pt x="235" y="0"/>
                    <a:pt x="105" y="28"/>
                    <a:pt x="0" y="10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18" name="Google Shape;10418;p76"/>
            <p:cNvSpPr/>
            <p:nvPr/>
          </p:nvSpPr>
          <p:spPr>
            <a:xfrm>
              <a:off x="1547062" y="2032676"/>
              <a:ext cx="489" cy="774"/>
            </a:xfrm>
            <a:custGeom>
              <a:avLst/>
              <a:gdLst/>
              <a:ahLst/>
              <a:cxnLst/>
              <a:rect l="l" t="t" r="r" b="b"/>
              <a:pathLst>
                <a:path w="36" h="57" extrusionOk="0">
                  <a:moveTo>
                    <a:pt x="35" y="57"/>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19" name="Google Shape;10419;p76"/>
            <p:cNvSpPr/>
            <p:nvPr/>
          </p:nvSpPr>
          <p:spPr>
            <a:xfrm>
              <a:off x="1557381" y="2036817"/>
              <a:ext cx="625" cy="339"/>
            </a:xfrm>
            <a:custGeom>
              <a:avLst/>
              <a:gdLst/>
              <a:ahLst/>
              <a:cxnLst/>
              <a:rect l="l" t="t" r="r" b="b"/>
              <a:pathLst>
                <a:path w="46" h="25" extrusionOk="0">
                  <a:moveTo>
                    <a:pt x="0" y="0"/>
                  </a:moveTo>
                  <a:cubicBezTo>
                    <a:pt x="14" y="7"/>
                    <a:pt x="28" y="14"/>
                    <a:pt x="39" y="21"/>
                  </a:cubicBezTo>
                  <a:lnTo>
                    <a:pt x="46" y="25"/>
                  </a:lnTo>
                  <a:lnTo>
                    <a:pt x="39" y="21"/>
                  </a:lnTo>
                  <a:cubicBezTo>
                    <a:pt x="28" y="14"/>
                    <a:pt x="1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20" name="Google Shape;10420;p76"/>
            <p:cNvSpPr/>
            <p:nvPr/>
          </p:nvSpPr>
          <p:spPr>
            <a:xfrm>
              <a:off x="1592316" y="2006960"/>
              <a:ext cx="1100" cy="1684"/>
            </a:xfrm>
            <a:custGeom>
              <a:avLst/>
              <a:gdLst/>
              <a:ahLst/>
              <a:cxnLst/>
              <a:rect l="l" t="t" r="r" b="b"/>
              <a:pathLst>
                <a:path w="81" h="124" extrusionOk="0">
                  <a:moveTo>
                    <a:pt x="74" y="15"/>
                  </a:moveTo>
                  <a:cubicBezTo>
                    <a:pt x="56" y="57"/>
                    <a:pt x="32" y="92"/>
                    <a:pt x="0" y="123"/>
                  </a:cubicBezTo>
                  <a:cubicBezTo>
                    <a:pt x="32" y="92"/>
                    <a:pt x="56" y="57"/>
                    <a:pt x="74" y="15"/>
                  </a:cubicBezTo>
                  <a:lnTo>
                    <a:pt x="81" y="1"/>
                  </a:lnTo>
                  <a:lnTo>
                    <a:pt x="8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21" name="Google Shape;10421;p76"/>
            <p:cNvSpPr/>
            <p:nvPr/>
          </p:nvSpPr>
          <p:spPr>
            <a:xfrm>
              <a:off x="1547537" y="2033436"/>
              <a:ext cx="2009" cy="2634"/>
            </a:xfrm>
            <a:custGeom>
              <a:avLst/>
              <a:gdLst/>
              <a:ahLst/>
              <a:cxnLst/>
              <a:rect l="l" t="t" r="r" b="b"/>
              <a:pathLst>
                <a:path w="148" h="194" extrusionOk="0">
                  <a:moveTo>
                    <a:pt x="0" y="1"/>
                  </a:moveTo>
                  <a:cubicBezTo>
                    <a:pt x="39" y="71"/>
                    <a:pt x="88" y="137"/>
                    <a:pt x="147" y="193"/>
                  </a:cubicBezTo>
                  <a:cubicBezTo>
                    <a:pt x="88" y="137"/>
                    <a:pt x="39" y="7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22" name="Google Shape;10422;p76"/>
            <p:cNvSpPr/>
            <p:nvPr/>
          </p:nvSpPr>
          <p:spPr>
            <a:xfrm>
              <a:off x="1546397" y="2031576"/>
              <a:ext cx="530" cy="869"/>
            </a:xfrm>
            <a:custGeom>
              <a:avLst/>
              <a:gdLst/>
              <a:ahLst/>
              <a:cxnLst/>
              <a:rect l="l" t="t" r="r" b="b"/>
              <a:pathLst>
                <a:path w="39" h="64" extrusionOk="0">
                  <a:moveTo>
                    <a:pt x="0" y="1"/>
                  </a:moveTo>
                  <a:lnTo>
                    <a:pt x="0" y="1"/>
                  </a:lnTo>
                  <a:cubicBezTo>
                    <a:pt x="14" y="26"/>
                    <a:pt x="28" y="43"/>
                    <a:pt x="39" y="64"/>
                  </a:cubicBezTo>
                  <a:cubicBezTo>
                    <a:pt x="28" y="43"/>
                    <a:pt x="14" y="22"/>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23" name="Google Shape;10423;p76"/>
            <p:cNvSpPr/>
            <p:nvPr/>
          </p:nvSpPr>
          <p:spPr>
            <a:xfrm>
              <a:off x="1545582" y="2030544"/>
              <a:ext cx="679" cy="910"/>
            </a:xfrm>
            <a:custGeom>
              <a:avLst/>
              <a:gdLst/>
              <a:ahLst/>
              <a:cxnLst/>
              <a:rect l="l" t="t" r="r" b="b"/>
              <a:pathLst>
                <a:path w="50" h="67" extrusionOk="0">
                  <a:moveTo>
                    <a:pt x="1" y="0"/>
                  </a:moveTo>
                  <a:cubicBezTo>
                    <a:pt x="18" y="21"/>
                    <a:pt x="36" y="46"/>
                    <a:pt x="50" y="66"/>
                  </a:cubicBezTo>
                  <a:cubicBezTo>
                    <a:pt x="36" y="42"/>
                    <a:pt x="18" y="2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24" name="Google Shape;10424;p76"/>
            <p:cNvSpPr/>
            <p:nvPr/>
          </p:nvSpPr>
          <p:spPr>
            <a:xfrm>
              <a:off x="1544822" y="2029580"/>
              <a:ext cx="774" cy="923"/>
            </a:xfrm>
            <a:custGeom>
              <a:avLst/>
              <a:gdLst/>
              <a:ahLst/>
              <a:cxnLst/>
              <a:rect l="l" t="t" r="r" b="b"/>
              <a:pathLst>
                <a:path w="57" h="68" extrusionOk="0">
                  <a:moveTo>
                    <a:pt x="1" y="1"/>
                  </a:moveTo>
                  <a:cubicBezTo>
                    <a:pt x="18" y="25"/>
                    <a:pt x="39" y="50"/>
                    <a:pt x="57" y="67"/>
                  </a:cubicBezTo>
                  <a:cubicBezTo>
                    <a:pt x="39" y="46"/>
                    <a:pt x="22" y="2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25" name="Google Shape;10425;p76"/>
            <p:cNvSpPr/>
            <p:nvPr/>
          </p:nvSpPr>
          <p:spPr>
            <a:xfrm>
              <a:off x="1506941" y="1960376"/>
              <a:ext cx="109" cy="109"/>
            </a:xfrm>
            <a:custGeom>
              <a:avLst/>
              <a:gdLst/>
              <a:ahLst/>
              <a:cxnLst/>
              <a:rect l="l" t="t" r="r" b="b"/>
              <a:pathLst>
                <a:path w="8" h="8" extrusionOk="0">
                  <a:moveTo>
                    <a:pt x="8"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26" name="Google Shape;10426;p76"/>
            <p:cNvSpPr/>
            <p:nvPr/>
          </p:nvSpPr>
          <p:spPr>
            <a:xfrm>
              <a:off x="1508651" y="1958434"/>
              <a:ext cx="109" cy="109"/>
            </a:xfrm>
            <a:custGeom>
              <a:avLst/>
              <a:gdLst/>
              <a:ahLst/>
              <a:cxnLst/>
              <a:rect l="l" t="t" r="r" b="b"/>
              <a:pathLst>
                <a:path w="8" h="8" extrusionOk="0">
                  <a:moveTo>
                    <a:pt x="8" y="0"/>
                  </a:moveTo>
                  <a:lnTo>
                    <a:pt x="1" y="7"/>
                  </a:ln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27" name="Google Shape;10427;p76"/>
            <p:cNvSpPr/>
            <p:nvPr/>
          </p:nvSpPr>
          <p:spPr>
            <a:xfrm>
              <a:off x="1508271" y="1958624"/>
              <a:ext cx="299" cy="299"/>
            </a:xfrm>
            <a:custGeom>
              <a:avLst/>
              <a:gdLst/>
              <a:ahLst/>
              <a:cxnLst/>
              <a:rect l="l" t="t" r="r" b="b"/>
              <a:pathLst>
                <a:path w="22" h="22" extrusionOk="0">
                  <a:moveTo>
                    <a:pt x="1" y="21"/>
                  </a:moveTo>
                  <a:cubicBezTo>
                    <a:pt x="8" y="14"/>
                    <a:pt x="15" y="7"/>
                    <a:pt x="22" y="0"/>
                  </a:cubicBezTo>
                  <a:cubicBezTo>
                    <a:pt x="15" y="7"/>
                    <a:pt x="8" y="14"/>
                    <a:pt x="1"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28" name="Google Shape;10428;p76"/>
            <p:cNvSpPr/>
            <p:nvPr/>
          </p:nvSpPr>
          <p:spPr>
            <a:xfrm>
              <a:off x="1507280" y="1990084"/>
              <a:ext cx="3096" cy="1086"/>
            </a:xfrm>
            <a:custGeom>
              <a:avLst/>
              <a:gdLst/>
              <a:ahLst/>
              <a:cxnLst/>
              <a:rect l="l" t="t" r="r" b="b"/>
              <a:pathLst>
                <a:path w="228" h="80" extrusionOk="0">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29" name="Google Shape;10429;p76"/>
            <p:cNvSpPr/>
            <p:nvPr/>
          </p:nvSpPr>
          <p:spPr>
            <a:xfrm>
              <a:off x="1614271" y="1998868"/>
              <a:ext cx="28730" cy="30970"/>
            </a:xfrm>
            <a:custGeom>
              <a:avLst/>
              <a:gdLst/>
              <a:ahLst/>
              <a:cxnLst/>
              <a:rect l="l" t="t" r="r" b="b"/>
              <a:pathLst>
                <a:path w="2116" h="2281" extrusionOk="0">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30" name="Google Shape;10430;p76"/>
            <p:cNvSpPr/>
            <p:nvPr/>
          </p:nvSpPr>
          <p:spPr>
            <a:xfrm>
              <a:off x="1636321" y="202416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31" name="Google Shape;10431;p76"/>
            <p:cNvSpPr/>
            <p:nvPr/>
          </p:nvSpPr>
          <p:spPr>
            <a:xfrm>
              <a:off x="1639185" y="2024448"/>
              <a:ext cx="149" cy="68"/>
            </a:xfrm>
            <a:custGeom>
              <a:avLst/>
              <a:gdLst/>
              <a:ahLst/>
              <a:cxnLst/>
              <a:rect l="l" t="t" r="r" b="b"/>
              <a:pathLst>
                <a:path w="11" h="5" extrusionOk="0">
                  <a:moveTo>
                    <a:pt x="1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32" name="Google Shape;10432;p76"/>
            <p:cNvSpPr/>
            <p:nvPr/>
          </p:nvSpPr>
          <p:spPr>
            <a:xfrm>
              <a:off x="1636796" y="202416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33" name="Google Shape;10433;p76"/>
            <p:cNvSpPr/>
            <p:nvPr/>
          </p:nvSpPr>
          <p:spPr>
            <a:xfrm>
              <a:off x="1638900" y="2024312"/>
              <a:ext cx="149" cy="109"/>
            </a:xfrm>
            <a:custGeom>
              <a:avLst/>
              <a:gdLst/>
              <a:ahLst/>
              <a:cxnLst/>
              <a:rect l="l" t="t" r="r" b="b"/>
              <a:pathLst>
                <a:path w="11" h="8" extrusionOk="0">
                  <a:moveTo>
                    <a:pt x="11"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34" name="Google Shape;10434;p76"/>
            <p:cNvSpPr/>
            <p:nvPr/>
          </p:nvSpPr>
          <p:spPr>
            <a:xfrm>
              <a:off x="1626871" y="202963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35" name="Google Shape;10435;p76"/>
            <p:cNvSpPr/>
            <p:nvPr/>
          </p:nvSpPr>
          <p:spPr>
            <a:xfrm>
              <a:off x="1639471" y="2024598"/>
              <a:ext cx="149" cy="109"/>
            </a:xfrm>
            <a:custGeom>
              <a:avLst/>
              <a:gdLst/>
              <a:ahLst/>
              <a:cxnLst/>
              <a:rect l="l" t="t" r="r" b="b"/>
              <a:pathLst>
                <a:path w="11" h="8" extrusionOk="0">
                  <a:moveTo>
                    <a:pt x="11"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36" name="Google Shape;10436;p76"/>
            <p:cNvSpPr/>
            <p:nvPr/>
          </p:nvSpPr>
          <p:spPr>
            <a:xfrm>
              <a:off x="1627441" y="2029255"/>
              <a:ext cx="530" cy="339"/>
            </a:xfrm>
            <a:custGeom>
              <a:avLst/>
              <a:gdLst/>
              <a:ahLst/>
              <a:cxnLst/>
              <a:rect l="l" t="t" r="r" b="b"/>
              <a:pathLst>
                <a:path w="39" h="25" extrusionOk="0">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37" name="Google Shape;10437;p76"/>
            <p:cNvSpPr/>
            <p:nvPr/>
          </p:nvSpPr>
          <p:spPr>
            <a:xfrm>
              <a:off x="1627156" y="2029580"/>
              <a:ext cx="109" cy="14"/>
            </a:xfrm>
            <a:custGeom>
              <a:avLst/>
              <a:gdLst/>
              <a:ahLst/>
              <a:cxnLst/>
              <a:rect l="l" t="t" r="r" b="b"/>
              <a:pathLst>
                <a:path w="8" h="1" extrusionOk="0">
                  <a:moveTo>
                    <a:pt x="7"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38" name="Google Shape;10438;p76"/>
            <p:cNvSpPr/>
            <p:nvPr/>
          </p:nvSpPr>
          <p:spPr>
            <a:xfrm>
              <a:off x="1638561" y="2024258"/>
              <a:ext cx="163" cy="68"/>
            </a:xfrm>
            <a:custGeom>
              <a:avLst/>
              <a:gdLst/>
              <a:ahLst/>
              <a:cxnLst/>
              <a:rect l="l" t="t" r="r" b="b"/>
              <a:pathLst>
                <a:path w="12" h="5" extrusionOk="0">
                  <a:moveTo>
                    <a:pt x="1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39" name="Google Shape;10439;p76"/>
            <p:cNvSpPr/>
            <p:nvPr/>
          </p:nvSpPr>
          <p:spPr>
            <a:xfrm>
              <a:off x="1637475" y="202412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40" name="Google Shape;10440;p76"/>
            <p:cNvSpPr/>
            <p:nvPr/>
          </p:nvSpPr>
          <p:spPr>
            <a:xfrm>
              <a:off x="1637230" y="202412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41" name="Google Shape;10441;p76"/>
            <p:cNvSpPr/>
            <p:nvPr/>
          </p:nvSpPr>
          <p:spPr>
            <a:xfrm>
              <a:off x="1638235" y="2024217"/>
              <a:ext cx="149" cy="14"/>
            </a:xfrm>
            <a:custGeom>
              <a:avLst/>
              <a:gdLst/>
              <a:ahLst/>
              <a:cxnLst/>
              <a:rect l="l" t="t" r="r" b="b"/>
              <a:pathLst>
                <a:path w="11" h="1" extrusionOk="0">
                  <a:moveTo>
                    <a:pt x="11"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42" name="Google Shape;10442;p76"/>
            <p:cNvSpPr/>
            <p:nvPr/>
          </p:nvSpPr>
          <p:spPr>
            <a:xfrm>
              <a:off x="1639756" y="2024788"/>
              <a:ext cx="109" cy="109"/>
            </a:xfrm>
            <a:custGeom>
              <a:avLst/>
              <a:gdLst/>
              <a:ahLst/>
              <a:cxnLst/>
              <a:rect l="l" t="t" r="r" b="b"/>
              <a:pathLst>
                <a:path w="8" h="8" extrusionOk="0">
                  <a:moveTo>
                    <a:pt x="0" y="0"/>
                  </a:moveTo>
                  <a:lnTo>
                    <a:pt x="7"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43" name="Google Shape;10443;p76"/>
            <p:cNvSpPr/>
            <p:nvPr/>
          </p:nvSpPr>
          <p:spPr>
            <a:xfrm>
              <a:off x="1637855" y="2024163"/>
              <a:ext cx="149" cy="14"/>
            </a:xfrm>
            <a:custGeom>
              <a:avLst/>
              <a:gdLst/>
              <a:ahLst/>
              <a:cxnLst/>
              <a:rect l="l" t="t" r="r" b="b"/>
              <a:pathLst>
                <a:path w="11" h="1" extrusionOk="0">
                  <a:moveTo>
                    <a:pt x="11"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44" name="Google Shape;10444;p76"/>
            <p:cNvSpPr/>
            <p:nvPr/>
          </p:nvSpPr>
          <p:spPr>
            <a:xfrm>
              <a:off x="1639946" y="2025018"/>
              <a:ext cx="149" cy="163"/>
            </a:xfrm>
            <a:custGeom>
              <a:avLst/>
              <a:gdLst/>
              <a:ahLst/>
              <a:cxnLst/>
              <a:rect l="l" t="t" r="r" b="b"/>
              <a:pathLst>
                <a:path w="11" h="12" extrusionOk="0">
                  <a:moveTo>
                    <a:pt x="11"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45" name="Google Shape;10445;p76"/>
            <p:cNvSpPr/>
            <p:nvPr/>
          </p:nvSpPr>
          <p:spPr>
            <a:xfrm>
              <a:off x="1589940" y="1981910"/>
              <a:ext cx="32613" cy="51690"/>
            </a:xfrm>
            <a:custGeom>
              <a:avLst/>
              <a:gdLst/>
              <a:ahLst/>
              <a:cxnLst/>
              <a:rect l="l" t="t" r="r" b="b"/>
              <a:pathLst>
                <a:path w="2402" h="3807" extrusionOk="0">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46" name="Google Shape;10446;p76"/>
            <p:cNvSpPr/>
            <p:nvPr/>
          </p:nvSpPr>
          <p:spPr>
            <a:xfrm>
              <a:off x="1596688" y="2004394"/>
              <a:ext cx="584" cy="54"/>
            </a:xfrm>
            <a:custGeom>
              <a:avLst/>
              <a:gdLst/>
              <a:ahLst/>
              <a:cxnLst/>
              <a:rect l="l" t="t" r="r" b="b"/>
              <a:pathLst>
                <a:path w="43" h="4" extrusionOk="0">
                  <a:moveTo>
                    <a:pt x="0" y="1"/>
                  </a:moveTo>
                  <a:cubicBezTo>
                    <a:pt x="14" y="1"/>
                    <a:pt x="28" y="1"/>
                    <a:pt x="42" y="4"/>
                  </a:cubicBezTo>
                  <a:cubicBezTo>
                    <a:pt x="28" y="1"/>
                    <a:pt x="14"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47" name="Google Shape;10447;p76"/>
            <p:cNvSpPr/>
            <p:nvPr/>
          </p:nvSpPr>
          <p:spPr>
            <a:xfrm>
              <a:off x="1594502" y="2005155"/>
              <a:ext cx="109" cy="163"/>
            </a:xfrm>
            <a:custGeom>
              <a:avLst/>
              <a:gdLst/>
              <a:ahLst/>
              <a:cxnLst/>
              <a:rect l="l" t="t" r="r" b="b"/>
              <a:pathLst>
                <a:path w="8" h="12" extrusionOk="0">
                  <a:moveTo>
                    <a:pt x="0" y="1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48" name="Google Shape;10448;p76"/>
            <p:cNvSpPr/>
            <p:nvPr/>
          </p:nvSpPr>
          <p:spPr>
            <a:xfrm>
              <a:off x="1621019" y="2028494"/>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49" name="Google Shape;10449;p76"/>
            <p:cNvSpPr/>
            <p:nvPr/>
          </p:nvSpPr>
          <p:spPr>
            <a:xfrm>
              <a:off x="1594638" y="2004394"/>
              <a:ext cx="1969" cy="774"/>
            </a:xfrm>
            <a:custGeom>
              <a:avLst/>
              <a:gdLst/>
              <a:ahLst/>
              <a:cxnLst/>
              <a:rect l="l" t="t" r="r" b="b"/>
              <a:pathLst>
                <a:path w="145" h="57" extrusionOk="0">
                  <a:moveTo>
                    <a:pt x="144" y="1"/>
                  </a:moveTo>
                  <a:cubicBezTo>
                    <a:pt x="92" y="1"/>
                    <a:pt x="39" y="18"/>
                    <a:pt x="1" y="57"/>
                  </a:cubicBezTo>
                  <a:cubicBezTo>
                    <a:pt x="39" y="18"/>
                    <a:pt x="92" y="1"/>
                    <a:pt x="14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50" name="Google Shape;10450;p76"/>
            <p:cNvSpPr/>
            <p:nvPr/>
          </p:nvSpPr>
          <p:spPr>
            <a:xfrm>
              <a:off x="1621494" y="2028535"/>
              <a:ext cx="204" cy="14"/>
            </a:xfrm>
            <a:custGeom>
              <a:avLst/>
              <a:gdLst/>
              <a:ahLst/>
              <a:cxnLst/>
              <a:rect l="l" t="t" r="r" b="b"/>
              <a:pathLst>
                <a:path w="15" h="1" extrusionOk="0">
                  <a:moveTo>
                    <a:pt x="15"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51" name="Google Shape;10451;p76"/>
            <p:cNvSpPr/>
            <p:nvPr/>
          </p:nvSpPr>
          <p:spPr>
            <a:xfrm>
              <a:off x="1619878" y="2028589"/>
              <a:ext cx="353" cy="54"/>
            </a:xfrm>
            <a:custGeom>
              <a:avLst/>
              <a:gdLst/>
              <a:ahLst/>
              <a:cxnLst/>
              <a:rect l="l" t="t" r="r" b="b"/>
              <a:pathLst>
                <a:path w="26" h="4" extrusionOk="0">
                  <a:moveTo>
                    <a:pt x="25"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52" name="Google Shape;10452;p76"/>
            <p:cNvSpPr/>
            <p:nvPr/>
          </p:nvSpPr>
          <p:spPr>
            <a:xfrm>
              <a:off x="1619362" y="2028684"/>
              <a:ext cx="434" cy="149"/>
            </a:xfrm>
            <a:custGeom>
              <a:avLst/>
              <a:gdLst/>
              <a:ahLst/>
              <a:cxnLst/>
              <a:rect l="l" t="t" r="r" b="b"/>
              <a:pathLst>
                <a:path w="32" h="11" extrusionOk="0">
                  <a:moveTo>
                    <a:pt x="32" y="0"/>
                  </a:moveTo>
                  <a:cubicBezTo>
                    <a:pt x="21" y="4"/>
                    <a:pt x="11" y="7"/>
                    <a:pt x="0" y="11"/>
                  </a:cubicBezTo>
                  <a:cubicBezTo>
                    <a:pt x="11" y="7"/>
                    <a:pt x="21" y="4"/>
                    <a:pt x="3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53" name="Google Shape;10453;p76"/>
            <p:cNvSpPr/>
            <p:nvPr/>
          </p:nvSpPr>
          <p:spPr>
            <a:xfrm>
              <a:off x="1620353" y="2028494"/>
              <a:ext cx="448" cy="54"/>
            </a:xfrm>
            <a:custGeom>
              <a:avLst/>
              <a:gdLst/>
              <a:ahLst/>
              <a:cxnLst/>
              <a:rect l="l" t="t" r="r" b="b"/>
              <a:pathLst>
                <a:path w="33" h="4" extrusionOk="0">
                  <a:moveTo>
                    <a:pt x="32" y="0"/>
                  </a:moveTo>
                  <a:cubicBezTo>
                    <a:pt x="22" y="0"/>
                    <a:pt x="11" y="0"/>
                    <a:pt x="1" y="4"/>
                  </a:cubicBezTo>
                  <a:cubicBezTo>
                    <a:pt x="11" y="4"/>
                    <a:pt x="22" y="4"/>
                    <a:pt x="3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54" name="Google Shape;10454;p76"/>
            <p:cNvSpPr/>
            <p:nvPr/>
          </p:nvSpPr>
          <p:spPr>
            <a:xfrm>
              <a:off x="1618507" y="2029160"/>
              <a:ext cx="394" cy="299"/>
            </a:xfrm>
            <a:custGeom>
              <a:avLst/>
              <a:gdLst/>
              <a:ahLst/>
              <a:cxnLst/>
              <a:rect l="l" t="t" r="r" b="b"/>
              <a:pathLst>
                <a:path w="29" h="22" extrusionOk="0">
                  <a:moveTo>
                    <a:pt x="28" y="0"/>
                  </a:moveTo>
                  <a:cubicBezTo>
                    <a:pt x="18" y="7"/>
                    <a:pt x="7" y="14"/>
                    <a:pt x="0" y="21"/>
                  </a:cubicBezTo>
                  <a:cubicBezTo>
                    <a:pt x="7" y="14"/>
                    <a:pt x="18" y="7"/>
                    <a:pt x="2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55" name="Google Shape;10455;p76"/>
            <p:cNvSpPr/>
            <p:nvPr/>
          </p:nvSpPr>
          <p:spPr>
            <a:xfrm>
              <a:off x="1618928" y="2028874"/>
              <a:ext cx="353" cy="204"/>
            </a:xfrm>
            <a:custGeom>
              <a:avLst/>
              <a:gdLst/>
              <a:ahLst/>
              <a:cxnLst/>
              <a:rect l="l" t="t" r="r" b="b"/>
              <a:pathLst>
                <a:path w="26" h="15" extrusionOk="0">
                  <a:moveTo>
                    <a:pt x="25" y="0"/>
                  </a:moveTo>
                  <a:cubicBezTo>
                    <a:pt x="18" y="4"/>
                    <a:pt x="8" y="7"/>
                    <a:pt x="1" y="14"/>
                  </a:cubicBezTo>
                  <a:cubicBezTo>
                    <a:pt x="8" y="7"/>
                    <a:pt x="18" y="4"/>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56" name="Google Shape;10456;p76"/>
            <p:cNvSpPr/>
            <p:nvPr/>
          </p:nvSpPr>
          <p:spPr>
            <a:xfrm>
              <a:off x="1622254" y="2028630"/>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57" name="Google Shape;10457;p76"/>
            <p:cNvSpPr/>
            <p:nvPr/>
          </p:nvSpPr>
          <p:spPr>
            <a:xfrm>
              <a:off x="1599444" y="1983621"/>
              <a:ext cx="149" cy="204"/>
            </a:xfrm>
            <a:custGeom>
              <a:avLst/>
              <a:gdLst/>
              <a:ahLst/>
              <a:cxnLst/>
              <a:rect l="l" t="t" r="r" b="b"/>
              <a:pathLst>
                <a:path w="11" h="15" extrusionOk="0">
                  <a:moveTo>
                    <a:pt x="0" y="15"/>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58" name="Google Shape;10458;p76"/>
            <p:cNvSpPr/>
            <p:nvPr/>
          </p:nvSpPr>
          <p:spPr>
            <a:xfrm>
              <a:off x="1591365" y="2001489"/>
              <a:ext cx="244" cy="299"/>
            </a:xfrm>
            <a:custGeom>
              <a:avLst/>
              <a:gdLst/>
              <a:ahLst/>
              <a:cxnLst/>
              <a:rect l="l" t="t" r="r" b="b"/>
              <a:pathLst>
                <a:path w="18" h="22" extrusionOk="0">
                  <a:moveTo>
                    <a:pt x="18" y="22"/>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59" name="Google Shape;10459;p76"/>
            <p:cNvSpPr/>
            <p:nvPr/>
          </p:nvSpPr>
          <p:spPr>
            <a:xfrm>
              <a:off x="1594067" y="2004869"/>
              <a:ext cx="258" cy="394"/>
            </a:xfrm>
            <a:custGeom>
              <a:avLst/>
              <a:gdLst/>
              <a:ahLst/>
              <a:cxnLst/>
              <a:rect l="l" t="t" r="r" b="b"/>
              <a:pathLst>
                <a:path w="19" h="29" extrusionOk="0">
                  <a:moveTo>
                    <a:pt x="18" y="29"/>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60" name="Google Shape;10460;p76"/>
            <p:cNvSpPr/>
            <p:nvPr/>
          </p:nvSpPr>
          <p:spPr>
            <a:xfrm>
              <a:off x="1599064" y="1984055"/>
              <a:ext cx="149" cy="204"/>
            </a:xfrm>
            <a:custGeom>
              <a:avLst/>
              <a:gdLst/>
              <a:ahLst/>
              <a:cxnLst/>
              <a:rect l="l" t="t" r="r" b="b"/>
              <a:pathLst>
                <a:path w="11" h="15" extrusionOk="0">
                  <a:moveTo>
                    <a:pt x="0" y="1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61" name="Google Shape;10461;p76"/>
            <p:cNvSpPr/>
            <p:nvPr/>
          </p:nvSpPr>
          <p:spPr>
            <a:xfrm>
              <a:off x="1599824" y="1983105"/>
              <a:ext cx="149" cy="204"/>
            </a:xfrm>
            <a:custGeom>
              <a:avLst/>
              <a:gdLst/>
              <a:ahLst/>
              <a:cxnLst/>
              <a:rect l="l" t="t" r="r" b="b"/>
              <a:pathLst>
                <a:path w="11" h="15" extrusionOk="0">
                  <a:moveTo>
                    <a:pt x="0" y="1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62" name="Google Shape;10462;p76"/>
            <p:cNvSpPr/>
            <p:nvPr/>
          </p:nvSpPr>
          <p:spPr>
            <a:xfrm>
              <a:off x="1593266" y="2003824"/>
              <a:ext cx="299" cy="394"/>
            </a:xfrm>
            <a:custGeom>
              <a:avLst/>
              <a:gdLst/>
              <a:ahLst/>
              <a:cxnLst/>
              <a:rect l="l" t="t" r="r" b="b"/>
              <a:pathLst>
                <a:path w="22" h="29" extrusionOk="0">
                  <a:moveTo>
                    <a:pt x="21" y="29"/>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63" name="Google Shape;10463;p76"/>
            <p:cNvSpPr/>
            <p:nvPr/>
          </p:nvSpPr>
          <p:spPr>
            <a:xfrm>
              <a:off x="1591936" y="2002154"/>
              <a:ext cx="244" cy="299"/>
            </a:xfrm>
            <a:custGeom>
              <a:avLst/>
              <a:gdLst/>
              <a:ahLst/>
              <a:cxnLst/>
              <a:rect l="l" t="t" r="r" b="b"/>
              <a:pathLst>
                <a:path w="18" h="22" extrusionOk="0">
                  <a:moveTo>
                    <a:pt x="18" y="22"/>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64" name="Google Shape;10464;p76"/>
            <p:cNvSpPr/>
            <p:nvPr/>
          </p:nvSpPr>
          <p:spPr>
            <a:xfrm>
              <a:off x="1590890" y="2000973"/>
              <a:ext cx="204" cy="204"/>
            </a:xfrm>
            <a:custGeom>
              <a:avLst/>
              <a:gdLst/>
              <a:ahLst/>
              <a:cxnLst/>
              <a:rect l="l" t="t" r="r" b="b"/>
              <a:pathLst>
                <a:path w="15" h="15" extrusionOk="0">
                  <a:moveTo>
                    <a:pt x="14"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65" name="Google Shape;10465;p76"/>
            <p:cNvSpPr/>
            <p:nvPr/>
          </p:nvSpPr>
          <p:spPr>
            <a:xfrm>
              <a:off x="1598344" y="1984815"/>
              <a:ext cx="109" cy="109"/>
            </a:xfrm>
            <a:custGeom>
              <a:avLst/>
              <a:gdLst/>
              <a:ahLst/>
              <a:cxnLst/>
              <a:rect l="l" t="t" r="r" b="b"/>
              <a:pathLst>
                <a:path w="8" h="8" extrusionOk="0">
                  <a:moveTo>
                    <a:pt x="1" y="7"/>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66" name="Google Shape;10466;p76"/>
            <p:cNvSpPr/>
            <p:nvPr/>
          </p:nvSpPr>
          <p:spPr>
            <a:xfrm>
              <a:off x="1592547" y="2002914"/>
              <a:ext cx="299" cy="394"/>
            </a:xfrm>
            <a:custGeom>
              <a:avLst/>
              <a:gdLst/>
              <a:ahLst/>
              <a:cxnLst/>
              <a:rect l="l" t="t" r="r" b="b"/>
              <a:pathLst>
                <a:path w="22" h="29" extrusionOk="0">
                  <a:moveTo>
                    <a:pt x="22" y="29"/>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67" name="Google Shape;10467;p76"/>
            <p:cNvSpPr/>
            <p:nvPr/>
          </p:nvSpPr>
          <p:spPr>
            <a:xfrm>
              <a:off x="1595303" y="1987287"/>
              <a:ext cx="353" cy="584"/>
            </a:xfrm>
            <a:custGeom>
              <a:avLst/>
              <a:gdLst/>
              <a:ahLst/>
              <a:cxnLst/>
              <a:rect l="l" t="t" r="r" b="b"/>
              <a:pathLst>
                <a:path w="26" h="43" extrusionOk="0">
                  <a:moveTo>
                    <a:pt x="1" y="42"/>
                  </a:moveTo>
                  <a:cubicBezTo>
                    <a:pt x="8" y="28"/>
                    <a:pt x="15" y="11"/>
                    <a:pt x="25" y="0"/>
                  </a:cubicBezTo>
                  <a:cubicBezTo>
                    <a:pt x="15" y="11"/>
                    <a:pt x="8" y="28"/>
                    <a:pt x="1" y="4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68" name="Google Shape;10468;p76"/>
            <p:cNvSpPr/>
            <p:nvPr/>
          </p:nvSpPr>
          <p:spPr>
            <a:xfrm>
              <a:off x="1600245" y="1982534"/>
              <a:ext cx="109" cy="204"/>
            </a:xfrm>
            <a:custGeom>
              <a:avLst/>
              <a:gdLst/>
              <a:ahLst/>
              <a:cxnLst/>
              <a:rect l="l" t="t" r="r" b="b"/>
              <a:pathLst>
                <a:path w="8" h="15" extrusionOk="0">
                  <a:moveTo>
                    <a:pt x="1" y="1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69" name="Google Shape;10469;p76"/>
            <p:cNvSpPr/>
            <p:nvPr/>
          </p:nvSpPr>
          <p:spPr>
            <a:xfrm>
              <a:off x="1598684" y="1984476"/>
              <a:ext cx="149" cy="163"/>
            </a:xfrm>
            <a:custGeom>
              <a:avLst/>
              <a:gdLst/>
              <a:ahLst/>
              <a:cxnLst/>
              <a:rect l="l" t="t" r="r" b="b"/>
              <a:pathLst>
                <a:path w="11" h="12" extrusionOk="0">
                  <a:moveTo>
                    <a:pt x="11"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70" name="Google Shape;10470;p76"/>
            <p:cNvSpPr/>
            <p:nvPr/>
          </p:nvSpPr>
          <p:spPr>
            <a:xfrm>
              <a:off x="1596498" y="1985101"/>
              <a:ext cx="1534" cy="1195"/>
            </a:xfrm>
            <a:custGeom>
              <a:avLst/>
              <a:gdLst/>
              <a:ahLst/>
              <a:cxnLst/>
              <a:rect l="l" t="t" r="r" b="b"/>
              <a:pathLst>
                <a:path w="113" h="88" extrusionOk="0">
                  <a:moveTo>
                    <a:pt x="112" y="0"/>
                  </a:moveTo>
                  <a:lnTo>
                    <a:pt x="112" y="0"/>
                  </a:lnTo>
                  <a:cubicBezTo>
                    <a:pt x="74" y="25"/>
                    <a:pt x="35" y="56"/>
                    <a:pt x="0" y="88"/>
                  </a:cubicBezTo>
                  <a:cubicBezTo>
                    <a:pt x="35" y="56"/>
                    <a:pt x="74" y="25"/>
                    <a:pt x="11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71" name="Google Shape;10471;p76"/>
            <p:cNvSpPr/>
            <p:nvPr/>
          </p:nvSpPr>
          <p:spPr>
            <a:xfrm>
              <a:off x="1590456" y="2000538"/>
              <a:ext cx="163" cy="109"/>
            </a:xfrm>
            <a:custGeom>
              <a:avLst/>
              <a:gdLst/>
              <a:ahLst/>
              <a:cxnLst/>
              <a:rect l="l" t="t" r="r" b="b"/>
              <a:pathLst>
                <a:path w="12" h="8" extrusionOk="0">
                  <a:moveTo>
                    <a:pt x="1"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72" name="Google Shape;10472;p76"/>
            <p:cNvSpPr/>
            <p:nvPr/>
          </p:nvSpPr>
          <p:spPr>
            <a:xfrm>
              <a:off x="1619783" y="1999968"/>
              <a:ext cx="109" cy="353"/>
            </a:xfrm>
            <a:custGeom>
              <a:avLst/>
              <a:gdLst/>
              <a:ahLst/>
              <a:cxnLst/>
              <a:rect l="l" t="t" r="r" b="b"/>
              <a:pathLst>
                <a:path w="8" h="26" extrusionOk="0">
                  <a:moveTo>
                    <a:pt x="8" y="1"/>
                  </a:moveTo>
                  <a:lnTo>
                    <a:pt x="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73" name="Google Shape;10473;p76"/>
            <p:cNvSpPr/>
            <p:nvPr/>
          </p:nvSpPr>
          <p:spPr>
            <a:xfrm>
              <a:off x="1619213" y="2003783"/>
              <a:ext cx="68" cy="190"/>
            </a:xfrm>
            <a:custGeom>
              <a:avLst/>
              <a:gdLst/>
              <a:ahLst/>
              <a:cxnLst/>
              <a:rect l="l" t="t" r="r" b="b"/>
              <a:pathLst>
                <a:path w="5" h="14" extrusionOk="0">
                  <a:moveTo>
                    <a:pt x="1" y="0"/>
                  </a:moveTo>
                  <a:cubicBezTo>
                    <a:pt x="1" y="4"/>
                    <a:pt x="1" y="11"/>
                    <a:pt x="4" y="14"/>
                  </a:cubicBezTo>
                  <a:cubicBezTo>
                    <a:pt x="4" y="11"/>
                    <a:pt x="1"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74" name="Google Shape;10474;p76"/>
            <p:cNvSpPr/>
            <p:nvPr/>
          </p:nvSpPr>
          <p:spPr>
            <a:xfrm>
              <a:off x="1619267" y="2001964"/>
              <a:ext cx="54" cy="299"/>
            </a:xfrm>
            <a:custGeom>
              <a:avLst/>
              <a:gdLst/>
              <a:ahLst/>
              <a:cxnLst/>
              <a:rect l="l" t="t" r="r" b="b"/>
              <a:pathLst>
                <a:path w="4" h="22" extrusionOk="0">
                  <a:moveTo>
                    <a:pt x="4" y="1"/>
                  </a:moveTo>
                  <a:cubicBezTo>
                    <a:pt x="0" y="11"/>
                    <a:pt x="0" y="18"/>
                    <a:pt x="0" y="22"/>
                  </a:cubicBezTo>
                  <a:cubicBezTo>
                    <a:pt x="0" y="18"/>
                    <a:pt x="4" y="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75" name="Google Shape;10475;p76"/>
            <p:cNvSpPr/>
            <p:nvPr/>
          </p:nvSpPr>
          <p:spPr>
            <a:xfrm>
              <a:off x="1619362" y="2001353"/>
              <a:ext cx="109" cy="299"/>
            </a:xfrm>
            <a:custGeom>
              <a:avLst/>
              <a:gdLst/>
              <a:ahLst/>
              <a:cxnLst/>
              <a:rect l="l" t="t" r="r" b="b"/>
              <a:pathLst>
                <a:path w="8" h="22" extrusionOk="0">
                  <a:moveTo>
                    <a:pt x="7" y="0"/>
                  </a:moveTo>
                  <a:lnTo>
                    <a:pt x="0" y="21"/>
                  </a:lnTo>
                  <a:cubicBezTo>
                    <a:pt x="4" y="14"/>
                    <a:pt x="7" y="7"/>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76" name="Google Shape;10476;p76"/>
            <p:cNvSpPr/>
            <p:nvPr/>
          </p:nvSpPr>
          <p:spPr>
            <a:xfrm>
              <a:off x="1619552" y="2000688"/>
              <a:ext cx="109" cy="299"/>
            </a:xfrm>
            <a:custGeom>
              <a:avLst/>
              <a:gdLst/>
              <a:ahLst/>
              <a:cxnLst/>
              <a:rect l="l" t="t" r="r" b="b"/>
              <a:pathLst>
                <a:path w="8" h="22" extrusionOk="0">
                  <a:moveTo>
                    <a:pt x="7"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77" name="Google Shape;10477;p76"/>
            <p:cNvSpPr/>
            <p:nvPr/>
          </p:nvSpPr>
          <p:spPr>
            <a:xfrm>
              <a:off x="1619172" y="2003199"/>
              <a:ext cx="14" cy="258"/>
            </a:xfrm>
            <a:custGeom>
              <a:avLst/>
              <a:gdLst/>
              <a:ahLst/>
              <a:cxnLst/>
              <a:rect l="l" t="t" r="r" b="b"/>
              <a:pathLst>
                <a:path w="1" h="19" extrusionOk="0">
                  <a:moveTo>
                    <a:pt x="0" y="18"/>
                  </a:moveTo>
                  <a:lnTo>
                    <a:pt x="0" y="1"/>
                  </a:lnTo>
                  <a:cubicBezTo>
                    <a:pt x="0" y="8"/>
                    <a:pt x="0" y="11"/>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78" name="Google Shape;10478;p76"/>
            <p:cNvSpPr/>
            <p:nvPr/>
          </p:nvSpPr>
          <p:spPr>
            <a:xfrm>
              <a:off x="1620598" y="2025073"/>
              <a:ext cx="394" cy="774"/>
            </a:xfrm>
            <a:custGeom>
              <a:avLst/>
              <a:gdLst/>
              <a:ahLst/>
              <a:cxnLst/>
              <a:rect l="l" t="t" r="r" b="b"/>
              <a:pathLst>
                <a:path w="29" h="57" extrusionOk="0">
                  <a:moveTo>
                    <a:pt x="0" y="0"/>
                  </a:moveTo>
                  <a:lnTo>
                    <a:pt x="28" y="5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79" name="Google Shape;10479;p76"/>
            <p:cNvSpPr/>
            <p:nvPr/>
          </p:nvSpPr>
          <p:spPr>
            <a:xfrm>
              <a:off x="1619118" y="2022031"/>
              <a:ext cx="258" cy="530"/>
            </a:xfrm>
            <a:custGeom>
              <a:avLst/>
              <a:gdLst/>
              <a:ahLst/>
              <a:cxnLst/>
              <a:rect l="l" t="t" r="r" b="b"/>
              <a:pathLst>
                <a:path w="19" h="39" extrusionOk="0">
                  <a:moveTo>
                    <a:pt x="1" y="0"/>
                  </a:moveTo>
                  <a:cubicBezTo>
                    <a:pt x="8" y="11"/>
                    <a:pt x="11" y="25"/>
                    <a:pt x="18" y="39"/>
                  </a:cubicBezTo>
                  <a:cubicBezTo>
                    <a:pt x="11" y="25"/>
                    <a:pt x="8"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80" name="Google Shape;10480;p76"/>
            <p:cNvSpPr/>
            <p:nvPr/>
          </p:nvSpPr>
          <p:spPr>
            <a:xfrm>
              <a:off x="1622118" y="2027924"/>
              <a:ext cx="339" cy="584"/>
            </a:xfrm>
            <a:custGeom>
              <a:avLst/>
              <a:gdLst/>
              <a:ahLst/>
              <a:cxnLst/>
              <a:rect l="l" t="t" r="r" b="b"/>
              <a:pathLst>
                <a:path w="25" h="43" extrusionOk="0">
                  <a:moveTo>
                    <a:pt x="0" y="0"/>
                  </a:moveTo>
                  <a:lnTo>
                    <a:pt x="25" y="4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81" name="Google Shape;10481;p76"/>
            <p:cNvSpPr/>
            <p:nvPr/>
          </p:nvSpPr>
          <p:spPr>
            <a:xfrm>
              <a:off x="1619172" y="2002588"/>
              <a:ext cx="54" cy="299"/>
            </a:xfrm>
            <a:custGeom>
              <a:avLst/>
              <a:gdLst/>
              <a:ahLst/>
              <a:cxnLst/>
              <a:rect l="l" t="t" r="r" b="b"/>
              <a:pathLst>
                <a:path w="4" h="22" extrusionOk="0">
                  <a:moveTo>
                    <a:pt x="4" y="0"/>
                  </a:moveTo>
                  <a:cubicBezTo>
                    <a:pt x="0" y="7"/>
                    <a:pt x="0" y="14"/>
                    <a:pt x="4" y="21"/>
                  </a:cubicBez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82" name="Google Shape;10482;p76"/>
            <p:cNvSpPr/>
            <p:nvPr/>
          </p:nvSpPr>
          <p:spPr>
            <a:xfrm>
              <a:off x="1619742" y="2023403"/>
              <a:ext cx="299" cy="584"/>
            </a:xfrm>
            <a:custGeom>
              <a:avLst/>
              <a:gdLst/>
              <a:ahLst/>
              <a:cxnLst/>
              <a:rect l="l" t="t" r="r" b="b"/>
              <a:pathLst>
                <a:path w="22" h="43" extrusionOk="0">
                  <a:moveTo>
                    <a:pt x="0" y="1"/>
                  </a:moveTo>
                  <a:lnTo>
                    <a:pt x="21" y="4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83" name="Google Shape;10483;p76"/>
            <p:cNvSpPr/>
            <p:nvPr/>
          </p:nvSpPr>
          <p:spPr>
            <a:xfrm>
              <a:off x="1621548" y="2026879"/>
              <a:ext cx="434" cy="815"/>
            </a:xfrm>
            <a:custGeom>
              <a:avLst/>
              <a:gdLst/>
              <a:ahLst/>
              <a:cxnLst/>
              <a:rect l="l" t="t" r="r" b="b"/>
              <a:pathLst>
                <a:path w="32" h="60" extrusionOk="0">
                  <a:moveTo>
                    <a:pt x="0" y="0"/>
                  </a:moveTo>
                  <a:lnTo>
                    <a:pt x="32" y="6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84" name="Google Shape;10484;p76"/>
            <p:cNvSpPr/>
            <p:nvPr/>
          </p:nvSpPr>
          <p:spPr>
            <a:xfrm>
              <a:off x="1621073" y="2025928"/>
              <a:ext cx="394" cy="774"/>
            </a:xfrm>
            <a:custGeom>
              <a:avLst/>
              <a:gdLst/>
              <a:ahLst/>
              <a:cxnLst/>
              <a:rect l="l" t="t" r="r" b="b"/>
              <a:pathLst>
                <a:path w="29" h="57" extrusionOk="0">
                  <a:moveTo>
                    <a:pt x="0" y="0"/>
                  </a:moveTo>
                  <a:lnTo>
                    <a:pt x="28" y="5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85" name="Google Shape;10485;p76"/>
            <p:cNvSpPr/>
            <p:nvPr/>
          </p:nvSpPr>
          <p:spPr>
            <a:xfrm>
              <a:off x="1620123" y="2024122"/>
              <a:ext cx="394" cy="774"/>
            </a:xfrm>
            <a:custGeom>
              <a:avLst/>
              <a:gdLst/>
              <a:ahLst/>
              <a:cxnLst/>
              <a:rect l="l" t="t" r="r" b="b"/>
              <a:pathLst>
                <a:path w="29" h="57" extrusionOk="0">
                  <a:moveTo>
                    <a:pt x="0" y="0"/>
                  </a:moveTo>
                  <a:lnTo>
                    <a:pt x="28" y="5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86" name="Google Shape;10486;p76"/>
            <p:cNvSpPr/>
            <p:nvPr/>
          </p:nvSpPr>
          <p:spPr>
            <a:xfrm>
              <a:off x="1619403" y="2022642"/>
              <a:ext cx="299" cy="638"/>
            </a:xfrm>
            <a:custGeom>
              <a:avLst/>
              <a:gdLst/>
              <a:ahLst/>
              <a:cxnLst/>
              <a:rect l="l" t="t" r="r" b="b"/>
              <a:pathLst>
                <a:path w="22" h="47" extrusionOk="0">
                  <a:moveTo>
                    <a:pt x="1" y="1"/>
                  </a:moveTo>
                  <a:cubicBezTo>
                    <a:pt x="8" y="15"/>
                    <a:pt x="15" y="32"/>
                    <a:pt x="22" y="46"/>
                  </a:cubicBezTo>
                  <a:cubicBezTo>
                    <a:pt x="15" y="32"/>
                    <a:pt x="8" y="1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87" name="Google Shape;10487;p76"/>
            <p:cNvSpPr/>
            <p:nvPr/>
          </p:nvSpPr>
          <p:spPr>
            <a:xfrm>
              <a:off x="1619457" y="2004449"/>
              <a:ext cx="14" cy="54"/>
            </a:xfrm>
            <a:custGeom>
              <a:avLst/>
              <a:gdLst/>
              <a:ahLst/>
              <a:cxnLst/>
              <a:rect l="l" t="t" r="r" b="b"/>
              <a:pathLst>
                <a:path w="1" h="4" extrusionOk="0">
                  <a:moveTo>
                    <a:pt x="0" y="4"/>
                  </a:moveTo>
                  <a:lnTo>
                    <a:pt x="0" y="0"/>
                  </a:ln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88" name="Google Shape;10488;p76"/>
            <p:cNvSpPr/>
            <p:nvPr/>
          </p:nvSpPr>
          <p:spPr>
            <a:xfrm>
              <a:off x="1641466" y="2001964"/>
              <a:ext cx="20488" cy="25689"/>
            </a:xfrm>
            <a:custGeom>
              <a:avLst/>
              <a:gdLst/>
              <a:ahLst/>
              <a:cxnLst/>
              <a:rect l="l" t="t" r="r" b="b"/>
              <a:pathLst>
                <a:path w="1509" h="1892" extrusionOk="0">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89" name="Google Shape;10489;p76"/>
            <p:cNvSpPr/>
            <p:nvPr/>
          </p:nvSpPr>
          <p:spPr>
            <a:xfrm>
              <a:off x="1659470" y="2015473"/>
              <a:ext cx="258" cy="299"/>
            </a:xfrm>
            <a:custGeom>
              <a:avLst/>
              <a:gdLst/>
              <a:ahLst/>
              <a:cxnLst/>
              <a:rect l="l" t="t" r="r" b="b"/>
              <a:pathLst>
                <a:path w="19" h="22" extrusionOk="0">
                  <a:moveTo>
                    <a:pt x="18" y="0"/>
                  </a:moveTo>
                  <a:lnTo>
                    <a:pt x="1"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90" name="Google Shape;10490;p76"/>
            <p:cNvSpPr/>
            <p:nvPr/>
          </p:nvSpPr>
          <p:spPr>
            <a:xfrm>
              <a:off x="1656714" y="2018936"/>
              <a:ext cx="163" cy="258"/>
            </a:xfrm>
            <a:custGeom>
              <a:avLst/>
              <a:gdLst/>
              <a:ahLst/>
              <a:cxnLst/>
              <a:rect l="l" t="t" r="r" b="b"/>
              <a:pathLst>
                <a:path w="12" h="19" extrusionOk="0">
                  <a:moveTo>
                    <a:pt x="11" y="1"/>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91" name="Google Shape;10491;p76"/>
            <p:cNvSpPr/>
            <p:nvPr/>
          </p:nvSpPr>
          <p:spPr>
            <a:xfrm>
              <a:off x="1660760" y="2014143"/>
              <a:ext cx="149" cy="204"/>
            </a:xfrm>
            <a:custGeom>
              <a:avLst/>
              <a:gdLst/>
              <a:ahLst/>
              <a:cxnLst/>
              <a:rect l="l" t="t" r="r" b="b"/>
              <a:pathLst>
                <a:path w="11" h="15" extrusionOk="0">
                  <a:moveTo>
                    <a:pt x="11"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92" name="Google Shape;10492;p76"/>
            <p:cNvSpPr/>
            <p:nvPr/>
          </p:nvSpPr>
          <p:spPr>
            <a:xfrm>
              <a:off x="1654487" y="2022412"/>
              <a:ext cx="204" cy="339"/>
            </a:xfrm>
            <a:custGeom>
              <a:avLst/>
              <a:gdLst/>
              <a:ahLst/>
              <a:cxnLst/>
              <a:rect l="l" t="t" r="r" b="b"/>
              <a:pathLst>
                <a:path w="15" h="25" extrusionOk="0">
                  <a:moveTo>
                    <a:pt x="14" y="0"/>
                  </a:move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93" name="Google Shape;10493;p76"/>
            <p:cNvSpPr/>
            <p:nvPr/>
          </p:nvSpPr>
          <p:spPr>
            <a:xfrm>
              <a:off x="1660095" y="2014808"/>
              <a:ext cx="244" cy="244"/>
            </a:xfrm>
            <a:custGeom>
              <a:avLst/>
              <a:gdLst/>
              <a:ahLst/>
              <a:cxnLst/>
              <a:rect l="l" t="t" r="r" b="b"/>
              <a:pathLst>
                <a:path w="18" h="18" extrusionOk="0">
                  <a:moveTo>
                    <a:pt x="18"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94" name="Google Shape;10494;p76"/>
            <p:cNvSpPr/>
            <p:nvPr/>
          </p:nvSpPr>
          <p:spPr>
            <a:xfrm>
              <a:off x="1655478" y="2020646"/>
              <a:ext cx="204" cy="394"/>
            </a:xfrm>
            <a:custGeom>
              <a:avLst/>
              <a:gdLst/>
              <a:ahLst/>
              <a:cxnLst/>
              <a:rect l="l" t="t" r="r" b="b"/>
              <a:pathLst>
                <a:path w="15" h="29" extrusionOk="0">
                  <a:moveTo>
                    <a:pt x="15" y="1"/>
                  </a:moveTo>
                  <a:lnTo>
                    <a:pt x="1"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95" name="Google Shape;10495;p76"/>
            <p:cNvSpPr/>
            <p:nvPr/>
          </p:nvSpPr>
          <p:spPr>
            <a:xfrm>
              <a:off x="1654962" y="2021556"/>
              <a:ext cx="204" cy="339"/>
            </a:xfrm>
            <a:custGeom>
              <a:avLst/>
              <a:gdLst/>
              <a:ahLst/>
              <a:cxnLst/>
              <a:rect l="l" t="t" r="r" b="b"/>
              <a:pathLst>
                <a:path w="15" h="25" extrusionOk="0">
                  <a:moveTo>
                    <a:pt x="14" y="0"/>
                  </a:move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96" name="Google Shape;10496;p76"/>
            <p:cNvSpPr/>
            <p:nvPr/>
          </p:nvSpPr>
          <p:spPr>
            <a:xfrm>
              <a:off x="1656049" y="2019791"/>
              <a:ext cx="258" cy="353"/>
            </a:xfrm>
            <a:custGeom>
              <a:avLst/>
              <a:gdLst/>
              <a:ahLst/>
              <a:cxnLst/>
              <a:rect l="l" t="t" r="r" b="b"/>
              <a:pathLst>
                <a:path w="19" h="26" extrusionOk="0">
                  <a:moveTo>
                    <a:pt x="18" y="1"/>
                  </a:moveTo>
                  <a:lnTo>
                    <a:pt x="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97" name="Google Shape;10497;p76"/>
            <p:cNvSpPr/>
            <p:nvPr/>
          </p:nvSpPr>
          <p:spPr>
            <a:xfrm>
              <a:off x="1645933" y="2026634"/>
              <a:ext cx="4711" cy="774"/>
            </a:xfrm>
            <a:custGeom>
              <a:avLst/>
              <a:gdLst/>
              <a:ahLst/>
              <a:cxnLst/>
              <a:rect l="l" t="t" r="r" b="b"/>
              <a:pathLst>
                <a:path w="347" h="57" extrusionOk="0">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98" name="Google Shape;10498;p76"/>
            <p:cNvSpPr/>
            <p:nvPr/>
          </p:nvSpPr>
          <p:spPr>
            <a:xfrm>
              <a:off x="1658194" y="2017035"/>
              <a:ext cx="204" cy="258"/>
            </a:xfrm>
            <a:custGeom>
              <a:avLst/>
              <a:gdLst/>
              <a:ahLst/>
              <a:cxnLst/>
              <a:rect l="l" t="t" r="r" b="b"/>
              <a:pathLst>
                <a:path w="15" h="19" extrusionOk="0">
                  <a:moveTo>
                    <a:pt x="14"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99" name="Google Shape;10499;p76"/>
            <p:cNvSpPr/>
            <p:nvPr/>
          </p:nvSpPr>
          <p:spPr>
            <a:xfrm>
              <a:off x="1645268" y="2027395"/>
              <a:ext cx="489" cy="109"/>
            </a:xfrm>
            <a:custGeom>
              <a:avLst/>
              <a:gdLst/>
              <a:ahLst/>
              <a:cxnLst/>
              <a:rect l="l" t="t" r="r" b="b"/>
              <a:pathLst>
                <a:path w="36" h="8" extrusionOk="0">
                  <a:moveTo>
                    <a:pt x="35"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00" name="Google Shape;10500;p76"/>
            <p:cNvSpPr/>
            <p:nvPr/>
          </p:nvSpPr>
          <p:spPr>
            <a:xfrm>
              <a:off x="1658859" y="2016234"/>
              <a:ext cx="244" cy="299"/>
            </a:xfrm>
            <a:custGeom>
              <a:avLst/>
              <a:gdLst/>
              <a:ahLst/>
              <a:cxnLst/>
              <a:rect l="l" t="t" r="r" b="b"/>
              <a:pathLst>
                <a:path w="18" h="22" extrusionOk="0">
                  <a:moveTo>
                    <a:pt x="18"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01" name="Google Shape;10501;p76"/>
            <p:cNvSpPr/>
            <p:nvPr/>
          </p:nvSpPr>
          <p:spPr>
            <a:xfrm>
              <a:off x="1661371" y="2013613"/>
              <a:ext cx="109" cy="109"/>
            </a:xfrm>
            <a:custGeom>
              <a:avLst/>
              <a:gdLst/>
              <a:ahLst/>
              <a:cxnLst/>
              <a:rect l="l" t="t" r="r" b="b"/>
              <a:pathLst>
                <a:path w="8" h="8" extrusionOk="0">
                  <a:moveTo>
                    <a:pt x="8"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02" name="Google Shape;10502;p76"/>
            <p:cNvSpPr/>
            <p:nvPr/>
          </p:nvSpPr>
          <p:spPr>
            <a:xfrm>
              <a:off x="1654107" y="2023308"/>
              <a:ext cx="149" cy="299"/>
            </a:xfrm>
            <a:custGeom>
              <a:avLst/>
              <a:gdLst/>
              <a:ahLst/>
              <a:cxnLst/>
              <a:rect l="l" t="t" r="r" b="b"/>
              <a:pathLst>
                <a:path w="11" h="22" extrusionOk="0">
                  <a:moveTo>
                    <a:pt x="11" y="1"/>
                  </a:moveTo>
                  <a:cubicBezTo>
                    <a:pt x="7" y="8"/>
                    <a:pt x="4" y="15"/>
                    <a:pt x="0" y="22"/>
                  </a:cubicBezTo>
                  <a:cubicBezTo>
                    <a:pt x="4" y="15"/>
                    <a:pt x="7" y="8"/>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03" name="Google Shape;10503;p76"/>
            <p:cNvSpPr/>
            <p:nvPr/>
          </p:nvSpPr>
          <p:spPr>
            <a:xfrm>
              <a:off x="1641697" y="2026919"/>
              <a:ext cx="3476" cy="733"/>
            </a:xfrm>
            <a:custGeom>
              <a:avLst/>
              <a:gdLst/>
              <a:ahLst/>
              <a:cxnLst/>
              <a:rect l="l" t="t" r="r" b="b"/>
              <a:pathLst>
                <a:path w="256" h="54" extrusionOk="0">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04" name="Google Shape;10504;p76"/>
            <p:cNvSpPr/>
            <p:nvPr/>
          </p:nvSpPr>
          <p:spPr>
            <a:xfrm>
              <a:off x="1643123" y="2023688"/>
              <a:ext cx="68" cy="163"/>
            </a:xfrm>
            <a:custGeom>
              <a:avLst/>
              <a:gdLst/>
              <a:ahLst/>
              <a:cxnLst/>
              <a:rect l="l" t="t" r="r" b="b"/>
              <a:pathLst>
                <a:path w="5" h="12" extrusionOk="0">
                  <a:moveTo>
                    <a:pt x="1" y="1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05" name="Google Shape;10505;p76"/>
            <p:cNvSpPr/>
            <p:nvPr/>
          </p:nvSpPr>
          <p:spPr>
            <a:xfrm>
              <a:off x="1643082" y="2023837"/>
              <a:ext cx="54" cy="54"/>
            </a:xfrm>
            <a:custGeom>
              <a:avLst/>
              <a:gdLst/>
              <a:ahLst/>
              <a:cxnLst/>
              <a:rect l="l" t="t" r="r" b="b"/>
              <a:pathLst>
                <a:path w="4" h="4" extrusionOk="0">
                  <a:moveTo>
                    <a:pt x="0" y="4"/>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06" name="Google Shape;10506;p76"/>
            <p:cNvSpPr/>
            <p:nvPr/>
          </p:nvSpPr>
          <p:spPr>
            <a:xfrm>
              <a:off x="1642458" y="2013097"/>
              <a:ext cx="1344" cy="8798"/>
            </a:xfrm>
            <a:custGeom>
              <a:avLst/>
              <a:gdLst/>
              <a:ahLst/>
              <a:cxnLst/>
              <a:rect l="l" t="t" r="r" b="b"/>
              <a:pathLst>
                <a:path w="99" h="648" extrusionOk="0">
                  <a:moveTo>
                    <a:pt x="1" y="1"/>
                  </a:moveTo>
                  <a:lnTo>
                    <a:pt x="1" y="1"/>
                  </a:lnTo>
                  <a:cubicBezTo>
                    <a:pt x="74" y="183"/>
                    <a:pt x="95" y="473"/>
                    <a:pt x="85" y="648"/>
                  </a:cubicBezTo>
                  <a:cubicBezTo>
                    <a:pt x="99" y="473"/>
                    <a:pt x="74" y="183"/>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07" name="Google Shape;10507;p76"/>
            <p:cNvSpPr/>
            <p:nvPr/>
          </p:nvSpPr>
          <p:spPr>
            <a:xfrm>
              <a:off x="1644128" y="2004353"/>
              <a:ext cx="14" cy="54"/>
            </a:xfrm>
            <a:custGeom>
              <a:avLst/>
              <a:gdLst/>
              <a:ahLst/>
              <a:cxnLst/>
              <a:rect l="l" t="t" r="r" b="b"/>
              <a:pathLst>
                <a:path w="1" h="4" extrusionOk="0">
                  <a:moveTo>
                    <a:pt x="0"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08" name="Google Shape;10508;p76"/>
            <p:cNvSpPr/>
            <p:nvPr/>
          </p:nvSpPr>
          <p:spPr>
            <a:xfrm>
              <a:off x="1644358" y="2003783"/>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09" name="Google Shape;10509;p76"/>
            <p:cNvSpPr/>
            <p:nvPr/>
          </p:nvSpPr>
          <p:spPr>
            <a:xfrm>
              <a:off x="1644834" y="2002059"/>
              <a:ext cx="109" cy="258"/>
            </a:xfrm>
            <a:custGeom>
              <a:avLst/>
              <a:gdLst/>
              <a:ahLst/>
              <a:cxnLst/>
              <a:rect l="l" t="t" r="r" b="b"/>
              <a:pathLst>
                <a:path w="8" h="19" extrusionOk="0">
                  <a:moveTo>
                    <a:pt x="1" y="1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10" name="Google Shape;10510;p76"/>
            <p:cNvSpPr/>
            <p:nvPr/>
          </p:nvSpPr>
          <p:spPr>
            <a:xfrm>
              <a:off x="1644033" y="2004544"/>
              <a:ext cx="14" cy="54"/>
            </a:xfrm>
            <a:custGeom>
              <a:avLst/>
              <a:gdLst/>
              <a:ahLst/>
              <a:cxnLst/>
              <a:rect l="l" t="t" r="r" b="b"/>
              <a:pathLst>
                <a:path w="1" h="4" extrusionOk="0">
                  <a:moveTo>
                    <a:pt x="0"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11" name="Google Shape;10511;p76"/>
            <p:cNvSpPr/>
            <p:nvPr/>
          </p:nvSpPr>
          <p:spPr>
            <a:xfrm>
              <a:off x="1643028" y="2023878"/>
              <a:ext cx="68" cy="109"/>
            </a:xfrm>
            <a:custGeom>
              <a:avLst/>
              <a:gdLst/>
              <a:ahLst/>
              <a:cxnLst/>
              <a:rect l="l" t="t" r="r" b="b"/>
              <a:pathLst>
                <a:path w="5" h="8" extrusionOk="0">
                  <a:moveTo>
                    <a:pt x="1"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12" name="Google Shape;10512;p76"/>
            <p:cNvSpPr/>
            <p:nvPr/>
          </p:nvSpPr>
          <p:spPr>
            <a:xfrm>
              <a:off x="1643693" y="2005114"/>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13" name="Google Shape;10513;p76"/>
            <p:cNvSpPr/>
            <p:nvPr/>
          </p:nvSpPr>
          <p:spPr>
            <a:xfrm>
              <a:off x="1644453" y="2003389"/>
              <a:ext cx="68" cy="109"/>
            </a:xfrm>
            <a:custGeom>
              <a:avLst/>
              <a:gdLst/>
              <a:ahLst/>
              <a:cxnLst/>
              <a:rect l="l" t="t" r="r" b="b"/>
              <a:pathLst>
                <a:path w="5" h="8" extrusionOk="0">
                  <a:moveTo>
                    <a:pt x="1"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14" name="Google Shape;10514;p76"/>
            <p:cNvSpPr/>
            <p:nvPr/>
          </p:nvSpPr>
          <p:spPr>
            <a:xfrm>
              <a:off x="1642607" y="2024598"/>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15" name="Google Shape;10515;p76"/>
            <p:cNvSpPr/>
            <p:nvPr/>
          </p:nvSpPr>
          <p:spPr>
            <a:xfrm>
              <a:off x="1642987" y="2024027"/>
              <a:ext cx="54" cy="54"/>
            </a:xfrm>
            <a:custGeom>
              <a:avLst/>
              <a:gdLst/>
              <a:ahLst/>
              <a:cxnLst/>
              <a:rect l="l" t="t" r="r" b="b"/>
              <a:pathLst>
                <a:path w="4" h="4" extrusionOk="0">
                  <a:moveTo>
                    <a:pt x="0" y="4"/>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16" name="Google Shape;10516;p76"/>
            <p:cNvSpPr/>
            <p:nvPr/>
          </p:nvSpPr>
          <p:spPr>
            <a:xfrm>
              <a:off x="1642702" y="2024407"/>
              <a:ext cx="109" cy="109"/>
            </a:xfrm>
            <a:custGeom>
              <a:avLst/>
              <a:gdLst/>
              <a:ahLst/>
              <a:cxnLst/>
              <a:rect l="l" t="t" r="r" b="b"/>
              <a:pathLst>
                <a:path w="8" h="8" extrusionOk="0">
                  <a:moveTo>
                    <a:pt x="0" y="7"/>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17" name="Google Shape;10517;p76"/>
            <p:cNvSpPr/>
            <p:nvPr/>
          </p:nvSpPr>
          <p:spPr>
            <a:xfrm>
              <a:off x="1643652" y="2005209"/>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18" name="Google Shape;10518;p76"/>
            <p:cNvSpPr/>
            <p:nvPr/>
          </p:nvSpPr>
          <p:spPr>
            <a:xfrm>
              <a:off x="1642838" y="2024258"/>
              <a:ext cx="68" cy="109"/>
            </a:xfrm>
            <a:custGeom>
              <a:avLst/>
              <a:gdLst/>
              <a:ahLst/>
              <a:cxnLst/>
              <a:rect l="l" t="t" r="r" b="b"/>
              <a:pathLst>
                <a:path w="5" h="8" extrusionOk="0">
                  <a:moveTo>
                    <a:pt x="1"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19" name="Google Shape;10519;p76"/>
            <p:cNvSpPr/>
            <p:nvPr/>
          </p:nvSpPr>
          <p:spPr>
            <a:xfrm>
              <a:off x="1643408" y="2021882"/>
              <a:ext cx="163" cy="1113"/>
            </a:xfrm>
            <a:custGeom>
              <a:avLst/>
              <a:gdLst/>
              <a:ahLst/>
              <a:cxnLst/>
              <a:rect l="l" t="t" r="r" b="b"/>
              <a:pathLst>
                <a:path w="12" h="82" extrusionOk="0">
                  <a:moveTo>
                    <a:pt x="1" y="81"/>
                  </a:moveTo>
                  <a:cubicBezTo>
                    <a:pt x="4" y="53"/>
                    <a:pt x="11" y="29"/>
                    <a:pt x="11" y="1"/>
                  </a:cubicBezTo>
                  <a:cubicBezTo>
                    <a:pt x="11" y="29"/>
                    <a:pt x="4" y="53"/>
                    <a:pt x="1" y="8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20" name="Google Shape;10520;p76"/>
            <p:cNvSpPr/>
            <p:nvPr/>
          </p:nvSpPr>
          <p:spPr>
            <a:xfrm>
              <a:off x="1644698" y="2002588"/>
              <a:ext cx="109" cy="204"/>
            </a:xfrm>
            <a:custGeom>
              <a:avLst/>
              <a:gdLst/>
              <a:ahLst/>
              <a:cxnLst/>
              <a:rect l="l" t="t" r="r" b="b"/>
              <a:pathLst>
                <a:path w="8" h="15" extrusionOk="0">
                  <a:moveTo>
                    <a:pt x="0" y="14"/>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21" name="Google Shape;10521;p76"/>
            <p:cNvSpPr/>
            <p:nvPr/>
          </p:nvSpPr>
          <p:spPr>
            <a:xfrm>
              <a:off x="1643937" y="2004734"/>
              <a:ext cx="14" cy="54"/>
            </a:xfrm>
            <a:custGeom>
              <a:avLst/>
              <a:gdLst/>
              <a:ahLst/>
              <a:cxnLst/>
              <a:rect l="l" t="t" r="r" b="b"/>
              <a:pathLst>
                <a:path w="1" h="4" extrusionOk="0">
                  <a:moveTo>
                    <a:pt x="0"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22" name="Google Shape;10522;p76"/>
            <p:cNvSpPr/>
            <p:nvPr/>
          </p:nvSpPr>
          <p:spPr>
            <a:xfrm>
              <a:off x="1642267" y="202520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23" name="Google Shape;10523;p76"/>
            <p:cNvSpPr/>
            <p:nvPr/>
          </p:nvSpPr>
          <p:spPr>
            <a:xfrm>
              <a:off x="1644603" y="2003009"/>
              <a:ext cx="54" cy="163"/>
            </a:xfrm>
            <a:custGeom>
              <a:avLst/>
              <a:gdLst/>
              <a:ahLst/>
              <a:cxnLst/>
              <a:rect l="l" t="t" r="r" b="b"/>
              <a:pathLst>
                <a:path w="4" h="12" extrusionOk="0">
                  <a:moveTo>
                    <a:pt x="0" y="1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24" name="Google Shape;10524;p76"/>
            <p:cNvSpPr/>
            <p:nvPr/>
          </p:nvSpPr>
          <p:spPr>
            <a:xfrm>
              <a:off x="1642892" y="2024122"/>
              <a:ext cx="109" cy="109"/>
            </a:xfrm>
            <a:custGeom>
              <a:avLst/>
              <a:gdLst/>
              <a:ahLst/>
              <a:cxnLst/>
              <a:rect l="l" t="t" r="r" b="b"/>
              <a:pathLst>
                <a:path w="8" h="8" extrusionOk="0">
                  <a:moveTo>
                    <a:pt x="0" y="7"/>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25" name="Google Shape;10525;p76"/>
            <p:cNvSpPr/>
            <p:nvPr/>
          </p:nvSpPr>
          <p:spPr>
            <a:xfrm>
              <a:off x="1643598" y="2005250"/>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26" name="Google Shape;10526;p76"/>
            <p:cNvSpPr/>
            <p:nvPr/>
          </p:nvSpPr>
          <p:spPr>
            <a:xfrm>
              <a:off x="1643842" y="2004869"/>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27" name="Google Shape;10527;p76"/>
            <p:cNvSpPr/>
            <p:nvPr/>
          </p:nvSpPr>
          <p:spPr>
            <a:xfrm>
              <a:off x="1642458" y="2024883"/>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28" name="Google Shape;10528;p76"/>
            <p:cNvSpPr/>
            <p:nvPr/>
          </p:nvSpPr>
          <p:spPr>
            <a:xfrm>
              <a:off x="1643747" y="2004964"/>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29" name="Google Shape;10529;p76"/>
            <p:cNvSpPr/>
            <p:nvPr/>
          </p:nvSpPr>
          <p:spPr>
            <a:xfrm>
              <a:off x="1415781" y="1868483"/>
              <a:ext cx="74445" cy="23055"/>
            </a:xfrm>
            <a:custGeom>
              <a:avLst/>
              <a:gdLst/>
              <a:ahLst/>
              <a:cxnLst/>
              <a:rect l="l" t="t" r="r" b="b"/>
              <a:pathLst>
                <a:path w="5483" h="1698" extrusionOk="0">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30" name="Google Shape;10530;p76"/>
            <p:cNvSpPr/>
            <p:nvPr/>
          </p:nvSpPr>
          <p:spPr>
            <a:xfrm>
              <a:off x="1460410" y="1905007"/>
              <a:ext cx="815" cy="434"/>
            </a:xfrm>
            <a:custGeom>
              <a:avLst/>
              <a:gdLst/>
              <a:ahLst/>
              <a:cxnLst/>
              <a:rect l="l" t="t" r="r" b="b"/>
              <a:pathLst>
                <a:path w="60" h="32" extrusionOk="0">
                  <a:moveTo>
                    <a:pt x="56" y="0"/>
                  </a:moveTo>
                  <a:lnTo>
                    <a:pt x="0" y="32"/>
                  </a:lnTo>
                  <a:lnTo>
                    <a:pt x="0" y="32"/>
                  </a:lnTo>
                  <a:lnTo>
                    <a:pt x="6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31" name="Google Shape;10531;p76"/>
            <p:cNvSpPr/>
            <p:nvPr/>
          </p:nvSpPr>
          <p:spPr>
            <a:xfrm>
              <a:off x="1461402" y="1905075"/>
              <a:ext cx="13333" cy="3286"/>
            </a:xfrm>
            <a:custGeom>
              <a:avLst/>
              <a:gdLst/>
              <a:ahLst/>
              <a:cxnLst/>
              <a:rect l="l" t="t" r="r" b="b"/>
              <a:pathLst>
                <a:path w="982" h="242" extrusionOk="0">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32" name="Google Shape;10532;p76"/>
            <p:cNvSpPr/>
            <p:nvPr/>
          </p:nvSpPr>
          <p:spPr>
            <a:xfrm>
              <a:off x="1545446" y="1904002"/>
              <a:ext cx="11039" cy="3720"/>
            </a:xfrm>
            <a:custGeom>
              <a:avLst/>
              <a:gdLst/>
              <a:ahLst/>
              <a:cxnLst/>
              <a:rect l="l" t="t" r="r" b="b"/>
              <a:pathLst>
                <a:path w="813" h="274" extrusionOk="0">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33" name="Google Shape;10533;p76"/>
            <p:cNvSpPr/>
            <p:nvPr/>
          </p:nvSpPr>
          <p:spPr>
            <a:xfrm>
              <a:off x="1591976" y="2466518"/>
              <a:ext cx="8907" cy="7115"/>
            </a:xfrm>
            <a:custGeom>
              <a:avLst/>
              <a:gdLst/>
              <a:ahLst/>
              <a:cxnLst/>
              <a:rect l="l" t="t" r="r" b="b"/>
              <a:pathLst>
                <a:path w="656" h="524" extrusionOk="0">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34" name="Google Shape;10534;p76"/>
            <p:cNvSpPr/>
            <p:nvPr/>
          </p:nvSpPr>
          <p:spPr>
            <a:xfrm>
              <a:off x="1602621" y="2468718"/>
              <a:ext cx="10862" cy="5540"/>
            </a:xfrm>
            <a:custGeom>
              <a:avLst/>
              <a:gdLst/>
              <a:ahLst/>
              <a:cxnLst/>
              <a:rect l="l" t="t" r="r" b="b"/>
              <a:pathLst>
                <a:path w="800" h="408" extrusionOk="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35" name="Google Shape;10535;p76"/>
            <p:cNvSpPr/>
            <p:nvPr/>
          </p:nvSpPr>
          <p:spPr>
            <a:xfrm>
              <a:off x="1441633" y="2034672"/>
              <a:ext cx="41181" cy="45838"/>
            </a:xfrm>
            <a:custGeom>
              <a:avLst/>
              <a:gdLst/>
              <a:ahLst/>
              <a:cxnLst/>
              <a:rect l="l" t="t" r="r" b="b"/>
              <a:pathLst>
                <a:path w="3033" h="3376" extrusionOk="0">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36" name="Google Shape;10536;p76"/>
            <p:cNvSpPr/>
            <p:nvPr/>
          </p:nvSpPr>
          <p:spPr>
            <a:xfrm>
              <a:off x="1464633" y="2038813"/>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37" name="Google Shape;10537;p76"/>
            <p:cNvSpPr/>
            <p:nvPr/>
          </p:nvSpPr>
          <p:spPr>
            <a:xfrm>
              <a:off x="1462501" y="2038053"/>
              <a:ext cx="149" cy="109"/>
            </a:xfrm>
            <a:custGeom>
              <a:avLst/>
              <a:gdLst/>
              <a:ahLst/>
              <a:cxnLst/>
              <a:rect l="l" t="t" r="r" b="b"/>
              <a:pathLst>
                <a:path w="11" h="8" extrusionOk="0">
                  <a:moveTo>
                    <a:pt x="0" y="0"/>
                  </a:moveTo>
                  <a:lnTo>
                    <a:pt x="1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38" name="Google Shape;10538;p76"/>
            <p:cNvSpPr/>
            <p:nvPr/>
          </p:nvSpPr>
          <p:spPr>
            <a:xfrm>
              <a:off x="1475767" y="2042140"/>
              <a:ext cx="244" cy="244"/>
            </a:xfrm>
            <a:custGeom>
              <a:avLst/>
              <a:gdLst/>
              <a:ahLst/>
              <a:cxnLst/>
              <a:rect l="l" t="t" r="r" b="b"/>
              <a:pathLst>
                <a:path w="18" h="18" extrusionOk="0">
                  <a:moveTo>
                    <a:pt x="0" y="18"/>
                  </a:moveTo>
                  <a:cubicBezTo>
                    <a:pt x="7" y="11"/>
                    <a:pt x="11" y="7"/>
                    <a:pt x="18" y="0"/>
                  </a:cubicBezTo>
                  <a:cubicBezTo>
                    <a:pt x="11" y="7"/>
                    <a:pt x="7" y="11"/>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39" name="Google Shape;10539;p76"/>
            <p:cNvSpPr/>
            <p:nvPr/>
          </p:nvSpPr>
          <p:spPr>
            <a:xfrm>
              <a:off x="1463112" y="2038338"/>
              <a:ext cx="204" cy="54"/>
            </a:xfrm>
            <a:custGeom>
              <a:avLst/>
              <a:gdLst/>
              <a:ahLst/>
              <a:cxnLst/>
              <a:rect l="l" t="t" r="r" b="b"/>
              <a:pathLst>
                <a:path w="15" h="4" extrusionOk="0">
                  <a:moveTo>
                    <a:pt x="1" y="0"/>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40" name="Google Shape;10540;p76"/>
            <p:cNvSpPr/>
            <p:nvPr/>
          </p:nvSpPr>
          <p:spPr>
            <a:xfrm>
              <a:off x="1464158" y="2038718"/>
              <a:ext cx="204" cy="54"/>
            </a:xfrm>
            <a:custGeom>
              <a:avLst/>
              <a:gdLst/>
              <a:ahLst/>
              <a:cxnLst/>
              <a:rect l="l" t="t" r="r" b="b"/>
              <a:pathLst>
                <a:path w="15" h="4" extrusionOk="0">
                  <a:moveTo>
                    <a:pt x="1" y="0"/>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41" name="Google Shape;10541;p76"/>
            <p:cNvSpPr/>
            <p:nvPr/>
          </p:nvSpPr>
          <p:spPr>
            <a:xfrm>
              <a:off x="1463642" y="2038569"/>
              <a:ext cx="204" cy="68"/>
            </a:xfrm>
            <a:custGeom>
              <a:avLst/>
              <a:gdLst/>
              <a:ahLst/>
              <a:cxnLst/>
              <a:rect l="l" t="t" r="r" b="b"/>
              <a:pathLst>
                <a:path w="15" h="5" extrusionOk="0">
                  <a:moveTo>
                    <a:pt x="0" y="1"/>
                  </a:moveTo>
                  <a:lnTo>
                    <a:pt x="1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42" name="Google Shape;10542;p76"/>
            <p:cNvSpPr/>
            <p:nvPr/>
          </p:nvSpPr>
          <p:spPr>
            <a:xfrm>
              <a:off x="1478048" y="2043891"/>
              <a:ext cx="149" cy="163"/>
            </a:xfrm>
            <a:custGeom>
              <a:avLst/>
              <a:gdLst/>
              <a:ahLst/>
              <a:cxnLst/>
              <a:rect l="l" t="t" r="r" b="b"/>
              <a:pathLst>
                <a:path w="11" h="12" extrusionOk="0">
                  <a:moveTo>
                    <a:pt x="0" y="1"/>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43" name="Google Shape;10543;p76"/>
            <p:cNvSpPr/>
            <p:nvPr/>
          </p:nvSpPr>
          <p:spPr>
            <a:xfrm>
              <a:off x="1478428" y="2044326"/>
              <a:ext cx="1670" cy="1819"/>
            </a:xfrm>
            <a:custGeom>
              <a:avLst/>
              <a:gdLst/>
              <a:ahLst/>
              <a:cxnLst/>
              <a:rect l="l" t="t" r="r" b="b"/>
              <a:pathLst>
                <a:path w="123" h="134" extrusionOk="0">
                  <a:moveTo>
                    <a:pt x="0" y="1"/>
                  </a:moveTo>
                  <a:lnTo>
                    <a:pt x="0" y="1"/>
                  </a:lnTo>
                  <a:cubicBezTo>
                    <a:pt x="49" y="49"/>
                    <a:pt x="91" y="98"/>
                    <a:pt x="116" y="130"/>
                  </a:cubicBezTo>
                  <a:lnTo>
                    <a:pt x="123" y="133"/>
                  </a:lnTo>
                  <a:cubicBezTo>
                    <a:pt x="98" y="105"/>
                    <a:pt x="53" y="53"/>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44" name="Google Shape;10544;p76"/>
            <p:cNvSpPr/>
            <p:nvPr/>
          </p:nvSpPr>
          <p:spPr>
            <a:xfrm>
              <a:off x="1459026" y="2036152"/>
              <a:ext cx="204" cy="109"/>
            </a:xfrm>
            <a:custGeom>
              <a:avLst/>
              <a:gdLst/>
              <a:ahLst/>
              <a:cxnLst/>
              <a:rect l="l" t="t" r="r" b="b"/>
              <a:pathLst>
                <a:path w="15" h="8" extrusionOk="0">
                  <a:moveTo>
                    <a:pt x="1" y="0"/>
                  </a:moveTo>
                  <a:lnTo>
                    <a:pt x="15"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45" name="Google Shape;10545;p76"/>
            <p:cNvSpPr/>
            <p:nvPr/>
          </p:nvSpPr>
          <p:spPr>
            <a:xfrm>
              <a:off x="1457559" y="2035147"/>
              <a:ext cx="244" cy="163"/>
            </a:xfrm>
            <a:custGeom>
              <a:avLst/>
              <a:gdLst/>
              <a:ahLst/>
              <a:cxnLst/>
              <a:rect l="l" t="t" r="r" b="b"/>
              <a:pathLst>
                <a:path w="18" h="12" extrusionOk="0">
                  <a:moveTo>
                    <a:pt x="0" y="1"/>
                  </a:moveTo>
                  <a:lnTo>
                    <a:pt x="1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46" name="Google Shape;10546;p76"/>
            <p:cNvSpPr/>
            <p:nvPr/>
          </p:nvSpPr>
          <p:spPr>
            <a:xfrm>
              <a:off x="1458265" y="2035622"/>
              <a:ext cx="163" cy="109"/>
            </a:xfrm>
            <a:custGeom>
              <a:avLst/>
              <a:gdLst/>
              <a:ahLst/>
              <a:cxnLst/>
              <a:rect l="l" t="t" r="r" b="b"/>
              <a:pathLst>
                <a:path w="12" h="8" extrusionOk="0">
                  <a:moveTo>
                    <a:pt x="1"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47" name="Google Shape;10547;p76"/>
            <p:cNvSpPr/>
            <p:nvPr/>
          </p:nvSpPr>
          <p:spPr>
            <a:xfrm>
              <a:off x="1477192" y="2043090"/>
              <a:ext cx="434" cy="394"/>
            </a:xfrm>
            <a:custGeom>
              <a:avLst/>
              <a:gdLst/>
              <a:ahLst/>
              <a:cxnLst/>
              <a:rect l="l" t="t" r="r" b="b"/>
              <a:pathLst>
                <a:path w="32" h="29" extrusionOk="0">
                  <a:moveTo>
                    <a:pt x="0" y="0"/>
                  </a:moveTo>
                  <a:lnTo>
                    <a:pt x="32"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48" name="Google Shape;10548;p76"/>
            <p:cNvSpPr/>
            <p:nvPr/>
          </p:nvSpPr>
          <p:spPr>
            <a:xfrm>
              <a:off x="1460356" y="2036912"/>
              <a:ext cx="258" cy="204"/>
            </a:xfrm>
            <a:custGeom>
              <a:avLst/>
              <a:gdLst/>
              <a:ahLst/>
              <a:cxnLst/>
              <a:rect l="l" t="t" r="r" b="b"/>
              <a:pathLst>
                <a:path w="19" h="15" extrusionOk="0">
                  <a:moveTo>
                    <a:pt x="1" y="0"/>
                  </a:moveTo>
                  <a:lnTo>
                    <a:pt x="18"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49" name="Google Shape;10549;p76"/>
            <p:cNvSpPr/>
            <p:nvPr/>
          </p:nvSpPr>
          <p:spPr>
            <a:xfrm>
              <a:off x="1456935" y="2034726"/>
              <a:ext cx="258" cy="204"/>
            </a:xfrm>
            <a:custGeom>
              <a:avLst/>
              <a:gdLst/>
              <a:ahLst/>
              <a:cxnLst/>
              <a:rect l="l" t="t" r="r" b="b"/>
              <a:pathLst>
                <a:path w="19" h="15" extrusionOk="0">
                  <a:moveTo>
                    <a:pt x="1" y="0"/>
                  </a:moveTo>
                  <a:lnTo>
                    <a:pt x="18"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50" name="Google Shape;10550;p76"/>
            <p:cNvSpPr/>
            <p:nvPr/>
          </p:nvSpPr>
          <p:spPr>
            <a:xfrm>
              <a:off x="1459691" y="2036532"/>
              <a:ext cx="258" cy="149"/>
            </a:xfrm>
            <a:custGeom>
              <a:avLst/>
              <a:gdLst/>
              <a:ahLst/>
              <a:cxnLst/>
              <a:rect l="l" t="t" r="r" b="b"/>
              <a:pathLst>
                <a:path w="19" h="11" extrusionOk="0">
                  <a:moveTo>
                    <a:pt x="1" y="0"/>
                  </a:moveTo>
                  <a:lnTo>
                    <a:pt x="1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51" name="Google Shape;10551;p76"/>
            <p:cNvSpPr/>
            <p:nvPr/>
          </p:nvSpPr>
          <p:spPr>
            <a:xfrm>
              <a:off x="1461021" y="2037293"/>
              <a:ext cx="258" cy="149"/>
            </a:xfrm>
            <a:custGeom>
              <a:avLst/>
              <a:gdLst/>
              <a:ahLst/>
              <a:cxnLst/>
              <a:rect l="l" t="t" r="r" b="b"/>
              <a:pathLst>
                <a:path w="19" h="11" extrusionOk="0">
                  <a:moveTo>
                    <a:pt x="1" y="0"/>
                  </a:moveTo>
                  <a:lnTo>
                    <a:pt x="1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52" name="Google Shape;10552;p76"/>
            <p:cNvSpPr/>
            <p:nvPr/>
          </p:nvSpPr>
          <p:spPr>
            <a:xfrm>
              <a:off x="1461687" y="2037673"/>
              <a:ext cx="204" cy="109"/>
            </a:xfrm>
            <a:custGeom>
              <a:avLst/>
              <a:gdLst/>
              <a:ahLst/>
              <a:cxnLst/>
              <a:rect l="l" t="t" r="r" b="b"/>
              <a:pathLst>
                <a:path w="15" h="8" extrusionOk="0">
                  <a:moveTo>
                    <a:pt x="1" y="0"/>
                  </a:moveTo>
                  <a:lnTo>
                    <a:pt x="15"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53" name="Google Shape;10553;p76"/>
            <p:cNvSpPr/>
            <p:nvPr/>
          </p:nvSpPr>
          <p:spPr>
            <a:xfrm>
              <a:off x="1452522" y="2077971"/>
              <a:ext cx="299" cy="394"/>
            </a:xfrm>
            <a:custGeom>
              <a:avLst/>
              <a:gdLst/>
              <a:ahLst/>
              <a:cxnLst/>
              <a:rect l="l" t="t" r="r" b="b"/>
              <a:pathLst>
                <a:path w="22" h="29" extrusionOk="0">
                  <a:moveTo>
                    <a:pt x="0" y="1"/>
                  </a:moveTo>
                  <a:lnTo>
                    <a:pt x="0" y="1"/>
                  </a:lnTo>
                  <a:cubicBezTo>
                    <a:pt x="7" y="11"/>
                    <a:pt x="14" y="18"/>
                    <a:pt x="21" y="29"/>
                  </a:cubicBezTo>
                  <a:cubicBezTo>
                    <a:pt x="14" y="18"/>
                    <a:pt x="7"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54" name="Google Shape;10554;p76"/>
            <p:cNvSpPr/>
            <p:nvPr/>
          </p:nvSpPr>
          <p:spPr>
            <a:xfrm>
              <a:off x="1480084" y="2046131"/>
              <a:ext cx="733" cy="815"/>
            </a:xfrm>
            <a:custGeom>
              <a:avLst/>
              <a:gdLst/>
              <a:ahLst/>
              <a:cxnLst/>
              <a:rect l="l" t="t" r="r" b="b"/>
              <a:pathLst>
                <a:path w="54" h="60" extrusionOk="0">
                  <a:moveTo>
                    <a:pt x="1" y="0"/>
                  </a:moveTo>
                  <a:lnTo>
                    <a:pt x="25" y="28"/>
                  </a:lnTo>
                  <a:lnTo>
                    <a:pt x="53" y="60"/>
                  </a:lnTo>
                  <a:lnTo>
                    <a:pt x="15" y="14"/>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55" name="Google Shape;10555;p76"/>
            <p:cNvSpPr/>
            <p:nvPr/>
          </p:nvSpPr>
          <p:spPr>
            <a:xfrm>
              <a:off x="1449100" y="2076925"/>
              <a:ext cx="530" cy="109"/>
            </a:xfrm>
            <a:custGeom>
              <a:avLst/>
              <a:gdLst/>
              <a:ahLst/>
              <a:cxnLst/>
              <a:rect l="l" t="t" r="r" b="b"/>
              <a:pathLst>
                <a:path w="39" h="8" extrusionOk="0">
                  <a:moveTo>
                    <a:pt x="39"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56" name="Google Shape;10556;p76"/>
            <p:cNvSpPr/>
            <p:nvPr/>
          </p:nvSpPr>
          <p:spPr>
            <a:xfrm>
              <a:off x="1446724" y="2070462"/>
              <a:ext cx="149" cy="204"/>
            </a:xfrm>
            <a:custGeom>
              <a:avLst/>
              <a:gdLst/>
              <a:ahLst/>
              <a:cxnLst/>
              <a:rect l="l" t="t" r="r" b="b"/>
              <a:pathLst>
                <a:path w="11" h="15" extrusionOk="0">
                  <a:moveTo>
                    <a:pt x="11"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57" name="Google Shape;10557;p76"/>
            <p:cNvSpPr/>
            <p:nvPr/>
          </p:nvSpPr>
          <p:spPr>
            <a:xfrm>
              <a:off x="1451897" y="2077400"/>
              <a:ext cx="258" cy="204"/>
            </a:xfrm>
            <a:custGeom>
              <a:avLst/>
              <a:gdLst/>
              <a:ahLst/>
              <a:cxnLst/>
              <a:rect l="l" t="t" r="r" b="b"/>
              <a:pathLst>
                <a:path w="19" h="15" extrusionOk="0">
                  <a:moveTo>
                    <a:pt x="18"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58" name="Google Shape;10558;p76"/>
            <p:cNvSpPr/>
            <p:nvPr/>
          </p:nvSpPr>
          <p:spPr>
            <a:xfrm>
              <a:off x="1447390" y="2071698"/>
              <a:ext cx="54" cy="163"/>
            </a:xfrm>
            <a:custGeom>
              <a:avLst/>
              <a:gdLst/>
              <a:ahLst/>
              <a:cxnLst/>
              <a:rect l="l" t="t" r="r" b="b"/>
              <a:pathLst>
                <a:path w="4" h="12" extrusionOk="0">
                  <a:moveTo>
                    <a:pt x="0" y="1"/>
                  </a:moveTo>
                  <a:lnTo>
                    <a:pt x="0" y="1"/>
                  </a:lnTo>
                  <a:cubicBezTo>
                    <a:pt x="0" y="4"/>
                    <a:pt x="4" y="11"/>
                    <a:pt x="4" y="11"/>
                  </a:cubicBezTo>
                  <a:cubicBezTo>
                    <a:pt x="4" y="8"/>
                    <a:pt x="0"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59" name="Google Shape;10559;p76"/>
            <p:cNvSpPr/>
            <p:nvPr/>
          </p:nvSpPr>
          <p:spPr>
            <a:xfrm>
              <a:off x="1447104" y="2071087"/>
              <a:ext cx="109" cy="204"/>
            </a:xfrm>
            <a:custGeom>
              <a:avLst/>
              <a:gdLst/>
              <a:ahLst/>
              <a:cxnLst/>
              <a:rect l="l" t="t" r="r" b="b"/>
              <a:pathLst>
                <a:path w="8" h="15" extrusionOk="0">
                  <a:moveTo>
                    <a:pt x="7"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60" name="Google Shape;10560;p76"/>
            <p:cNvSpPr/>
            <p:nvPr/>
          </p:nvSpPr>
          <p:spPr>
            <a:xfrm>
              <a:off x="1447580" y="2072933"/>
              <a:ext cx="14" cy="204"/>
            </a:xfrm>
            <a:custGeom>
              <a:avLst/>
              <a:gdLst/>
              <a:ahLst/>
              <a:cxnLst/>
              <a:rect l="l" t="t" r="r" b="b"/>
              <a:pathLst>
                <a:path w="1" h="15" extrusionOk="0">
                  <a:moveTo>
                    <a:pt x="0"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61" name="Google Shape;10561;p76"/>
            <p:cNvSpPr/>
            <p:nvPr/>
          </p:nvSpPr>
          <p:spPr>
            <a:xfrm>
              <a:off x="1482705" y="2049974"/>
              <a:ext cx="54" cy="68"/>
            </a:xfrm>
            <a:custGeom>
              <a:avLst/>
              <a:gdLst/>
              <a:ahLst/>
              <a:cxnLst/>
              <a:rect l="l" t="t" r="r" b="b"/>
              <a:pathLst>
                <a:path w="4" h="5" extrusionOk="0">
                  <a:moveTo>
                    <a:pt x="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62" name="Google Shape;10562;p76"/>
            <p:cNvSpPr/>
            <p:nvPr/>
          </p:nvSpPr>
          <p:spPr>
            <a:xfrm>
              <a:off x="1452807" y="2078351"/>
              <a:ext cx="1534" cy="1819"/>
            </a:xfrm>
            <a:custGeom>
              <a:avLst/>
              <a:gdLst/>
              <a:ahLst/>
              <a:cxnLst/>
              <a:rect l="l" t="t" r="r" b="b"/>
              <a:pathLst>
                <a:path w="113" h="134" extrusionOk="0">
                  <a:moveTo>
                    <a:pt x="0" y="1"/>
                  </a:moveTo>
                  <a:lnTo>
                    <a:pt x="0" y="1"/>
                  </a:lnTo>
                  <a:cubicBezTo>
                    <a:pt x="35" y="50"/>
                    <a:pt x="70" y="92"/>
                    <a:pt x="112" y="134"/>
                  </a:cubicBezTo>
                  <a:cubicBezTo>
                    <a:pt x="70" y="92"/>
                    <a:pt x="35" y="46"/>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63" name="Google Shape;10563;p76"/>
            <p:cNvSpPr/>
            <p:nvPr/>
          </p:nvSpPr>
          <p:spPr>
            <a:xfrm>
              <a:off x="1482460" y="2050313"/>
              <a:ext cx="68" cy="54"/>
            </a:xfrm>
            <a:custGeom>
              <a:avLst/>
              <a:gdLst/>
              <a:ahLst/>
              <a:cxnLst/>
              <a:rect l="l" t="t" r="r" b="b"/>
              <a:pathLst>
                <a:path w="5" h="4" extrusionOk="0">
                  <a:moveTo>
                    <a:pt x="4"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64" name="Google Shape;10564;p76"/>
            <p:cNvSpPr/>
            <p:nvPr/>
          </p:nvSpPr>
          <p:spPr>
            <a:xfrm>
              <a:off x="1482610" y="2050123"/>
              <a:ext cx="54" cy="109"/>
            </a:xfrm>
            <a:custGeom>
              <a:avLst/>
              <a:gdLst/>
              <a:ahLst/>
              <a:cxnLst/>
              <a:rect l="l" t="t" r="r" b="b"/>
              <a:pathLst>
                <a:path w="4" h="8" extrusionOk="0">
                  <a:moveTo>
                    <a:pt x="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65" name="Google Shape;10565;p76"/>
            <p:cNvSpPr/>
            <p:nvPr/>
          </p:nvSpPr>
          <p:spPr>
            <a:xfrm>
              <a:off x="1447390" y="2073463"/>
              <a:ext cx="54" cy="149"/>
            </a:xfrm>
            <a:custGeom>
              <a:avLst/>
              <a:gdLst/>
              <a:ahLst/>
              <a:cxnLst/>
              <a:rect l="l" t="t" r="r" b="b"/>
              <a:pathLst>
                <a:path w="4" h="11" extrusionOk="0">
                  <a:moveTo>
                    <a:pt x="4" y="0"/>
                  </a:moveTo>
                  <a:lnTo>
                    <a:pt x="4" y="0"/>
                  </a:lnTo>
                  <a:cubicBezTo>
                    <a:pt x="4" y="4"/>
                    <a:pt x="0" y="7"/>
                    <a:pt x="0" y="11"/>
                  </a:cubicBezTo>
                  <a:cubicBezTo>
                    <a:pt x="4" y="7"/>
                    <a:pt x="4" y="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66" name="Google Shape;10566;p76"/>
            <p:cNvSpPr/>
            <p:nvPr/>
          </p:nvSpPr>
          <p:spPr>
            <a:xfrm>
              <a:off x="1481320" y="2047598"/>
              <a:ext cx="1453" cy="2295"/>
            </a:xfrm>
            <a:custGeom>
              <a:avLst/>
              <a:gdLst/>
              <a:ahLst/>
              <a:cxnLst/>
              <a:rect l="l" t="t" r="r" b="b"/>
              <a:pathLst>
                <a:path w="107" h="169" extrusionOk="0">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67" name="Google Shape;10567;p76"/>
            <p:cNvSpPr/>
            <p:nvPr/>
          </p:nvSpPr>
          <p:spPr>
            <a:xfrm>
              <a:off x="1451571" y="2077170"/>
              <a:ext cx="299" cy="204"/>
            </a:xfrm>
            <a:custGeom>
              <a:avLst/>
              <a:gdLst/>
              <a:ahLst/>
              <a:cxnLst/>
              <a:rect l="l" t="t" r="r" b="b"/>
              <a:pathLst>
                <a:path w="22" h="15" extrusionOk="0">
                  <a:moveTo>
                    <a:pt x="21" y="14"/>
                  </a:moveTo>
                  <a:cubicBezTo>
                    <a:pt x="14" y="7"/>
                    <a:pt x="7" y="4"/>
                    <a:pt x="0" y="0"/>
                  </a:cubicBezTo>
                  <a:cubicBezTo>
                    <a:pt x="7" y="4"/>
                    <a:pt x="14" y="7"/>
                    <a:pt x="21"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68" name="Google Shape;10568;p76"/>
            <p:cNvSpPr/>
            <p:nvPr/>
          </p:nvSpPr>
          <p:spPr>
            <a:xfrm>
              <a:off x="1450947" y="2076980"/>
              <a:ext cx="204" cy="54"/>
            </a:xfrm>
            <a:custGeom>
              <a:avLst/>
              <a:gdLst/>
              <a:ahLst/>
              <a:cxnLst/>
              <a:rect l="l" t="t" r="r" b="b"/>
              <a:pathLst>
                <a:path w="15" h="4" extrusionOk="0">
                  <a:moveTo>
                    <a:pt x="15"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69" name="Google Shape;10569;p76"/>
            <p:cNvSpPr/>
            <p:nvPr/>
          </p:nvSpPr>
          <p:spPr>
            <a:xfrm>
              <a:off x="1452237" y="2077645"/>
              <a:ext cx="204" cy="244"/>
            </a:xfrm>
            <a:custGeom>
              <a:avLst/>
              <a:gdLst/>
              <a:ahLst/>
              <a:cxnLst/>
              <a:rect l="l" t="t" r="r" b="b"/>
              <a:pathLst>
                <a:path w="15" h="18" extrusionOk="0">
                  <a:moveTo>
                    <a:pt x="0" y="0"/>
                  </a:moveTo>
                  <a:lnTo>
                    <a:pt x="14"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70" name="Google Shape;10570;p76"/>
            <p:cNvSpPr/>
            <p:nvPr/>
          </p:nvSpPr>
          <p:spPr>
            <a:xfrm>
              <a:off x="1449671" y="2076884"/>
              <a:ext cx="625" cy="54"/>
            </a:xfrm>
            <a:custGeom>
              <a:avLst/>
              <a:gdLst/>
              <a:ahLst/>
              <a:cxnLst/>
              <a:rect l="l" t="t" r="r" b="b"/>
              <a:pathLst>
                <a:path w="46" h="4" extrusionOk="0">
                  <a:moveTo>
                    <a:pt x="46" y="0"/>
                  </a:moveTo>
                  <a:cubicBezTo>
                    <a:pt x="28" y="0"/>
                    <a:pt x="14" y="0"/>
                    <a:pt x="0" y="4"/>
                  </a:cubicBezTo>
                  <a:cubicBezTo>
                    <a:pt x="14" y="0"/>
                    <a:pt x="28" y="0"/>
                    <a:pt x="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71" name="Google Shape;10571;p76"/>
            <p:cNvSpPr/>
            <p:nvPr/>
          </p:nvSpPr>
          <p:spPr>
            <a:xfrm>
              <a:off x="1450621" y="2076884"/>
              <a:ext cx="244" cy="54"/>
            </a:xfrm>
            <a:custGeom>
              <a:avLst/>
              <a:gdLst/>
              <a:ahLst/>
              <a:cxnLst/>
              <a:rect l="l" t="t" r="r" b="b"/>
              <a:pathLst>
                <a:path w="18" h="4" extrusionOk="0">
                  <a:moveTo>
                    <a:pt x="18"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72" name="Google Shape;10572;p76"/>
            <p:cNvSpPr/>
            <p:nvPr/>
          </p:nvSpPr>
          <p:spPr>
            <a:xfrm>
              <a:off x="1451286" y="2077075"/>
              <a:ext cx="204" cy="54"/>
            </a:xfrm>
            <a:custGeom>
              <a:avLst/>
              <a:gdLst/>
              <a:ahLst/>
              <a:cxnLst/>
              <a:rect l="l" t="t" r="r" b="b"/>
              <a:pathLst>
                <a:path w="15" h="4" extrusionOk="0">
                  <a:moveTo>
                    <a:pt x="14"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73" name="Google Shape;10573;p76"/>
            <p:cNvSpPr/>
            <p:nvPr/>
          </p:nvSpPr>
          <p:spPr>
            <a:xfrm>
              <a:off x="1450336" y="2076884"/>
              <a:ext cx="204" cy="14"/>
            </a:xfrm>
            <a:custGeom>
              <a:avLst/>
              <a:gdLst/>
              <a:ahLst/>
              <a:cxnLst/>
              <a:rect l="l" t="t" r="r" b="b"/>
              <a:pathLst>
                <a:path w="15" h="1" extrusionOk="0">
                  <a:moveTo>
                    <a:pt x="0" y="0"/>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74" name="Google Shape;10574;p76"/>
            <p:cNvSpPr/>
            <p:nvPr/>
          </p:nvSpPr>
          <p:spPr>
            <a:xfrm>
              <a:off x="1447580" y="2072417"/>
              <a:ext cx="14" cy="149"/>
            </a:xfrm>
            <a:custGeom>
              <a:avLst/>
              <a:gdLst/>
              <a:ahLst/>
              <a:cxnLst/>
              <a:rect l="l" t="t" r="r" b="b"/>
              <a:pathLst>
                <a:path w="1" h="11" extrusionOk="0">
                  <a:moveTo>
                    <a:pt x="0"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75" name="Google Shape;10575;p76"/>
            <p:cNvSpPr/>
            <p:nvPr/>
          </p:nvSpPr>
          <p:spPr>
            <a:xfrm>
              <a:off x="1480899" y="2047082"/>
              <a:ext cx="339" cy="339"/>
            </a:xfrm>
            <a:custGeom>
              <a:avLst/>
              <a:gdLst/>
              <a:ahLst/>
              <a:cxnLst/>
              <a:rect l="l" t="t" r="r" b="b"/>
              <a:pathLst>
                <a:path w="25" h="25" extrusionOk="0">
                  <a:moveTo>
                    <a:pt x="0" y="0"/>
                  </a:moveTo>
                  <a:lnTo>
                    <a:pt x="25"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76" name="Google Shape;10576;p76"/>
            <p:cNvSpPr/>
            <p:nvPr/>
          </p:nvSpPr>
          <p:spPr>
            <a:xfrm>
              <a:off x="1479989" y="2046077"/>
              <a:ext cx="299" cy="299"/>
            </a:xfrm>
            <a:custGeom>
              <a:avLst/>
              <a:gdLst/>
              <a:ahLst/>
              <a:cxnLst/>
              <a:rect l="l" t="t" r="r" b="b"/>
              <a:pathLst>
                <a:path w="22" h="22" extrusionOk="0">
                  <a:moveTo>
                    <a:pt x="8" y="4"/>
                  </a:moveTo>
                  <a:lnTo>
                    <a:pt x="1" y="1"/>
                  </a:lnTo>
                  <a:lnTo>
                    <a:pt x="8" y="4"/>
                  </a:lnTo>
                  <a:lnTo>
                    <a:pt x="22"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77" name="Google Shape;10577;p76"/>
            <p:cNvSpPr/>
            <p:nvPr/>
          </p:nvSpPr>
          <p:spPr>
            <a:xfrm>
              <a:off x="1504429" y="1192826"/>
              <a:ext cx="453000" cy="337170"/>
            </a:xfrm>
            <a:custGeom>
              <a:avLst/>
              <a:gdLst/>
              <a:ahLst/>
              <a:cxnLst/>
              <a:rect l="l" t="t" r="r" b="b"/>
              <a:pathLst>
                <a:path w="33364" h="24833" extrusionOk="0">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78" name="Google Shape;10578;p76"/>
            <p:cNvSpPr/>
            <p:nvPr/>
          </p:nvSpPr>
          <p:spPr>
            <a:xfrm>
              <a:off x="1636850" y="1405097"/>
              <a:ext cx="21547" cy="12491"/>
            </a:xfrm>
            <a:custGeom>
              <a:avLst/>
              <a:gdLst/>
              <a:ahLst/>
              <a:cxnLst/>
              <a:rect l="l" t="t" r="r" b="b"/>
              <a:pathLst>
                <a:path w="1587" h="920" extrusionOk="0">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79" name="Google Shape;10579;p76"/>
            <p:cNvSpPr/>
            <p:nvPr/>
          </p:nvSpPr>
          <p:spPr>
            <a:xfrm>
              <a:off x="1089269" y="1627361"/>
              <a:ext cx="38085" cy="22688"/>
            </a:xfrm>
            <a:custGeom>
              <a:avLst/>
              <a:gdLst/>
              <a:ahLst/>
              <a:cxnLst/>
              <a:rect l="l" t="t" r="r" b="b"/>
              <a:pathLst>
                <a:path w="2805" h="1671" extrusionOk="0">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80" name="Google Shape;10580;p76"/>
            <p:cNvSpPr/>
            <p:nvPr/>
          </p:nvSpPr>
          <p:spPr>
            <a:xfrm>
              <a:off x="1108006" y="1344093"/>
              <a:ext cx="76156" cy="49612"/>
            </a:xfrm>
            <a:custGeom>
              <a:avLst/>
              <a:gdLst/>
              <a:ahLst/>
              <a:cxnLst/>
              <a:rect l="l" t="t" r="r" b="b"/>
              <a:pathLst>
                <a:path w="5609" h="3654" extrusionOk="0">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81" name="Google Shape;10581;p76"/>
            <p:cNvSpPr/>
            <p:nvPr/>
          </p:nvSpPr>
          <p:spPr>
            <a:xfrm>
              <a:off x="1158773" y="1355960"/>
              <a:ext cx="133616" cy="70277"/>
            </a:xfrm>
            <a:custGeom>
              <a:avLst/>
              <a:gdLst/>
              <a:ahLst/>
              <a:cxnLst/>
              <a:rect l="l" t="t" r="r" b="b"/>
              <a:pathLst>
                <a:path w="9841" h="5176" extrusionOk="0">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82" name="Google Shape;10582;p76"/>
            <p:cNvSpPr/>
            <p:nvPr/>
          </p:nvSpPr>
          <p:spPr>
            <a:xfrm>
              <a:off x="1158243" y="1321487"/>
              <a:ext cx="9857" cy="6436"/>
            </a:xfrm>
            <a:custGeom>
              <a:avLst/>
              <a:gdLst/>
              <a:ahLst/>
              <a:cxnLst/>
              <a:rect l="l" t="t" r="r" b="b"/>
              <a:pathLst>
                <a:path w="726" h="474" extrusionOk="0">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83" name="Google Shape;10583;p76"/>
            <p:cNvSpPr/>
            <p:nvPr/>
          </p:nvSpPr>
          <p:spPr>
            <a:xfrm>
              <a:off x="1130627" y="1298310"/>
              <a:ext cx="52871" cy="25947"/>
            </a:xfrm>
            <a:custGeom>
              <a:avLst/>
              <a:gdLst/>
              <a:ahLst/>
              <a:cxnLst/>
              <a:rect l="l" t="t" r="r" b="b"/>
              <a:pathLst>
                <a:path w="3894" h="1911" extrusionOk="0">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84" name="Google Shape;10584;p76"/>
            <p:cNvSpPr/>
            <p:nvPr/>
          </p:nvSpPr>
          <p:spPr>
            <a:xfrm>
              <a:off x="1171549" y="1310367"/>
              <a:ext cx="86380" cy="35437"/>
            </a:xfrm>
            <a:custGeom>
              <a:avLst/>
              <a:gdLst/>
              <a:ahLst/>
              <a:cxnLst/>
              <a:rect l="l" t="t" r="r" b="b"/>
              <a:pathLst>
                <a:path w="6362" h="2610" extrusionOk="0">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85" name="Google Shape;10585;p76"/>
            <p:cNvSpPr/>
            <p:nvPr/>
          </p:nvSpPr>
          <p:spPr>
            <a:xfrm>
              <a:off x="1190001" y="1292064"/>
              <a:ext cx="7943" cy="3136"/>
            </a:xfrm>
            <a:custGeom>
              <a:avLst/>
              <a:gdLst/>
              <a:ahLst/>
              <a:cxnLst/>
              <a:rect l="l" t="t" r="r" b="b"/>
              <a:pathLst>
                <a:path w="585" h="231" extrusionOk="0">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86" name="Google Shape;10586;p76"/>
            <p:cNvSpPr/>
            <p:nvPr/>
          </p:nvSpPr>
          <p:spPr>
            <a:xfrm>
              <a:off x="1203443" y="1290258"/>
              <a:ext cx="23829" cy="10971"/>
            </a:xfrm>
            <a:custGeom>
              <a:avLst/>
              <a:gdLst/>
              <a:ahLst/>
              <a:cxnLst/>
              <a:rect l="l" t="t" r="r" b="b"/>
              <a:pathLst>
                <a:path w="1755" h="808" extrusionOk="0">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87" name="Google Shape;10587;p76"/>
            <p:cNvSpPr/>
            <p:nvPr/>
          </p:nvSpPr>
          <p:spPr>
            <a:xfrm>
              <a:off x="1201067" y="1279519"/>
              <a:ext cx="29300" cy="6789"/>
            </a:xfrm>
            <a:custGeom>
              <a:avLst/>
              <a:gdLst/>
              <a:ahLst/>
              <a:cxnLst/>
              <a:rect l="l" t="t" r="r" b="b"/>
              <a:pathLst>
                <a:path w="2158" h="500" extrusionOk="0">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88" name="Google Shape;10588;p76"/>
            <p:cNvSpPr/>
            <p:nvPr/>
          </p:nvSpPr>
          <p:spPr>
            <a:xfrm>
              <a:off x="1259015" y="1268100"/>
              <a:ext cx="46978" cy="24073"/>
            </a:xfrm>
            <a:custGeom>
              <a:avLst/>
              <a:gdLst/>
              <a:ahLst/>
              <a:cxnLst/>
              <a:rect l="l" t="t" r="r" b="b"/>
              <a:pathLst>
                <a:path w="3460" h="1773" extrusionOk="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89" name="Google Shape;10589;p76"/>
            <p:cNvSpPr/>
            <p:nvPr/>
          </p:nvSpPr>
          <p:spPr>
            <a:xfrm>
              <a:off x="1256395" y="1294400"/>
              <a:ext cx="10332" cy="9328"/>
            </a:xfrm>
            <a:custGeom>
              <a:avLst/>
              <a:gdLst/>
              <a:ahLst/>
              <a:cxnLst/>
              <a:rect l="l" t="t" r="r" b="b"/>
              <a:pathLst>
                <a:path w="761" h="687" extrusionOk="0">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90" name="Google Shape;10590;p76"/>
            <p:cNvSpPr/>
            <p:nvPr/>
          </p:nvSpPr>
          <p:spPr>
            <a:xfrm>
              <a:off x="1300753" y="1256369"/>
              <a:ext cx="8703" cy="4698"/>
            </a:xfrm>
            <a:custGeom>
              <a:avLst/>
              <a:gdLst/>
              <a:ahLst/>
              <a:cxnLst/>
              <a:rect l="l" t="t" r="r" b="b"/>
              <a:pathLst>
                <a:path w="641" h="346" extrusionOk="0">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91" name="Google Shape;10591;p76"/>
            <p:cNvSpPr/>
            <p:nvPr/>
          </p:nvSpPr>
          <p:spPr>
            <a:xfrm>
              <a:off x="1265858" y="1330814"/>
              <a:ext cx="6626" cy="4901"/>
            </a:xfrm>
            <a:custGeom>
              <a:avLst/>
              <a:gdLst/>
              <a:ahLst/>
              <a:cxnLst/>
              <a:rect l="l" t="t" r="r" b="b"/>
              <a:pathLst>
                <a:path w="488" h="361" extrusionOk="0">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92" name="Google Shape;10592;p76"/>
            <p:cNvSpPr/>
            <p:nvPr/>
          </p:nvSpPr>
          <p:spPr>
            <a:xfrm>
              <a:off x="1266945" y="1309756"/>
              <a:ext cx="52260" cy="27454"/>
            </a:xfrm>
            <a:custGeom>
              <a:avLst/>
              <a:gdLst/>
              <a:ahLst/>
              <a:cxnLst/>
              <a:rect l="l" t="t" r="r" b="b"/>
              <a:pathLst>
                <a:path w="3849" h="2022" extrusionOk="0">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93" name="Google Shape;10593;p76"/>
            <p:cNvSpPr/>
            <p:nvPr/>
          </p:nvSpPr>
          <p:spPr>
            <a:xfrm>
              <a:off x="1309917" y="1312268"/>
              <a:ext cx="923" cy="109"/>
            </a:xfrm>
            <a:custGeom>
              <a:avLst/>
              <a:gdLst/>
              <a:ahLst/>
              <a:cxnLst/>
              <a:rect l="l" t="t" r="r" b="b"/>
              <a:pathLst>
                <a:path w="68" h="8" extrusionOk="0">
                  <a:moveTo>
                    <a:pt x="1" y="1"/>
                  </a:moveTo>
                  <a:lnTo>
                    <a:pt x="64" y="8"/>
                  </a:lnTo>
                  <a:cubicBezTo>
                    <a:pt x="64" y="8"/>
                    <a:pt x="64" y="4"/>
                    <a:pt x="67" y="4"/>
                  </a:cubicBez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94" name="Google Shape;10594;p76"/>
            <p:cNvSpPr/>
            <p:nvPr/>
          </p:nvSpPr>
          <p:spPr>
            <a:xfrm>
              <a:off x="1314344" y="1277224"/>
              <a:ext cx="23109" cy="14718"/>
            </a:xfrm>
            <a:custGeom>
              <a:avLst/>
              <a:gdLst/>
              <a:ahLst/>
              <a:cxnLst/>
              <a:rect l="l" t="t" r="r" b="b"/>
              <a:pathLst>
                <a:path w="1702" h="1084" extrusionOk="0">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95" name="Google Shape;10595;p76"/>
            <p:cNvSpPr/>
            <p:nvPr/>
          </p:nvSpPr>
          <p:spPr>
            <a:xfrm>
              <a:off x="1329265" y="1294739"/>
              <a:ext cx="19973" cy="4548"/>
            </a:xfrm>
            <a:custGeom>
              <a:avLst/>
              <a:gdLst/>
              <a:ahLst/>
              <a:cxnLst/>
              <a:rect l="l" t="t" r="r" b="b"/>
              <a:pathLst>
                <a:path w="1471" h="335" extrusionOk="0">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96" name="Google Shape;10596;p76"/>
            <p:cNvSpPr/>
            <p:nvPr/>
          </p:nvSpPr>
          <p:spPr>
            <a:xfrm>
              <a:off x="1324934" y="1329592"/>
              <a:ext cx="24684" cy="12138"/>
            </a:xfrm>
            <a:custGeom>
              <a:avLst/>
              <a:gdLst/>
              <a:ahLst/>
              <a:cxnLst/>
              <a:rect l="l" t="t" r="r" b="b"/>
              <a:pathLst>
                <a:path w="1818" h="894" extrusionOk="0">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97" name="Google Shape;10597;p76"/>
            <p:cNvSpPr/>
            <p:nvPr/>
          </p:nvSpPr>
          <p:spPr>
            <a:xfrm>
              <a:off x="1281500" y="1350040"/>
              <a:ext cx="45593" cy="39266"/>
            </a:xfrm>
            <a:custGeom>
              <a:avLst/>
              <a:gdLst/>
              <a:ahLst/>
              <a:cxnLst/>
              <a:rect l="l" t="t" r="r" b="b"/>
              <a:pathLst>
                <a:path w="3358" h="2892" extrusionOk="0">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98" name="Google Shape;10598;p76"/>
            <p:cNvSpPr/>
            <p:nvPr/>
          </p:nvSpPr>
          <p:spPr>
            <a:xfrm>
              <a:off x="1325029" y="1306674"/>
              <a:ext cx="126216" cy="36999"/>
            </a:xfrm>
            <a:custGeom>
              <a:avLst/>
              <a:gdLst/>
              <a:ahLst/>
              <a:cxnLst/>
              <a:rect l="l" t="t" r="r" b="b"/>
              <a:pathLst>
                <a:path w="9296" h="2725" extrusionOk="0">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99" name="Google Shape;10599;p76"/>
            <p:cNvSpPr/>
            <p:nvPr/>
          </p:nvSpPr>
          <p:spPr>
            <a:xfrm>
              <a:off x="1366386" y="1297251"/>
              <a:ext cx="10237" cy="5092"/>
            </a:xfrm>
            <a:custGeom>
              <a:avLst/>
              <a:gdLst/>
              <a:ahLst/>
              <a:cxnLst/>
              <a:rect l="l" t="t" r="r" b="b"/>
              <a:pathLst>
                <a:path w="754" h="375" extrusionOk="0">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00" name="Google Shape;10600;p76"/>
            <p:cNvSpPr/>
            <p:nvPr/>
          </p:nvSpPr>
          <p:spPr>
            <a:xfrm>
              <a:off x="1325409" y="1232744"/>
              <a:ext cx="83529" cy="54948"/>
            </a:xfrm>
            <a:custGeom>
              <a:avLst/>
              <a:gdLst/>
              <a:ahLst/>
              <a:cxnLst/>
              <a:rect l="l" t="t" r="r" b="b"/>
              <a:pathLst>
                <a:path w="6152" h="4047" extrusionOk="0">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01" name="Google Shape;10601;p76"/>
            <p:cNvSpPr/>
            <p:nvPr/>
          </p:nvSpPr>
          <p:spPr>
            <a:xfrm>
              <a:off x="1360263" y="1200633"/>
              <a:ext cx="230111" cy="117201"/>
            </a:xfrm>
            <a:custGeom>
              <a:avLst/>
              <a:gdLst/>
              <a:ahLst/>
              <a:cxnLst/>
              <a:rect l="l" t="t" r="r" b="b"/>
              <a:pathLst>
                <a:path w="16948" h="8632" extrusionOk="0">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02" name="Google Shape;10602;p76"/>
            <p:cNvSpPr/>
            <p:nvPr/>
          </p:nvSpPr>
          <p:spPr>
            <a:xfrm>
              <a:off x="1448150" y="1504498"/>
              <a:ext cx="5567" cy="6476"/>
            </a:xfrm>
            <a:custGeom>
              <a:avLst/>
              <a:gdLst/>
              <a:ahLst/>
              <a:cxnLst/>
              <a:rect l="l" t="t" r="r" b="b"/>
              <a:pathLst>
                <a:path w="410" h="477" extrusionOk="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03" name="Google Shape;10603;p76"/>
            <p:cNvSpPr/>
            <p:nvPr/>
          </p:nvSpPr>
          <p:spPr>
            <a:xfrm>
              <a:off x="1420818" y="1496650"/>
              <a:ext cx="12410" cy="7807"/>
            </a:xfrm>
            <a:custGeom>
              <a:avLst/>
              <a:gdLst/>
              <a:ahLst/>
              <a:cxnLst/>
              <a:rect l="l" t="t" r="r" b="b"/>
              <a:pathLst>
                <a:path w="914" h="575" extrusionOk="0">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04" name="Google Shape;10604;p76"/>
            <p:cNvSpPr/>
            <p:nvPr/>
          </p:nvSpPr>
          <p:spPr>
            <a:xfrm>
              <a:off x="1395483" y="1461851"/>
              <a:ext cx="49110" cy="30699"/>
            </a:xfrm>
            <a:custGeom>
              <a:avLst/>
              <a:gdLst/>
              <a:ahLst/>
              <a:cxnLst/>
              <a:rect l="l" t="t" r="r" b="b"/>
              <a:pathLst>
                <a:path w="3617" h="2261" extrusionOk="0">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05" name="Google Shape;10605;p76"/>
            <p:cNvSpPr/>
            <p:nvPr/>
          </p:nvSpPr>
          <p:spPr>
            <a:xfrm>
              <a:off x="1373895" y="1355132"/>
              <a:ext cx="215339" cy="153181"/>
            </a:xfrm>
            <a:custGeom>
              <a:avLst/>
              <a:gdLst/>
              <a:ahLst/>
              <a:cxnLst/>
              <a:rect l="l" t="t" r="r" b="b"/>
              <a:pathLst>
                <a:path w="15860" h="11282" extrusionOk="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06" name="Google Shape;10606;p76"/>
            <p:cNvSpPr/>
            <p:nvPr/>
          </p:nvSpPr>
          <p:spPr>
            <a:xfrm>
              <a:off x="1468014" y="1430297"/>
              <a:ext cx="17841" cy="12722"/>
            </a:xfrm>
            <a:custGeom>
              <a:avLst/>
              <a:gdLst/>
              <a:ahLst/>
              <a:cxnLst/>
              <a:rect l="l" t="t" r="r" b="b"/>
              <a:pathLst>
                <a:path w="1314" h="937" extrusionOk="0">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07" name="Google Shape;10607;p76"/>
            <p:cNvSpPr/>
            <p:nvPr/>
          </p:nvSpPr>
          <p:spPr>
            <a:xfrm>
              <a:off x="1442393" y="1355322"/>
              <a:ext cx="32667" cy="14188"/>
            </a:xfrm>
            <a:custGeom>
              <a:avLst/>
              <a:gdLst/>
              <a:ahLst/>
              <a:cxnLst/>
              <a:rect l="l" t="t" r="r" b="b"/>
              <a:pathLst>
                <a:path w="2406" h="1045" extrusionOk="0">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08" name="Google Shape;10608;p76"/>
            <p:cNvSpPr/>
            <p:nvPr/>
          </p:nvSpPr>
          <p:spPr>
            <a:xfrm>
              <a:off x="1605052" y="1620450"/>
              <a:ext cx="47684" cy="43136"/>
            </a:xfrm>
            <a:custGeom>
              <a:avLst/>
              <a:gdLst/>
              <a:ahLst/>
              <a:cxnLst/>
              <a:rect l="l" t="t" r="r" b="b"/>
              <a:pathLst>
                <a:path w="3512" h="3177" extrusionOk="0">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09" name="Google Shape;10609;p76"/>
            <p:cNvSpPr/>
            <p:nvPr/>
          </p:nvSpPr>
          <p:spPr>
            <a:xfrm>
              <a:off x="1053479" y="1595277"/>
              <a:ext cx="11704" cy="15777"/>
            </a:xfrm>
            <a:custGeom>
              <a:avLst/>
              <a:gdLst/>
              <a:ahLst/>
              <a:cxnLst/>
              <a:rect l="l" t="t" r="r" b="b"/>
              <a:pathLst>
                <a:path w="862" h="1162" extrusionOk="0">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10" name="Google Shape;10610;p76"/>
            <p:cNvSpPr/>
            <p:nvPr/>
          </p:nvSpPr>
          <p:spPr>
            <a:xfrm>
              <a:off x="1341580" y="1422123"/>
              <a:ext cx="1439" cy="2009"/>
            </a:xfrm>
            <a:custGeom>
              <a:avLst/>
              <a:gdLst/>
              <a:ahLst/>
              <a:cxnLst/>
              <a:rect l="l" t="t" r="r" b="b"/>
              <a:pathLst>
                <a:path w="106" h="148" extrusionOk="0">
                  <a:moveTo>
                    <a:pt x="105" y="0"/>
                  </a:moveTo>
                  <a:lnTo>
                    <a:pt x="77" y="32"/>
                  </a:lnTo>
                  <a:cubicBezTo>
                    <a:pt x="32" y="81"/>
                    <a:pt x="0" y="116"/>
                    <a:pt x="0" y="147"/>
                  </a:cubicBezTo>
                  <a:cubicBezTo>
                    <a:pt x="42" y="102"/>
                    <a:pt x="77" y="53"/>
                    <a:pt x="10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11" name="Google Shape;10611;p76"/>
            <p:cNvSpPr/>
            <p:nvPr/>
          </p:nvSpPr>
          <p:spPr>
            <a:xfrm>
              <a:off x="993779" y="1350298"/>
              <a:ext cx="636812" cy="355798"/>
            </a:xfrm>
            <a:custGeom>
              <a:avLst/>
              <a:gdLst/>
              <a:ahLst/>
              <a:cxnLst/>
              <a:rect l="l" t="t" r="r" b="b"/>
              <a:pathLst>
                <a:path w="46902" h="26205" extrusionOk="0">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12" name="Google Shape;10612;p76"/>
            <p:cNvSpPr/>
            <p:nvPr/>
          </p:nvSpPr>
          <p:spPr>
            <a:xfrm>
              <a:off x="890970" y="1547688"/>
              <a:ext cx="18547" cy="17176"/>
            </a:xfrm>
            <a:custGeom>
              <a:avLst/>
              <a:gdLst/>
              <a:ahLst/>
              <a:cxnLst/>
              <a:rect l="l" t="t" r="r" b="b"/>
              <a:pathLst>
                <a:path w="1366" h="1265" extrusionOk="0">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13" name="Google Shape;10613;p76"/>
            <p:cNvSpPr/>
            <p:nvPr/>
          </p:nvSpPr>
          <p:spPr>
            <a:xfrm>
              <a:off x="797896" y="1528258"/>
              <a:ext cx="11229" cy="5064"/>
            </a:xfrm>
            <a:custGeom>
              <a:avLst/>
              <a:gdLst/>
              <a:ahLst/>
              <a:cxnLst/>
              <a:rect l="l" t="t" r="r" b="b"/>
              <a:pathLst>
                <a:path w="827" h="373" extrusionOk="0">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14" name="Google Shape;10614;p76"/>
            <p:cNvSpPr/>
            <p:nvPr/>
          </p:nvSpPr>
          <p:spPr>
            <a:xfrm>
              <a:off x="793334" y="1391519"/>
              <a:ext cx="283403" cy="195652"/>
            </a:xfrm>
            <a:custGeom>
              <a:avLst/>
              <a:gdLst/>
              <a:ahLst/>
              <a:cxnLst/>
              <a:rect l="l" t="t" r="r" b="b"/>
              <a:pathLst>
                <a:path w="20873" h="14410" extrusionOk="0">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15" name="Google Shape;10615;p76"/>
            <p:cNvSpPr/>
            <p:nvPr/>
          </p:nvSpPr>
          <p:spPr>
            <a:xfrm>
              <a:off x="815819" y="1587293"/>
              <a:ext cx="9518" cy="3435"/>
            </a:xfrm>
            <a:custGeom>
              <a:avLst/>
              <a:gdLst/>
              <a:ahLst/>
              <a:cxnLst/>
              <a:rect l="l" t="t" r="r" b="b"/>
              <a:pathLst>
                <a:path w="701" h="253" extrusionOk="0">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16" name="Google Shape;10616;p76"/>
            <p:cNvSpPr/>
            <p:nvPr/>
          </p:nvSpPr>
          <p:spPr>
            <a:xfrm>
              <a:off x="1116791" y="1641060"/>
              <a:ext cx="428519" cy="210818"/>
            </a:xfrm>
            <a:custGeom>
              <a:avLst/>
              <a:gdLst/>
              <a:ahLst/>
              <a:cxnLst/>
              <a:rect l="l" t="t" r="r" b="b"/>
              <a:pathLst>
                <a:path w="31561" h="15527" extrusionOk="0">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17" name="Google Shape;10617;p76"/>
            <p:cNvSpPr/>
            <p:nvPr/>
          </p:nvSpPr>
          <p:spPr>
            <a:xfrm>
              <a:off x="797231" y="1596418"/>
              <a:ext cx="3625" cy="3965"/>
            </a:xfrm>
            <a:custGeom>
              <a:avLst/>
              <a:gdLst/>
              <a:ahLst/>
              <a:cxnLst/>
              <a:rect l="l" t="t" r="r" b="b"/>
              <a:pathLst>
                <a:path w="267" h="292" extrusionOk="0">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18" name="Google Shape;10618;p76"/>
            <p:cNvSpPr/>
            <p:nvPr/>
          </p:nvSpPr>
          <p:spPr>
            <a:xfrm>
              <a:off x="950901" y="1525692"/>
              <a:ext cx="2824" cy="1738"/>
            </a:xfrm>
            <a:custGeom>
              <a:avLst/>
              <a:gdLst/>
              <a:ahLst/>
              <a:cxnLst/>
              <a:rect l="l" t="t" r="r" b="b"/>
              <a:pathLst>
                <a:path w="208" h="128" extrusionOk="0">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19" name="Google Shape;10619;p76"/>
            <p:cNvSpPr/>
            <p:nvPr/>
          </p:nvSpPr>
          <p:spPr>
            <a:xfrm>
              <a:off x="1054294" y="1571136"/>
              <a:ext cx="3571" cy="2200"/>
            </a:xfrm>
            <a:custGeom>
              <a:avLst/>
              <a:gdLst/>
              <a:ahLst/>
              <a:cxnLst/>
              <a:rect l="l" t="t" r="r" b="b"/>
              <a:pathLst>
                <a:path w="263" h="162" extrusionOk="0">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20" name="Google Shape;10620;p76"/>
            <p:cNvSpPr/>
            <p:nvPr/>
          </p:nvSpPr>
          <p:spPr>
            <a:xfrm>
              <a:off x="1293570" y="1816780"/>
              <a:ext cx="1290" cy="1113"/>
            </a:xfrm>
            <a:custGeom>
              <a:avLst/>
              <a:gdLst/>
              <a:ahLst/>
              <a:cxnLst/>
              <a:rect l="l" t="t" r="r" b="b"/>
              <a:pathLst>
                <a:path w="95" h="82" extrusionOk="0">
                  <a:moveTo>
                    <a:pt x="95" y="81"/>
                  </a:moveTo>
                  <a:cubicBezTo>
                    <a:pt x="67" y="50"/>
                    <a:pt x="35" y="25"/>
                    <a:pt x="0" y="1"/>
                  </a:cubicBezTo>
                  <a:cubicBezTo>
                    <a:pt x="35" y="25"/>
                    <a:pt x="67" y="50"/>
                    <a:pt x="95" y="8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21" name="Google Shape;10621;p76"/>
            <p:cNvSpPr/>
            <p:nvPr/>
          </p:nvSpPr>
          <p:spPr>
            <a:xfrm>
              <a:off x="1278743" y="1812694"/>
              <a:ext cx="14786" cy="4100"/>
            </a:xfrm>
            <a:custGeom>
              <a:avLst/>
              <a:gdLst/>
              <a:ahLst/>
              <a:cxnLst/>
              <a:rect l="l" t="t" r="r" b="b"/>
              <a:pathLst>
                <a:path w="1089" h="302" extrusionOk="0">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22" name="Google Shape;10622;p76"/>
            <p:cNvSpPr/>
            <p:nvPr/>
          </p:nvSpPr>
          <p:spPr>
            <a:xfrm>
              <a:off x="1173314" y="1789354"/>
              <a:ext cx="16741" cy="2254"/>
            </a:xfrm>
            <a:custGeom>
              <a:avLst/>
              <a:gdLst/>
              <a:ahLst/>
              <a:cxnLst/>
              <a:rect l="l" t="t" r="r" b="b"/>
              <a:pathLst>
                <a:path w="1233" h="166" extrusionOk="0">
                  <a:moveTo>
                    <a:pt x="0" y="165"/>
                  </a:moveTo>
                  <a:lnTo>
                    <a:pt x="1233"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23" name="Google Shape;10623;p76"/>
            <p:cNvSpPr/>
            <p:nvPr/>
          </p:nvSpPr>
          <p:spPr>
            <a:xfrm>
              <a:off x="1317141" y="1844302"/>
              <a:ext cx="448" cy="14"/>
            </a:xfrm>
            <a:custGeom>
              <a:avLst/>
              <a:gdLst/>
              <a:ahLst/>
              <a:cxnLst/>
              <a:rect l="l" t="t" r="r" b="b"/>
              <a:pathLst>
                <a:path w="33" h="1" extrusionOk="0">
                  <a:moveTo>
                    <a:pt x="32" y="1"/>
                  </a:moveTo>
                  <a:cubicBezTo>
                    <a:pt x="22" y="1"/>
                    <a:pt x="11" y="1"/>
                    <a:pt x="1" y="1"/>
                  </a:cubicBezTo>
                  <a:cubicBezTo>
                    <a:pt x="11" y="1"/>
                    <a:pt x="22" y="1"/>
                    <a:pt x="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24" name="Google Shape;10624;p76"/>
            <p:cNvSpPr/>
            <p:nvPr/>
          </p:nvSpPr>
          <p:spPr>
            <a:xfrm>
              <a:off x="1318906" y="1844641"/>
              <a:ext cx="339" cy="149"/>
            </a:xfrm>
            <a:custGeom>
              <a:avLst/>
              <a:gdLst/>
              <a:ahLst/>
              <a:cxnLst/>
              <a:rect l="l" t="t" r="r" b="b"/>
              <a:pathLst>
                <a:path w="25" h="11" extrusionOk="0">
                  <a:moveTo>
                    <a:pt x="25"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25" name="Google Shape;10625;p76"/>
            <p:cNvSpPr/>
            <p:nvPr/>
          </p:nvSpPr>
          <p:spPr>
            <a:xfrm>
              <a:off x="1317765" y="1844302"/>
              <a:ext cx="299" cy="68"/>
            </a:xfrm>
            <a:custGeom>
              <a:avLst/>
              <a:gdLst/>
              <a:ahLst/>
              <a:cxnLst/>
              <a:rect l="l" t="t" r="r" b="b"/>
              <a:pathLst>
                <a:path w="22" h="5" extrusionOk="0">
                  <a:moveTo>
                    <a:pt x="2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26" name="Google Shape;10626;p76"/>
            <p:cNvSpPr/>
            <p:nvPr/>
          </p:nvSpPr>
          <p:spPr>
            <a:xfrm>
              <a:off x="1278173" y="1815545"/>
              <a:ext cx="584" cy="964"/>
            </a:xfrm>
            <a:custGeom>
              <a:avLst/>
              <a:gdLst/>
              <a:ahLst/>
              <a:cxnLst/>
              <a:rect l="l" t="t" r="r" b="b"/>
              <a:pathLst>
                <a:path w="43" h="71" extrusionOk="0">
                  <a:moveTo>
                    <a:pt x="42" y="1"/>
                  </a:moveTo>
                  <a:cubicBezTo>
                    <a:pt x="28" y="25"/>
                    <a:pt x="14" y="46"/>
                    <a:pt x="0" y="71"/>
                  </a:cubicBezTo>
                  <a:cubicBezTo>
                    <a:pt x="14" y="46"/>
                    <a:pt x="28" y="25"/>
                    <a:pt x="4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27" name="Google Shape;10627;p76"/>
            <p:cNvSpPr/>
            <p:nvPr/>
          </p:nvSpPr>
          <p:spPr>
            <a:xfrm>
              <a:off x="1252838" y="1797147"/>
              <a:ext cx="244" cy="258"/>
            </a:xfrm>
            <a:custGeom>
              <a:avLst/>
              <a:gdLst/>
              <a:ahLst/>
              <a:cxnLst/>
              <a:rect l="l" t="t" r="r" b="b"/>
              <a:pathLst>
                <a:path w="18" h="19" extrusionOk="0">
                  <a:moveTo>
                    <a:pt x="0" y="1"/>
                  </a:moveTo>
                  <a:lnTo>
                    <a:pt x="1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28" name="Google Shape;10628;p76"/>
            <p:cNvSpPr/>
            <p:nvPr/>
          </p:nvSpPr>
          <p:spPr>
            <a:xfrm>
              <a:off x="1318240" y="1844397"/>
              <a:ext cx="299" cy="109"/>
            </a:xfrm>
            <a:custGeom>
              <a:avLst/>
              <a:gdLst/>
              <a:ahLst/>
              <a:cxnLst/>
              <a:rect l="l" t="t" r="r" b="b"/>
              <a:pathLst>
                <a:path w="22" h="8" extrusionOk="0">
                  <a:moveTo>
                    <a:pt x="21"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29" name="Google Shape;10629;p76"/>
            <p:cNvSpPr/>
            <p:nvPr/>
          </p:nvSpPr>
          <p:spPr>
            <a:xfrm>
              <a:off x="1294846" y="1817880"/>
              <a:ext cx="1018" cy="1249"/>
            </a:xfrm>
            <a:custGeom>
              <a:avLst/>
              <a:gdLst/>
              <a:ahLst/>
              <a:cxnLst/>
              <a:rect l="l" t="t" r="r" b="b"/>
              <a:pathLst>
                <a:path w="75" h="92" extrusionOk="0">
                  <a:moveTo>
                    <a:pt x="74" y="91"/>
                  </a:moveTo>
                  <a:cubicBezTo>
                    <a:pt x="53" y="60"/>
                    <a:pt x="29" y="28"/>
                    <a:pt x="1" y="0"/>
                  </a:cubicBezTo>
                  <a:cubicBezTo>
                    <a:pt x="29" y="28"/>
                    <a:pt x="53" y="60"/>
                    <a:pt x="74" y="9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30" name="Google Shape;10630;p76"/>
            <p:cNvSpPr/>
            <p:nvPr/>
          </p:nvSpPr>
          <p:spPr>
            <a:xfrm>
              <a:off x="1122833" y="165189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31" name="Google Shape;10631;p76"/>
            <p:cNvSpPr/>
            <p:nvPr/>
          </p:nvSpPr>
          <p:spPr>
            <a:xfrm>
              <a:off x="1124734" y="1651746"/>
              <a:ext cx="530" cy="68"/>
            </a:xfrm>
            <a:custGeom>
              <a:avLst/>
              <a:gdLst/>
              <a:ahLst/>
              <a:cxnLst/>
              <a:rect l="l" t="t" r="r" b="b"/>
              <a:pathLst>
                <a:path w="39" h="5" extrusionOk="0">
                  <a:moveTo>
                    <a:pt x="0" y="4"/>
                  </a:moveTo>
                  <a:lnTo>
                    <a:pt x="3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32" name="Google Shape;10632;p76"/>
            <p:cNvSpPr/>
            <p:nvPr/>
          </p:nvSpPr>
          <p:spPr>
            <a:xfrm>
              <a:off x="1125969" y="1651556"/>
              <a:ext cx="489" cy="109"/>
            </a:xfrm>
            <a:custGeom>
              <a:avLst/>
              <a:gdLst/>
              <a:ahLst/>
              <a:cxnLst/>
              <a:rect l="l" t="t" r="r" b="b"/>
              <a:pathLst>
                <a:path w="36" h="8" extrusionOk="0">
                  <a:moveTo>
                    <a:pt x="0" y="8"/>
                  </a:moveTo>
                  <a:lnTo>
                    <a:pt x="3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33" name="Google Shape;10633;p76"/>
            <p:cNvSpPr/>
            <p:nvPr/>
          </p:nvSpPr>
          <p:spPr>
            <a:xfrm>
              <a:off x="1117076" y="1651515"/>
              <a:ext cx="448" cy="54"/>
            </a:xfrm>
            <a:custGeom>
              <a:avLst/>
              <a:gdLst/>
              <a:ahLst/>
              <a:cxnLst/>
              <a:rect l="l" t="t" r="r" b="b"/>
              <a:pathLst>
                <a:path w="33" h="4" extrusionOk="0">
                  <a:moveTo>
                    <a:pt x="1" y="0"/>
                  </a:moveTo>
                  <a:lnTo>
                    <a:pt x="3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34" name="Google Shape;10634;p76"/>
            <p:cNvSpPr/>
            <p:nvPr/>
          </p:nvSpPr>
          <p:spPr>
            <a:xfrm>
              <a:off x="1120783" y="1651841"/>
              <a:ext cx="394" cy="14"/>
            </a:xfrm>
            <a:custGeom>
              <a:avLst/>
              <a:gdLst/>
              <a:ahLst/>
              <a:cxnLst/>
              <a:rect l="l" t="t" r="r" b="b"/>
              <a:pathLst>
                <a:path w="29" h="1" extrusionOk="0">
                  <a:moveTo>
                    <a:pt x="1" y="1"/>
                  </a:move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35" name="Google Shape;10635;p76"/>
            <p:cNvSpPr/>
            <p:nvPr/>
          </p:nvSpPr>
          <p:spPr>
            <a:xfrm>
              <a:off x="1123539" y="1651895"/>
              <a:ext cx="543" cy="14"/>
            </a:xfrm>
            <a:custGeom>
              <a:avLst/>
              <a:gdLst/>
              <a:ahLst/>
              <a:cxnLst/>
              <a:rect l="l" t="t" r="r" b="b"/>
              <a:pathLst>
                <a:path w="40" h="1" extrusionOk="0">
                  <a:moveTo>
                    <a:pt x="1" y="0"/>
                  </a:moveTo>
                  <a:lnTo>
                    <a:pt x="3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36" name="Google Shape;10636;p76"/>
            <p:cNvSpPr/>
            <p:nvPr/>
          </p:nvSpPr>
          <p:spPr>
            <a:xfrm>
              <a:off x="1119072" y="1651705"/>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37" name="Google Shape;10637;p76"/>
            <p:cNvSpPr/>
            <p:nvPr/>
          </p:nvSpPr>
          <p:spPr>
            <a:xfrm>
              <a:off x="1543206" y="1679322"/>
              <a:ext cx="258" cy="434"/>
            </a:xfrm>
            <a:custGeom>
              <a:avLst/>
              <a:gdLst/>
              <a:ahLst/>
              <a:cxnLst/>
              <a:rect l="l" t="t" r="r" b="b"/>
              <a:pathLst>
                <a:path w="19" h="32" extrusionOk="0">
                  <a:moveTo>
                    <a:pt x="1" y="0"/>
                  </a:moveTo>
                  <a:lnTo>
                    <a:pt x="18"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38" name="Google Shape;10638;p76"/>
            <p:cNvSpPr/>
            <p:nvPr/>
          </p:nvSpPr>
          <p:spPr>
            <a:xfrm>
              <a:off x="1543736" y="1680177"/>
              <a:ext cx="299" cy="434"/>
            </a:xfrm>
            <a:custGeom>
              <a:avLst/>
              <a:gdLst/>
              <a:ahLst/>
              <a:cxnLst/>
              <a:rect l="l" t="t" r="r" b="b"/>
              <a:pathLst>
                <a:path w="22" h="32" extrusionOk="0">
                  <a:moveTo>
                    <a:pt x="0" y="0"/>
                  </a:moveTo>
                  <a:lnTo>
                    <a:pt x="21"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39" name="Google Shape;10639;p76"/>
            <p:cNvSpPr/>
            <p:nvPr/>
          </p:nvSpPr>
          <p:spPr>
            <a:xfrm>
              <a:off x="1542731" y="1678507"/>
              <a:ext cx="258" cy="394"/>
            </a:xfrm>
            <a:custGeom>
              <a:avLst/>
              <a:gdLst/>
              <a:ahLst/>
              <a:cxnLst/>
              <a:rect l="l" t="t" r="r" b="b"/>
              <a:pathLst>
                <a:path w="19" h="29" extrusionOk="0">
                  <a:moveTo>
                    <a:pt x="1" y="1"/>
                  </a:moveTo>
                  <a:lnTo>
                    <a:pt x="18"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40" name="Google Shape;10640;p76"/>
            <p:cNvSpPr/>
            <p:nvPr/>
          </p:nvSpPr>
          <p:spPr>
            <a:xfrm>
              <a:off x="1544251" y="1681032"/>
              <a:ext cx="299" cy="394"/>
            </a:xfrm>
            <a:custGeom>
              <a:avLst/>
              <a:gdLst/>
              <a:ahLst/>
              <a:cxnLst/>
              <a:rect l="l" t="t" r="r" b="b"/>
              <a:pathLst>
                <a:path w="22" h="29" extrusionOk="0">
                  <a:moveTo>
                    <a:pt x="1" y="0"/>
                  </a:moveTo>
                  <a:lnTo>
                    <a:pt x="22"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41" name="Google Shape;10641;p76"/>
            <p:cNvSpPr/>
            <p:nvPr/>
          </p:nvSpPr>
          <p:spPr>
            <a:xfrm>
              <a:off x="1544876" y="1681888"/>
              <a:ext cx="299" cy="394"/>
            </a:xfrm>
            <a:custGeom>
              <a:avLst/>
              <a:gdLst/>
              <a:ahLst/>
              <a:cxnLst/>
              <a:rect l="l" t="t" r="r" b="b"/>
              <a:pathLst>
                <a:path w="22" h="29" extrusionOk="0">
                  <a:moveTo>
                    <a:pt x="0" y="0"/>
                  </a:moveTo>
                  <a:lnTo>
                    <a:pt x="21"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42" name="Google Shape;10642;p76"/>
            <p:cNvSpPr/>
            <p:nvPr/>
          </p:nvSpPr>
          <p:spPr>
            <a:xfrm>
              <a:off x="1478333" y="1688541"/>
              <a:ext cx="530" cy="434"/>
            </a:xfrm>
            <a:custGeom>
              <a:avLst/>
              <a:gdLst/>
              <a:ahLst/>
              <a:cxnLst/>
              <a:rect l="l" t="t" r="r" b="b"/>
              <a:pathLst>
                <a:path w="39" h="32" extrusionOk="0">
                  <a:moveTo>
                    <a:pt x="0" y="32"/>
                  </a:moveTo>
                  <a:lnTo>
                    <a:pt x="3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43" name="Google Shape;10643;p76"/>
            <p:cNvSpPr/>
            <p:nvPr/>
          </p:nvSpPr>
          <p:spPr>
            <a:xfrm>
              <a:off x="1478944" y="1688011"/>
              <a:ext cx="489" cy="448"/>
            </a:xfrm>
            <a:custGeom>
              <a:avLst/>
              <a:gdLst/>
              <a:ahLst/>
              <a:cxnLst/>
              <a:rect l="l" t="t" r="r" b="b"/>
              <a:pathLst>
                <a:path w="36" h="33" extrusionOk="0">
                  <a:moveTo>
                    <a:pt x="1" y="32"/>
                  </a:moveTo>
                  <a:lnTo>
                    <a:pt x="36"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44" name="Google Shape;10644;p76"/>
            <p:cNvSpPr/>
            <p:nvPr/>
          </p:nvSpPr>
          <p:spPr>
            <a:xfrm>
              <a:off x="1542310" y="1677706"/>
              <a:ext cx="244" cy="434"/>
            </a:xfrm>
            <a:custGeom>
              <a:avLst/>
              <a:gdLst/>
              <a:ahLst/>
              <a:cxnLst/>
              <a:rect l="l" t="t" r="r" b="b"/>
              <a:pathLst>
                <a:path w="18" h="32" extrusionOk="0">
                  <a:moveTo>
                    <a:pt x="0" y="0"/>
                  </a:moveTo>
                  <a:lnTo>
                    <a:pt x="18"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45" name="Google Shape;10645;p76"/>
            <p:cNvSpPr/>
            <p:nvPr/>
          </p:nvSpPr>
          <p:spPr>
            <a:xfrm>
              <a:off x="1539689" y="1670714"/>
              <a:ext cx="109" cy="353"/>
            </a:xfrm>
            <a:custGeom>
              <a:avLst/>
              <a:gdLst/>
              <a:ahLst/>
              <a:cxnLst/>
              <a:rect l="l" t="t" r="r" b="b"/>
              <a:pathLst>
                <a:path w="8" h="26" extrusionOk="0">
                  <a:moveTo>
                    <a:pt x="1" y="1"/>
                  </a:moveTo>
                  <a:lnTo>
                    <a:pt x="8"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46" name="Google Shape;10646;p76"/>
            <p:cNvSpPr/>
            <p:nvPr/>
          </p:nvSpPr>
          <p:spPr>
            <a:xfrm>
              <a:off x="1539975" y="1671949"/>
              <a:ext cx="163" cy="394"/>
            </a:xfrm>
            <a:custGeom>
              <a:avLst/>
              <a:gdLst/>
              <a:ahLst/>
              <a:cxnLst/>
              <a:rect l="l" t="t" r="r" b="b"/>
              <a:pathLst>
                <a:path w="12" h="29" extrusionOk="0">
                  <a:moveTo>
                    <a:pt x="1" y="1"/>
                  </a:moveTo>
                  <a:lnTo>
                    <a:pt x="11"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47" name="Google Shape;10647;p76"/>
            <p:cNvSpPr/>
            <p:nvPr/>
          </p:nvSpPr>
          <p:spPr>
            <a:xfrm>
              <a:off x="1477667" y="1689111"/>
              <a:ext cx="584" cy="489"/>
            </a:xfrm>
            <a:custGeom>
              <a:avLst/>
              <a:gdLst/>
              <a:ahLst/>
              <a:cxnLst/>
              <a:rect l="l" t="t" r="r" b="b"/>
              <a:pathLst>
                <a:path w="43" h="36" extrusionOk="0">
                  <a:moveTo>
                    <a:pt x="0" y="35"/>
                  </a:moveTo>
                  <a:lnTo>
                    <a:pt x="4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48" name="Google Shape;10648;p76"/>
            <p:cNvSpPr/>
            <p:nvPr/>
          </p:nvSpPr>
          <p:spPr>
            <a:xfrm>
              <a:off x="1034661" y="1534586"/>
              <a:ext cx="679" cy="109"/>
            </a:xfrm>
            <a:custGeom>
              <a:avLst/>
              <a:gdLst/>
              <a:ahLst/>
              <a:cxnLst/>
              <a:rect l="l" t="t" r="r" b="b"/>
              <a:pathLst>
                <a:path w="50" h="8" extrusionOk="0">
                  <a:moveTo>
                    <a:pt x="0" y="0"/>
                  </a:moveTo>
                  <a:cubicBezTo>
                    <a:pt x="18" y="4"/>
                    <a:pt x="32" y="4"/>
                    <a:pt x="49" y="7"/>
                  </a:cubicBezTo>
                  <a:cubicBezTo>
                    <a:pt x="32" y="4"/>
                    <a:pt x="18"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49" name="Google Shape;10649;p76"/>
            <p:cNvSpPr/>
            <p:nvPr/>
          </p:nvSpPr>
          <p:spPr>
            <a:xfrm>
              <a:off x="1540165" y="1672614"/>
              <a:ext cx="163" cy="394"/>
            </a:xfrm>
            <a:custGeom>
              <a:avLst/>
              <a:gdLst/>
              <a:ahLst/>
              <a:cxnLst/>
              <a:rect l="l" t="t" r="r" b="b"/>
              <a:pathLst>
                <a:path w="12" h="29" extrusionOk="0">
                  <a:moveTo>
                    <a:pt x="1" y="1"/>
                  </a:moveTo>
                  <a:lnTo>
                    <a:pt x="11"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50" name="Google Shape;10650;p76"/>
            <p:cNvSpPr/>
            <p:nvPr/>
          </p:nvSpPr>
          <p:spPr>
            <a:xfrm>
              <a:off x="1035462" y="1534721"/>
              <a:ext cx="638" cy="163"/>
            </a:xfrm>
            <a:custGeom>
              <a:avLst/>
              <a:gdLst/>
              <a:ahLst/>
              <a:cxnLst/>
              <a:rect l="l" t="t" r="r" b="b"/>
              <a:pathLst>
                <a:path w="47" h="12" extrusionOk="0">
                  <a:moveTo>
                    <a:pt x="1" y="1"/>
                  </a:moveTo>
                  <a:cubicBezTo>
                    <a:pt x="18" y="1"/>
                    <a:pt x="32" y="4"/>
                    <a:pt x="46" y="11"/>
                  </a:cubicBezTo>
                  <a:cubicBezTo>
                    <a:pt x="32" y="4"/>
                    <a:pt x="18"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51" name="Google Shape;10651;p76"/>
            <p:cNvSpPr/>
            <p:nvPr/>
          </p:nvSpPr>
          <p:spPr>
            <a:xfrm>
              <a:off x="1539839" y="1671338"/>
              <a:ext cx="109" cy="339"/>
            </a:xfrm>
            <a:custGeom>
              <a:avLst/>
              <a:gdLst/>
              <a:ahLst/>
              <a:cxnLst/>
              <a:rect l="l" t="t" r="r" b="b"/>
              <a:pathLst>
                <a:path w="8" h="25" extrusionOk="0">
                  <a:moveTo>
                    <a:pt x="0" y="0"/>
                  </a:moveTo>
                  <a:lnTo>
                    <a:pt x="7"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52" name="Google Shape;10652;p76"/>
            <p:cNvSpPr/>
            <p:nvPr/>
          </p:nvSpPr>
          <p:spPr>
            <a:xfrm>
              <a:off x="1539554" y="1670103"/>
              <a:ext cx="109" cy="339"/>
            </a:xfrm>
            <a:custGeom>
              <a:avLst/>
              <a:gdLst/>
              <a:ahLst/>
              <a:cxnLst/>
              <a:rect l="l" t="t" r="r" b="b"/>
              <a:pathLst>
                <a:path w="8" h="25" extrusionOk="0">
                  <a:moveTo>
                    <a:pt x="0" y="0"/>
                  </a:moveTo>
                  <a:cubicBezTo>
                    <a:pt x="0" y="7"/>
                    <a:pt x="4" y="18"/>
                    <a:pt x="7" y="25"/>
                  </a:cubicBezTo>
                  <a:cubicBezTo>
                    <a:pt x="4" y="18"/>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53" name="Google Shape;10653;p76"/>
            <p:cNvSpPr/>
            <p:nvPr/>
          </p:nvSpPr>
          <p:spPr>
            <a:xfrm>
              <a:off x="1033710" y="1534531"/>
              <a:ext cx="815" cy="68"/>
            </a:xfrm>
            <a:custGeom>
              <a:avLst/>
              <a:gdLst/>
              <a:ahLst/>
              <a:cxnLst/>
              <a:rect l="l" t="t" r="r" b="b"/>
              <a:pathLst>
                <a:path w="60" h="5" extrusionOk="0">
                  <a:moveTo>
                    <a:pt x="0" y="1"/>
                  </a:moveTo>
                  <a:cubicBezTo>
                    <a:pt x="18" y="1"/>
                    <a:pt x="39" y="1"/>
                    <a:pt x="60" y="4"/>
                  </a:cubicBezTo>
                  <a:cubicBezTo>
                    <a:pt x="39" y="1"/>
                    <a:pt x="21"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54" name="Google Shape;10654;p76"/>
            <p:cNvSpPr/>
            <p:nvPr/>
          </p:nvSpPr>
          <p:spPr>
            <a:xfrm>
              <a:off x="1541210" y="1675425"/>
              <a:ext cx="204" cy="434"/>
            </a:xfrm>
            <a:custGeom>
              <a:avLst/>
              <a:gdLst/>
              <a:ahLst/>
              <a:cxnLst/>
              <a:rect l="l" t="t" r="r" b="b"/>
              <a:pathLst>
                <a:path w="15" h="32" extrusionOk="0">
                  <a:moveTo>
                    <a:pt x="1" y="0"/>
                  </a:moveTo>
                  <a:lnTo>
                    <a:pt x="15"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55" name="Google Shape;10655;p76"/>
            <p:cNvSpPr/>
            <p:nvPr/>
          </p:nvSpPr>
          <p:spPr>
            <a:xfrm>
              <a:off x="1541550" y="1676185"/>
              <a:ext cx="204" cy="394"/>
            </a:xfrm>
            <a:custGeom>
              <a:avLst/>
              <a:gdLst/>
              <a:ahLst/>
              <a:cxnLst/>
              <a:rect l="l" t="t" r="r" b="b"/>
              <a:pathLst>
                <a:path w="15" h="29" extrusionOk="0">
                  <a:moveTo>
                    <a:pt x="0" y="0"/>
                  </a:moveTo>
                  <a:lnTo>
                    <a:pt x="14"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56" name="Google Shape;10656;p76"/>
            <p:cNvSpPr/>
            <p:nvPr/>
          </p:nvSpPr>
          <p:spPr>
            <a:xfrm>
              <a:off x="1540884" y="1674705"/>
              <a:ext cx="204" cy="394"/>
            </a:xfrm>
            <a:custGeom>
              <a:avLst/>
              <a:gdLst/>
              <a:ahLst/>
              <a:cxnLst/>
              <a:rect l="l" t="t" r="r" b="b"/>
              <a:pathLst>
                <a:path w="15" h="29" extrusionOk="0">
                  <a:moveTo>
                    <a:pt x="0" y="1"/>
                  </a:moveTo>
                  <a:lnTo>
                    <a:pt x="14"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57" name="Google Shape;10657;p76"/>
            <p:cNvSpPr/>
            <p:nvPr/>
          </p:nvSpPr>
          <p:spPr>
            <a:xfrm>
              <a:off x="1540640" y="1673999"/>
              <a:ext cx="163" cy="394"/>
            </a:xfrm>
            <a:custGeom>
              <a:avLst/>
              <a:gdLst/>
              <a:ahLst/>
              <a:cxnLst/>
              <a:rect l="l" t="t" r="r" b="b"/>
              <a:pathLst>
                <a:path w="12" h="29" extrusionOk="0">
                  <a:moveTo>
                    <a:pt x="1" y="0"/>
                  </a:moveTo>
                  <a:lnTo>
                    <a:pt x="11"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58" name="Google Shape;10658;p76"/>
            <p:cNvSpPr/>
            <p:nvPr/>
          </p:nvSpPr>
          <p:spPr>
            <a:xfrm>
              <a:off x="1541930" y="1676946"/>
              <a:ext cx="204" cy="434"/>
            </a:xfrm>
            <a:custGeom>
              <a:avLst/>
              <a:gdLst/>
              <a:ahLst/>
              <a:cxnLst/>
              <a:rect l="l" t="t" r="r" b="b"/>
              <a:pathLst>
                <a:path w="15" h="32" extrusionOk="0">
                  <a:moveTo>
                    <a:pt x="0" y="0"/>
                  </a:moveTo>
                  <a:lnTo>
                    <a:pt x="14"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59" name="Google Shape;10659;p76"/>
            <p:cNvSpPr/>
            <p:nvPr/>
          </p:nvSpPr>
          <p:spPr>
            <a:xfrm>
              <a:off x="1540409" y="1673280"/>
              <a:ext cx="149" cy="394"/>
            </a:xfrm>
            <a:custGeom>
              <a:avLst/>
              <a:gdLst/>
              <a:ahLst/>
              <a:cxnLst/>
              <a:rect l="l" t="t" r="r" b="b"/>
              <a:pathLst>
                <a:path w="11" h="29" extrusionOk="0">
                  <a:moveTo>
                    <a:pt x="0" y="1"/>
                  </a:moveTo>
                  <a:lnTo>
                    <a:pt x="11"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60" name="Google Shape;10660;p76"/>
            <p:cNvSpPr/>
            <p:nvPr/>
          </p:nvSpPr>
          <p:spPr>
            <a:xfrm>
              <a:off x="1015408" y="1537953"/>
              <a:ext cx="964" cy="1303"/>
            </a:xfrm>
            <a:custGeom>
              <a:avLst/>
              <a:gdLst/>
              <a:ahLst/>
              <a:cxnLst/>
              <a:rect l="l" t="t" r="r" b="b"/>
              <a:pathLst>
                <a:path w="71" h="96" extrusionOk="0">
                  <a:moveTo>
                    <a:pt x="0" y="1"/>
                  </a:moveTo>
                  <a:cubicBezTo>
                    <a:pt x="25" y="36"/>
                    <a:pt x="49" y="67"/>
                    <a:pt x="70" y="95"/>
                  </a:cubicBezTo>
                  <a:cubicBezTo>
                    <a:pt x="49" y="67"/>
                    <a:pt x="25" y="36"/>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61" name="Google Shape;10661;p76"/>
            <p:cNvSpPr/>
            <p:nvPr/>
          </p:nvSpPr>
          <p:spPr>
            <a:xfrm>
              <a:off x="1036181" y="1534871"/>
              <a:ext cx="964" cy="434"/>
            </a:xfrm>
            <a:custGeom>
              <a:avLst/>
              <a:gdLst/>
              <a:ahLst/>
              <a:cxnLst/>
              <a:rect l="l" t="t" r="r" b="b"/>
              <a:pathLst>
                <a:path w="71" h="32" extrusionOk="0">
                  <a:moveTo>
                    <a:pt x="0" y="0"/>
                  </a:moveTo>
                  <a:lnTo>
                    <a:pt x="0" y="0"/>
                  </a:lnTo>
                  <a:cubicBezTo>
                    <a:pt x="14" y="7"/>
                    <a:pt x="28" y="11"/>
                    <a:pt x="42" y="18"/>
                  </a:cubicBezTo>
                  <a:cubicBezTo>
                    <a:pt x="53" y="21"/>
                    <a:pt x="60" y="28"/>
                    <a:pt x="70" y="32"/>
                  </a:cubicBezTo>
                  <a:cubicBezTo>
                    <a:pt x="49" y="18"/>
                    <a:pt x="25"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62" name="Google Shape;10662;p76"/>
            <p:cNvSpPr/>
            <p:nvPr/>
          </p:nvSpPr>
          <p:spPr>
            <a:xfrm>
              <a:off x="1072257" y="1586153"/>
              <a:ext cx="869" cy="638"/>
            </a:xfrm>
            <a:custGeom>
              <a:avLst/>
              <a:gdLst/>
              <a:ahLst/>
              <a:cxnLst/>
              <a:rect l="l" t="t" r="r" b="b"/>
              <a:pathLst>
                <a:path w="64" h="47" extrusionOk="0">
                  <a:moveTo>
                    <a:pt x="0" y="46"/>
                  </a:moveTo>
                  <a:lnTo>
                    <a:pt x="6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63" name="Google Shape;10663;p76"/>
            <p:cNvSpPr/>
            <p:nvPr/>
          </p:nvSpPr>
          <p:spPr>
            <a:xfrm>
              <a:off x="1073357" y="1585447"/>
              <a:ext cx="774" cy="530"/>
            </a:xfrm>
            <a:custGeom>
              <a:avLst/>
              <a:gdLst/>
              <a:ahLst/>
              <a:cxnLst/>
              <a:rect l="l" t="t" r="r" b="b"/>
              <a:pathLst>
                <a:path w="57" h="39" extrusionOk="0">
                  <a:moveTo>
                    <a:pt x="56" y="0"/>
                  </a:moveTo>
                  <a:lnTo>
                    <a:pt x="0" y="3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64" name="Google Shape;10664;p76"/>
            <p:cNvSpPr/>
            <p:nvPr/>
          </p:nvSpPr>
          <p:spPr>
            <a:xfrm>
              <a:off x="1075257" y="1584116"/>
              <a:ext cx="774" cy="530"/>
            </a:xfrm>
            <a:custGeom>
              <a:avLst/>
              <a:gdLst/>
              <a:ahLst/>
              <a:cxnLst/>
              <a:rect l="l" t="t" r="r" b="b"/>
              <a:pathLst>
                <a:path w="57" h="39" extrusionOk="0">
                  <a:moveTo>
                    <a:pt x="56" y="0"/>
                  </a:moveTo>
                  <a:lnTo>
                    <a:pt x="0" y="3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65" name="Google Shape;10665;p76"/>
            <p:cNvSpPr/>
            <p:nvPr/>
          </p:nvSpPr>
          <p:spPr>
            <a:xfrm>
              <a:off x="1006379" y="1526928"/>
              <a:ext cx="1385" cy="3055"/>
            </a:xfrm>
            <a:custGeom>
              <a:avLst/>
              <a:gdLst/>
              <a:ahLst/>
              <a:cxnLst/>
              <a:rect l="l" t="t" r="r" b="b"/>
              <a:pathLst>
                <a:path w="102" h="225" extrusionOk="0">
                  <a:moveTo>
                    <a:pt x="0" y="1"/>
                  </a:moveTo>
                  <a:cubicBezTo>
                    <a:pt x="70" y="50"/>
                    <a:pt x="102" y="158"/>
                    <a:pt x="102" y="225"/>
                  </a:cubicBezTo>
                  <a:cubicBezTo>
                    <a:pt x="102" y="158"/>
                    <a:pt x="70" y="46"/>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66" name="Google Shape;10666;p76"/>
            <p:cNvSpPr/>
            <p:nvPr/>
          </p:nvSpPr>
          <p:spPr>
            <a:xfrm>
              <a:off x="1074348" y="1584822"/>
              <a:ext cx="679" cy="448"/>
            </a:xfrm>
            <a:custGeom>
              <a:avLst/>
              <a:gdLst/>
              <a:ahLst/>
              <a:cxnLst/>
              <a:rect l="l" t="t" r="r" b="b"/>
              <a:pathLst>
                <a:path w="50" h="33" extrusionOk="0">
                  <a:moveTo>
                    <a:pt x="50" y="1"/>
                  </a:moveTo>
                  <a:lnTo>
                    <a:pt x="1"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67" name="Google Shape;10667;p76"/>
            <p:cNvSpPr/>
            <p:nvPr/>
          </p:nvSpPr>
          <p:spPr>
            <a:xfrm>
              <a:off x="1417248" y="1669913"/>
              <a:ext cx="204" cy="149"/>
            </a:xfrm>
            <a:custGeom>
              <a:avLst/>
              <a:gdLst/>
              <a:ahLst/>
              <a:cxnLst/>
              <a:rect l="l" t="t" r="r" b="b"/>
              <a:pathLst>
                <a:path w="15" h="11" extrusionOk="0">
                  <a:moveTo>
                    <a:pt x="15"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68" name="Google Shape;10668;p76"/>
            <p:cNvSpPr/>
            <p:nvPr/>
          </p:nvSpPr>
          <p:spPr>
            <a:xfrm>
              <a:off x="1416677" y="1669532"/>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69" name="Google Shape;10669;p76"/>
            <p:cNvSpPr/>
            <p:nvPr/>
          </p:nvSpPr>
          <p:spPr>
            <a:xfrm>
              <a:off x="1341010" y="1647374"/>
              <a:ext cx="2485" cy="1208"/>
            </a:xfrm>
            <a:custGeom>
              <a:avLst/>
              <a:gdLst/>
              <a:ahLst/>
              <a:cxnLst/>
              <a:rect l="l" t="t" r="r" b="b"/>
              <a:pathLst>
                <a:path w="183" h="89" extrusionOk="0">
                  <a:moveTo>
                    <a:pt x="182" y="88"/>
                  </a:moveTo>
                  <a:cubicBezTo>
                    <a:pt x="123" y="57"/>
                    <a:pt x="63" y="25"/>
                    <a:pt x="0" y="1"/>
                  </a:cubicBezTo>
                  <a:cubicBezTo>
                    <a:pt x="63" y="25"/>
                    <a:pt x="123" y="57"/>
                    <a:pt x="182" y="8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70" name="Google Shape;10670;p76"/>
            <p:cNvSpPr/>
            <p:nvPr/>
          </p:nvSpPr>
          <p:spPr>
            <a:xfrm>
              <a:off x="992313" y="1527457"/>
              <a:ext cx="5187" cy="2580"/>
            </a:xfrm>
            <a:custGeom>
              <a:avLst/>
              <a:gdLst/>
              <a:ahLst/>
              <a:cxnLst/>
              <a:rect l="l" t="t" r="r" b="b"/>
              <a:pathLst>
                <a:path w="382" h="190" extrusionOk="0">
                  <a:moveTo>
                    <a:pt x="382" y="49"/>
                  </a:moveTo>
                  <a:cubicBezTo>
                    <a:pt x="266" y="189"/>
                    <a:pt x="28" y="21"/>
                    <a:pt x="0" y="0"/>
                  </a:cubicBezTo>
                  <a:cubicBezTo>
                    <a:pt x="28" y="21"/>
                    <a:pt x="266" y="189"/>
                    <a:pt x="382" y="4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71" name="Google Shape;10671;p76"/>
            <p:cNvSpPr/>
            <p:nvPr/>
          </p:nvSpPr>
          <p:spPr>
            <a:xfrm>
              <a:off x="1416012" y="1669057"/>
              <a:ext cx="109" cy="54"/>
            </a:xfrm>
            <a:custGeom>
              <a:avLst/>
              <a:gdLst/>
              <a:ahLst/>
              <a:cxnLst/>
              <a:rect l="l" t="t" r="r" b="b"/>
              <a:pathLst>
                <a:path w="8" h="4" extrusionOk="0">
                  <a:moveTo>
                    <a:pt x="8"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72" name="Google Shape;10672;p76"/>
            <p:cNvSpPr/>
            <p:nvPr/>
          </p:nvSpPr>
          <p:spPr>
            <a:xfrm>
              <a:off x="1417872" y="1670333"/>
              <a:ext cx="54" cy="109"/>
            </a:xfrm>
            <a:custGeom>
              <a:avLst/>
              <a:gdLst/>
              <a:ahLst/>
              <a:cxnLst/>
              <a:rect l="l" t="t" r="r" b="b"/>
              <a:pathLst>
                <a:path w="4" h="8" extrusionOk="0">
                  <a:moveTo>
                    <a:pt x="0" y="1"/>
                  </a:moveTo>
                  <a:lnTo>
                    <a:pt x="4" y="8"/>
                  </a:lnTo>
                  <a:lnTo>
                    <a:pt x="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73" name="Google Shape;10673;p76"/>
            <p:cNvSpPr/>
            <p:nvPr/>
          </p:nvSpPr>
          <p:spPr>
            <a:xfrm>
              <a:off x="1037458" y="1535536"/>
              <a:ext cx="68" cy="54"/>
            </a:xfrm>
            <a:custGeom>
              <a:avLst/>
              <a:gdLst/>
              <a:ahLst/>
              <a:cxnLst/>
              <a:rect l="l" t="t" r="r" b="b"/>
              <a:pathLst>
                <a:path w="5" h="4" extrusionOk="0">
                  <a:moveTo>
                    <a:pt x="1" y="0"/>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74" name="Google Shape;10674;p76"/>
            <p:cNvSpPr/>
            <p:nvPr/>
          </p:nvSpPr>
          <p:spPr>
            <a:xfrm>
              <a:off x="1037173" y="1535292"/>
              <a:ext cx="204" cy="163"/>
            </a:xfrm>
            <a:custGeom>
              <a:avLst/>
              <a:gdLst/>
              <a:ahLst/>
              <a:cxnLst/>
              <a:rect l="l" t="t" r="r" b="b"/>
              <a:pathLst>
                <a:path w="15" h="12" extrusionOk="0">
                  <a:moveTo>
                    <a:pt x="1" y="1"/>
                  </a:moveTo>
                  <a:cubicBezTo>
                    <a:pt x="4" y="4"/>
                    <a:pt x="8" y="8"/>
                    <a:pt x="15" y="11"/>
                  </a:cubicBez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75" name="Google Shape;10675;p76"/>
            <p:cNvSpPr/>
            <p:nvPr/>
          </p:nvSpPr>
          <p:spPr>
            <a:xfrm>
              <a:off x="1074443" y="158035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76" name="Google Shape;10676;p76"/>
            <p:cNvSpPr/>
            <p:nvPr/>
          </p:nvSpPr>
          <p:spPr>
            <a:xfrm>
              <a:off x="1370853" y="1652846"/>
              <a:ext cx="4766" cy="1385"/>
            </a:xfrm>
            <a:custGeom>
              <a:avLst/>
              <a:gdLst/>
              <a:ahLst/>
              <a:cxnLst/>
              <a:rect l="l" t="t" r="r" b="b"/>
              <a:pathLst>
                <a:path w="351" h="102" extrusionOk="0">
                  <a:moveTo>
                    <a:pt x="1" y="0"/>
                  </a:moveTo>
                  <a:cubicBezTo>
                    <a:pt x="120" y="25"/>
                    <a:pt x="235" y="60"/>
                    <a:pt x="351" y="102"/>
                  </a:cubicBezTo>
                  <a:lnTo>
                    <a:pt x="351" y="102"/>
                  </a:lnTo>
                  <a:cubicBezTo>
                    <a:pt x="235" y="60"/>
                    <a:pt x="120" y="25"/>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77" name="Google Shape;10677;p76"/>
            <p:cNvSpPr/>
            <p:nvPr/>
          </p:nvSpPr>
          <p:spPr>
            <a:xfrm>
              <a:off x="1132813" y="1645052"/>
              <a:ext cx="202889" cy="1100"/>
            </a:xfrm>
            <a:custGeom>
              <a:avLst/>
              <a:gdLst/>
              <a:ahLst/>
              <a:cxnLst/>
              <a:rect l="l" t="t" r="r" b="b"/>
              <a:pathLst>
                <a:path w="14943" h="81" extrusionOk="0">
                  <a:moveTo>
                    <a:pt x="1" y="81"/>
                  </a:moveTo>
                  <a:lnTo>
                    <a:pt x="1494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78" name="Google Shape;10678;p76"/>
            <p:cNvSpPr/>
            <p:nvPr/>
          </p:nvSpPr>
          <p:spPr>
            <a:xfrm>
              <a:off x="1415496" y="1668718"/>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79" name="Google Shape;10679;p76"/>
            <p:cNvSpPr/>
            <p:nvPr/>
          </p:nvSpPr>
          <p:spPr>
            <a:xfrm>
              <a:off x="1075678" y="1581930"/>
              <a:ext cx="1113" cy="1439"/>
            </a:xfrm>
            <a:custGeom>
              <a:avLst/>
              <a:gdLst/>
              <a:ahLst/>
              <a:cxnLst/>
              <a:rect l="l" t="t" r="r" b="b"/>
              <a:pathLst>
                <a:path w="82" h="106" extrusionOk="0">
                  <a:moveTo>
                    <a:pt x="1" y="0"/>
                  </a:moveTo>
                  <a:cubicBezTo>
                    <a:pt x="36" y="35"/>
                    <a:pt x="78" y="81"/>
                    <a:pt x="78" y="105"/>
                  </a:cubicBezTo>
                  <a:cubicBezTo>
                    <a:pt x="81" y="81"/>
                    <a:pt x="36" y="35"/>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80" name="Google Shape;10680;p76"/>
            <p:cNvSpPr/>
            <p:nvPr/>
          </p:nvSpPr>
          <p:spPr>
            <a:xfrm>
              <a:off x="1457410" y="1699376"/>
              <a:ext cx="14" cy="204"/>
            </a:xfrm>
            <a:custGeom>
              <a:avLst/>
              <a:gdLst/>
              <a:ahLst/>
              <a:cxnLst/>
              <a:rect l="l" t="t" r="r" b="b"/>
              <a:pathLst>
                <a:path w="1" h="15" extrusionOk="0">
                  <a:moveTo>
                    <a:pt x="1" y="1"/>
                  </a:moveTo>
                  <a:lnTo>
                    <a:pt x="1" y="15"/>
                  </a:lnTo>
                  <a:cubicBezTo>
                    <a:pt x="1" y="11"/>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81" name="Google Shape;10681;p76"/>
            <p:cNvSpPr/>
            <p:nvPr/>
          </p:nvSpPr>
          <p:spPr>
            <a:xfrm>
              <a:off x="1456649" y="1702091"/>
              <a:ext cx="163" cy="149"/>
            </a:xfrm>
            <a:custGeom>
              <a:avLst/>
              <a:gdLst/>
              <a:ahLst/>
              <a:cxnLst/>
              <a:rect l="l" t="t" r="r" b="b"/>
              <a:pathLst>
                <a:path w="12" h="11" extrusionOk="0">
                  <a:moveTo>
                    <a:pt x="1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82" name="Google Shape;10682;p76"/>
            <p:cNvSpPr/>
            <p:nvPr/>
          </p:nvSpPr>
          <p:spPr>
            <a:xfrm>
              <a:off x="1457152" y="1701467"/>
              <a:ext cx="136" cy="163"/>
            </a:xfrm>
            <a:custGeom>
              <a:avLst/>
              <a:gdLst/>
              <a:ahLst/>
              <a:cxnLst/>
              <a:rect l="l" t="t" r="r" b="b"/>
              <a:pathLst>
                <a:path w="10" h="12" extrusionOk="0">
                  <a:moveTo>
                    <a:pt x="9" y="1"/>
                  </a:moveTo>
                  <a:cubicBezTo>
                    <a:pt x="6" y="4"/>
                    <a:pt x="1" y="12"/>
                    <a:pt x="1" y="12"/>
                  </a:cubicBezTo>
                  <a:cubicBezTo>
                    <a:pt x="2" y="12"/>
                    <a:pt x="2" y="12"/>
                    <a:pt x="2" y="11"/>
                  </a:cubicBezTo>
                  <a:cubicBezTo>
                    <a:pt x="6" y="8"/>
                    <a:pt x="9" y="4"/>
                    <a:pt x="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83" name="Google Shape;10683;p76"/>
            <p:cNvSpPr/>
            <p:nvPr/>
          </p:nvSpPr>
          <p:spPr>
            <a:xfrm>
              <a:off x="1456935" y="1701806"/>
              <a:ext cx="163" cy="109"/>
            </a:xfrm>
            <a:custGeom>
              <a:avLst/>
              <a:gdLst/>
              <a:ahLst/>
              <a:cxnLst/>
              <a:rect l="l" t="t" r="r" b="b"/>
              <a:pathLst>
                <a:path w="12" h="8" extrusionOk="0">
                  <a:moveTo>
                    <a:pt x="1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84" name="Google Shape;10684;p76"/>
            <p:cNvSpPr/>
            <p:nvPr/>
          </p:nvSpPr>
          <p:spPr>
            <a:xfrm>
              <a:off x="1457464" y="1700095"/>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85" name="Google Shape;10685;p76"/>
            <p:cNvSpPr/>
            <p:nvPr/>
          </p:nvSpPr>
          <p:spPr>
            <a:xfrm>
              <a:off x="1457369" y="1701181"/>
              <a:ext cx="54" cy="122"/>
            </a:xfrm>
            <a:custGeom>
              <a:avLst/>
              <a:gdLst/>
              <a:ahLst/>
              <a:cxnLst/>
              <a:rect l="l" t="t" r="r" b="b"/>
              <a:pathLst>
                <a:path w="4" h="9" extrusionOk="0">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86" name="Google Shape;10686;p76"/>
            <p:cNvSpPr/>
            <p:nvPr/>
          </p:nvSpPr>
          <p:spPr>
            <a:xfrm>
              <a:off x="1539174" y="1665921"/>
              <a:ext cx="14" cy="285"/>
            </a:xfrm>
            <a:custGeom>
              <a:avLst/>
              <a:gdLst/>
              <a:ahLst/>
              <a:cxnLst/>
              <a:rect l="l" t="t" r="r" b="b"/>
              <a:pathLst>
                <a:path w="1" h="21" extrusionOk="0">
                  <a:moveTo>
                    <a:pt x="0" y="2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87" name="Google Shape;10687;p76"/>
            <p:cNvSpPr/>
            <p:nvPr/>
          </p:nvSpPr>
          <p:spPr>
            <a:xfrm>
              <a:off x="1536512" y="1661494"/>
              <a:ext cx="2865" cy="530"/>
            </a:xfrm>
            <a:custGeom>
              <a:avLst/>
              <a:gdLst/>
              <a:ahLst/>
              <a:cxnLst/>
              <a:rect l="l" t="t" r="r" b="b"/>
              <a:pathLst>
                <a:path w="211" h="39" extrusionOk="0">
                  <a:moveTo>
                    <a:pt x="0" y="0"/>
                  </a:moveTo>
                  <a:lnTo>
                    <a:pt x="0" y="0"/>
                  </a:lnTo>
                  <a:cubicBezTo>
                    <a:pt x="81" y="7"/>
                    <a:pt x="196" y="14"/>
                    <a:pt x="210" y="39"/>
                  </a:cubicBezTo>
                  <a:cubicBezTo>
                    <a:pt x="196" y="14"/>
                    <a:pt x="81"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88" name="Google Shape;10688;p76"/>
            <p:cNvSpPr/>
            <p:nvPr/>
          </p:nvSpPr>
          <p:spPr>
            <a:xfrm>
              <a:off x="1477423" y="1689681"/>
              <a:ext cx="163" cy="109"/>
            </a:xfrm>
            <a:custGeom>
              <a:avLst/>
              <a:gdLst/>
              <a:ahLst/>
              <a:cxnLst/>
              <a:rect l="l" t="t" r="r" b="b"/>
              <a:pathLst>
                <a:path w="12" h="8" extrusionOk="0">
                  <a:moveTo>
                    <a:pt x="1" y="7"/>
                  </a:moveTo>
                  <a:lnTo>
                    <a:pt x="1" y="7"/>
                  </a:ln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89" name="Google Shape;10689;p76"/>
            <p:cNvSpPr/>
            <p:nvPr/>
          </p:nvSpPr>
          <p:spPr>
            <a:xfrm>
              <a:off x="1428843" y="1703327"/>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90" name="Google Shape;10690;p76"/>
            <p:cNvSpPr/>
            <p:nvPr/>
          </p:nvSpPr>
          <p:spPr>
            <a:xfrm>
              <a:off x="1428897" y="1704223"/>
              <a:ext cx="54" cy="258"/>
            </a:xfrm>
            <a:custGeom>
              <a:avLst/>
              <a:gdLst/>
              <a:ahLst/>
              <a:cxnLst/>
              <a:rect l="l" t="t" r="r" b="b"/>
              <a:pathLst>
                <a:path w="4" h="19" extrusionOk="0">
                  <a:moveTo>
                    <a:pt x="4" y="1"/>
                  </a:moveTo>
                  <a:cubicBezTo>
                    <a:pt x="0" y="8"/>
                    <a:pt x="0" y="11"/>
                    <a:pt x="4" y="18"/>
                  </a:cubicBez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91" name="Google Shape;10691;p76"/>
            <p:cNvSpPr/>
            <p:nvPr/>
          </p:nvSpPr>
          <p:spPr>
            <a:xfrm>
              <a:off x="1428992" y="1705038"/>
              <a:ext cx="109" cy="244"/>
            </a:xfrm>
            <a:custGeom>
              <a:avLst/>
              <a:gdLst/>
              <a:ahLst/>
              <a:cxnLst/>
              <a:rect l="l" t="t" r="r" b="b"/>
              <a:pathLst>
                <a:path w="8" h="18" extrusionOk="0">
                  <a:moveTo>
                    <a:pt x="0" y="0"/>
                  </a:moveTo>
                  <a:lnTo>
                    <a:pt x="0" y="0"/>
                  </a:lnTo>
                  <a:cubicBezTo>
                    <a:pt x="4" y="7"/>
                    <a:pt x="4" y="14"/>
                    <a:pt x="7" y="18"/>
                  </a:cubicBezTo>
                  <a:cubicBezTo>
                    <a:pt x="7" y="14"/>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92" name="Google Shape;10692;p76"/>
            <p:cNvSpPr/>
            <p:nvPr/>
          </p:nvSpPr>
          <p:spPr>
            <a:xfrm>
              <a:off x="1456269" y="1702376"/>
              <a:ext cx="163" cy="149"/>
            </a:xfrm>
            <a:custGeom>
              <a:avLst/>
              <a:gdLst/>
              <a:ahLst/>
              <a:cxnLst/>
              <a:rect l="l" t="t" r="r" b="b"/>
              <a:pathLst>
                <a:path w="12" h="11" extrusionOk="0">
                  <a:moveTo>
                    <a:pt x="1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93" name="Google Shape;10693;p76"/>
            <p:cNvSpPr/>
            <p:nvPr/>
          </p:nvSpPr>
          <p:spPr>
            <a:xfrm>
              <a:off x="1429223" y="1705893"/>
              <a:ext cx="68" cy="149"/>
            </a:xfrm>
            <a:custGeom>
              <a:avLst/>
              <a:gdLst/>
              <a:ahLst/>
              <a:cxnLst/>
              <a:rect l="l" t="t" r="r" b="b"/>
              <a:pathLst>
                <a:path w="5" h="11" extrusionOk="0">
                  <a:moveTo>
                    <a:pt x="1" y="0"/>
                  </a:moveTo>
                  <a:lnTo>
                    <a:pt x="1" y="0"/>
                  </a:lnTo>
                  <a:cubicBezTo>
                    <a:pt x="1" y="4"/>
                    <a:pt x="4" y="7"/>
                    <a:pt x="4" y="11"/>
                  </a:cubicBezTo>
                  <a:cubicBezTo>
                    <a:pt x="4" y="7"/>
                    <a:pt x="4"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94" name="Google Shape;10694;p76"/>
            <p:cNvSpPr/>
            <p:nvPr/>
          </p:nvSpPr>
          <p:spPr>
            <a:xfrm>
              <a:off x="1428897" y="1702227"/>
              <a:ext cx="54" cy="258"/>
            </a:xfrm>
            <a:custGeom>
              <a:avLst/>
              <a:gdLst/>
              <a:ahLst/>
              <a:cxnLst/>
              <a:rect l="l" t="t" r="r" b="b"/>
              <a:pathLst>
                <a:path w="4" h="19" extrusionOk="0">
                  <a:moveTo>
                    <a:pt x="0" y="1"/>
                  </a:moveTo>
                  <a:lnTo>
                    <a:pt x="0" y="18"/>
                  </a:lnTo>
                  <a:cubicBezTo>
                    <a:pt x="0" y="15"/>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95" name="Google Shape;10695;p76"/>
            <p:cNvSpPr/>
            <p:nvPr/>
          </p:nvSpPr>
          <p:spPr>
            <a:xfrm>
              <a:off x="1455794" y="1702702"/>
              <a:ext cx="204" cy="163"/>
            </a:xfrm>
            <a:custGeom>
              <a:avLst/>
              <a:gdLst/>
              <a:ahLst/>
              <a:cxnLst/>
              <a:rect l="l" t="t" r="r" b="b"/>
              <a:pathLst>
                <a:path w="15" h="12" extrusionOk="0">
                  <a:moveTo>
                    <a:pt x="15"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96" name="Google Shape;10696;p76"/>
            <p:cNvSpPr/>
            <p:nvPr/>
          </p:nvSpPr>
          <p:spPr>
            <a:xfrm>
              <a:off x="1429562" y="1706653"/>
              <a:ext cx="109" cy="204"/>
            </a:xfrm>
            <a:custGeom>
              <a:avLst/>
              <a:gdLst/>
              <a:ahLst/>
              <a:cxnLst/>
              <a:rect l="l" t="t" r="r" b="b"/>
              <a:pathLst>
                <a:path w="8" h="15" extrusionOk="0">
                  <a:moveTo>
                    <a:pt x="0" y="0"/>
                  </a:moveTo>
                  <a:cubicBezTo>
                    <a:pt x="4" y="7"/>
                    <a:pt x="4" y="11"/>
                    <a:pt x="7" y="14"/>
                  </a:cubicBezTo>
                  <a:cubicBezTo>
                    <a:pt x="7" y="11"/>
                    <a:pt x="4"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97" name="Google Shape;10697;p76"/>
            <p:cNvSpPr/>
            <p:nvPr/>
          </p:nvSpPr>
          <p:spPr>
            <a:xfrm>
              <a:off x="1455224" y="1703042"/>
              <a:ext cx="258" cy="149"/>
            </a:xfrm>
            <a:custGeom>
              <a:avLst/>
              <a:gdLst/>
              <a:ahLst/>
              <a:cxnLst/>
              <a:rect l="l" t="t" r="r" b="b"/>
              <a:pathLst>
                <a:path w="19" h="11" extrusionOk="0">
                  <a:moveTo>
                    <a:pt x="18"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98" name="Google Shape;10698;p76"/>
            <p:cNvSpPr/>
            <p:nvPr/>
          </p:nvSpPr>
          <p:spPr>
            <a:xfrm>
              <a:off x="1482080" y="1685595"/>
              <a:ext cx="299" cy="244"/>
            </a:xfrm>
            <a:custGeom>
              <a:avLst/>
              <a:gdLst/>
              <a:ahLst/>
              <a:cxnLst/>
              <a:rect l="l" t="t" r="r" b="b"/>
              <a:pathLst>
                <a:path w="22" h="18" extrusionOk="0">
                  <a:moveTo>
                    <a:pt x="1" y="18"/>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99" name="Google Shape;10699;p76"/>
            <p:cNvSpPr/>
            <p:nvPr/>
          </p:nvSpPr>
          <p:spPr>
            <a:xfrm>
              <a:off x="1539174" y="1665486"/>
              <a:ext cx="14" cy="244"/>
            </a:xfrm>
            <a:custGeom>
              <a:avLst/>
              <a:gdLst/>
              <a:ahLst/>
              <a:cxnLst/>
              <a:rect l="l" t="t" r="r" b="b"/>
              <a:pathLst>
                <a:path w="1" h="18" extrusionOk="0">
                  <a:moveTo>
                    <a:pt x="0"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00" name="Google Shape;10700;p76"/>
            <p:cNvSpPr/>
            <p:nvPr/>
          </p:nvSpPr>
          <p:spPr>
            <a:xfrm>
              <a:off x="1539174" y="1666871"/>
              <a:ext cx="54" cy="299"/>
            </a:xfrm>
            <a:custGeom>
              <a:avLst/>
              <a:gdLst/>
              <a:ahLst/>
              <a:cxnLst/>
              <a:rect l="l" t="t" r="r" b="b"/>
              <a:pathLst>
                <a:path w="4" h="22" extrusionOk="0">
                  <a:moveTo>
                    <a:pt x="0" y="0"/>
                  </a:moveTo>
                  <a:lnTo>
                    <a:pt x="0" y="21"/>
                  </a:lnTo>
                  <a:cubicBezTo>
                    <a:pt x="4" y="14"/>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01" name="Google Shape;10701;p76"/>
            <p:cNvSpPr/>
            <p:nvPr/>
          </p:nvSpPr>
          <p:spPr>
            <a:xfrm>
              <a:off x="1539174" y="1666396"/>
              <a:ext cx="14" cy="299"/>
            </a:xfrm>
            <a:custGeom>
              <a:avLst/>
              <a:gdLst/>
              <a:ahLst/>
              <a:cxnLst/>
              <a:rect l="l" t="t" r="r" b="b"/>
              <a:pathLst>
                <a:path w="1" h="22" extrusionOk="0">
                  <a:moveTo>
                    <a:pt x="0"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02" name="Google Shape;10702;p76"/>
            <p:cNvSpPr/>
            <p:nvPr/>
          </p:nvSpPr>
          <p:spPr>
            <a:xfrm>
              <a:off x="1485217" y="1683409"/>
              <a:ext cx="163" cy="109"/>
            </a:xfrm>
            <a:custGeom>
              <a:avLst/>
              <a:gdLst/>
              <a:ahLst/>
              <a:cxnLst/>
              <a:rect l="l" t="t" r="r" b="b"/>
              <a:pathLst>
                <a:path w="12" h="8" extrusionOk="0">
                  <a:moveTo>
                    <a:pt x="1" y="7"/>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03" name="Google Shape;10703;p76"/>
            <p:cNvSpPr/>
            <p:nvPr/>
          </p:nvSpPr>
          <p:spPr>
            <a:xfrm>
              <a:off x="1485407" y="1683354"/>
              <a:ext cx="109" cy="68"/>
            </a:xfrm>
            <a:custGeom>
              <a:avLst/>
              <a:gdLst/>
              <a:ahLst/>
              <a:cxnLst/>
              <a:rect l="l" t="t" r="r" b="b"/>
              <a:pathLst>
                <a:path w="8" h="5" extrusionOk="0">
                  <a:moveTo>
                    <a:pt x="1" y="4"/>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04" name="Google Shape;10704;p76"/>
            <p:cNvSpPr/>
            <p:nvPr/>
          </p:nvSpPr>
          <p:spPr>
            <a:xfrm>
              <a:off x="1480139" y="1687115"/>
              <a:ext cx="394" cy="339"/>
            </a:xfrm>
            <a:custGeom>
              <a:avLst/>
              <a:gdLst/>
              <a:ahLst/>
              <a:cxnLst/>
              <a:rect l="l" t="t" r="r" b="b"/>
              <a:pathLst>
                <a:path w="29" h="25" extrusionOk="0">
                  <a:moveTo>
                    <a:pt x="0" y="25"/>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05" name="Google Shape;10705;p76"/>
            <p:cNvSpPr/>
            <p:nvPr/>
          </p:nvSpPr>
          <p:spPr>
            <a:xfrm>
              <a:off x="1539174" y="166505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06" name="Google Shape;10706;p76"/>
            <p:cNvSpPr/>
            <p:nvPr/>
          </p:nvSpPr>
          <p:spPr>
            <a:xfrm>
              <a:off x="1485556" y="1683259"/>
              <a:ext cx="109" cy="68"/>
            </a:xfrm>
            <a:custGeom>
              <a:avLst/>
              <a:gdLst/>
              <a:ahLst/>
              <a:cxnLst/>
              <a:rect l="l" t="t" r="r" b="b"/>
              <a:pathLst>
                <a:path w="8"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07" name="Google Shape;10707;p76"/>
            <p:cNvSpPr/>
            <p:nvPr/>
          </p:nvSpPr>
          <p:spPr>
            <a:xfrm>
              <a:off x="1483845" y="1684264"/>
              <a:ext cx="244" cy="204"/>
            </a:xfrm>
            <a:custGeom>
              <a:avLst/>
              <a:gdLst/>
              <a:ahLst/>
              <a:cxnLst/>
              <a:rect l="l" t="t" r="r" b="b"/>
              <a:pathLst>
                <a:path w="18" h="15" extrusionOk="0">
                  <a:moveTo>
                    <a:pt x="0" y="1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08" name="Google Shape;10708;p76"/>
            <p:cNvSpPr/>
            <p:nvPr/>
          </p:nvSpPr>
          <p:spPr>
            <a:xfrm>
              <a:off x="1484646" y="1683789"/>
              <a:ext cx="204" cy="109"/>
            </a:xfrm>
            <a:custGeom>
              <a:avLst/>
              <a:gdLst/>
              <a:ahLst/>
              <a:cxnLst/>
              <a:rect l="l" t="t" r="r" b="b"/>
              <a:pathLst>
                <a:path w="15" h="8" extrusionOk="0">
                  <a:moveTo>
                    <a:pt x="1" y="7"/>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09" name="Google Shape;10709;p76"/>
            <p:cNvSpPr/>
            <p:nvPr/>
          </p:nvSpPr>
          <p:spPr>
            <a:xfrm>
              <a:off x="1484415" y="1683924"/>
              <a:ext cx="204" cy="163"/>
            </a:xfrm>
            <a:custGeom>
              <a:avLst/>
              <a:gdLst/>
              <a:ahLst/>
              <a:cxnLst/>
              <a:rect l="l" t="t" r="r" b="b"/>
              <a:pathLst>
                <a:path w="15" h="12" extrusionOk="0">
                  <a:moveTo>
                    <a:pt x="0" y="1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10" name="Google Shape;10710;p76"/>
            <p:cNvSpPr/>
            <p:nvPr/>
          </p:nvSpPr>
          <p:spPr>
            <a:xfrm>
              <a:off x="1484130" y="1684115"/>
              <a:ext cx="244" cy="163"/>
            </a:xfrm>
            <a:custGeom>
              <a:avLst/>
              <a:gdLst/>
              <a:ahLst/>
              <a:cxnLst/>
              <a:rect l="l" t="t" r="r" b="b"/>
              <a:pathLst>
                <a:path w="18" h="12" extrusionOk="0">
                  <a:moveTo>
                    <a:pt x="0" y="1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11" name="Google Shape;10711;p76"/>
            <p:cNvSpPr/>
            <p:nvPr/>
          </p:nvSpPr>
          <p:spPr>
            <a:xfrm>
              <a:off x="1485026" y="1683544"/>
              <a:ext cx="204" cy="109"/>
            </a:xfrm>
            <a:custGeom>
              <a:avLst/>
              <a:gdLst/>
              <a:ahLst/>
              <a:cxnLst/>
              <a:rect l="l" t="t" r="r" b="b"/>
              <a:pathLst>
                <a:path w="15" h="8" extrusionOk="0">
                  <a:moveTo>
                    <a:pt x="1" y="8"/>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12" name="Google Shape;10712;p76"/>
            <p:cNvSpPr/>
            <p:nvPr/>
          </p:nvSpPr>
          <p:spPr>
            <a:xfrm>
              <a:off x="1539309" y="1668392"/>
              <a:ext cx="68" cy="339"/>
            </a:xfrm>
            <a:custGeom>
              <a:avLst/>
              <a:gdLst/>
              <a:ahLst/>
              <a:cxnLst/>
              <a:rect l="l" t="t" r="r" b="b"/>
              <a:pathLst>
                <a:path w="5" h="25" extrusionOk="0">
                  <a:moveTo>
                    <a:pt x="1" y="0"/>
                  </a:moveTo>
                  <a:cubicBezTo>
                    <a:pt x="1" y="7"/>
                    <a:pt x="1" y="18"/>
                    <a:pt x="4" y="25"/>
                  </a:cubicBezTo>
                  <a:cubicBezTo>
                    <a:pt x="1" y="18"/>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13" name="Google Shape;10713;p76"/>
            <p:cNvSpPr/>
            <p:nvPr/>
          </p:nvSpPr>
          <p:spPr>
            <a:xfrm>
              <a:off x="1539214" y="1667346"/>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14" name="Google Shape;10714;p76"/>
            <p:cNvSpPr/>
            <p:nvPr/>
          </p:nvSpPr>
          <p:spPr>
            <a:xfrm>
              <a:off x="1484836" y="1683639"/>
              <a:ext cx="204" cy="109"/>
            </a:xfrm>
            <a:custGeom>
              <a:avLst/>
              <a:gdLst/>
              <a:ahLst/>
              <a:cxnLst/>
              <a:rect l="l" t="t" r="r" b="b"/>
              <a:pathLst>
                <a:path w="15" h="8" extrusionOk="0">
                  <a:moveTo>
                    <a:pt x="1" y="8"/>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15" name="Google Shape;10715;p76"/>
            <p:cNvSpPr/>
            <p:nvPr/>
          </p:nvSpPr>
          <p:spPr>
            <a:xfrm>
              <a:off x="1485692" y="1683164"/>
              <a:ext cx="109" cy="109"/>
            </a:xfrm>
            <a:custGeom>
              <a:avLst/>
              <a:gdLst/>
              <a:ahLst/>
              <a:cxnLst/>
              <a:rect l="l" t="t" r="r" b="b"/>
              <a:pathLst>
                <a:path w="8" h="8" extrusionOk="0">
                  <a:moveTo>
                    <a:pt x="1" y="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16" name="Google Shape;10716;p76"/>
            <p:cNvSpPr/>
            <p:nvPr/>
          </p:nvSpPr>
          <p:spPr>
            <a:xfrm>
              <a:off x="1539269" y="166786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17" name="Google Shape;10717;p76"/>
            <p:cNvSpPr/>
            <p:nvPr/>
          </p:nvSpPr>
          <p:spPr>
            <a:xfrm>
              <a:off x="1485787" y="1683164"/>
              <a:ext cx="109" cy="68"/>
            </a:xfrm>
            <a:custGeom>
              <a:avLst/>
              <a:gdLst/>
              <a:ahLst/>
              <a:cxnLst/>
              <a:rect l="l" t="t" r="r" b="b"/>
              <a:pathLst>
                <a:path w="8" h="5" extrusionOk="0">
                  <a:moveTo>
                    <a:pt x="1" y="4"/>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18" name="Google Shape;10718;p76"/>
            <p:cNvSpPr/>
            <p:nvPr/>
          </p:nvSpPr>
          <p:spPr>
            <a:xfrm>
              <a:off x="1539269" y="1663300"/>
              <a:ext cx="54" cy="584"/>
            </a:xfrm>
            <a:custGeom>
              <a:avLst/>
              <a:gdLst/>
              <a:ahLst/>
              <a:cxnLst/>
              <a:rect l="l" t="t" r="r" b="b"/>
              <a:pathLst>
                <a:path w="4" h="43" extrusionOk="0">
                  <a:moveTo>
                    <a:pt x="4" y="0"/>
                  </a:moveTo>
                  <a:cubicBezTo>
                    <a:pt x="0" y="14"/>
                    <a:pt x="0" y="28"/>
                    <a:pt x="0" y="42"/>
                  </a:cubicBezTo>
                  <a:cubicBezTo>
                    <a:pt x="0" y="28"/>
                    <a:pt x="4" y="1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19" name="Google Shape;10719;p76"/>
            <p:cNvSpPr/>
            <p:nvPr/>
          </p:nvSpPr>
          <p:spPr>
            <a:xfrm>
              <a:off x="1539269" y="1663911"/>
              <a:ext cx="14" cy="299"/>
            </a:xfrm>
            <a:custGeom>
              <a:avLst/>
              <a:gdLst/>
              <a:ahLst/>
              <a:cxnLst/>
              <a:rect l="l" t="t" r="r" b="b"/>
              <a:pathLst>
                <a:path w="1" h="22" extrusionOk="0">
                  <a:moveTo>
                    <a:pt x="0" y="1"/>
                  </a:moveTo>
                  <a:lnTo>
                    <a:pt x="0"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20" name="Google Shape;10720;p76"/>
            <p:cNvSpPr/>
            <p:nvPr/>
          </p:nvSpPr>
          <p:spPr>
            <a:xfrm>
              <a:off x="1529099" y="1659634"/>
              <a:ext cx="244" cy="68"/>
            </a:xfrm>
            <a:custGeom>
              <a:avLst/>
              <a:gdLst/>
              <a:ahLst/>
              <a:cxnLst/>
              <a:rect l="l" t="t" r="r" b="b"/>
              <a:pathLst>
                <a:path w="18" h="5" extrusionOk="0">
                  <a:moveTo>
                    <a:pt x="0" y="4"/>
                  </a:moveTo>
                  <a:cubicBezTo>
                    <a:pt x="4" y="1"/>
                    <a:pt x="11" y="1"/>
                    <a:pt x="18" y="1"/>
                  </a:cubicBezTo>
                  <a:cubicBezTo>
                    <a:pt x="11" y="1"/>
                    <a:pt x="4" y="1"/>
                    <a:pt x="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21" name="Google Shape;10721;p76"/>
            <p:cNvSpPr/>
            <p:nvPr/>
          </p:nvSpPr>
          <p:spPr>
            <a:xfrm>
              <a:off x="1482460" y="1685309"/>
              <a:ext cx="299" cy="204"/>
            </a:xfrm>
            <a:custGeom>
              <a:avLst/>
              <a:gdLst/>
              <a:ahLst/>
              <a:cxnLst/>
              <a:rect l="l" t="t" r="r" b="b"/>
              <a:pathLst>
                <a:path w="22" h="15" extrusionOk="0">
                  <a:moveTo>
                    <a:pt x="1" y="14"/>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22" name="Google Shape;10722;p76"/>
            <p:cNvSpPr/>
            <p:nvPr/>
          </p:nvSpPr>
          <p:spPr>
            <a:xfrm>
              <a:off x="1482840" y="1685024"/>
              <a:ext cx="299" cy="204"/>
            </a:xfrm>
            <a:custGeom>
              <a:avLst/>
              <a:gdLst/>
              <a:ahLst/>
              <a:cxnLst/>
              <a:rect l="l" t="t" r="r" b="b"/>
              <a:pathLst>
                <a:path w="22" h="15" extrusionOk="0">
                  <a:moveTo>
                    <a:pt x="1" y="14"/>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23" name="Google Shape;10723;p76"/>
            <p:cNvSpPr/>
            <p:nvPr/>
          </p:nvSpPr>
          <p:spPr>
            <a:xfrm>
              <a:off x="1481605" y="1685975"/>
              <a:ext cx="353" cy="244"/>
            </a:xfrm>
            <a:custGeom>
              <a:avLst/>
              <a:gdLst/>
              <a:ahLst/>
              <a:cxnLst/>
              <a:rect l="l" t="t" r="r" b="b"/>
              <a:pathLst>
                <a:path w="26" h="18" extrusionOk="0">
                  <a:moveTo>
                    <a:pt x="1" y="18"/>
                  </a:move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24" name="Google Shape;10724;p76"/>
            <p:cNvSpPr/>
            <p:nvPr/>
          </p:nvSpPr>
          <p:spPr>
            <a:xfrm>
              <a:off x="1539214" y="1664672"/>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25" name="Google Shape;10725;p76"/>
            <p:cNvSpPr/>
            <p:nvPr/>
          </p:nvSpPr>
          <p:spPr>
            <a:xfrm>
              <a:off x="1539214" y="1664291"/>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26" name="Google Shape;10726;p76"/>
            <p:cNvSpPr/>
            <p:nvPr/>
          </p:nvSpPr>
          <p:spPr>
            <a:xfrm>
              <a:off x="1479568" y="1687536"/>
              <a:ext cx="434" cy="394"/>
            </a:xfrm>
            <a:custGeom>
              <a:avLst/>
              <a:gdLst/>
              <a:ahLst/>
              <a:cxnLst/>
              <a:rect l="l" t="t" r="r" b="b"/>
              <a:pathLst>
                <a:path w="32" h="29" extrusionOk="0">
                  <a:moveTo>
                    <a:pt x="0" y="29"/>
                  </a:moveTo>
                  <a:lnTo>
                    <a:pt x="3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27" name="Google Shape;10727;p76"/>
            <p:cNvSpPr/>
            <p:nvPr/>
          </p:nvSpPr>
          <p:spPr>
            <a:xfrm>
              <a:off x="1485882" y="1683123"/>
              <a:ext cx="109" cy="54"/>
            </a:xfrm>
            <a:custGeom>
              <a:avLst/>
              <a:gdLst/>
              <a:ahLst/>
              <a:cxnLst/>
              <a:rect l="l" t="t" r="r" b="b"/>
              <a:pathLst>
                <a:path w="8" h="4" extrusionOk="0">
                  <a:moveTo>
                    <a:pt x="1" y="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28" name="Google Shape;10728;p76"/>
            <p:cNvSpPr/>
            <p:nvPr/>
          </p:nvSpPr>
          <p:spPr>
            <a:xfrm>
              <a:off x="1486167" y="168302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29" name="Google Shape;10729;p76"/>
            <p:cNvSpPr/>
            <p:nvPr/>
          </p:nvSpPr>
          <p:spPr>
            <a:xfrm>
              <a:off x="1485977" y="1683123"/>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30" name="Google Shape;10730;p76"/>
            <p:cNvSpPr/>
            <p:nvPr/>
          </p:nvSpPr>
          <p:spPr>
            <a:xfrm>
              <a:off x="1481184" y="1686301"/>
              <a:ext cx="339" cy="299"/>
            </a:xfrm>
            <a:custGeom>
              <a:avLst/>
              <a:gdLst/>
              <a:ahLst/>
              <a:cxnLst/>
              <a:rect l="l" t="t" r="r" b="b"/>
              <a:pathLst>
                <a:path w="25" h="22" extrusionOk="0">
                  <a:moveTo>
                    <a:pt x="0" y="22"/>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31" name="Google Shape;10731;p76"/>
            <p:cNvSpPr/>
            <p:nvPr/>
          </p:nvSpPr>
          <p:spPr>
            <a:xfrm>
              <a:off x="1486031" y="1683069"/>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32" name="Google Shape;10732;p76"/>
            <p:cNvSpPr/>
            <p:nvPr/>
          </p:nvSpPr>
          <p:spPr>
            <a:xfrm>
              <a:off x="1486072" y="1683069"/>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33" name="Google Shape;10733;p76"/>
            <p:cNvSpPr/>
            <p:nvPr/>
          </p:nvSpPr>
          <p:spPr>
            <a:xfrm>
              <a:off x="1480654" y="1686681"/>
              <a:ext cx="394" cy="353"/>
            </a:xfrm>
            <a:custGeom>
              <a:avLst/>
              <a:gdLst/>
              <a:ahLst/>
              <a:cxnLst/>
              <a:rect l="l" t="t" r="r" b="b"/>
              <a:pathLst>
                <a:path w="29" h="26" extrusionOk="0">
                  <a:moveTo>
                    <a:pt x="1" y="25"/>
                  </a:move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34" name="Google Shape;10734;p76"/>
            <p:cNvSpPr/>
            <p:nvPr/>
          </p:nvSpPr>
          <p:spPr>
            <a:xfrm>
              <a:off x="1483221" y="1684739"/>
              <a:ext cx="258" cy="204"/>
            </a:xfrm>
            <a:custGeom>
              <a:avLst/>
              <a:gdLst/>
              <a:ahLst/>
              <a:cxnLst/>
              <a:rect l="l" t="t" r="r" b="b"/>
              <a:pathLst>
                <a:path w="19" h="15" extrusionOk="0">
                  <a:moveTo>
                    <a:pt x="1" y="1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35" name="Google Shape;10735;p76"/>
            <p:cNvSpPr/>
            <p:nvPr/>
          </p:nvSpPr>
          <p:spPr>
            <a:xfrm>
              <a:off x="1539364" y="1668962"/>
              <a:ext cx="54" cy="339"/>
            </a:xfrm>
            <a:custGeom>
              <a:avLst/>
              <a:gdLst/>
              <a:ahLst/>
              <a:cxnLst/>
              <a:rect l="l" t="t" r="r" b="b"/>
              <a:pathLst>
                <a:path w="4" h="25" extrusionOk="0">
                  <a:moveTo>
                    <a:pt x="0" y="0"/>
                  </a:moveTo>
                  <a:cubicBezTo>
                    <a:pt x="0" y="7"/>
                    <a:pt x="4" y="14"/>
                    <a:pt x="4" y="25"/>
                  </a:cubicBezTo>
                  <a:cubicBezTo>
                    <a:pt x="4" y="14"/>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36" name="Google Shape;10736;p76"/>
            <p:cNvSpPr/>
            <p:nvPr/>
          </p:nvSpPr>
          <p:spPr>
            <a:xfrm>
              <a:off x="1483560" y="1684495"/>
              <a:ext cx="244" cy="204"/>
            </a:xfrm>
            <a:custGeom>
              <a:avLst/>
              <a:gdLst/>
              <a:ahLst/>
              <a:cxnLst/>
              <a:rect l="l" t="t" r="r" b="b"/>
              <a:pathLst>
                <a:path w="18" h="15" extrusionOk="0">
                  <a:moveTo>
                    <a:pt x="0" y="15"/>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37" name="Google Shape;10737;p76"/>
            <p:cNvSpPr/>
            <p:nvPr/>
          </p:nvSpPr>
          <p:spPr>
            <a:xfrm>
              <a:off x="1539459" y="1669532"/>
              <a:ext cx="54" cy="339"/>
            </a:xfrm>
            <a:custGeom>
              <a:avLst/>
              <a:gdLst/>
              <a:ahLst/>
              <a:cxnLst/>
              <a:rect l="l" t="t" r="r" b="b"/>
              <a:pathLst>
                <a:path w="4" h="25" extrusionOk="0">
                  <a:moveTo>
                    <a:pt x="0" y="0"/>
                  </a:moveTo>
                  <a:lnTo>
                    <a:pt x="4"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38" name="Google Shape;10738;p76"/>
            <p:cNvSpPr/>
            <p:nvPr/>
          </p:nvSpPr>
          <p:spPr>
            <a:xfrm>
              <a:off x="1979940" y="1694338"/>
              <a:ext cx="92083" cy="65769"/>
            </a:xfrm>
            <a:custGeom>
              <a:avLst/>
              <a:gdLst/>
              <a:ahLst/>
              <a:cxnLst/>
              <a:rect l="l" t="t" r="r" b="b"/>
              <a:pathLst>
                <a:path w="6782" h="4844" extrusionOk="0">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39" name="Google Shape;10739;p76"/>
            <p:cNvSpPr/>
            <p:nvPr/>
          </p:nvSpPr>
          <p:spPr>
            <a:xfrm>
              <a:off x="2067501" y="1729043"/>
              <a:ext cx="4956" cy="3069"/>
            </a:xfrm>
            <a:custGeom>
              <a:avLst/>
              <a:gdLst/>
              <a:ahLst/>
              <a:cxnLst/>
              <a:rect l="l" t="t" r="r" b="b"/>
              <a:pathLst>
                <a:path w="365" h="226" extrusionOk="0">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40" name="Google Shape;10740;p76"/>
            <p:cNvSpPr/>
            <p:nvPr/>
          </p:nvSpPr>
          <p:spPr>
            <a:xfrm>
              <a:off x="1993626" y="1750237"/>
              <a:ext cx="68" cy="149"/>
            </a:xfrm>
            <a:custGeom>
              <a:avLst/>
              <a:gdLst/>
              <a:ahLst/>
              <a:cxnLst/>
              <a:rect l="l" t="t" r="r" b="b"/>
              <a:pathLst>
                <a:path w="5" h="11" extrusionOk="0">
                  <a:moveTo>
                    <a:pt x="4"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41" name="Google Shape;10741;p76"/>
            <p:cNvSpPr/>
            <p:nvPr/>
          </p:nvSpPr>
          <p:spPr>
            <a:xfrm>
              <a:off x="1993870" y="1750767"/>
              <a:ext cx="204" cy="394"/>
            </a:xfrm>
            <a:custGeom>
              <a:avLst/>
              <a:gdLst/>
              <a:ahLst/>
              <a:cxnLst/>
              <a:rect l="l" t="t" r="r" b="b"/>
              <a:pathLst>
                <a:path w="15" h="29" extrusionOk="0">
                  <a:moveTo>
                    <a:pt x="14" y="28"/>
                  </a:moveTo>
                  <a:lnTo>
                    <a:pt x="14" y="28"/>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42" name="Google Shape;10742;p76"/>
            <p:cNvSpPr/>
            <p:nvPr/>
          </p:nvSpPr>
          <p:spPr>
            <a:xfrm>
              <a:off x="1993490" y="1749762"/>
              <a:ext cx="14" cy="109"/>
            </a:xfrm>
            <a:custGeom>
              <a:avLst/>
              <a:gdLst/>
              <a:ahLst/>
              <a:cxnLst/>
              <a:rect l="l" t="t" r="r" b="b"/>
              <a:pathLst>
                <a:path w="1" h="8" extrusionOk="0">
                  <a:moveTo>
                    <a:pt x="0"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43" name="Google Shape;10743;p76"/>
            <p:cNvSpPr/>
            <p:nvPr/>
          </p:nvSpPr>
          <p:spPr>
            <a:xfrm>
              <a:off x="1993490" y="1749898"/>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44" name="Google Shape;10744;p76"/>
            <p:cNvSpPr/>
            <p:nvPr/>
          </p:nvSpPr>
          <p:spPr>
            <a:xfrm>
              <a:off x="1993436" y="1749667"/>
              <a:ext cx="14" cy="109"/>
            </a:xfrm>
            <a:custGeom>
              <a:avLst/>
              <a:gdLst/>
              <a:ahLst/>
              <a:cxnLst/>
              <a:rect l="l" t="t" r="r" b="b"/>
              <a:pathLst>
                <a:path w="1" h="8" extrusionOk="0">
                  <a:moveTo>
                    <a:pt x="1" y="7"/>
                  </a:moveTo>
                  <a:lnTo>
                    <a:pt x="1" y="0"/>
                  </a:lnTo>
                  <a:cubicBezTo>
                    <a:pt x="1" y="4"/>
                    <a:pt x="1" y="4"/>
                    <a:pt x="1"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45" name="Google Shape;10745;p76"/>
            <p:cNvSpPr/>
            <p:nvPr/>
          </p:nvSpPr>
          <p:spPr>
            <a:xfrm>
              <a:off x="1983552" y="1708690"/>
              <a:ext cx="68" cy="68"/>
            </a:xfrm>
            <a:custGeom>
              <a:avLst/>
              <a:gdLst/>
              <a:ahLst/>
              <a:cxnLst/>
              <a:rect l="l" t="t" r="r" b="b"/>
              <a:pathLst>
                <a:path w="5" h="5" extrusionOk="0">
                  <a:moveTo>
                    <a:pt x="1" y="1"/>
                  </a:moveTo>
                  <a:lnTo>
                    <a:pt x="1" y="4"/>
                  </a:ln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46" name="Google Shape;10746;p76"/>
            <p:cNvSpPr/>
            <p:nvPr/>
          </p:nvSpPr>
          <p:spPr>
            <a:xfrm>
              <a:off x="1993721" y="1750481"/>
              <a:ext cx="163" cy="244"/>
            </a:xfrm>
            <a:custGeom>
              <a:avLst/>
              <a:gdLst/>
              <a:ahLst/>
              <a:cxnLst/>
              <a:rect l="l" t="t" r="r" b="b"/>
              <a:pathLst>
                <a:path w="12" h="18" extrusionOk="0">
                  <a:moveTo>
                    <a:pt x="11" y="1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47" name="Google Shape;10747;p76"/>
            <p:cNvSpPr/>
            <p:nvPr/>
          </p:nvSpPr>
          <p:spPr>
            <a:xfrm>
              <a:off x="1993531" y="1750047"/>
              <a:ext cx="68" cy="109"/>
            </a:xfrm>
            <a:custGeom>
              <a:avLst/>
              <a:gdLst/>
              <a:ahLst/>
              <a:cxnLst/>
              <a:rect l="l" t="t" r="r" b="b"/>
              <a:pathLst>
                <a:path w="5" h="8" extrusionOk="0">
                  <a:moveTo>
                    <a:pt x="4"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48" name="Google Shape;10748;p76"/>
            <p:cNvSpPr/>
            <p:nvPr/>
          </p:nvSpPr>
          <p:spPr>
            <a:xfrm>
              <a:off x="1983647" y="1708500"/>
              <a:ext cx="204" cy="204"/>
            </a:xfrm>
            <a:custGeom>
              <a:avLst/>
              <a:gdLst/>
              <a:ahLst/>
              <a:cxnLst/>
              <a:rect l="l" t="t" r="r" b="b"/>
              <a:pathLst>
                <a:path w="15" h="15" extrusionOk="0">
                  <a:moveTo>
                    <a:pt x="15" y="1"/>
                  </a:moveTo>
                  <a:cubicBezTo>
                    <a:pt x="11" y="4"/>
                    <a:pt x="8" y="11"/>
                    <a:pt x="1" y="15"/>
                  </a:cubicBezTo>
                  <a:cubicBezTo>
                    <a:pt x="8" y="11"/>
                    <a:pt x="11" y="4"/>
                    <a:pt x="1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49" name="Google Shape;10749;p76"/>
            <p:cNvSpPr/>
            <p:nvPr/>
          </p:nvSpPr>
          <p:spPr>
            <a:xfrm>
              <a:off x="2035703" y="1698520"/>
              <a:ext cx="204" cy="109"/>
            </a:xfrm>
            <a:custGeom>
              <a:avLst/>
              <a:gdLst/>
              <a:ahLst/>
              <a:cxnLst/>
              <a:rect l="l" t="t" r="r" b="b"/>
              <a:pathLst>
                <a:path w="15" h="8" extrusionOk="0">
                  <a:moveTo>
                    <a:pt x="0" y="1"/>
                  </a:moveTo>
                  <a:lnTo>
                    <a:pt x="1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50" name="Google Shape;10750;p76"/>
            <p:cNvSpPr/>
            <p:nvPr/>
          </p:nvSpPr>
          <p:spPr>
            <a:xfrm>
              <a:off x="2065505" y="1706314"/>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51" name="Google Shape;10751;p76"/>
            <p:cNvSpPr/>
            <p:nvPr/>
          </p:nvSpPr>
          <p:spPr>
            <a:xfrm>
              <a:off x="2066266" y="1706409"/>
              <a:ext cx="244" cy="14"/>
            </a:xfrm>
            <a:custGeom>
              <a:avLst/>
              <a:gdLst/>
              <a:ahLst/>
              <a:cxnLst/>
              <a:rect l="l" t="t" r="r" b="b"/>
              <a:pathLst>
                <a:path w="18" h="1" extrusionOk="0">
                  <a:moveTo>
                    <a:pt x="0" y="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52" name="Google Shape;10752;p76"/>
            <p:cNvSpPr/>
            <p:nvPr/>
          </p:nvSpPr>
          <p:spPr>
            <a:xfrm>
              <a:off x="2067257" y="1706463"/>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53" name="Google Shape;10753;p76"/>
            <p:cNvSpPr/>
            <p:nvPr/>
          </p:nvSpPr>
          <p:spPr>
            <a:xfrm>
              <a:off x="2068357" y="1706504"/>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54" name="Google Shape;10754;p76"/>
            <p:cNvSpPr/>
            <p:nvPr/>
          </p:nvSpPr>
          <p:spPr>
            <a:xfrm>
              <a:off x="2071819" y="170640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55" name="Google Shape;10755;p76"/>
            <p:cNvSpPr/>
            <p:nvPr/>
          </p:nvSpPr>
          <p:spPr>
            <a:xfrm>
              <a:off x="2145164" y="1665201"/>
              <a:ext cx="22919" cy="11663"/>
            </a:xfrm>
            <a:custGeom>
              <a:avLst/>
              <a:gdLst/>
              <a:ahLst/>
              <a:cxnLst/>
              <a:rect l="l" t="t" r="r" b="b"/>
              <a:pathLst>
                <a:path w="1688" h="859" extrusionOk="0">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56" name="Google Shape;10756;p76"/>
            <p:cNvSpPr/>
            <p:nvPr/>
          </p:nvSpPr>
          <p:spPr>
            <a:xfrm>
              <a:off x="2165463" y="1668718"/>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57" name="Google Shape;10757;p76"/>
            <p:cNvSpPr/>
            <p:nvPr/>
          </p:nvSpPr>
          <p:spPr>
            <a:xfrm>
              <a:off x="2165028" y="1668908"/>
              <a:ext cx="163" cy="109"/>
            </a:xfrm>
            <a:custGeom>
              <a:avLst/>
              <a:gdLst/>
              <a:ahLst/>
              <a:cxnLst/>
              <a:rect l="l" t="t" r="r" b="b"/>
              <a:pathLst>
                <a:path w="12" h="8" extrusionOk="0">
                  <a:moveTo>
                    <a:pt x="1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58" name="Google Shape;10758;p76"/>
            <p:cNvSpPr/>
            <p:nvPr/>
          </p:nvSpPr>
          <p:spPr>
            <a:xfrm>
              <a:off x="2167880" y="1666776"/>
              <a:ext cx="204" cy="149"/>
            </a:xfrm>
            <a:custGeom>
              <a:avLst/>
              <a:gdLst/>
              <a:ahLst/>
              <a:cxnLst/>
              <a:rect l="l" t="t" r="r" b="b"/>
              <a:pathLst>
                <a:path w="15" h="11" extrusionOk="0">
                  <a:moveTo>
                    <a:pt x="1" y="11"/>
                  </a:moveTo>
                  <a:lnTo>
                    <a:pt x="15" y="0"/>
                  </a:ln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59" name="Google Shape;10759;p76"/>
            <p:cNvSpPr/>
            <p:nvPr/>
          </p:nvSpPr>
          <p:spPr>
            <a:xfrm>
              <a:off x="2167404" y="1667197"/>
              <a:ext cx="163" cy="163"/>
            </a:xfrm>
            <a:custGeom>
              <a:avLst/>
              <a:gdLst/>
              <a:ahLst/>
              <a:cxnLst/>
              <a:rect l="l" t="t" r="r" b="b"/>
              <a:pathLst>
                <a:path w="12" h="12" extrusionOk="0">
                  <a:moveTo>
                    <a:pt x="11"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60" name="Google Shape;10760;p76"/>
            <p:cNvSpPr/>
            <p:nvPr/>
          </p:nvSpPr>
          <p:spPr>
            <a:xfrm>
              <a:off x="2151437" y="1676701"/>
              <a:ext cx="394" cy="68"/>
            </a:xfrm>
            <a:custGeom>
              <a:avLst/>
              <a:gdLst/>
              <a:ahLst/>
              <a:cxnLst/>
              <a:rect l="l" t="t" r="r" b="b"/>
              <a:pathLst>
                <a:path w="29" h="5" extrusionOk="0">
                  <a:moveTo>
                    <a:pt x="29"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61" name="Google Shape;10761;p76"/>
            <p:cNvSpPr/>
            <p:nvPr/>
          </p:nvSpPr>
          <p:spPr>
            <a:xfrm>
              <a:off x="2152917" y="1676470"/>
              <a:ext cx="339" cy="109"/>
            </a:xfrm>
            <a:custGeom>
              <a:avLst/>
              <a:gdLst/>
              <a:ahLst/>
              <a:cxnLst/>
              <a:rect l="l" t="t" r="r" b="b"/>
              <a:pathLst>
                <a:path w="25" h="8" extrusionOk="0">
                  <a:moveTo>
                    <a:pt x="25"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62" name="Google Shape;10762;p76"/>
            <p:cNvSpPr/>
            <p:nvPr/>
          </p:nvSpPr>
          <p:spPr>
            <a:xfrm>
              <a:off x="2152198" y="1676606"/>
              <a:ext cx="394" cy="68"/>
            </a:xfrm>
            <a:custGeom>
              <a:avLst/>
              <a:gdLst/>
              <a:ahLst/>
              <a:cxnLst/>
              <a:rect l="l" t="t" r="r" b="b"/>
              <a:pathLst>
                <a:path w="29" h="5" extrusionOk="0">
                  <a:moveTo>
                    <a:pt x="29"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63" name="Google Shape;10763;p76"/>
            <p:cNvSpPr/>
            <p:nvPr/>
          </p:nvSpPr>
          <p:spPr>
            <a:xfrm>
              <a:off x="2150962" y="1676851"/>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64" name="Google Shape;10764;p76"/>
            <p:cNvSpPr/>
            <p:nvPr/>
          </p:nvSpPr>
          <p:spPr>
            <a:xfrm>
              <a:off x="2154913" y="1676036"/>
              <a:ext cx="299" cy="109"/>
            </a:xfrm>
            <a:custGeom>
              <a:avLst/>
              <a:gdLst/>
              <a:ahLst/>
              <a:cxnLst/>
              <a:rect l="l" t="t" r="r" b="b"/>
              <a:pathLst>
                <a:path w="22" h="8" extrusionOk="0">
                  <a:moveTo>
                    <a:pt x="21"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65" name="Google Shape;10765;p76"/>
            <p:cNvSpPr/>
            <p:nvPr/>
          </p:nvSpPr>
          <p:spPr>
            <a:xfrm>
              <a:off x="2153528" y="1676375"/>
              <a:ext cx="299" cy="54"/>
            </a:xfrm>
            <a:custGeom>
              <a:avLst/>
              <a:gdLst/>
              <a:ahLst/>
              <a:cxnLst/>
              <a:rect l="l" t="t" r="r" b="b"/>
              <a:pathLst>
                <a:path w="22" h="4" extrusionOk="0">
                  <a:moveTo>
                    <a:pt x="22"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66" name="Google Shape;10766;p76"/>
            <p:cNvSpPr/>
            <p:nvPr/>
          </p:nvSpPr>
          <p:spPr>
            <a:xfrm>
              <a:off x="2154098" y="1676280"/>
              <a:ext cx="258" cy="54"/>
            </a:xfrm>
            <a:custGeom>
              <a:avLst/>
              <a:gdLst/>
              <a:ahLst/>
              <a:cxnLst/>
              <a:rect l="l" t="t" r="r" b="b"/>
              <a:pathLst>
                <a:path w="19" h="4" extrusionOk="0">
                  <a:moveTo>
                    <a:pt x="18"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67" name="Google Shape;10767;p76"/>
            <p:cNvSpPr/>
            <p:nvPr/>
          </p:nvSpPr>
          <p:spPr>
            <a:xfrm>
              <a:off x="2154533" y="1676131"/>
              <a:ext cx="244" cy="109"/>
            </a:xfrm>
            <a:custGeom>
              <a:avLst/>
              <a:gdLst/>
              <a:ahLst/>
              <a:cxnLst/>
              <a:rect l="l" t="t" r="r" b="b"/>
              <a:pathLst>
                <a:path w="18" h="8" extrusionOk="0">
                  <a:moveTo>
                    <a:pt x="18"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68" name="Google Shape;10768;p76"/>
            <p:cNvSpPr/>
            <p:nvPr/>
          </p:nvSpPr>
          <p:spPr>
            <a:xfrm>
              <a:off x="2164703" y="1669098"/>
              <a:ext cx="149" cy="68"/>
            </a:xfrm>
            <a:custGeom>
              <a:avLst/>
              <a:gdLst/>
              <a:ahLst/>
              <a:cxnLst/>
              <a:rect l="l" t="t" r="r" b="b"/>
              <a:pathLst>
                <a:path w="11" h="5" extrusionOk="0">
                  <a:moveTo>
                    <a:pt x="11"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69" name="Google Shape;10769;p76"/>
            <p:cNvSpPr/>
            <p:nvPr/>
          </p:nvSpPr>
          <p:spPr>
            <a:xfrm>
              <a:off x="2145450" y="1667387"/>
              <a:ext cx="1018" cy="109"/>
            </a:xfrm>
            <a:custGeom>
              <a:avLst/>
              <a:gdLst/>
              <a:ahLst/>
              <a:cxnLst/>
              <a:rect l="l" t="t" r="r" b="b"/>
              <a:pathLst>
                <a:path w="75" h="8" extrusionOk="0">
                  <a:moveTo>
                    <a:pt x="1" y="1"/>
                  </a:moveTo>
                  <a:lnTo>
                    <a:pt x="74" y="8"/>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70" name="Google Shape;10770;p76"/>
            <p:cNvSpPr/>
            <p:nvPr/>
          </p:nvSpPr>
          <p:spPr>
            <a:xfrm>
              <a:off x="2166888" y="1665201"/>
              <a:ext cx="299" cy="149"/>
            </a:xfrm>
            <a:custGeom>
              <a:avLst/>
              <a:gdLst/>
              <a:ahLst/>
              <a:cxnLst/>
              <a:rect l="l" t="t" r="r" b="b"/>
              <a:pathLst>
                <a:path w="22" h="11" extrusionOk="0">
                  <a:moveTo>
                    <a:pt x="0" y="11"/>
                  </a:moveTo>
                  <a:lnTo>
                    <a:pt x="18" y="0"/>
                  </a:lnTo>
                  <a:lnTo>
                    <a:pt x="21" y="7"/>
                  </a:ln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71" name="Google Shape;10771;p76"/>
            <p:cNvSpPr/>
            <p:nvPr/>
          </p:nvSpPr>
          <p:spPr>
            <a:xfrm>
              <a:off x="2146590" y="1667482"/>
              <a:ext cx="964" cy="68"/>
            </a:xfrm>
            <a:custGeom>
              <a:avLst/>
              <a:gdLst/>
              <a:ahLst/>
              <a:cxnLst/>
              <a:rect l="l" t="t" r="r" b="b"/>
              <a:pathLst>
                <a:path w="71" h="5" extrusionOk="0">
                  <a:moveTo>
                    <a:pt x="7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72" name="Google Shape;10772;p76"/>
            <p:cNvSpPr/>
            <p:nvPr/>
          </p:nvSpPr>
          <p:spPr>
            <a:xfrm>
              <a:off x="2167174" y="1665296"/>
              <a:ext cx="720" cy="1154"/>
            </a:xfrm>
            <a:custGeom>
              <a:avLst/>
              <a:gdLst/>
              <a:ahLst/>
              <a:cxnLst/>
              <a:rect l="l" t="t" r="r" b="b"/>
              <a:pathLst>
                <a:path w="53" h="85" extrusionOk="0">
                  <a:moveTo>
                    <a:pt x="0" y="0"/>
                  </a:moveTo>
                  <a:cubicBezTo>
                    <a:pt x="14" y="21"/>
                    <a:pt x="35" y="53"/>
                    <a:pt x="53" y="85"/>
                  </a:cubicBezTo>
                  <a:cubicBezTo>
                    <a:pt x="35" y="53"/>
                    <a:pt x="18" y="21"/>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73" name="Google Shape;10773;p76"/>
            <p:cNvSpPr/>
            <p:nvPr/>
          </p:nvSpPr>
          <p:spPr>
            <a:xfrm>
              <a:off x="2167934" y="1666532"/>
              <a:ext cx="149" cy="258"/>
            </a:xfrm>
            <a:custGeom>
              <a:avLst/>
              <a:gdLst/>
              <a:ahLst/>
              <a:cxnLst/>
              <a:rect l="l" t="t" r="r" b="b"/>
              <a:pathLst>
                <a:path w="11" h="19" extrusionOk="0">
                  <a:moveTo>
                    <a:pt x="11" y="18"/>
                  </a:moveTo>
                  <a:lnTo>
                    <a:pt x="11" y="18"/>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74" name="Google Shape;10774;p76"/>
            <p:cNvSpPr/>
            <p:nvPr/>
          </p:nvSpPr>
          <p:spPr>
            <a:xfrm>
              <a:off x="2167119" y="1665201"/>
              <a:ext cx="109" cy="109"/>
            </a:xfrm>
            <a:custGeom>
              <a:avLst/>
              <a:gdLst/>
              <a:ahLst/>
              <a:cxnLst/>
              <a:rect l="l" t="t" r="r" b="b"/>
              <a:pathLst>
                <a:path w="8" h="8" extrusionOk="0">
                  <a:moveTo>
                    <a:pt x="1" y="0"/>
                  </a:moveTo>
                  <a:lnTo>
                    <a:pt x="1" y="0"/>
                  </a:lnTo>
                  <a:lnTo>
                    <a:pt x="8" y="7"/>
                  </a:lnTo>
                  <a:lnTo>
                    <a:pt x="8"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75" name="Google Shape;10775;p76"/>
            <p:cNvSpPr/>
            <p:nvPr/>
          </p:nvSpPr>
          <p:spPr>
            <a:xfrm>
              <a:off x="2196637" y="1711826"/>
              <a:ext cx="45172" cy="43706"/>
            </a:xfrm>
            <a:custGeom>
              <a:avLst/>
              <a:gdLst/>
              <a:ahLst/>
              <a:cxnLst/>
              <a:rect l="l" t="t" r="r" b="b"/>
              <a:pathLst>
                <a:path w="3327" h="3219" extrusionOk="0">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76" name="Google Shape;10776;p76"/>
            <p:cNvSpPr/>
            <p:nvPr/>
          </p:nvSpPr>
          <p:spPr>
            <a:xfrm>
              <a:off x="2220411" y="1765512"/>
              <a:ext cx="17176" cy="3557"/>
            </a:xfrm>
            <a:custGeom>
              <a:avLst/>
              <a:gdLst/>
              <a:ahLst/>
              <a:cxnLst/>
              <a:rect l="l" t="t" r="r" b="b"/>
              <a:pathLst>
                <a:path w="1265" h="262" extrusionOk="0">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77" name="Google Shape;10777;p76"/>
            <p:cNvSpPr/>
            <p:nvPr/>
          </p:nvSpPr>
          <p:spPr>
            <a:xfrm>
              <a:off x="2239039" y="1718289"/>
              <a:ext cx="109" cy="163"/>
            </a:xfrm>
            <a:custGeom>
              <a:avLst/>
              <a:gdLst/>
              <a:ahLst/>
              <a:cxnLst/>
              <a:rect l="l" t="t" r="r" b="b"/>
              <a:pathLst>
                <a:path w="8" h="12" extrusionOk="0">
                  <a:moveTo>
                    <a:pt x="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78" name="Google Shape;10778;p76"/>
            <p:cNvSpPr/>
            <p:nvPr/>
          </p:nvSpPr>
          <p:spPr>
            <a:xfrm>
              <a:off x="2241701" y="1713591"/>
              <a:ext cx="68" cy="489"/>
            </a:xfrm>
            <a:custGeom>
              <a:avLst/>
              <a:gdLst/>
              <a:ahLst/>
              <a:cxnLst/>
              <a:rect l="l" t="t" r="r" b="b"/>
              <a:pathLst>
                <a:path w="5" h="36" extrusionOk="0">
                  <a:moveTo>
                    <a:pt x="1" y="0"/>
                  </a:moveTo>
                  <a:cubicBezTo>
                    <a:pt x="1" y="11"/>
                    <a:pt x="1" y="25"/>
                    <a:pt x="4" y="35"/>
                  </a:cubicBezTo>
                  <a:cubicBezTo>
                    <a:pt x="1" y="25"/>
                    <a:pt x="1"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79" name="Google Shape;10779;p76"/>
            <p:cNvSpPr/>
            <p:nvPr/>
          </p:nvSpPr>
          <p:spPr>
            <a:xfrm>
              <a:off x="2239515" y="1717529"/>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80" name="Google Shape;10780;p76"/>
            <p:cNvSpPr/>
            <p:nvPr/>
          </p:nvSpPr>
          <p:spPr>
            <a:xfrm>
              <a:off x="2241415" y="1712397"/>
              <a:ext cx="109" cy="394"/>
            </a:xfrm>
            <a:custGeom>
              <a:avLst/>
              <a:gdLst/>
              <a:ahLst/>
              <a:cxnLst/>
              <a:rect l="l" t="t" r="r" b="b"/>
              <a:pathLst>
                <a:path w="8" h="29" extrusionOk="0">
                  <a:moveTo>
                    <a:pt x="1" y="1"/>
                  </a:moveTo>
                  <a:cubicBezTo>
                    <a:pt x="4" y="11"/>
                    <a:pt x="8" y="22"/>
                    <a:pt x="8" y="29"/>
                  </a:cubicBezTo>
                  <a:cubicBezTo>
                    <a:pt x="8" y="22"/>
                    <a:pt x="4"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81" name="Google Shape;10781;p76"/>
            <p:cNvSpPr/>
            <p:nvPr/>
          </p:nvSpPr>
          <p:spPr>
            <a:xfrm>
              <a:off x="2241415" y="1712166"/>
              <a:ext cx="14" cy="109"/>
            </a:xfrm>
            <a:custGeom>
              <a:avLst/>
              <a:gdLst/>
              <a:ahLst/>
              <a:cxnLst/>
              <a:rect l="l" t="t" r="r" b="b"/>
              <a:pathLst>
                <a:path w="1" h="8" extrusionOk="0">
                  <a:moveTo>
                    <a:pt x="1" y="7"/>
                  </a:moveTo>
                  <a:lnTo>
                    <a:pt x="1" y="0"/>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82" name="Google Shape;10782;p76"/>
            <p:cNvSpPr/>
            <p:nvPr/>
          </p:nvSpPr>
          <p:spPr>
            <a:xfrm>
              <a:off x="2239324" y="1717963"/>
              <a:ext cx="109" cy="149"/>
            </a:xfrm>
            <a:custGeom>
              <a:avLst/>
              <a:gdLst/>
              <a:ahLst/>
              <a:cxnLst/>
              <a:rect l="l" t="t" r="r" b="b"/>
              <a:pathLst>
                <a:path w="8" h="11" extrusionOk="0">
                  <a:moveTo>
                    <a:pt x="8" y="0"/>
                  </a:moveTo>
                  <a:lnTo>
                    <a:pt x="8" y="0"/>
                  </a:lnTo>
                  <a:cubicBezTo>
                    <a:pt x="4" y="4"/>
                    <a:pt x="4" y="7"/>
                    <a:pt x="1" y="11"/>
                  </a:cubicBezTo>
                  <a:cubicBezTo>
                    <a:pt x="4" y="7"/>
                    <a:pt x="8" y="4"/>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83" name="Google Shape;10783;p76"/>
            <p:cNvSpPr/>
            <p:nvPr/>
          </p:nvSpPr>
          <p:spPr>
            <a:xfrm>
              <a:off x="2238618" y="1718764"/>
              <a:ext cx="149" cy="163"/>
            </a:xfrm>
            <a:custGeom>
              <a:avLst/>
              <a:gdLst/>
              <a:ahLst/>
              <a:cxnLst/>
              <a:rect l="l" t="t" r="r" b="b"/>
              <a:pathLst>
                <a:path w="11" h="12" extrusionOk="0">
                  <a:moveTo>
                    <a:pt x="0" y="1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84" name="Google Shape;10784;p76"/>
            <p:cNvSpPr/>
            <p:nvPr/>
          </p:nvSpPr>
          <p:spPr>
            <a:xfrm>
              <a:off x="2241605" y="1713062"/>
              <a:ext cx="68" cy="353"/>
            </a:xfrm>
            <a:custGeom>
              <a:avLst/>
              <a:gdLst/>
              <a:ahLst/>
              <a:cxnLst/>
              <a:rect l="l" t="t" r="r" b="b"/>
              <a:pathLst>
                <a:path w="5" h="26" extrusionOk="0">
                  <a:moveTo>
                    <a:pt x="1" y="1"/>
                  </a:moveTo>
                  <a:cubicBezTo>
                    <a:pt x="1" y="8"/>
                    <a:pt x="4" y="15"/>
                    <a:pt x="4" y="25"/>
                  </a:cubicBezTo>
                  <a:cubicBezTo>
                    <a:pt x="4" y="15"/>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85" name="Google Shape;10785;p76"/>
            <p:cNvSpPr/>
            <p:nvPr/>
          </p:nvSpPr>
          <p:spPr>
            <a:xfrm>
              <a:off x="2196637" y="1727427"/>
              <a:ext cx="1398" cy="2620"/>
            </a:xfrm>
            <a:custGeom>
              <a:avLst/>
              <a:gdLst/>
              <a:ahLst/>
              <a:cxnLst/>
              <a:rect l="l" t="t" r="r" b="b"/>
              <a:pathLst>
                <a:path w="103" h="193" extrusionOk="0">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86" name="Google Shape;10786;p76"/>
            <p:cNvSpPr/>
            <p:nvPr/>
          </p:nvSpPr>
          <p:spPr>
            <a:xfrm>
              <a:off x="2199054" y="1726762"/>
              <a:ext cx="68" cy="122"/>
            </a:xfrm>
            <a:custGeom>
              <a:avLst/>
              <a:gdLst/>
              <a:ahLst/>
              <a:cxnLst/>
              <a:rect l="l" t="t" r="r" b="b"/>
              <a:pathLst>
                <a:path w="5" h="9" extrusionOk="0">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87" name="Google Shape;10787;p76"/>
            <p:cNvSpPr/>
            <p:nvPr/>
          </p:nvSpPr>
          <p:spPr>
            <a:xfrm>
              <a:off x="2199447" y="1726178"/>
              <a:ext cx="81" cy="122"/>
            </a:xfrm>
            <a:custGeom>
              <a:avLst/>
              <a:gdLst/>
              <a:ahLst/>
              <a:cxnLst/>
              <a:rect l="l" t="t" r="r" b="b"/>
              <a:pathLst>
                <a:path w="6" h="9" extrusionOk="0">
                  <a:moveTo>
                    <a:pt x="5" y="0"/>
                  </a:moveTo>
                  <a:cubicBezTo>
                    <a:pt x="5" y="0"/>
                    <a:pt x="5" y="0"/>
                    <a:pt x="4" y="1"/>
                  </a:cubicBezTo>
                  <a:cubicBezTo>
                    <a:pt x="0" y="5"/>
                    <a:pt x="0" y="5"/>
                    <a:pt x="0" y="8"/>
                  </a:cubicBezTo>
                  <a:cubicBezTo>
                    <a:pt x="0" y="5"/>
                    <a:pt x="5" y="0"/>
                    <a:pt x="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88" name="Google Shape;10788;p76"/>
            <p:cNvSpPr/>
            <p:nvPr/>
          </p:nvSpPr>
          <p:spPr>
            <a:xfrm>
              <a:off x="2199542" y="1725947"/>
              <a:ext cx="14" cy="109"/>
            </a:xfrm>
            <a:custGeom>
              <a:avLst/>
              <a:gdLst/>
              <a:ahLst/>
              <a:cxnLst/>
              <a:rect l="l" t="t" r="r" b="b"/>
              <a:pathLst>
                <a:path w="1" h="8" extrusionOk="0">
                  <a:moveTo>
                    <a:pt x="0"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89" name="Google Shape;10789;p76"/>
            <p:cNvSpPr/>
            <p:nvPr/>
          </p:nvSpPr>
          <p:spPr>
            <a:xfrm>
              <a:off x="2199257" y="1726463"/>
              <a:ext cx="109" cy="122"/>
            </a:xfrm>
            <a:custGeom>
              <a:avLst/>
              <a:gdLst/>
              <a:ahLst/>
              <a:cxnLst/>
              <a:rect l="l" t="t" r="r" b="b"/>
              <a:pathLst>
                <a:path w="8" h="9" extrusionOk="0">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90" name="Google Shape;10790;p76"/>
            <p:cNvSpPr/>
            <p:nvPr/>
          </p:nvSpPr>
          <p:spPr>
            <a:xfrm>
              <a:off x="2200534" y="1723815"/>
              <a:ext cx="109" cy="149"/>
            </a:xfrm>
            <a:custGeom>
              <a:avLst/>
              <a:gdLst/>
              <a:ahLst/>
              <a:cxnLst/>
              <a:rect l="l" t="t" r="r" b="b"/>
              <a:pathLst>
                <a:path w="8" h="11" extrusionOk="0">
                  <a:moveTo>
                    <a:pt x="1" y="11"/>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91" name="Google Shape;10791;p76"/>
            <p:cNvSpPr/>
            <p:nvPr/>
          </p:nvSpPr>
          <p:spPr>
            <a:xfrm>
              <a:off x="2198728" y="1727033"/>
              <a:ext cx="163" cy="68"/>
            </a:xfrm>
            <a:custGeom>
              <a:avLst/>
              <a:gdLst/>
              <a:ahLst/>
              <a:cxnLst/>
              <a:rect l="l" t="t" r="r" b="b"/>
              <a:pathLst>
                <a:path w="12" h="5" extrusionOk="0">
                  <a:moveTo>
                    <a:pt x="11" y="0"/>
                  </a:moveTo>
                  <a:cubicBezTo>
                    <a:pt x="9" y="0"/>
                    <a:pt x="4" y="5"/>
                    <a:pt x="1" y="5"/>
                  </a:cubicBezTo>
                  <a:cubicBezTo>
                    <a:pt x="4" y="5"/>
                    <a:pt x="8" y="1"/>
                    <a:pt x="11" y="1"/>
                  </a:cubicBezTo>
                  <a:cubicBezTo>
                    <a:pt x="11" y="0"/>
                    <a:pt x="11" y="0"/>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92" name="Google Shape;10792;p76"/>
            <p:cNvSpPr/>
            <p:nvPr/>
          </p:nvSpPr>
          <p:spPr>
            <a:xfrm>
              <a:off x="2198348" y="1727277"/>
              <a:ext cx="109" cy="68"/>
            </a:xfrm>
            <a:custGeom>
              <a:avLst/>
              <a:gdLst/>
              <a:ahLst/>
              <a:cxnLst/>
              <a:rect l="l" t="t" r="r" b="b"/>
              <a:pathLst>
                <a:path w="8" h="5" extrusionOk="0">
                  <a:moveTo>
                    <a:pt x="1" y="4"/>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93" name="Google Shape;10793;p76"/>
            <p:cNvSpPr/>
            <p:nvPr/>
          </p:nvSpPr>
          <p:spPr>
            <a:xfrm>
              <a:off x="2202733" y="1720149"/>
              <a:ext cx="109" cy="299"/>
            </a:xfrm>
            <a:custGeom>
              <a:avLst/>
              <a:gdLst/>
              <a:ahLst/>
              <a:cxnLst/>
              <a:rect l="l" t="t" r="r" b="b"/>
              <a:pathLst>
                <a:path w="8" h="22" extrusionOk="0">
                  <a:moveTo>
                    <a:pt x="7" y="0"/>
                  </a:moveTo>
                  <a:cubicBezTo>
                    <a:pt x="4" y="7"/>
                    <a:pt x="4" y="14"/>
                    <a:pt x="0" y="21"/>
                  </a:cubicBezTo>
                  <a:cubicBezTo>
                    <a:pt x="4" y="14"/>
                    <a:pt x="7" y="7"/>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94" name="Google Shape;10794;p76"/>
            <p:cNvSpPr/>
            <p:nvPr/>
          </p:nvSpPr>
          <p:spPr>
            <a:xfrm>
              <a:off x="2202489" y="1720624"/>
              <a:ext cx="163" cy="394"/>
            </a:xfrm>
            <a:custGeom>
              <a:avLst/>
              <a:gdLst/>
              <a:ahLst/>
              <a:cxnLst/>
              <a:rect l="l" t="t" r="r" b="b"/>
              <a:pathLst>
                <a:path w="12" h="29" extrusionOk="0">
                  <a:moveTo>
                    <a:pt x="1" y="28"/>
                  </a:moveTo>
                  <a:cubicBezTo>
                    <a:pt x="4" y="18"/>
                    <a:pt x="8" y="11"/>
                    <a:pt x="11" y="0"/>
                  </a:cubicBezTo>
                  <a:cubicBezTo>
                    <a:pt x="8" y="11"/>
                    <a:pt x="4" y="18"/>
                    <a:pt x="1"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95" name="Google Shape;10795;p76"/>
            <p:cNvSpPr/>
            <p:nvPr/>
          </p:nvSpPr>
          <p:spPr>
            <a:xfrm>
              <a:off x="2202163" y="1721154"/>
              <a:ext cx="204" cy="434"/>
            </a:xfrm>
            <a:custGeom>
              <a:avLst/>
              <a:gdLst/>
              <a:ahLst/>
              <a:cxnLst/>
              <a:rect l="l" t="t" r="r" b="b"/>
              <a:pathLst>
                <a:path w="15" h="32" extrusionOk="0">
                  <a:moveTo>
                    <a:pt x="14" y="0"/>
                  </a:moveTo>
                  <a:cubicBezTo>
                    <a:pt x="11" y="11"/>
                    <a:pt x="4" y="21"/>
                    <a:pt x="0" y="31"/>
                  </a:cubicBezTo>
                  <a:cubicBezTo>
                    <a:pt x="7" y="21"/>
                    <a:pt x="11" y="11"/>
                    <a:pt x="1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96" name="Google Shape;10796;p76"/>
            <p:cNvSpPr/>
            <p:nvPr/>
          </p:nvSpPr>
          <p:spPr>
            <a:xfrm>
              <a:off x="2201402" y="1722485"/>
              <a:ext cx="244" cy="339"/>
            </a:xfrm>
            <a:custGeom>
              <a:avLst/>
              <a:gdLst/>
              <a:ahLst/>
              <a:cxnLst/>
              <a:rect l="l" t="t" r="r" b="b"/>
              <a:pathLst>
                <a:path w="18" h="25" extrusionOk="0">
                  <a:moveTo>
                    <a:pt x="0" y="25"/>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97" name="Google Shape;10797;p76"/>
            <p:cNvSpPr/>
            <p:nvPr/>
          </p:nvSpPr>
          <p:spPr>
            <a:xfrm>
              <a:off x="2201783" y="1721806"/>
              <a:ext cx="244" cy="394"/>
            </a:xfrm>
            <a:custGeom>
              <a:avLst/>
              <a:gdLst/>
              <a:ahLst/>
              <a:cxnLst/>
              <a:rect l="l" t="t" r="r" b="b"/>
              <a:pathLst>
                <a:path w="18" h="29" extrusionOk="0">
                  <a:moveTo>
                    <a:pt x="18" y="1"/>
                  </a:moveTo>
                  <a:cubicBezTo>
                    <a:pt x="14" y="8"/>
                    <a:pt x="7" y="19"/>
                    <a:pt x="0" y="29"/>
                  </a:cubicBezTo>
                  <a:cubicBezTo>
                    <a:pt x="7" y="19"/>
                    <a:pt x="14" y="11"/>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98" name="Google Shape;10798;p76"/>
            <p:cNvSpPr/>
            <p:nvPr/>
          </p:nvSpPr>
          <p:spPr>
            <a:xfrm>
              <a:off x="2200968" y="1723150"/>
              <a:ext cx="149" cy="299"/>
            </a:xfrm>
            <a:custGeom>
              <a:avLst/>
              <a:gdLst/>
              <a:ahLst/>
              <a:cxnLst/>
              <a:rect l="l" t="t" r="r" b="b"/>
              <a:pathLst>
                <a:path w="11" h="22" extrusionOk="0">
                  <a:moveTo>
                    <a:pt x="1" y="21"/>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99" name="Google Shape;10799;p76"/>
            <p:cNvSpPr/>
            <p:nvPr/>
          </p:nvSpPr>
          <p:spPr>
            <a:xfrm>
              <a:off x="2226344" y="1713917"/>
              <a:ext cx="258" cy="14"/>
            </a:xfrm>
            <a:custGeom>
              <a:avLst/>
              <a:gdLst/>
              <a:ahLst/>
              <a:cxnLst/>
              <a:rect l="l" t="t" r="r" b="b"/>
              <a:pathLst>
                <a:path w="19" h="1" extrusionOk="0">
                  <a:moveTo>
                    <a:pt x="1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00" name="Google Shape;10800;p76"/>
            <p:cNvSpPr/>
            <p:nvPr/>
          </p:nvSpPr>
          <p:spPr>
            <a:xfrm>
              <a:off x="2225964" y="1713917"/>
              <a:ext cx="299" cy="14"/>
            </a:xfrm>
            <a:custGeom>
              <a:avLst/>
              <a:gdLst/>
              <a:ahLst/>
              <a:cxnLst/>
              <a:rect l="l" t="t" r="r" b="b"/>
              <a:pathLst>
                <a:path w="22" h="1" extrusionOk="0">
                  <a:moveTo>
                    <a:pt x="22"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01" name="Google Shape;10801;p76"/>
            <p:cNvSpPr/>
            <p:nvPr/>
          </p:nvSpPr>
          <p:spPr>
            <a:xfrm>
              <a:off x="2225543" y="1713876"/>
              <a:ext cx="299" cy="14"/>
            </a:xfrm>
            <a:custGeom>
              <a:avLst/>
              <a:gdLst/>
              <a:ahLst/>
              <a:cxnLst/>
              <a:rect l="l" t="t" r="r" b="b"/>
              <a:pathLst>
                <a:path w="22" h="1" extrusionOk="0">
                  <a:moveTo>
                    <a:pt x="21"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02" name="Google Shape;10802;p76"/>
            <p:cNvSpPr/>
            <p:nvPr/>
          </p:nvSpPr>
          <p:spPr>
            <a:xfrm>
              <a:off x="2222882" y="171382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03" name="Google Shape;10803;p76"/>
            <p:cNvSpPr/>
            <p:nvPr/>
          </p:nvSpPr>
          <p:spPr>
            <a:xfrm>
              <a:off x="2226915" y="1714012"/>
              <a:ext cx="204" cy="68"/>
            </a:xfrm>
            <a:custGeom>
              <a:avLst/>
              <a:gdLst/>
              <a:ahLst/>
              <a:cxnLst/>
              <a:rect l="l" t="t" r="r" b="b"/>
              <a:pathLst>
                <a:path w="15" h="5" extrusionOk="0">
                  <a:moveTo>
                    <a:pt x="15"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04" name="Google Shape;10804;p76"/>
            <p:cNvSpPr/>
            <p:nvPr/>
          </p:nvSpPr>
          <p:spPr>
            <a:xfrm>
              <a:off x="2223588" y="171382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05" name="Google Shape;10805;p76"/>
            <p:cNvSpPr/>
            <p:nvPr/>
          </p:nvSpPr>
          <p:spPr>
            <a:xfrm>
              <a:off x="2225014" y="1713822"/>
              <a:ext cx="353" cy="14"/>
            </a:xfrm>
            <a:custGeom>
              <a:avLst/>
              <a:gdLst/>
              <a:ahLst/>
              <a:cxnLst/>
              <a:rect l="l" t="t" r="r" b="b"/>
              <a:pathLst>
                <a:path w="26" h="1" extrusionOk="0">
                  <a:moveTo>
                    <a:pt x="25"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06" name="Google Shape;10806;p76"/>
            <p:cNvSpPr/>
            <p:nvPr/>
          </p:nvSpPr>
          <p:spPr>
            <a:xfrm>
              <a:off x="2224824" y="171382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07" name="Google Shape;10807;p76"/>
            <p:cNvSpPr/>
            <p:nvPr/>
          </p:nvSpPr>
          <p:spPr>
            <a:xfrm>
              <a:off x="2226684" y="1713972"/>
              <a:ext cx="204" cy="14"/>
            </a:xfrm>
            <a:custGeom>
              <a:avLst/>
              <a:gdLst/>
              <a:ahLst/>
              <a:cxnLst/>
              <a:rect l="l" t="t" r="r" b="b"/>
              <a:pathLst>
                <a:path w="15" h="1" extrusionOk="0">
                  <a:moveTo>
                    <a:pt x="1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08" name="Google Shape;10808;p76"/>
            <p:cNvSpPr/>
            <p:nvPr/>
          </p:nvSpPr>
          <p:spPr>
            <a:xfrm>
              <a:off x="2240845" y="1712206"/>
              <a:ext cx="258" cy="68"/>
            </a:xfrm>
            <a:custGeom>
              <a:avLst/>
              <a:gdLst/>
              <a:ahLst/>
              <a:cxnLst/>
              <a:rect l="l" t="t" r="r" b="b"/>
              <a:pathLst>
                <a:path w="19" h="5" extrusionOk="0">
                  <a:moveTo>
                    <a:pt x="1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09" name="Google Shape;10809;p76"/>
            <p:cNvSpPr/>
            <p:nvPr/>
          </p:nvSpPr>
          <p:spPr>
            <a:xfrm>
              <a:off x="2240370" y="1712301"/>
              <a:ext cx="353" cy="68"/>
            </a:xfrm>
            <a:custGeom>
              <a:avLst/>
              <a:gdLst/>
              <a:ahLst/>
              <a:cxnLst/>
              <a:rect l="l" t="t" r="r" b="b"/>
              <a:pathLst>
                <a:path w="26" h="5" extrusionOk="0">
                  <a:moveTo>
                    <a:pt x="25"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10" name="Google Shape;10810;p76"/>
            <p:cNvSpPr/>
            <p:nvPr/>
          </p:nvSpPr>
          <p:spPr>
            <a:xfrm>
              <a:off x="2241225" y="1712166"/>
              <a:ext cx="163" cy="14"/>
            </a:xfrm>
            <a:custGeom>
              <a:avLst/>
              <a:gdLst/>
              <a:ahLst/>
              <a:cxnLst/>
              <a:rect l="l" t="t" r="r" b="b"/>
              <a:pathLst>
                <a:path w="12" h="1" extrusionOk="0">
                  <a:moveTo>
                    <a:pt x="11" y="0"/>
                  </a:moveTo>
                  <a:lnTo>
                    <a:pt x="11" y="0"/>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11" name="Google Shape;10811;p76"/>
            <p:cNvSpPr/>
            <p:nvPr/>
          </p:nvSpPr>
          <p:spPr>
            <a:xfrm>
              <a:off x="2239379" y="1712682"/>
              <a:ext cx="149" cy="109"/>
            </a:xfrm>
            <a:custGeom>
              <a:avLst/>
              <a:gdLst/>
              <a:ahLst/>
              <a:cxnLst/>
              <a:rect l="l" t="t" r="r" b="b"/>
              <a:pathLst>
                <a:path w="11" h="8" extrusionOk="0">
                  <a:moveTo>
                    <a:pt x="11"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12" name="Google Shape;10812;p76"/>
            <p:cNvSpPr/>
            <p:nvPr/>
          </p:nvSpPr>
          <p:spPr>
            <a:xfrm>
              <a:off x="2240044" y="1712397"/>
              <a:ext cx="244" cy="68"/>
            </a:xfrm>
            <a:custGeom>
              <a:avLst/>
              <a:gdLst/>
              <a:ahLst/>
              <a:cxnLst/>
              <a:rect l="l" t="t" r="r" b="b"/>
              <a:pathLst>
                <a:path w="18" h="5" extrusionOk="0">
                  <a:moveTo>
                    <a:pt x="18"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13" name="Google Shape;10813;p76"/>
            <p:cNvSpPr/>
            <p:nvPr/>
          </p:nvSpPr>
          <p:spPr>
            <a:xfrm>
              <a:off x="2227159" y="1714067"/>
              <a:ext cx="149" cy="54"/>
            </a:xfrm>
            <a:custGeom>
              <a:avLst/>
              <a:gdLst/>
              <a:ahLst/>
              <a:cxnLst/>
              <a:rect l="l" t="t" r="r" b="b"/>
              <a:pathLst>
                <a:path w="11" h="4" extrusionOk="0">
                  <a:moveTo>
                    <a:pt x="1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14" name="Google Shape;10814;p76"/>
            <p:cNvSpPr/>
            <p:nvPr/>
          </p:nvSpPr>
          <p:spPr>
            <a:xfrm>
              <a:off x="2239800" y="1712492"/>
              <a:ext cx="163" cy="68"/>
            </a:xfrm>
            <a:custGeom>
              <a:avLst/>
              <a:gdLst/>
              <a:ahLst/>
              <a:cxnLst/>
              <a:rect l="l" t="t" r="r" b="b"/>
              <a:pathLst>
                <a:path w="12" h="5" extrusionOk="0">
                  <a:moveTo>
                    <a:pt x="1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15" name="Google Shape;10815;p76"/>
            <p:cNvSpPr/>
            <p:nvPr/>
          </p:nvSpPr>
          <p:spPr>
            <a:xfrm>
              <a:off x="2239569" y="1712587"/>
              <a:ext cx="149" cy="68"/>
            </a:xfrm>
            <a:custGeom>
              <a:avLst/>
              <a:gdLst/>
              <a:ahLst/>
              <a:cxnLst/>
              <a:rect l="l" t="t" r="r" b="b"/>
              <a:pathLst>
                <a:path w="11" h="5" extrusionOk="0">
                  <a:moveTo>
                    <a:pt x="11"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16" name="Google Shape;10816;p76"/>
            <p:cNvSpPr/>
            <p:nvPr/>
          </p:nvSpPr>
          <p:spPr>
            <a:xfrm>
              <a:off x="2223873" y="171382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17" name="Google Shape;10817;p76"/>
            <p:cNvSpPr/>
            <p:nvPr/>
          </p:nvSpPr>
          <p:spPr>
            <a:xfrm>
              <a:off x="2218320" y="1714067"/>
              <a:ext cx="394" cy="14"/>
            </a:xfrm>
            <a:custGeom>
              <a:avLst/>
              <a:gdLst/>
              <a:ahLst/>
              <a:cxnLst/>
              <a:rect l="l" t="t" r="r" b="b"/>
              <a:pathLst>
                <a:path w="29" h="1" extrusionOk="0">
                  <a:moveTo>
                    <a:pt x="0" y="0"/>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18" name="Google Shape;10818;p76"/>
            <p:cNvSpPr/>
            <p:nvPr/>
          </p:nvSpPr>
          <p:spPr>
            <a:xfrm>
              <a:off x="2221742" y="1713822"/>
              <a:ext cx="394" cy="14"/>
            </a:xfrm>
            <a:custGeom>
              <a:avLst/>
              <a:gdLst/>
              <a:ahLst/>
              <a:cxnLst/>
              <a:rect l="l" t="t" r="r" b="b"/>
              <a:pathLst>
                <a:path w="29" h="1" extrusionOk="0">
                  <a:moveTo>
                    <a:pt x="2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19" name="Google Shape;10819;p76"/>
            <p:cNvSpPr/>
            <p:nvPr/>
          </p:nvSpPr>
          <p:spPr>
            <a:xfrm>
              <a:off x="2236188" y="1713157"/>
              <a:ext cx="3245" cy="2349"/>
            </a:xfrm>
            <a:custGeom>
              <a:avLst/>
              <a:gdLst/>
              <a:ahLst/>
              <a:cxnLst/>
              <a:rect l="l" t="t" r="r" b="b"/>
              <a:pathLst>
                <a:path w="239" h="173" extrusionOk="0">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20" name="Google Shape;10820;p76"/>
            <p:cNvSpPr/>
            <p:nvPr/>
          </p:nvSpPr>
          <p:spPr>
            <a:xfrm>
              <a:off x="2218985" y="1713972"/>
              <a:ext cx="625" cy="54"/>
            </a:xfrm>
            <a:custGeom>
              <a:avLst/>
              <a:gdLst/>
              <a:ahLst/>
              <a:cxnLst/>
              <a:rect l="l" t="t" r="r" b="b"/>
              <a:pathLst>
                <a:path w="46" h="4" extrusionOk="0">
                  <a:moveTo>
                    <a:pt x="46"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21" name="Google Shape;10821;p76"/>
            <p:cNvSpPr/>
            <p:nvPr/>
          </p:nvSpPr>
          <p:spPr>
            <a:xfrm>
              <a:off x="2219977" y="1713917"/>
              <a:ext cx="543" cy="14"/>
            </a:xfrm>
            <a:custGeom>
              <a:avLst/>
              <a:gdLst/>
              <a:ahLst/>
              <a:cxnLst/>
              <a:rect l="l" t="t" r="r" b="b"/>
              <a:pathLst>
                <a:path w="40" h="1" extrusionOk="0">
                  <a:moveTo>
                    <a:pt x="39"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22" name="Google Shape;10822;p76"/>
            <p:cNvSpPr/>
            <p:nvPr/>
          </p:nvSpPr>
          <p:spPr>
            <a:xfrm>
              <a:off x="2220886" y="1713876"/>
              <a:ext cx="489" cy="14"/>
            </a:xfrm>
            <a:custGeom>
              <a:avLst/>
              <a:gdLst/>
              <a:ahLst/>
              <a:cxnLst/>
              <a:rect l="l" t="t" r="r" b="b"/>
              <a:pathLst>
                <a:path w="36" h="1" extrusionOk="0">
                  <a:moveTo>
                    <a:pt x="35"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23" name="Google Shape;10823;p76"/>
            <p:cNvSpPr/>
            <p:nvPr/>
          </p:nvSpPr>
          <p:spPr>
            <a:xfrm>
              <a:off x="2206005" y="1719905"/>
              <a:ext cx="679" cy="68"/>
            </a:xfrm>
            <a:custGeom>
              <a:avLst/>
              <a:gdLst/>
              <a:ahLst/>
              <a:cxnLst/>
              <a:rect l="l" t="t" r="r" b="b"/>
              <a:pathLst>
                <a:path w="50" h="5" extrusionOk="0">
                  <a:moveTo>
                    <a:pt x="15" y="1"/>
                  </a:moveTo>
                  <a:lnTo>
                    <a:pt x="1" y="4"/>
                  </a:lnTo>
                  <a:cubicBezTo>
                    <a:pt x="18" y="4"/>
                    <a:pt x="32" y="1"/>
                    <a:pt x="5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24" name="Google Shape;10824;p76"/>
            <p:cNvSpPr/>
            <p:nvPr/>
          </p:nvSpPr>
          <p:spPr>
            <a:xfrm>
              <a:off x="2202923" y="1719973"/>
              <a:ext cx="1480" cy="41"/>
            </a:xfrm>
            <a:custGeom>
              <a:avLst/>
              <a:gdLst/>
              <a:ahLst/>
              <a:cxnLst/>
              <a:rect l="l" t="t" r="r" b="b"/>
              <a:pathLst>
                <a:path w="109" h="3" extrusionOk="0">
                  <a:moveTo>
                    <a:pt x="54" y="0"/>
                  </a:moveTo>
                  <a:cubicBezTo>
                    <a:pt x="36" y="0"/>
                    <a:pt x="18" y="1"/>
                    <a:pt x="0" y="3"/>
                  </a:cubicBezTo>
                  <a:lnTo>
                    <a:pt x="109" y="3"/>
                  </a:lnTo>
                  <a:cubicBezTo>
                    <a:pt x="91" y="1"/>
                    <a:pt x="73" y="0"/>
                    <a:pt x="5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25" name="Google Shape;10825;p76"/>
            <p:cNvSpPr/>
            <p:nvPr/>
          </p:nvSpPr>
          <p:spPr>
            <a:xfrm>
              <a:off x="2205204" y="1719959"/>
              <a:ext cx="625" cy="14"/>
            </a:xfrm>
            <a:custGeom>
              <a:avLst/>
              <a:gdLst/>
              <a:ahLst/>
              <a:cxnLst/>
              <a:rect l="l" t="t" r="r" b="b"/>
              <a:pathLst>
                <a:path w="46" h="1" extrusionOk="0">
                  <a:moveTo>
                    <a:pt x="25" y="0"/>
                  </a:moveTo>
                  <a:lnTo>
                    <a:pt x="46" y="0"/>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26" name="Google Shape;10826;p76"/>
            <p:cNvSpPr/>
            <p:nvPr/>
          </p:nvSpPr>
          <p:spPr>
            <a:xfrm>
              <a:off x="2206725" y="1719715"/>
              <a:ext cx="720" cy="163"/>
            </a:xfrm>
            <a:custGeom>
              <a:avLst/>
              <a:gdLst/>
              <a:ahLst/>
              <a:cxnLst/>
              <a:rect l="l" t="t" r="r" b="b"/>
              <a:pathLst>
                <a:path w="53" h="12" extrusionOk="0">
                  <a:moveTo>
                    <a:pt x="53" y="1"/>
                  </a:moveTo>
                  <a:cubicBezTo>
                    <a:pt x="35" y="4"/>
                    <a:pt x="18" y="8"/>
                    <a:pt x="0" y="11"/>
                  </a:cubicBezTo>
                  <a:cubicBezTo>
                    <a:pt x="18" y="8"/>
                    <a:pt x="35" y="4"/>
                    <a:pt x="5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27" name="Google Shape;10827;p76"/>
            <p:cNvSpPr/>
            <p:nvPr/>
          </p:nvSpPr>
          <p:spPr>
            <a:xfrm>
              <a:off x="2285094" y="1766163"/>
              <a:ext cx="11622" cy="5675"/>
            </a:xfrm>
            <a:custGeom>
              <a:avLst/>
              <a:gdLst/>
              <a:ahLst/>
              <a:cxnLst/>
              <a:rect l="l" t="t" r="r" b="b"/>
              <a:pathLst>
                <a:path w="856" h="418" extrusionOk="0">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28" name="Google Shape;10828;p76"/>
            <p:cNvSpPr/>
            <p:nvPr/>
          </p:nvSpPr>
          <p:spPr>
            <a:xfrm>
              <a:off x="1868957" y="1453664"/>
              <a:ext cx="77052" cy="36456"/>
            </a:xfrm>
            <a:custGeom>
              <a:avLst/>
              <a:gdLst/>
              <a:ahLst/>
              <a:cxnLst/>
              <a:rect l="l" t="t" r="r" b="b"/>
              <a:pathLst>
                <a:path w="5675" h="2685" extrusionOk="0">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29" name="Google Shape;10829;p76"/>
            <p:cNvSpPr/>
            <p:nvPr/>
          </p:nvSpPr>
          <p:spPr>
            <a:xfrm>
              <a:off x="1971712" y="1589955"/>
              <a:ext cx="30821" cy="28486"/>
            </a:xfrm>
            <a:custGeom>
              <a:avLst/>
              <a:gdLst/>
              <a:ahLst/>
              <a:cxnLst/>
              <a:rect l="l" t="t" r="r" b="b"/>
              <a:pathLst>
                <a:path w="2270" h="2098" extrusionOk="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30" name="Google Shape;10830;p76"/>
            <p:cNvSpPr/>
            <p:nvPr/>
          </p:nvSpPr>
          <p:spPr>
            <a:xfrm>
              <a:off x="1984936" y="1583342"/>
              <a:ext cx="6422" cy="5010"/>
            </a:xfrm>
            <a:custGeom>
              <a:avLst/>
              <a:gdLst/>
              <a:ahLst/>
              <a:cxnLst/>
              <a:rect l="l" t="t" r="r" b="b"/>
              <a:pathLst>
                <a:path w="473" h="369" extrusionOk="0">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31" name="Google Shape;10831;p76"/>
            <p:cNvSpPr/>
            <p:nvPr/>
          </p:nvSpPr>
          <p:spPr>
            <a:xfrm>
              <a:off x="1999193" y="1543044"/>
              <a:ext cx="61805" cy="90508"/>
            </a:xfrm>
            <a:custGeom>
              <a:avLst/>
              <a:gdLst/>
              <a:ahLst/>
              <a:cxnLst/>
              <a:rect l="l" t="t" r="r" b="b"/>
              <a:pathLst>
                <a:path w="4552" h="6666" extrusionOk="0">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32" name="Google Shape;10832;p76"/>
            <p:cNvSpPr/>
            <p:nvPr/>
          </p:nvSpPr>
          <p:spPr>
            <a:xfrm>
              <a:off x="1996287" y="1548177"/>
              <a:ext cx="3965" cy="4861"/>
            </a:xfrm>
            <a:custGeom>
              <a:avLst/>
              <a:gdLst/>
              <a:ahLst/>
              <a:cxnLst/>
              <a:rect l="l" t="t" r="r" b="b"/>
              <a:pathLst>
                <a:path w="292" h="358" extrusionOk="0">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33" name="Google Shape;10833;p76"/>
            <p:cNvSpPr/>
            <p:nvPr/>
          </p:nvSpPr>
          <p:spPr>
            <a:xfrm>
              <a:off x="1989118" y="1581876"/>
              <a:ext cx="16646" cy="10848"/>
            </a:xfrm>
            <a:custGeom>
              <a:avLst/>
              <a:gdLst/>
              <a:ahLst/>
              <a:cxnLst/>
              <a:rect l="l" t="t" r="r" b="b"/>
              <a:pathLst>
                <a:path w="1226" h="799" extrusionOk="0">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34" name="Google Shape;10834;p76"/>
            <p:cNvSpPr/>
            <p:nvPr/>
          </p:nvSpPr>
          <p:spPr>
            <a:xfrm>
              <a:off x="2038310" y="1522800"/>
              <a:ext cx="2009" cy="5621"/>
            </a:xfrm>
            <a:custGeom>
              <a:avLst/>
              <a:gdLst/>
              <a:ahLst/>
              <a:cxnLst/>
              <a:rect l="l" t="t" r="r" b="b"/>
              <a:pathLst>
                <a:path w="148" h="414" extrusionOk="0">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35" name="Google Shape;10835;p76"/>
            <p:cNvSpPr/>
            <p:nvPr/>
          </p:nvSpPr>
          <p:spPr>
            <a:xfrm>
              <a:off x="1993015" y="1584252"/>
              <a:ext cx="149" cy="543"/>
            </a:xfrm>
            <a:custGeom>
              <a:avLst/>
              <a:gdLst/>
              <a:ahLst/>
              <a:cxnLst/>
              <a:rect l="l" t="t" r="r" b="b"/>
              <a:pathLst>
                <a:path w="11" h="40" extrusionOk="0">
                  <a:moveTo>
                    <a:pt x="11" y="1"/>
                  </a:moveTo>
                  <a:cubicBezTo>
                    <a:pt x="7" y="11"/>
                    <a:pt x="4" y="25"/>
                    <a:pt x="0" y="39"/>
                  </a:cubicBezTo>
                  <a:cubicBezTo>
                    <a:pt x="7" y="25"/>
                    <a:pt x="11" y="11"/>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36" name="Google Shape;10836;p76"/>
            <p:cNvSpPr/>
            <p:nvPr/>
          </p:nvSpPr>
          <p:spPr>
            <a:xfrm>
              <a:off x="1992105" y="1586533"/>
              <a:ext cx="258" cy="489"/>
            </a:xfrm>
            <a:custGeom>
              <a:avLst/>
              <a:gdLst/>
              <a:ahLst/>
              <a:cxnLst/>
              <a:rect l="l" t="t" r="r" b="b"/>
              <a:pathLst>
                <a:path w="19" h="36" extrusionOk="0">
                  <a:moveTo>
                    <a:pt x="1" y="36"/>
                  </a:moveTo>
                  <a:cubicBezTo>
                    <a:pt x="8" y="22"/>
                    <a:pt x="11" y="11"/>
                    <a:pt x="18" y="1"/>
                  </a:cubicBezTo>
                  <a:cubicBezTo>
                    <a:pt x="11" y="11"/>
                    <a:pt x="8" y="22"/>
                    <a:pt x="1" y="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37" name="Google Shape;10837;p76"/>
            <p:cNvSpPr/>
            <p:nvPr/>
          </p:nvSpPr>
          <p:spPr>
            <a:xfrm>
              <a:off x="1992866" y="1584782"/>
              <a:ext cx="163" cy="489"/>
            </a:xfrm>
            <a:custGeom>
              <a:avLst/>
              <a:gdLst/>
              <a:ahLst/>
              <a:cxnLst/>
              <a:rect l="l" t="t" r="r" b="b"/>
              <a:pathLst>
                <a:path w="12" h="36" extrusionOk="0">
                  <a:moveTo>
                    <a:pt x="11" y="0"/>
                  </a:moveTo>
                  <a:cubicBezTo>
                    <a:pt x="8" y="11"/>
                    <a:pt x="4" y="25"/>
                    <a:pt x="1" y="35"/>
                  </a:cubicBezTo>
                  <a:cubicBezTo>
                    <a:pt x="4" y="25"/>
                    <a:pt x="11" y="11"/>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38" name="Google Shape;10838;p76"/>
            <p:cNvSpPr/>
            <p:nvPr/>
          </p:nvSpPr>
          <p:spPr>
            <a:xfrm>
              <a:off x="1991820" y="1587063"/>
              <a:ext cx="299" cy="434"/>
            </a:xfrm>
            <a:custGeom>
              <a:avLst/>
              <a:gdLst/>
              <a:ahLst/>
              <a:cxnLst/>
              <a:rect l="l" t="t" r="r" b="b"/>
              <a:pathLst>
                <a:path w="22" h="32" extrusionOk="0">
                  <a:moveTo>
                    <a:pt x="22" y="0"/>
                  </a:moveTo>
                  <a:cubicBezTo>
                    <a:pt x="11" y="11"/>
                    <a:pt x="4" y="21"/>
                    <a:pt x="1" y="32"/>
                  </a:cubicBezTo>
                  <a:cubicBezTo>
                    <a:pt x="8" y="21"/>
                    <a:pt x="15" y="11"/>
                    <a:pt x="2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39" name="Google Shape;10839;p76"/>
            <p:cNvSpPr/>
            <p:nvPr/>
          </p:nvSpPr>
          <p:spPr>
            <a:xfrm>
              <a:off x="1992390" y="1585963"/>
              <a:ext cx="258" cy="489"/>
            </a:xfrm>
            <a:custGeom>
              <a:avLst/>
              <a:gdLst/>
              <a:ahLst/>
              <a:cxnLst/>
              <a:rect l="l" t="t" r="r" b="b"/>
              <a:pathLst>
                <a:path w="19" h="36" extrusionOk="0">
                  <a:moveTo>
                    <a:pt x="18" y="1"/>
                  </a:moveTo>
                  <a:cubicBezTo>
                    <a:pt x="11" y="11"/>
                    <a:pt x="4" y="25"/>
                    <a:pt x="1" y="36"/>
                  </a:cubicBezTo>
                  <a:cubicBezTo>
                    <a:pt x="8" y="25"/>
                    <a:pt x="11" y="11"/>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40" name="Google Shape;10840;p76"/>
            <p:cNvSpPr/>
            <p:nvPr/>
          </p:nvSpPr>
          <p:spPr>
            <a:xfrm>
              <a:off x="1992635" y="1585352"/>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41" name="Google Shape;10841;p76"/>
            <p:cNvSpPr/>
            <p:nvPr/>
          </p:nvSpPr>
          <p:spPr>
            <a:xfrm>
              <a:off x="1998432" y="1591000"/>
              <a:ext cx="434" cy="489"/>
            </a:xfrm>
            <a:custGeom>
              <a:avLst/>
              <a:gdLst/>
              <a:ahLst/>
              <a:cxnLst/>
              <a:rect l="l" t="t" r="r" b="b"/>
              <a:pathLst>
                <a:path w="32" h="36" extrusionOk="0">
                  <a:moveTo>
                    <a:pt x="0" y="1"/>
                  </a:moveTo>
                  <a:lnTo>
                    <a:pt x="0" y="1"/>
                  </a:lnTo>
                  <a:cubicBezTo>
                    <a:pt x="11" y="11"/>
                    <a:pt x="18" y="25"/>
                    <a:pt x="32" y="36"/>
                  </a:cubicBezTo>
                  <a:cubicBezTo>
                    <a:pt x="21" y="25"/>
                    <a:pt x="11" y="1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42" name="Google Shape;10842;p76"/>
            <p:cNvSpPr/>
            <p:nvPr/>
          </p:nvSpPr>
          <p:spPr>
            <a:xfrm>
              <a:off x="1999478" y="1592046"/>
              <a:ext cx="530" cy="489"/>
            </a:xfrm>
            <a:custGeom>
              <a:avLst/>
              <a:gdLst/>
              <a:ahLst/>
              <a:cxnLst/>
              <a:rect l="l" t="t" r="r" b="b"/>
              <a:pathLst>
                <a:path w="39" h="36" extrusionOk="0">
                  <a:moveTo>
                    <a:pt x="39" y="36"/>
                  </a:moveTo>
                  <a:lnTo>
                    <a:pt x="39" y="36"/>
                  </a:lnTo>
                  <a:cubicBezTo>
                    <a:pt x="25" y="25"/>
                    <a:pt x="11" y="15"/>
                    <a:pt x="0" y="1"/>
                  </a:cubicBezTo>
                  <a:cubicBezTo>
                    <a:pt x="11" y="15"/>
                    <a:pt x="25" y="25"/>
                    <a:pt x="39" y="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43" name="Google Shape;10843;p76"/>
            <p:cNvSpPr/>
            <p:nvPr/>
          </p:nvSpPr>
          <p:spPr>
            <a:xfrm>
              <a:off x="1990965" y="1588013"/>
              <a:ext cx="394" cy="339"/>
            </a:xfrm>
            <a:custGeom>
              <a:avLst/>
              <a:gdLst/>
              <a:ahLst/>
              <a:cxnLst/>
              <a:rect l="l" t="t" r="r" b="b"/>
              <a:pathLst>
                <a:path w="29" h="25" extrusionOk="0">
                  <a:moveTo>
                    <a:pt x="1" y="25"/>
                  </a:moveTo>
                  <a:cubicBezTo>
                    <a:pt x="11" y="18"/>
                    <a:pt x="18" y="7"/>
                    <a:pt x="29" y="0"/>
                  </a:cubicBezTo>
                  <a:cubicBezTo>
                    <a:pt x="18" y="7"/>
                    <a:pt x="11" y="18"/>
                    <a:pt x="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44" name="Google Shape;10844;p76"/>
            <p:cNvSpPr/>
            <p:nvPr/>
          </p:nvSpPr>
          <p:spPr>
            <a:xfrm>
              <a:off x="1998948" y="1591570"/>
              <a:ext cx="394" cy="394"/>
            </a:xfrm>
            <a:custGeom>
              <a:avLst/>
              <a:gdLst/>
              <a:ahLst/>
              <a:cxnLst/>
              <a:rect l="l" t="t" r="r" b="b"/>
              <a:pathLst>
                <a:path w="29" h="29" extrusionOk="0">
                  <a:moveTo>
                    <a:pt x="29" y="29"/>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45" name="Google Shape;10845;p76"/>
            <p:cNvSpPr/>
            <p:nvPr/>
          </p:nvSpPr>
          <p:spPr>
            <a:xfrm>
              <a:off x="1991399" y="1587579"/>
              <a:ext cx="339" cy="394"/>
            </a:xfrm>
            <a:custGeom>
              <a:avLst/>
              <a:gdLst/>
              <a:ahLst/>
              <a:cxnLst/>
              <a:rect l="l" t="t" r="r" b="b"/>
              <a:pathLst>
                <a:path w="25" h="29" extrusionOk="0">
                  <a:moveTo>
                    <a:pt x="25" y="1"/>
                  </a:moveTo>
                  <a:cubicBezTo>
                    <a:pt x="18" y="11"/>
                    <a:pt x="11" y="18"/>
                    <a:pt x="0" y="29"/>
                  </a:cubicBezTo>
                  <a:cubicBezTo>
                    <a:pt x="11" y="18"/>
                    <a:pt x="18" y="11"/>
                    <a:pt x="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46" name="Google Shape;10846;p76"/>
            <p:cNvSpPr/>
            <p:nvPr/>
          </p:nvSpPr>
          <p:spPr>
            <a:xfrm>
              <a:off x="2108940" y="1555794"/>
              <a:ext cx="19932" cy="28906"/>
            </a:xfrm>
            <a:custGeom>
              <a:avLst/>
              <a:gdLst/>
              <a:ahLst/>
              <a:cxnLst/>
              <a:rect l="l" t="t" r="r" b="b"/>
              <a:pathLst>
                <a:path w="1468" h="2129" extrusionOk="0">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47" name="Google Shape;10847;p76"/>
            <p:cNvSpPr/>
            <p:nvPr/>
          </p:nvSpPr>
          <p:spPr>
            <a:xfrm>
              <a:off x="2132850" y="1574558"/>
              <a:ext cx="8948" cy="12288"/>
            </a:xfrm>
            <a:custGeom>
              <a:avLst/>
              <a:gdLst/>
              <a:ahLst/>
              <a:cxnLst/>
              <a:rect l="l" t="t" r="r" b="b"/>
              <a:pathLst>
                <a:path w="659" h="905" extrusionOk="0">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48" name="Google Shape;10848;p76"/>
            <p:cNvSpPr/>
            <p:nvPr/>
          </p:nvSpPr>
          <p:spPr>
            <a:xfrm>
              <a:off x="2116217" y="1584537"/>
              <a:ext cx="244" cy="14"/>
            </a:xfrm>
            <a:custGeom>
              <a:avLst/>
              <a:gdLst/>
              <a:ahLst/>
              <a:cxnLst/>
              <a:rect l="l" t="t" r="r" b="b"/>
              <a:pathLst>
                <a:path w="18" h="1" extrusionOk="0">
                  <a:moveTo>
                    <a:pt x="1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49" name="Google Shape;10849;p76"/>
            <p:cNvSpPr/>
            <p:nvPr/>
          </p:nvSpPr>
          <p:spPr>
            <a:xfrm>
              <a:off x="2117168" y="1584632"/>
              <a:ext cx="258" cy="14"/>
            </a:xfrm>
            <a:custGeom>
              <a:avLst/>
              <a:gdLst/>
              <a:ahLst/>
              <a:cxnLst/>
              <a:rect l="l" t="t" r="r" b="b"/>
              <a:pathLst>
                <a:path w="19" h="1" extrusionOk="0">
                  <a:moveTo>
                    <a:pt x="1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50" name="Google Shape;10850;p76"/>
            <p:cNvSpPr/>
            <p:nvPr/>
          </p:nvSpPr>
          <p:spPr>
            <a:xfrm>
              <a:off x="2115267" y="1584496"/>
              <a:ext cx="244" cy="14"/>
            </a:xfrm>
            <a:custGeom>
              <a:avLst/>
              <a:gdLst/>
              <a:ahLst/>
              <a:cxnLst/>
              <a:rect l="l" t="t" r="r" b="b"/>
              <a:pathLst>
                <a:path w="18" h="1" extrusionOk="0">
                  <a:moveTo>
                    <a:pt x="18"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51" name="Google Shape;10851;p76"/>
            <p:cNvSpPr/>
            <p:nvPr/>
          </p:nvSpPr>
          <p:spPr>
            <a:xfrm>
              <a:off x="2115742" y="1584537"/>
              <a:ext cx="244" cy="14"/>
            </a:xfrm>
            <a:custGeom>
              <a:avLst/>
              <a:gdLst/>
              <a:ahLst/>
              <a:cxnLst/>
              <a:rect l="l" t="t" r="r" b="b"/>
              <a:pathLst>
                <a:path w="18" h="1" extrusionOk="0">
                  <a:moveTo>
                    <a:pt x="1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52" name="Google Shape;10852;p76"/>
            <p:cNvSpPr/>
            <p:nvPr/>
          </p:nvSpPr>
          <p:spPr>
            <a:xfrm>
              <a:off x="2114357" y="158444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53" name="Google Shape;10853;p76"/>
            <p:cNvSpPr/>
            <p:nvPr/>
          </p:nvSpPr>
          <p:spPr>
            <a:xfrm>
              <a:off x="2115022" y="158449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54" name="Google Shape;10854;p76"/>
            <p:cNvSpPr/>
            <p:nvPr/>
          </p:nvSpPr>
          <p:spPr>
            <a:xfrm>
              <a:off x="2117643" y="1584687"/>
              <a:ext cx="258" cy="14"/>
            </a:xfrm>
            <a:custGeom>
              <a:avLst/>
              <a:gdLst/>
              <a:ahLst/>
              <a:cxnLst/>
              <a:rect l="l" t="t" r="r" b="b"/>
              <a:pathLst>
                <a:path w="19" h="1" extrusionOk="0">
                  <a:moveTo>
                    <a:pt x="1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55" name="Google Shape;10855;p76"/>
            <p:cNvSpPr/>
            <p:nvPr/>
          </p:nvSpPr>
          <p:spPr>
            <a:xfrm>
              <a:off x="2120263" y="158516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56" name="Google Shape;10856;p76"/>
            <p:cNvSpPr/>
            <p:nvPr/>
          </p:nvSpPr>
          <p:spPr>
            <a:xfrm>
              <a:off x="2120874" y="158516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57" name="Google Shape;10857;p76"/>
            <p:cNvSpPr/>
            <p:nvPr/>
          </p:nvSpPr>
          <p:spPr>
            <a:xfrm>
              <a:off x="2120399" y="158516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58" name="Google Shape;10858;p76"/>
            <p:cNvSpPr/>
            <p:nvPr/>
          </p:nvSpPr>
          <p:spPr>
            <a:xfrm>
              <a:off x="2118118" y="1584727"/>
              <a:ext cx="204" cy="14"/>
            </a:xfrm>
            <a:custGeom>
              <a:avLst/>
              <a:gdLst/>
              <a:ahLst/>
              <a:cxnLst/>
              <a:rect l="l" t="t" r="r" b="b"/>
              <a:pathLst>
                <a:path w="15" h="1" extrusionOk="0">
                  <a:moveTo>
                    <a:pt x="15"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59" name="Google Shape;10859;p76"/>
            <p:cNvSpPr/>
            <p:nvPr/>
          </p:nvSpPr>
          <p:spPr>
            <a:xfrm>
              <a:off x="2118553" y="1584782"/>
              <a:ext cx="204" cy="14"/>
            </a:xfrm>
            <a:custGeom>
              <a:avLst/>
              <a:gdLst/>
              <a:ahLst/>
              <a:cxnLst/>
              <a:rect l="l" t="t" r="r" b="b"/>
              <a:pathLst>
                <a:path w="15" h="1" extrusionOk="0">
                  <a:moveTo>
                    <a:pt x="1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60" name="Google Shape;10860;p76"/>
            <p:cNvSpPr/>
            <p:nvPr/>
          </p:nvSpPr>
          <p:spPr>
            <a:xfrm>
              <a:off x="2118973" y="1584877"/>
              <a:ext cx="163" cy="14"/>
            </a:xfrm>
            <a:custGeom>
              <a:avLst/>
              <a:gdLst/>
              <a:ahLst/>
              <a:cxnLst/>
              <a:rect l="l" t="t" r="r" b="b"/>
              <a:pathLst>
                <a:path w="12" h="1" extrusionOk="0">
                  <a:moveTo>
                    <a:pt x="1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61" name="Google Shape;10861;p76"/>
            <p:cNvSpPr/>
            <p:nvPr/>
          </p:nvSpPr>
          <p:spPr>
            <a:xfrm>
              <a:off x="2119408" y="1584917"/>
              <a:ext cx="149" cy="14"/>
            </a:xfrm>
            <a:custGeom>
              <a:avLst/>
              <a:gdLst/>
              <a:ahLst/>
              <a:cxnLst/>
              <a:rect l="l" t="t" r="r" b="b"/>
              <a:pathLst>
                <a:path w="11" h="1" extrusionOk="0">
                  <a:moveTo>
                    <a:pt x="11"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62" name="Google Shape;10862;p76"/>
            <p:cNvSpPr/>
            <p:nvPr/>
          </p:nvSpPr>
          <p:spPr>
            <a:xfrm>
              <a:off x="2116692" y="1584632"/>
              <a:ext cx="258" cy="14"/>
            </a:xfrm>
            <a:custGeom>
              <a:avLst/>
              <a:gdLst/>
              <a:ahLst/>
              <a:cxnLst/>
              <a:rect l="l" t="t" r="r" b="b"/>
              <a:pathLst>
                <a:path w="19" h="1" extrusionOk="0">
                  <a:moveTo>
                    <a:pt x="1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63" name="Google Shape;10863;p76"/>
            <p:cNvSpPr/>
            <p:nvPr/>
          </p:nvSpPr>
          <p:spPr>
            <a:xfrm>
              <a:off x="2119734" y="1585012"/>
              <a:ext cx="163" cy="14"/>
            </a:xfrm>
            <a:custGeom>
              <a:avLst/>
              <a:gdLst/>
              <a:ahLst/>
              <a:cxnLst/>
              <a:rect l="l" t="t" r="r" b="b"/>
              <a:pathLst>
                <a:path w="12" h="1" extrusionOk="0">
                  <a:moveTo>
                    <a:pt x="1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64" name="Google Shape;10864;p76"/>
            <p:cNvSpPr/>
            <p:nvPr/>
          </p:nvSpPr>
          <p:spPr>
            <a:xfrm>
              <a:off x="2113936" y="158444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65" name="Google Shape;10865;p76"/>
            <p:cNvSpPr/>
            <p:nvPr/>
          </p:nvSpPr>
          <p:spPr>
            <a:xfrm>
              <a:off x="2120644" y="158516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66" name="Google Shape;10866;p76"/>
            <p:cNvSpPr/>
            <p:nvPr/>
          </p:nvSpPr>
          <p:spPr>
            <a:xfrm>
              <a:off x="2182285" y="1554259"/>
              <a:ext cx="4766" cy="7617"/>
            </a:xfrm>
            <a:custGeom>
              <a:avLst/>
              <a:gdLst/>
              <a:ahLst/>
              <a:cxnLst/>
              <a:rect l="l" t="t" r="r" b="b"/>
              <a:pathLst>
                <a:path w="351" h="561" extrusionOk="0">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67" name="Google Shape;10867;p76"/>
            <p:cNvSpPr/>
            <p:nvPr/>
          </p:nvSpPr>
          <p:spPr>
            <a:xfrm>
              <a:off x="2133094" y="1420616"/>
              <a:ext cx="90752" cy="158463"/>
            </a:xfrm>
            <a:custGeom>
              <a:avLst/>
              <a:gdLst/>
              <a:ahLst/>
              <a:cxnLst/>
              <a:rect l="l" t="t" r="r" b="b"/>
              <a:pathLst>
                <a:path w="6684" h="11671" extrusionOk="0">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68" name="Google Shape;10868;p76"/>
            <p:cNvSpPr/>
            <p:nvPr/>
          </p:nvSpPr>
          <p:spPr>
            <a:xfrm>
              <a:off x="2223833" y="1459339"/>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69" name="Google Shape;10869;p76"/>
            <p:cNvSpPr/>
            <p:nvPr/>
          </p:nvSpPr>
          <p:spPr>
            <a:xfrm>
              <a:off x="2221022" y="1454248"/>
              <a:ext cx="109" cy="204"/>
            </a:xfrm>
            <a:custGeom>
              <a:avLst/>
              <a:gdLst/>
              <a:ahLst/>
              <a:cxnLst/>
              <a:rect l="l" t="t" r="r" b="b"/>
              <a:pathLst>
                <a:path w="8" h="15" extrusionOk="0">
                  <a:moveTo>
                    <a:pt x="1" y="1"/>
                  </a:moveTo>
                  <a:cubicBezTo>
                    <a:pt x="1" y="4"/>
                    <a:pt x="4" y="11"/>
                    <a:pt x="8" y="15"/>
                  </a:cubicBezTo>
                  <a:cubicBezTo>
                    <a:pt x="4" y="11"/>
                    <a:pt x="4"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70" name="Google Shape;10870;p76"/>
            <p:cNvSpPr/>
            <p:nvPr/>
          </p:nvSpPr>
          <p:spPr>
            <a:xfrm>
              <a:off x="2221782" y="1455673"/>
              <a:ext cx="204" cy="258"/>
            </a:xfrm>
            <a:custGeom>
              <a:avLst/>
              <a:gdLst/>
              <a:ahLst/>
              <a:cxnLst/>
              <a:rect l="l" t="t" r="r" b="b"/>
              <a:pathLst>
                <a:path w="15" h="19" extrusionOk="0">
                  <a:moveTo>
                    <a:pt x="1" y="1"/>
                  </a:moveTo>
                  <a:lnTo>
                    <a:pt x="15"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71" name="Google Shape;10871;p76"/>
            <p:cNvSpPr/>
            <p:nvPr/>
          </p:nvSpPr>
          <p:spPr>
            <a:xfrm>
              <a:off x="2221552" y="1455347"/>
              <a:ext cx="204" cy="244"/>
            </a:xfrm>
            <a:custGeom>
              <a:avLst/>
              <a:gdLst/>
              <a:ahLst/>
              <a:cxnLst/>
              <a:rect l="l" t="t" r="r" b="b"/>
              <a:pathLst>
                <a:path w="15" h="18" extrusionOk="0">
                  <a:moveTo>
                    <a:pt x="0" y="0"/>
                  </a:moveTo>
                  <a:lnTo>
                    <a:pt x="14"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72" name="Google Shape;10872;p76"/>
            <p:cNvSpPr/>
            <p:nvPr/>
          </p:nvSpPr>
          <p:spPr>
            <a:xfrm>
              <a:off x="2221171" y="1454587"/>
              <a:ext cx="109" cy="244"/>
            </a:xfrm>
            <a:custGeom>
              <a:avLst/>
              <a:gdLst/>
              <a:ahLst/>
              <a:cxnLst/>
              <a:rect l="l" t="t" r="r" b="b"/>
              <a:pathLst>
                <a:path w="8" h="18" extrusionOk="0">
                  <a:moveTo>
                    <a:pt x="0" y="0"/>
                  </a:moveTo>
                  <a:cubicBezTo>
                    <a:pt x="4" y="7"/>
                    <a:pt x="7" y="14"/>
                    <a:pt x="7" y="18"/>
                  </a:cubicBezTo>
                  <a:cubicBezTo>
                    <a:pt x="7" y="11"/>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73" name="Google Shape;10873;p76"/>
            <p:cNvSpPr/>
            <p:nvPr/>
          </p:nvSpPr>
          <p:spPr>
            <a:xfrm>
              <a:off x="2223737" y="1458864"/>
              <a:ext cx="109" cy="339"/>
            </a:xfrm>
            <a:custGeom>
              <a:avLst/>
              <a:gdLst/>
              <a:ahLst/>
              <a:cxnLst/>
              <a:rect l="l" t="t" r="r" b="b"/>
              <a:pathLst>
                <a:path w="8" h="25" extrusionOk="0">
                  <a:moveTo>
                    <a:pt x="0" y="0"/>
                  </a:moveTo>
                  <a:cubicBezTo>
                    <a:pt x="0" y="7"/>
                    <a:pt x="4" y="14"/>
                    <a:pt x="7" y="25"/>
                  </a:cubicBezTo>
                  <a:cubicBezTo>
                    <a:pt x="4" y="14"/>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74" name="Google Shape;10874;p76"/>
            <p:cNvSpPr/>
            <p:nvPr/>
          </p:nvSpPr>
          <p:spPr>
            <a:xfrm>
              <a:off x="2221361" y="1454967"/>
              <a:ext cx="149" cy="244"/>
            </a:xfrm>
            <a:custGeom>
              <a:avLst/>
              <a:gdLst/>
              <a:ahLst/>
              <a:cxnLst/>
              <a:rect l="l" t="t" r="r" b="b"/>
              <a:pathLst>
                <a:path w="11" h="18" extrusionOk="0">
                  <a:moveTo>
                    <a:pt x="0" y="0"/>
                  </a:moveTo>
                  <a:lnTo>
                    <a:pt x="1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75" name="Google Shape;10875;p76"/>
            <p:cNvSpPr/>
            <p:nvPr/>
          </p:nvSpPr>
          <p:spPr>
            <a:xfrm>
              <a:off x="2223642" y="1458429"/>
              <a:ext cx="109" cy="258"/>
            </a:xfrm>
            <a:custGeom>
              <a:avLst/>
              <a:gdLst/>
              <a:ahLst/>
              <a:cxnLst/>
              <a:rect l="l" t="t" r="r" b="b"/>
              <a:pathLst>
                <a:path w="8" h="19" extrusionOk="0">
                  <a:moveTo>
                    <a:pt x="0" y="1"/>
                  </a:moveTo>
                  <a:lnTo>
                    <a:pt x="7"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76" name="Google Shape;10876;p76"/>
            <p:cNvSpPr/>
            <p:nvPr/>
          </p:nvSpPr>
          <p:spPr>
            <a:xfrm>
              <a:off x="2222692" y="1456868"/>
              <a:ext cx="204" cy="204"/>
            </a:xfrm>
            <a:custGeom>
              <a:avLst/>
              <a:gdLst/>
              <a:ahLst/>
              <a:cxnLst/>
              <a:rect l="l" t="t" r="r" b="b"/>
              <a:pathLst>
                <a:path w="15" h="15" extrusionOk="0">
                  <a:moveTo>
                    <a:pt x="0" y="0"/>
                  </a:moveTo>
                  <a:lnTo>
                    <a:pt x="1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77" name="Google Shape;10877;p76"/>
            <p:cNvSpPr/>
            <p:nvPr/>
          </p:nvSpPr>
          <p:spPr>
            <a:xfrm>
              <a:off x="2222502" y="1456583"/>
              <a:ext cx="204" cy="244"/>
            </a:xfrm>
            <a:custGeom>
              <a:avLst/>
              <a:gdLst/>
              <a:ahLst/>
              <a:cxnLst/>
              <a:rect l="l" t="t" r="r" b="b"/>
              <a:pathLst>
                <a:path w="15" h="18" extrusionOk="0">
                  <a:moveTo>
                    <a:pt x="0" y="0"/>
                  </a:moveTo>
                  <a:lnTo>
                    <a:pt x="14"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78" name="Google Shape;10878;p76"/>
            <p:cNvSpPr/>
            <p:nvPr/>
          </p:nvSpPr>
          <p:spPr>
            <a:xfrm>
              <a:off x="2223547" y="1458008"/>
              <a:ext cx="109" cy="299"/>
            </a:xfrm>
            <a:custGeom>
              <a:avLst/>
              <a:gdLst/>
              <a:ahLst/>
              <a:cxnLst/>
              <a:rect l="l" t="t" r="r" b="b"/>
              <a:pathLst>
                <a:path w="8" h="22" extrusionOk="0">
                  <a:moveTo>
                    <a:pt x="0" y="0"/>
                  </a:moveTo>
                  <a:cubicBezTo>
                    <a:pt x="0" y="7"/>
                    <a:pt x="4" y="14"/>
                    <a:pt x="7" y="21"/>
                  </a:cubicBezTo>
                  <a:cubicBezTo>
                    <a:pt x="4" y="14"/>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79" name="Google Shape;10879;p76"/>
            <p:cNvSpPr/>
            <p:nvPr/>
          </p:nvSpPr>
          <p:spPr>
            <a:xfrm>
              <a:off x="2223303" y="1457574"/>
              <a:ext cx="68" cy="109"/>
            </a:xfrm>
            <a:custGeom>
              <a:avLst/>
              <a:gdLst/>
              <a:ahLst/>
              <a:cxnLst/>
              <a:rect l="l" t="t" r="r" b="b"/>
              <a:pathLst>
                <a:path w="5" h="8" extrusionOk="0">
                  <a:moveTo>
                    <a:pt x="1" y="1"/>
                  </a:moveTo>
                  <a:lnTo>
                    <a:pt x="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80" name="Google Shape;10880;p76"/>
            <p:cNvSpPr/>
            <p:nvPr/>
          </p:nvSpPr>
          <p:spPr>
            <a:xfrm>
              <a:off x="2222258" y="1456338"/>
              <a:ext cx="204" cy="258"/>
            </a:xfrm>
            <a:custGeom>
              <a:avLst/>
              <a:gdLst/>
              <a:ahLst/>
              <a:cxnLst/>
              <a:rect l="l" t="t" r="r" b="b"/>
              <a:pathLst>
                <a:path w="15" h="19" extrusionOk="0">
                  <a:moveTo>
                    <a:pt x="1" y="1"/>
                  </a:moveTo>
                  <a:lnTo>
                    <a:pt x="15"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81" name="Google Shape;10881;p76"/>
            <p:cNvSpPr/>
            <p:nvPr/>
          </p:nvSpPr>
          <p:spPr>
            <a:xfrm>
              <a:off x="2220927" y="1453922"/>
              <a:ext cx="68" cy="204"/>
            </a:xfrm>
            <a:custGeom>
              <a:avLst/>
              <a:gdLst/>
              <a:ahLst/>
              <a:cxnLst/>
              <a:rect l="l" t="t" r="r" b="b"/>
              <a:pathLst>
                <a:path w="5" h="15" extrusionOk="0">
                  <a:moveTo>
                    <a:pt x="1" y="0"/>
                  </a:moveTo>
                  <a:cubicBezTo>
                    <a:pt x="1" y="4"/>
                    <a:pt x="4" y="7"/>
                    <a:pt x="4" y="14"/>
                  </a:cubicBezTo>
                  <a:cubicBezTo>
                    <a:pt x="4" y="7"/>
                    <a:pt x="1"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82" name="Google Shape;10882;p76"/>
            <p:cNvSpPr/>
            <p:nvPr/>
          </p:nvSpPr>
          <p:spPr>
            <a:xfrm>
              <a:off x="2223398" y="1457764"/>
              <a:ext cx="109" cy="163"/>
            </a:xfrm>
            <a:custGeom>
              <a:avLst/>
              <a:gdLst/>
              <a:ahLst/>
              <a:cxnLst/>
              <a:rect l="l" t="t" r="r" b="b"/>
              <a:pathLst>
                <a:path w="8" h="12" extrusionOk="0">
                  <a:moveTo>
                    <a:pt x="1" y="1"/>
                  </a:moveTo>
                  <a:lnTo>
                    <a:pt x="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83" name="Google Shape;10883;p76"/>
            <p:cNvSpPr/>
            <p:nvPr/>
          </p:nvSpPr>
          <p:spPr>
            <a:xfrm>
              <a:off x="2222882" y="1457058"/>
              <a:ext cx="339" cy="339"/>
            </a:xfrm>
            <a:custGeom>
              <a:avLst/>
              <a:gdLst/>
              <a:ahLst/>
              <a:cxnLst/>
              <a:rect l="l" t="t" r="r" b="b"/>
              <a:pathLst>
                <a:path w="25" h="25" extrusionOk="0">
                  <a:moveTo>
                    <a:pt x="0" y="0"/>
                  </a:moveTo>
                  <a:cubicBezTo>
                    <a:pt x="14" y="14"/>
                    <a:pt x="21" y="25"/>
                    <a:pt x="25" y="25"/>
                  </a:cubicBezTo>
                  <a:cubicBezTo>
                    <a:pt x="25" y="25"/>
                    <a:pt x="14" y="1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84" name="Google Shape;10884;p76"/>
            <p:cNvSpPr/>
            <p:nvPr/>
          </p:nvSpPr>
          <p:spPr>
            <a:xfrm>
              <a:off x="2220886" y="1453202"/>
              <a:ext cx="14" cy="109"/>
            </a:xfrm>
            <a:custGeom>
              <a:avLst/>
              <a:gdLst/>
              <a:ahLst/>
              <a:cxnLst/>
              <a:rect l="l" t="t" r="r" b="b"/>
              <a:pathLst>
                <a:path w="1" h="8" extrusionOk="0">
                  <a:moveTo>
                    <a:pt x="0" y="1"/>
                  </a:moveTo>
                  <a:lnTo>
                    <a:pt x="0" y="8"/>
                  </a:lnTo>
                  <a:cubicBezTo>
                    <a:pt x="0" y="8"/>
                    <a:pt x="0"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85" name="Google Shape;10885;p76"/>
            <p:cNvSpPr/>
            <p:nvPr/>
          </p:nvSpPr>
          <p:spPr>
            <a:xfrm>
              <a:off x="2222027" y="1456013"/>
              <a:ext cx="204" cy="244"/>
            </a:xfrm>
            <a:custGeom>
              <a:avLst/>
              <a:gdLst/>
              <a:ahLst/>
              <a:cxnLst/>
              <a:rect l="l" t="t" r="r" b="b"/>
              <a:pathLst>
                <a:path w="15" h="18" extrusionOk="0">
                  <a:moveTo>
                    <a:pt x="0" y="0"/>
                  </a:moveTo>
                  <a:lnTo>
                    <a:pt x="14"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86" name="Google Shape;10886;p76"/>
            <p:cNvSpPr/>
            <p:nvPr/>
          </p:nvSpPr>
          <p:spPr>
            <a:xfrm>
              <a:off x="2220886" y="1453541"/>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87" name="Google Shape;10887;p76"/>
            <p:cNvSpPr/>
            <p:nvPr/>
          </p:nvSpPr>
          <p:spPr>
            <a:xfrm>
              <a:off x="2201498" y="1421268"/>
              <a:ext cx="6667" cy="5146"/>
            </a:xfrm>
            <a:custGeom>
              <a:avLst/>
              <a:gdLst/>
              <a:ahLst/>
              <a:cxnLst/>
              <a:rect l="l" t="t" r="r" b="b"/>
              <a:pathLst>
                <a:path w="491" h="379" extrusionOk="0">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88" name="Google Shape;10888;p76"/>
            <p:cNvSpPr/>
            <p:nvPr/>
          </p:nvSpPr>
          <p:spPr>
            <a:xfrm>
              <a:off x="2212618" y="1541442"/>
              <a:ext cx="2580" cy="489"/>
            </a:xfrm>
            <a:custGeom>
              <a:avLst/>
              <a:gdLst/>
              <a:ahLst/>
              <a:cxnLst/>
              <a:rect l="l" t="t" r="r" b="b"/>
              <a:pathLst>
                <a:path w="190" h="36" extrusionOk="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89" name="Google Shape;10889;p76"/>
            <p:cNvSpPr/>
            <p:nvPr/>
          </p:nvSpPr>
          <p:spPr>
            <a:xfrm>
              <a:off x="2219746" y="1534599"/>
              <a:ext cx="33333" cy="20244"/>
            </a:xfrm>
            <a:custGeom>
              <a:avLst/>
              <a:gdLst/>
              <a:ahLst/>
              <a:cxnLst/>
              <a:rect l="l" t="t" r="r" b="b"/>
              <a:pathLst>
                <a:path w="2455" h="1491" extrusionOk="0">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90" name="Google Shape;10890;p76"/>
            <p:cNvSpPr/>
            <p:nvPr/>
          </p:nvSpPr>
          <p:spPr>
            <a:xfrm>
              <a:off x="2210051" y="1545190"/>
              <a:ext cx="7047" cy="5092"/>
            </a:xfrm>
            <a:custGeom>
              <a:avLst/>
              <a:gdLst/>
              <a:ahLst/>
              <a:cxnLst/>
              <a:rect l="l" t="t" r="r" b="b"/>
              <a:pathLst>
                <a:path w="519" h="375" extrusionOk="0">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91" name="Google Shape;10891;p76"/>
            <p:cNvSpPr/>
            <p:nvPr/>
          </p:nvSpPr>
          <p:spPr>
            <a:xfrm>
              <a:off x="2234002" y="1549982"/>
              <a:ext cx="258" cy="14"/>
            </a:xfrm>
            <a:custGeom>
              <a:avLst/>
              <a:gdLst/>
              <a:ahLst/>
              <a:cxnLst/>
              <a:rect l="l" t="t" r="r" b="b"/>
              <a:pathLst>
                <a:path w="19" h="1" extrusionOk="0">
                  <a:moveTo>
                    <a:pt x="1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92" name="Google Shape;10892;p76"/>
            <p:cNvSpPr/>
            <p:nvPr/>
          </p:nvSpPr>
          <p:spPr>
            <a:xfrm>
              <a:off x="2234342" y="1550023"/>
              <a:ext cx="149" cy="14"/>
            </a:xfrm>
            <a:custGeom>
              <a:avLst/>
              <a:gdLst/>
              <a:ahLst/>
              <a:cxnLst/>
              <a:rect l="l" t="t" r="r" b="b"/>
              <a:pathLst>
                <a:path w="11" h="1" extrusionOk="0">
                  <a:moveTo>
                    <a:pt x="11"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93" name="Google Shape;10893;p76"/>
            <p:cNvSpPr/>
            <p:nvPr/>
          </p:nvSpPr>
          <p:spPr>
            <a:xfrm>
              <a:off x="2234722" y="1550118"/>
              <a:ext cx="149" cy="68"/>
            </a:xfrm>
            <a:custGeom>
              <a:avLst/>
              <a:gdLst/>
              <a:ahLst/>
              <a:cxnLst/>
              <a:rect l="l" t="t" r="r" b="b"/>
              <a:pathLst>
                <a:path w="11" h="5" extrusionOk="0">
                  <a:moveTo>
                    <a:pt x="1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94" name="Google Shape;10894;p76"/>
            <p:cNvSpPr/>
            <p:nvPr/>
          </p:nvSpPr>
          <p:spPr>
            <a:xfrm>
              <a:off x="2234572" y="1550077"/>
              <a:ext cx="109" cy="14"/>
            </a:xfrm>
            <a:custGeom>
              <a:avLst/>
              <a:gdLst/>
              <a:ahLst/>
              <a:cxnLst/>
              <a:rect l="l" t="t" r="r" b="b"/>
              <a:pathLst>
                <a:path w="8" h="1" extrusionOk="0">
                  <a:moveTo>
                    <a:pt x="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95" name="Google Shape;10895;p76"/>
            <p:cNvSpPr/>
            <p:nvPr/>
          </p:nvSpPr>
          <p:spPr>
            <a:xfrm>
              <a:off x="2229630" y="1549982"/>
              <a:ext cx="733" cy="54"/>
            </a:xfrm>
            <a:custGeom>
              <a:avLst/>
              <a:gdLst/>
              <a:ahLst/>
              <a:cxnLst/>
              <a:rect l="l" t="t" r="r" b="b"/>
              <a:pathLst>
                <a:path w="54" h="4" extrusionOk="0">
                  <a:moveTo>
                    <a:pt x="53"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96" name="Google Shape;10896;p76"/>
            <p:cNvSpPr/>
            <p:nvPr/>
          </p:nvSpPr>
          <p:spPr>
            <a:xfrm>
              <a:off x="2245652" y="1554599"/>
              <a:ext cx="530" cy="54"/>
            </a:xfrm>
            <a:custGeom>
              <a:avLst/>
              <a:gdLst/>
              <a:ahLst/>
              <a:cxnLst/>
              <a:rect l="l" t="t" r="r" b="b"/>
              <a:pathLst>
                <a:path w="39" h="4" extrusionOk="0">
                  <a:moveTo>
                    <a:pt x="39"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97" name="Google Shape;10897;p76"/>
            <p:cNvSpPr/>
            <p:nvPr/>
          </p:nvSpPr>
          <p:spPr>
            <a:xfrm>
              <a:off x="2244986" y="1554544"/>
              <a:ext cx="489" cy="68"/>
            </a:xfrm>
            <a:custGeom>
              <a:avLst/>
              <a:gdLst/>
              <a:ahLst/>
              <a:cxnLst/>
              <a:rect l="l" t="t" r="r" b="b"/>
              <a:pathLst>
                <a:path w="36" h="5" extrusionOk="0">
                  <a:moveTo>
                    <a:pt x="35"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98" name="Google Shape;10898;p76"/>
            <p:cNvSpPr/>
            <p:nvPr/>
          </p:nvSpPr>
          <p:spPr>
            <a:xfrm>
              <a:off x="2235102" y="1550213"/>
              <a:ext cx="109" cy="68"/>
            </a:xfrm>
            <a:custGeom>
              <a:avLst/>
              <a:gdLst/>
              <a:ahLst/>
              <a:cxnLst/>
              <a:rect l="l" t="t" r="r" b="b"/>
              <a:pathLst>
                <a:path w="8" h="5" extrusionOk="0">
                  <a:moveTo>
                    <a:pt x="7"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99" name="Google Shape;10899;p76"/>
            <p:cNvSpPr/>
            <p:nvPr/>
          </p:nvSpPr>
          <p:spPr>
            <a:xfrm>
              <a:off x="2244416" y="1554544"/>
              <a:ext cx="434" cy="14"/>
            </a:xfrm>
            <a:custGeom>
              <a:avLst/>
              <a:gdLst/>
              <a:ahLst/>
              <a:cxnLst/>
              <a:rect l="l" t="t" r="r" b="b"/>
              <a:pathLst>
                <a:path w="32" h="1" extrusionOk="0">
                  <a:moveTo>
                    <a:pt x="32"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00" name="Google Shape;10900;p76"/>
            <p:cNvSpPr/>
            <p:nvPr/>
          </p:nvSpPr>
          <p:spPr>
            <a:xfrm>
              <a:off x="2233622" y="1549982"/>
              <a:ext cx="299" cy="14"/>
            </a:xfrm>
            <a:custGeom>
              <a:avLst/>
              <a:gdLst/>
              <a:ahLst/>
              <a:cxnLst/>
              <a:rect l="l" t="t" r="r" b="b"/>
              <a:pathLst>
                <a:path w="22" h="1" extrusionOk="0">
                  <a:moveTo>
                    <a:pt x="22"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01" name="Google Shape;10901;p76"/>
            <p:cNvSpPr/>
            <p:nvPr/>
          </p:nvSpPr>
          <p:spPr>
            <a:xfrm>
              <a:off x="2247267" y="1554789"/>
              <a:ext cx="584" cy="54"/>
            </a:xfrm>
            <a:custGeom>
              <a:avLst/>
              <a:gdLst/>
              <a:ahLst/>
              <a:cxnLst/>
              <a:rect l="l" t="t" r="r" b="b"/>
              <a:pathLst>
                <a:path w="43" h="4" extrusionOk="0">
                  <a:moveTo>
                    <a:pt x="42"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02" name="Google Shape;10902;p76"/>
            <p:cNvSpPr/>
            <p:nvPr/>
          </p:nvSpPr>
          <p:spPr>
            <a:xfrm>
              <a:off x="2246412" y="1554694"/>
              <a:ext cx="584" cy="54"/>
            </a:xfrm>
            <a:custGeom>
              <a:avLst/>
              <a:gdLst/>
              <a:ahLst/>
              <a:cxnLst/>
              <a:rect l="l" t="t" r="r" b="b"/>
              <a:pathLst>
                <a:path w="43" h="4" extrusionOk="0">
                  <a:moveTo>
                    <a:pt x="42"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03" name="Google Shape;10903;p76"/>
            <p:cNvSpPr/>
            <p:nvPr/>
          </p:nvSpPr>
          <p:spPr>
            <a:xfrm>
              <a:off x="2243941" y="1554504"/>
              <a:ext cx="339" cy="14"/>
            </a:xfrm>
            <a:custGeom>
              <a:avLst/>
              <a:gdLst/>
              <a:ahLst/>
              <a:cxnLst/>
              <a:rect l="l" t="t" r="r" b="b"/>
              <a:pathLst>
                <a:path w="25" h="1" extrusionOk="0">
                  <a:moveTo>
                    <a:pt x="25"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04" name="Google Shape;10904;p76"/>
            <p:cNvSpPr/>
            <p:nvPr/>
          </p:nvSpPr>
          <p:spPr>
            <a:xfrm>
              <a:off x="2242420" y="1554504"/>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05" name="Google Shape;10905;p76"/>
            <p:cNvSpPr/>
            <p:nvPr/>
          </p:nvSpPr>
          <p:spPr>
            <a:xfrm>
              <a:off x="2242230" y="1554504"/>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06" name="Google Shape;10906;p76"/>
            <p:cNvSpPr/>
            <p:nvPr/>
          </p:nvSpPr>
          <p:spPr>
            <a:xfrm>
              <a:off x="2228530" y="1550023"/>
              <a:ext cx="964" cy="109"/>
            </a:xfrm>
            <a:custGeom>
              <a:avLst/>
              <a:gdLst/>
              <a:ahLst/>
              <a:cxnLst/>
              <a:rect l="l" t="t" r="r" b="b"/>
              <a:pathLst>
                <a:path w="71" h="8" extrusionOk="0">
                  <a:moveTo>
                    <a:pt x="1" y="8"/>
                  </a:moveTo>
                  <a:lnTo>
                    <a:pt x="7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07" name="Google Shape;10907;p76"/>
            <p:cNvSpPr/>
            <p:nvPr/>
          </p:nvSpPr>
          <p:spPr>
            <a:xfrm>
              <a:off x="2243506" y="1554449"/>
              <a:ext cx="299" cy="14"/>
            </a:xfrm>
            <a:custGeom>
              <a:avLst/>
              <a:gdLst/>
              <a:ahLst/>
              <a:cxnLst/>
              <a:rect l="l" t="t" r="r" b="b"/>
              <a:pathLst>
                <a:path w="22" h="1" extrusionOk="0">
                  <a:moveTo>
                    <a:pt x="22"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08" name="Google Shape;10908;p76"/>
            <p:cNvSpPr/>
            <p:nvPr/>
          </p:nvSpPr>
          <p:spPr>
            <a:xfrm>
              <a:off x="2242841" y="155444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09" name="Google Shape;10909;p76"/>
            <p:cNvSpPr/>
            <p:nvPr/>
          </p:nvSpPr>
          <p:spPr>
            <a:xfrm>
              <a:off x="2242610" y="155444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10" name="Google Shape;10910;p76"/>
            <p:cNvSpPr/>
            <p:nvPr/>
          </p:nvSpPr>
          <p:spPr>
            <a:xfrm>
              <a:off x="2232441" y="154992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11" name="Google Shape;10911;p76"/>
            <p:cNvSpPr/>
            <p:nvPr/>
          </p:nvSpPr>
          <p:spPr>
            <a:xfrm>
              <a:off x="2242081" y="1554544"/>
              <a:ext cx="68" cy="14"/>
            </a:xfrm>
            <a:custGeom>
              <a:avLst/>
              <a:gdLst/>
              <a:ahLst/>
              <a:cxnLst/>
              <a:rect l="l" t="t" r="r" b="b"/>
              <a:pathLst>
                <a:path w="5" h="1" extrusionOk="0">
                  <a:moveTo>
                    <a:pt x="4"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12" name="Google Shape;10912;p76"/>
            <p:cNvSpPr/>
            <p:nvPr/>
          </p:nvSpPr>
          <p:spPr>
            <a:xfrm>
              <a:off x="2243126" y="155444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13" name="Google Shape;10913;p76"/>
            <p:cNvSpPr/>
            <p:nvPr/>
          </p:nvSpPr>
          <p:spPr>
            <a:xfrm>
              <a:off x="2230581" y="1549928"/>
              <a:ext cx="584" cy="14"/>
            </a:xfrm>
            <a:custGeom>
              <a:avLst/>
              <a:gdLst/>
              <a:ahLst/>
              <a:cxnLst/>
              <a:rect l="l" t="t" r="r" b="b"/>
              <a:pathLst>
                <a:path w="43" h="1" extrusionOk="0">
                  <a:moveTo>
                    <a:pt x="43"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14" name="Google Shape;10914;p76"/>
            <p:cNvSpPr/>
            <p:nvPr/>
          </p:nvSpPr>
          <p:spPr>
            <a:xfrm>
              <a:off x="2234912" y="1550118"/>
              <a:ext cx="109" cy="68"/>
            </a:xfrm>
            <a:custGeom>
              <a:avLst/>
              <a:gdLst/>
              <a:ahLst/>
              <a:cxnLst/>
              <a:rect l="l" t="t" r="r" b="b"/>
              <a:pathLst>
                <a:path w="8" h="5" extrusionOk="0">
                  <a:moveTo>
                    <a:pt x="7"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15" name="Google Shape;10915;p76"/>
            <p:cNvSpPr/>
            <p:nvPr/>
          </p:nvSpPr>
          <p:spPr>
            <a:xfrm>
              <a:off x="2233011" y="154992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16" name="Google Shape;10916;p76"/>
            <p:cNvSpPr/>
            <p:nvPr/>
          </p:nvSpPr>
          <p:spPr>
            <a:xfrm>
              <a:off x="2231436" y="1549928"/>
              <a:ext cx="448" cy="14"/>
            </a:xfrm>
            <a:custGeom>
              <a:avLst/>
              <a:gdLst/>
              <a:ahLst/>
              <a:cxnLst/>
              <a:rect l="l" t="t" r="r" b="b"/>
              <a:pathLst>
                <a:path w="33" h="1" extrusionOk="0">
                  <a:moveTo>
                    <a:pt x="32"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17" name="Google Shape;10917;p76"/>
            <p:cNvSpPr/>
            <p:nvPr/>
          </p:nvSpPr>
          <p:spPr>
            <a:xfrm>
              <a:off x="2235197" y="1550308"/>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18" name="Google Shape;10918;p76"/>
            <p:cNvSpPr/>
            <p:nvPr/>
          </p:nvSpPr>
          <p:spPr>
            <a:xfrm>
              <a:off x="2242040" y="1554544"/>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19" name="Google Shape;10919;p76"/>
            <p:cNvSpPr/>
            <p:nvPr/>
          </p:nvSpPr>
          <p:spPr>
            <a:xfrm>
              <a:off x="2233486" y="154992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20" name="Google Shape;10920;p76"/>
            <p:cNvSpPr/>
            <p:nvPr/>
          </p:nvSpPr>
          <p:spPr>
            <a:xfrm>
              <a:off x="2235007" y="1550173"/>
              <a:ext cx="109" cy="54"/>
            </a:xfrm>
            <a:custGeom>
              <a:avLst/>
              <a:gdLst/>
              <a:ahLst/>
              <a:cxnLst/>
              <a:rect l="l" t="t" r="r" b="b"/>
              <a:pathLst>
                <a:path w="8" h="4" extrusionOk="0">
                  <a:moveTo>
                    <a:pt x="7"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21" name="Google Shape;10921;p76"/>
            <p:cNvSpPr/>
            <p:nvPr/>
          </p:nvSpPr>
          <p:spPr>
            <a:xfrm>
              <a:off x="2295603" y="2007327"/>
              <a:ext cx="56822" cy="70087"/>
            </a:xfrm>
            <a:custGeom>
              <a:avLst/>
              <a:gdLst/>
              <a:ahLst/>
              <a:cxnLst/>
              <a:rect l="l" t="t" r="r" b="b"/>
              <a:pathLst>
                <a:path w="4185" h="5162" extrusionOk="0">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22" name="Google Shape;10922;p76"/>
            <p:cNvSpPr/>
            <p:nvPr/>
          </p:nvSpPr>
          <p:spPr>
            <a:xfrm>
              <a:off x="2349886" y="2013858"/>
              <a:ext cx="2254" cy="3286"/>
            </a:xfrm>
            <a:custGeom>
              <a:avLst/>
              <a:gdLst/>
              <a:ahLst/>
              <a:cxnLst/>
              <a:rect l="l" t="t" r="r" b="b"/>
              <a:pathLst>
                <a:path w="166" h="242" extrusionOk="0">
                  <a:moveTo>
                    <a:pt x="1" y="242"/>
                  </a:moveTo>
                  <a:lnTo>
                    <a:pt x="165" y="0"/>
                  </a:lnTo>
                  <a:lnTo>
                    <a:pt x="16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23" name="Google Shape;10923;p76"/>
            <p:cNvSpPr/>
            <p:nvPr/>
          </p:nvSpPr>
          <p:spPr>
            <a:xfrm>
              <a:off x="2308149" y="2009201"/>
              <a:ext cx="964" cy="394"/>
            </a:xfrm>
            <a:custGeom>
              <a:avLst/>
              <a:gdLst/>
              <a:ahLst/>
              <a:cxnLst/>
              <a:rect l="l" t="t" r="r" b="b"/>
              <a:pathLst>
                <a:path w="71" h="29" extrusionOk="0">
                  <a:moveTo>
                    <a:pt x="1" y="0"/>
                  </a:moveTo>
                  <a:lnTo>
                    <a:pt x="71" y="28"/>
                  </a:lnTo>
                  <a:lnTo>
                    <a:pt x="53" y="21"/>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24" name="Google Shape;10924;p76"/>
            <p:cNvSpPr/>
            <p:nvPr/>
          </p:nvSpPr>
          <p:spPr>
            <a:xfrm>
              <a:off x="2302310" y="2007341"/>
              <a:ext cx="3530" cy="448"/>
            </a:xfrm>
            <a:custGeom>
              <a:avLst/>
              <a:gdLst/>
              <a:ahLst/>
              <a:cxnLst/>
              <a:rect l="l" t="t" r="r" b="b"/>
              <a:pathLst>
                <a:path w="260" h="33" extrusionOk="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25" name="Google Shape;10925;p76"/>
            <p:cNvSpPr/>
            <p:nvPr/>
          </p:nvSpPr>
          <p:spPr>
            <a:xfrm>
              <a:off x="2296513" y="2011767"/>
              <a:ext cx="54" cy="54"/>
            </a:xfrm>
            <a:custGeom>
              <a:avLst/>
              <a:gdLst/>
              <a:ahLst/>
              <a:cxnLst/>
              <a:rect l="l" t="t" r="r" b="b"/>
              <a:pathLst>
                <a:path w="4" h="4" extrusionOk="0">
                  <a:moveTo>
                    <a:pt x="4"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26" name="Google Shape;10926;p76"/>
            <p:cNvSpPr/>
            <p:nvPr/>
          </p:nvSpPr>
          <p:spPr>
            <a:xfrm>
              <a:off x="2296649" y="2011522"/>
              <a:ext cx="68" cy="109"/>
            </a:xfrm>
            <a:custGeom>
              <a:avLst/>
              <a:gdLst/>
              <a:ahLst/>
              <a:cxnLst/>
              <a:rect l="l" t="t" r="r" b="b"/>
              <a:pathLst>
                <a:path w="5" h="8" extrusionOk="0">
                  <a:moveTo>
                    <a:pt x="4"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27" name="Google Shape;10927;p76"/>
            <p:cNvSpPr/>
            <p:nvPr/>
          </p:nvSpPr>
          <p:spPr>
            <a:xfrm>
              <a:off x="2296798" y="2011237"/>
              <a:ext cx="109" cy="122"/>
            </a:xfrm>
            <a:custGeom>
              <a:avLst/>
              <a:gdLst/>
              <a:ahLst/>
              <a:cxnLst/>
              <a:rect l="l" t="t" r="r" b="b"/>
              <a:pathLst>
                <a:path w="8" h="9" extrusionOk="0">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28" name="Google Shape;10928;p76"/>
            <p:cNvSpPr/>
            <p:nvPr/>
          </p:nvSpPr>
          <p:spPr>
            <a:xfrm>
              <a:off x="2296934" y="2010857"/>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29" name="Google Shape;10929;p76"/>
            <p:cNvSpPr/>
            <p:nvPr/>
          </p:nvSpPr>
          <p:spPr>
            <a:xfrm>
              <a:off x="2306248" y="2008196"/>
              <a:ext cx="68" cy="68"/>
            </a:xfrm>
            <a:custGeom>
              <a:avLst/>
              <a:gdLst/>
              <a:ahLst/>
              <a:cxnLst/>
              <a:rect l="l" t="t" r="r" b="b"/>
              <a:pathLst>
                <a:path w="5" h="5" extrusionOk="0">
                  <a:moveTo>
                    <a:pt x="4"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30" name="Google Shape;10930;p76"/>
            <p:cNvSpPr/>
            <p:nvPr/>
          </p:nvSpPr>
          <p:spPr>
            <a:xfrm>
              <a:off x="2336336" y="2018080"/>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31" name="Google Shape;10931;p76"/>
            <p:cNvSpPr/>
            <p:nvPr/>
          </p:nvSpPr>
          <p:spPr>
            <a:xfrm>
              <a:off x="2336675" y="2017890"/>
              <a:ext cx="54" cy="68"/>
            </a:xfrm>
            <a:custGeom>
              <a:avLst/>
              <a:gdLst/>
              <a:ahLst/>
              <a:cxnLst/>
              <a:rect l="l" t="t" r="r" b="b"/>
              <a:pathLst>
                <a:path w="4" h="5" extrusionOk="0">
                  <a:moveTo>
                    <a:pt x="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32" name="Google Shape;10932;p76"/>
            <p:cNvSpPr/>
            <p:nvPr/>
          </p:nvSpPr>
          <p:spPr>
            <a:xfrm>
              <a:off x="2348270" y="2014333"/>
              <a:ext cx="1398" cy="244"/>
            </a:xfrm>
            <a:custGeom>
              <a:avLst/>
              <a:gdLst/>
              <a:ahLst/>
              <a:cxnLst/>
              <a:rect l="l" t="t" r="r" b="b"/>
              <a:pathLst>
                <a:path w="103" h="18" extrusionOk="0">
                  <a:moveTo>
                    <a:pt x="102" y="18"/>
                  </a:moveTo>
                  <a:cubicBezTo>
                    <a:pt x="67" y="18"/>
                    <a:pt x="32" y="11"/>
                    <a:pt x="1" y="0"/>
                  </a:cubicBezTo>
                  <a:cubicBezTo>
                    <a:pt x="32" y="11"/>
                    <a:pt x="67" y="18"/>
                    <a:pt x="102"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33" name="Google Shape;10933;p76"/>
            <p:cNvSpPr/>
            <p:nvPr/>
          </p:nvSpPr>
          <p:spPr>
            <a:xfrm>
              <a:off x="2335765" y="201823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34" name="Google Shape;10934;p76"/>
            <p:cNvSpPr/>
            <p:nvPr/>
          </p:nvSpPr>
          <p:spPr>
            <a:xfrm>
              <a:off x="2335480" y="2018230"/>
              <a:ext cx="163" cy="14"/>
            </a:xfrm>
            <a:custGeom>
              <a:avLst/>
              <a:gdLst/>
              <a:ahLst/>
              <a:cxnLst/>
              <a:rect l="l" t="t" r="r" b="b"/>
              <a:pathLst>
                <a:path w="12" h="1" extrusionOk="0">
                  <a:moveTo>
                    <a:pt x="1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35" name="Google Shape;10935;p76"/>
            <p:cNvSpPr/>
            <p:nvPr/>
          </p:nvSpPr>
          <p:spPr>
            <a:xfrm>
              <a:off x="2335249" y="2018135"/>
              <a:ext cx="149" cy="54"/>
            </a:xfrm>
            <a:custGeom>
              <a:avLst/>
              <a:gdLst/>
              <a:ahLst/>
              <a:cxnLst/>
              <a:rect l="l" t="t" r="r" b="b"/>
              <a:pathLst>
                <a:path w="11" h="4" extrusionOk="0">
                  <a:moveTo>
                    <a:pt x="1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36" name="Google Shape;10936;p76"/>
            <p:cNvSpPr/>
            <p:nvPr/>
          </p:nvSpPr>
          <p:spPr>
            <a:xfrm>
              <a:off x="2336051" y="2018175"/>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37" name="Google Shape;10937;p76"/>
            <p:cNvSpPr/>
            <p:nvPr/>
          </p:nvSpPr>
          <p:spPr>
            <a:xfrm>
              <a:off x="2335059" y="2017985"/>
              <a:ext cx="204" cy="109"/>
            </a:xfrm>
            <a:custGeom>
              <a:avLst/>
              <a:gdLst/>
              <a:ahLst/>
              <a:cxnLst/>
              <a:rect l="l" t="t" r="r" b="b"/>
              <a:pathLst>
                <a:path w="15" h="8" extrusionOk="0">
                  <a:moveTo>
                    <a:pt x="1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38" name="Google Shape;10938;p76"/>
            <p:cNvSpPr/>
            <p:nvPr/>
          </p:nvSpPr>
          <p:spPr>
            <a:xfrm>
              <a:off x="2337816" y="2016804"/>
              <a:ext cx="54" cy="109"/>
            </a:xfrm>
            <a:custGeom>
              <a:avLst/>
              <a:gdLst/>
              <a:ahLst/>
              <a:cxnLst/>
              <a:rect l="l" t="t" r="r" b="b"/>
              <a:pathLst>
                <a:path w="4" h="8" extrusionOk="0">
                  <a:moveTo>
                    <a:pt x="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39" name="Google Shape;10939;p76"/>
            <p:cNvSpPr/>
            <p:nvPr/>
          </p:nvSpPr>
          <p:spPr>
            <a:xfrm>
              <a:off x="2337245" y="2017415"/>
              <a:ext cx="109" cy="68"/>
            </a:xfrm>
            <a:custGeom>
              <a:avLst/>
              <a:gdLst/>
              <a:ahLst/>
              <a:cxnLst/>
              <a:rect l="l" t="t" r="r" b="b"/>
              <a:pathLst>
                <a:path w="8" h="5" extrusionOk="0">
                  <a:moveTo>
                    <a:pt x="7"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40" name="Google Shape;10940;p76"/>
            <p:cNvSpPr/>
            <p:nvPr/>
          </p:nvSpPr>
          <p:spPr>
            <a:xfrm>
              <a:off x="2337571" y="2017184"/>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41" name="Google Shape;10941;p76"/>
            <p:cNvSpPr/>
            <p:nvPr/>
          </p:nvSpPr>
          <p:spPr>
            <a:xfrm>
              <a:off x="2336960" y="2017700"/>
              <a:ext cx="54" cy="68"/>
            </a:xfrm>
            <a:custGeom>
              <a:avLst/>
              <a:gdLst/>
              <a:ahLst/>
              <a:cxnLst/>
              <a:rect l="l" t="t" r="r" b="b"/>
              <a:pathLst>
                <a:path w="4" h="5" extrusionOk="0">
                  <a:moveTo>
                    <a:pt x="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42" name="Google Shape;10942;p76"/>
            <p:cNvSpPr/>
            <p:nvPr/>
          </p:nvSpPr>
          <p:spPr>
            <a:xfrm>
              <a:off x="2307388" y="2008861"/>
              <a:ext cx="584" cy="258"/>
            </a:xfrm>
            <a:custGeom>
              <a:avLst/>
              <a:gdLst/>
              <a:ahLst/>
              <a:cxnLst/>
              <a:rect l="l" t="t" r="r" b="b"/>
              <a:pathLst>
                <a:path w="43" h="19" extrusionOk="0">
                  <a:moveTo>
                    <a:pt x="1" y="1"/>
                  </a:moveTo>
                  <a:lnTo>
                    <a:pt x="1" y="4"/>
                  </a:lnTo>
                  <a:lnTo>
                    <a:pt x="43" y="18"/>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43" name="Google Shape;10943;p76"/>
            <p:cNvSpPr/>
            <p:nvPr/>
          </p:nvSpPr>
          <p:spPr>
            <a:xfrm>
              <a:off x="2324170" y="2015704"/>
              <a:ext cx="1303" cy="584"/>
            </a:xfrm>
            <a:custGeom>
              <a:avLst/>
              <a:gdLst/>
              <a:ahLst/>
              <a:cxnLst/>
              <a:rect l="l" t="t" r="r" b="b"/>
              <a:pathLst>
                <a:path w="96" h="43" extrusionOk="0">
                  <a:moveTo>
                    <a:pt x="1" y="1"/>
                  </a:moveTo>
                  <a:lnTo>
                    <a:pt x="1" y="1"/>
                  </a:lnTo>
                  <a:cubicBezTo>
                    <a:pt x="32" y="22"/>
                    <a:pt x="64" y="32"/>
                    <a:pt x="95" y="43"/>
                  </a:cubicBezTo>
                  <a:cubicBezTo>
                    <a:pt x="64" y="32"/>
                    <a:pt x="36" y="1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44" name="Google Shape;10944;p76"/>
            <p:cNvSpPr/>
            <p:nvPr/>
          </p:nvSpPr>
          <p:spPr>
            <a:xfrm>
              <a:off x="2310050" y="2009961"/>
              <a:ext cx="299" cy="149"/>
            </a:xfrm>
            <a:custGeom>
              <a:avLst/>
              <a:gdLst/>
              <a:ahLst/>
              <a:cxnLst/>
              <a:rect l="l" t="t" r="r" b="b"/>
              <a:pathLst>
                <a:path w="22" h="11" extrusionOk="0">
                  <a:moveTo>
                    <a:pt x="22"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45" name="Google Shape;10945;p76"/>
            <p:cNvSpPr/>
            <p:nvPr/>
          </p:nvSpPr>
          <p:spPr>
            <a:xfrm>
              <a:off x="2351651" y="2013953"/>
              <a:ext cx="149" cy="54"/>
            </a:xfrm>
            <a:custGeom>
              <a:avLst/>
              <a:gdLst/>
              <a:ahLst/>
              <a:cxnLst/>
              <a:rect l="l" t="t" r="r" b="b"/>
              <a:pathLst>
                <a:path w="11" h="4" extrusionOk="0">
                  <a:moveTo>
                    <a:pt x="11"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46" name="Google Shape;10946;p76"/>
            <p:cNvSpPr/>
            <p:nvPr/>
          </p:nvSpPr>
          <p:spPr>
            <a:xfrm>
              <a:off x="2314001" y="2010626"/>
              <a:ext cx="10183" cy="5092"/>
            </a:xfrm>
            <a:custGeom>
              <a:avLst/>
              <a:gdLst/>
              <a:ahLst/>
              <a:cxnLst/>
              <a:rect l="l" t="t" r="r" b="b"/>
              <a:pathLst>
                <a:path w="750" h="375" extrusionOk="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47" name="Google Shape;10947;p76"/>
            <p:cNvSpPr/>
            <p:nvPr/>
          </p:nvSpPr>
          <p:spPr>
            <a:xfrm>
              <a:off x="2352072" y="2013858"/>
              <a:ext cx="68" cy="14"/>
            </a:xfrm>
            <a:custGeom>
              <a:avLst/>
              <a:gdLst/>
              <a:ahLst/>
              <a:cxnLst/>
              <a:rect l="l" t="t" r="r" b="b"/>
              <a:pathLst>
                <a:path w="5" h="1" extrusionOk="0">
                  <a:moveTo>
                    <a:pt x="4" y="0"/>
                  </a:moveTo>
                  <a:lnTo>
                    <a:pt x="4" y="0"/>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48" name="Google Shape;10948;p76"/>
            <p:cNvSpPr/>
            <p:nvPr/>
          </p:nvSpPr>
          <p:spPr>
            <a:xfrm>
              <a:off x="2351027" y="2014143"/>
              <a:ext cx="109" cy="14"/>
            </a:xfrm>
            <a:custGeom>
              <a:avLst/>
              <a:gdLst/>
              <a:ahLst/>
              <a:cxnLst/>
              <a:rect l="l" t="t" r="r" b="b"/>
              <a:pathLst>
                <a:path w="8" h="1" extrusionOk="0">
                  <a:moveTo>
                    <a:pt x="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49" name="Google Shape;10949;p76"/>
            <p:cNvSpPr/>
            <p:nvPr/>
          </p:nvSpPr>
          <p:spPr>
            <a:xfrm>
              <a:off x="2351312" y="2014048"/>
              <a:ext cx="109" cy="54"/>
            </a:xfrm>
            <a:custGeom>
              <a:avLst/>
              <a:gdLst/>
              <a:ahLst/>
              <a:cxnLst/>
              <a:rect l="l" t="t" r="r" b="b"/>
              <a:pathLst>
                <a:path w="8" h="4" extrusionOk="0">
                  <a:moveTo>
                    <a:pt x="8"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50" name="Google Shape;10950;p76"/>
            <p:cNvSpPr/>
            <p:nvPr/>
          </p:nvSpPr>
          <p:spPr>
            <a:xfrm>
              <a:off x="2263574" y="2013192"/>
              <a:ext cx="38180" cy="39646"/>
            </a:xfrm>
            <a:custGeom>
              <a:avLst/>
              <a:gdLst/>
              <a:ahLst/>
              <a:cxnLst/>
              <a:rect l="l" t="t" r="r" b="b"/>
              <a:pathLst>
                <a:path w="2812" h="2920" extrusionOk="0">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51" name="Google Shape;10951;p76"/>
            <p:cNvSpPr/>
            <p:nvPr/>
          </p:nvSpPr>
          <p:spPr>
            <a:xfrm>
              <a:off x="2263710" y="2052689"/>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52" name="Google Shape;10952;p76"/>
            <p:cNvSpPr/>
            <p:nvPr/>
          </p:nvSpPr>
          <p:spPr>
            <a:xfrm>
              <a:off x="2264144" y="2052540"/>
              <a:ext cx="109" cy="68"/>
            </a:xfrm>
            <a:custGeom>
              <a:avLst/>
              <a:gdLst/>
              <a:ahLst/>
              <a:cxnLst/>
              <a:rect l="l" t="t" r="r" b="b"/>
              <a:pathLst>
                <a:path w="8"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53" name="Google Shape;10953;p76"/>
            <p:cNvSpPr/>
            <p:nvPr/>
          </p:nvSpPr>
          <p:spPr>
            <a:xfrm>
              <a:off x="2265135" y="2052024"/>
              <a:ext cx="299" cy="149"/>
            </a:xfrm>
            <a:custGeom>
              <a:avLst/>
              <a:gdLst/>
              <a:ahLst/>
              <a:cxnLst/>
              <a:rect l="l" t="t" r="r" b="b"/>
              <a:pathLst>
                <a:path w="22" h="11" extrusionOk="0">
                  <a:moveTo>
                    <a:pt x="1" y="11"/>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54" name="Google Shape;10954;p76"/>
            <p:cNvSpPr/>
            <p:nvPr/>
          </p:nvSpPr>
          <p:spPr>
            <a:xfrm>
              <a:off x="2264524" y="2052404"/>
              <a:ext cx="109" cy="54"/>
            </a:xfrm>
            <a:custGeom>
              <a:avLst/>
              <a:gdLst/>
              <a:ahLst/>
              <a:cxnLst/>
              <a:rect l="l" t="t" r="r" b="b"/>
              <a:pathLst>
                <a:path w="8" h="4" extrusionOk="0">
                  <a:moveTo>
                    <a:pt x="0" y="4"/>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55" name="Google Shape;10955;p76"/>
            <p:cNvSpPr/>
            <p:nvPr/>
          </p:nvSpPr>
          <p:spPr>
            <a:xfrm>
              <a:off x="2265475" y="2051834"/>
              <a:ext cx="394" cy="149"/>
            </a:xfrm>
            <a:custGeom>
              <a:avLst/>
              <a:gdLst/>
              <a:ahLst/>
              <a:cxnLst/>
              <a:rect l="l" t="t" r="r" b="b"/>
              <a:pathLst>
                <a:path w="29" h="11" extrusionOk="0">
                  <a:moveTo>
                    <a:pt x="0" y="11"/>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56" name="Google Shape;10956;p76"/>
            <p:cNvSpPr/>
            <p:nvPr/>
          </p:nvSpPr>
          <p:spPr>
            <a:xfrm>
              <a:off x="2266941" y="2051304"/>
              <a:ext cx="448" cy="163"/>
            </a:xfrm>
            <a:custGeom>
              <a:avLst/>
              <a:gdLst/>
              <a:ahLst/>
              <a:cxnLst/>
              <a:rect l="l" t="t" r="r" b="b"/>
              <a:pathLst>
                <a:path w="33" h="12" extrusionOk="0">
                  <a:moveTo>
                    <a:pt x="1" y="11"/>
                  </a:moveTo>
                  <a:lnTo>
                    <a:pt x="3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57" name="Google Shape;10957;p76"/>
            <p:cNvSpPr/>
            <p:nvPr/>
          </p:nvSpPr>
          <p:spPr>
            <a:xfrm>
              <a:off x="2270037" y="2050503"/>
              <a:ext cx="149" cy="54"/>
            </a:xfrm>
            <a:custGeom>
              <a:avLst/>
              <a:gdLst/>
              <a:ahLst/>
              <a:cxnLst/>
              <a:rect l="l" t="t" r="r" b="b"/>
              <a:pathLst>
                <a:path w="11" h="4" extrusionOk="0">
                  <a:moveTo>
                    <a:pt x="11"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58" name="Google Shape;10958;p76"/>
            <p:cNvSpPr/>
            <p:nvPr/>
          </p:nvSpPr>
          <p:spPr>
            <a:xfrm>
              <a:off x="2263329" y="2052730"/>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59" name="Google Shape;10959;p76"/>
            <p:cNvSpPr/>
            <p:nvPr/>
          </p:nvSpPr>
          <p:spPr>
            <a:xfrm>
              <a:off x="2265896" y="2051644"/>
              <a:ext cx="489" cy="204"/>
            </a:xfrm>
            <a:custGeom>
              <a:avLst/>
              <a:gdLst/>
              <a:ahLst/>
              <a:cxnLst/>
              <a:rect l="l" t="t" r="r" b="b"/>
              <a:pathLst>
                <a:path w="36" h="15" extrusionOk="0">
                  <a:moveTo>
                    <a:pt x="1" y="14"/>
                  </a:moveTo>
                  <a:lnTo>
                    <a:pt x="36"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60" name="Google Shape;10960;p76"/>
            <p:cNvSpPr/>
            <p:nvPr/>
          </p:nvSpPr>
          <p:spPr>
            <a:xfrm>
              <a:off x="2266371" y="2051495"/>
              <a:ext cx="543" cy="163"/>
            </a:xfrm>
            <a:custGeom>
              <a:avLst/>
              <a:gdLst/>
              <a:ahLst/>
              <a:cxnLst/>
              <a:rect l="l" t="t" r="r" b="b"/>
              <a:pathLst>
                <a:path w="40" h="12" extrusionOk="0">
                  <a:moveTo>
                    <a:pt x="1" y="11"/>
                  </a:moveTo>
                  <a:lnTo>
                    <a:pt x="3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61" name="Google Shape;10961;p76"/>
            <p:cNvSpPr/>
            <p:nvPr/>
          </p:nvSpPr>
          <p:spPr>
            <a:xfrm>
              <a:off x="2267756" y="2051169"/>
              <a:ext cx="149" cy="54"/>
            </a:xfrm>
            <a:custGeom>
              <a:avLst/>
              <a:gdLst/>
              <a:ahLst/>
              <a:cxnLst/>
              <a:rect l="l" t="t" r="r" b="b"/>
              <a:pathLst>
                <a:path w="11" h="4" extrusionOk="0">
                  <a:moveTo>
                    <a:pt x="0"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62" name="Google Shape;10962;p76"/>
            <p:cNvSpPr/>
            <p:nvPr/>
          </p:nvSpPr>
          <p:spPr>
            <a:xfrm>
              <a:off x="2280872" y="2017035"/>
              <a:ext cx="54" cy="68"/>
            </a:xfrm>
            <a:custGeom>
              <a:avLst/>
              <a:gdLst/>
              <a:ahLst/>
              <a:cxnLst/>
              <a:rect l="l" t="t" r="r" b="b"/>
              <a:pathLst>
                <a:path w="4" h="5" extrusionOk="0">
                  <a:moveTo>
                    <a:pt x="0" y="1"/>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63" name="Google Shape;10963;p76"/>
            <p:cNvSpPr/>
            <p:nvPr/>
          </p:nvSpPr>
          <p:spPr>
            <a:xfrm>
              <a:off x="2281958" y="2017510"/>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64" name="Google Shape;10964;p76"/>
            <p:cNvSpPr/>
            <p:nvPr/>
          </p:nvSpPr>
          <p:spPr>
            <a:xfrm>
              <a:off x="2283098" y="2017184"/>
              <a:ext cx="68" cy="54"/>
            </a:xfrm>
            <a:custGeom>
              <a:avLst/>
              <a:gdLst/>
              <a:ahLst/>
              <a:cxnLst/>
              <a:rect l="l" t="t" r="r" b="b"/>
              <a:pathLst>
                <a:path w="5" h="4" extrusionOk="0">
                  <a:moveTo>
                    <a:pt x="4"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65" name="Google Shape;10965;p76"/>
            <p:cNvSpPr/>
            <p:nvPr/>
          </p:nvSpPr>
          <p:spPr>
            <a:xfrm>
              <a:off x="2282338" y="2017510"/>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66" name="Google Shape;10966;p76"/>
            <p:cNvSpPr/>
            <p:nvPr/>
          </p:nvSpPr>
          <p:spPr>
            <a:xfrm>
              <a:off x="2282528" y="2017510"/>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67" name="Google Shape;10967;p76"/>
            <p:cNvSpPr/>
            <p:nvPr/>
          </p:nvSpPr>
          <p:spPr>
            <a:xfrm>
              <a:off x="2274219" y="2015664"/>
              <a:ext cx="3910" cy="1059"/>
            </a:xfrm>
            <a:custGeom>
              <a:avLst/>
              <a:gdLst/>
              <a:ahLst/>
              <a:cxnLst/>
              <a:rect l="l" t="t" r="r" b="b"/>
              <a:pathLst>
                <a:path w="288" h="78" extrusionOk="0">
                  <a:moveTo>
                    <a:pt x="287" y="0"/>
                  </a:moveTo>
                  <a:cubicBezTo>
                    <a:pt x="189" y="18"/>
                    <a:pt x="95" y="42"/>
                    <a:pt x="0" y="77"/>
                  </a:cubicBezTo>
                  <a:lnTo>
                    <a:pt x="0" y="77"/>
                  </a:lnTo>
                  <a:cubicBezTo>
                    <a:pt x="95" y="42"/>
                    <a:pt x="189" y="18"/>
                    <a:pt x="28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68" name="Google Shape;10968;p76"/>
            <p:cNvSpPr/>
            <p:nvPr/>
          </p:nvSpPr>
          <p:spPr>
            <a:xfrm>
              <a:off x="2282867" y="2017374"/>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69" name="Google Shape;10969;p76"/>
            <p:cNvSpPr/>
            <p:nvPr/>
          </p:nvSpPr>
          <p:spPr>
            <a:xfrm>
              <a:off x="2281673" y="2017415"/>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70" name="Google Shape;10970;p76"/>
            <p:cNvSpPr/>
            <p:nvPr/>
          </p:nvSpPr>
          <p:spPr>
            <a:xfrm>
              <a:off x="2280586" y="2016899"/>
              <a:ext cx="54" cy="54"/>
            </a:xfrm>
            <a:custGeom>
              <a:avLst/>
              <a:gdLst/>
              <a:ahLst/>
              <a:cxnLst/>
              <a:rect l="l" t="t" r="r" b="b"/>
              <a:pathLst>
                <a:path w="4" h="4" extrusionOk="0">
                  <a:moveTo>
                    <a:pt x="0" y="0"/>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71" name="Google Shape;10971;p76"/>
            <p:cNvSpPr/>
            <p:nvPr/>
          </p:nvSpPr>
          <p:spPr>
            <a:xfrm>
              <a:off x="2280342" y="2016750"/>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72" name="Google Shape;10972;p76"/>
            <p:cNvSpPr/>
            <p:nvPr/>
          </p:nvSpPr>
          <p:spPr>
            <a:xfrm>
              <a:off x="2281442" y="2017320"/>
              <a:ext cx="54" cy="68"/>
            </a:xfrm>
            <a:custGeom>
              <a:avLst/>
              <a:gdLst/>
              <a:ahLst/>
              <a:cxnLst/>
              <a:rect l="l" t="t" r="r" b="b"/>
              <a:pathLst>
                <a:path w="4" h="5" extrusionOk="0">
                  <a:moveTo>
                    <a:pt x="0" y="1"/>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73" name="Google Shape;10973;p76"/>
            <p:cNvSpPr/>
            <p:nvPr/>
          </p:nvSpPr>
          <p:spPr>
            <a:xfrm>
              <a:off x="2281157" y="2017225"/>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74" name="Google Shape;10974;p76"/>
            <p:cNvSpPr/>
            <p:nvPr/>
          </p:nvSpPr>
          <p:spPr>
            <a:xfrm>
              <a:off x="2295793" y="2037863"/>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75" name="Google Shape;10975;p76"/>
            <p:cNvSpPr/>
            <p:nvPr/>
          </p:nvSpPr>
          <p:spPr>
            <a:xfrm>
              <a:off x="2295562" y="2038284"/>
              <a:ext cx="54" cy="163"/>
            </a:xfrm>
            <a:custGeom>
              <a:avLst/>
              <a:gdLst/>
              <a:ahLst/>
              <a:cxnLst/>
              <a:rect l="l" t="t" r="r" b="b"/>
              <a:pathLst>
                <a:path w="4" h="12" extrusionOk="0">
                  <a:moveTo>
                    <a:pt x="4"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76" name="Google Shape;10976;p76"/>
            <p:cNvSpPr/>
            <p:nvPr/>
          </p:nvSpPr>
          <p:spPr>
            <a:xfrm>
              <a:off x="2295413" y="2038569"/>
              <a:ext cx="68" cy="163"/>
            </a:xfrm>
            <a:custGeom>
              <a:avLst/>
              <a:gdLst/>
              <a:ahLst/>
              <a:cxnLst/>
              <a:rect l="l" t="t" r="r" b="b"/>
              <a:pathLst>
                <a:path w="5" h="12" extrusionOk="0">
                  <a:moveTo>
                    <a:pt x="4"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77" name="Google Shape;10977;p76"/>
            <p:cNvSpPr/>
            <p:nvPr/>
          </p:nvSpPr>
          <p:spPr>
            <a:xfrm>
              <a:off x="2295698" y="2038053"/>
              <a:ext cx="68" cy="149"/>
            </a:xfrm>
            <a:custGeom>
              <a:avLst/>
              <a:gdLst/>
              <a:ahLst/>
              <a:cxnLst/>
              <a:rect l="l" t="t" r="r" b="b"/>
              <a:pathLst>
                <a:path w="5" h="11" extrusionOk="0">
                  <a:moveTo>
                    <a:pt x="4"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78" name="Google Shape;10978;p76"/>
            <p:cNvSpPr/>
            <p:nvPr/>
          </p:nvSpPr>
          <p:spPr>
            <a:xfrm>
              <a:off x="2294897" y="2039669"/>
              <a:ext cx="54" cy="204"/>
            </a:xfrm>
            <a:custGeom>
              <a:avLst/>
              <a:gdLst/>
              <a:ahLst/>
              <a:cxnLst/>
              <a:rect l="l" t="t" r="r" b="b"/>
              <a:pathLst>
                <a:path w="4" h="15" extrusionOk="0">
                  <a:moveTo>
                    <a:pt x="4"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79" name="Google Shape;10979;p76"/>
            <p:cNvSpPr/>
            <p:nvPr/>
          </p:nvSpPr>
          <p:spPr>
            <a:xfrm>
              <a:off x="2295277" y="2038908"/>
              <a:ext cx="54" cy="149"/>
            </a:xfrm>
            <a:custGeom>
              <a:avLst/>
              <a:gdLst/>
              <a:ahLst/>
              <a:cxnLst/>
              <a:rect l="l" t="t" r="r" b="b"/>
              <a:pathLst>
                <a:path w="4" h="11" extrusionOk="0">
                  <a:moveTo>
                    <a:pt x="4"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80" name="Google Shape;10980;p76"/>
            <p:cNvSpPr/>
            <p:nvPr/>
          </p:nvSpPr>
          <p:spPr>
            <a:xfrm>
              <a:off x="2295087" y="2039234"/>
              <a:ext cx="54" cy="204"/>
            </a:xfrm>
            <a:custGeom>
              <a:avLst/>
              <a:gdLst/>
              <a:ahLst/>
              <a:cxnLst/>
              <a:rect l="l" t="t" r="r" b="b"/>
              <a:pathLst>
                <a:path w="4" h="15" extrusionOk="0">
                  <a:moveTo>
                    <a:pt x="4"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81" name="Google Shape;10981;p76"/>
            <p:cNvSpPr/>
            <p:nvPr/>
          </p:nvSpPr>
          <p:spPr>
            <a:xfrm>
              <a:off x="2296228" y="2037293"/>
              <a:ext cx="54" cy="54"/>
            </a:xfrm>
            <a:custGeom>
              <a:avLst/>
              <a:gdLst/>
              <a:ahLst/>
              <a:cxnLst/>
              <a:rect l="l" t="t" r="r" b="b"/>
              <a:pathLst>
                <a:path w="4" h="4" extrusionOk="0">
                  <a:moveTo>
                    <a:pt x="4"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82" name="Google Shape;10982;p76"/>
            <p:cNvSpPr/>
            <p:nvPr/>
          </p:nvSpPr>
          <p:spPr>
            <a:xfrm>
              <a:off x="2296323" y="2037197"/>
              <a:ext cx="14" cy="54"/>
            </a:xfrm>
            <a:custGeom>
              <a:avLst/>
              <a:gdLst/>
              <a:ahLst/>
              <a:cxnLst/>
              <a:rect l="l" t="t" r="r" b="b"/>
              <a:pathLst>
                <a:path w="1" h="4" extrusionOk="0">
                  <a:moveTo>
                    <a:pt x="0"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83" name="Google Shape;10983;p76"/>
            <p:cNvSpPr/>
            <p:nvPr/>
          </p:nvSpPr>
          <p:spPr>
            <a:xfrm>
              <a:off x="2294707" y="2040280"/>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84" name="Google Shape;10984;p76"/>
            <p:cNvSpPr/>
            <p:nvPr/>
          </p:nvSpPr>
          <p:spPr>
            <a:xfrm>
              <a:off x="2295128" y="2013043"/>
              <a:ext cx="2634" cy="2349"/>
            </a:xfrm>
            <a:custGeom>
              <a:avLst/>
              <a:gdLst/>
              <a:ahLst/>
              <a:cxnLst/>
              <a:rect l="l" t="t" r="r" b="b"/>
              <a:pathLst>
                <a:path w="194" h="173" extrusionOk="0">
                  <a:moveTo>
                    <a:pt x="1" y="1"/>
                  </a:moveTo>
                  <a:lnTo>
                    <a:pt x="1" y="1"/>
                  </a:lnTo>
                  <a:lnTo>
                    <a:pt x="193" y="17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85" name="Google Shape;10985;p76"/>
            <p:cNvSpPr/>
            <p:nvPr/>
          </p:nvSpPr>
          <p:spPr>
            <a:xfrm>
              <a:off x="2296133" y="2037388"/>
              <a:ext cx="54" cy="109"/>
            </a:xfrm>
            <a:custGeom>
              <a:avLst/>
              <a:gdLst/>
              <a:ahLst/>
              <a:cxnLst/>
              <a:rect l="l" t="t" r="r" b="b"/>
              <a:pathLst>
                <a:path w="4" h="8" extrusionOk="0">
                  <a:moveTo>
                    <a:pt x="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86" name="Google Shape;10986;p76"/>
            <p:cNvSpPr/>
            <p:nvPr/>
          </p:nvSpPr>
          <p:spPr>
            <a:xfrm>
              <a:off x="2295943" y="2037673"/>
              <a:ext cx="54" cy="109"/>
            </a:xfrm>
            <a:custGeom>
              <a:avLst/>
              <a:gdLst/>
              <a:ahLst/>
              <a:cxnLst/>
              <a:rect l="l" t="t" r="r" b="b"/>
              <a:pathLst>
                <a:path w="4" h="8" extrusionOk="0">
                  <a:moveTo>
                    <a:pt x="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87" name="Google Shape;10987;p76"/>
            <p:cNvSpPr/>
            <p:nvPr/>
          </p:nvSpPr>
          <p:spPr>
            <a:xfrm>
              <a:off x="2296038" y="2037523"/>
              <a:ext cx="54" cy="109"/>
            </a:xfrm>
            <a:custGeom>
              <a:avLst/>
              <a:gdLst/>
              <a:ahLst/>
              <a:cxnLst/>
              <a:rect l="l" t="t" r="r" b="b"/>
              <a:pathLst>
                <a:path w="4" h="8" extrusionOk="0">
                  <a:moveTo>
                    <a:pt x="4"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88" name="Google Shape;10988;p76"/>
            <p:cNvSpPr/>
            <p:nvPr/>
          </p:nvSpPr>
          <p:spPr>
            <a:xfrm>
              <a:off x="2294422" y="2040809"/>
              <a:ext cx="109" cy="149"/>
            </a:xfrm>
            <a:custGeom>
              <a:avLst/>
              <a:gdLst/>
              <a:ahLst/>
              <a:cxnLst/>
              <a:rect l="l" t="t" r="r" b="b"/>
              <a:pathLst>
                <a:path w="8" h="11" extrusionOk="0">
                  <a:moveTo>
                    <a:pt x="7"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89" name="Google Shape;10989;p76"/>
            <p:cNvSpPr/>
            <p:nvPr/>
          </p:nvSpPr>
          <p:spPr>
            <a:xfrm>
              <a:off x="2462729" y="1678276"/>
              <a:ext cx="126732" cy="73834"/>
            </a:xfrm>
            <a:custGeom>
              <a:avLst/>
              <a:gdLst/>
              <a:ahLst/>
              <a:cxnLst/>
              <a:rect l="l" t="t" r="r" b="b"/>
              <a:pathLst>
                <a:path w="9334" h="5438" extrusionOk="0">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90" name="Google Shape;10990;p76"/>
            <p:cNvSpPr/>
            <p:nvPr/>
          </p:nvSpPr>
          <p:spPr>
            <a:xfrm>
              <a:off x="2580038" y="1723951"/>
              <a:ext cx="2105" cy="258"/>
            </a:xfrm>
            <a:custGeom>
              <a:avLst/>
              <a:gdLst/>
              <a:ahLst/>
              <a:cxnLst/>
              <a:rect l="l" t="t" r="r" b="b"/>
              <a:pathLst>
                <a:path w="155" h="19" extrusionOk="0">
                  <a:moveTo>
                    <a:pt x="1" y="1"/>
                  </a:moveTo>
                  <a:cubicBezTo>
                    <a:pt x="50" y="1"/>
                    <a:pt x="102" y="4"/>
                    <a:pt x="155" y="18"/>
                  </a:cubicBezTo>
                  <a:cubicBezTo>
                    <a:pt x="102" y="4"/>
                    <a:pt x="50"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91" name="Google Shape;10991;p76"/>
            <p:cNvSpPr/>
            <p:nvPr/>
          </p:nvSpPr>
          <p:spPr>
            <a:xfrm>
              <a:off x="2573059" y="1725241"/>
              <a:ext cx="3096" cy="394"/>
            </a:xfrm>
            <a:custGeom>
              <a:avLst/>
              <a:gdLst/>
              <a:ahLst/>
              <a:cxnLst/>
              <a:rect l="l" t="t" r="r" b="b"/>
              <a:pathLst>
                <a:path w="228" h="29" extrusionOk="0">
                  <a:moveTo>
                    <a:pt x="228" y="0"/>
                  </a:moveTo>
                  <a:cubicBezTo>
                    <a:pt x="158" y="14"/>
                    <a:pt x="77" y="21"/>
                    <a:pt x="0" y="28"/>
                  </a:cubicBezTo>
                  <a:cubicBezTo>
                    <a:pt x="84" y="21"/>
                    <a:pt x="165" y="14"/>
                    <a:pt x="22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92" name="Google Shape;10992;p76"/>
            <p:cNvSpPr/>
            <p:nvPr/>
          </p:nvSpPr>
          <p:spPr>
            <a:xfrm>
              <a:off x="2579807" y="1723951"/>
              <a:ext cx="109" cy="14"/>
            </a:xfrm>
            <a:custGeom>
              <a:avLst/>
              <a:gdLst/>
              <a:ahLst/>
              <a:cxnLst/>
              <a:rect l="l" t="t" r="r" b="b"/>
              <a:pathLst>
                <a:path w="8" h="1" extrusionOk="0">
                  <a:moveTo>
                    <a:pt x="7"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93" name="Google Shape;10993;p76"/>
            <p:cNvSpPr/>
            <p:nvPr/>
          </p:nvSpPr>
          <p:spPr>
            <a:xfrm>
              <a:off x="2580894" y="1715913"/>
              <a:ext cx="8242" cy="4915"/>
            </a:xfrm>
            <a:custGeom>
              <a:avLst/>
              <a:gdLst/>
              <a:ahLst/>
              <a:cxnLst/>
              <a:rect l="l" t="t" r="r" b="b"/>
              <a:pathLst>
                <a:path w="607" h="362" extrusionOk="0">
                  <a:moveTo>
                    <a:pt x="1" y="1"/>
                  </a:moveTo>
                  <a:cubicBezTo>
                    <a:pt x="120" y="33"/>
                    <a:pt x="382" y="176"/>
                    <a:pt x="606" y="361"/>
                  </a:cubicBezTo>
                  <a:cubicBezTo>
                    <a:pt x="382" y="173"/>
                    <a:pt x="120" y="33"/>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94" name="Google Shape;10994;p76"/>
            <p:cNvSpPr/>
            <p:nvPr/>
          </p:nvSpPr>
          <p:spPr>
            <a:xfrm>
              <a:off x="2579034" y="1724236"/>
              <a:ext cx="122" cy="122"/>
            </a:xfrm>
            <a:custGeom>
              <a:avLst/>
              <a:gdLst/>
              <a:ahLst/>
              <a:cxnLst/>
              <a:rect l="l" t="t" r="r" b="b"/>
              <a:pathLst>
                <a:path w="9" h="9" extrusionOk="0">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95" name="Google Shape;10995;p76"/>
            <p:cNvSpPr/>
            <p:nvPr/>
          </p:nvSpPr>
          <p:spPr>
            <a:xfrm>
              <a:off x="2570534" y="1714107"/>
              <a:ext cx="2390" cy="2200"/>
            </a:xfrm>
            <a:custGeom>
              <a:avLst/>
              <a:gdLst/>
              <a:ahLst/>
              <a:cxnLst/>
              <a:rect l="l" t="t" r="r" b="b"/>
              <a:pathLst>
                <a:path w="176" h="162" extrusionOk="0">
                  <a:moveTo>
                    <a:pt x="1" y="1"/>
                  </a:moveTo>
                  <a:cubicBezTo>
                    <a:pt x="60" y="32"/>
                    <a:pt x="116" y="78"/>
                    <a:pt x="155" y="137"/>
                  </a:cubicBezTo>
                  <a:lnTo>
                    <a:pt x="176" y="162"/>
                  </a:lnTo>
                  <a:lnTo>
                    <a:pt x="151" y="130"/>
                  </a:lnTo>
                  <a:cubicBezTo>
                    <a:pt x="116" y="81"/>
                    <a:pt x="74" y="43"/>
                    <a:pt x="25" y="8"/>
                  </a:cubicBez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96" name="Google Shape;10996;p76"/>
            <p:cNvSpPr/>
            <p:nvPr/>
          </p:nvSpPr>
          <p:spPr>
            <a:xfrm>
              <a:off x="2576291" y="172524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97" name="Google Shape;10997;p76"/>
            <p:cNvSpPr/>
            <p:nvPr/>
          </p:nvSpPr>
          <p:spPr>
            <a:xfrm>
              <a:off x="2579427" y="1724046"/>
              <a:ext cx="54" cy="68"/>
            </a:xfrm>
            <a:custGeom>
              <a:avLst/>
              <a:gdLst/>
              <a:ahLst/>
              <a:cxnLst/>
              <a:rect l="l" t="t" r="r" b="b"/>
              <a:pathLst>
                <a:path w="4" h="5" extrusionOk="0">
                  <a:moveTo>
                    <a:pt x="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98" name="Google Shape;10998;p76"/>
            <p:cNvSpPr/>
            <p:nvPr/>
          </p:nvSpPr>
          <p:spPr>
            <a:xfrm>
              <a:off x="2086700" y="1392158"/>
              <a:ext cx="189338" cy="157838"/>
            </a:xfrm>
            <a:custGeom>
              <a:avLst/>
              <a:gdLst/>
              <a:ahLst/>
              <a:cxnLst/>
              <a:rect l="l" t="t" r="r" b="b"/>
              <a:pathLst>
                <a:path w="13945" h="11625" extrusionOk="0">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99" name="Google Shape;10999;p76"/>
            <p:cNvSpPr/>
            <p:nvPr/>
          </p:nvSpPr>
          <p:spPr>
            <a:xfrm>
              <a:off x="2127052" y="1276572"/>
              <a:ext cx="5961" cy="5526"/>
            </a:xfrm>
            <a:custGeom>
              <a:avLst/>
              <a:gdLst/>
              <a:ahLst/>
              <a:cxnLst/>
              <a:rect l="l" t="t" r="r" b="b"/>
              <a:pathLst>
                <a:path w="439" h="407" extrusionOk="0">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00" name="Google Shape;11000;p76"/>
            <p:cNvSpPr/>
            <p:nvPr/>
          </p:nvSpPr>
          <p:spPr>
            <a:xfrm>
              <a:off x="2199678" y="1404961"/>
              <a:ext cx="1724" cy="1290"/>
            </a:xfrm>
            <a:custGeom>
              <a:avLst/>
              <a:gdLst/>
              <a:ahLst/>
              <a:cxnLst/>
              <a:rect l="l" t="t" r="r" b="b"/>
              <a:pathLst>
                <a:path w="127" h="95" extrusionOk="0">
                  <a:moveTo>
                    <a:pt x="85" y="0"/>
                  </a:moveTo>
                  <a:cubicBezTo>
                    <a:pt x="53" y="0"/>
                    <a:pt x="25" y="11"/>
                    <a:pt x="1" y="28"/>
                  </a:cubicBezTo>
                  <a:cubicBezTo>
                    <a:pt x="46" y="39"/>
                    <a:pt x="92" y="60"/>
                    <a:pt x="127" y="95"/>
                  </a:cubicBezTo>
                  <a:cubicBezTo>
                    <a:pt x="103" y="67"/>
                    <a:pt x="89" y="35"/>
                    <a:pt x="8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01" name="Google Shape;11001;p76"/>
            <p:cNvSpPr/>
            <p:nvPr/>
          </p:nvSpPr>
          <p:spPr>
            <a:xfrm>
              <a:off x="2210947" y="1395471"/>
              <a:ext cx="9043" cy="6409"/>
            </a:xfrm>
            <a:custGeom>
              <a:avLst/>
              <a:gdLst/>
              <a:ahLst/>
              <a:cxnLst/>
              <a:rect l="l" t="t" r="r" b="b"/>
              <a:pathLst>
                <a:path w="666" h="472" extrusionOk="0">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02" name="Google Shape;11002;p76"/>
            <p:cNvSpPr/>
            <p:nvPr/>
          </p:nvSpPr>
          <p:spPr>
            <a:xfrm>
              <a:off x="2181335" y="1248725"/>
              <a:ext cx="67372" cy="20393"/>
            </a:xfrm>
            <a:custGeom>
              <a:avLst/>
              <a:gdLst/>
              <a:ahLst/>
              <a:cxnLst/>
              <a:rect l="l" t="t" r="r" b="b"/>
              <a:pathLst>
                <a:path w="4962" h="1502" extrusionOk="0">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03" name="Google Shape;11003;p76"/>
            <p:cNvSpPr/>
            <p:nvPr/>
          </p:nvSpPr>
          <p:spPr>
            <a:xfrm>
              <a:off x="2129768" y="1256084"/>
              <a:ext cx="99252" cy="55546"/>
            </a:xfrm>
            <a:custGeom>
              <a:avLst/>
              <a:gdLst/>
              <a:ahLst/>
              <a:cxnLst/>
              <a:rect l="l" t="t" r="r" b="b"/>
              <a:pathLst>
                <a:path w="7310" h="4091" extrusionOk="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04" name="Google Shape;11004;p76"/>
            <p:cNvSpPr/>
            <p:nvPr/>
          </p:nvSpPr>
          <p:spPr>
            <a:xfrm>
              <a:off x="2248883" y="1404961"/>
              <a:ext cx="4331" cy="1914"/>
            </a:xfrm>
            <a:custGeom>
              <a:avLst/>
              <a:gdLst/>
              <a:ahLst/>
              <a:cxnLst/>
              <a:rect l="l" t="t" r="r" b="b"/>
              <a:pathLst>
                <a:path w="319" h="141" extrusionOk="0">
                  <a:moveTo>
                    <a:pt x="0" y="140"/>
                  </a:moveTo>
                  <a:cubicBezTo>
                    <a:pt x="81" y="49"/>
                    <a:pt x="200" y="0"/>
                    <a:pt x="319" y="7"/>
                  </a:cubicBezTo>
                  <a:cubicBezTo>
                    <a:pt x="200" y="0"/>
                    <a:pt x="81" y="49"/>
                    <a:pt x="0" y="14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05" name="Google Shape;11005;p76"/>
            <p:cNvSpPr/>
            <p:nvPr/>
          </p:nvSpPr>
          <p:spPr>
            <a:xfrm>
              <a:off x="2202543" y="1417887"/>
              <a:ext cx="149" cy="163"/>
            </a:xfrm>
            <a:custGeom>
              <a:avLst/>
              <a:gdLst/>
              <a:ahLst/>
              <a:cxnLst/>
              <a:rect l="l" t="t" r="r" b="b"/>
              <a:pathLst>
                <a:path w="11" h="12" extrusionOk="0">
                  <a:moveTo>
                    <a:pt x="11"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06" name="Google Shape;11006;p76"/>
            <p:cNvSpPr/>
            <p:nvPr/>
          </p:nvSpPr>
          <p:spPr>
            <a:xfrm>
              <a:off x="2202258" y="1418267"/>
              <a:ext cx="109" cy="109"/>
            </a:xfrm>
            <a:custGeom>
              <a:avLst/>
              <a:gdLst/>
              <a:ahLst/>
              <a:cxnLst/>
              <a:rect l="l" t="t" r="r" b="b"/>
              <a:pathLst>
                <a:path w="8" h="8" extrusionOk="0">
                  <a:moveTo>
                    <a:pt x="7"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07" name="Google Shape;11007;p76"/>
            <p:cNvSpPr/>
            <p:nvPr/>
          </p:nvSpPr>
          <p:spPr>
            <a:xfrm>
              <a:off x="2264334" y="1413800"/>
              <a:ext cx="14" cy="258"/>
            </a:xfrm>
            <a:custGeom>
              <a:avLst/>
              <a:gdLst/>
              <a:ahLst/>
              <a:cxnLst/>
              <a:rect l="l" t="t" r="r" b="b"/>
              <a:pathLst>
                <a:path w="1" h="19" extrusionOk="0">
                  <a:moveTo>
                    <a:pt x="0" y="1"/>
                  </a:moveTo>
                  <a:lnTo>
                    <a:pt x="0" y="18"/>
                  </a:lnTo>
                  <a:cubicBezTo>
                    <a:pt x="0" y="15"/>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08" name="Google Shape;11008;p76"/>
            <p:cNvSpPr/>
            <p:nvPr/>
          </p:nvSpPr>
          <p:spPr>
            <a:xfrm>
              <a:off x="2201688" y="1419082"/>
              <a:ext cx="109" cy="149"/>
            </a:xfrm>
            <a:custGeom>
              <a:avLst/>
              <a:gdLst/>
              <a:ahLst/>
              <a:cxnLst/>
              <a:rect l="l" t="t" r="r" b="b"/>
              <a:pathLst>
                <a:path w="8" h="11" extrusionOk="0">
                  <a:moveTo>
                    <a:pt x="7"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09" name="Google Shape;11009;p76"/>
            <p:cNvSpPr/>
            <p:nvPr/>
          </p:nvSpPr>
          <p:spPr>
            <a:xfrm>
              <a:off x="2201973" y="1418647"/>
              <a:ext cx="109" cy="163"/>
            </a:xfrm>
            <a:custGeom>
              <a:avLst/>
              <a:gdLst/>
              <a:ahLst/>
              <a:cxnLst/>
              <a:rect l="l" t="t" r="r" b="b"/>
              <a:pathLst>
                <a:path w="8" h="12" extrusionOk="0">
                  <a:moveTo>
                    <a:pt x="7"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10" name="Google Shape;11010;p76"/>
            <p:cNvSpPr/>
            <p:nvPr/>
          </p:nvSpPr>
          <p:spPr>
            <a:xfrm>
              <a:off x="2206480" y="141604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11" name="Google Shape;11011;p76"/>
            <p:cNvSpPr/>
            <p:nvPr/>
          </p:nvSpPr>
          <p:spPr>
            <a:xfrm>
              <a:off x="2202923" y="1417561"/>
              <a:ext cx="109" cy="109"/>
            </a:xfrm>
            <a:custGeom>
              <a:avLst/>
              <a:gdLst/>
              <a:ahLst/>
              <a:cxnLst/>
              <a:rect l="l" t="t" r="r" b="b"/>
              <a:pathLst>
                <a:path w="8" h="8" extrusionOk="0">
                  <a:moveTo>
                    <a:pt x="0" y="7"/>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12" name="Google Shape;11012;p76"/>
            <p:cNvSpPr/>
            <p:nvPr/>
          </p:nvSpPr>
          <p:spPr>
            <a:xfrm>
              <a:off x="2203249" y="1417222"/>
              <a:ext cx="109" cy="109"/>
            </a:xfrm>
            <a:custGeom>
              <a:avLst/>
              <a:gdLst/>
              <a:ahLst/>
              <a:cxnLst/>
              <a:rect l="l" t="t" r="r" b="b"/>
              <a:pathLst>
                <a:path w="8" h="8" extrusionOk="0">
                  <a:moveTo>
                    <a:pt x="8"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13" name="Google Shape;11013;p76"/>
            <p:cNvSpPr/>
            <p:nvPr/>
          </p:nvSpPr>
          <p:spPr>
            <a:xfrm>
              <a:off x="2205625" y="1416081"/>
              <a:ext cx="204" cy="14"/>
            </a:xfrm>
            <a:custGeom>
              <a:avLst/>
              <a:gdLst/>
              <a:ahLst/>
              <a:cxnLst/>
              <a:rect l="l" t="t" r="r" b="b"/>
              <a:pathLst>
                <a:path w="15" h="1" extrusionOk="0">
                  <a:moveTo>
                    <a:pt x="15"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14" name="Google Shape;11014;p76"/>
            <p:cNvSpPr/>
            <p:nvPr/>
          </p:nvSpPr>
          <p:spPr>
            <a:xfrm>
              <a:off x="2206060" y="1416040"/>
              <a:ext cx="204" cy="14"/>
            </a:xfrm>
            <a:custGeom>
              <a:avLst/>
              <a:gdLst/>
              <a:ahLst/>
              <a:cxnLst/>
              <a:rect l="l" t="t" r="r" b="b"/>
              <a:pathLst>
                <a:path w="15" h="1" extrusionOk="0">
                  <a:moveTo>
                    <a:pt x="1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15" name="Google Shape;11015;p76"/>
            <p:cNvSpPr/>
            <p:nvPr/>
          </p:nvSpPr>
          <p:spPr>
            <a:xfrm>
              <a:off x="2264334" y="141452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16" name="Google Shape;11016;p76"/>
            <p:cNvSpPr/>
            <p:nvPr/>
          </p:nvSpPr>
          <p:spPr>
            <a:xfrm>
              <a:off x="2204104" y="1416706"/>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17" name="Google Shape;11017;p76"/>
            <p:cNvSpPr/>
            <p:nvPr/>
          </p:nvSpPr>
          <p:spPr>
            <a:xfrm>
              <a:off x="2264334" y="1413135"/>
              <a:ext cx="14" cy="258"/>
            </a:xfrm>
            <a:custGeom>
              <a:avLst/>
              <a:gdLst/>
              <a:ahLst/>
              <a:cxnLst/>
              <a:rect l="l" t="t" r="r" b="b"/>
              <a:pathLst>
                <a:path w="1" h="19" extrusionOk="0">
                  <a:moveTo>
                    <a:pt x="0"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18" name="Google Shape;11018;p76"/>
            <p:cNvSpPr/>
            <p:nvPr/>
          </p:nvSpPr>
          <p:spPr>
            <a:xfrm>
              <a:off x="2204865" y="1416271"/>
              <a:ext cx="163" cy="109"/>
            </a:xfrm>
            <a:custGeom>
              <a:avLst/>
              <a:gdLst/>
              <a:ahLst/>
              <a:cxnLst/>
              <a:rect l="l" t="t" r="r" b="b"/>
              <a:pathLst>
                <a:path w="12" h="8" extrusionOk="0">
                  <a:moveTo>
                    <a:pt x="1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19" name="Google Shape;11019;p76"/>
            <p:cNvSpPr/>
            <p:nvPr/>
          </p:nvSpPr>
          <p:spPr>
            <a:xfrm>
              <a:off x="2204485" y="1416461"/>
              <a:ext cx="109" cy="68"/>
            </a:xfrm>
            <a:custGeom>
              <a:avLst/>
              <a:gdLst/>
              <a:ahLst/>
              <a:cxnLst/>
              <a:rect l="l" t="t" r="r" b="b"/>
              <a:pathLst>
                <a:path w="8" h="5" extrusionOk="0">
                  <a:moveTo>
                    <a:pt x="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20" name="Google Shape;11020;p76"/>
            <p:cNvSpPr/>
            <p:nvPr/>
          </p:nvSpPr>
          <p:spPr>
            <a:xfrm>
              <a:off x="2205245" y="1416176"/>
              <a:ext cx="204" cy="68"/>
            </a:xfrm>
            <a:custGeom>
              <a:avLst/>
              <a:gdLst/>
              <a:ahLst/>
              <a:cxnLst/>
              <a:rect l="l" t="t" r="r" b="b"/>
              <a:pathLst>
                <a:path w="15" h="5" extrusionOk="0">
                  <a:moveTo>
                    <a:pt x="15"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21" name="Google Shape;11021;p76"/>
            <p:cNvSpPr/>
            <p:nvPr/>
          </p:nvSpPr>
          <p:spPr>
            <a:xfrm>
              <a:off x="2199162" y="1418932"/>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22" name="Google Shape;11022;p76"/>
            <p:cNvSpPr/>
            <p:nvPr/>
          </p:nvSpPr>
          <p:spPr>
            <a:xfrm>
              <a:off x="2198823" y="1419027"/>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23" name="Google Shape;11023;p76"/>
            <p:cNvSpPr/>
            <p:nvPr/>
          </p:nvSpPr>
          <p:spPr>
            <a:xfrm>
              <a:off x="2150921" y="1464471"/>
              <a:ext cx="4331" cy="8527"/>
            </a:xfrm>
            <a:custGeom>
              <a:avLst/>
              <a:gdLst/>
              <a:ahLst/>
              <a:cxnLst/>
              <a:rect l="l" t="t" r="r" b="b"/>
              <a:pathLst>
                <a:path w="319" h="628" extrusionOk="0">
                  <a:moveTo>
                    <a:pt x="319" y="0"/>
                  </a:moveTo>
                  <a:cubicBezTo>
                    <a:pt x="298" y="193"/>
                    <a:pt x="154" y="414"/>
                    <a:pt x="0" y="627"/>
                  </a:cubicBezTo>
                  <a:cubicBezTo>
                    <a:pt x="154" y="414"/>
                    <a:pt x="298" y="193"/>
                    <a:pt x="31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24" name="Google Shape;11024;p76"/>
            <p:cNvSpPr/>
            <p:nvPr/>
          </p:nvSpPr>
          <p:spPr>
            <a:xfrm>
              <a:off x="2200248" y="1418837"/>
              <a:ext cx="163" cy="14"/>
            </a:xfrm>
            <a:custGeom>
              <a:avLst/>
              <a:gdLst/>
              <a:ahLst/>
              <a:cxnLst/>
              <a:rect l="l" t="t" r="r" b="b"/>
              <a:pathLst>
                <a:path w="12" h="1" extrusionOk="0">
                  <a:moveTo>
                    <a:pt x="1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25" name="Google Shape;11025;p76"/>
            <p:cNvSpPr/>
            <p:nvPr/>
          </p:nvSpPr>
          <p:spPr>
            <a:xfrm>
              <a:off x="2199488" y="1418837"/>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26" name="Google Shape;11026;p76"/>
            <p:cNvSpPr/>
            <p:nvPr/>
          </p:nvSpPr>
          <p:spPr>
            <a:xfrm>
              <a:off x="2136556" y="1531015"/>
              <a:ext cx="68" cy="353"/>
            </a:xfrm>
            <a:custGeom>
              <a:avLst/>
              <a:gdLst/>
              <a:ahLst/>
              <a:cxnLst/>
              <a:rect l="l" t="t" r="r" b="b"/>
              <a:pathLst>
                <a:path w="5" h="26" extrusionOk="0">
                  <a:moveTo>
                    <a:pt x="1" y="1"/>
                  </a:moveTo>
                  <a:cubicBezTo>
                    <a:pt x="1" y="8"/>
                    <a:pt x="4" y="18"/>
                    <a:pt x="4" y="25"/>
                  </a:cubicBezTo>
                  <a:cubicBezTo>
                    <a:pt x="4" y="18"/>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27" name="Google Shape;11027;p76"/>
            <p:cNvSpPr/>
            <p:nvPr/>
          </p:nvSpPr>
          <p:spPr>
            <a:xfrm>
              <a:off x="2201158" y="1419082"/>
              <a:ext cx="244" cy="109"/>
            </a:xfrm>
            <a:custGeom>
              <a:avLst/>
              <a:gdLst/>
              <a:ahLst/>
              <a:cxnLst/>
              <a:rect l="l" t="t" r="r" b="b"/>
              <a:pathLst>
                <a:path w="18" h="8" extrusionOk="0">
                  <a:moveTo>
                    <a:pt x="18"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28" name="Google Shape;11028;p76"/>
            <p:cNvSpPr/>
            <p:nvPr/>
          </p:nvSpPr>
          <p:spPr>
            <a:xfrm>
              <a:off x="2188422" y="1425300"/>
              <a:ext cx="4290" cy="1208"/>
            </a:xfrm>
            <a:custGeom>
              <a:avLst/>
              <a:gdLst/>
              <a:ahLst/>
              <a:cxnLst/>
              <a:rect l="l" t="t" r="r" b="b"/>
              <a:pathLst>
                <a:path w="316" h="89" extrusionOk="0">
                  <a:moveTo>
                    <a:pt x="0" y="11"/>
                  </a:moveTo>
                  <a:cubicBezTo>
                    <a:pt x="105" y="8"/>
                    <a:pt x="214" y="1"/>
                    <a:pt x="315" y="88"/>
                  </a:cubicBezTo>
                  <a:cubicBezTo>
                    <a:pt x="214" y="1"/>
                    <a:pt x="105" y="8"/>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29" name="Google Shape;11029;p76"/>
            <p:cNvSpPr/>
            <p:nvPr/>
          </p:nvSpPr>
          <p:spPr>
            <a:xfrm>
              <a:off x="2199828" y="141883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30" name="Google Shape;11030;p76"/>
            <p:cNvSpPr/>
            <p:nvPr/>
          </p:nvSpPr>
          <p:spPr>
            <a:xfrm>
              <a:off x="2200683" y="1418932"/>
              <a:ext cx="204" cy="68"/>
            </a:xfrm>
            <a:custGeom>
              <a:avLst/>
              <a:gdLst/>
              <a:ahLst/>
              <a:cxnLst/>
              <a:rect l="l" t="t" r="r" b="b"/>
              <a:pathLst>
                <a:path w="15" h="5" extrusionOk="0">
                  <a:moveTo>
                    <a:pt x="15"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31" name="Google Shape;11031;p76"/>
            <p:cNvSpPr/>
            <p:nvPr/>
          </p:nvSpPr>
          <p:spPr>
            <a:xfrm>
              <a:off x="2133705" y="1540573"/>
              <a:ext cx="109" cy="14"/>
            </a:xfrm>
            <a:custGeom>
              <a:avLst/>
              <a:gdLst/>
              <a:ahLst/>
              <a:cxnLst/>
              <a:rect l="l" t="t" r="r" b="b"/>
              <a:pathLst>
                <a:path w="8" h="1" extrusionOk="0">
                  <a:moveTo>
                    <a:pt x="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32" name="Google Shape;11032;p76"/>
            <p:cNvSpPr/>
            <p:nvPr/>
          </p:nvSpPr>
          <p:spPr>
            <a:xfrm>
              <a:off x="2134275" y="1540668"/>
              <a:ext cx="163" cy="54"/>
            </a:xfrm>
            <a:custGeom>
              <a:avLst/>
              <a:gdLst/>
              <a:ahLst/>
              <a:cxnLst/>
              <a:rect l="l" t="t" r="r" b="b"/>
              <a:pathLst>
                <a:path w="12" h="4" extrusionOk="0">
                  <a:moveTo>
                    <a:pt x="1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33" name="Google Shape;11033;p76"/>
            <p:cNvSpPr/>
            <p:nvPr/>
          </p:nvSpPr>
          <p:spPr>
            <a:xfrm>
              <a:off x="3024851" y="1777922"/>
              <a:ext cx="15655" cy="12165"/>
            </a:xfrm>
            <a:custGeom>
              <a:avLst/>
              <a:gdLst/>
              <a:ahLst/>
              <a:cxnLst/>
              <a:rect l="l" t="t" r="r" b="b"/>
              <a:pathLst>
                <a:path w="1153" h="896" extrusionOk="0">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34" name="Google Shape;11034;p76"/>
            <p:cNvSpPr/>
            <p:nvPr/>
          </p:nvSpPr>
          <p:spPr>
            <a:xfrm>
              <a:off x="3003846" y="1783461"/>
              <a:ext cx="16795" cy="20366"/>
            </a:xfrm>
            <a:custGeom>
              <a:avLst/>
              <a:gdLst/>
              <a:ahLst/>
              <a:cxnLst/>
              <a:rect l="l" t="t" r="r" b="b"/>
              <a:pathLst>
                <a:path w="1237" h="1500" extrusionOk="0">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35" name="Google Shape;11035;p76"/>
            <p:cNvSpPr/>
            <p:nvPr/>
          </p:nvSpPr>
          <p:spPr>
            <a:xfrm>
              <a:off x="3013581" y="1718520"/>
              <a:ext cx="82443" cy="64127"/>
            </a:xfrm>
            <a:custGeom>
              <a:avLst/>
              <a:gdLst/>
              <a:ahLst/>
              <a:cxnLst/>
              <a:rect l="l" t="t" r="r" b="b"/>
              <a:pathLst>
                <a:path w="6072" h="4723" extrusionOk="0">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36" name="Google Shape;11036;p76"/>
            <p:cNvSpPr/>
            <p:nvPr/>
          </p:nvSpPr>
          <p:spPr>
            <a:xfrm>
              <a:off x="3080939" y="1680503"/>
              <a:ext cx="45973" cy="34283"/>
            </a:xfrm>
            <a:custGeom>
              <a:avLst/>
              <a:gdLst/>
              <a:ahLst/>
              <a:cxnLst/>
              <a:rect l="l" t="t" r="r" b="b"/>
              <a:pathLst>
                <a:path w="3386" h="2525" extrusionOk="0">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37" name="Google Shape;11037;p76"/>
            <p:cNvSpPr/>
            <p:nvPr/>
          </p:nvSpPr>
          <p:spPr>
            <a:xfrm>
              <a:off x="2932062" y="1853304"/>
              <a:ext cx="13143" cy="22009"/>
            </a:xfrm>
            <a:custGeom>
              <a:avLst/>
              <a:gdLst/>
              <a:ahLst/>
              <a:cxnLst/>
              <a:rect l="l" t="t" r="r" b="b"/>
              <a:pathLst>
                <a:path w="968" h="1621" extrusionOk="0">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38" name="Google Shape;11038;p76"/>
            <p:cNvSpPr/>
            <p:nvPr/>
          </p:nvSpPr>
          <p:spPr>
            <a:xfrm>
              <a:off x="2597485" y="1601971"/>
              <a:ext cx="442776" cy="287924"/>
            </a:xfrm>
            <a:custGeom>
              <a:avLst/>
              <a:gdLst/>
              <a:ahLst/>
              <a:cxnLst/>
              <a:rect l="l" t="t" r="r" b="b"/>
              <a:pathLst>
                <a:path w="32611" h="21206" extrusionOk="0">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39" name="Google Shape;11039;p76"/>
            <p:cNvSpPr/>
            <p:nvPr/>
          </p:nvSpPr>
          <p:spPr>
            <a:xfrm>
              <a:off x="2846836" y="1894023"/>
              <a:ext cx="15804" cy="11649"/>
            </a:xfrm>
            <a:custGeom>
              <a:avLst/>
              <a:gdLst/>
              <a:ahLst/>
              <a:cxnLst/>
              <a:rect l="l" t="t" r="r" b="b"/>
              <a:pathLst>
                <a:path w="1164" h="858" extrusionOk="0">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40" name="Google Shape;11040;p76"/>
            <p:cNvSpPr/>
            <p:nvPr/>
          </p:nvSpPr>
          <p:spPr>
            <a:xfrm>
              <a:off x="2648062" y="1810752"/>
              <a:ext cx="244" cy="434"/>
            </a:xfrm>
            <a:custGeom>
              <a:avLst/>
              <a:gdLst/>
              <a:ahLst/>
              <a:cxnLst/>
              <a:rect l="l" t="t" r="r" b="b"/>
              <a:pathLst>
                <a:path w="18" h="32" extrusionOk="0">
                  <a:moveTo>
                    <a:pt x="0" y="0"/>
                  </a:moveTo>
                  <a:cubicBezTo>
                    <a:pt x="7" y="11"/>
                    <a:pt x="14" y="21"/>
                    <a:pt x="18" y="32"/>
                  </a:cubicBezTo>
                  <a:cubicBezTo>
                    <a:pt x="14" y="21"/>
                    <a:pt x="7"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41" name="Google Shape;11041;p76"/>
            <p:cNvSpPr/>
            <p:nvPr/>
          </p:nvSpPr>
          <p:spPr>
            <a:xfrm>
              <a:off x="2732242" y="1823623"/>
              <a:ext cx="2770" cy="2064"/>
            </a:xfrm>
            <a:custGeom>
              <a:avLst/>
              <a:gdLst/>
              <a:ahLst/>
              <a:cxnLst/>
              <a:rect l="l" t="t" r="r" b="b"/>
              <a:pathLst>
                <a:path w="204" h="152" extrusionOk="0">
                  <a:moveTo>
                    <a:pt x="203" y="22"/>
                  </a:moveTo>
                  <a:cubicBezTo>
                    <a:pt x="74" y="1"/>
                    <a:pt x="32" y="88"/>
                    <a:pt x="0" y="151"/>
                  </a:cubicBezTo>
                  <a:cubicBezTo>
                    <a:pt x="32" y="88"/>
                    <a:pt x="74" y="1"/>
                    <a:pt x="203"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42" name="Google Shape;11042;p76"/>
            <p:cNvSpPr/>
            <p:nvPr/>
          </p:nvSpPr>
          <p:spPr>
            <a:xfrm>
              <a:off x="2647627" y="1810277"/>
              <a:ext cx="353" cy="434"/>
            </a:xfrm>
            <a:custGeom>
              <a:avLst/>
              <a:gdLst/>
              <a:ahLst/>
              <a:cxnLst/>
              <a:rect l="l" t="t" r="r" b="b"/>
              <a:pathLst>
                <a:path w="26" h="32" extrusionOk="0">
                  <a:moveTo>
                    <a:pt x="1" y="0"/>
                  </a:moveTo>
                  <a:cubicBezTo>
                    <a:pt x="11" y="11"/>
                    <a:pt x="18" y="21"/>
                    <a:pt x="25" y="32"/>
                  </a:cubicBezTo>
                  <a:cubicBezTo>
                    <a:pt x="18" y="21"/>
                    <a:pt x="11"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43" name="Google Shape;11043;p76"/>
            <p:cNvSpPr/>
            <p:nvPr/>
          </p:nvSpPr>
          <p:spPr>
            <a:xfrm>
              <a:off x="2648347" y="1811227"/>
              <a:ext cx="204" cy="434"/>
            </a:xfrm>
            <a:custGeom>
              <a:avLst/>
              <a:gdLst/>
              <a:ahLst/>
              <a:cxnLst/>
              <a:rect l="l" t="t" r="r" b="b"/>
              <a:pathLst>
                <a:path w="15" h="32" extrusionOk="0">
                  <a:moveTo>
                    <a:pt x="0" y="0"/>
                  </a:moveTo>
                  <a:cubicBezTo>
                    <a:pt x="7" y="11"/>
                    <a:pt x="11" y="21"/>
                    <a:pt x="14" y="32"/>
                  </a:cubicBezTo>
                  <a:cubicBezTo>
                    <a:pt x="11" y="21"/>
                    <a:pt x="7"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44" name="Google Shape;11044;p76"/>
            <p:cNvSpPr/>
            <p:nvPr/>
          </p:nvSpPr>
          <p:spPr>
            <a:xfrm>
              <a:off x="2698638" y="1829665"/>
              <a:ext cx="815" cy="489"/>
            </a:xfrm>
            <a:custGeom>
              <a:avLst/>
              <a:gdLst/>
              <a:ahLst/>
              <a:cxnLst/>
              <a:rect l="l" t="t" r="r" b="b"/>
              <a:pathLst>
                <a:path w="60" h="36" extrusionOk="0">
                  <a:moveTo>
                    <a:pt x="60" y="0"/>
                  </a:moveTo>
                  <a:lnTo>
                    <a:pt x="60" y="0"/>
                  </a:lnTo>
                  <a:cubicBezTo>
                    <a:pt x="39" y="7"/>
                    <a:pt x="18" y="21"/>
                    <a:pt x="0" y="35"/>
                  </a:cubicBezTo>
                  <a:cubicBezTo>
                    <a:pt x="18" y="21"/>
                    <a:pt x="39" y="11"/>
                    <a:pt x="6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45" name="Google Shape;11045;p76"/>
            <p:cNvSpPr/>
            <p:nvPr/>
          </p:nvSpPr>
          <p:spPr>
            <a:xfrm>
              <a:off x="2704530" y="1833752"/>
              <a:ext cx="14" cy="149"/>
            </a:xfrm>
            <a:custGeom>
              <a:avLst/>
              <a:gdLst/>
              <a:ahLst/>
              <a:cxnLst/>
              <a:rect l="l" t="t" r="r" b="b"/>
              <a:pathLst>
                <a:path w="1" h="11" extrusionOk="0">
                  <a:moveTo>
                    <a:pt x="0" y="7"/>
                  </a:moveTo>
                  <a:lnTo>
                    <a:pt x="0" y="0"/>
                  </a:ln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46" name="Google Shape;11046;p76"/>
            <p:cNvSpPr/>
            <p:nvPr/>
          </p:nvSpPr>
          <p:spPr>
            <a:xfrm>
              <a:off x="2645210" y="1808322"/>
              <a:ext cx="434" cy="299"/>
            </a:xfrm>
            <a:custGeom>
              <a:avLst/>
              <a:gdLst/>
              <a:ahLst/>
              <a:cxnLst/>
              <a:rect l="l" t="t" r="r" b="b"/>
              <a:pathLst>
                <a:path w="32" h="22" extrusionOk="0">
                  <a:moveTo>
                    <a:pt x="0" y="1"/>
                  </a:moveTo>
                  <a:lnTo>
                    <a:pt x="32"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47" name="Google Shape;11047;p76"/>
            <p:cNvSpPr/>
            <p:nvPr/>
          </p:nvSpPr>
          <p:spPr>
            <a:xfrm>
              <a:off x="2646201" y="1809041"/>
              <a:ext cx="448" cy="339"/>
            </a:xfrm>
            <a:custGeom>
              <a:avLst/>
              <a:gdLst/>
              <a:ahLst/>
              <a:cxnLst/>
              <a:rect l="l" t="t" r="r" b="b"/>
              <a:pathLst>
                <a:path w="33" h="25" extrusionOk="0">
                  <a:moveTo>
                    <a:pt x="1" y="0"/>
                  </a:moveTo>
                  <a:lnTo>
                    <a:pt x="32"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48" name="Google Shape;11048;p76"/>
            <p:cNvSpPr/>
            <p:nvPr/>
          </p:nvSpPr>
          <p:spPr>
            <a:xfrm>
              <a:off x="2645685" y="1808661"/>
              <a:ext cx="434" cy="339"/>
            </a:xfrm>
            <a:custGeom>
              <a:avLst/>
              <a:gdLst/>
              <a:ahLst/>
              <a:cxnLst/>
              <a:rect l="l" t="t" r="r" b="b"/>
              <a:pathLst>
                <a:path w="32" h="25" extrusionOk="0">
                  <a:moveTo>
                    <a:pt x="0" y="0"/>
                  </a:moveTo>
                  <a:lnTo>
                    <a:pt x="32"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49" name="Google Shape;11049;p76"/>
            <p:cNvSpPr/>
            <p:nvPr/>
          </p:nvSpPr>
          <p:spPr>
            <a:xfrm>
              <a:off x="2757863" y="1824818"/>
              <a:ext cx="149" cy="149"/>
            </a:xfrm>
            <a:custGeom>
              <a:avLst/>
              <a:gdLst/>
              <a:ahLst/>
              <a:cxnLst/>
              <a:rect l="l" t="t" r="r" b="b"/>
              <a:pathLst>
                <a:path w="11" h="11" extrusionOk="0">
                  <a:moveTo>
                    <a:pt x="11"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50" name="Google Shape;11050;p76"/>
            <p:cNvSpPr/>
            <p:nvPr/>
          </p:nvSpPr>
          <p:spPr>
            <a:xfrm>
              <a:off x="2622101" y="1766489"/>
              <a:ext cx="109" cy="258"/>
            </a:xfrm>
            <a:custGeom>
              <a:avLst/>
              <a:gdLst/>
              <a:ahLst/>
              <a:cxnLst/>
              <a:rect l="l" t="t" r="r" b="b"/>
              <a:pathLst>
                <a:path w="8" h="19" extrusionOk="0">
                  <a:moveTo>
                    <a:pt x="8" y="1"/>
                  </a:moveTo>
                  <a:lnTo>
                    <a:pt x="8" y="1"/>
                  </a:lnTo>
                  <a:lnTo>
                    <a:pt x="1" y="18"/>
                  </a:ln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51" name="Google Shape;11051;p76"/>
            <p:cNvSpPr/>
            <p:nvPr/>
          </p:nvSpPr>
          <p:spPr>
            <a:xfrm>
              <a:off x="2646731" y="1809421"/>
              <a:ext cx="434" cy="394"/>
            </a:xfrm>
            <a:custGeom>
              <a:avLst/>
              <a:gdLst/>
              <a:ahLst/>
              <a:cxnLst/>
              <a:rect l="l" t="t" r="r" b="b"/>
              <a:pathLst>
                <a:path w="32" h="29" extrusionOk="0">
                  <a:moveTo>
                    <a:pt x="0" y="0"/>
                  </a:moveTo>
                  <a:cubicBezTo>
                    <a:pt x="11" y="11"/>
                    <a:pt x="21" y="21"/>
                    <a:pt x="32" y="28"/>
                  </a:cubicBezTo>
                  <a:cubicBezTo>
                    <a:pt x="21" y="21"/>
                    <a:pt x="11"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52" name="Google Shape;11052;p76"/>
            <p:cNvSpPr/>
            <p:nvPr/>
          </p:nvSpPr>
          <p:spPr>
            <a:xfrm>
              <a:off x="2647152" y="1809801"/>
              <a:ext cx="448" cy="394"/>
            </a:xfrm>
            <a:custGeom>
              <a:avLst/>
              <a:gdLst/>
              <a:ahLst/>
              <a:cxnLst/>
              <a:rect l="l" t="t" r="r" b="b"/>
              <a:pathLst>
                <a:path w="33" h="29" extrusionOk="0">
                  <a:moveTo>
                    <a:pt x="1" y="0"/>
                  </a:moveTo>
                  <a:cubicBezTo>
                    <a:pt x="11" y="11"/>
                    <a:pt x="22" y="21"/>
                    <a:pt x="32" y="28"/>
                  </a:cubicBezTo>
                  <a:cubicBezTo>
                    <a:pt x="22" y="21"/>
                    <a:pt x="11"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53" name="Google Shape;11053;p76"/>
            <p:cNvSpPr/>
            <p:nvPr/>
          </p:nvSpPr>
          <p:spPr>
            <a:xfrm>
              <a:off x="2642685" y="1805321"/>
              <a:ext cx="163" cy="109"/>
            </a:xfrm>
            <a:custGeom>
              <a:avLst/>
              <a:gdLst/>
              <a:ahLst/>
              <a:cxnLst/>
              <a:rect l="l" t="t" r="r" b="b"/>
              <a:pathLst>
                <a:path w="12" h="8" extrusionOk="0">
                  <a:moveTo>
                    <a:pt x="1"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54" name="Google Shape;11054;p76"/>
            <p:cNvSpPr/>
            <p:nvPr/>
          </p:nvSpPr>
          <p:spPr>
            <a:xfrm>
              <a:off x="2643730" y="1806271"/>
              <a:ext cx="1494" cy="2064"/>
            </a:xfrm>
            <a:custGeom>
              <a:avLst/>
              <a:gdLst/>
              <a:ahLst/>
              <a:cxnLst/>
              <a:rect l="l" t="t" r="r" b="b"/>
              <a:pathLst>
                <a:path w="110" h="152" extrusionOk="0">
                  <a:moveTo>
                    <a:pt x="1" y="1"/>
                  </a:moveTo>
                  <a:cubicBezTo>
                    <a:pt x="43" y="50"/>
                    <a:pt x="78" y="99"/>
                    <a:pt x="109" y="152"/>
                  </a:cubicBezTo>
                  <a:cubicBezTo>
                    <a:pt x="78" y="99"/>
                    <a:pt x="43" y="50"/>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55" name="Google Shape;11055;p76"/>
            <p:cNvSpPr/>
            <p:nvPr/>
          </p:nvSpPr>
          <p:spPr>
            <a:xfrm>
              <a:off x="2634280" y="1782606"/>
              <a:ext cx="1765" cy="2770"/>
            </a:xfrm>
            <a:custGeom>
              <a:avLst/>
              <a:gdLst/>
              <a:ahLst/>
              <a:cxnLst/>
              <a:rect l="l" t="t" r="r" b="b"/>
              <a:pathLst>
                <a:path w="130" h="204" extrusionOk="0">
                  <a:moveTo>
                    <a:pt x="0" y="1"/>
                  </a:moveTo>
                  <a:cubicBezTo>
                    <a:pt x="0" y="39"/>
                    <a:pt x="70" y="127"/>
                    <a:pt x="130" y="204"/>
                  </a:cubicBezTo>
                  <a:cubicBezTo>
                    <a:pt x="70" y="127"/>
                    <a:pt x="0" y="39"/>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56" name="Google Shape;11056;p76"/>
            <p:cNvSpPr/>
            <p:nvPr/>
          </p:nvSpPr>
          <p:spPr>
            <a:xfrm>
              <a:off x="2643404" y="1805945"/>
              <a:ext cx="149" cy="149"/>
            </a:xfrm>
            <a:custGeom>
              <a:avLst/>
              <a:gdLst/>
              <a:ahLst/>
              <a:cxnLst/>
              <a:rect l="l" t="t" r="r" b="b"/>
              <a:pathLst>
                <a:path w="11" h="11" extrusionOk="0">
                  <a:moveTo>
                    <a:pt x="0" y="0"/>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57" name="Google Shape;11057;p76"/>
            <p:cNvSpPr/>
            <p:nvPr/>
          </p:nvSpPr>
          <p:spPr>
            <a:xfrm>
              <a:off x="2725915" y="1830616"/>
              <a:ext cx="543" cy="204"/>
            </a:xfrm>
            <a:custGeom>
              <a:avLst/>
              <a:gdLst/>
              <a:ahLst/>
              <a:cxnLst/>
              <a:rect l="l" t="t" r="r" b="b"/>
              <a:pathLst>
                <a:path w="40" h="15" extrusionOk="0">
                  <a:moveTo>
                    <a:pt x="39" y="0"/>
                  </a:moveTo>
                  <a:lnTo>
                    <a:pt x="1" y="14"/>
                  </a:ln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58" name="Google Shape;11058;p76"/>
            <p:cNvSpPr/>
            <p:nvPr/>
          </p:nvSpPr>
          <p:spPr>
            <a:xfrm>
              <a:off x="2701204" y="1827805"/>
              <a:ext cx="815" cy="353"/>
            </a:xfrm>
            <a:custGeom>
              <a:avLst/>
              <a:gdLst/>
              <a:ahLst/>
              <a:cxnLst/>
              <a:rect l="l" t="t" r="r" b="b"/>
              <a:pathLst>
                <a:path w="60" h="26" extrusionOk="0">
                  <a:moveTo>
                    <a:pt x="0" y="25"/>
                  </a:moveTo>
                  <a:cubicBezTo>
                    <a:pt x="18" y="11"/>
                    <a:pt x="39" y="1"/>
                    <a:pt x="60" y="1"/>
                  </a:cubicBezTo>
                  <a:cubicBezTo>
                    <a:pt x="39" y="1"/>
                    <a:pt x="18" y="11"/>
                    <a:pt x="0"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59" name="Google Shape;11059;p76"/>
            <p:cNvSpPr/>
            <p:nvPr/>
          </p:nvSpPr>
          <p:spPr>
            <a:xfrm>
              <a:off x="2757673" y="1824533"/>
              <a:ext cx="109" cy="149"/>
            </a:xfrm>
            <a:custGeom>
              <a:avLst/>
              <a:gdLst/>
              <a:ahLst/>
              <a:cxnLst/>
              <a:rect l="l" t="t" r="r" b="b"/>
              <a:pathLst>
                <a:path w="8" h="11" extrusionOk="0">
                  <a:moveTo>
                    <a:pt x="0" y="0"/>
                  </a:moveTo>
                  <a:cubicBezTo>
                    <a:pt x="0" y="4"/>
                    <a:pt x="4" y="7"/>
                    <a:pt x="7" y="11"/>
                  </a:cubicBezTo>
                  <a:cubicBezTo>
                    <a:pt x="4" y="7"/>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60" name="Google Shape;11060;p76"/>
            <p:cNvSpPr/>
            <p:nvPr/>
          </p:nvSpPr>
          <p:spPr>
            <a:xfrm>
              <a:off x="2758012" y="1824954"/>
              <a:ext cx="1955" cy="1018"/>
            </a:xfrm>
            <a:custGeom>
              <a:avLst/>
              <a:gdLst/>
              <a:ahLst/>
              <a:cxnLst/>
              <a:rect l="l" t="t" r="r" b="b"/>
              <a:pathLst>
                <a:path w="144" h="75" extrusionOk="0">
                  <a:moveTo>
                    <a:pt x="0" y="1"/>
                  </a:moveTo>
                  <a:lnTo>
                    <a:pt x="0" y="1"/>
                  </a:lnTo>
                  <a:cubicBezTo>
                    <a:pt x="42" y="36"/>
                    <a:pt x="91" y="60"/>
                    <a:pt x="143" y="74"/>
                  </a:cubicBezTo>
                  <a:cubicBezTo>
                    <a:pt x="91" y="57"/>
                    <a:pt x="42" y="36"/>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61" name="Google Shape;11061;p76"/>
            <p:cNvSpPr/>
            <p:nvPr/>
          </p:nvSpPr>
          <p:spPr>
            <a:xfrm>
              <a:off x="2626338" y="1766353"/>
              <a:ext cx="869" cy="679"/>
            </a:xfrm>
            <a:custGeom>
              <a:avLst/>
              <a:gdLst/>
              <a:ahLst/>
              <a:cxnLst/>
              <a:rect l="l" t="t" r="r" b="b"/>
              <a:pathLst>
                <a:path w="64" h="50" extrusionOk="0">
                  <a:moveTo>
                    <a:pt x="64" y="49"/>
                  </a:moveTo>
                  <a:cubicBezTo>
                    <a:pt x="43" y="32"/>
                    <a:pt x="22" y="14"/>
                    <a:pt x="1" y="0"/>
                  </a:cubicBezTo>
                  <a:cubicBezTo>
                    <a:pt x="22" y="14"/>
                    <a:pt x="43" y="32"/>
                    <a:pt x="64" y="4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62" name="Google Shape;11062;p76"/>
            <p:cNvSpPr/>
            <p:nvPr/>
          </p:nvSpPr>
          <p:spPr>
            <a:xfrm>
              <a:off x="2757768" y="1824669"/>
              <a:ext cx="109" cy="163"/>
            </a:xfrm>
            <a:custGeom>
              <a:avLst/>
              <a:gdLst/>
              <a:ahLst/>
              <a:cxnLst/>
              <a:rect l="l" t="t" r="r" b="b"/>
              <a:pathLst>
                <a:path w="8" h="12" extrusionOk="0">
                  <a:moveTo>
                    <a:pt x="0" y="1"/>
                  </a:moveTo>
                  <a:cubicBezTo>
                    <a:pt x="0" y="4"/>
                    <a:pt x="4" y="8"/>
                    <a:pt x="7" y="11"/>
                  </a:cubicBezTo>
                  <a:cubicBezTo>
                    <a:pt x="4" y="8"/>
                    <a:pt x="0"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63" name="Google Shape;11063;p76"/>
            <p:cNvSpPr/>
            <p:nvPr/>
          </p:nvSpPr>
          <p:spPr>
            <a:xfrm>
              <a:off x="2760049" y="1825959"/>
              <a:ext cx="204" cy="54"/>
            </a:xfrm>
            <a:custGeom>
              <a:avLst/>
              <a:gdLst/>
              <a:ahLst/>
              <a:cxnLst/>
              <a:rect l="l" t="t" r="r" b="b"/>
              <a:pathLst>
                <a:path w="15" h="4" extrusionOk="0">
                  <a:moveTo>
                    <a:pt x="0" y="0"/>
                  </a:moveTo>
                  <a:lnTo>
                    <a:pt x="1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64" name="Google Shape;11064;p76"/>
            <p:cNvSpPr/>
            <p:nvPr/>
          </p:nvSpPr>
          <p:spPr>
            <a:xfrm>
              <a:off x="2704571" y="1833223"/>
              <a:ext cx="68" cy="394"/>
            </a:xfrm>
            <a:custGeom>
              <a:avLst/>
              <a:gdLst/>
              <a:ahLst/>
              <a:cxnLst/>
              <a:rect l="l" t="t" r="r" b="b"/>
              <a:pathLst>
                <a:path w="5" h="29" extrusionOk="0">
                  <a:moveTo>
                    <a:pt x="4" y="1"/>
                  </a:moveTo>
                  <a:cubicBezTo>
                    <a:pt x="1" y="11"/>
                    <a:pt x="1" y="18"/>
                    <a:pt x="1" y="29"/>
                  </a:cubicBezTo>
                  <a:cubicBezTo>
                    <a:pt x="1" y="18"/>
                    <a:pt x="1" y="11"/>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65" name="Google Shape;11065;p76"/>
            <p:cNvSpPr/>
            <p:nvPr/>
          </p:nvSpPr>
          <p:spPr>
            <a:xfrm>
              <a:off x="2634280" y="1780800"/>
              <a:ext cx="339" cy="1819"/>
            </a:xfrm>
            <a:custGeom>
              <a:avLst/>
              <a:gdLst/>
              <a:ahLst/>
              <a:cxnLst/>
              <a:rect l="l" t="t" r="r" b="b"/>
              <a:pathLst>
                <a:path w="25" h="134" extrusionOk="0">
                  <a:moveTo>
                    <a:pt x="25" y="1"/>
                  </a:moveTo>
                  <a:lnTo>
                    <a:pt x="18" y="22"/>
                  </a:lnTo>
                  <a:cubicBezTo>
                    <a:pt x="11" y="57"/>
                    <a:pt x="4" y="95"/>
                    <a:pt x="0" y="134"/>
                  </a:cubicBezTo>
                  <a:cubicBezTo>
                    <a:pt x="4" y="95"/>
                    <a:pt x="11" y="60"/>
                    <a:pt x="18" y="25"/>
                  </a:cubicBez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66" name="Google Shape;11066;p76"/>
            <p:cNvSpPr/>
            <p:nvPr/>
          </p:nvSpPr>
          <p:spPr>
            <a:xfrm>
              <a:off x="2726580" y="1830426"/>
              <a:ext cx="299" cy="149"/>
            </a:xfrm>
            <a:custGeom>
              <a:avLst/>
              <a:gdLst/>
              <a:ahLst/>
              <a:cxnLst/>
              <a:rect l="l" t="t" r="r" b="b"/>
              <a:pathLst>
                <a:path w="22" h="11" extrusionOk="0">
                  <a:moveTo>
                    <a:pt x="1" y="11"/>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67" name="Google Shape;11067;p76"/>
            <p:cNvSpPr/>
            <p:nvPr/>
          </p:nvSpPr>
          <p:spPr>
            <a:xfrm>
              <a:off x="2917955" y="1668962"/>
              <a:ext cx="1575" cy="530"/>
            </a:xfrm>
            <a:custGeom>
              <a:avLst/>
              <a:gdLst/>
              <a:ahLst/>
              <a:cxnLst/>
              <a:rect l="l" t="t" r="r" b="b"/>
              <a:pathLst>
                <a:path w="116" h="39" extrusionOk="0">
                  <a:moveTo>
                    <a:pt x="0" y="39"/>
                  </a:moveTo>
                  <a:cubicBezTo>
                    <a:pt x="39" y="25"/>
                    <a:pt x="77" y="11"/>
                    <a:pt x="116" y="0"/>
                  </a:cubicBezTo>
                  <a:cubicBezTo>
                    <a:pt x="77" y="11"/>
                    <a:pt x="39" y="25"/>
                    <a:pt x="0"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68" name="Google Shape;11068;p76"/>
            <p:cNvSpPr/>
            <p:nvPr/>
          </p:nvSpPr>
          <p:spPr>
            <a:xfrm>
              <a:off x="2754577" y="170422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69" name="Google Shape;11069;p76"/>
            <p:cNvSpPr/>
            <p:nvPr/>
          </p:nvSpPr>
          <p:spPr>
            <a:xfrm>
              <a:off x="2822125" y="1713781"/>
              <a:ext cx="163" cy="109"/>
            </a:xfrm>
            <a:custGeom>
              <a:avLst/>
              <a:gdLst/>
              <a:ahLst/>
              <a:cxnLst/>
              <a:rect l="l" t="t" r="r" b="b"/>
              <a:pathLst>
                <a:path w="12" h="8" extrusionOk="0">
                  <a:moveTo>
                    <a:pt x="1" y="7"/>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70" name="Google Shape;11070;p76"/>
            <p:cNvSpPr/>
            <p:nvPr/>
          </p:nvSpPr>
          <p:spPr>
            <a:xfrm>
              <a:off x="2821324" y="1714297"/>
              <a:ext cx="95" cy="68"/>
            </a:xfrm>
            <a:custGeom>
              <a:avLst/>
              <a:gdLst/>
              <a:ahLst/>
              <a:cxnLst/>
              <a:rect l="l" t="t" r="r" b="b"/>
              <a:pathLst>
                <a:path w="7"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71" name="Google Shape;11071;p76"/>
            <p:cNvSpPr/>
            <p:nvPr/>
          </p:nvSpPr>
          <p:spPr>
            <a:xfrm>
              <a:off x="2845370" y="1708079"/>
              <a:ext cx="1670" cy="299"/>
            </a:xfrm>
            <a:custGeom>
              <a:avLst/>
              <a:gdLst/>
              <a:ahLst/>
              <a:cxnLst/>
              <a:rect l="l" t="t" r="r" b="b"/>
              <a:pathLst>
                <a:path w="123" h="22" extrusionOk="0">
                  <a:moveTo>
                    <a:pt x="0" y="0"/>
                  </a:moveTo>
                  <a:lnTo>
                    <a:pt x="0" y="0"/>
                  </a:lnTo>
                  <a:cubicBezTo>
                    <a:pt x="46" y="11"/>
                    <a:pt x="88" y="18"/>
                    <a:pt x="123" y="21"/>
                  </a:cubicBezTo>
                  <a:cubicBezTo>
                    <a:pt x="88" y="18"/>
                    <a:pt x="46"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72" name="Google Shape;11072;p76"/>
            <p:cNvSpPr/>
            <p:nvPr/>
          </p:nvSpPr>
          <p:spPr>
            <a:xfrm>
              <a:off x="2819124" y="1715343"/>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73" name="Google Shape;11073;p76"/>
            <p:cNvSpPr/>
            <p:nvPr/>
          </p:nvSpPr>
          <p:spPr>
            <a:xfrm>
              <a:off x="2822980" y="1713211"/>
              <a:ext cx="204" cy="109"/>
            </a:xfrm>
            <a:custGeom>
              <a:avLst/>
              <a:gdLst/>
              <a:ahLst/>
              <a:cxnLst/>
              <a:rect l="l" t="t" r="r" b="b"/>
              <a:pathLst>
                <a:path w="15" h="8" extrusionOk="0">
                  <a:moveTo>
                    <a:pt x="1" y="7"/>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74" name="Google Shape;11074;p76"/>
            <p:cNvSpPr/>
            <p:nvPr/>
          </p:nvSpPr>
          <p:spPr>
            <a:xfrm>
              <a:off x="2924459" y="1658548"/>
              <a:ext cx="869" cy="720"/>
            </a:xfrm>
            <a:custGeom>
              <a:avLst/>
              <a:gdLst/>
              <a:ahLst/>
              <a:cxnLst/>
              <a:rect l="l" t="t" r="r" b="b"/>
              <a:pathLst>
                <a:path w="64" h="53" extrusionOk="0">
                  <a:moveTo>
                    <a:pt x="64" y="53"/>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75" name="Google Shape;11075;p76"/>
            <p:cNvSpPr/>
            <p:nvPr/>
          </p:nvSpPr>
          <p:spPr>
            <a:xfrm>
              <a:off x="2759424" y="1705363"/>
              <a:ext cx="5390" cy="204"/>
            </a:xfrm>
            <a:custGeom>
              <a:avLst/>
              <a:gdLst/>
              <a:ahLst/>
              <a:cxnLst/>
              <a:rect l="l" t="t" r="r" b="b"/>
              <a:pathLst>
                <a:path w="397" h="15" extrusionOk="0">
                  <a:moveTo>
                    <a:pt x="397" y="11"/>
                  </a:moveTo>
                  <a:cubicBezTo>
                    <a:pt x="288" y="1"/>
                    <a:pt x="179" y="1"/>
                    <a:pt x="74" y="11"/>
                  </a:cubicBezTo>
                  <a:lnTo>
                    <a:pt x="1" y="15"/>
                  </a:lnTo>
                  <a:lnTo>
                    <a:pt x="74" y="11"/>
                  </a:lnTo>
                  <a:cubicBezTo>
                    <a:pt x="179" y="1"/>
                    <a:pt x="288" y="1"/>
                    <a:pt x="397"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76" name="Google Shape;11076;p76"/>
            <p:cNvSpPr/>
            <p:nvPr/>
          </p:nvSpPr>
          <p:spPr>
            <a:xfrm>
              <a:off x="2818459" y="1715533"/>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77" name="Google Shape;11077;p76"/>
            <p:cNvSpPr/>
            <p:nvPr/>
          </p:nvSpPr>
          <p:spPr>
            <a:xfrm>
              <a:off x="2820550" y="171477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78" name="Google Shape;11078;p76"/>
            <p:cNvSpPr/>
            <p:nvPr/>
          </p:nvSpPr>
          <p:spPr>
            <a:xfrm>
              <a:off x="2697063" y="1644102"/>
              <a:ext cx="68" cy="244"/>
            </a:xfrm>
            <a:custGeom>
              <a:avLst/>
              <a:gdLst/>
              <a:ahLst/>
              <a:cxnLst/>
              <a:rect l="l" t="t" r="r" b="b"/>
              <a:pathLst>
                <a:path w="5" h="18" extrusionOk="0">
                  <a:moveTo>
                    <a:pt x="1" y="0"/>
                  </a:moveTo>
                  <a:cubicBezTo>
                    <a:pt x="1" y="4"/>
                    <a:pt x="4" y="11"/>
                    <a:pt x="4" y="18"/>
                  </a:cubicBezTo>
                  <a:cubicBezTo>
                    <a:pt x="4" y="11"/>
                    <a:pt x="4"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79" name="Google Shape;11079;p76"/>
            <p:cNvSpPr/>
            <p:nvPr/>
          </p:nvSpPr>
          <p:spPr>
            <a:xfrm>
              <a:off x="2810815" y="1712641"/>
              <a:ext cx="1385" cy="109"/>
            </a:xfrm>
            <a:custGeom>
              <a:avLst/>
              <a:gdLst/>
              <a:ahLst/>
              <a:cxnLst/>
              <a:rect l="l" t="t" r="r" b="b"/>
              <a:pathLst>
                <a:path w="102" h="8" extrusionOk="0">
                  <a:moveTo>
                    <a:pt x="102" y="0"/>
                  </a:moveTo>
                  <a:lnTo>
                    <a:pt x="81" y="0"/>
                  </a:lnTo>
                  <a:cubicBezTo>
                    <a:pt x="53" y="4"/>
                    <a:pt x="25" y="7"/>
                    <a:pt x="0" y="7"/>
                  </a:cubicBezTo>
                  <a:cubicBezTo>
                    <a:pt x="25" y="7"/>
                    <a:pt x="53" y="4"/>
                    <a:pt x="81" y="0"/>
                  </a:cubicBezTo>
                  <a:cubicBezTo>
                    <a:pt x="88" y="0"/>
                    <a:pt x="95" y="0"/>
                    <a:pt x="10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80" name="Google Shape;11080;p76"/>
            <p:cNvSpPr/>
            <p:nvPr/>
          </p:nvSpPr>
          <p:spPr>
            <a:xfrm>
              <a:off x="2817943" y="171558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81" name="Google Shape;11081;p76"/>
            <p:cNvSpPr/>
            <p:nvPr/>
          </p:nvSpPr>
          <p:spPr>
            <a:xfrm>
              <a:off x="2901594" y="1637965"/>
              <a:ext cx="5540" cy="10943"/>
            </a:xfrm>
            <a:custGeom>
              <a:avLst/>
              <a:gdLst/>
              <a:ahLst/>
              <a:cxnLst/>
              <a:rect l="l" t="t" r="r" b="b"/>
              <a:pathLst>
                <a:path w="408" h="806" extrusionOk="0">
                  <a:moveTo>
                    <a:pt x="407" y="1"/>
                  </a:moveTo>
                  <a:lnTo>
                    <a:pt x="1" y="80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82" name="Google Shape;11082;p76"/>
            <p:cNvSpPr/>
            <p:nvPr/>
          </p:nvSpPr>
          <p:spPr>
            <a:xfrm>
              <a:off x="2921988" y="1656213"/>
              <a:ext cx="774" cy="774"/>
            </a:xfrm>
            <a:custGeom>
              <a:avLst/>
              <a:gdLst/>
              <a:ahLst/>
              <a:cxnLst/>
              <a:rect l="l" t="t" r="r" b="b"/>
              <a:pathLst>
                <a:path w="57" h="57" extrusionOk="0">
                  <a:moveTo>
                    <a:pt x="1" y="1"/>
                  </a:moveTo>
                  <a:cubicBezTo>
                    <a:pt x="15" y="18"/>
                    <a:pt x="36" y="36"/>
                    <a:pt x="57" y="57"/>
                  </a:cubicBezTo>
                  <a:cubicBezTo>
                    <a:pt x="36" y="36"/>
                    <a:pt x="18" y="1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83" name="Google Shape;11083;p76"/>
            <p:cNvSpPr/>
            <p:nvPr/>
          </p:nvSpPr>
          <p:spPr>
            <a:xfrm>
              <a:off x="2803687" y="1710645"/>
              <a:ext cx="679" cy="394"/>
            </a:xfrm>
            <a:custGeom>
              <a:avLst/>
              <a:gdLst/>
              <a:ahLst/>
              <a:cxnLst/>
              <a:rect l="l" t="t" r="r" b="b"/>
              <a:pathLst>
                <a:path w="50" h="29" extrusionOk="0">
                  <a:moveTo>
                    <a:pt x="0" y="0"/>
                  </a:moveTo>
                  <a:lnTo>
                    <a:pt x="49"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84" name="Google Shape;11084;p76"/>
            <p:cNvSpPr/>
            <p:nvPr/>
          </p:nvSpPr>
          <p:spPr>
            <a:xfrm>
              <a:off x="2598395" y="1730373"/>
              <a:ext cx="54" cy="244"/>
            </a:xfrm>
            <a:custGeom>
              <a:avLst/>
              <a:gdLst/>
              <a:ahLst/>
              <a:cxnLst/>
              <a:rect l="l" t="t" r="r" b="b"/>
              <a:pathLst>
                <a:path w="4" h="18" extrusionOk="0">
                  <a:moveTo>
                    <a:pt x="4" y="0"/>
                  </a:moveTo>
                  <a:lnTo>
                    <a:pt x="4" y="0"/>
                  </a:lnTo>
                  <a:cubicBezTo>
                    <a:pt x="4" y="7"/>
                    <a:pt x="0" y="11"/>
                    <a:pt x="0" y="18"/>
                  </a:cubicBezTo>
                  <a:cubicBezTo>
                    <a:pt x="4" y="11"/>
                    <a:pt x="4"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85" name="Google Shape;11085;p76"/>
            <p:cNvSpPr/>
            <p:nvPr/>
          </p:nvSpPr>
          <p:spPr>
            <a:xfrm>
              <a:off x="2598531" y="1729463"/>
              <a:ext cx="14" cy="109"/>
            </a:xfrm>
            <a:custGeom>
              <a:avLst/>
              <a:gdLst/>
              <a:ahLst/>
              <a:cxnLst/>
              <a:rect l="l" t="t" r="r" b="b"/>
              <a:pathLst>
                <a:path w="1" h="8" extrusionOk="0">
                  <a:moveTo>
                    <a:pt x="1" y="1"/>
                  </a:moveTo>
                  <a:lnTo>
                    <a:pt x="1" y="8"/>
                  </a:lnTo>
                  <a:cubicBezTo>
                    <a:pt x="1" y="8"/>
                    <a:pt x="1"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86" name="Google Shape;11086;p76"/>
            <p:cNvSpPr/>
            <p:nvPr/>
          </p:nvSpPr>
          <p:spPr>
            <a:xfrm>
              <a:off x="2609176" y="1723815"/>
              <a:ext cx="1113" cy="679"/>
            </a:xfrm>
            <a:custGeom>
              <a:avLst/>
              <a:gdLst/>
              <a:ahLst/>
              <a:cxnLst/>
              <a:rect l="l" t="t" r="r" b="b"/>
              <a:pathLst>
                <a:path w="82" h="50" extrusionOk="0">
                  <a:moveTo>
                    <a:pt x="81" y="49"/>
                  </a:moveTo>
                  <a:cubicBezTo>
                    <a:pt x="57" y="32"/>
                    <a:pt x="29" y="14"/>
                    <a:pt x="1" y="0"/>
                  </a:cubicBezTo>
                  <a:cubicBezTo>
                    <a:pt x="29" y="14"/>
                    <a:pt x="57" y="32"/>
                    <a:pt x="81" y="4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87" name="Google Shape;11087;p76"/>
            <p:cNvSpPr/>
            <p:nvPr/>
          </p:nvSpPr>
          <p:spPr>
            <a:xfrm>
              <a:off x="2597825" y="1732030"/>
              <a:ext cx="109" cy="258"/>
            </a:xfrm>
            <a:custGeom>
              <a:avLst/>
              <a:gdLst/>
              <a:ahLst/>
              <a:cxnLst/>
              <a:rect l="l" t="t" r="r" b="b"/>
              <a:pathLst>
                <a:path w="8" h="19" extrusionOk="0">
                  <a:moveTo>
                    <a:pt x="7"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88" name="Google Shape;11088;p76"/>
            <p:cNvSpPr/>
            <p:nvPr/>
          </p:nvSpPr>
          <p:spPr>
            <a:xfrm>
              <a:off x="2643975" y="1710455"/>
              <a:ext cx="14" cy="14"/>
            </a:xfrm>
            <a:custGeom>
              <a:avLst/>
              <a:gdLst/>
              <a:ahLst/>
              <a:cxnLst/>
              <a:rect l="l" t="t" r="r" b="b"/>
              <a:pathLst>
                <a:path w="1" h="1" extrusionOk="0">
                  <a:moveTo>
                    <a:pt x="0"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89" name="Google Shape;11089;p76"/>
            <p:cNvSpPr/>
            <p:nvPr/>
          </p:nvSpPr>
          <p:spPr>
            <a:xfrm>
              <a:off x="2598490" y="1729898"/>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90" name="Google Shape;11090;p76"/>
            <p:cNvSpPr/>
            <p:nvPr/>
          </p:nvSpPr>
          <p:spPr>
            <a:xfrm>
              <a:off x="2598056" y="1731459"/>
              <a:ext cx="109" cy="299"/>
            </a:xfrm>
            <a:custGeom>
              <a:avLst/>
              <a:gdLst/>
              <a:ahLst/>
              <a:cxnLst/>
              <a:rect l="l" t="t" r="r" b="b"/>
              <a:pathLst>
                <a:path w="8" h="22" extrusionOk="0">
                  <a:moveTo>
                    <a:pt x="8" y="1"/>
                  </a:moveTo>
                  <a:lnTo>
                    <a:pt x="8" y="1"/>
                  </a:lnTo>
                  <a:cubicBezTo>
                    <a:pt x="4" y="8"/>
                    <a:pt x="4" y="15"/>
                    <a:pt x="1" y="22"/>
                  </a:cubicBezTo>
                  <a:cubicBezTo>
                    <a:pt x="4" y="15"/>
                    <a:pt x="8" y="8"/>
                    <a:pt x="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91" name="Google Shape;11091;p76"/>
            <p:cNvSpPr/>
            <p:nvPr/>
          </p:nvSpPr>
          <p:spPr>
            <a:xfrm>
              <a:off x="2598246" y="1730943"/>
              <a:ext cx="109" cy="244"/>
            </a:xfrm>
            <a:custGeom>
              <a:avLst/>
              <a:gdLst/>
              <a:ahLst/>
              <a:cxnLst/>
              <a:rect l="l" t="t" r="r" b="b"/>
              <a:pathLst>
                <a:path w="8" h="18" extrusionOk="0">
                  <a:moveTo>
                    <a:pt x="8" y="0"/>
                  </a:moveTo>
                  <a:lnTo>
                    <a:pt x="8" y="0"/>
                  </a:lnTo>
                  <a:cubicBezTo>
                    <a:pt x="4" y="4"/>
                    <a:pt x="4" y="11"/>
                    <a:pt x="1" y="18"/>
                  </a:cubicBezTo>
                  <a:cubicBezTo>
                    <a:pt x="4" y="11"/>
                    <a:pt x="8" y="4"/>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92" name="Google Shape;11092;p76"/>
            <p:cNvSpPr/>
            <p:nvPr/>
          </p:nvSpPr>
          <p:spPr>
            <a:xfrm>
              <a:off x="2597485" y="1732600"/>
              <a:ext cx="163" cy="258"/>
            </a:xfrm>
            <a:custGeom>
              <a:avLst/>
              <a:gdLst/>
              <a:ahLst/>
              <a:cxnLst/>
              <a:rect l="l" t="t" r="r" b="b"/>
              <a:pathLst>
                <a:path w="12" h="19" extrusionOk="0">
                  <a:moveTo>
                    <a:pt x="11" y="1"/>
                  </a:moveTo>
                  <a:cubicBezTo>
                    <a:pt x="8" y="8"/>
                    <a:pt x="4" y="15"/>
                    <a:pt x="1" y="18"/>
                  </a:cubicBezTo>
                  <a:cubicBezTo>
                    <a:pt x="4" y="15"/>
                    <a:pt x="8" y="8"/>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93" name="Google Shape;11093;p76"/>
            <p:cNvSpPr/>
            <p:nvPr/>
          </p:nvSpPr>
          <p:spPr>
            <a:xfrm>
              <a:off x="2645156" y="1707604"/>
              <a:ext cx="14" cy="434"/>
            </a:xfrm>
            <a:custGeom>
              <a:avLst/>
              <a:gdLst/>
              <a:ahLst/>
              <a:cxnLst/>
              <a:rect l="l" t="t" r="r" b="b"/>
              <a:pathLst>
                <a:path w="1" h="32" extrusionOk="0">
                  <a:moveTo>
                    <a:pt x="1" y="32"/>
                  </a:moveTo>
                  <a:lnTo>
                    <a:pt x="1" y="0"/>
                  </a:lnTo>
                  <a:lnTo>
                    <a:pt x="1" y="0"/>
                  </a:lnTo>
                  <a:lnTo>
                    <a:pt x="1"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94" name="Google Shape;11094;p76"/>
            <p:cNvSpPr/>
            <p:nvPr/>
          </p:nvSpPr>
          <p:spPr>
            <a:xfrm>
              <a:off x="2625441" y="1716633"/>
              <a:ext cx="6612" cy="4141"/>
            </a:xfrm>
            <a:custGeom>
              <a:avLst/>
              <a:gdLst/>
              <a:ahLst/>
              <a:cxnLst/>
              <a:rect l="l" t="t" r="r" b="b"/>
              <a:pathLst>
                <a:path w="487" h="305" extrusionOk="0">
                  <a:moveTo>
                    <a:pt x="0" y="280"/>
                  </a:moveTo>
                  <a:cubicBezTo>
                    <a:pt x="298" y="305"/>
                    <a:pt x="420" y="133"/>
                    <a:pt x="487" y="0"/>
                  </a:cubicBezTo>
                  <a:cubicBezTo>
                    <a:pt x="420" y="133"/>
                    <a:pt x="298" y="305"/>
                    <a:pt x="0" y="28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95" name="Google Shape;11095;p76"/>
            <p:cNvSpPr/>
            <p:nvPr/>
          </p:nvSpPr>
          <p:spPr>
            <a:xfrm>
              <a:off x="2627437" y="1766639"/>
              <a:ext cx="109" cy="109"/>
            </a:xfrm>
            <a:custGeom>
              <a:avLst/>
              <a:gdLst/>
              <a:ahLst/>
              <a:cxnLst/>
              <a:rect l="l" t="t" r="r" b="b"/>
              <a:pathLst>
                <a:path w="8" h="8" extrusionOk="0">
                  <a:moveTo>
                    <a:pt x="0" y="7"/>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96" name="Google Shape;11096;p76"/>
            <p:cNvSpPr/>
            <p:nvPr/>
          </p:nvSpPr>
          <p:spPr>
            <a:xfrm>
              <a:off x="2629094" y="176525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97" name="Google Shape;11097;p76"/>
            <p:cNvSpPr/>
            <p:nvPr/>
          </p:nvSpPr>
          <p:spPr>
            <a:xfrm>
              <a:off x="2635896" y="1762742"/>
              <a:ext cx="7658" cy="4576"/>
            </a:xfrm>
            <a:custGeom>
              <a:avLst/>
              <a:gdLst/>
              <a:ahLst/>
              <a:cxnLst/>
              <a:rect l="l" t="t" r="r" b="b"/>
              <a:pathLst>
                <a:path w="564" h="337" extrusionOk="0">
                  <a:moveTo>
                    <a:pt x="0" y="0"/>
                  </a:moveTo>
                  <a:lnTo>
                    <a:pt x="0" y="0"/>
                  </a:lnTo>
                  <a:cubicBezTo>
                    <a:pt x="158" y="11"/>
                    <a:pt x="410" y="175"/>
                    <a:pt x="564" y="336"/>
                  </a:cubicBezTo>
                  <a:cubicBezTo>
                    <a:pt x="410" y="175"/>
                    <a:pt x="158"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98" name="Google Shape;11098;p76"/>
            <p:cNvSpPr/>
            <p:nvPr/>
          </p:nvSpPr>
          <p:spPr>
            <a:xfrm>
              <a:off x="2634701" y="176283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99" name="Google Shape;11099;p76"/>
            <p:cNvSpPr/>
            <p:nvPr/>
          </p:nvSpPr>
          <p:spPr>
            <a:xfrm>
              <a:off x="2634701" y="1780759"/>
              <a:ext cx="679" cy="54"/>
            </a:xfrm>
            <a:custGeom>
              <a:avLst/>
              <a:gdLst/>
              <a:ahLst/>
              <a:cxnLst/>
              <a:rect l="l" t="t" r="r" b="b"/>
              <a:pathLst>
                <a:path w="50" h="4" extrusionOk="0">
                  <a:moveTo>
                    <a:pt x="50"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00" name="Google Shape;11100;p76"/>
            <p:cNvSpPr/>
            <p:nvPr/>
          </p:nvSpPr>
          <p:spPr>
            <a:xfrm>
              <a:off x="2644925" y="1769055"/>
              <a:ext cx="530" cy="1969"/>
            </a:xfrm>
            <a:custGeom>
              <a:avLst/>
              <a:gdLst/>
              <a:ahLst/>
              <a:cxnLst/>
              <a:rect l="l" t="t" r="r" b="b"/>
              <a:pathLst>
                <a:path w="39" h="145" extrusionOk="0">
                  <a:moveTo>
                    <a:pt x="25" y="144"/>
                  </a:moveTo>
                  <a:cubicBezTo>
                    <a:pt x="39" y="95"/>
                    <a:pt x="28" y="43"/>
                    <a:pt x="0" y="1"/>
                  </a:cubicBezTo>
                  <a:cubicBezTo>
                    <a:pt x="28" y="43"/>
                    <a:pt x="39" y="95"/>
                    <a:pt x="25" y="14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01" name="Google Shape;11101;p76"/>
            <p:cNvSpPr/>
            <p:nvPr/>
          </p:nvSpPr>
          <p:spPr>
            <a:xfrm>
              <a:off x="2635421" y="1780705"/>
              <a:ext cx="625" cy="68"/>
            </a:xfrm>
            <a:custGeom>
              <a:avLst/>
              <a:gdLst/>
              <a:ahLst/>
              <a:cxnLst/>
              <a:rect l="l" t="t" r="r" b="b"/>
              <a:pathLst>
                <a:path w="46" h="5" extrusionOk="0">
                  <a:moveTo>
                    <a:pt x="46"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02" name="Google Shape;11102;p76"/>
            <p:cNvSpPr/>
            <p:nvPr/>
          </p:nvSpPr>
          <p:spPr>
            <a:xfrm>
              <a:off x="2636127" y="1780610"/>
              <a:ext cx="543" cy="68"/>
            </a:xfrm>
            <a:custGeom>
              <a:avLst/>
              <a:gdLst/>
              <a:ahLst/>
              <a:cxnLst/>
              <a:rect l="l" t="t" r="r" b="b"/>
              <a:pathLst>
                <a:path w="40" h="5" extrusionOk="0">
                  <a:moveTo>
                    <a:pt x="39"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03" name="Google Shape;11103;p76"/>
            <p:cNvSpPr/>
            <p:nvPr/>
          </p:nvSpPr>
          <p:spPr>
            <a:xfrm>
              <a:off x="2635272" y="176274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04" name="Google Shape;11104;p76"/>
            <p:cNvSpPr/>
            <p:nvPr/>
          </p:nvSpPr>
          <p:spPr>
            <a:xfrm>
              <a:off x="2636751" y="1780474"/>
              <a:ext cx="489" cy="109"/>
            </a:xfrm>
            <a:custGeom>
              <a:avLst/>
              <a:gdLst/>
              <a:ahLst/>
              <a:cxnLst/>
              <a:rect l="l" t="t" r="r" b="b"/>
              <a:pathLst>
                <a:path w="36" h="8" extrusionOk="0">
                  <a:moveTo>
                    <a:pt x="35"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05" name="Google Shape;11105;p76"/>
            <p:cNvSpPr/>
            <p:nvPr/>
          </p:nvSpPr>
          <p:spPr>
            <a:xfrm>
              <a:off x="2963060" y="1726992"/>
              <a:ext cx="109" cy="204"/>
            </a:xfrm>
            <a:custGeom>
              <a:avLst/>
              <a:gdLst/>
              <a:ahLst/>
              <a:cxnLst/>
              <a:rect l="l" t="t" r="r" b="b"/>
              <a:pathLst>
                <a:path w="8" h="15" extrusionOk="0">
                  <a:moveTo>
                    <a:pt x="8"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06" name="Google Shape;11106;p76"/>
            <p:cNvSpPr/>
            <p:nvPr/>
          </p:nvSpPr>
          <p:spPr>
            <a:xfrm>
              <a:off x="2962449" y="1728038"/>
              <a:ext cx="149" cy="258"/>
            </a:xfrm>
            <a:custGeom>
              <a:avLst/>
              <a:gdLst/>
              <a:ahLst/>
              <a:cxnLst/>
              <a:rect l="l" t="t" r="r" b="b"/>
              <a:pathLst>
                <a:path w="11" h="19" extrusionOk="0">
                  <a:moveTo>
                    <a:pt x="11"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07" name="Google Shape;11107;p76"/>
            <p:cNvSpPr/>
            <p:nvPr/>
          </p:nvSpPr>
          <p:spPr>
            <a:xfrm>
              <a:off x="3013201" y="1703272"/>
              <a:ext cx="299" cy="109"/>
            </a:xfrm>
            <a:custGeom>
              <a:avLst/>
              <a:gdLst/>
              <a:ahLst/>
              <a:cxnLst/>
              <a:rect l="l" t="t" r="r" b="b"/>
              <a:pathLst>
                <a:path w="22" h="8" extrusionOk="0">
                  <a:moveTo>
                    <a:pt x="22"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08" name="Google Shape;11108;p76"/>
            <p:cNvSpPr/>
            <p:nvPr/>
          </p:nvSpPr>
          <p:spPr>
            <a:xfrm>
              <a:off x="2963684" y="1726286"/>
              <a:ext cx="109" cy="149"/>
            </a:xfrm>
            <a:custGeom>
              <a:avLst/>
              <a:gdLst/>
              <a:ahLst/>
              <a:cxnLst/>
              <a:rect l="l" t="t" r="r" b="b"/>
              <a:pathLst>
                <a:path w="8" h="11" extrusionOk="0">
                  <a:moveTo>
                    <a:pt x="0" y="11"/>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09" name="Google Shape;11109;p76"/>
            <p:cNvSpPr/>
            <p:nvPr/>
          </p:nvSpPr>
          <p:spPr>
            <a:xfrm>
              <a:off x="2962204" y="1728662"/>
              <a:ext cx="109" cy="244"/>
            </a:xfrm>
            <a:custGeom>
              <a:avLst/>
              <a:gdLst/>
              <a:ahLst/>
              <a:cxnLst/>
              <a:rect l="l" t="t" r="r" b="b"/>
              <a:pathLst>
                <a:path w="8" h="18" extrusionOk="0">
                  <a:moveTo>
                    <a:pt x="8" y="0"/>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10" name="Google Shape;11110;p76"/>
            <p:cNvSpPr/>
            <p:nvPr/>
          </p:nvSpPr>
          <p:spPr>
            <a:xfrm>
              <a:off x="2962774" y="1727468"/>
              <a:ext cx="109" cy="258"/>
            </a:xfrm>
            <a:custGeom>
              <a:avLst/>
              <a:gdLst/>
              <a:ahLst/>
              <a:cxnLst/>
              <a:rect l="l" t="t" r="r" b="b"/>
              <a:pathLst>
                <a:path w="8" h="19" extrusionOk="0">
                  <a:moveTo>
                    <a:pt x="8" y="1"/>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11" name="Google Shape;11111;p76"/>
            <p:cNvSpPr/>
            <p:nvPr/>
          </p:nvSpPr>
          <p:spPr>
            <a:xfrm>
              <a:off x="3012536" y="1703177"/>
              <a:ext cx="258" cy="68"/>
            </a:xfrm>
            <a:custGeom>
              <a:avLst/>
              <a:gdLst/>
              <a:ahLst/>
              <a:cxnLst/>
              <a:rect l="l" t="t" r="r" b="b"/>
              <a:pathLst>
                <a:path w="19" h="5" extrusionOk="0">
                  <a:moveTo>
                    <a:pt x="18"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12" name="Google Shape;11112;p76"/>
            <p:cNvSpPr/>
            <p:nvPr/>
          </p:nvSpPr>
          <p:spPr>
            <a:xfrm>
              <a:off x="2963345" y="1726612"/>
              <a:ext cx="163" cy="163"/>
            </a:xfrm>
            <a:custGeom>
              <a:avLst/>
              <a:gdLst/>
              <a:ahLst/>
              <a:cxnLst/>
              <a:rect l="l" t="t" r="r" b="b"/>
              <a:pathLst>
                <a:path w="12" h="12" extrusionOk="0">
                  <a:moveTo>
                    <a:pt x="11"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13" name="Google Shape;11113;p76"/>
            <p:cNvSpPr/>
            <p:nvPr/>
          </p:nvSpPr>
          <p:spPr>
            <a:xfrm>
              <a:off x="2964010" y="1726042"/>
              <a:ext cx="109" cy="68"/>
            </a:xfrm>
            <a:custGeom>
              <a:avLst/>
              <a:gdLst/>
              <a:ahLst/>
              <a:cxnLst/>
              <a:rect l="l" t="t" r="r" b="b"/>
              <a:pathLst>
                <a:path w="8" h="5" extrusionOk="0">
                  <a:moveTo>
                    <a:pt x="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14" name="Google Shape;11114;p76"/>
            <p:cNvSpPr/>
            <p:nvPr/>
          </p:nvSpPr>
          <p:spPr>
            <a:xfrm>
              <a:off x="3009685" y="1703082"/>
              <a:ext cx="1344" cy="394"/>
            </a:xfrm>
            <a:custGeom>
              <a:avLst/>
              <a:gdLst/>
              <a:ahLst/>
              <a:cxnLst/>
              <a:rect l="l" t="t" r="r" b="b"/>
              <a:pathLst>
                <a:path w="99" h="29" extrusionOk="0">
                  <a:moveTo>
                    <a:pt x="1" y="1"/>
                  </a:moveTo>
                  <a:cubicBezTo>
                    <a:pt x="32" y="22"/>
                    <a:pt x="67" y="29"/>
                    <a:pt x="99" y="22"/>
                  </a:cubicBezTo>
                  <a:cubicBezTo>
                    <a:pt x="67" y="29"/>
                    <a:pt x="32" y="22"/>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15" name="Google Shape;11115;p76"/>
            <p:cNvSpPr/>
            <p:nvPr/>
          </p:nvSpPr>
          <p:spPr>
            <a:xfrm>
              <a:off x="3011966" y="170317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16" name="Google Shape;11116;p76"/>
            <p:cNvSpPr/>
            <p:nvPr/>
          </p:nvSpPr>
          <p:spPr>
            <a:xfrm>
              <a:off x="2991532" y="1712492"/>
              <a:ext cx="353" cy="1398"/>
            </a:xfrm>
            <a:custGeom>
              <a:avLst/>
              <a:gdLst/>
              <a:ahLst/>
              <a:cxnLst/>
              <a:rect l="l" t="t" r="r" b="b"/>
              <a:pathLst>
                <a:path w="26" h="103" extrusionOk="0">
                  <a:moveTo>
                    <a:pt x="25" y="102"/>
                  </a:moveTo>
                  <a:cubicBezTo>
                    <a:pt x="11" y="71"/>
                    <a:pt x="1" y="36"/>
                    <a:pt x="1" y="1"/>
                  </a:cubicBezTo>
                  <a:cubicBezTo>
                    <a:pt x="1" y="36"/>
                    <a:pt x="11" y="71"/>
                    <a:pt x="25" y="10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17" name="Google Shape;11117;p76"/>
            <p:cNvSpPr/>
            <p:nvPr/>
          </p:nvSpPr>
          <p:spPr>
            <a:xfrm>
              <a:off x="3011070" y="1703327"/>
              <a:ext cx="339" cy="54"/>
            </a:xfrm>
            <a:custGeom>
              <a:avLst/>
              <a:gdLst/>
              <a:ahLst/>
              <a:cxnLst/>
              <a:rect l="l" t="t" r="r" b="b"/>
              <a:pathLst>
                <a:path w="25" h="4" extrusionOk="0">
                  <a:moveTo>
                    <a:pt x="25" y="0"/>
                  </a:moveTo>
                  <a:cubicBezTo>
                    <a:pt x="14" y="0"/>
                    <a:pt x="7" y="4"/>
                    <a:pt x="0" y="4"/>
                  </a:cubicBezTo>
                  <a:cubicBezTo>
                    <a:pt x="7" y="4"/>
                    <a:pt x="14" y="0"/>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18" name="Google Shape;11118;p76"/>
            <p:cNvSpPr/>
            <p:nvPr/>
          </p:nvSpPr>
          <p:spPr>
            <a:xfrm>
              <a:off x="2650343" y="181141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19" name="Google Shape;11119;p76"/>
            <p:cNvSpPr/>
            <p:nvPr/>
          </p:nvSpPr>
          <p:spPr>
            <a:xfrm>
              <a:off x="2650723" y="1811322"/>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20" name="Google Shape;11120;p76"/>
            <p:cNvSpPr/>
            <p:nvPr/>
          </p:nvSpPr>
          <p:spPr>
            <a:xfrm>
              <a:off x="2698067" y="1830086"/>
              <a:ext cx="299" cy="14"/>
            </a:xfrm>
            <a:custGeom>
              <a:avLst/>
              <a:gdLst/>
              <a:ahLst/>
              <a:cxnLst/>
              <a:rect l="l" t="t" r="r" b="b"/>
              <a:pathLst>
                <a:path w="22" h="1" extrusionOk="0">
                  <a:moveTo>
                    <a:pt x="0" y="1"/>
                  </a:moveTo>
                  <a:lnTo>
                    <a:pt x="2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21" name="Google Shape;11121;p76"/>
            <p:cNvSpPr/>
            <p:nvPr/>
          </p:nvSpPr>
          <p:spPr>
            <a:xfrm>
              <a:off x="2651008" y="1811227"/>
              <a:ext cx="14" cy="14"/>
            </a:xfrm>
            <a:custGeom>
              <a:avLst/>
              <a:gdLst/>
              <a:ahLst/>
              <a:cxnLst/>
              <a:rect l="l" t="t" r="r" b="b"/>
              <a:pathLst>
                <a:path w="1" h="1" extrusionOk="0">
                  <a:moveTo>
                    <a:pt x="0"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22" name="Google Shape;11122;p76"/>
            <p:cNvSpPr/>
            <p:nvPr/>
          </p:nvSpPr>
          <p:spPr>
            <a:xfrm>
              <a:off x="2651198" y="181113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23" name="Google Shape;11123;p76"/>
            <p:cNvSpPr/>
            <p:nvPr/>
          </p:nvSpPr>
          <p:spPr>
            <a:xfrm>
              <a:off x="2649012" y="181160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24" name="Google Shape;11124;p76"/>
            <p:cNvSpPr/>
            <p:nvPr/>
          </p:nvSpPr>
          <p:spPr>
            <a:xfrm>
              <a:off x="2649487" y="1811553"/>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25" name="Google Shape;11125;p76"/>
            <p:cNvSpPr/>
            <p:nvPr/>
          </p:nvSpPr>
          <p:spPr>
            <a:xfrm>
              <a:off x="2649962" y="181145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26" name="Google Shape;11126;p76"/>
            <p:cNvSpPr/>
            <p:nvPr/>
          </p:nvSpPr>
          <p:spPr>
            <a:xfrm>
              <a:off x="2787041" y="1879305"/>
              <a:ext cx="2634" cy="421"/>
            </a:xfrm>
            <a:custGeom>
              <a:avLst/>
              <a:gdLst/>
              <a:ahLst/>
              <a:cxnLst/>
              <a:rect l="l" t="t" r="r" b="b"/>
              <a:pathLst>
                <a:path w="194" h="31" extrusionOk="0">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27" name="Google Shape;11127;p76"/>
            <p:cNvSpPr/>
            <p:nvPr/>
          </p:nvSpPr>
          <p:spPr>
            <a:xfrm>
              <a:off x="2774414" y="1867642"/>
              <a:ext cx="3326" cy="1629"/>
            </a:xfrm>
            <a:custGeom>
              <a:avLst/>
              <a:gdLst/>
              <a:ahLst/>
              <a:cxnLst/>
              <a:rect l="l" t="t" r="r" b="b"/>
              <a:pathLst>
                <a:path w="245" h="120" extrusionOk="0">
                  <a:moveTo>
                    <a:pt x="0" y="1"/>
                  </a:moveTo>
                  <a:lnTo>
                    <a:pt x="0" y="1"/>
                  </a:lnTo>
                  <a:cubicBezTo>
                    <a:pt x="115" y="11"/>
                    <a:pt x="199" y="53"/>
                    <a:pt x="245" y="120"/>
                  </a:cubicBezTo>
                  <a:cubicBezTo>
                    <a:pt x="203" y="53"/>
                    <a:pt x="115" y="1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28" name="Google Shape;11128;p76"/>
            <p:cNvSpPr/>
            <p:nvPr/>
          </p:nvSpPr>
          <p:spPr>
            <a:xfrm>
              <a:off x="2764774" y="1848443"/>
              <a:ext cx="5322" cy="8757"/>
            </a:xfrm>
            <a:custGeom>
              <a:avLst/>
              <a:gdLst/>
              <a:ahLst/>
              <a:cxnLst/>
              <a:rect l="l" t="t" r="r" b="b"/>
              <a:pathLst>
                <a:path w="392" h="645" extrusionOk="0">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29" name="Google Shape;11129;p76"/>
            <p:cNvSpPr/>
            <p:nvPr/>
          </p:nvSpPr>
          <p:spPr>
            <a:xfrm>
              <a:off x="2771603" y="1838694"/>
              <a:ext cx="1765" cy="8051"/>
            </a:xfrm>
            <a:custGeom>
              <a:avLst/>
              <a:gdLst/>
              <a:ahLst/>
              <a:cxnLst/>
              <a:rect l="l" t="t" r="r" b="b"/>
              <a:pathLst>
                <a:path w="130" h="593" extrusionOk="0">
                  <a:moveTo>
                    <a:pt x="0" y="592"/>
                  </a:moveTo>
                  <a:cubicBezTo>
                    <a:pt x="130" y="407"/>
                    <a:pt x="112" y="193"/>
                    <a:pt x="95" y="1"/>
                  </a:cubicBezTo>
                  <a:cubicBezTo>
                    <a:pt x="112" y="193"/>
                    <a:pt x="130" y="407"/>
                    <a:pt x="0" y="59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30" name="Google Shape;11130;p76"/>
            <p:cNvSpPr/>
            <p:nvPr/>
          </p:nvSpPr>
          <p:spPr>
            <a:xfrm>
              <a:off x="2786661" y="1879766"/>
              <a:ext cx="394" cy="149"/>
            </a:xfrm>
            <a:custGeom>
              <a:avLst/>
              <a:gdLst/>
              <a:ahLst/>
              <a:cxnLst/>
              <a:rect l="l" t="t" r="r" b="b"/>
              <a:pathLst>
                <a:path w="29" h="11" extrusionOk="0">
                  <a:moveTo>
                    <a:pt x="1" y="11"/>
                  </a:moveTo>
                  <a:lnTo>
                    <a:pt x="2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31" name="Google Shape;11131;p76"/>
            <p:cNvSpPr/>
            <p:nvPr/>
          </p:nvSpPr>
          <p:spPr>
            <a:xfrm>
              <a:off x="2761230" y="1825999"/>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32" name="Google Shape;11132;p76"/>
            <p:cNvSpPr/>
            <p:nvPr/>
          </p:nvSpPr>
          <p:spPr>
            <a:xfrm>
              <a:off x="2761474" y="1825864"/>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33" name="Google Shape;11133;p76"/>
            <p:cNvSpPr/>
            <p:nvPr/>
          </p:nvSpPr>
          <p:spPr>
            <a:xfrm>
              <a:off x="2761705" y="1825769"/>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34" name="Google Shape;11134;p76"/>
            <p:cNvSpPr/>
            <p:nvPr/>
          </p:nvSpPr>
          <p:spPr>
            <a:xfrm>
              <a:off x="2760945" y="1826149"/>
              <a:ext cx="68" cy="54"/>
            </a:xfrm>
            <a:custGeom>
              <a:avLst/>
              <a:gdLst/>
              <a:ahLst/>
              <a:cxnLst/>
              <a:rect l="l" t="t" r="r" b="b"/>
              <a:pathLst>
                <a:path w="5" h="4" extrusionOk="0">
                  <a:moveTo>
                    <a:pt x="4" y="0"/>
                  </a:moveTo>
                  <a:lnTo>
                    <a:pt x="1" y="4"/>
                  </a:ln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35" name="Google Shape;11135;p76"/>
            <p:cNvSpPr/>
            <p:nvPr/>
          </p:nvSpPr>
          <p:spPr>
            <a:xfrm>
              <a:off x="2704530" y="1833793"/>
              <a:ext cx="54" cy="68"/>
            </a:xfrm>
            <a:custGeom>
              <a:avLst/>
              <a:gdLst/>
              <a:ahLst/>
              <a:cxnLst/>
              <a:rect l="l" t="t" r="r" b="b"/>
              <a:pathLst>
                <a:path w="4" h="5" extrusionOk="0">
                  <a:moveTo>
                    <a:pt x="4" y="1"/>
                  </a:moveTo>
                  <a:lnTo>
                    <a:pt x="0" y="4"/>
                  </a:ln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36" name="Google Shape;11136;p76"/>
            <p:cNvSpPr/>
            <p:nvPr/>
          </p:nvSpPr>
          <p:spPr>
            <a:xfrm>
              <a:off x="2712894" y="1827004"/>
              <a:ext cx="4766" cy="1724"/>
            </a:xfrm>
            <a:custGeom>
              <a:avLst/>
              <a:gdLst/>
              <a:ahLst/>
              <a:cxnLst/>
              <a:rect l="l" t="t" r="r" b="b"/>
              <a:pathLst>
                <a:path w="351" h="127" extrusionOk="0">
                  <a:moveTo>
                    <a:pt x="1" y="0"/>
                  </a:moveTo>
                  <a:cubicBezTo>
                    <a:pt x="102" y="4"/>
                    <a:pt x="214" y="56"/>
                    <a:pt x="351" y="126"/>
                  </a:cubicBezTo>
                  <a:cubicBezTo>
                    <a:pt x="214" y="56"/>
                    <a:pt x="102"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37" name="Google Shape;11137;p76"/>
            <p:cNvSpPr/>
            <p:nvPr/>
          </p:nvSpPr>
          <p:spPr>
            <a:xfrm>
              <a:off x="2719126" y="1828946"/>
              <a:ext cx="964" cy="163"/>
            </a:xfrm>
            <a:custGeom>
              <a:avLst/>
              <a:gdLst/>
              <a:ahLst/>
              <a:cxnLst/>
              <a:rect l="l" t="t" r="r" b="b"/>
              <a:pathLst>
                <a:path w="71" h="12" extrusionOk="0">
                  <a:moveTo>
                    <a:pt x="70" y="1"/>
                  </a:moveTo>
                  <a:cubicBezTo>
                    <a:pt x="46" y="4"/>
                    <a:pt x="25" y="8"/>
                    <a:pt x="0" y="11"/>
                  </a:cubicBezTo>
                  <a:cubicBezTo>
                    <a:pt x="25" y="8"/>
                    <a:pt x="46" y="4"/>
                    <a:pt x="7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38" name="Google Shape;11138;p76"/>
            <p:cNvSpPr/>
            <p:nvPr/>
          </p:nvSpPr>
          <p:spPr>
            <a:xfrm>
              <a:off x="2724204" y="1829570"/>
              <a:ext cx="258" cy="149"/>
            </a:xfrm>
            <a:custGeom>
              <a:avLst/>
              <a:gdLst/>
              <a:ahLst/>
              <a:cxnLst/>
              <a:rect l="l" t="t" r="r" b="b"/>
              <a:pathLst>
                <a:path w="19" h="11" extrusionOk="0">
                  <a:moveTo>
                    <a:pt x="1" y="0"/>
                  </a:moveTo>
                  <a:lnTo>
                    <a:pt x="1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39" name="Google Shape;11139;p76"/>
            <p:cNvSpPr/>
            <p:nvPr/>
          </p:nvSpPr>
          <p:spPr>
            <a:xfrm>
              <a:off x="2722208" y="1828851"/>
              <a:ext cx="204" cy="68"/>
            </a:xfrm>
            <a:custGeom>
              <a:avLst/>
              <a:gdLst/>
              <a:ahLst/>
              <a:cxnLst/>
              <a:rect l="l" t="t" r="r" b="b"/>
              <a:pathLst>
                <a:path w="15" h="5" extrusionOk="0">
                  <a:moveTo>
                    <a:pt x="1" y="1"/>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40" name="Google Shape;11140;p76"/>
            <p:cNvSpPr/>
            <p:nvPr/>
          </p:nvSpPr>
          <p:spPr>
            <a:xfrm>
              <a:off x="2724679" y="1829855"/>
              <a:ext cx="204" cy="149"/>
            </a:xfrm>
            <a:custGeom>
              <a:avLst/>
              <a:gdLst/>
              <a:ahLst/>
              <a:cxnLst/>
              <a:rect l="l" t="t" r="r" b="b"/>
              <a:pathLst>
                <a:path w="15" h="11" extrusionOk="0">
                  <a:moveTo>
                    <a:pt x="1" y="0"/>
                  </a:moveTo>
                  <a:lnTo>
                    <a:pt x="15"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41" name="Google Shape;11141;p76"/>
            <p:cNvSpPr/>
            <p:nvPr/>
          </p:nvSpPr>
          <p:spPr>
            <a:xfrm>
              <a:off x="2720593" y="1828905"/>
              <a:ext cx="204" cy="14"/>
            </a:xfrm>
            <a:custGeom>
              <a:avLst/>
              <a:gdLst/>
              <a:ahLst/>
              <a:cxnLst/>
              <a:rect l="l" t="t" r="r" b="b"/>
              <a:pathLst>
                <a:path w="15" h="1" extrusionOk="0">
                  <a:moveTo>
                    <a:pt x="1" y="0"/>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42" name="Google Shape;11142;p76"/>
            <p:cNvSpPr/>
            <p:nvPr/>
          </p:nvSpPr>
          <p:spPr>
            <a:xfrm>
              <a:off x="2720077" y="1828905"/>
              <a:ext cx="489" cy="54"/>
            </a:xfrm>
            <a:custGeom>
              <a:avLst/>
              <a:gdLst/>
              <a:ahLst/>
              <a:cxnLst/>
              <a:rect l="l" t="t" r="r" b="b"/>
              <a:pathLst>
                <a:path w="36" h="4" extrusionOk="0">
                  <a:moveTo>
                    <a:pt x="0" y="4"/>
                  </a:moveTo>
                  <a:lnTo>
                    <a:pt x="3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43" name="Google Shape;11143;p76"/>
            <p:cNvSpPr/>
            <p:nvPr/>
          </p:nvSpPr>
          <p:spPr>
            <a:xfrm>
              <a:off x="2722588" y="1828946"/>
              <a:ext cx="204" cy="68"/>
            </a:xfrm>
            <a:custGeom>
              <a:avLst/>
              <a:gdLst/>
              <a:ahLst/>
              <a:cxnLst/>
              <a:rect l="l" t="t" r="r" b="b"/>
              <a:pathLst>
                <a:path w="15" h="5" extrusionOk="0">
                  <a:moveTo>
                    <a:pt x="1" y="1"/>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44" name="Google Shape;11144;p76"/>
            <p:cNvSpPr/>
            <p:nvPr/>
          </p:nvSpPr>
          <p:spPr>
            <a:xfrm>
              <a:off x="2723349" y="1829190"/>
              <a:ext cx="204" cy="54"/>
            </a:xfrm>
            <a:custGeom>
              <a:avLst/>
              <a:gdLst/>
              <a:ahLst/>
              <a:cxnLst/>
              <a:rect l="l" t="t" r="r" b="b"/>
              <a:pathLst>
                <a:path w="15" h="4" extrusionOk="0">
                  <a:moveTo>
                    <a:pt x="1" y="0"/>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45" name="Google Shape;11145;p76"/>
            <p:cNvSpPr/>
            <p:nvPr/>
          </p:nvSpPr>
          <p:spPr>
            <a:xfrm>
              <a:off x="2722969" y="1829041"/>
              <a:ext cx="204" cy="68"/>
            </a:xfrm>
            <a:custGeom>
              <a:avLst/>
              <a:gdLst/>
              <a:ahLst/>
              <a:cxnLst/>
              <a:rect l="l" t="t" r="r" b="b"/>
              <a:pathLst>
                <a:path w="15" h="5" extrusionOk="0">
                  <a:moveTo>
                    <a:pt x="1" y="1"/>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46" name="Google Shape;11146;p76"/>
            <p:cNvSpPr/>
            <p:nvPr/>
          </p:nvSpPr>
          <p:spPr>
            <a:xfrm>
              <a:off x="2723783" y="1829380"/>
              <a:ext cx="204" cy="109"/>
            </a:xfrm>
            <a:custGeom>
              <a:avLst/>
              <a:gdLst/>
              <a:ahLst/>
              <a:cxnLst/>
              <a:rect l="l" t="t" r="r" b="b"/>
              <a:pathLst>
                <a:path w="15" h="8" extrusionOk="0">
                  <a:moveTo>
                    <a:pt x="0" y="0"/>
                  </a:moveTo>
                  <a:lnTo>
                    <a:pt x="14"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47" name="Google Shape;11147;p76"/>
            <p:cNvSpPr/>
            <p:nvPr/>
          </p:nvSpPr>
          <p:spPr>
            <a:xfrm>
              <a:off x="2720878" y="1828851"/>
              <a:ext cx="204" cy="14"/>
            </a:xfrm>
            <a:custGeom>
              <a:avLst/>
              <a:gdLst/>
              <a:ahLst/>
              <a:cxnLst/>
              <a:rect l="l" t="t" r="r" b="b"/>
              <a:pathLst>
                <a:path w="15" h="1" extrusionOk="0">
                  <a:moveTo>
                    <a:pt x="1"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48" name="Google Shape;11148;p76"/>
            <p:cNvSpPr/>
            <p:nvPr/>
          </p:nvSpPr>
          <p:spPr>
            <a:xfrm>
              <a:off x="2721217" y="1828810"/>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49" name="Google Shape;11149;p76"/>
            <p:cNvSpPr/>
            <p:nvPr/>
          </p:nvSpPr>
          <p:spPr>
            <a:xfrm>
              <a:off x="2721882" y="1828810"/>
              <a:ext cx="149" cy="14"/>
            </a:xfrm>
            <a:custGeom>
              <a:avLst/>
              <a:gdLst/>
              <a:ahLst/>
              <a:cxnLst/>
              <a:rect l="l" t="t" r="r" b="b"/>
              <a:pathLst>
                <a:path w="11" h="1" extrusionOk="0">
                  <a:moveTo>
                    <a:pt x="0"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50" name="Google Shape;11150;p76"/>
            <p:cNvSpPr/>
            <p:nvPr/>
          </p:nvSpPr>
          <p:spPr>
            <a:xfrm>
              <a:off x="2725155" y="1830181"/>
              <a:ext cx="258" cy="163"/>
            </a:xfrm>
            <a:custGeom>
              <a:avLst/>
              <a:gdLst/>
              <a:ahLst/>
              <a:cxnLst/>
              <a:rect l="l" t="t" r="r" b="b"/>
              <a:pathLst>
                <a:path w="19" h="12" extrusionOk="0">
                  <a:moveTo>
                    <a:pt x="1" y="1"/>
                  </a:moveTo>
                  <a:lnTo>
                    <a:pt x="1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51" name="Google Shape;11151;p76"/>
            <p:cNvSpPr/>
            <p:nvPr/>
          </p:nvSpPr>
          <p:spPr>
            <a:xfrm>
              <a:off x="2721543" y="182881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52" name="Google Shape;11152;p76"/>
            <p:cNvSpPr/>
            <p:nvPr/>
          </p:nvSpPr>
          <p:spPr>
            <a:xfrm>
              <a:off x="2725630" y="1830616"/>
              <a:ext cx="258" cy="204"/>
            </a:xfrm>
            <a:custGeom>
              <a:avLst/>
              <a:gdLst/>
              <a:ahLst/>
              <a:cxnLst/>
              <a:rect l="l" t="t" r="r" b="b"/>
              <a:pathLst>
                <a:path w="19" h="15" extrusionOk="0">
                  <a:moveTo>
                    <a:pt x="1" y="0"/>
                  </a:moveTo>
                  <a:lnTo>
                    <a:pt x="18"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53" name="Google Shape;11153;p76"/>
            <p:cNvSpPr/>
            <p:nvPr/>
          </p:nvSpPr>
          <p:spPr>
            <a:xfrm>
              <a:off x="2704530" y="183388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54" name="Google Shape;11154;p76"/>
            <p:cNvSpPr/>
            <p:nvPr/>
          </p:nvSpPr>
          <p:spPr>
            <a:xfrm>
              <a:off x="2801976" y="1871403"/>
              <a:ext cx="109" cy="54"/>
            </a:xfrm>
            <a:custGeom>
              <a:avLst/>
              <a:gdLst/>
              <a:ahLst/>
              <a:cxnLst/>
              <a:rect l="l" t="t" r="r" b="b"/>
              <a:pathLst>
                <a:path w="8" h="4" extrusionOk="0">
                  <a:moveTo>
                    <a:pt x="7"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55" name="Google Shape;11155;p76"/>
            <p:cNvSpPr/>
            <p:nvPr/>
          </p:nvSpPr>
          <p:spPr>
            <a:xfrm>
              <a:off x="2821894" y="1866270"/>
              <a:ext cx="815" cy="339"/>
            </a:xfrm>
            <a:custGeom>
              <a:avLst/>
              <a:gdLst/>
              <a:ahLst/>
              <a:cxnLst/>
              <a:rect l="l" t="t" r="r" b="b"/>
              <a:pathLst>
                <a:path w="60" h="25" extrusionOk="0">
                  <a:moveTo>
                    <a:pt x="60" y="25"/>
                  </a:moveTo>
                  <a:cubicBezTo>
                    <a:pt x="42" y="11"/>
                    <a:pt x="21" y="0"/>
                    <a:pt x="0" y="0"/>
                  </a:cubicBezTo>
                  <a:cubicBezTo>
                    <a:pt x="21" y="0"/>
                    <a:pt x="42" y="11"/>
                    <a:pt x="60"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56" name="Google Shape;11156;p76"/>
            <p:cNvSpPr/>
            <p:nvPr/>
          </p:nvSpPr>
          <p:spPr>
            <a:xfrm>
              <a:off x="2797414" y="1872774"/>
              <a:ext cx="434" cy="299"/>
            </a:xfrm>
            <a:custGeom>
              <a:avLst/>
              <a:gdLst/>
              <a:ahLst/>
              <a:cxnLst/>
              <a:rect l="l" t="t" r="r" b="b"/>
              <a:pathLst>
                <a:path w="32" h="22" extrusionOk="0">
                  <a:moveTo>
                    <a:pt x="32" y="1"/>
                  </a:moveTo>
                  <a:cubicBezTo>
                    <a:pt x="21" y="8"/>
                    <a:pt x="11" y="15"/>
                    <a:pt x="0" y="22"/>
                  </a:cubicBezTo>
                  <a:cubicBezTo>
                    <a:pt x="11" y="18"/>
                    <a:pt x="21" y="11"/>
                    <a:pt x="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57" name="Google Shape;11157;p76"/>
            <p:cNvSpPr/>
            <p:nvPr/>
          </p:nvSpPr>
          <p:spPr>
            <a:xfrm>
              <a:off x="2804108" y="1870452"/>
              <a:ext cx="1874" cy="1100"/>
            </a:xfrm>
            <a:custGeom>
              <a:avLst/>
              <a:gdLst/>
              <a:ahLst/>
              <a:cxnLst/>
              <a:rect l="l" t="t" r="r" b="b"/>
              <a:pathLst>
                <a:path w="138" h="81" extrusionOk="0">
                  <a:moveTo>
                    <a:pt x="1" y="81"/>
                  </a:moveTo>
                  <a:cubicBezTo>
                    <a:pt x="29" y="32"/>
                    <a:pt x="81" y="0"/>
                    <a:pt x="137" y="0"/>
                  </a:cubicBezTo>
                  <a:cubicBezTo>
                    <a:pt x="81" y="0"/>
                    <a:pt x="29" y="32"/>
                    <a:pt x="1" y="8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58" name="Google Shape;11158;p76"/>
            <p:cNvSpPr/>
            <p:nvPr/>
          </p:nvSpPr>
          <p:spPr>
            <a:xfrm>
              <a:off x="2837902" y="1879617"/>
              <a:ext cx="353" cy="109"/>
            </a:xfrm>
            <a:custGeom>
              <a:avLst/>
              <a:gdLst/>
              <a:ahLst/>
              <a:cxnLst/>
              <a:rect l="l" t="t" r="r" b="b"/>
              <a:pathLst>
                <a:path w="26" h="8" extrusionOk="0">
                  <a:moveTo>
                    <a:pt x="1" y="1"/>
                  </a:moveTo>
                  <a:cubicBezTo>
                    <a:pt x="8" y="4"/>
                    <a:pt x="18" y="4"/>
                    <a:pt x="25" y="8"/>
                  </a:cubicBezTo>
                  <a:cubicBezTo>
                    <a:pt x="18" y="4"/>
                    <a:pt x="8"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59" name="Google Shape;11159;p76"/>
            <p:cNvSpPr/>
            <p:nvPr/>
          </p:nvSpPr>
          <p:spPr>
            <a:xfrm>
              <a:off x="2822750" y="1866596"/>
              <a:ext cx="109" cy="109"/>
            </a:xfrm>
            <a:custGeom>
              <a:avLst/>
              <a:gdLst/>
              <a:ahLst/>
              <a:cxnLst/>
              <a:rect l="l" t="t" r="r" b="b"/>
              <a:pathLst>
                <a:path w="8" h="8" extrusionOk="0">
                  <a:moveTo>
                    <a:pt x="7"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60" name="Google Shape;11160;p76"/>
            <p:cNvSpPr/>
            <p:nvPr/>
          </p:nvSpPr>
          <p:spPr>
            <a:xfrm>
              <a:off x="2838282" y="1879712"/>
              <a:ext cx="353" cy="204"/>
            </a:xfrm>
            <a:custGeom>
              <a:avLst/>
              <a:gdLst/>
              <a:ahLst/>
              <a:cxnLst/>
              <a:rect l="l" t="t" r="r" b="b"/>
              <a:pathLst>
                <a:path w="26" h="15" extrusionOk="0">
                  <a:moveTo>
                    <a:pt x="25" y="15"/>
                  </a:moveTo>
                  <a:cubicBezTo>
                    <a:pt x="18" y="8"/>
                    <a:pt x="8" y="4"/>
                    <a:pt x="1" y="1"/>
                  </a:cubicBezTo>
                  <a:cubicBezTo>
                    <a:pt x="8" y="4"/>
                    <a:pt x="18" y="8"/>
                    <a:pt x="25"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61" name="Google Shape;11161;p76"/>
            <p:cNvSpPr/>
            <p:nvPr/>
          </p:nvSpPr>
          <p:spPr>
            <a:xfrm>
              <a:off x="2796939" y="1873113"/>
              <a:ext cx="434" cy="244"/>
            </a:xfrm>
            <a:custGeom>
              <a:avLst/>
              <a:gdLst/>
              <a:ahLst/>
              <a:cxnLst/>
              <a:rect l="l" t="t" r="r" b="b"/>
              <a:pathLst>
                <a:path w="32" h="18" extrusionOk="0">
                  <a:moveTo>
                    <a:pt x="32" y="0"/>
                  </a:moveTo>
                  <a:lnTo>
                    <a:pt x="7" y="14"/>
                  </a:lnTo>
                  <a:lnTo>
                    <a:pt x="0" y="18"/>
                  </a:lnTo>
                  <a:cubicBezTo>
                    <a:pt x="11" y="14"/>
                    <a:pt x="21" y="7"/>
                    <a:pt x="3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62" name="Google Shape;11162;p76"/>
            <p:cNvSpPr/>
            <p:nvPr/>
          </p:nvSpPr>
          <p:spPr>
            <a:xfrm>
              <a:off x="2797889" y="1872543"/>
              <a:ext cx="299" cy="244"/>
            </a:xfrm>
            <a:custGeom>
              <a:avLst/>
              <a:gdLst/>
              <a:ahLst/>
              <a:cxnLst/>
              <a:rect l="l" t="t" r="r" b="b"/>
              <a:pathLst>
                <a:path w="22" h="18" extrusionOk="0">
                  <a:moveTo>
                    <a:pt x="21" y="0"/>
                  </a:moveTo>
                  <a:cubicBezTo>
                    <a:pt x="14" y="4"/>
                    <a:pt x="7" y="11"/>
                    <a:pt x="0" y="18"/>
                  </a:cubicBezTo>
                  <a:cubicBezTo>
                    <a:pt x="7" y="11"/>
                    <a:pt x="14" y="4"/>
                    <a:pt x="2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63" name="Google Shape;11163;p76"/>
            <p:cNvSpPr/>
            <p:nvPr/>
          </p:nvSpPr>
          <p:spPr>
            <a:xfrm>
              <a:off x="2838662" y="1879956"/>
              <a:ext cx="828" cy="720"/>
            </a:xfrm>
            <a:custGeom>
              <a:avLst/>
              <a:gdLst/>
              <a:ahLst/>
              <a:cxnLst/>
              <a:rect l="l" t="t" r="r" b="b"/>
              <a:pathLst>
                <a:path w="61" h="53" extrusionOk="0">
                  <a:moveTo>
                    <a:pt x="1" y="0"/>
                  </a:moveTo>
                  <a:cubicBezTo>
                    <a:pt x="22" y="14"/>
                    <a:pt x="43" y="32"/>
                    <a:pt x="60" y="53"/>
                  </a:cubicBezTo>
                  <a:cubicBezTo>
                    <a:pt x="43" y="32"/>
                    <a:pt x="22"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64" name="Google Shape;11164;p76"/>
            <p:cNvSpPr/>
            <p:nvPr/>
          </p:nvSpPr>
          <p:spPr>
            <a:xfrm>
              <a:off x="2796178" y="1873684"/>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65" name="Google Shape;11165;p76"/>
            <p:cNvSpPr/>
            <p:nvPr/>
          </p:nvSpPr>
          <p:spPr>
            <a:xfrm>
              <a:off x="2795798" y="1873779"/>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66" name="Google Shape;11166;p76"/>
            <p:cNvSpPr/>
            <p:nvPr/>
          </p:nvSpPr>
          <p:spPr>
            <a:xfrm>
              <a:off x="2795459" y="1873779"/>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67" name="Google Shape;11167;p76"/>
            <p:cNvSpPr/>
            <p:nvPr/>
          </p:nvSpPr>
          <p:spPr>
            <a:xfrm>
              <a:off x="2789661" y="1879671"/>
              <a:ext cx="3476" cy="3476"/>
            </a:xfrm>
            <a:custGeom>
              <a:avLst/>
              <a:gdLst/>
              <a:ahLst/>
              <a:cxnLst/>
              <a:rect l="l" t="t" r="r" b="b"/>
              <a:pathLst>
                <a:path w="256" h="256" extrusionOk="0">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68" name="Google Shape;11168;p76"/>
            <p:cNvSpPr/>
            <p:nvPr/>
          </p:nvSpPr>
          <p:spPr>
            <a:xfrm>
              <a:off x="2796559" y="1873399"/>
              <a:ext cx="299" cy="149"/>
            </a:xfrm>
            <a:custGeom>
              <a:avLst/>
              <a:gdLst/>
              <a:ahLst/>
              <a:cxnLst/>
              <a:rect l="l" t="t" r="r" b="b"/>
              <a:pathLst>
                <a:path w="22" h="11" extrusionOk="0">
                  <a:moveTo>
                    <a:pt x="0" y="11"/>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69" name="Google Shape;11169;p76"/>
            <p:cNvSpPr/>
            <p:nvPr/>
          </p:nvSpPr>
          <p:spPr>
            <a:xfrm>
              <a:off x="2794984" y="1873724"/>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70" name="Google Shape;11170;p76"/>
            <p:cNvSpPr/>
            <p:nvPr/>
          </p:nvSpPr>
          <p:spPr>
            <a:xfrm>
              <a:off x="2789661" y="1879671"/>
              <a:ext cx="54" cy="14"/>
            </a:xfrm>
            <a:custGeom>
              <a:avLst/>
              <a:gdLst/>
              <a:ahLst/>
              <a:cxnLst/>
              <a:rect l="l" t="t" r="r" b="b"/>
              <a:pathLst>
                <a:path w="4" h="1" extrusionOk="0">
                  <a:moveTo>
                    <a:pt x="4" y="0"/>
                  </a:moveTo>
                  <a:lnTo>
                    <a:pt x="4" y="0"/>
                  </a:lnTo>
                  <a:lnTo>
                    <a:pt x="0" y="0"/>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71" name="Google Shape;11171;p76"/>
            <p:cNvSpPr/>
            <p:nvPr/>
          </p:nvSpPr>
          <p:spPr>
            <a:xfrm>
              <a:off x="2796980" y="1873303"/>
              <a:ext cx="109" cy="54"/>
            </a:xfrm>
            <a:custGeom>
              <a:avLst/>
              <a:gdLst/>
              <a:ahLst/>
              <a:cxnLst/>
              <a:rect l="l" t="t" r="r" b="b"/>
              <a:pathLst>
                <a:path w="8" h="4" extrusionOk="0">
                  <a:moveTo>
                    <a:pt x="8"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72" name="Google Shape;11172;p76"/>
            <p:cNvSpPr/>
            <p:nvPr/>
          </p:nvSpPr>
          <p:spPr>
            <a:xfrm>
              <a:off x="2959964" y="1971102"/>
              <a:ext cx="4345" cy="3082"/>
            </a:xfrm>
            <a:custGeom>
              <a:avLst/>
              <a:gdLst/>
              <a:ahLst/>
              <a:cxnLst/>
              <a:rect l="l" t="t" r="r" b="b"/>
              <a:pathLst>
                <a:path w="320" h="227" extrusionOk="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73" name="Google Shape;11173;p76"/>
            <p:cNvSpPr/>
            <p:nvPr/>
          </p:nvSpPr>
          <p:spPr>
            <a:xfrm>
              <a:off x="2945287" y="1972446"/>
              <a:ext cx="34378" cy="30916"/>
            </a:xfrm>
            <a:custGeom>
              <a:avLst/>
              <a:gdLst/>
              <a:ahLst/>
              <a:cxnLst/>
              <a:rect l="l" t="t" r="r" b="b"/>
              <a:pathLst>
                <a:path w="2532" h="2277" extrusionOk="0">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74" name="Google Shape;11174;p76"/>
            <p:cNvSpPr/>
            <p:nvPr/>
          </p:nvSpPr>
          <p:spPr>
            <a:xfrm>
              <a:off x="2934927" y="1945305"/>
              <a:ext cx="6191" cy="6463"/>
            </a:xfrm>
            <a:custGeom>
              <a:avLst/>
              <a:gdLst/>
              <a:ahLst/>
              <a:cxnLst/>
              <a:rect l="l" t="t" r="r" b="b"/>
              <a:pathLst>
                <a:path w="456" h="476" extrusionOk="0">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75" name="Google Shape;11175;p76"/>
            <p:cNvSpPr/>
            <p:nvPr/>
          </p:nvSpPr>
          <p:spPr>
            <a:xfrm>
              <a:off x="2944567" y="1938516"/>
              <a:ext cx="27875" cy="31432"/>
            </a:xfrm>
            <a:custGeom>
              <a:avLst/>
              <a:gdLst/>
              <a:ahLst/>
              <a:cxnLst/>
              <a:rect l="l" t="t" r="r" b="b"/>
              <a:pathLst>
                <a:path w="2053" h="2315" extrusionOk="0">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76" name="Google Shape;11176;p76"/>
            <p:cNvSpPr/>
            <p:nvPr/>
          </p:nvSpPr>
          <p:spPr>
            <a:xfrm>
              <a:off x="2944187" y="1956588"/>
              <a:ext cx="15030" cy="20258"/>
            </a:xfrm>
            <a:custGeom>
              <a:avLst/>
              <a:gdLst/>
              <a:ahLst/>
              <a:cxnLst/>
              <a:rect l="l" t="t" r="r" b="b"/>
              <a:pathLst>
                <a:path w="1107" h="1492" extrusionOk="0">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77" name="Google Shape;11177;p76"/>
            <p:cNvSpPr/>
            <p:nvPr/>
          </p:nvSpPr>
          <p:spPr>
            <a:xfrm>
              <a:off x="2930066" y="1906039"/>
              <a:ext cx="18126" cy="34270"/>
            </a:xfrm>
            <a:custGeom>
              <a:avLst/>
              <a:gdLst/>
              <a:ahLst/>
              <a:cxnLst/>
              <a:rect l="l" t="t" r="r" b="b"/>
              <a:pathLst>
                <a:path w="1335" h="2524" extrusionOk="0">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78" name="Google Shape;11178;p76"/>
            <p:cNvSpPr/>
            <p:nvPr/>
          </p:nvSpPr>
          <p:spPr>
            <a:xfrm>
              <a:off x="2911587" y="1962426"/>
              <a:ext cx="15410" cy="19171"/>
            </a:xfrm>
            <a:custGeom>
              <a:avLst/>
              <a:gdLst/>
              <a:ahLst/>
              <a:cxnLst/>
              <a:rect l="l" t="t" r="r" b="b"/>
              <a:pathLst>
                <a:path w="1135" h="1412" extrusionOk="0">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79" name="Google Shape;11179;p76"/>
            <p:cNvSpPr/>
            <p:nvPr/>
          </p:nvSpPr>
          <p:spPr>
            <a:xfrm>
              <a:off x="3088163" y="2067136"/>
              <a:ext cx="69218" cy="57636"/>
            </a:xfrm>
            <a:custGeom>
              <a:avLst/>
              <a:gdLst/>
              <a:ahLst/>
              <a:cxnLst/>
              <a:rect l="l" t="t" r="r" b="b"/>
              <a:pathLst>
                <a:path w="5098" h="4245" extrusionOk="0">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80" name="Google Shape;11180;p76"/>
            <p:cNvSpPr/>
            <p:nvPr/>
          </p:nvSpPr>
          <p:spPr>
            <a:xfrm>
              <a:off x="2639603" y="1973302"/>
              <a:ext cx="14229" cy="26680"/>
            </a:xfrm>
            <a:custGeom>
              <a:avLst/>
              <a:gdLst/>
              <a:ahLst/>
              <a:cxnLst/>
              <a:rect l="l" t="t" r="r" b="b"/>
              <a:pathLst>
                <a:path w="1048" h="1965" extrusionOk="0">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81" name="Google Shape;11181;p76"/>
            <p:cNvSpPr/>
            <p:nvPr/>
          </p:nvSpPr>
          <p:spPr>
            <a:xfrm>
              <a:off x="2363531" y="2134820"/>
              <a:ext cx="53061" cy="102877"/>
            </a:xfrm>
            <a:custGeom>
              <a:avLst/>
              <a:gdLst/>
              <a:ahLst/>
              <a:cxnLst/>
              <a:rect l="l" t="t" r="r" b="b"/>
              <a:pathLst>
                <a:path w="3908" h="7577" extrusionOk="0">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82" name="Google Shape;11182;p76"/>
            <p:cNvSpPr/>
            <p:nvPr/>
          </p:nvSpPr>
          <p:spPr>
            <a:xfrm>
              <a:off x="2441765" y="1949718"/>
              <a:ext cx="5621" cy="1466"/>
            </a:xfrm>
            <a:custGeom>
              <a:avLst/>
              <a:gdLst/>
              <a:ahLst/>
              <a:cxnLst/>
              <a:rect l="l" t="t" r="r" b="b"/>
              <a:pathLst>
                <a:path w="414" h="108" extrusionOk="0">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83" name="Google Shape;11183;p76"/>
            <p:cNvSpPr/>
            <p:nvPr/>
          </p:nvSpPr>
          <p:spPr>
            <a:xfrm>
              <a:off x="2361345" y="1900730"/>
              <a:ext cx="77012" cy="46109"/>
            </a:xfrm>
            <a:custGeom>
              <a:avLst/>
              <a:gdLst/>
              <a:ahLst/>
              <a:cxnLst/>
              <a:rect l="l" t="t" r="r" b="b"/>
              <a:pathLst>
                <a:path w="5672" h="3396" extrusionOk="0">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84" name="Google Shape;11184;p76"/>
            <p:cNvSpPr/>
            <p:nvPr/>
          </p:nvSpPr>
          <p:spPr>
            <a:xfrm>
              <a:off x="2379743" y="1913221"/>
              <a:ext cx="5146" cy="1018"/>
            </a:xfrm>
            <a:custGeom>
              <a:avLst/>
              <a:gdLst/>
              <a:ahLst/>
              <a:cxnLst/>
              <a:rect l="l" t="t" r="r" b="b"/>
              <a:pathLst>
                <a:path w="379" h="75" extrusionOk="0">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85" name="Google Shape;11185;p76"/>
            <p:cNvSpPr/>
            <p:nvPr/>
          </p:nvSpPr>
          <p:spPr>
            <a:xfrm>
              <a:off x="2364237" y="1918829"/>
              <a:ext cx="109" cy="68"/>
            </a:xfrm>
            <a:custGeom>
              <a:avLst/>
              <a:gdLst/>
              <a:ahLst/>
              <a:cxnLst/>
              <a:rect l="l" t="t" r="r" b="b"/>
              <a:pathLst>
                <a:path w="8" h="5" extrusionOk="0">
                  <a:moveTo>
                    <a:pt x="1" y="4"/>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86" name="Google Shape;11186;p76"/>
            <p:cNvSpPr/>
            <p:nvPr/>
          </p:nvSpPr>
          <p:spPr>
            <a:xfrm>
              <a:off x="2364713" y="1918503"/>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87" name="Google Shape;11187;p76"/>
            <p:cNvSpPr/>
            <p:nvPr/>
          </p:nvSpPr>
          <p:spPr>
            <a:xfrm>
              <a:off x="2364102" y="1918978"/>
              <a:ext cx="109" cy="54"/>
            </a:xfrm>
            <a:custGeom>
              <a:avLst/>
              <a:gdLst/>
              <a:ahLst/>
              <a:cxnLst/>
              <a:rect l="l" t="t" r="r" b="b"/>
              <a:pathLst>
                <a:path w="8" h="4" extrusionOk="0">
                  <a:moveTo>
                    <a:pt x="0" y="4"/>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88" name="Google Shape;11188;p76"/>
            <p:cNvSpPr/>
            <p:nvPr/>
          </p:nvSpPr>
          <p:spPr>
            <a:xfrm>
              <a:off x="2364672" y="1918544"/>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89" name="Google Shape;11189;p76"/>
            <p:cNvSpPr/>
            <p:nvPr/>
          </p:nvSpPr>
          <p:spPr>
            <a:xfrm>
              <a:off x="2364523" y="1918693"/>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90" name="Google Shape;11190;p76"/>
            <p:cNvSpPr/>
            <p:nvPr/>
          </p:nvSpPr>
          <p:spPr>
            <a:xfrm>
              <a:off x="2364387" y="1918734"/>
              <a:ext cx="54" cy="68"/>
            </a:xfrm>
            <a:custGeom>
              <a:avLst/>
              <a:gdLst/>
              <a:ahLst/>
              <a:cxnLst/>
              <a:rect l="l" t="t" r="r" b="b"/>
              <a:pathLst>
                <a:path w="4" h="5" extrusionOk="0">
                  <a:moveTo>
                    <a:pt x="0"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91" name="Google Shape;11191;p76"/>
            <p:cNvSpPr/>
            <p:nvPr/>
          </p:nvSpPr>
          <p:spPr>
            <a:xfrm>
              <a:off x="2363857" y="1919073"/>
              <a:ext cx="163" cy="54"/>
            </a:xfrm>
            <a:custGeom>
              <a:avLst/>
              <a:gdLst/>
              <a:ahLst/>
              <a:cxnLst/>
              <a:rect l="l" t="t" r="r" b="b"/>
              <a:pathLst>
                <a:path w="12" h="4" extrusionOk="0">
                  <a:moveTo>
                    <a:pt x="1"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92" name="Google Shape;11192;p76"/>
            <p:cNvSpPr/>
            <p:nvPr/>
          </p:nvSpPr>
          <p:spPr>
            <a:xfrm>
              <a:off x="2363341" y="1919358"/>
              <a:ext cx="204" cy="109"/>
            </a:xfrm>
            <a:custGeom>
              <a:avLst/>
              <a:gdLst/>
              <a:ahLst/>
              <a:cxnLst/>
              <a:rect l="l" t="t" r="r" b="b"/>
              <a:pathLst>
                <a:path w="15" h="8" extrusionOk="0">
                  <a:moveTo>
                    <a:pt x="0" y="8"/>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93" name="Google Shape;11193;p76"/>
            <p:cNvSpPr/>
            <p:nvPr/>
          </p:nvSpPr>
          <p:spPr>
            <a:xfrm>
              <a:off x="2362242" y="1919508"/>
              <a:ext cx="1018" cy="530"/>
            </a:xfrm>
            <a:custGeom>
              <a:avLst/>
              <a:gdLst/>
              <a:ahLst/>
              <a:cxnLst/>
              <a:rect l="l" t="t" r="r" b="b"/>
              <a:pathLst>
                <a:path w="75" h="39" extrusionOk="0">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94" name="Google Shape;11194;p76"/>
            <p:cNvSpPr/>
            <p:nvPr/>
          </p:nvSpPr>
          <p:spPr>
            <a:xfrm>
              <a:off x="2363626" y="1919209"/>
              <a:ext cx="149" cy="68"/>
            </a:xfrm>
            <a:custGeom>
              <a:avLst/>
              <a:gdLst/>
              <a:ahLst/>
              <a:cxnLst/>
              <a:rect l="l" t="t" r="r" b="b"/>
              <a:pathLst>
                <a:path w="11" h="5" extrusionOk="0">
                  <a:moveTo>
                    <a:pt x="0" y="5"/>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95" name="Google Shape;11195;p76"/>
            <p:cNvSpPr/>
            <p:nvPr/>
          </p:nvSpPr>
          <p:spPr>
            <a:xfrm>
              <a:off x="2361766" y="1920024"/>
              <a:ext cx="394" cy="204"/>
            </a:xfrm>
            <a:custGeom>
              <a:avLst/>
              <a:gdLst/>
              <a:ahLst/>
              <a:cxnLst/>
              <a:rect l="l" t="t" r="r" b="b"/>
              <a:pathLst>
                <a:path w="29" h="15" extrusionOk="0">
                  <a:moveTo>
                    <a:pt x="1" y="15"/>
                  </a:move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96" name="Google Shape;11196;p76"/>
            <p:cNvSpPr/>
            <p:nvPr/>
          </p:nvSpPr>
          <p:spPr>
            <a:xfrm>
              <a:off x="2423463" y="1902672"/>
              <a:ext cx="163" cy="14"/>
            </a:xfrm>
            <a:custGeom>
              <a:avLst/>
              <a:gdLst/>
              <a:ahLst/>
              <a:cxnLst/>
              <a:rect l="l" t="t" r="r" b="b"/>
              <a:pathLst>
                <a:path w="12" h="1" extrusionOk="0">
                  <a:moveTo>
                    <a:pt x="1"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97" name="Google Shape;11197;p76"/>
            <p:cNvSpPr/>
            <p:nvPr/>
          </p:nvSpPr>
          <p:spPr>
            <a:xfrm>
              <a:off x="2367333" y="1912040"/>
              <a:ext cx="1100" cy="244"/>
            </a:xfrm>
            <a:custGeom>
              <a:avLst/>
              <a:gdLst/>
              <a:ahLst/>
              <a:cxnLst/>
              <a:rect l="l" t="t" r="r" b="b"/>
              <a:pathLst>
                <a:path w="81" h="18" extrusionOk="0">
                  <a:moveTo>
                    <a:pt x="81" y="18"/>
                  </a:moveTo>
                  <a:cubicBezTo>
                    <a:pt x="56" y="7"/>
                    <a:pt x="28" y="0"/>
                    <a:pt x="0" y="0"/>
                  </a:cubicBezTo>
                  <a:cubicBezTo>
                    <a:pt x="28" y="0"/>
                    <a:pt x="56" y="7"/>
                    <a:pt x="8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98" name="Google Shape;11198;p76"/>
            <p:cNvSpPr/>
            <p:nvPr/>
          </p:nvSpPr>
          <p:spPr>
            <a:xfrm>
              <a:off x="2364618" y="191859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99" name="Google Shape;11199;p76"/>
            <p:cNvSpPr/>
            <p:nvPr/>
          </p:nvSpPr>
          <p:spPr>
            <a:xfrm>
              <a:off x="2364767" y="191840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00" name="Google Shape;11200;p76"/>
            <p:cNvSpPr/>
            <p:nvPr/>
          </p:nvSpPr>
          <p:spPr>
            <a:xfrm>
              <a:off x="2414298" y="1903201"/>
              <a:ext cx="3286" cy="54"/>
            </a:xfrm>
            <a:custGeom>
              <a:avLst/>
              <a:gdLst/>
              <a:ahLst/>
              <a:cxnLst/>
              <a:rect l="l" t="t" r="r" b="b"/>
              <a:pathLst>
                <a:path w="242" h="4" extrusionOk="0">
                  <a:moveTo>
                    <a:pt x="0" y="4"/>
                  </a:moveTo>
                  <a:cubicBezTo>
                    <a:pt x="81" y="4"/>
                    <a:pt x="161" y="4"/>
                    <a:pt x="242" y="0"/>
                  </a:cubicBezTo>
                  <a:cubicBezTo>
                    <a:pt x="161" y="4"/>
                    <a:pt x="81" y="4"/>
                    <a:pt x="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01" name="Google Shape;11201;p76"/>
            <p:cNvSpPr/>
            <p:nvPr/>
          </p:nvSpPr>
          <p:spPr>
            <a:xfrm>
              <a:off x="2373131" y="1912746"/>
              <a:ext cx="1779" cy="109"/>
            </a:xfrm>
            <a:custGeom>
              <a:avLst/>
              <a:gdLst/>
              <a:ahLst/>
              <a:cxnLst/>
              <a:rect l="l" t="t" r="r" b="b"/>
              <a:pathLst>
                <a:path w="131" h="8" extrusionOk="0">
                  <a:moveTo>
                    <a:pt x="1" y="8"/>
                  </a:moveTo>
                  <a:cubicBezTo>
                    <a:pt x="43" y="4"/>
                    <a:pt x="88" y="1"/>
                    <a:pt x="130" y="4"/>
                  </a:cubicBezTo>
                  <a:cubicBezTo>
                    <a:pt x="88" y="1"/>
                    <a:pt x="43" y="4"/>
                    <a:pt x="1"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02" name="Google Shape;11202;p76"/>
            <p:cNvSpPr/>
            <p:nvPr/>
          </p:nvSpPr>
          <p:spPr>
            <a:xfrm>
              <a:off x="2437773" y="1917172"/>
              <a:ext cx="394" cy="774"/>
            </a:xfrm>
            <a:custGeom>
              <a:avLst/>
              <a:gdLst/>
              <a:ahLst/>
              <a:cxnLst/>
              <a:rect l="l" t="t" r="r" b="b"/>
              <a:pathLst>
                <a:path w="29" h="57" extrusionOk="0">
                  <a:moveTo>
                    <a:pt x="1" y="0"/>
                  </a:moveTo>
                  <a:lnTo>
                    <a:pt x="29" y="5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03" name="Google Shape;11203;p76"/>
            <p:cNvSpPr/>
            <p:nvPr/>
          </p:nvSpPr>
          <p:spPr>
            <a:xfrm>
              <a:off x="2437203" y="1916032"/>
              <a:ext cx="448" cy="774"/>
            </a:xfrm>
            <a:custGeom>
              <a:avLst/>
              <a:gdLst/>
              <a:ahLst/>
              <a:cxnLst/>
              <a:rect l="l" t="t" r="r" b="b"/>
              <a:pathLst>
                <a:path w="33" h="57" extrusionOk="0">
                  <a:moveTo>
                    <a:pt x="1" y="0"/>
                  </a:moveTo>
                  <a:lnTo>
                    <a:pt x="32" y="5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04" name="Google Shape;11204;p76"/>
            <p:cNvSpPr/>
            <p:nvPr/>
          </p:nvSpPr>
          <p:spPr>
            <a:xfrm>
              <a:off x="2436062" y="1913656"/>
              <a:ext cx="394" cy="774"/>
            </a:xfrm>
            <a:custGeom>
              <a:avLst/>
              <a:gdLst/>
              <a:ahLst/>
              <a:cxnLst/>
              <a:rect l="l" t="t" r="r" b="b"/>
              <a:pathLst>
                <a:path w="29" h="57" extrusionOk="0">
                  <a:moveTo>
                    <a:pt x="1" y="0"/>
                  </a:moveTo>
                  <a:lnTo>
                    <a:pt x="29" y="5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05" name="Google Shape;11205;p76"/>
            <p:cNvSpPr/>
            <p:nvPr/>
          </p:nvSpPr>
          <p:spPr>
            <a:xfrm>
              <a:off x="2436687" y="1914932"/>
              <a:ext cx="394" cy="733"/>
            </a:xfrm>
            <a:custGeom>
              <a:avLst/>
              <a:gdLst/>
              <a:ahLst/>
              <a:cxnLst/>
              <a:rect l="l" t="t" r="r" b="b"/>
              <a:pathLst>
                <a:path w="29" h="54" extrusionOk="0">
                  <a:moveTo>
                    <a:pt x="0" y="1"/>
                  </a:moveTo>
                  <a:lnTo>
                    <a:pt x="28" y="5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06" name="Google Shape;11206;p76"/>
            <p:cNvSpPr/>
            <p:nvPr/>
          </p:nvSpPr>
          <p:spPr>
            <a:xfrm>
              <a:off x="2429885" y="1900825"/>
              <a:ext cx="6096" cy="12600"/>
            </a:xfrm>
            <a:custGeom>
              <a:avLst/>
              <a:gdLst/>
              <a:ahLst/>
              <a:cxnLst/>
              <a:rect l="l" t="t" r="r" b="b"/>
              <a:pathLst>
                <a:path w="449" h="928" extrusionOk="0">
                  <a:moveTo>
                    <a:pt x="1" y="0"/>
                  </a:moveTo>
                  <a:lnTo>
                    <a:pt x="1" y="0"/>
                  </a:lnTo>
                  <a:cubicBezTo>
                    <a:pt x="123" y="259"/>
                    <a:pt x="288" y="595"/>
                    <a:pt x="449" y="928"/>
                  </a:cubicBezTo>
                  <a:cubicBezTo>
                    <a:pt x="288" y="595"/>
                    <a:pt x="123" y="259"/>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07" name="Google Shape;11207;p76"/>
            <p:cNvSpPr/>
            <p:nvPr/>
          </p:nvSpPr>
          <p:spPr>
            <a:xfrm>
              <a:off x="3053662" y="2325828"/>
              <a:ext cx="6762" cy="1426"/>
            </a:xfrm>
            <a:custGeom>
              <a:avLst/>
              <a:gdLst/>
              <a:ahLst/>
              <a:cxnLst/>
              <a:rect l="l" t="t" r="r" b="b"/>
              <a:pathLst>
                <a:path w="498" h="105" extrusionOk="0">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08" name="Google Shape;11208;p76"/>
            <p:cNvSpPr/>
            <p:nvPr/>
          </p:nvSpPr>
          <p:spPr>
            <a:xfrm>
              <a:off x="2878838" y="2126931"/>
              <a:ext cx="301597" cy="226799"/>
            </a:xfrm>
            <a:custGeom>
              <a:avLst/>
              <a:gdLst/>
              <a:ahLst/>
              <a:cxnLst/>
              <a:rect l="l" t="t" r="r" b="b"/>
              <a:pathLst>
                <a:path w="22213" h="16704" extrusionOk="0">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09" name="Google Shape;11209;p76"/>
            <p:cNvSpPr/>
            <p:nvPr/>
          </p:nvSpPr>
          <p:spPr>
            <a:xfrm>
              <a:off x="3006548" y="2132321"/>
              <a:ext cx="7861" cy="1765"/>
            </a:xfrm>
            <a:custGeom>
              <a:avLst/>
              <a:gdLst/>
              <a:ahLst/>
              <a:cxnLst/>
              <a:rect l="l" t="t" r="r" b="b"/>
              <a:pathLst>
                <a:path w="579" h="130" extrusionOk="0">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10" name="Google Shape;11210;p76"/>
            <p:cNvSpPr/>
            <p:nvPr/>
          </p:nvSpPr>
          <p:spPr>
            <a:xfrm>
              <a:off x="3116594" y="2348014"/>
              <a:ext cx="679" cy="1344"/>
            </a:xfrm>
            <a:custGeom>
              <a:avLst/>
              <a:gdLst/>
              <a:ahLst/>
              <a:cxnLst/>
              <a:rect l="l" t="t" r="r" b="b"/>
              <a:pathLst>
                <a:path w="50" h="99" extrusionOk="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11" name="Google Shape;11211;p76"/>
            <p:cNvSpPr/>
            <p:nvPr/>
          </p:nvSpPr>
          <p:spPr>
            <a:xfrm>
              <a:off x="3114883" y="2370254"/>
              <a:ext cx="25675" cy="24575"/>
            </a:xfrm>
            <a:custGeom>
              <a:avLst/>
              <a:gdLst/>
              <a:ahLst/>
              <a:cxnLst/>
              <a:rect l="l" t="t" r="r" b="b"/>
              <a:pathLst>
                <a:path w="1891" h="1810" extrusionOk="0">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12" name="Google Shape;11212;p76"/>
            <p:cNvSpPr/>
            <p:nvPr/>
          </p:nvSpPr>
          <p:spPr>
            <a:xfrm>
              <a:off x="3286190" y="2425120"/>
              <a:ext cx="2770" cy="2322"/>
            </a:xfrm>
            <a:custGeom>
              <a:avLst/>
              <a:gdLst/>
              <a:ahLst/>
              <a:cxnLst/>
              <a:rect l="l" t="t" r="r" b="b"/>
              <a:pathLst>
                <a:path w="204" h="171" extrusionOk="0">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13" name="Google Shape;11213;p76"/>
            <p:cNvSpPr/>
            <p:nvPr/>
          </p:nvSpPr>
          <p:spPr>
            <a:xfrm>
              <a:off x="3278682" y="2370688"/>
              <a:ext cx="55858" cy="52287"/>
            </a:xfrm>
            <a:custGeom>
              <a:avLst/>
              <a:gdLst/>
              <a:ahLst/>
              <a:cxnLst/>
              <a:rect l="l" t="t" r="r" b="b"/>
              <a:pathLst>
                <a:path w="4114" h="3851" extrusionOk="0">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14" name="Google Shape;11214;p76"/>
            <p:cNvSpPr/>
            <p:nvPr/>
          </p:nvSpPr>
          <p:spPr>
            <a:xfrm>
              <a:off x="3327113" y="2318822"/>
              <a:ext cx="40271" cy="57243"/>
            </a:xfrm>
            <a:custGeom>
              <a:avLst/>
              <a:gdLst/>
              <a:ahLst/>
              <a:cxnLst/>
              <a:rect l="l" t="t" r="r" b="b"/>
              <a:pathLst>
                <a:path w="2966" h="4216" extrusionOk="0">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15" name="Google Shape;11215;p76"/>
            <p:cNvSpPr/>
            <p:nvPr/>
          </p:nvSpPr>
          <p:spPr>
            <a:xfrm>
              <a:off x="2437868" y="1704617"/>
              <a:ext cx="103542" cy="63855"/>
            </a:xfrm>
            <a:custGeom>
              <a:avLst/>
              <a:gdLst/>
              <a:ahLst/>
              <a:cxnLst/>
              <a:rect l="l" t="t" r="r" b="b"/>
              <a:pathLst>
                <a:path w="7626" h="4703" extrusionOk="0">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16" name="Google Shape;11216;p76"/>
            <p:cNvSpPr/>
            <p:nvPr/>
          </p:nvSpPr>
          <p:spPr>
            <a:xfrm>
              <a:off x="2461928" y="1715967"/>
              <a:ext cx="204" cy="109"/>
            </a:xfrm>
            <a:custGeom>
              <a:avLst/>
              <a:gdLst/>
              <a:ahLst/>
              <a:cxnLst/>
              <a:rect l="l" t="t" r="r" b="b"/>
              <a:pathLst>
                <a:path w="15" h="8" extrusionOk="0">
                  <a:moveTo>
                    <a:pt x="14"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17" name="Google Shape;11217;p76"/>
            <p:cNvSpPr/>
            <p:nvPr/>
          </p:nvSpPr>
          <p:spPr>
            <a:xfrm>
              <a:off x="2465159" y="1716823"/>
              <a:ext cx="244" cy="54"/>
            </a:xfrm>
            <a:custGeom>
              <a:avLst/>
              <a:gdLst/>
              <a:ahLst/>
              <a:cxnLst/>
              <a:rect l="l" t="t" r="r" b="b"/>
              <a:pathLst>
                <a:path w="18" h="4" extrusionOk="0">
                  <a:moveTo>
                    <a:pt x="18"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18" name="Google Shape;11218;p76"/>
            <p:cNvSpPr/>
            <p:nvPr/>
          </p:nvSpPr>
          <p:spPr>
            <a:xfrm>
              <a:off x="2462498" y="1716157"/>
              <a:ext cx="244" cy="109"/>
            </a:xfrm>
            <a:custGeom>
              <a:avLst/>
              <a:gdLst/>
              <a:ahLst/>
              <a:cxnLst/>
              <a:rect l="l" t="t" r="r" b="b"/>
              <a:pathLst>
                <a:path w="18" h="8" extrusionOk="0">
                  <a:moveTo>
                    <a:pt x="18"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19" name="Google Shape;11219;p76"/>
            <p:cNvSpPr/>
            <p:nvPr/>
          </p:nvSpPr>
          <p:spPr>
            <a:xfrm>
              <a:off x="2463733" y="1716538"/>
              <a:ext cx="299" cy="109"/>
            </a:xfrm>
            <a:custGeom>
              <a:avLst/>
              <a:gdLst/>
              <a:ahLst/>
              <a:cxnLst/>
              <a:rect l="l" t="t" r="r" b="b"/>
              <a:pathLst>
                <a:path w="22" h="8" extrusionOk="0">
                  <a:moveTo>
                    <a:pt x="21"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20" name="Google Shape;11220;p76"/>
            <p:cNvSpPr/>
            <p:nvPr/>
          </p:nvSpPr>
          <p:spPr>
            <a:xfrm>
              <a:off x="2463109" y="1716388"/>
              <a:ext cx="258" cy="68"/>
            </a:xfrm>
            <a:custGeom>
              <a:avLst/>
              <a:gdLst/>
              <a:ahLst/>
              <a:cxnLst/>
              <a:rect l="l" t="t" r="r" b="b"/>
              <a:pathLst>
                <a:path w="19" h="5" extrusionOk="0">
                  <a:moveTo>
                    <a:pt x="18"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21" name="Google Shape;11221;p76"/>
            <p:cNvSpPr/>
            <p:nvPr/>
          </p:nvSpPr>
          <p:spPr>
            <a:xfrm>
              <a:off x="2464399" y="1716728"/>
              <a:ext cx="299" cy="54"/>
            </a:xfrm>
            <a:custGeom>
              <a:avLst/>
              <a:gdLst/>
              <a:ahLst/>
              <a:cxnLst/>
              <a:rect l="l" t="t" r="r" b="b"/>
              <a:pathLst>
                <a:path w="22" h="4" extrusionOk="0">
                  <a:moveTo>
                    <a:pt x="2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22" name="Google Shape;11222;p76"/>
            <p:cNvSpPr/>
            <p:nvPr/>
          </p:nvSpPr>
          <p:spPr>
            <a:xfrm>
              <a:off x="2541071" y="1746150"/>
              <a:ext cx="394" cy="3530"/>
            </a:xfrm>
            <a:custGeom>
              <a:avLst/>
              <a:gdLst/>
              <a:ahLst/>
              <a:cxnLst/>
              <a:rect l="l" t="t" r="r" b="b"/>
              <a:pathLst>
                <a:path w="29" h="260" extrusionOk="0">
                  <a:moveTo>
                    <a:pt x="0" y="0"/>
                  </a:moveTo>
                  <a:lnTo>
                    <a:pt x="28" y="259"/>
                  </a:lnTo>
                  <a:lnTo>
                    <a:pt x="28" y="25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23" name="Google Shape;11223;p76"/>
            <p:cNvSpPr/>
            <p:nvPr/>
          </p:nvSpPr>
          <p:spPr>
            <a:xfrm>
              <a:off x="2465919" y="1716959"/>
              <a:ext cx="244" cy="14"/>
            </a:xfrm>
            <a:custGeom>
              <a:avLst/>
              <a:gdLst/>
              <a:ahLst/>
              <a:cxnLst/>
              <a:rect l="l" t="t" r="r" b="b"/>
              <a:pathLst>
                <a:path w="18" h="1" extrusionOk="0">
                  <a:moveTo>
                    <a:pt x="1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24" name="Google Shape;11224;p76"/>
            <p:cNvSpPr/>
            <p:nvPr/>
          </p:nvSpPr>
          <p:spPr>
            <a:xfrm>
              <a:off x="2373470" y="1729138"/>
              <a:ext cx="143134" cy="121505"/>
            </a:xfrm>
            <a:custGeom>
              <a:avLst/>
              <a:gdLst/>
              <a:ahLst/>
              <a:cxnLst/>
              <a:rect l="l" t="t" r="r" b="b"/>
              <a:pathLst>
                <a:path w="10542" h="8949" extrusionOk="0">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25" name="Google Shape;11225;p76"/>
            <p:cNvSpPr/>
            <p:nvPr/>
          </p:nvSpPr>
          <p:spPr>
            <a:xfrm>
              <a:off x="2377313" y="1749667"/>
              <a:ext cx="299" cy="584"/>
            </a:xfrm>
            <a:custGeom>
              <a:avLst/>
              <a:gdLst/>
              <a:ahLst/>
              <a:cxnLst/>
              <a:rect l="l" t="t" r="r" b="b"/>
              <a:pathLst>
                <a:path w="22" h="43" extrusionOk="0">
                  <a:moveTo>
                    <a:pt x="1" y="0"/>
                  </a:moveTo>
                  <a:cubicBezTo>
                    <a:pt x="11" y="14"/>
                    <a:pt x="18" y="32"/>
                    <a:pt x="22" y="43"/>
                  </a:cubicBezTo>
                  <a:cubicBezTo>
                    <a:pt x="18" y="32"/>
                    <a:pt x="11"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26" name="Google Shape;11226;p76"/>
            <p:cNvSpPr/>
            <p:nvPr/>
          </p:nvSpPr>
          <p:spPr>
            <a:xfrm>
              <a:off x="2378073" y="1751907"/>
              <a:ext cx="14" cy="204"/>
            </a:xfrm>
            <a:custGeom>
              <a:avLst/>
              <a:gdLst/>
              <a:ahLst/>
              <a:cxnLst/>
              <a:rect l="l" t="t" r="r" b="b"/>
              <a:pathLst>
                <a:path w="1" h="15" extrusionOk="0">
                  <a:moveTo>
                    <a:pt x="1" y="0"/>
                  </a:moveTo>
                  <a:cubicBezTo>
                    <a:pt x="1" y="4"/>
                    <a:pt x="1" y="11"/>
                    <a:pt x="1" y="14"/>
                  </a:cubicBezTo>
                  <a:cubicBezTo>
                    <a:pt x="1" y="11"/>
                    <a:pt x="1"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27" name="Google Shape;11227;p76"/>
            <p:cNvSpPr/>
            <p:nvPr/>
          </p:nvSpPr>
          <p:spPr>
            <a:xfrm>
              <a:off x="2377978" y="1751282"/>
              <a:ext cx="68" cy="353"/>
            </a:xfrm>
            <a:custGeom>
              <a:avLst/>
              <a:gdLst/>
              <a:ahLst/>
              <a:cxnLst/>
              <a:rect l="l" t="t" r="r" b="b"/>
              <a:pathLst>
                <a:path w="5" h="26" extrusionOk="0">
                  <a:moveTo>
                    <a:pt x="1" y="1"/>
                  </a:moveTo>
                  <a:cubicBezTo>
                    <a:pt x="1" y="8"/>
                    <a:pt x="4" y="18"/>
                    <a:pt x="4" y="25"/>
                  </a:cubicBezTo>
                  <a:cubicBezTo>
                    <a:pt x="4" y="18"/>
                    <a:pt x="4"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28" name="Google Shape;11228;p76"/>
            <p:cNvSpPr/>
            <p:nvPr/>
          </p:nvSpPr>
          <p:spPr>
            <a:xfrm>
              <a:off x="2373755" y="1729233"/>
              <a:ext cx="1629" cy="3761"/>
            </a:xfrm>
            <a:custGeom>
              <a:avLst/>
              <a:gdLst/>
              <a:ahLst/>
              <a:cxnLst/>
              <a:rect l="l" t="t" r="r" b="b"/>
              <a:pathLst>
                <a:path w="120" h="277" extrusionOk="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29" name="Google Shape;11229;p76"/>
            <p:cNvSpPr/>
            <p:nvPr/>
          </p:nvSpPr>
          <p:spPr>
            <a:xfrm>
              <a:off x="2378032" y="175162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30" name="Google Shape;11230;p76"/>
            <p:cNvSpPr/>
            <p:nvPr/>
          </p:nvSpPr>
          <p:spPr>
            <a:xfrm>
              <a:off x="2374135" y="1744385"/>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31" name="Google Shape;11231;p76"/>
            <p:cNvSpPr/>
            <p:nvPr/>
          </p:nvSpPr>
          <p:spPr>
            <a:xfrm>
              <a:off x="2377842" y="1750862"/>
              <a:ext cx="149" cy="394"/>
            </a:xfrm>
            <a:custGeom>
              <a:avLst/>
              <a:gdLst/>
              <a:ahLst/>
              <a:cxnLst/>
              <a:rect l="l" t="t" r="r" b="b"/>
              <a:pathLst>
                <a:path w="11" h="29" extrusionOk="0">
                  <a:moveTo>
                    <a:pt x="0" y="0"/>
                  </a:moveTo>
                  <a:cubicBezTo>
                    <a:pt x="4" y="11"/>
                    <a:pt x="7" y="21"/>
                    <a:pt x="11" y="28"/>
                  </a:cubicBezTo>
                  <a:cubicBezTo>
                    <a:pt x="7" y="21"/>
                    <a:pt x="4"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32" name="Google Shape;11232;p76"/>
            <p:cNvSpPr/>
            <p:nvPr/>
          </p:nvSpPr>
          <p:spPr>
            <a:xfrm>
              <a:off x="2373470" y="1733034"/>
              <a:ext cx="244" cy="14"/>
            </a:xfrm>
            <a:custGeom>
              <a:avLst/>
              <a:gdLst/>
              <a:ahLst/>
              <a:cxnLst/>
              <a:rect l="l" t="t" r="r" b="b"/>
              <a:pathLst>
                <a:path w="18" h="1" extrusionOk="0">
                  <a:moveTo>
                    <a:pt x="18" y="0"/>
                  </a:moveTo>
                  <a:cubicBezTo>
                    <a:pt x="11" y="0"/>
                    <a:pt x="7" y="0"/>
                    <a:pt x="0" y="0"/>
                  </a:cubicBezTo>
                  <a:cubicBezTo>
                    <a:pt x="7" y="0"/>
                    <a:pt x="11" y="0"/>
                    <a:pt x="1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33" name="Google Shape;11233;p76"/>
            <p:cNvSpPr/>
            <p:nvPr/>
          </p:nvSpPr>
          <p:spPr>
            <a:xfrm>
              <a:off x="2374135" y="1745485"/>
              <a:ext cx="2295" cy="2485"/>
            </a:xfrm>
            <a:custGeom>
              <a:avLst/>
              <a:gdLst/>
              <a:ahLst/>
              <a:cxnLst/>
              <a:rect l="l" t="t" r="r" b="b"/>
              <a:pathLst>
                <a:path w="169" h="183" extrusionOk="0">
                  <a:moveTo>
                    <a:pt x="168" y="182"/>
                  </a:moveTo>
                  <a:cubicBezTo>
                    <a:pt x="123" y="109"/>
                    <a:pt x="60" y="28"/>
                    <a:pt x="0" y="0"/>
                  </a:cubicBezTo>
                  <a:lnTo>
                    <a:pt x="0" y="0"/>
                  </a:lnTo>
                  <a:cubicBezTo>
                    <a:pt x="60" y="28"/>
                    <a:pt x="123" y="109"/>
                    <a:pt x="168" y="18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34" name="Google Shape;11234;p76"/>
            <p:cNvSpPr/>
            <p:nvPr/>
          </p:nvSpPr>
          <p:spPr>
            <a:xfrm>
              <a:off x="2377652" y="1750291"/>
              <a:ext cx="204" cy="530"/>
            </a:xfrm>
            <a:custGeom>
              <a:avLst/>
              <a:gdLst/>
              <a:ahLst/>
              <a:cxnLst/>
              <a:rect l="l" t="t" r="r" b="b"/>
              <a:pathLst>
                <a:path w="15" h="39" extrusionOk="0">
                  <a:moveTo>
                    <a:pt x="0" y="0"/>
                  </a:moveTo>
                  <a:cubicBezTo>
                    <a:pt x="4" y="14"/>
                    <a:pt x="11" y="28"/>
                    <a:pt x="14" y="39"/>
                  </a:cubicBezTo>
                  <a:cubicBezTo>
                    <a:pt x="11" y="28"/>
                    <a:pt x="4" y="1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35" name="Google Shape;11235;p76"/>
            <p:cNvSpPr/>
            <p:nvPr/>
          </p:nvSpPr>
          <p:spPr>
            <a:xfrm>
              <a:off x="2376932" y="1748852"/>
              <a:ext cx="394" cy="774"/>
            </a:xfrm>
            <a:custGeom>
              <a:avLst/>
              <a:gdLst/>
              <a:ahLst/>
              <a:cxnLst/>
              <a:rect l="l" t="t" r="r" b="b"/>
              <a:pathLst>
                <a:path w="29" h="57" extrusionOk="0">
                  <a:moveTo>
                    <a:pt x="1" y="1"/>
                  </a:moveTo>
                  <a:cubicBezTo>
                    <a:pt x="11" y="22"/>
                    <a:pt x="22" y="39"/>
                    <a:pt x="29" y="57"/>
                  </a:cubicBezTo>
                  <a:cubicBezTo>
                    <a:pt x="22" y="39"/>
                    <a:pt x="11" y="22"/>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36" name="Google Shape;11236;p76"/>
            <p:cNvSpPr/>
            <p:nvPr/>
          </p:nvSpPr>
          <p:spPr>
            <a:xfrm>
              <a:off x="2374135" y="1742063"/>
              <a:ext cx="244" cy="2335"/>
            </a:xfrm>
            <a:custGeom>
              <a:avLst/>
              <a:gdLst/>
              <a:ahLst/>
              <a:cxnLst/>
              <a:rect l="l" t="t" r="r" b="b"/>
              <a:pathLst>
                <a:path w="18" h="172" extrusionOk="0">
                  <a:moveTo>
                    <a:pt x="18" y="0"/>
                  </a:moveTo>
                  <a:cubicBezTo>
                    <a:pt x="14" y="46"/>
                    <a:pt x="4" y="116"/>
                    <a:pt x="0" y="172"/>
                  </a:cubicBezTo>
                  <a:cubicBezTo>
                    <a:pt x="4" y="116"/>
                    <a:pt x="14" y="49"/>
                    <a:pt x="1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37" name="Google Shape;11237;p76"/>
            <p:cNvSpPr/>
            <p:nvPr/>
          </p:nvSpPr>
          <p:spPr>
            <a:xfrm>
              <a:off x="2378073" y="1752138"/>
              <a:ext cx="14" cy="109"/>
            </a:xfrm>
            <a:custGeom>
              <a:avLst/>
              <a:gdLst/>
              <a:ahLst/>
              <a:cxnLst/>
              <a:rect l="l" t="t" r="r" b="b"/>
              <a:pathLst>
                <a:path w="1" h="8" extrusionOk="0">
                  <a:moveTo>
                    <a:pt x="1" y="1"/>
                  </a:moveTo>
                  <a:cubicBezTo>
                    <a:pt x="1" y="1"/>
                    <a:pt x="1" y="4"/>
                    <a:pt x="1" y="8"/>
                  </a:cubicBezTo>
                  <a:cubicBezTo>
                    <a:pt x="1" y="4"/>
                    <a:pt x="1"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38" name="Google Shape;11238;p76"/>
            <p:cNvSpPr/>
            <p:nvPr/>
          </p:nvSpPr>
          <p:spPr>
            <a:xfrm>
              <a:off x="2374135" y="1744820"/>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39" name="Google Shape;11239;p76"/>
            <p:cNvSpPr/>
            <p:nvPr/>
          </p:nvSpPr>
          <p:spPr>
            <a:xfrm>
              <a:off x="2402173" y="1806665"/>
              <a:ext cx="109" cy="190"/>
            </a:xfrm>
            <a:custGeom>
              <a:avLst/>
              <a:gdLst/>
              <a:ahLst/>
              <a:cxnLst/>
              <a:rect l="l" t="t" r="r" b="b"/>
              <a:pathLst>
                <a:path w="8" h="14" extrusionOk="0">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40" name="Google Shape;11240;p76"/>
            <p:cNvSpPr/>
            <p:nvPr/>
          </p:nvSpPr>
          <p:spPr>
            <a:xfrm>
              <a:off x="2402458" y="1807181"/>
              <a:ext cx="163" cy="204"/>
            </a:xfrm>
            <a:custGeom>
              <a:avLst/>
              <a:gdLst/>
              <a:ahLst/>
              <a:cxnLst/>
              <a:rect l="l" t="t" r="r" b="b"/>
              <a:pathLst>
                <a:path w="12" h="15" extrusionOk="0">
                  <a:moveTo>
                    <a:pt x="11"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41" name="Google Shape;11241;p76"/>
            <p:cNvSpPr/>
            <p:nvPr/>
          </p:nvSpPr>
          <p:spPr>
            <a:xfrm>
              <a:off x="2403218" y="1808186"/>
              <a:ext cx="109" cy="149"/>
            </a:xfrm>
            <a:custGeom>
              <a:avLst/>
              <a:gdLst/>
              <a:ahLst/>
              <a:cxnLst/>
              <a:rect l="l" t="t" r="r" b="b"/>
              <a:pathLst>
                <a:path w="8" h="11" extrusionOk="0">
                  <a:moveTo>
                    <a:pt x="8"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42" name="Google Shape;11242;p76"/>
            <p:cNvSpPr/>
            <p:nvPr/>
          </p:nvSpPr>
          <p:spPr>
            <a:xfrm>
              <a:off x="2403504" y="1808566"/>
              <a:ext cx="109" cy="109"/>
            </a:xfrm>
            <a:custGeom>
              <a:avLst/>
              <a:gdLst/>
              <a:ahLst/>
              <a:cxnLst/>
              <a:rect l="l" t="t" r="r" b="b"/>
              <a:pathLst>
                <a:path w="8" h="8" extrusionOk="0">
                  <a:moveTo>
                    <a:pt x="8"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43" name="Google Shape;11243;p76"/>
            <p:cNvSpPr/>
            <p:nvPr/>
          </p:nvSpPr>
          <p:spPr>
            <a:xfrm>
              <a:off x="2402132" y="1806421"/>
              <a:ext cx="14" cy="149"/>
            </a:xfrm>
            <a:custGeom>
              <a:avLst/>
              <a:gdLst/>
              <a:ahLst/>
              <a:cxnLst/>
              <a:rect l="l" t="t" r="r" b="b"/>
              <a:pathLst>
                <a:path w="1" h="11" extrusionOk="0">
                  <a:moveTo>
                    <a:pt x="0" y="11"/>
                  </a:moveTo>
                  <a:cubicBezTo>
                    <a:pt x="0" y="7"/>
                    <a:pt x="0" y="4"/>
                    <a:pt x="0" y="0"/>
                  </a:cubicBezTo>
                  <a:cubicBezTo>
                    <a:pt x="0" y="4"/>
                    <a:pt x="0" y="7"/>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44" name="Google Shape;11244;p76"/>
            <p:cNvSpPr/>
            <p:nvPr/>
          </p:nvSpPr>
          <p:spPr>
            <a:xfrm>
              <a:off x="2403789" y="1808892"/>
              <a:ext cx="109" cy="109"/>
            </a:xfrm>
            <a:custGeom>
              <a:avLst/>
              <a:gdLst/>
              <a:ahLst/>
              <a:cxnLst/>
              <a:rect l="l" t="t" r="r" b="b"/>
              <a:pathLst>
                <a:path w="8" h="8" extrusionOk="0">
                  <a:moveTo>
                    <a:pt x="8"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45" name="Google Shape;11245;p76"/>
            <p:cNvSpPr/>
            <p:nvPr/>
          </p:nvSpPr>
          <p:spPr>
            <a:xfrm>
              <a:off x="2402078" y="1806136"/>
              <a:ext cx="14" cy="204"/>
            </a:xfrm>
            <a:custGeom>
              <a:avLst/>
              <a:gdLst/>
              <a:ahLst/>
              <a:cxnLst/>
              <a:rect l="l" t="t" r="r" b="b"/>
              <a:pathLst>
                <a:path w="1" h="15" extrusionOk="0">
                  <a:moveTo>
                    <a:pt x="1" y="14"/>
                  </a:moveTo>
                  <a:cubicBezTo>
                    <a:pt x="1" y="11"/>
                    <a:pt x="1" y="4"/>
                    <a:pt x="1" y="0"/>
                  </a:cubicBezTo>
                  <a:cubicBezTo>
                    <a:pt x="1" y="4"/>
                    <a:pt x="1" y="11"/>
                    <a:pt x="1"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46" name="Google Shape;11246;p76"/>
            <p:cNvSpPr/>
            <p:nvPr/>
          </p:nvSpPr>
          <p:spPr>
            <a:xfrm>
              <a:off x="2404508" y="180965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47" name="Google Shape;11247;p76"/>
            <p:cNvSpPr/>
            <p:nvPr/>
          </p:nvSpPr>
          <p:spPr>
            <a:xfrm>
              <a:off x="2402703" y="1807520"/>
              <a:ext cx="109" cy="149"/>
            </a:xfrm>
            <a:custGeom>
              <a:avLst/>
              <a:gdLst/>
              <a:ahLst/>
              <a:cxnLst/>
              <a:rect l="l" t="t" r="r" b="b"/>
              <a:pathLst>
                <a:path w="8" h="11" extrusionOk="0">
                  <a:moveTo>
                    <a:pt x="7"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48" name="Google Shape;11248;p76"/>
            <p:cNvSpPr/>
            <p:nvPr/>
          </p:nvSpPr>
          <p:spPr>
            <a:xfrm>
              <a:off x="2402933" y="1807901"/>
              <a:ext cx="109" cy="149"/>
            </a:xfrm>
            <a:custGeom>
              <a:avLst/>
              <a:gdLst/>
              <a:ahLst/>
              <a:cxnLst/>
              <a:rect l="l" t="t" r="r" b="b"/>
              <a:pathLst>
                <a:path w="8" h="11" extrusionOk="0">
                  <a:moveTo>
                    <a:pt x="8"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49" name="Google Shape;11249;p76"/>
            <p:cNvSpPr/>
            <p:nvPr/>
          </p:nvSpPr>
          <p:spPr>
            <a:xfrm>
              <a:off x="2404128" y="1809272"/>
              <a:ext cx="54" cy="68"/>
            </a:xfrm>
            <a:custGeom>
              <a:avLst/>
              <a:gdLst/>
              <a:ahLst/>
              <a:cxnLst/>
              <a:rect l="l" t="t" r="r" b="b"/>
              <a:pathLst>
                <a:path w="4" h="5" extrusionOk="0">
                  <a:moveTo>
                    <a:pt x="4"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50" name="Google Shape;11250;p76"/>
            <p:cNvSpPr/>
            <p:nvPr/>
          </p:nvSpPr>
          <p:spPr>
            <a:xfrm>
              <a:off x="2378697" y="1753468"/>
              <a:ext cx="204" cy="299"/>
            </a:xfrm>
            <a:custGeom>
              <a:avLst/>
              <a:gdLst/>
              <a:ahLst/>
              <a:cxnLst/>
              <a:rect l="l" t="t" r="r" b="b"/>
              <a:pathLst>
                <a:path w="15" h="22" extrusionOk="0">
                  <a:moveTo>
                    <a:pt x="14" y="22"/>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51" name="Google Shape;11251;p76"/>
            <p:cNvSpPr/>
            <p:nvPr/>
          </p:nvSpPr>
          <p:spPr>
            <a:xfrm>
              <a:off x="2388487" y="1786652"/>
              <a:ext cx="6476" cy="3910"/>
            </a:xfrm>
            <a:custGeom>
              <a:avLst/>
              <a:gdLst/>
              <a:ahLst/>
              <a:cxnLst/>
              <a:rect l="l" t="t" r="r" b="b"/>
              <a:pathLst>
                <a:path w="477" h="288" extrusionOk="0">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52" name="Google Shape;11252;p76"/>
            <p:cNvSpPr/>
            <p:nvPr/>
          </p:nvSpPr>
          <p:spPr>
            <a:xfrm>
              <a:off x="2378032" y="1752233"/>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53" name="Google Shape;11253;p76"/>
            <p:cNvSpPr/>
            <p:nvPr/>
          </p:nvSpPr>
          <p:spPr>
            <a:xfrm>
              <a:off x="2402268" y="1806896"/>
              <a:ext cx="109" cy="204"/>
            </a:xfrm>
            <a:custGeom>
              <a:avLst/>
              <a:gdLst/>
              <a:ahLst/>
              <a:cxnLst/>
              <a:rect l="l" t="t" r="r" b="b"/>
              <a:pathLst>
                <a:path w="8" h="15" extrusionOk="0">
                  <a:moveTo>
                    <a:pt x="8"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54" name="Google Shape;11254;p76"/>
            <p:cNvSpPr/>
            <p:nvPr/>
          </p:nvSpPr>
          <p:spPr>
            <a:xfrm>
              <a:off x="2449043" y="1751187"/>
              <a:ext cx="299" cy="68"/>
            </a:xfrm>
            <a:custGeom>
              <a:avLst/>
              <a:gdLst/>
              <a:ahLst/>
              <a:cxnLst/>
              <a:rect l="l" t="t" r="r" b="b"/>
              <a:pathLst>
                <a:path w="22" h="5" extrusionOk="0">
                  <a:moveTo>
                    <a:pt x="21"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55" name="Google Shape;11255;p76"/>
            <p:cNvSpPr/>
            <p:nvPr/>
          </p:nvSpPr>
          <p:spPr>
            <a:xfrm>
              <a:off x="2452559" y="1750088"/>
              <a:ext cx="54" cy="68"/>
            </a:xfrm>
            <a:custGeom>
              <a:avLst/>
              <a:gdLst/>
              <a:ahLst/>
              <a:cxnLst/>
              <a:rect l="l" t="t" r="r" b="b"/>
              <a:pathLst>
                <a:path w="4" h="5" extrusionOk="0">
                  <a:moveTo>
                    <a:pt x="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56" name="Google Shape;11256;p76"/>
            <p:cNvSpPr/>
            <p:nvPr/>
          </p:nvSpPr>
          <p:spPr>
            <a:xfrm>
              <a:off x="2448418" y="1751242"/>
              <a:ext cx="299" cy="14"/>
            </a:xfrm>
            <a:custGeom>
              <a:avLst/>
              <a:gdLst/>
              <a:ahLst/>
              <a:cxnLst/>
              <a:rect l="l" t="t" r="r" b="b"/>
              <a:pathLst>
                <a:path w="22" h="1" extrusionOk="0">
                  <a:moveTo>
                    <a:pt x="22"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57" name="Google Shape;11257;p76"/>
            <p:cNvSpPr/>
            <p:nvPr/>
          </p:nvSpPr>
          <p:spPr>
            <a:xfrm>
              <a:off x="2451419" y="1750712"/>
              <a:ext cx="149" cy="54"/>
            </a:xfrm>
            <a:custGeom>
              <a:avLst/>
              <a:gdLst/>
              <a:ahLst/>
              <a:cxnLst/>
              <a:rect l="l" t="t" r="r" b="b"/>
              <a:pathLst>
                <a:path w="11" h="4" extrusionOk="0">
                  <a:moveTo>
                    <a:pt x="11"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58" name="Google Shape;11258;p76"/>
            <p:cNvSpPr/>
            <p:nvPr/>
          </p:nvSpPr>
          <p:spPr>
            <a:xfrm>
              <a:off x="2451038" y="1750807"/>
              <a:ext cx="204" cy="54"/>
            </a:xfrm>
            <a:custGeom>
              <a:avLst/>
              <a:gdLst/>
              <a:ahLst/>
              <a:cxnLst/>
              <a:rect l="l" t="t" r="r" b="b"/>
              <a:pathLst>
                <a:path w="15" h="4" extrusionOk="0">
                  <a:moveTo>
                    <a:pt x="1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59" name="Google Shape;11259;p76"/>
            <p:cNvSpPr/>
            <p:nvPr/>
          </p:nvSpPr>
          <p:spPr>
            <a:xfrm>
              <a:off x="2452179" y="1750332"/>
              <a:ext cx="109" cy="54"/>
            </a:xfrm>
            <a:custGeom>
              <a:avLst/>
              <a:gdLst/>
              <a:ahLst/>
              <a:cxnLst/>
              <a:rect l="l" t="t" r="r" b="b"/>
              <a:pathLst>
                <a:path w="8" h="4" extrusionOk="0">
                  <a:moveTo>
                    <a:pt x="7"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60" name="Google Shape;11260;p76"/>
            <p:cNvSpPr/>
            <p:nvPr/>
          </p:nvSpPr>
          <p:spPr>
            <a:xfrm>
              <a:off x="2447658" y="1751282"/>
              <a:ext cx="299" cy="14"/>
            </a:xfrm>
            <a:custGeom>
              <a:avLst/>
              <a:gdLst/>
              <a:ahLst/>
              <a:cxnLst/>
              <a:rect l="l" t="t" r="r" b="b"/>
              <a:pathLst>
                <a:path w="22" h="1" extrusionOk="0">
                  <a:moveTo>
                    <a:pt x="22"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61" name="Google Shape;11261;p76"/>
            <p:cNvSpPr/>
            <p:nvPr/>
          </p:nvSpPr>
          <p:spPr>
            <a:xfrm>
              <a:off x="2446857" y="175133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62" name="Google Shape;11262;p76"/>
            <p:cNvSpPr/>
            <p:nvPr/>
          </p:nvSpPr>
          <p:spPr>
            <a:xfrm>
              <a:off x="2500610" y="1758560"/>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63" name="Google Shape;11263;p76"/>
            <p:cNvSpPr/>
            <p:nvPr/>
          </p:nvSpPr>
          <p:spPr>
            <a:xfrm>
              <a:off x="2500610" y="1758886"/>
              <a:ext cx="14" cy="204"/>
            </a:xfrm>
            <a:custGeom>
              <a:avLst/>
              <a:gdLst/>
              <a:ahLst/>
              <a:cxnLst/>
              <a:rect l="l" t="t" r="r" b="b"/>
              <a:pathLst>
                <a:path w="1" h="15" extrusionOk="0">
                  <a:moveTo>
                    <a:pt x="1"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64" name="Google Shape;11264;p76"/>
            <p:cNvSpPr/>
            <p:nvPr/>
          </p:nvSpPr>
          <p:spPr>
            <a:xfrm>
              <a:off x="2450658" y="1750902"/>
              <a:ext cx="204" cy="54"/>
            </a:xfrm>
            <a:custGeom>
              <a:avLst/>
              <a:gdLst/>
              <a:ahLst/>
              <a:cxnLst/>
              <a:rect l="l" t="t" r="r" b="b"/>
              <a:pathLst>
                <a:path w="15" h="4" extrusionOk="0">
                  <a:moveTo>
                    <a:pt x="1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65" name="Google Shape;11265;p76"/>
            <p:cNvSpPr/>
            <p:nvPr/>
          </p:nvSpPr>
          <p:spPr>
            <a:xfrm>
              <a:off x="2451989" y="1750481"/>
              <a:ext cx="109" cy="54"/>
            </a:xfrm>
            <a:custGeom>
              <a:avLst/>
              <a:gdLst/>
              <a:ahLst/>
              <a:cxnLst/>
              <a:rect l="l" t="t" r="r" b="b"/>
              <a:pathLst>
                <a:path w="8" h="4" extrusionOk="0">
                  <a:moveTo>
                    <a:pt x="7"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66" name="Google Shape;11266;p76"/>
            <p:cNvSpPr/>
            <p:nvPr/>
          </p:nvSpPr>
          <p:spPr>
            <a:xfrm>
              <a:off x="2449654" y="1751092"/>
              <a:ext cx="258" cy="68"/>
            </a:xfrm>
            <a:custGeom>
              <a:avLst/>
              <a:gdLst/>
              <a:ahLst/>
              <a:cxnLst/>
              <a:rect l="l" t="t" r="r" b="b"/>
              <a:pathLst>
                <a:path w="19" h="5" extrusionOk="0">
                  <a:moveTo>
                    <a:pt x="1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67" name="Google Shape;11267;p76"/>
            <p:cNvSpPr/>
            <p:nvPr/>
          </p:nvSpPr>
          <p:spPr>
            <a:xfrm>
              <a:off x="2500664" y="1759266"/>
              <a:ext cx="14" cy="258"/>
            </a:xfrm>
            <a:custGeom>
              <a:avLst/>
              <a:gdLst/>
              <a:ahLst/>
              <a:cxnLst/>
              <a:rect l="l" t="t" r="r" b="b"/>
              <a:pathLst>
                <a:path w="1" h="19" extrusionOk="0">
                  <a:moveTo>
                    <a:pt x="0"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68" name="Google Shape;11268;p76"/>
            <p:cNvSpPr/>
            <p:nvPr/>
          </p:nvSpPr>
          <p:spPr>
            <a:xfrm>
              <a:off x="2500800" y="1760787"/>
              <a:ext cx="14" cy="299"/>
            </a:xfrm>
            <a:custGeom>
              <a:avLst/>
              <a:gdLst/>
              <a:ahLst/>
              <a:cxnLst/>
              <a:rect l="l" t="t" r="r" b="b"/>
              <a:pathLst>
                <a:path w="1" h="22" extrusionOk="0">
                  <a:moveTo>
                    <a:pt x="1"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69" name="Google Shape;11269;p76"/>
            <p:cNvSpPr/>
            <p:nvPr/>
          </p:nvSpPr>
          <p:spPr>
            <a:xfrm>
              <a:off x="2500664" y="1759741"/>
              <a:ext cx="54" cy="258"/>
            </a:xfrm>
            <a:custGeom>
              <a:avLst/>
              <a:gdLst/>
              <a:ahLst/>
              <a:cxnLst/>
              <a:rect l="l" t="t" r="r" b="b"/>
              <a:pathLst>
                <a:path w="4" h="19" extrusionOk="0">
                  <a:moveTo>
                    <a:pt x="4" y="1"/>
                  </a:moveTo>
                  <a:cubicBezTo>
                    <a:pt x="0" y="4"/>
                    <a:pt x="4" y="11"/>
                    <a:pt x="4" y="18"/>
                  </a:cubicBez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70" name="Google Shape;11270;p76"/>
            <p:cNvSpPr/>
            <p:nvPr/>
          </p:nvSpPr>
          <p:spPr>
            <a:xfrm>
              <a:off x="2500759" y="1760216"/>
              <a:ext cx="14" cy="353"/>
            </a:xfrm>
            <a:custGeom>
              <a:avLst/>
              <a:gdLst/>
              <a:ahLst/>
              <a:cxnLst/>
              <a:rect l="l" t="t" r="r" b="b"/>
              <a:pathLst>
                <a:path w="1" h="26" extrusionOk="0">
                  <a:moveTo>
                    <a:pt x="0"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71" name="Google Shape;11271;p76"/>
            <p:cNvSpPr/>
            <p:nvPr/>
          </p:nvSpPr>
          <p:spPr>
            <a:xfrm>
              <a:off x="2451704" y="1750576"/>
              <a:ext cx="149" cy="95"/>
            </a:xfrm>
            <a:custGeom>
              <a:avLst/>
              <a:gdLst/>
              <a:ahLst/>
              <a:cxnLst/>
              <a:rect l="l" t="t" r="r" b="b"/>
              <a:pathLst>
                <a:path w="11" h="7" extrusionOk="0">
                  <a:moveTo>
                    <a:pt x="11"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72" name="Google Shape;11272;p76"/>
            <p:cNvSpPr/>
            <p:nvPr/>
          </p:nvSpPr>
          <p:spPr>
            <a:xfrm>
              <a:off x="2450183" y="1750997"/>
              <a:ext cx="204" cy="54"/>
            </a:xfrm>
            <a:custGeom>
              <a:avLst/>
              <a:gdLst/>
              <a:ahLst/>
              <a:cxnLst/>
              <a:rect l="l" t="t" r="r" b="b"/>
              <a:pathLst>
                <a:path w="15" h="4" extrusionOk="0">
                  <a:moveTo>
                    <a:pt x="1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73" name="Google Shape;11273;p76"/>
            <p:cNvSpPr/>
            <p:nvPr/>
          </p:nvSpPr>
          <p:spPr>
            <a:xfrm>
              <a:off x="2452695" y="1749952"/>
              <a:ext cx="14" cy="54"/>
            </a:xfrm>
            <a:custGeom>
              <a:avLst/>
              <a:gdLst/>
              <a:ahLst/>
              <a:cxnLst/>
              <a:rect l="l" t="t" r="r" b="b"/>
              <a:pathLst>
                <a:path w="1" h="4" extrusionOk="0">
                  <a:moveTo>
                    <a:pt x="1"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74" name="Google Shape;11274;p76"/>
            <p:cNvSpPr/>
            <p:nvPr/>
          </p:nvSpPr>
          <p:spPr>
            <a:xfrm>
              <a:off x="2501044" y="1763312"/>
              <a:ext cx="54" cy="339"/>
            </a:xfrm>
            <a:custGeom>
              <a:avLst/>
              <a:gdLst/>
              <a:ahLst/>
              <a:cxnLst/>
              <a:rect l="l" t="t" r="r" b="b"/>
              <a:pathLst>
                <a:path w="4" h="25" extrusionOk="0">
                  <a:moveTo>
                    <a:pt x="4" y="25"/>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75" name="Google Shape;11275;p76"/>
            <p:cNvSpPr/>
            <p:nvPr/>
          </p:nvSpPr>
          <p:spPr>
            <a:xfrm>
              <a:off x="2501275" y="1764683"/>
              <a:ext cx="68" cy="299"/>
            </a:xfrm>
            <a:custGeom>
              <a:avLst/>
              <a:gdLst/>
              <a:ahLst/>
              <a:cxnLst/>
              <a:rect l="l" t="t" r="r" b="b"/>
              <a:pathLst>
                <a:path w="5" h="22" extrusionOk="0">
                  <a:moveTo>
                    <a:pt x="4"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76" name="Google Shape;11276;p76"/>
            <p:cNvSpPr/>
            <p:nvPr/>
          </p:nvSpPr>
          <p:spPr>
            <a:xfrm>
              <a:off x="2501180" y="1763977"/>
              <a:ext cx="68" cy="339"/>
            </a:xfrm>
            <a:custGeom>
              <a:avLst/>
              <a:gdLst/>
              <a:ahLst/>
              <a:cxnLst/>
              <a:rect l="l" t="t" r="r" b="b"/>
              <a:pathLst>
                <a:path w="5" h="25" extrusionOk="0">
                  <a:moveTo>
                    <a:pt x="4"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77" name="Google Shape;11277;p76"/>
            <p:cNvSpPr/>
            <p:nvPr/>
          </p:nvSpPr>
          <p:spPr>
            <a:xfrm>
              <a:off x="2452369" y="1750237"/>
              <a:ext cx="109" cy="54"/>
            </a:xfrm>
            <a:custGeom>
              <a:avLst/>
              <a:gdLst/>
              <a:ahLst/>
              <a:cxnLst/>
              <a:rect l="l" t="t" r="r" b="b"/>
              <a:pathLst>
                <a:path w="8" h="4" extrusionOk="0">
                  <a:moveTo>
                    <a:pt x="7"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78" name="Google Shape;11278;p76"/>
            <p:cNvSpPr/>
            <p:nvPr/>
          </p:nvSpPr>
          <p:spPr>
            <a:xfrm>
              <a:off x="2501425" y="1765403"/>
              <a:ext cx="54" cy="244"/>
            </a:xfrm>
            <a:custGeom>
              <a:avLst/>
              <a:gdLst/>
              <a:ahLst/>
              <a:cxnLst/>
              <a:rect l="l" t="t" r="r" b="b"/>
              <a:pathLst>
                <a:path w="4" h="18" extrusionOk="0">
                  <a:moveTo>
                    <a:pt x="4" y="1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79" name="Google Shape;11279;p76"/>
            <p:cNvSpPr/>
            <p:nvPr/>
          </p:nvSpPr>
          <p:spPr>
            <a:xfrm>
              <a:off x="2500800" y="1761357"/>
              <a:ext cx="68" cy="353"/>
            </a:xfrm>
            <a:custGeom>
              <a:avLst/>
              <a:gdLst/>
              <a:ahLst/>
              <a:cxnLst/>
              <a:rect l="l" t="t" r="r" b="b"/>
              <a:pathLst>
                <a:path w="5" h="26" extrusionOk="0">
                  <a:moveTo>
                    <a:pt x="4" y="2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80" name="Google Shape;11280;p76"/>
            <p:cNvSpPr/>
            <p:nvPr/>
          </p:nvSpPr>
          <p:spPr>
            <a:xfrm>
              <a:off x="2500895" y="1761982"/>
              <a:ext cx="68" cy="339"/>
            </a:xfrm>
            <a:custGeom>
              <a:avLst/>
              <a:gdLst/>
              <a:ahLst/>
              <a:cxnLst/>
              <a:rect l="l" t="t" r="r" b="b"/>
              <a:pathLst>
                <a:path w="5" h="25" extrusionOk="0">
                  <a:moveTo>
                    <a:pt x="4"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81" name="Google Shape;11281;p76"/>
            <p:cNvSpPr/>
            <p:nvPr/>
          </p:nvSpPr>
          <p:spPr>
            <a:xfrm>
              <a:off x="2500949" y="1762647"/>
              <a:ext cx="54" cy="339"/>
            </a:xfrm>
            <a:custGeom>
              <a:avLst/>
              <a:gdLst/>
              <a:ahLst/>
              <a:cxnLst/>
              <a:rect l="l" t="t" r="r" b="b"/>
              <a:pathLst>
                <a:path w="4" h="25" extrusionOk="0">
                  <a:moveTo>
                    <a:pt x="4" y="25"/>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82" name="Google Shape;11282;p76"/>
            <p:cNvSpPr/>
            <p:nvPr/>
          </p:nvSpPr>
          <p:spPr>
            <a:xfrm>
              <a:off x="2501615" y="1766258"/>
              <a:ext cx="54" cy="204"/>
            </a:xfrm>
            <a:custGeom>
              <a:avLst/>
              <a:gdLst/>
              <a:ahLst/>
              <a:cxnLst/>
              <a:rect l="l" t="t" r="r" b="b"/>
              <a:pathLst>
                <a:path w="4" h="15" extrusionOk="0">
                  <a:moveTo>
                    <a:pt x="4"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83" name="Google Shape;11283;p76"/>
            <p:cNvSpPr/>
            <p:nvPr/>
          </p:nvSpPr>
          <p:spPr>
            <a:xfrm>
              <a:off x="2391759" y="1582202"/>
              <a:ext cx="300144" cy="138721"/>
            </a:xfrm>
            <a:custGeom>
              <a:avLst/>
              <a:gdLst/>
              <a:ahLst/>
              <a:cxnLst/>
              <a:rect l="l" t="t" r="r" b="b"/>
              <a:pathLst>
                <a:path w="22106" h="10217" extrusionOk="0">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84" name="Google Shape;11284;p76"/>
            <p:cNvSpPr/>
            <p:nvPr/>
          </p:nvSpPr>
          <p:spPr>
            <a:xfrm>
              <a:off x="2571159" y="1710115"/>
              <a:ext cx="54" cy="163"/>
            </a:xfrm>
            <a:custGeom>
              <a:avLst/>
              <a:gdLst/>
              <a:ahLst/>
              <a:cxnLst/>
              <a:rect l="l" t="t" r="r" b="b"/>
              <a:pathLst>
                <a:path w="4" h="12" extrusionOk="0">
                  <a:moveTo>
                    <a:pt x="0" y="1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85" name="Google Shape;11285;p76"/>
            <p:cNvSpPr/>
            <p:nvPr/>
          </p:nvSpPr>
          <p:spPr>
            <a:xfrm>
              <a:off x="2571960" y="1708839"/>
              <a:ext cx="109" cy="109"/>
            </a:xfrm>
            <a:custGeom>
              <a:avLst/>
              <a:gdLst/>
              <a:ahLst/>
              <a:cxnLst/>
              <a:rect l="l" t="t" r="r" b="b"/>
              <a:pathLst>
                <a:path w="8" h="8" extrusionOk="0">
                  <a:moveTo>
                    <a:pt x="1" y="7"/>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86" name="Google Shape;11286;p76"/>
            <p:cNvSpPr/>
            <p:nvPr/>
          </p:nvSpPr>
          <p:spPr>
            <a:xfrm>
              <a:off x="2572340" y="1708500"/>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87" name="Google Shape;11287;p76"/>
            <p:cNvSpPr/>
            <p:nvPr/>
          </p:nvSpPr>
          <p:spPr>
            <a:xfrm>
              <a:off x="2572245" y="1708595"/>
              <a:ext cx="68" cy="68"/>
            </a:xfrm>
            <a:custGeom>
              <a:avLst/>
              <a:gdLst/>
              <a:ahLst/>
              <a:cxnLst/>
              <a:rect l="l" t="t" r="r" b="b"/>
              <a:pathLst>
                <a:path w="5" h="5" extrusionOk="0">
                  <a:moveTo>
                    <a:pt x="1"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88" name="Google Shape;11288;p76"/>
            <p:cNvSpPr/>
            <p:nvPr/>
          </p:nvSpPr>
          <p:spPr>
            <a:xfrm>
              <a:off x="2571539" y="1709505"/>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89" name="Google Shape;11289;p76"/>
            <p:cNvSpPr/>
            <p:nvPr/>
          </p:nvSpPr>
          <p:spPr>
            <a:xfrm>
              <a:off x="2571729" y="1709219"/>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90" name="Google Shape;11290;p76"/>
            <p:cNvSpPr/>
            <p:nvPr/>
          </p:nvSpPr>
          <p:spPr>
            <a:xfrm>
              <a:off x="2571349" y="1709790"/>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91" name="Google Shape;11291;p76"/>
            <p:cNvSpPr/>
            <p:nvPr/>
          </p:nvSpPr>
          <p:spPr>
            <a:xfrm>
              <a:off x="2572109" y="1708690"/>
              <a:ext cx="54" cy="68"/>
            </a:xfrm>
            <a:custGeom>
              <a:avLst/>
              <a:gdLst/>
              <a:ahLst/>
              <a:cxnLst/>
              <a:rect l="l" t="t" r="r" b="b"/>
              <a:pathLst>
                <a:path w="4" h="5" extrusionOk="0">
                  <a:moveTo>
                    <a:pt x="0"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92" name="Google Shape;11292;p76"/>
            <p:cNvSpPr/>
            <p:nvPr/>
          </p:nvSpPr>
          <p:spPr>
            <a:xfrm>
              <a:off x="2570968" y="1710550"/>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93" name="Google Shape;11293;p76"/>
            <p:cNvSpPr/>
            <p:nvPr/>
          </p:nvSpPr>
          <p:spPr>
            <a:xfrm>
              <a:off x="2641218" y="170617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94" name="Google Shape;11294;p76"/>
            <p:cNvSpPr/>
            <p:nvPr/>
          </p:nvSpPr>
          <p:spPr>
            <a:xfrm>
              <a:off x="2572584" y="1708364"/>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95" name="Google Shape;11295;p76"/>
            <p:cNvSpPr/>
            <p:nvPr/>
          </p:nvSpPr>
          <p:spPr>
            <a:xfrm>
              <a:off x="2641829" y="1706178"/>
              <a:ext cx="204" cy="14"/>
            </a:xfrm>
            <a:custGeom>
              <a:avLst/>
              <a:gdLst/>
              <a:ahLst/>
              <a:cxnLst/>
              <a:rect l="l" t="t" r="r" b="b"/>
              <a:pathLst>
                <a:path w="15" h="1" extrusionOk="0">
                  <a:moveTo>
                    <a:pt x="1" y="0"/>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96" name="Google Shape;11296;p76"/>
            <p:cNvSpPr/>
            <p:nvPr/>
          </p:nvSpPr>
          <p:spPr>
            <a:xfrm>
              <a:off x="2571824" y="1709029"/>
              <a:ext cx="109" cy="109"/>
            </a:xfrm>
            <a:custGeom>
              <a:avLst/>
              <a:gdLst/>
              <a:ahLst/>
              <a:cxnLst/>
              <a:rect l="l" t="t" r="r" b="b"/>
              <a:pathLst>
                <a:path w="8" h="8" extrusionOk="0">
                  <a:moveTo>
                    <a:pt x="0" y="7"/>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97" name="Google Shape;11297;p76"/>
            <p:cNvSpPr/>
            <p:nvPr/>
          </p:nvSpPr>
          <p:spPr>
            <a:xfrm>
              <a:off x="2642305" y="1706219"/>
              <a:ext cx="258" cy="68"/>
            </a:xfrm>
            <a:custGeom>
              <a:avLst/>
              <a:gdLst/>
              <a:ahLst/>
              <a:cxnLst/>
              <a:rect l="l" t="t" r="r" b="b"/>
              <a:pathLst>
                <a:path w="19" h="5" extrusionOk="0">
                  <a:moveTo>
                    <a:pt x="1" y="1"/>
                  </a:moveTo>
                  <a:lnTo>
                    <a:pt x="1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98" name="Google Shape;11298;p76"/>
            <p:cNvSpPr/>
            <p:nvPr/>
          </p:nvSpPr>
          <p:spPr>
            <a:xfrm>
              <a:off x="2642780" y="1706273"/>
              <a:ext cx="353" cy="149"/>
            </a:xfrm>
            <a:custGeom>
              <a:avLst/>
              <a:gdLst/>
              <a:ahLst/>
              <a:cxnLst/>
              <a:rect l="l" t="t" r="r" b="b"/>
              <a:pathLst>
                <a:path w="26" h="11" extrusionOk="0">
                  <a:moveTo>
                    <a:pt x="1" y="0"/>
                  </a:moveTo>
                  <a:cubicBezTo>
                    <a:pt x="8" y="4"/>
                    <a:pt x="18" y="7"/>
                    <a:pt x="25" y="11"/>
                  </a:cubicBezTo>
                  <a:cubicBezTo>
                    <a:pt x="18" y="7"/>
                    <a:pt x="8"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99" name="Google Shape;11299;p76"/>
            <p:cNvSpPr/>
            <p:nvPr/>
          </p:nvSpPr>
          <p:spPr>
            <a:xfrm>
              <a:off x="2634756" y="1702852"/>
              <a:ext cx="4005" cy="2200"/>
            </a:xfrm>
            <a:custGeom>
              <a:avLst/>
              <a:gdLst/>
              <a:ahLst/>
              <a:cxnLst/>
              <a:rect l="l" t="t" r="r" b="b"/>
              <a:pathLst>
                <a:path w="295" h="162" extrusionOk="0">
                  <a:moveTo>
                    <a:pt x="0" y="0"/>
                  </a:moveTo>
                  <a:cubicBezTo>
                    <a:pt x="91" y="0"/>
                    <a:pt x="175" y="28"/>
                    <a:pt x="294" y="161"/>
                  </a:cubicBezTo>
                  <a:cubicBezTo>
                    <a:pt x="175" y="28"/>
                    <a:pt x="95"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00" name="Google Shape;11300;p76"/>
            <p:cNvSpPr/>
            <p:nvPr/>
          </p:nvSpPr>
          <p:spPr>
            <a:xfrm>
              <a:off x="2572489" y="1708459"/>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01" name="Google Shape;11301;p76"/>
            <p:cNvSpPr/>
            <p:nvPr/>
          </p:nvSpPr>
          <p:spPr>
            <a:xfrm>
              <a:off x="2506177" y="1694053"/>
              <a:ext cx="244" cy="299"/>
            </a:xfrm>
            <a:custGeom>
              <a:avLst/>
              <a:gdLst/>
              <a:ahLst/>
              <a:cxnLst/>
              <a:rect l="l" t="t" r="r" b="b"/>
              <a:pathLst>
                <a:path w="18" h="22" extrusionOk="0">
                  <a:moveTo>
                    <a:pt x="0" y="1"/>
                  </a:moveTo>
                  <a:lnTo>
                    <a:pt x="18"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02" name="Google Shape;11302;p76"/>
            <p:cNvSpPr/>
            <p:nvPr/>
          </p:nvSpPr>
          <p:spPr>
            <a:xfrm>
              <a:off x="2504602" y="1692152"/>
              <a:ext cx="299" cy="339"/>
            </a:xfrm>
            <a:custGeom>
              <a:avLst/>
              <a:gdLst/>
              <a:ahLst/>
              <a:cxnLst/>
              <a:rect l="l" t="t" r="r" b="b"/>
              <a:pathLst>
                <a:path w="22" h="25" extrusionOk="0">
                  <a:moveTo>
                    <a:pt x="1" y="0"/>
                  </a:moveTo>
                  <a:lnTo>
                    <a:pt x="22"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03" name="Google Shape;11303;p76"/>
            <p:cNvSpPr/>
            <p:nvPr/>
          </p:nvSpPr>
          <p:spPr>
            <a:xfrm>
              <a:off x="2505172" y="1692818"/>
              <a:ext cx="299" cy="339"/>
            </a:xfrm>
            <a:custGeom>
              <a:avLst/>
              <a:gdLst/>
              <a:ahLst/>
              <a:cxnLst/>
              <a:rect l="l" t="t" r="r" b="b"/>
              <a:pathLst>
                <a:path w="22" h="25" extrusionOk="0">
                  <a:moveTo>
                    <a:pt x="1" y="0"/>
                  </a:moveTo>
                  <a:lnTo>
                    <a:pt x="22"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04" name="Google Shape;11304;p76"/>
            <p:cNvSpPr/>
            <p:nvPr/>
          </p:nvSpPr>
          <p:spPr>
            <a:xfrm>
              <a:off x="2503325" y="1690768"/>
              <a:ext cx="339" cy="353"/>
            </a:xfrm>
            <a:custGeom>
              <a:avLst/>
              <a:gdLst/>
              <a:ahLst/>
              <a:cxnLst/>
              <a:rect l="l" t="t" r="r" b="b"/>
              <a:pathLst>
                <a:path w="25" h="26" extrusionOk="0">
                  <a:moveTo>
                    <a:pt x="0" y="1"/>
                  </a:moveTo>
                  <a:lnTo>
                    <a:pt x="25"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05" name="Google Shape;11305;p76"/>
            <p:cNvSpPr/>
            <p:nvPr/>
          </p:nvSpPr>
          <p:spPr>
            <a:xfrm>
              <a:off x="2568497" y="1712166"/>
              <a:ext cx="244" cy="54"/>
            </a:xfrm>
            <a:custGeom>
              <a:avLst/>
              <a:gdLst/>
              <a:ahLst/>
              <a:cxnLst/>
              <a:rect l="l" t="t" r="r" b="b"/>
              <a:pathLst>
                <a:path w="18" h="4" extrusionOk="0">
                  <a:moveTo>
                    <a:pt x="0" y="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06" name="Google Shape;11306;p76"/>
            <p:cNvSpPr/>
            <p:nvPr/>
          </p:nvSpPr>
          <p:spPr>
            <a:xfrm>
              <a:off x="2567778" y="1712356"/>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07" name="Google Shape;11307;p76"/>
            <p:cNvSpPr/>
            <p:nvPr/>
          </p:nvSpPr>
          <p:spPr>
            <a:xfrm>
              <a:off x="2461873" y="1676280"/>
              <a:ext cx="19022" cy="5051"/>
            </a:xfrm>
            <a:custGeom>
              <a:avLst/>
              <a:gdLst/>
              <a:ahLst/>
              <a:cxnLst/>
              <a:rect l="l" t="t" r="r" b="b"/>
              <a:pathLst>
                <a:path w="1401" h="372" extrusionOk="0">
                  <a:moveTo>
                    <a:pt x="1401" y="0"/>
                  </a:moveTo>
                  <a:lnTo>
                    <a:pt x="1" y="37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08" name="Google Shape;11308;p76"/>
            <p:cNvSpPr/>
            <p:nvPr/>
          </p:nvSpPr>
          <p:spPr>
            <a:xfrm>
              <a:off x="2516061" y="1694583"/>
              <a:ext cx="394" cy="95"/>
            </a:xfrm>
            <a:custGeom>
              <a:avLst/>
              <a:gdLst/>
              <a:ahLst/>
              <a:cxnLst/>
              <a:rect l="l" t="t" r="r" b="b"/>
              <a:pathLst>
                <a:path w="29" h="7" extrusionOk="0">
                  <a:moveTo>
                    <a:pt x="1" y="0"/>
                  </a:moveTo>
                  <a:cubicBezTo>
                    <a:pt x="11" y="0"/>
                    <a:pt x="18" y="4"/>
                    <a:pt x="29" y="7"/>
                  </a:cubicBezTo>
                  <a:cubicBezTo>
                    <a:pt x="18" y="4"/>
                    <a:pt x="11"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09" name="Google Shape;11309;p76"/>
            <p:cNvSpPr/>
            <p:nvPr/>
          </p:nvSpPr>
          <p:spPr>
            <a:xfrm>
              <a:off x="2515260" y="169452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10" name="Google Shape;11310;p76"/>
            <p:cNvSpPr/>
            <p:nvPr/>
          </p:nvSpPr>
          <p:spPr>
            <a:xfrm>
              <a:off x="2514690" y="1694624"/>
              <a:ext cx="149" cy="14"/>
            </a:xfrm>
            <a:custGeom>
              <a:avLst/>
              <a:gdLst/>
              <a:ahLst/>
              <a:cxnLst/>
              <a:rect l="l" t="t" r="r" b="b"/>
              <a:pathLst>
                <a:path w="11" h="1" extrusionOk="0">
                  <a:moveTo>
                    <a:pt x="0"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11" name="Google Shape;11311;p76"/>
            <p:cNvSpPr/>
            <p:nvPr/>
          </p:nvSpPr>
          <p:spPr>
            <a:xfrm>
              <a:off x="2514119" y="1694678"/>
              <a:ext cx="149" cy="0"/>
            </a:xfrm>
            <a:custGeom>
              <a:avLst/>
              <a:gdLst/>
              <a:ahLst/>
              <a:cxnLst/>
              <a:rect l="l" t="t" r="r" b="b"/>
              <a:pathLst>
                <a:path w="11" extrusionOk="0">
                  <a:moveTo>
                    <a:pt x="0"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12" name="Google Shape;11312;p76"/>
            <p:cNvSpPr/>
            <p:nvPr/>
          </p:nvSpPr>
          <p:spPr>
            <a:xfrm>
              <a:off x="2499374" y="1686830"/>
              <a:ext cx="299" cy="299"/>
            </a:xfrm>
            <a:custGeom>
              <a:avLst/>
              <a:gdLst/>
              <a:ahLst/>
              <a:cxnLst/>
              <a:rect l="l" t="t" r="r" b="b"/>
              <a:pathLst>
                <a:path w="22" h="22" extrusionOk="0">
                  <a:moveTo>
                    <a:pt x="1" y="0"/>
                  </a:moveTo>
                  <a:lnTo>
                    <a:pt x="22"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13" name="Google Shape;11313;p76"/>
            <p:cNvSpPr/>
            <p:nvPr/>
          </p:nvSpPr>
          <p:spPr>
            <a:xfrm>
              <a:off x="2505742" y="1693483"/>
              <a:ext cx="258" cy="299"/>
            </a:xfrm>
            <a:custGeom>
              <a:avLst/>
              <a:gdLst/>
              <a:ahLst/>
              <a:cxnLst/>
              <a:rect l="l" t="t" r="r" b="b"/>
              <a:pathLst>
                <a:path w="19" h="22" extrusionOk="0">
                  <a:moveTo>
                    <a:pt x="1" y="0"/>
                  </a:moveTo>
                  <a:lnTo>
                    <a:pt x="18"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14" name="Google Shape;11314;p76"/>
            <p:cNvSpPr/>
            <p:nvPr/>
          </p:nvSpPr>
          <p:spPr>
            <a:xfrm>
              <a:off x="2498804" y="1686301"/>
              <a:ext cx="258" cy="258"/>
            </a:xfrm>
            <a:custGeom>
              <a:avLst/>
              <a:gdLst/>
              <a:ahLst/>
              <a:cxnLst/>
              <a:rect l="l" t="t" r="r" b="b"/>
              <a:pathLst>
                <a:path w="19" h="19" extrusionOk="0">
                  <a:moveTo>
                    <a:pt x="1" y="1"/>
                  </a:moveTo>
                  <a:lnTo>
                    <a:pt x="1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15" name="Google Shape;11315;p76"/>
            <p:cNvSpPr/>
            <p:nvPr/>
          </p:nvSpPr>
          <p:spPr>
            <a:xfrm>
              <a:off x="2507168" y="1695574"/>
              <a:ext cx="109" cy="163"/>
            </a:xfrm>
            <a:custGeom>
              <a:avLst/>
              <a:gdLst/>
              <a:ahLst/>
              <a:cxnLst/>
              <a:rect l="l" t="t" r="r" b="b"/>
              <a:pathLst>
                <a:path w="8" h="12" extrusionOk="0">
                  <a:moveTo>
                    <a:pt x="1" y="1"/>
                  </a:moveTo>
                  <a:cubicBezTo>
                    <a:pt x="1" y="4"/>
                    <a:pt x="4" y="8"/>
                    <a:pt x="8" y="11"/>
                  </a:cubicBezTo>
                  <a:cubicBezTo>
                    <a:pt x="8" y="8"/>
                    <a:pt x="4"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16" name="Google Shape;11316;p76"/>
            <p:cNvSpPr/>
            <p:nvPr/>
          </p:nvSpPr>
          <p:spPr>
            <a:xfrm>
              <a:off x="2501329" y="1688677"/>
              <a:ext cx="339" cy="353"/>
            </a:xfrm>
            <a:custGeom>
              <a:avLst/>
              <a:gdLst/>
              <a:ahLst/>
              <a:cxnLst/>
              <a:rect l="l" t="t" r="r" b="b"/>
              <a:pathLst>
                <a:path w="25" h="26" extrusionOk="0">
                  <a:moveTo>
                    <a:pt x="0" y="1"/>
                  </a:moveTo>
                  <a:lnTo>
                    <a:pt x="25"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17" name="Google Shape;11317;p76"/>
            <p:cNvSpPr/>
            <p:nvPr/>
          </p:nvSpPr>
          <p:spPr>
            <a:xfrm>
              <a:off x="2557133" y="1719389"/>
              <a:ext cx="910" cy="1249"/>
            </a:xfrm>
            <a:custGeom>
              <a:avLst/>
              <a:gdLst/>
              <a:ahLst/>
              <a:cxnLst/>
              <a:rect l="l" t="t" r="r" b="b"/>
              <a:pathLst>
                <a:path w="67" h="92" extrusionOk="0">
                  <a:moveTo>
                    <a:pt x="67" y="0"/>
                  </a:moveTo>
                  <a:cubicBezTo>
                    <a:pt x="56" y="39"/>
                    <a:pt x="32" y="70"/>
                    <a:pt x="0" y="91"/>
                  </a:cubicBezTo>
                  <a:cubicBezTo>
                    <a:pt x="32" y="70"/>
                    <a:pt x="56" y="39"/>
                    <a:pt x="6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18" name="Google Shape;11318;p76"/>
            <p:cNvSpPr/>
            <p:nvPr/>
          </p:nvSpPr>
          <p:spPr>
            <a:xfrm>
              <a:off x="2501995" y="1689342"/>
              <a:ext cx="339" cy="353"/>
            </a:xfrm>
            <a:custGeom>
              <a:avLst/>
              <a:gdLst/>
              <a:ahLst/>
              <a:cxnLst/>
              <a:rect l="l" t="t" r="r" b="b"/>
              <a:pathLst>
                <a:path w="25" h="26" extrusionOk="0">
                  <a:moveTo>
                    <a:pt x="0" y="1"/>
                  </a:moveTo>
                  <a:lnTo>
                    <a:pt x="25"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19" name="Google Shape;11319;p76"/>
            <p:cNvSpPr/>
            <p:nvPr/>
          </p:nvSpPr>
          <p:spPr>
            <a:xfrm>
              <a:off x="2500664" y="1688011"/>
              <a:ext cx="299" cy="299"/>
            </a:xfrm>
            <a:custGeom>
              <a:avLst/>
              <a:gdLst/>
              <a:ahLst/>
              <a:cxnLst/>
              <a:rect l="l" t="t" r="r" b="b"/>
              <a:pathLst>
                <a:path w="22" h="22" extrusionOk="0">
                  <a:moveTo>
                    <a:pt x="0" y="1"/>
                  </a:moveTo>
                  <a:lnTo>
                    <a:pt x="2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20" name="Google Shape;11320;p76"/>
            <p:cNvSpPr/>
            <p:nvPr/>
          </p:nvSpPr>
          <p:spPr>
            <a:xfrm>
              <a:off x="2506937" y="1695153"/>
              <a:ext cx="149" cy="204"/>
            </a:xfrm>
            <a:custGeom>
              <a:avLst/>
              <a:gdLst/>
              <a:ahLst/>
              <a:cxnLst/>
              <a:rect l="l" t="t" r="r" b="b"/>
              <a:pathLst>
                <a:path w="11" h="15" extrusionOk="0">
                  <a:moveTo>
                    <a:pt x="0" y="0"/>
                  </a:moveTo>
                  <a:lnTo>
                    <a:pt x="1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21" name="Google Shape;11321;p76"/>
            <p:cNvSpPr/>
            <p:nvPr/>
          </p:nvSpPr>
          <p:spPr>
            <a:xfrm>
              <a:off x="2503991" y="1691487"/>
              <a:ext cx="299" cy="339"/>
            </a:xfrm>
            <a:custGeom>
              <a:avLst/>
              <a:gdLst/>
              <a:ahLst/>
              <a:cxnLst/>
              <a:rect l="l" t="t" r="r" b="b"/>
              <a:pathLst>
                <a:path w="22" h="25" extrusionOk="0">
                  <a:moveTo>
                    <a:pt x="0" y="0"/>
                  </a:moveTo>
                  <a:lnTo>
                    <a:pt x="2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22" name="Google Shape;11322;p76"/>
            <p:cNvSpPr/>
            <p:nvPr/>
          </p:nvSpPr>
          <p:spPr>
            <a:xfrm>
              <a:off x="2506598" y="1694624"/>
              <a:ext cx="204" cy="258"/>
            </a:xfrm>
            <a:custGeom>
              <a:avLst/>
              <a:gdLst/>
              <a:ahLst/>
              <a:cxnLst/>
              <a:rect l="l" t="t" r="r" b="b"/>
              <a:pathLst>
                <a:path w="15" h="19" extrusionOk="0">
                  <a:moveTo>
                    <a:pt x="1" y="1"/>
                  </a:moveTo>
                  <a:lnTo>
                    <a:pt x="15"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23" name="Google Shape;11323;p76"/>
            <p:cNvSpPr/>
            <p:nvPr/>
          </p:nvSpPr>
          <p:spPr>
            <a:xfrm>
              <a:off x="2515640" y="1694529"/>
              <a:ext cx="299" cy="14"/>
            </a:xfrm>
            <a:custGeom>
              <a:avLst/>
              <a:gdLst/>
              <a:ahLst/>
              <a:cxnLst/>
              <a:rect l="l" t="t" r="r" b="b"/>
              <a:pathLst>
                <a:path w="22" h="1" extrusionOk="0">
                  <a:moveTo>
                    <a:pt x="0" y="1"/>
                  </a:moveTo>
                  <a:lnTo>
                    <a:pt x="2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24" name="Google Shape;11324;p76"/>
            <p:cNvSpPr/>
            <p:nvPr/>
          </p:nvSpPr>
          <p:spPr>
            <a:xfrm>
              <a:off x="2568973" y="1712111"/>
              <a:ext cx="1344" cy="109"/>
            </a:xfrm>
            <a:custGeom>
              <a:avLst/>
              <a:gdLst/>
              <a:ahLst/>
              <a:cxnLst/>
              <a:rect l="l" t="t" r="r" b="b"/>
              <a:pathLst>
                <a:path w="99" h="8" extrusionOk="0">
                  <a:moveTo>
                    <a:pt x="98" y="8"/>
                  </a:moveTo>
                  <a:lnTo>
                    <a:pt x="98" y="8"/>
                  </a:lnTo>
                  <a:cubicBezTo>
                    <a:pt x="67" y="1"/>
                    <a:pt x="35" y="1"/>
                    <a:pt x="0" y="4"/>
                  </a:cubicBezTo>
                  <a:cubicBezTo>
                    <a:pt x="35" y="1"/>
                    <a:pt x="67" y="1"/>
                    <a:pt x="98"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25" name="Google Shape;11325;p76"/>
            <p:cNvSpPr/>
            <p:nvPr/>
          </p:nvSpPr>
          <p:spPr>
            <a:xfrm>
              <a:off x="2512640" y="1694909"/>
              <a:ext cx="258" cy="68"/>
            </a:xfrm>
            <a:custGeom>
              <a:avLst/>
              <a:gdLst/>
              <a:ahLst/>
              <a:cxnLst/>
              <a:rect l="l" t="t" r="r" b="b"/>
              <a:pathLst>
                <a:path w="19" h="5" extrusionOk="0">
                  <a:moveTo>
                    <a:pt x="1" y="4"/>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26" name="Google Shape;11326;p76"/>
            <p:cNvSpPr/>
            <p:nvPr/>
          </p:nvSpPr>
          <p:spPr>
            <a:xfrm>
              <a:off x="2499999" y="1687400"/>
              <a:ext cx="299" cy="299"/>
            </a:xfrm>
            <a:custGeom>
              <a:avLst/>
              <a:gdLst/>
              <a:ahLst/>
              <a:cxnLst/>
              <a:rect l="l" t="t" r="r" b="b"/>
              <a:pathLst>
                <a:path w="22" h="22" extrusionOk="0">
                  <a:moveTo>
                    <a:pt x="0" y="0"/>
                  </a:moveTo>
                  <a:lnTo>
                    <a:pt x="21"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27" name="Google Shape;11327;p76"/>
            <p:cNvSpPr/>
            <p:nvPr/>
          </p:nvSpPr>
          <p:spPr>
            <a:xfrm>
              <a:off x="2513400" y="1694773"/>
              <a:ext cx="163" cy="54"/>
            </a:xfrm>
            <a:custGeom>
              <a:avLst/>
              <a:gdLst/>
              <a:ahLst/>
              <a:cxnLst/>
              <a:rect l="l" t="t" r="r" b="b"/>
              <a:pathLst>
                <a:path w="12" h="4" extrusionOk="0">
                  <a:moveTo>
                    <a:pt x="1"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28" name="Google Shape;11328;p76"/>
            <p:cNvSpPr/>
            <p:nvPr/>
          </p:nvSpPr>
          <p:spPr>
            <a:xfrm>
              <a:off x="2566963" y="1712546"/>
              <a:ext cx="163" cy="54"/>
            </a:xfrm>
            <a:custGeom>
              <a:avLst/>
              <a:gdLst/>
              <a:ahLst/>
              <a:cxnLst/>
              <a:rect l="l" t="t" r="r" b="b"/>
              <a:pathLst>
                <a:path w="12" h="4" extrusionOk="0">
                  <a:moveTo>
                    <a:pt x="1"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29" name="Google Shape;11329;p76"/>
            <p:cNvSpPr/>
            <p:nvPr/>
          </p:nvSpPr>
          <p:spPr>
            <a:xfrm>
              <a:off x="2502660" y="1690062"/>
              <a:ext cx="339" cy="339"/>
            </a:xfrm>
            <a:custGeom>
              <a:avLst/>
              <a:gdLst/>
              <a:ahLst/>
              <a:cxnLst/>
              <a:rect l="l" t="t" r="r" b="b"/>
              <a:pathLst>
                <a:path w="25" h="25" extrusionOk="0">
                  <a:moveTo>
                    <a:pt x="0" y="0"/>
                  </a:moveTo>
                  <a:lnTo>
                    <a:pt x="25"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30" name="Google Shape;11330;p76"/>
            <p:cNvSpPr/>
            <p:nvPr/>
          </p:nvSpPr>
          <p:spPr>
            <a:xfrm>
              <a:off x="2690844" y="1643097"/>
              <a:ext cx="339" cy="489"/>
            </a:xfrm>
            <a:custGeom>
              <a:avLst/>
              <a:gdLst/>
              <a:ahLst/>
              <a:cxnLst/>
              <a:rect l="l" t="t" r="r" b="b"/>
              <a:pathLst>
                <a:path w="25" h="36" extrusionOk="0">
                  <a:moveTo>
                    <a:pt x="25" y="1"/>
                  </a:moveTo>
                  <a:lnTo>
                    <a:pt x="0" y="3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31" name="Google Shape;11331;p76"/>
            <p:cNvSpPr/>
            <p:nvPr/>
          </p:nvSpPr>
          <p:spPr>
            <a:xfrm>
              <a:off x="2691319" y="1642622"/>
              <a:ext cx="244" cy="353"/>
            </a:xfrm>
            <a:custGeom>
              <a:avLst/>
              <a:gdLst/>
              <a:ahLst/>
              <a:cxnLst/>
              <a:rect l="l" t="t" r="r" b="b"/>
              <a:pathLst>
                <a:path w="18" h="26" extrusionOk="0">
                  <a:moveTo>
                    <a:pt x="18" y="1"/>
                  </a:move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32" name="Google Shape;11332;p76"/>
            <p:cNvSpPr/>
            <p:nvPr/>
          </p:nvSpPr>
          <p:spPr>
            <a:xfrm>
              <a:off x="2691645" y="1642147"/>
              <a:ext cx="204" cy="353"/>
            </a:xfrm>
            <a:custGeom>
              <a:avLst/>
              <a:gdLst/>
              <a:ahLst/>
              <a:cxnLst/>
              <a:rect l="l" t="t" r="r" b="b"/>
              <a:pathLst>
                <a:path w="15" h="26" extrusionOk="0">
                  <a:moveTo>
                    <a:pt x="15" y="1"/>
                  </a:moveTo>
                  <a:cubicBezTo>
                    <a:pt x="11" y="8"/>
                    <a:pt x="4" y="15"/>
                    <a:pt x="1" y="25"/>
                  </a:cubicBezTo>
                  <a:cubicBezTo>
                    <a:pt x="8" y="15"/>
                    <a:pt x="11" y="8"/>
                    <a:pt x="1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33" name="Google Shape;11333;p76"/>
            <p:cNvSpPr/>
            <p:nvPr/>
          </p:nvSpPr>
          <p:spPr>
            <a:xfrm>
              <a:off x="2655339" y="1679838"/>
              <a:ext cx="4141" cy="1113"/>
            </a:xfrm>
            <a:custGeom>
              <a:avLst/>
              <a:gdLst/>
              <a:ahLst/>
              <a:cxnLst/>
              <a:rect l="l" t="t" r="r" b="b"/>
              <a:pathLst>
                <a:path w="305" h="82" extrusionOk="0">
                  <a:moveTo>
                    <a:pt x="305" y="81"/>
                  </a:moveTo>
                  <a:cubicBezTo>
                    <a:pt x="116" y="78"/>
                    <a:pt x="35" y="36"/>
                    <a:pt x="0" y="1"/>
                  </a:cubicBezTo>
                  <a:cubicBezTo>
                    <a:pt x="35" y="36"/>
                    <a:pt x="116" y="78"/>
                    <a:pt x="305" y="8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34" name="Google Shape;11334;p76"/>
            <p:cNvSpPr/>
            <p:nvPr/>
          </p:nvSpPr>
          <p:spPr>
            <a:xfrm>
              <a:off x="2691930" y="1641861"/>
              <a:ext cx="68" cy="109"/>
            </a:xfrm>
            <a:custGeom>
              <a:avLst/>
              <a:gdLst/>
              <a:ahLst/>
              <a:cxnLst/>
              <a:rect l="l" t="t" r="r" b="b"/>
              <a:pathLst>
                <a:path w="5" h="8" extrusionOk="0">
                  <a:moveTo>
                    <a:pt x="4" y="1"/>
                  </a:moveTo>
                  <a:lnTo>
                    <a:pt x="1" y="8"/>
                  </a:lnTo>
                  <a:cubicBezTo>
                    <a:pt x="4" y="4"/>
                    <a:pt x="4" y="4"/>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35" name="Google Shape;11335;p76"/>
            <p:cNvSpPr/>
            <p:nvPr/>
          </p:nvSpPr>
          <p:spPr>
            <a:xfrm>
              <a:off x="2643255" y="1705934"/>
              <a:ext cx="14" cy="163"/>
            </a:xfrm>
            <a:custGeom>
              <a:avLst/>
              <a:gdLst/>
              <a:ahLst/>
              <a:cxnLst/>
              <a:rect l="l" t="t" r="r" b="b"/>
              <a:pathLst>
                <a:path w="1" h="12" extrusionOk="0">
                  <a:moveTo>
                    <a:pt x="1" y="1"/>
                  </a:moveTo>
                  <a:lnTo>
                    <a:pt x="1" y="11"/>
                  </a:lnTo>
                  <a:cubicBezTo>
                    <a:pt x="1" y="8"/>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36" name="Google Shape;11336;p76"/>
            <p:cNvSpPr/>
            <p:nvPr/>
          </p:nvSpPr>
          <p:spPr>
            <a:xfrm>
              <a:off x="2438968" y="1708269"/>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37" name="Google Shape;11337;p76"/>
            <p:cNvSpPr/>
            <p:nvPr/>
          </p:nvSpPr>
          <p:spPr>
            <a:xfrm>
              <a:off x="2438873" y="1708554"/>
              <a:ext cx="14" cy="109"/>
            </a:xfrm>
            <a:custGeom>
              <a:avLst/>
              <a:gdLst/>
              <a:ahLst/>
              <a:cxnLst/>
              <a:rect l="l" t="t" r="r" b="b"/>
              <a:pathLst>
                <a:path w="1" h="8" extrusionOk="0">
                  <a:moveTo>
                    <a:pt x="0"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38" name="Google Shape;11338;p76"/>
            <p:cNvSpPr/>
            <p:nvPr/>
          </p:nvSpPr>
          <p:spPr>
            <a:xfrm>
              <a:off x="2438819" y="1710401"/>
              <a:ext cx="68" cy="204"/>
            </a:xfrm>
            <a:custGeom>
              <a:avLst/>
              <a:gdLst/>
              <a:ahLst/>
              <a:cxnLst/>
              <a:rect l="l" t="t" r="r" b="b"/>
              <a:pathLst>
                <a:path w="5" h="15" extrusionOk="0">
                  <a:moveTo>
                    <a:pt x="1" y="1"/>
                  </a:moveTo>
                  <a:cubicBezTo>
                    <a:pt x="1" y="4"/>
                    <a:pt x="1" y="8"/>
                    <a:pt x="4" y="15"/>
                  </a:cubicBezTo>
                  <a:cubicBezTo>
                    <a:pt x="4" y="8"/>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39" name="Google Shape;11339;p76"/>
            <p:cNvSpPr/>
            <p:nvPr/>
          </p:nvSpPr>
          <p:spPr>
            <a:xfrm>
              <a:off x="2438683" y="1709545"/>
              <a:ext cx="14" cy="163"/>
            </a:xfrm>
            <a:custGeom>
              <a:avLst/>
              <a:gdLst/>
              <a:ahLst/>
              <a:cxnLst/>
              <a:rect l="l" t="t" r="r" b="b"/>
              <a:pathLst>
                <a:path w="1" h="12" extrusionOk="0">
                  <a:moveTo>
                    <a:pt x="0"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40" name="Google Shape;11340;p76"/>
            <p:cNvSpPr/>
            <p:nvPr/>
          </p:nvSpPr>
          <p:spPr>
            <a:xfrm>
              <a:off x="2438778" y="1708785"/>
              <a:ext cx="14" cy="204"/>
            </a:xfrm>
            <a:custGeom>
              <a:avLst/>
              <a:gdLst/>
              <a:ahLst/>
              <a:cxnLst/>
              <a:rect l="l" t="t" r="r" b="b"/>
              <a:pathLst>
                <a:path w="1" h="15" extrusionOk="0">
                  <a:moveTo>
                    <a:pt x="0" y="15"/>
                  </a:moveTo>
                  <a:lnTo>
                    <a:pt x="0" y="4"/>
                  </a:lnTo>
                  <a:cubicBezTo>
                    <a:pt x="0" y="1"/>
                    <a:pt x="0" y="11"/>
                    <a:pt x="0"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41" name="Google Shape;11341;p76"/>
            <p:cNvSpPr/>
            <p:nvPr/>
          </p:nvSpPr>
          <p:spPr>
            <a:xfrm>
              <a:off x="2438724" y="1709165"/>
              <a:ext cx="14" cy="163"/>
            </a:xfrm>
            <a:custGeom>
              <a:avLst/>
              <a:gdLst/>
              <a:ahLst/>
              <a:cxnLst/>
              <a:rect l="l" t="t" r="r" b="b"/>
              <a:pathLst>
                <a:path w="1" h="12" extrusionOk="0">
                  <a:moveTo>
                    <a:pt x="1" y="11"/>
                  </a:moveTo>
                  <a:lnTo>
                    <a:pt x="1" y="1"/>
                  </a:lnTo>
                  <a:cubicBezTo>
                    <a:pt x="1" y="4"/>
                    <a:pt x="1" y="8"/>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42" name="Google Shape;11342;p76"/>
            <p:cNvSpPr/>
            <p:nvPr/>
          </p:nvSpPr>
          <p:spPr>
            <a:xfrm>
              <a:off x="2438724" y="1709925"/>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43" name="Google Shape;11343;p76"/>
            <p:cNvSpPr/>
            <p:nvPr/>
          </p:nvSpPr>
          <p:spPr>
            <a:xfrm>
              <a:off x="3083315" y="1349877"/>
              <a:ext cx="6436" cy="2648"/>
            </a:xfrm>
            <a:custGeom>
              <a:avLst/>
              <a:gdLst/>
              <a:ahLst/>
              <a:cxnLst/>
              <a:rect l="l" t="t" r="r" b="b"/>
              <a:pathLst>
                <a:path w="474" h="195" extrusionOk="0">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44" name="Google Shape;11344;p76"/>
            <p:cNvSpPr/>
            <p:nvPr/>
          </p:nvSpPr>
          <p:spPr>
            <a:xfrm>
              <a:off x="2740470" y="1256152"/>
              <a:ext cx="41452" cy="20869"/>
            </a:xfrm>
            <a:custGeom>
              <a:avLst/>
              <a:gdLst/>
              <a:ahLst/>
              <a:cxnLst/>
              <a:rect l="l" t="t" r="r" b="b"/>
              <a:pathLst>
                <a:path w="3053" h="1537" extrusionOk="0">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45" name="Google Shape;11345;p76"/>
            <p:cNvSpPr/>
            <p:nvPr/>
          </p:nvSpPr>
          <p:spPr>
            <a:xfrm>
              <a:off x="2779112" y="1267720"/>
              <a:ext cx="44453" cy="23136"/>
            </a:xfrm>
            <a:custGeom>
              <a:avLst/>
              <a:gdLst/>
              <a:ahLst/>
              <a:cxnLst/>
              <a:rect l="l" t="t" r="r" b="b"/>
              <a:pathLst>
                <a:path w="3274" h="1704" extrusionOk="0">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46" name="Google Shape;11346;p76"/>
            <p:cNvSpPr/>
            <p:nvPr/>
          </p:nvSpPr>
          <p:spPr>
            <a:xfrm>
              <a:off x="3087022" y="1356164"/>
              <a:ext cx="21412" cy="7834"/>
            </a:xfrm>
            <a:custGeom>
              <a:avLst/>
              <a:gdLst/>
              <a:ahLst/>
              <a:cxnLst/>
              <a:rect l="l" t="t" r="r" b="b"/>
              <a:pathLst>
                <a:path w="1577" h="577" extrusionOk="0">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47" name="Google Shape;11347;p76"/>
            <p:cNvSpPr/>
            <p:nvPr/>
          </p:nvSpPr>
          <p:spPr>
            <a:xfrm>
              <a:off x="2249874" y="1296871"/>
              <a:ext cx="1208533" cy="418540"/>
            </a:xfrm>
            <a:custGeom>
              <a:avLst/>
              <a:gdLst/>
              <a:ahLst/>
              <a:cxnLst/>
              <a:rect l="l" t="t" r="r" b="b"/>
              <a:pathLst>
                <a:path w="89010" h="30826" extrusionOk="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48" name="Google Shape;11348;p76"/>
            <p:cNvSpPr/>
            <p:nvPr/>
          </p:nvSpPr>
          <p:spPr>
            <a:xfrm>
              <a:off x="2192984" y="1581360"/>
              <a:ext cx="21262" cy="7753"/>
            </a:xfrm>
            <a:custGeom>
              <a:avLst/>
              <a:gdLst/>
              <a:ahLst/>
              <a:cxnLst/>
              <a:rect l="l" t="t" r="r" b="b"/>
              <a:pathLst>
                <a:path w="1566" h="571" extrusionOk="0">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49" name="Google Shape;11349;p76"/>
            <p:cNvSpPr/>
            <p:nvPr/>
          </p:nvSpPr>
          <p:spPr>
            <a:xfrm>
              <a:off x="2688889" y="1342735"/>
              <a:ext cx="3394" cy="828"/>
            </a:xfrm>
            <a:custGeom>
              <a:avLst/>
              <a:gdLst/>
              <a:ahLst/>
              <a:cxnLst/>
              <a:rect l="l" t="t" r="r" b="b"/>
              <a:pathLst>
                <a:path w="250" h="61" extrusionOk="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50" name="Google Shape;11350;p76"/>
            <p:cNvSpPr/>
            <p:nvPr/>
          </p:nvSpPr>
          <p:spPr>
            <a:xfrm>
              <a:off x="3095345" y="1594612"/>
              <a:ext cx="18737" cy="78777"/>
            </a:xfrm>
            <a:custGeom>
              <a:avLst/>
              <a:gdLst/>
              <a:ahLst/>
              <a:cxnLst/>
              <a:rect l="l" t="t" r="r" b="b"/>
              <a:pathLst>
                <a:path w="1380" h="5802" extrusionOk="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51" name="Google Shape;11351;p76"/>
            <p:cNvSpPr/>
            <p:nvPr/>
          </p:nvSpPr>
          <p:spPr>
            <a:xfrm>
              <a:off x="2726485" y="1235772"/>
              <a:ext cx="39185" cy="27603"/>
            </a:xfrm>
            <a:custGeom>
              <a:avLst/>
              <a:gdLst/>
              <a:ahLst/>
              <a:cxnLst/>
              <a:rect l="l" t="t" r="r" b="b"/>
              <a:pathLst>
                <a:path w="2886" h="2033" extrusionOk="0">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52" name="Google Shape;11352;p76"/>
            <p:cNvSpPr/>
            <p:nvPr/>
          </p:nvSpPr>
          <p:spPr>
            <a:xfrm>
              <a:off x="2452749" y="1237876"/>
              <a:ext cx="24249" cy="7875"/>
            </a:xfrm>
            <a:custGeom>
              <a:avLst/>
              <a:gdLst/>
              <a:ahLst/>
              <a:cxnLst/>
              <a:rect l="l" t="t" r="r" b="b"/>
              <a:pathLst>
                <a:path w="1786" h="580" extrusionOk="0">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53" name="Google Shape;11353;p76"/>
            <p:cNvSpPr/>
            <p:nvPr/>
          </p:nvSpPr>
          <p:spPr>
            <a:xfrm>
              <a:off x="2405554" y="1415592"/>
              <a:ext cx="14406" cy="8065"/>
            </a:xfrm>
            <a:custGeom>
              <a:avLst/>
              <a:gdLst/>
              <a:ahLst/>
              <a:cxnLst/>
              <a:rect l="l" t="t" r="r" b="b"/>
              <a:pathLst>
                <a:path w="1061" h="594" extrusionOk="0">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54" name="Google Shape;11354;p76"/>
            <p:cNvSpPr/>
            <p:nvPr/>
          </p:nvSpPr>
          <p:spPr>
            <a:xfrm>
              <a:off x="2399471" y="1241556"/>
              <a:ext cx="30047" cy="12613"/>
            </a:xfrm>
            <a:custGeom>
              <a:avLst/>
              <a:gdLst/>
              <a:ahLst/>
              <a:cxnLst/>
              <a:rect l="l" t="t" r="r" b="b"/>
              <a:pathLst>
                <a:path w="2213" h="929" extrusionOk="0">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55" name="Google Shape;11355;p76"/>
            <p:cNvSpPr/>
            <p:nvPr/>
          </p:nvSpPr>
          <p:spPr>
            <a:xfrm>
              <a:off x="2429179" y="1308887"/>
              <a:ext cx="131865" cy="90535"/>
            </a:xfrm>
            <a:custGeom>
              <a:avLst/>
              <a:gdLst/>
              <a:ahLst/>
              <a:cxnLst/>
              <a:rect l="l" t="t" r="r" b="b"/>
              <a:pathLst>
                <a:path w="9712" h="6668" extrusionOk="0">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56" name="Google Shape;11356;p76"/>
            <p:cNvSpPr/>
            <p:nvPr/>
          </p:nvSpPr>
          <p:spPr>
            <a:xfrm>
              <a:off x="2439104" y="1251861"/>
              <a:ext cx="6857" cy="1833"/>
            </a:xfrm>
            <a:custGeom>
              <a:avLst/>
              <a:gdLst/>
              <a:ahLst/>
              <a:cxnLst/>
              <a:rect l="l" t="t" r="r" b="b"/>
              <a:pathLst>
                <a:path w="505" h="135" extrusionOk="0">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57" name="Google Shape;11357;p76"/>
            <p:cNvSpPr/>
            <p:nvPr/>
          </p:nvSpPr>
          <p:spPr>
            <a:xfrm>
              <a:off x="2870271" y="1345763"/>
              <a:ext cx="11758" cy="4576"/>
            </a:xfrm>
            <a:custGeom>
              <a:avLst/>
              <a:gdLst/>
              <a:ahLst/>
              <a:cxnLst/>
              <a:rect l="l" t="t" r="r" b="b"/>
              <a:pathLst>
                <a:path w="866" h="337" extrusionOk="0">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58" name="Google Shape;11358;p76"/>
            <p:cNvSpPr/>
            <p:nvPr/>
          </p:nvSpPr>
          <p:spPr>
            <a:xfrm>
              <a:off x="2384020" y="1243620"/>
              <a:ext cx="22783" cy="4983"/>
            </a:xfrm>
            <a:custGeom>
              <a:avLst/>
              <a:gdLst/>
              <a:ahLst/>
              <a:cxnLst/>
              <a:rect l="l" t="t" r="r" b="b"/>
              <a:pathLst>
                <a:path w="1678" h="367" extrusionOk="0">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59" name="Google Shape;11359;p76"/>
            <p:cNvSpPr/>
            <p:nvPr/>
          </p:nvSpPr>
          <p:spPr>
            <a:xfrm>
              <a:off x="2517202" y="1238691"/>
              <a:ext cx="17406" cy="5404"/>
            </a:xfrm>
            <a:custGeom>
              <a:avLst/>
              <a:gdLst/>
              <a:ahLst/>
              <a:cxnLst/>
              <a:rect l="l" t="t" r="r" b="b"/>
              <a:pathLst>
                <a:path w="1282" h="398" extrusionOk="0">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60" name="Google Shape;11360;p76"/>
            <p:cNvSpPr/>
            <p:nvPr/>
          </p:nvSpPr>
          <p:spPr>
            <a:xfrm>
              <a:off x="2718026" y="1237646"/>
              <a:ext cx="8757" cy="2403"/>
            </a:xfrm>
            <a:custGeom>
              <a:avLst/>
              <a:gdLst/>
              <a:ahLst/>
              <a:cxnLst/>
              <a:rect l="l" t="t" r="r" b="b"/>
              <a:pathLst>
                <a:path w="645" h="177" extrusionOk="0">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61" name="Google Shape;11361;p76"/>
            <p:cNvSpPr/>
            <p:nvPr/>
          </p:nvSpPr>
          <p:spPr>
            <a:xfrm>
              <a:off x="2570534" y="1361377"/>
              <a:ext cx="11229" cy="4209"/>
            </a:xfrm>
            <a:custGeom>
              <a:avLst/>
              <a:gdLst/>
              <a:ahLst/>
              <a:cxnLst/>
              <a:rect l="l" t="t" r="r" b="b"/>
              <a:pathLst>
                <a:path w="827" h="310" extrusionOk="0">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62" name="Google Shape;11362;p76"/>
            <p:cNvSpPr/>
            <p:nvPr/>
          </p:nvSpPr>
          <p:spPr>
            <a:xfrm>
              <a:off x="2635516" y="1366890"/>
              <a:ext cx="4616" cy="2865"/>
            </a:xfrm>
            <a:custGeom>
              <a:avLst/>
              <a:gdLst/>
              <a:ahLst/>
              <a:cxnLst/>
              <a:rect l="l" t="t" r="r" b="b"/>
              <a:pathLst>
                <a:path w="340" h="211" extrusionOk="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63" name="Google Shape;11363;p76"/>
            <p:cNvSpPr/>
            <p:nvPr/>
          </p:nvSpPr>
          <p:spPr>
            <a:xfrm>
              <a:off x="2491961" y="1240701"/>
              <a:ext cx="20176" cy="8119"/>
            </a:xfrm>
            <a:custGeom>
              <a:avLst/>
              <a:gdLst/>
              <a:ahLst/>
              <a:cxnLst/>
              <a:rect l="l" t="t" r="r" b="b"/>
              <a:pathLst>
                <a:path w="1486" h="598" extrusionOk="0">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64" name="Google Shape;11364;p76"/>
            <p:cNvSpPr/>
            <p:nvPr/>
          </p:nvSpPr>
          <p:spPr>
            <a:xfrm>
              <a:off x="2465159" y="1249621"/>
              <a:ext cx="23394" cy="6734"/>
            </a:xfrm>
            <a:custGeom>
              <a:avLst/>
              <a:gdLst/>
              <a:ahLst/>
              <a:cxnLst/>
              <a:rect l="l" t="t" r="r" b="b"/>
              <a:pathLst>
                <a:path w="1723" h="496" extrusionOk="0">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65" name="Google Shape;11365;p76"/>
            <p:cNvSpPr/>
            <p:nvPr/>
          </p:nvSpPr>
          <p:spPr>
            <a:xfrm>
              <a:off x="2466530" y="1232500"/>
              <a:ext cx="20597" cy="4358"/>
            </a:xfrm>
            <a:custGeom>
              <a:avLst/>
              <a:gdLst/>
              <a:ahLst/>
              <a:cxnLst/>
              <a:rect l="l" t="t" r="r" b="b"/>
              <a:pathLst>
                <a:path w="1517" h="321" extrusionOk="0">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66" name="Google Shape;11366;p76"/>
            <p:cNvSpPr/>
            <p:nvPr/>
          </p:nvSpPr>
          <p:spPr>
            <a:xfrm>
              <a:off x="2698353" y="1642147"/>
              <a:ext cx="54" cy="109"/>
            </a:xfrm>
            <a:custGeom>
              <a:avLst/>
              <a:gdLst/>
              <a:ahLst/>
              <a:cxnLst/>
              <a:rect l="l" t="t" r="r" b="b"/>
              <a:pathLst>
                <a:path w="4" h="8" extrusionOk="0">
                  <a:moveTo>
                    <a:pt x="0"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67" name="Google Shape;11367;p76"/>
            <p:cNvSpPr/>
            <p:nvPr/>
          </p:nvSpPr>
          <p:spPr>
            <a:xfrm>
              <a:off x="2818038" y="1630266"/>
              <a:ext cx="3625" cy="530"/>
            </a:xfrm>
            <a:custGeom>
              <a:avLst/>
              <a:gdLst/>
              <a:ahLst/>
              <a:cxnLst/>
              <a:rect l="l" t="t" r="r" b="b"/>
              <a:pathLst>
                <a:path w="267" h="39" extrusionOk="0">
                  <a:moveTo>
                    <a:pt x="0" y="39"/>
                  </a:moveTo>
                  <a:cubicBezTo>
                    <a:pt x="88" y="21"/>
                    <a:pt x="179" y="7"/>
                    <a:pt x="267" y="0"/>
                  </a:cubicBezTo>
                  <a:cubicBezTo>
                    <a:pt x="179" y="7"/>
                    <a:pt x="88" y="21"/>
                    <a:pt x="0"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68" name="Google Shape;11368;p76"/>
            <p:cNvSpPr/>
            <p:nvPr/>
          </p:nvSpPr>
          <p:spPr>
            <a:xfrm>
              <a:off x="2835580" y="1633878"/>
              <a:ext cx="2430" cy="815"/>
            </a:xfrm>
            <a:custGeom>
              <a:avLst/>
              <a:gdLst/>
              <a:ahLst/>
              <a:cxnLst/>
              <a:rect l="l" t="t" r="r" b="b"/>
              <a:pathLst>
                <a:path w="179" h="60" extrusionOk="0">
                  <a:moveTo>
                    <a:pt x="0" y="0"/>
                  </a:moveTo>
                  <a:cubicBezTo>
                    <a:pt x="18" y="18"/>
                    <a:pt x="119" y="42"/>
                    <a:pt x="179" y="60"/>
                  </a:cubicBezTo>
                  <a:cubicBezTo>
                    <a:pt x="119" y="42"/>
                    <a:pt x="18" y="18"/>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69" name="Google Shape;11369;p76"/>
            <p:cNvSpPr/>
            <p:nvPr/>
          </p:nvSpPr>
          <p:spPr>
            <a:xfrm>
              <a:off x="2863808" y="1641861"/>
              <a:ext cx="584" cy="299"/>
            </a:xfrm>
            <a:custGeom>
              <a:avLst/>
              <a:gdLst/>
              <a:ahLst/>
              <a:cxnLst/>
              <a:rect l="l" t="t" r="r" b="b"/>
              <a:pathLst>
                <a:path w="43" h="22" extrusionOk="0">
                  <a:moveTo>
                    <a:pt x="1" y="22"/>
                  </a:moveTo>
                  <a:cubicBezTo>
                    <a:pt x="15" y="15"/>
                    <a:pt x="25" y="8"/>
                    <a:pt x="43" y="1"/>
                  </a:cubicBezTo>
                  <a:cubicBezTo>
                    <a:pt x="25" y="8"/>
                    <a:pt x="15" y="15"/>
                    <a:pt x="1"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70" name="Google Shape;11370;p76"/>
            <p:cNvSpPr/>
            <p:nvPr/>
          </p:nvSpPr>
          <p:spPr>
            <a:xfrm>
              <a:off x="2807149" y="1632778"/>
              <a:ext cx="2729" cy="1059"/>
            </a:xfrm>
            <a:custGeom>
              <a:avLst/>
              <a:gdLst/>
              <a:ahLst/>
              <a:cxnLst/>
              <a:rect l="l" t="t" r="r" b="b"/>
              <a:pathLst>
                <a:path w="201" h="78" extrusionOk="0">
                  <a:moveTo>
                    <a:pt x="1" y="1"/>
                  </a:moveTo>
                  <a:cubicBezTo>
                    <a:pt x="64" y="32"/>
                    <a:pt x="130" y="60"/>
                    <a:pt x="200" y="78"/>
                  </a:cubicBezTo>
                  <a:cubicBezTo>
                    <a:pt x="130" y="60"/>
                    <a:pt x="64" y="32"/>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71" name="Google Shape;11371;p76"/>
            <p:cNvSpPr/>
            <p:nvPr/>
          </p:nvSpPr>
          <p:spPr>
            <a:xfrm>
              <a:off x="2901553" y="1635249"/>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72" name="Google Shape;11372;p76"/>
            <p:cNvSpPr/>
            <p:nvPr/>
          </p:nvSpPr>
          <p:spPr>
            <a:xfrm>
              <a:off x="2907351" y="1636064"/>
              <a:ext cx="584" cy="299"/>
            </a:xfrm>
            <a:custGeom>
              <a:avLst/>
              <a:gdLst/>
              <a:ahLst/>
              <a:cxnLst/>
              <a:rect l="l" t="t" r="r" b="b"/>
              <a:pathLst>
                <a:path w="43" h="22" extrusionOk="0">
                  <a:moveTo>
                    <a:pt x="1" y="0"/>
                  </a:moveTo>
                  <a:cubicBezTo>
                    <a:pt x="15" y="7"/>
                    <a:pt x="29" y="14"/>
                    <a:pt x="39" y="21"/>
                  </a:cubicBezTo>
                  <a:lnTo>
                    <a:pt x="43" y="18"/>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73" name="Google Shape;11373;p76"/>
            <p:cNvSpPr/>
            <p:nvPr/>
          </p:nvSpPr>
          <p:spPr>
            <a:xfrm>
              <a:off x="2902355" y="163515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74" name="Google Shape;11374;p76"/>
            <p:cNvSpPr/>
            <p:nvPr/>
          </p:nvSpPr>
          <p:spPr>
            <a:xfrm>
              <a:off x="2873367" y="1638915"/>
              <a:ext cx="3286" cy="1018"/>
            </a:xfrm>
            <a:custGeom>
              <a:avLst/>
              <a:gdLst/>
              <a:ahLst/>
              <a:cxnLst/>
              <a:rect l="l" t="t" r="r" b="b"/>
              <a:pathLst>
                <a:path w="242" h="75" extrusionOk="0">
                  <a:moveTo>
                    <a:pt x="242" y="1"/>
                  </a:moveTo>
                  <a:lnTo>
                    <a:pt x="242" y="1"/>
                  </a:lnTo>
                  <a:cubicBezTo>
                    <a:pt x="151" y="15"/>
                    <a:pt x="60" y="29"/>
                    <a:pt x="0" y="74"/>
                  </a:cubicBezTo>
                  <a:cubicBezTo>
                    <a:pt x="60" y="29"/>
                    <a:pt x="154" y="15"/>
                    <a:pt x="24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75" name="Google Shape;11375;p76"/>
            <p:cNvSpPr/>
            <p:nvPr/>
          </p:nvSpPr>
          <p:spPr>
            <a:xfrm>
              <a:off x="2746879" y="1634258"/>
              <a:ext cx="3299" cy="1494"/>
            </a:xfrm>
            <a:custGeom>
              <a:avLst/>
              <a:gdLst/>
              <a:ahLst/>
              <a:cxnLst/>
              <a:rect l="l" t="t" r="r" b="b"/>
              <a:pathLst>
                <a:path w="243" h="110" extrusionOk="0">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76" name="Google Shape;11376;p76"/>
            <p:cNvSpPr/>
            <p:nvPr/>
          </p:nvSpPr>
          <p:spPr>
            <a:xfrm>
              <a:off x="2716221" y="1632113"/>
              <a:ext cx="2444" cy="1534"/>
            </a:xfrm>
            <a:custGeom>
              <a:avLst/>
              <a:gdLst/>
              <a:ahLst/>
              <a:cxnLst/>
              <a:rect l="l" t="t" r="r" b="b"/>
              <a:pathLst>
                <a:path w="180" h="113" extrusionOk="0">
                  <a:moveTo>
                    <a:pt x="1" y="113"/>
                  </a:moveTo>
                  <a:cubicBezTo>
                    <a:pt x="57" y="67"/>
                    <a:pt x="116" y="29"/>
                    <a:pt x="179" y="1"/>
                  </a:cubicBezTo>
                  <a:cubicBezTo>
                    <a:pt x="116" y="29"/>
                    <a:pt x="57" y="67"/>
                    <a:pt x="1" y="11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77" name="Google Shape;11377;p76"/>
            <p:cNvSpPr/>
            <p:nvPr/>
          </p:nvSpPr>
          <p:spPr>
            <a:xfrm>
              <a:off x="2699059" y="1641440"/>
              <a:ext cx="109" cy="54"/>
            </a:xfrm>
            <a:custGeom>
              <a:avLst/>
              <a:gdLst/>
              <a:ahLst/>
              <a:cxnLst/>
              <a:rect l="l" t="t" r="r" b="b"/>
              <a:pathLst>
                <a:path w="8" h="4" extrusionOk="0">
                  <a:moveTo>
                    <a:pt x="1" y="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78" name="Google Shape;11378;p76"/>
            <p:cNvSpPr/>
            <p:nvPr/>
          </p:nvSpPr>
          <p:spPr>
            <a:xfrm>
              <a:off x="2698869" y="1641576"/>
              <a:ext cx="68" cy="109"/>
            </a:xfrm>
            <a:custGeom>
              <a:avLst/>
              <a:gdLst/>
              <a:ahLst/>
              <a:cxnLst/>
              <a:rect l="l" t="t" r="r" b="b"/>
              <a:pathLst>
                <a:path w="5" h="8" extrusionOk="0">
                  <a:moveTo>
                    <a:pt x="1"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79" name="Google Shape;11379;p76"/>
            <p:cNvSpPr/>
            <p:nvPr/>
          </p:nvSpPr>
          <p:spPr>
            <a:xfrm>
              <a:off x="2698678" y="1641726"/>
              <a:ext cx="68" cy="109"/>
            </a:xfrm>
            <a:custGeom>
              <a:avLst/>
              <a:gdLst/>
              <a:ahLst/>
              <a:cxnLst/>
              <a:rect l="l" t="t" r="r" b="b"/>
              <a:pathLst>
                <a:path w="5" h="8" extrusionOk="0">
                  <a:moveTo>
                    <a:pt x="1"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80" name="Google Shape;11380;p76"/>
            <p:cNvSpPr/>
            <p:nvPr/>
          </p:nvSpPr>
          <p:spPr>
            <a:xfrm>
              <a:off x="2698543" y="1641916"/>
              <a:ext cx="54" cy="54"/>
            </a:xfrm>
            <a:custGeom>
              <a:avLst/>
              <a:gdLst/>
              <a:ahLst/>
              <a:cxnLst/>
              <a:rect l="l" t="t" r="r" b="b"/>
              <a:pathLst>
                <a:path w="4" h="4" extrusionOk="0">
                  <a:moveTo>
                    <a:pt x="0" y="4"/>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81" name="Google Shape;11381;p76"/>
            <p:cNvSpPr/>
            <p:nvPr/>
          </p:nvSpPr>
          <p:spPr>
            <a:xfrm>
              <a:off x="2700348" y="1640870"/>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82" name="Google Shape;11382;p76"/>
            <p:cNvSpPr/>
            <p:nvPr/>
          </p:nvSpPr>
          <p:spPr>
            <a:xfrm>
              <a:off x="2699629" y="1641155"/>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83" name="Google Shape;11383;p76"/>
            <p:cNvSpPr/>
            <p:nvPr/>
          </p:nvSpPr>
          <p:spPr>
            <a:xfrm>
              <a:off x="2698448" y="1642051"/>
              <a:ext cx="54" cy="68"/>
            </a:xfrm>
            <a:custGeom>
              <a:avLst/>
              <a:gdLst/>
              <a:ahLst/>
              <a:cxnLst/>
              <a:rect l="l" t="t" r="r" b="b"/>
              <a:pathLst>
                <a:path w="4" h="5" extrusionOk="0">
                  <a:moveTo>
                    <a:pt x="0"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84" name="Google Shape;11384;p76"/>
            <p:cNvSpPr/>
            <p:nvPr/>
          </p:nvSpPr>
          <p:spPr>
            <a:xfrm>
              <a:off x="2699968" y="1641006"/>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85" name="Google Shape;11385;p76"/>
            <p:cNvSpPr/>
            <p:nvPr/>
          </p:nvSpPr>
          <p:spPr>
            <a:xfrm>
              <a:off x="2699303" y="1641291"/>
              <a:ext cx="109" cy="68"/>
            </a:xfrm>
            <a:custGeom>
              <a:avLst/>
              <a:gdLst/>
              <a:ahLst/>
              <a:cxnLst/>
              <a:rect l="l" t="t" r="r" b="b"/>
              <a:pathLst>
                <a:path w="8"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86" name="Google Shape;11386;p76"/>
            <p:cNvSpPr/>
            <p:nvPr/>
          </p:nvSpPr>
          <p:spPr>
            <a:xfrm>
              <a:off x="2750164" y="1633688"/>
              <a:ext cx="6952" cy="2050"/>
            </a:xfrm>
            <a:custGeom>
              <a:avLst/>
              <a:gdLst/>
              <a:ahLst/>
              <a:cxnLst/>
              <a:rect l="l" t="t" r="r" b="b"/>
              <a:pathLst>
                <a:path w="512" h="151" extrusionOk="0">
                  <a:moveTo>
                    <a:pt x="511" y="116"/>
                  </a:moveTo>
                  <a:cubicBezTo>
                    <a:pt x="319" y="0"/>
                    <a:pt x="98" y="74"/>
                    <a:pt x="0" y="151"/>
                  </a:cubicBezTo>
                  <a:lnTo>
                    <a:pt x="0" y="151"/>
                  </a:lnTo>
                  <a:cubicBezTo>
                    <a:pt x="98" y="74"/>
                    <a:pt x="319" y="0"/>
                    <a:pt x="511" y="11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87" name="Google Shape;11387;p76"/>
            <p:cNvSpPr/>
            <p:nvPr/>
          </p:nvSpPr>
          <p:spPr>
            <a:xfrm>
              <a:off x="2757102" y="1635249"/>
              <a:ext cx="3666" cy="2009"/>
            </a:xfrm>
            <a:custGeom>
              <a:avLst/>
              <a:gdLst/>
              <a:ahLst/>
              <a:cxnLst/>
              <a:rect l="l" t="t" r="r" b="b"/>
              <a:pathLst>
                <a:path w="270" h="148" extrusionOk="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88" name="Google Shape;11388;p76"/>
            <p:cNvSpPr/>
            <p:nvPr/>
          </p:nvSpPr>
          <p:spPr>
            <a:xfrm>
              <a:off x="2728291" y="1626980"/>
              <a:ext cx="3489" cy="204"/>
            </a:xfrm>
            <a:custGeom>
              <a:avLst/>
              <a:gdLst/>
              <a:ahLst/>
              <a:cxnLst/>
              <a:rect l="l" t="t" r="r" b="b"/>
              <a:pathLst>
                <a:path w="257" h="15" extrusionOk="0">
                  <a:moveTo>
                    <a:pt x="256" y="15"/>
                  </a:moveTo>
                  <a:cubicBezTo>
                    <a:pt x="172" y="1"/>
                    <a:pt x="85" y="1"/>
                    <a:pt x="1" y="11"/>
                  </a:cubicBezTo>
                  <a:cubicBezTo>
                    <a:pt x="85" y="1"/>
                    <a:pt x="172" y="1"/>
                    <a:pt x="256"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89" name="Google Shape;11389;p76"/>
            <p:cNvSpPr/>
            <p:nvPr/>
          </p:nvSpPr>
          <p:spPr>
            <a:xfrm>
              <a:off x="2720688" y="1629126"/>
              <a:ext cx="3340" cy="1670"/>
            </a:xfrm>
            <a:custGeom>
              <a:avLst/>
              <a:gdLst/>
              <a:ahLst/>
              <a:cxnLst/>
              <a:rect l="l" t="t" r="r" b="b"/>
              <a:pathLst>
                <a:path w="246" h="123" extrusionOk="0">
                  <a:moveTo>
                    <a:pt x="246" y="0"/>
                  </a:moveTo>
                  <a:cubicBezTo>
                    <a:pt x="144" y="21"/>
                    <a:pt x="39" y="42"/>
                    <a:pt x="1" y="123"/>
                  </a:cubicBezTo>
                  <a:cubicBezTo>
                    <a:pt x="39" y="46"/>
                    <a:pt x="144" y="21"/>
                    <a:pt x="2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90" name="Google Shape;11390;p76"/>
            <p:cNvSpPr/>
            <p:nvPr/>
          </p:nvSpPr>
          <p:spPr>
            <a:xfrm>
              <a:off x="2697877" y="1642337"/>
              <a:ext cx="434" cy="109"/>
            </a:xfrm>
            <a:custGeom>
              <a:avLst/>
              <a:gdLst/>
              <a:ahLst/>
              <a:cxnLst/>
              <a:rect l="l" t="t" r="r" b="b"/>
              <a:pathLst>
                <a:path w="32" h="8" extrusionOk="0">
                  <a:moveTo>
                    <a:pt x="25" y="8"/>
                  </a:moveTo>
                  <a:lnTo>
                    <a:pt x="32" y="8"/>
                  </a:lnTo>
                  <a:lnTo>
                    <a:pt x="32" y="1"/>
                  </a:lnTo>
                  <a:lnTo>
                    <a:pt x="32" y="8"/>
                  </a:lnTo>
                  <a:cubicBezTo>
                    <a:pt x="21" y="8"/>
                    <a:pt x="11" y="8"/>
                    <a:pt x="0" y="8"/>
                  </a:cubicBez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91" name="Google Shape;11391;p76"/>
            <p:cNvSpPr/>
            <p:nvPr/>
          </p:nvSpPr>
          <p:spPr>
            <a:xfrm>
              <a:off x="2761094" y="1634923"/>
              <a:ext cx="3666" cy="2200"/>
            </a:xfrm>
            <a:custGeom>
              <a:avLst/>
              <a:gdLst/>
              <a:ahLst/>
              <a:cxnLst/>
              <a:rect l="l" t="t" r="r" b="b"/>
              <a:pathLst>
                <a:path w="270" h="162" extrusionOk="0">
                  <a:moveTo>
                    <a:pt x="270" y="0"/>
                  </a:moveTo>
                  <a:cubicBezTo>
                    <a:pt x="154" y="42"/>
                    <a:pt x="46" y="84"/>
                    <a:pt x="0" y="161"/>
                  </a:cubicBezTo>
                  <a:cubicBezTo>
                    <a:pt x="46" y="84"/>
                    <a:pt x="154" y="42"/>
                    <a:pt x="27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92" name="Google Shape;11392;p76"/>
            <p:cNvSpPr/>
            <p:nvPr/>
          </p:nvSpPr>
          <p:spPr>
            <a:xfrm>
              <a:off x="2741991" y="1628963"/>
              <a:ext cx="2240" cy="2688"/>
            </a:xfrm>
            <a:custGeom>
              <a:avLst/>
              <a:gdLst/>
              <a:ahLst/>
              <a:cxnLst/>
              <a:rect l="l" t="t" r="r" b="b"/>
              <a:pathLst>
                <a:path w="165" h="198" extrusionOk="0">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93" name="Google Shape;11393;p76"/>
            <p:cNvSpPr/>
            <p:nvPr/>
          </p:nvSpPr>
          <p:spPr>
            <a:xfrm>
              <a:off x="2895851" y="1634774"/>
              <a:ext cx="3571" cy="964"/>
            </a:xfrm>
            <a:custGeom>
              <a:avLst/>
              <a:gdLst/>
              <a:ahLst/>
              <a:cxnLst/>
              <a:rect l="l" t="t" r="r" b="b"/>
              <a:pathLst>
                <a:path w="263" h="71" extrusionOk="0">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94" name="Google Shape;11394;p76"/>
            <p:cNvSpPr/>
            <p:nvPr/>
          </p:nvSpPr>
          <p:spPr>
            <a:xfrm>
              <a:off x="2850271" y="1641576"/>
              <a:ext cx="6191" cy="1208"/>
            </a:xfrm>
            <a:custGeom>
              <a:avLst/>
              <a:gdLst/>
              <a:ahLst/>
              <a:cxnLst/>
              <a:rect l="l" t="t" r="r" b="b"/>
              <a:pathLst>
                <a:path w="456" h="89" extrusionOk="0">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95" name="Google Shape;11395;p76"/>
            <p:cNvSpPr/>
            <p:nvPr/>
          </p:nvSpPr>
          <p:spPr>
            <a:xfrm>
              <a:off x="2868370" y="1640300"/>
              <a:ext cx="3965" cy="774"/>
            </a:xfrm>
            <a:custGeom>
              <a:avLst/>
              <a:gdLst/>
              <a:ahLst/>
              <a:cxnLst/>
              <a:rect l="l" t="t" r="r" b="b"/>
              <a:pathLst>
                <a:path w="292" h="57" extrusionOk="0">
                  <a:moveTo>
                    <a:pt x="291" y="0"/>
                  </a:moveTo>
                  <a:cubicBezTo>
                    <a:pt x="211" y="21"/>
                    <a:pt x="95" y="39"/>
                    <a:pt x="1" y="56"/>
                  </a:cubicBezTo>
                  <a:cubicBezTo>
                    <a:pt x="95" y="42"/>
                    <a:pt x="211" y="21"/>
                    <a:pt x="29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96" name="Google Shape;11396;p76"/>
            <p:cNvSpPr/>
            <p:nvPr/>
          </p:nvSpPr>
          <p:spPr>
            <a:xfrm>
              <a:off x="2799315" y="1625840"/>
              <a:ext cx="394" cy="2824"/>
            </a:xfrm>
            <a:custGeom>
              <a:avLst/>
              <a:gdLst/>
              <a:ahLst/>
              <a:cxnLst/>
              <a:rect l="l" t="t" r="r" b="b"/>
              <a:pathLst>
                <a:path w="29" h="208" extrusionOk="0">
                  <a:moveTo>
                    <a:pt x="28" y="207"/>
                  </a:moveTo>
                  <a:cubicBezTo>
                    <a:pt x="0" y="176"/>
                    <a:pt x="4" y="78"/>
                    <a:pt x="4" y="1"/>
                  </a:cubicBezTo>
                  <a:cubicBezTo>
                    <a:pt x="4" y="78"/>
                    <a:pt x="0" y="176"/>
                    <a:pt x="28" y="20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97" name="Google Shape;11397;p76"/>
            <p:cNvSpPr/>
            <p:nvPr/>
          </p:nvSpPr>
          <p:spPr>
            <a:xfrm>
              <a:off x="2845696" y="1640911"/>
              <a:ext cx="4290" cy="638"/>
            </a:xfrm>
            <a:custGeom>
              <a:avLst/>
              <a:gdLst/>
              <a:ahLst/>
              <a:cxnLst/>
              <a:rect l="l" t="t" r="r" b="b"/>
              <a:pathLst>
                <a:path w="316" h="47" extrusionOk="0">
                  <a:moveTo>
                    <a:pt x="316" y="46"/>
                  </a:moveTo>
                  <a:cubicBezTo>
                    <a:pt x="211" y="43"/>
                    <a:pt x="22" y="36"/>
                    <a:pt x="1" y="1"/>
                  </a:cubicBezTo>
                  <a:cubicBezTo>
                    <a:pt x="22" y="36"/>
                    <a:pt x="211" y="43"/>
                    <a:pt x="316" y="4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98" name="Google Shape;11398;p76"/>
            <p:cNvSpPr/>
            <p:nvPr/>
          </p:nvSpPr>
          <p:spPr>
            <a:xfrm>
              <a:off x="2342147" y="1694393"/>
              <a:ext cx="190" cy="54"/>
            </a:xfrm>
            <a:custGeom>
              <a:avLst/>
              <a:gdLst/>
              <a:ahLst/>
              <a:cxnLst/>
              <a:rect l="l" t="t" r="r" b="b"/>
              <a:pathLst>
                <a:path w="14" h="4" extrusionOk="0">
                  <a:moveTo>
                    <a:pt x="0" y="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99" name="Google Shape;11399;p76"/>
            <p:cNvSpPr/>
            <p:nvPr/>
          </p:nvSpPr>
          <p:spPr>
            <a:xfrm>
              <a:off x="2342527" y="1694243"/>
              <a:ext cx="109" cy="54"/>
            </a:xfrm>
            <a:custGeom>
              <a:avLst/>
              <a:gdLst/>
              <a:ahLst/>
              <a:cxnLst/>
              <a:rect l="l" t="t" r="r" b="b"/>
              <a:pathLst>
                <a:path w="8" h="4"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00" name="Google Shape;11400;p76"/>
            <p:cNvSpPr/>
            <p:nvPr/>
          </p:nvSpPr>
          <p:spPr>
            <a:xfrm>
              <a:off x="2342812" y="1694148"/>
              <a:ext cx="109" cy="54"/>
            </a:xfrm>
            <a:custGeom>
              <a:avLst/>
              <a:gdLst/>
              <a:ahLst/>
              <a:cxnLst/>
              <a:rect l="l" t="t" r="r" b="b"/>
              <a:pathLst>
                <a:path w="8" h="4"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01" name="Google Shape;11401;p76"/>
            <p:cNvSpPr/>
            <p:nvPr/>
          </p:nvSpPr>
          <p:spPr>
            <a:xfrm>
              <a:off x="2341767" y="1694529"/>
              <a:ext cx="190" cy="109"/>
            </a:xfrm>
            <a:custGeom>
              <a:avLst/>
              <a:gdLst/>
              <a:ahLst/>
              <a:cxnLst/>
              <a:rect l="l" t="t" r="r" b="b"/>
              <a:pathLst>
                <a:path w="14" h="8" extrusionOk="0">
                  <a:moveTo>
                    <a:pt x="0" y="8"/>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02" name="Google Shape;11402;p76"/>
            <p:cNvSpPr/>
            <p:nvPr/>
          </p:nvSpPr>
          <p:spPr>
            <a:xfrm>
              <a:off x="2341278" y="1694773"/>
              <a:ext cx="258" cy="109"/>
            </a:xfrm>
            <a:custGeom>
              <a:avLst/>
              <a:gdLst/>
              <a:ahLst/>
              <a:cxnLst/>
              <a:rect l="l" t="t" r="r" b="b"/>
              <a:pathLst>
                <a:path w="19" h="8" extrusionOk="0">
                  <a:moveTo>
                    <a:pt x="1" y="7"/>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03" name="Google Shape;11403;p76"/>
            <p:cNvSpPr/>
            <p:nvPr/>
          </p:nvSpPr>
          <p:spPr>
            <a:xfrm>
              <a:off x="2371230" y="1702227"/>
              <a:ext cx="1208" cy="923"/>
            </a:xfrm>
            <a:custGeom>
              <a:avLst/>
              <a:gdLst/>
              <a:ahLst/>
              <a:cxnLst/>
              <a:rect l="l" t="t" r="r" b="b"/>
              <a:pathLst>
                <a:path w="89" h="68" extrusionOk="0">
                  <a:moveTo>
                    <a:pt x="1" y="1"/>
                  </a:moveTo>
                  <a:cubicBezTo>
                    <a:pt x="29" y="25"/>
                    <a:pt x="57" y="50"/>
                    <a:pt x="88" y="67"/>
                  </a:cubicBezTo>
                  <a:cubicBezTo>
                    <a:pt x="57" y="50"/>
                    <a:pt x="29" y="2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04" name="Google Shape;11404;p76"/>
            <p:cNvSpPr/>
            <p:nvPr/>
          </p:nvSpPr>
          <p:spPr>
            <a:xfrm>
              <a:off x="2343043" y="1694148"/>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05" name="Google Shape;11405;p76"/>
            <p:cNvSpPr/>
            <p:nvPr/>
          </p:nvSpPr>
          <p:spPr>
            <a:xfrm>
              <a:off x="2385676" y="1707223"/>
              <a:ext cx="14" cy="54"/>
            </a:xfrm>
            <a:custGeom>
              <a:avLst/>
              <a:gdLst/>
              <a:ahLst/>
              <a:cxnLst/>
              <a:rect l="l" t="t" r="r" b="b"/>
              <a:pathLst>
                <a:path w="1" h="4" extrusionOk="0">
                  <a:moveTo>
                    <a:pt x="1"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06" name="Google Shape;11406;p76"/>
            <p:cNvSpPr/>
            <p:nvPr/>
          </p:nvSpPr>
          <p:spPr>
            <a:xfrm>
              <a:off x="2340708" y="1695058"/>
              <a:ext cx="299" cy="149"/>
            </a:xfrm>
            <a:custGeom>
              <a:avLst/>
              <a:gdLst/>
              <a:ahLst/>
              <a:cxnLst/>
              <a:rect l="l" t="t" r="r" b="b"/>
              <a:pathLst>
                <a:path w="22" h="11" extrusionOk="0">
                  <a:moveTo>
                    <a:pt x="1" y="11"/>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07" name="Google Shape;11407;p76"/>
            <p:cNvSpPr/>
            <p:nvPr/>
          </p:nvSpPr>
          <p:spPr>
            <a:xfrm>
              <a:off x="2372520" y="1702892"/>
              <a:ext cx="489" cy="299"/>
            </a:xfrm>
            <a:custGeom>
              <a:avLst/>
              <a:gdLst/>
              <a:ahLst/>
              <a:cxnLst/>
              <a:rect l="l" t="t" r="r" b="b"/>
              <a:pathLst>
                <a:path w="36" h="22" extrusionOk="0">
                  <a:moveTo>
                    <a:pt x="0" y="22"/>
                  </a:moveTo>
                  <a:cubicBezTo>
                    <a:pt x="11" y="11"/>
                    <a:pt x="21" y="4"/>
                    <a:pt x="35" y="1"/>
                  </a:cubicBezTo>
                  <a:cubicBezTo>
                    <a:pt x="21" y="4"/>
                    <a:pt x="11" y="11"/>
                    <a:pt x="0"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08" name="Google Shape;11408;p76"/>
            <p:cNvSpPr/>
            <p:nvPr/>
          </p:nvSpPr>
          <p:spPr>
            <a:xfrm>
              <a:off x="2372995" y="1701942"/>
              <a:ext cx="7617" cy="923"/>
            </a:xfrm>
            <a:custGeom>
              <a:avLst/>
              <a:gdLst/>
              <a:ahLst/>
              <a:cxnLst/>
              <a:rect l="l" t="t" r="r" b="b"/>
              <a:pathLst>
                <a:path w="561" h="68" extrusionOk="0">
                  <a:moveTo>
                    <a:pt x="560" y="1"/>
                  </a:moveTo>
                  <a:cubicBezTo>
                    <a:pt x="273" y="1"/>
                    <a:pt x="91" y="25"/>
                    <a:pt x="0" y="67"/>
                  </a:cubicBezTo>
                  <a:cubicBezTo>
                    <a:pt x="91" y="25"/>
                    <a:pt x="273" y="4"/>
                    <a:pt x="56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09" name="Google Shape;11409;p76"/>
            <p:cNvSpPr/>
            <p:nvPr/>
          </p:nvSpPr>
          <p:spPr>
            <a:xfrm>
              <a:off x="2343287" y="1694040"/>
              <a:ext cx="9518" cy="2878"/>
            </a:xfrm>
            <a:custGeom>
              <a:avLst/>
              <a:gdLst/>
              <a:ahLst/>
              <a:cxnLst/>
              <a:rect l="l" t="t" r="r" b="b"/>
              <a:pathLst>
                <a:path w="701" h="212" extrusionOk="0">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10" name="Google Shape;11410;p76"/>
            <p:cNvSpPr/>
            <p:nvPr/>
          </p:nvSpPr>
          <p:spPr>
            <a:xfrm>
              <a:off x="2385771" y="1707509"/>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11" name="Google Shape;11411;p76"/>
            <p:cNvSpPr/>
            <p:nvPr/>
          </p:nvSpPr>
          <p:spPr>
            <a:xfrm>
              <a:off x="2386667" y="1707807"/>
              <a:ext cx="3870" cy="2227"/>
            </a:xfrm>
            <a:custGeom>
              <a:avLst/>
              <a:gdLst/>
              <a:ahLst/>
              <a:cxnLst/>
              <a:rect l="l" t="t" r="r" b="b"/>
              <a:pathLst>
                <a:path w="285" h="164" extrusionOk="0">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12" name="Google Shape;11412;p76"/>
            <p:cNvSpPr/>
            <p:nvPr/>
          </p:nvSpPr>
          <p:spPr>
            <a:xfrm>
              <a:off x="2210472" y="1589344"/>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13" name="Google Shape;11413;p76"/>
            <p:cNvSpPr/>
            <p:nvPr/>
          </p:nvSpPr>
          <p:spPr>
            <a:xfrm>
              <a:off x="2211138" y="1589344"/>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14" name="Google Shape;11414;p76"/>
            <p:cNvSpPr/>
            <p:nvPr/>
          </p:nvSpPr>
          <p:spPr>
            <a:xfrm>
              <a:off x="2198728" y="1588678"/>
              <a:ext cx="353" cy="54"/>
            </a:xfrm>
            <a:custGeom>
              <a:avLst/>
              <a:gdLst/>
              <a:ahLst/>
              <a:cxnLst/>
              <a:rect l="l" t="t" r="r" b="b"/>
              <a:pathLst>
                <a:path w="26" h="4" extrusionOk="0">
                  <a:moveTo>
                    <a:pt x="25"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15" name="Google Shape;11415;p76"/>
            <p:cNvSpPr/>
            <p:nvPr/>
          </p:nvSpPr>
          <p:spPr>
            <a:xfrm>
              <a:off x="2198253" y="1588678"/>
              <a:ext cx="258" cy="14"/>
            </a:xfrm>
            <a:custGeom>
              <a:avLst/>
              <a:gdLst/>
              <a:ahLst/>
              <a:cxnLst/>
              <a:rect l="l" t="t" r="r" b="b"/>
              <a:pathLst>
                <a:path w="19" h="1" extrusionOk="0">
                  <a:moveTo>
                    <a:pt x="1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16" name="Google Shape;11416;p76"/>
            <p:cNvSpPr/>
            <p:nvPr/>
          </p:nvSpPr>
          <p:spPr>
            <a:xfrm>
              <a:off x="2194071" y="1587579"/>
              <a:ext cx="163" cy="68"/>
            </a:xfrm>
            <a:custGeom>
              <a:avLst/>
              <a:gdLst/>
              <a:ahLst/>
              <a:cxnLst/>
              <a:rect l="l" t="t" r="r" b="b"/>
              <a:pathLst>
                <a:path w="12" h="5" extrusionOk="0">
                  <a:moveTo>
                    <a:pt x="1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17" name="Google Shape;11417;p76"/>
            <p:cNvSpPr/>
            <p:nvPr/>
          </p:nvSpPr>
          <p:spPr>
            <a:xfrm>
              <a:off x="2193650" y="1587443"/>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18" name="Google Shape;11418;p76"/>
            <p:cNvSpPr/>
            <p:nvPr/>
          </p:nvSpPr>
          <p:spPr>
            <a:xfrm>
              <a:off x="2197777" y="1588583"/>
              <a:ext cx="204" cy="14"/>
            </a:xfrm>
            <a:custGeom>
              <a:avLst/>
              <a:gdLst/>
              <a:ahLst/>
              <a:cxnLst/>
              <a:rect l="l" t="t" r="r" b="b"/>
              <a:pathLst>
                <a:path w="15" h="1" extrusionOk="0">
                  <a:moveTo>
                    <a:pt x="1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19" name="Google Shape;11419;p76"/>
            <p:cNvSpPr/>
            <p:nvPr/>
          </p:nvSpPr>
          <p:spPr>
            <a:xfrm>
              <a:off x="2209807" y="158938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20" name="Google Shape;11420;p76"/>
            <p:cNvSpPr/>
            <p:nvPr/>
          </p:nvSpPr>
          <p:spPr>
            <a:xfrm>
              <a:off x="2199298" y="1588719"/>
              <a:ext cx="353" cy="68"/>
            </a:xfrm>
            <a:custGeom>
              <a:avLst/>
              <a:gdLst/>
              <a:ahLst/>
              <a:cxnLst/>
              <a:rect l="l" t="t" r="r" b="b"/>
              <a:pathLst>
                <a:path w="26" h="5" extrusionOk="0">
                  <a:moveTo>
                    <a:pt x="25"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21" name="Google Shape;11421;p76"/>
            <p:cNvSpPr/>
            <p:nvPr/>
          </p:nvSpPr>
          <p:spPr>
            <a:xfrm>
              <a:off x="2208436" y="1589344"/>
              <a:ext cx="679" cy="14"/>
            </a:xfrm>
            <a:custGeom>
              <a:avLst/>
              <a:gdLst/>
              <a:ahLst/>
              <a:cxnLst/>
              <a:rect l="l" t="t" r="r" b="b"/>
              <a:pathLst>
                <a:path w="50" h="1" extrusionOk="0">
                  <a:moveTo>
                    <a:pt x="49"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22" name="Google Shape;11422;p76"/>
            <p:cNvSpPr/>
            <p:nvPr/>
          </p:nvSpPr>
          <p:spPr>
            <a:xfrm>
              <a:off x="2202448" y="1589004"/>
              <a:ext cx="5947" cy="353"/>
            </a:xfrm>
            <a:custGeom>
              <a:avLst/>
              <a:gdLst/>
              <a:ahLst/>
              <a:cxnLst/>
              <a:rect l="l" t="t" r="r" b="b"/>
              <a:pathLst>
                <a:path w="438" h="26" extrusionOk="0">
                  <a:moveTo>
                    <a:pt x="438" y="25"/>
                  </a:moveTo>
                  <a:cubicBezTo>
                    <a:pt x="294" y="22"/>
                    <a:pt x="140" y="11"/>
                    <a:pt x="0" y="1"/>
                  </a:cubicBezTo>
                  <a:cubicBezTo>
                    <a:pt x="140" y="11"/>
                    <a:pt x="294" y="22"/>
                    <a:pt x="438"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23" name="Google Shape;11423;p76"/>
            <p:cNvSpPr/>
            <p:nvPr/>
          </p:nvSpPr>
          <p:spPr>
            <a:xfrm>
              <a:off x="2213228" y="1589194"/>
              <a:ext cx="299" cy="14"/>
            </a:xfrm>
            <a:custGeom>
              <a:avLst/>
              <a:gdLst/>
              <a:ahLst/>
              <a:cxnLst/>
              <a:rect l="l" t="t" r="r" b="b"/>
              <a:pathLst>
                <a:path w="22" h="1" extrusionOk="0">
                  <a:moveTo>
                    <a:pt x="22"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24" name="Google Shape;11424;p76"/>
            <p:cNvSpPr/>
            <p:nvPr/>
          </p:nvSpPr>
          <p:spPr>
            <a:xfrm>
              <a:off x="2212047" y="1589289"/>
              <a:ext cx="339" cy="14"/>
            </a:xfrm>
            <a:custGeom>
              <a:avLst/>
              <a:gdLst/>
              <a:ahLst/>
              <a:cxnLst/>
              <a:rect l="l" t="t" r="r" b="b"/>
              <a:pathLst>
                <a:path w="25" h="1" extrusionOk="0">
                  <a:moveTo>
                    <a:pt x="25"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25" name="Google Shape;11425;p76"/>
            <p:cNvSpPr/>
            <p:nvPr/>
          </p:nvSpPr>
          <p:spPr>
            <a:xfrm>
              <a:off x="2211382" y="1589289"/>
              <a:ext cx="394" cy="14"/>
            </a:xfrm>
            <a:custGeom>
              <a:avLst/>
              <a:gdLst/>
              <a:ahLst/>
              <a:cxnLst/>
              <a:rect l="l" t="t" r="r" b="b"/>
              <a:pathLst>
                <a:path w="29" h="1" extrusionOk="0">
                  <a:moveTo>
                    <a:pt x="2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26" name="Google Shape;11426;p76"/>
            <p:cNvSpPr/>
            <p:nvPr/>
          </p:nvSpPr>
          <p:spPr>
            <a:xfrm>
              <a:off x="2195876" y="1588244"/>
              <a:ext cx="109" cy="68"/>
            </a:xfrm>
            <a:custGeom>
              <a:avLst/>
              <a:gdLst/>
              <a:ahLst/>
              <a:cxnLst/>
              <a:rect l="l" t="t" r="r" b="b"/>
              <a:pathLst>
                <a:path w="8" h="5" extrusionOk="0">
                  <a:moveTo>
                    <a:pt x="8"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27" name="Google Shape;11427;p76"/>
            <p:cNvSpPr/>
            <p:nvPr/>
          </p:nvSpPr>
          <p:spPr>
            <a:xfrm>
              <a:off x="2195456" y="1588108"/>
              <a:ext cx="149" cy="109"/>
            </a:xfrm>
            <a:custGeom>
              <a:avLst/>
              <a:gdLst/>
              <a:ahLst/>
              <a:cxnLst/>
              <a:rect l="l" t="t" r="r" b="b"/>
              <a:pathLst>
                <a:path w="11" h="8" extrusionOk="0">
                  <a:moveTo>
                    <a:pt x="11"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28" name="Google Shape;11428;p76"/>
            <p:cNvSpPr/>
            <p:nvPr/>
          </p:nvSpPr>
          <p:spPr>
            <a:xfrm>
              <a:off x="2196067" y="1588339"/>
              <a:ext cx="163" cy="14"/>
            </a:xfrm>
            <a:custGeom>
              <a:avLst/>
              <a:gdLst/>
              <a:ahLst/>
              <a:cxnLst/>
              <a:rect l="l" t="t" r="r" b="b"/>
              <a:pathLst>
                <a:path w="12" h="1" extrusionOk="0">
                  <a:moveTo>
                    <a:pt x="1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29" name="Google Shape;11429;p76"/>
            <p:cNvSpPr/>
            <p:nvPr/>
          </p:nvSpPr>
          <p:spPr>
            <a:xfrm>
              <a:off x="2212658" y="1589249"/>
              <a:ext cx="299" cy="14"/>
            </a:xfrm>
            <a:custGeom>
              <a:avLst/>
              <a:gdLst/>
              <a:ahLst/>
              <a:cxnLst/>
              <a:rect l="l" t="t" r="r" b="b"/>
              <a:pathLst>
                <a:path w="22" h="1" extrusionOk="0">
                  <a:moveTo>
                    <a:pt x="22"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30" name="Google Shape;11430;p76"/>
            <p:cNvSpPr/>
            <p:nvPr/>
          </p:nvSpPr>
          <p:spPr>
            <a:xfrm>
              <a:off x="2196352" y="1588393"/>
              <a:ext cx="109" cy="14"/>
            </a:xfrm>
            <a:custGeom>
              <a:avLst/>
              <a:gdLst/>
              <a:ahLst/>
              <a:cxnLst/>
              <a:rect l="l" t="t" r="r" b="b"/>
              <a:pathLst>
                <a:path w="8" h="1" extrusionOk="0">
                  <a:moveTo>
                    <a:pt x="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31" name="Google Shape;11431;p76"/>
            <p:cNvSpPr/>
            <p:nvPr/>
          </p:nvSpPr>
          <p:spPr>
            <a:xfrm>
              <a:off x="2194641" y="1587769"/>
              <a:ext cx="258" cy="109"/>
            </a:xfrm>
            <a:custGeom>
              <a:avLst/>
              <a:gdLst/>
              <a:ahLst/>
              <a:cxnLst/>
              <a:rect l="l" t="t" r="r" b="b"/>
              <a:pathLst>
                <a:path w="19" h="8" extrusionOk="0">
                  <a:moveTo>
                    <a:pt x="18"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32" name="Google Shape;11432;p76"/>
            <p:cNvSpPr/>
            <p:nvPr/>
          </p:nvSpPr>
          <p:spPr>
            <a:xfrm>
              <a:off x="2196976" y="1588488"/>
              <a:ext cx="149" cy="14"/>
            </a:xfrm>
            <a:custGeom>
              <a:avLst/>
              <a:gdLst/>
              <a:ahLst/>
              <a:cxnLst/>
              <a:rect l="l" t="t" r="r" b="b"/>
              <a:pathLst>
                <a:path w="11" h="1" extrusionOk="0">
                  <a:moveTo>
                    <a:pt x="11"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33" name="Google Shape;11433;p76"/>
            <p:cNvSpPr/>
            <p:nvPr/>
          </p:nvSpPr>
          <p:spPr>
            <a:xfrm>
              <a:off x="2195075" y="1587959"/>
              <a:ext cx="204" cy="68"/>
            </a:xfrm>
            <a:custGeom>
              <a:avLst/>
              <a:gdLst/>
              <a:ahLst/>
              <a:cxnLst/>
              <a:rect l="l" t="t" r="r" b="b"/>
              <a:pathLst>
                <a:path w="15" h="5" extrusionOk="0">
                  <a:moveTo>
                    <a:pt x="14"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34" name="Google Shape;11434;p76"/>
            <p:cNvSpPr/>
            <p:nvPr/>
          </p:nvSpPr>
          <p:spPr>
            <a:xfrm>
              <a:off x="2197356" y="1588529"/>
              <a:ext cx="204" cy="14"/>
            </a:xfrm>
            <a:custGeom>
              <a:avLst/>
              <a:gdLst/>
              <a:ahLst/>
              <a:cxnLst/>
              <a:rect l="l" t="t" r="r" b="b"/>
              <a:pathLst>
                <a:path w="15" h="1" extrusionOk="0">
                  <a:moveTo>
                    <a:pt x="1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35" name="Google Shape;11435;p76"/>
            <p:cNvSpPr/>
            <p:nvPr/>
          </p:nvSpPr>
          <p:spPr>
            <a:xfrm>
              <a:off x="2196637" y="1588434"/>
              <a:ext cx="163" cy="14"/>
            </a:xfrm>
            <a:custGeom>
              <a:avLst/>
              <a:gdLst/>
              <a:ahLst/>
              <a:cxnLst/>
              <a:rect l="l" t="t" r="r" b="b"/>
              <a:pathLst>
                <a:path w="12" h="1" extrusionOk="0">
                  <a:moveTo>
                    <a:pt x="1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36" name="Google Shape;11436;p76"/>
            <p:cNvSpPr/>
            <p:nvPr/>
          </p:nvSpPr>
          <p:spPr>
            <a:xfrm>
              <a:off x="2201783" y="1588963"/>
              <a:ext cx="625" cy="54"/>
            </a:xfrm>
            <a:custGeom>
              <a:avLst/>
              <a:gdLst/>
              <a:ahLst/>
              <a:cxnLst/>
              <a:rect l="l" t="t" r="r" b="b"/>
              <a:pathLst>
                <a:path w="46" h="4" extrusionOk="0">
                  <a:moveTo>
                    <a:pt x="46"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37" name="Google Shape;11437;p76"/>
            <p:cNvSpPr/>
            <p:nvPr/>
          </p:nvSpPr>
          <p:spPr>
            <a:xfrm>
              <a:off x="2201117" y="1588909"/>
              <a:ext cx="530" cy="68"/>
            </a:xfrm>
            <a:custGeom>
              <a:avLst/>
              <a:gdLst/>
              <a:ahLst/>
              <a:cxnLst/>
              <a:rect l="l" t="t" r="r" b="b"/>
              <a:pathLst>
                <a:path w="39" h="5" extrusionOk="0">
                  <a:moveTo>
                    <a:pt x="39"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38" name="Google Shape;11438;p76"/>
            <p:cNvSpPr/>
            <p:nvPr/>
          </p:nvSpPr>
          <p:spPr>
            <a:xfrm>
              <a:off x="2199868" y="1588814"/>
              <a:ext cx="394" cy="14"/>
            </a:xfrm>
            <a:custGeom>
              <a:avLst/>
              <a:gdLst/>
              <a:ahLst/>
              <a:cxnLst/>
              <a:rect l="l" t="t" r="r" b="b"/>
              <a:pathLst>
                <a:path w="29" h="1" extrusionOk="0">
                  <a:moveTo>
                    <a:pt x="29"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39" name="Google Shape;11439;p76"/>
            <p:cNvSpPr/>
            <p:nvPr/>
          </p:nvSpPr>
          <p:spPr>
            <a:xfrm>
              <a:off x="2200493" y="1588868"/>
              <a:ext cx="489" cy="54"/>
            </a:xfrm>
            <a:custGeom>
              <a:avLst/>
              <a:gdLst/>
              <a:ahLst/>
              <a:cxnLst/>
              <a:rect l="l" t="t" r="r" b="b"/>
              <a:pathLst>
                <a:path w="36" h="4" extrusionOk="0">
                  <a:moveTo>
                    <a:pt x="36"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40" name="Google Shape;11440;p76"/>
            <p:cNvSpPr/>
            <p:nvPr/>
          </p:nvSpPr>
          <p:spPr>
            <a:xfrm>
              <a:off x="2213799" y="1589154"/>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41" name="Google Shape;11441;p76"/>
            <p:cNvSpPr/>
            <p:nvPr/>
          </p:nvSpPr>
          <p:spPr>
            <a:xfrm>
              <a:off x="2328882" y="1660259"/>
              <a:ext cx="54" cy="149"/>
            </a:xfrm>
            <a:custGeom>
              <a:avLst/>
              <a:gdLst/>
              <a:ahLst/>
              <a:cxnLst/>
              <a:rect l="l" t="t" r="r" b="b"/>
              <a:pathLst>
                <a:path w="4" h="11" extrusionOk="0">
                  <a:moveTo>
                    <a:pt x="4"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42" name="Google Shape;11442;p76"/>
            <p:cNvSpPr/>
            <p:nvPr/>
          </p:nvSpPr>
          <p:spPr>
            <a:xfrm>
              <a:off x="2335860" y="1655032"/>
              <a:ext cx="1534" cy="204"/>
            </a:xfrm>
            <a:custGeom>
              <a:avLst/>
              <a:gdLst/>
              <a:ahLst/>
              <a:cxnLst/>
              <a:rect l="l" t="t" r="r" b="b"/>
              <a:pathLst>
                <a:path w="113" h="15" extrusionOk="0">
                  <a:moveTo>
                    <a:pt x="113"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43" name="Google Shape;11443;p76"/>
            <p:cNvSpPr/>
            <p:nvPr/>
          </p:nvSpPr>
          <p:spPr>
            <a:xfrm>
              <a:off x="2341468" y="1648039"/>
              <a:ext cx="964" cy="1344"/>
            </a:xfrm>
            <a:custGeom>
              <a:avLst/>
              <a:gdLst/>
              <a:ahLst/>
              <a:cxnLst/>
              <a:rect l="l" t="t" r="r" b="b"/>
              <a:pathLst>
                <a:path w="71" h="99" extrusionOk="0">
                  <a:moveTo>
                    <a:pt x="1" y="1"/>
                  </a:moveTo>
                  <a:cubicBezTo>
                    <a:pt x="29" y="29"/>
                    <a:pt x="54" y="64"/>
                    <a:pt x="71" y="99"/>
                  </a:cubicBezTo>
                  <a:cubicBezTo>
                    <a:pt x="54" y="64"/>
                    <a:pt x="29" y="29"/>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44" name="Google Shape;11444;p76"/>
            <p:cNvSpPr/>
            <p:nvPr/>
          </p:nvSpPr>
          <p:spPr>
            <a:xfrm>
              <a:off x="2309574" y="1627510"/>
              <a:ext cx="14" cy="434"/>
            </a:xfrm>
            <a:custGeom>
              <a:avLst/>
              <a:gdLst/>
              <a:ahLst/>
              <a:cxnLst/>
              <a:rect l="l" t="t" r="r" b="b"/>
              <a:pathLst>
                <a:path w="1" h="32" extrusionOk="0">
                  <a:moveTo>
                    <a:pt x="1" y="0"/>
                  </a:moveTo>
                  <a:cubicBezTo>
                    <a:pt x="1" y="11"/>
                    <a:pt x="1" y="21"/>
                    <a:pt x="1" y="32"/>
                  </a:cubicBezTo>
                  <a:cubicBezTo>
                    <a:pt x="1" y="21"/>
                    <a:pt x="1"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45" name="Google Shape;11445;p76"/>
            <p:cNvSpPr/>
            <p:nvPr/>
          </p:nvSpPr>
          <p:spPr>
            <a:xfrm>
              <a:off x="2281483" y="1611298"/>
              <a:ext cx="1303" cy="475"/>
            </a:xfrm>
            <a:custGeom>
              <a:avLst/>
              <a:gdLst/>
              <a:ahLst/>
              <a:cxnLst/>
              <a:rect l="l" t="t" r="r" b="b"/>
              <a:pathLst>
                <a:path w="96" h="35" extrusionOk="0">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46" name="Google Shape;11446;p76"/>
            <p:cNvSpPr/>
            <p:nvPr/>
          </p:nvSpPr>
          <p:spPr>
            <a:xfrm>
              <a:off x="2284714" y="1609778"/>
              <a:ext cx="1833" cy="1113"/>
            </a:xfrm>
            <a:custGeom>
              <a:avLst/>
              <a:gdLst/>
              <a:ahLst/>
              <a:cxnLst/>
              <a:rect l="l" t="t" r="r" b="b"/>
              <a:pathLst>
                <a:path w="135" h="82" extrusionOk="0">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47" name="Google Shape;11447;p76"/>
            <p:cNvSpPr/>
            <p:nvPr/>
          </p:nvSpPr>
          <p:spPr>
            <a:xfrm>
              <a:off x="2314625" y="1629832"/>
              <a:ext cx="1860" cy="1018"/>
            </a:xfrm>
            <a:custGeom>
              <a:avLst/>
              <a:gdLst/>
              <a:ahLst/>
              <a:cxnLst/>
              <a:rect l="l" t="t" r="r" b="b"/>
              <a:pathLst>
                <a:path w="137" h="75" extrusionOk="0">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48" name="Google Shape;11448;p76"/>
            <p:cNvSpPr/>
            <p:nvPr/>
          </p:nvSpPr>
          <p:spPr>
            <a:xfrm>
              <a:off x="2299079" y="1615860"/>
              <a:ext cx="339" cy="1494"/>
            </a:xfrm>
            <a:custGeom>
              <a:avLst/>
              <a:gdLst/>
              <a:ahLst/>
              <a:cxnLst/>
              <a:rect l="l" t="t" r="r" b="b"/>
              <a:pathLst>
                <a:path w="25" h="110" extrusionOk="0">
                  <a:moveTo>
                    <a:pt x="25" y="1"/>
                  </a:moveTo>
                  <a:cubicBezTo>
                    <a:pt x="25" y="39"/>
                    <a:pt x="14" y="78"/>
                    <a:pt x="0" y="109"/>
                  </a:cubicBezTo>
                  <a:cubicBezTo>
                    <a:pt x="14" y="78"/>
                    <a:pt x="25" y="39"/>
                    <a:pt x="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49" name="Google Shape;11449;p76"/>
            <p:cNvSpPr/>
            <p:nvPr/>
          </p:nvSpPr>
          <p:spPr>
            <a:xfrm>
              <a:off x="2291136" y="1609398"/>
              <a:ext cx="2824" cy="339"/>
            </a:xfrm>
            <a:custGeom>
              <a:avLst/>
              <a:gdLst/>
              <a:ahLst/>
              <a:cxnLst/>
              <a:rect l="l" t="t" r="r" b="b"/>
              <a:pathLst>
                <a:path w="208" h="25" extrusionOk="0">
                  <a:moveTo>
                    <a:pt x="1" y="25"/>
                  </a:moveTo>
                  <a:cubicBezTo>
                    <a:pt x="67" y="8"/>
                    <a:pt x="137" y="1"/>
                    <a:pt x="207" y="1"/>
                  </a:cubicBezTo>
                  <a:cubicBezTo>
                    <a:pt x="137" y="1"/>
                    <a:pt x="67" y="8"/>
                    <a:pt x="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50" name="Google Shape;11450;p76"/>
            <p:cNvSpPr/>
            <p:nvPr/>
          </p:nvSpPr>
          <p:spPr>
            <a:xfrm>
              <a:off x="2341862" y="1642581"/>
              <a:ext cx="339" cy="339"/>
            </a:xfrm>
            <a:custGeom>
              <a:avLst/>
              <a:gdLst/>
              <a:ahLst/>
              <a:cxnLst/>
              <a:rect l="l" t="t" r="r" b="b"/>
              <a:pathLst>
                <a:path w="25" h="25" extrusionOk="0">
                  <a:moveTo>
                    <a:pt x="25" y="0"/>
                  </a:move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51" name="Google Shape;11451;p76"/>
            <p:cNvSpPr/>
            <p:nvPr/>
          </p:nvSpPr>
          <p:spPr>
            <a:xfrm>
              <a:off x="2337476" y="165522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52" name="Google Shape;11452;p76"/>
            <p:cNvSpPr/>
            <p:nvPr/>
          </p:nvSpPr>
          <p:spPr>
            <a:xfrm>
              <a:off x="2328692" y="1659023"/>
              <a:ext cx="14" cy="149"/>
            </a:xfrm>
            <a:custGeom>
              <a:avLst/>
              <a:gdLst/>
              <a:ahLst/>
              <a:cxnLst/>
              <a:rect l="l" t="t" r="r" b="b"/>
              <a:pathLst>
                <a:path w="1" h="11" extrusionOk="0">
                  <a:moveTo>
                    <a:pt x="0"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53" name="Google Shape;11453;p76"/>
            <p:cNvSpPr/>
            <p:nvPr/>
          </p:nvSpPr>
          <p:spPr>
            <a:xfrm>
              <a:off x="2328787" y="1659594"/>
              <a:ext cx="14" cy="204"/>
            </a:xfrm>
            <a:custGeom>
              <a:avLst/>
              <a:gdLst/>
              <a:ahLst/>
              <a:cxnLst/>
              <a:rect l="l" t="t" r="r" b="b"/>
              <a:pathLst>
                <a:path w="1" h="15" extrusionOk="0">
                  <a:moveTo>
                    <a:pt x="0"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54" name="Google Shape;11454;p76"/>
            <p:cNvSpPr/>
            <p:nvPr/>
          </p:nvSpPr>
          <p:spPr>
            <a:xfrm>
              <a:off x="2328692" y="1658779"/>
              <a:ext cx="14" cy="163"/>
            </a:xfrm>
            <a:custGeom>
              <a:avLst/>
              <a:gdLst/>
              <a:ahLst/>
              <a:cxnLst/>
              <a:rect l="l" t="t" r="r" b="b"/>
              <a:pathLst>
                <a:path w="1" h="12" extrusionOk="0">
                  <a:moveTo>
                    <a:pt x="0" y="11"/>
                  </a:moveTo>
                  <a:cubicBezTo>
                    <a:pt x="0" y="8"/>
                    <a:pt x="0" y="4"/>
                    <a:pt x="0" y="1"/>
                  </a:cubicBezTo>
                  <a:cubicBezTo>
                    <a:pt x="0" y="4"/>
                    <a:pt x="0" y="8"/>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55" name="Google Shape;11455;p76"/>
            <p:cNvSpPr/>
            <p:nvPr/>
          </p:nvSpPr>
          <p:spPr>
            <a:xfrm>
              <a:off x="2328827" y="1659919"/>
              <a:ext cx="68" cy="163"/>
            </a:xfrm>
            <a:custGeom>
              <a:avLst/>
              <a:gdLst/>
              <a:ahLst/>
              <a:cxnLst/>
              <a:rect l="l" t="t" r="r" b="b"/>
              <a:pathLst>
                <a:path w="5" h="12" extrusionOk="0">
                  <a:moveTo>
                    <a:pt x="1" y="1"/>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56" name="Google Shape;11456;p76"/>
            <p:cNvSpPr/>
            <p:nvPr/>
          </p:nvSpPr>
          <p:spPr>
            <a:xfrm>
              <a:off x="2328732" y="1659254"/>
              <a:ext cx="14" cy="258"/>
            </a:xfrm>
            <a:custGeom>
              <a:avLst/>
              <a:gdLst/>
              <a:ahLst/>
              <a:cxnLst/>
              <a:rect l="l" t="t" r="r" b="b"/>
              <a:pathLst>
                <a:path w="1" h="19" extrusionOk="0">
                  <a:moveTo>
                    <a:pt x="1" y="1"/>
                  </a:moveTo>
                  <a:cubicBezTo>
                    <a:pt x="1" y="8"/>
                    <a:pt x="1" y="11"/>
                    <a:pt x="1" y="18"/>
                  </a:cubicBezTo>
                  <a:cubicBezTo>
                    <a:pt x="1" y="11"/>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57" name="Google Shape;11457;p76"/>
            <p:cNvSpPr/>
            <p:nvPr/>
          </p:nvSpPr>
          <p:spPr>
            <a:xfrm>
              <a:off x="2341957" y="1637680"/>
              <a:ext cx="1914" cy="3489"/>
            </a:xfrm>
            <a:custGeom>
              <a:avLst/>
              <a:gdLst/>
              <a:ahLst/>
              <a:cxnLst/>
              <a:rect l="l" t="t" r="r" b="b"/>
              <a:pathLst>
                <a:path w="141" h="257" extrusionOk="0">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58" name="Google Shape;11458;p76"/>
            <p:cNvSpPr/>
            <p:nvPr/>
          </p:nvSpPr>
          <p:spPr>
            <a:xfrm>
              <a:off x="2282908" y="1603600"/>
              <a:ext cx="448" cy="14"/>
            </a:xfrm>
            <a:custGeom>
              <a:avLst/>
              <a:gdLst/>
              <a:ahLst/>
              <a:cxnLst/>
              <a:rect l="l" t="t" r="r" b="b"/>
              <a:pathLst>
                <a:path w="33" h="1" extrusionOk="0">
                  <a:moveTo>
                    <a:pt x="32" y="0"/>
                  </a:moveTo>
                  <a:cubicBezTo>
                    <a:pt x="22" y="0"/>
                    <a:pt x="8" y="0"/>
                    <a:pt x="1" y="0"/>
                  </a:cubicBezTo>
                  <a:cubicBezTo>
                    <a:pt x="8" y="0"/>
                    <a:pt x="22" y="0"/>
                    <a:pt x="3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59" name="Google Shape;11459;p76"/>
            <p:cNvSpPr/>
            <p:nvPr/>
          </p:nvSpPr>
          <p:spPr>
            <a:xfrm>
              <a:off x="2279161" y="1602364"/>
              <a:ext cx="109" cy="14"/>
            </a:xfrm>
            <a:custGeom>
              <a:avLst/>
              <a:gdLst/>
              <a:ahLst/>
              <a:cxnLst/>
              <a:rect l="l" t="t" r="r" b="b"/>
              <a:pathLst>
                <a:path w="8" h="1" extrusionOk="0">
                  <a:moveTo>
                    <a:pt x="0" y="0"/>
                  </a:moveTo>
                  <a:cubicBezTo>
                    <a:pt x="4" y="0"/>
                    <a:pt x="7" y="0"/>
                    <a:pt x="7" y="0"/>
                  </a:cubicBezTo>
                  <a:cubicBezTo>
                    <a:pt x="7" y="0"/>
                    <a:pt x="4"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60" name="Google Shape;11460;p76"/>
            <p:cNvSpPr/>
            <p:nvPr/>
          </p:nvSpPr>
          <p:spPr>
            <a:xfrm>
              <a:off x="2283438" y="159432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61" name="Google Shape;11461;p76"/>
            <p:cNvSpPr/>
            <p:nvPr/>
          </p:nvSpPr>
          <p:spPr>
            <a:xfrm>
              <a:off x="2280342" y="1602690"/>
              <a:ext cx="2580" cy="869"/>
            </a:xfrm>
            <a:custGeom>
              <a:avLst/>
              <a:gdLst/>
              <a:ahLst/>
              <a:cxnLst/>
              <a:rect l="l" t="t" r="r" b="b"/>
              <a:pathLst>
                <a:path w="190" h="64" extrusionOk="0">
                  <a:moveTo>
                    <a:pt x="1" y="1"/>
                  </a:moveTo>
                  <a:lnTo>
                    <a:pt x="32" y="15"/>
                  </a:lnTo>
                  <a:cubicBezTo>
                    <a:pt x="81" y="39"/>
                    <a:pt x="134" y="57"/>
                    <a:pt x="190" y="64"/>
                  </a:cubicBezTo>
                  <a:cubicBezTo>
                    <a:pt x="134" y="57"/>
                    <a:pt x="81" y="39"/>
                    <a:pt x="32"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62" name="Google Shape;11462;p76"/>
            <p:cNvSpPr/>
            <p:nvPr/>
          </p:nvSpPr>
          <p:spPr>
            <a:xfrm>
              <a:off x="2280532" y="1608488"/>
              <a:ext cx="964" cy="2824"/>
            </a:xfrm>
            <a:custGeom>
              <a:avLst/>
              <a:gdLst/>
              <a:ahLst/>
              <a:cxnLst/>
              <a:rect l="l" t="t" r="r" b="b"/>
              <a:pathLst>
                <a:path w="71" h="208" extrusionOk="0">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63" name="Google Shape;11463;p76"/>
            <p:cNvSpPr/>
            <p:nvPr/>
          </p:nvSpPr>
          <p:spPr>
            <a:xfrm>
              <a:off x="2278631" y="1589724"/>
              <a:ext cx="869" cy="679"/>
            </a:xfrm>
            <a:custGeom>
              <a:avLst/>
              <a:gdLst/>
              <a:ahLst/>
              <a:cxnLst/>
              <a:rect l="l" t="t" r="r" b="b"/>
              <a:pathLst>
                <a:path w="64" h="50" extrusionOk="0">
                  <a:moveTo>
                    <a:pt x="1" y="0"/>
                  </a:moveTo>
                  <a:lnTo>
                    <a:pt x="1" y="0"/>
                  </a:lnTo>
                  <a:cubicBezTo>
                    <a:pt x="15" y="25"/>
                    <a:pt x="39" y="42"/>
                    <a:pt x="64" y="49"/>
                  </a:cubicBezTo>
                  <a:cubicBezTo>
                    <a:pt x="39" y="42"/>
                    <a:pt x="18" y="25"/>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64" name="Google Shape;11464;p76"/>
            <p:cNvSpPr/>
            <p:nvPr/>
          </p:nvSpPr>
          <p:spPr>
            <a:xfrm>
              <a:off x="2256066" y="1570376"/>
              <a:ext cx="149" cy="244"/>
            </a:xfrm>
            <a:custGeom>
              <a:avLst/>
              <a:gdLst/>
              <a:ahLst/>
              <a:cxnLst/>
              <a:rect l="l" t="t" r="r" b="b"/>
              <a:pathLst>
                <a:path w="11" h="18" extrusionOk="0">
                  <a:moveTo>
                    <a:pt x="0" y="0"/>
                  </a:moveTo>
                  <a:lnTo>
                    <a:pt x="7" y="14"/>
                  </a:lnTo>
                  <a:cubicBezTo>
                    <a:pt x="7" y="14"/>
                    <a:pt x="7" y="18"/>
                    <a:pt x="10" y="18"/>
                  </a:cubicBezTo>
                  <a:cubicBezTo>
                    <a:pt x="7" y="11"/>
                    <a:pt x="3"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65" name="Google Shape;11465;p76"/>
            <p:cNvSpPr/>
            <p:nvPr/>
          </p:nvSpPr>
          <p:spPr>
            <a:xfrm>
              <a:off x="2276215" y="1585868"/>
              <a:ext cx="1724" cy="2349"/>
            </a:xfrm>
            <a:custGeom>
              <a:avLst/>
              <a:gdLst/>
              <a:ahLst/>
              <a:cxnLst/>
              <a:rect l="l" t="t" r="r" b="b"/>
              <a:pathLst>
                <a:path w="127" h="173" extrusionOk="0">
                  <a:moveTo>
                    <a:pt x="126" y="172"/>
                  </a:moveTo>
                  <a:cubicBezTo>
                    <a:pt x="105" y="102"/>
                    <a:pt x="60" y="43"/>
                    <a:pt x="0" y="1"/>
                  </a:cubicBezTo>
                  <a:cubicBezTo>
                    <a:pt x="60" y="43"/>
                    <a:pt x="105" y="102"/>
                    <a:pt x="126" y="17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66" name="Google Shape;11466;p76"/>
            <p:cNvSpPr/>
            <p:nvPr/>
          </p:nvSpPr>
          <p:spPr>
            <a:xfrm>
              <a:off x="2281293" y="1611013"/>
              <a:ext cx="299" cy="394"/>
            </a:xfrm>
            <a:custGeom>
              <a:avLst/>
              <a:gdLst/>
              <a:ahLst/>
              <a:cxnLst/>
              <a:rect l="l" t="t" r="r" b="b"/>
              <a:pathLst>
                <a:path w="22" h="29" extrusionOk="0">
                  <a:moveTo>
                    <a:pt x="1" y="1"/>
                  </a:moveTo>
                  <a:lnTo>
                    <a:pt x="1" y="1"/>
                  </a:lnTo>
                  <a:cubicBezTo>
                    <a:pt x="8" y="11"/>
                    <a:pt x="15" y="22"/>
                    <a:pt x="22" y="29"/>
                  </a:cubicBezTo>
                  <a:lnTo>
                    <a:pt x="15" y="18"/>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67" name="Google Shape;11467;p76"/>
            <p:cNvSpPr/>
            <p:nvPr/>
          </p:nvSpPr>
          <p:spPr>
            <a:xfrm>
              <a:off x="2250879" y="1556826"/>
              <a:ext cx="299" cy="353"/>
            </a:xfrm>
            <a:custGeom>
              <a:avLst/>
              <a:gdLst/>
              <a:ahLst/>
              <a:cxnLst/>
              <a:rect l="l" t="t" r="r" b="b"/>
              <a:pathLst>
                <a:path w="22" h="26" extrusionOk="0">
                  <a:moveTo>
                    <a:pt x="0" y="1"/>
                  </a:moveTo>
                  <a:cubicBezTo>
                    <a:pt x="4" y="11"/>
                    <a:pt x="14" y="18"/>
                    <a:pt x="21" y="25"/>
                  </a:cubicBezTo>
                  <a:cubicBezTo>
                    <a:pt x="14" y="18"/>
                    <a:pt x="7" y="1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68" name="Google Shape;11468;p76"/>
            <p:cNvSpPr/>
            <p:nvPr/>
          </p:nvSpPr>
          <p:spPr>
            <a:xfrm>
              <a:off x="2250539" y="1556445"/>
              <a:ext cx="258" cy="299"/>
            </a:xfrm>
            <a:custGeom>
              <a:avLst/>
              <a:gdLst/>
              <a:ahLst/>
              <a:cxnLst/>
              <a:rect l="l" t="t" r="r" b="b"/>
              <a:pathLst>
                <a:path w="19" h="22" extrusionOk="0">
                  <a:moveTo>
                    <a:pt x="1" y="1"/>
                  </a:moveTo>
                  <a:cubicBezTo>
                    <a:pt x="4" y="8"/>
                    <a:pt x="11" y="15"/>
                    <a:pt x="18" y="22"/>
                  </a:cubicBezTo>
                  <a:cubicBezTo>
                    <a:pt x="11" y="15"/>
                    <a:pt x="4"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69" name="Google Shape;11469;p76"/>
            <p:cNvSpPr/>
            <p:nvPr/>
          </p:nvSpPr>
          <p:spPr>
            <a:xfrm>
              <a:off x="2255577" y="1568760"/>
              <a:ext cx="489" cy="1629"/>
            </a:xfrm>
            <a:custGeom>
              <a:avLst/>
              <a:gdLst/>
              <a:ahLst/>
              <a:cxnLst/>
              <a:rect l="l" t="t" r="r" b="b"/>
              <a:pathLst>
                <a:path w="36" h="120" extrusionOk="0">
                  <a:moveTo>
                    <a:pt x="1" y="0"/>
                  </a:moveTo>
                  <a:cubicBezTo>
                    <a:pt x="8" y="42"/>
                    <a:pt x="18" y="81"/>
                    <a:pt x="36" y="119"/>
                  </a:cubicBezTo>
                  <a:lnTo>
                    <a:pt x="29" y="102"/>
                  </a:lnTo>
                  <a:cubicBezTo>
                    <a:pt x="18" y="70"/>
                    <a:pt x="8" y="35"/>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70" name="Google Shape;11470;p76"/>
            <p:cNvSpPr/>
            <p:nvPr/>
          </p:nvSpPr>
          <p:spPr>
            <a:xfrm>
              <a:off x="2250119" y="1555590"/>
              <a:ext cx="394" cy="828"/>
            </a:xfrm>
            <a:custGeom>
              <a:avLst/>
              <a:gdLst/>
              <a:ahLst/>
              <a:cxnLst/>
              <a:rect l="l" t="t" r="r" b="b"/>
              <a:pathLst>
                <a:path w="29" h="61" extrusionOk="0">
                  <a:moveTo>
                    <a:pt x="0" y="1"/>
                  </a:moveTo>
                  <a:lnTo>
                    <a:pt x="4" y="15"/>
                  </a:lnTo>
                  <a:cubicBezTo>
                    <a:pt x="11" y="32"/>
                    <a:pt x="21" y="46"/>
                    <a:pt x="28" y="60"/>
                  </a:cubicBezTo>
                  <a:cubicBezTo>
                    <a:pt x="18" y="39"/>
                    <a:pt x="7" y="22"/>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71" name="Google Shape;11471;p76"/>
            <p:cNvSpPr/>
            <p:nvPr/>
          </p:nvSpPr>
          <p:spPr>
            <a:xfrm>
              <a:off x="2255957" y="1570131"/>
              <a:ext cx="204" cy="448"/>
            </a:xfrm>
            <a:custGeom>
              <a:avLst/>
              <a:gdLst/>
              <a:ahLst/>
              <a:cxnLst/>
              <a:rect l="l" t="t" r="r" b="b"/>
              <a:pathLst>
                <a:path w="15" h="33" extrusionOk="0">
                  <a:moveTo>
                    <a:pt x="1" y="1"/>
                  </a:moveTo>
                  <a:lnTo>
                    <a:pt x="1" y="1"/>
                  </a:lnTo>
                  <a:cubicBezTo>
                    <a:pt x="4" y="11"/>
                    <a:pt x="8" y="22"/>
                    <a:pt x="15" y="32"/>
                  </a:cubicBezTo>
                  <a:lnTo>
                    <a:pt x="8" y="18"/>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72" name="Google Shape;11472;p76"/>
            <p:cNvSpPr/>
            <p:nvPr/>
          </p:nvSpPr>
          <p:spPr>
            <a:xfrm>
              <a:off x="2211667" y="1583302"/>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73" name="Google Shape;11473;p76"/>
            <p:cNvSpPr/>
            <p:nvPr/>
          </p:nvSpPr>
          <p:spPr>
            <a:xfrm>
              <a:off x="2211898" y="1583356"/>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74" name="Google Shape;11474;p76"/>
            <p:cNvSpPr/>
            <p:nvPr/>
          </p:nvSpPr>
          <p:spPr>
            <a:xfrm>
              <a:off x="2211382" y="158330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75" name="Google Shape;11475;p76"/>
            <p:cNvSpPr/>
            <p:nvPr/>
          </p:nvSpPr>
          <p:spPr>
            <a:xfrm>
              <a:off x="2211477" y="1583302"/>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76" name="Google Shape;11476;p76"/>
            <p:cNvSpPr/>
            <p:nvPr/>
          </p:nvSpPr>
          <p:spPr>
            <a:xfrm>
              <a:off x="2212753" y="1583736"/>
              <a:ext cx="109" cy="54"/>
            </a:xfrm>
            <a:custGeom>
              <a:avLst/>
              <a:gdLst/>
              <a:ahLst/>
              <a:cxnLst/>
              <a:rect l="l" t="t" r="r" b="b"/>
              <a:pathLst>
                <a:path w="8" h="4" extrusionOk="0">
                  <a:moveTo>
                    <a:pt x="1" y="0"/>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77" name="Google Shape;11477;p76"/>
            <p:cNvSpPr/>
            <p:nvPr/>
          </p:nvSpPr>
          <p:spPr>
            <a:xfrm>
              <a:off x="2212427" y="1583546"/>
              <a:ext cx="109" cy="54"/>
            </a:xfrm>
            <a:custGeom>
              <a:avLst/>
              <a:gdLst/>
              <a:ahLst/>
              <a:cxnLst/>
              <a:rect l="l" t="t" r="r" b="b"/>
              <a:pathLst>
                <a:path w="8" h="4" extrusionOk="0">
                  <a:moveTo>
                    <a:pt x="0" y="0"/>
                  </a:moveTo>
                  <a:lnTo>
                    <a:pt x="7"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78" name="Google Shape;11478;p76"/>
            <p:cNvSpPr/>
            <p:nvPr/>
          </p:nvSpPr>
          <p:spPr>
            <a:xfrm>
              <a:off x="2212142" y="1583451"/>
              <a:ext cx="109" cy="14"/>
            </a:xfrm>
            <a:custGeom>
              <a:avLst/>
              <a:gdLst/>
              <a:ahLst/>
              <a:cxnLst/>
              <a:rect l="l" t="t" r="r" b="b"/>
              <a:pathLst>
                <a:path w="8" h="1" extrusionOk="0">
                  <a:moveTo>
                    <a:pt x="0" y="0"/>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79" name="Google Shape;11479;p76"/>
            <p:cNvSpPr/>
            <p:nvPr/>
          </p:nvSpPr>
          <p:spPr>
            <a:xfrm>
              <a:off x="2213093" y="1583872"/>
              <a:ext cx="339" cy="258"/>
            </a:xfrm>
            <a:custGeom>
              <a:avLst/>
              <a:gdLst/>
              <a:ahLst/>
              <a:cxnLst/>
              <a:rect l="l" t="t" r="r" b="b"/>
              <a:pathLst>
                <a:path w="25" h="19" extrusionOk="0">
                  <a:moveTo>
                    <a:pt x="0" y="1"/>
                  </a:moveTo>
                  <a:lnTo>
                    <a:pt x="0" y="1"/>
                  </a:lnTo>
                  <a:cubicBezTo>
                    <a:pt x="7" y="8"/>
                    <a:pt x="14" y="11"/>
                    <a:pt x="25" y="18"/>
                  </a:cubicBezTo>
                  <a:cubicBezTo>
                    <a:pt x="14" y="11"/>
                    <a:pt x="7"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80" name="Google Shape;11480;p76"/>
            <p:cNvSpPr/>
            <p:nvPr/>
          </p:nvSpPr>
          <p:spPr>
            <a:xfrm>
              <a:off x="2213853" y="1584972"/>
              <a:ext cx="394" cy="4195"/>
            </a:xfrm>
            <a:custGeom>
              <a:avLst/>
              <a:gdLst/>
              <a:ahLst/>
              <a:cxnLst/>
              <a:rect l="l" t="t" r="r" b="b"/>
              <a:pathLst>
                <a:path w="29" h="309" extrusionOk="0">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81" name="Google Shape;11481;p76"/>
            <p:cNvSpPr/>
            <p:nvPr/>
          </p:nvSpPr>
          <p:spPr>
            <a:xfrm>
              <a:off x="2204009" y="1581143"/>
              <a:ext cx="774" cy="27"/>
            </a:xfrm>
            <a:custGeom>
              <a:avLst/>
              <a:gdLst/>
              <a:ahLst/>
              <a:cxnLst/>
              <a:rect l="l" t="t" r="r" b="b"/>
              <a:pathLst>
                <a:path w="57" h="2" extrusionOk="0">
                  <a:moveTo>
                    <a:pt x="38" y="0"/>
                  </a:moveTo>
                  <a:cubicBezTo>
                    <a:pt x="25" y="0"/>
                    <a:pt x="12" y="2"/>
                    <a:pt x="1" y="2"/>
                  </a:cubicBezTo>
                  <a:lnTo>
                    <a:pt x="57" y="2"/>
                  </a:lnTo>
                  <a:cubicBezTo>
                    <a:pt x="51" y="1"/>
                    <a:pt x="45" y="0"/>
                    <a:pt x="3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82" name="Google Shape;11482;p76"/>
            <p:cNvSpPr/>
            <p:nvPr/>
          </p:nvSpPr>
          <p:spPr>
            <a:xfrm>
              <a:off x="2205815" y="1581360"/>
              <a:ext cx="5485" cy="2172"/>
            </a:xfrm>
            <a:custGeom>
              <a:avLst/>
              <a:gdLst/>
              <a:ahLst/>
              <a:cxnLst/>
              <a:rect l="l" t="t" r="r" b="b"/>
              <a:pathLst>
                <a:path w="404" h="160" extrusionOk="0">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83" name="Google Shape;11483;p76"/>
            <p:cNvSpPr/>
            <p:nvPr/>
          </p:nvSpPr>
          <p:spPr>
            <a:xfrm>
              <a:off x="2204824" y="1581116"/>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84" name="Google Shape;11484;p76"/>
            <p:cNvSpPr/>
            <p:nvPr/>
          </p:nvSpPr>
          <p:spPr>
            <a:xfrm>
              <a:off x="2205720" y="1581265"/>
              <a:ext cx="14" cy="0"/>
            </a:xfrm>
            <a:custGeom>
              <a:avLst/>
              <a:gdLst/>
              <a:ahLst/>
              <a:cxnLst/>
              <a:rect l="l" t="t" r="r" b="b"/>
              <a:pathLst>
                <a:path w="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85" name="Google Shape;11485;p76"/>
            <p:cNvSpPr/>
            <p:nvPr/>
          </p:nvSpPr>
          <p:spPr>
            <a:xfrm>
              <a:off x="2205530" y="1581211"/>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86" name="Google Shape;11486;p76"/>
            <p:cNvSpPr/>
            <p:nvPr/>
          </p:nvSpPr>
          <p:spPr>
            <a:xfrm>
              <a:off x="2205055" y="1581156"/>
              <a:ext cx="163" cy="14"/>
            </a:xfrm>
            <a:custGeom>
              <a:avLst/>
              <a:gdLst/>
              <a:ahLst/>
              <a:cxnLst/>
              <a:rect l="l" t="t" r="r" b="b"/>
              <a:pathLst>
                <a:path w="12" h="1" extrusionOk="0">
                  <a:moveTo>
                    <a:pt x="1"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87" name="Google Shape;11487;p76"/>
            <p:cNvSpPr/>
            <p:nvPr/>
          </p:nvSpPr>
          <p:spPr>
            <a:xfrm>
              <a:off x="2205299" y="1581156"/>
              <a:ext cx="149" cy="14"/>
            </a:xfrm>
            <a:custGeom>
              <a:avLst/>
              <a:gdLst/>
              <a:ahLst/>
              <a:cxnLst/>
              <a:rect l="l" t="t" r="r" b="b"/>
              <a:pathLst>
                <a:path w="11" h="1" extrusionOk="0">
                  <a:moveTo>
                    <a:pt x="0"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88" name="Google Shape;11488;p76"/>
            <p:cNvSpPr/>
            <p:nvPr/>
          </p:nvSpPr>
          <p:spPr>
            <a:xfrm>
              <a:off x="2213894" y="1589154"/>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89" name="Google Shape;11489;p76"/>
            <p:cNvSpPr/>
            <p:nvPr/>
          </p:nvSpPr>
          <p:spPr>
            <a:xfrm>
              <a:off x="2269276" y="1477017"/>
              <a:ext cx="1629" cy="1303"/>
            </a:xfrm>
            <a:custGeom>
              <a:avLst/>
              <a:gdLst/>
              <a:ahLst/>
              <a:cxnLst/>
              <a:rect l="l" t="t" r="r" b="b"/>
              <a:pathLst>
                <a:path w="120" h="96" extrusionOk="0">
                  <a:moveTo>
                    <a:pt x="0" y="1"/>
                  </a:moveTo>
                  <a:cubicBezTo>
                    <a:pt x="32" y="43"/>
                    <a:pt x="74" y="74"/>
                    <a:pt x="119" y="95"/>
                  </a:cubicBezTo>
                  <a:cubicBezTo>
                    <a:pt x="74" y="74"/>
                    <a:pt x="32" y="43"/>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90" name="Google Shape;11490;p76"/>
            <p:cNvSpPr/>
            <p:nvPr/>
          </p:nvSpPr>
          <p:spPr>
            <a:xfrm>
              <a:off x="2260193" y="1430147"/>
              <a:ext cx="3394" cy="1398"/>
            </a:xfrm>
            <a:custGeom>
              <a:avLst/>
              <a:gdLst/>
              <a:ahLst/>
              <a:cxnLst/>
              <a:rect l="l" t="t" r="r" b="b"/>
              <a:pathLst>
                <a:path w="250" h="103" extrusionOk="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91" name="Google Shape;11491;p76"/>
            <p:cNvSpPr/>
            <p:nvPr/>
          </p:nvSpPr>
          <p:spPr>
            <a:xfrm>
              <a:off x="2262664" y="1417466"/>
              <a:ext cx="1344" cy="2009"/>
            </a:xfrm>
            <a:custGeom>
              <a:avLst/>
              <a:gdLst/>
              <a:ahLst/>
              <a:cxnLst/>
              <a:rect l="l" t="t" r="r" b="b"/>
              <a:pathLst>
                <a:path w="99" h="148" extrusionOk="0">
                  <a:moveTo>
                    <a:pt x="99" y="0"/>
                  </a:moveTo>
                  <a:lnTo>
                    <a:pt x="81" y="18"/>
                  </a:lnTo>
                  <a:cubicBezTo>
                    <a:pt x="46" y="53"/>
                    <a:pt x="18" y="98"/>
                    <a:pt x="1" y="147"/>
                  </a:cubicBezTo>
                  <a:cubicBezTo>
                    <a:pt x="22" y="91"/>
                    <a:pt x="57" y="42"/>
                    <a:pt x="9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92" name="Google Shape;11492;p76"/>
            <p:cNvSpPr/>
            <p:nvPr/>
          </p:nvSpPr>
          <p:spPr>
            <a:xfrm>
              <a:off x="2263520" y="1448640"/>
              <a:ext cx="6246" cy="10047"/>
            </a:xfrm>
            <a:custGeom>
              <a:avLst/>
              <a:gdLst/>
              <a:ahLst/>
              <a:cxnLst/>
              <a:rect l="l" t="t" r="r" b="b"/>
              <a:pathLst>
                <a:path w="460" h="740" extrusionOk="0">
                  <a:moveTo>
                    <a:pt x="1" y="1"/>
                  </a:moveTo>
                  <a:lnTo>
                    <a:pt x="1" y="1"/>
                  </a:lnTo>
                  <a:cubicBezTo>
                    <a:pt x="113" y="169"/>
                    <a:pt x="316" y="477"/>
                    <a:pt x="459" y="739"/>
                  </a:cubicBezTo>
                  <a:cubicBezTo>
                    <a:pt x="316" y="477"/>
                    <a:pt x="113" y="16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93" name="Google Shape;11493;p76"/>
            <p:cNvSpPr/>
            <p:nvPr/>
          </p:nvSpPr>
          <p:spPr>
            <a:xfrm>
              <a:off x="2269127" y="1476542"/>
              <a:ext cx="14" cy="163"/>
            </a:xfrm>
            <a:custGeom>
              <a:avLst/>
              <a:gdLst/>
              <a:ahLst/>
              <a:cxnLst/>
              <a:rect l="l" t="t" r="r" b="b"/>
              <a:pathLst>
                <a:path w="1" h="12" extrusionOk="0">
                  <a:moveTo>
                    <a:pt x="1" y="11"/>
                  </a:moveTo>
                  <a:cubicBezTo>
                    <a:pt x="1" y="8"/>
                    <a:pt x="1" y="4"/>
                    <a:pt x="1" y="1"/>
                  </a:cubicBezTo>
                  <a:cubicBezTo>
                    <a:pt x="1" y="4"/>
                    <a:pt x="1" y="8"/>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94" name="Google Shape;11494;p76"/>
            <p:cNvSpPr/>
            <p:nvPr/>
          </p:nvSpPr>
          <p:spPr>
            <a:xfrm>
              <a:off x="2257002" y="1519610"/>
              <a:ext cx="109" cy="149"/>
            </a:xfrm>
            <a:custGeom>
              <a:avLst/>
              <a:gdLst/>
              <a:ahLst/>
              <a:cxnLst/>
              <a:rect l="l" t="t" r="r" b="b"/>
              <a:pathLst>
                <a:path w="8" h="11" extrusionOk="0">
                  <a:moveTo>
                    <a:pt x="1" y="11"/>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95" name="Google Shape;11495;p76"/>
            <p:cNvSpPr/>
            <p:nvPr/>
          </p:nvSpPr>
          <p:spPr>
            <a:xfrm>
              <a:off x="2271082" y="1504593"/>
              <a:ext cx="3476" cy="2716"/>
            </a:xfrm>
            <a:custGeom>
              <a:avLst/>
              <a:gdLst/>
              <a:ahLst/>
              <a:cxnLst/>
              <a:rect l="l" t="t" r="r" b="b"/>
              <a:pathLst>
                <a:path w="256" h="200" extrusionOk="0">
                  <a:moveTo>
                    <a:pt x="0" y="200"/>
                  </a:moveTo>
                  <a:cubicBezTo>
                    <a:pt x="81" y="130"/>
                    <a:pt x="168" y="63"/>
                    <a:pt x="256" y="0"/>
                  </a:cubicBezTo>
                  <a:cubicBezTo>
                    <a:pt x="168" y="63"/>
                    <a:pt x="81" y="130"/>
                    <a:pt x="0" y="20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96" name="Google Shape;11496;p76"/>
            <p:cNvSpPr/>
            <p:nvPr/>
          </p:nvSpPr>
          <p:spPr>
            <a:xfrm>
              <a:off x="2268801" y="1485625"/>
              <a:ext cx="3286" cy="2295"/>
            </a:xfrm>
            <a:custGeom>
              <a:avLst/>
              <a:gdLst/>
              <a:ahLst/>
              <a:cxnLst/>
              <a:rect l="l" t="t" r="r" b="b"/>
              <a:pathLst>
                <a:path w="242" h="169" extrusionOk="0">
                  <a:moveTo>
                    <a:pt x="0" y="0"/>
                  </a:moveTo>
                  <a:cubicBezTo>
                    <a:pt x="25" y="39"/>
                    <a:pt x="154" y="116"/>
                    <a:pt x="242" y="168"/>
                  </a:cubicBezTo>
                  <a:cubicBezTo>
                    <a:pt x="154" y="116"/>
                    <a:pt x="25" y="39"/>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97" name="Google Shape;11497;p76"/>
            <p:cNvSpPr/>
            <p:nvPr/>
          </p:nvSpPr>
          <p:spPr>
            <a:xfrm>
              <a:off x="2257966" y="1513187"/>
              <a:ext cx="8282" cy="5580"/>
            </a:xfrm>
            <a:custGeom>
              <a:avLst/>
              <a:gdLst/>
              <a:ahLst/>
              <a:cxnLst/>
              <a:rect l="l" t="t" r="r" b="b"/>
              <a:pathLst>
                <a:path w="610" h="411" extrusionOk="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98" name="Google Shape;11498;p76"/>
            <p:cNvSpPr/>
            <p:nvPr/>
          </p:nvSpPr>
          <p:spPr>
            <a:xfrm>
              <a:off x="2256581" y="1520126"/>
              <a:ext cx="54" cy="109"/>
            </a:xfrm>
            <a:custGeom>
              <a:avLst/>
              <a:gdLst/>
              <a:ahLst/>
              <a:cxnLst/>
              <a:rect l="l" t="t" r="r" b="b"/>
              <a:pathLst>
                <a:path w="4" h="8" extrusionOk="0">
                  <a:moveTo>
                    <a:pt x="0"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99" name="Google Shape;11499;p76"/>
            <p:cNvSpPr/>
            <p:nvPr/>
          </p:nvSpPr>
          <p:spPr>
            <a:xfrm>
              <a:off x="2274449" y="1489372"/>
              <a:ext cx="6056" cy="6816"/>
            </a:xfrm>
            <a:custGeom>
              <a:avLst/>
              <a:gdLst/>
              <a:ahLst/>
              <a:cxnLst/>
              <a:rect l="l" t="t" r="r" b="b"/>
              <a:pathLst>
                <a:path w="446" h="502" extrusionOk="0">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00" name="Google Shape;11500;p76"/>
            <p:cNvSpPr/>
            <p:nvPr/>
          </p:nvSpPr>
          <p:spPr>
            <a:xfrm>
              <a:off x="2275929" y="1499121"/>
              <a:ext cx="4195" cy="4481"/>
            </a:xfrm>
            <a:custGeom>
              <a:avLst/>
              <a:gdLst/>
              <a:ahLst/>
              <a:cxnLst/>
              <a:rect l="l" t="t" r="r" b="b"/>
              <a:pathLst>
                <a:path w="309" h="330" extrusionOk="0">
                  <a:moveTo>
                    <a:pt x="308" y="1"/>
                  </a:moveTo>
                  <a:lnTo>
                    <a:pt x="308" y="1"/>
                  </a:lnTo>
                  <a:cubicBezTo>
                    <a:pt x="263" y="120"/>
                    <a:pt x="144" y="225"/>
                    <a:pt x="0" y="330"/>
                  </a:cubicBezTo>
                  <a:cubicBezTo>
                    <a:pt x="144" y="225"/>
                    <a:pt x="266" y="120"/>
                    <a:pt x="30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01" name="Google Shape;11501;p76"/>
            <p:cNvSpPr/>
            <p:nvPr/>
          </p:nvSpPr>
          <p:spPr>
            <a:xfrm>
              <a:off x="2249874" y="1554544"/>
              <a:ext cx="258" cy="1059"/>
            </a:xfrm>
            <a:custGeom>
              <a:avLst/>
              <a:gdLst/>
              <a:ahLst/>
              <a:cxnLst/>
              <a:rect l="l" t="t" r="r" b="b"/>
              <a:pathLst>
                <a:path w="19" h="78" extrusionOk="0">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02" name="Google Shape;11502;p76"/>
            <p:cNvSpPr/>
            <p:nvPr/>
          </p:nvSpPr>
          <p:spPr>
            <a:xfrm>
              <a:off x="2251965" y="1550498"/>
              <a:ext cx="774" cy="1724"/>
            </a:xfrm>
            <a:custGeom>
              <a:avLst/>
              <a:gdLst/>
              <a:ahLst/>
              <a:cxnLst/>
              <a:rect l="l" t="t" r="r" b="b"/>
              <a:pathLst>
                <a:path w="57" h="127" extrusionOk="0">
                  <a:moveTo>
                    <a:pt x="1" y="1"/>
                  </a:moveTo>
                  <a:lnTo>
                    <a:pt x="22" y="29"/>
                  </a:lnTo>
                  <a:cubicBezTo>
                    <a:pt x="43" y="57"/>
                    <a:pt x="57" y="88"/>
                    <a:pt x="57" y="127"/>
                  </a:cubicBezTo>
                  <a:cubicBezTo>
                    <a:pt x="57" y="88"/>
                    <a:pt x="43" y="57"/>
                    <a:pt x="22"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03" name="Google Shape;11503;p76"/>
            <p:cNvSpPr/>
            <p:nvPr/>
          </p:nvSpPr>
          <p:spPr>
            <a:xfrm>
              <a:off x="2254871" y="1536147"/>
              <a:ext cx="14" cy="14"/>
            </a:xfrm>
            <a:custGeom>
              <a:avLst/>
              <a:gdLst/>
              <a:ahLst/>
              <a:cxnLst/>
              <a:rect l="l" t="t" r="r" b="b"/>
              <a:pathLst>
                <a:path w="1" h="1" extrusionOk="0">
                  <a:moveTo>
                    <a:pt x="0" y="1"/>
                  </a:moveTo>
                  <a:lnTo>
                    <a:pt x="0" y="1"/>
                  </a:lnTo>
                  <a:cubicBezTo>
                    <a:pt x="0" y="1"/>
                    <a:pt x="0"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04" name="Google Shape;11504;p76"/>
            <p:cNvSpPr/>
            <p:nvPr/>
          </p:nvSpPr>
          <p:spPr>
            <a:xfrm>
              <a:off x="2254681" y="1537002"/>
              <a:ext cx="54" cy="109"/>
            </a:xfrm>
            <a:custGeom>
              <a:avLst/>
              <a:gdLst/>
              <a:ahLst/>
              <a:cxnLst/>
              <a:rect l="l" t="t" r="r" b="b"/>
              <a:pathLst>
                <a:path w="4" h="8" extrusionOk="0">
                  <a:moveTo>
                    <a:pt x="0"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05" name="Google Shape;11505;p76"/>
            <p:cNvSpPr/>
            <p:nvPr/>
          </p:nvSpPr>
          <p:spPr>
            <a:xfrm>
              <a:off x="2253961" y="1538048"/>
              <a:ext cx="68" cy="68"/>
            </a:xfrm>
            <a:custGeom>
              <a:avLst/>
              <a:gdLst/>
              <a:ahLst/>
              <a:cxnLst/>
              <a:rect l="l" t="t" r="r" b="b"/>
              <a:pathLst>
                <a:path w="5" h="5" extrusionOk="0">
                  <a:moveTo>
                    <a:pt x="1"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06" name="Google Shape;11506;p76"/>
            <p:cNvSpPr/>
            <p:nvPr/>
          </p:nvSpPr>
          <p:spPr>
            <a:xfrm>
              <a:off x="2254110" y="1537858"/>
              <a:ext cx="109" cy="68"/>
            </a:xfrm>
            <a:custGeom>
              <a:avLst/>
              <a:gdLst/>
              <a:ahLst/>
              <a:cxnLst/>
              <a:rect l="l" t="t" r="r" b="b"/>
              <a:pathLst>
                <a:path w="8"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07" name="Google Shape;11507;p76"/>
            <p:cNvSpPr/>
            <p:nvPr/>
          </p:nvSpPr>
          <p:spPr>
            <a:xfrm>
              <a:off x="2253825" y="1538238"/>
              <a:ext cx="54" cy="68"/>
            </a:xfrm>
            <a:custGeom>
              <a:avLst/>
              <a:gdLst/>
              <a:ahLst/>
              <a:cxnLst/>
              <a:rect l="l" t="t" r="r" b="b"/>
              <a:pathLst>
                <a:path w="4" h="5" extrusionOk="0">
                  <a:moveTo>
                    <a:pt x="0"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08" name="Google Shape;11508;p76"/>
            <p:cNvSpPr/>
            <p:nvPr/>
          </p:nvSpPr>
          <p:spPr>
            <a:xfrm>
              <a:off x="2250974" y="1540519"/>
              <a:ext cx="1249" cy="1629"/>
            </a:xfrm>
            <a:custGeom>
              <a:avLst/>
              <a:gdLst/>
              <a:ahLst/>
              <a:cxnLst/>
              <a:rect l="l" t="t" r="r" b="b"/>
              <a:pathLst>
                <a:path w="92" h="120" extrusionOk="0">
                  <a:moveTo>
                    <a:pt x="0" y="120"/>
                  </a:moveTo>
                  <a:cubicBezTo>
                    <a:pt x="35" y="85"/>
                    <a:pt x="67" y="43"/>
                    <a:pt x="91" y="1"/>
                  </a:cubicBezTo>
                  <a:cubicBezTo>
                    <a:pt x="67" y="43"/>
                    <a:pt x="35" y="85"/>
                    <a:pt x="0" y="12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09" name="Google Shape;11509;p76"/>
            <p:cNvSpPr/>
            <p:nvPr/>
          </p:nvSpPr>
          <p:spPr>
            <a:xfrm>
              <a:off x="2252875" y="1538428"/>
              <a:ext cx="774" cy="923"/>
            </a:xfrm>
            <a:custGeom>
              <a:avLst/>
              <a:gdLst/>
              <a:ahLst/>
              <a:cxnLst/>
              <a:rect l="l" t="t" r="r" b="b"/>
              <a:pathLst>
                <a:path w="57" h="68" extrusionOk="0">
                  <a:moveTo>
                    <a:pt x="0" y="67"/>
                  </a:moveTo>
                  <a:cubicBezTo>
                    <a:pt x="18" y="43"/>
                    <a:pt x="35" y="22"/>
                    <a:pt x="56" y="1"/>
                  </a:cubicBezTo>
                  <a:cubicBezTo>
                    <a:pt x="35" y="22"/>
                    <a:pt x="18" y="43"/>
                    <a:pt x="0" y="6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10" name="Google Shape;11510;p76"/>
            <p:cNvSpPr/>
            <p:nvPr/>
          </p:nvSpPr>
          <p:spPr>
            <a:xfrm>
              <a:off x="2254300" y="1537668"/>
              <a:ext cx="54" cy="68"/>
            </a:xfrm>
            <a:custGeom>
              <a:avLst/>
              <a:gdLst/>
              <a:ahLst/>
              <a:cxnLst/>
              <a:rect l="l" t="t" r="r" b="b"/>
              <a:pathLst>
                <a:path w="4" h="5" extrusionOk="0">
                  <a:moveTo>
                    <a:pt x="0"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11" name="Google Shape;11511;p76"/>
            <p:cNvSpPr/>
            <p:nvPr/>
          </p:nvSpPr>
          <p:spPr>
            <a:xfrm>
              <a:off x="2252820" y="1539378"/>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12" name="Google Shape;11512;p76"/>
            <p:cNvSpPr/>
            <p:nvPr/>
          </p:nvSpPr>
          <p:spPr>
            <a:xfrm>
              <a:off x="2254531" y="1534721"/>
              <a:ext cx="68" cy="163"/>
            </a:xfrm>
            <a:custGeom>
              <a:avLst/>
              <a:gdLst/>
              <a:ahLst/>
              <a:cxnLst/>
              <a:rect l="l" t="t" r="r" b="b"/>
              <a:pathLst>
                <a:path w="5" h="12" extrusionOk="0">
                  <a:moveTo>
                    <a:pt x="4"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13" name="Google Shape;11513;p76"/>
            <p:cNvSpPr/>
            <p:nvPr/>
          </p:nvSpPr>
          <p:spPr>
            <a:xfrm>
              <a:off x="2254776" y="1535427"/>
              <a:ext cx="54" cy="163"/>
            </a:xfrm>
            <a:custGeom>
              <a:avLst/>
              <a:gdLst/>
              <a:ahLst/>
              <a:cxnLst/>
              <a:rect l="l" t="t" r="r" b="b"/>
              <a:pathLst>
                <a:path w="4" h="12" extrusionOk="0">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14" name="Google Shape;11514;p76"/>
            <p:cNvSpPr/>
            <p:nvPr/>
          </p:nvSpPr>
          <p:spPr>
            <a:xfrm>
              <a:off x="2254436" y="1537437"/>
              <a:ext cx="68" cy="109"/>
            </a:xfrm>
            <a:custGeom>
              <a:avLst/>
              <a:gdLst/>
              <a:ahLst/>
              <a:cxnLst/>
              <a:rect l="l" t="t" r="r" b="b"/>
              <a:pathLst>
                <a:path w="5" h="8" extrusionOk="0">
                  <a:moveTo>
                    <a:pt x="1"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15" name="Google Shape;11515;p76"/>
            <p:cNvSpPr/>
            <p:nvPr/>
          </p:nvSpPr>
          <p:spPr>
            <a:xfrm>
              <a:off x="2254871" y="1535767"/>
              <a:ext cx="14" cy="163"/>
            </a:xfrm>
            <a:custGeom>
              <a:avLst/>
              <a:gdLst/>
              <a:ahLst/>
              <a:cxnLst/>
              <a:rect l="l" t="t" r="r" b="b"/>
              <a:pathLst>
                <a:path w="1" h="12" extrusionOk="0">
                  <a:moveTo>
                    <a:pt x="0"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16" name="Google Shape;11516;p76"/>
            <p:cNvSpPr/>
            <p:nvPr/>
          </p:nvSpPr>
          <p:spPr>
            <a:xfrm>
              <a:off x="2254681" y="1535102"/>
              <a:ext cx="54" cy="163"/>
            </a:xfrm>
            <a:custGeom>
              <a:avLst/>
              <a:gdLst/>
              <a:ahLst/>
              <a:cxnLst/>
              <a:rect l="l" t="t" r="r" b="b"/>
              <a:pathLst>
                <a:path w="4" h="12" extrusionOk="0">
                  <a:moveTo>
                    <a:pt x="4"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17" name="Google Shape;11517;p76"/>
            <p:cNvSpPr/>
            <p:nvPr/>
          </p:nvSpPr>
          <p:spPr>
            <a:xfrm>
              <a:off x="2254816" y="1536432"/>
              <a:ext cx="14" cy="109"/>
            </a:xfrm>
            <a:custGeom>
              <a:avLst/>
              <a:gdLst/>
              <a:ahLst/>
              <a:cxnLst/>
              <a:rect l="l" t="t" r="r" b="b"/>
              <a:pathLst>
                <a:path w="1" h="8" extrusionOk="0">
                  <a:moveTo>
                    <a:pt x="1" y="8"/>
                  </a:moveTo>
                  <a:lnTo>
                    <a:pt x="1" y="4"/>
                  </a:lnTo>
                  <a:cubicBezTo>
                    <a:pt x="1" y="1"/>
                    <a:pt x="1" y="8"/>
                    <a:pt x="1"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18" name="Google Shape;11518;p76"/>
            <p:cNvSpPr/>
            <p:nvPr/>
          </p:nvSpPr>
          <p:spPr>
            <a:xfrm>
              <a:off x="2254531" y="1537192"/>
              <a:ext cx="109" cy="109"/>
            </a:xfrm>
            <a:custGeom>
              <a:avLst/>
              <a:gdLst/>
              <a:ahLst/>
              <a:cxnLst/>
              <a:rect l="l" t="t" r="r" b="b"/>
              <a:pathLst>
                <a:path w="8" h="8" extrusionOk="0">
                  <a:moveTo>
                    <a:pt x="1" y="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19" name="Google Shape;11519;p76"/>
            <p:cNvSpPr/>
            <p:nvPr/>
          </p:nvSpPr>
          <p:spPr>
            <a:xfrm>
              <a:off x="2254776" y="1536717"/>
              <a:ext cx="54" cy="109"/>
            </a:xfrm>
            <a:custGeom>
              <a:avLst/>
              <a:gdLst/>
              <a:ahLst/>
              <a:cxnLst/>
              <a:rect l="l" t="t" r="r" b="b"/>
              <a:pathLst>
                <a:path w="4" h="8" extrusionOk="0">
                  <a:moveTo>
                    <a:pt x="0"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20" name="Google Shape;11520;p76"/>
            <p:cNvSpPr/>
            <p:nvPr/>
          </p:nvSpPr>
          <p:spPr>
            <a:xfrm>
              <a:off x="2250024" y="1555359"/>
              <a:ext cx="149" cy="489"/>
            </a:xfrm>
            <a:custGeom>
              <a:avLst/>
              <a:gdLst/>
              <a:ahLst/>
              <a:cxnLst/>
              <a:rect l="l" t="t" r="r" b="b"/>
              <a:pathLst>
                <a:path w="11" h="36" extrusionOk="0">
                  <a:moveTo>
                    <a:pt x="0" y="0"/>
                  </a:moveTo>
                  <a:cubicBezTo>
                    <a:pt x="4" y="11"/>
                    <a:pt x="7" y="25"/>
                    <a:pt x="11" y="35"/>
                  </a:cubicBezTo>
                  <a:lnTo>
                    <a:pt x="7" y="18"/>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21" name="Google Shape;11521;p76"/>
            <p:cNvSpPr/>
            <p:nvPr/>
          </p:nvSpPr>
          <p:spPr>
            <a:xfrm>
              <a:off x="2263995" y="1416040"/>
              <a:ext cx="2770" cy="1439"/>
            </a:xfrm>
            <a:custGeom>
              <a:avLst/>
              <a:gdLst/>
              <a:ahLst/>
              <a:cxnLst/>
              <a:rect l="l" t="t" r="r" b="b"/>
              <a:pathLst>
                <a:path w="204" h="106" extrusionOk="0">
                  <a:moveTo>
                    <a:pt x="204" y="0"/>
                  </a:moveTo>
                  <a:lnTo>
                    <a:pt x="204" y="0"/>
                  </a:lnTo>
                  <a:cubicBezTo>
                    <a:pt x="127" y="7"/>
                    <a:pt x="53" y="46"/>
                    <a:pt x="1" y="105"/>
                  </a:cubicBezTo>
                  <a:lnTo>
                    <a:pt x="18" y="88"/>
                  </a:lnTo>
                  <a:cubicBezTo>
                    <a:pt x="67" y="39"/>
                    <a:pt x="134" y="7"/>
                    <a:pt x="20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22" name="Google Shape;11522;p76"/>
            <p:cNvSpPr/>
            <p:nvPr/>
          </p:nvSpPr>
          <p:spPr>
            <a:xfrm>
              <a:off x="2276350" y="1412130"/>
              <a:ext cx="258" cy="258"/>
            </a:xfrm>
            <a:custGeom>
              <a:avLst/>
              <a:gdLst/>
              <a:ahLst/>
              <a:cxnLst/>
              <a:rect l="l" t="t" r="r" b="b"/>
              <a:pathLst>
                <a:path w="19" h="19" extrusionOk="0">
                  <a:moveTo>
                    <a:pt x="18" y="1"/>
                  </a:moveTo>
                  <a:cubicBezTo>
                    <a:pt x="11" y="8"/>
                    <a:pt x="4" y="15"/>
                    <a:pt x="1" y="19"/>
                  </a:cubicBezTo>
                  <a:cubicBezTo>
                    <a:pt x="4" y="15"/>
                    <a:pt x="11" y="8"/>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23" name="Google Shape;11523;p76"/>
            <p:cNvSpPr/>
            <p:nvPr/>
          </p:nvSpPr>
          <p:spPr>
            <a:xfrm>
              <a:off x="2276921" y="1411139"/>
              <a:ext cx="258" cy="489"/>
            </a:xfrm>
            <a:custGeom>
              <a:avLst/>
              <a:gdLst/>
              <a:ahLst/>
              <a:cxnLst/>
              <a:rect l="l" t="t" r="r" b="b"/>
              <a:pathLst>
                <a:path w="19" h="36" extrusionOk="0">
                  <a:moveTo>
                    <a:pt x="1" y="35"/>
                  </a:moveTo>
                  <a:cubicBezTo>
                    <a:pt x="8" y="25"/>
                    <a:pt x="15" y="14"/>
                    <a:pt x="18" y="0"/>
                  </a:cubicBezTo>
                  <a:cubicBezTo>
                    <a:pt x="15" y="14"/>
                    <a:pt x="8" y="25"/>
                    <a:pt x="1" y="3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24" name="Google Shape;11524;p76"/>
            <p:cNvSpPr/>
            <p:nvPr/>
          </p:nvSpPr>
          <p:spPr>
            <a:xfrm>
              <a:off x="2275875" y="1412470"/>
              <a:ext cx="394" cy="299"/>
            </a:xfrm>
            <a:custGeom>
              <a:avLst/>
              <a:gdLst/>
              <a:ahLst/>
              <a:cxnLst/>
              <a:rect l="l" t="t" r="r" b="b"/>
              <a:pathLst>
                <a:path w="29" h="22" extrusionOk="0">
                  <a:moveTo>
                    <a:pt x="1" y="22"/>
                  </a:moveTo>
                  <a:cubicBezTo>
                    <a:pt x="11" y="15"/>
                    <a:pt x="18" y="8"/>
                    <a:pt x="29" y="1"/>
                  </a:cubicBezTo>
                  <a:cubicBezTo>
                    <a:pt x="18" y="8"/>
                    <a:pt x="11" y="15"/>
                    <a:pt x="1"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25" name="Google Shape;11525;p76"/>
            <p:cNvSpPr/>
            <p:nvPr/>
          </p:nvSpPr>
          <p:spPr>
            <a:xfrm>
              <a:off x="2276690" y="1411709"/>
              <a:ext cx="204" cy="339"/>
            </a:xfrm>
            <a:custGeom>
              <a:avLst/>
              <a:gdLst/>
              <a:ahLst/>
              <a:cxnLst/>
              <a:rect l="l" t="t" r="r" b="b"/>
              <a:pathLst>
                <a:path w="15" h="25" extrusionOk="0">
                  <a:moveTo>
                    <a:pt x="0" y="25"/>
                  </a:moveTo>
                  <a:cubicBezTo>
                    <a:pt x="4" y="14"/>
                    <a:pt x="11" y="7"/>
                    <a:pt x="14" y="0"/>
                  </a:cubicBezTo>
                  <a:cubicBezTo>
                    <a:pt x="11" y="7"/>
                    <a:pt x="4" y="14"/>
                    <a:pt x="0"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26" name="Google Shape;11526;p76"/>
            <p:cNvSpPr/>
            <p:nvPr/>
          </p:nvSpPr>
          <p:spPr>
            <a:xfrm>
              <a:off x="2263764" y="1417222"/>
              <a:ext cx="434" cy="448"/>
            </a:xfrm>
            <a:custGeom>
              <a:avLst/>
              <a:gdLst/>
              <a:ahLst/>
              <a:cxnLst/>
              <a:rect l="l" t="t" r="r" b="b"/>
              <a:pathLst>
                <a:path w="32" h="33" extrusionOk="0">
                  <a:moveTo>
                    <a:pt x="32" y="1"/>
                  </a:moveTo>
                  <a:lnTo>
                    <a:pt x="18" y="15"/>
                  </a:lnTo>
                  <a:lnTo>
                    <a:pt x="0" y="32"/>
                  </a:lnTo>
                  <a:cubicBezTo>
                    <a:pt x="14" y="22"/>
                    <a:pt x="21" y="11"/>
                    <a:pt x="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27" name="Google Shape;11527;p76"/>
            <p:cNvSpPr/>
            <p:nvPr/>
          </p:nvSpPr>
          <p:spPr>
            <a:xfrm>
              <a:off x="3015482" y="1689586"/>
              <a:ext cx="163" cy="1195"/>
            </a:xfrm>
            <a:custGeom>
              <a:avLst/>
              <a:gdLst/>
              <a:ahLst/>
              <a:cxnLst/>
              <a:rect l="l" t="t" r="r" b="b"/>
              <a:pathLst>
                <a:path w="12" h="88" extrusionOk="0">
                  <a:moveTo>
                    <a:pt x="1" y="0"/>
                  </a:moveTo>
                  <a:cubicBezTo>
                    <a:pt x="8" y="28"/>
                    <a:pt x="11" y="56"/>
                    <a:pt x="11" y="88"/>
                  </a:cubicBezTo>
                  <a:cubicBezTo>
                    <a:pt x="11" y="56"/>
                    <a:pt x="8" y="2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28" name="Google Shape;11528;p76"/>
            <p:cNvSpPr/>
            <p:nvPr/>
          </p:nvSpPr>
          <p:spPr>
            <a:xfrm>
              <a:off x="2958307" y="1600694"/>
              <a:ext cx="3150" cy="353"/>
            </a:xfrm>
            <a:custGeom>
              <a:avLst/>
              <a:gdLst/>
              <a:ahLst/>
              <a:cxnLst/>
              <a:rect l="l" t="t" r="r" b="b"/>
              <a:pathLst>
                <a:path w="232" h="26" extrusionOk="0">
                  <a:moveTo>
                    <a:pt x="0" y="8"/>
                  </a:moveTo>
                  <a:cubicBezTo>
                    <a:pt x="77" y="1"/>
                    <a:pt x="154" y="8"/>
                    <a:pt x="231" y="25"/>
                  </a:cubicBezTo>
                  <a:cubicBezTo>
                    <a:pt x="154" y="8"/>
                    <a:pt x="77" y="1"/>
                    <a:pt x="0"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29" name="Google Shape;11529;p76"/>
            <p:cNvSpPr/>
            <p:nvPr/>
          </p:nvSpPr>
          <p:spPr>
            <a:xfrm>
              <a:off x="2924961" y="1625555"/>
              <a:ext cx="3408" cy="7671"/>
            </a:xfrm>
            <a:custGeom>
              <a:avLst/>
              <a:gdLst/>
              <a:ahLst/>
              <a:cxnLst/>
              <a:rect l="l" t="t" r="r" b="b"/>
              <a:pathLst>
                <a:path w="251" h="565" extrusionOk="0">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30" name="Google Shape;11530;p76"/>
            <p:cNvSpPr/>
            <p:nvPr/>
          </p:nvSpPr>
          <p:spPr>
            <a:xfrm>
              <a:off x="2928546" y="1617856"/>
              <a:ext cx="4535" cy="7196"/>
            </a:xfrm>
            <a:custGeom>
              <a:avLst/>
              <a:gdLst/>
              <a:ahLst/>
              <a:cxnLst/>
              <a:rect l="l" t="t" r="r" b="b"/>
              <a:pathLst>
                <a:path w="334" h="530" extrusionOk="0">
                  <a:moveTo>
                    <a:pt x="1" y="529"/>
                  </a:moveTo>
                  <a:cubicBezTo>
                    <a:pt x="32" y="410"/>
                    <a:pt x="214" y="102"/>
                    <a:pt x="333" y="1"/>
                  </a:cubicBezTo>
                  <a:cubicBezTo>
                    <a:pt x="214" y="102"/>
                    <a:pt x="32" y="410"/>
                    <a:pt x="1" y="5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31" name="Google Shape;11531;p76"/>
            <p:cNvSpPr/>
            <p:nvPr/>
          </p:nvSpPr>
          <p:spPr>
            <a:xfrm>
              <a:off x="2906265" y="1635629"/>
              <a:ext cx="339" cy="109"/>
            </a:xfrm>
            <a:custGeom>
              <a:avLst/>
              <a:gdLst/>
              <a:ahLst/>
              <a:cxnLst/>
              <a:rect l="l" t="t" r="r" b="b"/>
              <a:pathLst>
                <a:path w="25" h="8" extrusionOk="0">
                  <a:moveTo>
                    <a:pt x="0" y="1"/>
                  </a:moveTo>
                  <a:lnTo>
                    <a:pt x="0" y="1"/>
                  </a:lnTo>
                  <a:lnTo>
                    <a:pt x="25"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32" name="Google Shape;11532;p76"/>
            <p:cNvSpPr/>
            <p:nvPr/>
          </p:nvSpPr>
          <p:spPr>
            <a:xfrm>
              <a:off x="2908301" y="1636634"/>
              <a:ext cx="638" cy="625"/>
            </a:xfrm>
            <a:custGeom>
              <a:avLst/>
              <a:gdLst/>
              <a:ahLst/>
              <a:cxnLst/>
              <a:rect l="l" t="t" r="r" b="b"/>
              <a:pathLst>
                <a:path w="47" h="46" extrusionOk="0">
                  <a:moveTo>
                    <a:pt x="1" y="1"/>
                  </a:moveTo>
                  <a:cubicBezTo>
                    <a:pt x="18" y="11"/>
                    <a:pt x="32" y="29"/>
                    <a:pt x="46" y="46"/>
                  </a:cubicBezTo>
                  <a:cubicBezTo>
                    <a:pt x="36" y="29"/>
                    <a:pt x="18"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33" name="Google Shape;11533;p76"/>
            <p:cNvSpPr/>
            <p:nvPr/>
          </p:nvSpPr>
          <p:spPr>
            <a:xfrm>
              <a:off x="2908967" y="1637299"/>
              <a:ext cx="258" cy="339"/>
            </a:xfrm>
            <a:custGeom>
              <a:avLst/>
              <a:gdLst/>
              <a:ahLst/>
              <a:cxnLst/>
              <a:rect l="l" t="t" r="r" b="b"/>
              <a:pathLst>
                <a:path w="19" h="25" extrusionOk="0">
                  <a:moveTo>
                    <a:pt x="18" y="25"/>
                  </a:moveTo>
                  <a:cubicBezTo>
                    <a:pt x="11" y="14"/>
                    <a:pt x="8" y="7"/>
                    <a:pt x="1" y="0"/>
                  </a:cubicBezTo>
                  <a:cubicBezTo>
                    <a:pt x="8" y="7"/>
                    <a:pt x="11" y="14"/>
                    <a:pt x="18"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34" name="Google Shape;11534;p76"/>
            <p:cNvSpPr/>
            <p:nvPr/>
          </p:nvSpPr>
          <p:spPr>
            <a:xfrm>
              <a:off x="2935633" y="1611163"/>
              <a:ext cx="828" cy="3530"/>
            </a:xfrm>
            <a:custGeom>
              <a:avLst/>
              <a:gdLst/>
              <a:ahLst/>
              <a:cxnLst/>
              <a:rect l="l" t="t" r="r" b="b"/>
              <a:pathLst>
                <a:path w="61" h="260" extrusionOk="0">
                  <a:moveTo>
                    <a:pt x="1" y="0"/>
                  </a:moveTo>
                  <a:cubicBezTo>
                    <a:pt x="29" y="84"/>
                    <a:pt x="50" y="172"/>
                    <a:pt x="60" y="259"/>
                  </a:cubicBezTo>
                  <a:cubicBezTo>
                    <a:pt x="50" y="172"/>
                    <a:pt x="29" y="8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35" name="Google Shape;11535;p76"/>
            <p:cNvSpPr/>
            <p:nvPr/>
          </p:nvSpPr>
          <p:spPr>
            <a:xfrm>
              <a:off x="2907976" y="1636390"/>
              <a:ext cx="244" cy="204"/>
            </a:xfrm>
            <a:custGeom>
              <a:avLst/>
              <a:gdLst/>
              <a:ahLst/>
              <a:cxnLst/>
              <a:rect l="l" t="t" r="r" b="b"/>
              <a:pathLst>
                <a:path w="18" h="15" extrusionOk="0">
                  <a:moveTo>
                    <a:pt x="0" y="1"/>
                  </a:moveTo>
                  <a:lnTo>
                    <a:pt x="18" y="15"/>
                  </a:lnTo>
                  <a:cubicBezTo>
                    <a:pt x="14" y="8"/>
                    <a:pt x="7"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36" name="Google Shape;11536;p76"/>
            <p:cNvSpPr/>
            <p:nvPr/>
          </p:nvSpPr>
          <p:spPr>
            <a:xfrm>
              <a:off x="2695420" y="1641956"/>
              <a:ext cx="2417" cy="448"/>
            </a:xfrm>
            <a:custGeom>
              <a:avLst/>
              <a:gdLst/>
              <a:ahLst/>
              <a:cxnLst/>
              <a:rect l="l" t="t" r="r" b="b"/>
              <a:pathLst>
                <a:path w="178" h="33" extrusionOk="0">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37" name="Google Shape;11537;p76"/>
            <p:cNvSpPr/>
            <p:nvPr/>
          </p:nvSpPr>
          <p:spPr>
            <a:xfrm>
              <a:off x="2693641" y="1641060"/>
              <a:ext cx="1208" cy="869"/>
            </a:xfrm>
            <a:custGeom>
              <a:avLst/>
              <a:gdLst/>
              <a:ahLst/>
              <a:cxnLst/>
              <a:rect l="l" t="t" r="r" b="b"/>
              <a:pathLst>
                <a:path w="89" h="64" extrusionOk="0">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38" name="Google Shape;11538;p76"/>
            <p:cNvSpPr/>
            <p:nvPr/>
          </p:nvSpPr>
          <p:spPr>
            <a:xfrm>
              <a:off x="2974655" y="1606071"/>
              <a:ext cx="3584" cy="4481"/>
            </a:xfrm>
            <a:custGeom>
              <a:avLst/>
              <a:gdLst/>
              <a:ahLst/>
              <a:cxnLst/>
              <a:rect l="l" t="t" r="r" b="b"/>
              <a:pathLst>
                <a:path w="264" h="330" extrusionOk="0">
                  <a:moveTo>
                    <a:pt x="1" y="0"/>
                  </a:moveTo>
                  <a:cubicBezTo>
                    <a:pt x="113" y="77"/>
                    <a:pt x="263" y="175"/>
                    <a:pt x="246" y="330"/>
                  </a:cubicBezTo>
                  <a:cubicBezTo>
                    <a:pt x="263" y="175"/>
                    <a:pt x="113" y="7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39" name="Google Shape;11539;p76"/>
            <p:cNvSpPr/>
            <p:nvPr/>
          </p:nvSpPr>
          <p:spPr>
            <a:xfrm>
              <a:off x="3023194" y="1657313"/>
              <a:ext cx="1100" cy="54"/>
            </a:xfrm>
            <a:custGeom>
              <a:avLst/>
              <a:gdLst/>
              <a:ahLst/>
              <a:cxnLst/>
              <a:rect l="l" t="t" r="r" b="b"/>
              <a:pathLst>
                <a:path w="81" h="4" extrusionOk="0">
                  <a:moveTo>
                    <a:pt x="81" y="4"/>
                  </a:moveTo>
                  <a:cubicBezTo>
                    <a:pt x="56" y="4"/>
                    <a:pt x="32" y="4"/>
                    <a:pt x="0" y="0"/>
                  </a:cubicBezTo>
                  <a:cubicBezTo>
                    <a:pt x="32" y="4"/>
                    <a:pt x="56" y="4"/>
                    <a:pt x="81"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40" name="Google Shape;11540;p76"/>
            <p:cNvSpPr/>
            <p:nvPr/>
          </p:nvSpPr>
          <p:spPr>
            <a:xfrm>
              <a:off x="3010594" y="1646478"/>
              <a:ext cx="1874" cy="2620"/>
            </a:xfrm>
            <a:custGeom>
              <a:avLst/>
              <a:gdLst/>
              <a:ahLst/>
              <a:cxnLst/>
              <a:rect l="l" t="t" r="r" b="b"/>
              <a:pathLst>
                <a:path w="138" h="193" extrusionOk="0">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41" name="Google Shape;11541;p76"/>
            <p:cNvSpPr/>
            <p:nvPr/>
          </p:nvSpPr>
          <p:spPr>
            <a:xfrm>
              <a:off x="3041863" y="1659634"/>
              <a:ext cx="163" cy="448"/>
            </a:xfrm>
            <a:custGeom>
              <a:avLst/>
              <a:gdLst/>
              <a:ahLst/>
              <a:cxnLst/>
              <a:rect l="l" t="t" r="r" b="b"/>
              <a:pathLst>
                <a:path w="12" h="33" extrusionOk="0">
                  <a:moveTo>
                    <a:pt x="11" y="32"/>
                  </a:moveTo>
                  <a:cubicBezTo>
                    <a:pt x="8" y="22"/>
                    <a:pt x="4" y="11"/>
                    <a:pt x="1" y="1"/>
                  </a:cubicBezTo>
                  <a:cubicBezTo>
                    <a:pt x="4" y="11"/>
                    <a:pt x="8" y="22"/>
                    <a:pt x="11"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42" name="Google Shape;11542;p76"/>
            <p:cNvSpPr/>
            <p:nvPr/>
          </p:nvSpPr>
          <p:spPr>
            <a:xfrm>
              <a:off x="3006888" y="1644862"/>
              <a:ext cx="1534" cy="964"/>
            </a:xfrm>
            <a:custGeom>
              <a:avLst/>
              <a:gdLst/>
              <a:ahLst/>
              <a:cxnLst/>
              <a:rect l="l" t="t" r="r" b="b"/>
              <a:pathLst>
                <a:path w="113" h="71" extrusionOk="0">
                  <a:moveTo>
                    <a:pt x="112" y="70"/>
                  </a:moveTo>
                  <a:cubicBezTo>
                    <a:pt x="70" y="56"/>
                    <a:pt x="32" y="32"/>
                    <a:pt x="0" y="0"/>
                  </a:cubicBezTo>
                  <a:cubicBezTo>
                    <a:pt x="32" y="32"/>
                    <a:pt x="70" y="56"/>
                    <a:pt x="112" y="7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43" name="Google Shape;11543;p76"/>
            <p:cNvSpPr/>
            <p:nvPr/>
          </p:nvSpPr>
          <p:spPr>
            <a:xfrm>
              <a:off x="3014722" y="1656362"/>
              <a:ext cx="5159" cy="1154"/>
            </a:xfrm>
            <a:custGeom>
              <a:avLst/>
              <a:gdLst/>
              <a:ahLst/>
              <a:cxnLst/>
              <a:rect l="l" t="t" r="r" b="b"/>
              <a:pathLst>
                <a:path w="380" h="85" extrusionOk="0">
                  <a:moveTo>
                    <a:pt x="1" y="0"/>
                  </a:moveTo>
                  <a:cubicBezTo>
                    <a:pt x="116" y="60"/>
                    <a:pt x="249" y="84"/>
                    <a:pt x="379" y="74"/>
                  </a:cubicBezTo>
                  <a:cubicBezTo>
                    <a:pt x="249" y="84"/>
                    <a:pt x="116" y="6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44" name="Google Shape;11544;p76"/>
            <p:cNvSpPr/>
            <p:nvPr/>
          </p:nvSpPr>
          <p:spPr>
            <a:xfrm>
              <a:off x="3033880" y="1652031"/>
              <a:ext cx="3680" cy="1113"/>
            </a:xfrm>
            <a:custGeom>
              <a:avLst/>
              <a:gdLst/>
              <a:ahLst/>
              <a:cxnLst/>
              <a:rect l="l" t="t" r="r" b="b"/>
              <a:pathLst>
                <a:path w="271" h="82" extrusionOk="0">
                  <a:moveTo>
                    <a:pt x="1" y="81"/>
                  </a:moveTo>
                  <a:cubicBezTo>
                    <a:pt x="81" y="32"/>
                    <a:pt x="176" y="4"/>
                    <a:pt x="270" y="1"/>
                  </a:cubicBezTo>
                  <a:cubicBezTo>
                    <a:pt x="176" y="4"/>
                    <a:pt x="81" y="32"/>
                    <a:pt x="1" y="8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45" name="Google Shape;11545;p76"/>
            <p:cNvSpPr/>
            <p:nvPr/>
          </p:nvSpPr>
          <p:spPr>
            <a:xfrm>
              <a:off x="3018632" y="1682254"/>
              <a:ext cx="2715" cy="1494"/>
            </a:xfrm>
            <a:custGeom>
              <a:avLst/>
              <a:gdLst/>
              <a:ahLst/>
              <a:cxnLst/>
              <a:rect l="l" t="t" r="r" b="b"/>
              <a:pathLst>
                <a:path w="200" h="110" extrusionOk="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46" name="Google Shape;11546;p76"/>
            <p:cNvSpPr/>
            <p:nvPr/>
          </p:nvSpPr>
          <p:spPr>
            <a:xfrm>
              <a:off x="2985965" y="1626560"/>
              <a:ext cx="3720" cy="8608"/>
            </a:xfrm>
            <a:custGeom>
              <a:avLst/>
              <a:gdLst/>
              <a:ahLst/>
              <a:cxnLst/>
              <a:rect l="l" t="t" r="r" b="b"/>
              <a:pathLst>
                <a:path w="274" h="634" extrusionOk="0">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47" name="Google Shape;11547;p76"/>
            <p:cNvSpPr/>
            <p:nvPr/>
          </p:nvSpPr>
          <p:spPr>
            <a:xfrm>
              <a:off x="2972944" y="1604741"/>
              <a:ext cx="1724" cy="1344"/>
            </a:xfrm>
            <a:custGeom>
              <a:avLst/>
              <a:gdLst/>
              <a:ahLst/>
              <a:cxnLst/>
              <a:rect l="l" t="t" r="r" b="b"/>
              <a:pathLst>
                <a:path w="127" h="99" extrusionOk="0">
                  <a:moveTo>
                    <a:pt x="1" y="0"/>
                  </a:moveTo>
                  <a:cubicBezTo>
                    <a:pt x="39" y="39"/>
                    <a:pt x="81" y="74"/>
                    <a:pt x="127" y="98"/>
                  </a:cubicBezTo>
                  <a:cubicBezTo>
                    <a:pt x="81" y="74"/>
                    <a:pt x="39" y="39"/>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48" name="Google Shape;11548;p76"/>
            <p:cNvSpPr/>
            <p:nvPr/>
          </p:nvSpPr>
          <p:spPr>
            <a:xfrm>
              <a:off x="3042013" y="1660069"/>
              <a:ext cx="54" cy="434"/>
            </a:xfrm>
            <a:custGeom>
              <a:avLst/>
              <a:gdLst/>
              <a:ahLst/>
              <a:cxnLst/>
              <a:rect l="l" t="t" r="r" b="b"/>
              <a:pathLst>
                <a:path w="4" h="32" extrusionOk="0">
                  <a:moveTo>
                    <a:pt x="0" y="0"/>
                  </a:moveTo>
                  <a:cubicBezTo>
                    <a:pt x="4" y="11"/>
                    <a:pt x="4" y="21"/>
                    <a:pt x="4" y="32"/>
                  </a:cubicBezTo>
                  <a:cubicBezTo>
                    <a:pt x="4" y="21"/>
                    <a:pt x="4"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49" name="Google Shape;11549;p76"/>
            <p:cNvSpPr/>
            <p:nvPr/>
          </p:nvSpPr>
          <p:spPr>
            <a:xfrm>
              <a:off x="3015876" y="1695628"/>
              <a:ext cx="475" cy="4046"/>
            </a:xfrm>
            <a:custGeom>
              <a:avLst/>
              <a:gdLst/>
              <a:ahLst/>
              <a:cxnLst/>
              <a:rect l="l" t="t" r="r" b="b"/>
              <a:pathLst>
                <a:path w="35" h="298" extrusionOk="0">
                  <a:moveTo>
                    <a:pt x="0" y="1"/>
                  </a:moveTo>
                  <a:lnTo>
                    <a:pt x="0" y="1"/>
                  </a:lnTo>
                  <a:cubicBezTo>
                    <a:pt x="31" y="74"/>
                    <a:pt x="31" y="179"/>
                    <a:pt x="35" y="298"/>
                  </a:cubicBezTo>
                  <a:cubicBezTo>
                    <a:pt x="31" y="175"/>
                    <a:pt x="31" y="7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50" name="Google Shape;11550;p76"/>
            <p:cNvSpPr/>
            <p:nvPr/>
          </p:nvSpPr>
          <p:spPr>
            <a:xfrm>
              <a:off x="2961824" y="1601129"/>
              <a:ext cx="339" cy="109"/>
            </a:xfrm>
            <a:custGeom>
              <a:avLst/>
              <a:gdLst/>
              <a:ahLst/>
              <a:cxnLst/>
              <a:rect l="l" t="t" r="r" b="b"/>
              <a:pathLst>
                <a:path w="25" h="8" extrusionOk="0">
                  <a:moveTo>
                    <a:pt x="25"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51" name="Google Shape;11551;p76"/>
            <p:cNvSpPr/>
            <p:nvPr/>
          </p:nvSpPr>
          <p:spPr>
            <a:xfrm>
              <a:off x="2989291" y="1637109"/>
              <a:ext cx="68" cy="299"/>
            </a:xfrm>
            <a:custGeom>
              <a:avLst/>
              <a:gdLst/>
              <a:ahLst/>
              <a:cxnLst/>
              <a:rect l="l" t="t" r="r" b="b"/>
              <a:pathLst>
                <a:path w="5" h="22" extrusionOk="0">
                  <a:moveTo>
                    <a:pt x="4" y="21"/>
                  </a:moveTo>
                  <a:cubicBezTo>
                    <a:pt x="4" y="14"/>
                    <a:pt x="1" y="7"/>
                    <a:pt x="1" y="0"/>
                  </a:cubicBezTo>
                  <a:cubicBezTo>
                    <a:pt x="1" y="7"/>
                    <a:pt x="4" y="14"/>
                    <a:pt x="4"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52" name="Google Shape;11552;p76"/>
            <p:cNvSpPr/>
            <p:nvPr/>
          </p:nvSpPr>
          <p:spPr>
            <a:xfrm>
              <a:off x="2977845" y="1610973"/>
              <a:ext cx="109" cy="394"/>
            </a:xfrm>
            <a:custGeom>
              <a:avLst/>
              <a:gdLst/>
              <a:ahLst/>
              <a:cxnLst/>
              <a:rect l="l" t="t" r="r" b="b"/>
              <a:pathLst>
                <a:path w="8" h="29" extrusionOk="0">
                  <a:moveTo>
                    <a:pt x="0" y="28"/>
                  </a:moveTo>
                  <a:cubicBezTo>
                    <a:pt x="4" y="18"/>
                    <a:pt x="4" y="11"/>
                    <a:pt x="7" y="0"/>
                  </a:cubicBezTo>
                  <a:cubicBezTo>
                    <a:pt x="4" y="11"/>
                    <a:pt x="4" y="18"/>
                    <a:pt x="0"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53" name="Google Shape;11553;p76"/>
            <p:cNvSpPr/>
            <p:nvPr/>
          </p:nvSpPr>
          <p:spPr>
            <a:xfrm>
              <a:off x="2962829" y="1601509"/>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54" name="Google Shape;11554;p76"/>
            <p:cNvSpPr/>
            <p:nvPr/>
          </p:nvSpPr>
          <p:spPr>
            <a:xfrm>
              <a:off x="2955117" y="1600464"/>
              <a:ext cx="2444" cy="339"/>
            </a:xfrm>
            <a:custGeom>
              <a:avLst/>
              <a:gdLst/>
              <a:ahLst/>
              <a:cxnLst/>
              <a:rect l="l" t="t" r="r" b="b"/>
              <a:pathLst>
                <a:path w="180" h="25" extrusionOk="0">
                  <a:moveTo>
                    <a:pt x="179" y="25"/>
                  </a:moveTo>
                  <a:cubicBezTo>
                    <a:pt x="120" y="25"/>
                    <a:pt x="60" y="18"/>
                    <a:pt x="1" y="0"/>
                  </a:cubicBezTo>
                  <a:cubicBezTo>
                    <a:pt x="60" y="18"/>
                    <a:pt x="120" y="25"/>
                    <a:pt x="179"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55" name="Google Shape;11555;p76"/>
            <p:cNvSpPr/>
            <p:nvPr/>
          </p:nvSpPr>
          <p:spPr>
            <a:xfrm>
              <a:off x="2998429" y="1641250"/>
              <a:ext cx="149" cy="54"/>
            </a:xfrm>
            <a:custGeom>
              <a:avLst/>
              <a:gdLst/>
              <a:ahLst/>
              <a:cxnLst/>
              <a:rect l="l" t="t" r="r" b="b"/>
              <a:pathLst>
                <a:path w="11" h="4" extrusionOk="0">
                  <a:moveTo>
                    <a:pt x="11" y="4"/>
                  </a:moveTo>
                  <a:lnTo>
                    <a:pt x="11" y="4"/>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56" name="Google Shape;11556;p76"/>
            <p:cNvSpPr/>
            <p:nvPr/>
          </p:nvSpPr>
          <p:spPr>
            <a:xfrm>
              <a:off x="2694931" y="1641956"/>
              <a:ext cx="434" cy="14"/>
            </a:xfrm>
            <a:custGeom>
              <a:avLst/>
              <a:gdLst/>
              <a:ahLst/>
              <a:cxnLst/>
              <a:rect l="l" t="t" r="r" b="b"/>
              <a:pathLst>
                <a:path w="32" h="1" extrusionOk="0">
                  <a:moveTo>
                    <a:pt x="0" y="1"/>
                  </a:moveTo>
                  <a:lnTo>
                    <a:pt x="32" y="1"/>
                  </a:lnTo>
                  <a:cubicBezTo>
                    <a:pt x="21" y="1"/>
                    <a:pt x="11"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57" name="Google Shape;11557;p76"/>
            <p:cNvSpPr/>
            <p:nvPr/>
          </p:nvSpPr>
          <p:spPr>
            <a:xfrm>
              <a:off x="2697538" y="1642337"/>
              <a:ext cx="679" cy="109"/>
            </a:xfrm>
            <a:custGeom>
              <a:avLst/>
              <a:gdLst/>
              <a:ahLst/>
              <a:cxnLst/>
              <a:rect l="l" t="t" r="r" b="b"/>
              <a:pathLst>
                <a:path w="50" h="8" extrusionOk="0">
                  <a:moveTo>
                    <a:pt x="1" y="1"/>
                  </a:moveTo>
                  <a:lnTo>
                    <a:pt x="1" y="1"/>
                  </a:lnTo>
                  <a:cubicBezTo>
                    <a:pt x="15" y="4"/>
                    <a:pt x="32" y="8"/>
                    <a:pt x="50" y="8"/>
                  </a:cubicBezTo>
                  <a:lnTo>
                    <a:pt x="25" y="4"/>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58" name="Google Shape;11558;p76"/>
            <p:cNvSpPr/>
            <p:nvPr/>
          </p:nvSpPr>
          <p:spPr>
            <a:xfrm>
              <a:off x="2409736" y="1625609"/>
              <a:ext cx="1534" cy="1344"/>
            </a:xfrm>
            <a:custGeom>
              <a:avLst/>
              <a:gdLst/>
              <a:ahLst/>
              <a:cxnLst/>
              <a:rect l="l" t="t" r="r" b="b"/>
              <a:pathLst>
                <a:path w="113" h="99" extrusionOk="0">
                  <a:moveTo>
                    <a:pt x="112" y="0"/>
                  </a:moveTo>
                  <a:cubicBezTo>
                    <a:pt x="95" y="53"/>
                    <a:pt x="53" y="88"/>
                    <a:pt x="0" y="98"/>
                  </a:cubicBezTo>
                  <a:cubicBezTo>
                    <a:pt x="53" y="88"/>
                    <a:pt x="95" y="53"/>
                    <a:pt x="11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59" name="Google Shape;11559;p76"/>
            <p:cNvSpPr/>
            <p:nvPr/>
          </p:nvSpPr>
          <p:spPr>
            <a:xfrm>
              <a:off x="2425798" y="1617761"/>
              <a:ext cx="2824" cy="828"/>
            </a:xfrm>
            <a:custGeom>
              <a:avLst/>
              <a:gdLst/>
              <a:ahLst/>
              <a:cxnLst/>
              <a:rect l="l" t="t" r="r" b="b"/>
              <a:pathLst>
                <a:path w="208" h="61" extrusionOk="0">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60" name="Google Shape;11560;p76"/>
            <p:cNvSpPr/>
            <p:nvPr/>
          </p:nvSpPr>
          <p:spPr>
            <a:xfrm>
              <a:off x="2458167" y="1627035"/>
              <a:ext cx="4440" cy="828"/>
            </a:xfrm>
            <a:custGeom>
              <a:avLst/>
              <a:gdLst/>
              <a:ahLst/>
              <a:cxnLst/>
              <a:rect l="l" t="t" r="r" b="b"/>
              <a:pathLst>
                <a:path w="327" h="61" extrusionOk="0">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61" name="Google Shape;11561;p76"/>
            <p:cNvSpPr/>
            <p:nvPr/>
          </p:nvSpPr>
          <p:spPr>
            <a:xfrm>
              <a:off x="2567398" y="1580681"/>
              <a:ext cx="5051" cy="1303"/>
            </a:xfrm>
            <a:custGeom>
              <a:avLst/>
              <a:gdLst/>
              <a:ahLst/>
              <a:cxnLst/>
              <a:rect l="l" t="t" r="r" b="b"/>
              <a:pathLst>
                <a:path w="372" h="96" extrusionOk="0">
                  <a:moveTo>
                    <a:pt x="372" y="61"/>
                  </a:moveTo>
                  <a:cubicBezTo>
                    <a:pt x="291" y="96"/>
                    <a:pt x="155" y="71"/>
                    <a:pt x="1" y="1"/>
                  </a:cubicBezTo>
                  <a:cubicBezTo>
                    <a:pt x="155" y="71"/>
                    <a:pt x="291" y="96"/>
                    <a:pt x="372" y="6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62" name="Google Shape;11562;p76"/>
            <p:cNvSpPr/>
            <p:nvPr/>
          </p:nvSpPr>
          <p:spPr>
            <a:xfrm>
              <a:off x="2468336" y="1623505"/>
              <a:ext cx="4100" cy="638"/>
            </a:xfrm>
            <a:custGeom>
              <a:avLst/>
              <a:gdLst/>
              <a:ahLst/>
              <a:cxnLst/>
              <a:rect l="l" t="t" r="r" b="b"/>
              <a:pathLst>
                <a:path w="302" h="47" extrusionOk="0">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63" name="Google Shape;11563;p76"/>
            <p:cNvSpPr/>
            <p:nvPr/>
          </p:nvSpPr>
          <p:spPr>
            <a:xfrm>
              <a:off x="2501995" y="1594001"/>
              <a:ext cx="1914" cy="434"/>
            </a:xfrm>
            <a:custGeom>
              <a:avLst/>
              <a:gdLst/>
              <a:ahLst/>
              <a:cxnLst/>
              <a:rect l="l" t="t" r="r" b="b"/>
              <a:pathLst>
                <a:path w="141" h="32" extrusionOk="0">
                  <a:moveTo>
                    <a:pt x="140" y="4"/>
                  </a:moveTo>
                  <a:cubicBezTo>
                    <a:pt x="91" y="0"/>
                    <a:pt x="42" y="11"/>
                    <a:pt x="0" y="32"/>
                  </a:cubicBezTo>
                  <a:cubicBezTo>
                    <a:pt x="42" y="11"/>
                    <a:pt x="91" y="0"/>
                    <a:pt x="14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64" name="Google Shape;11564;p76"/>
            <p:cNvSpPr/>
            <p:nvPr/>
          </p:nvSpPr>
          <p:spPr>
            <a:xfrm>
              <a:off x="2407020" y="1631787"/>
              <a:ext cx="448" cy="1154"/>
            </a:xfrm>
            <a:custGeom>
              <a:avLst/>
              <a:gdLst/>
              <a:ahLst/>
              <a:cxnLst/>
              <a:rect l="l" t="t" r="r" b="b"/>
              <a:pathLst>
                <a:path w="33" h="85" extrusionOk="0">
                  <a:moveTo>
                    <a:pt x="1" y="0"/>
                  </a:moveTo>
                  <a:lnTo>
                    <a:pt x="4" y="14"/>
                  </a:lnTo>
                  <a:cubicBezTo>
                    <a:pt x="11" y="39"/>
                    <a:pt x="22" y="63"/>
                    <a:pt x="32" y="84"/>
                  </a:cubicBezTo>
                  <a:cubicBezTo>
                    <a:pt x="22" y="63"/>
                    <a:pt x="11" y="39"/>
                    <a:pt x="4"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65" name="Google Shape;11565;p76"/>
            <p:cNvSpPr/>
            <p:nvPr/>
          </p:nvSpPr>
          <p:spPr>
            <a:xfrm>
              <a:off x="2480882" y="1622989"/>
              <a:ext cx="638" cy="109"/>
            </a:xfrm>
            <a:custGeom>
              <a:avLst/>
              <a:gdLst/>
              <a:ahLst/>
              <a:cxnLst/>
              <a:rect l="l" t="t" r="r" b="b"/>
              <a:pathLst>
                <a:path w="47" h="8" extrusionOk="0">
                  <a:moveTo>
                    <a:pt x="1" y="1"/>
                  </a:moveTo>
                  <a:cubicBezTo>
                    <a:pt x="15" y="4"/>
                    <a:pt x="32" y="8"/>
                    <a:pt x="46" y="8"/>
                  </a:cubicBezTo>
                  <a:cubicBezTo>
                    <a:pt x="32" y="4"/>
                    <a:pt x="15"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66" name="Google Shape;11566;p76"/>
            <p:cNvSpPr/>
            <p:nvPr/>
          </p:nvSpPr>
          <p:spPr>
            <a:xfrm>
              <a:off x="2472898" y="1624509"/>
              <a:ext cx="2634" cy="1208"/>
            </a:xfrm>
            <a:custGeom>
              <a:avLst/>
              <a:gdLst/>
              <a:ahLst/>
              <a:cxnLst/>
              <a:rect l="l" t="t" r="r" b="b"/>
              <a:pathLst>
                <a:path w="194" h="89" extrusionOk="0">
                  <a:moveTo>
                    <a:pt x="193" y="1"/>
                  </a:moveTo>
                  <a:cubicBezTo>
                    <a:pt x="106" y="88"/>
                    <a:pt x="95" y="81"/>
                    <a:pt x="1" y="1"/>
                  </a:cubicBezTo>
                  <a:cubicBezTo>
                    <a:pt x="95" y="81"/>
                    <a:pt x="106" y="88"/>
                    <a:pt x="19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67" name="Google Shape;11567;p76"/>
            <p:cNvSpPr/>
            <p:nvPr/>
          </p:nvSpPr>
          <p:spPr>
            <a:xfrm>
              <a:off x="2643499" y="1625270"/>
              <a:ext cx="1059" cy="1629"/>
            </a:xfrm>
            <a:custGeom>
              <a:avLst/>
              <a:gdLst/>
              <a:ahLst/>
              <a:cxnLst/>
              <a:rect l="l" t="t" r="r" b="b"/>
              <a:pathLst>
                <a:path w="78" h="120" extrusionOk="0">
                  <a:moveTo>
                    <a:pt x="77" y="1"/>
                  </a:moveTo>
                  <a:cubicBezTo>
                    <a:pt x="56" y="43"/>
                    <a:pt x="32" y="85"/>
                    <a:pt x="0" y="120"/>
                  </a:cubicBezTo>
                  <a:cubicBezTo>
                    <a:pt x="32" y="85"/>
                    <a:pt x="56" y="46"/>
                    <a:pt x="7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68" name="Google Shape;11568;p76"/>
            <p:cNvSpPr/>
            <p:nvPr/>
          </p:nvSpPr>
          <p:spPr>
            <a:xfrm>
              <a:off x="2626772" y="1600559"/>
              <a:ext cx="9708" cy="13415"/>
            </a:xfrm>
            <a:custGeom>
              <a:avLst/>
              <a:gdLst/>
              <a:ahLst/>
              <a:cxnLst/>
              <a:rect l="l" t="t" r="r" b="b"/>
              <a:pathLst>
                <a:path w="715" h="988" extrusionOk="0">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69" name="Google Shape;11569;p76"/>
            <p:cNvSpPr/>
            <p:nvPr/>
          </p:nvSpPr>
          <p:spPr>
            <a:xfrm>
              <a:off x="2691319" y="1637245"/>
              <a:ext cx="910" cy="1208"/>
            </a:xfrm>
            <a:custGeom>
              <a:avLst/>
              <a:gdLst/>
              <a:ahLst/>
              <a:cxnLst/>
              <a:rect l="l" t="t" r="r" b="b"/>
              <a:pathLst>
                <a:path w="67" h="89" extrusionOk="0">
                  <a:moveTo>
                    <a:pt x="67" y="89"/>
                  </a:moveTo>
                  <a:cubicBezTo>
                    <a:pt x="60" y="50"/>
                    <a:pt x="35" y="15"/>
                    <a:pt x="0" y="1"/>
                  </a:cubicBezTo>
                  <a:cubicBezTo>
                    <a:pt x="35" y="15"/>
                    <a:pt x="60" y="50"/>
                    <a:pt x="67" y="8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70" name="Google Shape;11570;p76"/>
            <p:cNvSpPr/>
            <p:nvPr/>
          </p:nvSpPr>
          <p:spPr>
            <a:xfrm>
              <a:off x="2692216" y="1638494"/>
              <a:ext cx="1398" cy="2580"/>
            </a:xfrm>
            <a:custGeom>
              <a:avLst/>
              <a:gdLst/>
              <a:ahLst/>
              <a:cxnLst/>
              <a:rect l="l" t="t" r="r" b="b"/>
              <a:pathLst>
                <a:path w="103" h="190" extrusionOk="0">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71" name="Google Shape;11571;p76"/>
            <p:cNvSpPr/>
            <p:nvPr/>
          </p:nvSpPr>
          <p:spPr>
            <a:xfrm>
              <a:off x="2584125" y="1590959"/>
              <a:ext cx="2390" cy="1005"/>
            </a:xfrm>
            <a:custGeom>
              <a:avLst/>
              <a:gdLst/>
              <a:ahLst/>
              <a:cxnLst/>
              <a:rect l="l" t="t" r="r" b="b"/>
              <a:pathLst>
                <a:path w="176" h="74" extrusionOk="0">
                  <a:moveTo>
                    <a:pt x="176" y="25"/>
                  </a:moveTo>
                  <a:cubicBezTo>
                    <a:pt x="113" y="0"/>
                    <a:pt x="43" y="21"/>
                    <a:pt x="1" y="74"/>
                  </a:cubicBezTo>
                  <a:cubicBezTo>
                    <a:pt x="43" y="21"/>
                    <a:pt x="113" y="0"/>
                    <a:pt x="176"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72" name="Google Shape;11572;p76"/>
            <p:cNvSpPr/>
            <p:nvPr/>
          </p:nvSpPr>
          <p:spPr>
            <a:xfrm>
              <a:off x="2673723" y="1629737"/>
              <a:ext cx="3815" cy="3245"/>
            </a:xfrm>
            <a:custGeom>
              <a:avLst/>
              <a:gdLst/>
              <a:ahLst/>
              <a:cxnLst/>
              <a:rect l="l" t="t" r="r" b="b"/>
              <a:pathLst>
                <a:path w="281" h="239" extrusionOk="0">
                  <a:moveTo>
                    <a:pt x="1" y="1"/>
                  </a:moveTo>
                  <a:lnTo>
                    <a:pt x="1" y="1"/>
                  </a:lnTo>
                  <a:cubicBezTo>
                    <a:pt x="88" y="211"/>
                    <a:pt x="214" y="239"/>
                    <a:pt x="281" y="239"/>
                  </a:cubicBezTo>
                  <a:cubicBezTo>
                    <a:pt x="214" y="239"/>
                    <a:pt x="88" y="207"/>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73" name="Google Shape;11573;p76"/>
            <p:cNvSpPr/>
            <p:nvPr/>
          </p:nvSpPr>
          <p:spPr>
            <a:xfrm>
              <a:off x="2619345" y="1593335"/>
              <a:ext cx="1208" cy="2050"/>
            </a:xfrm>
            <a:custGeom>
              <a:avLst/>
              <a:gdLst/>
              <a:ahLst/>
              <a:cxnLst/>
              <a:rect l="l" t="t" r="r" b="b"/>
              <a:pathLst>
                <a:path w="89" h="151" extrusionOk="0">
                  <a:moveTo>
                    <a:pt x="15" y="151"/>
                  </a:moveTo>
                  <a:cubicBezTo>
                    <a:pt x="1" y="98"/>
                    <a:pt x="53" y="35"/>
                    <a:pt x="88" y="0"/>
                  </a:cubicBezTo>
                  <a:cubicBezTo>
                    <a:pt x="53" y="35"/>
                    <a:pt x="1" y="98"/>
                    <a:pt x="15" y="15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74" name="Google Shape;11574;p76"/>
            <p:cNvSpPr/>
            <p:nvPr/>
          </p:nvSpPr>
          <p:spPr>
            <a:xfrm>
              <a:off x="2593969" y="159470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75" name="Google Shape;11575;p76"/>
            <p:cNvSpPr/>
            <p:nvPr/>
          </p:nvSpPr>
          <p:spPr>
            <a:xfrm>
              <a:off x="2594919" y="1599269"/>
              <a:ext cx="299" cy="448"/>
            </a:xfrm>
            <a:custGeom>
              <a:avLst/>
              <a:gdLst/>
              <a:ahLst/>
              <a:cxnLst/>
              <a:rect l="l" t="t" r="r" b="b"/>
              <a:pathLst>
                <a:path w="22" h="33" extrusionOk="0">
                  <a:moveTo>
                    <a:pt x="0" y="32"/>
                  </a:moveTo>
                  <a:cubicBezTo>
                    <a:pt x="4" y="18"/>
                    <a:pt x="11" y="8"/>
                    <a:pt x="21" y="1"/>
                  </a:cubicBezTo>
                  <a:cubicBezTo>
                    <a:pt x="11" y="8"/>
                    <a:pt x="4" y="18"/>
                    <a:pt x="0"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76" name="Google Shape;11576;p76"/>
            <p:cNvSpPr/>
            <p:nvPr/>
          </p:nvSpPr>
          <p:spPr>
            <a:xfrm>
              <a:off x="2600391" y="1598413"/>
              <a:ext cx="1195" cy="163"/>
            </a:xfrm>
            <a:custGeom>
              <a:avLst/>
              <a:gdLst/>
              <a:ahLst/>
              <a:cxnLst/>
              <a:rect l="l" t="t" r="r" b="b"/>
              <a:pathLst>
                <a:path w="88" h="12" extrusionOk="0">
                  <a:moveTo>
                    <a:pt x="88" y="1"/>
                  </a:moveTo>
                  <a:cubicBezTo>
                    <a:pt x="60" y="11"/>
                    <a:pt x="28" y="11"/>
                    <a:pt x="0" y="1"/>
                  </a:cubicBezTo>
                  <a:cubicBezTo>
                    <a:pt x="28" y="11"/>
                    <a:pt x="60" y="11"/>
                    <a:pt x="8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77" name="Google Shape;11577;p76"/>
            <p:cNvSpPr/>
            <p:nvPr/>
          </p:nvSpPr>
          <p:spPr>
            <a:xfrm>
              <a:off x="2607994" y="1592711"/>
              <a:ext cx="4576" cy="2444"/>
            </a:xfrm>
            <a:custGeom>
              <a:avLst/>
              <a:gdLst/>
              <a:ahLst/>
              <a:cxnLst/>
              <a:rect l="l" t="t" r="r" b="b"/>
              <a:pathLst>
                <a:path w="337" h="180" extrusionOk="0">
                  <a:moveTo>
                    <a:pt x="0" y="179"/>
                  </a:moveTo>
                  <a:cubicBezTo>
                    <a:pt x="109" y="155"/>
                    <a:pt x="228" y="74"/>
                    <a:pt x="336" y="1"/>
                  </a:cubicBezTo>
                  <a:cubicBezTo>
                    <a:pt x="228" y="74"/>
                    <a:pt x="109" y="155"/>
                    <a:pt x="0" y="17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78" name="Google Shape;11578;p76"/>
            <p:cNvSpPr/>
            <p:nvPr/>
          </p:nvSpPr>
          <p:spPr>
            <a:xfrm>
              <a:off x="2408921" y="1669763"/>
              <a:ext cx="1113" cy="638"/>
            </a:xfrm>
            <a:custGeom>
              <a:avLst/>
              <a:gdLst/>
              <a:ahLst/>
              <a:cxnLst/>
              <a:rect l="l" t="t" r="r" b="b"/>
              <a:pathLst>
                <a:path w="82" h="47" extrusionOk="0">
                  <a:moveTo>
                    <a:pt x="1" y="1"/>
                  </a:moveTo>
                  <a:cubicBezTo>
                    <a:pt x="25" y="15"/>
                    <a:pt x="53" y="29"/>
                    <a:pt x="81" y="46"/>
                  </a:cubicBezTo>
                  <a:lnTo>
                    <a:pt x="81" y="46"/>
                  </a:lnTo>
                  <a:cubicBezTo>
                    <a:pt x="53" y="29"/>
                    <a:pt x="25" y="1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79" name="Google Shape;11579;p76"/>
            <p:cNvSpPr/>
            <p:nvPr/>
          </p:nvSpPr>
          <p:spPr>
            <a:xfrm>
              <a:off x="2397041" y="1656498"/>
              <a:ext cx="3965" cy="489"/>
            </a:xfrm>
            <a:custGeom>
              <a:avLst/>
              <a:gdLst/>
              <a:ahLst/>
              <a:cxnLst/>
              <a:rect l="l" t="t" r="r" b="b"/>
              <a:pathLst>
                <a:path w="292" h="36" extrusionOk="0">
                  <a:moveTo>
                    <a:pt x="0" y="36"/>
                  </a:moveTo>
                  <a:cubicBezTo>
                    <a:pt x="95" y="8"/>
                    <a:pt x="193" y="1"/>
                    <a:pt x="291" y="11"/>
                  </a:cubicBezTo>
                  <a:cubicBezTo>
                    <a:pt x="193" y="1"/>
                    <a:pt x="95" y="8"/>
                    <a:pt x="0" y="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80" name="Google Shape;11580;p76"/>
            <p:cNvSpPr/>
            <p:nvPr/>
          </p:nvSpPr>
          <p:spPr>
            <a:xfrm>
              <a:off x="2395045" y="1656742"/>
              <a:ext cx="2009" cy="530"/>
            </a:xfrm>
            <a:custGeom>
              <a:avLst/>
              <a:gdLst/>
              <a:ahLst/>
              <a:cxnLst/>
              <a:rect l="l" t="t" r="r" b="b"/>
              <a:pathLst>
                <a:path w="148" h="39" extrusionOk="0">
                  <a:moveTo>
                    <a:pt x="0" y="0"/>
                  </a:moveTo>
                  <a:cubicBezTo>
                    <a:pt x="42" y="32"/>
                    <a:pt x="98" y="39"/>
                    <a:pt x="147" y="18"/>
                  </a:cubicBezTo>
                  <a:cubicBezTo>
                    <a:pt x="98" y="39"/>
                    <a:pt x="42" y="32"/>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81" name="Google Shape;11581;p76"/>
            <p:cNvSpPr/>
            <p:nvPr/>
          </p:nvSpPr>
          <p:spPr>
            <a:xfrm>
              <a:off x="2498668" y="1608732"/>
              <a:ext cx="679" cy="2919"/>
            </a:xfrm>
            <a:custGeom>
              <a:avLst/>
              <a:gdLst/>
              <a:ahLst/>
              <a:cxnLst/>
              <a:rect l="l" t="t" r="r" b="b"/>
              <a:pathLst>
                <a:path w="50" h="215" extrusionOk="0">
                  <a:moveTo>
                    <a:pt x="49" y="214"/>
                  </a:moveTo>
                  <a:cubicBezTo>
                    <a:pt x="21" y="148"/>
                    <a:pt x="7" y="74"/>
                    <a:pt x="0" y="0"/>
                  </a:cubicBezTo>
                  <a:cubicBezTo>
                    <a:pt x="7" y="74"/>
                    <a:pt x="21" y="148"/>
                    <a:pt x="49" y="2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82" name="Google Shape;11582;p76"/>
            <p:cNvSpPr/>
            <p:nvPr/>
          </p:nvSpPr>
          <p:spPr>
            <a:xfrm>
              <a:off x="2403748" y="1658684"/>
              <a:ext cx="2240" cy="2960"/>
            </a:xfrm>
            <a:custGeom>
              <a:avLst/>
              <a:gdLst/>
              <a:ahLst/>
              <a:cxnLst/>
              <a:rect l="l" t="t" r="r" b="b"/>
              <a:pathLst>
                <a:path w="165" h="218" extrusionOk="0">
                  <a:moveTo>
                    <a:pt x="165" y="218"/>
                  </a:moveTo>
                  <a:cubicBezTo>
                    <a:pt x="105" y="148"/>
                    <a:pt x="49" y="74"/>
                    <a:pt x="0" y="1"/>
                  </a:cubicBezTo>
                  <a:cubicBezTo>
                    <a:pt x="49" y="74"/>
                    <a:pt x="105" y="148"/>
                    <a:pt x="165" y="2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83" name="Google Shape;11583;p76"/>
            <p:cNvSpPr/>
            <p:nvPr/>
          </p:nvSpPr>
          <p:spPr>
            <a:xfrm>
              <a:off x="2475519" y="1622853"/>
              <a:ext cx="4521" cy="1670"/>
            </a:xfrm>
            <a:custGeom>
              <a:avLst/>
              <a:gdLst/>
              <a:ahLst/>
              <a:cxnLst/>
              <a:rect l="l" t="t" r="r" b="b"/>
              <a:pathLst>
                <a:path w="333" h="123" extrusionOk="0">
                  <a:moveTo>
                    <a:pt x="0" y="123"/>
                  </a:moveTo>
                  <a:cubicBezTo>
                    <a:pt x="88" y="42"/>
                    <a:pt x="210" y="0"/>
                    <a:pt x="333" y="7"/>
                  </a:cubicBezTo>
                  <a:cubicBezTo>
                    <a:pt x="210" y="0"/>
                    <a:pt x="88" y="42"/>
                    <a:pt x="0" y="12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84" name="Google Shape;11584;p76"/>
            <p:cNvSpPr/>
            <p:nvPr/>
          </p:nvSpPr>
          <p:spPr>
            <a:xfrm>
              <a:off x="2428608" y="1618576"/>
              <a:ext cx="1195" cy="584"/>
            </a:xfrm>
            <a:custGeom>
              <a:avLst/>
              <a:gdLst/>
              <a:ahLst/>
              <a:cxnLst/>
              <a:rect l="l" t="t" r="r" b="b"/>
              <a:pathLst>
                <a:path w="88" h="43" extrusionOk="0">
                  <a:moveTo>
                    <a:pt x="0" y="0"/>
                  </a:moveTo>
                  <a:cubicBezTo>
                    <a:pt x="28" y="18"/>
                    <a:pt x="56" y="32"/>
                    <a:pt x="88" y="42"/>
                  </a:cubicBezTo>
                  <a:cubicBezTo>
                    <a:pt x="56" y="32"/>
                    <a:pt x="28" y="18"/>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85" name="Google Shape;11585;p76"/>
            <p:cNvSpPr/>
            <p:nvPr/>
          </p:nvSpPr>
          <p:spPr>
            <a:xfrm>
              <a:off x="2493862" y="1615480"/>
              <a:ext cx="204" cy="828"/>
            </a:xfrm>
            <a:custGeom>
              <a:avLst/>
              <a:gdLst/>
              <a:ahLst/>
              <a:cxnLst/>
              <a:rect l="l" t="t" r="r" b="b"/>
              <a:pathLst>
                <a:path w="15" h="61" extrusionOk="0">
                  <a:moveTo>
                    <a:pt x="1" y="60"/>
                  </a:moveTo>
                  <a:cubicBezTo>
                    <a:pt x="1" y="39"/>
                    <a:pt x="4" y="22"/>
                    <a:pt x="15" y="1"/>
                  </a:cubicBezTo>
                  <a:cubicBezTo>
                    <a:pt x="4" y="22"/>
                    <a:pt x="1" y="39"/>
                    <a:pt x="1" y="6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86" name="Google Shape;11586;p76"/>
            <p:cNvSpPr/>
            <p:nvPr/>
          </p:nvSpPr>
          <p:spPr>
            <a:xfrm>
              <a:off x="2578667" y="1593050"/>
              <a:ext cx="1249" cy="339"/>
            </a:xfrm>
            <a:custGeom>
              <a:avLst/>
              <a:gdLst/>
              <a:ahLst/>
              <a:cxnLst/>
              <a:rect l="l" t="t" r="r" b="b"/>
              <a:pathLst>
                <a:path w="92" h="25" extrusionOk="0">
                  <a:moveTo>
                    <a:pt x="91" y="21"/>
                  </a:moveTo>
                  <a:lnTo>
                    <a:pt x="91" y="21"/>
                  </a:lnTo>
                  <a:cubicBezTo>
                    <a:pt x="60" y="25"/>
                    <a:pt x="32" y="21"/>
                    <a:pt x="7" y="7"/>
                  </a:cubicBezTo>
                  <a:lnTo>
                    <a:pt x="0" y="0"/>
                  </a:lnTo>
                  <a:lnTo>
                    <a:pt x="7" y="7"/>
                  </a:lnTo>
                  <a:cubicBezTo>
                    <a:pt x="32" y="21"/>
                    <a:pt x="60" y="25"/>
                    <a:pt x="91"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87" name="Google Shape;11587;p76"/>
            <p:cNvSpPr/>
            <p:nvPr/>
          </p:nvSpPr>
          <p:spPr>
            <a:xfrm>
              <a:off x="2601667" y="1598318"/>
              <a:ext cx="204" cy="109"/>
            </a:xfrm>
            <a:custGeom>
              <a:avLst/>
              <a:gdLst/>
              <a:ahLst/>
              <a:cxnLst/>
              <a:rect l="l" t="t" r="r" b="b"/>
              <a:pathLst>
                <a:path w="15" h="8" extrusionOk="0">
                  <a:moveTo>
                    <a:pt x="1" y="8"/>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88" name="Google Shape;11588;p76"/>
            <p:cNvSpPr/>
            <p:nvPr/>
          </p:nvSpPr>
          <p:spPr>
            <a:xfrm>
              <a:off x="2398561" y="1629913"/>
              <a:ext cx="3340" cy="787"/>
            </a:xfrm>
            <a:custGeom>
              <a:avLst/>
              <a:gdLst/>
              <a:ahLst/>
              <a:cxnLst/>
              <a:rect l="l" t="t" r="r" b="b"/>
              <a:pathLst>
                <a:path w="246" h="58" extrusionOk="0">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89" name="Google Shape;11589;p76"/>
            <p:cNvSpPr/>
            <p:nvPr/>
          </p:nvSpPr>
          <p:spPr>
            <a:xfrm>
              <a:off x="2603473" y="1596798"/>
              <a:ext cx="1208" cy="774"/>
            </a:xfrm>
            <a:custGeom>
              <a:avLst/>
              <a:gdLst/>
              <a:ahLst/>
              <a:cxnLst/>
              <a:rect l="l" t="t" r="r" b="b"/>
              <a:pathLst>
                <a:path w="89" h="57" extrusionOk="0">
                  <a:moveTo>
                    <a:pt x="1" y="57"/>
                  </a:moveTo>
                  <a:cubicBezTo>
                    <a:pt x="32" y="39"/>
                    <a:pt x="60" y="18"/>
                    <a:pt x="88" y="1"/>
                  </a:cubicBezTo>
                  <a:cubicBezTo>
                    <a:pt x="60" y="18"/>
                    <a:pt x="32" y="39"/>
                    <a:pt x="1" y="5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90" name="Google Shape;11590;p76"/>
            <p:cNvSpPr/>
            <p:nvPr/>
          </p:nvSpPr>
          <p:spPr>
            <a:xfrm>
              <a:off x="2501370" y="1605066"/>
              <a:ext cx="733" cy="109"/>
            </a:xfrm>
            <a:custGeom>
              <a:avLst/>
              <a:gdLst/>
              <a:ahLst/>
              <a:cxnLst/>
              <a:rect l="l" t="t" r="r" b="b"/>
              <a:pathLst>
                <a:path w="54" h="8" extrusionOk="0">
                  <a:moveTo>
                    <a:pt x="1" y="8"/>
                  </a:moveTo>
                  <a:lnTo>
                    <a:pt x="53"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91" name="Google Shape;11591;p76"/>
            <p:cNvSpPr/>
            <p:nvPr/>
          </p:nvSpPr>
          <p:spPr>
            <a:xfrm>
              <a:off x="2590398" y="159324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92" name="Google Shape;11592;p76"/>
            <p:cNvSpPr/>
            <p:nvPr/>
          </p:nvSpPr>
          <p:spPr>
            <a:xfrm>
              <a:off x="2693587" y="1641047"/>
              <a:ext cx="122" cy="122"/>
            </a:xfrm>
            <a:custGeom>
              <a:avLst/>
              <a:gdLst/>
              <a:ahLst/>
              <a:cxnLst/>
              <a:rect l="l" t="t" r="r" b="b"/>
              <a:pathLst>
                <a:path w="9" h="9" extrusionOk="0">
                  <a:moveTo>
                    <a:pt x="1" y="1"/>
                  </a:moveTo>
                  <a:lnTo>
                    <a:pt x="1" y="1"/>
                  </a:lnTo>
                  <a:lnTo>
                    <a:pt x="8" y="8"/>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93" name="Google Shape;11593;p76"/>
            <p:cNvSpPr/>
            <p:nvPr/>
          </p:nvSpPr>
          <p:spPr>
            <a:xfrm>
              <a:off x="2139177" y="2004096"/>
              <a:ext cx="134295" cy="138844"/>
            </a:xfrm>
            <a:custGeom>
              <a:avLst/>
              <a:gdLst/>
              <a:ahLst/>
              <a:cxnLst/>
              <a:rect l="l" t="t" r="r" b="b"/>
              <a:pathLst>
                <a:path w="9891" h="10226" extrusionOk="0">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94" name="Google Shape;11594;p76"/>
            <p:cNvSpPr/>
            <p:nvPr/>
          </p:nvSpPr>
          <p:spPr>
            <a:xfrm>
              <a:off x="2142218" y="2087909"/>
              <a:ext cx="584" cy="339"/>
            </a:xfrm>
            <a:custGeom>
              <a:avLst/>
              <a:gdLst/>
              <a:ahLst/>
              <a:cxnLst/>
              <a:rect l="l" t="t" r="r" b="b"/>
              <a:pathLst>
                <a:path w="43" h="25" extrusionOk="0">
                  <a:moveTo>
                    <a:pt x="42" y="0"/>
                  </a:move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95" name="Google Shape;11595;p76"/>
            <p:cNvSpPr/>
            <p:nvPr/>
          </p:nvSpPr>
          <p:spPr>
            <a:xfrm>
              <a:off x="2143834" y="2087244"/>
              <a:ext cx="339" cy="109"/>
            </a:xfrm>
            <a:custGeom>
              <a:avLst/>
              <a:gdLst/>
              <a:ahLst/>
              <a:cxnLst/>
              <a:rect l="l" t="t" r="r" b="b"/>
              <a:pathLst>
                <a:path w="25" h="8" extrusionOk="0">
                  <a:moveTo>
                    <a:pt x="25"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96" name="Google Shape;11596;p76"/>
            <p:cNvSpPr/>
            <p:nvPr/>
          </p:nvSpPr>
          <p:spPr>
            <a:xfrm>
              <a:off x="2143399" y="2087380"/>
              <a:ext cx="448" cy="204"/>
            </a:xfrm>
            <a:custGeom>
              <a:avLst/>
              <a:gdLst/>
              <a:ahLst/>
              <a:cxnLst/>
              <a:rect l="l" t="t" r="r" b="b"/>
              <a:pathLst>
                <a:path w="33" h="15" extrusionOk="0">
                  <a:moveTo>
                    <a:pt x="32"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97" name="Google Shape;11597;p76"/>
            <p:cNvSpPr/>
            <p:nvPr/>
          </p:nvSpPr>
          <p:spPr>
            <a:xfrm>
              <a:off x="2141553" y="2088235"/>
              <a:ext cx="679" cy="448"/>
            </a:xfrm>
            <a:custGeom>
              <a:avLst/>
              <a:gdLst/>
              <a:ahLst/>
              <a:cxnLst/>
              <a:rect l="l" t="t" r="r" b="b"/>
              <a:pathLst>
                <a:path w="50" h="33" extrusionOk="0">
                  <a:moveTo>
                    <a:pt x="49" y="1"/>
                  </a:moveTo>
                  <a:lnTo>
                    <a:pt x="0" y="3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98" name="Google Shape;11598;p76"/>
            <p:cNvSpPr/>
            <p:nvPr/>
          </p:nvSpPr>
          <p:spPr>
            <a:xfrm>
              <a:off x="2142829" y="2087624"/>
              <a:ext cx="489" cy="244"/>
            </a:xfrm>
            <a:custGeom>
              <a:avLst/>
              <a:gdLst/>
              <a:ahLst/>
              <a:cxnLst/>
              <a:rect l="l" t="t" r="r" b="b"/>
              <a:pathLst>
                <a:path w="36" h="18" extrusionOk="0">
                  <a:moveTo>
                    <a:pt x="36" y="0"/>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99" name="Google Shape;11599;p76"/>
            <p:cNvSpPr/>
            <p:nvPr/>
          </p:nvSpPr>
          <p:spPr>
            <a:xfrm>
              <a:off x="2144214" y="2087095"/>
              <a:ext cx="299" cy="109"/>
            </a:xfrm>
            <a:custGeom>
              <a:avLst/>
              <a:gdLst/>
              <a:ahLst/>
              <a:cxnLst/>
              <a:rect l="l" t="t" r="r" b="b"/>
              <a:pathLst>
                <a:path w="22" h="8" extrusionOk="0">
                  <a:moveTo>
                    <a:pt x="22"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00" name="Google Shape;11600;p76"/>
            <p:cNvSpPr/>
            <p:nvPr/>
          </p:nvSpPr>
          <p:spPr>
            <a:xfrm>
              <a:off x="2144554" y="2087054"/>
              <a:ext cx="244" cy="54"/>
            </a:xfrm>
            <a:custGeom>
              <a:avLst/>
              <a:gdLst/>
              <a:ahLst/>
              <a:cxnLst/>
              <a:rect l="l" t="t" r="r" b="b"/>
              <a:pathLst>
                <a:path w="18" h="4" extrusionOk="0">
                  <a:moveTo>
                    <a:pt x="18"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01" name="Google Shape;11601;p76"/>
            <p:cNvSpPr/>
            <p:nvPr/>
          </p:nvSpPr>
          <p:spPr>
            <a:xfrm>
              <a:off x="2144839" y="2087000"/>
              <a:ext cx="190" cy="68"/>
            </a:xfrm>
            <a:custGeom>
              <a:avLst/>
              <a:gdLst/>
              <a:ahLst/>
              <a:cxnLst/>
              <a:rect l="l" t="t" r="r" b="b"/>
              <a:pathLst>
                <a:path w="14" h="5" extrusionOk="0">
                  <a:moveTo>
                    <a:pt x="1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02" name="Google Shape;11602;p76"/>
            <p:cNvSpPr/>
            <p:nvPr/>
          </p:nvSpPr>
          <p:spPr>
            <a:xfrm>
              <a:off x="2222597" y="2124039"/>
              <a:ext cx="584" cy="339"/>
            </a:xfrm>
            <a:custGeom>
              <a:avLst/>
              <a:gdLst/>
              <a:ahLst/>
              <a:cxnLst/>
              <a:rect l="l" t="t" r="r" b="b"/>
              <a:pathLst>
                <a:path w="43" h="25" extrusionOk="0">
                  <a:moveTo>
                    <a:pt x="1" y="0"/>
                  </a:moveTo>
                  <a:cubicBezTo>
                    <a:pt x="15" y="7"/>
                    <a:pt x="29" y="14"/>
                    <a:pt x="42" y="25"/>
                  </a:cubicBezTo>
                  <a:lnTo>
                    <a:pt x="42" y="21"/>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03" name="Google Shape;11603;p76"/>
            <p:cNvSpPr/>
            <p:nvPr/>
          </p:nvSpPr>
          <p:spPr>
            <a:xfrm>
              <a:off x="2254816" y="2135539"/>
              <a:ext cx="258" cy="204"/>
            </a:xfrm>
            <a:custGeom>
              <a:avLst/>
              <a:gdLst/>
              <a:ahLst/>
              <a:cxnLst/>
              <a:rect l="l" t="t" r="r" b="b"/>
              <a:pathLst>
                <a:path w="19" h="15" extrusionOk="0">
                  <a:moveTo>
                    <a:pt x="1" y="0"/>
                  </a:moveTo>
                  <a:cubicBezTo>
                    <a:pt x="8" y="4"/>
                    <a:pt x="15" y="11"/>
                    <a:pt x="18" y="14"/>
                  </a:cubicBezTo>
                  <a:cubicBezTo>
                    <a:pt x="15" y="11"/>
                    <a:pt x="8"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04" name="Google Shape;11604;p76"/>
            <p:cNvSpPr/>
            <p:nvPr/>
          </p:nvSpPr>
          <p:spPr>
            <a:xfrm>
              <a:off x="2249168" y="2134725"/>
              <a:ext cx="5621" cy="828"/>
            </a:xfrm>
            <a:custGeom>
              <a:avLst/>
              <a:gdLst/>
              <a:ahLst/>
              <a:cxnLst/>
              <a:rect l="l" t="t" r="r" b="b"/>
              <a:pathLst>
                <a:path w="414" h="61" extrusionOk="0">
                  <a:moveTo>
                    <a:pt x="0" y="1"/>
                  </a:moveTo>
                  <a:cubicBezTo>
                    <a:pt x="88" y="1"/>
                    <a:pt x="175" y="4"/>
                    <a:pt x="263" y="15"/>
                  </a:cubicBezTo>
                  <a:cubicBezTo>
                    <a:pt x="315" y="22"/>
                    <a:pt x="368" y="36"/>
                    <a:pt x="413" y="60"/>
                  </a:cubicBezTo>
                  <a:cubicBezTo>
                    <a:pt x="326" y="8"/>
                    <a:pt x="161"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05" name="Google Shape;11605;p76"/>
            <p:cNvSpPr/>
            <p:nvPr/>
          </p:nvSpPr>
          <p:spPr>
            <a:xfrm>
              <a:off x="2245787" y="2130597"/>
              <a:ext cx="258" cy="394"/>
            </a:xfrm>
            <a:custGeom>
              <a:avLst/>
              <a:gdLst/>
              <a:ahLst/>
              <a:cxnLst/>
              <a:rect l="l" t="t" r="r" b="b"/>
              <a:pathLst>
                <a:path w="19" h="29" extrusionOk="0">
                  <a:moveTo>
                    <a:pt x="1" y="0"/>
                  </a:moveTo>
                  <a:cubicBezTo>
                    <a:pt x="8" y="7"/>
                    <a:pt x="15" y="18"/>
                    <a:pt x="18" y="28"/>
                  </a:cubicBezTo>
                  <a:cubicBezTo>
                    <a:pt x="15" y="18"/>
                    <a:pt x="8"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06" name="Google Shape;11606;p76"/>
            <p:cNvSpPr/>
            <p:nvPr/>
          </p:nvSpPr>
          <p:spPr>
            <a:xfrm>
              <a:off x="2255387" y="2136110"/>
              <a:ext cx="109" cy="109"/>
            </a:xfrm>
            <a:custGeom>
              <a:avLst/>
              <a:gdLst/>
              <a:ahLst/>
              <a:cxnLst/>
              <a:rect l="l" t="t" r="r" b="b"/>
              <a:pathLst>
                <a:path w="8" h="8" extrusionOk="0">
                  <a:moveTo>
                    <a:pt x="1" y="0"/>
                  </a:moveTo>
                  <a:cubicBezTo>
                    <a:pt x="4" y="0"/>
                    <a:pt x="8" y="4"/>
                    <a:pt x="8" y="7"/>
                  </a:cubicBezTo>
                  <a:cubicBezTo>
                    <a:pt x="8" y="4"/>
                    <a:pt x="4"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07" name="Google Shape;11607;p76"/>
            <p:cNvSpPr/>
            <p:nvPr/>
          </p:nvSpPr>
          <p:spPr>
            <a:xfrm>
              <a:off x="2255577" y="2136340"/>
              <a:ext cx="68" cy="204"/>
            </a:xfrm>
            <a:custGeom>
              <a:avLst/>
              <a:gdLst/>
              <a:ahLst/>
              <a:cxnLst/>
              <a:rect l="l" t="t" r="r" b="b"/>
              <a:pathLst>
                <a:path w="5" h="15" extrusionOk="0">
                  <a:moveTo>
                    <a:pt x="1" y="1"/>
                  </a:moveTo>
                  <a:cubicBezTo>
                    <a:pt x="1" y="4"/>
                    <a:pt x="4" y="8"/>
                    <a:pt x="4" y="15"/>
                  </a:cubicBezTo>
                  <a:cubicBezTo>
                    <a:pt x="4" y="8"/>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08" name="Google Shape;11608;p76"/>
            <p:cNvSpPr/>
            <p:nvPr/>
          </p:nvSpPr>
          <p:spPr>
            <a:xfrm>
              <a:off x="2253866" y="2114331"/>
              <a:ext cx="1154" cy="1684"/>
            </a:xfrm>
            <a:custGeom>
              <a:avLst/>
              <a:gdLst/>
              <a:ahLst/>
              <a:cxnLst/>
              <a:rect l="l" t="t" r="r" b="b"/>
              <a:pathLst>
                <a:path w="85" h="124" extrusionOk="0">
                  <a:moveTo>
                    <a:pt x="1" y="1"/>
                  </a:moveTo>
                  <a:cubicBezTo>
                    <a:pt x="8" y="53"/>
                    <a:pt x="36" y="99"/>
                    <a:pt x="85" y="123"/>
                  </a:cubicBezTo>
                  <a:cubicBezTo>
                    <a:pt x="36" y="99"/>
                    <a:pt x="8" y="53"/>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09" name="Google Shape;11609;p76"/>
            <p:cNvSpPr/>
            <p:nvPr/>
          </p:nvSpPr>
          <p:spPr>
            <a:xfrm>
              <a:off x="2266710" y="2104216"/>
              <a:ext cx="204" cy="204"/>
            </a:xfrm>
            <a:custGeom>
              <a:avLst/>
              <a:gdLst/>
              <a:ahLst/>
              <a:cxnLst/>
              <a:rect l="l" t="t" r="r" b="b"/>
              <a:pathLst>
                <a:path w="15" h="15" extrusionOk="0">
                  <a:moveTo>
                    <a:pt x="14" y="0"/>
                  </a:moveTo>
                  <a:lnTo>
                    <a:pt x="14" y="0"/>
                  </a:lnTo>
                  <a:lnTo>
                    <a:pt x="0" y="14"/>
                  </a:ln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10" name="Google Shape;11610;p76"/>
            <p:cNvSpPr/>
            <p:nvPr/>
          </p:nvSpPr>
          <p:spPr>
            <a:xfrm>
              <a:off x="2254246" y="2120468"/>
              <a:ext cx="394" cy="3014"/>
            </a:xfrm>
            <a:custGeom>
              <a:avLst/>
              <a:gdLst/>
              <a:ahLst/>
              <a:cxnLst/>
              <a:rect l="l" t="t" r="r" b="b"/>
              <a:pathLst>
                <a:path w="29" h="222" extrusionOk="0">
                  <a:moveTo>
                    <a:pt x="1" y="221"/>
                  </a:moveTo>
                  <a:cubicBezTo>
                    <a:pt x="4" y="148"/>
                    <a:pt x="15" y="74"/>
                    <a:pt x="29" y="1"/>
                  </a:cubicBezTo>
                  <a:cubicBezTo>
                    <a:pt x="15" y="74"/>
                    <a:pt x="4" y="148"/>
                    <a:pt x="1" y="2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11" name="Google Shape;11611;p76"/>
            <p:cNvSpPr/>
            <p:nvPr/>
          </p:nvSpPr>
          <p:spPr>
            <a:xfrm>
              <a:off x="2223167" y="2124365"/>
              <a:ext cx="1724" cy="1819"/>
            </a:xfrm>
            <a:custGeom>
              <a:avLst/>
              <a:gdLst/>
              <a:ahLst/>
              <a:cxnLst/>
              <a:rect l="l" t="t" r="r" b="b"/>
              <a:pathLst>
                <a:path w="127" h="134" extrusionOk="0">
                  <a:moveTo>
                    <a:pt x="126" y="134"/>
                  </a:moveTo>
                  <a:cubicBezTo>
                    <a:pt x="95" y="81"/>
                    <a:pt x="49" y="36"/>
                    <a:pt x="0" y="1"/>
                  </a:cubicBezTo>
                  <a:lnTo>
                    <a:pt x="0" y="1"/>
                  </a:lnTo>
                  <a:cubicBezTo>
                    <a:pt x="49" y="36"/>
                    <a:pt x="95" y="81"/>
                    <a:pt x="126" y="13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12" name="Google Shape;11612;p76"/>
            <p:cNvSpPr/>
            <p:nvPr/>
          </p:nvSpPr>
          <p:spPr>
            <a:xfrm>
              <a:off x="2232196" y="2130353"/>
              <a:ext cx="489" cy="543"/>
            </a:xfrm>
            <a:custGeom>
              <a:avLst/>
              <a:gdLst/>
              <a:ahLst/>
              <a:cxnLst/>
              <a:rect l="l" t="t" r="r" b="b"/>
              <a:pathLst>
                <a:path w="36" h="40" extrusionOk="0">
                  <a:moveTo>
                    <a:pt x="1" y="1"/>
                  </a:moveTo>
                  <a:lnTo>
                    <a:pt x="1" y="1"/>
                  </a:lnTo>
                  <a:cubicBezTo>
                    <a:pt x="18" y="32"/>
                    <a:pt x="32" y="39"/>
                    <a:pt x="36" y="39"/>
                  </a:cubicBezTo>
                  <a:cubicBezTo>
                    <a:pt x="36" y="39"/>
                    <a:pt x="18" y="32"/>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13" name="Google Shape;11613;p76"/>
            <p:cNvSpPr/>
            <p:nvPr/>
          </p:nvSpPr>
          <p:spPr>
            <a:xfrm>
              <a:off x="2255156" y="2135770"/>
              <a:ext cx="204" cy="204"/>
            </a:xfrm>
            <a:custGeom>
              <a:avLst/>
              <a:gdLst/>
              <a:ahLst/>
              <a:cxnLst/>
              <a:rect l="l" t="t" r="r" b="b"/>
              <a:pathLst>
                <a:path w="15" h="15" extrusionOk="0">
                  <a:moveTo>
                    <a:pt x="0" y="1"/>
                  </a:moveTo>
                  <a:cubicBezTo>
                    <a:pt x="4" y="4"/>
                    <a:pt x="11" y="11"/>
                    <a:pt x="14" y="15"/>
                  </a:cubicBezTo>
                  <a:cubicBezTo>
                    <a:pt x="11" y="11"/>
                    <a:pt x="4"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14" name="Google Shape;11614;p76"/>
            <p:cNvSpPr/>
            <p:nvPr/>
          </p:nvSpPr>
          <p:spPr>
            <a:xfrm>
              <a:off x="2245027" y="2130068"/>
              <a:ext cx="353" cy="163"/>
            </a:xfrm>
            <a:custGeom>
              <a:avLst/>
              <a:gdLst/>
              <a:ahLst/>
              <a:cxnLst/>
              <a:rect l="l" t="t" r="r" b="b"/>
              <a:pathLst>
                <a:path w="26" h="12" extrusionOk="0">
                  <a:moveTo>
                    <a:pt x="1" y="1"/>
                  </a:moveTo>
                  <a:cubicBezTo>
                    <a:pt x="8" y="1"/>
                    <a:pt x="18" y="4"/>
                    <a:pt x="25" y="11"/>
                  </a:cubicBezTo>
                  <a:cubicBezTo>
                    <a:pt x="18" y="4"/>
                    <a:pt x="8"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15" name="Google Shape;11615;p76"/>
            <p:cNvSpPr/>
            <p:nvPr/>
          </p:nvSpPr>
          <p:spPr>
            <a:xfrm>
              <a:off x="2221497" y="2123510"/>
              <a:ext cx="1208" cy="584"/>
            </a:xfrm>
            <a:custGeom>
              <a:avLst/>
              <a:gdLst/>
              <a:ahLst/>
              <a:cxnLst/>
              <a:rect l="l" t="t" r="r" b="b"/>
              <a:pathLst>
                <a:path w="89" h="43" extrusionOk="0">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16" name="Google Shape;11616;p76"/>
            <p:cNvSpPr/>
            <p:nvPr/>
          </p:nvSpPr>
          <p:spPr>
            <a:xfrm>
              <a:off x="2244552" y="2129973"/>
              <a:ext cx="448" cy="68"/>
            </a:xfrm>
            <a:custGeom>
              <a:avLst/>
              <a:gdLst/>
              <a:ahLst/>
              <a:cxnLst/>
              <a:rect l="l" t="t" r="r" b="b"/>
              <a:pathLst>
                <a:path w="33" h="5" extrusionOk="0">
                  <a:moveTo>
                    <a:pt x="1" y="1"/>
                  </a:moveTo>
                  <a:cubicBezTo>
                    <a:pt x="11" y="1"/>
                    <a:pt x="22" y="4"/>
                    <a:pt x="32" y="4"/>
                  </a:cubicBezTo>
                  <a:cubicBezTo>
                    <a:pt x="22" y="4"/>
                    <a:pt x="11"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17" name="Google Shape;11617;p76"/>
            <p:cNvSpPr/>
            <p:nvPr/>
          </p:nvSpPr>
          <p:spPr>
            <a:xfrm>
              <a:off x="2244036" y="2130027"/>
              <a:ext cx="434" cy="54"/>
            </a:xfrm>
            <a:custGeom>
              <a:avLst/>
              <a:gdLst/>
              <a:ahLst/>
              <a:cxnLst/>
              <a:rect l="l" t="t" r="r" b="b"/>
              <a:pathLst>
                <a:path w="32" h="4" extrusionOk="0">
                  <a:moveTo>
                    <a:pt x="0" y="4"/>
                  </a:moveTo>
                  <a:cubicBezTo>
                    <a:pt x="11" y="0"/>
                    <a:pt x="21" y="0"/>
                    <a:pt x="32" y="0"/>
                  </a:cubicBezTo>
                  <a:cubicBezTo>
                    <a:pt x="21" y="0"/>
                    <a:pt x="11" y="0"/>
                    <a:pt x="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18" name="Google Shape;11618;p76"/>
            <p:cNvSpPr/>
            <p:nvPr/>
          </p:nvSpPr>
          <p:spPr>
            <a:xfrm>
              <a:off x="2255672" y="2136625"/>
              <a:ext cx="14" cy="353"/>
            </a:xfrm>
            <a:custGeom>
              <a:avLst/>
              <a:gdLst/>
              <a:ahLst/>
              <a:cxnLst/>
              <a:rect l="l" t="t" r="r" b="b"/>
              <a:pathLst>
                <a:path w="1" h="26" extrusionOk="0">
                  <a:moveTo>
                    <a:pt x="1" y="1"/>
                  </a:moveTo>
                  <a:cubicBezTo>
                    <a:pt x="1" y="8"/>
                    <a:pt x="1" y="18"/>
                    <a:pt x="1" y="25"/>
                  </a:cubicBezTo>
                  <a:cubicBezTo>
                    <a:pt x="1" y="18"/>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19" name="Google Shape;11619;p76"/>
            <p:cNvSpPr/>
            <p:nvPr/>
          </p:nvSpPr>
          <p:spPr>
            <a:xfrm>
              <a:off x="2245407" y="2130258"/>
              <a:ext cx="353" cy="258"/>
            </a:xfrm>
            <a:custGeom>
              <a:avLst/>
              <a:gdLst/>
              <a:ahLst/>
              <a:cxnLst/>
              <a:rect l="l" t="t" r="r" b="b"/>
              <a:pathLst>
                <a:path w="26" h="19" extrusionOk="0">
                  <a:moveTo>
                    <a:pt x="1" y="1"/>
                  </a:moveTo>
                  <a:cubicBezTo>
                    <a:pt x="11" y="4"/>
                    <a:pt x="18" y="11"/>
                    <a:pt x="25" y="18"/>
                  </a:cubicBezTo>
                  <a:cubicBezTo>
                    <a:pt x="18" y="11"/>
                    <a:pt x="1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20" name="Google Shape;11620;p76"/>
            <p:cNvSpPr/>
            <p:nvPr/>
          </p:nvSpPr>
          <p:spPr>
            <a:xfrm>
              <a:off x="2222638" y="2124039"/>
              <a:ext cx="543" cy="339"/>
            </a:xfrm>
            <a:custGeom>
              <a:avLst/>
              <a:gdLst/>
              <a:ahLst/>
              <a:cxnLst/>
              <a:rect l="l" t="t" r="r" b="b"/>
              <a:pathLst>
                <a:path w="40" h="25" extrusionOk="0">
                  <a:moveTo>
                    <a:pt x="1" y="0"/>
                  </a:moveTo>
                  <a:lnTo>
                    <a:pt x="1" y="0"/>
                  </a:lnTo>
                  <a:cubicBezTo>
                    <a:pt x="15" y="7"/>
                    <a:pt x="29" y="18"/>
                    <a:pt x="39" y="25"/>
                  </a:cubicBezTo>
                  <a:lnTo>
                    <a:pt x="39" y="25"/>
                  </a:lnTo>
                  <a:cubicBezTo>
                    <a:pt x="29" y="18"/>
                    <a:pt x="15"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21" name="Google Shape;11621;p76"/>
            <p:cNvSpPr/>
            <p:nvPr/>
          </p:nvSpPr>
          <p:spPr>
            <a:xfrm>
              <a:off x="2257057" y="2062194"/>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22" name="Google Shape;11622;p76"/>
            <p:cNvSpPr/>
            <p:nvPr/>
          </p:nvSpPr>
          <p:spPr>
            <a:xfrm>
              <a:off x="2256907" y="2061678"/>
              <a:ext cx="14" cy="149"/>
            </a:xfrm>
            <a:custGeom>
              <a:avLst/>
              <a:gdLst/>
              <a:ahLst/>
              <a:cxnLst/>
              <a:rect l="l" t="t" r="r" b="b"/>
              <a:pathLst>
                <a:path w="1" h="11" extrusionOk="0">
                  <a:moveTo>
                    <a:pt x="1" y="11"/>
                  </a:moveTo>
                  <a:lnTo>
                    <a:pt x="1" y="4"/>
                  </a:lnTo>
                  <a:cubicBezTo>
                    <a:pt x="1" y="0"/>
                    <a:pt x="1" y="7"/>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23" name="Google Shape;11623;p76"/>
            <p:cNvSpPr/>
            <p:nvPr/>
          </p:nvSpPr>
          <p:spPr>
            <a:xfrm>
              <a:off x="2215659" y="2008291"/>
              <a:ext cx="3802" cy="380"/>
            </a:xfrm>
            <a:custGeom>
              <a:avLst/>
              <a:gdLst/>
              <a:ahLst/>
              <a:cxnLst/>
              <a:rect l="l" t="t" r="r" b="b"/>
              <a:pathLst>
                <a:path w="280" h="28" extrusionOk="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24" name="Google Shape;11624;p76"/>
            <p:cNvSpPr/>
            <p:nvPr/>
          </p:nvSpPr>
          <p:spPr>
            <a:xfrm>
              <a:off x="2196121" y="2010572"/>
              <a:ext cx="15601" cy="3014"/>
            </a:xfrm>
            <a:custGeom>
              <a:avLst/>
              <a:gdLst/>
              <a:ahLst/>
              <a:cxnLst/>
              <a:rect l="l" t="t" r="r" b="b"/>
              <a:pathLst>
                <a:path w="1149" h="222" extrusionOk="0">
                  <a:moveTo>
                    <a:pt x="0" y="1"/>
                  </a:moveTo>
                  <a:lnTo>
                    <a:pt x="1135" y="221"/>
                  </a:lnTo>
                  <a:lnTo>
                    <a:pt x="1149" y="158"/>
                  </a:lnTo>
                  <a:lnTo>
                    <a:pt x="1135" y="2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25" name="Google Shape;11625;p76"/>
            <p:cNvSpPr/>
            <p:nvPr/>
          </p:nvSpPr>
          <p:spPr>
            <a:xfrm>
              <a:off x="2183955" y="201804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26" name="Google Shape;11626;p76"/>
            <p:cNvSpPr/>
            <p:nvPr/>
          </p:nvSpPr>
          <p:spPr>
            <a:xfrm>
              <a:off x="2183806" y="2016845"/>
              <a:ext cx="68" cy="258"/>
            </a:xfrm>
            <a:custGeom>
              <a:avLst/>
              <a:gdLst/>
              <a:ahLst/>
              <a:cxnLst/>
              <a:rect l="l" t="t" r="r" b="b"/>
              <a:pathLst>
                <a:path w="5" h="19" extrusionOk="0">
                  <a:moveTo>
                    <a:pt x="4" y="18"/>
                  </a:moveTo>
                  <a:cubicBezTo>
                    <a:pt x="4" y="11"/>
                    <a:pt x="4" y="4"/>
                    <a:pt x="1" y="1"/>
                  </a:cubicBezTo>
                  <a:cubicBezTo>
                    <a:pt x="4" y="4"/>
                    <a:pt x="4" y="11"/>
                    <a:pt x="4"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27" name="Google Shape;11627;p76"/>
            <p:cNvSpPr/>
            <p:nvPr/>
          </p:nvSpPr>
          <p:spPr>
            <a:xfrm>
              <a:off x="2183901" y="2017469"/>
              <a:ext cx="68" cy="244"/>
            </a:xfrm>
            <a:custGeom>
              <a:avLst/>
              <a:gdLst/>
              <a:ahLst/>
              <a:cxnLst/>
              <a:rect l="l" t="t" r="r" b="b"/>
              <a:pathLst>
                <a:path w="5" h="18" extrusionOk="0">
                  <a:moveTo>
                    <a:pt x="4" y="0"/>
                  </a:moveTo>
                  <a:cubicBezTo>
                    <a:pt x="1" y="4"/>
                    <a:pt x="1" y="11"/>
                    <a:pt x="4" y="18"/>
                  </a:cubicBez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28" name="Google Shape;11628;p76"/>
            <p:cNvSpPr/>
            <p:nvPr/>
          </p:nvSpPr>
          <p:spPr>
            <a:xfrm>
              <a:off x="2183955" y="2018651"/>
              <a:ext cx="14" cy="299"/>
            </a:xfrm>
            <a:custGeom>
              <a:avLst/>
              <a:gdLst/>
              <a:ahLst/>
              <a:cxnLst/>
              <a:rect l="l" t="t" r="r" b="b"/>
              <a:pathLst>
                <a:path w="1" h="22" extrusionOk="0">
                  <a:moveTo>
                    <a:pt x="0" y="1"/>
                  </a:moveTo>
                  <a:lnTo>
                    <a:pt x="0"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29" name="Google Shape;11629;p76"/>
            <p:cNvSpPr/>
            <p:nvPr/>
          </p:nvSpPr>
          <p:spPr>
            <a:xfrm>
              <a:off x="2139218" y="208154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30" name="Google Shape;11630;p76"/>
            <p:cNvSpPr/>
            <p:nvPr/>
          </p:nvSpPr>
          <p:spPr>
            <a:xfrm>
              <a:off x="2144404" y="2078500"/>
              <a:ext cx="109" cy="54"/>
            </a:xfrm>
            <a:custGeom>
              <a:avLst/>
              <a:gdLst/>
              <a:ahLst/>
              <a:cxnLst/>
              <a:rect l="l" t="t" r="r" b="b"/>
              <a:pathLst>
                <a:path w="8" h="4" extrusionOk="0">
                  <a:moveTo>
                    <a:pt x="1" y="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31" name="Google Shape;11631;p76"/>
            <p:cNvSpPr/>
            <p:nvPr/>
          </p:nvSpPr>
          <p:spPr>
            <a:xfrm>
              <a:off x="2143644" y="2078785"/>
              <a:ext cx="204" cy="109"/>
            </a:xfrm>
            <a:custGeom>
              <a:avLst/>
              <a:gdLst/>
              <a:ahLst/>
              <a:cxnLst/>
              <a:rect l="l" t="t" r="r" b="b"/>
              <a:pathLst>
                <a:path w="15" h="8" extrusionOk="0">
                  <a:moveTo>
                    <a:pt x="0" y="7"/>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32" name="Google Shape;11632;p76"/>
            <p:cNvSpPr/>
            <p:nvPr/>
          </p:nvSpPr>
          <p:spPr>
            <a:xfrm>
              <a:off x="2182910" y="2023783"/>
              <a:ext cx="149" cy="299"/>
            </a:xfrm>
            <a:custGeom>
              <a:avLst/>
              <a:gdLst/>
              <a:ahLst/>
              <a:cxnLst/>
              <a:rect l="l" t="t" r="r" b="b"/>
              <a:pathLst>
                <a:path w="11" h="22" extrusionOk="0">
                  <a:moveTo>
                    <a:pt x="0" y="22"/>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33" name="Google Shape;11633;p76"/>
            <p:cNvSpPr/>
            <p:nvPr/>
          </p:nvSpPr>
          <p:spPr>
            <a:xfrm>
              <a:off x="2143929" y="2078690"/>
              <a:ext cx="149" cy="54"/>
            </a:xfrm>
            <a:custGeom>
              <a:avLst/>
              <a:gdLst/>
              <a:ahLst/>
              <a:cxnLst/>
              <a:rect l="l" t="t" r="r" b="b"/>
              <a:pathLst>
                <a:path w="11" h="4" extrusionOk="0">
                  <a:moveTo>
                    <a:pt x="0"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34" name="Google Shape;11634;p76"/>
            <p:cNvSpPr/>
            <p:nvPr/>
          </p:nvSpPr>
          <p:spPr>
            <a:xfrm>
              <a:off x="2182720" y="2024163"/>
              <a:ext cx="149" cy="258"/>
            </a:xfrm>
            <a:custGeom>
              <a:avLst/>
              <a:gdLst/>
              <a:ahLst/>
              <a:cxnLst/>
              <a:rect l="l" t="t" r="r" b="b"/>
              <a:pathLst>
                <a:path w="11" h="19" extrusionOk="0">
                  <a:moveTo>
                    <a:pt x="0" y="1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35" name="Google Shape;11635;p76"/>
            <p:cNvSpPr/>
            <p:nvPr/>
          </p:nvSpPr>
          <p:spPr>
            <a:xfrm>
              <a:off x="2183765" y="2020932"/>
              <a:ext cx="54" cy="299"/>
            </a:xfrm>
            <a:custGeom>
              <a:avLst/>
              <a:gdLst/>
              <a:ahLst/>
              <a:cxnLst/>
              <a:rect l="l" t="t" r="r" b="b"/>
              <a:pathLst>
                <a:path w="4" h="22" extrusionOk="0">
                  <a:moveTo>
                    <a:pt x="0" y="22"/>
                  </a:moveTo>
                  <a:cubicBezTo>
                    <a:pt x="0" y="15"/>
                    <a:pt x="4" y="8"/>
                    <a:pt x="4" y="1"/>
                  </a:cubicBezTo>
                  <a:cubicBezTo>
                    <a:pt x="4" y="8"/>
                    <a:pt x="0" y="15"/>
                    <a:pt x="0"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36" name="Google Shape;11636;p76"/>
            <p:cNvSpPr/>
            <p:nvPr/>
          </p:nvSpPr>
          <p:spPr>
            <a:xfrm>
              <a:off x="2144839" y="2078405"/>
              <a:ext cx="774" cy="489"/>
            </a:xfrm>
            <a:custGeom>
              <a:avLst/>
              <a:gdLst/>
              <a:ahLst/>
              <a:cxnLst/>
              <a:rect l="l" t="t" r="r" b="b"/>
              <a:pathLst>
                <a:path w="57" h="36" extrusionOk="0">
                  <a:moveTo>
                    <a:pt x="0" y="0"/>
                  </a:moveTo>
                  <a:cubicBezTo>
                    <a:pt x="21" y="11"/>
                    <a:pt x="39" y="21"/>
                    <a:pt x="56" y="35"/>
                  </a:cubicBezTo>
                  <a:cubicBezTo>
                    <a:pt x="39" y="21"/>
                    <a:pt x="21"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37" name="Google Shape;11637;p76"/>
            <p:cNvSpPr/>
            <p:nvPr/>
          </p:nvSpPr>
          <p:spPr>
            <a:xfrm>
              <a:off x="2183670" y="2021461"/>
              <a:ext cx="54" cy="299"/>
            </a:xfrm>
            <a:custGeom>
              <a:avLst/>
              <a:gdLst/>
              <a:ahLst/>
              <a:cxnLst/>
              <a:rect l="l" t="t" r="r" b="b"/>
              <a:pathLst>
                <a:path w="4" h="22" extrusionOk="0">
                  <a:moveTo>
                    <a:pt x="0" y="21"/>
                  </a:moveTo>
                  <a:cubicBezTo>
                    <a:pt x="0" y="14"/>
                    <a:pt x="4" y="7"/>
                    <a:pt x="4" y="0"/>
                  </a:cubicBezTo>
                  <a:cubicBezTo>
                    <a:pt x="4" y="7"/>
                    <a:pt x="0" y="14"/>
                    <a:pt x="0"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38" name="Google Shape;11638;p76"/>
            <p:cNvSpPr/>
            <p:nvPr/>
          </p:nvSpPr>
          <p:spPr>
            <a:xfrm>
              <a:off x="2143359" y="2078975"/>
              <a:ext cx="149" cy="54"/>
            </a:xfrm>
            <a:custGeom>
              <a:avLst/>
              <a:gdLst/>
              <a:ahLst/>
              <a:cxnLst/>
              <a:rect l="l" t="t" r="r" b="b"/>
              <a:pathLst>
                <a:path w="11" h="4" extrusionOk="0">
                  <a:moveTo>
                    <a:pt x="0"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39" name="Google Shape;11639;p76"/>
            <p:cNvSpPr/>
            <p:nvPr/>
          </p:nvSpPr>
          <p:spPr>
            <a:xfrm>
              <a:off x="2183236" y="2022928"/>
              <a:ext cx="109" cy="299"/>
            </a:xfrm>
            <a:custGeom>
              <a:avLst/>
              <a:gdLst/>
              <a:ahLst/>
              <a:cxnLst/>
              <a:rect l="l" t="t" r="r" b="b"/>
              <a:pathLst>
                <a:path w="8" h="22" extrusionOk="0">
                  <a:moveTo>
                    <a:pt x="1" y="22"/>
                  </a:moveTo>
                  <a:cubicBezTo>
                    <a:pt x="4" y="15"/>
                    <a:pt x="8" y="8"/>
                    <a:pt x="8" y="1"/>
                  </a:cubicBezTo>
                  <a:cubicBezTo>
                    <a:pt x="8" y="8"/>
                    <a:pt x="4" y="15"/>
                    <a:pt x="1"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40" name="Google Shape;11640;p76"/>
            <p:cNvSpPr/>
            <p:nvPr/>
          </p:nvSpPr>
          <p:spPr>
            <a:xfrm>
              <a:off x="2142979" y="2079111"/>
              <a:ext cx="204" cy="109"/>
            </a:xfrm>
            <a:custGeom>
              <a:avLst/>
              <a:gdLst/>
              <a:ahLst/>
              <a:cxnLst/>
              <a:rect l="l" t="t" r="r" b="b"/>
              <a:pathLst>
                <a:path w="15" h="8" extrusionOk="0">
                  <a:moveTo>
                    <a:pt x="0" y="8"/>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41" name="Google Shape;11641;p76"/>
            <p:cNvSpPr/>
            <p:nvPr/>
          </p:nvSpPr>
          <p:spPr>
            <a:xfrm>
              <a:off x="2183521" y="2021977"/>
              <a:ext cx="109" cy="299"/>
            </a:xfrm>
            <a:custGeom>
              <a:avLst/>
              <a:gdLst/>
              <a:ahLst/>
              <a:cxnLst/>
              <a:rect l="l" t="t" r="r" b="b"/>
              <a:pathLst>
                <a:path w="8" h="22" extrusionOk="0">
                  <a:moveTo>
                    <a:pt x="8" y="1"/>
                  </a:moveTo>
                  <a:cubicBezTo>
                    <a:pt x="4" y="8"/>
                    <a:pt x="1" y="15"/>
                    <a:pt x="1" y="22"/>
                  </a:cubicBezTo>
                  <a:cubicBezTo>
                    <a:pt x="4" y="15"/>
                    <a:pt x="4" y="8"/>
                    <a:pt x="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42" name="Google Shape;11642;p76"/>
            <p:cNvSpPr/>
            <p:nvPr/>
          </p:nvSpPr>
          <p:spPr>
            <a:xfrm>
              <a:off x="2183385" y="2022452"/>
              <a:ext cx="109" cy="299"/>
            </a:xfrm>
            <a:custGeom>
              <a:avLst/>
              <a:gdLst/>
              <a:ahLst/>
              <a:cxnLst/>
              <a:rect l="l" t="t" r="r" b="b"/>
              <a:pathLst>
                <a:path w="8" h="22" extrusionOk="0">
                  <a:moveTo>
                    <a:pt x="0" y="22"/>
                  </a:moveTo>
                  <a:cubicBezTo>
                    <a:pt x="4" y="15"/>
                    <a:pt x="7" y="8"/>
                    <a:pt x="7" y="1"/>
                  </a:cubicBezTo>
                  <a:cubicBezTo>
                    <a:pt x="7" y="8"/>
                    <a:pt x="4" y="15"/>
                    <a:pt x="0"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43" name="Google Shape;11643;p76"/>
            <p:cNvSpPr/>
            <p:nvPr/>
          </p:nvSpPr>
          <p:spPr>
            <a:xfrm>
              <a:off x="2183100" y="2023362"/>
              <a:ext cx="109" cy="299"/>
            </a:xfrm>
            <a:custGeom>
              <a:avLst/>
              <a:gdLst/>
              <a:ahLst/>
              <a:cxnLst/>
              <a:rect l="l" t="t" r="r" b="b"/>
              <a:pathLst>
                <a:path w="8" h="22" extrusionOk="0">
                  <a:moveTo>
                    <a:pt x="0" y="21"/>
                  </a:moveTo>
                  <a:cubicBezTo>
                    <a:pt x="4" y="14"/>
                    <a:pt x="4" y="7"/>
                    <a:pt x="7" y="0"/>
                  </a:cubicBezTo>
                  <a:cubicBezTo>
                    <a:pt x="4" y="7"/>
                    <a:pt x="4" y="14"/>
                    <a:pt x="0"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44" name="Google Shape;11644;p76"/>
            <p:cNvSpPr/>
            <p:nvPr/>
          </p:nvSpPr>
          <p:spPr>
            <a:xfrm>
              <a:off x="2139462" y="2081107"/>
              <a:ext cx="394" cy="299"/>
            </a:xfrm>
            <a:custGeom>
              <a:avLst/>
              <a:gdLst/>
              <a:ahLst/>
              <a:cxnLst/>
              <a:rect l="l" t="t" r="r" b="b"/>
              <a:pathLst>
                <a:path w="29" h="22" extrusionOk="0">
                  <a:moveTo>
                    <a:pt x="0" y="22"/>
                  </a:moveTo>
                  <a:lnTo>
                    <a:pt x="2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45" name="Google Shape;11645;p76"/>
            <p:cNvSpPr/>
            <p:nvPr/>
          </p:nvSpPr>
          <p:spPr>
            <a:xfrm>
              <a:off x="2140127" y="2080727"/>
              <a:ext cx="339" cy="258"/>
            </a:xfrm>
            <a:custGeom>
              <a:avLst/>
              <a:gdLst/>
              <a:ahLst/>
              <a:cxnLst/>
              <a:rect l="l" t="t" r="r" b="b"/>
              <a:pathLst>
                <a:path w="25" h="19" extrusionOk="0">
                  <a:moveTo>
                    <a:pt x="0" y="18"/>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46" name="Google Shape;11646;p76"/>
            <p:cNvSpPr/>
            <p:nvPr/>
          </p:nvSpPr>
          <p:spPr>
            <a:xfrm>
              <a:off x="2140697" y="2080401"/>
              <a:ext cx="299" cy="204"/>
            </a:xfrm>
            <a:custGeom>
              <a:avLst/>
              <a:gdLst/>
              <a:ahLst/>
              <a:cxnLst/>
              <a:rect l="l" t="t" r="r" b="b"/>
              <a:pathLst>
                <a:path w="22" h="15" extrusionOk="0">
                  <a:moveTo>
                    <a:pt x="0" y="14"/>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47" name="Google Shape;11647;p76"/>
            <p:cNvSpPr/>
            <p:nvPr/>
          </p:nvSpPr>
          <p:spPr>
            <a:xfrm>
              <a:off x="2183860" y="2020361"/>
              <a:ext cx="14" cy="299"/>
            </a:xfrm>
            <a:custGeom>
              <a:avLst/>
              <a:gdLst/>
              <a:ahLst/>
              <a:cxnLst/>
              <a:rect l="l" t="t" r="r" b="b"/>
              <a:pathLst>
                <a:path w="1" h="22" extrusionOk="0">
                  <a:moveTo>
                    <a:pt x="0" y="22"/>
                  </a:moveTo>
                  <a:cubicBezTo>
                    <a:pt x="0" y="15"/>
                    <a:pt x="0" y="8"/>
                    <a:pt x="0" y="1"/>
                  </a:cubicBezTo>
                  <a:cubicBezTo>
                    <a:pt x="0" y="8"/>
                    <a:pt x="0" y="15"/>
                    <a:pt x="0"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48" name="Google Shape;11648;p76"/>
            <p:cNvSpPr/>
            <p:nvPr/>
          </p:nvSpPr>
          <p:spPr>
            <a:xfrm>
              <a:off x="2141213" y="2080062"/>
              <a:ext cx="299" cy="204"/>
            </a:xfrm>
            <a:custGeom>
              <a:avLst/>
              <a:gdLst/>
              <a:ahLst/>
              <a:cxnLst/>
              <a:rect l="l" t="t" r="r" b="b"/>
              <a:pathLst>
                <a:path w="22" h="15" extrusionOk="0">
                  <a:moveTo>
                    <a:pt x="1" y="15"/>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49" name="Google Shape;11649;p76"/>
            <p:cNvSpPr/>
            <p:nvPr/>
          </p:nvSpPr>
          <p:spPr>
            <a:xfrm>
              <a:off x="2183955" y="2019275"/>
              <a:ext cx="14" cy="299"/>
            </a:xfrm>
            <a:custGeom>
              <a:avLst/>
              <a:gdLst/>
              <a:ahLst/>
              <a:cxnLst/>
              <a:rect l="l" t="t" r="r" b="b"/>
              <a:pathLst>
                <a:path w="1" h="22" extrusionOk="0">
                  <a:moveTo>
                    <a:pt x="0" y="21"/>
                  </a:moveTo>
                  <a:lnTo>
                    <a:pt x="0" y="0"/>
                  </a:lnTo>
                  <a:cubicBezTo>
                    <a:pt x="0" y="4"/>
                    <a:pt x="0" y="11"/>
                    <a:pt x="0"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50" name="Google Shape;11650;p76"/>
            <p:cNvSpPr/>
            <p:nvPr/>
          </p:nvSpPr>
          <p:spPr>
            <a:xfrm>
              <a:off x="2141743" y="2079777"/>
              <a:ext cx="244" cy="204"/>
            </a:xfrm>
            <a:custGeom>
              <a:avLst/>
              <a:gdLst/>
              <a:ahLst/>
              <a:cxnLst/>
              <a:rect l="l" t="t" r="r" b="b"/>
              <a:pathLst>
                <a:path w="18" h="15" extrusionOk="0">
                  <a:moveTo>
                    <a:pt x="0" y="15"/>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51" name="Google Shape;11651;p76"/>
            <p:cNvSpPr/>
            <p:nvPr/>
          </p:nvSpPr>
          <p:spPr>
            <a:xfrm>
              <a:off x="2144214" y="2078595"/>
              <a:ext cx="109" cy="54"/>
            </a:xfrm>
            <a:custGeom>
              <a:avLst/>
              <a:gdLst/>
              <a:ahLst/>
              <a:cxnLst/>
              <a:rect l="l" t="t" r="r" b="b"/>
              <a:pathLst>
                <a:path w="8" h="4" extrusionOk="0">
                  <a:moveTo>
                    <a:pt x="1" y="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52" name="Google Shape;11652;p76"/>
            <p:cNvSpPr/>
            <p:nvPr/>
          </p:nvSpPr>
          <p:spPr>
            <a:xfrm>
              <a:off x="2142164" y="2079546"/>
              <a:ext cx="258" cy="149"/>
            </a:xfrm>
            <a:custGeom>
              <a:avLst/>
              <a:gdLst/>
              <a:ahLst/>
              <a:cxnLst/>
              <a:rect l="l" t="t" r="r" b="b"/>
              <a:pathLst>
                <a:path w="19" h="11" extrusionOk="0">
                  <a:moveTo>
                    <a:pt x="1" y="11"/>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53" name="Google Shape;11653;p76"/>
            <p:cNvSpPr/>
            <p:nvPr/>
          </p:nvSpPr>
          <p:spPr>
            <a:xfrm>
              <a:off x="2142598" y="2079301"/>
              <a:ext cx="244" cy="163"/>
            </a:xfrm>
            <a:custGeom>
              <a:avLst/>
              <a:gdLst/>
              <a:ahLst/>
              <a:cxnLst/>
              <a:rect l="l" t="t" r="r" b="b"/>
              <a:pathLst>
                <a:path w="18" h="12" extrusionOk="0">
                  <a:moveTo>
                    <a:pt x="0" y="1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54" name="Google Shape;11654;p76"/>
            <p:cNvSpPr/>
            <p:nvPr/>
          </p:nvSpPr>
          <p:spPr>
            <a:xfrm>
              <a:off x="2144594" y="2078500"/>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55" name="Google Shape;11655;p76"/>
            <p:cNvSpPr/>
            <p:nvPr/>
          </p:nvSpPr>
          <p:spPr>
            <a:xfrm>
              <a:off x="2144744" y="2078446"/>
              <a:ext cx="95" cy="14"/>
            </a:xfrm>
            <a:custGeom>
              <a:avLst/>
              <a:gdLst/>
              <a:ahLst/>
              <a:cxnLst/>
              <a:rect l="l" t="t" r="r" b="b"/>
              <a:pathLst>
                <a:path w="7"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56" name="Google Shape;11656;p76"/>
            <p:cNvSpPr/>
            <p:nvPr/>
          </p:nvSpPr>
          <p:spPr>
            <a:xfrm>
              <a:off x="2183901" y="2019845"/>
              <a:ext cx="14" cy="244"/>
            </a:xfrm>
            <a:custGeom>
              <a:avLst/>
              <a:gdLst/>
              <a:ahLst/>
              <a:cxnLst/>
              <a:rect l="l" t="t" r="r" b="b"/>
              <a:pathLst>
                <a:path w="1" h="18" extrusionOk="0">
                  <a:moveTo>
                    <a:pt x="1" y="18"/>
                  </a:moveTo>
                  <a:lnTo>
                    <a:pt x="1" y="0"/>
                  </a:lnTo>
                  <a:cubicBezTo>
                    <a:pt x="1" y="7"/>
                    <a:pt x="1" y="11"/>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57" name="Google Shape;11657;p76"/>
            <p:cNvSpPr/>
            <p:nvPr/>
          </p:nvSpPr>
          <p:spPr>
            <a:xfrm>
              <a:off x="2246887" y="2005399"/>
              <a:ext cx="109" cy="54"/>
            </a:xfrm>
            <a:custGeom>
              <a:avLst/>
              <a:gdLst/>
              <a:ahLst/>
              <a:cxnLst/>
              <a:rect l="l" t="t" r="r" b="b"/>
              <a:pathLst>
                <a:path w="8" h="4" extrusionOk="0">
                  <a:moveTo>
                    <a:pt x="0" y="0"/>
                  </a:moveTo>
                  <a:lnTo>
                    <a:pt x="7"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58" name="Google Shape;11658;p76"/>
            <p:cNvSpPr/>
            <p:nvPr/>
          </p:nvSpPr>
          <p:spPr>
            <a:xfrm>
              <a:off x="2263194" y="200981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59" name="Google Shape;11659;p76"/>
            <p:cNvSpPr/>
            <p:nvPr/>
          </p:nvSpPr>
          <p:spPr>
            <a:xfrm>
              <a:off x="2260818" y="2010572"/>
              <a:ext cx="299" cy="258"/>
            </a:xfrm>
            <a:custGeom>
              <a:avLst/>
              <a:gdLst/>
              <a:ahLst/>
              <a:cxnLst/>
              <a:rect l="l" t="t" r="r" b="b"/>
              <a:pathLst>
                <a:path w="22" h="19" extrusionOk="0">
                  <a:moveTo>
                    <a:pt x="0" y="18"/>
                  </a:moveTo>
                  <a:lnTo>
                    <a:pt x="0" y="18"/>
                  </a:lnTo>
                  <a:lnTo>
                    <a:pt x="21" y="1"/>
                  </a:ln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60" name="Google Shape;11660;p76"/>
            <p:cNvSpPr/>
            <p:nvPr/>
          </p:nvSpPr>
          <p:spPr>
            <a:xfrm>
              <a:off x="2266235" y="2012093"/>
              <a:ext cx="394" cy="353"/>
            </a:xfrm>
            <a:custGeom>
              <a:avLst/>
              <a:gdLst/>
              <a:ahLst/>
              <a:cxnLst/>
              <a:rect l="l" t="t" r="r" b="b"/>
              <a:pathLst>
                <a:path w="29" h="26" extrusionOk="0">
                  <a:moveTo>
                    <a:pt x="28"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61" name="Google Shape;11661;p76"/>
            <p:cNvSpPr/>
            <p:nvPr/>
          </p:nvSpPr>
          <p:spPr>
            <a:xfrm>
              <a:off x="2265665" y="2011617"/>
              <a:ext cx="394" cy="353"/>
            </a:xfrm>
            <a:custGeom>
              <a:avLst/>
              <a:gdLst/>
              <a:ahLst/>
              <a:cxnLst/>
              <a:rect l="l" t="t" r="r" b="b"/>
              <a:pathLst>
                <a:path w="29" h="26" extrusionOk="0">
                  <a:moveTo>
                    <a:pt x="28"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62" name="Google Shape;11662;p76"/>
            <p:cNvSpPr/>
            <p:nvPr/>
          </p:nvSpPr>
          <p:spPr>
            <a:xfrm>
              <a:off x="2265190" y="2011197"/>
              <a:ext cx="339" cy="339"/>
            </a:xfrm>
            <a:custGeom>
              <a:avLst/>
              <a:gdLst/>
              <a:ahLst/>
              <a:cxnLst/>
              <a:rect l="l" t="t" r="r" b="b"/>
              <a:pathLst>
                <a:path w="25" h="25" extrusionOk="0">
                  <a:moveTo>
                    <a:pt x="25" y="25"/>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63" name="Google Shape;11663;p76"/>
            <p:cNvSpPr/>
            <p:nvPr/>
          </p:nvSpPr>
          <p:spPr>
            <a:xfrm>
              <a:off x="2246643" y="2005155"/>
              <a:ext cx="68" cy="68"/>
            </a:xfrm>
            <a:custGeom>
              <a:avLst/>
              <a:gdLst/>
              <a:ahLst/>
              <a:cxnLst/>
              <a:rect l="l" t="t" r="r" b="b"/>
              <a:pathLst>
                <a:path w="5" h="5" extrusionOk="0">
                  <a:moveTo>
                    <a:pt x="1" y="1"/>
                  </a:moveTo>
                  <a:lnTo>
                    <a:pt x="4" y="4"/>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64" name="Google Shape;11664;p76"/>
            <p:cNvSpPr/>
            <p:nvPr/>
          </p:nvSpPr>
          <p:spPr>
            <a:xfrm>
              <a:off x="2263995" y="2010287"/>
              <a:ext cx="258" cy="204"/>
            </a:xfrm>
            <a:custGeom>
              <a:avLst/>
              <a:gdLst/>
              <a:ahLst/>
              <a:cxnLst/>
              <a:rect l="l" t="t" r="r" b="b"/>
              <a:pathLst>
                <a:path w="19" h="15" extrusionOk="0">
                  <a:moveTo>
                    <a:pt x="18"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65" name="Google Shape;11665;p76"/>
            <p:cNvSpPr/>
            <p:nvPr/>
          </p:nvSpPr>
          <p:spPr>
            <a:xfrm>
              <a:off x="2266805" y="2012527"/>
              <a:ext cx="394" cy="394"/>
            </a:xfrm>
            <a:custGeom>
              <a:avLst/>
              <a:gdLst/>
              <a:ahLst/>
              <a:cxnLst/>
              <a:rect l="l" t="t" r="r" b="b"/>
              <a:pathLst>
                <a:path w="29" h="29" extrusionOk="0">
                  <a:moveTo>
                    <a:pt x="28" y="2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66" name="Google Shape;11666;p76"/>
            <p:cNvSpPr/>
            <p:nvPr/>
          </p:nvSpPr>
          <p:spPr>
            <a:xfrm>
              <a:off x="2263710" y="2010056"/>
              <a:ext cx="258" cy="149"/>
            </a:xfrm>
            <a:custGeom>
              <a:avLst/>
              <a:gdLst/>
              <a:ahLst/>
              <a:cxnLst/>
              <a:rect l="l" t="t" r="r" b="b"/>
              <a:pathLst>
                <a:path w="19" h="11" extrusionOk="0">
                  <a:moveTo>
                    <a:pt x="18"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67" name="Google Shape;11667;p76"/>
            <p:cNvSpPr/>
            <p:nvPr/>
          </p:nvSpPr>
          <p:spPr>
            <a:xfrm>
              <a:off x="2261429" y="2010341"/>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68" name="Google Shape;11668;p76"/>
            <p:cNvSpPr/>
            <p:nvPr/>
          </p:nvSpPr>
          <p:spPr>
            <a:xfrm>
              <a:off x="2264334" y="2010531"/>
              <a:ext cx="299" cy="244"/>
            </a:xfrm>
            <a:custGeom>
              <a:avLst/>
              <a:gdLst/>
              <a:ahLst/>
              <a:cxnLst/>
              <a:rect l="l" t="t" r="r" b="b"/>
              <a:pathLst>
                <a:path w="22" h="18" extrusionOk="0">
                  <a:moveTo>
                    <a:pt x="21" y="1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69" name="Google Shape;11669;p76"/>
            <p:cNvSpPr/>
            <p:nvPr/>
          </p:nvSpPr>
          <p:spPr>
            <a:xfrm>
              <a:off x="2264714" y="2010857"/>
              <a:ext cx="339" cy="258"/>
            </a:xfrm>
            <a:custGeom>
              <a:avLst/>
              <a:gdLst/>
              <a:ahLst/>
              <a:cxnLst/>
              <a:rect l="l" t="t" r="r" b="b"/>
              <a:pathLst>
                <a:path w="25" h="19" extrusionOk="0">
                  <a:moveTo>
                    <a:pt x="25"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70" name="Google Shape;11670;p76"/>
            <p:cNvSpPr/>
            <p:nvPr/>
          </p:nvSpPr>
          <p:spPr>
            <a:xfrm>
              <a:off x="2263479" y="2009907"/>
              <a:ext cx="204" cy="163"/>
            </a:xfrm>
            <a:custGeom>
              <a:avLst/>
              <a:gdLst/>
              <a:ahLst/>
              <a:cxnLst/>
              <a:rect l="l" t="t" r="r" b="b"/>
              <a:pathLst>
                <a:path w="15" h="12" extrusionOk="0">
                  <a:moveTo>
                    <a:pt x="14"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71" name="Google Shape;11671;p76"/>
            <p:cNvSpPr/>
            <p:nvPr/>
          </p:nvSpPr>
          <p:spPr>
            <a:xfrm>
              <a:off x="2262528" y="2009866"/>
              <a:ext cx="14" cy="14"/>
            </a:xfrm>
            <a:custGeom>
              <a:avLst/>
              <a:gdLst/>
              <a:ahLst/>
              <a:cxnLst/>
              <a:rect l="l" t="t" r="r" b="b"/>
              <a:pathLst>
                <a:path w="1" h="1" extrusionOk="0">
                  <a:moveTo>
                    <a:pt x="0"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72" name="Google Shape;11672;p76"/>
            <p:cNvSpPr/>
            <p:nvPr/>
          </p:nvSpPr>
          <p:spPr>
            <a:xfrm>
              <a:off x="2262814" y="2009812"/>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73" name="Google Shape;11673;p76"/>
            <p:cNvSpPr/>
            <p:nvPr/>
          </p:nvSpPr>
          <p:spPr>
            <a:xfrm>
              <a:off x="2268706" y="2014143"/>
              <a:ext cx="394" cy="339"/>
            </a:xfrm>
            <a:custGeom>
              <a:avLst/>
              <a:gdLst/>
              <a:ahLst/>
              <a:cxnLst/>
              <a:rect l="l" t="t" r="r" b="b"/>
              <a:pathLst>
                <a:path w="29" h="25" extrusionOk="0">
                  <a:moveTo>
                    <a:pt x="28" y="25"/>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74" name="Google Shape;11674;p76"/>
            <p:cNvSpPr/>
            <p:nvPr/>
          </p:nvSpPr>
          <p:spPr>
            <a:xfrm>
              <a:off x="2251069" y="2010341"/>
              <a:ext cx="3001" cy="964"/>
            </a:xfrm>
            <a:custGeom>
              <a:avLst/>
              <a:gdLst/>
              <a:ahLst/>
              <a:cxnLst/>
              <a:rect l="l" t="t" r="r" b="b"/>
              <a:pathLst>
                <a:path w="221" h="71" extrusionOk="0">
                  <a:moveTo>
                    <a:pt x="221" y="70"/>
                  </a:moveTo>
                  <a:cubicBezTo>
                    <a:pt x="144" y="67"/>
                    <a:pt x="67" y="42"/>
                    <a:pt x="0" y="0"/>
                  </a:cubicBezTo>
                  <a:cubicBezTo>
                    <a:pt x="67" y="42"/>
                    <a:pt x="144" y="67"/>
                    <a:pt x="221" y="7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75" name="Google Shape;11675;p76"/>
            <p:cNvSpPr/>
            <p:nvPr/>
          </p:nvSpPr>
          <p:spPr>
            <a:xfrm>
              <a:off x="2268041" y="2013613"/>
              <a:ext cx="394" cy="353"/>
            </a:xfrm>
            <a:custGeom>
              <a:avLst/>
              <a:gdLst/>
              <a:ahLst/>
              <a:cxnLst/>
              <a:rect l="l" t="t" r="r" b="b"/>
              <a:pathLst>
                <a:path w="29" h="26" extrusionOk="0">
                  <a:moveTo>
                    <a:pt x="28"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76" name="Google Shape;11676;p76"/>
            <p:cNvSpPr/>
            <p:nvPr/>
          </p:nvSpPr>
          <p:spPr>
            <a:xfrm>
              <a:off x="2271367" y="2016560"/>
              <a:ext cx="149" cy="109"/>
            </a:xfrm>
            <a:custGeom>
              <a:avLst/>
              <a:gdLst/>
              <a:ahLst/>
              <a:cxnLst/>
              <a:rect l="l" t="t" r="r" b="b"/>
              <a:pathLst>
                <a:path w="11" h="8" extrusionOk="0">
                  <a:moveTo>
                    <a:pt x="0" y="1"/>
                  </a:moveTo>
                  <a:lnTo>
                    <a:pt x="11" y="8"/>
                  </a:ln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77" name="Google Shape;11677;p76"/>
            <p:cNvSpPr/>
            <p:nvPr/>
          </p:nvSpPr>
          <p:spPr>
            <a:xfrm>
              <a:off x="2269371" y="2014754"/>
              <a:ext cx="339" cy="299"/>
            </a:xfrm>
            <a:custGeom>
              <a:avLst/>
              <a:gdLst/>
              <a:ahLst/>
              <a:cxnLst/>
              <a:rect l="l" t="t" r="r" b="b"/>
              <a:pathLst>
                <a:path w="25" h="22" extrusionOk="0">
                  <a:moveTo>
                    <a:pt x="25" y="22"/>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78" name="Google Shape;11678;p76"/>
            <p:cNvSpPr/>
            <p:nvPr/>
          </p:nvSpPr>
          <p:spPr>
            <a:xfrm>
              <a:off x="2270743" y="2015949"/>
              <a:ext cx="353" cy="299"/>
            </a:xfrm>
            <a:custGeom>
              <a:avLst/>
              <a:gdLst/>
              <a:ahLst/>
              <a:cxnLst/>
              <a:rect l="l" t="t" r="r" b="b"/>
              <a:pathLst>
                <a:path w="26" h="22" extrusionOk="0">
                  <a:moveTo>
                    <a:pt x="25" y="2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79" name="Google Shape;11679;p76"/>
            <p:cNvSpPr/>
            <p:nvPr/>
          </p:nvSpPr>
          <p:spPr>
            <a:xfrm>
              <a:off x="2270037" y="2015324"/>
              <a:ext cx="339" cy="353"/>
            </a:xfrm>
            <a:custGeom>
              <a:avLst/>
              <a:gdLst/>
              <a:ahLst/>
              <a:cxnLst/>
              <a:rect l="l" t="t" r="r" b="b"/>
              <a:pathLst>
                <a:path w="25" h="26" extrusionOk="0">
                  <a:moveTo>
                    <a:pt x="25"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80" name="Google Shape;11680;p76"/>
            <p:cNvSpPr/>
            <p:nvPr/>
          </p:nvSpPr>
          <p:spPr>
            <a:xfrm>
              <a:off x="2247172" y="2005684"/>
              <a:ext cx="54" cy="54"/>
            </a:xfrm>
            <a:custGeom>
              <a:avLst/>
              <a:gdLst/>
              <a:ahLst/>
              <a:cxnLst/>
              <a:rect l="l" t="t" r="r" b="b"/>
              <a:pathLst>
                <a:path w="4" h="4" extrusionOk="0">
                  <a:moveTo>
                    <a:pt x="4"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81" name="Google Shape;11681;p76"/>
            <p:cNvSpPr/>
            <p:nvPr/>
          </p:nvSpPr>
          <p:spPr>
            <a:xfrm>
              <a:off x="2267416" y="2013043"/>
              <a:ext cx="394" cy="353"/>
            </a:xfrm>
            <a:custGeom>
              <a:avLst/>
              <a:gdLst/>
              <a:ahLst/>
              <a:cxnLst/>
              <a:rect l="l" t="t" r="r" b="b"/>
              <a:pathLst>
                <a:path w="29" h="26" extrusionOk="0">
                  <a:moveTo>
                    <a:pt x="29" y="2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82" name="Google Shape;11682;p76"/>
            <p:cNvSpPr/>
            <p:nvPr/>
          </p:nvSpPr>
          <p:spPr>
            <a:xfrm>
              <a:off x="2247362" y="2005915"/>
              <a:ext cx="54" cy="68"/>
            </a:xfrm>
            <a:custGeom>
              <a:avLst/>
              <a:gdLst/>
              <a:ahLst/>
              <a:cxnLst/>
              <a:rect l="l" t="t" r="r" b="b"/>
              <a:pathLst>
                <a:path w="4" h="5" extrusionOk="0">
                  <a:moveTo>
                    <a:pt x="4"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83" name="Google Shape;11683;p76"/>
            <p:cNvSpPr/>
            <p:nvPr/>
          </p:nvSpPr>
          <p:spPr>
            <a:xfrm>
              <a:off x="2271028" y="2020511"/>
              <a:ext cx="14" cy="149"/>
            </a:xfrm>
            <a:custGeom>
              <a:avLst/>
              <a:gdLst/>
              <a:ahLst/>
              <a:cxnLst/>
              <a:rect l="l" t="t" r="r" b="b"/>
              <a:pathLst>
                <a:path w="1" h="11" extrusionOk="0">
                  <a:moveTo>
                    <a:pt x="1"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84" name="Google Shape;11684;p76"/>
            <p:cNvSpPr/>
            <p:nvPr/>
          </p:nvSpPr>
          <p:spPr>
            <a:xfrm>
              <a:off x="2271367" y="2016655"/>
              <a:ext cx="149" cy="1059"/>
            </a:xfrm>
            <a:custGeom>
              <a:avLst/>
              <a:gdLst/>
              <a:ahLst/>
              <a:cxnLst/>
              <a:rect l="l" t="t" r="r" b="b"/>
              <a:pathLst>
                <a:path w="11" h="78" extrusionOk="0">
                  <a:moveTo>
                    <a:pt x="11" y="1"/>
                  </a:moveTo>
                  <a:lnTo>
                    <a:pt x="11" y="1"/>
                  </a:lnTo>
                  <a:cubicBezTo>
                    <a:pt x="7" y="18"/>
                    <a:pt x="4" y="43"/>
                    <a:pt x="0" y="78"/>
                  </a:cubicBezTo>
                  <a:cubicBezTo>
                    <a:pt x="4" y="46"/>
                    <a:pt x="7" y="18"/>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85" name="Google Shape;11685;p76"/>
            <p:cNvSpPr/>
            <p:nvPr/>
          </p:nvSpPr>
          <p:spPr>
            <a:xfrm>
              <a:off x="2270987" y="2020986"/>
              <a:ext cx="14" cy="204"/>
            </a:xfrm>
            <a:custGeom>
              <a:avLst/>
              <a:gdLst/>
              <a:ahLst/>
              <a:cxnLst/>
              <a:rect l="l" t="t" r="r" b="b"/>
              <a:pathLst>
                <a:path w="1" h="15" extrusionOk="0">
                  <a:moveTo>
                    <a:pt x="0"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86" name="Google Shape;11686;p76"/>
            <p:cNvSpPr/>
            <p:nvPr/>
          </p:nvSpPr>
          <p:spPr>
            <a:xfrm>
              <a:off x="2271082" y="2019981"/>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87" name="Google Shape;11687;p76"/>
            <p:cNvSpPr/>
            <p:nvPr/>
          </p:nvSpPr>
          <p:spPr>
            <a:xfrm>
              <a:off x="2271313" y="2017890"/>
              <a:ext cx="14" cy="204"/>
            </a:xfrm>
            <a:custGeom>
              <a:avLst/>
              <a:gdLst/>
              <a:ahLst/>
              <a:cxnLst/>
              <a:rect l="l" t="t" r="r" b="b"/>
              <a:pathLst>
                <a:path w="1" h="15" extrusionOk="0">
                  <a:moveTo>
                    <a:pt x="1"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88" name="Google Shape;11688;p76"/>
            <p:cNvSpPr/>
            <p:nvPr/>
          </p:nvSpPr>
          <p:spPr>
            <a:xfrm>
              <a:off x="2270933" y="2021461"/>
              <a:ext cx="14" cy="204"/>
            </a:xfrm>
            <a:custGeom>
              <a:avLst/>
              <a:gdLst/>
              <a:ahLst/>
              <a:cxnLst/>
              <a:rect l="l" t="t" r="r" b="b"/>
              <a:pathLst>
                <a:path w="1" h="15" extrusionOk="0">
                  <a:moveTo>
                    <a:pt x="1"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89" name="Google Shape;11689;p76"/>
            <p:cNvSpPr/>
            <p:nvPr/>
          </p:nvSpPr>
          <p:spPr>
            <a:xfrm>
              <a:off x="2261143" y="2049037"/>
              <a:ext cx="1018" cy="3992"/>
            </a:xfrm>
            <a:custGeom>
              <a:avLst/>
              <a:gdLst/>
              <a:ahLst/>
              <a:cxnLst/>
              <a:rect l="l" t="t" r="r" b="b"/>
              <a:pathLst>
                <a:path w="75" h="294" extrusionOk="0">
                  <a:moveTo>
                    <a:pt x="74" y="0"/>
                  </a:moveTo>
                  <a:cubicBezTo>
                    <a:pt x="67" y="137"/>
                    <a:pt x="39" y="241"/>
                    <a:pt x="1" y="294"/>
                  </a:cubicBezTo>
                  <a:cubicBezTo>
                    <a:pt x="43" y="241"/>
                    <a:pt x="67" y="137"/>
                    <a:pt x="7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90" name="Google Shape;11690;p76"/>
            <p:cNvSpPr/>
            <p:nvPr/>
          </p:nvSpPr>
          <p:spPr>
            <a:xfrm>
              <a:off x="2271272" y="2018325"/>
              <a:ext cx="14" cy="244"/>
            </a:xfrm>
            <a:custGeom>
              <a:avLst/>
              <a:gdLst/>
              <a:ahLst/>
              <a:cxnLst/>
              <a:rect l="l" t="t" r="r" b="b"/>
              <a:pathLst>
                <a:path w="1" h="18" extrusionOk="0">
                  <a:moveTo>
                    <a:pt x="0" y="1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91" name="Google Shape;11691;p76"/>
            <p:cNvSpPr/>
            <p:nvPr/>
          </p:nvSpPr>
          <p:spPr>
            <a:xfrm>
              <a:off x="2271123" y="2019370"/>
              <a:ext cx="14" cy="204"/>
            </a:xfrm>
            <a:custGeom>
              <a:avLst/>
              <a:gdLst/>
              <a:ahLst/>
              <a:cxnLst/>
              <a:rect l="l" t="t" r="r" b="b"/>
              <a:pathLst>
                <a:path w="1" h="15" extrusionOk="0">
                  <a:moveTo>
                    <a:pt x="1"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92" name="Google Shape;11692;p76"/>
            <p:cNvSpPr/>
            <p:nvPr/>
          </p:nvSpPr>
          <p:spPr>
            <a:xfrm>
              <a:off x="2270892" y="2021936"/>
              <a:ext cx="14" cy="149"/>
            </a:xfrm>
            <a:custGeom>
              <a:avLst/>
              <a:gdLst/>
              <a:ahLst/>
              <a:cxnLst/>
              <a:rect l="l" t="t" r="r" b="b"/>
              <a:pathLst>
                <a:path w="1" h="11" extrusionOk="0">
                  <a:moveTo>
                    <a:pt x="0"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93" name="Google Shape;11693;p76"/>
            <p:cNvSpPr/>
            <p:nvPr/>
          </p:nvSpPr>
          <p:spPr>
            <a:xfrm>
              <a:off x="2271177" y="2018800"/>
              <a:ext cx="14" cy="244"/>
            </a:xfrm>
            <a:custGeom>
              <a:avLst/>
              <a:gdLst/>
              <a:ahLst/>
              <a:cxnLst/>
              <a:rect l="l" t="t" r="r" b="b"/>
              <a:pathLst>
                <a:path w="1" h="18" extrusionOk="0">
                  <a:moveTo>
                    <a:pt x="0" y="1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94" name="Google Shape;11694;p76"/>
            <p:cNvSpPr/>
            <p:nvPr/>
          </p:nvSpPr>
          <p:spPr>
            <a:xfrm>
              <a:off x="2270892" y="2022357"/>
              <a:ext cx="14" cy="163"/>
            </a:xfrm>
            <a:custGeom>
              <a:avLst/>
              <a:gdLst/>
              <a:ahLst/>
              <a:cxnLst/>
              <a:rect l="l" t="t" r="r" b="b"/>
              <a:pathLst>
                <a:path w="1" h="12" extrusionOk="0">
                  <a:moveTo>
                    <a:pt x="0" y="11"/>
                  </a:moveTo>
                  <a:lnTo>
                    <a:pt x="0" y="1"/>
                  </a:lnTo>
                  <a:cubicBezTo>
                    <a:pt x="0" y="1"/>
                    <a:pt x="0" y="8"/>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95" name="Google Shape;11695;p76"/>
            <p:cNvSpPr/>
            <p:nvPr/>
          </p:nvSpPr>
          <p:spPr>
            <a:xfrm>
              <a:off x="2260668" y="2062248"/>
              <a:ext cx="9192" cy="13265"/>
            </a:xfrm>
            <a:custGeom>
              <a:avLst/>
              <a:gdLst/>
              <a:ahLst/>
              <a:cxnLst/>
              <a:rect l="l" t="t" r="r" b="b"/>
              <a:pathLst>
                <a:path w="677" h="977" extrusionOk="0">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96" name="Google Shape;11696;p76"/>
            <p:cNvSpPr/>
            <p:nvPr/>
          </p:nvSpPr>
          <p:spPr>
            <a:xfrm>
              <a:off x="2266140" y="2062628"/>
              <a:ext cx="109" cy="204"/>
            </a:xfrm>
            <a:custGeom>
              <a:avLst/>
              <a:gdLst/>
              <a:ahLst/>
              <a:cxnLst/>
              <a:rect l="l" t="t" r="r" b="b"/>
              <a:pathLst>
                <a:path w="8" h="15" extrusionOk="0">
                  <a:moveTo>
                    <a:pt x="7" y="0"/>
                  </a:moveTo>
                  <a:lnTo>
                    <a:pt x="7" y="0"/>
                  </a:lnTo>
                  <a:cubicBezTo>
                    <a:pt x="4" y="4"/>
                    <a:pt x="0" y="7"/>
                    <a:pt x="0" y="14"/>
                  </a:cubicBezTo>
                  <a:cubicBezTo>
                    <a:pt x="4" y="7"/>
                    <a:pt x="4" y="4"/>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97" name="Google Shape;11697;p76"/>
            <p:cNvSpPr/>
            <p:nvPr/>
          </p:nvSpPr>
          <p:spPr>
            <a:xfrm>
              <a:off x="2263044" y="2064624"/>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98" name="Google Shape;11698;p76"/>
            <p:cNvSpPr/>
            <p:nvPr/>
          </p:nvSpPr>
          <p:spPr>
            <a:xfrm>
              <a:off x="2265515" y="2063388"/>
              <a:ext cx="353" cy="339"/>
            </a:xfrm>
            <a:custGeom>
              <a:avLst/>
              <a:gdLst/>
              <a:ahLst/>
              <a:cxnLst/>
              <a:rect l="l" t="t" r="r" b="b"/>
              <a:pathLst>
                <a:path w="26" h="25" extrusionOk="0">
                  <a:moveTo>
                    <a:pt x="1" y="25"/>
                  </a:moveTo>
                  <a:cubicBezTo>
                    <a:pt x="8" y="18"/>
                    <a:pt x="15" y="7"/>
                    <a:pt x="25" y="0"/>
                  </a:cubicBezTo>
                  <a:cubicBezTo>
                    <a:pt x="15" y="7"/>
                    <a:pt x="8" y="18"/>
                    <a:pt x="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99" name="Google Shape;11699;p76"/>
            <p:cNvSpPr/>
            <p:nvPr/>
          </p:nvSpPr>
          <p:spPr>
            <a:xfrm>
              <a:off x="2261103" y="2064380"/>
              <a:ext cx="434" cy="109"/>
            </a:xfrm>
            <a:custGeom>
              <a:avLst/>
              <a:gdLst/>
              <a:ahLst/>
              <a:cxnLst/>
              <a:rect l="l" t="t" r="r" b="b"/>
              <a:pathLst>
                <a:path w="32" h="8" extrusionOk="0">
                  <a:moveTo>
                    <a:pt x="0" y="1"/>
                  </a:moveTo>
                  <a:lnTo>
                    <a:pt x="32"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00" name="Google Shape;11700;p76"/>
            <p:cNvSpPr/>
            <p:nvPr/>
          </p:nvSpPr>
          <p:spPr>
            <a:xfrm>
              <a:off x="2264904" y="2064054"/>
              <a:ext cx="149" cy="109"/>
            </a:xfrm>
            <a:custGeom>
              <a:avLst/>
              <a:gdLst/>
              <a:ahLst/>
              <a:cxnLst/>
              <a:rect l="l" t="t" r="r" b="b"/>
              <a:pathLst>
                <a:path w="11" h="8" extrusionOk="0">
                  <a:moveTo>
                    <a:pt x="0" y="7"/>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01" name="Google Shape;11701;p76"/>
            <p:cNvSpPr/>
            <p:nvPr/>
          </p:nvSpPr>
          <p:spPr>
            <a:xfrm>
              <a:off x="2264375" y="2064339"/>
              <a:ext cx="109" cy="54"/>
            </a:xfrm>
            <a:custGeom>
              <a:avLst/>
              <a:gdLst/>
              <a:ahLst/>
              <a:cxnLst/>
              <a:rect l="l" t="t" r="r" b="b"/>
              <a:pathLst>
                <a:path w="8" h="4" extrusionOk="0">
                  <a:moveTo>
                    <a:pt x="1" y="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02" name="Google Shape;11702;p76"/>
            <p:cNvSpPr/>
            <p:nvPr/>
          </p:nvSpPr>
          <p:spPr>
            <a:xfrm>
              <a:off x="2262243" y="2064570"/>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03" name="Google Shape;11703;p76"/>
            <p:cNvSpPr/>
            <p:nvPr/>
          </p:nvSpPr>
          <p:spPr>
            <a:xfrm>
              <a:off x="2263615" y="2064570"/>
              <a:ext cx="163" cy="14"/>
            </a:xfrm>
            <a:custGeom>
              <a:avLst/>
              <a:gdLst/>
              <a:ahLst/>
              <a:cxnLst/>
              <a:rect l="l" t="t" r="r" b="b"/>
              <a:pathLst>
                <a:path w="12" h="1" extrusionOk="0">
                  <a:moveTo>
                    <a:pt x="1"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04" name="Google Shape;11704;p76"/>
            <p:cNvSpPr/>
            <p:nvPr/>
          </p:nvSpPr>
          <p:spPr>
            <a:xfrm>
              <a:off x="2260668" y="2064380"/>
              <a:ext cx="258" cy="14"/>
            </a:xfrm>
            <a:custGeom>
              <a:avLst/>
              <a:gdLst/>
              <a:ahLst/>
              <a:cxnLst/>
              <a:rect l="l" t="t" r="r" b="b"/>
              <a:pathLst>
                <a:path w="19" h="1" extrusionOk="0">
                  <a:moveTo>
                    <a:pt x="18" y="1"/>
                  </a:moveTo>
                  <a:lnTo>
                    <a:pt x="1" y="1"/>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05" name="Google Shape;11705;p76"/>
            <p:cNvSpPr/>
            <p:nvPr/>
          </p:nvSpPr>
          <p:spPr>
            <a:xfrm>
              <a:off x="2265896" y="2063008"/>
              <a:ext cx="163" cy="244"/>
            </a:xfrm>
            <a:custGeom>
              <a:avLst/>
              <a:gdLst/>
              <a:ahLst/>
              <a:cxnLst/>
              <a:rect l="l" t="t" r="r" b="b"/>
              <a:pathLst>
                <a:path w="12" h="18" extrusionOk="0">
                  <a:moveTo>
                    <a:pt x="1" y="18"/>
                  </a:moveTo>
                  <a:cubicBezTo>
                    <a:pt x="4" y="11"/>
                    <a:pt x="11" y="4"/>
                    <a:pt x="11" y="0"/>
                  </a:cubicBezTo>
                  <a:cubicBezTo>
                    <a:pt x="11" y="4"/>
                    <a:pt x="4" y="11"/>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06" name="Google Shape;11706;p76"/>
            <p:cNvSpPr/>
            <p:nvPr/>
          </p:nvSpPr>
          <p:spPr>
            <a:xfrm>
              <a:off x="2266235" y="2062194"/>
              <a:ext cx="2050" cy="258"/>
            </a:xfrm>
            <a:custGeom>
              <a:avLst/>
              <a:gdLst/>
              <a:ahLst/>
              <a:cxnLst/>
              <a:rect l="l" t="t" r="r" b="b"/>
              <a:pathLst>
                <a:path w="151" h="19" extrusionOk="0">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07" name="Google Shape;11707;p76"/>
            <p:cNvSpPr/>
            <p:nvPr/>
          </p:nvSpPr>
          <p:spPr>
            <a:xfrm>
              <a:off x="2260668" y="2064339"/>
              <a:ext cx="353" cy="4616"/>
            </a:xfrm>
            <a:custGeom>
              <a:avLst/>
              <a:gdLst/>
              <a:ahLst/>
              <a:cxnLst/>
              <a:rect l="l" t="t" r="r" b="b"/>
              <a:pathLst>
                <a:path w="26" h="340" extrusionOk="0">
                  <a:moveTo>
                    <a:pt x="1" y="0"/>
                  </a:moveTo>
                  <a:lnTo>
                    <a:pt x="25" y="340"/>
                  </a:lnTo>
                  <a:lnTo>
                    <a:pt x="25" y="34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08" name="Google Shape;11708;p76"/>
            <p:cNvSpPr/>
            <p:nvPr/>
          </p:nvSpPr>
          <p:spPr>
            <a:xfrm>
              <a:off x="2267851" y="2123754"/>
              <a:ext cx="76781" cy="124832"/>
            </a:xfrm>
            <a:custGeom>
              <a:avLst/>
              <a:gdLst/>
              <a:ahLst/>
              <a:cxnLst/>
              <a:rect l="l" t="t" r="r" b="b"/>
              <a:pathLst>
                <a:path w="5655" h="9194" extrusionOk="0">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09" name="Google Shape;11709;p76"/>
            <p:cNvSpPr/>
            <p:nvPr/>
          </p:nvSpPr>
          <p:spPr>
            <a:xfrm>
              <a:off x="2344428" y="2155362"/>
              <a:ext cx="14" cy="14"/>
            </a:xfrm>
            <a:custGeom>
              <a:avLst/>
              <a:gdLst/>
              <a:ahLst/>
              <a:cxnLst/>
              <a:rect l="l" t="t" r="r" b="b"/>
              <a:pathLst>
                <a:path w="1" h="1" extrusionOk="0">
                  <a:moveTo>
                    <a:pt x="0"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10" name="Google Shape;11710;p76"/>
            <p:cNvSpPr/>
            <p:nvPr/>
          </p:nvSpPr>
          <p:spPr>
            <a:xfrm>
              <a:off x="2275454" y="2213298"/>
              <a:ext cx="489" cy="448"/>
            </a:xfrm>
            <a:custGeom>
              <a:avLst/>
              <a:gdLst/>
              <a:ahLst/>
              <a:cxnLst/>
              <a:rect l="l" t="t" r="r" b="b"/>
              <a:pathLst>
                <a:path w="36" h="33" extrusionOk="0">
                  <a:moveTo>
                    <a:pt x="35" y="1"/>
                  </a:moveTo>
                  <a:lnTo>
                    <a:pt x="0" y="32"/>
                  </a:lnTo>
                  <a:lnTo>
                    <a:pt x="4" y="32"/>
                  </a:lnTo>
                  <a:lnTo>
                    <a:pt x="3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11" name="Google Shape;11711;p76"/>
            <p:cNvSpPr/>
            <p:nvPr/>
          </p:nvSpPr>
          <p:spPr>
            <a:xfrm>
              <a:off x="2276119" y="2212116"/>
              <a:ext cx="1059" cy="964"/>
            </a:xfrm>
            <a:custGeom>
              <a:avLst/>
              <a:gdLst/>
              <a:ahLst/>
              <a:cxnLst/>
              <a:rect l="l" t="t" r="r" b="b"/>
              <a:pathLst>
                <a:path w="78" h="71" extrusionOk="0">
                  <a:moveTo>
                    <a:pt x="77" y="0"/>
                  </a:moveTo>
                  <a:lnTo>
                    <a:pt x="0" y="7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12" name="Google Shape;11712;p76"/>
            <p:cNvSpPr/>
            <p:nvPr/>
          </p:nvSpPr>
          <p:spPr>
            <a:xfrm>
              <a:off x="2280777" y="2242204"/>
              <a:ext cx="14" cy="339"/>
            </a:xfrm>
            <a:custGeom>
              <a:avLst/>
              <a:gdLst/>
              <a:ahLst/>
              <a:cxnLst/>
              <a:rect l="l" t="t" r="r" b="b"/>
              <a:pathLst>
                <a:path w="1" h="25" extrusionOk="0">
                  <a:moveTo>
                    <a:pt x="0" y="25"/>
                  </a:moveTo>
                  <a:lnTo>
                    <a:pt x="0" y="0"/>
                  </a:ln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13" name="Google Shape;11713;p76"/>
            <p:cNvSpPr/>
            <p:nvPr/>
          </p:nvSpPr>
          <p:spPr>
            <a:xfrm>
              <a:off x="2280817" y="2243155"/>
              <a:ext cx="448" cy="4141"/>
            </a:xfrm>
            <a:custGeom>
              <a:avLst/>
              <a:gdLst/>
              <a:ahLst/>
              <a:cxnLst/>
              <a:rect l="l" t="t" r="r" b="b"/>
              <a:pathLst>
                <a:path w="33" h="305" extrusionOk="0">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14" name="Google Shape;11714;p76"/>
            <p:cNvSpPr/>
            <p:nvPr/>
          </p:nvSpPr>
          <p:spPr>
            <a:xfrm>
              <a:off x="2281252" y="2247282"/>
              <a:ext cx="204" cy="1494"/>
            </a:xfrm>
            <a:custGeom>
              <a:avLst/>
              <a:gdLst/>
              <a:ahLst/>
              <a:cxnLst/>
              <a:rect l="l" t="t" r="r" b="b"/>
              <a:pathLst>
                <a:path w="15" h="110" extrusionOk="0">
                  <a:moveTo>
                    <a:pt x="0" y="1"/>
                  </a:moveTo>
                  <a:cubicBezTo>
                    <a:pt x="4" y="36"/>
                    <a:pt x="7" y="71"/>
                    <a:pt x="14" y="109"/>
                  </a:cubicBez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15" name="Google Shape;11715;p76"/>
            <p:cNvSpPr/>
            <p:nvPr/>
          </p:nvSpPr>
          <p:spPr>
            <a:xfrm>
              <a:off x="2276215" y="2216393"/>
              <a:ext cx="54" cy="149"/>
            </a:xfrm>
            <a:custGeom>
              <a:avLst/>
              <a:gdLst/>
              <a:ahLst/>
              <a:cxnLst/>
              <a:rect l="l" t="t" r="r" b="b"/>
              <a:pathLst>
                <a:path w="4" h="11" extrusionOk="0">
                  <a:moveTo>
                    <a:pt x="0" y="0"/>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16" name="Google Shape;11716;p76"/>
            <p:cNvSpPr/>
            <p:nvPr/>
          </p:nvSpPr>
          <p:spPr>
            <a:xfrm>
              <a:off x="2280722" y="2241389"/>
              <a:ext cx="14" cy="828"/>
            </a:xfrm>
            <a:custGeom>
              <a:avLst/>
              <a:gdLst/>
              <a:ahLst/>
              <a:cxnLst/>
              <a:rect l="l" t="t" r="r" b="b"/>
              <a:pathLst>
                <a:path w="1" h="61" extrusionOk="0">
                  <a:moveTo>
                    <a:pt x="1" y="53"/>
                  </a:moveTo>
                  <a:lnTo>
                    <a:pt x="1" y="53"/>
                  </a:lnTo>
                  <a:lnTo>
                    <a:pt x="1" y="60"/>
                  </a:lnTo>
                  <a:lnTo>
                    <a:pt x="1" y="1"/>
                  </a:lnTo>
                  <a:cubicBezTo>
                    <a:pt x="1" y="18"/>
                    <a:pt x="1" y="36"/>
                    <a:pt x="1" y="5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17" name="Google Shape;11717;p76"/>
            <p:cNvSpPr/>
            <p:nvPr/>
          </p:nvSpPr>
          <p:spPr>
            <a:xfrm>
              <a:off x="2281917" y="224870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18" name="Google Shape;11718;p76"/>
            <p:cNvSpPr/>
            <p:nvPr/>
          </p:nvSpPr>
          <p:spPr>
            <a:xfrm>
              <a:off x="2280777" y="2242530"/>
              <a:ext cx="54" cy="638"/>
            </a:xfrm>
            <a:custGeom>
              <a:avLst/>
              <a:gdLst/>
              <a:ahLst/>
              <a:cxnLst/>
              <a:rect l="l" t="t" r="r" b="b"/>
              <a:pathLst>
                <a:path w="4" h="47" extrusionOk="0">
                  <a:moveTo>
                    <a:pt x="0" y="1"/>
                  </a:moveTo>
                  <a:cubicBezTo>
                    <a:pt x="0" y="15"/>
                    <a:pt x="0" y="32"/>
                    <a:pt x="4" y="46"/>
                  </a:cubicBez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19" name="Google Shape;11719;p76"/>
            <p:cNvSpPr/>
            <p:nvPr/>
          </p:nvSpPr>
          <p:spPr>
            <a:xfrm>
              <a:off x="2275875" y="2215158"/>
              <a:ext cx="68" cy="109"/>
            </a:xfrm>
            <a:custGeom>
              <a:avLst/>
              <a:gdLst/>
              <a:ahLst/>
              <a:cxnLst/>
              <a:rect l="l" t="t" r="r" b="b"/>
              <a:pathLst>
                <a:path w="5" h="8" extrusionOk="0">
                  <a:moveTo>
                    <a:pt x="1" y="0"/>
                  </a:moveTo>
                  <a:lnTo>
                    <a:pt x="4"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20" name="Google Shape;11720;p76"/>
            <p:cNvSpPr/>
            <p:nvPr/>
          </p:nvSpPr>
          <p:spPr>
            <a:xfrm>
              <a:off x="2275780" y="2214683"/>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21" name="Google Shape;11721;p76"/>
            <p:cNvSpPr/>
            <p:nvPr/>
          </p:nvSpPr>
          <p:spPr>
            <a:xfrm>
              <a:off x="2276024" y="2215728"/>
              <a:ext cx="54" cy="149"/>
            </a:xfrm>
            <a:custGeom>
              <a:avLst/>
              <a:gdLst/>
              <a:ahLst/>
              <a:cxnLst/>
              <a:rect l="l" t="t" r="r" b="b"/>
              <a:pathLst>
                <a:path w="4" h="11" extrusionOk="0">
                  <a:moveTo>
                    <a:pt x="0" y="0"/>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22" name="Google Shape;11722;p76"/>
            <p:cNvSpPr/>
            <p:nvPr/>
          </p:nvSpPr>
          <p:spPr>
            <a:xfrm>
              <a:off x="2280722" y="2242109"/>
              <a:ext cx="163" cy="1534"/>
            </a:xfrm>
            <a:custGeom>
              <a:avLst/>
              <a:gdLst/>
              <a:ahLst/>
              <a:cxnLst/>
              <a:rect l="l" t="t" r="r" b="b"/>
              <a:pathLst>
                <a:path w="12" h="113" extrusionOk="0">
                  <a:moveTo>
                    <a:pt x="1" y="0"/>
                  </a:moveTo>
                  <a:cubicBezTo>
                    <a:pt x="1" y="28"/>
                    <a:pt x="4" y="67"/>
                    <a:pt x="11" y="112"/>
                  </a:cubicBezTo>
                  <a:lnTo>
                    <a:pt x="8" y="77"/>
                  </a:lnTo>
                  <a:cubicBezTo>
                    <a:pt x="8" y="60"/>
                    <a:pt x="4" y="46"/>
                    <a:pt x="4" y="32"/>
                  </a:cubicBezTo>
                  <a:lnTo>
                    <a:pt x="4" y="7"/>
                  </a:ln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23" name="Google Shape;11723;p76"/>
            <p:cNvSpPr/>
            <p:nvPr/>
          </p:nvSpPr>
          <p:spPr>
            <a:xfrm>
              <a:off x="2281252" y="2247296"/>
              <a:ext cx="204" cy="1480"/>
            </a:xfrm>
            <a:custGeom>
              <a:avLst/>
              <a:gdLst/>
              <a:ahLst/>
              <a:cxnLst/>
              <a:rect l="l" t="t" r="r" b="b"/>
              <a:pathLst>
                <a:path w="15" h="109" extrusionOk="0">
                  <a:moveTo>
                    <a:pt x="0" y="0"/>
                  </a:moveTo>
                  <a:lnTo>
                    <a:pt x="0" y="0"/>
                  </a:lnTo>
                  <a:cubicBezTo>
                    <a:pt x="4" y="35"/>
                    <a:pt x="7" y="73"/>
                    <a:pt x="14" y="108"/>
                  </a:cubicBezTo>
                  <a:cubicBezTo>
                    <a:pt x="7" y="70"/>
                    <a:pt x="4" y="35"/>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24" name="Google Shape;11724;p76"/>
            <p:cNvSpPr/>
            <p:nvPr/>
          </p:nvSpPr>
          <p:spPr>
            <a:xfrm>
              <a:off x="2269222" y="2162721"/>
              <a:ext cx="258" cy="68"/>
            </a:xfrm>
            <a:custGeom>
              <a:avLst/>
              <a:gdLst/>
              <a:ahLst/>
              <a:cxnLst/>
              <a:rect l="l" t="t" r="r" b="b"/>
              <a:pathLst>
                <a:path w="19" h="5" extrusionOk="0">
                  <a:moveTo>
                    <a:pt x="1" y="4"/>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25" name="Google Shape;11725;p76"/>
            <p:cNvSpPr/>
            <p:nvPr/>
          </p:nvSpPr>
          <p:spPr>
            <a:xfrm>
              <a:off x="2268611" y="2149850"/>
              <a:ext cx="18737" cy="6802"/>
            </a:xfrm>
            <a:custGeom>
              <a:avLst/>
              <a:gdLst/>
              <a:ahLst/>
              <a:cxnLst/>
              <a:rect l="l" t="t" r="r" b="b"/>
              <a:pathLst>
                <a:path w="1380" h="501" extrusionOk="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26" name="Google Shape;11726;p76"/>
            <p:cNvSpPr/>
            <p:nvPr/>
          </p:nvSpPr>
          <p:spPr>
            <a:xfrm>
              <a:off x="2267851" y="2156693"/>
              <a:ext cx="720" cy="244"/>
            </a:xfrm>
            <a:custGeom>
              <a:avLst/>
              <a:gdLst/>
              <a:ahLst/>
              <a:cxnLst/>
              <a:rect l="l" t="t" r="r" b="b"/>
              <a:pathLst>
                <a:path w="53" h="18" extrusionOk="0">
                  <a:moveTo>
                    <a:pt x="53"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27" name="Google Shape;11727;p76"/>
            <p:cNvSpPr/>
            <p:nvPr/>
          </p:nvSpPr>
          <p:spPr>
            <a:xfrm>
              <a:off x="2262854" y="2051169"/>
              <a:ext cx="78532" cy="79768"/>
            </a:xfrm>
            <a:custGeom>
              <a:avLst/>
              <a:gdLst/>
              <a:ahLst/>
              <a:cxnLst/>
              <a:rect l="l" t="t" r="r" b="b"/>
              <a:pathLst>
                <a:path w="5784" h="5875" extrusionOk="0">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28" name="Google Shape;11728;p76"/>
            <p:cNvSpPr/>
            <p:nvPr/>
          </p:nvSpPr>
          <p:spPr>
            <a:xfrm>
              <a:off x="2274164" y="2107447"/>
              <a:ext cx="258" cy="54"/>
            </a:xfrm>
            <a:custGeom>
              <a:avLst/>
              <a:gdLst/>
              <a:ahLst/>
              <a:cxnLst/>
              <a:rect l="l" t="t" r="r" b="b"/>
              <a:pathLst>
                <a:path w="19" h="4" extrusionOk="0">
                  <a:moveTo>
                    <a:pt x="1" y="0"/>
                  </a:moveTo>
                  <a:lnTo>
                    <a:pt x="1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29" name="Google Shape;11729;p76"/>
            <p:cNvSpPr/>
            <p:nvPr/>
          </p:nvSpPr>
          <p:spPr>
            <a:xfrm>
              <a:off x="2273173" y="2107203"/>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30" name="Google Shape;11730;p76"/>
            <p:cNvSpPr/>
            <p:nvPr/>
          </p:nvSpPr>
          <p:spPr>
            <a:xfrm>
              <a:off x="2275739" y="2108058"/>
              <a:ext cx="244" cy="109"/>
            </a:xfrm>
            <a:custGeom>
              <a:avLst/>
              <a:gdLst/>
              <a:ahLst/>
              <a:cxnLst/>
              <a:rect l="l" t="t" r="r" b="b"/>
              <a:pathLst>
                <a:path w="18" h="8" extrusionOk="0">
                  <a:moveTo>
                    <a:pt x="0" y="1"/>
                  </a:moveTo>
                  <a:lnTo>
                    <a:pt x="1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31" name="Google Shape;11731;p76"/>
            <p:cNvSpPr/>
            <p:nvPr/>
          </p:nvSpPr>
          <p:spPr>
            <a:xfrm>
              <a:off x="2274694" y="2107583"/>
              <a:ext cx="244" cy="109"/>
            </a:xfrm>
            <a:custGeom>
              <a:avLst/>
              <a:gdLst/>
              <a:ahLst/>
              <a:cxnLst/>
              <a:rect l="l" t="t" r="r" b="b"/>
              <a:pathLst>
                <a:path w="18" h="8" extrusionOk="0">
                  <a:moveTo>
                    <a:pt x="0" y="1"/>
                  </a:moveTo>
                  <a:lnTo>
                    <a:pt x="1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32" name="Google Shape;11732;p76"/>
            <p:cNvSpPr/>
            <p:nvPr/>
          </p:nvSpPr>
          <p:spPr>
            <a:xfrm>
              <a:off x="2275210" y="2107828"/>
              <a:ext cx="258" cy="109"/>
            </a:xfrm>
            <a:custGeom>
              <a:avLst/>
              <a:gdLst/>
              <a:ahLst/>
              <a:cxnLst/>
              <a:rect l="l" t="t" r="r" b="b"/>
              <a:pathLst>
                <a:path w="19" h="8" extrusionOk="0">
                  <a:moveTo>
                    <a:pt x="1" y="0"/>
                  </a:moveTo>
                  <a:lnTo>
                    <a:pt x="18"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33" name="Google Shape;11733;p76"/>
            <p:cNvSpPr/>
            <p:nvPr/>
          </p:nvSpPr>
          <p:spPr>
            <a:xfrm>
              <a:off x="2273648" y="2107298"/>
              <a:ext cx="244" cy="68"/>
            </a:xfrm>
            <a:custGeom>
              <a:avLst/>
              <a:gdLst/>
              <a:ahLst/>
              <a:cxnLst/>
              <a:rect l="l" t="t" r="r" b="b"/>
              <a:pathLst>
                <a:path w="18" h="5" extrusionOk="0">
                  <a:moveTo>
                    <a:pt x="0" y="1"/>
                  </a:moveTo>
                  <a:lnTo>
                    <a:pt x="1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34" name="Google Shape;11734;p76"/>
            <p:cNvSpPr/>
            <p:nvPr/>
          </p:nvSpPr>
          <p:spPr>
            <a:xfrm>
              <a:off x="2276310" y="2108344"/>
              <a:ext cx="204" cy="68"/>
            </a:xfrm>
            <a:custGeom>
              <a:avLst/>
              <a:gdLst/>
              <a:ahLst/>
              <a:cxnLst/>
              <a:rect l="l" t="t" r="r" b="b"/>
              <a:pathLst>
                <a:path w="15" h="5" extrusionOk="0">
                  <a:moveTo>
                    <a:pt x="0" y="1"/>
                  </a:moveTo>
                  <a:lnTo>
                    <a:pt x="1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35" name="Google Shape;11735;p76"/>
            <p:cNvSpPr/>
            <p:nvPr/>
          </p:nvSpPr>
          <p:spPr>
            <a:xfrm>
              <a:off x="2272168" y="2060822"/>
              <a:ext cx="258" cy="244"/>
            </a:xfrm>
            <a:custGeom>
              <a:avLst/>
              <a:gdLst/>
              <a:ahLst/>
              <a:cxnLst/>
              <a:rect l="l" t="t" r="r" b="b"/>
              <a:pathLst>
                <a:path w="19" h="18" extrusionOk="0">
                  <a:moveTo>
                    <a:pt x="18" y="0"/>
                  </a:moveTo>
                  <a:cubicBezTo>
                    <a:pt x="11" y="7"/>
                    <a:pt x="8" y="14"/>
                    <a:pt x="1" y="18"/>
                  </a:cubicBezTo>
                  <a:cubicBezTo>
                    <a:pt x="8" y="14"/>
                    <a:pt x="11" y="7"/>
                    <a:pt x="1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36" name="Google Shape;11736;p76"/>
            <p:cNvSpPr/>
            <p:nvPr/>
          </p:nvSpPr>
          <p:spPr>
            <a:xfrm>
              <a:off x="2272454" y="2060483"/>
              <a:ext cx="204" cy="244"/>
            </a:xfrm>
            <a:custGeom>
              <a:avLst/>
              <a:gdLst/>
              <a:ahLst/>
              <a:cxnLst/>
              <a:rect l="l" t="t" r="r" b="b"/>
              <a:pathLst>
                <a:path w="15" h="18" extrusionOk="0">
                  <a:moveTo>
                    <a:pt x="15" y="1"/>
                  </a:moveTo>
                  <a:cubicBezTo>
                    <a:pt x="11" y="8"/>
                    <a:pt x="8" y="15"/>
                    <a:pt x="1" y="18"/>
                  </a:cubicBezTo>
                  <a:cubicBezTo>
                    <a:pt x="8" y="15"/>
                    <a:pt x="11" y="8"/>
                    <a:pt x="1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37" name="Google Shape;11737;p76"/>
            <p:cNvSpPr/>
            <p:nvPr/>
          </p:nvSpPr>
          <p:spPr>
            <a:xfrm>
              <a:off x="2271788" y="2061148"/>
              <a:ext cx="299" cy="204"/>
            </a:xfrm>
            <a:custGeom>
              <a:avLst/>
              <a:gdLst/>
              <a:ahLst/>
              <a:cxnLst/>
              <a:rect l="l" t="t" r="r" b="b"/>
              <a:pathLst>
                <a:path w="22" h="15" extrusionOk="0">
                  <a:moveTo>
                    <a:pt x="22" y="1"/>
                  </a:moveTo>
                  <a:cubicBezTo>
                    <a:pt x="15" y="4"/>
                    <a:pt x="8" y="11"/>
                    <a:pt x="1" y="15"/>
                  </a:cubicBezTo>
                  <a:cubicBezTo>
                    <a:pt x="8" y="11"/>
                    <a:pt x="15" y="4"/>
                    <a:pt x="2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38" name="Google Shape;11738;p76"/>
            <p:cNvSpPr/>
            <p:nvPr/>
          </p:nvSpPr>
          <p:spPr>
            <a:xfrm>
              <a:off x="2271693" y="2054590"/>
              <a:ext cx="1208" cy="4576"/>
            </a:xfrm>
            <a:custGeom>
              <a:avLst/>
              <a:gdLst/>
              <a:ahLst/>
              <a:cxnLst/>
              <a:rect l="l" t="t" r="r" b="b"/>
              <a:pathLst>
                <a:path w="89" h="337" extrusionOk="0">
                  <a:moveTo>
                    <a:pt x="1" y="0"/>
                  </a:moveTo>
                  <a:cubicBezTo>
                    <a:pt x="53" y="105"/>
                    <a:pt x="81" y="217"/>
                    <a:pt x="88" y="336"/>
                  </a:cubicBezTo>
                  <a:cubicBezTo>
                    <a:pt x="81" y="217"/>
                    <a:pt x="53" y="105"/>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39" name="Google Shape;11739;p76"/>
            <p:cNvSpPr/>
            <p:nvPr/>
          </p:nvSpPr>
          <p:spPr>
            <a:xfrm>
              <a:off x="2272698" y="2059953"/>
              <a:ext cx="149" cy="394"/>
            </a:xfrm>
            <a:custGeom>
              <a:avLst/>
              <a:gdLst/>
              <a:ahLst/>
              <a:cxnLst/>
              <a:rect l="l" t="t" r="r" b="b"/>
              <a:pathLst>
                <a:path w="11" h="29" extrusionOk="0">
                  <a:moveTo>
                    <a:pt x="11" y="1"/>
                  </a:moveTo>
                  <a:cubicBezTo>
                    <a:pt x="7" y="12"/>
                    <a:pt x="4" y="19"/>
                    <a:pt x="0" y="29"/>
                  </a:cubicBezTo>
                  <a:cubicBezTo>
                    <a:pt x="4" y="19"/>
                    <a:pt x="7" y="12"/>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40" name="Google Shape;11740;p76"/>
            <p:cNvSpPr/>
            <p:nvPr/>
          </p:nvSpPr>
          <p:spPr>
            <a:xfrm>
              <a:off x="2270077" y="2061393"/>
              <a:ext cx="1684" cy="584"/>
            </a:xfrm>
            <a:custGeom>
              <a:avLst/>
              <a:gdLst/>
              <a:ahLst/>
              <a:cxnLst/>
              <a:rect l="l" t="t" r="r" b="b"/>
              <a:pathLst>
                <a:path w="124" h="43" extrusionOk="0">
                  <a:moveTo>
                    <a:pt x="1" y="42"/>
                  </a:moveTo>
                  <a:cubicBezTo>
                    <a:pt x="43" y="35"/>
                    <a:pt x="85" y="21"/>
                    <a:pt x="123" y="0"/>
                  </a:cubicBezTo>
                  <a:cubicBezTo>
                    <a:pt x="85" y="21"/>
                    <a:pt x="43" y="35"/>
                    <a:pt x="1" y="4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41" name="Google Shape;11741;p76"/>
            <p:cNvSpPr/>
            <p:nvPr/>
          </p:nvSpPr>
          <p:spPr>
            <a:xfrm>
              <a:off x="2295223" y="2052024"/>
              <a:ext cx="26354" cy="13985"/>
            </a:xfrm>
            <a:custGeom>
              <a:avLst/>
              <a:gdLst/>
              <a:ahLst/>
              <a:cxnLst/>
              <a:rect l="l" t="t" r="r" b="b"/>
              <a:pathLst>
                <a:path w="1941" h="1030" extrusionOk="0">
                  <a:moveTo>
                    <a:pt x="1" y="0"/>
                  </a:moveTo>
                  <a:lnTo>
                    <a:pt x="1" y="0"/>
                  </a:lnTo>
                  <a:lnTo>
                    <a:pt x="1940" y="103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42" name="Google Shape;11742;p76"/>
            <p:cNvSpPr/>
            <p:nvPr/>
          </p:nvSpPr>
          <p:spPr>
            <a:xfrm>
              <a:off x="2274259" y="2051169"/>
              <a:ext cx="3775" cy="299"/>
            </a:xfrm>
            <a:custGeom>
              <a:avLst/>
              <a:gdLst/>
              <a:ahLst/>
              <a:cxnLst/>
              <a:rect l="l" t="t" r="r" b="b"/>
              <a:pathLst>
                <a:path w="278" h="22" extrusionOk="0">
                  <a:moveTo>
                    <a:pt x="1" y="21"/>
                  </a:moveTo>
                  <a:lnTo>
                    <a:pt x="277" y="0"/>
                  </a:lnTo>
                  <a:lnTo>
                    <a:pt x="27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43" name="Google Shape;11743;p76"/>
            <p:cNvSpPr/>
            <p:nvPr/>
          </p:nvSpPr>
          <p:spPr>
            <a:xfrm>
              <a:off x="2270227" y="2064285"/>
              <a:ext cx="14" cy="109"/>
            </a:xfrm>
            <a:custGeom>
              <a:avLst/>
              <a:gdLst/>
              <a:ahLst/>
              <a:cxnLst/>
              <a:rect l="l" t="t" r="r" b="b"/>
              <a:pathLst>
                <a:path w="1" h="8" extrusionOk="0">
                  <a:moveTo>
                    <a:pt x="0"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44" name="Google Shape;11744;p76"/>
            <p:cNvSpPr/>
            <p:nvPr/>
          </p:nvSpPr>
          <p:spPr>
            <a:xfrm>
              <a:off x="2270227" y="2063579"/>
              <a:ext cx="14" cy="109"/>
            </a:xfrm>
            <a:custGeom>
              <a:avLst/>
              <a:gdLst/>
              <a:ahLst/>
              <a:cxnLst/>
              <a:rect l="l" t="t" r="r" b="b"/>
              <a:pathLst>
                <a:path w="1" h="8"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45" name="Google Shape;11745;p76"/>
            <p:cNvSpPr/>
            <p:nvPr/>
          </p:nvSpPr>
          <p:spPr>
            <a:xfrm>
              <a:off x="2264375" y="2076314"/>
              <a:ext cx="163" cy="109"/>
            </a:xfrm>
            <a:custGeom>
              <a:avLst/>
              <a:gdLst/>
              <a:ahLst/>
              <a:cxnLst/>
              <a:rect l="l" t="t" r="r" b="b"/>
              <a:pathLst>
                <a:path w="12" h="8" extrusionOk="0">
                  <a:moveTo>
                    <a:pt x="1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46" name="Google Shape;11746;p76"/>
            <p:cNvSpPr/>
            <p:nvPr/>
          </p:nvSpPr>
          <p:spPr>
            <a:xfrm>
              <a:off x="2270227" y="2063904"/>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47" name="Google Shape;11747;p76"/>
            <p:cNvSpPr/>
            <p:nvPr/>
          </p:nvSpPr>
          <p:spPr>
            <a:xfrm>
              <a:off x="2265380" y="2075839"/>
              <a:ext cx="109" cy="54"/>
            </a:xfrm>
            <a:custGeom>
              <a:avLst/>
              <a:gdLst/>
              <a:ahLst/>
              <a:cxnLst/>
              <a:rect l="l" t="t" r="r" b="b"/>
              <a:pathLst>
                <a:path w="8" h="4" extrusionOk="0">
                  <a:moveTo>
                    <a:pt x="7"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48" name="Google Shape;11748;p76"/>
            <p:cNvSpPr/>
            <p:nvPr/>
          </p:nvSpPr>
          <p:spPr>
            <a:xfrm>
              <a:off x="2265190" y="2075880"/>
              <a:ext cx="109" cy="68"/>
            </a:xfrm>
            <a:custGeom>
              <a:avLst/>
              <a:gdLst/>
              <a:ahLst/>
              <a:cxnLst/>
              <a:rect l="l" t="t" r="r" b="b"/>
              <a:pathLst>
                <a:path w="8" h="5" extrusionOk="0">
                  <a:moveTo>
                    <a:pt x="7"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49" name="Google Shape;11749;p76"/>
            <p:cNvSpPr/>
            <p:nvPr/>
          </p:nvSpPr>
          <p:spPr>
            <a:xfrm>
              <a:off x="2263900" y="2076599"/>
              <a:ext cx="258" cy="109"/>
            </a:xfrm>
            <a:custGeom>
              <a:avLst/>
              <a:gdLst/>
              <a:ahLst/>
              <a:cxnLst/>
              <a:rect l="l" t="t" r="r" b="b"/>
              <a:pathLst>
                <a:path w="19" h="8" extrusionOk="0">
                  <a:moveTo>
                    <a:pt x="1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50" name="Google Shape;11750;p76"/>
            <p:cNvSpPr/>
            <p:nvPr/>
          </p:nvSpPr>
          <p:spPr>
            <a:xfrm>
              <a:off x="2265000" y="2075975"/>
              <a:ext cx="109" cy="68"/>
            </a:xfrm>
            <a:custGeom>
              <a:avLst/>
              <a:gdLst/>
              <a:ahLst/>
              <a:cxnLst/>
              <a:rect l="l" t="t" r="r" b="b"/>
              <a:pathLst>
                <a:path w="8" h="5" extrusionOk="0">
                  <a:moveTo>
                    <a:pt x="7"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51" name="Google Shape;11751;p76"/>
            <p:cNvSpPr/>
            <p:nvPr/>
          </p:nvSpPr>
          <p:spPr>
            <a:xfrm>
              <a:off x="2264714" y="2076124"/>
              <a:ext cx="149" cy="109"/>
            </a:xfrm>
            <a:custGeom>
              <a:avLst/>
              <a:gdLst/>
              <a:ahLst/>
              <a:cxnLst/>
              <a:rect l="l" t="t" r="r" b="b"/>
              <a:pathLst>
                <a:path w="11" h="8" extrusionOk="0">
                  <a:moveTo>
                    <a:pt x="11"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52" name="Google Shape;11752;p76"/>
            <p:cNvSpPr/>
            <p:nvPr/>
          </p:nvSpPr>
          <p:spPr>
            <a:xfrm>
              <a:off x="2262949" y="2077210"/>
              <a:ext cx="163" cy="109"/>
            </a:xfrm>
            <a:custGeom>
              <a:avLst/>
              <a:gdLst/>
              <a:ahLst/>
              <a:cxnLst/>
              <a:rect l="l" t="t" r="r" b="b"/>
              <a:pathLst>
                <a:path w="12" h="8" extrusionOk="0">
                  <a:moveTo>
                    <a:pt x="1" y="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53" name="Google Shape;11753;p76"/>
            <p:cNvSpPr/>
            <p:nvPr/>
          </p:nvSpPr>
          <p:spPr>
            <a:xfrm>
              <a:off x="2270077" y="2062058"/>
              <a:ext cx="14" cy="204"/>
            </a:xfrm>
            <a:custGeom>
              <a:avLst/>
              <a:gdLst/>
              <a:ahLst/>
              <a:cxnLst/>
              <a:rect l="l" t="t" r="r" b="b"/>
              <a:pathLst>
                <a:path w="1" h="15" extrusionOk="0">
                  <a:moveTo>
                    <a:pt x="1"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54" name="Google Shape;11754;p76"/>
            <p:cNvSpPr/>
            <p:nvPr/>
          </p:nvSpPr>
          <p:spPr>
            <a:xfrm>
              <a:off x="2270132" y="2062574"/>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55" name="Google Shape;11755;p76"/>
            <p:cNvSpPr/>
            <p:nvPr/>
          </p:nvSpPr>
          <p:spPr>
            <a:xfrm>
              <a:off x="2263289" y="2076830"/>
              <a:ext cx="394" cy="258"/>
            </a:xfrm>
            <a:custGeom>
              <a:avLst/>
              <a:gdLst/>
              <a:ahLst/>
              <a:cxnLst/>
              <a:rect l="l" t="t" r="r" b="b"/>
              <a:pathLst>
                <a:path w="29" h="19" extrusionOk="0">
                  <a:moveTo>
                    <a:pt x="28"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56" name="Google Shape;11756;p76"/>
            <p:cNvSpPr/>
            <p:nvPr/>
          </p:nvSpPr>
          <p:spPr>
            <a:xfrm>
              <a:off x="2270173" y="2063103"/>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57" name="Google Shape;11757;p76"/>
            <p:cNvSpPr/>
            <p:nvPr/>
          </p:nvSpPr>
          <p:spPr>
            <a:xfrm>
              <a:off x="2334109" y="212622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58" name="Google Shape;11758;p76"/>
            <p:cNvSpPr/>
            <p:nvPr/>
          </p:nvSpPr>
          <p:spPr>
            <a:xfrm>
              <a:off x="2334204" y="2126076"/>
              <a:ext cx="14" cy="68"/>
            </a:xfrm>
            <a:custGeom>
              <a:avLst/>
              <a:gdLst/>
              <a:ahLst/>
              <a:cxnLst/>
              <a:rect l="l" t="t" r="r" b="b"/>
              <a:pathLst>
                <a:path w="1" h="5" extrusionOk="0">
                  <a:moveTo>
                    <a:pt x="0"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59" name="Google Shape;11759;p76"/>
            <p:cNvSpPr/>
            <p:nvPr/>
          </p:nvSpPr>
          <p:spPr>
            <a:xfrm>
              <a:off x="2334150" y="212613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60" name="Google Shape;11760;p76"/>
            <p:cNvSpPr/>
            <p:nvPr/>
          </p:nvSpPr>
          <p:spPr>
            <a:xfrm>
              <a:off x="2334204" y="2126035"/>
              <a:ext cx="54" cy="54"/>
            </a:xfrm>
            <a:custGeom>
              <a:avLst/>
              <a:gdLst/>
              <a:ahLst/>
              <a:cxnLst/>
              <a:rect l="l" t="t" r="r" b="b"/>
              <a:pathLst>
                <a:path w="4" h="4" extrusionOk="0">
                  <a:moveTo>
                    <a:pt x="4"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61" name="Google Shape;11761;p76"/>
            <p:cNvSpPr/>
            <p:nvPr/>
          </p:nvSpPr>
          <p:spPr>
            <a:xfrm>
              <a:off x="2334055" y="212632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62" name="Google Shape;11762;p76"/>
            <p:cNvSpPr/>
            <p:nvPr/>
          </p:nvSpPr>
          <p:spPr>
            <a:xfrm>
              <a:off x="2334109" y="2126266"/>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63" name="Google Shape;11763;p76"/>
            <p:cNvSpPr/>
            <p:nvPr/>
          </p:nvSpPr>
          <p:spPr>
            <a:xfrm>
              <a:off x="2336580" y="2124365"/>
              <a:ext cx="204" cy="163"/>
            </a:xfrm>
            <a:custGeom>
              <a:avLst/>
              <a:gdLst/>
              <a:ahLst/>
              <a:cxnLst/>
              <a:rect l="l" t="t" r="r" b="b"/>
              <a:pathLst>
                <a:path w="15" h="12" extrusionOk="0">
                  <a:moveTo>
                    <a:pt x="14"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64" name="Google Shape;11764;p76"/>
            <p:cNvSpPr/>
            <p:nvPr/>
          </p:nvSpPr>
          <p:spPr>
            <a:xfrm>
              <a:off x="2304306" y="2129782"/>
              <a:ext cx="244" cy="14"/>
            </a:xfrm>
            <a:custGeom>
              <a:avLst/>
              <a:gdLst/>
              <a:ahLst/>
              <a:cxnLst/>
              <a:rect l="l" t="t" r="r" b="b"/>
              <a:pathLst>
                <a:path w="18" h="1" extrusionOk="0">
                  <a:moveTo>
                    <a:pt x="1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65" name="Google Shape;11765;p76"/>
            <p:cNvSpPr/>
            <p:nvPr/>
          </p:nvSpPr>
          <p:spPr>
            <a:xfrm>
              <a:off x="2337245" y="2123985"/>
              <a:ext cx="299" cy="163"/>
            </a:xfrm>
            <a:custGeom>
              <a:avLst/>
              <a:gdLst/>
              <a:ahLst/>
              <a:cxnLst/>
              <a:rect l="l" t="t" r="r" b="b"/>
              <a:pathLst>
                <a:path w="22" h="12" extrusionOk="0">
                  <a:moveTo>
                    <a:pt x="21"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66" name="Google Shape;11766;p76"/>
            <p:cNvSpPr/>
            <p:nvPr/>
          </p:nvSpPr>
          <p:spPr>
            <a:xfrm>
              <a:off x="2317952" y="2130217"/>
              <a:ext cx="584" cy="54"/>
            </a:xfrm>
            <a:custGeom>
              <a:avLst/>
              <a:gdLst/>
              <a:ahLst/>
              <a:cxnLst/>
              <a:rect l="l" t="t" r="r" b="b"/>
              <a:pathLst>
                <a:path w="43" h="4" extrusionOk="0">
                  <a:moveTo>
                    <a:pt x="0" y="0"/>
                  </a:moveTo>
                  <a:cubicBezTo>
                    <a:pt x="14" y="0"/>
                    <a:pt x="28" y="0"/>
                    <a:pt x="42" y="4"/>
                  </a:cubicBezTo>
                  <a:cubicBezTo>
                    <a:pt x="28" y="0"/>
                    <a:pt x="14"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67" name="Google Shape;11767;p76"/>
            <p:cNvSpPr/>
            <p:nvPr/>
          </p:nvSpPr>
          <p:spPr>
            <a:xfrm>
              <a:off x="2304687" y="2129782"/>
              <a:ext cx="204" cy="14"/>
            </a:xfrm>
            <a:custGeom>
              <a:avLst/>
              <a:gdLst/>
              <a:ahLst/>
              <a:cxnLst/>
              <a:rect l="l" t="t" r="r" b="b"/>
              <a:pathLst>
                <a:path w="15" h="1" extrusionOk="0">
                  <a:moveTo>
                    <a:pt x="1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68" name="Google Shape;11768;p76"/>
            <p:cNvSpPr/>
            <p:nvPr/>
          </p:nvSpPr>
          <p:spPr>
            <a:xfrm>
              <a:off x="2318658" y="2130312"/>
              <a:ext cx="3245" cy="312"/>
            </a:xfrm>
            <a:custGeom>
              <a:avLst/>
              <a:gdLst/>
              <a:ahLst/>
              <a:cxnLst/>
              <a:rect l="l" t="t" r="r" b="b"/>
              <a:pathLst>
                <a:path w="239" h="23" extrusionOk="0">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69" name="Google Shape;11769;p76"/>
            <p:cNvSpPr/>
            <p:nvPr/>
          </p:nvSpPr>
          <p:spPr>
            <a:xfrm>
              <a:off x="2336241" y="2124555"/>
              <a:ext cx="258" cy="109"/>
            </a:xfrm>
            <a:custGeom>
              <a:avLst/>
              <a:gdLst/>
              <a:ahLst/>
              <a:cxnLst/>
              <a:rect l="l" t="t" r="r" b="b"/>
              <a:pathLst>
                <a:path w="19" h="8" extrusionOk="0">
                  <a:moveTo>
                    <a:pt x="18"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70" name="Google Shape;11770;p76"/>
            <p:cNvSpPr/>
            <p:nvPr/>
          </p:nvSpPr>
          <p:spPr>
            <a:xfrm>
              <a:off x="2336010" y="2124704"/>
              <a:ext cx="204" cy="109"/>
            </a:xfrm>
            <a:custGeom>
              <a:avLst/>
              <a:gdLst/>
              <a:ahLst/>
              <a:cxnLst/>
              <a:rect l="l" t="t" r="r" b="b"/>
              <a:pathLst>
                <a:path w="15" h="8" extrusionOk="0">
                  <a:moveTo>
                    <a:pt x="1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71" name="Google Shape;11771;p76"/>
            <p:cNvSpPr/>
            <p:nvPr/>
          </p:nvSpPr>
          <p:spPr>
            <a:xfrm>
              <a:off x="2335725" y="2124895"/>
              <a:ext cx="204" cy="109"/>
            </a:xfrm>
            <a:custGeom>
              <a:avLst/>
              <a:gdLst/>
              <a:ahLst/>
              <a:cxnLst/>
              <a:rect l="l" t="t" r="r" b="b"/>
              <a:pathLst>
                <a:path w="15" h="8" extrusionOk="0">
                  <a:moveTo>
                    <a:pt x="1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72" name="Google Shape;11772;p76"/>
            <p:cNvSpPr/>
            <p:nvPr/>
          </p:nvSpPr>
          <p:spPr>
            <a:xfrm>
              <a:off x="2341237" y="2121989"/>
              <a:ext cx="530" cy="258"/>
            </a:xfrm>
            <a:custGeom>
              <a:avLst/>
              <a:gdLst/>
              <a:ahLst/>
              <a:cxnLst/>
              <a:rect l="l" t="t" r="r" b="b"/>
              <a:pathLst>
                <a:path w="39" h="19" extrusionOk="0">
                  <a:moveTo>
                    <a:pt x="39"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73" name="Google Shape;11773;p76"/>
            <p:cNvSpPr/>
            <p:nvPr/>
          </p:nvSpPr>
          <p:spPr>
            <a:xfrm>
              <a:off x="2336865" y="2124229"/>
              <a:ext cx="299" cy="109"/>
            </a:xfrm>
            <a:custGeom>
              <a:avLst/>
              <a:gdLst/>
              <a:ahLst/>
              <a:cxnLst/>
              <a:rect l="l" t="t" r="r" b="b"/>
              <a:pathLst>
                <a:path w="22" h="8" extrusionOk="0">
                  <a:moveTo>
                    <a:pt x="21"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74" name="Google Shape;11774;p76"/>
            <p:cNvSpPr/>
            <p:nvPr/>
          </p:nvSpPr>
          <p:spPr>
            <a:xfrm>
              <a:off x="2339472" y="2122844"/>
              <a:ext cx="448" cy="204"/>
            </a:xfrm>
            <a:custGeom>
              <a:avLst/>
              <a:gdLst/>
              <a:ahLst/>
              <a:cxnLst/>
              <a:rect l="l" t="t" r="r" b="b"/>
              <a:pathLst>
                <a:path w="33" h="15" extrusionOk="0">
                  <a:moveTo>
                    <a:pt x="32"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75" name="Google Shape;11775;p76"/>
            <p:cNvSpPr/>
            <p:nvPr/>
          </p:nvSpPr>
          <p:spPr>
            <a:xfrm>
              <a:off x="2301876" y="2129457"/>
              <a:ext cx="679" cy="109"/>
            </a:xfrm>
            <a:custGeom>
              <a:avLst/>
              <a:gdLst/>
              <a:ahLst/>
              <a:cxnLst/>
              <a:rect l="l" t="t" r="r" b="b"/>
              <a:pathLst>
                <a:path w="50" h="8" extrusionOk="0">
                  <a:moveTo>
                    <a:pt x="1" y="0"/>
                  </a:moveTo>
                  <a:lnTo>
                    <a:pt x="5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76" name="Google Shape;11776;p76"/>
            <p:cNvSpPr/>
            <p:nvPr/>
          </p:nvSpPr>
          <p:spPr>
            <a:xfrm>
              <a:off x="2340572" y="2122274"/>
              <a:ext cx="530" cy="258"/>
            </a:xfrm>
            <a:custGeom>
              <a:avLst/>
              <a:gdLst/>
              <a:ahLst/>
              <a:cxnLst/>
              <a:rect l="l" t="t" r="r" b="b"/>
              <a:pathLst>
                <a:path w="39" h="19" extrusionOk="0">
                  <a:moveTo>
                    <a:pt x="39"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77" name="Google Shape;11777;p76"/>
            <p:cNvSpPr/>
            <p:nvPr/>
          </p:nvSpPr>
          <p:spPr>
            <a:xfrm>
              <a:off x="2334340" y="2125886"/>
              <a:ext cx="68" cy="68"/>
            </a:xfrm>
            <a:custGeom>
              <a:avLst/>
              <a:gdLst/>
              <a:ahLst/>
              <a:cxnLst/>
              <a:rect l="l" t="t" r="r" b="b"/>
              <a:pathLst>
                <a:path w="5" h="5" extrusionOk="0">
                  <a:moveTo>
                    <a:pt x="1"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78" name="Google Shape;11778;p76"/>
            <p:cNvSpPr/>
            <p:nvPr/>
          </p:nvSpPr>
          <p:spPr>
            <a:xfrm>
              <a:off x="2338956" y="2123129"/>
              <a:ext cx="394" cy="163"/>
            </a:xfrm>
            <a:custGeom>
              <a:avLst/>
              <a:gdLst/>
              <a:ahLst/>
              <a:cxnLst/>
              <a:rect l="l" t="t" r="r" b="b"/>
              <a:pathLst>
                <a:path w="29" h="12" extrusionOk="0">
                  <a:moveTo>
                    <a:pt x="28"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79" name="Google Shape;11779;p76"/>
            <p:cNvSpPr/>
            <p:nvPr/>
          </p:nvSpPr>
          <p:spPr>
            <a:xfrm>
              <a:off x="2327307" y="2127406"/>
              <a:ext cx="1684" cy="638"/>
            </a:xfrm>
            <a:custGeom>
              <a:avLst/>
              <a:gdLst/>
              <a:ahLst/>
              <a:cxnLst/>
              <a:rect l="l" t="t" r="r" b="b"/>
              <a:pathLst>
                <a:path w="124" h="47" extrusionOk="0">
                  <a:moveTo>
                    <a:pt x="1" y="29"/>
                  </a:moveTo>
                  <a:cubicBezTo>
                    <a:pt x="43" y="46"/>
                    <a:pt x="95" y="36"/>
                    <a:pt x="123" y="1"/>
                  </a:cubicBezTo>
                  <a:cubicBezTo>
                    <a:pt x="95" y="36"/>
                    <a:pt x="43" y="46"/>
                    <a:pt x="1"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80" name="Google Shape;11780;p76"/>
            <p:cNvSpPr/>
            <p:nvPr/>
          </p:nvSpPr>
          <p:spPr>
            <a:xfrm>
              <a:off x="2338481" y="2123374"/>
              <a:ext cx="339" cy="149"/>
            </a:xfrm>
            <a:custGeom>
              <a:avLst/>
              <a:gdLst/>
              <a:ahLst/>
              <a:cxnLst/>
              <a:rect l="l" t="t" r="r" b="b"/>
              <a:pathLst>
                <a:path w="25" h="11" extrusionOk="0">
                  <a:moveTo>
                    <a:pt x="25"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81" name="Google Shape;11781;p76"/>
            <p:cNvSpPr/>
            <p:nvPr/>
          </p:nvSpPr>
          <p:spPr>
            <a:xfrm>
              <a:off x="2328977" y="2126361"/>
              <a:ext cx="3815" cy="1059"/>
            </a:xfrm>
            <a:custGeom>
              <a:avLst/>
              <a:gdLst/>
              <a:ahLst/>
              <a:cxnLst/>
              <a:rect l="l" t="t" r="r" b="b"/>
              <a:pathLst>
                <a:path w="281" h="78" extrusionOk="0">
                  <a:moveTo>
                    <a:pt x="0" y="78"/>
                  </a:moveTo>
                  <a:cubicBezTo>
                    <a:pt x="88" y="1"/>
                    <a:pt x="200" y="4"/>
                    <a:pt x="280" y="8"/>
                  </a:cubicBezTo>
                  <a:cubicBezTo>
                    <a:pt x="200" y="4"/>
                    <a:pt x="88" y="1"/>
                    <a:pt x="0" y="7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82" name="Google Shape;11782;p76"/>
            <p:cNvSpPr/>
            <p:nvPr/>
          </p:nvSpPr>
          <p:spPr>
            <a:xfrm>
              <a:off x="2302691" y="2129592"/>
              <a:ext cx="489" cy="68"/>
            </a:xfrm>
            <a:custGeom>
              <a:avLst/>
              <a:gdLst/>
              <a:ahLst/>
              <a:cxnLst/>
              <a:rect l="l" t="t" r="r" b="b"/>
              <a:pathLst>
                <a:path w="36" h="5" extrusionOk="0">
                  <a:moveTo>
                    <a:pt x="35"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83" name="Google Shape;11783;p76"/>
            <p:cNvSpPr/>
            <p:nvPr/>
          </p:nvSpPr>
          <p:spPr>
            <a:xfrm>
              <a:off x="2334245" y="2125981"/>
              <a:ext cx="68" cy="68"/>
            </a:xfrm>
            <a:custGeom>
              <a:avLst/>
              <a:gdLst/>
              <a:ahLst/>
              <a:cxnLst/>
              <a:rect l="l" t="t" r="r" b="b"/>
              <a:pathLst>
                <a:path w="5" h="5" extrusionOk="0">
                  <a:moveTo>
                    <a:pt x="4"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84" name="Google Shape;11784;p76"/>
            <p:cNvSpPr/>
            <p:nvPr/>
          </p:nvSpPr>
          <p:spPr>
            <a:xfrm>
              <a:off x="2334489" y="2125750"/>
              <a:ext cx="54" cy="54"/>
            </a:xfrm>
            <a:custGeom>
              <a:avLst/>
              <a:gdLst/>
              <a:ahLst/>
              <a:cxnLst/>
              <a:rect l="l" t="t" r="r" b="b"/>
              <a:pathLst>
                <a:path w="4" h="4" extrusionOk="0">
                  <a:moveTo>
                    <a:pt x="4"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85" name="Google Shape;11785;p76"/>
            <p:cNvSpPr/>
            <p:nvPr/>
          </p:nvSpPr>
          <p:spPr>
            <a:xfrm>
              <a:off x="2303302" y="2129647"/>
              <a:ext cx="394" cy="54"/>
            </a:xfrm>
            <a:custGeom>
              <a:avLst/>
              <a:gdLst/>
              <a:ahLst/>
              <a:cxnLst/>
              <a:rect l="l" t="t" r="r" b="b"/>
              <a:pathLst>
                <a:path w="29" h="4" extrusionOk="0">
                  <a:moveTo>
                    <a:pt x="29"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86" name="Google Shape;11786;p76"/>
            <p:cNvSpPr/>
            <p:nvPr/>
          </p:nvSpPr>
          <p:spPr>
            <a:xfrm>
              <a:off x="2333294" y="2126456"/>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87" name="Google Shape;11787;p76"/>
            <p:cNvSpPr/>
            <p:nvPr/>
          </p:nvSpPr>
          <p:spPr>
            <a:xfrm>
              <a:off x="2334394" y="2125845"/>
              <a:ext cx="54" cy="54"/>
            </a:xfrm>
            <a:custGeom>
              <a:avLst/>
              <a:gdLst/>
              <a:ahLst/>
              <a:cxnLst/>
              <a:rect l="l" t="t" r="r" b="b"/>
              <a:pathLst>
                <a:path w="4" h="4" extrusionOk="0">
                  <a:moveTo>
                    <a:pt x="4"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88" name="Google Shape;11788;p76"/>
            <p:cNvSpPr/>
            <p:nvPr/>
          </p:nvSpPr>
          <p:spPr>
            <a:xfrm>
              <a:off x="2340002" y="2122559"/>
              <a:ext cx="489" cy="258"/>
            </a:xfrm>
            <a:custGeom>
              <a:avLst/>
              <a:gdLst/>
              <a:ahLst/>
              <a:cxnLst/>
              <a:rect l="l" t="t" r="r" b="b"/>
              <a:pathLst>
                <a:path w="36" h="19" extrusionOk="0">
                  <a:moveTo>
                    <a:pt x="35"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89" name="Google Shape;11789;p76"/>
            <p:cNvSpPr/>
            <p:nvPr/>
          </p:nvSpPr>
          <p:spPr>
            <a:xfrm>
              <a:off x="2334530" y="2125655"/>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90" name="Google Shape;11790;p76"/>
            <p:cNvSpPr/>
            <p:nvPr/>
          </p:nvSpPr>
          <p:spPr>
            <a:xfrm>
              <a:off x="2305202" y="212983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91" name="Google Shape;11791;p76"/>
            <p:cNvSpPr/>
            <p:nvPr/>
          </p:nvSpPr>
          <p:spPr>
            <a:xfrm>
              <a:off x="2335100" y="2125275"/>
              <a:ext cx="163" cy="109"/>
            </a:xfrm>
            <a:custGeom>
              <a:avLst/>
              <a:gdLst/>
              <a:ahLst/>
              <a:cxnLst/>
              <a:rect l="l" t="t" r="r" b="b"/>
              <a:pathLst>
                <a:path w="12" h="8" extrusionOk="0">
                  <a:moveTo>
                    <a:pt x="1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92" name="Google Shape;11792;p76"/>
            <p:cNvSpPr/>
            <p:nvPr/>
          </p:nvSpPr>
          <p:spPr>
            <a:xfrm>
              <a:off x="2334964" y="2125370"/>
              <a:ext cx="109" cy="109"/>
            </a:xfrm>
            <a:custGeom>
              <a:avLst/>
              <a:gdLst/>
              <a:ahLst/>
              <a:cxnLst/>
              <a:rect l="l" t="t" r="r" b="b"/>
              <a:pathLst>
                <a:path w="8" h="8" extrusionOk="0">
                  <a:moveTo>
                    <a:pt x="7"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93" name="Google Shape;11793;p76"/>
            <p:cNvSpPr/>
            <p:nvPr/>
          </p:nvSpPr>
          <p:spPr>
            <a:xfrm>
              <a:off x="2335535" y="2124990"/>
              <a:ext cx="149" cy="109"/>
            </a:xfrm>
            <a:custGeom>
              <a:avLst/>
              <a:gdLst/>
              <a:ahLst/>
              <a:cxnLst/>
              <a:rect l="l" t="t" r="r" b="b"/>
              <a:pathLst>
                <a:path w="11" h="8" extrusionOk="0">
                  <a:moveTo>
                    <a:pt x="11"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94" name="Google Shape;11794;p76"/>
            <p:cNvSpPr/>
            <p:nvPr/>
          </p:nvSpPr>
          <p:spPr>
            <a:xfrm>
              <a:off x="2338046" y="2123605"/>
              <a:ext cx="299" cy="163"/>
            </a:xfrm>
            <a:custGeom>
              <a:avLst/>
              <a:gdLst/>
              <a:ahLst/>
              <a:cxnLst/>
              <a:rect l="l" t="t" r="r" b="b"/>
              <a:pathLst>
                <a:path w="22" h="12" extrusionOk="0">
                  <a:moveTo>
                    <a:pt x="22"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95" name="Google Shape;11795;p76"/>
            <p:cNvSpPr/>
            <p:nvPr/>
          </p:nvSpPr>
          <p:spPr>
            <a:xfrm>
              <a:off x="2303831" y="2129742"/>
              <a:ext cx="299" cy="14"/>
            </a:xfrm>
            <a:custGeom>
              <a:avLst/>
              <a:gdLst/>
              <a:ahLst/>
              <a:cxnLst/>
              <a:rect l="l" t="t" r="r" b="b"/>
              <a:pathLst>
                <a:path w="22" h="1" extrusionOk="0">
                  <a:moveTo>
                    <a:pt x="21"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96" name="Google Shape;11796;p76"/>
            <p:cNvSpPr/>
            <p:nvPr/>
          </p:nvSpPr>
          <p:spPr>
            <a:xfrm>
              <a:off x="2335290" y="2125125"/>
              <a:ext cx="163" cy="109"/>
            </a:xfrm>
            <a:custGeom>
              <a:avLst/>
              <a:gdLst/>
              <a:ahLst/>
              <a:cxnLst/>
              <a:rect l="l" t="t" r="r" b="b"/>
              <a:pathLst>
                <a:path w="12" h="8" extrusionOk="0">
                  <a:moveTo>
                    <a:pt x="1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97" name="Google Shape;11797;p76"/>
            <p:cNvSpPr/>
            <p:nvPr/>
          </p:nvSpPr>
          <p:spPr>
            <a:xfrm>
              <a:off x="2334679" y="2125560"/>
              <a:ext cx="109" cy="109"/>
            </a:xfrm>
            <a:custGeom>
              <a:avLst/>
              <a:gdLst/>
              <a:ahLst/>
              <a:cxnLst/>
              <a:rect l="l" t="t" r="r" b="b"/>
              <a:pathLst>
                <a:path w="8" h="8" extrusionOk="0">
                  <a:moveTo>
                    <a:pt x="7"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98" name="Google Shape;11798;p76"/>
            <p:cNvSpPr/>
            <p:nvPr/>
          </p:nvSpPr>
          <p:spPr>
            <a:xfrm>
              <a:off x="2337626" y="2123795"/>
              <a:ext cx="299" cy="163"/>
            </a:xfrm>
            <a:custGeom>
              <a:avLst/>
              <a:gdLst/>
              <a:ahLst/>
              <a:cxnLst/>
              <a:rect l="l" t="t" r="r" b="b"/>
              <a:pathLst>
                <a:path w="22" h="12" extrusionOk="0">
                  <a:moveTo>
                    <a:pt x="21"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99" name="Google Shape;11799;p76"/>
            <p:cNvSpPr/>
            <p:nvPr/>
          </p:nvSpPr>
          <p:spPr>
            <a:xfrm>
              <a:off x="2334815" y="2125465"/>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00" name="Google Shape;11800;p76"/>
            <p:cNvSpPr/>
            <p:nvPr/>
          </p:nvSpPr>
          <p:spPr>
            <a:xfrm>
              <a:off x="2286819" y="2116381"/>
              <a:ext cx="21398" cy="53672"/>
            </a:xfrm>
            <a:custGeom>
              <a:avLst/>
              <a:gdLst/>
              <a:ahLst/>
              <a:cxnLst/>
              <a:rect l="l" t="t" r="r" b="b"/>
              <a:pathLst>
                <a:path w="1576" h="3953" extrusionOk="0">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01" name="Google Shape;11801;p76"/>
            <p:cNvSpPr/>
            <p:nvPr/>
          </p:nvSpPr>
          <p:spPr>
            <a:xfrm>
              <a:off x="2291041" y="2116476"/>
              <a:ext cx="1589" cy="3435"/>
            </a:xfrm>
            <a:custGeom>
              <a:avLst/>
              <a:gdLst/>
              <a:ahLst/>
              <a:cxnLst/>
              <a:rect l="l" t="t" r="r" b="b"/>
              <a:pathLst>
                <a:path w="117" h="253" extrusionOk="0">
                  <a:moveTo>
                    <a:pt x="1" y="1"/>
                  </a:moveTo>
                  <a:lnTo>
                    <a:pt x="1" y="1"/>
                  </a:lnTo>
                  <a:cubicBezTo>
                    <a:pt x="43" y="81"/>
                    <a:pt x="81" y="165"/>
                    <a:pt x="116" y="253"/>
                  </a:cubicBezTo>
                  <a:cubicBezTo>
                    <a:pt x="81" y="165"/>
                    <a:pt x="43" y="8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02" name="Google Shape;11802;p76"/>
            <p:cNvSpPr/>
            <p:nvPr/>
          </p:nvSpPr>
          <p:spPr>
            <a:xfrm>
              <a:off x="2287484" y="2138431"/>
              <a:ext cx="1534" cy="5906"/>
            </a:xfrm>
            <a:custGeom>
              <a:avLst/>
              <a:gdLst/>
              <a:ahLst/>
              <a:cxnLst/>
              <a:rect l="l" t="t" r="r" b="b"/>
              <a:pathLst>
                <a:path w="113" h="435" extrusionOk="0">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03" name="Google Shape;11803;p76"/>
            <p:cNvSpPr/>
            <p:nvPr/>
          </p:nvSpPr>
          <p:spPr>
            <a:xfrm>
              <a:off x="2292942" y="2120903"/>
              <a:ext cx="68" cy="149"/>
            </a:xfrm>
            <a:custGeom>
              <a:avLst/>
              <a:gdLst/>
              <a:ahLst/>
              <a:cxnLst/>
              <a:rect l="l" t="t" r="r" b="b"/>
              <a:pathLst>
                <a:path w="5" h="11" extrusionOk="0">
                  <a:moveTo>
                    <a:pt x="4"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04" name="Google Shape;11804;p76"/>
            <p:cNvSpPr/>
            <p:nvPr/>
          </p:nvSpPr>
          <p:spPr>
            <a:xfrm>
              <a:off x="2292711" y="2120183"/>
              <a:ext cx="109" cy="353"/>
            </a:xfrm>
            <a:custGeom>
              <a:avLst/>
              <a:gdLst/>
              <a:ahLst/>
              <a:cxnLst/>
              <a:rect l="l" t="t" r="r" b="b"/>
              <a:pathLst>
                <a:path w="8" h="26" extrusionOk="0">
                  <a:moveTo>
                    <a:pt x="7"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05" name="Google Shape;11805;p76"/>
            <p:cNvSpPr/>
            <p:nvPr/>
          </p:nvSpPr>
          <p:spPr>
            <a:xfrm>
              <a:off x="2293376" y="2122464"/>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06" name="Google Shape;11806;p76"/>
            <p:cNvSpPr/>
            <p:nvPr/>
          </p:nvSpPr>
          <p:spPr>
            <a:xfrm>
              <a:off x="2287049" y="2144324"/>
              <a:ext cx="448" cy="1398"/>
            </a:xfrm>
            <a:custGeom>
              <a:avLst/>
              <a:gdLst/>
              <a:ahLst/>
              <a:cxnLst/>
              <a:rect l="l" t="t" r="r" b="b"/>
              <a:pathLst>
                <a:path w="33" h="103" extrusionOk="0">
                  <a:moveTo>
                    <a:pt x="1" y="103"/>
                  </a:moveTo>
                  <a:cubicBezTo>
                    <a:pt x="15" y="71"/>
                    <a:pt x="25" y="36"/>
                    <a:pt x="32" y="1"/>
                  </a:cubicBezTo>
                  <a:cubicBezTo>
                    <a:pt x="25" y="36"/>
                    <a:pt x="15" y="71"/>
                    <a:pt x="1" y="10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07" name="Google Shape;11807;p76"/>
            <p:cNvSpPr/>
            <p:nvPr/>
          </p:nvSpPr>
          <p:spPr>
            <a:xfrm>
              <a:off x="2293281" y="2122043"/>
              <a:ext cx="14" cy="54"/>
            </a:xfrm>
            <a:custGeom>
              <a:avLst/>
              <a:gdLst/>
              <a:ahLst/>
              <a:cxnLst/>
              <a:rect l="l" t="t" r="r" b="b"/>
              <a:pathLst>
                <a:path w="1" h="4" extrusionOk="0">
                  <a:moveTo>
                    <a:pt x="0"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08" name="Google Shape;11808;p76"/>
            <p:cNvSpPr/>
            <p:nvPr/>
          </p:nvSpPr>
          <p:spPr>
            <a:xfrm>
              <a:off x="2287769" y="2147800"/>
              <a:ext cx="54" cy="163"/>
            </a:xfrm>
            <a:custGeom>
              <a:avLst/>
              <a:gdLst/>
              <a:ahLst/>
              <a:cxnLst/>
              <a:rect l="l" t="t" r="r" b="b"/>
              <a:pathLst>
                <a:path w="4" h="12" extrusionOk="0">
                  <a:moveTo>
                    <a:pt x="4"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09" name="Google Shape;11809;p76"/>
            <p:cNvSpPr/>
            <p:nvPr/>
          </p:nvSpPr>
          <p:spPr>
            <a:xfrm>
              <a:off x="2288000" y="2148180"/>
              <a:ext cx="258" cy="163"/>
            </a:xfrm>
            <a:custGeom>
              <a:avLst/>
              <a:gdLst/>
              <a:ahLst/>
              <a:cxnLst/>
              <a:rect l="l" t="t" r="r" b="b"/>
              <a:pathLst>
                <a:path w="19" h="12" extrusionOk="0">
                  <a:moveTo>
                    <a:pt x="18" y="11"/>
                  </a:moveTo>
                  <a:cubicBezTo>
                    <a:pt x="11" y="8"/>
                    <a:pt x="8" y="4"/>
                    <a:pt x="1" y="1"/>
                  </a:cubicBezTo>
                  <a:cubicBezTo>
                    <a:pt x="8" y="4"/>
                    <a:pt x="11" y="8"/>
                    <a:pt x="18"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10" name="Google Shape;11810;p76"/>
            <p:cNvSpPr/>
            <p:nvPr/>
          </p:nvSpPr>
          <p:spPr>
            <a:xfrm>
              <a:off x="2295467" y="2150705"/>
              <a:ext cx="720" cy="109"/>
            </a:xfrm>
            <a:custGeom>
              <a:avLst/>
              <a:gdLst/>
              <a:ahLst/>
              <a:cxnLst/>
              <a:rect l="l" t="t" r="r" b="b"/>
              <a:pathLst>
                <a:path w="53" h="8" extrusionOk="0">
                  <a:moveTo>
                    <a:pt x="0" y="7"/>
                  </a:moveTo>
                  <a:cubicBezTo>
                    <a:pt x="18" y="4"/>
                    <a:pt x="35" y="0"/>
                    <a:pt x="53" y="0"/>
                  </a:cubicBezTo>
                  <a:cubicBezTo>
                    <a:pt x="35" y="0"/>
                    <a:pt x="18" y="4"/>
                    <a:pt x="0"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11" name="Google Shape;11811;p76"/>
            <p:cNvSpPr/>
            <p:nvPr/>
          </p:nvSpPr>
          <p:spPr>
            <a:xfrm>
              <a:off x="2288760" y="2148709"/>
              <a:ext cx="299" cy="299"/>
            </a:xfrm>
            <a:custGeom>
              <a:avLst/>
              <a:gdLst/>
              <a:ahLst/>
              <a:cxnLst/>
              <a:rect l="l" t="t" r="r" b="b"/>
              <a:pathLst>
                <a:path w="22" h="22" extrusionOk="0">
                  <a:moveTo>
                    <a:pt x="22" y="2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12" name="Google Shape;11812;p76"/>
            <p:cNvSpPr/>
            <p:nvPr/>
          </p:nvSpPr>
          <p:spPr>
            <a:xfrm>
              <a:off x="2288285" y="2148370"/>
              <a:ext cx="353" cy="258"/>
            </a:xfrm>
            <a:custGeom>
              <a:avLst/>
              <a:gdLst/>
              <a:ahLst/>
              <a:cxnLst/>
              <a:rect l="l" t="t" r="r" b="b"/>
              <a:pathLst>
                <a:path w="26" h="19" extrusionOk="0">
                  <a:moveTo>
                    <a:pt x="25" y="18"/>
                  </a:moveTo>
                  <a:cubicBezTo>
                    <a:pt x="18" y="11"/>
                    <a:pt x="8" y="8"/>
                    <a:pt x="1" y="1"/>
                  </a:cubicBezTo>
                  <a:cubicBezTo>
                    <a:pt x="8" y="8"/>
                    <a:pt x="18" y="11"/>
                    <a:pt x="25"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13" name="Google Shape;11813;p76"/>
            <p:cNvSpPr/>
            <p:nvPr/>
          </p:nvSpPr>
          <p:spPr>
            <a:xfrm>
              <a:off x="2294748" y="2150800"/>
              <a:ext cx="543" cy="109"/>
            </a:xfrm>
            <a:custGeom>
              <a:avLst/>
              <a:gdLst/>
              <a:ahLst/>
              <a:cxnLst/>
              <a:rect l="l" t="t" r="r" b="b"/>
              <a:pathLst>
                <a:path w="40" h="8" extrusionOk="0">
                  <a:moveTo>
                    <a:pt x="39" y="0"/>
                  </a:moveTo>
                  <a:cubicBezTo>
                    <a:pt x="25" y="0"/>
                    <a:pt x="11" y="4"/>
                    <a:pt x="1" y="7"/>
                  </a:cubicBezTo>
                  <a:cubicBezTo>
                    <a:pt x="11" y="4"/>
                    <a:pt x="25" y="4"/>
                    <a:pt x="3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14" name="Google Shape;11814;p76"/>
            <p:cNvSpPr/>
            <p:nvPr/>
          </p:nvSpPr>
          <p:spPr>
            <a:xfrm>
              <a:off x="2293227" y="2151126"/>
              <a:ext cx="638" cy="204"/>
            </a:xfrm>
            <a:custGeom>
              <a:avLst/>
              <a:gdLst/>
              <a:ahLst/>
              <a:cxnLst/>
              <a:rect l="l" t="t" r="r" b="b"/>
              <a:pathLst>
                <a:path w="47" h="15" extrusionOk="0">
                  <a:moveTo>
                    <a:pt x="46"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15" name="Google Shape;11815;p76"/>
            <p:cNvSpPr/>
            <p:nvPr/>
          </p:nvSpPr>
          <p:spPr>
            <a:xfrm>
              <a:off x="2296703" y="2150800"/>
              <a:ext cx="204" cy="14"/>
            </a:xfrm>
            <a:custGeom>
              <a:avLst/>
              <a:gdLst/>
              <a:ahLst/>
              <a:cxnLst/>
              <a:rect l="l" t="t" r="r" b="b"/>
              <a:pathLst>
                <a:path w="15" h="1" extrusionOk="0">
                  <a:moveTo>
                    <a:pt x="1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16" name="Google Shape;11816;p76"/>
            <p:cNvSpPr/>
            <p:nvPr/>
          </p:nvSpPr>
          <p:spPr>
            <a:xfrm>
              <a:off x="2289195" y="2149130"/>
              <a:ext cx="489" cy="394"/>
            </a:xfrm>
            <a:custGeom>
              <a:avLst/>
              <a:gdLst/>
              <a:ahLst/>
              <a:cxnLst/>
              <a:rect l="l" t="t" r="r" b="b"/>
              <a:pathLst>
                <a:path w="36" h="29" extrusionOk="0">
                  <a:moveTo>
                    <a:pt x="35" y="29"/>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17" name="Google Shape;11817;p76"/>
            <p:cNvSpPr/>
            <p:nvPr/>
          </p:nvSpPr>
          <p:spPr>
            <a:xfrm>
              <a:off x="2297273" y="2150895"/>
              <a:ext cx="149" cy="54"/>
            </a:xfrm>
            <a:custGeom>
              <a:avLst/>
              <a:gdLst/>
              <a:ahLst/>
              <a:cxnLst/>
              <a:rect l="l" t="t" r="r" b="b"/>
              <a:pathLst>
                <a:path w="11" h="4" extrusionOk="0">
                  <a:moveTo>
                    <a:pt x="1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18" name="Google Shape;11818;p76"/>
            <p:cNvSpPr/>
            <p:nvPr/>
          </p:nvSpPr>
          <p:spPr>
            <a:xfrm>
              <a:off x="2293987" y="2150936"/>
              <a:ext cx="543" cy="163"/>
            </a:xfrm>
            <a:custGeom>
              <a:avLst/>
              <a:gdLst/>
              <a:ahLst/>
              <a:cxnLst/>
              <a:rect l="l" t="t" r="r" b="b"/>
              <a:pathLst>
                <a:path w="40" h="12" extrusionOk="0">
                  <a:moveTo>
                    <a:pt x="39"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19" name="Google Shape;11819;p76"/>
            <p:cNvSpPr/>
            <p:nvPr/>
          </p:nvSpPr>
          <p:spPr>
            <a:xfrm>
              <a:off x="2306913" y="2152701"/>
              <a:ext cx="258" cy="299"/>
            </a:xfrm>
            <a:custGeom>
              <a:avLst/>
              <a:gdLst/>
              <a:ahLst/>
              <a:cxnLst/>
              <a:rect l="l" t="t" r="r" b="b"/>
              <a:pathLst>
                <a:path w="19" h="22" extrusionOk="0">
                  <a:moveTo>
                    <a:pt x="1" y="0"/>
                  </a:moveTo>
                  <a:lnTo>
                    <a:pt x="18"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20" name="Google Shape;11820;p76"/>
            <p:cNvSpPr/>
            <p:nvPr/>
          </p:nvSpPr>
          <p:spPr>
            <a:xfrm>
              <a:off x="2307293" y="2153081"/>
              <a:ext cx="299" cy="339"/>
            </a:xfrm>
            <a:custGeom>
              <a:avLst/>
              <a:gdLst/>
              <a:ahLst/>
              <a:cxnLst/>
              <a:rect l="l" t="t" r="r" b="b"/>
              <a:pathLst>
                <a:path w="22" h="25" extrusionOk="0">
                  <a:moveTo>
                    <a:pt x="1" y="0"/>
                  </a:moveTo>
                  <a:lnTo>
                    <a:pt x="22"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21" name="Google Shape;11821;p76"/>
            <p:cNvSpPr/>
            <p:nvPr/>
          </p:nvSpPr>
          <p:spPr>
            <a:xfrm>
              <a:off x="2305352" y="2151126"/>
              <a:ext cx="530" cy="543"/>
            </a:xfrm>
            <a:custGeom>
              <a:avLst/>
              <a:gdLst/>
              <a:ahLst/>
              <a:cxnLst/>
              <a:rect l="l" t="t" r="r" b="b"/>
              <a:pathLst>
                <a:path w="39" h="40" extrusionOk="0">
                  <a:moveTo>
                    <a:pt x="0" y="1"/>
                  </a:moveTo>
                  <a:lnTo>
                    <a:pt x="39" y="3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22" name="Google Shape;11822;p76"/>
            <p:cNvSpPr/>
            <p:nvPr/>
          </p:nvSpPr>
          <p:spPr>
            <a:xfrm>
              <a:off x="2305922" y="2151697"/>
              <a:ext cx="434" cy="448"/>
            </a:xfrm>
            <a:custGeom>
              <a:avLst/>
              <a:gdLst/>
              <a:ahLst/>
              <a:cxnLst/>
              <a:rect l="l" t="t" r="r" b="b"/>
              <a:pathLst>
                <a:path w="32" h="33" extrusionOk="0">
                  <a:moveTo>
                    <a:pt x="0" y="1"/>
                  </a:moveTo>
                  <a:lnTo>
                    <a:pt x="32"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23" name="Google Shape;11823;p76"/>
            <p:cNvSpPr/>
            <p:nvPr/>
          </p:nvSpPr>
          <p:spPr>
            <a:xfrm>
              <a:off x="2308108" y="2154792"/>
              <a:ext cx="149" cy="910"/>
            </a:xfrm>
            <a:custGeom>
              <a:avLst/>
              <a:gdLst/>
              <a:ahLst/>
              <a:cxnLst/>
              <a:rect l="l" t="t" r="r" b="b"/>
              <a:pathLst>
                <a:path w="11" h="67" extrusionOk="0">
                  <a:moveTo>
                    <a:pt x="11" y="0"/>
                  </a:moveTo>
                  <a:cubicBezTo>
                    <a:pt x="11" y="21"/>
                    <a:pt x="7" y="42"/>
                    <a:pt x="0" y="67"/>
                  </a:cubicBezTo>
                  <a:cubicBezTo>
                    <a:pt x="7" y="42"/>
                    <a:pt x="11" y="21"/>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24" name="Google Shape;11824;p76"/>
            <p:cNvSpPr/>
            <p:nvPr/>
          </p:nvSpPr>
          <p:spPr>
            <a:xfrm>
              <a:off x="2306492" y="2152267"/>
              <a:ext cx="299" cy="299"/>
            </a:xfrm>
            <a:custGeom>
              <a:avLst/>
              <a:gdLst/>
              <a:ahLst/>
              <a:cxnLst/>
              <a:rect l="l" t="t" r="r" b="b"/>
              <a:pathLst>
                <a:path w="22" h="22" extrusionOk="0">
                  <a:moveTo>
                    <a:pt x="0" y="1"/>
                  </a:moveTo>
                  <a:lnTo>
                    <a:pt x="2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25" name="Google Shape;11825;p76"/>
            <p:cNvSpPr/>
            <p:nvPr/>
          </p:nvSpPr>
          <p:spPr>
            <a:xfrm>
              <a:off x="2297694" y="2162681"/>
              <a:ext cx="4671" cy="7047"/>
            </a:xfrm>
            <a:custGeom>
              <a:avLst/>
              <a:gdLst/>
              <a:ahLst/>
              <a:cxnLst/>
              <a:rect l="l" t="t" r="r" b="b"/>
              <a:pathLst>
                <a:path w="344" h="519" extrusionOk="0">
                  <a:moveTo>
                    <a:pt x="344" y="518"/>
                  </a:moveTo>
                  <a:cubicBezTo>
                    <a:pt x="214" y="354"/>
                    <a:pt x="22" y="70"/>
                    <a:pt x="1" y="0"/>
                  </a:cubicBezTo>
                  <a:cubicBezTo>
                    <a:pt x="22" y="70"/>
                    <a:pt x="214" y="354"/>
                    <a:pt x="344" y="5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26" name="Google Shape;11826;p76"/>
            <p:cNvSpPr/>
            <p:nvPr/>
          </p:nvSpPr>
          <p:spPr>
            <a:xfrm>
              <a:off x="2304727" y="2150610"/>
              <a:ext cx="489" cy="434"/>
            </a:xfrm>
            <a:custGeom>
              <a:avLst/>
              <a:gdLst/>
              <a:ahLst/>
              <a:cxnLst/>
              <a:rect l="l" t="t" r="r" b="b"/>
              <a:pathLst>
                <a:path w="36" h="32" extrusionOk="0">
                  <a:moveTo>
                    <a:pt x="1" y="0"/>
                  </a:moveTo>
                  <a:lnTo>
                    <a:pt x="36"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27" name="Google Shape;11827;p76"/>
            <p:cNvSpPr/>
            <p:nvPr/>
          </p:nvSpPr>
          <p:spPr>
            <a:xfrm>
              <a:off x="2304347" y="2150271"/>
              <a:ext cx="204" cy="163"/>
            </a:xfrm>
            <a:custGeom>
              <a:avLst/>
              <a:gdLst/>
              <a:ahLst/>
              <a:cxnLst/>
              <a:rect l="l" t="t" r="r" b="b"/>
              <a:pathLst>
                <a:path w="15" h="12" extrusionOk="0">
                  <a:moveTo>
                    <a:pt x="1" y="1"/>
                  </a:moveTo>
                  <a:lnTo>
                    <a:pt x="1" y="1"/>
                  </a:lnTo>
                  <a:lnTo>
                    <a:pt x="15"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28" name="Google Shape;11828;p76"/>
            <p:cNvSpPr/>
            <p:nvPr/>
          </p:nvSpPr>
          <p:spPr>
            <a:xfrm>
              <a:off x="2291951" y="2116436"/>
              <a:ext cx="14" cy="0"/>
            </a:xfrm>
            <a:custGeom>
              <a:avLst/>
              <a:gdLst/>
              <a:ahLst/>
              <a:cxnLst/>
              <a:rect l="l" t="t" r="r" b="b"/>
              <a:pathLst>
                <a:path w="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29" name="Google Shape;11829;p76"/>
            <p:cNvSpPr/>
            <p:nvPr/>
          </p:nvSpPr>
          <p:spPr>
            <a:xfrm>
              <a:off x="2292562" y="2116436"/>
              <a:ext cx="14" cy="0"/>
            </a:xfrm>
            <a:custGeom>
              <a:avLst/>
              <a:gdLst/>
              <a:ahLst/>
              <a:cxnLst/>
              <a:rect l="l" t="t" r="r" b="b"/>
              <a:pathLst>
                <a:path w="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30" name="Google Shape;11830;p76"/>
            <p:cNvSpPr/>
            <p:nvPr/>
          </p:nvSpPr>
          <p:spPr>
            <a:xfrm>
              <a:off x="2291095" y="2116476"/>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31" name="Google Shape;11831;p76"/>
            <p:cNvSpPr/>
            <p:nvPr/>
          </p:nvSpPr>
          <p:spPr>
            <a:xfrm>
              <a:off x="2293132" y="2116436"/>
              <a:ext cx="14" cy="0"/>
            </a:xfrm>
            <a:custGeom>
              <a:avLst/>
              <a:gdLst/>
              <a:ahLst/>
              <a:cxnLst/>
              <a:rect l="l" t="t" r="r" b="b"/>
              <a:pathLst>
                <a:path w="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32" name="Google Shape;11832;p76"/>
            <p:cNvSpPr/>
            <p:nvPr/>
          </p:nvSpPr>
          <p:spPr>
            <a:xfrm>
              <a:off x="2291326" y="2116476"/>
              <a:ext cx="448" cy="14"/>
            </a:xfrm>
            <a:custGeom>
              <a:avLst/>
              <a:gdLst/>
              <a:ahLst/>
              <a:cxnLst/>
              <a:rect l="l" t="t" r="r" b="b"/>
              <a:pathLst>
                <a:path w="33" h="1" extrusionOk="0">
                  <a:moveTo>
                    <a:pt x="1" y="1"/>
                  </a:moveTo>
                  <a:lnTo>
                    <a:pt x="3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33" name="Google Shape;11833;p76"/>
            <p:cNvSpPr/>
            <p:nvPr/>
          </p:nvSpPr>
          <p:spPr>
            <a:xfrm>
              <a:off x="2550480" y="1720977"/>
              <a:ext cx="54867" cy="35763"/>
            </a:xfrm>
            <a:custGeom>
              <a:avLst/>
              <a:gdLst/>
              <a:ahLst/>
              <a:cxnLst/>
              <a:rect l="l" t="t" r="r" b="b"/>
              <a:pathLst>
                <a:path w="4041" h="2634" extrusionOk="0">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34" name="Google Shape;11834;p76"/>
            <p:cNvSpPr/>
            <p:nvPr/>
          </p:nvSpPr>
          <p:spPr>
            <a:xfrm>
              <a:off x="2585741" y="173408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35" name="Google Shape;11835;p76"/>
            <p:cNvSpPr/>
            <p:nvPr/>
          </p:nvSpPr>
          <p:spPr>
            <a:xfrm>
              <a:off x="2587696" y="1734365"/>
              <a:ext cx="299" cy="14"/>
            </a:xfrm>
            <a:custGeom>
              <a:avLst/>
              <a:gdLst/>
              <a:ahLst/>
              <a:cxnLst/>
              <a:rect l="l" t="t" r="r" b="b"/>
              <a:pathLst>
                <a:path w="22" h="1" extrusionOk="0">
                  <a:moveTo>
                    <a:pt x="0" y="0"/>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36" name="Google Shape;11836;p76"/>
            <p:cNvSpPr/>
            <p:nvPr/>
          </p:nvSpPr>
          <p:spPr>
            <a:xfrm>
              <a:off x="2588782" y="1734365"/>
              <a:ext cx="489" cy="14"/>
            </a:xfrm>
            <a:custGeom>
              <a:avLst/>
              <a:gdLst/>
              <a:ahLst/>
              <a:cxnLst/>
              <a:rect l="l" t="t" r="r" b="b"/>
              <a:pathLst>
                <a:path w="36" h="1" extrusionOk="0">
                  <a:moveTo>
                    <a:pt x="1" y="0"/>
                  </a:moveTo>
                  <a:lnTo>
                    <a:pt x="36"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37" name="Google Shape;11837;p76"/>
            <p:cNvSpPr/>
            <p:nvPr/>
          </p:nvSpPr>
          <p:spPr>
            <a:xfrm>
              <a:off x="2587221" y="1734365"/>
              <a:ext cx="204" cy="14"/>
            </a:xfrm>
            <a:custGeom>
              <a:avLst/>
              <a:gdLst/>
              <a:ahLst/>
              <a:cxnLst/>
              <a:rect l="l" t="t" r="r" b="b"/>
              <a:pathLst>
                <a:path w="15" h="1" extrusionOk="0">
                  <a:moveTo>
                    <a:pt x="0" y="0"/>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38" name="Google Shape;11838;p76"/>
            <p:cNvSpPr/>
            <p:nvPr/>
          </p:nvSpPr>
          <p:spPr>
            <a:xfrm>
              <a:off x="2586786" y="1734270"/>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39" name="Google Shape;11839;p76"/>
            <p:cNvSpPr/>
            <p:nvPr/>
          </p:nvSpPr>
          <p:spPr>
            <a:xfrm>
              <a:off x="2588646" y="173436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40" name="Google Shape;11840;p76"/>
            <p:cNvSpPr/>
            <p:nvPr/>
          </p:nvSpPr>
          <p:spPr>
            <a:xfrm>
              <a:off x="2589352" y="1733740"/>
              <a:ext cx="6381" cy="638"/>
            </a:xfrm>
            <a:custGeom>
              <a:avLst/>
              <a:gdLst/>
              <a:ahLst/>
              <a:cxnLst/>
              <a:rect l="l" t="t" r="r" b="b"/>
              <a:pathLst>
                <a:path w="470" h="47" extrusionOk="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41" name="Google Shape;11841;p76"/>
            <p:cNvSpPr/>
            <p:nvPr/>
          </p:nvSpPr>
          <p:spPr>
            <a:xfrm>
              <a:off x="2586121" y="173408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42" name="Google Shape;11842;p76"/>
            <p:cNvSpPr/>
            <p:nvPr/>
          </p:nvSpPr>
          <p:spPr>
            <a:xfrm>
              <a:off x="2585075" y="1734080"/>
              <a:ext cx="258" cy="14"/>
            </a:xfrm>
            <a:custGeom>
              <a:avLst/>
              <a:gdLst/>
              <a:ahLst/>
              <a:cxnLst/>
              <a:rect l="l" t="t" r="r" b="b"/>
              <a:pathLst>
                <a:path w="19" h="1" extrusionOk="0">
                  <a:moveTo>
                    <a:pt x="1" y="0"/>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43" name="Google Shape;11843;p76"/>
            <p:cNvSpPr/>
            <p:nvPr/>
          </p:nvSpPr>
          <p:spPr>
            <a:xfrm>
              <a:off x="2553752" y="1749137"/>
              <a:ext cx="163" cy="204"/>
            </a:xfrm>
            <a:custGeom>
              <a:avLst/>
              <a:gdLst/>
              <a:ahLst/>
              <a:cxnLst/>
              <a:rect l="l" t="t" r="r" b="b"/>
              <a:pathLst>
                <a:path w="12" h="15" extrusionOk="0">
                  <a:moveTo>
                    <a:pt x="11"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44" name="Google Shape;11844;p76"/>
            <p:cNvSpPr/>
            <p:nvPr/>
          </p:nvSpPr>
          <p:spPr>
            <a:xfrm>
              <a:off x="2553997" y="1748716"/>
              <a:ext cx="109" cy="244"/>
            </a:xfrm>
            <a:custGeom>
              <a:avLst/>
              <a:gdLst/>
              <a:ahLst/>
              <a:cxnLst/>
              <a:rect l="l" t="t" r="r" b="b"/>
              <a:pathLst>
                <a:path w="8" h="18" extrusionOk="0">
                  <a:moveTo>
                    <a:pt x="7"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45" name="Google Shape;11845;p76"/>
            <p:cNvSpPr/>
            <p:nvPr/>
          </p:nvSpPr>
          <p:spPr>
            <a:xfrm>
              <a:off x="2555612" y="1746720"/>
              <a:ext cx="244" cy="204"/>
            </a:xfrm>
            <a:custGeom>
              <a:avLst/>
              <a:gdLst/>
              <a:ahLst/>
              <a:cxnLst/>
              <a:rect l="l" t="t" r="r" b="b"/>
              <a:pathLst>
                <a:path w="18" h="15" extrusionOk="0">
                  <a:moveTo>
                    <a:pt x="18"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46" name="Google Shape;11846;p76"/>
            <p:cNvSpPr/>
            <p:nvPr/>
          </p:nvSpPr>
          <p:spPr>
            <a:xfrm>
              <a:off x="2554893" y="1747426"/>
              <a:ext cx="163" cy="204"/>
            </a:xfrm>
            <a:custGeom>
              <a:avLst/>
              <a:gdLst/>
              <a:ahLst/>
              <a:cxnLst/>
              <a:rect l="l" t="t" r="r" b="b"/>
              <a:pathLst>
                <a:path w="12" h="15" extrusionOk="0">
                  <a:moveTo>
                    <a:pt x="11"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47" name="Google Shape;11847;p76"/>
            <p:cNvSpPr/>
            <p:nvPr/>
          </p:nvSpPr>
          <p:spPr>
            <a:xfrm>
              <a:off x="2554187" y="1748377"/>
              <a:ext cx="149" cy="204"/>
            </a:xfrm>
            <a:custGeom>
              <a:avLst/>
              <a:gdLst/>
              <a:ahLst/>
              <a:cxnLst/>
              <a:rect l="l" t="t" r="r" b="b"/>
              <a:pathLst>
                <a:path w="11" h="15" extrusionOk="0">
                  <a:moveTo>
                    <a:pt x="11"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48" name="Google Shape;11848;p76"/>
            <p:cNvSpPr/>
            <p:nvPr/>
          </p:nvSpPr>
          <p:spPr>
            <a:xfrm>
              <a:off x="2555368" y="1746951"/>
              <a:ext cx="163" cy="204"/>
            </a:xfrm>
            <a:custGeom>
              <a:avLst/>
              <a:gdLst/>
              <a:ahLst/>
              <a:cxnLst/>
              <a:rect l="l" t="t" r="r" b="b"/>
              <a:pathLst>
                <a:path w="12" h="15" extrusionOk="0">
                  <a:moveTo>
                    <a:pt x="11"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49" name="Google Shape;11849;p76"/>
            <p:cNvSpPr/>
            <p:nvPr/>
          </p:nvSpPr>
          <p:spPr>
            <a:xfrm>
              <a:off x="2554417" y="1747997"/>
              <a:ext cx="163" cy="204"/>
            </a:xfrm>
            <a:custGeom>
              <a:avLst/>
              <a:gdLst/>
              <a:ahLst/>
              <a:cxnLst/>
              <a:rect l="l" t="t" r="r" b="b"/>
              <a:pathLst>
                <a:path w="12" h="15" extrusionOk="0">
                  <a:moveTo>
                    <a:pt x="11"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50" name="Google Shape;11850;p76"/>
            <p:cNvSpPr/>
            <p:nvPr/>
          </p:nvSpPr>
          <p:spPr>
            <a:xfrm>
              <a:off x="2553616" y="1749572"/>
              <a:ext cx="109" cy="244"/>
            </a:xfrm>
            <a:custGeom>
              <a:avLst/>
              <a:gdLst/>
              <a:ahLst/>
              <a:cxnLst/>
              <a:rect l="l" t="t" r="r" b="b"/>
              <a:pathLst>
                <a:path w="8" h="18" extrusionOk="0">
                  <a:moveTo>
                    <a:pt x="7"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51" name="Google Shape;11851;p76"/>
            <p:cNvSpPr/>
            <p:nvPr/>
          </p:nvSpPr>
          <p:spPr>
            <a:xfrm>
              <a:off x="2553141" y="1752423"/>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52" name="Google Shape;11852;p76"/>
            <p:cNvSpPr/>
            <p:nvPr/>
          </p:nvSpPr>
          <p:spPr>
            <a:xfrm>
              <a:off x="2572679" y="1720950"/>
              <a:ext cx="14" cy="163"/>
            </a:xfrm>
            <a:custGeom>
              <a:avLst/>
              <a:gdLst/>
              <a:ahLst/>
              <a:cxnLst/>
              <a:rect l="l" t="t" r="r" b="b"/>
              <a:pathLst>
                <a:path w="1" h="12" extrusionOk="0">
                  <a:moveTo>
                    <a:pt x="0" y="11"/>
                  </a:moveTo>
                  <a:lnTo>
                    <a:pt x="0" y="4"/>
                  </a:lnTo>
                  <a:cubicBezTo>
                    <a:pt x="0" y="1"/>
                    <a:pt x="0" y="8"/>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53" name="Google Shape;11853;p76"/>
            <p:cNvSpPr/>
            <p:nvPr/>
          </p:nvSpPr>
          <p:spPr>
            <a:xfrm>
              <a:off x="2553087" y="1753143"/>
              <a:ext cx="14" cy="149"/>
            </a:xfrm>
            <a:custGeom>
              <a:avLst/>
              <a:gdLst/>
              <a:ahLst/>
              <a:cxnLst/>
              <a:rect l="l" t="t" r="r" b="b"/>
              <a:pathLst>
                <a:path w="1" h="11" extrusionOk="0">
                  <a:moveTo>
                    <a:pt x="1"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54" name="Google Shape;11854;p76"/>
            <p:cNvSpPr/>
            <p:nvPr/>
          </p:nvSpPr>
          <p:spPr>
            <a:xfrm>
              <a:off x="2553141" y="1751758"/>
              <a:ext cx="54" cy="353"/>
            </a:xfrm>
            <a:custGeom>
              <a:avLst/>
              <a:gdLst/>
              <a:ahLst/>
              <a:cxnLst/>
              <a:rect l="l" t="t" r="r" b="b"/>
              <a:pathLst>
                <a:path w="4" h="26" extrusionOk="0">
                  <a:moveTo>
                    <a:pt x="4" y="1"/>
                  </a:moveTo>
                  <a:cubicBezTo>
                    <a:pt x="4" y="8"/>
                    <a:pt x="0" y="15"/>
                    <a:pt x="0" y="25"/>
                  </a:cubicBezTo>
                  <a:cubicBezTo>
                    <a:pt x="4" y="15"/>
                    <a:pt x="4" y="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55" name="Google Shape;11855;p76"/>
            <p:cNvSpPr/>
            <p:nvPr/>
          </p:nvSpPr>
          <p:spPr>
            <a:xfrm>
              <a:off x="2555137" y="1747196"/>
              <a:ext cx="149" cy="149"/>
            </a:xfrm>
            <a:custGeom>
              <a:avLst/>
              <a:gdLst/>
              <a:ahLst/>
              <a:cxnLst/>
              <a:rect l="l" t="t" r="r" b="b"/>
              <a:pathLst>
                <a:path w="11" h="11" extrusionOk="0">
                  <a:moveTo>
                    <a:pt x="0" y="11"/>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56" name="Google Shape;11856;p76"/>
            <p:cNvSpPr/>
            <p:nvPr/>
          </p:nvSpPr>
          <p:spPr>
            <a:xfrm>
              <a:off x="2553467" y="1750047"/>
              <a:ext cx="68" cy="244"/>
            </a:xfrm>
            <a:custGeom>
              <a:avLst/>
              <a:gdLst/>
              <a:ahLst/>
              <a:cxnLst/>
              <a:rect l="l" t="t" r="r" b="b"/>
              <a:pathLst>
                <a:path w="5" h="18" extrusionOk="0">
                  <a:moveTo>
                    <a:pt x="4" y="0"/>
                  </a:moveTo>
                  <a:cubicBezTo>
                    <a:pt x="4" y="7"/>
                    <a:pt x="1" y="15"/>
                    <a:pt x="1" y="18"/>
                  </a:cubicBezTo>
                  <a:cubicBezTo>
                    <a:pt x="1" y="15"/>
                    <a:pt x="4"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57" name="Google Shape;11857;p76"/>
            <p:cNvSpPr/>
            <p:nvPr/>
          </p:nvSpPr>
          <p:spPr>
            <a:xfrm>
              <a:off x="2553236" y="1751147"/>
              <a:ext cx="54" cy="299"/>
            </a:xfrm>
            <a:custGeom>
              <a:avLst/>
              <a:gdLst/>
              <a:ahLst/>
              <a:cxnLst/>
              <a:rect l="l" t="t" r="r" b="b"/>
              <a:pathLst>
                <a:path w="4" h="22" extrusionOk="0">
                  <a:moveTo>
                    <a:pt x="4" y="0"/>
                  </a:moveTo>
                  <a:cubicBezTo>
                    <a:pt x="4" y="7"/>
                    <a:pt x="0" y="14"/>
                    <a:pt x="0" y="21"/>
                  </a:cubicBezTo>
                  <a:cubicBezTo>
                    <a:pt x="4" y="14"/>
                    <a:pt x="4"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58" name="Google Shape;11858;p76"/>
            <p:cNvSpPr/>
            <p:nvPr/>
          </p:nvSpPr>
          <p:spPr>
            <a:xfrm>
              <a:off x="2553331" y="1750576"/>
              <a:ext cx="54" cy="285"/>
            </a:xfrm>
            <a:custGeom>
              <a:avLst/>
              <a:gdLst/>
              <a:ahLst/>
              <a:cxnLst/>
              <a:rect l="l" t="t" r="r" b="b"/>
              <a:pathLst>
                <a:path w="4" h="21" extrusionOk="0">
                  <a:moveTo>
                    <a:pt x="4" y="0"/>
                  </a:moveTo>
                  <a:cubicBezTo>
                    <a:pt x="4" y="7"/>
                    <a:pt x="0" y="14"/>
                    <a:pt x="0" y="21"/>
                  </a:cubicBezTo>
                  <a:cubicBezTo>
                    <a:pt x="0" y="14"/>
                    <a:pt x="4"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59" name="Google Shape;11859;p76"/>
            <p:cNvSpPr/>
            <p:nvPr/>
          </p:nvSpPr>
          <p:spPr>
            <a:xfrm>
              <a:off x="2570398" y="1725716"/>
              <a:ext cx="54" cy="54"/>
            </a:xfrm>
            <a:custGeom>
              <a:avLst/>
              <a:gdLst/>
              <a:ahLst/>
              <a:cxnLst/>
              <a:rect l="l" t="t" r="r" b="b"/>
              <a:pathLst>
                <a:path w="4" h="4" extrusionOk="0">
                  <a:moveTo>
                    <a:pt x="4" y="0"/>
                  </a:moveTo>
                  <a:lnTo>
                    <a:pt x="0" y="4"/>
                  </a:ln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60" name="Google Shape;11860;p76"/>
            <p:cNvSpPr/>
            <p:nvPr/>
          </p:nvSpPr>
          <p:spPr>
            <a:xfrm>
              <a:off x="2554662" y="1747712"/>
              <a:ext cx="149" cy="204"/>
            </a:xfrm>
            <a:custGeom>
              <a:avLst/>
              <a:gdLst/>
              <a:ahLst/>
              <a:cxnLst/>
              <a:rect l="l" t="t" r="r" b="b"/>
              <a:pathLst>
                <a:path w="11" h="15" extrusionOk="0">
                  <a:moveTo>
                    <a:pt x="11"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61" name="Google Shape;11861;p76"/>
            <p:cNvSpPr/>
            <p:nvPr/>
          </p:nvSpPr>
          <p:spPr>
            <a:xfrm>
              <a:off x="2572014" y="1722675"/>
              <a:ext cx="109" cy="190"/>
            </a:xfrm>
            <a:custGeom>
              <a:avLst/>
              <a:gdLst/>
              <a:ahLst/>
              <a:cxnLst/>
              <a:rect l="l" t="t" r="r" b="b"/>
              <a:pathLst>
                <a:path w="8" h="14" extrusionOk="0">
                  <a:moveTo>
                    <a:pt x="0" y="14"/>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62" name="Google Shape;11862;p76"/>
            <p:cNvSpPr/>
            <p:nvPr/>
          </p:nvSpPr>
          <p:spPr>
            <a:xfrm>
              <a:off x="2572489" y="1721616"/>
              <a:ext cx="54" cy="163"/>
            </a:xfrm>
            <a:custGeom>
              <a:avLst/>
              <a:gdLst/>
              <a:ahLst/>
              <a:cxnLst/>
              <a:rect l="l" t="t" r="r" b="b"/>
              <a:pathLst>
                <a:path w="4" h="12" extrusionOk="0">
                  <a:moveTo>
                    <a:pt x="0" y="1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63" name="Google Shape;11863;p76"/>
            <p:cNvSpPr/>
            <p:nvPr/>
          </p:nvSpPr>
          <p:spPr>
            <a:xfrm>
              <a:off x="2572299" y="1722050"/>
              <a:ext cx="54" cy="204"/>
            </a:xfrm>
            <a:custGeom>
              <a:avLst/>
              <a:gdLst/>
              <a:ahLst/>
              <a:cxnLst/>
              <a:rect l="l" t="t" r="r" b="b"/>
              <a:pathLst>
                <a:path w="4" h="15" extrusionOk="0">
                  <a:moveTo>
                    <a:pt x="0" y="15"/>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64" name="Google Shape;11864;p76"/>
            <p:cNvSpPr/>
            <p:nvPr/>
          </p:nvSpPr>
          <p:spPr>
            <a:xfrm>
              <a:off x="2571824" y="1723001"/>
              <a:ext cx="109" cy="204"/>
            </a:xfrm>
            <a:custGeom>
              <a:avLst/>
              <a:gdLst/>
              <a:ahLst/>
              <a:cxnLst/>
              <a:rect l="l" t="t" r="r" b="b"/>
              <a:pathLst>
                <a:path w="8" h="15" extrusionOk="0">
                  <a:moveTo>
                    <a:pt x="0" y="15"/>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65" name="Google Shape;11865;p76"/>
            <p:cNvSpPr/>
            <p:nvPr/>
          </p:nvSpPr>
          <p:spPr>
            <a:xfrm>
              <a:off x="2572394" y="1721860"/>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66" name="Google Shape;11866;p76"/>
            <p:cNvSpPr/>
            <p:nvPr/>
          </p:nvSpPr>
          <p:spPr>
            <a:xfrm>
              <a:off x="2572150" y="1722335"/>
              <a:ext cx="109" cy="204"/>
            </a:xfrm>
            <a:custGeom>
              <a:avLst/>
              <a:gdLst/>
              <a:ahLst/>
              <a:cxnLst/>
              <a:rect l="l" t="t" r="r" b="b"/>
              <a:pathLst>
                <a:path w="8" h="15" extrusionOk="0">
                  <a:moveTo>
                    <a:pt x="1" y="15"/>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67" name="Google Shape;11867;p76"/>
            <p:cNvSpPr/>
            <p:nvPr/>
          </p:nvSpPr>
          <p:spPr>
            <a:xfrm>
              <a:off x="2570914" y="1724671"/>
              <a:ext cx="109" cy="244"/>
            </a:xfrm>
            <a:custGeom>
              <a:avLst/>
              <a:gdLst/>
              <a:ahLst/>
              <a:cxnLst/>
              <a:rect l="l" t="t" r="r" b="b"/>
              <a:pathLst>
                <a:path w="8" h="18" extrusionOk="0">
                  <a:moveTo>
                    <a:pt x="1" y="18"/>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68" name="Google Shape;11868;p76"/>
            <p:cNvSpPr/>
            <p:nvPr/>
          </p:nvSpPr>
          <p:spPr>
            <a:xfrm>
              <a:off x="2570588" y="1725187"/>
              <a:ext cx="149" cy="258"/>
            </a:xfrm>
            <a:custGeom>
              <a:avLst/>
              <a:gdLst/>
              <a:ahLst/>
              <a:cxnLst/>
              <a:rect l="l" t="t" r="r" b="b"/>
              <a:pathLst>
                <a:path w="11" h="19" extrusionOk="0">
                  <a:moveTo>
                    <a:pt x="0" y="1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69" name="Google Shape;11869;p76"/>
            <p:cNvSpPr/>
            <p:nvPr/>
          </p:nvSpPr>
          <p:spPr>
            <a:xfrm>
              <a:off x="2571634" y="1723381"/>
              <a:ext cx="149" cy="204"/>
            </a:xfrm>
            <a:custGeom>
              <a:avLst/>
              <a:gdLst/>
              <a:ahLst/>
              <a:cxnLst/>
              <a:rect l="l" t="t" r="r" b="b"/>
              <a:pathLst>
                <a:path w="11" h="15" extrusionOk="0">
                  <a:moveTo>
                    <a:pt x="0" y="15"/>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70" name="Google Shape;11870;p76"/>
            <p:cNvSpPr/>
            <p:nvPr/>
          </p:nvSpPr>
          <p:spPr>
            <a:xfrm>
              <a:off x="2571159" y="1724195"/>
              <a:ext cx="149" cy="244"/>
            </a:xfrm>
            <a:custGeom>
              <a:avLst/>
              <a:gdLst/>
              <a:ahLst/>
              <a:cxnLst/>
              <a:rect l="l" t="t" r="r" b="b"/>
              <a:pathLst>
                <a:path w="11" h="18" extrusionOk="0">
                  <a:moveTo>
                    <a:pt x="0" y="18"/>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71" name="Google Shape;11871;p76"/>
            <p:cNvSpPr/>
            <p:nvPr/>
          </p:nvSpPr>
          <p:spPr>
            <a:xfrm>
              <a:off x="2571389" y="1723761"/>
              <a:ext cx="163" cy="258"/>
            </a:xfrm>
            <a:custGeom>
              <a:avLst/>
              <a:gdLst/>
              <a:ahLst/>
              <a:cxnLst/>
              <a:rect l="l" t="t" r="r" b="b"/>
              <a:pathLst>
                <a:path w="12" h="19" extrusionOk="0">
                  <a:moveTo>
                    <a:pt x="1" y="1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72" name="Google Shape;11872;p76"/>
            <p:cNvSpPr/>
            <p:nvPr/>
          </p:nvSpPr>
          <p:spPr>
            <a:xfrm>
              <a:off x="2572679" y="1721140"/>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73" name="Google Shape;11873;p76"/>
            <p:cNvSpPr/>
            <p:nvPr/>
          </p:nvSpPr>
          <p:spPr>
            <a:xfrm>
              <a:off x="2572584" y="1721426"/>
              <a:ext cx="14" cy="109"/>
            </a:xfrm>
            <a:custGeom>
              <a:avLst/>
              <a:gdLst/>
              <a:ahLst/>
              <a:cxnLst/>
              <a:rect l="l" t="t" r="r" b="b"/>
              <a:pathLst>
                <a:path w="1" h="8" extrusionOk="0">
                  <a:moveTo>
                    <a:pt x="0"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74" name="Google Shape;11874;p76"/>
            <p:cNvSpPr/>
            <p:nvPr/>
          </p:nvSpPr>
          <p:spPr>
            <a:xfrm>
              <a:off x="2572625" y="1721235"/>
              <a:ext cx="14" cy="163"/>
            </a:xfrm>
            <a:custGeom>
              <a:avLst/>
              <a:gdLst/>
              <a:ahLst/>
              <a:cxnLst/>
              <a:rect l="l" t="t" r="r" b="b"/>
              <a:pathLst>
                <a:path w="1" h="12" extrusionOk="0">
                  <a:moveTo>
                    <a:pt x="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75" name="Google Shape;11875;p76"/>
            <p:cNvSpPr/>
            <p:nvPr/>
          </p:nvSpPr>
          <p:spPr>
            <a:xfrm>
              <a:off x="2604994" y="1750237"/>
              <a:ext cx="14" cy="149"/>
            </a:xfrm>
            <a:custGeom>
              <a:avLst/>
              <a:gdLst/>
              <a:ahLst/>
              <a:cxnLst/>
              <a:rect l="l" t="t" r="r" b="b"/>
              <a:pathLst>
                <a:path w="1" h="11" extrusionOk="0">
                  <a:moveTo>
                    <a:pt x="1"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76" name="Google Shape;11876;p76"/>
            <p:cNvSpPr/>
            <p:nvPr/>
          </p:nvSpPr>
          <p:spPr>
            <a:xfrm>
              <a:off x="2604003" y="1751242"/>
              <a:ext cx="1439" cy="2105"/>
            </a:xfrm>
            <a:custGeom>
              <a:avLst/>
              <a:gdLst/>
              <a:ahLst/>
              <a:cxnLst/>
              <a:rect l="l" t="t" r="r" b="b"/>
              <a:pathLst>
                <a:path w="106" h="155" extrusionOk="0">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77" name="Google Shape;11877;p76"/>
            <p:cNvSpPr/>
            <p:nvPr/>
          </p:nvSpPr>
          <p:spPr>
            <a:xfrm>
              <a:off x="2605048" y="1750807"/>
              <a:ext cx="54" cy="244"/>
            </a:xfrm>
            <a:custGeom>
              <a:avLst/>
              <a:gdLst/>
              <a:ahLst/>
              <a:cxnLst/>
              <a:rect l="l" t="t" r="r" b="b"/>
              <a:pathLst>
                <a:path w="4" h="18" extrusionOk="0">
                  <a:moveTo>
                    <a:pt x="0" y="1"/>
                  </a:moveTo>
                  <a:lnTo>
                    <a:pt x="4"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78" name="Google Shape;11878;p76"/>
            <p:cNvSpPr/>
            <p:nvPr/>
          </p:nvSpPr>
          <p:spPr>
            <a:xfrm>
              <a:off x="2604003" y="1743774"/>
              <a:ext cx="109" cy="244"/>
            </a:xfrm>
            <a:custGeom>
              <a:avLst/>
              <a:gdLst/>
              <a:ahLst/>
              <a:cxnLst/>
              <a:rect l="l" t="t" r="r" b="b"/>
              <a:pathLst>
                <a:path w="8" h="18" extrusionOk="0">
                  <a:moveTo>
                    <a:pt x="0" y="0"/>
                  </a:moveTo>
                  <a:cubicBezTo>
                    <a:pt x="4" y="7"/>
                    <a:pt x="4" y="11"/>
                    <a:pt x="7" y="18"/>
                  </a:cubicBezTo>
                  <a:cubicBezTo>
                    <a:pt x="4" y="11"/>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79" name="Google Shape;11879;p76"/>
            <p:cNvSpPr/>
            <p:nvPr/>
          </p:nvSpPr>
          <p:spPr>
            <a:xfrm>
              <a:off x="2604043" y="1744005"/>
              <a:ext cx="869" cy="5770"/>
            </a:xfrm>
            <a:custGeom>
              <a:avLst/>
              <a:gdLst/>
              <a:ahLst/>
              <a:cxnLst/>
              <a:rect l="l" t="t" r="r" b="b"/>
              <a:pathLst>
                <a:path w="64" h="425" extrusionOk="0">
                  <a:moveTo>
                    <a:pt x="1" y="1"/>
                  </a:moveTo>
                  <a:cubicBezTo>
                    <a:pt x="15" y="88"/>
                    <a:pt x="39" y="267"/>
                    <a:pt x="64" y="424"/>
                  </a:cubicBezTo>
                  <a:cubicBezTo>
                    <a:pt x="39" y="267"/>
                    <a:pt x="15" y="8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80" name="Google Shape;11880;p76"/>
            <p:cNvSpPr/>
            <p:nvPr/>
          </p:nvSpPr>
          <p:spPr>
            <a:xfrm>
              <a:off x="1464633" y="1859509"/>
              <a:ext cx="1344" cy="2009"/>
            </a:xfrm>
            <a:custGeom>
              <a:avLst/>
              <a:gdLst/>
              <a:ahLst/>
              <a:cxnLst/>
              <a:rect l="l" t="t" r="r" b="b"/>
              <a:pathLst>
                <a:path w="99" h="148" extrusionOk="0">
                  <a:moveTo>
                    <a:pt x="1" y="1"/>
                  </a:moveTo>
                  <a:lnTo>
                    <a:pt x="1" y="1"/>
                  </a:lnTo>
                  <a:cubicBezTo>
                    <a:pt x="18" y="60"/>
                    <a:pt x="53" y="109"/>
                    <a:pt x="99" y="148"/>
                  </a:cubicBezTo>
                  <a:cubicBezTo>
                    <a:pt x="81" y="102"/>
                    <a:pt x="57" y="64"/>
                    <a:pt x="25" y="29"/>
                  </a:cubicBez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81" name="Google Shape;11881;p76"/>
            <p:cNvSpPr/>
            <p:nvPr/>
          </p:nvSpPr>
          <p:spPr>
            <a:xfrm>
              <a:off x="1462026" y="1851905"/>
              <a:ext cx="2050" cy="5580"/>
            </a:xfrm>
            <a:custGeom>
              <a:avLst/>
              <a:gdLst/>
              <a:ahLst/>
              <a:cxnLst/>
              <a:rect l="l" t="t" r="r" b="b"/>
              <a:pathLst>
                <a:path w="151" h="411" extrusionOk="0">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82" name="Google Shape;11882;p76"/>
            <p:cNvSpPr/>
            <p:nvPr/>
          </p:nvSpPr>
          <p:spPr>
            <a:xfrm>
              <a:off x="1586043" y="1964015"/>
              <a:ext cx="5146" cy="4100"/>
            </a:xfrm>
            <a:custGeom>
              <a:avLst/>
              <a:gdLst/>
              <a:ahLst/>
              <a:cxnLst/>
              <a:rect l="l" t="t" r="r" b="b"/>
              <a:pathLst>
                <a:path w="379" h="302" extrusionOk="0">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83" name="Google Shape;11883;p76"/>
            <p:cNvSpPr/>
            <p:nvPr/>
          </p:nvSpPr>
          <p:spPr>
            <a:xfrm>
              <a:off x="2367754" y="1716578"/>
              <a:ext cx="22213" cy="19226"/>
            </a:xfrm>
            <a:custGeom>
              <a:avLst/>
              <a:gdLst/>
              <a:ahLst/>
              <a:cxnLst/>
              <a:rect l="l" t="t" r="r" b="b"/>
              <a:pathLst>
                <a:path w="1636" h="1416" extrusionOk="0">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84" name="Google Shape;11884;p76"/>
            <p:cNvSpPr/>
            <p:nvPr/>
          </p:nvSpPr>
          <p:spPr>
            <a:xfrm>
              <a:off x="2376321" y="1716673"/>
              <a:ext cx="584" cy="68"/>
            </a:xfrm>
            <a:custGeom>
              <a:avLst/>
              <a:gdLst/>
              <a:ahLst/>
              <a:cxnLst/>
              <a:rect l="l" t="t" r="r" b="b"/>
              <a:pathLst>
                <a:path w="43" h="5" extrusionOk="0">
                  <a:moveTo>
                    <a:pt x="0" y="1"/>
                  </a:moveTo>
                  <a:lnTo>
                    <a:pt x="4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85" name="Google Shape;11885;p76"/>
            <p:cNvSpPr/>
            <p:nvPr/>
          </p:nvSpPr>
          <p:spPr>
            <a:xfrm>
              <a:off x="2377122" y="1716728"/>
              <a:ext cx="543" cy="109"/>
            </a:xfrm>
            <a:custGeom>
              <a:avLst/>
              <a:gdLst/>
              <a:ahLst/>
              <a:cxnLst/>
              <a:rect l="l" t="t" r="r" b="b"/>
              <a:pathLst>
                <a:path w="40" h="8" extrusionOk="0">
                  <a:moveTo>
                    <a:pt x="1" y="0"/>
                  </a:moveTo>
                  <a:lnTo>
                    <a:pt x="39"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86" name="Google Shape;11886;p76"/>
            <p:cNvSpPr/>
            <p:nvPr/>
          </p:nvSpPr>
          <p:spPr>
            <a:xfrm>
              <a:off x="2378833" y="1717013"/>
              <a:ext cx="543" cy="109"/>
            </a:xfrm>
            <a:custGeom>
              <a:avLst/>
              <a:gdLst/>
              <a:ahLst/>
              <a:cxnLst/>
              <a:rect l="l" t="t" r="r" b="b"/>
              <a:pathLst>
                <a:path w="40" h="8" extrusionOk="0">
                  <a:moveTo>
                    <a:pt x="1" y="0"/>
                  </a:moveTo>
                  <a:lnTo>
                    <a:pt x="39"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87" name="Google Shape;11887;p76"/>
            <p:cNvSpPr/>
            <p:nvPr/>
          </p:nvSpPr>
          <p:spPr>
            <a:xfrm>
              <a:off x="2377937" y="1716864"/>
              <a:ext cx="584" cy="68"/>
            </a:xfrm>
            <a:custGeom>
              <a:avLst/>
              <a:gdLst/>
              <a:ahLst/>
              <a:cxnLst/>
              <a:rect l="l" t="t" r="r" b="b"/>
              <a:pathLst>
                <a:path w="43" h="5" extrusionOk="0">
                  <a:moveTo>
                    <a:pt x="0" y="1"/>
                  </a:moveTo>
                  <a:lnTo>
                    <a:pt x="4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88" name="Google Shape;11888;p76"/>
            <p:cNvSpPr/>
            <p:nvPr/>
          </p:nvSpPr>
          <p:spPr>
            <a:xfrm>
              <a:off x="2375561" y="1716633"/>
              <a:ext cx="584" cy="14"/>
            </a:xfrm>
            <a:custGeom>
              <a:avLst/>
              <a:gdLst/>
              <a:ahLst/>
              <a:cxnLst/>
              <a:rect l="l" t="t" r="r" b="b"/>
              <a:pathLst>
                <a:path w="43" h="1" extrusionOk="0">
                  <a:moveTo>
                    <a:pt x="0" y="0"/>
                  </a:moveTo>
                  <a:lnTo>
                    <a:pt x="4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89" name="Google Shape;11889;p76"/>
            <p:cNvSpPr/>
            <p:nvPr/>
          </p:nvSpPr>
          <p:spPr>
            <a:xfrm>
              <a:off x="2379784" y="1717203"/>
              <a:ext cx="299" cy="54"/>
            </a:xfrm>
            <a:custGeom>
              <a:avLst/>
              <a:gdLst/>
              <a:ahLst/>
              <a:cxnLst/>
              <a:rect l="l" t="t" r="r" b="b"/>
              <a:pathLst>
                <a:path w="22" h="4" extrusionOk="0">
                  <a:moveTo>
                    <a:pt x="22"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90" name="Google Shape;11890;p76"/>
            <p:cNvSpPr/>
            <p:nvPr/>
          </p:nvSpPr>
          <p:spPr>
            <a:xfrm>
              <a:off x="2368134" y="1717773"/>
              <a:ext cx="828" cy="149"/>
            </a:xfrm>
            <a:custGeom>
              <a:avLst/>
              <a:gdLst/>
              <a:ahLst/>
              <a:cxnLst/>
              <a:rect l="l" t="t" r="r" b="b"/>
              <a:pathLst>
                <a:path w="61" h="11" extrusionOk="0">
                  <a:moveTo>
                    <a:pt x="1" y="11"/>
                  </a:moveTo>
                  <a:lnTo>
                    <a:pt x="6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91" name="Google Shape;11891;p76"/>
            <p:cNvSpPr/>
            <p:nvPr/>
          </p:nvSpPr>
          <p:spPr>
            <a:xfrm>
              <a:off x="2374896" y="1716633"/>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92" name="Google Shape;11892;p76"/>
            <p:cNvSpPr/>
            <p:nvPr/>
          </p:nvSpPr>
          <p:spPr>
            <a:xfrm>
              <a:off x="2369234" y="1717488"/>
              <a:ext cx="964" cy="244"/>
            </a:xfrm>
            <a:custGeom>
              <a:avLst/>
              <a:gdLst/>
              <a:ahLst/>
              <a:cxnLst/>
              <a:rect l="l" t="t" r="r" b="b"/>
              <a:pathLst>
                <a:path w="71" h="18" extrusionOk="0">
                  <a:moveTo>
                    <a:pt x="0" y="18"/>
                  </a:moveTo>
                  <a:lnTo>
                    <a:pt x="7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93" name="Google Shape;11893;p76"/>
            <p:cNvSpPr/>
            <p:nvPr/>
          </p:nvSpPr>
          <p:spPr>
            <a:xfrm>
              <a:off x="2374176" y="1716633"/>
              <a:ext cx="638" cy="54"/>
            </a:xfrm>
            <a:custGeom>
              <a:avLst/>
              <a:gdLst/>
              <a:ahLst/>
              <a:cxnLst/>
              <a:rect l="l" t="t" r="r" b="b"/>
              <a:pathLst>
                <a:path w="47" h="4" extrusionOk="0">
                  <a:moveTo>
                    <a:pt x="46" y="0"/>
                  </a:moveTo>
                  <a:cubicBezTo>
                    <a:pt x="29" y="0"/>
                    <a:pt x="15" y="0"/>
                    <a:pt x="1" y="4"/>
                  </a:cubicBezTo>
                  <a:cubicBezTo>
                    <a:pt x="15" y="4"/>
                    <a:pt x="29" y="0"/>
                    <a:pt x="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94" name="Google Shape;11894;p76"/>
            <p:cNvSpPr/>
            <p:nvPr/>
          </p:nvSpPr>
          <p:spPr>
            <a:xfrm>
              <a:off x="2374611" y="1725051"/>
              <a:ext cx="149" cy="109"/>
            </a:xfrm>
            <a:custGeom>
              <a:avLst/>
              <a:gdLst/>
              <a:ahLst/>
              <a:cxnLst/>
              <a:rect l="l" t="t" r="r" b="b"/>
              <a:pathLst>
                <a:path w="11" h="8" extrusionOk="0">
                  <a:moveTo>
                    <a:pt x="0" y="0"/>
                  </a:moveTo>
                  <a:lnTo>
                    <a:pt x="1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95" name="Google Shape;11895;p76"/>
            <p:cNvSpPr/>
            <p:nvPr/>
          </p:nvSpPr>
          <p:spPr>
            <a:xfrm>
              <a:off x="2375656" y="1726857"/>
              <a:ext cx="244" cy="530"/>
            </a:xfrm>
            <a:custGeom>
              <a:avLst/>
              <a:gdLst/>
              <a:ahLst/>
              <a:cxnLst/>
              <a:rect l="l" t="t" r="r" b="b"/>
              <a:pathLst>
                <a:path w="18" h="39" extrusionOk="0">
                  <a:moveTo>
                    <a:pt x="18" y="39"/>
                  </a:moveTo>
                  <a:cubicBezTo>
                    <a:pt x="11" y="25"/>
                    <a:pt x="7" y="14"/>
                    <a:pt x="0" y="0"/>
                  </a:cubicBezTo>
                  <a:cubicBezTo>
                    <a:pt x="7" y="14"/>
                    <a:pt x="11" y="25"/>
                    <a:pt x="18"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96" name="Google Shape;11896;p76"/>
            <p:cNvSpPr/>
            <p:nvPr/>
          </p:nvSpPr>
          <p:spPr>
            <a:xfrm>
              <a:off x="2374461" y="1724901"/>
              <a:ext cx="163" cy="109"/>
            </a:xfrm>
            <a:custGeom>
              <a:avLst/>
              <a:gdLst/>
              <a:ahLst/>
              <a:cxnLst/>
              <a:rect l="l" t="t" r="r" b="b"/>
              <a:pathLst>
                <a:path w="12" h="8" extrusionOk="0">
                  <a:moveTo>
                    <a:pt x="11"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97" name="Google Shape;11897;p76"/>
            <p:cNvSpPr/>
            <p:nvPr/>
          </p:nvSpPr>
          <p:spPr>
            <a:xfrm>
              <a:off x="2374896" y="1725377"/>
              <a:ext cx="149" cy="258"/>
            </a:xfrm>
            <a:custGeom>
              <a:avLst/>
              <a:gdLst/>
              <a:ahLst/>
              <a:cxnLst/>
              <a:rect l="l" t="t" r="r" b="b"/>
              <a:pathLst>
                <a:path w="11" h="19" extrusionOk="0">
                  <a:moveTo>
                    <a:pt x="11"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98" name="Google Shape;11898;p76"/>
            <p:cNvSpPr/>
            <p:nvPr/>
          </p:nvSpPr>
          <p:spPr>
            <a:xfrm>
              <a:off x="2374746" y="1725187"/>
              <a:ext cx="163" cy="163"/>
            </a:xfrm>
            <a:custGeom>
              <a:avLst/>
              <a:gdLst/>
              <a:ahLst/>
              <a:cxnLst/>
              <a:rect l="l" t="t" r="r" b="b"/>
              <a:pathLst>
                <a:path w="12" h="12" extrusionOk="0">
                  <a:moveTo>
                    <a:pt x="1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99" name="Google Shape;11899;p76"/>
            <p:cNvSpPr/>
            <p:nvPr/>
          </p:nvSpPr>
          <p:spPr>
            <a:xfrm>
              <a:off x="2375466" y="1726381"/>
              <a:ext cx="204" cy="434"/>
            </a:xfrm>
            <a:custGeom>
              <a:avLst/>
              <a:gdLst/>
              <a:ahLst/>
              <a:cxnLst/>
              <a:rect l="l" t="t" r="r" b="b"/>
              <a:pathLst>
                <a:path w="15" h="32" extrusionOk="0">
                  <a:moveTo>
                    <a:pt x="14" y="32"/>
                  </a:moveTo>
                  <a:cubicBezTo>
                    <a:pt x="7" y="18"/>
                    <a:pt x="4" y="7"/>
                    <a:pt x="0" y="0"/>
                  </a:cubicBezTo>
                  <a:cubicBezTo>
                    <a:pt x="4" y="7"/>
                    <a:pt x="7" y="18"/>
                    <a:pt x="14"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00" name="Google Shape;11900;p76"/>
            <p:cNvSpPr/>
            <p:nvPr/>
          </p:nvSpPr>
          <p:spPr>
            <a:xfrm>
              <a:off x="2375276" y="1725947"/>
              <a:ext cx="149" cy="394"/>
            </a:xfrm>
            <a:custGeom>
              <a:avLst/>
              <a:gdLst/>
              <a:ahLst/>
              <a:cxnLst/>
              <a:rect l="l" t="t" r="r" b="b"/>
              <a:pathLst>
                <a:path w="11" h="29" extrusionOk="0">
                  <a:moveTo>
                    <a:pt x="11" y="29"/>
                  </a:moveTo>
                  <a:cubicBezTo>
                    <a:pt x="7" y="18"/>
                    <a:pt x="4" y="8"/>
                    <a:pt x="0" y="1"/>
                  </a:cubicBezTo>
                  <a:cubicBezTo>
                    <a:pt x="4" y="8"/>
                    <a:pt x="7" y="18"/>
                    <a:pt x="11"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01" name="Google Shape;11901;p76"/>
            <p:cNvSpPr/>
            <p:nvPr/>
          </p:nvSpPr>
          <p:spPr>
            <a:xfrm>
              <a:off x="2375086" y="1725662"/>
              <a:ext cx="149" cy="299"/>
            </a:xfrm>
            <a:custGeom>
              <a:avLst/>
              <a:gdLst/>
              <a:ahLst/>
              <a:cxnLst/>
              <a:rect l="l" t="t" r="r" b="b"/>
              <a:pathLst>
                <a:path w="11" h="22" extrusionOk="0">
                  <a:moveTo>
                    <a:pt x="11" y="22"/>
                  </a:moveTo>
                  <a:cubicBezTo>
                    <a:pt x="7" y="11"/>
                    <a:pt x="4" y="4"/>
                    <a:pt x="0" y="1"/>
                  </a:cubicBezTo>
                  <a:cubicBezTo>
                    <a:pt x="4" y="4"/>
                    <a:pt x="7" y="11"/>
                    <a:pt x="11"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02" name="Google Shape;11902;p76"/>
            <p:cNvSpPr/>
            <p:nvPr/>
          </p:nvSpPr>
          <p:spPr>
            <a:xfrm>
              <a:off x="2367944" y="1717963"/>
              <a:ext cx="1113" cy="4901"/>
            </a:xfrm>
            <a:custGeom>
              <a:avLst/>
              <a:gdLst/>
              <a:ahLst/>
              <a:cxnLst/>
              <a:rect l="l" t="t" r="r" b="b"/>
              <a:pathLst>
                <a:path w="82" h="361" extrusionOk="0">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03" name="Google Shape;11903;p76"/>
            <p:cNvSpPr/>
            <p:nvPr/>
          </p:nvSpPr>
          <p:spPr>
            <a:xfrm>
              <a:off x="2376702" y="1727617"/>
              <a:ext cx="339" cy="109"/>
            </a:xfrm>
            <a:custGeom>
              <a:avLst/>
              <a:gdLst/>
              <a:ahLst/>
              <a:cxnLst/>
              <a:rect l="l" t="t" r="r" b="b"/>
              <a:pathLst>
                <a:path w="25" h="8" extrusionOk="0">
                  <a:moveTo>
                    <a:pt x="25"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04" name="Google Shape;11904;p76"/>
            <p:cNvSpPr/>
            <p:nvPr/>
          </p:nvSpPr>
          <p:spPr>
            <a:xfrm>
              <a:off x="2377177" y="1727753"/>
              <a:ext cx="244" cy="163"/>
            </a:xfrm>
            <a:custGeom>
              <a:avLst/>
              <a:gdLst/>
              <a:ahLst/>
              <a:cxnLst/>
              <a:rect l="l" t="t" r="r" b="b"/>
              <a:pathLst>
                <a:path w="18" h="12" extrusionOk="0">
                  <a:moveTo>
                    <a:pt x="18"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05" name="Google Shape;11905;p76"/>
            <p:cNvSpPr/>
            <p:nvPr/>
          </p:nvSpPr>
          <p:spPr>
            <a:xfrm>
              <a:off x="2377462" y="1727943"/>
              <a:ext cx="299" cy="204"/>
            </a:xfrm>
            <a:custGeom>
              <a:avLst/>
              <a:gdLst/>
              <a:ahLst/>
              <a:cxnLst/>
              <a:rect l="l" t="t" r="r" b="b"/>
              <a:pathLst>
                <a:path w="22" h="15" extrusionOk="0">
                  <a:moveTo>
                    <a:pt x="21" y="15"/>
                  </a:moveTo>
                  <a:cubicBezTo>
                    <a:pt x="14" y="11"/>
                    <a:pt x="7" y="8"/>
                    <a:pt x="0" y="1"/>
                  </a:cubicBezTo>
                  <a:cubicBezTo>
                    <a:pt x="7" y="8"/>
                    <a:pt x="14" y="11"/>
                    <a:pt x="21"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06" name="Google Shape;11906;p76"/>
            <p:cNvSpPr/>
            <p:nvPr/>
          </p:nvSpPr>
          <p:spPr>
            <a:xfrm>
              <a:off x="2376131" y="1727468"/>
              <a:ext cx="489" cy="109"/>
            </a:xfrm>
            <a:custGeom>
              <a:avLst/>
              <a:gdLst/>
              <a:ahLst/>
              <a:cxnLst/>
              <a:rect l="l" t="t" r="r" b="b"/>
              <a:pathLst>
                <a:path w="36" h="8" extrusionOk="0">
                  <a:moveTo>
                    <a:pt x="0" y="1"/>
                  </a:moveTo>
                  <a:cubicBezTo>
                    <a:pt x="11" y="1"/>
                    <a:pt x="25" y="4"/>
                    <a:pt x="35" y="8"/>
                  </a:cubicBezTo>
                  <a:cubicBezTo>
                    <a:pt x="25" y="4"/>
                    <a:pt x="11"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07" name="Google Shape;11907;p76"/>
            <p:cNvSpPr/>
            <p:nvPr/>
          </p:nvSpPr>
          <p:spPr>
            <a:xfrm>
              <a:off x="2377937" y="1728323"/>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08" name="Google Shape;11908;p76"/>
            <p:cNvSpPr/>
            <p:nvPr/>
          </p:nvSpPr>
          <p:spPr>
            <a:xfrm>
              <a:off x="2381169" y="1711881"/>
              <a:ext cx="32763" cy="27725"/>
            </a:xfrm>
            <a:custGeom>
              <a:avLst/>
              <a:gdLst/>
              <a:ahLst/>
              <a:cxnLst/>
              <a:rect l="l" t="t" r="r" b="b"/>
              <a:pathLst>
                <a:path w="2413" h="2042" extrusionOk="0">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09" name="Google Shape;11909;p76"/>
            <p:cNvSpPr/>
            <p:nvPr/>
          </p:nvSpPr>
          <p:spPr>
            <a:xfrm>
              <a:off x="2379363" y="1731459"/>
              <a:ext cx="6517" cy="4535"/>
            </a:xfrm>
            <a:custGeom>
              <a:avLst/>
              <a:gdLst/>
              <a:ahLst/>
              <a:cxnLst/>
              <a:rect l="l" t="t" r="r" b="b"/>
              <a:pathLst>
                <a:path w="480" h="334" extrusionOk="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10" name="Google Shape;11910;p76"/>
            <p:cNvSpPr/>
            <p:nvPr/>
          </p:nvSpPr>
          <p:spPr>
            <a:xfrm>
              <a:off x="2389668" y="1712682"/>
              <a:ext cx="109" cy="109"/>
            </a:xfrm>
            <a:custGeom>
              <a:avLst/>
              <a:gdLst/>
              <a:ahLst/>
              <a:cxnLst/>
              <a:rect l="l" t="t" r="r" b="b"/>
              <a:pathLst>
                <a:path w="8" h="8" extrusionOk="0">
                  <a:moveTo>
                    <a:pt x="1" y="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11" name="Google Shape;11911;p76"/>
            <p:cNvSpPr/>
            <p:nvPr/>
          </p:nvSpPr>
          <p:spPr>
            <a:xfrm>
              <a:off x="2389953" y="1712111"/>
              <a:ext cx="204" cy="258"/>
            </a:xfrm>
            <a:custGeom>
              <a:avLst/>
              <a:gdLst/>
              <a:ahLst/>
              <a:cxnLst/>
              <a:rect l="l" t="t" r="r" b="b"/>
              <a:pathLst>
                <a:path w="15" h="19" extrusionOk="0">
                  <a:moveTo>
                    <a:pt x="1" y="18"/>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12" name="Google Shape;11912;p76"/>
            <p:cNvSpPr/>
            <p:nvPr/>
          </p:nvSpPr>
          <p:spPr>
            <a:xfrm>
              <a:off x="2389532" y="1713021"/>
              <a:ext cx="54" cy="54"/>
            </a:xfrm>
            <a:custGeom>
              <a:avLst/>
              <a:gdLst/>
              <a:ahLst/>
              <a:cxnLst/>
              <a:rect l="l" t="t" r="r" b="b"/>
              <a:pathLst>
                <a:path w="4" h="4" extrusionOk="0">
                  <a:moveTo>
                    <a:pt x="0" y="4"/>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13" name="Google Shape;11913;p76"/>
            <p:cNvSpPr/>
            <p:nvPr/>
          </p:nvSpPr>
          <p:spPr>
            <a:xfrm>
              <a:off x="2389573" y="1712872"/>
              <a:ext cx="68" cy="109"/>
            </a:xfrm>
            <a:custGeom>
              <a:avLst/>
              <a:gdLst/>
              <a:ahLst/>
              <a:cxnLst/>
              <a:rect l="l" t="t" r="r" b="b"/>
              <a:pathLst>
                <a:path w="5" h="8" extrusionOk="0">
                  <a:moveTo>
                    <a:pt x="1"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14" name="Google Shape;11914;p76"/>
            <p:cNvSpPr/>
            <p:nvPr/>
          </p:nvSpPr>
          <p:spPr>
            <a:xfrm>
              <a:off x="2389763" y="1712397"/>
              <a:ext cx="204" cy="258"/>
            </a:xfrm>
            <a:custGeom>
              <a:avLst/>
              <a:gdLst/>
              <a:ahLst/>
              <a:cxnLst/>
              <a:rect l="l" t="t" r="r" b="b"/>
              <a:pathLst>
                <a:path w="15" h="19" extrusionOk="0">
                  <a:moveTo>
                    <a:pt x="1" y="18"/>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15" name="Google Shape;11915;p76"/>
            <p:cNvSpPr/>
            <p:nvPr/>
          </p:nvSpPr>
          <p:spPr>
            <a:xfrm>
              <a:off x="2389478" y="1713116"/>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16" name="Google Shape;11916;p76"/>
            <p:cNvSpPr/>
            <p:nvPr/>
          </p:nvSpPr>
          <p:spPr>
            <a:xfrm>
              <a:off x="2381114" y="1715248"/>
              <a:ext cx="353" cy="774"/>
            </a:xfrm>
            <a:custGeom>
              <a:avLst/>
              <a:gdLst/>
              <a:ahLst/>
              <a:cxnLst/>
              <a:rect l="l" t="t" r="r" b="b"/>
              <a:pathLst>
                <a:path w="26" h="57" extrusionOk="0">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17" name="Google Shape;11917;p76"/>
            <p:cNvSpPr/>
            <p:nvPr/>
          </p:nvSpPr>
          <p:spPr>
            <a:xfrm>
              <a:off x="2381114" y="1715248"/>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18" name="Google Shape;11918;p76"/>
            <p:cNvSpPr/>
            <p:nvPr/>
          </p:nvSpPr>
          <p:spPr>
            <a:xfrm>
              <a:off x="2381209" y="1715248"/>
              <a:ext cx="3530" cy="1779"/>
            </a:xfrm>
            <a:custGeom>
              <a:avLst/>
              <a:gdLst/>
              <a:ahLst/>
              <a:cxnLst/>
              <a:rect l="l" t="t" r="r" b="b"/>
              <a:pathLst>
                <a:path w="260" h="131" extrusionOk="0">
                  <a:moveTo>
                    <a:pt x="1" y="1"/>
                  </a:moveTo>
                  <a:cubicBezTo>
                    <a:pt x="53" y="1"/>
                    <a:pt x="193" y="64"/>
                    <a:pt x="260" y="130"/>
                  </a:cubicBezTo>
                  <a:cubicBezTo>
                    <a:pt x="193" y="64"/>
                    <a:pt x="53"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19" name="Google Shape;11919;p76"/>
            <p:cNvSpPr/>
            <p:nvPr/>
          </p:nvSpPr>
          <p:spPr>
            <a:xfrm>
              <a:off x="2390198" y="1711921"/>
              <a:ext cx="149" cy="163"/>
            </a:xfrm>
            <a:custGeom>
              <a:avLst/>
              <a:gdLst/>
              <a:ahLst/>
              <a:cxnLst/>
              <a:rect l="l" t="t" r="r" b="b"/>
              <a:pathLst>
                <a:path w="11" h="12" extrusionOk="0">
                  <a:moveTo>
                    <a:pt x="11" y="1"/>
                  </a:moveTo>
                  <a:lnTo>
                    <a:pt x="0" y="11"/>
                  </a:ln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20" name="Google Shape;11920;p76"/>
            <p:cNvSpPr/>
            <p:nvPr/>
          </p:nvSpPr>
          <p:spPr>
            <a:xfrm>
              <a:off x="2379404" y="1731799"/>
              <a:ext cx="163" cy="244"/>
            </a:xfrm>
            <a:custGeom>
              <a:avLst/>
              <a:gdLst/>
              <a:ahLst/>
              <a:cxnLst/>
              <a:rect l="l" t="t" r="r" b="b"/>
              <a:pathLst>
                <a:path w="12" h="18" extrusionOk="0">
                  <a:moveTo>
                    <a:pt x="1" y="0"/>
                  </a:moveTo>
                  <a:cubicBezTo>
                    <a:pt x="4" y="7"/>
                    <a:pt x="8" y="14"/>
                    <a:pt x="11" y="18"/>
                  </a:cubicBezTo>
                  <a:cubicBezTo>
                    <a:pt x="8" y="11"/>
                    <a:pt x="4"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21" name="Google Shape;11921;p76"/>
            <p:cNvSpPr/>
            <p:nvPr/>
          </p:nvSpPr>
          <p:spPr>
            <a:xfrm>
              <a:off x="2379268" y="1731459"/>
              <a:ext cx="149" cy="258"/>
            </a:xfrm>
            <a:custGeom>
              <a:avLst/>
              <a:gdLst/>
              <a:ahLst/>
              <a:cxnLst/>
              <a:rect l="l" t="t" r="r" b="b"/>
              <a:pathLst>
                <a:path w="11" h="19" extrusionOk="0">
                  <a:moveTo>
                    <a:pt x="0" y="1"/>
                  </a:moveTo>
                  <a:cubicBezTo>
                    <a:pt x="4" y="8"/>
                    <a:pt x="7" y="15"/>
                    <a:pt x="11" y="18"/>
                  </a:cubicBezTo>
                  <a:cubicBezTo>
                    <a:pt x="7" y="11"/>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22" name="Google Shape;11922;p76"/>
            <p:cNvSpPr/>
            <p:nvPr/>
          </p:nvSpPr>
          <p:spPr>
            <a:xfrm>
              <a:off x="2403748" y="1738262"/>
              <a:ext cx="339" cy="244"/>
            </a:xfrm>
            <a:custGeom>
              <a:avLst/>
              <a:gdLst/>
              <a:ahLst/>
              <a:cxnLst/>
              <a:rect l="l" t="t" r="r" b="b"/>
              <a:pathLst>
                <a:path w="25" h="18" extrusionOk="0">
                  <a:moveTo>
                    <a:pt x="25" y="1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23" name="Google Shape;11923;p76"/>
            <p:cNvSpPr/>
            <p:nvPr/>
          </p:nvSpPr>
          <p:spPr>
            <a:xfrm>
              <a:off x="2404888" y="1738968"/>
              <a:ext cx="720" cy="394"/>
            </a:xfrm>
            <a:custGeom>
              <a:avLst/>
              <a:gdLst/>
              <a:ahLst/>
              <a:cxnLst/>
              <a:rect l="l" t="t" r="r" b="b"/>
              <a:pathLst>
                <a:path w="53" h="29" extrusionOk="0">
                  <a:moveTo>
                    <a:pt x="53" y="29"/>
                  </a:moveTo>
                  <a:cubicBezTo>
                    <a:pt x="35" y="18"/>
                    <a:pt x="18" y="11"/>
                    <a:pt x="0" y="1"/>
                  </a:cubicBezTo>
                  <a:cubicBezTo>
                    <a:pt x="18" y="11"/>
                    <a:pt x="35" y="18"/>
                    <a:pt x="53"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24" name="Google Shape;11924;p76"/>
            <p:cNvSpPr/>
            <p:nvPr/>
          </p:nvSpPr>
          <p:spPr>
            <a:xfrm>
              <a:off x="2403273" y="1737922"/>
              <a:ext cx="299" cy="204"/>
            </a:xfrm>
            <a:custGeom>
              <a:avLst/>
              <a:gdLst/>
              <a:ahLst/>
              <a:cxnLst/>
              <a:rect l="l" t="t" r="r" b="b"/>
              <a:pathLst>
                <a:path w="22" h="15" extrusionOk="0">
                  <a:moveTo>
                    <a:pt x="21"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25" name="Google Shape;11925;p76"/>
            <p:cNvSpPr/>
            <p:nvPr/>
          </p:nvSpPr>
          <p:spPr>
            <a:xfrm>
              <a:off x="2398901" y="1729613"/>
              <a:ext cx="1005" cy="584"/>
            </a:xfrm>
            <a:custGeom>
              <a:avLst/>
              <a:gdLst/>
              <a:ahLst/>
              <a:cxnLst/>
              <a:rect l="l" t="t" r="r" b="b"/>
              <a:pathLst>
                <a:path w="74" h="43" extrusionOk="0">
                  <a:moveTo>
                    <a:pt x="73" y="0"/>
                  </a:moveTo>
                  <a:cubicBezTo>
                    <a:pt x="49" y="11"/>
                    <a:pt x="25" y="25"/>
                    <a:pt x="0" y="42"/>
                  </a:cubicBezTo>
                  <a:cubicBezTo>
                    <a:pt x="25" y="28"/>
                    <a:pt x="49" y="11"/>
                    <a:pt x="7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26" name="Google Shape;11926;p76"/>
            <p:cNvSpPr/>
            <p:nvPr/>
          </p:nvSpPr>
          <p:spPr>
            <a:xfrm>
              <a:off x="2405839" y="1739443"/>
              <a:ext cx="394" cy="204"/>
            </a:xfrm>
            <a:custGeom>
              <a:avLst/>
              <a:gdLst/>
              <a:ahLst/>
              <a:cxnLst/>
              <a:rect l="l" t="t" r="r" b="b"/>
              <a:pathLst>
                <a:path w="29" h="15" extrusionOk="0">
                  <a:moveTo>
                    <a:pt x="28" y="15"/>
                  </a:moveTo>
                  <a:lnTo>
                    <a:pt x="28" y="15"/>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27" name="Google Shape;11927;p76"/>
            <p:cNvSpPr/>
            <p:nvPr/>
          </p:nvSpPr>
          <p:spPr>
            <a:xfrm>
              <a:off x="2385486" y="1735981"/>
              <a:ext cx="353" cy="14"/>
            </a:xfrm>
            <a:custGeom>
              <a:avLst/>
              <a:gdLst/>
              <a:ahLst/>
              <a:cxnLst/>
              <a:rect l="l" t="t" r="r" b="b"/>
              <a:pathLst>
                <a:path w="26" h="1" extrusionOk="0">
                  <a:moveTo>
                    <a:pt x="25" y="0"/>
                  </a:moveTo>
                  <a:lnTo>
                    <a:pt x="1" y="0"/>
                  </a:lnTo>
                  <a:lnTo>
                    <a:pt x="25" y="0"/>
                  </a:ln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28" name="Google Shape;11928;p76"/>
            <p:cNvSpPr/>
            <p:nvPr/>
          </p:nvSpPr>
          <p:spPr>
            <a:xfrm>
              <a:off x="2379784" y="1732369"/>
              <a:ext cx="204" cy="244"/>
            </a:xfrm>
            <a:custGeom>
              <a:avLst/>
              <a:gdLst/>
              <a:ahLst/>
              <a:cxnLst/>
              <a:rect l="l" t="t" r="r" b="b"/>
              <a:pathLst>
                <a:path w="15" h="18" extrusionOk="0">
                  <a:moveTo>
                    <a:pt x="15" y="18"/>
                  </a:moveTo>
                  <a:cubicBezTo>
                    <a:pt x="11" y="14"/>
                    <a:pt x="4" y="7"/>
                    <a:pt x="1" y="0"/>
                  </a:cubicBezTo>
                  <a:cubicBezTo>
                    <a:pt x="4" y="7"/>
                    <a:pt x="11" y="14"/>
                    <a:pt x="15"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29" name="Google Shape;11929;p76"/>
            <p:cNvSpPr/>
            <p:nvPr/>
          </p:nvSpPr>
          <p:spPr>
            <a:xfrm>
              <a:off x="2402933" y="1737596"/>
              <a:ext cx="258" cy="204"/>
            </a:xfrm>
            <a:custGeom>
              <a:avLst/>
              <a:gdLst/>
              <a:ahLst/>
              <a:cxnLst/>
              <a:rect l="l" t="t" r="r" b="b"/>
              <a:pathLst>
                <a:path w="19" h="15" extrusionOk="0">
                  <a:moveTo>
                    <a:pt x="18"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30" name="Google Shape;11930;p76"/>
            <p:cNvSpPr/>
            <p:nvPr/>
          </p:nvSpPr>
          <p:spPr>
            <a:xfrm>
              <a:off x="2379594" y="1732125"/>
              <a:ext cx="163" cy="204"/>
            </a:xfrm>
            <a:custGeom>
              <a:avLst/>
              <a:gdLst/>
              <a:ahLst/>
              <a:cxnLst/>
              <a:rect l="l" t="t" r="r" b="b"/>
              <a:pathLst>
                <a:path w="12" h="15" extrusionOk="0">
                  <a:moveTo>
                    <a:pt x="11" y="15"/>
                  </a:moveTo>
                  <a:cubicBezTo>
                    <a:pt x="8" y="11"/>
                    <a:pt x="4" y="4"/>
                    <a:pt x="1" y="1"/>
                  </a:cubicBezTo>
                  <a:cubicBezTo>
                    <a:pt x="4" y="4"/>
                    <a:pt x="8" y="11"/>
                    <a:pt x="11"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31" name="Google Shape;11931;p76"/>
            <p:cNvSpPr/>
            <p:nvPr/>
          </p:nvSpPr>
          <p:spPr>
            <a:xfrm>
              <a:off x="2380069" y="1732695"/>
              <a:ext cx="204" cy="163"/>
            </a:xfrm>
            <a:custGeom>
              <a:avLst/>
              <a:gdLst/>
              <a:ahLst/>
              <a:cxnLst/>
              <a:rect l="l" t="t" r="r" b="b"/>
              <a:pathLst>
                <a:path w="15" h="12" extrusionOk="0">
                  <a:moveTo>
                    <a:pt x="15"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32" name="Google Shape;11932;p76"/>
            <p:cNvSpPr/>
            <p:nvPr/>
          </p:nvSpPr>
          <p:spPr>
            <a:xfrm>
              <a:off x="2402648" y="1737311"/>
              <a:ext cx="204" cy="244"/>
            </a:xfrm>
            <a:custGeom>
              <a:avLst/>
              <a:gdLst/>
              <a:ahLst/>
              <a:cxnLst/>
              <a:rect l="l" t="t" r="r" b="b"/>
              <a:pathLst>
                <a:path w="15" h="18" extrusionOk="0">
                  <a:moveTo>
                    <a:pt x="15" y="18"/>
                  </a:moveTo>
                  <a:cubicBezTo>
                    <a:pt x="11" y="11"/>
                    <a:pt x="8" y="7"/>
                    <a:pt x="1" y="0"/>
                  </a:cubicBezTo>
                  <a:cubicBezTo>
                    <a:pt x="8" y="7"/>
                    <a:pt x="11" y="11"/>
                    <a:pt x="15"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33" name="Google Shape;11933;p76"/>
            <p:cNvSpPr/>
            <p:nvPr/>
          </p:nvSpPr>
          <p:spPr>
            <a:xfrm>
              <a:off x="2380408" y="1732885"/>
              <a:ext cx="339" cy="204"/>
            </a:xfrm>
            <a:custGeom>
              <a:avLst/>
              <a:gdLst/>
              <a:ahLst/>
              <a:cxnLst/>
              <a:rect l="l" t="t" r="r" b="b"/>
              <a:pathLst>
                <a:path w="25" h="15" extrusionOk="0">
                  <a:moveTo>
                    <a:pt x="25" y="15"/>
                  </a:moveTo>
                  <a:cubicBezTo>
                    <a:pt x="14" y="11"/>
                    <a:pt x="7" y="8"/>
                    <a:pt x="0" y="1"/>
                  </a:cubicBezTo>
                  <a:cubicBezTo>
                    <a:pt x="7" y="8"/>
                    <a:pt x="14" y="11"/>
                    <a:pt x="25"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34" name="Google Shape;11934;p76"/>
            <p:cNvSpPr/>
            <p:nvPr/>
          </p:nvSpPr>
          <p:spPr>
            <a:xfrm>
              <a:off x="2404264" y="1738588"/>
              <a:ext cx="543" cy="353"/>
            </a:xfrm>
            <a:custGeom>
              <a:avLst/>
              <a:gdLst/>
              <a:ahLst/>
              <a:cxnLst/>
              <a:rect l="l" t="t" r="r" b="b"/>
              <a:pathLst>
                <a:path w="40" h="26" extrusionOk="0">
                  <a:moveTo>
                    <a:pt x="39" y="2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35" name="Google Shape;11935;p76"/>
            <p:cNvSpPr/>
            <p:nvPr/>
          </p:nvSpPr>
          <p:spPr>
            <a:xfrm>
              <a:off x="2392329" y="1712641"/>
              <a:ext cx="3109" cy="2295"/>
            </a:xfrm>
            <a:custGeom>
              <a:avLst/>
              <a:gdLst/>
              <a:ahLst/>
              <a:cxnLst/>
              <a:rect l="l" t="t" r="r" b="b"/>
              <a:pathLst>
                <a:path w="229" h="169" extrusionOk="0">
                  <a:moveTo>
                    <a:pt x="228" y="168"/>
                  </a:moveTo>
                  <a:cubicBezTo>
                    <a:pt x="158" y="98"/>
                    <a:pt x="74" y="11"/>
                    <a:pt x="1" y="0"/>
                  </a:cubicBezTo>
                  <a:cubicBezTo>
                    <a:pt x="74" y="11"/>
                    <a:pt x="158" y="98"/>
                    <a:pt x="228" y="16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36" name="Google Shape;11936;p76"/>
            <p:cNvSpPr/>
            <p:nvPr/>
          </p:nvSpPr>
          <p:spPr>
            <a:xfrm>
              <a:off x="2405364" y="1714447"/>
              <a:ext cx="244" cy="204"/>
            </a:xfrm>
            <a:custGeom>
              <a:avLst/>
              <a:gdLst/>
              <a:ahLst/>
              <a:cxnLst/>
              <a:rect l="l" t="t" r="r" b="b"/>
              <a:pathLst>
                <a:path w="18" h="15" extrusionOk="0">
                  <a:moveTo>
                    <a:pt x="0" y="1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37" name="Google Shape;11937;p76"/>
            <p:cNvSpPr/>
            <p:nvPr/>
          </p:nvSpPr>
          <p:spPr>
            <a:xfrm>
              <a:off x="2400612" y="171729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38" name="Google Shape;11938;p76"/>
            <p:cNvSpPr/>
            <p:nvPr/>
          </p:nvSpPr>
          <p:spPr>
            <a:xfrm>
              <a:off x="2403884" y="1715153"/>
              <a:ext cx="299" cy="109"/>
            </a:xfrm>
            <a:custGeom>
              <a:avLst/>
              <a:gdLst/>
              <a:ahLst/>
              <a:cxnLst/>
              <a:rect l="l" t="t" r="r" b="b"/>
              <a:pathLst>
                <a:path w="22" h="8" extrusionOk="0">
                  <a:moveTo>
                    <a:pt x="1" y="8"/>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39" name="Google Shape;11939;p76"/>
            <p:cNvSpPr/>
            <p:nvPr/>
          </p:nvSpPr>
          <p:spPr>
            <a:xfrm>
              <a:off x="2404603" y="1714868"/>
              <a:ext cx="299" cy="109"/>
            </a:xfrm>
            <a:custGeom>
              <a:avLst/>
              <a:gdLst/>
              <a:ahLst/>
              <a:cxnLst/>
              <a:rect l="l" t="t" r="r" b="b"/>
              <a:pathLst>
                <a:path w="22" h="8" extrusionOk="0">
                  <a:moveTo>
                    <a:pt x="0" y="8"/>
                  </a:moveTo>
                  <a:lnTo>
                    <a:pt x="2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40" name="Google Shape;11940;p76"/>
            <p:cNvSpPr/>
            <p:nvPr/>
          </p:nvSpPr>
          <p:spPr>
            <a:xfrm>
              <a:off x="2403504" y="1715302"/>
              <a:ext cx="299" cy="109"/>
            </a:xfrm>
            <a:custGeom>
              <a:avLst/>
              <a:gdLst/>
              <a:ahLst/>
              <a:cxnLst/>
              <a:rect l="l" t="t" r="r" b="b"/>
              <a:pathLst>
                <a:path w="22" h="8" extrusionOk="0">
                  <a:moveTo>
                    <a:pt x="1" y="7"/>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41" name="Google Shape;11941;p76"/>
            <p:cNvSpPr/>
            <p:nvPr/>
          </p:nvSpPr>
          <p:spPr>
            <a:xfrm>
              <a:off x="2404929" y="1714637"/>
              <a:ext cx="353" cy="204"/>
            </a:xfrm>
            <a:custGeom>
              <a:avLst/>
              <a:gdLst/>
              <a:ahLst/>
              <a:cxnLst/>
              <a:rect l="l" t="t" r="r" b="b"/>
              <a:pathLst>
                <a:path w="26" h="15" extrusionOk="0">
                  <a:moveTo>
                    <a:pt x="1" y="14"/>
                  </a:move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42" name="Google Shape;11942;p76"/>
            <p:cNvSpPr/>
            <p:nvPr/>
          </p:nvSpPr>
          <p:spPr>
            <a:xfrm>
              <a:off x="2404223" y="1715017"/>
              <a:ext cx="299" cy="149"/>
            </a:xfrm>
            <a:custGeom>
              <a:avLst/>
              <a:gdLst/>
              <a:ahLst/>
              <a:cxnLst/>
              <a:rect l="l" t="t" r="r" b="b"/>
              <a:pathLst>
                <a:path w="22" h="11" extrusionOk="0">
                  <a:moveTo>
                    <a:pt x="0" y="11"/>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43" name="Google Shape;11943;p76"/>
            <p:cNvSpPr/>
            <p:nvPr/>
          </p:nvSpPr>
          <p:spPr>
            <a:xfrm>
              <a:off x="2390333" y="1711921"/>
              <a:ext cx="543" cy="299"/>
            </a:xfrm>
            <a:custGeom>
              <a:avLst/>
              <a:gdLst/>
              <a:ahLst/>
              <a:cxnLst/>
              <a:rect l="l" t="t" r="r" b="b"/>
              <a:pathLst>
                <a:path w="40" h="22" extrusionOk="0">
                  <a:moveTo>
                    <a:pt x="1" y="1"/>
                  </a:moveTo>
                  <a:cubicBezTo>
                    <a:pt x="11" y="8"/>
                    <a:pt x="25" y="15"/>
                    <a:pt x="39" y="22"/>
                  </a:cubicBezTo>
                  <a:cubicBezTo>
                    <a:pt x="29" y="15"/>
                    <a:pt x="15"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44" name="Google Shape;11944;p76"/>
            <p:cNvSpPr/>
            <p:nvPr/>
          </p:nvSpPr>
          <p:spPr>
            <a:xfrm>
              <a:off x="2390958" y="1712261"/>
              <a:ext cx="394" cy="149"/>
            </a:xfrm>
            <a:custGeom>
              <a:avLst/>
              <a:gdLst/>
              <a:ahLst/>
              <a:cxnLst/>
              <a:rect l="l" t="t" r="r" b="b"/>
              <a:pathLst>
                <a:path w="29" h="11" extrusionOk="0">
                  <a:moveTo>
                    <a:pt x="0" y="0"/>
                  </a:moveTo>
                  <a:lnTo>
                    <a:pt x="2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45" name="Google Shape;11945;p76"/>
            <p:cNvSpPr/>
            <p:nvPr/>
          </p:nvSpPr>
          <p:spPr>
            <a:xfrm>
              <a:off x="2391664" y="1712492"/>
              <a:ext cx="204" cy="68"/>
            </a:xfrm>
            <a:custGeom>
              <a:avLst/>
              <a:gdLst/>
              <a:ahLst/>
              <a:cxnLst/>
              <a:rect l="l" t="t" r="r" b="b"/>
              <a:pathLst>
                <a:path w="15" h="5" extrusionOk="0">
                  <a:moveTo>
                    <a:pt x="1" y="1"/>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46" name="Google Shape;11946;p76"/>
            <p:cNvSpPr/>
            <p:nvPr/>
          </p:nvSpPr>
          <p:spPr>
            <a:xfrm>
              <a:off x="2400136" y="1717244"/>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47" name="Google Shape;11947;p76"/>
            <p:cNvSpPr/>
            <p:nvPr/>
          </p:nvSpPr>
          <p:spPr>
            <a:xfrm>
              <a:off x="2406029" y="1713822"/>
              <a:ext cx="244" cy="258"/>
            </a:xfrm>
            <a:custGeom>
              <a:avLst/>
              <a:gdLst/>
              <a:ahLst/>
              <a:cxnLst/>
              <a:rect l="l" t="t" r="r" b="b"/>
              <a:pathLst>
                <a:path w="18" h="19" extrusionOk="0">
                  <a:moveTo>
                    <a:pt x="18" y="1"/>
                  </a:moveTo>
                  <a:cubicBezTo>
                    <a:pt x="11" y="8"/>
                    <a:pt x="4" y="15"/>
                    <a:pt x="0" y="18"/>
                  </a:cubicBezTo>
                  <a:cubicBezTo>
                    <a:pt x="4" y="15"/>
                    <a:pt x="11" y="8"/>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48" name="Google Shape;11948;p76"/>
            <p:cNvSpPr/>
            <p:nvPr/>
          </p:nvSpPr>
          <p:spPr>
            <a:xfrm>
              <a:off x="2398331" y="1716578"/>
              <a:ext cx="530" cy="204"/>
            </a:xfrm>
            <a:custGeom>
              <a:avLst/>
              <a:gdLst/>
              <a:ahLst/>
              <a:cxnLst/>
              <a:rect l="l" t="t" r="r" b="b"/>
              <a:pathLst>
                <a:path w="39" h="15" extrusionOk="0">
                  <a:moveTo>
                    <a:pt x="0" y="1"/>
                  </a:moveTo>
                  <a:lnTo>
                    <a:pt x="0" y="1"/>
                  </a:lnTo>
                  <a:cubicBezTo>
                    <a:pt x="14" y="4"/>
                    <a:pt x="28" y="8"/>
                    <a:pt x="39" y="15"/>
                  </a:cubicBezTo>
                  <a:cubicBezTo>
                    <a:pt x="28" y="8"/>
                    <a:pt x="14"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49" name="Google Shape;11949;p76"/>
            <p:cNvSpPr/>
            <p:nvPr/>
          </p:nvSpPr>
          <p:spPr>
            <a:xfrm>
              <a:off x="2399702" y="1717108"/>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50" name="Google Shape;11950;p76"/>
            <p:cNvSpPr/>
            <p:nvPr/>
          </p:nvSpPr>
          <p:spPr>
            <a:xfrm>
              <a:off x="2405649" y="1714162"/>
              <a:ext cx="339" cy="244"/>
            </a:xfrm>
            <a:custGeom>
              <a:avLst/>
              <a:gdLst/>
              <a:ahLst/>
              <a:cxnLst/>
              <a:rect l="l" t="t" r="r" b="b"/>
              <a:pathLst>
                <a:path w="25" h="18" extrusionOk="0">
                  <a:moveTo>
                    <a:pt x="25" y="0"/>
                  </a:moveTo>
                  <a:cubicBezTo>
                    <a:pt x="14" y="4"/>
                    <a:pt x="7" y="11"/>
                    <a:pt x="0" y="18"/>
                  </a:cubicBezTo>
                  <a:cubicBezTo>
                    <a:pt x="7" y="11"/>
                    <a:pt x="18" y="4"/>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51" name="Google Shape;11951;p76"/>
            <p:cNvSpPr/>
            <p:nvPr/>
          </p:nvSpPr>
          <p:spPr>
            <a:xfrm>
              <a:off x="2400747" y="1717244"/>
              <a:ext cx="163" cy="14"/>
            </a:xfrm>
            <a:custGeom>
              <a:avLst/>
              <a:gdLst/>
              <a:ahLst/>
              <a:cxnLst/>
              <a:rect l="l" t="t" r="r" b="b"/>
              <a:pathLst>
                <a:path w="12" h="1" extrusionOk="0">
                  <a:moveTo>
                    <a:pt x="1"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52" name="Google Shape;11952;p76"/>
            <p:cNvSpPr/>
            <p:nvPr/>
          </p:nvSpPr>
          <p:spPr>
            <a:xfrm>
              <a:off x="2399322" y="1716959"/>
              <a:ext cx="109" cy="68"/>
            </a:xfrm>
            <a:custGeom>
              <a:avLst/>
              <a:gdLst/>
              <a:ahLst/>
              <a:cxnLst/>
              <a:rect l="l" t="t" r="r" b="b"/>
              <a:pathLst>
                <a:path w="8" h="5" extrusionOk="0">
                  <a:moveTo>
                    <a:pt x="1" y="1"/>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53" name="Google Shape;11953;p76"/>
            <p:cNvSpPr/>
            <p:nvPr/>
          </p:nvSpPr>
          <p:spPr>
            <a:xfrm>
              <a:off x="2381454" y="1716008"/>
              <a:ext cx="2485" cy="5010"/>
            </a:xfrm>
            <a:custGeom>
              <a:avLst/>
              <a:gdLst/>
              <a:ahLst/>
              <a:cxnLst/>
              <a:rect l="l" t="t" r="r" b="b"/>
              <a:pathLst>
                <a:path w="183" h="369" extrusionOk="0">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54" name="Google Shape;11954;p76"/>
            <p:cNvSpPr/>
            <p:nvPr/>
          </p:nvSpPr>
          <p:spPr>
            <a:xfrm>
              <a:off x="2390863" y="1732315"/>
              <a:ext cx="14" cy="204"/>
            </a:xfrm>
            <a:custGeom>
              <a:avLst/>
              <a:gdLst/>
              <a:ahLst/>
              <a:cxnLst/>
              <a:rect l="l" t="t" r="r" b="b"/>
              <a:pathLst>
                <a:path w="1" h="15" extrusionOk="0">
                  <a:moveTo>
                    <a:pt x="0" y="1"/>
                  </a:moveTo>
                  <a:lnTo>
                    <a:pt x="0" y="11"/>
                  </a:lnTo>
                  <a:cubicBezTo>
                    <a:pt x="0" y="15"/>
                    <a:pt x="0"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55" name="Google Shape;11955;p76"/>
            <p:cNvSpPr/>
            <p:nvPr/>
          </p:nvSpPr>
          <p:spPr>
            <a:xfrm>
              <a:off x="2390958" y="1732790"/>
              <a:ext cx="54" cy="204"/>
            </a:xfrm>
            <a:custGeom>
              <a:avLst/>
              <a:gdLst/>
              <a:ahLst/>
              <a:cxnLst/>
              <a:rect l="l" t="t" r="r" b="b"/>
              <a:pathLst>
                <a:path w="4" h="15" extrusionOk="0">
                  <a:moveTo>
                    <a:pt x="0" y="1"/>
                  </a:moveTo>
                  <a:lnTo>
                    <a:pt x="4"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56" name="Google Shape;11956;p76"/>
            <p:cNvSpPr/>
            <p:nvPr/>
          </p:nvSpPr>
          <p:spPr>
            <a:xfrm>
              <a:off x="2390809" y="1732179"/>
              <a:ext cx="68" cy="109"/>
            </a:xfrm>
            <a:custGeom>
              <a:avLst/>
              <a:gdLst/>
              <a:ahLst/>
              <a:cxnLst/>
              <a:rect l="l" t="t" r="r" b="b"/>
              <a:pathLst>
                <a:path w="5" h="8" extrusionOk="0">
                  <a:moveTo>
                    <a:pt x="4" y="0"/>
                  </a:moveTo>
                  <a:cubicBezTo>
                    <a:pt x="1" y="4"/>
                    <a:pt x="1" y="7"/>
                    <a:pt x="4" y="7"/>
                  </a:cubicBezTo>
                  <a:cubicBezTo>
                    <a:pt x="1" y="7"/>
                    <a:pt x="1" y="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57" name="Google Shape;11957;p76"/>
            <p:cNvSpPr/>
            <p:nvPr/>
          </p:nvSpPr>
          <p:spPr>
            <a:xfrm>
              <a:off x="2391243" y="1733550"/>
              <a:ext cx="149" cy="353"/>
            </a:xfrm>
            <a:custGeom>
              <a:avLst/>
              <a:gdLst/>
              <a:ahLst/>
              <a:cxnLst/>
              <a:rect l="l" t="t" r="r" b="b"/>
              <a:pathLst>
                <a:path w="11" h="26" extrusionOk="0">
                  <a:moveTo>
                    <a:pt x="0" y="1"/>
                  </a:moveTo>
                  <a:lnTo>
                    <a:pt x="1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58" name="Google Shape;11958;p76"/>
            <p:cNvSpPr/>
            <p:nvPr/>
          </p:nvSpPr>
          <p:spPr>
            <a:xfrm>
              <a:off x="2391813" y="1734691"/>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59" name="Google Shape;11959;p76"/>
            <p:cNvSpPr/>
            <p:nvPr/>
          </p:nvSpPr>
          <p:spPr>
            <a:xfrm>
              <a:off x="2391474" y="1734080"/>
              <a:ext cx="258" cy="489"/>
            </a:xfrm>
            <a:custGeom>
              <a:avLst/>
              <a:gdLst/>
              <a:ahLst/>
              <a:cxnLst/>
              <a:rect l="l" t="t" r="r" b="b"/>
              <a:pathLst>
                <a:path w="19" h="36" extrusionOk="0">
                  <a:moveTo>
                    <a:pt x="1" y="0"/>
                  </a:moveTo>
                  <a:cubicBezTo>
                    <a:pt x="4" y="11"/>
                    <a:pt x="11" y="21"/>
                    <a:pt x="18" y="35"/>
                  </a:cubicBezTo>
                  <a:cubicBezTo>
                    <a:pt x="11" y="21"/>
                    <a:pt x="4"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60" name="Google Shape;11960;p76"/>
            <p:cNvSpPr/>
            <p:nvPr/>
          </p:nvSpPr>
          <p:spPr>
            <a:xfrm>
              <a:off x="2390904" y="1732559"/>
              <a:ext cx="14" cy="149"/>
            </a:xfrm>
            <a:custGeom>
              <a:avLst/>
              <a:gdLst/>
              <a:ahLst/>
              <a:cxnLst/>
              <a:rect l="l" t="t" r="r" b="b"/>
              <a:pathLst>
                <a:path w="1" h="11" extrusionOk="0">
                  <a:moveTo>
                    <a:pt x="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61" name="Google Shape;11961;p76"/>
            <p:cNvSpPr/>
            <p:nvPr/>
          </p:nvSpPr>
          <p:spPr>
            <a:xfrm>
              <a:off x="2391094" y="1733170"/>
              <a:ext cx="109" cy="258"/>
            </a:xfrm>
            <a:custGeom>
              <a:avLst/>
              <a:gdLst/>
              <a:ahLst/>
              <a:cxnLst/>
              <a:rect l="l" t="t" r="r" b="b"/>
              <a:pathLst>
                <a:path w="8" h="19" extrusionOk="0">
                  <a:moveTo>
                    <a:pt x="1" y="1"/>
                  </a:moveTo>
                  <a:lnTo>
                    <a:pt x="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62" name="Google Shape;11962;p76"/>
            <p:cNvSpPr/>
            <p:nvPr/>
          </p:nvSpPr>
          <p:spPr>
            <a:xfrm>
              <a:off x="2384726" y="1733930"/>
              <a:ext cx="109" cy="109"/>
            </a:xfrm>
            <a:custGeom>
              <a:avLst/>
              <a:gdLst/>
              <a:ahLst/>
              <a:cxnLst/>
              <a:rect l="l" t="t" r="r" b="b"/>
              <a:pathLst>
                <a:path w="8" h="8" extrusionOk="0">
                  <a:moveTo>
                    <a:pt x="8"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63" name="Google Shape;11963;p76"/>
            <p:cNvSpPr/>
            <p:nvPr/>
          </p:nvSpPr>
          <p:spPr>
            <a:xfrm>
              <a:off x="2379308" y="1731459"/>
              <a:ext cx="299" cy="163"/>
            </a:xfrm>
            <a:custGeom>
              <a:avLst/>
              <a:gdLst/>
              <a:ahLst/>
              <a:cxnLst/>
              <a:rect l="l" t="t" r="r" b="b"/>
              <a:pathLst>
                <a:path w="22" h="12" extrusionOk="0">
                  <a:moveTo>
                    <a:pt x="1" y="1"/>
                  </a:moveTo>
                  <a:lnTo>
                    <a:pt x="22" y="11"/>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64" name="Google Shape;11964;p76"/>
            <p:cNvSpPr/>
            <p:nvPr/>
          </p:nvSpPr>
          <p:spPr>
            <a:xfrm>
              <a:off x="2385350" y="1734691"/>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65" name="Google Shape;11965;p76"/>
            <p:cNvSpPr/>
            <p:nvPr/>
          </p:nvSpPr>
          <p:spPr>
            <a:xfrm>
              <a:off x="2379784" y="1731744"/>
              <a:ext cx="543" cy="299"/>
            </a:xfrm>
            <a:custGeom>
              <a:avLst/>
              <a:gdLst/>
              <a:ahLst/>
              <a:cxnLst/>
              <a:rect l="l" t="t" r="r" b="b"/>
              <a:pathLst>
                <a:path w="40" h="22" extrusionOk="0">
                  <a:moveTo>
                    <a:pt x="39"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66" name="Google Shape;11966;p76"/>
            <p:cNvSpPr/>
            <p:nvPr/>
          </p:nvSpPr>
          <p:spPr>
            <a:xfrm>
              <a:off x="2385826" y="173579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67" name="Google Shape;11967;p76"/>
            <p:cNvSpPr/>
            <p:nvPr/>
          </p:nvSpPr>
          <p:spPr>
            <a:xfrm>
              <a:off x="2385676" y="1735220"/>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68" name="Google Shape;11968;p76"/>
            <p:cNvSpPr/>
            <p:nvPr/>
          </p:nvSpPr>
          <p:spPr>
            <a:xfrm>
              <a:off x="2381264" y="1715682"/>
              <a:ext cx="434" cy="774"/>
            </a:xfrm>
            <a:custGeom>
              <a:avLst/>
              <a:gdLst/>
              <a:ahLst/>
              <a:cxnLst/>
              <a:rect l="l" t="t" r="r" b="b"/>
              <a:pathLst>
                <a:path w="32" h="57" extrusionOk="0">
                  <a:moveTo>
                    <a:pt x="0" y="0"/>
                  </a:moveTo>
                  <a:cubicBezTo>
                    <a:pt x="7" y="18"/>
                    <a:pt x="21" y="39"/>
                    <a:pt x="32" y="56"/>
                  </a:cubicBezTo>
                  <a:lnTo>
                    <a:pt x="14" y="25"/>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69" name="Google Shape;11969;p76"/>
            <p:cNvSpPr/>
            <p:nvPr/>
          </p:nvSpPr>
          <p:spPr>
            <a:xfrm>
              <a:off x="2379404" y="1731324"/>
              <a:ext cx="14" cy="54"/>
            </a:xfrm>
            <a:custGeom>
              <a:avLst/>
              <a:gdLst/>
              <a:ahLst/>
              <a:cxnLst/>
              <a:rect l="l" t="t" r="r" b="b"/>
              <a:pathLst>
                <a:path w="1" h="4" extrusionOk="0">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70" name="Google Shape;11970;p76"/>
            <p:cNvSpPr/>
            <p:nvPr/>
          </p:nvSpPr>
          <p:spPr>
            <a:xfrm>
              <a:off x="2385826" y="1735981"/>
              <a:ext cx="14" cy="14"/>
            </a:xfrm>
            <a:custGeom>
              <a:avLst/>
              <a:gdLst/>
              <a:ahLst/>
              <a:cxnLst/>
              <a:rect l="l" t="t" r="r" b="b"/>
              <a:pathLst>
                <a:path w="1" h="1" extrusionOk="0">
                  <a:moveTo>
                    <a:pt x="0" y="0"/>
                  </a:moveTo>
                  <a:lnTo>
                    <a:pt x="0" y="0"/>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71" name="Google Shape;11971;p76"/>
            <p:cNvSpPr/>
            <p:nvPr/>
          </p:nvSpPr>
          <p:spPr>
            <a:xfrm>
              <a:off x="2497528" y="1743000"/>
              <a:ext cx="87140" cy="73726"/>
            </a:xfrm>
            <a:custGeom>
              <a:avLst/>
              <a:gdLst/>
              <a:ahLst/>
              <a:cxnLst/>
              <a:rect l="l" t="t" r="r" b="b"/>
              <a:pathLst>
                <a:path w="6418" h="5430" extrusionOk="0">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72" name="Google Shape;11972;p76"/>
            <p:cNvSpPr/>
            <p:nvPr/>
          </p:nvSpPr>
          <p:spPr>
            <a:xfrm>
              <a:off x="2595449" y="1751378"/>
              <a:ext cx="0" cy="14"/>
            </a:xfrm>
            <a:custGeom>
              <a:avLst/>
              <a:gdLst/>
              <a:ahLst/>
              <a:cxnLst/>
              <a:rect l="l" t="t" r="r" b="b"/>
              <a:pathLst>
                <a:path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73" name="Google Shape;11973;p76"/>
            <p:cNvSpPr/>
            <p:nvPr/>
          </p:nvSpPr>
          <p:spPr>
            <a:xfrm>
              <a:off x="2589692" y="1751432"/>
              <a:ext cx="11134" cy="4046"/>
            </a:xfrm>
            <a:custGeom>
              <a:avLst/>
              <a:gdLst/>
              <a:ahLst/>
              <a:cxnLst/>
              <a:rect l="l" t="t" r="r" b="b"/>
              <a:pathLst>
                <a:path w="820" h="298" extrusionOk="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74" name="Google Shape;11974;p76"/>
            <p:cNvSpPr/>
            <p:nvPr/>
          </p:nvSpPr>
          <p:spPr>
            <a:xfrm>
              <a:off x="2541736" y="1751432"/>
              <a:ext cx="434" cy="109"/>
            </a:xfrm>
            <a:custGeom>
              <a:avLst/>
              <a:gdLst/>
              <a:ahLst/>
              <a:cxnLst/>
              <a:rect l="l" t="t" r="r" b="b"/>
              <a:pathLst>
                <a:path w="32" h="8" extrusionOk="0">
                  <a:moveTo>
                    <a:pt x="32" y="0"/>
                  </a:moveTo>
                  <a:cubicBezTo>
                    <a:pt x="21" y="0"/>
                    <a:pt x="11" y="4"/>
                    <a:pt x="0" y="4"/>
                  </a:cubicBezTo>
                  <a:lnTo>
                    <a:pt x="0" y="7"/>
                  </a:lnTo>
                  <a:lnTo>
                    <a:pt x="3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75" name="Google Shape;11975;p76"/>
            <p:cNvSpPr/>
            <p:nvPr/>
          </p:nvSpPr>
          <p:spPr>
            <a:xfrm>
              <a:off x="2550955" y="1754039"/>
              <a:ext cx="394" cy="258"/>
            </a:xfrm>
            <a:custGeom>
              <a:avLst/>
              <a:gdLst/>
              <a:ahLst/>
              <a:cxnLst/>
              <a:rect l="l" t="t" r="r" b="b"/>
              <a:pathLst>
                <a:path w="29" h="19" extrusionOk="0">
                  <a:moveTo>
                    <a:pt x="0" y="1"/>
                  </a:moveTo>
                  <a:lnTo>
                    <a:pt x="28" y="18"/>
                  </a:lnTo>
                  <a:lnTo>
                    <a:pt x="2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76" name="Google Shape;11976;p76"/>
            <p:cNvSpPr/>
            <p:nvPr/>
          </p:nvSpPr>
          <p:spPr>
            <a:xfrm>
              <a:off x="2549950" y="1753523"/>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77" name="Google Shape;11977;p76"/>
            <p:cNvSpPr/>
            <p:nvPr/>
          </p:nvSpPr>
          <p:spPr>
            <a:xfrm>
              <a:off x="2550236" y="1753618"/>
              <a:ext cx="109" cy="54"/>
            </a:xfrm>
            <a:custGeom>
              <a:avLst/>
              <a:gdLst/>
              <a:ahLst/>
              <a:cxnLst/>
              <a:rect l="l" t="t" r="r" b="b"/>
              <a:pathLst>
                <a:path w="8" h="4" extrusionOk="0">
                  <a:moveTo>
                    <a:pt x="8"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78" name="Google Shape;11978;p76"/>
            <p:cNvSpPr/>
            <p:nvPr/>
          </p:nvSpPr>
          <p:spPr>
            <a:xfrm>
              <a:off x="2549244" y="1753278"/>
              <a:ext cx="244" cy="14"/>
            </a:xfrm>
            <a:custGeom>
              <a:avLst/>
              <a:gdLst/>
              <a:ahLst/>
              <a:cxnLst/>
              <a:rect l="l" t="t" r="r" b="b"/>
              <a:pathLst>
                <a:path w="18" h="1" extrusionOk="0">
                  <a:moveTo>
                    <a:pt x="18" y="1"/>
                  </a:moveTo>
                  <a:cubicBezTo>
                    <a:pt x="11" y="1"/>
                    <a:pt x="7" y="1"/>
                    <a:pt x="0" y="1"/>
                  </a:cubicBezTo>
                  <a:cubicBezTo>
                    <a:pt x="7" y="1"/>
                    <a:pt x="11" y="1"/>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79" name="Google Shape;11979;p76"/>
            <p:cNvSpPr/>
            <p:nvPr/>
          </p:nvSpPr>
          <p:spPr>
            <a:xfrm>
              <a:off x="2550480" y="1753754"/>
              <a:ext cx="149" cy="68"/>
            </a:xfrm>
            <a:custGeom>
              <a:avLst/>
              <a:gdLst/>
              <a:ahLst/>
              <a:cxnLst/>
              <a:rect l="l" t="t" r="r" b="b"/>
              <a:pathLst>
                <a:path w="11" h="5" extrusionOk="0">
                  <a:moveTo>
                    <a:pt x="1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80" name="Google Shape;11980;p76"/>
            <p:cNvSpPr/>
            <p:nvPr/>
          </p:nvSpPr>
          <p:spPr>
            <a:xfrm>
              <a:off x="2550711" y="1753903"/>
              <a:ext cx="204" cy="109"/>
            </a:xfrm>
            <a:custGeom>
              <a:avLst/>
              <a:gdLst/>
              <a:ahLst/>
              <a:cxnLst/>
              <a:rect l="l" t="t" r="r" b="b"/>
              <a:pathLst>
                <a:path w="15" h="8" extrusionOk="0">
                  <a:moveTo>
                    <a:pt x="15"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81" name="Google Shape;11981;p76"/>
            <p:cNvSpPr/>
            <p:nvPr/>
          </p:nvSpPr>
          <p:spPr>
            <a:xfrm>
              <a:off x="2549625" y="1753373"/>
              <a:ext cx="109" cy="14"/>
            </a:xfrm>
            <a:custGeom>
              <a:avLst/>
              <a:gdLst/>
              <a:ahLst/>
              <a:cxnLst/>
              <a:rect l="l" t="t" r="r" b="b"/>
              <a:pathLst>
                <a:path w="8" h="1" extrusionOk="0">
                  <a:moveTo>
                    <a:pt x="7"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82" name="Google Shape;11982;p76"/>
            <p:cNvSpPr/>
            <p:nvPr/>
          </p:nvSpPr>
          <p:spPr>
            <a:xfrm>
              <a:off x="2551756" y="1754568"/>
              <a:ext cx="1439" cy="910"/>
            </a:xfrm>
            <a:custGeom>
              <a:avLst/>
              <a:gdLst/>
              <a:ahLst/>
              <a:cxnLst/>
              <a:rect l="l" t="t" r="r" b="b"/>
              <a:pathLst>
                <a:path w="106" h="67" extrusionOk="0">
                  <a:moveTo>
                    <a:pt x="1" y="0"/>
                  </a:moveTo>
                  <a:lnTo>
                    <a:pt x="106" y="67"/>
                  </a:lnTo>
                  <a:lnTo>
                    <a:pt x="106" y="60"/>
                  </a:lnTo>
                  <a:lnTo>
                    <a:pt x="88" y="53"/>
                  </a:lnTo>
                  <a:cubicBezTo>
                    <a:pt x="57" y="35"/>
                    <a:pt x="29" y="1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83" name="Google Shape;11983;p76"/>
            <p:cNvSpPr/>
            <p:nvPr/>
          </p:nvSpPr>
          <p:spPr>
            <a:xfrm>
              <a:off x="2542917" y="1751147"/>
              <a:ext cx="543" cy="149"/>
            </a:xfrm>
            <a:custGeom>
              <a:avLst/>
              <a:gdLst/>
              <a:ahLst/>
              <a:cxnLst/>
              <a:rect l="l" t="t" r="r" b="b"/>
              <a:pathLst>
                <a:path w="40" h="11" extrusionOk="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84" name="Google Shape;11984;p76"/>
            <p:cNvSpPr/>
            <p:nvPr/>
          </p:nvSpPr>
          <p:spPr>
            <a:xfrm>
              <a:off x="2508784" y="176877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85" name="Google Shape;11985;p76"/>
            <p:cNvSpPr/>
            <p:nvPr/>
          </p:nvSpPr>
          <p:spPr>
            <a:xfrm>
              <a:off x="2511499" y="1770440"/>
              <a:ext cx="489" cy="14"/>
            </a:xfrm>
            <a:custGeom>
              <a:avLst/>
              <a:gdLst/>
              <a:ahLst/>
              <a:cxnLst/>
              <a:rect l="l" t="t" r="r" b="b"/>
              <a:pathLst>
                <a:path w="36" h="1" extrusionOk="0">
                  <a:moveTo>
                    <a:pt x="15" y="0"/>
                  </a:moveTo>
                  <a:lnTo>
                    <a:pt x="36" y="0"/>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86" name="Google Shape;11986;p76"/>
            <p:cNvSpPr/>
            <p:nvPr/>
          </p:nvSpPr>
          <p:spPr>
            <a:xfrm>
              <a:off x="2509734" y="1769965"/>
              <a:ext cx="1018" cy="394"/>
            </a:xfrm>
            <a:custGeom>
              <a:avLst/>
              <a:gdLst/>
              <a:ahLst/>
              <a:cxnLst/>
              <a:rect l="l" t="t" r="r" b="b"/>
              <a:pathLst>
                <a:path w="75" h="29" extrusionOk="0">
                  <a:moveTo>
                    <a:pt x="74" y="28"/>
                  </a:moveTo>
                  <a:cubicBezTo>
                    <a:pt x="50" y="21"/>
                    <a:pt x="25" y="11"/>
                    <a:pt x="1" y="0"/>
                  </a:cubicBezTo>
                  <a:cubicBezTo>
                    <a:pt x="25" y="11"/>
                    <a:pt x="50" y="21"/>
                    <a:pt x="74"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87" name="Google Shape;11987;p76"/>
            <p:cNvSpPr/>
            <p:nvPr/>
          </p:nvSpPr>
          <p:spPr>
            <a:xfrm>
              <a:off x="2510888" y="1770345"/>
              <a:ext cx="475" cy="54"/>
            </a:xfrm>
            <a:custGeom>
              <a:avLst/>
              <a:gdLst/>
              <a:ahLst/>
              <a:cxnLst/>
              <a:rect l="l" t="t" r="r" b="b"/>
              <a:pathLst>
                <a:path w="35" h="4" extrusionOk="0">
                  <a:moveTo>
                    <a:pt x="35" y="4"/>
                  </a:moveTo>
                  <a:cubicBezTo>
                    <a:pt x="21" y="4"/>
                    <a:pt x="11" y="4"/>
                    <a:pt x="0" y="0"/>
                  </a:cubicBezTo>
                  <a:cubicBezTo>
                    <a:pt x="11" y="4"/>
                    <a:pt x="21" y="4"/>
                    <a:pt x="35"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88" name="Google Shape;11988;p76"/>
            <p:cNvSpPr/>
            <p:nvPr/>
          </p:nvSpPr>
          <p:spPr>
            <a:xfrm>
              <a:off x="2509354" y="1769680"/>
              <a:ext cx="299" cy="204"/>
            </a:xfrm>
            <a:custGeom>
              <a:avLst/>
              <a:gdLst/>
              <a:ahLst/>
              <a:cxnLst/>
              <a:rect l="l" t="t" r="r" b="b"/>
              <a:pathLst>
                <a:path w="22" h="15" extrusionOk="0">
                  <a:moveTo>
                    <a:pt x="22" y="14"/>
                  </a:moveTo>
                  <a:cubicBezTo>
                    <a:pt x="15" y="11"/>
                    <a:pt x="8" y="4"/>
                    <a:pt x="1" y="0"/>
                  </a:cubicBezTo>
                  <a:cubicBezTo>
                    <a:pt x="8" y="4"/>
                    <a:pt x="15" y="11"/>
                    <a:pt x="22"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89" name="Google Shape;11989;p76"/>
            <p:cNvSpPr/>
            <p:nvPr/>
          </p:nvSpPr>
          <p:spPr>
            <a:xfrm>
              <a:off x="2509069" y="1769300"/>
              <a:ext cx="204" cy="244"/>
            </a:xfrm>
            <a:custGeom>
              <a:avLst/>
              <a:gdLst/>
              <a:ahLst/>
              <a:cxnLst/>
              <a:rect l="l" t="t" r="r" b="b"/>
              <a:pathLst>
                <a:path w="15" h="18" extrusionOk="0">
                  <a:moveTo>
                    <a:pt x="15" y="18"/>
                  </a:moveTo>
                  <a:cubicBezTo>
                    <a:pt x="8" y="11"/>
                    <a:pt x="4" y="7"/>
                    <a:pt x="1" y="0"/>
                  </a:cubicBezTo>
                  <a:cubicBezTo>
                    <a:pt x="4" y="7"/>
                    <a:pt x="8" y="11"/>
                    <a:pt x="15"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90" name="Google Shape;11990;p76"/>
            <p:cNvSpPr/>
            <p:nvPr/>
          </p:nvSpPr>
          <p:spPr>
            <a:xfrm>
              <a:off x="2534975" y="1750997"/>
              <a:ext cx="489" cy="543"/>
            </a:xfrm>
            <a:custGeom>
              <a:avLst/>
              <a:gdLst/>
              <a:ahLst/>
              <a:cxnLst/>
              <a:rect l="l" t="t" r="r" b="b"/>
              <a:pathLst>
                <a:path w="36" h="40" extrusionOk="0">
                  <a:moveTo>
                    <a:pt x="36" y="1"/>
                  </a:moveTo>
                  <a:cubicBezTo>
                    <a:pt x="25" y="11"/>
                    <a:pt x="11" y="25"/>
                    <a:pt x="1" y="39"/>
                  </a:cubicBezTo>
                  <a:cubicBezTo>
                    <a:pt x="11" y="25"/>
                    <a:pt x="25" y="11"/>
                    <a:pt x="3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91" name="Google Shape;11991;p76"/>
            <p:cNvSpPr/>
            <p:nvPr/>
          </p:nvSpPr>
          <p:spPr>
            <a:xfrm>
              <a:off x="2536780" y="1750047"/>
              <a:ext cx="109" cy="14"/>
            </a:xfrm>
            <a:custGeom>
              <a:avLst/>
              <a:gdLst/>
              <a:ahLst/>
              <a:cxnLst/>
              <a:rect l="l" t="t" r="r" b="b"/>
              <a:pathLst>
                <a:path w="8" h="1" extrusionOk="0">
                  <a:moveTo>
                    <a:pt x="1" y="0"/>
                  </a:moveTo>
                  <a:lnTo>
                    <a:pt x="1" y="0"/>
                  </a:lnTo>
                  <a:lnTo>
                    <a:pt x="8" y="0"/>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92" name="Google Shape;11992;p76"/>
            <p:cNvSpPr/>
            <p:nvPr/>
          </p:nvSpPr>
          <p:spPr>
            <a:xfrm>
              <a:off x="2512219" y="1770291"/>
              <a:ext cx="679" cy="109"/>
            </a:xfrm>
            <a:custGeom>
              <a:avLst/>
              <a:gdLst/>
              <a:ahLst/>
              <a:cxnLst/>
              <a:rect l="l" t="t" r="r" b="b"/>
              <a:pathLst>
                <a:path w="50" h="8" extrusionOk="0">
                  <a:moveTo>
                    <a:pt x="49" y="1"/>
                  </a:moveTo>
                  <a:cubicBezTo>
                    <a:pt x="32" y="4"/>
                    <a:pt x="14" y="8"/>
                    <a:pt x="0" y="8"/>
                  </a:cubicBezTo>
                  <a:cubicBezTo>
                    <a:pt x="14" y="8"/>
                    <a:pt x="32" y="4"/>
                    <a:pt x="4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93" name="Google Shape;11993;p76"/>
            <p:cNvSpPr/>
            <p:nvPr/>
          </p:nvSpPr>
          <p:spPr>
            <a:xfrm>
              <a:off x="2503230" y="1767779"/>
              <a:ext cx="679" cy="204"/>
            </a:xfrm>
            <a:custGeom>
              <a:avLst/>
              <a:gdLst/>
              <a:ahLst/>
              <a:cxnLst/>
              <a:rect l="l" t="t" r="r" b="b"/>
              <a:pathLst>
                <a:path w="50" h="15" extrusionOk="0">
                  <a:moveTo>
                    <a:pt x="49" y="0"/>
                  </a:moveTo>
                  <a:cubicBezTo>
                    <a:pt x="35" y="0"/>
                    <a:pt x="25" y="4"/>
                    <a:pt x="14" y="7"/>
                  </a:cubicBezTo>
                  <a:lnTo>
                    <a:pt x="0" y="14"/>
                  </a:lnTo>
                  <a:cubicBezTo>
                    <a:pt x="14" y="7"/>
                    <a:pt x="32" y="0"/>
                    <a:pt x="4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94" name="Google Shape;11994;p76"/>
            <p:cNvSpPr/>
            <p:nvPr/>
          </p:nvSpPr>
          <p:spPr>
            <a:xfrm>
              <a:off x="2542917" y="1751187"/>
              <a:ext cx="489" cy="109"/>
            </a:xfrm>
            <a:custGeom>
              <a:avLst/>
              <a:gdLst/>
              <a:ahLst/>
              <a:cxnLst/>
              <a:rect l="l" t="t" r="r" b="b"/>
              <a:pathLst>
                <a:path w="36" h="8" extrusionOk="0">
                  <a:moveTo>
                    <a:pt x="36" y="1"/>
                  </a:moveTo>
                  <a:lnTo>
                    <a:pt x="36" y="1"/>
                  </a:lnTo>
                  <a:cubicBezTo>
                    <a:pt x="22" y="4"/>
                    <a:pt x="11" y="4"/>
                    <a:pt x="1" y="8"/>
                  </a:cubicBezTo>
                  <a:cubicBezTo>
                    <a:pt x="11" y="8"/>
                    <a:pt x="22" y="4"/>
                    <a:pt x="3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95" name="Google Shape;11995;p76"/>
            <p:cNvSpPr/>
            <p:nvPr/>
          </p:nvSpPr>
          <p:spPr>
            <a:xfrm>
              <a:off x="2502035" y="1769436"/>
              <a:ext cx="68" cy="394"/>
            </a:xfrm>
            <a:custGeom>
              <a:avLst/>
              <a:gdLst/>
              <a:ahLst/>
              <a:cxnLst/>
              <a:rect l="l" t="t" r="r" b="b"/>
              <a:pathLst>
                <a:path w="5" h="29" extrusionOk="0">
                  <a:moveTo>
                    <a:pt x="1" y="29"/>
                  </a:moveTo>
                  <a:cubicBezTo>
                    <a:pt x="1" y="18"/>
                    <a:pt x="4" y="11"/>
                    <a:pt x="4" y="1"/>
                  </a:cubicBezTo>
                  <a:cubicBezTo>
                    <a:pt x="4" y="11"/>
                    <a:pt x="1" y="18"/>
                    <a:pt x="1"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96" name="Google Shape;11996;p76"/>
            <p:cNvSpPr/>
            <p:nvPr/>
          </p:nvSpPr>
          <p:spPr>
            <a:xfrm>
              <a:off x="2499143" y="1813793"/>
              <a:ext cx="14" cy="204"/>
            </a:xfrm>
            <a:custGeom>
              <a:avLst/>
              <a:gdLst/>
              <a:ahLst/>
              <a:cxnLst/>
              <a:rect l="l" t="t" r="r" b="b"/>
              <a:pathLst>
                <a:path w="1" h="15" extrusionOk="0">
                  <a:moveTo>
                    <a:pt x="0" y="14"/>
                  </a:moveTo>
                  <a:cubicBezTo>
                    <a:pt x="0" y="7"/>
                    <a:pt x="0" y="4"/>
                    <a:pt x="0" y="0"/>
                  </a:cubicBezTo>
                  <a:cubicBezTo>
                    <a:pt x="0" y="4"/>
                    <a:pt x="0" y="7"/>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97" name="Google Shape;11997;p76"/>
            <p:cNvSpPr/>
            <p:nvPr/>
          </p:nvSpPr>
          <p:spPr>
            <a:xfrm>
              <a:off x="2500230" y="1774663"/>
              <a:ext cx="448" cy="489"/>
            </a:xfrm>
            <a:custGeom>
              <a:avLst/>
              <a:gdLst/>
              <a:ahLst/>
              <a:cxnLst/>
              <a:rect l="l" t="t" r="r" b="b"/>
              <a:pathLst>
                <a:path w="33" h="36" extrusionOk="0">
                  <a:moveTo>
                    <a:pt x="32" y="1"/>
                  </a:moveTo>
                  <a:cubicBezTo>
                    <a:pt x="22" y="15"/>
                    <a:pt x="11" y="25"/>
                    <a:pt x="1" y="36"/>
                  </a:cubicBezTo>
                  <a:cubicBezTo>
                    <a:pt x="15" y="25"/>
                    <a:pt x="22" y="15"/>
                    <a:pt x="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98" name="Google Shape;11998;p76"/>
            <p:cNvSpPr/>
            <p:nvPr/>
          </p:nvSpPr>
          <p:spPr>
            <a:xfrm>
              <a:off x="2502131" y="1767969"/>
              <a:ext cx="1113" cy="1385"/>
            </a:xfrm>
            <a:custGeom>
              <a:avLst/>
              <a:gdLst/>
              <a:ahLst/>
              <a:cxnLst/>
              <a:rect l="l" t="t" r="r" b="b"/>
              <a:pathLst>
                <a:path w="82" h="102" extrusionOk="0">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99" name="Google Shape;11999;p76"/>
            <p:cNvSpPr/>
            <p:nvPr/>
          </p:nvSpPr>
          <p:spPr>
            <a:xfrm>
              <a:off x="2500664" y="1769911"/>
              <a:ext cx="1480" cy="4725"/>
            </a:xfrm>
            <a:custGeom>
              <a:avLst/>
              <a:gdLst/>
              <a:ahLst/>
              <a:cxnLst/>
              <a:rect l="l" t="t" r="r" b="b"/>
              <a:pathLst>
                <a:path w="109" h="348" extrusionOk="0">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00" name="Google Shape;12000;p76"/>
            <p:cNvSpPr/>
            <p:nvPr/>
          </p:nvSpPr>
          <p:spPr>
            <a:xfrm>
              <a:off x="2503081" y="1767874"/>
              <a:ext cx="353" cy="204"/>
            </a:xfrm>
            <a:custGeom>
              <a:avLst/>
              <a:gdLst/>
              <a:ahLst/>
              <a:cxnLst/>
              <a:rect l="l" t="t" r="r" b="b"/>
              <a:pathLst>
                <a:path w="26" h="15" extrusionOk="0">
                  <a:moveTo>
                    <a:pt x="25" y="0"/>
                  </a:moveTo>
                  <a:cubicBezTo>
                    <a:pt x="15" y="4"/>
                    <a:pt x="8" y="7"/>
                    <a:pt x="1" y="14"/>
                  </a:cubicBezTo>
                  <a:lnTo>
                    <a:pt x="11" y="7"/>
                  </a:ln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01" name="Google Shape;12001;p76"/>
            <p:cNvSpPr/>
            <p:nvPr/>
          </p:nvSpPr>
          <p:spPr>
            <a:xfrm>
              <a:off x="2579848" y="1757895"/>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02" name="Google Shape;12002;p76"/>
            <p:cNvSpPr/>
            <p:nvPr/>
          </p:nvSpPr>
          <p:spPr>
            <a:xfrm>
              <a:off x="2583419" y="1758221"/>
              <a:ext cx="204" cy="68"/>
            </a:xfrm>
            <a:custGeom>
              <a:avLst/>
              <a:gdLst/>
              <a:ahLst/>
              <a:cxnLst/>
              <a:rect l="l" t="t" r="r" b="b"/>
              <a:pathLst>
                <a:path w="15" h="5" extrusionOk="0">
                  <a:moveTo>
                    <a:pt x="0" y="4"/>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03" name="Google Shape;12003;p76"/>
            <p:cNvSpPr/>
            <p:nvPr/>
          </p:nvSpPr>
          <p:spPr>
            <a:xfrm>
              <a:off x="2556318" y="1754568"/>
              <a:ext cx="204" cy="244"/>
            </a:xfrm>
            <a:custGeom>
              <a:avLst/>
              <a:gdLst/>
              <a:ahLst/>
              <a:cxnLst/>
              <a:rect l="l" t="t" r="r" b="b"/>
              <a:pathLst>
                <a:path w="15" h="18" extrusionOk="0">
                  <a:moveTo>
                    <a:pt x="1" y="18"/>
                  </a:moveTo>
                  <a:cubicBezTo>
                    <a:pt x="8" y="11"/>
                    <a:pt x="11" y="4"/>
                    <a:pt x="15" y="0"/>
                  </a:cubicBezTo>
                  <a:cubicBezTo>
                    <a:pt x="11" y="4"/>
                    <a:pt x="8" y="11"/>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04" name="Google Shape;12004;p76"/>
            <p:cNvSpPr/>
            <p:nvPr/>
          </p:nvSpPr>
          <p:spPr>
            <a:xfrm>
              <a:off x="2582319" y="1758465"/>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05" name="Google Shape;12005;p76"/>
            <p:cNvSpPr/>
            <p:nvPr/>
          </p:nvSpPr>
          <p:spPr>
            <a:xfrm>
              <a:off x="2584030" y="1758126"/>
              <a:ext cx="68" cy="14"/>
            </a:xfrm>
            <a:custGeom>
              <a:avLst/>
              <a:gdLst/>
              <a:ahLst/>
              <a:cxnLst/>
              <a:rect l="l" t="t" r="r" b="b"/>
              <a:pathLst>
                <a:path w="5" h="1" extrusionOk="0">
                  <a:moveTo>
                    <a:pt x="4"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06" name="Google Shape;12006;p76"/>
            <p:cNvSpPr/>
            <p:nvPr/>
          </p:nvSpPr>
          <p:spPr>
            <a:xfrm>
              <a:off x="2551335" y="1754283"/>
              <a:ext cx="394" cy="244"/>
            </a:xfrm>
            <a:custGeom>
              <a:avLst/>
              <a:gdLst/>
              <a:ahLst/>
              <a:cxnLst/>
              <a:rect l="l" t="t" r="r" b="b"/>
              <a:pathLst>
                <a:path w="29" h="18" extrusionOk="0">
                  <a:moveTo>
                    <a:pt x="0" y="0"/>
                  </a:moveTo>
                  <a:lnTo>
                    <a:pt x="28" y="18"/>
                  </a:lnTo>
                  <a:lnTo>
                    <a:pt x="18" y="11"/>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07" name="Google Shape;12007;p76"/>
            <p:cNvSpPr/>
            <p:nvPr/>
          </p:nvSpPr>
          <p:spPr>
            <a:xfrm>
              <a:off x="2582890" y="1758370"/>
              <a:ext cx="163" cy="54"/>
            </a:xfrm>
            <a:custGeom>
              <a:avLst/>
              <a:gdLst/>
              <a:ahLst/>
              <a:cxnLst/>
              <a:rect l="l" t="t" r="r" b="b"/>
              <a:pathLst>
                <a:path w="12" h="4" extrusionOk="0">
                  <a:moveTo>
                    <a:pt x="1"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08" name="Google Shape;12008;p76"/>
            <p:cNvSpPr/>
            <p:nvPr/>
          </p:nvSpPr>
          <p:spPr>
            <a:xfrm>
              <a:off x="2581803" y="1758506"/>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09" name="Google Shape;12009;p76"/>
            <p:cNvSpPr/>
            <p:nvPr/>
          </p:nvSpPr>
          <p:spPr>
            <a:xfrm>
              <a:off x="2596494" y="1752423"/>
              <a:ext cx="2811" cy="1344"/>
            </a:xfrm>
            <a:custGeom>
              <a:avLst/>
              <a:gdLst/>
              <a:ahLst/>
              <a:cxnLst/>
              <a:rect l="l" t="t" r="r" b="b"/>
              <a:pathLst>
                <a:path w="207" h="99" extrusionOk="0">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10" name="Google Shape;12010;p76"/>
            <p:cNvSpPr/>
            <p:nvPr/>
          </p:nvSpPr>
          <p:spPr>
            <a:xfrm>
              <a:off x="2600147" y="1753618"/>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11" name="Google Shape;12011;p76"/>
            <p:cNvSpPr/>
            <p:nvPr/>
          </p:nvSpPr>
          <p:spPr>
            <a:xfrm>
              <a:off x="2596250" y="1752097"/>
              <a:ext cx="54" cy="54"/>
            </a:xfrm>
            <a:custGeom>
              <a:avLst/>
              <a:gdLst/>
              <a:ahLst/>
              <a:cxnLst/>
              <a:rect l="l" t="t" r="r" b="b"/>
              <a:pathLst>
                <a:path w="4" h="4" extrusionOk="0">
                  <a:moveTo>
                    <a:pt x="1" y="0"/>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12" name="Google Shape;12012;p76"/>
            <p:cNvSpPr/>
            <p:nvPr/>
          </p:nvSpPr>
          <p:spPr>
            <a:xfrm>
              <a:off x="2599536" y="1753563"/>
              <a:ext cx="244" cy="14"/>
            </a:xfrm>
            <a:custGeom>
              <a:avLst/>
              <a:gdLst/>
              <a:ahLst/>
              <a:cxnLst/>
              <a:rect l="l" t="t" r="r" b="b"/>
              <a:pathLst>
                <a:path w="18" h="1" extrusionOk="0">
                  <a:moveTo>
                    <a:pt x="0" y="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13" name="Google Shape;12013;p76"/>
            <p:cNvSpPr/>
            <p:nvPr/>
          </p:nvSpPr>
          <p:spPr>
            <a:xfrm>
              <a:off x="2595639" y="1751473"/>
              <a:ext cx="190" cy="163"/>
            </a:xfrm>
            <a:custGeom>
              <a:avLst/>
              <a:gdLst/>
              <a:ahLst/>
              <a:cxnLst/>
              <a:rect l="l" t="t" r="r" b="b"/>
              <a:pathLst>
                <a:path w="14" h="12" extrusionOk="0">
                  <a:moveTo>
                    <a:pt x="0" y="1"/>
                  </a:moveTo>
                  <a:lnTo>
                    <a:pt x="1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14" name="Google Shape;12014;p76"/>
            <p:cNvSpPr/>
            <p:nvPr/>
          </p:nvSpPr>
          <p:spPr>
            <a:xfrm>
              <a:off x="2595965" y="1751758"/>
              <a:ext cx="149" cy="109"/>
            </a:xfrm>
            <a:custGeom>
              <a:avLst/>
              <a:gdLst/>
              <a:ahLst/>
              <a:cxnLst/>
              <a:rect l="l" t="t" r="r" b="b"/>
              <a:pathLst>
                <a:path w="11" h="8" extrusionOk="0">
                  <a:moveTo>
                    <a:pt x="1"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15" name="Google Shape;12015;p76"/>
            <p:cNvSpPr/>
            <p:nvPr/>
          </p:nvSpPr>
          <p:spPr>
            <a:xfrm>
              <a:off x="2600812" y="175375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16" name="Google Shape;12016;p76"/>
            <p:cNvSpPr/>
            <p:nvPr/>
          </p:nvSpPr>
          <p:spPr>
            <a:xfrm>
              <a:off x="2578952" y="1755709"/>
              <a:ext cx="774" cy="2050"/>
            </a:xfrm>
            <a:custGeom>
              <a:avLst/>
              <a:gdLst/>
              <a:ahLst/>
              <a:cxnLst/>
              <a:rect l="l" t="t" r="r" b="b"/>
              <a:pathLst>
                <a:path w="57" h="151" extrusionOk="0">
                  <a:moveTo>
                    <a:pt x="53" y="144"/>
                  </a:moveTo>
                  <a:lnTo>
                    <a:pt x="56" y="151"/>
                  </a:lnTo>
                  <a:lnTo>
                    <a:pt x="53" y="144"/>
                  </a:lnTo>
                  <a:cubicBezTo>
                    <a:pt x="18" y="105"/>
                    <a:pt x="0" y="53"/>
                    <a:pt x="7" y="0"/>
                  </a:cubicBezTo>
                  <a:cubicBezTo>
                    <a:pt x="0" y="53"/>
                    <a:pt x="18" y="105"/>
                    <a:pt x="53" y="14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17" name="Google Shape;12017;p76"/>
            <p:cNvSpPr/>
            <p:nvPr/>
          </p:nvSpPr>
          <p:spPr>
            <a:xfrm>
              <a:off x="2556183" y="1754853"/>
              <a:ext cx="149" cy="204"/>
            </a:xfrm>
            <a:custGeom>
              <a:avLst/>
              <a:gdLst/>
              <a:ahLst/>
              <a:cxnLst/>
              <a:rect l="l" t="t" r="r" b="b"/>
              <a:pathLst>
                <a:path w="11" h="15" extrusionOk="0">
                  <a:moveTo>
                    <a:pt x="11" y="0"/>
                  </a:moveTo>
                  <a:lnTo>
                    <a:pt x="11" y="0"/>
                  </a:lnTo>
                  <a:cubicBezTo>
                    <a:pt x="7" y="4"/>
                    <a:pt x="4" y="11"/>
                    <a:pt x="0" y="14"/>
                  </a:cubicBezTo>
                  <a:cubicBezTo>
                    <a:pt x="7" y="11"/>
                    <a:pt x="7" y="4"/>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18" name="Google Shape;12018;p76"/>
            <p:cNvSpPr/>
            <p:nvPr/>
          </p:nvSpPr>
          <p:spPr>
            <a:xfrm>
              <a:off x="2556033" y="1755138"/>
              <a:ext cx="68" cy="54"/>
            </a:xfrm>
            <a:custGeom>
              <a:avLst/>
              <a:gdLst/>
              <a:ahLst/>
              <a:cxnLst/>
              <a:rect l="l" t="t" r="r" b="b"/>
              <a:pathLst>
                <a:path w="5" h="4" extrusionOk="0">
                  <a:moveTo>
                    <a:pt x="4"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19" name="Google Shape;12019;p76"/>
            <p:cNvSpPr/>
            <p:nvPr/>
          </p:nvSpPr>
          <p:spPr>
            <a:xfrm>
              <a:off x="2589692" y="1751378"/>
              <a:ext cx="5716" cy="4100"/>
            </a:xfrm>
            <a:custGeom>
              <a:avLst/>
              <a:gdLst/>
              <a:ahLst/>
              <a:cxnLst/>
              <a:rect l="l" t="t" r="r" b="b"/>
              <a:pathLst>
                <a:path w="421" h="302" extrusionOk="0">
                  <a:moveTo>
                    <a:pt x="420" y="1"/>
                  </a:moveTo>
                  <a:cubicBezTo>
                    <a:pt x="350" y="1"/>
                    <a:pt x="140" y="179"/>
                    <a:pt x="0" y="302"/>
                  </a:cubicBezTo>
                  <a:cubicBezTo>
                    <a:pt x="144" y="179"/>
                    <a:pt x="354" y="1"/>
                    <a:pt x="42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20" name="Google Shape;12020;p76"/>
            <p:cNvSpPr/>
            <p:nvPr/>
          </p:nvSpPr>
          <p:spPr>
            <a:xfrm>
              <a:off x="2552951" y="1755274"/>
              <a:ext cx="204" cy="68"/>
            </a:xfrm>
            <a:custGeom>
              <a:avLst/>
              <a:gdLst/>
              <a:ahLst/>
              <a:cxnLst/>
              <a:rect l="l" t="t" r="r" b="b"/>
              <a:pathLst>
                <a:path w="15" h="5" extrusionOk="0">
                  <a:moveTo>
                    <a:pt x="0" y="1"/>
                  </a:moveTo>
                  <a:lnTo>
                    <a:pt x="1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21" name="Google Shape;12021;p76"/>
            <p:cNvSpPr/>
            <p:nvPr/>
          </p:nvSpPr>
          <p:spPr>
            <a:xfrm>
              <a:off x="2551566" y="1754419"/>
              <a:ext cx="1398" cy="828"/>
            </a:xfrm>
            <a:custGeom>
              <a:avLst/>
              <a:gdLst/>
              <a:ahLst/>
              <a:cxnLst/>
              <a:rect l="l" t="t" r="r" b="b"/>
              <a:pathLst>
                <a:path w="103" h="61" extrusionOk="0">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22" name="Google Shape;12022;p76"/>
            <p:cNvSpPr/>
            <p:nvPr/>
          </p:nvSpPr>
          <p:spPr>
            <a:xfrm>
              <a:off x="2502185" y="1754514"/>
              <a:ext cx="119265" cy="108620"/>
            </a:xfrm>
            <a:custGeom>
              <a:avLst/>
              <a:gdLst/>
              <a:ahLst/>
              <a:cxnLst/>
              <a:rect l="l" t="t" r="r" b="b"/>
              <a:pathLst>
                <a:path w="8784" h="8000" extrusionOk="0">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23" name="Google Shape;12023;p76"/>
            <p:cNvSpPr/>
            <p:nvPr/>
          </p:nvSpPr>
          <p:spPr>
            <a:xfrm>
              <a:off x="2562306" y="1858137"/>
              <a:ext cx="4155" cy="353"/>
            </a:xfrm>
            <a:custGeom>
              <a:avLst/>
              <a:gdLst/>
              <a:ahLst/>
              <a:cxnLst/>
              <a:rect l="l" t="t" r="r" b="b"/>
              <a:pathLst>
                <a:path w="306" h="26" extrusionOk="0">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24" name="Google Shape;12024;p76"/>
            <p:cNvSpPr/>
            <p:nvPr/>
          </p:nvSpPr>
          <p:spPr>
            <a:xfrm>
              <a:off x="2597961" y="1785077"/>
              <a:ext cx="5431" cy="8187"/>
            </a:xfrm>
            <a:custGeom>
              <a:avLst/>
              <a:gdLst/>
              <a:ahLst/>
              <a:cxnLst/>
              <a:rect l="l" t="t" r="r" b="b"/>
              <a:pathLst>
                <a:path w="400" h="603" extrusionOk="0">
                  <a:moveTo>
                    <a:pt x="400" y="554"/>
                  </a:moveTo>
                  <a:cubicBezTo>
                    <a:pt x="169" y="603"/>
                    <a:pt x="39" y="158"/>
                    <a:pt x="1" y="1"/>
                  </a:cubicBezTo>
                  <a:cubicBezTo>
                    <a:pt x="39" y="158"/>
                    <a:pt x="169" y="603"/>
                    <a:pt x="400" y="55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25" name="Google Shape;12025;p76"/>
            <p:cNvSpPr/>
            <p:nvPr/>
          </p:nvSpPr>
          <p:spPr>
            <a:xfrm>
              <a:off x="2605903" y="1793210"/>
              <a:ext cx="720" cy="815"/>
            </a:xfrm>
            <a:custGeom>
              <a:avLst/>
              <a:gdLst/>
              <a:ahLst/>
              <a:cxnLst/>
              <a:rect l="l" t="t" r="r" b="b"/>
              <a:pathLst>
                <a:path w="53" h="60" extrusionOk="0">
                  <a:moveTo>
                    <a:pt x="53" y="60"/>
                  </a:moveTo>
                  <a:cubicBezTo>
                    <a:pt x="39" y="35"/>
                    <a:pt x="21" y="14"/>
                    <a:pt x="0" y="0"/>
                  </a:cubicBezTo>
                  <a:cubicBezTo>
                    <a:pt x="21" y="14"/>
                    <a:pt x="39" y="35"/>
                    <a:pt x="53" y="6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26" name="Google Shape;12026;p76"/>
            <p:cNvSpPr/>
            <p:nvPr/>
          </p:nvSpPr>
          <p:spPr>
            <a:xfrm>
              <a:off x="2580663" y="1829951"/>
              <a:ext cx="204" cy="109"/>
            </a:xfrm>
            <a:custGeom>
              <a:avLst/>
              <a:gdLst/>
              <a:ahLst/>
              <a:cxnLst/>
              <a:rect l="l" t="t" r="r" b="b"/>
              <a:pathLst>
                <a:path w="15" h="8" extrusionOk="0">
                  <a:moveTo>
                    <a:pt x="1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27" name="Google Shape;12027;p76"/>
            <p:cNvSpPr/>
            <p:nvPr/>
          </p:nvSpPr>
          <p:spPr>
            <a:xfrm>
              <a:off x="2555273" y="1862360"/>
              <a:ext cx="68" cy="68"/>
            </a:xfrm>
            <a:custGeom>
              <a:avLst/>
              <a:gdLst/>
              <a:ahLst/>
              <a:cxnLst/>
              <a:rect l="l" t="t" r="r" b="b"/>
              <a:pathLst>
                <a:path w="5" h="5" extrusionOk="0">
                  <a:moveTo>
                    <a:pt x="4"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28" name="Google Shape;12028;p76"/>
            <p:cNvSpPr/>
            <p:nvPr/>
          </p:nvSpPr>
          <p:spPr>
            <a:xfrm>
              <a:off x="2554798" y="1863080"/>
              <a:ext cx="68" cy="54"/>
            </a:xfrm>
            <a:custGeom>
              <a:avLst/>
              <a:gdLst/>
              <a:ahLst/>
              <a:cxnLst/>
              <a:rect l="l" t="t" r="r" b="b"/>
              <a:pathLst>
                <a:path w="5" h="4" extrusionOk="0">
                  <a:moveTo>
                    <a:pt x="1" y="4"/>
                  </a:moveTo>
                  <a:lnTo>
                    <a:pt x="4" y="1"/>
                  </a:ln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29" name="Google Shape;12029;p76"/>
            <p:cNvSpPr/>
            <p:nvPr/>
          </p:nvSpPr>
          <p:spPr>
            <a:xfrm>
              <a:off x="2580853" y="1829801"/>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30" name="Google Shape;12030;p76"/>
            <p:cNvSpPr/>
            <p:nvPr/>
          </p:nvSpPr>
          <p:spPr>
            <a:xfrm>
              <a:off x="2620255" y="1767725"/>
              <a:ext cx="530" cy="258"/>
            </a:xfrm>
            <a:custGeom>
              <a:avLst/>
              <a:gdLst/>
              <a:ahLst/>
              <a:cxnLst/>
              <a:rect l="l" t="t" r="r" b="b"/>
              <a:pathLst>
                <a:path w="39" h="19" extrusionOk="0">
                  <a:moveTo>
                    <a:pt x="0" y="1"/>
                  </a:moveTo>
                  <a:lnTo>
                    <a:pt x="39"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31" name="Google Shape;12031;p76"/>
            <p:cNvSpPr/>
            <p:nvPr/>
          </p:nvSpPr>
          <p:spPr>
            <a:xfrm>
              <a:off x="2619589" y="1767345"/>
              <a:ext cx="434" cy="258"/>
            </a:xfrm>
            <a:custGeom>
              <a:avLst/>
              <a:gdLst/>
              <a:ahLst/>
              <a:cxnLst/>
              <a:rect l="l" t="t" r="r" b="b"/>
              <a:pathLst>
                <a:path w="32" h="19" extrusionOk="0">
                  <a:moveTo>
                    <a:pt x="0" y="1"/>
                  </a:moveTo>
                  <a:lnTo>
                    <a:pt x="32"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32" name="Google Shape;12032;p76"/>
            <p:cNvSpPr/>
            <p:nvPr/>
          </p:nvSpPr>
          <p:spPr>
            <a:xfrm>
              <a:off x="2612081" y="1759510"/>
              <a:ext cx="4290" cy="6286"/>
            </a:xfrm>
            <a:custGeom>
              <a:avLst/>
              <a:gdLst/>
              <a:ahLst/>
              <a:cxnLst/>
              <a:rect l="l" t="t" r="r" b="b"/>
              <a:pathLst>
                <a:path w="316" h="463" extrusionOk="0">
                  <a:moveTo>
                    <a:pt x="315" y="462"/>
                  </a:moveTo>
                  <a:lnTo>
                    <a:pt x="315" y="462"/>
                  </a:lnTo>
                  <a:cubicBezTo>
                    <a:pt x="130" y="382"/>
                    <a:pt x="7" y="203"/>
                    <a:pt x="0" y="0"/>
                  </a:cubicBezTo>
                  <a:cubicBezTo>
                    <a:pt x="7" y="203"/>
                    <a:pt x="130" y="382"/>
                    <a:pt x="315" y="46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33" name="Google Shape;12033;p76"/>
            <p:cNvSpPr/>
            <p:nvPr/>
          </p:nvSpPr>
          <p:spPr>
            <a:xfrm>
              <a:off x="2620920" y="1768064"/>
              <a:ext cx="530" cy="339"/>
            </a:xfrm>
            <a:custGeom>
              <a:avLst/>
              <a:gdLst/>
              <a:ahLst/>
              <a:cxnLst/>
              <a:rect l="l" t="t" r="r" b="b"/>
              <a:pathLst>
                <a:path w="39" h="25" extrusionOk="0">
                  <a:moveTo>
                    <a:pt x="39" y="25"/>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34" name="Google Shape;12034;p76"/>
            <p:cNvSpPr/>
            <p:nvPr/>
          </p:nvSpPr>
          <p:spPr>
            <a:xfrm>
              <a:off x="2618870" y="1766964"/>
              <a:ext cx="448" cy="258"/>
            </a:xfrm>
            <a:custGeom>
              <a:avLst/>
              <a:gdLst/>
              <a:ahLst/>
              <a:cxnLst/>
              <a:rect l="l" t="t" r="r" b="b"/>
              <a:pathLst>
                <a:path w="33" h="19" extrusionOk="0">
                  <a:moveTo>
                    <a:pt x="1" y="1"/>
                  </a:moveTo>
                  <a:lnTo>
                    <a:pt x="32"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35" name="Google Shape;12035;p76"/>
            <p:cNvSpPr/>
            <p:nvPr/>
          </p:nvSpPr>
          <p:spPr>
            <a:xfrm>
              <a:off x="2608660" y="1756754"/>
              <a:ext cx="3476" cy="2770"/>
            </a:xfrm>
            <a:custGeom>
              <a:avLst/>
              <a:gdLst/>
              <a:ahLst/>
              <a:cxnLst/>
              <a:rect l="l" t="t" r="r" b="b"/>
              <a:pathLst>
                <a:path w="256" h="204" extrusionOk="0">
                  <a:moveTo>
                    <a:pt x="0" y="0"/>
                  </a:moveTo>
                  <a:lnTo>
                    <a:pt x="0" y="0"/>
                  </a:lnTo>
                  <a:cubicBezTo>
                    <a:pt x="95" y="70"/>
                    <a:pt x="228" y="165"/>
                    <a:pt x="256" y="203"/>
                  </a:cubicBezTo>
                  <a:cubicBezTo>
                    <a:pt x="228" y="165"/>
                    <a:pt x="98" y="7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36" name="Google Shape;12036;p76"/>
            <p:cNvSpPr/>
            <p:nvPr/>
          </p:nvSpPr>
          <p:spPr>
            <a:xfrm>
              <a:off x="2606093" y="1754894"/>
              <a:ext cx="1154" cy="869"/>
            </a:xfrm>
            <a:custGeom>
              <a:avLst/>
              <a:gdLst/>
              <a:ahLst/>
              <a:cxnLst/>
              <a:rect l="l" t="t" r="r" b="b"/>
              <a:pathLst>
                <a:path w="85" h="64" extrusionOk="0">
                  <a:moveTo>
                    <a:pt x="0" y="1"/>
                  </a:moveTo>
                  <a:cubicBezTo>
                    <a:pt x="28" y="22"/>
                    <a:pt x="56" y="43"/>
                    <a:pt x="84" y="64"/>
                  </a:cubicBezTo>
                  <a:cubicBezTo>
                    <a:pt x="56" y="43"/>
                    <a:pt x="28" y="22"/>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37" name="Google Shape;12037;p76"/>
            <p:cNvSpPr/>
            <p:nvPr/>
          </p:nvSpPr>
          <p:spPr>
            <a:xfrm>
              <a:off x="2616358" y="1765783"/>
              <a:ext cx="720" cy="339"/>
            </a:xfrm>
            <a:custGeom>
              <a:avLst/>
              <a:gdLst/>
              <a:ahLst/>
              <a:cxnLst/>
              <a:rect l="l" t="t" r="r" b="b"/>
              <a:pathLst>
                <a:path w="53" h="25" extrusionOk="0">
                  <a:moveTo>
                    <a:pt x="0" y="0"/>
                  </a:moveTo>
                  <a:lnTo>
                    <a:pt x="53"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38" name="Google Shape;12038;p76"/>
            <p:cNvSpPr/>
            <p:nvPr/>
          </p:nvSpPr>
          <p:spPr>
            <a:xfrm>
              <a:off x="2618164" y="1766639"/>
              <a:ext cx="394" cy="204"/>
            </a:xfrm>
            <a:custGeom>
              <a:avLst/>
              <a:gdLst/>
              <a:ahLst/>
              <a:cxnLst/>
              <a:rect l="l" t="t" r="r" b="b"/>
              <a:pathLst>
                <a:path w="29" h="15" extrusionOk="0">
                  <a:moveTo>
                    <a:pt x="0" y="0"/>
                  </a:moveTo>
                  <a:lnTo>
                    <a:pt x="28"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39" name="Google Shape;12039;p76"/>
            <p:cNvSpPr/>
            <p:nvPr/>
          </p:nvSpPr>
          <p:spPr>
            <a:xfrm>
              <a:off x="2607465" y="1755940"/>
              <a:ext cx="1208" cy="828"/>
            </a:xfrm>
            <a:custGeom>
              <a:avLst/>
              <a:gdLst/>
              <a:ahLst/>
              <a:cxnLst/>
              <a:rect l="l" t="t" r="r" b="b"/>
              <a:pathLst>
                <a:path w="89" h="61" extrusionOk="0">
                  <a:moveTo>
                    <a:pt x="1" y="1"/>
                  </a:moveTo>
                  <a:lnTo>
                    <a:pt x="88" y="6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40" name="Google Shape;12040;p76"/>
            <p:cNvSpPr/>
            <p:nvPr/>
          </p:nvSpPr>
          <p:spPr>
            <a:xfrm>
              <a:off x="2617349" y="1766258"/>
              <a:ext cx="489" cy="204"/>
            </a:xfrm>
            <a:custGeom>
              <a:avLst/>
              <a:gdLst/>
              <a:ahLst/>
              <a:cxnLst/>
              <a:rect l="l" t="t" r="r" b="b"/>
              <a:pathLst>
                <a:path w="36" h="15" extrusionOk="0">
                  <a:moveTo>
                    <a:pt x="1" y="0"/>
                  </a:moveTo>
                  <a:lnTo>
                    <a:pt x="36"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41" name="Google Shape;12041;p76"/>
            <p:cNvSpPr/>
            <p:nvPr/>
          </p:nvSpPr>
          <p:spPr>
            <a:xfrm>
              <a:off x="2514350" y="183280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42" name="Google Shape;12042;p76"/>
            <p:cNvSpPr/>
            <p:nvPr/>
          </p:nvSpPr>
          <p:spPr>
            <a:xfrm>
              <a:off x="2505742" y="1822252"/>
              <a:ext cx="1059" cy="910"/>
            </a:xfrm>
            <a:custGeom>
              <a:avLst/>
              <a:gdLst/>
              <a:ahLst/>
              <a:cxnLst/>
              <a:rect l="l" t="t" r="r" b="b"/>
              <a:pathLst>
                <a:path w="78" h="67" extrusionOk="0">
                  <a:moveTo>
                    <a:pt x="78" y="67"/>
                  </a:moveTo>
                  <a:cubicBezTo>
                    <a:pt x="50" y="46"/>
                    <a:pt x="22" y="25"/>
                    <a:pt x="1" y="0"/>
                  </a:cubicBezTo>
                  <a:cubicBezTo>
                    <a:pt x="22" y="25"/>
                    <a:pt x="50" y="46"/>
                    <a:pt x="78" y="6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43" name="Google Shape;12043;p76"/>
            <p:cNvSpPr/>
            <p:nvPr/>
          </p:nvSpPr>
          <p:spPr>
            <a:xfrm>
              <a:off x="2514635" y="1833942"/>
              <a:ext cx="394" cy="149"/>
            </a:xfrm>
            <a:custGeom>
              <a:avLst/>
              <a:gdLst/>
              <a:ahLst/>
              <a:cxnLst/>
              <a:rect l="l" t="t" r="r" b="b"/>
              <a:pathLst>
                <a:path w="29" h="11" extrusionOk="0">
                  <a:moveTo>
                    <a:pt x="1" y="0"/>
                  </a:moveTo>
                  <a:cubicBezTo>
                    <a:pt x="11" y="4"/>
                    <a:pt x="22" y="7"/>
                    <a:pt x="29" y="11"/>
                  </a:cubicBezTo>
                  <a:cubicBezTo>
                    <a:pt x="22" y="7"/>
                    <a:pt x="11" y="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44" name="Google Shape;12044;p76"/>
            <p:cNvSpPr/>
            <p:nvPr/>
          </p:nvSpPr>
          <p:spPr>
            <a:xfrm>
              <a:off x="2517772" y="183783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45" name="Google Shape;12045;p76"/>
            <p:cNvSpPr/>
            <p:nvPr/>
          </p:nvSpPr>
          <p:spPr>
            <a:xfrm>
              <a:off x="2518016" y="1839034"/>
              <a:ext cx="14" cy="394"/>
            </a:xfrm>
            <a:custGeom>
              <a:avLst/>
              <a:gdLst/>
              <a:ahLst/>
              <a:cxnLst/>
              <a:rect l="l" t="t" r="r" b="b"/>
              <a:pathLst>
                <a:path w="1" h="29" extrusionOk="0">
                  <a:moveTo>
                    <a:pt x="0" y="0"/>
                  </a:moveTo>
                  <a:cubicBezTo>
                    <a:pt x="0" y="11"/>
                    <a:pt x="0" y="18"/>
                    <a:pt x="0" y="28"/>
                  </a:cubicBezTo>
                  <a:cubicBezTo>
                    <a:pt x="0" y="18"/>
                    <a:pt x="0"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46" name="Google Shape;12046;p76"/>
            <p:cNvSpPr/>
            <p:nvPr/>
          </p:nvSpPr>
          <p:spPr>
            <a:xfrm>
              <a:off x="2517962" y="1838654"/>
              <a:ext cx="14" cy="299"/>
            </a:xfrm>
            <a:custGeom>
              <a:avLst/>
              <a:gdLst/>
              <a:ahLst/>
              <a:cxnLst/>
              <a:rect l="l" t="t" r="r" b="b"/>
              <a:pathLst>
                <a:path w="1" h="22" extrusionOk="0">
                  <a:moveTo>
                    <a:pt x="1" y="21"/>
                  </a:moveTo>
                  <a:lnTo>
                    <a:pt x="1" y="0"/>
                  </a:lnTo>
                  <a:cubicBezTo>
                    <a:pt x="1" y="7"/>
                    <a:pt x="1" y="14"/>
                    <a:pt x="1"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47" name="Google Shape;12047;p76"/>
            <p:cNvSpPr/>
            <p:nvPr/>
          </p:nvSpPr>
          <p:spPr>
            <a:xfrm>
              <a:off x="2517867" y="1838219"/>
              <a:ext cx="68" cy="258"/>
            </a:xfrm>
            <a:custGeom>
              <a:avLst/>
              <a:gdLst/>
              <a:ahLst/>
              <a:cxnLst/>
              <a:rect l="l" t="t" r="r" b="b"/>
              <a:pathLst>
                <a:path w="5" h="19" extrusionOk="0">
                  <a:moveTo>
                    <a:pt x="4" y="18"/>
                  </a:moveTo>
                  <a:cubicBezTo>
                    <a:pt x="4" y="11"/>
                    <a:pt x="4" y="8"/>
                    <a:pt x="1" y="1"/>
                  </a:cubicBezTo>
                  <a:cubicBezTo>
                    <a:pt x="4" y="8"/>
                    <a:pt x="4" y="11"/>
                    <a:pt x="4"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48" name="Google Shape;12048;p76"/>
            <p:cNvSpPr/>
            <p:nvPr/>
          </p:nvSpPr>
          <p:spPr>
            <a:xfrm>
              <a:off x="2514500" y="1833603"/>
              <a:ext cx="54" cy="109"/>
            </a:xfrm>
            <a:custGeom>
              <a:avLst/>
              <a:gdLst/>
              <a:ahLst/>
              <a:cxnLst/>
              <a:rect l="l" t="t" r="r" b="b"/>
              <a:pathLst>
                <a:path w="4" h="8" extrusionOk="0">
                  <a:moveTo>
                    <a:pt x="0" y="1"/>
                  </a:moveTo>
                  <a:lnTo>
                    <a:pt x="4" y="8"/>
                  </a:lnTo>
                  <a:cubicBezTo>
                    <a:pt x="4" y="4"/>
                    <a:pt x="4"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49" name="Google Shape;12049;p76"/>
            <p:cNvSpPr/>
            <p:nvPr/>
          </p:nvSpPr>
          <p:spPr>
            <a:xfrm>
              <a:off x="2514500" y="1833372"/>
              <a:ext cx="14" cy="109"/>
            </a:xfrm>
            <a:custGeom>
              <a:avLst/>
              <a:gdLst/>
              <a:ahLst/>
              <a:cxnLst/>
              <a:rect l="l" t="t" r="r" b="b"/>
              <a:pathLst>
                <a:path w="1" h="8" extrusionOk="0">
                  <a:moveTo>
                    <a:pt x="0"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50" name="Google Shape;12050;p76"/>
            <p:cNvSpPr/>
            <p:nvPr/>
          </p:nvSpPr>
          <p:spPr>
            <a:xfrm>
              <a:off x="2503556" y="1818831"/>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51" name="Google Shape;12051;p76"/>
            <p:cNvSpPr/>
            <p:nvPr/>
          </p:nvSpPr>
          <p:spPr>
            <a:xfrm>
              <a:off x="2514310" y="183242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52" name="Google Shape;12052;p76"/>
            <p:cNvSpPr/>
            <p:nvPr/>
          </p:nvSpPr>
          <p:spPr>
            <a:xfrm>
              <a:off x="2505606" y="1850439"/>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53" name="Google Shape;12053;p76"/>
            <p:cNvSpPr/>
            <p:nvPr/>
          </p:nvSpPr>
          <p:spPr>
            <a:xfrm>
              <a:off x="2503801" y="1819251"/>
              <a:ext cx="54" cy="109"/>
            </a:xfrm>
            <a:custGeom>
              <a:avLst/>
              <a:gdLst/>
              <a:ahLst/>
              <a:cxnLst/>
              <a:rect l="l" t="t" r="r" b="b"/>
              <a:pathLst>
                <a:path w="4" h="8" extrusionOk="0">
                  <a:moveTo>
                    <a:pt x="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54" name="Google Shape;12054;p76"/>
            <p:cNvSpPr/>
            <p:nvPr/>
          </p:nvSpPr>
          <p:spPr>
            <a:xfrm>
              <a:off x="2514595" y="1833793"/>
              <a:ext cx="54" cy="109"/>
            </a:xfrm>
            <a:custGeom>
              <a:avLst/>
              <a:gdLst/>
              <a:ahLst/>
              <a:cxnLst/>
              <a:rect l="l" t="t" r="r" b="b"/>
              <a:pathLst>
                <a:path w="4" h="8" extrusionOk="0">
                  <a:moveTo>
                    <a:pt x="4" y="8"/>
                  </a:moveTo>
                  <a:cubicBezTo>
                    <a:pt x="0" y="4"/>
                    <a:pt x="0" y="4"/>
                    <a:pt x="0" y="1"/>
                  </a:cubicBezTo>
                  <a:cubicBezTo>
                    <a:pt x="0" y="4"/>
                    <a:pt x="0" y="4"/>
                    <a:pt x="4"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55" name="Google Shape;12055;p76"/>
            <p:cNvSpPr/>
            <p:nvPr/>
          </p:nvSpPr>
          <p:spPr>
            <a:xfrm>
              <a:off x="2514405" y="1833087"/>
              <a:ext cx="14" cy="109"/>
            </a:xfrm>
            <a:custGeom>
              <a:avLst/>
              <a:gdLst/>
              <a:ahLst/>
              <a:cxnLst/>
              <a:rect l="l" t="t" r="r" b="b"/>
              <a:pathLst>
                <a:path w="1" h="8" extrusionOk="0">
                  <a:moveTo>
                    <a:pt x="0"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56" name="Google Shape;12056;p76"/>
            <p:cNvSpPr/>
            <p:nvPr/>
          </p:nvSpPr>
          <p:spPr>
            <a:xfrm>
              <a:off x="2514255" y="183213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57" name="Google Shape;12057;p76"/>
            <p:cNvSpPr/>
            <p:nvPr/>
          </p:nvSpPr>
          <p:spPr>
            <a:xfrm>
              <a:off x="2507412" y="1823623"/>
              <a:ext cx="720" cy="543"/>
            </a:xfrm>
            <a:custGeom>
              <a:avLst/>
              <a:gdLst/>
              <a:ahLst/>
              <a:cxnLst/>
              <a:rect l="l" t="t" r="r" b="b"/>
              <a:pathLst>
                <a:path w="53" h="40" extrusionOk="0">
                  <a:moveTo>
                    <a:pt x="0" y="1"/>
                  </a:moveTo>
                  <a:cubicBezTo>
                    <a:pt x="14" y="15"/>
                    <a:pt x="32" y="25"/>
                    <a:pt x="53" y="39"/>
                  </a:cubicBezTo>
                  <a:cubicBezTo>
                    <a:pt x="35" y="25"/>
                    <a:pt x="18"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58" name="Google Shape;12058;p76"/>
            <p:cNvSpPr/>
            <p:nvPr/>
          </p:nvSpPr>
          <p:spPr>
            <a:xfrm>
              <a:off x="2602998" y="1754704"/>
              <a:ext cx="258" cy="204"/>
            </a:xfrm>
            <a:custGeom>
              <a:avLst/>
              <a:gdLst/>
              <a:ahLst/>
              <a:cxnLst/>
              <a:rect l="l" t="t" r="r" b="b"/>
              <a:pathLst>
                <a:path w="19" h="15" extrusionOk="0">
                  <a:moveTo>
                    <a:pt x="18" y="15"/>
                  </a:moveTo>
                  <a:cubicBezTo>
                    <a:pt x="15" y="8"/>
                    <a:pt x="8" y="4"/>
                    <a:pt x="1" y="1"/>
                  </a:cubicBezTo>
                  <a:cubicBezTo>
                    <a:pt x="8" y="4"/>
                    <a:pt x="15" y="8"/>
                    <a:pt x="18"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59" name="Google Shape;12059;p76"/>
            <p:cNvSpPr/>
            <p:nvPr/>
          </p:nvSpPr>
          <p:spPr>
            <a:xfrm>
              <a:off x="2605564" y="1754799"/>
              <a:ext cx="394" cy="109"/>
            </a:xfrm>
            <a:custGeom>
              <a:avLst/>
              <a:gdLst/>
              <a:ahLst/>
              <a:cxnLst/>
              <a:rect l="l" t="t" r="r" b="b"/>
              <a:pathLst>
                <a:path w="29" h="8" extrusionOk="0">
                  <a:moveTo>
                    <a:pt x="1" y="8"/>
                  </a:moveTo>
                  <a:lnTo>
                    <a:pt x="29" y="1"/>
                  </a:ln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60" name="Google Shape;12060;p76"/>
            <p:cNvSpPr/>
            <p:nvPr/>
          </p:nvSpPr>
          <p:spPr>
            <a:xfrm>
              <a:off x="2554513" y="1799007"/>
              <a:ext cx="3435" cy="774"/>
            </a:xfrm>
            <a:custGeom>
              <a:avLst/>
              <a:gdLst/>
              <a:ahLst/>
              <a:cxnLst/>
              <a:rect l="l" t="t" r="r" b="b"/>
              <a:pathLst>
                <a:path w="253" h="57" extrusionOk="0">
                  <a:moveTo>
                    <a:pt x="1" y="56"/>
                  </a:moveTo>
                  <a:cubicBezTo>
                    <a:pt x="81" y="21"/>
                    <a:pt x="165" y="0"/>
                    <a:pt x="253" y="0"/>
                  </a:cubicBezTo>
                  <a:cubicBezTo>
                    <a:pt x="165" y="0"/>
                    <a:pt x="81" y="21"/>
                    <a:pt x="1" y="5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61" name="Google Shape;12061;p76"/>
            <p:cNvSpPr/>
            <p:nvPr/>
          </p:nvSpPr>
          <p:spPr>
            <a:xfrm>
              <a:off x="2599196" y="1756374"/>
              <a:ext cx="299" cy="109"/>
            </a:xfrm>
            <a:custGeom>
              <a:avLst/>
              <a:gdLst/>
              <a:ahLst/>
              <a:cxnLst/>
              <a:rect l="l" t="t" r="r" b="b"/>
              <a:pathLst>
                <a:path w="22" h="8" extrusionOk="0">
                  <a:moveTo>
                    <a:pt x="22"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62" name="Google Shape;12062;p76"/>
            <p:cNvSpPr/>
            <p:nvPr/>
          </p:nvSpPr>
          <p:spPr>
            <a:xfrm>
              <a:off x="2502796" y="1817215"/>
              <a:ext cx="964" cy="109"/>
            </a:xfrm>
            <a:custGeom>
              <a:avLst/>
              <a:gdLst/>
              <a:ahLst/>
              <a:cxnLst/>
              <a:rect l="l" t="t" r="r" b="b"/>
              <a:pathLst>
                <a:path w="71" h="8" extrusionOk="0">
                  <a:moveTo>
                    <a:pt x="7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63" name="Google Shape;12063;p76"/>
            <p:cNvSpPr/>
            <p:nvPr/>
          </p:nvSpPr>
          <p:spPr>
            <a:xfrm>
              <a:off x="2513264" y="1818396"/>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64" name="Google Shape;12064;p76"/>
            <p:cNvSpPr/>
            <p:nvPr/>
          </p:nvSpPr>
          <p:spPr>
            <a:xfrm>
              <a:off x="2516020" y="1818301"/>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65" name="Google Shape;12065;p76"/>
            <p:cNvSpPr/>
            <p:nvPr/>
          </p:nvSpPr>
          <p:spPr>
            <a:xfrm>
              <a:off x="2514119" y="1818396"/>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66" name="Google Shape;12066;p76"/>
            <p:cNvSpPr/>
            <p:nvPr/>
          </p:nvSpPr>
          <p:spPr>
            <a:xfrm>
              <a:off x="2596725" y="1756849"/>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67" name="Google Shape;12067;p76"/>
            <p:cNvSpPr/>
            <p:nvPr/>
          </p:nvSpPr>
          <p:spPr>
            <a:xfrm>
              <a:off x="2599766" y="1756184"/>
              <a:ext cx="299" cy="109"/>
            </a:xfrm>
            <a:custGeom>
              <a:avLst/>
              <a:gdLst/>
              <a:ahLst/>
              <a:cxnLst/>
              <a:rect l="l" t="t" r="r" b="b"/>
              <a:pathLst>
                <a:path w="22" h="8" extrusionOk="0">
                  <a:moveTo>
                    <a:pt x="22"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68" name="Google Shape;12068;p76"/>
            <p:cNvSpPr/>
            <p:nvPr/>
          </p:nvSpPr>
          <p:spPr>
            <a:xfrm>
              <a:off x="2502131" y="1817161"/>
              <a:ext cx="258" cy="14"/>
            </a:xfrm>
            <a:custGeom>
              <a:avLst/>
              <a:gdLst/>
              <a:ahLst/>
              <a:cxnLst/>
              <a:rect l="l" t="t" r="r" b="b"/>
              <a:pathLst>
                <a:path w="19" h="1" extrusionOk="0">
                  <a:moveTo>
                    <a:pt x="1" y="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69" name="Google Shape;12069;p76"/>
            <p:cNvSpPr/>
            <p:nvPr/>
          </p:nvSpPr>
          <p:spPr>
            <a:xfrm>
              <a:off x="2595109" y="1756659"/>
              <a:ext cx="149" cy="54"/>
            </a:xfrm>
            <a:custGeom>
              <a:avLst/>
              <a:gdLst/>
              <a:ahLst/>
              <a:cxnLst/>
              <a:rect l="l" t="t" r="r" b="b"/>
              <a:pathLst>
                <a:path w="11" h="4" extrusionOk="0">
                  <a:moveTo>
                    <a:pt x="1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70" name="Google Shape;12070;p76"/>
            <p:cNvSpPr/>
            <p:nvPr/>
          </p:nvSpPr>
          <p:spPr>
            <a:xfrm>
              <a:off x="2602672" y="1754568"/>
              <a:ext cx="109" cy="54"/>
            </a:xfrm>
            <a:custGeom>
              <a:avLst/>
              <a:gdLst/>
              <a:ahLst/>
              <a:cxnLst/>
              <a:rect l="l" t="t" r="r" b="b"/>
              <a:pathLst>
                <a:path w="8" h="4" extrusionOk="0">
                  <a:moveTo>
                    <a:pt x="7"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71" name="Google Shape;12071;p76"/>
            <p:cNvSpPr/>
            <p:nvPr/>
          </p:nvSpPr>
          <p:spPr>
            <a:xfrm>
              <a:off x="2595544" y="1756795"/>
              <a:ext cx="190" cy="14"/>
            </a:xfrm>
            <a:custGeom>
              <a:avLst/>
              <a:gdLst/>
              <a:ahLst/>
              <a:cxnLst/>
              <a:rect l="l" t="t" r="r" b="b"/>
              <a:pathLst>
                <a:path w="14" h="1" extrusionOk="0">
                  <a:moveTo>
                    <a:pt x="1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72" name="Google Shape;12072;p76"/>
            <p:cNvSpPr/>
            <p:nvPr/>
          </p:nvSpPr>
          <p:spPr>
            <a:xfrm>
              <a:off x="2595965" y="1756849"/>
              <a:ext cx="244" cy="14"/>
            </a:xfrm>
            <a:custGeom>
              <a:avLst/>
              <a:gdLst/>
              <a:ahLst/>
              <a:cxnLst/>
              <a:rect l="l" t="t" r="r" b="b"/>
              <a:pathLst>
                <a:path w="18" h="1" extrusionOk="0">
                  <a:moveTo>
                    <a:pt x="1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73" name="Google Shape;12073;p76"/>
            <p:cNvSpPr/>
            <p:nvPr/>
          </p:nvSpPr>
          <p:spPr>
            <a:xfrm>
              <a:off x="2602047" y="1754948"/>
              <a:ext cx="204" cy="149"/>
            </a:xfrm>
            <a:custGeom>
              <a:avLst/>
              <a:gdLst/>
              <a:ahLst/>
              <a:cxnLst/>
              <a:rect l="l" t="t" r="r" b="b"/>
              <a:pathLst>
                <a:path w="15" h="11" extrusionOk="0">
                  <a:moveTo>
                    <a:pt x="15"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74" name="Google Shape;12074;p76"/>
            <p:cNvSpPr/>
            <p:nvPr/>
          </p:nvSpPr>
          <p:spPr>
            <a:xfrm>
              <a:off x="2507127" y="1817690"/>
              <a:ext cx="1005" cy="109"/>
            </a:xfrm>
            <a:custGeom>
              <a:avLst/>
              <a:gdLst/>
              <a:ahLst/>
              <a:cxnLst/>
              <a:rect l="l" t="t" r="r" b="b"/>
              <a:pathLst>
                <a:path w="74" h="8" extrusionOk="0">
                  <a:moveTo>
                    <a:pt x="74"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75" name="Google Shape;12075;p76"/>
            <p:cNvSpPr/>
            <p:nvPr/>
          </p:nvSpPr>
          <p:spPr>
            <a:xfrm>
              <a:off x="2526665" y="181721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76" name="Google Shape;12076;p76"/>
            <p:cNvSpPr/>
            <p:nvPr/>
          </p:nvSpPr>
          <p:spPr>
            <a:xfrm>
              <a:off x="2597010" y="1756795"/>
              <a:ext cx="258" cy="14"/>
            </a:xfrm>
            <a:custGeom>
              <a:avLst/>
              <a:gdLst/>
              <a:ahLst/>
              <a:cxnLst/>
              <a:rect l="l" t="t" r="r" b="b"/>
              <a:pathLst>
                <a:path w="19" h="1" extrusionOk="0">
                  <a:moveTo>
                    <a:pt x="1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77" name="Google Shape;12077;p76"/>
            <p:cNvSpPr/>
            <p:nvPr/>
          </p:nvSpPr>
          <p:spPr>
            <a:xfrm>
              <a:off x="2527330" y="1817120"/>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78" name="Google Shape;12078;p76"/>
            <p:cNvSpPr/>
            <p:nvPr/>
          </p:nvSpPr>
          <p:spPr>
            <a:xfrm>
              <a:off x="2598626" y="1756564"/>
              <a:ext cx="299" cy="54"/>
            </a:xfrm>
            <a:custGeom>
              <a:avLst/>
              <a:gdLst/>
              <a:ahLst/>
              <a:cxnLst/>
              <a:rect l="l" t="t" r="r" b="b"/>
              <a:pathLst>
                <a:path w="22" h="4" extrusionOk="0">
                  <a:moveTo>
                    <a:pt x="22"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79" name="Google Shape;12079;p76"/>
            <p:cNvSpPr/>
            <p:nvPr/>
          </p:nvSpPr>
          <p:spPr>
            <a:xfrm>
              <a:off x="2600337" y="1755940"/>
              <a:ext cx="299" cy="109"/>
            </a:xfrm>
            <a:custGeom>
              <a:avLst/>
              <a:gdLst/>
              <a:ahLst/>
              <a:cxnLst/>
              <a:rect l="l" t="t" r="r" b="b"/>
              <a:pathLst>
                <a:path w="22" h="8" extrusionOk="0">
                  <a:moveTo>
                    <a:pt x="22"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80" name="Google Shape;12080;p76"/>
            <p:cNvSpPr/>
            <p:nvPr/>
          </p:nvSpPr>
          <p:spPr>
            <a:xfrm>
              <a:off x="2598056" y="1756659"/>
              <a:ext cx="299" cy="54"/>
            </a:xfrm>
            <a:custGeom>
              <a:avLst/>
              <a:gdLst/>
              <a:ahLst/>
              <a:cxnLst/>
              <a:rect l="l" t="t" r="r" b="b"/>
              <a:pathLst>
                <a:path w="22" h="4" extrusionOk="0">
                  <a:moveTo>
                    <a:pt x="22"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81" name="Google Shape;12081;p76"/>
            <p:cNvSpPr/>
            <p:nvPr/>
          </p:nvSpPr>
          <p:spPr>
            <a:xfrm>
              <a:off x="2597485" y="1756754"/>
              <a:ext cx="299" cy="54"/>
            </a:xfrm>
            <a:custGeom>
              <a:avLst/>
              <a:gdLst/>
              <a:ahLst/>
              <a:cxnLst/>
              <a:rect l="l" t="t" r="r" b="b"/>
              <a:pathLst>
                <a:path w="22" h="4" extrusionOk="0">
                  <a:moveTo>
                    <a:pt x="22"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82" name="Google Shape;12082;p76"/>
            <p:cNvSpPr/>
            <p:nvPr/>
          </p:nvSpPr>
          <p:spPr>
            <a:xfrm>
              <a:off x="2601477" y="1755329"/>
              <a:ext cx="258" cy="149"/>
            </a:xfrm>
            <a:custGeom>
              <a:avLst/>
              <a:gdLst/>
              <a:ahLst/>
              <a:cxnLst/>
              <a:rect l="l" t="t" r="r" b="b"/>
              <a:pathLst>
                <a:path w="19" h="11" extrusionOk="0">
                  <a:moveTo>
                    <a:pt x="18"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83" name="Google Shape;12083;p76"/>
            <p:cNvSpPr/>
            <p:nvPr/>
          </p:nvSpPr>
          <p:spPr>
            <a:xfrm>
              <a:off x="2508498" y="1817880"/>
              <a:ext cx="923" cy="109"/>
            </a:xfrm>
            <a:custGeom>
              <a:avLst/>
              <a:gdLst/>
              <a:ahLst/>
              <a:cxnLst/>
              <a:rect l="l" t="t" r="r" b="b"/>
              <a:pathLst>
                <a:path w="68" h="8" extrusionOk="0">
                  <a:moveTo>
                    <a:pt x="67"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84" name="Google Shape;12084;p76"/>
            <p:cNvSpPr/>
            <p:nvPr/>
          </p:nvSpPr>
          <p:spPr>
            <a:xfrm>
              <a:off x="2600907" y="1755654"/>
              <a:ext cx="258" cy="163"/>
            </a:xfrm>
            <a:custGeom>
              <a:avLst/>
              <a:gdLst/>
              <a:ahLst/>
              <a:cxnLst/>
              <a:rect l="l" t="t" r="r" b="b"/>
              <a:pathLst>
                <a:path w="19" h="12" extrusionOk="0">
                  <a:moveTo>
                    <a:pt x="1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85" name="Google Shape;12085;p76"/>
            <p:cNvSpPr/>
            <p:nvPr/>
          </p:nvSpPr>
          <p:spPr>
            <a:xfrm>
              <a:off x="2504181" y="1817310"/>
              <a:ext cx="1195" cy="149"/>
            </a:xfrm>
            <a:custGeom>
              <a:avLst/>
              <a:gdLst/>
              <a:ahLst/>
              <a:cxnLst/>
              <a:rect l="l" t="t" r="r" b="b"/>
              <a:pathLst>
                <a:path w="88" h="11" extrusionOk="0">
                  <a:moveTo>
                    <a:pt x="88"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86" name="Google Shape;12086;p76"/>
            <p:cNvSpPr/>
            <p:nvPr/>
          </p:nvSpPr>
          <p:spPr>
            <a:xfrm>
              <a:off x="2512640" y="1818396"/>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87" name="Google Shape;12087;p76"/>
            <p:cNvSpPr/>
            <p:nvPr/>
          </p:nvSpPr>
          <p:spPr>
            <a:xfrm>
              <a:off x="2505457" y="1817446"/>
              <a:ext cx="1344" cy="204"/>
            </a:xfrm>
            <a:custGeom>
              <a:avLst/>
              <a:gdLst/>
              <a:ahLst/>
              <a:cxnLst/>
              <a:rect l="l" t="t" r="r" b="b"/>
              <a:pathLst>
                <a:path w="99" h="15" extrusionOk="0">
                  <a:moveTo>
                    <a:pt x="99"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88" name="Google Shape;12088;p76"/>
            <p:cNvSpPr/>
            <p:nvPr/>
          </p:nvSpPr>
          <p:spPr>
            <a:xfrm>
              <a:off x="2509788" y="1818070"/>
              <a:ext cx="1195" cy="204"/>
            </a:xfrm>
            <a:custGeom>
              <a:avLst/>
              <a:gdLst/>
              <a:ahLst/>
              <a:cxnLst/>
              <a:rect l="l" t="t" r="r" b="b"/>
              <a:pathLst>
                <a:path w="88" h="15" extrusionOk="0">
                  <a:moveTo>
                    <a:pt x="88"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89" name="Google Shape;12089;p76"/>
            <p:cNvSpPr/>
            <p:nvPr/>
          </p:nvSpPr>
          <p:spPr>
            <a:xfrm>
              <a:off x="2511404" y="1818355"/>
              <a:ext cx="149" cy="14"/>
            </a:xfrm>
            <a:custGeom>
              <a:avLst/>
              <a:gdLst/>
              <a:ahLst/>
              <a:cxnLst/>
              <a:rect l="l" t="t" r="r" b="b"/>
              <a:pathLst>
                <a:path w="11" h="1" extrusionOk="0">
                  <a:moveTo>
                    <a:pt x="1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90" name="Google Shape;12090;p76"/>
            <p:cNvSpPr/>
            <p:nvPr/>
          </p:nvSpPr>
          <p:spPr>
            <a:xfrm>
              <a:off x="2512029" y="181835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91" name="Google Shape;12091;p76"/>
            <p:cNvSpPr/>
            <p:nvPr/>
          </p:nvSpPr>
          <p:spPr>
            <a:xfrm>
              <a:off x="2991016" y="2067204"/>
              <a:ext cx="18968" cy="6409"/>
            </a:xfrm>
            <a:custGeom>
              <a:avLst/>
              <a:gdLst/>
              <a:ahLst/>
              <a:cxnLst/>
              <a:rect l="l" t="t" r="r" b="b"/>
              <a:pathLst>
                <a:path w="1397" h="472" extrusionOk="0">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92" name="Google Shape;12092;p76"/>
            <p:cNvSpPr/>
            <p:nvPr/>
          </p:nvSpPr>
          <p:spPr>
            <a:xfrm>
              <a:off x="3012726" y="2048969"/>
              <a:ext cx="73699" cy="62008"/>
            </a:xfrm>
            <a:custGeom>
              <a:avLst/>
              <a:gdLst/>
              <a:ahLst/>
              <a:cxnLst/>
              <a:rect l="l" t="t" r="r" b="b"/>
              <a:pathLst>
                <a:path w="5428" h="4567" extrusionOk="0">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93" name="Google Shape;12093;p76"/>
            <p:cNvSpPr/>
            <p:nvPr/>
          </p:nvSpPr>
          <p:spPr>
            <a:xfrm>
              <a:off x="2746593" y="2003634"/>
              <a:ext cx="83583" cy="84330"/>
            </a:xfrm>
            <a:custGeom>
              <a:avLst/>
              <a:gdLst/>
              <a:ahLst/>
              <a:cxnLst/>
              <a:rect l="l" t="t" r="r" b="b"/>
              <a:pathLst>
                <a:path w="6156" h="6211" extrusionOk="0">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94" name="Google Shape;12094;p76"/>
            <p:cNvSpPr/>
            <p:nvPr/>
          </p:nvSpPr>
          <p:spPr>
            <a:xfrm>
              <a:off x="2846320" y="2013450"/>
              <a:ext cx="74445" cy="60949"/>
            </a:xfrm>
            <a:custGeom>
              <a:avLst/>
              <a:gdLst/>
              <a:ahLst/>
              <a:cxnLst/>
              <a:rect l="l" t="t" r="r" b="b"/>
              <a:pathLst>
                <a:path w="5483" h="4489" extrusionOk="0">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95" name="Google Shape;12095;p76"/>
            <p:cNvSpPr/>
            <p:nvPr/>
          </p:nvSpPr>
          <p:spPr>
            <a:xfrm>
              <a:off x="2823415" y="2090109"/>
              <a:ext cx="73061" cy="19457"/>
            </a:xfrm>
            <a:custGeom>
              <a:avLst/>
              <a:gdLst/>
              <a:ahLst/>
              <a:cxnLst/>
              <a:rect l="l" t="t" r="r" b="b"/>
              <a:pathLst>
                <a:path w="5381" h="1433" extrusionOk="0">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96" name="Google Shape;12096;p76"/>
            <p:cNvSpPr/>
            <p:nvPr/>
          </p:nvSpPr>
          <p:spPr>
            <a:xfrm>
              <a:off x="2838907" y="2066647"/>
              <a:ext cx="2675" cy="2281"/>
            </a:xfrm>
            <a:custGeom>
              <a:avLst/>
              <a:gdLst/>
              <a:ahLst/>
              <a:cxnLst/>
              <a:rect l="l" t="t" r="r" b="b"/>
              <a:pathLst>
                <a:path w="197" h="168" extrusionOk="0">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97" name="Google Shape;12097;p76"/>
            <p:cNvSpPr/>
            <p:nvPr/>
          </p:nvSpPr>
          <p:spPr>
            <a:xfrm>
              <a:off x="2928980" y="2107991"/>
              <a:ext cx="29246" cy="3842"/>
            </a:xfrm>
            <a:custGeom>
              <a:avLst/>
              <a:gdLst/>
              <a:ahLst/>
              <a:cxnLst/>
              <a:rect l="l" t="t" r="r" b="b"/>
              <a:pathLst>
                <a:path w="2154" h="283" extrusionOk="0">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98" name="Google Shape;12098;p76"/>
            <p:cNvSpPr/>
            <p:nvPr/>
          </p:nvSpPr>
          <p:spPr>
            <a:xfrm>
              <a:off x="2771508" y="2053260"/>
              <a:ext cx="2240" cy="3666"/>
            </a:xfrm>
            <a:custGeom>
              <a:avLst/>
              <a:gdLst/>
              <a:ahLst/>
              <a:cxnLst/>
              <a:rect l="l" t="t" r="r" b="b"/>
              <a:pathLst>
                <a:path w="165" h="270" extrusionOk="0">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99" name="Google Shape;12099;p76"/>
            <p:cNvSpPr/>
            <p:nvPr/>
          </p:nvSpPr>
          <p:spPr>
            <a:xfrm>
              <a:off x="2920182" y="2034251"/>
              <a:ext cx="46788" cy="53482"/>
            </a:xfrm>
            <a:custGeom>
              <a:avLst/>
              <a:gdLst/>
              <a:ahLst/>
              <a:cxnLst/>
              <a:rect l="l" t="t" r="r" b="b"/>
              <a:pathLst>
                <a:path w="3446" h="3939" extrusionOk="0">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00" name="Google Shape;12100;p76"/>
            <p:cNvSpPr/>
            <p:nvPr/>
          </p:nvSpPr>
          <p:spPr>
            <a:xfrm>
              <a:off x="2975850" y="2069105"/>
              <a:ext cx="7658" cy="4046"/>
            </a:xfrm>
            <a:custGeom>
              <a:avLst/>
              <a:gdLst/>
              <a:ahLst/>
              <a:cxnLst/>
              <a:rect l="l" t="t" r="r" b="b"/>
              <a:pathLst>
                <a:path w="564" h="298" extrusionOk="0">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01" name="Google Shape;12101;p76"/>
            <p:cNvSpPr/>
            <p:nvPr/>
          </p:nvSpPr>
          <p:spPr>
            <a:xfrm>
              <a:off x="2759899" y="2034536"/>
              <a:ext cx="923" cy="204"/>
            </a:xfrm>
            <a:custGeom>
              <a:avLst/>
              <a:gdLst/>
              <a:ahLst/>
              <a:cxnLst/>
              <a:rect l="l" t="t" r="r" b="b"/>
              <a:pathLst>
                <a:path w="68" h="15" extrusionOk="0">
                  <a:moveTo>
                    <a:pt x="67" y="14"/>
                  </a:moveTo>
                  <a:lnTo>
                    <a:pt x="1" y="0"/>
                  </a:lnTo>
                  <a:lnTo>
                    <a:pt x="1" y="0"/>
                  </a:lnTo>
                  <a:lnTo>
                    <a:pt x="67"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02" name="Google Shape;12102;p76"/>
            <p:cNvSpPr/>
            <p:nvPr/>
          </p:nvSpPr>
          <p:spPr>
            <a:xfrm>
              <a:off x="2760660" y="2035011"/>
              <a:ext cx="3870" cy="5227"/>
            </a:xfrm>
            <a:custGeom>
              <a:avLst/>
              <a:gdLst/>
              <a:ahLst/>
              <a:cxnLst/>
              <a:rect l="l" t="t" r="r" b="b"/>
              <a:pathLst>
                <a:path w="285" h="385" extrusionOk="0">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03" name="Google Shape;12103;p76"/>
            <p:cNvSpPr/>
            <p:nvPr/>
          </p:nvSpPr>
          <p:spPr>
            <a:xfrm>
              <a:off x="2956787" y="2113666"/>
              <a:ext cx="11093" cy="8595"/>
            </a:xfrm>
            <a:custGeom>
              <a:avLst/>
              <a:gdLst/>
              <a:ahLst/>
              <a:cxnLst/>
              <a:rect l="l" t="t" r="r" b="b"/>
              <a:pathLst>
                <a:path w="817" h="633" extrusionOk="0">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04" name="Google Shape;12104;p76"/>
            <p:cNvSpPr/>
            <p:nvPr/>
          </p:nvSpPr>
          <p:spPr>
            <a:xfrm>
              <a:off x="2901173" y="2106945"/>
              <a:ext cx="20312" cy="6490"/>
            </a:xfrm>
            <a:custGeom>
              <a:avLst/>
              <a:gdLst/>
              <a:ahLst/>
              <a:cxnLst/>
              <a:rect l="l" t="t" r="r" b="b"/>
              <a:pathLst>
                <a:path w="1496" h="478" extrusionOk="0">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05" name="Google Shape;12105;p76"/>
            <p:cNvSpPr/>
            <p:nvPr/>
          </p:nvSpPr>
          <p:spPr>
            <a:xfrm>
              <a:off x="2923413" y="2117536"/>
              <a:ext cx="11527" cy="4711"/>
            </a:xfrm>
            <a:custGeom>
              <a:avLst/>
              <a:gdLst/>
              <a:ahLst/>
              <a:cxnLst/>
              <a:rect l="l" t="t" r="r" b="b"/>
              <a:pathLst>
                <a:path w="849" h="347" extrusionOk="0">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06" name="Google Shape;12106;p76"/>
            <p:cNvSpPr/>
            <p:nvPr/>
          </p:nvSpPr>
          <p:spPr>
            <a:xfrm>
              <a:off x="2984729" y="2031441"/>
              <a:ext cx="10713" cy="16320"/>
            </a:xfrm>
            <a:custGeom>
              <a:avLst/>
              <a:gdLst/>
              <a:ahLst/>
              <a:cxnLst/>
              <a:rect l="l" t="t" r="r" b="b"/>
              <a:pathLst>
                <a:path w="789" h="1202" extrusionOk="0">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07" name="Google Shape;12107;p76"/>
            <p:cNvSpPr/>
            <p:nvPr/>
          </p:nvSpPr>
          <p:spPr>
            <a:xfrm>
              <a:off x="2859015" y="2039003"/>
              <a:ext cx="109" cy="14"/>
            </a:xfrm>
            <a:custGeom>
              <a:avLst/>
              <a:gdLst/>
              <a:ahLst/>
              <a:cxnLst/>
              <a:rect l="l" t="t" r="r" b="b"/>
              <a:pathLst>
                <a:path w="8" h="1" extrusionOk="0">
                  <a:moveTo>
                    <a:pt x="0" y="0"/>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08" name="Google Shape;12108;p76"/>
            <p:cNvSpPr/>
            <p:nvPr/>
          </p:nvSpPr>
          <p:spPr>
            <a:xfrm>
              <a:off x="2860481" y="2039098"/>
              <a:ext cx="163" cy="54"/>
            </a:xfrm>
            <a:custGeom>
              <a:avLst/>
              <a:gdLst/>
              <a:ahLst/>
              <a:cxnLst/>
              <a:rect l="l" t="t" r="r" b="b"/>
              <a:pathLst>
                <a:path w="12" h="4" extrusionOk="0">
                  <a:moveTo>
                    <a:pt x="1"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09" name="Google Shape;12109;p76"/>
            <p:cNvSpPr/>
            <p:nvPr/>
          </p:nvSpPr>
          <p:spPr>
            <a:xfrm>
              <a:off x="2860156" y="2039193"/>
              <a:ext cx="149" cy="14"/>
            </a:xfrm>
            <a:custGeom>
              <a:avLst/>
              <a:gdLst/>
              <a:ahLst/>
              <a:cxnLst/>
              <a:rect l="l" t="t" r="r" b="b"/>
              <a:pathLst>
                <a:path w="11" h="1" extrusionOk="0">
                  <a:moveTo>
                    <a:pt x="0"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10" name="Google Shape;12110;p76"/>
            <p:cNvSpPr/>
            <p:nvPr/>
          </p:nvSpPr>
          <p:spPr>
            <a:xfrm>
              <a:off x="2858160" y="2038569"/>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11" name="Google Shape;12111;p76"/>
            <p:cNvSpPr/>
            <p:nvPr/>
          </p:nvSpPr>
          <p:spPr>
            <a:xfrm>
              <a:off x="2858581" y="2038759"/>
              <a:ext cx="109" cy="109"/>
            </a:xfrm>
            <a:custGeom>
              <a:avLst/>
              <a:gdLst/>
              <a:ahLst/>
              <a:cxnLst/>
              <a:rect l="l" t="t" r="r" b="b"/>
              <a:pathLst>
                <a:path w="8" h="8" extrusionOk="0">
                  <a:moveTo>
                    <a:pt x="1" y="1"/>
                  </a:moveTo>
                  <a:lnTo>
                    <a:pt x="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12" name="Google Shape;12112;p76"/>
            <p:cNvSpPr/>
            <p:nvPr/>
          </p:nvSpPr>
          <p:spPr>
            <a:xfrm>
              <a:off x="2860821" y="2038949"/>
              <a:ext cx="109" cy="68"/>
            </a:xfrm>
            <a:custGeom>
              <a:avLst/>
              <a:gdLst/>
              <a:ahLst/>
              <a:cxnLst/>
              <a:rect l="l" t="t" r="r" b="b"/>
              <a:pathLst>
                <a:path w="8"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13" name="Google Shape;12113;p76"/>
            <p:cNvSpPr/>
            <p:nvPr/>
          </p:nvSpPr>
          <p:spPr>
            <a:xfrm>
              <a:off x="2852457" y="2033776"/>
              <a:ext cx="109" cy="204"/>
            </a:xfrm>
            <a:custGeom>
              <a:avLst/>
              <a:gdLst/>
              <a:ahLst/>
              <a:cxnLst/>
              <a:rect l="l" t="t" r="r" b="b"/>
              <a:pathLst>
                <a:path w="8" h="15" extrusionOk="0">
                  <a:moveTo>
                    <a:pt x="0" y="0"/>
                  </a:moveTo>
                  <a:lnTo>
                    <a:pt x="7"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14" name="Google Shape;12114;p76"/>
            <p:cNvSpPr/>
            <p:nvPr/>
          </p:nvSpPr>
          <p:spPr>
            <a:xfrm>
              <a:off x="2852267" y="2033301"/>
              <a:ext cx="109" cy="244"/>
            </a:xfrm>
            <a:custGeom>
              <a:avLst/>
              <a:gdLst/>
              <a:ahLst/>
              <a:cxnLst/>
              <a:rect l="l" t="t" r="r" b="b"/>
              <a:pathLst>
                <a:path w="8" h="18" extrusionOk="0">
                  <a:moveTo>
                    <a:pt x="0" y="0"/>
                  </a:moveTo>
                  <a:lnTo>
                    <a:pt x="7"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15" name="Google Shape;12115;p76"/>
            <p:cNvSpPr/>
            <p:nvPr/>
          </p:nvSpPr>
          <p:spPr>
            <a:xfrm>
              <a:off x="2852647" y="2034156"/>
              <a:ext cx="109" cy="204"/>
            </a:xfrm>
            <a:custGeom>
              <a:avLst/>
              <a:gdLst/>
              <a:ahLst/>
              <a:cxnLst/>
              <a:rect l="l" t="t" r="r" b="b"/>
              <a:pathLst>
                <a:path w="8" h="15" extrusionOk="0">
                  <a:moveTo>
                    <a:pt x="0" y="0"/>
                  </a:moveTo>
                  <a:lnTo>
                    <a:pt x="7"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16" name="Google Shape;12116;p76"/>
            <p:cNvSpPr/>
            <p:nvPr/>
          </p:nvSpPr>
          <p:spPr>
            <a:xfrm>
              <a:off x="2852118" y="2032826"/>
              <a:ext cx="109" cy="244"/>
            </a:xfrm>
            <a:custGeom>
              <a:avLst/>
              <a:gdLst/>
              <a:ahLst/>
              <a:cxnLst/>
              <a:rect l="l" t="t" r="r" b="b"/>
              <a:pathLst>
                <a:path w="8" h="18" extrusionOk="0">
                  <a:moveTo>
                    <a:pt x="1" y="0"/>
                  </a:moveTo>
                  <a:lnTo>
                    <a:pt x="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17" name="Google Shape;12117;p76"/>
            <p:cNvSpPr/>
            <p:nvPr/>
          </p:nvSpPr>
          <p:spPr>
            <a:xfrm>
              <a:off x="2851602" y="2031060"/>
              <a:ext cx="109" cy="339"/>
            </a:xfrm>
            <a:custGeom>
              <a:avLst/>
              <a:gdLst/>
              <a:ahLst/>
              <a:cxnLst/>
              <a:rect l="l" t="t" r="r" b="b"/>
              <a:pathLst>
                <a:path w="8" h="25" extrusionOk="0">
                  <a:moveTo>
                    <a:pt x="0" y="0"/>
                  </a:moveTo>
                  <a:lnTo>
                    <a:pt x="7"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18" name="Google Shape;12118;p76"/>
            <p:cNvSpPr/>
            <p:nvPr/>
          </p:nvSpPr>
          <p:spPr>
            <a:xfrm>
              <a:off x="2851928" y="2032296"/>
              <a:ext cx="109" cy="244"/>
            </a:xfrm>
            <a:custGeom>
              <a:avLst/>
              <a:gdLst/>
              <a:ahLst/>
              <a:cxnLst/>
              <a:rect l="l" t="t" r="r" b="b"/>
              <a:pathLst>
                <a:path w="8" h="18" extrusionOk="0">
                  <a:moveTo>
                    <a:pt x="1" y="1"/>
                  </a:moveTo>
                  <a:lnTo>
                    <a:pt x="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19" name="Google Shape;12119;p76"/>
            <p:cNvSpPr/>
            <p:nvPr/>
          </p:nvSpPr>
          <p:spPr>
            <a:xfrm>
              <a:off x="2857725" y="2038189"/>
              <a:ext cx="109" cy="109"/>
            </a:xfrm>
            <a:custGeom>
              <a:avLst/>
              <a:gdLst/>
              <a:ahLst/>
              <a:cxnLst/>
              <a:rect l="l" t="t" r="r" b="b"/>
              <a:pathLst>
                <a:path w="8" h="8" extrusionOk="0">
                  <a:moveTo>
                    <a:pt x="1" y="1"/>
                  </a:moveTo>
                  <a:lnTo>
                    <a:pt x="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20" name="Google Shape;12120;p76"/>
            <p:cNvSpPr/>
            <p:nvPr/>
          </p:nvSpPr>
          <p:spPr>
            <a:xfrm>
              <a:off x="2851792" y="2031671"/>
              <a:ext cx="109" cy="299"/>
            </a:xfrm>
            <a:custGeom>
              <a:avLst/>
              <a:gdLst/>
              <a:ahLst/>
              <a:cxnLst/>
              <a:rect l="l" t="t" r="r" b="b"/>
              <a:pathLst>
                <a:path w="8" h="22" extrusionOk="0">
                  <a:moveTo>
                    <a:pt x="0" y="1"/>
                  </a:moveTo>
                  <a:lnTo>
                    <a:pt x="7"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21" name="Google Shape;12121;p76"/>
            <p:cNvSpPr/>
            <p:nvPr/>
          </p:nvSpPr>
          <p:spPr>
            <a:xfrm>
              <a:off x="2852837" y="2034482"/>
              <a:ext cx="54" cy="204"/>
            </a:xfrm>
            <a:custGeom>
              <a:avLst/>
              <a:gdLst/>
              <a:ahLst/>
              <a:cxnLst/>
              <a:rect l="l" t="t" r="r" b="b"/>
              <a:pathLst>
                <a:path w="4" h="15" extrusionOk="0">
                  <a:moveTo>
                    <a:pt x="0" y="1"/>
                  </a:moveTo>
                  <a:lnTo>
                    <a:pt x="4"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22" name="Google Shape;12122;p76"/>
            <p:cNvSpPr/>
            <p:nvPr/>
          </p:nvSpPr>
          <p:spPr>
            <a:xfrm>
              <a:off x="2856870" y="2037523"/>
              <a:ext cx="109" cy="109"/>
            </a:xfrm>
            <a:custGeom>
              <a:avLst/>
              <a:gdLst/>
              <a:ahLst/>
              <a:cxnLst/>
              <a:rect l="l" t="t" r="r" b="b"/>
              <a:pathLst>
                <a:path w="8" h="8" extrusionOk="0">
                  <a:moveTo>
                    <a:pt x="1" y="1"/>
                  </a:moveTo>
                  <a:lnTo>
                    <a:pt x="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23" name="Google Shape;12123;p76"/>
            <p:cNvSpPr/>
            <p:nvPr/>
          </p:nvSpPr>
          <p:spPr>
            <a:xfrm>
              <a:off x="2852973" y="2034821"/>
              <a:ext cx="109" cy="149"/>
            </a:xfrm>
            <a:custGeom>
              <a:avLst/>
              <a:gdLst/>
              <a:ahLst/>
              <a:cxnLst/>
              <a:rect l="l" t="t" r="r" b="b"/>
              <a:pathLst>
                <a:path w="8" h="11" extrusionOk="0">
                  <a:moveTo>
                    <a:pt x="1" y="0"/>
                  </a:moveTo>
                  <a:lnTo>
                    <a:pt x="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24" name="Google Shape;12124;p76"/>
            <p:cNvSpPr/>
            <p:nvPr/>
          </p:nvSpPr>
          <p:spPr>
            <a:xfrm>
              <a:off x="2854019" y="2035772"/>
              <a:ext cx="109" cy="54"/>
            </a:xfrm>
            <a:custGeom>
              <a:avLst/>
              <a:gdLst/>
              <a:ahLst/>
              <a:cxnLst/>
              <a:rect l="l" t="t" r="r" b="b"/>
              <a:pathLst>
                <a:path w="8" h="4" extrusionOk="0">
                  <a:moveTo>
                    <a:pt x="1" y="0"/>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25" name="Google Shape;12125;p76"/>
            <p:cNvSpPr/>
            <p:nvPr/>
          </p:nvSpPr>
          <p:spPr>
            <a:xfrm>
              <a:off x="2857304" y="2037903"/>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26" name="Google Shape;12126;p76"/>
            <p:cNvSpPr/>
            <p:nvPr/>
          </p:nvSpPr>
          <p:spPr>
            <a:xfrm>
              <a:off x="2854263" y="2035813"/>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27" name="Google Shape;12127;p76"/>
            <p:cNvSpPr/>
            <p:nvPr/>
          </p:nvSpPr>
          <p:spPr>
            <a:xfrm>
              <a:off x="2853163" y="2035107"/>
              <a:ext cx="109" cy="109"/>
            </a:xfrm>
            <a:custGeom>
              <a:avLst/>
              <a:gdLst/>
              <a:ahLst/>
              <a:cxnLst/>
              <a:rect l="l" t="t" r="r" b="b"/>
              <a:pathLst>
                <a:path w="8" h="8" extrusionOk="0">
                  <a:moveTo>
                    <a:pt x="1" y="0"/>
                  </a:moveTo>
                  <a:lnTo>
                    <a:pt x="8"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28" name="Google Shape;12128;p76"/>
            <p:cNvSpPr/>
            <p:nvPr/>
          </p:nvSpPr>
          <p:spPr>
            <a:xfrm>
              <a:off x="2853598" y="2035487"/>
              <a:ext cx="109" cy="109"/>
            </a:xfrm>
            <a:custGeom>
              <a:avLst/>
              <a:gdLst/>
              <a:ahLst/>
              <a:cxnLst/>
              <a:rect l="l" t="t" r="r" b="b"/>
              <a:pathLst>
                <a:path w="8" h="8" extrusionOk="0">
                  <a:moveTo>
                    <a:pt x="0" y="0"/>
                  </a:moveTo>
                  <a:lnTo>
                    <a:pt x="7"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29" name="Google Shape;12129;p76"/>
            <p:cNvSpPr/>
            <p:nvPr/>
          </p:nvSpPr>
          <p:spPr>
            <a:xfrm>
              <a:off x="2853788" y="2035622"/>
              <a:ext cx="109" cy="109"/>
            </a:xfrm>
            <a:custGeom>
              <a:avLst/>
              <a:gdLst/>
              <a:ahLst/>
              <a:cxnLst/>
              <a:rect l="l" t="t" r="r" b="b"/>
              <a:pathLst>
                <a:path w="8" h="8" extrusionOk="0">
                  <a:moveTo>
                    <a:pt x="0" y="1"/>
                  </a:moveTo>
                  <a:lnTo>
                    <a:pt x="7"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30" name="Google Shape;12130;p76"/>
            <p:cNvSpPr/>
            <p:nvPr/>
          </p:nvSpPr>
          <p:spPr>
            <a:xfrm>
              <a:off x="2859490" y="2039139"/>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31" name="Google Shape;12131;p76"/>
            <p:cNvSpPr/>
            <p:nvPr/>
          </p:nvSpPr>
          <p:spPr>
            <a:xfrm>
              <a:off x="2889049" y="2032921"/>
              <a:ext cx="3204" cy="2105"/>
            </a:xfrm>
            <a:custGeom>
              <a:avLst/>
              <a:gdLst/>
              <a:ahLst/>
              <a:cxnLst/>
              <a:rect l="l" t="t" r="r" b="b"/>
              <a:pathLst>
                <a:path w="236" h="155" extrusionOk="0">
                  <a:moveTo>
                    <a:pt x="235" y="0"/>
                  </a:moveTo>
                  <a:cubicBezTo>
                    <a:pt x="204" y="112"/>
                    <a:pt x="102" y="130"/>
                    <a:pt x="1" y="154"/>
                  </a:cubicBezTo>
                  <a:cubicBezTo>
                    <a:pt x="106" y="133"/>
                    <a:pt x="204" y="112"/>
                    <a:pt x="23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32" name="Google Shape;12132;p76"/>
            <p:cNvSpPr/>
            <p:nvPr/>
          </p:nvSpPr>
          <p:spPr>
            <a:xfrm>
              <a:off x="2861242" y="2038243"/>
              <a:ext cx="4440" cy="530"/>
            </a:xfrm>
            <a:custGeom>
              <a:avLst/>
              <a:gdLst/>
              <a:ahLst/>
              <a:cxnLst/>
              <a:rect l="l" t="t" r="r" b="b"/>
              <a:pathLst>
                <a:path w="327" h="39" extrusionOk="0">
                  <a:moveTo>
                    <a:pt x="326" y="7"/>
                  </a:moveTo>
                  <a:cubicBezTo>
                    <a:pt x="197" y="4"/>
                    <a:pt x="53" y="0"/>
                    <a:pt x="1" y="39"/>
                  </a:cubicBezTo>
                  <a:cubicBezTo>
                    <a:pt x="53" y="0"/>
                    <a:pt x="197" y="4"/>
                    <a:pt x="326"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33" name="Google Shape;12133;p76"/>
            <p:cNvSpPr/>
            <p:nvPr/>
          </p:nvSpPr>
          <p:spPr>
            <a:xfrm>
              <a:off x="2910922" y="2013858"/>
              <a:ext cx="54" cy="14"/>
            </a:xfrm>
            <a:custGeom>
              <a:avLst/>
              <a:gdLst/>
              <a:ahLst/>
              <a:cxnLst/>
              <a:rect l="l" t="t" r="r" b="b"/>
              <a:pathLst>
                <a:path w="4" h="1" extrusionOk="0">
                  <a:moveTo>
                    <a:pt x="4" y="0"/>
                  </a:moveTo>
                  <a:lnTo>
                    <a:pt x="0" y="0"/>
                  </a:ln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34" name="Google Shape;12134;p76"/>
            <p:cNvSpPr/>
            <p:nvPr/>
          </p:nvSpPr>
          <p:spPr>
            <a:xfrm>
              <a:off x="2853353" y="2035297"/>
              <a:ext cx="109" cy="109"/>
            </a:xfrm>
            <a:custGeom>
              <a:avLst/>
              <a:gdLst/>
              <a:ahLst/>
              <a:cxnLst/>
              <a:rect l="l" t="t" r="r" b="b"/>
              <a:pathLst>
                <a:path w="8" h="8" extrusionOk="0">
                  <a:moveTo>
                    <a:pt x="8"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35" name="Google Shape;12135;p76"/>
            <p:cNvSpPr/>
            <p:nvPr/>
          </p:nvSpPr>
          <p:spPr>
            <a:xfrm>
              <a:off x="2860006" y="2039193"/>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36" name="Google Shape;12136;p76"/>
            <p:cNvSpPr/>
            <p:nvPr/>
          </p:nvSpPr>
          <p:spPr>
            <a:xfrm>
              <a:off x="2899598" y="2013287"/>
              <a:ext cx="8486" cy="1765"/>
            </a:xfrm>
            <a:custGeom>
              <a:avLst/>
              <a:gdLst/>
              <a:ahLst/>
              <a:cxnLst/>
              <a:rect l="l" t="t" r="r" b="b"/>
              <a:pathLst>
                <a:path w="625" h="130" extrusionOk="0">
                  <a:moveTo>
                    <a:pt x="624" y="11"/>
                  </a:moveTo>
                  <a:cubicBezTo>
                    <a:pt x="424" y="7"/>
                    <a:pt x="120" y="0"/>
                    <a:pt x="1" y="130"/>
                  </a:cubicBezTo>
                  <a:cubicBezTo>
                    <a:pt x="120" y="0"/>
                    <a:pt x="424" y="7"/>
                    <a:pt x="624"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37" name="Google Shape;12137;p76"/>
            <p:cNvSpPr/>
            <p:nvPr/>
          </p:nvSpPr>
          <p:spPr>
            <a:xfrm>
              <a:off x="2909971" y="2013518"/>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38" name="Google Shape;12138;p76"/>
            <p:cNvSpPr/>
            <p:nvPr/>
          </p:nvSpPr>
          <p:spPr>
            <a:xfrm>
              <a:off x="2909632" y="2013478"/>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39" name="Google Shape;12139;p76"/>
            <p:cNvSpPr/>
            <p:nvPr/>
          </p:nvSpPr>
          <p:spPr>
            <a:xfrm>
              <a:off x="2910392" y="2013668"/>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40" name="Google Shape;12140;p76"/>
            <p:cNvSpPr/>
            <p:nvPr/>
          </p:nvSpPr>
          <p:spPr>
            <a:xfrm>
              <a:off x="2962544" y="2114711"/>
              <a:ext cx="394" cy="204"/>
            </a:xfrm>
            <a:custGeom>
              <a:avLst/>
              <a:gdLst/>
              <a:ahLst/>
              <a:cxnLst/>
              <a:rect l="l" t="t" r="r" b="b"/>
              <a:pathLst>
                <a:path w="29" h="15" extrusionOk="0">
                  <a:moveTo>
                    <a:pt x="28" y="1"/>
                  </a:moveTo>
                  <a:lnTo>
                    <a:pt x="0" y="8"/>
                  </a:lnTo>
                  <a:lnTo>
                    <a:pt x="4" y="8"/>
                  </a:lnTo>
                  <a:lnTo>
                    <a:pt x="11" y="11"/>
                  </a:lnTo>
                  <a:lnTo>
                    <a:pt x="14" y="11"/>
                  </a:lnTo>
                  <a:lnTo>
                    <a:pt x="21" y="15"/>
                  </a:lnTo>
                  <a:cubicBezTo>
                    <a:pt x="21" y="11"/>
                    <a:pt x="25" y="4"/>
                    <a:pt x="2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41" name="Google Shape;12141;p76"/>
            <p:cNvSpPr/>
            <p:nvPr/>
          </p:nvSpPr>
          <p:spPr>
            <a:xfrm>
              <a:off x="2968192" y="2108113"/>
              <a:ext cx="14895" cy="5757"/>
            </a:xfrm>
            <a:custGeom>
              <a:avLst/>
              <a:gdLst/>
              <a:ahLst/>
              <a:cxnLst/>
              <a:rect l="l" t="t" r="r" b="b"/>
              <a:pathLst>
                <a:path w="1097" h="424" extrusionOk="0">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42" name="Google Shape;12142;p76"/>
            <p:cNvSpPr/>
            <p:nvPr/>
          </p:nvSpPr>
          <p:spPr>
            <a:xfrm>
              <a:off x="2962679" y="2114861"/>
              <a:ext cx="54" cy="14"/>
            </a:xfrm>
            <a:custGeom>
              <a:avLst/>
              <a:gdLst/>
              <a:ahLst/>
              <a:cxnLst/>
              <a:rect l="l" t="t" r="r" b="b"/>
              <a:pathLst>
                <a:path w="4"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43" name="Google Shape;12143;p76"/>
            <p:cNvSpPr/>
            <p:nvPr/>
          </p:nvSpPr>
          <p:spPr>
            <a:xfrm>
              <a:off x="2968246" y="2112675"/>
              <a:ext cx="530" cy="530"/>
            </a:xfrm>
            <a:custGeom>
              <a:avLst/>
              <a:gdLst/>
              <a:ahLst/>
              <a:cxnLst/>
              <a:rect l="l" t="t" r="r" b="b"/>
              <a:pathLst>
                <a:path w="39" h="39" extrusionOk="0">
                  <a:moveTo>
                    <a:pt x="0" y="0"/>
                  </a:moveTo>
                  <a:cubicBezTo>
                    <a:pt x="11" y="11"/>
                    <a:pt x="25" y="25"/>
                    <a:pt x="39" y="39"/>
                  </a:cubicBezTo>
                  <a:cubicBezTo>
                    <a:pt x="25" y="25"/>
                    <a:pt x="11"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44" name="Google Shape;12144;p76"/>
            <p:cNvSpPr/>
            <p:nvPr/>
          </p:nvSpPr>
          <p:spPr>
            <a:xfrm>
              <a:off x="2962544" y="2114806"/>
              <a:ext cx="0" cy="14"/>
            </a:xfrm>
            <a:custGeom>
              <a:avLst/>
              <a:gdLst/>
              <a:ahLst/>
              <a:cxnLst/>
              <a:rect l="l" t="t" r="r" b="b"/>
              <a:pathLst>
                <a:path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45" name="Google Shape;12145;p76"/>
            <p:cNvSpPr/>
            <p:nvPr/>
          </p:nvSpPr>
          <p:spPr>
            <a:xfrm>
              <a:off x="2962924" y="2114711"/>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46" name="Google Shape;12146;p76"/>
            <p:cNvSpPr/>
            <p:nvPr/>
          </p:nvSpPr>
          <p:spPr>
            <a:xfrm>
              <a:off x="2968816" y="2113286"/>
              <a:ext cx="530" cy="584"/>
            </a:xfrm>
            <a:custGeom>
              <a:avLst/>
              <a:gdLst/>
              <a:ahLst/>
              <a:cxnLst/>
              <a:rect l="l" t="t" r="r" b="b"/>
              <a:pathLst>
                <a:path w="39" h="43" extrusionOk="0">
                  <a:moveTo>
                    <a:pt x="39" y="43"/>
                  </a:moveTo>
                  <a:cubicBezTo>
                    <a:pt x="25" y="29"/>
                    <a:pt x="14" y="15"/>
                    <a:pt x="0" y="1"/>
                  </a:cubicBezTo>
                  <a:cubicBezTo>
                    <a:pt x="14" y="15"/>
                    <a:pt x="25" y="29"/>
                    <a:pt x="39"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47" name="Google Shape;12147;p76"/>
            <p:cNvSpPr/>
            <p:nvPr/>
          </p:nvSpPr>
          <p:spPr>
            <a:xfrm>
              <a:off x="2109605" y="1718303"/>
              <a:ext cx="11147" cy="17827"/>
            </a:xfrm>
            <a:custGeom>
              <a:avLst/>
              <a:gdLst/>
              <a:ahLst/>
              <a:cxnLst/>
              <a:rect l="l" t="t" r="r" b="b"/>
              <a:pathLst>
                <a:path w="821" h="1313" extrusionOk="0">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48" name="Google Shape;12148;p76"/>
            <p:cNvSpPr/>
            <p:nvPr/>
          </p:nvSpPr>
          <p:spPr>
            <a:xfrm>
              <a:off x="2142544" y="1743706"/>
              <a:ext cx="19171" cy="11066"/>
            </a:xfrm>
            <a:custGeom>
              <a:avLst/>
              <a:gdLst/>
              <a:ahLst/>
              <a:cxnLst/>
              <a:rect l="l" t="t" r="r" b="b"/>
              <a:pathLst>
                <a:path w="1412" h="815" extrusionOk="0">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49" name="Google Shape;12149;p76"/>
            <p:cNvSpPr/>
            <p:nvPr/>
          </p:nvSpPr>
          <p:spPr>
            <a:xfrm>
              <a:off x="2099300" y="1663436"/>
              <a:ext cx="82904" cy="79917"/>
            </a:xfrm>
            <a:custGeom>
              <a:avLst/>
              <a:gdLst/>
              <a:ahLst/>
              <a:cxnLst/>
              <a:rect l="l" t="t" r="r" b="b"/>
              <a:pathLst>
                <a:path w="6106" h="5886" extrusionOk="0">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50" name="Google Shape;12150;p76"/>
            <p:cNvSpPr/>
            <p:nvPr/>
          </p:nvSpPr>
          <p:spPr>
            <a:xfrm>
              <a:off x="2139082" y="1663966"/>
              <a:ext cx="1344" cy="2485"/>
            </a:xfrm>
            <a:custGeom>
              <a:avLst/>
              <a:gdLst/>
              <a:ahLst/>
              <a:cxnLst/>
              <a:rect l="l" t="t" r="r" b="b"/>
              <a:pathLst>
                <a:path w="99" h="183" extrusionOk="0">
                  <a:moveTo>
                    <a:pt x="98" y="183"/>
                  </a:moveTo>
                  <a:lnTo>
                    <a:pt x="98" y="183"/>
                  </a:lnTo>
                  <a:cubicBezTo>
                    <a:pt x="42" y="148"/>
                    <a:pt x="21" y="70"/>
                    <a:pt x="0" y="0"/>
                  </a:cubicBezTo>
                  <a:cubicBezTo>
                    <a:pt x="21" y="70"/>
                    <a:pt x="42" y="148"/>
                    <a:pt x="98" y="18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51" name="Google Shape;12151;p76"/>
            <p:cNvSpPr/>
            <p:nvPr/>
          </p:nvSpPr>
          <p:spPr>
            <a:xfrm>
              <a:off x="2128057" y="1665391"/>
              <a:ext cx="299" cy="204"/>
            </a:xfrm>
            <a:custGeom>
              <a:avLst/>
              <a:gdLst/>
              <a:ahLst/>
              <a:cxnLst/>
              <a:rect l="l" t="t" r="r" b="b"/>
              <a:pathLst>
                <a:path w="22" h="15" extrusionOk="0">
                  <a:moveTo>
                    <a:pt x="21" y="14"/>
                  </a:moveTo>
                  <a:lnTo>
                    <a:pt x="0" y="0"/>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52" name="Google Shape;12152;p76"/>
            <p:cNvSpPr/>
            <p:nvPr/>
          </p:nvSpPr>
          <p:spPr>
            <a:xfrm>
              <a:off x="2142734" y="1667061"/>
              <a:ext cx="923" cy="149"/>
            </a:xfrm>
            <a:custGeom>
              <a:avLst/>
              <a:gdLst/>
              <a:ahLst/>
              <a:cxnLst/>
              <a:rect l="l" t="t" r="r" b="b"/>
              <a:pathLst>
                <a:path w="68" h="11" extrusionOk="0">
                  <a:moveTo>
                    <a:pt x="67"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53" name="Google Shape;12153;p76"/>
            <p:cNvSpPr/>
            <p:nvPr/>
          </p:nvSpPr>
          <p:spPr>
            <a:xfrm>
              <a:off x="2105477" y="1674515"/>
              <a:ext cx="299" cy="14"/>
            </a:xfrm>
            <a:custGeom>
              <a:avLst/>
              <a:gdLst/>
              <a:ahLst/>
              <a:cxnLst/>
              <a:rect l="l" t="t" r="r" b="b"/>
              <a:pathLst>
                <a:path w="22" h="1" extrusionOk="0">
                  <a:moveTo>
                    <a:pt x="21"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54" name="Google Shape;12154;p76"/>
            <p:cNvSpPr/>
            <p:nvPr/>
          </p:nvSpPr>
          <p:spPr>
            <a:xfrm>
              <a:off x="2105097" y="1674570"/>
              <a:ext cx="299" cy="14"/>
            </a:xfrm>
            <a:custGeom>
              <a:avLst/>
              <a:gdLst/>
              <a:ahLst/>
              <a:cxnLst/>
              <a:rect l="l" t="t" r="r" b="b"/>
              <a:pathLst>
                <a:path w="22" h="1" extrusionOk="0">
                  <a:moveTo>
                    <a:pt x="21"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55" name="Google Shape;12155;p76"/>
            <p:cNvSpPr/>
            <p:nvPr/>
          </p:nvSpPr>
          <p:spPr>
            <a:xfrm>
              <a:off x="2101866" y="1674610"/>
              <a:ext cx="2770" cy="204"/>
            </a:xfrm>
            <a:custGeom>
              <a:avLst/>
              <a:gdLst/>
              <a:ahLst/>
              <a:cxnLst/>
              <a:rect l="l" t="t" r="r" b="b"/>
              <a:pathLst>
                <a:path w="204" h="15" extrusionOk="0">
                  <a:moveTo>
                    <a:pt x="203"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56" name="Google Shape;12156;p76"/>
            <p:cNvSpPr/>
            <p:nvPr/>
          </p:nvSpPr>
          <p:spPr>
            <a:xfrm>
              <a:off x="2104622" y="1674570"/>
              <a:ext cx="394" cy="14"/>
            </a:xfrm>
            <a:custGeom>
              <a:avLst/>
              <a:gdLst/>
              <a:ahLst/>
              <a:cxnLst/>
              <a:rect l="l" t="t" r="r" b="b"/>
              <a:pathLst>
                <a:path w="29" h="1" extrusionOk="0">
                  <a:moveTo>
                    <a:pt x="28"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57" name="Google Shape;12157;p76"/>
            <p:cNvSpPr/>
            <p:nvPr/>
          </p:nvSpPr>
          <p:spPr>
            <a:xfrm>
              <a:off x="2101526" y="1674855"/>
              <a:ext cx="299" cy="14"/>
            </a:xfrm>
            <a:custGeom>
              <a:avLst/>
              <a:gdLst/>
              <a:ahLst/>
              <a:cxnLst/>
              <a:rect l="l" t="t" r="r" b="b"/>
              <a:pathLst>
                <a:path w="22" h="1" extrusionOk="0">
                  <a:moveTo>
                    <a:pt x="1" y="0"/>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58" name="Google Shape;12158;p76"/>
            <p:cNvSpPr/>
            <p:nvPr/>
          </p:nvSpPr>
          <p:spPr>
            <a:xfrm>
              <a:off x="2127296" y="1665391"/>
              <a:ext cx="774" cy="720"/>
            </a:xfrm>
            <a:custGeom>
              <a:avLst/>
              <a:gdLst/>
              <a:ahLst/>
              <a:cxnLst/>
              <a:rect l="l" t="t" r="r" b="b"/>
              <a:pathLst>
                <a:path w="57" h="53" extrusionOk="0">
                  <a:moveTo>
                    <a:pt x="0" y="53"/>
                  </a:moveTo>
                  <a:lnTo>
                    <a:pt x="56" y="0"/>
                  </a:lnTo>
                  <a:lnTo>
                    <a:pt x="56"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59" name="Google Shape;12159;p76"/>
            <p:cNvSpPr/>
            <p:nvPr/>
          </p:nvSpPr>
          <p:spPr>
            <a:xfrm>
              <a:off x="2106903" y="167447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60" name="Google Shape;12160;p76"/>
            <p:cNvSpPr/>
            <p:nvPr/>
          </p:nvSpPr>
          <p:spPr>
            <a:xfrm>
              <a:off x="2106659" y="167447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61" name="Google Shape;12161;p76"/>
            <p:cNvSpPr/>
            <p:nvPr/>
          </p:nvSpPr>
          <p:spPr>
            <a:xfrm>
              <a:off x="2105858" y="1674515"/>
              <a:ext cx="244" cy="14"/>
            </a:xfrm>
            <a:custGeom>
              <a:avLst/>
              <a:gdLst/>
              <a:ahLst/>
              <a:cxnLst/>
              <a:rect l="l" t="t" r="r" b="b"/>
              <a:pathLst>
                <a:path w="18" h="1" extrusionOk="0">
                  <a:moveTo>
                    <a:pt x="1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62" name="Google Shape;12162;p76"/>
            <p:cNvSpPr/>
            <p:nvPr/>
          </p:nvSpPr>
          <p:spPr>
            <a:xfrm>
              <a:off x="2107134" y="167447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63" name="Google Shape;12163;p76"/>
            <p:cNvSpPr/>
            <p:nvPr/>
          </p:nvSpPr>
          <p:spPr>
            <a:xfrm>
              <a:off x="2106183" y="1674475"/>
              <a:ext cx="204" cy="14"/>
            </a:xfrm>
            <a:custGeom>
              <a:avLst/>
              <a:gdLst/>
              <a:ahLst/>
              <a:cxnLst/>
              <a:rect l="l" t="t" r="r" b="b"/>
              <a:pathLst>
                <a:path w="15" h="1" extrusionOk="0">
                  <a:moveTo>
                    <a:pt x="1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64" name="Google Shape;12164;p76"/>
            <p:cNvSpPr/>
            <p:nvPr/>
          </p:nvSpPr>
          <p:spPr>
            <a:xfrm>
              <a:off x="2102762" y="1677652"/>
              <a:ext cx="68" cy="448"/>
            </a:xfrm>
            <a:custGeom>
              <a:avLst/>
              <a:gdLst/>
              <a:ahLst/>
              <a:cxnLst/>
              <a:rect l="l" t="t" r="r" b="b"/>
              <a:pathLst>
                <a:path w="5" h="33" extrusionOk="0">
                  <a:moveTo>
                    <a:pt x="4" y="32"/>
                  </a:moveTo>
                  <a:cubicBezTo>
                    <a:pt x="4" y="22"/>
                    <a:pt x="4" y="11"/>
                    <a:pt x="1" y="1"/>
                  </a:cubicBezTo>
                  <a:cubicBezTo>
                    <a:pt x="4" y="11"/>
                    <a:pt x="4" y="22"/>
                    <a:pt x="4"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65" name="Google Shape;12165;p76"/>
            <p:cNvSpPr/>
            <p:nvPr/>
          </p:nvSpPr>
          <p:spPr>
            <a:xfrm>
              <a:off x="2101771" y="1676416"/>
              <a:ext cx="54" cy="109"/>
            </a:xfrm>
            <a:custGeom>
              <a:avLst/>
              <a:gdLst/>
              <a:ahLst/>
              <a:cxnLst/>
              <a:rect l="l" t="t" r="r" b="b"/>
              <a:pathLst>
                <a:path w="4" h="8" extrusionOk="0">
                  <a:moveTo>
                    <a:pt x="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66" name="Google Shape;12166;p76"/>
            <p:cNvSpPr/>
            <p:nvPr/>
          </p:nvSpPr>
          <p:spPr>
            <a:xfrm>
              <a:off x="2102572" y="1688826"/>
              <a:ext cx="3584" cy="434"/>
            </a:xfrm>
            <a:custGeom>
              <a:avLst/>
              <a:gdLst/>
              <a:ahLst/>
              <a:cxnLst/>
              <a:rect l="l" t="t" r="r" b="b"/>
              <a:pathLst>
                <a:path w="264" h="32" extrusionOk="0">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67" name="Google Shape;12167;p76"/>
            <p:cNvSpPr/>
            <p:nvPr/>
          </p:nvSpPr>
          <p:spPr>
            <a:xfrm>
              <a:off x="2106374" y="1691813"/>
              <a:ext cx="163" cy="353"/>
            </a:xfrm>
            <a:custGeom>
              <a:avLst/>
              <a:gdLst/>
              <a:ahLst/>
              <a:cxnLst/>
              <a:rect l="l" t="t" r="r" b="b"/>
              <a:pathLst>
                <a:path w="12" h="26" extrusionOk="0">
                  <a:moveTo>
                    <a:pt x="1" y="25"/>
                  </a:moveTo>
                  <a:lnTo>
                    <a:pt x="1" y="25"/>
                  </a:ln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68" name="Google Shape;12168;p76"/>
            <p:cNvSpPr/>
            <p:nvPr/>
          </p:nvSpPr>
          <p:spPr>
            <a:xfrm>
              <a:off x="2101676" y="1676280"/>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69" name="Google Shape;12169;p76"/>
            <p:cNvSpPr/>
            <p:nvPr/>
          </p:nvSpPr>
          <p:spPr>
            <a:xfrm>
              <a:off x="2101907" y="1676606"/>
              <a:ext cx="543" cy="394"/>
            </a:xfrm>
            <a:custGeom>
              <a:avLst/>
              <a:gdLst/>
              <a:ahLst/>
              <a:cxnLst/>
              <a:rect l="l" t="t" r="r" b="b"/>
              <a:pathLst>
                <a:path w="40" h="29" extrusionOk="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70" name="Google Shape;12170;p76"/>
            <p:cNvSpPr/>
            <p:nvPr/>
          </p:nvSpPr>
          <p:spPr>
            <a:xfrm>
              <a:off x="2143359" y="1670619"/>
              <a:ext cx="54" cy="448"/>
            </a:xfrm>
            <a:custGeom>
              <a:avLst/>
              <a:gdLst/>
              <a:ahLst/>
              <a:cxnLst/>
              <a:rect l="l" t="t" r="r" b="b"/>
              <a:pathLst>
                <a:path w="4" h="33" extrusionOk="0">
                  <a:moveTo>
                    <a:pt x="4" y="1"/>
                  </a:moveTo>
                  <a:cubicBezTo>
                    <a:pt x="4" y="11"/>
                    <a:pt x="0" y="22"/>
                    <a:pt x="4" y="32"/>
                  </a:cubicBez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71" name="Google Shape;12171;p76"/>
            <p:cNvSpPr/>
            <p:nvPr/>
          </p:nvSpPr>
          <p:spPr>
            <a:xfrm>
              <a:off x="2143304" y="1674760"/>
              <a:ext cx="14" cy="489"/>
            </a:xfrm>
            <a:custGeom>
              <a:avLst/>
              <a:gdLst/>
              <a:ahLst/>
              <a:cxnLst/>
              <a:rect l="l" t="t" r="r" b="b"/>
              <a:pathLst>
                <a:path w="1" h="36" extrusionOk="0">
                  <a:moveTo>
                    <a:pt x="1" y="0"/>
                  </a:moveTo>
                  <a:lnTo>
                    <a:pt x="1" y="3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72" name="Google Shape;12172;p76"/>
            <p:cNvSpPr/>
            <p:nvPr/>
          </p:nvSpPr>
          <p:spPr>
            <a:xfrm>
              <a:off x="2143454" y="1669383"/>
              <a:ext cx="14" cy="489"/>
            </a:xfrm>
            <a:custGeom>
              <a:avLst/>
              <a:gdLst/>
              <a:ahLst/>
              <a:cxnLst/>
              <a:rect l="l" t="t" r="r" b="b"/>
              <a:pathLst>
                <a:path w="1" h="36" extrusionOk="0">
                  <a:moveTo>
                    <a:pt x="0" y="1"/>
                  </a:moveTo>
                  <a:cubicBezTo>
                    <a:pt x="0" y="15"/>
                    <a:pt x="0" y="25"/>
                    <a:pt x="0" y="36"/>
                  </a:cubicBezTo>
                  <a:cubicBezTo>
                    <a:pt x="0" y="25"/>
                    <a:pt x="0"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73" name="Google Shape;12173;p76"/>
            <p:cNvSpPr/>
            <p:nvPr/>
          </p:nvSpPr>
          <p:spPr>
            <a:xfrm>
              <a:off x="2143304" y="1672044"/>
              <a:ext cx="14" cy="258"/>
            </a:xfrm>
            <a:custGeom>
              <a:avLst/>
              <a:gdLst/>
              <a:ahLst/>
              <a:cxnLst/>
              <a:rect l="l" t="t" r="r" b="b"/>
              <a:pathLst>
                <a:path w="1" h="19" extrusionOk="0">
                  <a:moveTo>
                    <a:pt x="1" y="1"/>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74" name="Google Shape;12174;p76"/>
            <p:cNvSpPr/>
            <p:nvPr/>
          </p:nvSpPr>
          <p:spPr>
            <a:xfrm>
              <a:off x="2143304" y="1673524"/>
              <a:ext cx="14" cy="394"/>
            </a:xfrm>
            <a:custGeom>
              <a:avLst/>
              <a:gdLst/>
              <a:ahLst/>
              <a:cxnLst/>
              <a:rect l="l" t="t" r="r" b="b"/>
              <a:pathLst>
                <a:path w="1" h="29" extrusionOk="0">
                  <a:moveTo>
                    <a:pt x="1" y="2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75" name="Google Shape;12175;p76"/>
            <p:cNvSpPr/>
            <p:nvPr/>
          </p:nvSpPr>
          <p:spPr>
            <a:xfrm>
              <a:off x="2143494" y="1668297"/>
              <a:ext cx="68" cy="434"/>
            </a:xfrm>
            <a:custGeom>
              <a:avLst/>
              <a:gdLst/>
              <a:ahLst/>
              <a:cxnLst/>
              <a:rect l="l" t="t" r="r" b="b"/>
              <a:pathLst>
                <a:path w="5" h="32" extrusionOk="0">
                  <a:moveTo>
                    <a:pt x="4" y="0"/>
                  </a:moveTo>
                  <a:cubicBezTo>
                    <a:pt x="4" y="11"/>
                    <a:pt x="4" y="21"/>
                    <a:pt x="1" y="32"/>
                  </a:cubicBezTo>
                  <a:cubicBezTo>
                    <a:pt x="4" y="21"/>
                    <a:pt x="4" y="11"/>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76" name="Google Shape;12176;p76"/>
            <p:cNvSpPr/>
            <p:nvPr/>
          </p:nvSpPr>
          <p:spPr>
            <a:xfrm>
              <a:off x="2143589" y="1667251"/>
              <a:ext cx="68" cy="394"/>
            </a:xfrm>
            <a:custGeom>
              <a:avLst/>
              <a:gdLst/>
              <a:ahLst/>
              <a:cxnLst/>
              <a:rect l="l" t="t" r="r" b="b"/>
              <a:pathLst>
                <a:path w="5" h="29" extrusionOk="0">
                  <a:moveTo>
                    <a:pt x="4" y="0"/>
                  </a:moveTo>
                  <a:lnTo>
                    <a:pt x="1"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77" name="Google Shape;12177;p76"/>
            <p:cNvSpPr/>
            <p:nvPr/>
          </p:nvSpPr>
          <p:spPr>
            <a:xfrm>
              <a:off x="2184186" y="1698140"/>
              <a:ext cx="6626" cy="9138"/>
            </a:xfrm>
            <a:custGeom>
              <a:avLst/>
              <a:gdLst/>
              <a:ahLst/>
              <a:cxnLst/>
              <a:rect l="l" t="t" r="r" b="b"/>
              <a:pathLst>
                <a:path w="488" h="673" extrusionOk="0">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78" name="Google Shape;12178;p76"/>
            <p:cNvSpPr/>
            <p:nvPr/>
          </p:nvSpPr>
          <p:spPr>
            <a:xfrm>
              <a:off x="2184336" y="170228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79" name="Google Shape;12179;p76"/>
            <p:cNvSpPr/>
            <p:nvPr/>
          </p:nvSpPr>
          <p:spPr>
            <a:xfrm>
              <a:off x="2184376" y="1702661"/>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80" name="Google Shape;12180;p76"/>
            <p:cNvSpPr/>
            <p:nvPr/>
          </p:nvSpPr>
          <p:spPr>
            <a:xfrm>
              <a:off x="2184376" y="170241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81" name="Google Shape;12181;p76"/>
            <p:cNvSpPr/>
            <p:nvPr/>
          </p:nvSpPr>
          <p:spPr>
            <a:xfrm>
              <a:off x="2184336" y="1702132"/>
              <a:ext cx="14" cy="68"/>
            </a:xfrm>
            <a:custGeom>
              <a:avLst/>
              <a:gdLst/>
              <a:ahLst/>
              <a:cxnLst/>
              <a:rect l="l" t="t" r="r" b="b"/>
              <a:pathLst>
                <a:path w="1" h="5" extrusionOk="0">
                  <a:moveTo>
                    <a:pt x="0" y="1"/>
                  </a:moveTo>
                  <a:lnTo>
                    <a:pt x="0" y="4"/>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82" name="Google Shape;12182;p76"/>
            <p:cNvSpPr/>
            <p:nvPr/>
          </p:nvSpPr>
          <p:spPr>
            <a:xfrm>
              <a:off x="2185666" y="1698615"/>
              <a:ext cx="394" cy="679"/>
            </a:xfrm>
            <a:custGeom>
              <a:avLst/>
              <a:gdLst/>
              <a:ahLst/>
              <a:cxnLst/>
              <a:rect l="l" t="t" r="r" b="b"/>
              <a:pathLst>
                <a:path w="29" h="50" extrusionOk="0">
                  <a:moveTo>
                    <a:pt x="28" y="1"/>
                  </a:moveTo>
                  <a:lnTo>
                    <a:pt x="28" y="1"/>
                  </a:lnTo>
                  <a:cubicBezTo>
                    <a:pt x="18" y="18"/>
                    <a:pt x="7" y="32"/>
                    <a:pt x="0" y="50"/>
                  </a:cubicBezTo>
                  <a:cubicBezTo>
                    <a:pt x="7" y="36"/>
                    <a:pt x="18" y="18"/>
                    <a:pt x="2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83" name="Google Shape;12183;p76"/>
            <p:cNvSpPr/>
            <p:nvPr/>
          </p:nvSpPr>
          <p:spPr>
            <a:xfrm>
              <a:off x="2184241" y="1703558"/>
              <a:ext cx="14" cy="204"/>
            </a:xfrm>
            <a:custGeom>
              <a:avLst/>
              <a:gdLst/>
              <a:ahLst/>
              <a:cxnLst/>
              <a:rect l="l" t="t" r="r" b="b"/>
              <a:pathLst>
                <a:path w="1" h="15" extrusionOk="0">
                  <a:moveTo>
                    <a:pt x="0"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84" name="Google Shape;12184;p76"/>
            <p:cNvSpPr/>
            <p:nvPr/>
          </p:nvSpPr>
          <p:spPr>
            <a:xfrm>
              <a:off x="2184145" y="1704033"/>
              <a:ext cx="54" cy="204"/>
            </a:xfrm>
            <a:custGeom>
              <a:avLst/>
              <a:gdLst/>
              <a:ahLst/>
              <a:cxnLst/>
              <a:rect l="l" t="t" r="r" b="b"/>
              <a:pathLst>
                <a:path w="4" h="15" extrusionOk="0">
                  <a:moveTo>
                    <a:pt x="0" y="15"/>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85" name="Google Shape;12185;p76"/>
            <p:cNvSpPr/>
            <p:nvPr/>
          </p:nvSpPr>
          <p:spPr>
            <a:xfrm>
              <a:off x="2185422" y="1699525"/>
              <a:ext cx="109" cy="149"/>
            </a:xfrm>
            <a:custGeom>
              <a:avLst/>
              <a:gdLst/>
              <a:ahLst/>
              <a:cxnLst/>
              <a:rect l="l" t="t" r="r" b="b"/>
              <a:pathLst>
                <a:path w="8" h="11" extrusionOk="0">
                  <a:moveTo>
                    <a:pt x="1" y="11"/>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86" name="Google Shape;12186;p76"/>
            <p:cNvSpPr/>
            <p:nvPr/>
          </p:nvSpPr>
          <p:spPr>
            <a:xfrm>
              <a:off x="2184336" y="170298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87" name="Google Shape;12187;p76"/>
            <p:cNvSpPr/>
            <p:nvPr/>
          </p:nvSpPr>
          <p:spPr>
            <a:xfrm>
              <a:off x="2184336" y="1703232"/>
              <a:ext cx="14" cy="109"/>
            </a:xfrm>
            <a:custGeom>
              <a:avLst/>
              <a:gdLst/>
              <a:ahLst/>
              <a:cxnLst/>
              <a:rect l="l" t="t" r="r" b="b"/>
              <a:pathLst>
                <a:path w="1" h="8" extrusionOk="0">
                  <a:moveTo>
                    <a:pt x="0"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88" name="Google Shape;12188;p76"/>
            <p:cNvSpPr/>
            <p:nvPr/>
          </p:nvSpPr>
          <p:spPr>
            <a:xfrm>
              <a:off x="2188178" y="1703177"/>
              <a:ext cx="2580" cy="4195"/>
            </a:xfrm>
            <a:custGeom>
              <a:avLst/>
              <a:gdLst/>
              <a:ahLst/>
              <a:cxnLst/>
              <a:rect l="l" t="t" r="r" b="b"/>
              <a:pathLst>
                <a:path w="190" h="309" extrusionOk="0">
                  <a:moveTo>
                    <a:pt x="1" y="309"/>
                  </a:moveTo>
                  <a:cubicBezTo>
                    <a:pt x="36" y="190"/>
                    <a:pt x="102" y="85"/>
                    <a:pt x="190" y="1"/>
                  </a:cubicBezTo>
                  <a:lnTo>
                    <a:pt x="190" y="1"/>
                  </a:lnTo>
                  <a:cubicBezTo>
                    <a:pt x="102" y="85"/>
                    <a:pt x="36" y="190"/>
                    <a:pt x="1" y="30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89" name="Google Shape;12189;p76"/>
            <p:cNvSpPr/>
            <p:nvPr/>
          </p:nvSpPr>
          <p:spPr>
            <a:xfrm>
              <a:off x="2186372" y="1671338"/>
              <a:ext cx="27820" cy="35044"/>
            </a:xfrm>
            <a:custGeom>
              <a:avLst/>
              <a:gdLst/>
              <a:ahLst/>
              <a:cxnLst/>
              <a:rect l="l" t="t" r="r" b="b"/>
              <a:pathLst>
                <a:path w="2049" h="2581" extrusionOk="0">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90" name="Google Shape;12190;p76"/>
            <p:cNvSpPr/>
            <p:nvPr/>
          </p:nvSpPr>
          <p:spPr>
            <a:xfrm>
              <a:off x="2189889" y="1694393"/>
              <a:ext cx="109" cy="149"/>
            </a:xfrm>
            <a:custGeom>
              <a:avLst/>
              <a:gdLst/>
              <a:ahLst/>
              <a:cxnLst/>
              <a:rect l="l" t="t" r="r" b="b"/>
              <a:pathLst>
                <a:path w="8" h="11" extrusionOk="0">
                  <a:moveTo>
                    <a:pt x="8" y="0"/>
                  </a:moveTo>
                  <a:cubicBezTo>
                    <a:pt x="8" y="4"/>
                    <a:pt x="4" y="7"/>
                    <a:pt x="1" y="11"/>
                  </a:cubicBezTo>
                  <a:lnTo>
                    <a:pt x="4" y="7"/>
                  </a:lnTo>
                  <a:cubicBezTo>
                    <a:pt x="4" y="7"/>
                    <a:pt x="8" y="4"/>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91" name="Google Shape;12191;p76"/>
            <p:cNvSpPr/>
            <p:nvPr/>
          </p:nvSpPr>
          <p:spPr>
            <a:xfrm>
              <a:off x="2189373" y="1694773"/>
              <a:ext cx="244" cy="109"/>
            </a:xfrm>
            <a:custGeom>
              <a:avLst/>
              <a:gdLst/>
              <a:ahLst/>
              <a:cxnLst/>
              <a:rect l="l" t="t" r="r" b="b"/>
              <a:pathLst>
                <a:path w="18" h="8" extrusionOk="0">
                  <a:moveTo>
                    <a:pt x="0" y="7"/>
                  </a:moveTo>
                  <a:cubicBezTo>
                    <a:pt x="7" y="4"/>
                    <a:pt x="11" y="4"/>
                    <a:pt x="18" y="0"/>
                  </a:cubicBezTo>
                  <a:cubicBezTo>
                    <a:pt x="11" y="4"/>
                    <a:pt x="7" y="4"/>
                    <a:pt x="0"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92" name="Google Shape;12192;p76"/>
            <p:cNvSpPr/>
            <p:nvPr/>
          </p:nvSpPr>
          <p:spPr>
            <a:xfrm>
              <a:off x="2189658" y="1694583"/>
              <a:ext cx="204" cy="149"/>
            </a:xfrm>
            <a:custGeom>
              <a:avLst/>
              <a:gdLst/>
              <a:ahLst/>
              <a:cxnLst/>
              <a:rect l="l" t="t" r="r" b="b"/>
              <a:pathLst>
                <a:path w="15" h="11" extrusionOk="0">
                  <a:moveTo>
                    <a:pt x="0" y="11"/>
                  </a:moveTo>
                  <a:cubicBezTo>
                    <a:pt x="4" y="7"/>
                    <a:pt x="11" y="4"/>
                    <a:pt x="14" y="0"/>
                  </a:cubicBezTo>
                  <a:cubicBezTo>
                    <a:pt x="11" y="4"/>
                    <a:pt x="4" y="7"/>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93" name="Google Shape;12193;p76"/>
            <p:cNvSpPr/>
            <p:nvPr/>
          </p:nvSpPr>
          <p:spPr>
            <a:xfrm>
              <a:off x="2190798" y="1683599"/>
              <a:ext cx="54" cy="434"/>
            </a:xfrm>
            <a:custGeom>
              <a:avLst/>
              <a:gdLst/>
              <a:ahLst/>
              <a:cxnLst/>
              <a:rect l="l" t="t" r="r" b="b"/>
              <a:pathLst>
                <a:path w="4" h="32" extrusionOk="0">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94" name="Google Shape;12194;p76"/>
            <p:cNvSpPr/>
            <p:nvPr/>
          </p:nvSpPr>
          <p:spPr>
            <a:xfrm>
              <a:off x="2190649" y="169262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95" name="Google Shape;12195;p76"/>
            <p:cNvSpPr/>
            <p:nvPr/>
          </p:nvSpPr>
          <p:spPr>
            <a:xfrm>
              <a:off x="2190894" y="1684020"/>
              <a:ext cx="204" cy="1969"/>
            </a:xfrm>
            <a:custGeom>
              <a:avLst/>
              <a:gdLst/>
              <a:ahLst/>
              <a:cxnLst/>
              <a:rect l="l" t="t" r="r" b="b"/>
              <a:pathLst>
                <a:path w="15" h="145" extrusionOk="0">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96" name="Google Shape;12196;p76"/>
            <p:cNvSpPr/>
            <p:nvPr/>
          </p:nvSpPr>
          <p:spPr>
            <a:xfrm>
              <a:off x="2190554" y="1682404"/>
              <a:ext cx="258" cy="1208"/>
            </a:xfrm>
            <a:custGeom>
              <a:avLst/>
              <a:gdLst/>
              <a:ahLst/>
              <a:cxnLst/>
              <a:rect l="l" t="t" r="r" b="b"/>
              <a:pathLst>
                <a:path w="19" h="89" extrusionOk="0">
                  <a:moveTo>
                    <a:pt x="1" y="1"/>
                  </a:moveTo>
                  <a:cubicBezTo>
                    <a:pt x="8" y="29"/>
                    <a:pt x="15" y="57"/>
                    <a:pt x="18" y="88"/>
                  </a:cubicBezTo>
                  <a:lnTo>
                    <a:pt x="18" y="88"/>
                  </a:lnTo>
                  <a:cubicBezTo>
                    <a:pt x="15" y="57"/>
                    <a:pt x="8" y="29"/>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97" name="Google Shape;12197;p76"/>
            <p:cNvSpPr/>
            <p:nvPr/>
          </p:nvSpPr>
          <p:spPr>
            <a:xfrm>
              <a:off x="2186331" y="1673334"/>
              <a:ext cx="14" cy="109"/>
            </a:xfrm>
            <a:custGeom>
              <a:avLst/>
              <a:gdLst/>
              <a:ahLst/>
              <a:cxnLst/>
              <a:rect l="l" t="t" r="r" b="b"/>
              <a:pathLst>
                <a:path w="1" h="8"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98" name="Google Shape;12198;p76"/>
            <p:cNvSpPr/>
            <p:nvPr/>
          </p:nvSpPr>
          <p:spPr>
            <a:xfrm>
              <a:off x="2187418" y="1676280"/>
              <a:ext cx="204" cy="109"/>
            </a:xfrm>
            <a:custGeom>
              <a:avLst/>
              <a:gdLst/>
              <a:ahLst/>
              <a:cxnLst/>
              <a:rect l="l" t="t" r="r" b="b"/>
              <a:pathLst>
                <a:path w="15" h="8" extrusionOk="0">
                  <a:moveTo>
                    <a:pt x="15" y="7"/>
                  </a:moveTo>
                  <a:cubicBezTo>
                    <a:pt x="8" y="4"/>
                    <a:pt x="4" y="4"/>
                    <a:pt x="1" y="0"/>
                  </a:cubicBezTo>
                  <a:cubicBezTo>
                    <a:pt x="4" y="4"/>
                    <a:pt x="8" y="4"/>
                    <a:pt x="15"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99" name="Google Shape;12199;p76"/>
            <p:cNvSpPr/>
            <p:nvPr/>
          </p:nvSpPr>
          <p:spPr>
            <a:xfrm>
              <a:off x="2186522" y="1674380"/>
              <a:ext cx="109" cy="394"/>
            </a:xfrm>
            <a:custGeom>
              <a:avLst/>
              <a:gdLst/>
              <a:ahLst/>
              <a:cxnLst/>
              <a:rect l="l" t="t" r="r" b="b"/>
              <a:pathLst>
                <a:path w="8" h="29" extrusionOk="0">
                  <a:moveTo>
                    <a:pt x="7" y="28"/>
                  </a:moveTo>
                  <a:cubicBezTo>
                    <a:pt x="7" y="18"/>
                    <a:pt x="4" y="11"/>
                    <a:pt x="0" y="0"/>
                  </a:cubicBezTo>
                  <a:cubicBezTo>
                    <a:pt x="4" y="11"/>
                    <a:pt x="7" y="18"/>
                    <a:pt x="7"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00" name="Google Shape;12200;p76"/>
            <p:cNvSpPr/>
            <p:nvPr/>
          </p:nvSpPr>
          <p:spPr>
            <a:xfrm>
              <a:off x="2187228" y="1676090"/>
              <a:ext cx="163" cy="109"/>
            </a:xfrm>
            <a:custGeom>
              <a:avLst/>
              <a:gdLst/>
              <a:ahLst/>
              <a:cxnLst/>
              <a:rect l="l" t="t" r="r" b="b"/>
              <a:pathLst>
                <a:path w="12" h="8" extrusionOk="0">
                  <a:moveTo>
                    <a:pt x="11" y="7"/>
                  </a:moveTo>
                  <a:cubicBezTo>
                    <a:pt x="8" y="7"/>
                    <a:pt x="4" y="4"/>
                    <a:pt x="1" y="0"/>
                  </a:cubicBezTo>
                  <a:cubicBezTo>
                    <a:pt x="4" y="4"/>
                    <a:pt x="8" y="7"/>
                    <a:pt x="11"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01" name="Google Shape;12201;p76"/>
            <p:cNvSpPr/>
            <p:nvPr/>
          </p:nvSpPr>
          <p:spPr>
            <a:xfrm>
              <a:off x="2187037" y="1675805"/>
              <a:ext cx="163" cy="204"/>
            </a:xfrm>
            <a:custGeom>
              <a:avLst/>
              <a:gdLst/>
              <a:ahLst/>
              <a:cxnLst/>
              <a:rect l="l" t="t" r="r" b="b"/>
              <a:pathLst>
                <a:path w="12" h="15" extrusionOk="0">
                  <a:moveTo>
                    <a:pt x="11" y="14"/>
                  </a:moveTo>
                  <a:cubicBezTo>
                    <a:pt x="8" y="11"/>
                    <a:pt x="4" y="4"/>
                    <a:pt x="1" y="0"/>
                  </a:cubicBezTo>
                  <a:cubicBezTo>
                    <a:pt x="4" y="4"/>
                    <a:pt x="8" y="11"/>
                    <a:pt x="11"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02" name="Google Shape;12202;p76"/>
            <p:cNvSpPr/>
            <p:nvPr/>
          </p:nvSpPr>
          <p:spPr>
            <a:xfrm>
              <a:off x="2186372" y="1673714"/>
              <a:ext cx="109" cy="434"/>
            </a:xfrm>
            <a:custGeom>
              <a:avLst/>
              <a:gdLst/>
              <a:ahLst/>
              <a:cxnLst/>
              <a:rect l="l" t="t" r="r" b="b"/>
              <a:pathLst>
                <a:path w="8" h="32" extrusionOk="0">
                  <a:moveTo>
                    <a:pt x="8" y="32"/>
                  </a:moveTo>
                  <a:cubicBezTo>
                    <a:pt x="8" y="21"/>
                    <a:pt x="4" y="11"/>
                    <a:pt x="1" y="0"/>
                  </a:cubicBezTo>
                  <a:cubicBezTo>
                    <a:pt x="4" y="11"/>
                    <a:pt x="8" y="21"/>
                    <a:pt x="8"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03" name="Google Shape;12203;p76"/>
            <p:cNvSpPr/>
            <p:nvPr/>
          </p:nvSpPr>
          <p:spPr>
            <a:xfrm>
              <a:off x="2186902" y="1675425"/>
              <a:ext cx="109" cy="244"/>
            </a:xfrm>
            <a:custGeom>
              <a:avLst/>
              <a:gdLst/>
              <a:ahLst/>
              <a:cxnLst/>
              <a:rect l="l" t="t" r="r" b="b"/>
              <a:pathLst>
                <a:path w="8" h="18" extrusionOk="0">
                  <a:moveTo>
                    <a:pt x="7" y="18"/>
                  </a:moveTo>
                  <a:cubicBezTo>
                    <a:pt x="4" y="14"/>
                    <a:pt x="0" y="7"/>
                    <a:pt x="0" y="0"/>
                  </a:cubicBezTo>
                  <a:cubicBezTo>
                    <a:pt x="0" y="7"/>
                    <a:pt x="4" y="14"/>
                    <a:pt x="7"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04" name="Google Shape;12204;p76"/>
            <p:cNvSpPr/>
            <p:nvPr/>
          </p:nvSpPr>
          <p:spPr>
            <a:xfrm>
              <a:off x="2186712" y="1674950"/>
              <a:ext cx="109" cy="299"/>
            </a:xfrm>
            <a:custGeom>
              <a:avLst/>
              <a:gdLst/>
              <a:ahLst/>
              <a:cxnLst/>
              <a:rect l="l" t="t" r="r" b="b"/>
              <a:pathLst>
                <a:path w="8" h="22" extrusionOk="0">
                  <a:moveTo>
                    <a:pt x="0" y="0"/>
                  </a:moveTo>
                  <a:cubicBezTo>
                    <a:pt x="0" y="11"/>
                    <a:pt x="4" y="18"/>
                    <a:pt x="7" y="21"/>
                  </a:cubicBezTo>
                  <a:cubicBezTo>
                    <a:pt x="4" y="18"/>
                    <a:pt x="4"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05" name="Google Shape;12205;p76"/>
            <p:cNvSpPr/>
            <p:nvPr/>
          </p:nvSpPr>
          <p:spPr>
            <a:xfrm>
              <a:off x="2190989" y="1685119"/>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06" name="Google Shape;12206;p76"/>
            <p:cNvSpPr/>
            <p:nvPr/>
          </p:nvSpPr>
          <p:spPr>
            <a:xfrm>
              <a:off x="2190839" y="1683599"/>
              <a:ext cx="163" cy="1480"/>
            </a:xfrm>
            <a:custGeom>
              <a:avLst/>
              <a:gdLst/>
              <a:ahLst/>
              <a:cxnLst/>
              <a:rect l="l" t="t" r="r" b="b"/>
              <a:pathLst>
                <a:path w="12" h="109" extrusionOk="0">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07" name="Google Shape;12207;p76"/>
            <p:cNvSpPr/>
            <p:nvPr/>
          </p:nvSpPr>
          <p:spPr>
            <a:xfrm>
              <a:off x="2193745" y="1702892"/>
              <a:ext cx="679" cy="299"/>
            </a:xfrm>
            <a:custGeom>
              <a:avLst/>
              <a:gdLst/>
              <a:ahLst/>
              <a:cxnLst/>
              <a:rect l="l" t="t" r="r" b="b"/>
              <a:pathLst>
                <a:path w="50" h="22" extrusionOk="0">
                  <a:moveTo>
                    <a:pt x="49" y="22"/>
                  </a:moveTo>
                  <a:cubicBezTo>
                    <a:pt x="32" y="15"/>
                    <a:pt x="14" y="4"/>
                    <a:pt x="0" y="1"/>
                  </a:cubicBezTo>
                  <a:cubicBezTo>
                    <a:pt x="14" y="4"/>
                    <a:pt x="32" y="15"/>
                    <a:pt x="49"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08" name="Google Shape;12208;p76"/>
            <p:cNvSpPr/>
            <p:nvPr/>
          </p:nvSpPr>
          <p:spPr>
            <a:xfrm>
              <a:off x="2192740" y="1702512"/>
              <a:ext cx="163" cy="68"/>
            </a:xfrm>
            <a:custGeom>
              <a:avLst/>
              <a:gdLst/>
              <a:ahLst/>
              <a:cxnLst/>
              <a:rect l="l" t="t" r="r" b="b"/>
              <a:pathLst>
                <a:path w="12" h="5" extrusionOk="0">
                  <a:moveTo>
                    <a:pt x="1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09" name="Google Shape;12209;p76"/>
            <p:cNvSpPr/>
            <p:nvPr/>
          </p:nvSpPr>
          <p:spPr>
            <a:xfrm>
              <a:off x="2194546" y="1703272"/>
              <a:ext cx="679" cy="353"/>
            </a:xfrm>
            <a:custGeom>
              <a:avLst/>
              <a:gdLst/>
              <a:ahLst/>
              <a:cxnLst/>
              <a:rect l="l" t="t" r="r" b="b"/>
              <a:pathLst>
                <a:path w="50" h="26" extrusionOk="0">
                  <a:moveTo>
                    <a:pt x="50" y="2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10" name="Google Shape;12210;p76"/>
            <p:cNvSpPr/>
            <p:nvPr/>
          </p:nvSpPr>
          <p:spPr>
            <a:xfrm>
              <a:off x="2193270" y="1702661"/>
              <a:ext cx="299" cy="149"/>
            </a:xfrm>
            <a:custGeom>
              <a:avLst/>
              <a:gdLst/>
              <a:ahLst/>
              <a:cxnLst/>
              <a:rect l="l" t="t" r="r" b="b"/>
              <a:pathLst>
                <a:path w="22" h="11" extrusionOk="0">
                  <a:moveTo>
                    <a:pt x="21"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11" name="Google Shape;12211;p76"/>
            <p:cNvSpPr/>
            <p:nvPr/>
          </p:nvSpPr>
          <p:spPr>
            <a:xfrm>
              <a:off x="2195646" y="1703843"/>
              <a:ext cx="299" cy="204"/>
            </a:xfrm>
            <a:custGeom>
              <a:avLst/>
              <a:gdLst/>
              <a:ahLst/>
              <a:cxnLst/>
              <a:rect l="l" t="t" r="r" b="b"/>
              <a:pathLst>
                <a:path w="22" h="15" extrusionOk="0">
                  <a:moveTo>
                    <a:pt x="21"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12" name="Google Shape;12212;p76"/>
            <p:cNvSpPr/>
            <p:nvPr/>
          </p:nvSpPr>
          <p:spPr>
            <a:xfrm>
              <a:off x="2196067" y="1672098"/>
              <a:ext cx="204" cy="54"/>
            </a:xfrm>
            <a:custGeom>
              <a:avLst/>
              <a:gdLst/>
              <a:ahLst/>
              <a:cxnLst/>
              <a:rect l="l" t="t" r="r" b="b"/>
              <a:pathLst>
                <a:path w="15" h="4" extrusionOk="0">
                  <a:moveTo>
                    <a:pt x="15"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13" name="Google Shape;12213;p76"/>
            <p:cNvSpPr/>
            <p:nvPr/>
          </p:nvSpPr>
          <p:spPr>
            <a:xfrm>
              <a:off x="2197017" y="1672289"/>
              <a:ext cx="163" cy="14"/>
            </a:xfrm>
            <a:custGeom>
              <a:avLst/>
              <a:gdLst/>
              <a:ahLst/>
              <a:cxnLst/>
              <a:rect l="l" t="t" r="r" b="b"/>
              <a:pathLst>
                <a:path w="12" h="1" extrusionOk="0">
                  <a:moveTo>
                    <a:pt x="1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14" name="Google Shape;12214;p76"/>
            <p:cNvSpPr/>
            <p:nvPr/>
          </p:nvSpPr>
          <p:spPr>
            <a:xfrm>
              <a:off x="2196596" y="1672194"/>
              <a:ext cx="244" cy="54"/>
            </a:xfrm>
            <a:custGeom>
              <a:avLst/>
              <a:gdLst/>
              <a:ahLst/>
              <a:cxnLst/>
              <a:rect l="l" t="t" r="r" b="b"/>
              <a:pathLst>
                <a:path w="18" h="4" extrusionOk="0">
                  <a:moveTo>
                    <a:pt x="18"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15" name="Google Shape;12215;p76"/>
            <p:cNvSpPr/>
            <p:nvPr/>
          </p:nvSpPr>
          <p:spPr>
            <a:xfrm>
              <a:off x="2186331" y="1671189"/>
              <a:ext cx="6762" cy="2159"/>
            </a:xfrm>
            <a:custGeom>
              <a:avLst/>
              <a:gdLst/>
              <a:ahLst/>
              <a:cxnLst/>
              <a:rect l="l" t="t" r="r" b="b"/>
              <a:pathLst>
                <a:path w="498" h="159" extrusionOk="0">
                  <a:moveTo>
                    <a:pt x="497" y="1"/>
                  </a:moveTo>
                  <a:cubicBezTo>
                    <a:pt x="424" y="25"/>
                    <a:pt x="189" y="99"/>
                    <a:pt x="0" y="158"/>
                  </a:cubicBezTo>
                  <a:cubicBezTo>
                    <a:pt x="193" y="102"/>
                    <a:pt x="424" y="25"/>
                    <a:pt x="49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16" name="Google Shape;12216;p76"/>
            <p:cNvSpPr/>
            <p:nvPr/>
          </p:nvSpPr>
          <p:spPr>
            <a:xfrm>
              <a:off x="2196311" y="1672139"/>
              <a:ext cx="204" cy="68"/>
            </a:xfrm>
            <a:custGeom>
              <a:avLst/>
              <a:gdLst/>
              <a:ahLst/>
              <a:cxnLst/>
              <a:rect l="l" t="t" r="r" b="b"/>
              <a:pathLst>
                <a:path w="15" h="5" extrusionOk="0">
                  <a:moveTo>
                    <a:pt x="14"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17" name="Google Shape;12217;p76"/>
            <p:cNvSpPr/>
            <p:nvPr/>
          </p:nvSpPr>
          <p:spPr>
            <a:xfrm>
              <a:off x="2197397" y="1672614"/>
              <a:ext cx="68" cy="109"/>
            </a:xfrm>
            <a:custGeom>
              <a:avLst/>
              <a:gdLst/>
              <a:ahLst/>
              <a:cxnLst/>
              <a:rect l="l" t="t" r="r" b="b"/>
              <a:pathLst>
                <a:path w="5" h="8" extrusionOk="0">
                  <a:moveTo>
                    <a:pt x="4"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18" name="Google Shape;12218;p76"/>
            <p:cNvSpPr/>
            <p:nvPr/>
          </p:nvSpPr>
          <p:spPr>
            <a:xfrm>
              <a:off x="2197546" y="1672900"/>
              <a:ext cx="54" cy="109"/>
            </a:xfrm>
            <a:custGeom>
              <a:avLst/>
              <a:gdLst/>
              <a:ahLst/>
              <a:cxnLst/>
              <a:rect l="l" t="t" r="r" b="b"/>
              <a:pathLst>
                <a:path w="4" h="8" extrusionOk="0">
                  <a:moveTo>
                    <a:pt x="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19" name="Google Shape;12219;p76"/>
            <p:cNvSpPr/>
            <p:nvPr/>
          </p:nvSpPr>
          <p:spPr>
            <a:xfrm>
              <a:off x="2197302" y="1672329"/>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20" name="Google Shape;12220;p76"/>
            <p:cNvSpPr/>
            <p:nvPr/>
          </p:nvSpPr>
          <p:spPr>
            <a:xfrm>
              <a:off x="2211572" y="1686029"/>
              <a:ext cx="584" cy="2811"/>
            </a:xfrm>
            <a:custGeom>
              <a:avLst/>
              <a:gdLst/>
              <a:ahLst/>
              <a:cxnLst/>
              <a:rect l="l" t="t" r="r" b="b"/>
              <a:pathLst>
                <a:path w="43" h="207" extrusionOk="0">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21" name="Google Shape;12221;p76"/>
            <p:cNvSpPr/>
            <p:nvPr/>
          </p:nvSpPr>
          <p:spPr>
            <a:xfrm>
              <a:off x="2198253" y="1673904"/>
              <a:ext cx="109" cy="109"/>
            </a:xfrm>
            <a:custGeom>
              <a:avLst/>
              <a:gdLst/>
              <a:ahLst/>
              <a:cxnLst/>
              <a:rect l="l" t="t" r="r" b="b"/>
              <a:pathLst>
                <a:path w="8" h="8" extrusionOk="0">
                  <a:moveTo>
                    <a:pt x="8"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22" name="Google Shape;12222;p76"/>
            <p:cNvSpPr/>
            <p:nvPr/>
          </p:nvSpPr>
          <p:spPr>
            <a:xfrm>
              <a:off x="2198022" y="1673565"/>
              <a:ext cx="54" cy="109"/>
            </a:xfrm>
            <a:custGeom>
              <a:avLst/>
              <a:gdLst/>
              <a:ahLst/>
              <a:cxnLst/>
              <a:rect l="l" t="t" r="r" b="b"/>
              <a:pathLst>
                <a:path w="4" h="8" extrusionOk="0">
                  <a:moveTo>
                    <a:pt x="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23" name="Google Shape;12223;p76"/>
            <p:cNvSpPr/>
            <p:nvPr/>
          </p:nvSpPr>
          <p:spPr>
            <a:xfrm>
              <a:off x="2197777" y="1673280"/>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24" name="Google Shape;12224;p76"/>
            <p:cNvSpPr/>
            <p:nvPr/>
          </p:nvSpPr>
          <p:spPr>
            <a:xfrm>
              <a:off x="2211803" y="1688826"/>
              <a:ext cx="258" cy="299"/>
            </a:xfrm>
            <a:custGeom>
              <a:avLst/>
              <a:gdLst/>
              <a:ahLst/>
              <a:cxnLst/>
              <a:rect l="l" t="t" r="r" b="b"/>
              <a:pathLst>
                <a:path w="19" h="22" extrusionOk="0">
                  <a:moveTo>
                    <a:pt x="18" y="0"/>
                  </a:moveTo>
                  <a:cubicBezTo>
                    <a:pt x="15" y="11"/>
                    <a:pt x="8" y="18"/>
                    <a:pt x="1" y="21"/>
                  </a:cubicBezTo>
                  <a:cubicBezTo>
                    <a:pt x="8" y="18"/>
                    <a:pt x="15" y="14"/>
                    <a:pt x="18" y="7"/>
                  </a:cubicBez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25" name="Google Shape;12225;p76"/>
            <p:cNvSpPr/>
            <p:nvPr/>
          </p:nvSpPr>
          <p:spPr>
            <a:xfrm>
              <a:off x="2211762" y="1700095"/>
              <a:ext cx="489" cy="679"/>
            </a:xfrm>
            <a:custGeom>
              <a:avLst/>
              <a:gdLst/>
              <a:ahLst/>
              <a:cxnLst/>
              <a:rect l="l" t="t" r="r" b="b"/>
              <a:pathLst>
                <a:path w="36" h="50" extrusionOk="0">
                  <a:moveTo>
                    <a:pt x="0" y="49"/>
                  </a:moveTo>
                  <a:cubicBezTo>
                    <a:pt x="11" y="32"/>
                    <a:pt x="21" y="14"/>
                    <a:pt x="35" y="0"/>
                  </a:cubicBezTo>
                  <a:cubicBezTo>
                    <a:pt x="21" y="14"/>
                    <a:pt x="11" y="32"/>
                    <a:pt x="0" y="4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26" name="Google Shape;12226;p76"/>
            <p:cNvSpPr/>
            <p:nvPr/>
          </p:nvSpPr>
          <p:spPr>
            <a:xfrm>
              <a:off x="2211233" y="1700761"/>
              <a:ext cx="543" cy="1819"/>
            </a:xfrm>
            <a:custGeom>
              <a:avLst/>
              <a:gdLst/>
              <a:ahLst/>
              <a:cxnLst/>
              <a:rect l="l" t="t" r="r" b="b"/>
              <a:pathLst>
                <a:path w="40" h="134" extrusionOk="0">
                  <a:moveTo>
                    <a:pt x="1" y="133"/>
                  </a:moveTo>
                  <a:cubicBezTo>
                    <a:pt x="1" y="84"/>
                    <a:pt x="15" y="39"/>
                    <a:pt x="39" y="0"/>
                  </a:cubicBezTo>
                  <a:cubicBezTo>
                    <a:pt x="15" y="39"/>
                    <a:pt x="1" y="84"/>
                    <a:pt x="1" y="13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27" name="Google Shape;12227;p76"/>
            <p:cNvSpPr/>
            <p:nvPr/>
          </p:nvSpPr>
          <p:spPr>
            <a:xfrm>
              <a:off x="2211192" y="1702852"/>
              <a:ext cx="109" cy="1344"/>
            </a:xfrm>
            <a:custGeom>
              <a:avLst/>
              <a:gdLst/>
              <a:ahLst/>
              <a:cxnLst/>
              <a:rect l="l" t="t" r="r" b="b"/>
              <a:pathLst>
                <a:path w="8" h="99" extrusionOk="0">
                  <a:moveTo>
                    <a:pt x="7" y="0"/>
                  </a:moveTo>
                  <a:cubicBezTo>
                    <a:pt x="7" y="32"/>
                    <a:pt x="7" y="63"/>
                    <a:pt x="0" y="98"/>
                  </a:cubicBezTo>
                  <a:lnTo>
                    <a:pt x="0" y="98"/>
                  </a:lnTo>
                  <a:cubicBezTo>
                    <a:pt x="7" y="63"/>
                    <a:pt x="7" y="32"/>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28" name="Google Shape;12228;p76"/>
            <p:cNvSpPr/>
            <p:nvPr/>
          </p:nvSpPr>
          <p:spPr>
            <a:xfrm>
              <a:off x="2212047" y="1688772"/>
              <a:ext cx="109" cy="163"/>
            </a:xfrm>
            <a:custGeom>
              <a:avLst/>
              <a:gdLst/>
              <a:ahLst/>
              <a:cxnLst/>
              <a:rect l="l" t="t" r="r" b="b"/>
              <a:pathLst>
                <a:path w="8" h="12" extrusionOk="0">
                  <a:moveTo>
                    <a:pt x="7" y="1"/>
                  </a:moveTo>
                  <a:lnTo>
                    <a:pt x="4" y="4"/>
                  </a:lnTo>
                  <a:lnTo>
                    <a:pt x="0" y="11"/>
                  </a:lnTo>
                  <a:cubicBezTo>
                    <a:pt x="4" y="8"/>
                    <a:pt x="4" y="4"/>
                    <a:pt x="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29" name="Google Shape;12229;p76"/>
            <p:cNvSpPr/>
            <p:nvPr/>
          </p:nvSpPr>
          <p:spPr>
            <a:xfrm>
              <a:off x="2200208" y="1705703"/>
              <a:ext cx="2444" cy="489"/>
            </a:xfrm>
            <a:custGeom>
              <a:avLst/>
              <a:gdLst/>
              <a:ahLst/>
              <a:cxnLst/>
              <a:rect l="l" t="t" r="r" b="b"/>
              <a:pathLst>
                <a:path w="180" h="36" extrusionOk="0">
                  <a:moveTo>
                    <a:pt x="179" y="0"/>
                  </a:moveTo>
                  <a:lnTo>
                    <a:pt x="0" y="3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30" name="Google Shape;12230;p76"/>
            <p:cNvSpPr/>
            <p:nvPr/>
          </p:nvSpPr>
          <p:spPr>
            <a:xfrm>
              <a:off x="2207906" y="1704657"/>
              <a:ext cx="584" cy="109"/>
            </a:xfrm>
            <a:custGeom>
              <a:avLst/>
              <a:gdLst/>
              <a:ahLst/>
              <a:cxnLst/>
              <a:rect l="l" t="t" r="r" b="b"/>
              <a:pathLst>
                <a:path w="43" h="8" extrusionOk="0">
                  <a:moveTo>
                    <a:pt x="43"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31" name="Google Shape;12231;p76"/>
            <p:cNvSpPr/>
            <p:nvPr/>
          </p:nvSpPr>
          <p:spPr>
            <a:xfrm>
              <a:off x="2208857" y="1704467"/>
              <a:ext cx="543" cy="109"/>
            </a:xfrm>
            <a:custGeom>
              <a:avLst/>
              <a:gdLst/>
              <a:ahLst/>
              <a:cxnLst/>
              <a:rect l="l" t="t" r="r" b="b"/>
              <a:pathLst>
                <a:path w="40" h="8" extrusionOk="0">
                  <a:moveTo>
                    <a:pt x="39"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32" name="Google Shape;12232;p76"/>
            <p:cNvSpPr/>
            <p:nvPr/>
          </p:nvSpPr>
          <p:spPr>
            <a:xfrm>
              <a:off x="2206100" y="1704942"/>
              <a:ext cx="584" cy="109"/>
            </a:xfrm>
            <a:custGeom>
              <a:avLst/>
              <a:gdLst/>
              <a:ahLst/>
              <a:cxnLst/>
              <a:rect l="l" t="t" r="r" b="b"/>
              <a:pathLst>
                <a:path w="43" h="8" extrusionOk="0">
                  <a:moveTo>
                    <a:pt x="43"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33" name="Google Shape;12233;p76"/>
            <p:cNvSpPr/>
            <p:nvPr/>
          </p:nvSpPr>
          <p:spPr>
            <a:xfrm>
              <a:off x="2209766" y="1704318"/>
              <a:ext cx="489" cy="109"/>
            </a:xfrm>
            <a:custGeom>
              <a:avLst/>
              <a:gdLst/>
              <a:ahLst/>
              <a:cxnLst/>
              <a:rect l="l" t="t" r="r" b="b"/>
              <a:pathLst>
                <a:path w="36" h="8" extrusionOk="0">
                  <a:moveTo>
                    <a:pt x="35"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34" name="Google Shape;12234;p76"/>
            <p:cNvSpPr/>
            <p:nvPr/>
          </p:nvSpPr>
          <p:spPr>
            <a:xfrm>
              <a:off x="2203493" y="1705418"/>
              <a:ext cx="625" cy="149"/>
            </a:xfrm>
            <a:custGeom>
              <a:avLst/>
              <a:gdLst/>
              <a:ahLst/>
              <a:cxnLst/>
              <a:rect l="l" t="t" r="r" b="b"/>
              <a:pathLst>
                <a:path w="46" h="11" extrusionOk="0">
                  <a:moveTo>
                    <a:pt x="46"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35" name="Google Shape;12235;p76"/>
            <p:cNvSpPr/>
            <p:nvPr/>
          </p:nvSpPr>
          <p:spPr>
            <a:xfrm>
              <a:off x="2210662" y="1704182"/>
              <a:ext cx="489" cy="109"/>
            </a:xfrm>
            <a:custGeom>
              <a:avLst/>
              <a:gdLst/>
              <a:ahLst/>
              <a:cxnLst/>
              <a:rect l="l" t="t" r="r" b="b"/>
              <a:pathLst>
                <a:path w="36" h="8" extrusionOk="0">
                  <a:moveTo>
                    <a:pt x="36"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36" name="Google Shape;12236;p76"/>
            <p:cNvSpPr/>
            <p:nvPr/>
          </p:nvSpPr>
          <p:spPr>
            <a:xfrm>
              <a:off x="2205150" y="1705078"/>
              <a:ext cx="679" cy="163"/>
            </a:xfrm>
            <a:custGeom>
              <a:avLst/>
              <a:gdLst/>
              <a:ahLst/>
              <a:cxnLst/>
              <a:rect l="l" t="t" r="r" b="b"/>
              <a:pathLst>
                <a:path w="50" h="12" extrusionOk="0">
                  <a:moveTo>
                    <a:pt x="50"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37" name="Google Shape;12237;p76"/>
            <p:cNvSpPr/>
            <p:nvPr/>
          </p:nvSpPr>
          <p:spPr>
            <a:xfrm>
              <a:off x="2202679" y="1705553"/>
              <a:ext cx="679" cy="163"/>
            </a:xfrm>
            <a:custGeom>
              <a:avLst/>
              <a:gdLst/>
              <a:ahLst/>
              <a:cxnLst/>
              <a:rect l="l" t="t" r="r" b="b"/>
              <a:pathLst>
                <a:path w="50" h="12" extrusionOk="0">
                  <a:moveTo>
                    <a:pt x="50"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38" name="Google Shape;12238;p76"/>
            <p:cNvSpPr/>
            <p:nvPr/>
          </p:nvSpPr>
          <p:spPr>
            <a:xfrm>
              <a:off x="2204295" y="1705268"/>
              <a:ext cx="679" cy="109"/>
            </a:xfrm>
            <a:custGeom>
              <a:avLst/>
              <a:gdLst/>
              <a:ahLst/>
              <a:cxnLst/>
              <a:rect l="l" t="t" r="r" b="b"/>
              <a:pathLst>
                <a:path w="50" h="8" extrusionOk="0">
                  <a:moveTo>
                    <a:pt x="50"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39" name="Google Shape;12239;p76"/>
            <p:cNvSpPr/>
            <p:nvPr/>
          </p:nvSpPr>
          <p:spPr>
            <a:xfrm>
              <a:off x="2207010" y="1704793"/>
              <a:ext cx="584" cy="109"/>
            </a:xfrm>
            <a:custGeom>
              <a:avLst/>
              <a:gdLst/>
              <a:ahLst/>
              <a:cxnLst/>
              <a:rect l="l" t="t" r="r" b="b"/>
              <a:pathLst>
                <a:path w="43" h="8" extrusionOk="0">
                  <a:moveTo>
                    <a:pt x="42"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40" name="Google Shape;12240;p76"/>
            <p:cNvSpPr/>
            <p:nvPr/>
          </p:nvSpPr>
          <p:spPr>
            <a:xfrm>
              <a:off x="2189604" y="1699050"/>
              <a:ext cx="299" cy="339"/>
            </a:xfrm>
            <a:custGeom>
              <a:avLst/>
              <a:gdLst/>
              <a:ahLst/>
              <a:cxnLst/>
              <a:rect l="l" t="t" r="r" b="b"/>
              <a:pathLst>
                <a:path w="22" h="25" extrusionOk="0">
                  <a:moveTo>
                    <a:pt x="22"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41" name="Google Shape;12241;p76"/>
            <p:cNvSpPr/>
            <p:nvPr/>
          </p:nvSpPr>
          <p:spPr>
            <a:xfrm>
              <a:off x="2190364" y="1699946"/>
              <a:ext cx="353" cy="394"/>
            </a:xfrm>
            <a:custGeom>
              <a:avLst/>
              <a:gdLst/>
              <a:ahLst/>
              <a:cxnLst/>
              <a:rect l="l" t="t" r="r" b="b"/>
              <a:pathLst>
                <a:path w="26" h="29" extrusionOk="0">
                  <a:moveTo>
                    <a:pt x="25" y="29"/>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42" name="Google Shape;12242;p76"/>
            <p:cNvSpPr/>
            <p:nvPr/>
          </p:nvSpPr>
          <p:spPr>
            <a:xfrm>
              <a:off x="2191314" y="1701046"/>
              <a:ext cx="299" cy="394"/>
            </a:xfrm>
            <a:custGeom>
              <a:avLst/>
              <a:gdLst/>
              <a:ahLst/>
              <a:cxnLst/>
              <a:rect l="l" t="t" r="r" b="b"/>
              <a:pathLst>
                <a:path w="22" h="29" extrusionOk="0">
                  <a:moveTo>
                    <a:pt x="22" y="2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43" name="Google Shape;12243;p76"/>
            <p:cNvSpPr/>
            <p:nvPr/>
          </p:nvSpPr>
          <p:spPr>
            <a:xfrm>
              <a:off x="2188178" y="1697475"/>
              <a:ext cx="258" cy="299"/>
            </a:xfrm>
            <a:custGeom>
              <a:avLst/>
              <a:gdLst/>
              <a:ahLst/>
              <a:cxnLst/>
              <a:rect l="l" t="t" r="r" b="b"/>
              <a:pathLst>
                <a:path w="19" h="22" extrusionOk="0">
                  <a:moveTo>
                    <a:pt x="18"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44" name="Google Shape;12244;p76"/>
            <p:cNvSpPr/>
            <p:nvPr/>
          </p:nvSpPr>
          <p:spPr>
            <a:xfrm>
              <a:off x="2188843" y="1698235"/>
              <a:ext cx="299" cy="353"/>
            </a:xfrm>
            <a:custGeom>
              <a:avLst/>
              <a:gdLst/>
              <a:ahLst/>
              <a:cxnLst/>
              <a:rect l="l" t="t" r="r" b="b"/>
              <a:pathLst>
                <a:path w="22" h="26" extrusionOk="0">
                  <a:moveTo>
                    <a:pt x="22" y="2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45" name="Google Shape;12245;p76"/>
            <p:cNvSpPr/>
            <p:nvPr/>
          </p:nvSpPr>
          <p:spPr>
            <a:xfrm>
              <a:off x="2191980" y="1701901"/>
              <a:ext cx="299" cy="394"/>
            </a:xfrm>
            <a:custGeom>
              <a:avLst/>
              <a:gdLst/>
              <a:ahLst/>
              <a:cxnLst/>
              <a:rect l="l" t="t" r="r" b="b"/>
              <a:pathLst>
                <a:path w="22" h="29" extrusionOk="0">
                  <a:moveTo>
                    <a:pt x="22" y="2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46" name="Google Shape;12246;p76"/>
            <p:cNvSpPr/>
            <p:nvPr/>
          </p:nvSpPr>
          <p:spPr>
            <a:xfrm>
              <a:off x="2187513" y="1696769"/>
              <a:ext cx="204" cy="204"/>
            </a:xfrm>
            <a:custGeom>
              <a:avLst/>
              <a:gdLst/>
              <a:ahLst/>
              <a:cxnLst/>
              <a:rect l="l" t="t" r="r" b="b"/>
              <a:pathLst>
                <a:path w="15" h="15" extrusionOk="0">
                  <a:moveTo>
                    <a:pt x="15"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2247" name="Google Shape;12247;p76"/>
          <p:cNvGrpSpPr/>
          <p:nvPr/>
        </p:nvGrpSpPr>
        <p:grpSpPr>
          <a:xfrm>
            <a:off x="3450485" y="919691"/>
            <a:ext cx="2310381" cy="1488888"/>
            <a:chOff x="229225" y="549050"/>
            <a:chExt cx="7161750" cy="4615275"/>
          </a:xfrm>
        </p:grpSpPr>
        <p:sp>
          <p:nvSpPr>
            <p:cNvPr id="12248" name="Google Shape;12248;p76"/>
            <p:cNvSpPr/>
            <p:nvPr/>
          </p:nvSpPr>
          <p:spPr>
            <a:xfrm>
              <a:off x="627425" y="2326500"/>
              <a:ext cx="1488625" cy="1368700"/>
            </a:xfrm>
            <a:custGeom>
              <a:avLst/>
              <a:gdLst/>
              <a:ahLst/>
              <a:cxnLst/>
              <a:rect l="l" t="t" r="r" b="b"/>
              <a:pathLst>
                <a:path w="59545" h="54748" extrusionOk="0">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49" name="Google Shape;12249;p76"/>
            <p:cNvSpPr/>
            <p:nvPr/>
          </p:nvSpPr>
          <p:spPr>
            <a:xfrm>
              <a:off x="229225" y="2394575"/>
              <a:ext cx="390500" cy="214975"/>
            </a:xfrm>
            <a:custGeom>
              <a:avLst/>
              <a:gdLst/>
              <a:ahLst/>
              <a:cxnLst/>
              <a:rect l="l" t="t" r="r" b="b"/>
              <a:pathLst>
                <a:path w="15620" h="8599" extrusionOk="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50" name="Google Shape;12250;p76"/>
            <p:cNvSpPr/>
            <p:nvPr/>
          </p:nvSpPr>
          <p:spPr>
            <a:xfrm>
              <a:off x="619700" y="2453625"/>
              <a:ext cx="7750" cy="4700"/>
            </a:xfrm>
            <a:custGeom>
              <a:avLst/>
              <a:gdLst/>
              <a:ahLst/>
              <a:cxnLst/>
              <a:rect l="l" t="t" r="r" b="b"/>
              <a:pathLst>
                <a:path w="310" h="188" extrusionOk="0">
                  <a:moveTo>
                    <a:pt x="310" y="0"/>
                  </a:moveTo>
                  <a:lnTo>
                    <a:pt x="310" y="0"/>
                  </a:lnTo>
                  <a:cubicBezTo>
                    <a:pt x="208" y="64"/>
                    <a:pt x="105" y="127"/>
                    <a:pt x="1" y="188"/>
                  </a:cubicBezTo>
                  <a:cubicBezTo>
                    <a:pt x="110" y="136"/>
                    <a:pt x="214" y="72"/>
                    <a:pt x="3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51" name="Google Shape;12251;p76"/>
            <p:cNvSpPr/>
            <p:nvPr/>
          </p:nvSpPr>
          <p:spPr>
            <a:xfrm>
              <a:off x="485900" y="2399275"/>
              <a:ext cx="75" cy="175"/>
            </a:xfrm>
            <a:custGeom>
              <a:avLst/>
              <a:gdLst/>
              <a:ahLst/>
              <a:cxnLst/>
              <a:rect l="l" t="t" r="r" b="b"/>
              <a:pathLst>
                <a:path w="3" h="7" extrusionOk="0">
                  <a:moveTo>
                    <a:pt x="0" y="0"/>
                  </a:moveTo>
                  <a:lnTo>
                    <a:pt x="0" y="6"/>
                  </a:lnTo>
                  <a:cubicBezTo>
                    <a:pt x="3" y="6"/>
                    <a:pt x="3"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52" name="Google Shape;12252;p76"/>
            <p:cNvSpPr/>
            <p:nvPr/>
          </p:nvSpPr>
          <p:spPr>
            <a:xfrm>
              <a:off x="485900" y="2399275"/>
              <a:ext cx="75" cy="175"/>
            </a:xfrm>
            <a:custGeom>
              <a:avLst/>
              <a:gdLst/>
              <a:ahLst/>
              <a:cxnLst/>
              <a:rect l="l" t="t" r="r" b="b"/>
              <a:pathLst>
                <a:path w="3" h="7" fill="none" extrusionOk="0">
                  <a:moveTo>
                    <a:pt x="0" y="6"/>
                  </a:moveTo>
                  <a:cubicBezTo>
                    <a:pt x="3" y="6"/>
                    <a:pt x="3" y="0"/>
                    <a:pt x="0" y="0"/>
                  </a:cubicBezTo>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53" name="Google Shape;12253;p76"/>
            <p:cNvSpPr/>
            <p:nvPr/>
          </p:nvSpPr>
          <p:spPr>
            <a:xfrm>
              <a:off x="974450" y="2255775"/>
              <a:ext cx="21025" cy="28625"/>
            </a:xfrm>
            <a:custGeom>
              <a:avLst/>
              <a:gdLst/>
              <a:ahLst/>
              <a:cxnLst/>
              <a:rect l="l" t="t" r="r" b="b"/>
              <a:pathLst>
                <a:path w="841" h="1145" extrusionOk="0">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54" name="Google Shape;12254;p76"/>
            <p:cNvSpPr/>
            <p:nvPr/>
          </p:nvSpPr>
          <p:spPr>
            <a:xfrm>
              <a:off x="277475" y="1782875"/>
              <a:ext cx="1282325" cy="813425"/>
            </a:xfrm>
            <a:custGeom>
              <a:avLst/>
              <a:gdLst/>
              <a:ahLst/>
              <a:cxnLst/>
              <a:rect l="l" t="t" r="r" b="b"/>
              <a:pathLst>
                <a:path w="51293" h="32537" extrusionOk="0">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55" name="Google Shape;12255;p76"/>
            <p:cNvSpPr/>
            <p:nvPr/>
          </p:nvSpPr>
          <p:spPr>
            <a:xfrm>
              <a:off x="1982300" y="2504500"/>
              <a:ext cx="64825" cy="112625"/>
            </a:xfrm>
            <a:custGeom>
              <a:avLst/>
              <a:gdLst/>
              <a:ahLst/>
              <a:cxnLst/>
              <a:rect l="l" t="t" r="r" b="b"/>
              <a:pathLst>
                <a:path w="2593" h="4505" extrusionOk="0">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56" name="Google Shape;12256;p76"/>
            <p:cNvSpPr/>
            <p:nvPr/>
          </p:nvSpPr>
          <p:spPr>
            <a:xfrm>
              <a:off x="1965925" y="2438400"/>
              <a:ext cx="16400" cy="66125"/>
            </a:xfrm>
            <a:custGeom>
              <a:avLst/>
              <a:gdLst/>
              <a:ahLst/>
              <a:cxnLst/>
              <a:rect l="l" t="t" r="r" b="b"/>
              <a:pathLst>
                <a:path w="656" h="2645" extrusionOk="0">
                  <a:moveTo>
                    <a:pt x="0" y="0"/>
                  </a:moveTo>
                  <a:lnTo>
                    <a:pt x="0" y="0"/>
                  </a:lnTo>
                  <a:cubicBezTo>
                    <a:pt x="263" y="858"/>
                    <a:pt x="445" y="1761"/>
                    <a:pt x="655" y="2645"/>
                  </a:cubicBezTo>
                  <a:cubicBezTo>
                    <a:pt x="525" y="1738"/>
                    <a:pt x="358" y="834"/>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57" name="Google Shape;12257;p76"/>
            <p:cNvSpPr/>
            <p:nvPr/>
          </p:nvSpPr>
          <p:spPr>
            <a:xfrm>
              <a:off x="1646825" y="2096200"/>
              <a:ext cx="445350" cy="351225"/>
            </a:xfrm>
            <a:custGeom>
              <a:avLst/>
              <a:gdLst/>
              <a:ahLst/>
              <a:cxnLst/>
              <a:rect l="l" t="t" r="r" b="b"/>
              <a:pathLst>
                <a:path w="17814" h="14049" extrusionOk="0">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58" name="Google Shape;12258;p76"/>
            <p:cNvSpPr/>
            <p:nvPr/>
          </p:nvSpPr>
          <p:spPr>
            <a:xfrm>
              <a:off x="2029925" y="2223150"/>
              <a:ext cx="265325" cy="386075"/>
            </a:xfrm>
            <a:custGeom>
              <a:avLst/>
              <a:gdLst/>
              <a:ahLst/>
              <a:cxnLst/>
              <a:rect l="l" t="t" r="r" b="b"/>
              <a:pathLst>
                <a:path w="10613" h="15443" extrusionOk="0">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59" name="Google Shape;12259;p76"/>
            <p:cNvSpPr/>
            <p:nvPr/>
          </p:nvSpPr>
          <p:spPr>
            <a:xfrm>
              <a:off x="2287025" y="2324375"/>
              <a:ext cx="290100" cy="308650"/>
            </a:xfrm>
            <a:custGeom>
              <a:avLst/>
              <a:gdLst/>
              <a:ahLst/>
              <a:cxnLst/>
              <a:rect l="l" t="t" r="r" b="b"/>
              <a:pathLst>
                <a:path w="11604" h="12346" extrusionOk="0">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60" name="Google Shape;12260;p76"/>
            <p:cNvSpPr/>
            <p:nvPr/>
          </p:nvSpPr>
          <p:spPr>
            <a:xfrm>
              <a:off x="2000425" y="3668900"/>
              <a:ext cx="255750" cy="503975"/>
            </a:xfrm>
            <a:custGeom>
              <a:avLst/>
              <a:gdLst/>
              <a:ahLst/>
              <a:cxnLst/>
              <a:rect l="l" t="t" r="r" b="b"/>
              <a:pathLst>
                <a:path w="10230" h="20159" extrusionOk="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61" name="Google Shape;12261;p76"/>
            <p:cNvSpPr/>
            <p:nvPr/>
          </p:nvSpPr>
          <p:spPr>
            <a:xfrm>
              <a:off x="2105800" y="4171775"/>
              <a:ext cx="307475" cy="989675"/>
            </a:xfrm>
            <a:custGeom>
              <a:avLst/>
              <a:gdLst/>
              <a:ahLst/>
              <a:cxnLst/>
              <a:rect l="l" t="t" r="r" b="b"/>
              <a:pathLst>
                <a:path w="12299" h="39587" extrusionOk="0">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62" name="Google Shape;12262;p76"/>
            <p:cNvSpPr/>
            <p:nvPr/>
          </p:nvSpPr>
          <p:spPr>
            <a:xfrm>
              <a:off x="2271275" y="4054625"/>
              <a:ext cx="651325" cy="1046350"/>
            </a:xfrm>
            <a:custGeom>
              <a:avLst/>
              <a:gdLst/>
              <a:ahLst/>
              <a:cxnLst/>
              <a:rect l="l" t="t" r="r" b="b"/>
              <a:pathLst>
                <a:path w="26053" h="41854" extrusionOk="0">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63" name="Google Shape;12263;p76"/>
            <p:cNvSpPr/>
            <p:nvPr/>
          </p:nvSpPr>
          <p:spPr>
            <a:xfrm>
              <a:off x="1583375" y="3415625"/>
              <a:ext cx="27825" cy="21875"/>
            </a:xfrm>
            <a:custGeom>
              <a:avLst/>
              <a:gdLst/>
              <a:ahLst/>
              <a:cxnLst/>
              <a:rect l="l" t="t" r="r" b="b"/>
              <a:pathLst>
                <a:path w="1113" h="875" extrusionOk="0">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64" name="Google Shape;12264;p76"/>
            <p:cNvSpPr/>
            <p:nvPr/>
          </p:nvSpPr>
          <p:spPr>
            <a:xfrm>
              <a:off x="1611100" y="3392825"/>
              <a:ext cx="26300" cy="24650"/>
            </a:xfrm>
            <a:custGeom>
              <a:avLst/>
              <a:gdLst/>
              <a:ahLst/>
              <a:cxnLst/>
              <a:rect l="l" t="t" r="r" b="b"/>
              <a:pathLst>
                <a:path w="1052" h="986" extrusionOk="0">
                  <a:moveTo>
                    <a:pt x="1051" y="1"/>
                  </a:moveTo>
                  <a:cubicBezTo>
                    <a:pt x="690" y="327"/>
                    <a:pt x="338" y="633"/>
                    <a:pt x="3" y="928"/>
                  </a:cubicBezTo>
                  <a:cubicBezTo>
                    <a:pt x="18" y="945"/>
                    <a:pt x="26" y="968"/>
                    <a:pt x="1" y="985"/>
                  </a:cubicBezTo>
                  <a:cubicBezTo>
                    <a:pt x="315" y="792"/>
                    <a:pt x="673" y="440"/>
                    <a:pt x="10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65" name="Google Shape;12265;p76"/>
            <p:cNvSpPr/>
            <p:nvPr/>
          </p:nvSpPr>
          <p:spPr>
            <a:xfrm>
              <a:off x="2233600" y="3828000"/>
              <a:ext cx="18275" cy="19275"/>
            </a:xfrm>
            <a:custGeom>
              <a:avLst/>
              <a:gdLst/>
              <a:ahLst/>
              <a:cxnLst/>
              <a:rect l="l" t="t" r="r" b="b"/>
              <a:pathLst>
                <a:path w="731" h="771" extrusionOk="0">
                  <a:moveTo>
                    <a:pt x="731" y="0"/>
                  </a:moveTo>
                  <a:lnTo>
                    <a:pt x="731" y="0"/>
                  </a:lnTo>
                  <a:cubicBezTo>
                    <a:pt x="488" y="257"/>
                    <a:pt x="246" y="514"/>
                    <a:pt x="1" y="770"/>
                  </a:cubicBezTo>
                  <a:cubicBezTo>
                    <a:pt x="246" y="517"/>
                    <a:pt x="488" y="257"/>
                    <a:pt x="7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66" name="Google Shape;12266;p76"/>
            <p:cNvSpPr/>
            <p:nvPr/>
          </p:nvSpPr>
          <p:spPr>
            <a:xfrm>
              <a:off x="2564525" y="3930825"/>
              <a:ext cx="88525" cy="91100"/>
            </a:xfrm>
            <a:custGeom>
              <a:avLst/>
              <a:gdLst/>
              <a:ahLst/>
              <a:cxnLst/>
              <a:rect l="l" t="t" r="r" b="b"/>
              <a:pathLst>
                <a:path w="3541" h="3644" extrusionOk="0">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67" name="Google Shape;12267;p76"/>
            <p:cNvSpPr/>
            <p:nvPr/>
          </p:nvSpPr>
          <p:spPr>
            <a:xfrm>
              <a:off x="1589325" y="3178675"/>
              <a:ext cx="1345850" cy="1985650"/>
            </a:xfrm>
            <a:custGeom>
              <a:avLst/>
              <a:gdLst/>
              <a:ahLst/>
              <a:cxnLst/>
              <a:rect l="l" t="t" r="r" b="b"/>
              <a:pathLst>
                <a:path w="53834" h="79426" extrusionOk="0">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68" name="Google Shape;12268;p76"/>
            <p:cNvSpPr/>
            <p:nvPr/>
          </p:nvSpPr>
          <p:spPr>
            <a:xfrm>
              <a:off x="2003525" y="3325225"/>
              <a:ext cx="305325" cy="147250"/>
            </a:xfrm>
            <a:custGeom>
              <a:avLst/>
              <a:gdLst/>
              <a:ahLst/>
              <a:cxnLst/>
              <a:rect l="l" t="t" r="r" b="b"/>
              <a:pathLst>
                <a:path w="12213" h="5890" extrusionOk="0">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69" name="Google Shape;12269;p76"/>
            <p:cNvSpPr/>
            <p:nvPr/>
          </p:nvSpPr>
          <p:spPr>
            <a:xfrm>
              <a:off x="2053850" y="2646725"/>
              <a:ext cx="613050" cy="516425"/>
            </a:xfrm>
            <a:custGeom>
              <a:avLst/>
              <a:gdLst/>
              <a:ahLst/>
              <a:cxnLst/>
              <a:rect l="l" t="t" r="r" b="b"/>
              <a:pathLst>
                <a:path w="24522" h="20657" extrusionOk="0">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70" name="Google Shape;12270;p76"/>
            <p:cNvSpPr/>
            <p:nvPr/>
          </p:nvSpPr>
          <p:spPr>
            <a:xfrm>
              <a:off x="2878850" y="956500"/>
              <a:ext cx="59000" cy="79050"/>
            </a:xfrm>
            <a:custGeom>
              <a:avLst/>
              <a:gdLst/>
              <a:ahLst/>
              <a:cxnLst/>
              <a:rect l="l" t="t" r="r" b="b"/>
              <a:pathLst>
                <a:path w="2360" h="3162" extrusionOk="0">
                  <a:moveTo>
                    <a:pt x="2359" y="0"/>
                  </a:moveTo>
                  <a:lnTo>
                    <a:pt x="2359" y="0"/>
                  </a:lnTo>
                  <a:cubicBezTo>
                    <a:pt x="1542" y="1034"/>
                    <a:pt x="757" y="2087"/>
                    <a:pt x="1" y="3161"/>
                  </a:cubicBezTo>
                  <a:cubicBezTo>
                    <a:pt x="780" y="2113"/>
                    <a:pt x="1568" y="1063"/>
                    <a:pt x="23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71" name="Google Shape;12271;p76"/>
            <p:cNvSpPr/>
            <p:nvPr/>
          </p:nvSpPr>
          <p:spPr>
            <a:xfrm>
              <a:off x="2591950" y="1603975"/>
              <a:ext cx="3275" cy="3925"/>
            </a:xfrm>
            <a:custGeom>
              <a:avLst/>
              <a:gdLst/>
              <a:ahLst/>
              <a:cxnLst/>
              <a:rect l="l" t="t" r="r" b="b"/>
              <a:pathLst>
                <a:path w="131" h="157" extrusionOk="0">
                  <a:moveTo>
                    <a:pt x="131" y="0"/>
                  </a:moveTo>
                  <a:cubicBezTo>
                    <a:pt x="88" y="52"/>
                    <a:pt x="47" y="104"/>
                    <a:pt x="1" y="156"/>
                  </a:cubicBezTo>
                  <a:cubicBezTo>
                    <a:pt x="47" y="107"/>
                    <a:pt x="90" y="55"/>
                    <a:pt x="1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72" name="Google Shape;12272;p76"/>
            <p:cNvSpPr/>
            <p:nvPr/>
          </p:nvSpPr>
          <p:spPr>
            <a:xfrm>
              <a:off x="2741575" y="1422025"/>
              <a:ext cx="117325" cy="137075"/>
            </a:xfrm>
            <a:custGeom>
              <a:avLst/>
              <a:gdLst/>
              <a:ahLst/>
              <a:cxnLst/>
              <a:rect l="l" t="t" r="r" b="b"/>
              <a:pathLst>
                <a:path w="4693" h="5483" extrusionOk="0">
                  <a:moveTo>
                    <a:pt x="4692" y="0"/>
                  </a:moveTo>
                  <a:lnTo>
                    <a:pt x="4692" y="0"/>
                  </a:lnTo>
                  <a:cubicBezTo>
                    <a:pt x="3061" y="1779"/>
                    <a:pt x="1476" y="3592"/>
                    <a:pt x="1" y="5483"/>
                  </a:cubicBezTo>
                  <a:cubicBezTo>
                    <a:pt x="1568" y="3661"/>
                    <a:pt x="3130" y="1834"/>
                    <a:pt x="46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73" name="Google Shape;12273;p76"/>
            <p:cNvSpPr/>
            <p:nvPr/>
          </p:nvSpPr>
          <p:spPr>
            <a:xfrm>
              <a:off x="2753550" y="1723425"/>
              <a:ext cx="46075" cy="54600"/>
            </a:xfrm>
            <a:custGeom>
              <a:avLst/>
              <a:gdLst/>
              <a:ahLst/>
              <a:cxnLst/>
              <a:rect l="l" t="t" r="r" b="b"/>
              <a:pathLst>
                <a:path w="1843" h="2184" extrusionOk="0">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74" name="Google Shape;12274;p76"/>
            <p:cNvSpPr/>
            <p:nvPr/>
          </p:nvSpPr>
          <p:spPr>
            <a:xfrm>
              <a:off x="3013825" y="1258700"/>
              <a:ext cx="106550" cy="113700"/>
            </a:xfrm>
            <a:custGeom>
              <a:avLst/>
              <a:gdLst/>
              <a:ahLst/>
              <a:cxnLst/>
              <a:rect l="l" t="t" r="r" b="b"/>
              <a:pathLst>
                <a:path w="4262" h="4548" extrusionOk="0">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75" name="Google Shape;12275;p76"/>
            <p:cNvSpPr/>
            <p:nvPr/>
          </p:nvSpPr>
          <p:spPr>
            <a:xfrm>
              <a:off x="3189500" y="1467850"/>
              <a:ext cx="5950" cy="5300"/>
            </a:xfrm>
            <a:custGeom>
              <a:avLst/>
              <a:gdLst/>
              <a:ahLst/>
              <a:cxnLst/>
              <a:rect l="l" t="t" r="r" b="b"/>
              <a:pathLst>
                <a:path w="238" h="212" extrusionOk="0">
                  <a:moveTo>
                    <a:pt x="237" y="1"/>
                  </a:moveTo>
                  <a:lnTo>
                    <a:pt x="237" y="1"/>
                  </a:lnTo>
                  <a:cubicBezTo>
                    <a:pt x="142" y="53"/>
                    <a:pt x="64" y="125"/>
                    <a:pt x="0" y="211"/>
                  </a:cubicBezTo>
                  <a:cubicBezTo>
                    <a:pt x="78" y="139"/>
                    <a:pt x="159" y="73"/>
                    <a:pt x="2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76" name="Google Shape;12276;p76"/>
            <p:cNvSpPr/>
            <p:nvPr/>
          </p:nvSpPr>
          <p:spPr>
            <a:xfrm>
              <a:off x="1570450" y="549050"/>
              <a:ext cx="1813800" cy="1774475"/>
            </a:xfrm>
            <a:custGeom>
              <a:avLst/>
              <a:gdLst/>
              <a:ahLst/>
              <a:cxnLst/>
              <a:rect l="l" t="t" r="r" b="b"/>
              <a:pathLst>
                <a:path w="72552" h="70979" extrusionOk="0">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77" name="Google Shape;12277;p76"/>
            <p:cNvSpPr/>
            <p:nvPr/>
          </p:nvSpPr>
          <p:spPr>
            <a:xfrm>
              <a:off x="1156325" y="1192300"/>
              <a:ext cx="429675" cy="394375"/>
            </a:xfrm>
            <a:custGeom>
              <a:avLst/>
              <a:gdLst/>
              <a:ahLst/>
              <a:cxnLst/>
              <a:rect l="l" t="t" r="r" b="b"/>
              <a:pathLst>
                <a:path w="17187" h="15775" extrusionOk="0">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78" name="Google Shape;12278;p76"/>
            <p:cNvSpPr/>
            <p:nvPr/>
          </p:nvSpPr>
          <p:spPr>
            <a:xfrm>
              <a:off x="1539350" y="1278375"/>
              <a:ext cx="75750" cy="77625"/>
            </a:xfrm>
            <a:custGeom>
              <a:avLst/>
              <a:gdLst/>
              <a:ahLst/>
              <a:cxnLst/>
              <a:rect l="l" t="t" r="r" b="b"/>
              <a:pathLst>
                <a:path w="3030" h="3105" extrusionOk="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79" name="Google Shape;12279;p76"/>
            <p:cNvSpPr/>
            <p:nvPr/>
          </p:nvSpPr>
          <p:spPr>
            <a:xfrm>
              <a:off x="1546875" y="1112825"/>
              <a:ext cx="224550" cy="180650"/>
            </a:xfrm>
            <a:custGeom>
              <a:avLst/>
              <a:gdLst/>
              <a:ahLst/>
              <a:cxnLst/>
              <a:rect l="l" t="t" r="r" b="b"/>
              <a:pathLst>
                <a:path w="8982" h="7226" extrusionOk="0">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80" name="Google Shape;12280;p76"/>
            <p:cNvSpPr/>
            <p:nvPr/>
          </p:nvSpPr>
          <p:spPr>
            <a:xfrm>
              <a:off x="1737125" y="905350"/>
              <a:ext cx="192825" cy="321850"/>
            </a:xfrm>
            <a:custGeom>
              <a:avLst/>
              <a:gdLst/>
              <a:ahLst/>
              <a:cxnLst/>
              <a:rect l="l" t="t" r="r" b="b"/>
              <a:pathLst>
                <a:path w="7713" h="12874" extrusionOk="0">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81" name="Google Shape;12281;p76"/>
            <p:cNvSpPr/>
            <p:nvPr/>
          </p:nvSpPr>
          <p:spPr>
            <a:xfrm>
              <a:off x="3134800" y="2033550"/>
              <a:ext cx="230750" cy="177850"/>
            </a:xfrm>
            <a:custGeom>
              <a:avLst/>
              <a:gdLst/>
              <a:ahLst/>
              <a:cxnLst/>
              <a:rect l="l" t="t" r="r" b="b"/>
              <a:pathLst>
                <a:path w="9230" h="7114" extrusionOk="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82" name="Google Shape;12282;p76"/>
            <p:cNvSpPr/>
            <p:nvPr/>
          </p:nvSpPr>
          <p:spPr>
            <a:xfrm>
              <a:off x="3451425" y="1868325"/>
              <a:ext cx="900375" cy="1164925"/>
            </a:xfrm>
            <a:custGeom>
              <a:avLst/>
              <a:gdLst/>
              <a:ahLst/>
              <a:cxnLst/>
              <a:rect l="l" t="t" r="r" b="b"/>
              <a:pathLst>
                <a:path w="36015" h="46597" extrusionOk="0">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83" name="Google Shape;12283;p76"/>
            <p:cNvSpPr/>
            <p:nvPr/>
          </p:nvSpPr>
          <p:spPr>
            <a:xfrm>
              <a:off x="3718175" y="2963250"/>
              <a:ext cx="10100" cy="10000"/>
            </a:xfrm>
            <a:custGeom>
              <a:avLst/>
              <a:gdLst/>
              <a:ahLst/>
              <a:cxnLst/>
              <a:rect l="l" t="t" r="r" b="b"/>
              <a:pathLst>
                <a:path w="404" h="400" extrusionOk="0">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84" name="Google Shape;12284;p76"/>
            <p:cNvSpPr/>
            <p:nvPr/>
          </p:nvSpPr>
          <p:spPr>
            <a:xfrm>
              <a:off x="3701000" y="2861350"/>
              <a:ext cx="59850" cy="102000"/>
            </a:xfrm>
            <a:custGeom>
              <a:avLst/>
              <a:gdLst/>
              <a:ahLst/>
              <a:cxnLst/>
              <a:rect l="l" t="t" r="r" b="b"/>
              <a:pathLst>
                <a:path w="2394" h="4080" extrusionOk="0">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85" name="Google Shape;12285;p76"/>
            <p:cNvSpPr/>
            <p:nvPr/>
          </p:nvSpPr>
          <p:spPr>
            <a:xfrm>
              <a:off x="4162850" y="3176950"/>
              <a:ext cx="825" cy="1400"/>
            </a:xfrm>
            <a:custGeom>
              <a:avLst/>
              <a:gdLst/>
              <a:ahLst/>
              <a:cxnLst/>
              <a:rect l="l" t="t" r="r" b="b"/>
              <a:pathLst>
                <a:path w="33" h="56" extrusionOk="0">
                  <a:moveTo>
                    <a:pt x="32" y="1"/>
                  </a:moveTo>
                  <a:cubicBezTo>
                    <a:pt x="24" y="12"/>
                    <a:pt x="15" y="27"/>
                    <a:pt x="6" y="41"/>
                  </a:cubicBezTo>
                  <a:lnTo>
                    <a:pt x="1" y="56"/>
                  </a:lnTo>
                  <a:cubicBezTo>
                    <a:pt x="9" y="35"/>
                    <a:pt x="24" y="18"/>
                    <a:pt x="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86" name="Google Shape;12286;p76"/>
            <p:cNvSpPr/>
            <p:nvPr/>
          </p:nvSpPr>
          <p:spPr>
            <a:xfrm>
              <a:off x="3697825" y="3288025"/>
              <a:ext cx="7975" cy="11300"/>
            </a:xfrm>
            <a:custGeom>
              <a:avLst/>
              <a:gdLst/>
              <a:ahLst/>
              <a:cxnLst/>
              <a:rect l="l" t="t" r="r" b="b"/>
              <a:pathLst>
                <a:path w="319" h="452" extrusionOk="0">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87" name="Google Shape;12287;p76"/>
            <p:cNvSpPr/>
            <p:nvPr/>
          </p:nvSpPr>
          <p:spPr>
            <a:xfrm>
              <a:off x="3909450" y="3369675"/>
              <a:ext cx="62600" cy="80850"/>
            </a:xfrm>
            <a:custGeom>
              <a:avLst/>
              <a:gdLst/>
              <a:ahLst/>
              <a:cxnLst/>
              <a:rect l="l" t="t" r="r" b="b"/>
              <a:pathLst>
                <a:path w="2504" h="3234" extrusionOk="0">
                  <a:moveTo>
                    <a:pt x="2503" y="0"/>
                  </a:moveTo>
                  <a:lnTo>
                    <a:pt x="2503" y="0"/>
                  </a:lnTo>
                  <a:cubicBezTo>
                    <a:pt x="1712" y="1025"/>
                    <a:pt x="910" y="2038"/>
                    <a:pt x="110" y="3055"/>
                  </a:cubicBezTo>
                  <a:lnTo>
                    <a:pt x="0" y="3234"/>
                  </a:lnTo>
                  <a:cubicBezTo>
                    <a:pt x="846" y="2162"/>
                    <a:pt x="1689" y="1091"/>
                    <a:pt x="25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88" name="Google Shape;12288;p76"/>
            <p:cNvSpPr/>
            <p:nvPr/>
          </p:nvSpPr>
          <p:spPr>
            <a:xfrm>
              <a:off x="3285550" y="3006625"/>
              <a:ext cx="1042475" cy="1050600"/>
            </a:xfrm>
            <a:custGeom>
              <a:avLst/>
              <a:gdLst/>
              <a:ahLst/>
              <a:cxnLst/>
              <a:rect l="l" t="t" r="r" b="b"/>
              <a:pathLst>
                <a:path w="41699" h="42024" extrusionOk="0">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89" name="Google Shape;12289;p76"/>
            <p:cNvSpPr/>
            <p:nvPr/>
          </p:nvSpPr>
          <p:spPr>
            <a:xfrm>
              <a:off x="4020600" y="4528725"/>
              <a:ext cx="89650" cy="23625"/>
            </a:xfrm>
            <a:custGeom>
              <a:avLst/>
              <a:gdLst/>
              <a:ahLst/>
              <a:cxnLst/>
              <a:rect l="l" t="t" r="r" b="b"/>
              <a:pathLst>
                <a:path w="3586" h="945" extrusionOk="0">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90" name="Google Shape;12290;p76"/>
            <p:cNvSpPr/>
            <p:nvPr/>
          </p:nvSpPr>
          <p:spPr>
            <a:xfrm>
              <a:off x="3817925" y="4050975"/>
              <a:ext cx="202775" cy="477700"/>
            </a:xfrm>
            <a:custGeom>
              <a:avLst/>
              <a:gdLst/>
              <a:ahLst/>
              <a:cxnLst/>
              <a:rect l="l" t="t" r="r" b="b"/>
              <a:pathLst>
                <a:path w="8111" h="19108" extrusionOk="0">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91" name="Google Shape;12291;p76"/>
            <p:cNvSpPr/>
            <p:nvPr/>
          </p:nvSpPr>
          <p:spPr>
            <a:xfrm>
              <a:off x="4110175" y="3244525"/>
              <a:ext cx="798225" cy="1302350"/>
            </a:xfrm>
            <a:custGeom>
              <a:avLst/>
              <a:gdLst/>
              <a:ahLst/>
              <a:cxnLst/>
              <a:rect l="l" t="t" r="r" b="b"/>
              <a:pathLst>
                <a:path w="31929" h="52094" extrusionOk="0">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92" name="Google Shape;12292;p76"/>
            <p:cNvSpPr/>
            <p:nvPr/>
          </p:nvSpPr>
          <p:spPr>
            <a:xfrm>
              <a:off x="3835550" y="2303200"/>
              <a:ext cx="19500" cy="20300"/>
            </a:xfrm>
            <a:custGeom>
              <a:avLst/>
              <a:gdLst/>
              <a:ahLst/>
              <a:cxnLst/>
              <a:rect l="l" t="t" r="r" b="b"/>
              <a:pathLst>
                <a:path w="780" h="812" extrusionOk="0">
                  <a:moveTo>
                    <a:pt x="779" y="1"/>
                  </a:moveTo>
                  <a:cubicBezTo>
                    <a:pt x="638" y="145"/>
                    <a:pt x="494" y="289"/>
                    <a:pt x="352" y="434"/>
                  </a:cubicBezTo>
                  <a:cubicBezTo>
                    <a:pt x="231" y="555"/>
                    <a:pt x="121" y="691"/>
                    <a:pt x="0" y="812"/>
                  </a:cubicBezTo>
                  <a:cubicBezTo>
                    <a:pt x="263" y="549"/>
                    <a:pt x="517" y="269"/>
                    <a:pt x="7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93" name="Google Shape;12293;p76"/>
            <p:cNvSpPr/>
            <p:nvPr/>
          </p:nvSpPr>
          <p:spPr>
            <a:xfrm>
              <a:off x="3855025" y="2280550"/>
              <a:ext cx="21675" cy="22675"/>
            </a:xfrm>
            <a:custGeom>
              <a:avLst/>
              <a:gdLst/>
              <a:ahLst/>
              <a:cxnLst/>
              <a:rect l="l" t="t" r="r" b="b"/>
              <a:pathLst>
                <a:path w="867" h="907" extrusionOk="0">
                  <a:moveTo>
                    <a:pt x="867" y="0"/>
                  </a:moveTo>
                  <a:lnTo>
                    <a:pt x="867" y="0"/>
                  </a:lnTo>
                  <a:cubicBezTo>
                    <a:pt x="578" y="306"/>
                    <a:pt x="289" y="607"/>
                    <a:pt x="0" y="907"/>
                  </a:cubicBezTo>
                  <a:cubicBezTo>
                    <a:pt x="289" y="607"/>
                    <a:pt x="581" y="306"/>
                    <a:pt x="8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94" name="Google Shape;12294;p76"/>
            <p:cNvSpPr/>
            <p:nvPr/>
          </p:nvSpPr>
          <p:spPr>
            <a:xfrm>
              <a:off x="3876675" y="2249375"/>
              <a:ext cx="28750" cy="31200"/>
            </a:xfrm>
            <a:custGeom>
              <a:avLst/>
              <a:gdLst/>
              <a:ahLst/>
              <a:cxnLst/>
              <a:rect l="l" t="t" r="r" b="b"/>
              <a:pathLst>
                <a:path w="1150" h="1248" extrusionOk="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95" name="Google Shape;12295;p76"/>
            <p:cNvSpPr/>
            <p:nvPr/>
          </p:nvSpPr>
          <p:spPr>
            <a:xfrm>
              <a:off x="3514925" y="1774450"/>
              <a:ext cx="981275" cy="1252850"/>
            </a:xfrm>
            <a:custGeom>
              <a:avLst/>
              <a:gdLst/>
              <a:ahLst/>
              <a:cxnLst/>
              <a:rect l="l" t="t" r="r" b="b"/>
              <a:pathLst>
                <a:path w="39251" h="50114" extrusionOk="0">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96" name="Google Shape;12296;p76"/>
            <p:cNvSpPr/>
            <p:nvPr/>
          </p:nvSpPr>
          <p:spPr>
            <a:xfrm>
              <a:off x="4676950" y="2073550"/>
              <a:ext cx="20750" cy="22675"/>
            </a:xfrm>
            <a:custGeom>
              <a:avLst/>
              <a:gdLst/>
              <a:ahLst/>
              <a:cxnLst/>
              <a:rect l="l" t="t" r="r" b="b"/>
              <a:pathLst>
                <a:path w="830" h="907" extrusionOk="0">
                  <a:moveTo>
                    <a:pt x="829" y="0"/>
                  </a:moveTo>
                  <a:cubicBezTo>
                    <a:pt x="748" y="87"/>
                    <a:pt x="662" y="174"/>
                    <a:pt x="581" y="260"/>
                  </a:cubicBezTo>
                  <a:cubicBezTo>
                    <a:pt x="388" y="477"/>
                    <a:pt x="194" y="693"/>
                    <a:pt x="1" y="907"/>
                  </a:cubicBezTo>
                  <a:cubicBezTo>
                    <a:pt x="278" y="604"/>
                    <a:pt x="555" y="301"/>
                    <a:pt x="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97" name="Google Shape;12297;p76"/>
            <p:cNvSpPr/>
            <p:nvPr/>
          </p:nvSpPr>
          <p:spPr>
            <a:xfrm>
              <a:off x="4104175" y="2561150"/>
              <a:ext cx="133900" cy="132250"/>
            </a:xfrm>
            <a:custGeom>
              <a:avLst/>
              <a:gdLst/>
              <a:ahLst/>
              <a:cxnLst/>
              <a:rect l="l" t="t" r="r" b="b"/>
              <a:pathLst>
                <a:path w="5356" h="5290" extrusionOk="0">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98" name="Google Shape;12298;p76"/>
            <p:cNvSpPr/>
            <p:nvPr/>
          </p:nvSpPr>
          <p:spPr>
            <a:xfrm>
              <a:off x="4529425" y="2080700"/>
              <a:ext cx="100725" cy="115050"/>
            </a:xfrm>
            <a:custGeom>
              <a:avLst/>
              <a:gdLst/>
              <a:ahLst/>
              <a:cxnLst/>
              <a:rect l="l" t="t" r="r" b="b"/>
              <a:pathLst>
                <a:path w="4029" h="4602" extrusionOk="0">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99" name="Google Shape;12299;p76"/>
            <p:cNvSpPr/>
            <p:nvPr/>
          </p:nvSpPr>
          <p:spPr>
            <a:xfrm>
              <a:off x="4023550" y="2864950"/>
              <a:ext cx="12525" cy="11925"/>
            </a:xfrm>
            <a:custGeom>
              <a:avLst/>
              <a:gdLst/>
              <a:ahLst/>
              <a:cxnLst/>
              <a:rect l="l" t="t" r="r" b="b"/>
              <a:pathLst>
                <a:path w="501" h="477" extrusionOk="0">
                  <a:moveTo>
                    <a:pt x="500" y="0"/>
                  </a:moveTo>
                  <a:lnTo>
                    <a:pt x="500" y="0"/>
                  </a:lnTo>
                  <a:cubicBezTo>
                    <a:pt x="336" y="159"/>
                    <a:pt x="168" y="318"/>
                    <a:pt x="1" y="477"/>
                  </a:cubicBezTo>
                  <a:cubicBezTo>
                    <a:pt x="136" y="468"/>
                    <a:pt x="301" y="312"/>
                    <a:pt x="5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00" name="Google Shape;12300;p76"/>
            <p:cNvSpPr/>
            <p:nvPr/>
          </p:nvSpPr>
          <p:spPr>
            <a:xfrm>
              <a:off x="4146900" y="2619550"/>
              <a:ext cx="291675" cy="383175"/>
            </a:xfrm>
            <a:custGeom>
              <a:avLst/>
              <a:gdLst/>
              <a:ahLst/>
              <a:cxnLst/>
              <a:rect l="l" t="t" r="r" b="b"/>
              <a:pathLst>
                <a:path w="11667" h="15327" extrusionOk="0">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01" name="Google Shape;12301;p76"/>
            <p:cNvSpPr/>
            <p:nvPr/>
          </p:nvSpPr>
          <p:spPr>
            <a:xfrm>
              <a:off x="4438500" y="2570050"/>
              <a:ext cx="41375" cy="49525"/>
            </a:xfrm>
            <a:custGeom>
              <a:avLst/>
              <a:gdLst/>
              <a:ahLst/>
              <a:cxnLst/>
              <a:rect l="l" t="t" r="r" b="b"/>
              <a:pathLst>
                <a:path w="1655" h="1981" extrusionOk="0">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02" name="Google Shape;12302;p76"/>
            <p:cNvSpPr/>
            <p:nvPr/>
          </p:nvSpPr>
          <p:spPr>
            <a:xfrm>
              <a:off x="4346675" y="2672675"/>
              <a:ext cx="43475" cy="51550"/>
            </a:xfrm>
            <a:custGeom>
              <a:avLst/>
              <a:gdLst/>
              <a:ahLst/>
              <a:cxnLst/>
              <a:rect l="l" t="t" r="r" b="b"/>
              <a:pathLst>
                <a:path w="1739" h="2062" extrusionOk="0">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03" name="Google Shape;12303;p76"/>
            <p:cNvSpPr/>
            <p:nvPr/>
          </p:nvSpPr>
          <p:spPr>
            <a:xfrm>
              <a:off x="3715150" y="1348850"/>
              <a:ext cx="1605150" cy="1793100"/>
            </a:xfrm>
            <a:custGeom>
              <a:avLst/>
              <a:gdLst/>
              <a:ahLst/>
              <a:cxnLst/>
              <a:rect l="l" t="t" r="r" b="b"/>
              <a:pathLst>
                <a:path w="64206" h="71724" extrusionOk="0">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04" name="Google Shape;12304;p76"/>
            <p:cNvSpPr/>
            <p:nvPr/>
          </p:nvSpPr>
          <p:spPr>
            <a:xfrm>
              <a:off x="5218275" y="1585725"/>
              <a:ext cx="162200" cy="137000"/>
            </a:xfrm>
            <a:custGeom>
              <a:avLst/>
              <a:gdLst/>
              <a:ahLst/>
              <a:cxnLst/>
              <a:rect l="l" t="t" r="r" b="b"/>
              <a:pathLst>
                <a:path w="6488" h="5480" extrusionOk="0">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05" name="Google Shape;12305;p76"/>
            <p:cNvSpPr/>
            <p:nvPr/>
          </p:nvSpPr>
          <p:spPr>
            <a:xfrm>
              <a:off x="4237700" y="3191475"/>
              <a:ext cx="64175" cy="89875"/>
            </a:xfrm>
            <a:custGeom>
              <a:avLst/>
              <a:gdLst/>
              <a:ahLst/>
              <a:cxnLst/>
              <a:rect l="l" t="t" r="r" b="b"/>
              <a:pathLst>
                <a:path w="2567" h="3595" extrusionOk="0">
                  <a:moveTo>
                    <a:pt x="2567" y="0"/>
                  </a:moveTo>
                  <a:lnTo>
                    <a:pt x="2567" y="0"/>
                  </a:lnTo>
                  <a:cubicBezTo>
                    <a:pt x="1698" y="1192"/>
                    <a:pt x="841" y="2391"/>
                    <a:pt x="0" y="3594"/>
                  </a:cubicBezTo>
                  <a:cubicBezTo>
                    <a:pt x="852" y="2393"/>
                    <a:pt x="1707" y="1195"/>
                    <a:pt x="2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06" name="Google Shape;12306;p76"/>
            <p:cNvSpPr/>
            <p:nvPr/>
          </p:nvSpPr>
          <p:spPr>
            <a:xfrm>
              <a:off x="4212000" y="3281400"/>
              <a:ext cx="25725" cy="37050"/>
            </a:xfrm>
            <a:custGeom>
              <a:avLst/>
              <a:gdLst/>
              <a:ahLst/>
              <a:cxnLst/>
              <a:rect l="l" t="t" r="r" b="b"/>
              <a:pathLst>
                <a:path w="1029" h="1482" extrusionOk="0">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07" name="Google Shape;12307;p76"/>
            <p:cNvSpPr/>
            <p:nvPr/>
          </p:nvSpPr>
          <p:spPr>
            <a:xfrm>
              <a:off x="3872150" y="3337350"/>
              <a:ext cx="734525" cy="1216250"/>
            </a:xfrm>
            <a:custGeom>
              <a:avLst/>
              <a:gdLst/>
              <a:ahLst/>
              <a:cxnLst/>
              <a:rect l="l" t="t" r="r" b="b"/>
              <a:pathLst>
                <a:path w="29381" h="48650" extrusionOk="0">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08" name="Google Shape;12308;p76"/>
            <p:cNvSpPr/>
            <p:nvPr/>
          </p:nvSpPr>
          <p:spPr>
            <a:xfrm>
              <a:off x="4007750" y="3526075"/>
              <a:ext cx="134350" cy="162425"/>
            </a:xfrm>
            <a:custGeom>
              <a:avLst/>
              <a:gdLst/>
              <a:ahLst/>
              <a:cxnLst/>
              <a:rect l="l" t="t" r="r" b="b"/>
              <a:pathLst>
                <a:path w="5374" h="6497" extrusionOk="0">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09" name="Google Shape;12309;p76"/>
            <p:cNvSpPr/>
            <p:nvPr/>
          </p:nvSpPr>
          <p:spPr>
            <a:xfrm>
              <a:off x="4015750" y="3586775"/>
              <a:ext cx="128225" cy="188550"/>
            </a:xfrm>
            <a:custGeom>
              <a:avLst/>
              <a:gdLst/>
              <a:ahLst/>
              <a:cxnLst/>
              <a:rect l="l" t="t" r="r" b="b"/>
              <a:pathLst>
                <a:path w="5129" h="7542" extrusionOk="0">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10" name="Google Shape;12310;p76"/>
            <p:cNvSpPr/>
            <p:nvPr/>
          </p:nvSpPr>
          <p:spPr>
            <a:xfrm>
              <a:off x="3786475" y="1293300"/>
              <a:ext cx="2115175" cy="2649500"/>
            </a:xfrm>
            <a:custGeom>
              <a:avLst/>
              <a:gdLst/>
              <a:ahLst/>
              <a:cxnLst/>
              <a:rect l="l" t="t" r="r" b="b"/>
              <a:pathLst>
                <a:path w="84607" h="105980" extrusionOk="0">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11" name="Google Shape;12311;p76"/>
            <p:cNvSpPr/>
            <p:nvPr/>
          </p:nvSpPr>
          <p:spPr>
            <a:xfrm>
              <a:off x="5490650" y="3675725"/>
              <a:ext cx="84675" cy="91500"/>
            </a:xfrm>
            <a:custGeom>
              <a:avLst/>
              <a:gdLst/>
              <a:ahLst/>
              <a:cxnLst/>
              <a:rect l="l" t="t" r="r" b="b"/>
              <a:pathLst>
                <a:path w="3387" h="3660" extrusionOk="0">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12" name="Google Shape;12312;p76"/>
            <p:cNvSpPr/>
            <p:nvPr/>
          </p:nvSpPr>
          <p:spPr>
            <a:xfrm>
              <a:off x="5646325" y="3602300"/>
              <a:ext cx="178375" cy="319450"/>
            </a:xfrm>
            <a:custGeom>
              <a:avLst/>
              <a:gdLst/>
              <a:ahLst/>
              <a:cxnLst/>
              <a:rect l="l" t="t" r="r" b="b"/>
              <a:pathLst>
                <a:path w="7135" h="12778" extrusionOk="0">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13" name="Google Shape;12313;p76"/>
            <p:cNvSpPr/>
            <p:nvPr/>
          </p:nvSpPr>
          <p:spPr>
            <a:xfrm>
              <a:off x="5824675" y="3921725"/>
              <a:ext cx="90675" cy="31725"/>
            </a:xfrm>
            <a:custGeom>
              <a:avLst/>
              <a:gdLst/>
              <a:ahLst/>
              <a:cxnLst/>
              <a:rect l="l" t="t" r="r" b="b"/>
              <a:pathLst>
                <a:path w="3627" h="1269" extrusionOk="0">
                  <a:moveTo>
                    <a:pt x="1" y="1"/>
                  </a:moveTo>
                  <a:cubicBezTo>
                    <a:pt x="853" y="653"/>
                    <a:pt x="2163" y="1049"/>
                    <a:pt x="3627" y="1268"/>
                  </a:cubicBezTo>
                  <a:cubicBezTo>
                    <a:pt x="2386" y="945"/>
                    <a:pt x="1173" y="520"/>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14" name="Google Shape;12314;p76"/>
            <p:cNvSpPr/>
            <p:nvPr/>
          </p:nvSpPr>
          <p:spPr>
            <a:xfrm>
              <a:off x="5516775" y="3755850"/>
              <a:ext cx="747050" cy="258800"/>
            </a:xfrm>
            <a:custGeom>
              <a:avLst/>
              <a:gdLst/>
              <a:ahLst/>
              <a:cxnLst/>
              <a:rect l="l" t="t" r="r" b="b"/>
              <a:pathLst>
                <a:path w="29882" h="10352" extrusionOk="0">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15" name="Google Shape;12315;p76"/>
            <p:cNvSpPr/>
            <p:nvPr/>
          </p:nvSpPr>
          <p:spPr>
            <a:xfrm>
              <a:off x="5788675" y="3606475"/>
              <a:ext cx="8175" cy="6375"/>
            </a:xfrm>
            <a:custGeom>
              <a:avLst/>
              <a:gdLst/>
              <a:ahLst/>
              <a:cxnLst/>
              <a:rect l="l" t="t" r="r" b="b"/>
              <a:pathLst>
                <a:path w="327" h="255" extrusionOk="0">
                  <a:moveTo>
                    <a:pt x="165" y="0"/>
                  </a:moveTo>
                  <a:cubicBezTo>
                    <a:pt x="0" y="0"/>
                    <a:pt x="0" y="254"/>
                    <a:pt x="165" y="254"/>
                  </a:cubicBezTo>
                  <a:cubicBezTo>
                    <a:pt x="326" y="254"/>
                    <a:pt x="326" y="0"/>
                    <a:pt x="1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16" name="Google Shape;12316;p76"/>
            <p:cNvSpPr/>
            <p:nvPr/>
          </p:nvSpPr>
          <p:spPr>
            <a:xfrm>
              <a:off x="5590950" y="3167925"/>
              <a:ext cx="491425" cy="517425"/>
            </a:xfrm>
            <a:custGeom>
              <a:avLst/>
              <a:gdLst/>
              <a:ahLst/>
              <a:cxnLst/>
              <a:rect l="l" t="t" r="r" b="b"/>
              <a:pathLst>
                <a:path w="19657" h="20697" extrusionOk="0">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17" name="Google Shape;12317;p76"/>
            <p:cNvSpPr/>
            <p:nvPr/>
          </p:nvSpPr>
          <p:spPr>
            <a:xfrm>
              <a:off x="5996400" y="2979625"/>
              <a:ext cx="227725" cy="171275"/>
            </a:xfrm>
            <a:custGeom>
              <a:avLst/>
              <a:gdLst/>
              <a:ahLst/>
              <a:cxnLst/>
              <a:rect l="l" t="t" r="r" b="b"/>
              <a:pathLst>
                <a:path w="9109" h="6851" extrusionOk="0">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18" name="Google Shape;12318;p76"/>
            <p:cNvSpPr/>
            <p:nvPr/>
          </p:nvSpPr>
          <p:spPr>
            <a:xfrm>
              <a:off x="6186125" y="2701725"/>
              <a:ext cx="225450" cy="340000"/>
            </a:xfrm>
            <a:custGeom>
              <a:avLst/>
              <a:gdLst/>
              <a:ahLst/>
              <a:cxnLst/>
              <a:rect l="l" t="t" r="r" b="b"/>
              <a:pathLst>
                <a:path w="9018" h="13600" extrusionOk="0">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19" name="Google Shape;12319;p76"/>
            <p:cNvSpPr/>
            <p:nvPr/>
          </p:nvSpPr>
          <p:spPr>
            <a:xfrm>
              <a:off x="6187425" y="2719500"/>
              <a:ext cx="405000" cy="468050"/>
            </a:xfrm>
            <a:custGeom>
              <a:avLst/>
              <a:gdLst/>
              <a:ahLst/>
              <a:cxnLst/>
              <a:rect l="l" t="t" r="r" b="b"/>
              <a:pathLst>
                <a:path w="16200" h="18722" extrusionOk="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20" name="Google Shape;12320;p76"/>
            <p:cNvSpPr/>
            <p:nvPr/>
          </p:nvSpPr>
          <p:spPr>
            <a:xfrm>
              <a:off x="6328025" y="2219625"/>
              <a:ext cx="575775" cy="590850"/>
            </a:xfrm>
            <a:custGeom>
              <a:avLst/>
              <a:gdLst/>
              <a:ahLst/>
              <a:cxnLst/>
              <a:rect l="l" t="t" r="r" b="b"/>
              <a:pathLst>
                <a:path w="23031" h="23634" extrusionOk="0">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21" name="Google Shape;12321;p76"/>
            <p:cNvSpPr/>
            <p:nvPr/>
          </p:nvSpPr>
          <p:spPr>
            <a:xfrm>
              <a:off x="6705250" y="2055250"/>
              <a:ext cx="527450" cy="644225"/>
            </a:xfrm>
            <a:custGeom>
              <a:avLst/>
              <a:gdLst/>
              <a:ahLst/>
              <a:cxnLst/>
              <a:rect l="l" t="t" r="r" b="b"/>
              <a:pathLst>
                <a:path w="21098" h="25769" extrusionOk="0">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22" name="Google Shape;12322;p76"/>
            <p:cNvSpPr/>
            <p:nvPr/>
          </p:nvSpPr>
          <p:spPr>
            <a:xfrm>
              <a:off x="5768900" y="1995950"/>
              <a:ext cx="164800" cy="211150"/>
            </a:xfrm>
            <a:custGeom>
              <a:avLst/>
              <a:gdLst/>
              <a:ahLst/>
              <a:cxnLst/>
              <a:rect l="l" t="t" r="r" b="b"/>
              <a:pathLst>
                <a:path w="6592" h="8446" extrusionOk="0">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23" name="Google Shape;12323;p76"/>
            <p:cNvSpPr/>
            <p:nvPr/>
          </p:nvSpPr>
          <p:spPr>
            <a:xfrm>
              <a:off x="5705950" y="2238400"/>
              <a:ext cx="36900" cy="47575"/>
            </a:xfrm>
            <a:custGeom>
              <a:avLst/>
              <a:gdLst/>
              <a:ahLst/>
              <a:cxnLst/>
              <a:rect l="l" t="t" r="r" b="b"/>
              <a:pathLst>
                <a:path w="1476" h="1903" extrusionOk="0">
                  <a:moveTo>
                    <a:pt x="1476" y="0"/>
                  </a:moveTo>
                  <a:lnTo>
                    <a:pt x="1476" y="0"/>
                  </a:lnTo>
                  <a:cubicBezTo>
                    <a:pt x="985" y="635"/>
                    <a:pt x="494" y="1271"/>
                    <a:pt x="1" y="1903"/>
                  </a:cubicBezTo>
                  <a:cubicBezTo>
                    <a:pt x="425" y="1377"/>
                    <a:pt x="847" y="846"/>
                    <a:pt x="1268" y="318"/>
                  </a:cubicBez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24" name="Google Shape;12324;p76"/>
            <p:cNvSpPr/>
            <p:nvPr/>
          </p:nvSpPr>
          <p:spPr>
            <a:xfrm>
              <a:off x="5166150" y="3442125"/>
              <a:ext cx="4425" cy="5725"/>
            </a:xfrm>
            <a:custGeom>
              <a:avLst/>
              <a:gdLst/>
              <a:ahLst/>
              <a:cxnLst/>
              <a:rect l="l" t="t" r="r" b="b"/>
              <a:pathLst>
                <a:path w="177" h="229" extrusionOk="0">
                  <a:moveTo>
                    <a:pt x="177" y="1"/>
                  </a:moveTo>
                  <a:cubicBezTo>
                    <a:pt x="108" y="76"/>
                    <a:pt x="59" y="151"/>
                    <a:pt x="1" y="229"/>
                  </a:cubicBezTo>
                  <a:cubicBezTo>
                    <a:pt x="59" y="154"/>
                    <a:pt x="119" y="76"/>
                    <a:pt x="1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25" name="Google Shape;12325;p76"/>
            <p:cNvSpPr/>
            <p:nvPr/>
          </p:nvSpPr>
          <p:spPr>
            <a:xfrm>
              <a:off x="5451900" y="3109550"/>
              <a:ext cx="52075" cy="70600"/>
            </a:xfrm>
            <a:custGeom>
              <a:avLst/>
              <a:gdLst/>
              <a:ahLst/>
              <a:cxnLst/>
              <a:rect l="l" t="t" r="r" b="b"/>
              <a:pathLst>
                <a:path w="2083" h="2824" extrusionOk="0">
                  <a:moveTo>
                    <a:pt x="2082" y="0"/>
                  </a:moveTo>
                  <a:cubicBezTo>
                    <a:pt x="1386" y="942"/>
                    <a:pt x="693" y="1883"/>
                    <a:pt x="0" y="2824"/>
                  </a:cubicBezTo>
                  <a:cubicBezTo>
                    <a:pt x="249" y="2492"/>
                    <a:pt x="500" y="2163"/>
                    <a:pt x="745" y="1831"/>
                  </a:cubicBezTo>
                  <a:cubicBezTo>
                    <a:pt x="1199" y="1224"/>
                    <a:pt x="1637" y="612"/>
                    <a:pt x="20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26" name="Google Shape;12326;p76"/>
            <p:cNvSpPr/>
            <p:nvPr/>
          </p:nvSpPr>
          <p:spPr>
            <a:xfrm>
              <a:off x="6131925" y="2028500"/>
              <a:ext cx="71475" cy="94575"/>
            </a:xfrm>
            <a:custGeom>
              <a:avLst/>
              <a:gdLst/>
              <a:ahLst/>
              <a:cxnLst/>
              <a:rect l="l" t="t" r="r" b="b"/>
              <a:pathLst>
                <a:path w="2859" h="3783" extrusionOk="0">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27" name="Google Shape;12327;p76"/>
            <p:cNvSpPr/>
            <p:nvPr/>
          </p:nvSpPr>
          <p:spPr>
            <a:xfrm>
              <a:off x="6257025" y="2090000"/>
              <a:ext cx="175750" cy="248300"/>
            </a:xfrm>
            <a:custGeom>
              <a:avLst/>
              <a:gdLst/>
              <a:ahLst/>
              <a:cxnLst/>
              <a:rect l="l" t="t" r="r" b="b"/>
              <a:pathLst>
                <a:path w="7030" h="9932" extrusionOk="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28" name="Google Shape;12328;p76"/>
            <p:cNvSpPr/>
            <p:nvPr/>
          </p:nvSpPr>
          <p:spPr>
            <a:xfrm>
              <a:off x="6294325" y="2124500"/>
              <a:ext cx="299850" cy="401100"/>
            </a:xfrm>
            <a:custGeom>
              <a:avLst/>
              <a:gdLst/>
              <a:ahLst/>
              <a:cxnLst/>
              <a:rect l="l" t="t" r="r" b="b"/>
              <a:pathLst>
                <a:path w="11994" h="16044" extrusionOk="0">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29" name="Google Shape;12329;p76"/>
            <p:cNvSpPr/>
            <p:nvPr/>
          </p:nvSpPr>
          <p:spPr>
            <a:xfrm>
              <a:off x="6594150" y="2032400"/>
              <a:ext cx="76950" cy="92050"/>
            </a:xfrm>
            <a:custGeom>
              <a:avLst/>
              <a:gdLst/>
              <a:ahLst/>
              <a:cxnLst/>
              <a:rect l="l" t="t" r="r" b="b"/>
              <a:pathLst>
                <a:path w="3078" h="3682" extrusionOk="0">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30" name="Google Shape;12330;p76"/>
            <p:cNvSpPr/>
            <p:nvPr/>
          </p:nvSpPr>
          <p:spPr>
            <a:xfrm>
              <a:off x="6161675" y="2525575"/>
              <a:ext cx="132675" cy="194325"/>
            </a:xfrm>
            <a:custGeom>
              <a:avLst/>
              <a:gdLst/>
              <a:ahLst/>
              <a:cxnLst/>
              <a:rect l="l" t="t" r="r" b="b"/>
              <a:pathLst>
                <a:path w="5307" h="7773" extrusionOk="0">
                  <a:moveTo>
                    <a:pt x="5307" y="1"/>
                  </a:moveTo>
                  <a:lnTo>
                    <a:pt x="5307" y="1"/>
                  </a:lnTo>
                  <a:cubicBezTo>
                    <a:pt x="3459" y="2535"/>
                    <a:pt x="1672" y="5116"/>
                    <a:pt x="0" y="7772"/>
                  </a:cubicBezTo>
                  <a:cubicBezTo>
                    <a:pt x="1733" y="5154"/>
                    <a:pt x="3499" y="2564"/>
                    <a:pt x="53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31" name="Google Shape;12331;p76"/>
            <p:cNvSpPr/>
            <p:nvPr/>
          </p:nvSpPr>
          <p:spPr>
            <a:xfrm>
              <a:off x="6379550" y="3041325"/>
              <a:ext cx="23100" cy="28100"/>
            </a:xfrm>
            <a:custGeom>
              <a:avLst/>
              <a:gdLst/>
              <a:ahLst/>
              <a:cxnLst/>
              <a:rect l="l" t="t" r="r" b="b"/>
              <a:pathLst>
                <a:path w="924" h="1124" extrusionOk="0">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32" name="Google Shape;12332;p76"/>
            <p:cNvSpPr/>
            <p:nvPr/>
          </p:nvSpPr>
          <p:spPr>
            <a:xfrm>
              <a:off x="6393200" y="3039675"/>
              <a:ext cx="2425" cy="3650"/>
            </a:xfrm>
            <a:custGeom>
              <a:avLst/>
              <a:gdLst/>
              <a:ahLst/>
              <a:cxnLst/>
              <a:rect l="l" t="t" r="r" b="b"/>
              <a:pathLst>
                <a:path w="97" h="146" extrusionOk="0">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33" name="Google Shape;12333;p76"/>
            <p:cNvSpPr/>
            <p:nvPr/>
          </p:nvSpPr>
          <p:spPr>
            <a:xfrm>
              <a:off x="6013550" y="3351625"/>
              <a:ext cx="475" cy="600"/>
            </a:xfrm>
            <a:custGeom>
              <a:avLst/>
              <a:gdLst/>
              <a:ahLst/>
              <a:cxnLst/>
              <a:rect l="l" t="t" r="r" b="b"/>
              <a:pathLst>
                <a:path w="19" h="24" extrusionOk="0">
                  <a:moveTo>
                    <a:pt x="18" y="0"/>
                  </a:moveTo>
                  <a:cubicBezTo>
                    <a:pt x="8" y="14"/>
                    <a:pt x="1" y="23"/>
                    <a:pt x="1" y="23"/>
                  </a:cubicBezTo>
                  <a:cubicBezTo>
                    <a:pt x="1" y="23"/>
                    <a:pt x="6" y="16"/>
                    <a:pt x="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34" name="Google Shape;12334;p76"/>
            <p:cNvSpPr/>
            <p:nvPr/>
          </p:nvSpPr>
          <p:spPr>
            <a:xfrm>
              <a:off x="6661050" y="2225050"/>
              <a:ext cx="3275" cy="4200"/>
            </a:xfrm>
            <a:custGeom>
              <a:avLst/>
              <a:gdLst/>
              <a:ahLst/>
              <a:cxnLst/>
              <a:rect l="l" t="t" r="r" b="b"/>
              <a:pathLst>
                <a:path w="131" h="168" extrusionOk="0">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35" name="Google Shape;12335;p76"/>
            <p:cNvSpPr/>
            <p:nvPr/>
          </p:nvSpPr>
          <p:spPr>
            <a:xfrm>
              <a:off x="4492925" y="1558725"/>
              <a:ext cx="2898050" cy="2460325"/>
            </a:xfrm>
            <a:custGeom>
              <a:avLst/>
              <a:gdLst/>
              <a:ahLst/>
              <a:cxnLst/>
              <a:rect l="l" t="t" r="r" b="b"/>
              <a:pathLst>
                <a:path w="115922" h="98413" extrusionOk="0">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36" name="Google Shape;12336;p76"/>
            <p:cNvSpPr/>
            <p:nvPr/>
          </p:nvSpPr>
          <p:spPr>
            <a:xfrm>
              <a:off x="3821825" y="993775"/>
              <a:ext cx="392800" cy="417775"/>
            </a:xfrm>
            <a:custGeom>
              <a:avLst/>
              <a:gdLst/>
              <a:ahLst/>
              <a:cxnLst/>
              <a:rect l="l" t="t" r="r" b="b"/>
              <a:pathLst>
                <a:path w="15712" h="16711" extrusionOk="0">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37" name="Google Shape;12337;p76"/>
            <p:cNvSpPr/>
            <p:nvPr/>
          </p:nvSpPr>
          <p:spPr>
            <a:xfrm>
              <a:off x="4492625" y="804475"/>
              <a:ext cx="446125" cy="296800"/>
            </a:xfrm>
            <a:custGeom>
              <a:avLst/>
              <a:gdLst/>
              <a:ahLst/>
              <a:cxnLst/>
              <a:rect l="l" t="t" r="r" b="b"/>
              <a:pathLst>
                <a:path w="17845" h="11872" extrusionOk="0">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38" name="Google Shape;12338;p76"/>
            <p:cNvSpPr/>
            <p:nvPr/>
          </p:nvSpPr>
          <p:spPr>
            <a:xfrm>
              <a:off x="5432550" y="952075"/>
              <a:ext cx="328650" cy="322675"/>
            </a:xfrm>
            <a:custGeom>
              <a:avLst/>
              <a:gdLst/>
              <a:ahLst/>
              <a:cxnLst/>
              <a:rect l="l" t="t" r="r" b="b"/>
              <a:pathLst>
                <a:path w="13146" h="12907" extrusionOk="0">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39" name="Google Shape;12339;p76"/>
            <p:cNvSpPr/>
            <p:nvPr/>
          </p:nvSpPr>
          <p:spPr>
            <a:xfrm>
              <a:off x="6326800" y="1440800"/>
              <a:ext cx="161475" cy="100175"/>
            </a:xfrm>
            <a:custGeom>
              <a:avLst/>
              <a:gdLst/>
              <a:ahLst/>
              <a:cxnLst/>
              <a:rect l="l" t="t" r="r" b="b"/>
              <a:pathLst>
                <a:path w="6459" h="4007" extrusionOk="0">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40" name="Google Shape;12340;p76"/>
            <p:cNvSpPr/>
            <p:nvPr/>
          </p:nvSpPr>
          <p:spPr>
            <a:xfrm>
              <a:off x="6512725" y="1459400"/>
              <a:ext cx="130525" cy="109825"/>
            </a:xfrm>
            <a:custGeom>
              <a:avLst/>
              <a:gdLst/>
              <a:ahLst/>
              <a:cxnLst/>
              <a:rect l="l" t="t" r="r" b="b"/>
              <a:pathLst>
                <a:path w="5221" h="4393" extrusionOk="0">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41" name="Google Shape;12341;p76"/>
            <p:cNvSpPr/>
            <p:nvPr/>
          </p:nvSpPr>
          <p:spPr>
            <a:xfrm>
              <a:off x="6382025" y="1568650"/>
              <a:ext cx="133400" cy="76300"/>
            </a:xfrm>
            <a:custGeom>
              <a:avLst/>
              <a:gdLst/>
              <a:ahLst/>
              <a:cxnLst/>
              <a:rect l="l" t="t" r="r" b="b"/>
              <a:pathLst>
                <a:path w="5336" h="3052" extrusionOk="0">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42" name="Google Shape;12342;p76"/>
            <p:cNvSpPr/>
            <p:nvPr/>
          </p:nvSpPr>
          <p:spPr>
            <a:xfrm>
              <a:off x="7159050" y="1734200"/>
              <a:ext cx="125325" cy="71225"/>
            </a:xfrm>
            <a:custGeom>
              <a:avLst/>
              <a:gdLst/>
              <a:ahLst/>
              <a:cxnLst/>
              <a:rect l="l" t="t" r="r" b="b"/>
              <a:pathLst>
                <a:path w="5013" h="2849" extrusionOk="0">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43" name="Google Shape;12343;p76"/>
            <p:cNvSpPr/>
            <p:nvPr/>
          </p:nvSpPr>
          <p:spPr>
            <a:xfrm>
              <a:off x="5991550" y="3413900"/>
              <a:ext cx="83825" cy="164550"/>
            </a:xfrm>
            <a:custGeom>
              <a:avLst/>
              <a:gdLst/>
              <a:ahLst/>
              <a:cxnLst/>
              <a:rect l="l" t="t" r="r" b="b"/>
              <a:pathLst>
                <a:path w="3353" h="6582" extrusionOk="0">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44" name="Google Shape;12344;p76"/>
            <p:cNvSpPr/>
            <p:nvPr/>
          </p:nvSpPr>
          <p:spPr>
            <a:xfrm>
              <a:off x="5981225" y="3763550"/>
              <a:ext cx="150150" cy="137775"/>
            </a:xfrm>
            <a:custGeom>
              <a:avLst/>
              <a:gdLst/>
              <a:ahLst/>
              <a:cxnLst/>
              <a:rect l="l" t="t" r="r" b="b"/>
              <a:pathLst>
                <a:path w="6006" h="5511" extrusionOk="0">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45" name="Google Shape;12345;p76"/>
            <p:cNvSpPr/>
            <p:nvPr/>
          </p:nvSpPr>
          <p:spPr>
            <a:xfrm>
              <a:off x="6073900" y="3620300"/>
              <a:ext cx="92475" cy="102900"/>
            </a:xfrm>
            <a:custGeom>
              <a:avLst/>
              <a:gdLst/>
              <a:ahLst/>
              <a:cxnLst/>
              <a:rect l="l" t="t" r="r" b="b"/>
              <a:pathLst>
                <a:path w="3699" h="4116" extrusionOk="0">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46" name="Google Shape;12346;p76"/>
            <p:cNvSpPr/>
            <p:nvPr/>
          </p:nvSpPr>
          <p:spPr>
            <a:xfrm>
              <a:off x="5776700" y="3655450"/>
              <a:ext cx="255650" cy="229725"/>
            </a:xfrm>
            <a:custGeom>
              <a:avLst/>
              <a:gdLst/>
              <a:ahLst/>
              <a:cxnLst/>
              <a:rect l="l" t="t" r="r" b="b"/>
              <a:pathLst>
                <a:path w="10226" h="9189" extrusionOk="0">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47" name="Google Shape;12347;p76"/>
            <p:cNvSpPr/>
            <p:nvPr/>
          </p:nvSpPr>
          <p:spPr>
            <a:xfrm>
              <a:off x="6225900" y="3825325"/>
              <a:ext cx="398875" cy="192375"/>
            </a:xfrm>
            <a:custGeom>
              <a:avLst/>
              <a:gdLst/>
              <a:ahLst/>
              <a:cxnLst/>
              <a:rect l="l" t="t" r="r" b="b"/>
              <a:pathLst>
                <a:path w="15955" h="7695" extrusionOk="0">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48" name="Google Shape;12348;p76"/>
            <p:cNvSpPr/>
            <p:nvPr/>
          </p:nvSpPr>
          <p:spPr>
            <a:xfrm>
              <a:off x="6167800" y="4229200"/>
              <a:ext cx="43975" cy="65425"/>
            </a:xfrm>
            <a:custGeom>
              <a:avLst/>
              <a:gdLst/>
              <a:ahLst/>
              <a:cxnLst/>
              <a:rect l="l" t="t" r="r" b="b"/>
              <a:pathLst>
                <a:path w="1759" h="2617" extrusionOk="0">
                  <a:moveTo>
                    <a:pt x="1759" y="0"/>
                  </a:moveTo>
                  <a:cubicBezTo>
                    <a:pt x="1236" y="792"/>
                    <a:pt x="702" y="1574"/>
                    <a:pt x="168" y="2359"/>
                  </a:cubicBezTo>
                  <a:cubicBezTo>
                    <a:pt x="113" y="2446"/>
                    <a:pt x="56" y="2529"/>
                    <a:pt x="1" y="2616"/>
                  </a:cubicBezTo>
                  <a:cubicBezTo>
                    <a:pt x="598" y="1750"/>
                    <a:pt x="1190" y="881"/>
                    <a:pt x="17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49" name="Google Shape;12349;p76"/>
            <p:cNvSpPr/>
            <p:nvPr/>
          </p:nvSpPr>
          <p:spPr>
            <a:xfrm>
              <a:off x="6091225" y="4333200"/>
              <a:ext cx="12375" cy="16700"/>
            </a:xfrm>
            <a:custGeom>
              <a:avLst/>
              <a:gdLst/>
              <a:ahLst/>
              <a:cxnLst/>
              <a:rect l="l" t="t" r="r" b="b"/>
              <a:pathLst>
                <a:path w="495" h="668" extrusionOk="0">
                  <a:moveTo>
                    <a:pt x="494" y="1"/>
                  </a:moveTo>
                  <a:lnTo>
                    <a:pt x="494" y="1"/>
                  </a:lnTo>
                  <a:cubicBezTo>
                    <a:pt x="330" y="223"/>
                    <a:pt x="165" y="445"/>
                    <a:pt x="1" y="668"/>
                  </a:cubicBezTo>
                  <a:lnTo>
                    <a:pt x="451" y="73"/>
                  </a:lnTo>
                  <a:cubicBezTo>
                    <a:pt x="465" y="50"/>
                    <a:pt x="483" y="27"/>
                    <a:pt x="4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50" name="Google Shape;12350;p76"/>
            <p:cNvSpPr/>
            <p:nvPr/>
          </p:nvSpPr>
          <p:spPr>
            <a:xfrm>
              <a:off x="6144775" y="4219175"/>
              <a:ext cx="40950" cy="59275"/>
            </a:xfrm>
            <a:custGeom>
              <a:avLst/>
              <a:gdLst/>
              <a:ahLst/>
              <a:cxnLst/>
              <a:rect l="l" t="t" r="r" b="b"/>
              <a:pathLst>
                <a:path w="1638" h="2371" extrusionOk="0">
                  <a:moveTo>
                    <a:pt x="1638" y="0"/>
                  </a:moveTo>
                  <a:cubicBezTo>
                    <a:pt x="1147" y="736"/>
                    <a:pt x="639" y="1464"/>
                    <a:pt x="113" y="2180"/>
                  </a:cubicBezTo>
                  <a:lnTo>
                    <a:pt x="1" y="2370"/>
                  </a:lnTo>
                  <a:cubicBezTo>
                    <a:pt x="569" y="1591"/>
                    <a:pt x="1118" y="803"/>
                    <a:pt x="16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51" name="Google Shape;12351;p76"/>
            <p:cNvSpPr/>
            <p:nvPr/>
          </p:nvSpPr>
          <p:spPr>
            <a:xfrm>
              <a:off x="5868925" y="3998175"/>
              <a:ext cx="673275" cy="683025"/>
            </a:xfrm>
            <a:custGeom>
              <a:avLst/>
              <a:gdLst/>
              <a:ahLst/>
              <a:cxnLst/>
              <a:rect l="l" t="t" r="r" b="b"/>
              <a:pathLst>
                <a:path w="26931" h="27321" extrusionOk="0">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52" name="Google Shape;12352;p76"/>
            <p:cNvSpPr/>
            <p:nvPr/>
          </p:nvSpPr>
          <p:spPr>
            <a:xfrm>
              <a:off x="6158125" y="4021950"/>
              <a:ext cx="552250" cy="774725"/>
            </a:xfrm>
            <a:custGeom>
              <a:avLst/>
              <a:gdLst/>
              <a:ahLst/>
              <a:cxnLst/>
              <a:rect l="l" t="t" r="r" b="b"/>
              <a:pathLst>
                <a:path w="22090" h="30989" extrusionOk="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53" name="Google Shape;12353;p76"/>
            <p:cNvSpPr/>
            <p:nvPr/>
          </p:nvSpPr>
          <p:spPr>
            <a:xfrm>
              <a:off x="6920800" y="4536575"/>
              <a:ext cx="288650" cy="364500"/>
            </a:xfrm>
            <a:custGeom>
              <a:avLst/>
              <a:gdLst/>
              <a:ahLst/>
              <a:cxnLst/>
              <a:rect l="l" t="t" r="r" b="b"/>
              <a:pathLst>
                <a:path w="11546" h="14580" extrusionOk="0">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54" name="Google Shape;12354;p76"/>
            <p:cNvSpPr/>
            <p:nvPr/>
          </p:nvSpPr>
          <p:spPr>
            <a:xfrm>
              <a:off x="4490450" y="4030275"/>
              <a:ext cx="166950" cy="327500"/>
            </a:xfrm>
            <a:custGeom>
              <a:avLst/>
              <a:gdLst/>
              <a:ahLst/>
              <a:cxnLst/>
              <a:rect l="l" t="t" r="r" b="b"/>
              <a:pathLst>
                <a:path w="6678" h="13100" extrusionOk="0">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55" name="Google Shape;12355;p76"/>
            <p:cNvSpPr/>
            <p:nvPr/>
          </p:nvSpPr>
          <p:spPr>
            <a:xfrm>
              <a:off x="2233550" y="2129125"/>
              <a:ext cx="18850" cy="19225"/>
            </a:xfrm>
            <a:custGeom>
              <a:avLst/>
              <a:gdLst/>
              <a:ahLst/>
              <a:cxnLst/>
              <a:rect l="l" t="t" r="r" b="b"/>
              <a:pathLst>
                <a:path w="754" h="769" extrusionOk="0">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56" name="Google Shape;12356;p76"/>
            <p:cNvSpPr/>
            <p:nvPr/>
          </p:nvSpPr>
          <p:spPr>
            <a:xfrm>
              <a:off x="1535825" y="2847850"/>
              <a:ext cx="14525" cy="17925"/>
            </a:xfrm>
            <a:custGeom>
              <a:avLst/>
              <a:gdLst/>
              <a:ahLst/>
              <a:cxnLst/>
              <a:rect l="l" t="t" r="r" b="b"/>
              <a:pathLst>
                <a:path w="581" h="717" extrusionOk="0">
                  <a:moveTo>
                    <a:pt x="581" y="0"/>
                  </a:moveTo>
                  <a:cubicBezTo>
                    <a:pt x="387" y="234"/>
                    <a:pt x="194" y="474"/>
                    <a:pt x="0" y="716"/>
                  </a:cubicBezTo>
                  <a:lnTo>
                    <a:pt x="5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57" name="Google Shape;12357;p76"/>
            <p:cNvSpPr/>
            <p:nvPr/>
          </p:nvSpPr>
          <p:spPr>
            <a:xfrm>
              <a:off x="1637725" y="3318000"/>
              <a:ext cx="22850" cy="21675"/>
            </a:xfrm>
            <a:custGeom>
              <a:avLst/>
              <a:gdLst/>
              <a:ahLst/>
              <a:cxnLst/>
              <a:rect l="l" t="t" r="r" b="b"/>
              <a:pathLst>
                <a:path w="914" h="867" extrusionOk="0">
                  <a:moveTo>
                    <a:pt x="913" y="0"/>
                  </a:moveTo>
                  <a:cubicBezTo>
                    <a:pt x="598" y="286"/>
                    <a:pt x="292" y="575"/>
                    <a:pt x="1" y="866"/>
                  </a:cubicBezTo>
                  <a:cubicBezTo>
                    <a:pt x="177" y="716"/>
                    <a:pt x="356" y="563"/>
                    <a:pt x="535" y="413"/>
                  </a:cubicBezTo>
                  <a:cubicBezTo>
                    <a:pt x="659" y="274"/>
                    <a:pt x="786" y="139"/>
                    <a:pt x="9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58" name="Google Shape;12358;p76"/>
            <p:cNvSpPr/>
            <p:nvPr/>
          </p:nvSpPr>
          <p:spPr>
            <a:xfrm>
              <a:off x="1580550" y="3339650"/>
              <a:ext cx="57200" cy="68650"/>
            </a:xfrm>
            <a:custGeom>
              <a:avLst/>
              <a:gdLst/>
              <a:ahLst/>
              <a:cxnLst/>
              <a:rect l="l" t="t" r="r" b="b"/>
              <a:pathLst>
                <a:path w="2288" h="2746" extrusionOk="0">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59" name="Google Shape;12359;p76"/>
            <p:cNvSpPr/>
            <p:nvPr/>
          </p:nvSpPr>
          <p:spPr>
            <a:xfrm>
              <a:off x="1583350" y="3416000"/>
              <a:ext cx="9150" cy="13450"/>
            </a:xfrm>
            <a:custGeom>
              <a:avLst/>
              <a:gdLst/>
              <a:ahLst/>
              <a:cxnLst/>
              <a:rect l="l" t="t" r="r" b="b"/>
              <a:pathLst>
                <a:path w="366" h="538" extrusionOk="0">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60" name="Google Shape;12360;p76"/>
            <p:cNvSpPr/>
            <p:nvPr/>
          </p:nvSpPr>
          <p:spPr>
            <a:xfrm>
              <a:off x="989675" y="1551075"/>
              <a:ext cx="1615425" cy="1865375"/>
            </a:xfrm>
            <a:custGeom>
              <a:avLst/>
              <a:gdLst/>
              <a:ahLst/>
              <a:cxnLst/>
              <a:rect l="l" t="t" r="r" b="b"/>
              <a:pathLst>
                <a:path w="64617" h="74615" extrusionOk="0">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61" name="Google Shape;12361;p76"/>
            <p:cNvSpPr/>
            <p:nvPr/>
          </p:nvSpPr>
          <p:spPr>
            <a:xfrm>
              <a:off x="2436050" y="2480575"/>
              <a:ext cx="6675" cy="6050"/>
            </a:xfrm>
            <a:custGeom>
              <a:avLst/>
              <a:gdLst/>
              <a:ahLst/>
              <a:cxnLst/>
              <a:rect l="l" t="t" r="r" b="b"/>
              <a:pathLst>
                <a:path w="267" h="242" extrusionOk="0">
                  <a:moveTo>
                    <a:pt x="256" y="1"/>
                  </a:moveTo>
                  <a:cubicBezTo>
                    <a:pt x="243" y="1"/>
                    <a:pt x="165" y="73"/>
                    <a:pt x="1" y="242"/>
                  </a:cubicBezTo>
                  <a:cubicBezTo>
                    <a:pt x="59" y="207"/>
                    <a:pt x="114" y="164"/>
                    <a:pt x="174" y="126"/>
                  </a:cubicBezTo>
                  <a:cubicBezTo>
                    <a:pt x="236" y="47"/>
                    <a:pt x="266" y="1"/>
                    <a:pt x="2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62" name="Google Shape;12362;p76"/>
            <p:cNvSpPr/>
            <p:nvPr/>
          </p:nvSpPr>
          <p:spPr>
            <a:xfrm>
              <a:off x="3237575" y="748750"/>
              <a:ext cx="6150" cy="6250"/>
            </a:xfrm>
            <a:custGeom>
              <a:avLst/>
              <a:gdLst/>
              <a:ahLst/>
              <a:cxnLst/>
              <a:rect l="l" t="t" r="r" b="b"/>
              <a:pathLst>
                <a:path w="246" h="250" extrusionOk="0">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63" name="Google Shape;12363;p76"/>
            <p:cNvSpPr/>
            <p:nvPr/>
          </p:nvSpPr>
          <p:spPr>
            <a:xfrm>
              <a:off x="3544900" y="2688975"/>
              <a:ext cx="3150" cy="5800"/>
            </a:xfrm>
            <a:custGeom>
              <a:avLst/>
              <a:gdLst/>
              <a:ahLst/>
              <a:cxnLst/>
              <a:rect l="l" t="t" r="r" b="b"/>
              <a:pathLst>
                <a:path w="126" h="232" extrusionOk="0">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64" name="Google Shape;12364;p76"/>
            <p:cNvSpPr/>
            <p:nvPr/>
          </p:nvSpPr>
          <p:spPr>
            <a:xfrm>
              <a:off x="3431000" y="2330125"/>
              <a:ext cx="228750" cy="311750"/>
            </a:xfrm>
            <a:custGeom>
              <a:avLst/>
              <a:gdLst/>
              <a:ahLst/>
              <a:cxnLst/>
              <a:rect l="l" t="t" r="r" b="b"/>
              <a:pathLst>
                <a:path w="9150" h="12470" extrusionOk="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2365" name="Google Shape;12365;p76"/>
          <p:cNvGrpSpPr/>
          <p:nvPr/>
        </p:nvGrpSpPr>
        <p:grpSpPr>
          <a:xfrm>
            <a:off x="3548403" y="2849588"/>
            <a:ext cx="2310282" cy="1374222"/>
            <a:chOff x="238125" y="732525"/>
            <a:chExt cx="7130500" cy="4241425"/>
          </a:xfrm>
        </p:grpSpPr>
        <p:sp>
          <p:nvSpPr>
            <p:cNvPr id="12366" name="Google Shape;12366;p76"/>
            <p:cNvSpPr/>
            <p:nvPr/>
          </p:nvSpPr>
          <p:spPr>
            <a:xfrm>
              <a:off x="3175800" y="1003350"/>
              <a:ext cx="3741725" cy="3331975"/>
            </a:xfrm>
            <a:custGeom>
              <a:avLst/>
              <a:gdLst/>
              <a:ahLst/>
              <a:cxnLst/>
              <a:rect l="l" t="t" r="r" b="b"/>
              <a:pathLst>
                <a:path w="149669" h="133279" extrusionOk="0">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67" name="Google Shape;12367;p76"/>
            <p:cNvSpPr/>
            <p:nvPr/>
          </p:nvSpPr>
          <p:spPr>
            <a:xfrm>
              <a:off x="3167575" y="993250"/>
              <a:ext cx="3759100" cy="3349975"/>
            </a:xfrm>
            <a:custGeom>
              <a:avLst/>
              <a:gdLst/>
              <a:ahLst/>
              <a:cxnLst/>
              <a:rect l="l" t="t" r="r" b="b"/>
              <a:pathLst>
                <a:path w="150364" h="133999" extrusionOk="0">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68" name="Google Shape;12368;p76"/>
            <p:cNvSpPr/>
            <p:nvPr/>
          </p:nvSpPr>
          <p:spPr>
            <a:xfrm>
              <a:off x="4467225" y="3815075"/>
              <a:ext cx="177425" cy="289800"/>
            </a:xfrm>
            <a:custGeom>
              <a:avLst/>
              <a:gdLst/>
              <a:ahLst/>
              <a:cxnLst/>
              <a:rect l="l" t="t" r="r" b="b"/>
              <a:pathLst>
                <a:path w="7097" h="11592" extrusionOk="0">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69" name="Google Shape;12369;p76"/>
            <p:cNvSpPr/>
            <p:nvPr/>
          </p:nvSpPr>
          <p:spPr>
            <a:xfrm>
              <a:off x="4458375" y="3806875"/>
              <a:ext cx="194800" cy="307475"/>
            </a:xfrm>
            <a:custGeom>
              <a:avLst/>
              <a:gdLst/>
              <a:ahLst/>
              <a:cxnLst/>
              <a:rect l="l" t="t" r="r" b="b"/>
              <a:pathLst>
                <a:path w="7792" h="12299" extrusionOk="0">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70" name="Google Shape;12370;p76"/>
            <p:cNvSpPr/>
            <p:nvPr/>
          </p:nvSpPr>
          <p:spPr>
            <a:xfrm>
              <a:off x="5304725" y="3312525"/>
              <a:ext cx="45475" cy="78625"/>
            </a:xfrm>
            <a:custGeom>
              <a:avLst/>
              <a:gdLst/>
              <a:ahLst/>
              <a:cxnLst/>
              <a:rect l="l" t="t" r="r" b="b"/>
              <a:pathLst>
                <a:path w="1819" h="3145" extrusionOk="0">
                  <a:moveTo>
                    <a:pt x="480" y="0"/>
                  </a:moveTo>
                  <a:lnTo>
                    <a:pt x="0" y="1654"/>
                  </a:lnTo>
                  <a:lnTo>
                    <a:pt x="480" y="3144"/>
                  </a:lnTo>
                  <a:lnTo>
                    <a:pt x="1503" y="2753"/>
                  </a:lnTo>
                  <a:lnTo>
                    <a:pt x="1818" y="1566"/>
                  </a:lnTo>
                  <a:lnTo>
                    <a:pt x="48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71" name="Google Shape;12371;p76"/>
            <p:cNvSpPr/>
            <p:nvPr/>
          </p:nvSpPr>
          <p:spPr>
            <a:xfrm>
              <a:off x="5296500" y="3296100"/>
              <a:ext cx="62525" cy="105475"/>
            </a:xfrm>
            <a:custGeom>
              <a:avLst/>
              <a:gdLst/>
              <a:ahLst/>
              <a:cxnLst/>
              <a:rect l="l" t="t" r="r" b="b"/>
              <a:pathLst>
                <a:path w="2501" h="4219" extrusionOk="0">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72" name="Google Shape;12372;p76"/>
            <p:cNvSpPr/>
            <p:nvPr/>
          </p:nvSpPr>
          <p:spPr>
            <a:xfrm>
              <a:off x="5643750" y="3420800"/>
              <a:ext cx="232675" cy="252250"/>
            </a:xfrm>
            <a:custGeom>
              <a:avLst/>
              <a:gdLst/>
              <a:ahLst/>
              <a:cxnLst/>
              <a:rect l="l" t="t" r="r" b="b"/>
              <a:pathLst>
                <a:path w="9307" h="10090" extrusionOk="0">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73" name="Google Shape;12373;p76"/>
            <p:cNvSpPr/>
            <p:nvPr/>
          </p:nvSpPr>
          <p:spPr>
            <a:xfrm>
              <a:off x="5628275" y="3412900"/>
              <a:ext cx="256350" cy="268025"/>
            </a:xfrm>
            <a:custGeom>
              <a:avLst/>
              <a:gdLst/>
              <a:ahLst/>
              <a:cxnLst/>
              <a:rect l="l" t="t" r="r" b="b"/>
              <a:pathLst>
                <a:path w="10254" h="10721" extrusionOk="0">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74" name="Google Shape;12374;p76"/>
            <p:cNvSpPr/>
            <p:nvPr/>
          </p:nvSpPr>
          <p:spPr>
            <a:xfrm>
              <a:off x="5873550" y="3662925"/>
              <a:ext cx="284775" cy="73250"/>
            </a:xfrm>
            <a:custGeom>
              <a:avLst/>
              <a:gdLst/>
              <a:ahLst/>
              <a:cxnLst/>
              <a:rect l="l" t="t" r="r" b="b"/>
              <a:pathLst>
                <a:path w="11391" h="2930" extrusionOk="0">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75" name="Google Shape;12375;p76"/>
            <p:cNvSpPr/>
            <p:nvPr/>
          </p:nvSpPr>
          <p:spPr>
            <a:xfrm>
              <a:off x="5859050" y="3654075"/>
              <a:ext cx="342200" cy="90000"/>
            </a:xfrm>
            <a:custGeom>
              <a:avLst/>
              <a:gdLst/>
              <a:ahLst/>
              <a:cxnLst/>
              <a:rect l="l" t="t" r="r" b="b"/>
              <a:pathLst>
                <a:path w="13688" h="3600" extrusionOk="0">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76" name="Google Shape;12376;p76"/>
            <p:cNvSpPr/>
            <p:nvPr/>
          </p:nvSpPr>
          <p:spPr>
            <a:xfrm>
              <a:off x="6185775" y="3706475"/>
              <a:ext cx="137975" cy="31600"/>
            </a:xfrm>
            <a:custGeom>
              <a:avLst/>
              <a:gdLst/>
              <a:ahLst/>
              <a:cxnLst/>
              <a:rect l="l" t="t" r="r" b="b"/>
              <a:pathLst>
                <a:path w="5519" h="1264" extrusionOk="0">
                  <a:moveTo>
                    <a:pt x="3397" y="1"/>
                  </a:moveTo>
                  <a:lnTo>
                    <a:pt x="0" y="556"/>
                  </a:lnTo>
                  <a:lnTo>
                    <a:pt x="1818" y="1263"/>
                  </a:lnTo>
                  <a:lnTo>
                    <a:pt x="5518" y="556"/>
                  </a:lnTo>
                  <a:lnTo>
                    <a:pt x="339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77" name="Google Shape;12377;p76"/>
            <p:cNvSpPr/>
            <p:nvPr/>
          </p:nvSpPr>
          <p:spPr>
            <a:xfrm>
              <a:off x="6156100" y="3698600"/>
              <a:ext cx="203625" cy="47675"/>
            </a:xfrm>
            <a:custGeom>
              <a:avLst/>
              <a:gdLst/>
              <a:ahLst/>
              <a:cxnLst/>
              <a:rect l="l" t="t" r="r" b="b"/>
              <a:pathLst>
                <a:path w="8145" h="1907" extrusionOk="0">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78" name="Google Shape;12378;p76"/>
            <p:cNvSpPr/>
            <p:nvPr/>
          </p:nvSpPr>
          <p:spPr>
            <a:xfrm>
              <a:off x="6158300" y="3493725"/>
              <a:ext cx="139875" cy="161950"/>
            </a:xfrm>
            <a:custGeom>
              <a:avLst/>
              <a:gdLst/>
              <a:ahLst/>
              <a:cxnLst/>
              <a:rect l="l" t="t" r="r" b="b"/>
              <a:pathLst>
                <a:path w="5595" h="6478" extrusionOk="0">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79" name="Google Shape;12379;p76"/>
            <p:cNvSpPr/>
            <p:nvPr/>
          </p:nvSpPr>
          <p:spPr>
            <a:xfrm>
              <a:off x="6149775" y="3484875"/>
              <a:ext cx="165125" cy="188175"/>
            </a:xfrm>
            <a:custGeom>
              <a:avLst/>
              <a:gdLst/>
              <a:ahLst/>
              <a:cxnLst/>
              <a:rect l="l" t="t" r="r" b="b"/>
              <a:pathLst>
                <a:path w="6605" h="7527" extrusionOk="0">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80" name="Google Shape;12380;p76"/>
            <p:cNvSpPr/>
            <p:nvPr/>
          </p:nvSpPr>
          <p:spPr>
            <a:xfrm>
              <a:off x="5945525" y="3367450"/>
              <a:ext cx="213125" cy="254775"/>
            </a:xfrm>
            <a:custGeom>
              <a:avLst/>
              <a:gdLst/>
              <a:ahLst/>
              <a:cxnLst/>
              <a:rect l="l" t="t" r="r" b="b"/>
              <a:pathLst>
                <a:path w="8525" h="10191" extrusionOk="0">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81" name="Google Shape;12381;p76"/>
            <p:cNvSpPr/>
            <p:nvPr/>
          </p:nvSpPr>
          <p:spPr>
            <a:xfrm>
              <a:off x="5936075" y="3355775"/>
              <a:ext cx="232350" cy="278450"/>
            </a:xfrm>
            <a:custGeom>
              <a:avLst/>
              <a:gdLst/>
              <a:ahLst/>
              <a:cxnLst/>
              <a:rect l="l" t="t" r="r" b="b"/>
              <a:pathLst>
                <a:path w="9294" h="11138" extrusionOk="0">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82" name="Google Shape;12382;p76"/>
            <p:cNvSpPr/>
            <p:nvPr/>
          </p:nvSpPr>
          <p:spPr>
            <a:xfrm>
              <a:off x="6429775" y="3529075"/>
              <a:ext cx="453650" cy="254450"/>
            </a:xfrm>
            <a:custGeom>
              <a:avLst/>
              <a:gdLst/>
              <a:ahLst/>
              <a:cxnLst/>
              <a:rect l="l" t="t" r="r" b="b"/>
              <a:pathLst>
                <a:path w="18146" h="10178" extrusionOk="0">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83" name="Google Shape;12383;p76"/>
            <p:cNvSpPr/>
            <p:nvPr/>
          </p:nvSpPr>
          <p:spPr>
            <a:xfrm>
              <a:off x="6416200" y="3519925"/>
              <a:ext cx="483325" cy="271500"/>
            </a:xfrm>
            <a:custGeom>
              <a:avLst/>
              <a:gdLst/>
              <a:ahLst/>
              <a:cxnLst/>
              <a:rect l="l" t="t" r="r" b="b"/>
              <a:pathLst>
                <a:path w="19333" h="10860" extrusionOk="0">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84" name="Google Shape;12384;p76"/>
            <p:cNvSpPr/>
            <p:nvPr/>
          </p:nvSpPr>
          <p:spPr>
            <a:xfrm>
              <a:off x="5992575" y="3785400"/>
              <a:ext cx="867500" cy="764650"/>
            </a:xfrm>
            <a:custGeom>
              <a:avLst/>
              <a:gdLst/>
              <a:ahLst/>
              <a:cxnLst/>
              <a:rect l="l" t="t" r="r" b="b"/>
              <a:pathLst>
                <a:path w="34700" h="30586" extrusionOk="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85" name="Google Shape;12385;p76"/>
            <p:cNvSpPr/>
            <p:nvPr/>
          </p:nvSpPr>
          <p:spPr>
            <a:xfrm>
              <a:off x="5985000" y="3768350"/>
              <a:ext cx="883600" cy="789850"/>
            </a:xfrm>
            <a:custGeom>
              <a:avLst/>
              <a:gdLst/>
              <a:ahLst/>
              <a:cxnLst/>
              <a:rect l="l" t="t" r="r" b="b"/>
              <a:pathLst>
                <a:path w="35344" h="31594" extrusionOk="0">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86" name="Google Shape;12386;p76"/>
            <p:cNvSpPr/>
            <p:nvPr/>
          </p:nvSpPr>
          <p:spPr>
            <a:xfrm>
              <a:off x="6575950" y="4616250"/>
              <a:ext cx="97550" cy="109575"/>
            </a:xfrm>
            <a:custGeom>
              <a:avLst/>
              <a:gdLst/>
              <a:ahLst/>
              <a:cxnLst/>
              <a:rect l="l" t="t" r="r" b="b"/>
              <a:pathLst>
                <a:path w="3902" h="4383" extrusionOk="0">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87" name="Google Shape;12387;p76"/>
            <p:cNvSpPr/>
            <p:nvPr/>
          </p:nvSpPr>
          <p:spPr>
            <a:xfrm>
              <a:off x="6568050" y="4609625"/>
              <a:ext cx="115875" cy="126600"/>
            </a:xfrm>
            <a:custGeom>
              <a:avLst/>
              <a:gdLst/>
              <a:ahLst/>
              <a:cxnLst/>
              <a:rect l="l" t="t" r="r" b="b"/>
              <a:pathLst>
                <a:path w="4635" h="5064" extrusionOk="0">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88" name="Google Shape;12388;p76"/>
            <p:cNvSpPr/>
            <p:nvPr/>
          </p:nvSpPr>
          <p:spPr>
            <a:xfrm>
              <a:off x="6995150" y="4713800"/>
              <a:ext cx="195750" cy="190700"/>
            </a:xfrm>
            <a:custGeom>
              <a:avLst/>
              <a:gdLst/>
              <a:ahLst/>
              <a:cxnLst/>
              <a:rect l="l" t="t" r="r" b="b"/>
              <a:pathLst>
                <a:path w="7830" h="7628" extrusionOk="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89" name="Google Shape;12389;p76"/>
            <p:cNvSpPr/>
            <p:nvPr/>
          </p:nvSpPr>
          <p:spPr>
            <a:xfrm>
              <a:off x="6985700" y="4705900"/>
              <a:ext cx="213100" cy="209650"/>
            </a:xfrm>
            <a:custGeom>
              <a:avLst/>
              <a:gdLst/>
              <a:ahLst/>
              <a:cxnLst/>
              <a:rect l="l" t="t" r="r" b="b"/>
              <a:pathLst>
                <a:path w="8524" h="8386" extrusionOk="0">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90" name="Google Shape;12390;p76"/>
            <p:cNvSpPr/>
            <p:nvPr/>
          </p:nvSpPr>
          <p:spPr>
            <a:xfrm>
              <a:off x="7223700" y="4478300"/>
              <a:ext cx="126625" cy="235850"/>
            </a:xfrm>
            <a:custGeom>
              <a:avLst/>
              <a:gdLst/>
              <a:ahLst/>
              <a:cxnLst/>
              <a:rect l="l" t="t" r="r" b="b"/>
              <a:pathLst>
                <a:path w="5065" h="9434" extrusionOk="0">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91" name="Google Shape;12391;p76"/>
            <p:cNvSpPr/>
            <p:nvPr/>
          </p:nvSpPr>
          <p:spPr>
            <a:xfrm>
              <a:off x="7219600" y="4466625"/>
              <a:ext cx="149025" cy="258875"/>
            </a:xfrm>
            <a:custGeom>
              <a:avLst/>
              <a:gdLst/>
              <a:ahLst/>
              <a:cxnLst/>
              <a:rect l="l" t="t" r="r" b="b"/>
              <a:pathLst>
                <a:path w="5961" h="10355" extrusionOk="0">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92" name="Google Shape;12392;p76"/>
            <p:cNvSpPr/>
            <p:nvPr/>
          </p:nvSpPr>
          <p:spPr>
            <a:xfrm>
              <a:off x="6134625" y="2921400"/>
              <a:ext cx="43275" cy="96300"/>
            </a:xfrm>
            <a:custGeom>
              <a:avLst/>
              <a:gdLst/>
              <a:ahLst/>
              <a:cxnLst/>
              <a:rect l="l" t="t" r="r" b="b"/>
              <a:pathLst>
                <a:path w="1731" h="3852" extrusionOk="0">
                  <a:moveTo>
                    <a:pt x="1415" y="0"/>
                  </a:moveTo>
                  <a:lnTo>
                    <a:pt x="1" y="682"/>
                  </a:lnTo>
                  <a:lnTo>
                    <a:pt x="1" y="2627"/>
                  </a:lnTo>
                  <a:lnTo>
                    <a:pt x="1415" y="3852"/>
                  </a:lnTo>
                  <a:lnTo>
                    <a:pt x="1730" y="1920"/>
                  </a:lnTo>
                  <a:lnTo>
                    <a:pt x="141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93" name="Google Shape;12393;p76"/>
            <p:cNvSpPr/>
            <p:nvPr/>
          </p:nvSpPr>
          <p:spPr>
            <a:xfrm>
              <a:off x="6126725" y="2909725"/>
              <a:ext cx="59375" cy="122825"/>
            </a:xfrm>
            <a:custGeom>
              <a:avLst/>
              <a:gdLst/>
              <a:ahLst/>
              <a:cxnLst/>
              <a:rect l="l" t="t" r="r" b="b"/>
              <a:pathLst>
                <a:path w="2375" h="4913" extrusionOk="0">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94" name="Google Shape;12394;p76"/>
            <p:cNvSpPr/>
            <p:nvPr/>
          </p:nvSpPr>
          <p:spPr>
            <a:xfrm>
              <a:off x="5917450" y="3060600"/>
              <a:ext cx="65350" cy="60650"/>
            </a:xfrm>
            <a:custGeom>
              <a:avLst/>
              <a:gdLst/>
              <a:ahLst/>
              <a:cxnLst/>
              <a:rect l="l" t="t" r="r" b="b"/>
              <a:pathLst>
                <a:path w="2614" h="2426" extrusionOk="0">
                  <a:moveTo>
                    <a:pt x="1099" y="1"/>
                  </a:moveTo>
                  <a:lnTo>
                    <a:pt x="0" y="1175"/>
                  </a:lnTo>
                  <a:lnTo>
                    <a:pt x="568" y="2425"/>
                  </a:lnTo>
                  <a:lnTo>
                    <a:pt x="1440" y="2425"/>
                  </a:lnTo>
                  <a:lnTo>
                    <a:pt x="2614" y="708"/>
                  </a:lnTo>
                  <a:lnTo>
                    <a:pt x="109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95" name="Google Shape;12395;p76"/>
            <p:cNvSpPr/>
            <p:nvPr/>
          </p:nvSpPr>
          <p:spPr>
            <a:xfrm>
              <a:off x="5908275" y="3050825"/>
              <a:ext cx="86225" cy="78325"/>
            </a:xfrm>
            <a:custGeom>
              <a:avLst/>
              <a:gdLst/>
              <a:ahLst/>
              <a:cxnLst/>
              <a:rect l="l" t="t" r="r" b="b"/>
              <a:pathLst>
                <a:path w="3449" h="3133" extrusionOk="0">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96" name="Google Shape;12396;p76"/>
            <p:cNvSpPr/>
            <p:nvPr/>
          </p:nvSpPr>
          <p:spPr>
            <a:xfrm>
              <a:off x="6168100" y="3083025"/>
              <a:ext cx="108300" cy="173650"/>
            </a:xfrm>
            <a:custGeom>
              <a:avLst/>
              <a:gdLst/>
              <a:ahLst/>
              <a:cxnLst/>
              <a:rect l="l" t="t" r="r" b="b"/>
              <a:pathLst>
                <a:path w="4332" h="6946" extrusionOk="0">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97" name="Google Shape;12397;p76"/>
            <p:cNvSpPr/>
            <p:nvPr/>
          </p:nvSpPr>
          <p:spPr>
            <a:xfrm>
              <a:off x="6159575" y="3067875"/>
              <a:ext cx="125650" cy="204275"/>
            </a:xfrm>
            <a:custGeom>
              <a:avLst/>
              <a:gdLst/>
              <a:ahLst/>
              <a:cxnLst/>
              <a:rect l="l" t="t" r="r" b="b"/>
              <a:pathLst>
                <a:path w="5026" h="8171" extrusionOk="0">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98" name="Google Shape;12398;p76"/>
            <p:cNvSpPr/>
            <p:nvPr/>
          </p:nvSpPr>
          <p:spPr>
            <a:xfrm>
              <a:off x="6241950" y="3244650"/>
              <a:ext cx="111475" cy="160375"/>
            </a:xfrm>
            <a:custGeom>
              <a:avLst/>
              <a:gdLst/>
              <a:ahLst/>
              <a:cxnLst/>
              <a:rect l="l" t="t" r="r" b="b"/>
              <a:pathLst>
                <a:path w="4459" h="6415" extrusionOk="0">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99" name="Google Shape;12399;p76"/>
            <p:cNvSpPr/>
            <p:nvPr/>
          </p:nvSpPr>
          <p:spPr>
            <a:xfrm>
              <a:off x="6225225" y="3228550"/>
              <a:ext cx="138600" cy="187525"/>
            </a:xfrm>
            <a:custGeom>
              <a:avLst/>
              <a:gdLst/>
              <a:ahLst/>
              <a:cxnLst/>
              <a:rect l="l" t="t" r="r" b="b"/>
              <a:pathLst>
                <a:path w="5544" h="7501" extrusionOk="0">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00" name="Google Shape;12400;p76"/>
            <p:cNvSpPr/>
            <p:nvPr/>
          </p:nvSpPr>
          <p:spPr>
            <a:xfrm>
              <a:off x="6323400" y="2434950"/>
              <a:ext cx="220375" cy="347575"/>
            </a:xfrm>
            <a:custGeom>
              <a:avLst/>
              <a:gdLst/>
              <a:ahLst/>
              <a:cxnLst/>
              <a:rect l="l" t="t" r="r" b="b"/>
              <a:pathLst>
                <a:path w="8815" h="13903" extrusionOk="0">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01" name="Google Shape;12401;p76"/>
            <p:cNvSpPr/>
            <p:nvPr/>
          </p:nvSpPr>
          <p:spPr>
            <a:xfrm>
              <a:off x="6314250" y="2424850"/>
              <a:ext cx="238050" cy="377575"/>
            </a:xfrm>
            <a:custGeom>
              <a:avLst/>
              <a:gdLst/>
              <a:ahLst/>
              <a:cxnLst/>
              <a:rect l="l" t="t" r="r" b="b"/>
              <a:pathLst>
                <a:path w="9522" h="15103" extrusionOk="0">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02" name="Google Shape;12402;p76"/>
            <p:cNvSpPr/>
            <p:nvPr/>
          </p:nvSpPr>
          <p:spPr>
            <a:xfrm>
              <a:off x="6470500" y="2285950"/>
              <a:ext cx="89675" cy="141450"/>
            </a:xfrm>
            <a:custGeom>
              <a:avLst/>
              <a:gdLst/>
              <a:ahLst/>
              <a:cxnLst/>
              <a:rect l="l" t="t" r="r" b="b"/>
              <a:pathLst>
                <a:path w="3587" h="5658" extrusionOk="0">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03" name="Google Shape;12403;p76"/>
            <p:cNvSpPr/>
            <p:nvPr/>
          </p:nvSpPr>
          <p:spPr>
            <a:xfrm>
              <a:off x="6462300" y="2274900"/>
              <a:ext cx="105775" cy="160375"/>
            </a:xfrm>
            <a:custGeom>
              <a:avLst/>
              <a:gdLst/>
              <a:ahLst/>
              <a:cxnLst/>
              <a:rect l="l" t="t" r="r" b="b"/>
              <a:pathLst>
                <a:path w="4231" h="6415" extrusionOk="0">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04" name="Google Shape;12404;p76"/>
            <p:cNvSpPr/>
            <p:nvPr/>
          </p:nvSpPr>
          <p:spPr>
            <a:xfrm>
              <a:off x="6378950" y="1950375"/>
              <a:ext cx="126300" cy="303725"/>
            </a:xfrm>
            <a:custGeom>
              <a:avLst/>
              <a:gdLst/>
              <a:ahLst/>
              <a:cxnLst/>
              <a:rect l="l" t="t" r="r" b="b"/>
              <a:pathLst>
                <a:path w="5052" h="12149" extrusionOk="0">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05" name="Google Shape;12405;p76"/>
            <p:cNvSpPr/>
            <p:nvPr/>
          </p:nvSpPr>
          <p:spPr>
            <a:xfrm>
              <a:off x="6370425" y="1934925"/>
              <a:ext cx="145575" cy="327050"/>
            </a:xfrm>
            <a:custGeom>
              <a:avLst/>
              <a:gdLst/>
              <a:ahLst/>
              <a:cxnLst/>
              <a:rect l="l" t="t" r="r" b="b"/>
              <a:pathLst>
                <a:path w="5823" h="13082" extrusionOk="0">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06" name="Google Shape;12406;p76"/>
            <p:cNvSpPr/>
            <p:nvPr/>
          </p:nvSpPr>
          <p:spPr>
            <a:xfrm>
              <a:off x="5626075" y="893825"/>
              <a:ext cx="145875" cy="113350"/>
            </a:xfrm>
            <a:custGeom>
              <a:avLst/>
              <a:gdLst/>
              <a:ahLst/>
              <a:cxnLst/>
              <a:rect l="l" t="t" r="r" b="b"/>
              <a:pathLst>
                <a:path w="5835" h="4534" extrusionOk="0">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07" name="Google Shape;12407;p76"/>
            <p:cNvSpPr/>
            <p:nvPr/>
          </p:nvSpPr>
          <p:spPr>
            <a:xfrm>
              <a:off x="5617225" y="885625"/>
              <a:ext cx="162600" cy="131025"/>
            </a:xfrm>
            <a:custGeom>
              <a:avLst/>
              <a:gdLst/>
              <a:ahLst/>
              <a:cxnLst/>
              <a:rect l="l" t="t" r="r" b="b"/>
              <a:pathLst>
                <a:path w="6504" h="5241" extrusionOk="0">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08" name="Google Shape;12408;p76"/>
            <p:cNvSpPr/>
            <p:nvPr/>
          </p:nvSpPr>
          <p:spPr>
            <a:xfrm>
              <a:off x="5828725" y="897925"/>
              <a:ext cx="80850" cy="36650"/>
            </a:xfrm>
            <a:custGeom>
              <a:avLst/>
              <a:gdLst/>
              <a:ahLst/>
              <a:cxnLst/>
              <a:rect l="l" t="t" r="r" b="b"/>
              <a:pathLst>
                <a:path w="3234" h="1466" extrusionOk="0">
                  <a:moveTo>
                    <a:pt x="1" y="1"/>
                  </a:moveTo>
                  <a:lnTo>
                    <a:pt x="885" y="1465"/>
                  </a:lnTo>
                  <a:lnTo>
                    <a:pt x="3233" y="733"/>
                  </a:lnTo>
                  <a:lnTo>
                    <a:pt x="235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09" name="Google Shape;12409;p76"/>
            <p:cNvSpPr/>
            <p:nvPr/>
          </p:nvSpPr>
          <p:spPr>
            <a:xfrm>
              <a:off x="5814525" y="890350"/>
              <a:ext cx="111475" cy="53700"/>
            </a:xfrm>
            <a:custGeom>
              <a:avLst/>
              <a:gdLst/>
              <a:ahLst/>
              <a:cxnLst/>
              <a:rect l="l" t="t" r="r" b="b"/>
              <a:pathLst>
                <a:path w="4459" h="2148" extrusionOk="0">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10" name="Google Shape;12410;p76"/>
            <p:cNvSpPr/>
            <p:nvPr/>
          </p:nvSpPr>
          <p:spPr>
            <a:xfrm>
              <a:off x="5765925" y="1013475"/>
              <a:ext cx="80825" cy="48625"/>
            </a:xfrm>
            <a:custGeom>
              <a:avLst/>
              <a:gdLst/>
              <a:ahLst/>
              <a:cxnLst/>
              <a:rect l="l" t="t" r="r" b="b"/>
              <a:pathLst>
                <a:path w="3233" h="1945" extrusionOk="0">
                  <a:moveTo>
                    <a:pt x="0" y="0"/>
                  </a:moveTo>
                  <a:lnTo>
                    <a:pt x="871" y="1945"/>
                  </a:lnTo>
                  <a:lnTo>
                    <a:pt x="3233" y="972"/>
                  </a:lnTo>
                  <a:lnTo>
                    <a:pt x="1616" y="164"/>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11" name="Google Shape;12411;p76"/>
            <p:cNvSpPr/>
            <p:nvPr/>
          </p:nvSpPr>
          <p:spPr>
            <a:xfrm>
              <a:off x="5752975" y="1004300"/>
              <a:ext cx="113025" cy="68225"/>
            </a:xfrm>
            <a:custGeom>
              <a:avLst/>
              <a:gdLst/>
              <a:ahLst/>
              <a:cxnLst/>
              <a:rect l="l" t="t" r="r" b="b"/>
              <a:pathLst>
                <a:path w="4521" h="2729" extrusionOk="0">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12" name="Google Shape;12412;p76"/>
            <p:cNvSpPr/>
            <p:nvPr/>
          </p:nvSpPr>
          <p:spPr>
            <a:xfrm>
              <a:off x="4952100" y="890350"/>
              <a:ext cx="78950" cy="112725"/>
            </a:xfrm>
            <a:custGeom>
              <a:avLst/>
              <a:gdLst/>
              <a:ahLst/>
              <a:cxnLst/>
              <a:rect l="l" t="t" r="r" b="b"/>
              <a:pathLst>
                <a:path w="3158" h="4509" extrusionOk="0">
                  <a:moveTo>
                    <a:pt x="1" y="0"/>
                  </a:moveTo>
                  <a:lnTo>
                    <a:pt x="1" y="1882"/>
                  </a:lnTo>
                  <a:lnTo>
                    <a:pt x="960" y="4508"/>
                  </a:lnTo>
                  <a:lnTo>
                    <a:pt x="3157" y="2576"/>
                  </a:lnTo>
                  <a:lnTo>
                    <a:pt x="3157" y="1251"/>
                  </a:lnTo>
                  <a:lnTo>
                    <a:pt x="1"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13" name="Google Shape;12413;p76"/>
            <p:cNvSpPr/>
            <p:nvPr/>
          </p:nvSpPr>
          <p:spPr>
            <a:xfrm>
              <a:off x="4944200" y="878675"/>
              <a:ext cx="94750" cy="137975"/>
            </a:xfrm>
            <a:custGeom>
              <a:avLst/>
              <a:gdLst/>
              <a:ahLst/>
              <a:cxnLst/>
              <a:rect l="l" t="t" r="r" b="b"/>
              <a:pathLst>
                <a:path w="3790" h="5519" extrusionOk="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14" name="Google Shape;12414;p76"/>
            <p:cNvSpPr/>
            <p:nvPr/>
          </p:nvSpPr>
          <p:spPr>
            <a:xfrm>
              <a:off x="4770275" y="799125"/>
              <a:ext cx="164800" cy="161950"/>
            </a:xfrm>
            <a:custGeom>
              <a:avLst/>
              <a:gdLst/>
              <a:ahLst/>
              <a:cxnLst/>
              <a:rect l="l" t="t" r="r" b="b"/>
              <a:pathLst>
                <a:path w="6592" h="6478" extrusionOk="0">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15" name="Google Shape;12415;p76"/>
            <p:cNvSpPr/>
            <p:nvPr/>
          </p:nvSpPr>
          <p:spPr>
            <a:xfrm>
              <a:off x="4761750" y="785550"/>
              <a:ext cx="184075" cy="183425"/>
            </a:xfrm>
            <a:custGeom>
              <a:avLst/>
              <a:gdLst/>
              <a:ahLst/>
              <a:cxnLst/>
              <a:rect l="l" t="t" r="r" b="b"/>
              <a:pathLst>
                <a:path w="7363" h="7337" extrusionOk="0">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16" name="Google Shape;12416;p76"/>
            <p:cNvSpPr/>
            <p:nvPr/>
          </p:nvSpPr>
          <p:spPr>
            <a:xfrm>
              <a:off x="4392100" y="1174150"/>
              <a:ext cx="165750" cy="386075"/>
            </a:xfrm>
            <a:custGeom>
              <a:avLst/>
              <a:gdLst/>
              <a:ahLst/>
              <a:cxnLst/>
              <a:rect l="l" t="t" r="r" b="b"/>
              <a:pathLst>
                <a:path w="6630" h="15443" extrusionOk="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17" name="Google Shape;12417;p76"/>
            <p:cNvSpPr/>
            <p:nvPr/>
          </p:nvSpPr>
          <p:spPr>
            <a:xfrm>
              <a:off x="4383875" y="1161200"/>
              <a:ext cx="181875" cy="406925"/>
            </a:xfrm>
            <a:custGeom>
              <a:avLst/>
              <a:gdLst/>
              <a:ahLst/>
              <a:cxnLst/>
              <a:rect l="l" t="t" r="r" b="b"/>
              <a:pathLst>
                <a:path w="7275" h="16277" extrusionOk="0">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18" name="Google Shape;12418;p76"/>
            <p:cNvSpPr/>
            <p:nvPr/>
          </p:nvSpPr>
          <p:spPr>
            <a:xfrm>
              <a:off x="3327950" y="2153675"/>
              <a:ext cx="78950" cy="116200"/>
            </a:xfrm>
            <a:custGeom>
              <a:avLst/>
              <a:gdLst/>
              <a:ahLst/>
              <a:cxnLst/>
              <a:rect l="l" t="t" r="r" b="b"/>
              <a:pathLst>
                <a:path w="3158" h="4648" extrusionOk="0">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19" name="Google Shape;12419;p76"/>
            <p:cNvSpPr/>
            <p:nvPr/>
          </p:nvSpPr>
          <p:spPr>
            <a:xfrm>
              <a:off x="3320050" y="2144525"/>
              <a:ext cx="94725" cy="134825"/>
            </a:xfrm>
            <a:custGeom>
              <a:avLst/>
              <a:gdLst/>
              <a:ahLst/>
              <a:cxnLst/>
              <a:rect l="l" t="t" r="r" b="b"/>
              <a:pathLst>
                <a:path w="3789" h="5393" extrusionOk="0">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20" name="Google Shape;12420;p76"/>
            <p:cNvSpPr/>
            <p:nvPr/>
          </p:nvSpPr>
          <p:spPr>
            <a:xfrm>
              <a:off x="3404025" y="2057075"/>
              <a:ext cx="144925" cy="252250"/>
            </a:xfrm>
            <a:custGeom>
              <a:avLst/>
              <a:gdLst/>
              <a:ahLst/>
              <a:cxnLst/>
              <a:rect l="l" t="t" r="r" b="b"/>
              <a:pathLst>
                <a:path w="5797" h="10090" extrusionOk="0">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21" name="Google Shape;12421;p76"/>
            <p:cNvSpPr/>
            <p:nvPr/>
          </p:nvSpPr>
          <p:spPr>
            <a:xfrm>
              <a:off x="3394250" y="2048250"/>
              <a:ext cx="162600" cy="270550"/>
            </a:xfrm>
            <a:custGeom>
              <a:avLst/>
              <a:gdLst/>
              <a:ahLst/>
              <a:cxnLst/>
              <a:rect l="l" t="t" r="r" b="b"/>
              <a:pathLst>
                <a:path w="6504" h="10822" extrusionOk="0">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22" name="Google Shape;12422;p76"/>
            <p:cNvSpPr/>
            <p:nvPr/>
          </p:nvSpPr>
          <p:spPr>
            <a:xfrm>
              <a:off x="3658775" y="1084500"/>
              <a:ext cx="236775" cy="215300"/>
            </a:xfrm>
            <a:custGeom>
              <a:avLst/>
              <a:gdLst/>
              <a:ahLst/>
              <a:cxnLst/>
              <a:rect l="l" t="t" r="r" b="b"/>
              <a:pathLst>
                <a:path w="9471" h="8612" extrusionOk="0">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23" name="Google Shape;12423;p76"/>
            <p:cNvSpPr/>
            <p:nvPr/>
          </p:nvSpPr>
          <p:spPr>
            <a:xfrm>
              <a:off x="3645200" y="1074400"/>
              <a:ext cx="260450" cy="239600"/>
            </a:xfrm>
            <a:custGeom>
              <a:avLst/>
              <a:gdLst/>
              <a:ahLst/>
              <a:cxnLst/>
              <a:rect l="l" t="t" r="r" b="b"/>
              <a:pathLst>
                <a:path w="10418" h="9584" extrusionOk="0">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24" name="Google Shape;12424;p76"/>
            <p:cNvSpPr/>
            <p:nvPr/>
          </p:nvSpPr>
          <p:spPr>
            <a:xfrm>
              <a:off x="3780950" y="1045975"/>
              <a:ext cx="134825" cy="91250"/>
            </a:xfrm>
            <a:custGeom>
              <a:avLst/>
              <a:gdLst/>
              <a:ahLst/>
              <a:cxnLst/>
              <a:rect l="l" t="t" r="r" b="b"/>
              <a:pathLst>
                <a:path w="5393" h="3650" extrusionOk="0">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25" name="Google Shape;12425;p76"/>
            <p:cNvSpPr/>
            <p:nvPr/>
          </p:nvSpPr>
          <p:spPr>
            <a:xfrm>
              <a:off x="3768950" y="1035550"/>
              <a:ext cx="156600" cy="111475"/>
            </a:xfrm>
            <a:custGeom>
              <a:avLst/>
              <a:gdLst/>
              <a:ahLst/>
              <a:cxnLst/>
              <a:rect l="l" t="t" r="r" b="b"/>
              <a:pathLst>
                <a:path w="6264" h="4459" extrusionOk="0">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26" name="Google Shape;12426;p76"/>
            <p:cNvSpPr/>
            <p:nvPr/>
          </p:nvSpPr>
          <p:spPr>
            <a:xfrm>
              <a:off x="3098775" y="1751200"/>
              <a:ext cx="166375" cy="133550"/>
            </a:xfrm>
            <a:custGeom>
              <a:avLst/>
              <a:gdLst/>
              <a:ahLst/>
              <a:cxnLst/>
              <a:rect l="l" t="t" r="r" b="b"/>
              <a:pathLst>
                <a:path w="6655" h="5342" extrusionOk="0">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27" name="Google Shape;12427;p76"/>
            <p:cNvSpPr/>
            <p:nvPr/>
          </p:nvSpPr>
          <p:spPr>
            <a:xfrm>
              <a:off x="3089925" y="1740150"/>
              <a:ext cx="182800" cy="153450"/>
            </a:xfrm>
            <a:custGeom>
              <a:avLst/>
              <a:gdLst/>
              <a:ahLst/>
              <a:cxnLst/>
              <a:rect l="l" t="t" r="r" b="b"/>
              <a:pathLst>
                <a:path w="7312" h="6138" extrusionOk="0">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28" name="Google Shape;12428;p76"/>
            <p:cNvSpPr/>
            <p:nvPr/>
          </p:nvSpPr>
          <p:spPr>
            <a:xfrm>
              <a:off x="3793250" y="2636350"/>
              <a:ext cx="57175" cy="35700"/>
            </a:xfrm>
            <a:custGeom>
              <a:avLst/>
              <a:gdLst/>
              <a:ahLst/>
              <a:cxnLst/>
              <a:rect l="l" t="t" r="r" b="b"/>
              <a:pathLst>
                <a:path w="2287" h="1428" extrusionOk="0">
                  <a:moveTo>
                    <a:pt x="1743" y="0"/>
                  </a:moveTo>
                  <a:lnTo>
                    <a:pt x="1" y="480"/>
                  </a:lnTo>
                  <a:lnTo>
                    <a:pt x="2286" y="1427"/>
                  </a:lnTo>
                  <a:lnTo>
                    <a:pt x="2286" y="1427"/>
                  </a:lnTo>
                  <a:lnTo>
                    <a:pt x="174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29" name="Google Shape;12429;p76"/>
            <p:cNvSpPr/>
            <p:nvPr/>
          </p:nvSpPr>
          <p:spPr>
            <a:xfrm>
              <a:off x="3768950" y="2626875"/>
              <a:ext cx="95675" cy="59375"/>
            </a:xfrm>
            <a:custGeom>
              <a:avLst/>
              <a:gdLst/>
              <a:ahLst/>
              <a:cxnLst/>
              <a:rect l="l" t="t" r="r" b="b"/>
              <a:pathLst>
                <a:path w="3827" h="2375" extrusionOk="0">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30" name="Google Shape;12430;p76"/>
            <p:cNvSpPr/>
            <p:nvPr/>
          </p:nvSpPr>
          <p:spPr>
            <a:xfrm>
              <a:off x="3702975" y="2517025"/>
              <a:ext cx="43275" cy="68200"/>
            </a:xfrm>
            <a:custGeom>
              <a:avLst/>
              <a:gdLst/>
              <a:ahLst/>
              <a:cxnLst/>
              <a:rect l="l" t="t" r="r" b="b"/>
              <a:pathLst>
                <a:path w="1731" h="2728" extrusionOk="0">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31" name="Google Shape;12431;p76"/>
            <p:cNvSpPr/>
            <p:nvPr/>
          </p:nvSpPr>
          <p:spPr>
            <a:xfrm>
              <a:off x="3694450" y="2505025"/>
              <a:ext cx="62850" cy="88100"/>
            </a:xfrm>
            <a:custGeom>
              <a:avLst/>
              <a:gdLst/>
              <a:ahLst/>
              <a:cxnLst/>
              <a:rect l="l" t="t" r="r" b="b"/>
              <a:pathLst>
                <a:path w="2514" h="3524" extrusionOk="0">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32" name="Google Shape;12432;p76"/>
            <p:cNvSpPr/>
            <p:nvPr/>
          </p:nvSpPr>
          <p:spPr>
            <a:xfrm>
              <a:off x="3696975" y="2570375"/>
              <a:ext cx="25275" cy="78000"/>
            </a:xfrm>
            <a:custGeom>
              <a:avLst/>
              <a:gdLst/>
              <a:ahLst/>
              <a:cxnLst/>
              <a:rect l="l" t="t" r="r" b="b"/>
              <a:pathLst>
                <a:path w="1011" h="3120" extrusionOk="0">
                  <a:moveTo>
                    <a:pt x="455" y="0"/>
                  </a:moveTo>
                  <a:lnTo>
                    <a:pt x="1" y="1402"/>
                  </a:lnTo>
                  <a:lnTo>
                    <a:pt x="581" y="3119"/>
                  </a:lnTo>
                  <a:lnTo>
                    <a:pt x="1011" y="3119"/>
                  </a:lnTo>
                  <a:lnTo>
                    <a:pt x="1011" y="278"/>
                  </a:lnTo>
                  <a:lnTo>
                    <a:pt x="4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33" name="Google Shape;12433;p76"/>
            <p:cNvSpPr/>
            <p:nvPr/>
          </p:nvSpPr>
          <p:spPr>
            <a:xfrm>
              <a:off x="3688775" y="2563750"/>
              <a:ext cx="43275" cy="92500"/>
            </a:xfrm>
            <a:custGeom>
              <a:avLst/>
              <a:gdLst/>
              <a:ahLst/>
              <a:cxnLst/>
              <a:rect l="l" t="t" r="r" b="b"/>
              <a:pathLst>
                <a:path w="1731" h="3700" extrusionOk="0">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34" name="Google Shape;12434;p76"/>
            <p:cNvSpPr/>
            <p:nvPr/>
          </p:nvSpPr>
          <p:spPr>
            <a:xfrm>
              <a:off x="4360850" y="1623350"/>
              <a:ext cx="47375" cy="27475"/>
            </a:xfrm>
            <a:custGeom>
              <a:avLst/>
              <a:gdLst/>
              <a:ahLst/>
              <a:cxnLst/>
              <a:rect l="l" t="t" r="r" b="b"/>
              <a:pathLst>
                <a:path w="1895" h="1099" extrusionOk="0">
                  <a:moveTo>
                    <a:pt x="0" y="0"/>
                  </a:moveTo>
                  <a:lnTo>
                    <a:pt x="556" y="1099"/>
                  </a:lnTo>
                  <a:lnTo>
                    <a:pt x="1326" y="947"/>
                  </a:lnTo>
                  <a:lnTo>
                    <a:pt x="18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35" name="Google Shape;12435;p76"/>
            <p:cNvSpPr/>
            <p:nvPr/>
          </p:nvSpPr>
          <p:spPr>
            <a:xfrm>
              <a:off x="4347900" y="1615450"/>
              <a:ext cx="74200" cy="44550"/>
            </a:xfrm>
            <a:custGeom>
              <a:avLst/>
              <a:gdLst/>
              <a:ahLst/>
              <a:cxnLst/>
              <a:rect l="l" t="t" r="r" b="b"/>
              <a:pathLst>
                <a:path w="2968" h="1782" extrusionOk="0">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36" name="Google Shape;12436;p76"/>
            <p:cNvSpPr/>
            <p:nvPr/>
          </p:nvSpPr>
          <p:spPr>
            <a:xfrm>
              <a:off x="2445000" y="785850"/>
              <a:ext cx="922425" cy="1196450"/>
            </a:xfrm>
            <a:custGeom>
              <a:avLst/>
              <a:gdLst/>
              <a:ahLst/>
              <a:cxnLst/>
              <a:rect l="l" t="t" r="r" b="b"/>
              <a:pathLst>
                <a:path w="36897" h="47858" extrusionOk="0">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37" name="Google Shape;12437;p76"/>
            <p:cNvSpPr/>
            <p:nvPr/>
          </p:nvSpPr>
          <p:spPr>
            <a:xfrm>
              <a:off x="2437100" y="777350"/>
              <a:ext cx="939800" cy="1218525"/>
            </a:xfrm>
            <a:custGeom>
              <a:avLst/>
              <a:gdLst/>
              <a:ahLst/>
              <a:cxnLst/>
              <a:rect l="l" t="t" r="r" b="b"/>
              <a:pathLst>
                <a:path w="37592" h="48741" extrusionOk="0">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38" name="Google Shape;12438;p76"/>
            <p:cNvSpPr/>
            <p:nvPr/>
          </p:nvSpPr>
          <p:spPr>
            <a:xfrm>
              <a:off x="2067150" y="740400"/>
              <a:ext cx="667350" cy="530050"/>
            </a:xfrm>
            <a:custGeom>
              <a:avLst/>
              <a:gdLst/>
              <a:ahLst/>
              <a:cxnLst/>
              <a:rect l="l" t="t" r="r" b="b"/>
              <a:pathLst>
                <a:path w="26694" h="21202" extrusionOk="0">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39" name="Google Shape;12439;p76"/>
            <p:cNvSpPr/>
            <p:nvPr/>
          </p:nvSpPr>
          <p:spPr>
            <a:xfrm>
              <a:off x="2057975" y="732525"/>
              <a:ext cx="685375" cy="546450"/>
            </a:xfrm>
            <a:custGeom>
              <a:avLst/>
              <a:gdLst/>
              <a:ahLst/>
              <a:cxnLst/>
              <a:rect l="l" t="t" r="r" b="b"/>
              <a:pathLst>
                <a:path w="27415" h="21858" extrusionOk="0">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40" name="Google Shape;12440;p76"/>
            <p:cNvSpPr/>
            <p:nvPr/>
          </p:nvSpPr>
          <p:spPr>
            <a:xfrm>
              <a:off x="2007475" y="1152350"/>
              <a:ext cx="49275" cy="59075"/>
            </a:xfrm>
            <a:custGeom>
              <a:avLst/>
              <a:gdLst/>
              <a:ahLst/>
              <a:cxnLst/>
              <a:rect l="l" t="t" r="r" b="b"/>
              <a:pathLst>
                <a:path w="1971" h="2363" extrusionOk="0">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41" name="Google Shape;12441;p76"/>
            <p:cNvSpPr/>
            <p:nvPr/>
          </p:nvSpPr>
          <p:spPr>
            <a:xfrm>
              <a:off x="1995800" y="1140375"/>
              <a:ext cx="70100" cy="82100"/>
            </a:xfrm>
            <a:custGeom>
              <a:avLst/>
              <a:gdLst/>
              <a:ahLst/>
              <a:cxnLst/>
              <a:rect l="l" t="t" r="r" b="b"/>
              <a:pathLst>
                <a:path w="2804" h="3284" extrusionOk="0">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42" name="Google Shape;12442;p76"/>
            <p:cNvSpPr/>
            <p:nvPr/>
          </p:nvSpPr>
          <p:spPr>
            <a:xfrm>
              <a:off x="2092700" y="954125"/>
              <a:ext cx="54950" cy="101675"/>
            </a:xfrm>
            <a:custGeom>
              <a:avLst/>
              <a:gdLst/>
              <a:ahLst/>
              <a:cxnLst/>
              <a:rect l="l" t="t" r="r" b="b"/>
              <a:pathLst>
                <a:path w="2198" h="4067" extrusionOk="0">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43" name="Google Shape;12443;p76"/>
            <p:cNvSpPr/>
            <p:nvPr/>
          </p:nvSpPr>
          <p:spPr>
            <a:xfrm>
              <a:off x="2084500" y="938325"/>
              <a:ext cx="73900" cy="125350"/>
            </a:xfrm>
            <a:custGeom>
              <a:avLst/>
              <a:gdLst/>
              <a:ahLst/>
              <a:cxnLst/>
              <a:rect l="l" t="t" r="r" b="b"/>
              <a:pathLst>
                <a:path w="2956" h="5014" extrusionOk="0">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44" name="Google Shape;12444;p76"/>
            <p:cNvSpPr/>
            <p:nvPr/>
          </p:nvSpPr>
          <p:spPr>
            <a:xfrm>
              <a:off x="1999575" y="874575"/>
              <a:ext cx="83050" cy="141750"/>
            </a:xfrm>
            <a:custGeom>
              <a:avLst/>
              <a:gdLst/>
              <a:ahLst/>
              <a:cxnLst/>
              <a:rect l="l" t="t" r="r" b="b"/>
              <a:pathLst>
                <a:path w="3322" h="5670" extrusionOk="0">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45" name="Google Shape;12445;p76"/>
            <p:cNvSpPr/>
            <p:nvPr/>
          </p:nvSpPr>
          <p:spPr>
            <a:xfrm>
              <a:off x="1989175" y="864475"/>
              <a:ext cx="101025" cy="173625"/>
            </a:xfrm>
            <a:custGeom>
              <a:avLst/>
              <a:gdLst/>
              <a:ahLst/>
              <a:cxnLst/>
              <a:rect l="l" t="t" r="r" b="b"/>
              <a:pathLst>
                <a:path w="4041" h="6945" extrusionOk="0">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46" name="Google Shape;12446;p76"/>
            <p:cNvSpPr/>
            <p:nvPr/>
          </p:nvSpPr>
          <p:spPr>
            <a:xfrm>
              <a:off x="1924775" y="1047875"/>
              <a:ext cx="106400" cy="104500"/>
            </a:xfrm>
            <a:custGeom>
              <a:avLst/>
              <a:gdLst/>
              <a:ahLst/>
              <a:cxnLst/>
              <a:rect l="l" t="t" r="r" b="b"/>
              <a:pathLst>
                <a:path w="4256" h="4180" extrusionOk="0">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47" name="Google Shape;12447;p76"/>
            <p:cNvSpPr/>
            <p:nvPr/>
          </p:nvSpPr>
          <p:spPr>
            <a:xfrm>
              <a:off x="1916875" y="1036500"/>
              <a:ext cx="124100" cy="128500"/>
            </a:xfrm>
            <a:custGeom>
              <a:avLst/>
              <a:gdLst/>
              <a:ahLst/>
              <a:cxnLst/>
              <a:rect l="l" t="t" r="r" b="b"/>
              <a:pathLst>
                <a:path w="4964" h="5140" extrusionOk="0">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48" name="Google Shape;12448;p76"/>
            <p:cNvSpPr/>
            <p:nvPr/>
          </p:nvSpPr>
          <p:spPr>
            <a:xfrm>
              <a:off x="1706650" y="1016300"/>
              <a:ext cx="192575" cy="136400"/>
            </a:xfrm>
            <a:custGeom>
              <a:avLst/>
              <a:gdLst/>
              <a:ahLst/>
              <a:cxnLst/>
              <a:rect l="l" t="t" r="r" b="b"/>
              <a:pathLst>
                <a:path w="7703" h="5456" extrusionOk="0">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49" name="Google Shape;12449;p76"/>
            <p:cNvSpPr/>
            <p:nvPr/>
          </p:nvSpPr>
          <p:spPr>
            <a:xfrm>
              <a:off x="1697800" y="1004950"/>
              <a:ext cx="209625" cy="156600"/>
            </a:xfrm>
            <a:custGeom>
              <a:avLst/>
              <a:gdLst/>
              <a:ahLst/>
              <a:cxnLst/>
              <a:rect l="l" t="t" r="r" b="b"/>
              <a:pathLst>
                <a:path w="8385" h="6264" extrusionOk="0">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50" name="Google Shape;12450;p76"/>
            <p:cNvSpPr/>
            <p:nvPr/>
          </p:nvSpPr>
          <p:spPr>
            <a:xfrm>
              <a:off x="1640975" y="919700"/>
              <a:ext cx="161975" cy="96625"/>
            </a:xfrm>
            <a:custGeom>
              <a:avLst/>
              <a:gdLst/>
              <a:ahLst/>
              <a:cxnLst/>
              <a:rect l="l" t="t" r="r" b="b"/>
              <a:pathLst>
                <a:path w="6479" h="3865" extrusionOk="0">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51" name="Google Shape;12451;p76"/>
            <p:cNvSpPr/>
            <p:nvPr/>
          </p:nvSpPr>
          <p:spPr>
            <a:xfrm>
              <a:off x="1629625" y="910875"/>
              <a:ext cx="184375" cy="113650"/>
            </a:xfrm>
            <a:custGeom>
              <a:avLst/>
              <a:gdLst/>
              <a:ahLst/>
              <a:cxnLst/>
              <a:rect l="l" t="t" r="r" b="b"/>
              <a:pathLst>
                <a:path w="7375" h="4546" extrusionOk="0">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52" name="Google Shape;12452;p76"/>
            <p:cNvSpPr/>
            <p:nvPr/>
          </p:nvSpPr>
          <p:spPr>
            <a:xfrm>
              <a:off x="1843950" y="961050"/>
              <a:ext cx="72950" cy="40125"/>
            </a:xfrm>
            <a:custGeom>
              <a:avLst/>
              <a:gdLst/>
              <a:ahLst/>
              <a:cxnLst/>
              <a:rect l="l" t="t" r="r" b="b"/>
              <a:pathLst>
                <a:path w="2918" h="1605" extrusionOk="0">
                  <a:moveTo>
                    <a:pt x="392" y="1"/>
                  </a:moveTo>
                  <a:lnTo>
                    <a:pt x="1" y="594"/>
                  </a:lnTo>
                  <a:lnTo>
                    <a:pt x="1024" y="1605"/>
                  </a:lnTo>
                  <a:lnTo>
                    <a:pt x="2211" y="670"/>
                  </a:lnTo>
                  <a:lnTo>
                    <a:pt x="291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53" name="Google Shape;12453;p76"/>
            <p:cNvSpPr/>
            <p:nvPr/>
          </p:nvSpPr>
          <p:spPr>
            <a:xfrm>
              <a:off x="1833850" y="953475"/>
              <a:ext cx="102950" cy="58125"/>
            </a:xfrm>
            <a:custGeom>
              <a:avLst/>
              <a:gdLst/>
              <a:ahLst/>
              <a:cxnLst/>
              <a:rect l="l" t="t" r="r" b="b"/>
              <a:pathLst>
                <a:path w="4118" h="2325" extrusionOk="0">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54" name="Google Shape;12454;p76"/>
            <p:cNvSpPr/>
            <p:nvPr/>
          </p:nvSpPr>
          <p:spPr>
            <a:xfrm>
              <a:off x="1900150" y="882450"/>
              <a:ext cx="40425" cy="51500"/>
            </a:xfrm>
            <a:custGeom>
              <a:avLst/>
              <a:gdLst/>
              <a:ahLst/>
              <a:cxnLst/>
              <a:rect l="l" t="t" r="r" b="b"/>
              <a:pathLst>
                <a:path w="1617" h="2060" extrusionOk="0">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55" name="Google Shape;12455;p76"/>
            <p:cNvSpPr/>
            <p:nvPr/>
          </p:nvSpPr>
          <p:spPr>
            <a:xfrm>
              <a:off x="1889725" y="873000"/>
              <a:ext cx="58750" cy="77975"/>
            </a:xfrm>
            <a:custGeom>
              <a:avLst/>
              <a:gdLst/>
              <a:ahLst/>
              <a:cxnLst/>
              <a:rect l="l" t="t" r="r" b="b"/>
              <a:pathLst>
                <a:path w="2350" h="3119" extrusionOk="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56" name="Google Shape;12456;p76"/>
            <p:cNvSpPr/>
            <p:nvPr/>
          </p:nvSpPr>
          <p:spPr>
            <a:xfrm>
              <a:off x="1439900" y="1099950"/>
              <a:ext cx="185325" cy="192275"/>
            </a:xfrm>
            <a:custGeom>
              <a:avLst/>
              <a:gdLst/>
              <a:ahLst/>
              <a:cxnLst/>
              <a:rect l="l" t="t" r="r" b="b"/>
              <a:pathLst>
                <a:path w="7413" h="7691" extrusionOk="0">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57" name="Google Shape;12457;p76"/>
            <p:cNvSpPr/>
            <p:nvPr/>
          </p:nvSpPr>
          <p:spPr>
            <a:xfrm>
              <a:off x="1431375" y="1091425"/>
              <a:ext cx="201725" cy="208700"/>
            </a:xfrm>
            <a:custGeom>
              <a:avLst/>
              <a:gdLst/>
              <a:ahLst/>
              <a:cxnLst/>
              <a:rect l="l" t="t" r="r" b="b"/>
              <a:pathLst>
                <a:path w="8069" h="8348" extrusionOk="0">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58" name="Google Shape;12458;p76"/>
            <p:cNvSpPr/>
            <p:nvPr/>
          </p:nvSpPr>
          <p:spPr>
            <a:xfrm>
              <a:off x="1514700" y="1211400"/>
              <a:ext cx="329275" cy="270225"/>
            </a:xfrm>
            <a:custGeom>
              <a:avLst/>
              <a:gdLst/>
              <a:ahLst/>
              <a:cxnLst/>
              <a:rect l="l" t="t" r="r" b="b"/>
              <a:pathLst>
                <a:path w="13171" h="10809" extrusionOk="0">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59" name="Google Shape;12459;p76"/>
            <p:cNvSpPr/>
            <p:nvPr/>
          </p:nvSpPr>
          <p:spPr>
            <a:xfrm>
              <a:off x="1506825" y="1202875"/>
              <a:ext cx="349150" cy="287600"/>
            </a:xfrm>
            <a:custGeom>
              <a:avLst/>
              <a:gdLst/>
              <a:ahLst/>
              <a:cxnLst/>
              <a:rect l="l" t="t" r="r" b="b"/>
              <a:pathLst>
                <a:path w="13966" h="11504" extrusionOk="0">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60" name="Google Shape;12460;p76"/>
            <p:cNvSpPr/>
            <p:nvPr/>
          </p:nvSpPr>
          <p:spPr>
            <a:xfrm>
              <a:off x="1843950" y="1219275"/>
              <a:ext cx="96625" cy="163875"/>
            </a:xfrm>
            <a:custGeom>
              <a:avLst/>
              <a:gdLst/>
              <a:ahLst/>
              <a:cxnLst/>
              <a:rect l="l" t="t" r="r" b="b"/>
              <a:pathLst>
                <a:path w="3865" h="6555" extrusionOk="0">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61" name="Google Shape;12461;p76"/>
            <p:cNvSpPr/>
            <p:nvPr/>
          </p:nvSpPr>
          <p:spPr>
            <a:xfrm>
              <a:off x="1835425" y="1205075"/>
              <a:ext cx="113050" cy="190700"/>
            </a:xfrm>
            <a:custGeom>
              <a:avLst/>
              <a:gdLst/>
              <a:ahLst/>
              <a:cxnLst/>
              <a:rect l="l" t="t" r="r" b="b"/>
              <a:pathLst>
                <a:path w="4522" h="7628" extrusionOk="0">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62" name="Google Shape;12462;p76"/>
            <p:cNvSpPr/>
            <p:nvPr/>
          </p:nvSpPr>
          <p:spPr>
            <a:xfrm>
              <a:off x="1794700" y="1458875"/>
              <a:ext cx="74850" cy="69800"/>
            </a:xfrm>
            <a:custGeom>
              <a:avLst/>
              <a:gdLst/>
              <a:ahLst/>
              <a:cxnLst/>
              <a:rect l="l" t="t" r="r" b="b"/>
              <a:pathLst>
                <a:path w="2994" h="2792" extrusionOk="0">
                  <a:moveTo>
                    <a:pt x="1971" y="1"/>
                  </a:moveTo>
                  <a:lnTo>
                    <a:pt x="872" y="847"/>
                  </a:lnTo>
                  <a:lnTo>
                    <a:pt x="1" y="1465"/>
                  </a:lnTo>
                  <a:lnTo>
                    <a:pt x="1504" y="2791"/>
                  </a:lnTo>
                  <a:lnTo>
                    <a:pt x="2994" y="2791"/>
                  </a:lnTo>
                  <a:lnTo>
                    <a:pt x="197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63" name="Google Shape;12463;p76"/>
            <p:cNvSpPr/>
            <p:nvPr/>
          </p:nvSpPr>
          <p:spPr>
            <a:xfrm>
              <a:off x="1782075" y="1445925"/>
              <a:ext cx="98850" cy="90625"/>
            </a:xfrm>
            <a:custGeom>
              <a:avLst/>
              <a:gdLst/>
              <a:ahLst/>
              <a:cxnLst/>
              <a:rect l="l" t="t" r="r" b="b"/>
              <a:pathLst>
                <a:path w="3954" h="3625" extrusionOk="0">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64" name="Google Shape;12464;p76"/>
            <p:cNvSpPr/>
            <p:nvPr/>
          </p:nvSpPr>
          <p:spPr>
            <a:xfrm>
              <a:off x="241275" y="1079650"/>
              <a:ext cx="2559200" cy="3887025"/>
            </a:xfrm>
            <a:custGeom>
              <a:avLst/>
              <a:gdLst/>
              <a:ahLst/>
              <a:cxnLst/>
              <a:rect l="l" t="t" r="r" b="b"/>
              <a:pathLst>
                <a:path w="102368" h="155481" extrusionOk="0">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65" name="Google Shape;12465;p76"/>
            <p:cNvSpPr/>
            <p:nvPr/>
          </p:nvSpPr>
          <p:spPr>
            <a:xfrm>
              <a:off x="238125" y="1071925"/>
              <a:ext cx="2568675" cy="3902025"/>
            </a:xfrm>
            <a:custGeom>
              <a:avLst/>
              <a:gdLst/>
              <a:ahLst/>
              <a:cxnLst/>
              <a:rect l="l" t="t" r="r" b="b"/>
              <a:pathLst>
                <a:path w="102747" h="156081" extrusionOk="0">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66" name="Google Shape;12466;p76"/>
            <p:cNvSpPr/>
            <p:nvPr/>
          </p:nvSpPr>
          <p:spPr>
            <a:xfrm>
              <a:off x="1940550" y="1654925"/>
              <a:ext cx="124725" cy="149650"/>
            </a:xfrm>
            <a:custGeom>
              <a:avLst/>
              <a:gdLst/>
              <a:ahLst/>
              <a:cxnLst/>
              <a:rect l="l" t="t" r="r" b="b"/>
              <a:pathLst>
                <a:path w="4989" h="5986" extrusionOk="0">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67" name="Google Shape;12467;p76"/>
            <p:cNvSpPr/>
            <p:nvPr/>
          </p:nvSpPr>
          <p:spPr>
            <a:xfrm>
              <a:off x="1932650" y="1641650"/>
              <a:ext cx="145575" cy="179325"/>
            </a:xfrm>
            <a:custGeom>
              <a:avLst/>
              <a:gdLst/>
              <a:ahLst/>
              <a:cxnLst/>
              <a:rect l="l" t="t" r="r" b="b"/>
              <a:pathLst>
                <a:path w="5823" h="7173" extrusionOk="0">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68" name="Google Shape;12468;p76"/>
            <p:cNvSpPr/>
            <p:nvPr/>
          </p:nvSpPr>
          <p:spPr>
            <a:xfrm>
              <a:off x="2019475" y="1292525"/>
              <a:ext cx="410075" cy="583375"/>
            </a:xfrm>
            <a:custGeom>
              <a:avLst/>
              <a:gdLst/>
              <a:ahLst/>
              <a:cxnLst/>
              <a:rect l="l" t="t" r="r" b="b"/>
              <a:pathLst>
                <a:path w="16403" h="23335" extrusionOk="0">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69" name="Google Shape;12469;p76"/>
            <p:cNvSpPr/>
            <p:nvPr/>
          </p:nvSpPr>
          <p:spPr>
            <a:xfrm>
              <a:off x="2011275" y="1270725"/>
              <a:ext cx="427750" cy="619075"/>
            </a:xfrm>
            <a:custGeom>
              <a:avLst/>
              <a:gdLst/>
              <a:ahLst/>
              <a:cxnLst/>
              <a:rect l="l" t="t" r="r" b="b"/>
              <a:pathLst>
                <a:path w="17110" h="24763" extrusionOk="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70" name="Google Shape;12470;p76"/>
            <p:cNvSpPr/>
            <p:nvPr/>
          </p:nvSpPr>
          <p:spPr>
            <a:xfrm>
              <a:off x="2342725" y="2272700"/>
              <a:ext cx="102300" cy="109875"/>
            </a:xfrm>
            <a:custGeom>
              <a:avLst/>
              <a:gdLst/>
              <a:ahLst/>
              <a:cxnLst/>
              <a:rect l="l" t="t" r="r" b="b"/>
              <a:pathLst>
                <a:path w="4092" h="4395" extrusionOk="0">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71" name="Google Shape;12471;p76"/>
            <p:cNvSpPr/>
            <p:nvPr/>
          </p:nvSpPr>
          <p:spPr>
            <a:xfrm>
              <a:off x="2334825" y="2250600"/>
              <a:ext cx="118400" cy="142075"/>
            </a:xfrm>
            <a:custGeom>
              <a:avLst/>
              <a:gdLst/>
              <a:ahLst/>
              <a:cxnLst/>
              <a:rect l="l" t="t" r="r" b="b"/>
              <a:pathLst>
                <a:path w="4736" h="5683" extrusionOk="0">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72" name="Google Shape;12472;p76"/>
            <p:cNvSpPr/>
            <p:nvPr/>
          </p:nvSpPr>
          <p:spPr>
            <a:xfrm>
              <a:off x="1713900" y="3010725"/>
              <a:ext cx="224775" cy="69925"/>
            </a:xfrm>
            <a:custGeom>
              <a:avLst/>
              <a:gdLst/>
              <a:ahLst/>
              <a:cxnLst/>
              <a:rect l="l" t="t" r="r" b="b"/>
              <a:pathLst>
                <a:path w="8991" h="2797" extrusionOk="0">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73" name="Google Shape;12473;p76"/>
            <p:cNvSpPr/>
            <p:nvPr/>
          </p:nvSpPr>
          <p:spPr>
            <a:xfrm>
              <a:off x="1691475" y="3002850"/>
              <a:ext cx="265200" cy="86825"/>
            </a:xfrm>
            <a:custGeom>
              <a:avLst/>
              <a:gdLst/>
              <a:ahLst/>
              <a:cxnLst/>
              <a:rect l="l" t="t" r="r" b="b"/>
              <a:pathLst>
                <a:path w="10608" h="3473" extrusionOk="0">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74" name="Google Shape;12474;p76"/>
            <p:cNvSpPr/>
            <p:nvPr/>
          </p:nvSpPr>
          <p:spPr>
            <a:xfrm>
              <a:off x="1938650" y="3067875"/>
              <a:ext cx="120300" cy="55275"/>
            </a:xfrm>
            <a:custGeom>
              <a:avLst/>
              <a:gdLst/>
              <a:ahLst/>
              <a:cxnLst/>
              <a:rect l="l" t="t" r="r" b="b"/>
              <a:pathLst>
                <a:path w="4812" h="2211" extrusionOk="0">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75" name="Google Shape;12475;p76"/>
            <p:cNvSpPr/>
            <p:nvPr/>
          </p:nvSpPr>
          <p:spPr>
            <a:xfrm>
              <a:off x="1916875" y="3059350"/>
              <a:ext cx="152175" cy="75475"/>
            </a:xfrm>
            <a:custGeom>
              <a:avLst/>
              <a:gdLst/>
              <a:ahLst/>
              <a:cxnLst/>
              <a:rect l="l" t="t" r="r" b="b"/>
              <a:pathLst>
                <a:path w="6087" h="3019" extrusionOk="0">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76" name="Google Shape;12476;p76"/>
            <p:cNvSpPr/>
            <p:nvPr/>
          </p:nvSpPr>
          <p:spPr>
            <a:xfrm>
              <a:off x="1843950" y="3121225"/>
              <a:ext cx="55275" cy="29075"/>
            </a:xfrm>
            <a:custGeom>
              <a:avLst/>
              <a:gdLst/>
              <a:ahLst/>
              <a:cxnLst/>
              <a:rect l="l" t="t" r="r" b="b"/>
              <a:pathLst>
                <a:path w="2211" h="1163" extrusionOk="0">
                  <a:moveTo>
                    <a:pt x="1" y="0"/>
                  </a:moveTo>
                  <a:lnTo>
                    <a:pt x="1226" y="1162"/>
                  </a:lnTo>
                  <a:lnTo>
                    <a:pt x="2211" y="278"/>
                  </a:lnTo>
                  <a:lnTo>
                    <a:pt x="16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77" name="Google Shape;12477;p76"/>
            <p:cNvSpPr/>
            <p:nvPr/>
          </p:nvSpPr>
          <p:spPr>
            <a:xfrm>
              <a:off x="1824375" y="3113325"/>
              <a:ext cx="88750" cy="47700"/>
            </a:xfrm>
            <a:custGeom>
              <a:avLst/>
              <a:gdLst/>
              <a:ahLst/>
              <a:cxnLst/>
              <a:rect l="l" t="t" r="r" b="b"/>
              <a:pathLst>
                <a:path w="3550" h="1908" extrusionOk="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78" name="Google Shape;12478;p76"/>
            <p:cNvSpPr/>
            <p:nvPr/>
          </p:nvSpPr>
          <p:spPr>
            <a:xfrm>
              <a:off x="2090500" y="3105425"/>
              <a:ext cx="65050" cy="33175"/>
            </a:xfrm>
            <a:custGeom>
              <a:avLst/>
              <a:gdLst/>
              <a:ahLst/>
              <a:cxnLst/>
              <a:rect l="l" t="t" r="r" b="b"/>
              <a:pathLst>
                <a:path w="2602" h="1327" extrusionOk="0">
                  <a:moveTo>
                    <a:pt x="0" y="1"/>
                  </a:moveTo>
                  <a:lnTo>
                    <a:pt x="468" y="1327"/>
                  </a:lnTo>
                  <a:lnTo>
                    <a:pt x="2602" y="658"/>
                  </a:lnTo>
                  <a:lnTo>
                    <a:pt x="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79" name="Google Shape;12479;p76"/>
            <p:cNvSpPr/>
            <p:nvPr/>
          </p:nvSpPr>
          <p:spPr>
            <a:xfrm>
              <a:off x="2077875" y="3094075"/>
              <a:ext cx="106725" cy="54325"/>
            </a:xfrm>
            <a:custGeom>
              <a:avLst/>
              <a:gdLst/>
              <a:ahLst/>
              <a:cxnLst/>
              <a:rect l="l" t="t" r="r" b="b"/>
              <a:pathLst>
                <a:path w="4269" h="2173" extrusionOk="0">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2483" name="Shape 12483"/>
        <p:cNvGrpSpPr/>
        <p:nvPr/>
      </p:nvGrpSpPr>
      <p:grpSpPr>
        <a:xfrm>
          <a:off x="0" y="0"/>
          <a:ext cx="0" cy="0"/>
          <a:chOff x="0" y="0"/>
          <a:chExt cx="0" cy="0"/>
        </a:xfrm>
      </p:grpSpPr>
      <p:grpSp>
        <p:nvGrpSpPr>
          <p:cNvPr id="12484" name="Google Shape;12484;p77"/>
          <p:cNvGrpSpPr/>
          <p:nvPr/>
        </p:nvGrpSpPr>
        <p:grpSpPr>
          <a:xfrm>
            <a:off x="2100560" y="3398663"/>
            <a:ext cx="1102891" cy="760337"/>
            <a:chOff x="4967783" y="2151471"/>
            <a:chExt cx="3920692" cy="2702940"/>
          </a:xfrm>
        </p:grpSpPr>
        <p:grpSp>
          <p:nvGrpSpPr>
            <p:cNvPr id="12485" name="Google Shape;12485;p77"/>
            <p:cNvGrpSpPr/>
            <p:nvPr/>
          </p:nvGrpSpPr>
          <p:grpSpPr>
            <a:xfrm>
              <a:off x="5045709" y="2252109"/>
              <a:ext cx="3761071" cy="2501708"/>
              <a:chOff x="2691784" y="1805334"/>
              <a:chExt cx="3761071" cy="2501708"/>
            </a:xfrm>
          </p:grpSpPr>
          <p:sp>
            <p:nvSpPr>
              <p:cNvPr id="12486" name="Google Shape;12486;p77"/>
              <p:cNvSpPr/>
              <p:nvPr/>
            </p:nvSpPr>
            <p:spPr>
              <a:xfrm>
                <a:off x="4306153"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87" name="Google Shape;12487;p77"/>
              <p:cNvSpPr/>
              <p:nvPr/>
            </p:nvSpPr>
            <p:spPr>
              <a:xfrm>
                <a:off x="2691784" y="3762285"/>
                <a:ext cx="1916675" cy="544757"/>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88" name="Google Shape;12488;p77"/>
              <p:cNvSpPr/>
              <p:nvPr/>
            </p:nvSpPr>
            <p:spPr>
              <a:xfrm>
                <a:off x="2695021" y="3035999"/>
                <a:ext cx="754960" cy="529407"/>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89" name="Google Shape;12489;p77"/>
              <p:cNvSpPr/>
              <p:nvPr/>
            </p:nvSpPr>
            <p:spPr>
              <a:xfrm>
                <a:off x="3661791" y="2531620"/>
                <a:ext cx="2791064" cy="544757"/>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90" name="Google Shape;12490;p77"/>
              <p:cNvSpPr/>
              <p:nvPr/>
            </p:nvSpPr>
            <p:spPr>
              <a:xfrm>
                <a:off x="5153124" y="1805334"/>
                <a:ext cx="1294451" cy="51246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91" name="Google Shape;12491;p77"/>
              <p:cNvSpPr/>
              <p:nvPr/>
            </p:nvSpPr>
            <p:spPr>
              <a:xfrm>
                <a:off x="2785807" y="1805334"/>
                <a:ext cx="2143839" cy="4036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92" name="Google Shape;12492;p77"/>
              <p:cNvSpPr/>
              <p:nvPr/>
            </p:nvSpPr>
            <p:spPr>
              <a:xfrm>
                <a:off x="5447728"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2493" name="Google Shape;12493;p77"/>
            <p:cNvGrpSpPr/>
            <p:nvPr/>
          </p:nvGrpSpPr>
          <p:grpSpPr>
            <a:xfrm>
              <a:off x="4967783" y="2151471"/>
              <a:ext cx="3920692" cy="2702940"/>
              <a:chOff x="2613858" y="1704696"/>
              <a:chExt cx="3920692" cy="2702940"/>
            </a:xfrm>
          </p:grpSpPr>
          <p:sp>
            <p:nvSpPr>
              <p:cNvPr id="12494" name="Google Shape;12494;p77"/>
              <p:cNvSpPr/>
              <p:nvPr/>
            </p:nvSpPr>
            <p:spPr>
              <a:xfrm rot="5400000">
                <a:off x="4924676" y="1720789"/>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95" name="Google Shape;12495;p77"/>
              <p:cNvSpPr/>
              <p:nvPr/>
            </p:nvSpPr>
            <p:spPr>
              <a:xfrm rot="5400000">
                <a:off x="6309028" y="2311963"/>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96" name="Google Shape;12496;p77"/>
              <p:cNvSpPr/>
              <p:nvPr/>
            </p:nvSpPr>
            <p:spPr>
              <a:xfrm rot="5400000">
                <a:off x="5222154" y="418211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97" name="Google Shape;12497;p77"/>
              <p:cNvSpPr/>
              <p:nvPr/>
            </p:nvSpPr>
            <p:spPr>
              <a:xfrm rot="5400000">
                <a:off x="2597765" y="355439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98" name="Google Shape;12498;p77"/>
              <p:cNvSpPr/>
              <p:nvPr/>
            </p:nvSpPr>
            <p:spPr>
              <a:xfrm rot="5400000">
                <a:off x="3433899" y="2945028"/>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12499" name="Google Shape;12499;p77"/>
          <p:cNvGrpSpPr/>
          <p:nvPr/>
        </p:nvGrpSpPr>
        <p:grpSpPr>
          <a:xfrm>
            <a:off x="3504468" y="1286940"/>
            <a:ext cx="1561911" cy="708580"/>
            <a:chOff x="3530532" y="1496185"/>
            <a:chExt cx="1561911" cy="708580"/>
          </a:xfrm>
        </p:grpSpPr>
        <p:grpSp>
          <p:nvGrpSpPr>
            <p:cNvPr id="12500" name="Google Shape;12500;p77"/>
            <p:cNvGrpSpPr/>
            <p:nvPr/>
          </p:nvGrpSpPr>
          <p:grpSpPr>
            <a:xfrm>
              <a:off x="3720318" y="1857562"/>
              <a:ext cx="1372125" cy="54"/>
              <a:chOff x="3720318" y="1857562"/>
              <a:chExt cx="1372125" cy="54"/>
            </a:xfrm>
          </p:grpSpPr>
          <p:cxnSp>
            <p:nvCxnSpPr>
              <p:cNvPr id="12501" name="Google Shape;12501;p77"/>
              <p:cNvCxnSpPr>
                <a:endCxn id="12502" idx="2"/>
              </p:cNvCxnSpPr>
              <p:nvPr/>
            </p:nvCxnSpPr>
            <p:spPr>
              <a:xfrm>
                <a:off x="4440243" y="1857616"/>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12503" name="Google Shape;12503;p77"/>
              <p:cNvCxnSpPr/>
              <p:nvPr/>
            </p:nvCxnSpPr>
            <p:spPr>
              <a:xfrm>
                <a:off x="4074943"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12504" name="Google Shape;12504;p77"/>
              <p:cNvCxnSpPr/>
              <p:nvPr/>
            </p:nvCxnSpPr>
            <p:spPr>
              <a:xfrm>
                <a:off x="3720318"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12505" name="Google Shape;12505;p77"/>
              <p:cNvCxnSpPr>
                <a:stCxn id="12502" idx="6"/>
              </p:cNvCxnSpPr>
              <p:nvPr/>
            </p:nvCxnSpPr>
            <p:spPr>
              <a:xfrm>
                <a:off x="4801443" y="1857616"/>
                <a:ext cx="291000" cy="0"/>
              </a:xfrm>
              <a:prstGeom prst="straightConnector1">
                <a:avLst/>
              </a:prstGeom>
              <a:noFill/>
              <a:ln w="9525" cap="flat" cmpd="sng">
                <a:solidFill>
                  <a:srgbClr val="A5B7C6"/>
                </a:solidFill>
                <a:prstDash val="solid"/>
                <a:round/>
                <a:headEnd type="none" w="med" len="med"/>
                <a:tailEnd type="triangle" w="med" len="med"/>
              </a:ln>
            </p:spPr>
          </p:cxnSp>
        </p:grpSp>
        <p:grpSp>
          <p:nvGrpSpPr>
            <p:cNvPr id="12506" name="Google Shape;12506;p77"/>
            <p:cNvGrpSpPr/>
            <p:nvPr/>
          </p:nvGrpSpPr>
          <p:grpSpPr>
            <a:xfrm>
              <a:off x="3567462" y="1496185"/>
              <a:ext cx="286500" cy="272914"/>
              <a:chOff x="3567462" y="1496185"/>
              <a:chExt cx="286500" cy="272914"/>
            </a:xfrm>
          </p:grpSpPr>
          <p:cxnSp>
            <p:nvCxnSpPr>
              <p:cNvPr id="12507" name="Google Shape;12507;p77"/>
              <p:cNvCxnSpPr/>
              <p:nvPr/>
            </p:nvCxnSpPr>
            <p:spPr>
              <a:xfrm rot="10800000">
                <a:off x="3626625"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12508" name="Google Shape;12508;p77"/>
              <p:cNvSpPr/>
              <p:nvPr/>
            </p:nvSpPr>
            <p:spPr>
              <a:xfrm>
                <a:off x="3567462"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2509" name="Google Shape;12509;p77"/>
            <p:cNvSpPr/>
            <p:nvPr/>
          </p:nvSpPr>
          <p:spPr>
            <a:xfrm>
              <a:off x="3530532"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510" name="Google Shape;12510;p77"/>
            <p:cNvSpPr/>
            <p:nvPr/>
          </p:nvSpPr>
          <p:spPr>
            <a:xfrm>
              <a:off x="3891569" y="1779209"/>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2511" name="Google Shape;12511;p77"/>
            <p:cNvGrpSpPr/>
            <p:nvPr/>
          </p:nvGrpSpPr>
          <p:grpSpPr>
            <a:xfrm>
              <a:off x="3929014" y="1960574"/>
              <a:ext cx="286500" cy="242342"/>
              <a:chOff x="3929014" y="1960574"/>
              <a:chExt cx="286500" cy="242342"/>
            </a:xfrm>
          </p:grpSpPr>
          <p:cxnSp>
            <p:nvCxnSpPr>
              <p:cNvPr id="12512" name="Google Shape;12512;p77"/>
              <p:cNvCxnSpPr/>
              <p:nvPr/>
            </p:nvCxnSpPr>
            <p:spPr>
              <a:xfrm rot="10800000">
                <a:off x="3988400" y="1960574"/>
                <a:ext cx="0" cy="144300"/>
              </a:xfrm>
              <a:prstGeom prst="straightConnector1">
                <a:avLst/>
              </a:prstGeom>
              <a:noFill/>
              <a:ln w="9525" cap="flat" cmpd="sng">
                <a:solidFill>
                  <a:srgbClr val="A5B7C6"/>
                </a:solidFill>
                <a:prstDash val="solid"/>
                <a:round/>
                <a:headEnd type="none" w="med" len="med"/>
                <a:tailEnd type="none" w="med" len="med"/>
              </a:ln>
            </p:spPr>
          </p:cxnSp>
          <p:sp>
            <p:nvSpPr>
              <p:cNvPr id="12513" name="Google Shape;12513;p77"/>
              <p:cNvSpPr/>
              <p:nvPr/>
            </p:nvSpPr>
            <p:spPr>
              <a:xfrm>
                <a:off x="3929014" y="210301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2514" name="Google Shape;12514;p77"/>
            <p:cNvGrpSpPr/>
            <p:nvPr/>
          </p:nvGrpSpPr>
          <p:grpSpPr>
            <a:xfrm>
              <a:off x="4290828" y="1496185"/>
              <a:ext cx="286500" cy="272914"/>
              <a:chOff x="4290828" y="1496185"/>
              <a:chExt cx="286500" cy="272914"/>
            </a:xfrm>
          </p:grpSpPr>
          <p:cxnSp>
            <p:nvCxnSpPr>
              <p:cNvPr id="12515" name="Google Shape;12515;p77"/>
              <p:cNvCxnSpPr/>
              <p:nvPr/>
            </p:nvCxnSpPr>
            <p:spPr>
              <a:xfrm rot="10800000">
                <a:off x="4350000"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12516" name="Google Shape;12516;p77"/>
              <p:cNvSpPr/>
              <p:nvPr/>
            </p:nvSpPr>
            <p:spPr>
              <a:xfrm>
                <a:off x="4290828"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2517" name="Google Shape;12517;p77"/>
            <p:cNvSpPr/>
            <p:nvPr/>
          </p:nvSpPr>
          <p:spPr>
            <a:xfrm>
              <a:off x="4252606"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502" name="Google Shape;12502;p77"/>
            <p:cNvSpPr/>
            <p:nvPr/>
          </p:nvSpPr>
          <p:spPr>
            <a:xfrm>
              <a:off x="4613643" y="1763716"/>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2518" name="Google Shape;12518;p77"/>
            <p:cNvGrpSpPr/>
            <p:nvPr/>
          </p:nvGrpSpPr>
          <p:grpSpPr>
            <a:xfrm>
              <a:off x="4657726" y="1959674"/>
              <a:ext cx="286500" cy="245092"/>
              <a:chOff x="4657726" y="1959674"/>
              <a:chExt cx="286500" cy="245092"/>
            </a:xfrm>
          </p:grpSpPr>
          <p:cxnSp>
            <p:nvCxnSpPr>
              <p:cNvPr id="12519" name="Google Shape;12519;p77"/>
              <p:cNvCxnSpPr/>
              <p:nvPr/>
            </p:nvCxnSpPr>
            <p:spPr>
              <a:xfrm rot="10800000">
                <a:off x="4707475" y="1959674"/>
                <a:ext cx="0" cy="145200"/>
              </a:xfrm>
              <a:prstGeom prst="straightConnector1">
                <a:avLst/>
              </a:prstGeom>
              <a:noFill/>
              <a:ln w="9525" cap="flat" cmpd="sng">
                <a:solidFill>
                  <a:srgbClr val="A5B7C6"/>
                </a:solidFill>
                <a:prstDash val="solid"/>
                <a:round/>
                <a:headEnd type="none" w="med" len="med"/>
                <a:tailEnd type="none" w="med" len="med"/>
              </a:ln>
            </p:spPr>
          </p:cxnSp>
          <p:sp>
            <p:nvSpPr>
              <p:cNvPr id="12520" name="Google Shape;12520;p77"/>
              <p:cNvSpPr/>
              <p:nvPr/>
            </p:nvSpPr>
            <p:spPr>
              <a:xfrm>
                <a:off x="4657726" y="210486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12521" name="Google Shape;12521;p77"/>
          <p:cNvGrpSpPr/>
          <p:nvPr/>
        </p:nvGrpSpPr>
        <p:grpSpPr>
          <a:xfrm>
            <a:off x="3486488" y="2149036"/>
            <a:ext cx="1597032" cy="378649"/>
            <a:chOff x="3512551" y="2358282"/>
            <a:chExt cx="1597032" cy="378649"/>
          </a:xfrm>
        </p:grpSpPr>
        <p:grpSp>
          <p:nvGrpSpPr>
            <p:cNvPr id="12522" name="Google Shape;12522;p77"/>
            <p:cNvGrpSpPr/>
            <p:nvPr/>
          </p:nvGrpSpPr>
          <p:grpSpPr>
            <a:xfrm>
              <a:off x="3738198" y="2553002"/>
              <a:ext cx="1145834" cy="117"/>
              <a:chOff x="3738198" y="2553002"/>
              <a:chExt cx="1145834" cy="117"/>
            </a:xfrm>
          </p:grpSpPr>
          <p:cxnSp>
            <p:nvCxnSpPr>
              <p:cNvPr id="12523" name="Google Shape;12523;p77"/>
              <p:cNvCxnSpPr/>
              <p:nvPr/>
            </p:nvCxnSpPr>
            <p:spPr>
              <a:xfrm>
                <a:off x="4195395"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12524" name="Google Shape;12524;p77"/>
              <p:cNvCxnSpPr/>
              <p:nvPr/>
            </p:nvCxnSpPr>
            <p:spPr>
              <a:xfrm>
                <a:off x="4652432"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12525" name="Google Shape;12525;p77"/>
              <p:cNvCxnSpPr>
                <a:stCxn id="12526" idx="6"/>
                <a:endCxn id="12527" idx="2"/>
              </p:cNvCxnSpPr>
              <p:nvPr/>
            </p:nvCxnSpPr>
            <p:spPr>
              <a:xfrm>
                <a:off x="3738198" y="2553118"/>
                <a:ext cx="231300" cy="0"/>
              </a:xfrm>
              <a:prstGeom prst="straightConnector1">
                <a:avLst/>
              </a:prstGeom>
              <a:noFill/>
              <a:ln w="9525" cap="flat" cmpd="sng">
                <a:solidFill>
                  <a:srgbClr val="435D74"/>
                </a:solidFill>
                <a:prstDash val="solid"/>
                <a:round/>
                <a:headEnd type="none" w="med" len="med"/>
                <a:tailEnd type="none" w="med" len="med"/>
              </a:ln>
            </p:spPr>
          </p:cxnSp>
        </p:grpSp>
        <p:grpSp>
          <p:nvGrpSpPr>
            <p:cNvPr id="12528" name="Google Shape;12528;p77"/>
            <p:cNvGrpSpPr/>
            <p:nvPr/>
          </p:nvGrpSpPr>
          <p:grpSpPr>
            <a:xfrm>
              <a:off x="3969644" y="2440153"/>
              <a:ext cx="225900" cy="296779"/>
              <a:chOff x="3969644" y="2440153"/>
              <a:chExt cx="225900" cy="296779"/>
            </a:xfrm>
          </p:grpSpPr>
          <p:cxnSp>
            <p:nvCxnSpPr>
              <p:cNvPr id="12529" name="Google Shape;12529;p77"/>
              <p:cNvCxnSpPr/>
              <p:nvPr/>
            </p:nvCxnSpPr>
            <p:spPr>
              <a:xfrm>
                <a:off x="4082390" y="2637031"/>
                <a:ext cx="0" cy="99900"/>
              </a:xfrm>
              <a:prstGeom prst="straightConnector1">
                <a:avLst/>
              </a:prstGeom>
              <a:noFill/>
              <a:ln w="9525" cap="flat" cmpd="sng">
                <a:solidFill>
                  <a:srgbClr val="435D74"/>
                </a:solidFill>
                <a:prstDash val="solid"/>
                <a:round/>
                <a:headEnd type="none" w="med" len="med"/>
                <a:tailEnd type="none" w="med" len="med"/>
              </a:ln>
            </p:spPr>
          </p:cxnSp>
          <p:sp>
            <p:nvSpPr>
              <p:cNvPr id="12527" name="Google Shape;12527;p77"/>
              <p:cNvSpPr/>
              <p:nvPr/>
            </p:nvSpPr>
            <p:spPr>
              <a:xfrm>
                <a:off x="3969644" y="2440153"/>
                <a:ext cx="225900" cy="2259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530" name="Google Shape;12530;p77"/>
              <p:cNvSpPr/>
              <p:nvPr/>
            </p:nvSpPr>
            <p:spPr>
              <a:xfrm>
                <a:off x="3998471" y="2468982"/>
                <a:ext cx="168300" cy="1683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2531" name="Google Shape;12531;p77"/>
            <p:cNvGrpSpPr/>
            <p:nvPr/>
          </p:nvGrpSpPr>
          <p:grpSpPr>
            <a:xfrm>
              <a:off x="4426818" y="2358282"/>
              <a:ext cx="225600" cy="307471"/>
              <a:chOff x="4426818" y="2358282"/>
              <a:chExt cx="225600" cy="307471"/>
            </a:xfrm>
          </p:grpSpPr>
          <p:cxnSp>
            <p:nvCxnSpPr>
              <p:cNvPr id="12532" name="Google Shape;12532;p77"/>
              <p:cNvCxnSpPr>
                <a:stCxn id="12533" idx="0"/>
              </p:cNvCxnSpPr>
              <p:nvPr/>
            </p:nvCxnSpPr>
            <p:spPr>
              <a:xfrm rot="10800000">
                <a:off x="4539644" y="2358282"/>
                <a:ext cx="0" cy="110700"/>
              </a:xfrm>
              <a:prstGeom prst="straightConnector1">
                <a:avLst/>
              </a:prstGeom>
              <a:noFill/>
              <a:ln w="9525" cap="flat" cmpd="sng">
                <a:solidFill>
                  <a:srgbClr val="435D74"/>
                </a:solidFill>
                <a:prstDash val="solid"/>
                <a:round/>
                <a:headEnd type="none" w="med" len="med"/>
                <a:tailEnd type="none" w="med" len="med"/>
              </a:ln>
            </p:spPr>
          </p:cxnSp>
          <p:sp>
            <p:nvSpPr>
              <p:cNvPr id="12534" name="Google Shape;12534;p77"/>
              <p:cNvSpPr/>
              <p:nvPr/>
            </p:nvSpPr>
            <p:spPr>
              <a:xfrm>
                <a:off x="4426818"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533" name="Google Shape;12533;p77"/>
              <p:cNvSpPr/>
              <p:nvPr/>
            </p:nvSpPr>
            <p:spPr>
              <a:xfrm>
                <a:off x="4455644"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2535" name="Google Shape;12535;p77"/>
            <p:cNvGrpSpPr/>
            <p:nvPr/>
          </p:nvGrpSpPr>
          <p:grpSpPr>
            <a:xfrm>
              <a:off x="4883984" y="2440153"/>
              <a:ext cx="225600" cy="296479"/>
              <a:chOff x="4883984" y="2440153"/>
              <a:chExt cx="225600" cy="296479"/>
            </a:xfrm>
          </p:grpSpPr>
          <p:cxnSp>
            <p:nvCxnSpPr>
              <p:cNvPr id="12536" name="Google Shape;12536;p77"/>
              <p:cNvCxnSpPr/>
              <p:nvPr/>
            </p:nvCxnSpPr>
            <p:spPr>
              <a:xfrm>
                <a:off x="4996858" y="2637031"/>
                <a:ext cx="0" cy="99600"/>
              </a:xfrm>
              <a:prstGeom prst="straightConnector1">
                <a:avLst/>
              </a:prstGeom>
              <a:noFill/>
              <a:ln w="9525" cap="flat" cmpd="sng">
                <a:solidFill>
                  <a:srgbClr val="435D74"/>
                </a:solidFill>
                <a:prstDash val="solid"/>
                <a:round/>
                <a:headEnd type="none" w="med" len="med"/>
                <a:tailEnd type="none" w="med" len="med"/>
              </a:ln>
            </p:spPr>
          </p:cxnSp>
          <p:sp>
            <p:nvSpPr>
              <p:cNvPr id="12537" name="Google Shape;12537;p77"/>
              <p:cNvSpPr/>
              <p:nvPr/>
            </p:nvSpPr>
            <p:spPr>
              <a:xfrm>
                <a:off x="4883984"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538" name="Google Shape;12538;p77"/>
              <p:cNvSpPr/>
              <p:nvPr/>
            </p:nvSpPr>
            <p:spPr>
              <a:xfrm>
                <a:off x="4912810"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2539" name="Google Shape;12539;p77"/>
            <p:cNvGrpSpPr/>
            <p:nvPr/>
          </p:nvGrpSpPr>
          <p:grpSpPr>
            <a:xfrm>
              <a:off x="3512551" y="2358356"/>
              <a:ext cx="225647" cy="307629"/>
              <a:chOff x="2182679" y="2005014"/>
              <a:chExt cx="792300" cy="1080158"/>
            </a:xfrm>
          </p:grpSpPr>
          <p:cxnSp>
            <p:nvCxnSpPr>
              <p:cNvPr id="12540" name="Google Shape;12540;p77"/>
              <p:cNvCxnSpPr>
                <a:stCxn id="12541" idx="0"/>
              </p:cNvCxnSpPr>
              <p:nvPr/>
            </p:nvCxnSpPr>
            <p:spPr>
              <a:xfrm rot="10800000">
                <a:off x="2578961" y="2005014"/>
                <a:ext cx="0" cy="388800"/>
              </a:xfrm>
              <a:prstGeom prst="straightConnector1">
                <a:avLst/>
              </a:prstGeom>
              <a:noFill/>
              <a:ln w="9525" cap="flat" cmpd="sng">
                <a:solidFill>
                  <a:srgbClr val="435D74"/>
                </a:solidFill>
                <a:prstDash val="solid"/>
                <a:round/>
                <a:headEnd type="none" w="med" len="med"/>
                <a:tailEnd type="none" w="med" len="med"/>
              </a:ln>
            </p:spPr>
          </p:cxnSp>
          <p:sp>
            <p:nvSpPr>
              <p:cNvPr id="12526" name="Google Shape;12526;p77"/>
              <p:cNvSpPr/>
              <p:nvPr/>
            </p:nvSpPr>
            <p:spPr>
              <a:xfrm>
                <a:off x="2182679" y="2292572"/>
                <a:ext cx="792300" cy="792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541" name="Google Shape;12541;p77"/>
              <p:cNvSpPr/>
              <p:nvPr/>
            </p:nvSpPr>
            <p:spPr>
              <a:xfrm>
                <a:off x="2283911" y="2393814"/>
                <a:ext cx="590100" cy="5901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12542" name="Google Shape;12542;p77"/>
          <p:cNvGrpSpPr/>
          <p:nvPr/>
        </p:nvGrpSpPr>
        <p:grpSpPr>
          <a:xfrm>
            <a:off x="6846570" y="972834"/>
            <a:ext cx="1559809" cy="722610"/>
            <a:chOff x="634175" y="2986275"/>
            <a:chExt cx="3147949" cy="1458344"/>
          </a:xfrm>
        </p:grpSpPr>
        <p:cxnSp>
          <p:nvCxnSpPr>
            <p:cNvPr id="12543" name="Google Shape;12543;p77"/>
            <p:cNvCxnSpPr>
              <a:stCxn id="12544" idx="4"/>
              <a:endCxn id="12545" idx="0"/>
            </p:cNvCxnSpPr>
            <p:nvPr/>
          </p:nvCxnSpPr>
          <p:spPr>
            <a:xfrm>
              <a:off x="929975" y="3577875"/>
              <a:ext cx="591300" cy="275100"/>
            </a:xfrm>
            <a:prstGeom prst="straightConnector1">
              <a:avLst/>
            </a:prstGeom>
            <a:noFill/>
            <a:ln w="9525" cap="flat" cmpd="sng">
              <a:solidFill>
                <a:srgbClr val="435D74"/>
              </a:solidFill>
              <a:prstDash val="solid"/>
              <a:round/>
              <a:headEnd type="none" w="med" len="med"/>
              <a:tailEnd type="none" w="med" len="med"/>
            </a:ln>
          </p:spPr>
        </p:cxnSp>
        <p:cxnSp>
          <p:nvCxnSpPr>
            <p:cNvPr id="12546" name="Google Shape;12546;p77"/>
            <p:cNvCxnSpPr>
              <a:stCxn id="12545" idx="0"/>
              <a:endCxn id="12547" idx="4"/>
            </p:cNvCxnSpPr>
            <p:nvPr/>
          </p:nvCxnSpPr>
          <p:spPr>
            <a:xfrm rot="10800000" flipH="1">
              <a:off x="1521366" y="3577919"/>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12548" name="Google Shape;12548;p77"/>
            <p:cNvCxnSpPr>
              <a:stCxn id="12547" idx="4"/>
              <a:endCxn id="12549" idx="0"/>
            </p:cNvCxnSpPr>
            <p:nvPr/>
          </p:nvCxnSpPr>
          <p:spPr>
            <a:xfrm>
              <a:off x="2208152" y="3577875"/>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12550" name="Google Shape;12550;p77"/>
            <p:cNvCxnSpPr>
              <a:stCxn id="12549" idx="0"/>
              <a:endCxn id="12551" idx="4"/>
            </p:cNvCxnSpPr>
            <p:nvPr/>
          </p:nvCxnSpPr>
          <p:spPr>
            <a:xfrm rot="10800000" flipH="1">
              <a:off x="2894933" y="3577918"/>
              <a:ext cx="591300" cy="275100"/>
            </a:xfrm>
            <a:prstGeom prst="straightConnector1">
              <a:avLst/>
            </a:prstGeom>
            <a:noFill/>
            <a:ln w="9525" cap="flat" cmpd="sng">
              <a:solidFill>
                <a:srgbClr val="435D74"/>
              </a:solidFill>
              <a:prstDash val="solid"/>
              <a:round/>
              <a:headEnd type="none" w="med" len="med"/>
              <a:tailEnd type="none" w="med" len="med"/>
            </a:ln>
          </p:spPr>
        </p:cxnSp>
        <p:sp>
          <p:nvSpPr>
            <p:cNvPr id="12551" name="Google Shape;12551;p77"/>
            <p:cNvSpPr/>
            <p:nvPr/>
          </p:nvSpPr>
          <p:spPr>
            <a:xfrm>
              <a:off x="3190524"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panose="020F0502020204030204"/>
                <a:ea typeface="Calibri" panose="020F0502020204030204"/>
                <a:cs typeface="Calibri" panose="020F0502020204030204"/>
                <a:sym typeface="Calibri" panose="020F0502020204030204"/>
              </a:endParaRPr>
            </a:p>
          </p:txBody>
        </p:sp>
        <p:sp>
          <p:nvSpPr>
            <p:cNvPr id="12547" name="Google Shape;12547;p77"/>
            <p:cNvSpPr/>
            <p:nvPr/>
          </p:nvSpPr>
          <p:spPr>
            <a:xfrm>
              <a:off x="1912352"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panose="020F0502020204030204"/>
                <a:ea typeface="Calibri" panose="020F0502020204030204"/>
                <a:cs typeface="Calibri" panose="020F0502020204030204"/>
                <a:sym typeface="Calibri" panose="020F0502020204030204"/>
              </a:endParaRPr>
            </a:p>
          </p:txBody>
        </p:sp>
        <p:sp>
          <p:nvSpPr>
            <p:cNvPr id="12544" name="Google Shape;12544;p77"/>
            <p:cNvSpPr/>
            <p:nvPr/>
          </p:nvSpPr>
          <p:spPr>
            <a:xfrm>
              <a:off x="634175"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panose="020F0502020204030204"/>
                <a:ea typeface="Calibri" panose="020F0502020204030204"/>
                <a:cs typeface="Calibri" panose="020F0502020204030204"/>
                <a:sym typeface="Calibri" panose="020F0502020204030204"/>
              </a:endParaRPr>
            </a:p>
          </p:txBody>
        </p:sp>
        <p:sp>
          <p:nvSpPr>
            <p:cNvPr id="12549" name="Google Shape;12549;p77"/>
            <p:cNvSpPr/>
            <p:nvPr/>
          </p:nvSpPr>
          <p:spPr>
            <a:xfrm>
              <a:off x="2599133" y="3853018"/>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panose="020F0502020204030204"/>
                <a:ea typeface="Calibri" panose="020F0502020204030204"/>
                <a:cs typeface="Calibri" panose="020F0502020204030204"/>
                <a:sym typeface="Calibri" panose="020F0502020204030204"/>
              </a:endParaRPr>
            </a:p>
          </p:txBody>
        </p:sp>
        <p:sp>
          <p:nvSpPr>
            <p:cNvPr id="12545" name="Google Shape;12545;p77"/>
            <p:cNvSpPr/>
            <p:nvPr/>
          </p:nvSpPr>
          <p:spPr>
            <a:xfrm>
              <a:off x="1225566" y="3853019"/>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panose="020F0502020204030204"/>
                <a:ea typeface="Calibri" panose="020F0502020204030204"/>
                <a:cs typeface="Calibri" panose="020F0502020204030204"/>
                <a:sym typeface="Calibri" panose="020F0502020204030204"/>
              </a:endParaRPr>
            </a:p>
          </p:txBody>
        </p:sp>
      </p:grpSp>
      <p:grpSp>
        <p:nvGrpSpPr>
          <p:cNvPr id="12552" name="Google Shape;12552;p77"/>
          <p:cNvGrpSpPr/>
          <p:nvPr/>
        </p:nvGrpSpPr>
        <p:grpSpPr>
          <a:xfrm>
            <a:off x="3500360" y="2682741"/>
            <a:ext cx="1570719" cy="294123"/>
            <a:chOff x="998425" y="1182125"/>
            <a:chExt cx="1065400" cy="199500"/>
          </a:xfrm>
        </p:grpSpPr>
        <p:sp>
          <p:nvSpPr>
            <p:cNvPr id="12553" name="Google Shape;12553;p77"/>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554" name="Google Shape;12554;p77"/>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555" name="Google Shape;12555;p77"/>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556" name="Google Shape;12556;p77"/>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557" name="Google Shape;12557;p77"/>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2558" name="Google Shape;12558;p77"/>
          <p:cNvGrpSpPr/>
          <p:nvPr/>
        </p:nvGrpSpPr>
        <p:grpSpPr>
          <a:xfrm>
            <a:off x="6843616" y="1800228"/>
            <a:ext cx="1565716" cy="366729"/>
            <a:chOff x="1247650" y="2075423"/>
            <a:chExt cx="6648477" cy="1557238"/>
          </a:xfrm>
        </p:grpSpPr>
        <p:sp>
          <p:nvSpPr>
            <p:cNvPr id="12559" name="Google Shape;12559;p77"/>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560" name="Google Shape;12560;p77"/>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561" name="Google Shape;12561;p77"/>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562" name="Google Shape;12562;p77"/>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563" name="Google Shape;12563;p77"/>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564" name="Google Shape;12564;p77"/>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w="9525"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2565" name="Google Shape;12565;p77"/>
          <p:cNvGrpSpPr/>
          <p:nvPr/>
        </p:nvGrpSpPr>
        <p:grpSpPr>
          <a:xfrm>
            <a:off x="6827928" y="2949043"/>
            <a:ext cx="1597061" cy="663440"/>
            <a:chOff x="6796238" y="3158297"/>
            <a:chExt cx="1630319" cy="677257"/>
          </a:xfrm>
        </p:grpSpPr>
        <p:cxnSp>
          <p:nvCxnSpPr>
            <p:cNvPr id="12566" name="Google Shape;12566;p77"/>
            <p:cNvCxnSpPr/>
            <p:nvPr/>
          </p:nvCxnSpPr>
          <p:spPr>
            <a:xfrm>
              <a:off x="7012244"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12567" name="Google Shape;12567;p77"/>
            <p:cNvCxnSpPr/>
            <p:nvPr/>
          </p:nvCxnSpPr>
          <p:spPr>
            <a:xfrm>
              <a:off x="7810957"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12568" name="Google Shape;12568;p77"/>
            <p:cNvCxnSpPr/>
            <p:nvPr/>
          </p:nvCxnSpPr>
          <p:spPr>
            <a:xfrm rot="10800000">
              <a:off x="8196652" y="3170826"/>
              <a:ext cx="0" cy="169800"/>
            </a:xfrm>
            <a:prstGeom prst="straightConnector1">
              <a:avLst/>
            </a:prstGeom>
            <a:noFill/>
            <a:ln w="9525" cap="flat" cmpd="sng">
              <a:solidFill>
                <a:srgbClr val="A5B7C6"/>
              </a:solidFill>
              <a:prstDash val="solid"/>
              <a:round/>
              <a:headEnd type="none" w="med" len="med"/>
              <a:tailEnd type="diamond" w="med" len="med"/>
            </a:ln>
          </p:spPr>
        </p:cxnSp>
        <p:cxnSp>
          <p:nvCxnSpPr>
            <p:cNvPr id="12569" name="Google Shape;12569;p77"/>
            <p:cNvCxnSpPr/>
            <p:nvPr/>
          </p:nvCxnSpPr>
          <p:spPr>
            <a:xfrm rot="10800000">
              <a:off x="7411601" y="3158297"/>
              <a:ext cx="0" cy="170700"/>
            </a:xfrm>
            <a:prstGeom prst="straightConnector1">
              <a:avLst/>
            </a:prstGeom>
            <a:noFill/>
            <a:ln w="9525" cap="flat" cmpd="sng">
              <a:solidFill>
                <a:srgbClr val="A5B7C6"/>
              </a:solidFill>
              <a:prstDash val="solid"/>
              <a:round/>
              <a:headEnd type="none" w="med" len="med"/>
              <a:tailEnd type="diamond" w="med" len="med"/>
            </a:ln>
          </p:spPr>
        </p:cxnSp>
        <p:grpSp>
          <p:nvGrpSpPr>
            <p:cNvPr id="12570" name="Google Shape;12570;p77"/>
            <p:cNvGrpSpPr/>
            <p:nvPr/>
          </p:nvGrpSpPr>
          <p:grpSpPr>
            <a:xfrm>
              <a:off x="6796238" y="3311904"/>
              <a:ext cx="1630319" cy="377697"/>
              <a:chOff x="6796238" y="3311904"/>
              <a:chExt cx="1630319" cy="377697"/>
            </a:xfrm>
          </p:grpSpPr>
          <p:sp>
            <p:nvSpPr>
              <p:cNvPr id="12571" name="Google Shape;12571;p77"/>
              <p:cNvSpPr/>
              <p:nvPr/>
            </p:nvSpPr>
            <p:spPr>
              <a:xfrm>
                <a:off x="6796238" y="3311904"/>
                <a:ext cx="798025" cy="377697"/>
              </a:xfrm>
              <a:custGeom>
                <a:avLst/>
                <a:gdLst/>
                <a:ahLst/>
                <a:cxnLst/>
                <a:rect l="l" t="t" r="r" b="b"/>
                <a:pathLst>
                  <a:path w="34368" h="16266" extrusionOk="0">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572" name="Google Shape;12572;p77"/>
              <p:cNvSpPr/>
              <p:nvPr/>
            </p:nvSpPr>
            <p:spPr>
              <a:xfrm>
                <a:off x="7628207" y="3311904"/>
                <a:ext cx="798350" cy="377697"/>
              </a:xfrm>
              <a:custGeom>
                <a:avLst/>
                <a:gdLst/>
                <a:ahLst/>
                <a:cxnLst/>
                <a:rect l="l" t="t" r="r" b="b"/>
                <a:pathLst>
                  <a:path w="34382" h="16266" extrusionOk="0">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573" name="Google Shape;12573;p77"/>
              <p:cNvSpPr/>
              <p:nvPr/>
            </p:nvSpPr>
            <p:spPr>
              <a:xfrm>
                <a:off x="7229098" y="3311904"/>
                <a:ext cx="762823" cy="377697"/>
              </a:xfrm>
              <a:custGeom>
                <a:avLst/>
                <a:gdLst/>
                <a:ahLst/>
                <a:cxnLst/>
                <a:rect l="l" t="t" r="r" b="b"/>
                <a:pathLst>
                  <a:path w="32852" h="16266" extrusionOk="0">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12574" name="Google Shape;12574;p77"/>
          <p:cNvGrpSpPr/>
          <p:nvPr/>
        </p:nvGrpSpPr>
        <p:grpSpPr>
          <a:xfrm>
            <a:off x="5349066" y="970435"/>
            <a:ext cx="1368606" cy="1593805"/>
            <a:chOff x="1839112" y="2209163"/>
            <a:chExt cx="1918159" cy="2233784"/>
          </a:xfrm>
        </p:grpSpPr>
        <p:sp>
          <p:nvSpPr>
            <p:cNvPr id="12575" name="Google Shape;12575;p77"/>
            <p:cNvSpPr/>
            <p:nvPr/>
          </p:nvSpPr>
          <p:spPr>
            <a:xfrm>
              <a:off x="1839112"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576" name="Google Shape;12576;p77"/>
            <p:cNvSpPr/>
            <p:nvPr/>
          </p:nvSpPr>
          <p:spPr>
            <a:xfrm>
              <a:off x="3182171"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577" name="Google Shape;12577;p77"/>
            <p:cNvSpPr/>
            <p:nvPr/>
          </p:nvSpPr>
          <p:spPr>
            <a:xfrm>
              <a:off x="3182171"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cxnSp>
          <p:nvCxnSpPr>
            <p:cNvPr id="12578" name="Google Shape;12578;p77"/>
            <p:cNvCxnSpPr>
              <a:stCxn id="12575" idx="6"/>
              <a:endCxn id="12576" idx="2"/>
            </p:cNvCxnSpPr>
            <p:nvPr/>
          </p:nvCxnSpPr>
          <p:spPr>
            <a:xfrm>
              <a:off x="2414212" y="2496713"/>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12579" name="Google Shape;12579;p77"/>
            <p:cNvCxnSpPr>
              <a:stCxn id="12576" idx="4"/>
              <a:endCxn id="12580" idx="0"/>
            </p:cNvCxnSpPr>
            <p:nvPr/>
          </p:nvCxnSpPr>
          <p:spPr>
            <a:xfrm rot="5400000">
              <a:off x="2669921" y="2240963"/>
              <a:ext cx="256500" cy="1343100"/>
            </a:xfrm>
            <a:prstGeom prst="bentConnector3">
              <a:avLst>
                <a:gd name="adj1" fmla="val 50000"/>
              </a:avLst>
            </a:prstGeom>
            <a:noFill/>
            <a:ln w="9525" cap="flat" cmpd="sng">
              <a:solidFill>
                <a:srgbClr val="325D79"/>
              </a:solidFill>
              <a:prstDash val="solid"/>
              <a:round/>
              <a:headEnd type="none" w="med" len="med"/>
              <a:tailEnd type="none" w="med" len="med"/>
            </a:ln>
          </p:spPr>
        </p:cxnSp>
        <p:cxnSp>
          <p:nvCxnSpPr>
            <p:cNvPr id="12581" name="Google Shape;12581;p77"/>
            <p:cNvCxnSpPr>
              <a:stCxn id="12580" idx="6"/>
              <a:endCxn id="12577" idx="2"/>
            </p:cNvCxnSpPr>
            <p:nvPr/>
          </p:nvCxnSpPr>
          <p:spPr>
            <a:xfrm>
              <a:off x="2414212" y="3328316"/>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12582" name="Google Shape;12582;p77"/>
            <p:cNvCxnSpPr>
              <a:stCxn id="12577" idx="4"/>
              <a:endCxn id="12583" idx="0"/>
            </p:cNvCxnSpPr>
            <p:nvPr/>
          </p:nvCxnSpPr>
          <p:spPr>
            <a:xfrm rot="5400000">
              <a:off x="2672171" y="3070316"/>
              <a:ext cx="252000" cy="1343100"/>
            </a:xfrm>
            <a:prstGeom prst="bentConnector3">
              <a:avLst>
                <a:gd name="adj1" fmla="val 49996"/>
              </a:avLst>
            </a:prstGeom>
            <a:noFill/>
            <a:ln w="9525" cap="flat" cmpd="sng">
              <a:solidFill>
                <a:srgbClr val="325D79"/>
              </a:solidFill>
              <a:prstDash val="solid"/>
              <a:round/>
              <a:headEnd type="none" w="med" len="med"/>
              <a:tailEnd type="none" w="med" len="med"/>
            </a:ln>
          </p:spPr>
        </p:cxnSp>
        <p:sp>
          <p:nvSpPr>
            <p:cNvPr id="12580" name="Google Shape;12580;p77"/>
            <p:cNvSpPr/>
            <p:nvPr/>
          </p:nvSpPr>
          <p:spPr>
            <a:xfrm>
              <a:off x="1839112"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583" name="Google Shape;12583;p77"/>
            <p:cNvSpPr/>
            <p:nvPr/>
          </p:nvSpPr>
          <p:spPr>
            <a:xfrm>
              <a:off x="1839112"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584" name="Google Shape;12584;p77"/>
            <p:cNvSpPr/>
            <p:nvPr/>
          </p:nvSpPr>
          <p:spPr>
            <a:xfrm>
              <a:off x="3182171"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cxnSp>
          <p:nvCxnSpPr>
            <p:cNvPr id="12585" name="Google Shape;12585;p77"/>
            <p:cNvCxnSpPr>
              <a:endCxn id="12584" idx="2"/>
            </p:cNvCxnSpPr>
            <p:nvPr/>
          </p:nvCxnSpPr>
          <p:spPr>
            <a:xfrm>
              <a:off x="2413871" y="4154498"/>
              <a:ext cx="768300" cy="900"/>
            </a:xfrm>
            <a:prstGeom prst="bentConnector3">
              <a:avLst>
                <a:gd name="adj1" fmla="val 50000"/>
              </a:avLst>
            </a:prstGeom>
            <a:noFill/>
            <a:ln w="9525" cap="flat" cmpd="sng">
              <a:solidFill>
                <a:srgbClr val="325D79"/>
              </a:solidFill>
              <a:prstDash val="solid"/>
              <a:round/>
              <a:headEnd type="none" w="med" len="med"/>
              <a:tailEnd type="none" w="med" len="med"/>
            </a:ln>
          </p:spPr>
        </p:cxnSp>
      </p:grpSp>
      <p:grpSp>
        <p:nvGrpSpPr>
          <p:cNvPr id="12586" name="Google Shape;12586;p77"/>
          <p:cNvGrpSpPr/>
          <p:nvPr/>
        </p:nvGrpSpPr>
        <p:grpSpPr>
          <a:xfrm>
            <a:off x="3481439" y="976671"/>
            <a:ext cx="1637968" cy="154942"/>
            <a:chOff x="238125" y="2506075"/>
            <a:chExt cx="7115411" cy="673075"/>
          </a:xfrm>
        </p:grpSpPr>
        <p:sp>
          <p:nvSpPr>
            <p:cNvPr id="12587" name="Google Shape;12587;p77"/>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588" name="Google Shape;12588;p77"/>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589" name="Google Shape;12589;p77"/>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590" name="Google Shape;12590;p77"/>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591" name="Google Shape;12591;p77"/>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2592" name="Google Shape;12592;p77"/>
          <p:cNvGrpSpPr/>
          <p:nvPr/>
        </p:nvGrpSpPr>
        <p:grpSpPr>
          <a:xfrm>
            <a:off x="720124" y="1298269"/>
            <a:ext cx="2476762" cy="91743"/>
            <a:chOff x="1464850" y="436376"/>
            <a:chExt cx="6001362" cy="222300"/>
          </a:xfrm>
        </p:grpSpPr>
        <p:sp>
          <p:nvSpPr>
            <p:cNvPr id="12593" name="Google Shape;12593;p77"/>
            <p:cNvSpPr/>
            <p:nvPr/>
          </p:nvSpPr>
          <p:spPr>
            <a:xfrm>
              <a:off x="1464850"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594" name="Google Shape;12594;p77"/>
            <p:cNvSpPr/>
            <p:nvPr/>
          </p:nvSpPr>
          <p:spPr>
            <a:xfrm>
              <a:off x="4410215"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595" name="Google Shape;12595;p77"/>
            <p:cNvSpPr/>
            <p:nvPr/>
          </p:nvSpPr>
          <p:spPr>
            <a:xfrm>
              <a:off x="7243912"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596" name="Google Shape;12596;p77"/>
            <p:cNvSpPr/>
            <p:nvPr/>
          </p:nvSpPr>
          <p:spPr>
            <a:xfrm>
              <a:off x="2920366"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597" name="Google Shape;12597;p77"/>
            <p:cNvSpPr/>
            <p:nvPr/>
          </p:nvSpPr>
          <p:spPr>
            <a:xfrm>
              <a:off x="5831847"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cxnSp>
          <p:nvCxnSpPr>
            <p:cNvPr id="12598" name="Google Shape;12598;p77"/>
            <p:cNvCxnSpPr/>
            <p:nvPr/>
          </p:nvCxnSpPr>
          <p:spPr>
            <a:xfrm>
              <a:off x="1798637"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12599" name="Google Shape;12599;p77"/>
            <p:cNvCxnSpPr/>
            <p:nvPr/>
          </p:nvCxnSpPr>
          <p:spPr>
            <a:xfrm>
              <a:off x="327624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12600" name="Google Shape;12600;p77"/>
            <p:cNvCxnSpPr/>
            <p:nvPr/>
          </p:nvCxnSpPr>
          <p:spPr>
            <a:xfrm>
              <a:off x="475389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12601" name="Google Shape;12601;p77"/>
            <p:cNvCxnSpPr/>
            <p:nvPr/>
          </p:nvCxnSpPr>
          <p:spPr>
            <a:xfrm>
              <a:off x="6143961" y="547513"/>
              <a:ext cx="988200" cy="0"/>
            </a:xfrm>
            <a:prstGeom prst="straightConnector1">
              <a:avLst/>
            </a:prstGeom>
            <a:noFill/>
            <a:ln w="9525" cap="flat" cmpd="sng">
              <a:solidFill>
                <a:srgbClr val="5F7D95"/>
              </a:solidFill>
              <a:prstDash val="solid"/>
              <a:round/>
              <a:headEnd type="none" w="med" len="med"/>
              <a:tailEnd type="none" w="med" len="med"/>
            </a:ln>
          </p:spPr>
        </p:cxnSp>
      </p:grpSp>
      <p:grpSp>
        <p:nvGrpSpPr>
          <p:cNvPr id="12602" name="Google Shape;12602;p77"/>
          <p:cNvGrpSpPr/>
          <p:nvPr/>
        </p:nvGrpSpPr>
        <p:grpSpPr>
          <a:xfrm>
            <a:off x="706391" y="2533734"/>
            <a:ext cx="1452710" cy="651923"/>
            <a:chOff x="803162" y="2667727"/>
            <a:chExt cx="1411906" cy="633611"/>
          </a:xfrm>
        </p:grpSpPr>
        <p:cxnSp>
          <p:nvCxnSpPr>
            <p:cNvPr id="12603" name="Google Shape;12603;p77"/>
            <p:cNvCxnSpPr>
              <a:stCxn id="12604" idx="2"/>
              <a:endCxn id="12605" idx="0"/>
            </p:cNvCxnSpPr>
            <p:nvPr/>
          </p:nvCxnSpPr>
          <p:spPr>
            <a:xfrm rot="-5400000" flipH="1">
              <a:off x="1629114" y="2672827"/>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2606" name="Google Shape;12606;p77"/>
            <p:cNvCxnSpPr>
              <a:stCxn id="12607" idx="0"/>
              <a:endCxn id="12604" idx="2"/>
            </p:cNvCxnSpPr>
            <p:nvPr/>
          </p:nvCxnSpPr>
          <p:spPr>
            <a:xfrm rot="-5400000">
              <a:off x="1259830" y="2672682"/>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2608" name="Google Shape;12608;p77"/>
            <p:cNvCxnSpPr>
              <a:stCxn id="12607" idx="2"/>
              <a:endCxn id="12609" idx="0"/>
            </p:cNvCxnSpPr>
            <p:nvPr/>
          </p:nvCxnSpPr>
          <p:spPr>
            <a:xfrm rot="-5400000" flipH="1">
              <a:off x="1163380"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2610" name="Google Shape;12610;p77"/>
            <p:cNvCxnSpPr>
              <a:stCxn id="12611" idx="0"/>
              <a:endCxn id="12607" idx="2"/>
            </p:cNvCxnSpPr>
            <p:nvPr/>
          </p:nvCxnSpPr>
          <p:spPr>
            <a:xfrm rot="-5400000">
              <a:off x="987062"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2612" name="Google Shape;12612;p77"/>
            <p:cNvCxnSpPr>
              <a:stCxn id="12605" idx="2"/>
              <a:endCxn id="12613" idx="0"/>
            </p:cNvCxnSpPr>
            <p:nvPr/>
          </p:nvCxnSpPr>
          <p:spPr>
            <a:xfrm rot="-5400000" flipH="1">
              <a:off x="1901948"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2614" name="Google Shape;12614;p77"/>
            <p:cNvCxnSpPr>
              <a:stCxn id="12615" idx="0"/>
              <a:endCxn id="12605" idx="2"/>
            </p:cNvCxnSpPr>
            <p:nvPr/>
          </p:nvCxnSpPr>
          <p:spPr>
            <a:xfrm rot="-5400000">
              <a:off x="1725631"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sp>
          <p:nvSpPr>
            <p:cNvPr id="12611" name="Google Shape;12611;p77"/>
            <p:cNvSpPr/>
            <p:nvPr/>
          </p:nvSpPr>
          <p:spPr>
            <a:xfrm>
              <a:off x="803162"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2609" name="Google Shape;12609;p77"/>
            <p:cNvSpPr/>
            <p:nvPr/>
          </p:nvSpPr>
          <p:spPr>
            <a:xfrm>
              <a:off x="1155799"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2615" name="Google Shape;12615;p77"/>
            <p:cNvSpPr/>
            <p:nvPr/>
          </p:nvSpPr>
          <p:spPr>
            <a:xfrm>
              <a:off x="1541731"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2613" name="Google Shape;12613;p77"/>
            <p:cNvSpPr/>
            <p:nvPr/>
          </p:nvSpPr>
          <p:spPr>
            <a:xfrm>
              <a:off x="1894368"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2605" name="Google Shape;12605;p77"/>
            <p:cNvSpPr/>
            <p:nvPr/>
          </p:nvSpPr>
          <p:spPr>
            <a:xfrm>
              <a:off x="1718048"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2607" name="Google Shape;12607;p77"/>
            <p:cNvSpPr/>
            <p:nvPr/>
          </p:nvSpPr>
          <p:spPr>
            <a:xfrm>
              <a:off x="979480"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2604" name="Google Shape;12604;p77"/>
            <p:cNvSpPr/>
            <p:nvPr/>
          </p:nvSpPr>
          <p:spPr>
            <a:xfrm>
              <a:off x="1348764" y="2667727"/>
              <a:ext cx="320700" cy="125100"/>
            </a:xfrm>
            <a:prstGeom prst="roundRect">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grpSp>
      <p:grpSp>
        <p:nvGrpSpPr>
          <p:cNvPr id="12616" name="Google Shape;12616;p77"/>
          <p:cNvGrpSpPr/>
          <p:nvPr/>
        </p:nvGrpSpPr>
        <p:grpSpPr>
          <a:xfrm>
            <a:off x="706393" y="969273"/>
            <a:ext cx="2518541" cy="209309"/>
            <a:chOff x="803163" y="1111966"/>
            <a:chExt cx="2447800" cy="203430"/>
          </a:xfrm>
        </p:grpSpPr>
        <p:grpSp>
          <p:nvGrpSpPr>
            <p:cNvPr id="12617" name="Google Shape;12617;p77"/>
            <p:cNvGrpSpPr/>
            <p:nvPr/>
          </p:nvGrpSpPr>
          <p:grpSpPr>
            <a:xfrm>
              <a:off x="1958180" y="1111966"/>
              <a:ext cx="588019" cy="121396"/>
              <a:chOff x="4808316" y="2800065"/>
              <a:chExt cx="1999386" cy="412910"/>
            </a:xfrm>
          </p:grpSpPr>
          <p:sp>
            <p:nvSpPr>
              <p:cNvPr id="12618" name="Google Shape;12618;p77"/>
              <p:cNvSpPr/>
              <p:nvPr/>
            </p:nvSpPr>
            <p:spPr>
              <a:xfrm>
                <a:off x="4849302" y="3079475"/>
                <a:ext cx="1958400" cy="1335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2619" name="Google Shape;12619;p77"/>
              <p:cNvGrpSpPr/>
              <p:nvPr/>
            </p:nvGrpSpPr>
            <p:grpSpPr>
              <a:xfrm>
                <a:off x="4808316" y="2800065"/>
                <a:ext cx="92400" cy="411825"/>
                <a:chOff x="845575" y="2563700"/>
                <a:chExt cx="92400" cy="411825"/>
              </a:xfrm>
            </p:grpSpPr>
            <p:cxnSp>
              <p:nvCxnSpPr>
                <p:cNvPr id="12620" name="Google Shape;12620;p77"/>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2621" name="Google Shape;12621;p77"/>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cxnSp>
          <p:nvCxnSpPr>
            <p:cNvPr id="12622" name="Google Shape;12622;p77"/>
            <p:cNvCxnSpPr/>
            <p:nvPr/>
          </p:nvCxnSpPr>
          <p:spPr>
            <a:xfrm>
              <a:off x="3237251" y="1127387"/>
              <a:ext cx="0" cy="105600"/>
            </a:xfrm>
            <a:prstGeom prst="straightConnector1">
              <a:avLst/>
            </a:prstGeom>
            <a:noFill/>
            <a:ln w="9525" cap="flat" cmpd="sng">
              <a:solidFill>
                <a:srgbClr val="667E92"/>
              </a:solidFill>
              <a:prstDash val="solid"/>
              <a:round/>
              <a:headEnd type="none" w="sm" len="sm"/>
              <a:tailEnd type="none" w="sm" len="sm"/>
            </a:ln>
          </p:spPr>
        </p:cxnSp>
        <p:sp>
          <p:nvSpPr>
            <p:cNvPr id="12623" name="Google Shape;12623;p77"/>
            <p:cNvSpPr/>
            <p:nvPr/>
          </p:nvSpPr>
          <p:spPr>
            <a:xfrm>
              <a:off x="3223663" y="1111974"/>
              <a:ext cx="27300" cy="27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2624" name="Google Shape;12624;p77"/>
            <p:cNvGrpSpPr/>
            <p:nvPr/>
          </p:nvGrpSpPr>
          <p:grpSpPr>
            <a:xfrm>
              <a:off x="803163" y="1111974"/>
              <a:ext cx="591158" cy="121545"/>
              <a:chOff x="803163" y="1111974"/>
              <a:chExt cx="591158" cy="121545"/>
            </a:xfrm>
          </p:grpSpPr>
          <p:grpSp>
            <p:nvGrpSpPr>
              <p:cNvPr id="12625" name="Google Shape;12625;p77"/>
              <p:cNvGrpSpPr/>
              <p:nvPr/>
            </p:nvGrpSpPr>
            <p:grpSpPr>
              <a:xfrm>
                <a:off x="803163" y="1111974"/>
                <a:ext cx="27175" cy="121077"/>
                <a:chOff x="845575" y="2563700"/>
                <a:chExt cx="92400" cy="411825"/>
              </a:xfrm>
            </p:grpSpPr>
            <p:cxnSp>
              <p:nvCxnSpPr>
                <p:cNvPr id="12626" name="Google Shape;12626;p77"/>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2627" name="Google Shape;12627;p77"/>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2628" name="Google Shape;12628;p77"/>
              <p:cNvSpPr/>
              <p:nvPr/>
            </p:nvSpPr>
            <p:spPr>
              <a:xfrm>
                <a:off x="818321" y="1194219"/>
                <a:ext cx="576000" cy="393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2629" name="Google Shape;12629;p77"/>
            <p:cNvGrpSpPr/>
            <p:nvPr/>
          </p:nvGrpSpPr>
          <p:grpSpPr>
            <a:xfrm>
              <a:off x="1381910" y="1194219"/>
              <a:ext cx="588341" cy="121177"/>
              <a:chOff x="1381910" y="1194219"/>
              <a:chExt cx="588341" cy="121177"/>
            </a:xfrm>
          </p:grpSpPr>
          <p:grpSp>
            <p:nvGrpSpPr>
              <p:cNvPr id="12630" name="Google Shape;12630;p77"/>
              <p:cNvGrpSpPr/>
              <p:nvPr/>
            </p:nvGrpSpPr>
            <p:grpSpPr>
              <a:xfrm rot="10800000">
                <a:off x="1381910" y="1194319"/>
                <a:ext cx="27175" cy="121077"/>
                <a:chOff x="2070100" y="2563700"/>
                <a:chExt cx="92400" cy="411825"/>
              </a:xfrm>
            </p:grpSpPr>
            <p:cxnSp>
              <p:nvCxnSpPr>
                <p:cNvPr id="12631" name="Google Shape;12631;p77"/>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2632" name="Google Shape;12632;p77"/>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2633" name="Google Shape;12633;p77"/>
              <p:cNvSpPr/>
              <p:nvPr/>
            </p:nvSpPr>
            <p:spPr>
              <a:xfrm>
                <a:off x="1394250" y="1194219"/>
                <a:ext cx="5760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2634" name="Google Shape;12634;p77"/>
            <p:cNvGrpSpPr/>
            <p:nvPr/>
          </p:nvGrpSpPr>
          <p:grpSpPr>
            <a:xfrm>
              <a:off x="2532079" y="1194219"/>
              <a:ext cx="704927" cy="121177"/>
              <a:chOff x="2532079" y="1194219"/>
              <a:chExt cx="704927" cy="121177"/>
            </a:xfrm>
          </p:grpSpPr>
          <p:grpSp>
            <p:nvGrpSpPr>
              <p:cNvPr id="12635" name="Google Shape;12635;p77"/>
              <p:cNvGrpSpPr/>
              <p:nvPr/>
            </p:nvGrpSpPr>
            <p:grpSpPr>
              <a:xfrm rot="10800000">
                <a:off x="2532079" y="1194319"/>
                <a:ext cx="27175" cy="121077"/>
                <a:chOff x="2070100" y="2563700"/>
                <a:chExt cx="92400" cy="411825"/>
              </a:xfrm>
            </p:grpSpPr>
            <p:cxnSp>
              <p:nvCxnSpPr>
                <p:cNvPr id="12636" name="Google Shape;12636;p77"/>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2637" name="Google Shape;12637;p77"/>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2638" name="Google Shape;12638;p77"/>
              <p:cNvSpPr/>
              <p:nvPr/>
            </p:nvSpPr>
            <p:spPr>
              <a:xfrm>
                <a:off x="2546107" y="1194219"/>
                <a:ext cx="6909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12639" name="Google Shape;12639;p77"/>
          <p:cNvGrpSpPr/>
          <p:nvPr/>
        </p:nvGrpSpPr>
        <p:grpSpPr>
          <a:xfrm>
            <a:off x="3499403" y="3665904"/>
            <a:ext cx="1567778" cy="491677"/>
            <a:chOff x="5194708" y="3484366"/>
            <a:chExt cx="3148148" cy="987304"/>
          </a:xfrm>
        </p:grpSpPr>
        <p:grpSp>
          <p:nvGrpSpPr>
            <p:cNvPr id="12640" name="Google Shape;12640;p77"/>
            <p:cNvGrpSpPr/>
            <p:nvPr/>
          </p:nvGrpSpPr>
          <p:grpSpPr>
            <a:xfrm>
              <a:off x="7531521" y="3484366"/>
              <a:ext cx="811335" cy="987304"/>
              <a:chOff x="3379425" y="1617275"/>
              <a:chExt cx="1090650" cy="1327200"/>
            </a:xfrm>
          </p:grpSpPr>
          <p:sp>
            <p:nvSpPr>
              <p:cNvPr id="12641" name="Google Shape;12641;p77"/>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642" name="Google Shape;12642;p77"/>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643" name="Google Shape;12643;p77"/>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2644" name="Google Shape;12644;p77"/>
            <p:cNvGrpSpPr/>
            <p:nvPr/>
          </p:nvGrpSpPr>
          <p:grpSpPr>
            <a:xfrm>
              <a:off x="6752546" y="3484366"/>
              <a:ext cx="811428" cy="987304"/>
              <a:chOff x="2332275" y="1617275"/>
              <a:chExt cx="1090775" cy="1327200"/>
            </a:xfrm>
          </p:grpSpPr>
          <p:sp>
            <p:nvSpPr>
              <p:cNvPr id="12645" name="Google Shape;12645;p77"/>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646" name="Google Shape;12646;p77"/>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647" name="Google Shape;12647;p77"/>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2648" name="Google Shape;12648;p77"/>
            <p:cNvGrpSpPr/>
            <p:nvPr/>
          </p:nvGrpSpPr>
          <p:grpSpPr>
            <a:xfrm>
              <a:off x="5973664" y="3484366"/>
              <a:ext cx="811335" cy="987304"/>
              <a:chOff x="1285250" y="1617275"/>
              <a:chExt cx="1090650" cy="1327200"/>
            </a:xfrm>
          </p:grpSpPr>
          <p:sp>
            <p:nvSpPr>
              <p:cNvPr id="12649" name="Google Shape;12649;p77"/>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650" name="Google Shape;12650;p77"/>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651" name="Google Shape;12651;p77"/>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2652" name="Google Shape;12652;p77"/>
            <p:cNvGrpSpPr/>
            <p:nvPr/>
          </p:nvGrpSpPr>
          <p:grpSpPr>
            <a:xfrm>
              <a:off x="5194708" y="3484366"/>
              <a:ext cx="811409" cy="987304"/>
              <a:chOff x="238125" y="1617275"/>
              <a:chExt cx="1090750" cy="1327200"/>
            </a:xfrm>
          </p:grpSpPr>
          <p:sp>
            <p:nvSpPr>
              <p:cNvPr id="12653" name="Google Shape;12653;p77"/>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654" name="Google Shape;12654;p77"/>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655" name="Google Shape;12655;p77"/>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12656" name="Google Shape;12656;p77"/>
          <p:cNvGrpSpPr/>
          <p:nvPr/>
        </p:nvGrpSpPr>
        <p:grpSpPr>
          <a:xfrm>
            <a:off x="3460012" y="3146315"/>
            <a:ext cx="1616964" cy="346256"/>
            <a:chOff x="1808063" y="4294338"/>
            <a:chExt cx="3370782" cy="721817"/>
          </a:xfrm>
        </p:grpSpPr>
        <p:sp>
          <p:nvSpPr>
            <p:cNvPr id="12657" name="Google Shape;12657;p77"/>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658" name="Google Shape;12658;p77"/>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659" name="Google Shape;12659;p77"/>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660" name="Google Shape;12660;p77"/>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661" name="Google Shape;12661;p77"/>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662" name="Google Shape;12662;p77"/>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663" name="Google Shape;12663;p77"/>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664" name="Google Shape;12664;p77"/>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665" name="Google Shape;12665;p77"/>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666" name="Google Shape;12666;p77"/>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2667" name="Google Shape;12667;p77"/>
          <p:cNvGrpSpPr/>
          <p:nvPr/>
        </p:nvGrpSpPr>
        <p:grpSpPr>
          <a:xfrm>
            <a:off x="738224" y="3432344"/>
            <a:ext cx="1295882" cy="646587"/>
            <a:chOff x="834100" y="3642869"/>
            <a:chExt cx="1259483" cy="628426"/>
          </a:xfrm>
        </p:grpSpPr>
        <p:sp>
          <p:nvSpPr>
            <p:cNvPr id="12668" name="Google Shape;12668;p77"/>
            <p:cNvSpPr/>
            <p:nvPr/>
          </p:nvSpPr>
          <p:spPr>
            <a:xfrm>
              <a:off x="1557115" y="4061516"/>
              <a:ext cx="127079" cy="163426"/>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669" name="Google Shape;12669;p77"/>
            <p:cNvSpPr/>
            <p:nvPr/>
          </p:nvSpPr>
          <p:spPr>
            <a:xfrm>
              <a:off x="1847875" y="4224937"/>
              <a:ext cx="161119" cy="4"/>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670" name="Google Shape;12670;p77"/>
            <p:cNvSpPr/>
            <p:nvPr/>
          </p:nvSpPr>
          <p:spPr>
            <a:xfrm>
              <a:off x="1684189" y="4176763"/>
              <a:ext cx="163690" cy="94532"/>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671" name="Google Shape;12671;p77"/>
            <p:cNvSpPr/>
            <p:nvPr/>
          </p:nvSpPr>
          <p:spPr>
            <a:xfrm>
              <a:off x="1246916" y="3961205"/>
              <a:ext cx="77612" cy="4"/>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672" name="Google Shape;12672;p77"/>
            <p:cNvSpPr/>
            <p:nvPr/>
          </p:nvSpPr>
          <p:spPr>
            <a:xfrm>
              <a:off x="854078" y="3861292"/>
              <a:ext cx="154429" cy="4"/>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673" name="Google Shape;12673;p77"/>
            <p:cNvSpPr/>
            <p:nvPr/>
          </p:nvSpPr>
          <p:spPr>
            <a:xfrm>
              <a:off x="1164630" y="3861309"/>
              <a:ext cx="79574" cy="199792"/>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674" name="Google Shape;12674;p77"/>
            <p:cNvSpPr/>
            <p:nvPr/>
          </p:nvSpPr>
          <p:spPr>
            <a:xfrm>
              <a:off x="854078" y="4061097"/>
              <a:ext cx="146866" cy="4"/>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675" name="Google Shape;12675;p77"/>
            <p:cNvSpPr/>
            <p:nvPr/>
          </p:nvSpPr>
          <p:spPr>
            <a:xfrm>
              <a:off x="1000939" y="4005884"/>
              <a:ext cx="163695" cy="94514"/>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676" name="Google Shape;12676;p77"/>
            <p:cNvSpPr/>
            <p:nvPr/>
          </p:nvSpPr>
          <p:spPr>
            <a:xfrm>
              <a:off x="1008502" y="3822418"/>
              <a:ext cx="163690" cy="94528"/>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677" name="Google Shape;12677;p77"/>
            <p:cNvSpPr/>
            <p:nvPr/>
          </p:nvSpPr>
          <p:spPr>
            <a:xfrm>
              <a:off x="1603156" y="3961205"/>
              <a:ext cx="77612" cy="4"/>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678" name="Google Shape;12678;p77"/>
            <p:cNvSpPr/>
            <p:nvPr/>
          </p:nvSpPr>
          <p:spPr>
            <a:xfrm>
              <a:off x="1926576" y="3861292"/>
              <a:ext cx="144308" cy="4"/>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679" name="Google Shape;12679;p77"/>
            <p:cNvSpPr/>
            <p:nvPr/>
          </p:nvSpPr>
          <p:spPr>
            <a:xfrm>
              <a:off x="1680763" y="3861309"/>
              <a:ext cx="82127" cy="199792"/>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680" name="Google Shape;12680;p77"/>
            <p:cNvSpPr/>
            <p:nvPr/>
          </p:nvSpPr>
          <p:spPr>
            <a:xfrm>
              <a:off x="1926576" y="4061097"/>
              <a:ext cx="144308" cy="4"/>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681" name="Google Shape;12681;p77"/>
            <p:cNvSpPr/>
            <p:nvPr/>
          </p:nvSpPr>
          <p:spPr>
            <a:xfrm>
              <a:off x="1762436" y="3822418"/>
              <a:ext cx="163677" cy="94528"/>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682" name="Google Shape;12682;p77"/>
            <p:cNvSpPr/>
            <p:nvPr/>
          </p:nvSpPr>
          <p:spPr>
            <a:xfrm>
              <a:off x="1762886" y="4005884"/>
              <a:ext cx="163695" cy="94514"/>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683" name="Google Shape;12683;p77"/>
            <p:cNvSpPr/>
            <p:nvPr/>
          </p:nvSpPr>
          <p:spPr>
            <a:xfrm>
              <a:off x="1325004" y="3820086"/>
              <a:ext cx="278558" cy="278382"/>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684" name="Google Shape;12684;p77"/>
            <p:cNvSpPr/>
            <p:nvPr/>
          </p:nvSpPr>
          <p:spPr>
            <a:xfrm>
              <a:off x="1235816" y="3689223"/>
              <a:ext cx="134752" cy="171223"/>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685" name="Google Shape;12685;p77"/>
            <p:cNvSpPr/>
            <p:nvPr/>
          </p:nvSpPr>
          <p:spPr>
            <a:xfrm>
              <a:off x="910512" y="3689223"/>
              <a:ext cx="161618" cy="4"/>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686" name="Google Shape;12686;p77"/>
            <p:cNvSpPr/>
            <p:nvPr/>
          </p:nvSpPr>
          <p:spPr>
            <a:xfrm>
              <a:off x="1072126" y="3642869"/>
              <a:ext cx="163695" cy="94532"/>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687" name="Google Shape;12687;p77"/>
            <p:cNvSpPr/>
            <p:nvPr/>
          </p:nvSpPr>
          <p:spPr>
            <a:xfrm>
              <a:off x="1235913" y="4073301"/>
              <a:ext cx="134655" cy="15164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688" name="Google Shape;12688;p77"/>
            <p:cNvSpPr/>
            <p:nvPr/>
          </p:nvSpPr>
          <p:spPr>
            <a:xfrm>
              <a:off x="910512" y="4224937"/>
              <a:ext cx="161618" cy="4"/>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689" name="Google Shape;12689;p77"/>
            <p:cNvSpPr/>
            <p:nvPr/>
          </p:nvSpPr>
          <p:spPr>
            <a:xfrm>
              <a:off x="1072126" y="4176763"/>
              <a:ext cx="163695" cy="94532"/>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690" name="Google Shape;12690;p77"/>
            <p:cNvSpPr/>
            <p:nvPr/>
          </p:nvSpPr>
          <p:spPr>
            <a:xfrm>
              <a:off x="1562328" y="3689223"/>
              <a:ext cx="128816" cy="171223"/>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691" name="Google Shape;12691;p77"/>
            <p:cNvSpPr/>
            <p:nvPr/>
          </p:nvSpPr>
          <p:spPr>
            <a:xfrm>
              <a:off x="1854826" y="3689223"/>
              <a:ext cx="154169" cy="4"/>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692" name="Google Shape;12692;p77"/>
            <p:cNvSpPr/>
            <p:nvPr/>
          </p:nvSpPr>
          <p:spPr>
            <a:xfrm>
              <a:off x="1691140" y="3642869"/>
              <a:ext cx="163690" cy="94532"/>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2693" name="Google Shape;12693;p77"/>
            <p:cNvGrpSpPr/>
            <p:nvPr/>
          </p:nvGrpSpPr>
          <p:grpSpPr>
            <a:xfrm>
              <a:off x="1360364" y="3847835"/>
              <a:ext cx="208119" cy="224359"/>
              <a:chOff x="1360769" y="3847100"/>
              <a:chExt cx="208119" cy="224359"/>
            </a:xfrm>
          </p:grpSpPr>
          <p:sp>
            <p:nvSpPr>
              <p:cNvPr id="12694" name="Google Shape;12694;p77"/>
              <p:cNvSpPr/>
              <p:nvPr/>
            </p:nvSpPr>
            <p:spPr>
              <a:xfrm>
                <a:off x="1360769" y="3847113"/>
                <a:ext cx="99163" cy="224346"/>
              </a:xfrm>
              <a:custGeom>
                <a:avLst/>
                <a:gdLst/>
                <a:ahLst/>
                <a:cxnLst/>
                <a:rect l="l" t="t" r="r" b="b"/>
                <a:pathLst>
                  <a:path w="22486" h="50901" fill="none" extrusionOk="0">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w="9525" cap="flat" cmpd="sng">
                <a:solidFill>
                  <a:srgbClr val="E4E9E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695" name="Google Shape;12695;p77"/>
              <p:cNvSpPr/>
              <p:nvPr/>
            </p:nvSpPr>
            <p:spPr>
              <a:xfrm>
                <a:off x="1418941" y="3907967"/>
                <a:ext cx="40718" cy="51312"/>
              </a:xfrm>
              <a:custGeom>
                <a:avLst/>
                <a:gdLst/>
                <a:ahLst/>
                <a:cxnLst/>
                <a:rect l="l" t="t" r="r" b="b"/>
                <a:pathLst>
                  <a:path w="9233" h="11642" fill="none" extrusionOk="0">
                    <a:moveTo>
                      <a:pt x="9233" y="1"/>
                    </a:moveTo>
                    <a:cubicBezTo>
                      <a:pt x="9233" y="1"/>
                      <a:pt x="0" y="570"/>
                      <a:pt x="2586" y="1164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696" name="Google Shape;12696;p77"/>
              <p:cNvSpPr/>
              <p:nvPr/>
            </p:nvSpPr>
            <p:spPr>
              <a:xfrm>
                <a:off x="1432983" y="3877824"/>
                <a:ext cx="26566" cy="25035"/>
              </a:xfrm>
              <a:custGeom>
                <a:avLst/>
                <a:gdLst/>
                <a:ahLst/>
                <a:cxnLst/>
                <a:rect l="l" t="t" r="r" b="b"/>
                <a:pathLst>
                  <a:path w="6024" h="5680" fill="none" extrusionOk="0">
                    <a:moveTo>
                      <a:pt x="1" y="1795"/>
                    </a:moveTo>
                    <a:cubicBezTo>
                      <a:pt x="1" y="1795"/>
                      <a:pt x="6023" y="0"/>
                      <a:pt x="6023" y="5680"/>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697" name="Google Shape;12697;p77"/>
              <p:cNvSpPr/>
              <p:nvPr/>
            </p:nvSpPr>
            <p:spPr>
              <a:xfrm>
                <a:off x="1406421" y="3881663"/>
                <a:ext cx="8727" cy="21196"/>
              </a:xfrm>
              <a:custGeom>
                <a:avLst/>
                <a:gdLst/>
                <a:ahLst/>
                <a:cxnLst/>
                <a:rect l="l" t="t" r="r" b="b"/>
                <a:pathLst>
                  <a:path w="1979" h="4809" fill="none" extrusionOk="0">
                    <a:moveTo>
                      <a:pt x="1" y="1"/>
                    </a:moveTo>
                    <a:cubicBezTo>
                      <a:pt x="1" y="1"/>
                      <a:pt x="1" y="2730"/>
                      <a:pt x="1978" y="4809"/>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698" name="Google Shape;12698;p77"/>
              <p:cNvSpPr/>
              <p:nvPr/>
            </p:nvSpPr>
            <p:spPr>
              <a:xfrm>
                <a:off x="1372301" y="3910479"/>
                <a:ext cx="51967" cy="15131"/>
              </a:xfrm>
              <a:custGeom>
                <a:avLst/>
                <a:gdLst/>
                <a:ahLst/>
                <a:cxnLst/>
                <a:rect l="l" t="t" r="r" b="b"/>
                <a:pathLst>
                  <a:path w="11784" h="3433" fill="none" extrusionOk="0">
                    <a:moveTo>
                      <a:pt x="1" y="2663"/>
                    </a:moveTo>
                    <a:cubicBezTo>
                      <a:pt x="3364" y="0"/>
                      <a:pt x="6622" y="3433"/>
                      <a:pt x="6622" y="3433"/>
                    </a:cubicBezTo>
                    <a:cubicBezTo>
                      <a:pt x="6622" y="3433"/>
                      <a:pt x="7307" y="387"/>
                      <a:pt x="11783" y="1653"/>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699" name="Google Shape;12699;p77"/>
              <p:cNvSpPr/>
              <p:nvPr/>
            </p:nvSpPr>
            <p:spPr>
              <a:xfrm>
                <a:off x="1383436" y="3963823"/>
                <a:ext cx="27351" cy="50572"/>
              </a:xfrm>
              <a:custGeom>
                <a:avLst/>
                <a:gdLst/>
                <a:ahLst/>
                <a:cxnLst/>
                <a:rect l="l" t="t" r="r" b="b"/>
                <a:pathLst>
                  <a:path w="6202" h="11474" fill="none" extrusionOk="0">
                    <a:moveTo>
                      <a:pt x="22" y="11474"/>
                    </a:moveTo>
                    <a:cubicBezTo>
                      <a:pt x="22" y="11474"/>
                      <a:pt x="0" y="5735"/>
                      <a:pt x="4440" y="6297"/>
                    </a:cubicBezTo>
                    <a:cubicBezTo>
                      <a:pt x="4440" y="6297"/>
                      <a:pt x="2134" y="3149"/>
                      <a:pt x="6202"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700" name="Google Shape;12700;p77"/>
              <p:cNvSpPr/>
              <p:nvPr/>
            </p:nvSpPr>
            <p:spPr>
              <a:xfrm>
                <a:off x="1398461" y="4014391"/>
                <a:ext cx="12132" cy="31518"/>
              </a:xfrm>
              <a:custGeom>
                <a:avLst/>
                <a:gdLst/>
                <a:ahLst/>
                <a:cxnLst/>
                <a:rect l="l" t="t" r="r" b="b"/>
                <a:pathLst>
                  <a:path w="2751" h="7151" fill="none" extrusionOk="0">
                    <a:moveTo>
                      <a:pt x="2751" y="1"/>
                    </a:moveTo>
                    <a:cubicBezTo>
                      <a:pt x="2751" y="1"/>
                      <a:pt x="0" y="2963"/>
                      <a:pt x="1806" y="715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701" name="Google Shape;12701;p77"/>
              <p:cNvSpPr/>
              <p:nvPr/>
            </p:nvSpPr>
            <p:spPr>
              <a:xfrm>
                <a:off x="1424264" y="4012138"/>
                <a:ext cx="35284" cy="21165"/>
              </a:xfrm>
              <a:custGeom>
                <a:avLst/>
                <a:gdLst/>
                <a:ahLst/>
                <a:cxnLst/>
                <a:rect l="l" t="t" r="r" b="b"/>
                <a:pathLst>
                  <a:path w="8001" h="4802" fill="none" extrusionOk="0">
                    <a:moveTo>
                      <a:pt x="8000" y="512"/>
                    </a:moveTo>
                    <a:cubicBezTo>
                      <a:pt x="3783" y="1"/>
                      <a:pt x="1978" y="4087"/>
                      <a:pt x="1978" y="4087"/>
                    </a:cubicBezTo>
                    <a:cubicBezTo>
                      <a:pt x="1978" y="4087"/>
                      <a:pt x="858" y="3598"/>
                      <a:pt x="0" y="4802"/>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702" name="Google Shape;12702;p77"/>
              <p:cNvSpPr/>
              <p:nvPr/>
            </p:nvSpPr>
            <p:spPr>
              <a:xfrm>
                <a:off x="1397156" y="3942280"/>
                <a:ext cx="31183" cy="17449"/>
              </a:xfrm>
              <a:custGeom>
                <a:avLst/>
                <a:gdLst/>
                <a:ahLst/>
                <a:cxnLst/>
                <a:rect l="l" t="t" r="r" b="b"/>
                <a:pathLst>
                  <a:path w="7071" h="3959" fill="none" extrusionOk="0">
                    <a:moveTo>
                      <a:pt x="7070" y="1"/>
                    </a:moveTo>
                    <a:cubicBezTo>
                      <a:pt x="7070" y="1"/>
                      <a:pt x="2802" y="3959"/>
                      <a:pt x="1"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703" name="Google Shape;12703;p77"/>
              <p:cNvSpPr/>
              <p:nvPr/>
            </p:nvSpPr>
            <p:spPr>
              <a:xfrm>
                <a:off x="1428334" y="3973727"/>
                <a:ext cx="31214" cy="15378"/>
              </a:xfrm>
              <a:custGeom>
                <a:avLst/>
                <a:gdLst/>
                <a:ahLst/>
                <a:cxnLst/>
                <a:rect l="l" t="t" r="r" b="b"/>
                <a:pathLst>
                  <a:path w="7078" h="3489" fill="none" extrusionOk="0">
                    <a:moveTo>
                      <a:pt x="0" y="1125"/>
                    </a:moveTo>
                    <a:cubicBezTo>
                      <a:pt x="0" y="1125"/>
                      <a:pt x="4411" y="1"/>
                      <a:pt x="7077" y="3488"/>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704" name="Google Shape;12704;p77"/>
              <p:cNvSpPr/>
              <p:nvPr/>
            </p:nvSpPr>
            <p:spPr>
              <a:xfrm>
                <a:off x="1468924" y="3907967"/>
                <a:ext cx="40704" cy="51312"/>
              </a:xfrm>
              <a:custGeom>
                <a:avLst/>
                <a:gdLst/>
                <a:ahLst/>
                <a:cxnLst/>
                <a:rect l="l" t="t" r="r" b="b"/>
                <a:pathLst>
                  <a:path w="9230" h="11642" fill="none" extrusionOk="0">
                    <a:moveTo>
                      <a:pt x="0" y="1"/>
                    </a:moveTo>
                    <a:cubicBezTo>
                      <a:pt x="0" y="1"/>
                      <a:pt x="9229" y="570"/>
                      <a:pt x="6647" y="1164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705" name="Google Shape;12705;p77"/>
              <p:cNvSpPr/>
              <p:nvPr/>
            </p:nvSpPr>
            <p:spPr>
              <a:xfrm>
                <a:off x="1469021" y="3877824"/>
                <a:ext cx="26561" cy="25035"/>
              </a:xfrm>
              <a:custGeom>
                <a:avLst/>
                <a:gdLst/>
                <a:ahLst/>
                <a:cxnLst/>
                <a:rect l="l" t="t" r="r" b="b"/>
                <a:pathLst>
                  <a:path w="6023" h="5680" fill="none" extrusionOk="0">
                    <a:moveTo>
                      <a:pt x="6023" y="1795"/>
                    </a:moveTo>
                    <a:cubicBezTo>
                      <a:pt x="6023" y="1795"/>
                      <a:pt x="0" y="0"/>
                      <a:pt x="0" y="5680"/>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706" name="Google Shape;12706;p77"/>
              <p:cNvSpPr/>
              <p:nvPr/>
            </p:nvSpPr>
            <p:spPr>
              <a:xfrm>
                <a:off x="1513434" y="3881663"/>
                <a:ext cx="8710" cy="21196"/>
              </a:xfrm>
              <a:custGeom>
                <a:avLst/>
                <a:gdLst/>
                <a:ahLst/>
                <a:cxnLst/>
                <a:rect l="l" t="t" r="r" b="b"/>
                <a:pathLst>
                  <a:path w="1975" h="4809" fill="none" extrusionOk="0">
                    <a:moveTo>
                      <a:pt x="1975" y="1"/>
                    </a:moveTo>
                    <a:cubicBezTo>
                      <a:pt x="1975" y="1"/>
                      <a:pt x="1975" y="2730"/>
                      <a:pt x="1" y="4809"/>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707" name="Google Shape;12707;p77"/>
              <p:cNvSpPr/>
              <p:nvPr/>
            </p:nvSpPr>
            <p:spPr>
              <a:xfrm>
                <a:off x="1517778" y="3963823"/>
                <a:ext cx="27355" cy="50572"/>
              </a:xfrm>
              <a:custGeom>
                <a:avLst/>
                <a:gdLst/>
                <a:ahLst/>
                <a:cxnLst/>
                <a:rect l="l" t="t" r="r" b="b"/>
                <a:pathLst>
                  <a:path w="6203" h="11474" fill="none" extrusionOk="0">
                    <a:moveTo>
                      <a:pt x="6181" y="11474"/>
                    </a:moveTo>
                    <a:cubicBezTo>
                      <a:pt x="6181" y="11474"/>
                      <a:pt x="6202" y="5735"/>
                      <a:pt x="1767" y="6297"/>
                    </a:cubicBezTo>
                    <a:cubicBezTo>
                      <a:pt x="1767" y="6297"/>
                      <a:pt x="4068" y="3149"/>
                      <a:pt x="1"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708" name="Google Shape;12708;p77"/>
              <p:cNvSpPr/>
              <p:nvPr/>
            </p:nvSpPr>
            <p:spPr>
              <a:xfrm>
                <a:off x="1517990" y="4014391"/>
                <a:ext cx="12119" cy="31518"/>
              </a:xfrm>
              <a:custGeom>
                <a:avLst/>
                <a:gdLst/>
                <a:ahLst/>
                <a:cxnLst/>
                <a:rect l="l" t="t" r="r" b="b"/>
                <a:pathLst>
                  <a:path w="2748" h="7151" fill="none" extrusionOk="0">
                    <a:moveTo>
                      <a:pt x="0" y="1"/>
                    </a:moveTo>
                    <a:cubicBezTo>
                      <a:pt x="0" y="1"/>
                      <a:pt x="2747" y="2963"/>
                      <a:pt x="942" y="715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709" name="Google Shape;12709;p77"/>
              <p:cNvSpPr/>
              <p:nvPr/>
            </p:nvSpPr>
            <p:spPr>
              <a:xfrm>
                <a:off x="1469021" y="4012138"/>
                <a:ext cx="35298" cy="21165"/>
              </a:xfrm>
              <a:custGeom>
                <a:avLst/>
                <a:gdLst/>
                <a:ahLst/>
                <a:cxnLst/>
                <a:rect l="l" t="t" r="r" b="b"/>
                <a:pathLst>
                  <a:path w="8004" h="4802" fill="none" extrusionOk="0">
                    <a:moveTo>
                      <a:pt x="0" y="512"/>
                    </a:moveTo>
                    <a:cubicBezTo>
                      <a:pt x="4217" y="1"/>
                      <a:pt x="6023" y="4087"/>
                      <a:pt x="6023" y="4087"/>
                    </a:cubicBezTo>
                    <a:cubicBezTo>
                      <a:pt x="6023" y="4087"/>
                      <a:pt x="7143" y="3598"/>
                      <a:pt x="8004" y="4802"/>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710" name="Google Shape;12710;p77"/>
              <p:cNvSpPr/>
              <p:nvPr/>
            </p:nvSpPr>
            <p:spPr>
              <a:xfrm>
                <a:off x="1500244" y="3942280"/>
                <a:ext cx="31183" cy="17449"/>
              </a:xfrm>
              <a:custGeom>
                <a:avLst/>
                <a:gdLst/>
                <a:ahLst/>
                <a:cxnLst/>
                <a:rect l="l" t="t" r="r" b="b"/>
                <a:pathLst>
                  <a:path w="7071" h="3959" fill="none" extrusionOk="0">
                    <a:moveTo>
                      <a:pt x="1" y="1"/>
                    </a:moveTo>
                    <a:cubicBezTo>
                      <a:pt x="1" y="1"/>
                      <a:pt x="4265" y="3959"/>
                      <a:pt x="7070"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711" name="Google Shape;12711;p77"/>
              <p:cNvSpPr/>
              <p:nvPr/>
            </p:nvSpPr>
            <p:spPr>
              <a:xfrm>
                <a:off x="1469021" y="3973727"/>
                <a:ext cx="31227" cy="15378"/>
              </a:xfrm>
              <a:custGeom>
                <a:avLst/>
                <a:gdLst/>
                <a:ahLst/>
                <a:cxnLst/>
                <a:rect l="l" t="t" r="r" b="b"/>
                <a:pathLst>
                  <a:path w="7081" h="3489" fill="none" extrusionOk="0">
                    <a:moveTo>
                      <a:pt x="7081" y="1125"/>
                    </a:moveTo>
                    <a:cubicBezTo>
                      <a:pt x="7081" y="1125"/>
                      <a:pt x="2670" y="1"/>
                      <a:pt x="0" y="3488"/>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712" name="Google Shape;12712;p77"/>
              <p:cNvSpPr/>
              <p:nvPr/>
            </p:nvSpPr>
            <p:spPr>
              <a:xfrm>
                <a:off x="1504314" y="3910479"/>
                <a:ext cx="51950" cy="15131"/>
              </a:xfrm>
              <a:custGeom>
                <a:avLst/>
                <a:gdLst/>
                <a:ahLst/>
                <a:cxnLst/>
                <a:rect l="l" t="t" r="r" b="b"/>
                <a:pathLst>
                  <a:path w="11780" h="3433" fill="none" extrusionOk="0">
                    <a:moveTo>
                      <a:pt x="11780" y="2663"/>
                    </a:moveTo>
                    <a:cubicBezTo>
                      <a:pt x="8420" y="0"/>
                      <a:pt x="5162" y="3433"/>
                      <a:pt x="5162" y="3433"/>
                    </a:cubicBezTo>
                    <a:cubicBezTo>
                      <a:pt x="5162" y="3433"/>
                      <a:pt x="4473" y="387"/>
                      <a:pt x="1" y="1653"/>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713" name="Google Shape;12713;p77"/>
              <p:cNvSpPr/>
              <p:nvPr/>
            </p:nvSpPr>
            <p:spPr>
              <a:xfrm>
                <a:off x="1469738" y="3847100"/>
                <a:ext cx="99150" cy="224346"/>
              </a:xfrm>
              <a:custGeom>
                <a:avLst/>
                <a:gdLst/>
                <a:ahLst/>
                <a:cxnLst/>
                <a:rect l="l" t="t" r="r" b="b"/>
                <a:pathLst>
                  <a:path w="22483" h="50901" fill="none" extrusionOk="0">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2714" name="Google Shape;12714;p77"/>
            <p:cNvSpPr/>
            <p:nvPr/>
          </p:nvSpPr>
          <p:spPr>
            <a:xfrm>
              <a:off x="2008060" y="4212384"/>
              <a:ext cx="24537" cy="23585"/>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715" name="Google Shape;12715;p77"/>
            <p:cNvSpPr/>
            <p:nvPr/>
          </p:nvSpPr>
          <p:spPr>
            <a:xfrm>
              <a:off x="1545645" y="4049730"/>
              <a:ext cx="24520" cy="23576"/>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716" name="Google Shape;12716;p77"/>
            <p:cNvSpPr/>
            <p:nvPr/>
          </p:nvSpPr>
          <p:spPr>
            <a:xfrm>
              <a:off x="1231521" y="3947489"/>
              <a:ext cx="24524" cy="23576"/>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717" name="Google Shape;12717;p77"/>
            <p:cNvSpPr/>
            <p:nvPr/>
          </p:nvSpPr>
          <p:spPr>
            <a:xfrm>
              <a:off x="834100" y="4046742"/>
              <a:ext cx="24520" cy="23580"/>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718" name="Google Shape;12718;p77"/>
            <p:cNvSpPr/>
            <p:nvPr/>
          </p:nvSpPr>
          <p:spPr>
            <a:xfrm>
              <a:off x="834100" y="3849652"/>
              <a:ext cx="24520" cy="23580"/>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719" name="Google Shape;12719;p77"/>
            <p:cNvSpPr/>
            <p:nvPr/>
          </p:nvSpPr>
          <p:spPr>
            <a:xfrm>
              <a:off x="1668053" y="3947489"/>
              <a:ext cx="24520" cy="23576"/>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720" name="Google Shape;12720;p77"/>
            <p:cNvSpPr/>
            <p:nvPr/>
          </p:nvSpPr>
          <p:spPr>
            <a:xfrm>
              <a:off x="889649" y="3678195"/>
              <a:ext cx="23589" cy="23576"/>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721" name="Google Shape;12721;p77"/>
            <p:cNvSpPr/>
            <p:nvPr/>
          </p:nvSpPr>
          <p:spPr>
            <a:xfrm>
              <a:off x="1357708" y="3848642"/>
              <a:ext cx="24542" cy="23585"/>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722" name="Google Shape;12722;p77"/>
            <p:cNvSpPr/>
            <p:nvPr/>
          </p:nvSpPr>
          <p:spPr>
            <a:xfrm>
              <a:off x="1357708" y="4049730"/>
              <a:ext cx="24542" cy="23585"/>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723" name="Google Shape;12723;p77"/>
            <p:cNvSpPr/>
            <p:nvPr/>
          </p:nvSpPr>
          <p:spPr>
            <a:xfrm>
              <a:off x="889649" y="4212384"/>
              <a:ext cx="24520" cy="23585"/>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724" name="Google Shape;12724;p77"/>
            <p:cNvSpPr/>
            <p:nvPr/>
          </p:nvSpPr>
          <p:spPr>
            <a:xfrm>
              <a:off x="2008060" y="3678195"/>
              <a:ext cx="24537" cy="23576"/>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725" name="Google Shape;12725;p77"/>
            <p:cNvSpPr/>
            <p:nvPr/>
          </p:nvSpPr>
          <p:spPr>
            <a:xfrm>
              <a:off x="1548251" y="3848642"/>
              <a:ext cx="24520" cy="23580"/>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726" name="Google Shape;12726;p77"/>
            <p:cNvSpPr/>
            <p:nvPr/>
          </p:nvSpPr>
          <p:spPr>
            <a:xfrm>
              <a:off x="2069063" y="3847033"/>
              <a:ext cx="24520" cy="23585"/>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727" name="Google Shape;12727;p77"/>
            <p:cNvSpPr/>
            <p:nvPr/>
          </p:nvSpPr>
          <p:spPr>
            <a:xfrm>
              <a:off x="2069063" y="4046870"/>
              <a:ext cx="24520" cy="23576"/>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2728" name="Google Shape;12728;p77"/>
          <p:cNvGrpSpPr/>
          <p:nvPr/>
        </p:nvGrpSpPr>
        <p:grpSpPr>
          <a:xfrm rot="5400000">
            <a:off x="5951337" y="3228841"/>
            <a:ext cx="164064" cy="1414916"/>
            <a:chOff x="4428249" y="1369375"/>
            <a:chExt cx="36905" cy="429569"/>
          </a:xfrm>
        </p:grpSpPr>
        <p:sp>
          <p:nvSpPr>
            <p:cNvPr id="12729" name="Google Shape;12729;p77"/>
            <p:cNvSpPr/>
            <p:nvPr/>
          </p:nvSpPr>
          <p:spPr>
            <a:xfrm>
              <a:off x="4428249" y="1369375"/>
              <a:ext cx="2375" cy="429104"/>
            </a:xfrm>
            <a:custGeom>
              <a:avLst/>
              <a:gdLst/>
              <a:ahLst/>
              <a:cxnLst/>
              <a:rect l="l" t="t" r="r" b="b"/>
              <a:pathLst>
                <a:path w="95" h="18328" extrusionOk="0">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730" name="Google Shape;12730;p77"/>
            <p:cNvSpPr/>
            <p:nvPr/>
          </p:nvSpPr>
          <p:spPr>
            <a:xfrm>
              <a:off x="4428354" y="1369375"/>
              <a:ext cx="36800" cy="2200"/>
            </a:xfrm>
            <a:custGeom>
              <a:avLst/>
              <a:gdLst/>
              <a:ahLst/>
              <a:cxnLst/>
              <a:rect l="l" t="t" r="r" b="b"/>
              <a:pathLst>
                <a:path w="1472" h="88" extrusionOk="0">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731" name="Google Shape;12731;p77"/>
            <p:cNvSpPr/>
            <p:nvPr/>
          </p:nvSpPr>
          <p:spPr>
            <a:xfrm>
              <a:off x="4428704" y="1383625"/>
              <a:ext cx="17350" cy="2200"/>
            </a:xfrm>
            <a:custGeom>
              <a:avLst/>
              <a:gdLst/>
              <a:ahLst/>
              <a:cxnLst/>
              <a:rect l="l" t="t" r="r" b="b"/>
              <a:pathLst>
                <a:path w="694" h="88" extrusionOk="0">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732" name="Google Shape;12732;p77"/>
            <p:cNvSpPr/>
            <p:nvPr/>
          </p:nvSpPr>
          <p:spPr>
            <a:xfrm>
              <a:off x="4428704" y="1397875"/>
              <a:ext cx="17350" cy="2175"/>
            </a:xfrm>
            <a:custGeom>
              <a:avLst/>
              <a:gdLst/>
              <a:ahLst/>
              <a:cxnLst/>
              <a:rect l="l" t="t" r="r" b="b"/>
              <a:pathLst>
                <a:path w="694" h="87" extrusionOk="0">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733" name="Google Shape;12733;p77"/>
            <p:cNvSpPr/>
            <p:nvPr/>
          </p:nvSpPr>
          <p:spPr>
            <a:xfrm>
              <a:off x="4428704" y="1412125"/>
              <a:ext cx="36100" cy="2175"/>
            </a:xfrm>
            <a:custGeom>
              <a:avLst/>
              <a:gdLst/>
              <a:ahLst/>
              <a:cxnLst/>
              <a:rect l="l" t="t" r="r" b="b"/>
              <a:pathLst>
                <a:path w="1444" h="87" extrusionOk="0">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734" name="Google Shape;12734;p77"/>
            <p:cNvSpPr/>
            <p:nvPr/>
          </p:nvSpPr>
          <p:spPr>
            <a:xfrm>
              <a:off x="4428354" y="1426350"/>
              <a:ext cx="18050" cy="2200"/>
            </a:xfrm>
            <a:custGeom>
              <a:avLst/>
              <a:gdLst/>
              <a:ahLst/>
              <a:cxnLst/>
              <a:rect l="l" t="t" r="r" b="b"/>
              <a:pathLst>
                <a:path w="722" h="88" extrusionOk="0">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735" name="Google Shape;12735;p77"/>
            <p:cNvSpPr/>
            <p:nvPr/>
          </p:nvSpPr>
          <p:spPr>
            <a:xfrm>
              <a:off x="4428704" y="1440600"/>
              <a:ext cx="17350" cy="2200"/>
            </a:xfrm>
            <a:custGeom>
              <a:avLst/>
              <a:gdLst/>
              <a:ahLst/>
              <a:cxnLst/>
              <a:rect l="l" t="t" r="r" b="b"/>
              <a:pathLst>
                <a:path w="694" h="88" extrusionOk="0">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736" name="Google Shape;12736;p77"/>
            <p:cNvSpPr/>
            <p:nvPr/>
          </p:nvSpPr>
          <p:spPr>
            <a:xfrm>
              <a:off x="4428704" y="1454850"/>
              <a:ext cx="36100" cy="2375"/>
            </a:xfrm>
            <a:custGeom>
              <a:avLst/>
              <a:gdLst/>
              <a:ahLst/>
              <a:cxnLst/>
              <a:rect l="l" t="t" r="r" b="b"/>
              <a:pathLst>
                <a:path w="1444" h="95" extrusionOk="0">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737" name="Google Shape;12737;p77"/>
            <p:cNvSpPr/>
            <p:nvPr/>
          </p:nvSpPr>
          <p:spPr>
            <a:xfrm>
              <a:off x="4428354" y="1469100"/>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738" name="Google Shape;12738;p77"/>
            <p:cNvSpPr/>
            <p:nvPr/>
          </p:nvSpPr>
          <p:spPr>
            <a:xfrm>
              <a:off x="4428354" y="1483350"/>
              <a:ext cx="18050" cy="2350"/>
            </a:xfrm>
            <a:custGeom>
              <a:avLst/>
              <a:gdLst/>
              <a:ahLst/>
              <a:cxnLst/>
              <a:rect l="l" t="t" r="r" b="b"/>
              <a:pathLst>
                <a:path w="722" h="94"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739" name="Google Shape;12739;p77"/>
            <p:cNvSpPr/>
            <p:nvPr/>
          </p:nvSpPr>
          <p:spPr>
            <a:xfrm>
              <a:off x="4428704" y="1497575"/>
              <a:ext cx="36100" cy="2200"/>
            </a:xfrm>
            <a:custGeom>
              <a:avLst/>
              <a:gdLst/>
              <a:ahLst/>
              <a:cxnLst/>
              <a:rect l="l" t="t" r="r" b="b"/>
              <a:pathLst>
                <a:path w="1444" h="88" extrusionOk="0">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740" name="Google Shape;12740;p77"/>
            <p:cNvSpPr/>
            <p:nvPr/>
          </p:nvSpPr>
          <p:spPr>
            <a:xfrm>
              <a:off x="4428704" y="151182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741" name="Google Shape;12741;p77"/>
            <p:cNvSpPr/>
            <p:nvPr/>
          </p:nvSpPr>
          <p:spPr>
            <a:xfrm>
              <a:off x="4428354" y="1526075"/>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742" name="Google Shape;12742;p77"/>
            <p:cNvSpPr/>
            <p:nvPr/>
          </p:nvSpPr>
          <p:spPr>
            <a:xfrm>
              <a:off x="4428704" y="1540325"/>
              <a:ext cx="36100" cy="2350"/>
            </a:xfrm>
            <a:custGeom>
              <a:avLst/>
              <a:gdLst/>
              <a:ahLst/>
              <a:cxnLst/>
              <a:rect l="l" t="t" r="r" b="b"/>
              <a:pathLst>
                <a:path w="1444" h="94" extrusionOk="0">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743" name="Google Shape;12743;p77"/>
            <p:cNvSpPr/>
            <p:nvPr/>
          </p:nvSpPr>
          <p:spPr>
            <a:xfrm>
              <a:off x="4428704" y="1554550"/>
              <a:ext cx="17350" cy="2375"/>
            </a:xfrm>
            <a:custGeom>
              <a:avLst/>
              <a:gdLst/>
              <a:ahLst/>
              <a:cxnLst/>
              <a:rect l="l" t="t" r="r" b="b"/>
              <a:pathLst>
                <a:path w="694" h="95" extrusionOk="0">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744" name="Google Shape;12744;p77"/>
            <p:cNvSpPr/>
            <p:nvPr/>
          </p:nvSpPr>
          <p:spPr>
            <a:xfrm>
              <a:off x="4428704" y="1568800"/>
              <a:ext cx="17350" cy="2375"/>
            </a:xfrm>
            <a:custGeom>
              <a:avLst/>
              <a:gdLst/>
              <a:ahLst/>
              <a:cxnLst/>
              <a:rect l="l" t="t" r="r" b="b"/>
              <a:pathLst>
                <a:path w="694" h="95" extrusionOk="0">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745" name="Google Shape;12745;p77"/>
            <p:cNvSpPr/>
            <p:nvPr/>
          </p:nvSpPr>
          <p:spPr>
            <a:xfrm>
              <a:off x="4428354" y="1583050"/>
              <a:ext cx="36800" cy="2375"/>
            </a:xfrm>
            <a:custGeom>
              <a:avLst/>
              <a:gdLst/>
              <a:ahLst/>
              <a:cxnLst/>
              <a:rect l="l" t="t" r="r" b="b"/>
              <a:pathLst>
                <a:path w="1472" h="95" extrusionOk="0">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746" name="Google Shape;12746;p77"/>
            <p:cNvSpPr/>
            <p:nvPr/>
          </p:nvSpPr>
          <p:spPr>
            <a:xfrm>
              <a:off x="4428704" y="1597300"/>
              <a:ext cx="17350" cy="2375"/>
            </a:xfrm>
            <a:custGeom>
              <a:avLst/>
              <a:gdLst/>
              <a:ahLst/>
              <a:cxnLst/>
              <a:rect l="l" t="t" r="r" b="b"/>
              <a:pathLst>
                <a:path w="694" h="95" extrusionOk="0">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747" name="Google Shape;12747;p77"/>
            <p:cNvSpPr/>
            <p:nvPr/>
          </p:nvSpPr>
          <p:spPr>
            <a:xfrm>
              <a:off x="4428704" y="1611550"/>
              <a:ext cx="17350" cy="2350"/>
            </a:xfrm>
            <a:custGeom>
              <a:avLst/>
              <a:gdLst/>
              <a:ahLst/>
              <a:cxnLst/>
              <a:rect l="l" t="t" r="r" b="b"/>
              <a:pathLst>
                <a:path w="694" h="94" extrusionOk="0">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748" name="Google Shape;12748;p77"/>
            <p:cNvSpPr/>
            <p:nvPr/>
          </p:nvSpPr>
          <p:spPr>
            <a:xfrm>
              <a:off x="4428704" y="1625775"/>
              <a:ext cx="36100" cy="2375"/>
            </a:xfrm>
            <a:custGeom>
              <a:avLst/>
              <a:gdLst/>
              <a:ahLst/>
              <a:cxnLst/>
              <a:rect l="l" t="t" r="r" b="b"/>
              <a:pathLst>
                <a:path w="1444" h="95" extrusionOk="0">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749" name="Google Shape;12749;p77"/>
            <p:cNvSpPr/>
            <p:nvPr/>
          </p:nvSpPr>
          <p:spPr>
            <a:xfrm>
              <a:off x="4428354" y="1640025"/>
              <a:ext cx="18050" cy="2375"/>
            </a:xfrm>
            <a:custGeom>
              <a:avLst/>
              <a:gdLst/>
              <a:ahLst/>
              <a:cxnLst/>
              <a:rect l="l" t="t" r="r" b="b"/>
              <a:pathLst>
                <a:path w="722" h="95" extrusionOk="0">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750" name="Google Shape;12750;p77"/>
            <p:cNvSpPr/>
            <p:nvPr/>
          </p:nvSpPr>
          <p:spPr>
            <a:xfrm>
              <a:off x="4428704" y="1654275"/>
              <a:ext cx="17350" cy="2375"/>
            </a:xfrm>
            <a:custGeom>
              <a:avLst/>
              <a:gdLst/>
              <a:ahLst/>
              <a:cxnLst/>
              <a:rect l="l" t="t" r="r" b="b"/>
              <a:pathLst>
                <a:path w="694" h="95" extrusionOk="0">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751" name="Google Shape;12751;p77"/>
            <p:cNvSpPr/>
            <p:nvPr/>
          </p:nvSpPr>
          <p:spPr>
            <a:xfrm>
              <a:off x="4428704" y="1668525"/>
              <a:ext cx="36100" cy="2350"/>
            </a:xfrm>
            <a:custGeom>
              <a:avLst/>
              <a:gdLst/>
              <a:ahLst/>
              <a:cxnLst/>
              <a:rect l="l" t="t" r="r" b="b"/>
              <a:pathLst>
                <a:path w="1444" h="94" extrusionOk="0">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752" name="Google Shape;12752;p77"/>
            <p:cNvSpPr/>
            <p:nvPr/>
          </p:nvSpPr>
          <p:spPr>
            <a:xfrm>
              <a:off x="4428704" y="1682950"/>
              <a:ext cx="17350" cy="2175"/>
            </a:xfrm>
            <a:custGeom>
              <a:avLst/>
              <a:gdLst/>
              <a:ahLst/>
              <a:cxnLst/>
              <a:rect l="l" t="t" r="r" b="b"/>
              <a:pathLst>
                <a:path w="694" h="87" extrusionOk="0">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753" name="Google Shape;12753;p77"/>
            <p:cNvSpPr/>
            <p:nvPr/>
          </p:nvSpPr>
          <p:spPr>
            <a:xfrm>
              <a:off x="4428354" y="1697200"/>
              <a:ext cx="18050" cy="2175"/>
            </a:xfrm>
            <a:custGeom>
              <a:avLst/>
              <a:gdLst/>
              <a:ahLst/>
              <a:cxnLst/>
              <a:rect l="l" t="t" r="r" b="b"/>
              <a:pathLst>
                <a:path w="722" h="87" extrusionOk="0">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754" name="Google Shape;12754;p77"/>
            <p:cNvSpPr/>
            <p:nvPr/>
          </p:nvSpPr>
          <p:spPr>
            <a:xfrm>
              <a:off x="4428704" y="1711425"/>
              <a:ext cx="36100" cy="2200"/>
            </a:xfrm>
            <a:custGeom>
              <a:avLst/>
              <a:gdLst/>
              <a:ahLst/>
              <a:cxnLst/>
              <a:rect l="l" t="t" r="r" b="b"/>
              <a:pathLst>
                <a:path w="1444" h="88" extrusionOk="0">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755" name="Google Shape;12755;p77"/>
            <p:cNvSpPr/>
            <p:nvPr/>
          </p:nvSpPr>
          <p:spPr>
            <a:xfrm>
              <a:off x="4428704" y="172567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756" name="Google Shape;12756;p77"/>
            <p:cNvSpPr/>
            <p:nvPr/>
          </p:nvSpPr>
          <p:spPr>
            <a:xfrm>
              <a:off x="4428704" y="1739925"/>
              <a:ext cx="17350" cy="2175"/>
            </a:xfrm>
            <a:custGeom>
              <a:avLst/>
              <a:gdLst/>
              <a:ahLst/>
              <a:cxnLst/>
              <a:rect l="l" t="t" r="r" b="b"/>
              <a:pathLst>
                <a:path w="694" h="87" extrusionOk="0">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757" name="Google Shape;12757;p77"/>
            <p:cNvSpPr/>
            <p:nvPr/>
          </p:nvSpPr>
          <p:spPr>
            <a:xfrm>
              <a:off x="4428354" y="1754175"/>
              <a:ext cx="36800" cy="2175"/>
            </a:xfrm>
            <a:custGeom>
              <a:avLst/>
              <a:gdLst/>
              <a:ahLst/>
              <a:cxnLst/>
              <a:rect l="l" t="t" r="r" b="b"/>
              <a:pathLst>
                <a:path w="1472" h="87" extrusionOk="0">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758" name="Google Shape;12758;p77"/>
            <p:cNvSpPr/>
            <p:nvPr/>
          </p:nvSpPr>
          <p:spPr>
            <a:xfrm>
              <a:off x="4428704" y="1768400"/>
              <a:ext cx="17350" cy="2200"/>
            </a:xfrm>
            <a:custGeom>
              <a:avLst/>
              <a:gdLst/>
              <a:ahLst/>
              <a:cxnLst/>
              <a:rect l="l" t="t" r="r" b="b"/>
              <a:pathLst>
                <a:path w="694" h="88" extrusionOk="0">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759" name="Google Shape;12759;p77"/>
            <p:cNvSpPr/>
            <p:nvPr/>
          </p:nvSpPr>
          <p:spPr>
            <a:xfrm>
              <a:off x="4428704" y="1782650"/>
              <a:ext cx="17350" cy="2200"/>
            </a:xfrm>
            <a:custGeom>
              <a:avLst/>
              <a:gdLst/>
              <a:ahLst/>
              <a:cxnLst/>
              <a:rect l="l" t="t" r="r" b="b"/>
              <a:pathLst>
                <a:path w="694" h="88" extrusionOk="0">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760" name="Google Shape;12760;p77"/>
            <p:cNvSpPr/>
            <p:nvPr/>
          </p:nvSpPr>
          <p:spPr>
            <a:xfrm>
              <a:off x="4428542" y="1796744"/>
              <a:ext cx="36100" cy="2200"/>
            </a:xfrm>
            <a:custGeom>
              <a:avLst/>
              <a:gdLst/>
              <a:ahLst/>
              <a:cxnLst/>
              <a:rect l="l" t="t" r="r" b="b"/>
              <a:pathLst>
                <a:path w="1444" h="88" extrusionOk="0">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2761" name="Google Shape;12761;p77"/>
          <p:cNvGrpSpPr/>
          <p:nvPr/>
        </p:nvGrpSpPr>
        <p:grpSpPr>
          <a:xfrm rot="10800000" flipH="1">
            <a:off x="5323766" y="2817385"/>
            <a:ext cx="1419207" cy="24808"/>
            <a:chOff x="219558" y="4738465"/>
            <a:chExt cx="5852400" cy="102300"/>
          </a:xfrm>
        </p:grpSpPr>
        <p:cxnSp>
          <p:nvCxnSpPr>
            <p:cNvPr id="12762" name="Google Shape;12762;p77"/>
            <p:cNvCxnSpPr/>
            <p:nvPr/>
          </p:nvCxnSpPr>
          <p:spPr>
            <a:xfrm>
              <a:off x="219558" y="4789684"/>
              <a:ext cx="5852400" cy="0"/>
            </a:xfrm>
            <a:prstGeom prst="straightConnector1">
              <a:avLst/>
            </a:prstGeom>
            <a:noFill/>
            <a:ln w="9525" cap="flat" cmpd="sng">
              <a:solidFill>
                <a:srgbClr val="5F7D95"/>
              </a:solidFill>
              <a:prstDash val="solid"/>
              <a:round/>
              <a:headEnd type="oval" w="med" len="med"/>
              <a:tailEnd type="oval" w="med" len="med"/>
            </a:ln>
          </p:spPr>
        </p:cxnSp>
        <p:sp>
          <p:nvSpPr>
            <p:cNvPr id="12763" name="Google Shape;12763;p77"/>
            <p:cNvSpPr/>
            <p:nvPr/>
          </p:nvSpPr>
          <p:spPr>
            <a:xfrm>
              <a:off x="1200298"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764" name="Google Shape;12764;p77"/>
            <p:cNvSpPr/>
            <p:nvPr/>
          </p:nvSpPr>
          <p:spPr>
            <a:xfrm>
              <a:off x="2175146"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765" name="Google Shape;12765;p77"/>
            <p:cNvSpPr/>
            <p:nvPr/>
          </p:nvSpPr>
          <p:spPr>
            <a:xfrm>
              <a:off x="3040751"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766" name="Google Shape;12766;p77"/>
            <p:cNvSpPr/>
            <p:nvPr/>
          </p:nvSpPr>
          <p:spPr>
            <a:xfrm>
              <a:off x="402815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767" name="Google Shape;12767;p77"/>
            <p:cNvSpPr/>
            <p:nvPr/>
          </p:nvSpPr>
          <p:spPr>
            <a:xfrm>
              <a:off x="504082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2768" name="Google Shape;12768;p77"/>
          <p:cNvGrpSpPr/>
          <p:nvPr/>
        </p:nvGrpSpPr>
        <p:grpSpPr>
          <a:xfrm>
            <a:off x="5335084" y="3190448"/>
            <a:ext cx="1396570" cy="385016"/>
            <a:chOff x="5286284" y="2966544"/>
            <a:chExt cx="1396570" cy="385016"/>
          </a:xfrm>
        </p:grpSpPr>
        <p:cxnSp>
          <p:nvCxnSpPr>
            <p:cNvPr id="12769" name="Google Shape;12769;p77"/>
            <p:cNvCxnSpPr/>
            <p:nvPr/>
          </p:nvCxnSpPr>
          <p:spPr>
            <a:xfrm>
              <a:off x="5752056" y="3094781"/>
              <a:ext cx="470100" cy="0"/>
            </a:xfrm>
            <a:prstGeom prst="straightConnector1">
              <a:avLst/>
            </a:prstGeom>
            <a:noFill/>
            <a:ln w="9525" cap="flat" cmpd="sng">
              <a:solidFill>
                <a:srgbClr val="435D74"/>
              </a:solidFill>
              <a:prstDash val="solid"/>
              <a:round/>
              <a:headEnd type="oval" w="med" len="med"/>
              <a:tailEnd type="oval" w="med" len="med"/>
            </a:ln>
          </p:spPr>
        </p:cxnSp>
        <p:cxnSp>
          <p:nvCxnSpPr>
            <p:cNvPr id="12770" name="Google Shape;12770;p77"/>
            <p:cNvCxnSpPr/>
            <p:nvPr/>
          </p:nvCxnSpPr>
          <p:spPr>
            <a:xfrm>
              <a:off x="5980194" y="3351560"/>
              <a:ext cx="594300" cy="0"/>
            </a:xfrm>
            <a:prstGeom prst="straightConnector1">
              <a:avLst/>
            </a:prstGeom>
            <a:noFill/>
            <a:ln w="9525" cap="flat" cmpd="sng">
              <a:solidFill>
                <a:srgbClr val="435D74"/>
              </a:solidFill>
              <a:prstDash val="solid"/>
              <a:round/>
              <a:headEnd type="oval" w="med" len="med"/>
              <a:tailEnd type="oval" w="med" len="med"/>
            </a:ln>
          </p:spPr>
        </p:cxnSp>
        <p:grpSp>
          <p:nvGrpSpPr>
            <p:cNvPr id="12771" name="Google Shape;12771;p77"/>
            <p:cNvGrpSpPr/>
            <p:nvPr/>
          </p:nvGrpSpPr>
          <p:grpSpPr>
            <a:xfrm>
              <a:off x="5287688" y="3173364"/>
              <a:ext cx="1395166" cy="74100"/>
              <a:chOff x="5287688" y="3173364"/>
              <a:chExt cx="1395166" cy="74100"/>
            </a:xfrm>
          </p:grpSpPr>
          <p:cxnSp>
            <p:nvCxnSpPr>
              <p:cNvPr id="12772" name="Google Shape;12772;p77"/>
              <p:cNvCxnSpPr/>
              <p:nvPr/>
            </p:nvCxnSpPr>
            <p:spPr>
              <a:xfrm>
                <a:off x="6682853" y="3173540"/>
                <a:ext cx="0" cy="73800"/>
              </a:xfrm>
              <a:prstGeom prst="straightConnector1">
                <a:avLst/>
              </a:prstGeom>
              <a:noFill/>
              <a:ln w="9525" cap="flat" cmpd="sng">
                <a:solidFill>
                  <a:srgbClr val="5F7D95"/>
                </a:solidFill>
                <a:prstDash val="solid"/>
                <a:round/>
                <a:headEnd type="none" w="med" len="med"/>
                <a:tailEnd type="none" w="med" len="med"/>
              </a:ln>
            </p:spPr>
          </p:cxnSp>
          <p:cxnSp>
            <p:nvCxnSpPr>
              <p:cNvPr id="12773" name="Google Shape;12773;p77"/>
              <p:cNvCxnSpPr/>
              <p:nvPr/>
            </p:nvCxnSpPr>
            <p:spPr>
              <a:xfrm>
                <a:off x="5287688" y="3210371"/>
                <a:ext cx="1394700" cy="0"/>
              </a:xfrm>
              <a:prstGeom prst="straightConnector1">
                <a:avLst/>
              </a:prstGeom>
              <a:noFill/>
              <a:ln w="9525" cap="flat" cmpd="sng">
                <a:solidFill>
                  <a:srgbClr val="5F7D95"/>
                </a:solidFill>
                <a:prstDash val="solid"/>
                <a:round/>
                <a:headEnd type="none" w="med" len="med"/>
                <a:tailEnd type="none" w="med" len="med"/>
              </a:ln>
            </p:spPr>
          </p:cxnSp>
          <p:cxnSp>
            <p:nvCxnSpPr>
              <p:cNvPr id="12774" name="Google Shape;12774;p77"/>
              <p:cNvCxnSpPr/>
              <p:nvPr/>
            </p:nvCxnSpPr>
            <p:spPr>
              <a:xfrm>
                <a:off x="5518476"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2775" name="Google Shape;12775;p77"/>
              <p:cNvCxnSpPr/>
              <p:nvPr/>
            </p:nvCxnSpPr>
            <p:spPr>
              <a:xfrm>
                <a:off x="5287935"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2776" name="Google Shape;12776;p77"/>
              <p:cNvCxnSpPr/>
              <p:nvPr/>
            </p:nvCxnSpPr>
            <p:spPr>
              <a:xfrm>
                <a:off x="5751239"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2777" name="Google Shape;12777;p77"/>
              <p:cNvCxnSpPr/>
              <p:nvPr/>
            </p:nvCxnSpPr>
            <p:spPr>
              <a:xfrm>
                <a:off x="5982252"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2778" name="Google Shape;12778;p77"/>
              <p:cNvCxnSpPr/>
              <p:nvPr/>
            </p:nvCxnSpPr>
            <p:spPr>
              <a:xfrm>
                <a:off x="6216184"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2779" name="Google Shape;12779;p77"/>
              <p:cNvCxnSpPr/>
              <p:nvPr/>
            </p:nvCxnSpPr>
            <p:spPr>
              <a:xfrm>
                <a:off x="6449534" y="3173364"/>
                <a:ext cx="0" cy="74100"/>
              </a:xfrm>
              <a:prstGeom prst="straightConnector1">
                <a:avLst/>
              </a:prstGeom>
              <a:noFill/>
              <a:ln w="9525" cap="flat" cmpd="sng">
                <a:solidFill>
                  <a:srgbClr val="5F7D95"/>
                </a:solidFill>
                <a:prstDash val="solid"/>
                <a:round/>
                <a:headEnd type="none" w="med" len="med"/>
                <a:tailEnd type="none" w="med" len="med"/>
              </a:ln>
            </p:spPr>
          </p:cxnSp>
        </p:grpSp>
        <p:cxnSp>
          <p:nvCxnSpPr>
            <p:cNvPr id="12780" name="Google Shape;12780;p77"/>
            <p:cNvCxnSpPr/>
            <p:nvPr/>
          </p:nvCxnSpPr>
          <p:spPr>
            <a:xfrm>
              <a:off x="5286284" y="2966544"/>
              <a:ext cx="468600" cy="0"/>
            </a:xfrm>
            <a:prstGeom prst="straightConnector1">
              <a:avLst/>
            </a:prstGeom>
            <a:noFill/>
            <a:ln w="9525" cap="flat" cmpd="sng">
              <a:solidFill>
                <a:srgbClr val="435D74"/>
              </a:solidFill>
              <a:prstDash val="solid"/>
              <a:round/>
              <a:headEnd type="oval" w="med" len="med"/>
              <a:tailEnd type="oval" w="med" len="med"/>
            </a:ln>
          </p:spPr>
        </p:cxnSp>
      </p:grpSp>
      <p:grpSp>
        <p:nvGrpSpPr>
          <p:cNvPr id="12781" name="Google Shape;12781;p77"/>
          <p:cNvGrpSpPr/>
          <p:nvPr/>
        </p:nvGrpSpPr>
        <p:grpSpPr>
          <a:xfrm>
            <a:off x="2021150" y="1609224"/>
            <a:ext cx="1182276" cy="662027"/>
            <a:chOff x="2029517" y="1732295"/>
            <a:chExt cx="1149068" cy="643432"/>
          </a:xfrm>
        </p:grpSpPr>
        <p:grpSp>
          <p:nvGrpSpPr>
            <p:cNvPr id="12782" name="Google Shape;12782;p77"/>
            <p:cNvGrpSpPr/>
            <p:nvPr/>
          </p:nvGrpSpPr>
          <p:grpSpPr>
            <a:xfrm>
              <a:off x="2708660" y="1746937"/>
              <a:ext cx="455427" cy="244429"/>
              <a:chOff x="2700693" y="1746937"/>
              <a:chExt cx="455427" cy="244429"/>
            </a:xfrm>
          </p:grpSpPr>
          <p:grpSp>
            <p:nvGrpSpPr>
              <p:cNvPr id="12783" name="Google Shape;12783;p77"/>
              <p:cNvGrpSpPr/>
              <p:nvPr/>
            </p:nvGrpSpPr>
            <p:grpSpPr>
              <a:xfrm>
                <a:off x="2905682" y="1782817"/>
                <a:ext cx="250438" cy="208549"/>
                <a:chOff x="2905682" y="1782817"/>
                <a:chExt cx="250438" cy="208549"/>
              </a:xfrm>
            </p:grpSpPr>
            <p:cxnSp>
              <p:nvCxnSpPr>
                <p:cNvPr id="12784" name="Google Shape;12784;p77"/>
                <p:cNvCxnSpPr/>
                <p:nvPr/>
              </p:nvCxnSpPr>
              <p:spPr>
                <a:xfrm rot="-5400000" flipH="1">
                  <a:off x="2905682" y="1782817"/>
                  <a:ext cx="175200" cy="1752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2785" name="Google Shape;12785;p77"/>
                <p:cNvSpPr/>
                <p:nvPr/>
              </p:nvSpPr>
              <p:spPr>
                <a:xfrm>
                  <a:off x="3078213" y="1919045"/>
                  <a:ext cx="77906" cy="7232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2786" name="Google Shape;12786;p77"/>
              <p:cNvGrpSpPr/>
              <p:nvPr/>
            </p:nvGrpSpPr>
            <p:grpSpPr>
              <a:xfrm>
                <a:off x="2700693" y="1746937"/>
                <a:ext cx="449967" cy="72374"/>
                <a:chOff x="2700693" y="1746937"/>
                <a:chExt cx="449967" cy="72374"/>
              </a:xfrm>
            </p:grpSpPr>
            <p:cxnSp>
              <p:nvCxnSpPr>
                <p:cNvPr id="12787" name="Google Shape;12787;p77"/>
                <p:cNvCxnSpPr/>
                <p:nvPr/>
              </p:nvCxnSpPr>
              <p:spPr>
                <a:xfrm>
                  <a:off x="2700693" y="1782453"/>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2788" name="Google Shape;12788;p77"/>
                <p:cNvSpPr/>
                <p:nvPr/>
              </p:nvSpPr>
              <p:spPr>
                <a:xfrm>
                  <a:off x="3072753" y="1746937"/>
                  <a:ext cx="77906" cy="72374"/>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12789" name="Google Shape;12789;p77"/>
            <p:cNvGrpSpPr/>
            <p:nvPr/>
          </p:nvGrpSpPr>
          <p:grpSpPr>
            <a:xfrm>
              <a:off x="2029517" y="1732295"/>
              <a:ext cx="1149068" cy="643432"/>
              <a:chOff x="2029517" y="1732295"/>
              <a:chExt cx="1149068" cy="643432"/>
            </a:xfrm>
          </p:grpSpPr>
          <p:grpSp>
            <p:nvGrpSpPr>
              <p:cNvPr id="12790" name="Google Shape;12790;p77"/>
              <p:cNvGrpSpPr/>
              <p:nvPr/>
            </p:nvGrpSpPr>
            <p:grpSpPr>
              <a:xfrm>
                <a:off x="2703618" y="2103152"/>
                <a:ext cx="474966" cy="260017"/>
                <a:chOff x="2703618" y="2103152"/>
                <a:chExt cx="474966" cy="260017"/>
              </a:xfrm>
            </p:grpSpPr>
            <p:grpSp>
              <p:nvGrpSpPr>
                <p:cNvPr id="12791" name="Google Shape;12791;p77"/>
                <p:cNvGrpSpPr/>
                <p:nvPr/>
              </p:nvGrpSpPr>
              <p:grpSpPr>
                <a:xfrm>
                  <a:off x="2703618" y="2290640"/>
                  <a:ext cx="450291" cy="72529"/>
                  <a:chOff x="2703618" y="2290640"/>
                  <a:chExt cx="450291" cy="72529"/>
                </a:xfrm>
              </p:grpSpPr>
              <p:cxnSp>
                <p:nvCxnSpPr>
                  <p:cNvPr id="12792" name="Google Shape;12792;p77"/>
                  <p:cNvCxnSpPr/>
                  <p:nvPr/>
                </p:nvCxnSpPr>
                <p:spPr>
                  <a:xfrm>
                    <a:off x="2703618" y="2326818"/>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2793" name="Google Shape;12793;p77"/>
                  <p:cNvSpPr/>
                  <p:nvPr/>
                </p:nvSpPr>
                <p:spPr>
                  <a:xfrm>
                    <a:off x="3076003" y="2290640"/>
                    <a:ext cx="77906" cy="72529"/>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2794" name="Google Shape;12794;p77"/>
                <p:cNvGrpSpPr/>
                <p:nvPr/>
              </p:nvGrpSpPr>
              <p:grpSpPr>
                <a:xfrm>
                  <a:off x="2908607" y="2103152"/>
                  <a:ext cx="269977" cy="223538"/>
                  <a:chOff x="2908607" y="2103152"/>
                  <a:chExt cx="269977" cy="223538"/>
                </a:xfrm>
              </p:grpSpPr>
              <p:cxnSp>
                <p:nvCxnSpPr>
                  <p:cNvPr id="12795" name="Google Shape;12795;p77"/>
                  <p:cNvCxnSpPr/>
                  <p:nvPr/>
                </p:nvCxnSpPr>
                <p:spPr>
                  <a:xfrm rot="10800000" flipH="1">
                    <a:off x="2908607" y="2140990"/>
                    <a:ext cx="199800" cy="1857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2796" name="Google Shape;12796;p77"/>
                  <p:cNvSpPr/>
                  <p:nvPr/>
                </p:nvSpPr>
                <p:spPr>
                  <a:xfrm>
                    <a:off x="3100678" y="2103152"/>
                    <a:ext cx="77906" cy="7236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12797" name="Google Shape;12797;p77"/>
              <p:cNvGrpSpPr/>
              <p:nvPr/>
            </p:nvGrpSpPr>
            <p:grpSpPr>
              <a:xfrm>
                <a:off x="2029517" y="1732295"/>
                <a:ext cx="685827" cy="643432"/>
                <a:chOff x="2029517" y="1732295"/>
                <a:chExt cx="685827" cy="643432"/>
              </a:xfrm>
            </p:grpSpPr>
            <p:sp>
              <p:nvSpPr>
                <p:cNvPr id="12798" name="Google Shape;12798;p77"/>
                <p:cNvSpPr/>
                <p:nvPr/>
              </p:nvSpPr>
              <p:spPr>
                <a:xfrm>
                  <a:off x="2029517" y="1996395"/>
                  <a:ext cx="135152" cy="135374"/>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2799" name="Google Shape;12799;p77"/>
                <p:cNvGrpSpPr/>
                <p:nvPr/>
              </p:nvGrpSpPr>
              <p:grpSpPr>
                <a:xfrm>
                  <a:off x="2158948" y="1732295"/>
                  <a:ext cx="556396" cy="333108"/>
                  <a:chOff x="2158948" y="1732295"/>
                  <a:chExt cx="556396" cy="333108"/>
                </a:xfrm>
              </p:grpSpPr>
              <p:cxnSp>
                <p:nvCxnSpPr>
                  <p:cNvPr id="12800" name="Google Shape;12800;p77"/>
                  <p:cNvCxnSpPr/>
                  <p:nvPr/>
                </p:nvCxnSpPr>
                <p:spPr>
                  <a:xfrm rot="10800000" flipH="1">
                    <a:off x="2158948" y="1783103"/>
                    <a:ext cx="459000" cy="2823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12801" name="Google Shape;12801;p77"/>
                  <p:cNvSpPr/>
                  <p:nvPr/>
                </p:nvSpPr>
                <p:spPr>
                  <a:xfrm>
                    <a:off x="2612072" y="1732295"/>
                    <a:ext cx="103272" cy="10009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2802" name="Google Shape;12802;p77"/>
                <p:cNvGrpSpPr/>
                <p:nvPr/>
              </p:nvGrpSpPr>
              <p:grpSpPr>
                <a:xfrm>
                  <a:off x="2159908" y="2065057"/>
                  <a:ext cx="550884" cy="310670"/>
                  <a:chOff x="2159908" y="2065057"/>
                  <a:chExt cx="550884" cy="310670"/>
                </a:xfrm>
              </p:grpSpPr>
              <p:cxnSp>
                <p:nvCxnSpPr>
                  <p:cNvPr id="12803" name="Google Shape;12803;p77"/>
                  <p:cNvCxnSpPr/>
                  <p:nvPr/>
                </p:nvCxnSpPr>
                <p:spPr>
                  <a:xfrm>
                    <a:off x="2159908" y="2065057"/>
                    <a:ext cx="454500" cy="2622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12804" name="Google Shape;12804;p77"/>
                  <p:cNvSpPr/>
                  <p:nvPr/>
                </p:nvSpPr>
                <p:spPr>
                  <a:xfrm>
                    <a:off x="2607514" y="2275632"/>
                    <a:ext cx="103279" cy="10009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grpSp>
      <p:grpSp>
        <p:nvGrpSpPr>
          <p:cNvPr id="12805" name="Google Shape;12805;p77"/>
          <p:cNvGrpSpPr/>
          <p:nvPr/>
        </p:nvGrpSpPr>
        <p:grpSpPr>
          <a:xfrm>
            <a:off x="706399" y="1556837"/>
            <a:ext cx="962651" cy="810058"/>
            <a:chOff x="732462" y="1766083"/>
            <a:chExt cx="962651" cy="810058"/>
          </a:xfrm>
        </p:grpSpPr>
        <p:grpSp>
          <p:nvGrpSpPr>
            <p:cNvPr id="12806" name="Google Shape;12806;p77"/>
            <p:cNvGrpSpPr/>
            <p:nvPr/>
          </p:nvGrpSpPr>
          <p:grpSpPr>
            <a:xfrm>
              <a:off x="732462" y="1908333"/>
              <a:ext cx="339369" cy="524756"/>
              <a:chOff x="844912" y="1819635"/>
              <a:chExt cx="329836" cy="510016"/>
            </a:xfrm>
          </p:grpSpPr>
          <p:sp>
            <p:nvSpPr>
              <p:cNvPr id="12807" name="Google Shape;12807;p77"/>
              <p:cNvSpPr/>
              <p:nvPr/>
            </p:nvSpPr>
            <p:spPr>
              <a:xfrm>
                <a:off x="844912" y="2015566"/>
                <a:ext cx="118283" cy="11847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808" name="Google Shape;12808;p77"/>
              <p:cNvSpPr/>
              <p:nvPr/>
            </p:nvSpPr>
            <p:spPr>
              <a:xfrm>
                <a:off x="1013654" y="2074499"/>
                <a:ext cx="148151" cy="238327"/>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809" name="Google Shape;12809;p77"/>
              <p:cNvSpPr/>
              <p:nvPr/>
            </p:nvSpPr>
            <p:spPr>
              <a:xfrm>
                <a:off x="1013654" y="1836607"/>
                <a:ext cx="148151" cy="238327"/>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810" name="Google Shape;12810;p77"/>
              <p:cNvSpPr/>
              <p:nvPr/>
            </p:nvSpPr>
            <p:spPr>
              <a:xfrm>
                <a:off x="1004031" y="2056625"/>
                <a:ext cx="35958" cy="35958"/>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811" name="Google Shape;12811;p77"/>
              <p:cNvSpPr/>
              <p:nvPr/>
            </p:nvSpPr>
            <p:spPr>
              <a:xfrm>
                <a:off x="1149398" y="2295742"/>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812" name="Google Shape;12812;p77"/>
              <p:cNvSpPr/>
              <p:nvPr/>
            </p:nvSpPr>
            <p:spPr>
              <a:xfrm>
                <a:off x="1149398" y="1819635"/>
                <a:ext cx="25351" cy="34032"/>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2813" name="Google Shape;12813;p77"/>
            <p:cNvGrpSpPr/>
            <p:nvPr/>
          </p:nvGrpSpPr>
          <p:grpSpPr>
            <a:xfrm>
              <a:off x="1184858" y="2256650"/>
              <a:ext cx="510255" cy="319491"/>
              <a:chOff x="1284601" y="2158168"/>
              <a:chExt cx="495923" cy="310517"/>
            </a:xfrm>
          </p:grpSpPr>
          <p:sp>
            <p:nvSpPr>
              <p:cNvPr id="12814" name="Google Shape;12814;p77"/>
              <p:cNvSpPr/>
              <p:nvPr/>
            </p:nvSpPr>
            <p:spPr>
              <a:xfrm>
                <a:off x="1284601" y="226577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2815" name="Google Shape;12815;p77"/>
              <p:cNvGrpSpPr/>
              <p:nvPr/>
            </p:nvGrpSpPr>
            <p:grpSpPr>
              <a:xfrm>
                <a:off x="1507666" y="2158168"/>
                <a:ext cx="272858" cy="310517"/>
                <a:chOff x="1507666" y="2158168"/>
                <a:chExt cx="272858" cy="310517"/>
              </a:xfrm>
            </p:grpSpPr>
            <p:grpSp>
              <p:nvGrpSpPr>
                <p:cNvPr id="12816" name="Google Shape;12816;p77"/>
                <p:cNvGrpSpPr/>
                <p:nvPr/>
              </p:nvGrpSpPr>
              <p:grpSpPr>
                <a:xfrm>
                  <a:off x="1507666" y="2176104"/>
                  <a:ext cx="166395" cy="273149"/>
                  <a:chOff x="1507666" y="2176104"/>
                  <a:chExt cx="166395" cy="273149"/>
                </a:xfrm>
              </p:grpSpPr>
              <p:sp>
                <p:nvSpPr>
                  <p:cNvPr id="12817" name="Google Shape;12817;p77"/>
                  <p:cNvSpPr/>
                  <p:nvPr/>
                </p:nvSpPr>
                <p:spPr>
                  <a:xfrm>
                    <a:off x="1512966" y="2312791"/>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818" name="Google Shape;12818;p77"/>
                  <p:cNvSpPr/>
                  <p:nvPr/>
                </p:nvSpPr>
                <p:spPr>
                  <a:xfrm>
                    <a:off x="1588205" y="2193153"/>
                    <a:ext cx="72901" cy="54035"/>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819" name="Google Shape;12819;p77"/>
                  <p:cNvSpPr/>
                  <p:nvPr/>
                </p:nvSpPr>
                <p:spPr>
                  <a:xfrm>
                    <a:off x="1588205" y="2378202"/>
                    <a:ext cx="72901" cy="54041"/>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820" name="Google Shape;12820;p77"/>
                  <p:cNvSpPr/>
                  <p:nvPr/>
                </p:nvSpPr>
                <p:spPr>
                  <a:xfrm>
                    <a:off x="1512966" y="2246980"/>
                    <a:ext cx="75451" cy="65821"/>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821" name="Google Shape;12821;p77"/>
                  <p:cNvSpPr/>
                  <p:nvPr/>
                </p:nvSpPr>
                <p:spPr>
                  <a:xfrm>
                    <a:off x="1507666" y="2294782"/>
                    <a:ext cx="37926" cy="35823"/>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822" name="Google Shape;12822;p77"/>
                  <p:cNvSpPr/>
                  <p:nvPr/>
                </p:nvSpPr>
                <p:spPr>
                  <a:xfrm>
                    <a:off x="1648710" y="2415180"/>
                    <a:ext cx="25351" cy="3407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823" name="Google Shape;12823;p77"/>
                  <p:cNvSpPr/>
                  <p:nvPr/>
                </p:nvSpPr>
                <p:spPr>
                  <a:xfrm>
                    <a:off x="1648710" y="2176104"/>
                    <a:ext cx="25351" cy="34103"/>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2824" name="Google Shape;12824;p77"/>
                <p:cNvSpPr/>
                <p:nvPr/>
              </p:nvSpPr>
              <p:spPr>
                <a:xfrm>
                  <a:off x="1707626" y="239571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825" name="Google Shape;12825;p77"/>
                <p:cNvSpPr/>
                <p:nvPr/>
              </p:nvSpPr>
              <p:spPr>
                <a:xfrm>
                  <a:off x="1707626" y="215816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12826" name="Google Shape;12826;p77"/>
            <p:cNvGrpSpPr/>
            <p:nvPr/>
          </p:nvGrpSpPr>
          <p:grpSpPr>
            <a:xfrm>
              <a:off x="1184858" y="1766083"/>
              <a:ext cx="510255" cy="319491"/>
              <a:chOff x="1284601" y="1681380"/>
              <a:chExt cx="495923" cy="310517"/>
            </a:xfrm>
          </p:grpSpPr>
          <p:sp>
            <p:nvSpPr>
              <p:cNvPr id="12827" name="Google Shape;12827;p77"/>
              <p:cNvSpPr/>
              <p:nvPr/>
            </p:nvSpPr>
            <p:spPr>
              <a:xfrm>
                <a:off x="1284601" y="178972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2828" name="Google Shape;12828;p77"/>
              <p:cNvGrpSpPr/>
              <p:nvPr/>
            </p:nvGrpSpPr>
            <p:grpSpPr>
              <a:xfrm>
                <a:off x="1507666" y="1681380"/>
                <a:ext cx="272858" cy="310517"/>
                <a:chOff x="1507666" y="1681380"/>
                <a:chExt cx="272858" cy="310517"/>
              </a:xfrm>
            </p:grpSpPr>
            <p:grpSp>
              <p:nvGrpSpPr>
                <p:cNvPr id="12829" name="Google Shape;12829;p77"/>
                <p:cNvGrpSpPr/>
                <p:nvPr/>
              </p:nvGrpSpPr>
              <p:grpSpPr>
                <a:xfrm>
                  <a:off x="1507666" y="1700120"/>
                  <a:ext cx="166395" cy="272984"/>
                  <a:chOff x="1507666" y="1700120"/>
                  <a:chExt cx="166395" cy="272984"/>
                </a:xfrm>
              </p:grpSpPr>
              <p:sp>
                <p:nvSpPr>
                  <p:cNvPr id="12830" name="Google Shape;12830;p77"/>
                  <p:cNvSpPr/>
                  <p:nvPr/>
                </p:nvSpPr>
                <p:spPr>
                  <a:xfrm>
                    <a:off x="1512966" y="1836607"/>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831" name="Google Shape;12831;p77"/>
                  <p:cNvSpPr/>
                  <p:nvPr/>
                </p:nvSpPr>
                <p:spPr>
                  <a:xfrm>
                    <a:off x="1588205" y="1716969"/>
                    <a:ext cx="72901" cy="54235"/>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832" name="Google Shape;12832;p77"/>
                  <p:cNvSpPr/>
                  <p:nvPr/>
                </p:nvSpPr>
                <p:spPr>
                  <a:xfrm>
                    <a:off x="1588205" y="1902024"/>
                    <a:ext cx="72901" cy="54035"/>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833" name="Google Shape;12833;p77"/>
                  <p:cNvSpPr/>
                  <p:nvPr/>
                </p:nvSpPr>
                <p:spPr>
                  <a:xfrm>
                    <a:off x="1512966" y="1770990"/>
                    <a:ext cx="75451" cy="65632"/>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834" name="Google Shape;12834;p77"/>
                  <p:cNvSpPr/>
                  <p:nvPr/>
                </p:nvSpPr>
                <p:spPr>
                  <a:xfrm>
                    <a:off x="1507666" y="1818598"/>
                    <a:ext cx="37926" cy="36023"/>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835" name="Google Shape;12835;p77"/>
                  <p:cNvSpPr/>
                  <p:nvPr/>
                </p:nvSpPr>
                <p:spPr>
                  <a:xfrm>
                    <a:off x="1648710" y="1939072"/>
                    <a:ext cx="25351" cy="34032"/>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836" name="Google Shape;12836;p77"/>
                  <p:cNvSpPr/>
                  <p:nvPr/>
                </p:nvSpPr>
                <p:spPr>
                  <a:xfrm>
                    <a:off x="1648710" y="1700120"/>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2837" name="Google Shape;12837;p77"/>
                <p:cNvSpPr/>
                <p:nvPr/>
              </p:nvSpPr>
              <p:spPr>
                <a:xfrm>
                  <a:off x="1707626" y="191893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838" name="Google Shape;12838;p77"/>
                <p:cNvSpPr/>
                <p:nvPr/>
              </p:nvSpPr>
              <p:spPr>
                <a:xfrm>
                  <a:off x="1707626" y="168138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grpSp>
        <p:nvGrpSpPr>
          <p:cNvPr id="12839" name="Google Shape;12839;p77"/>
          <p:cNvGrpSpPr/>
          <p:nvPr/>
        </p:nvGrpSpPr>
        <p:grpSpPr>
          <a:xfrm>
            <a:off x="6815339" y="2324267"/>
            <a:ext cx="1622269" cy="552443"/>
            <a:chOff x="6894650" y="2574740"/>
            <a:chExt cx="1445100" cy="492111"/>
          </a:xfrm>
        </p:grpSpPr>
        <p:sp>
          <p:nvSpPr>
            <p:cNvPr id="12840" name="Google Shape;12840;p77"/>
            <p:cNvSpPr/>
            <p:nvPr/>
          </p:nvSpPr>
          <p:spPr>
            <a:xfrm>
              <a:off x="7151862"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841" name="Google Shape;12841;p77"/>
            <p:cNvSpPr/>
            <p:nvPr/>
          </p:nvSpPr>
          <p:spPr>
            <a:xfrm>
              <a:off x="7664213"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842" name="Google Shape;12842;p77"/>
            <p:cNvSpPr/>
            <p:nvPr/>
          </p:nvSpPr>
          <p:spPr>
            <a:xfrm>
              <a:off x="6895687" y="2575804"/>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843" name="Google Shape;12843;p77"/>
            <p:cNvSpPr/>
            <p:nvPr/>
          </p:nvSpPr>
          <p:spPr>
            <a:xfrm>
              <a:off x="739953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844" name="Google Shape;12844;p77"/>
            <p:cNvSpPr/>
            <p:nvPr/>
          </p:nvSpPr>
          <p:spPr>
            <a:xfrm>
              <a:off x="791188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cxnSp>
          <p:nvCxnSpPr>
            <p:cNvPr id="12845" name="Google Shape;12845;p77"/>
            <p:cNvCxnSpPr/>
            <p:nvPr/>
          </p:nvCxnSpPr>
          <p:spPr>
            <a:xfrm>
              <a:off x="6894650" y="2821921"/>
              <a:ext cx="1445100" cy="0"/>
            </a:xfrm>
            <a:prstGeom prst="straightConnector1">
              <a:avLst/>
            </a:prstGeom>
            <a:noFill/>
            <a:ln w="9525" cap="flat" cmpd="sng">
              <a:solidFill>
                <a:srgbClr val="869FB2"/>
              </a:solidFill>
              <a:prstDash val="solid"/>
              <a:round/>
              <a:headEnd type="none" w="med" len="med"/>
              <a:tailEnd type="none" w="med" len="med"/>
            </a:ln>
          </p:spPr>
        </p:cxnSp>
      </p:grpSp>
      <p:grpSp>
        <p:nvGrpSpPr>
          <p:cNvPr id="12846" name="Google Shape;12846;p77"/>
          <p:cNvGrpSpPr/>
          <p:nvPr/>
        </p:nvGrpSpPr>
        <p:grpSpPr>
          <a:xfrm>
            <a:off x="6834882" y="3698522"/>
            <a:ext cx="1583206" cy="475705"/>
            <a:chOff x="6953919" y="3907920"/>
            <a:chExt cx="1377300" cy="475705"/>
          </a:xfrm>
        </p:grpSpPr>
        <p:cxnSp>
          <p:nvCxnSpPr>
            <p:cNvPr id="12847" name="Google Shape;12847;p77"/>
            <p:cNvCxnSpPr/>
            <p:nvPr/>
          </p:nvCxnSpPr>
          <p:spPr>
            <a:xfrm rot="10800000">
              <a:off x="7118546" y="4100689"/>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12848" name="Google Shape;12848;p77"/>
            <p:cNvCxnSpPr/>
            <p:nvPr/>
          </p:nvCxnSpPr>
          <p:spPr>
            <a:xfrm>
              <a:off x="7480500" y="4197025"/>
              <a:ext cx="0" cy="186600"/>
            </a:xfrm>
            <a:prstGeom prst="straightConnector1">
              <a:avLst/>
            </a:prstGeom>
            <a:noFill/>
            <a:ln w="19050" cap="flat" cmpd="sng">
              <a:solidFill>
                <a:srgbClr val="5F7D95"/>
              </a:solidFill>
              <a:prstDash val="solid"/>
              <a:round/>
              <a:headEnd type="none" w="med" len="med"/>
              <a:tailEnd type="none" w="med" len="med"/>
            </a:ln>
          </p:spPr>
        </p:cxnSp>
        <p:cxnSp>
          <p:nvCxnSpPr>
            <p:cNvPr id="12849" name="Google Shape;12849;p77"/>
            <p:cNvCxnSpPr/>
            <p:nvPr/>
          </p:nvCxnSpPr>
          <p:spPr>
            <a:xfrm rot="10800000">
              <a:off x="7848574" y="3907920"/>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12850" name="Google Shape;12850;p77"/>
            <p:cNvCxnSpPr/>
            <p:nvPr/>
          </p:nvCxnSpPr>
          <p:spPr>
            <a:xfrm>
              <a:off x="8218032" y="3997243"/>
              <a:ext cx="0" cy="197100"/>
            </a:xfrm>
            <a:prstGeom prst="straightConnector1">
              <a:avLst/>
            </a:prstGeom>
            <a:noFill/>
            <a:ln w="19050" cap="flat" cmpd="sng">
              <a:solidFill>
                <a:srgbClr val="5F7D95"/>
              </a:solidFill>
              <a:prstDash val="solid"/>
              <a:round/>
              <a:headEnd type="none" w="med" len="med"/>
              <a:tailEnd type="none" w="med" len="med"/>
            </a:ln>
          </p:spPr>
        </p:cxnSp>
        <p:cxnSp>
          <p:nvCxnSpPr>
            <p:cNvPr id="12851" name="Google Shape;12851;p77"/>
            <p:cNvCxnSpPr/>
            <p:nvPr/>
          </p:nvCxnSpPr>
          <p:spPr>
            <a:xfrm flipH="1">
              <a:off x="6953919" y="3961822"/>
              <a:ext cx="1377300" cy="376800"/>
            </a:xfrm>
            <a:prstGeom prst="straightConnector1">
              <a:avLst/>
            </a:prstGeom>
            <a:noFill/>
            <a:ln w="19050" cap="flat" cmpd="sng">
              <a:solidFill>
                <a:srgbClr val="435D74"/>
              </a:solidFill>
              <a:prstDash val="solid"/>
              <a:round/>
              <a:headEnd type="none" w="med" len="med"/>
              <a:tailEnd type="none" w="med" len="med"/>
            </a:ln>
          </p:spPr>
        </p:cxnSp>
      </p:grpSp>
      <p:grpSp>
        <p:nvGrpSpPr>
          <p:cNvPr id="12852" name="Google Shape;12852;p77"/>
          <p:cNvGrpSpPr/>
          <p:nvPr/>
        </p:nvGrpSpPr>
        <p:grpSpPr>
          <a:xfrm>
            <a:off x="2338470" y="2459668"/>
            <a:ext cx="836286" cy="824529"/>
            <a:chOff x="2389399" y="2595741"/>
            <a:chExt cx="812796" cy="801369"/>
          </a:xfrm>
        </p:grpSpPr>
        <p:grpSp>
          <p:nvGrpSpPr>
            <p:cNvPr id="12853" name="Google Shape;12853;p77"/>
            <p:cNvGrpSpPr/>
            <p:nvPr/>
          </p:nvGrpSpPr>
          <p:grpSpPr>
            <a:xfrm>
              <a:off x="2492145" y="2881565"/>
              <a:ext cx="607300" cy="229751"/>
              <a:chOff x="2492145" y="2881565"/>
              <a:chExt cx="607300" cy="229751"/>
            </a:xfrm>
          </p:grpSpPr>
          <p:sp>
            <p:nvSpPr>
              <p:cNvPr id="12854" name="Google Shape;12854;p77"/>
              <p:cNvSpPr/>
              <p:nvPr/>
            </p:nvSpPr>
            <p:spPr>
              <a:xfrm>
                <a:off x="2530550" y="2913581"/>
                <a:ext cx="530589" cy="165697"/>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855" name="Google Shape;12855;p77"/>
              <p:cNvSpPr/>
              <p:nvPr/>
            </p:nvSpPr>
            <p:spPr>
              <a:xfrm>
                <a:off x="2886492" y="2881565"/>
                <a:ext cx="212952" cy="229751"/>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856" name="Google Shape;12856;p77"/>
              <p:cNvSpPr/>
              <p:nvPr/>
            </p:nvSpPr>
            <p:spPr>
              <a:xfrm>
                <a:off x="2492145" y="2881565"/>
                <a:ext cx="212934" cy="229751"/>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2857" name="Google Shape;12857;p77"/>
            <p:cNvGrpSpPr/>
            <p:nvPr/>
          </p:nvGrpSpPr>
          <p:grpSpPr>
            <a:xfrm>
              <a:off x="2389399" y="2595741"/>
              <a:ext cx="812796" cy="296825"/>
              <a:chOff x="2389399" y="2595741"/>
              <a:chExt cx="812796" cy="296825"/>
            </a:xfrm>
          </p:grpSpPr>
          <p:grpSp>
            <p:nvGrpSpPr>
              <p:cNvPr id="12858" name="Google Shape;12858;p77"/>
              <p:cNvGrpSpPr/>
              <p:nvPr/>
            </p:nvGrpSpPr>
            <p:grpSpPr>
              <a:xfrm>
                <a:off x="2389399" y="2595741"/>
                <a:ext cx="363638" cy="296825"/>
                <a:chOff x="2389399" y="2595741"/>
                <a:chExt cx="363638" cy="296825"/>
              </a:xfrm>
            </p:grpSpPr>
            <p:grpSp>
              <p:nvGrpSpPr>
                <p:cNvPr id="12859" name="Google Shape;12859;p77"/>
                <p:cNvGrpSpPr/>
                <p:nvPr/>
              </p:nvGrpSpPr>
              <p:grpSpPr>
                <a:xfrm>
                  <a:off x="2493852" y="2794333"/>
                  <a:ext cx="259185" cy="98232"/>
                  <a:chOff x="2493852" y="2794333"/>
                  <a:chExt cx="259185" cy="98232"/>
                </a:xfrm>
              </p:grpSpPr>
              <p:sp>
                <p:nvSpPr>
                  <p:cNvPr id="12860" name="Google Shape;12860;p77"/>
                  <p:cNvSpPr/>
                  <p:nvPr/>
                </p:nvSpPr>
                <p:spPr>
                  <a:xfrm>
                    <a:off x="2500419" y="2800896"/>
                    <a:ext cx="246135" cy="8512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861" name="Google Shape;12861;p77"/>
                  <p:cNvSpPr/>
                  <p:nvPr/>
                </p:nvSpPr>
                <p:spPr>
                  <a:xfrm>
                    <a:off x="2493852" y="2794333"/>
                    <a:ext cx="15360" cy="15356"/>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862" name="Google Shape;12862;p77"/>
                  <p:cNvSpPr/>
                  <p:nvPr/>
                </p:nvSpPr>
                <p:spPr>
                  <a:xfrm>
                    <a:off x="2737686" y="2877210"/>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2863" name="Google Shape;12863;p77"/>
                <p:cNvGrpSpPr/>
                <p:nvPr/>
              </p:nvGrpSpPr>
              <p:grpSpPr>
                <a:xfrm>
                  <a:off x="2389399" y="2595741"/>
                  <a:ext cx="224343" cy="182054"/>
                  <a:chOff x="2389399" y="2595741"/>
                  <a:chExt cx="224343" cy="182054"/>
                </a:xfrm>
              </p:grpSpPr>
              <p:sp>
                <p:nvSpPr>
                  <p:cNvPr id="12864" name="Google Shape;12864;p77"/>
                  <p:cNvSpPr/>
                  <p:nvPr/>
                </p:nvSpPr>
                <p:spPr>
                  <a:xfrm>
                    <a:off x="2389399" y="2595741"/>
                    <a:ext cx="224343" cy="182054"/>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865" name="Google Shape;12865;p77"/>
                  <p:cNvSpPr/>
                  <p:nvPr/>
                </p:nvSpPr>
                <p:spPr>
                  <a:xfrm>
                    <a:off x="2430284" y="2686181"/>
                    <a:ext cx="140326" cy="1106"/>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12866" name="Google Shape;12866;p77"/>
              <p:cNvGrpSpPr/>
              <p:nvPr/>
            </p:nvGrpSpPr>
            <p:grpSpPr>
              <a:xfrm>
                <a:off x="2683630" y="2595741"/>
                <a:ext cx="224334" cy="296825"/>
                <a:chOff x="2683630" y="2595741"/>
                <a:chExt cx="224334" cy="296825"/>
              </a:xfrm>
            </p:grpSpPr>
            <p:grpSp>
              <p:nvGrpSpPr>
                <p:cNvPr id="12867" name="Google Shape;12867;p77"/>
                <p:cNvGrpSpPr/>
                <p:nvPr/>
              </p:nvGrpSpPr>
              <p:grpSpPr>
                <a:xfrm>
                  <a:off x="2788083" y="2794333"/>
                  <a:ext cx="15356" cy="98232"/>
                  <a:chOff x="2788083" y="2794333"/>
                  <a:chExt cx="15356" cy="98232"/>
                </a:xfrm>
              </p:grpSpPr>
              <p:sp>
                <p:nvSpPr>
                  <p:cNvPr id="12868" name="Google Shape;12868;p77"/>
                  <p:cNvSpPr/>
                  <p:nvPr/>
                </p:nvSpPr>
                <p:spPr>
                  <a:xfrm>
                    <a:off x="2794655" y="2800905"/>
                    <a:ext cx="2213" cy="85114"/>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869" name="Google Shape;12869;p77"/>
                  <p:cNvSpPr/>
                  <p:nvPr/>
                </p:nvSpPr>
                <p:spPr>
                  <a:xfrm>
                    <a:off x="2788083" y="2794333"/>
                    <a:ext cx="15356" cy="15356"/>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870" name="Google Shape;12870;p77"/>
                  <p:cNvSpPr/>
                  <p:nvPr/>
                </p:nvSpPr>
                <p:spPr>
                  <a:xfrm>
                    <a:off x="2788083" y="2877210"/>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2871" name="Google Shape;12871;p77"/>
                <p:cNvGrpSpPr/>
                <p:nvPr/>
              </p:nvGrpSpPr>
              <p:grpSpPr>
                <a:xfrm>
                  <a:off x="2683630" y="2595741"/>
                  <a:ext cx="224334" cy="182054"/>
                  <a:chOff x="2683630" y="2595741"/>
                  <a:chExt cx="224334" cy="182054"/>
                </a:xfrm>
              </p:grpSpPr>
              <p:sp>
                <p:nvSpPr>
                  <p:cNvPr id="12872" name="Google Shape;12872;p77"/>
                  <p:cNvSpPr/>
                  <p:nvPr/>
                </p:nvSpPr>
                <p:spPr>
                  <a:xfrm>
                    <a:off x="2683630" y="2595741"/>
                    <a:ext cx="224334" cy="182054"/>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873" name="Google Shape;12873;p77"/>
                  <p:cNvSpPr/>
                  <p:nvPr/>
                </p:nvSpPr>
                <p:spPr>
                  <a:xfrm>
                    <a:off x="2724889" y="2686181"/>
                    <a:ext cx="140322" cy="1106"/>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12874" name="Google Shape;12874;p77"/>
              <p:cNvGrpSpPr/>
              <p:nvPr/>
            </p:nvGrpSpPr>
            <p:grpSpPr>
              <a:xfrm>
                <a:off x="2838475" y="2595741"/>
                <a:ext cx="363719" cy="296825"/>
                <a:chOff x="2838475" y="2595741"/>
                <a:chExt cx="363719" cy="296825"/>
              </a:xfrm>
            </p:grpSpPr>
            <p:grpSp>
              <p:nvGrpSpPr>
                <p:cNvPr id="12875" name="Google Shape;12875;p77"/>
                <p:cNvGrpSpPr/>
                <p:nvPr/>
              </p:nvGrpSpPr>
              <p:grpSpPr>
                <a:xfrm>
                  <a:off x="2838475" y="2794333"/>
                  <a:ext cx="259185" cy="98232"/>
                  <a:chOff x="2838475" y="2794333"/>
                  <a:chExt cx="259185" cy="98232"/>
                </a:xfrm>
              </p:grpSpPr>
              <p:sp>
                <p:nvSpPr>
                  <p:cNvPr id="12876" name="Google Shape;12876;p77"/>
                  <p:cNvSpPr/>
                  <p:nvPr/>
                </p:nvSpPr>
                <p:spPr>
                  <a:xfrm>
                    <a:off x="2845042" y="2800896"/>
                    <a:ext cx="246122" cy="8512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877" name="Google Shape;12877;p77"/>
                  <p:cNvSpPr/>
                  <p:nvPr/>
                </p:nvSpPr>
                <p:spPr>
                  <a:xfrm>
                    <a:off x="3082301" y="2794333"/>
                    <a:ext cx="15360" cy="15356"/>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878" name="Google Shape;12878;p77"/>
                  <p:cNvSpPr/>
                  <p:nvPr/>
                </p:nvSpPr>
                <p:spPr>
                  <a:xfrm>
                    <a:off x="2838475" y="2877210"/>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2879" name="Google Shape;12879;p77"/>
                <p:cNvGrpSpPr/>
                <p:nvPr/>
              </p:nvGrpSpPr>
              <p:grpSpPr>
                <a:xfrm>
                  <a:off x="2977852" y="2595741"/>
                  <a:ext cx="224343" cy="182054"/>
                  <a:chOff x="2977852" y="2595741"/>
                  <a:chExt cx="224343" cy="182054"/>
                </a:xfrm>
              </p:grpSpPr>
              <p:sp>
                <p:nvSpPr>
                  <p:cNvPr id="12880" name="Google Shape;12880;p77"/>
                  <p:cNvSpPr/>
                  <p:nvPr/>
                </p:nvSpPr>
                <p:spPr>
                  <a:xfrm>
                    <a:off x="2977852" y="2595741"/>
                    <a:ext cx="224343" cy="182054"/>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881" name="Google Shape;12881;p77"/>
                  <p:cNvSpPr/>
                  <p:nvPr/>
                </p:nvSpPr>
                <p:spPr>
                  <a:xfrm>
                    <a:off x="3020572" y="2686181"/>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grpSp>
          <p:nvGrpSpPr>
            <p:cNvPr id="12882" name="Google Shape;12882;p77"/>
            <p:cNvGrpSpPr/>
            <p:nvPr/>
          </p:nvGrpSpPr>
          <p:grpSpPr>
            <a:xfrm>
              <a:off x="2389399" y="3100241"/>
              <a:ext cx="812796" cy="296869"/>
              <a:chOff x="2389399" y="3100241"/>
              <a:chExt cx="812796" cy="296869"/>
            </a:xfrm>
          </p:grpSpPr>
          <p:grpSp>
            <p:nvGrpSpPr>
              <p:cNvPr id="12883" name="Google Shape;12883;p77"/>
              <p:cNvGrpSpPr/>
              <p:nvPr/>
            </p:nvGrpSpPr>
            <p:grpSpPr>
              <a:xfrm>
                <a:off x="2683630" y="3100241"/>
                <a:ext cx="224334" cy="296869"/>
                <a:chOff x="2683630" y="3100241"/>
                <a:chExt cx="224334" cy="296869"/>
              </a:xfrm>
            </p:grpSpPr>
            <p:grpSp>
              <p:nvGrpSpPr>
                <p:cNvPr id="12884" name="Google Shape;12884;p77"/>
                <p:cNvGrpSpPr/>
                <p:nvPr/>
              </p:nvGrpSpPr>
              <p:grpSpPr>
                <a:xfrm>
                  <a:off x="2788083" y="3100241"/>
                  <a:ext cx="15356" cy="98237"/>
                  <a:chOff x="2788083" y="3100241"/>
                  <a:chExt cx="15356" cy="98237"/>
                </a:xfrm>
              </p:grpSpPr>
              <p:sp>
                <p:nvSpPr>
                  <p:cNvPr id="12885" name="Google Shape;12885;p77"/>
                  <p:cNvSpPr/>
                  <p:nvPr/>
                </p:nvSpPr>
                <p:spPr>
                  <a:xfrm>
                    <a:off x="2794655" y="3106808"/>
                    <a:ext cx="2213" cy="8511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886" name="Google Shape;12886;p77"/>
                  <p:cNvSpPr/>
                  <p:nvPr/>
                </p:nvSpPr>
                <p:spPr>
                  <a:xfrm>
                    <a:off x="2788083" y="3183117"/>
                    <a:ext cx="15356" cy="15360"/>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887" name="Google Shape;12887;p77"/>
                  <p:cNvSpPr/>
                  <p:nvPr/>
                </p:nvSpPr>
                <p:spPr>
                  <a:xfrm>
                    <a:off x="2788083" y="3100241"/>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2888" name="Google Shape;12888;p77"/>
                <p:cNvGrpSpPr/>
                <p:nvPr/>
              </p:nvGrpSpPr>
              <p:grpSpPr>
                <a:xfrm>
                  <a:off x="2683630" y="3215065"/>
                  <a:ext cx="224334" cy="182045"/>
                  <a:chOff x="2683630" y="3215065"/>
                  <a:chExt cx="224334" cy="182045"/>
                </a:xfrm>
              </p:grpSpPr>
              <p:sp>
                <p:nvSpPr>
                  <p:cNvPr id="12889" name="Google Shape;12889;p77"/>
                  <p:cNvSpPr/>
                  <p:nvPr/>
                </p:nvSpPr>
                <p:spPr>
                  <a:xfrm>
                    <a:off x="2683630" y="3215065"/>
                    <a:ext cx="224334" cy="182045"/>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890" name="Google Shape;12890;p77"/>
                  <p:cNvSpPr/>
                  <p:nvPr/>
                </p:nvSpPr>
                <p:spPr>
                  <a:xfrm>
                    <a:off x="2724889" y="3305500"/>
                    <a:ext cx="140331" cy="1106"/>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12891" name="Google Shape;12891;p77"/>
              <p:cNvGrpSpPr/>
              <p:nvPr/>
            </p:nvGrpSpPr>
            <p:grpSpPr>
              <a:xfrm>
                <a:off x="2389399" y="3100241"/>
                <a:ext cx="363638" cy="296869"/>
                <a:chOff x="2389399" y="3100241"/>
                <a:chExt cx="363638" cy="296869"/>
              </a:xfrm>
            </p:grpSpPr>
            <p:grpSp>
              <p:nvGrpSpPr>
                <p:cNvPr id="12892" name="Google Shape;12892;p77"/>
                <p:cNvGrpSpPr/>
                <p:nvPr/>
              </p:nvGrpSpPr>
              <p:grpSpPr>
                <a:xfrm>
                  <a:off x="2493852" y="3100241"/>
                  <a:ext cx="259185" cy="98237"/>
                  <a:chOff x="2493852" y="3100241"/>
                  <a:chExt cx="259185" cy="98237"/>
                </a:xfrm>
              </p:grpSpPr>
              <p:sp>
                <p:nvSpPr>
                  <p:cNvPr id="12893" name="Google Shape;12893;p77"/>
                  <p:cNvSpPr/>
                  <p:nvPr/>
                </p:nvSpPr>
                <p:spPr>
                  <a:xfrm>
                    <a:off x="2500428" y="3106803"/>
                    <a:ext cx="246126" cy="8512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894" name="Google Shape;12894;p77"/>
                  <p:cNvSpPr/>
                  <p:nvPr/>
                </p:nvSpPr>
                <p:spPr>
                  <a:xfrm>
                    <a:off x="2493852" y="3183117"/>
                    <a:ext cx="15360" cy="15360"/>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895" name="Google Shape;12895;p77"/>
                  <p:cNvSpPr/>
                  <p:nvPr/>
                </p:nvSpPr>
                <p:spPr>
                  <a:xfrm>
                    <a:off x="2737686" y="3100241"/>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2896" name="Google Shape;12896;p77"/>
                <p:cNvGrpSpPr/>
                <p:nvPr/>
              </p:nvGrpSpPr>
              <p:grpSpPr>
                <a:xfrm>
                  <a:off x="2389399" y="3215065"/>
                  <a:ext cx="224343" cy="182045"/>
                  <a:chOff x="2389399" y="3215065"/>
                  <a:chExt cx="224343" cy="182045"/>
                </a:xfrm>
              </p:grpSpPr>
              <p:sp>
                <p:nvSpPr>
                  <p:cNvPr id="12897" name="Google Shape;12897;p77"/>
                  <p:cNvSpPr/>
                  <p:nvPr/>
                </p:nvSpPr>
                <p:spPr>
                  <a:xfrm>
                    <a:off x="2389399" y="3215065"/>
                    <a:ext cx="224343" cy="182045"/>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898" name="Google Shape;12898;p77"/>
                  <p:cNvSpPr/>
                  <p:nvPr/>
                </p:nvSpPr>
                <p:spPr>
                  <a:xfrm>
                    <a:off x="2430630" y="3305500"/>
                    <a:ext cx="140331" cy="1106"/>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12899" name="Google Shape;12899;p77"/>
              <p:cNvGrpSpPr/>
              <p:nvPr/>
            </p:nvGrpSpPr>
            <p:grpSpPr>
              <a:xfrm>
                <a:off x="2838475" y="3100241"/>
                <a:ext cx="363719" cy="296869"/>
                <a:chOff x="2838475" y="3100241"/>
                <a:chExt cx="363719" cy="296869"/>
              </a:xfrm>
            </p:grpSpPr>
            <p:grpSp>
              <p:nvGrpSpPr>
                <p:cNvPr id="12900" name="Google Shape;12900;p77"/>
                <p:cNvGrpSpPr/>
                <p:nvPr/>
              </p:nvGrpSpPr>
              <p:grpSpPr>
                <a:xfrm>
                  <a:off x="2838475" y="3100241"/>
                  <a:ext cx="259185" cy="98237"/>
                  <a:chOff x="2838475" y="3100241"/>
                  <a:chExt cx="259185" cy="98237"/>
                </a:xfrm>
              </p:grpSpPr>
              <p:sp>
                <p:nvSpPr>
                  <p:cNvPr id="12901" name="Google Shape;12901;p77"/>
                  <p:cNvSpPr/>
                  <p:nvPr/>
                </p:nvSpPr>
                <p:spPr>
                  <a:xfrm>
                    <a:off x="2845042" y="3106803"/>
                    <a:ext cx="246131" cy="8512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902" name="Google Shape;12902;p77"/>
                  <p:cNvSpPr/>
                  <p:nvPr/>
                </p:nvSpPr>
                <p:spPr>
                  <a:xfrm>
                    <a:off x="3082301" y="3183117"/>
                    <a:ext cx="15360" cy="15360"/>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903" name="Google Shape;12903;p77"/>
                  <p:cNvSpPr/>
                  <p:nvPr/>
                </p:nvSpPr>
                <p:spPr>
                  <a:xfrm>
                    <a:off x="2838475" y="3100241"/>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2904" name="Google Shape;12904;p77"/>
                <p:cNvGrpSpPr/>
                <p:nvPr/>
              </p:nvGrpSpPr>
              <p:grpSpPr>
                <a:xfrm>
                  <a:off x="2977852" y="3215065"/>
                  <a:ext cx="224343" cy="182045"/>
                  <a:chOff x="2977852" y="3215065"/>
                  <a:chExt cx="224343" cy="182045"/>
                </a:xfrm>
              </p:grpSpPr>
              <p:sp>
                <p:nvSpPr>
                  <p:cNvPr id="12905" name="Google Shape;12905;p77"/>
                  <p:cNvSpPr/>
                  <p:nvPr/>
                </p:nvSpPr>
                <p:spPr>
                  <a:xfrm>
                    <a:off x="2977852" y="3215065"/>
                    <a:ext cx="224343" cy="182045"/>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906" name="Google Shape;12906;p77"/>
                  <p:cNvSpPr/>
                  <p:nvPr/>
                </p:nvSpPr>
                <p:spPr>
                  <a:xfrm>
                    <a:off x="3020598" y="3305519"/>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gr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2910" name="Shape 12910"/>
        <p:cNvGrpSpPr/>
        <p:nvPr/>
      </p:nvGrpSpPr>
      <p:grpSpPr>
        <a:xfrm>
          <a:off x="0" y="0"/>
          <a:ext cx="0" cy="0"/>
          <a:chOff x="0" y="0"/>
          <a:chExt cx="0" cy="0"/>
        </a:xfrm>
      </p:grpSpPr>
      <p:grpSp>
        <p:nvGrpSpPr>
          <p:cNvPr id="12911" name="Google Shape;12911;p78"/>
          <p:cNvGrpSpPr/>
          <p:nvPr/>
        </p:nvGrpSpPr>
        <p:grpSpPr>
          <a:xfrm>
            <a:off x="702088" y="3155922"/>
            <a:ext cx="2390414" cy="1024800"/>
            <a:chOff x="728925" y="3296613"/>
            <a:chExt cx="2390414" cy="1024800"/>
          </a:xfrm>
        </p:grpSpPr>
        <p:grpSp>
          <p:nvGrpSpPr>
            <p:cNvPr id="12912" name="Google Shape;12912;p78"/>
            <p:cNvGrpSpPr/>
            <p:nvPr/>
          </p:nvGrpSpPr>
          <p:grpSpPr>
            <a:xfrm>
              <a:off x="728925" y="3619800"/>
              <a:ext cx="2390414" cy="500893"/>
              <a:chOff x="728925" y="3619800"/>
              <a:chExt cx="2390414" cy="500893"/>
            </a:xfrm>
          </p:grpSpPr>
          <p:sp>
            <p:nvSpPr>
              <p:cNvPr id="12913" name="Google Shape;12913;p78"/>
              <p:cNvSpPr/>
              <p:nvPr/>
            </p:nvSpPr>
            <p:spPr>
              <a:xfrm>
                <a:off x="728925" y="3619800"/>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2914" name="Google Shape;12914;p78"/>
              <p:cNvSpPr/>
              <p:nvPr/>
            </p:nvSpPr>
            <p:spPr>
              <a:xfrm>
                <a:off x="728939" y="3953593"/>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12915" name="Google Shape;12915;p78"/>
            <p:cNvGrpSpPr/>
            <p:nvPr/>
          </p:nvGrpSpPr>
          <p:grpSpPr>
            <a:xfrm>
              <a:off x="1348050" y="3296613"/>
              <a:ext cx="1706152" cy="1024800"/>
              <a:chOff x="1348050" y="3296613"/>
              <a:chExt cx="1706152" cy="1024800"/>
            </a:xfrm>
          </p:grpSpPr>
          <p:sp>
            <p:nvSpPr>
              <p:cNvPr id="12916" name="Google Shape;12916;p78"/>
              <p:cNvSpPr/>
              <p:nvPr/>
            </p:nvSpPr>
            <p:spPr>
              <a:xfrm>
                <a:off x="1348050"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2917" name="Google Shape;12917;p78"/>
              <p:cNvSpPr/>
              <p:nvPr/>
            </p:nvSpPr>
            <p:spPr>
              <a:xfrm>
                <a:off x="168708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2918" name="Google Shape;12918;p78"/>
              <p:cNvSpPr/>
              <p:nvPr/>
            </p:nvSpPr>
            <p:spPr>
              <a:xfrm>
                <a:off x="2040389"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2919" name="Google Shape;12919;p78"/>
              <p:cNvSpPr/>
              <p:nvPr/>
            </p:nvSpPr>
            <p:spPr>
              <a:xfrm>
                <a:off x="2393695"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2920" name="Google Shape;12920;p78"/>
              <p:cNvSpPr/>
              <p:nvPr/>
            </p:nvSpPr>
            <p:spPr>
              <a:xfrm>
                <a:off x="274700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12921" name="Google Shape;12921;p78"/>
            <p:cNvGrpSpPr/>
            <p:nvPr/>
          </p:nvGrpSpPr>
          <p:grpSpPr>
            <a:xfrm>
              <a:off x="1455707" y="3654858"/>
              <a:ext cx="1491150" cy="417657"/>
              <a:chOff x="1455707" y="3654858"/>
              <a:chExt cx="1491150" cy="417657"/>
            </a:xfrm>
          </p:grpSpPr>
          <p:sp>
            <p:nvSpPr>
              <p:cNvPr id="12922" name="Google Shape;12922;p78"/>
              <p:cNvSpPr/>
              <p:nvPr/>
            </p:nvSpPr>
            <p:spPr>
              <a:xfrm>
                <a:off x="1472938"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923" name="Google Shape;12923;p78"/>
              <p:cNvSpPr/>
              <p:nvPr/>
            </p:nvSpPr>
            <p:spPr>
              <a:xfrm>
                <a:off x="1490853"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924" name="Google Shape;12924;p78"/>
              <p:cNvSpPr/>
              <p:nvPr/>
            </p:nvSpPr>
            <p:spPr>
              <a:xfrm>
                <a:off x="181918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925" name="Google Shape;12925;p78"/>
              <p:cNvSpPr/>
              <p:nvPr/>
            </p:nvSpPr>
            <p:spPr>
              <a:xfrm>
                <a:off x="183709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926" name="Google Shape;12926;p78"/>
              <p:cNvSpPr/>
              <p:nvPr/>
            </p:nvSpPr>
            <p:spPr>
              <a:xfrm>
                <a:off x="1478676" y="40082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927" name="Google Shape;12927;p78"/>
              <p:cNvSpPr/>
              <p:nvPr/>
            </p:nvSpPr>
            <p:spPr>
              <a:xfrm>
                <a:off x="1455707" y="40079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928" name="Google Shape;12928;p78"/>
              <p:cNvSpPr/>
              <p:nvPr/>
            </p:nvSpPr>
            <p:spPr>
              <a:xfrm>
                <a:off x="184157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929" name="Google Shape;12929;p78"/>
              <p:cNvSpPr/>
              <p:nvPr/>
            </p:nvSpPr>
            <p:spPr>
              <a:xfrm>
                <a:off x="181861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930" name="Google Shape;12930;p78"/>
              <p:cNvSpPr/>
              <p:nvPr/>
            </p:nvSpPr>
            <p:spPr>
              <a:xfrm>
                <a:off x="217249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931" name="Google Shape;12931;p78"/>
              <p:cNvSpPr/>
              <p:nvPr/>
            </p:nvSpPr>
            <p:spPr>
              <a:xfrm>
                <a:off x="219040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932" name="Google Shape;12932;p78"/>
              <p:cNvSpPr/>
              <p:nvPr/>
            </p:nvSpPr>
            <p:spPr>
              <a:xfrm>
                <a:off x="219488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933" name="Google Shape;12933;p78"/>
              <p:cNvSpPr/>
              <p:nvPr/>
            </p:nvSpPr>
            <p:spPr>
              <a:xfrm>
                <a:off x="217192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934" name="Google Shape;12934;p78"/>
              <p:cNvSpPr/>
              <p:nvPr/>
            </p:nvSpPr>
            <p:spPr>
              <a:xfrm>
                <a:off x="2874730"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935" name="Google Shape;12935;p78"/>
              <p:cNvSpPr/>
              <p:nvPr/>
            </p:nvSpPr>
            <p:spPr>
              <a:xfrm>
                <a:off x="2892645"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936" name="Google Shape;12936;p78"/>
              <p:cNvSpPr/>
              <p:nvPr/>
            </p:nvSpPr>
            <p:spPr>
              <a:xfrm>
                <a:off x="2901559" y="40055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937" name="Google Shape;12937;p78"/>
              <p:cNvSpPr/>
              <p:nvPr/>
            </p:nvSpPr>
            <p:spPr>
              <a:xfrm>
                <a:off x="2878589" y="40052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938" name="Google Shape;12938;p78"/>
              <p:cNvSpPr/>
              <p:nvPr/>
            </p:nvSpPr>
            <p:spPr>
              <a:xfrm>
                <a:off x="2525796"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939" name="Google Shape;12939;p78"/>
              <p:cNvSpPr/>
              <p:nvPr/>
            </p:nvSpPr>
            <p:spPr>
              <a:xfrm>
                <a:off x="2543711"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940" name="Google Shape;12940;p78"/>
              <p:cNvSpPr/>
              <p:nvPr/>
            </p:nvSpPr>
            <p:spPr>
              <a:xfrm>
                <a:off x="2548194"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941" name="Google Shape;12941;p78"/>
              <p:cNvSpPr/>
              <p:nvPr/>
            </p:nvSpPr>
            <p:spPr>
              <a:xfrm>
                <a:off x="2525225"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aphicFrame>
        <p:nvGraphicFramePr>
          <p:cNvPr id="12942" name="Google Shape;12942;p78"/>
          <p:cNvGraphicFramePr/>
          <p:nvPr/>
        </p:nvGraphicFramePr>
        <p:xfrm>
          <a:off x="5937787" y="2153834"/>
          <a:ext cx="3000000" cy="3000000"/>
        </p:xfrm>
        <a:graphic>
          <a:graphicData uri="http://schemas.openxmlformats.org/drawingml/2006/table">
            <a:tbl>
              <a:tblPr>
                <a:noFill/>
                <a:tableStyleId>{86B84417-7BD4-4907-9079-F2DE78AFB253}</a:tableStyleId>
              </a:tblPr>
              <a:tblGrid>
                <a:gridCol w="626025"/>
                <a:gridCol w="626025"/>
                <a:gridCol w="626025"/>
                <a:gridCol w="626025"/>
              </a:tblGrid>
              <a:tr h="0">
                <a:tc>
                  <a:txBody>
                    <a:bodyPr/>
                    <a:lstStyle/>
                    <a:p>
                      <a:pPr marL="0" lvl="0" indent="0" algn="ctr" rtl="0">
                        <a:spcBef>
                          <a:spcPts val="0"/>
                        </a:spcBef>
                        <a:spcAft>
                          <a:spcPts val="0"/>
                        </a:spcAft>
                        <a:buNone/>
                      </a:pPr>
                      <a:endParaRPr sz="200" b="1">
                        <a:latin typeface="Amatic SC" panose="00000500000000000000"/>
                        <a:ea typeface="Amatic SC" panose="00000500000000000000"/>
                        <a:cs typeface="Amatic SC" panose="00000500000000000000"/>
                        <a:sym typeface="Amatic SC" panose="00000500000000000000"/>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panose="00000500000000000000"/>
                        <a:ea typeface="Amatic SC" panose="00000500000000000000"/>
                        <a:cs typeface="Amatic SC" panose="00000500000000000000"/>
                        <a:sym typeface="Amatic SC" panose="00000500000000000000"/>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panose="00000500000000000000"/>
                        <a:ea typeface="Amatic SC" panose="00000500000000000000"/>
                        <a:cs typeface="Amatic SC" panose="00000500000000000000"/>
                        <a:sym typeface="Amatic SC" panose="00000500000000000000"/>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panose="00000500000000000000"/>
                        <a:ea typeface="Amatic SC" panose="00000500000000000000"/>
                        <a:cs typeface="Amatic SC" panose="00000500000000000000"/>
                        <a:sym typeface="Amatic SC" panose="00000500000000000000"/>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r>
              <a:tr h="217150">
                <a:tc>
                  <a:txBody>
                    <a:bodyPr/>
                    <a:lstStyle/>
                    <a:p>
                      <a:pPr marL="0" lvl="0" indent="0" algn="ctr" rtl="0">
                        <a:spcBef>
                          <a:spcPts val="0"/>
                        </a:spcBef>
                        <a:spcAft>
                          <a:spcPts val="0"/>
                        </a:spcAft>
                        <a:buNone/>
                      </a:pPr>
                      <a:endParaRPr sz="200" b="1">
                        <a:latin typeface="Amatic SC" panose="00000500000000000000"/>
                        <a:ea typeface="Amatic SC" panose="00000500000000000000"/>
                        <a:cs typeface="Amatic SC" panose="00000500000000000000"/>
                        <a:sym typeface="Amatic SC" panose="00000500000000000000"/>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panose="00000500000000000000"/>
                        <a:ea typeface="Amatic SC" panose="00000500000000000000"/>
                        <a:cs typeface="Amatic SC" panose="00000500000000000000"/>
                        <a:sym typeface="Amatic SC" panose="00000500000000000000"/>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panose="00000500000000000000"/>
                        <a:ea typeface="Amatic SC" panose="00000500000000000000"/>
                        <a:cs typeface="Amatic SC" panose="00000500000000000000"/>
                        <a:sym typeface="Amatic SC" panose="00000500000000000000"/>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panose="00000500000000000000"/>
                        <a:ea typeface="Amatic SC" panose="00000500000000000000"/>
                        <a:cs typeface="Amatic SC" panose="00000500000000000000"/>
                        <a:sym typeface="Amatic SC" panose="00000500000000000000"/>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r>
              <a:tr h="217150">
                <a:tc>
                  <a:txBody>
                    <a:bodyPr/>
                    <a:lstStyle/>
                    <a:p>
                      <a:pPr marL="0" lvl="0" indent="0" algn="ctr" rtl="0">
                        <a:spcBef>
                          <a:spcPts val="0"/>
                        </a:spcBef>
                        <a:spcAft>
                          <a:spcPts val="0"/>
                        </a:spcAft>
                        <a:buNone/>
                      </a:pPr>
                      <a:endParaRPr sz="200" b="1">
                        <a:latin typeface="Amatic SC" panose="00000500000000000000"/>
                        <a:ea typeface="Amatic SC" panose="00000500000000000000"/>
                        <a:cs typeface="Amatic SC" panose="00000500000000000000"/>
                        <a:sym typeface="Amatic SC" panose="00000500000000000000"/>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panose="00000500000000000000"/>
                        <a:ea typeface="Amatic SC" panose="00000500000000000000"/>
                        <a:cs typeface="Amatic SC" panose="00000500000000000000"/>
                        <a:sym typeface="Amatic SC" panose="00000500000000000000"/>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panose="00000500000000000000"/>
                        <a:ea typeface="Amatic SC" panose="00000500000000000000"/>
                        <a:cs typeface="Amatic SC" panose="00000500000000000000"/>
                        <a:sym typeface="Amatic SC" panose="00000500000000000000"/>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panose="00000500000000000000"/>
                        <a:ea typeface="Amatic SC" panose="00000500000000000000"/>
                        <a:cs typeface="Amatic SC" panose="00000500000000000000"/>
                        <a:sym typeface="Amatic SC" panose="00000500000000000000"/>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r>
              <a:tr h="217150">
                <a:tc>
                  <a:txBody>
                    <a:bodyPr/>
                    <a:lstStyle/>
                    <a:p>
                      <a:pPr marL="0" lvl="0" indent="0" algn="ctr" rtl="0">
                        <a:spcBef>
                          <a:spcPts val="0"/>
                        </a:spcBef>
                        <a:spcAft>
                          <a:spcPts val="0"/>
                        </a:spcAft>
                        <a:buNone/>
                      </a:pPr>
                      <a:endParaRPr sz="200" b="1">
                        <a:latin typeface="Amatic SC" panose="00000500000000000000"/>
                        <a:ea typeface="Amatic SC" panose="00000500000000000000"/>
                        <a:cs typeface="Amatic SC" panose="00000500000000000000"/>
                        <a:sym typeface="Amatic SC" panose="00000500000000000000"/>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panose="00000500000000000000"/>
                        <a:ea typeface="Amatic SC" panose="00000500000000000000"/>
                        <a:cs typeface="Amatic SC" panose="00000500000000000000"/>
                        <a:sym typeface="Amatic SC" panose="00000500000000000000"/>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panose="00000500000000000000"/>
                        <a:ea typeface="Amatic SC" panose="00000500000000000000"/>
                        <a:cs typeface="Amatic SC" panose="00000500000000000000"/>
                        <a:sym typeface="Amatic SC" panose="00000500000000000000"/>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panose="00000500000000000000"/>
                        <a:ea typeface="Amatic SC" panose="00000500000000000000"/>
                        <a:cs typeface="Amatic SC" panose="00000500000000000000"/>
                        <a:sym typeface="Amatic SC" panose="00000500000000000000"/>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7994A9">
                        <a:alpha val="64709"/>
                      </a:srgbClr>
                    </a:solidFill>
                  </a:tcPr>
                </a:tc>
              </a:tr>
            </a:tbl>
          </a:graphicData>
        </a:graphic>
      </p:graphicFrame>
      <p:grpSp>
        <p:nvGrpSpPr>
          <p:cNvPr id="12943" name="Google Shape;12943;p78"/>
          <p:cNvGrpSpPr/>
          <p:nvPr/>
        </p:nvGrpSpPr>
        <p:grpSpPr>
          <a:xfrm>
            <a:off x="710464" y="981599"/>
            <a:ext cx="2396505" cy="976502"/>
            <a:chOff x="749309" y="1112739"/>
            <a:chExt cx="2371603" cy="976502"/>
          </a:xfrm>
        </p:grpSpPr>
        <p:grpSp>
          <p:nvGrpSpPr>
            <p:cNvPr id="12944" name="Google Shape;12944;p78"/>
            <p:cNvGrpSpPr/>
            <p:nvPr/>
          </p:nvGrpSpPr>
          <p:grpSpPr>
            <a:xfrm>
              <a:off x="1092126" y="1112739"/>
              <a:ext cx="2028786" cy="975464"/>
              <a:chOff x="1092126" y="1112739"/>
              <a:chExt cx="2028786" cy="975464"/>
            </a:xfrm>
          </p:grpSpPr>
          <p:sp>
            <p:nvSpPr>
              <p:cNvPr id="12945" name="Google Shape;12945;p78"/>
              <p:cNvSpPr/>
              <p:nvPr/>
            </p:nvSpPr>
            <p:spPr>
              <a:xfrm>
                <a:off x="1092126"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946" name="Google Shape;12946;p78"/>
              <p:cNvSpPr/>
              <p:nvPr/>
            </p:nvSpPr>
            <p:spPr>
              <a:xfrm>
                <a:off x="1434943"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947" name="Google Shape;12947;p78"/>
              <p:cNvSpPr/>
              <p:nvPr/>
            </p:nvSpPr>
            <p:spPr>
              <a:xfrm>
                <a:off x="1777760"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948" name="Google Shape;12948;p78"/>
              <p:cNvSpPr/>
              <p:nvPr/>
            </p:nvSpPr>
            <p:spPr>
              <a:xfrm>
                <a:off x="2120578"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949" name="Google Shape;12949;p78"/>
              <p:cNvSpPr/>
              <p:nvPr/>
            </p:nvSpPr>
            <p:spPr>
              <a:xfrm>
                <a:off x="2463395"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950" name="Google Shape;12950;p78"/>
              <p:cNvSpPr/>
              <p:nvPr/>
            </p:nvSpPr>
            <p:spPr>
              <a:xfrm>
                <a:off x="2806212"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951" name="Google Shape;12951;p78"/>
              <p:cNvSpPr/>
              <p:nvPr/>
            </p:nvSpPr>
            <p:spPr>
              <a:xfrm>
                <a:off x="1092126"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952" name="Google Shape;12952;p78"/>
              <p:cNvSpPr/>
              <p:nvPr/>
            </p:nvSpPr>
            <p:spPr>
              <a:xfrm>
                <a:off x="1434943"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953" name="Google Shape;12953;p78"/>
              <p:cNvSpPr/>
              <p:nvPr/>
            </p:nvSpPr>
            <p:spPr>
              <a:xfrm>
                <a:off x="1777760"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954" name="Google Shape;12954;p78"/>
              <p:cNvSpPr/>
              <p:nvPr/>
            </p:nvSpPr>
            <p:spPr>
              <a:xfrm>
                <a:off x="2120578"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955" name="Google Shape;12955;p78"/>
              <p:cNvSpPr/>
              <p:nvPr/>
            </p:nvSpPr>
            <p:spPr>
              <a:xfrm>
                <a:off x="2463395"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956" name="Google Shape;12956;p78"/>
              <p:cNvSpPr/>
              <p:nvPr/>
            </p:nvSpPr>
            <p:spPr>
              <a:xfrm>
                <a:off x="2806212"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957" name="Google Shape;12957;p78"/>
              <p:cNvSpPr/>
              <p:nvPr/>
            </p:nvSpPr>
            <p:spPr>
              <a:xfrm>
                <a:off x="1092126"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958" name="Google Shape;12958;p78"/>
              <p:cNvSpPr/>
              <p:nvPr/>
            </p:nvSpPr>
            <p:spPr>
              <a:xfrm>
                <a:off x="1434943"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959" name="Google Shape;12959;p78"/>
              <p:cNvSpPr/>
              <p:nvPr/>
            </p:nvSpPr>
            <p:spPr>
              <a:xfrm>
                <a:off x="1777760"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960" name="Google Shape;12960;p78"/>
              <p:cNvSpPr/>
              <p:nvPr/>
            </p:nvSpPr>
            <p:spPr>
              <a:xfrm>
                <a:off x="2120578"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961" name="Google Shape;12961;p78"/>
              <p:cNvSpPr/>
              <p:nvPr/>
            </p:nvSpPr>
            <p:spPr>
              <a:xfrm>
                <a:off x="2463395"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962" name="Google Shape;12962;p78"/>
              <p:cNvSpPr/>
              <p:nvPr/>
            </p:nvSpPr>
            <p:spPr>
              <a:xfrm>
                <a:off x="2806212"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963" name="Google Shape;12963;p78"/>
              <p:cNvSpPr/>
              <p:nvPr/>
            </p:nvSpPr>
            <p:spPr>
              <a:xfrm>
                <a:off x="1092126"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964" name="Google Shape;12964;p78"/>
              <p:cNvSpPr/>
              <p:nvPr/>
            </p:nvSpPr>
            <p:spPr>
              <a:xfrm>
                <a:off x="1434943"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965" name="Google Shape;12965;p78"/>
              <p:cNvSpPr/>
              <p:nvPr/>
            </p:nvSpPr>
            <p:spPr>
              <a:xfrm>
                <a:off x="1777760"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966" name="Google Shape;12966;p78"/>
              <p:cNvSpPr/>
              <p:nvPr/>
            </p:nvSpPr>
            <p:spPr>
              <a:xfrm>
                <a:off x="2120578"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967" name="Google Shape;12967;p78"/>
              <p:cNvSpPr/>
              <p:nvPr/>
            </p:nvSpPr>
            <p:spPr>
              <a:xfrm>
                <a:off x="2463395"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968" name="Google Shape;12968;p78"/>
              <p:cNvSpPr/>
              <p:nvPr/>
            </p:nvSpPr>
            <p:spPr>
              <a:xfrm>
                <a:off x="2806212"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2969" name="Google Shape;12969;p78"/>
            <p:cNvGrpSpPr/>
            <p:nvPr/>
          </p:nvGrpSpPr>
          <p:grpSpPr>
            <a:xfrm>
              <a:off x="749309" y="1112739"/>
              <a:ext cx="314700" cy="975464"/>
              <a:chOff x="749309" y="1112739"/>
              <a:chExt cx="314700" cy="975464"/>
            </a:xfrm>
          </p:grpSpPr>
          <p:sp>
            <p:nvSpPr>
              <p:cNvPr id="12970" name="Google Shape;12970;p78"/>
              <p:cNvSpPr/>
              <p:nvPr/>
            </p:nvSpPr>
            <p:spPr>
              <a:xfrm>
                <a:off x="749309" y="136229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971" name="Google Shape;12971;p78"/>
              <p:cNvSpPr/>
              <p:nvPr/>
            </p:nvSpPr>
            <p:spPr>
              <a:xfrm>
                <a:off x="749309" y="161184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972" name="Google Shape;12972;p78"/>
              <p:cNvSpPr/>
              <p:nvPr/>
            </p:nvSpPr>
            <p:spPr>
              <a:xfrm>
                <a:off x="749309" y="186140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973" name="Google Shape;12973;p78"/>
              <p:cNvSpPr/>
              <p:nvPr/>
            </p:nvSpPr>
            <p:spPr>
              <a:xfrm>
                <a:off x="749309" y="111273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2974" name="Google Shape;12974;p78"/>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975" name="Google Shape;12975;p78"/>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976" name="Google Shape;12976;p78"/>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977" name="Google Shape;12977;p78"/>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aphicFrame>
        <p:nvGraphicFramePr>
          <p:cNvPr id="12978" name="Google Shape;12978;p78"/>
          <p:cNvGraphicFramePr/>
          <p:nvPr/>
        </p:nvGraphicFramePr>
        <p:xfrm>
          <a:off x="5937812" y="981584"/>
          <a:ext cx="3000000" cy="3000000"/>
        </p:xfrm>
        <a:graphic>
          <a:graphicData uri="http://schemas.openxmlformats.org/drawingml/2006/table">
            <a:tbl>
              <a:tblPr>
                <a:noFill/>
                <a:tableStyleId>{86B84417-7BD4-4907-9079-F2DE78AFB253}</a:tableStyleId>
              </a:tblPr>
              <a:tblGrid>
                <a:gridCol w="626025"/>
                <a:gridCol w="626025"/>
                <a:gridCol w="626025"/>
                <a:gridCol w="626025"/>
              </a:tblGrid>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r>
            </a:tbl>
          </a:graphicData>
        </a:graphic>
      </p:graphicFrame>
      <p:graphicFrame>
        <p:nvGraphicFramePr>
          <p:cNvPr id="12979" name="Google Shape;12979;p78"/>
          <p:cNvGraphicFramePr/>
          <p:nvPr/>
        </p:nvGraphicFramePr>
        <p:xfrm>
          <a:off x="3358675" y="2153834"/>
          <a:ext cx="3000000" cy="3000000"/>
        </p:xfrm>
        <a:graphic>
          <a:graphicData uri="http://schemas.openxmlformats.org/drawingml/2006/table">
            <a:tbl>
              <a:tblPr>
                <a:noFill/>
                <a:tableStyleId>{86B84417-7BD4-4907-9079-F2DE78AFB253}</a:tableStyleId>
              </a:tblPr>
              <a:tblGrid>
                <a:gridCol w="590850"/>
                <a:gridCol w="590850"/>
                <a:gridCol w="590850"/>
                <a:gridCol w="590850"/>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r>
            </a:tbl>
          </a:graphicData>
        </a:graphic>
      </p:graphicFrame>
      <p:grpSp>
        <p:nvGrpSpPr>
          <p:cNvPr id="12980" name="Google Shape;12980;p78"/>
          <p:cNvGrpSpPr/>
          <p:nvPr/>
        </p:nvGrpSpPr>
        <p:grpSpPr>
          <a:xfrm>
            <a:off x="3360661" y="3144795"/>
            <a:ext cx="2363377" cy="1047062"/>
            <a:chOff x="3358399" y="3285485"/>
            <a:chExt cx="2363377" cy="1047062"/>
          </a:xfrm>
        </p:grpSpPr>
        <p:grpSp>
          <p:nvGrpSpPr>
            <p:cNvPr id="12981" name="Google Shape;12981;p78"/>
            <p:cNvGrpSpPr/>
            <p:nvPr/>
          </p:nvGrpSpPr>
          <p:grpSpPr>
            <a:xfrm>
              <a:off x="3358412" y="3285485"/>
              <a:ext cx="2363244" cy="139500"/>
              <a:chOff x="3358412" y="3285485"/>
              <a:chExt cx="2363244" cy="139500"/>
            </a:xfrm>
          </p:grpSpPr>
          <p:sp>
            <p:nvSpPr>
              <p:cNvPr id="12982" name="Google Shape;12982;p78"/>
              <p:cNvSpPr/>
              <p:nvPr/>
            </p:nvSpPr>
            <p:spPr>
              <a:xfrm>
                <a:off x="3358412"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983" name="Google Shape;12983;p78"/>
              <p:cNvSpPr/>
              <p:nvPr/>
            </p:nvSpPr>
            <p:spPr>
              <a:xfrm>
                <a:off x="3838898"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984" name="Google Shape;12984;p78"/>
              <p:cNvSpPr/>
              <p:nvPr/>
            </p:nvSpPr>
            <p:spPr>
              <a:xfrm>
                <a:off x="4319384"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985" name="Google Shape;12985;p78"/>
              <p:cNvSpPr/>
              <p:nvPr/>
            </p:nvSpPr>
            <p:spPr>
              <a:xfrm>
                <a:off x="4799870"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986" name="Google Shape;12986;p78"/>
              <p:cNvSpPr/>
              <p:nvPr/>
            </p:nvSpPr>
            <p:spPr>
              <a:xfrm>
                <a:off x="5280356"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2987" name="Google Shape;12987;p78"/>
            <p:cNvGrpSpPr/>
            <p:nvPr/>
          </p:nvGrpSpPr>
          <p:grpSpPr>
            <a:xfrm>
              <a:off x="3358412" y="3466996"/>
              <a:ext cx="2363244" cy="139500"/>
              <a:chOff x="3358412" y="3466996"/>
              <a:chExt cx="2363244" cy="139500"/>
            </a:xfrm>
          </p:grpSpPr>
          <p:sp>
            <p:nvSpPr>
              <p:cNvPr id="12988" name="Google Shape;12988;p78"/>
              <p:cNvSpPr/>
              <p:nvPr/>
            </p:nvSpPr>
            <p:spPr>
              <a:xfrm>
                <a:off x="3358412"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989" name="Google Shape;12989;p78"/>
              <p:cNvSpPr/>
              <p:nvPr/>
            </p:nvSpPr>
            <p:spPr>
              <a:xfrm>
                <a:off x="3838898"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990" name="Google Shape;12990;p78"/>
              <p:cNvSpPr/>
              <p:nvPr/>
            </p:nvSpPr>
            <p:spPr>
              <a:xfrm>
                <a:off x="4319384"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991" name="Google Shape;12991;p78"/>
              <p:cNvSpPr/>
              <p:nvPr/>
            </p:nvSpPr>
            <p:spPr>
              <a:xfrm>
                <a:off x="4799870"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992" name="Google Shape;12992;p78"/>
              <p:cNvSpPr/>
              <p:nvPr/>
            </p:nvSpPr>
            <p:spPr>
              <a:xfrm>
                <a:off x="5280356"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2993" name="Google Shape;12993;p78"/>
            <p:cNvGrpSpPr/>
            <p:nvPr/>
          </p:nvGrpSpPr>
          <p:grpSpPr>
            <a:xfrm>
              <a:off x="3358412" y="3648507"/>
              <a:ext cx="2363244" cy="139500"/>
              <a:chOff x="3358412" y="3648507"/>
              <a:chExt cx="2363244" cy="139500"/>
            </a:xfrm>
          </p:grpSpPr>
          <p:sp>
            <p:nvSpPr>
              <p:cNvPr id="12994" name="Google Shape;12994;p78"/>
              <p:cNvSpPr/>
              <p:nvPr/>
            </p:nvSpPr>
            <p:spPr>
              <a:xfrm>
                <a:off x="3358412"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995" name="Google Shape;12995;p78"/>
              <p:cNvSpPr/>
              <p:nvPr/>
            </p:nvSpPr>
            <p:spPr>
              <a:xfrm>
                <a:off x="3838898"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996" name="Google Shape;12996;p78"/>
              <p:cNvSpPr/>
              <p:nvPr/>
            </p:nvSpPr>
            <p:spPr>
              <a:xfrm>
                <a:off x="4319384"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997" name="Google Shape;12997;p78"/>
              <p:cNvSpPr/>
              <p:nvPr/>
            </p:nvSpPr>
            <p:spPr>
              <a:xfrm>
                <a:off x="4799870"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998" name="Google Shape;12998;p78"/>
              <p:cNvSpPr/>
              <p:nvPr/>
            </p:nvSpPr>
            <p:spPr>
              <a:xfrm>
                <a:off x="5280356"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2999" name="Google Shape;12999;p78"/>
            <p:cNvGrpSpPr/>
            <p:nvPr/>
          </p:nvGrpSpPr>
          <p:grpSpPr>
            <a:xfrm>
              <a:off x="3358412" y="3830018"/>
              <a:ext cx="2363244" cy="139500"/>
              <a:chOff x="3358412" y="3830018"/>
              <a:chExt cx="2363244" cy="139500"/>
            </a:xfrm>
          </p:grpSpPr>
          <p:sp>
            <p:nvSpPr>
              <p:cNvPr id="13000" name="Google Shape;13000;p78"/>
              <p:cNvSpPr/>
              <p:nvPr/>
            </p:nvSpPr>
            <p:spPr>
              <a:xfrm>
                <a:off x="3358412"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001" name="Google Shape;13001;p78"/>
              <p:cNvSpPr/>
              <p:nvPr/>
            </p:nvSpPr>
            <p:spPr>
              <a:xfrm>
                <a:off x="3838898"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002" name="Google Shape;13002;p78"/>
              <p:cNvSpPr/>
              <p:nvPr/>
            </p:nvSpPr>
            <p:spPr>
              <a:xfrm>
                <a:off x="4319384"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003" name="Google Shape;13003;p78"/>
              <p:cNvSpPr/>
              <p:nvPr/>
            </p:nvSpPr>
            <p:spPr>
              <a:xfrm>
                <a:off x="4799870"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004" name="Google Shape;13004;p78"/>
              <p:cNvSpPr/>
              <p:nvPr/>
            </p:nvSpPr>
            <p:spPr>
              <a:xfrm>
                <a:off x="5280356"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3005" name="Google Shape;13005;p78"/>
            <p:cNvGrpSpPr/>
            <p:nvPr/>
          </p:nvGrpSpPr>
          <p:grpSpPr>
            <a:xfrm>
              <a:off x="3358399" y="4011514"/>
              <a:ext cx="2363377" cy="139537"/>
              <a:chOff x="3294800" y="4134603"/>
              <a:chExt cx="2638876" cy="152400"/>
            </a:xfrm>
          </p:grpSpPr>
          <p:sp>
            <p:nvSpPr>
              <p:cNvPr id="13006" name="Google Shape;13006;p78"/>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007" name="Google Shape;13007;p78"/>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008" name="Google Shape;13008;p78"/>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009" name="Google Shape;13009;p78"/>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010" name="Google Shape;13010;p78"/>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3011" name="Google Shape;13011;p78"/>
            <p:cNvGrpSpPr/>
            <p:nvPr/>
          </p:nvGrpSpPr>
          <p:grpSpPr>
            <a:xfrm>
              <a:off x="3358399" y="4193010"/>
              <a:ext cx="2363377" cy="139537"/>
              <a:chOff x="3294800" y="4134603"/>
              <a:chExt cx="2638876" cy="152400"/>
            </a:xfrm>
          </p:grpSpPr>
          <p:sp>
            <p:nvSpPr>
              <p:cNvPr id="13012" name="Google Shape;13012;p78"/>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013" name="Google Shape;13013;p78"/>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014" name="Google Shape;13014;p78"/>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015" name="Google Shape;13015;p78"/>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016" name="Google Shape;13016;p78"/>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aphicFrame>
        <p:nvGraphicFramePr>
          <p:cNvPr id="13017" name="Google Shape;13017;p78"/>
          <p:cNvGraphicFramePr/>
          <p:nvPr/>
        </p:nvGraphicFramePr>
        <p:xfrm>
          <a:off x="711463" y="2153834"/>
          <a:ext cx="3000000" cy="3000000"/>
        </p:xfrm>
        <a:graphic>
          <a:graphicData uri="http://schemas.openxmlformats.org/drawingml/2006/table">
            <a:tbl>
              <a:tblPr>
                <a:noFill/>
                <a:tableStyleId>{86B84417-7BD4-4907-9079-F2DE78AFB253}</a:tableStyleId>
              </a:tblPr>
              <a:tblGrid>
                <a:gridCol w="592450"/>
                <a:gridCol w="592450"/>
                <a:gridCol w="592450"/>
                <a:gridCol w="592450"/>
              </a:tblGrid>
              <a:tr h="29645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5F8195"/>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solidFill>
                      <a:prstDash val="solid"/>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solidFill>
                      <a:prstDash val="solid"/>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869FB1"/>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r>
            </a:tbl>
          </a:graphicData>
        </a:graphic>
      </p:graphicFrame>
      <p:grpSp>
        <p:nvGrpSpPr>
          <p:cNvPr id="13018" name="Google Shape;13018;p78"/>
          <p:cNvGrpSpPr/>
          <p:nvPr/>
        </p:nvGrpSpPr>
        <p:grpSpPr>
          <a:xfrm>
            <a:off x="4161132" y="2557649"/>
            <a:ext cx="1302095" cy="60959"/>
            <a:chOff x="3558802" y="4011427"/>
            <a:chExt cx="1866000" cy="111300"/>
          </a:xfrm>
        </p:grpSpPr>
        <p:sp>
          <p:nvSpPr>
            <p:cNvPr id="13019" name="Google Shape;13019;p78"/>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020" name="Google Shape;13020;p78"/>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3021" name="Google Shape;13021;p78"/>
          <p:cNvGrpSpPr/>
          <p:nvPr/>
        </p:nvGrpSpPr>
        <p:grpSpPr>
          <a:xfrm>
            <a:off x="4706620" y="2839808"/>
            <a:ext cx="914340" cy="60959"/>
            <a:chOff x="3558802" y="4011427"/>
            <a:chExt cx="1866000" cy="111300"/>
          </a:xfrm>
        </p:grpSpPr>
        <p:sp>
          <p:nvSpPr>
            <p:cNvPr id="13022" name="Google Shape;13022;p78"/>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023" name="Google Shape;13023;p78"/>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3024" name="Google Shape;13024;p78"/>
          <p:cNvGrpSpPr/>
          <p:nvPr/>
        </p:nvGrpSpPr>
        <p:grpSpPr>
          <a:xfrm>
            <a:off x="5871419" y="3167606"/>
            <a:ext cx="2522867" cy="1001454"/>
            <a:chOff x="1904318" y="789980"/>
            <a:chExt cx="1489472" cy="606868"/>
          </a:xfrm>
        </p:grpSpPr>
        <p:cxnSp>
          <p:nvCxnSpPr>
            <p:cNvPr id="13025" name="Google Shape;13025;p78"/>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13026" name="Google Shape;13026;p78"/>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13027" name="Google Shape;13027;p78"/>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13028" name="Google Shape;13028;p78"/>
            <p:cNvSpPr txBox="1"/>
            <p:nvPr/>
          </p:nvSpPr>
          <p:spPr>
            <a:xfrm flipH="1">
              <a:off x="2109710"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GB" sz="400">
                  <a:solidFill>
                    <a:srgbClr val="E3E9ED"/>
                  </a:solidFill>
                </a:rPr>
                <a:t>JANUARY</a:t>
              </a:r>
              <a:endParaRPr sz="400">
                <a:solidFill>
                  <a:srgbClr val="E3E9ED"/>
                </a:solidFill>
              </a:endParaRPr>
            </a:p>
          </p:txBody>
        </p:sp>
        <p:sp>
          <p:nvSpPr>
            <p:cNvPr id="13029" name="Google Shape;13029;p78"/>
            <p:cNvSpPr txBox="1"/>
            <p:nvPr/>
          </p:nvSpPr>
          <p:spPr>
            <a:xfrm flipH="1">
              <a:off x="2434275" y="789980"/>
              <a:ext cx="2892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GB" sz="400">
                  <a:solidFill>
                    <a:srgbClr val="E3E9ED"/>
                  </a:solidFill>
                </a:rPr>
                <a:t>FEBRUARY</a:t>
              </a:r>
              <a:endParaRPr sz="400">
                <a:solidFill>
                  <a:srgbClr val="E3E9ED"/>
                </a:solidFill>
              </a:endParaRPr>
            </a:p>
          </p:txBody>
        </p:sp>
        <p:sp>
          <p:nvSpPr>
            <p:cNvPr id="13030" name="Google Shape;13030;p78"/>
            <p:cNvSpPr txBox="1"/>
            <p:nvPr/>
          </p:nvSpPr>
          <p:spPr>
            <a:xfrm flipH="1">
              <a:off x="2781049"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GB" sz="400">
                  <a:solidFill>
                    <a:srgbClr val="E3E9ED"/>
                  </a:solidFill>
                </a:rPr>
                <a:t>MARCH</a:t>
              </a:r>
              <a:endParaRPr sz="400">
                <a:solidFill>
                  <a:srgbClr val="E3E9ED"/>
                </a:solidFill>
              </a:endParaRPr>
            </a:p>
          </p:txBody>
        </p:sp>
        <p:sp>
          <p:nvSpPr>
            <p:cNvPr id="13031" name="Google Shape;13031;p78"/>
            <p:cNvSpPr txBox="1"/>
            <p:nvPr/>
          </p:nvSpPr>
          <p:spPr>
            <a:xfrm flipH="1">
              <a:off x="3112690"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GB" sz="400">
                  <a:solidFill>
                    <a:srgbClr val="E3E9ED"/>
                  </a:solidFill>
                </a:rPr>
                <a:t>APRIL</a:t>
              </a:r>
              <a:endParaRPr sz="400">
                <a:solidFill>
                  <a:srgbClr val="E3E9ED"/>
                </a:solidFill>
              </a:endParaRPr>
            </a:p>
          </p:txBody>
        </p:sp>
        <p:sp>
          <p:nvSpPr>
            <p:cNvPr id="13032" name="Google Shape;13032;p78"/>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033" name="Google Shape;13033;p78"/>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034" name="Google Shape;13034;p78"/>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035" name="Google Shape;13035;p78"/>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036" name="Google Shape;13036;p78"/>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037" name="Google Shape;13037;p78"/>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038" name="Google Shape;13038;p78"/>
            <p:cNvSpPr txBox="1"/>
            <p:nvPr/>
          </p:nvSpPr>
          <p:spPr>
            <a:xfrm flipH="1">
              <a:off x="1906114" y="918164"/>
              <a:ext cx="203400" cy="106500"/>
            </a:xfrm>
            <a:prstGeom prst="rect">
              <a:avLst/>
            </a:prstGeom>
            <a:noFill/>
            <a:ln>
              <a:noFill/>
            </a:ln>
          </p:spPr>
          <p:txBody>
            <a:bodyPr spcFirstLastPara="1" wrap="square" lIns="0" tIns="91425" rIns="0" bIns="91425" anchor="t" anchorCtr="0">
              <a:noAutofit/>
            </a:bodyPr>
            <a:lstStyle/>
            <a:p>
              <a:pPr marL="0" lvl="0" indent="0" algn="l" rtl="0">
                <a:spcBef>
                  <a:spcPts val="0"/>
                </a:spcBef>
                <a:spcAft>
                  <a:spcPts val="1600"/>
                </a:spcAft>
                <a:buNone/>
              </a:pPr>
              <a:r>
                <a:rPr lang="en-GB" sz="400">
                  <a:solidFill>
                    <a:srgbClr val="E3E9ED"/>
                  </a:solidFill>
                </a:rPr>
                <a:t>PHASE 1</a:t>
              </a:r>
              <a:endParaRPr sz="400">
                <a:solidFill>
                  <a:srgbClr val="E3E9ED"/>
                </a:solidFill>
              </a:endParaRPr>
            </a:p>
          </p:txBody>
        </p:sp>
        <p:sp>
          <p:nvSpPr>
            <p:cNvPr id="13039" name="Google Shape;13039;p78"/>
            <p:cNvSpPr txBox="1"/>
            <p:nvPr/>
          </p:nvSpPr>
          <p:spPr>
            <a:xfrm flipH="1">
              <a:off x="1904318" y="1113390"/>
              <a:ext cx="205200" cy="91200"/>
            </a:xfrm>
            <a:prstGeom prst="rect">
              <a:avLst/>
            </a:prstGeom>
            <a:noFill/>
            <a:ln>
              <a:noFill/>
            </a:ln>
          </p:spPr>
          <p:txBody>
            <a:bodyPr spcFirstLastPara="1" wrap="square" lIns="0" tIns="91425" rIns="0" bIns="91425" anchor="t" anchorCtr="0">
              <a:noAutofit/>
            </a:bodyPr>
            <a:lstStyle/>
            <a:p>
              <a:pPr marL="0" lvl="0" indent="0" algn="l" rtl="0">
                <a:lnSpc>
                  <a:spcPct val="115000"/>
                </a:lnSpc>
                <a:spcBef>
                  <a:spcPts val="0"/>
                </a:spcBef>
                <a:spcAft>
                  <a:spcPts val="1600"/>
                </a:spcAft>
                <a:buNone/>
              </a:pPr>
              <a:r>
                <a:rPr lang="en-GB" sz="400">
                  <a:solidFill>
                    <a:srgbClr val="E3E9ED"/>
                  </a:solidFill>
                </a:rPr>
                <a:t>Task 1</a:t>
              </a:r>
              <a:endParaRPr sz="400">
                <a:solidFill>
                  <a:srgbClr val="E3E9ED"/>
                </a:solidFill>
              </a:endParaRPr>
            </a:p>
          </p:txBody>
        </p:sp>
        <p:sp>
          <p:nvSpPr>
            <p:cNvPr id="13040" name="Google Shape;13040;p78"/>
            <p:cNvSpPr txBox="1"/>
            <p:nvPr/>
          </p:nvSpPr>
          <p:spPr>
            <a:xfrm flipH="1">
              <a:off x="1906118" y="1304527"/>
              <a:ext cx="203400" cy="91200"/>
            </a:xfrm>
            <a:prstGeom prst="rect">
              <a:avLst/>
            </a:prstGeom>
            <a:noFill/>
            <a:ln>
              <a:noFill/>
            </a:ln>
          </p:spPr>
          <p:txBody>
            <a:bodyPr spcFirstLastPara="1" wrap="square" lIns="0" tIns="91425" rIns="0" bIns="91425" anchor="t" anchorCtr="0">
              <a:noAutofit/>
            </a:bodyPr>
            <a:lstStyle/>
            <a:p>
              <a:pPr marL="0" lvl="0" indent="0" algn="l" rtl="0">
                <a:lnSpc>
                  <a:spcPct val="115000"/>
                </a:lnSpc>
                <a:spcBef>
                  <a:spcPts val="0"/>
                </a:spcBef>
                <a:spcAft>
                  <a:spcPts val="1600"/>
                </a:spcAft>
                <a:buNone/>
              </a:pPr>
              <a:r>
                <a:rPr lang="en-GB" sz="400">
                  <a:solidFill>
                    <a:srgbClr val="E3E9ED"/>
                  </a:solidFill>
                </a:rPr>
                <a:t>Task 2</a:t>
              </a:r>
              <a:endParaRPr sz="400">
                <a:solidFill>
                  <a:srgbClr val="E3E9ED"/>
                </a:solidFill>
              </a:endParaRPr>
            </a:p>
          </p:txBody>
        </p:sp>
        <p:sp>
          <p:nvSpPr>
            <p:cNvPr id="13041" name="Google Shape;13041;p78"/>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3042" name="Google Shape;13042;p78"/>
          <p:cNvGrpSpPr/>
          <p:nvPr/>
        </p:nvGrpSpPr>
        <p:grpSpPr>
          <a:xfrm>
            <a:off x="3355824" y="951642"/>
            <a:ext cx="2363393" cy="1005865"/>
            <a:chOff x="3292400" y="1193188"/>
            <a:chExt cx="2615240" cy="1131075"/>
          </a:xfrm>
        </p:grpSpPr>
        <p:sp>
          <p:nvSpPr>
            <p:cNvPr id="13043" name="Google Shape;13043;p78"/>
            <p:cNvSpPr/>
            <p:nvPr/>
          </p:nvSpPr>
          <p:spPr>
            <a:xfrm>
              <a:off x="3292400" y="1845763"/>
              <a:ext cx="370500" cy="478500"/>
            </a:xfrm>
            <a:prstGeom prst="round2DiagRect">
              <a:avLst>
                <a:gd name="adj1" fmla="val 16667"/>
                <a:gd name="adj2" fmla="val 0"/>
              </a:avLst>
            </a:prstGeom>
            <a:noFill/>
            <a:ln w="9525" cap="flat" cmpd="sng">
              <a:solidFill>
                <a:srgbClr val="ABBCC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13044" name="Google Shape;13044;p78"/>
            <p:cNvSpPr/>
            <p:nvPr/>
          </p:nvSpPr>
          <p:spPr>
            <a:xfrm>
              <a:off x="3292400" y="1314860"/>
              <a:ext cx="370500" cy="478500"/>
            </a:xfrm>
            <a:prstGeom prst="round2DiagRect">
              <a:avLst>
                <a:gd name="adj1" fmla="val 16667"/>
                <a:gd name="adj2" fmla="val 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13045" name="Google Shape;13045;p78"/>
            <p:cNvSpPr txBox="1"/>
            <p:nvPr/>
          </p:nvSpPr>
          <p:spPr>
            <a:xfrm flipH="1">
              <a:off x="3678794" y="1193199"/>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GB" sz="400">
                  <a:solidFill>
                    <a:srgbClr val="FFFFFF"/>
                  </a:solidFill>
                </a:rPr>
                <a:t>JANUARY</a:t>
              </a:r>
              <a:endParaRPr sz="400">
                <a:solidFill>
                  <a:srgbClr val="FFFFFF"/>
                </a:solidFill>
              </a:endParaRPr>
            </a:p>
          </p:txBody>
        </p:sp>
        <p:sp>
          <p:nvSpPr>
            <p:cNvPr id="13046" name="Google Shape;13046;p78"/>
            <p:cNvSpPr txBox="1"/>
            <p:nvPr/>
          </p:nvSpPr>
          <p:spPr>
            <a:xfrm flipH="1">
              <a:off x="4051671" y="1193188"/>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GB" sz="400">
                  <a:solidFill>
                    <a:srgbClr val="FFFFFF"/>
                  </a:solidFill>
                </a:rPr>
                <a:t>FEBRUARY</a:t>
              </a:r>
              <a:endParaRPr sz="400">
                <a:solidFill>
                  <a:srgbClr val="FFFFFF"/>
                </a:solidFill>
              </a:endParaRPr>
            </a:p>
          </p:txBody>
        </p:sp>
        <p:sp>
          <p:nvSpPr>
            <p:cNvPr id="13047" name="Google Shape;13047;p78"/>
            <p:cNvSpPr txBox="1"/>
            <p:nvPr/>
          </p:nvSpPr>
          <p:spPr>
            <a:xfrm flipH="1">
              <a:off x="4453057" y="1193188"/>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GB" sz="400">
                  <a:solidFill>
                    <a:srgbClr val="FFFFFF"/>
                  </a:solidFill>
                </a:rPr>
                <a:t>MARCH</a:t>
              </a:r>
              <a:endParaRPr sz="400">
                <a:solidFill>
                  <a:srgbClr val="FFFFFF"/>
                </a:solidFill>
              </a:endParaRPr>
            </a:p>
          </p:txBody>
        </p:sp>
        <p:sp>
          <p:nvSpPr>
            <p:cNvPr id="13048" name="Google Shape;13048;p78"/>
            <p:cNvSpPr txBox="1"/>
            <p:nvPr/>
          </p:nvSpPr>
          <p:spPr>
            <a:xfrm flipH="1">
              <a:off x="4831790"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GB" sz="400">
                  <a:solidFill>
                    <a:srgbClr val="FFFFFF"/>
                  </a:solidFill>
                </a:rPr>
                <a:t>APRIL</a:t>
              </a:r>
              <a:endParaRPr sz="400">
                <a:solidFill>
                  <a:srgbClr val="FFFFFF"/>
                </a:solidFill>
              </a:endParaRPr>
            </a:p>
          </p:txBody>
        </p:sp>
        <p:sp>
          <p:nvSpPr>
            <p:cNvPr id="13049" name="Google Shape;13049;p78"/>
            <p:cNvSpPr txBox="1"/>
            <p:nvPr/>
          </p:nvSpPr>
          <p:spPr>
            <a:xfrm flipH="1">
              <a:off x="5186134"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GB" sz="400">
                  <a:solidFill>
                    <a:srgbClr val="FFFFFF"/>
                  </a:solidFill>
                </a:rPr>
                <a:t>MAY</a:t>
              </a:r>
              <a:endParaRPr sz="400">
                <a:solidFill>
                  <a:srgbClr val="FFFFFF"/>
                </a:solidFill>
              </a:endParaRPr>
            </a:p>
          </p:txBody>
        </p:sp>
        <p:sp>
          <p:nvSpPr>
            <p:cNvPr id="13050" name="Google Shape;13050;p78"/>
            <p:cNvSpPr txBox="1"/>
            <p:nvPr/>
          </p:nvSpPr>
          <p:spPr>
            <a:xfrm flipH="1">
              <a:off x="5562148"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GB" sz="400">
                  <a:solidFill>
                    <a:srgbClr val="FFFFFF"/>
                  </a:solidFill>
                </a:rPr>
                <a:t>JUNE</a:t>
              </a:r>
              <a:endParaRPr sz="400">
                <a:solidFill>
                  <a:srgbClr val="FFFFFF"/>
                </a:solidFill>
              </a:endParaRPr>
            </a:p>
          </p:txBody>
        </p:sp>
        <p:sp>
          <p:nvSpPr>
            <p:cNvPr id="13051" name="Google Shape;13051;p78"/>
            <p:cNvSpPr txBox="1"/>
            <p:nvPr/>
          </p:nvSpPr>
          <p:spPr>
            <a:xfrm flipH="1">
              <a:off x="3349576" y="137246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GB" sz="400">
                  <a:solidFill>
                    <a:srgbClr val="FFFFFF"/>
                  </a:solidFill>
                </a:rPr>
                <a:t>PHASE 1</a:t>
              </a:r>
              <a:endParaRPr sz="400">
                <a:solidFill>
                  <a:srgbClr val="FFFFFF"/>
                </a:solidFill>
              </a:endParaRPr>
            </a:p>
          </p:txBody>
        </p:sp>
        <p:sp>
          <p:nvSpPr>
            <p:cNvPr id="13052" name="Google Shape;13052;p78"/>
            <p:cNvSpPr txBox="1"/>
            <p:nvPr/>
          </p:nvSpPr>
          <p:spPr>
            <a:xfrm flipH="1">
              <a:off x="3349579" y="189551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GB" sz="400">
                  <a:solidFill>
                    <a:srgbClr val="FFFFFF"/>
                  </a:solidFill>
                </a:rPr>
                <a:t>PHASE 2</a:t>
              </a:r>
              <a:endParaRPr sz="400">
                <a:solidFill>
                  <a:srgbClr val="FFFFFF"/>
                </a:solidFill>
              </a:endParaRPr>
            </a:p>
          </p:txBody>
        </p:sp>
        <p:sp>
          <p:nvSpPr>
            <p:cNvPr id="13053" name="Google Shape;13053;p78"/>
            <p:cNvSpPr txBox="1"/>
            <p:nvPr/>
          </p:nvSpPr>
          <p:spPr>
            <a:xfrm flipH="1">
              <a:off x="3355878" y="1543623"/>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GB" sz="400">
                  <a:solidFill>
                    <a:srgbClr val="FFFFFF"/>
                  </a:solidFill>
                </a:rPr>
                <a:t>Task 1</a:t>
              </a:r>
              <a:endParaRPr sz="400">
                <a:solidFill>
                  <a:srgbClr val="FFFFFF"/>
                </a:solidFill>
              </a:endParaRPr>
            </a:p>
          </p:txBody>
        </p:sp>
        <p:sp>
          <p:nvSpPr>
            <p:cNvPr id="13054" name="Google Shape;13054;p78"/>
            <p:cNvSpPr txBox="1"/>
            <p:nvPr/>
          </p:nvSpPr>
          <p:spPr>
            <a:xfrm flipH="1">
              <a:off x="3355878" y="1720328"/>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GB" sz="400">
                  <a:solidFill>
                    <a:srgbClr val="FFFFFF"/>
                  </a:solidFill>
                </a:rPr>
                <a:t>Task 2</a:t>
              </a:r>
              <a:endParaRPr sz="400">
                <a:solidFill>
                  <a:srgbClr val="FFFFFF"/>
                </a:solidFill>
              </a:endParaRPr>
            </a:p>
          </p:txBody>
        </p:sp>
        <p:sp>
          <p:nvSpPr>
            <p:cNvPr id="13055" name="Google Shape;13055;p78"/>
            <p:cNvSpPr txBox="1"/>
            <p:nvPr/>
          </p:nvSpPr>
          <p:spPr>
            <a:xfrm flipH="1">
              <a:off x="3355878" y="2072220"/>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GB" sz="400">
                  <a:solidFill>
                    <a:srgbClr val="FFFFFF"/>
                  </a:solidFill>
                </a:rPr>
                <a:t>Task 1</a:t>
              </a:r>
              <a:endParaRPr sz="400">
                <a:solidFill>
                  <a:srgbClr val="FFFFFF"/>
                </a:solidFill>
              </a:endParaRPr>
            </a:p>
          </p:txBody>
        </p:sp>
        <p:sp>
          <p:nvSpPr>
            <p:cNvPr id="13056" name="Google Shape;13056;p78"/>
            <p:cNvSpPr txBox="1"/>
            <p:nvPr/>
          </p:nvSpPr>
          <p:spPr>
            <a:xfrm flipH="1">
              <a:off x="3355889" y="2248920"/>
              <a:ext cx="256200" cy="684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GB" sz="400">
                  <a:solidFill>
                    <a:srgbClr val="FFFFFF"/>
                  </a:solidFill>
                </a:rPr>
                <a:t>Task 2</a:t>
              </a:r>
              <a:endParaRPr sz="400">
                <a:solidFill>
                  <a:srgbClr val="FFFFFF"/>
                </a:solidFill>
              </a:endParaRPr>
            </a:p>
          </p:txBody>
        </p:sp>
        <p:grpSp>
          <p:nvGrpSpPr>
            <p:cNvPr id="13057" name="Google Shape;13057;p78"/>
            <p:cNvGrpSpPr/>
            <p:nvPr/>
          </p:nvGrpSpPr>
          <p:grpSpPr>
            <a:xfrm>
              <a:off x="3748438" y="1378608"/>
              <a:ext cx="2159202" cy="903971"/>
              <a:chOff x="1683525" y="2179850"/>
              <a:chExt cx="4519050" cy="2134525"/>
            </a:xfrm>
          </p:grpSpPr>
          <p:sp>
            <p:nvSpPr>
              <p:cNvPr id="13058" name="Google Shape;13058;p78"/>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13059" name="Google Shape;13059;p78"/>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13060" name="Google Shape;13060;p78"/>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13061" name="Google Shape;13061;p78"/>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13062" name="Google Shape;13062;p78"/>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13063" name="Google Shape;13063;p78"/>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13064" name="Google Shape;13064;p78"/>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13065" name="Google Shape;13065;p78"/>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13066" name="Google Shape;13066;p78"/>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13067" name="Google Shape;13067;p78"/>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13068" name="Google Shape;13068;p78"/>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13069" name="Google Shape;13069;p78"/>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grpSp>
      </p:gr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3073" name="Shape 13073"/>
        <p:cNvGrpSpPr/>
        <p:nvPr/>
      </p:nvGrpSpPr>
      <p:grpSpPr>
        <a:xfrm>
          <a:off x="0" y="0"/>
          <a:ext cx="0" cy="0"/>
          <a:chOff x="0" y="0"/>
          <a:chExt cx="0" cy="0"/>
        </a:xfrm>
      </p:grpSpPr>
      <p:grpSp>
        <p:nvGrpSpPr>
          <p:cNvPr id="13074" name="Google Shape;13074;p79"/>
          <p:cNvGrpSpPr/>
          <p:nvPr/>
        </p:nvGrpSpPr>
        <p:grpSpPr>
          <a:xfrm>
            <a:off x="4796690" y="970938"/>
            <a:ext cx="745431" cy="718863"/>
            <a:chOff x="4249973" y="1201875"/>
            <a:chExt cx="1958568" cy="1888762"/>
          </a:xfrm>
        </p:grpSpPr>
        <p:sp>
          <p:nvSpPr>
            <p:cNvPr id="13075" name="Google Shape;13075;p79"/>
            <p:cNvSpPr/>
            <p:nvPr/>
          </p:nvSpPr>
          <p:spPr>
            <a:xfrm>
              <a:off x="4468527" y="1411932"/>
              <a:ext cx="1528500" cy="1452600"/>
            </a:xfrm>
            <a:prstGeom prst="pentagon">
              <a:avLst>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3076" name="Google Shape;13076;p79"/>
            <p:cNvGrpSpPr/>
            <p:nvPr/>
          </p:nvGrpSpPr>
          <p:grpSpPr>
            <a:xfrm>
              <a:off x="5853086" y="1789142"/>
              <a:ext cx="355454" cy="1048099"/>
              <a:chOff x="5576108" y="2016725"/>
              <a:chExt cx="565200" cy="1666560"/>
            </a:xfrm>
          </p:grpSpPr>
          <p:sp>
            <p:nvSpPr>
              <p:cNvPr id="13077" name="Google Shape;13077;p79"/>
              <p:cNvSpPr/>
              <p:nvPr/>
            </p:nvSpPr>
            <p:spPr>
              <a:xfrm>
                <a:off x="5576108"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panose="02000000000000000000"/>
                  <a:ea typeface="Roboto Medium" panose="02000000000000000000"/>
                  <a:cs typeface="Roboto Medium" panose="02000000000000000000"/>
                  <a:sym typeface="Roboto Medium" panose="02000000000000000000"/>
                </a:endParaRPr>
              </a:p>
            </p:txBody>
          </p:sp>
          <p:sp>
            <p:nvSpPr>
              <p:cNvPr id="13078" name="Google Shape;13078;p79"/>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3079" name="Google Shape;13079;p79"/>
            <p:cNvGrpSpPr/>
            <p:nvPr/>
          </p:nvGrpSpPr>
          <p:grpSpPr>
            <a:xfrm>
              <a:off x="4869455" y="2691676"/>
              <a:ext cx="1013897" cy="398961"/>
              <a:chOff x="4012057" y="3451825"/>
              <a:chExt cx="1612175" cy="634379"/>
            </a:xfrm>
          </p:grpSpPr>
          <p:sp>
            <p:nvSpPr>
              <p:cNvPr id="13080" name="Google Shape;13080;p79"/>
              <p:cNvSpPr/>
              <p:nvPr/>
            </p:nvSpPr>
            <p:spPr>
              <a:xfrm>
                <a:off x="505903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panose="02000000000000000000"/>
                  <a:ea typeface="Roboto Medium" panose="02000000000000000000"/>
                  <a:cs typeface="Roboto Medium" panose="02000000000000000000"/>
                  <a:sym typeface="Roboto Medium" panose="02000000000000000000"/>
                </a:endParaRPr>
              </a:p>
            </p:txBody>
          </p:sp>
          <p:sp>
            <p:nvSpPr>
              <p:cNvPr id="13081" name="Google Shape;13081;p79"/>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3082" name="Google Shape;13082;p79"/>
            <p:cNvGrpSpPr/>
            <p:nvPr/>
          </p:nvGrpSpPr>
          <p:grpSpPr>
            <a:xfrm>
              <a:off x="4276937" y="2155961"/>
              <a:ext cx="651965" cy="891358"/>
              <a:chOff x="3069908" y="2599997"/>
              <a:chExt cx="1036675" cy="1417328"/>
            </a:xfrm>
          </p:grpSpPr>
          <p:sp>
            <p:nvSpPr>
              <p:cNvPr id="13083" name="Google Shape;13083;p79"/>
              <p:cNvSpPr/>
              <p:nvPr/>
            </p:nvSpPr>
            <p:spPr>
              <a:xfrm>
                <a:off x="354138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panose="02000000000000000000"/>
                  <a:ea typeface="Roboto Medium" panose="02000000000000000000"/>
                  <a:cs typeface="Roboto Medium" panose="02000000000000000000"/>
                  <a:sym typeface="Roboto Medium" panose="02000000000000000000"/>
                </a:endParaRPr>
              </a:p>
            </p:txBody>
          </p:sp>
          <p:sp>
            <p:nvSpPr>
              <p:cNvPr id="13084" name="Google Shape;13084;p79"/>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3085" name="Google Shape;13085;p79"/>
            <p:cNvGrpSpPr/>
            <p:nvPr/>
          </p:nvGrpSpPr>
          <p:grpSpPr>
            <a:xfrm>
              <a:off x="5054918" y="1201875"/>
              <a:ext cx="999548" cy="602711"/>
              <a:chOff x="4306958" y="1082925"/>
              <a:chExt cx="1589359" cy="958358"/>
            </a:xfrm>
          </p:grpSpPr>
          <p:sp>
            <p:nvSpPr>
              <p:cNvPr id="13086" name="Google Shape;13086;p79"/>
              <p:cNvSpPr/>
              <p:nvPr/>
            </p:nvSpPr>
            <p:spPr>
              <a:xfrm>
                <a:off x="4306958" y="10829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panose="02000000000000000000"/>
                  <a:ea typeface="Roboto Medium" panose="02000000000000000000"/>
                  <a:cs typeface="Roboto Medium" panose="02000000000000000000"/>
                  <a:sym typeface="Roboto Medium" panose="02000000000000000000"/>
                </a:endParaRPr>
              </a:p>
            </p:txBody>
          </p:sp>
          <p:sp>
            <p:nvSpPr>
              <p:cNvPr id="13087" name="Google Shape;13087;p79"/>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3088" name="Google Shape;13088;p79"/>
            <p:cNvGrpSpPr/>
            <p:nvPr/>
          </p:nvGrpSpPr>
          <p:grpSpPr>
            <a:xfrm>
              <a:off x="4249973" y="1303451"/>
              <a:ext cx="799317" cy="841334"/>
              <a:chOff x="3027033" y="1244439"/>
              <a:chExt cx="1270977" cy="1337786"/>
            </a:xfrm>
          </p:grpSpPr>
          <p:sp>
            <p:nvSpPr>
              <p:cNvPr id="13089" name="Google Shape;13089;p79"/>
              <p:cNvSpPr/>
              <p:nvPr/>
            </p:nvSpPr>
            <p:spPr>
              <a:xfrm>
                <a:off x="3027033"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panose="02000000000000000000"/>
                  <a:ea typeface="Roboto Medium" panose="02000000000000000000"/>
                  <a:cs typeface="Roboto Medium" panose="02000000000000000000"/>
                  <a:sym typeface="Roboto Medium" panose="02000000000000000000"/>
                </a:endParaRPr>
              </a:p>
            </p:txBody>
          </p:sp>
          <p:sp>
            <p:nvSpPr>
              <p:cNvPr id="13090" name="Google Shape;13090;p79"/>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13091" name="Google Shape;13091;p79"/>
          <p:cNvGrpSpPr/>
          <p:nvPr/>
        </p:nvGrpSpPr>
        <p:grpSpPr>
          <a:xfrm>
            <a:off x="713063" y="1849388"/>
            <a:ext cx="761767" cy="729896"/>
            <a:chOff x="2657744" y="2337745"/>
            <a:chExt cx="832987" cy="798137"/>
          </a:xfrm>
        </p:grpSpPr>
        <p:sp>
          <p:nvSpPr>
            <p:cNvPr id="13092" name="Google Shape;13092;p79"/>
            <p:cNvSpPr/>
            <p:nvPr/>
          </p:nvSpPr>
          <p:spPr>
            <a:xfrm>
              <a:off x="2812050" y="233774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093" name="Google Shape;13093;p79"/>
            <p:cNvSpPr/>
            <p:nvPr/>
          </p:nvSpPr>
          <p:spPr>
            <a:xfrm>
              <a:off x="3113181"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094" name="Google Shape;13094;p79"/>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095" name="Google Shape;13095;p79"/>
            <p:cNvSpPr/>
            <p:nvPr/>
          </p:nvSpPr>
          <p:spPr>
            <a:xfrm>
              <a:off x="2657744" y="2659457"/>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096" name="Google Shape;13096;p79"/>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097" name="Google Shape;13097;p79"/>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3098" name="Google Shape;13098;p79"/>
          <p:cNvGrpSpPr/>
          <p:nvPr/>
        </p:nvGrpSpPr>
        <p:grpSpPr>
          <a:xfrm>
            <a:off x="3224027" y="1852594"/>
            <a:ext cx="685569" cy="723586"/>
            <a:chOff x="3398134" y="2057755"/>
            <a:chExt cx="704087" cy="743130"/>
          </a:xfrm>
        </p:grpSpPr>
        <p:grpSp>
          <p:nvGrpSpPr>
            <p:cNvPr id="13099" name="Google Shape;13099;p79"/>
            <p:cNvGrpSpPr/>
            <p:nvPr/>
          </p:nvGrpSpPr>
          <p:grpSpPr>
            <a:xfrm>
              <a:off x="3398134" y="2290183"/>
              <a:ext cx="315300" cy="219900"/>
              <a:chOff x="3398134" y="2290183"/>
              <a:chExt cx="315300" cy="219900"/>
            </a:xfrm>
          </p:grpSpPr>
          <p:sp>
            <p:nvSpPr>
              <p:cNvPr id="13100" name="Google Shape;13100;p79"/>
              <p:cNvSpPr/>
              <p:nvPr/>
            </p:nvSpPr>
            <p:spPr>
              <a:xfrm>
                <a:off x="3493534" y="2290183"/>
                <a:ext cx="219900" cy="2199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panose="020F0502020204030204"/>
                  <a:ea typeface="Calibri" panose="020F0502020204030204"/>
                  <a:cs typeface="Calibri" panose="020F0502020204030204"/>
                  <a:sym typeface="Calibri" panose="020F0502020204030204"/>
                </a:endParaRPr>
              </a:p>
            </p:txBody>
          </p:sp>
          <p:cxnSp>
            <p:nvCxnSpPr>
              <p:cNvPr id="13101" name="Google Shape;13101;p79"/>
              <p:cNvCxnSpPr>
                <a:stCxn id="13100" idx="2"/>
              </p:cNvCxnSpPr>
              <p:nvPr/>
            </p:nvCxnSpPr>
            <p:spPr>
              <a:xfrm rot="10800000">
                <a:off x="3398134" y="2400133"/>
                <a:ext cx="95400" cy="0"/>
              </a:xfrm>
              <a:prstGeom prst="straightConnector1">
                <a:avLst/>
              </a:prstGeom>
              <a:noFill/>
              <a:ln w="9525" cap="flat" cmpd="sng">
                <a:solidFill>
                  <a:srgbClr val="435D74"/>
                </a:solidFill>
                <a:prstDash val="solid"/>
                <a:round/>
                <a:headEnd type="none" w="med" len="med"/>
                <a:tailEnd type="none" w="med" len="med"/>
              </a:ln>
            </p:spPr>
          </p:cxnSp>
        </p:grpSp>
        <p:grpSp>
          <p:nvGrpSpPr>
            <p:cNvPr id="13102" name="Google Shape;13102;p79"/>
            <p:cNvGrpSpPr/>
            <p:nvPr/>
          </p:nvGrpSpPr>
          <p:grpSpPr>
            <a:xfrm>
              <a:off x="3547823" y="2467358"/>
              <a:ext cx="219900" cy="333527"/>
              <a:chOff x="3547823" y="2467358"/>
              <a:chExt cx="219900" cy="333527"/>
            </a:xfrm>
          </p:grpSpPr>
          <p:sp>
            <p:nvSpPr>
              <p:cNvPr id="13103" name="Google Shape;13103;p79"/>
              <p:cNvSpPr/>
              <p:nvPr/>
            </p:nvSpPr>
            <p:spPr>
              <a:xfrm>
                <a:off x="3547823" y="2467358"/>
                <a:ext cx="219900" cy="219900"/>
              </a:xfrm>
              <a:prstGeom prst="ellipse">
                <a:avLst/>
              </a:prstGeom>
              <a:noFill/>
              <a:ln w="9525" cap="flat" cmpd="sng">
                <a:solidFill>
                  <a:srgbClr val="5F7D95"/>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panose="020F0502020204030204"/>
                  <a:ea typeface="Calibri" panose="020F0502020204030204"/>
                  <a:cs typeface="Calibri" panose="020F0502020204030204"/>
                  <a:sym typeface="Calibri" panose="020F0502020204030204"/>
                </a:endParaRPr>
              </a:p>
            </p:txBody>
          </p:sp>
          <p:cxnSp>
            <p:nvCxnSpPr>
              <p:cNvPr id="13104" name="Google Shape;13104;p79"/>
              <p:cNvCxnSpPr/>
              <p:nvPr/>
            </p:nvCxnSpPr>
            <p:spPr>
              <a:xfrm rot="10800000">
                <a:off x="3657701" y="2687185"/>
                <a:ext cx="0" cy="113700"/>
              </a:xfrm>
              <a:prstGeom prst="straightConnector1">
                <a:avLst/>
              </a:prstGeom>
              <a:noFill/>
              <a:ln w="9525" cap="flat" cmpd="sng">
                <a:solidFill>
                  <a:srgbClr val="5F7D95"/>
                </a:solidFill>
                <a:prstDash val="solid"/>
                <a:round/>
                <a:headEnd type="none" w="med" len="med"/>
                <a:tailEnd type="none" w="med" len="med"/>
              </a:ln>
            </p:spPr>
          </p:cxnSp>
        </p:grpSp>
        <p:grpSp>
          <p:nvGrpSpPr>
            <p:cNvPr id="13105" name="Google Shape;13105;p79"/>
            <p:cNvGrpSpPr/>
            <p:nvPr/>
          </p:nvGrpSpPr>
          <p:grpSpPr>
            <a:xfrm>
              <a:off x="3734138" y="2467358"/>
              <a:ext cx="219900" cy="333527"/>
              <a:chOff x="3734138" y="2467358"/>
              <a:chExt cx="219900" cy="333527"/>
            </a:xfrm>
          </p:grpSpPr>
          <p:sp>
            <p:nvSpPr>
              <p:cNvPr id="13106" name="Google Shape;13106;p79"/>
              <p:cNvSpPr/>
              <p:nvPr/>
            </p:nvSpPr>
            <p:spPr>
              <a:xfrm>
                <a:off x="3734138" y="2467358"/>
                <a:ext cx="219900" cy="219900"/>
              </a:xfrm>
              <a:prstGeom prst="ellipse">
                <a:avLst/>
              </a:prstGeom>
              <a:noFill/>
              <a:ln w="9525" cap="flat" cmpd="sng">
                <a:solidFill>
                  <a:srgbClr val="869FB2"/>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panose="020F0502020204030204"/>
                  <a:ea typeface="Calibri" panose="020F0502020204030204"/>
                  <a:cs typeface="Calibri" panose="020F0502020204030204"/>
                  <a:sym typeface="Calibri" panose="020F0502020204030204"/>
                </a:endParaRPr>
              </a:p>
            </p:txBody>
          </p:sp>
          <p:cxnSp>
            <p:nvCxnSpPr>
              <p:cNvPr id="13107" name="Google Shape;13107;p79"/>
              <p:cNvCxnSpPr/>
              <p:nvPr/>
            </p:nvCxnSpPr>
            <p:spPr>
              <a:xfrm rot="10800000">
                <a:off x="3844020" y="2687185"/>
                <a:ext cx="0" cy="113700"/>
              </a:xfrm>
              <a:prstGeom prst="straightConnector1">
                <a:avLst/>
              </a:prstGeom>
              <a:noFill/>
              <a:ln w="9525" cap="flat" cmpd="sng">
                <a:solidFill>
                  <a:srgbClr val="869FB2"/>
                </a:solidFill>
                <a:prstDash val="solid"/>
                <a:round/>
                <a:headEnd type="none" w="med" len="med"/>
                <a:tailEnd type="none" w="med" len="med"/>
              </a:ln>
            </p:spPr>
          </p:cxnSp>
        </p:grpSp>
        <p:grpSp>
          <p:nvGrpSpPr>
            <p:cNvPr id="13108" name="Google Shape;13108;p79"/>
            <p:cNvGrpSpPr/>
            <p:nvPr/>
          </p:nvGrpSpPr>
          <p:grpSpPr>
            <a:xfrm>
              <a:off x="3787560" y="2288011"/>
              <a:ext cx="314661" cy="219900"/>
              <a:chOff x="3787560" y="2288011"/>
              <a:chExt cx="314661" cy="219900"/>
            </a:xfrm>
          </p:grpSpPr>
          <p:sp>
            <p:nvSpPr>
              <p:cNvPr id="13109" name="Google Shape;13109;p79"/>
              <p:cNvSpPr/>
              <p:nvPr/>
            </p:nvSpPr>
            <p:spPr>
              <a:xfrm>
                <a:off x="3787560" y="2288011"/>
                <a:ext cx="219900" cy="219900"/>
              </a:xfrm>
              <a:prstGeom prst="ellipse">
                <a:avLst/>
              </a:prstGeom>
              <a:noFill/>
              <a:ln w="9525" cap="flat" cmpd="sng">
                <a:solidFill>
                  <a:srgbClr val="A5B7C6"/>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panose="020F0502020204030204"/>
                  <a:ea typeface="Calibri" panose="020F0502020204030204"/>
                  <a:cs typeface="Calibri" panose="020F0502020204030204"/>
                  <a:sym typeface="Calibri" panose="020F0502020204030204"/>
                </a:endParaRPr>
              </a:p>
            </p:txBody>
          </p:sp>
          <p:cxnSp>
            <p:nvCxnSpPr>
              <p:cNvPr id="13110" name="Google Shape;13110;p79"/>
              <p:cNvCxnSpPr/>
              <p:nvPr/>
            </p:nvCxnSpPr>
            <p:spPr>
              <a:xfrm rot="10800000">
                <a:off x="4007421" y="2400064"/>
                <a:ext cx="94800" cy="0"/>
              </a:xfrm>
              <a:prstGeom prst="straightConnector1">
                <a:avLst/>
              </a:prstGeom>
              <a:noFill/>
              <a:ln w="9525" cap="flat" cmpd="sng">
                <a:solidFill>
                  <a:srgbClr val="A5B7C6"/>
                </a:solidFill>
                <a:prstDash val="solid"/>
                <a:round/>
                <a:headEnd type="none" w="med" len="med"/>
                <a:tailEnd type="none" w="med" len="med"/>
              </a:ln>
            </p:spPr>
          </p:cxnSp>
        </p:grpSp>
        <p:grpSp>
          <p:nvGrpSpPr>
            <p:cNvPr id="13111" name="Google Shape;13111;p79"/>
            <p:cNvGrpSpPr/>
            <p:nvPr/>
          </p:nvGrpSpPr>
          <p:grpSpPr>
            <a:xfrm>
              <a:off x="3637290" y="2057755"/>
              <a:ext cx="219900" cy="335499"/>
              <a:chOff x="3637290" y="2057755"/>
              <a:chExt cx="219900" cy="335499"/>
            </a:xfrm>
          </p:grpSpPr>
          <p:sp>
            <p:nvSpPr>
              <p:cNvPr id="13112" name="Google Shape;13112;p79"/>
              <p:cNvSpPr/>
              <p:nvPr/>
            </p:nvSpPr>
            <p:spPr>
              <a:xfrm>
                <a:off x="3637290" y="2173354"/>
                <a:ext cx="219900" cy="219900"/>
              </a:xfrm>
              <a:prstGeom prst="ellipse">
                <a:avLst/>
              </a:prstGeom>
              <a:noFill/>
              <a:ln w="9525" cap="flat" cmpd="sng">
                <a:solidFill>
                  <a:srgbClr val="BAC8D3"/>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panose="020F0502020204030204"/>
                  <a:ea typeface="Calibri" panose="020F0502020204030204"/>
                  <a:cs typeface="Calibri" panose="020F0502020204030204"/>
                  <a:sym typeface="Calibri" panose="020F0502020204030204"/>
                </a:endParaRPr>
              </a:p>
            </p:txBody>
          </p:sp>
          <p:cxnSp>
            <p:nvCxnSpPr>
              <p:cNvPr id="13113" name="Google Shape;13113;p79"/>
              <p:cNvCxnSpPr/>
              <p:nvPr/>
            </p:nvCxnSpPr>
            <p:spPr>
              <a:xfrm rot="10800000">
                <a:off x="3747169" y="2057755"/>
                <a:ext cx="0" cy="113700"/>
              </a:xfrm>
              <a:prstGeom prst="straightConnector1">
                <a:avLst/>
              </a:prstGeom>
              <a:noFill/>
              <a:ln w="9525" cap="flat" cmpd="sng">
                <a:solidFill>
                  <a:srgbClr val="BAC8D3"/>
                </a:solidFill>
                <a:prstDash val="solid"/>
                <a:round/>
                <a:headEnd type="none" w="med" len="med"/>
                <a:tailEnd type="none" w="med" len="med"/>
              </a:ln>
            </p:spPr>
          </p:cxnSp>
        </p:grpSp>
      </p:grpSp>
      <p:grpSp>
        <p:nvGrpSpPr>
          <p:cNvPr id="13114" name="Google Shape;13114;p79"/>
          <p:cNvGrpSpPr/>
          <p:nvPr/>
        </p:nvGrpSpPr>
        <p:grpSpPr>
          <a:xfrm>
            <a:off x="4899249" y="1859290"/>
            <a:ext cx="710153" cy="710153"/>
            <a:chOff x="5007123" y="2079403"/>
            <a:chExt cx="687600" cy="687600"/>
          </a:xfrm>
        </p:grpSpPr>
        <p:sp>
          <p:nvSpPr>
            <p:cNvPr id="13115" name="Google Shape;13115;p79"/>
            <p:cNvSpPr/>
            <p:nvPr/>
          </p:nvSpPr>
          <p:spPr>
            <a:xfrm>
              <a:off x="5007123" y="2079403"/>
              <a:ext cx="687600" cy="6876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116" name="Google Shape;13116;p79"/>
            <p:cNvSpPr/>
            <p:nvPr/>
          </p:nvSpPr>
          <p:spPr>
            <a:xfrm>
              <a:off x="5069448" y="2141702"/>
              <a:ext cx="563100" cy="5628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117" name="Google Shape;13117;p79"/>
            <p:cNvSpPr/>
            <p:nvPr/>
          </p:nvSpPr>
          <p:spPr>
            <a:xfrm>
              <a:off x="5146403" y="2218605"/>
              <a:ext cx="409200" cy="4092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118" name="Google Shape;13118;p79"/>
            <p:cNvSpPr/>
            <p:nvPr/>
          </p:nvSpPr>
          <p:spPr>
            <a:xfrm>
              <a:off x="5221891" y="2294066"/>
              <a:ext cx="258300" cy="258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3119" name="Google Shape;13119;p79"/>
          <p:cNvGrpSpPr/>
          <p:nvPr/>
        </p:nvGrpSpPr>
        <p:grpSpPr>
          <a:xfrm>
            <a:off x="5708687" y="1853796"/>
            <a:ext cx="720998" cy="721183"/>
            <a:chOff x="5797446" y="2063053"/>
            <a:chExt cx="698100" cy="698280"/>
          </a:xfrm>
        </p:grpSpPr>
        <p:sp>
          <p:nvSpPr>
            <p:cNvPr id="13120" name="Google Shape;13120;p79"/>
            <p:cNvSpPr/>
            <p:nvPr/>
          </p:nvSpPr>
          <p:spPr>
            <a:xfrm>
              <a:off x="5797446" y="2063053"/>
              <a:ext cx="698100" cy="6981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121" name="Google Shape;13121;p79"/>
            <p:cNvSpPr/>
            <p:nvPr/>
          </p:nvSpPr>
          <p:spPr>
            <a:xfrm>
              <a:off x="5872067" y="2212295"/>
              <a:ext cx="549000" cy="5490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122" name="Google Shape;13122;p79"/>
            <p:cNvSpPr/>
            <p:nvPr/>
          </p:nvSpPr>
          <p:spPr>
            <a:xfrm>
              <a:off x="5921353" y="2310867"/>
              <a:ext cx="450300" cy="4503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123" name="Google Shape;13123;p79"/>
            <p:cNvSpPr/>
            <p:nvPr/>
          </p:nvSpPr>
          <p:spPr>
            <a:xfrm>
              <a:off x="5967936" y="2404033"/>
              <a:ext cx="357300" cy="357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3124" name="Google Shape;13124;p79"/>
          <p:cNvGrpSpPr/>
          <p:nvPr/>
        </p:nvGrpSpPr>
        <p:grpSpPr>
          <a:xfrm>
            <a:off x="8153834" y="3499401"/>
            <a:ext cx="280585" cy="673164"/>
            <a:chOff x="8075075" y="3754290"/>
            <a:chExt cx="255612" cy="613194"/>
          </a:xfrm>
        </p:grpSpPr>
        <p:grpSp>
          <p:nvGrpSpPr>
            <p:cNvPr id="13125" name="Google Shape;13125;p79"/>
            <p:cNvGrpSpPr/>
            <p:nvPr/>
          </p:nvGrpSpPr>
          <p:grpSpPr>
            <a:xfrm>
              <a:off x="8075075" y="3754290"/>
              <a:ext cx="255612" cy="613194"/>
              <a:chOff x="8075075" y="3754290"/>
              <a:chExt cx="255612" cy="613194"/>
            </a:xfrm>
          </p:grpSpPr>
          <p:sp>
            <p:nvSpPr>
              <p:cNvPr id="13126" name="Google Shape;13126;p79"/>
              <p:cNvSpPr/>
              <p:nvPr/>
            </p:nvSpPr>
            <p:spPr>
              <a:xfrm>
                <a:off x="8075075" y="4252967"/>
                <a:ext cx="255612" cy="114517"/>
              </a:xfrm>
              <a:custGeom>
                <a:avLst/>
                <a:gdLst/>
                <a:ahLst/>
                <a:cxnLst/>
                <a:rect l="l" t="t" r="r" b="b"/>
                <a:pathLst>
                  <a:path w="16734" h="7497" extrusionOk="0">
                    <a:moveTo>
                      <a:pt x="1" y="1"/>
                    </a:moveTo>
                    <a:lnTo>
                      <a:pt x="8369" y="7496"/>
                    </a:lnTo>
                    <a:lnTo>
                      <a:pt x="1673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127" name="Google Shape;13127;p79"/>
              <p:cNvSpPr/>
              <p:nvPr/>
            </p:nvSpPr>
            <p:spPr>
              <a:xfrm>
                <a:off x="8075075" y="3754290"/>
                <a:ext cx="255612" cy="498713"/>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3128" name="Google Shape;13128;p79"/>
            <p:cNvSpPr/>
            <p:nvPr/>
          </p:nvSpPr>
          <p:spPr>
            <a:xfrm>
              <a:off x="8107762" y="3782257"/>
              <a:ext cx="190281" cy="19028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3129" name="Google Shape;13129;p79"/>
          <p:cNvGrpSpPr/>
          <p:nvPr/>
        </p:nvGrpSpPr>
        <p:grpSpPr>
          <a:xfrm>
            <a:off x="5270892" y="3488198"/>
            <a:ext cx="470352" cy="683745"/>
            <a:chOff x="1697726" y="3244179"/>
            <a:chExt cx="788124" cy="1146069"/>
          </a:xfrm>
        </p:grpSpPr>
        <p:sp>
          <p:nvSpPr>
            <p:cNvPr id="13130" name="Google Shape;13130;p79"/>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131" name="Google Shape;13131;p79"/>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3132" name="Google Shape;13132;p79"/>
          <p:cNvSpPr/>
          <p:nvPr/>
        </p:nvSpPr>
        <p:spPr>
          <a:xfrm>
            <a:off x="8128357" y="3402200"/>
            <a:ext cx="204" cy="4"/>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3133" name="Google Shape;13133;p79"/>
          <p:cNvGrpSpPr/>
          <p:nvPr/>
        </p:nvGrpSpPr>
        <p:grpSpPr>
          <a:xfrm>
            <a:off x="5892043" y="3499400"/>
            <a:ext cx="293891" cy="293845"/>
            <a:chOff x="6134814" y="3754290"/>
            <a:chExt cx="293891" cy="293845"/>
          </a:xfrm>
        </p:grpSpPr>
        <p:sp>
          <p:nvSpPr>
            <p:cNvPr id="13134" name="Google Shape;13134;p79"/>
            <p:cNvSpPr/>
            <p:nvPr/>
          </p:nvSpPr>
          <p:spPr>
            <a:xfrm>
              <a:off x="6134814" y="3754290"/>
              <a:ext cx="293891" cy="293845"/>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135" name="Google Shape;13135;p79"/>
            <p:cNvSpPr/>
            <p:nvPr/>
          </p:nvSpPr>
          <p:spPr>
            <a:xfrm>
              <a:off x="6147232" y="3764860"/>
              <a:ext cx="118946" cy="107337"/>
            </a:xfrm>
            <a:custGeom>
              <a:avLst/>
              <a:gdLst/>
              <a:ahLst/>
              <a:cxnLst/>
              <a:rect l="l" t="t" r="r" b="b"/>
              <a:pathLst>
                <a:path w="7787" h="7027" extrusionOk="0">
                  <a:moveTo>
                    <a:pt x="0" y="1"/>
                  </a:moveTo>
                  <a:lnTo>
                    <a:pt x="0" y="7026"/>
                  </a:lnTo>
                  <a:lnTo>
                    <a:pt x="7787" y="1"/>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3136" name="Google Shape;13136;p79"/>
          <p:cNvGrpSpPr/>
          <p:nvPr/>
        </p:nvGrpSpPr>
        <p:grpSpPr>
          <a:xfrm>
            <a:off x="5892043" y="3878071"/>
            <a:ext cx="293891" cy="293891"/>
            <a:chOff x="6134814" y="4086186"/>
            <a:chExt cx="293891" cy="293891"/>
          </a:xfrm>
        </p:grpSpPr>
        <p:sp>
          <p:nvSpPr>
            <p:cNvPr id="13137" name="Google Shape;13137;p79"/>
            <p:cNvSpPr/>
            <p:nvPr/>
          </p:nvSpPr>
          <p:spPr>
            <a:xfrm>
              <a:off x="6134814" y="4086186"/>
              <a:ext cx="293891" cy="293891"/>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138" name="Google Shape;13138;p79"/>
            <p:cNvSpPr/>
            <p:nvPr/>
          </p:nvSpPr>
          <p:spPr>
            <a:xfrm>
              <a:off x="6147232" y="4096771"/>
              <a:ext cx="118946" cy="107322"/>
            </a:xfrm>
            <a:custGeom>
              <a:avLst/>
              <a:gdLst/>
              <a:ahLst/>
              <a:cxnLst/>
              <a:rect l="l" t="t" r="r" b="b"/>
              <a:pathLst>
                <a:path w="7787" h="7026" extrusionOk="0">
                  <a:moveTo>
                    <a:pt x="0" y="0"/>
                  </a:moveTo>
                  <a:lnTo>
                    <a:pt x="0" y="7026"/>
                  </a:lnTo>
                  <a:lnTo>
                    <a:pt x="7787" y="0"/>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3139" name="Google Shape;13139;p79"/>
          <p:cNvSpPr/>
          <p:nvPr/>
        </p:nvSpPr>
        <p:spPr>
          <a:xfrm>
            <a:off x="6930470" y="3498597"/>
            <a:ext cx="609693" cy="673150"/>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140" name="Google Shape;13140;p79"/>
          <p:cNvSpPr/>
          <p:nvPr/>
        </p:nvSpPr>
        <p:spPr>
          <a:xfrm rot="10800000">
            <a:off x="6336732" y="3496335"/>
            <a:ext cx="442939" cy="675638"/>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3141" name="Google Shape;13141;p79"/>
          <p:cNvGrpSpPr/>
          <p:nvPr/>
        </p:nvGrpSpPr>
        <p:grpSpPr>
          <a:xfrm>
            <a:off x="7817018" y="2706764"/>
            <a:ext cx="622883" cy="621944"/>
            <a:chOff x="1187048" y="238125"/>
            <a:chExt cx="5256397" cy="5248476"/>
          </a:xfrm>
        </p:grpSpPr>
        <p:sp>
          <p:nvSpPr>
            <p:cNvPr id="13142" name="Google Shape;13142;p79"/>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143" name="Google Shape;13143;p79"/>
            <p:cNvSpPr/>
            <p:nvPr/>
          </p:nvSpPr>
          <p:spPr>
            <a:xfrm>
              <a:off x="1187048" y="2289901"/>
              <a:ext cx="2628362"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144" name="Google Shape;13144;p79"/>
            <p:cNvSpPr/>
            <p:nvPr/>
          </p:nvSpPr>
          <p:spPr>
            <a:xfrm>
              <a:off x="3812708" y="244502"/>
              <a:ext cx="2628650" cy="3170611"/>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145" name="Google Shape;13145;p79"/>
            <p:cNvSpPr/>
            <p:nvPr/>
          </p:nvSpPr>
          <p:spPr>
            <a:xfrm>
              <a:off x="3244845"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3146" name="Google Shape;13146;p79"/>
          <p:cNvGrpSpPr/>
          <p:nvPr/>
        </p:nvGrpSpPr>
        <p:grpSpPr>
          <a:xfrm>
            <a:off x="2274123" y="2716372"/>
            <a:ext cx="1310987" cy="612407"/>
            <a:chOff x="238125" y="1188750"/>
            <a:chExt cx="7140450" cy="3335550"/>
          </a:xfrm>
        </p:grpSpPr>
        <p:sp>
          <p:nvSpPr>
            <p:cNvPr id="13147" name="Google Shape;13147;p79"/>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148" name="Google Shape;13148;p79"/>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149" name="Google Shape;13149;p79"/>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150" name="Google Shape;13150;p79"/>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151" name="Google Shape;13151;p79"/>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3152" name="Google Shape;13152;p79"/>
          <p:cNvGrpSpPr/>
          <p:nvPr/>
        </p:nvGrpSpPr>
        <p:grpSpPr>
          <a:xfrm>
            <a:off x="6599995" y="2706927"/>
            <a:ext cx="1110299" cy="621702"/>
            <a:chOff x="238125" y="1335475"/>
            <a:chExt cx="5418735" cy="3034175"/>
          </a:xfrm>
        </p:grpSpPr>
        <p:sp>
          <p:nvSpPr>
            <p:cNvPr id="13153" name="Google Shape;13153;p79"/>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154" name="Google Shape;13154;p79"/>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155" name="Google Shape;13155;p79"/>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3156" name="Google Shape;13156;p79"/>
          <p:cNvGrpSpPr/>
          <p:nvPr/>
        </p:nvGrpSpPr>
        <p:grpSpPr>
          <a:xfrm>
            <a:off x="5417655" y="2703824"/>
            <a:ext cx="1074451" cy="627181"/>
            <a:chOff x="5359127" y="2910889"/>
            <a:chExt cx="1097723" cy="640831"/>
          </a:xfrm>
        </p:grpSpPr>
        <p:grpSp>
          <p:nvGrpSpPr>
            <p:cNvPr id="13157" name="Google Shape;13157;p79"/>
            <p:cNvGrpSpPr/>
            <p:nvPr/>
          </p:nvGrpSpPr>
          <p:grpSpPr>
            <a:xfrm>
              <a:off x="5929791" y="3263088"/>
              <a:ext cx="527060" cy="287097"/>
              <a:chOff x="5929791" y="3263088"/>
              <a:chExt cx="527060" cy="287097"/>
            </a:xfrm>
          </p:grpSpPr>
          <p:sp>
            <p:nvSpPr>
              <p:cNvPr id="13158" name="Google Shape;13158;p79"/>
              <p:cNvSpPr/>
              <p:nvPr/>
            </p:nvSpPr>
            <p:spPr>
              <a:xfrm>
                <a:off x="5929791" y="3263088"/>
                <a:ext cx="328465" cy="284502"/>
              </a:xfrm>
              <a:custGeom>
                <a:avLst/>
                <a:gdLst/>
                <a:ahLst/>
                <a:cxnLst/>
                <a:rect l="l" t="t" r="r" b="b"/>
                <a:pathLst>
                  <a:path w="2576195" h="2231390" extrusionOk="0">
                    <a:moveTo>
                      <a:pt x="1288021" y="0"/>
                    </a:moveTo>
                    <a:lnTo>
                      <a:pt x="0" y="2230932"/>
                    </a:lnTo>
                    <a:lnTo>
                      <a:pt x="2576042" y="2230932"/>
                    </a:lnTo>
                    <a:lnTo>
                      <a:pt x="1288021" y="0"/>
                    </a:lnTo>
                    <a:close/>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3159" name="Google Shape;13159;p79"/>
              <p:cNvSpPr/>
              <p:nvPr/>
            </p:nvSpPr>
            <p:spPr>
              <a:xfrm>
                <a:off x="6247886" y="3331025"/>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3160" name="Google Shape;13160;p79"/>
            <p:cNvGrpSpPr/>
            <p:nvPr/>
          </p:nvGrpSpPr>
          <p:grpSpPr>
            <a:xfrm>
              <a:off x="5359127" y="3263089"/>
              <a:ext cx="526428" cy="288631"/>
              <a:chOff x="5359127" y="3263089"/>
              <a:chExt cx="526428" cy="288631"/>
            </a:xfrm>
          </p:grpSpPr>
          <p:sp>
            <p:nvSpPr>
              <p:cNvPr id="13161" name="Google Shape;13161;p79"/>
              <p:cNvSpPr/>
              <p:nvPr/>
            </p:nvSpPr>
            <p:spPr>
              <a:xfrm>
                <a:off x="5557090" y="3263089"/>
                <a:ext cx="328465" cy="284502"/>
              </a:xfrm>
              <a:custGeom>
                <a:avLst/>
                <a:gdLst/>
                <a:ahLst/>
                <a:cxnLst/>
                <a:rect l="l" t="t" r="r" b="b"/>
                <a:pathLst>
                  <a:path w="2576195" h="2231390" extrusionOk="0">
                    <a:moveTo>
                      <a:pt x="1288034" y="0"/>
                    </a:moveTo>
                    <a:lnTo>
                      <a:pt x="0" y="2230920"/>
                    </a:lnTo>
                    <a:lnTo>
                      <a:pt x="2576055" y="2230920"/>
                    </a:lnTo>
                    <a:lnTo>
                      <a:pt x="1288034" y="0"/>
                    </a:lnTo>
                    <a:close/>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3162" name="Google Shape;13162;p79"/>
              <p:cNvSpPr/>
              <p:nvPr/>
            </p:nvSpPr>
            <p:spPr>
              <a:xfrm flipH="1">
                <a:off x="5359127" y="3332559"/>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3163" name="Google Shape;13163;p79"/>
            <p:cNvGrpSpPr/>
            <p:nvPr/>
          </p:nvGrpSpPr>
          <p:grpSpPr>
            <a:xfrm>
              <a:off x="5551525" y="2910889"/>
              <a:ext cx="520901" cy="610283"/>
              <a:chOff x="5551525" y="2910889"/>
              <a:chExt cx="520901" cy="610283"/>
            </a:xfrm>
          </p:grpSpPr>
          <p:sp>
            <p:nvSpPr>
              <p:cNvPr id="13164" name="Google Shape;13164;p79"/>
              <p:cNvSpPr/>
              <p:nvPr/>
            </p:nvSpPr>
            <p:spPr>
              <a:xfrm>
                <a:off x="5743962" y="3236669"/>
                <a:ext cx="328465" cy="284502"/>
              </a:xfrm>
              <a:custGeom>
                <a:avLst/>
                <a:gdLst/>
                <a:ahLst/>
                <a:cxnLst/>
                <a:rect l="l" t="t" r="r" b="b"/>
                <a:pathLst>
                  <a:path w="2576195" h="2231390" extrusionOk="0">
                    <a:moveTo>
                      <a:pt x="2576042" y="0"/>
                    </a:moveTo>
                    <a:lnTo>
                      <a:pt x="0" y="0"/>
                    </a:lnTo>
                    <a:lnTo>
                      <a:pt x="1288021" y="2230920"/>
                    </a:lnTo>
                    <a:lnTo>
                      <a:pt x="2576042" y="0"/>
                    </a:lnTo>
                    <a:close/>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3165" name="Google Shape;13165;p79"/>
              <p:cNvSpPr/>
              <p:nvPr/>
            </p:nvSpPr>
            <p:spPr>
              <a:xfrm flipH="1">
                <a:off x="5551525" y="2910889"/>
                <a:ext cx="208964" cy="32874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3166" name="Google Shape;13166;p79"/>
            <p:cNvGrpSpPr/>
            <p:nvPr/>
          </p:nvGrpSpPr>
          <p:grpSpPr>
            <a:xfrm>
              <a:off x="5743962" y="2919100"/>
              <a:ext cx="623674" cy="284502"/>
              <a:chOff x="5743962" y="2919100"/>
              <a:chExt cx="623674" cy="284502"/>
            </a:xfrm>
          </p:grpSpPr>
          <p:sp>
            <p:nvSpPr>
              <p:cNvPr id="13167" name="Google Shape;13167;p79"/>
              <p:cNvSpPr/>
              <p:nvPr/>
            </p:nvSpPr>
            <p:spPr>
              <a:xfrm>
                <a:off x="5743962" y="2919100"/>
                <a:ext cx="328465" cy="284502"/>
              </a:xfrm>
              <a:custGeom>
                <a:avLst/>
                <a:gdLst/>
                <a:ahLst/>
                <a:cxnLst/>
                <a:rect l="l" t="t" r="r" b="b"/>
                <a:pathLst>
                  <a:path w="2576195" h="2231390" extrusionOk="0">
                    <a:moveTo>
                      <a:pt x="1288021" y="0"/>
                    </a:moveTo>
                    <a:lnTo>
                      <a:pt x="0" y="2230920"/>
                    </a:lnTo>
                    <a:lnTo>
                      <a:pt x="2576042" y="2230920"/>
                    </a:lnTo>
                    <a:lnTo>
                      <a:pt x="1288021" y="0"/>
                    </a:lnTo>
                    <a:close/>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3168" name="Google Shape;13168;p79"/>
              <p:cNvSpPr/>
              <p:nvPr/>
            </p:nvSpPr>
            <p:spPr>
              <a:xfrm>
                <a:off x="6060335" y="2920591"/>
                <a:ext cx="307300" cy="282602"/>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13169" name="Google Shape;13169;p79"/>
          <p:cNvGrpSpPr/>
          <p:nvPr/>
        </p:nvGrpSpPr>
        <p:grpSpPr>
          <a:xfrm>
            <a:off x="7568868" y="1854536"/>
            <a:ext cx="874976" cy="719600"/>
            <a:chOff x="7608988" y="2093194"/>
            <a:chExt cx="817276" cy="672147"/>
          </a:xfrm>
        </p:grpSpPr>
        <p:cxnSp>
          <p:nvCxnSpPr>
            <p:cNvPr id="13170" name="Google Shape;13170;p79"/>
            <p:cNvCxnSpPr/>
            <p:nvPr/>
          </p:nvCxnSpPr>
          <p:spPr>
            <a:xfrm rot="5400000" flipH="1">
              <a:off x="7620257"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3171" name="Google Shape;13171;p79"/>
            <p:cNvCxnSpPr/>
            <p:nvPr/>
          </p:nvCxnSpPr>
          <p:spPr>
            <a:xfrm rot="-5400000">
              <a:off x="8285120"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3172" name="Google Shape;13172;p79"/>
            <p:cNvCxnSpPr/>
            <p:nvPr/>
          </p:nvCxnSpPr>
          <p:spPr>
            <a:xfrm rot="5400000">
              <a:off x="7620257"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3173" name="Google Shape;13173;p79"/>
            <p:cNvCxnSpPr/>
            <p:nvPr/>
          </p:nvCxnSpPr>
          <p:spPr>
            <a:xfrm rot="-5400000" flipH="1">
              <a:off x="8285120"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3174" name="Google Shape;13174;p79"/>
            <p:cNvCxnSpPr/>
            <p:nvPr/>
          </p:nvCxnSpPr>
          <p:spPr>
            <a:xfrm rot="10800000">
              <a:off x="7608988" y="2425132"/>
              <a:ext cx="83400" cy="0"/>
            </a:xfrm>
            <a:prstGeom prst="straightConnector1">
              <a:avLst/>
            </a:prstGeom>
            <a:noFill/>
            <a:ln w="9525" cap="flat" cmpd="sng">
              <a:solidFill>
                <a:srgbClr val="667E92"/>
              </a:solidFill>
              <a:prstDash val="solid"/>
              <a:round/>
              <a:headEnd type="none" w="med" len="med"/>
              <a:tailEnd type="none" w="med" len="med"/>
            </a:ln>
          </p:spPr>
        </p:cxnSp>
        <p:cxnSp>
          <p:nvCxnSpPr>
            <p:cNvPr id="13175" name="Google Shape;13175;p79"/>
            <p:cNvCxnSpPr/>
            <p:nvPr/>
          </p:nvCxnSpPr>
          <p:spPr>
            <a:xfrm rot="10800000">
              <a:off x="8342865" y="2425132"/>
              <a:ext cx="83400" cy="0"/>
            </a:xfrm>
            <a:prstGeom prst="straightConnector1">
              <a:avLst/>
            </a:prstGeom>
            <a:noFill/>
            <a:ln w="9525" cap="flat" cmpd="sng">
              <a:solidFill>
                <a:srgbClr val="667E92"/>
              </a:solidFill>
              <a:prstDash val="solid"/>
              <a:round/>
              <a:headEnd type="none" w="med" len="med"/>
              <a:tailEnd type="none" w="med" len="med"/>
            </a:ln>
          </p:spPr>
        </p:cxnSp>
        <p:grpSp>
          <p:nvGrpSpPr>
            <p:cNvPr id="13176" name="Google Shape;13176;p79"/>
            <p:cNvGrpSpPr/>
            <p:nvPr/>
          </p:nvGrpSpPr>
          <p:grpSpPr>
            <a:xfrm>
              <a:off x="7721175" y="2093194"/>
              <a:ext cx="599587" cy="623846"/>
              <a:chOff x="7721175" y="2093194"/>
              <a:chExt cx="599587" cy="623846"/>
            </a:xfrm>
          </p:grpSpPr>
          <p:grpSp>
            <p:nvGrpSpPr>
              <p:cNvPr id="13177" name="Google Shape;13177;p79"/>
              <p:cNvGrpSpPr/>
              <p:nvPr/>
            </p:nvGrpSpPr>
            <p:grpSpPr>
              <a:xfrm>
                <a:off x="7721175" y="2093194"/>
                <a:ext cx="291605" cy="623846"/>
                <a:chOff x="9405575" y="2061418"/>
                <a:chExt cx="291605" cy="623846"/>
              </a:xfrm>
            </p:grpSpPr>
            <p:sp>
              <p:nvSpPr>
                <p:cNvPr id="13178" name="Google Shape;13178;p79"/>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179" name="Google Shape;13179;p79"/>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180" name="Google Shape;13180;p79"/>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181" name="Google Shape;13181;p79"/>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182" name="Google Shape;13182;p79"/>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183" name="Google Shape;13183;p79"/>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184" name="Google Shape;13184;p79"/>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3185" name="Google Shape;13185;p79"/>
              <p:cNvGrpSpPr/>
              <p:nvPr/>
            </p:nvGrpSpPr>
            <p:grpSpPr>
              <a:xfrm flipH="1">
                <a:off x="8029157" y="2093194"/>
                <a:ext cx="291605" cy="623846"/>
                <a:chOff x="9405575" y="2061418"/>
                <a:chExt cx="291605" cy="623846"/>
              </a:xfrm>
            </p:grpSpPr>
            <p:sp>
              <p:nvSpPr>
                <p:cNvPr id="13186" name="Google Shape;13186;p79"/>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187" name="Google Shape;13187;p79"/>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188" name="Google Shape;13188;p79"/>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189" name="Google Shape;13189;p79"/>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190" name="Google Shape;13190;p79"/>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191" name="Google Shape;13191;p79"/>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192" name="Google Shape;13192;p79"/>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grpSp>
        <p:nvGrpSpPr>
          <p:cNvPr id="13193" name="Google Shape;13193;p79"/>
          <p:cNvGrpSpPr/>
          <p:nvPr/>
        </p:nvGrpSpPr>
        <p:grpSpPr>
          <a:xfrm>
            <a:off x="4013304" y="970938"/>
            <a:ext cx="712557" cy="785901"/>
            <a:chOff x="4206459" y="1191441"/>
            <a:chExt cx="712557" cy="785901"/>
          </a:xfrm>
        </p:grpSpPr>
        <p:sp>
          <p:nvSpPr>
            <p:cNvPr id="13194" name="Google Shape;13194;p79"/>
            <p:cNvSpPr/>
            <p:nvPr/>
          </p:nvSpPr>
          <p:spPr>
            <a:xfrm>
              <a:off x="4548248" y="1328649"/>
              <a:ext cx="325201" cy="322547"/>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195" name="Google Shape;13195;p79"/>
            <p:cNvSpPr/>
            <p:nvPr/>
          </p:nvSpPr>
          <p:spPr>
            <a:xfrm>
              <a:off x="4557499" y="1656607"/>
              <a:ext cx="306674" cy="306648"/>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196" name="Google Shape;13196;p79"/>
            <p:cNvSpPr/>
            <p:nvPr/>
          </p:nvSpPr>
          <p:spPr>
            <a:xfrm>
              <a:off x="4251067" y="1523035"/>
              <a:ext cx="327536" cy="325023"/>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197" name="Google Shape;13197;p79"/>
            <p:cNvSpPr/>
            <p:nvPr/>
          </p:nvSpPr>
          <p:spPr>
            <a:xfrm>
              <a:off x="4277366" y="1220917"/>
              <a:ext cx="292242" cy="292217"/>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3198" name="Google Shape;13198;p79"/>
            <p:cNvGrpSpPr/>
            <p:nvPr/>
          </p:nvGrpSpPr>
          <p:grpSpPr>
            <a:xfrm>
              <a:off x="4644280" y="1290523"/>
              <a:ext cx="143716" cy="29463"/>
              <a:chOff x="4644280" y="1290523"/>
              <a:chExt cx="143716" cy="29463"/>
            </a:xfrm>
          </p:grpSpPr>
          <p:sp>
            <p:nvSpPr>
              <p:cNvPr id="13199" name="Google Shape;13199;p79"/>
              <p:cNvSpPr/>
              <p:nvPr/>
            </p:nvSpPr>
            <p:spPr>
              <a:xfrm>
                <a:off x="4736292" y="1294223"/>
                <a:ext cx="51704" cy="25762"/>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200" name="Google Shape;13200;p79"/>
              <p:cNvSpPr/>
              <p:nvPr/>
            </p:nvSpPr>
            <p:spPr>
              <a:xfrm>
                <a:off x="4700066" y="1290523"/>
                <a:ext cx="32206" cy="7988"/>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201" name="Google Shape;13201;p79"/>
              <p:cNvSpPr/>
              <p:nvPr/>
            </p:nvSpPr>
            <p:spPr>
              <a:xfrm>
                <a:off x="4644280" y="1300641"/>
                <a:ext cx="20225" cy="13283"/>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202" name="Google Shape;13202;p79"/>
              <p:cNvSpPr/>
              <p:nvPr/>
            </p:nvSpPr>
            <p:spPr>
              <a:xfrm>
                <a:off x="4667822" y="1291888"/>
                <a:ext cx="27779" cy="11433"/>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3203" name="Google Shape;13203;p79"/>
            <p:cNvGrpSpPr/>
            <p:nvPr/>
          </p:nvGrpSpPr>
          <p:grpSpPr>
            <a:xfrm>
              <a:off x="4356567" y="1191441"/>
              <a:ext cx="143690" cy="29488"/>
              <a:chOff x="4356567" y="1191441"/>
              <a:chExt cx="143690" cy="29488"/>
            </a:xfrm>
          </p:grpSpPr>
          <p:sp>
            <p:nvSpPr>
              <p:cNvPr id="13204" name="Google Shape;13204;p79"/>
              <p:cNvSpPr/>
              <p:nvPr/>
            </p:nvSpPr>
            <p:spPr>
              <a:xfrm>
                <a:off x="4448554" y="1195154"/>
                <a:ext cx="51704" cy="25775"/>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205" name="Google Shape;13205;p79"/>
              <p:cNvSpPr/>
              <p:nvPr/>
            </p:nvSpPr>
            <p:spPr>
              <a:xfrm>
                <a:off x="4412341" y="1191441"/>
                <a:ext cx="32206" cy="8013"/>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206" name="Google Shape;13206;p79"/>
              <p:cNvSpPr/>
              <p:nvPr/>
            </p:nvSpPr>
            <p:spPr>
              <a:xfrm>
                <a:off x="4356567" y="1201573"/>
                <a:ext cx="20212" cy="1327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207" name="Google Shape;13207;p79"/>
              <p:cNvSpPr/>
              <p:nvPr/>
            </p:nvSpPr>
            <p:spPr>
              <a:xfrm>
                <a:off x="4380084" y="1192832"/>
                <a:ext cx="27779" cy="11433"/>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3208" name="Google Shape;13208;p79"/>
            <p:cNvGrpSpPr/>
            <p:nvPr/>
          </p:nvGrpSpPr>
          <p:grpSpPr>
            <a:xfrm>
              <a:off x="4339009" y="1863727"/>
              <a:ext cx="143703" cy="29476"/>
              <a:chOff x="4339009" y="1863727"/>
              <a:chExt cx="143703" cy="29476"/>
            </a:xfrm>
          </p:grpSpPr>
          <p:sp>
            <p:nvSpPr>
              <p:cNvPr id="13209" name="Google Shape;13209;p79"/>
              <p:cNvSpPr/>
              <p:nvPr/>
            </p:nvSpPr>
            <p:spPr>
              <a:xfrm>
                <a:off x="4339009" y="1863727"/>
                <a:ext cx="51691" cy="25762"/>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210" name="Google Shape;13210;p79"/>
              <p:cNvSpPr/>
              <p:nvPr/>
            </p:nvSpPr>
            <p:spPr>
              <a:xfrm>
                <a:off x="4394732" y="1885202"/>
                <a:ext cx="32193" cy="8001"/>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211" name="Google Shape;13211;p79"/>
              <p:cNvSpPr/>
              <p:nvPr/>
            </p:nvSpPr>
            <p:spPr>
              <a:xfrm>
                <a:off x="4462488" y="1869814"/>
                <a:ext cx="20225" cy="13258"/>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212" name="Google Shape;13212;p79"/>
              <p:cNvSpPr/>
              <p:nvPr/>
            </p:nvSpPr>
            <p:spPr>
              <a:xfrm>
                <a:off x="4431392" y="1880392"/>
                <a:ext cx="27804" cy="11433"/>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3213" name="Google Shape;13213;p79"/>
            <p:cNvGrpSpPr/>
            <p:nvPr/>
          </p:nvGrpSpPr>
          <p:grpSpPr>
            <a:xfrm>
              <a:off x="4206459" y="1607315"/>
              <a:ext cx="29539" cy="142899"/>
              <a:chOff x="4206459" y="1607315"/>
              <a:chExt cx="29539" cy="142899"/>
            </a:xfrm>
          </p:grpSpPr>
          <p:sp>
            <p:nvSpPr>
              <p:cNvPr id="13214" name="Google Shape;13214;p79"/>
              <p:cNvSpPr/>
              <p:nvPr/>
            </p:nvSpPr>
            <p:spPr>
              <a:xfrm>
                <a:off x="4209840" y="1607315"/>
                <a:ext cx="26158" cy="50989"/>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215" name="Google Shape;13215;p79"/>
              <p:cNvSpPr/>
              <p:nvPr/>
            </p:nvSpPr>
            <p:spPr>
              <a:xfrm>
                <a:off x="4206459" y="1662910"/>
                <a:ext cx="8230" cy="3178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216" name="Google Shape;13216;p79"/>
              <p:cNvSpPr/>
              <p:nvPr/>
            </p:nvSpPr>
            <p:spPr>
              <a:xfrm>
                <a:off x="4216194" y="1730768"/>
                <a:ext cx="14227" cy="19446"/>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217" name="Google Shape;13217;p79"/>
              <p:cNvSpPr/>
              <p:nvPr/>
            </p:nvSpPr>
            <p:spPr>
              <a:xfrm>
                <a:off x="4207607" y="1699506"/>
                <a:ext cx="12045" cy="27153"/>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3218" name="Google Shape;13218;p79"/>
            <p:cNvSpPr/>
            <p:nvPr/>
          </p:nvSpPr>
          <p:spPr>
            <a:xfrm>
              <a:off x="4250519" y="1416170"/>
              <a:ext cx="26783" cy="52303"/>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219" name="Google Shape;13219;p79"/>
            <p:cNvSpPr/>
            <p:nvPr/>
          </p:nvSpPr>
          <p:spPr>
            <a:xfrm>
              <a:off x="4276166" y="1471370"/>
              <a:ext cx="24359" cy="2529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220" name="Google Shape;13220;p79"/>
            <p:cNvSpPr/>
            <p:nvPr/>
          </p:nvSpPr>
          <p:spPr>
            <a:xfrm>
              <a:off x="4330231" y="1513121"/>
              <a:ext cx="21462" cy="10986"/>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221" name="Google Shape;13221;p79"/>
            <p:cNvSpPr/>
            <p:nvPr/>
          </p:nvSpPr>
          <p:spPr>
            <a:xfrm>
              <a:off x="4302005" y="1497298"/>
              <a:ext cx="25469" cy="17647"/>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3222" name="Google Shape;13222;p79"/>
            <p:cNvGrpSpPr/>
            <p:nvPr/>
          </p:nvGrpSpPr>
          <p:grpSpPr>
            <a:xfrm>
              <a:off x="4889463" y="1423737"/>
              <a:ext cx="29552" cy="142899"/>
              <a:chOff x="4889463" y="1423737"/>
              <a:chExt cx="29552" cy="142899"/>
            </a:xfrm>
          </p:grpSpPr>
          <p:sp>
            <p:nvSpPr>
              <p:cNvPr id="13223" name="Google Shape;13223;p79"/>
              <p:cNvSpPr/>
              <p:nvPr/>
            </p:nvSpPr>
            <p:spPr>
              <a:xfrm>
                <a:off x="4889463" y="1515647"/>
                <a:ext cx="26158" cy="50989"/>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224" name="Google Shape;13224;p79"/>
              <p:cNvSpPr/>
              <p:nvPr/>
            </p:nvSpPr>
            <p:spPr>
              <a:xfrm>
                <a:off x="4910772" y="1479256"/>
                <a:ext cx="8243" cy="3178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225" name="Google Shape;13225;p79"/>
              <p:cNvSpPr/>
              <p:nvPr/>
            </p:nvSpPr>
            <p:spPr>
              <a:xfrm>
                <a:off x="4895052" y="1423737"/>
                <a:ext cx="14215" cy="19446"/>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226" name="Google Shape;13226;p79"/>
              <p:cNvSpPr/>
              <p:nvPr/>
            </p:nvSpPr>
            <p:spPr>
              <a:xfrm>
                <a:off x="4905783" y="1447292"/>
                <a:ext cx="12071" cy="27153"/>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3227" name="Google Shape;13227;p79"/>
            <p:cNvGrpSpPr/>
            <p:nvPr/>
          </p:nvGrpSpPr>
          <p:grpSpPr>
            <a:xfrm>
              <a:off x="4771663" y="1876896"/>
              <a:ext cx="108651" cy="100447"/>
              <a:chOff x="4771663" y="1876896"/>
              <a:chExt cx="108651" cy="100447"/>
            </a:xfrm>
          </p:grpSpPr>
          <p:sp>
            <p:nvSpPr>
              <p:cNvPr id="13228" name="Google Shape;13228;p79"/>
              <p:cNvSpPr/>
              <p:nvPr/>
            </p:nvSpPr>
            <p:spPr>
              <a:xfrm>
                <a:off x="4771663" y="1951210"/>
                <a:ext cx="53184" cy="26132"/>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229" name="Google Shape;13229;p79"/>
              <p:cNvSpPr/>
              <p:nvPr/>
            </p:nvSpPr>
            <p:spPr>
              <a:xfrm>
                <a:off x="4826850" y="1927897"/>
                <a:ext cx="26081" cy="23529"/>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230" name="Google Shape;13230;p79"/>
              <p:cNvSpPr/>
              <p:nvPr/>
            </p:nvSpPr>
            <p:spPr>
              <a:xfrm>
                <a:off x="4868600" y="1876896"/>
                <a:ext cx="11714" cy="20531"/>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231" name="Google Shape;13231;p79"/>
              <p:cNvSpPr/>
              <p:nvPr/>
            </p:nvSpPr>
            <p:spPr>
              <a:xfrm>
                <a:off x="4852804" y="1901038"/>
                <a:ext cx="18528" cy="24589"/>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13232" name="Google Shape;13232;p79"/>
          <p:cNvGrpSpPr/>
          <p:nvPr/>
        </p:nvGrpSpPr>
        <p:grpSpPr>
          <a:xfrm>
            <a:off x="4008780" y="1854161"/>
            <a:ext cx="791287" cy="720350"/>
            <a:chOff x="267375" y="1071875"/>
            <a:chExt cx="470500" cy="428550"/>
          </a:xfrm>
        </p:grpSpPr>
        <p:sp>
          <p:nvSpPr>
            <p:cNvPr id="13233" name="Google Shape;13233;p79"/>
            <p:cNvSpPr/>
            <p:nvPr/>
          </p:nvSpPr>
          <p:spPr>
            <a:xfrm>
              <a:off x="288350" y="1290825"/>
              <a:ext cx="209600" cy="209600"/>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234" name="Google Shape;13234;p79"/>
            <p:cNvSpPr/>
            <p:nvPr/>
          </p:nvSpPr>
          <p:spPr>
            <a:xfrm>
              <a:off x="267375" y="1377050"/>
              <a:ext cx="79225" cy="79200"/>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235" name="Google Shape;13235;p79"/>
            <p:cNvSpPr/>
            <p:nvPr/>
          </p:nvSpPr>
          <p:spPr>
            <a:xfrm>
              <a:off x="507325" y="1290825"/>
              <a:ext cx="209600" cy="209600"/>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236" name="Google Shape;13236;p79"/>
            <p:cNvSpPr/>
            <p:nvPr/>
          </p:nvSpPr>
          <p:spPr>
            <a:xfrm>
              <a:off x="658700" y="1377050"/>
              <a:ext cx="79175" cy="79200"/>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237" name="Google Shape;13237;p79"/>
            <p:cNvSpPr/>
            <p:nvPr/>
          </p:nvSpPr>
          <p:spPr>
            <a:xfrm>
              <a:off x="507325" y="1071875"/>
              <a:ext cx="209575" cy="209600"/>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238" name="Google Shape;13238;p79"/>
            <p:cNvSpPr/>
            <p:nvPr/>
          </p:nvSpPr>
          <p:spPr>
            <a:xfrm>
              <a:off x="658700" y="1116025"/>
              <a:ext cx="79175" cy="79175"/>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239" name="Google Shape;13239;p79"/>
            <p:cNvSpPr/>
            <p:nvPr/>
          </p:nvSpPr>
          <p:spPr>
            <a:xfrm>
              <a:off x="288350" y="1071875"/>
              <a:ext cx="209600" cy="209550"/>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240" name="Google Shape;13240;p79"/>
            <p:cNvSpPr/>
            <p:nvPr/>
          </p:nvSpPr>
          <p:spPr>
            <a:xfrm>
              <a:off x="267375" y="1116025"/>
              <a:ext cx="79225" cy="79175"/>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3241" name="Google Shape;13241;p79"/>
          <p:cNvGrpSpPr/>
          <p:nvPr/>
        </p:nvGrpSpPr>
        <p:grpSpPr>
          <a:xfrm>
            <a:off x="709275" y="3498791"/>
            <a:ext cx="1408444" cy="673166"/>
            <a:chOff x="712664" y="3693287"/>
            <a:chExt cx="1460738" cy="698160"/>
          </a:xfrm>
        </p:grpSpPr>
        <p:grpSp>
          <p:nvGrpSpPr>
            <p:cNvPr id="13242" name="Google Shape;13242;p79"/>
            <p:cNvGrpSpPr/>
            <p:nvPr/>
          </p:nvGrpSpPr>
          <p:grpSpPr>
            <a:xfrm>
              <a:off x="1380079" y="4133090"/>
              <a:ext cx="234048" cy="258099"/>
              <a:chOff x="1380079" y="4133090"/>
              <a:chExt cx="234048" cy="258099"/>
            </a:xfrm>
          </p:grpSpPr>
          <p:sp>
            <p:nvSpPr>
              <p:cNvPr id="13243" name="Google Shape;13243;p79"/>
              <p:cNvSpPr/>
              <p:nvPr/>
            </p:nvSpPr>
            <p:spPr>
              <a:xfrm>
                <a:off x="1380079" y="4323114"/>
                <a:ext cx="136140" cy="6807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244" name="Google Shape;13244;p79"/>
              <p:cNvSpPr/>
              <p:nvPr/>
            </p:nvSpPr>
            <p:spPr>
              <a:xfrm>
                <a:off x="1432589" y="4133090"/>
                <a:ext cx="29529" cy="191793"/>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245" name="Google Shape;13245;p79"/>
              <p:cNvSpPr/>
              <p:nvPr/>
            </p:nvSpPr>
            <p:spPr>
              <a:xfrm>
                <a:off x="1492085" y="4253278"/>
                <a:ext cx="122041" cy="92186"/>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3246" name="Google Shape;13246;p79"/>
            <p:cNvGrpSpPr/>
            <p:nvPr/>
          </p:nvGrpSpPr>
          <p:grpSpPr>
            <a:xfrm>
              <a:off x="884610" y="3864082"/>
              <a:ext cx="1118566" cy="527275"/>
              <a:chOff x="890961" y="3865463"/>
              <a:chExt cx="1115221" cy="525698"/>
            </a:xfrm>
          </p:grpSpPr>
          <p:sp>
            <p:nvSpPr>
              <p:cNvPr id="13247" name="Google Shape;13247;p79"/>
              <p:cNvSpPr/>
              <p:nvPr/>
            </p:nvSpPr>
            <p:spPr>
              <a:xfrm>
                <a:off x="1070568" y="3865463"/>
                <a:ext cx="756474" cy="330074"/>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248" name="Google Shape;13248;p79"/>
              <p:cNvSpPr/>
              <p:nvPr/>
            </p:nvSpPr>
            <p:spPr>
              <a:xfrm>
                <a:off x="890961" y="4013171"/>
                <a:ext cx="362006" cy="37799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249" name="Google Shape;13249;p79"/>
              <p:cNvSpPr/>
              <p:nvPr/>
            </p:nvSpPr>
            <p:spPr>
              <a:xfrm>
                <a:off x="1645508" y="4013554"/>
                <a:ext cx="360673" cy="377607"/>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3250" name="Google Shape;13250;p79"/>
            <p:cNvGrpSpPr/>
            <p:nvPr/>
          </p:nvGrpSpPr>
          <p:grpSpPr>
            <a:xfrm>
              <a:off x="712664" y="3693287"/>
              <a:ext cx="1460738" cy="698160"/>
              <a:chOff x="712664" y="3693025"/>
              <a:chExt cx="1460738" cy="698160"/>
            </a:xfrm>
          </p:grpSpPr>
          <p:sp>
            <p:nvSpPr>
              <p:cNvPr id="13251" name="Google Shape;13251;p79"/>
              <p:cNvSpPr/>
              <p:nvPr/>
            </p:nvSpPr>
            <p:spPr>
              <a:xfrm>
                <a:off x="1940752" y="4098034"/>
                <a:ext cx="232651" cy="293151"/>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252" name="Google Shape;13252;p79"/>
              <p:cNvSpPr/>
              <p:nvPr/>
            </p:nvSpPr>
            <p:spPr>
              <a:xfrm>
                <a:off x="1736852" y="3804671"/>
                <a:ext cx="360950" cy="363671"/>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253" name="Google Shape;13253;p79"/>
              <p:cNvSpPr/>
              <p:nvPr/>
            </p:nvSpPr>
            <p:spPr>
              <a:xfrm>
                <a:off x="1443914" y="3693025"/>
                <a:ext cx="387937" cy="254911"/>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254" name="Google Shape;13254;p79"/>
              <p:cNvSpPr/>
              <p:nvPr/>
            </p:nvSpPr>
            <p:spPr>
              <a:xfrm>
                <a:off x="1054844" y="3693025"/>
                <a:ext cx="389072" cy="254558"/>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255" name="Google Shape;13255;p79"/>
              <p:cNvSpPr/>
              <p:nvPr/>
            </p:nvSpPr>
            <p:spPr>
              <a:xfrm>
                <a:off x="788438" y="3804252"/>
                <a:ext cx="361411" cy="363809"/>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256" name="Google Shape;13256;p79"/>
              <p:cNvSpPr/>
              <p:nvPr/>
            </p:nvSpPr>
            <p:spPr>
              <a:xfrm>
                <a:off x="712664" y="4097717"/>
                <a:ext cx="232830" cy="293432"/>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13257" name="Google Shape;13257;p79"/>
          <p:cNvGrpSpPr/>
          <p:nvPr/>
        </p:nvGrpSpPr>
        <p:grpSpPr>
          <a:xfrm>
            <a:off x="3146990" y="970938"/>
            <a:ext cx="795485" cy="738831"/>
            <a:chOff x="3348603" y="1236445"/>
            <a:chExt cx="749256" cy="695894"/>
          </a:xfrm>
        </p:grpSpPr>
        <p:grpSp>
          <p:nvGrpSpPr>
            <p:cNvPr id="13258" name="Google Shape;13258;p79"/>
            <p:cNvGrpSpPr/>
            <p:nvPr/>
          </p:nvGrpSpPr>
          <p:grpSpPr>
            <a:xfrm>
              <a:off x="3583779" y="1236445"/>
              <a:ext cx="293795" cy="285811"/>
              <a:chOff x="3750225" y="1774000"/>
              <a:chExt cx="149575" cy="145525"/>
            </a:xfrm>
          </p:grpSpPr>
          <p:sp>
            <p:nvSpPr>
              <p:cNvPr id="13259" name="Google Shape;13259;p79"/>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260" name="Google Shape;13260;p79"/>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3261" name="Google Shape;13261;p79"/>
            <p:cNvGrpSpPr/>
            <p:nvPr/>
          </p:nvGrpSpPr>
          <p:grpSpPr>
            <a:xfrm>
              <a:off x="3775534" y="1462599"/>
              <a:ext cx="322325" cy="285958"/>
              <a:chOff x="3847850" y="1889150"/>
              <a:chExt cx="164100" cy="145600"/>
            </a:xfrm>
          </p:grpSpPr>
          <p:sp>
            <p:nvSpPr>
              <p:cNvPr id="13262" name="Google Shape;13262;p79"/>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263" name="Google Shape;13263;p79"/>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3264" name="Google Shape;13264;p79"/>
            <p:cNvGrpSpPr/>
            <p:nvPr/>
          </p:nvGrpSpPr>
          <p:grpSpPr>
            <a:xfrm>
              <a:off x="3545329" y="1646528"/>
              <a:ext cx="293746" cy="285811"/>
              <a:chOff x="3730650" y="1982800"/>
              <a:chExt cx="149550" cy="145525"/>
            </a:xfrm>
          </p:grpSpPr>
          <p:sp>
            <p:nvSpPr>
              <p:cNvPr id="13265" name="Google Shape;13265;p79"/>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266" name="Google Shape;13266;p79"/>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3267" name="Google Shape;13267;p79"/>
            <p:cNvGrpSpPr/>
            <p:nvPr/>
          </p:nvGrpSpPr>
          <p:grpSpPr>
            <a:xfrm>
              <a:off x="3348603" y="1415046"/>
              <a:ext cx="294384" cy="284387"/>
              <a:chOff x="3630494" y="1864938"/>
              <a:chExt cx="149875" cy="144800"/>
            </a:xfrm>
          </p:grpSpPr>
          <p:sp>
            <p:nvSpPr>
              <p:cNvPr id="13268" name="Google Shape;13268;p79"/>
              <p:cNvSpPr/>
              <p:nvPr/>
            </p:nvSpPr>
            <p:spPr>
              <a:xfrm>
                <a:off x="3630494" y="1864938"/>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269" name="Google Shape;13269;p79"/>
              <p:cNvSpPr/>
              <p:nvPr/>
            </p:nvSpPr>
            <p:spPr>
              <a:xfrm>
                <a:off x="3654119" y="1906594"/>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13270" name="Google Shape;13270;p79"/>
          <p:cNvGrpSpPr/>
          <p:nvPr/>
        </p:nvGrpSpPr>
        <p:grpSpPr>
          <a:xfrm>
            <a:off x="2268517" y="3493834"/>
            <a:ext cx="1324924" cy="678083"/>
            <a:chOff x="2413923" y="3711366"/>
            <a:chExt cx="1374117" cy="703260"/>
          </a:xfrm>
        </p:grpSpPr>
        <p:grpSp>
          <p:nvGrpSpPr>
            <p:cNvPr id="13271" name="Google Shape;13271;p79"/>
            <p:cNvGrpSpPr/>
            <p:nvPr/>
          </p:nvGrpSpPr>
          <p:grpSpPr>
            <a:xfrm>
              <a:off x="2413923" y="3711366"/>
              <a:ext cx="1374117" cy="703260"/>
              <a:chOff x="2413923" y="3711366"/>
              <a:chExt cx="1374117" cy="703260"/>
            </a:xfrm>
          </p:grpSpPr>
          <p:sp>
            <p:nvSpPr>
              <p:cNvPr id="13272" name="Google Shape;13272;p79"/>
              <p:cNvSpPr/>
              <p:nvPr/>
            </p:nvSpPr>
            <p:spPr>
              <a:xfrm>
                <a:off x="2484774" y="3827200"/>
                <a:ext cx="1231201" cy="587426"/>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3273" name="Google Shape;13273;p79"/>
              <p:cNvGrpSpPr/>
              <p:nvPr/>
            </p:nvGrpSpPr>
            <p:grpSpPr>
              <a:xfrm>
                <a:off x="2600284" y="3808654"/>
                <a:ext cx="234506" cy="138009"/>
                <a:chOff x="2600284" y="3808654"/>
                <a:chExt cx="234506" cy="138009"/>
              </a:xfrm>
            </p:grpSpPr>
            <p:sp>
              <p:nvSpPr>
                <p:cNvPr id="13274" name="Google Shape;13274;p79"/>
                <p:cNvSpPr/>
                <p:nvPr/>
              </p:nvSpPr>
              <p:spPr>
                <a:xfrm>
                  <a:off x="2767890"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cxnSp>
              <p:nvCxnSpPr>
                <p:cNvPr id="13275" name="Google Shape;13275;p79"/>
                <p:cNvCxnSpPr/>
                <p:nvPr/>
              </p:nvCxnSpPr>
              <p:spPr>
                <a:xfrm rot="10800000">
                  <a:off x="2600284" y="3808654"/>
                  <a:ext cx="201000" cy="723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3276" name="Google Shape;13276;p79"/>
              <p:cNvGrpSpPr/>
              <p:nvPr/>
            </p:nvGrpSpPr>
            <p:grpSpPr>
              <a:xfrm>
                <a:off x="3359659" y="3805664"/>
                <a:ext cx="232294" cy="141000"/>
                <a:chOff x="3359659" y="3805664"/>
                <a:chExt cx="232294" cy="141000"/>
              </a:xfrm>
            </p:grpSpPr>
            <p:sp>
              <p:nvSpPr>
                <p:cNvPr id="13277" name="Google Shape;13277;p79"/>
                <p:cNvSpPr/>
                <p:nvPr/>
              </p:nvSpPr>
              <p:spPr>
                <a:xfrm>
                  <a:off x="3359659"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cxnSp>
              <p:nvCxnSpPr>
                <p:cNvPr id="13278" name="Google Shape;13278;p79"/>
                <p:cNvCxnSpPr/>
                <p:nvPr/>
              </p:nvCxnSpPr>
              <p:spPr>
                <a:xfrm rot="10800000" flipH="1">
                  <a:off x="3393053" y="3805664"/>
                  <a:ext cx="198900" cy="780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3279" name="Google Shape;13279;p79"/>
              <p:cNvGrpSpPr/>
              <p:nvPr/>
            </p:nvGrpSpPr>
            <p:grpSpPr>
              <a:xfrm>
                <a:off x="3067316" y="3711366"/>
                <a:ext cx="66900" cy="166809"/>
                <a:chOff x="3067316" y="3711366"/>
                <a:chExt cx="66900" cy="166809"/>
              </a:xfrm>
            </p:grpSpPr>
            <p:sp>
              <p:nvSpPr>
                <p:cNvPr id="13280" name="Google Shape;13280;p79"/>
                <p:cNvSpPr/>
                <p:nvPr/>
              </p:nvSpPr>
              <p:spPr>
                <a:xfrm>
                  <a:off x="3067316" y="381127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cxnSp>
              <p:nvCxnSpPr>
                <p:cNvPr id="13281" name="Google Shape;13281;p79"/>
                <p:cNvCxnSpPr/>
                <p:nvPr/>
              </p:nvCxnSpPr>
              <p:spPr>
                <a:xfrm rot="-5400000">
                  <a:off x="3050460" y="3761616"/>
                  <a:ext cx="1011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3282" name="Google Shape;13282;p79"/>
              <p:cNvGrpSpPr/>
              <p:nvPr/>
            </p:nvGrpSpPr>
            <p:grpSpPr>
              <a:xfrm>
                <a:off x="2413923" y="4058666"/>
                <a:ext cx="224119" cy="66900"/>
                <a:chOff x="2413923" y="4058666"/>
                <a:chExt cx="224119" cy="66900"/>
              </a:xfrm>
            </p:grpSpPr>
            <p:sp>
              <p:nvSpPr>
                <p:cNvPr id="13283" name="Google Shape;13283;p79"/>
                <p:cNvSpPr/>
                <p:nvPr/>
              </p:nvSpPr>
              <p:spPr>
                <a:xfrm>
                  <a:off x="2571142"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cxnSp>
              <p:nvCxnSpPr>
                <p:cNvPr id="13284" name="Google Shape;13284;p79"/>
                <p:cNvCxnSpPr/>
                <p:nvPr/>
              </p:nvCxnSpPr>
              <p:spPr>
                <a:xfrm flipH="1">
                  <a:off x="2413923" y="4092060"/>
                  <a:ext cx="159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3285" name="Google Shape;13285;p79"/>
              <p:cNvGrpSpPr/>
              <p:nvPr/>
            </p:nvGrpSpPr>
            <p:grpSpPr>
              <a:xfrm>
                <a:off x="3564643" y="4058666"/>
                <a:ext cx="223397" cy="66900"/>
                <a:chOff x="3564643" y="4058666"/>
                <a:chExt cx="223397" cy="66900"/>
              </a:xfrm>
            </p:grpSpPr>
            <p:sp>
              <p:nvSpPr>
                <p:cNvPr id="13286" name="Google Shape;13286;p79"/>
                <p:cNvSpPr/>
                <p:nvPr/>
              </p:nvSpPr>
              <p:spPr>
                <a:xfrm>
                  <a:off x="3564643"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cxnSp>
              <p:nvCxnSpPr>
                <p:cNvPr id="13287" name="Google Shape;13287;p79"/>
                <p:cNvCxnSpPr/>
                <p:nvPr/>
              </p:nvCxnSpPr>
              <p:spPr>
                <a:xfrm>
                  <a:off x="3630240" y="4092060"/>
                  <a:ext cx="1578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grpSp>
          <p:nvGrpSpPr>
            <p:cNvPr id="13288" name="Google Shape;13288;p79"/>
            <p:cNvGrpSpPr/>
            <p:nvPr/>
          </p:nvGrpSpPr>
          <p:grpSpPr>
            <a:xfrm>
              <a:off x="2633353" y="3965763"/>
              <a:ext cx="933975" cy="445687"/>
              <a:chOff x="2633353" y="3965763"/>
              <a:chExt cx="933975" cy="445687"/>
            </a:xfrm>
          </p:grpSpPr>
          <p:sp>
            <p:nvSpPr>
              <p:cNvPr id="13289" name="Google Shape;13289;p79"/>
              <p:cNvSpPr/>
              <p:nvPr/>
            </p:nvSpPr>
            <p:spPr>
              <a:xfrm>
                <a:off x="2633353" y="3965763"/>
                <a:ext cx="933975" cy="445687"/>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290" name="Google Shape;13290;p79"/>
              <p:cNvSpPr/>
              <p:nvPr/>
            </p:nvSpPr>
            <p:spPr>
              <a:xfrm>
                <a:off x="2702006" y="4030399"/>
                <a:ext cx="798496" cy="381051"/>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13291" name="Google Shape;13291;p79"/>
          <p:cNvGrpSpPr/>
          <p:nvPr/>
        </p:nvGrpSpPr>
        <p:grpSpPr>
          <a:xfrm>
            <a:off x="6392789" y="1044382"/>
            <a:ext cx="1131087" cy="587383"/>
            <a:chOff x="238125" y="999450"/>
            <a:chExt cx="7140700" cy="3708225"/>
          </a:xfrm>
        </p:grpSpPr>
        <p:sp>
          <p:nvSpPr>
            <p:cNvPr id="13292" name="Google Shape;13292;p79"/>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293" name="Google Shape;13293;p79"/>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294" name="Google Shape;13294;p79"/>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295" name="Google Shape;13295;p79"/>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296" name="Google Shape;13296;p79"/>
            <p:cNvSpPr/>
            <p:nvPr/>
          </p:nvSpPr>
          <p:spPr>
            <a:xfrm>
              <a:off x="3808250" y="2852875"/>
              <a:ext cx="25" cy="25"/>
            </a:xfrm>
            <a:custGeom>
              <a:avLst/>
              <a:gdLst/>
              <a:ahLst/>
              <a:cxnLst/>
              <a:rect l="l" t="t" r="r" b="b"/>
              <a:pathLst>
                <a:path w="1" h="1" extrusionOk="0">
                  <a:moveTo>
                    <a:pt x="0" y="1"/>
                  </a:moveTo>
                  <a:close/>
                </a:path>
              </a:pathLst>
            </a:custGeom>
            <a:solidFill>
              <a:srgbClr val="DB634B"/>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297" name="Google Shape;13297;p79"/>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298" name="Google Shape;13298;p79"/>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299" name="Google Shape;13299;p79"/>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300" name="Google Shape;13300;p79"/>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3301" name="Google Shape;13301;p79"/>
          <p:cNvGrpSpPr/>
          <p:nvPr/>
        </p:nvGrpSpPr>
        <p:grpSpPr>
          <a:xfrm>
            <a:off x="3744240" y="3493876"/>
            <a:ext cx="1375854" cy="678131"/>
            <a:chOff x="3913765" y="3641905"/>
            <a:chExt cx="1522805" cy="750560"/>
          </a:xfrm>
        </p:grpSpPr>
        <p:grpSp>
          <p:nvGrpSpPr>
            <p:cNvPr id="13302" name="Google Shape;13302;p79"/>
            <p:cNvGrpSpPr/>
            <p:nvPr/>
          </p:nvGrpSpPr>
          <p:grpSpPr>
            <a:xfrm>
              <a:off x="3913765" y="3997002"/>
              <a:ext cx="1522805" cy="395463"/>
              <a:chOff x="3913765" y="3997002"/>
              <a:chExt cx="1522805" cy="395463"/>
            </a:xfrm>
          </p:grpSpPr>
          <p:grpSp>
            <p:nvGrpSpPr>
              <p:cNvPr id="13303" name="Google Shape;13303;p79"/>
              <p:cNvGrpSpPr/>
              <p:nvPr/>
            </p:nvGrpSpPr>
            <p:grpSpPr>
              <a:xfrm>
                <a:off x="3913765" y="4138659"/>
                <a:ext cx="507602" cy="253806"/>
                <a:chOff x="3913765" y="4138659"/>
                <a:chExt cx="507602" cy="253806"/>
              </a:xfrm>
            </p:grpSpPr>
            <p:sp>
              <p:nvSpPr>
                <p:cNvPr id="13304" name="Google Shape;13304;p79"/>
                <p:cNvSpPr/>
                <p:nvPr/>
              </p:nvSpPr>
              <p:spPr>
                <a:xfrm>
                  <a:off x="3913765" y="4138659"/>
                  <a:ext cx="507602" cy="50764"/>
                </a:xfrm>
                <a:custGeom>
                  <a:avLst/>
                  <a:gdLst/>
                  <a:ahLst/>
                  <a:cxnLst/>
                  <a:rect l="l" t="t" r="r" b="b"/>
                  <a:pathLst>
                    <a:path w="95012" h="9502" fill="none" extrusionOk="0">
                      <a:moveTo>
                        <a:pt x="95011" y="1"/>
                      </a:moveTo>
                      <a:lnTo>
                        <a:pt x="23755" y="1"/>
                      </a:lnTo>
                      <a:lnTo>
                        <a:pt x="1" y="9501"/>
                      </a:lnTo>
                      <a:lnTo>
                        <a:pt x="95011"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305" name="Google Shape;13305;p79"/>
                <p:cNvSpPr/>
                <p:nvPr/>
              </p:nvSpPr>
              <p:spPr>
                <a:xfrm>
                  <a:off x="3913765" y="4189418"/>
                  <a:ext cx="507602" cy="203047"/>
                </a:xfrm>
                <a:custGeom>
                  <a:avLst/>
                  <a:gdLst/>
                  <a:ahLst/>
                  <a:cxnLst/>
                  <a:rect l="l" t="t" r="r" b="b"/>
                  <a:pathLst>
                    <a:path w="95012" h="38006" fill="none" extrusionOk="0">
                      <a:moveTo>
                        <a:pt x="1" y="0"/>
                      </a:moveTo>
                      <a:lnTo>
                        <a:pt x="1" y="38005"/>
                      </a:lnTo>
                      <a:lnTo>
                        <a:pt x="95011" y="38005"/>
                      </a:lnTo>
                      <a:lnTo>
                        <a:pt x="95011" y="38005"/>
                      </a:lnTo>
                      <a:lnTo>
                        <a:pt x="95011" y="0"/>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GB"/>
                    <a:t>     </a:t>
                  </a:r>
                  <a:endParaRPr lang="en-GB"/>
                </a:p>
              </p:txBody>
            </p:sp>
          </p:grpSp>
          <p:grpSp>
            <p:nvGrpSpPr>
              <p:cNvPr id="13306" name="Google Shape;13306;p79"/>
              <p:cNvGrpSpPr/>
              <p:nvPr/>
            </p:nvGrpSpPr>
            <p:grpSpPr>
              <a:xfrm>
                <a:off x="4421361" y="3997002"/>
                <a:ext cx="507618" cy="395463"/>
                <a:chOff x="4421361" y="3997002"/>
                <a:chExt cx="507618" cy="395463"/>
              </a:xfrm>
            </p:grpSpPr>
            <p:sp>
              <p:nvSpPr>
                <p:cNvPr id="13307" name="Google Shape;13307;p79"/>
                <p:cNvSpPr/>
                <p:nvPr/>
              </p:nvSpPr>
              <p:spPr>
                <a:xfrm>
                  <a:off x="4421361" y="3997002"/>
                  <a:ext cx="507618" cy="50759"/>
                </a:xfrm>
                <a:custGeom>
                  <a:avLst/>
                  <a:gdLst/>
                  <a:ahLst/>
                  <a:cxnLst/>
                  <a:rect l="l" t="t" r="r" b="b"/>
                  <a:pathLst>
                    <a:path w="95015" h="9501" fill="none" extrusionOk="0">
                      <a:moveTo>
                        <a:pt x="71260" y="0"/>
                      </a:moveTo>
                      <a:lnTo>
                        <a:pt x="23755" y="0"/>
                      </a:lnTo>
                      <a:lnTo>
                        <a:pt x="0" y="9501"/>
                      </a:lnTo>
                      <a:lnTo>
                        <a:pt x="95014" y="9501"/>
                      </a:lnTo>
                      <a:close/>
                    </a:path>
                  </a:pathLst>
                </a:custGeom>
                <a:noFill/>
                <a:ln w="9525" cap="sq"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308" name="Google Shape;13308;p79"/>
                <p:cNvSpPr/>
                <p:nvPr/>
              </p:nvSpPr>
              <p:spPr>
                <a:xfrm>
                  <a:off x="4421361" y="4047756"/>
                  <a:ext cx="507618" cy="344709"/>
                </a:xfrm>
                <a:custGeom>
                  <a:avLst/>
                  <a:gdLst/>
                  <a:ahLst/>
                  <a:cxnLst/>
                  <a:rect l="l" t="t" r="r" b="b"/>
                  <a:pathLst>
                    <a:path w="95015" h="64522" fill="none" extrusionOk="0">
                      <a:moveTo>
                        <a:pt x="0" y="1"/>
                      </a:moveTo>
                      <a:lnTo>
                        <a:pt x="0" y="64521"/>
                      </a:lnTo>
                      <a:lnTo>
                        <a:pt x="95014" y="64521"/>
                      </a:lnTo>
                      <a:lnTo>
                        <a:pt x="95014" y="35846"/>
                      </a:lnTo>
                      <a:lnTo>
                        <a:pt x="95014" y="35846"/>
                      </a:lnTo>
                      <a:lnTo>
                        <a:pt x="95014" y="26286"/>
                      </a:lnTo>
                      <a:lnTo>
                        <a:pt x="95014" y="1"/>
                      </a:lnTo>
                      <a:close/>
                    </a:path>
                  </a:pathLst>
                </a:custGeom>
                <a:noFill/>
                <a:ln w="9525" cap="flat" cmpd="sng">
                  <a:solidFill>
                    <a:srgbClr val="DBE2E7"/>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3309" name="Google Shape;13309;p79"/>
              <p:cNvGrpSpPr/>
              <p:nvPr/>
            </p:nvGrpSpPr>
            <p:grpSpPr>
              <a:xfrm>
                <a:off x="4928973" y="4189418"/>
                <a:ext cx="507596" cy="203047"/>
                <a:chOff x="4928973" y="4189418"/>
                <a:chExt cx="507596" cy="203047"/>
              </a:xfrm>
            </p:grpSpPr>
            <p:sp>
              <p:nvSpPr>
                <p:cNvPr id="13310" name="Google Shape;13310;p79"/>
                <p:cNvSpPr/>
                <p:nvPr/>
              </p:nvSpPr>
              <p:spPr>
                <a:xfrm>
                  <a:off x="4928973" y="4189418"/>
                  <a:ext cx="507596" cy="50759"/>
                </a:xfrm>
                <a:custGeom>
                  <a:avLst/>
                  <a:gdLst/>
                  <a:ahLst/>
                  <a:cxnLst/>
                  <a:rect l="l" t="t" r="r" b="b"/>
                  <a:pathLst>
                    <a:path w="95011" h="9501" fill="none" extrusionOk="0">
                      <a:moveTo>
                        <a:pt x="95011" y="9501"/>
                      </a:moveTo>
                      <a:lnTo>
                        <a:pt x="71260" y="0"/>
                      </a:lnTo>
                      <a:lnTo>
                        <a:pt x="0" y="0"/>
                      </a:lnTo>
                      <a:lnTo>
                        <a:pt x="0"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311" name="Google Shape;13311;p79"/>
                <p:cNvSpPr/>
                <p:nvPr/>
              </p:nvSpPr>
              <p:spPr>
                <a:xfrm>
                  <a:off x="4928973" y="4240172"/>
                  <a:ext cx="507596" cy="152293"/>
                </a:xfrm>
                <a:custGeom>
                  <a:avLst/>
                  <a:gdLst/>
                  <a:ahLst/>
                  <a:cxnLst/>
                  <a:rect l="l" t="t" r="r" b="b"/>
                  <a:pathLst>
                    <a:path w="95011" h="28506" fill="none" extrusionOk="0">
                      <a:moveTo>
                        <a:pt x="0" y="28505"/>
                      </a:moveTo>
                      <a:lnTo>
                        <a:pt x="0" y="28505"/>
                      </a:lnTo>
                      <a:lnTo>
                        <a:pt x="95011" y="28505"/>
                      </a:lnTo>
                      <a:lnTo>
                        <a:pt x="95011" y="1"/>
                      </a:lnTo>
                      <a:lnTo>
                        <a:pt x="0" y="1"/>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13312" name="Google Shape;13312;p79"/>
            <p:cNvGrpSpPr/>
            <p:nvPr/>
          </p:nvGrpSpPr>
          <p:grpSpPr>
            <a:xfrm>
              <a:off x="4482186" y="3641905"/>
              <a:ext cx="397605" cy="349784"/>
              <a:chOff x="2906375" y="1159725"/>
              <a:chExt cx="1860575" cy="1636800"/>
            </a:xfrm>
          </p:grpSpPr>
          <p:sp>
            <p:nvSpPr>
              <p:cNvPr id="13313" name="Google Shape;13313;p79"/>
              <p:cNvSpPr/>
              <p:nvPr/>
            </p:nvSpPr>
            <p:spPr>
              <a:xfrm>
                <a:off x="2906375" y="1159725"/>
                <a:ext cx="1860575" cy="1320800"/>
              </a:xfrm>
              <a:custGeom>
                <a:avLst/>
                <a:gdLst/>
                <a:ahLst/>
                <a:cxnLst/>
                <a:rect l="l" t="t" r="r" b="b"/>
                <a:pathLst>
                  <a:path w="74423" h="52832" fill="none" extrusionOk="0">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314" name="Google Shape;13314;p79"/>
              <p:cNvSpPr/>
              <p:nvPr/>
            </p:nvSpPr>
            <p:spPr>
              <a:xfrm>
                <a:off x="3520750" y="2496900"/>
                <a:ext cx="656300" cy="214450"/>
              </a:xfrm>
              <a:custGeom>
                <a:avLst/>
                <a:gdLst/>
                <a:ahLst/>
                <a:cxnLst/>
                <a:rect l="l" t="t" r="r" b="b"/>
                <a:pathLst>
                  <a:path w="26252" h="8578" fill="none" extrusionOk="0">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315" name="Google Shape;13315;p79"/>
              <p:cNvSpPr/>
              <p:nvPr/>
            </p:nvSpPr>
            <p:spPr>
              <a:xfrm>
                <a:off x="3448300" y="2706900"/>
                <a:ext cx="803900" cy="89625"/>
              </a:xfrm>
              <a:custGeom>
                <a:avLst/>
                <a:gdLst/>
                <a:ahLst/>
                <a:cxnLst/>
                <a:rect l="l" t="t" r="r" b="b"/>
                <a:pathLst>
                  <a:path w="32156" h="3585" fill="none" extrusionOk="0">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316" name="Google Shape;13316;p79"/>
              <p:cNvSpPr/>
              <p:nvPr/>
            </p:nvSpPr>
            <p:spPr>
              <a:xfrm>
                <a:off x="3674575" y="1339775"/>
                <a:ext cx="324050" cy="308175"/>
              </a:xfrm>
              <a:custGeom>
                <a:avLst/>
                <a:gdLst/>
                <a:ahLst/>
                <a:cxnLst/>
                <a:rect l="l" t="t" r="r" b="b"/>
                <a:pathLst>
                  <a:path w="12962" h="12327" fill="none" extrusionOk="0">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w="9525" cap="flat" cmpd="sng">
                <a:solidFill>
                  <a:srgbClr val="FFFFFF"/>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13317" name="Google Shape;13317;p79"/>
          <p:cNvGrpSpPr/>
          <p:nvPr/>
        </p:nvGrpSpPr>
        <p:grpSpPr>
          <a:xfrm>
            <a:off x="6528949" y="1853803"/>
            <a:ext cx="940737" cy="721067"/>
            <a:chOff x="6599718" y="2068734"/>
            <a:chExt cx="940737" cy="721067"/>
          </a:xfrm>
        </p:grpSpPr>
        <p:sp>
          <p:nvSpPr>
            <p:cNvPr id="13318" name="Google Shape;13318;p79"/>
            <p:cNvSpPr/>
            <p:nvPr/>
          </p:nvSpPr>
          <p:spPr>
            <a:xfrm>
              <a:off x="7138953" y="2569473"/>
              <a:ext cx="366935" cy="115933"/>
            </a:xfrm>
            <a:custGeom>
              <a:avLst/>
              <a:gdLst/>
              <a:ahLst/>
              <a:cxnLst/>
              <a:rect l="l" t="t" r="r" b="b"/>
              <a:pathLst>
                <a:path w="105517" h="33338" fill="none" extrusionOk="0">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319" name="Google Shape;13319;p79"/>
            <p:cNvSpPr/>
            <p:nvPr/>
          </p:nvSpPr>
          <p:spPr>
            <a:xfrm>
              <a:off x="6650497" y="2579172"/>
              <a:ext cx="346397" cy="118079"/>
            </a:xfrm>
            <a:custGeom>
              <a:avLst/>
              <a:gdLst/>
              <a:ahLst/>
              <a:cxnLst/>
              <a:rect l="l" t="t" r="r" b="b"/>
              <a:pathLst>
                <a:path w="99611" h="33955" fill="none" extrusionOk="0">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320" name="Google Shape;13320;p79"/>
            <p:cNvSpPr/>
            <p:nvPr/>
          </p:nvSpPr>
          <p:spPr>
            <a:xfrm>
              <a:off x="7236268" y="2370428"/>
              <a:ext cx="304187" cy="115978"/>
            </a:xfrm>
            <a:custGeom>
              <a:avLst/>
              <a:gdLst/>
              <a:ahLst/>
              <a:cxnLst/>
              <a:rect l="l" t="t" r="r" b="b"/>
              <a:pathLst>
                <a:path w="87473" h="33351" fill="none" extrusionOk="0">
                  <a:moveTo>
                    <a:pt x="15181" y="0"/>
                  </a:moveTo>
                  <a:cubicBezTo>
                    <a:pt x="12114" y="11913"/>
                    <a:pt x="6975" y="23210"/>
                    <a:pt x="1" y="33350"/>
                  </a:cubicBezTo>
                  <a:lnTo>
                    <a:pt x="87472" y="33350"/>
                  </a:lnTo>
                  <a:lnTo>
                    <a:pt x="87472"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321" name="Google Shape;13321;p79"/>
            <p:cNvSpPr/>
            <p:nvPr/>
          </p:nvSpPr>
          <p:spPr>
            <a:xfrm>
              <a:off x="7252744" y="2161243"/>
              <a:ext cx="271454" cy="115982"/>
            </a:xfrm>
            <a:custGeom>
              <a:avLst/>
              <a:gdLst/>
              <a:ahLst/>
              <a:cxnLst/>
              <a:rect l="l" t="t" r="r" b="b"/>
              <a:pathLst>
                <a:path w="78060" h="33352" fill="none" extrusionOk="0">
                  <a:moveTo>
                    <a:pt x="0" y="1"/>
                  </a:moveTo>
                  <a:cubicBezTo>
                    <a:pt x="7288" y="9714"/>
                    <a:pt x="11762" y="21250"/>
                    <a:pt x="12918" y="33351"/>
                  </a:cubicBezTo>
                  <a:lnTo>
                    <a:pt x="78060" y="33351"/>
                  </a:lnTo>
                  <a:lnTo>
                    <a:pt x="78060" y="1"/>
                  </a:ln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322" name="Google Shape;13322;p79"/>
            <p:cNvSpPr/>
            <p:nvPr/>
          </p:nvSpPr>
          <p:spPr>
            <a:xfrm>
              <a:off x="6599718" y="2199610"/>
              <a:ext cx="260051" cy="115978"/>
            </a:xfrm>
            <a:custGeom>
              <a:avLst/>
              <a:gdLst/>
              <a:ahLst/>
              <a:cxnLst/>
              <a:rect l="l" t="t" r="r" b="b"/>
              <a:pathLst>
                <a:path w="74781" h="33351" fill="none" extrusionOk="0">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323" name="Google Shape;13323;p79"/>
            <p:cNvSpPr/>
            <p:nvPr/>
          </p:nvSpPr>
          <p:spPr>
            <a:xfrm>
              <a:off x="6605967" y="2389697"/>
              <a:ext cx="307727" cy="116023"/>
            </a:xfrm>
            <a:custGeom>
              <a:avLst/>
              <a:gdLst/>
              <a:ahLst/>
              <a:cxnLst/>
              <a:rect l="l" t="t" r="r" b="b"/>
              <a:pathLst>
                <a:path w="88491" h="33364" fill="none" extrusionOk="0">
                  <a:moveTo>
                    <a:pt x="70835" y="1"/>
                  </a:moveTo>
                  <a:lnTo>
                    <a:pt x="1" y="1"/>
                  </a:lnTo>
                  <a:lnTo>
                    <a:pt x="1" y="33363"/>
                  </a:lnTo>
                  <a:lnTo>
                    <a:pt x="88490" y="33363"/>
                  </a:lnTo>
                  <a:cubicBezTo>
                    <a:pt x="80662" y="23386"/>
                    <a:pt x="74680" y="12089"/>
                    <a:pt x="70835" y="1"/>
                  </a:cubicBez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3324" name="Google Shape;13324;p79"/>
            <p:cNvGrpSpPr/>
            <p:nvPr/>
          </p:nvGrpSpPr>
          <p:grpSpPr>
            <a:xfrm>
              <a:off x="6836957" y="2068734"/>
              <a:ext cx="461892" cy="721067"/>
              <a:chOff x="6836957" y="2068734"/>
              <a:chExt cx="461892" cy="721067"/>
            </a:xfrm>
          </p:grpSpPr>
          <p:sp>
            <p:nvSpPr>
              <p:cNvPr id="13325" name="Google Shape;13325;p79"/>
              <p:cNvSpPr/>
              <p:nvPr/>
            </p:nvSpPr>
            <p:spPr>
              <a:xfrm>
                <a:off x="7080441" y="2287271"/>
                <a:ext cx="187336" cy="123319"/>
              </a:xfrm>
              <a:custGeom>
                <a:avLst/>
                <a:gdLst/>
                <a:ahLst/>
                <a:cxnLst/>
                <a:rect l="l" t="t" r="r" b="b"/>
                <a:pathLst>
                  <a:path w="53871" h="35462" fill="none" extrusionOk="0">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326" name="Google Shape;13326;p79"/>
              <p:cNvSpPr/>
              <p:nvPr/>
            </p:nvSpPr>
            <p:spPr>
              <a:xfrm>
                <a:off x="7080441" y="2105091"/>
                <a:ext cx="182750" cy="157141"/>
              </a:xfrm>
              <a:custGeom>
                <a:avLst/>
                <a:gdLst/>
                <a:ahLst/>
                <a:cxnLst/>
                <a:rect l="l" t="t" r="r" b="b"/>
                <a:pathLst>
                  <a:path w="52552" h="45188" fill="none" extrusionOk="0">
                    <a:moveTo>
                      <a:pt x="1" y="45188"/>
                    </a:moveTo>
                    <a:lnTo>
                      <a:pt x="52551" y="45188"/>
                    </a:lnTo>
                    <a:cubicBezTo>
                      <a:pt x="47211" y="20458"/>
                      <a:pt x="25899" y="1609"/>
                      <a:pt x="1" y="1"/>
                    </a:cubicBez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327" name="Google Shape;13327;p79"/>
              <p:cNvSpPr/>
              <p:nvPr/>
            </p:nvSpPr>
            <p:spPr>
              <a:xfrm>
                <a:off x="6872702" y="2287006"/>
                <a:ext cx="187378" cy="123364"/>
              </a:xfrm>
              <a:custGeom>
                <a:avLst/>
                <a:gdLst/>
                <a:ahLst/>
                <a:cxnLst/>
                <a:rect l="l" t="t" r="r" b="b"/>
                <a:pathLst>
                  <a:path w="53883" h="35475" fill="none" extrusionOk="0">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328" name="Google Shape;13328;p79"/>
              <p:cNvSpPr/>
              <p:nvPr/>
            </p:nvSpPr>
            <p:spPr>
              <a:xfrm>
                <a:off x="6902504" y="2430686"/>
                <a:ext cx="152902" cy="185984"/>
              </a:xfrm>
              <a:custGeom>
                <a:avLst/>
                <a:gdLst/>
                <a:ahLst/>
                <a:cxnLst/>
                <a:rect l="l" t="t" r="r" b="b"/>
                <a:pathLst>
                  <a:path w="43969" h="53482" fill="none" extrusionOk="0">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329" name="Google Shape;13329;p79"/>
              <p:cNvSpPr/>
              <p:nvPr/>
            </p:nvSpPr>
            <p:spPr>
              <a:xfrm>
                <a:off x="6877289" y="2104831"/>
                <a:ext cx="182791" cy="157141"/>
              </a:xfrm>
              <a:custGeom>
                <a:avLst/>
                <a:gdLst/>
                <a:ahLst/>
                <a:cxnLst/>
                <a:rect l="l" t="t" r="r" b="b"/>
                <a:pathLst>
                  <a:path w="52564" h="45188" fill="none" extrusionOk="0">
                    <a:moveTo>
                      <a:pt x="52564" y="45187"/>
                    </a:moveTo>
                    <a:lnTo>
                      <a:pt x="52564" y="0"/>
                    </a:lnTo>
                    <a:cubicBezTo>
                      <a:pt x="26653" y="1621"/>
                      <a:pt x="5354" y="20470"/>
                      <a:pt x="1" y="45187"/>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330" name="Google Shape;13330;p79"/>
              <p:cNvSpPr/>
              <p:nvPr/>
            </p:nvSpPr>
            <p:spPr>
              <a:xfrm>
                <a:off x="7080441" y="2430686"/>
                <a:ext cx="152860" cy="185938"/>
              </a:xfrm>
              <a:custGeom>
                <a:avLst/>
                <a:gdLst/>
                <a:ahLst/>
                <a:cxnLst/>
                <a:rect l="l" t="t" r="r" b="b"/>
                <a:pathLst>
                  <a:path w="43957" h="53469" fill="none" extrusionOk="0">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3331" name="Google Shape;13331;p79"/>
              <p:cNvGrpSpPr/>
              <p:nvPr/>
            </p:nvGrpSpPr>
            <p:grpSpPr>
              <a:xfrm>
                <a:off x="6836957" y="2068734"/>
                <a:ext cx="461892" cy="721067"/>
                <a:chOff x="6836957" y="2068734"/>
                <a:chExt cx="461892" cy="721067"/>
              </a:xfrm>
            </p:grpSpPr>
            <p:sp>
              <p:nvSpPr>
                <p:cNvPr id="13332" name="Google Shape;13332;p79"/>
                <p:cNvSpPr/>
                <p:nvPr/>
              </p:nvSpPr>
              <p:spPr>
                <a:xfrm>
                  <a:off x="6996059" y="2711098"/>
                  <a:ext cx="143729" cy="78703"/>
                </a:xfrm>
                <a:custGeom>
                  <a:avLst/>
                  <a:gdLst/>
                  <a:ahLst/>
                  <a:cxnLst/>
                  <a:rect l="l" t="t" r="r" b="b"/>
                  <a:pathLst>
                    <a:path w="41331" h="22632" fill="none" extrusionOk="0">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333" name="Google Shape;13333;p79"/>
                <p:cNvSpPr/>
                <p:nvPr/>
              </p:nvSpPr>
              <p:spPr>
                <a:xfrm>
                  <a:off x="6996059" y="2647693"/>
                  <a:ext cx="143683" cy="88753"/>
                </a:xfrm>
                <a:custGeom>
                  <a:avLst/>
                  <a:gdLst/>
                  <a:ahLst/>
                  <a:cxnLst/>
                  <a:rect l="l" t="t" r="r" b="b"/>
                  <a:pathLst>
                    <a:path w="41318" h="25522" fill="none" extrusionOk="0">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334" name="Google Shape;13334;p79"/>
                <p:cNvSpPr/>
                <p:nvPr/>
              </p:nvSpPr>
              <p:spPr>
                <a:xfrm>
                  <a:off x="6990467" y="2723683"/>
                  <a:ext cx="154870" cy="12721"/>
                </a:xfrm>
                <a:custGeom>
                  <a:avLst/>
                  <a:gdLst/>
                  <a:ahLst/>
                  <a:cxnLst/>
                  <a:rect l="l" t="t" r="r" b="b"/>
                  <a:pathLst>
                    <a:path w="44535" h="3658" fill="none" extrusionOk="0">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335" name="Google Shape;13335;p79"/>
                <p:cNvSpPr/>
                <p:nvPr/>
              </p:nvSpPr>
              <p:spPr>
                <a:xfrm>
                  <a:off x="6990467" y="2698339"/>
                  <a:ext cx="154870" cy="12762"/>
                </a:xfrm>
                <a:custGeom>
                  <a:avLst/>
                  <a:gdLst/>
                  <a:ahLst/>
                  <a:cxnLst/>
                  <a:rect l="l" t="t" r="r" b="b"/>
                  <a:pathLst>
                    <a:path w="44535" h="3670" fill="none" extrusionOk="0">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336" name="Google Shape;13336;p79"/>
                <p:cNvSpPr/>
                <p:nvPr/>
              </p:nvSpPr>
              <p:spPr>
                <a:xfrm>
                  <a:off x="6990467" y="2647648"/>
                  <a:ext cx="154870" cy="12762"/>
                </a:xfrm>
                <a:custGeom>
                  <a:avLst/>
                  <a:gdLst/>
                  <a:ahLst/>
                  <a:cxnLst/>
                  <a:rect l="l" t="t" r="r" b="b"/>
                  <a:pathLst>
                    <a:path w="44535" h="3670" fill="none" extrusionOk="0">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337" name="Google Shape;13337;p79"/>
                <p:cNvSpPr/>
                <p:nvPr/>
              </p:nvSpPr>
              <p:spPr>
                <a:xfrm>
                  <a:off x="6990467" y="2672992"/>
                  <a:ext cx="154870" cy="12766"/>
                </a:xfrm>
                <a:custGeom>
                  <a:avLst/>
                  <a:gdLst/>
                  <a:ahLst/>
                  <a:cxnLst/>
                  <a:rect l="l" t="t" r="r" b="b"/>
                  <a:pathLst>
                    <a:path w="44535" h="3671" fill="none" extrusionOk="0">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338" name="Google Shape;13338;p79"/>
                <p:cNvSpPr/>
                <p:nvPr/>
              </p:nvSpPr>
              <p:spPr>
                <a:xfrm>
                  <a:off x="6836957" y="2068734"/>
                  <a:ext cx="461892" cy="589756"/>
                </a:xfrm>
                <a:custGeom>
                  <a:avLst/>
                  <a:gdLst/>
                  <a:ahLst/>
                  <a:cxnLst/>
                  <a:rect l="l" t="t" r="r" b="b"/>
                  <a:pathLst>
                    <a:path w="132823" h="169592" fill="none" extrusionOk="0">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w="9525" cap="flat" cmpd="sng">
                  <a:solidFill>
                    <a:srgbClr val="FEFEF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grpSp>
        <p:nvGrpSpPr>
          <p:cNvPr id="13339" name="Google Shape;13339;p79"/>
          <p:cNvGrpSpPr/>
          <p:nvPr/>
        </p:nvGrpSpPr>
        <p:grpSpPr>
          <a:xfrm>
            <a:off x="2412267" y="1858149"/>
            <a:ext cx="712577" cy="712374"/>
            <a:chOff x="2559249" y="2069323"/>
            <a:chExt cx="685566" cy="685634"/>
          </a:xfrm>
        </p:grpSpPr>
        <p:sp>
          <p:nvSpPr>
            <p:cNvPr id="13340" name="Google Shape;13340;p79"/>
            <p:cNvSpPr/>
            <p:nvPr/>
          </p:nvSpPr>
          <p:spPr>
            <a:xfrm>
              <a:off x="2637836" y="2532965"/>
              <a:ext cx="376180" cy="221993"/>
            </a:xfrm>
            <a:custGeom>
              <a:avLst/>
              <a:gdLst/>
              <a:ahLst/>
              <a:cxnLst/>
              <a:rect l="l" t="t" r="r" b="b"/>
              <a:pathLst>
                <a:path w="114864" h="67784" extrusionOk="0">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341" name="Google Shape;13341;p79"/>
            <p:cNvSpPr/>
            <p:nvPr/>
          </p:nvSpPr>
          <p:spPr>
            <a:xfrm>
              <a:off x="2910955" y="2421038"/>
              <a:ext cx="327385" cy="318821"/>
            </a:xfrm>
            <a:custGeom>
              <a:avLst/>
              <a:gdLst/>
              <a:ahLst/>
              <a:cxnLst/>
              <a:rect l="l" t="t" r="r" b="b"/>
              <a:pathLst>
                <a:path w="99965" h="97350" extrusionOk="0">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342" name="Google Shape;13342;p79"/>
            <p:cNvSpPr/>
            <p:nvPr/>
          </p:nvSpPr>
          <p:spPr>
            <a:xfrm>
              <a:off x="3122726" y="2149918"/>
              <a:ext cx="10490" cy="10015"/>
            </a:xfrm>
            <a:custGeom>
              <a:avLst/>
              <a:gdLst/>
              <a:ahLst/>
              <a:cxnLst/>
              <a:rect l="l" t="t" r="r" b="b"/>
              <a:pathLst>
                <a:path w="3203" h="3058" extrusionOk="0">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343" name="Google Shape;13343;p79"/>
            <p:cNvSpPr/>
            <p:nvPr/>
          </p:nvSpPr>
          <p:spPr>
            <a:xfrm>
              <a:off x="3022956" y="2159929"/>
              <a:ext cx="221858" cy="379216"/>
            </a:xfrm>
            <a:custGeom>
              <a:avLst/>
              <a:gdLst/>
              <a:ahLst/>
              <a:cxnLst/>
              <a:rect l="l" t="t" r="r" b="b"/>
              <a:pathLst>
                <a:path w="67743" h="115791" extrusionOk="0">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344" name="Google Shape;13344;p79"/>
            <p:cNvSpPr/>
            <p:nvPr/>
          </p:nvSpPr>
          <p:spPr>
            <a:xfrm>
              <a:off x="3001649" y="2257452"/>
              <a:ext cx="4395" cy="2908"/>
            </a:xfrm>
            <a:custGeom>
              <a:avLst/>
              <a:gdLst/>
              <a:ahLst/>
              <a:cxnLst/>
              <a:rect l="l" t="t" r="r" b="b"/>
              <a:pathLst>
                <a:path w="1342" h="888" extrusionOk="0">
                  <a:moveTo>
                    <a:pt x="1" y="1"/>
                  </a:moveTo>
                  <a:cubicBezTo>
                    <a:pt x="449" y="291"/>
                    <a:pt x="898" y="587"/>
                    <a:pt x="1341" y="888"/>
                  </a:cubicBezTo>
                  <a:cubicBezTo>
                    <a:pt x="898" y="587"/>
                    <a:pt x="449" y="291"/>
                    <a:pt x="1" y="1"/>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345" name="Google Shape;13345;p79"/>
            <p:cNvSpPr/>
            <p:nvPr/>
          </p:nvSpPr>
          <p:spPr>
            <a:xfrm>
              <a:off x="3006814" y="2260907"/>
              <a:ext cx="504" cy="373"/>
            </a:xfrm>
            <a:custGeom>
              <a:avLst/>
              <a:gdLst/>
              <a:ahLst/>
              <a:cxnLst/>
              <a:rect l="l" t="t" r="r" b="b"/>
              <a:pathLst>
                <a:path w="154" h="114" extrusionOk="0">
                  <a:moveTo>
                    <a:pt x="1" y="0"/>
                  </a:moveTo>
                  <a:lnTo>
                    <a:pt x="1" y="0"/>
                  </a:lnTo>
                  <a:cubicBezTo>
                    <a:pt x="50" y="40"/>
                    <a:pt x="104" y="74"/>
                    <a:pt x="154" y="114"/>
                  </a:cubicBezTo>
                  <a:cubicBezTo>
                    <a:pt x="104" y="74"/>
                    <a:pt x="55" y="40"/>
                    <a:pt x="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346" name="Google Shape;13346;p79"/>
            <p:cNvSpPr/>
            <p:nvPr/>
          </p:nvSpPr>
          <p:spPr>
            <a:xfrm>
              <a:off x="3007315" y="2261277"/>
              <a:ext cx="15645" cy="12190"/>
            </a:xfrm>
            <a:custGeom>
              <a:avLst/>
              <a:gdLst/>
              <a:ahLst/>
              <a:cxnLst/>
              <a:rect l="l" t="t" r="r" b="b"/>
              <a:pathLst>
                <a:path w="4777" h="3722" extrusionOk="0">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347" name="Google Shape;13347;p79"/>
            <p:cNvSpPr/>
            <p:nvPr/>
          </p:nvSpPr>
          <p:spPr>
            <a:xfrm>
              <a:off x="3006025" y="2260357"/>
              <a:ext cx="793" cy="553"/>
            </a:xfrm>
            <a:custGeom>
              <a:avLst/>
              <a:gdLst/>
              <a:ahLst/>
              <a:cxnLst/>
              <a:rect l="l" t="t" r="r" b="b"/>
              <a:pathLst>
                <a:path w="242" h="169" extrusionOk="0">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348" name="Google Shape;13348;p79"/>
            <p:cNvSpPr/>
            <p:nvPr/>
          </p:nvSpPr>
          <p:spPr>
            <a:xfrm>
              <a:off x="2790124" y="2069323"/>
              <a:ext cx="376068" cy="221963"/>
            </a:xfrm>
            <a:custGeom>
              <a:avLst/>
              <a:gdLst/>
              <a:ahLst/>
              <a:cxnLst/>
              <a:rect l="l" t="t" r="r" b="b"/>
              <a:pathLst>
                <a:path w="114830" h="67775" extrusionOk="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349" name="Google Shape;13349;p79"/>
            <p:cNvSpPr/>
            <p:nvPr/>
          </p:nvSpPr>
          <p:spPr>
            <a:xfrm>
              <a:off x="2559328" y="2381300"/>
              <a:ext cx="1294" cy="21877"/>
            </a:xfrm>
            <a:custGeom>
              <a:avLst/>
              <a:gdLst/>
              <a:ahLst/>
              <a:cxnLst/>
              <a:rect l="l" t="t" r="r" b="b"/>
              <a:pathLst>
                <a:path w="395" h="6680" extrusionOk="0">
                  <a:moveTo>
                    <a:pt x="395" y="1"/>
                  </a:moveTo>
                  <a:cubicBezTo>
                    <a:pt x="193" y="2219"/>
                    <a:pt x="65" y="4447"/>
                    <a:pt x="1" y="6679"/>
                  </a:cubicBezTo>
                  <a:lnTo>
                    <a:pt x="15" y="6679"/>
                  </a:lnTo>
                  <a:cubicBezTo>
                    <a:pt x="70" y="4447"/>
                    <a:pt x="198" y="2224"/>
                    <a:pt x="395" y="1"/>
                  </a:cubicBezTo>
                  <a:close/>
                </a:path>
              </a:pathLst>
            </a:custGeom>
            <a:solidFill>
              <a:srgbClr val="A5B7C5"/>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350" name="Google Shape;13350;p79"/>
            <p:cNvSpPr/>
            <p:nvPr/>
          </p:nvSpPr>
          <p:spPr>
            <a:xfrm>
              <a:off x="2565429" y="2084349"/>
              <a:ext cx="327628" cy="318828"/>
            </a:xfrm>
            <a:custGeom>
              <a:avLst/>
              <a:gdLst/>
              <a:ahLst/>
              <a:cxnLst/>
              <a:rect l="l" t="t" r="r" b="b"/>
              <a:pathLst>
                <a:path w="100039" h="97352" extrusionOk="0">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351" name="Google Shape;13351;p79"/>
            <p:cNvSpPr/>
            <p:nvPr/>
          </p:nvSpPr>
          <p:spPr>
            <a:xfrm>
              <a:off x="2560618" y="2347407"/>
              <a:ext cx="4814" cy="33896"/>
            </a:xfrm>
            <a:custGeom>
              <a:avLst/>
              <a:gdLst/>
              <a:ahLst/>
              <a:cxnLst/>
              <a:rect l="l" t="t" r="r" b="b"/>
              <a:pathLst>
                <a:path w="1470" h="10350" extrusionOk="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352" name="Google Shape;13352;p79"/>
            <p:cNvSpPr/>
            <p:nvPr/>
          </p:nvSpPr>
          <p:spPr>
            <a:xfrm>
              <a:off x="2559249" y="2285083"/>
              <a:ext cx="222808" cy="417520"/>
            </a:xfrm>
            <a:custGeom>
              <a:avLst/>
              <a:gdLst/>
              <a:ahLst/>
              <a:cxnLst/>
              <a:rect l="l" t="t" r="r" b="b"/>
              <a:pathLst>
                <a:path w="68033" h="127487" extrusionOk="0">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3353" name="Google Shape;13353;p79"/>
          <p:cNvGrpSpPr/>
          <p:nvPr/>
        </p:nvGrpSpPr>
        <p:grpSpPr>
          <a:xfrm>
            <a:off x="7594705" y="970938"/>
            <a:ext cx="845645" cy="711911"/>
            <a:chOff x="951975" y="315800"/>
            <a:chExt cx="5860325" cy="4933550"/>
          </a:xfrm>
        </p:grpSpPr>
        <p:sp>
          <p:nvSpPr>
            <p:cNvPr id="13354" name="Google Shape;13354;p79"/>
            <p:cNvSpPr/>
            <p:nvPr/>
          </p:nvSpPr>
          <p:spPr>
            <a:xfrm>
              <a:off x="6501500" y="3684025"/>
              <a:ext cx="310800" cy="261200"/>
            </a:xfrm>
            <a:custGeom>
              <a:avLst/>
              <a:gdLst/>
              <a:ahLst/>
              <a:cxnLst/>
              <a:rect l="l" t="t" r="r" b="b"/>
              <a:pathLst>
                <a:path w="12432" h="10448" extrusionOk="0">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355" name="Google Shape;13355;p79"/>
            <p:cNvSpPr/>
            <p:nvPr/>
          </p:nvSpPr>
          <p:spPr>
            <a:xfrm>
              <a:off x="6501500" y="2945200"/>
              <a:ext cx="310800" cy="261925"/>
            </a:xfrm>
            <a:custGeom>
              <a:avLst/>
              <a:gdLst/>
              <a:ahLst/>
              <a:cxnLst/>
              <a:rect l="l" t="t" r="r" b="b"/>
              <a:pathLst>
                <a:path w="12432" h="10477" extrusionOk="0">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356" name="Google Shape;13356;p79"/>
            <p:cNvSpPr/>
            <p:nvPr/>
          </p:nvSpPr>
          <p:spPr>
            <a:xfrm>
              <a:off x="6501500" y="2202650"/>
              <a:ext cx="310800" cy="266400"/>
            </a:xfrm>
            <a:custGeom>
              <a:avLst/>
              <a:gdLst/>
              <a:ahLst/>
              <a:cxnLst/>
              <a:rect l="l" t="t" r="r" b="b"/>
              <a:pathLst>
                <a:path w="12432" h="10656" extrusionOk="0">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357" name="Google Shape;13357;p79"/>
            <p:cNvSpPr/>
            <p:nvPr/>
          </p:nvSpPr>
          <p:spPr>
            <a:xfrm>
              <a:off x="951975" y="3495675"/>
              <a:ext cx="5460750" cy="1753675"/>
            </a:xfrm>
            <a:custGeom>
              <a:avLst/>
              <a:gdLst/>
              <a:ahLst/>
              <a:cxnLst/>
              <a:rect l="l" t="t" r="r" b="b"/>
              <a:pathLst>
                <a:path w="218430" h="70147" fill="none" extrusionOk="0">
                  <a:moveTo>
                    <a:pt x="29746" y="1"/>
                  </a:moveTo>
                  <a:lnTo>
                    <a:pt x="0" y="14430"/>
                  </a:lnTo>
                  <a:lnTo>
                    <a:pt x="109215" y="70147"/>
                  </a:lnTo>
                  <a:lnTo>
                    <a:pt x="218429" y="14430"/>
                  </a:lnTo>
                  <a:lnTo>
                    <a:pt x="188684" y="1"/>
                  </a:lnTo>
                  <a:lnTo>
                    <a:pt x="109215" y="40623"/>
                  </a:lnTo>
                  <a:close/>
                </a:path>
              </a:pathLst>
            </a:custGeom>
            <a:noFill/>
            <a:ln w="9525" cap="flat" cmpd="sng">
              <a:solidFill>
                <a:srgbClr val="435D74"/>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358" name="Google Shape;13358;p79"/>
            <p:cNvSpPr/>
            <p:nvPr/>
          </p:nvSpPr>
          <p:spPr>
            <a:xfrm>
              <a:off x="951975" y="2757600"/>
              <a:ext cx="5460750" cy="1753675"/>
            </a:xfrm>
            <a:custGeom>
              <a:avLst/>
              <a:gdLst/>
              <a:ahLst/>
              <a:cxnLst/>
              <a:rect l="l" t="t" r="r" b="b"/>
              <a:pathLst>
                <a:path w="218430" h="70147" fill="none" extrusionOk="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w="9525" cap="flat" cmpd="sng">
              <a:solidFill>
                <a:srgbClr val="869FB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359" name="Google Shape;13359;p79"/>
            <p:cNvSpPr/>
            <p:nvPr/>
          </p:nvSpPr>
          <p:spPr>
            <a:xfrm>
              <a:off x="951975" y="2019500"/>
              <a:ext cx="5460750" cy="1753675"/>
            </a:xfrm>
            <a:custGeom>
              <a:avLst/>
              <a:gdLst/>
              <a:ahLst/>
              <a:cxnLst/>
              <a:rect l="l" t="t" r="r" b="b"/>
              <a:pathLst>
                <a:path w="218430" h="70147" fill="none" extrusionOk="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w="9525" cap="flat" cmpd="sng">
              <a:solidFill>
                <a:srgbClr val="BAC8D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360" name="Google Shape;13360;p79"/>
            <p:cNvSpPr/>
            <p:nvPr/>
          </p:nvSpPr>
          <p:spPr>
            <a:xfrm>
              <a:off x="951975" y="315800"/>
              <a:ext cx="5460750" cy="2719300"/>
            </a:xfrm>
            <a:custGeom>
              <a:avLst/>
              <a:gdLst/>
              <a:ahLst/>
              <a:cxnLst/>
              <a:rect l="l" t="t" r="r" b="b"/>
              <a:pathLst>
                <a:path w="218430" h="108772" fill="none" extrusionOk="0">
                  <a:moveTo>
                    <a:pt x="109215" y="1"/>
                  </a:moveTo>
                  <a:lnTo>
                    <a:pt x="0" y="52832"/>
                  </a:lnTo>
                  <a:lnTo>
                    <a:pt x="109215" y="108771"/>
                  </a:lnTo>
                  <a:lnTo>
                    <a:pt x="218429" y="52832"/>
                  </a:ln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361" name="Google Shape;13361;p79"/>
            <p:cNvSpPr/>
            <p:nvPr/>
          </p:nvSpPr>
          <p:spPr>
            <a:xfrm>
              <a:off x="6501500" y="1464200"/>
              <a:ext cx="310800" cy="261550"/>
            </a:xfrm>
            <a:custGeom>
              <a:avLst/>
              <a:gdLst/>
              <a:ahLst/>
              <a:cxnLst/>
              <a:rect l="l" t="t" r="r" b="b"/>
              <a:pathLst>
                <a:path w="12432" h="10462" extrusionOk="0">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3362" name="Google Shape;13362;p79"/>
          <p:cNvGrpSpPr/>
          <p:nvPr/>
        </p:nvGrpSpPr>
        <p:grpSpPr>
          <a:xfrm>
            <a:off x="3691834" y="2707047"/>
            <a:ext cx="1617932" cy="621724"/>
            <a:chOff x="3862800" y="3038525"/>
            <a:chExt cx="1329006" cy="510698"/>
          </a:xfrm>
        </p:grpSpPr>
        <p:sp>
          <p:nvSpPr>
            <p:cNvPr id="13363" name="Google Shape;13363;p79"/>
            <p:cNvSpPr/>
            <p:nvPr/>
          </p:nvSpPr>
          <p:spPr>
            <a:xfrm>
              <a:off x="4185913" y="3040337"/>
              <a:ext cx="71107" cy="143789"/>
            </a:xfrm>
            <a:custGeom>
              <a:avLst/>
              <a:gdLst/>
              <a:ahLst/>
              <a:cxnLst/>
              <a:rect l="l" t="t" r="r" b="b"/>
              <a:pathLst>
                <a:path w="14722" h="29770" extrusionOk="0">
                  <a:moveTo>
                    <a:pt x="0" y="1"/>
                  </a:moveTo>
                  <a:cubicBezTo>
                    <a:pt x="0" y="11614"/>
                    <a:pt x="5398" y="22573"/>
                    <a:pt x="14721" y="29770"/>
                  </a:cubicBezTo>
                  <a:cubicBezTo>
                    <a:pt x="5562" y="22573"/>
                    <a:pt x="164" y="11614"/>
                    <a:pt x="164"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364" name="Google Shape;13364;p79"/>
            <p:cNvSpPr/>
            <p:nvPr/>
          </p:nvSpPr>
          <p:spPr>
            <a:xfrm>
              <a:off x="3967075" y="3045080"/>
              <a:ext cx="403706" cy="397383"/>
            </a:xfrm>
            <a:custGeom>
              <a:avLst/>
              <a:gdLst/>
              <a:ahLst/>
              <a:cxnLst/>
              <a:rect l="l" t="t" r="r" b="b"/>
              <a:pathLst>
                <a:path w="83583" h="82274" extrusionOk="0">
                  <a:moveTo>
                    <a:pt x="83583" y="82273"/>
                  </a:moveTo>
                  <a:cubicBezTo>
                    <a:pt x="37948" y="82273"/>
                    <a:pt x="655" y="45635"/>
                    <a:pt x="0" y="0"/>
                  </a:cubicBezTo>
                  <a:cubicBezTo>
                    <a:pt x="655" y="45635"/>
                    <a:pt x="37948" y="82273"/>
                    <a:pt x="83583" y="82273"/>
                  </a:cubicBezTo>
                  <a:close/>
                </a:path>
              </a:pathLst>
            </a:custGeom>
            <a:solidFill>
              <a:srgbClr val="445D73"/>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3365" name="Google Shape;13365;p79"/>
            <p:cNvGrpSpPr/>
            <p:nvPr/>
          </p:nvGrpSpPr>
          <p:grpSpPr>
            <a:xfrm>
              <a:off x="3967075" y="3040337"/>
              <a:ext cx="1019927" cy="402126"/>
              <a:chOff x="3967075" y="3040337"/>
              <a:chExt cx="1019927" cy="402126"/>
            </a:xfrm>
          </p:grpSpPr>
          <p:sp>
            <p:nvSpPr>
              <p:cNvPr id="13366" name="Google Shape;13366;p79"/>
              <p:cNvSpPr/>
              <p:nvPr/>
            </p:nvSpPr>
            <p:spPr>
              <a:xfrm>
                <a:off x="4369197" y="3335999"/>
                <a:ext cx="617805" cy="105869"/>
              </a:xfrm>
              <a:custGeom>
                <a:avLst/>
                <a:gdLst/>
                <a:ahLst/>
                <a:cxnLst/>
                <a:rect l="l" t="t" r="r" b="b"/>
                <a:pathLst>
                  <a:path w="127910" h="21919" fill="none" extrusionOk="0">
                    <a:moveTo>
                      <a:pt x="1" y="21918"/>
                    </a:moveTo>
                    <a:lnTo>
                      <a:pt x="127909" y="21918"/>
                    </a:lnTo>
                    <a:lnTo>
                      <a:pt x="127909" y="1"/>
                    </a:lnTo>
                    <a:lnTo>
                      <a:pt x="164" y="164"/>
                    </a:ln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367" name="Google Shape;13367;p79"/>
              <p:cNvSpPr/>
              <p:nvPr/>
            </p:nvSpPr>
            <p:spPr>
              <a:xfrm>
                <a:off x="3967075" y="3040337"/>
                <a:ext cx="403706" cy="402126"/>
              </a:xfrm>
              <a:custGeom>
                <a:avLst/>
                <a:gdLst/>
                <a:ahLst/>
                <a:cxnLst/>
                <a:rect l="l" t="t" r="r" b="b"/>
                <a:pathLst>
                  <a:path w="83583" h="83256" fill="none" extrusionOk="0">
                    <a:moveTo>
                      <a:pt x="83419" y="61501"/>
                    </a:moveTo>
                    <a:cubicBezTo>
                      <a:pt x="49397" y="61501"/>
                      <a:pt x="21755" y="34022"/>
                      <a:pt x="21755" y="1"/>
                    </a:cubicBezTo>
                    <a:lnTo>
                      <a:pt x="0" y="1"/>
                    </a:lnTo>
                    <a:lnTo>
                      <a:pt x="0" y="982"/>
                    </a:lnTo>
                    <a:cubicBezTo>
                      <a:pt x="818" y="46617"/>
                      <a:pt x="37948" y="83255"/>
                      <a:pt x="83583" y="83255"/>
                    </a:cubicBez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3368" name="Google Shape;13368;p79"/>
            <p:cNvGrpSpPr/>
            <p:nvPr/>
          </p:nvGrpSpPr>
          <p:grpSpPr>
            <a:xfrm>
              <a:off x="4186700" y="3040337"/>
              <a:ext cx="390475" cy="183289"/>
              <a:chOff x="4186700" y="3040337"/>
              <a:chExt cx="390475" cy="183289"/>
            </a:xfrm>
          </p:grpSpPr>
          <p:sp>
            <p:nvSpPr>
              <p:cNvPr id="13369" name="Google Shape;13369;p79"/>
              <p:cNvSpPr/>
              <p:nvPr/>
            </p:nvSpPr>
            <p:spPr>
              <a:xfrm>
                <a:off x="4370181" y="3120129"/>
                <a:ext cx="206994" cy="103497"/>
              </a:xfrm>
              <a:custGeom>
                <a:avLst/>
                <a:gdLst/>
                <a:ahLst/>
                <a:cxnLst/>
                <a:rect l="l" t="t" r="r" b="b"/>
                <a:pathLst>
                  <a:path w="42856" h="21428" fill="none" extrusionOk="0">
                    <a:moveTo>
                      <a:pt x="1" y="21428"/>
                    </a:moveTo>
                    <a:lnTo>
                      <a:pt x="42855" y="21428"/>
                    </a:lnTo>
                    <a:lnTo>
                      <a:pt x="42855" y="1"/>
                    </a:lnTo>
                    <a:lnTo>
                      <a:pt x="1" y="1"/>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370" name="Google Shape;13370;p79"/>
              <p:cNvSpPr/>
              <p:nvPr/>
            </p:nvSpPr>
            <p:spPr>
              <a:xfrm>
                <a:off x="4186700" y="3040337"/>
                <a:ext cx="184081" cy="183289"/>
              </a:xfrm>
              <a:custGeom>
                <a:avLst/>
                <a:gdLst/>
                <a:ahLst/>
                <a:cxnLst/>
                <a:rect l="l" t="t" r="r" b="b"/>
                <a:pathLst>
                  <a:path w="38112" h="37948" fill="none" extrusionOk="0">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3371" name="Google Shape;13371;p79"/>
            <p:cNvGrpSpPr/>
            <p:nvPr/>
          </p:nvGrpSpPr>
          <p:grpSpPr>
            <a:xfrm>
              <a:off x="4073727" y="3040337"/>
              <a:ext cx="697794" cy="296263"/>
              <a:chOff x="4073727" y="3040337"/>
              <a:chExt cx="697794" cy="296263"/>
            </a:xfrm>
          </p:grpSpPr>
          <p:sp>
            <p:nvSpPr>
              <p:cNvPr id="13372" name="Google Shape;13372;p79"/>
              <p:cNvSpPr/>
              <p:nvPr/>
            </p:nvSpPr>
            <p:spPr>
              <a:xfrm>
                <a:off x="4370181" y="3223621"/>
                <a:ext cx="401339" cy="112979"/>
              </a:xfrm>
              <a:custGeom>
                <a:avLst/>
                <a:gdLst/>
                <a:ahLst/>
                <a:cxnLst/>
                <a:rect l="l" t="t" r="r" b="b"/>
                <a:pathLst>
                  <a:path w="83093" h="23391" fill="none" extrusionOk="0">
                    <a:moveTo>
                      <a:pt x="1" y="23391"/>
                    </a:moveTo>
                    <a:lnTo>
                      <a:pt x="83092" y="23391"/>
                    </a:lnTo>
                    <a:lnTo>
                      <a:pt x="83092" y="1"/>
                    </a:lnTo>
                    <a:lnTo>
                      <a:pt x="1" y="1"/>
                    </a:ln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373" name="Google Shape;13373;p79"/>
              <p:cNvSpPr/>
              <p:nvPr/>
            </p:nvSpPr>
            <p:spPr>
              <a:xfrm>
                <a:off x="4073727" y="3040337"/>
                <a:ext cx="297055" cy="296263"/>
              </a:xfrm>
              <a:custGeom>
                <a:avLst/>
                <a:gdLst/>
                <a:ahLst/>
                <a:cxnLst/>
                <a:rect l="l" t="t" r="r" b="b"/>
                <a:pathLst>
                  <a:path w="61502" h="61338" fill="none" extrusionOk="0">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3374" name="Google Shape;13374;p79"/>
            <p:cNvGrpSpPr/>
            <p:nvPr/>
          </p:nvGrpSpPr>
          <p:grpSpPr>
            <a:xfrm>
              <a:off x="3862800" y="3038525"/>
              <a:ext cx="1329006" cy="510698"/>
              <a:chOff x="3862800" y="3038525"/>
              <a:chExt cx="1329006" cy="510698"/>
            </a:xfrm>
          </p:grpSpPr>
          <p:sp>
            <p:nvSpPr>
              <p:cNvPr id="13375" name="Google Shape;13375;p79"/>
              <p:cNvSpPr/>
              <p:nvPr/>
            </p:nvSpPr>
            <p:spPr>
              <a:xfrm>
                <a:off x="4370175" y="3441875"/>
                <a:ext cx="821631" cy="107348"/>
              </a:xfrm>
              <a:custGeom>
                <a:avLst/>
                <a:gdLst/>
                <a:ahLst/>
                <a:cxnLst/>
                <a:rect l="l" t="t" r="r" b="b"/>
                <a:pathLst>
                  <a:path w="170110" h="21919" fill="none" extrusionOk="0">
                    <a:moveTo>
                      <a:pt x="1" y="21918"/>
                    </a:moveTo>
                    <a:lnTo>
                      <a:pt x="170110" y="21918"/>
                    </a:lnTo>
                    <a:lnTo>
                      <a:pt x="170110" y="0"/>
                    </a:lnTo>
                    <a:lnTo>
                      <a:pt x="1" y="0"/>
                    </a:ln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376" name="Google Shape;13376;p79"/>
              <p:cNvSpPr/>
              <p:nvPr/>
            </p:nvSpPr>
            <p:spPr>
              <a:xfrm>
                <a:off x="3862800" y="3038525"/>
                <a:ext cx="507990" cy="510620"/>
              </a:xfrm>
              <a:custGeom>
                <a:avLst/>
                <a:gdLst/>
                <a:ahLst/>
                <a:cxnLst/>
                <a:rect l="l" t="t" r="r" b="b"/>
                <a:pathLst>
                  <a:path w="105174" h="105500" fill="none" extrusionOk="0">
                    <a:moveTo>
                      <a:pt x="105174" y="83418"/>
                    </a:moveTo>
                    <a:cubicBezTo>
                      <a:pt x="59539" y="83418"/>
                      <a:pt x="22246" y="46780"/>
                      <a:pt x="21591" y="1145"/>
                    </a:cubicBezTo>
                    <a:lnTo>
                      <a:pt x="21591" y="0"/>
                    </a:lnTo>
                    <a:lnTo>
                      <a:pt x="1" y="0"/>
                    </a:lnTo>
                    <a:cubicBezTo>
                      <a:pt x="1" y="58229"/>
                      <a:pt x="46944" y="105336"/>
                      <a:pt x="105174" y="105500"/>
                    </a:cubicBez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13377" name="Google Shape;13377;p79"/>
          <p:cNvGrpSpPr/>
          <p:nvPr/>
        </p:nvGrpSpPr>
        <p:grpSpPr>
          <a:xfrm>
            <a:off x="700156" y="970938"/>
            <a:ext cx="883205" cy="775176"/>
            <a:chOff x="649648" y="271400"/>
            <a:chExt cx="6215377" cy="5455143"/>
          </a:xfrm>
        </p:grpSpPr>
        <p:sp>
          <p:nvSpPr>
            <p:cNvPr id="13378" name="Google Shape;13378;p79"/>
            <p:cNvSpPr/>
            <p:nvPr/>
          </p:nvSpPr>
          <p:spPr>
            <a:xfrm>
              <a:off x="2641907" y="3717593"/>
              <a:ext cx="3573900" cy="2008950"/>
            </a:xfrm>
            <a:custGeom>
              <a:avLst/>
              <a:gdLst/>
              <a:ahLst/>
              <a:cxnLst/>
              <a:rect l="l" t="t" r="r" b="b"/>
              <a:pathLst>
                <a:path w="142956" h="80358" fill="none" extrusionOk="0">
                  <a:moveTo>
                    <a:pt x="0" y="50612"/>
                  </a:moveTo>
                  <a:cubicBezTo>
                    <a:pt x="53053" y="80357"/>
                    <a:pt x="120314" y="56605"/>
                    <a:pt x="142956" y="0"/>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379" name="Google Shape;13379;p79"/>
            <p:cNvSpPr/>
            <p:nvPr/>
          </p:nvSpPr>
          <p:spPr>
            <a:xfrm>
              <a:off x="1359875" y="2446825"/>
              <a:ext cx="338550" cy="1598275"/>
            </a:xfrm>
            <a:custGeom>
              <a:avLst/>
              <a:gdLst/>
              <a:ahLst/>
              <a:cxnLst/>
              <a:rect l="l" t="t" r="r" b="b"/>
              <a:pathLst>
                <a:path w="13542" h="63931" fill="none" extrusionOk="0">
                  <a:moveTo>
                    <a:pt x="888" y="0"/>
                  </a:moveTo>
                  <a:cubicBezTo>
                    <a:pt x="223" y="4440"/>
                    <a:pt x="1" y="9102"/>
                    <a:pt x="1" y="13763"/>
                  </a:cubicBezTo>
                  <a:cubicBezTo>
                    <a:pt x="1" y="31300"/>
                    <a:pt x="4662" y="48614"/>
                    <a:pt x="13541" y="63931"/>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380" name="Google Shape;13380;p79"/>
            <p:cNvSpPr/>
            <p:nvPr/>
          </p:nvSpPr>
          <p:spPr>
            <a:xfrm>
              <a:off x="1709500" y="271400"/>
              <a:ext cx="5149975" cy="2519525"/>
            </a:xfrm>
            <a:custGeom>
              <a:avLst/>
              <a:gdLst/>
              <a:ahLst/>
              <a:cxnLst/>
              <a:rect l="l" t="t" r="r" b="b"/>
              <a:pathLst>
                <a:path w="205999" h="100781" fill="none" extrusionOk="0">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381" name="Google Shape;13381;p79"/>
            <p:cNvSpPr/>
            <p:nvPr/>
          </p:nvSpPr>
          <p:spPr>
            <a:xfrm>
              <a:off x="5965975" y="415700"/>
              <a:ext cx="754750" cy="754750"/>
            </a:xfrm>
            <a:custGeom>
              <a:avLst/>
              <a:gdLst/>
              <a:ahLst/>
              <a:cxnLst/>
              <a:rect l="l" t="t" r="r" b="b"/>
              <a:pathLst>
                <a:path w="30190" h="30190" fill="none" extrusionOk="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382" name="Google Shape;13382;p79"/>
            <p:cNvSpPr/>
            <p:nvPr/>
          </p:nvSpPr>
          <p:spPr>
            <a:xfrm>
              <a:off x="699475" y="2457925"/>
              <a:ext cx="5183275" cy="2647150"/>
            </a:xfrm>
            <a:custGeom>
              <a:avLst/>
              <a:gdLst/>
              <a:ahLst/>
              <a:cxnLst/>
              <a:rect l="l" t="t" r="r" b="b"/>
              <a:pathLst>
                <a:path w="207331" h="105886" fill="none" extrusionOk="0">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383" name="Google Shape;13383;p79"/>
            <p:cNvSpPr/>
            <p:nvPr/>
          </p:nvSpPr>
          <p:spPr>
            <a:xfrm>
              <a:off x="2075775" y="387950"/>
              <a:ext cx="4012325" cy="2402975"/>
            </a:xfrm>
            <a:custGeom>
              <a:avLst/>
              <a:gdLst/>
              <a:ahLst/>
              <a:cxnLst/>
              <a:rect l="l" t="t" r="r" b="b"/>
              <a:pathLst>
                <a:path w="160493" h="96119" fill="none" extrusionOk="0">
                  <a:moveTo>
                    <a:pt x="160492" y="96118"/>
                  </a:moveTo>
                  <a:cubicBezTo>
                    <a:pt x="160492" y="57494"/>
                    <a:pt x="135630" y="23530"/>
                    <a:pt x="99003" y="11765"/>
                  </a:cubicBezTo>
                  <a:cubicBezTo>
                    <a:pt x="62377" y="0"/>
                    <a:pt x="22420" y="13097"/>
                    <a:pt x="0" y="44397"/>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384" name="Google Shape;13384;p79"/>
            <p:cNvSpPr/>
            <p:nvPr/>
          </p:nvSpPr>
          <p:spPr>
            <a:xfrm>
              <a:off x="649648" y="670971"/>
              <a:ext cx="5183118" cy="4298214"/>
            </a:xfrm>
            <a:custGeom>
              <a:avLst/>
              <a:gdLst/>
              <a:ahLst/>
              <a:cxnLst/>
              <a:rect l="l" t="t" r="r" b="b"/>
              <a:pathLst>
                <a:path w="205333" h="170260" fill="none" extrusionOk="0">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w="9525" cap="flat" cmpd="sng">
              <a:solidFill>
                <a:srgbClr val="445D7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385" name="Google Shape;13385;p79"/>
            <p:cNvSpPr/>
            <p:nvPr/>
          </p:nvSpPr>
          <p:spPr>
            <a:xfrm>
              <a:off x="1731700" y="1059450"/>
              <a:ext cx="5133325" cy="3762600"/>
            </a:xfrm>
            <a:custGeom>
              <a:avLst/>
              <a:gdLst/>
              <a:ahLst/>
              <a:cxnLst/>
              <a:rect l="l" t="t" r="r" b="b"/>
              <a:pathLst>
                <a:path w="205333" h="150504" fill="none" extrusionOk="0">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w="9525" cap="flat" cmpd="sng">
              <a:solidFill>
                <a:srgbClr val="869FB1"/>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386" name="Google Shape;13386;p79"/>
            <p:cNvSpPr/>
            <p:nvPr/>
          </p:nvSpPr>
          <p:spPr>
            <a:xfrm>
              <a:off x="5965975" y="2912975"/>
              <a:ext cx="754750" cy="754775"/>
            </a:xfrm>
            <a:custGeom>
              <a:avLst/>
              <a:gdLst/>
              <a:ahLst/>
              <a:cxnLst/>
              <a:rect l="l" t="t" r="r" b="b"/>
              <a:pathLst>
                <a:path w="30190" h="30191" fill="none" extrusionOk="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387" name="Google Shape;13387;p79"/>
            <p:cNvSpPr/>
            <p:nvPr/>
          </p:nvSpPr>
          <p:spPr>
            <a:xfrm>
              <a:off x="2453125" y="1464550"/>
              <a:ext cx="2874675" cy="2785900"/>
            </a:xfrm>
            <a:custGeom>
              <a:avLst/>
              <a:gdLst/>
              <a:ahLst/>
              <a:cxnLst/>
              <a:rect l="l" t="t" r="r" b="b"/>
              <a:pathLst>
                <a:path w="114987" h="111436" fill="none" extrusionOk="0">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388" name="Google Shape;13388;p79"/>
            <p:cNvSpPr/>
            <p:nvPr/>
          </p:nvSpPr>
          <p:spPr>
            <a:xfrm>
              <a:off x="732775" y="4183825"/>
              <a:ext cx="754775" cy="760300"/>
            </a:xfrm>
            <a:custGeom>
              <a:avLst/>
              <a:gdLst/>
              <a:ahLst/>
              <a:cxnLst/>
              <a:rect l="l" t="t" r="r" b="b"/>
              <a:pathLst>
                <a:path w="30191" h="30412" fill="none" extrusionOk="0">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389" name="Google Shape;13389;p79"/>
            <p:cNvSpPr/>
            <p:nvPr/>
          </p:nvSpPr>
          <p:spPr>
            <a:xfrm>
              <a:off x="732775" y="1669900"/>
              <a:ext cx="754775" cy="754750"/>
            </a:xfrm>
            <a:custGeom>
              <a:avLst/>
              <a:gdLst/>
              <a:ahLst/>
              <a:cxnLst/>
              <a:rect l="l" t="t" r="r" b="b"/>
              <a:pathLst>
                <a:path w="30191" h="30190" fill="none" extrusionOk="0">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3390" name="Google Shape;13390;p79"/>
          <p:cNvGrpSpPr/>
          <p:nvPr/>
        </p:nvGrpSpPr>
        <p:grpSpPr>
          <a:xfrm>
            <a:off x="2308457" y="970938"/>
            <a:ext cx="767704" cy="815489"/>
            <a:chOff x="2499700" y="1135950"/>
            <a:chExt cx="732402" cy="777990"/>
          </a:xfrm>
        </p:grpSpPr>
        <p:grpSp>
          <p:nvGrpSpPr>
            <p:cNvPr id="13391" name="Google Shape;13391;p79"/>
            <p:cNvGrpSpPr/>
            <p:nvPr/>
          </p:nvGrpSpPr>
          <p:grpSpPr>
            <a:xfrm>
              <a:off x="2499700" y="1135950"/>
              <a:ext cx="732402" cy="694705"/>
              <a:chOff x="2499700" y="1135950"/>
              <a:chExt cx="732402" cy="694705"/>
            </a:xfrm>
          </p:grpSpPr>
          <p:sp>
            <p:nvSpPr>
              <p:cNvPr id="13392" name="Google Shape;13392;p79"/>
              <p:cNvSpPr/>
              <p:nvPr/>
            </p:nvSpPr>
            <p:spPr>
              <a:xfrm>
                <a:off x="2721907" y="1135950"/>
                <a:ext cx="288719" cy="199571"/>
              </a:xfrm>
              <a:custGeom>
                <a:avLst/>
                <a:gdLst/>
                <a:ahLst/>
                <a:cxnLst/>
                <a:rect l="l" t="t" r="r" b="b"/>
                <a:pathLst>
                  <a:path w="81559" h="56376" extrusionOk="0">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393" name="Google Shape;13393;p79"/>
              <p:cNvSpPr/>
              <p:nvPr/>
            </p:nvSpPr>
            <p:spPr>
              <a:xfrm>
                <a:off x="2499700" y="1313180"/>
                <a:ext cx="225119" cy="278853"/>
              </a:xfrm>
              <a:custGeom>
                <a:avLst/>
                <a:gdLst/>
                <a:ahLst/>
                <a:cxnLst/>
                <a:rect l="l" t="t" r="r" b="b"/>
                <a:pathLst>
                  <a:path w="63593" h="78772" extrusionOk="0">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394" name="Google Shape;13394;p79"/>
              <p:cNvSpPr/>
              <p:nvPr/>
            </p:nvSpPr>
            <p:spPr>
              <a:xfrm>
                <a:off x="2721907" y="1317604"/>
                <a:ext cx="53599" cy="72899"/>
              </a:xfrm>
              <a:custGeom>
                <a:avLst/>
                <a:gdLst/>
                <a:ahLst/>
                <a:cxnLst/>
                <a:rect l="l" t="t" r="r" b="b"/>
                <a:pathLst>
                  <a:path w="15141" h="20593" extrusionOk="0">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395" name="Google Shape;13395;p79"/>
              <p:cNvSpPr/>
              <p:nvPr/>
            </p:nvSpPr>
            <p:spPr>
              <a:xfrm>
                <a:off x="2764773" y="1334751"/>
                <a:ext cx="47171" cy="52173"/>
              </a:xfrm>
              <a:custGeom>
                <a:avLst/>
                <a:gdLst/>
                <a:ahLst/>
                <a:cxnLst/>
                <a:rect l="l" t="t" r="r" b="b"/>
                <a:pathLst>
                  <a:path w="13325" h="14738" extrusionOk="0">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396" name="Google Shape;13396;p79"/>
              <p:cNvSpPr/>
              <p:nvPr/>
            </p:nvSpPr>
            <p:spPr>
              <a:xfrm>
                <a:off x="2554001" y="1354757"/>
                <a:ext cx="187956" cy="201536"/>
              </a:xfrm>
              <a:custGeom>
                <a:avLst/>
                <a:gdLst/>
                <a:ahLst/>
                <a:cxnLst/>
                <a:rect l="l" t="t" r="r" b="b"/>
                <a:pathLst>
                  <a:path w="53095" h="56931" extrusionOk="0">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397" name="Google Shape;13397;p79"/>
              <p:cNvSpPr/>
              <p:nvPr/>
            </p:nvSpPr>
            <p:spPr>
              <a:xfrm>
                <a:off x="2724763" y="1363329"/>
                <a:ext cx="46455" cy="58605"/>
              </a:xfrm>
              <a:custGeom>
                <a:avLst/>
                <a:gdLst/>
                <a:ahLst/>
                <a:cxnLst/>
                <a:rect l="l" t="t" r="r" b="b"/>
                <a:pathLst>
                  <a:path w="13123" h="16555" extrusionOk="0">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398" name="Google Shape;13398;p79"/>
              <p:cNvSpPr/>
              <p:nvPr/>
            </p:nvSpPr>
            <p:spPr>
              <a:xfrm>
                <a:off x="2587581" y="1591246"/>
                <a:ext cx="277288" cy="238695"/>
              </a:xfrm>
              <a:custGeom>
                <a:avLst/>
                <a:gdLst/>
                <a:ahLst/>
                <a:cxnLst/>
                <a:rect l="l" t="t" r="r" b="b"/>
                <a:pathLst>
                  <a:path w="78330" h="67428" extrusionOk="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399" name="Google Shape;13399;p79"/>
              <p:cNvSpPr/>
              <p:nvPr/>
            </p:nvSpPr>
            <p:spPr>
              <a:xfrm>
                <a:off x="2631881" y="1556237"/>
                <a:ext cx="95768" cy="46455"/>
              </a:xfrm>
              <a:custGeom>
                <a:avLst/>
                <a:gdLst/>
                <a:ahLst/>
                <a:cxnLst/>
                <a:rect l="l" t="t" r="r" b="b"/>
                <a:pathLst>
                  <a:path w="27053" h="13123" extrusionOk="0">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400" name="Google Shape;13400;p79"/>
              <p:cNvSpPr/>
              <p:nvPr/>
            </p:nvSpPr>
            <p:spPr>
              <a:xfrm>
                <a:off x="2661889" y="1514798"/>
                <a:ext cx="66467" cy="47170"/>
              </a:xfrm>
              <a:custGeom>
                <a:avLst/>
                <a:gdLst/>
                <a:ahLst/>
                <a:cxnLst/>
                <a:rect l="l" t="t" r="r" b="b"/>
                <a:pathLst>
                  <a:path w="18776" h="13325" extrusionOk="0">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401" name="Google Shape;13401;p79"/>
              <p:cNvSpPr/>
              <p:nvPr/>
            </p:nvSpPr>
            <p:spPr>
              <a:xfrm>
                <a:off x="2635452" y="1602677"/>
                <a:ext cx="205108" cy="180094"/>
              </a:xfrm>
              <a:custGeom>
                <a:avLst/>
                <a:gdLst/>
                <a:ahLst/>
                <a:cxnLst/>
                <a:rect l="l" t="t" r="r" b="b"/>
                <a:pathLst>
                  <a:path w="57940" h="50874" extrusionOk="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402" name="Google Shape;13402;p79"/>
              <p:cNvSpPr/>
              <p:nvPr/>
            </p:nvSpPr>
            <p:spPr>
              <a:xfrm>
                <a:off x="2676892" y="1560523"/>
                <a:ext cx="76471" cy="45025"/>
              </a:xfrm>
              <a:custGeom>
                <a:avLst/>
                <a:gdLst/>
                <a:ahLst/>
                <a:cxnLst/>
                <a:rect l="l" t="t" r="r" b="b"/>
                <a:pathLst>
                  <a:path w="21602" h="12719" extrusionOk="0">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403" name="Google Shape;13403;p79"/>
              <p:cNvSpPr/>
              <p:nvPr/>
            </p:nvSpPr>
            <p:spPr>
              <a:xfrm>
                <a:off x="2864801" y="1592672"/>
                <a:ext cx="278003" cy="237984"/>
              </a:xfrm>
              <a:custGeom>
                <a:avLst/>
                <a:gdLst/>
                <a:ahLst/>
                <a:cxnLst/>
                <a:rect l="l" t="t" r="r" b="b"/>
                <a:pathLst>
                  <a:path w="78532" h="67227" extrusionOk="0">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404" name="Google Shape;13404;p79"/>
              <p:cNvSpPr/>
              <p:nvPr/>
            </p:nvSpPr>
            <p:spPr>
              <a:xfrm>
                <a:off x="2840508" y="1660548"/>
                <a:ext cx="49316" cy="100770"/>
              </a:xfrm>
              <a:custGeom>
                <a:avLst/>
                <a:gdLst/>
                <a:ahLst/>
                <a:cxnLst/>
                <a:rect l="l" t="t" r="r" b="b"/>
                <a:pathLst>
                  <a:path w="13931" h="28466" extrusionOk="0">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405" name="Google Shape;13405;p79"/>
              <p:cNvSpPr/>
              <p:nvPr/>
            </p:nvSpPr>
            <p:spPr>
              <a:xfrm>
                <a:off x="2816930" y="1644831"/>
                <a:ext cx="47886" cy="77898"/>
              </a:xfrm>
              <a:custGeom>
                <a:avLst/>
                <a:gdLst/>
                <a:ahLst/>
                <a:cxnLst/>
                <a:rect l="l" t="t" r="r" b="b"/>
                <a:pathLst>
                  <a:path w="13527" h="22005" extrusionOk="0">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406" name="Google Shape;13406;p79"/>
              <p:cNvSpPr/>
              <p:nvPr/>
            </p:nvSpPr>
            <p:spPr>
              <a:xfrm>
                <a:off x="2889093" y="1602677"/>
                <a:ext cx="205823" cy="180809"/>
              </a:xfrm>
              <a:custGeom>
                <a:avLst/>
                <a:gdLst/>
                <a:ahLst/>
                <a:cxnLst/>
                <a:rect l="l" t="t" r="r" b="b"/>
                <a:pathLst>
                  <a:path w="58142" h="51076" extrusionOk="0">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407" name="Google Shape;13407;p79"/>
              <p:cNvSpPr/>
              <p:nvPr/>
            </p:nvSpPr>
            <p:spPr>
              <a:xfrm>
                <a:off x="2864801" y="1644831"/>
                <a:ext cx="48601" cy="77898"/>
              </a:xfrm>
              <a:custGeom>
                <a:avLst/>
                <a:gdLst/>
                <a:ahLst/>
                <a:cxnLst/>
                <a:rect l="l" t="t" r="r" b="b"/>
                <a:pathLst>
                  <a:path w="13729" h="22005" extrusionOk="0">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408" name="Google Shape;13408;p79"/>
              <p:cNvSpPr/>
              <p:nvPr/>
            </p:nvSpPr>
            <p:spPr>
              <a:xfrm>
                <a:off x="2864086" y="1653402"/>
                <a:ext cx="2149" cy="7151"/>
              </a:xfrm>
              <a:custGeom>
                <a:avLst/>
                <a:gdLst/>
                <a:ahLst/>
                <a:cxnLst/>
                <a:rect l="l" t="t" r="r" b="b"/>
                <a:pathLst>
                  <a:path w="607" h="2020" extrusionOk="0">
                    <a:moveTo>
                      <a:pt x="1" y="1"/>
                    </a:moveTo>
                    <a:cubicBezTo>
                      <a:pt x="1" y="606"/>
                      <a:pt x="203" y="1414"/>
                      <a:pt x="203" y="2019"/>
                    </a:cubicBezTo>
                    <a:cubicBezTo>
                      <a:pt x="405" y="1414"/>
                      <a:pt x="405" y="606"/>
                      <a:pt x="607" y="1"/>
                    </a:cubicBez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409" name="Google Shape;13409;p79"/>
              <p:cNvSpPr/>
              <p:nvPr/>
            </p:nvSpPr>
            <p:spPr>
              <a:xfrm>
                <a:off x="3006983" y="1313318"/>
                <a:ext cx="225119" cy="279430"/>
              </a:xfrm>
              <a:custGeom>
                <a:avLst/>
                <a:gdLst/>
                <a:ahLst/>
                <a:cxnLst/>
                <a:rect l="l" t="t" r="r" b="b"/>
                <a:pathLst>
                  <a:path w="63593" h="78935" extrusionOk="0">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410" name="Google Shape;13410;p79"/>
              <p:cNvSpPr/>
              <p:nvPr/>
            </p:nvSpPr>
            <p:spPr>
              <a:xfrm>
                <a:off x="2956256" y="1319034"/>
                <a:ext cx="54314" cy="72184"/>
              </a:xfrm>
              <a:custGeom>
                <a:avLst/>
                <a:gdLst/>
                <a:ahLst/>
                <a:cxnLst/>
                <a:rect l="l" t="t" r="r" b="b"/>
                <a:pathLst>
                  <a:path w="15343" h="20391" extrusionOk="0">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411" name="Google Shape;13411;p79"/>
              <p:cNvSpPr/>
              <p:nvPr/>
            </p:nvSpPr>
            <p:spPr>
              <a:xfrm>
                <a:off x="2919817" y="1335466"/>
                <a:ext cx="47886" cy="52888"/>
              </a:xfrm>
              <a:custGeom>
                <a:avLst/>
                <a:gdLst/>
                <a:ahLst/>
                <a:cxnLst/>
                <a:rect l="l" t="t" r="r" b="b"/>
                <a:pathLst>
                  <a:path w="13527" h="14940" extrusionOk="0">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412" name="Google Shape;13412;p79"/>
              <p:cNvSpPr/>
              <p:nvPr/>
            </p:nvSpPr>
            <p:spPr>
              <a:xfrm>
                <a:off x="3002697" y="1557663"/>
                <a:ext cx="95053" cy="46455"/>
              </a:xfrm>
              <a:custGeom>
                <a:avLst/>
                <a:gdLst/>
                <a:ahLst/>
                <a:cxnLst/>
                <a:rect l="l" t="t" r="r" b="b"/>
                <a:pathLst>
                  <a:path w="26851" h="13123" extrusionOk="0">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413" name="Google Shape;13413;p79"/>
              <p:cNvSpPr/>
              <p:nvPr/>
            </p:nvSpPr>
            <p:spPr>
              <a:xfrm>
                <a:off x="2975545" y="1561238"/>
                <a:ext cx="78616" cy="45740"/>
              </a:xfrm>
              <a:custGeom>
                <a:avLst/>
                <a:gdLst/>
                <a:ahLst/>
                <a:cxnLst/>
                <a:rect l="l" t="t" r="r" b="b"/>
                <a:pathLst>
                  <a:path w="22208" h="12921" extrusionOk="0">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414" name="Google Shape;13414;p79"/>
              <p:cNvSpPr/>
              <p:nvPr/>
            </p:nvSpPr>
            <p:spPr>
              <a:xfrm>
                <a:off x="2959827" y="1364044"/>
                <a:ext cx="47171" cy="60035"/>
              </a:xfrm>
              <a:custGeom>
                <a:avLst/>
                <a:gdLst/>
                <a:ahLst/>
                <a:cxnLst/>
                <a:rect l="l" t="t" r="r" b="b"/>
                <a:pathLst>
                  <a:path w="13325" h="16959" extrusionOk="0">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415" name="Google Shape;13415;p79"/>
              <p:cNvSpPr/>
              <p:nvPr/>
            </p:nvSpPr>
            <p:spPr>
              <a:xfrm>
                <a:off x="3002697" y="1515509"/>
                <a:ext cx="67179" cy="47170"/>
              </a:xfrm>
              <a:custGeom>
                <a:avLst/>
                <a:gdLst/>
                <a:ahLst/>
                <a:cxnLst/>
                <a:rect l="l" t="t" r="r" b="b"/>
                <a:pathLst>
                  <a:path w="18977" h="13325" extrusionOk="0">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416" name="Google Shape;13416;p79"/>
              <p:cNvSpPr/>
              <p:nvPr/>
            </p:nvSpPr>
            <p:spPr>
              <a:xfrm>
                <a:off x="3001982" y="1561238"/>
                <a:ext cx="719" cy="4"/>
              </a:xfrm>
              <a:custGeom>
                <a:avLst/>
                <a:gdLst/>
                <a:ahLst/>
                <a:cxnLst/>
                <a:rect l="l" t="t" r="r" b="b"/>
                <a:pathLst>
                  <a:path w="203" h="1" extrusionOk="0">
                    <a:moveTo>
                      <a:pt x="202" y="0"/>
                    </a:moveTo>
                    <a:lnTo>
                      <a:pt x="202" y="0"/>
                    </a:lnTo>
                    <a:lnTo>
                      <a:pt x="0" y="0"/>
                    </a:ln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417" name="Google Shape;13417;p79"/>
              <p:cNvSpPr/>
              <p:nvPr/>
            </p:nvSpPr>
            <p:spPr>
              <a:xfrm>
                <a:off x="2727622" y="1560523"/>
                <a:ext cx="4" cy="4"/>
              </a:xfrm>
              <a:custGeom>
                <a:avLst/>
                <a:gdLst/>
                <a:ahLst/>
                <a:cxnLst/>
                <a:rect l="l" t="t" r="r" b="b"/>
                <a:pathLst>
                  <a:path w="1" h="1" extrusionOk="0">
                    <a:moveTo>
                      <a:pt x="0" y="0"/>
                    </a:move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418" name="Google Shape;13418;p79"/>
              <p:cNvSpPr/>
              <p:nvPr/>
            </p:nvSpPr>
            <p:spPr>
              <a:xfrm>
                <a:off x="2706186" y="1356898"/>
                <a:ext cx="321598" cy="311591"/>
              </a:xfrm>
              <a:custGeom>
                <a:avLst/>
                <a:gdLst/>
                <a:ahLst/>
                <a:cxnLst/>
                <a:rect l="l" t="t" r="r" b="b"/>
                <a:pathLst>
                  <a:path w="90847" h="88020" fill="none" extrusionOk="0">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w="9525" cap="flat" cmpd="sng">
                <a:solidFill>
                  <a:srgbClr val="FFFFFF"/>
                </a:solidFill>
                <a:prstDash val="solid"/>
                <a:miter lim="20187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3419" name="Google Shape;13419;p79"/>
            <p:cNvGrpSpPr/>
            <p:nvPr/>
          </p:nvGrpSpPr>
          <p:grpSpPr>
            <a:xfrm>
              <a:off x="2517909" y="1188726"/>
              <a:ext cx="702702" cy="725214"/>
              <a:chOff x="2517909" y="1188726"/>
              <a:chExt cx="702702" cy="725214"/>
            </a:xfrm>
          </p:grpSpPr>
          <p:sp>
            <p:nvSpPr>
              <p:cNvPr id="13420" name="Google Shape;13420;p79"/>
              <p:cNvSpPr/>
              <p:nvPr/>
            </p:nvSpPr>
            <p:spPr>
              <a:xfrm>
                <a:off x="2621966" y="118872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421" name="Google Shape;13421;p79"/>
              <p:cNvSpPr/>
              <p:nvPr/>
            </p:nvSpPr>
            <p:spPr>
              <a:xfrm>
                <a:off x="2517909" y="154330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422" name="Google Shape;13422;p79"/>
              <p:cNvSpPr/>
              <p:nvPr/>
            </p:nvSpPr>
            <p:spPr>
              <a:xfrm>
                <a:off x="3174265" y="155689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423" name="Google Shape;13423;p79"/>
              <p:cNvSpPr/>
              <p:nvPr/>
            </p:nvSpPr>
            <p:spPr>
              <a:xfrm>
                <a:off x="3023194" y="119720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424" name="Google Shape;13424;p79"/>
              <p:cNvSpPr/>
              <p:nvPr/>
            </p:nvSpPr>
            <p:spPr>
              <a:xfrm rot="8660313">
                <a:off x="2818264" y="180429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13425" name="Google Shape;13425;p79"/>
          <p:cNvGrpSpPr/>
          <p:nvPr/>
        </p:nvGrpSpPr>
        <p:grpSpPr>
          <a:xfrm>
            <a:off x="1654189" y="970938"/>
            <a:ext cx="583439" cy="870229"/>
            <a:chOff x="1716825" y="1121550"/>
            <a:chExt cx="622800" cy="928938"/>
          </a:xfrm>
        </p:grpSpPr>
        <p:grpSp>
          <p:nvGrpSpPr>
            <p:cNvPr id="13426" name="Google Shape;13426;p79"/>
            <p:cNvGrpSpPr/>
            <p:nvPr/>
          </p:nvGrpSpPr>
          <p:grpSpPr>
            <a:xfrm>
              <a:off x="1716825" y="1121550"/>
              <a:ext cx="622800" cy="928938"/>
              <a:chOff x="1716825" y="1121550"/>
              <a:chExt cx="622800" cy="928938"/>
            </a:xfrm>
          </p:grpSpPr>
          <p:cxnSp>
            <p:nvCxnSpPr>
              <p:cNvPr id="13427" name="Google Shape;13427;p79"/>
              <p:cNvCxnSpPr/>
              <p:nvPr/>
            </p:nvCxnSpPr>
            <p:spPr>
              <a:xfrm>
                <a:off x="1954750" y="1738188"/>
                <a:ext cx="0" cy="312300"/>
              </a:xfrm>
              <a:prstGeom prst="straightConnector1">
                <a:avLst/>
              </a:prstGeom>
              <a:noFill/>
              <a:ln w="9525" cap="flat" cmpd="sng">
                <a:solidFill>
                  <a:srgbClr val="213B55"/>
                </a:solidFill>
                <a:prstDash val="solid"/>
                <a:round/>
                <a:headEnd type="none" w="med" len="med"/>
                <a:tailEnd type="none" w="med" len="med"/>
              </a:ln>
            </p:spPr>
          </p:cxnSp>
          <p:sp>
            <p:nvSpPr>
              <p:cNvPr id="13428" name="Google Shape;13428;p79"/>
              <p:cNvSpPr/>
              <p:nvPr/>
            </p:nvSpPr>
            <p:spPr>
              <a:xfrm>
                <a:off x="1716825" y="1121550"/>
                <a:ext cx="622800" cy="622800"/>
              </a:xfrm>
              <a:prstGeom prst="ellipse">
                <a:avLst/>
              </a:pr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3429" name="Google Shape;13429;p79"/>
            <p:cNvGrpSpPr/>
            <p:nvPr/>
          </p:nvGrpSpPr>
          <p:grpSpPr>
            <a:xfrm>
              <a:off x="1768050" y="1172775"/>
              <a:ext cx="520200" cy="832000"/>
              <a:chOff x="1768050" y="1172775"/>
              <a:chExt cx="520200" cy="832000"/>
            </a:xfrm>
          </p:grpSpPr>
          <p:cxnSp>
            <p:nvCxnSpPr>
              <p:cNvPr id="13430" name="Google Shape;13430;p79"/>
              <p:cNvCxnSpPr/>
              <p:nvPr/>
            </p:nvCxnSpPr>
            <p:spPr>
              <a:xfrm>
                <a:off x="2003025" y="1692475"/>
                <a:ext cx="0" cy="312300"/>
              </a:xfrm>
              <a:prstGeom prst="straightConnector1">
                <a:avLst/>
              </a:prstGeom>
              <a:noFill/>
              <a:ln w="9525" cap="flat" cmpd="sng">
                <a:solidFill>
                  <a:srgbClr val="667E92"/>
                </a:solidFill>
                <a:prstDash val="solid"/>
                <a:round/>
                <a:headEnd type="none" w="med" len="med"/>
                <a:tailEnd type="none" w="med" len="med"/>
              </a:ln>
            </p:spPr>
          </p:cxnSp>
          <p:sp>
            <p:nvSpPr>
              <p:cNvPr id="13431" name="Google Shape;13431;p79"/>
              <p:cNvSpPr/>
              <p:nvPr/>
            </p:nvSpPr>
            <p:spPr>
              <a:xfrm>
                <a:off x="1768050" y="1172775"/>
                <a:ext cx="520200" cy="520200"/>
              </a:xfrm>
              <a:prstGeom prst="ellipse">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3432" name="Google Shape;13432;p79"/>
            <p:cNvGrpSpPr/>
            <p:nvPr/>
          </p:nvGrpSpPr>
          <p:grpSpPr>
            <a:xfrm>
              <a:off x="1820100" y="1225475"/>
              <a:ext cx="416400" cy="729575"/>
              <a:chOff x="1820100" y="1225475"/>
              <a:chExt cx="416400" cy="729575"/>
            </a:xfrm>
          </p:grpSpPr>
          <p:cxnSp>
            <p:nvCxnSpPr>
              <p:cNvPr id="13433" name="Google Shape;13433;p79"/>
              <p:cNvCxnSpPr/>
              <p:nvPr/>
            </p:nvCxnSpPr>
            <p:spPr>
              <a:xfrm>
                <a:off x="2051300" y="1642750"/>
                <a:ext cx="0" cy="312300"/>
              </a:xfrm>
              <a:prstGeom prst="straightConnector1">
                <a:avLst/>
              </a:prstGeom>
              <a:noFill/>
              <a:ln w="9525" cap="flat" cmpd="sng">
                <a:solidFill>
                  <a:srgbClr val="445D73"/>
                </a:solidFill>
                <a:prstDash val="solid"/>
                <a:round/>
                <a:headEnd type="none" w="med" len="med"/>
                <a:tailEnd type="none" w="med" len="med"/>
              </a:ln>
            </p:spPr>
          </p:cxnSp>
          <p:sp>
            <p:nvSpPr>
              <p:cNvPr id="13434" name="Google Shape;13434;p79"/>
              <p:cNvSpPr/>
              <p:nvPr/>
            </p:nvSpPr>
            <p:spPr>
              <a:xfrm>
                <a:off x="1820100" y="1225475"/>
                <a:ext cx="416400" cy="416400"/>
              </a:xfrm>
              <a:prstGeom prst="ellipse">
                <a:avLst/>
              </a:pr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3435" name="Google Shape;13435;p79"/>
            <p:cNvGrpSpPr/>
            <p:nvPr/>
          </p:nvGrpSpPr>
          <p:grpSpPr>
            <a:xfrm>
              <a:off x="1874250" y="1278825"/>
              <a:ext cx="308100" cy="605275"/>
              <a:chOff x="1874250" y="1278825"/>
              <a:chExt cx="308100" cy="605275"/>
            </a:xfrm>
          </p:grpSpPr>
          <p:cxnSp>
            <p:nvCxnSpPr>
              <p:cNvPr id="13436" name="Google Shape;13436;p79"/>
              <p:cNvCxnSpPr/>
              <p:nvPr/>
            </p:nvCxnSpPr>
            <p:spPr>
              <a:xfrm>
                <a:off x="2099575" y="1571800"/>
                <a:ext cx="0" cy="312300"/>
              </a:xfrm>
              <a:prstGeom prst="straightConnector1">
                <a:avLst/>
              </a:prstGeom>
              <a:noFill/>
              <a:ln w="9525" cap="flat" cmpd="sng">
                <a:solidFill>
                  <a:srgbClr val="E3E9ED"/>
                </a:solidFill>
                <a:prstDash val="solid"/>
                <a:round/>
                <a:headEnd type="none" w="med" len="med"/>
                <a:tailEnd type="none" w="med" len="med"/>
              </a:ln>
            </p:spPr>
          </p:cxnSp>
          <p:sp>
            <p:nvSpPr>
              <p:cNvPr id="13437" name="Google Shape;13437;p79"/>
              <p:cNvSpPr/>
              <p:nvPr/>
            </p:nvSpPr>
            <p:spPr>
              <a:xfrm>
                <a:off x="1874250" y="1278825"/>
                <a:ext cx="308100" cy="3081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3438" name="Google Shape;13438;p79"/>
            <p:cNvSpPr/>
            <p:nvPr/>
          </p:nvSpPr>
          <p:spPr>
            <a:xfrm>
              <a:off x="1920625" y="1326000"/>
              <a:ext cx="215400" cy="215400"/>
            </a:xfrm>
            <a:prstGeom prst="ellipse">
              <a:avLst/>
            </a:pr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3439" name="Google Shape;13439;p79"/>
          <p:cNvGrpSpPr/>
          <p:nvPr/>
        </p:nvGrpSpPr>
        <p:grpSpPr>
          <a:xfrm>
            <a:off x="1574012" y="1857260"/>
            <a:ext cx="739072" cy="714152"/>
            <a:chOff x="4334725" y="1355875"/>
            <a:chExt cx="3106650" cy="3001900"/>
          </a:xfrm>
        </p:grpSpPr>
        <p:grpSp>
          <p:nvGrpSpPr>
            <p:cNvPr id="13440" name="Google Shape;13440;p79"/>
            <p:cNvGrpSpPr/>
            <p:nvPr/>
          </p:nvGrpSpPr>
          <p:grpSpPr>
            <a:xfrm>
              <a:off x="4516050" y="1724875"/>
              <a:ext cx="2693725" cy="2632900"/>
              <a:chOff x="4516050" y="1724875"/>
              <a:chExt cx="2693725" cy="2632900"/>
            </a:xfrm>
          </p:grpSpPr>
          <p:sp>
            <p:nvSpPr>
              <p:cNvPr id="13441" name="Google Shape;13441;p79"/>
              <p:cNvSpPr/>
              <p:nvPr/>
            </p:nvSpPr>
            <p:spPr>
              <a:xfrm>
                <a:off x="6227525" y="1737400"/>
                <a:ext cx="982250" cy="1548550"/>
              </a:xfrm>
              <a:custGeom>
                <a:avLst/>
                <a:gdLst/>
                <a:ahLst/>
                <a:cxnLst/>
                <a:rect l="l" t="t" r="r" b="b"/>
                <a:pathLst>
                  <a:path w="39290" h="61942" extrusionOk="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442" name="Google Shape;13442;p79"/>
              <p:cNvSpPr/>
              <p:nvPr/>
            </p:nvSpPr>
            <p:spPr>
              <a:xfrm>
                <a:off x="4516050" y="1724875"/>
                <a:ext cx="1010900" cy="1581800"/>
              </a:xfrm>
              <a:custGeom>
                <a:avLst/>
                <a:gdLst/>
                <a:ahLst/>
                <a:cxnLst/>
                <a:rect l="l" t="t" r="r" b="b"/>
                <a:pathLst>
                  <a:path w="40436" h="63272" extrusionOk="0">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443" name="Google Shape;13443;p79"/>
              <p:cNvSpPr/>
              <p:nvPr/>
            </p:nvSpPr>
            <p:spPr>
              <a:xfrm>
                <a:off x="4977525" y="3800325"/>
                <a:ext cx="1782050" cy="557450"/>
              </a:xfrm>
              <a:custGeom>
                <a:avLst/>
                <a:gdLst/>
                <a:ahLst/>
                <a:cxnLst/>
                <a:rect l="l" t="t" r="r" b="b"/>
                <a:pathLst>
                  <a:path w="71282" h="22298" extrusionOk="0">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3444" name="Google Shape;13444;p79"/>
            <p:cNvGrpSpPr/>
            <p:nvPr/>
          </p:nvGrpSpPr>
          <p:grpSpPr>
            <a:xfrm>
              <a:off x="4334725" y="1355875"/>
              <a:ext cx="3106650" cy="2709650"/>
              <a:chOff x="4334725" y="1355875"/>
              <a:chExt cx="3106650" cy="2709650"/>
            </a:xfrm>
          </p:grpSpPr>
          <p:sp>
            <p:nvSpPr>
              <p:cNvPr id="13445" name="Google Shape;13445;p79"/>
              <p:cNvSpPr/>
              <p:nvPr/>
            </p:nvSpPr>
            <p:spPr>
              <a:xfrm>
                <a:off x="5427950" y="1355875"/>
                <a:ext cx="904575" cy="1665925"/>
              </a:xfrm>
              <a:custGeom>
                <a:avLst/>
                <a:gdLst/>
                <a:ahLst/>
                <a:cxnLst/>
                <a:rect l="l" t="t" r="r" b="b"/>
                <a:pathLst>
                  <a:path w="36183" h="66637" fill="none" extrusionOk="0">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w="9525" cap="flat" cmpd="sng">
                <a:solidFill>
                  <a:srgbClr val="5F7D9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446" name="Google Shape;13446;p79"/>
              <p:cNvSpPr/>
              <p:nvPr/>
            </p:nvSpPr>
            <p:spPr>
              <a:xfrm>
                <a:off x="4334725" y="2760325"/>
                <a:ext cx="1547125" cy="1304775"/>
              </a:xfrm>
              <a:custGeom>
                <a:avLst/>
                <a:gdLst/>
                <a:ahLst/>
                <a:cxnLst/>
                <a:rect l="l" t="t" r="r" b="b"/>
                <a:pathLst>
                  <a:path w="61885" h="52191" fill="none" extrusionOk="0">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w="9525" cap="flat" cmpd="sng">
                <a:solidFill>
                  <a:srgbClr val="435D74"/>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447" name="Google Shape;13447;p79"/>
              <p:cNvSpPr/>
              <p:nvPr/>
            </p:nvSpPr>
            <p:spPr>
              <a:xfrm>
                <a:off x="5881825" y="2760325"/>
                <a:ext cx="1559550" cy="1305200"/>
              </a:xfrm>
              <a:custGeom>
                <a:avLst/>
                <a:gdLst/>
                <a:ahLst/>
                <a:cxnLst/>
                <a:rect l="l" t="t" r="r" b="b"/>
                <a:pathLst>
                  <a:path w="62382" h="52208" fill="none" extrusionOk="0">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w="9525" cap="flat" cmpd="sng">
                <a:solidFill>
                  <a:srgbClr val="A5B7C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13448" name="Google Shape;13448;p79"/>
          <p:cNvGrpSpPr/>
          <p:nvPr/>
        </p:nvGrpSpPr>
        <p:grpSpPr>
          <a:xfrm>
            <a:off x="7690961" y="3488031"/>
            <a:ext cx="312074" cy="684173"/>
            <a:chOff x="7645573" y="3754300"/>
            <a:chExt cx="293855" cy="644170"/>
          </a:xfrm>
        </p:grpSpPr>
        <p:sp>
          <p:nvSpPr>
            <p:cNvPr id="13449" name="Google Shape;13449;p79"/>
            <p:cNvSpPr/>
            <p:nvPr/>
          </p:nvSpPr>
          <p:spPr>
            <a:xfrm>
              <a:off x="7645895" y="3855521"/>
              <a:ext cx="293533" cy="164134"/>
            </a:xfrm>
            <a:custGeom>
              <a:avLst/>
              <a:gdLst/>
              <a:ahLst/>
              <a:cxnLst/>
              <a:rect l="l" t="t" r="r" b="b"/>
              <a:pathLst>
                <a:path w="19132" h="10698" extrusionOk="0">
                  <a:moveTo>
                    <a:pt x="1" y="1"/>
                  </a:moveTo>
                  <a:lnTo>
                    <a:pt x="1" y="10698"/>
                  </a:lnTo>
                  <a:lnTo>
                    <a:pt x="19132" y="10698"/>
                  </a:lnTo>
                  <a:lnTo>
                    <a:pt x="19132"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450" name="Google Shape;13450;p79"/>
            <p:cNvSpPr/>
            <p:nvPr/>
          </p:nvSpPr>
          <p:spPr>
            <a:xfrm>
              <a:off x="7645573" y="3754300"/>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3451" name="Google Shape;13451;p79"/>
          <p:cNvGrpSpPr/>
          <p:nvPr/>
        </p:nvGrpSpPr>
        <p:grpSpPr>
          <a:xfrm>
            <a:off x="5612949" y="970938"/>
            <a:ext cx="709011" cy="739359"/>
            <a:chOff x="5830645" y="1256617"/>
            <a:chExt cx="530340" cy="553040"/>
          </a:xfrm>
        </p:grpSpPr>
        <p:grpSp>
          <p:nvGrpSpPr>
            <p:cNvPr id="13452" name="Google Shape;13452;p79"/>
            <p:cNvGrpSpPr/>
            <p:nvPr/>
          </p:nvGrpSpPr>
          <p:grpSpPr>
            <a:xfrm>
              <a:off x="5830645" y="1256617"/>
              <a:ext cx="259743" cy="269909"/>
              <a:chOff x="5830645" y="1256617"/>
              <a:chExt cx="259743" cy="269909"/>
            </a:xfrm>
          </p:grpSpPr>
          <p:sp>
            <p:nvSpPr>
              <p:cNvPr id="13453" name="Google Shape;13453;p79"/>
              <p:cNvSpPr/>
              <p:nvPr/>
            </p:nvSpPr>
            <p:spPr>
              <a:xfrm>
                <a:off x="5830645" y="1294145"/>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454" name="Google Shape;13454;p79"/>
              <p:cNvSpPr/>
              <p:nvPr/>
            </p:nvSpPr>
            <p:spPr>
              <a:xfrm>
                <a:off x="5922950" y="1256617"/>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3455" name="Google Shape;13455;p79"/>
            <p:cNvGrpSpPr/>
            <p:nvPr/>
          </p:nvGrpSpPr>
          <p:grpSpPr>
            <a:xfrm>
              <a:off x="6101293" y="1256617"/>
              <a:ext cx="259692" cy="269909"/>
              <a:chOff x="6101293" y="1256617"/>
              <a:chExt cx="259692" cy="269909"/>
            </a:xfrm>
          </p:grpSpPr>
          <p:sp>
            <p:nvSpPr>
              <p:cNvPr id="13456" name="Google Shape;13456;p79"/>
              <p:cNvSpPr/>
              <p:nvPr/>
            </p:nvSpPr>
            <p:spPr>
              <a:xfrm>
                <a:off x="6101293" y="1294145"/>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457" name="Google Shape;13457;p79"/>
              <p:cNvSpPr/>
              <p:nvPr/>
            </p:nvSpPr>
            <p:spPr>
              <a:xfrm>
                <a:off x="6193623" y="1256617"/>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3458" name="Google Shape;13458;p79"/>
            <p:cNvGrpSpPr/>
            <p:nvPr/>
          </p:nvGrpSpPr>
          <p:grpSpPr>
            <a:xfrm>
              <a:off x="5830645" y="1539749"/>
              <a:ext cx="259692" cy="269909"/>
              <a:chOff x="5830645" y="1539749"/>
              <a:chExt cx="259692" cy="269909"/>
            </a:xfrm>
          </p:grpSpPr>
          <p:sp>
            <p:nvSpPr>
              <p:cNvPr id="13459" name="Google Shape;13459;p79"/>
              <p:cNvSpPr/>
              <p:nvPr/>
            </p:nvSpPr>
            <p:spPr>
              <a:xfrm>
                <a:off x="5830645" y="1539749"/>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460" name="Google Shape;13460;p79"/>
              <p:cNvSpPr/>
              <p:nvPr/>
            </p:nvSpPr>
            <p:spPr>
              <a:xfrm>
                <a:off x="5922950" y="1734600"/>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3461" name="Google Shape;13461;p79"/>
            <p:cNvGrpSpPr/>
            <p:nvPr/>
          </p:nvGrpSpPr>
          <p:grpSpPr>
            <a:xfrm>
              <a:off x="6101293" y="1539749"/>
              <a:ext cx="259692" cy="269909"/>
              <a:chOff x="6101293" y="1539749"/>
              <a:chExt cx="259692" cy="269909"/>
            </a:xfrm>
          </p:grpSpPr>
          <p:sp>
            <p:nvSpPr>
              <p:cNvPr id="13462" name="Google Shape;13462;p79"/>
              <p:cNvSpPr/>
              <p:nvPr/>
            </p:nvSpPr>
            <p:spPr>
              <a:xfrm>
                <a:off x="6101293" y="1539749"/>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463" name="Google Shape;13463;p79"/>
              <p:cNvSpPr/>
              <p:nvPr/>
            </p:nvSpPr>
            <p:spPr>
              <a:xfrm>
                <a:off x="6193623" y="1734600"/>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3464" name="Google Shape;13464;p79"/>
            <p:cNvSpPr/>
            <p:nvPr/>
          </p:nvSpPr>
          <p:spPr>
            <a:xfrm>
              <a:off x="5999148" y="1436800"/>
              <a:ext cx="192625" cy="192690"/>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3465" name="Google Shape;13465;p79"/>
          <p:cNvGrpSpPr/>
          <p:nvPr/>
        </p:nvGrpSpPr>
        <p:grpSpPr>
          <a:xfrm>
            <a:off x="714444" y="2707054"/>
            <a:ext cx="1452955" cy="621360"/>
            <a:chOff x="732422" y="2990152"/>
            <a:chExt cx="1337773" cy="572102"/>
          </a:xfrm>
        </p:grpSpPr>
        <p:sp>
          <p:nvSpPr>
            <p:cNvPr id="13466" name="Google Shape;13466;p79"/>
            <p:cNvSpPr/>
            <p:nvPr/>
          </p:nvSpPr>
          <p:spPr>
            <a:xfrm>
              <a:off x="923705" y="3182595"/>
              <a:ext cx="380762" cy="379464"/>
            </a:xfrm>
            <a:custGeom>
              <a:avLst/>
              <a:gdLst/>
              <a:ahLst/>
              <a:cxnLst/>
              <a:rect l="l" t="t" r="r" b="b"/>
              <a:pathLst>
                <a:path w="33153" h="33040" extrusionOk="0">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467" name="Google Shape;13467;p79"/>
            <p:cNvSpPr/>
            <p:nvPr/>
          </p:nvSpPr>
          <p:spPr>
            <a:xfrm>
              <a:off x="1309210" y="3183709"/>
              <a:ext cx="378534" cy="377248"/>
            </a:xfrm>
            <a:custGeom>
              <a:avLst/>
              <a:gdLst/>
              <a:ahLst/>
              <a:cxnLst/>
              <a:rect l="l" t="t" r="r" b="b"/>
              <a:pathLst>
                <a:path w="32959" h="32847" extrusionOk="0">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468" name="Google Shape;13468;p79"/>
            <p:cNvSpPr/>
            <p:nvPr/>
          </p:nvSpPr>
          <p:spPr>
            <a:xfrm>
              <a:off x="732422" y="2990152"/>
              <a:ext cx="380716" cy="379441"/>
            </a:xfrm>
            <a:custGeom>
              <a:avLst/>
              <a:gdLst/>
              <a:ahLst/>
              <a:cxnLst/>
              <a:rect l="l" t="t" r="r" b="b"/>
              <a:pathLst>
                <a:path w="33149" h="33038" extrusionOk="0">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469" name="Google Shape;13469;p79"/>
            <p:cNvSpPr/>
            <p:nvPr/>
          </p:nvSpPr>
          <p:spPr>
            <a:xfrm>
              <a:off x="1115837" y="2990152"/>
              <a:ext cx="380728" cy="379430"/>
            </a:xfrm>
            <a:custGeom>
              <a:avLst/>
              <a:gdLst/>
              <a:ahLst/>
              <a:cxnLst/>
              <a:rect l="l" t="t" r="r" b="b"/>
              <a:pathLst>
                <a:path w="33150" h="33037" extrusionOk="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470" name="Google Shape;13470;p79"/>
            <p:cNvSpPr/>
            <p:nvPr/>
          </p:nvSpPr>
          <p:spPr>
            <a:xfrm>
              <a:off x="1691707" y="3184996"/>
              <a:ext cx="378488" cy="377259"/>
            </a:xfrm>
            <a:custGeom>
              <a:avLst/>
              <a:gdLst/>
              <a:ahLst/>
              <a:cxnLst/>
              <a:rect l="l" t="t" r="r" b="b"/>
              <a:pathLst>
                <a:path w="32955" h="32848" extrusionOk="0">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471" name="Google Shape;13471;p79"/>
            <p:cNvSpPr/>
            <p:nvPr/>
          </p:nvSpPr>
          <p:spPr>
            <a:xfrm>
              <a:off x="1499792" y="2993162"/>
              <a:ext cx="378523" cy="377213"/>
            </a:xfrm>
            <a:custGeom>
              <a:avLst/>
              <a:gdLst/>
              <a:ahLst/>
              <a:cxnLst/>
              <a:rect l="l" t="t" r="r" b="b"/>
              <a:pathLst>
                <a:path w="32958" h="32844" extrusionOk="0">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3475" name="Shape 13475"/>
        <p:cNvGrpSpPr/>
        <p:nvPr/>
      </p:nvGrpSpPr>
      <p:grpSpPr>
        <a:xfrm>
          <a:off x="0" y="0"/>
          <a:ext cx="0" cy="0"/>
          <a:chOff x="0" y="0"/>
          <a:chExt cx="0" cy="0"/>
        </a:xfrm>
      </p:grpSpPr>
      <p:grpSp>
        <p:nvGrpSpPr>
          <p:cNvPr id="13476" name="Google Shape;13476;p80"/>
          <p:cNvGrpSpPr/>
          <p:nvPr/>
        </p:nvGrpSpPr>
        <p:grpSpPr>
          <a:xfrm>
            <a:off x="708579" y="965872"/>
            <a:ext cx="1636117" cy="1526144"/>
            <a:chOff x="729238" y="1179665"/>
            <a:chExt cx="1636117" cy="1526144"/>
          </a:xfrm>
        </p:grpSpPr>
        <p:grpSp>
          <p:nvGrpSpPr>
            <p:cNvPr id="13477" name="Google Shape;13477;p80"/>
            <p:cNvGrpSpPr/>
            <p:nvPr/>
          </p:nvGrpSpPr>
          <p:grpSpPr>
            <a:xfrm>
              <a:off x="729238" y="1179665"/>
              <a:ext cx="80700" cy="1526144"/>
              <a:chOff x="729238" y="1179665"/>
              <a:chExt cx="80700" cy="1526144"/>
            </a:xfrm>
          </p:grpSpPr>
          <p:sp>
            <p:nvSpPr>
              <p:cNvPr id="13478" name="Google Shape;13478;p80"/>
              <p:cNvSpPr/>
              <p:nvPr/>
            </p:nvSpPr>
            <p:spPr>
              <a:xfrm>
                <a:off x="72923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479" name="Google Shape;13479;p80"/>
              <p:cNvSpPr/>
              <p:nvPr/>
            </p:nvSpPr>
            <p:spPr>
              <a:xfrm>
                <a:off x="72923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480" name="Google Shape;13480;p80"/>
              <p:cNvSpPr/>
              <p:nvPr/>
            </p:nvSpPr>
            <p:spPr>
              <a:xfrm>
                <a:off x="72923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481" name="Google Shape;13481;p80"/>
              <p:cNvSpPr/>
              <p:nvPr/>
            </p:nvSpPr>
            <p:spPr>
              <a:xfrm>
                <a:off x="72923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482" name="Google Shape;13482;p80"/>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483" name="Google Shape;13483;p80"/>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484" name="Google Shape;13484;p80"/>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485" name="Google Shape;13485;p80"/>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486" name="Google Shape;13486;p80"/>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487" name="Google Shape;13487;p80"/>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3488" name="Google Shape;13488;p80"/>
            <p:cNvGrpSpPr/>
            <p:nvPr/>
          </p:nvGrpSpPr>
          <p:grpSpPr>
            <a:xfrm>
              <a:off x="903098" y="1179665"/>
              <a:ext cx="80700" cy="1526144"/>
              <a:chOff x="903098" y="1179665"/>
              <a:chExt cx="80700" cy="1526144"/>
            </a:xfrm>
          </p:grpSpPr>
          <p:sp>
            <p:nvSpPr>
              <p:cNvPr id="13489" name="Google Shape;13489;p80"/>
              <p:cNvSpPr/>
              <p:nvPr/>
            </p:nvSpPr>
            <p:spPr>
              <a:xfrm>
                <a:off x="90309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490" name="Google Shape;13490;p80"/>
              <p:cNvSpPr/>
              <p:nvPr/>
            </p:nvSpPr>
            <p:spPr>
              <a:xfrm>
                <a:off x="90309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491" name="Google Shape;13491;p80"/>
              <p:cNvSpPr/>
              <p:nvPr/>
            </p:nvSpPr>
            <p:spPr>
              <a:xfrm>
                <a:off x="90309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492" name="Google Shape;13492;p80"/>
              <p:cNvSpPr/>
              <p:nvPr/>
            </p:nvSpPr>
            <p:spPr>
              <a:xfrm>
                <a:off x="90309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493" name="Google Shape;13493;p80"/>
              <p:cNvSpPr/>
              <p:nvPr/>
            </p:nvSpPr>
            <p:spPr>
              <a:xfrm>
                <a:off x="90309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494" name="Google Shape;13494;p80"/>
              <p:cNvSpPr/>
              <p:nvPr/>
            </p:nvSpPr>
            <p:spPr>
              <a:xfrm>
                <a:off x="90309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495" name="Google Shape;13495;p80"/>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496" name="Google Shape;13496;p80"/>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497" name="Google Shape;13497;p80"/>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498" name="Google Shape;13498;p80"/>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3499" name="Google Shape;13499;p80"/>
            <p:cNvGrpSpPr/>
            <p:nvPr/>
          </p:nvGrpSpPr>
          <p:grpSpPr>
            <a:xfrm>
              <a:off x="1076958" y="1179665"/>
              <a:ext cx="80700" cy="1526144"/>
              <a:chOff x="1076958" y="1179665"/>
              <a:chExt cx="80700" cy="1526144"/>
            </a:xfrm>
          </p:grpSpPr>
          <p:sp>
            <p:nvSpPr>
              <p:cNvPr id="13500" name="Google Shape;13500;p80"/>
              <p:cNvSpPr/>
              <p:nvPr/>
            </p:nvSpPr>
            <p:spPr>
              <a:xfrm>
                <a:off x="107695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01" name="Google Shape;13501;p80"/>
              <p:cNvSpPr/>
              <p:nvPr/>
            </p:nvSpPr>
            <p:spPr>
              <a:xfrm>
                <a:off x="107695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02" name="Google Shape;13502;p80"/>
              <p:cNvSpPr/>
              <p:nvPr/>
            </p:nvSpPr>
            <p:spPr>
              <a:xfrm>
                <a:off x="107695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03" name="Google Shape;13503;p80"/>
              <p:cNvSpPr/>
              <p:nvPr/>
            </p:nvSpPr>
            <p:spPr>
              <a:xfrm>
                <a:off x="107695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04" name="Google Shape;13504;p80"/>
              <p:cNvSpPr/>
              <p:nvPr/>
            </p:nvSpPr>
            <p:spPr>
              <a:xfrm>
                <a:off x="107695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05" name="Google Shape;13505;p80"/>
              <p:cNvSpPr/>
              <p:nvPr/>
            </p:nvSpPr>
            <p:spPr>
              <a:xfrm>
                <a:off x="107695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06" name="Google Shape;13506;p80"/>
              <p:cNvSpPr/>
              <p:nvPr/>
            </p:nvSpPr>
            <p:spPr>
              <a:xfrm>
                <a:off x="1076958"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07" name="Google Shape;13507;p80"/>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08" name="Google Shape;13508;p80"/>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09" name="Google Shape;13509;p80"/>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3510" name="Google Shape;13510;p80"/>
            <p:cNvGrpSpPr/>
            <p:nvPr/>
          </p:nvGrpSpPr>
          <p:grpSpPr>
            <a:xfrm>
              <a:off x="1247707" y="1179665"/>
              <a:ext cx="80700" cy="1526144"/>
              <a:chOff x="1247707" y="1179665"/>
              <a:chExt cx="80700" cy="1526144"/>
            </a:xfrm>
          </p:grpSpPr>
          <p:sp>
            <p:nvSpPr>
              <p:cNvPr id="13511" name="Google Shape;13511;p80"/>
              <p:cNvSpPr/>
              <p:nvPr/>
            </p:nvSpPr>
            <p:spPr>
              <a:xfrm>
                <a:off x="124770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12" name="Google Shape;13512;p80"/>
              <p:cNvSpPr/>
              <p:nvPr/>
            </p:nvSpPr>
            <p:spPr>
              <a:xfrm>
                <a:off x="124770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13" name="Google Shape;13513;p80"/>
              <p:cNvSpPr/>
              <p:nvPr/>
            </p:nvSpPr>
            <p:spPr>
              <a:xfrm>
                <a:off x="124770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14" name="Google Shape;13514;p80"/>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15" name="Google Shape;13515;p80"/>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16" name="Google Shape;13516;p80"/>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17" name="Google Shape;13517;p80"/>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18" name="Google Shape;13518;p80"/>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19" name="Google Shape;13519;p80"/>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20" name="Google Shape;13520;p80"/>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3521" name="Google Shape;13521;p80"/>
            <p:cNvGrpSpPr/>
            <p:nvPr/>
          </p:nvGrpSpPr>
          <p:grpSpPr>
            <a:xfrm>
              <a:off x="1421567" y="1179665"/>
              <a:ext cx="80700" cy="1526144"/>
              <a:chOff x="1421567" y="1179665"/>
              <a:chExt cx="80700" cy="1526144"/>
            </a:xfrm>
          </p:grpSpPr>
          <p:sp>
            <p:nvSpPr>
              <p:cNvPr id="13522" name="Google Shape;13522;p80"/>
              <p:cNvSpPr/>
              <p:nvPr/>
            </p:nvSpPr>
            <p:spPr>
              <a:xfrm>
                <a:off x="142156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23" name="Google Shape;13523;p80"/>
              <p:cNvSpPr/>
              <p:nvPr/>
            </p:nvSpPr>
            <p:spPr>
              <a:xfrm>
                <a:off x="142156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24" name="Google Shape;13524;p80"/>
              <p:cNvSpPr/>
              <p:nvPr/>
            </p:nvSpPr>
            <p:spPr>
              <a:xfrm>
                <a:off x="142156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25" name="Google Shape;13525;p80"/>
              <p:cNvSpPr/>
              <p:nvPr/>
            </p:nvSpPr>
            <p:spPr>
              <a:xfrm>
                <a:off x="142156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26" name="Google Shape;13526;p80"/>
              <p:cNvSpPr/>
              <p:nvPr/>
            </p:nvSpPr>
            <p:spPr>
              <a:xfrm>
                <a:off x="142156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27" name="Google Shape;13527;p80"/>
              <p:cNvSpPr/>
              <p:nvPr/>
            </p:nvSpPr>
            <p:spPr>
              <a:xfrm>
                <a:off x="142156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28" name="Google Shape;13528;p80"/>
              <p:cNvSpPr/>
              <p:nvPr/>
            </p:nvSpPr>
            <p:spPr>
              <a:xfrm>
                <a:off x="142156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29" name="Google Shape;13529;p80"/>
              <p:cNvSpPr/>
              <p:nvPr/>
            </p:nvSpPr>
            <p:spPr>
              <a:xfrm>
                <a:off x="142156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30" name="Google Shape;13530;p80"/>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31" name="Google Shape;13531;p80"/>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3532" name="Google Shape;13532;p80"/>
            <p:cNvGrpSpPr/>
            <p:nvPr/>
          </p:nvGrpSpPr>
          <p:grpSpPr>
            <a:xfrm>
              <a:off x="1592327" y="1179665"/>
              <a:ext cx="80700" cy="1526144"/>
              <a:chOff x="1592327" y="1179665"/>
              <a:chExt cx="80700" cy="1526144"/>
            </a:xfrm>
          </p:grpSpPr>
          <p:sp>
            <p:nvSpPr>
              <p:cNvPr id="13533" name="Google Shape;13533;p80"/>
              <p:cNvSpPr/>
              <p:nvPr/>
            </p:nvSpPr>
            <p:spPr>
              <a:xfrm>
                <a:off x="159232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34" name="Google Shape;13534;p80"/>
              <p:cNvSpPr/>
              <p:nvPr/>
            </p:nvSpPr>
            <p:spPr>
              <a:xfrm>
                <a:off x="159232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35" name="Google Shape;13535;p80"/>
              <p:cNvSpPr/>
              <p:nvPr/>
            </p:nvSpPr>
            <p:spPr>
              <a:xfrm>
                <a:off x="159232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36" name="Google Shape;13536;p80"/>
              <p:cNvSpPr/>
              <p:nvPr/>
            </p:nvSpPr>
            <p:spPr>
              <a:xfrm>
                <a:off x="159232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37" name="Google Shape;13537;p80"/>
              <p:cNvSpPr/>
              <p:nvPr/>
            </p:nvSpPr>
            <p:spPr>
              <a:xfrm>
                <a:off x="159232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38" name="Google Shape;13538;p80"/>
              <p:cNvSpPr/>
              <p:nvPr/>
            </p:nvSpPr>
            <p:spPr>
              <a:xfrm>
                <a:off x="159232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39" name="Google Shape;13539;p80"/>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40" name="Google Shape;13540;p80"/>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41" name="Google Shape;13541;p80"/>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42" name="Google Shape;13542;p80"/>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3543" name="Google Shape;13543;p80"/>
            <p:cNvGrpSpPr/>
            <p:nvPr/>
          </p:nvGrpSpPr>
          <p:grpSpPr>
            <a:xfrm>
              <a:off x="1766187" y="1179665"/>
              <a:ext cx="80700" cy="1526144"/>
              <a:chOff x="1766187" y="1179665"/>
              <a:chExt cx="80700" cy="1526144"/>
            </a:xfrm>
          </p:grpSpPr>
          <p:sp>
            <p:nvSpPr>
              <p:cNvPr id="13544" name="Google Shape;13544;p80"/>
              <p:cNvSpPr/>
              <p:nvPr/>
            </p:nvSpPr>
            <p:spPr>
              <a:xfrm>
                <a:off x="176618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45" name="Google Shape;13545;p80"/>
              <p:cNvSpPr/>
              <p:nvPr/>
            </p:nvSpPr>
            <p:spPr>
              <a:xfrm>
                <a:off x="176618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46" name="Google Shape;13546;p80"/>
              <p:cNvSpPr/>
              <p:nvPr/>
            </p:nvSpPr>
            <p:spPr>
              <a:xfrm>
                <a:off x="176618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47" name="Google Shape;13547;p80"/>
              <p:cNvSpPr/>
              <p:nvPr/>
            </p:nvSpPr>
            <p:spPr>
              <a:xfrm>
                <a:off x="176618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48" name="Google Shape;13548;p80"/>
              <p:cNvSpPr/>
              <p:nvPr/>
            </p:nvSpPr>
            <p:spPr>
              <a:xfrm>
                <a:off x="176618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49" name="Google Shape;13549;p80"/>
              <p:cNvSpPr/>
              <p:nvPr/>
            </p:nvSpPr>
            <p:spPr>
              <a:xfrm>
                <a:off x="176618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50" name="Google Shape;13550;p80"/>
              <p:cNvSpPr/>
              <p:nvPr/>
            </p:nvSpPr>
            <p:spPr>
              <a:xfrm>
                <a:off x="176618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51" name="Google Shape;13551;p80"/>
              <p:cNvSpPr/>
              <p:nvPr/>
            </p:nvSpPr>
            <p:spPr>
              <a:xfrm>
                <a:off x="176618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52" name="Google Shape;13552;p80"/>
              <p:cNvSpPr/>
              <p:nvPr/>
            </p:nvSpPr>
            <p:spPr>
              <a:xfrm>
                <a:off x="1766187" y="2464413"/>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53" name="Google Shape;13553;p80"/>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3554" name="Google Shape;13554;p80"/>
            <p:cNvGrpSpPr/>
            <p:nvPr/>
          </p:nvGrpSpPr>
          <p:grpSpPr>
            <a:xfrm>
              <a:off x="1936935" y="1179665"/>
              <a:ext cx="80700" cy="1526144"/>
              <a:chOff x="1936935" y="1179665"/>
              <a:chExt cx="80700" cy="1526144"/>
            </a:xfrm>
          </p:grpSpPr>
          <p:sp>
            <p:nvSpPr>
              <p:cNvPr id="13555" name="Google Shape;13555;p80"/>
              <p:cNvSpPr/>
              <p:nvPr/>
            </p:nvSpPr>
            <p:spPr>
              <a:xfrm>
                <a:off x="193693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56" name="Google Shape;13556;p80"/>
              <p:cNvSpPr/>
              <p:nvPr/>
            </p:nvSpPr>
            <p:spPr>
              <a:xfrm>
                <a:off x="193693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57" name="Google Shape;13557;p80"/>
              <p:cNvSpPr/>
              <p:nvPr/>
            </p:nvSpPr>
            <p:spPr>
              <a:xfrm>
                <a:off x="193693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58" name="Google Shape;13558;p80"/>
              <p:cNvSpPr/>
              <p:nvPr/>
            </p:nvSpPr>
            <p:spPr>
              <a:xfrm>
                <a:off x="193693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59" name="Google Shape;13559;p80"/>
              <p:cNvSpPr/>
              <p:nvPr/>
            </p:nvSpPr>
            <p:spPr>
              <a:xfrm>
                <a:off x="193693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60" name="Google Shape;13560;p80"/>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61" name="Google Shape;13561;p80"/>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62" name="Google Shape;13562;p80"/>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63" name="Google Shape;13563;p80"/>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64" name="Google Shape;13564;p80"/>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3565" name="Google Shape;13565;p80"/>
            <p:cNvGrpSpPr/>
            <p:nvPr/>
          </p:nvGrpSpPr>
          <p:grpSpPr>
            <a:xfrm>
              <a:off x="2110795" y="1179665"/>
              <a:ext cx="80700" cy="1526144"/>
              <a:chOff x="2110795" y="1179665"/>
              <a:chExt cx="80700" cy="1526144"/>
            </a:xfrm>
          </p:grpSpPr>
          <p:sp>
            <p:nvSpPr>
              <p:cNvPr id="13566" name="Google Shape;13566;p80"/>
              <p:cNvSpPr/>
              <p:nvPr/>
            </p:nvSpPr>
            <p:spPr>
              <a:xfrm>
                <a:off x="211079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67" name="Google Shape;13567;p80"/>
              <p:cNvSpPr/>
              <p:nvPr/>
            </p:nvSpPr>
            <p:spPr>
              <a:xfrm>
                <a:off x="211079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68" name="Google Shape;13568;p80"/>
              <p:cNvSpPr/>
              <p:nvPr/>
            </p:nvSpPr>
            <p:spPr>
              <a:xfrm>
                <a:off x="211079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69" name="Google Shape;13569;p80"/>
              <p:cNvSpPr/>
              <p:nvPr/>
            </p:nvSpPr>
            <p:spPr>
              <a:xfrm>
                <a:off x="211079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70" name="Google Shape;13570;p80"/>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71" name="Google Shape;13571;p80"/>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72" name="Google Shape;13572;p80"/>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73" name="Google Shape;13573;p80"/>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74" name="Google Shape;13574;p80"/>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75" name="Google Shape;13575;p80"/>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3576" name="Google Shape;13576;p80"/>
            <p:cNvGrpSpPr/>
            <p:nvPr/>
          </p:nvGrpSpPr>
          <p:grpSpPr>
            <a:xfrm>
              <a:off x="2284655" y="1179665"/>
              <a:ext cx="80700" cy="1526144"/>
              <a:chOff x="2284655" y="1179665"/>
              <a:chExt cx="80700" cy="1526144"/>
            </a:xfrm>
          </p:grpSpPr>
          <p:sp>
            <p:nvSpPr>
              <p:cNvPr id="13577" name="Google Shape;13577;p80"/>
              <p:cNvSpPr/>
              <p:nvPr/>
            </p:nvSpPr>
            <p:spPr>
              <a:xfrm>
                <a:off x="228465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78" name="Google Shape;13578;p80"/>
              <p:cNvSpPr/>
              <p:nvPr/>
            </p:nvSpPr>
            <p:spPr>
              <a:xfrm>
                <a:off x="228465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79" name="Google Shape;13579;p80"/>
              <p:cNvSpPr/>
              <p:nvPr/>
            </p:nvSpPr>
            <p:spPr>
              <a:xfrm>
                <a:off x="228465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80" name="Google Shape;13580;p80"/>
              <p:cNvSpPr/>
              <p:nvPr/>
            </p:nvSpPr>
            <p:spPr>
              <a:xfrm>
                <a:off x="228465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81" name="Google Shape;13581;p80"/>
              <p:cNvSpPr/>
              <p:nvPr/>
            </p:nvSpPr>
            <p:spPr>
              <a:xfrm>
                <a:off x="228465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82" name="Google Shape;13582;p80"/>
              <p:cNvSpPr/>
              <p:nvPr/>
            </p:nvSpPr>
            <p:spPr>
              <a:xfrm>
                <a:off x="2284655"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83" name="Google Shape;13583;p80"/>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84" name="Google Shape;13584;p80"/>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85" name="Google Shape;13585;p80"/>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86" name="Google Shape;13586;p80"/>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13587" name="Google Shape;13587;p80"/>
          <p:cNvGrpSpPr/>
          <p:nvPr/>
        </p:nvGrpSpPr>
        <p:grpSpPr>
          <a:xfrm>
            <a:off x="2603245" y="985011"/>
            <a:ext cx="1364248" cy="1102133"/>
            <a:chOff x="2623904" y="1198803"/>
            <a:chExt cx="1364248" cy="1102133"/>
          </a:xfrm>
        </p:grpSpPr>
        <p:grpSp>
          <p:nvGrpSpPr>
            <p:cNvPr id="13588" name="Google Shape;13588;p80"/>
            <p:cNvGrpSpPr/>
            <p:nvPr/>
          </p:nvGrpSpPr>
          <p:grpSpPr>
            <a:xfrm>
              <a:off x="2623907" y="1198803"/>
              <a:ext cx="1364245" cy="273000"/>
              <a:chOff x="2623907" y="1198803"/>
              <a:chExt cx="1364245" cy="273000"/>
            </a:xfrm>
          </p:grpSpPr>
          <p:sp>
            <p:nvSpPr>
              <p:cNvPr id="13589" name="Google Shape;13589;p80"/>
              <p:cNvSpPr/>
              <p:nvPr/>
            </p:nvSpPr>
            <p:spPr>
              <a:xfrm>
                <a:off x="3715152" y="1198803"/>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90" name="Google Shape;13590;p80"/>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91" name="Google Shape;13591;p80"/>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92" name="Google Shape;13592;p80"/>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93" name="Google Shape;13593;p80"/>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3594" name="Google Shape;13594;p80"/>
            <p:cNvGrpSpPr/>
            <p:nvPr/>
          </p:nvGrpSpPr>
          <p:grpSpPr>
            <a:xfrm>
              <a:off x="2623904" y="1476964"/>
              <a:ext cx="1364245" cy="273000"/>
              <a:chOff x="2623904" y="1476964"/>
              <a:chExt cx="1364245" cy="273000"/>
            </a:xfrm>
          </p:grpSpPr>
          <p:sp>
            <p:nvSpPr>
              <p:cNvPr id="13595" name="Google Shape;13595;p80"/>
              <p:cNvSpPr/>
              <p:nvPr/>
            </p:nvSpPr>
            <p:spPr>
              <a:xfrm>
                <a:off x="3169527"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96" name="Google Shape;13596;p80"/>
              <p:cNvSpPr/>
              <p:nvPr/>
            </p:nvSpPr>
            <p:spPr>
              <a:xfrm>
                <a:off x="3442338"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97" name="Google Shape;13597;p80"/>
              <p:cNvSpPr/>
              <p:nvPr/>
            </p:nvSpPr>
            <p:spPr>
              <a:xfrm>
                <a:off x="3715149"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98" name="Google Shape;13598;p80"/>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99" name="Google Shape;13599;p80"/>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3600" name="Google Shape;13600;p80"/>
            <p:cNvGrpSpPr/>
            <p:nvPr/>
          </p:nvGrpSpPr>
          <p:grpSpPr>
            <a:xfrm>
              <a:off x="2623907" y="1749775"/>
              <a:ext cx="1364245" cy="273000"/>
              <a:chOff x="2623907" y="1749775"/>
              <a:chExt cx="1364245" cy="273000"/>
            </a:xfrm>
          </p:grpSpPr>
          <p:sp>
            <p:nvSpPr>
              <p:cNvPr id="13601" name="Google Shape;13601;p80"/>
              <p:cNvSpPr/>
              <p:nvPr/>
            </p:nvSpPr>
            <p:spPr>
              <a:xfrm>
                <a:off x="3442341"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602" name="Google Shape;13602;p80"/>
              <p:cNvSpPr/>
              <p:nvPr/>
            </p:nvSpPr>
            <p:spPr>
              <a:xfrm>
                <a:off x="3715152"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603" name="Google Shape;13603;p80"/>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604" name="Google Shape;13604;p80"/>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605" name="Google Shape;13605;p80"/>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3606" name="Google Shape;13606;p80"/>
            <p:cNvGrpSpPr/>
            <p:nvPr/>
          </p:nvGrpSpPr>
          <p:grpSpPr>
            <a:xfrm>
              <a:off x="2623904" y="2027936"/>
              <a:ext cx="1364245" cy="273000"/>
              <a:chOff x="2623904" y="2027936"/>
              <a:chExt cx="1364245" cy="273000"/>
            </a:xfrm>
          </p:grpSpPr>
          <p:sp>
            <p:nvSpPr>
              <p:cNvPr id="13607" name="Google Shape;13607;p80"/>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608" name="Google Shape;13608;p80"/>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609" name="Google Shape;13609;p80"/>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610" name="Google Shape;13610;p80"/>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611" name="Google Shape;13611;p80"/>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13612" name="Google Shape;13612;p80"/>
          <p:cNvGrpSpPr/>
          <p:nvPr/>
        </p:nvGrpSpPr>
        <p:grpSpPr>
          <a:xfrm>
            <a:off x="2592706" y="2444193"/>
            <a:ext cx="1387541" cy="159124"/>
            <a:chOff x="3200660" y="2180272"/>
            <a:chExt cx="2563824" cy="378237"/>
          </a:xfrm>
        </p:grpSpPr>
        <p:sp>
          <p:nvSpPr>
            <p:cNvPr id="13613" name="Google Shape;13613;p80"/>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614" name="Google Shape;13614;p80"/>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615" name="Google Shape;13615;p80"/>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616" name="Google Shape;13616;p80"/>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617" name="Google Shape;13617;p80"/>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618" name="Google Shape;13618;p80"/>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619" name="Google Shape;13619;p80"/>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620" name="Google Shape;13620;p80"/>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621" name="Google Shape;13621;p80"/>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622" name="Google Shape;13622;p80"/>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623" name="Google Shape;13623;p80"/>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624" name="Google Shape;13624;p80"/>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625" name="Google Shape;13625;p80"/>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626" name="Google Shape;13626;p80"/>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627" name="Google Shape;13627;p80"/>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628" name="Google Shape;13628;p80"/>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629" name="Google Shape;13629;p80"/>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630" name="Google Shape;13630;p80"/>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3631" name="Google Shape;13631;p80"/>
          <p:cNvGrpSpPr/>
          <p:nvPr/>
        </p:nvGrpSpPr>
        <p:grpSpPr>
          <a:xfrm>
            <a:off x="2589231" y="2722018"/>
            <a:ext cx="1390502" cy="159625"/>
            <a:chOff x="3530150" y="2790075"/>
            <a:chExt cx="1962600" cy="225300"/>
          </a:xfrm>
        </p:grpSpPr>
        <p:sp>
          <p:nvSpPr>
            <p:cNvPr id="13632" name="Google Shape;13632;p80"/>
            <p:cNvSpPr/>
            <p:nvPr/>
          </p:nvSpPr>
          <p:spPr>
            <a:xfrm>
              <a:off x="3530150" y="2790075"/>
              <a:ext cx="1962600" cy="2253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633" name="Google Shape;13633;p80"/>
            <p:cNvSpPr/>
            <p:nvPr/>
          </p:nvSpPr>
          <p:spPr>
            <a:xfrm>
              <a:off x="3535069" y="2794464"/>
              <a:ext cx="1104900" cy="216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3634" name="Google Shape;13634;p80"/>
          <p:cNvGrpSpPr/>
          <p:nvPr/>
        </p:nvGrpSpPr>
        <p:grpSpPr>
          <a:xfrm>
            <a:off x="2589884" y="3000344"/>
            <a:ext cx="1411629" cy="153761"/>
            <a:chOff x="3558802" y="4011427"/>
            <a:chExt cx="1866000" cy="111300"/>
          </a:xfrm>
        </p:grpSpPr>
        <p:sp>
          <p:nvSpPr>
            <p:cNvPr id="13635" name="Google Shape;13635;p80"/>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636" name="Google Shape;13636;p80"/>
            <p:cNvSpPr/>
            <p:nvPr/>
          </p:nvSpPr>
          <p:spPr>
            <a:xfrm rot="5400000" flipH="1">
              <a:off x="4162472" y="3415277"/>
              <a:ext cx="104700" cy="13047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3637" name="Google Shape;13637;p80"/>
          <p:cNvGrpSpPr/>
          <p:nvPr/>
        </p:nvGrpSpPr>
        <p:grpSpPr>
          <a:xfrm>
            <a:off x="2589576" y="2205744"/>
            <a:ext cx="1383503" cy="119749"/>
            <a:chOff x="3465975" y="2270276"/>
            <a:chExt cx="1986364" cy="171929"/>
          </a:xfrm>
        </p:grpSpPr>
        <p:sp>
          <p:nvSpPr>
            <p:cNvPr id="13638" name="Google Shape;13638;p80"/>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639" name="Google Shape;13639;p80"/>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640" name="Google Shape;13640;p80"/>
            <p:cNvSpPr/>
            <p:nvPr/>
          </p:nvSpPr>
          <p:spPr>
            <a:xfrm rot="-5400000">
              <a:off x="4243603"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641" name="Google Shape;13641;p80"/>
            <p:cNvSpPr/>
            <p:nvPr/>
          </p:nvSpPr>
          <p:spPr>
            <a:xfrm rot="-5400000">
              <a:off x="4502812"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642" name="Google Shape;13642;p80"/>
            <p:cNvSpPr/>
            <p:nvPr/>
          </p:nvSpPr>
          <p:spPr>
            <a:xfrm rot="-5400000">
              <a:off x="4762021"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643" name="Google Shape;13643;p80"/>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644" name="Google Shape;13644;p80"/>
            <p:cNvSpPr/>
            <p:nvPr/>
          </p:nvSpPr>
          <p:spPr>
            <a:xfrm rot="-5400000">
              <a:off x="502123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645" name="Google Shape;13645;p80"/>
            <p:cNvSpPr/>
            <p:nvPr/>
          </p:nvSpPr>
          <p:spPr>
            <a:xfrm rot="-5400000">
              <a:off x="528044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3646" name="Google Shape;13646;p80"/>
          <p:cNvGrpSpPr/>
          <p:nvPr/>
        </p:nvGrpSpPr>
        <p:grpSpPr>
          <a:xfrm>
            <a:off x="2600584" y="3569394"/>
            <a:ext cx="1369531" cy="195460"/>
            <a:chOff x="723300" y="4253549"/>
            <a:chExt cx="2276482" cy="324900"/>
          </a:xfrm>
        </p:grpSpPr>
        <p:sp>
          <p:nvSpPr>
            <p:cNvPr id="13647" name="Google Shape;13647;p80"/>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648" name="Google Shape;13648;p80"/>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649" name="Google Shape;13649;p80"/>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650" name="Google Shape;13650;p80"/>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651" name="Google Shape;13651;p80"/>
            <p:cNvSpPr/>
            <p:nvPr/>
          </p:nvSpPr>
          <p:spPr>
            <a:xfrm>
              <a:off x="2658082" y="4253549"/>
              <a:ext cx="341700" cy="324900"/>
            </a:xfrm>
            <a:prstGeom prst="star5">
              <a:avLst>
                <a:gd name="adj" fmla="val 19098"/>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3652" name="Google Shape;13652;p80"/>
          <p:cNvGrpSpPr/>
          <p:nvPr/>
        </p:nvGrpSpPr>
        <p:grpSpPr>
          <a:xfrm>
            <a:off x="2590145" y="3270574"/>
            <a:ext cx="1389066" cy="180119"/>
            <a:chOff x="705948" y="3788465"/>
            <a:chExt cx="2308953" cy="299400"/>
          </a:xfrm>
        </p:grpSpPr>
        <p:sp>
          <p:nvSpPr>
            <p:cNvPr id="13653" name="Google Shape;13653;p80"/>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654" name="Google Shape;13654;p80"/>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655" name="Google Shape;13655;p80"/>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656" name="Google Shape;13656;p80"/>
            <p:cNvSpPr/>
            <p:nvPr/>
          </p:nvSpPr>
          <p:spPr>
            <a:xfrm>
              <a:off x="2189639"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657" name="Google Shape;13657;p80"/>
            <p:cNvSpPr/>
            <p:nvPr/>
          </p:nvSpPr>
          <p:spPr>
            <a:xfrm>
              <a:off x="2679500"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3658" name="Google Shape;13658;p80"/>
          <p:cNvGrpSpPr/>
          <p:nvPr/>
        </p:nvGrpSpPr>
        <p:grpSpPr>
          <a:xfrm>
            <a:off x="2638082" y="3883554"/>
            <a:ext cx="1304609" cy="294074"/>
            <a:chOff x="2658741" y="4097347"/>
            <a:chExt cx="1304609" cy="294074"/>
          </a:xfrm>
        </p:grpSpPr>
        <p:grpSp>
          <p:nvGrpSpPr>
            <p:cNvPr id="13659" name="Google Shape;13659;p80"/>
            <p:cNvGrpSpPr/>
            <p:nvPr/>
          </p:nvGrpSpPr>
          <p:grpSpPr>
            <a:xfrm>
              <a:off x="2658741" y="4097347"/>
              <a:ext cx="118572" cy="294074"/>
              <a:chOff x="3343310" y="4475555"/>
              <a:chExt cx="127717" cy="316753"/>
            </a:xfrm>
          </p:grpSpPr>
          <p:sp>
            <p:nvSpPr>
              <p:cNvPr id="13660" name="Google Shape;13660;p80"/>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661" name="Google Shape;13661;p80"/>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3662" name="Google Shape;13662;p80"/>
            <p:cNvGrpSpPr/>
            <p:nvPr/>
          </p:nvGrpSpPr>
          <p:grpSpPr>
            <a:xfrm>
              <a:off x="3815519" y="4098388"/>
              <a:ext cx="147831" cy="291991"/>
              <a:chOff x="3527539" y="4476677"/>
              <a:chExt cx="159232" cy="314510"/>
            </a:xfrm>
          </p:grpSpPr>
          <p:sp>
            <p:nvSpPr>
              <p:cNvPr id="13663" name="Google Shape;13663;p80"/>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664" name="Google Shape;13664;p80"/>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3665" name="Google Shape;13665;p80"/>
            <p:cNvGrpSpPr/>
            <p:nvPr/>
          </p:nvGrpSpPr>
          <p:grpSpPr>
            <a:xfrm>
              <a:off x="3511696" y="4098388"/>
              <a:ext cx="147831" cy="291991"/>
              <a:chOff x="3527539" y="4476677"/>
              <a:chExt cx="159232" cy="314510"/>
            </a:xfrm>
          </p:grpSpPr>
          <p:sp>
            <p:nvSpPr>
              <p:cNvPr id="13666" name="Google Shape;13666;p80"/>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667" name="Google Shape;13667;p80"/>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3668" name="Google Shape;13668;p80"/>
            <p:cNvGrpSpPr/>
            <p:nvPr/>
          </p:nvGrpSpPr>
          <p:grpSpPr>
            <a:xfrm>
              <a:off x="3207874" y="4098388"/>
              <a:ext cx="147831" cy="291991"/>
              <a:chOff x="3527539" y="4476677"/>
              <a:chExt cx="159232" cy="314510"/>
            </a:xfrm>
          </p:grpSpPr>
          <p:sp>
            <p:nvSpPr>
              <p:cNvPr id="13669" name="Google Shape;13669;p80"/>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670" name="Google Shape;13670;p80"/>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3671" name="Google Shape;13671;p80"/>
            <p:cNvGrpSpPr/>
            <p:nvPr/>
          </p:nvGrpSpPr>
          <p:grpSpPr>
            <a:xfrm>
              <a:off x="2933305" y="4097347"/>
              <a:ext cx="118572" cy="294074"/>
              <a:chOff x="3343310" y="4475555"/>
              <a:chExt cx="127717" cy="316753"/>
            </a:xfrm>
          </p:grpSpPr>
          <p:sp>
            <p:nvSpPr>
              <p:cNvPr id="13672" name="Google Shape;13672;p80"/>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673" name="Google Shape;13673;p80"/>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13674" name="Google Shape;13674;p80"/>
          <p:cNvGrpSpPr/>
          <p:nvPr/>
        </p:nvGrpSpPr>
        <p:grpSpPr>
          <a:xfrm>
            <a:off x="4256912" y="1866676"/>
            <a:ext cx="1433821" cy="191501"/>
            <a:chOff x="4273350" y="2080469"/>
            <a:chExt cx="1433821" cy="191501"/>
          </a:xfrm>
        </p:grpSpPr>
        <p:grpSp>
          <p:nvGrpSpPr>
            <p:cNvPr id="13675" name="Google Shape;13675;p80"/>
            <p:cNvGrpSpPr/>
            <p:nvPr/>
          </p:nvGrpSpPr>
          <p:grpSpPr>
            <a:xfrm>
              <a:off x="4273350" y="2080469"/>
              <a:ext cx="1433821" cy="0"/>
              <a:chOff x="5224975" y="2962250"/>
              <a:chExt cx="1544400" cy="0"/>
            </a:xfrm>
          </p:grpSpPr>
          <p:cxnSp>
            <p:nvCxnSpPr>
              <p:cNvPr id="13676" name="Google Shape;13676;p80"/>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13677" name="Google Shape;13677;p80"/>
              <p:cNvCxnSpPr/>
              <p:nvPr/>
            </p:nvCxnSpPr>
            <p:spPr>
              <a:xfrm>
                <a:off x="5225150" y="2962250"/>
                <a:ext cx="453300" cy="0"/>
              </a:xfrm>
              <a:prstGeom prst="straightConnector1">
                <a:avLst/>
              </a:prstGeom>
              <a:noFill/>
              <a:ln w="9525" cap="flat" cmpd="sng">
                <a:solidFill>
                  <a:srgbClr val="7994A9"/>
                </a:solidFill>
                <a:prstDash val="solid"/>
                <a:round/>
                <a:headEnd type="none" w="med" len="med"/>
                <a:tailEnd type="oval" w="med" len="med"/>
              </a:ln>
            </p:spPr>
          </p:cxnSp>
        </p:grpSp>
        <p:grpSp>
          <p:nvGrpSpPr>
            <p:cNvPr id="13678" name="Google Shape;13678;p80"/>
            <p:cNvGrpSpPr/>
            <p:nvPr/>
          </p:nvGrpSpPr>
          <p:grpSpPr>
            <a:xfrm>
              <a:off x="4273350" y="2271969"/>
              <a:ext cx="1433821" cy="0"/>
              <a:chOff x="5224975" y="2962250"/>
              <a:chExt cx="1544400" cy="0"/>
            </a:xfrm>
          </p:grpSpPr>
          <p:cxnSp>
            <p:nvCxnSpPr>
              <p:cNvPr id="13679" name="Google Shape;13679;p80"/>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13680" name="Google Shape;13680;p80"/>
              <p:cNvCxnSpPr/>
              <p:nvPr/>
            </p:nvCxnSpPr>
            <p:spPr>
              <a:xfrm>
                <a:off x="5225150" y="2962250"/>
                <a:ext cx="998700" cy="0"/>
              </a:xfrm>
              <a:prstGeom prst="straightConnector1">
                <a:avLst/>
              </a:prstGeom>
              <a:noFill/>
              <a:ln w="9525" cap="flat" cmpd="sng">
                <a:solidFill>
                  <a:srgbClr val="7994A9"/>
                </a:solidFill>
                <a:prstDash val="solid"/>
                <a:round/>
                <a:headEnd type="none" w="med" len="med"/>
                <a:tailEnd type="oval" w="med" len="med"/>
              </a:ln>
            </p:spPr>
          </p:cxnSp>
        </p:grpSp>
      </p:grpSp>
      <p:grpSp>
        <p:nvGrpSpPr>
          <p:cNvPr id="13681" name="Google Shape;13681;p80"/>
          <p:cNvGrpSpPr/>
          <p:nvPr/>
        </p:nvGrpSpPr>
        <p:grpSpPr>
          <a:xfrm>
            <a:off x="4258467" y="969244"/>
            <a:ext cx="1430711" cy="743389"/>
            <a:chOff x="5159450" y="1919950"/>
            <a:chExt cx="1541050" cy="862500"/>
          </a:xfrm>
        </p:grpSpPr>
        <p:sp>
          <p:nvSpPr>
            <p:cNvPr id="13682" name="Google Shape;13682;p80"/>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sp>
        <p:grpSp>
          <p:nvGrpSpPr>
            <p:cNvPr id="13683" name="Google Shape;13683;p80"/>
            <p:cNvGrpSpPr/>
            <p:nvPr/>
          </p:nvGrpSpPr>
          <p:grpSpPr>
            <a:xfrm>
              <a:off x="5159450" y="1919950"/>
              <a:ext cx="1541050" cy="862500"/>
              <a:chOff x="5159450" y="1919950"/>
              <a:chExt cx="1541050" cy="862500"/>
            </a:xfrm>
          </p:grpSpPr>
          <p:cxnSp>
            <p:nvCxnSpPr>
              <p:cNvPr id="13684" name="Google Shape;13684;p80"/>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13685" name="Google Shape;13685;p80"/>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13686" name="Google Shape;13686;p80"/>
          <p:cNvGrpSpPr/>
          <p:nvPr/>
        </p:nvGrpSpPr>
        <p:grpSpPr>
          <a:xfrm>
            <a:off x="4248581" y="2192571"/>
            <a:ext cx="1450484" cy="1052087"/>
            <a:chOff x="5230575" y="1554475"/>
            <a:chExt cx="2137150" cy="1550150"/>
          </a:xfrm>
        </p:grpSpPr>
        <p:sp>
          <p:nvSpPr>
            <p:cNvPr id="13687" name="Google Shape;13687;p80"/>
            <p:cNvSpPr/>
            <p:nvPr/>
          </p:nvSpPr>
          <p:spPr>
            <a:xfrm>
              <a:off x="6296450" y="2863325"/>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688" name="Google Shape;13688;p80"/>
            <p:cNvSpPr/>
            <p:nvPr/>
          </p:nvSpPr>
          <p:spPr>
            <a:xfrm>
              <a:off x="5230575" y="2863325"/>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689" name="Google Shape;13689;p80"/>
            <p:cNvSpPr/>
            <p:nvPr/>
          </p:nvSpPr>
          <p:spPr>
            <a:xfrm>
              <a:off x="6296450" y="2611125"/>
              <a:ext cx="1071275" cy="157150"/>
            </a:xfrm>
            <a:custGeom>
              <a:avLst/>
              <a:gdLst/>
              <a:ahLst/>
              <a:cxnLst/>
              <a:rect l="l" t="t" r="r" b="b"/>
              <a:pathLst>
                <a:path w="42851" h="6286" extrusionOk="0">
                  <a:moveTo>
                    <a:pt x="0" y="0"/>
                  </a:moveTo>
                  <a:lnTo>
                    <a:pt x="0" y="6285"/>
                  </a:lnTo>
                  <a:lnTo>
                    <a:pt x="42851" y="6285"/>
                  </a:lnTo>
                  <a:lnTo>
                    <a:pt x="42851"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690" name="Google Shape;13690;p80"/>
            <p:cNvSpPr/>
            <p:nvPr/>
          </p:nvSpPr>
          <p:spPr>
            <a:xfrm>
              <a:off x="5230575" y="2611125"/>
              <a:ext cx="1071350" cy="157150"/>
            </a:xfrm>
            <a:custGeom>
              <a:avLst/>
              <a:gdLst/>
              <a:ahLst/>
              <a:cxnLst/>
              <a:rect l="l" t="t" r="r" b="b"/>
              <a:pathLst>
                <a:path w="42854" h="6286" extrusionOk="0">
                  <a:moveTo>
                    <a:pt x="0" y="0"/>
                  </a:moveTo>
                  <a:lnTo>
                    <a:pt x="0" y="6285"/>
                  </a:lnTo>
                  <a:lnTo>
                    <a:pt x="42854" y="6285"/>
                  </a:lnTo>
                  <a:lnTo>
                    <a:pt x="42854"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691" name="Google Shape;13691;p80"/>
            <p:cNvSpPr/>
            <p:nvPr/>
          </p:nvSpPr>
          <p:spPr>
            <a:xfrm>
              <a:off x="6296450" y="2358900"/>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692" name="Google Shape;13692;p80"/>
            <p:cNvSpPr/>
            <p:nvPr/>
          </p:nvSpPr>
          <p:spPr>
            <a:xfrm>
              <a:off x="5230575" y="2358900"/>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693" name="Google Shape;13693;p80"/>
            <p:cNvSpPr/>
            <p:nvPr/>
          </p:nvSpPr>
          <p:spPr>
            <a:xfrm>
              <a:off x="6296450" y="2106700"/>
              <a:ext cx="989900" cy="157150"/>
            </a:xfrm>
            <a:custGeom>
              <a:avLst/>
              <a:gdLst/>
              <a:ahLst/>
              <a:cxnLst/>
              <a:rect l="l" t="t" r="r" b="b"/>
              <a:pathLst>
                <a:path w="39596" h="6286" extrusionOk="0">
                  <a:moveTo>
                    <a:pt x="0" y="0"/>
                  </a:moveTo>
                  <a:lnTo>
                    <a:pt x="0" y="6285"/>
                  </a:lnTo>
                  <a:lnTo>
                    <a:pt x="39596" y="6285"/>
                  </a:lnTo>
                  <a:lnTo>
                    <a:pt x="3959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694" name="Google Shape;13694;p80"/>
            <p:cNvSpPr/>
            <p:nvPr/>
          </p:nvSpPr>
          <p:spPr>
            <a:xfrm>
              <a:off x="5474700" y="2106700"/>
              <a:ext cx="827225" cy="157150"/>
            </a:xfrm>
            <a:custGeom>
              <a:avLst/>
              <a:gdLst/>
              <a:ahLst/>
              <a:cxnLst/>
              <a:rect l="l" t="t" r="r" b="b"/>
              <a:pathLst>
                <a:path w="33089" h="6286" extrusionOk="0">
                  <a:moveTo>
                    <a:pt x="0" y="0"/>
                  </a:moveTo>
                  <a:lnTo>
                    <a:pt x="0" y="6285"/>
                  </a:lnTo>
                  <a:lnTo>
                    <a:pt x="33089" y="6285"/>
                  </a:lnTo>
                  <a:lnTo>
                    <a:pt x="33089"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695" name="Google Shape;13695;p80"/>
            <p:cNvSpPr/>
            <p:nvPr/>
          </p:nvSpPr>
          <p:spPr>
            <a:xfrm>
              <a:off x="6296450" y="1854475"/>
              <a:ext cx="827225" cy="157175"/>
            </a:xfrm>
            <a:custGeom>
              <a:avLst/>
              <a:gdLst/>
              <a:ahLst/>
              <a:cxnLst/>
              <a:rect l="l" t="t" r="r" b="b"/>
              <a:pathLst>
                <a:path w="33089" h="6287" extrusionOk="0">
                  <a:moveTo>
                    <a:pt x="0" y="1"/>
                  </a:moveTo>
                  <a:lnTo>
                    <a:pt x="0" y="6286"/>
                  </a:lnTo>
                  <a:lnTo>
                    <a:pt x="33089" y="6286"/>
                  </a:lnTo>
                  <a:lnTo>
                    <a:pt x="3308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696" name="Google Shape;13696;p80"/>
            <p:cNvSpPr/>
            <p:nvPr/>
          </p:nvSpPr>
          <p:spPr>
            <a:xfrm>
              <a:off x="5637425" y="1854475"/>
              <a:ext cx="664500" cy="157175"/>
            </a:xfrm>
            <a:custGeom>
              <a:avLst/>
              <a:gdLst/>
              <a:ahLst/>
              <a:cxnLst/>
              <a:rect l="l" t="t" r="r" b="b"/>
              <a:pathLst>
                <a:path w="26580" h="6287" extrusionOk="0">
                  <a:moveTo>
                    <a:pt x="1" y="1"/>
                  </a:moveTo>
                  <a:lnTo>
                    <a:pt x="1" y="6286"/>
                  </a:lnTo>
                  <a:lnTo>
                    <a:pt x="26580" y="6286"/>
                  </a:lnTo>
                  <a:lnTo>
                    <a:pt x="2658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697" name="Google Shape;13697;p80"/>
            <p:cNvSpPr/>
            <p:nvPr/>
          </p:nvSpPr>
          <p:spPr>
            <a:xfrm>
              <a:off x="6296450" y="1602275"/>
              <a:ext cx="501750" cy="157075"/>
            </a:xfrm>
            <a:custGeom>
              <a:avLst/>
              <a:gdLst/>
              <a:ahLst/>
              <a:cxnLst/>
              <a:rect l="l" t="t" r="r" b="b"/>
              <a:pathLst>
                <a:path w="20070" h="6283" extrusionOk="0">
                  <a:moveTo>
                    <a:pt x="0" y="1"/>
                  </a:moveTo>
                  <a:lnTo>
                    <a:pt x="0" y="6283"/>
                  </a:lnTo>
                  <a:lnTo>
                    <a:pt x="20069" y="6283"/>
                  </a:lnTo>
                  <a:lnTo>
                    <a:pt x="2006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698" name="Google Shape;13698;p80"/>
            <p:cNvSpPr/>
            <p:nvPr/>
          </p:nvSpPr>
          <p:spPr>
            <a:xfrm>
              <a:off x="5800100" y="1602275"/>
              <a:ext cx="501825" cy="157075"/>
            </a:xfrm>
            <a:custGeom>
              <a:avLst/>
              <a:gdLst/>
              <a:ahLst/>
              <a:cxnLst/>
              <a:rect l="l" t="t" r="r" b="b"/>
              <a:pathLst>
                <a:path w="20073" h="6283" extrusionOk="0">
                  <a:moveTo>
                    <a:pt x="1" y="1"/>
                  </a:moveTo>
                  <a:lnTo>
                    <a:pt x="1" y="6283"/>
                  </a:lnTo>
                  <a:lnTo>
                    <a:pt x="20073" y="6283"/>
                  </a:lnTo>
                  <a:lnTo>
                    <a:pt x="2007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699" name="Google Shape;13699;p80"/>
            <p:cNvSpPr/>
            <p:nvPr/>
          </p:nvSpPr>
          <p:spPr>
            <a:xfrm>
              <a:off x="6301225" y="1554475"/>
              <a:ext cx="25" cy="1550150"/>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3700" name="Google Shape;13700;p80"/>
          <p:cNvGrpSpPr/>
          <p:nvPr/>
        </p:nvGrpSpPr>
        <p:grpSpPr>
          <a:xfrm rot="10800000">
            <a:off x="4265131" y="3284761"/>
            <a:ext cx="1417383" cy="887946"/>
            <a:chOff x="5645403" y="2920021"/>
            <a:chExt cx="2650800" cy="2180614"/>
          </a:xfrm>
        </p:grpSpPr>
        <p:sp>
          <p:nvSpPr>
            <p:cNvPr id="13701" name="Google Shape;13701;p80"/>
            <p:cNvSpPr/>
            <p:nvPr/>
          </p:nvSpPr>
          <p:spPr>
            <a:xfrm>
              <a:off x="5772903" y="2920021"/>
              <a:ext cx="2523300" cy="469200"/>
            </a:xfrm>
            <a:prstGeom prst="rect">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cxnSp>
          <p:nvCxnSpPr>
            <p:cNvPr id="13702" name="Google Shape;13702;p80"/>
            <p:cNvCxnSpPr>
              <a:stCxn id="13701" idx="1"/>
            </p:cNvCxnSpPr>
            <p:nvPr/>
          </p:nvCxnSpPr>
          <p:spPr>
            <a:xfrm rot="10800000">
              <a:off x="5645403" y="3154021"/>
              <a:ext cx="127500" cy="600"/>
            </a:xfrm>
            <a:prstGeom prst="straightConnector1">
              <a:avLst/>
            </a:prstGeom>
            <a:noFill/>
            <a:ln w="9525" cap="flat" cmpd="sng">
              <a:solidFill>
                <a:srgbClr val="435D74"/>
              </a:solidFill>
              <a:prstDash val="solid"/>
              <a:round/>
              <a:headEnd type="none" w="med" len="med"/>
              <a:tailEnd type="none" w="med" len="med"/>
            </a:ln>
          </p:spPr>
        </p:cxnSp>
        <p:sp>
          <p:nvSpPr>
            <p:cNvPr id="13703" name="Google Shape;13703;p80"/>
            <p:cNvSpPr/>
            <p:nvPr/>
          </p:nvSpPr>
          <p:spPr>
            <a:xfrm>
              <a:off x="6010040" y="3500932"/>
              <a:ext cx="2049000" cy="4692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cxnSp>
          <p:nvCxnSpPr>
            <p:cNvPr id="13704" name="Google Shape;13704;p80"/>
            <p:cNvCxnSpPr>
              <a:endCxn id="13703" idx="3"/>
            </p:cNvCxnSpPr>
            <p:nvPr/>
          </p:nvCxnSpPr>
          <p:spPr>
            <a:xfrm rot="10800000">
              <a:off x="8059040" y="3735533"/>
              <a:ext cx="135300" cy="0"/>
            </a:xfrm>
            <a:prstGeom prst="straightConnector1">
              <a:avLst/>
            </a:prstGeom>
            <a:noFill/>
            <a:ln w="9525" cap="flat" cmpd="sng">
              <a:solidFill>
                <a:srgbClr val="5F7D95"/>
              </a:solidFill>
              <a:prstDash val="solid"/>
              <a:round/>
              <a:headEnd type="none" w="med" len="med"/>
              <a:tailEnd type="none" w="med" len="med"/>
            </a:ln>
          </p:spPr>
        </p:cxnSp>
        <p:sp>
          <p:nvSpPr>
            <p:cNvPr id="13705" name="Google Shape;13705;p80"/>
            <p:cNvSpPr/>
            <p:nvPr/>
          </p:nvSpPr>
          <p:spPr>
            <a:xfrm>
              <a:off x="6299123" y="4066183"/>
              <a:ext cx="1470600" cy="4692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cxnSp>
          <p:nvCxnSpPr>
            <p:cNvPr id="13706" name="Google Shape;13706;p80"/>
            <p:cNvCxnSpPr>
              <a:stCxn id="13705" idx="1"/>
            </p:cNvCxnSpPr>
            <p:nvPr/>
          </p:nvCxnSpPr>
          <p:spPr>
            <a:xfrm rot="10800000">
              <a:off x="6175222" y="4300183"/>
              <a:ext cx="123900" cy="600"/>
            </a:xfrm>
            <a:prstGeom prst="straightConnector1">
              <a:avLst/>
            </a:prstGeom>
            <a:noFill/>
            <a:ln w="9525" cap="flat" cmpd="sng">
              <a:solidFill>
                <a:srgbClr val="869FB2"/>
              </a:solidFill>
              <a:prstDash val="solid"/>
              <a:round/>
              <a:headEnd type="none" w="med" len="med"/>
              <a:tailEnd type="none" w="med" len="med"/>
            </a:ln>
          </p:spPr>
        </p:cxnSp>
        <p:sp>
          <p:nvSpPr>
            <p:cNvPr id="13707" name="Google Shape;13707;p80"/>
            <p:cNvSpPr/>
            <p:nvPr/>
          </p:nvSpPr>
          <p:spPr>
            <a:xfrm>
              <a:off x="6629161" y="4631435"/>
              <a:ext cx="810600" cy="4692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cxnSp>
          <p:nvCxnSpPr>
            <p:cNvPr id="13708" name="Google Shape;13708;p80"/>
            <p:cNvCxnSpPr>
              <a:endCxn id="13707" idx="3"/>
            </p:cNvCxnSpPr>
            <p:nvPr/>
          </p:nvCxnSpPr>
          <p:spPr>
            <a:xfrm flipH="1">
              <a:off x="7439761" y="4864535"/>
              <a:ext cx="104400" cy="1500"/>
            </a:xfrm>
            <a:prstGeom prst="straightConnector1">
              <a:avLst/>
            </a:prstGeom>
            <a:noFill/>
            <a:ln w="9525" cap="flat" cmpd="sng">
              <a:solidFill>
                <a:srgbClr val="BAC8D3"/>
              </a:solidFill>
              <a:prstDash val="solid"/>
              <a:round/>
              <a:headEnd type="none" w="med" len="med"/>
              <a:tailEnd type="none" w="med" len="med"/>
            </a:ln>
          </p:spPr>
        </p:cxnSp>
      </p:grpSp>
      <p:grpSp>
        <p:nvGrpSpPr>
          <p:cNvPr id="13709" name="Google Shape;13709;p80"/>
          <p:cNvGrpSpPr/>
          <p:nvPr/>
        </p:nvGrpSpPr>
        <p:grpSpPr>
          <a:xfrm>
            <a:off x="7365491" y="2188116"/>
            <a:ext cx="1071743" cy="1021579"/>
            <a:chOff x="7189833" y="2022667"/>
            <a:chExt cx="1251159" cy="1192597"/>
          </a:xfrm>
        </p:grpSpPr>
        <p:sp>
          <p:nvSpPr>
            <p:cNvPr id="13710" name="Google Shape;13710;p80"/>
            <p:cNvSpPr/>
            <p:nvPr/>
          </p:nvSpPr>
          <p:spPr>
            <a:xfrm>
              <a:off x="7474366" y="2461318"/>
              <a:ext cx="682343" cy="220186"/>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711" name="Google Shape;13711;p80"/>
            <p:cNvSpPr/>
            <p:nvPr/>
          </p:nvSpPr>
          <p:spPr>
            <a:xfrm>
              <a:off x="7602697" y="2022667"/>
              <a:ext cx="426517" cy="402424"/>
            </a:xfrm>
            <a:custGeom>
              <a:avLst/>
              <a:gdLst/>
              <a:ahLst/>
              <a:cxnLst/>
              <a:rect l="l" t="t" r="r" b="b"/>
              <a:pathLst>
                <a:path w="78476" h="74009" extrusionOk="0">
                  <a:moveTo>
                    <a:pt x="39246" y="0"/>
                  </a:moveTo>
                  <a:lnTo>
                    <a:pt x="1" y="74009"/>
                  </a:lnTo>
                  <a:lnTo>
                    <a:pt x="78476" y="74009"/>
                  </a:lnTo>
                  <a:lnTo>
                    <a:pt x="3924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712" name="Google Shape;13712;p80"/>
            <p:cNvSpPr/>
            <p:nvPr/>
          </p:nvSpPr>
          <p:spPr>
            <a:xfrm>
              <a:off x="7189833" y="2972969"/>
              <a:ext cx="1251159" cy="242295"/>
            </a:xfrm>
            <a:custGeom>
              <a:avLst/>
              <a:gdLst/>
              <a:ahLst/>
              <a:cxnLst/>
              <a:rect l="l" t="t" r="r" b="b"/>
              <a:pathLst>
                <a:path w="230204" h="44560" extrusionOk="0">
                  <a:moveTo>
                    <a:pt x="25737" y="1"/>
                  </a:moveTo>
                  <a:lnTo>
                    <a:pt x="0" y="44560"/>
                  </a:lnTo>
                  <a:lnTo>
                    <a:pt x="230204" y="44560"/>
                  </a:lnTo>
                  <a:lnTo>
                    <a:pt x="204467"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713" name="Google Shape;13713;p80"/>
            <p:cNvSpPr/>
            <p:nvPr/>
          </p:nvSpPr>
          <p:spPr>
            <a:xfrm>
              <a:off x="7340931" y="2717730"/>
              <a:ext cx="950049" cy="219012"/>
            </a:xfrm>
            <a:custGeom>
              <a:avLst/>
              <a:gdLst/>
              <a:ahLst/>
              <a:cxnLst/>
              <a:rect l="l" t="t" r="r" b="b"/>
              <a:pathLst>
                <a:path w="174802" h="40278" extrusionOk="0">
                  <a:moveTo>
                    <a:pt x="22750" y="1"/>
                  </a:moveTo>
                  <a:lnTo>
                    <a:pt x="0" y="40278"/>
                  </a:lnTo>
                  <a:lnTo>
                    <a:pt x="174802" y="40278"/>
                  </a:lnTo>
                  <a:lnTo>
                    <a:pt x="15205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3714" name="Google Shape;13714;p80"/>
          <p:cNvGrpSpPr/>
          <p:nvPr/>
        </p:nvGrpSpPr>
        <p:grpSpPr>
          <a:xfrm>
            <a:off x="706762" y="2614523"/>
            <a:ext cx="1695374" cy="1560837"/>
            <a:chOff x="727421" y="2828315"/>
            <a:chExt cx="1695374" cy="1560837"/>
          </a:xfrm>
        </p:grpSpPr>
        <p:grpSp>
          <p:nvGrpSpPr>
            <p:cNvPr id="13715" name="Google Shape;13715;p80"/>
            <p:cNvGrpSpPr/>
            <p:nvPr/>
          </p:nvGrpSpPr>
          <p:grpSpPr>
            <a:xfrm>
              <a:off x="819108" y="2882501"/>
              <a:ext cx="103104" cy="1426186"/>
              <a:chOff x="4674013" y="3100904"/>
              <a:chExt cx="122758" cy="1698043"/>
            </a:xfrm>
          </p:grpSpPr>
          <p:sp>
            <p:nvSpPr>
              <p:cNvPr id="13716" name="Google Shape;13716;p80"/>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717" name="Google Shape;13717;p80"/>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718" name="Google Shape;13718;p80"/>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719" name="Google Shape;13719;p80"/>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720" name="Google Shape;13720;p80"/>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721" name="Google Shape;13721;p80"/>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722" name="Google Shape;13722;p80"/>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3723" name="Google Shape;13723;p80"/>
            <p:cNvGrpSpPr/>
            <p:nvPr/>
          </p:nvGrpSpPr>
          <p:grpSpPr>
            <a:xfrm>
              <a:off x="1062475" y="2882501"/>
              <a:ext cx="103104" cy="1426186"/>
              <a:chOff x="4940438" y="3100904"/>
              <a:chExt cx="122758" cy="1698043"/>
            </a:xfrm>
          </p:grpSpPr>
          <p:sp>
            <p:nvSpPr>
              <p:cNvPr id="13724" name="Google Shape;13724;p80"/>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725" name="Google Shape;13725;p80"/>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726" name="Google Shape;13726;p80"/>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727" name="Google Shape;13727;p80"/>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728" name="Google Shape;13728;p80"/>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729" name="Google Shape;13729;p80"/>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730" name="Google Shape;13730;p80"/>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3731" name="Google Shape;13731;p80"/>
            <p:cNvGrpSpPr/>
            <p:nvPr/>
          </p:nvGrpSpPr>
          <p:grpSpPr>
            <a:xfrm>
              <a:off x="1299324" y="2882501"/>
              <a:ext cx="103104" cy="1426186"/>
              <a:chOff x="5206863" y="3100904"/>
              <a:chExt cx="122758" cy="1698043"/>
            </a:xfrm>
          </p:grpSpPr>
          <p:sp>
            <p:nvSpPr>
              <p:cNvPr id="13732" name="Google Shape;13732;p80"/>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733" name="Google Shape;13733;p80"/>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734" name="Google Shape;13734;p80"/>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735" name="Google Shape;13735;p80"/>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736" name="Google Shape;13736;p80"/>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737" name="Google Shape;13737;p80"/>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738" name="Google Shape;13738;p80"/>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3739" name="Google Shape;13739;p80"/>
            <p:cNvGrpSpPr/>
            <p:nvPr/>
          </p:nvGrpSpPr>
          <p:grpSpPr>
            <a:xfrm>
              <a:off x="1786057" y="2882501"/>
              <a:ext cx="103104" cy="1426186"/>
              <a:chOff x="6006138" y="3143629"/>
              <a:chExt cx="122758" cy="1698043"/>
            </a:xfrm>
          </p:grpSpPr>
          <p:sp>
            <p:nvSpPr>
              <p:cNvPr id="13740" name="Google Shape;13740;p80"/>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741" name="Google Shape;13741;p80"/>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742" name="Google Shape;13742;p80"/>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743" name="Google Shape;13743;p80"/>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744" name="Google Shape;13744;p80"/>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745" name="Google Shape;13745;p80"/>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746" name="Google Shape;13746;p80"/>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3747" name="Google Shape;13747;p80"/>
            <p:cNvGrpSpPr/>
            <p:nvPr/>
          </p:nvGrpSpPr>
          <p:grpSpPr>
            <a:xfrm>
              <a:off x="2029422" y="2882501"/>
              <a:ext cx="103104" cy="1426186"/>
              <a:chOff x="6805413" y="3100904"/>
              <a:chExt cx="122758" cy="1698043"/>
            </a:xfrm>
          </p:grpSpPr>
          <p:sp>
            <p:nvSpPr>
              <p:cNvPr id="13748" name="Google Shape;13748;p80"/>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749" name="Google Shape;13749;p80"/>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750" name="Google Shape;13750;p80"/>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751" name="Google Shape;13751;p80"/>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752" name="Google Shape;13752;p80"/>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753" name="Google Shape;13753;p80"/>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754" name="Google Shape;13754;p80"/>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3755" name="Google Shape;13755;p80"/>
            <p:cNvGrpSpPr/>
            <p:nvPr/>
          </p:nvGrpSpPr>
          <p:grpSpPr>
            <a:xfrm>
              <a:off x="727421" y="2828315"/>
              <a:ext cx="1695374" cy="1560837"/>
              <a:chOff x="734799" y="2782450"/>
              <a:chExt cx="1571100" cy="1577400"/>
            </a:xfrm>
          </p:grpSpPr>
          <p:cxnSp>
            <p:nvCxnSpPr>
              <p:cNvPr id="13756" name="Google Shape;13756;p80"/>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13757" name="Google Shape;13757;p80"/>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13758" name="Google Shape;13758;p80"/>
            <p:cNvGrpSpPr/>
            <p:nvPr/>
          </p:nvGrpSpPr>
          <p:grpSpPr>
            <a:xfrm>
              <a:off x="2272795" y="2882501"/>
              <a:ext cx="103104" cy="1426186"/>
              <a:chOff x="5206863" y="3100904"/>
              <a:chExt cx="122758" cy="1698043"/>
            </a:xfrm>
          </p:grpSpPr>
          <p:sp>
            <p:nvSpPr>
              <p:cNvPr id="13759" name="Google Shape;13759;p80"/>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760" name="Google Shape;13760;p80"/>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761" name="Google Shape;13761;p80"/>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762" name="Google Shape;13762;p80"/>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763" name="Google Shape;13763;p80"/>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764" name="Google Shape;13764;p80"/>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765" name="Google Shape;13765;p80"/>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3766" name="Google Shape;13766;p80"/>
            <p:cNvGrpSpPr/>
            <p:nvPr/>
          </p:nvGrpSpPr>
          <p:grpSpPr>
            <a:xfrm>
              <a:off x="1542694" y="2882501"/>
              <a:ext cx="103104" cy="1426186"/>
              <a:chOff x="6006138" y="3143629"/>
              <a:chExt cx="122758" cy="1698043"/>
            </a:xfrm>
          </p:grpSpPr>
          <p:sp>
            <p:nvSpPr>
              <p:cNvPr id="13767" name="Google Shape;13767;p80"/>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768" name="Google Shape;13768;p80"/>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769" name="Google Shape;13769;p80"/>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770" name="Google Shape;13770;p80"/>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771" name="Google Shape;13771;p80"/>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772" name="Google Shape;13772;p80"/>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773" name="Google Shape;13773;p80"/>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13774" name="Google Shape;13774;p80"/>
          <p:cNvGrpSpPr/>
          <p:nvPr/>
        </p:nvGrpSpPr>
        <p:grpSpPr>
          <a:xfrm>
            <a:off x="5915341" y="2192094"/>
            <a:ext cx="1248543" cy="1025319"/>
            <a:chOff x="5183758" y="1210600"/>
            <a:chExt cx="3605380" cy="2960783"/>
          </a:xfrm>
        </p:grpSpPr>
        <p:sp>
          <p:nvSpPr>
            <p:cNvPr id="13775" name="Google Shape;13775;p80"/>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776" name="Google Shape;13776;p80"/>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777" name="Google Shape;13777;p80"/>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778" name="Google Shape;13778;p80"/>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cxnSp>
          <p:nvCxnSpPr>
            <p:cNvPr id="13779" name="Google Shape;13779;p80"/>
            <p:cNvCxnSpPr/>
            <p:nvPr/>
          </p:nvCxnSpPr>
          <p:spPr>
            <a:xfrm>
              <a:off x="5183758" y="2382654"/>
              <a:ext cx="922800" cy="0"/>
            </a:xfrm>
            <a:prstGeom prst="straightConnector1">
              <a:avLst/>
            </a:prstGeom>
            <a:noFill/>
            <a:ln w="9525" cap="flat" cmpd="sng">
              <a:solidFill>
                <a:srgbClr val="869FB2"/>
              </a:solidFill>
              <a:prstDash val="solid"/>
              <a:round/>
              <a:headEnd type="oval" w="med" len="med"/>
              <a:tailEnd type="none" w="med" len="med"/>
            </a:ln>
          </p:spPr>
        </p:cxnSp>
        <p:cxnSp>
          <p:nvCxnSpPr>
            <p:cNvPr id="13780" name="Google Shape;13780;p80"/>
            <p:cNvCxnSpPr/>
            <p:nvPr/>
          </p:nvCxnSpPr>
          <p:spPr>
            <a:xfrm rot="10800000">
              <a:off x="8225195" y="1765431"/>
              <a:ext cx="559200" cy="0"/>
            </a:xfrm>
            <a:prstGeom prst="straightConnector1">
              <a:avLst/>
            </a:prstGeom>
            <a:noFill/>
            <a:ln w="9525" cap="flat" cmpd="sng">
              <a:solidFill>
                <a:srgbClr val="BAC8D3"/>
              </a:solidFill>
              <a:prstDash val="solid"/>
              <a:round/>
              <a:headEnd type="oval" w="med" len="med"/>
              <a:tailEnd type="none" w="med" len="med"/>
            </a:ln>
          </p:spPr>
        </p:cxnSp>
        <p:cxnSp>
          <p:nvCxnSpPr>
            <p:cNvPr id="13781" name="Google Shape;13781;p80"/>
            <p:cNvCxnSpPr/>
            <p:nvPr/>
          </p:nvCxnSpPr>
          <p:spPr>
            <a:xfrm rot="10800000">
              <a:off x="7504838" y="2943528"/>
              <a:ext cx="1284300" cy="0"/>
            </a:xfrm>
            <a:prstGeom prst="straightConnector1">
              <a:avLst/>
            </a:prstGeom>
            <a:noFill/>
            <a:ln w="9525" cap="flat" cmpd="sng">
              <a:solidFill>
                <a:srgbClr val="5F7D95"/>
              </a:solidFill>
              <a:prstDash val="solid"/>
              <a:round/>
              <a:headEnd type="oval" w="med" len="med"/>
              <a:tailEnd type="none" w="med" len="med"/>
            </a:ln>
          </p:spPr>
        </p:cxnSp>
        <p:cxnSp>
          <p:nvCxnSpPr>
            <p:cNvPr id="13782" name="Google Shape;13782;p80"/>
            <p:cNvCxnSpPr/>
            <p:nvPr/>
          </p:nvCxnSpPr>
          <p:spPr>
            <a:xfrm>
              <a:off x="5759284" y="3630350"/>
              <a:ext cx="922800" cy="0"/>
            </a:xfrm>
            <a:prstGeom prst="straightConnector1">
              <a:avLst/>
            </a:prstGeom>
            <a:noFill/>
            <a:ln w="9525" cap="flat" cmpd="sng">
              <a:solidFill>
                <a:srgbClr val="435D74"/>
              </a:solidFill>
              <a:prstDash val="solid"/>
              <a:round/>
              <a:headEnd type="oval" w="med" len="med"/>
              <a:tailEnd type="none" w="med" len="med"/>
            </a:ln>
          </p:spPr>
        </p:cxnSp>
        <p:sp>
          <p:nvSpPr>
            <p:cNvPr id="13783" name="Google Shape;13783;p80"/>
            <p:cNvSpPr/>
            <p:nvPr/>
          </p:nvSpPr>
          <p:spPr>
            <a:xfrm>
              <a:off x="6601902" y="3746583"/>
              <a:ext cx="566400" cy="424800"/>
            </a:xfrm>
            <a:prstGeom prst="downArrow">
              <a:avLst>
                <a:gd name="adj1" fmla="val 50000"/>
                <a:gd name="adj2" fmla="val 50000"/>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3784" name="Google Shape;13784;p80"/>
          <p:cNvGrpSpPr/>
          <p:nvPr/>
        </p:nvGrpSpPr>
        <p:grpSpPr>
          <a:xfrm>
            <a:off x="5772403" y="3330411"/>
            <a:ext cx="2664831" cy="843440"/>
            <a:chOff x="5916567" y="1099697"/>
            <a:chExt cx="2556683" cy="809211"/>
          </a:xfrm>
        </p:grpSpPr>
        <p:sp>
          <p:nvSpPr>
            <p:cNvPr id="13785" name="Google Shape;13785;p80"/>
            <p:cNvSpPr/>
            <p:nvPr/>
          </p:nvSpPr>
          <p:spPr>
            <a:xfrm>
              <a:off x="5916567" y="1105515"/>
              <a:ext cx="2329202" cy="797642"/>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786" name="Google Shape;13786;p80"/>
            <p:cNvSpPr/>
            <p:nvPr/>
          </p:nvSpPr>
          <p:spPr>
            <a:xfrm>
              <a:off x="6719328" y="1353967"/>
              <a:ext cx="156983" cy="301221"/>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787" name="Google Shape;13787;p80"/>
            <p:cNvSpPr/>
            <p:nvPr/>
          </p:nvSpPr>
          <p:spPr>
            <a:xfrm>
              <a:off x="7142762" y="1276612"/>
              <a:ext cx="217467" cy="455564"/>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788" name="Google Shape;13788;p80"/>
            <p:cNvSpPr/>
            <p:nvPr/>
          </p:nvSpPr>
          <p:spPr>
            <a:xfrm>
              <a:off x="7621211" y="1188419"/>
              <a:ext cx="293739" cy="631637"/>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789" name="Google Shape;13789;p80"/>
            <p:cNvSpPr/>
            <p:nvPr/>
          </p:nvSpPr>
          <p:spPr>
            <a:xfrm>
              <a:off x="8279421" y="1099697"/>
              <a:ext cx="54" cy="0"/>
            </a:xfrm>
            <a:custGeom>
              <a:avLst/>
              <a:gdLst/>
              <a:ahLst/>
              <a:cxnLst/>
              <a:rect l="l" t="t" r="r" b="b"/>
              <a:pathLst>
                <a:path w="6" extrusionOk="0">
                  <a:moveTo>
                    <a:pt x="5" y="0"/>
                  </a:moveTo>
                  <a:lnTo>
                    <a:pt x="1" y="0"/>
                  </a:lnTo>
                  <a:close/>
                </a:path>
              </a:pathLst>
            </a:custGeom>
            <a:solidFill>
              <a:srgbClr val="E3E9ED"/>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790" name="Google Shape;13790;p80"/>
            <p:cNvSpPr/>
            <p:nvPr/>
          </p:nvSpPr>
          <p:spPr>
            <a:xfrm>
              <a:off x="8245760" y="1099697"/>
              <a:ext cx="33670" cy="5791"/>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791" name="Google Shape;13791;p80"/>
            <p:cNvSpPr/>
            <p:nvPr/>
          </p:nvSpPr>
          <p:spPr>
            <a:xfrm>
              <a:off x="8085689" y="1099747"/>
              <a:ext cx="387562" cy="809161"/>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792" name="Google Shape;13792;p80"/>
            <p:cNvSpPr/>
            <p:nvPr/>
          </p:nvSpPr>
          <p:spPr>
            <a:xfrm>
              <a:off x="6372480" y="1417485"/>
              <a:ext cx="104679" cy="173370"/>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3793" name="Google Shape;13793;p80"/>
          <p:cNvGrpSpPr/>
          <p:nvPr/>
        </p:nvGrpSpPr>
        <p:grpSpPr>
          <a:xfrm>
            <a:off x="5879943" y="979270"/>
            <a:ext cx="1299851" cy="1023338"/>
            <a:chOff x="5900602" y="1193063"/>
            <a:chExt cx="1299851" cy="1023338"/>
          </a:xfrm>
        </p:grpSpPr>
        <p:grpSp>
          <p:nvGrpSpPr>
            <p:cNvPr id="13794" name="Google Shape;13794;p80"/>
            <p:cNvGrpSpPr/>
            <p:nvPr/>
          </p:nvGrpSpPr>
          <p:grpSpPr>
            <a:xfrm>
              <a:off x="6743564" y="1193063"/>
              <a:ext cx="456889" cy="700379"/>
              <a:chOff x="6743564" y="1193063"/>
              <a:chExt cx="456889" cy="700379"/>
            </a:xfrm>
          </p:grpSpPr>
          <p:grpSp>
            <p:nvGrpSpPr>
              <p:cNvPr id="13795" name="Google Shape;13795;p80"/>
              <p:cNvGrpSpPr/>
              <p:nvPr/>
            </p:nvGrpSpPr>
            <p:grpSpPr>
              <a:xfrm>
                <a:off x="6743564" y="1690731"/>
                <a:ext cx="214402" cy="202710"/>
                <a:chOff x="6743564" y="1690731"/>
                <a:chExt cx="214402" cy="202710"/>
              </a:xfrm>
            </p:grpSpPr>
            <p:sp>
              <p:nvSpPr>
                <p:cNvPr id="13796" name="Google Shape;13796;p80"/>
                <p:cNvSpPr/>
                <p:nvPr/>
              </p:nvSpPr>
              <p:spPr>
                <a:xfrm rot="-5400000">
                  <a:off x="6796932" y="1637364"/>
                  <a:ext cx="107666" cy="214402"/>
                </a:xfrm>
                <a:custGeom>
                  <a:avLst/>
                  <a:gdLst/>
                  <a:ahLst/>
                  <a:cxnLst/>
                  <a:rect l="l" t="t" r="r" b="b"/>
                  <a:pathLst>
                    <a:path w="12379" h="24651" extrusionOk="0">
                      <a:moveTo>
                        <a:pt x="727" y="0"/>
                      </a:moveTo>
                      <a:cubicBezTo>
                        <a:pt x="483" y="0"/>
                        <a:pt x="243" y="4"/>
                        <a:pt x="1" y="7"/>
                      </a:cubicBezTo>
                      <a:lnTo>
                        <a:pt x="1" y="23223"/>
                      </a:lnTo>
                      <a:lnTo>
                        <a:pt x="727" y="24650"/>
                      </a:lnTo>
                      <a:lnTo>
                        <a:pt x="12378" y="1737"/>
                      </a:lnTo>
                      <a:cubicBezTo>
                        <a:pt x="8795" y="619"/>
                        <a:pt x="4857" y="0"/>
                        <a:pt x="72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797" name="Google Shape;13797;p80"/>
                <p:cNvSpPr/>
                <p:nvPr/>
              </p:nvSpPr>
              <p:spPr>
                <a:xfrm rot="-5400000">
                  <a:off x="6797058" y="1744962"/>
                  <a:ext cx="95046" cy="201912"/>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3798" name="Google Shape;13798;p80"/>
              <p:cNvGrpSpPr/>
              <p:nvPr/>
            </p:nvGrpSpPr>
            <p:grpSpPr>
              <a:xfrm>
                <a:off x="6915505" y="1193063"/>
                <a:ext cx="284947" cy="589637"/>
                <a:chOff x="6915505" y="1193063"/>
                <a:chExt cx="284947" cy="589637"/>
              </a:xfrm>
            </p:grpSpPr>
            <p:sp>
              <p:nvSpPr>
                <p:cNvPr id="13799" name="Google Shape;13799;p80"/>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cxnSp>
              <p:nvCxnSpPr>
                <p:cNvPr id="13800" name="Google Shape;13800;p80"/>
                <p:cNvCxnSpPr/>
                <p:nvPr/>
              </p:nvCxnSpPr>
              <p:spPr>
                <a:xfrm rot="10800000">
                  <a:off x="6938275" y="1279600"/>
                  <a:ext cx="0" cy="503100"/>
                </a:xfrm>
                <a:prstGeom prst="straightConnector1">
                  <a:avLst/>
                </a:prstGeom>
                <a:noFill/>
                <a:ln w="9525" cap="flat" cmpd="sng">
                  <a:solidFill>
                    <a:srgbClr val="CFD9E0"/>
                  </a:solidFill>
                  <a:prstDash val="solid"/>
                  <a:round/>
                  <a:headEnd type="none" w="med" len="med"/>
                  <a:tailEnd type="oval" w="med" len="med"/>
                </a:ln>
              </p:spPr>
            </p:cxnSp>
          </p:grpSp>
        </p:grpSp>
        <p:grpSp>
          <p:nvGrpSpPr>
            <p:cNvPr id="13801" name="Google Shape;13801;p80"/>
            <p:cNvGrpSpPr/>
            <p:nvPr/>
          </p:nvGrpSpPr>
          <p:grpSpPr>
            <a:xfrm>
              <a:off x="6520337" y="1193063"/>
              <a:ext cx="341815" cy="801589"/>
              <a:chOff x="6520337" y="1193063"/>
              <a:chExt cx="341815" cy="801589"/>
            </a:xfrm>
          </p:grpSpPr>
          <p:grpSp>
            <p:nvGrpSpPr>
              <p:cNvPr id="13802" name="Google Shape;13802;p80"/>
              <p:cNvGrpSpPr/>
              <p:nvPr/>
            </p:nvGrpSpPr>
            <p:grpSpPr>
              <a:xfrm>
                <a:off x="6520337" y="1589527"/>
                <a:ext cx="213950" cy="405125"/>
                <a:chOff x="6520337" y="1589527"/>
                <a:chExt cx="213950" cy="405125"/>
              </a:xfrm>
            </p:grpSpPr>
            <p:sp>
              <p:nvSpPr>
                <p:cNvPr id="13803" name="Google Shape;13803;p80"/>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804" name="Google Shape;13804;p80"/>
                <p:cNvSpPr/>
                <p:nvPr/>
              </p:nvSpPr>
              <p:spPr>
                <a:xfrm rot="-5400000">
                  <a:off x="6529204" y="178956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3805" name="Google Shape;13805;p80"/>
              <p:cNvGrpSpPr/>
              <p:nvPr/>
            </p:nvGrpSpPr>
            <p:grpSpPr>
              <a:xfrm>
                <a:off x="6577204" y="1193063"/>
                <a:ext cx="284947" cy="453562"/>
                <a:chOff x="6577204" y="1193063"/>
                <a:chExt cx="284947" cy="453562"/>
              </a:xfrm>
            </p:grpSpPr>
            <p:sp>
              <p:nvSpPr>
                <p:cNvPr id="13806" name="Google Shape;13806;p80"/>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cxnSp>
              <p:nvCxnSpPr>
                <p:cNvPr id="13807" name="Google Shape;13807;p80"/>
                <p:cNvCxnSpPr/>
                <p:nvPr/>
              </p:nvCxnSpPr>
              <p:spPr>
                <a:xfrm rot="10800000">
                  <a:off x="6677825" y="1279425"/>
                  <a:ext cx="0" cy="367200"/>
                </a:xfrm>
                <a:prstGeom prst="straightConnector1">
                  <a:avLst/>
                </a:prstGeom>
                <a:noFill/>
                <a:ln w="9525" cap="flat" cmpd="sng">
                  <a:solidFill>
                    <a:srgbClr val="A5B7C6"/>
                  </a:solidFill>
                  <a:prstDash val="solid"/>
                  <a:round/>
                  <a:headEnd type="none" w="med" len="med"/>
                  <a:tailEnd type="oval" w="med" len="med"/>
                </a:ln>
              </p:spPr>
            </p:cxnSp>
          </p:grpSp>
        </p:grpSp>
        <p:grpSp>
          <p:nvGrpSpPr>
            <p:cNvPr id="13808" name="Google Shape;13808;p80"/>
            <p:cNvGrpSpPr/>
            <p:nvPr/>
          </p:nvGrpSpPr>
          <p:grpSpPr>
            <a:xfrm>
              <a:off x="6238903" y="1193063"/>
              <a:ext cx="300475" cy="901782"/>
              <a:chOff x="6238903" y="1193063"/>
              <a:chExt cx="300475" cy="901782"/>
            </a:xfrm>
          </p:grpSpPr>
          <p:grpSp>
            <p:nvGrpSpPr>
              <p:cNvPr id="13809" name="Google Shape;13809;p80"/>
              <p:cNvGrpSpPr/>
              <p:nvPr/>
            </p:nvGrpSpPr>
            <p:grpSpPr>
              <a:xfrm>
                <a:off x="6290865" y="1489315"/>
                <a:ext cx="248514" cy="605530"/>
                <a:chOff x="6290865" y="1489315"/>
                <a:chExt cx="248514" cy="605530"/>
              </a:xfrm>
            </p:grpSpPr>
            <p:sp>
              <p:nvSpPr>
                <p:cNvPr id="13810" name="Google Shape;13810;p80"/>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811" name="Google Shape;13811;p80"/>
                <p:cNvSpPr/>
                <p:nvPr/>
              </p:nvSpPr>
              <p:spPr>
                <a:xfrm rot="-5400000">
                  <a:off x="6266916" y="1822383"/>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3812" name="Google Shape;13812;p80"/>
              <p:cNvGrpSpPr/>
              <p:nvPr/>
            </p:nvGrpSpPr>
            <p:grpSpPr>
              <a:xfrm>
                <a:off x="6238903" y="1193063"/>
                <a:ext cx="284947" cy="327512"/>
                <a:chOff x="6238903" y="1193063"/>
                <a:chExt cx="284947" cy="327512"/>
              </a:xfrm>
            </p:grpSpPr>
            <p:sp>
              <p:nvSpPr>
                <p:cNvPr id="13813" name="Google Shape;13813;p80"/>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cxnSp>
              <p:nvCxnSpPr>
                <p:cNvPr id="13814" name="Google Shape;13814;p80"/>
                <p:cNvCxnSpPr/>
                <p:nvPr/>
              </p:nvCxnSpPr>
              <p:spPr>
                <a:xfrm rot="10800000">
                  <a:off x="6431250" y="1279375"/>
                  <a:ext cx="0" cy="241200"/>
                </a:xfrm>
                <a:prstGeom prst="straightConnector1">
                  <a:avLst/>
                </a:prstGeom>
                <a:noFill/>
                <a:ln w="9525" cap="flat" cmpd="sng">
                  <a:solidFill>
                    <a:srgbClr val="869FB2"/>
                  </a:solidFill>
                  <a:prstDash val="solid"/>
                  <a:round/>
                  <a:headEnd type="none" w="med" len="med"/>
                  <a:tailEnd type="oval" w="med" len="med"/>
                </a:ln>
              </p:spPr>
            </p:cxnSp>
          </p:grpSp>
        </p:grpSp>
        <p:grpSp>
          <p:nvGrpSpPr>
            <p:cNvPr id="13815" name="Google Shape;13815;p80"/>
            <p:cNvGrpSpPr/>
            <p:nvPr/>
          </p:nvGrpSpPr>
          <p:grpSpPr>
            <a:xfrm>
              <a:off x="5900602" y="1193063"/>
              <a:ext cx="444345" cy="1023338"/>
              <a:chOff x="5900602" y="1193063"/>
              <a:chExt cx="444345" cy="1023338"/>
            </a:xfrm>
          </p:grpSpPr>
          <p:grpSp>
            <p:nvGrpSpPr>
              <p:cNvPr id="13816" name="Google Shape;13816;p80"/>
              <p:cNvGrpSpPr/>
              <p:nvPr/>
            </p:nvGrpSpPr>
            <p:grpSpPr>
              <a:xfrm>
                <a:off x="6046501" y="1367785"/>
                <a:ext cx="298446" cy="848616"/>
                <a:chOff x="6046501" y="1367785"/>
                <a:chExt cx="298446" cy="848616"/>
              </a:xfrm>
            </p:grpSpPr>
            <p:sp>
              <p:nvSpPr>
                <p:cNvPr id="13817" name="Google Shape;13817;p80"/>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818" name="Google Shape;13818;p80"/>
                <p:cNvSpPr/>
                <p:nvPr/>
              </p:nvSpPr>
              <p:spPr>
                <a:xfrm rot="-5400000">
                  <a:off x="5986745" y="185819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3819" name="Google Shape;13819;p80"/>
              <p:cNvGrpSpPr/>
              <p:nvPr/>
            </p:nvGrpSpPr>
            <p:grpSpPr>
              <a:xfrm>
                <a:off x="5900602" y="1193063"/>
                <a:ext cx="284947" cy="182312"/>
                <a:chOff x="5900602" y="1193063"/>
                <a:chExt cx="284947" cy="182312"/>
              </a:xfrm>
            </p:grpSpPr>
            <p:sp>
              <p:nvSpPr>
                <p:cNvPr id="13820" name="Google Shape;13820;p80"/>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cxnSp>
              <p:nvCxnSpPr>
                <p:cNvPr id="13821" name="Google Shape;13821;p80"/>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grpSp>
        <p:nvGrpSpPr>
          <p:cNvPr id="13822" name="Google Shape;13822;p80"/>
          <p:cNvGrpSpPr/>
          <p:nvPr/>
        </p:nvGrpSpPr>
        <p:grpSpPr>
          <a:xfrm>
            <a:off x="7217825" y="979415"/>
            <a:ext cx="1219413" cy="1051365"/>
            <a:chOff x="7287122" y="1165658"/>
            <a:chExt cx="1219413" cy="1051365"/>
          </a:xfrm>
        </p:grpSpPr>
        <p:grpSp>
          <p:nvGrpSpPr>
            <p:cNvPr id="13823" name="Google Shape;13823;p80"/>
            <p:cNvGrpSpPr/>
            <p:nvPr/>
          </p:nvGrpSpPr>
          <p:grpSpPr>
            <a:xfrm>
              <a:off x="7287122" y="1969723"/>
              <a:ext cx="1219413" cy="247300"/>
              <a:chOff x="7287122" y="1969723"/>
              <a:chExt cx="1219413" cy="247300"/>
            </a:xfrm>
          </p:grpSpPr>
          <p:sp>
            <p:nvSpPr>
              <p:cNvPr id="13824" name="Google Shape;13824;p80"/>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3825" name="Google Shape;13825;p80"/>
              <p:cNvGrpSpPr/>
              <p:nvPr/>
            </p:nvGrpSpPr>
            <p:grpSpPr>
              <a:xfrm>
                <a:off x="7287122" y="2063892"/>
                <a:ext cx="1151753" cy="73428"/>
                <a:chOff x="7287122" y="2063892"/>
                <a:chExt cx="1151753" cy="73428"/>
              </a:xfrm>
            </p:grpSpPr>
            <p:sp>
              <p:nvSpPr>
                <p:cNvPr id="13826" name="Google Shape;13826;p80"/>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cxnSp>
              <p:nvCxnSpPr>
                <p:cNvPr id="13827" name="Google Shape;13827;p80"/>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13828" name="Google Shape;13828;p80"/>
            <p:cNvGrpSpPr/>
            <p:nvPr/>
          </p:nvGrpSpPr>
          <p:grpSpPr>
            <a:xfrm>
              <a:off x="7287122" y="1712201"/>
              <a:ext cx="1219403" cy="246767"/>
              <a:chOff x="7287122" y="1712201"/>
              <a:chExt cx="1219403" cy="246767"/>
            </a:xfrm>
          </p:grpSpPr>
          <p:sp>
            <p:nvSpPr>
              <p:cNvPr id="13829" name="Google Shape;13829;p80"/>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3830" name="Google Shape;13830;p80"/>
              <p:cNvGrpSpPr/>
              <p:nvPr/>
            </p:nvGrpSpPr>
            <p:grpSpPr>
              <a:xfrm>
                <a:off x="7287122" y="1842861"/>
                <a:ext cx="1005303" cy="73419"/>
                <a:chOff x="7287122" y="1842861"/>
                <a:chExt cx="1005303" cy="73419"/>
              </a:xfrm>
            </p:grpSpPr>
            <p:sp>
              <p:nvSpPr>
                <p:cNvPr id="13831" name="Google Shape;13831;p80"/>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cxnSp>
              <p:nvCxnSpPr>
                <p:cNvPr id="13832" name="Google Shape;13832;p80"/>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13833" name="Google Shape;13833;p80"/>
            <p:cNvGrpSpPr/>
            <p:nvPr/>
          </p:nvGrpSpPr>
          <p:grpSpPr>
            <a:xfrm>
              <a:off x="7287122" y="1447520"/>
              <a:ext cx="1219403" cy="286667"/>
              <a:chOff x="7287122" y="1447520"/>
              <a:chExt cx="1219403" cy="286667"/>
            </a:xfrm>
          </p:grpSpPr>
          <p:sp>
            <p:nvSpPr>
              <p:cNvPr id="13834" name="Google Shape;13834;p80"/>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3835" name="Google Shape;13835;p80"/>
              <p:cNvGrpSpPr/>
              <p:nvPr/>
            </p:nvGrpSpPr>
            <p:grpSpPr>
              <a:xfrm>
                <a:off x="7287122" y="1581977"/>
                <a:ext cx="852803" cy="73428"/>
                <a:chOff x="7287122" y="1581977"/>
                <a:chExt cx="852803" cy="73428"/>
              </a:xfrm>
            </p:grpSpPr>
            <p:sp>
              <p:nvSpPr>
                <p:cNvPr id="13836" name="Google Shape;13836;p80"/>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cxnSp>
              <p:nvCxnSpPr>
                <p:cNvPr id="13837" name="Google Shape;13837;p80"/>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13838" name="Google Shape;13838;p80"/>
            <p:cNvGrpSpPr/>
            <p:nvPr/>
          </p:nvGrpSpPr>
          <p:grpSpPr>
            <a:xfrm>
              <a:off x="7287122" y="1165658"/>
              <a:ext cx="1219403" cy="344253"/>
              <a:chOff x="7287122" y="1165658"/>
              <a:chExt cx="1219403" cy="344253"/>
            </a:xfrm>
          </p:grpSpPr>
          <p:sp>
            <p:nvSpPr>
              <p:cNvPr id="13839" name="Google Shape;13839;p80"/>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3840" name="Google Shape;13840;p80"/>
              <p:cNvGrpSpPr/>
              <p:nvPr/>
            </p:nvGrpSpPr>
            <p:grpSpPr>
              <a:xfrm>
                <a:off x="7287122" y="1341025"/>
                <a:ext cx="695703" cy="73419"/>
                <a:chOff x="7287122" y="1341025"/>
                <a:chExt cx="695703" cy="73419"/>
              </a:xfrm>
            </p:grpSpPr>
            <p:sp>
              <p:nvSpPr>
                <p:cNvPr id="13841" name="Google Shape;13841;p80"/>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cxnSp>
              <p:nvCxnSpPr>
                <p:cNvPr id="13842" name="Google Shape;13842;p80"/>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3846" name="Shape 13846"/>
        <p:cNvGrpSpPr/>
        <p:nvPr/>
      </p:nvGrpSpPr>
      <p:grpSpPr>
        <a:xfrm>
          <a:off x="0" y="0"/>
          <a:ext cx="0" cy="0"/>
          <a:chOff x="0" y="0"/>
          <a:chExt cx="0" cy="0"/>
        </a:xfrm>
      </p:grpSpPr>
      <p:sp>
        <p:nvSpPr>
          <p:cNvPr id="13847" name="Google Shape;13847;p81"/>
          <p:cNvSpPr txBox="1"/>
          <p:nvPr>
            <p:ph type="body" idx="4294967295"/>
          </p:nvPr>
        </p:nvSpPr>
        <p:spPr>
          <a:xfrm>
            <a:off x="716775" y="1188000"/>
            <a:ext cx="7710600" cy="761400"/>
          </a:xfrm>
          <a:prstGeom prst="rect">
            <a:avLst/>
          </a:prstGeom>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GB">
                <a:solidFill>
                  <a:schemeClr val="lt1"/>
                </a:solidFill>
                <a:latin typeface="Arial" panose="020B0604020202020204"/>
                <a:ea typeface="Arial" panose="020B0604020202020204"/>
                <a:cs typeface="Arial" panose="020B0604020202020204"/>
                <a:sym typeface="Arial" panose="020B0604020202020204"/>
              </a:rPr>
              <a:t>You can </a:t>
            </a:r>
            <a:r>
              <a:rPr lang="en-GB" b="1">
                <a:solidFill>
                  <a:schemeClr val="dk2"/>
                </a:solidFill>
                <a:latin typeface="Arial" panose="020B0604020202020204"/>
                <a:ea typeface="Arial" panose="020B0604020202020204"/>
                <a:cs typeface="Arial" panose="020B0604020202020204"/>
                <a:sym typeface="Arial" panose="020B0604020202020204"/>
              </a:rPr>
              <a:t>resize </a:t>
            </a:r>
            <a:r>
              <a:rPr lang="en-GB">
                <a:solidFill>
                  <a:schemeClr val="lt1"/>
                </a:solidFill>
                <a:latin typeface="Arial" panose="020B0604020202020204"/>
                <a:ea typeface="Arial" panose="020B0604020202020204"/>
                <a:cs typeface="Arial" panose="020B0604020202020204"/>
                <a:sym typeface="Arial" panose="020B0604020202020204"/>
              </a:rPr>
              <a:t>these icons without losing quality.</a:t>
            </a:r>
            <a:endParaRPr>
              <a:solidFill>
                <a:schemeClr val="lt1"/>
              </a:solidFill>
              <a:latin typeface="Arial" panose="020B0604020202020204"/>
              <a:ea typeface="Arial" panose="020B0604020202020204"/>
              <a:cs typeface="Arial" panose="020B0604020202020204"/>
              <a:sym typeface="Arial" panose="020B0604020202020204"/>
            </a:endParaRPr>
          </a:p>
          <a:p>
            <a:pPr marL="0" lvl="0" indent="0" algn="ctr" rtl="0">
              <a:lnSpc>
                <a:spcPct val="100000"/>
              </a:lnSpc>
              <a:spcBef>
                <a:spcPts val="0"/>
              </a:spcBef>
              <a:spcAft>
                <a:spcPts val="0"/>
              </a:spcAft>
              <a:buNone/>
            </a:pPr>
            <a:r>
              <a:rPr lang="en-GB">
                <a:solidFill>
                  <a:schemeClr val="lt1"/>
                </a:solidFill>
                <a:latin typeface="Arial" panose="020B0604020202020204"/>
                <a:ea typeface="Arial" panose="020B0604020202020204"/>
                <a:cs typeface="Arial" panose="020B0604020202020204"/>
                <a:sym typeface="Arial" panose="020B0604020202020204"/>
              </a:rPr>
              <a:t>You can </a:t>
            </a:r>
            <a:r>
              <a:rPr lang="en-GB" b="1">
                <a:solidFill>
                  <a:schemeClr val="dk2"/>
                </a:solidFill>
                <a:latin typeface="Arial" panose="020B0604020202020204"/>
                <a:ea typeface="Arial" panose="020B0604020202020204"/>
                <a:cs typeface="Arial" panose="020B0604020202020204"/>
                <a:sym typeface="Arial" panose="020B0604020202020204"/>
              </a:rPr>
              <a:t>change the stroke and fill color</a:t>
            </a:r>
            <a:r>
              <a:rPr lang="en-GB">
                <a:solidFill>
                  <a:schemeClr val="lt1"/>
                </a:solidFill>
                <a:latin typeface="Arial" panose="020B0604020202020204"/>
                <a:ea typeface="Arial" panose="020B0604020202020204"/>
                <a:cs typeface="Arial" panose="020B0604020202020204"/>
                <a:sym typeface="Arial" panose="020B0604020202020204"/>
              </a:rPr>
              <a:t>; just select the icon and click on the </a:t>
            </a:r>
            <a:r>
              <a:rPr lang="en-GB" b="1">
                <a:solidFill>
                  <a:schemeClr val="dk2"/>
                </a:solidFill>
                <a:latin typeface="Arial" panose="020B0604020202020204"/>
                <a:ea typeface="Arial" panose="020B0604020202020204"/>
                <a:cs typeface="Arial" panose="020B0604020202020204"/>
                <a:sym typeface="Arial" panose="020B0604020202020204"/>
              </a:rPr>
              <a:t>paint bucket/pen</a:t>
            </a:r>
            <a:r>
              <a:rPr lang="en-GB">
                <a:solidFill>
                  <a:schemeClr val="lt1"/>
                </a:solidFill>
                <a:latin typeface="Arial" panose="020B0604020202020204"/>
                <a:ea typeface="Arial" panose="020B0604020202020204"/>
                <a:cs typeface="Arial" panose="020B0604020202020204"/>
                <a:sym typeface="Arial" panose="020B0604020202020204"/>
              </a:rPr>
              <a:t>.</a:t>
            </a:r>
            <a:endParaRPr>
              <a:solidFill>
                <a:schemeClr val="lt1"/>
              </a:solidFill>
              <a:latin typeface="Arial" panose="020B0604020202020204"/>
              <a:ea typeface="Arial" panose="020B0604020202020204"/>
              <a:cs typeface="Arial" panose="020B0604020202020204"/>
              <a:sym typeface="Arial" panose="020B0604020202020204"/>
            </a:endParaRPr>
          </a:p>
          <a:p>
            <a:pPr marL="0" lvl="0" indent="0" algn="ctr" rtl="0">
              <a:lnSpc>
                <a:spcPct val="100000"/>
              </a:lnSpc>
              <a:spcBef>
                <a:spcPts val="0"/>
              </a:spcBef>
              <a:spcAft>
                <a:spcPts val="0"/>
              </a:spcAft>
              <a:buNone/>
            </a:pPr>
            <a:r>
              <a:rPr lang="en-GB">
                <a:solidFill>
                  <a:schemeClr val="lt1"/>
                </a:solidFill>
                <a:latin typeface="Arial" panose="020B0604020202020204"/>
                <a:ea typeface="Arial" panose="020B0604020202020204"/>
                <a:cs typeface="Arial" panose="020B0604020202020204"/>
                <a:sym typeface="Arial" panose="020B0604020202020204"/>
              </a:rPr>
              <a:t>In Google Slides, you can also use </a:t>
            </a:r>
            <a:r>
              <a:rPr lang="en-GB" b="1">
                <a:solidFill>
                  <a:schemeClr val="dk2"/>
                </a:solidFill>
                <a:uFill>
                  <a:noFill/>
                </a:uFill>
                <a:latin typeface="Arial" panose="020B0604020202020204"/>
                <a:ea typeface="Arial" panose="020B0604020202020204"/>
                <a:cs typeface="Arial" panose="020B0604020202020204"/>
                <a:sym typeface="Arial" panose="020B0604020202020204"/>
                <a:hlinkClick r:id="rId1"/>
              </a:rPr>
              <a:t>Flaticon’s extension</a:t>
            </a:r>
            <a:r>
              <a:rPr lang="en-GB">
                <a:solidFill>
                  <a:schemeClr val="lt1"/>
                </a:solidFill>
                <a:latin typeface="Arial" panose="020B0604020202020204"/>
                <a:ea typeface="Arial" panose="020B0604020202020204"/>
                <a:cs typeface="Arial" panose="020B0604020202020204"/>
                <a:sym typeface="Arial" panose="020B0604020202020204"/>
              </a:rPr>
              <a:t>, allowing you to customize and add even more icons.</a:t>
            </a:r>
            <a:endParaRPr>
              <a:latin typeface="Arial" panose="020B0604020202020204"/>
              <a:ea typeface="Arial" panose="020B0604020202020204"/>
              <a:cs typeface="Arial" panose="020B0604020202020204"/>
              <a:sym typeface="Arial" panose="020B0604020202020204"/>
            </a:endParaRPr>
          </a:p>
        </p:txBody>
      </p:sp>
      <p:grpSp>
        <p:nvGrpSpPr>
          <p:cNvPr id="13848" name="Google Shape;13848;p81"/>
          <p:cNvGrpSpPr/>
          <p:nvPr/>
        </p:nvGrpSpPr>
        <p:grpSpPr>
          <a:xfrm>
            <a:off x="830341" y="2307733"/>
            <a:ext cx="340168" cy="298978"/>
            <a:chOff x="892750" y="267400"/>
            <a:chExt cx="483125" cy="424625"/>
          </a:xfrm>
        </p:grpSpPr>
        <p:sp>
          <p:nvSpPr>
            <p:cNvPr id="13849" name="Google Shape;13849;p81"/>
            <p:cNvSpPr/>
            <p:nvPr/>
          </p:nvSpPr>
          <p:spPr>
            <a:xfrm>
              <a:off x="892750" y="267400"/>
              <a:ext cx="483125" cy="424625"/>
            </a:xfrm>
            <a:custGeom>
              <a:avLst/>
              <a:gdLst/>
              <a:ahLst/>
              <a:cxnLst/>
              <a:rect l="l" t="t" r="r" b="b"/>
              <a:pathLst>
                <a:path w="19325" h="16985" extrusionOk="0">
                  <a:moveTo>
                    <a:pt x="2832" y="1133"/>
                  </a:moveTo>
                  <a:cubicBezTo>
                    <a:pt x="3143" y="1133"/>
                    <a:pt x="3397" y="1383"/>
                    <a:pt x="3397" y="1697"/>
                  </a:cubicBezTo>
                  <a:lnTo>
                    <a:pt x="3397" y="2265"/>
                  </a:lnTo>
                  <a:lnTo>
                    <a:pt x="2265" y="2265"/>
                  </a:lnTo>
                  <a:lnTo>
                    <a:pt x="2265" y="1697"/>
                  </a:lnTo>
                  <a:cubicBezTo>
                    <a:pt x="2265" y="1383"/>
                    <a:pt x="2518" y="1133"/>
                    <a:pt x="2832" y="1133"/>
                  </a:cubicBezTo>
                  <a:close/>
                  <a:moveTo>
                    <a:pt x="11927" y="1133"/>
                  </a:moveTo>
                  <a:cubicBezTo>
                    <a:pt x="12241" y="1133"/>
                    <a:pt x="12494" y="1383"/>
                    <a:pt x="12494" y="1697"/>
                  </a:cubicBezTo>
                  <a:lnTo>
                    <a:pt x="12494" y="2265"/>
                  </a:lnTo>
                  <a:lnTo>
                    <a:pt x="6833" y="2265"/>
                  </a:lnTo>
                  <a:lnTo>
                    <a:pt x="6833" y="1697"/>
                  </a:lnTo>
                  <a:cubicBezTo>
                    <a:pt x="6833" y="1383"/>
                    <a:pt x="7084" y="1133"/>
                    <a:pt x="7398" y="1133"/>
                  </a:cubicBezTo>
                  <a:close/>
                  <a:moveTo>
                    <a:pt x="17628" y="3397"/>
                  </a:moveTo>
                  <a:cubicBezTo>
                    <a:pt x="17939" y="3397"/>
                    <a:pt x="18192" y="3648"/>
                    <a:pt x="18192" y="3962"/>
                  </a:cubicBezTo>
                  <a:lnTo>
                    <a:pt x="18192" y="4530"/>
                  </a:lnTo>
                  <a:lnTo>
                    <a:pt x="17628" y="4530"/>
                  </a:lnTo>
                  <a:cubicBezTo>
                    <a:pt x="16688" y="4530"/>
                    <a:pt x="15928" y="5288"/>
                    <a:pt x="15928" y="6227"/>
                  </a:cubicBezTo>
                  <a:lnTo>
                    <a:pt x="15928" y="9059"/>
                  </a:lnTo>
                  <a:lnTo>
                    <a:pt x="13584" y="9059"/>
                  </a:lnTo>
                  <a:cubicBezTo>
                    <a:pt x="13304" y="7108"/>
                    <a:pt x="11631" y="5662"/>
                    <a:pt x="9662" y="5662"/>
                  </a:cubicBezTo>
                  <a:cubicBezTo>
                    <a:pt x="7694" y="5662"/>
                    <a:pt x="6021" y="7108"/>
                    <a:pt x="5740" y="9059"/>
                  </a:cubicBezTo>
                  <a:lnTo>
                    <a:pt x="3397" y="9059"/>
                  </a:lnTo>
                  <a:lnTo>
                    <a:pt x="3397" y="6227"/>
                  </a:lnTo>
                  <a:cubicBezTo>
                    <a:pt x="3397" y="5288"/>
                    <a:pt x="2636" y="4530"/>
                    <a:pt x="1700" y="4530"/>
                  </a:cubicBezTo>
                  <a:lnTo>
                    <a:pt x="1132" y="4530"/>
                  </a:lnTo>
                  <a:lnTo>
                    <a:pt x="1132" y="3962"/>
                  </a:lnTo>
                  <a:cubicBezTo>
                    <a:pt x="1132" y="3648"/>
                    <a:pt x="1386" y="3397"/>
                    <a:pt x="1700" y="3397"/>
                  </a:cubicBezTo>
                  <a:close/>
                  <a:moveTo>
                    <a:pt x="9663" y="6793"/>
                  </a:moveTo>
                  <a:cubicBezTo>
                    <a:pt x="10399" y="6793"/>
                    <a:pt x="11123" y="7080"/>
                    <a:pt x="11664" y="7622"/>
                  </a:cubicBezTo>
                  <a:cubicBezTo>
                    <a:pt x="12473" y="8431"/>
                    <a:pt x="12715" y="9648"/>
                    <a:pt x="12277" y="10708"/>
                  </a:cubicBezTo>
                  <a:cubicBezTo>
                    <a:pt x="11839" y="11764"/>
                    <a:pt x="10807" y="12456"/>
                    <a:pt x="9662" y="12456"/>
                  </a:cubicBezTo>
                  <a:cubicBezTo>
                    <a:pt x="8098" y="12453"/>
                    <a:pt x="6833" y="11188"/>
                    <a:pt x="6833" y="9624"/>
                  </a:cubicBezTo>
                  <a:cubicBezTo>
                    <a:pt x="6833" y="8479"/>
                    <a:pt x="7521" y="7447"/>
                    <a:pt x="8578" y="7009"/>
                  </a:cubicBezTo>
                  <a:cubicBezTo>
                    <a:pt x="8929" y="6864"/>
                    <a:pt x="9298" y="6793"/>
                    <a:pt x="9663" y="6793"/>
                  </a:cubicBezTo>
                  <a:close/>
                  <a:moveTo>
                    <a:pt x="1700" y="5662"/>
                  </a:moveTo>
                  <a:cubicBezTo>
                    <a:pt x="2011" y="5662"/>
                    <a:pt x="2265" y="5913"/>
                    <a:pt x="2265" y="6227"/>
                  </a:cubicBezTo>
                  <a:lnTo>
                    <a:pt x="2265" y="13020"/>
                  </a:lnTo>
                  <a:cubicBezTo>
                    <a:pt x="2265" y="13334"/>
                    <a:pt x="2011" y="13588"/>
                    <a:pt x="1700" y="13588"/>
                  </a:cubicBezTo>
                  <a:lnTo>
                    <a:pt x="1132" y="13588"/>
                  </a:lnTo>
                  <a:lnTo>
                    <a:pt x="1132" y="5662"/>
                  </a:lnTo>
                  <a:close/>
                  <a:moveTo>
                    <a:pt x="18192" y="5662"/>
                  </a:moveTo>
                  <a:lnTo>
                    <a:pt x="18192" y="13588"/>
                  </a:lnTo>
                  <a:lnTo>
                    <a:pt x="17628" y="13588"/>
                  </a:lnTo>
                  <a:cubicBezTo>
                    <a:pt x="17314" y="13588"/>
                    <a:pt x="17060" y="13334"/>
                    <a:pt x="17060" y="13020"/>
                  </a:cubicBezTo>
                  <a:lnTo>
                    <a:pt x="17060" y="6227"/>
                  </a:lnTo>
                  <a:cubicBezTo>
                    <a:pt x="17060" y="5913"/>
                    <a:pt x="17314" y="5662"/>
                    <a:pt x="17628" y="5662"/>
                  </a:cubicBezTo>
                  <a:close/>
                  <a:moveTo>
                    <a:pt x="15928" y="10191"/>
                  </a:moveTo>
                  <a:lnTo>
                    <a:pt x="15928" y="13020"/>
                  </a:lnTo>
                  <a:cubicBezTo>
                    <a:pt x="15928" y="13959"/>
                    <a:pt x="16688" y="14717"/>
                    <a:pt x="17628" y="14720"/>
                  </a:cubicBezTo>
                  <a:lnTo>
                    <a:pt x="18192" y="14720"/>
                  </a:lnTo>
                  <a:lnTo>
                    <a:pt x="18192" y="15285"/>
                  </a:lnTo>
                  <a:cubicBezTo>
                    <a:pt x="18192" y="15599"/>
                    <a:pt x="17939" y="15853"/>
                    <a:pt x="17628" y="15853"/>
                  </a:cubicBezTo>
                  <a:lnTo>
                    <a:pt x="1700" y="15853"/>
                  </a:lnTo>
                  <a:cubicBezTo>
                    <a:pt x="1386" y="15853"/>
                    <a:pt x="1132" y="15599"/>
                    <a:pt x="1132" y="15285"/>
                  </a:cubicBezTo>
                  <a:lnTo>
                    <a:pt x="1132" y="14720"/>
                  </a:lnTo>
                  <a:lnTo>
                    <a:pt x="1700" y="14720"/>
                  </a:lnTo>
                  <a:cubicBezTo>
                    <a:pt x="2636" y="14717"/>
                    <a:pt x="3397" y="13959"/>
                    <a:pt x="3397" y="13020"/>
                  </a:cubicBezTo>
                  <a:lnTo>
                    <a:pt x="3397" y="10191"/>
                  </a:lnTo>
                  <a:lnTo>
                    <a:pt x="5740" y="10191"/>
                  </a:lnTo>
                  <a:cubicBezTo>
                    <a:pt x="6021" y="12139"/>
                    <a:pt x="7694" y="13585"/>
                    <a:pt x="9662" y="13585"/>
                  </a:cubicBezTo>
                  <a:cubicBezTo>
                    <a:pt x="11631" y="13585"/>
                    <a:pt x="13304" y="12139"/>
                    <a:pt x="13584" y="10191"/>
                  </a:cubicBezTo>
                  <a:close/>
                  <a:moveTo>
                    <a:pt x="2832" y="1"/>
                  </a:moveTo>
                  <a:cubicBezTo>
                    <a:pt x="1893" y="1"/>
                    <a:pt x="1132" y="758"/>
                    <a:pt x="1132" y="1697"/>
                  </a:cubicBezTo>
                  <a:lnTo>
                    <a:pt x="1132" y="2362"/>
                  </a:lnTo>
                  <a:cubicBezTo>
                    <a:pt x="453" y="2600"/>
                    <a:pt x="0" y="3243"/>
                    <a:pt x="0" y="3962"/>
                  </a:cubicBezTo>
                  <a:lnTo>
                    <a:pt x="0" y="15285"/>
                  </a:lnTo>
                  <a:cubicBezTo>
                    <a:pt x="0" y="16224"/>
                    <a:pt x="761" y="16982"/>
                    <a:pt x="1700" y="16985"/>
                  </a:cubicBezTo>
                  <a:lnTo>
                    <a:pt x="17628" y="16985"/>
                  </a:lnTo>
                  <a:cubicBezTo>
                    <a:pt x="18564" y="16982"/>
                    <a:pt x="19324" y="16224"/>
                    <a:pt x="19324" y="15285"/>
                  </a:cubicBezTo>
                  <a:lnTo>
                    <a:pt x="19324" y="3962"/>
                  </a:lnTo>
                  <a:cubicBezTo>
                    <a:pt x="19324" y="3023"/>
                    <a:pt x="18564" y="2265"/>
                    <a:pt x="17628" y="2265"/>
                  </a:cubicBezTo>
                  <a:lnTo>
                    <a:pt x="13627" y="2265"/>
                  </a:lnTo>
                  <a:lnTo>
                    <a:pt x="13627" y="1697"/>
                  </a:lnTo>
                  <a:cubicBezTo>
                    <a:pt x="13624" y="758"/>
                    <a:pt x="12866" y="1"/>
                    <a:pt x="11927" y="1"/>
                  </a:cubicBezTo>
                  <a:lnTo>
                    <a:pt x="7398" y="1"/>
                  </a:lnTo>
                  <a:cubicBezTo>
                    <a:pt x="6459" y="1"/>
                    <a:pt x="5701" y="758"/>
                    <a:pt x="5701" y="1697"/>
                  </a:cubicBezTo>
                  <a:lnTo>
                    <a:pt x="5701" y="2265"/>
                  </a:lnTo>
                  <a:lnTo>
                    <a:pt x="4529" y="2265"/>
                  </a:lnTo>
                  <a:lnTo>
                    <a:pt x="4529" y="1697"/>
                  </a:lnTo>
                  <a:cubicBezTo>
                    <a:pt x="4529" y="758"/>
                    <a:pt x="3768" y="1"/>
                    <a:pt x="28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850" name="Google Shape;13850;p81"/>
            <p:cNvSpPr/>
            <p:nvPr/>
          </p:nvSpPr>
          <p:spPr>
            <a:xfrm>
              <a:off x="1091875" y="465500"/>
              <a:ext cx="88275" cy="85000"/>
            </a:xfrm>
            <a:custGeom>
              <a:avLst/>
              <a:gdLst/>
              <a:ahLst/>
              <a:cxnLst/>
              <a:rect l="l" t="t" r="r" b="b"/>
              <a:pathLst>
                <a:path w="3531" h="3400" extrusionOk="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2"/>
                    <a:pt x="1048" y="129"/>
                  </a:cubicBezTo>
                  <a:cubicBezTo>
                    <a:pt x="414" y="392"/>
                    <a:pt x="0" y="1011"/>
                    <a:pt x="0" y="1700"/>
                  </a:cubicBezTo>
                  <a:cubicBezTo>
                    <a:pt x="0" y="2639"/>
                    <a:pt x="758" y="3396"/>
                    <a:pt x="1697" y="3399"/>
                  </a:cubicBezTo>
                  <a:cubicBezTo>
                    <a:pt x="2386" y="3399"/>
                    <a:pt x="3005" y="2983"/>
                    <a:pt x="3267" y="2349"/>
                  </a:cubicBezTo>
                  <a:cubicBezTo>
                    <a:pt x="3530" y="1715"/>
                    <a:pt x="3385" y="984"/>
                    <a:pt x="2899" y="498"/>
                  </a:cubicBezTo>
                  <a:cubicBezTo>
                    <a:pt x="2574" y="173"/>
                    <a:pt x="2139"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851" name="Google Shape;13851;p81"/>
            <p:cNvSpPr/>
            <p:nvPr/>
          </p:nvSpPr>
          <p:spPr>
            <a:xfrm>
              <a:off x="1005975" y="380625"/>
              <a:ext cx="28325" cy="28350"/>
            </a:xfrm>
            <a:custGeom>
              <a:avLst/>
              <a:gdLst/>
              <a:ahLst/>
              <a:cxnLst/>
              <a:rect l="l" t="t" r="r" b="b"/>
              <a:pathLst>
                <a:path w="1133" h="1134" extrusionOk="0">
                  <a:moveTo>
                    <a:pt x="568" y="1"/>
                  </a:moveTo>
                  <a:cubicBezTo>
                    <a:pt x="254" y="1"/>
                    <a:pt x="0" y="251"/>
                    <a:pt x="0" y="565"/>
                  </a:cubicBezTo>
                  <a:cubicBezTo>
                    <a:pt x="0" y="879"/>
                    <a:pt x="254" y="1133"/>
                    <a:pt x="568" y="1133"/>
                  </a:cubicBezTo>
                  <a:cubicBezTo>
                    <a:pt x="879" y="1133"/>
                    <a:pt x="1132" y="879"/>
                    <a:pt x="1132" y="565"/>
                  </a:cubicBezTo>
                  <a:cubicBezTo>
                    <a:pt x="1132" y="251"/>
                    <a:pt x="879" y="1"/>
                    <a:pt x="5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852" name="Google Shape;13852;p81"/>
          <p:cNvGrpSpPr/>
          <p:nvPr/>
        </p:nvGrpSpPr>
        <p:grpSpPr>
          <a:xfrm>
            <a:off x="1268776" y="2287121"/>
            <a:ext cx="298996" cy="340204"/>
            <a:chOff x="1516475" y="238075"/>
            <a:chExt cx="424650" cy="483175"/>
          </a:xfrm>
        </p:grpSpPr>
        <p:sp>
          <p:nvSpPr>
            <p:cNvPr id="13853" name="Google Shape;13853;p81"/>
            <p:cNvSpPr/>
            <p:nvPr/>
          </p:nvSpPr>
          <p:spPr>
            <a:xfrm>
              <a:off x="1516475" y="238075"/>
              <a:ext cx="424650" cy="483175"/>
            </a:xfrm>
            <a:custGeom>
              <a:avLst/>
              <a:gdLst/>
              <a:ahLst/>
              <a:cxnLst/>
              <a:rect l="l" t="t" r="r" b="b"/>
              <a:pathLst>
                <a:path w="16986" h="19327" extrusionOk="0">
                  <a:moveTo>
                    <a:pt x="8491" y="1134"/>
                  </a:moveTo>
                  <a:cubicBezTo>
                    <a:pt x="11302" y="1134"/>
                    <a:pt x="13588" y="3438"/>
                    <a:pt x="13588" y="6267"/>
                  </a:cubicBezTo>
                  <a:cubicBezTo>
                    <a:pt x="13588" y="7318"/>
                    <a:pt x="13262" y="8342"/>
                    <a:pt x="12655" y="9199"/>
                  </a:cubicBezTo>
                  <a:cubicBezTo>
                    <a:pt x="12625" y="9242"/>
                    <a:pt x="12604" y="9272"/>
                    <a:pt x="12595" y="9284"/>
                  </a:cubicBezTo>
                  <a:lnTo>
                    <a:pt x="8491" y="15724"/>
                  </a:lnTo>
                  <a:lnTo>
                    <a:pt x="4388" y="9287"/>
                  </a:lnTo>
                  <a:cubicBezTo>
                    <a:pt x="4382" y="9275"/>
                    <a:pt x="4373" y="9266"/>
                    <a:pt x="4367" y="9257"/>
                  </a:cubicBezTo>
                  <a:cubicBezTo>
                    <a:pt x="4249" y="9091"/>
                    <a:pt x="4140" y="8921"/>
                    <a:pt x="4041" y="8743"/>
                  </a:cubicBezTo>
                  <a:cubicBezTo>
                    <a:pt x="3618" y="7985"/>
                    <a:pt x="3398" y="7134"/>
                    <a:pt x="3398" y="6267"/>
                  </a:cubicBezTo>
                  <a:cubicBezTo>
                    <a:pt x="3398" y="6174"/>
                    <a:pt x="3398" y="6080"/>
                    <a:pt x="3404" y="5990"/>
                  </a:cubicBezTo>
                  <a:cubicBezTo>
                    <a:pt x="3552" y="3266"/>
                    <a:pt x="5786" y="1134"/>
                    <a:pt x="8491" y="1134"/>
                  </a:cubicBezTo>
                  <a:close/>
                  <a:moveTo>
                    <a:pt x="11049" y="13819"/>
                  </a:moveTo>
                  <a:cubicBezTo>
                    <a:pt x="14358" y="14233"/>
                    <a:pt x="15853" y="15289"/>
                    <a:pt x="15853" y="15930"/>
                  </a:cubicBezTo>
                  <a:cubicBezTo>
                    <a:pt x="15853" y="16304"/>
                    <a:pt x="15339" y="16887"/>
                    <a:pt x="13905" y="17397"/>
                  </a:cubicBezTo>
                  <a:cubicBezTo>
                    <a:pt x="12471" y="17910"/>
                    <a:pt x="10545" y="18194"/>
                    <a:pt x="8491" y="18194"/>
                  </a:cubicBezTo>
                  <a:cubicBezTo>
                    <a:pt x="6438" y="18194"/>
                    <a:pt x="4515" y="17910"/>
                    <a:pt x="3077" y="17397"/>
                  </a:cubicBezTo>
                  <a:cubicBezTo>
                    <a:pt x="1640" y="16884"/>
                    <a:pt x="1133" y="16304"/>
                    <a:pt x="1133" y="15930"/>
                  </a:cubicBezTo>
                  <a:cubicBezTo>
                    <a:pt x="1133" y="15289"/>
                    <a:pt x="2625" y="14233"/>
                    <a:pt x="5934" y="13819"/>
                  </a:cubicBezTo>
                  <a:lnTo>
                    <a:pt x="8014" y="17083"/>
                  </a:lnTo>
                  <a:cubicBezTo>
                    <a:pt x="8126" y="17258"/>
                    <a:pt x="8309" y="17346"/>
                    <a:pt x="8491" y="17346"/>
                  </a:cubicBezTo>
                  <a:cubicBezTo>
                    <a:pt x="8674" y="17346"/>
                    <a:pt x="8857" y="17258"/>
                    <a:pt x="8968" y="17083"/>
                  </a:cubicBezTo>
                  <a:lnTo>
                    <a:pt x="11049" y="13819"/>
                  </a:lnTo>
                  <a:close/>
                  <a:moveTo>
                    <a:pt x="8494" y="1"/>
                  </a:moveTo>
                  <a:cubicBezTo>
                    <a:pt x="6947" y="1"/>
                    <a:pt x="5399" y="578"/>
                    <a:pt x="4201" y="1738"/>
                  </a:cubicBezTo>
                  <a:cubicBezTo>
                    <a:pt x="3050" y="2837"/>
                    <a:pt x="2359" y="4338"/>
                    <a:pt x="2274" y="5929"/>
                  </a:cubicBezTo>
                  <a:cubicBezTo>
                    <a:pt x="2268" y="6041"/>
                    <a:pt x="2265" y="6156"/>
                    <a:pt x="2265" y="6267"/>
                  </a:cubicBezTo>
                  <a:cubicBezTo>
                    <a:pt x="2265" y="7327"/>
                    <a:pt x="2534" y="8372"/>
                    <a:pt x="3050" y="9296"/>
                  </a:cubicBezTo>
                  <a:cubicBezTo>
                    <a:pt x="3168" y="9507"/>
                    <a:pt x="3301" y="9713"/>
                    <a:pt x="3440" y="9909"/>
                  </a:cubicBezTo>
                  <a:lnTo>
                    <a:pt x="5267" y="12771"/>
                  </a:lnTo>
                  <a:cubicBezTo>
                    <a:pt x="3953" y="12971"/>
                    <a:pt x="2809" y="13294"/>
                    <a:pt x="1921" y="13713"/>
                  </a:cubicBezTo>
                  <a:cubicBezTo>
                    <a:pt x="333" y="14465"/>
                    <a:pt x="1" y="15332"/>
                    <a:pt x="1" y="15930"/>
                  </a:cubicBezTo>
                  <a:cubicBezTo>
                    <a:pt x="1" y="16648"/>
                    <a:pt x="469" y="17669"/>
                    <a:pt x="2697" y="18466"/>
                  </a:cubicBezTo>
                  <a:cubicBezTo>
                    <a:pt x="4252" y="19022"/>
                    <a:pt x="6311" y="19326"/>
                    <a:pt x="8491" y="19326"/>
                  </a:cubicBezTo>
                  <a:cubicBezTo>
                    <a:pt x="10671" y="19326"/>
                    <a:pt x="12731" y="19022"/>
                    <a:pt x="14286" y="18466"/>
                  </a:cubicBezTo>
                  <a:cubicBezTo>
                    <a:pt x="16514" y="17669"/>
                    <a:pt x="16985" y="16648"/>
                    <a:pt x="16985" y="15930"/>
                  </a:cubicBezTo>
                  <a:cubicBezTo>
                    <a:pt x="16985" y="15332"/>
                    <a:pt x="16650" y="14465"/>
                    <a:pt x="15062" y="13713"/>
                  </a:cubicBezTo>
                  <a:cubicBezTo>
                    <a:pt x="14174" y="13294"/>
                    <a:pt x="13030" y="12971"/>
                    <a:pt x="11716" y="12768"/>
                  </a:cubicBezTo>
                  <a:lnTo>
                    <a:pt x="13549" y="9897"/>
                  </a:lnTo>
                  <a:lnTo>
                    <a:pt x="13561" y="9879"/>
                  </a:lnTo>
                  <a:cubicBezTo>
                    <a:pt x="13567" y="9873"/>
                    <a:pt x="13570" y="9867"/>
                    <a:pt x="13576" y="9861"/>
                  </a:cubicBezTo>
                  <a:cubicBezTo>
                    <a:pt x="15327" y="7382"/>
                    <a:pt x="15041" y="3997"/>
                    <a:pt x="12897" y="1847"/>
                  </a:cubicBezTo>
                  <a:cubicBezTo>
                    <a:pt x="11689" y="618"/>
                    <a:pt x="10092" y="1"/>
                    <a:pt x="84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854" name="Google Shape;13854;p81"/>
            <p:cNvSpPr/>
            <p:nvPr/>
          </p:nvSpPr>
          <p:spPr>
            <a:xfrm>
              <a:off x="1652425" y="324000"/>
              <a:ext cx="147150" cy="141575"/>
            </a:xfrm>
            <a:custGeom>
              <a:avLst/>
              <a:gdLst/>
              <a:ahLst/>
              <a:cxnLst/>
              <a:rect l="l" t="t" r="r" b="b"/>
              <a:pathLst>
                <a:path w="5886" h="5663" extrusionOk="0">
                  <a:moveTo>
                    <a:pt x="3054" y="1131"/>
                  </a:moveTo>
                  <a:cubicBezTo>
                    <a:pt x="3495" y="1131"/>
                    <a:pt x="3930" y="1303"/>
                    <a:pt x="4255" y="1629"/>
                  </a:cubicBezTo>
                  <a:cubicBezTo>
                    <a:pt x="4741" y="2115"/>
                    <a:pt x="4886" y="2845"/>
                    <a:pt x="4623" y="3480"/>
                  </a:cubicBezTo>
                  <a:cubicBezTo>
                    <a:pt x="4361" y="4114"/>
                    <a:pt x="3742" y="4530"/>
                    <a:pt x="3053" y="4530"/>
                  </a:cubicBezTo>
                  <a:cubicBezTo>
                    <a:pt x="2114" y="4527"/>
                    <a:pt x="1356" y="3769"/>
                    <a:pt x="1356" y="2830"/>
                  </a:cubicBezTo>
                  <a:cubicBezTo>
                    <a:pt x="1356" y="2142"/>
                    <a:pt x="1770" y="1523"/>
                    <a:pt x="2404" y="1260"/>
                  </a:cubicBezTo>
                  <a:cubicBezTo>
                    <a:pt x="2614" y="1173"/>
                    <a:pt x="2835" y="1131"/>
                    <a:pt x="3054" y="1131"/>
                  </a:cubicBezTo>
                  <a:close/>
                  <a:moveTo>
                    <a:pt x="3053" y="0"/>
                  </a:moveTo>
                  <a:cubicBezTo>
                    <a:pt x="2316" y="0"/>
                    <a:pt x="1593" y="287"/>
                    <a:pt x="1051" y="828"/>
                  </a:cubicBezTo>
                  <a:cubicBezTo>
                    <a:pt x="242" y="1638"/>
                    <a:pt x="1" y="2855"/>
                    <a:pt x="439" y="3914"/>
                  </a:cubicBezTo>
                  <a:cubicBezTo>
                    <a:pt x="876" y="4971"/>
                    <a:pt x="1909" y="5663"/>
                    <a:pt x="3053" y="5663"/>
                  </a:cubicBezTo>
                  <a:cubicBezTo>
                    <a:pt x="4617" y="5660"/>
                    <a:pt x="5883" y="4394"/>
                    <a:pt x="5886" y="2830"/>
                  </a:cubicBezTo>
                  <a:cubicBezTo>
                    <a:pt x="5886" y="1686"/>
                    <a:pt x="5194" y="653"/>
                    <a:pt x="4137" y="216"/>
                  </a:cubicBezTo>
                  <a:cubicBezTo>
                    <a:pt x="3786" y="70"/>
                    <a:pt x="3418" y="0"/>
                    <a:pt x="30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855" name="Google Shape;13855;p81"/>
          <p:cNvGrpSpPr/>
          <p:nvPr/>
        </p:nvGrpSpPr>
        <p:grpSpPr>
          <a:xfrm>
            <a:off x="1661867" y="2367520"/>
            <a:ext cx="341488" cy="179405"/>
            <a:chOff x="2080675" y="352325"/>
            <a:chExt cx="485000" cy="254800"/>
          </a:xfrm>
        </p:grpSpPr>
        <p:sp>
          <p:nvSpPr>
            <p:cNvPr id="13856" name="Google Shape;13856;p81"/>
            <p:cNvSpPr/>
            <p:nvPr/>
          </p:nvSpPr>
          <p:spPr>
            <a:xfrm>
              <a:off x="2080675" y="352325"/>
              <a:ext cx="485000" cy="254800"/>
            </a:xfrm>
            <a:custGeom>
              <a:avLst/>
              <a:gdLst/>
              <a:ahLst/>
              <a:cxnLst/>
              <a:rect l="l" t="t" r="r" b="b"/>
              <a:pathLst>
                <a:path w="19400" h="10192" extrusionOk="0">
                  <a:moveTo>
                    <a:pt x="5514" y="2183"/>
                  </a:moveTo>
                  <a:cubicBezTo>
                    <a:pt x="4291" y="3932"/>
                    <a:pt x="4291" y="6254"/>
                    <a:pt x="5514" y="8002"/>
                  </a:cubicBezTo>
                  <a:cubicBezTo>
                    <a:pt x="4858" y="7685"/>
                    <a:pt x="4230" y="7320"/>
                    <a:pt x="3632" y="6909"/>
                  </a:cubicBezTo>
                  <a:cubicBezTo>
                    <a:pt x="2841" y="6368"/>
                    <a:pt x="2099" y="5762"/>
                    <a:pt x="1410" y="5097"/>
                  </a:cubicBezTo>
                  <a:cubicBezTo>
                    <a:pt x="2071" y="4454"/>
                    <a:pt x="3572" y="3126"/>
                    <a:pt x="5514" y="2183"/>
                  </a:cubicBezTo>
                  <a:close/>
                  <a:moveTo>
                    <a:pt x="13865" y="2171"/>
                  </a:moveTo>
                  <a:cubicBezTo>
                    <a:pt x="14527" y="2491"/>
                    <a:pt x="15167" y="2866"/>
                    <a:pt x="15774" y="3283"/>
                  </a:cubicBezTo>
                  <a:cubicBezTo>
                    <a:pt x="16562" y="3823"/>
                    <a:pt x="17304" y="4430"/>
                    <a:pt x="17996" y="5094"/>
                  </a:cubicBezTo>
                  <a:cubicBezTo>
                    <a:pt x="17307" y="5759"/>
                    <a:pt x="16565" y="6365"/>
                    <a:pt x="15774" y="6909"/>
                  </a:cubicBezTo>
                  <a:cubicBezTo>
                    <a:pt x="15167" y="7326"/>
                    <a:pt x="14530" y="7697"/>
                    <a:pt x="13865" y="8017"/>
                  </a:cubicBezTo>
                  <a:cubicBezTo>
                    <a:pt x="15097" y="6263"/>
                    <a:pt x="15097" y="3926"/>
                    <a:pt x="13865" y="2171"/>
                  </a:cubicBezTo>
                  <a:close/>
                  <a:moveTo>
                    <a:pt x="9801" y="1133"/>
                  </a:moveTo>
                  <a:cubicBezTo>
                    <a:pt x="11948" y="1190"/>
                    <a:pt x="13657" y="2947"/>
                    <a:pt x="13657" y="5091"/>
                  </a:cubicBezTo>
                  <a:cubicBezTo>
                    <a:pt x="13657" y="7238"/>
                    <a:pt x="11948" y="8995"/>
                    <a:pt x="9801" y="9053"/>
                  </a:cubicBezTo>
                  <a:lnTo>
                    <a:pt x="9566" y="9053"/>
                  </a:lnTo>
                  <a:cubicBezTo>
                    <a:pt x="7431" y="8983"/>
                    <a:pt x="5734" y="7232"/>
                    <a:pt x="5728" y="5094"/>
                  </a:cubicBezTo>
                  <a:cubicBezTo>
                    <a:pt x="5731" y="2947"/>
                    <a:pt x="7440" y="1190"/>
                    <a:pt x="9587" y="1133"/>
                  </a:cubicBezTo>
                  <a:close/>
                  <a:moveTo>
                    <a:pt x="9557" y="0"/>
                  </a:moveTo>
                  <a:cubicBezTo>
                    <a:pt x="7440" y="37"/>
                    <a:pt x="5166" y="852"/>
                    <a:pt x="2965" y="2362"/>
                  </a:cubicBezTo>
                  <a:cubicBezTo>
                    <a:pt x="1283" y="3518"/>
                    <a:pt x="239" y="4665"/>
                    <a:pt x="196" y="4714"/>
                  </a:cubicBezTo>
                  <a:cubicBezTo>
                    <a:pt x="0" y="4928"/>
                    <a:pt x="0" y="5257"/>
                    <a:pt x="196" y="5472"/>
                  </a:cubicBezTo>
                  <a:cubicBezTo>
                    <a:pt x="239" y="5523"/>
                    <a:pt x="1283" y="6670"/>
                    <a:pt x="2965" y="7827"/>
                  </a:cubicBezTo>
                  <a:cubicBezTo>
                    <a:pt x="5166" y="9337"/>
                    <a:pt x="7440" y="10149"/>
                    <a:pt x="9557" y="10188"/>
                  </a:cubicBezTo>
                  <a:cubicBezTo>
                    <a:pt x="9602" y="10188"/>
                    <a:pt x="9647" y="10191"/>
                    <a:pt x="9692" y="10191"/>
                  </a:cubicBezTo>
                  <a:lnTo>
                    <a:pt x="9717" y="10191"/>
                  </a:lnTo>
                  <a:cubicBezTo>
                    <a:pt x="11869" y="10185"/>
                    <a:pt x="14194" y="9367"/>
                    <a:pt x="16435" y="7827"/>
                  </a:cubicBezTo>
                  <a:cubicBezTo>
                    <a:pt x="18120" y="6670"/>
                    <a:pt x="19161" y="5523"/>
                    <a:pt x="19207" y="5475"/>
                  </a:cubicBezTo>
                  <a:cubicBezTo>
                    <a:pt x="19400" y="5257"/>
                    <a:pt x="19400" y="4931"/>
                    <a:pt x="19207" y="4714"/>
                  </a:cubicBezTo>
                  <a:cubicBezTo>
                    <a:pt x="19161" y="4665"/>
                    <a:pt x="18120" y="3521"/>
                    <a:pt x="16435" y="2365"/>
                  </a:cubicBezTo>
                  <a:cubicBezTo>
                    <a:pt x="14191" y="822"/>
                    <a:pt x="11869" y="6"/>
                    <a:pt x="97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857" name="Google Shape;13857;p81"/>
            <p:cNvSpPr/>
            <p:nvPr/>
          </p:nvSpPr>
          <p:spPr>
            <a:xfrm>
              <a:off x="2246650" y="408900"/>
              <a:ext cx="147075" cy="141600"/>
            </a:xfrm>
            <a:custGeom>
              <a:avLst/>
              <a:gdLst/>
              <a:ahLst/>
              <a:cxnLst/>
              <a:rect l="l" t="t" r="r" b="b"/>
              <a:pathLst>
                <a:path w="5883" h="5664" extrusionOk="0">
                  <a:moveTo>
                    <a:pt x="3054" y="1132"/>
                  </a:moveTo>
                  <a:cubicBezTo>
                    <a:pt x="3495" y="1132"/>
                    <a:pt x="3930" y="1304"/>
                    <a:pt x="4255" y="1630"/>
                  </a:cubicBezTo>
                  <a:cubicBezTo>
                    <a:pt x="4738" y="2116"/>
                    <a:pt x="4886" y="2846"/>
                    <a:pt x="4624" y="3480"/>
                  </a:cubicBezTo>
                  <a:cubicBezTo>
                    <a:pt x="4358" y="4115"/>
                    <a:pt x="3739" y="4531"/>
                    <a:pt x="3053" y="4531"/>
                  </a:cubicBezTo>
                  <a:cubicBezTo>
                    <a:pt x="2114" y="4528"/>
                    <a:pt x="1357" y="3770"/>
                    <a:pt x="1353" y="2831"/>
                  </a:cubicBezTo>
                  <a:cubicBezTo>
                    <a:pt x="1353" y="2143"/>
                    <a:pt x="1767" y="1524"/>
                    <a:pt x="2404" y="1261"/>
                  </a:cubicBezTo>
                  <a:cubicBezTo>
                    <a:pt x="2614" y="1174"/>
                    <a:pt x="2835" y="1132"/>
                    <a:pt x="3054" y="1132"/>
                  </a:cubicBezTo>
                  <a:close/>
                  <a:moveTo>
                    <a:pt x="3053" y="1"/>
                  </a:moveTo>
                  <a:cubicBezTo>
                    <a:pt x="2316" y="1"/>
                    <a:pt x="1593" y="288"/>
                    <a:pt x="1052" y="829"/>
                  </a:cubicBezTo>
                  <a:cubicBezTo>
                    <a:pt x="242" y="1639"/>
                    <a:pt x="1" y="2855"/>
                    <a:pt x="439" y="3915"/>
                  </a:cubicBezTo>
                  <a:cubicBezTo>
                    <a:pt x="876" y="4972"/>
                    <a:pt x="1909" y="5663"/>
                    <a:pt x="3053" y="5663"/>
                  </a:cubicBezTo>
                  <a:cubicBezTo>
                    <a:pt x="4614" y="5660"/>
                    <a:pt x="5883" y="4395"/>
                    <a:pt x="5883" y="2831"/>
                  </a:cubicBezTo>
                  <a:cubicBezTo>
                    <a:pt x="5883" y="1687"/>
                    <a:pt x="5194" y="654"/>
                    <a:pt x="4137" y="216"/>
                  </a:cubicBezTo>
                  <a:cubicBezTo>
                    <a:pt x="3786" y="71"/>
                    <a:pt x="3418" y="1"/>
                    <a:pt x="30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858" name="Google Shape;13858;p81"/>
          <p:cNvGrpSpPr/>
          <p:nvPr/>
        </p:nvGrpSpPr>
        <p:grpSpPr>
          <a:xfrm>
            <a:off x="2111046" y="2287138"/>
            <a:ext cx="298996" cy="340168"/>
            <a:chOff x="2705375" y="238125"/>
            <a:chExt cx="424650" cy="483125"/>
          </a:xfrm>
        </p:grpSpPr>
        <p:sp>
          <p:nvSpPr>
            <p:cNvPr id="13859" name="Google Shape;13859;p81"/>
            <p:cNvSpPr/>
            <p:nvPr/>
          </p:nvSpPr>
          <p:spPr>
            <a:xfrm>
              <a:off x="2705375" y="238125"/>
              <a:ext cx="424650" cy="483125"/>
            </a:xfrm>
            <a:custGeom>
              <a:avLst/>
              <a:gdLst/>
              <a:ahLst/>
              <a:cxnLst/>
              <a:rect l="l" t="t" r="r" b="b"/>
              <a:pathLst>
                <a:path w="16986" h="19325" extrusionOk="0">
                  <a:moveTo>
                    <a:pt x="10192" y="1132"/>
                  </a:moveTo>
                  <a:cubicBezTo>
                    <a:pt x="10503" y="1132"/>
                    <a:pt x="10756" y="1386"/>
                    <a:pt x="10756" y="1700"/>
                  </a:cubicBezTo>
                  <a:lnTo>
                    <a:pt x="10756" y="2265"/>
                  </a:lnTo>
                  <a:lnTo>
                    <a:pt x="6227" y="2265"/>
                  </a:lnTo>
                  <a:lnTo>
                    <a:pt x="6227" y="1700"/>
                  </a:lnTo>
                  <a:cubicBezTo>
                    <a:pt x="6227" y="1386"/>
                    <a:pt x="6481" y="1132"/>
                    <a:pt x="6795" y="1132"/>
                  </a:cubicBezTo>
                  <a:close/>
                  <a:moveTo>
                    <a:pt x="15285" y="3397"/>
                  </a:moveTo>
                  <a:cubicBezTo>
                    <a:pt x="15599" y="3397"/>
                    <a:pt x="15853" y="3651"/>
                    <a:pt x="15853" y="3965"/>
                  </a:cubicBezTo>
                  <a:lnTo>
                    <a:pt x="15853" y="4529"/>
                  </a:lnTo>
                  <a:lnTo>
                    <a:pt x="1133" y="4529"/>
                  </a:lnTo>
                  <a:lnTo>
                    <a:pt x="1133" y="3965"/>
                  </a:lnTo>
                  <a:cubicBezTo>
                    <a:pt x="1133" y="3651"/>
                    <a:pt x="1384" y="3397"/>
                    <a:pt x="1698" y="3397"/>
                  </a:cubicBezTo>
                  <a:close/>
                  <a:moveTo>
                    <a:pt x="14669" y="5661"/>
                  </a:moveTo>
                  <a:lnTo>
                    <a:pt x="13682" y="17679"/>
                  </a:lnTo>
                  <a:cubicBezTo>
                    <a:pt x="13658" y="17972"/>
                    <a:pt x="13410" y="18192"/>
                    <a:pt x="13120" y="18192"/>
                  </a:cubicBezTo>
                  <a:lnTo>
                    <a:pt x="3866" y="18192"/>
                  </a:lnTo>
                  <a:cubicBezTo>
                    <a:pt x="3573" y="18192"/>
                    <a:pt x="3325" y="17972"/>
                    <a:pt x="3301" y="17679"/>
                  </a:cubicBezTo>
                  <a:lnTo>
                    <a:pt x="2314" y="5661"/>
                  </a:lnTo>
                  <a:close/>
                  <a:moveTo>
                    <a:pt x="6795" y="0"/>
                  </a:moveTo>
                  <a:cubicBezTo>
                    <a:pt x="5856" y="0"/>
                    <a:pt x="5095" y="761"/>
                    <a:pt x="5095" y="1700"/>
                  </a:cubicBezTo>
                  <a:lnTo>
                    <a:pt x="5095" y="2265"/>
                  </a:lnTo>
                  <a:lnTo>
                    <a:pt x="1698" y="2265"/>
                  </a:lnTo>
                  <a:cubicBezTo>
                    <a:pt x="759" y="2265"/>
                    <a:pt x="1" y="3025"/>
                    <a:pt x="1" y="3965"/>
                  </a:cubicBezTo>
                  <a:lnTo>
                    <a:pt x="1" y="5097"/>
                  </a:lnTo>
                  <a:cubicBezTo>
                    <a:pt x="1" y="5408"/>
                    <a:pt x="252" y="5661"/>
                    <a:pt x="566" y="5661"/>
                  </a:cubicBezTo>
                  <a:lnTo>
                    <a:pt x="1176" y="5661"/>
                  </a:lnTo>
                  <a:lnTo>
                    <a:pt x="2172" y="17779"/>
                  </a:lnTo>
                  <a:lnTo>
                    <a:pt x="2172" y="17782"/>
                  </a:lnTo>
                  <a:cubicBezTo>
                    <a:pt x="2247" y="18655"/>
                    <a:pt x="2981" y="19325"/>
                    <a:pt x="3860" y="19325"/>
                  </a:cubicBezTo>
                  <a:cubicBezTo>
                    <a:pt x="3862" y="19325"/>
                    <a:pt x="3864" y="19325"/>
                    <a:pt x="3866" y="19324"/>
                  </a:cubicBezTo>
                  <a:lnTo>
                    <a:pt x="13120" y="19324"/>
                  </a:lnTo>
                  <a:cubicBezTo>
                    <a:pt x="13122" y="19325"/>
                    <a:pt x="13124" y="19325"/>
                    <a:pt x="13126" y="19325"/>
                  </a:cubicBezTo>
                  <a:cubicBezTo>
                    <a:pt x="14002" y="19325"/>
                    <a:pt x="14736" y="18655"/>
                    <a:pt x="14811" y="17779"/>
                  </a:cubicBezTo>
                  <a:lnTo>
                    <a:pt x="14811" y="17776"/>
                  </a:lnTo>
                  <a:lnTo>
                    <a:pt x="15808" y="5661"/>
                  </a:lnTo>
                  <a:lnTo>
                    <a:pt x="16418" y="5661"/>
                  </a:lnTo>
                  <a:cubicBezTo>
                    <a:pt x="16732" y="5661"/>
                    <a:pt x="16985" y="5408"/>
                    <a:pt x="16985" y="5097"/>
                  </a:cubicBezTo>
                  <a:lnTo>
                    <a:pt x="16985" y="3965"/>
                  </a:lnTo>
                  <a:cubicBezTo>
                    <a:pt x="16982" y="3025"/>
                    <a:pt x="16224" y="2265"/>
                    <a:pt x="15285" y="2265"/>
                  </a:cubicBezTo>
                  <a:lnTo>
                    <a:pt x="11889" y="2265"/>
                  </a:lnTo>
                  <a:lnTo>
                    <a:pt x="11889" y="1700"/>
                  </a:lnTo>
                  <a:cubicBezTo>
                    <a:pt x="11889" y="761"/>
                    <a:pt x="11128" y="0"/>
                    <a:pt x="101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860" name="Google Shape;13860;p81"/>
            <p:cNvSpPr/>
            <p:nvPr/>
          </p:nvSpPr>
          <p:spPr>
            <a:xfrm>
              <a:off x="2903525" y="407950"/>
              <a:ext cx="28350" cy="228375"/>
            </a:xfrm>
            <a:custGeom>
              <a:avLst/>
              <a:gdLst/>
              <a:ahLst/>
              <a:cxnLst/>
              <a:rect l="l" t="t" r="r" b="b"/>
              <a:pathLst>
                <a:path w="1134" h="9135" extrusionOk="0">
                  <a:moveTo>
                    <a:pt x="566" y="1"/>
                  </a:moveTo>
                  <a:cubicBezTo>
                    <a:pt x="252" y="1"/>
                    <a:pt x="1" y="254"/>
                    <a:pt x="1" y="568"/>
                  </a:cubicBezTo>
                  <a:lnTo>
                    <a:pt x="1" y="8570"/>
                  </a:lnTo>
                  <a:cubicBezTo>
                    <a:pt x="1" y="8881"/>
                    <a:pt x="252" y="9135"/>
                    <a:pt x="566" y="9135"/>
                  </a:cubicBezTo>
                  <a:cubicBezTo>
                    <a:pt x="880" y="9135"/>
                    <a:pt x="1133" y="8881"/>
                    <a:pt x="1133" y="8570"/>
                  </a:cubicBezTo>
                  <a:lnTo>
                    <a:pt x="1133" y="568"/>
                  </a:lnTo>
                  <a:cubicBezTo>
                    <a:pt x="1133" y="254"/>
                    <a:pt x="880"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861" name="Google Shape;13861;p81"/>
            <p:cNvSpPr/>
            <p:nvPr/>
          </p:nvSpPr>
          <p:spPr>
            <a:xfrm>
              <a:off x="2988450" y="407950"/>
              <a:ext cx="28350" cy="228375"/>
            </a:xfrm>
            <a:custGeom>
              <a:avLst/>
              <a:gdLst/>
              <a:ahLst/>
              <a:cxnLst/>
              <a:rect l="l" t="t" r="r" b="b"/>
              <a:pathLst>
                <a:path w="1134" h="9135" extrusionOk="0">
                  <a:moveTo>
                    <a:pt x="566" y="1"/>
                  </a:moveTo>
                  <a:cubicBezTo>
                    <a:pt x="251" y="1"/>
                    <a:pt x="1" y="254"/>
                    <a:pt x="1" y="568"/>
                  </a:cubicBezTo>
                  <a:lnTo>
                    <a:pt x="1" y="8570"/>
                  </a:lnTo>
                  <a:cubicBezTo>
                    <a:pt x="1" y="8881"/>
                    <a:pt x="251" y="9135"/>
                    <a:pt x="566" y="9135"/>
                  </a:cubicBezTo>
                  <a:cubicBezTo>
                    <a:pt x="880" y="9135"/>
                    <a:pt x="1133" y="8881"/>
                    <a:pt x="1133" y="8570"/>
                  </a:cubicBezTo>
                  <a:lnTo>
                    <a:pt x="1133" y="568"/>
                  </a:lnTo>
                  <a:cubicBezTo>
                    <a:pt x="1133" y="254"/>
                    <a:pt x="880"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862" name="Google Shape;13862;p81"/>
            <p:cNvSpPr/>
            <p:nvPr/>
          </p:nvSpPr>
          <p:spPr>
            <a:xfrm>
              <a:off x="2818625" y="407950"/>
              <a:ext cx="28325" cy="228375"/>
            </a:xfrm>
            <a:custGeom>
              <a:avLst/>
              <a:gdLst/>
              <a:ahLst/>
              <a:cxnLst/>
              <a:rect l="l" t="t" r="r" b="b"/>
              <a:pathLst>
                <a:path w="1133" h="9135" extrusionOk="0">
                  <a:moveTo>
                    <a:pt x="565" y="1"/>
                  </a:moveTo>
                  <a:cubicBezTo>
                    <a:pt x="251" y="1"/>
                    <a:pt x="0" y="254"/>
                    <a:pt x="0" y="568"/>
                  </a:cubicBezTo>
                  <a:lnTo>
                    <a:pt x="0" y="8570"/>
                  </a:lnTo>
                  <a:cubicBezTo>
                    <a:pt x="0" y="8881"/>
                    <a:pt x="251" y="9135"/>
                    <a:pt x="565" y="9135"/>
                  </a:cubicBezTo>
                  <a:cubicBezTo>
                    <a:pt x="879" y="9135"/>
                    <a:pt x="1132" y="8881"/>
                    <a:pt x="1132" y="8570"/>
                  </a:cubicBezTo>
                  <a:lnTo>
                    <a:pt x="1132" y="568"/>
                  </a:lnTo>
                  <a:cubicBezTo>
                    <a:pt x="1132" y="254"/>
                    <a:pt x="879" y="1"/>
                    <a:pt x="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863" name="Google Shape;13863;p81"/>
          <p:cNvGrpSpPr/>
          <p:nvPr/>
        </p:nvGrpSpPr>
        <p:grpSpPr>
          <a:xfrm>
            <a:off x="2527187" y="2287455"/>
            <a:ext cx="301161" cy="339535"/>
            <a:chOff x="3299850" y="238575"/>
            <a:chExt cx="427725" cy="482225"/>
          </a:xfrm>
        </p:grpSpPr>
        <p:sp>
          <p:nvSpPr>
            <p:cNvPr id="13864" name="Google Shape;13864;p81"/>
            <p:cNvSpPr/>
            <p:nvPr/>
          </p:nvSpPr>
          <p:spPr>
            <a:xfrm>
              <a:off x="3299850" y="323500"/>
              <a:ext cx="427725" cy="397300"/>
            </a:xfrm>
            <a:custGeom>
              <a:avLst/>
              <a:gdLst/>
              <a:ahLst/>
              <a:cxnLst/>
              <a:rect l="l" t="t" r="r" b="b"/>
              <a:pathLst>
                <a:path w="17109" h="15892" extrusionOk="0">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865" name="Google Shape;13865;p81"/>
            <p:cNvSpPr/>
            <p:nvPr/>
          </p:nvSpPr>
          <p:spPr>
            <a:xfrm>
              <a:off x="3467650" y="238575"/>
              <a:ext cx="46525" cy="56650"/>
            </a:xfrm>
            <a:custGeom>
              <a:avLst/>
              <a:gdLst/>
              <a:ahLst/>
              <a:cxnLst/>
              <a:rect l="l" t="t" r="r" b="b"/>
              <a:pathLst>
                <a:path w="1861" h="2266" extrusionOk="0">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866" name="Google Shape;13866;p81"/>
            <p:cNvSpPr/>
            <p:nvPr/>
          </p:nvSpPr>
          <p:spPr>
            <a:xfrm>
              <a:off x="3566675" y="238575"/>
              <a:ext cx="46525" cy="56675"/>
            </a:xfrm>
            <a:custGeom>
              <a:avLst/>
              <a:gdLst/>
              <a:ahLst/>
              <a:cxnLst/>
              <a:rect l="l" t="t" r="r" b="b"/>
              <a:pathLst>
                <a:path w="1861" h="2267" extrusionOk="0">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867" name="Google Shape;13867;p81"/>
            <p:cNvSpPr/>
            <p:nvPr/>
          </p:nvSpPr>
          <p:spPr>
            <a:xfrm>
              <a:off x="3611225" y="323500"/>
              <a:ext cx="56550" cy="28325"/>
            </a:xfrm>
            <a:custGeom>
              <a:avLst/>
              <a:gdLst/>
              <a:ahLst/>
              <a:cxnLst/>
              <a:rect l="l" t="t" r="r" b="b"/>
              <a:pathLst>
                <a:path w="2262" h="1133" extrusionOk="0">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868" name="Google Shape;13868;p81"/>
            <p:cNvSpPr/>
            <p:nvPr/>
          </p:nvSpPr>
          <p:spPr>
            <a:xfrm>
              <a:off x="3413075" y="323500"/>
              <a:ext cx="56550" cy="28325"/>
            </a:xfrm>
            <a:custGeom>
              <a:avLst/>
              <a:gdLst/>
              <a:ahLst/>
              <a:cxnLst/>
              <a:rect l="l" t="t" r="r" b="b"/>
              <a:pathLst>
                <a:path w="2262" h="1133" extrusionOk="0">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869" name="Google Shape;13869;p81"/>
          <p:cNvGrpSpPr/>
          <p:nvPr/>
        </p:nvGrpSpPr>
        <p:grpSpPr>
          <a:xfrm>
            <a:off x="2914108" y="2287138"/>
            <a:ext cx="352455" cy="340168"/>
            <a:chOff x="3857225" y="238125"/>
            <a:chExt cx="500575" cy="483125"/>
          </a:xfrm>
        </p:grpSpPr>
        <p:sp>
          <p:nvSpPr>
            <p:cNvPr id="13870" name="Google Shape;13870;p81"/>
            <p:cNvSpPr/>
            <p:nvPr/>
          </p:nvSpPr>
          <p:spPr>
            <a:xfrm>
              <a:off x="3857225" y="238125"/>
              <a:ext cx="500575" cy="483125"/>
            </a:xfrm>
            <a:custGeom>
              <a:avLst/>
              <a:gdLst/>
              <a:ahLst/>
              <a:cxnLst/>
              <a:rect l="l" t="t" r="r" b="b"/>
              <a:pathLst>
                <a:path w="20023" h="19325" extrusionOk="0">
                  <a:moveTo>
                    <a:pt x="15671" y="3398"/>
                  </a:moveTo>
                  <a:cubicBezTo>
                    <a:pt x="15707" y="3398"/>
                    <a:pt x="15744" y="3402"/>
                    <a:pt x="15780" y="3409"/>
                  </a:cubicBezTo>
                  <a:lnTo>
                    <a:pt x="15801" y="3415"/>
                  </a:lnTo>
                  <a:cubicBezTo>
                    <a:pt x="15814" y="3415"/>
                    <a:pt x="15823" y="3418"/>
                    <a:pt x="15835" y="3421"/>
                  </a:cubicBezTo>
                  <a:cubicBezTo>
                    <a:pt x="15844" y="3424"/>
                    <a:pt x="15856" y="3430"/>
                    <a:pt x="15868" y="3433"/>
                  </a:cubicBezTo>
                  <a:lnTo>
                    <a:pt x="15886" y="3439"/>
                  </a:lnTo>
                  <a:cubicBezTo>
                    <a:pt x="15892" y="3442"/>
                    <a:pt x="15898" y="3445"/>
                    <a:pt x="15904" y="3448"/>
                  </a:cubicBezTo>
                  <a:cubicBezTo>
                    <a:pt x="15922" y="3457"/>
                    <a:pt x="15943" y="3466"/>
                    <a:pt x="15964" y="3478"/>
                  </a:cubicBezTo>
                  <a:cubicBezTo>
                    <a:pt x="15986" y="3494"/>
                    <a:pt x="16010" y="3509"/>
                    <a:pt x="16031" y="3524"/>
                  </a:cubicBezTo>
                  <a:cubicBezTo>
                    <a:pt x="16046" y="3536"/>
                    <a:pt x="16058" y="3551"/>
                    <a:pt x="16073" y="3563"/>
                  </a:cubicBezTo>
                  <a:cubicBezTo>
                    <a:pt x="16085" y="3575"/>
                    <a:pt x="16100" y="3590"/>
                    <a:pt x="16112" y="3605"/>
                  </a:cubicBezTo>
                  <a:cubicBezTo>
                    <a:pt x="16294" y="3829"/>
                    <a:pt x="16279" y="4158"/>
                    <a:pt x="16073" y="4363"/>
                  </a:cubicBezTo>
                  <a:lnTo>
                    <a:pt x="13054" y="7383"/>
                  </a:lnTo>
                  <a:cubicBezTo>
                    <a:pt x="12939" y="7232"/>
                    <a:pt x="12815" y="7090"/>
                    <a:pt x="12682" y="6954"/>
                  </a:cubicBezTo>
                  <a:cubicBezTo>
                    <a:pt x="12546" y="6821"/>
                    <a:pt x="12405" y="6697"/>
                    <a:pt x="12254" y="6582"/>
                  </a:cubicBezTo>
                  <a:lnTo>
                    <a:pt x="15273" y="3563"/>
                  </a:lnTo>
                  <a:cubicBezTo>
                    <a:pt x="15380" y="3456"/>
                    <a:pt x="15523" y="3398"/>
                    <a:pt x="15671" y="3398"/>
                  </a:cubicBezTo>
                  <a:close/>
                  <a:moveTo>
                    <a:pt x="9887" y="9183"/>
                  </a:moveTo>
                  <a:cubicBezTo>
                    <a:pt x="10031" y="9183"/>
                    <a:pt x="10176" y="9238"/>
                    <a:pt x="10288" y="9348"/>
                  </a:cubicBezTo>
                  <a:cubicBezTo>
                    <a:pt x="10511" y="9575"/>
                    <a:pt x="10508" y="9937"/>
                    <a:pt x="10279" y="10157"/>
                  </a:cubicBezTo>
                  <a:cubicBezTo>
                    <a:pt x="10169" y="10268"/>
                    <a:pt x="10024" y="10323"/>
                    <a:pt x="9879" y="10323"/>
                  </a:cubicBezTo>
                  <a:cubicBezTo>
                    <a:pt x="9734" y="10323"/>
                    <a:pt x="9589" y="10268"/>
                    <a:pt x="9479" y="10157"/>
                  </a:cubicBezTo>
                  <a:cubicBezTo>
                    <a:pt x="9258" y="9937"/>
                    <a:pt x="9258" y="9578"/>
                    <a:pt x="9479" y="9357"/>
                  </a:cubicBezTo>
                  <a:cubicBezTo>
                    <a:pt x="9590" y="9241"/>
                    <a:pt x="9739" y="9183"/>
                    <a:pt x="9887" y="9183"/>
                  </a:cubicBezTo>
                  <a:close/>
                  <a:moveTo>
                    <a:pt x="15746" y="1062"/>
                  </a:moveTo>
                  <a:cubicBezTo>
                    <a:pt x="16469" y="1062"/>
                    <a:pt x="17193" y="1337"/>
                    <a:pt x="17746" y="1890"/>
                  </a:cubicBezTo>
                  <a:cubicBezTo>
                    <a:pt x="18878" y="3022"/>
                    <a:pt x="18845" y="4870"/>
                    <a:pt x="17673" y="5963"/>
                  </a:cubicBezTo>
                  <a:lnTo>
                    <a:pt x="11879" y="11758"/>
                  </a:lnTo>
                  <a:cubicBezTo>
                    <a:pt x="11337" y="12300"/>
                    <a:pt x="10612" y="12586"/>
                    <a:pt x="9878" y="12586"/>
                  </a:cubicBezTo>
                  <a:cubicBezTo>
                    <a:pt x="9472" y="12586"/>
                    <a:pt x="9062" y="12499"/>
                    <a:pt x="8679" y="12319"/>
                  </a:cubicBezTo>
                  <a:lnTo>
                    <a:pt x="8663" y="12313"/>
                  </a:lnTo>
                  <a:cubicBezTo>
                    <a:pt x="8198" y="12093"/>
                    <a:pt x="7803" y="11746"/>
                    <a:pt x="7516" y="11317"/>
                  </a:cubicBezTo>
                  <a:lnTo>
                    <a:pt x="8346" y="10487"/>
                  </a:lnTo>
                  <a:cubicBezTo>
                    <a:pt x="8645" y="11113"/>
                    <a:pt x="9259" y="11453"/>
                    <a:pt x="9883" y="11453"/>
                  </a:cubicBezTo>
                  <a:cubicBezTo>
                    <a:pt x="10311" y="11453"/>
                    <a:pt x="10744" y="11293"/>
                    <a:pt x="11082" y="10955"/>
                  </a:cubicBezTo>
                  <a:lnTo>
                    <a:pt x="16873" y="5160"/>
                  </a:lnTo>
                  <a:cubicBezTo>
                    <a:pt x="17541" y="4514"/>
                    <a:pt x="17562" y="3448"/>
                    <a:pt x="16922" y="2775"/>
                  </a:cubicBezTo>
                  <a:cubicBezTo>
                    <a:pt x="16588" y="2423"/>
                    <a:pt x="16140" y="2245"/>
                    <a:pt x="15690" y="2245"/>
                  </a:cubicBezTo>
                  <a:cubicBezTo>
                    <a:pt x="15275" y="2245"/>
                    <a:pt x="14860" y="2395"/>
                    <a:pt x="14533" y="2699"/>
                  </a:cubicBezTo>
                  <a:cubicBezTo>
                    <a:pt x="14512" y="2718"/>
                    <a:pt x="14491" y="2739"/>
                    <a:pt x="14470" y="2760"/>
                  </a:cubicBezTo>
                  <a:lnTo>
                    <a:pt x="11212" y="6021"/>
                  </a:lnTo>
                  <a:cubicBezTo>
                    <a:pt x="10783" y="5867"/>
                    <a:pt x="10333" y="5791"/>
                    <a:pt x="9877" y="5791"/>
                  </a:cubicBezTo>
                  <a:lnTo>
                    <a:pt x="9838" y="5791"/>
                  </a:lnTo>
                  <a:lnTo>
                    <a:pt x="13673" y="1963"/>
                  </a:lnTo>
                  <a:cubicBezTo>
                    <a:pt x="14232" y="1363"/>
                    <a:pt x="14988" y="1062"/>
                    <a:pt x="15746" y="1062"/>
                  </a:cubicBezTo>
                  <a:close/>
                  <a:moveTo>
                    <a:pt x="6707" y="12129"/>
                  </a:moveTo>
                  <a:cubicBezTo>
                    <a:pt x="6819" y="12283"/>
                    <a:pt x="6942" y="12425"/>
                    <a:pt x="7078" y="12558"/>
                  </a:cubicBezTo>
                  <a:cubicBezTo>
                    <a:pt x="7211" y="12694"/>
                    <a:pt x="7353" y="12818"/>
                    <a:pt x="7507" y="12932"/>
                  </a:cubicBezTo>
                  <a:lnTo>
                    <a:pt x="4675" y="15762"/>
                  </a:lnTo>
                  <a:cubicBezTo>
                    <a:pt x="4565" y="15872"/>
                    <a:pt x="4420" y="15927"/>
                    <a:pt x="4275" y="15927"/>
                  </a:cubicBezTo>
                  <a:cubicBezTo>
                    <a:pt x="4130" y="15927"/>
                    <a:pt x="3985" y="15872"/>
                    <a:pt x="3875" y="15762"/>
                  </a:cubicBezTo>
                  <a:cubicBezTo>
                    <a:pt x="3654" y="15541"/>
                    <a:pt x="3654" y="15182"/>
                    <a:pt x="3875" y="14961"/>
                  </a:cubicBezTo>
                  <a:lnTo>
                    <a:pt x="6707" y="12129"/>
                  </a:lnTo>
                  <a:close/>
                  <a:moveTo>
                    <a:pt x="9884" y="6926"/>
                  </a:moveTo>
                  <a:cubicBezTo>
                    <a:pt x="10290" y="6926"/>
                    <a:pt x="10698" y="7013"/>
                    <a:pt x="11082" y="7192"/>
                  </a:cubicBezTo>
                  <a:lnTo>
                    <a:pt x="11094" y="7198"/>
                  </a:lnTo>
                  <a:cubicBezTo>
                    <a:pt x="11562" y="7422"/>
                    <a:pt x="11958" y="7766"/>
                    <a:pt x="12242" y="8198"/>
                  </a:cubicBezTo>
                  <a:lnTo>
                    <a:pt x="11411" y="9028"/>
                  </a:lnTo>
                  <a:cubicBezTo>
                    <a:pt x="11112" y="8400"/>
                    <a:pt x="10499" y="8061"/>
                    <a:pt x="9877" y="8061"/>
                  </a:cubicBezTo>
                  <a:cubicBezTo>
                    <a:pt x="9448" y="8061"/>
                    <a:pt x="9016" y="8222"/>
                    <a:pt x="8679" y="8560"/>
                  </a:cubicBezTo>
                  <a:lnTo>
                    <a:pt x="3074" y="14161"/>
                  </a:lnTo>
                  <a:cubicBezTo>
                    <a:pt x="2410" y="14822"/>
                    <a:pt x="2410" y="15900"/>
                    <a:pt x="3074" y="16562"/>
                  </a:cubicBezTo>
                  <a:cubicBezTo>
                    <a:pt x="3405" y="16894"/>
                    <a:pt x="3840" y="17060"/>
                    <a:pt x="4275" y="17060"/>
                  </a:cubicBezTo>
                  <a:cubicBezTo>
                    <a:pt x="4710" y="17060"/>
                    <a:pt x="5144" y="16894"/>
                    <a:pt x="5475" y="16562"/>
                  </a:cubicBezTo>
                  <a:lnTo>
                    <a:pt x="8546" y="13491"/>
                  </a:lnTo>
                  <a:cubicBezTo>
                    <a:pt x="8974" y="13642"/>
                    <a:pt x="9424" y="13720"/>
                    <a:pt x="9880" y="13720"/>
                  </a:cubicBezTo>
                  <a:lnTo>
                    <a:pt x="9920" y="13720"/>
                  </a:lnTo>
                  <a:lnTo>
                    <a:pt x="6275" y="17362"/>
                  </a:lnTo>
                  <a:cubicBezTo>
                    <a:pt x="5716" y="17961"/>
                    <a:pt x="4960" y="18262"/>
                    <a:pt x="4202" y="18262"/>
                  </a:cubicBezTo>
                  <a:cubicBezTo>
                    <a:pt x="3479" y="18262"/>
                    <a:pt x="2755" y="17987"/>
                    <a:pt x="2202" y="17434"/>
                  </a:cubicBezTo>
                  <a:cubicBezTo>
                    <a:pt x="1070" y="16302"/>
                    <a:pt x="1103" y="14454"/>
                    <a:pt x="2274" y="13361"/>
                  </a:cubicBezTo>
                  <a:lnTo>
                    <a:pt x="7878" y="7757"/>
                  </a:lnTo>
                  <a:cubicBezTo>
                    <a:pt x="8422" y="7214"/>
                    <a:pt x="9147" y="6926"/>
                    <a:pt x="9884" y="6926"/>
                  </a:cubicBezTo>
                  <a:close/>
                  <a:moveTo>
                    <a:pt x="15673" y="1"/>
                  </a:moveTo>
                  <a:cubicBezTo>
                    <a:pt x="14659" y="1"/>
                    <a:pt x="13644" y="388"/>
                    <a:pt x="12870" y="1162"/>
                  </a:cubicBezTo>
                  <a:lnTo>
                    <a:pt x="7078" y="6957"/>
                  </a:lnTo>
                  <a:lnTo>
                    <a:pt x="1471" y="12561"/>
                  </a:lnTo>
                  <a:cubicBezTo>
                    <a:pt x="339" y="13693"/>
                    <a:pt x="1" y="15399"/>
                    <a:pt x="614" y="16879"/>
                  </a:cubicBezTo>
                  <a:cubicBezTo>
                    <a:pt x="1230" y="18358"/>
                    <a:pt x="2673" y="19324"/>
                    <a:pt x="4276" y="19324"/>
                  </a:cubicBezTo>
                  <a:cubicBezTo>
                    <a:pt x="4280" y="19325"/>
                    <a:pt x="4284" y="19325"/>
                    <a:pt x="4288" y="19325"/>
                  </a:cubicBezTo>
                  <a:cubicBezTo>
                    <a:pt x="5334" y="19325"/>
                    <a:pt x="6338" y="18908"/>
                    <a:pt x="7078" y="18165"/>
                  </a:cubicBezTo>
                  <a:lnTo>
                    <a:pt x="12682" y="12561"/>
                  </a:lnTo>
                  <a:lnTo>
                    <a:pt x="18477" y="6767"/>
                  </a:lnTo>
                  <a:cubicBezTo>
                    <a:pt x="20023" y="5221"/>
                    <a:pt x="20023" y="2711"/>
                    <a:pt x="18477" y="1162"/>
                  </a:cubicBezTo>
                  <a:cubicBezTo>
                    <a:pt x="17702" y="388"/>
                    <a:pt x="16688" y="1"/>
                    <a:pt x="156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871" name="Google Shape;13871;p81"/>
            <p:cNvSpPr/>
            <p:nvPr/>
          </p:nvSpPr>
          <p:spPr>
            <a:xfrm>
              <a:off x="4208775" y="588000"/>
              <a:ext cx="71125" cy="68350"/>
            </a:xfrm>
            <a:custGeom>
              <a:avLst/>
              <a:gdLst/>
              <a:ahLst/>
              <a:cxnLst/>
              <a:rect l="l" t="t" r="r" b="b"/>
              <a:pathLst>
                <a:path w="2845" h="2734" extrusionOk="0">
                  <a:moveTo>
                    <a:pt x="621" y="1"/>
                  </a:moveTo>
                  <a:cubicBezTo>
                    <a:pt x="476" y="1"/>
                    <a:pt x="331" y="56"/>
                    <a:pt x="221" y="166"/>
                  </a:cubicBezTo>
                  <a:cubicBezTo>
                    <a:pt x="0" y="387"/>
                    <a:pt x="0" y="746"/>
                    <a:pt x="221" y="966"/>
                  </a:cubicBezTo>
                  <a:lnTo>
                    <a:pt x="1821" y="2567"/>
                  </a:lnTo>
                  <a:cubicBezTo>
                    <a:pt x="1933" y="2677"/>
                    <a:pt x="2079" y="2733"/>
                    <a:pt x="2224" y="2733"/>
                  </a:cubicBezTo>
                  <a:cubicBezTo>
                    <a:pt x="2368" y="2733"/>
                    <a:pt x="2513" y="2678"/>
                    <a:pt x="2624" y="2567"/>
                  </a:cubicBezTo>
                  <a:cubicBezTo>
                    <a:pt x="2845" y="2346"/>
                    <a:pt x="2845" y="1987"/>
                    <a:pt x="2624" y="1767"/>
                  </a:cubicBezTo>
                  <a:lnTo>
                    <a:pt x="1021" y="166"/>
                  </a:lnTo>
                  <a:cubicBezTo>
                    <a:pt x="911" y="56"/>
                    <a:pt x="766" y="1"/>
                    <a:pt x="6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872" name="Google Shape;13872;p81"/>
            <p:cNvSpPr/>
            <p:nvPr/>
          </p:nvSpPr>
          <p:spPr>
            <a:xfrm>
              <a:off x="4228400" y="527925"/>
              <a:ext cx="91050" cy="48400"/>
            </a:xfrm>
            <a:custGeom>
              <a:avLst/>
              <a:gdLst/>
              <a:ahLst/>
              <a:cxnLst/>
              <a:rect l="l" t="t" r="r" b="b"/>
              <a:pathLst>
                <a:path w="3642" h="1936" extrusionOk="0">
                  <a:moveTo>
                    <a:pt x="636" y="0"/>
                  </a:moveTo>
                  <a:cubicBezTo>
                    <a:pt x="400" y="0"/>
                    <a:pt x="180" y="150"/>
                    <a:pt x="100" y="389"/>
                  </a:cubicBezTo>
                  <a:cubicBezTo>
                    <a:pt x="0" y="685"/>
                    <a:pt x="160" y="1005"/>
                    <a:pt x="459" y="1105"/>
                  </a:cubicBezTo>
                  <a:lnTo>
                    <a:pt x="2860" y="1905"/>
                  </a:lnTo>
                  <a:cubicBezTo>
                    <a:pt x="2917" y="1923"/>
                    <a:pt x="2977" y="1935"/>
                    <a:pt x="3038" y="1935"/>
                  </a:cubicBezTo>
                  <a:cubicBezTo>
                    <a:pt x="3316" y="1932"/>
                    <a:pt x="3554" y="1733"/>
                    <a:pt x="3596" y="1458"/>
                  </a:cubicBezTo>
                  <a:cubicBezTo>
                    <a:pt x="3642" y="1183"/>
                    <a:pt x="3482" y="918"/>
                    <a:pt x="3219" y="830"/>
                  </a:cubicBezTo>
                  <a:lnTo>
                    <a:pt x="816" y="30"/>
                  </a:lnTo>
                  <a:cubicBezTo>
                    <a:pt x="756" y="10"/>
                    <a:pt x="695" y="0"/>
                    <a:pt x="6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873" name="Google Shape;13873;p81"/>
            <p:cNvSpPr/>
            <p:nvPr/>
          </p:nvSpPr>
          <p:spPr>
            <a:xfrm>
              <a:off x="4148300" y="608000"/>
              <a:ext cx="52050" cy="88600"/>
            </a:xfrm>
            <a:custGeom>
              <a:avLst/>
              <a:gdLst/>
              <a:ahLst/>
              <a:cxnLst/>
              <a:rect l="l" t="t" r="r" b="b"/>
              <a:pathLst>
                <a:path w="2082" h="3544" extrusionOk="0">
                  <a:moveTo>
                    <a:pt x="639" y="1"/>
                  </a:moveTo>
                  <a:cubicBezTo>
                    <a:pt x="580" y="1"/>
                    <a:pt x="519" y="10"/>
                    <a:pt x="460" y="31"/>
                  </a:cubicBezTo>
                  <a:cubicBezTo>
                    <a:pt x="161" y="127"/>
                    <a:pt x="1" y="450"/>
                    <a:pt x="100" y="746"/>
                  </a:cubicBezTo>
                  <a:lnTo>
                    <a:pt x="903" y="3150"/>
                  </a:lnTo>
                  <a:cubicBezTo>
                    <a:pt x="979" y="3390"/>
                    <a:pt x="1202" y="3544"/>
                    <a:pt x="1441" y="3544"/>
                  </a:cubicBezTo>
                  <a:cubicBezTo>
                    <a:pt x="1500" y="3544"/>
                    <a:pt x="1560" y="3535"/>
                    <a:pt x="1619" y="3515"/>
                  </a:cubicBezTo>
                  <a:cubicBezTo>
                    <a:pt x="1921" y="3415"/>
                    <a:pt x="2081" y="3089"/>
                    <a:pt x="1975" y="2790"/>
                  </a:cubicBezTo>
                  <a:lnTo>
                    <a:pt x="1175" y="390"/>
                  </a:lnTo>
                  <a:cubicBezTo>
                    <a:pt x="1096" y="151"/>
                    <a:pt x="875" y="1"/>
                    <a:pt x="6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874" name="Google Shape;13874;p81"/>
            <p:cNvSpPr/>
            <p:nvPr/>
          </p:nvSpPr>
          <p:spPr>
            <a:xfrm>
              <a:off x="3928725" y="307900"/>
              <a:ext cx="71200" cy="68375"/>
            </a:xfrm>
            <a:custGeom>
              <a:avLst/>
              <a:gdLst/>
              <a:ahLst/>
              <a:cxnLst/>
              <a:rect l="l" t="t" r="r" b="b"/>
              <a:pathLst>
                <a:path w="2848" h="2735" extrusionOk="0">
                  <a:moveTo>
                    <a:pt x="620" y="1"/>
                  </a:moveTo>
                  <a:cubicBezTo>
                    <a:pt x="475" y="1"/>
                    <a:pt x="330" y="57"/>
                    <a:pt x="221" y="168"/>
                  </a:cubicBezTo>
                  <a:cubicBezTo>
                    <a:pt x="3" y="385"/>
                    <a:pt x="0" y="739"/>
                    <a:pt x="214" y="962"/>
                  </a:cubicBezTo>
                  <a:lnTo>
                    <a:pt x="1815" y="2562"/>
                  </a:lnTo>
                  <a:cubicBezTo>
                    <a:pt x="1926" y="2677"/>
                    <a:pt x="2074" y="2734"/>
                    <a:pt x="2222" y="2734"/>
                  </a:cubicBezTo>
                  <a:cubicBezTo>
                    <a:pt x="2367" y="2734"/>
                    <a:pt x="2512" y="2679"/>
                    <a:pt x="2624" y="2569"/>
                  </a:cubicBezTo>
                  <a:cubicBezTo>
                    <a:pt x="2847" y="2345"/>
                    <a:pt x="2844" y="1983"/>
                    <a:pt x="2615" y="1762"/>
                  </a:cubicBezTo>
                  <a:lnTo>
                    <a:pt x="1015" y="162"/>
                  </a:lnTo>
                  <a:cubicBezTo>
                    <a:pt x="904" y="54"/>
                    <a:pt x="762" y="1"/>
                    <a:pt x="6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875" name="Google Shape;13875;p81"/>
            <p:cNvSpPr/>
            <p:nvPr/>
          </p:nvSpPr>
          <p:spPr>
            <a:xfrm>
              <a:off x="4008200" y="267675"/>
              <a:ext cx="51875" cy="88450"/>
            </a:xfrm>
            <a:custGeom>
              <a:avLst/>
              <a:gdLst/>
              <a:ahLst/>
              <a:cxnLst/>
              <a:rect l="l" t="t" r="r" b="b"/>
              <a:pathLst>
                <a:path w="2075" h="3538" extrusionOk="0">
                  <a:moveTo>
                    <a:pt x="636" y="1"/>
                  </a:moveTo>
                  <a:cubicBezTo>
                    <a:pt x="577" y="1"/>
                    <a:pt x="518" y="10"/>
                    <a:pt x="460" y="29"/>
                  </a:cubicBezTo>
                  <a:cubicBezTo>
                    <a:pt x="161" y="128"/>
                    <a:pt x="1" y="449"/>
                    <a:pt x="100" y="747"/>
                  </a:cubicBezTo>
                  <a:lnTo>
                    <a:pt x="900" y="3151"/>
                  </a:lnTo>
                  <a:cubicBezTo>
                    <a:pt x="979" y="3380"/>
                    <a:pt x="1193" y="3537"/>
                    <a:pt x="1438" y="3537"/>
                  </a:cubicBezTo>
                  <a:cubicBezTo>
                    <a:pt x="1498" y="3534"/>
                    <a:pt x="1559" y="3525"/>
                    <a:pt x="1619" y="3507"/>
                  </a:cubicBezTo>
                  <a:cubicBezTo>
                    <a:pt x="1915" y="3408"/>
                    <a:pt x="2075" y="3088"/>
                    <a:pt x="1975" y="2789"/>
                  </a:cubicBezTo>
                  <a:lnTo>
                    <a:pt x="1175" y="388"/>
                  </a:lnTo>
                  <a:cubicBezTo>
                    <a:pt x="1095" y="151"/>
                    <a:pt x="873" y="1"/>
                    <a:pt x="6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876" name="Google Shape;13876;p81"/>
            <p:cNvSpPr/>
            <p:nvPr/>
          </p:nvSpPr>
          <p:spPr>
            <a:xfrm>
              <a:off x="3888100" y="387825"/>
              <a:ext cx="91675" cy="48300"/>
            </a:xfrm>
            <a:custGeom>
              <a:avLst/>
              <a:gdLst/>
              <a:ahLst/>
              <a:cxnLst/>
              <a:rect l="l" t="t" r="r" b="b"/>
              <a:pathLst>
                <a:path w="3667" h="1932" extrusionOk="0">
                  <a:moveTo>
                    <a:pt x="636" y="0"/>
                  </a:moveTo>
                  <a:cubicBezTo>
                    <a:pt x="400" y="0"/>
                    <a:pt x="180" y="150"/>
                    <a:pt x="100" y="386"/>
                  </a:cubicBezTo>
                  <a:cubicBezTo>
                    <a:pt x="1" y="685"/>
                    <a:pt x="161" y="1005"/>
                    <a:pt x="460" y="1105"/>
                  </a:cubicBezTo>
                  <a:lnTo>
                    <a:pt x="2860" y="1905"/>
                  </a:lnTo>
                  <a:cubicBezTo>
                    <a:pt x="2917" y="1923"/>
                    <a:pt x="2975" y="1932"/>
                    <a:pt x="3032" y="1932"/>
                  </a:cubicBezTo>
                  <a:cubicBezTo>
                    <a:pt x="3270" y="1932"/>
                    <a:pt x="3492" y="1781"/>
                    <a:pt x="3570" y="1543"/>
                  </a:cubicBezTo>
                  <a:cubicBezTo>
                    <a:pt x="3666" y="1250"/>
                    <a:pt x="3512" y="933"/>
                    <a:pt x="3219" y="830"/>
                  </a:cubicBezTo>
                  <a:lnTo>
                    <a:pt x="816" y="30"/>
                  </a:lnTo>
                  <a:cubicBezTo>
                    <a:pt x="756" y="10"/>
                    <a:pt x="696" y="0"/>
                    <a:pt x="6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3877" name="Google Shape;13877;p81"/>
          <p:cNvSpPr/>
          <p:nvPr/>
        </p:nvSpPr>
        <p:spPr>
          <a:xfrm>
            <a:off x="3331583" y="2287135"/>
            <a:ext cx="352455" cy="340116"/>
          </a:xfrm>
          <a:custGeom>
            <a:avLst/>
            <a:gdLst/>
            <a:ahLst/>
            <a:cxnLst/>
            <a:rect l="l" t="t" r="r" b="b"/>
            <a:pathLst>
              <a:path w="20023" h="19322" extrusionOk="0">
                <a:moveTo>
                  <a:pt x="15673" y="3395"/>
                </a:moveTo>
                <a:cubicBezTo>
                  <a:pt x="15818" y="3395"/>
                  <a:pt x="15963" y="3450"/>
                  <a:pt x="16073" y="3560"/>
                </a:cubicBezTo>
                <a:cubicBezTo>
                  <a:pt x="16294" y="3780"/>
                  <a:pt x="16294" y="4140"/>
                  <a:pt x="16073" y="4360"/>
                </a:cubicBezTo>
                <a:lnTo>
                  <a:pt x="13054" y="7380"/>
                </a:lnTo>
                <a:cubicBezTo>
                  <a:pt x="12939" y="7229"/>
                  <a:pt x="12815" y="7087"/>
                  <a:pt x="12682" y="6951"/>
                </a:cubicBezTo>
                <a:cubicBezTo>
                  <a:pt x="12547" y="6818"/>
                  <a:pt x="12405" y="6694"/>
                  <a:pt x="12254" y="6579"/>
                </a:cubicBezTo>
                <a:lnTo>
                  <a:pt x="15273" y="3560"/>
                </a:lnTo>
                <a:cubicBezTo>
                  <a:pt x="15383" y="3450"/>
                  <a:pt x="15528" y="3395"/>
                  <a:pt x="15673" y="3395"/>
                </a:cubicBezTo>
                <a:close/>
                <a:moveTo>
                  <a:pt x="9879" y="9187"/>
                </a:moveTo>
                <a:cubicBezTo>
                  <a:pt x="10024" y="9187"/>
                  <a:pt x="10169" y="9243"/>
                  <a:pt x="10279" y="9354"/>
                </a:cubicBezTo>
                <a:cubicBezTo>
                  <a:pt x="10635" y="9711"/>
                  <a:pt x="10385" y="10321"/>
                  <a:pt x="9880" y="10321"/>
                </a:cubicBezTo>
                <a:cubicBezTo>
                  <a:pt x="9376" y="10321"/>
                  <a:pt x="9123" y="9711"/>
                  <a:pt x="9479" y="9354"/>
                </a:cubicBezTo>
                <a:cubicBezTo>
                  <a:pt x="9589" y="9243"/>
                  <a:pt x="9734" y="9187"/>
                  <a:pt x="9879" y="9187"/>
                </a:cubicBezTo>
                <a:close/>
                <a:moveTo>
                  <a:pt x="15746" y="1059"/>
                </a:moveTo>
                <a:cubicBezTo>
                  <a:pt x="16469" y="1059"/>
                  <a:pt x="17193" y="1334"/>
                  <a:pt x="17746" y="1887"/>
                </a:cubicBezTo>
                <a:cubicBezTo>
                  <a:pt x="18878" y="3019"/>
                  <a:pt x="18845" y="4867"/>
                  <a:pt x="17674" y="5960"/>
                </a:cubicBezTo>
                <a:lnTo>
                  <a:pt x="11882" y="11755"/>
                </a:lnTo>
                <a:cubicBezTo>
                  <a:pt x="11323" y="12314"/>
                  <a:pt x="10601" y="12585"/>
                  <a:pt x="9883" y="12585"/>
                </a:cubicBezTo>
                <a:cubicBezTo>
                  <a:pt x="8973" y="12585"/>
                  <a:pt x="8071" y="12149"/>
                  <a:pt x="7519" y="11314"/>
                </a:cubicBezTo>
                <a:lnTo>
                  <a:pt x="8350" y="10487"/>
                </a:lnTo>
                <a:cubicBezTo>
                  <a:pt x="8649" y="11113"/>
                  <a:pt x="9263" y="11453"/>
                  <a:pt x="9886" y="11453"/>
                </a:cubicBezTo>
                <a:cubicBezTo>
                  <a:pt x="10313" y="11453"/>
                  <a:pt x="10745" y="11293"/>
                  <a:pt x="11082" y="10955"/>
                </a:cubicBezTo>
                <a:lnTo>
                  <a:pt x="16876" y="5160"/>
                </a:lnTo>
                <a:cubicBezTo>
                  <a:pt x="17538" y="4499"/>
                  <a:pt x="17538" y="3421"/>
                  <a:pt x="16876" y="2760"/>
                </a:cubicBezTo>
                <a:cubicBezTo>
                  <a:pt x="16544" y="2428"/>
                  <a:pt x="16110" y="2262"/>
                  <a:pt x="15675" y="2262"/>
                </a:cubicBezTo>
                <a:cubicBezTo>
                  <a:pt x="15240" y="2262"/>
                  <a:pt x="14805" y="2428"/>
                  <a:pt x="14473" y="2760"/>
                </a:cubicBezTo>
                <a:lnTo>
                  <a:pt x="11212" y="6021"/>
                </a:lnTo>
                <a:cubicBezTo>
                  <a:pt x="10787" y="5872"/>
                  <a:pt x="10339" y="5794"/>
                  <a:pt x="9888" y="5794"/>
                </a:cubicBezTo>
                <a:cubicBezTo>
                  <a:pt x="9872" y="5794"/>
                  <a:pt x="9855" y="5794"/>
                  <a:pt x="9838" y="5794"/>
                </a:cubicBezTo>
                <a:lnTo>
                  <a:pt x="13673" y="1960"/>
                </a:lnTo>
                <a:cubicBezTo>
                  <a:pt x="14232" y="1360"/>
                  <a:pt x="14988" y="1059"/>
                  <a:pt x="15746" y="1059"/>
                </a:cubicBezTo>
                <a:close/>
                <a:moveTo>
                  <a:pt x="6707" y="12126"/>
                </a:moveTo>
                <a:cubicBezTo>
                  <a:pt x="6819" y="12280"/>
                  <a:pt x="6943" y="12422"/>
                  <a:pt x="7078" y="12555"/>
                </a:cubicBezTo>
                <a:cubicBezTo>
                  <a:pt x="7211" y="12691"/>
                  <a:pt x="7356" y="12815"/>
                  <a:pt x="7507" y="12929"/>
                </a:cubicBezTo>
                <a:lnTo>
                  <a:pt x="4675" y="15759"/>
                </a:lnTo>
                <a:cubicBezTo>
                  <a:pt x="4565" y="15869"/>
                  <a:pt x="4420" y="15924"/>
                  <a:pt x="4275" y="15924"/>
                </a:cubicBezTo>
                <a:cubicBezTo>
                  <a:pt x="4130" y="15924"/>
                  <a:pt x="3985" y="15869"/>
                  <a:pt x="3875" y="15759"/>
                </a:cubicBezTo>
                <a:cubicBezTo>
                  <a:pt x="3654" y="15538"/>
                  <a:pt x="3654" y="15179"/>
                  <a:pt x="3875" y="14958"/>
                </a:cubicBezTo>
                <a:lnTo>
                  <a:pt x="6707" y="12126"/>
                </a:lnTo>
                <a:close/>
                <a:moveTo>
                  <a:pt x="9878" y="6924"/>
                </a:moveTo>
                <a:cubicBezTo>
                  <a:pt x="10788" y="6924"/>
                  <a:pt x="11690" y="7359"/>
                  <a:pt x="12242" y="8195"/>
                </a:cubicBezTo>
                <a:lnTo>
                  <a:pt x="11414" y="9022"/>
                </a:lnTo>
                <a:cubicBezTo>
                  <a:pt x="11114" y="8396"/>
                  <a:pt x="10500" y="8056"/>
                  <a:pt x="9877" y="8056"/>
                </a:cubicBezTo>
                <a:cubicBezTo>
                  <a:pt x="9449" y="8056"/>
                  <a:pt x="9017" y="8216"/>
                  <a:pt x="8679" y="8554"/>
                </a:cubicBezTo>
                <a:lnTo>
                  <a:pt x="3075" y="14158"/>
                </a:lnTo>
                <a:cubicBezTo>
                  <a:pt x="2410" y="14819"/>
                  <a:pt x="2410" y="15897"/>
                  <a:pt x="3075" y="16559"/>
                </a:cubicBezTo>
                <a:cubicBezTo>
                  <a:pt x="3407" y="16891"/>
                  <a:pt x="3842" y="17057"/>
                  <a:pt x="4276" y="17057"/>
                </a:cubicBezTo>
                <a:cubicBezTo>
                  <a:pt x="4710" y="17057"/>
                  <a:pt x="5144" y="16891"/>
                  <a:pt x="5475" y="16559"/>
                </a:cubicBezTo>
                <a:lnTo>
                  <a:pt x="8549" y="13488"/>
                </a:lnTo>
                <a:cubicBezTo>
                  <a:pt x="8978" y="13639"/>
                  <a:pt x="9428" y="13714"/>
                  <a:pt x="9880" y="13714"/>
                </a:cubicBezTo>
                <a:lnTo>
                  <a:pt x="9923" y="13714"/>
                </a:lnTo>
                <a:lnTo>
                  <a:pt x="6275" y="17359"/>
                </a:lnTo>
                <a:cubicBezTo>
                  <a:pt x="5716" y="17958"/>
                  <a:pt x="4960" y="18259"/>
                  <a:pt x="4202" y="18259"/>
                </a:cubicBezTo>
                <a:cubicBezTo>
                  <a:pt x="3479" y="18259"/>
                  <a:pt x="2755" y="17984"/>
                  <a:pt x="2202" y="17431"/>
                </a:cubicBezTo>
                <a:cubicBezTo>
                  <a:pt x="1070" y="16299"/>
                  <a:pt x="1103" y="14451"/>
                  <a:pt x="2274" y="13358"/>
                </a:cubicBezTo>
                <a:lnTo>
                  <a:pt x="7879" y="7754"/>
                </a:lnTo>
                <a:cubicBezTo>
                  <a:pt x="8438" y="7195"/>
                  <a:pt x="9160" y="6924"/>
                  <a:pt x="9878" y="6924"/>
                </a:cubicBezTo>
                <a:close/>
                <a:moveTo>
                  <a:pt x="15672" y="0"/>
                </a:moveTo>
                <a:cubicBezTo>
                  <a:pt x="14657" y="0"/>
                  <a:pt x="13643" y="387"/>
                  <a:pt x="12870" y="1159"/>
                </a:cubicBezTo>
                <a:lnTo>
                  <a:pt x="7075" y="6954"/>
                </a:lnTo>
                <a:lnTo>
                  <a:pt x="1474" y="12555"/>
                </a:lnTo>
                <a:cubicBezTo>
                  <a:pt x="339" y="13690"/>
                  <a:pt x="1" y="15393"/>
                  <a:pt x="614" y="16876"/>
                </a:cubicBezTo>
                <a:cubicBezTo>
                  <a:pt x="1227" y="18355"/>
                  <a:pt x="2673" y="19321"/>
                  <a:pt x="4276" y="19321"/>
                </a:cubicBezTo>
                <a:cubicBezTo>
                  <a:pt x="4280" y="19322"/>
                  <a:pt x="4284" y="19322"/>
                  <a:pt x="4288" y="19322"/>
                </a:cubicBezTo>
                <a:cubicBezTo>
                  <a:pt x="5334" y="19322"/>
                  <a:pt x="6338" y="18905"/>
                  <a:pt x="7078" y="18162"/>
                </a:cubicBezTo>
                <a:lnTo>
                  <a:pt x="12679" y="12558"/>
                </a:lnTo>
                <a:lnTo>
                  <a:pt x="18474" y="6767"/>
                </a:lnTo>
                <a:cubicBezTo>
                  <a:pt x="20023" y="5218"/>
                  <a:pt x="20023" y="2708"/>
                  <a:pt x="18474" y="1159"/>
                </a:cubicBezTo>
                <a:cubicBezTo>
                  <a:pt x="17701" y="387"/>
                  <a:pt x="16686" y="0"/>
                  <a:pt x="156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3878" name="Google Shape;13878;p81"/>
          <p:cNvGrpSpPr/>
          <p:nvPr/>
        </p:nvGrpSpPr>
        <p:grpSpPr>
          <a:xfrm>
            <a:off x="3760885" y="2287165"/>
            <a:ext cx="340186" cy="340116"/>
            <a:chOff x="5053900" y="238200"/>
            <a:chExt cx="483150" cy="483050"/>
          </a:xfrm>
        </p:grpSpPr>
        <p:sp>
          <p:nvSpPr>
            <p:cNvPr id="13879" name="Google Shape;13879;p81"/>
            <p:cNvSpPr/>
            <p:nvPr/>
          </p:nvSpPr>
          <p:spPr>
            <a:xfrm>
              <a:off x="5053900" y="238200"/>
              <a:ext cx="483150" cy="483050"/>
            </a:xfrm>
            <a:custGeom>
              <a:avLst/>
              <a:gdLst/>
              <a:ahLst/>
              <a:cxnLst/>
              <a:rect l="l" t="t" r="r" b="b"/>
              <a:pathLst>
                <a:path w="19326" h="19322" extrusionOk="0">
                  <a:moveTo>
                    <a:pt x="11363" y="1929"/>
                  </a:moveTo>
                  <a:lnTo>
                    <a:pt x="12825" y="3394"/>
                  </a:lnTo>
                  <a:lnTo>
                    <a:pt x="11363" y="3394"/>
                  </a:lnTo>
                  <a:lnTo>
                    <a:pt x="11363" y="1929"/>
                  </a:lnTo>
                  <a:close/>
                  <a:moveTo>
                    <a:pt x="4569" y="4526"/>
                  </a:moveTo>
                  <a:lnTo>
                    <a:pt x="4569" y="5698"/>
                  </a:lnTo>
                  <a:lnTo>
                    <a:pt x="3437" y="5698"/>
                  </a:lnTo>
                  <a:lnTo>
                    <a:pt x="3437" y="4958"/>
                  </a:lnTo>
                  <a:cubicBezTo>
                    <a:pt x="3437" y="4719"/>
                    <a:pt x="3627" y="4526"/>
                    <a:pt x="3866" y="4526"/>
                  </a:cubicBezTo>
                  <a:close/>
                  <a:moveTo>
                    <a:pt x="15461" y="4526"/>
                  </a:moveTo>
                  <a:cubicBezTo>
                    <a:pt x="15699" y="4526"/>
                    <a:pt x="15889" y="4719"/>
                    <a:pt x="15892" y="4958"/>
                  </a:cubicBezTo>
                  <a:lnTo>
                    <a:pt x="15892" y="5698"/>
                  </a:lnTo>
                  <a:lnTo>
                    <a:pt x="14760" y="5698"/>
                  </a:lnTo>
                  <a:lnTo>
                    <a:pt x="14760" y="4526"/>
                  </a:lnTo>
                  <a:close/>
                  <a:moveTo>
                    <a:pt x="10231" y="1129"/>
                  </a:moveTo>
                  <a:lnTo>
                    <a:pt x="10231" y="3962"/>
                  </a:lnTo>
                  <a:cubicBezTo>
                    <a:pt x="10231" y="4273"/>
                    <a:pt x="10481" y="4526"/>
                    <a:pt x="10795" y="4526"/>
                  </a:cubicBezTo>
                  <a:lnTo>
                    <a:pt x="13628" y="4526"/>
                  </a:lnTo>
                  <a:lnTo>
                    <a:pt x="13628" y="6830"/>
                  </a:lnTo>
                  <a:lnTo>
                    <a:pt x="5702" y="6830"/>
                  </a:lnTo>
                  <a:lnTo>
                    <a:pt x="5702" y="1129"/>
                  </a:lnTo>
                  <a:close/>
                  <a:moveTo>
                    <a:pt x="17628" y="6830"/>
                  </a:moveTo>
                  <a:cubicBezTo>
                    <a:pt x="17939" y="6830"/>
                    <a:pt x="18193" y="7081"/>
                    <a:pt x="18193" y="7395"/>
                  </a:cubicBezTo>
                  <a:lnTo>
                    <a:pt x="18193" y="14188"/>
                  </a:lnTo>
                  <a:cubicBezTo>
                    <a:pt x="18193" y="14502"/>
                    <a:pt x="17939" y="14756"/>
                    <a:pt x="17628" y="14756"/>
                  </a:cubicBezTo>
                  <a:lnTo>
                    <a:pt x="14760" y="14756"/>
                  </a:lnTo>
                  <a:lnTo>
                    <a:pt x="14760" y="12491"/>
                  </a:lnTo>
                  <a:lnTo>
                    <a:pt x="15325" y="12491"/>
                  </a:lnTo>
                  <a:cubicBezTo>
                    <a:pt x="15639" y="12491"/>
                    <a:pt x="15889" y="12238"/>
                    <a:pt x="15889" y="11924"/>
                  </a:cubicBezTo>
                  <a:cubicBezTo>
                    <a:pt x="15889" y="11610"/>
                    <a:pt x="15639" y="11359"/>
                    <a:pt x="15325" y="11359"/>
                  </a:cubicBezTo>
                  <a:lnTo>
                    <a:pt x="4002" y="11359"/>
                  </a:lnTo>
                  <a:cubicBezTo>
                    <a:pt x="3688" y="11359"/>
                    <a:pt x="3437" y="11610"/>
                    <a:pt x="3437" y="11924"/>
                  </a:cubicBezTo>
                  <a:cubicBezTo>
                    <a:pt x="3437" y="12238"/>
                    <a:pt x="3688" y="12491"/>
                    <a:pt x="4002" y="12491"/>
                  </a:cubicBezTo>
                  <a:lnTo>
                    <a:pt x="4569" y="12491"/>
                  </a:lnTo>
                  <a:lnTo>
                    <a:pt x="4569" y="14756"/>
                  </a:lnTo>
                  <a:lnTo>
                    <a:pt x="1701" y="14756"/>
                  </a:lnTo>
                  <a:cubicBezTo>
                    <a:pt x="1387" y="14756"/>
                    <a:pt x="1133" y="14502"/>
                    <a:pt x="1133" y="14188"/>
                  </a:cubicBezTo>
                  <a:lnTo>
                    <a:pt x="1133" y="7395"/>
                  </a:lnTo>
                  <a:cubicBezTo>
                    <a:pt x="1133" y="7081"/>
                    <a:pt x="1387" y="6830"/>
                    <a:pt x="1701" y="6830"/>
                  </a:cubicBezTo>
                  <a:lnTo>
                    <a:pt x="4569" y="6830"/>
                  </a:lnTo>
                  <a:lnTo>
                    <a:pt x="4569" y="7395"/>
                  </a:lnTo>
                  <a:cubicBezTo>
                    <a:pt x="4569" y="7709"/>
                    <a:pt x="4820" y="7962"/>
                    <a:pt x="5134" y="7962"/>
                  </a:cubicBezTo>
                  <a:lnTo>
                    <a:pt x="14192" y="7962"/>
                  </a:lnTo>
                  <a:cubicBezTo>
                    <a:pt x="14506" y="7962"/>
                    <a:pt x="14760" y="7709"/>
                    <a:pt x="14760" y="7395"/>
                  </a:cubicBezTo>
                  <a:lnTo>
                    <a:pt x="14760" y="6830"/>
                  </a:lnTo>
                  <a:close/>
                  <a:moveTo>
                    <a:pt x="13628" y="12491"/>
                  </a:moveTo>
                  <a:lnTo>
                    <a:pt x="13628" y="18189"/>
                  </a:lnTo>
                  <a:lnTo>
                    <a:pt x="5702" y="18189"/>
                  </a:lnTo>
                  <a:lnTo>
                    <a:pt x="5702" y="12491"/>
                  </a:lnTo>
                  <a:close/>
                  <a:moveTo>
                    <a:pt x="5134" y="0"/>
                  </a:moveTo>
                  <a:cubicBezTo>
                    <a:pt x="4820" y="0"/>
                    <a:pt x="4569" y="254"/>
                    <a:pt x="4569" y="568"/>
                  </a:cubicBezTo>
                  <a:lnTo>
                    <a:pt x="4569" y="3394"/>
                  </a:lnTo>
                  <a:lnTo>
                    <a:pt x="3866" y="3394"/>
                  </a:lnTo>
                  <a:cubicBezTo>
                    <a:pt x="3002" y="3394"/>
                    <a:pt x="2305" y="4094"/>
                    <a:pt x="2305" y="4958"/>
                  </a:cubicBezTo>
                  <a:lnTo>
                    <a:pt x="2305" y="5698"/>
                  </a:lnTo>
                  <a:lnTo>
                    <a:pt x="1701" y="5698"/>
                  </a:lnTo>
                  <a:cubicBezTo>
                    <a:pt x="762" y="5698"/>
                    <a:pt x="1" y="6456"/>
                    <a:pt x="1" y="7395"/>
                  </a:cubicBezTo>
                  <a:lnTo>
                    <a:pt x="1" y="14188"/>
                  </a:lnTo>
                  <a:cubicBezTo>
                    <a:pt x="1" y="15127"/>
                    <a:pt x="762" y="15885"/>
                    <a:pt x="1701" y="15888"/>
                  </a:cubicBezTo>
                  <a:lnTo>
                    <a:pt x="4569" y="15888"/>
                  </a:lnTo>
                  <a:lnTo>
                    <a:pt x="4569" y="18757"/>
                  </a:lnTo>
                  <a:cubicBezTo>
                    <a:pt x="4569" y="19068"/>
                    <a:pt x="4820" y="19321"/>
                    <a:pt x="5134" y="19321"/>
                  </a:cubicBezTo>
                  <a:lnTo>
                    <a:pt x="14192" y="19321"/>
                  </a:lnTo>
                  <a:cubicBezTo>
                    <a:pt x="14506" y="19321"/>
                    <a:pt x="14760" y="19068"/>
                    <a:pt x="14760" y="18757"/>
                  </a:cubicBezTo>
                  <a:lnTo>
                    <a:pt x="14760" y="15888"/>
                  </a:lnTo>
                  <a:lnTo>
                    <a:pt x="17628" y="15888"/>
                  </a:lnTo>
                  <a:cubicBezTo>
                    <a:pt x="18565" y="15885"/>
                    <a:pt x="19325" y="15127"/>
                    <a:pt x="19325" y="14188"/>
                  </a:cubicBezTo>
                  <a:lnTo>
                    <a:pt x="19325" y="7395"/>
                  </a:lnTo>
                  <a:cubicBezTo>
                    <a:pt x="19325" y="6456"/>
                    <a:pt x="18565" y="5698"/>
                    <a:pt x="17628" y="5698"/>
                  </a:cubicBezTo>
                  <a:lnTo>
                    <a:pt x="17025" y="5698"/>
                  </a:lnTo>
                  <a:lnTo>
                    <a:pt x="17025" y="4958"/>
                  </a:lnTo>
                  <a:cubicBezTo>
                    <a:pt x="17022" y="4094"/>
                    <a:pt x="16324" y="3394"/>
                    <a:pt x="15461" y="3394"/>
                  </a:cubicBezTo>
                  <a:lnTo>
                    <a:pt x="14428" y="3394"/>
                  </a:lnTo>
                  <a:lnTo>
                    <a:pt x="11197" y="163"/>
                  </a:lnTo>
                  <a:cubicBezTo>
                    <a:pt x="11185" y="151"/>
                    <a:pt x="11173" y="142"/>
                    <a:pt x="11158" y="130"/>
                  </a:cubicBezTo>
                  <a:lnTo>
                    <a:pt x="11146" y="121"/>
                  </a:lnTo>
                  <a:lnTo>
                    <a:pt x="11119" y="100"/>
                  </a:lnTo>
                  <a:lnTo>
                    <a:pt x="11103" y="91"/>
                  </a:lnTo>
                  <a:cubicBezTo>
                    <a:pt x="11094" y="85"/>
                    <a:pt x="11085" y="79"/>
                    <a:pt x="11073" y="72"/>
                  </a:cubicBezTo>
                  <a:lnTo>
                    <a:pt x="11061" y="63"/>
                  </a:lnTo>
                  <a:cubicBezTo>
                    <a:pt x="11049" y="57"/>
                    <a:pt x="11034" y="51"/>
                    <a:pt x="11019" y="45"/>
                  </a:cubicBezTo>
                  <a:lnTo>
                    <a:pt x="11001" y="36"/>
                  </a:lnTo>
                  <a:cubicBezTo>
                    <a:pt x="10992" y="33"/>
                    <a:pt x="10983" y="30"/>
                    <a:pt x="10974" y="27"/>
                  </a:cubicBezTo>
                  <a:lnTo>
                    <a:pt x="10952" y="21"/>
                  </a:lnTo>
                  <a:cubicBezTo>
                    <a:pt x="10943" y="18"/>
                    <a:pt x="10931" y="15"/>
                    <a:pt x="10919" y="12"/>
                  </a:cubicBezTo>
                  <a:lnTo>
                    <a:pt x="10907" y="9"/>
                  </a:lnTo>
                  <a:cubicBezTo>
                    <a:pt x="10889" y="6"/>
                    <a:pt x="10874" y="3"/>
                    <a:pt x="108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880" name="Google Shape;13880;p81"/>
            <p:cNvSpPr/>
            <p:nvPr/>
          </p:nvSpPr>
          <p:spPr>
            <a:xfrm>
              <a:off x="5422900" y="465550"/>
              <a:ext cx="56550" cy="28325"/>
            </a:xfrm>
            <a:custGeom>
              <a:avLst/>
              <a:gdLst/>
              <a:ahLst/>
              <a:cxnLst/>
              <a:rect l="l" t="t" r="r" b="b"/>
              <a:pathLst>
                <a:path w="2262" h="1133" extrusionOk="0">
                  <a:moveTo>
                    <a:pt x="565" y="1"/>
                  </a:moveTo>
                  <a:cubicBezTo>
                    <a:pt x="251" y="1"/>
                    <a:pt x="0" y="251"/>
                    <a:pt x="0" y="565"/>
                  </a:cubicBezTo>
                  <a:cubicBezTo>
                    <a:pt x="0" y="879"/>
                    <a:pt x="251" y="1133"/>
                    <a:pt x="565" y="1133"/>
                  </a:cubicBezTo>
                  <a:lnTo>
                    <a:pt x="1697" y="1133"/>
                  </a:lnTo>
                  <a:cubicBezTo>
                    <a:pt x="2011" y="1133"/>
                    <a:pt x="2262" y="879"/>
                    <a:pt x="2262" y="565"/>
                  </a:cubicBezTo>
                  <a:cubicBezTo>
                    <a:pt x="2262" y="251"/>
                    <a:pt x="2011" y="1"/>
                    <a:pt x="16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881" name="Google Shape;13881;p81"/>
            <p:cNvSpPr/>
            <p:nvPr/>
          </p:nvSpPr>
          <p:spPr>
            <a:xfrm>
              <a:off x="5224725" y="578775"/>
              <a:ext cx="141500" cy="28350"/>
            </a:xfrm>
            <a:custGeom>
              <a:avLst/>
              <a:gdLst/>
              <a:ahLst/>
              <a:cxnLst/>
              <a:rect l="l" t="t" r="r" b="b"/>
              <a:pathLst>
                <a:path w="5660" h="1134" extrusionOk="0">
                  <a:moveTo>
                    <a:pt x="566" y="1"/>
                  </a:moveTo>
                  <a:cubicBezTo>
                    <a:pt x="252" y="1"/>
                    <a:pt x="1" y="251"/>
                    <a:pt x="1" y="565"/>
                  </a:cubicBezTo>
                  <a:cubicBezTo>
                    <a:pt x="1" y="879"/>
                    <a:pt x="252" y="1133"/>
                    <a:pt x="566" y="1133"/>
                  </a:cubicBezTo>
                  <a:lnTo>
                    <a:pt x="5095" y="1133"/>
                  </a:lnTo>
                  <a:cubicBezTo>
                    <a:pt x="5409" y="1133"/>
                    <a:pt x="5659" y="879"/>
                    <a:pt x="5659" y="565"/>
                  </a:cubicBezTo>
                  <a:cubicBezTo>
                    <a:pt x="5659" y="251"/>
                    <a:pt x="5409" y="1"/>
                    <a:pt x="50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882" name="Google Shape;13882;p81"/>
            <p:cNvSpPr/>
            <p:nvPr/>
          </p:nvSpPr>
          <p:spPr>
            <a:xfrm>
              <a:off x="5224725" y="635400"/>
              <a:ext cx="141500" cy="28325"/>
            </a:xfrm>
            <a:custGeom>
              <a:avLst/>
              <a:gdLst/>
              <a:ahLst/>
              <a:cxnLst/>
              <a:rect l="l" t="t" r="r" b="b"/>
              <a:pathLst>
                <a:path w="5660" h="1133" extrusionOk="0">
                  <a:moveTo>
                    <a:pt x="566" y="0"/>
                  </a:moveTo>
                  <a:cubicBezTo>
                    <a:pt x="252" y="0"/>
                    <a:pt x="1" y="251"/>
                    <a:pt x="1" y="565"/>
                  </a:cubicBezTo>
                  <a:cubicBezTo>
                    <a:pt x="1" y="879"/>
                    <a:pt x="252" y="1133"/>
                    <a:pt x="566" y="1133"/>
                  </a:cubicBezTo>
                  <a:lnTo>
                    <a:pt x="5095" y="1133"/>
                  </a:lnTo>
                  <a:cubicBezTo>
                    <a:pt x="5409" y="1133"/>
                    <a:pt x="5659" y="879"/>
                    <a:pt x="5659" y="565"/>
                  </a:cubicBezTo>
                  <a:cubicBezTo>
                    <a:pt x="5659" y="251"/>
                    <a:pt x="5409" y="0"/>
                    <a:pt x="50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883" name="Google Shape;13883;p81"/>
          <p:cNvGrpSpPr/>
          <p:nvPr/>
        </p:nvGrpSpPr>
        <p:grpSpPr>
          <a:xfrm>
            <a:off x="4174835" y="2287138"/>
            <a:ext cx="340168" cy="340168"/>
            <a:chOff x="5648375" y="238125"/>
            <a:chExt cx="483125" cy="483125"/>
          </a:xfrm>
        </p:grpSpPr>
        <p:sp>
          <p:nvSpPr>
            <p:cNvPr id="13884" name="Google Shape;13884;p81"/>
            <p:cNvSpPr/>
            <p:nvPr/>
          </p:nvSpPr>
          <p:spPr>
            <a:xfrm>
              <a:off x="5648375" y="238125"/>
              <a:ext cx="483125" cy="483125"/>
            </a:xfrm>
            <a:custGeom>
              <a:avLst/>
              <a:gdLst/>
              <a:ahLst/>
              <a:cxnLst/>
              <a:rect l="l" t="t" r="r" b="b"/>
              <a:pathLst>
                <a:path w="19325" h="19325" extrusionOk="0">
                  <a:moveTo>
                    <a:pt x="4001" y="1132"/>
                  </a:moveTo>
                  <a:cubicBezTo>
                    <a:pt x="4315" y="1132"/>
                    <a:pt x="4569" y="1386"/>
                    <a:pt x="4569" y="1700"/>
                  </a:cubicBezTo>
                  <a:lnTo>
                    <a:pt x="4569" y="3965"/>
                  </a:lnTo>
                  <a:cubicBezTo>
                    <a:pt x="4569" y="4276"/>
                    <a:pt x="4315" y="4529"/>
                    <a:pt x="4001" y="4529"/>
                  </a:cubicBezTo>
                  <a:cubicBezTo>
                    <a:pt x="3687" y="4529"/>
                    <a:pt x="3436" y="4276"/>
                    <a:pt x="3436" y="3965"/>
                  </a:cubicBezTo>
                  <a:lnTo>
                    <a:pt x="3436" y="1700"/>
                  </a:lnTo>
                  <a:cubicBezTo>
                    <a:pt x="3436" y="1386"/>
                    <a:pt x="3687" y="1132"/>
                    <a:pt x="4001" y="1132"/>
                  </a:cubicBezTo>
                  <a:close/>
                  <a:moveTo>
                    <a:pt x="9662" y="1132"/>
                  </a:moveTo>
                  <a:cubicBezTo>
                    <a:pt x="9976" y="1132"/>
                    <a:pt x="10230" y="1386"/>
                    <a:pt x="10230" y="1700"/>
                  </a:cubicBezTo>
                  <a:lnTo>
                    <a:pt x="10230" y="3965"/>
                  </a:lnTo>
                  <a:cubicBezTo>
                    <a:pt x="10230" y="4276"/>
                    <a:pt x="9976" y="4529"/>
                    <a:pt x="9662" y="4529"/>
                  </a:cubicBezTo>
                  <a:cubicBezTo>
                    <a:pt x="9348" y="4529"/>
                    <a:pt x="9098" y="4276"/>
                    <a:pt x="9098" y="3965"/>
                  </a:cubicBezTo>
                  <a:lnTo>
                    <a:pt x="9098" y="1700"/>
                  </a:lnTo>
                  <a:cubicBezTo>
                    <a:pt x="9098" y="1386"/>
                    <a:pt x="9348" y="1132"/>
                    <a:pt x="9662" y="1132"/>
                  </a:cubicBezTo>
                  <a:close/>
                  <a:moveTo>
                    <a:pt x="15324" y="1132"/>
                  </a:moveTo>
                  <a:cubicBezTo>
                    <a:pt x="15638" y="1132"/>
                    <a:pt x="15891" y="1386"/>
                    <a:pt x="15891" y="1700"/>
                  </a:cubicBezTo>
                  <a:lnTo>
                    <a:pt x="15891" y="3965"/>
                  </a:lnTo>
                  <a:cubicBezTo>
                    <a:pt x="15891" y="4276"/>
                    <a:pt x="15638" y="4529"/>
                    <a:pt x="15324" y="4529"/>
                  </a:cubicBezTo>
                  <a:cubicBezTo>
                    <a:pt x="15010" y="4529"/>
                    <a:pt x="14759" y="4276"/>
                    <a:pt x="14759" y="3965"/>
                  </a:cubicBezTo>
                  <a:lnTo>
                    <a:pt x="14759" y="1700"/>
                  </a:lnTo>
                  <a:cubicBezTo>
                    <a:pt x="14759" y="1386"/>
                    <a:pt x="15010" y="1132"/>
                    <a:pt x="15324" y="1132"/>
                  </a:cubicBezTo>
                  <a:close/>
                  <a:moveTo>
                    <a:pt x="17628" y="3397"/>
                  </a:moveTo>
                  <a:cubicBezTo>
                    <a:pt x="17939" y="3397"/>
                    <a:pt x="18192" y="3651"/>
                    <a:pt x="18192" y="3965"/>
                  </a:cubicBezTo>
                  <a:lnTo>
                    <a:pt x="18192" y="6833"/>
                  </a:lnTo>
                  <a:lnTo>
                    <a:pt x="1132" y="6833"/>
                  </a:lnTo>
                  <a:lnTo>
                    <a:pt x="1132" y="3965"/>
                  </a:lnTo>
                  <a:cubicBezTo>
                    <a:pt x="1132" y="3651"/>
                    <a:pt x="1386" y="3397"/>
                    <a:pt x="1700" y="3397"/>
                  </a:cubicBezTo>
                  <a:lnTo>
                    <a:pt x="2304" y="3397"/>
                  </a:lnTo>
                  <a:lnTo>
                    <a:pt x="2304" y="3965"/>
                  </a:lnTo>
                  <a:cubicBezTo>
                    <a:pt x="2304" y="4901"/>
                    <a:pt x="3062" y="5661"/>
                    <a:pt x="4001" y="5661"/>
                  </a:cubicBezTo>
                  <a:cubicBezTo>
                    <a:pt x="4940" y="5661"/>
                    <a:pt x="5701" y="4901"/>
                    <a:pt x="5701" y="3965"/>
                  </a:cubicBezTo>
                  <a:lnTo>
                    <a:pt x="5701" y="3397"/>
                  </a:lnTo>
                  <a:lnTo>
                    <a:pt x="7965" y="3397"/>
                  </a:lnTo>
                  <a:lnTo>
                    <a:pt x="7965" y="3965"/>
                  </a:lnTo>
                  <a:cubicBezTo>
                    <a:pt x="7965" y="4901"/>
                    <a:pt x="8723" y="5661"/>
                    <a:pt x="9662" y="5661"/>
                  </a:cubicBezTo>
                  <a:cubicBezTo>
                    <a:pt x="10601" y="5661"/>
                    <a:pt x="11362" y="4901"/>
                    <a:pt x="11362" y="3965"/>
                  </a:cubicBezTo>
                  <a:lnTo>
                    <a:pt x="11362" y="3397"/>
                  </a:lnTo>
                  <a:lnTo>
                    <a:pt x="13627" y="3397"/>
                  </a:lnTo>
                  <a:lnTo>
                    <a:pt x="13627" y="3965"/>
                  </a:lnTo>
                  <a:cubicBezTo>
                    <a:pt x="13627" y="4901"/>
                    <a:pt x="14385" y="5661"/>
                    <a:pt x="15324" y="5661"/>
                  </a:cubicBezTo>
                  <a:cubicBezTo>
                    <a:pt x="16263" y="5661"/>
                    <a:pt x="17024" y="4901"/>
                    <a:pt x="17024" y="3965"/>
                  </a:cubicBezTo>
                  <a:lnTo>
                    <a:pt x="17024" y="3397"/>
                  </a:lnTo>
                  <a:close/>
                  <a:moveTo>
                    <a:pt x="18192" y="7965"/>
                  </a:moveTo>
                  <a:lnTo>
                    <a:pt x="18192" y="17628"/>
                  </a:lnTo>
                  <a:cubicBezTo>
                    <a:pt x="18192" y="17939"/>
                    <a:pt x="17939" y="18192"/>
                    <a:pt x="17628" y="18192"/>
                  </a:cubicBezTo>
                  <a:lnTo>
                    <a:pt x="1700" y="18192"/>
                  </a:lnTo>
                  <a:cubicBezTo>
                    <a:pt x="1386" y="18192"/>
                    <a:pt x="1132" y="17939"/>
                    <a:pt x="1132" y="17628"/>
                  </a:cubicBezTo>
                  <a:lnTo>
                    <a:pt x="1132" y="7965"/>
                  </a:lnTo>
                  <a:close/>
                  <a:moveTo>
                    <a:pt x="4001" y="0"/>
                  </a:moveTo>
                  <a:cubicBezTo>
                    <a:pt x="3062" y="0"/>
                    <a:pt x="2304" y="761"/>
                    <a:pt x="2304" y="1700"/>
                  </a:cubicBezTo>
                  <a:lnTo>
                    <a:pt x="2304" y="2265"/>
                  </a:lnTo>
                  <a:lnTo>
                    <a:pt x="1700" y="2265"/>
                  </a:lnTo>
                  <a:cubicBezTo>
                    <a:pt x="761" y="2265"/>
                    <a:pt x="0" y="3025"/>
                    <a:pt x="0" y="3965"/>
                  </a:cubicBezTo>
                  <a:lnTo>
                    <a:pt x="0" y="17628"/>
                  </a:lnTo>
                  <a:cubicBezTo>
                    <a:pt x="0" y="18564"/>
                    <a:pt x="761" y="19324"/>
                    <a:pt x="1700" y="19324"/>
                  </a:cubicBezTo>
                  <a:lnTo>
                    <a:pt x="17628" y="19324"/>
                  </a:lnTo>
                  <a:cubicBezTo>
                    <a:pt x="18564" y="19324"/>
                    <a:pt x="19325" y="18564"/>
                    <a:pt x="19325" y="17628"/>
                  </a:cubicBezTo>
                  <a:lnTo>
                    <a:pt x="19325" y="3965"/>
                  </a:lnTo>
                  <a:cubicBezTo>
                    <a:pt x="19325" y="3025"/>
                    <a:pt x="18564" y="2265"/>
                    <a:pt x="17628" y="2265"/>
                  </a:cubicBezTo>
                  <a:lnTo>
                    <a:pt x="17024" y="2265"/>
                  </a:lnTo>
                  <a:lnTo>
                    <a:pt x="17024" y="1700"/>
                  </a:lnTo>
                  <a:cubicBezTo>
                    <a:pt x="17024" y="761"/>
                    <a:pt x="16263" y="0"/>
                    <a:pt x="15324" y="0"/>
                  </a:cubicBezTo>
                  <a:cubicBezTo>
                    <a:pt x="14385" y="0"/>
                    <a:pt x="13627" y="761"/>
                    <a:pt x="13627" y="1700"/>
                  </a:cubicBezTo>
                  <a:lnTo>
                    <a:pt x="13627" y="2265"/>
                  </a:lnTo>
                  <a:lnTo>
                    <a:pt x="11362" y="2265"/>
                  </a:lnTo>
                  <a:lnTo>
                    <a:pt x="11362" y="1700"/>
                  </a:lnTo>
                  <a:cubicBezTo>
                    <a:pt x="11362" y="761"/>
                    <a:pt x="10601" y="0"/>
                    <a:pt x="9662" y="0"/>
                  </a:cubicBezTo>
                  <a:cubicBezTo>
                    <a:pt x="8723" y="0"/>
                    <a:pt x="7965" y="761"/>
                    <a:pt x="7965" y="1700"/>
                  </a:cubicBezTo>
                  <a:lnTo>
                    <a:pt x="7965" y="2265"/>
                  </a:lnTo>
                  <a:lnTo>
                    <a:pt x="5701" y="2265"/>
                  </a:lnTo>
                  <a:lnTo>
                    <a:pt x="5701" y="1700"/>
                  </a:lnTo>
                  <a:cubicBezTo>
                    <a:pt x="5701" y="761"/>
                    <a:pt x="4940" y="0"/>
                    <a:pt x="40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885" name="Google Shape;13885;p81"/>
            <p:cNvSpPr/>
            <p:nvPr/>
          </p:nvSpPr>
          <p:spPr>
            <a:xfrm>
              <a:off x="5705950" y="465550"/>
              <a:ext cx="84875" cy="28325"/>
            </a:xfrm>
            <a:custGeom>
              <a:avLst/>
              <a:gdLst/>
              <a:ahLst/>
              <a:cxnLst/>
              <a:rect l="l" t="t" r="r" b="b"/>
              <a:pathLst>
                <a:path w="3395" h="1133" extrusionOk="0">
                  <a:moveTo>
                    <a:pt x="566" y="1"/>
                  </a:moveTo>
                  <a:cubicBezTo>
                    <a:pt x="252" y="1"/>
                    <a:pt x="1" y="251"/>
                    <a:pt x="1" y="565"/>
                  </a:cubicBezTo>
                  <a:cubicBezTo>
                    <a:pt x="1" y="879"/>
                    <a:pt x="252" y="1133"/>
                    <a:pt x="566" y="1133"/>
                  </a:cubicBezTo>
                  <a:lnTo>
                    <a:pt x="2830" y="1133"/>
                  </a:lnTo>
                  <a:cubicBezTo>
                    <a:pt x="3144" y="1133"/>
                    <a:pt x="3395" y="879"/>
                    <a:pt x="3395" y="565"/>
                  </a:cubicBezTo>
                  <a:cubicBezTo>
                    <a:pt x="3395" y="251"/>
                    <a:pt x="3144" y="1"/>
                    <a:pt x="28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886" name="Google Shape;13886;p81"/>
            <p:cNvSpPr/>
            <p:nvPr/>
          </p:nvSpPr>
          <p:spPr>
            <a:xfrm>
              <a:off x="5847500" y="465550"/>
              <a:ext cx="84875" cy="28325"/>
            </a:xfrm>
            <a:custGeom>
              <a:avLst/>
              <a:gdLst/>
              <a:ahLst/>
              <a:cxnLst/>
              <a:rect l="l" t="t" r="r" b="b"/>
              <a:pathLst>
                <a:path w="3395" h="1133" extrusionOk="0">
                  <a:moveTo>
                    <a:pt x="565" y="1"/>
                  </a:moveTo>
                  <a:cubicBezTo>
                    <a:pt x="251" y="1"/>
                    <a:pt x="0" y="251"/>
                    <a:pt x="0" y="565"/>
                  </a:cubicBezTo>
                  <a:cubicBezTo>
                    <a:pt x="0" y="879"/>
                    <a:pt x="251" y="1133"/>
                    <a:pt x="565" y="1133"/>
                  </a:cubicBezTo>
                  <a:lnTo>
                    <a:pt x="2830" y="1133"/>
                  </a:lnTo>
                  <a:cubicBezTo>
                    <a:pt x="3144" y="1133"/>
                    <a:pt x="3394" y="879"/>
                    <a:pt x="3394" y="565"/>
                  </a:cubicBezTo>
                  <a:cubicBezTo>
                    <a:pt x="3394" y="251"/>
                    <a:pt x="3144" y="1"/>
                    <a:pt x="28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887" name="Google Shape;13887;p81"/>
            <p:cNvSpPr/>
            <p:nvPr/>
          </p:nvSpPr>
          <p:spPr>
            <a:xfrm>
              <a:off x="5989025" y="465550"/>
              <a:ext cx="84875" cy="28325"/>
            </a:xfrm>
            <a:custGeom>
              <a:avLst/>
              <a:gdLst/>
              <a:ahLst/>
              <a:cxnLst/>
              <a:rect l="l" t="t" r="r" b="b"/>
              <a:pathLst>
                <a:path w="3395" h="1133" extrusionOk="0">
                  <a:moveTo>
                    <a:pt x="565" y="1"/>
                  </a:moveTo>
                  <a:cubicBezTo>
                    <a:pt x="251" y="1"/>
                    <a:pt x="1" y="251"/>
                    <a:pt x="1" y="565"/>
                  </a:cubicBezTo>
                  <a:cubicBezTo>
                    <a:pt x="1" y="879"/>
                    <a:pt x="251" y="1133"/>
                    <a:pt x="565" y="1133"/>
                  </a:cubicBezTo>
                  <a:lnTo>
                    <a:pt x="2830" y="1133"/>
                  </a:lnTo>
                  <a:cubicBezTo>
                    <a:pt x="3144" y="1133"/>
                    <a:pt x="3395" y="879"/>
                    <a:pt x="3395" y="565"/>
                  </a:cubicBezTo>
                  <a:cubicBezTo>
                    <a:pt x="3395" y="251"/>
                    <a:pt x="3144" y="1"/>
                    <a:pt x="28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888" name="Google Shape;13888;p81"/>
            <p:cNvSpPr/>
            <p:nvPr/>
          </p:nvSpPr>
          <p:spPr>
            <a:xfrm>
              <a:off x="5705950" y="550475"/>
              <a:ext cx="84875" cy="28325"/>
            </a:xfrm>
            <a:custGeom>
              <a:avLst/>
              <a:gdLst/>
              <a:ahLst/>
              <a:cxnLst/>
              <a:rect l="l" t="t" r="r" b="b"/>
              <a:pathLst>
                <a:path w="3395" h="1133" extrusionOk="0">
                  <a:moveTo>
                    <a:pt x="566" y="0"/>
                  </a:moveTo>
                  <a:cubicBezTo>
                    <a:pt x="252" y="0"/>
                    <a:pt x="1" y="251"/>
                    <a:pt x="1" y="565"/>
                  </a:cubicBezTo>
                  <a:cubicBezTo>
                    <a:pt x="1" y="879"/>
                    <a:pt x="252" y="1133"/>
                    <a:pt x="566" y="1133"/>
                  </a:cubicBezTo>
                  <a:lnTo>
                    <a:pt x="2830" y="1133"/>
                  </a:lnTo>
                  <a:cubicBezTo>
                    <a:pt x="3144" y="1133"/>
                    <a:pt x="3395" y="879"/>
                    <a:pt x="3395" y="565"/>
                  </a:cubicBezTo>
                  <a:cubicBezTo>
                    <a:pt x="3395" y="251"/>
                    <a:pt x="3144" y="0"/>
                    <a:pt x="28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889" name="Google Shape;13889;p81"/>
            <p:cNvSpPr/>
            <p:nvPr/>
          </p:nvSpPr>
          <p:spPr>
            <a:xfrm>
              <a:off x="5847500" y="550475"/>
              <a:ext cx="84875" cy="28325"/>
            </a:xfrm>
            <a:custGeom>
              <a:avLst/>
              <a:gdLst/>
              <a:ahLst/>
              <a:cxnLst/>
              <a:rect l="l" t="t" r="r" b="b"/>
              <a:pathLst>
                <a:path w="3395" h="1133" extrusionOk="0">
                  <a:moveTo>
                    <a:pt x="565" y="0"/>
                  </a:moveTo>
                  <a:cubicBezTo>
                    <a:pt x="251" y="0"/>
                    <a:pt x="0" y="251"/>
                    <a:pt x="0" y="565"/>
                  </a:cubicBezTo>
                  <a:cubicBezTo>
                    <a:pt x="0" y="879"/>
                    <a:pt x="251" y="1133"/>
                    <a:pt x="565" y="1133"/>
                  </a:cubicBezTo>
                  <a:lnTo>
                    <a:pt x="2830" y="1133"/>
                  </a:lnTo>
                  <a:cubicBezTo>
                    <a:pt x="3144" y="1133"/>
                    <a:pt x="3394" y="879"/>
                    <a:pt x="3394" y="565"/>
                  </a:cubicBezTo>
                  <a:cubicBezTo>
                    <a:pt x="3394" y="251"/>
                    <a:pt x="3144" y="0"/>
                    <a:pt x="28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890" name="Google Shape;13890;p81"/>
            <p:cNvSpPr/>
            <p:nvPr/>
          </p:nvSpPr>
          <p:spPr>
            <a:xfrm>
              <a:off x="5989025" y="550475"/>
              <a:ext cx="84875" cy="28325"/>
            </a:xfrm>
            <a:custGeom>
              <a:avLst/>
              <a:gdLst/>
              <a:ahLst/>
              <a:cxnLst/>
              <a:rect l="l" t="t" r="r" b="b"/>
              <a:pathLst>
                <a:path w="3395" h="1133" extrusionOk="0">
                  <a:moveTo>
                    <a:pt x="565" y="0"/>
                  </a:moveTo>
                  <a:cubicBezTo>
                    <a:pt x="251" y="0"/>
                    <a:pt x="1" y="251"/>
                    <a:pt x="1" y="565"/>
                  </a:cubicBezTo>
                  <a:cubicBezTo>
                    <a:pt x="1" y="879"/>
                    <a:pt x="251" y="1133"/>
                    <a:pt x="565" y="1133"/>
                  </a:cubicBezTo>
                  <a:lnTo>
                    <a:pt x="2830" y="1133"/>
                  </a:lnTo>
                  <a:cubicBezTo>
                    <a:pt x="3144" y="1133"/>
                    <a:pt x="3395" y="879"/>
                    <a:pt x="3395" y="565"/>
                  </a:cubicBezTo>
                  <a:cubicBezTo>
                    <a:pt x="3395" y="251"/>
                    <a:pt x="3144" y="0"/>
                    <a:pt x="28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891" name="Google Shape;13891;p81"/>
            <p:cNvSpPr/>
            <p:nvPr/>
          </p:nvSpPr>
          <p:spPr>
            <a:xfrm>
              <a:off x="5705950" y="636300"/>
              <a:ext cx="84875" cy="28325"/>
            </a:xfrm>
            <a:custGeom>
              <a:avLst/>
              <a:gdLst/>
              <a:ahLst/>
              <a:cxnLst/>
              <a:rect l="l" t="t" r="r" b="b"/>
              <a:pathLst>
                <a:path w="3395" h="1133" extrusionOk="0">
                  <a:moveTo>
                    <a:pt x="566" y="1"/>
                  </a:moveTo>
                  <a:cubicBezTo>
                    <a:pt x="252" y="1"/>
                    <a:pt x="1" y="254"/>
                    <a:pt x="1" y="568"/>
                  </a:cubicBezTo>
                  <a:cubicBezTo>
                    <a:pt x="1" y="879"/>
                    <a:pt x="252" y="1133"/>
                    <a:pt x="566" y="1133"/>
                  </a:cubicBezTo>
                  <a:lnTo>
                    <a:pt x="2830" y="1133"/>
                  </a:lnTo>
                  <a:cubicBezTo>
                    <a:pt x="3144" y="1133"/>
                    <a:pt x="3395" y="879"/>
                    <a:pt x="3395" y="568"/>
                  </a:cubicBezTo>
                  <a:cubicBezTo>
                    <a:pt x="3395" y="254"/>
                    <a:pt x="3144" y="1"/>
                    <a:pt x="28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892" name="Google Shape;13892;p81"/>
            <p:cNvSpPr/>
            <p:nvPr/>
          </p:nvSpPr>
          <p:spPr>
            <a:xfrm>
              <a:off x="5847500" y="636300"/>
              <a:ext cx="84875" cy="28325"/>
            </a:xfrm>
            <a:custGeom>
              <a:avLst/>
              <a:gdLst/>
              <a:ahLst/>
              <a:cxnLst/>
              <a:rect l="l" t="t" r="r" b="b"/>
              <a:pathLst>
                <a:path w="3395" h="1133" extrusionOk="0">
                  <a:moveTo>
                    <a:pt x="565" y="1"/>
                  </a:moveTo>
                  <a:cubicBezTo>
                    <a:pt x="251" y="1"/>
                    <a:pt x="0" y="254"/>
                    <a:pt x="0" y="568"/>
                  </a:cubicBezTo>
                  <a:cubicBezTo>
                    <a:pt x="0" y="879"/>
                    <a:pt x="251" y="1133"/>
                    <a:pt x="565" y="1133"/>
                  </a:cubicBezTo>
                  <a:lnTo>
                    <a:pt x="2830" y="1133"/>
                  </a:lnTo>
                  <a:cubicBezTo>
                    <a:pt x="3144" y="1133"/>
                    <a:pt x="3394" y="879"/>
                    <a:pt x="3394" y="568"/>
                  </a:cubicBezTo>
                  <a:cubicBezTo>
                    <a:pt x="3394" y="254"/>
                    <a:pt x="3144" y="1"/>
                    <a:pt x="28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893" name="Google Shape;13893;p81"/>
            <p:cNvSpPr/>
            <p:nvPr/>
          </p:nvSpPr>
          <p:spPr>
            <a:xfrm>
              <a:off x="5989025" y="636300"/>
              <a:ext cx="84875" cy="28325"/>
            </a:xfrm>
            <a:custGeom>
              <a:avLst/>
              <a:gdLst/>
              <a:ahLst/>
              <a:cxnLst/>
              <a:rect l="l" t="t" r="r" b="b"/>
              <a:pathLst>
                <a:path w="3395" h="1133" extrusionOk="0">
                  <a:moveTo>
                    <a:pt x="565" y="1"/>
                  </a:moveTo>
                  <a:cubicBezTo>
                    <a:pt x="251" y="1"/>
                    <a:pt x="1" y="254"/>
                    <a:pt x="1" y="568"/>
                  </a:cubicBezTo>
                  <a:cubicBezTo>
                    <a:pt x="1" y="879"/>
                    <a:pt x="251" y="1133"/>
                    <a:pt x="565" y="1133"/>
                  </a:cubicBezTo>
                  <a:lnTo>
                    <a:pt x="2830" y="1133"/>
                  </a:lnTo>
                  <a:cubicBezTo>
                    <a:pt x="3144" y="1133"/>
                    <a:pt x="3395" y="879"/>
                    <a:pt x="3395" y="568"/>
                  </a:cubicBezTo>
                  <a:cubicBezTo>
                    <a:pt x="3395" y="254"/>
                    <a:pt x="3144" y="1"/>
                    <a:pt x="28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894" name="Google Shape;13894;p81"/>
          <p:cNvGrpSpPr/>
          <p:nvPr/>
        </p:nvGrpSpPr>
        <p:grpSpPr>
          <a:xfrm>
            <a:off x="4591521" y="2287138"/>
            <a:ext cx="340168" cy="340168"/>
            <a:chOff x="6242825" y="238125"/>
            <a:chExt cx="483125" cy="483125"/>
          </a:xfrm>
        </p:grpSpPr>
        <p:sp>
          <p:nvSpPr>
            <p:cNvPr id="13895" name="Google Shape;13895;p81"/>
            <p:cNvSpPr/>
            <p:nvPr/>
          </p:nvSpPr>
          <p:spPr>
            <a:xfrm>
              <a:off x="6242825" y="238125"/>
              <a:ext cx="483125" cy="483125"/>
            </a:xfrm>
            <a:custGeom>
              <a:avLst/>
              <a:gdLst/>
              <a:ahLst/>
              <a:cxnLst/>
              <a:rect l="l" t="t" r="r" b="b"/>
              <a:pathLst>
                <a:path w="19325" h="19325" extrusionOk="0">
                  <a:moveTo>
                    <a:pt x="18192" y="1132"/>
                  </a:moveTo>
                  <a:lnTo>
                    <a:pt x="18192" y="2400"/>
                  </a:lnTo>
                  <a:cubicBezTo>
                    <a:pt x="17513" y="2639"/>
                    <a:pt x="17060" y="3282"/>
                    <a:pt x="17060" y="4001"/>
                  </a:cubicBezTo>
                  <a:cubicBezTo>
                    <a:pt x="17060" y="4719"/>
                    <a:pt x="17513" y="5363"/>
                    <a:pt x="18192" y="5601"/>
                  </a:cubicBezTo>
                  <a:lnTo>
                    <a:pt x="18192" y="8062"/>
                  </a:lnTo>
                  <a:cubicBezTo>
                    <a:pt x="17513" y="8300"/>
                    <a:pt x="17060" y="8944"/>
                    <a:pt x="17060" y="9662"/>
                  </a:cubicBezTo>
                  <a:cubicBezTo>
                    <a:pt x="17060" y="10381"/>
                    <a:pt x="17513" y="11024"/>
                    <a:pt x="18192" y="11263"/>
                  </a:cubicBezTo>
                  <a:lnTo>
                    <a:pt x="18192" y="13723"/>
                  </a:lnTo>
                  <a:cubicBezTo>
                    <a:pt x="17513" y="13962"/>
                    <a:pt x="17060" y="14605"/>
                    <a:pt x="17060" y="15324"/>
                  </a:cubicBezTo>
                  <a:cubicBezTo>
                    <a:pt x="17060" y="16042"/>
                    <a:pt x="17513" y="16685"/>
                    <a:pt x="18192" y="16924"/>
                  </a:cubicBezTo>
                  <a:lnTo>
                    <a:pt x="18192" y="18192"/>
                  </a:lnTo>
                  <a:lnTo>
                    <a:pt x="16924" y="18192"/>
                  </a:lnTo>
                  <a:cubicBezTo>
                    <a:pt x="16686" y="17513"/>
                    <a:pt x="16043" y="17060"/>
                    <a:pt x="15324" y="17060"/>
                  </a:cubicBezTo>
                  <a:cubicBezTo>
                    <a:pt x="14605" y="17060"/>
                    <a:pt x="13962" y="17513"/>
                    <a:pt x="13724" y="18192"/>
                  </a:cubicBezTo>
                  <a:lnTo>
                    <a:pt x="11263" y="18192"/>
                  </a:lnTo>
                  <a:cubicBezTo>
                    <a:pt x="11024" y="17513"/>
                    <a:pt x="10381" y="17060"/>
                    <a:pt x="9662" y="17060"/>
                  </a:cubicBezTo>
                  <a:cubicBezTo>
                    <a:pt x="8944" y="17060"/>
                    <a:pt x="8301" y="17513"/>
                    <a:pt x="8062" y="18192"/>
                  </a:cubicBezTo>
                  <a:lnTo>
                    <a:pt x="5601" y="18192"/>
                  </a:lnTo>
                  <a:cubicBezTo>
                    <a:pt x="5363" y="17513"/>
                    <a:pt x="4720" y="17060"/>
                    <a:pt x="4001" y="17060"/>
                  </a:cubicBezTo>
                  <a:cubicBezTo>
                    <a:pt x="3282" y="17060"/>
                    <a:pt x="2639" y="17513"/>
                    <a:pt x="2401" y="18192"/>
                  </a:cubicBezTo>
                  <a:lnTo>
                    <a:pt x="1133" y="18192"/>
                  </a:lnTo>
                  <a:lnTo>
                    <a:pt x="1133" y="16924"/>
                  </a:lnTo>
                  <a:cubicBezTo>
                    <a:pt x="1812" y="16685"/>
                    <a:pt x="2265" y="16042"/>
                    <a:pt x="2265" y="15324"/>
                  </a:cubicBezTo>
                  <a:cubicBezTo>
                    <a:pt x="2265" y="14605"/>
                    <a:pt x="1812" y="13962"/>
                    <a:pt x="1133" y="13723"/>
                  </a:cubicBezTo>
                  <a:lnTo>
                    <a:pt x="1133" y="11263"/>
                  </a:lnTo>
                  <a:cubicBezTo>
                    <a:pt x="1812" y="11024"/>
                    <a:pt x="2265" y="10381"/>
                    <a:pt x="2265" y="9662"/>
                  </a:cubicBezTo>
                  <a:cubicBezTo>
                    <a:pt x="2265" y="8944"/>
                    <a:pt x="1812" y="8300"/>
                    <a:pt x="1133" y="8062"/>
                  </a:cubicBezTo>
                  <a:lnTo>
                    <a:pt x="1133" y="5601"/>
                  </a:lnTo>
                  <a:cubicBezTo>
                    <a:pt x="1812" y="5363"/>
                    <a:pt x="2265" y="4719"/>
                    <a:pt x="2265" y="4001"/>
                  </a:cubicBezTo>
                  <a:cubicBezTo>
                    <a:pt x="2265" y="3282"/>
                    <a:pt x="1812" y="2639"/>
                    <a:pt x="1133" y="2400"/>
                  </a:cubicBezTo>
                  <a:lnTo>
                    <a:pt x="1133" y="1132"/>
                  </a:lnTo>
                  <a:lnTo>
                    <a:pt x="2401" y="1132"/>
                  </a:lnTo>
                  <a:cubicBezTo>
                    <a:pt x="2639" y="1812"/>
                    <a:pt x="3282" y="2265"/>
                    <a:pt x="4001" y="2265"/>
                  </a:cubicBezTo>
                  <a:cubicBezTo>
                    <a:pt x="4720" y="2265"/>
                    <a:pt x="5363" y="1812"/>
                    <a:pt x="5601" y="1132"/>
                  </a:cubicBezTo>
                  <a:lnTo>
                    <a:pt x="8062" y="1132"/>
                  </a:lnTo>
                  <a:cubicBezTo>
                    <a:pt x="8301" y="1812"/>
                    <a:pt x="8944" y="2265"/>
                    <a:pt x="9662" y="2265"/>
                  </a:cubicBezTo>
                  <a:cubicBezTo>
                    <a:pt x="10381" y="2265"/>
                    <a:pt x="11024" y="1812"/>
                    <a:pt x="11263" y="1132"/>
                  </a:cubicBezTo>
                  <a:lnTo>
                    <a:pt x="13724" y="1132"/>
                  </a:lnTo>
                  <a:cubicBezTo>
                    <a:pt x="13962" y="1812"/>
                    <a:pt x="14605" y="2265"/>
                    <a:pt x="15324" y="2265"/>
                  </a:cubicBezTo>
                  <a:cubicBezTo>
                    <a:pt x="16043" y="2265"/>
                    <a:pt x="16686" y="1812"/>
                    <a:pt x="16924" y="1132"/>
                  </a:cubicBezTo>
                  <a:close/>
                  <a:moveTo>
                    <a:pt x="568" y="0"/>
                  </a:moveTo>
                  <a:cubicBezTo>
                    <a:pt x="254" y="0"/>
                    <a:pt x="0" y="254"/>
                    <a:pt x="0" y="568"/>
                  </a:cubicBezTo>
                  <a:lnTo>
                    <a:pt x="0" y="2868"/>
                  </a:lnTo>
                  <a:cubicBezTo>
                    <a:pt x="0" y="3183"/>
                    <a:pt x="254" y="3436"/>
                    <a:pt x="568" y="3436"/>
                  </a:cubicBezTo>
                  <a:cubicBezTo>
                    <a:pt x="879" y="3436"/>
                    <a:pt x="1133" y="3687"/>
                    <a:pt x="1133" y="4001"/>
                  </a:cubicBezTo>
                  <a:cubicBezTo>
                    <a:pt x="1133" y="4315"/>
                    <a:pt x="879" y="4568"/>
                    <a:pt x="568" y="4568"/>
                  </a:cubicBezTo>
                  <a:cubicBezTo>
                    <a:pt x="254" y="4568"/>
                    <a:pt x="0" y="4819"/>
                    <a:pt x="0" y="5133"/>
                  </a:cubicBezTo>
                  <a:lnTo>
                    <a:pt x="0" y="8530"/>
                  </a:lnTo>
                  <a:cubicBezTo>
                    <a:pt x="0" y="8844"/>
                    <a:pt x="254" y="9098"/>
                    <a:pt x="568" y="9098"/>
                  </a:cubicBezTo>
                  <a:cubicBezTo>
                    <a:pt x="879" y="9098"/>
                    <a:pt x="1133" y="9348"/>
                    <a:pt x="1133" y="9662"/>
                  </a:cubicBezTo>
                  <a:cubicBezTo>
                    <a:pt x="1133" y="9976"/>
                    <a:pt x="879" y="10230"/>
                    <a:pt x="568" y="10230"/>
                  </a:cubicBezTo>
                  <a:cubicBezTo>
                    <a:pt x="254" y="10230"/>
                    <a:pt x="0" y="10481"/>
                    <a:pt x="0" y="10795"/>
                  </a:cubicBezTo>
                  <a:lnTo>
                    <a:pt x="0" y="14191"/>
                  </a:lnTo>
                  <a:cubicBezTo>
                    <a:pt x="0" y="14505"/>
                    <a:pt x="254" y="14759"/>
                    <a:pt x="568" y="14759"/>
                  </a:cubicBezTo>
                  <a:cubicBezTo>
                    <a:pt x="879" y="14759"/>
                    <a:pt x="1133" y="15010"/>
                    <a:pt x="1133" y="15324"/>
                  </a:cubicBezTo>
                  <a:cubicBezTo>
                    <a:pt x="1133" y="15638"/>
                    <a:pt x="879" y="15891"/>
                    <a:pt x="568" y="15891"/>
                  </a:cubicBezTo>
                  <a:cubicBezTo>
                    <a:pt x="254" y="15891"/>
                    <a:pt x="0" y="16142"/>
                    <a:pt x="0" y="16456"/>
                  </a:cubicBezTo>
                  <a:lnTo>
                    <a:pt x="0" y="18760"/>
                  </a:lnTo>
                  <a:cubicBezTo>
                    <a:pt x="0" y="19071"/>
                    <a:pt x="254" y="19324"/>
                    <a:pt x="568" y="19324"/>
                  </a:cubicBezTo>
                  <a:lnTo>
                    <a:pt x="2869" y="19324"/>
                  </a:lnTo>
                  <a:cubicBezTo>
                    <a:pt x="3183" y="19324"/>
                    <a:pt x="3436" y="19071"/>
                    <a:pt x="3436" y="18760"/>
                  </a:cubicBezTo>
                  <a:cubicBezTo>
                    <a:pt x="3436" y="18446"/>
                    <a:pt x="3687" y="18192"/>
                    <a:pt x="4001" y="18192"/>
                  </a:cubicBezTo>
                  <a:cubicBezTo>
                    <a:pt x="4315" y="18192"/>
                    <a:pt x="4569" y="18446"/>
                    <a:pt x="4569" y="18760"/>
                  </a:cubicBezTo>
                  <a:cubicBezTo>
                    <a:pt x="4569" y="19071"/>
                    <a:pt x="4819" y="19324"/>
                    <a:pt x="5133" y="19324"/>
                  </a:cubicBezTo>
                  <a:lnTo>
                    <a:pt x="8530" y="19324"/>
                  </a:lnTo>
                  <a:cubicBezTo>
                    <a:pt x="8844" y="19324"/>
                    <a:pt x="9098" y="19071"/>
                    <a:pt x="9098" y="18760"/>
                  </a:cubicBezTo>
                  <a:cubicBezTo>
                    <a:pt x="9098" y="18446"/>
                    <a:pt x="9348" y="18192"/>
                    <a:pt x="9662" y="18192"/>
                  </a:cubicBezTo>
                  <a:cubicBezTo>
                    <a:pt x="9976" y="18192"/>
                    <a:pt x="10230" y="18446"/>
                    <a:pt x="10230" y="18760"/>
                  </a:cubicBezTo>
                  <a:cubicBezTo>
                    <a:pt x="10230" y="19071"/>
                    <a:pt x="10481" y="19324"/>
                    <a:pt x="10795" y="19324"/>
                  </a:cubicBezTo>
                  <a:lnTo>
                    <a:pt x="14192" y="19324"/>
                  </a:lnTo>
                  <a:cubicBezTo>
                    <a:pt x="14506" y="19324"/>
                    <a:pt x="14759" y="19071"/>
                    <a:pt x="14759" y="18760"/>
                  </a:cubicBezTo>
                  <a:cubicBezTo>
                    <a:pt x="14759" y="18446"/>
                    <a:pt x="15010" y="18192"/>
                    <a:pt x="15324" y="18192"/>
                  </a:cubicBezTo>
                  <a:cubicBezTo>
                    <a:pt x="15638" y="18192"/>
                    <a:pt x="15892" y="18446"/>
                    <a:pt x="15892" y="18760"/>
                  </a:cubicBezTo>
                  <a:cubicBezTo>
                    <a:pt x="15892" y="19071"/>
                    <a:pt x="16142" y="19324"/>
                    <a:pt x="16456" y="19324"/>
                  </a:cubicBezTo>
                  <a:lnTo>
                    <a:pt x="18760" y="19324"/>
                  </a:lnTo>
                  <a:cubicBezTo>
                    <a:pt x="19071" y="19324"/>
                    <a:pt x="19325" y="19071"/>
                    <a:pt x="19325" y="18760"/>
                  </a:cubicBezTo>
                  <a:lnTo>
                    <a:pt x="19325" y="16456"/>
                  </a:lnTo>
                  <a:cubicBezTo>
                    <a:pt x="19325" y="16142"/>
                    <a:pt x="19071" y="15891"/>
                    <a:pt x="18760" y="15891"/>
                  </a:cubicBezTo>
                  <a:cubicBezTo>
                    <a:pt x="18446" y="15891"/>
                    <a:pt x="18192" y="15638"/>
                    <a:pt x="18192" y="15324"/>
                  </a:cubicBezTo>
                  <a:cubicBezTo>
                    <a:pt x="18192" y="15010"/>
                    <a:pt x="18446" y="14759"/>
                    <a:pt x="18760" y="14759"/>
                  </a:cubicBezTo>
                  <a:cubicBezTo>
                    <a:pt x="19071" y="14759"/>
                    <a:pt x="19325" y="14505"/>
                    <a:pt x="19325" y="14191"/>
                  </a:cubicBezTo>
                  <a:lnTo>
                    <a:pt x="19325" y="10795"/>
                  </a:lnTo>
                  <a:cubicBezTo>
                    <a:pt x="19325" y="10481"/>
                    <a:pt x="19071" y="10230"/>
                    <a:pt x="18760" y="10230"/>
                  </a:cubicBezTo>
                  <a:cubicBezTo>
                    <a:pt x="18446" y="10230"/>
                    <a:pt x="18192" y="9976"/>
                    <a:pt x="18192" y="9662"/>
                  </a:cubicBezTo>
                  <a:cubicBezTo>
                    <a:pt x="18192" y="9348"/>
                    <a:pt x="18446" y="9098"/>
                    <a:pt x="18760" y="9098"/>
                  </a:cubicBezTo>
                  <a:cubicBezTo>
                    <a:pt x="19071" y="9098"/>
                    <a:pt x="19325" y="8844"/>
                    <a:pt x="19325" y="8530"/>
                  </a:cubicBezTo>
                  <a:lnTo>
                    <a:pt x="19325" y="5133"/>
                  </a:lnTo>
                  <a:cubicBezTo>
                    <a:pt x="19325" y="4819"/>
                    <a:pt x="19071" y="4568"/>
                    <a:pt x="18760" y="4568"/>
                  </a:cubicBezTo>
                  <a:cubicBezTo>
                    <a:pt x="18446" y="4568"/>
                    <a:pt x="18192" y="4315"/>
                    <a:pt x="18192" y="4001"/>
                  </a:cubicBezTo>
                  <a:cubicBezTo>
                    <a:pt x="18192" y="3687"/>
                    <a:pt x="18446" y="3436"/>
                    <a:pt x="18760" y="3436"/>
                  </a:cubicBezTo>
                  <a:cubicBezTo>
                    <a:pt x="19071" y="3436"/>
                    <a:pt x="19325" y="3183"/>
                    <a:pt x="19325" y="2868"/>
                  </a:cubicBezTo>
                  <a:lnTo>
                    <a:pt x="19325" y="568"/>
                  </a:lnTo>
                  <a:cubicBezTo>
                    <a:pt x="19325" y="254"/>
                    <a:pt x="19071" y="0"/>
                    <a:pt x="18760" y="0"/>
                  </a:cubicBezTo>
                  <a:lnTo>
                    <a:pt x="16456" y="0"/>
                  </a:lnTo>
                  <a:cubicBezTo>
                    <a:pt x="16142" y="0"/>
                    <a:pt x="15892" y="254"/>
                    <a:pt x="15892" y="568"/>
                  </a:cubicBezTo>
                  <a:cubicBezTo>
                    <a:pt x="15892" y="879"/>
                    <a:pt x="15638" y="1132"/>
                    <a:pt x="15324" y="1132"/>
                  </a:cubicBezTo>
                  <a:cubicBezTo>
                    <a:pt x="15010" y="1132"/>
                    <a:pt x="14759" y="879"/>
                    <a:pt x="14759" y="568"/>
                  </a:cubicBezTo>
                  <a:cubicBezTo>
                    <a:pt x="14759" y="254"/>
                    <a:pt x="14506" y="0"/>
                    <a:pt x="14192" y="0"/>
                  </a:cubicBezTo>
                  <a:lnTo>
                    <a:pt x="10795" y="0"/>
                  </a:lnTo>
                  <a:cubicBezTo>
                    <a:pt x="10481" y="0"/>
                    <a:pt x="10230" y="254"/>
                    <a:pt x="10230" y="568"/>
                  </a:cubicBezTo>
                  <a:cubicBezTo>
                    <a:pt x="10230" y="879"/>
                    <a:pt x="9976" y="1132"/>
                    <a:pt x="9662" y="1132"/>
                  </a:cubicBezTo>
                  <a:cubicBezTo>
                    <a:pt x="9348" y="1132"/>
                    <a:pt x="9098" y="879"/>
                    <a:pt x="9098" y="568"/>
                  </a:cubicBezTo>
                  <a:cubicBezTo>
                    <a:pt x="9098" y="254"/>
                    <a:pt x="8844" y="0"/>
                    <a:pt x="8530" y="0"/>
                  </a:cubicBezTo>
                  <a:lnTo>
                    <a:pt x="5133" y="0"/>
                  </a:lnTo>
                  <a:cubicBezTo>
                    <a:pt x="4819" y="0"/>
                    <a:pt x="4569" y="254"/>
                    <a:pt x="4569" y="568"/>
                  </a:cubicBezTo>
                  <a:cubicBezTo>
                    <a:pt x="4569" y="879"/>
                    <a:pt x="4315" y="1132"/>
                    <a:pt x="4001" y="1132"/>
                  </a:cubicBezTo>
                  <a:cubicBezTo>
                    <a:pt x="3687" y="1132"/>
                    <a:pt x="3436" y="879"/>
                    <a:pt x="3436" y="568"/>
                  </a:cubicBezTo>
                  <a:cubicBezTo>
                    <a:pt x="3436" y="254"/>
                    <a:pt x="3183" y="0"/>
                    <a:pt x="28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896" name="Google Shape;13896;p81"/>
            <p:cNvSpPr/>
            <p:nvPr/>
          </p:nvSpPr>
          <p:spPr>
            <a:xfrm>
              <a:off x="6328725" y="324025"/>
              <a:ext cx="311400" cy="311400"/>
            </a:xfrm>
            <a:custGeom>
              <a:avLst/>
              <a:gdLst/>
              <a:ahLst/>
              <a:cxnLst/>
              <a:rect l="l" t="t" r="r" b="b"/>
              <a:pathLst>
                <a:path w="12456" h="12456" extrusionOk="0">
                  <a:moveTo>
                    <a:pt x="11323" y="1132"/>
                  </a:moveTo>
                  <a:lnTo>
                    <a:pt x="11323" y="5991"/>
                  </a:lnTo>
                  <a:lnTo>
                    <a:pt x="10025" y="4692"/>
                  </a:lnTo>
                  <a:cubicBezTo>
                    <a:pt x="9913" y="4582"/>
                    <a:pt x="9768" y="4527"/>
                    <a:pt x="9623" y="4527"/>
                  </a:cubicBezTo>
                  <a:cubicBezTo>
                    <a:pt x="9478" y="4527"/>
                    <a:pt x="9333" y="4582"/>
                    <a:pt x="9222" y="4692"/>
                  </a:cubicBezTo>
                  <a:lnTo>
                    <a:pt x="6498" y="7419"/>
                  </a:lnTo>
                  <a:lnTo>
                    <a:pt x="4303" y="5773"/>
                  </a:lnTo>
                  <a:cubicBezTo>
                    <a:pt x="4201" y="5698"/>
                    <a:pt x="4081" y="5661"/>
                    <a:pt x="3962" y="5661"/>
                  </a:cubicBezTo>
                  <a:cubicBezTo>
                    <a:pt x="3824" y="5661"/>
                    <a:pt x="3687" y="5711"/>
                    <a:pt x="3578" y="5810"/>
                  </a:cubicBezTo>
                  <a:lnTo>
                    <a:pt x="1133" y="8053"/>
                  </a:lnTo>
                  <a:lnTo>
                    <a:pt x="1133" y="1132"/>
                  </a:lnTo>
                  <a:close/>
                  <a:moveTo>
                    <a:pt x="4001" y="6960"/>
                  </a:moveTo>
                  <a:lnTo>
                    <a:pt x="5689" y="8228"/>
                  </a:lnTo>
                  <a:lnTo>
                    <a:pt x="2594" y="11323"/>
                  </a:lnTo>
                  <a:lnTo>
                    <a:pt x="1133" y="11323"/>
                  </a:lnTo>
                  <a:lnTo>
                    <a:pt x="1133" y="9590"/>
                  </a:lnTo>
                  <a:lnTo>
                    <a:pt x="4001" y="6960"/>
                  </a:lnTo>
                  <a:close/>
                  <a:moveTo>
                    <a:pt x="9623" y="5894"/>
                  </a:moveTo>
                  <a:lnTo>
                    <a:pt x="11323" y="7594"/>
                  </a:lnTo>
                  <a:lnTo>
                    <a:pt x="11323" y="11323"/>
                  </a:lnTo>
                  <a:lnTo>
                    <a:pt x="4197" y="11323"/>
                  </a:lnTo>
                  <a:lnTo>
                    <a:pt x="9623" y="5894"/>
                  </a:lnTo>
                  <a:close/>
                  <a:moveTo>
                    <a:pt x="565" y="0"/>
                  </a:moveTo>
                  <a:cubicBezTo>
                    <a:pt x="251" y="0"/>
                    <a:pt x="0" y="251"/>
                    <a:pt x="0" y="565"/>
                  </a:cubicBezTo>
                  <a:lnTo>
                    <a:pt x="0" y="11888"/>
                  </a:lnTo>
                  <a:cubicBezTo>
                    <a:pt x="0" y="12202"/>
                    <a:pt x="251" y="12455"/>
                    <a:pt x="565" y="12455"/>
                  </a:cubicBezTo>
                  <a:lnTo>
                    <a:pt x="11888" y="12455"/>
                  </a:lnTo>
                  <a:cubicBezTo>
                    <a:pt x="12202" y="12455"/>
                    <a:pt x="12456" y="12202"/>
                    <a:pt x="12456" y="11888"/>
                  </a:cubicBezTo>
                  <a:lnTo>
                    <a:pt x="12456" y="565"/>
                  </a:lnTo>
                  <a:cubicBezTo>
                    <a:pt x="12456" y="251"/>
                    <a:pt x="12202" y="0"/>
                    <a:pt x="118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897" name="Google Shape;13897;p81"/>
            <p:cNvSpPr/>
            <p:nvPr/>
          </p:nvSpPr>
          <p:spPr>
            <a:xfrm>
              <a:off x="6441950" y="380575"/>
              <a:ext cx="88275" cy="85000"/>
            </a:xfrm>
            <a:custGeom>
              <a:avLst/>
              <a:gdLst/>
              <a:ahLst/>
              <a:cxnLst/>
              <a:rect l="l" t="t" r="r" b="b"/>
              <a:pathLst>
                <a:path w="3531" h="3400" extrusionOk="0">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898" name="Google Shape;13898;p81"/>
          <p:cNvGrpSpPr/>
          <p:nvPr/>
        </p:nvGrpSpPr>
        <p:grpSpPr>
          <a:xfrm>
            <a:off x="828643" y="2727362"/>
            <a:ext cx="343566" cy="298943"/>
            <a:chOff x="889275" y="861850"/>
            <a:chExt cx="487950" cy="424575"/>
          </a:xfrm>
        </p:grpSpPr>
        <p:sp>
          <p:nvSpPr>
            <p:cNvPr id="13899" name="Google Shape;13899;p81"/>
            <p:cNvSpPr/>
            <p:nvPr/>
          </p:nvSpPr>
          <p:spPr>
            <a:xfrm>
              <a:off x="1319225" y="1031700"/>
              <a:ext cx="56650" cy="28325"/>
            </a:xfrm>
            <a:custGeom>
              <a:avLst/>
              <a:gdLst/>
              <a:ahLst/>
              <a:cxnLst/>
              <a:rect l="l" t="t" r="r" b="b"/>
              <a:pathLst>
                <a:path w="2266" h="1133" extrusionOk="0">
                  <a:moveTo>
                    <a:pt x="569" y="1"/>
                  </a:moveTo>
                  <a:cubicBezTo>
                    <a:pt x="255" y="1"/>
                    <a:pt x="1" y="251"/>
                    <a:pt x="1" y="565"/>
                  </a:cubicBezTo>
                  <a:cubicBezTo>
                    <a:pt x="1" y="879"/>
                    <a:pt x="255" y="1133"/>
                    <a:pt x="569" y="1133"/>
                  </a:cubicBezTo>
                  <a:lnTo>
                    <a:pt x="1701" y="1133"/>
                  </a:lnTo>
                  <a:cubicBezTo>
                    <a:pt x="2012" y="1133"/>
                    <a:pt x="2265" y="879"/>
                    <a:pt x="2265" y="565"/>
                  </a:cubicBezTo>
                  <a:cubicBezTo>
                    <a:pt x="2265" y="251"/>
                    <a:pt x="2012" y="1"/>
                    <a:pt x="17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900" name="Google Shape;13900;p81"/>
            <p:cNvSpPr/>
            <p:nvPr/>
          </p:nvSpPr>
          <p:spPr>
            <a:xfrm>
              <a:off x="1314475" y="946725"/>
              <a:ext cx="62750" cy="56700"/>
            </a:xfrm>
            <a:custGeom>
              <a:avLst/>
              <a:gdLst/>
              <a:ahLst/>
              <a:cxnLst/>
              <a:rect l="l" t="t" r="r" b="b"/>
              <a:pathLst>
                <a:path w="2510" h="2268" extrusionOk="0">
                  <a:moveTo>
                    <a:pt x="1889" y="0"/>
                  </a:moveTo>
                  <a:cubicBezTo>
                    <a:pt x="1744" y="0"/>
                    <a:pt x="1599" y="55"/>
                    <a:pt x="1489" y="166"/>
                  </a:cubicBezTo>
                  <a:lnTo>
                    <a:pt x="357" y="1298"/>
                  </a:lnTo>
                  <a:cubicBezTo>
                    <a:pt x="1" y="1657"/>
                    <a:pt x="251" y="2267"/>
                    <a:pt x="759" y="2267"/>
                  </a:cubicBezTo>
                  <a:cubicBezTo>
                    <a:pt x="906" y="2267"/>
                    <a:pt x="1051" y="2207"/>
                    <a:pt x="1157" y="2101"/>
                  </a:cubicBezTo>
                  <a:lnTo>
                    <a:pt x="2289" y="969"/>
                  </a:lnTo>
                  <a:cubicBezTo>
                    <a:pt x="2510" y="745"/>
                    <a:pt x="2510" y="389"/>
                    <a:pt x="2289" y="166"/>
                  </a:cubicBezTo>
                  <a:cubicBezTo>
                    <a:pt x="2179" y="55"/>
                    <a:pt x="2034" y="0"/>
                    <a:pt x="18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901" name="Google Shape;13901;p81"/>
            <p:cNvSpPr/>
            <p:nvPr/>
          </p:nvSpPr>
          <p:spPr>
            <a:xfrm>
              <a:off x="1317875" y="1088250"/>
              <a:ext cx="59350" cy="56675"/>
            </a:xfrm>
            <a:custGeom>
              <a:avLst/>
              <a:gdLst/>
              <a:ahLst/>
              <a:cxnLst/>
              <a:rect l="l" t="t" r="r" b="b"/>
              <a:pathLst>
                <a:path w="2374" h="2267" extrusionOk="0">
                  <a:moveTo>
                    <a:pt x="621" y="1"/>
                  </a:moveTo>
                  <a:cubicBezTo>
                    <a:pt x="476" y="1"/>
                    <a:pt x="331" y="56"/>
                    <a:pt x="221" y="166"/>
                  </a:cubicBezTo>
                  <a:cubicBezTo>
                    <a:pt x="1" y="390"/>
                    <a:pt x="1" y="746"/>
                    <a:pt x="221" y="969"/>
                  </a:cubicBezTo>
                  <a:lnTo>
                    <a:pt x="1353" y="2102"/>
                  </a:lnTo>
                  <a:cubicBezTo>
                    <a:pt x="1463" y="2212"/>
                    <a:pt x="1608" y="2267"/>
                    <a:pt x="1753" y="2267"/>
                  </a:cubicBezTo>
                  <a:cubicBezTo>
                    <a:pt x="1898" y="2267"/>
                    <a:pt x="2043" y="2212"/>
                    <a:pt x="2153" y="2102"/>
                  </a:cubicBezTo>
                  <a:cubicBezTo>
                    <a:pt x="2374" y="1878"/>
                    <a:pt x="2374" y="1522"/>
                    <a:pt x="2153" y="1298"/>
                  </a:cubicBezTo>
                  <a:lnTo>
                    <a:pt x="1021" y="166"/>
                  </a:lnTo>
                  <a:cubicBezTo>
                    <a:pt x="911" y="56"/>
                    <a:pt x="766" y="1"/>
                    <a:pt x="6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902" name="Google Shape;13902;p81"/>
            <p:cNvSpPr/>
            <p:nvPr/>
          </p:nvSpPr>
          <p:spPr>
            <a:xfrm>
              <a:off x="889275" y="861850"/>
              <a:ext cx="400700" cy="424575"/>
            </a:xfrm>
            <a:custGeom>
              <a:avLst/>
              <a:gdLst/>
              <a:ahLst/>
              <a:cxnLst/>
              <a:rect l="l" t="t" r="r" b="b"/>
              <a:pathLst>
                <a:path w="16028" h="16983" extrusionOk="0">
                  <a:moveTo>
                    <a:pt x="4668" y="4530"/>
                  </a:moveTo>
                  <a:lnTo>
                    <a:pt x="4668" y="10191"/>
                  </a:lnTo>
                  <a:lnTo>
                    <a:pt x="4104" y="10191"/>
                  </a:lnTo>
                  <a:cubicBezTo>
                    <a:pt x="2539" y="10191"/>
                    <a:pt x="1271" y="8923"/>
                    <a:pt x="1271" y="7359"/>
                  </a:cubicBezTo>
                  <a:cubicBezTo>
                    <a:pt x="1271" y="5795"/>
                    <a:pt x="2539" y="4530"/>
                    <a:pt x="4104" y="4530"/>
                  </a:cubicBezTo>
                  <a:close/>
                  <a:moveTo>
                    <a:pt x="6972" y="4530"/>
                  </a:moveTo>
                  <a:lnTo>
                    <a:pt x="6972" y="10191"/>
                  </a:lnTo>
                  <a:lnTo>
                    <a:pt x="5800" y="10191"/>
                  </a:lnTo>
                  <a:lnTo>
                    <a:pt x="5800" y="4530"/>
                  </a:lnTo>
                  <a:close/>
                  <a:moveTo>
                    <a:pt x="12633" y="1565"/>
                  </a:moveTo>
                  <a:lnTo>
                    <a:pt x="12633" y="13153"/>
                  </a:lnTo>
                  <a:lnTo>
                    <a:pt x="8104" y="10436"/>
                  </a:lnTo>
                  <a:lnTo>
                    <a:pt x="8104" y="4282"/>
                  </a:lnTo>
                  <a:lnTo>
                    <a:pt x="12633" y="1565"/>
                  </a:lnTo>
                  <a:close/>
                  <a:moveTo>
                    <a:pt x="14330" y="1133"/>
                  </a:moveTo>
                  <a:cubicBezTo>
                    <a:pt x="14644" y="1133"/>
                    <a:pt x="14898" y="1384"/>
                    <a:pt x="14898" y="1698"/>
                  </a:cubicBezTo>
                  <a:lnTo>
                    <a:pt x="14898" y="13021"/>
                  </a:lnTo>
                  <a:cubicBezTo>
                    <a:pt x="14898" y="13335"/>
                    <a:pt x="14644" y="13588"/>
                    <a:pt x="14330" y="13588"/>
                  </a:cubicBezTo>
                  <a:lnTo>
                    <a:pt x="13766" y="13588"/>
                  </a:lnTo>
                  <a:lnTo>
                    <a:pt x="13766" y="1133"/>
                  </a:lnTo>
                  <a:close/>
                  <a:moveTo>
                    <a:pt x="5800" y="11324"/>
                  </a:moveTo>
                  <a:lnTo>
                    <a:pt x="5800" y="15285"/>
                  </a:lnTo>
                  <a:cubicBezTo>
                    <a:pt x="5800" y="15599"/>
                    <a:pt x="5547" y="15850"/>
                    <a:pt x="5236" y="15850"/>
                  </a:cubicBezTo>
                  <a:cubicBezTo>
                    <a:pt x="4922" y="15850"/>
                    <a:pt x="4668" y="15599"/>
                    <a:pt x="4668" y="15285"/>
                  </a:cubicBezTo>
                  <a:lnTo>
                    <a:pt x="4668" y="11324"/>
                  </a:lnTo>
                  <a:close/>
                  <a:moveTo>
                    <a:pt x="13132" y="1"/>
                  </a:moveTo>
                  <a:lnTo>
                    <a:pt x="13098" y="7"/>
                  </a:lnTo>
                  <a:lnTo>
                    <a:pt x="13074" y="10"/>
                  </a:lnTo>
                  <a:cubicBezTo>
                    <a:pt x="13065" y="10"/>
                    <a:pt x="13056" y="16"/>
                    <a:pt x="13047" y="19"/>
                  </a:cubicBezTo>
                  <a:cubicBezTo>
                    <a:pt x="13038" y="22"/>
                    <a:pt x="13029" y="22"/>
                    <a:pt x="13020" y="25"/>
                  </a:cubicBezTo>
                  <a:lnTo>
                    <a:pt x="12996" y="34"/>
                  </a:lnTo>
                  <a:lnTo>
                    <a:pt x="12966" y="46"/>
                  </a:lnTo>
                  <a:lnTo>
                    <a:pt x="12947" y="58"/>
                  </a:lnTo>
                  <a:cubicBezTo>
                    <a:pt x="12935" y="61"/>
                    <a:pt x="12926" y="67"/>
                    <a:pt x="12917" y="73"/>
                  </a:cubicBezTo>
                  <a:lnTo>
                    <a:pt x="12908" y="79"/>
                  </a:lnTo>
                  <a:lnTo>
                    <a:pt x="7380" y="3398"/>
                  </a:lnTo>
                  <a:lnTo>
                    <a:pt x="4104" y="3398"/>
                  </a:lnTo>
                  <a:cubicBezTo>
                    <a:pt x="2023" y="3398"/>
                    <a:pt x="299" y="5001"/>
                    <a:pt x="151" y="7075"/>
                  </a:cubicBezTo>
                  <a:cubicBezTo>
                    <a:pt x="0" y="9150"/>
                    <a:pt x="1480" y="10986"/>
                    <a:pt x="3536" y="11281"/>
                  </a:cubicBezTo>
                  <a:lnTo>
                    <a:pt x="3536" y="15285"/>
                  </a:lnTo>
                  <a:cubicBezTo>
                    <a:pt x="3536" y="16224"/>
                    <a:pt x="4297" y="16982"/>
                    <a:pt x="5236" y="16982"/>
                  </a:cubicBezTo>
                  <a:cubicBezTo>
                    <a:pt x="6172" y="16982"/>
                    <a:pt x="6933" y="16224"/>
                    <a:pt x="6933" y="15285"/>
                  </a:cubicBezTo>
                  <a:lnTo>
                    <a:pt x="6933" y="11324"/>
                  </a:lnTo>
                  <a:lnTo>
                    <a:pt x="7380" y="11324"/>
                  </a:lnTo>
                  <a:lnTo>
                    <a:pt x="12908" y="14639"/>
                  </a:lnTo>
                  <a:cubicBezTo>
                    <a:pt x="12911" y="14642"/>
                    <a:pt x="12914" y="14642"/>
                    <a:pt x="12920" y="14645"/>
                  </a:cubicBezTo>
                  <a:lnTo>
                    <a:pt x="12935" y="14654"/>
                  </a:lnTo>
                  <a:cubicBezTo>
                    <a:pt x="12947" y="14660"/>
                    <a:pt x="12963" y="14666"/>
                    <a:pt x="12975" y="14672"/>
                  </a:cubicBezTo>
                  <a:lnTo>
                    <a:pt x="12984" y="14675"/>
                  </a:lnTo>
                  <a:cubicBezTo>
                    <a:pt x="12996" y="14681"/>
                    <a:pt x="13011" y="14687"/>
                    <a:pt x="13023" y="14690"/>
                  </a:cubicBezTo>
                  <a:lnTo>
                    <a:pt x="13038" y="14696"/>
                  </a:lnTo>
                  <a:cubicBezTo>
                    <a:pt x="13053" y="14699"/>
                    <a:pt x="13068" y="14702"/>
                    <a:pt x="13083" y="14708"/>
                  </a:cubicBezTo>
                  <a:cubicBezTo>
                    <a:pt x="13101" y="14712"/>
                    <a:pt x="13117" y="14715"/>
                    <a:pt x="13135" y="14715"/>
                  </a:cubicBezTo>
                  <a:lnTo>
                    <a:pt x="13144" y="14715"/>
                  </a:lnTo>
                  <a:cubicBezTo>
                    <a:pt x="13162" y="14715"/>
                    <a:pt x="13180" y="14718"/>
                    <a:pt x="13198" y="14718"/>
                  </a:cubicBezTo>
                  <a:lnTo>
                    <a:pt x="14330" y="14718"/>
                  </a:lnTo>
                  <a:cubicBezTo>
                    <a:pt x="15266" y="14718"/>
                    <a:pt x="16027" y="13957"/>
                    <a:pt x="16027" y="13021"/>
                  </a:cubicBezTo>
                  <a:lnTo>
                    <a:pt x="16027" y="1698"/>
                  </a:lnTo>
                  <a:cubicBezTo>
                    <a:pt x="16027" y="759"/>
                    <a:pt x="15266" y="1"/>
                    <a:pt x="143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3903" name="Google Shape;13903;p81"/>
          <p:cNvSpPr/>
          <p:nvPr/>
        </p:nvSpPr>
        <p:spPr>
          <a:xfrm>
            <a:off x="1266612" y="2706628"/>
            <a:ext cx="302974" cy="340204"/>
          </a:xfrm>
          <a:custGeom>
            <a:avLst/>
            <a:gdLst/>
            <a:ahLst/>
            <a:cxnLst/>
            <a:rect l="l" t="t" r="r" b="b"/>
            <a:pathLst>
              <a:path w="17212" h="19327" extrusionOk="0">
                <a:moveTo>
                  <a:pt x="15400" y="1132"/>
                </a:moveTo>
                <a:cubicBezTo>
                  <a:pt x="15714" y="1132"/>
                  <a:pt x="15965" y="1386"/>
                  <a:pt x="15965" y="1700"/>
                </a:cubicBezTo>
                <a:cubicBezTo>
                  <a:pt x="15965" y="2011"/>
                  <a:pt x="15714" y="2265"/>
                  <a:pt x="15400" y="2265"/>
                </a:cubicBezTo>
                <a:lnTo>
                  <a:pt x="1813" y="2265"/>
                </a:lnTo>
                <a:cubicBezTo>
                  <a:pt x="1499" y="2265"/>
                  <a:pt x="1248" y="2011"/>
                  <a:pt x="1248" y="1700"/>
                </a:cubicBezTo>
                <a:cubicBezTo>
                  <a:pt x="1248" y="1386"/>
                  <a:pt x="1499" y="1132"/>
                  <a:pt x="1813" y="1132"/>
                </a:cubicBezTo>
                <a:close/>
                <a:moveTo>
                  <a:pt x="14835" y="3397"/>
                </a:moveTo>
                <a:lnTo>
                  <a:pt x="14835" y="10230"/>
                </a:lnTo>
                <a:lnTo>
                  <a:pt x="2380" y="10230"/>
                </a:lnTo>
                <a:lnTo>
                  <a:pt x="2380" y="3397"/>
                </a:lnTo>
                <a:close/>
                <a:moveTo>
                  <a:pt x="15400" y="11362"/>
                </a:moveTo>
                <a:cubicBezTo>
                  <a:pt x="15714" y="11362"/>
                  <a:pt x="15965" y="11613"/>
                  <a:pt x="15965" y="11927"/>
                </a:cubicBezTo>
                <a:cubicBezTo>
                  <a:pt x="15965" y="12241"/>
                  <a:pt x="15714" y="12495"/>
                  <a:pt x="15400" y="12495"/>
                </a:cubicBezTo>
                <a:lnTo>
                  <a:pt x="1813" y="12495"/>
                </a:lnTo>
                <a:cubicBezTo>
                  <a:pt x="1499" y="12495"/>
                  <a:pt x="1248" y="12241"/>
                  <a:pt x="1248" y="11927"/>
                </a:cubicBezTo>
                <a:cubicBezTo>
                  <a:pt x="1248" y="11613"/>
                  <a:pt x="1499" y="11362"/>
                  <a:pt x="1813" y="11362"/>
                </a:cubicBezTo>
                <a:close/>
                <a:moveTo>
                  <a:pt x="1813" y="0"/>
                </a:moveTo>
                <a:cubicBezTo>
                  <a:pt x="985" y="0"/>
                  <a:pt x="279" y="595"/>
                  <a:pt x="140" y="1410"/>
                </a:cubicBezTo>
                <a:cubicBezTo>
                  <a:pt x="1" y="2226"/>
                  <a:pt x="466" y="3023"/>
                  <a:pt x="1248" y="3300"/>
                </a:cubicBezTo>
                <a:lnTo>
                  <a:pt x="1248" y="10327"/>
                </a:lnTo>
                <a:cubicBezTo>
                  <a:pt x="569" y="10565"/>
                  <a:pt x="116" y="11208"/>
                  <a:pt x="116" y="11927"/>
                </a:cubicBezTo>
                <a:cubicBezTo>
                  <a:pt x="116" y="12866"/>
                  <a:pt x="874" y="13624"/>
                  <a:pt x="1813" y="13627"/>
                </a:cubicBezTo>
                <a:lnTo>
                  <a:pt x="6774" y="13627"/>
                </a:lnTo>
                <a:lnTo>
                  <a:pt x="2522" y="18383"/>
                </a:lnTo>
                <a:cubicBezTo>
                  <a:pt x="2311" y="18615"/>
                  <a:pt x="2332" y="18974"/>
                  <a:pt x="2564" y="19183"/>
                </a:cubicBezTo>
                <a:cubicBezTo>
                  <a:pt x="2673" y="19279"/>
                  <a:pt x="2809" y="19326"/>
                  <a:pt x="2943" y="19326"/>
                </a:cubicBezTo>
                <a:cubicBezTo>
                  <a:pt x="3100" y="19326"/>
                  <a:pt x="3256" y="19262"/>
                  <a:pt x="3368" y="19137"/>
                </a:cubicBezTo>
                <a:lnTo>
                  <a:pt x="8042" y="13908"/>
                </a:lnTo>
                <a:lnTo>
                  <a:pt x="8042" y="18760"/>
                </a:lnTo>
                <a:cubicBezTo>
                  <a:pt x="8042" y="19071"/>
                  <a:pt x="8292" y="19325"/>
                  <a:pt x="8606" y="19325"/>
                </a:cubicBezTo>
                <a:cubicBezTo>
                  <a:pt x="8920" y="19325"/>
                  <a:pt x="9174" y="19071"/>
                  <a:pt x="9174" y="18760"/>
                </a:cubicBezTo>
                <a:lnTo>
                  <a:pt x="9174" y="13908"/>
                </a:lnTo>
                <a:lnTo>
                  <a:pt x="13845" y="19137"/>
                </a:lnTo>
                <a:cubicBezTo>
                  <a:pt x="13956" y="19260"/>
                  <a:pt x="14109" y="19322"/>
                  <a:pt x="14263" y="19322"/>
                </a:cubicBezTo>
                <a:cubicBezTo>
                  <a:pt x="14398" y="19322"/>
                  <a:pt x="14534" y="19274"/>
                  <a:pt x="14642" y="19177"/>
                </a:cubicBezTo>
                <a:cubicBezTo>
                  <a:pt x="14875" y="18971"/>
                  <a:pt x="14896" y="18615"/>
                  <a:pt x="14691" y="18383"/>
                </a:cubicBezTo>
                <a:lnTo>
                  <a:pt x="10439" y="13627"/>
                </a:lnTo>
                <a:lnTo>
                  <a:pt x="15400" y="13627"/>
                </a:lnTo>
                <a:cubicBezTo>
                  <a:pt x="16227" y="13624"/>
                  <a:pt x="16934" y="13029"/>
                  <a:pt x="17073" y="12214"/>
                </a:cubicBezTo>
                <a:cubicBezTo>
                  <a:pt x="17212" y="11399"/>
                  <a:pt x="16747" y="10601"/>
                  <a:pt x="15968" y="10327"/>
                </a:cubicBezTo>
                <a:lnTo>
                  <a:pt x="15968" y="3300"/>
                </a:lnTo>
                <a:cubicBezTo>
                  <a:pt x="16747" y="3023"/>
                  <a:pt x="17212" y="2226"/>
                  <a:pt x="17073" y="1410"/>
                </a:cubicBezTo>
                <a:cubicBezTo>
                  <a:pt x="16934" y="595"/>
                  <a:pt x="16227" y="0"/>
                  <a:pt x="154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904" name="Google Shape;13904;p81"/>
          <p:cNvSpPr/>
          <p:nvPr/>
        </p:nvSpPr>
        <p:spPr>
          <a:xfrm>
            <a:off x="1661617" y="2706628"/>
            <a:ext cx="341506" cy="340204"/>
          </a:xfrm>
          <a:custGeom>
            <a:avLst/>
            <a:gdLst/>
            <a:ahLst/>
            <a:cxnLst/>
            <a:rect l="l" t="t" r="r" b="b"/>
            <a:pathLst>
              <a:path w="19401" h="19327" extrusionOk="0">
                <a:moveTo>
                  <a:pt x="14796" y="1700"/>
                </a:moveTo>
                <a:lnTo>
                  <a:pt x="17815" y="3965"/>
                </a:lnTo>
                <a:lnTo>
                  <a:pt x="14796" y="6229"/>
                </a:lnTo>
                <a:lnTo>
                  <a:pt x="14796" y="5097"/>
                </a:lnTo>
                <a:cubicBezTo>
                  <a:pt x="14796" y="4783"/>
                  <a:pt x="14542" y="4529"/>
                  <a:pt x="14231" y="4529"/>
                </a:cubicBezTo>
                <a:lnTo>
                  <a:pt x="10795" y="4529"/>
                </a:lnTo>
                <a:cubicBezTo>
                  <a:pt x="9807" y="4529"/>
                  <a:pt x="8893" y="5046"/>
                  <a:pt x="8379" y="5888"/>
                </a:cubicBezTo>
                <a:cubicBezTo>
                  <a:pt x="8177" y="5547"/>
                  <a:pt x="7932" y="5230"/>
                  <a:pt x="7658" y="4946"/>
                </a:cubicBezTo>
                <a:cubicBezTo>
                  <a:pt x="8409" y="3974"/>
                  <a:pt x="9566" y="3403"/>
                  <a:pt x="10795" y="3397"/>
                </a:cubicBezTo>
                <a:lnTo>
                  <a:pt x="14231" y="3397"/>
                </a:lnTo>
                <a:cubicBezTo>
                  <a:pt x="14542" y="3397"/>
                  <a:pt x="14796" y="3143"/>
                  <a:pt x="14796" y="2832"/>
                </a:cubicBezTo>
                <a:lnTo>
                  <a:pt x="14796" y="1700"/>
                </a:lnTo>
                <a:close/>
                <a:moveTo>
                  <a:pt x="5807" y="13011"/>
                </a:moveTo>
                <a:cubicBezTo>
                  <a:pt x="5888" y="13398"/>
                  <a:pt x="6015" y="13778"/>
                  <a:pt x="6184" y="14137"/>
                </a:cubicBezTo>
                <a:cubicBezTo>
                  <a:pt x="5538" y="14566"/>
                  <a:pt x="4777" y="14796"/>
                  <a:pt x="4001" y="14796"/>
                </a:cubicBezTo>
                <a:lnTo>
                  <a:pt x="1700" y="14796"/>
                </a:lnTo>
                <a:cubicBezTo>
                  <a:pt x="1386" y="14796"/>
                  <a:pt x="1133" y="14542"/>
                  <a:pt x="1133" y="14231"/>
                </a:cubicBezTo>
                <a:cubicBezTo>
                  <a:pt x="1133" y="13917"/>
                  <a:pt x="1386" y="13663"/>
                  <a:pt x="1700" y="13663"/>
                </a:cubicBezTo>
                <a:lnTo>
                  <a:pt x="4001" y="13663"/>
                </a:lnTo>
                <a:cubicBezTo>
                  <a:pt x="4662" y="13663"/>
                  <a:pt x="5299" y="13434"/>
                  <a:pt x="5807" y="13011"/>
                </a:cubicBezTo>
                <a:close/>
                <a:moveTo>
                  <a:pt x="4001" y="4529"/>
                </a:moveTo>
                <a:cubicBezTo>
                  <a:pt x="6190" y="4532"/>
                  <a:pt x="7963" y="6305"/>
                  <a:pt x="7966" y="8494"/>
                </a:cubicBezTo>
                <a:lnTo>
                  <a:pt x="7966" y="11966"/>
                </a:lnTo>
                <a:cubicBezTo>
                  <a:pt x="7966" y="13527"/>
                  <a:pt x="9231" y="14792"/>
                  <a:pt x="10795" y="14796"/>
                </a:cubicBezTo>
                <a:lnTo>
                  <a:pt x="14231" y="14796"/>
                </a:lnTo>
                <a:cubicBezTo>
                  <a:pt x="14542" y="14796"/>
                  <a:pt x="14796" y="14542"/>
                  <a:pt x="14796" y="14231"/>
                </a:cubicBezTo>
                <a:lnTo>
                  <a:pt x="14796" y="13099"/>
                </a:lnTo>
                <a:lnTo>
                  <a:pt x="17815" y="15363"/>
                </a:lnTo>
                <a:lnTo>
                  <a:pt x="14796" y="17628"/>
                </a:lnTo>
                <a:lnTo>
                  <a:pt x="14796" y="16495"/>
                </a:lnTo>
                <a:cubicBezTo>
                  <a:pt x="14796" y="16181"/>
                  <a:pt x="14542" y="15928"/>
                  <a:pt x="14231" y="15928"/>
                </a:cubicBezTo>
                <a:lnTo>
                  <a:pt x="10795" y="15928"/>
                </a:lnTo>
                <a:cubicBezTo>
                  <a:pt x="8606" y="15925"/>
                  <a:pt x="6833" y="14152"/>
                  <a:pt x="6833" y="11966"/>
                </a:cubicBezTo>
                <a:lnTo>
                  <a:pt x="6833" y="8494"/>
                </a:lnTo>
                <a:cubicBezTo>
                  <a:pt x="6830" y="6930"/>
                  <a:pt x="5565" y="5665"/>
                  <a:pt x="4001" y="5662"/>
                </a:cubicBezTo>
                <a:lnTo>
                  <a:pt x="1700" y="5662"/>
                </a:lnTo>
                <a:cubicBezTo>
                  <a:pt x="1386" y="5662"/>
                  <a:pt x="1133" y="5408"/>
                  <a:pt x="1133" y="5097"/>
                </a:cubicBezTo>
                <a:cubicBezTo>
                  <a:pt x="1133" y="4783"/>
                  <a:pt x="1386" y="4529"/>
                  <a:pt x="1700" y="4529"/>
                </a:cubicBezTo>
                <a:close/>
                <a:moveTo>
                  <a:pt x="14230" y="0"/>
                </a:moveTo>
                <a:cubicBezTo>
                  <a:pt x="13937" y="0"/>
                  <a:pt x="13663" y="232"/>
                  <a:pt x="13663" y="568"/>
                </a:cubicBezTo>
                <a:lnTo>
                  <a:pt x="13663" y="2265"/>
                </a:lnTo>
                <a:lnTo>
                  <a:pt x="10795" y="2265"/>
                </a:lnTo>
                <a:cubicBezTo>
                  <a:pt x="9228" y="2265"/>
                  <a:pt x="7745" y="2989"/>
                  <a:pt x="6782" y="4224"/>
                </a:cubicBezTo>
                <a:cubicBezTo>
                  <a:pt x="5955" y="3684"/>
                  <a:pt x="4988" y="3397"/>
                  <a:pt x="4001" y="3397"/>
                </a:cubicBezTo>
                <a:lnTo>
                  <a:pt x="1700" y="3397"/>
                </a:lnTo>
                <a:cubicBezTo>
                  <a:pt x="761" y="3397"/>
                  <a:pt x="0" y="4158"/>
                  <a:pt x="0" y="5097"/>
                </a:cubicBezTo>
                <a:cubicBezTo>
                  <a:pt x="0" y="6033"/>
                  <a:pt x="761" y="6794"/>
                  <a:pt x="1700" y="6794"/>
                </a:cubicBezTo>
                <a:lnTo>
                  <a:pt x="4001" y="6794"/>
                </a:lnTo>
                <a:cubicBezTo>
                  <a:pt x="4940" y="6794"/>
                  <a:pt x="5698" y="7555"/>
                  <a:pt x="5701" y="8494"/>
                </a:cubicBezTo>
                <a:lnTo>
                  <a:pt x="5701" y="10834"/>
                </a:lnTo>
                <a:cubicBezTo>
                  <a:pt x="5698" y="11770"/>
                  <a:pt x="4940" y="12531"/>
                  <a:pt x="4001" y="12531"/>
                </a:cubicBezTo>
                <a:lnTo>
                  <a:pt x="1700" y="12531"/>
                </a:lnTo>
                <a:cubicBezTo>
                  <a:pt x="761" y="12531"/>
                  <a:pt x="0" y="13292"/>
                  <a:pt x="0" y="14231"/>
                </a:cubicBezTo>
                <a:cubicBezTo>
                  <a:pt x="0" y="15167"/>
                  <a:pt x="761" y="15928"/>
                  <a:pt x="1700" y="15928"/>
                </a:cubicBezTo>
                <a:lnTo>
                  <a:pt x="4001" y="15928"/>
                </a:lnTo>
                <a:cubicBezTo>
                  <a:pt x="4988" y="15928"/>
                  <a:pt x="5955" y="15641"/>
                  <a:pt x="6782" y="15100"/>
                </a:cubicBezTo>
                <a:cubicBezTo>
                  <a:pt x="7745" y="16338"/>
                  <a:pt x="9228" y="17060"/>
                  <a:pt x="10795" y="17060"/>
                </a:cubicBezTo>
                <a:lnTo>
                  <a:pt x="13663" y="17060"/>
                </a:lnTo>
                <a:lnTo>
                  <a:pt x="13663" y="18760"/>
                </a:lnTo>
                <a:cubicBezTo>
                  <a:pt x="13663" y="19095"/>
                  <a:pt x="13938" y="19326"/>
                  <a:pt x="14232" y="19326"/>
                </a:cubicBezTo>
                <a:cubicBezTo>
                  <a:pt x="14347" y="19326"/>
                  <a:pt x="14464" y="19291"/>
                  <a:pt x="14569" y="19213"/>
                </a:cubicBezTo>
                <a:lnTo>
                  <a:pt x="19098" y="15816"/>
                </a:lnTo>
                <a:cubicBezTo>
                  <a:pt x="19400" y="15590"/>
                  <a:pt x="19400" y="15134"/>
                  <a:pt x="19098" y="14910"/>
                </a:cubicBezTo>
                <a:lnTo>
                  <a:pt x="14569" y="11513"/>
                </a:lnTo>
                <a:cubicBezTo>
                  <a:pt x="14464" y="11434"/>
                  <a:pt x="14345" y="11398"/>
                  <a:pt x="14230" y="11398"/>
                </a:cubicBezTo>
                <a:cubicBezTo>
                  <a:pt x="13937" y="11398"/>
                  <a:pt x="13663" y="11630"/>
                  <a:pt x="13663" y="11966"/>
                </a:cubicBezTo>
                <a:lnTo>
                  <a:pt x="13663" y="13663"/>
                </a:lnTo>
                <a:lnTo>
                  <a:pt x="10795" y="13663"/>
                </a:lnTo>
                <a:cubicBezTo>
                  <a:pt x="9856" y="13663"/>
                  <a:pt x="9098" y="12902"/>
                  <a:pt x="9098" y="11966"/>
                </a:cubicBezTo>
                <a:lnTo>
                  <a:pt x="9098" y="7362"/>
                </a:lnTo>
                <a:cubicBezTo>
                  <a:pt x="9098" y="6423"/>
                  <a:pt x="9856" y="5662"/>
                  <a:pt x="10795" y="5662"/>
                </a:cubicBezTo>
                <a:lnTo>
                  <a:pt x="13663" y="5662"/>
                </a:lnTo>
                <a:lnTo>
                  <a:pt x="13663" y="7362"/>
                </a:lnTo>
                <a:cubicBezTo>
                  <a:pt x="13663" y="7576"/>
                  <a:pt x="13784" y="7769"/>
                  <a:pt x="13977" y="7866"/>
                </a:cubicBezTo>
                <a:cubicBezTo>
                  <a:pt x="14057" y="7906"/>
                  <a:pt x="14144" y="7926"/>
                  <a:pt x="14230" y="7926"/>
                </a:cubicBezTo>
                <a:cubicBezTo>
                  <a:pt x="14350" y="7926"/>
                  <a:pt x="14469" y="7888"/>
                  <a:pt x="14569" y="7815"/>
                </a:cubicBezTo>
                <a:lnTo>
                  <a:pt x="19098" y="4418"/>
                </a:lnTo>
                <a:cubicBezTo>
                  <a:pt x="19400" y="4191"/>
                  <a:pt x="19400" y="3735"/>
                  <a:pt x="19098" y="3512"/>
                </a:cubicBezTo>
                <a:lnTo>
                  <a:pt x="14569" y="115"/>
                </a:lnTo>
                <a:cubicBezTo>
                  <a:pt x="14464" y="36"/>
                  <a:pt x="14345" y="0"/>
                  <a:pt x="142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3905" name="Google Shape;13905;p81"/>
          <p:cNvGrpSpPr/>
          <p:nvPr/>
        </p:nvGrpSpPr>
        <p:grpSpPr>
          <a:xfrm>
            <a:off x="2090460" y="2706749"/>
            <a:ext cx="340168" cy="340168"/>
            <a:chOff x="2676100" y="832575"/>
            <a:chExt cx="483125" cy="483125"/>
          </a:xfrm>
        </p:grpSpPr>
        <p:sp>
          <p:nvSpPr>
            <p:cNvPr id="13906" name="Google Shape;13906;p81"/>
            <p:cNvSpPr/>
            <p:nvPr/>
          </p:nvSpPr>
          <p:spPr>
            <a:xfrm>
              <a:off x="2676100" y="832575"/>
              <a:ext cx="483125" cy="483125"/>
            </a:xfrm>
            <a:custGeom>
              <a:avLst/>
              <a:gdLst/>
              <a:ahLst/>
              <a:cxnLst/>
              <a:rect l="l" t="t" r="r" b="b"/>
              <a:pathLst>
                <a:path w="19325" h="19325" extrusionOk="0">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907" name="Google Shape;13907;p81"/>
            <p:cNvSpPr/>
            <p:nvPr/>
          </p:nvSpPr>
          <p:spPr>
            <a:xfrm>
              <a:off x="2762000" y="918475"/>
              <a:ext cx="311400" cy="311400"/>
            </a:xfrm>
            <a:custGeom>
              <a:avLst/>
              <a:gdLst/>
              <a:ahLst/>
              <a:cxnLst/>
              <a:rect l="l" t="t" r="r" b="b"/>
              <a:pathLst>
                <a:path w="12456" h="12456" extrusionOk="0">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908" name="Google Shape;13908;p81"/>
            <p:cNvSpPr/>
            <p:nvPr/>
          </p:nvSpPr>
          <p:spPr>
            <a:xfrm>
              <a:off x="2810775" y="975075"/>
              <a:ext cx="206025" cy="198150"/>
            </a:xfrm>
            <a:custGeom>
              <a:avLst/>
              <a:gdLst/>
              <a:ahLst/>
              <a:cxnLst/>
              <a:rect l="l" t="t" r="r" b="b"/>
              <a:pathLst>
                <a:path w="8241" h="7926" extrusionOk="0">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909" name="Google Shape;13909;p81"/>
          <p:cNvGrpSpPr/>
          <p:nvPr/>
        </p:nvGrpSpPr>
        <p:grpSpPr>
          <a:xfrm>
            <a:off x="2501963" y="2706749"/>
            <a:ext cx="351610" cy="340168"/>
            <a:chOff x="3270550" y="832575"/>
            <a:chExt cx="499375" cy="483125"/>
          </a:xfrm>
        </p:grpSpPr>
        <p:sp>
          <p:nvSpPr>
            <p:cNvPr id="13910" name="Google Shape;13910;p81"/>
            <p:cNvSpPr/>
            <p:nvPr/>
          </p:nvSpPr>
          <p:spPr>
            <a:xfrm>
              <a:off x="3270550" y="865975"/>
              <a:ext cx="463725" cy="449725"/>
            </a:xfrm>
            <a:custGeom>
              <a:avLst/>
              <a:gdLst/>
              <a:ahLst/>
              <a:cxnLst/>
              <a:rect l="l" t="t" r="r" b="b"/>
              <a:pathLst>
                <a:path w="18549" h="17989" extrusionOk="0">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911" name="Google Shape;13911;p81"/>
            <p:cNvSpPr/>
            <p:nvPr/>
          </p:nvSpPr>
          <p:spPr>
            <a:xfrm>
              <a:off x="3562600" y="876075"/>
              <a:ext cx="207325" cy="241775"/>
            </a:xfrm>
            <a:custGeom>
              <a:avLst/>
              <a:gdLst/>
              <a:ahLst/>
              <a:cxnLst/>
              <a:rect l="l" t="t" r="r" b="b"/>
              <a:pathLst>
                <a:path w="8293" h="9671" extrusionOk="0">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912" name="Google Shape;13912;p81"/>
            <p:cNvSpPr/>
            <p:nvPr/>
          </p:nvSpPr>
          <p:spPr>
            <a:xfrm>
              <a:off x="3443500" y="832575"/>
              <a:ext cx="187300" cy="173625"/>
            </a:xfrm>
            <a:custGeom>
              <a:avLst/>
              <a:gdLst/>
              <a:ahLst/>
              <a:cxnLst/>
              <a:rect l="l" t="t" r="r" b="b"/>
              <a:pathLst>
                <a:path w="7492" h="6945" extrusionOk="0">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913" name="Google Shape;13913;p81"/>
          <p:cNvGrpSpPr/>
          <p:nvPr/>
        </p:nvGrpSpPr>
        <p:grpSpPr>
          <a:xfrm>
            <a:off x="2920243" y="2717381"/>
            <a:ext cx="340186" cy="318904"/>
            <a:chOff x="3865000" y="847675"/>
            <a:chExt cx="483150" cy="452925"/>
          </a:xfrm>
        </p:grpSpPr>
        <p:sp>
          <p:nvSpPr>
            <p:cNvPr id="13914" name="Google Shape;13914;p81"/>
            <p:cNvSpPr/>
            <p:nvPr/>
          </p:nvSpPr>
          <p:spPr>
            <a:xfrm>
              <a:off x="3865000" y="847675"/>
              <a:ext cx="483150" cy="452925"/>
            </a:xfrm>
            <a:custGeom>
              <a:avLst/>
              <a:gdLst/>
              <a:ahLst/>
              <a:cxnLst/>
              <a:rect l="l" t="t" r="r" b="b"/>
              <a:pathLst>
                <a:path w="19326" h="18117" extrusionOk="0">
                  <a:moveTo>
                    <a:pt x="9627" y="1132"/>
                  </a:moveTo>
                  <a:cubicBezTo>
                    <a:pt x="14349" y="1132"/>
                    <a:pt x="18193" y="4436"/>
                    <a:pt x="18193" y="8494"/>
                  </a:cubicBezTo>
                  <a:cubicBezTo>
                    <a:pt x="18193" y="12552"/>
                    <a:pt x="14349" y="15852"/>
                    <a:pt x="9627" y="15852"/>
                  </a:cubicBezTo>
                  <a:cubicBezTo>
                    <a:pt x="9619" y="15852"/>
                    <a:pt x="9611" y="15852"/>
                    <a:pt x="9603" y="15852"/>
                  </a:cubicBezTo>
                  <a:cubicBezTo>
                    <a:pt x="8397" y="15852"/>
                    <a:pt x="7207" y="15626"/>
                    <a:pt x="6088" y="15185"/>
                  </a:cubicBezTo>
                  <a:cubicBezTo>
                    <a:pt x="6019" y="15158"/>
                    <a:pt x="5947" y="15144"/>
                    <a:pt x="5876" y="15144"/>
                  </a:cubicBezTo>
                  <a:cubicBezTo>
                    <a:pt x="5720" y="15144"/>
                    <a:pt x="5568" y="15208"/>
                    <a:pt x="5460" y="15327"/>
                  </a:cubicBezTo>
                  <a:cubicBezTo>
                    <a:pt x="4780" y="16070"/>
                    <a:pt x="3896" y="16595"/>
                    <a:pt x="2917" y="16837"/>
                  </a:cubicBezTo>
                  <a:cubicBezTo>
                    <a:pt x="3461" y="15801"/>
                    <a:pt x="3582" y="14593"/>
                    <a:pt x="3262" y="13467"/>
                  </a:cubicBezTo>
                  <a:cubicBezTo>
                    <a:pt x="3238" y="13379"/>
                    <a:pt x="3189" y="13295"/>
                    <a:pt x="3126" y="13228"/>
                  </a:cubicBezTo>
                  <a:cubicBezTo>
                    <a:pt x="1843" y="11906"/>
                    <a:pt x="1133" y="10224"/>
                    <a:pt x="1133" y="8494"/>
                  </a:cubicBezTo>
                  <a:cubicBezTo>
                    <a:pt x="1133" y="4436"/>
                    <a:pt x="4944" y="1132"/>
                    <a:pt x="9627" y="1132"/>
                  </a:cubicBezTo>
                  <a:close/>
                  <a:moveTo>
                    <a:pt x="9627" y="0"/>
                  </a:moveTo>
                  <a:cubicBezTo>
                    <a:pt x="7066" y="0"/>
                    <a:pt x="4663" y="876"/>
                    <a:pt x="2848" y="2461"/>
                  </a:cubicBezTo>
                  <a:cubicBezTo>
                    <a:pt x="1012" y="4067"/>
                    <a:pt x="1" y="6211"/>
                    <a:pt x="1" y="8494"/>
                  </a:cubicBezTo>
                  <a:cubicBezTo>
                    <a:pt x="1" y="10472"/>
                    <a:pt x="783" y="12389"/>
                    <a:pt x="2208" y="13908"/>
                  </a:cubicBezTo>
                  <a:cubicBezTo>
                    <a:pt x="2492" y="15073"/>
                    <a:pt x="2148" y="16302"/>
                    <a:pt x="1299" y="17151"/>
                  </a:cubicBezTo>
                  <a:cubicBezTo>
                    <a:pt x="943" y="17507"/>
                    <a:pt x="1193" y="18117"/>
                    <a:pt x="1701" y="18117"/>
                  </a:cubicBezTo>
                  <a:cubicBezTo>
                    <a:pt x="3313" y="18114"/>
                    <a:pt x="4862" y="17489"/>
                    <a:pt x="6024" y="16372"/>
                  </a:cubicBezTo>
                  <a:cubicBezTo>
                    <a:pt x="7173" y="16776"/>
                    <a:pt x="8380" y="16985"/>
                    <a:pt x="9600" y="16985"/>
                  </a:cubicBezTo>
                  <a:cubicBezTo>
                    <a:pt x="9609" y="16985"/>
                    <a:pt x="9618" y="16985"/>
                    <a:pt x="9627" y="16985"/>
                  </a:cubicBezTo>
                  <a:cubicBezTo>
                    <a:pt x="12184" y="16985"/>
                    <a:pt x="14606" y="16112"/>
                    <a:pt x="16439" y="14524"/>
                  </a:cubicBezTo>
                  <a:cubicBezTo>
                    <a:pt x="18302" y="12914"/>
                    <a:pt x="19325" y="10773"/>
                    <a:pt x="19325" y="8494"/>
                  </a:cubicBezTo>
                  <a:cubicBezTo>
                    <a:pt x="19325" y="6211"/>
                    <a:pt x="18302" y="4070"/>
                    <a:pt x="16439" y="2461"/>
                  </a:cubicBezTo>
                  <a:cubicBezTo>
                    <a:pt x="14606" y="873"/>
                    <a:pt x="12184" y="0"/>
                    <a:pt x="96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915" name="Google Shape;13915;p81"/>
            <p:cNvSpPr/>
            <p:nvPr/>
          </p:nvSpPr>
          <p:spPr>
            <a:xfrm>
              <a:off x="4173600" y="1029775"/>
              <a:ext cx="78450" cy="75550"/>
            </a:xfrm>
            <a:custGeom>
              <a:avLst/>
              <a:gdLst/>
              <a:ahLst/>
              <a:cxnLst/>
              <a:rect l="l" t="t" r="r" b="b"/>
              <a:pathLst>
                <a:path w="3138" h="3022" extrusionOk="0">
                  <a:moveTo>
                    <a:pt x="1510" y="1134"/>
                  </a:moveTo>
                  <a:cubicBezTo>
                    <a:pt x="1845" y="1134"/>
                    <a:pt x="2014" y="1539"/>
                    <a:pt x="1776" y="1777"/>
                  </a:cubicBezTo>
                  <a:cubicBezTo>
                    <a:pt x="1698" y="1855"/>
                    <a:pt x="1604" y="1889"/>
                    <a:pt x="1511" y="1889"/>
                  </a:cubicBezTo>
                  <a:cubicBezTo>
                    <a:pt x="1318" y="1889"/>
                    <a:pt x="1132" y="1738"/>
                    <a:pt x="1132" y="1512"/>
                  </a:cubicBezTo>
                  <a:cubicBezTo>
                    <a:pt x="1132"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916" name="Google Shape;13916;p81"/>
            <p:cNvSpPr/>
            <p:nvPr/>
          </p:nvSpPr>
          <p:spPr>
            <a:xfrm>
              <a:off x="4068825" y="1029775"/>
              <a:ext cx="78450" cy="75550"/>
            </a:xfrm>
            <a:custGeom>
              <a:avLst/>
              <a:gdLst/>
              <a:ahLst/>
              <a:cxnLst/>
              <a:rect l="l" t="t" r="r" b="b"/>
              <a:pathLst>
                <a:path w="3138" h="3022" extrusionOk="0">
                  <a:moveTo>
                    <a:pt x="1510" y="1134"/>
                  </a:moveTo>
                  <a:cubicBezTo>
                    <a:pt x="1845" y="1134"/>
                    <a:pt x="2014" y="1539"/>
                    <a:pt x="1776" y="1777"/>
                  </a:cubicBezTo>
                  <a:cubicBezTo>
                    <a:pt x="1699" y="1855"/>
                    <a:pt x="1605" y="1889"/>
                    <a:pt x="1513" y="1889"/>
                  </a:cubicBezTo>
                  <a:cubicBezTo>
                    <a:pt x="1319" y="1889"/>
                    <a:pt x="1132" y="1738"/>
                    <a:pt x="1132" y="1512"/>
                  </a:cubicBezTo>
                  <a:cubicBezTo>
                    <a:pt x="1132" y="1300"/>
                    <a:pt x="1302" y="1134"/>
                    <a:pt x="1510" y="1134"/>
                  </a:cubicBezTo>
                  <a:close/>
                  <a:moveTo>
                    <a:pt x="1511" y="1"/>
                  </a:moveTo>
                  <a:cubicBezTo>
                    <a:pt x="1316" y="1"/>
                    <a:pt x="1120" y="39"/>
                    <a:pt x="933" y="117"/>
                  </a:cubicBezTo>
                  <a:cubicBezTo>
                    <a:pt x="369" y="349"/>
                    <a:pt x="0" y="899"/>
                    <a:pt x="0" y="1512"/>
                  </a:cubicBezTo>
                  <a:cubicBezTo>
                    <a:pt x="0" y="2345"/>
                    <a:pt x="677" y="3021"/>
                    <a:pt x="1510" y="3021"/>
                  </a:cubicBezTo>
                  <a:cubicBezTo>
                    <a:pt x="2120" y="3021"/>
                    <a:pt x="2672" y="2653"/>
                    <a:pt x="2905" y="2088"/>
                  </a:cubicBezTo>
                  <a:cubicBezTo>
                    <a:pt x="3137" y="1524"/>
                    <a:pt x="3011" y="875"/>
                    <a:pt x="2579" y="443"/>
                  </a:cubicBezTo>
                  <a:cubicBezTo>
                    <a:pt x="2290" y="154"/>
                    <a:pt x="1903" y="1"/>
                    <a:pt x="15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917" name="Google Shape;13917;p81"/>
            <p:cNvSpPr/>
            <p:nvPr/>
          </p:nvSpPr>
          <p:spPr>
            <a:xfrm>
              <a:off x="3964125" y="1029775"/>
              <a:ext cx="78450" cy="75550"/>
            </a:xfrm>
            <a:custGeom>
              <a:avLst/>
              <a:gdLst/>
              <a:ahLst/>
              <a:cxnLst/>
              <a:rect l="l" t="t" r="r" b="b"/>
              <a:pathLst>
                <a:path w="3138" h="3022" extrusionOk="0">
                  <a:moveTo>
                    <a:pt x="1510" y="1134"/>
                  </a:moveTo>
                  <a:cubicBezTo>
                    <a:pt x="1845" y="1134"/>
                    <a:pt x="2014" y="1539"/>
                    <a:pt x="1776" y="1777"/>
                  </a:cubicBezTo>
                  <a:cubicBezTo>
                    <a:pt x="1698" y="1855"/>
                    <a:pt x="1604" y="1889"/>
                    <a:pt x="1511" y="1889"/>
                  </a:cubicBezTo>
                  <a:cubicBezTo>
                    <a:pt x="1318" y="1889"/>
                    <a:pt x="1133" y="1738"/>
                    <a:pt x="1133" y="1512"/>
                  </a:cubicBezTo>
                  <a:cubicBezTo>
                    <a:pt x="1133"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918" name="Google Shape;13918;p81"/>
          <p:cNvGrpSpPr/>
          <p:nvPr/>
        </p:nvGrpSpPr>
        <p:grpSpPr>
          <a:xfrm>
            <a:off x="3335925" y="2727300"/>
            <a:ext cx="344798" cy="299066"/>
            <a:chOff x="4452900" y="861750"/>
            <a:chExt cx="489700" cy="424750"/>
          </a:xfrm>
        </p:grpSpPr>
        <p:sp>
          <p:nvSpPr>
            <p:cNvPr id="13919" name="Google Shape;13919;p81"/>
            <p:cNvSpPr/>
            <p:nvPr/>
          </p:nvSpPr>
          <p:spPr>
            <a:xfrm>
              <a:off x="4452900" y="861750"/>
              <a:ext cx="489700" cy="424750"/>
            </a:xfrm>
            <a:custGeom>
              <a:avLst/>
              <a:gdLst/>
              <a:ahLst/>
              <a:cxnLst/>
              <a:rect l="l" t="t" r="r" b="b"/>
              <a:pathLst>
                <a:path w="19588" h="16990" extrusionOk="0">
                  <a:moveTo>
                    <a:pt x="3660" y="1137"/>
                  </a:moveTo>
                  <a:cubicBezTo>
                    <a:pt x="4575" y="1137"/>
                    <a:pt x="5402" y="1687"/>
                    <a:pt x="5752" y="2532"/>
                  </a:cubicBezTo>
                  <a:cubicBezTo>
                    <a:pt x="6102" y="3380"/>
                    <a:pt x="5909" y="4353"/>
                    <a:pt x="5260" y="5002"/>
                  </a:cubicBezTo>
                  <a:cubicBezTo>
                    <a:pt x="4828" y="5434"/>
                    <a:pt x="4249" y="5664"/>
                    <a:pt x="3660" y="5664"/>
                  </a:cubicBezTo>
                  <a:cubicBezTo>
                    <a:pt x="3368" y="5664"/>
                    <a:pt x="3073" y="5607"/>
                    <a:pt x="2793" y="5491"/>
                  </a:cubicBezTo>
                  <a:cubicBezTo>
                    <a:pt x="1948" y="5141"/>
                    <a:pt x="1395" y="4317"/>
                    <a:pt x="1395" y="3402"/>
                  </a:cubicBezTo>
                  <a:cubicBezTo>
                    <a:pt x="1395" y="2149"/>
                    <a:pt x="2410" y="1137"/>
                    <a:pt x="3660" y="1137"/>
                  </a:cubicBezTo>
                  <a:close/>
                  <a:moveTo>
                    <a:pt x="10453" y="1137"/>
                  </a:moveTo>
                  <a:cubicBezTo>
                    <a:pt x="11043" y="1137"/>
                    <a:pt x="11622" y="1366"/>
                    <a:pt x="12054" y="1798"/>
                  </a:cubicBezTo>
                  <a:cubicBezTo>
                    <a:pt x="12703" y="2447"/>
                    <a:pt x="12896" y="3420"/>
                    <a:pt x="12546" y="4268"/>
                  </a:cubicBezTo>
                  <a:cubicBezTo>
                    <a:pt x="12196" y="5114"/>
                    <a:pt x="11368" y="5666"/>
                    <a:pt x="10453" y="5666"/>
                  </a:cubicBezTo>
                  <a:cubicBezTo>
                    <a:pt x="9203" y="5663"/>
                    <a:pt x="8189" y="4652"/>
                    <a:pt x="8189" y="3402"/>
                  </a:cubicBezTo>
                  <a:cubicBezTo>
                    <a:pt x="8189" y="2484"/>
                    <a:pt x="8741" y="1659"/>
                    <a:pt x="9587" y="1309"/>
                  </a:cubicBezTo>
                  <a:cubicBezTo>
                    <a:pt x="9867" y="1193"/>
                    <a:pt x="10161" y="1137"/>
                    <a:pt x="10453" y="1137"/>
                  </a:cubicBezTo>
                  <a:close/>
                  <a:moveTo>
                    <a:pt x="14983" y="9063"/>
                  </a:moveTo>
                  <a:lnTo>
                    <a:pt x="14983" y="13592"/>
                  </a:lnTo>
                  <a:lnTo>
                    <a:pt x="13850" y="13592"/>
                  </a:lnTo>
                  <a:lnTo>
                    <a:pt x="13850" y="9063"/>
                  </a:lnTo>
                  <a:close/>
                  <a:moveTo>
                    <a:pt x="18455" y="7276"/>
                  </a:moveTo>
                  <a:lnTo>
                    <a:pt x="18455" y="15377"/>
                  </a:lnTo>
                  <a:lnTo>
                    <a:pt x="16115" y="13849"/>
                  </a:lnTo>
                  <a:lnTo>
                    <a:pt x="16115" y="8803"/>
                  </a:lnTo>
                  <a:lnTo>
                    <a:pt x="18455" y="7276"/>
                  </a:lnTo>
                  <a:close/>
                  <a:moveTo>
                    <a:pt x="12153" y="6799"/>
                  </a:moveTo>
                  <a:cubicBezTo>
                    <a:pt x="12464" y="6799"/>
                    <a:pt x="12718" y="7049"/>
                    <a:pt x="12718" y="7363"/>
                  </a:cubicBezTo>
                  <a:lnTo>
                    <a:pt x="12718" y="15289"/>
                  </a:lnTo>
                  <a:cubicBezTo>
                    <a:pt x="12718" y="15603"/>
                    <a:pt x="12464" y="15857"/>
                    <a:pt x="12153" y="15857"/>
                  </a:cubicBezTo>
                  <a:lnTo>
                    <a:pt x="1963" y="15857"/>
                  </a:lnTo>
                  <a:cubicBezTo>
                    <a:pt x="1649" y="15857"/>
                    <a:pt x="1395" y="15603"/>
                    <a:pt x="1395" y="15289"/>
                  </a:cubicBezTo>
                  <a:lnTo>
                    <a:pt x="1395" y="7363"/>
                  </a:lnTo>
                  <a:cubicBezTo>
                    <a:pt x="1395" y="7049"/>
                    <a:pt x="1649" y="6799"/>
                    <a:pt x="1963" y="6799"/>
                  </a:cubicBezTo>
                  <a:close/>
                  <a:moveTo>
                    <a:pt x="3656" y="0"/>
                  </a:moveTo>
                  <a:cubicBezTo>
                    <a:pt x="3623" y="0"/>
                    <a:pt x="3590" y="1"/>
                    <a:pt x="3557" y="2"/>
                  </a:cubicBezTo>
                  <a:cubicBezTo>
                    <a:pt x="2198" y="44"/>
                    <a:pt x="997" y="889"/>
                    <a:pt x="498" y="2155"/>
                  </a:cubicBezTo>
                  <a:cubicBezTo>
                    <a:pt x="0" y="3417"/>
                    <a:pt x="305" y="4857"/>
                    <a:pt x="1271" y="5811"/>
                  </a:cubicBezTo>
                  <a:cubicBezTo>
                    <a:pt x="658" y="6086"/>
                    <a:pt x="263" y="6693"/>
                    <a:pt x="263" y="7363"/>
                  </a:cubicBezTo>
                  <a:lnTo>
                    <a:pt x="263" y="15289"/>
                  </a:lnTo>
                  <a:cubicBezTo>
                    <a:pt x="263" y="16228"/>
                    <a:pt x="1024" y="16986"/>
                    <a:pt x="1963" y="16989"/>
                  </a:cubicBezTo>
                  <a:lnTo>
                    <a:pt x="12153" y="16989"/>
                  </a:lnTo>
                  <a:cubicBezTo>
                    <a:pt x="13089" y="16986"/>
                    <a:pt x="13850" y="16228"/>
                    <a:pt x="13850" y="15289"/>
                  </a:cubicBezTo>
                  <a:lnTo>
                    <a:pt x="13850" y="14725"/>
                  </a:lnTo>
                  <a:lnTo>
                    <a:pt x="15381" y="14725"/>
                  </a:lnTo>
                  <a:lnTo>
                    <a:pt x="18712" y="16896"/>
                  </a:lnTo>
                  <a:cubicBezTo>
                    <a:pt x="18810" y="16959"/>
                    <a:pt x="18916" y="16988"/>
                    <a:pt x="19020" y="16988"/>
                  </a:cubicBezTo>
                  <a:cubicBezTo>
                    <a:pt x="19315" y="16988"/>
                    <a:pt x="19587" y="16754"/>
                    <a:pt x="19587" y="16422"/>
                  </a:cubicBezTo>
                  <a:lnTo>
                    <a:pt x="19587" y="6231"/>
                  </a:lnTo>
                  <a:cubicBezTo>
                    <a:pt x="19587" y="6023"/>
                    <a:pt x="19473" y="5832"/>
                    <a:pt x="19291" y="5733"/>
                  </a:cubicBezTo>
                  <a:cubicBezTo>
                    <a:pt x="19206" y="5687"/>
                    <a:pt x="19114" y="5664"/>
                    <a:pt x="19021" y="5664"/>
                  </a:cubicBezTo>
                  <a:cubicBezTo>
                    <a:pt x="18913" y="5664"/>
                    <a:pt x="18806" y="5695"/>
                    <a:pt x="18712" y="5757"/>
                  </a:cubicBezTo>
                  <a:lnTo>
                    <a:pt x="15381" y="7931"/>
                  </a:lnTo>
                  <a:lnTo>
                    <a:pt x="13850" y="7931"/>
                  </a:lnTo>
                  <a:lnTo>
                    <a:pt x="13850" y="7363"/>
                  </a:lnTo>
                  <a:cubicBezTo>
                    <a:pt x="13850" y="6693"/>
                    <a:pt x="13455" y="6086"/>
                    <a:pt x="12842" y="5811"/>
                  </a:cubicBezTo>
                  <a:cubicBezTo>
                    <a:pt x="13808" y="4857"/>
                    <a:pt x="14113" y="3417"/>
                    <a:pt x="13615" y="2155"/>
                  </a:cubicBezTo>
                  <a:cubicBezTo>
                    <a:pt x="13117" y="889"/>
                    <a:pt x="11915" y="44"/>
                    <a:pt x="10556" y="2"/>
                  </a:cubicBezTo>
                  <a:cubicBezTo>
                    <a:pt x="10523" y="1"/>
                    <a:pt x="10490" y="0"/>
                    <a:pt x="10457" y="0"/>
                  </a:cubicBezTo>
                  <a:cubicBezTo>
                    <a:pt x="9137" y="0"/>
                    <a:pt x="7933" y="763"/>
                    <a:pt x="7374" y="1967"/>
                  </a:cubicBezTo>
                  <a:cubicBezTo>
                    <a:pt x="6800" y="3199"/>
                    <a:pt x="7017" y="4652"/>
                    <a:pt x="7926" y="5666"/>
                  </a:cubicBezTo>
                  <a:lnTo>
                    <a:pt x="6190" y="5666"/>
                  </a:lnTo>
                  <a:cubicBezTo>
                    <a:pt x="7096" y="4652"/>
                    <a:pt x="7313" y="3199"/>
                    <a:pt x="6740" y="1967"/>
                  </a:cubicBezTo>
                  <a:cubicBezTo>
                    <a:pt x="6180" y="763"/>
                    <a:pt x="4976" y="0"/>
                    <a:pt x="36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920" name="Google Shape;13920;p81"/>
            <p:cNvSpPr/>
            <p:nvPr/>
          </p:nvSpPr>
          <p:spPr>
            <a:xfrm>
              <a:off x="4572675" y="1074100"/>
              <a:ext cx="115375" cy="141625"/>
            </a:xfrm>
            <a:custGeom>
              <a:avLst/>
              <a:gdLst/>
              <a:ahLst/>
              <a:cxnLst/>
              <a:rect l="l" t="t" r="r" b="b"/>
              <a:pathLst>
                <a:path w="4615" h="5665" extrusionOk="0">
                  <a:moveTo>
                    <a:pt x="1133" y="1626"/>
                  </a:moveTo>
                  <a:lnTo>
                    <a:pt x="2945" y="2834"/>
                  </a:lnTo>
                  <a:lnTo>
                    <a:pt x="1133" y="4041"/>
                  </a:lnTo>
                  <a:lnTo>
                    <a:pt x="1133" y="1626"/>
                  </a:lnTo>
                  <a:close/>
                  <a:moveTo>
                    <a:pt x="569" y="1"/>
                  </a:moveTo>
                  <a:cubicBezTo>
                    <a:pt x="274" y="1"/>
                    <a:pt x="1" y="236"/>
                    <a:pt x="1" y="569"/>
                  </a:cubicBezTo>
                  <a:lnTo>
                    <a:pt x="1" y="5098"/>
                  </a:lnTo>
                  <a:cubicBezTo>
                    <a:pt x="1" y="5430"/>
                    <a:pt x="275" y="5665"/>
                    <a:pt x="571" y="5665"/>
                  </a:cubicBezTo>
                  <a:cubicBezTo>
                    <a:pt x="676" y="5665"/>
                    <a:pt x="784" y="5635"/>
                    <a:pt x="883" y="5569"/>
                  </a:cubicBezTo>
                  <a:lnTo>
                    <a:pt x="4280" y="3305"/>
                  </a:lnTo>
                  <a:cubicBezTo>
                    <a:pt x="4615" y="3078"/>
                    <a:pt x="4615" y="2583"/>
                    <a:pt x="4280" y="2360"/>
                  </a:cubicBezTo>
                  <a:lnTo>
                    <a:pt x="4280" y="2363"/>
                  </a:lnTo>
                  <a:lnTo>
                    <a:pt x="883" y="98"/>
                  </a:lnTo>
                  <a:cubicBezTo>
                    <a:pt x="783" y="31"/>
                    <a:pt x="674" y="1"/>
                    <a:pt x="5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921" name="Google Shape;13921;p81"/>
            <p:cNvSpPr/>
            <p:nvPr/>
          </p:nvSpPr>
          <p:spPr>
            <a:xfrm>
              <a:off x="4714225" y="1060000"/>
              <a:ext cx="28325" cy="28350"/>
            </a:xfrm>
            <a:custGeom>
              <a:avLst/>
              <a:gdLst/>
              <a:ahLst/>
              <a:cxnLst/>
              <a:rect l="l" t="t" r="r" b="b"/>
              <a:pathLst>
                <a:path w="1133" h="1134" extrusionOk="0">
                  <a:moveTo>
                    <a:pt x="568" y="1"/>
                  </a:moveTo>
                  <a:cubicBezTo>
                    <a:pt x="254" y="1"/>
                    <a:pt x="0" y="251"/>
                    <a:pt x="0" y="565"/>
                  </a:cubicBezTo>
                  <a:cubicBezTo>
                    <a:pt x="0" y="879"/>
                    <a:pt x="254" y="1133"/>
                    <a:pt x="568" y="1133"/>
                  </a:cubicBezTo>
                  <a:cubicBezTo>
                    <a:pt x="879" y="1133"/>
                    <a:pt x="1133" y="879"/>
                    <a:pt x="1133" y="565"/>
                  </a:cubicBezTo>
                  <a:cubicBezTo>
                    <a:pt x="1133" y="251"/>
                    <a:pt x="879" y="1"/>
                    <a:pt x="5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922" name="Google Shape;13922;p81"/>
          <p:cNvGrpSpPr/>
          <p:nvPr/>
        </p:nvGrpSpPr>
        <p:grpSpPr>
          <a:xfrm>
            <a:off x="3753158" y="2706758"/>
            <a:ext cx="355641" cy="340151"/>
            <a:chOff x="5049750" y="832600"/>
            <a:chExt cx="505100" cy="483100"/>
          </a:xfrm>
        </p:grpSpPr>
        <p:sp>
          <p:nvSpPr>
            <p:cNvPr id="13923" name="Google Shape;13923;p81"/>
            <p:cNvSpPr/>
            <p:nvPr/>
          </p:nvSpPr>
          <p:spPr>
            <a:xfrm>
              <a:off x="5049750" y="832600"/>
              <a:ext cx="505100" cy="483100"/>
            </a:xfrm>
            <a:custGeom>
              <a:avLst/>
              <a:gdLst/>
              <a:ahLst/>
              <a:cxnLst/>
              <a:rect l="l" t="t" r="r" b="b"/>
              <a:pathLst>
                <a:path w="20204" h="19324" extrusionOk="0">
                  <a:moveTo>
                    <a:pt x="12136" y="1129"/>
                  </a:moveTo>
                  <a:cubicBezTo>
                    <a:pt x="13730" y="1129"/>
                    <a:pt x="15325" y="1737"/>
                    <a:pt x="16538" y="2952"/>
                  </a:cubicBezTo>
                  <a:cubicBezTo>
                    <a:pt x="18969" y="5383"/>
                    <a:pt x="18969" y="9323"/>
                    <a:pt x="16538" y="11757"/>
                  </a:cubicBezTo>
                  <a:cubicBezTo>
                    <a:pt x="15341" y="12950"/>
                    <a:pt x="13747" y="13579"/>
                    <a:pt x="12129" y="13579"/>
                  </a:cubicBezTo>
                  <a:cubicBezTo>
                    <a:pt x="11233" y="13579"/>
                    <a:pt x="10329" y="13386"/>
                    <a:pt x="9482" y="12989"/>
                  </a:cubicBezTo>
                  <a:cubicBezTo>
                    <a:pt x="9461" y="12980"/>
                    <a:pt x="9440" y="12968"/>
                    <a:pt x="9419" y="12959"/>
                  </a:cubicBezTo>
                  <a:cubicBezTo>
                    <a:pt x="8794" y="12657"/>
                    <a:pt x="8223" y="12249"/>
                    <a:pt x="7734" y="11757"/>
                  </a:cubicBezTo>
                  <a:cubicBezTo>
                    <a:pt x="5306" y="9329"/>
                    <a:pt x="5306" y="5380"/>
                    <a:pt x="7734" y="2952"/>
                  </a:cubicBezTo>
                  <a:cubicBezTo>
                    <a:pt x="8948" y="1737"/>
                    <a:pt x="10542" y="1129"/>
                    <a:pt x="12136" y="1129"/>
                  </a:cubicBezTo>
                  <a:close/>
                  <a:moveTo>
                    <a:pt x="5871" y="11216"/>
                  </a:moveTo>
                  <a:cubicBezTo>
                    <a:pt x="6475" y="12195"/>
                    <a:pt x="7296" y="13016"/>
                    <a:pt x="8271" y="13620"/>
                  </a:cubicBezTo>
                  <a:lnTo>
                    <a:pt x="7734" y="14160"/>
                  </a:lnTo>
                  <a:cubicBezTo>
                    <a:pt x="7622" y="14271"/>
                    <a:pt x="7477" y="14326"/>
                    <a:pt x="7332" y="14326"/>
                  </a:cubicBezTo>
                  <a:cubicBezTo>
                    <a:pt x="7188" y="14326"/>
                    <a:pt x="7044" y="14271"/>
                    <a:pt x="6934" y="14160"/>
                  </a:cubicBezTo>
                  <a:lnTo>
                    <a:pt x="5330" y="12557"/>
                  </a:lnTo>
                  <a:cubicBezTo>
                    <a:pt x="5110" y="12337"/>
                    <a:pt x="5110" y="11977"/>
                    <a:pt x="5330" y="11757"/>
                  </a:cubicBezTo>
                  <a:lnTo>
                    <a:pt x="5871" y="11216"/>
                  </a:lnTo>
                  <a:close/>
                  <a:moveTo>
                    <a:pt x="4932" y="13762"/>
                  </a:moveTo>
                  <a:lnTo>
                    <a:pt x="5732" y="14562"/>
                  </a:lnTo>
                  <a:lnTo>
                    <a:pt x="4932" y="15362"/>
                  </a:lnTo>
                  <a:lnTo>
                    <a:pt x="4131" y="14562"/>
                  </a:lnTo>
                  <a:lnTo>
                    <a:pt x="4932" y="13762"/>
                  </a:lnTo>
                  <a:close/>
                  <a:moveTo>
                    <a:pt x="3328" y="15362"/>
                  </a:moveTo>
                  <a:lnTo>
                    <a:pt x="4128" y="16162"/>
                  </a:lnTo>
                  <a:lnTo>
                    <a:pt x="2268" y="18025"/>
                  </a:lnTo>
                  <a:cubicBezTo>
                    <a:pt x="2157" y="18135"/>
                    <a:pt x="2013" y="18190"/>
                    <a:pt x="1868" y="18190"/>
                  </a:cubicBezTo>
                  <a:cubicBezTo>
                    <a:pt x="1723" y="18190"/>
                    <a:pt x="1577" y="18134"/>
                    <a:pt x="1465" y="18022"/>
                  </a:cubicBezTo>
                  <a:cubicBezTo>
                    <a:pt x="1245" y="17802"/>
                    <a:pt x="1245" y="17443"/>
                    <a:pt x="1465" y="17222"/>
                  </a:cubicBezTo>
                  <a:lnTo>
                    <a:pt x="3328" y="15362"/>
                  </a:lnTo>
                  <a:close/>
                  <a:moveTo>
                    <a:pt x="12135" y="1"/>
                  </a:moveTo>
                  <a:cubicBezTo>
                    <a:pt x="10250" y="1"/>
                    <a:pt x="8365" y="718"/>
                    <a:pt x="6931" y="2152"/>
                  </a:cubicBezTo>
                  <a:cubicBezTo>
                    <a:pt x="4769" y="4311"/>
                    <a:pt x="4237" y="7493"/>
                    <a:pt x="5330" y="10157"/>
                  </a:cubicBezTo>
                  <a:lnTo>
                    <a:pt x="4527" y="10957"/>
                  </a:lnTo>
                  <a:cubicBezTo>
                    <a:pt x="4020" y="11467"/>
                    <a:pt x="3887" y="12240"/>
                    <a:pt x="4198" y="12892"/>
                  </a:cubicBezTo>
                  <a:lnTo>
                    <a:pt x="665" y="16422"/>
                  </a:lnTo>
                  <a:cubicBezTo>
                    <a:pt x="1" y="17086"/>
                    <a:pt x="1" y="18161"/>
                    <a:pt x="665" y="18825"/>
                  </a:cubicBezTo>
                  <a:cubicBezTo>
                    <a:pt x="996" y="19158"/>
                    <a:pt x="1431" y="19324"/>
                    <a:pt x="1865" y="19324"/>
                  </a:cubicBezTo>
                  <a:cubicBezTo>
                    <a:pt x="2300" y="19324"/>
                    <a:pt x="2735" y="19158"/>
                    <a:pt x="3066" y="18825"/>
                  </a:cubicBezTo>
                  <a:lnTo>
                    <a:pt x="6598" y="15293"/>
                  </a:lnTo>
                  <a:cubicBezTo>
                    <a:pt x="6831" y="15403"/>
                    <a:pt x="7081" y="15457"/>
                    <a:pt x="7328" y="15457"/>
                  </a:cubicBezTo>
                  <a:cubicBezTo>
                    <a:pt x="7770" y="15457"/>
                    <a:pt x="8206" y="15286"/>
                    <a:pt x="8531" y="14961"/>
                  </a:cubicBezTo>
                  <a:lnTo>
                    <a:pt x="9331" y="14163"/>
                  </a:lnTo>
                  <a:cubicBezTo>
                    <a:pt x="10241" y="14538"/>
                    <a:pt x="11190" y="14717"/>
                    <a:pt x="12127" y="14717"/>
                  </a:cubicBezTo>
                  <a:cubicBezTo>
                    <a:pt x="14530" y="14717"/>
                    <a:pt x="16858" y="13537"/>
                    <a:pt x="18256" y="11437"/>
                  </a:cubicBezTo>
                  <a:cubicBezTo>
                    <a:pt x="20204" y="8520"/>
                    <a:pt x="19821" y="4631"/>
                    <a:pt x="17342" y="2152"/>
                  </a:cubicBezTo>
                  <a:cubicBezTo>
                    <a:pt x="15906" y="718"/>
                    <a:pt x="14020" y="1"/>
                    <a:pt x="121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924" name="Google Shape;13924;p81"/>
            <p:cNvSpPr/>
            <p:nvPr/>
          </p:nvSpPr>
          <p:spPr>
            <a:xfrm>
              <a:off x="5216725" y="889175"/>
              <a:ext cx="276000" cy="254400"/>
            </a:xfrm>
            <a:custGeom>
              <a:avLst/>
              <a:gdLst/>
              <a:ahLst/>
              <a:cxnLst/>
              <a:rect l="l" t="t" r="r" b="b"/>
              <a:pathLst>
                <a:path w="11040" h="10176" extrusionOk="0">
                  <a:moveTo>
                    <a:pt x="5456" y="1133"/>
                  </a:moveTo>
                  <a:cubicBezTo>
                    <a:pt x="6487" y="1133"/>
                    <a:pt x="7500" y="1535"/>
                    <a:pt x="8259" y="2293"/>
                  </a:cubicBezTo>
                  <a:cubicBezTo>
                    <a:pt x="9802" y="3839"/>
                    <a:pt x="9802" y="6348"/>
                    <a:pt x="8259" y="7897"/>
                  </a:cubicBezTo>
                  <a:cubicBezTo>
                    <a:pt x="7501" y="8653"/>
                    <a:pt x="6489" y="9055"/>
                    <a:pt x="5460" y="9055"/>
                  </a:cubicBezTo>
                  <a:cubicBezTo>
                    <a:pt x="4948" y="9055"/>
                    <a:pt x="4433" y="8956"/>
                    <a:pt x="3941" y="8751"/>
                  </a:cubicBezTo>
                  <a:cubicBezTo>
                    <a:pt x="2462" y="8138"/>
                    <a:pt x="1499" y="6695"/>
                    <a:pt x="1499" y="5095"/>
                  </a:cubicBezTo>
                  <a:cubicBezTo>
                    <a:pt x="1499" y="3491"/>
                    <a:pt x="2462" y="2048"/>
                    <a:pt x="3941" y="1435"/>
                  </a:cubicBezTo>
                  <a:cubicBezTo>
                    <a:pt x="4431" y="1232"/>
                    <a:pt x="4946" y="1133"/>
                    <a:pt x="5456" y="1133"/>
                  </a:cubicBezTo>
                  <a:close/>
                  <a:moveTo>
                    <a:pt x="5468" y="1"/>
                  </a:moveTo>
                  <a:cubicBezTo>
                    <a:pt x="5465" y="1"/>
                    <a:pt x="5461" y="1"/>
                    <a:pt x="5457" y="1"/>
                  </a:cubicBezTo>
                  <a:cubicBezTo>
                    <a:pt x="3029" y="4"/>
                    <a:pt x="943" y="1719"/>
                    <a:pt x="472" y="4098"/>
                  </a:cubicBezTo>
                  <a:cubicBezTo>
                    <a:pt x="1" y="6481"/>
                    <a:pt x="1275" y="8860"/>
                    <a:pt x="3519" y="9787"/>
                  </a:cubicBezTo>
                  <a:cubicBezTo>
                    <a:pt x="4151" y="10049"/>
                    <a:pt x="4811" y="10175"/>
                    <a:pt x="5463" y="10175"/>
                  </a:cubicBezTo>
                  <a:cubicBezTo>
                    <a:pt x="7120" y="10175"/>
                    <a:pt x="8725" y="9362"/>
                    <a:pt x="9693" y="7912"/>
                  </a:cubicBezTo>
                  <a:cubicBezTo>
                    <a:pt x="11040" y="5895"/>
                    <a:pt x="10774" y="3207"/>
                    <a:pt x="9059" y="1492"/>
                  </a:cubicBezTo>
                  <a:cubicBezTo>
                    <a:pt x="8108" y="535"/>
                    <a:pt x="6814" y="1"/>
                    <a:pt x="54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3925" name="Google Shape;13925;p81"/>
          <p:cNvSpPr/>
          <p:nvPr/>
        </p:nvSpPr>
        <p:spPr>
          <a:xfrm>
            <a:off x="4173416" y="2731276"/>
            <a:ext cx="341700" cy="290899"/>
          </a:xfrm>
          <a:custGeom>
            <a:avLst/>
            <a:gdLst/>
            <a:ahLst/>
            <a:cxnLst/>
            <a:rect l="l" t="t" r="r" b="b"/>
            <a:pathLst>
              <a:path w="19412" h="16526" extrusionOk="0">
                <a:moveTo>
                  <a:pt x="8421" y="4128"/>
                </a:moveTo>
                <a:lnTo>
                  <a:pt x="8421" y="6791"/>
                </a:lnTo>
                <a:lnTo>
                  <a:pt x="5302" y="6791"/>
                </a:lnTo>
                <a:lnTo>
                  <a:pt x="4511" y="4128"/>
                </a:lnTo>
                <a:close/>
                <a:moveTo>
                  <a:pt x="12661" y="4131"/>
                </a:moveTo>
                <a:lnTo>
                  <a:pt x="12661" y="6791"/>
                </a:lnTo>
                <a:lnTo>
                  <a:pt x="9554" y="6791"/>
                </a:lnTo>
                <a:lnTo>
                  <a:pt x="9554" y="4131"/>
                </a:lnTo>
                <a:close/>
                <a:moveTo>
                  <a:pt x="17999" y="4131"/>
                </a:moveTo>
                <a:lnTo>
                  <a:pt x="17208" y="6791"/>
                </a:lnTo>
                <a:lnTo>
                  <a:pt x="13793" y="6791"/>
                </a:lnTo>
                <a:lnTo>
                  <a:pt x="13793" y="4131"/>
                </a:lnTo>
                <a:close/>
                <a:moveTo>
                  <a:pt x="8421" y="7923"/>
                </a:moveTo>
                <a:lnTo>
                  <a:pt x="8421" y="10583"/>
                </a:lnTo>
                <a:lnTo>
                  <a:pt x="6432" y="10583"/>
                </a:lnTo>
                <a:lnTo>
                  <a:pt x="5640" y="7923"/>
                </a:lnTo>
                <a:close/>
                <a:moveTo>
                  <a:pt x="12661" y="7923"/>
                </a:moveTo>
                <a:lnTo>
                  <a:pt x="12661" y="10583"/>
                </a:lnTo>
                <a:lnTo>
                  <a:pt x="9554" y="10583"/>
                </a:lnTo>
                <a:lnTo>
                  <a:pt x="9554" y="7923"/>
                </a:lnTo>
                <a:close/>
                <a:moveTo>
                  <a:pt x="16873" y="7923"/>
                </a:moveTo>
                <a:lnTo>
                  <a:pt x="16076" y="10583"/>
                </a:lnTo>
                <a:lnTo>
                  <a:pt x="13793" y="10583"/>
                </a:lnTo>
                <a:lnTo>
                  <a:pt x="13793" y="7923"/>
                </a:lnTo>
                <a:close/>
                <a:moveTo>
                  <a:pt x="7935" y="13570"/>
                </a:moveTo>
                <a:cubicBezTo>
                  <a:pt x="8744" y="13570"/>
                  <a:pt x="9152" y="14551"/>
                  <a:pt x="8578" y="15125"/>
                </a:cubicBezTo>
                <a:cubicBezTo>
                  <a:pt x="8393" y="15310"/>
                  <a:pt x="8165" y="15393"/>
                  <a:pt x="7941" y="15393"/>
                </a:cubicBezTo>
                <a:cubicBezTo>
                  <a:pt x="7473" y="15393"/>
                  <a:pt x="7023" y="15029"/>
                  <a:pt x="7023" y="14482"/>
                </a:cubicBezTo>
                <a:cubicBezTo>
                  <a:pt x="7023" y="13977"/>
                  <a:pt x="7431" y="13573"/>
                  <a:pt x="7932" y="13570"/>
                </a:cubicBezTo>
                <a:close/>
                <a:moveTo>
                  <a:pt x="14910" y="13570"/>
                </a:moveTo>
                <a:cubicBezTo>
                  <a:pt x="15719" y="13570"/>
                  <a:pt x="16127" y="14551"/>
                  <a:pt x="15553" y="15125"/>
                </a:cubicBezTo>
                <a:cubicBezTo>
                  <a:pt x="15368" y="15310"/>
                  <a:pt x="15140" y="15393"/>
                  <a:pt x="14916" y="15393"/>
                </a:cubicBezTo>
                <a:cubicBezTo>
                  <a:pt x="14448" y="15393"/>
                  <a:pt x="13998" y="15029"/>
                  <a:pt x="13998" y="14482"/>
                </a:cubicBezTo>
                <a:cubicBezTo>
                  <a:pt x="13998" y="13977"/>
                  <a:pt x="14406" y="13570"/>
                  <a:pt x="14910" y="13570"/>
                </a:cubicBezTo>
                <a:close/>
                <a:moveTo>
                  <a:pt x="568" y="0"/>
                </a:moveTo>
                <a:cubicBezTo>
                  <a:pt x="254" y="0"/>
                  <a:pt x="0" y="254"/>
                  <a:pt x="0" y="565"/>
                </a:cubicBezTo>
                <a:cubicBezTo>
                  <a:pt x="0" y="879"/>
                  <a:pt x="254" y="1133"/>
                  <a:pt x="568" y="1133"/>
                </a:cubicBezTo>
                <a:lnTo>
                  <a:pt x="2437" y="1133"/>
                </a:lnTo>
                <a:lnTo>
                  <a:pt x="3204" y="3714"/>
                </a:lnTo>
                <a:cubicBezTo>
                  <a:pt x="3207" y="3720"/>
                  <a:pt x="3210" y="3729"/>
                  <a:pt x="3213" y="3738"/>
                </a:cubicBezTo>
                <a:lnTo>
                  <a:pt x="5251" y="10589"/>
                </a:lnTo>
                <a:cubicBezTo>
                  <a:pt x="4052" y="10671"/>
                  <a:pt x="3131" y="11685"/>
                  <a:pt x="3171" y="12887"/>
                </a:cubicBezTo>
                <a:cubicBezTo>
                  <a:pt x="3210" y="14089"/>
                  <a:pt x="4194" y="15043"/>
                  <a:pt x="5396" y="15046"/>
                </a:cubicBezTo>
                <a:lnTo>
                  <a:pt x="5970" y="15046"/>
                </a:lnTo>
                <a:cubicBezTo>
                  <a:pt x="6220" y="15922"/>
                  <a:pt x="7020" y="16526"/>
                  <a:pt x="7932" y="16526"/>
                </a:cubicBezTo>
                <a:cubicBezTo>
                  <a:pt x="8841" y="16526"/>
                  <a:pt x="9641" y="15922"/>
                  <a:pt x="9895" y="15046"/>
                </a:cubicBezTo>
                <a:lnTo>
                  <a:pt x="12947" y="15046"/>
                </a:lnTo>
                <a:cubicBezTo>
                  <a:pt x="13198" y="15922"/>
                  <a:pt x="13998" y="16523"/>
                  <a:pt x="14910" y="16523"/>
                </a:cubicBezTo>
                <a:cubicBezTo>
                  <a:pt x="15819" y="16523"/>
                  <a:pt x="16619" y="15922"/>
                  <a:pt x="16873" y="15046"/>
                </a:cubicBezTo>
                <a:lnTo>
                  <a:pt x="17616" y="15046"/>
                </a:lnTo>
                <a:cubicBezTo>
                  <a:pt x="17927" y="15046"/>
                  <a:pt x="18180" y="14793"/>
                  <a:pt x="18180" y="14482"/>
                </a:cubicBezTo>
                <a:cubicBezTo>
                  <a:pt x="18180" y="14167"/>
                  <a:pt x="17927" y="13914"/>
                  <a:pt x="17616" y="13914"/>
                </a:cubicBezTo>
                <a:lnTo>
                  <a:pt x="16873" y="13914"/>
                </a:lnTo>
                <a:cubicBezTo>
                  <a:pt x="16619" y="13041"/>
                  <a:pt x="15819" y="12437"/>
                  <a:pt x="14910" y="12437"/>
                </a:cubicBezTo>
                <a:cubicBezTo>
                  <a:pt x="13998" y="12437"/>
                  <a:pt x="13198" y="13041"/>
                  <a:pt x="12947" y="13914"/>
                </a:cubicBezTo>
                <a:lnTo>
                  <a:pt x="9895" y="13914"/>
                </a:lnTo>
                <a:cubicBezTo>
                  <a:pt x="9644" y="13038"/>
                  <a:pt x="8844" y="12437"/>
                  <a:pt x="7932" y="12437"/>
                </a:cubicBezTo>
                <a:cubicBezTo>
                  <a:pt x="7023" y="12437"/>
                  <a:pt x="6223" y="13038"/>
                  <a:pt x="5970" y="13914"/>
                </a:cubicBezTo>
                <a:lnTo>
                  <a:pt x="5399" y="13914"/>
                </a:lnTo>
                <a:cubicBezTo>
                  <a:pt x="4798" y="13905"/>
                  <a:pt x="4318" y="13416"/>
                  <a:pt x="4318" y="12815"/>
                </a:cubicBezTo>
                <a:cubicBezTo>
                  <a:pt x="4318" y="12217"/>
                  <a:pt x="4798" y="11728"/>
                  <a:pt x="5399" y="11716"/>
                </a:cubicBezTo>
                <a:lnTo>
                  <a:pt x="16501" y="11716"/>
                </a:lnTo>
                <a:cubicBezTo>
                  <a:pt x="16752" y="11716"/>
                  <a:pt x="16972" y="11553"/>
                  <a:pt x="17045" y="11311"/>
                </a:cubicBezTo>
                <a:lnTo>
                  <a:pt x="19303" y="3726"/>
                </a:lnTo>
                <a:cubicBezTo>
                  <a:pt x="19412" y="3362"/>
                  <a:pt x="19140" y="2999"/>
                  <a:pt x="18765" y="2999"/>
                </a:cubicBezTo>
                <a:cubicBezTo>
                  <a:pt x="18763" y="2999"/>
                  <a:pt x="18761" y="2999"/>
                  <a:pt x="18760" y="2999"/>
                </a:cubicBezTo>
                <a:lnTo>
                  <a:pt x="4173" y="2999"/>
                </a:lnTo>
                <a:lnTo>
                  <a:pt x="3400" y="405"/>
                </a:lnTo>
                <a:cubicBezTo>
                  <a:pt x="3328" y="163"/>
                  <a:pt x="3107" y="0"/>
                  <a:pt x="28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3926" name="Google Shape;13926;p81"/>
          <p:cNvGrpSpPr/>
          <p:nvPr/>
        </p:nvGrpSpPr>
        <p:grpSpPr>
          <a:xfrm>
            <a:off x="4612107" y="2706749"/>
            <a:ext cx="298996" cy="340168"/>
            <a:chOff x="6272100" y="832575"/>
            <a:chExt cx="424650" cy="483125"/>
          </a:xfrm>
        </p:grpSpPr>
        <p:sp>
          <p:nvSpPr>
            <p:cNvPr id="13927" name="Google Shape;13927;p81"/>
            <p:cNvSpPr/>
            <p:nvPr/>
          </p:nvSpPr>
          <p:spPr>
            <a:xfrm>
              <a:off x="6272100" y="832575"/>
              <a:ext cx="424650" cy="483125"/>
            </a:xfrm>
            <a:custGeom>
              <a:avLst/>
              <a:gdLst/>
              <a:ahLst/>
              <a:cxnLst/>
              <a:rect l="l" t="t" r="r" b="b"/>
              <a:pathLst>
                <a:path w="16986" h="19325" extrusionOk="0">
                  <a:moveTo>
                    <a:pt x="2265" y="6537"/>
                  </a:moveTo>
                  <a:lnTo>
                    <a:pt x="2265" y="8334"/>
                  </a:lnTo>
                  <a:lnTo>
                    <a:pt x="1366" y="7437"/>
                  </a:lnTo>
                  <a:lnTo>
                    <a:pt x="2265" y="6537"/>
                  </a:lnTo>
                  <a:close/>
                  <a:moveTo>
                    <a:pt x="14721" y="6537"/>
                  </a:moveTo>
                  <a:lnTo>
                    <a:pt x="15617" y="7437"/>
                  </a:lnTo>
                  <a:lnTo>
                    <a:pt x="14721" y="8334"/>
                  </a:lnTo>
                  <a:lnTo>
                    <a:pt x="14721" y="6537"/>
                  </a:lnTo>
                  <a:close/>
                  <a:moveTo>
                    <a:pt x="13588" y="1132"/>
                  </a:moveTo>
                  <a:lnTo>
                    <a:pt x="13588" y="9466"/>
                  </a:lnTo>
                  <a:lnTo>
                    <a:pt x="10521" y="12531"/>
                  </a:lnTo>
                  <a:lnTo>
                    <a:pt x="6462" y="12531"/>
                  </a:lnTo>
                  <a:lnTo>
                    <a:pt x="3398" y="9466"/>
                  </a:lnTo>
                  <a:lnTo>
                    <a:pt x="3398" y="1132"/>
                  </a:lnTo>
                  <a:close/>
                  <a:moveTo>
                    <a:pt x="1133" y="8802"/>
                  </a:moveTo>
                  <a:lnTo>
                    <a:pt x="5427" y="13099"/>
                  </a:lnTo>
                  <a:lnTo>
                    <a:pt x="1133" y="17392"/>
                  </a:lnTo>
                  <a:lnTo>
                    <a:pt x="1133" y="8802"/>
                  </a:lnTo>
                  <a:close/>
                  <a:moveTo>
                    <a:pt x="15853" y="8802"/>
                  </a:moveTo>
                  <a:lnTo>
                    <a:pt x="15853" y="17392"/>
                  </a:lnTo>
                  <a:lnTo>
                    <a:pt x="11556" y="13099"/>
                  </a:lnTo>
                  <a:lnTo>
                    <a:pt x="15853" y="8802"/>
                  </a:lnTo>
                  <a:close/>
                  <a:moveTo>
                    <a:pt x="10521" y="13663"/>
                  </a:moveTo>
                  <a:lnTo>
                    <a:pt x="15050" y="18192"/>
                  </a:lnTo>
                  <a:lnTo>
                    <a:pt x="1933" y="18192"/>
                  </a:lnTo>
                  <a:lnTo>
                    <a:pt x="6462" y="13663"/>
                  </a:lnTo>
                  <a:close/>
                  <a:moveTo>
                    <a:pt x="2830" y="0"/>
                  </a:moveTo>
                  <a:cubicBezTo>
                    <a:pt x="2516" y="0"/>
                    <a:pt x="2265" y="254"/>
                    <a:pt x="2265" y="568"/>
                  </a:cubicBezTo>
                  <a:lnTo>
                    <a:pt x="2265" y="4937"/>
                  </a:lnTo>
                  <a:lnTo>
                    <a:pt x="164" y="7036"/>
                  </a:lnTo>
                  <a:lnTo>
                    <a:pt x="161" y="7042"/>
                  </a:lnTo>
                  <a:cubicBezTo>
                    <a:pt x="152" y="7051"/>
                    <a:pt x="143" y="7063"/>
                    <a:pt x="134" y="7072"/>
                  </a:cubicBezTo>
                  <a:lnTo>
                    <a:pt x="125" y="7084"/>
                  </a:lnTo>
                  <a:cubicBezTo>
                    <a:pt x="112" y="7096"/>
                    <a:pt x="103" y="7108"/>
                    <a:pt x="94" y="7120"/>
                  </a:cubicBezTo>
                  <a:cubicBezTo>
                    <a:pt x="91" y="7126"/>
                    <a:pt x="88" y="7129"/>
                    <a:pt x="85" y="7132"/>
                  </a:cubicBezTo>
                  <a:cubicBezTo>
                    <a:pt x="85" y="7138"/>
                    <a:pt x="73" y="7153"/>
                    <a:pt x="70" y="7162"/>
                  </a:cubicBezTo>
                  <a:cubicBezTo>
                    <a:pt x="64" y="7171"/>
                    <a:pt x="61" y="7174"/>
                    <a:pt x="58" y="7180"/>
                  </a:cubicBezTo>
                  <a:cubicBezTo>
                    <a:pt x="55" y="7186"/>
                    <a:pt x="52" y="7199"/>
                    <a:pt x="46" y="7208"/>
                  </a:cubicBezTo>
                  <a:cubicBezTo>
                    <a:pt x="43" y="7217"/>
                    <a:pt x="40" y="7220"/>
                    <a:pt x="40" y="7226"/>
                  </a:cubicBezTo>
                  <a:cubicBezTo>
                    <a:pt x="34" y="7241"/>
                    <a:pt x="28" y="7256"/>
                    <a:pt x="25" y="7271"/>
                  </a:cubicBezTo>
                  <a:cubicBezTo>
                    <a:pt x="25" y="7274"/>
                    <a:pt x="22" y="7280"/>
                    <a:pt x="19" y="7283"/>
                  </a:cubicBezTo>
                  <a:cubicBezTo>
                    <a:pt x="16" y="7295"/>
                    <a:pt x="13" y="7307"/>
                    <a:pt x="13" y="7319"/>
                  </a:cubicBezTo>
                  <a:cubicBezTo>
                    <a:pt x="13" y="7325"/>
                    <a:pt x="10" y="7331"/>
                    <a:pt x="10" y="7334"/>
                  </a:cubicBezTo>
                  <a:cubicBezTo>
                    <a:pt x="7" y="7340"/>
                    <a:pt x="4" y="7359"/>
                    <a:pt x="4" y="7371"/>
                  </a:cubicBezTo>
                  <a:lnTo>
                    <a:pt x="4" y="7386"/>
                  </a:lnTo>
                  <a:cubicBezTo>
                    <a:pt x="4" y="7401"/>
                    <a:pt x="1" y="7416"/>
                    <a:pt x="1" y="7434"/>
                  </a:cubicBezTo>
                  <a:lnTo>
                    <a:pt x="1" y="17625"/>
                  </a:lnTo>
                  <a:cubicBezTo>
                    <a:pt x="1" y="18063"/>
                    <a:pt x="170" y="18482"/>
                    <a:pt x="475" y="18799"/>
                  </a:cubicBezTo>
                  <a:cubicBezTo>
                    <a:pt x="481" y="18808"/>
                    <a:pt x="490" y="18817"/>
                    <a:pt x="499" y="18826"/>
                  </a:cubicBezTo>
                  <a:cubicBezTo>
                    <a:pt x="508" y="18833"/>
                    <a:pt x="517" y="18842"/>
                    <a:pt x="526" y="18851"/>
                  </a:cubicBezTo>
                  <a:cubicBezTo>
                    <a:pt x="840" y="19156"/>
                    <a:pt x="1260" y="19325"/>
                    <a:pt x="1698" y="19325"/>
                  </a:cubicBezTo>
                  <a:lnTo>
                    <a:pt x="15285" y="19325"/>
                  </a:lnTo>
                  <a:cubicBezTo>
                    <a:pt x="15723" y="19325"/>
                    <a:pt x="16143" y="19156"/>
                    <a:pt x="16460" y="18854"/>
                  </a:cubicBezTo>
                  <a:cubicBezTo>
                    <a:pt x="16469" y="18845"/>
                    <a:pt x="16478" y="18836"/>
                    <a:pt x="16487" y="18826"/>
                  </a:cubicBezTo>
                  <a:cubicBezTo>
                    <a:pt x="16496" y="18817"/>
                    <a:pt x="16502" y="18808"/>
                    <a:pt x="16511" y="18799"/>
                  </a:cubicBezTo>
                  <a:cubicBezTo>
                    <a:pt x="16816" y="18485"/>
                    <a:pt x="16985" y="18063"/>
                    <a:pt x="16985" y="17628"/>
                  </a:cubicBezTo>
                  <a:lnTo>
                    <a:pt x="16985" y="7437"/>
                  </a:lnTo>
                  <a:cubicBezTo>
                    <a:pt x="16985" y="7419"/>
                    <a:pt x="16985" y="7404"/>
                    <a:pt x="16982" y="7389"/>
                  </a:cubicBezTo>
                  <a:lnTo>
                    <a:pt x="16982" y="7371"/>
                  </a:lnTo>
                  <a:cubicBezTo>
                    <a:pt x="16982" y="7362"/>
                    <a:pt x="16979" y="7350"/>
                    <a:pt x="16976" y="7337"/>
                  </a:cubicBezTo>
                  <a:cubicBezTo>
                    <a:pt x="16973" y="7328"/>
                    <a:pt x="16973" y="7325"/>
                    <a:pt x="16973" y="7319"/>
                  </a:cubicBezTo>
                  <a:cubicBezTo>
                    <a:pt x="16973" y="7316"/>
                    <a:pt x="16967" y="7298"/>
                    <a:pt x="16964" y="7286"/>
                  </a:cubicBezTo>
                  <a:cubicBezTo>
                    <a:pt x="16964" y="7283"/>
                    <a:pt x="16964" y="7277"/>
                    <a:pt x="16961" y="7271"/>
                  </a:cubicBezTo>
                  <a:cubicBezTo>
                    <a:pt x="16958" y="7256"/>
                    <a:pt x="16952" y="7244"/>
                    <a:pt x="16946" y="7229"/>
                  </a:cubicBezTo>
                  <a:cubicBezTo>
                    <a:pt x="16943" y="7223"/>
                    <a:pt x="16940" y="7217"/>
                    <a:pt x="16940" y="7211"/>
                  </a:cubicBezTo>
                  <a:cubicBezTo>
                    <a:pt x="16937" y="7205"/>
                    <a:pt x="16931" y="7193"/>
                    <a:pt x="16925" y="7183"/>
                  </a:cubicBezTo>
                  <a:cubicBezTo>
                    <a:pt x="16922" y="7174"/>
                    <a:pt x="16919" y="7171"/>
                    <a:pt x="16916" y="7165"/>
                  </a:cubicBezTo>
                  <a:cubicBezTo>
                    <a:pt x="16913" y="7159"/>
                    <a:pt x="16904" y="7144"/>
                    <a:pt x="16898" y="7135"/>
                  </a:cubicBezTo>
                  <a:lnTo>
                    <a:pt x="16892" y="7123"/>
                  </a:lnTo>
                  <a:cubicBezTo>
                    <a:pt x="16882" y="7108"/>
                    <a:pt x="16873" y="7096"/>
                    <a:pt x="16861" y="7084"/>
                  </a:cubicBezTo>
                  <a:lnTo>
                    <a:pt x="16852" y="7075"/>
                  </a:lnTo>
                  <a:cubicBezTo>
                    <a:pt x="16843" y="7063"/>
                    <a:pt x="16834" y="7054"/>
                    <a:pt x="16825" y="7045"/>
                  </a:cubicBezTo>
                  <a:lnTo>
                    <a:pt x="16819" y="7039"/>
                  </a:lnTo>
                  <a:lnTo>
                    <a:pt x="14721" y="4937"/>
                  </a:lnTo>
                  <a:lnTo>
                    <a:pt x="14721" y="568"/>
                  </a:lnTo>
                  <a:cubicBezTo>
                    <a:pt x="14721" y="254"/>
                    <a:pt x="14467" y="0"/>
                    <a:pt x="141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928" name="Google Shape;13928;p81"/>
            <p:cNvSpPr/>
            <p:nvPr/>
          </p:nvSpPr>
          <p:spPr>
            <a:xfrm>
              <a:off x="6384200" y="889150"/>
              <a:ext cx="199300" cy="198200"/>
            </a:xfrm>
            <a:custGeom>
              <a:avLst/>
              <a:gdLst/>
              <a:ahLst/>
              <a:cxnLst/>
              <a:rect l="l" t="t" r="r" b="b"/>
              <a:pathLst>
                <a:path w="7972" h="7928" extrusionOk="0">
                  <a:moveTo>
                    <a:pt x="4005" y="3398"/>
                  </a:moveTo>
                  <a:cubicBezTo>
                    <a:pt x="4274" y="3398"/>
                    <a:pt x="4534" y="3588"/>
                    <a:pt x="4569" y="3900"/>
                  </a:cubicBezTo>
                  <a:cubicBezTo>
                    <a:pt x="4560" y="3951"/>
                    <a:pt x="4560" y="4003"/>
                    <a:pt x="4566" y="4057"/>
                  </a:cubicBezTo>
                  <a:cubicBezTo>
                    <a:pt x="4521" y="4329"/>
                    <a:pt x="4285" y="4531"/>
                    <a:pt x="4007" y="4531"/>
                  </a:cubicBezTo>
                  <a:cubicBezTo>
                    <a:pt x="3518" y="4531"/>
                    <a:pt x="3259" y="3954"/>
                    <a:pt x="3585" y="3589"/>
                  </a:cubicBezTo>
                  <a:cubicBezTo>
                    <a:pt x="3702" y="3458"/>
                    <a:pt x="3855" y="3398"/>
                    <a:pt x="4005" y="3398"/>
                  </a:cubicBezTo>
                  <a:close/>
                  <a:moveTo>
                    <a:pt x="4005" y="1"/>
                  </a:moveTo>
                  <a:cubicBezTo>
                    <a:pt x="3351" y="1"/>
                    <a:pt x="2696" y="163"/>
                    <a:pt x="2102" y="488"/>
                  </a:cubicBezTo>
                  <a:cubicBezTo>
                    <a:pt x="876" y="1161"/>
                    <a:pt x="94" y="2432"/>
                    <a:pt x="46" y="3830"/>
                  </a:cubicBezTo>
                  <a:cubicBezTo>
                    <a:pt x="1" y="5231"/>
                    <a:pt x="695" y="6551"/>
                    <a:pt x="1876" y="7303"/>
                  </a:cubicBezTo>
                  <a:cubicBezTo>
                    <a:pt x="2510" y="7713"/>
                    <a:pt x="3247" y="7928"/>
                    <a:pt x="4001" y="7928"/>
                  </a:cubicBezTo>
                  <a:cubicBezTo>
                    <a:pt x="4629" y="7925"/>
                    <a:pt x="5248" y="7783"/>
                    <a:pt x="5816" y="7517"/>
                  </a:cubicBezTo>
                  <a:cubicBezTo>
                    <a:pt x="6106" y="7390"/>
                    <a:pt x="6233" y="7049"/>
                    <a:pt x="6100" y="6762"/>
                  </a:cubicBezTo>
                  <a:cubicBezTo>
                    <a:pt x="6006" y="6555"/>
                    <a:pt x="5802" y="6435"/>
                    <a:pt x="5589" y="6435"/>
                  </a:cubicBezTo>
                  <a:cubicBezTo>
                    <a:pt x="5506" y="6435"/>
                    <a:pt x="5422" y="6453"/>
                    <a:pt x="5342" y="6491"/>
                  </a:cubicBezTo>
                  <a:cubicBezTo>
                    <a:pt x="4902" y="6692"/>
                    <a:pt x="4449" y="6792"/>
                    <a:pt x="4007" y="6792"/>
                  </a:cubicBezTo>
                  <a:cubicBezTo>
                    <a:pt x="3468" y="6792"/>
                    <a:pt x="2947" y="6644"/>
                    <a:pt x="2486" y="6349"/>
                  </a:cubicBezTo>
                  <a:cubicBezTo>
                    <a:pt x="1643" y="5811"/>
                    <a:pt x="1145" y="4869"/>
                    <a:pt x="1178" y="3870"/>
                  </a:cubicBezTo>
                  <a:cubicBezTo>
                    <a:pt x="1211" y="2870"/>
                    <a:pt x="1770" y="1961"/>
                    <a:pt x="2649" y="1481"/>
                  </a:cubicBezTo>
                  <a:cubicBezTo>
                    <a:pt x="3073" y="1247"/>
                    <a:pt x="3541" y="1131"/>
                    <a:pt x="4009" y="1131"/>
                  </a:cubicBezTo>
                  <a:cubicBezTo>
                    <a:pt x="4508" y="1131"/>
                    <a:pt x="5007" y="1263"/>
                    <a:pt x="5451" y="1527"/>
                  </a:cubicBezTo>
                  <a:cubicBezTo>
                    <a:pt x="6311" y="2037"/>
                    <a:pt x="6840" y="2964"/>
                    <a:pt x="6840" y="3966"/>
                  </a:cubicBezTo>
                  <a:cubicBezTo>
                    <a:pt x="6846" y="4277"/>
                    <a:pt x="6598" y="4537"/>
                    <a:pt x="6284" y="4543"/>
                  </a:cubicBezTo>
                  <a:cubicBezTo>
                    <a:pt x="6280" y="4543"/>
                    <a:pt x="6277" y="4543"/>
                    <a:pt x="6273" y="4543"/>
                  </a:cubicBezTo>
                  <a:cubicBezTo>
                    <a:pt x="5967" y="4543"/>
                    <a:pt x="5713" y="4298"/>
                    <a:pt x="5707" y="3990"/>
                  </a:cubicBezTo>
                  <a:lnTo>
                    <a:pt x="5707" y="3972"/>
                  </a:lnTo>
                  <a:lnTo>
                    <a:pt x="5707" y="3966"/>
                  </a:lnTo>
                  <a:cubicBezTo>
                    <a:pt x="5707" y="3163"/>
                    <a:pt x="5146" y="2469"/>
                    <a:pt x="4361" y="2300"/>
                  </a:cubicBezTo>
                  <a:cubicBezTo>
                    <a:pt x="4241" y="2274"/>
                    <a:pt x="4121" y="2261"/>
                    <a:pt x="4003" y="2261"/>
                  </a:cubicBezTo>
                  <a:cubicBezTo>
                    <a:pt x="3345" y="2261"/>
                    <a:pt x="2731" y="2647"/>
                    <a:pt x="2452" y="3269"/>
                  </a:cubicBezTo>
                  <a:cubicBezTo>
                    <a:pt x="2126" y="4000"/>
                    <a:pt x="2353" y="4863"/>
                    <a:pt x="3002" y="5337"/>
                  </a:cubicBezTo>
                  <a:cubicBezTo>
                    <a:pt x="3302" y="5555"/>
                    <a:pt x="3654" y="5663"/>
                    <a:pt x="4005" y="5663"/>
                  </a:cubicBezTo>
                  <a:cubicBezTo>
                    <a:pt x="4413" y="5663"/>
                    <a:pt x="4818" y="5517"/>
                    <a:pt x="5140" y="5228"/>
                  </a:cubicBezTo>
                  <a:cubicBezTo>
                    <a:pt x="5457" y="5513"/>
                    <a:pt x="5863" y="5662"/>
                    <a:pt x="6274" y="5662"/>
                  </a:cubicBezTo>
                  <a:cubicBezTo>
                    <a:pt x="6507" y="5662"/>
                    <a:pt x="6742" y="5614"/>
                    <a:pt x="6963" y="5515"/>
                  </a:cubicBezTo>
                  <a:cubicBezTo>
                    <a:pt x="7576" y="5241"/>
                    <a:pt x="7969" y="4634"/>
                    <a:pt x="7972" y="3966"/>
                  </a:cubicBezTo>
                  <a:cubicBezTo>
                    <a:pt x="7972" y="2565"/>
                    <a:pt x="7232" y="1267"/>
                    <a:pt x="6027" y="554"/>
                  </a:cubicBezTo>
                  <a:cubicBezTo>
                    <a:pt x="5405" y="186"/>
                    <a:pt x="4705" y="1"/>
                    <a:pt x="40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929" name="Google Shape;13929;p81"/>
          <p:cNvGrpSpPr/>
          <p:nvPr/>
        </p:nvGrpSpPr>
        <p:grpSpPr>
          <a:xfrm>
            <a:off x="830315" y="3125798"/>
            <a:ext cx="340221" cy="340186"/>
            <a:chOff x="893650" y="1428000"/>
            <a:chExt cx="483200" cy="483150"/>
          </a:xfrm>
        </p:grpSpPr>
        <p:sp>
          <p:nvSpPr>
            <p:cNvPr id="13930" name="Google Shape;13930;p81"/>
            <p:cNvSpPr/>
            <p:nvPr/>
          </p:nvSpPr>
          <p:spPr>
            <a:xfrm>
              <a:off x="893650" y="1428000"/>
              <a:ext cx="483200" cy="483150"/>
            </a:xfrm>
            <a:custGeom>
              <a:avLst/>
              <a:gdLst/>
              <a:ahLst/>
              <a:cxnLst/>
              <a:rect l="l" t="t" r="r" b="b"/>
              <a:pathLst>
                <a:path w="19328" h="19326" extrusionOk="0">
                  <a:moveTo>
                    <a:pt x="3436" y="6012"/>
                  </a:moveTo>
                  <a:lnTo>
                    <a:pt x="3436" y="8869"/>
                  </a:lnTo>
                  <a:lnTo>
                    <a:pt x="1516" y="7435"/>
                  </a:lnTo>
                  <a:lnTo>
                    <a:pt x="3436" y="6012"/>
                  </a:lnTo>
                  <a:close/>
                  <a:moveTo>
                    <a:pt x="15892" y="6012"/>
                  </a:moveTo>
                  <a:lnTo>
                    <a:pt x="17812" y="7438"/>
                  </a:lnTo>
                  <a:lnTo>
                    <a:pt x="15892" y="8869"/>
                  </a:lnTo>
                  <a:lnTo>
                    <a:pt x="15892" y="6012"/>
                  </a:lnTo>
                  <a:close/>
                  <a:moveTo>
                    <a:pt x="14759" y="1133"/>
                  </a:moveTo>
                  <a:lnTo>
                    <a:pt x="14759" y="9717"/>
                  </a:lnTo>
                  <a:lnTo>
                    <a:pt x="9665" y="13522"/>
                  </a:lnTo>
                  <a:lnTo>
                    <a:pt x="4569" y="9717"/>
                  </a:lnTo>
                  <a:lnTo>
                    <a:pt x="4569" y="1133"/>
                  </a:lnTo>
                  <a:close/>
                  <a:moveTo>
                    <a:pt x="18195" y="8564"/>
                  </a:moveTo>
                  <a:lnTo>
                    <a:pt x="18195" y="17625"/>
                  </a:lnTo>
                  <a:cubicBezTo>
                    <a:pt x="18195" y="17939"/>
                    <a:pt x="17942" y="18193"/>
                    <a:pt x="17628" y="18193"/>
                  </a:cubicBezTo>
                  <a:lnTo>
                    <a:pt x="1700" y="18193"/>
                  </a:lnTo>
                  <a:cubicBezTo>
                    <a:pt x="1386" y="18193"/>
                    <a:pt x="1136" y="17939"/>
                    <a:pt x="1136" y="17625"/>
                  </a:cubicBezTo>
                  <a:lnTo>
                    <a:pt x="1136" y="8564"/>
                  </a:lnTo>
                  <a:lnTo>
                    <a:pt x="9324" y="14681"/>
                  </a:lnTo>
                  <a:cubicBezTo>
                    <a:pt x="9425" y="14757"/>
                    <a:pt x="9545" y="14794"/>
                    <a:pt x="9664" y="14794"/>
                  </a:cubicBezTo>
                  <a:cubicBezTo>
                    <a:pt x="9783" y="14794"/>
                    <a:pt x="9903" y="14757"/>
                    <a:pt x="10004" y="14681"/>
                  </a:cubicBezTo>
                  <a:lnTo>
                    <a:pt x="18195" y="8564"/>
                  </a:lnTo>
                  <a:close/>
                  <a:moveTo>
                    <a:pt x="4004" y="1"/>
                  </a:moveTo>
                  <a:cubicBezTo>
                    <a:pt x="3690" y="1"/>
                    <a:pt x="3436" y="251"/>
                    <a:pt x="3436" y="565"/>
                  </a:cubicBezTo>
                  <a:lnTo>
                    <a:pt x="3436" y="4605"/>
                  </a:lnTo>
                  <a:lnTo>
                    <a:pt x="230" y="6982"/>
                  </a:lnTo>
                  <a:lnTo>
                    <a:pt x="221" y="6991"/>
                  </a:lnTo>
                  <a:cubicBezTo>
                    <a:pt x="212" y="6997"/>
                    <a:pt x="200" y="7006"/>
                    <a:pt x="190" y="7015"/>
                  </a:cubicBezTo>
                  <a:lnTo>
                    <a:pt x="175" y="7030"/>
                  </a:lnTo>
                  <a:cubicBezTo>
                    <a:pt x="163" y="7042"/>
                    <a:pt x="151" y="7051"/>
                    <a:pt x="142" y="7063"/>
                  </a:cubicBezTo>
                  <a:cubicBezTo>
                    <a:pt x="139" y="7069"/>
                    <a:pt x="136" y="7072"/>
                    <a:pt x="133" y="7075"/>
                  </a:cubicBezTo>
                  <a:cubicBezTo>
                    <a:pt x="121" y="7090"/>
                    <a:pt x="106" y="7105"/>
                    <a:pt x="94" y="7124"/>
                  </a:cubicBezTo>
                  <a:cubicBezTo>
                    <a:pt x="94" y="7127"/>
                    <a:pt x="91" y="7130"/>
                    <a:pt x="88" y="7133"/>
                  </a:cubicBezTo>
                  <a:cubicBezTo>
                    <a:pt x="82" y="7148"/>
                    <a:pt x="73" y="7163"/>
                    <a:pt x="64" y="7178"/>
                  </a:cubicBezTo>
                  <a:cubicBezTo>
                    <a:pt x="61" y="7181"/>
                    <a:pt x="58" y="7187"/>
                    <a:pt x="58" y="7193"/>
                  </a:cubicBezTo>
                  <a:cubicBezTo>
                    <a:pt x="52" y="7205"/>
                    <a:pt x="46" y="7220"/>
                    <a:pt x="39" y="7232"/>
                  </a:cubicBezTo>
                  <a:lnTo>
                    <a:pt x="33" y="7250"/>
                  </a:lnTo>
                  <a:cubicBezTo>
                    <a:pt x="27" y="7265"/>
                    <a:pt x="24" y="7278"/>
                    <a:pt x="18" y="7293"/>
                  </a:cubicBezTo>
                  <a:cubicBezTo>
                    <a:pt x="18" y="7299"/>
                    <a:pt x="15" y="7305"/>
                    <a:pt x="15" y="7311"/>
                  </a:cubicBezTo>
                  <a:cubicBezTo>
                    <a:pt x="12" y="7326"/>
                    <a:pt x="9" y="7341"/>
                    <a:pt x="6" y="7356"/>
                  </a:cubicBezTo>
                  <a:cubicBezTo>
                    <a:pt x="6" y="7362"/>
                    <a:pt x="6" y="7368"/>
                    <a:pt x="3" y="7374"/>
                  </a:cubicBezTo>
                  <a:cubicBezTo>
                    <a:pt x="3" y="7392"/>
                    <a:pt x="0" y="7410"/>
                    <a:pt x="0" y="7432"/>
                  </a:cubicBezTo>
                  <a:lnTo>
                    <a:pt x="0" y="7435"/>
                  </a:lnTo>
                  <a:lnTo>
                    <a:pt x="3" y="7435"/>
                  </a:lnTo>
                  <a:lnTo>
                    <a:pt x="3" y="17625"/>
                  </a:lnTo>
                  <a:cubicBezTo>
                    <a:pt x="3" y="18564"/>
                    <a:pt x="761" y="19325"/>
                    <a:pt x="1700" y="19325"/>
                  </a:cubicBezTo>
                  <a:lnTo>
                    <a:pt x="17628" y="19325"/>
                  </a:lnTo>
                  <a:cubicBezTo>
                    <a:pt x="18567" y="19325"/>
                    <a:pt x="19325" y="18564"/>
                    <a:pt x="19328" y="17625"/>
                  </a:cubicBezTo>
                  <a:lnTo>
                    <a:pt x="19328" y="7435"/>
                  </a:lnTo>
                  <a:lnTo>
                    <a:pt x="19328" y="7428"/>
                  </a:lnTo>
                  <a:cubicBezTo>
                    <a:pt x="19328" y="7410"/>
                    <a:pt x="19325" y="7389"/>
                    <a:pt x="19322" y="7371"/>
                  </a:cubicBezTo>
                  <a:cubicBezTo>
                    <a:pt x="19322" y="7365"/>
                    <a:pt x="19322" y="7359"/>
                    <a:pt x="19319" y="7353"/>
                  </a:cubicBezTo>
                  <a:cubicBezTo>
                    <a:pt x="19319" y="7338"/>
                    <a:pt x="19316" y="7323"/>
                    <a:pt x="19313" y="7308"/>
                  </a:cubicBezTo>
                  <a:cubicBezTo>
                    <a:pt x="19313" y="7302"/>
                    <a:pt x="19310" y="7296"/>
                    <a:pt x="19307" y="7290"/>
                  </a:cubicBezTo>
                  <a:cubicBezTo>
                    <a:pt x="19304" y="7278"/>
                    <a:pt x="19301" y="7262"/>
                    <a:pt x="19294" y="7247"/>
                  </a:cubicBezTo>
                  <a:lnTo>
                    <a:pt x="19288" y="7232"/>
                  </a:lnTo>
                  <a:cubicBezTo>
                    <a:pt x="19282" y="7217"/>
                    <a:pt x="19276" y="7205"/>
                    <a:pt x="19270" y="7190"/>
                  </a:cubicBezTo>
                  <a:cubicBezTo>
                    <a:pt x="19267" y="7184"/>
                    <a:pt x="19264" y="7181"/>
                    <a:pt x="19264" y="7175"/>
                  </a:cubicBezTo>
                  <a:cubicBezTo>
                    <a:pt x="19255" y="7160"/>
                    <a:pt x="19246" y="7145"/>
                    <a:pt x="19237" y="7133"/>
                  </a:cubicBezTo>
                  <a:cubicBezTo>
                    <a:pt x="19237" y="7130"/>
                    <a:pt x="19234" y="7124"/>
                    <a:pt x="19231" y="7120"/>
                  </a:cubicBezTo>
                  <a:cubicBezTo>
                    <a:pt x="19219" y="7105"/>
                    <a:pt x="19207" y="7087"/>
                    <a:pt x="19195" y="7072"/>
                  </a:cubicBezTo>
                  <a:cubicBezTo>
                    <a:pt x="19192" y="7069"/>
                    <a:pt x="19189" y="7066"/>
                    <a:pt x="19186" y="7063"/>
                  </a:cubicBezTo>
                  <a:cubicBezTo>
                    <a:pt x="19174" y="7051"/>
                    <a:pt x="19165" y="7039"/>
                    <a:pt x="19153" y="7027"/>
                  </a:cubicBezTo>
                  <a:lnTo>
                    <a:pt x="19137" y="7015"/>
                  </a:lnTo>
                  <a:cubicBezTo>
                    <a:pt x="19125" y="7006"/>
                    <a:pt x="19116" y="6997"/>
                    <a:pt x="19104" y="6988"/>
                  </a:cubicBezTo>
                  <a:lnTo>
                    <a:pt x="19095" y="6979"/>
                  </a:lnTo>
                  <a:lnTo>
                    <a:pt x="15892" y="4605"/>
                  </a:lnTo>
                  <a:lnTo>
                    <a:pt x="15892" y="565"/>
                  </a:lnTo>
                  <a:cubicBezTo>
                    <a:pt x="15892" y="251"/>
                    <a:pt x="15638" y="1"/>
                    <a:pt x="153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931" name="Google Shape;13931;p81"/>
            <p:cNvSpPr/>
            <p:nvPr/>
          </p:nvSpPr>
          <p:spPr>
            <a:xfrm>
              <a:off x="1036150" y="1514825"/>
              <a:ext cx="198175" cy="28325"/>
            </a:xfrm>
            <a:custGeom>
              <a:avLst/>
              <a:gdLst/>
              <a:ahLst/>
              <a:cxnLst/>
              <a:rect l="l" t="t" r="r" b="b"/>
              <a:pathLst>
                <a:path w="7927" h="1133" extrusionOk="0">
                  <a:moveTo>
                    <a:pt x="569" y="0"/>
                  </a:moveTo>
                  <a:cubicBezTo>
                    <a:pt x="255" y="0"/>
                    <a:pt x="1" y="251"/>
                    <a:pt x="1" y="565"/>
                  </a:cubicBezTo>
                  <a:cubicBezTo>
                    <a:pt x="1" y="879"/>
                    <a:pt x="255" y="1132"/>
                    <a:pt x="569" y="1132"/>
                  </a:cubicBezTo>
                  <a:lnTo>
                    <a:pt x="7362" y="1132"/>
                  </a:lnTo>
                  <a:cubicBezTo>
                    <a:pt x="7673" y="1132"/>
                    <a:pt x="7927" y="879"/>
                    <a:pt x="7927" y="565"/>
                  </a:cubicBezTo>
                  <a:cubicBezTo>
                    <a:pt x="7927" y="251"/>
                    <a:pt x="7673" y="0"/>
                    <a:pt x="73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932" name="Google Shape;13932;p81"/>
            <p:cNvSpPr/>
            <p:nvPr/>
          </p:nvSpPr>
          <p:spPr>
            <a:xfrm>
              <a:off x="1036150" y="1571425"/>
              <a:ext cx="198175" cy="28325"/>
            </a:xfrm>
            <a:custGeom>
              <a:avLst/>
              <a:gdLst/>
              <a:ahLst/>
              <a:cxnLst/>
              <a:rect l="l" t="t" r="r" b="b"/>
              <a:pathLst>
                <a:path w="7927" h="1133" extrusionOk="0">
                  <a:moveTo>
                    <a:pt x="569" y="1"/>
                  </a:moveTo>
                  <a:cubicBezTo>
                    <a:pt x="255" y="1"/>
                    <a:pt x="1" y="251"/>
                    <a:pt x="1" y="565"/>
                  </a:cubicBezTo>
                  <a:cubicBezTo>
                    <a:pt x="1" y="879"/>
                    <a:pt x="255" y="1133"/>
                    <a:pt x="569" y="1133"/>
                  </a:cubicBezTo>
                  <a:lnTo>
                    <a:pt x="7362" y="1133"/>
                  </a:lnTo>
                  <a:cubicBezTo>
                    <a:pt x="7673" y="1133"/>
                    <a:pt x="7927" y="879"/>
                    <a:pt x="7927" y="565"/>
                  </a:cubicBezTo>
                  <a:cubicBezTo>
                    <a:pt x="7927" y="251"/>
                    <a:pt x="7673" y="1"/>
                    <a:pt x="73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933" name="Google Shape;13933;p81"/>
            <p:cNvSpPr/>
            <p:nvPr/>
          </p:nvSpPr>
          <p:spPr>
            <a:xfrm>
              <a:off x="1036150" y="1628050"/>
              <a:ext cx="113275" cy="28325"/>
            </a:xfrm>
            <a:custGeom>
              <a:avLst/>
              <a:gdLst/>
              <a:ahLst/>
              <a:cxnLst/>
              <a:rect l="l" t="t" r="r" b="b"/>
              <a:pathLst>
                <a:path w="4531" h="1133" extrusionOk="0">
                  <a:moveTo>
                    <a:pt x="569" y="0"/>
                  </a:moveTo>
                  <a:cubicBezTo>
                    <a:pt x="255" y="0"/>
                    <a:pt x="1" y="251"/>
                    <a:pt x="1" y="565"/>
                  </a:cubicBezTo>
                  <a:cubicBezTo>
                    <a:pt x="1" y="879"/>
                    <a:pt x="255" y="1132"/>
                    <a:pt x="569" y="1132"/>
                  </a:cubicBezTo>
                  <a:lnTo>
                    <a:pt x="3965" y="1132"/>
                  </a:lnTo>
                  <a:cubicBezTo>
                    <a:pt x="4276" y="1132"/>
                    <a:pt x="4530" y="879"/>
                    <a:pt x="4530" y="565"/>
                  </a:cubicBezTo>
                  <a:cubicBezTo>
                    <a:pt x="4530" y="251"/>
                    <a:pt x="4276" y="0"/>
                    <a:pt x="39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3934" name="Google Shape;13934;p81"/>
          <p:cNvSpPr/>
          <p:nvPr/>
        </p:nvSpPr>
        <p:spPr>
          <a:xfrm>
            <a:off x="1248018" y="3186074"/>
            <a:ext cx="340168" cy="219257"/>
          </a:xfrm>
          <a:custGeom>
            <a:avLst/>
            <a:gdLst/>
            <a:ahLst/>
            <a:cxnLst/>
            <a:rect l="l" t="t" r="r" b="b"/>
            <a:pathLst>
              <a:path w="19325" h="12456" extrusionOk="0">
                <a:moveTo>
                  <a:pt x="17057" y="1133"/>
                </a:moveTo>
                <a:lnTo>
                  <a:pt x="9662" y="6652"/>
                </a:lnTo>
                <a:lnTo>
                  <a:pt x="2268" y="1133"/>
                </a:lnTo>
                <a:close/>
                <a:moveTo>
                  <a:pt x="18192" y="1697"/>
                </a:moveTo>
                <a:lnTo>
                  <a:pt x="18192" y="10756"/>
                </a:lnTo>
                <a:cubicBezTo>
                  <a:pt x="18192" y="11070"/>
                  <a:pt x="17939" y="11323"/>
                  <a:pt x="17628" y="11323"/>
                </a:cubicBezTo>
                <a:lnTo>
                  <a:pt x="1700" y="11323"/>
                </a:lnTo>
                <a:cubicBezTo>
                  <a:pt x="1386" y="11323"/>
                  <a:pt x="1132" y="11070"/>
                  <a:pt x="1132" y="10756"/>
                </a:cubicBezTo>
                <a:lnTo>
                  <a:pt x="1132" y="1697"/>
                </a:lnTo>
                <a:lnTo>
                  <a:pt x="9324" y="7812"/>
                </a:lnTo>
                <a:cubicBezTo>
                  <a:pt x="9424" y="7887"/>
                  <a:pt x="9543" y="7925"/>
                  <a:pt x="9663" y="7925"/>
                </a:cubicBezTo>
                <a:cubicBezTo>
                  <a:pt x="9782" y="7925"/>
                  <a:pt x="9902" y="7887"/>
                  <a:pt x="10004" y="7812"/>
                </a:cubicBezTo>
                <a:lnTo>
                  <a:pt x="18192" y="1697"/>
                </a:lnTo>
                <a:close/>
                <a:moveTo>
                  <a:pt x="1688" y="0"/>
                </a:moveTo>
                <a:cubicBezTo>
                  <a:pt x="1287" y="0"/>
                  <a:pt x="900" y="145"/>
                  <a:pt x="598" y="405"/>
                </a:cubicBezTo>
                <a:cubicBezTo>
                  <a:pt x="583" y="417"/>
                  <a:pt x="571" y="429"/>
                  <a:pt x="556" y="444"/>
                </a:cubicBezTo>
                <a:cubicBezTo>
                  <a:pt x="202" y="764"/>
                  <a:pt x="0" y="1220"/>
                  <a:pt x="0" y="1697"/>
                </a:cubicBezTo>
                <a:lnTo>
                  <a:pt x="0" y="10756"/>
                </a:lnTo>
                <a:cubicBezTo>
                  <a:pt x="0" y="11695"/>
                  <a:pt x="761" y="12453"/>
                  <a:pt x="1700" y="12456"/>
                </a:cubicBezTo>
                <a:lnTo>
                  <a:pt x="17628" y="12456"/>
                </a:lnTo>
                <a:cubicBezTo>
                  <a:pt x="18564" y="12453"/>
                  <a:pt x="19325" y="11695"/>
                  <a:pt x="19325" y="10756"/>
                </a:cubicBezTo>
                <a:lnTo>
                  <a:pt x="19325" y="1697"/>
                </a:lnTo>
                <a:cubicBezTo>
                  <a:pt x="19325" y="1220"/>
                  <a:pt x="19122" y="764"/>
                  <a:pt x="18769" y="441"/>
                </a:cubicBezTo>
                <a:cubicBezTo>
                  <a:pt x="18757" y="429"/>
                  <a:pt x="18742" y="417"/>
                  <a:pt x="18727" y="405"/>
                </a:cubicBezTo>
                <a:cubicBezTo>
                  <a:pt x="18422" y="145"/>
                  <a:pt x="18037" y="0"/>
                  <a:pt x="17640" y="0"/>
                </a:cubicBezTo>
                <a:cubicBezTo>
                  <a:pt x="17636" y="0"/>
                  <a:pt x="17632" y="0"/>
                  <a:pt x="17628" y="1"/>
                </a:cubicBezTo>
                <a:lnTo>
                  <a:pt x="1700" y="1"/>
                </a:lnTo>
                <a:cubicBezTo>
                  <a:pt x="1696" y="0"/>
                  <a:pt x="1692" y="0"/>
                  <a:pt x="16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935" name="Google Shape;13935;p81"/>
          <p:cNvSpPr/>
          <p:nvPr/>
        </p:nvSpPr>
        <p:spPr>
          <a:xfrm>
            <a:off x="1655563" y="3125647"/>
            <a:ext cx="353617" cy="340133"/>
          </a:xfrm>
          <a:custGeom>
            <a:avLst/>
            <a:gdLst/>
            <a:ahLst/>
            <a:cxnLst/>
            <a:rect l="l" t="t" r="r" b="b"/>
            <a:pathLst>
              <a:path w="20089" h="19323" extrusionOk="0">
                <a:moveTo>
                  <a:pt x="4477" y="1134"/>
                </a:moveTo>
                <a:cubicBezTo>
                  <a:pt x="4624" y="1134"/>
                  <a:pt x="4765" y="1194"/>
                  <a:pt x="4868" y="1300"/>
                </a:cubicBezTo>
                <a:lnTo>
                  <a:pt x="7268" y="3694"/>
                </a:lnTo>
                <a:cubicBezTo>
                  <a:pt x="7489" y="3915"/>
                  <a:pt x="7489" y="4271"/>
                  <a:pt x="7268" y="4494"/>
                </a:cubicBezTo>
                <a:lnTo>
                  <a:pt x="6870" y="4893"/>
                </a:lnTo>
                <a:lnTo>
                  <a:pt x="3669" y="1692"/>
                </a:lnTo>
                <a:lnTo>
                  <a:pt x="4068" y="1300"/>
                </a:lnTo>
                <a:cubicBezTo>
                  <a:pt x="4173" y="1191"/>
                  <a:pt x="4315" y="1134"/>
                  <a:pt x="4466" y="1134"/>
                </a:cubicBezTo>
                <a:cubicBezTo>
                  <a:pt x="4470" y="1134"/>
                  <a:pt x="4473" y="1134"/>
                  <a:pt x="4477" y="1134"/>
                </a:cubicBezTo>
                <a:close/>
                <a:moveTo>
                  <a:pt x="15822" y="12484"/>
                </a:moveTo>
                <a:cubicBezTo>
                  <a:pt x="15973" y="12484"/>
                  <a:pt x="16118" y="12544"/>
                  <a:pt x="16224" y="12650"/>
                </a:cubicBezTo>
                <a:lnTo>
                  <a:pt x="18624" y="15053"/>
                </a:lnTo>
                <a:cubicBezTo>
                  <a:pt x="18845" y="15274"/>
                  <a:pt x="18845" y="15633"/>
                  <a:pt x="18624" y="15854"/>
                </a:cubicBezTo>
                <a:lnTo>
                  <a:pt x="18226" y="16255"/>
                </a:lnTo>
                <a:lnTo>
                  <a:pt x="15022" y="13051"/>
                </a:lnTo>
                <a:lnTo>
                  <a:pt x="15421" y="12650"/>
                </a:lnTo>
                <a:cubicBezTo>
                  <a:pt x="15526" y="12544"/>
                  <a:pt x="15671" y="12484"/>
                  <a:pt x="15822" y="12484"/>
                </a:cubicBezTo>
                <a:close/>
                <a:moveTo>
                  <a:pt x="2881" y="2508"/>
                </a:moveTo>
                <a:lnTo>
                  <a:pt x="6073" y="5699"/>
                </a:lnTo>
                <a:cubicBezTo>
                  <a:pt x="5227" y="6656"/>
                  <a:pt x="5275" y="8103"/>
                  <a:pt x="6175" y="9005"/>
                </a:cubicBezTo>
                <a:lnTo>
                  <a:pt x="10910" y="13743"/>
                </a:lnTo>
                <a:cubicBezTo>
                  <a:pt x="11379" y="14214"/>
                  <a:pt x="11998" y="14451"/>
                  <a:pt x="12618" y="14451"/>
                </a:cubicBezTo>
                <a:cubicBezTo>
                  <a:pt x="13188" y="14451"/>
                  <a:pt x="13758" y="14252"/>
                  <a:pt x="14216" y="13849"/>
                </a:cubicBezTo>
                <a:lnTo>
                  <a:pt x="17408" y="17040"/>
                </a:lnTo>
                <a:cubicBezTo>
                  <a:pt x="16480" y="17810"/>
                  <a:pt x="15350" y="18190"/>
                  <a:pt x="14222" y="18190"/>
                </a:cubicBezTo>
                <a:cubicBezTo>
                  <a:pt x="12939" y="18190"/>
                  <a:pt x="11660" y="17697"/>
                  <a:pt x="10689" y="16726"/>
                </a:cubicBezTo>
                <a:lnTo>
                  <a:pt x="10692" y="16726"/>
                </a:lnTo>
                <a:lnTo>
                  <a:pt x="3192" y="9226"/>
                </a:lnTo>
                <a:cubicBezTo>
                  <a:pt x="1371" y="7402"/>
                  <a:pt x="1235" y="4491"/>
                  <a:pt x="2881" y="2508"/>
                </a:cubicBezTo>
                <a:close/>
                <a:moveTo>
                  <a:pt x="4468" y="1"/>
                </a:moveTo>
                <a:cubicBezTo>
                  <a:pt x="4034" y="1"/>
                  <a:pt x="3600" y="166"/>
                  <a:pt x="3267" y="497"/>
                </a:cubicBezTo>
                <a:lnTo>
                  <a:pt x="2473" y="1285"/>
                </a:lnTo>
                <a:lnTo>
                  <a:pt x="2464" y="1294"/>
                </a:lnTo>
                <a:lnTo>
                  <a:pt x="2458" y="1300"/>
                </a:lnTo>
                <a:lnTo>
                  <a:pt x="2392" y="1366"/>
                </a:lnTo>
                <a:cubicBezTo>
                  <a:pt x="0" y="3758"/>
                  <a:pt x="0" y="7635"/>
                  <a:pt x="2392" y="10026"/>
                </a:cubicBezTo>
                <a:lnTo>
                  <a:pt x="9889" y="17529"/>
                </a:lnTo>
                <a:cubicBezTo>
                  <a:pt x="11086" y="18725"/>
                  <a:pt x="12654" y="19323"/>
                  <a:pt x="14222" y="19323"/>
                </a:cubicBezTo>
                <a:cubicBezTo>
                  <a:pt x="15789" y="19323"/>
                  <a:pt x="17356" y="18725"/>
                  <a:pt x="18552" y="17529"/>
                </a:cubicBezTo>
                <a:lnTo>
                  <a:pt x="18624" y="17457"/>
                </a:lnTo>
                <a:lnTo>
                  <a:pt x="19425" y="16657"/>
                </a:lnTo>
                <a:cubicBezTo>
                  <a:pt x="20089" y="15992"/>
                  <a:pt x="20089" y="14917"/>
                  <a:pt x="19425" y="14253"/>
                </a:cubicBezTo>
                <a:lnTo>
                  <a:pt x="17024" y="11850"/>
                </a:lnTo>
                <a:cubicBezTo>
                  <a:pt x="16692" y="11518"/>
                  <a:pt x="16257" y="11352"/>
                  <a:pt x="15822" y="11352"/>
                </a:cubicBezTo>
                <a:cubicBezTo>
                  <a:pt x="15388" y="11352"/>
                  <a:pt x="14953" y="11518"/>
                  <a:pt x="14621" y="11850"/>
                </a:cubicBezTo>
                <a:lnTo>
                  <a:pt x="13820" y="12650"/>
                </a:lnTo>
                <a:lnTo>
                  <a:pt x="13531" y="12943"/>
                </a:lnTo>
                <a:cubicBezTo>
                  <a:pt x="13278" y="13193"/>
                  <a:pt x="12949" y="13319"/>
                  <a:pt x="12620" y="13319"/>
                </a:cubicBezTo>
                <a:cubicBezTo>
                  <a:pt x="12291" y="13319"/>
                  <a:pt x="11962" y="13193"/>
                  <a:pt x="11710" y="12943"/>
                </a:cubicBezTo>
                <a:lnTo>
                  <a:pt x="6978" y="8205"/>
                </a:lnTo>
                <a:cubicBezTo>
                  <a:pt x="6474" y="7704"/>
                  <a:pt x="6474" y="6889"/>
                  <a:pt x="6978" y="6385"/>
                </a:cubicBezTo>
                <a:lnTo>
                  <a:pt x="7268" y="6095"/>
                </a:lnTo>
                <a:lnTo>
                  <a:pt x="8068" y="5294"/>
                </a:lnTo>
                <a:cubicBezTo>
                  <a:pt x="8733" y="4630"/>
                  <a:pt x="8733" y="3555"/>
                  <a:pt x="8068" y="2891"/>
                </a:cubicBezTo>
                <a:lnTo>
                  <a:pt x="5668" y="497"/>
                </a:lnTo>
                <a:cubicBezTo>
                  <a:pt x="5336" y="166"/>
                  <a:pt x="4902" y="1"/>
                  <a:pt x="44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3936" name="Google Shape;13936;p81"/>
          <p:cNvGrpSpPr/>
          <p:nvPr/>
        </p:nvGrpSpPr>
        <p:grpSpPr>
          <a:xfrm>
            <a:off x="2084132" y="3146463"/>
            <a:ext cx="352825" cy="298855"/>
            <a:chOff x="2676100" y="1456375"/>
            <a:chExt cx="501100" cy="424450"/>
          </a:xfrm>
        </p:grpSpPr>
        <p:sp>
          <p:nvSpPr>
            <p:cNvPr id="13937" name="Google Shape;13937;p81"/>
            <p:cNvSpPr/>
            <p:nvPr/>
          </p:nvSpPr>
          <p:spPr>
            <a:xfrm>
              <a:off x="3079725" y="1534750"/>
              <a:ext cx="97475" cy="268275"/>
            </a:xfrm>
            <a:custGeom>
              <a:avLst/>
              <a:gdLst/>
              <a:ahLst/>
              <a:cxnLst/>
              <a:rect l="l" t="t" r="r" b="b"/>
              <a:pathLst>
                <a:path w="3899" h="10731" extrusionOk="0">
                  <a:moveTo>
                    <a:pt x="621" y="1"/>
                  </a:moveTo>
                  <a:cubicBezTo>
                    <a:pt x="476" y="1"/>
                    <a:pt x="331" y="56"/>
                    <a:pt x="221" y="166"/>
                  </a:cubicBezTo>
                  <a:cubicBezTo>
                    <a:pt x="0" y="387"/>
                    <a:pt x="0" y="746"/>
                    <a:pt x="221" y="966"/>
                  </a:cubicBezTo>
                  <a:cubicBezTo>
                    <a:pt x="2657" y="3397"/>
                    <a:pt x="2657" y="7340"/>
                    <a:pt x="221" y="9771"/>
                  </a:cubicBezTo>
                  <a:cubicBezTo>
                    <a:pt x="6" y="9992"/>
                    <a:pt x="9" y="10345"/>
                    <a:pt x="230" y="10565"/>
                  </a:cubicBezTo>
                  <a:cubicBezTo>
                    <a:pt x="340" y="10675"/>
                    <a:pt x="484" y="10730"/>
                    <a:pt x="629" y="10730"/>
                  </a:cubicBezTo>
                  <a:cubicBezTo>
                    <a:pt x="770" y="10730"/>
                    <a:pt x="912" y="10677"/>
                    <a:pt x="1021" y="10571"/>
                  </a:cubicBezTo>
                  <a:cubicBezTo>
                    <a:pt x="3898" y="7700"/>
                    <a:pt x="3898" y="3038"/>
                    <a:pt x="1021" y="166"/>
                  </a:cubicBezTo>
                  <a:cubicBezTo>
                    <a:pt x="911" y="56"/>
                    <a:pt x="766" y="1"/>
                    <a:pt x="6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938" name="Google Shape;13938;p81"/>
            <p:cNvSpPr/>
            <p:nvPr/>
          </p:nvSpPr>
          <p:spPr>
            <a:xfrm>
              <a:off x="3039725" y="1574925"/>
              <a:ext cx="75350" cy="188250"/>
            </a:xfrm>
            <a:custGeom>
              <a:avLst/>
              <a:gdLst/>
              <a:ahLst/>
              <a:cxnLst/>
              <a:rect l="l" t="t" r="r" b="b"/>
              <a:pathLst>
                <a:path w="3014" h="7530" extrusionOk="0">
                  <a:moveTo>
                    <a:pt x="629" y="1"/>
                  </a:moveTo>
                  <a:cubicBezTo>
                    <a:pt x="484" y="1"/>
                    <a:pt x="339" y="56"/>
                    <a:pt x="230" y="166"/>
                  </a:cubicBezTo>
                  <a:cubicBezTo>
                    <a:pt x="12" y="383"/>
                    <a:pt x="9" y="736"/>
                    <a:pt x="224" y="960"/>
                  </a:cubicBezTo>
                  <a:cubicBezTo>
                    <a:pt x="1769" y="2506"/>
                    <a:pt x="1769" y="5018"/>
                    <a:pt x="224" y="6564"/>
                  </a:cubicBezTo>
                  <a:cubicBezTo>
                    <a:pt x="0" y="6784"/>
                    <a:pt x="0" y="7144"/>
                    <a:pt x="224" y="7364"/>
                  </a:cubicBezTo>
                  <a:cubicBezTo>
                    <a:pt x="334" y="7474"/>
                    <a:pt x="479" y="7529"/>
                    <a:pt x="624" y="7529"/>
                  </a:cubicBezTo>
                  <a:cubicBezTo>
                    <a:pt x="769" y="7529"/>
                    <a:pt x="913" y="7474"/>
                    <a:pt x="1024" y="7364"/>
                  </a:cubicBezTo>
                  <a:cubicBezTo>
                    <a:pt x="3013" y="5374"/>
                    <a:pt x="3013" y="2149"/>
                    <a:pt x="1024" y="160"/>
                  </a:cubicBezTo>
                  <a:cubicBezTo>
                    <a:pt x="913" y="53"/>
                    <a:pt x="771" y="1"/>
                    <a:pt x="6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939" name="Google Shape;13939;p81"/>
            <p:cNvSpPr/>
            <p:nvPr/>
          </p:nvSpPr>
          <p:spPr>
            <a:xfrm>
              <a:off x="2676100" y="1456375"/>
              <a:ext cx="340700" cy="424450"/>
            </a:xfrm>
            <a:custGeom>
              <a:avLst/>
              <a:gdLst/>
              <a:ahLst/>
              <a:cxnLst/>
              <a:rect l="l" t="t" r="r" b="b"/>
              <a:pathLst>
                <a:path w="13628" h="16978" extrusionOk="0">
                  <a:moveTo>
                    <a:pt x="2265" y="6792"/>
                  </a:moveTo>
                  <a:lnTo>
                    <a:pt x="2265" y="10189"/>
                  </a:lnTo>
                  <a:lnTo>
                    <a:pt x="1700" y="10189"/>
                  </a:lnTo>
                  <a:cubicBezTo>
                    <a:pt x="1386" y="10189"/>
                    <a:pt x="1133" y="9935"/>
                    <a:pt x="1133" y="9621"/>
                  </a:cubicBezTo>
                  <a:lnTo>
                    <a:pt x="1133" y="7356"/>
                  </a:lnTo>
                  <a:cubicBezTo>
                    <a:pt x="1133" y="7042"/>
                    <a:pt x="1386" y="6792"/>
                    <a:pt x="1700" y="6792"/>
                  </a:cubicBezTo>
                  <a:close/>
                  <a:moveTo>
                    <a:pt x="5701" y="5659"/>
                  </a:moveTo>
                  <a:lnTo>
                    <a:pt x="5701" y="11321"/>
                  </a:lnTo>
                  <a:lnTo>
                    <a:pt x="3965" y="11321"/>
                  </a:lnTo>
                  <a:cubicBezTo>
                    <a:pt x="3651" y="11321"/>
                    <a:pt x="3397" y="11067"/>
                    <a:pt x="3397" y="10753"/>
                  </a:cubicBezTo>
                  <a:lnTo>
                    <a:pt x="3397" y="6224"/>
                  </a:lnTo>
                  <a:cubicBezTo>
                    <a:pt x="3397" y="5910"/>
                    <a:pt x="3651" y="5659"/>
                    <a:pt x="3965" y="5659"/>
                  </a:cubicBezTo>
                  <a:close/>
                  <a:moveTo>
                    <a:pt x="10230" y="2827"/>
                  </a:moveTo>
                  <a:lnTo>
                    <a:pt x="10230" y="14150"/>
                  </a:lnTo>
                  <a:lnTo>
                    <a:pt x="6833" y="11602"/>
                  </a:lnTo>
                  <a:lnTo>
                    <a:pt x="6833" y="5376"/>
                  </a:lnTo>
                  <a:lnTo>
                    <a:pt x="10230" y="2827"/>
                  </a:lnTo>
                  <a:close/>
                  <a:moveTo>
                    <a:pt x="11927" y="1130"/>
                  </a:moveTo>
                  <a:cubicBezTo>
                    <a:pt x="12241" y="1130"/>
                    <a:pt x="12495" y="1381"/>
                    <a:pt x="12495" y="1695"/>
                  </a:cubicBezTo>
                  <a:lnTo>
                    <a:pt x="12495" y="15282"/>
                  </a:lnTo>
                  <a:cubicBezTo>
                    <a:pt x="12495" y="15596"/>
                    <a:pt x="12241" y="15847"/>
                    <a:pt x="11927" y="15847"/>
                  </a:cubicBezTo>
                  <a:cubicBezTo>
                    <a:pt x="11613" y="15847"/>
                    <a:pt x="11363" y="15596"/>
                    <a:pt x="11363" y="15282"/>
                  </a:cubicBezTo>
                  <a:lnTo>
                    <a:pt x="11363" y="1695"/>
                  </a:lnTo>
                  <a:cubicBezTo>
                    <a:pt x="11363" y="1381"/>
                    <a:pt x="11613" y="1130"/>
                    <a:pt x="11927" y="1130"/>
                  </a:cubicBezTo>
                  <a:close/>
                  <a:moveTo>
                    <a:pt x="11925" y="0"/>
                  </a:moveTo>
                  <a:cubicBezTo>
                    <a:pt x="11115" y="0"/>
                    <a:pt x="10405" y="580"/>
                    <a:pt x="10257" y="1393"/>
                  </a:cubicBezTo>
                  <a:lnTo>
                    <a:pt x="6079" y="4527"/>
                  </a:lnTo>
                  <a:lnTo>
                    <a:pt x="3965" y="4527"/>
                  </a:lnTo>
                  <a:cubicBezTo>
                    <a:pt x="3243" y="4527"/>
                    <a:pt x="2603" y="4980"/>
                    <a:pt x="2362" y="5659"/>
                  </a:cubicBezTo>
                  <a:lnTo>
                    <a:pt x="1700" y="5659"/>
                  </a:lnTo>
                  <a:cubicBezTo>
                    <a:pt x="761" y="5659"/>
                    <a:pt x="0" y="6417"/>
                    <a:pt x="0" y="7356"/>
                  </a:cubicBezTo>
                  <a:lnTo>
                    <a:pt x="0" y="9621"/>
                  </a:lnTo>
                  <a:cubicBezTo>
                    <a:pt x="0" y="10560"/>
                    <a:pt x="761" y="11318"/>
                    <a:pt x="1700" y="11321"/>
                  </a:cubicBezTo>
                  <a:lnTo>
                    <a:pt x="2362" y="11321"/>
                  </a:lnTo>
                  <a:cubicBezTo>
                    <a:pt x="2603" y="11997"/>
                    <a:pt x="3243" y="12450"/>
                    <a:pt x="3965" y="12453"/>
                  </a:cubicBezTo>
                  <a:lnTo>
                    <a:pt x="6079" y="12453"/>
                  </a:lnTo>
                  <a:lnTo>
                    <a:pt x="10257" y="15584"/>
                  </a:lnTo>
                  <a:cubicBezTo>
                    <a:pt x="10405" y="16397"/>
                    <a:pt x="11115" y="16977"/>
                    <a:pt x="11925" y="16977"/>
                  </a:cubicBezTo>
                  <a:cubicBezTo>
                    <a:pt x="11976" y="16977"/>
                    <a:pt x="12027" y="16975"/>
                    <a:pt x="12078" y="16970"/>
                  </a:cubicBezTo>
                  <a:cubicBezTo>
                    <a:pt x="12954" y="16892"/>
                    <a:pt x="13624" y="16161"/>
                    <a:pt x="13627" y="15282"/>
                  </a:cubicBezTo>
                  <a:lnTo>
                    <a:pt x="13627" y="1695"/>
                  </a:lnTo>
                  <a:cubicBezTo>
                    <a:pt x="13624" y="816"/>
                    <a:pt x="12954" y="85"/>
                    <a:pt x="12078" y="7"/>
                  </a:cubicBezTo>
                  <a:cubicBezTo>
                    <a:pt x="12027" y="2"/>
                    <a:pt x="11976" y="0"/>
                    <a:pt x="119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940" name="Google Shape;13940;p81"/>
          <p:cNvGrpSpPr/>
          <p:nvPr/>
        </p:nvGrpSpPr>
        <p:grpSpPr>
          <a:xfrm>
            <a:off x="2507657" y="3125806"/>
            <a:ext cx="340221" cy="340168"/>
            <a:chOff x="3270475" y="1427025"/>
            <a:chExt cx="483200" cy="483125"/>
          </a:xfrm>
        </p:grpSpPr>
        <p:sp>
          <p:nvSpPr>
            <p:cNvPr id="13941" name="Google Shape;13941;p81"/>
            <p:cNvSpPr/>
            <p:nvPr/>
          </p:nvSpPr>
          <p:spPr>
            <a:xfrm>
              <a:off x="3270475" y="1427025"/>
              <a:ext cx="483200" cy="483125"/>
            </a:xfrm>
            <a:custGeom>
              <a:avLst/>
              <a:gdLst/>
              <a:ahLst/>
              <a:cxnLst/>
              <a:rect l="l" t="t" r="r" b="b"/>
              <a:pathLst>
                <a:path w="19328" h="19325" extrusionOk="0">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942" name="Google Shape;13942;p81"/>
            <p:cNvSpPr/>
            <p:nvPr/>
          </p:nvSpPr>
          <p:spPr>
            <a:xfrm>
              <a:off x="3497550" y="1596875"/>
              <a:ext cx="87650" cy="141525"/>
            </a:xfrm>
            <a:custGeom>
              <a:avLst/>
              <a:gdLst/>
              <a:ahLst/>
              <a:cxnLst/>
              <a:rect l="l" t="t" r="r" b="b"/>
              <a:pathLst>
                <a:path w="3506" h="5661" extrusionOk="0">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943" name="Google Shape;13943;p81"/>
            <p:cNvSpPr/>
            <p:nvPr/>
          </p:nvSpPr>
          <p:spPr>
            <a:xfrm>
              <a:off x="3327100" y="1483625"/>
              <a:ext cx="369975" cy="369925"/>
            </a:xfrm>
            <a:custGeom>
              <a:avLst/>
              <a:gdLst/>
              <a:ahLst/>
              <a:cxnLst/>
              <a:rect l="l" t="t" r="r" b="b"/>
              <a:pathLst>
                <a:path w="14799" h="14797" extrusionOk="0">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944" name="Google Shape;13944;p81"/>
          <p:cNvGrpSpPr/>
          <p:nvPr/>
        </p:nvGrpSpPr>
        <p:grpSpPr>
          <a:xfrm>
            <a:off x="2918570" y="3125780"/>
            <a:ext cx="343530" cy="340221"/>
            <a:chOff x="3860250" y="1427025"/>
            <a:chExt cx="487900" cy="483200"/>
          </a:xfrm>
        </p:grpSpPr>
        <p:sp>
          <p:nvSpPr>
            <p:cNvPr id="13945" name="Google Shape;13945;p81"/>
            <p:cNvSpPr/>
            <p:nvPr/>
          </p:nvSpPr>
          <p:spPr>
            <a:xfrm>
              <a:off x="3875800" y="1427025"/>
              <a:ext cx="472350" cy="468650"/>
            </a:xfrm>
            <a:custGeom>
              <a:avLst/>
              <a:gdLst/>
              <a:ahLst/>
              <a:cxnLst/>
              <a:rect l="l" t="t" r="r" b="b"/>
              <a:pathLst>
                <a:path w="18894" h="18746" extrusionOk="0">
                  <a:moveTo>
                    <a:pt x="15874" y="1821"/>
                  </a:moveTo>
                  <a:lnTo>
                    <a:pt x="6498" y="9403"/>
                  </a:lnTo>
                  <a:lnTo>
                    <a:pt x="1918" y="5629"/>
                  </a:lnTo>
                  <a:lnTo>
                    <a:pt x="15874" y="1821"/>
                  </a:lnTo>
                  <a:close/>
                  <a:moveTo>
                    <a:pt x="14524" y="4370"/>
                  </a:moveTo>
                  <a:lnTo>
                    <a:pt x="8425" y="11912"/>
                  </a:lnTo>
                  <a:lnTo>
                    <a:pt x="6257" y="12634"/>
                  </a:lnTo>
                  <a:lnTo>
                    <a:pt x="6981" y="10469"/>
                  </a:lnTo>
                  <a:lnTo>
                    <a:pt x="14524" y="4370"/>
                  </a:lnTo>
                  <a:close/>
                  <a:moveTo>
                    <a:pt x="17072" y="3020"/>
                  </a:moveTo>
                  <a:lnTo>
                    <a:pt x="13265" y="16976"/>
                  </a:lnTo>
                  <a:lnTo>
                    <a:pt x="9491" y="12392"/>
                  </a:lnTo>
                  <a:lnTo>
                    <a:pt x="17072" y="3020"/>
                  </a:lnTo>
                  <a:close/>
                  <a:moveTo>
                    <a:pt x="18298" y="0"/>
                  </a:moveTo>
                  <a:cubicBezTo>
                    <a:pt x="18286" y="0"/>
                    <a:pt x="18274" y="0"/>
                    <a:pt x="18262" y="3"/>
                  </a:cubicBezTo>
                  <a:lnTo>
                    <a:pt x="18253" y="3"/>
                  </a:lnTo>
                  <a:cubicBezTo>
                    <a:pt x="18238" y="6"/>
                    <a:pt x="18223" y="6"/>
                    <a:pt x="18211" y="12"/>
                  </a:cubicBezTo>
                  <a:lnTo>
                    <a:pt x="18193" y="15"/>
                  </a:lnTo>
                  <a:lnTo>
                    <a:pt x="18178" y="18"/>
                  </a:lnTo>
                  <a:lnTo>
                    <a:pt x="562" y="4822"/>
                  </a:lnTo>
                  <a:cubicBezTo>
                    <a:pt x="121" y="4943"/>
                    <a:pt x="0" y="5511"/>
                    <a:pt x="351" y="5804"/>
                  </a:cubicBezTo>
                  <a:lnTo>
                    <a:pt x="5834" y="10321"/>
                  </a:lnTo>
                  <a:lnTo>
                    <a:pt x="4826" y="13349"/>
                  </a:lnTo>
                  <a:cubicBezTo>
                    <a:pt x="4696" y="13732"/>
                    <a:pt x="4991" y="14098"/>
                    <a:pt x="5359" y="14098"/>
                  </a:cubicBezTo>
                  <a:cubicBezTo>
                    <a:pt x="5418" y="14098"/>
                    <a:pt x="5479" y="14089"/>
                    <a:pt x="5541" y="14068"/>
                  </a:cubicBezTo>
                  <a:lnTo>
                    <a:pt x="8570" y="13060"/>
                  </a:lnTo>
                  <a:lnTo>
                    <a:pt x="13087" y="18540"/>
                  </a:lnTo>
                  <a:cubicBezTo>
                    <a:pt x="13195" y="18670"/>
                    <a:pt x="13355" y="18745"/>
                    <a:pt x="13525" y="18745"/>
                  </a:cubicBezTo>
                  <a:cubicBezTo>
                    <a:pt x="13564" y="18745"/>
                    <a:pt x="13603" y="18742"/>
                    <a:pt x="13642" y="18733"/>
                  </a:cubicBezTo>
                  <a:cubicBezTo>
                    <a:pt x="13848" y="18691"/>
                    <a:pt x="14014" y="18534"/>
                    <a:pt x="14071" y="18328"/>
                  </a:cubicBezTo>
                  <a:lnTo>
                    <a:pt x="18875" y="716"/>
                  </a:lnTo>
                  <a:cubicBezTo>
                    <a:pt x="18875" y="710"/>
                    <a:pt x="18875" y="704"/>
                    <a:pt x="18878" y="698"/>
                  </a:cubicBezTo>
                  <a:lnTo>
                    <a:pt x="18881" y="683"/>
                  </a:lnTo>
                  <a:cubicBezTo>
                    <a:pt x="18884" y="668"/>
                    <a:pt x="18887" y="653"/>
                    <a:pt x="18890" y="637"/>
                  </a:cubicBezTo>
                  <a:cubicBezTo>
                    <a:pt x="18890" y="637"/>
                    <a:pt x="18890" y="634"/>
                    <a:pt x="18890" y="631"/>
                  </a:cubicBezTo>
                  <a:cubicBezTo>
                    <a:pt x="18890" y="619"/>
                    <a:pt x="18890" y="604"/>
                    <a:pt x="18893" y="592"/>
                  </a:cubicBezTo>
                  <a:lnTo>
                    <a:pt x="18893" y="580"/>
                  </a:lnTo>
                  <a:cubicBezTo>
                    <a:pt x="18893" y="568"/>
                    <a:pt x="18893" y="553"/>
                    <a:pt x="18893" y="541"/>
                  </a:cubicBezTo>
                  <a:cubicBezTo>
                    <a:pt x="18893" y="538"/>
                    <a:pt x="18893" y="535"/>
                    <a:pt x="18893" y="532"/>
                  </a:cubicBezTo>
                  <a:cubicBezTo>
                    <a:pt x="18893" y="517"/>
                    <a:pt x="18890" y="502"/>
                    <a:pt x="18890" y="487"/>
                  </a:cubicBezTo>
                  <a:cubicBezTo>
                    <a:pt x="18890" y="483"/>
                    <a:pt x="18890" y="480"/>
                    <a:pt x="18887" y="477"/>
                  </a:cubicBezTo>
                  <a:cubicBezTo>
                    <a:pt x="18887" y="465"/>
                    <a:pt x="18884" y="453"/>
                    <a:pt x="18881" y="441"/>
                  </a:cubicBezTo>
                  <a:lnTo>
                    <a:pt x="18878" y="429"/>
                  </a:lnTo>
                  <a:cubicBezTo>
                    <a:pt x="18875" y="417"/>
                    <a:pt x="18872" y="402"/>
                    <a:pt x="18866" y="390"/>
                  </a:cubicBezTo>
                  <a:cubicBezTo>
                    <a:pt x="18866" y="387"/>
                    <a:pt x="18866" y="384"/>
                    <a:pt x="18863" y="381"/>
                  </a:cubicBezTo>
                  <a:cubicBezTo>
                    <a:pt x="18860" y="369"/>
                    <a:pt x="18854" y="354"/>
                    <a:pt x="18848" y="345"/>
                  </a:cubicBezTo>
                  <a:cubicBezTo>
                    <a:pt x="18848" y="339"/>
                    <a:pt x="18845" y="333"/>
                    <a:pt x="18842" y="329"/>
                  </a:cubicBezTo>
                  <a:cubicBezTo>
                    <a:pt x="18839" y="323"/>
                    <a:pt x="18833" y="308"/>
                    <a:pt x="18830" y="299"/>
                  </a:cubicBezTo>
                  <a:cubicBezTo>
                    <a:pt x="18824" y="290"/>
                    <a:pt x="18824" y="290"/>
                    <a:pt x="18821" y="287"/>
                  </a:cubicBezTo>
                  <a:cubicBezTo>
                    <a:pt x="18815" y="275"/>
                    <a:pt x="18806" y="263"/>
                    <a:pt x="18797" y="248"/>
                  </a:cubicBezTo>
                  <a:lnTo>
                    <a:pt x="18790" y="239"/>
                  </a:lnTo>
                  <a:cubicBezTo>
                    <a:pt x="18784" y="230"/>
                    <a:pt x="18775" y="221"/>
                    <a:pt x="18769" y="212"/>
                  </a:cubicBezTo>
                  <a:cubicBezTo>
                    <a:pt x="18760" y="203"/>
                    <a:pt x="18763" y="203"/>
                    <a:pt x="18760" y="200"/>
                  </a:cubicBezTo>
                  <a:cubicBezTo>
                    <a:pt x="18751" y="188"/>
                    <a:pt x="18739" y="176"/>
                    <a:pt x="18727" y="163"/>
                  </a:cubicBezTo>
                  <a:cubicBezTo>
                    <a:pt x="18718" y="154"/>
                    <a:pt x="18706" y="142"/>
                    <a:pt x="18694" y="133"/>
                  </a:cubicBezTo>
                  <a:lnTo>
                    <a:pt x="18682" y="124"/>
                  </a:lnTo>
                  <a:cubicBezTo>
                    <a:pt x="18673" y="115"/>
                    <a:pt x="18664" y="109"/>
                    <a:pt x="18655" y="103"/>
                  </a:cubicBezTo>
                  <a:lnTo>
                    <a:pt x="18643" y="94"/>
                  </a:lnTo>
                  <a:cubicBezTo>
                    <a:pt x="18630" y="88"/>
                    <a:pt x="18618" y="79"/>
                    <a:pt x="18606" y="73"/>
                  </a:cubicBezTo>
                  <a:lnTo>
                    <a:pt x="18591" y="64"/>
                  </a:lnTo>
                  <a:lnTo>
                    <a:pt x="18564" y="52"/>
                  </a:lnTo>
                  <a:lnTo>
                    <a:pt x="18549" y="43"/>
                  </a:lnTo>
                  <a:cubicBezTo>
                    <a:pt x="18537" y="40"/>
                    <a:pt x="18522" y="34"/>
                    <a:pt x="18510" y="28"/>
                  </a:cubicBezTo>
                  <a:lnTo>
                    <a:pt x="18501" y="28"/>
                  </a:lnTo>
                  <a:cubicBezTo>
                    <a:pt x="18489" y="22"/>
                    <a:pt x="18476" y="18"/>
                    <a:pt x="18464" y="15"/>
                  </a:cubicBezTo>
                  <a:lnTo>
                    <a:pt x="18449" y="12"/>
                  </a:lnTo>
                  <a:lnTo>
                    <a:pt x="18416" y="6"/>
                  </a:lnTo>
                  <a:lnTo>
                    <a:pt x="18404" y="3"/>
                  </a:lnTo>
                  <a:cubicBezTo>
                    <a:pt x="18389" y="3"/>
                    <a:pt x="18374" y="0"/>
                    <a:pt x="183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946" name="Google Shape;13946;p81"/>
            <p:cNvSpPr/>
            <p:nvPr/>
          </p:nvSpPr>
          <p:spPr>
            <a:xfrm>
              <a:off x="3860250" y="1861675"/>
              <a:ext cx="54675" cy="48550"/>
            </a:xfrm>
            <a:custGeom>
              <a:avLst/>
              <a:gdLst/>
              <a:ahLst/>
              <a:cxnLst/>
              <a:rect l="l" t="t" r="r" b="b"/>
              <a:pathLst>
                <a:path w="2187" h="1942" extrusionOk="0">
                  <a:moveTo>
                    <a:pt x="1563" y="1"/>
                  </a:moveTo>
                  <a:cubicBezTo>
                    <a:pt x="1416" y="1"/>
                    <a:pt x="1268" y="58"/>
                    <a:pt x="1157" y="172"/>
                  </a:cubicBezTo>
                  <a:lnTo>
                    <a:pt x="357" y="976"/>
                  </a:lnTo>
                  <a:cubicBezTo>
                    <a:pt x="0" y="1332"/>
                    <a:pt x="254" y="1942"/>
                    <a:pt x="758" y="1942"/>
                  </a:cubicBezTo>
                  <a:cubicBezTo>
                    <a:pt x="906" y="1942"/>
                    <a:pt x="1051" y="1882"/>
                    <a:pt x="1157" y="1776"/>
                  </a:cubicBezTo>
                  <a:lnTo>
                    <a:pt x="1957" y="973"/>
                  </a:lnTo>
                  <a:cubicBezTo>
                    <a:pt x="2184" y="755"/>
                    <a:pt x="2187" y="390"/>
                    <a:pt x="1963" y="166"/>
                  </a:cubicBezTo>
                  <a:cubicBezTo>
                    <a:pt x="1853" y="56"/>
                    <a:pt x="1708" y="1"/>
                    <a:pt x="15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947" name="Google Shape;13947;p81"/>
            <p:cNvSpPr/>
            <p:nvPr/>
          </p:nvSpPr>
          <p:spPr>
            <a:xfrm>
              <a:off x="3923425" y="1801775"/>
              <a:ext cx="51350" cy="48550"/>
            </a:xfrm>
            <a:custGeom>
              <a:avLst/>
              <a:gdLst/>
              <a:ahLst/>
              <a:cxnLst/>
              <a:rect l="l" t="t" r="r" b="b"/>
              <a:pathLst>
                <a:path w="2054" h="1942" extrusionOk="0">
                  <a:moveTo>
                    <a:pt x="1430" y="0"/>
                  </a:moveTo>
                  <a:cubicBezTo>
                    <a:pt x="1286" y="0"/>
                    <a:pt x="1141" y="56"/>
                    <a:pt x="1030" y="168"/>
                  </a:cubicBezTo>
                  <a:lnTo>
                    <a:pt x="230" y="968"/>
                  </a:lnTo>
                  <a:cubicBezTo>
                    <a:pt x="4" y="1189"/>
                    <a:pt x="1" y="1551"/>
                    <a:pt x="224" y="1774"/>
                  </a:cubicBezTo>
                  <a:cubicBezTo>
                    <a:pt x="334" y="1886"/>
                    <a:pt x="478" y="1941"/>
                    <a:pt x="623" y="1941"/>
                  </a:cubicBezTo>
                  <a:cubicBezTo>
                    <a:pt x="771" y="1941"/>
                    <a:pt x="919" y="1883"/>
                    <a:pt x="1030" y="1768"/>
                  </a:cubicBezTo>
                  <a:lnTo>
                    <a:pt x="1831" y="968"/>
                  </a:lnTo>
                  <a:cubicBezTo>
                    <a:pt x="2054" y="745"/>
                    <a:pt x="2051" y="388"/>
                    <a:pt x="1831" y="168"/>
                  </a:cubicBezTo>
                  <a:cubicBezTo>
                    <a:pt x="1720" y="56"/>
                    <a:pt x="1575" y="0"/>
                    <a:pt x="14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3948" name="Google Shape;13948;p81"/>
          <p:cNvSpPr/>
          <p:nvPr/>
        </p:nvSpPr>
        <p:spPr>
          <a:xfrm>
            <a:off x="3337690" y="3125629"/>
            <a:ext cx="340239" cy="340168"/>
          </a:xfrm>
          <a:custGeom>
            <a:avLst/>
            <a:gdLst/>
            <a:ahLst/>
            <a:cxnLst/>
            <a:rect l="l" t="t" r="r" b="b"/>
            <a:pathLst>
              <a:path w="19329" h="19325" extrusionOk="0">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949" name="Google Shape;13949;p81"/>
          <p:cNvSpPr/>
          <p:nvPr/>
        </p:nvSpPr>
        <p:spPr>
          <a:xfrm>
            <a:off x="3758629" y="3125620"/>
            <a:ext cx="343530" cy="340186"/>
          </a:xfrm>
          <a:custGeom>
            <a:avLst/>
            <a:gdLst/>
            <a:ahLst/>
            <a:cxnLst/>
            <a:rect l="l" t="t" r="r" b="b"/>
            <a:pathLst>
              <a:path w="19516" h="19326" extrusionOk="0">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3950" name="Google Shape;13950;p81"/>
          <p:cNvGrpSpPr/>
          <p:nvPr/>
        </p:nvGrpSpPr>
        <p:grpSpPr>
          <a:xfrm>
            <a:off x="4174808" y="3125806"/>
            <a:ext cx="340221" cy="340168"/>
            <a:chOff x="5648375" y="1427025"/>
            <a:chExt cx="483200" cy="483125"/>
          </a:xfrm>
        </p:grpSpPr>
        <p:sp>
          <p:nvSpPr>
            <p:cNvPr id="13951" name="Google Shape;13951;p81"/>
            <p:cNvSpPr/>
            <p:nvPr/>
          </p:nvSpPr>
          <p:spPr>
            <a:xfrm>
              <a:off x="5801075" y="1484625"/>
              <a:ext cx="177725" cy="162475"/>
            </a:xfrm>
            <a:custGeom>
              <a:avLst/>
              <a:gdLst/>
              <a:ahLst/>
              <a:cxnLst/>
              <a:rect l="l" t="t" r="r" b="b"/>
              <a:pathLst>
                <a:path w="7109" h="6499" extrusionOk="0">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952" name="Google Shape;13952;p81"/>
            <p:cNvSpPr/>
            <p:nvPr/>
          </p:nvSpPr>
          <p:spPr>
            <a:xfrm>
              <a:off x="5648375" y="1427025"/>
              <a:ext cx="483200" cy="483125"/>
            </a:xfrm>
            <a:custGeom>
              <a:avLst/>
              <a:gdLst/>
              <a:ahLst/>
              <a:cxnLst/>
              <a:rect l="l" t="t" r="r" b="b"/>
              <a:pathLst>
                <a:path w="19328" h="19325" extrusionOk="0">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953" name="Google Shape;13953;p81"/>
          <p:cNvGrpSpPr/>
          <p:nvPr/>
        </p:nvGrpSpPr>
        <p:grpSpPr>
          <a:xfrm>
            <a:off x="4589294" y="3125789"/>
            <a:ext cx="344622" cy="340204"/>
            <a:chOff x="6238300" y="1426975"/>
            <a:chExt cx="489450" cy="483175"/>
          </a:xfrm>
        </p:grpSpPr>
        <p:sp>
          <p:nvSpPr>
            <p:cNvPr id="13954" name="Google Shape;13954;p81"/>
            <p:cNvSpPr/>
            <p:nvPr/>
          </p:nvSpPr>
          <p:spPr>
            <a:xfrm>
              <a:off x="6238300" y="1426975"/>
              <a:ext cx="489450" cy="483175"/>
            </a:xfrm>
            <a:custGeom>
              <a:avLst/>
              <a:gdLst/>
              <a:ahLst/>
              <a:cxnLst/>
              <a:rect l="l" t="t" r="r" b="b"/>
              <a:pathLst>
                <a:path w="19578" h="19327" extrusionOk="0">
                  <a:moveTo>
                    <a:pt x="16109" y="2267"/>
                  </a:moveTo>
                  <a:lnTo>
                    <a:pt x="16109" y="4803"/>
                  </a:lnTo>
                  <a:lnTo>
                    <a:pt x="14977" y="3831"/>
                  </a:lnTo>
                  <a:lnTo>
                    <a:pt x="14977" y="2267"/>
                  </a:lnTo>
                  <a:close/>
                  <a:moveTo>
                    <a:pt x="9880" y="1135"/>
                  </a:moveTo>
                  <a:cubicBezTo>
                    <a:pt x="10011" y="1135"/>
                    <a:pt x="10142" y="1181"/>
                    <a:pt x="10248" y="1274"/>
                  </a:cubicBezTo>
                  <a:lnTo>
                    <a:pt x="18174" y="8067"/>
                  </a:lnTo>
                  <a:cubicBezTo>
                    <a:pt x="18413" y="8270"/>
                    <a:pt x="18440" y="8626"/>
                    <a:pt x="18238" y="8864"/>
                  </a:cubicBezTo>
                  <a:lnTo>
                    <a:pt x="18238" y="8861"/>
                  </a:lnTo>
                  <a:cubicBezTo>
                    <a:pt x="18129" y="8988"/>
                    <a:pt x="17972" y="9061"/>
                    <a:pt x="17809" y="9061"/>
                  </a:cubicBezTo>
                  <a:cubicBezTo>
                    <a:pt x="17673" y="9061"/>
                    <a:pt x="17540" y="9012"/>
                    <a:pt x="17440" y="8925"/>
                  </a:cubicBezTo>
                  <a:lnTo>
                    <a:pt x="10251" y="2762"/>
                  </a:lnTo>
                  <a:cubicBezTo>
                    <a:pt x="10145" y="2672"/>
                    <a:pt x="10014" y="2626"/>
                    <a:pt x="9883" y="2626"/>
                  </a:cubicBezTo>
                  <a:cubicBezTo>
                    <a:pt x="9751" y="2626"/>
                    <a:pt x="9620" y="2672"/>
                    <a:pt x="9514" y="2762"/>
                  </a:cubicBezTo>
                  <a:lnTo>
                    <a:pt x="2687" y="8553"/>
                  </a:lnTo>
                  <a:cubicBezTo>
                    <a:pt x="2657" y="8575"/>
                    <a:pt x="2633" y="8596"/>
                    <a:pt x="2609" y="8623"/>
                  </a:cubicBezTo>
                  <a:lnTo>
                    <a:pt x="2250" y="8925"/>
                  </a:lnTo>
                  <a:cubicBezTo>
                    <a:pt x="2142" y="9016"/>
                    <a:pt x="2012" y="9060"/>
                    <a:pt x="1882" y="9060"/>
                  </a:cubicBezTo>
                  <a:cubicBezTo>
                    <a:pt x="1723" y="9060"/>
                    <a:pt x="1565" y="8994"/>
                    <a:pt x="1452" y="8864"/>
                  </a:cubicBezTo>
                  <a:cubicBezTo>
                    <a:pt x="1250" y="8629"/>
                    <a:pt x="1274" y="8273"/>
                    <a:pt x="1510" y="8067"/>
                  </a:cubicBezTo>
                  <a:lnTo>
                    <a:pt x="9511" y="1274"/>
                  </a:lnTo>
                  <a:cubicBezTo>
                    <a:pt x="9617" y="1181"/>
                    <a:pt x="9748" y="1135"/>
                    <a:pt x="9880" y="1135"/>
                  </a:cubicBezTo>
                  <a:close/>
                  <a:moveTo>
                    <a:pt x="12147" y="13665"/>
                  </a:moveTo>
                  <a:lnTo>
                    <a:pt x="12147" y="18195"/>
                  </a:lnTo>
                  <a:lnTo>
                    <a:pt x="7543" y="18195"/>
                  </a:lnTo>
                  <a:lnTo>
                    <a:pt x="7543" y="13665"/>
                  </a:lnTo>
                  <a:close/>
                  <a:moveTo>
                    <a:pt x="9883" y="3937"/>
                  </a:moveTo>
                  <a:lnTo>
                    <a:pt x="16109" y="9275"/>
                  </a:lnTo>
                  <a:lnTo>
                    <a:pt x="16109" y="18195"/>
                  </a:lnTo>
                  <a:lnTo>
                    <a:pt x="13280" y="18195"/>
                  </a:lnTo>
                  <a:lnTo>
                    <a:pt x="13280" y="13101"/>
                  </a:lnTo>
                  <a:cubicBezTo>
                    <a:pt x="13280" y="12787"/>
                    <a:pt x="13026" y="12533"/>
                    <a:pt x="12712" y="12533"/>
                  </a:cubicBezTo>
                  <a:lnTo>
                    <a:pt x="6975" y="12533"/>
                  </a:lnTo>
                  <a:cubicBezTo>
                    <a:pt x="6661" y="12533"/>
                    <a:pt x="6410" y="12787"/>
                    <a:pt x="6410" y="13101"/>
                  </a:cubicBezTo>
                  <a:lnTo>
                    <a:pt x="6410" y="18195"/>
                  </a:lnTo>
                  <a:lnTo>
                    <a:pt x="3578" y="18195"/>
                  </a:lnTo>
                  <a:lnTo>
                    <a:pt x="3578" y="9281"/>
                  </a:lnTo>
                  <a:lnTo>
                    <a:pt x="9883" y="3937"/>
                  </a:lnTo>
                  <a:close/>
                  <a:moveTo>
                    <a:pt x="9883" y="0"/>
                  </a:moveTo>
                  <a:cubicBezTo>
                    <a:pt x="9489" y="0"/>
                    <a:pt x="9095" y="137"/>
                    <a:pt x="8778" y="410"/>
                  </a:cubicBezTo>
                  <a:lnTo>
                    <a:pt x="773" y="7204"/>
                  </a:lnTo>
                  <a:cubicBezTo>
                    <a:pt x="154" y="7738"/>
                    <a:pt x="0" y="8635"/>
                    <a:pt x="411" y="9345"/>
                  </a:cubicBezTo>
                  <a:cubicBezTo>
                    <a:pt x="720" y="9881"/>
                    <a:pt x="1289" y="10193"/>
                    <a:pt x="1882" y="10193"/>
                  </a:cubicBezTo>
                  <a:cubicBezTo>
                    <a:pt x="2070" y="10193"/>
                    <a:pt x="2261" y="10162"/>
                    <a:pt x="2446" y="10096"/>
                  </a:cubicBezTo>
                  <a:lnTo>
                    <a:pt x="2446" y="18762"/>
                  </a:lnTo>
                  <a:cubicBezTo>
                    <a:pt x="2446" y="19073"/>
                    <a:pt x="2699" y="19327"/>
                    <a:pt x="3010" y="19327"/>
                  </a:cubicBezTo>
                  <a:lnTo>
                    <a:pt x="16673" y="19327"/>
                  </a:lnTo>
                  <a:cubicBezTo>
                    <a:pt x="16987" y="19327"/>
                    <a:pt x="17241" y="19073"/>
                    <a:pt x="17241" y="18762"/>
                  </a:cubicBezTo>
                  <a:lnTo>
                    <a:pt x="17241" y="10096"/>
                  </a:lnTo>
                  <a:cubicBezTo>
                    <a:pt x="17431" y="10163"/>
                    <a:pt x="17623" y="10195"/>
                    <a:pt x="17809" y="10195"/>
                  </a:cubicBezTo>
                  <a:cubicBezTo>
                    <a:pt x="18756" y="10195"/>
                    <a:pt x="19578" y="9388"/>
                    <a:pt x="19500" y="8363"/>
                  </a:cubicBezTo>
                  <a:cubicBezTo>
                    <a:pt x="19466" y="7913"/>
                    <a:pt x="19255" y="7497"/>
                    <a:pt x="18914" y="7204"/>
                  </a:cubicBezTo>
                  <a:lnTo>
                    <a:pt x="17241" y="5770"/>
                  </a:lnTo>
                  <a:lnTo>
                    <a:pt x="17241" y="1702"/>
                  </a:lnTo>
                  <a:cubicBezTo>
                    <a:pt x="17241" y="1388"/>
                    <a:pt x="16987" y="1135"/>
                    <a:pt x="16676" y="1135"/>
                  </a:cubicBezTo>
                  <a:lnTo>
                    <a:pt x="14412" y="1135"/>
                  </a:lnTo>
                  <a:cubicBezTo>
                    <a:pt x="14098" y="1135"/>
                    <a:pt x="13844" y="1388"/>
                    <a:pt x="13844" y="1702"/>
                  </a:cubicBezTo>
                  <a:lnTo>
                    <a:pt x="13844" y="2862"/>
                  </a:lnTo>
                  <a:lnTo>
                    <a:pt x="10988" y="410"/>
                  </a:lnTo>
                  <a:cubicBezTo>
                    <a:pt x="10671" y="137"/>
                    <a:pt x="10277" y="0"/>
                    <a:pt x="98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955" name="Google Shape;13955;p81"/>
            <p:cNvSpPr/>
            <p:nvPr/>
          </p:nvSpPr>
          <p:spPr>
            <a:xfrm>
              <a:off x="6426850" y="1596875"/>
              <a:ext cx="115150" cy="113250"/>
            </a:xfrm>
            <a:custGeom>
              <a:avLst/>
              <a:gdLst/>
              <a:ahLst/>
              <a:cxnLst/>
              <a:rect l="l" t="t" r="r" b="b"/>
              <a:pathLst>
                <a:path w="4606" h="4530" extrusionOk="0">
                  <a:moveTo>
                    <a:pt x="3473" y="1132"/>
                  </a:moveTo>
                  <a:lnTo>
                    <a:pt x="3473" y="3397"/>
                  </a:lnTo>
                  <a:lnTo>
                    <a:pt x="1133" y="3397"/>
                  </a:lnTo>
                  <a:lnTo>
                    <a:pt x="1133" y="1132"/>
                  </a:lnTo>
                  <a:close/>
                  <a:moveTo>
                    <a:pt x="565" y="0"/>
                  </a:moveTo>
                  <a:cubicBezTo>
                    <a:pt x="251" y="0"/>
                    <a:pt x="1" y="254"/>
                    <a:pt x="1" y="568"/>
                  </a:cubicBezTo>
                  <a:lnTo>
                    <a:pt x="1" y="3965"/>
                  </a:lnTo>
                  <a:cubicBezTo>
                    <a:pt x="1" y="4276"/>
                    <a:pt x="251" y="4529"/>
                    <a:pt x="565" y="4529"/>
                  </a:cubicBezTo>
                  <a:lnTo>
                    <a:pt x="4038" y="4529"/>
                  </a:lnTo>
                  <a:cubicBezTo>
                    <a:pt x="4352" y="4529"/>
                    <a:pt x="4605" y="4276"/>
                    <a:pt x="4605" y="3965"/>
                  </a:cubicBezTo>
                  <a:lnTo>
                    <a:pt x="4605" y="568"/>
                  </a:lnTo>
                  <a:cubicBezTo>
                    <a:pt x="4605" y="254"/>
                    <a:pt x="4352" y="0"/>
                    <a:pt x="40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956" name="Google Shape;13956;p81"/>
            <p:cNvSpPr/>
            <p:nvPr/>
          </p:nvSpPr>
          <p:spPr>
            <a:xfrm>
              <a:off x="6485350" y="1796900"/>
              <a:ext cx="28325" cy="28325"/>
            </a:xfrm>
            <a:custGeom>
              <a:avLst/>
              <a:gdLst/>
              <a:ahLst/>
              <a:cxnLst/>
              <a:rect l="l" t="t" r="r" b="b"/>
              <a:pathLst>
                <a:path w="1133" h="1133" extrusionOk="0">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3957" name="Google Shape;13957;p81"/>
          <p:cNvSpPr/>
          <p:nvPr/>
        </p:nvSpPr>
        <p:spPr>
          <a:xfrm>
            <a:off x="849923" y="3545273"/>
            <a:ext cx="300792" cy="338725"/>
          </a:xfrm>
          <a:custGeom>
            <a:avLst/>
            <a:gdLst/>
            <a:ahLst/>
            <a:cxnLst/>
            <a:rect l="l" t="t" r="r" b="b"/>
            <a:pathLst>
              <a:path w="17088" h="19243" extrusionOk="0">
                <a:moveTo>
                  <a:pt x="15955" y="1281"/>
                </a:moveTo>
                <a:lnTo>
                  <a:pt x="15955" y="3452"/>
                </a:lnTo>
                <a:lnTo>
                  <a:pt x="5586" y="5877"/>
                </a:lnTo>
                <a:lnTo>
                  <a:pt x="5586" y="3703"/>
                </a:lnTo>
                <a:lnTo>
                  <a:pt x="15955" y="1281"/>
                </a:lnTo>
                <a:close/>
                <a:moveTo>
                  <a:pt x="14425" y="12363"/>
                </a:moveTo>
                <a:cubicBezTo>
                  <a:pt x="14622" y="12363"/>
                  <a:pt x="14821" y="12401"/>
                  <a:pt x="15010" y="12480"/>
                </a:cubicBezTo>
                <a:cubicBezTo>
                  <a:pt x="15584" y="12716"/>
                  <a:pt x="15955" y="13274"/>
                  <a:pt x="15955" y="13893"/>
                </a:cubicBezTo>
                <a:cubicBezTo>
                  <a:pt x="15955" y="14739"/>
                  <a:pt x="15270" y="15421"/>
                  <a:pt x="14424" y="15421"/>
                </a:cubicBezTo>
                <a:cubicBezTo>
                  <a:pt x="13805" y="15421"/>
                  <a:pt x="13250" y="15050"/>
                  <a:pt x="13011" y="14479"/>
                </a:cubicBezTo>
                <a:cubicBezTo>
                  <a:pt x="12776" y="13905"/>
                  <a:pt x="12905" y="13247"/>
                  <a:pt x="13343" y="12809"/>
                </a:cubicBezTo>
                <a:cubicBezTo>
                  <a:pt x="13636" y="12519"/>
                  <a:pt x="14027" y="12363"/>
                  <a:pt x="14425" y="12363"/>
                </a:cubicBezTo>
                <a:close/>
                <a:moveTo>
                  <a:pt x="2925" y="15050"/>
                </a:moveTo>
                <a:cubicBezTo>
                  <a:pt x="3122" y="15050"/>
                  <a:pt x="3322" y="15088"/>
                  <a:pt x="3512" y="15168"/>
                </a:cubicBezTo>
                <a:cubicBezTo>
                  <a:pt x="4083" y="15403"/>
                  <a:pt x="4454" y="15962"/>
                  <a:pt x="4454" y="16581"/>
                </a:cubicBezTo>
                <a:cubicBezTo>
                  <a:pt x="4454" y="17423"/>
                  <a:pt x="3769" y="18108"/>
                  <a:pt x="2926" y="18108"/>
                </a:cubicBezTo>
                <a:cubicBezTo>
                  <a:pt x="2307" y="18108"/>
                  <a:pt x="1749" y="17737"/>
                  <a:pt x="1513" y="17166"/>
                </a:cubicBezTo>
                <a:cubicBezTo>
                  <a:pt x="1275" y="16593"/>
                  <a:pt x="1407" y="15934"/>
                  <a:pt x="1845" y="15497"/>
                </a:cubicBezTo>
                <a:cubicBezTo>
                  <a:pt x="2136" y="15206"/>
                  <a:pt x="2527" y="15050"/>
                  <a:pt x="2925" y="15050"/>
                </a:cubicBezTo>
                <a:close/>
                <a:moveTo>
                  <a:pt x="16525" y="0"/>
                </a:moveTo>
                <a:cubicBezTo>
                  <a:pt x="16481" y="0"/>
                  <a:pt x="16437" y="5"/>
                  <a:pt x="16393" y="16"/>
                </a:cubicBezTo>
                <a:lnTo>
                  <a:pt x="4892" y="2703"/>
                </a:lnTo>
                <a:cubicBezTo>
                  <a:pt x="4635" y="2761"/>
                  <a:pt x="4454" y="2990"/>
                  <a:pt x="4454" y="3253"/>
                </a:cubicBezTo>
                <a:lnTo>
                  <a:pt x="4454" y="14404"/>
                </a:lnTo>
                <a:cubicBezTo>
                  <a:pt x="3994" y="14081"/>
                  <a:pt x="3459" y="13921"/>
                  <a:pt x="2926" y="13921"/>
                </a:cubicBezTo>
                <a:cubicBezTo>
                  <a:pt x="2299" y="13921"/>
                  <a:pt x="1673" y="14143"/>
                  <a:pt x="1175" y="14579"/>
                </a:cubicBezTo>
                <a:cubicBezTo>
                  <a:pt x="251" y="15388"/>
                  <a:pt x="0" y="16720"/>
                  <a:pt x="568" y="17810"/>
                </a:cubicBezTo>
                <a:cubicBezTo>
                  <a:pt x="1032" y="18704"/>
                  <a:pt x="1950" y="19242"/>
                  <a:pt x="2925" y="19242"/>
                </a:cubicBezTo>
                <a:cubicBezTo>
                  <a:pt x="3136" y="19242"/>
                  <a:pt x="3349" y="19217"/>
                  <a:pt x="3560" y="19165"/>
                </a:cubicBezTo>
                <a:cubicBezTo>
                  <a:pt x="4750" y="18872"/>
                  <a:pt x="5589" y="17807"/>
                  <a:pt x="5586" y="16581"/>
                </a:cubicBezTo>
                <a:lnTo>
                  <a:pt x="5586" y="7039"/>
                </a:lnTo>
                <a:lnTo>
                  <a:pt x="15955" y="4618"/>
                </a:lnTo>
                <a:lnTo>
                  <a:pt x="15955" y="11716"/>
                </a:lnTo>
                <a:cubicBezTo>
                  <a:pt x="15508" y="11399"/>
                  <a:pt x="14974" y="11230"/>
                  <a:pt x="14424" y="11230"/>
                </a:cubicBezTo>
                <a:cubicBezTo>
                  <a:pt x="13349" y="11230"/>
                  <a:pt x="12377" y="11879"/>
                  <a:pt x="11966" y="12873"/>
                </a:cubicBezTo>
                <a:cubicBezTo>
                  <a:pt x="11553" y="13869"/>
                  <a:pt x="11782" y="15014"/>
                  <a:pt x="12543" y="15774"/>
                </a:cubicBezTo>
                <a:cubicBezTo>
                  <a:pt x="13052" y="16283"/>
                  <a:pt x="13733" y="16555"/>
                  <a:pt x="14426" y="16555"/>
                </a:cubicBezTo>
                <a:cubicBezTo>
                  <a:pt x="14769" y="16555"/>
                  <a:pt x="15115" y="16488"/>
                  <a:pt x="15445" y="16351"/>
                </a:cubicBezTo>
                <a:cubicBezTo>
                  <a:pt x="16438" y="15941"/>
                  <a:pt x="17087" y="14968"/>
                  <a:pt x="17087" y="13893"/>
                </a:cubicBezTo>
                <a:lnTo>
                  <a:pt x="17087" y="565"/>
                </a:lnTo>
                <a:cubicBezTo>
                  <a:pt x="17087" y="246"/>
                  <a:pt x="16826" y="0"/>
                  <a:pt x="165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3958" name="Google Shape;13958;p81"/>
          <p:cNvGrpSpPr/>
          <p:nvPr/>
        </p:nvGrpSpPr>
        <p:grpSpPr>
          <a:xfrm>
            <a:off x="1248190" y="3544794"/>
            <a:ext cx="340168" cy="340186"/>
            <a:chOff x="1487200" y="2021475"/>
            <a:chExt cx="483125" cy="483150"/>
          </a:xfrm>
        </p:grpSpPr>
        <p:sp>
          <p:nvSpPr>
            <p:cNvPr id="13959" name="Google Shape;13959;p81"/>
            <p:cNvSpPr/>
            <p:nvPr/>
          </p:nvSpPr>
          <p:spPr>
            <a:xfrm>
              <a:off x="1487200" y="2021475"/>
              <a:ext cx="483125" cy="483150"/>
            </a:xfrm>
            <a:custGeom>
              <a:avLst/>
              <a:gdLst/>
              <a:ahLst/>
              <a:cxnLst/>
              <a:rect l="l" t="t" r="r" b="b"/>
              <a:pathLst>
                <a:path w="19325" h="19326" extrusionOk="0">
                  <a:moveTo>
                    <a:pt x="17628" y="1133"/>
                  </a:moveTo>
                  <a:cubicBezTo>
                    <a:pt x="17939" y="1133"/>
                    <a:pt x="18192" y="1386"/>
                    <a:pt x="18192" y="1701"/>
                  </a:cubicBezTo>
                  <a:lnTo>
                    <a:pt x="18192" y="14796"/>
                  </a:lnTo>
                  <a:lnTo>
                    <a:pt x="1132" y="14796"/>
                  </a:lnTo>
                  <a:lnTo>
                    <a:pt x="1132" y="1701"/>
                  </a:lnTo>
                  <a:cubicBezTo>
                    <a:pt x="1132" y="1386"/>
                    <a:pt x="1386" y="1133"/>
                    <a:pt x="1700" y="1133"/>
                  </a:cubicBezTo>
                  <a:close/>
                  <a:moveTo>
                    <a:pt x="18192" y="15928"/>
                  </a:moveTo>
                  <a:lnTo>
                    <a:pt x="18192" y="17628"/>
                  </a:lnTo>
                  <a:cubicBezTo>
                    <a:pt x="18192" y="17939"/>
                    <a:pt x="17939" y="18193"/>
                    <a:pt x="17628" y="18193"/>
                  </a:cubicBezTo>
                  <a:lnTo>
                    <a:pt x="1700" y="18193"/>
                  </a:lnTo>
                  <a:cubicBezTo>
                    <a:pt x="1386" y="18193"/>
                    <a:pt x="1132" y="17939"/>
                    <a:pt x="1132" y="17628"/>
                  </a:cubicBezTo>
                  <a:lnTo>
                    <a:pt x="1132" y="15928"/>
                  </a:lnTo>
                  <a:close/>
                  <a:moveTo>
                    <a:pt x="1700" y="1"/>
                  </a:moveTo>
                  <a:cubicBezTo>
                    <a:pt x="761" y="1"/>
                    <a:pt x="0" y="761"/>
                    <a:pt x="0" y="1701"/>
                  </a:cubicBezTo>
                  <a:lnTo>
                    <a:pt x="0" y="17628"/>
                  </a:lnTo>
                  <a:cubicBezTo>
                    <a:pt x="0" y="18564"/>
                    <a:pt x="761" y="19325"/>
                    <a:pt x="1700" y="19325"/>
                  </a:cubicBezTo>
                  <a:lnTo>
                    <a:pt x="17628" y="19325"/>
                  </a:lnTo>
                  <a:cubicBezTo>
                    <a:pt x="18564" y="19325"/>
                    <a:pt x="19325" y="18564"/>
                    <a:pt x="19325" y="17628"/>
                  </a:cubicBezTo>
                  <a:lnTo>
                    <a:pt x="19325" y="1701"/>
                  </a:lnTo>
                  <a:cubicBezTo>
                    <a:pt x="19325" y="761"/>
                    <a:pt x="18564" y="1"/>
                    <a:pt x="176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960" name="Google Shape;13960;p81"/>
            <p:cNvSpPr/>
            <p:nvPr/>
          </p:nvSpPr>
          <p:spPr>
            <a:xfrm>
              <a:off x="1573100" y="2078100"/>
              <a:ext cx="84875" cy="284000"/>
            </a:xfrm>
            <a:custGeom>
              <a:avLst/>
              <a:gdLst/>
              <a:ahLst/>
              <a:cxnLst/>
              <a:rect l="l" t="t" r="r" b="b"/>
              <a:pathLst>
                <a:path w="3395" h="11360" extrusionOk="0">
                  <a:moveTo>
                    <a:pt x="1697" y="6833"/>
                  </a:moveTo>
                  <a:cubicBezTo>
                    <a:pt x="2201" y="6833"/>
                    <a:pt x="2455" y="7440"/>
                    <a:pt x="2099" y="7799"/>
                  </a:cubicBezTo>
                  <a:cubicBezTo>
                    <a:pt x="1983" y="7914"/>
                    <a:pt x="1841" y="7966"/>
                    <a:pt x="1702" y="7966"/>
                  </a:cubicBezTo>
                  <a:cubicBezTo>
                    <a:pt x="1411" y="7966"/>
                    <a:pt x="1133" y="7739"/>
                    <a:pt x="1133" y="7398"/>
                  </a:cubicBezTo>
                  <a:cubicBezTo>
                    <a:pt x="1133" y="7084"/>
                    <a:pt x="1383" y="6833"/>
                    <a:pt x="1697" y="6833"/>
                  </a:cubicBezTo>
                  <a:close/>
                  <a:moveTo>
                    <a:pt x="1697" y="0"/>
                  </a:moveTo>
                  <a:cubicBezTo>
                    <a:pt x="1383" y="0"/>
                    <a:pt x="1133" y="254"/>
                    <a:pt x="1133" y="568"/>
                  </a:cubicBezTo>
                  <a:lnTo>
                    <a:pt x="1133" y="5798"/>
                  </a:lnTo>
                  <a:cubicBezTo>
                    <a:pt x="453" y="6036"/>
                    <a:pt x="0" y="6679"/>
                    <a:pt x="0" y="7398"/>
                  </a:cubicBezTo>
                  <a:cubicBezTo>
                    <a:pt x="0" y="8116"/>
                    <a:pt x="453" y="8760"/>
                    <a:pt x="1133" y="8998"/>
                  </a:cubicBezTo>
                  <a:lnTo>
                    <a:pt x="1133" y="10795"/>
                  </a:lnTo>
                  <a:cubicBezTo>
                    <a:pt x="1133" y="11109"/>
                    <a:pt x="1383" y="11359"/>
                    <a:pt x="1697" y="11359"/>
                  </a:cubicBezTo>
                  <a:cubicBezTo>
                    <a:pt x="2011" y="11359"/>
                    <a:pt x="2265" y="11109"/>
                    <a:pt x="2265" y="10795"/>
                  </a:cubicBezTo>
                  <a:lnTo>
                    <a:pt x="2265" y="8998"/>
                  </a:lnTo>
                  <a:cubicBezTo>
                    <a:pt x="2941" y="8760"/>
                    <a:pt x="3394" y="8116"/>
                    <a:pt x="3394" y="7398"/>
                  </a:cubicBezTo>
                  <a:cubicBezTo>
                    <a:pt x="3394" y="6679"/>
                    <a:pt x="2941" y="6036"/>
                    <a:pt x="2265" y="5798"/>
                  </a:cubicBezTo>
                  <a:lnTo>
                    <a:pt x="2265" y="568"/>
                  </a:lnTo>
                  <a:cubicBezTo>
                    <a:pt x="2265" y="254"/>
                    <a:pt x="2011"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961" name="Google Shape;13961;p81"/>
            <p:cNvSpPr/>
            <p:nvPr/>
          </p:nvSpPr>
          <p:spPr>
            <a:xfrm>
              <a:off x="1686325" y="2078100"/>
              <a:ext cx="84875" cy="284000"/>
            </a:xfrm>
            <a:custGeom>
              <a:avLst/>
              <a:gdLst/>
              <a:ahLst/>
              <a:cxnLst/>
              <a:rect l="l" t="t" r="r" b="b"/>
              <a:pathLst>
                <a:path w="3395" h="11360" extrusionOk="0">
                  <a:moveTo>
                    <a:pt x="1697" y="3436"/>
                  </a:moveTo>
                  <a:cubicBezTo>
                    <a:pt x="2011" y="3436"/>
                    <a:pt x="2262" y="3687"/>
                    <a:pt x="2262" y="4001"/>
                  </a:cubicBezTo>
                  <a:cubicBezTo>
                    <a:pt x="2262" y="4315"/>
                    <a:pt x="2011" y="4569"/>
                    <a:pt x="1697" y="4569"/>
                  </a:cubicBezTo>
                  <a:cubicBezTo>
                    <a:pt x="1383" y="4569"/>
                    <a:pt x="1133" y="4315"/>
                    <a:pt x="1133" y="4001"/>
                  </a:cubicBezTo>
                  <a:cubicBezTo>
                    <a:pt x="1133" y="3687"/>
                    <a:pt x="1383" y="3436"/>
                    <a:pt x="1697" y="3436"/>
                  </a:cubicBezTo>
                  <a:close/>
                  <a:moveTo>
                    <a:pt x="1697" y="0"/>
                  </a:moveTo>
                  <a:cubicBezTo>
                    <a:pt x="1383" y="0"/>
                    <a:pt x="1133" y="254"/>
                    <a:pt x="1133" y="568"/>
                  </a:cubicBezTo>
                  <a:lnTo>
                    <a:pt x="1133" y="2401"/>
                  </a:lnTo>
                  <a:cubicBezTo>
                    <a:pt x="453" y="2639"/>
                    <a:pt x="0" y="3282"/>
                    <a:pt x="0" y="4001"/>
                  </a:cubicBezTo>
                  <a:cubicBezTo>
                    <a:pt x="0" y="4720"/>
                    <a:pt x="453" y="5363"/>
                    <a:pt x="1133" y="5601"/>
                  </a:cubicBezTo>
                  <a:lnTo>
                    <a:pt x="1133" y="10795"/>
                  </a:lnTo>
                  <a:cubicBezTo>
                    <a:pt x="1133" y="11109"/>
                    <a:pt x="1383" y="11359"/>
                    <a:pt x="1697" y="11359"/>
                  </a:cubicBezTo>
                  <a:cubicBezTo>
                    <a:pt x="2011" y="11359"/>
                    <a:pt x="2265" y="11109"/>
                    <a:pt x="2265" y="10795"/>
                  </a:cubicBezTo>
                  <a:lnTo>
                    <a:pt x="2265" y="5601"/>
                  </a:lnTo>
                  <a:cubicBezTo>
                    <a:pt x="2941" y="5363"/>
                    <a:pt x="3394" y="4720"/>
                    <a:pt x="3394" y="4001"/>
                  </a:cubicBezTo>
                  <a:cubicBezTo>
                    <a:pt x="3394" y="3282"/>
                    <a:pt x="2941" y="2639"/>
                    <a:pt x="2265" y="2401"/>
                  </a:cubicBezTo>
                  <a:lnTo>
                    <a:pt x="2265" y="568"/>
                  </a:lnTo>
                  <a:cubicBezTo>
                    <a:pt x="2265" y="254"/>
                    <a:pt x="2011"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962" name="Google Shape;13962;p81"/>
            <p:cNvSpPr/>
            <p:nvPr/>
          </p:nvSpPr>
          <p:spPr>
            <a:xfrm>
              <a:off x="1799550" y="2078100"/>
              <a:ext cx="84875" cy="284000"/>
            </a:xfrm>
            <a:custGeom>
              <a:avLst/>
              <a:gdLst/>
              <a:ahLst/>
              <a:cxnLst/>
              <a:rect l="l" t="t" r="r" b="b"/>
              <a:pathLst>
                <a:path w="3395" h="11360" extrusionOk="0">
                  <a:moveTo>
                    <a:pt x="1698" y="6833"/>
                  </a:moveTo>
                  <a:cubicBezTo>
                    <a:pt x="2202" y="6833"/>
                    <a:pt x="2455" y="7440"/>
                    <a:pt x="2099" y="7799"/>
                  </a:cubicBezTo>
                  <a:cubicBezTo>
                    <a:pt x="1983" y="7914"/>
                    <a:pt x="1841" y="7966"/>
                    <a:pt x="1703" y="7966"/>
                  </a:cubicBezTo>
                  <a:cubicBezTo>
                    <a:pt x="1411" y="7966"/>
                    <a:pt x="1133" y="7739"/>
                    <a:pt x="1133" y="7398"/>
                  </a:cubicBezTo>
                  <a:cubicBezTo>
                    <a:pt x="1133" y="7084"/>
                    <a:pt x="1384" y="6833"/>
                    <a:pt x="1698" y="6833"/>
                  </a:cubicBezTo>
                  <a:close/>
                  <a:moveTo>
                    <a:pt x="1698" y="0"/>
                  </a:moveTo>
                  <a:cubicBezTo>
                    <a:pt x="1384" y="0"/>
                    <a:pt x="1133" y="254"/>
                    <a:pt x="1133" y="568"/>
                  </a:cubicBezTo>
                  <a:lnTo>
                    <a:pt x="1133" y="5798"/>
                  </a:lnTo>
                  <a:cubicBezTo>
                    <a:pt x="454" y="6036"/>
                    <a:pt x="1" y="6679"/>
                    <a:pt x="1" y="7398"/>
                  </a:cubicBezTo>
                  <a:cubicBezTo>
                    <a:pt x="1" y="8116"/>
                    <a:pt x="454" y="8760"/>
                    <a:pt x="1133" y="8998"/>
                  </a:cubicBezTo>
                  <a:lnTo>
                    <a:pt x="1133" y="10795"/>
                  </a:lnTo>
                  <a:cubicBezTo>
                    <a:pt x="1133" y="11109"/>
                    <a:pt x="1384" y="11359"/>
                    <a:pt x="1698" y="11359"/>
                  </a:cubicBezTo>
                  <a:cubicBezTo>
                    <a:pt x="2012" y="11359"/>
                    <a:pt x="2265" y="11109"/>
                    <a:pt x="2265" y="10795"/>
                  </a:cubicBezTo>
                  <a:lnTo>
                    <a:pt x="2265" y="8998"/>
                  </a:lnTo>
                  <a:cubicBezTo>
                    <a:pt x="2942" y="8760"/>
                    <a:pt x="3394" y="8116"/>
                    <a:pt x="3394" y="7398"/>
                  </a:cubicBezTo>
                  <a:cubicBezTo>
                    <a:pt x="3394" y="6679"/>
                    <a:pt x="2942" y="6036"/>
                    <a:pt x="2265" y="5798"/>
                  </a:cubicBezTo>
                  <a:lnTo>
                    <a:pt x="2265" y="568"/>
                  </a:lnTo>
                  <a:cubicBezTo>
                    <a:pt x="2265" y="254"/>
                    <a:pt x="2012" y="0"/>
                    <a:pt x="16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963" name="Google Shape;13963;p81"/>
          <p:cNvGrpSpPr/>
          <p:nvPr/>
        </p:nvGrpSpPr>
        <p:grpSpPr>
          <a:xfrm>
            <a:off x="1662527" y="3565398"/>
            <a:ext cx="340168" cy="298978"/>
            <a:chOff x="2081650" y="2050750"/>
            <a:chExt cx="483125" cy="424625"/>
          </a:xfrm>
        </p:grpSpPr>
        <p:sp>
          <p:nvSpPr>
            <p:cNvPr id="13964" name="Google Shape;13964;p81"/>
            <p:cNvSpPr/>
            <p:nvPr/>
          </p:nvSpPr>
          <p:spPr>
            <a:xfrm>
              <a:off x="2081650" y="2050750"/>
              <a:ext cx="483125" cy="424625"/>
            </a:xfrm>
            <a:custGeom>
              <a:avLst/>
              <a:gdLst/>
              <a:ahLst/>
              <a:cxnLst/>
              <a:rect l="l" t="t" r="r" b="b"/>
              <a:pathLst>
                <a:path w="19325" h="16985" extrusionOk="0">
                  <a:moveTo>
                    <a:pt x="5662" y="1402"/>
                  </a:moveTo>
                  <a:lnTo>
                    <a:pt x="5662" y="13770"/>
                  </a:lnTo>
                  <a:lnTo>
                    <a:pt x="1133" y="15581"/>
                  </a:lnTo>
                  <a:lnTo>
                    <a:pt x="1133" y="3214"/>
                  </a:lnTo>
                  <a:lnTo>
                    <a:pt x="5662" y="1402"/>
                  </a:lnTo>
                  <a:close/>
                  <a:moveTo>
                    <a:pt x="18192" y="1402"/>
                  </a:moveTo>
                  <a:lnTo>
                    <a:pt x="18192" y="13770"/>
                  </a:lnTo>
                  <a:lnTo>
                    <a:pt x="13663" y="15581"/>
                  </a:lnTo>
                  <a:lnTo>
                    <a:pt x="13663" y="3214"/>
                  </a:lnTo>
                  <a:lnTo>
                    <a:pt x="18192" y="1402"/>
                  </a:lnTo>
                  <a:close/>
                  <a:moveTo>
                    <a:pt x="6794" y="1348"/>
                  </a:moveTo>
                  <a:lnTo>
                    <a:pt x="12531" y="3241"/>
                  </a:lnTo>
                  <a:lnTo>
                    <a:pt x="12531" y="9464"/>
                  </a:lnTo>
                  <a:lnTo>
                    <a:pt x="12510" y="9461"/>
                  </a:lnTo>
                  <a:cubicBezTo>
                    <a:pt x="12205" y="9437"/>
                    <a:pt x="11903" y="9364"/>
                    <a:pt x="11619" y="9244"/>
                  </a:cubicBezTo>
                  <a:cubicBezTo>
                    <a:pt x="11548" y="9214"/>
                    <a:pt x="11474" y="9200"/>
                    <a:pt x="11401" y="9200"/>
                  </a:cubicBezTo>
                  <a:cubicBezTo>
                    <a:pt x="11181" y="9200"/>
                    <a:pt x="10970" y="9330"/>
                    <a:pt x="10879" y="9546"/>
                  </a:cubicBezTo>
                  <a:cubicBezTo>
                    <a:pt x="10759" y="9832"/>
                    <a:pt x="10891" y="10165"/>
                    <a:pt x="11178" y="10288"/>
                  </a:cubicBezTo>
                  <a:cubicBezTo>
                    <a:pt x="11574" y="10454"/>
                    <a:pt x="11994" y="10557"/>
                    <a:pt x="12422" y="10590"/>
                  </a:cubicBezTo>
                  <a:lnTo>
                    <a:pt x="12468" y="10590"/>
                  </a:lnTo>
                  <a:cubicBezTo>
                    <a:pt x="12489" y="10590"/>
                    <a:pt x="12510" y="10587"/>
                    <a:pt x="12531" y="10584"/>
                  </a:cubicBezTo>
                  <a:lnTo>
                    <a:pt x="12531" y="15633"/>
                  </a:lnTo>
                  <a:lnTo>
                    <a:pt x="6794" y="13746"/>
                  </a:lnTo>
                  <a:lnTo>
                    <a:pt x="6794" y="6774"/>
                  </a:lnTo>
                  <a:cubicBezTo>
                    <a:pt x="6951" y="6777"/>
                    <a:pt x="7105" y="6795"/>
                    <a:pt x="7259" y="6822"/>
                  </a:cubicBezTo>
                  <a:cubicBezTo>
                    <a:pt x="7295" y="6828"/>
                    <a:pt x="7331" y="6834"/>
                    <a:pt x="7368" y="6834"/>
                  </a:cubicBezTo>
                  <a:cubicBezTo>
                    <a:pt x="7658" y="6831"/>
                    <a:pt x="7902" y="6611"/>
                    <a:pt x="7929" y="6321"/>
                  </a:cubicBezTo>
                  <a:cubicBezTo>
                    <a:pt x="7957" y="6028"/>
                    <a:pt x="7760" y="5765"/>
                    <a:pt x="7473" y="5711"/>
                  </a:cubicBezTo>
                  <a:cubicBezTo>
                    <a:pt x="7250" y="5669"/>
                    <a:pt x="7020" y="5644"/>
                    <a:pt x="6794" y="5641"/>
                  </a:cubicBezTo>
                  <a:lnTo>
                    <a:pt x="6794" y="1348"/>
                  </a:lnTo>
                  <a:close/>
                  <a:moveTo>
                    <a:pt x="18757" y="0"/>
                  </a:moveTo>
                  <a:cubicBezTo>
                    <a:pt x="18687" y="0"/>
                    <a:pt x="18616" y="13"/>
                    <a:pt x="18549" y="40"/>
                  </a:cubicBezTo>
                  <a:lnTo>
                    <a:pt x="13077" y="2229"/>
                  </a:lnTo>
                  <a:lnTo>
                    <a:pt x="6405" y="28"/>
                  </a:lnTo>
                  <a:cubicBezTo>
                    <a:pt x="6395" y="25"/>
                    <a:pt x="6386" y="25"/>
                    <a:pt x="6380" y="22"/>
                  </a:cubicBezTo>
                  <a:cubicBezTo>
                    <a:pt x="6371" y="19"/>
                    <a:pt x="6359" y="16"/>
                    <a:pt x="6347" y="13"/>
                  </a:cubicBezTo>
                  <a:lnTo>
                    <a:pt x="6311" y="7"/>
                  </a:lnTo>
                  <a:cubicBezTo>
                    <a:pt x="6302" y="7"/>
                    <a:pt x="6290" y="4"/>
                    <a:pt x="6281" y="4"/>
                  </a:cubicBezTo>
                  <a:lnTo>
                    <a:pt x="6211" y="4"/>
                  </a:lnTo>
                  <a:cubicBezTo>
                    <a:pt x="6199" y="4"/>
                    <a:pt x="6187" y="4"/>
                    <a:pt x="6172" y="7"/>
                  </a:cubicBezTo>
                  <a:cubicBezTo>
                    <a:pt x="6166" y="9"/>
                    <a:pt x="6161" y="9"/>
                    <a:pt x="6157" y="9"/>
                  </a:cubicBezTo>
                  <a:cubicBezTo>
                    <a:pt x="6152" y="9"/>
                    <a:pt x="6148" y="9"/>
                    <a:pt x="6142" y="10"/>
                  </a:cubicBezTo>
                  <a:cubicBezTo>
                    <a:pt x="6133" y="13"/>
                    <a:pt x="6118" y="13"/>
                    <a:pt x="6106" y="16"/>
                  </a:cubicBezTo>
                  <a:lnTo>
                    <a:pt x="6075" y="22"/>
                  </a:lnTo>
                  <a:cubicBezTo>
                    <a:pt x="6063" y="28"/>
                    <a:pt x="6048" y="31"/>
                    <a:pt x="6036" y="37"/>
                  </a:cubicBezTo>
                  <a:cubicBezTo>
                    <a:pt x="6027" y="40"/>
                    <a:pt x="6021" y="40"/>
                    <a:pt x="6015" y="43"/>
                  </a:cubicBezTo>
                  <a:lnTo>
                    <a:pt x="354" y="2308"/>
                  </a:lnTo>
                  <a:cubicBezTo>
                    <a:pt x="139" y="2396"/>
                    <a:pt x="0" y="2601"/>
                    <a:pt x="0" y="2830"/>
                  </a:cubicBezTo>
                  <a:lnTo>
                    <a:pt x="0" y="16418"/>
                  </a:lnTo>
                  <a:cubicBezTo>
                    <a:pt x="0" y="16744"/>
                    <a:pt x="267" y="16984"/>
                    <a:pt x="566" y="16984"/>
                  </a:cubicBezTo>
                  <a:cubicBezTo>
                    <a:pt x="635" y="16984"/>
                    <a:pt x="706" y="16971"/>
                    <a:pt x="776" y="16943"/>
                  </a:cubicBezTo>
                  <a:lnTo>
                    <a:pt x="6248" y="14754"/>
                  </a:lnTo>
                  <a:lnTo>
                    <a:pt x="12917" y="16952"/>
                  </a:lnTo>
                  <a:cubicBezTo>
                    <a:pt x="12933" y="16958"/>
                    <a:pt x="12951" y="16964"/>
                    <a:pt x="12966" y="16967"/>
                  </a:cubicBezTo>
                  <a:cubicBezTo>
                    <a:pt x="13008" y="16976"/>
                    <a:pt x="13050" y="16983"/>
                    <a:pt x="13096" y="16983"/>
                  </a:cubicBezTo>
                  <a:lnTo>
                    <a:pt x="13099" y="16983"/>
                  </a:lnTo>
                  <a:cubicBezTo>
                    <a:pt x="13156" y="16983"/>
                    <a:pt x="13213" y="16973"/>
                    <a:pt x="13271" y="16955"/>
                  </a:cubicBezTo>
                  <a:cubicBezTo>
                    <a:pt x="13283" y="16952"/>
                    <a:pt x="13295" y="16946"/>
                    <a:pt x="13307" y="16940"/>
                  </a:cubicBezTo>
                  <a:lnTo>
                    <a:pt x="18965" y="14676"/>
                  </a:lnTo>
                  <a:cubicBezTo>
                    <a:pt x="19183" y="14591"/>
                    <a:pt x="19325" y="14386"/>
                    <a:pt x="19325" y="14153"/>
                  </a:cubicBezTo>
                  <a:lnTo>
                    <a:pt x="19325" y="566"/>
                  </a:lnTo>
                  <a:cubicBezTo>
                    <a:pt x="19325" y="379"/>
                    <a:pt x="19231" y="203"/>
                    <a:pt x="19077" y="98"/>
                  </a:cubicBezTo>
                  <a:cubicBezTo>
                    <a:pt x="18981" y="33"/>
                    <a:pt x="18869" y="0"/>
                    <a:pt x="187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965" name="Google Shape;13965;p81"/>
            <p:cNvSpPr/>
            <p:nvPr/>
          </p:nvSpPr>
          <p:spPr>
            <a:xfrm>
              <a:off x="2136375" y="2292025"/>
              <a:ext cx="36400" cy="41975"/>
            </a:xfrm>
            <a:custGeom>
              <a:avLst/>
              <a:gdLst/>
              <a:ahLst/>
              <a:cxnLst/>
              <a:rect l="l" t="t" r="r" b="b"/>
              <a:pathLst>
                <a:path w="1456" h="1679" extrusionOk="0">
                  <a:moveTo>
                    <a:pt x="820" y="1"/>
                  </a:moveTo>
                  <a:cubicBezTo>
                    <a:pt x="583" y="1"/>
                    <a:pt x="361" y="151"/>
                    <a:pt x="284" y="390"/>
                  </a:cubicBezTo>
                  <a:lnTo>
                    <a:pt x="103" y="927"/>
                  </a:lnTo>
                  <a:cubicBezTo>
                    <a:pt x="0" y="1223"/>
                    <a:pt x="160" y="1549"/>
                    <a:pt x="459" y="1649"/>
                  </a:cubicBezTo>
                  <a:cubicBezTo>
                    <a:pt x="519" y="1669"/>
                    <a:pt x="579" y="1678"/>
                    <a:pt x="639" y="1678"/>
                  </a:cubicBezTo>
                  <a:cubicBezTo>
                    <a:pt x="878" y="1678"/>
                    <a:pt x="1101" y="1525"/>
                    <a:pt x="1178" y="1284"/>
                  </a:cubicBezTo>
                  <a:lnTo>
                    <a:pt x="1356" y="746"/>
                  </a:lnTo>
                  <a:cubicBezTo>
                    <a:pt x="1456" y="450"/>
                    <a:pt x="1296" y="130"/>
                    <a:pt x="1000" y="30"/>
                  </a:cubicBezTo>
                  <a:cubicBezTo>
                    <a:pt x="940" y="10"/>
                    <a:pt x="880"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966" name="Google Shape;13966;p81"/>
            <p:cNvSpPr/>
            <p:nvPr/>
          </p:nvSpPr>
          <p:spPr>
            <a:xfrm>
              <a:off x="2296850" y="2220800"/>
              <a:ext cx="46075" cy="51650"/>
            </a:xfrm>
            <a:custGeom>
              <a:avLst/>
              <a:gdLst/>
              <a:ahLst/>
              <a:cxnLst/>
              <a:rect l="l" t="t" r="r" b="b"/>
              <a:pathLst>
                <a:path w="1843" h="2066" extrusionOk="0">
                  <a:moveTo>
                    <a:pt x="634" y="1"/>
                  </a:moveTo>
                  <a:cubicBezTo>
                    <a:pt x="506" y="1"/>
                    <a:pt x="378" y="44"/>
                    <a:pt x="272" y="132"/>
                  </a:cubicBezTo>
                  <a:cubicBezTo>
                    <a:pt x="37" y="331"/>
                    <a:pt x="1" y="681"/>
                    <a:pt x="194" y="920"/>
                  </a:cubicBezTo>
                  <a:cubicBezTo>
                    <a:pt x="354" y="1113"/>
                    <a:pt x="487" y="1327"/>
                    <a:pt x="593" y="1557"/>
                  </a:cubicBezTo>
                  <a:cubicBezTo>
                    <a:pt x="626" y="1626"/>
                    <a:pt x="662" y="1696"/>
                    <a:pt x="698" y="1765"/>
                  </a:cubicBezTo>
                  <a:cubicBezTo>
                    <a:pt x="798" y="1957"/>
                    <a:pt x="993" y="2065"/>
                    <a:pt x="1195" y="2065"/>
                  </a:cubicBezTo>
                  <a:cubicBezTo>
                    <a:pt x="1285" y="2065"/>
                    <a:pt x="1377" y="2044"/>
                    <a:pt x="1462" y="1998"/>
                  </a:cubicBezTo>
                  <a:cubicBezTo>
                    <a:pt x="1740" y="1853"/>
                    <a:pt x="1843" y="1509"/>
                    <a:pt x="1698" y="1234"/>
                  </a:cubicBezTo>
                  <a:cubicBezTo>
                    <a:pt x="1670" y="1183"/>
                    <a:pt x="1643" y="1131"/>
                    <a:pt x="1622" y="1083"/>
                  </a:cubicBezTo>
                  <a:cubicBezTo>
                    <a:pt x="1474" y="763"/>
                    <a:pt x="1287" y="464"/>
                    <a:pt x="1061" y="195"/>
                  </a:cubicBezTo>
                  <a:cubicBezTo>
                    <a:pt x="949" y="67"/>
                    <a:pt x="792" y="1"/>
                    <a:pt x="6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967" name="Google Shape;13967;p81"/>
            <p:cNvSpPr/>
            <p:nvPr/>
          </p:nvSpPr>
          <p:spPr>
            <a:xfrm>
              <a:off x="2158650" y="2216775"/>
              <a:ext cx="47275" cy="51425"/>
            </a:xfrm>
            <a:custGeom>
              <a:avLst/>
              <a:gdLst/>
              <a:ahLst/>
              <a:cxnLst/>
              <a:rect l="l" t="t" r="r" b="b"/>
              <a:pathLst>
                <a:path w="1891" h="2057" extrusionOk="0">
                  <a:moveTo>
                    <a:pt x="1264" y="1"/>
                  </a:moveTo>
                  <a:cubicBezTo>
                    <a:pt x="1109" y="1"/>
                    <a:pt x="955" y="63"/>
                    <a:pt x="843" y="187"/>
                  </a:cubicBezTo>
                  <a:lnTo>
                    <a:pt x="846" y="184"/>
                  </a:lnTo>
                  <a:lnTo>
                    <a:pt x="846" y="184"/>
                  </a:lnTo>
                  <a:cubicBezTo>
                    <a:pt x="547" y="498"/>
                    <a:pt x="305" y="860"/>
                    <a:pt x="130" y="1256"/>
                  </a:cubicBezTo>
                  <a:cubicBezTo>
                    <a:pt x="0" y="1543"/>
                    <a:pt x="127" y="1878"/>
                    <a:pt x="414" y="2005"/>
                  </a:cubicBezTo>
                  <a:cubicBezTo>
                    <a:pt x="486" y="2038"/>
                    <a:pt x="565" y="2056"/>
                    <a:pt x="643" y="2056"/>
                  </a:cubicBezTo>
                  <a:cubicBezTo>
                    <a:pt x="867" y="2056"/>
                    <a:pt x="1069" y="1923"/>
                    <a:pt x="1163" y="1721"/>
                  </a:cubicBezTo>
                  <a:cubicBezTo>
                    <a:pt x="1286" y="1443"/>
                    <a:pt x="1455" y="1187"/>
                    <a:pt x="1664" y="966"/>
                  </a:cubicBezTo>
                  <a:cubicBezTo>
                    <a:pt x="1890" y="740"/>
                    <a:pt x="1884" y="374"/>
                    <a:pt x="1655" y="157"/>
                  </a:cubicBezTo>
                  <a:cubicBezTo>
                    <a:pt x="1544" y="52"/>
                    <a:pt x="1404" y="1"/>
                    <a:pt x="12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968" name="Google Shape;13968;p81"/>
            <p:cNvSpPr/>
            <p:nvPr/>
          </p:nvSpPr>
          <p:spPr>
            <a:xfrm>
              <a:off x="2426475" y="2255725"/>
              <a:ext cx="55875" cy="46900"/>
            </a:xfrm>
            <a:custGeom>
              <a:avLst/>
              <a:gdLst/>
              <a:ahLst/>
              <a:cxnLst/>
              <a:rect l="l" t="t" r="r" b="b"/>
              <a:pathLst>
                <a:path w="2235" h="1876" extrusionOk="0">
                  <a:moveTo>
                    <a:pt x="1592" y="1"/>
                  </a:moveTo>
                  <a:cubicBezTo>
                    <a:pt x="1423" y="1"/>
                    <a:pt x="1257" y="76"/>
                    <a:pt x="1144" y="220"/>
                  </a:cubicBezTo>
                  <a:cubicBezTo>
                    <a:pt x="960" y="462"/>
                    <a:pt x="734" y="667"/>
                    <a:pt x="477" y="830"/>
                  </a:cubicBezTo>
                  <a:cubicBezTo>
                    <a:pt x="0" y="1135"/>
                    <a:pt x="218" y="1875"/>
                    <a:pt x="782" y="1875"/>
                  </a:cubicBezTo>
                  <a:cubicBezTo>
                    <a:pt x="891" y="1875"/>
                    <a:pt x="997" y="1845"/>
                    <a:pt x="1087" y="1784"/>
                  </a:cubicBezTo>
                  <a:cubicBezTo>
                    <a:pt x="1452" y="1552"/>
                    <a:pt x="1776" y="1256"/>
                    <a:pt x="2041" y="912"/>
                  </a:cubicBezTo>
                  <a:cubicBezTo>
                    <a:pt x="2234" y="667"/>
                    <a:pt x="2186" y="311"/>
                    <a:pt x="1939" y="121"/>
                  </a:cubicBezTo>
                  <a:cubicBezTo>
                    <a:pt x="1835" y="40"/>
                    <a:pt x="1713" y="1"/>
                    <a:pt x="15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969" name="Google Shape;13969;p81"/>
            <p:cNvSpPr/>
            <p:nvPr/>
          </p:nvSpPr>
          <p:spPr>
            <a:xfrm>
              <a:off x="2473050" y="2192325"/>
              <a:ext cx="37000" cy="41500"/>
            </a:xfrm>
            <a:custGeom>
              <a:avLst/>
              <a:gdLst/>
              <a:ahLst/>
              <a:cxnLst/>
              <a:rect l="l" t="t" r="r" b="b"/>
              <a:pathLst>
                <a:path w="1480" h="1660" extrusionOk="0">
                  <a:moveTo>
                    <a:pt x="838" y="0"/>
                  </a:moveTo>
                  <a:cubicBezTo>
                    <a:pt x="609" y="0"/>
                    <a:pt x="393" y="140"/>
                    <a:pt x="308" y="368"/>
                  </a:cubicBezTo>
                  <a:lnTo>
                    <a:pt x="109" y="896"/>
                  </a:lnTo>
                  <a:cubicBezTo>
                    <a:pt x="0" y="1189"/>
                    <a:pt x="148" y="1515"/>
                    <a:pt x="441" y="1624"/>
                  </a:cubicBezTo>
                  <a:cubicBezTo>
                    <a:pt x="506" y="1648"/>
                    <a:pt x="573" y="1660"/>
                    <a:pt x="639" y="1660"/>
                  </a:cubicBezTo>
                  <a:cubicBezTo>
                    <a:pt x="868" y="1660"/>
                    <a:pt x="1084" y="1520"/>
                    <a:pt x="1169" y="1292"/>
                  </a:cubicBezTo>
                  <a:lnTo>
                    <a:pt x="1368" y="764"/>
                  </a:lnTo>
                  <a:cubicBezTo>
                    <a:pt x="1480" y="471"/>
                    <a:pt x="1329" y="145"/>
                    <a:pt x="1036" y="36"/>
                  </a:cubicBezTo>
                  <a:cubicBezTo>
                    <a:pt x="971" y="12"/>
                    <a:pt x="904" y="0"/>
                    <a:pt x="8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970" name="Google Shape;13970;p81"/>
          <p:cNvGrpSpPr/>
          <p:nvPr/>
        </p:nvGrpSpPr>
        <p:grpSpPr>
          <a:xfrm>
            <a:off x="2090460" y="3588721"/>
            <a:ext cx="340168" cy="252332"/>
            <a:chOff x="2676100" y="2083800"/>
            <a:chExt cx="483125" cy="358375"/>
          </a:xfrm>
        </p:grpSpPr>
        <p:sp>
          <p:nvSpPr>
            <p:cNvPr id="13971" name="Google Shape;13971;p81"/>
            <p:cNvSpPr/>
            <p:nvPr/>
          </p:nvSpPr>
          <p:spPr>
            <a:xfrm>
              <a:off x="2676100" y="2083800"/>
              <a:ext cx="483125" cy="358375"/>
            </a:xfrm>
            <a:custGeom>
              <a:avLst/>
              <a:gdLst/>
              <a:ahLst/>
              <a:cxnLst/>
              <a:rect l="l" t="t" r="r" b="b"/>
              <a:pathLst>
                <a:path w="19325" h="14335" extrusionOk="0">
                  <a:moveTo>
                    <a:pt x="1932" y="6375"/>
                  </a:moveTo>
                  <a:cubicBezTo>
                    <a:pt x="2126" y="6375"/>
                    <a:pt x="2324" y="6447"/>
                    <a:pt x="2485" y="6608"/>
                  </a:cubicBezTo>
                  <a:cubicBezTo>
                    <a:pt x="2984" y="7109"/>
                    <a:pt x="2630" y="7964"/>
                    <a:pt x="1927" y="7964"/>
                  </a:cubicBezTo>
                  <a:cubicBezTo>
                    <a:pt x="1489" y="7964"/>
                    <a:pt x="1133" y="7608"/>
                    <a:pt x="1133" y="7170"/>
                  </a:cubicBezTo>
                  <a:cubicBezTo>
                    <a:pt x="1133" y="6692"/>
                    <a:pt x="1524" y="6375"/>
                    <a:pt x="1932" y="6375"/>
                  </a:cubicBezTo>
                  <a:close/>
                  <a:moveTo>
                    <a:pt x="17401" y="6379"/>
                  </a:moveTo>
                  <a:cubicBezTo>
                    <a:pt x="17836" y="6379"/>
                    <a:pt x="18193" y="6732"/>
                    <a:pt x="18193" y="7170"/>
                  </a:cubicBezTo>
                  <a:cubicBezTo>
                    <a:pt x="18193" y="7648"/>
                    <a:pt x="17801" y="7964"/>
                    <a:pt x="17394" y="7964"/>
                  </a:cubicBezTo>
                  <a:cubicBezTo>
                    <a:pt x="17199" y="7964"/>
                    <a:pt x="17001" y="7892"/>
                    <a:pt x="16840" y="7731"/>
                  </a:cubicBezTo>
                  <a:cubicBezTo>
                    <a:pt x="16342" y="7230"/>
                    <a:pt x="16695" y="6379"/>
                    <a:pt x="17401" y="6379"/>
                  </a:cubicBezTo>
                  <a:close/>
                  <a:moveTo>
                    <a:pt x="9669" y="1276"/>
                  </a:moveTo>
                  <a:lnTo>
                    <a:pt x="14542" y="4851"/>
                  </a:lnTo>
                  <a:cubicBezTo>
                    <a:pt x="14642" y="4924"/>
                    <a:pt x="14760" y="4960"/>
                    <a:pt x="14877" y="4960"/>
                  </a:cubicBezTo>
                  <a:cubicBezTo>
                    <a:pt x="15021" y="4960"/>
                    <a:pt x="15164" y="4905"/>
                    <a:pt x="15273" y="4797"/>
                  </a:cubicBezTo>
                  <a:lnTo>
                    <a:pt x="18193" y="1925"/>
                  </a:lnTo>
                  <a:lnTo>
                    <a:pt x="18193" y="5419"/>
                  </a:lnTo>
                  <a:cubicBezTo>
                    <a:pt x="17930" y="5300"/>
                    <a:pt x="17661" y="5245"/>
                    <a:pt x="17398" y="5245"/>
                  </a:cubicBezTo>
                  <a:cubicBezTo>
                    <a:pt x="16385" y="5245"/>
                    <a:pt x="15475" y="6060"/>
                    <a:pt x="15475" y="7173"/>
                  </a:cubicBezTo>
                  <a:cubicBezTo>
                    <a:pt x="15475" y="8283"/>
                    <a:pt x="16385" y="9098"/>
                    <a:pt x="17398" y="9098"/>
                  </a:cubicBezTo>
                  <a:cubicBezTo>
                    <a:pt x="17660" y="9098"/>
                    <a:pt x="17930" y="9043"/>
                    <a:pt x="18193" y="8924"/>
                  </a:cubicBezTo>
                  <a:lnTo>
                    <a:pt x="18193" y="10878"/>
                  </a:lnTo>
                  <a:lnTo>
                    <a:pt x="1133" y="10878"/>
                  </a:lnTo>
                  <a:lnTo>
                    <a:pt x="1133" y="8924"/>
                  </a:lnTo>
                  <a:cubicBezTo>
                    <a:pt x="1395" y="9043"/>
                    <a:pt x="1665" y="9098"/>
                    <a:pt x="1928" y="9098"/>
                  </a:cubicBezTo>
                  <a:cubicBezTo>
                    <a:pt x="2940" y="9098"/>
                    <a:pt x="3850" y="8283"/>
                    <a:pt x="3850" y="7173"/>
                  </a:cubicBezTo>
                  <a:cubicBezTo>
                    <a:pt x="3850" y="6060"/>
                    <a:pt x="2940" y="5245"/>
                    <a:pt x="1927" y="5245"/>
                  </a:cubicBezTo>
                  <a:cubicBezTo>
                    <a:pt x="1665" y="5245"/>
                    <a:pt x="1395" y="5300"/>
                    <a:pt x="1133" y="5419"/>
                  </a:cubicBezTo>
                  <a:lnTo>
                    <a:pt x="1133" y="1883"/>
                  </a:lnTo>
                  <a:lnTo>
                    <a:pt x="4240" y="4806"/>
                  </a:lnTo>
                  <a:cubicBezTo>
                    <a:pt x="4349" y="4908"/>
                    <a:pt x="4488" y="4960"/>
                    <a:pt x="4628" y="4960"/>
                  </a:cubicBezTo>
                  <a:cubicBezTo>
                    <a:pt x="4748" y="4960"/>
                    <a:pt x="4869" y="4922"/>
                    <a:pt x="4970" y="4845"/>
                  </a:cubicBezTo>
                  <a:lnTo>
                    <a:pt x="9669" y="1276"/>
                  </a:lnTo>
                  <a:close/>
                  <a:moveTo>
                    <a:pt x="18193" y="12007"/>
                  </a:moveTo>
                  <a:lnTo>
                    <a:pt x="18193" y="13203"/>
                  </a:lnTo>
                  <a:lnTo>
                    <a:pt x="1133" y="13206"/>
                  </a:lnTo>
                  <a:lnTo>
                    <a:pt x="1133" y="12007"/>
                  </a:lnTo>
                  <a:close/>
                  <a:moveTo>
                    <a:pt x="570" y="0"/>
                  </a:moveTo>
                  <a:cubicBezTo>
                    <a:pt x="278" y="0"/>
                    <a:pt x="0" y="228"/>
                    <a:pt x="0" y="569"/>
                  </a:cubicBezTo>
                  <a:lnTo>
                    <a:pt x="0" y="13770"/>
                  </a:lnTo>
                  <a:cubicBezTo>
                    <a:pt x="0" y="14081"/>
                    <a:pt x="254" y="14335"/>
                    <a:pt x="565" y="14335"/>
                  </a:cubicBezTo>
                  <a:lnTo>
                    <a:pt x="18760" y="14335"/>
                  </a:lnTo>
                  <a:cubicBezTo>
                    <a:pt x="19071" y="14335"/>
                    <a:pt x="19325" y="14081"/>
                    <a:pt x="19325" y="13770"/>
                  </a:cubicBezTo>
                  <a:lnTo>
                    <a:pt x="19325" y="569"/>
                  </a:lnTo>
                  <a:cubicBezTo>
                    <a:pt x="19325" y="343"/>
                    <a:pt x="19189" y="134"/>
                    <a:pt x="18978" y="47"/>
                  </a:cubicBezTo>
                  <a:cubicBezTo>
                    <a:pt x="18907" y="18"/>
                    <a:pt x="18832" y="3"/>
                    <a:pt x="18758" y="3"/>
                  </a:cubicBezTo>
                  <a:cubicBezTo>
                    <a:pt x="18613" y="3"/>
                    <a:pt x="18470" y="59"/>
                    <a:pt x="18362" y="168"/>
                  </a:cubicBezTo>
                  <a:lnTo>
                    <a:pt x="14823" y="3652"/>
                  </a:lnTo>
                  <a:lnTo>
                    <a:pt x="9998" y="113"/>
                  </a:lnTo>
                  <a:cubicBezTo>
                    <a:pt x="9898" y="39"/>
                    <a:pt x="9780" y="2"/>
                    <a:pt x="9662" y="2"/>
                  </a:cubicBezTo>
                  <a:cubicBezTo>
                    <a:pt x="9542" y="2"/>
                    <a:pt x="9422" y="40"/>
                    <a:pt x="9321" y="116"/>
                  </a:cubicBezTo>
                  <a:lnTo>
                    <a:pt x="4668" y="3652"/>
                  </a:lnTo>
                  <a:lnTo>
                    <a:pt x="955" y="156"/>
                  </a:lnTo>
                  <a:cubicBezTo>
                    <a:pt x="840" y="48"/>
                    <a:pt x="704" y="0"/>
                    <a:pt x="5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972" name="Google Shape;13972;p81"/>
            <p:cNvSpPr/>
            <p:nvPr/>
          </p:nvSpPr>
          <p:spPr>
            <a:xfrm>
              <a:off x="2869575" y="2214900"/>
              <a:ext cx="100050" cy="96325"/>
            </a:xfrm>
            <a:custGeom>
              <a:avLst/>
              <a:gdLst/>
              <a:ahLst/>
              <a:cxnLst/>
              <a:rect l="l" t="t" r="r" b="b"/>
              <a:pathLst>
                <a:path w="4002" h="3853" extrusionOk="0">
                  <a:moveTo>
                    <a:pt x="1924" y="1135"/>
                  </a:moveTo>
                  <a:cubicBezTo>
                    <a:pt x="2630" y="1135"/>
                    <a:pt x="2983" y="1986"/>
                    <a:pt x="2485" y="2487"/>
                  </a:cubicBezTo>
                  <a:cubicBezTo>
                    <a:pt x="2323" y="2648"/>
                    <a:pt x="2125" y="2720"/>
                    <a:pt x="1930" y="2720"/>
                  </a:cubicBezTo>
                  <a:cubicBezTo>
                    <a:pt x="1523" y="2720"/>
                    <a:pt x="1133" y="2404"/>
                    <a:pt x="1133" y="1926"/>
                  </a:cubicBezTo>
                  <a:cubicBezTo>
                    <a:pt x="1133" y="1488"/>
                    <a:pt x="1486" y="1135"/>
                    <a:pt x="1924" y="1135"/>
                  </a:cubicBezTo>
                  <a:close/>
                  <a:moveTo>
                    <a:pt x="1922" y="0"/>
                  </a:moveTo>
                  <a:cubicBezTo>
                    <a:pt x="1675" y="0"/>
                    <a:pt x="1425" y="48"/>
                    <a:pt x="1187" y="147"/>
                  </a:cubicBezTo>
                  <a:cubicBezTo>
                    <a:pt x="468" y="446"/>
                    <a:pt x="0" y="1147"/>
                    <a:pt x="0" y="1926"/>
                  </a:cubicBezTo>
                  <a:cubicBezTo>
                    <a:pt x="0" y="2989"/>
                    <a:pt x="861" y="3849"/>
                    <a:pt x="1924" y="3852"/>
                  </a:cubicBezTo>
                  <a:cubicBezTo>
                    <a:pt x="2703" y="3852"/>
                    <a:pt x="3403" y="3381"/>
                    <a:pt x="3702" y="2663"/>
                  </a:cubicBezTo>
                  <a:cubicBezTo>
                    <a:pt x="4001" y="1944"/>
                    <a:pt x="3835" y="1117"/>
                    <a:pt x="3285" y="564"/>
                  </a:cubicBezTo>
                  <a:cubicBezTo>
                    <a:pt x="2916" y="196"/>
                    <a:pt x="2423" y="0"/>
                    <a:pt x="19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973" name="Google Shape;13973;p81"/>
          <p:cNvGrpSpPr/>
          <p:nvPr/>
        </p:nvGrpSpPr>
        <p:grpSpPr>
          <a:xfrm>
            <a:off x="2515974" y="3554766"/>
            <a:ext cx="323587" cy="320242"/>
            <a:chOff x="3282325" y="2035675"/>
            <a:chExt cx="459575" cy="454825"/>
          </a:xfrm>
        </p:grpSpPr>
        <p:sp>
          <p:nvSpPr>
            <p:cNvPr id="13974" name="Google Shape;13974;p81"/>
            <p:cNvSpPr/>
            <p:nvPr/>
          </p:nvSpPr>
          <p:spPr>
            <a:xfrm>
              <a:off x="3337050" y="2234125"/>
              <a:ext cx="85925" cy="206325"/>
            </a:xfrm>
            <a:custGeom>
              <a:avLst/>
              <a:gdLst/>
              <a:ahLst/>
              <a:cxnLst/>
              <a:rect l="l" t="t" r="r" b="b"/>
              <a:pathLst>
                <a:path w="3437" h="8253" extrusionOk="0">
                  <a:moveTo>
                    <a:pt x="2305" y="1133"/>
                  </a:moveTo>
                  <a:lnTo>
                    <a:pt x="2305" y="7120"/>
                  </a:lnTo>
                  <a:lnTo>
                    <a:pt x="1133" y="7120"/>
                  </a:lnTo>
                  <a:lnTo>
                    <a:pt x="1133" y="1133"/>
                  </a:lnTo>
                  <a:close/>
                  <a:moveTo>
                    <a:pt x="568" y="0"/>
                  </a:moveTo>
                  <a:cubicBezTo>
                    <a:pt x="254" y="0"/>
                    <a:pt x="1" y="254"/>
                    <a:pt x="1" y="568"/>
                  </a:cubicBezTo>
                  <a:lnTo>
                    <a:pt x="1" y="7688"/>
                  </a:lnTo>
                  <a:cubicBezTo>
                    <a:pt x="1" y="7999"/>
                    <a:pt x="254" y="8253"/>
                    <a:pt x="568" y="8253"/>
                  </a:cubicBezTo>
                  <a:lnTo>
                    <a:pt x="2869" y="8253"/>
                  </a:lnTo>
                  <a:cubicBezTo>
                    <a:pt x="3183" y="8253"/>
                    <a:pt x="3437" y="7999"/>
                    <a:pt x="3437" y="7688"/>
                  </a:cubicBezTo>
                  <a:lnTo>
                    <a:pt x="3437" y="568"/>
                  </a:lnTo>
                  <a:cubicBezTo>
                    <a:pt x="3437" y="254"/>
                    <a:pt x="3183" y="0"/>
                    <a:pt x="28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975" name="Google Shape;13975;p81"/>
            <p:cNvSpPr/>
            <p:nvPr/>
          </p:nvSpPr>
          <p:spPr>
            <a:xfrm>
              <a:off x="3451275" y="2175475"/>
              <a:ext cx="84925" cy="264975"/>
            </a:xfrm>
            <a:custGeom>
              <a:avLst/>
              <a:gdLst/>
              <a:ahLst/>
              <a:cxnLst/>
              <a:rect l="l" t="t" r="r" b="b"/>
              <a:pathLst>
                <a:path w="3397" h="10599" extrusionOk="0">
                  <a:moveTo>
                    <a:pt x="2265" y="1133"/>
                  </a:moveTo>
                  <a:lnTo>
                    <a:pt x="2265" y="9466"/>
                  </a:lnTo>
                  <a:lnTo>
                    <a:pt x="1132" y="9466"/>
                  </a:lnTo>
                  <a:lnTo>
                    <a:pt x="1132" y="1133"/>
                  </a:lnTo>
                  <a:close/>
                  <a:moveTo>
                    <a:pt x="565" y="0"/>
                  </a:moveTo>
                  <a:cubicBezTo>
                    <a:pt x="254" y="0"/>
                    <a:pt x="0" y="254"/>
                    <a:pt x="0" y="565"/>
                  </a:cubicBezTo>
                  <a:lnTo>
                    <a:pt x="0" y="10034"/>
                  </a:lnTo>
                  <a:cubicBezTo>
                    <a:pt x="0" y="10345"/>
                    <a:pt x="254" y="10599"/>
                    <a:pt x="565" y="10599"/>
                  </a:cubicBezTo>
                  <a:lnTo>
                    <a:pt x="2829" y="10599"/>
                  </a:lnTo>
                  <a:cubicBezTo>
                    <a:pt x="3143" y="10599"/>
                    <a:pt x="3397" y="10345"/>
                    <a:pt x="3397" y="10034"/>
                  </a:cubicBezTo>
                  <a:lnTo>
                    <a:pt x="3397" y="565"/>
                  </a:lnTo>
                  <a:cubicBezTo>
                    <a:pt x="3397" y="254"/>
                    <a:pt x="3143" y="0"/>
                    <a:pt x="2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976" name="Google Shape;13976;p81"/>
            <p:cNvSpPr/>
            <p:nvPr/>
          </p:nvSpPr>
          <p:spPr>
            <a:xfrm>
              <a:off x="3564500" y="2116825"/>
              <a:ext cx="84950" cy="323625"/>
            </a:xfrm>
            <a:custGeom>
              <a:avLst/>
              <a:gdLst/>
              <a:ahLst/>
              <a:cxnLst/>
              <a:rect l="l" t="t" r="r" b="b"/>
              <a:pathLst>
                <a:path w="3398" h="12945" extrusionOk="0">
                  <a:moveTo>
                    <a:pt x="2265" y="1132"/>
                  </a:moveTo>
                  <a:lnTo>
                    <a:pt x="2265" y="11812"/>
                  </a:lnTo>
                  <a:lnTo>
                    <a:pt x="1133" y="11812"/>
                  </a:lnTo>
                  <a:lnTo>
                    <a:pt x="1133" y="1132"/>
                  </a:lnTo>
                  <a:close/>
                  <a:moveTo>
                    <a:pt x="565" y="0"/>
                  </a:moveTo>
                  <a:cubicBezTo>
                    <a:pt x="254" y="0"/>
                    <a:pt x="0" y="251"/>
                    <a:pt x="0" y="565"/>
                  </a:cubicBezTo>
                  <a:lnTo>
                    <a:pt x="0" y="12380"/>
                  </a:lnTo>
                  <a:cubicBezTo>
                    <a:pt x="0" y="12691"/>
                    <a:pt x="254" y="12945"/>
                    <a:pt x="565" y="12945"/>
                  </a:cubicBezTo>
                  <a:lnTo>
                    <a:pt x="2829" y="12945"/>
                  </a:lnTo>
                  <a:cubicBezTo>
                    <a:pt x="3144" y="12945"/>
                    <a:pt x="3397" y="12691"/>
                    <a:pt x="3397" y="12380"/>
                  </a:cubicBezTo>
                  <a:lnTo>
                    <a:pt x="3397" y="565"/>
                  </a:lnTo>
                  <a:cubicBezTo>
                    <a:pt x="3397" y="251"/>
                    <a:pt x="3144" y="0"/>
                    <a:pt x="2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977" name="Google Shape;13977;p81"/>
            <p:cNvSpPr/>
            <p:nvPr/>
          </p:nvSpPr>
          <p:spPr>
            <a:xfrm>
              <a:off x="3282325" y="2035675"/>
              <a:ext cx="459575" cy="454825"/>
            </a:xfrm>
            <a:custGeom>
              <a:avLst/>
              <a:gdLst/>
              <a:ahLst/>
              <a:cxnLst/>
              <a:rect l="l" t="t" r="r" b="b"/>
              <a:pathLst>
                <a:path w="18383" h="18193" extrusionOk="0">
                  <a:moveTo>
                    <a:pt x="568" y="0"/>
                  </a:moveTo>
                  <a:cubicBezTo>
                    <a:pt x="254" y="0"/>
                    <a:pt x="1" y="251"/>
                    <a:pt x="1" y="565"/>
                  </a:cubicBezTo>
                  <a:lnTo>
                    <a:pt x="1" y="17625"/>
                  </a:lnTo>
                  <a:cubicBezTo>
                    <a:pt x="1" y="17939"/>
                    <a:pt x="254" y="18192"/>
                    <a:pt x="568" y="18192"/>
                  </a:cubicBezTo>
                  <a:lnTo>
                    <a:pt x="17815" y="18192"/>
                  </a:lnTo>
                  <a:cubicBezTo>
                    <a:pt x="18129" y="18192"/>
                    <a:pt x="18383" y="17939"/>
                    <a:pt x="18383" y="17625"/>
                  </a:cubicBezTo>
                  <a:cubicBezTo>
                    <a:pt x="18383" y="17311"/>
                    <a:pt x="18129" y="17060"/>
                    <a:pt x="17815" y="17060"/>
                  </a:cubicBezTo>
                  <a:lnTo>
                    <a:pt x="1133" y="17060"/>
                  </a:lnTo>
                  <a:lnTo>
                    <a:pt x="1133" y="565"/>
                  </a:lnTo>
                  <a:cubicBezTo>
                    <a:pt x="1133" y="251"/>
                    <a:pt x="879" y="0"/>
                    <a:pt x="5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3978" name="Google Shape;13978;p81"/>
          <p:cNvSpPr/>
          <p:nvPr/>
        </p:nvSpPr>
        <p:spPr>
          <a:xfrm>
            <a:off x="2924671" y="3556291"/>
            <a:ext cx="330434" cy="316687"/>
          </a:xfrm>
          <a:custGeom>
            <a:avLst/>
            <a:gdLst/>
            <a:ahLst/>
            <a:cxnLst/>
            <a:rect l="l" t="t" r="r" b="b"/>
            <a:pathLst>
              <a:path w="18772" h="17991" extrusionOk="0">
                <a:moveTo>
                  <a:pt x="17492" y="6197"/>
                </a:moveTo>
                <a:lnTo>
                  <a:pt x="17217" y="8063"/>
                </a:lnTo>
                <a:lnTo>
                  <a:pt x="15626" y="6472"/>
                </a:lnTo>
                <a:lnTo>
                  <a:pt x="17492" y="6197"/>
                </a:lnTo>
                <a:close/>
                <a:moveTo>
                  <a:pt x="6055" y="9391"/>
                </a:moveTo>
                <a:lnTo>
                  <a:pt x="6055" y="16858"/>
                </a:lnTo>
                <a:lnTo>
                  <a:pt x="1133" y="16858"/>
                </a:lnTo>
                <a:lnTo>
                  <a:pt x="1133" y="13332"/>
                </a:lnTo>
                <a:lnTo>
                  <a:pt x="6055" y="9391"/>
                </a:lnTo>
                <a:close/>
                <a:moveTo>
                  <a:pt x="7187" y="9141"/>
                </a:moveTo>
                <a:lnTo>
                  <a:pt x="11903" y="11568"/>
                </a:lnTo>
                <a:lnTo>
                  <a:pt x="11903" y="16858"/>
                </a:lnTo>
                <a:lnTo>
                  <a:pt x="7187" y="16858"/>
                </a:lnTo>
                <a:lnTo>
                  <a:pt x="7187" y="9141"/>
                </a:lnTo>
                <a:close/>
                <a:moveTo>
                  <a:pt x="565" y="1"/>
                </a:moveTo>
                <a:cubicBezTo>
                  <a:pt x="254" y="1"/>
                  <a:pt x="1" y="255"/>
                  <a:pt x="1" y="569"/>
                </a:cubicBezTo>
                <a:lnTo>
                  <a:pt x="1" y="17423"/>
                </a:lnTo>
                <a:cubicBezTo>
                  <a:pt x="1" y="17737"/>
                  <a:pt x="254" y="17991"/>
                  <a:pt x="565" y="17991"/>
                </a:cubicBezTo>
                <a:lnTo>
                  <a:pt x="18141" y="17991"/>
                </a:lnTo>
                <a:cubicBezTo>
                  <a:pt x="18455" y="17991"/>
                  <a:pt x="18706" y="17737"/>
                  <a:pt x="18706" y="17423"/>
                </a:cubicBezTo>
                <a:cubicBezTo>
                  <a:pt x="18706" y="17112"/>
                  <a:pt x="18455" y="16858"/>
                  <a:pt x="18141" y="16858"/>
                </a:cubicBezTo>
                <a:lnTo>
                  <a:pt x="13033" y="16858"/>
                </a:lnTo>
                <a:lnTo>
                  <a:pt x="13033" y="11457"/>
                </a:lnTo>
                <a:lnTo>
                  <a:pt x="16022" y="8467"/>
                </a:lnTo>
                <a:lnTo>
                  <a:pt x="17214" y="9660"/>
                </a:lnTo>
                <a:cubicBezTo>
                  <a:pt x="17329" y="9774"/>
                  <a:pt x="17471" y="9826"/>
                  <a:pt x="17611" y="9826"/>
                </a:cubicBezTo>
                <a:cubicBezTo>
                  <a:pt x="17874" y="9826"/>
                  <a:pt x="18129" y="9643"/>
                  <a:pt x="18175" y="9343"/>
                </a:cubicBezTo>
                <a:lnTo>
                  <a:pt x="18721" y="5608"/>
                </a:lnTo>
                <a:cubicBezTo>
                  <a:pt x="18771" y="5262"/>
                  <a:pt x="18501" y="4962"/>
                  <a:pt x="18164" y="4962"/>
                </a:cubicBezTo>
                <a:cubicBezTo>
                  <a:pt x="18137" y="4962"/>
                  <a:pt x="18109" y="4964"/>
                  <a:pt x="18081" y="4968"/>
                </a:cubicBezTo>
                <a:lnTo>
                  <a:pt x="14346" y="5514"/>
                </a:lnTo>
                <a:cubicBezTo>
                  <a:pt x="13887" y="5584"/>
                  <a:pt x="13700" y="6145"/>
                  <a:pt x="14029" y="6475"/>
                </a:cubicBezTo>
                <a:lnTo>
                  <a:pt x="15222" y="7667"/>
                </a:lnTo>
                <a:lnTo>
                  <a:pt x="12359" y="10530"/>
                </a:lnTo>
                <a:lnTo>
                  <a:pt x="6879" y="7710"/>
                </a:lnTo>
                <a:cubicBezTo>
                  <a:pt x="6867" y="7703"/>
                  <a:pt x="6855" y="7697"/>
                  <a:pt x="6846" y="7694"/>
                </a:cubicBezTo>
                <a:lnTo>
                  <a:pt x="6831" y="7688"/>
                </a:lnTo>
                <a:lnTo>
                  <a:pt x="6794" y="7673"/>
                </a:lnTo>
                <a:lnTo>
                  <a:pt x="6776" y="7670"/>
                </a:lnTo>
                <a:cubicBezTo>
                  <a:pt x="6767" y="7667"/>
                  <a:pt x="6755" y="7664"/>
                  <a:pt x="6743" y="7661"/>
                </a:cubicBezTo>
                <a:lnTo>
                  <a:pt x="6728" y="7658"/>
                </a:lnTo>
                <a:cubicBezTo>
                  <a:pt x="6713" y="7655"/>
                  <a:pt x="6695" y="7652"/>
                  <a:pt x="6680" y="7649"/>
                </a:cubicBezTo>
                <a:lnTo>
                  <a:pt x="6553" y="7649"/>
                </a:lnTo>
                <a:cubicBezTo>
                  <a:pt x="6541" y="7649"/>
                  <a:pt x="6526" y="7655"/>
                  <a:pt x="6514" y="7655"/>
                </a:cubicBezTo>
                <a:lnTo>
                  <a:pt x="6495" y="7661"/>
                </a:lnTo>
                <a:cubicBezTo>
                  <a:pt x="6483" y="7661"/>
                  <a:pt x="6474" y="7664"/>
                  <a:pt x="6465" y="7667"/>
                </a:cubicBezTo>
                <a:lnTo>
                  <a:pt x="6447" y="7673"/>
                </a:lnTo>
                <a:cubicBezTo>
                  <a:pt x="6432" y="7679"/>
                  <a:pt x="6417" y="7682"/>
                  <a:pt x="6405" y="7688"/>
                </a:cubicBezTo>
                <a:lnTo>
                  <a:pt x="6387" y="7697"/>
                </a:lnTo>
                <a:lnTo>
                  <a:pt x="6360" y="7710"/>
                </a:lnTo>
                <a:lnTo>
                  <a:pt x="6341" y="7719"/>
                </a:lnTo>
                <a:cubicBezTo>
                  <a:pt x="6332" y="7725"/>
                  <a:pt x="6323" y="7731"/>
                  <a:pt x="6314" y="7737"/>
                </a:cubicBezTo>
                <a:lnTo>
                  <a:pt x="6299" y="7746"/>
                </a:lnTo>
                <a:cubicBezTo>
                  <a:pt x="6287" y="7752"/>
                  <a:pt x="6275" y="7761"/>
                  <a:pt x="6266" y="7770"/>
                </a:cubicBezTo>
                <a:lnTo>
                  <a:pt x="6260" y="7776"/>
                </a:lnTo>
                <a:lnTo>
                  <a:pt x="1133" y="11879"/>
                </a:lnTo>
                <a:lnTo>
                  <a:pt x="1133" y="569"/>
                </a:lnTo>
                <a:cubicBezTo>
                  <a:pt x="1133" y="255"/>
                  <a:pt x="879" y="1"/>
                  <a:pt x="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979" name="Google Shape;13979;p81"/>
          <p:cNvSpPr/>
          <p:nvPr/>
        </p:nvSpPr>
        <p:spPr>
          <a:xfrm>
            <a:off x="3357674" y="3544543"/>
            <a:ext cx="300263" cy="340186"/>
          </a:xfrm>
          <a:custGeom>
            <a:avLst/>
            <a:gdLst/>
            <a:ahLst/>
            <a:cxnLst/>
            <a:rect l="l" t="t" r="r" b="b"/>
            <a:pathLst>
              <a:path w="17058" h="19326" extrusionOk="0">
                <a:moveTo>
                  <a:pt x="15013" y="2021"/>
                </a:moveTo>
                <a:lnTo>
                  <a:pt x="11577" y="5741"/>
                </a:lnTo>
                <a:cubicBezTo>
                  <a:pt x="11378" y="5958"/>
                  <a:pt x="11378" y="6290"/>
                  <a:pt x="11577" y="6507"/>
                </a:cubicBezTo>
                <a:lnTo>
                  <a:pt x="15013" y="10230"/>
                </a:lnTo>
                <a:lnTo>
                  <a:pt x="3195" y="10230"/>
                </a:lnTo>
                <a:lnTo>
                  <a:pt x="3195" y="2021"/>
                </a:lnTo>
                <a:close/>
                <a:moveTo>
                  <a:pt x="1716" y="1133"/>
                </a:moveTo>
                <a:cubicBezTo>
                  <a:pt x="1906" y="1136"/>
                  <a:pt x="2060" y="1290"/>
                  <a:pt x="2063" y="1480"/>
                </a:cubicBezTo>
                <a:lnTo>
                  <a:pt x="2063" y="17846"/>
                </a:lnTo>
                <a:cubicBezTo>
                  <a:pt x="2060" y="18036"/>
                  <a:pt x="1906" y="18190"/>
                  <a:pt x="1716" y="18193"/>
                </a:cubicBezTo>
                <a:lnTo>
                  <a:pt x="1483" y="18193"/>
                </a:lnTo>
                <a:cubicBezTo>
                  <a:pt x="1290" y="18190"/>
                  <a:pt x="1136" y="18036"/>
                  <a:pt x="1133" y="17846"/>
                </a:cubicBezTo>
                <a:lnTo>
                  <a:pt x="1133" y="1480"/>
                </a:lnTo>
                <a:cubicBezTo>
                  <a:pt x="1136" y="1290"/>
                  <a:pt x="1290" y="1136"/>
                  <a:pt x="1483" y="1133"/>
                </a:cubicBezTo>
                <a:close/>
                <a:moveTo>
                  <a:pt x="1483" y="1"/>
                </a:moveTo>
                <a:cubicBezTo>
                  <a:pt x="665" y="1"/>
                  <a:pt x="4" y="665"/>
                  <a:pt x="1" y="1480"/>
                </a:cubicBezTo>
                <a:lnTo>
                  <a:pt x="1" y="17846"/>
                </a:lnTo>
                <a:cubicBezTo>
                  <a:pt x="4" y="18661"/>
                  <a:pt x="665" y="19325"/>
                  <a:pt x="1483" y="19325"/>
                </a:cubicBezTo>
                <a:lnTo>
                  <a:pt x="1716" y="19325"/>
                </a:lnTo>
                <a:cubicBezTo>
                  <a:pt x="2531" y="19325"/>
                  <a:pt x="3195" y="18661"/>
                  <a:pt x="3195" y="17846"/>
                </a:cubicBezTo>
                <a:lnTo>
                  <a:pt x="3195" y="11363"/>
                </a:lnTo>
                <a:lnTo>
                  <a:pt x="16306" y="11363"/>
                </a:lnTo>
                <a:cubicBezTo>
                  <a:pt x="16801" y="11360"/>
                  <a:pt x="17058" y="10774"/>
                  <a:pt x="16722" y="10412"/>
                </a:cubicBezTo>
                <a:lnTo>
                  <a:pt x="12764" y="6124"/>
                </a:lnTo>
                <a:lnTo>
                  <a:pt x="16722" y="1836"/>
                </a:lnTo>
                <a:cubicBezTo>
                  <a:pt x="16873" y="1673"/>
                  <a:pt x="16916" y="1432"/>
                  <a:pt x="16825" y="1226"/>
                </a:cubicBezTo>
                <a:cubicBezTo>
                  <a:pt x="16734" y="1021"/>
                  <a:pt x="16532" y="885"/>
                  <a:pt x="16306" y="885"/>
                </a:cubicBezTo>
                <a:lnTo>
                  <a:pt x="3071" y="885"/>
                </a:lnTo>
                <a:cubicBezTo>
                  <a:pt x="2833" y="348"/>
                  <a:pt x="2302" y="1"/>
                  <a:pt x="17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3980" name="Google Shape;13980;p81"/>
          <p:cNvGrpSpPr/>
          <p:nvPr/>
        </p:nvGrpSpPr>
        <p:grpSpPr>
          <a:xfrm>
            <a:off x="3760673" y="3544803"/>
            <a:ext cx="340608" cy="340168"/>
            <a:chOff x="5053900" y="2021500"/>
            <a:chExt cx="483750" cy="483125"/>
          </a:xfrm>
        </p:grpSpPr>
        <p:sp>
          <p:nvSpPr>
            <p:cNvPr id="13981" name="Google Shape;13981;p81"/>
            <p:cNvSpPr/>
            <p:nvPr/>
          </p:nvSpPr>
          <p:spPr>
            <a:xfrm>
              <a:off x="5281350" y="2078100"/>
              <a:ext cx="127375" cy="127350"/>
            </a:xfrm>
            <a:custGeom>
              <a:avLst/>
              <a:gdLst/>
              <a:ahLst/>
              <a:cxnLst/>
              <a:rect l="l" t="t" r="r" b="b"/>
              <a:pathLst>
                <a:path w="5095" h="5094" extrusionOk="0">
                  <a:moveTo>
                    <a:pt x="565" y="0"/>
                  </a:moveTo>
                  <a:cubicBezTo>
                    <a:pt x="251" y="0"/>
                    <a:pt x="1" y="254"/>
                    <a:pt x="1" y="568"/>
                  </a:cubicBezTo>
                  <a:cubicBezTo>
                    <a:pt x="1" y="879"/>
                    <a:pt x="251" y="1132"/>
                    <a:pt x="565" y="1132"/>
                  </a:cubicBezTo>
                  <a:cubicBezTo>
                    <a:pt x="2440" y="1135"/>
                    <a:pt x="3959" y="2654"/>
                    <a:pt x="3962" y="4529"/>
                  </a:cubicBezTo>
                  <a:cubicBezTo>
                    <a:pt x="3962" y="4843"/>
                    <a:pt x="4216" y="5094"/>
                    <a:pt x="4530" y="5094"/>
                  </a:cubicBezTo>
                  <a:cubicBezTo>
                    <a:pt x="4841" y="5094"/>
                    <a:pt x="5094" y="4843"/>
                    <a:pt x="5094" y="4529"/>
                  </a:cubicBezTo>
                  <a:cubicBezTo>
                    <a:pt x="5091" y="2029"/>
                    <a:pt x="3065" y="3"/>
                    <a:pt x="5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982" name="Google Shape;13982;p81"/>
            <p:cNvSpPr/>
            <p:nvPr/>
          </p:nvSpPr>
          <p:spPr>
            <a:xfrm>
              <a:off x="5118000" y="2021500"/>
              <a:ext cx="368700" cy="483125"/>
            </a:xfrm>
            <a:custGeom>
              <a:avLst/>
              <a:gdLst/>
              <a:ahLst/>
              <a:cxnLst/>
              <a:rect l="l" t="t" r="r" b="b"/>
              <a:pathLst>
                <a:path w="14748" h="19325" extrusionOk="0">
                  <a:moveTo>
                    <a:pt x="7088" y="1135"/>
                  </a:moveTo>
                  <a:cubicBezTo>
                    <a:pt x="8391" y="1135"/>
                    <a:pt x="9651" y="1571"/>
                    <a:pt x="10668" y="2397"/>
                  </a:cubicBezTo>
                  <a:cubicBezTo>
                    <a:pt x="13159" y="4417"/>
                    <a:pt x="13473" y="8104"/>
                    <a:pt x="11360" y="10516"/>
                  </a:cubicBezTo>
                  <a:cubicBezTo>
                    <a:pt x="10572" y="11419"/>
                    <a:pt x="10085" y="12503"/>
                    <a:pt x="9962" y="13626"/>
                  </a:cubicBezTo>
                  <a:lnTo>
                    <a:pt x="4237" y="13626"/>
                  </a:lnTo>
                  <a:cubicBezTo>
                    <a:pt x="4107" y="12482"/>
                    <a:pt x="3630" y="11407"/>
                    <a:pt x="2866" y="10550"/>
                  </a:cubicBezTo>
                  <a:cubicBezTo>
                    <a:pt x="1658" y="9191"/>
                    <a:pt x="1184" y="7367"/>
                    <a:pt x="1571" y="5549"/>
                  </a:cubicBezTo>
                  <a:cubicBezTo>
                    <a:pt x="2020" y="3427"/>
                    <a:pt x="3748" y="1706"/>
                    <a:pt x="5873" y="1262"/>
                  </a:cubicBezTo>
                  <a:cubicBezTo>
                    <a:pt x="6278" y="1177"/>
                    <a:pt x="6685" y="1135"/>
                    <a:pt x="7088" y="1135"/>
                  </a:cubicBezTo>
                  <a:close/>
                  <a:moveTo>
                    <a:pt x="9931" y="14759"/>
                  </a:moveTo>
                  <a:lnTo>
                    <a:pt x="9931" y="15323"/>
                  </a:lnTo>
                  <a:cubicBezTo>
                    <a:pt x="9931" y="15637"/>
                    <a:pt x="9678" y="15891"/>
                    <a:pt x="9364" y="15891"/>
                  </a:cubicBezTo>
                  <a:lnTo>
                    <a:pt x="4835" y="15891"/>
                  </a:lnTo>
                  <a:cubicBezTo>
                    <a:pt x="4521" y="15891"/>
                    <a:pt x="4270" y="15637"/>
                    <a:pt x="4270" y="15323"/>
                  </a:cubicBezTo>
                  <a:lnTo>
                    <a:pt x="4270" y="14759"/>
                  </a:lnTo>
                  <a:close/>
                  <a:moveTo>
                    <a:pt x="8699" y="17023"/>
                  </a:moveTo>
                  <a:cubicBezTo>
                    <a:pt x="8464" y="17694"/>
                    <a:pt x="7827" y="18192"/>
                    <a:pt x="7099" y="18192"/>
                  </a:cubicBezTo>
                  <a:cubicBezTo>
                    <a:pt x="6371" y="18192"/>
                    <a:pt x="5734" y="17694"/>
                    <a:pt x="5499" y="17023"/>
                  </a:cubicBezTo>
                  <a:close/>
                  <a:moveTo>
                    <a:pt x="7087" y="0"/>
                  </a:moveTo>
                  <a:cubicBezTo>
                    <a:pt x="6607" y="0"/>
                    <a:pt x="6123" y="50"/>
                    <a:pt x="5641" y="151"/>
                  </a:cubicBezTo>
                  <a:cubicBezTo>
                    <a:pt x="3053" y="712"/>
                    <a:pt x="1027" y="2729"/>
                    <a:pt x="462" y="5314"/>
                  </a:cubicBezTo>
                  <a:cubicBezTo>
                    <a:pt x="0" y="7488"/>
                    <a:pt x="568" y="9671"/>
                    <a:pt x="2020" y="11301"/>
                  </a:cubicBezTo>
                  <a:cubicBezTo>
                    <a:pt x="2730" y="12099"/>
                    <a:pt x="3135" y="13149"/>
                    <a:pt x="3135" y="14191"/>
                  </a:cubicBezTo>
                  <a:lnTo>
                    <a:pt x="3135" y="15323"/>
                  </a:lnTo>
                  <a:cubicBezTo>
                    <a:pt x="3138" y="16060"/>
                    <a:pt x="3612" y="16709"/>
                    <a:pt x="4309" y="16939"/>
                  </a:cubicBezTo>
                  <a:cubicBezTo>
                    <a:pt x="4409" y="17518"/>
                    <a:pt x="4681" y="18053"/>
                    <a:pt x="5094" y="18473"/>
                  </a:cubicBezTo>
                  <a:cubicBezTo>
                    <a:pt x="5642" y="19040"/>
                    <a:pt x="6371" y="19324"/>
                    <a:pt x="7099" y="19324"/>
                  </a:cubicBezTo>
                  <a:cubicBezTo>
                    <a:pt x="7828" y="19324"/>
                    <a:pt x="8556" y="19040"/>
                    <a:pt x="9104" y="18473"/>
                  </a:cubicBezTo>
                  <a:cubicBezTo>
                    <a:pt x="9518" y="18053"/>
                    <a:pt x="9790" y="17518"/>
                    <a:pt x="9889" y="16939"/>
                  </a:cubicBezTo>
                  <a:cubicBezTo>
                    <a:pt x="10587" y="16709"/>
                    <a:pt x="11061" y="16060"/>
                    <a:pt x="11064" y="15323"/>
                  </a:cubicBezTo>
                  <a:lnTo>
                    <a:pt x="11064" y="14191"/>
                  </a:lnTo>
                  <a:cubicBezTo>
                    <a:pt x="11064" y="13149"/>
                    <a:pt x="11471" y="12108"/>
                    <a:pt x="12211" y="11262"/>
                  </a:cubicBezTo>
                  <a:cubicBezTo>
                    <a:pt x="14747" y="8366"/>
                    <a:pt x="14370" y="3943"/>
                    <a:pt x="11381" y="1518"/>
                  </a:cubicBezTo>
                  <a:cubicBezTo>
                    <a:pt x="10159" y="525"/>
                    <a:pt x="8647" y="0"/>
                    <a:pt x="70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983" name="Google Shape;13983;p81"/>
            <p:cNvSpPr/>
            <p:nvPr/>
          </p:nvSpPr>
          <p:spPr>
            <a:xfrm>
              <a:off x="5053900" y="2191325"/>
              <a:ext cx="56650" cy="28325"/>
            </a:xfrm>
            <a:custGeom>
              <a:avLst/>
              <a:gdLst/>
              <a:ahLst/>
              <a:cxnLst/>
              <a:rect l="l" t="t" r="r" b="b"/>
              <a:pathLst>
                <a:path w="2266" h="1133" extrusionOk="0">
                  <a:moveTo>
                    <a:pt x="569" y="0"/>
                  </a:moveTo>
                  <a:cubicBezTo>
                    <a:pt x="255" y="0"/>
                    <a:pt x="1" y="254"/>
                    <a:pt x="1" y="568"/>
                  </a:cubicBezTo>
                  <a:cubicBezTo>
                    <a:pt x="1" y="879"/>
                    <a:pt x="255" y="1133"/>
                    <a:pt x="569" y="1133"/>
                  </a:cubicBezTo>
                  <a:lnTo>
                    <a:pt x="1701" y="1133"/>
                  </a:lnTo>
                  <a:cubicBezTo>
                    <a:pt x="2012" y="1133"/>
                    <a:pt x="2266" y="879"/>
                    <a:pt x="2266" y="568"/>
                  </a:cubicBezTo>
                  <a:cubicBezTo>
                    <a:pt x="2266" y="254"/>
                    <a:pt x="2012" y="0"/>
                    <a:pt x="17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984" name="Google Shape;13984;p81"/>
            <p:cNvSpPr/>
            <p:nvPr/>
          </p:nvSpPr>
          <p:spPr>
            <a:xfrm>
              <a:off x="5056850" y="2096550"/>
              <a:ext cx="50750" cy="48025"/>
            </a:xfrm>
            <a:custGeom>
              <a:avLst/>
              <a:gdLst/>
              <a:ahLst/>
              <a:cxnLst/>
              <a:rect l="l" t="t" r="r" b="b"/>
              <a:pathLst>
                <a:path w="2030" h="1921" extrusionOk="0">
                  <a:moveTo>
                    <a:pt x="622" y="0"/>
                  </a:moveTo>
                  <a:cubicBezTo>
                    <a:pt x="476" y="0"/>
                    <a:pt x="331" y="56"/>
                    <a:pt x="221" y="168"/>
                  </a:cubicBezTo>
                  <a:cubicBezTo>
                    <a:pt x="4" y="385"/>
                    <a:pt x="1" y="739"/>
                    <a:pt x="215" y="962"/>
                  </a:cubicBezTo>
                  <a:lnTo>
                    <a:pt x="1015" y="1762"/>
                  </a:lnTo>
                  <a:cubicBezTo>
                    <a:pt x="1125" y="1868"/>
                    <a:pt x="1267" y="1921"/>
                    <a:pt x="1409" y="1921"/>
                  </a:cubicBezTo>
                  <a:cubicBezTo>
                    <a:pt x="1554" y="1921"/>
                    <a:pt x="1699" y="1865"/>
                    <a:pt x="1809" y="1753"/>
                  </a:cubicBezTo>
                  <a:cubicBezTo>
                    <a:pt x="2027" y="1536"/>
                    <a:pt x="2030" y="1183"/>
                    <a:pt x="1815" y="962"/>
                  </a:cubicBezTo>
                  <a:lnTo>
                    <a:pt x="1015" y="159"/>
                  </a:lnTo>
                  <a:cubicBezTo>
                    <a:pt x="905" y="53"/>
                    <a:pt x="763" y="0"/>
                    <a:pt x="6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985" name="Google Shape;13985;p81"/>
            <p:cNvSpPr/>
            <p:nvPr/>
          </p:nvSpPr>
          <p:spPr>
            <a:xfrm>
              <a:off x="5056400" y="2266400"/>
              <a:ext cx="51200" cy="48350"/>
            </a:xfrm>
            <a:custGeom>
              <a:avLst/>
              <a:gdLst/>
              <a:ahLst/>
              <a:cxnLst/>
              <a:rect l="l" t="t" r="r" b="b"/>
              <a:pathLst>
                <a:path w="2048" h="1934" extrusionOk="0">
                  <a:moveTo>
                    <a:pt x="1427" y="0"/>
                  </a:moveTo>
                  <a:cubicBezTo>
                    <a:pt x="1285" y="0"/>
                    <a:pt x="1143" y="53"/>
                    <a:pt x="1033" y="159"/>
                  </a:cubicBezTo>
                  <a:lnTo>
                    <a:pt x="233" y="962"/>
                  </a:lnTo>
                  <a:cubicBezTo>
                    <a:pt x="4" y="1179"/>
                    <a:pt x="1" y="1545"/>
                    <a:pt x="227" y="1768"/>
                  </a:cubicBezTo>
                  <a:cubicBezTo>
                    <a:pt x="338" y="1879"/>
                    <a:pt x="482" y="1934"/>
                    <a:pt x="627" y="1934"/>
                  </a:cubicBezTo>
                  <a:cubicBezTo>
                    <a:pt x="774" y="1934"/>
                    <a:pt x="922" y="1876"/>
                    <a:pt x="1033" y="1762"/>
                  </a:cubicBezTo>
                  <a:lnTo>
                    <a:pt x="1833" y="962"/>
                  </a:lnTo>
                  <a:cubicBezTo>
                    <a:pt x="2048" y="738"/>
                    <a:pt x="2045" y="385"/>
                    <a:pt x="1827" y="168"/>
                  </a:cubicBezTo>
                  <a:cubicBezTo>
                    <a:pt x="1717" y="56"/>
                    <a:pt x="1572" y="0"/>
                    <a:pt x="1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986" name="Google Shape;13986;p81"/>
            <p:cNvSpPr/>
            <p:nvPr/>
          </p:nvSpPr>
          <p:spPr>
            <a:xfrm>
              <a:off x="5480400" y="2191325"/>
              <a:ext cx="56650" cy="28325"/>
            </a:xfrm>
            <a:custGeom>
              <a:avLst/>
              <a:gdLst/>
              <a:ahLst/>
              <a:cxnLst/>
              <a:rect l="l" t="t" r="r" b="b"/>
              <a:pathLst>
                <a:path w="2266" h="1133" extrusionOk="0">
                  <a:moveTo>
                    <a:pt x="568" y="0"/>
                  </a:moveTo>
                  <a:cubicBezTo>
                    <a:pt x="254" y="0"/>
                    <a:pt x="1" y="254"/>
                    <a:pt x="1" y="568"/>
                  </a:cubicBezTo>
                  <a:cubicBezTo>
                    <a:pt x="1" y="879"/>
                    <a:pt x="254" y="1133"/>
                    <a:pt x="568" y="1133"/>
                  </a:cubicBezTo>
                  <a:lnTo>
                    <a:pt x="1701" y="1133"/>
                  </a:lnTo>
                  <a:cubicBezTo>
                    <a:pt x="2012" y="1133"/>
                    <a:pt x="2265" y="879"/>
                    <a:pt x="2265" y="568"/>
                  </a:cubicBezTo>
                  <a:cubicBezTo>
                    <a:pt x="2265" y="254"/>
                    <a:pt x="2012" y="0"/>
                    <a:pt x="17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987" name="Google Shape;13987;p81"/>
            <p:cNvSpPr/>
            <p:nvPr/>
          </p:nvSpPr>
          <p:spPr>
            <a:xfrm>
              <a:off x="5479800" y="2096550"/>
              <a:ext cx="54300" cy="48225"/>
            </a:xfrm>
            <a:custGeom>
              <a:avLst/>
              <a:gdLst/>
              <a:ahLst/>
              <a:cxnLst/>
              <a:rect l="l" t="t" r="r" b="b"/>
              <a:pathLst>
                <a:path w="2172" h="1929" extrusionOk="0">
                  <a:moveTo>
                    <a:pt x="1550" y="0"/>
                  </a:moveTo>
                  <a:cubicBezTo>
                    <a:pt x="1409" y="0"/>
                    <a:pt x="1267" y="53"/>
                    <a:pt x="1157" y="159"/>
                  </a:cubicBezTo>
                  <a:lnTo>
                    <a:pt x="357" y="962"/>
                  </a:lnTo>
                  <a:cubicBezTo>
                    <a:pt x="1" y="1318"/>
                    <a:pt x="251" y="1928"/>
                    <a:pt x="756" y="1928"/>
                  </a:cubicBezTo>
                  <a:cubicBezTo>
                    <a:pt x="907" y="1928"/>
                    <a:pt x="1051" y="1868"/>
                    <a:pt x="1157" y="1762"/>
                  </a:cubicBezTo>
                  <a:lnTo>
                    <a:pt x="1957" y="959"/>
                  </a:lnTo>
                  <a:cubicBezTo>
                    <a:pt x="2172" y="739"/>
                    <a:pt x="2169" y="385"/>
                    <a:pt x="1951" y="168"/>
                  </a:cubicBezTo>
                  <a:cubicBezTo>
                    <a:pt x="1841" y="56"/>
                    <a:pt x="1696" y="0"/>
                    <a:pt x="15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988" name="Google Shape;13988;p81"/>
            <p:cNvSpPr/>
            <p:nvPr/>
          </p:nvSpPr>
          <p:spPr>
            <a:xfrm>
              <a:off x="5483350" y="2266400"/>
              <a:ext cx="54300" cy="48225"/>
            </a:xfrm>
            <a:custGeom>
              <a:avLst/>
              <a:gdLst/>
              <a:ahLst/>
              <a:cxnLst/>
              <a:rect l="l" t="t" r="r" b="b"/>
              <a:pathLst>
                <a:path w="2172" h="1929" extrusionOk="0">
                  <a:moveTo>
                    <a:pt x="622" y="0"/>
                  </a:moveTo>
                  <a:cubicBezTo>
                    <a:pt x="476" y="0"/>
                    <a:pt x="331" y="56"/>
                    <a:pt x="221" y="168"/>
                  </a:cubicBezTo>
                  <a:cubicBezTo>
                    <a:pt x="4" y="385"/>
                    <a:pt x="1" y="738"/>
                    <a:pt x="215" y="962"/>
                  </a:cubicBezTo>
                  <a:lnTo>
                    <a:pt x="1015" y="1762"/>
                  </a:lnTo>
                  <a:cubicBezTo>
                    <a:pt x="1121" y="1868"/>
                    <a:pt x="1266" y="1928"/>
                    <a:pt x="1417" y="1928"/>
                  </a:cubicBezTo>
                  <a:cubicBezTo>
                    <a:pt x="1921" y="1928"/>
                    <a:pt x="2172" y="1318"/>
                    <a:pt x="1815" y="962"/>
                  </a:cubicBezTo>
                  <a:lnTo>
                    <a:pt x="1015" y="159"/>
                  </a:lnTo>
                  <a:cubicBezTo>
                    <a:pt x="905" y="53"/>
                    <a:pt x="763" y="0"/>
                    <a:pt x="6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3989" name="Google Shape;13989;p81"/>
          <p:cNvSpPr/>
          <p:nvPr/>
        </p:nvSpPr>
        <p:spPr>
          <a:xfrm>
            <a:off x="4234012" y="3544640"/>
            <a:ext cx="220489" cy="339992"/>
          </a:xfrm>
          <a:custGeom>
            <a:avLst/>
            <a:gdLst/>
            <a:ahLst/>
            <a:cxnLst/>
            <a:rect l="l" t="t" r="r" b="b"/>
            <a:pathLst>
              <a:path w="12526" h="19315" extrusionOk="0">
                <a:moveTo>
                  <a:pt x="9690" y="1133"/>
                </a:moveTo>
                <a:cubicBezTo>
                  <a:pt x="9980" y="1139"/>
                  <a:pt x="10213" y="1377"/>
                  <a:pt x="10213" y="1670"/>
                </a:cubicBezTo>
                <a:cubicBezTo>
                  <a:pt x="10213" y="1960"/>
                  <a:pt x="9980" y="2199"/>
                  <a:pt x="9690" y="2208"/>
                </a:cubicBezTo>
                <a:lnTo>
                  <a:pt x="2836" y="2208"/>
                </a:lnTo>
                <a:cubicBezTo>
                  <a:pt x="2540" y="2208"/>
                  <a:pt x="2302" y="1966"/>
                  <a:pt x="2302" y="1670"/>
                </a:cubicBezTo>
                <a:cubicBezTo>
                  <a:pt x="2302" y="1371"/>
                  <a:pt x="2540" y="1133"/>
                  <a:pt x="2839" y="1133"/>
                </a:cubicBezTo>
                <a:close/>
                <a:moveTo>
                  <a:pt x="8564" y="3340"/>
                </a:moveTo>
                <a:lnTo>
                  <a:pt x="8564" y="9554"/>
                </a:lnTo>
                <a:cubicBezTo>
                  <a:pt x="8543" y="9781"/>
                  <a:pt x="8658" y="10001"/>
                  <a:pt x="8860" y="10110"/>
                </a:cubicBezTo>
                <a:cubicBezTo>
                  <a:pt x="9805" y="10620"/>
                  <a:pt x="10581" y="11396"/>
                  <a:pt x="11088" y="12341"/>
                </a:cubicBezTo>
                <a:lnTo>
                  <a:pt x="1435" y="12341"/>
                </a:lnTo>
                <a:cubicBezTo>
                  <a:pt x="1946" y="11396"/>
                  <a:pt x="2718" y="10620"/>
                  <a:pt x="3667" y="10110"/>
                </a:cubicBezTo>
                <a:cubicBezTo>
                  <a:pt x="3869" y="10001"/>
                  <a:pt x="3984" y="9784"/>
                  <a:pt x="3959" y="9554"/>
                </a:cubicBezTo>
                <a:lnTo>
                  <a:pt x="3959" y="3340"/>
                </a:lnTo>
                <a:close/>
                <a:moveTo>
                  <a:pt x="6731" y="13476"/>
                </a:moveTo>
                <a:lnTo>
                  <a:pt x="6731" y="16263"/>
                </a:lnTo>
                <a:cubicBezTo>
                  <a:pt x="6734" y="16879"/>
                  <a:pt x="6571" y="17486"/>
                  <a:pt x="6263" y="18024"/>
                </a:cubicBezTo>
                <a:cubicBezTo>
                  <a:pt x="5955" y="17486"/>
                  <a:pt x="5792" y="16879"/>
                  <a:pt x="5795" y="16263"/>
                </a:cubicBezTo>
                <a:lnTo>
                  <a:pt x="5795" y="13476"/>
                </a:lnTo>
                <a:close/>
                <a:moveTo>
                  <a:pt x="2831" y="1"/>
                </a:moveTo>
                <a:cubicBezTo>
                  <a:pt x="1912" y="1"/>
                  <a:pt x="1166" y="745"/>
                  <a:pt x="1163" y="1664"/>
                </a:cubicBezTo>
                <a:cubicBezTo>
                  <a:pt x="1160" y="2585"/>
                  <a:pt x="1906" y="3337"/>
                  <a:pt x="2827" y="3340"/>
                </a:cubicBezTo>
                <a:lnTo>
                  <a:pt x="2827" y="9285"/>
                </a:lnTo>
                <a:cubicBezTo>
                  <a:pt x="1529" y="10077"/>
                  <a:pt x="544" y="11287"/>
                  <a:pt x="34" y="12719"/>
                </a:cubicBezTo>
                <a:lnTo>
                  <a:pt x="31" y="12728"/>
                </a:lnTo>
                <a:cubicBezTo>
                  <a:pt x="28" y="12740"/>
                  <a:pt x="25" y="12749"/>
                  <a:pt x="22" y="12761"/>
                </a:cubicBezTo>
                <a:cubicBezTo>
                  <a:pt x="19" y="12773"/>
                  <a:pt x="19" y="12776"/>
                  <a:pt x="16" y="12785"/>
                </a:cubicBezTo>
                <a:cubicBezTo>
                  <a:pt x="13" y="12791"/>
                  <a:pt x="13" y="12803"/>
                  <a:pt x="10" y="12812"/>
                </a:cubicBezTo>
                <a:cubicBezTo>
                  <a:pt x="10" y="12821"/>
                  <a:pt x="7" y="12833"/>
                  <a:pt x="7" y="12842"/>
                </a:cubicBezTo>
                <a:lnTo>
                  <a:pt x="4" y="12866"/>
                </a:lnTo>
                <a:lnTo>
                  <a:pt x="4" y="12900"/>
                </a:lnTo>
                <a:cubicBezTo>
                  <a:pt x="4" y="12903"/>
                  <a:pt x="4" y="12906"/>
                  <a:pt x="4" y="12909"/>
                </a:cubicBezTo>
                <a:cubicBezTo>
                  <a:pt x="1" y="12912"/>
                  <a:pt x="1" y="12918"/>
                  <a:pt x="1" y="12921"/>
                </a:cubicBezTo>
                <a:cubicBezTo>
                  <a:pt x="1" y="12933"/>
                  <a:pt x="1" y="12945"/>
                  <a:pt x="4" y="12957"/>
                </a:cubicBezTo>
                <a:lnTo>
                  <a:pt x="7" y="12978"/>
                </a:lnTo>
                <a:cubicBezTo>
                  <a:pt x="7" y="12990"/>
                  <a:pt x="10" y="12999"/>
                  <a:pt x="10" y="13008"/>
                </a:cubicBezTo>
                <a:cubicBezTo>
                  <a:pt x="13" y="13020"/>
                  <a:pt x="13" y="13030"/>
                  <a:pt x="16" y="13039"/>
                </a:cubicBezTo>
                <a:cubicBezTo>
                  <a:pt x="19" y="13048"/>
                  <a:pt x="19" y="13054"/>
                  <a:pt x="22" y="13063"/>
                </a:cubicBezTo>
                <a:cubicBezTo>
                  <a:pt x="25" y="13069"/>
                  <a:pt x="28" y="13081"/>
                  <a:pt x="31" y="13093"/>
                </a:cubicBezTo>
                <a:cubicBezTo>
                  <a:pt x="34" y="13102"/>
                  <a:pt x="37" y="13105"/>
                  <a:pt x="40" y="13111"/>
                </a:cubicBezTo>
                <a:cubicBezTo>
                  <a:pt x="43" y="13120"/>
                  <a:pt x="46" y="13132"/>
                  <a:pt x="52" y="13144"/>
                </a:cubicBezTo>
                <a:lnTo>
                  <a:pt x="61" y="13162"/>
                </a:lnTo>
                <a:cubicBezTo>
                  <a:pt x="67" y="13171"/>
                  <a:pt x="70" y="13181"/>
                  <a:pt x="76" y="13190"/>
                </a:cubicBezTo>
                <a:cubicBezTo>
                  <a:pt x="83" y="13199"/>
                  <a:pt x="86" y="13205"/>
                  <a:pt x="89" y="13211"/>
                </a:cubicBezTo>
                <a:cubicBezTo>
                  <a:pt x="92" y="13217"/>
                  <a:pt x="98" y="13229"/>
                  <a:pt x="104" y="13235"/>
                </a:cubicBezTo>
                <a:lnTo>
                  <a:pt x="122" y="13256"/>
                </a:lnTo>
                <a:lnTo>
                  <a:pt x="137" y="13277"/>
                </a:lnTo>
                <a:cubicBezTo>
                  <a:pt x="143" y="13286"/>
                  <a:pt x="152" y="13292"/>
                  <a:pt x="158" y="13298"/>
                </a:cubicBezTo>
                <a:cubicBezTo>
                  <a:pt x="164" y="13307"/>
                  <a:pt x="167" y="13310"/>
                  <a:pt x="173" y="13316"/>
                </a:cubicBezTo>
                <a:cubicBezTo>
                  <a:pt x="179" y="13322"/>
                  <a:pt x="188" y="13331"/>
                  <a:pt x="197" y="13338"/>
                </a:cubicBezTo>
                <a:lnTo>
                  <a:pt x="215" y="13353"/>
                </a:lnTo>
                <a:lnTo>
                  <a:pt x="240" y="13371"/>
                </a:lnTo>
                <a:lnTo>
                  <a:pt x="264" y="13386"/>
                </a:lnTo>
                <a:lnTo>
                  <a:pt x="285" y="13398"/>
                </a:lnTo>
                <a:cubicBezTo>
                  <a:pt x="294" y="13404"/>
                  <a:pt x="303" y="13410"/>
                  <a:pt x="312" y="13413"/>
                </a:cubicBezTo>
                <a:lnTo>
                  <a:pt x="333" y="13422"/>
                </a:lnTo>
                <a:lnTo>
                  <a:pt x="366" y="13437"/>
                </a:lnTo>
                <a:lnTo>
                  <a:pt x="378" y="13443"/>
                </a:lnTo>
                <a:lnTo>
                  <a:pt x="384" y="13446"/>
                </a:lnTo>
                <a:lnTo>
                  <a:pt x="415" y="13452"/>
                </a:lnTo>
                <a:cubicBezTo>
                  <a:pt x="421" y="13455"/>
                  <a:pt x="430" y="13458"/>
                  <a:pt x="439" y="13458"/>
                </a:cubicBezTo>
                <a:lnTo>
                  <a:pt x="463" y="13464"/>
                </a:lnTo>
                <a:cubicBezTo>
                  <a:pt x="475" y="13467"/>
                  <a:pt x="484" y="13467"/>
                  <a:pt x="496" y="13470"/>
                </a:cubicBezTo>
                <a:lnTo>
                  <a:pt x="514" y="13470"/>
                </a:lnTo>
                <a:cubicBezTo>
                  <a:pt x="532" y="13473"/>
                  <a:pt x="548" y="13473"/>
                  <a:pt x="566" y="13473"/>
                </a:cubicBezTo>
                <a:lnTo>
                  <a:pt x="4663" y="13473"/>
                </a:lnTo>
                <a:lnTo>
                  <a:pt x="4663" y="16263"/>
                </a:lnTo>
                <a:cubicBezTo>
                  <a:pt x="4660" y="17205"/>
                  <a:pt x="4947" y="18126"/>
                  <a:pt x="5481" y="18902"/>
                </a:cubicBezTo>
                <a:cubicBezTo>
                  <a:pt x="5670" y="19177"/>
                  <a:pt x="5967" y="19315"/>
                  <a:pt x="6263" y="19315"/>
                </a:cubicBezTo>
                <a:cubicBezTo>
                  <a:pt x="6560" y="19315"/>
                  <a:pt x="6857" y="19177"/>
                  <a:pt x="7045" y="18902"/>
                </a:cubicBezTo>
                <a:cubicBezTo>
                  <a:pt x="7580" y="18126"/>
                  <a:pt x="7867" y="17205"/>
                  <a:pt x="7864" y="16263"/>
                </a:cubicBezTo>
                <a:lnTo>
                  <a:pt x="7864" y="13476"/>
                </a:lnTo>
                <a:lnTo>
                  <a:pt x="11961" y="13476"/>
                </a:lnTo>
                <a:cubicBezTo>
                  <a:pt x="11979" y="13473"/>
                  <a:pt x="11997" y="13473"/>
                  <a:pt x="12015" y="13473"/>
                </a:cubicBezTo>
                <a:lnTo>
                  <a:pt x="12024" y="13473"/>
                </a:lnTo>
                <a:cubicBezTo>
                  <a:pt x="12040" y="13473"/>
                  <a:pt x="12052" y="13467"/>
                  <a:pt x="12067" y="13464"/>
                </a:cubicBezTo>
                <a:lnTo>
                  <a:pt x="12085" y="13461"/>
                </a:lnTo>
                <a:lnTo>
                  <a:pt x="12115" y="13455"/>
                </a:lnTo>
                <a:lnTo>
                  <a:pt x="12139" y="13446"/>
                </a:lnTo>
                <a:cubicBezTo>
                  <a:pt x="12142" y="13446"/>
                  <a:pt x="12145" y="13443"/>
                  <a:pt x="12148" y="13443"/>
                </a:cubicBezTo>
                <a:lnTo>
                  <a:pt x="12163" y="13437"/>
                </a:lnTo>
                <a:cubicBezTo>
                  <a:pt x="12172" y="13434"/>
                  <a:pt x="12181" y="13431"/>
                  <a:pt x="12194" y="13425"/>
                </a:cubicBezTo>
                <a:lnTo>
                  <a:pt x="12218" y="13413"/>
                </a:lnTo>
                <a:cubicBezTo>
                  <a:pt x="12224" y="13410"/>
                  <a:pt x="12233" y="13404"/>
                  <a:pt x="12242" y="13401"/>
                </a:cubicBezTo>
                <a:cubicBezTo>
                  <a:pt x="12248" y="13395"/>
                  <a:pt x="12257" y="13392"/>
                  <a:pt x="12266" y="13386"/>
                </a:cubicBezTo>
                <a:lnTo>
                  <a:pt x="12284" y="13374"/>
                </a:lnTo>
                <a:cubicBezTo>
                  <a:pt x="12296" y="13365"/>
                  <a:pt x="12305" y="13359"/>
                  <a:pt x="12311" y="13353"/>
                </a:cubicBezTo>
                <a:lnTo>
                  <a:pt x="12329" y="13341"/>
                </a:lnTo>
                <a:cubicBezTo>
                  <a:pt x="12335" y="13331"/>
                  <a:pt x="12344" y="13325"/>
                  <a:pt x="12354" y="13316"/>
                </a:cubicBezTo>
                <a:cubicBezTo>
                  <a:pt x="12363" y="13307"/>
                  <a:pt x="12363" y="13307"/>
                  <a:pt x="12369" y="13301"/>
                </a:cubicBezTo>
                <a:cubicBezTo>
                  <a:pt x="12372" y="13295"/>
                  <a:pt x="12384" y="13286"/>
                  <a:pt x="12390" y="13277"/>
                </a:cubicBezTo>
                <a:cubicBezTo>
                  <a:pt x="12399" y="13268"/>
                  <a:pt x="12399" y="13265"/>
                  <a:pt x="12405" y="13259"/>
                </a:cubicBezTo>
                <a:lnTo>
                  <a:pt x="12423" y="13235"/>
                </a:lnTo>
                <a:cubicBezTo>
                  <a:pt x="12429" y="13229"/>
                  <a:pt x="12432" y="13220"/>
                  <a:pt x="12438" y="13214"/>
                </a:cubicBezTo>
                <a:cubicBezTo>
                  <a:pt x="12441" y="13205"/>
                  <a:pt x="12447" y="13199"/>
                  <a:pt x="12450" y="13190"/>
                </a:cubicBezTo>
                <a:cubicBezTo>
                  <a:pt x="12456" y="13184"/>
                  <a:pt x="12459" y="13174"/>
                  <a:pt x="12465" y="13165"/>
                </a:cubicBezTo>
                <a:cubicBezTo>
                  <a:pt x="12468" y="13156"/>
                  <a:pt x="12471" y="13150"/>
                  <a:pt x="12474" y="13144"/>
                </a:cubicBezTo>
                <a:cubicBezTo>
                  <a:pt x="12477" y="13135"/>
                  <a:pt x="12483" y="13123"/>
                  <a:pt x="12486" y="13114"/>
                </a:cubicBezTo>
                <a:cubicBezTo>
                  <a:pt x="12492" y="13105"/>
                  <a:pt x="12492" y="13099"/>
                  <a:pt x="12495" y="13093"/>
                </a:cubicBezTo>
                <a:cubicBezTo>
                  <a:pt x="12498" y="13084"/>
                  <a:pt x="12501" y="13072"/>
                  <a:pt x="12505" y="13063"/>
                </a:cubicBezTo>
                <a:cubicBezTo>
                  <a:pt x="12508" y="13054"/>
                  <a:pt x="12511" y="13045"/>
                  <a:pt x="12511" y="13039"/>
                </a:cubicBezTo>
                <a:cubicBezTo>
                  <a:pt x="12514" y="13030"/>
                  <a:pt x="12514" y="13020"/>
                  <a:pt x="12517" y="13011"/>
                </a:cubicBezTo>
                <a:cubicBezTo>
                  <a:pt x="12517" y="13002"/>
                  <a:pt x="12520" y="12990"/>
                  <a:pt x="12523" y="12981"/>
                </a:cubicBezTo>
                <a:cubicBezTo>
                  <a:pt x="12523" y="12969"/>
                  <a:pt x="12523" y="12966"/>
                  <a:pt x="12523" y="12957"/>
                </a:cubicBezTo>
                <a:cubicBezTo>
                  <a:pt x="12523" y="12948"/>
                  <a:pt x="12523" y="12933"/>
                  <a:pt x="12526" y="12921"/>
                </a:cubicBezTo>
                <a:lnTo>
                  <a:pt x="12526" y="12909"/>
                </a:lnTo>
                <a:cubicBezTo>
                  <a:pt x="12526" y="12906"/>
                  <a:pt x="12526" y="12903"/>
                  <a:pt x="12526" y="12900"/>
                </a:cubicBezTo>
                <a:lnTo>
                  <a:pt x="12526" y="12866"/>
                </a:lnTo>
                <a:cubicBezTo>
                  <a:pt x="12526" y="12854"/>
                  <a:pt x="12526" y="12851"/>
                  <a:pt x="12523" y="12842"/>
                </a:cubicBezTo>
                <a:cubicBezTo>
                  <a:pt x="12520" y="12833"/>
                  <a:pt x="12520" y="12824"/>
                  <a:pt x="12520" y="12815"/>
                </a:cubicBezTo>
                <a:cubicBezTo>
                  <a:pt x="12517" y="12803"/>
                  <a:pt x="12517" y="12794"/>
                  <a:pt x="12514" y="12785"/>
                </a:cubicBezTo>
                <a:cubicBezTo>
                  <a:pt x="12511" y="12773"/>
                  <a:pt x="12511" y="12770"/>
                  <a:pt x="12508" y="12764"/>
                </a:cubicBezTo>
                <a:cubicBezTo>
                  <a:pt x="12505" y="12755"/>
                  <a:pt x="12501" y="12740"/>
                  <a:pt x="12498" y="12728"/>
                </a:cubicBezTo>
                <a:lnTo>
                  <a:pt x="12495" y="12719"/>
                </a:lnTo>
                <a:cubicBezTo>
                  <a:pt x="11985" y="11290"/>
                  <a:pt x="11001" y="10077"/>
                  <a:pt x="9702" y="9288"/>
                </a:cubicBezTo>
                <a:lnTo>
                  <a:pt x="9702" y="3340"/>
                </a:lnTo>
                <a:cubicBezTo>
                  <a:pt x="10623" y="3337"/>
                  <a:pt x="11369" y="2585"/>
                  <a:pt x="11366" y="1664"/>
                </a:cubicBezTo>
                <a:cubicBezTo>
                  <a:pt x="11363" y="745"/>
                  <a:pt x="10617" y="1"/>
                  <a:pt x="9699" y="1"/>
                </a:cubicBezTo>
                <a:cubicBezTo>
                  <a:pt x="9697" y="1"/>
                  <a:pt x="9695" y="1"/>
                  <a:pt x="9693" y="1"/>
                </a:cubicBezTo>
                <a:lnTo>
                  <a:pt x="2836" y="1"/>
                </a:lnTo>
                <a:cubicBezTo>
                  <a:pt x="2834" y="1"/>
                  <a:pt x="2833" y="1"/>
                  <a:pt x="28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3990" name="Google Shape;13990;p81"/>
          <p:cNvGrpSpPr/>
          <p:nvPr/>
        </p:nvGrpSpPr>
        <p:grpSpPr>
          <a:xfrm>
            <a:off x="4585773" y="3547971"/>
            <a:ext cx="351663" cy="333831"/>
            <a:chOff x="6222125" y="2025975"/>
            <a:chExt cx="499450" cy="474125"/>
          </a:xfrm>
        </p:grpSpPr>
        <p:sp>
          <p:nvSpPr>
            <p:cNvPr id="13991" name="Google Shape;13991;p81"/>
            <p:cNvSpPr/>
            <p:nvPr/>
          </p:nvSpPr>
          <p:spPr>
            <a:xfrm>
              <a:off x="6222125" y="2025975"/>
              <a:ext cx="499450" cy="474125"/>
            </a:xfrm>
            <a:custGeom>
              <a:avLst/>
              <a:gdLst/>
              <a:ahLst/>
              <a:cxnLst/>
              <a:rect l="l" t="t" r="r" b="b"/>
              <a:pathLst>
                <a:path w="19978" h="18965" extrusionOk="0">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992" name="Google Shape;13992;p81"/>
            <p:cNvSpPr/>
            <p:nvPr/>
          </p:nvSpPr>
          <p:spPr>
            <a:xfrm>
              <a:off x="6309175" y="2087825"/>
              <a:ext cx="350425" cy="350425"/>
            </a:xfrm>
            <a:custGeom>
              <a:avLst/>
              <a:gdLst/>
              <a:ahLst/>
              <a:cxnLst/>
              <a:rect l="l" t="t" r="r" b="b"/>
              <a:pathLst>
                <a:path w="14017" h="14017" extrusionOk="0">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993" name="Google Shape;13993;p81"/>
            <p:cNvSpPr/>
            <p:nvPr/>
          </p:nvSpPr>
          <p:spPr>
            <a:xfrm>
              <a:off x="6431600" y="2142250"/>
              <a:ext cx="105575" cy="241575"/>
            </a:xfrm>
            <a:custGeom>
              <a:avLst/>
              <a:gdLst/>
              <a:ahLst/>
              <a:cxnLst/>
              <a:rect l="l" t="t" r="r" b="b"/>
              <a:pathLst>
                <a:path w="4223" h="9663" extrusionOk="0">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994" name="Google Shape;13994;p81"/>
          <p:cNvGrpSpPr/>
          <p:nvPr/>
        </p:nvGrpSpPr>
        <p:grpSpPr>
          <a:xfrm>
            <a:off x="5043335" y="2364541"/>
            <a:ext cx="335504" cy="185953"/>
            <a:chOff x="896050" y="2725450"/>
            <a:chExt cx="476500" cy="264100"/>
          </a:xfrm>
        </p:grpSpPr>
        <p:sp>
          <p:nvSpPr>
            <p:cNvPr id="13995" name="Google Shape;13995;p81"/>
            <p:cNvSpPr/>
            <p:nvPr/>
          </p:nvSpPr>
          <p:spPr>
            <a:xfrm>
              <a:off x="896050" y="2725450"/>
              <a:ext cx="476500" cy="264100"/>
            </a:xfrm>
            <a:custGeom>
              <a:avLst/>
              <a:gdLst/>
              <a:ahLst/>
              <a:cxnLst/>
              <a:rect l="l" t="t" r="r" b="b"/>
              <a:pathLst>
                <a:path w="19060" h="10564" extrusionOk="0">
                  <a:moveTo>
                    <a:pt x="17927" y="1133"/>
                  </a:moveTo>
                  <a:lnTo>
                    <a:pt x="17927" y="9431"/>
                  </a:lnTo>
                  <a:lnTo>
                    <a:pt x="1133" y="9431"/>
                  </a:lnTo>
                  <a:lnTo>
                    <a:pt x="1133" y="1133"/>
                  </a:lnTo>
                  <a:close/>
                  <a:moveTo>
                    <a:pt x="565" y="1"/>
                  </a:moveTo>
                  <a:cubicBezTo>
                    <a:pt x="254" y="1"/>
                    <a:pt x="1" y="255"/>
                    <a:pt x="1" y="569"/>
                  </a:cubicBezTo>
                  <a:lnTo>
                    <a:pt x="1" y="9995"/>
                  </a:lnTo>
                  <a:cubicBezTo>
                    <a:pt x="1" y="10309"/>
                    <a:pt x="254" y="10563"/>
                    <a:pt x="565" y="10563"/>
                  </a:cubicBezTo>
                  <a:lnTo>
                    <a:pt x="18495" y="10563"/>
                  </a:lnTo>
                  <a:cubicBezTo>
                    <a:pt x="18806" y="10563"/>
                    <a:pt x="19060" y="10309"/>
                    <a:pt x="19060" y="9995"/>
                  </a:cubicBezTo>
                  <a:lnTo>
                    <a:pt x="19060" y="569"/>
                  </a:lnTo>
                  <a:cubicBezTo>
                    <a:pt x="19060" y="255"/>
                    <a:pt x="18806" y="1"/>
                    <a:pt x="184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996" name="Google Shape;13996;p81"/>
            <p:cNvSpPr/>
            <p:nvPr/>
          </p:nvSpPr>
          <p:spPr>
            <a:xfrm>
              <a:off x="951625" y="2774675"/>
              <a:ext cx="365450" cy="165650"/>
            </a:xfrm>
            <a:custGeom>
              <a:avLst/>
              <a:gdLst/>
              <a:ahLst/>
              <a:cxnLst/>
              <a:rect l="l" t="t" r="r" b="b"/>
              <a:pathLst>
                <a:path w="14618" h="6626" extrusionOk="0">
                  <a:moveTo>
                    <a:pt x="12063" y="1133"/>
                  </a:moveTo>
                  <a:cubicBezTo>
                    <a:pt x="12259" y="1818"/>
                    <a:pt x="12797" y="2356"/>
                    <a:pt x="13485" y="2552"/>
                  </a:cubicBezTo>
                  <a:lnTo>
                    <a:pt x="13485" y="4074"/>
                  </a:lnTo>
                  <a:cubicBezTo>
                    <a:pt x="12797" y="4273"/>
                    <a:pt x="12259" y="4808"/>
                    <a:pt x="12063" y="5496"/>
                  </a:cubicBezTo>
                  <a:lnTo>
                    <a:pt x="2552" y="5496"/>
                  </a:lnTo>
                  <a:cubicBezTo>
                    <a:pt x="2355" y="4808"/>
                    <a:pt x="1818" y="4270"/>
                    <a:pt x="1129" y="4074"/>
                  </a:cubicBezTo>
                  <a:lnTo>
                    <a:pt x="1129" y="2552"/>
                  </a:lnTo>
                  <a:cubicBezTo>
                    <a:pt x="1818" y="2356"/>
                    <a:pt x="2355" y="1818"/>
                    <a:pt x="2552" y="1133"/>
                  </a:cubicBezTo>
                  <a:close/>
                  <a:moveTo>
                    <a:pt x="2065" y="1"/>
                  </a:moveTo>
                  <a:cubicBezTo>
                    <a:pt x="1751" y="1"/>
                    <a:pt x="1498" y="254"/>
                    <a:pt x="1498" y="568"/>
                  </a:cubicBezTo>
                  <a:cubicBezTo>
                    <a:pt x="1498" y="1082"/>
                    <a:pt x="1081" y="1501"/>
                    <a:pt x="565" y="1501"/>
                  </a:cubicBezTo>
                  <a:cubicBezTo>
                    <a:pt x="251" y="1501"/>
                    <a:pt x="0" y="1755"/>
                    <a:pt x="0" y="2069"/>
                  </a:cubicBezTo>
                  <a:lnTo>
                    <a:pt x="0" y="4560"/>
                  </a:lnTo>
                  <a:cubicBezTo>
                    <a:pt x="0" y="4871"/>
                    <a:pt x="251" y="5125"/>
                    <a:pt x="565" y="5125"/>
                  </a:cubicBezTo>
                  <a:cubicBezTo>
                    <a:pt x="1081" y="5125"/>
                    <a:pt x="1498" y="5544"/>
                    <a:pt x="1498" y="6061"/>
                  </a:cubicBezTo>
                  <a:cubicBezTo>
                    <a:pt x="1498" y="6372"/>
                    <a:pt x="1751" y="6625"/>
                    <a:pt x="2065" y="6625"/>
                  </a:cubicBezTo>
                  <a:lnTo>
                    <a:pt x="12549" y="6625"/>
                  </a:lnTo>
                  <a:cubicBezTo>
                    <a:pt x="12863" y="6625"/>
                    <a:pt x="13117" y="6372"/>
                    <a:pt x="13117" y="6061"/>
                  </a:cubicBezTo>
                  <a:cubicBezTo>
                    <a:pt x="13117" y="5544"/>
                    <a:pt x="13533" y="5125"/>
                    <a:pt x="14050" y="5125"/>
                  </a:cubicBezTo>
                  <a:cubicBezTo>
                    <a:pt x="14364" y="5125"/>
                    <a:pt x="14617" y="4871"/>
                    <a:pt x="14617" y="4560"/>
                  </a:cubicBezTo>
                  <a:lnTo>
                    <a:pt x="14617" y="2069"/>
                  </a:lnTo>
                  <a:cubicBezTo>
                    <a:pt x="14617" y="1755"/>
                    <a:pt x="14364" y="1501"/>
                    <a:pt x="14050" y="1501"/>
                  </a:cubicBezTo>
                  <a:cubicBezTo>
                    <a:pt x="13533" y="1501"/>
                    <a:pt x="13117" y="1082"/>
                    <a:pt x="13117" y="568"/>
                  </a:cubicBezTo>
                  <a:cubicBezTo>
                    <a:pt x="13117" y="254"/>
                    <a:pt x="12863" y="1"/>
                    <a:pt x="125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997" name="Google Shape;13997;p81"/>
            <p:cNvSpPr/>
            <p:nvPr/>
          </p:nvSpPr>
          <p:spPr>
            <a:xfrm>
              <a:off x="1088625" y="2815075"/>
              <a:ext cx="88200" cy="84850"/>
            </a:xfrm>
            <a:custGeom>
              <a:avLst/>
              <a:gdLst/>
              <a:ahLst/>
              <a:cxnLst/>
              <a:rect l="l" t="t" r="r" b="b"/>
              <a:pathLst>
                <a:path w="3528" h="3394" extrusionOk="0">
                  <a:moveTo>
                    <a:pt x="1826" y="1132"/>
                  </a:moveTo>
                  <a:cubicBezTo>
                    <a:pt x="2115" y="1132"/>
                    <a:pt x="2393" y="1358"/>
                    <a:pt x="2395" y="1697"/>
                  </a:cubicBezTo>
                  <a:cubicBezTo>
                    <a:pt x="2395" y="2011"/>
                    <a:pt x="2141" y="2265"/>
                    <a:pt x="1827" y="2265"/>
                  </a:cubicBezTo>
                  <a:lnTo>
                    <a:pt x="1827" y="2262"/>
                  </a:lnTo>
                  <a:cubicBezTo>
                    <a:pt x="1326" y="2259"/>
                    <a:pt x="1075" y="1652"/>
                    <a:pt x="1432" y="1298"/>
                  </a:cubicBezTo>
                  <a:cubicBezTo>
                    <a:pt x="1547" y="1183"/>
                    <a:pt x="1688" y="1132"/>
                    <a:pt x="1826" y="1132"/>
                  </a:cubicBezTo>
                  <a:close/>
                  <a:moveTo>
                    <a:pt x="1827" y="0"/>
                  </a:moveTo>
                  <a:cubicBezTo>
                    <a:pt x="1142" y="0"/>
                    <a:pt x="523" y="414"/>
                    <a:pt x="260" y="1048"/>
                  </a:cubicBezTo>
                  <a:cubicBezTo>
                    <a:pt x="0" y="1682"/>
                    <a:pt x="145" y="2413"/>
                    <a:pt x="632" y="2899"/>
                  </a:cubicBezTo>
                  <a:cubicBezTo>
                    <a:pt x="954" y="3222"/>
                    <a:pt x="1388" y="3393"/>
                    <a:pt x="1829" y="3393"/>
                  </a:cubicBezTo>
                  <a:cubicBezTo>
                    <a:pt x="2048" y="3393"/>
                    <a:pt x="2269" y="3351"/>
                    <a:pt x="2479" y="3264"/>
                  </a:cubicBezTo>
                  <a:cubicBezTo>
                    <a:pt x="3114" y="3001"/>
                    <a:pt x="3524" y="2382"/>
                    <a:pt x="3527" y="1697"/>
                  </a:cubicBezTo>
                  <a:cubicBezTo>
                    <a:pt x="3524" y="761"/>
                    <a:pt x="2763" y="0"/>
                    <a:pt x="18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998" name="Google Shape;13998;p81"/>
          <p:cNvGrpSpPr/>
          <p:nvPr/>
        </p:nvGrpSpPr>
        <p:grpSpPr>
          <a:xfrm>
            <a:off x="5474075" y="2287425"/>
            <a:ext cx="340168" cy="340186"/>
            <a:chOff x="1487200" y="2615925"/>
            <a:chExt cx="483125" cy="483150"/>
          </a:xfrm>
        </p:grpSpPr>
        <p:sp>
          <p:nvSpPr>
            <p:cNvPr id="13999" name="Google Shape;13999;p81"/>
            <p:cNvSpPr/>
            <p:nvPr/>
          </p:nvSpPr>
          <p:spPr>
            <a:xfrm>
              <a:off x="1601400" y="2844275"/>
              <a:ext cx="28325" cy="28325"/>
            </a:xfrm>
            <a:custGeom>
              <a:avLst/>
              <a:gdLst/>
              <a:ahLst/>
              <a:cxnLst/>
              <a:rect l="l" t="t" r="r" b="b"/>
              <a:pathLst>
                <a:path w="1133" h="1133" extrusionOk="0">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000" name="Google Shape;14000;p81"/>
            <p:cNvSpPr/>
            <p:nvPr/>
          </p:nvSpPr>
          <p:spPr>
            <a:xfrm>
              <a:off x="1487200" y="2731050"/>
              <a:ext cx="483125" cy="368025"/>
            </a:xfrm>
            <a:custGeom>
              <a:avLst/>
              <a:gdLst/>
              <a:ahLst/>
              <a:cxnLst/>
              <a:rect l="l" t="t" r="r" b="b"/>
              <a:pathLst>
                <a:path w="19325" h="14721" extrusionOk="0">
                  <a:moveTo>
                    <a:pt x="4566" y="1232"/>
                  </a:moveTo>
                  <a:cubicBezTo>
                    <a:pt x="4994" y="1386"/>
                    <a:pt x="5342" y="1703"/>
                    <a:pt x="5535" y="2117"/>
                  </a:cubicBezTo>
                  <a:cubicBezTo>
                    <a:pt x="5630" y="2320"/>
                    <a:pt x="5833" y="2444"/>
                    <a:pt x="6050" y="2444"/>
                  </a:cubicBezTo>
                  <a:cubicBezTo>
                    <a:pt x="6094" y="2444"/>
                    <a:pt x="6139" y="2439"/>
                    <a:pt x="6184" y="2428"/>
                  </a:cubicBezTo>
                  <a:cubicBezTo>
                    <a:pt x="6580" y="2322"/>
                    <a:pt x="6987" y="2268"/>
                    <a:pt x="7398" y="2265"/>
                  </a:cubicBezTo>
                  <a:lnTo>
                    <a:pt x="11927" y="2265"/>
                  </a:lnTo>
                  <a:cubicBezTo>
                    <a:pt x="14738" y="2265"/>
                    <a:pt x="17024" y="4551"/>
                    <a:pt x="17024" y="7362"/>
                  </a:cubicBezTo>
                  <a:cubicBezTo>
                    <a:pt x="17021" y="9385"/>
                    <a:pt x="15819" y="11215"/>
                    <a:pt x="13965" y="12024"/>
                  </a:cubicBezTo>
                  <a:cubicBezTo>
                    <a:pt x="13760" y="12114"/>
                    <a:pt x="13624" y="12320"/>
                    <a:pt x="13627" y="12543"/>
                  </a:cubicBezTo>
                  <a:lnTo>
                    <a:pt x="13627" y="13588"/>
                  </a:lnTo>
                  <a:lnTo>
                    <a:pt x="12495" y="13588"/>
                  </a:lnTo>
                  <a:lnTo>
                    <a:pt x="12495" y="13023"/>
                  </a:lnTo>
                  <a:cubicBezTo>
                    <a:pt x="12495" y="12709"/>
                    <a:pt x="12241" y="12456"/>
                    <a:pt x="11927" y="12456"/>
                  </a:cubicBezTo>
                  <a:lnTo>
                    <a:pt x="7398" y="12456"/>
                  </a:lnTo>
                  <a:cubicBezTo>
                    <a:pt x="7084" y="12456"/>
                    <a:pt x="6833" y="12709"/>
                    <a:pt x="6833" y="13023"/>
                  </a:cubicBezTo>
                  <a:lnTo>
                    <a:pt x="6833" y="13588"/>
                  </a:lnTo>
                  <a:lnTo>
                    <a:pt x="5701" y="13588"/>
                  </a:lnTo>
                  <a:lnTo>
                    <a:pt x="5701" y="12537"/>
                  </a:lnTo>
                  <a:cubicBezTo>
                    <a:pt x="5698" y="12314"/>
                    <a:pt x="5565" y="12108"/>
                    <a:pt x="5360" y="12021"/>
                  </a:cubicBezTo>
                  <a:cubicBezTo>
                    <a:pt x="4185" y="11508"/>
                    <a:pt x="3249" y="10572"/>
                    <a:pt x="2733" y="9400"/>
                  </a:cubicBezTo>
                  <a:cubicBezTo>
                    <a:pt x="2642" y="9192"/>
                    <a:pt x="2440" y="9059"/>
                    <a:pt x="2213" y="9059"/>
                  </a:cubicBezTo>
                  <a:lnTo>
                    <a:pt x="1132" y="9059"/>
                  </a:lnTo>
                  <a:lnTo>
                    <a:pt x="1132" y="6794"/>
                  </a:lnTo>
                  <a:lnTo>
                    <a:pt x="1851" y="6794"/>
                  </a:lnTo>
                  <a:cubicBezTo>
                    <a:pt x="2120" y="6794"/>
                    <a:pt x="2349" y="6604"/>
                    <a:pt x="2404" y="6341"/>
                  </a:cubicBezTo>
                  <a:cubicBezTo>
                    <a:pt x="2651" y="5130"/>
                    <a:pt x="3349" y="4046"/>
                    <a:pt x="4369" y="3286"/>
                  </a:cubicBezTo>
                  <a:cubicBezTo>
                    <a:pt x="4566" y="3138"/>
                    <a:pt x="4644" y="2884"/>
                    <a:pt x="4569" y="2652"/>
                  </a:cubicBezTo>
                  <a:lnTo>
                    <a:pt x="4566" y="2645"/>
                  </a:lnTo>
                  <a:lnTo>
                    <a:pt x="4566" y="1232"/>
                  </a:lnTo>
                  <a:close/>
                  <a:moveTo>
                    <a:pt x="4001" y="0"/>
                  </a:moveTo>
                  <a:cubicBezTo>
                    <a:pt x="3687" y="0"/>
                    <a:pt x="3436" y="254"/>
                    <a:pt x="3436" y="568"/>
                  </a:cubicBezTo>
                  <a:lnTo>
                    <a:pt x="3436" y="2582"/>
                  </a:lnTo>
                  <a:cubicBezTo>
                    <a:pt x="2461" y="3379"/>
                    <a:pt x="1754" y="4454"/>
                    <a:pt x="1407" y="5662"/>
                  </a:cubicBezTo>
                  <a:lnTo>
                    <a:pt x="568" y="5662"/>
                  </a:lnTo>
                  <a:cubicBezTo>
                    <a:pt x="254" y="5662"/>
                    <a:pt x="0" y="5916"/>
                    <a:pt x="0" y="6230"/>
                  </a:cubicBezTo>
                  <a:lnTo>
                    <a:pt x="0" y="9626"/>
                  </a:lnTo>
                  <a:cubicBezTo>
                    <a:pt x="0" y="9937"/>
                    <a:pt x="254" y="10191"/>
                    <a:pt x="568" y="10191"/>
                  </a:cubicBezTo>
                  <a:lnTo>
                    <a:pt x="1857" y="10191"/>
                  </a:lnTo>
                  <a:cubicBezTo>
                    <a:pt x="2452" y="11357"/>
                    <a:pt x="3400" y="12302"/>
                    <a:pt x="4569" y="12897"/>
                  </a:cubicBezTo>
                  <a:lnTo>
                    <a:pt x="4569" y="14156"/>
                  </a:lnTo>
                  <a:cubicBezTo>
                    <a:pt x="4569" y="14467"/>
                    <a:pt x="4819" y="14720"/>
                    <a:pt x="5133" y="14720"/>
                  </a:cubicBezTo>
                  <a:lnTo>
                    <a:pt x="7398" y="14720"/>
                  </a:lnTo>
                  <a:cubicBezTo>
                    <a:pt x="7712" y="14720"/>
                    <a:pt x="7965" y="14467"/>
                    <a:pt x="7965" y="14156"/>
                  </a:cubicBezTo>
                  <a:lnTo>
                    <a:pt x="7965" y="13588"/>
                  </a:lnTo>
                  <a:lnTo>
                    <a:pt x="11362" y="13588"/>
                  </a:lnTo>
                  <a:lnTo>
                    <a:pt x="11362" y="14156"/>
                  </a:lnTo>
                  <a:cubicBezTo>
                    <a:pt x="11362" y="14467"/>
                    <a:pt x="11613" y="14720"/>
                    <a:pt x="11927" y="14720"/>
                  </a:cubicBezTo>
                  <a:lnTo>
                    <a:pt x="14192" y="14720"/>
                  </a:lnTo>
                  <a:cubicBezTo>
                    <a:pt x="14506" y="14720"/>
                    <a:pt x="14759" y="14467"/>
                    <a:pt x="14759" y="14156"/>
                  </a:cubicBezTo>
                  <a:lnTo>
                    <a:pt x="14759" y="12903"/>
                  </a:lnTo>
                  <a:cubicBezTo>
                    <a:pt x="16689" y="11915"/>
                    <a:pt x="17969" y="9998"/>
                    <a:pt x="18135" y="7839"/>
                  </a:cubicBezTo>
                  <a:cubicBezTo>
                    <a:pt x="18383" y="7754"/>
                    <a:pt x="18612" y="7618"/>
                    <a:pt x="18799" y="7437"/>
                  </a:cubicBezTo>
                  <a:cubicBezTo>
                    <a:pt x="19134" y="7123"/>
                    <a:pt x="19325" y="6685"/>
                    <a:pt x="19325" y="6230"/>
                  </a:cubicBezTo>
                  <a:lnTo>
                    <a:pt x="19325" y="5097"/>
                  </a:lnTo>
                  <a:cubicBezTo>
                    <a:pt x="19325" y="4783"/>
                    <a:pt x="19071" y="4530"/>
                    <a:pt x="18760" y="4530"/>
                  </a:cubicBezTo>
                  <a:cubicBezTo>
                    <a:pt x="18446" y="4530"/>
                    <a:pt x="18192" y="4783"/>
                    <a:pt x="18192" y="5097"/>
                  </a:cubicBezTo>
                  <a:lnTo>
                    <a:pt x="18192" y="6230"/>
                  </a:lnTo>
                  <a:cubicBezTo>
                    <a:pt x="18192" y="6332"/>
                    <a:pt x="18159" y="6435"/>
                    <a:pt x="18099" y="6522"/>
                  </a:cubicBezTo>
                  <a:cubicBezTo>
                    <a:pt x="17688" y="3482"/>
                    <a:pt x="15079" y="1133"/>
                    <a:pt x="11927" y="1133"/>
                  </a:cubicBezTo>
                  <a:lnTo>
                    <a:pt x="7398" y="1133"/>
                  </a:lnTo>
                  <a:cubicBezTo>
                    <a:pt x="7041" y="1136"/>
                    <a:pt x="6685" y="1169"/>
                    <a:pt x="6332" y="1238"/>
                  </a:cubicBezTo>
                  <a:cubicBezTo>
                    <a:pt x="5807" y="465"/>
                    <a:pt x="4934" y="3"/>
                    <a:pt x="40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001" name="Google Shape;14001;p81"/>
            <p:cNvSpPr/>
            <p:nvPr/>
          </p:nvSpPr>
          <p:spPr>
            <a:xfrm>
              <a:off x="1658025" y="2615925"/>
              <a:ext cx="141550" cy="143450"/>
            </a:xfrm>
            <a:custGeom>
              <a:avLst/>
              <a:gdLst/>
              <a:ahLst/>
              <a:cxnLst/>
              <a:rect l="l" t="t" r="r" b="b"/>
              <a:pathLst>
                <a:path w="5662" h="5738" extrusionOk="0">
                  <a:moveTo>
                    <a:pt x="2829" y="1133"/>
                  </a:moveTo>
                  <a:cubicBezTo>
                    <a:pt x="3750" y="1133"/>
                    <a:pt x="4529" y="1945"/>
                    <a:pt x="4529" y="2908"/>
                  </a:cubicBezTo>
                  <a:cubicBezTo>
                    <a:pt x="4526" y="3845"/>
                    <a:pt x="3768" y="4605"/>
                    <a:pt x="2829" y="4605"/>
                  </a:cubicBezTo>
                  <a:cubicBezTo>
                    <a:pt x="1890" y="4605"/>
                    <a:pt x="1132" y="3845"/>
                    <a:pt x="1132" y="2908"/>
                  </a:cubicBezTo>
                  <a:cubicBezTo>
                    <a:pt x="1132" y="1945"/>
                    <a:pt x="1908" y="1133"/>
                    <a:pt x="2829" y="1133"/>
                  </a:cubicBezTo>
                  <a:close/>
                  <a:moveTo>
                    <a:pt x="2829" y="1"/>
                  </a:moveTo>
                  <a:cubicBezTo>
                    <a:pt x="2075" y="1"/>
                    <a:pt x="1359" y="312"/>
                    <a:pt x="818" y="876"/>
                  </a:cubicBezTo>
                  <a:cubicBezTo>
                    <a:pt x="293" y="1423"/>
                    <a:pt x="0" y="2151"/>
                    <a:pt x="0" y="2908"/>
                  </a:cubicBezTo>
                  <a:cubicBezTo>
                    <a:pt x="0" y="4470"/>
                    <a:pt x="1265" y="5738"/>
                    <a:pt x="2829" y="5738"/>
                  </a:cubicBezTo>
                  <a:cubicBezTo>
                    <a:pt x="4393" y="5738"/>
                    <a:pt x="5662" y="4470"/>
                    <a:pt x="5662" y="2908"/>
                  </a:cubicBezTo>
                  <a:cubicBezTo>
                    <a:pt x="5659" y="2151"/>
                    <a:pt x="5366" y="1423"/>
                    <a:pt x="4840" y="876"/>
                  </a:cubicBezTo>
                  <a:cubicBezTo>
                    <a:pt x="4303" y="312"/>
                    <a:pt x="3584" y="1"/>
                    <a:pt x="2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4002" name="Google Shape;14002;p81"/>
          <p:cNvGrpSpPr/>
          <p:nvPr/>
        </p:nvGrpSpPr>
        <p:grpSpPr>
          <a:xfrm>
            <a:off x="5874024" y="2287425"/>
            <a:ext cx="353564" cy="340186"/>
            <a:chOff x="2077575" y="2615925"/>
            <a:chExt cx="502150" cy="483150"/>
          </a:xfrm>
        </p:grpSpPr>
        <p:sp>
          <p:nvSpPr>
            <p:cNvPr id="14003" name="Google Shape;14003;p81"/>
            <p:cNvSpPr/>
            <p:nvPr/>
          </p:nvSpPr>
          <p:spPr>
            <a:xfrm>
              <a:off x="2213375" y="2817500"/>
              <a:ext cx="151225" cy="148400"/>
            </a:xfrm>
            <a:custGeom>
              <a:avLst/>
              <a:gdLst/>
              <a:ahLst/>
              <a:cxnLst/>
              <a:rect l="l" t="t" r="r" b="b"/>
              <a:pathLst>
                <a:path w="6049" h="5936" extrusionOk="0">
                  <a:moveTo>
                    <a:pt x="5426" y="0"/>
                  </a:moveTo>
                  <a:cubicBezTo>
                    <a:pt x="5281" y="0"/>
                    <a:pt x="5136" y="56"/>
                    <a:pt x="5025" y="166"/>
                  </a:cubicBezTo>
                  <a:lnTo>
                    <a:pt x="4557" y="634"/>
                  </a:lnTo>
                  <a:cubicBezTo>
                    <a:pt x="4322" y="522"/>
                    <a:pt x="4072" y="468"/>
                    <a:pt x="3825" y="468"/>
                  </a:cubicBezTo>
                  <a:cubicBezTo>
                    <a:pt x="3288" y="468"/>
                    <a:pt x="2764" y="723"/>
                    <a:pt x="2437" y="1186"/>
                  </a:cubicBezTo>
                  <a:cubicBezTo>
                    <a:pt x="1957" y="1863"/>
                    <a:pt x="2038" y="2784"/>
                    <a:pt x="2624" y="3369"/>
                  </a:cubicBezTo>
                  <a:cubicBezTo>
                    <a:pt x="2980" y="3726"/>
                    <a:pt x="2727" y="4336"/>
                    <a:pt x="2223" y="4336"/>
                  </a:cubicBezTo>
                  <a:cubicBezTo>
                    <a:pt x="1718" y="4336"/>
                    <a:pt x="1468" y="3726"/>
                    <a:pt x="1824" y="3369"/>
                  </a:cubicBezTo>
                  <a:cubicBezTo>
                    <a:pt x="2044" y="3149"/>
                    <a:pt x="2044" y="2790"/>
                    <a:pt x="1824" y="2569"/>
                  </a:cubicBezTo>
                  <a:cubicBezTo>
                    <a:pt x="1714" y="2458"/>
                    <a:pt x="1569" y="2402"/>
                    <a:pt x="1424" y="2402"/>
                  </a:cubicBezTo>
                  <a:cubicBezTo>
                    <a:pt x="1279" y="2402"/>
                    <a:pt x="1134" y="2458"/>
                    <a:pt x="1024" y="2569"/>
                  </a:cubicBezTo>
                  <a:cubicBezTo>
                    <a:pt x="514" y="3077"/>
                    <a:pt x="381" y="3853"/>
                    <a:pt x="692" y="4502"/>
                  </a:cubicBezTo>
                  <a:lnTo>
                    <a:pt x="221" y="4970"/>
                  </a:lnTo>
                  <a:cubicBezTo>
                    <a:pt x="0" y="5190"/>
                    <a:pt x="0" y="5549"/>
                    <a:pt x="221" y="5770"/>
                  </a:cubicBezTo>
                  <a:cubicBezTo>
                    <a:pt x="332" y="5880"/>
                    <a:pt x="477" y="5935"/>
                    <a:pt x="622" y="5935"/>
                  </a:cubicBezTo>
                  <a:cubicBezTo>
                    <a:pt x="767" y="5935"/>
                    <a:pt x="912" y="5880"/>
                    <a:pt x="1024" y="5770"/>
                  </a:cubicBezTo>
                  <a:lnTo>
                    <a:pt x="1492" y="5302"/>
                  </a:lnTo>
                  <a:cubicBezTo>
                    <a:pt x="1726" y="5414"/>
                    <a:pt x="1975" y="5467"/>
                    <a:pt x="2220" y="5467"/>
                  </a:cubicBezTo>
                  <a:cubicBezTo>
                    <a:pt x="2758" y="5467"/>
                    <a:pt x="3281" y="5211"/>
                    <a:pt x="3608" y="4749"/>
                  </a:cubicBezTo>
                  <a:cubicBezTo>
                    <a:pt x="4089" y="4073"/>
                    <a:pt x="4010" y="3152"/>
                    <a:pt x="3424" y="2569"/>
                  </a:cubicBezTo>
                  <a:cubicBezTo>
                    <a:pt x="3068" y="2210"/>
                    <a:pt x="3322" y="1600"/>
                    <a:pt x="3826" y="1600"/>
                  </a:cubicBezTo>
                  <a:cubicBezTo>
                    <a:pt x="4330" y="1600"/>
                    <a:pt x="4581" y="2210"/>
                    <a:pt x="4224" y="2569"/>
                  </a:cubicBezTo>
                  <a:cubicBezTo>
                    <a:pt x="4004" y="2790"/>
                    <a:pt x="4004" y="3146"/>
                    <a:pt x="4224" y="3369"/>
                  </a:cubicBezTo>
                  <a:cubicBezTo>
                    <a:pt x="4335" y="3480"/>
                    <a:pt x="4480" y="3535"/>
                    <a:pt x="4624" y="3535"/>
                  </a:cubicBezTo>
                  <a:cubicBezTo>
                    <a:pt x="4769" y="3535"/>
                    <a:pt x="4914" y="3480"/>
                    <a:pt x="5025" y="3369"/>
                  </a:cubicBezTo>
                  <a:cubicBezTo>
                    <a:pt x="5535" y="2859"/>
                    <a:pt x="5668" y="2086"/>
                    <a:pt x="5360" y="1434"/>
                  </a:cubicBezTo>
                  <a:lnTo>
                    <a:pt x="5828" y="966"/>
                  </a:lnTo>
                  <a:cubicBezTo>
                    <a:pt x="6048" y="745"/>
                    <a:pt x="6048" y="386"/>
                    <a:pt x="5828" y="166"/>
                  </a:cubicBezTo>
                  <a:cubicBezTo>
                    <a:pt x="5716" y="56"/>
                    <a:pt x="5571" y="0"/>
                    <a:pt x="54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004" name="Google Shape;14004;p81"/>
            <p:cNvSpPr/>
            <p:nvPr/>
          </p:nvSpPr>
          <p:spPr>
            <a:xfrm>
              <a:off x="2333550" y="2737450"/>
              <a:ext cx="51050" cy="48325"/>
            </a:xfrm>
            <a:custGeom>
              <a:avLst/>
              <a:gdLst/>
              <a:ahLst/>
              <a:cxnLst/>
              <a:rect l="l" t="t" r="r" b="b"/>
              <a:pathLst>
                <a:path w="2042" h="1933" extrusionOk="0">
                  <a:moveTo>
                    <a:pt x="619" y="1"/>
                  </a:moveTo>
                  <a:cubicBezTo>
                    <a:pt x="475" y="1"/>
                    <a:pt x="330" y="56"/>
                    <a:pt x="221" y="167"/>
                  </a:cubicBezTo>
                  <a:cubicBezTo>
                    <a:pt x="0" y="388"/>
                    <a:pt x="0" y="747"/>
                    <a:pt x="221" y="967"/>
                  </a:cubicBezTo>
                  <a:lnTo>
                    <a:pt x="1021" y="1767"/>
                  </a:lnTo>
                  <a:cubicBezTo>
                    <a:pt x="1131" y="1878"/>
                    <a:pt x="1276" y="1933"/>
                    <a:pt x="1421" y="1933"/>
                  </a:cubicBezTo>
                  <a:cubicBezTo>
                    <a:pt x="1566" y="1933"/>
                    <a:pt x="1711" y="1878"/>
                    <a:pt x="1821" y="1767"/>
                  </a:cubicBezTo>
                  <a:cubicBezTo>
                    <a:pt x="2041" y="1547"/>
                    <a:pt x="2041" y="1188"/>
                    <a:pt x="1821" y="967"/>
                  </a:cubicBezTo>
                  <a:lnTo>
                    <a:pt x="1021" y="167"/>
                  </a:lnTo>
                  <a:cubicBezTo>
                    <a:pt x="910" y="57"/>
                    <a:pt x="765" y="1"/>
                    <a:pt x="6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005" name="Google Shape;14005;p81"/>
            <p:cNvSpPr/>
            <p:nvPr/>
          </p:nvSpPr>
          <p:spPr>
            <a:xfrm>
              <a:off x="2393550" y="2797500"/>
              <a:ext cx="51125" cy="48375"/>
            </a:xfrm>
            <a:custGeom>
              <a:avLst/>
              <a:gdLst/>
              <a:ahLst/>
              <a:cxnLst/>
              <a:rect l="l" t="t" r="r" b="b"/>
              <a:pathLst>
                <a:path w="2045" h="1935" extrusionOk="0">
                  <a:moveTo>
                    <a:pt x="621" y="0"/>
                  </a:moveTo>
                  <a:cubicBezTo>
                    <a:pt x="476" y="0"/>
                    <a:pt x="331" y="55"/>
                    <a:pt x="221" y="166"/>
                  </a:cubicBezTo>
                  <a:cubicBezTo>
                    <a:pt x="1" y="386"/>
                    <a:pt x="1" y="745"/>
                    <a:pt x="221" y="966"/>
                  </a:cubicBezTo>
                  <a:lnTo>
                    <a:pt x="1021" y="1769"/>
                  </a:lnTo>
                  <a:cubicBezTo>
                    <a:pt x="1131" y="1879"/>
                    <a:pt x="1276" y="1934"/>
                    <a:pt x="1421" y="1934"/>
                  </a:cubicBezTo>
                  <a:cubicBezTo>
                    <a:pt x="1566" y="1934"/>
                    <a:pt x="1711" y="1879"/>
                    <a:pt x="1821" y="1769"/>
                  </a:cubicBezTo>
                  <a:cubicBezTo>
                    <a:pt x="2045" y="1545"/>
                    <a:pt x="2042" y="1189"/>
                    <a:pt x="1821" y="966"/>
                  </a:cubicBezTo>
                  <a:lnTo>
                    <a:pt x="1021" y="166"/>
                  </a:lnTo>
                  <a:cubicBezTo>
                    <a:pt x="911" y="55"/>
                    <a:pt x="766" y="0"/>
                    <a:pt x="6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006" name="Google Shape;14006;p81"/>
            <p:cNvSpPr/>
            <p:nvPr/>
          </p:nvSpPr>
          <p:spPr>
            <a:xfrm>
              <a:off x="2077575" y="2615925"/>
              <a:ext cx="502150" cy="483150"/>
            </a:xfrm>
            <a:custGeom>
              <a:avLst/>
              <a:gdLst/>
              <a:ahLst/>
              <a:cxnLst/>
              <a:rect l="l" t="t" r="r" b="b"/>
              <a:pathLst>
                <a:path w="20086" h="19326" extrusionOk="0">
                  <a:moveTo>
                    <a:pt x="14865" y="4061"/>
                  </a:moveTo>
                  <a:cubicBezTo>
                    <a:pt x="14901" y="4061"/>
                    <a:pt x="14937" y="4064"/>
                    <a:pt x="14974" y="4071"/>
                  </a:cubicBezTo>
                  <a:cubicBezTo>
                    <a:pt x="15239" y="4125"/>
                    <a:pt x="15430" y="4358"/>
                    <a:pt x="15430" y="4627"/>
                  </a:cubicBezTo>
                  <a:cubicBezTo>
                    <a:pt x="15430" y="4778"/>
                    <a:pt x="15369" y="4922"/>
                    <a:pt x="15264" y="5028"/>
                  </a:cubicBezTo>
                  <a:cubicBezTo>
                    <a:pt x="15153" y="5137"/>
                    <a:pt x="15008" y="5194"/>
                    <a:pt x="14862" y="5194"/>
                  </a:cubicBezTo>
                  <a:cubicBezTo>
                    <a:pt x="14753" y="5194"/>
                    <a:pt x="14643" y="5162"/>
                    <a:pt x="14548" y="5098"/>
                  </a:cubicBezTo>
                  <a:cubicBezTo>
                    <a:pt x="14324" y="4947"/>
                    <a:pt x="14237" y="4660"/>
                    <a:pt x="14340" y="4409"/>
                  </a:cubicBezTo>
                  <a:cubicBezTo>
                    <a:pt x="14428" y="4195"/>
                    <a:pt x="14638" y="4061"/>
                    <a:pt x="14865" y="4061"/>
                  </a:cubicBezTo>
                  <a:close/>
                  <a:moveTo>
                    <a:pt x="13258" y="1136"/>
                  </a:moveTo>
                  <a:cubicBezTo>
                    <a:pt x="14386" y="1136"/>
                    <a:pt x="15514" y="1507"/>
                    <a:pt x="16441" y="2247"/>
                  </a:cubicBezTo>
                  <a:lnTo>
                    <a:pt x="15593" y="3096"/>
                  </a:lnTo>
                  <a:cubicBezTo>
                    <a:pt x="15349" y="2979"/>
                    <a:pt x="15100" y="2926"/>
                    <a:pt x="14858" y="2926"/>
                  </a:cubicBezTo>
                  <a:cubicBezTo>
                    <a:pt x="13865" y="2926"/>
                    <a:pt x="12999" y="3824"/>
                    <a:pt x="13186" y="4916"/>
                  </a:cubicBezTo>
                  <a:cubicBezTo>
                    <a:pt x="13295" y="5541"/>
                    <a:pt x="13742" y="6055"/>
                    <a:pt x="14346" y="6248"/>
                  </a:cubicBezTo>
                  <a:cubicBezTo>
                    <a:pt x="14514" y="6301"/>
                    <a:pt x="14688" y="6327"/>
                    <a:pt x="14859" y="6327"/>
                  </a:cubicBezTo>
                  <a:cubicBezTo>
                    <a:pt x="15304" y="6327"/>
                    <a:pt x="15739" y="6153"/>
                    <a:pt x="16064" y="5828"/>
                  </a:cubicBezTo>
                  <a:cubicBezTo>
                    <a:pt x="16571" y="5321"/>
                    <a:pt x="16704" y="4545"/>
                    <a:pt x="16396" y="3896"/>
                  </a:cubicBezTo>
                  <a:lnTo>
                    <a:pt x="17241" y="3050"/>
                  </a:lnTo>
                  <a:lnTo>
                    <a:pt x="17241" y="3050"/>
                  </a:lnTo>
                  <a:cubicBezTo>
                    <a:pt x="18842" y="5046"/>
                    <a:pt x="18715" y="7981"/>
                    <a:pt x="16864" y="9832"/>
                  </a:cubicBezTo>
                  <a:lnTo>
                    <a:pt x="16462" y="10231"/>
                  </a:lnTo>
                  <a:lnTo>
                    <a:pt x="16064" y="9832"/>
                  </a:lnTo>
                  <a:cubicBezTo>
                    <a:pt x="15952" y="9722"/>
                    <a:pt x="15806" y="9666"/>
                    <a:pt x="15661" y="9666"/>
                  </a:cubicBezTo>
                  <a:cubicBezTo>
                    <a:pt x="15516" y="9666"/>
                    <a:pt x="15372" y="9721"/>
                    <a:pt x="15261" y="9832"/>
                  </a:cubicBezTo>
                  <a:cubicBezTo>
                    <a:pt x="15040" y="10053"/>
                    <a:pt x="15040" y="10412"/>
                    <a:pt x="15261" y="10632"/>
                  </a:cubicBezTo>
                  <a:lnTo>
                    <a:pt x="15662" y="11034"/>
                  </a:lnTo>
                  <a:lnTo>
                    <a:pt x="8666" y="18027"/>
                  </a:lnTo>
                  <a:cubicBezTo>
                    <a:pt x="8556" y="18137"/>
                    <a:pt x="8411" y="18192"/>
                    <a:pt x="8266" y="18192"/>
                  </a:cubicBezTo>
                  <a:cubicBezTo>
                    <a:pt x="8121" y="18192"/>
                    <a:pt x="7976" y="18137"/>
                    <a:pt x="7866" y="18027"/>
                  </a:cubicBezTo>
                  <a:lnTo>
                    <a:pt x="1462" y="11623"/>
                  </a:lnTo>
                  <a:cubicBezTo>
                    <a:pt x="1241" y="11402"/>
                    <a:pt x="1241" y="11043"/>
                    <a:pt x="1462" y="10822"/>
                  </a:cubicBezTo>
                  <a:lnTo>
                    <a:pt x="8458" y="3826"/>
                  </a:lnTo>
                  <a:lnTo>
                    <a:pt x="8856" y="4228"/>
                  </a:lnTo>
                  <a:cubicBezTo>
                    <a:pt x="8966" y="4338"/>
                    <a:pt x="9111" y="4393"/>
                    <a:pt x="9256" y="4393"/>
                  </a:cubicBezTo>
                  <a:cubicBezTo>
                    <a:pt x="9401" y="4393"/>
                    <a:pt x="9546" y="4338"/>
                    <a:pt x="9656" y="4228"/>
                  </a:cubicBezTo>
                  <a:cubicBezTo>
                    <a:pt x="9880" y="4005"/>
                    <a:pt x="9877" y="3648"/>
                    <a:pt x="9656" y="3425"/>
                  </a:cubicBezTo>
                  <a:lnTo>
                    <a:pt x="9258" y="3026"/>
                  </a:lnTo>
                  <a:lnTo>
                    <a:pt x="9656" y="2625"/>
                  </a:lnTo>
                  <a:cubicBezTo>
                    <a:pt x="10649" y="1632"/>
                    <a:pt x="11954" y="1136"/>
                    <a:pt x="13258" y="1136"/>
                  </a:cubicBezTo>
                  <a:close/>
                  <a:moveTo>
                    <a:pt x="13261" y="1"/>
                  </a:moveTo>
                  <a:cubicBezTo>
                    <a:pt x="11661" y="1"/>
                    <a:pt x="10066" y="615"/>
                    <a:pt x="8856" y="1825"/>
                  </a:cubicBezTo>
                  <a:lnTo>
                    <a:pt x="8056" y="2625"/>
                  </a:lnTo>
                  <a:lnTo>
                    <a:pt x="661" y="10019"/>
                  </a:lnTo>
                  <a:cubicBezTo>
                    <a:pt x="0" y="10684"/>
                    <a:pt x="0" y="11759"/>
                    <a:pt x="661" y="12423"/>
                  </a:cubicBezTo>
                  <a:lnTo>
                    <a:pt x="7066" y="18827"/>
                  </a:lnTo>
                  <a:cubicBezTo>
                    <a:pt x="7398" y="19159"/>
                    <a:pt x="7833" y="19325"/>
                    <a:pt x="8267" y="19325"/>
                  </a:cubicBezTo>
                  <a:cubicBezTo>
                    <a:pt x="8702" y="19325"/>
                    <a:pt x="9137" y="19159"/>
                    <a:pt x="9469" y="18827"/>
                  </a:cubicBezTo>
                  <a:lnTo>
                    <a:pt x="17664" y="10632"/>
                  </a:lnTo>
                  <a:cubicBezTo>
                    <a:pt x="19956" y="8337"/>
                    <a:pt x="20086" y="4687"/>
                    <a:pt x="18044" y="2244"/>
                  </a:cubicBezTo>
                  <a:lnTo>
                    <a:pt x="19264" y="1024"/>
                  </a:lnTo>
                  <a:cubicBezTo>
                    <a:pt x="19485" y="804"/>
                    <a:pt x="19485" y="445"/>
                    <a:pt x="19264" y="224"/>
                  </a:cubicBezTo>
                  <a:cubicBezTo>
                    <a:pt x="19154" y="114"/>
                    <a:pt x="19009" y="59"/>
                    <a:pt x="18864" y="59"/>
                  </a:cubicBezTo>
                  <a:cubicBezTo>
                    <a:pt x="18719" y="59"/>
                    <a:pt x="18574" y="114"/>
                    <a:pt x="18464" y="224"/>
                  </a:cubicBezTo>
                  <a:lnTo>
                    <a:pt x="17244" y="1444"/>
                  </a:lnTo>
                  <a:cubicBezTo>
                    <a:pt x="16086" y="478"/>
                    <a:pt x="14671" y="1"/>
                    <a:pt x="13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4007" name="Google Shape;14007;p81"/>
          <p:cNvGrpSpPr/>
          <p:nvPr/>
        </p:nvGrpSpPr>
        <p:grpSpPr>
          <a:xfrm>
            <a:off x="6297813" y="2303452"/>
            <a:ext cx="334536" cy="308132"/>
            <a:chOff x="2680100" y="2638725"/>
            <a:chExt cx="475125" cy="437625"/>
          </a:xfrm>
        </p:grpSpPr>
        <p:sp>
          <p:nvSpPr>
            <p:cNvPr id="14008" name="Google Shape;14008;p81"/>
            <p:cNvSpPr/>
            <p:nvPr/>
          </p:nvSpPr>
          <p:spPr>
            <a:xfrm>
              <a:off x="2680100" y="2638725"/>
              <a:ext cx="475125" cy="437625"/>
            </a:xfrm>
            <a:custGeom>
              <a:avLst/>
              <a:gdLst/>
              <a:ahLst/>
              <a:cxnLst/>
              <a:rect l="l" t="t" r="r" b="b"/>
              <a:pathLst>
                <a:path w="19005" h="17505" extrusionOk="0">
                  <a:moveTo>
                    <a:pt x="11399" y="1133"/>
                  </a:moveTo>
                  <a:cubicBezTo>
                    <a:pt x="11803" y="1133"/>
                    <a:pt x="12130" y="1462"/>
                    <a:pt x="12133" y="1867"/>
                  </a:cubicBezTo>
                  <a:lnTo>
                    <a:pt x="12133" y="3301"/>
                  </a:lnTo>
                  <a:lnTo>
                    <a:pt x="6876" y="3301"/>
                  </a:lnTo>
                  <a:lnTo>
                    <a:pt x="6873" y="1867"/>
                  </a:lnTo>
                  <a:cubicBezTo>
                    <a:pt x="6876" y="1462"/>
                    <a:pt x="7202" y="1133"/>
                    <a:pt x="7606" y="1133"/>
                  </a:cubicBezTo>
                  <a:close/>
                  <a:moveTo>
                    <a:pt x="2815" y="4433"/>
                  </a:moveTo>
                  <a:lnTo>
                    <a:pt x="2815" y="5430"/>
                  </a:lnTo>
                  <a:cubicBezTo>
                    <a:pt x="2815" y="5880"/>
                    <a:pt x="2449" y="6245"/>
                    <a:pt x="1999" y="6245"/>
                  </a:cubicBezTo>
                  <a:lnTo>
                    <a:pt x="1133" y="6245"/>
                  </a:lnTo>
                  <a:lnTo>
                    <a:pt x="1133" y="4433"/>
                  </a:lnTo>
                  <a:close/>
                  <a:moveTo>
                    <a:pt x="17873" y="4433"/>
                  </a:moveTo>
                  <a:lnTo>
                    <a:pt x="17873" y="6248"/>
                  </a:lnTo>
                  <a:lnTo>
                    <a:pt x="17006" y="6248"/>
                  </a:lnTo>
                  <a:cubicBezTo>
                    <a:pt x="16556" y="6248"/>
                    <a:pt x="16191" y="5883"/>
                    <a:pt x="16191" y="5433"/>
                  </a:cubicBezTo>
                  <a:lnTo>
                    <a:pt x="16191" y="4433"/>
                  </a:lnTo>
                  <a:close/>
                  <a:moveTo>
                    <a:pt x="15058" y="4430"/>
                  </a:moveTo>
                  <a:lnTo>
                    <a:pt x="15058" y="5430"/>
                  </a:lnTo>
                  <a:cubicBezTo>
                    <a:pt x="15058" y="6505"/>
                    <a:pt x="15931" y="7377"/>
                    <a:pt x="17006" y="7377"/>
                  </a:cubicBezTo>
                  <a:lnTo>
                    <a:pt x="17873" y="7377"/>
                  </a:lnTo>
                  <a:lnTo>
                    <a:pt x="17873" y="13422"/>
                  </a:lnTo>
                  <a:lnTo>
                    <a:pt x="17006" y="13422"/>
                  </a:lnTo>
                  <a:cubicBezTo>
                    <a:pt x="15931" y="13425"/>
                    <a:pt x="15058" y="14295"/>
                    <a:pt x="15058" y="15373"/>
                  </a:cubicBezTo>
                  <a:lnTo>
                    <a:pt x="15058" y="16369"/>
                  </a:lnTo>
                  <a:lnTo>
                    <a:pt x="3947" y="16369"/>
                  </a:lnTo>
                  <a:lnTo>
                    <a:pt x="3947" y="15373"/>
                  </a:lnTo>
                  <a:cubicBezTo>
                    <a:pt x="3947" y="14295"/>
                    <a:pt x="3074" y="13425"/>
                    <a:pt x="1999" y="13422"/>
                  </a:cubicBezTo>
                  <a:lnTo>
                    <a:pt x="1133" y="13422"/>
                  </a:lnTo>
                  <a:lnTo>
                    <a:pt x="1133" y="7377"/>
                  </a:lnTo>
                  <a:lnTo>
                    <a:pt x="1999" y="7377"/>
                  </a:lnTo>
                  <a:cubicBezTo>
                    <a:pt x="3074" y="7377"/>
                    <a:pt x="3947" y="6505"/>
                    <a:pt x="3947" y="5430"/>
                  </a:cubicBezTo>
                  <a:lnTo>
                    <a:pt x="3947" y="4430"/>
                  </a:lnTo>
                  <a:close/>
                  <a:moveTo>
                    <a:pt x="1999" y="14557"/>
                  </a:moveTo>
                  <a:cubicBezTo>
                    <a:pt x="2449" y="14557"/>
                    <a:pt x="2815" y="14923"/>
                    <a:pt x="2815" y="15376"/>
                  </a:cubicBezTo>
                  <a:lnTo>
                    <a:pt x="2815" y="16372"/>
                  </a:lnTo>
                  <a:lnTo>
                    <a:pt x="1133" y="16372"/>
                  </a:lnTo>
                  <a:lnTo>
                    <a:pt x="1133" y="14557"/>
                  </a:lnTo>
                  <a:close/>
                  <a:moveTo>
                    <a:pt x="17873" y="14557"/>
                  </a:moveTo>
                  <a:lnTo>
                    <a:pt x="17873" y="16372"/>
                  </a:lnTo>
                  <a:lnTo>
                    <a:pt x="16191" y="16372"/>
                  </a:lnTo>
                  <a:lnTo>
                    <a:pt x="16191" y="15376"/>
                  </a:lnTo>
                  <a:cubicBezTo>
                    <a:pt x="16191" y="14923"/>
                    <a:pt x="16556" y="14557"/>
                    <a:pt x="17006" y="14557"/>
                  </a:cubicBezTo>
                  <a:close/>
                  <a:moveTo>
                    <a:pt x="7606" y="1"/>
                  </a:moveTo>
                  <a:cubicBezTo>
                    <a:pt x="6577" y="1"/>
                    <a:pt x="5743" y="837"/>
                    <a:pt x="5743" y="1867"/>
                  </a:cubicBezTo>
                  <a:lnTo>
                    <a:pt x="5743" y="3301"/>
                  </a:lnTo>
                  <a:lnTo>
                    <a:pt x="1133" y="3301"/>
                  </a:lnTo>
                  <a:cubicBezTo>
                    <a:pt x="508" y="3301"/>
                    <a:pt x="0" y="3808"/>
                    <a:pt x="0" y="4433"/>
                  </a:cubicBezTo>
                  <a:lnTo>
                    <a:pt x="0" y="16372"/>
                  </a:lnTo>
                  <a:cubicBezTo>
                    <a:pt x="0" y="16997"/>
                    <a:pt x="508" y="17504"/>
                    <a:pt x="1133" y="17504"/>
                  </a:cubicBezTo>
                  <a:lnTo>
                    <a:pt x="17873" y="17504"/>
                  </a:lnTo>
                  <a:cubicBezTo>
                    <a:pt x="18498" y="17504"/>
                    <a:pt x="19005" y="16997"/>
                    <a:pt x="19005" y="16372"/>
                  </a:cubicBezTo>
                  <a:lnTo>
                    <a:pt x="19005" y="4430"/>
                  </a:lnTo>
                  <a:cubicBezTo>
                    <a:pt x="19005" y="3805"/>
                    <a:pt x="18498" y="3298"/>
                    <a:pt x="17873" y="3298"/>
                  </a:cubicBezTo>
                  <a:lnTo>
                    <a:pt x="13265" y="3298"/>
                  </a:lnTo>
                  <a:lnTo>
                    <a:pt x="13265" y="1864"/>
                  </a:lnTo>
                  <a:cubicBezTo>
                    <a:pt x="13262" y="834"/>
                    <a:pt x="12428" y="1"/>
                    <a:pt x="113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009" name="Google Shape;14009;p81"/>
            <p:cNvSpPr/>
            <p:nvPr/>
          </p:nvSpPr>
          <p:spPr>
            <a:xfrm>
              <a:off x="2795000" y="2810525"/>
              <a:ext cx="237800" cy="164300"/>
            </a:xfrm>
            <a:custGeom>
              <a:avLst/>
              <a:gdLst/>
              <a:ahLst/>
              <a:cxnLst/>
              <a:rect l="l" t="t" r="r" b="b"/>
              <a:pathLst>
                <a:path w="9512" h="6572" extrusionOk="0">
                  <a:moveTo>
                    <a:pt x="8379" y="1133"/>
                  </a:moveTo>
                  <a:lnTo>
                    <a:pt x="8379" y="5439"/>
                  </a:lnTo>
                  <a:lnTo>
                    <a:pt x="1132" y="5439"/>
                  </a:lnTo>
                  <a:lnTo>
                    <a:pt x="1132" y="1133"/>
                  </a:lnTo>
                  <a:close/>
                  <a:moveTo>
                    <a:pt x="568" y="1"/>
                  </a:moveTo>
                  <a:cubicBezTo>
                    <a:pt x="254" y="1"/>
                    <a:pt x="0" y="255"/>
                    <a:pt x="0" y="566"/>
                  </a:cubicBezTo>
                  <a:lnTo>
                    <a:pt x="0" y="6007"/>
                  </a:lnTo>
                  <a:cubicBezTo>
                    <a:pt x="0" y="6318"/>
                    <a:pt x="254" y="6571"/>
                    <a:pt x="568" y="6571"/>
                  </a:cubicBezTo>
                  <a:lnTo>
                    <a:pt x="8947" y="6571"/>
                  </a:lnTo>
                  <a:cubicBezTo>
                    <a:pt x="9258" y="6571"/>
                    <a:pt x="9511" y="6318"/>
                    <a:pt x="9511" y="6007"/>
                  </a:cubicBezTo>
                  <a:lnTo>
                    <a:pt x="9511" y="566"/>
                  </a:lnTo>
                  <a:cubicBezTo>
                    <a:pt x="9511" y="255"/>
                    <a:pt x="9258" y="1"/>
                    <a:pt x="89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010" name="Google Shape;14010;p81"/>
            <p:cNvSpPr/>
            <p:nvPr/>
          </p:nvSpPr>
          <p:spPr>
            <a:xfrm>
              <a:off x="2871900" y="2856725"/>
              <a:ext cx="91525" cy="28350"/>
            </a:xfrm>
            <a:custGeom>
              <a:avLst/>
              <a:gdLst/>
              <a:ahLst/>
              <a:cxnLst/>
              <a:rect l="l" t="t" r="r" b="b"/>
              <a:pathLst>
                <a:path w="3661" h="1134" extrusionOk="0">
                  <a:moveTo>
                    <a:pt x="565" y="1"/>
                  </a:moveTo>
                  <a:cubicBezTo>
                    <a:pt x="254" y="1"/>
                    <a:pt x="1" y="254"/>
                    <a:pt x="1" y="565"/>
                  </a:cubicBezTo>
                  <a:cubicBezTo>
                    <a:pt x="1" y="879"/>
                    <a:pt x="254" y="1133"/>
                    <a:pt x="565" y="1133"/>
                  </a:cubicBezTo>
                  <a:lnTo>
                    <a:pt x="3096" y="1133"/>
                  </a:lnTo>
                  <a:cubicBezTo>
                    <a:pt x="3407" y="1133"/>
                    <a:pt x="3660" y="879"/>
                    <a:pt x="3660" y="565"/>
                  </a:cubicBezTo>
                  <a:cubicBezTo>
                    <a:pt x="3660" y="254"/>
                    <a:pt x="3407" y="1"/>
                    <a:pt x="30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011" name="Google Shape;14011;p81"/>
            <p:cNvSpPr/>
            <p:nvPr/>
          </p:nvSpPr>
          <p:spPr>
            <a:xfrm>
              <a:off x="2845500" y="2900300"/>
              <a:ext cx="144350" cy="28325"/>
            </a:xfrm>
            <a:custGeom>
              <a:avLst/>
              <a:gdLst/>
              <a:ahLst/>
              <a:cxnLst/>
              <a:rect l="l" t="t" r="r" b="b"/>
              <a:pathLst>
                <a:path w="5774" h="1133" extrusionOk="0">
                  <a:moveTo>
                    <a:pt x="565" y="0"/>
                  </a:moveTo>
                  <a:cubicBezTo>
                    <a:pt x="254" y="0"/>
                    <a:pt x="0" y="254"/>
                    <a:pt x="0" y="568"/>
                  </a:cubicBezTo>
                  <a:cubicBezTo>
                    <a:pt x="0" y="879"/>
                    <a:pt x="254" y="1132"/>
                    <a:pt x="565" y="1132"/>
                  </a:cubicBezTo>
                  <a:lnTo>
                    <a:pt x="5209" y="1132"/>
                  </a:lnTo>
                  <a:cubicBezTo>
                    <a:pt x="5520" y="1132"/>
                    <a:pt x="5773" y="879"/>
                    <a:pt x="5773" y="568"/>
                  </a:cubicBezTo>
                  <a:cubicBezTo>
                    <a:pt x="5773" y="254"/>
                    <a:pt x="5520" y="0"/>
                    <a:pt x="52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4012" name="Google Shape;14012;p81"/>
          <p:cNvGrpSpPr/>
          <p:nvPr/>
        </p:nvGrpSpPr>
        <p:grpSpPr>
          <a:xfrm>
            <a:off x="6763452" y="2287425"/>
            <a:ext cx="239183" cy="340186"/>
            <a:chOff x="3342275" y="2615925"/>
            <a:chExt cx="339700" cy="483150"/>
          </a:xfrm>
        </p:grpSpPr>
        <p:sp>
          <p:nvSpPr>
            <p:cNvPr id="14013" name="Google Shape;14013;p81"/>
            <p:cNvSpPr/>
            <p:nvPr/>
          </p:nvSpPr>
          <p:spPr>
            <a:xfrm>
              <a:off x="3342275" y="2615925"/>
              <a:ext cx="339700" cy="483150"/>
            </a:xfrm>
            <a:custGeom>
              <a:avLst/>
              <a:gdLst/>
              <a:ahLst/>
              <a:cxnLst/>
              <a:rect l="l" t="t" r="r" b="b"/>
              <a:pathLst>
                <a:path w="13588" h="19326" extrusionOk="0">
                  <a:moveTo>
                    <a:pt x="11891" y="1133"/>
                  </a:moveTo>
                  <a:cubicBezTo>
                    <a:pt x="12202" y="1133"/>
                    <a:pt x="12455" y="1387"/>
                    <a:pt x="12455" y="1701"/>
                  </a:cubicBezTo>
                  <a:lnTo>
                    <a:pt x="12455" y="2265"/>
                  </a:lnTo>
                  <a:lnTo>
                    <a:pt x="1132" y="2265"/>
                  </a:lnTo>
                  <a:lnTo>
                    <a:pt x="1132" y="1701"/>
                  </a:lnTo>
                  <a:cubicBezTo>
                    <a:pt x="1132" y="1387"/>
                    <a:pt x="1386" y="1133"/>
                    <a:pt x="1700" y="1133"/>
                  </a:cubicBezTo>
                  <a:close/>
                  <a:moveTo>
                    <a:pt x="12455" y="3398"/>
                  </a:moveTo>
                  <a:lnTo>
                    <a:pt x="12455" y="14796"/>
                  </a:lnTo>
                  <a:lnTo>
                    <a:pt x="1132" y="14796"/>
                  </a:lnTo>
                  <a:lnTo>
                    <a:pt x="1132" y="3398"/>
                  </a:lnTo>
                  <a:close/>
                  <a:moveTo>
                    <a:pt x="12455" y="15928"/>
                  </a:moveTo>
                  <a:lnTo>
                    <a:pt x="12455" y="17628"/>
                  </a:lnTo>
                  <a:cubicBezTo>
                    <a:pt x="12455" y="17939"/>
                    <a:pt x="12202" y="18193"/>
                    <a:pt x="11891" y="18193"/>
                  </a:cubicBezTo>
                  <a:lnTo>
                    <a:pt x="1700" y="18193"/>
                  </a:lnTo>
                  <a:cubicBezTo>
                    <a:pt x="1386" y="18193"/>
                    <a:pt x="1132" y="17939"/>
                    <a:pt x="1132" y="17628"/>
                  </a:cubicBezTo>
                  <a:lnTo>
                    <a:pt x="1132" y="15928"/>
                  </a:lnTo>
                  <a:close/>
                  <a:moveTo>
                    <a:pt x="1700" y="1"/>
                  </a:moveTo>
                  <a:cubicBezTo>
                    <a:pt x="761" y="1"/>
                    <a:pt x="0" y="762"/>
                    <a:pt x="0" y="1701"/>
                  </a:cubicBezTo>
                  <a:lnTo>
                    <a:pt x="0" y="17628"/>
                  </a:lnTo>
                  <a:cubicBezTo>
                    <a:pt x="0" y="18564"/>
                    <a:pt x="761" y="19325"/>
                    <a:pt x="1700" y="19325"/>
                  </a:cubicBezTo>
                  <a:lnTo>
                    <a:pt x="11891" y="19325"/>
                  </a:lnTo>
                  <a:cubicBezTo>
                    <a:pt x="12827" y="19325"/>
                    <a:pt x="13588" y="18564"/>
                    <a:pt x="13588" y="17628"/>
                  </a:cubicBezTo>
                  <a:lnTo>
                    <a:pt x="13588" y="1701"/>
                  </a:lnTo>
                  <a:cubicBezTo>
                    <a:pt x="13588" y="762"/>
                    <a:pt x="12827" y="1"/>
                    <a:pt x="118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014" name="Google Shape;14014;p81"/>
            <p:cNvSpPr/>
            <p:nvPr/>
          </p:nvSpPr>
          <p:spPr>
            <a:xfrm>
              <a:off x="3461600" y="3030200"/>
              <a:ext cx="101025" cy="28325"/>
            </a:xfrm>
            <a:custGeom>
              <a:avLst/>
              <a:gdLst/>
              <a:ahLst/>
              <a:cxnLst/>
              <a:rect l="l" t="t" r="r" b="b"/>
              <a:pathLst>
                <a:path w="4041" h="1133" extrusionOk="0">
                  <a:moveTo>
                    <a:pt x="568" y="1"/>
                  </a:moveTo>
                  <a:cubicBezTo>
                    <a:pt x="254" y="1"/>
                    <a:pt x="1" y="251"/>
                    <a:pt x="1" y="565"/>
                  </a:cubicBezTo>
                  <a:cubicBezTo>
                    <a:pt x="1" y="879"/>
                    <a:pt x="254" y="1133"/>
                    <a:pt x="568" y="1133"/>
                  </a:cubicBezTo>
                  <a:lnTo>
                    <a:pt x="3473" y="1133"/>
                  </a:lnTo>
                  <a:cubicBezTo>
                    <a:pt x="3787" y="1133"/>
                    <a:pt x="4041" y="879"/>
                    <a:pt x="4041" y="565"/>
                  </a:cubicBezTo>
                  <a:cubicBezTo>
                    <a:pt x="4041" y="251"/>
                    <a:pt x="3787" y="1"/>
                    <a:pt x="34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4015" name="Google Shape;14015;p81"/>
          <p:cNvSpPr/>
          <p:nvPr/>
        </p:nvSpPr>
        <p:spPr>
          <a:xfrm>
            <a:off x="7156698" y="2287100"/>
            <a:ext cx="279052" cy="340186"/>
          </a:xfrm>
          <a:custGeom>
            <a:avLst/>
            <a:gdLst/>
            <a:ahLst/>
            <a:cxnLst/>
            <a:rect l="l" t="t" r="r" b="b"/>
            <a:pathLst>
              <a:path w="15853" h="19326" extrusionOk="0">
                <a:moveTo>
                  <a:pt x="9627" y="1133"/>
                </a:moveTo>
                <a:cubicBezTo>
                  <a:pt x="9938" y="1133"/>
                  <a:pt x="10191" y="1387"/>
                  <a:pt x="10191" y="1701"/>
                </a:cubicBezTo>
                <a:lnTo>
                  <a:pt x="10191" y="2265"/>
                </a:lnTo>
                <a:lnTo>
                  <a:pt x="1133" y="2265"/>
                </a:lnTo>
                <a:lnTo>
                  <a:pt x="1133" y="1701"/>
                </a:lnTo>
                <a:cubicBezTo>
                  <a:pt x="1133" y="1387"/>
                  <a:pt x="1387" y="1133"/>
                  <a:pt x="1701" y="1133"/>
                </a:cubicBezTo>
                <a:close/>
                <a:moveTo>
                  <a:pt x="10191" y="3398"/>
                </a:moveTo>
                <a:lnTo>
                  <a:pt x="10191" y="8063"/>
                </a:lnTo>
                <a:cubicBezTo>
                  <a:pt x="10009" y="7998"/>
                  <a:pt x="9817" y="7965"/>
                  <a:pt x="9625" y="7965"/>
                </a:cubicBezTo>
                <a:cubicBezTo>
                  <a:pt x="9434" y="7965"/>
                  <a:pt x="9242" y="7998"/>
                  <a:pt x="9059" y="8063"/>
                </a:cubicBezTo>
                <a:lnTo>
                  <a:pt x="9059" y="6230"/>
                </a:lnTo>
                <a:cubicBezTo>
                  <a:pt x="9059" y="5291"/>
                  <a:pt x="8298" y="4530"/>
                  <a:pt x="7362" y="4530"/>
                </a:cubicBezTo>
                <a:cubicBezTo>
                  <a:pt x="6423" y="4530"/>
                  <a:pt x="5662" y="5291"/>
                  <a:pt x="5662" y="6230"/>
                </a:cubicBezTo>
                <a:lnTo>
                  <a:pt x="5662" y="10285"/>
                </a:lnTo>
                <a:cubicBezTo>
                  <a:pt x="4346" y="10557"/>
                  <a:pt x="3401" y="11716"/>
                  <a:pt x="3398" y="13060"/>
                </a:cubicBezTo>
                <a:lnTo>
                  <a:pt x="3398" y="14231"/>
                </a:lnTo>
                <a:cubicBezTo>
                  <a:pt x="3398" y="14419"/>
                  <a:pt x="3404" y="14609"/>
                  <a:pt x="3413" y="14796"/>
                </a:cubicBezTo>
                <a:lnTo>
                  <a:pt x="1133" y="14796"/>
                </a:lnTo>
                <a:lnTo>
                  <a:pt x="1133" y="3398"/>
                </a:lnTo>
                <a:close/>
                <a:moveTo>
                  <a:pt x="3543" y="15928"/>
                </a:moveTo>
                <a:cubicBezTo>
                  <a:pt x="3606" y="16312"/>
                  <a:pt x="3694" y="16689"/>
                  <a:pt x="3802" y="17061"/>
                </a:cubicBezTo>
                <a:lnTo>
                  <a:pt x="1701" y="17061"/>
                </a:lnTo>
                <a:cubicBezTo>
                  <a:pt x="1387" y="17061"/>
                  <a:pt x="1133" y="16807"/>
                  <a:pt x="1133" y="16496"/>
                </a:cubicBezTo>
                <a:lnTo>
                  <a:pt x="1133" y="15928"/>
                </a:lnTo>
                <a:close/>
                <a:moveTo>
                  <a:pt x="7362" y="5662"/>
                </a:moveTo>
                <a:cubicBezTo>
                  <a:pt x="7673" y="5662"/>
                  <a:pt x="7927" y="5916"/>
                  <a:pt x="7927" y="6230"/>
                </a:cubicBezTo>
                <a:lnTo>
                  <a:pt x="7927" y="11928"/>
                </a:lnTo>
                <a:cubicBezTo>
                  <a:pt x="7927" y="12242"/>
                  <a:pt x="8181" y="12492"/>
                  <a:pt x="8495" y="12492"/>
                </a:cubicBezTo>
                <a:cubicBezTo>
                  <a:pt x="8806" y="12492"/>
                  <a:pt x="9059" y="12242"/>
                  <a:pt x="9059" y="11928"/>
                </a:cubicBezTo>
                <a:lnTo>
                  <a:pt x="9059" y="9663"/>
                </a:lnTo>
                <a:cubicBezTo>
                  <a:pt x="9059" y="9349"/>
                  <a:pt x="9313" y="9098"/>
                  <a:pt x="9627" y="9098"/>
                </a:cubicBezTo>
                <a:cubicBezTo>
                  <a:pt x="9938" y="9098"/>
                  <a:pt x="10191" y="9349"/>
                  <a:pt x="10191" y="9663"/>
                </a:cubicBezTo>
                <a:lnTo>
                  <a:pt x="10191" y="11928"/>
                </a:lnTo>
                <a:cubicBezTo>
                  <a:pt x="10191" y="12242"/>
                  <a:pt x="10445" y="12492"/>
                  <a:pt x="10759" y="12492"/>
                </a:cubicBezTo>
                <a:cubicBezTo>
                  <a:pt x="11070" y="12492"/>
                  <a:pt x="11324" y="12242"/>
                  <a:pt x="11324" y="11928"/>
                </a:cubicBezTo>
                <a:lnTo>
                  <a:pt x="11324" y="10795"/>
                </a:lnTo>
                <a:cubicBezTo>
                  <a:pt x="11324" y="10481"/>
                  <a:pt x="11577" y="10231"/>
                  <a:pt x="11891" y="10231"/>
                </a:cubicBezTo>
                <a:cubicBezTo>
                  <a:pt x="12202" y="10231"/>
                  <a:pt x="12456" y="10481"/>
                  <a:pt x="12456" y="10795"/>
                </a:cubicBezTo>
                <a:lnTo>
                  <a:pt x="12456" y="13060"/>
                </a:lnTo>
                <a:cubicBezTo>
                  <a:pt x="12456" y="13374"/>
                  <a:pt x="12710" y="13625"/>
                  <a:pt x="13024" y="13625"/>
                </a:cubicBezTo>
                <a:cubicBezTo>
                  <a:pt x="13335" y="13625"/>
                  <a:pt x="13588" y="13374"/>
                  <a:pt x="13588" y="13060"/>
                </a:cubicBezTo>
                <a:lnTo>
                  <a:pt x="13588" y="11928"/>
                </a:lnTo>
                <a:cubicBezTo>
                  <a:pt x="13588" y="11614"/>
                  <a:pt x="13842" y="11363"/>
                  <a:pt x="14156" y="11363"/>
                </a:cubicBezTo>
                <a:cubicBezTo>
                  <a:pt x="14467" y="11363"/>
                  <a:pt x="14721" y="11614"/>
                  <a:pt x="14721" y="11928"/>
                </a:cubicBezTo>
                <a:lnTo>
                  <a:pt x="14721" y="14231"/>
                </a:lnTo>
                <a:cubicBezTo>
                  <a:pt x="14718" y="15602"/>
                  <a:pt x="14407" y="16958"/>
                  <a:pt x="13806" y="18193"/>
                </a:cubicBezTo>
                <a:lnTo>
                  <a:pt x="5448" y="18193"/>
                </a:lnTo>
                <a:cubicBezTo>
                  <a:pt x="4844" y="16958"/>
                  <a:pt x="4533" y="15602"/>
                  <a:pt x="4530" y="14231"/>
                </a:cubicBezTo>
                <a:lnTo>
                  <a:pt x="4530" y="13060"/>
                </a:lnTo>
                <a:cubicBezTo>
                  <a:pt x="4530" y="12341"/>
                  <a:pt x="4983" y="11698"/>
                  <a:pt x="5662" y="11460"/>
                </a:cubicBezTo>
                <a:lnTo>
                  <a:pt x="5662" y="14231"/>
                </a:lnTo>
                <a:cubicBezTo>
                  <a:pt x="5662" y="14542"/>
                  <a:pt x="5916" y="14796"/>
                  <a:pt x="6230" y="14796"/>
                </a:cubicBezTo>
                <a:cubicBezTo>
                  <a:pt x="6541" y="14796"/>
                  <a:pt x="6795" y="14542"/>
                  <a:pt x="6795" y="14231"/>
                </a:cubicBezTo>
                <a:lnTo>
                  <a:pt x="6795" y="6230"/>
                </a:lnTo>
                <a:cubicBezTo>
                  <a:pt x="6795" y="5916"/>
                  <a:pt x="7048" y="5662"/>
                  <a:pt x="7362" y="5662"/>
                </a:cubicBezTo>
                <a:close/>
                <a:moveTo>
                  <a:pt x="1701" y="1"/>
                </a:moveTo>
                <a:cubicBezTo>
                  <a:pt x="762" y="1"/>
                  <a:pt x="1" y="762"/>
                  <a:pt x="1" y="1701"/>
                </a:cubicBezTo>
                <a:lnTo>
                  <a:pt x="1" y="16496"/>
                </a:lnTo>
                <a:cubicBezTo>
                  <a:pt x="1" y="17432"/>
                  <a:pt x="762" y="18193"/>
                  <a:pt x="1701" y="18193"/>
                </a:cubicBezTo>
                <a:lnTo>
                  <a:pt x="4204" y="18193"/>
                </a:lnTo>
                <a:cubicBezTo>
                  <a:pt x="4285" y="18389"/>
                  <a:pt x="4376" y="18582"/>
                  <a:pt x="4470" y="18773"/>
                </a:cubicBezTo>
                <a:lnTo>
                  <a:pt x="4590" y="19011"/>
                </a:lnTo>
                <a:cubicBezTo>
                  <a:pt x="4687" y="19204"/>
                  <a:pt x="4880" y="19325"/>
                  <a:pt x="5098" y="19325"/>
                </a:cubicBezTo>
                <a:lnTo>
                  <a:pt x="14156" y="19325"/>
                </a:lnTo>
                <a:cubicBezTo>
                  <a:pt x="14370" y="19325"/>
                  <a:pt x="14564" y="19204"/>
                  <a:pt x="14660" y="19011"/>
                </a:cubicBezTo>
                <a:lnTo>
                  <a:pt x="14781" y="18773"/>
                </a:lnTo>
                <a:cubicBezTo>
                  <a:pt x="15485" y="17363"/>
                  <a:pt x="15850" y="15808"/>
                  <a:pt x="15853" y="14231"/>
                </a:cubicBezTo>
                <a:lnTo>
                  <a:pt x="15853" y="11928"/>
                </a:lnTo>
                <a:cubicBezTo>
                  <a:pt x="15853" y="10953"/>
                  <a:pt x="15054" y="10228"/>
                  <a:pt x="14155" y="10228"/>
                </a:cubicBezTo>
                <a:cubicBezTo>
                  <a:pt x="13949" y="10228"/>
                  <a:pt x="13737" y="10266"/>
                  <a:pt x="13528" y="10348"/>
                </a:cubicBezTo>
                <a:cubicBezTo>
                  <a:pt x="13326" y="9609"/>
                  <a:pt x="12655" y="9098"/>
                  <a:pt x="11891" y="9098"/>
                </a:cubicBezTo>
                <a:cubicBezTo>
                  <a:pt x="11883" y="9098"/>
                  <a:pt x="11875" y="9098"/>
                  <a:pt x="11867" y="9098"/>
                </a:cubicBezTo>
                <a:cubicBezTo>
                  <a:pt x="11682" y="9098"/>
                  <a:pt x="11497" y="9131"/>
                  <a:pt x="11324" y="9195"/>
                </a:cubicBezTo>
                <a:lnTo>
                  <a:pt x="11324" y="1701"/>
                </a:lnTo>
                <a:cubicBezTo>
                  <a:pt x="11324" y="762"/>
                  <a:pt x="10563" y="1"/>
                  <a:pt x="96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016" name="Google Shape;14016;p81"/>
          <p:cNvSpPr/>
          <p:nvPr/>
        </p:nvSpPr>
        <p:spPr>
          <a:xfrm>
            <a:off x="7549733" y="2297730"/>
            <a:ext cx="340186" cy="318922"/>
          </a:xfrm>
          <a:custGeom>
            <a:avLst/>
            <a:gdLst/>
            <a:ahLst/>
            <a:cxnLst/>
            <a:rect l="l" t="t" r="r" b="b"/>
            <a:pathLst>
              <a:path w="19326" h="18118" extrusionOk="0">
                <a:moveTo>
                  <a:pt x="17628" y="6794"/>
                </a:moveTo>
                <a:cubicBezTo>
                  <a:pt x="17939" y="6794"/>
                  <a:pt x="18193" y="7048"/>
                  <a:pt x="18193" y="7362"/>
                </a:cubicBezTo>
                <a:lnTo>
                  <a:pt x="18193" y="7927"/>
                </a:lnTo>
                <a:lnTo>
                  <a:pt x="12532" y="7927"/>
                </a:lnTo>
                <a:lnTo>
                  <a:pt x="12532" y="7362"/>
                </a:lnTo>
                <a:cubicBezTo>
                  <a:pt x="12532" y="7048"/>
                  <a:pt x="12785" y="6794"/>
                  <a:pt x="13099" y="6794"/>
                </a:cubicBezTo>
                <a:close/>
                <a:moveTo>
                  <a:pt x="17628" y="1133"/>
                </a:moveTo>
                <a:cubicBezTo>
                  <a:pt x="17939" y="1133"/>
                  <a:pt x="18193" y="1387"/>
                  <a:pt x="18193" y="1701"/>
                </a:cubicBezTo>
                <a:lnTo>
                  <a:pt x="18193" y="5759"/>
                </a:lnTo>
                <a:cubicBezTo>
                  <a:pt x="18012" y="5695"/>
                  <a:pt x="17819" y="5662"/>
                  <a:pt x="17628" y="5662"/>
                </a:cubicBezTo>
                <a:lnTo>
                  <a:pt x="13099" y="5662"/>
                </a:lnTo>
                <a:cubicBezTo>
                  <a:pt x="12160" y="5662"/>
                  <a:pt x="11399" y="6423"/>
                  <a:pt x="11399" y="7362"/>
                </a:cubicBezTo>
                <a:lnTo>
                  <a:pt x="11399" y="11324"/>
                </a:lnTo>
                <a:lnTo>
                  <a:pt x="1133" y="11324"/>
                </a:lnTo>
                <a:lnTo>
                  <a:pt x="1133" y="1701"/>
                </a:lnTo>
                <a:cubicBezTo>
                  <a:pt x="1133" y="1387"/>
                  <a:pt x="1387" y="1133"/>
                  <a:pt x="1701" y="1133"/>
                </a:cubicBezTo>
                <a:close/>
                <a:moveTo>
                  <a:pt x="11399" y="12456"/>
                </a:moveTo>
                <a:lnTo>
                  <a:pt x="11399" y="13588"/>
                </a:lnTo>
                <a:lnTo>
                  <a:pt x="1701" y="13588"/>
                </a:lnTo>
                <a:cubicBezTo>
                  <a:pt x="1387" y="13588"/>
                  <a:pt x="1133" y="13335"/>
                  <a:pt x="1133" y="13024"/>
                </a:cubicBezTo>
                <a:lnTo>
                  <a:pt x="1133" y="12456"/>
                </a:lnTo>
                <a:close/>
                <a:moveTo>
                  <a:pt x="18193" y="9059"/>
                </a:moveTo>
                <a:lnTo>
                  <a:pt x="18193" y="14720"/>
                </a:lnTo>
                <a:lnTo>
                  <a:pt x="12532" y="14720"/>
                </a:lnTo>
                <a:lnTo>
                  <a:pt x="12532" y="9059"/>
                </a:lnTo>
                <a:close/>
                <a:moveTo>
                  <a:pt x="11399" y="14720"/>
                </a:moveTo>
                <a:lnTo>
                  <a:pt x="11399" y="16420"/>
                </a:lnTo>
                <a:cubicBezTo>
                  <a:pt x="11399" y="16611"/>
                  <a:pt x="11432" y="16804"/>
                  <a:pt x="11496" y="16985"/>
                </a:cubicBezTo>
                <a:lnTo>
                  <a:pt x="7051" y="16985"/>
                </a:lnTo>
                <a:lnTo>
                  <a:pt x="7806" y="14720"/>
                </a:lnTo>
                <a:close/>
                <a:moveTo>
                  <a:pt x="18193" y="15853"/>
                </a:moveTo>
                <a:lnTo>
                  <a:pt x="18193" y="16420"/>
                </a:lnTo>
                <a:cubicBezTo>
                  <a:pt x="18193" y="16731"/>
                  <a:pt x="17939" y="16985"/>
                  <a:pt x="17628" y="16985"/>
                </a:cubicBezTo>
                <a:lnTo>
                  <a:pt x="13099" y="16985"/>
                </a:lnTo>
                <a:cubicBezTo>
                  <a:pt x="12785" y="16985"/>
                  <a:pt x="12532" y="16731"/>
                  <a:pt x="12532" y="16420"/>
                </a:cubicBezTo>
                <a:lnTo>
                  <a:pt x="12532" y="15853"/>
                </a:lnTo>
                <a:close/>
                <a:moveTo>
                  <a:pt x="1701" y="1"/>
                </a:moveTo>
                <a:cubicBezTo>
                  <a:pt x="762" y="1"/>
                  <a:pt x="1" y="762"/>
                  <a:pt x="1" y="1701"/>
                </a:cubicBezTo>
                <a:lnTo>
                  <a:pt x="1" y="13024"/>
                </a:lnTo>
                <a:cubicBezTo>
                  <a:pt x="1" y="13960"/>
                  <a:pt x="762" y="14720"/>
                  <a:pt x="1701" y="14720"/>
                </a:cubicBezTo>
                <a:lnTo>
                  <a:pt x="6613" y="14720"/>
                </a:lnTo>
                <a:lnTo>
                  <a:pt x="5859" y="16985"/>
                </a:lnTo>
                <a:lnTo>
                  <a:pt x="4002" y="16985"/>
                </a:lnTo>
                <a:cubicBezTo>
                  <a:pt x="3688" y="16985"/>
                  <a:pt x="3437" y="17239"/>
                  <a:pt x="3437" y="17553"/>
                </a:cubicBezTo>
                <a:cubicBezTo>
                  <a:pt x="3437" y="17864"/>
                  <a:pt x="3688" y="18117"/>
                  <a:pt x="4002" y="18117"/>
                </a:cubicBezTo>
                <a:lnTo>
                  <a:pt x="17628" y="18117"/>
                </a:lnTo>
                <a:cubicBezTo>
                  <a:pt x="18564" y="18117"/>
                  <a:pt x="19325" y="17356"/>
                  <a:pt x="19325" y="16420"/>
                </a:cubicBezTo>
                <a:lnTo>
                  <a:pt x="19325" y="1701"/>
                </a:lnTo>
                <a:cubicBezTo>
                  <a:pt x="19325" y="762"/>
                  <a:pt x="18564" y="1"/>
                  <a:pt x="176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017" name="Google Shape;14017;p81"/>
          <p:cNvSpPr/>
          <p:nvPr/>
        </p:nvSpPr>
        <p:spPr>
          <a:xfrm>
            <a:off x="7974588" y="2297730"/>
            <a:ext cx="340186" cy="318922"/>
          </a:xfrm>
          <a:custGeom>
            <a:avLst/>
            <a:gdLst/>
            <a:ahLst/>
            <a:cxnLst/>
            <a:rect l="l" t="t" r="r" b="b"/>
            <a:pathLst>
              <a:path w="19326" h="18118" extrusionOk="0">
                <a:moveTo>
                  <a:pt x="17628" y="1133"/>
                </a:moveTo>
                <a:cubicBezTo>
                  <a:pt x="17939" y="1133"/>
                  <a:pt x="18193" y="1387"/>
                  <a:pt x="18193" y="1701"/>
                </a:cubicBezTo>
                <a:lnTo>
                  <a:pt x="18193" y="11324"/>
                </a:lnTo>
                <a:lnTo>
                  <a:pt x="1133" y="11324"/>
                </a:lnTo>
                <a:lnTo>
                  <a:pt x="1133" y="1701"/>
                </a:lnTo>
                <a:cubicBezTo>
                  <a:pt x="1133" y="1387"/>
                  <a:pt x="1387" y="1133"/>
                  <a:pt x="1701" y="1133"/>
                </a:cubicBezTo>
                <a:close/>
                <a:moveTo>
                  <a:pt x="18193" y="12456"/>
                </a:moveTo>
                <a:lnTo>
                  <a:pt x="18193" y="13024"/>
                </a:lnTo>
                <a:cubicBezTo>
                  <a:pt x="18193" y="13335"/>
                  <a:pt x="17939" y="13588"/>
                  <a:pt x="17628" y="13588"/>
                </a:cubicBezTo>
                <a:lnTo>
                  <a:pt x="1701" y="13588"/>
                </a:lnTo>
                <a:cubicBezTo>
                  <a:pt x="1387" y="13588"/>
                  <a:pt x="1133" y="13335"/>
                  <a:pt x="1133" y="13024"/>
                </a:cubicBezTo>
                <a:lnTo>
                  <a:pt x="1133" y="12456"/>
                </a:lnTo>
                <a:close/>
                <a:moveTo>
                  <a:pt x="11520" y="14720"/>
                </a:moveTo>
                <a:lnTo>
                  <a:pt x="12275" y="16985"/>
                </a:lnTo>
                <a:lnTo>
                  <a:pt x="7051" y="16985"/>
                </a:lnTo>
                <a:lnTo>
                  <a:pt x="7806" y="14720"/>
                </a:lnTo>
                <a:close/>
                <a:moveTo>
                  <a:pt x="1701" y="1"/>
                </a:moveTo>
                <a:cubicBezTo>
                  <a:pt x="762" y="1"/>
                  <a:pt x="1" y="762"/>
                  <a:pt x="1" y="1701"/>
                </a:cubicBezTo>
                <a:lnTo>
                  <a:pt x="1" y="13024"/>
                </a:lnTo>
                <a:cubicBezTo>
                  <a:pt x="1" y="13960"/>
                  <a:pt x="762" y="14720"/>
                  <a:pt x="1701" y="14720"/>
                </a:cubicBezTo>
                <a:lnTo>
                  <a:pt x="6614" y="14720"/>
                </a:lnTo>
                <a:lnTo>
                  <a:pt x="5859" y="16985"/>
                </a:lnTo>
                <a:lnTo>
                  <a:pt x="4002" y="16985"/>
                </a:lnTo>
                <a:cubicBezTo>
                  <a:pt x="3688" y="16985"/>
                  <a:pt x="3437" y="17239"/>
                  <a:pt x="3437" y="17553"/>
                </a:cubicBezTo>
                <a:cubicBezTo>
                  <a:pt x="3437" y="17864"/>
                  <a:pt x="3688" y="18117"/>
                  <a:pt x="4002" y="18117"/>
                </a:cubicBezTo>
                <a:lnTo>
                  <a:pt x="15325" y="18117"/>
                </a:lnTo>
                <a:cubicBezTo>
                  <a:pt x="15639" y="18117"/>
                  <a:pt x="15889" y="17864"/>
                  <a:pt x="15889" y="17553"/>
                </a:cubicBezTo>
                <a:cubicBezTo>
                  <a:pt x="15889" y="17239"/>
                  <a:pt x="15639" y="16985"/>
                  <a:pt x="15325" y="16985"/>
                </a:cubicBezTo>
                <a:lnTo>
                  <a:pt x="13468" y="16985"/>
                </a:lnTo>
                <a:lnTo>
                  <a:pt x="12713" y="14720"/>
                </a:lnTo>
                <a:lnTo>
                  <a:pt x="17628" y="14720"/>
                </a:lnTo>
                <a:cubicBezTo>
                  <a:pt x="18565" y="14720"/>
                  <a:pt x="19325" y="13960"/>
                  <a:pt x="19325" y="13024"/>
                </a:cubicBezTo>
                <a:lnTo>
                  <a:pt x="19325" y="1701"/>
                </a:lnTo>
                <a:cubicBezTo>
                  <a:pt x="19325" y="762"/>
                  <a:pt x="18565" y="1"/>
                  <a:pt x="176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4018" name="Google Shape;14018;p81"/>
          <p:cNvGrpSpPr/>
          <p:nvPr/>
        </p:nvGrpSpPr>
        <p:grpSpPr>
          <a:xfrm>
            <a:off x="5380655" y="3961361"/>
            <a:ext cx="339482" cy="339271"/>
            <a:chOff x="5648900" y="2616600"/>
            <a:chExt cx="482150" cy="481850"/>
          </a:xfrm>
        </p:grpSpPr>
        <p:sp>
          <p:nvSpPr>
            <p:cNvPr id="14019" name="Google Shape;14019;p81"/>
            <p:cNvSpPr/>
            <p:nvPr/>
          </p:nvSpPr>
          <p:spPr>
            <a:xfrm>
              <a:off x="5811500" y="2777025"/>
              <a:ext cx="156875" cy="148275"/>
            </a:xfrm>
            <a:custGeom>
              <a:avLst/>
              <a:gdLst/>
              <a:ahLst/>
              <a:cxnLst/>
              <a:rect l="l" t="t" r="r" b="b"/>
              <a:pathLst>
                <a:path w="6275" h="5931" extrusionOk="0">
                  <a:moveTo>
                    <a:pt x="3137" y="1265"/>
                  </a:moveTo>
                  <a:lnTo>
                    <a:pt x="4994" y="2615"/>
                  </a:lnTo>
                  <a:lnTo>
                    <a:pt x="4285" y="4798"/>
                  </a:lnTo>
                  <a:lnTo>
                    <a:pt x="1990" y="4798"/>
                  </a:lnTo>
                  <a:lnTo>
                    <a:pt x="1280" y="2615"/>
                  </a:lnTo>
                  <a:lnTo>
                    <a:pt x="3137" y="1265"/>
                  </a:lnTo>
                  <a:close/>
                  <a:moveTo>
                    <a:pt x="3137" y="0"/>
                  </a:moveTo>
                  <a:cubicBezTo>
                    <a:pt x="3020" y="0"/>
                    <a:pt x="2903" y="37"/>
                    <a:pt x="2805" y="109"/>
                  </a:cubicBezTo>
                  <a:lnTo>
                    <a:pt x="281" y="1942"/>
                  </a:lnTo>
                  <a:cubicBezTo>
                    <a:pt x="85" y="2087"/>
                    <a:pt x="0" y="2340"/>
                    <a:pt x="76" y="2573"/>
                  </a:cubicBezTo>
                  <a:lnTo>
                    <a:pt x="1039" y="5541"/>
                  </a:lnTo>
                  <a:cubicBezTo>
                    <a:pt x="1117" y="5773"/>
                    <a:pt x="1335" y="5930"/>
                    <a:pt x="1579" y="5930"/>
                  </a:cubicBezTo>
                  <a:lnTo>
                    <a:pt x="4695" y="5930"/>
                  </a:lnTo>
                  <a:cubicBezTo>
                    <a:pt x="4943" y="5930"/>
                    <a:pt x="5160" y="5773"/>
                    <a:pt x="5236" y="5541"/>
                  </a:cubicBezTo>
                  <a:lnTo>
                    <a:pt x="6199" y="2573"/>
                  </a:lnTo>
                  <a:cubicBezTo>
                    <a:pt x="6275" y="2340"/>
                    <a:pt x="6190" y="2087"/>
                    <a:pt x="5994" y="1942"/>
                  </a:cubicBezTo>
                  <a:lnTo>
                    <a:pt x="3469" y="109"/>
                  </a:lnTo>
                  <a:cubicBezTo>
                    <a:pt x="3371" y="37"/>
                    <a:pt x="3254" y="0"/>
                    <a:pt x="31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020" name="Google Shape;14020;p81"/>
            <p:cNvSpPr/>
            <p:nvPr/>
          </p:nvSpPr>
          <p:spPr>
            <a:xfrm>
              <a:off x="5648900" y="2616600"/>
              <a:ext cx="482150" cy="481850"/>
            </a:xfrm>
            <a:custGeom>
              <a:avLst/>
              <a:gdLst/>
              <a:ahLst/>
              <a:cxnLst/>
              <a:rect l="l" t="t" r="r" b="b"/>
              <a:pathLst>
                <a:path w="19286" h="19274" extrusionOk="0">
                  <a:moveTo>
                    <a:pt x="9641" y="1133"/>
                  </a:moveTo>
                  <a:cubicBezTo>
                    <a:pt x="9936" y="1133"/>
                    <a:pt x="10230" y="1148"/>
                    <a:pt x="10523" y="1179"/>
                  </a:cubicBezTo>
                  <a:cubicBezTo>
                    <a:pt x="10547" y="1182"/>
                    <a:pt x="10571" y="1185"/>
                    <a:pt x="10595" y="1185"/>
                  </a:cubicBezTo>
                  <a:cubicBezTo>
                    <a:pt x="10641" y="1191"/>
                    <a:pt x="10686" y="1197"/>
                    <a:pt x="10731" y="1203"/>
                  </a:cubicBezTo>
                  <a:cubicBezTo>
                    <a:pt x="10958" y="1230"/>
                    <a:pt x="11181" y="1269"/>
                    <a:pt x="11402" y="1314"/>
                  </a:cubicBezTo>
                  <a:lnTo>
                    <a:pt x="11501" y="1622"/>
                  </a:lnTo>
                  <a:lnTo>
                    <a:pt x="9644" y="2969"/>
                  </a:lnTo>
                  <a:lnTo>
                    <a:pt x="7787" y="1622"/>
                  </a:lnTo>
                  <a:lnTo>
                    <a:pt x="7887" y="1314"/>
                  </a:lnTo>
                  <a:cubicBezTo>
                    <a:pt x="8038" y="1281"/>
                    <a:pt x="8192" y="1254"/>
                    <a:pt x="8349" y="1230"/>
                  </a:cubicBezTo>
                  <a:lnTo>
                    <a:pt x="8352" y="1230"/>
                  </a:lnTo>
                  <a:cubicBezTo>
                    <a:pt x="8418" y="1221"/>
                    <a:pt x="8488" y="1209"/>
                    <a:pt x="8554" y="1203"/>
                  </a:cubicBezTo>
                  <a:cubicBezTo>
                    <a:pt x="8606" y="1194"/>
                    <a:pt x="8660" y="1188"/>
                    <a:pt x="8714" y="1185"/>
                  </a:cubicBezTo>
                  <a:lnTo>
                    <a:pt x="8760" y="1179"/>
                  </a:lnTo>
                  <a:cubicBezTo>
                    <a:pt x="9053" y="1148"/>
                    <a:pt x="9347" y="1133"/>
                    <a:pt x="9641" y="1133"/>
                  </a:cubicBezTo>
                  <a:close/>
                  <a:moveTo>
                    <a:pt x="2591" y="5394"/>
                  </a:moveTo>
                  <a:lnTo>
                    <a:pt x="3300" y="7577"/>
                  </a:lnTo>
                  <a:lnTo>
                    <a:pt x="1444" y="8926"/>
                  </a:lnTo>
                  <a:lnTo>
                    <a:pt x="1184" y="8736"/>
                  </a:lnTo>
                  <a:cubicBezTo>
                    <a:pt x="1187" y="8700"/>
                    <a:pt x="1193" y="8661"/>
                    <a:pt x="1199" y="8621"/>
                  </a:cubicBezTo>
                  <a:cubicBezTo>
                    <a:pt x="1202" y="8594"/>
                    <a:pt x="1205" y="8567"/>
                    <a:pt x="1208" y="8540"/>
                  </a:cubicBezTo>
                  <a:cubicBezTo>
                    <a:pt x="1211" y="8498"/>
                    <a:pt x="1220" y="8455"/>
                    <a:pt x="1226" y="8413"/>
                  </a:cubicBezTo>
                  <a:cubicBezTo>
                    <a:pt x="1229" y="8383"/>
                    <a:pt x="1232" y="8353"/>
                    <a:pt x="1238" y="8326"/>
                  </a:cubicBezTo>
                  <a:cubicBezTo>
                    <a:pt x="1244" y="8286"/>
                    <a:pt x="1250" y="8247"/>
                    <a:pt x="1256" y="8208"/>
                  </a:cubicBezTo>
                  <a:cubicBezTo>
                    <a:pt x="1265" y="8169"/>
                    <a:pt x="1268" y="8141"/>
                    <a:pt x="1274" y="8108"/>
                  </a:cubicBezTo>
                  <a:cubicBezTo>
                    <a:pt x="1280" y="8075"/>
                    <a:pt x="1290" y="8036"/>
                    <a:pt x="1296" y="7999"/>
                  </a:cubicBezTo>
                  <a:cubicBezTo>
                    <a:pt x="1302" y="7966"/>
                    <a:pt x="1308" y="7930"/>
                    <a:pt x="1317" y="7894"/>
                  </a:cubicBezTo>
                  <a:cubicBezTo>
                    <a:pt x="1323" y="7861"/>
                    <a:pt x="1332" y="7824"/>
                    <a:pt x="1338" y="7791"/>
                  </a:cubicBezTo>
                  <a:cubicBezTo>
                    <a:pt x="1347" y="7755"/>
                    <a:pt x="1356" y="7719"/>
                    <a:pt x="1362" y="7682"/>
                  </a:cubicBezTo>
                  <a:cubicBezTo>
                    <a:pt x="1371" y="7649"/>
                    <a:pt x="1380" y="7613"/>
                    <a:pt x="1389" y="7577"/>
                  </a:cubicBezTo>
                  <a:cubicBezTo>
                    <a:pt x="1398" y="7541"/>
                    <a:pt x="1407" y="7510"/>
                    <a:pt x="1413" y="7477"/>
                  </a:cubicBezTo>
                  <a:cubicBezTo>
                    <a:pt x="1425" y="7441"/>
                    <a:pt x="1434" y="7399"/>
                    <a:pt x="1447" y="7359"/>
                  </a:cubicBezTo>
                  <a:cubicBezTo>
                    <a:pt x="1456" y="7332"/>
                    <a:pt x="1462" y="7305"/>
                    <a:pt x="1471" y="7278"/>
                  </a:cubicBezTo>
                  <a:cubicBezTo>
                    <a:pt x="1483" y="7233"/>
                    <a:pt x="1495" y="7187"/>
                    <a:pt x="1510" y="7142"/>
                  </a:cubicBezTo>
                  <a:cubicBezTo>
                    <a:pt x="1516" y="7124"/>
                    <a:pt x="1522" y="7106"/>
                    <a:pt x="1528" y="7085"/>
                  </a:cubicBezTo>
                  <a:cubicBezTo>
                    <a:pt x="1546" y="7030"/>
                    <a:pt x="1561" y="6976"/>
                    <a:pt x="1579" y="6925"/>
                  </a:cubicBezTo>
                  <a:lnTo>
                    <a:pt x="1588" y="6900"/>
                  </a:lnTo>
                  <a:cubicBezTo>
                    <a:pt x="1767" y="6375"/>
                    <a:pt x="1996" y="5871"/>
                    <a:pt x="2274" y="5394"/>
                  </a:cubicBezTo>
                  <a:close/>
                  <a:moveTo>
                    <a:pt x="17012" y="5394"/>
                  </a:moveTo>
                  <a:cubicBezTo>
                    <a:pt x="17253" y="5813"/>
                    <a:pt x="17462" y="6257"/>
                    <a:pt x="17628" y="6713"/>
                  </a:cubicBezTo>
                  <a:lnTo>
                    <a:pt x="17628" y="6719"/>
                  </a:lnTo>
                  <a:cubicBezTo>
                    <a:pt x="17649" y="6774"/>
                    <a:pt x="17670" y="6831"/>
                    <a:pt x="17688" y="6888"/>
                  </a:cubicBezTo>
                  <a:cubicBezTo>
                    <a:pt x="17694" y="6906"/>
                    <a:pt x="17700" y="6922"/>
                    <a:pt x="17706" y="6937"/>
                  </a:cubicBezTo>
                  <a:cubicBezTo>
                    <a:pt x="17721" y="6982"/>
                    <a:pt x="17736" y="7027"/>
                    <a:pt x="17749" y="7072"/>
                  </a:cubicBezTo>
                  <a:cubicBezTo>
                    <a:pt x="17758" y="7103"/>
                    <a:pt x="17767" y="7130"/>
                    <a:pt x="17776" y="7157"/>
                  </a:cubicBezTo>
                  <a:cubicBezTo>
                    <a:pt x="17788" y="7196"/>
                    <a:pt x="17797" y="7230"/>
                    <a:pt x="17809" y="7266"/>
                  </a:cubicBezTo>
                  <a:cubicBezTo>
                    <a:pt x="17818" y="7305"/>
                    <a:pt x="17830" y="7341"/>
                    <a:pt x="17839" y="7377"/>
                  </a:cubicBezTo>
                  <a:cubicBezTo>
                    <a:pt x="17848" y="7408"/>
                    <a:pt x="17857" y="7438"/>
                    <a:pt x="17863" y="7468"/>
                  </a:cubicBezTo>
                  <a:cubicBezTo>
                    <a:pt x="17875" y="7510"/>
                    <a:pt x="17887" y="7553"/>
                    <a:pt x="17896" y="7598"/>
                  </a:cubicBezTo>
                  <a:lnTo>
                    <a:pt x="17915" y="7673"/>
                  </a:lnTo>
                  <a:cubicBezTo>
                    <a:pt x="17927" y="7722"/>
                    <a:pt x="17936" y="7767"/>
                    <a:pt x="17948" y="7812"/>
                  </a:cubicBezTo>
                  <a:lnTo>
                    <a:pt x="17963" y="7885"/>
                  </a:lnTo>
                  <a:cubicBezTo>
                    <a:pt x="17972" y="7933"/>
                    <a:pt x="17981" y="7978"/>
                    <a:pt x="17990" y="8027"/>
                  </a:cubicBezTo>
                  <a:cubicBezTo>
                    <a:pt x="17996" y="8051"/>
                    <a:pt x="18002" y="8075"/>
                    <a:pt x="18005" y="8099"/>
                  </a:cubicBezTo>
                  <a:cubicBezTo>
                    <a:pt x="18014" y="8144"/>
                    <a:pt x="18020" y="8193"/>
                    <a:pt x="18029" y="8238"/>
                  </a:cubicBezTo>
                  <a:cubicBezTo>
                    <a:pt x="18032" y="8265"/>
                    <a:pt x="18038" y="8289"/>
                    <a:pt x="18041" y="8317"/>
                  </a:cubicBezTo>
                  <a:cubicBezTo>
                    <a:pt x="18050" y="8362"/>
                    <a:pt x="18057" y="8404"/>
                    <a:pt x="18063" y="8449"/>
                  </a:cubicBezTo>
                  <a:cubicBezTo>
                    <a:pt x="18066" y="8477"/>
                    <a:pt x="18069" y="8507"/>
                    <a:pt x="18075" y="8534"/>
                  </a:cubicBezTo>
                  <a:cubicBezTo>
                    <a:pt x="18078" y="8576"/>
                    <a:pt x="18084" y="8621"/>
                    <a:pt x="18090" y="8664"/>
                  </a:cubicBezTo>
                  <a:cubicBezTo>
                    <a:pt x="18093" y="8688"/>
                    <a:pt x="18096" y="8712"/>
                    <a:pt x="18096" y="8739"/>
                  </a:cubicBezTo>
                  <a:lnTo>
                    <a:pt x="17836" y="8926"/>
                  </a:lnTo>
                  <a:lnTo>
                    <a:pt x="15979" y="7580"/>
                  </a:lnTo>
                  <a:lnTo>
                    <a:pt x="16689" y="5397"/>
                  </a:lnTo>
                  <a:lnTo>
                    <a:pt x="17012" y="5394"/>
                  </a:lnTo>
                  <a:close/>
                  <a:moveTo>
                    <a:pt x="5722" y="15029"/>
                  </a:moveTo>
                  <a:lnTo>
                    <a:pt x="6432" y="17212"/>
                  </a:lnTo>
                  <a:lnTo>
                    <a:pt x="6172" y="17402"/>
                  </a:lnTo>
                  <a:cubicBezTo>
                    <a:pt x="5091" y="16916"/>
                    <a:pt x="4125" y="16209"/>
                    <a:pt x="3331" y="15331"/>
                  </a:cubicBezTo>
                  <a:lnTo>
                    <a:pt x="3427" y="15029"/>
                  </a:lnTo>
                  <a:close/>
                  <a:moveTo>
                    <a:pt x="15855" y="15029"/>
                  </a:moveTo>
                  <a:lnTo>
                    <a:pt x="15952" y="15331"/>
                  </a:lnTo>
                  <a:cubicBezTo>
                    <a:pt x="15158" y="16209"/>
                    <a:pt x="14192" y="16916"/>
                    <a:pt x="13111" y="17402"/>
                  </a:cubicBezTo>
                  <a:lnTo>
                    <a:pt x="12851" y="17212"/>
                  </a:lnTo>
                  <a:lnTo>
                    <a:pt x="13561" y="15029"/>
                  </a:lnTo>
                  <a:close/>
                  <a:moveTo>
                    <a:pt x="6571" y="1707"/>
                  </a:moveTo>
                  <a:cubicBezTo>
                    <a:pt x="6516" y="1927"/>
                    <a:pt x="6604" y="2160"/>
                    <a:pt x="6788" y="2296"/>
                  </a:cubicBezTo>
                  <a:lnTo>
                    <a:pt x="9309" y="4129"/>
                  </a:lnTo>
                  <a:cubicBezTo>
                    <a:pt x="9409" y="4199"/>
                    <a:pt x="9526" y="4235"/>
                    <a:pt x="9643" y="4235"/>
                  </a:cubicBezTo>
                  <a:cubicBezTo>
                    <a:pt x="9760" y="4235"/>
                    <a:pt x="9877" y="4199"/>
                    <a:pt x="9976" y="4129"/>
                  </a:cubicBezTo>
                  <a:lnTo>
                    <a:pt x="12498" y="2296"/>
                  </a:lnTo>
                  <a:cubicBezTo>
                    <a:pt x="12682" y="2160"/>
                    <a:pt x="12769" y="1927"/>
                    <a:pt x="12715" y="1707"/>
                  </a:cubicBezTo>
                  <a:lnTo>
                    <a:pt x="12715" y="1707"/>
                  </a:lnTo>
                  <a:cubicBezTo>
                    <a:pt x="14089" y="2241"/>
                    <a:pt x="15300" y="3123"/>
                    <a:pt x="16230" y="4264"/>
                  </a:cubicBezTo>
                  <a:cubicBezTo>
                    <a:pt x="16003" y="4283"/>
                    <a:pt x="15813" y="4437"/>
                    <a:pt x="15744" y="4651"/>
                  </a:cubicBezTo>
                  <a:lnTo>
                    <a:pt x="14777" y="7616"/>
                  </a:lnTo>
                  <a:cubicBezTo>
                    <a:pt x="14702" y="7852"/>
                    <a:pt x="14786" y="8105"/>
                    <a:pt x="14986" y="8250"/>
                  </a:cubicBezTo>
                  <a:lnTo>
                    <a:pt x="17507" y="10083"/>
                  </a:lnTo>
                  <a:cubicBezTo>
                    <a:pt x="17605" y="10155"/>
                    <a:pt x="17721" y="10192"/>
                    <a:pt x="17838" y="10192"/>
                  </a:cubicBezTo>
                  <a:cubicBezTo>
                    <a:pt x="17940" y="10192"/>
                    <a:pt x="18043" y="10164"/>
                    <a:pt x="18135" y="10107"/>
                  </a:cubicBezTo>
                  <a:lnTo>
                    <a:pt x="18135" y="10107"/>
                  </a:lnTo>
                  <a:cubicBezTo>
                    <a:pt x="18053" y="11581"/>
                    <a:pt x="17592" y="13006"/>
                    <a:pt x="16788" y="14244"/>
                  </a:cubicBezTo>
                  <a:cubicBezTo>
                    <a:pt x="16701" y="14032"/>
                    <a:pt x="16495" y="13896"/>
                    <a:pt x="16269" y="13896"/>
                  </a:cubicBezTo>
                  <a:lnTo>
                    <a:pt x="13150" y="13896"/>
                  </a:lnTo>
                  <a:cubicBezTo>
                    <a:pt x="12905" y="13896"/>
                    <a:pt x="12688" y="14053"/>
                    <a:pt x="12612" y="14289"/>
                  </a:cubicBezTo>
                  <a:lnTo>
                    <a:pt x="11649" y="17254"/>
                  </a:lnTo>
                  <a:cubicBezTo>
                    <a:pt x="11577" y="17471"/>
                    <a:pt x="11646" y="17710"/>
                    <a:pt x="11818" y="17858"/>
                  </a:cubicBezTo>
                  <a:cubicBezTo>
                    <a:pt x="11106" y="18045"/>
                    <a:pt x="10374" y="18139"/>
                    <a:pt x="9643" y="18139"/>
                  </a:cubicBezTo>
                  <a:cubicBezTo>
                    <a:pt x="8911" y="18139"/>
                    <a:pt x="8180" y="18045"/>
                    <a:pt x="7467" y="17858"/>
                  </a:cubicBezTo>
                  <a:cubicBezTo>
                    <a:pt x="7639" y="17710"/>
                    <a:pt x="7709" y="17471"/>
                    <a:pt x="7636" y="17254"/>
                  </a:cubicBezTo>
                  <a:lnTo>
                    <a:pt x="6673" y="14289"/>
                  </a:lnTo>
                  <a:cubicBezTo>
                    <a:pt x="6598" y="14053"/>
                    <a:pt x="6380" y="13896"/>
                    <a:pt x="6136" y="13896"/>
                  </a:cubicBezTo>
                  <a:lnTo>
                    <a:pt x="3020" y="13896"/>
                  </a:lnTo>
                  <a:cubicBezTo>
                    <a:pt x="2790" y="13896"/>
                    <a:pt x="2585" y="14032"/>
                    <a:pt x="2497" y="14244"/>
                  </a:cubicBezTo>
                  <a:cubicBezTo>
                    <a:pt x="1694" y="13006"/>
                    <a:pt x="1229" y="11581"/>
                    <a:pt x="1151" y="10107"/>
                  </a:cubicBezTo>
                  <a:lnTo>
                    <a:pt x="1151" y="10107"/>
                  </a:lnTo>
                  <a:cubicBezTo>
                    <a:pt x="1240" y="10163"/>
                    <a:pt x="1342" y="10191"/>
                    <a:pt x="1443" y="10191"/>
                  </a:cubicBezTo>
                  <a:cubicBezTo>
                    <a:pt x="1560" y="10191"/>
                    <a:pt x="1677" y="10154"/>
                    <a:pt x="1776" y="10083"/>
                  </a:cubicBezTo>
                  <a:lnTo>
                    <a:pt x="4300" y="8250"/>
                  </a:lnTo>
                  <a:cubicBezTo>
                    <a:pt x="4496" y="8105"/>
                    <a:pt x="4581" y="7852"/>
                    <a:pt x="4505" y="7616"/>
                  </a:cubicBezTo>
                  <a:lnTo>
                    <a:pt x="3542" y="4654"/>
                  </a:lnTo>
                  <a:cubicBezTo>
                    <a:pt x="3473" y="4440"/>
                    <a:pt x="3279" y="4286"/>
                    <a:pt x="3053" y="4264"/>
                  </a:cubicBezTo>
                  <a:cubicBezTo>
                    <a:pt x="3986" y="3123"/>
                    <a:pt x="5197" y="2241"/>
                    <a:pt x="6568" y="1707"/>
                  </a:cubicBezTo>
                  <a:close/>
                  <a:moveTo>
                    <a:pt x="9641" y="1"/>
                  </a:moveTo>
                  <a:cubicBezTo>
                    <a:pt x="9566" y="1"/>
                    <a:pt x="9490" y="1"/>
                    <a:pt x="9412" y="4"/>
                  </a:cubicBezTo>
                  <a:lnTo>
                    <a:pt x="9394" y="4"/>
                  </a:lnTo>
                  <a:cubicBezTo>
                    <a:pt x="9318" y="7"/>
                    <a:pt x="9246" y="7"/>
                    <a:pt x="9173" y="13"/>
                  </a:cubicBezTo>
                  <a:lnTo>
                    <a:pt x="9137" y="13"/>
                  </a:lnTo>
                  <a:cubicBezTo>
                    <a:pt x="9077" y="16"/>
                    <a:pt x="9019" y="19"/>
                    <a:pt x="8959" y="22"/>
                  </a:cubicBezTo>
                  <a:lnTo>
                    <a:pt x="8908" y="25"/>
                  </a:lnTo>
                  <a:cubicBezTo>
                    <a:pt x="8850" y="31"/>
                    <a:pt x="8790" y="37"/>
                    <a:pt x="8732" y="40"/>
                  </a:cubicBezTo>
                  <a:lnTo>
                    <a:pt x="8630" y="52"/>
                  </a:lnTo>
                  <a:lnTo>
                    <a:pt x="8551" y="61"/>
                  </a:lnTo>
                  <a:cubicBezTo>
                    <a:pt x="8476" y="67"/>
                    <a:pt x="8400" y="76"/>
                    <a:pt x="8325" y="88"/>
                  </a:cubicBezTo>
                  <a:lnTo>
                    <a:pt x="8313" y="88"/>
                  </a:lnTo>
                  <a:cubicBezTo>
                    <a:pt x="3965" y="695"/>
                    <a:pt x="574" y="4162"/>
                    <a:pt x="67" y="8522"/>
                  </a:cubicBezTo>
                  <a:lnTo>
                    <a:pt x="67" y="8525"/>
                  </a:lnTo>
                  <a:lnTo>
                    <a:pt x="67" y="8537"/>
                  </a:lnTo>
                  <a:cubicBezTo>
                    <a:pt x="61" y="8609"/>
                    <a:pt x="52" y="8685"/>
                    <a:pt x="46" y="8760"/>
                  </a:cubicBezTo>
                  <a:cubicBezTo>
                    <a:pt x="42" y="8794"/>
                    <a:pt x="39" y="8827"/>
                    <a:pt x="36" y="8860"/>
                  </a:cubicBezTo>
                  <a:cubicBezTo>
                    <a:pt x="33" y="8893"/>
                    <a:pt x="33" y="8920"/>
                    <a:pt x="30" y="8951"/>
                  </a:cubicBezTo>
                  <a:lnTo>
                    <a:pt x="30" y="8966"/>
                  </a:lnTo>
                  <a:cubicBezTo>
                    <a:pt x="30" y="8969"/>
                    <a:pt x="30" y="8972"/>
                    <a:pt x="30" y="8975"/>
                  </a:cubicBezTo>
                  <a:cubicBezTo>
                    <a:pt x="15" y="9195"/>
                    <a:pt x="6" y="9416"/>
                    <a:pt x="6" y="9636"/>
                  </a:cubicBezTo>
                  <a:cubicBezTo>
                    <a:pt x="0" y="12000"/>
                    <a:pt x="870" y="14286"/>
                    <a:pt x="2449" y="16046"/>
                  </a:cubicBezTo>
                  <a:lnTo>
                    <a:pt x="2458" y="16055"/>
                  </a:lnTo>
                  <a:cubicBezTo>
                    <a:pt x="2576" y="16191"/>
                    <a:pt x="2703" y="16321"/>
                    <a:pt x="2829" y="16451"/>
                  </a:cubicBezTo>
                  <a:lnTo>
                    <a:pt x="2860" y="16478"/>
                  </a:lnTo>
                  <a:lnTo>
                    <a:pt x="2866" y="16484"/>
                  </a:lnTo>
                  <a:cubicBezTo>
                    <a:pt x="2932" y="16551"/>
                    <a:pt x="2999" y="16617"/>
                    <a:pt x="3068" y="16680"/>
                  </a:cubicBezTo>
                  <a:lnTo>
                    <a:pt x="3077" y="16689"/>
                  </a:lnTo>
                  <a:cubicBezTo>
                    <a:pt x="4927" y="18412"/>
                    <a:pt x="7285" y="19274"/>
                    <a:pt x="9643" y="19274"/>
                  </a:cubicBezTo>
                  <a:cubicBezTo>
                    <a:pt x="12000" y="19274"/>
                    <a:pt x="14357" y="18413"/>
                    <a:pt x="16206" y="16692"/>
                  </a:cubicBezTo>
                  <a:lnTo>
                    <a:pt x="16224" y="16677"/>
                  </a:lnTo>
                  <a:cubicBezTo>
                    <a:pt x="16287" y="16620"/>
                    <a:pt x="16351" y="16560"/>
                    <a:pt x="16411" y="16496"/>
                  </a:cubicBezTo>
                  <a:lnTo>
                    <a:pt x="16435" y="16475"/>
                  </a:lnTo>
                  <a:lnTo>
                    <a:pt x="16459" y="16451"/>
                  </a:lnTo>
                  <a:cubicBezTo>
                    <a:pt x="16583" y="16324"/>
                    <a:pt x="16704" y="16197"/>
                    <a:pt x="16822" y="16067"/>
                  </a:cubicBezTo>
                  <a:lnTo>
                    <a:pt x="16861" y="16025"/>
                  </a:lnTo>
                  <a:cubicBezTo>
                    <a:pt x="16912" y="15965"/>
                    <a:pt x="16963" y="15907"/>
                    <a:pt x="17015" y="15847"/>
                  </a:cubicBezTo>
                  <a:lnTo>
                    <a:pt x="17030" y="15829"/>
                  </a:lnTo>
                  <a:lnTo>
                    <a:pt x="17036" y="15823"/>
                  </a:lnTo>
                  <a:cubicBezTo>
                    <a:pt x="18491" y="14090"/>
                    <a:pt x="19285" y="11898"/>
                    <a:pt x="19279" y="9636"/>
                  </a:cubicBezTo>
                  <a:cubicBezTo>
                    <a:pt x="19279" y="9413"/>
                    <a:pt x="19270" y="9189"/>
                    <a:pt x="19255" y="8969"/>
                  </a:cubicBezTo>
                  <a:cubicBezTo>
                    <a:pt x="19255" y="8969"/>
                    <a:pt x="19255" y="8969"/>
                    <a:pt x="19255" y="8966"/>
                  </a:cubicBezTo>
                  <a:lnTo>
                    <a:pt x="19255" y="8963"/>
                  </a:lnTo>
                  <a:cubicBezTo>
                    <a:pt x="19252" y="8923"/>
                    <a:pt x="19249" y="8881"/>
                    <a:pt x="19246" y="8842"/>
                  </a:cubicBezTo>
                  <a:lnTo>
                    <a:pt x="19243" y="8788"/>
                  </a:lnTo>
                  <a:cubicBezTo>
                    <a:pt x="18848" y="4319"/>
                    <a:pt x="15421" y="714"/>
                    <a:pt x="10976" y="92"/>
                  </a:cubicBezTo>
                  <a:lnTo>
                    <a:pt x="10946" y="85"/>
                  </a:lnTo>
                  <a:cubicBezTo>
                    <a:pt x="10879" y="76"/>
                    <a:pt x="10810" y="70"/>
                    <a:pt x="10740" y="61"/>
                  </a:cubicBezTo>
                  <a:lnTo>
                    <a:pt x="10650" y="52"/>
                  </a:lnTo>
                  <a:lnTo>
                    <a:pt x="10553" y="40"/>
                  </a:lnTo>
                  <a:cubicBezTo>
                    <a:pt x="10496" y="37"/>
                    <a:pt x="10435" y="31"/>
                    <a:pt x="10375" y="25"/>
                  </a:cubicBezTo>
                  <a:lnTo>
                    <a:pt x="10327" y="22"/>
                  </a:lnTo>
                  <a:cubicBezTo>
                    <a:pt x="10266" y="19"/>
                    <a:pt x="10206" y="16"/>
                    <a:pt x="10146" y="13"/>
                  </a:cubicBezTo>
                  <a:lnTo>
                    <a:pt x="10112" y="13"/>
                  </a:lnTo>
                  <a:cubicBezTo>
                    <a:pt x="10040" y="7"/>
                    <a:pt x="9964" y="4"/>
                    <a:pt x="9892" y="4"/>
                  </a:cubicBezTo>
                  <a:lnTo>
                    <a:pt x="9871" y="4"/>
                  </a:lnTo>
                  <a:cubicBezTo>
                    <a:pt x="9795" y="1"/>
                    <a:pt x="9720" y="1"/>
                    <a:pt x="96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4021" name="Google Shape;14021;p81"/>
          <p:cNvGrpSpPr/>
          <p:nvPr/>
        </p:nvGrpSpPr>
        <p:grpSpPr>
          <a:xfrm>
            <a:off x="3699939" y="3968149"/>
            <a:ext cx="325626" cy="325694"/>
            <a:chOff x="6242825" y="2615925"/>
            <a:chExt cx="483125" cy="483225"/>
          </a:xfrm>
        </p:grpSpPr>
        <p:sp>
          <p:nvSpPr>
            <p:cNvPr id="14022" name="Google Shape;14022;p81"/>
            <p:cNvSpPr/>
            <p:nvPr/>
          </p:nvSpPr>
          <p:spPr>
            <a:xfrm>
              <a:off x="6242825" y="2672550"/>
              <a:ext cx="483125" cy="426600"/>
            </a:xfrm>
            <a:custGeom>
              <a:avLst/>
              <a:gdLst/>
              <a:ahLst/>
              <a:cxnLst/>
              <a:rect l="l" t="t" r="r" b="b"/>
              <a:pathLst>
                <a:path w="19325" h="17064" extrusionOk="0">
                  <a:moveTo>
                    <a:pt x="10230" y="2331"/>
                  </a:moveTo>
                  <a:cubicBezTo>
                    <a:pt x="11387" y="2603"/>
                    <a:pt x="12437" y="3687"/>
                    <a:pt x="13056" y="5299"/>
                  </a:cubicBezTo>
                  <a:cubicBezTo>
                    <a:pt x="13144" y="5524"/>
                    <a:pt x="13357" y="5662"/>
                    <a:pt x="13583" y="5662"/>
                  </a:cubicBezTo>
                  <a:cubicBezTo>
                    <a:pt x="13652" y="5662"/>
                    <a:pt x="13722" y="5649"/>
                    <a:pt x="13790" y="5623"/>
                  </a:cubicBezTo>
                  <a:cubicBezTo>
                    <a:pt x="14083" y="5511"/>
                    <a:pt x="14228" y="5185"/>
                    <a:pt x="14113" y="4892"/>
                  </a:cubicBezTo>
                  <a:cubicBezTo>
                    <a:pt x="13790" y="4049"/>
                    <a:pt x="13349" y="3307"/>
                    <a:pt x="12830" y="2712"/>
                  </a:cubicBezTo>
                  <a:lnTo>
                    <a:pt x="12830" y="2712"/>
                  </a:lnTo>
                  <a:cubicBezTo>
                    <a:pt x="13911" y="3029"/>
                    <a:pt x="14901" y="3512"/>
                    <a:pt x="15750" y="4143"/>
                  </a:cubicBezTo>
                  <a:cubicBezTo>
                    <a:pt x="16882" y="4988"/>
                    <a:pt x="17649" y="6024"/>
                    <a:pt x="17990" y="7147"/>
                  </a:cubicBezTo>
                  <a:cubicBezTo>
                    <a:pt x="17519" y="6915"/>
                    <a:pt x="17000" y="6794"/>
                    <a:pt x="16476" y="6794"/>
                  </a:cubicBezTo>
                  <a:cubicBezTo>
                    <a:pt x="16469" y="6794"/>
                    <a:pt x="16463" y="6794"/>
                    <a:pt x="16456" y="6794"/>
                  </a:cubicBezTo>
                  <a:cubicBezTo>
                    <a:pt x="15729" y="6794"/>
                    <a:pt x="15040" y="7012"/>
                    <a:pt x="14515" y="7404"/>
                  </a:cubicBezTo>
                  <a:cubicBezTo>
                    <a:pt x="14400" y="7492"/>
                    <a:pt x="14291" y="7588"/>
                    <a:pt x="14192" y="7694"/>
                  </a:cubicBezTo>
                  <a:cubicBezTo>
                    <a:pt x="14092" y="7588"/>
                    <a:pt x="13983" y="7492"/>
                    <a:pt x="13869" y="7404"/>
                  </a:cubicBezTo>
                  <a:cubicBezTo>
                    <a:pt x="13343" y="7012"/>
                    <a:pt x="12655" y="6794"/>
                    <a:pt x="11927" y="6794"/>
                  </a:cubicBezTo>
                  <a:cubicBezTo>
                    <a:pt x="11199" y="6794"/>
                    <a:pt x="10511" y="7012"/>
                    <a:pt x="9986" y="7404"/>
                  </a:cubicBezTo>
                  <a:cubicBezTo>
                    <a:pt x="9871" y="7492"/>
                    <a:pt x="9762" y="7588"/>
                    <a:pt x="9662" y="7694"/>
                  </a:cubicBezTo>
                  <a:cubicBezTo>
                    <a:pt x="9563" y="7588"/>
                    <a:pt x="9454" y="7492"/>
                    <a:pt x="9339" y="7404"/>
                  </a:cubicBezTo>
                  <a:cubicBezTo>
                    <a:pt x="8814" y="7012"/>
                    <a:pt x="8126" y="6794"/>
                    <a:pt x="7398" y="6794"/>
                  </a:cubicBezTo>
                  <a:cubicBezTo>
                    <a:pt x="6670" y="6794"/>
                    <a:pt x="5982" y="7012"/>
                    <a:pt x="5456" y="7404"/>
                  </a:cubicBezTo>
                  <a:cubicBezTo>
                    <a:pt x="5342" y="7492"/>
                    <a:pt x="5233" y="7588"/>
                    <a:pt x="5133" y="7694"/>
                  </a:cubicBezTo>
                  <a:cubicBezTo>
                    <a:pt x="5034" y="7588"/>
                    <a:pt x="4925" y="7492"/>
                    <a:pt x="4810" y="7404"/>
                  </a:cubicBezTo>
                  <a:cubicBezTo>
                    <a:pt x="4285" y="7012"/>
                    <a:pt x="3596" y="6794"/>
                    <a:pt x="2869" y="6794"/>
                  </a:cubicBezTo>
                  <a:cubicBezTo>
                    <a:pt x="2862" y="6794"/>
                    <a:pt x="2856" y="6794"/>
                    <a:pt x="2849" y="6794"/>
                  </a:cubicBezTo>
                  <a:cubicBezTo>
                    <a:pt x="2324" y="6794"/>
                    <a:pt x="1806" y="6915"/>
                    <a:pt x="1335" y="7147"/>
                  </a:cubicBezTo>
                  <a:cubicBezTo>
                    <a:pt x="1676" y="6024"/>
                    <a:pt x="2443" y="4988"/>
                    <a:pt x="3578" y="4143"/>
                  </a:cubicBezTo>
                  <a:cubicBezTo>
                    <a:pt x="4424" y="3512"/>
                    <a:pt x="5414" y="3029"/>
                    <a:pt x="6498" y="2712"/>
                  </a:cubicBezTo>
                  <a:lnTo>
                    <a:pt x="6498" y="2712"/>
                  </a:lnTo>
                  <a:cubicBezTo>
                    <a:pt x="5976" y="3307"/>
                    <a:pt x="5538" y="4049"/>
                    <a:pt x="5212" y="4892"/>
                  </a:cubicBezTo>
                  <a:cubicBezTo>
                    <a:pt x="5097" y="5185"/>
                    <a:pt x="5245" y="5511"/>
                    <a:pt x="5535" y="5623"/>
                  </a:cubicBezTo>
                  <a:cubicBezTo>
                    <a:pt x="5603" y="5649"/>
                    <a:pt x="5673" y="5662"/>
                    <a:pt x="5742" y="5662"/>
                  </a:cubicBezTo>
                  <a:cubicBezTo>
                    <a:pt x="5968" y="5662"/>
                    <a:pt x="6181" y="5524"/>
                    <a:pt x="6269" y="5299"/>
                  </a:cubicBezTo>
                  <a:cubicBezTo>
                    <a:pt x="6891" y="3687"/>
                    <a:pt x="7941" y="2603"/>
                    <a:pt x="9098" y="2331"/>
                  </a:cubicBezTo>
                  <a:lnTo>
                    <a:pt x="9098" y="5097"/>
                  </a:lnTo>
                  <a:cubicBezTo>
                    <a:pt x="9098" y="5408"/>
                    <a:pt x="9351" y="5662"/>
                    <a:pt x="9662" y="5662"/>
                  </a:cubicBezTo>
                  <a:cubicBezTo>
                    <a:pt x="9976" y="5662"/>
                    <a:pt x="10230" y="5408"/>
                    <a:pt x="10230" y="5097"/>
                  </a:cubicBezTo>
                  <a:lnTo>
                    <a:pt x="10230" y="2331"/>
                  </a:lnTo>
                  <a:close/>
                  <a:moveTo>
                    <a:pt x="9662" y="0"/>
                  </a:moveTo>
                  <a:cubicBezTo>
                    <a:pt x="9348" y="0"/>
                    <a:pt x="9098" y="254"/>
                    <a:pt x="9098" y="568"/>
                  </a:cubicBezTo>
                  <a:lnTo>
                    <a:pt x="9098" y="1145"/>
                  </a:lnTo>
                  <a:cubicBezTo>
                    <a:pt x="6764" y="1247"/>
                    <a:pt x="4584" y="1981"/>
                    <a:pt x="2899" y="3234"/>
                  </a:cubicBezTo>
                  <a:cubicBezTo>
                    <a:pt x="1030" y="4629"/>
                    <a:pt x="0" y="6495"/>
                    <a:pt x="0" y="8494"/>
                  </a:cubicBezTo>
                  <a:lnTo>
                    <a:pt x="0" y="9059"/>
                  </a:lnTo>
                  <a:cubicBezTo>
                    <a:pt x="0" y="9373"/>
                    <a:pt x="254" y="9626"/>
                    <a:pt x="568" y="9626"/>
                  </a:cubicBezTo>
                  <a:cubicBezTo>
                    <a:pt x="879" y="9626"/>
                    <a:pt x="1133" y="9373"/>
                    <a:pt x="1133" y="9059"/>
                  </a:cubicBezTo>
                  <a:cubicBezTo>
                    <a:pt x="1133" y="8455"/>
                    <a:pt x="1945" y="7926"/>
                    <a:pt x="2869" y="7926"/>
                  </a:cubicBezTo>
                  <a:cubicBezTo>
                    <a:pt x="3793" y="7926"/>
                    <a:pt x="4569" y="8446"/>
                    <a:pt x="4569" y="9059"/>
                  </a:cubicBezTo>
                  <a:cubicBezTo>
                    <a:pt x="4569" y="9373"/>
                    <a:pt x="4819" y="9623"/>
                    <a:pt x="5133" y="9623"/>
                  </a:cubicBezTo>
                  <a:cubicBezTo>
                    <a:pt x="5447" y="9623"/>
                    <a:pt x="5701" y="9373"/>
                    <a:pt x="5701" y="9059"/>
                  </a:cubicBezTo>
                  <a:cubicBezTo>
                    <a:pt x="5701" y="8446"/>
                    <a:pt x="6477" y="7926"/>
                    <a:pt x="7398" y="7926"/>
                  </a:cubicBezTo>
                  <a:cubicBezTo>
                    <a:pt x="8319" y="7926"/>
                    <a:pt x="9098" y="8446"/>
                    <a:pt x="9098" y="9059"/>
                  </a:cubicBezTo>
                  <a:lnTo>
                    <a:pt x="9098" y="9475"/>
                  </a:lnTo>
                  <a:cubicBezTo>
                    <a:pt x="9098" y="9500"/>
                    <a:pt x="9098" y="9527"/>
                    <a:pt x="9101" y="9551"/>
                  </a:cubicBezTo>
                  <a:cubicBezTo>
                    <a:pt x="9098" y="9575"/>
                    <a:pt x="9098" y="9602"/>
                    <a:pt x="9098" y="9626"/>
                  </a:cubicBezTo>
                  <a:lnTo>
                    <a:pt x="9098" y="14799"/>
                  </a:lnTo>
                  <a:cubicBezTo>
                    <a:pt x="9098" y="15424"/>
                    <a:pt x="8591" y="15931"/>
                    <a:pt x="7966" y="15931"/>
                  </a:cubicBezTo>
                  <a:cubicBezTo>
                    <a:pt x="7337" y="15931"/>
                    <a:pt x="6833" y="15424"/>
                    <a:pt x="6833" y="14799"/>
                  </a:cubicBezTo>
                  <a:lnTo>
                    <a:pt x="6833" y="14231"/>
                  </a:lnTo>
                  <a:cubicBezTo>
                    <a:pt x="6833" y="13920"/>
                    <a:pt x="6580" y="13666"/>
                    <a:pt x="6266" y="13666"/>
                  </a:cubicBezTo>
                  <a:cubicBezTo>
                    <a:pt x="5952" y="13666"/>
                    <a:pt x="5701" y="13920"/>
                    <a:pt x="5701" y="14231"/>
                  </a:cubicBezTo>
                  <a:lnTo>
                    <a:pt x="5701" y="14799"/>
                  </a:lnTo>
                  <a:cubicBezTo>
                    <a:pt x="5701" y="16049"/>
                    <a:pt x="6712" y="17063"/>
                    <a:pt x="7966" y="17063"/>
                  </a:cubicBezTo>
                  <a:cubicBezTo>
                    <a:pt x="9216" y="17063"/>
                    <a:pt x="10230" y="16049"/>
                    <a:pt x="10230" y="14799"/>
                  </a:cubicBezTo>
                  <a:lnTo>
                    <a:pt x="10230" y="9626"/>
                  </a:lnTo>
                  <a:cubicBezTo>
                    <a:pt x="10227" y="9599"/>
                    <a:pt x="10227" y="9575"/>
                    <a:pt x="10224" y="9551"/>
                  </a:cubicBezTo>
                  <a:cubicBezTo>
                    <a:pt x="10227" y="9524"/>
                    <a:pt x="10227" y="9500"/>
                    <a:pt x="10230" y="9475"/>
                  </a:cubicBezTo>
                  <a:lnTo>
                    <a:pt x="10230" y="9059"/>
                  </a:lnTo>
                  <a:cubicBezTo>
                    <a:pt x="10230" y="8446"/>
                    <a:pt x="11006" y="7926"/>
                    <a:pt x="11927" y="7926"/>
                  </a:cubicBezTo>
                  <a:cubicBezTo>
                    <a:pt x="12848" y="7926"/>
                    <a:pt x="13627" y="8446"/>
                    <a:pt x="13627" y="9059"/>
                  </a:cubicBezTo>
                  <a:cubicBezTo>
                    <a:pt x="13627" y="9373"/>
                    <a:pt x="13878" y="9623"/>
                    <a:pt x="14192" y="9623"/>
                  </a:cubicBezTo>
                  <a:cubicBezTo>
                    <a:pt x="14506" y="9623"/>
                    <a:pt x="14759" y="9373"/>
                    <a:pt x="14759" y="9059"/>
                  </a:cubicBezTo>
                  <a:cubicBezTo>
                    <a:pt x="14759" y="8446"/>
                    <a:pt x="15535" y="7926"/>
                    <a:pt x="16456" y="7926"/>
                  </a:cubicBezTo>
                  <a:cubicBezTo>
                    <a:pt x="17377" y="7926"/>
                    <a:pt x="18192" y="8455"/>
                    <a:pt x="18192" y="9059"/>
                  </a:cubicBezTo>
                  <a:cubicBezTo>
                    <a:pt x="18192" y="9373"/>
                    <a:pt x="18446" y="9623"/>
                    <a:pt x="18760" y="9623"/>
                  </a:cubicBezTo>
                  <a:cubicBezTo>
                    <a:pt x="19071" y="9623"/>
                    <a:pt x="19325" y="9373"/>
                    <a:pt x="19325" y="9059"/>
                  </a:cubicBezTo>
                  <a:lnTo>
                    <a:pt x="19325" y="8494"/>
                  </a:lnTo>
                  <a:cubicBezTo>
                    <a:pt x="19325" y="6495"/>
                    <a:pt x="18295" y="4629"/>
                    <a:pt x="16426" y="3234"/>
                  </a:cubicBezTo>
                  <a:cubicBezTo>
                    <a:pt x="14744" y="1981"/>
                    <a:pt x="12561" y="1247"/>
                    <a:pt x="10230" y="1145"/>
                  </a:cubicBezTo>
                  <a:lnTo>
                    <a:pt x="10230" y="568"/>
                  </a:lnTo>
                  <a:cubicBezTo>
                    <a:pt x="10230" y="254"/>
                    <a:pt x="9976" y="0"/>
                    <a:pt x="9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023" name="Google Shape;14023;p81"/>
            <p:cNvSpPr/>
            <p:nvPr/>
          </p:nvSpPr>
          <p:spPr>
            <a:xfrm>
              <a:off x="6413650" y="2615925"/>
              <a:ext cx="28325" cy="56650"/>
            </a:xfrm>
            <a:custGeom>
              <a:avLst/>
              <a:gdLst/>
              <a:ahLst/>
              <a:cxnLst/>
              <a:rect l="l" t="t" r="r" b="b"/>
              <a:pathLst>
                <a:path w="1133" h="2266" extrusionOk="0">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024" name="Google Shape;14024;p81"/>
            <p:cNvSpPr/>
            <p:nvPr/>
          </p:nvSpPr>
          <p:spPr>
            <a:xfrm>
              <a:off x="6526875" y="2615925"/>
              <a:ext cx="28325" cy="56650"/>
            </a:xfrm>
            <a:custGeom>
              <a:avLst/>
              <a:gdLst/>
              <a:ahLst/>
              <a:cxnLst/>
              <a:rect l="l" t="t" r="r" b="b"/>
              <a:pathLst>
                <a:path w="1133" h="2266" extrusionOk="0">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025" name="Google Shape;14025;p81"/>
            <p:cNvSpPr/>
            <p:nvPr/>
          </p:nvSpPr>
          <p:spPr>
            <a:xfrm>
              <a:off x="6611800" y="2644250"/>
              <a:ext cx="28325" cy="56625"/>
            </a:xfrm>
            <a:custGeom>
              <a:avLst/>
              <a:gdLst/>
              <a:ahLst/>
              <a:cxnLst/>
              <a:rect l="l" t="t" r="r" b="b"/>
              <a:pathLst>
                <a:path w="1133" h="2265" extrusionOk="0">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026" name="Google Shape;14026;p81"/>
            <p:cNvSpPr/>
            <p:nvPr/>
          </p:nvSpPr>
          <p:spPr>
            <a:xfrm>
              <a:off x="6328725" y="2644250"/>
              <a:ext cx="28325" cy="56625"/>
            </a:xfrm>
            <a:custGeom>
              <a:avLst/>
              <a:gdLst/>
              <a:ahLst/>
              <a:cxnLst/>
              <a:rect l="l" t="t" r="r" b="b"/>
              <a:pathLst>
                <a:path w="1133" h="2265" extrusionOk="0">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4027" name="Google Shape;14027;p81"/>
          <p:cNvSpPr/>
          <p:nvPr/>
        </p:nvSpPr>
        <p:spPr>
          <a:xfrm>
            <a:off x="5037996" y="2716141"/>
            <a:ext cx="345977" cy="321175"/>
          </a:xfrm>
          <a:custGeom>
            <a:avLst/>
            <a:gdLst/>
            <a:ahLst/>
            <a:cxnLst/>
            <a:rect l="l" t="t" r="r" b="b"/>
            <a:pathLst>
              <a:path w="19655" h="18246" extrusionOk="0">
                <a:moveTo>
                  <a:pt x="9829" y="1835"/>
                </a:moveTo>
                <a:lnTo>
                  <a:pt x="12133" y="6452"/>
                </a:lnTo>
                <a:cubicBezTo>
                  <a:pt x="12218" y="6618"/>
                  <a:pt x="12375" y="6733"/>
                  <a:pt x="12559" y="6760"/>
                </a:cubicBezTo>
                <a:lnTo>
                  <a:pt x="17698" y="7500"/>
                </a:lnTo>
                <a:lnTo>
                  <a:pt x="13984" y="11078"/>
                </a:lnTo>
                <a:cubicBezTo>
                  <a:pt x="13848" y="11211"/>
                  <a:pt x="13788" y="11398"/>
                  <a:pt x="13821" y="11582"/>
                </a:cubicBezTo>
                <a:lnTo>
                  <a:pt x="14700" y="16646"/>
                </a:lnTo>
                <a:lnTo>
                  <a:pt x="10092" y="14251"/>
                </a:lnTo>
                <a:cubicBezTo>
                  <a:pt x="10009" y="14209"/>
                  <a:pt x="9919" y="14188"/>
                  <a:pt x="9830" y="14188"/>
                </a:cubicBezTo>
                <a:cubicBezTo>
                  <a:pt x="9740" y="14188"/>
                  <a:pt x="9651" y="14209"/>
                  <a:pt x="9570" y="14251"/>
                </a:cubicBezTo>
                <a:lnTo>
                  <a:pt x="4962" y="16646"/>
                </a:lnTo>
                <a:lnTo>
                  <a:pt x="5838" y="11582"/>
                </a:lnTo>
                <a:cubicBezTo>
                  <a:pt x="5871" y="11398"/>
                  <a:pt x="5810" y="11208"/>
                  <a:pt x="5674" y="11078"/>
                </a:cubicBezTo>
                <a:lnTo>
                  <a:pt x="1961" y="7500"/>
                </a:lnTo>
                <a:lnTo>
                  <a:pt x="7100" y="6760"/>
                </a:lnTo>
                <a:cubicBezTo>
                  <a:pt x="7284" y="6733"/>
                  <a:pt x="7441" y="6618"/>
                  <a:pt x="7525" y="6452"/>
                </a:cubicBezTo>
                <a:lnTo>
                  <a:pt x="9829" y="1835"/>
                </a:lnTo>
                <a:close/>
                <a:moveTo>
                  <a:pt x="9828" y="1"/>
                </a:moveTo>
                <a:cubicBezTo>
                  <a:pt x="9627" y="1"/>
                  <a:pt x="9426" y="105"/>
                  <a:pt x="9322" y="313"/>
                </a:cubicBezTo>
                <a:lnTo>
                  <a:pt x="6641" y="5682"/>
                </a:lnTo>
                <a:lnTo>
                  <a:pt x="653" y="6543"/>
                </a:lnTo>
                <a:cubicBezTo>
                  <a:pt x="188" y="6609"/>
                  <a:pt x="1" y="7183"/>
                  <a:pt x="339" y="7509"/>
                </a:cubicBezTo>
                <a:lnTo>
                  <a:pt x="4672" y="11685"/>
                </a:lnTo>
                <a:lnTo>
                  <a:pt x="3648" y="17579"/>
                </a:lnTo>
                <a:cubicBezTo>
                  <a:pt x="3584" y="17947"/>
                  <a:pt x="3875" y="18245"/>
                  <a:pt x="4207" y="18245"/>
                </a:cubicBezTo>
                <a:cubicBezTo>
                  <a:pt x="4293" y="18245"/>
                  <a:pt x="4383" y="18225"/>
                  <a:pt x="4470" y="18180"/>
                </a:cubicBezTo>
                <a:lnTo>
                  <a:pt x="9829" y="15393"/>
                </a:lnTo>
                <a:lnTo>
                  <a:pt x="15189" y="18180"/>
                </a:lnTo>
                <a:cubicBezTo>
                  <a:pt x="15275" y="18225"/>
                  <a:pt x="15365" y="18245"/>
                  <a:pt x="15452" y="18245"/>
                </a:cubicBezTo>
                <a:cubicBezTo>
                  <a:pt x="15782" y="18245"/>
                  <a:pt x="16072" y="17948"/>
                  <a:pt x="16007" y="17582"/>
                </a:cubicBezTo>
                <a:lnTo>
                  <a:pt x="14986" y="11685"/>
                </a:lnTo>
                <a:lnTo>
                  <a:pt x="19316" y="7512"/>
                </a:lnTo>
                <a:cubicBezTo>
                  <a:pt x="19655" y="7183"/>
                  <a:pt x="19470" y="6609"/>
                  <a:pt x="19005" y="6543"/>
                </a:cubicBezTo>
                <a:lnTo>
                  <a:pt x="13015" y="5682"/>
                </a:lnTo>
                <a:lnTo>
                  <a:pt x="10333" y="313"/>
                </a:lnTo>
                <a:cubicBezTo>
                  <a:pt x="10229" y="105"/>
                  <a:pt x="10029" y="1"/>
                  <a:pt x="98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4028" name="Google Shape;14028;p81"/>
          <p:cNvGrpSpPr/>
          <p:nvPr/>
        </p:nvGrpSpPr>
        <p:grpSpPr>
          <a:xfrm>
            <a:off x="5473116" y="2707036"/>
            <a:ext cx="342087" cy="340186"/>
            <a:chOff x="1487200" y="3210375"/>
            <a:chExt cx="485850" cy="483150"/>
          </a:xfrm>
        </p:grpSpPr>
        <p:sp>
          <p:nvSpPr>
            <p:cNvPr id="14029" name="Google Shape;14029;p81"/>
            <p:cNvSpPr/>
            <p:nvPr/>
          </p:nvSpPr>
          <p:spPr>
            <a:xfrm>
              <a:off x="1712075" y="3294975"/>
              <a:ext cx="146750" cy="141525"/>
            </a:xfrm>
            <a:custGeom>
              <a:avLst/>
              <a:gdLst/>
              <a:ahLst/>
              <a:cxnLst/>
              <a:rect l="l" t="t" r="r" b="b"/>
              <a:pathLst>
                <a:path w="5870" h="5661" extrusionOk="0">
                  <a:moveTo>
                    <a:pt x="2935" y="1832"/>
                  </a:moveTo>
                  <a:lnTo>
                    <a:pt x="3183" y="2327"/>
                  </a:lnTo>
                  <a:cubicBezTo>
                    <a:pt x="3237" y="2438"/>
                    <a:pt x="3327" y="2526"/>
                    <a:pt x="3436" y="2580"/>
                  </a:cubicBezTo>
                  <a:lnTo>
                    <a:pt x="3931" y="2831"/>
                  </a:lnTo>
                  <a:lnTo>
                    <a:pt x="3436" y="3079"/>
                  </a:lnTo>
                  <a:cubicBezTo>
                    <a:pt x="3327" y="3133"/>
                    <a:pt x="3237" y="3220"/>
                    <a:pt x="3183" y="3332"/>
                  </a:cubicBezTo>
                  <a:lnTo>
                    <a:pt x="2935" y="3827"/>
                  </a:lnTo>
                  <a:lnTo>
                    <a:pt x="2684" y="3332"/>
                  </a:lnTo>
                  <a:cubicBezTo>
                    <a:pt x="2630" y="3220"/>
                    <a:pt x="2542" y="3133"/>
                    <a:pt x="2431" y="3079"/>
                  </a:cubicBezTo>
                  <a:lnTo>
                    <a:pt x="1936" y="2831"/>
                  </a:lnTo>
                  <a:lnTo>
                    <a:pt x="2431" y="2580"/>
                  </a:lnTo>
                  <a:cubicBezTo>
                    <a:pt x="2542" y="2526"/>
                    <a:pt x="2630" y="2438"/>
                    <a:pt x="2684" y="2327"/>
                  </a:cubicBezTo>
                  <a:lnTo>
                    <a:pt x="2935" y="1832"/>
                  </a:lnTo>
                  <a:close/>
                  <a:moveTo>
                    <a:pt x="2933" y="0"/>
                  </a:moveTo>
                  <a:cubicBezTo>
                    <a:pt x="2733" y="0"/>
                    <a:pt x="2532" y="104"/>
                    <a:pt x="2428" y="313"/>
                  </a:cubicBezTo>
                  <a:lnTo>
                    <a:pt x="1757" y="1653"/>
                  </a:lnTo>
                  <a:lnTo>
                    <a:pt x="417" y="2324"/>
                  </a:lnTo>
                  <a:cubicBezTo>
                    <a:pt x="0" y="2532"/>
                    <a:pt x="0" y="3127"/>
                    <a:pt x="417" y="3335"/>
                  </a:cubicBezTo>
                  <a:lnTo>
                    <a:pt x="1757" y="4006"/>
                  </a:lnTo>
                  <a:lnTo>
                    <a:pt x="2428" y="5346"/>
                  </a:lnTo>
                  <a:cubicBezTo>
                    <a:pt x="2532" y="5556"/>
                    <a:pt x="2733" y="5661"/>
                    <a:pt x="2933" y="5661"/>
                  </a:cubicBezTo>
                  <a:cubicBezTo>
                    <a:pt x="3134" y="5661"/>
                    <a:pt x="3335" y="5556"/>
                    <a:pt x="3439" y="5346"/>
                  </a:cubicBezTo>
                  <a:lnTo>
                    <a:pt x="4110" y="4006"/>
                  </a:lnTo>
                  <a:lnTo>
                    <a:pt x="5453" y="3335"/>
                  </a:lnTo>
                  <a:cubicBezTo>
                    <a:pt x="5870" y="3127"/>
                    <a:pt x="5870" y="2532"/>
                    <a:pt x="5453" y="2324"/>
                  </a:cubicBezTo>
                  <a:lnTo>
                    <a:pt x="4110" y="1653"/>
                  </a:lnTo>
                  <a:lnTo>
                    <a:pt x="3439" y="313"/>
                  </a:lnTo>
                  <a:cubicBezTo>
                    <a:pt x="3335" y="104"/>
                    <a:pt x="3134" y="0"/>
                    <a:pt x="29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030" name="Google Shape;14030;p81"/>
            <p:cNvSpPr/>
            <p:nvPr/>
          </p:nvSpPr>
          <p:spPr>
            <a:xfrm>
              <a:off x="1825300" y="3408200"/>
              <a:ext cx="147750" cy="141550"/>
            </a:xfrm>
            <a:custGeom>
              <a:avLst/>
              <a:gdLst/>
              <a:ahLst/>
              <a:cxnLst/>
              <a:rect l="l" t="t" r="r" b="b"/>
              <a:pathLst>
                <a:path w="5910" h="5662" extrusionOk="0">
                  <a:moveTo>
                    <a:pt x="2935" y="1832"/>
                  </a:moveTo>
                  <a:lnTo>
                    <a:pt x="3183" y="2327"/>
                  </a:lnTo>
                  <a:cubicBezTo>
                    <a:pt x="3237" y="2439"/>
                    <a:pt x="3328" y="2529"/>
                    <a:pt x="3442" y="2584"/>
                  </a:cubicBezTo>
                  <a:lnTo>
                    <a:pt x="3944" y="2831"/>
                  </a:lnTo>
                  <a:lnTo>
                    <a:pt x="3442" y="3076"/>
                  </a:lnTo>
                  <a:cubicBezTo>
                    <a:pt x="3328" y="3130"/>
                    <a:pt x="3237" y="3221"/>
                    <a:pt x="3183" y="3332"/>
                  </a:cubicBezTo>
                  <a:lnTo>
                    <a:pt x="2935" y="3828"/>
                  </a:lnTo>
                  <a:lnTo>
                    <a:pt x="2685" y="3332"/>
                  </a:lnTo>
                  <a:cubicBezTo>
                    <a:pt x="2630" y="3221"/>
                    <a:pt x="2543" y="3133"/>
                    <a:pt x="2434" y="3079"/>
                  </a:cubicBezTo>
                  <a:lnTo>
                    <a:pt x="1936" y="2831"/>
                  </a:lnTo>
                  <a:lnTo>
                    <a:pt x="2434" y="2581"/>
                  </a:lnTo>
                  <a:cubicBezTo>
                    <a:pt x="2543" y="2526"/>
                    <a:pt x="2630" y="2439"/>
                    <a:pt x="2685" y="2327"/>
                  </a:cubicBezTo>
                  <a:lnTo>
                    <a:pt x="2935" y="1832"/>
                  </a:lnTo>
                  <a:close/>
                  <a:moveTo>
                    <a:pt x="2934" y="0"/>
                  </a:moveTo>
                  <a:cubicBezTo>
                    <a:pt x="2733" y="0"/>
                    <a:pt x="2532" y="105"/>
                    <a:pt x="2428" y="313"/>
                  </a:cubicBezTo>
                  <a:lnTo>
                    <a:pt x="1758" y="1654"/>
                  </a:lnTo>
                  <a:lnTo>
                    <a:pt x="417" y="2324"/>
                  </a:lnTo>
                  <a:cubicBezTo>
                    <a:pt x="0" y="2532"/>
                    <a:pt x="0" y="3127"/>
                    <a:pt x="417" y="3335"/>
                  </a:cubicBezTo>
                  <a:lnTo>
                    <a:pt x="1758" y="4006"/>
                  </a:lnTo>
                  <a:lnTo>
                    <a:pt x="2428" y="5346"/>
                  </a:lnTo>
                  <a:cubicBezTo>
                    <a:pt x="2532" y="5556"/>
                    <a:pt x="2733" y="5661"/>
                    <a:pt x="2934" y="5661"/>
                  </a:cubicBezTo>
                  <a:cubicBezTo>
                    <a:pt x="3134" y="5661"/>
                    <a:pt x="3335" y="5556"/>
                    <a:pt x="3439" y="5346"/>
                  </a:cubicBezTo>
                  <a:lnTo>
                    <a:pt x="4110" y="4009"/>
                  </a:lnTo>
                  <a:lnTo>
                    <a:pt x="5484" y="3338"/>
                  </a:lnTo>
                  <a:cubicBezTo>
                    <a:pt x="5909" y="3133"/>
                    <a:pt x="5909" y="2526"/>
                    <a:pt x="5484" y="2321"/>
                  </a:cubicBezTo>
                  <a:lnTo>
                    <a:pt x="4110" y="1651"/>
                  </a:lnTo>
                  <a:lnTo>
                    <a:pt x="3439" y="313"/>
                  </a:lnTo>
                  <a:cubicBezTo>
                    <a:pt x="3335" y="105"/>
                    <a:pt x="3134" y="0"/>
                    <a:pt x="29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031" name="Google Shape;14031;p81"/>
            <p:cNvSpPr/>
            <p:nvPr/>
          </p:nvSpPr>
          <p:spPr>
            <a:xfrm>
              <a:off x="1487200" y="3210375"/>
              <a:ext cx="410350" cy="483150"/>
            </a:xfrm>
            <a:custGeom>
              <a:avLst/>
              <a:gdLst/>
              <a:ahLst/>
              <a:cxnLst/>
              <a:rect l="l" t="t" r="r" b="b"/>
              <a:pathLst>
                <a:path w="16414" h="19326" extrusionOk="0">
                  <a:moveTo>
                    <a:pt x="9662" y="1133"/>
                  </a:moveTo>
                  <a:cubicBezTo>
                    <a:pt x="9744" y="1133"/>
                    <a:pt x="9825" y="1133"/>
                    <a:pt x="9910" y="1136"/>
                  </a:cubicBezTo>
                  <a:cubicBezTo>
                    <a:pt x="7953" y="2866"/>
                    <a:pt x="6830" y="5351"/>
                    <a:pt x="6833" y="7966"/>
                  </a:cubicBezTo>
                  <a:cubicBezTo>
                    <a:pt x="6833" y="12311"/>
                    <a:pt x="9907" y="16049"/>
                    <a:pt x="14170" y="16889"/>
                  </a:cubicBezTo>
                  <a:cubicBezTo>
                    <a:pt x="12821" y="17740"/>
                    <a:pt x="11260" y="18193"/>
                    <a:pt x="9662" y="18193"/>
                  </a:cubicBezTo>
                  <a:cubicBezTo>
                    <a:pt x="4958" y="18193"/>
                    <a:pt x="1132" y="14368"/>
                    <a:pt x="1132" y="9663"/>
                  </a:cubicBezTo>
                  <a:cubicBezTo>
                    <a:pt x="1132" y="4959"/>
                    <a:pt x="4958" y="1133"/>
                    <a:pt x="9662" y="1133"/>
                  </a:cubicBezTo>
                  <a:close/>
                  <a:moveTo>
                    <a:pt x="9662" y="1"/>
                  </a:moveTo>
                  <a:cubicBezTo>
                    <a:pt x="7093" y="1"/>
                    <a:pt x="4668" y="1009"/>
                    <a:pt x="2838" y="2839"/>
                  </a:cubicBezTo>
                  <a:cubicBezTo>
                    <a:pt x="1009" y="4669"/>
                    <a:pt x="0" y="7094"/>
                    <a:pt x="0" y="9663"/>
                  </a:cubicBezTo>
                  <a:cubicBezTo>
                    <a:pt x="0" y="12233"/>
                    <a:pt x="1009" y="14657"/>
                    <a:pt x="2838" y="16487"/>
                  </a:cubicBezTo>
                  <a:cubicBezTo>
                    <a:pt x="4668" y="18317"/>
                    <a:pt x="7090" y="19325"/>
                    <a:pt x="9662" y="19325"/>
                  </a:cubicBezTo>
                  <a:cubicBezTo>
                    <a:pt x="12008" y="19322"/>
                    <a:pt x="14273" y="18462"/>
                    <a:pt x="16027" y="16907"/>
                  </a:cubicBezTo>
                  <a:cubicBezTo>
                    <a:pt x="16414" y="16566"/>
                    <a:pt x="16181" y="15932"/>
                    <a:pt x="15668" y="15916"/>
                  </a:cubicBezTo>
                  <a:cubicBezTo>
                    <a:pt x="11420" y="15799"/>
                    <a:pt x="7965" y="12233"/>
                    <a:pt x="7965" y="7966"/>
                  </a:cubicBezTo>
                  <a:cubicBezTo>
                    <a:pt x="7965" y="5243"/>
                    <a:pt x="9391" y="2658"/>
                    <a:pt x="11688" y="1215"/>
                  </a:cubicBezTo>
                  <a:cubicBezTo>
                    <a:pt x="12123" y="943"/>
                    <a:pt x="11999" y="276"/>
                    <a:pt x="11495" y="179"/>
                  </a:cubicBezTo>
                  <a:cubicBezTo>
                    <a:pt x="10891" y="61"/>
                    <a:pt x="10278" y="4"/>
                    <a:pt x="9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4032" name="Google Shape;14032;p81"/>
          <p:cNvSpPr/>
          <p:nvPr/>
        </p:nvSpPr>
        <p:spPr>
          <a:xfrm>
            <a:off x="5880480" y="2739750"/>
            <a:ext cx="340168" cy="273948"/>
          </a:xfrm>
          <a:custGeom>
            <a:avLst/>
            <a:gdLst/>
            <a:ahLst/>
            <a:cxnLst/>
            <a:rect l="l" t="t" r="r" b="b"/>
            <a:pathLst>
              <a:path w="19325" h="15563" extrusionOk="0">
                <a:moveTo>
                  <a:pt x="13582" y="1135"/>
                </a:moveTo>
                <a:cubicBezTo>
                  <a:pt x="14814" y="1135"/>
                  <a:pt x="15946" y="1812"/>
                  <a:pt x="16532" y="2896"/>
                </a:cubicBezTo>
                <a:cubicBezTo>
                  <a:pt x="17118" y="3983"/>
                  <a:pt x="17060" y="5302"/>
                  <a:pt x="16381" y="6332"/>
                </a:cubicBezTo>
                <a:cubicBezTo>
                  <a:pt x="15881" y="6149"/>
                  <a:pt x="15358" y="6058"/>
                  <a:pt x="14835" y="6058"/>
                </a:cubicBezTo>
                <a:cubicBezTo>
                  <a:pt x="14169" y="6058"/>
                  <a:pt x="13503" y="6206"/>
                  <a:pt x="12890" y="6501"/>
                </a:cubicBezTo>
                <a:cubicBezTo>
                  <a:pt x="12326" y="5429"/>
                  <a:pt x="11381" y="4611"/>
                  <a:pt x="10239" y="4203"/>
                </a:cubicBezTo>
                <a:cubicBezTo>
                  <a:pt x="10390" y="2470"/>
                  <a:pt x="11843" y="1138"/>
                  <a:pt x="13582" y="1135"/>
                </a:cubicBezTo>
                <a:close/>
                <a:moveTo>
                  <a:pt x="8612" y="5055"/>
                </a:moveTo>
                <a:cubicBezTo>
                  <a:pt x="8920" y="5055"/>
                  <a:pt x="9222" y="5094"/>
                  <a:pt x="9518" y="5172"/>
                </a:cubicBezTo>
                <a:cubicBezTo>
                  <a:pt x="10710" y="5489"/>
                  <a:pt x="11673" y="6413"/>
                  <a:pt x="12093" y="7639"/>
                </a:cubicBezTo>
                <a:cubicBezTo>
                  <a:pt x="12176" y="7879"/>
                  <a:pt x="12400" y="8020"/>
                  <a:pt x="12631" y="8020"/>
                </a:cubicBezTo>
                <a:cubicBezTo>
                  <a:pt x="12744" y="8020"/>
                  <a:pt x="12859" y="7986"/>
                  <a:pt x="12960" y="7914"/>
                </a:cubicBezTo>
                <a:cubicBezTo>
                  <a:pt x="13506" y="7519"/>
                  <a:pt x="14164" y="7304"/>
                  <a:pt x="14838" y="7304"/>
                </a:cubicBezTo>
                <a:cubicBezTo>
                  <a:pt x="14844" y="7304"/>
                  <a:pt x="14850" y="7304"/>
                  <a:pt x="14856" y="7304"/>
                </a:cubicBezTo>
                <a:cubicBezTo>
                  <a:pt x="15360" y="7304"/>
                  <a:pt x="15858" y="7428"/>
                  <a:pt x="16308" y="7663"/>
                </a:cubicBezTo>
                <a:cubicBezTo>
                  <a:pt x="17471" y="8267"/>
                  <a:pt x="18192" y="9493"/>
                  <a:pt x="18192" y="10864"/>
                </a:cubicBezTo>
                <a:cubicBezTo>
                  <a:pt x="18192" y="12830"/>
                  <a:pt x="16689" y="14427"/>
                  <a:pt x="14838" y="14427"/>
                </a:cubicBezTo>
                <a:lnTo>
                  <a:pt x="3904" y="14427"/>
                </a:lnTo>
                <a:cubicBezTo>
                  <a:pt x="2377" y="14427"/>
                  <a:pt x="1133" y="13104"/>
                  <a:pt x="1133" y="11480"/>
                </a:cubicBezTo>
                <a:cubicBezTo>
                  <a:pt x="1133" y="9853"/>
                  <a:pt x="2377" y="8530"/>
                  <a:pt x="3904" y="8530"/>
                </a:cubicBezTo>
                <a:cubicBezTo>
                  <a:pt x="4052" y="8533"/>
                  <a:pt x="4200" y="8545"/>
                  <a:pt x="4345" y="8569"/>
                </a:cubicBezTo>
                <a:cubicBezTo>
                  <a:pt x="4377" y="8575"/>
                  <a:pt x="4409" y="8577"/>
                  <a:pt x="4441" y="8577"/>
                </a:cubicBezTo>
                <a:cubicBezTo>
                  <a:pt x="4704" y="8577"/>
                  <a:pt x="4941" y="8393"/>
                  <a:pt x="4994" y="8128"/>
                </a:cubicBezTo>
                <a:cubicBezTo>
                  <a:pt x="5369" y="6347"/>
                  <a:pt x="6891" y="5055"/>
                  <a:pt x="8612" y="5055"/>
                </a:cubicBezTo>
                <a:close/>
                <a:moveTo>
                  <a:pt x="13579" y="1"/>
                </a:moveTo>
                <a:cubicBezTo>
                  <a:pt x="11392" y="1"/>
                  <a:pt x="9410" y="1624"/>
                  <a:pt x="9128" y="3953"/>
                </a:cubicBezTo>
                <a:cubicBezTo>
                  <a:pt x="8954" y="3933"/>
                  <a:pt x="8780" y="3923"/>
                  <a:pt x="8607" y="3923"/>
                </a:cubicBezTo>
                <a:cubicBezTo>
                  <a:pt x="7490" y="3923"/>
                  <a:pt x="6402" y="4324"/>
                  <a:pt x="5550" y="5064"/>
                </a:cubicBezTo>
                <a:cubicBezTo>
                  <a:pt x="4831" y="5686"/>
                  <a:pt x="4300" y="6495"/>
                  <a:pt x="4016" y="7401"/>
                </a:cubicBezTo>
                <a:lnTo>
                  <a:pt x="3901" y="7401"/>
                </a:lnTo>
                <a:cubicBezTo>
                  <a:pt x="1752" y="7401"/>
                  <a:pt x="0" y="9231"/>
                  <a:pt x="0" y="11480"/>
                </a:cubicBezTo>
                <a:cubicBezTo>
                  <a:pt x="0" y="13730"/>
                  <a:pt x="1749" y="15562"/>
                  <a:pt x="3901" y="15562"/>
                </a:cubicBezTo>
                <a:lnTo>
                  <a:pt x="14838" y="15562"/>
                </a:lnTo>
                <a:cubicBezTo>
                  <a:pt x="17311" y="15562"/>
                  <a:pt x="19325" y="13455"/>
                  <a:pt x="19325" y="10867"/>
                </a:cubicBezTo>
                <a:cubicBezTo>
                  <a:pt x="19325" y="9985"/>
                  <a:pt x="19086" y="9122"/>
                  <a:pt x="18633" y="8364"/>
                </a:cubicBezTo>
                <a:cubicBezTo>
                  <a:pt x="18301" y="7808"/>
                  <a:pt x="17854" y="7331"/>
                  <a:pt x="17326" y="6960"/>
                </a:cubicBezTo>
                <a:cubicBezTo>
                  <a:pt x="18917" y="4544"/>
                  <a:pt x="17842" y="1274"/>
                  <a:pt x="15125" y="278"/>
                </a:cubicBezTo>
                <a:cubicBezTo>
                  <a:pt x="14611" y="89"/>
                  <a:pt x="14089" y="1"/>
                  <a:pt x="135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033" name="Google Shape;14033;p81"/>
          <p:cNvSpPr/>
          <p:nvPr/>
        </p:nvSpPr>
        <p:spPr>
          <a:xfrm>
            <a:off x="6294661" y="2774289"/>
            <a:ext cx="340221" cy="204858"/>
          </a:xfrm>
          <a:custGeom>
            <a:avLst/>
            <a:gdLst/>
            <a:ahLst/>
            <a:cxnLst/>
            <a:rect l="l" t="t" r="r" b="b"/>
            <a:pathLst>
              <a:path w="19328" h="11638" extrusionOk="0">
                <a:moveTo>
                  <a:pt x="8612" y="1133"/>
                </a:moveTo>
                <a:cubicBezTo>
                  <a:pt x="8920" y="1133"/>
                  <a:pt x="9222" y="1172"/>
                  <a:pt x="9518" y="1251"/>
                </a:cubicBezTo>
                <a:cubicBezTo>
                  <a:pt x="10710" y="1571"/>
                  <a:pt x="11674" y="2492"/>
                  <a:pt x="12093" y="3718"/>
                </a:cubicBezTo>
                <a:cubicBezTo>
                  <a:pt x="12176" y="3959"/>
                  <a:pt x="12399" y="4099"/>
                  <a:pt x="12630" y="4099"/>
                </a:cubicBezTo>
                <a:cubicBezTo>
                  <a:pt x="12743" y="4099"/>
                  <a:pt x="12858" y="4065"/>
                  <a:pt x="12960" y="3992"/>
                </a:cubicBezTo>
                <a:cubicBezTo>
                  <a:pt x="13506" y="3597"/>
                  <a:pt x="14165" y="3382"/>
                  <a:pt x="14838" y="3382"/>
                </a:cubicBezTo>
                <a:cubicBezTo>
                  <a:pt x="14844" y="3382"/>
                  <a:pt x="14850" y="3382"/>
                  <a:pt x="14856" y="3382"/>
                </a:cubicBezTo>
                <a:cubicBezTo>
                  <a:pt x="15360" y="3382"/>
                  <a:pt x="15858" y="3506"/>
                  <a:pt x="16308" y="3742"/>
                </a:cubicBezTo>
                <a:cubicBezTo>
                  <a:pt x="17471" y="4346"/>
                  <a:pt x="18193" y="5572"/>
                  <a:pt x="18193" y="6942"/>
                </a:cubicBezTo>
                <a:cubicBezTo>
                  <a:pt x="18193" y="8908"/>
                  <a:pt x="16689" y="10505"/>
                  <a:pt x="14838" y="10505"/>
                </a:cubicBezTo>
                <a:lnTo>
                  <a:pt x="3905" y="10505"/>
                </a:lnTo>
                <a:cubicBezTo>
                  <a:pt x="2377" y="10505"/>
                  <a:pt x="1133" y="9183"/>
                  <a:pt x="1133" y="7558"/>
                </a:cubicBezTo>
                <a:cubicBezTo>
                  <a:pt x="1133" y="5931"/>
                  <a:pt x="2377" y="4611"/>
                  <a:pt x="3905" y="4611"/>
                </a:cubicBezTo>
                <a:cubicBezTo>
                  <a:pt x="4053" y="4611"/>
                  <a:pt x="4200" y="4623"/>
                  <a:pt x="4345" y="4648"/>
                </a:cubicBezTo>
                <a:cubicBezTo>
                  <a:pt x="4378" y="4653"/>
                  <a:pt x="4410" y="4656"/>
                  <a:pt x="4442" y="4656"/>
                </a:cubicBezTo>
                <a:cubicBezTo>
                  <a:pt x="4704" y="4656"/>
                  <a:pt x="4941" y="4473"/>
                  <a:pt x="4995" y="4207"/>
                </a:cubicBezTo>
                <a:cubicBezTo>
                  <a:pt x="5369" y="2425"/>
                  <a:pt x="6891" y="1133"/>
                  <a:pt x="8612" y="1133"/>
                </a:cubicBezTo>
                <a:close/>
                <a:moveTo>
                  <a:pt x="8612" y="1"/>
                </a:moveTo>
                <a:cubicBezTo>
                  <a:pt x="7489" y="4"/>
                  <a:pt x="6405" y="408"/>
                  <a:pt x="5553" y="1142"/>
                </a:cubicBezTo>
                <a:cubicBezTo>
                  <a:pt x="4832" y="1764"/>
                  <a:pt x="4300" y="2573"/>
                  <a:pt x="4016" y="3479"/>
                </a:cubicBezTo>
                <a:lnTo>
                  <a:pt x="3905" y="3479"/>
                </a:lnTo>
                <a:cubicBezTo>
                  <a:pt x="1752" y="3479"/>
                  <a:pt x="0" y="5309"/>
                  <a:pt x="0" y="7558"/>
                </a:cubicBezTo>
                <a:cubicBezTo>
                  <a:pt x="0" y="9808"/>
                  <a:pt x="1752" y="11638"/>
                  <a:pt x="3905" y="11638"/>
                </a:cubicBezTo>
                <a:lnTo>
                  <a:pt x="14838" y="11638"/>
                </a:lnTo>
                <a:cubicBezTo>
                  <a:pt x="17314" y="11638"/>
                  <a:pt x="19325" y="9533"/>
                  <a:pt x="19325" y="6945"/>
                </a:cubicBezTo>
                <a:cubicBezTo>
                  <a:pt x="19328" y="6064"/>
                  <a:pt x="19089" y="5197"/>
                  <a:pt x="18636" y="4442"/>
                </a:cubicBezTo>
                <a:cubicBezTo>
                  <a:pt x="18202" y="3718"/>
                  <a:pt x="17577" y="3129"/>
                  <a:pt x="16831" y="2736"/>
                </a:cubicBezTo>
                <a:cubicBezTo>
                  <a:pt x="16206" y="2412"/>
                  <a:pt x="15522" y="2249"/>
                  <a:pt x="14838" y="2249"/>
                </a:cubicBezTo>
                <a:cubicBezTo>
                  <a:pt x="14173" y="2249"/>
                  <a:pt x="13508" y="2403"/>
                  <a:pt x="12896" y="2709"/>
                </a:cubicBezTo>
                <a:cubicBezTo>
                  <a:pt x="12265" y="1447"/>
                  <a:pt x="11151" y="514"/>
                  <a:pt x="9811" y="158"/>
                </a:cubicBezTo>
                <a:cubicBezTo>
                  <a:pt x="9421" y="55"/>
                  <a:pt x="9016" y="1"/>
                  <a:pt x="86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4034" name="Google Shape;14034;p81"/>
          <p:cNvGrpSpPr/>
          <p:nvPr/>
        </p:nvGrpSpPr>
        <p:grpSpPr>
          <a:xfrm>
            <a:off x="6712475" y="2707027"/>
            <a:ext cx="341136" cy="340204"/>
            <a:chOff x="3269875" y="3210400"/>
            <a:chExt cx="484500" cy="483175"/>
          </a:xfrm>
        </p:grpSpPr>
        <p:sp>
          <p:nvSpPr>
            <p:cNvPr id="14035" name="Google Shape;14035;p81"/>
            <p:cNvSpPr/>
            <p:nvPr/>
          </p:nvSpPr>
          <p:spPr>
            <a:xfrm>
              <a:off x="3364000" y="3303850"/>
              <a:ext cx="296300" cy="296300"/>
            </a:xfrm>
            <a:custGeom>
              <a:avLst/>
              <a:gdLst/>
              <a:ahLst/>
              <a:cxnLst/>
              <a:rect l="l" t="t" r="r" b="b"/>
              <a:pathLst>
                <a:path w="11852" h="11852" extrusionOk="0">
                  <a:moveTo>
                    <a:pt x="5925" y="1132"/>
                  </a:moveTo>
                  <a:cubicBezTo>
                    <a:pt x="7863" y="1132"/>
                    <a:pt x="9612" y="2298"/>
                    <a:pt x="10354" y="4088"/>
                  </a:cubicBezTo>
                  <a:cubicBezTo>
                    <a:pt x="11094" y="5882"/>
                    <a:pt x="10683" y="7941"/>
                    <a:pt x="9313" y="9312"/>
                  </a:cubicBezTo>
                  <a:cubicBezTo>
                    <a:pt x="8395" y="10230"/>
                    <a:pt x="7169" y="10717"/>
                    <a:pt x="5920" y="10717"/>
                  </a:cubicBezTo>
                  <a:cubicBezTo>
                    <a:pt x="5304" y="10717"/>
                    <a:pt x="4682" y="10598"/>
                    <a:pt x="4089" y="10354"/>
                  </a:cubicBezTo>
                  <a:cubicBezTo>
                    <a:pt x="2298" y="9611"/>
                    <a:pt x="1133" y="7863"/>
                    <a:pt x="1133" y="5924"/>
                  </a:cubicBezTo>
                  <a:cubicBezTo>
                    <a:pt x="1133" y="3279"/>
                    <a:pt x="3280" y="1132"/>
                    <a:pt x="5925" y="1132"/>
                  </a:cubicBezTo>
                  <a:close/>
                  <a:moveTo>
                    <a:pt x="5925" y="0"/>
                  </a:moveTo>
                  <a:cubicBezTo>
                    <a:pt x="2658" y="0"/>
                    <a:pt x="1" y="2657"/>
                    <a:pt x="1" y="5924"/>
                  </a:cubicBezTo>
                  <a:cubicBezTo>
                    <a:pt x="1" y="9191"/>
                    <a:pt x="2658" y="11851"/>
                    <a:pt x="5925" y="11851"/>
                  </a:cubicBezTo>
                  <a:cubicBezTo>
                    <a:pt x="9192" y="11851"/>
                    <a:pt x="11852" y="9191"/>
                    <a:pt x="11852" y="5924"/>
                  </a:cubicBezTo>
                  <a:cubicBezTo>
                    <a:pt x="11852" y="2657"/>
                    <a:pt x="9192" y="0"/>
                    <a:pt x="59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036" name="Google Shape;14036;p81"/>
            <p:cNvSpPr/>
            <p:nvPr/>
          </p:nvSpPr>
          <p:spPr>
            <a:xfrm>
              <a:off x="3269875" y="3210400"/>
              <a:ext cx="484500" cy="483175"/>
            </a:xfrm>
            <a:custGeom>
              <a:avLst/>
              <a:gdLst/>
              <a:ahLst/>
              <a:cxnLst/>
              <a:rect l="l" t="t" r="r" b="b"/>
              <a:pathLst>
                <a:path w="19380" h="19327" extrusionOk="0">
                  <a:moveTo>
                    <a:pt x="9690" y="1208"/>
                  </a:moveTo>
                  <a:lnTo>
                    <a:pt x="11426" y="2126"/>
                  </a:lnTo>
                  <a:cubicBezTo>
                    <a:pt x="11507" y="2168"/>
                    <a:pt x="11598" y="2192"/>
                    <a:pt x="11692" y="2192"/>
                  </a:cubicBezTo>
                  <a:lnTo>
                    <a:pt x="13651" y="2192"/>
                  </a:lnTo>
                  <a:lnTo>
                    <a:pt x="14765" y="3817"/>
                  </a:lnTo>
                  <a:cubicBezTo>
                    <a:pt x="14817" y="3892"/>
                    <a:pt x="14886" y="3955"/>
                    <a:pt x="14968" y="3998"/>
                  </a:cubicBezTo>
                  <a:lnTo>
                    <a:pt x="16704" y="4916"/>
                  </a:lnTo>
                  <a:lnTo>
                    <a:pt x="16939" y="6878"/>
                  </a:lnTo>
                  <a:cubicBezTo>
                    <a:pt x="16952" y="6969"/>
                    <a:pt x="16985" y="7056"/>
                    <a:pt x="17036" y="7132"/>
                  </a:cubicBezTo>
                  <a:lnTo>
                    <a:pt x="18150" y="8759"/>
                  </a:lnTo>
                  <a:lnTo>
                    <a:pt x="17456" y="10610"/>
                  </a:lnTo>
                  <a:cubicBezTo>
                    <a:pt x="17423" y="10695"/>
                    <a:pt x="17410" y="10785"/>
                    <a:pt x="17423" y="10876"/>
                  </a:cubicBezTo>
                  <a:lnTo>
                    <a:pt x="17658" y="12842"/>
                  </a:lnTo>
                  <a:lnTo>
                    <a:pt x="16188" y="14155"/>
                  </a:lnTo>
                  <a:cubicBezTo>
                    <a:pt x="16121" y="14216"/>
                    <a:pt x="16067" y="14291"/>
                    <a:pt x="16037" y="14379"/>
                  </a:cubicBezTo>
                  <a:lnTo>
                    <a:pt x="15339" y="16226"/>
                  </a:lnTo>
                  <a:lnTo>
                    <a:pt x="13437" y="16701"/>
                  </a:lnTo>
                  <a:cubicBezTo>
                    <a:pt x="13346" y="16722"/>
                    <a:pt x="13265" y="16764"/>
                    <a:pt x="13195" y="16827"/>
                  </a:cubicBezTo>
                  <a:lnTo>
                    <a:pt x="11728" y="18138"/>
                  </a:lnTo>
                  <a:lnTo>
                    <a:pt x="9826" y="17664"/>
                  </a:lnTo>
                  <a:cubicBezTo>
                    <a:pt x="9782" y="17653"/>
                    <a:pt x="9736" y="17648"/>
                    <a:pt x="9690" y="17648"/>
                  </a:cubicBezTo>
                  <a:cubicBezTo>
                    <a:pt x="9644" y="17648"/>
                    <a:pt x="9598" y="17653"/>
                    <a:pt x="9554" y="17664"/>
                  </a:cubicBezTo>
                  <a:lnTo>
                    <a:pt x="7652" y="18138"/>
                  </a:lnTo>
                  <a:lnTo>
                    <a:pt x="6184" y="16827"/>
                  </a:lnTo>
                  <a:cubicBezTo>
                    <a:pt x="6115" y="16767"/>
                    <a:pt x="6033" y="16722"/>
                    <a:pt x="5943" y="16701"/>
                  </a:cubicBezTo>
                  <a:lnTo>
                    <a:pt x="4040" y="16226"/>
                  </a:lnTo>
                  <a:lnTo>
                    <a:pt x="3343" y="14379"/>
                  </a:lnTo>
                  <a:cubicBezTo>
                    <a:pt x="3313" y="14291"/>
                    <a:pt x="3258" y="14216"/>
                    <a:pt x="3192" y="14155"/>
                  </a:cubicBezTo>
                  <a:lnTo>
                    <a:pt x="1721" y="12842"/>
                  </a:lnTo>
                  <a:lnTo>
                    <a:pt x="1960" y="10879"/>
                  </a:lnTo>
                  <a:cubicBezTo>
                    <a:pt x="1969" y="10788"/>
                    <a:pt x="1960" y="10695"/>
                    <a:pt x="1927" y="10610"/>
                  </a:cubicBezTo>
                  <a:lnTo>
                    <a:pt x="1229" y="8762"/>
                  </a:lnTo>
                  <a:lnTo>
                    <a:pt x="2346" y="7132"/>
                  </a:lnTo>
                  <a:cubicBezTo>
                    <a:pt x="2398" y="7056"/>
                    <a:pt x="2428" y="6969"/>
                    <a:pt x="2440" y="6878"/>
                  </a:cubicBezTo>
                  <a:lnTo>
                    <a:pt x="2679" y="4916"/>
                  </a:lnTo>
                  <a:lnTo>
                    <a:pt x="4415" y="3998"/>
                  </a:lnTo>
                  <a:cubicBezTo>
                    <a:pt x="4493" y="3955"/>
                    <a:pt x="4563" y="3892"/>
                    <a:pt x="4617" y="3817"/>
                  </a:cubicBezTo>
                  <a:lnTo>
                    <a:pt x="5731" y="2192"/>
                  </a:lnTo>
                  <a:lnTo>
                    <a:pt x="7691" y="2192"/>
                  </a:lnTo>
                  <a:cubicBezTo>
                    <a:pt x="7781" y="2192"/>
                    <a:pt x="7872" y="2168"/>
                    <a:pt x="7954" y="2126"/>
                  </a:cubicBezTo>
                  <a:lnTo>
                    <a:pt x="9690" y="1208"/>
                  </a:lnTo>
                  <a:close/>
                  <a:moveTo>
                    <a:pt x="9690" y="1"/>
                  </a:moveTo>
                  <a:cubicBezTo>
                    <a:pt x="9599" y="1"/>
                    <a:pt x="9509" y="23"/>
                    <a:pt x="9427" y="66"/>
                  </a:cubicBezTo>
                  <a:lnTo>
                    <a:pt x="7549" y="1057"/>
                  </a:lnTo>
                  <a:lnTo>
                    <a:pt x="5432" y="1057"/>
                  </a:lnTo>
                  <a:cubicBezTo>
                    <a:pt x="5245" y="1057"/>
                    <a:pt x="5070" y="1150"/>
                    <a:pt x="4964" y="1304"/>
                  </a:cubicBezTo>
                  <a:lnTo>
                    <a:pt x="3760" y="3062"/>
                  </a:lnTo>
                  <a:lnTo>
                    <a:pt x="1885" y="4052"/>
                  </a:lnTo>
                  <a:cubicBezTo>
                    <a:pt x="1721" y="4140"/>
                    <a:pt x="1610" y="4300"/>
                    <a:pt x="1586" y="4484"/>
                  </a:cubicBezTo>
                  <a:lnTo>
                    <a:pt x="1332" y="6607"/>
                  </a:lnTo>
                  <a:lnTo>
                    <a:pt x="127" y="8364"/>
                  </a:lnTo>
                  <a:cubicBezTo>
                    <a:pt x="22" y="8515"/>
                    <a:pt x="0" y="8711"/>
                    <a:pt x="67" y="8883"/>
                  </a:cubicBezTo>
                  <a:lnTo>
                    <a:pt x="819" y="10882"/>
                  </a:lnTo>
                  <a:lnTo>
                    <a:pt x="562" y="13002"/>
                  </a:lnTo>
                  <a:cubicBezTo>
                    <a:pt x="538" y="13186"/>
                    <a:pt x="607" y="13370"/>
                    <a:pt x="746" y="13494"/>
                  </a:cubicBezTo>
                  <a:lnTo>
                    <a:pt x="2331" y="14910"/>
                  </a:lnTo>
                  <a:lnTo>
                    <a:pt x="3083" y="16906"/>
                  </a:lnTo>
                  <a:cubicBezTo>
                    <a:pt x="3150" y="17081"/>
                    <a:pt x="3298" y="17211"/>
                    <a:pt x="3476" y="17256"/>
                  </a:cubicBezTo>
                  <a:lnTo>
                    <a:pt x="5535" y="17766"/>
                  </a:lnTo>
                  <a:lnTo>
                    <a:pt x="7120" y="19183"/>
                  </a:lnTo>
                  <a:cubicBezTo>
                    <a:pt x="7225" y="19276"/>
                    <a:pt x="7360" y="19326"/>
                    <a:pt x="7498" y="19326"/>
                  </a:cubicBezTo>
                  <a:cubicBezTo>
                    <a:pt x="7543" y="19326"/>
                    <a:pt x="7589" y="19321"/>
                    <a:pt x="7634" y="19309"/>
                  </a:cubicBezTo>
                  <a:lnTo>
                    <a:pt x="9690" y="18796"/>
                  </a:lnTo>
                  <a:lnTo>
                    <a:pt x="11746" y="19306"/>
                  </a:lnTo>
                  <a:cubicBezTo>
                    <a:pt x="11791" y="19318"/>
                    <a:pt x="11837" y="19324"/>
                    <a:pt x="11882" y="19324"/>
                  </a:cubicBezTo>
                  <a:cubicBezTo>
                    <a:pt x="12021" y="19324"/>
                    <a:pt x="12157" y="19273"/>
                    <a:pt x="12259" y="19180"/>
                  </a:cubicBezTo>
                  <a:lnTo>
                    <a:pt x="13845" y="17763"/>
                  </a:lnTo>
                  <a:lnTo>
                    <a:pt x="15901" y="17253"/>
                  </a:lnTo>
                  <a:cubicBezTo>
                    <a:pt x="16082" y="17208"/>
                    <a:pt x="16230" y="17078"/>
                    <a:pt x="16296" y="16903"/>
                  </a:cubicBezTo>
                  <a:lnTo>
                    <a:pt x="17048" y="14907"/>
                  </a:lnTo>
                  <a:lnTo>
                    <a:pt x="18633" y="13491"/>
                  </a:lnTo>
                  <a:cubicBezTo>
                    <a:pt x="18769" y="13367"/>
                    <a:pt x="18839" y="13183"/>
                    <a:pt x="18818" y="12999"/>
                  </a:cubicBezTo>
                  <a:lnTo>
                    <a:pt x="18561" y="10879"/>
                  </a:lnTo>
                  <a:lnTo>
                    <a:pt x="19313" y="8880"/>
                  </a:lnTo>
                  <a:cubicBezTo>
                    <a:pt x="19379" y="8708"/>
                    <a:pt x="19355" y="8515"/>
                    <a:pt x="19249" y="8361"/>
                  </a:cubicBezTo>
                  <a:lnTo>
                    <a:pt x="18048" y="6607"/>
                  </a:lnTo>
                  <a:lnTo>
                    <a:pt x="17794" y="4484"/>
                  </a:lnTo>
                  <a:cubicBezTo>
                    <a:pt x="17770" y="4300"/>
                    <a:pt x="17658" y="4140"/>
                    <a:pt x="17495" y="4052"/>
                  </a:cubicBezTo>
                  <a:lnTo>
                    <a:pt x="15620" y="3059"/>
                  </a:lnTo>
                  <a:lnTo>
                    <a:pt x="14415" y="1301"/>
                  </a:lnTo>
                  <a:cubicBezTo>
                    <a:pt x="14310" y="1147"/>
                    <a:pt x="14134" y="1057"/>
                    <a:pt x="13947" y="1057"/>
                  </a:cubicBezTo>
                  <a:lnTo>
                    <a:pt x="11831" y="1057"/>
                  </a:lnTo>
                  <a:lnTo>
                    <a:pt x="9955" y="66"/>
                  </a:lnTo>
                  <a:cubicBezTo>
                    <a:pt x="9872" y="23"/>
                    <a:pt x="9781" y="1"/>
                    <a:pt x="96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4037" name="Google Shape;14037;p81"/>
          <p:cNvGrpSpPr/>
          <p:nvPr/>
        </p:nvGrpSpPr>
        <p:grpSpPr>
          <a:xfrm>
            <a:off x="7211568" y="2706666"/>
            <a:ext cx="170216" cy="340925"/>
            <a:chOff x="3985700" y="3210375"/>
            <a:chExt cx="241750" cy="484200"/>
          </a:xfrm>
        </p:grpSpPr>
        <p:sp>
          <p:nvSpPr>
            <p:cNvPr id="14038" name="Google Shape;14038;p81"/>
            <p:cNvSpPr/>
            <p:nvPr/>
          </p:nvSpPr>
          <p:spPr>
            <a:xfrm>
              <a:off x="4042700" y="3294475"/>
              <a:ext cx="127750" cy="339425"/>
            </a:xfrm>
            <a:custGeom>
              <a:avLst/>
              <a:gdLst/>
              <a:ahLst/>
              <a:cxnLst/>
              <a:rect l="l" t="t" r="r" b="b"/>
              <a:pathLst>
                <a:path w="5110" h="13577" extrusionOk="0">
                  <a:moveTo>
                    <a:pt x="2554" y="9854"/>
                  </a:moveTo>
                  <a:cubicBezTo>
                    <a:pt x="2721" y="9854"/>
                    <a:pt x="2890" y="9887"/>
                    <a:pt x="3050" y="9953"/>
                  </a:cubicBezTo>
                  <a:cubicBezTo>
                    <a:pt x="3533" y="10155"/>
                    <a:pt x="3850" y="10626"/>
                    <a:pt x="3850" y="11151"/>
                  </a:cubicBezTo>
                  <a:cubicBezTo>
                    <a:pt x="3850" y="11864"/>
                    <a:pt x="3271" y="12444"/>
                    <a:pt x="2555" y="12447"/>
                  </a:cubicBezTo>
                  <a:cubicBezTo>
                    <a:pt x="2030" y="12447"/>
                    <a:pt x="1558" y="12130"/>
                    <a:pt x="1356" y="11647"/>
                  </a:cubicBezTo>
                  <a:cubicBezTo>
                    <a:pt x="1157" y="11164"/>
                    <a:pt x="1269" y="10605"/>
                    <a:pt x="1637" y="10234"/>
                  </a:cubicBezTo>
                  <a:cubicBezTo>
                    <a:pt x="1885" y="9985"/>
                    <a:pt x="2217" y="9854"/>
                    <a:pt x="2554" y="9854"/>
                  </a:cubicBezTo>
                  <a:close/>
                  <a:moveTo>
                    <a:pt x="2555" y="1"/>
                  </a:moveTo>
                  <a:cubicBezTo>
                    <a:pt x="2241" y="1"/>
                    <a:pt x="1990" y="254"/>
                    <a:pt x="1990" y="565"/>
                  </a:cubicBezTo>
                  <a:lnTo>
                    <a:pt x="1990" y="8790"/>
                  </a:lnTo>
                  <a:cubicBezTo>
                    <a:pt x="792" y="9077"/>
                    <a:pt x="0" y="10215"/>
                    <a:pt x="145" y="11435"/>
                  </a:cubicBezTo>
                  <a:cubicBezTo>
                    <a:pt x="287" y="12658"/>
                    <a:pt x="1326" y="13576"/>
                    <a:pt x="2555" y="13576"/>
                  </a:cubicBezTo>
                  <a:cubicBezTo>
                    <a:pt x="3784" y="13576"/>
                    <a:pt x="4823" y="12658"/>
                    <a:pt x="4964" y="11435"/>
                  </a:cubicBezTo>
                  <a:cubicBezTo>
                    <a:pt x="5109" y="10215"/>
                    <a:pt x="4318" y="9077"/>
                    <a:pt x="3123" y="8790"/>
                  </a:cubicBezTo>
                  <a:lnTo>
                    <a:pt x="3123" y="565"/>
                  </a:lnTo>
                  <a:cubicBezTo>
                    <a:pt x="3123" y="254"/>
                    <a:pt x="2869"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039" name="Google Shape;14039;p81"/>
            <p:cNvSpPr/>
            <p:nvPr/>
          </p:nvSpPr>
          <p:spPr>
            <a:xfrm>
              <a:off x="3985700" y="3210375"/>
              <a:ext cx="241750" cy="484200"/>
            </a:xfrm>
            <a:custGeom>
              <a:avLst/>
              <a:gdLst/>
              <a:ahLst/>
              <a:cxnLst/>
              <a:rect l="l" t="t" r="r" b="b"/>
              <a:pathLst>
                <a:path w="9670" h="19368" extrusionOk="0">
                  <a:moveTo>
                    <a:pt x="4835" y="1133"/>
                  </a:moveTo>
                  <a:cubicBezTo>
                    <a:pt x="5792" y="1133"/>
                    <a:pt x="6571" y="1909"/>
                    <a:pt x="6571" y="2869"/>
                  </a:cubicBezTo>
                  <a:lnTo>
                    <a:pt x="6574" y="10853"/>
                  </a:lnTo>
                  <a:lnTo>
                    <a:pt x="6574" y="10871"/>
                  </a:lnTo>
                  <a:cubicBezTo>
                    <a:pt x="6568" y="11073"/>
                    <a:pt x="6668" y="11260"/>
                    <a:pt x="6837" y="11369"/>
                  </a:cubicBezTo>
                  <a:cubicBezTo>
                    <a:pt x="7869" y="12027"/>
                    <a:pt x="8513" y="13232"/>
                    <a:pt x="8513" y="14512"/>
                  </a:cubicBezTo>
                  <a:cubicBezTo>
                    <a:pt x="8510" y="16545"/>
                    <a:pt x="6864" y="18190"/>
                    <a:pt x="4835" y="18193"/>
                  </a:cubicBezTo>
                  <a:cubicBezTo>
                    <a:pt x="2803" y="18190"/>
                    <a:pt x="1157" y="16545"/>
                    <a:pt x="1157" y="14515"/>
                  </a:cubicBezTo>
                  <a:cubicBezTo>
                    <a:pt x="1157" y="13280"/>
                    <a:pt x="1818" y="12043"/>
                    <a:pt x="2842" y="11363"/>
                  </a:cubicBezTo>
                  <a:cubicBezTo>
                    <a:pt x="2987" y="11267"/>
                    <a:pt x="3078" y="11110"/>
                    <a:pt x="3093" y="10934"/>
                  </a:cubicBezTo>
                  <a:cubicBezTo>
                    <a:pt x="3096" y="10907"/>
                    <a:pt x="3099" y="10880"/>
                    <a:pt x="3099" y="10856"/>
                  </a:cubicBezTo>
                  <a:lnTo>
                    <a:pt x="3099" y="2869"/>
                  </a:lnTo>
                  <a:cubicBezTo>
                    <a:pt x="3099" y="1909"/>
                    <a:pt x="3875" y="1133"/>
                    <a:pt x="4835" y="1133"/>
                  </a:cubicBezTo>
                  <a:close/>
                  <a:moveTo>
                    <a:pt x="4835" y="1"/>
                  </a:moveTo>
                  <a:cubicBezTo>
                    <a:pt x="3250" y="1"/>
                    <a:pt x="1966" y="1284"/>
                    <a:pt x="1966" y="2869"/>
                  </a:cubicBezTo>
                  <a:lnTo>
                    <a:pt x="1966" y="10596"/>
                  </a:lnTo>
                  <a:cubicBezTo>
                    <a:pt x="750" y="11532"/>
                    <a:pt x="34" y="12979"/>
                    <a:pt x="25" y="14515"/>
                  </a:cubicBezTo>
                  <a:cubicBezTo>
                    <a:pt x="1" y="17188"/>
                    <a:pt x="2163" y="19368"/>
                    <a:pt x="4835" y="19368"/>
                  </a:cubicBezTo>
                  <a:cubicBezTo>
                    <a:pt x="7510" y="19368"/>
                    <a:pt x="9669" y="17188"/>
                    <a:pt x="9648" y="14515"/>
                  </a:cubicBezTo>
                  <a:cubicBezTo>
                    <a:pt x="9648" y="13688"/>
                    <a:pt x="9443" y="12879"/>
                    <a:pt x="9053" y="12151"/>
                  </a:cubicBezTo>
                  <a:cubicBezTo>
                    <a:pt x="8724" y="11541"/>
                    <a:pt x="8265" y="11010"/>
                    <a:pt x="7709" y="10596"/>
                  </a:cubicBezTo>
                  <a:lnTo>
                    <a:pt x="7703" y="2869"/>
                  </a:lnTo>
                  <a:cubicBezTo>
                    <a:pt x="7703" y="1284"/>
                    <a:pt x="6420" y="1"/>
                    <a:pt x="48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4040" name="Google Shape;14040;p81"/>
          <p:cNvGrpSpPr/>
          <p:nvPr/>
        </p:nvGrpSpPr>
        <p:grpSpPr>
          <a:xfrm>
            <a:off x="7550838" y="2707678"/>
            <a:ext cx="339007" cy="338901"/>
            <a:chOff x="4460225" y="3211300"/>
            <a:chExt cx="481475" cy="481325"/>
          </a:xfrm>
        </p:grpSpPr>
        <p:sp>
          <p:nvSpPr>
            <p:cNvPr id="14041" name="Google Shape;14041;p81"/>
            <p:cNvSpPr/>
            <p:nvPr/>
          </p:nvSpPr>
          <p:spPr>
            <a:xfrm>
              <a:off x="4602350" y="3353250"/>
              <a:ext cx="205125" cy="197375"/>
            </a:xfrm>
            <a:custGeom>
              <a:avLst/>
              <a:gdLst/>
              <a:ahLst/>
              <a:cxnLst/>
              <a:rect l="l" t="t" r="r" b="b"/>
              <a:pathLst>
                <a:path w="8205" h="7895" extrusionOk="0">
                  <a:moveTo>
                    <a:pt x="3947" y="1134"/>
                  </a:moveTo>
                  <a:cubicBezTo>
                    <a:pt x="5085" y="1134"/>
                    <a:pt x="6112" y="1819"/>
                    <a:pt x="6547" y="2870"/>
                  </a:cubicBezTo>
                  <a:cubicBezTo>
                    <a:pt x="6982" y="3924"/>
                    <a:pt x="6743" y="5132"/>
                    <a:pt x="5937" y="5938"/>
                  </a:cubicBezTo>
                  <a:cubicBezTo>
                    <a:pt x="5398" y="6477"/>
                    <a:pt x="4680" y="6762"/>
                    <a:pt x="3948" y="6762"/>
                  </a:cubicBezTo>
                  <a:cubicBezTo>
                    <a:pt x="3585" y="6762"/>
                    <a:pt x="3218" y="6692"/>
                    <a:pt x="2869" y="6548"/>
                  </a:cubicBezTo>
                  <a:cubicBezTo>
                    <a:pt x="1818" y="6113"/>
                    <a:pt x="1133" y="5087"/>
                    <a:pt x="1133" y="3948"/>
                  </a:cubicBezTo>
                  <a:cubicBezTo>
                    <a:pt x="1133" y="2393"/>
                    <a:pt x="2392" y="1134"/>
                    <a:pt x="3947" y="1134"/>
                  </a:cubicBezTo>
                  <a:close/>
                  <a:moveTo>
                    <a:pt x="3944" y="1"/>
                  </a:moveTo>
                  <a:cubicBezTo>
                    <a:pt x="3436" y="1"/>
                    <a:pt x="2925" y="99"/>
                    <a:pt x="2437" y="301"/>
                  </a:cubicBezTo>
                  <a:cubicBezTo>
                    <a:pt x="961" y="914"/>
                    <a:pt x="1" y="2351"/>
                    <a:pt x="1" y="3948"/>
                  </a:cubicBezTo>
                  <a:cubicBezTo>
                    <a:pt x="4" y="6128"/>
                    <a:pt x="1767" y="7892"/>
                    <a:pt x="3947" y="7895"/>
                  </a:cubicBezTo>
                  <a:cubicBezTo>
                    <a:pt x="5544" y="7895"/>
                    <a:pt x="6982" y="6934"/>
                    <a:pt x="7595" y="5458"/>
                  </a:cubicBezTo>
                  <a:cubicBezTo>
                    <a:pt x="8204" y="3984"/>
                    <a:pt x="7866" y="2287"/>
                    <a:pt x="6737" y="1158"/>
                  </a:cubicBezTo>
                  <a:cubicBezTo>
                    <a:pt x="5981" y="402"/>
                    <a:pt x="4971" y="1"/>
                    <a:pt x="39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042" name="Google Shape;14042;p81"/>
            <p:cNvSpPr/>
            <p:nvPr/>
          </p:nvSpPr>
          <p:spPr>
            <a:xfrm>
              <a:off x="4460225" y="3211300"/>
              <a:ext cx="481475" cy="481325"/>
            </a:xfrm>
            <a:custGeom>
              <a:avLst/>
              <a:gdLst/>
              <a:ahLst/>
              <a:cxnLst/>
              <a:rect l="l" t="t" r="r" b="b"/>
              <a:pathLst>
                <a:path w="19259" h="19253" extrusionOk="0">
                  <a:moveTo>
                    <a:pt x="9632" y="1126"/>
                  </a:moveTo>
                  <a:cubicBezTo>
                    <a:pt x="10704" y="1126"/>
                    <a:pt x="11649" y="1824"/>
                    <a:pt x="11972" y="2845"/>
                  </a:cubicBezTo>
                  <a:cubicBezTo>
                    <a:pt x="12049" y="3090"/>
                    <a:pt x="12276" y="3240"/>
                    <a:pt x="12513" y="3240"/>
                  </a:cubicBezTo>
                  <a:cubicBezTo>
                    <a:pt x="12600" y="3240"/>
                    <a:pt x="12689" y="3220"/>
                    <a:pt x="12772" y="3177"/>
                  </a:cubicBezTo>
                  <a:cubicBezTo>
                    <a:pt x="13131" y="2990"/>
                    <a:pt x="13520" y="2899"/>
                    <a:pt x="13906" y="2899"/>
                  </a:cubicBezTo>
                  <a:cubicBezTo>
                    <a:pt x="14542" y="2899"/>
                    <a:pt x="15169" y="3146"/>
                    <a:pt x="15641" y="3617"/>
                  </a:cubicBezTo>
                  <a:cubicBezTo>
                    <a:pt x="16399" y="4375"/>
                    <a:pt x="16577" y="5535"/>
                    <a:pt x="16082" y="6486"/>
                  </a:cubicBezTo>
                  <a:cubicBezTo>
                    <a:pt x="15922" y="6797"/>
                    <a:pt x="16079" y="7180"/>
                    <a:pt x="16414" y="7286"/>
                  </a:cubicBezTo>
                  <a:cubicBezTo>
                    <a:pt x="17434" y="7609"/>
                    <a:pt x="18132" y="8554"/>
                    <a:pt x="18132" y="9626"/>
                  </a:cubicBezTo>
                  <a:cubicBezTo>
                    <a:pt x="18132" y="10698"/>
                    <a:pt x="17434" y="11643"/>
                    <a:pt x="16414" y="11966"/>
                  </a:cubicBezTo>
                  <a:cubicBezTo>
                    <a:pt x="16079" y="12072"/>
                    <a:pt x="15922" y="12455"/>
                    <a:pt x="16082" y="12766"/>
                  </a:cubicBezTo>
                  <a:cubicBezTo>
                    <a:pt x="16577" y="13718"/>
                    <a:pt x="16399" y="14877"/>
                    <a:pt x="15641" y="15635"/>
                  </a:cubicBezTo>
                  <a:cubicBezTo>
                    <a:pt x="15169" y="16107"/>
                    <a:pt x="14542" y="16354"/>
                    <a:pt x="13906" y="16354"/>
                  </a:cubicBezTo>
                  <a:cubicBezTo>
                    <a:pt x="13520" y="16354"/>
                    <a:pt x="13131" y="16263"/>
                    <a:pt x="12772" y="16076"/>
                  </a:cubicBezTo>
                  <a:cubicBezTo>
                    <a:pt x="12689" y="16033"/>
                    <a:pt x="12600" y="16013"/>
                    <a:pt x="12513" y="16013"/>
                  </a:cubicBezTo>
                  <a:cubicBezTo>
                    <a:pt x="12276" y="16013"/>
                    <a:pt x="12049" y="16163"/>
                    <a:pt x="11972" y="16408"/>
                  </a:cubicBezTo>
                  <a:cubicBezTo>
                    <a:pt x="11649" y="17428"/>
                    <a:pt x="10704" y="18126"/>
                    <a:pt x="9632" y="18126"/>
                  </a:cubicBezTo>
                  <a:cubicBezTo>
                    <a:pt x="8560" y="18126"/>
                    <a:pt x="7615" y="17428"/>
                    <a:pt x="7292" y="16408"/>
                  </a:cubicBezTo>
                  <a:cubicBezTo>
                    <a:pt x="7215" y="16163"/>
                    <a:pt x="6988" y="16013"/>
                    <a:pt x="6751" y="16013"/>
                  </a:cubicBezTo>
                  <a:cubicBezTo>
                    <a:pt x="6664" y="16013"/>
                    <a:pt x="6575" y="16033"/>
                    <a:pt x="6492" y="16076"/>
                  </a:cubicBezTo>
                  <a:cubicBezTo>
                    <a:pt x="6133" y="16263"/>
                    <a:pt x="5744" y="16354"/>
                    <a:pt x="5358" y="16354"/>
                  </a:cubicBezTo>
                  <a:cubicBezTo>
                    <a:pt x="4722" y="16354"/>
                    <a:pt x="4095" y="16107"/>
                    <a:pt x="3623" y="15635"/>
                  </a:cubicBezTo>
                  <a:cubicBezTo>
                    <a:pt x="2865" y="14877"/>
                    <a:pt x="2687" y="13718"/>
                    <a:pt x="3183" y="12766"/>
                  </a:cubicBezTo>
                  <a:cubicBezTo>
                    <a:pt x="3343" y="12455"/>
                    <a:pt x="3186" y="12072"/>
                    <a:pt x="2850" y="11966"/>
                  </a:cubicBezTo>
                  <a:cubicBezTo>
                    <a:pt x="1830" y="11643"/>
                    <a:pt x="1132" y="10698"/>
                    <a:pt x="1132" y="9626"/>
                  </a:cubicBezTo>
                  <a:cubicBezTo>
                    <a:pt x="1132" y="8554"/>
                    <a:pt x="1830" y="7609"/>
                    <a:pt x="2850" y="7286"/>
                  </a:cubicBezTo>
                  <a:cubicBezTo>
                    <a:pt x="3186" y="7180"/>
                    <a:pt x="3343" y="6797"/>
                    <a:pt x="3183" y="6486"/>
                  </a:cubicBezTo>
                  <a:cubicBezTo>
                    <a:pt x="2687" y="5535"/>
                    <a:pt x="2865" y="4375"/>
                    <a:pt x="3623" y="3617"/>
                  </a:cubicBezTo>
                  <a:cubicBezTo>
                    <a:pt x="4095" y="3146"/>
                    <a:pt x="4722" y="2899"/>
                    <a:pt x="5358" y="2899"/>
                  </a:cubicBezTo>
                  <a:cubicBezTo>
                    <a:pt x="5744" y="2899"/>
                    <a:pt x="6133" y="2990"/>
                    <a:pt x="6492" y="3177"/>
                  </a:cubicBezTo>
                  <a:cubicBezTo>
                    <a:pt x="6575" y="3220"/>
                    <a:pt x="6664" y="3240"/>
                    <a:pt x="6751" y="3240"/>
                  </a:cubicBezTo>
                  <a:cubicBezTo>
                    <a:pt x="6988" y="3240"/>
                    <a:pt x="7215" y="3090"/>
                    <a:pt x="7292" y="2845"/>
                  </a:cubicBezTo>
                  <a:cubicBezTo>
                    <a:pt x="7615" y="1824"/>
                    <a:pt x="8560" y="1126"/>
                    <a:pt x="9632" y="1126"/>
                  </a:cubicBezTo>
                  <a:close/>
                  <a:moveTo>
                    <a:pt x="9632" y="0"/>
                  </a:moveTo>
                  <a:cubicBezTo>
                    <a:pt x="8291" y="0"/>
                    <a:pt x="7062" y="746"/>
                    <a:pt x="6447" y="1936"/>
                  </a:cubicBezTo>
                  <a:cubicBezTo>
                    <a:pt x="6091" y="1823"/>
                    <a:pt x="5726" y="1768"/>
                    <a:pt x="5364" y="1768"/>
                  </a:cubicBezTo>
                  <a:cubicBezTo>
                    <a:pt x="4426" y="1768"/>
                    <a:pt x="3508" y="2136"/>
                    <a:pt x="2826" y="2820"/>
                  </a:cubicBezTo>
                  <a:cubicBezTo>
                    <a:pt x="1878" y="3765"/>
                    <a:pt x="1537" y="5163"/>
                    <a:pt x="1942" y="6441"/>
                  </a:cubicBezTo>
                  <a:cubicBezTo>
                    <a:pt x="749" y="7054"/>
                    <a:pt x="0" y="8286"/>
                    <a:pt x="6" y="9626"/>
                  </a:cubicBezTo>
                  <a:cubicBezTo>
                    <a:pt x="0" y="10967"/>
                    <a:pt x="749" y="12199"/>
                    <a:pt x="1942" y="12812"/>
                  </a:cubicBezTo>
                  <a:cubicBezTo>
                    <a:pt x="1537" y="14089"/>
                    <a:pt x="1878" y="15487"/>
                    <a:pt x="2826" y="16432"/>
                  </a:cubicBezTo>
                  <a:cubicBezTo>
                    <a:pt x="3508" y="17116"/>
                    <a:pt x="4426" y="17484"/>
                    <a:pt x="5364" y="17484"/>
                  </a:cubicBezTo>
                  <a:cubicBezTo>
                    <a:pt x="5726" y="17484"/>
                    <a:pt x="6091" y="17429"/>
                    <a:pt x="6447" y="17317"/>
                  </a:cubicBezTo>
                  <a:cubicBezTo>
                    <a:pt x="7062" y="18506"/>
                    <a:pt x="8291" y="19252"/>
                    <a:pt x="9632" y="19252"/>
                  </a:cubicBezTo>
                  <a:cubicBezTo>
                    <a:pt x="10973" y="19252"/>
                    <a:pt x="12202" y="18506"/>
                    <a:pt x="12818" y="17317"/>
                  </a:cubicBezTo>
                  <a:cubicBezTo>
                    <a:pt x="13173" y="17429"/>
                    <a:pt x="13538" y="17484"/>
                    <a:pt x="13900" y="17484"/>
                  </a:cubicBezTo>
                  <a:cubicBezTo>
                    <a:pt x="14838" y="17484"/>
                    <a:pt x="15756" y="17116"/>
                    <a:pt x="16438" y="16432"/>
                  </a:cubicBezTo>
                  <a:cubicBezTo>
                    <a:pt x="17386" y="15487"/>
                    <a:pt x="17727" y="14089"/>
                    <a:pt x="17323" y="12812"/>
                  </a:cubicBezTo>
                  <a:cubicBezTo>
                    <a:pt x="18512" y="12196"/>
                    <a:pt x="19258" y="10967"/>
                    <a:pt x="19258" y="9626"/>
                  </a:cubicBezTo>
                  <a:cubicBezTo>
                    <a:pt x="19258" y="8286"/>
                    <a:pt x="18512" y="7057"/>
                    <a:pt x="17323" y="6441"/>
                  </a:cubicBezTo>
                  <a:cubicBezTo>
                    <a:pt x="17727" y="5163"/>
                    <a:pt x="17386" y="3765"/>
                    <a:pt x="16438" y="2820"/>
                  </a:cubicBezTo>
                  <a:cubicBezTo>
                    <a:pt x="15756" y="2136"/>
                    <a:pt x="14838" y="1768"/>
                    <a:pt x="13900" y="1768"/>
                  </a:cubicBezTo>
                  <a:cubicBezTo>
                    <a:pt x="13538" y="1768"/>
                    <a:pt x="13173" y="1823"/>
                    <a:pt x="12818" y="1936"/>
                  </a:cubicBezTo>
                  <a:cubicBezTo>
                    <a:pt x="12202" y="746"/>
                    <a:pt x="10973" y="0"/>
                    <a:pt x="96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4043" name="Google Shape;14043;p81"/>
          <p:cNvSpPr/>
          <p:nvPr/>
        </p:nvSpPr>
        <p:spPr>
          <a:xfrm>
            <a:off x="7974588" y="2726454"/>
            <a:ext cx="340186" cy="300545"/>
          </a:xfrm>
          <a:custGeom>
            <a:avLst/>
            <a:gdLst/>
            <a:ahLst/>
            <a:cxnLst/>
            <a:rect l="l" t="t" r="r" b="b"/>
            <a:pathLst>
              <a:path w="19326" h="17074" extrusionOk="0">
                <a:moveTo>
                  <a:pt x="14226" y="1132"/>
                </a:moveTo>
                <a:cubicBezTo>
                  <a:pt x="15314" y="1132"/>
                  <a:pt x="16352" y="1605"/>
                  <a:pt x="17070" y="2425"/>
                </a:cubicBezTo>
                <a:cubicBezTo>
                  <a:pt x="17798" y="3252"/>
                  <a:pt x="18196" y="4366"/>
                  <a:pt x="18196" y="5568"/>
                </a:cubicBezTo>
                <a:cubicBezTo>
                  <a:pt x="18193" y="8476"/>
                  <a:pt x="15599" y="10686"/>
                  <a:pt x="11671" y="14032"/>
                </a:cubicBezTo>
                <a:cubicBezTo>
                  <a:pt x="11025" y="14581"/>
                  <a:pt x="10364" y="15146"/>
                  <a:pt x="9663" y="15756"/>
                </a:cubicBezTo>
                <a:cubicBezTo>
                  <a:pt x="8963" y="15146"/>
                  <a:pt x="8301" y="14581"/>
                  <a:pt x="7655" y="14032"/>
                </a:cubicBezTo>
                <a:cubicBezTo>
                  <a:pt x="3727" y="10686"/>
                  <a:pt x="1133" y="8476"/>
                  <a:pt x="1133" y="5568"/>
                </a:cubicBezTo>
                <a:cubicBezTo>
                  <a:pt x="1133" y="4366"/>
                  <a:pt x="1535" y="3252"/>
                  <a:pt x="2259" y="2425"/>
                </a:cubicBezTo>
                <a:cubicBezTo>
                  <a:pt x="2977" y="1605"/>
                  <a:pt x="4015" y="1132"/>
                  <a:pt x="5103" y="1132"/>
                </a:cubicBezTo>
                <a:cubicBezTo>
                  <a:pt x="5113" y="1132"/>
                  <a:pt x="5124" y="1132"/>
                  <a:pt x="5134" y="1132"/>
                </a:cubicBezTo>
                <a:cubicBezTo>
                  <a:pt x="6686" y="1132"/>
                  <a:pt x="7691" y="2090"/>
                  <a:pt x="8259" y="2890"/>
                </a:cubicBezTo>
                <a:cubicBezTo>
                  <a:pt x="8631" y="3421"/>
                  <a:pt x="8920" y="4001"/>
                  <a:pt x="9126" y="4614"/>
                </a:cubicBezTo>
                <a:cubicBezTo>
                  <a:pt x="9212" y="4875"/>
                  <a:pt x="9438" y="5006"/>
                  <a:pt x="9665" y="5006"/>
                </a:cubicBezTo>
                <a:cubicBezTo>
                  <a:pt x="9891" y="5006"/>
                  <a:pt x="10118" y="4875"/>
                  <a:pt x="10204" y="4614"/>
                </a:cubicBezTo>
                <a:cubicBezTo>
                  <a:pt x="10409" y="4001"/>
                  <a:pt x="10699" y="3421"/>
                  <a:pt x="11070" y="2890"/>
                </a:cubicBezTo>
                <a:cubicBezTo>
                  <a:pt x="11641" y="2090"/>
                  <a:pt x="12643" y="1132"/>
                  <a:pt x="14195" y="1132"/>
                </a:cubicBezTo>
                <a:cubicBezTo>
                  <a:pt x="14206" y="1132"/>
                  <a:pt x="14216" y="1132"/>
                  <a:pt x="14226" y="1132"/>
                </a:cubicBezTo>
                <a:close/>
                <a:moveTo>
                  <a:pt x="5103" y="0"/>
                </a:moveTo>
                <a:cubicBezTo>
                  <a:pt x="3689" y="0"/>
                  <a:pt x="2343" y="612"/>
                  <a:pt x="1411" y="1676"/>
                </a:cubicBezTo>
                <a:cubicBezTo>
                  <a:pt x="502" y="2709"/>
                  <a:pt x="1" y="4092"/>
                  <a:pt x="1" y="5568"/>
                </a:cubicBezTo>
                <a:cubicBezTo>
                  <a:pt x="1" y="7174"/>
                  <a:pt x="629" y="8672"/>
                  <a:pt x="1976" y="10275"/>
                </a:cubicBezTo>
                <a:cubicBezTo>
                  <a:pt x="3180" y="11710"/>
                  <a:pt x="4914" y="13183"/>
                  <a:pt x="6922" y="14895"/>
                </a:cubicBezTo>
                <a:cubicBezTo>
                  <a:pt x="7670" y="15532"/>
                  <a:pt x="8443" y="16191"/>
                  <a:pt x="9265" y="16909"/>
                </a:cubicBezTo>
                <a:lnTo>
                  <a:pt x="9292" y="16933"/>
                </a:lnTo>
                <a:cubicBezTo>
                  <a:pt x="9397" y="17027"/>
                  <a:pt x="9530" y="17074"/>
                  <a:pt x="9664" y="17074"/>
                </a:cubicBezTo>
                <a:cubicBezTo>
                  <a:pt x="9797" y="17074"/>
                  <a:pt x="9930" y="17027"/>
                  <a:pt x="10038" y="16933"/>
                </a:cubicBezTo>
                <a:lnTo>
                  <a:pt x="10062" y="16909"/>
                </a:lnTo>
                <a:cubicBezTo>
                  <a:pt x="10883" y="16191"/>
                  <a:pt x="11659" y="15532"/>
                  <a:pt x="12405" y="14895"/>
                </a:cubicBezTo>
                <a:cubicBezTo>
                  <a:pt x="14413" y="13183"/>
                  <a:pt x="16146" y="11707"/>
                  <a:pt x="17351" y="10275"/>
                </a:cubicBezTo>
                <a:cubicBezTo>
                  <a:pt x="18697" y="8672"/>
                  <a:pt x="19325" y="7174"/>
                  <a:pt x="19325" y="5568"/>
                </a:cubicBezTo>
                <a:cubicBezTo>
                  <a:pt x="19325" y="4092"/>
                  <a:pt x="18824" y="2709"/>
                  <a:pt x="17915" y="1676"/>
                </a:cubicBezTo>
                <a:cubicBezTo>
                  <a:pt x="16983" y="612"/>
                  <a:pt x="15637" y="0"/>
                  <a:pt x="14224" y="0"/>
                </a:cubicBezTo>
                <a:cubicBezTo>
                  <a:pt x="14213" y="0"/>
                  <a:pt x="14203" y="0"/>
                  <a:pt x="14192" y="0"/>
                </a:cubicBezTo>
                <a:cubicBezTo>
                  <a:pt x="12157" y="0"/>
                  <a:pt x="10868" y="1217"/>
                  <a:pt x="10143" y="2238"/>
                </a:cubicBezTo>
                <a:cubicBezTo>
                  <a:pt x="9968" y="2485"/>
                  <a:pt x="9808" y="2748"/>
                  <a:pt x="9663" y="3017"/>
                </a:cubicBezTo>
                <a:cubicBezTo>
                  <a:pt x="9518" y="2748"/>
                  <a:pt x="9358" y="2485"/>
                  <a:pt x="9183" y="2238"/>
                </a:cubicBezTo>
                <a:cubicBezTo>
                  <a:pt x="8458" y="1217"/>
                  <a:pt x="7169" y="0"/>
                  <a:pt x="5134" y="0"/>
                </a:cubicBezTo>
                <a:cubicBezTo>
                  <a:pt x="5124" y="0"/>
                  <a:pt x="5113" y="0"/>
                  <a:pt x="5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4044" name="Google Shape;14044;p81"/>
          <p:cNvGrpSpPr/>
          <p:nvPr/>
        </p:nvGrpSpPr>
        <p:grpSpPr>
          <a:xfrm>
            <a:off x="5824496" y="3990669"/>
            <a:ext cx="342034" cy="280654"/>
            <a:chOff x="5647000" y="3252650"/>
            <a:chExt cx="485775" cy="398600"/>
          </a:xfrm>
        </p:grpSpPr>
        <p:sp>
          <p:nvSpPr>
            <p:cNvPr id="14045" name="Google Shape;14045;p81"/>
            <p:cNvSpPr/>
            <p:nvPr/>
          </p:nvSpPr>
          <p:spPr>
            <a:xfrm>
              <a:off x="5762575" y="3252650"/>
              <a:ext cx="113250" cy="143825"/>
            </a:xfrm>
            <a:custGeom>
              <a:avLst/>
              <a:gdLst/>
              <a:ahLst/>
              <a:cxnLst/>
              <a:rect l="l" t="t" r="r" b="b"/>
              <a:pathLst>
                <a:path w="4530" h="5753" extrusionOk="0">
                  <a:moveTo>
                    <a:pt x="2265" y="1133"/>
                  </a:moveTo>
                  <a:cubicBezTo>
                    <a:pt x="2383" y="1133"/>
                    <a:pt x="2667" y="1348"/>
                    <a:pt x="2960" y="1930"/>
                  </a:cubicBezTo>
                  <a:cubicBezTo>
                    <a:pt x="3246" y="2501"/>
                    <a:pt x="3397" y="3147"/>
                    <a:pt x="3397" y="3488"/>
                  </a:cubicBezTo>
                  <a:cubicBezTo>
                    <a:pt x="3397" y="4113"/>
                    <a:pt x="2890" y="4621"/>
                    <a:pt x="2265" y="4621"/>
                  </a:cubicBezTo>
                  <a:cubicBezTo>
                    <a:pt x="1637" y="4621"/>
                    <a:pt x="1133" y="4113"/>
                    <a:pt x="1133" y="3488"/>
                  </a:cubicBezTo>
                  <a:cubicBezTo>
                    <a:pt x="1133" y="3147"/>
                    <a:pt x="1284" y="2501"/>
                    <a:pt x="1568" y="1930"/>
                  </a:cubicBezTo>
                  <a:cubicBezTo>
                    <a:pt x="1860" y="1348"/>
                    <a:pt x="2144" y="1133"/>
                    <a:pt x="2265" y="1133"/>
                  </a:cubicBezTo>
                  <a:close/>
                  <a:moveTo>
                    <a:pt x="2265" y="1"/>
                  </a:moveTo>
                  <a:cubicBezTo>
                    <a:pt x="1613" y="1"/>
                    <a:pt x="1024" y="493"/>
                    <a:pt x="556" y="1423"/>
                  </a:cubicBezTo>
                  <a:cubicBezTo>
                    <a:pt x="218" y="2096"/>
                    <a:pt x="1" y="2909"/>
                    <a:pt x="1" y="3488"/>
                  </a:cubicBezTo>
                  <a:cubicBezTo>
                    <a:pt x="1" y="4738"/>
                    <a:pt x="1012" y="5750"/>
                    <a:pt x="2265" y="5753"/>
                  </a:cubicBezTo>
                  <a:cubicBezTo>
                    <a:pt x="3515" y="5750"/>
                    <a:pt x="4527" y="4738"/>
                    <a:pt x="4530" y="3488"/>
                  </a:cubicBezTo>
                  <a:cubicBezTo>
                    <a:pt x="4530" y="2909"/>
                    <a:pt x="4309" y="2096"/>
                    <a:pt x="3971" y="1423"/>
                  </a:cubicBezTo>
                  <a:cubicBezTo>
                    <a:pt x="3503" y="493"/>
                    <a:pt x="2914" y="1"/>
                    <a:pt x="22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046" name="Google Shape;14046;p81"/>
            <p:cNvSpPr/>
            <p:nvPr/>
          </p:nvSpPr>
          <p:spPr>
            <a:xfrm>
              <a:off x="5647000" y="3371750"/>
              <a:ext cx="124425" cy="136450"/>
            </a:xfrm>
            <a:custGeom>
              <a:avLst/>
              <a:gdLst/>
              <a:ahLst/>
              <a:cxnLst/>
              <a:rect l="l" t="t" r="r" b="b"/>
              <a:pathLst>
                <a:path w="4977" h="5458" extrusionOk="0">
                  <a:moveTo>
                    <a:pt x="1510" y="1131"/>
                  </a:moveTo>
                  <a:cubicBezTo>
                    <a:pt x="1680" y="1131"/>
                    <a:pt x="1994" y="1221"/>
                    <a:pt x="2422" y="1496"/>
                  </a:cubicBezTo>
                  <a:cubicBezTo>
                    <a:pt x="2969" y="1852"/>
                    <a:pt x="3425" y="2333"/>
                    <a:pt x="3594" y="2625"/>
                  </a:cubicBezTo>
                  <a:cubicBezTo>
                    <a:pt x="3908" y="3166"/>
                    <a:pt x="3721" y="3860"/>
                    <a:pt x="3180" y="4171"/>
                  </a:cubicBezTo>
                  <a:cubicBezTo>
                    <a:pt x="3000" y="4276"/>
                    <a:pt x="2801" y="4325"/>
                    <a:pt x="2603" y="4325"/>
                  </a:cubicBezTo>
                  <a:cubicBezTo>
                    <a:pt x="2200" y="4325"/>
                    <a:pt x="1804" y="4120"/>
                    <a:pt x="1595" y="3758"/>
                  </a:cubicBezTo>
                  <a:cubicBezTo>
                    <a:pt x="1423" y="3462"/>
                    <a:pt x="1233" y="2828"/>
                    <a:pt x="1193" y="2191"/>
                  </a:cubicBezTo>
                  <a:cubicBezTo>
                    <a:pt x="1157" y="1538"/>
                    <a:pt x="1296" y="1212"/>
                    <a:pt x="1399" y="1155"/>
                  </a:cubicBezTo>
                  <a:cubicBezTo>
                    <a:pt x="1432" y="1137"/>
                    <a:pt x="1471" y="1131"/>
                    <a:pt x="1510" y="1131"/>
                  </a:cubicBezTo>
                  <a:close/>
                  <a:moveTo>
                    <a:pt x="1512" y="1"/>
                  </a:moveTo>
                  <a:cubicBezTo>
                    <a:pt x="1262" y="1"/>
                    <a:pt x="1033" y="59"/>
                    <a:pt x="831" y="177"/>
                  </a:cubicBezTo>
                  <a:cubicBezTo>
                    <a:pt x="269" y="500"/>
                    <a:pt x="1" y="1221"/>
                    <a:pt x="61" y="2260"/>
                  </a:cubicBezTo>
                  <a:cubicBezTo>
                    <a:pt x="106" y="3012"/>
                    <a:pt x="324" y="3821"/>
                    <a:pt x="614" y="4325"/>
                  </a:cubicBezTo>
                  <a:cubicBezTo>
                    <a:pt x="919" y="4851"/>
                    <a:pt x="1420" y="5231"/>
                    <a:pt x="2009" y="5382"/>
                  </a:cubicBezTo>
                  <a:cubicBezTo>
                    <a:pt x="2205" y="5431"/>
                    <a:pt x="2404" y="5458"/>
                    <a:pt x="2607" y="5458"/>
                  </a:cubicBezTo>
                  <a:cubicBezTo>
                    <a:pt x="2609" y="5458"/>
                    <a:pt x="2612" y="5458"/>
                    <a:pt x="2615" y="5458"/>
                  </a:cubicBezTo>
                  <a:cubicBezTo>
                    <a:pt x="3421" y="5458"/>
                    <a:pt x="4166" y="5026"/>
                    <a:pt x="4572" y="4328"/>
                  </a:cubicBezTo>
                  <a:cubicBezTo>
                    <a:pt x="4977" y="3628"/>
                    <a:pt x="4977" y="2761"/>
                    <a:pt x="4572" y="2061"/>
                  </a:cubicBezTo>
                  <a:cubicBezTo>
                    <a:pt x="4282" y="1560"/>
                    <a:pt x="3678" y="968"/>
                    <a:pt x="3035" y="548"/>
                  </a:cubicBezTo>
                  <a:cubicBezTo>
                    <a:pt x="2471" y="185"/>
                    <a:pt x="1957" y="1"/>
                    <a:pt x="15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047" name="Google Shape;14047;p81"/>
            <p:cNvSpPr/>
            <p:nvPr/>
          </p:nvSpPr>
          <p:spPr>
            <a:xfrm>
              <a:off x="5904100" y="3252650"/>
              <a:ext cx="113275" cy="143825"/>
            </a:xfrm>
            <a:custGeom>
              <a:avLst/>
              <a:gdLst/>
              <a:ahLst/>
              <a:cxnLst/>
              <a:rect l="l" t="t" r="r" b="b"/>
              <a:pathLst>
                <a:path w="4531" h="5753" extrusionOk="0">
                  <a:moveTo>
                    <a:pt x="2266" y="1133"/>
                  </a:moveTo>
                  <a:cubicBezTo>
                    <a:pt x="2383" y="1133"/>
                    <a:pt x="2667" y="1348"/>
                    <a:pt x="2960" y="1930"/>
                  </a:cubicBezTo>
                  <a:cubicBezTo>
                    <a:pt x="3247" y="2501"/>
                    <a:pt x="3398" y="3147"/>
                    <a:pt x="3398" y="3488"/>
                  </a:cubicBezTo>
                  <a:cubicBezTo>
                    <a:pt x="3398" y="4113"/>
                    <a:pt x="2891" y="4621"/>
                    <a:pt x="2266" y="4621"/>
                  </a:cubicBezTo>
                  <a:cubicBezTo>
                    <a:pt x="1638" y="4621"/>
                    <a:pt x="1133" y="4113"/>
                    <a:pt x="1133" y="3488"/>
                  </a:cubicBezTo>
                  <a:cubicBezTo>
                    <a:pt x="1133" y="3147"/>
                    <a:pt x="1284" y="2501"/>
                    <a:pt x="1568" y="1930"/>
                  </a:cubicBezTo>
                  <a:cubicBezTo>
                    <a:pt x="1861" y="1348"/>
                    <a:pt x="2145" y="1133"/>
                    <a:pt x="2266" y="1133"/>
                  </a:cubicBezTo>
                  <a:close/>
                  <a:moveTo>
                    <a:pt x="2266" y="1"/>
                  </a:moveTo>
                  <a:cubicBezTo>
                    <a:pt x="1613" y="1"/>
                    <a:pt x="1025" y="493"/>
                    <a:pt x="557" y="1423"/>
                  </a:cubicBezTo>
                  <a:cubicBezTo>
                    <a:pt x="218" y="2096"/>
                    <a:pt x="1" y="2909"/>
                    <a:pt x="1" y="3488"/>
                  </a:cubicBezTo>
                  <a:cubicBezTo>
                    <a:pt x="1" y="4738"/>
                    <a:pt x="1012" y="5753"/>
                    <a:pt x="2266" y="5753"/>
                  </a:cubicBezTo>
                  <a:cubicBezTo>
                    <a:pt x="3516" y="5753"/>
                    <a:pt x="4530" y="4738"/>
                    <a:pt x="4530" y="3488"/>
                  </a:cubicBezTo>
                  <a:cubicBezTo>
                    <a:pt x="4530" y="2909"/>
                    <a:pt x="4310" y="2096"/>
                    <a:pt x="3972" y="1423"/>
                  </a:cubicBezTo>
                  <a:cubicBezTo>
                    <a:pt x="3507" y="493"/>
                    <a:pt x="2915" y="1"/>
                    <a:pt x="22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048" name="Google Shape;14048;p81"/>
            <p:cNvSpPr/>
            <p:nvPr/>
          </p:nvSpPr>
          <p:spPr>
            <a:xfrm>
              <a:off x="5996750" y="3371150"/>
              <a:ext cx="136025" cy="136525"/>
            </a:xfrm>
            <a:custGeom>
              <a:avLst/>
              <a:gdLst/>
              <a:ahLst/>
              <a:cxnLst/>
              <a:rect l="l" t="t" r="r" b="b"/>
              <a:pathLst>
                <a:path w="5441" h="5461" extrusionOk="0">
                  <a:moveTo>
                    <a:pt x="3955" y="1136"/>
                  </a:moveTo>
                  <a:cubicBezTo>
                    <a:pt x="3986" y="1136"/>
                    <a:pt x="4019" y="1143"/>
                    <a:pt x="4049" y="1158"/>
                  </a:cubicBezTo>
                  <a:cubicBezTo>
                    <a:pt x="4152" y="1218"/>
                    <a:pt x="4290" y="1541"/>
                    <a:pt x="4251" y="2194"/>
                  </a:cubicBezTo>
                  <a:cubicBezTo>
                    <a:pt x="4215" y="2834"/>
                    <a:pt x="4022" y="3468"/>
                    <a:pt x="3853" y="3761"/>
                  </a:cubicBezTo>
                  <a:cubicBezTo>
                    <a:pt x="3644" y="4124"/>
                    <a:pt x="3246" y="4329"/>
                    <a:pt x="2842" y="4329"/>
                  </a:cubicBezTo>
                  <a:cubicBezTo>
                    <a:pt x="2645" y="4329"/>
                    <a:pt x="2447" y="4280"/>
                    <a:pt x="2267" y="4177"/>
                  </a:cubicBezTo>
                  <a:cubicBezTo>
                    <a:pt x="2008" y="4026"/>
                    <a:pt x="1815" y="3779"/>
                    <a:pt x="1739" y="3489"/>
                  </a:cubicBezTo>
                  <a:cubicBezTo>
                    <a:pt x="1661" y="3199"/>
                    <a:pt x="1703" y="2888"/>
                    <a:pt x="1854" y="2628"/>
                  </a:cubicBezTo>
                  <a:cubicBezTo>
                    <a:pt x="2020" y="2338"/>
                    <a:pt x="2479" y="1855"/>
                    <a:pt x="3025" y="1502"/>
                  </a:cubicBezTo>
                  <a:cubicBezTo>
                    <a:pt x="3451" y="1224"/>
                    <a:pt x="3768" y="1137"/>
                    <a:pt x="3937" y="1137"/>
                  </a:cubicBezTo>
                  <a:cubicBezTo>
                    <a:pt x="3943" y="1136"/>
                    <a:pt x="3949" y="1136"/>
                    <a:pt x="3955" y="1136"/>
                  </a:cubicBezTo>
                  <a:close/>
                  <a:moveTo>
                    <a:pt x="3932" y="1"/>
                  </a:moveTo>
                  <a:cubicBezTo>
                    <a:pt x="3486" y="1"/>
                    <a:pt x="2972" y="186"/>
                    <a:pt x="2409" y="551"/>
                  </a:cubicBezTo>
                  <a:cubicBezTo>
                    <a:pt x="1766" y="968"/>
                    <a:pt x="1162" y="1562"/>
                    <a:pt x="872" y="2064"/>
                  </a:cubicBezTo>
                  <a:cubicBezTo>
                    <a:pt x="1" y="3572"/>
                    <a:pt x="1091" y="5461"/>
                    <a:pt x="2834" y="5461"/>
                  </a:cubicBezTo>
                  <a:cubicBezTo>
                    <a:pt x="2835" y="5461"/>
                    <a:pt x="2837" y="5461"/>
                    <a:pt x="2838" y="5461"/>
                  </a:cubicBezTo>
                  <a:cubicBezTo>
                    <a:pt x="3037" y="5461"/>
                    <a:pt x="3240" y="5433"/>
                    <a:pt x="3436" y="5385"/>
                  </a:cubicBezTo>
                  <a:cubicBezTo>
                    <a:pt x="4022" y="5234"/>
                    <a:pt x="4526" y="4854"/>
                    <a:pt x="4831" y="4328"/>
                  </a:cubicBezTo>
                  <a:cubicBezTo>
                    <a:pt x="5121" y="3824"/>
                    <a:pt x="5335" y="3015"/>
                    <a:pt x="5380" y="2260"/>
                  </a:cubicBezTo>
                  <a:cubicBezTo>
                    <a:pt x="5441" y="1221"/>
                    <a:pt x="5175" y="503"/>
                    <a:pt x="4614" y="177"/>
                  </a:cubicBezTo>
                  <a:cubicBezTo>
                    <a:pt x="4410" y="59"/>
                    <a:pt x="4182" y="1"/>
                    <a:pt x="39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049" name="Google Shape;14049;p81"/>
            <p:cNvSpPr/>
            <p:nvPr/>
          </p:nvSpPr>
          <p:spPr>
            <a:xfrm>
              <a:off x="5734275" y="3424700"/>
              <a:ext cx="311325" cy="226550"/>
            </a:xfrm>
            <a:custGeom>
              <a:avLst/>
              <a:gdLst/>
              <a:ahLst/>
              <a:cxnLst/>
              <a:rect l="l" t="t" r="r" b="b"/>
              <a:pathLst>
                <a:path w="12453" h="9062" extrusionOk="0">
                  <a:moveTo>
                    <a:pt x="6226" y="1135"/>
                  </a:moveTo>
                  <a:cubicBezTo>
                    <a:pt x="8575" y="1135"/>
                    <a:pt x="9059" y="1815"/>
                    <a:pt x="9059" y="2832"/>
                  </a:cubicBezTo>
                  <a:lnTo>
                    <a:pt x="9059" y="3159"/>
                  </a:lnTo>
                  <a:cubicBezTo>
                    <a:pt x="9056" y="3850"/>
                    <a:pt x="9472" y="4472"/>
                    <a:pt x="10115" y="4732"/>
                  </a:cubicBezTo>
                  <a:cubicBezTo>
                    <a:pt x="10846" y="5031"/>
                    <a:pt x="11323" y="5619"/>
                    <a:pt x="11323" y="6229"/>
                  </a:cubicBezTo>
                  <a:cubicBezTo>
                    <a:pt x="11323" y="6658"/>
                    <a:pt x="11103" y="7069"/>
                    <a:pt x="10704" y="7389"/>
                  </a:cubicBezTo>
                  <a:cubicBezTo>
                    <a:pt x="10269" y="7736"/>
                    <a:pt x="9687" y="7929"/>
                    <a:pt x="9059" y="7929"/>
                  </a:cubicBezTo>
                  <a:cubicBezTo>
                    <a:pt x="9046" y="7929"/>
                    <a:pt x="9034" y="7929"/>
                    <a:pt x="9021" y="7929"/>
                  </a:cubicBezTo>
                  <a:cubicBezTo>
                    <a:pt x="8787" y="7929"/>
                    <a:pt x="8554" y="7902"/>
                    <a:pt x="8328" y="7848"/>
                  </a:cubicBezTo>
                  <a:cubicBezTo>
                    <a:pt x="7639" y="7673"/>
                    <a:pt x="6933" y="7585"/>
                    <a:pt x="6223" y="7585"/>
                  </a:cubicBezTo>
                  <a:cubicBezTo>
                    <a:pt x="5517" y="7585"/>
                    <a:pt x="4813" y="7673"/>
                    <a:pt x="4128" y="7848"/>
                  </a:cubicBezTo>
                  <a:cubicBezTo>
                    <a:pt x="3901" y="7902"/>
                    <a:pt x="3666" y="7929"/>
                    <a:pt x="3434" y="7929"/>
                  </a:cubicBezTo>
                  <a:cubicBezTo>
                    <a:pt x="3422" y="7929"/>
                    <a:pt x="3409" y="7929"/>
                    <a:pt x="3397" y="7929"/>
                  </a:cubicBezTo>
                  <a:cubicBezTo>
                    <a:pt x="2769" y="7929"/>
                    <a:pt x="2183" y="7736"/>
                    <a:pt x="1748" y="7389"/>
                  </a:cubicBezTo>
                  <a:cubicBezTo>
                    <a:pt x="1350" y="7069"/>
                    <a:pt x="1133" y="6658"/>
                    <a:pt x="1133" y="6229"/>
                  </a:cubicBezTo>
                  <a:cubicBezTo>
                    <a:pt x="1133" y="5619"/>
                    <a:pt x="1604" y="5031"/>
                    <a:pt x="2340" y="4732"/>
                  </a:cubicBezTo>
                  <a:cubicBezTo>
                    <a:pt x="2980" y="4472"/>
                    <a:pt x="3397" y="3850"/>
                    <a:pt x="3397" y="3159"/>
                  </a:cubicBezTo>
                  <a:lnTo>
                    <a:pt x="3397" y="2832"/>
                  </a:lnTo>
                  <a:cubicBezTo>
                    <a:pt x="3397" y="1815"/>
                    <a:pt x="3877" y="1135"/>
                    <a:pt x="6226" y="1135"/>
                  </a:cubicBezTo>
                  <a:close/>
                  <a:moveTo>
                    <a:pt x="6226" y="0"/>
                  </a:moveTo>
                  <a:cubicBezTo>
                    <a:pt x="5034" y="0"/>
                    <a:pt x="4185" y="157"/>
                    <a:pt x="3557" y="498"/>
                  </a:cubicBezTo>
                  <a:cubicBezTo>
                    <a:pt x="2700" y="960"/>
                    <a:pt x="2262" y="1745"/>
                    <a:pt x="2262" y="2829"/>
                  </a:cubicBezTo>
                  <a:lnTo>
                    <a:pt x="2262" y="3156"/>
                  </a:lnTo>
                  <a:cubicBezTo>
                    <a:pt x="2265" y="3388"/>
                    <a:pt x="2123" y="3593"/>
                    <a:pt x="1912" y="3681"/>
                  </a:cubicBezTo>
                  <a:cubicBezTo>
                    <a:pt x="749" y="4158"/>
                    <a:pt x="0" y="5157"/>
                    <a:pt x="0" y="6229"/>
                  </a:cubicBezTo>
                  <a:cubicBezTo>
                    <a:pt x="0" y="7790"/>
                    <a:pt x="1522" y="9062"/>
                    <a:pt x="3397" y="9062"/>
                  </a:cubicBezTo>
                  <a:cubicBezTo>
                    <a:pt x="3409" y="9062"/>
                    <a:pt x="3421" y="9062"/>
                    <a:pt x="3433" y="9062"/>
                  </a:cubicBezTo>
                  <a:cubicBezTo>
                    <a:pt x="3760" y="9062"/>
                    <a:pt x="4088" y="9022"/>
                    <a:pt x="4409" y="8944"/>
                  </a:cubicBezTo>
                  <a:cubicBezTo>
                    <a:pt x="5005" y="8793"/>
                    <a:pt x="5616" y="8717"/>
                    <a:pt x="6228" y="8717"/>
                  </a:cubicBezTo>
                  <a:cubicBezTo>
                    <a:pt x="6839" y="8717"/>
                    <a:pt x="7451" y="8793"/>
                    <a:pt x="8047" y="8944"/>
                  </a:cubicBezTo>
                  <a:cubicBezTo>
                    <a:pt x="8366" y="9022"/>
                    <a:pt x="8691" y="9059"/>
                    <a:pt x="9017" y="9059"/>
                  </a:cubicBezTo>
                  <a:cubicBezTo>
                    <a:pt x="9030" y="9059"/>
                    <a:pt x="9043" y="9059"/>
                    <a:pt x="9056" y="9059"/>
                  </a:cubicBezTo>
                  <a:cubicBezTo>
                    <a:pt x="10931" y="9059"/>
                    <a:pt x="12452" y="7787"/>
                    <a:pt x="12452" y="6226"/>
                  </a:cubicBezTo>
                  <a:cubicBezTo>
                    <a:pt x="12452" y="5154"/>
                    <a:pt x="11704" y="4155"/>
                    <a:pt x="10541" y="3681"/>
                  </a:cubicBezTo>
                  <a:cubicBezTo>
                    <a:pt x="10330" y="3593"/>
                    <a:pt x="10188" y="3388"/>
                    <a:pt x="10188" y="3156"/>
                  </a:cubicBezTo>
                  <a:lnTo>
                    <a:pt x="10188" y="2829"/>
                  </a:lnTo>
                  <a:cubicBezTo>
                    <a:pt x="10188" y="1745"/>
                    <a:pt x="9753" y="960"/>
                    <a:pt x="8896" y="498"/>
                  </a:cubicBezTo>
                  <a:cubicBezTo>
                    <a:pt x="8267" y="157"/>
                    <a:pt x="7419" y="0"/>
                    <a:pt x="62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4050" name="Google Shape;14050;p81"/>
          <p:cNvGrpSpPr/>
          <p:nvPr/>
        </p:nvGrpSpPr>
        <p:grpSpPr>
          <a:xfrm>
            <a:off x="4129937" y="3996769"/>
            <a:ext cx="326536" cy="268454"/>
            <a:chOff x="6242450" y="3252800"/>
            <a:chExt cx="484475" cy="398300"/>
          </a:xfrm>
        </p:grpSpPr>
        <p:sp>
          <p:nvSpPr>
            <p:cNvPr id="14051" name="Google Shape;14051;p81"/>
            <p:cNvSpPr/>
            <p:nvPr/>
          </p:nvSpPr>
          <p:spPr>
            <a:xfrm>
              <a:off x="6626825" y="3427175"/>
              <a:ext cx="28325" cy="28350"/>
            </a:xfrm>
            <a:custGeom>
              <a:avLst/>
              <a:gdLst/>
              <a:ahLst/>
              <a:cxnLst/>
              <a:rect l="l" t="t" r="r" b="b"/>
              <a:pathLst>
                <a:path w="1133" h="1134" extrusionOk="0">
                  <a:moveTo>
                    <a:pt x="568" y="1"/>
                  </a:moveTo>
                  <a:cubicBezTo>
                    <a:pt x="254" y="1"/>
                    <a:pt x="0" y="254"/>
                    <a:pt x="0" y="565"/>
                  </a:cubicBezTo>
                  <a:cubicBezTo>
                    <a:pt x="0" y="879"/>
                    <a:pt x="254" y="1133"/>
                    <a:pt x="568" y="1133"/>
                  </a:cubicBezTo>
                  <a:cubicBezTo>
                    <a:pt x="879" y="1133"/>
                    <a:pt x="1132" y="879"/>
                    <a:pt x="1132" y="565"/>
                  </a:cubicBezTo>
                  <a:cubicBezTo>
                    <a:pt x="1132" y="254"/>
                    <a:pt x="879" y="1"/>
                    <a:pt x="5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052" name="Google Shape;14052;p81"/>
            <p:cNvSpPr/>
            <p:nvPr/>
          </p:nvSpPr>
          <p:spPr>
            <a:xfrm>
              <a:off x="6508150" y="3418300"/>
              <a:ext cx="45550" cy="68400"/>
            </a:xfrm>
            <a:custGeom>
              <a:avLst/>
              <a:gdLst/>
              <a:ahLst/>
              <a:cxnLst/>
              <a:rect l="l" t="t" r="r" b="b"/>
              <a:pathLst>
                <a:path w="1822" h="2736" extrusionOk="0">
                  <a:moveTo>
                    <a:pt x="1062" y="0"/>
                  </a:moveTo>
                  <a:cubicBezTo>
                    <a:pt x="917" y="0"/>
                    <a:pt x="772" y="55"/>
                    <a:pt x="662" y="166"/>
                  </a:cubicBezTo>
                  <a:cubicBezTo>
                    <a:pt x="1" y="830"/>
                    <a:pt x="1" y="1905"/>
                    <a:pt x="662" y="2569"/>
                  </a:cubicBezTo>
                  <a:cubicBezTo>
                    <a:pt x="768" y="2675"/>
                    <a:pt x="912" y="2732"/>
                    <a:pt x="1063" y="2735"/>
                  </a:cubicBezTo>
                  <a:cubicBezTo>
                    <a:pt x="1568" y="2732"/>
                    <a:pt x="1821" y="2122"/>
                    <a:pt x="1462" y="1766"/>
                  </a:cubicBezTo>
                  <a:cubicBezTo>
                    <a:pt x="1242" y="1545"/>
                    <a:pt x="1242" y="1186"/>
                    <a:pt x="1462" y="966"/>
                  </a:cubicBezTo>
                  <a:cubicBezTo>
                    <a:pt x="1685" y="745"/>
                    <a:pt x="1685" y="386"/>
                    <a:pt x="1462" y="166"/>
                  </a:cubicBezTo>
                  <a:cubicBezTo>
                    <a:pt x="1352" y="55"/>
                    <a:pt x="1207" y="0"/>
                    <a:pt x="10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053" name="Google Shape;14053;p81"/>
            <p:cNvSpPr/>
            <p:nvPr/>
          </p:nvSpPr>
          <p:spPr>
            <a:xfrm>
              <a:off x="6242450" y="3252800"/>
              <a:ext cx="484475" cy="398300"/>
            </a:xfrm>
            <a:custGeom>
              <a:avLst/>
              <a:gdLst/>
              <a:ahLst/>
              <a:cxnLst/>
              <a:rect l="l" t="t" r="r" b="b"/>
              <a:pathLst>
                <a:path w="19379" h="15932" extrusionOk="0">
                  <a:moveTo>
                    <a:pt x="9593" y="1178"/>
                  </a:moveTo>
                  <a:cubicBezTo>
                    <a:pt x="11124" y="1417"/>
                    <a:pt x="12374" y="2528"/>
                    <a:pt x="12794" y="4017"/>
                  </a:cubicBezTo>
                  <a:cubicBezTo>
                    <a:pt x="12443" y="4032"/>
                    <a:pt x="12093" y="4065"/>
                    <a:pt x="11746" y="4116"/>
                  </a:cubicBezTo>
                  <a:cubicBezTo>
                    <a:pt x="10595" y="3543"/>
                    <a:pt x="9792" y="2450"/>
                    <a:pt x="9593" y="1178"/>
                  </a:cubicBezTo>
                  <a:close/>
                  <a:moveTo>
                    <a:pt x="1697" y="2890"/>
                  </a:moveTo>
                  <a:cubicBezTo>
                    <a:pt x="3790" y="2894"/>
                    <a:pt x="5520" y="4524"/>
                    <a:pt x="5653" y="6613"/>
                  </a:cubicBezTo>
                  <a:lnTo>
                    <a:pt x="4360" y="5321"/>
                  </a:lnTo>
                  <a:cubicBezTo>
                    <a:pt x="4250" y="5211"/>
                    <a:pt x="4105" y="5156"/>
                    <a:pt x="3960" y="5156"/>
                  </a:cubicBezTo>
                  <a:cubicBezTo>
                    <a:pt x="3815" y="5156"/>
                    <a:pt x="3670" y="5211"/>
                    <a:pt x="3560" y="5321"/>
                  </a:cubicBezTo>
                  <a:cubicBezTo>
                    <a:pt x="3340" y="5542"/>
                    <a:pt x="3340" y="5901"/>
                    <a:pt x="3560" y="6121"/>
                  </a:cubicBezTo>
                  <a:lnTo>
                    <a:pt x="4852" y="7414"/>
                  </a:lnTo>
                  <a:cubicBezTo>
                    <a:pt x="2763" y="7281"/>
                    <a:pt x="1132" y="5551"/>
                    <a:pt x="1132" y="3458"/>
                  </a:cubicBezTo>
                  <a:lnTo>
                    <a:pt x="1129" y="3458"/>
                  </a:lnTo>
                  <a:lnTo>
                    <a:pt x="1129" y="2890"/>
                  </a:lnTo>
                  <a:close/>
                  <a:moveTo>
                    <a:pt x="15511" y="5593"/>
                  </a:moveTo>
                  <a:cubicBezTo>
                    <a:pt x="16553" y="6067"/>
                    <a:pt x="17477" y="6888"/>
                    <a:pt x="18135" y="7966"/>
                  </a:cubicBezTo>
                  <a:cubicBezTo>
                    <a:pt x="17471" y="9056"/>
                    <a:pt x="16532" y="9887"/>
                    <a:pt x="15472" y="10358"/>
                  </a:cubicBezTo>
                  <a:cubicBezTo>
                    <a:pt x="13748" y="9228"/>
                    <a:pt x="13766" y="6695"/>
                    <a:pt x="15511" y="5593"/>
                  </a:cubicBezTo>
                  <a:close/>
                  <a:moveTo>
                    <a:pt x="13326" y="5134"/>
                  </a:moveTo>
                  <a:cubicBezTo>
                    <a:pt x="13345" y="5134"/>
                    <a:pt x="13363" y="5134"/>
                    <a:pt x="13382" y="5134"/>
                  </a:cubicBezTo>
                  <a:cubicBezTo>
                    <a:pt x="13417" y="5140"/>
                    <a:pt x="13451" y="5143"/>
                    <a:pt x="13485" y="5143"/>
                  </a:cubicBezTo>
                  <a:cubicBezTo>
                    <a:pt x="13504" y="5143"/>
                    <a:pt x="13523" y="5142"/>
                    <a:pt x="13542" y="5140"/>
                  </a:cubicBezTo>
                  <a:cubicBezTo>
                    <a:pt x="13548" y="5140"/>
                    <a:pt x="13554" y="5137"/>
                    <a:pt x="13560" y="5137"/>
                  </a:cubicBezTo>
                  <a:cubicBezTo>
                    <a:pt x="13775" y="5143"/>
                    <a:pt x="13989" y="5161"/>
                    <a:pt x="14204" y="5197"/>
                  </a:cubicBezTo>
                  <a:cubicBezTo>
                    <a:pt x="12688" y="6728"/>
                    <a:pt x="12676" y="9189"/>
                    <a:pt x="14170" y="10738"/>
                  </a:cubicBezTo>
                  <a:cubicBezTo>
                    <a:pt x="13968" y="10771"/>
                    <a:pt x="13763" y="10789"/>
                    <a:pt x="13560" y="10792"/>
                  </a:cubicBezTo>
                  <a:lnTo>
                    <a:pt x="13542" y="10792"/>
                  </a:lnTo>
                  <a:cubicBezTo>
                    <a:pt x="13520" y="10789"/>
                    <a:pt x="13497" y="10787"/>
                    <a:pt x="13475" y="10787"/>
                  </a:cubicBezTo>
                  <a:cubicBezTo>
                    <a:pt x="13444" y="10787"/>
                    <a:pt x="13414" y="10790"/>
                    <a:pt x="13382" y="10795"/>
                  </a:cubicBezTo>
                  <a:cubicBezTo>
                    <a:pt x="13362" y="10796"/>
                    <a:pt x="13341" y="10796"/>
                    <a:pt x="13321" y="10796"/>
                  </a:cubicBezTo>
                  <a:cubicBezTo>
                    <a:pt x="12807" y="10796"/>
                    <a:pt x="12296" y="10759"/>
                    <a:pt x="11788" y="10684"/>
                  </a:cubicBezTo>
                  <a:cubicBezTo>
                    <a:pt x="11755" y="10675"/>
                    <a:pt x="11722" y="10672"/>
                    <a:pt x="11691" y="10669"/>
                  </a:cubicBezTo>
                  <a:cubicBezTo>
                    <a:pt x="9931" y="10370"/>
                    <a:pt x="8938" y="9530"/>
                    <a:pt x="7114" y="7990"/>
                  </a:cubicBezTo>
                  <a:lnTo>
                    <a:pt x="7105" y="7987"/>
                  </a:lnTo>
                  <a:lnTo>
                    <a:pt x="7177" y="7927"/>
                  </a:lnTo>
                  <a:cubicBezTo>
                    <a:pt x="8986" y="6402"/>
                    <a:pt x="9973" y="5569"/>
                    <a:pt x="11691" y="5267"/>
                  </a:cubicBezTo>
                  <a:cubicBezTo>
                    <a:pt x="11731" y="5264"/>
                    <a:pt x="11767" y="5258"/>
                    <a:pt x="11806" y="5249"/>
                  </a:cubicBezTo>
                  <a:cubicBezTo>
                    <a:pt x="12310" y="5173"/>
                    <a:pt x="12816" y="5134"/>
                    <a:pt x="13326" y="5134"/>
                  </a:cubicBezTo>
                  <a:close/>
                  <a:moveTo>
                    <a:pt x="4852" y="8561"/>
                  </a:moveTo>
                  <a:lnTo>
                    <a:pt x="3560" y="9850"/>
                  </a:lnTo>
                  <a:cubicBezTo>
                    <a:pt x="3340" y="10071"/>
                    <a:pt x="3340" y="10430"/>
                    <a:pt x="3560" y="10650"/>
                  </a:cubicBezTo>
                  <a:cubicBezTo>
                    <a:pt x="3670" y="10762"/>
                    <a:pt x="3815" y="10818"/>
                    <a:pt x="3960" y="10818"/>
                  </a:cubicBezTo>
                  <a:cubicBezTo>
                    <a:pt x="4105" y="10818"/>
                    <a:pt x="4250" y="10762"/>
                    <a:pt x="4360" y="10650"/>
                  </a:cubicBezTo>
                  <a:lnTo>
                    <a:pt x="5653" y="9361"/>
                  </a:lnTo>
                  <a:lnTo>
                    <a:pt x="5653" y="9361"/>
                  </a:lnTo>
                  <a:cubicBezTo>
                    <a:pt x="5520" y="11451"/>
                    <a:pt x="3790" y="13078"/>
                    <a:pt x="1697" y="13081"/>
                  </a:cubicBezTo>
                  <a:lnTo>
                    <a:pt x="1129" y="13081"/>
                  </a:lnTo>
                  <a:lnTo>
                    <a:pt x="1129" y="12517"/>
                  </a:lnTo>
                  <a:cubicBezTo>
                    <a:pt x="1132" y="10421"/>
                    <a:pt x="2760" y="8691"/>
                    <a:pt x="4852" y="8561"/>
                  </a:cubicBezTo>
                  <a:close/>
                  <a:moveTo>
                    <a:pt x="11734" y="11822"/>
                  </a:moveTo>
                  <a:cubicBezTo>
                    <a:pt x="12066" y="11870"/>
                    <a:pt x="12416" y="11901"/>
                    <a:pt x="12794" y="11916"/>
                  </a:cubicBezTo>
                  <a:cubicBezTo>
                    <a:pt x="12374" y="13407"/>
                    <a:pt x="11121" y="14515"/>
                    <a:pt x="9593" y="14754"/>
                  </a:cubicBezTo>
                  <a:cubicBezTo>
                    <a:pt x="9792" y="13489"/>
                    <a:pt x="10589" y="12396"/>
                    <a:pt x="11734" y="11822"/>
                  </a:cubicBezTo>
                  <a:close/>
                  <a:moveTo>
                    <a:pt x="8986" y="1"/>
                  </a:moveTo>
                  <a:cubicBezTo>
                    <a:pt x="8984" y="1"/>
                    <a:pt x="8982" y="1"/>
                    <a:pt x="8980" y="1"/>
                  </a:cubicBezTo>
                  <a:cubicBezTo>
                    <a:pt x="8666" y="1"/>
                    <a:pt x="8412" y="255"/>
                    <a:pt x="8412" y="566"/>
                  </a:cubicBezTo>
                  <a:cubicBezTo>
                    <a:pt x="8415" y="2084"/>
                    <a:pt x="9092" y="3522"/>
                    <a:pt x="10257" y="4491"/>
                  </a:cubicBezTo>
                  <a:cubicBezTo>
                    <a:pt x="9019" y="4950"/>
                    <a:pt x="8044" y="5720"/>
                    <a:pt x="6794" y="6774"/>
                  </a:cubicBezTo>
                  <a:cubicBezTo>
                    <a:pt x="6749" y="4002"/>
                    <a:pt x="4481" y="1761"/>
                    <a:pt x="1697" y="1761"/>
                  </a:cubicBezTo>
                  <a:lnTo>
                    <a:pt x="565" y="1761"/>
                  </a:lnTo>
                  <a:cubicBezTo>
                    <a:pt x="251" y="1761"/>
                    <a:pt x="0" y="2015"/>
                    <a:pt x="0" y="2326"/>
                  </a:cubicBezTo>
                  <a:lnTo>
                    <a:pt x="0" y="3458"/>
                  </a:lnTo>
                  <a:cubicBezTo>
                    <a:pt x="0" y="5366"/>
                    <a:pt x="1066" y="7115"/>
                    <a:pt x="2763" y="7987"/>
                  </a:cubicBezTo>
                  <a:cubicBezTo>
                    <a:pt x="1066" y="8863"/>
                    <a:pt x="0" y="10611"/>
                    <a:pt x="0" y="12517"/>
                  </a:cubicBezTo>
                  <a:lnTo>
                    <a:pt x="0" y="13649"/>
                  </a:lnTo>
                  <a:cubicBezTo>
                    <a:pt x="0" y="13963"/>
                    <a:pt x="254" y="14213"/>
                    <a:pt x="565" y="14213"/>
                  </a:cubicBezTo>
                  <a:lnTo>
                    <a:pt x="1697" y="14213"/>
                  </a:lnTo>
                  <a:cubicBezTo>
                    <a:pt x="4478" y="14213"/>
                    <a:pt x="6746" y="11973"/>
                    <a:pt x="6794" y="9204"/>
                  </a:cubicBezTo>
                  <a:cubicBezTo>
                    <a:pt x="7808" y="10056"/>
                    <a:pt x="8606" y="10693"/>
                    <a:pt x="9523" y="11149"/>
                  </a:cubicBezTo>
                  <a:cubicBezTo>
                    <a:pt x="9756" y="11263"/>
                    <a:pt x="9998" y="11366"/>
                    <a:pt x="10242" y="11457"/>
                  </a:cubicBezTo>
                  <a:cubicBezTo>
                    <a:pt x="9086" y="12426"/>
                    <a:pt x="8415" y="13857"/>
                    <a:pt x="8412" y="15367"/>
                  </a:cubicBezTo>
                  <a:cubicBezTo>
                    <a:pt x="8412" y="15678"/>
                    <a:pt x="8666" y="15932"/>
                    <a:pt x="8980" y="15932"/>
                  </a:cubicBezTo>
                  <a:cubicBezTo>
                    <a:pt x="8982" y="15932"/>
                    <a:pt x="8984" y="15932"/>
                    <a:pt x="8986" y="15932"/>
                  </a:cubicBezTo>
                  <a:cubicBezTo>
                    <a:pt x="11387" y="15932"/>
                    <a:pt x="13461" y="14254"/>
                    <a:pt x="13962" y="11907"/>
                  </a:cubicBezTo>
                  <a:cubicBezTo>
                    <a:pt x="14971" y="11813"/>
                    <a:pt x="15943" y="11481"/>
                    <a:pt x="16794" y="10934"/>
                  </a:cubicBezTo>
                  <a:cubicBezTo>
                    <a:pt x="17812" y="10288"/>
                    <a:pt x="18672" y="9355"/>
                    <a:pt x="19285" y="8238"/>
                  </a:cubicBezTo>
                  <a:cubicBezTo>
                    <a:pt x="19379" y="8069"/>
                    <a:pt x="19379" y="7864"/>
                    <a:pt x="19285" y="7694"/>
                  </a:cubicBezTo>
                  <a:cubicBezTo>
                    <a:pt x="18672" y="6577"/>
                    <a:pt x="17809" y="5644"/>
                    <a:pt x="16794" y="4998"/>
                  </a:cubicBezTo>
                  <a:cubicBezTo>
                    <a:pt x="15943" y="4452"/>
                    <a:pt x="14971" y="4119"/>
                    <a:pt x="13962" y="4026"/>
                  </a:cubicBezTo>
                  <a:cubicBezTo>
                    <a:pt x="13461" y="1679"/>
                    <a:pt x="11387" y="1"/>
                    <a:pt x="89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4054" name="Google Shape;14054;p81"/>
          <p:cNvGrpSpPr/>
          <p:nvPr/>
        </p:nvGrpSpPr>
        <p:grpSpPr>
          <a:xfrm>
            <a:off x="5061598" y="3126102"/>
            <a:ext cx="298978" cy="340168"/>
            <a:chOff x="922025" y="3804850"/>
            <a:chExt cx="424625" cy="483125"/>
          </a:xfrm>
        </p:grpSpPr>
        <p:sp>
          <p:nvSpPr>
            <p:cNvPr id="14055" name="Google Shape;14055;p81"/>
            <p:cNvSpPr/>
            <p:nvPr/>
          </p:nvSpPr>
          <p:spPr>
            <a:xfrm>
              <a:off x="922025" y="3804850"/>
              <a:ext cx="424625" cy="483125"/>
            </a:xfrm>
            <a:custGeom>
              <a:avLst/>
              <a:gdLst/>
              <a:ahLst/>
              <a:cxnLst/>
              <a:rect l="l" t="t" r="r" b="b"/>
              <a:pathLst>
                <a:path w="16985" h="19325" extrusionOk="0">
                  <a:moveTo>
                    <a:pt x="14153" y="1132"/>
                  </a:moveTo>
                  <a:cubicBezTo>
                    <a:pt x="15092" y="1132"/>
                    <a:pt x="15850" y="1893"/>
                    <a:pt x="15853" y="2832"/>
                  </a:cubicBezTo>
                  <a:lnTo>
                    <a:pt x="15853" y="3560"/>
                  </a:lnTo>
                  <a:cubicBezTo>
                    <a:pt x="15472" y="3162"/>
                    <a:pt x="15037" y="2769"/>
                    <a:pt x="14648" y="2558"/>
                  </a:cubicBezTo>
                  <a:cubicBezTo>
                    <a:pt x="14158" y="2296"/>
                    <a:pt x="13305" y="2239"/>
                    <a:pt x="12660" y="2239"/>
                  </a:cubicBezTo>
                  <a:cubicBezTo>
                    <a:pt x="12589" y="2239"/>
                    <a:pt x="12521" y="2239"/>
                    <a:pt x="12456" y="2241"/>
                  </a:cubicBezTo>
                  <a:lnTo>
                    <a:pt x="12456" y="1132"/>
                  </a:lnTo>
                  <a:close/>
                  <a:moveTo>
                    <a:pt x="12611" y="3372"/>
                  </a:moveTo>
                  <a:cubicBezTo>
                    <a:pt x="13207" y="3372"/>
                    <a:pt x="13858" y="3421"/>
                    <a:pt x="14110" y="3557"/>
                  </a:cubicBezTo>
                  <a:cubicBezTo>
                    <a:pt x="14430" y="3726"/>
                    <a:pt x="14844" y="4128"/>
                    <a:pt x="15209" y="4529"/>
                  </a:cubicBezTo>
                  <a:lnTo>
                    <a:pt x="12456" y="4529"/>
                  </a:lnTo>
                  <a:lnTo>
                    <a:pt x="12456" y="3373"/>
                  </a:lnTo>
                  <a:cubicBezTo>
                    <a:pt x="12507" y="3372"/>
                    <a:pt x="12559" y="3372"/>
                    <a:pt x="12611" y="3372"/>
                  </a:cubicBezTo>
                  <a:close/>
                  <a:moveTo>
                    <a:pt x="7927" y="6794"/>
                  </a:moveTo>
                  <a:lnTo>
                    <a:pt x="7927" y="9626"/>
                  </a:lnTo>
                  <a:cubicBezTo>
                    <a:pt x="7924" y="11812"/>
                    <a:pt x="6151" y="13585"/>
                    <a:pt x="3962" y="13588"/>
                  </a:cubicBezTo>
                  <a:lnTo>
                    <a:pt x="3397" y="13588"/>
                  </a:lnTo>
                  <a:lnTo>
                    <a:pt x="3397" y="12455"/>
                  </a:lnTo>
                  <a:lnTo>
                    <a:pt x="3962" y="12455"/>
                  </a:lnTo>
                  <a:cubicBezTo>
                    <a:pt x="5526" y="12452"/>
                    <a:pt x="6791" y="11187"/>
                    <a:pt x="6794" y="9626"/>
                  </a:cubicBezTo>
                  <a:cubicBezTo>
                    <a:pt x="6794" y="9312"/>
                    <a:pt x="6541" y="9058"/>
                    <a:pt x="6227" y="9058"/>
                  </a:cubicBezTo>
                  <a:cubicBezTo>
                    <a:pt x="5913" y="9058"/>
                    <a:pt x="5662" y="9312"/>
                    <a:pt x="5662" y="9626"/>
                  </a:cubicBezTo>
                  <a:cubicBezTo>
                    <a:pt x="5659" y="10562"/>
                    <a:pt x="4901" y="11323"/>
                    <a:pt x="3962" y="11323"/>
                  </a:cubicBezTo>
                  <a:lnTo>
                    <a:pt x="3397" y="11323"/>
                  </a:lnTo>
                  <a:lnTo>
                    <a:pt x="3397" y="10758"/>
                  </a:lnTo>
                  <a:cubicBezTo>
                    <a:pt x="3397" y="8569"/>
                    <a:pt x="5170" y="6797"/>
                    <a:pt x="7359" y="6794"/>
                  </a:cubicBezTo>
                  <a:close/>
                  <a:moveTo>
                    <a:pt x="11323" y="1132"/>
                  </a:moveTo>
                  <a:lnTo>
                    <a:pt x="11323" y="10758"/>
                  </a:lnTo>
                  <a:cubicBezTo>
                    <a:pt x="11320" y="12320"/>
                    <a:pt x="10055" y="13585"/>
                    <a:pt x="8491" y="13588"/>
                  </a:cubicBezTo>
                  <a:lnTo>
                    <a:pt x="7160" y="13588"/>
                  </a:lnTo>
                  <a:cubicBezTo>
                    <a:pt x="8361" y="12621"/>
                    <a:pt x="9059" y="11166"/>
                    <a:pt x="9059" y="9626"/>
                  </a:cubicBezTo>
                  <a:lnTo>
                    <a:pt x="9059" y="6229"/>
                  </a:lnTo>
                  <a:cubicBezTo>
                    <a:pt x="9059" y="5915"/>
                    <a:pt x="8805" y="5662"/>
                    <a:pt x="8491" y="5662"/>
                  </a:cubicBezTo>
                  <a:lnTo>
                    <a:pt x="7359" y="5662"/>
                  </a:lnTo>
                  <a:cubicBezTo>
                    <a:pt x="6779" y="5662"/>
                    <a:pt x="6206" y="5761"/>
                    <a:pt x="5662" y="5954"/>
                  </a:cubicBezTo>
                  <a:lnTo>
                    <a:pt x="5662" y="5097"/>
                  </a:lnTo>
                  <a:cubicBezTo>
                    <a:pt x="5662" y="2908"/>
                    <a:pt x="7434" y="1135"/>
                    <a:pt x="9624" y="1132"/>
                  </a:cubicBezTo>
                  <a:close/>
                  <a:moveTo>
                    <a:pt x="6794" y="14720"/>
                  </a:moveTo>
                  <a:lnTo>
                    <a:pt x="6794" y="16957"/>
                  </a:lnTo>
                  <a:cubicBezTo>
                    <a:pt x="6115" y="16698"/>
                    <a:pt x="5665" y="16049"/>
                    <a:pt x="5662" y="15324"/>
                  </a:cubicBezTo>
                  <a:lnTo>
                    <a:pt x="5662" y="14720"/>
                  </a:lnTo>
                  <a:close/>
                  <a:moveTo>
                    <a:pt x="4530" y="14720"/>
                  </a:moveTo>
                  <a:lnTo>
                    <a:pt x="4530" y="18096"/>
                  </a:lnTo>
                  <a:cubicBezTo>
                    <a:pt x="3850" y="17854"/>
                    <a:pt x="3397" y="17214"/>
                    <a:pt x="3397" y="16495"/>
                  </a:cubicBezTo>
                  <a:lnTo>
                    <a:pt x="3397" y="14720"/>
                  </a:lnTo>
                  <a:close/>
                  <a:moveTo>
                    <a:pt x="3326" y="1"/>
                  </a:moveTo>
                  <a:cubicBezTo>
                    <a:pt x="3182" y="1"/>
                    <a:pt x="3037" y="56"/>
                    <a:pt x="2926" y="166"/>
                  </a:cubicBezTo>
                  <a:cubicBezTo>
                    <a:pt x="2480" y="613"/>
                    <a:pt x="2265" y="1114"/>
                    <a:pt x="2265" y="1700"/>
                  </a:cubicBezTo>
                  <a:cubicBezTo>
                    <a:pt x="2265" y="2950"/>
                    <a:pt x="3277" y="3965"/>
                    <a:pt x="4530" y="3965"/>
                  </a:cubicBezTo>
                  <a:cubicBezTo>
                    <a:pt x="4572" y="3965"/>
                    <a:pt x="4614" y="3965"/>
                    <a:pt x="4657" y="3959"/>
                  </a:cubicBezTo>
                  <a:lnTo>
                    <a:pt x="4657" y="3959"/>
                  </a:lnTo>
                  <a:cubicBezTo>
                    <a:pt x="4572" y="4333"/>
                    <a:pt x="4527" y="4714"/>
                    <a:pt x="4530" y="5097"/>
                  </a:cubicBezTo>
                  <a:lnTo>
                    <a:pt x="4530" y="6522"/>
                  </a:lnTo>
                  <a:cubicBezTo>
                    <a:pt x="3114" y="7467"/>
                    <a:pt x="2265" y="9055"/>
                    <a:pt x="2265" y="10758"/>
                  </a:cubicBezTo>
                  <a:lnTo>
                    <a:pt x="2265" y="13588"/>
                  </a:lnTo>
                  <a:lnTo>
                    <a:pt x="565" y="13588"/>
                  </a:lnTo>
                  <a:cubicBezTo>
                    <a:pt x="251" y="13588"/>
                    <a:pt x="1" y="13841"/>
                    <a:pt x="1" y="14155"/>
                  </a:cubicBezTo>
                  <a:cubicBezTo>
                    <a:pt x="1" y="14466"/>
                    <a:pt x="251" y="14720"/>
                    <a:pt x="565" y="14720"/>
                  </a:cubicBezTo>
                  <a:lnTo>
                    <a:pt x="2265" y="14720"/>
                  </a:lnTo>
                  <a:lnTo>
                    <a:pt x="2265" y="16495"/>
                  </a:lnTo>
                  <a:cubicBezTo>
                    <a:pt x="2265" y="18056"/>
                    <a:pt x="3530" y="19322"/>
                    <a:pt x="5094" y="19325"/>
                  </a:cubicBezTo>
                  <a:cubicBezTo>
                    <a:pt x="5408" y="19325"/>
                    <a:pt x="5662" y="19071"/>
                    <a:pt x="5662" y="18760"/>
                  </a:cubicBezTo>
                  <a:lnTo>
                    <a:pt x="5662" y="17613"/>
                  </a:lnTo>
                  <a:cubicBezTo>
                    <a:pt x="6148" y="17990"/>
                    <a:pt x="6743" y="18192"/>
                    <a:pt x="7359" y="18192"/>
                  </a:cubicBezTo>
                  <a:cubicBezTo>
                    <a:pt x="7673" y="18192"/>
                    <a:pt x="7927" y="17939"/>
                    <a:pt x="7927" y="17628"/>
                  </a:cubicBezTo>
                  <a:lnTo>
                    <a:pt x="7927" y="14720"/>
                  </a:lnTo>
                  <a:lnTo>
                    <a:pt x="9059" y="14720"/>
                  </a:lnTo>
                  <a:lnTo>
                    <a:pt x="9059" y="18760"/>
                  </a:lnTo>
                  <a:cubicBezTo>
                    <a:pt x="9059" y="19071"/>
                    <a:pt x="9309" y="19325"/>
                    <a:pt x="9624" y="19325"/>
                  </a:cubicBezTo>
                  <a:cubicBezTo>
                    <a:pt x="9938" y="19325"/>
                    <a:pt x="10191" y="19071"/>
                    <a:pt x="10191" y="18760"/>
                  </a:cubicBezTo>
                  <a:lnTo>
                    <a:pt x="10191" y="14720"/>
                  </a:lnTo>
                  <a:lnTo>
                    <a:pt x="16417" y="14720"/>
                  </a:lnTo>
                  <a:cubicBezTo>
                    <a:pt x="16731" y="14720"/>
                    <a:pt x="16982" y="14466"/>
                    <a:pt x="16982" y="14155"/>
                  </a:cubicBezTo>
                  <a:cubicBezTo>
                    <a:pt x="16982" y="13841"/>
                    <a:pt x="16731" y="13588"/>
                    <a:pt x="16417" y="13588"/>
                  </a:cubicBezTo>
                  <a:lnTo>
                    <a:pt x="11263" y="13588"/>
                  </a:lnTo>
                  <a:cubicBezTo>
                    <a:pt x="12024" y="12845"/>
                    <a:pt x="12456" y="11821"/>
                    <a:pt x="12456" y="10758"/>
                  </a:cubicBezTo>
                  <a:lnTo>
                    <a:pt x="12456" y="5662"/>
                  </a:lnTo>
                  <a:lnTo>
                    <a:pt x="16417" y="5662"/>
                  </a:lnTo>
                  <a:cubicBezTo>
                    <a:pt x="16435" y="5662"/>
                    <a:pt x="16454" y="5662"/>
                    <a:pt x="16472" y="5659"/>
                  </a:cubicBezTo>
                  <a:lnTo>
                    <a:pt x="16484" y="5659"/>
                  </a:lnTo>
                  <a:cubicBezTo>
                    <a:pt x="16496" y="5659"/>
                    <a:pt x="16511" y="5656"/>
                    <a:pt x="16523" y="5653"/>
                  </a:cubicBezTo>
                  <a:cubicBezTo>
                    <a:pt x="16529" y="5653"/>
                    <a:pt x="16535" y="5653"/>
                    <a:pt x="16538" y="5650"/>
                  </a:cubicBezTo>
                  <a:cubicBezTo>
                    <a:pt x="16550" y="5647"/>
                    <a:pt x="16562" y="5643"/>
                    <a:pt x="16577" y="5640"/>
                  </a:cubicBezTo>
                  <a:lnTo>
                    <a:pt x="16592" y="5637"/>
                  </a:lnTo>
                  <a:cubicBezTo>
                    <a:pt x="16607" y="5631"/>
                    <a:pt x="16623" y="5625"/>
                    <a:pt x="16638" y="5619"/>
                  </a:cubicBezTo>
                  <a:lnTo>
                    <a:pt x="16644" y="5616"/>
                  </a:lnTo>
                  <a:cubicBezTo>
                    <a:pt x="16659" y="5610"/>
                    <a:pt x="16671" y="5604"/>
                    <a:pt x="16683" y="5598"/>
                  </a:cubicBezTo>
                  <a:lnTo>
                    <a:pt x="16701" y="5586"/>
                  </a:lnTo>
                  <a:cubicBezTo>
                    <a:pt x="16710" y="5583"/>
                    <a:pt x="16719" y="5577"/>
                    <a:pt x="16728" y="5571"/>
                  </a:cubicBezTo>
                  <a:cubicBezTo>
                    <a:pt x="16734" y="5568"/>
                    <a:pt x="16740" y="5562"/>
                    <a:pt x="16746" y="5559"/>
                  </a:cubicBezTo>
                  <a:lnTo>
                    <a:pt x="16758" y="5550"/>
                  </a:lnTo>
                  <a:lnTo>
                    <a:pt x="16768" y="5541"/>
                  </a:lnTo>
                  <a:lnTo>
                    <a:pt x="16792" y="5523"/>
                  </a:lnTo>
                  <a:cubicBezTo>
                    <a:pt x="16798" y="5517"/>
                    <a:pt x="16807" y="5511"/>
                    <a:pt x="16813" y="5505"/>
                  </a:cubicBezTo>
                  <a:lnTo>
                    <a:pt x="16831" y="5486"/>
                  </a:lnTo>
                  <a:lnTo>
                    <a:pt x="16849" y="5462"/>
                  </a:lnTo>
                  <a:lnTo>
                    <a:pt x="16864" y="5444"/>
                  </a:lnTo>
                  <a:cubicBezTo>
                    <a:pt x="16870" y="5435"/>
                    <a:pt x="16879" y="5429"/>
                    <a:pt x="16885" y="5420"/>
                  </a:cubicBezTo>
                  <a:lnTo>
                    <a:pt x="16897" y="5399"/>
                  </a:lnTo>
                  <a:cubicBezTo>
                    <a:pt x="16903" y="5390"/>
                    <a:pt x="16906" y="5381"/>
                    <a:pt x="16912" y="5375"/>
                  </a:cubicBezTo>
                  <a:lnTo>
                    <a:pt x="16925" y="5351"/>
                  </a:lnTo>
                  <a:cubicBezTo>
                    <a:pt x="16928" y="5342"/>
                    <a:pt x="16934" y="5332"/>
                    <a:pt x="16937" y="5326"/>
                  </a:cubicBezTo>
                  <a:cubicBezTo>
                    <a:pt x="16940" y="5317"/>
                    <a:pt x="16943" y="5305"/>
                    <a:pt x="16949" y="5296"/>
                  </a:cubicBezTo>
                  <a:cubicBezTo>
                    <a:pt x="16952" y="5287"/>
                    <a:pt x="16955" y="5281"/>
                    <a:pt x="16958" y="5275"/>
                  </a:cubicBezTo>
                  <a:cubicBezTo>
                    <a:pt x="16958" y="5266"/>
                    <a:pt x="16964" y="5254"/>
                    <a:pt x="16964" y="5245"/>
                  </a:cubicBezTo>
                  <a:cubicBezTo>
                    <a:pt x="16967" y="5236"/>
                    <a:pt x="16970" y="5230"/>
                    <a:pt x="16970" y="5221"/>
                  </a:cubicBezTo>
                  <a:cubicBezTo>
                    <a:pt x="16973" y="5215"/>
                    <a:pt x="16976" y="5203"/>
                    <a:pt x="16976" y="5194"/>
                  </a:cubicBezTo>
                  <a:cubicBezTo>
                    <a:pt x="16979" y="5182"/>
                    <a:pt x="16979" y="5175"/>
                    <a:pt x="16982" y="5166"/>
                  </a:cubicBezTo>
                  <a:cubicBezTo>
                    <a:pt x="16982" y="5157"/>
                    <a:pt x="16982" y="5148"/>
                    <a:pt x="16982" y="5139"/>
                  </a:cubicBezTo>
                  <a:cubicBezTo>
                    <a:pt x="16982" y="5130"/>
                    <a:pt x="16982" y="5118"/>
                    <a:pt x="16985" y="5109"/>
                  </a:cubicBezTo>
                  <a:lnTo>
                    <a:pt x="16985" y="5097"/>
                  </a:lnTo>
                  <a:lnTo>
                    <a:pt x="16985" y="2832"/>
                  </a:lnTo>
                  <a:cubicBezTo>
                    <a:pt x="16982" y="1271"/>
                    <a:pt x="15717" y="3"/>
                    <a:pt x="14153" y="3"/>
                  </a:cubicBezTo>
                  <a:lnTo>
                    <a:pt x="9624" y="3"/>
                  </a:lnTo>
                  <a:cubicBezTo>
                    <a:pt x="7754" y="3"/>
                    <a:pt x="6033" y="1027"/>
                    <a:pt x="5143" y="2672"/>
                  </a:cubicBezTo>
                  <a:cubicBezTo>
                    <a:pt x="5106" y="2681"/>
                    <a:pt x="5067" y="2697"/>
                    <a:pt x="5034" y="2715"/>
                  </a:cubicBezTo>
                  <a:cubicBezTo>
                    <a:pt x="4869" y="2797"/>
                    <a:pt x="4697" y="2834"/>
                    <a:pt x="4530" y="2834"/>
                  </a:cubicBezTo>
                  <a:cubicBezTo>
                    <a:pt x="3934" y="2834"/>
                    <a:pt x="3395" y="2356"/>
                    <a:pt x="3397" y="1700"/>
                  </a:cubicBezTo>
                  <a:cubicBezTo>
                    <a:pt x="3397" y="1419"/>
                    <a:pt x="3494" y="1199"/>
                    <a:pt x="3727" y="966"/>
                  </a:cubicBezTo>
                  <a:cubicBezTo>
                    <a:pt x="3950" y="746"/>
                    <a:pt x="3950" y="387"/>
                    <a:pt x="3727" y="166"/>
                  </a:cubicBezTo>
                  <a:cubicBezTo>
                    <a:pt x="3616" y="56"/>
                    <a:pt x="3471" y="1"/>
                    <a:pt x="33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056" name="Google Shape;14056;p81"/>
            <p:cNvSpPr/>
            <p:nvPr/>
          </p:nvSpPr>
          <p:spPr>
            <a:xfrm>
              <a:off x="1135200" y="3869900"/>
              <a:ext cx="37850" cy="28400"/>
            </a:xfrm>
            <a:custGeom>
              <a:avLst/>
              <a:gdLst/>
              <a:ahLst/>
              <a:cxnLst/>
              <a:rect l="l" t="t" r="r" b="b"/>
              <a:pathLst>
                <a:path w="1514" h="1136" extrusionOk="0">
                  <a:moveTo>
                    <a:pt x="758" y="1"/>
                  </a:moveTo>
                  <a:cubicBezTo>
                    <a:pt x="254" y="1"/>
                    <a:pt x="0" y="611"/>
                    <a:pt x="357" y="970"/>
                  </a:cubicBezTo>
                  <a:cubicBezTo>
                    <a:pt x="467" y="1080"/>
                    <a:pt x="612" y="1135"/>
                    <a:pt x="757" y="1135"/>
                  </a:cubicBezTo>
                  <a:cubicBezTo>
                    <a:pt x="902" y="1135"/>
                    <a:pt x="1047" y="1080"/>
                    <a:pt x="1157" y="970"/>
                  </a:cubicBezTo>
                  <a:cubicBezTo>
                    <a:pt x="1513" y="611"/>
                    <a:pt x="1263" y="1"/>
                    <a:pt x="7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4057" name="Google Shape;14057;p81"/>
          <p:cNvSpPr/>
          <p:nvPr/>
        </p:nvSpPr>
        <p:spPr>
          <a:xfrm>
            <a:off x="5469837" y="3125004"/>
            <a:ext cx="348301" cy="341418"/>
          </a:xfrm>
          <a:custGeom>
            <a:avLst/>
            <a:gdLst/>
            <a:ahLst/>
            <a:cxnLst/>
            <a:rect l="l" t="t" r="r" b="b"/>
            <a:pathLst>
              <a:path w="19787" h="19396" extrusionOk="0">
                <a:moveTo>
                  <a:pt x="16583" y="1203"/>
                </a:moveTo>
                <a:cubicBezTo>
                  <a:pt x="17017" y="1203"/>
                  <a:pt x="17451" y="1370"/>
                  <a:pt x="17782" y="1702"/>
                </a:cubicBezTo>
                <a:cubicBezTo>
                  <a:pt x="18446" y="2363"/>
                  <a:pt x="18446" y="3438"/>
                  <a:pt x="17782" y="4102"/>
                </a:cubicBezTo>
                <a:lnTo>
                  <a:pt x="16565" y="5319"/>
                </a:lnTo>
                <a:lnTo>
                  <a:pt x="14165" y="2918"/>
                </a:lnTo>
                <a:lnTo>
                  <a:pt x="15382" y="1702"/>
                </a:lnTo>
                <a:cubicBezTo>
                  <a:pt x="15714" y="1370"/>
                  <a:pt x="16149" y="1203"/>
                  <a:pt x="16583" y="1203"/>
                </a:cubicBezTo>
                <a:close/>
                <a:moveTo>
                  <a:pt x="13362" y="3719"/>
                </a:moveTo>
                <a:lnTo>
                  <a:pt x="14162" y="4519"/>
                </a:lnTo>
                <a:lnTo>
                  <a:pt x="4587" y="14096"/>
                </a:lnTo>
                <a:cubicBezTo>
                  <a:pt x="4255" y="13861"/>
                  <a:pt x="3884" y="13692"/>
                  <a:pt x="3488" y="13595"/>
                </a:cubicBezTo>
                <a:lnTo>
                  <a:pt x="13310" y="3770"/>
                </a:lnTo>
                <a:lnTo>
                  <a:pt x="13362" y="3719"/>
                </a:lnTo>
                <a:close/>
                <a:moveTo>
                  <a:pt x="14965" y="5322"/>
                </a:moveTo>
                <a:lnTo>
                  <a:pt x="15765" y="6122"/>
                </a:lnTo>
                <a:lnTo>
                  <a:pt x="15714" y="6173"/>
                </a:lnTo>
                <a:lnTo>
                  <a:pt x="5888" y="15996"/>
                </a:lnTo>
                <a:cubicBezTo>
                  <a:pt x="5792" y="15600"/>
                  <a:pt x="5623" y="15229"/>
                  <a:pt x="5387" y="14897"/>
                </a:cubicBezTo>
                <a:lnTo>
                  <a:pt x="14965" y="5322"/>
                </a:lnTo>
                <a:close/>
                <a:moveTo>
                  <a:pt x="2704" y="14631"/>
                </a:moveTo>
                <a:cubicBezTo>
                  <a:pt x="3925" y="14631"/>
                  <a:pt x="4911" y="15655"/>
                  <a:pt x="4850" y="16889"/>
                </a:cubicBezTo>
                <a:lnTo>
                  <a:pt x="3736" y="17249"/>
                </a:lnTo>
                <a:cubicBezTo>
                  <a:pt x="3449" y="16572"/>
                  <a:pt x="2911" y="16035"/>
                  <a:pt x="2235" y="15748"/>
                </a:cubicBezTo>
                <a:lnTo>
                  <a:pt x="2594" y="14634"/>
                </a:lnTo>
                <a:cubicBezTo>
                  <a:pt x="2631" y="14632"/>
                  <a:pt x="2667" y="14631"/>
                  <a:pt x="2704" y="14631"/>
                </a:cubicBezTo>
                <a:close/>
                <a:moveTo>
                  <a:pt x="1888" y="16835"/>
                </a:moveTo>
                <a:cubicBezTo>
                  <a:pt x="2217" y="17001"/>
                  <a:pt x="2483" y="17267"/>
                  <a:pt x="2649" y="17596"/>
                </a:cubicBezTo>
                <a:lnTo>
                  <a:pt x="1528" y="17955"/>
                </a:lnTo>
                <a:lnTo>
                  <a:pt x="1888" y="16835"/>
                </a:lnTo>
                <a:close/>
                <a:moveTo>
                  <a:pt x="16654" y="1"/>
                </a:moveTo>
                <a:cubicBezTo>
                  <a:pt x="15897" y="1"/>
                  <a:pt x="15141" y="302"/>
                  <a:pt x="14581" y="901"/>
                </a:cubicBezTo>
                <a:lnTo>
                  <a:pt x="11710" y="3770"/>
                </a:lnTo>
                <a:lnTo>
                  <a:pt x="1882" y="13601"/>
                </a:lnTo>
                <a:cubicBezTo>
                  <a:pt x="1861" y="13619"/>
                  <a:pt x="1842" y="13641"/>
                  <a:pt x="1827" y="13662"/>
                </a:cubicBezTo>
                <a:lnTo>
                  <a:pt x="1809" y="13677"/>
                </a:lnTo>
                <a:lnTo>
                  <a:pt x="1788" y="13695"/>
                </a:lnTo>
                <a:cubicBezTo>
                  <a:pt x="1782" y="13701"/>
                  <a:pt x="1773" y="13707"/>
                  <a:pt x="1767" y="13716"/>
                </a:cubicBezTo>
                <a:cubicBezTo>
                  <a:pt x="1761" y="13722"/>
                  <a:pt x="1755" y="13725"/>
                  <a:pt x="1752" y="13731"/>
                </a:cubicBezTo>
                <a:cubicBezTo>
                  <a:pt x="1746" y="13737"/>
                  <a:pt x="1737" y="13746"/>
                  <a:pt x="1728" y="13755"/>
                </a:cubicBezTo>
                <a:lnTo>
                  <a:pt x="1716" y="13773"/>
                </a:lnTo>
                <a:cubicBezTo>
                  <a:pt x="1710" y="13782"/>
                  <a:pt x="1704" y="13789"/>
                  <a:pt x="1698" y="13801"/>
                </a:cubicBezTo>
                <a:cubicBezTo>
                  <a:pt x="1688" y="13810"/>
                  <a:pt x="1688" y="13813"/>
                  <a:pt x="1685" y="13819"/>
                </a:cubicBezTo>
                <a:cubicBezTo>
                  <a:pt x="1679" y="13825"/>
                  <a:pt x="1673" y="13837"/>
                  <a:pt x="1667" y="13846"/>
                </a:cubicBezTo>
                <a:cubicBezTo>
                  <a:pt x="1661" y="13855"/>
                  <a:pt x="1658" y="13861"/>
                  <a:pt x="1655" y="13870"/>
                </a:cubicBezTo>
                <a:cubicBezTo>
                  <a:pt x="1652" y="13879"/>
                  <a:pt x="1646" y="13885"/>
                  <a:pt x="1643" y="13894"/>
                </a:cubicBezTo>
                <a:cubicBezTo>
                  <a:pt x="1640" y="13903"/>
                  <a:pt x="1634" y="13918"/>
                  <a:pt x="1631" y="13933"/>
                </a:cubicBezTo>
                <a:cubicBezTo>
                  <a:pt x="1631" y="13936"/>
                  <a:pt x="1625" y="13939"/>
                  <a:pt x="1625" y="13943"/>
                </a:cubicBezTo>
                <a:lnTo>
                  <a:pt x="1625" y="13949"/>
                </a:lnTo>
                <a:cubicBezTo>
                  <a:pt x="1625" y="13949"/>
                  <a:pt x="1625" y="13952"/>
                  <a:pt x="1625" y="13952"/>
                </a:cubicBezTo>
                <a:lnTo>
                  <a:pt x="118" y="18656"/>
                </a:lnTo>
                <a:cubicBezTo>
                  <a:pt x="1" y="19021"/>
                  <a:pt x="272" y="19393"/>
                  <a:pt x="656" y="19396"/>
                </a:cubicBezTo>
                <a:cubicBezTo>
                  <a:pt x="713" y="19396"/>
                  <a:pt x="771" y="19387"/>
                  <a:pt x="828" y="19368"/>
                </a:cubicBezTo>
                <a:lnTo>
                  <a:pt x="5538" y="17859"/>
                </a:lnTo>
                <a:lnTo>
                  <a:pt x="5547" y="17856"/>
                </a:lnTo>
                <a:cubicBezTo>
                  <a:pt x="5559" y="17853"/>
                  <a:pt x="5571" y="17847"/>
                  <a:pt x="5584" y="17844"/>
                </a:cubicBezTo>
                <a:lnTo>
                  <a:pt x="5599" y="17838"/>
                </a:lnTo>
                <a:cubicBezTo>
                  <a:pt x="5611" y="17832"/>
                  <a:pt x="5623" y="17826"/>
                  <a:pt x="5635" y="17819"/>
                </a:cubicBezTo>
                <a:cubicBezTo>
                  <a:pt x="5650" y="17810"/>
                  <a:pt x="5653" y="17810"/>
                  <a:pt x="5659" y="17804"/>
                </a:cubicBezTo>
                <a:cubicBezTo>
                  <a:pt x="5668" y="17798"/>
                  <a:pt x="5680" y="17792"/>
                  <a:pt x="5689" y="17786"/>
                </a:cubicBezTo>
                <a:cubicBezTo>
                  <a:pt x="5698" y="17780"/>
                  <a:pt x="5701" y="17777"/>
                  <a:pt x="5710" y="17771"/>
                </a:cubicBezTo>
                <a:lnTo>
                  <a:pt x="5728" y="17756"/>
                </a:lnTo>
                <a:lnTo>
                  <a:pt x="5750" y="17738"/>
                </a:lnTo>
                <a:cubicBezTo>
                  <a:pt x="5756" y="17732"/>
                  <a:pt x="5762" y="17726"/>
                  <a:pt x="5768" y="17720"/>
                </a:cubicBezTo>
                <a:cubicBezTo>
                  <a:pt x="5774" y="17714"/>
                  <a:pt x="5780" y="17708"/>
                  <a:pt x="5783" y="17702"/>
                </a:cubicBezTo>
                <a:lnTo>
                  <a:pt x="5798" y="17687"/>
                </a:lnTo>
                <a:cubicBezTo>
                  <a:pt x="5810" y="17678"/>
                  <a:pt x="5819" y="17669"/>
                  <a:pt x="5828" y="17659"/>
                </a:cubicBezTo>
                <a:lnTo>
                  <a:pt x="15714" y="7777"/>
                </a:lnTo>
                <a:lnTo>
                  <a:pt x="18582" y="4902"/>
                </a:lnTo>
                <a:cubicBezTo>
                  <a:pt x="19754" y="3809"/>
                  <a:pt x="19787" y="1961"/>
                  <a:pt x="18655" y="829"/>
                </a:cubicBezTo>
                <a:cubicBezTo>
                  <a:pt x="18102" y="276"/>
                  <a:pt x="17378" y="1"/>
                  <a:pt x="166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4058" name="Google Shape;14058;p81"/>
          <p:cNvGrpSpPr/>
          <p:nvPr/>
        </p:nvGrpSpPr>
        <p:grpSpPr>
          <a:xfrm>
            <a:off x="5894327" y="3126102"/>
            <a:ext cx="312955" cy="340168"/>
            <a:chOff x="2100300" y="3804850"/>
            <a:chExt cx="444475" cy="483125"/>
          </a:xfrm>
        </p:grpSpPr>
        <p:sp>
          <p:nvSpPr>
            <p:cNvPr id="14059" name="Google Shape;14059;p81"/>
            <p:cNvSpPr/>
            <p:nvPr/>
          </p:nvSpPr>
          <p:spPr>
            <a:xfrm>
              <a:off x="2100300" y="3804850"/>
              <a:ext cx="444475" cy="483125"/>
            </a:xfrm>
            <a:custGeom>
              <a:avLst/>
              <a:gdLst/>
              <a:ahLst/>
              <a:cxnLst/>
              <a:rect l="l" t="t" r="r" b="b"/>
              <a:pathLst>
                <a:path w="17779" h="19325" extrusionOk="0">
                  <a:moveTo>
                    <a:pt x="2123" y="4001"/>
                  </a:moveTo>
                  <a:cubicBezTo>
                    <a:pt x="2627" y="4001"/>
                    <a:pt x="2881" y="4611"/>
                    <a:pt x="2524" y="4967"/>
                  </a:cubicBezTo>
                  <a:cubicBezTo>
                    <a:pt x="2408" y="5083"/>
                    <a:pt x="2265" y="5134"/>
                    <a:pt x="2126" y="5134"/>
                  </a:cubicBezTo>
                  <a:cubicBezTo>
                    <a:pt x="1835" y="5134"/>
                    <a:pt x="1558" y="4909"/>
                    <a:pt x="1558" y="4569"/>
                  </a:cubicBezTo>
                  <a:cubicBezTo>
                    <a:pt x="1558" y="4255"/>
                    <a:pt x="1809" y="4001"/>
                    <a:pt x="2123" y="4001"/>
                  </a:cubicBezTo>
                  <a:close/>
                  <a:moveTo>
                    <a:pt x="15710" y="4001"/>
                  </a:moveTo>
                  <a:cubicBezTo>
                    <a:pt x="16215" y="4001"/>
                    <a:pt x="16468" y="4611"/>
                    <a:pt x="16112" y="4967"/>
                  </a:cubicBezTo>
                  <a:cubicBezTo>
                    <a:pt x="15995" y="5083"/>
                    <a:pt x="15853" y="5134"/>
                    <a:pt x="15714" y="5134"/>
                  </a:cubicBezTo>
                  <a:cubicBezTo>
                    <a:pt x="15423" y="5134"/>
                    <a:pt x="15146" y="4909"/>
                    <a:pt x="15146" y="4569"/>
                  </a:cubicBezTo>
                  <a:cubicBezTo>
                    <a:pt x="15146" y="4255"/>
                    <a:pt x="15396" y="4001"/>
                    <a:pt x="15710" y="4001"/>
                  </a:cubicBezTo>
                  <a:close/>
                  <a:moveTo>
                    <a:pt x="8917" y="1132"/>
                  </a:moveTo>
                  <a:cubicBezTo>
                    <a:pt x="9551" y="1132"/>
                    <a:pt x="10251" y="1993"/>
                    <a:pt x="10789" y="3436"/>
                  </a:cubicBezTo>
                  <a:cubicBezTo>
                    <a:pt x="10894" y="3723"/>
                    <a:pt x="10994" y="4028"/>
                    <a:pt x="11084" y="4345"/>
                  </a:cubicBezTo>
                  <a:cubicBezTo>
                    <a:pt x="10345" y="4590"/>
                    <a:pt x="9623" y="4877"/>
                    <a:pt x="8917" y="5203"/>
                  </a:cubicBezTo>
                  <a:cubicBezTo>
                    <a:pt x="8210" y="4877"/>
                    <a:pt x="7488" y="4590"/>
                    <a:pt x="6749" y="4345"/>
                  </a:cubicBezTo>
                  <a:cubicBezTo>
                    <a:pt x="6842" y="4028"/>
                    <a:pt x="6939" y="3723"/>
                    <a:pt x="7044" y="3436"/>
                  </a:cubicBezTo>
                  <a:cubicBezTo>
                    <a:pt x="7582" y="1993"/>
                    <a:pt x="8282" y="1132"/>
                    <a:pt x="8917" y="1132"/>
                  </a:cubicBezTo>
                  <a:close/>
                  <a:moveTo>
                    <a:pt x="6483" y="5453"/>
                  </a:moveTo>
                  <a:cubicBezTo>
                    <a:pt x="6845" y="5577"/>
                    <a:pt x="7217" y="5713"/>
                    <a:pt x="7591" y="5867"/>
                  </a:cubicBezTo>
                  <a:cubicBezTo>
                    <a:pt x="7371" y="5985"/>
                    <a:pt x="7153" y="6105"/>
                    <a:pt x="6936" y="6229"/>
                  </a:cubicBezTo>
                  <a:cubicBezTo>
                    <a:pt x="6715" y="6356"/>
                    <a:pt x="6501" y="6486"/>
                    <a:pt x="6287" y="6619"/>
                  </a:cubicBezTo>
                  <a:cubicBezTo>
                    <a:pt x="6341" y="6217"/>
                    <a:pt x="6407" y="5831"/>
                    <a:pt x="6483" y="5453"/>
                  </a:cubicBezTo>
                  <a:close/>
                  <a:moveTo>
                    <a:pt x="11350" y="5453"/>
                  </a:moveTo>
                  <a:cubicBezTo>
                    <a:pt x="11426" y="5831"/>
                    <a:pt x="11492" y="6217"/>
                    <a:pt x="11546" y="6619"/>
                  </a:cubicBezTo>
                  <a:cubicBezTo>
                    <a:pt x="11335" y="6486"/>
                    <a:pt x="11118" y="6356"/>
                    <a:pt x="10897" y="6229"/>
                  </a:cubicBezTo>
                  <a:cubicBezTo>
                    <a:pt x="10677" y="6102"/>
                    <a:pt x="10459" y="5982"/>
                    <a:pt x="10242" y="5867"/>
                  </a:cubicBezTo>
                  <a:cubicBezTo>
                    <a:pt x="10619" y="5716"/>
                    <a:pt x="10988" y="5574"/>
                    <a:pt x="11350" y="5453"/>
                  </a:cubicBezTo>
                  <a:close/>
                  <a:moveTo>
                    <a:pt x="3799" y="4852"/>
                  </a:moveTo>
                  <a:cubicBezTo>
                    <a:pt x="4336" y="4904"/>
                    <a:pt x="4870" y="4997"/>
                    <a:pt x="5396" y="5133"/>
                  </a:cubicBezTo>
                  <a:cubicBezTo>
                    <a:pt x="5239" y="5894"/>
                    <a:pt x="5124" y="6661"/>
                    <a:pt x="5055" y="7434"/>
                  </a:cubicBezTo>
                  <a:cubicBezTo>
                    <a:pt x="4421" y="7881"/>
                    <a:pt x="3811" y="8361"/>
                    <a:pt x="3231" y="8877"/>
                  </a:cubicBezTo>
                  <a:cubicBezTo>
                    <a:pt x="3004" y="8645"/>
                    <a:pt x="2796" y="8412"/>
                    <a:pt x="2606" y="8180"/>
                  </a:cubicBezTo>
                  <a:cubicBezTo>
                    <a:pt x="1969" y="7404"/>
                    <a:pt x="1579" y="6691"/>
                    <a:pt x="1483" y="6139"/>
                  </a:cubicBezTo>
                  <a:lnTo>
                    <a:pt x="1483" y="6139"/>
                  </a:lnTo>
                  <a:cubicBezTo>
                    <a:pt x="1695" y="6225"/>
                    <a:pt x="1912" y="6266"/>
                    <a:pt x="2125" y="6266"/>
                  </a:cubicBezTo>
                  <a:cubicBezTo>
                    <a:pt x="2922" y="6266"/>
                    <a:pt x="3656" y="5698"/>
                    <a:pt x="3799" y="4852"/>
                  </a:cubicBezTo>
                  <a:close/>
                  <a:moveTo>
                    <a:pt x="14037" y="4852"/>
                  </a:moveTo>
                  <a:cubicBezTo>
                    <a:pt x="14180" y="5698"/>
                    <a:pt x="14914" y="6266"/>
                    <a:pt x="15711" y="6266"/>
                  </a:cubicBezTo>
                  <a:cubicBezTo>
                    <a:pt x="15924" y="6266"/>
                    <a:pt x="16141" y="6225"/>
                    <a:pt x="16353" y="6139"/>
                  </a:cubicBezTo>
                  <a:lnTo>
                    <a:pt x="16353" y="6139"/>
                  </a:lnTo>
                  <a:cubicBezTo>
                    <a:pt x="16254" y="6691"/>
                    <a:pt x="15867" y="7404"/>
                    <a:pt x="15227" y="8180"/>
                  </a:cubicBezTo>
                  <a:cubicBezTo>
                    <a:pt x="15037" y="8412"/>
                    <a:pt x="14829" y="8645"/>
                    <a:pt x="14602" y="8877"/>
                  </a:cubicBezTo>
                  <a:cubicBezTo>
                    <a:pt x="14022" y="8361"/>
                    <a:pt x="13412" y="7881"/>
                    <a:pt x="12778" y="7434"/>
                  </a:cubicBezTo>
                  <a:cubicBezTo>
                    <a:pt x="12709" y="6661"/>
                    <a:pt x="12594" y="5894"/>
                    <a:pt x="12440" y="5133"/>
                  </a:cubicBezTo>
                  <a:cubicBezTo>
                    <a:pt x="12963" y="4997"/>
                    <a:pt x="13497" y="4904"/>
                    <a:pt x="14037" y="4852"/>
                  </a:cubicBezTo>
                  <a:close/>
                  <a:moveTo>
                    <a:pt x="4964" y="8908"/>
                  </a:moveTo>
                  <a:lnTo>
                    <a:pt x="4964" y="8908"/>
                  </a:lnTo>
                  <a:cubicBezTo>
                    <a:pt x="4958" y="9158"/>
                    <a:pt x="4955" y="9409"/>
                    <a:pt x="4955" y="9662"/>
                  </a:cubicBezTo>
                  <a:cubicBezTo>
                    <a:pt x="4952" y="9916"/>
                    <a:pt x="4958" y="10167"/>
                    <a:pt x="4964" y="10417"/>
                  </a:cubicBezTo>
                  <a:cubicBezTo>
                    <a:pt x="4644" y="10170"/>
                    <a:pt x="4339" y="9916"/>
                    <a:pt x="4052" y="9662"/>
                  </a:cubicBezTo>
                  <a:cubicBezTo>
                    <a:pt x="4339" y="9409"/>
                    <a:pt x="4644" y="9155"/>
                    <a:pt x="4964" y="8908"/>
                  </a:cubicBezTo>
                  <a:close/>
                  <a:moveTo>
                    <a:pt x="12869" y="8908"/>
                  </a:moveTo>
                  <a:lnTo>
                    <a:pt x="12869" y="8908"/>
                  </a:lnTo>
                  <a:cubicBezTo>
                    <a:pt x="13189" y="9155"/>
                    <a:pt x="13491" y="9409"/>
                    <a:pt x="13781" y="9662"/>
                  </a:cubicBezTo>
                  <a:cubicBezTo>
                    <a:pt x="13494" y="9916"/>
                    <a:pt x="13189" y="10170"/>
                    <a:pt x="12869" y="10417"/>
                  </a:cubicBezTo>
                  <a:cubicBezTo>
                    <a:pt x="12875" y="10167"/>
                    <a:pt x="12878" y="9916"/>
                    <a:pt x="12881" y="9662"/>
                  </a:cubicBezTo>
                  <a:cubicBezTo>
                    <a:pt x="12881" y="9409"/>
                    <a:pt x="12875" y="9158"/>
                    <a:pt x="12869" y="8908"/>
                  </a:cubicBezTo>
                  <a:close/>
                  <a:moveTo>
                    <a:pt x="8917" y="6459"/>
                  </a:moveTo>
                  <a:cubicBezTo>
                    <a:pt x="9391" y="6688"/>
                    <a:pt x="9865" y="6942"/>
                    <a:pt x="10333" y="7211"/>
                  </a:cubicBezTo>
                  <a:cubicBezTo>
                    <a:pt x="10801" y="7482"/>
                    <a:pt x="11260" y="7766"/>
                    <a:pt x="11694" y="8059"/>
                  </a:cubicBezTo>
                  <a:cubicBezTo>
                    <a:pt x="11728" y="8581"/>
                    <a:pt x="11749" y="9119"/>
                    <a:pt x="11749" y="9662"/>
                  </a:cubicBezTo>
                  <a:cubicBezTo>
                    <a:pt x="11749" y="10206"/>
                    <a:pt x="11728" y="10743"/>
                    <a:pt x="11694" y="11266"/>
                  </a:cubicBezTo>
                  <a:cubicBezTo>
                    <a:pt x="11260" y="11559"/>
                    <a:pt x="10804" y="11839"/>
                    <a:pt x="10333" y="12114"/>
                  </a:cubicBezTo>
                  <a:cubicBezTo>
                    <a:pt x="9862" y="12386"/>
                    <a:pt x="9388" y="12637"/>
                    <a:pt x="8920" y="12869"/>
                  </a:cubicBezTo>
                  <a:cubicBezTo>
                    <a:pt x="8445" y="12640"/>
                    <a:pt x="7971" y="12386"/>
                    <a:pt x="7500" y="12114"/>
                  </a:cubicBezTo>
                  <a:cubicBezTo>
                    <a:pt x="7032" y="11842"/>
                    <a:pt x="6576" y="11559"/>
                    <a:pt x="6139" y="11266"/>
                  </a:cubicBezTo>
                  <a:cubicBezTo>
                    <a:pt x="6105" y="10743"/>
                    <a:pt x="6087" y="10206"/>
                    <a:pt x="6087" y="9662"/>
                  </a:cubicBezTo>
                  <a:cubicBezTo>
                    <a:pt x="6087" y="9119"/>
                    <a:pt x="6105" y="8581"/>
                    <a:pt x="6139" y="8059"/>
                  </a:cubicBezTo>
                  <a:cubicBezTo>
                    <a:pt x="6576" y="7766"/>
                    <a:pt x="7029" y="7485"/>
                    <a:pt x="7500" y="7211"/>
                  </a:cubicBezTo>
                  <a:cubicBezTo>
                    <a:pt x="7971" y="6942"/>
                    <a:pt x="8445" y="6688"/>
                    <a:pt x="8917" y="6459"/>
                  </a:cubicBezTo>
                  <a:close/>
                  <a:moveTo>
                    <a:pt x="11546" y="12706"/>
                  </a:moveTo>
                  <a:lnTo>
                    <a:pt x="11546" y="12706"/>
                  </a:lnTo>
                  <a:cubicBezTo>
                    <a:pt x="11492" y="13108"/>
                    <a:pt x="11426" y="13497"/>
                    <a:pt x="11350" y="13872"/>
                  </a:cubicBezTo>
                  <a:cubicBezTo>
                    <a:pt x="10988" y="13751"/>
                    <a:pt x="10619" y="13612"/>
                    <a:pt x="10242" y="13461"/>
                  </a:cubicBezTo>
                  <a:cubicBezTo>
                    <a:pt x="10462" y="13343"/>
                    <a:pt x="10680" y="13219"/>
                    <a:pt x="10897" y="13096"/>
                  </a:cubicBezTo>
                  <a:cubicBezTo>
                    <a:pt x="11115" y="12969"/>
                    <a:pt x="11332" y="12839"/>
                    <a:pt x="11546" y="12706"/>
                  </a:cubicBezTo>
                  <a:close/>
                  <a:moveTo>
                    <a:pt x="6287" y="12706"/>
                  </a:moveTo>
                  <a:cubicBezTo>
                    <a:pt x="6498" y="12836"/>
                    <a:pt x="6715" y="12966"/>
                    <a:pt x="6936" y="13092"/>
                  </a:cubicBezTo>
                  <a:cubicBezTo>
                    <a:pt x="7153" y="13219"/>
                    <a:pt x="7374" y="13343"/>
                    <a:pt x="7597" y="13461"/>
                  </a:cubicBezTo>
                  <a:lnTo>
                    <a:pt x="7594" y="13461"/>
                  </a:lnTo>
                  <a:cubicBezTo>
                    <a:pt x="7217" y="13615"/>
                    <a:pt x="6848" y="13754"/>
                    <a:pt x="6483" y="13875"/>
                  </a:cubicBezTo>
                  <a:cubicBezTo>
                    <a:pt x="6407" y="13497"/>
                    <a:pt x="6341" y="13108"/>
                    <a:pt x="6287" y="12706"/>
                  </a:cubicBezTo>
                  <a:close/>
                  <a:moveTo>
                    <a:pt x="14602" y="10447"/>
                  </a:moveTo>
                  <a:cubicBezTo>
                    <a:pt x="14829" y="10680"/>
                    <a:pt x="15037" y="10912"/>
                    <a:pt x="15227" y="11145"/>
                  </a:cubicBezTo>
                  <a:cubicBezTo>
                    <a:pt x="15867" y="11921"/>
                    <a:pt x="16254" y="12634"/>
                    <a:pt x="16353" y="13186"/>
                  </a:cubicBezTo>
                  <a:cubicBezTo>
                    <a:pt x="16141" y="13099"/>
                    <a:pt x="15923" y="13059"/>
                    <a:pt x="15710" y="13059"/>
                  </a:cubicBezTo>
                  <a:cubicBezTo>
                    <a:pt x="14912" y="13059"/>
                    <a:pt x="14180" y="13627"/>
                    <a:pt x="14034" y="14472"/>
                  </a:cubicBezTo>
                  <a:cubicBezTo>
                    <a:pt x="13497" y="14421"/>
                    <a:pt x="12963" y="14327"/>
                    <a:pt x="12440" y="14192"/>
                  </a:cubicBezTo>
                  <a:cubicBezTo>
                    <a:pt x="12594" y="13431"/>
                    <a:pt x="12709" y="12664"/>
                    <a:pt x="12778" y="11891"/>
                  </a:cubicBezTo>
                  <a:cubicBezTo>
                    <a:pt x="13412" y="11444"/>
                    <a:pt x="14022" y="10964"/>
                    <a:pt x="14602" y="10447"/>
                  </a:cubicBezTo>
                  <a:close/>
                  <a:moveTo>
                    <a:pt x="3231" y="10447"/>
                  </a:moveTo>
                  <a:cubicBezTo>
                    <a:pt x="3811" y="10964"/>
                    <a:pt x="4421" y="11444"/>
                    <a:pt x="5055" y="11891"/>
                  </a:cubicBezTo>
                  <a:cubicBezTo>
                    <a:pt x="5124" y="12664"/>
                    <a:pt x="5239" y="13434"/>
                    <a:pt x="5393" y="14195"/>
                  </a:cubicBezTo>
                  <a:cubicBezTo>
                    <a:pt x="5079" y="14273"/>
                    <a:pt x="4774" y="14336"/>
                    <a:pt x="4478" y="14388"/>
                  </a:cubicBezTo>
                  <a:cubicBezTo>
                    <a:pt x="4028" y="14462"/>
                    <a:pt x="3616" y="14499"/>
                    <a:pt x="3250" y="14499"/>
                  </a:cubicBezTo>
                  <a:cubicBezTo>
                    <a:pt x="2389" y="14499"/>
                    <a:pt x="1786" y="14296"/>
                    <a:pt x="1561" y="13908"/>
                  </a:cubicBezTo>
                  <a:cubicBezTo>
                    <a:pt x="1244" y="13358"/>
                    <a:pt x="1634" y="12326"/>
                    <a:pt x="2606" y="11145"/>
                  </a:cubicBezTo>
                  <a:cubicBezTo>
                    <a:pt x="2796" y="10912"/>
                    <a:pt x="3007" y="10680"/>
                    <a:pt x="3231" y="10447"/>
                  </a:cubicBezTo>
                  <a:close/>
                  <a:moveTo>
                    <a:pt x="15707" y="14191"/>
                  </a:moveTo>
                  <a:cubicBezTo>
                    <a:pt x="15999" y="14191"/>
                    <a:pt x="16278" y="14416"/>
                    <a:pt x="16278" y="14759"/>
                  </a:cubicBezTo>
                  <a:cubicBezTo>
                    <a:pt x="16278" y="15070"/>
                    <a:pt x="16024" y="15324"/>
                    <a:pt x="15710" y="15324"/>
                  </a:cubicBezTo>
                  <a:cubicBezTo>
                    <a:pt x="15206" y="15324"/>
                    <a:pt x="14952" y="14714"/>
                    <a:pt x="15309" y="14358"/>
                  </a:cubicBezTo>
                  <a:cubicBezTo>
                    <a:pt x="15425" y="14242"/>
                    <a:pt x="15568" y="14191"/>
                    <a:pt x="15707" y="14191"/>
                  </a:cubicBezTo>
                  <a:close/>
                  <a:moveTo>
                    <a:pt x="8917" y="14122"/>
                  </a:moveTo>
                  <a:cubicBezTo>
                    <a:pt x="9623" y="14448"/>
                    <a:pt x="10348" y="14735"/>
                    <a:pt x="11084" y="14980"/>
                  </a:cubicBezTo>
                  <a:cubicBezTo>
                    <a:pt x="10994" y="15297"/>
                    <a:pt x="10894" y="15602"/>
                    <a:pt x="10789" y="15892"/>
                  </a:cubicBezTo>
                  <a:cubicBezTo>
                    <a:pt x="10251" y="17332"/>
                    <a:pt x="9551" y="18192"/>
                    <a:pt x="8917" y="18192"/>
                  </a:cubicBezTo>
                  <a:cubicBezTo>
                    <a:pt x="8282" y="18192"/>
                    <a:pt x="7582" y="17332"/>
                    <a:pt x="7044" y="15892"/>
                  </a:cubicBezTo>
                  <a:cubicBezTo>
                    <a:pt x="6939" y="15602"/>
                    <a:pt x="6839" y="15300"/>
                    <a:pt x="6749" y="14980"/>
                  </a:cubicBezTo>
                  <a:cubicBezTo>
                    <a:pt x="7488" y="14735"/>
                    <a:pt x="8213" y="14448"/>
                    <a:pt x="8917" y="14122"/>
                  </a:cubicBezTo>
                  <a:close/>
                  <a:moveTo>
                    <a:pt x="8917" y="0"/>
                  </a:moveTo>
                  <a:cubicBezTo>
                    <a:pt x="7757" y="0"/>
                    <a:pt x="6715" y="1081"/>
                    <a:pt x="5985" y="3041"/>
                  </a:cubicBezTo>
                  <a:cubicBezTo>
                    <a:pt x="5867" y="3355"/>
                    <a:pt x="5758" y="3687"/>
                    <a:pt x="5662" y="4031"/>
                  </a:cubicBezTo>
                  <a:cubicBezTo>
                    <a:pt x="4919" y="3844"/>
                    <a:pt x="4215" y="3732"/>
                    <a:pt x="3587" y="3702"/>
                  </a:cubicBezTo>
                  <a:cubicBezTo>
                    <a:pt x="3271" y="3173"/>
                    <a:pt x="2709" y="2871"/>
                    <a:pt x="2126" y="2871"/>
                  </a:cubicBezTo>
                  <a:cubicBezTo>
                    <a:pt x="1901" y="2871"/>
                    <a:pt x="1673" y="2916"/>
                    <a:pt x="1455" y="3011"/>
                  </a:cubicBezTo>
                  <a:cubicBezTo>
                    <a:pt x="670" y="3346"/>
                    <a:pt x="260" y="4212"/>
                    <a:pt x="492" y="5034"/>
                  </a:cubicBezTo>
                  <a:cubicBezTo>
                    <a:pt x="54" y="6024"/>
                    <a:pt x="489" y="7389"/>
                    <a:pt x="1733" y="8898"/>
                  </a:cubicBezTo>
                  <a:cubicBezTo>
                    <a:pt x="1942" y="9152"/>
                    <a:pt x="2171" y="9409"/>
                    <a:pt x="2416" y="9662"/>
                  </a:cubicBezTo>
                  <a:cubicBezTo>
                    <a:pt x="2171" y="9916"/>
                    <a:pt x="1942" y="10170"/>
                    <a:pt x="1733" y="10426"/>
                  </a:cubicBezTo>
                  <a:cubicBezTo>
                    <a:pt x="411" y="12033"/>
                    <a:pt x="0" y="13470"/>
                    <a:pt x="583" y="14475"/>
                  </a:cubicBezTo>
                  <a:cubicBezTo>
                    <a:pt x="1021" y="15233"/>
                    <a:pt x="1954" y="15629"/>
                    <a:pt x="3270" y="15629"/>
                  </a:cubicBezTo>
                  <a:cubicBezTo>
                    <a:pt x="3738" y="15626"/>
                    <a:pt x="4203" y="15584"/>
                    <a:pt x="4662" y="15505"/>
                  </a:cubicBezTo>
                  <a:cubicBezTo>
                    <a:pt x="4985" y="15451"/>
                    <a:pt x="5320" y="15378"/>
                    <a:pt x="5662" y="15294"/>
                  </a:cubicBezTo>
                  <a:cubicBezTo>
                    <a:pt x="5761" y="15641"/>
                    <a:pt x="5867" y="15970"/>
                    <a:pt x="5985" y="16284"/>
                  </a:cubicBezTo>
                  <a:cubicBezTo>
                    <a:pt x="6715" y="18244"/>
                    <a:pt x="7757" y="19325"/>
                    <a:pt x="8917" y="19325"/>
                  </a:cubicBezTo>
                  <a:cubicBezTo>
                    <a:pt x="10076" y="19325"/>
                    <a:pt x="11118" y="18244"/>
                    <a:pt x="11848" y="16284"/>
                  </a:cubicBezTo>
                  <a:cubicBezTo>
                    <a:pt x="11966" y="15970"/>
                    <a:pt x="12075" y="15638"/>
                    <a:pt x="12171" y="15294"/>
                  </a:cubicBezTo>
                  <a:cubicBezTo>
                    <a:pt x="12917" y="15481"/>
                    <a:pt x="13618" y="15593"/>
                    <a:pt x="14246" y="15623"/>
                  </a:cubicBezTo>
                  <a:cubicBezTo>
                    <a:pt x="14562" y="16152"/>
                    <a:pt x="15123" y="16453"/>
                    <a:pt x="15705" y="16453"/>
                  </a:cubicBezTo>
                  <a:cubicBezTo>
                    <a:pt x="15930" y="16453"/>
                    <a:pt x="16159" y="16408"/>
                    <a:pt x="16378" y="16314"/>
                  </a:cubicBezTo>
                  <a:cubicBezTo>
                    <a:pt x="17163" y="15979"/>
                    <a:pt x="17573" y="15112"/>
                    <a:pt x="17341" y="14291"/>
                  </a:cubicBezTo>
                  <a:cubicBezTo>
                    <a:pt x="17779" y="13301"/>
                    <a:pt x="17344" y="11936"/>
                    <a:pt x="16100" y="10426"/>
                  </a:cubicBezTo>
                  <a:cubicBezTo>
                    <a:pt x="15891" y="10170"/>
                    <a:pt x="15662" y="9916"/>
                    <a:pt x="15417" y="9662"/>
                  </a:cubicBezTo>
                  <a:cubicBezTo>
                    <a:pt x="15662" y="9409"/>
                    <a:pt x="15891" y="9152"/>
                    <a:pt x="16100" y="8898"/>
                  </a:cubicBezTo>
                  <a:cubicBezTo>
                    <a:pt x="17347" y="7389"/>
                    <a:pt x="17779" y="6024"/>
                    <a:pt x="17341" y="5034"/>
                  </a:cubicBezTo>
                  <a:cubicBezTo>
                    <a:pt x="17573" y="4212"/>
                    <a:pt x="17163" y="3346"/>
                    <a:pt x="16378" y="3011"/>
                  </a:cubicBezTo>
                  <a:cubicBezTo>
                    <a:pt x="16159" y="2916"/>
                    <a:pt x="15930" y="2871"/>
                    <a:pt x="15705" y="2871"/>
                  </a:cubicBezTo>
                  <a:cubicBezTo>
                    <a:pt x="15123" y="2871"/>
                    <a:pt x="14562" y="3173"/>
                    <a:pt x="14246" y="3702"/>
                  </a:cubicBezTo>
                  <a:cubicBezTo>
                    <a:pt x="13615" y="3732"/>
                    <a:pt x="12914" y="3844"/>
                    <a:pt x="12171" y="4031"/>
                  </a:cubicBezTo>
                  <a:cubicBezTo>
                    <a:pt x="12075" y="3684"/>
                    <a:pt x="11966" y="3355"/>
                    <a:pt x="11848" y="3041"/>
                  </a:cubicBezTo>
                  <a:cubicBezTo>
                    <a:pt x="11118" y="1081"/>
                    <a:pt x="10076" y="0"/>
                    <a:pt x="89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060" name="Google Shape;14060;p81"/>
            <p:cNvSpPr/>
            <p:nvPr/>
          </p:nvSpPr>
          <p:spPr>
            <a:xfrm>
              <a:off x="2280775" y="4003900"/>
              <a:ext cx="88275" cy="85025"/>
            </a:xfrm>
            <a:custGeom>
              <a:avLst/>
              <a:gdLst/>
              <a:ahLst/>
              <a:cxnLst/>
              <a:rect l="l" t="t" r="r" b="b"/>
              <a:pathLst>
                <a:path w="3531" h="3401" extrusionOk="0">
                  <a:moveTo>
                    <a:pt x="1698" y="1136"/>
                  </a:moveTo>
                  <a:cubicBezTo>
                    <a:pt x="2202" y="1136"/>
                    <a:pt x="2455" y="1743"/>
                    <a:pt x="2099" y="2102"/>
                  </a:cubicBezTo>
                  <a:cubicBezTo>
                    <a:pt x="1983" y="2217"/>
                    <a:pt x="1841" y="2268"/>
                    <a:pt x="1703" y="2268"/>
                  </a:cubicBezTo>
                  <a:cubicBezTo>
                    <a:pt x="1411" y="2268"/>
                    <a:pt x="1133" y="2042"/>
                    <a:pt x="1133" y="1700"/>
                  </a:cubicBezTo>
                  <a:cubicBezTo>
                    <a:pt x="1133" y="1386"/>
                    <a:pt x="1383" y="1136"/>
                    <a:pt x="1698" y="1136"/>
                  </a:cubicBezTo>
                  <a:close/>
                  <a:moveTo>
                    <a:pt x="1698" y="1"/>
                  </a:moveTo>
                  <a:cubicBezTo>
                    <a:pt x="1479" y="1"/>
                    <a:pt x="1258" y="43"/>
                    <a:pt x="1048" y="130"/>
                  </a:cubicBezTo>
                  <a:cubicBezTo>
                    <a:pt x="414" y="393"/>
                    <a:pt x="1" y="1012"/>
                    <a:pt x="1" y="1700"/>
                  </a:cubicBezTo>
                  <a:cubicBezTo>
                    <a:pt x="1" y="2639"/>
                    <a:pt x="758" y="3397"/>
                    <a:pt x="1698" y="3400"/>
                  </a:cubicBezTo>
                  <a:cubicBezTo>
                    <a:pt x="2386" y="3400"/>
                    <a:pt x="3005" y="2984"/>
                    <a:pt x="3268" y="2350"/>
                  </a:cubicBezTo>
                  <a:cubicBezTo>
                    <a:pt x="3530" y="1715"/>
                    <a:pt x="3385" y="985"/>
                    <a:pt x="2899" y="499"/>
                  </a:cubicBezTo>
                  <a:cubicBezTo>
                    <a:pt x="2574" y="173"/>
                    <a:pt x="2140" y="1"/>
                    <a:pt x="16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4061" name="Google Shape;14061;p81"/>
          <p:cNvGrpSpPr/>
          <p:nvPr/>
        </p:nvGrpSpPr>
        <p:grpSpPr>
          <a:xfrm>
            <a:off x="6317950" y="3126102"/>
            <a:ext cx="294261" cy="340168"/>
            <a:chOff x="2708700" y="3804850"/>
            <a:chExt cx="417925" cy="483125"/>
          </a:xfrm>
        </p:grpSpPr>
        <p:sp>
          <p:nvSpPr>
            <p:cNvPr id="14062" name="Google Shape;14062;p81"/>
            <p:cNvSpPr/>
            <p:nvPr/>
          </p:nvSpPr>
          <p:spPr>
            <a:xfrm>
              <a:off x="2708700" y="3804850"/>
              <a:ext cx="417925" cy="483125"/>
            </a:xfrm>
            <a:custGeom>
              <a:avLst/>
              <a:gdLst/>
              <a:ahLst/>
              <a:cxnLst/>
              <a:rect l="l" t="t" r="r" b="b"/>
              <a:pathLst>
                <a:path w="16717" h="19325" extrusionOk="0">
                  <a:moveTo>
                    <a:pt x="10354" y="1132"/>
                  </a:moveTo>
                  <a:lnTo>
                    <a:pt x="10354" y="8618"/>
                  </a:lnTo>
                  <a:cubicBezTo>
                    <a:pt x="10354" y="8714"/>
                    <a:pt x="10379" y="8811"/>
                    <a:pt x="10430" y="8898"/>
                  </a:cubicBezTo>
                  <a:lnTo>
                    <a:pt x="12447" y="12425"/>
                  </a:lnTo>
                  <a:lnTo>
                    <a:pt x="4273" y="12425"/>
                  </a:lnTo>
                  <a:lnTo>
                    <a:pt x="6290" y="8898"/>
                  </a:lnTo>
                  <a:cubicBezTo>
                    <a:pt x="6339" y="8811"/>
                    <a:pt x="6366" y="8714"/>
                    <a:pt x="6366" y="8618"/>
                  </a:cubicBezTo>
                  <a:lnTo>
                    <a:pt x="6366" y="1132"/>
                  </a:lnTo>
                  <a:close/>
                  <a:moveTo>
                    <a:pt x="13090" y="13557"/>
                  </a:moveTo>
                  <a:lnTo>
                    <a:pt x="15469" y="17718"/>
                  </a:lnTo>
                  <a:cubicBezTo>
                    <a:pt x="15527" y="17818"/>
                    <a:pt x="15530" y="17939"/>
                    <a:pt x="15472" y="18038"/>
                  </a:cubicBezTo>
                  <a:cubicBezTo>
                    <a:pt x="15418" y="18135"/>
                    <a:pt x="15318" y="18192"/>
                    <a:pt x="15210" y="18192"/>
                  </a:cubicBezTo>
                  <a:lnTo>
                    <a:pt x="1511" y="18192"/>
                  </a:lnTo>
                  <a:cubicBezTo>
                    <a:pt x="1399" y="18192"/>
                    <a:pt x="1299" y="18135"/>
                    <a:pt x="1245" y="18038"/>
                  </a:cubicBezTo>
                  <a:cubicBezTo>
                    <a:pt x="1187" y="17939"/>
                    <a:pt x="1187" y="17818"/>
                    <a:pt x="1245" y="17718"/>
                  </a:cubicBezTo>
                  <a:lnTo>
                    <a:pt x="3624" y="13557"/>
                  </a:lnTo>
                  <a:close/>
                  <a:moveTo>
                    <a:pt x="4717" y="0"/>
                  </a:moveTo>
                  <a:cubicBezTo>
                    <a:pt x="4403" y="0"/>
                    <a:pt x="4153" y="254"/>
                    <a:pt x="4153" y="568"/>
                  </a:cubicBezTo>
                  <a:cubicBezTo>
                    <a:pt x="4153" y="879"/>
                    <a:pt x="4403" y="1132"/>
                    <a:pt x="4717" y="1132"/>
                  </a:cubicBezTo>
                  <a:lnTo>
                    <a:pt x="5234" y="1132"/>
                  </a:lnTo>
                  <a:lnTo>
                    <a:pt x="5234" y="8467"/>
                  </a:lnTo>
                  <a:lnTo>
                    <a:pt x="264" y="17157"/>
                  </a:lnTo>
                  <a:cubicBezTo>
                    <a:pt x="1" y="17604"/>
                    <a:pt x="4" y="18159"/>
                    <a:pt x="267" y="18606"/>
                  </a:cubicBezTo>
                  <a:cubicBezTo>
                    <a:pt x="519" y="19050"/>
                    <a:pt x="992" y="19325"/>
                    <a:pt x="1502" y="19325"/>
                  </a:cubicBezTo>
                  <a:cubicBezTo>
                    <a:pt x="1505" y="19325"/>
                    <a:pt x="1508" y="19325"/>
                    <a:pt x="1511" y="19325"/>
                  </a:cubicBezTo>
                  <a:lnTo>
                    <a:pt x="15207" y="19325"/>
                  </a:lnTo>
                  <a:cubicBezTo>
                    <a:pt x="15210" y="19325"/>
                    <a:pt x="15212" y="19325"/>
                    <a:pt x="15215" y="19325"/>
                  </a:cubicBezTo>
                  <a:cubicBezTo>
                    <a:pt x="15725" y="19325"/>
                    <a:pt x="16198" y="19050"/>
                    <a:pt x="16451" y="18606"/>
                  </a:cubicBezTo>
                  <a:cubicBezTo>
                    <a:pt x="16713" y="18159"/>
                    <a:pt x="16716" y="17607"/>
                    <a:pt x="16454" y="17157"/>
                  </a:cubicBezTo>
                  <a:lnTo>
                    <a:pt x="11487" y="8467"/>
                  </a:lnTo>
                  <a:lnTo>
                    <a:pt x="11487" y="1132"/>
                  </a:lnTo>
                  <a:lnTo>
                    <a:pt x="12003" y="1132"/>
                  </a:lnTo>
                  <a:cubicBezTo>
                    <a:pt x="12314" y="1132"/>
                    <a:pt x="12568" y="879"/>
                    <a:pt x="12568" y="568"/>
                  </a:cubicBezTo>
                  <a:cubicBezTo>
                    <a:pt x="12568" y="254"/>
                    <a:pt x="12314" y="0"/>
                    <a:pt x="120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063" name="Google Shape;14063;p81"/>
            <p:cNvSpPr/>
            <p:nvPr/>
          </p:nvSpPr>
          <p:spPr>
            <a:xfrm>
              <a:off x="2875975" y="4055200"/>
              <a:ext cx="33100" cy="28350"/>
            </a:xfrm>
            <a:custGeom>
              <a:avLst/>
              <a:gdLst/>
              <a:ahLst/>
              <a:cxnLst/>
              <a:rect l="l" t="t" r="r" b="b"/>
              <a:pathLst>
                <a:path w="1324" h="1134" extrusionOk="0">
                  <a:moveTo>
                    <a:pt x="570" y="1"/>
                  </a:moveTo>
                  <a:cubicBezTo>
                    <a:pt x="280" y="1"/>
                    <a:pt x="1" y="225"/>
                    <a:pt x="1" y="566"/>
                  </a:cubicBezTo>
                  <a:cubicBezTo>
                    <a:pt x="1" y="880"/>
                    <a:pt x="255" y="1134"/>
                    <a:pt x="569" y="1134"/>
                  </a:cubicBezTo>
                  <a:cubicBezTo>
                    <a:pt x="1073" y="1134"/>
                    <a:pt x="1323" y="524"/>
                    <a:pt x="967" y="168"/>
                  </a:cubicBezTo>
                  <a:cubicBezTo>
                    <a:pt x="852" y="52"/>
                    <a:pt x="710" y="1"/>
                    <a:pt x="5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064" name="Google Shape;14064;p81"/>
            <p:cNvSpPr/>
            <p:nvPr/>
          </p:nvSpPr>
          <p:spPr>
            <a:xfrm>
              <a:off x="2931025" y="4055200"/>
              <a:ext cx="33075" cy="28350"/>
            </a:xfrm>
            <a:custGeom>
              <a:avLst/>
              <a:gdLst/>
              <a:ahLst/>
              <a:cxnLst/>
              <a:rect l="l" t="t" r="r" b="b"/>
              <a:pathLst>
                <a:path w="1323" h="1134" extrusionOk="0">
                  <a:moveTo>
                    <a:pt x="569" y="1"/>
                  </a:moveTo>
                  <a:cubicBezTo>
                    <a:pt x="279" y="1"/>
                    <a:pt x="0" y="225"/>
                    <a:pt x="0" y="566"/>
                  </a:cubicBezTo>
                  <a:cubicBezTo>
                    <a:pt x="0" y="880"/>
                    <a:pt x="254" y="1134"/>
                    <a:pt x="565" y="1134"/>
                  </a:cubicBezTo>
                  <a:cubicBezTo>
                    <a:pt x="1069" y="1134"/>
                    <a:pt x="1323" y="524"/>
                    <a:pt x="966" y="168"/>
                  </a:cubicBezTo>
                  <a:cubicBezTo>
                    <a:pt x="851" y="52"/>
                    <a:pt x="709" y="1"/>
                    <a:pt x="5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065" name="Google Shape;14065;p81"/>
            <p:cNvSpPr/>
            <p:nvPr/>
          </p:nvSpPr>
          <p:spPr>
            <a:xfrm>
              <a:off x="2903525" y="4008200"/>
              <a:ext cx="28350" cy="28325"/>
            </a:xfrm>
            <a:custGeom>
              <a:avLst/>
              <a:gdLst/>
              <a:ahLst/>
              <a:cxnLst/>
              <a:rect l="l" t="t" r="r" b="b"/>
              <a:pathLst>
                <a:path w="1134" h="1133" extrusionOk="0">
                  <a:moveTo>
                    <a:pt x="566" y="1"/>
                  </a:moveTo>
                  <a:cubicBezTo>
                    <a:pt x="252" y="1"/>
                    <a:pt x="1" y="254"/>
                    <a:pt x="1" y="568"/>
                  </a:cubicBezTo>
                  <a:cubicBezTo>
                    <a:pt x="1" y="879"/>
                    <a:pt x="252" y="1133"/>
                    <a:pt x="566" y="1133"/>
                  </a:cubicBezTo>
                  <a:cubicBezTo>
                    <a:pt x="880" y="1133"/>
                    <a:pt x="1133" y="879"/>
                    <a:pt x="1133" y="568"/>
                  </a:cubicBezTo>
                  <a:cubicBezTo>
                    <a:pt x="1133" y="254"/>
                    <a:pt x="880"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4066" name="Google Shape;14066;p81"/>
          <p:cNvSpPr/>
          <p:nvPr/>
        </p:nvSpPr>
        <p:spPr>
          <a:xfrm>
            <a:off x="6712581" y="3166169"/>
            <a:ext cx="340168" cy="259074"/>
          </a:xfrm>
          <a:custGeom>
            <a:avLst/>
            <a:gdLst/>
            <a:ahLst/>
            <a:cxnLst/>
            <a:rect l="l" t="t" r="r" b="b"/>
            <a:pathLst>
              <a:path w="19325" h="14718" extrusionOk="0">
                <a:moveTo>
                  <a:pt x="14192" y="1133"/>
                </a:moveTo>
                <a:cubicBezTo>
                  <a:pt x="14974" y="1133"/>
                  <a:pt x="15520" y="1906"/>
                  <a:pt x="15261" y="2643"/>
                </a:cubicBezTo>
                <a:cubicBezTo>
                  <a:pt x="15131" y="3008"/>
                  <a:pt x="15403" y="3395"/>
                  <a:pt x="15792" y="3398"/>
                </a:cubicBezTo>
                <a:lnTo>
                  <a:pt x="17628" y="3398"/>
                </a:lnTo>
                <a:cubicBezTo>
                  <a:pt x="17939" y="3398"/>
                  <a:pt x="18193" y="3648"/>
                  <a:pt x="18193" y="3962"/>
                </a:cubicBezTo>
                <a:lnTo>
                  <a:pt x="18193" y="10756"/>
                </a:lnTo>
                <a:cubicBezTo>
                  <a:pt x="18193" y="11070"/>
                  <a:pt x="17939" y="11324"/>
                  <a:pt x="17628" y="11324"/>
                </a:cubicBezTo>
                <a:lnTo>
                  <a:pt x="10230" y="11324"/>
                </a:lnTo>
                <a:lnTo>
                  <a:pt x="10230" y="9624"/>
                </a:lnTo>
                <a:cubicBezTo>
                  <a:pt x="11480" y="9624"/>
                  <a:pt x="12492" y="8609"/>
                  <a:pt x="12492" y="7359"/>
                </a:cubicBezTo>
                <a:cubicBezTo>
                  <a:pt x="12492" y="6109"/>
                  <a:pt x="11480" y="5095"/>
                  <a:pt x="10230" y="5095"/>
                </a:cubicBezTo>
                <a:lnTo>
                  <a:pt x="10230" y="3398"/>
                </a:lnTo>
                <a:lnTo>
                  <a:pt x="12592" y="3398"/>
                </a:lnTo>
                <a:cubicBezTo>
                  <a:pt x="12981" y="3395"/>
                  <a:pt x="13253" y="3008"/>
                  <a:pt x="13123" y="2643"/>
                </a:cubicBezTo>
                <a:cubicBezTo>
                  <a:pt x="12863" y="1906"/>
                  <a:pt x="13410" y="1133"/>
                  <a:pt x="14192" y="1133"/>
                </a:cubicBezTo>
                <a:close/>
                <a:moveTo>
                  <a:pt x="9098" y="3398"/>
                </a:moveTo>
                <a:lnTo>
                  <a:pt x="9098" y="5759"/>
                </a:lnTo>
                <a:cubicBezTo>
                  <a:pt x="9098" y="6082"/>
                  <a:pt x="9363" y="6323"/>
                  <a:pt x="9663" y="6323"/>
                </a:cubicBezTo>
                <a:cubicBezTo>
                  <a:pt x="9726" y="6323"/>
                  <a:pt x="9790" y="6313"/>
                  <a:pt x="9853" y="6290"/>
                </a:cubicBezTo>
                <a:cubicBezTo>
                  <a:pt x="9979" y="6247"/>
                  <a:pt x="10105" y="6226"/>
                  <a:pt x="10229" y="6226"/>
                </a:cubicBezTo>
                <a:cubicBezTo>
                  <a:pt x="10828" y="6226"/>
                  <a:pt x="11357" y="6708"/>
                  <a:pt x="11360" y="7353"/>
                </a:cubicBezTo>
                <a:cubicBezTo>
                  <a:pt x="11362" y="8003"/>
                  <a:pt x="10832" y="8493"/>
                  <a:pt x="10229" y="8493"/>
                </a:cubicBezTo>
                <a:cubicBezTo>
                  <a:pt x="10108" y="8493"/>
                  <a:pt x="9985" y="8473"/>
                  <a:pt x="9862" y="8431"/>
                </a:cubicBezTo>
                <a:cubicBezTo>
                  <a:pt x="9829" y="8419"/>
                  <a:pt x="9796" y="8410"/>
                  <a:pt x="9759" y="8404"/>
                </a:cubicBezTo>
                <a:cubicBezTo>
                  <a:pt x="9726" y="8398"/>
                  <a:pt x="9692" y="8395"/>
                  <a:pt x="9659" y="8395"/>
                </a:cubicBezTo>
                <a:cubicBezTo>
                  <a:pt x="9350" y="8395"/>
                  <a:pt x="9090" y="8653"/>
                  <a:pt x="9098" y="8975"/>
                </a:cubicBezTo>
                <a:lnTo>
                  <a:pt x="9098" y="11324"/>
                </a:lnTo>
                <a:lnTo>
                  <a:pt x="6737" y="11324"/>
                </a:lnTo>
                <a:cubicBezTo>
                  <a:pt x="6344" y="11324"/>
                  <a:pt x="6073" y="11710"/>
                  <a:pt x="6202" y="12079"/>
                </a:cubicBezTo>
                <a:cubicBezTo>
                  <a:pt x="6462" y="12813"/>
                  <a:pt x="5916" y="13585"/>
                  <a:pt x="5134" y="13585"/>
                </a:cubicBezTo>
                <a:cubicBezTo>
                  <a:pt x="4352" y="13585"/>
                  <a:pt x="3805" y="12813"/>
                  <a:pt x="4065" y="12079"/>
                </a:cubicBezTo>
                <a:cubicBezTo>
                  <a:pt x="4195" y="11710"/>
                  <a:pt x="3923" y="11324"/>
                  <a:pt x="3533" y="11324"/>
                </a:cubicBezTo>
                <a:lnTo>
                  <a:pt x="1700" y="11324"/>
                </a:lnTo>
                <a:cubicBezTo>
                  <a:pt x="1386" y="11324"/>
                  <a:pt x="1133" y="11070"/>
                  <a:pt x="1133" y="10756"/>
                </a:cubicBezTo>
                <a:lnTo>
                  <a:pt x="1133" y="3962"/>
                </a:lnTo>
                <a:cubicBezTo>
                  <a:pt x="1133" y="3648"/>
                  <a:pt x="1386" y="3398"/>
                  <a:pt x="1700" y="3398"/>
                </a:cubicBezTo>
                <a:lnTo>
                  <a:pt x="2941" y="3398"/>
                </a:lnTo>
                <a:cubicBezTo>
                  <a:pt x="2570" y="4829"/>
                  <a:pt x="3654" y="6227"/>
                  <a:pt x="5134" y="6227"/>
                </a:cubicBezTo>
                <a:cubicBezTo>
                  <a:pt x="6613" y="6227"/>
                  <a:pt x="7697" y="4829"/>
                  <a:pt x="7326" y="3398"/>
                </a:cubicBezTo>
                <a:close/>
                <a:moveTo>
                  <a:pt x="14192" y="1"/>
                </a:moveTo>
                <a:cubicBezTo>
                  <a:pt x="12942" y="1"/>
                  <a:pt x="11927" y="1012"/>
                  <a:pt x="11927" y="2266"/>
                </a:cubicBezTo>
                <a:lnTo>
                  <a:pt x="6399" y="2266"/>
                </a:lnTo>
                <a:cubicBezTo>
                  <a:pt x="5910" y="2266"/>
                  <a:pt x="5650" y="2842"/>
                  <a:pt x="5979" y="3208"/>
                </a:cubicBezTo>
                <a:cubicBezTo>
                  <a:pt x="6631" y="3938"/>
                  <a:pt x="6112" y="5095"/>
                  <a:pt x="5134" y="5095"/>
                </a:cubicBezTo>
                <a:cubicBezTo>
                  <a:pt x="4155" y="5095"/>
                  <a:pt x="3636" y="3938"/>
                  <a:pt x="4291" y="3208"/>
                </a:cubicBezTo>
                <a:cubicBezTo>
                  <a:pt x="4617" y="2842"/>
                  <a:pt x="4358" y="2266"/>
                  <a:pt x="3868" y="2266"/>
                </a:cubicBezTo>
                <a:lnTo>
                  <a:pt x="1700" y="2266"/>
                </a:lnTo>
                <a:cubicBezTo>
                  <a:pt x="761" y="2266"/>
                  <a:pt x="1" y="3023"/>
                  <a:pt x="1" y="3962"/>
                </a:cubicBezTo>
                <a:lnTo>
                  <a:pt x="1" y="10756"/>
                </a:lnTo>
                <a:cubicBezTo>
                  <a:pt x="1" y="11695"/>
                  <a:pt x="761" y="12453"/>
                  <a:pt x="1700" y="12456"/>
                </a:cubicBezTo>
                <a:lnTo>
                  <a:pt x="2869" y="12456"/>
                </a:lnTo>
                <a:cubicBezTo>
                  <a:pt x="2869" y="13706"/>
                  <a:pt x="3884" y="14718"/>
                  <a:pt x="5134" y="14718"/>
                </a:cubicBezTo>
                <a:cubicBezTo>
                  <a:pt x="6384" y="14718"/>
                  <a:pt x="7398" y="13706"/>
                  <a:pt x="7398" y="12456"/>
                </a:cubicBezTo>
                <a:lnTo>
                  <a:pt x="17628" y="12456"/>
                </a:lnTo>
                <a:cubicBezTo>
                  <a:pt x="18564" y="12453"/>
                  <a:pt x="19325" y="11695"/>
                  <a:pt x="19325" y="10756"/>
                </a:cubicBezTo>
                <a:lnTo>
                  <a:pt x="19325" y="3962"/>
                </a:lnTo>
                <a:cubicBezTo>
                  <a:pt x="19325" y="3023"/>
                  <a:pt x="18564" y="2266"/>
                  <a:pt x="17628" y="2266"/>
                </a:cubicBezTo>
                <a:lnTo>
                  <a:pt x="16457" y="2266"/>
                </a:lnTo>
                <a:cubicBezTo>
                  <a:pt x="16457" y="1012"/>
                  <a:pt x="15442" y="1"/>
                  <a:pt x="141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067" name="Google Shape;14067;p81"/>
          <p:cNvSpPr/>
          <p:nvPr/>
        </p:nvSpPr>
        <p:spPr>
          <a:xfrm>
            <a:off x="7139292" y="3125620"/>
            <a:ext cx="313870" cy="340186"/>
          </a:xfrm>
          <a:custGeom>
            <a:avLst/>
            <a:gdLst/>
            <a:ahLst/>
            <a:cxnLst/>
            <a:rect l="l" t="t" r="r" b="b"/>
            <a:pathLst>
              <a:path w="17831" h="19326" extrusionOk="0">
                <a:moveTo>
                  <a:pt x="7090" y="1417"/>
                </a:moveTo>
                <a:lnTo>
                  <a:pt x="7090" y="1417"/>
                </a:lnTo>
                <a:cubicBezTo>
                  <a:pt x="7570" y="1746"/>
                  <a:pt x="8228" y="2317"/>
                  <a:pt x="8533" y="3111"/>
                </a:cubicBezTo>
                <a:cubicBezTo>
                  <a:pt x="8835" y="3905"/>
                  <a:pt x="8727" y="4766"/>
                  <a:pt x="8591" y="5337"/>
                </a:cubicBezTo>
                <a:cubicBezTo>
                  <a:pt x="8111" y="5004"/>
                  <a:pt x="7452" y="4437"/>
                  <a:pt x="7148" y="3643"/>
                </a:cubicBezTo>
                <a:cubicBezTo>
                  <a:pt x="6843" y="2848"/>
                  <a:pt x="6954" y="1985"/>
                  <a:pt x="7090" y="1417"/>
                </a:cubicBezTo>
                <a:close/>
                <a:moveTo>
                  <a:pt x="12577" y="5533"/>
                </a:moveTo>
                <a:cubicBezTo>
                  <a:pt x="12772" y="5533"/>
                  <a:pt x="12967" y="5549"/>
                  <a:pt x="13162" y="5581"/>
                </a:cubicBezTo>
                <a:cubicBezTo>
                  <a:pt x="15215" y="5913"/>
                  <a:pt x="16623" y="7906"/>
                  <a:pt x="16299" y="10023"/>
                </a:cubicBezTo>
                <a:cubicBezTo>
                  <a:pt x="15711" y="13866"/>
                  <a:pt x="14596" y="16484"/>
                  <a:pt x="13078" y="17592"/>
                </a:cubicBezTo>
                <a:cubicBezTo>
                  <a:pt x="12526" y="17996"/>
                  <a:pt x="11929" y="18194"/>
                  <a:pt x="11264" y="18194"/>
                </a:cubicBezTo>
                <a:cubicBezTo>
                  <a:pt x="11073" y="18194"/>
                  <a:pt x="10877" y="18177"/>
                  <a:pt x="10674" y="18145"/>
                </a:cubicBezTo>
                <a:cubicBezTo>
                  <a:pt x="10119" y="18054"/>
                  <a:pt x="9681" y="17828"/>
                  <a:pt x="9334" y="17454"/>
                </a:cubicBezTo>
                <a:cubicBezTo>
                  <a:pt x="9222" y="17333"/>
                  <a:pt x="9070" y="17272"/>
                  <a:pt x="8918" y="17272"/>
                </a:cubicBezTo>
                <a:cubicBezTo>
                  <a:pt x="8767" y="17272"/>
                  <a:pt x="8615" y="17333"/>
                  <a:pt x="8503" y="17454"/>
                </a:cubicBezTo>
                <a:cubicBezTo>
                  <a:pt x="8156" y="17831"/>
                  <a:pt x="7715" y="18057"/>
                  <a:pt x="7160" y="18145"/>
                </a:cubicBezTo>
                <a:cubicBezTo>
                  <a:pt x="6958" y="18177"/>
                  <a:pt x="6762" y="18194"/>
                  <a:pt x="6571" y="18194"/>
                </a:cubicBezTo>
                <a:cubicBezTo>
                  <a:pt x="5907" y="18194"/>
                  <a:pt x="5310" y="17996"/>
                  <a:pt x="4756" y="17592"/>
                </a:cubicBezTo>
                <a:cubicBezTo>
                  <a:pt x="3237" y="16484"/>
                  <a:pt x="2126" y="13869"/>
                  <a:pt x="1537" y="10023"/>
                </a:cubicBezTo>
                <a:cubicBezTo>
                  <a:pt x="1214" y="7906"/>
                  <a:pt x="2621" y="5913"/>
                  <a:pt x="4675" y="5581"/>
                </a:cubicBezTo>
                <a:cubicBezTo>
                  <a:pt x="4869" y="5549"/>
                  <a:pt x="5065" y="5533"/>
                  <a:pt x="5260" y="5533"/>
                </a:cubicBezTo>
                <a:cubicBezTo>
                  <a:pt x="6062" y="5533"/>
                  <a:pt x="6848" y="5799"/>
                  <a:pt x="7492" y="6300"/>
                </a:cubicBezTo>
                <a:cubicBezTo>
                  <a:pt x="7913" y="6620"/>
                  <a:pt x="8416" y="6780"/>
                  <a:pt x="8918" y="6780"/>
                </a:cubicBezTo>
                <a:cubicBezTo>
                  <a:pt x="9421" y="6780"/>
                  <a:pt x="9924" y="6620"/>
                  <a:pt x="10345" y="6300"/>
                </a:cubicBezTo>
                <a:cubicBezTo>
                  <a:pt x="10989" y="5799"/>
                  <a:pt x="11775" y="5533"/>
                  <a:pt x="12577" y="5533"/>
                </a:cubicBezTo>
                <a:close/>
                <a:moveTo>
                  <a:pt x="6762" y="0"/>
                </a:moveTo>
                <a:cubicBezTo>
                  <a:pt x="6543" y="0"/>
                  <a:pt x="6335" y="128"/>
                  <a:pt x="6242" y="345"/>
                </a:cubicBezTo>
                <a:cubicBezTo>
                  <a:pt x="6208" y="424"/>
                  <a:pt x="5420" y="2302"/>
                  <a:pt x="6091" y="4047"/>
                </a:cubicBezTo>
                <a:cubicBezTo>
                  <a:pt x="6154" y="4207"/>
                  <a:pt x="6227" y="4364"/>
                  <a:pt x="6308" y="4518"/>
                </a:cubicBezTo>
                <a:cubicBezTo>
                  <a:pt x="5965" y="4440"/>
                  <a:pt x="5614" y="4401"/>
                  <a:pt x="5262" y="4401"/>
                </a:cubicBezTo>
                <a:cubicBezTo>
                  <a:pt x="5004" y="4401"/>
                  <a:pt x="4746" y="4422"/>
                  <a:pt x="4490" y="4464"/>
                </a:cubicBezTo>
                <a:cubicBezTo>
                  <a:pt x="1827" y="4893"/>
                  <a:pt x="0" y="7462"/>
                  <a:pt x="417" y="10192"/>
                </a:cubicBezTo>
                <a:cubicBezTo>
                  <a:pt x="713" y="12139"/>
                  <a:pt x="1148" y="13812"/>
                  <a:pt x="1706" y="15162"/>
                </a:cubicBezTo>
                <a:cubicBezTo>
                  <a:pt x="2341" y="16693"/>
                  <a:pt x="3141" y="17819"/>
                  <a:pt x="4086" y="18507"/>
                </a:cubicBezTo>
                <a:cubicBezTo>
                  <a:pt x="4833" y="19051"/>
                  <a:pt x="5666" y="19325"/>
                  <a:pt x="6571" y="19325"/>
                </a:cubicBezTo>
                <a:cubicBezTo>
                  <a:pt x="6821" y="19325"/>
                  <a:pt x="7077" y="19304"/>
                  <a:pt x="7338" y="19262"/>
                </a:cubicBezTo>
                <a:cubicBezTo>
                  <a:pt x="7942" y="19163"/>
                  <a:pt x="8470" y="18942"/>
                  <a:pt x="8914" y="18601"/>
                </a:cubicBezTo>
                <a:cubicBezTo>
                  <a:pt x="9361" y="18942"/>
                  <a:pt x="9889" y="19163"/>
                  <a:pt x="10493" y="19262"/>
                </a:cubicBezTo>
                <a:cubicBezTo>
                  <a:pt x="10747" y="19301"/>
                  <a:pt x="11000" y="19323"/>
                  <a:pt x="11260" y="19326"/>
                </a:cubicBezTo>
                <a:cubicBezTo>
                  <a:pt x="12163" y="19326"/>
                  <a:pt x="12996" y="19051"/>
                  <a:pt x="13742" y="18504"/>
                </a:cubicBezTo>
                <a:cubicBezTo>
                  <a:pt x="14687" y="17816"/>
                  <a:pt x="15490" y="16693"/>
                  <a:pt x="16124" y="15162"/>
                </a:cubicBezTo>
                <a:cubicBezTo>
                  <a:pt x="16686" y="13812"/>
                  <a:pt x="17121" y="12139"/>
                  <a:pt x="17417" y="10195"/>
                </a:cubicBezTo>
                <a:cubicBezTo>
                  <a:pt x="17830" y="7465"/>
                  <a:pt x="16007" y="4893"/>
                  <a:pt x="13343" y="4464"/>
                </a:cubicBezTo>
                <a:cubicBezTo>
                  <a:pt x="13086" y="4421"/>
                  <a:pt x="12827" y="4400"/>
                  <a:pt x="12570" y="4400"/>
                </a:cubicBezTo>
                <a:cubicBezTo>
                  <a:pt x="11637" y="4400"/>
                  <a:pt x="10720" y="4675"/>
                  <a:pt x="9934" y="5201"/>
                </a:cubicBezTo>
                <a:cubicBezTo>
                  <a:pt x="10233" y="4524"/>
                  <a:pt x="10710" y="3917"/>
                  <a:pt x="11360" y="3380"/>
                </a:cubicBezTo>
                <a:cubicBezTo>
                  <a:pt x="11807" y="3005"/>
                  <a:pt x="12305" y="2698"/>
                  <a:pt x="12842" y="2465"/>
                </a:cubicBezTo>
                <a:cubicBezTo>
                  <a:pt x="13132" y="2350"/>
                  <a:pt x="13277" y="2024"/>
                  <a:pt x="13165" y="1731"/>
                </a:cubicBezTo>
                <a:cubicBezTo>
                  <a:pt x="13080" y="1507"/>
                  <a:pt x="12866" y="1369"/>
                  <a:pt x="12640" y="1369"/>
                </a:cubicBezTo>
                <a:cubicBezTo>
                  <a:pt x="12572" y="1369"/>
                  <a:pt x="12502" y="1382"/>
                  <a:pt x="12435" y="1408"/>
                </a:cubicBezTo>
                <a:cubicBezTo>
                  <a:pt x="12398" y="1420"/>
                  <a:pt x="11565" y="1746"/>
                  <a:pt x="10668" y="2480"/>
                </a:cubicBezTo>
                <a:cubicBezTo>
                  <a:pt x="10345" y="2743"/>
                  <a:pt x="10046" y="3039"/>
                  <a:pt x="9777" y="3356"/>
                </a:cubicBezTo>
                <a:cubicBezTo>
                  <a:pt x="9732" y="3135"/>
                  <a:pt x="9669" y="2915"/>
                  <a:pt x="9590" y="2704"/>
                </a:cubicBezTo>
                <a:cubicBezTo>
                  <a:pt x="8920" y="958"/>
                  <a:pt x="7078" y="89"/>
                  <a:pt x="7000" y="52"/>
                </a:cubicBezTo>
                <a:cubicBezTo>
                  <a:pt x="6922" y="17"/>
                  <a:pt x="6842" y="0"/>
                  <a:pt x="67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4068" name="Google Shape;14068;p81"/>
          <p:cNvGrpSpPr/>
          <p:nvPr/>
        </p:nvGrpSpPr>
        <p:grpSpPr>
          <a:xfrm>
            <a:off x="7554825" y="3127378"/>
            <a:ext cx="331033" cy="337616"/>
            <a:chOff x="4467450" y="3808475"/>
            <a:chExt cx="470150" cy="479500"/>
          </a:xfrm>
        </p:grpSpPr>
        <p:sp>
          <p:nvSpPr>
            <p:cNvPr id="14069" name="Google Shape;14069;p81"/>
            <p:cNvSpPr/>
            <p:nvPr/>
          </p:nvSpPr>
          <p:spPr>
            <a:xfrm>
              <a:off x="4729325" y="3808475"/>
              <a:ext cx="56625" cy="138200"/>
            </a:xfrm>
            <a:custGeom>
              <a:avLst/>
              <a:gdLst/>
              <a:ahLst/>
              <a:cxnLst/>
              <a:rect l="l" t="t" r="r" b="b"/>
              <a:pathLst>
                <a:path w="2265" h="5528" extrusionOk="0">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7" y="5341"/>
                  </a:cubicBezTo>
                  <a:cubicBezTo>
                    <a:pt x="1782" y="5103"/>
                    <a:pt x="1755" y="4735"/>
                    <a:pt x="1510" y="4529"/>
                  </a:cubicBezTo>
                  <a:cubicBezTo>
                    <a:pt x="1432" y="4457"/>
                    <a:pt x="1133" y="4128"/>
                    <a:pt x="1133" y="3820"/>
                  </a:cubicBezTo>
                  <a:cubicBezTo>
                    <a:pt x="1133" y="3521"/>
                    <a:pt x="1413" y="3195"/>
                    <a:pt x="1510" y="3107"/>
                  </a:cubicBezTo>
                  <a:cubicBezTo>
                    <a:pt x="1586" y="3038"/>
                    <a:pt x="2265" y="2407"/>
                    <a:pt x="2265" y="1555"/>
                  </a:cubicBezTo>
                  <a:cubicBezTo>
                    <a:pt x="2265" y="701"/>
                    <a:pt x="1589" y="70"/>
                    <a:pt x="15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070" name="Google Shape;14070;p81"/>
            <p:cNvSpPr/>
            <p:nvPr/>
          </p:nvSpPr>
          <p:spPr>
            <a:xfrm>
              <a:off x="4644400" y="3808475"/>
              <a:ext cx="56650" cy="138200"/>
            </a:xfrm>
            <a:custGeom>
              <a:avLst/>
              <a:gdLst/>
              <a:ahLst/>
              <a:cxnLst/>
              <a:rect l="l" t="t" r="r" b="b"/>
              <a:pathLst>
                <a:path w="2266" h="5528" extrusionOk="0">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071" name="Google Shape;14071;p81"/>
            <p:cNvSpPr/>
            <p:nvPr/>
          </p:nvSpPr>
          <p:spPr>
            <a:xfrm>
              <a:off x="4559475" y="3808475"/>
              <a:ext cx="56650" cy="138200"/>
            </a:xfrm>
            <a:custGeom>
              <a:avLst/>
              <a:gdLst/>
              <a:ahLst/>
              <a:cxnLst/>
              <a:rect l="l" t="t" r="r" b="b"/>
              <a:pathLst>
                <a:path w="2266" h="5528" extrusionOk="0">
                  <a:moveTo>
                    <a:pt x="1510" y="0"/>
                  </a:moveTo>
                  <a:lnTo>
                    <a:pt x="1133" y="423"/>
                  </a:lnTo>
                  <a:lnTo>
                    <a:pt x="752" y="839"/>
                  </a:lnTo>
                  <a:cubicBezTo>
                    <a:pt x="852" y="930"/>
                    <a:pt x="1133" y="1256"/>
                    <a:pt x="1133" y="1555"/>
                  </a:cubicBezTo>
                  <a:cubicBezTo>
                    <a:pt x="1133" y="1851"/>
                    <a:pt x="852" y="2177"/>
                    <a:pt x="755" y="2265"/>
                  </a:cubicBezTo>
                  <a:cubicBezTo>
                    <a:pt x="680" y="2334"/>
                    <a:pt x="1" y="2965"/>
                    <a:pt x="1" y="3820"/>
                  </a:cubicBezTo>
                  <a:cubicBezTo>
                    <a:pt x="1" y="4671"/>
                    <a:pt x="677" y="5302"/>
                    <a:pt x="755" y="5372"/>
                  </a:cubicBezTo>
                  <a:cubicBezTo>
                    <a:pt x="866" y="5476"/>
                    <a:pt x="1007" y="5528"/>
                    <a:pt x="1148" y="5528"/>
                  </a:cubicBezTo>
                  <a:cubicBezTo>
                    <a:pt x="1303"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072" name="Google Shape;14072;p81"/>
            <p:cNvSpPr/>
            <p:nvPr/>
          </p:nvSpPr>
          <p:spPr>
            <a:xfrm>
              <a:off x="4467450" y="3975675"/>
              <a:ext cx="470150" cy="312300"/>
            </a:xfrm>
            <a:custGeom>
              <a:avLst/>
              <a:gdLst/>
              <a:ahLst/>
              <a:cxnLst/>
              <a:rect l="l" t="t" r="r" b="b"/>
              <a:pathLst>
                <a:path w="18806" h="12492" extrusionOk="0">
                  <a:moveTo>
                    <a:pt x="16340" y="2263"/>
                  </a:moveTo>
                  <a:cubicBezTo>
                    <a:pt x="16709" y="2263"/>
                    <a:pt x="17020" y="2371"/>
                    <a:pt x="17233" y="2582"/>
                  </a:cubicBezTo>
                  <a:cubicBezTo>
                    <a:pt x="17622" y="2974"/>
                    <a:pt x="17571" y="3581"/>
                    <a:pt x="17505" y="3907"/>
                  </a:cubicBezTo>
                  <a:cubicBezTo>
                    <a:pt x="17375" y="4553"/>
                    <a:pt x="16994" y="5221"/>
                    <a:pt x="16430" y="5785"/>
                  </a:cubicBezTo>
                  <a:cubicBezTo>
                    <a:pt x="15793" y="6426"/>
                    <a:pt x="15014" y="6824"/>
                    <a:pt x="14337" y="6897"/>
                  </a:cubicBezTo>
                  <a:cubicBezTo>
                    <a:pt x="15056" y="5562"/>
                    <a:pt x="15539" y="4007"/>
                    <a:pt x="15744" y="2346"/>
                  </a:cubicBezTo>
                  <a:cubicBezTo>
                    <a:pt x="15954" y="2291"/>
                    <a:pt x="16154" y="2263"/>
                    <a:pt x="16340" y="2263"/>
                  </a:cubicBezTo>
                  <a:close/>
                  <a:moveTo>
                    <a:pt x="14709" y="1132"/>
                  </a:moveTo>
                  <a:cubicBezTo>
                    <a:pt x="14618" y="3340"/>
                    <a:pt x="13999" y="5390"/>
                    <a:pt x="12978" y="6987"/>
                  </a:cubicBezTo>
                  <a:cubicBezTo>
                    <a:pt x="12948" y="7023"/>
                    <a:pt x="12921" y="7066"/>
                    <a:pt x="12900" y="7108"/>
                  </a:cubicBezTo>
                  <a:cubicBezTo>
                    <a:pt x="12390" y="7881"/>
                    <a:pt x="11786" y="8542"/>
                    <a:pt x="11103" y="9059"/>
                  </a:cubicBezTo>
                  <a:lnTo>
                    <a:pt x="4750" y="9059"/>
                  </a:lnTo>
                  <a:cubicBezTo>
                    <a:pt x="2634" y="7461"/>
                    <a:pt x="1281" y="4478"/>
                    <a:pt x="1145" y="1132"/>
                  </a:cubicBezTo>
                  <a:close/>
                  <a:moveTo>
                    <a:pt x="13247" y="10191"/>
                  </a:moveTo>
                  <a:lnTo>
                    <a:pt x="12827" y="11048"/>
                  </a:lnTo>
                  <a:cubicBezTo>
                    <a:pt x="12731" y="11239"/>
                    <a:pt x="12538" y="11359"/>
                    <a:pt x="12326" y="11359"/>
                  </a:cubicBezTo>
                  <a:lnTo>
                    <a:pt x="3531" y="11359"/>
                  </a:lnTo>
                  <a:cubicBezTo>
                    <a:pt x="3316" y="11359"/>
                    <a:pt x="3120" y="11239"/>
                    <a:pt x="3026" y="11048"/>
                  </a:cubicBezTo>
                  <a:lnTo>
                    <a:pt x="2607" y="10191"/>
                  </a:lnTo>
                  <a:close/>
                  <a:moveTo>
                    <a:pt x="569" y="0"/>
                  </a:moveTo>
                  <a:cubicBezTo>
                    <a:pt x="255" y="0"/>
                    <a:pt x="1" y="254"/>
                    <a:pt x="1" y="565"/>
                  </a:cubicBezTo>
                  <a:cubicBezTo>
                    <a:pt x="1" y="3931"/>
                    <a:pt x="1145" y="7045"/>
                    <a:pt x="3060" y="9059"/>
                  </a:cubicBezTo>
                  <a:lnTo>
                    <a:pt x="569" y="9059"/>
                  </a:lnTo>
                  <a:cubicBezTo>
                    <a:pt x="255" y="9059"/>
                    <a:pt x="1" y="9312"/>
                    <a:pt x="1" y="9623"/>
                  </a:cubicBezTo>
                  <a:cubicBezTo>
                    <a:pt x="1" y="9937"/>
                    <a:pt x="255" y="10191"/>
                    <a:pt x="569" y="10191"/>
                  </a:cubicBezTo>
                  <a:lnTo>
                    <a:pt x="1348" y="10191"/>
                  </a:lnTo>
                  <a:lnTo>
                    <a:pt x="2012" y="11550"/>
                  </a:lnTo>
                  <a:lnTo>
                    <a:pt x="2012" y="11556"/>
                  </a:lnTo>
                  <a:cubicBezTo>
                    <a:pt x="2298" y="12127"/>
                    <a:pt x="2883" y="12492"/>
                    <a:pt x="3523" y="12492"/>
                  </a:cubicBezTo>
                  <a:cubicBezTo>
                    <a:pt x="3525" y="12492"/>
                    <a:pt x="3528" y="12492"/>
                    <a:pt x="3531" y="12492"/>
                  </a:cubicBezTo>
                  <a:lnTo>
                    <a:pt x="12326" y="12492"/>
                  </a:lnTo>
                  <a:cubicBezTo>
                    <a:pt x="12329" y="12492"/>
                    <a:pt x="12332" y="12492"/>
                    <a:pt x="12334" y="12492"/>
                  </a:cubicBezTo>
                  <a:cubicBezTo>
                    <a:pt x="12974" y="12492"/>
                    <a:pt x="13559" y="12127"/>
                    <a:pt x="13845" y="11553"/>
                  </a:cubicBezTo>
                  <a:lnTo>
                    <a:pt x="13845" y="11550"/>
                  </a:lnTo>
                  <a:lnTo>
                    <a:pt x="14509" y="10191"/>
                  </a:lnTo>
                  <a:lnTo>
                    <a:pt x="15288" y="10191"/>
                  </a:lnTo>
                  <a:cubicBezTo>
                    <a:pt x="15602" y="10191"/>
                    <a:pt x="15856" y="9937"/>
                    <a:pt x="15856" y="9623"/>
                  </a:cubicBezTo>
                  <a:cubicBezTo>
                    <a:pt x="15856" y="9309"/>
                    <a:pt x="15602" y="9059"/>
                    <a:pt x="15288" y="9059"/>
                  </a:cubicBezTo>
                  <a:lnTo>
                    <a:pt x="12797" y="9059"/>
                  </a:lnTo>
                  <a:cubicBezTo>
                    <a:pt x="13111" y="8726"/>
                    <a:pt x="13401" y="8373"/>
                    <a:pt x="13664" y="8002"/>
                  </a:cubicBezTo>
                  <a:cubicBezTo>
                    <a:pt x="13812" y="8026"/>
                    <a:pt x="13963" y="8038"/>
                    <a:pt x="14114" y="8038"/>
                  </a:cubicBezTo>
                  <a:cubicBezTo>
                    <a:pt x="15143" y="8038"/>
                    <a:pt x="16303" y="7516"/>
                    <a:pt x="17233" y="6589"/>
                  </a:cubicBezTo>
                  <a:cubicBezTo>
                    <a:pt x="17951" y="5867"/>
                    <a:pt x="18444" y="4994"/>
                    <a:pt x="18619" y="4131"/>
                  </a:cubicBezTo>
                  <a:cubicBezTo>
                    <a:pt x="18806" y="3183"/>
                    <a:pt x="18601" y="2349"/>
                    <a:pt x="18033" y="1785"/>
                  </a:cubicBezTo>
                  <a:cubicBezTo>
                    <a:pt x="17604" y="1353"/>
                    <a:pt x="17013" y="1132"/>
                    <a:pt x="16345" y="1132"/>
                  </a:cubicBezTo>
                  <a:cubicBezTo>
                    <a:pt x="16181" y="1132"/>
                    <a:pt x="16013" y="1145"/>
                    <a:pt x="15841" y="1172"/>
                  </a:cubicBezTo>
                  <a:cubicBezTo>
                    <a:pt x="15850" y="972"/>
                    <a:pt x="15853" y="770"/>
                    <a:pt x="15853" y="565"/>
                  </a:cubicBezTo>
                  <a:cubicBezTo>
                    <a:pt x="15853" y="254"/>
                    <a:pt x="15599" y="0"/>
                    <a:pt x="152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4073" name="Google Shape;14073;p81"/>
          <p:cNvGrpSpPr/>
          <p:nvPr/>
        </p:nvGrpSpPr>
        <p:grpSpPr>
          <a:xfrm>
            <a:off x="7975172" y="3126102"/>
            <a:ext cx="340186" cy="340168"/>
            <a:chOff x="5053900" y="3804850"/>
            <a:chExt cx="483150" cy="483125"/>
          </a:xfrm>
        </p:grpSpPr>
        <p:sp>
          <p:nvSpPr>
            <p:cNvPr id="14074" name="Google Shape;14074;p81"/>
            <p:cNvSpPr/>
            <p:nvPr/>
          </p:nvSpPr>
          <p:spPr>
            <a:xfrm>
              <a:off x="5053900" y="3804850"/>
              <a:ext cx="483150" cy="483125"/>
            </a:xfrm>
            <a:custGeom>
              <a:avLst/>
              <a:gdLst/>
              <a:ahLst/>
              <a:cxnLst/>
              <a:rect l="l" t="t" r="r" b="b"/>
              <a:pathLst>
                <a:path w="19326" h="19325" extrusionOk="0">
                  <a:moveTo>
                    <a:pt x="9663" y="1132"/>
                  </a:moveTo>
                  <a:cubicBezTo>
                    <a:pt x="14367" y="1132"/>
                    <a:pt x="18193" y="4958"/>
                    <a:pt x="18193" y="9662"/>
                  </a:cubicBezTo>
                  <a:cubicBezTo>
                    <a:pt x="18193" y="14367"/>
                    <a:pt x="14367" y="18192"/>
                    <a:pt x="9663" y="18192"/>
                  </a:cubicBezTo>
                  <a:cubicBezTo>
                    <a:pt x="4959" y="18192"/>
                    <a:pt x="1133" y="14367"/>
                    <a:pt x="1133" y="9662"/>
                  </a:cubicBezTo>
                  <a:cubicBezTo>
                    <a:pt x="1133" y="4958"/>
                    <a:pt x="4959" y="1132"/>
                    <a:pt x="9663" y="1132"/>
                  </a:cubicBezTo>
                  <a:close/>
                  <a:moveTo>
                    <a:pt x="9663" y="0"/>
                  </a:moveTo>
                  <a:cubicBezTo>
                    <a:pt x="7094" y="0"/>
                    <a:pt x="4669" y="1009"/>
                    <a:pt x="2839" y="2838"/>
                  </a:cubicBezTo>
                  <a:cubicBezTo>
                    <a:pt x="1009" y="4668"/>
                    <a:pt x="1" y="7093"/>
                    <a:pt x="1" y="9662"/>
                  </a:cubicBezTo>
                  <a:cubicBezTo>
                    <a:pt x="1" y="12232"/>
                    <a:pt x="1009" y="14657"/>
                    <a:pt x="2839" y="16486"/>
                  </a:cubicBezTo>
                  <a:cubicBezTo>
                    <a:pt x="4669" y="18316"/>
                    <a:pt x="7094" y="19325"/>
                    <a:pt x="9663" y="19325"/>
                  </a:cubicBezTo>
                  <a:cubicBezTo>
                    <a:pt x="12233" y="19325"/>
                    <a:pt x="14657" y="18316"/>
                    <a:pt x="16487" y="16486"/>
                  </a:cubicBezTo>
                  <a:cubicBezTo>
                    <a:pt x="18317" y="14657"/>
                    <a:pt x="19325" y="12232"/>
                    <a:pt x="19325" y="9662"/>
                  </a:cubicBezTo>
                  <a:cubicBezTo>
                    <a:pt x="19325" y="7093"/>
                    <a:pt x="18317" y="4668"/>
                    <a:pt x="16487" y="2838"/>
                  </a:cubicBezTo>
                  <a:cubicBezTo>
                    <a:pt x="14657" y="1009"/>
                    <a:pt x="12233" y="0"/>
                    <a:pt x="9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075" name="Google Shape;14075;p81"/>
            <p:cNvSpPr/>
            <p:nvPr/>
          </p:nvSpPr>
          <p:spPr>
            <a:xfrm>
              <a:off x="5168125" y="3947300"/>
              <a:ext cx="88275" cy="85000"/>
            </a:xfrm>
            <a:custGeom>
              <a:avLst/>
              <a:gdLst/>
              <a:ahLst/>
              <a:cxnLst/>
              <a:rect l="l" t="t" r="r" b="b"/>
              <a:pathLst>
                <a:path w="3531" h="3400" extrusionOk="0">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076" name="Google Shape;14076;p81"/>
            <p:cNvSpPr/>
            <p:nvPr/>
          </p:nvSpPr>
          <p:spPr>
            <a:xfrm>
              <a:off x="5334575" y="3947350"/>
              <a:ext cx="88325" cy="84950"/>
            </a:xfrm>
            <a:custGeom>
              <a:avLst/>
              <a:gdLst/>
              <a:ahLst/>
              <a:cxnLst/>
              <a:rect l="l" t="t" r="r" b="b"/>
              <a:pathLst>
                <a:path w="3533" h="3398" extrusionOk="0">
                  <a:moveTo>
                    <a:pt x="1829" y="1130"/>
                  </a:moveTo>
                  <a:cubicBezTo>
                    <a:pt x="2121" y="1130"/>
                    <a:pt x="2401" y="1356"/>
                    <a:pt x="2401" y="1698"/>
                  </a:cubicBezTo>
                  <a:cubicBezTo>
                    <a:pt x="2401" y="2012"/>
                    <a:pt x="2147" y="2265"/>
                    <a:pt x="1833" y="2265"/>
                  </a:cubicBezTo>
                  <a:cubicBezTo>
                    <a:pt x="1329" y="2265"/>
                    <a:pt x="1075" y="1656"/>
                    <a:pt x="1431" y="1296"/>
                  </a:cubicBezTo>
                  <a:cubicBezTo>
                    <a:pt x="1547" y="1181"/>
                    <a:pt x="1690" y="1130"/>
                    <a:pt x="1829" y="1130"/>
                  </a:cubicBezTo>
                  <a:close/>
                  <a:moveTo>
                    <a:pt x="1833" y="1"/>
                  </a:moveTo>
                  <a:cubicBezTo>
                    <a:pt x="1145" y="1"/>
                    <a:pt x="526" y="415"/>
                    <a:pt x="263" y="1049"/>
                  </a:cubicBezTo>
                  <a:cubicBezTo>
                    <a:pt x="0" y="1683"/>
                    <a:pt x="145" y="2413"/>
                    <a:pt x="631" y="2900"/>
                  </a:cubicBezTo>
                  <a:cubicBezTo>
                    <a:pt x="956" y="3225"/>
                    <a:pt x="1391" y="3397"/>
                    <a:pt x="1833" y="3397"/>
                  </a:cubicBezTo>
                  <a:cubicBezTo>
                    <a:pt x="2052" y="3397"/>
                    <a:pt x="2272" y="3355"/>
                    <a:pt x="2482" y="3268"/>
                  </a:cubicBezTo>
                  <a:cubicBezTo>
                    <a:pt x="3116" y="3005"/>
                    <a:pt x="3533" y="2386"/>
                    <a:pt x="3533" y="1698"/>
                  </a:cubicBezTo>
                  <a:cubicBezTo>
                    <a:pt x="3530" y="759"/>
                    <a:pt x="2772" y="1"/>
                    <a:pt x="18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077" name="Google Shape;14077;p81"/>
            <p:cNvSpPr/>
            <p:nvPr/>
          </p:nvSpPr>
          <p:spPr>
            <a:xfrm>
              <a:off x="5170150" y="4060600"/>
              <a:ext cx="250650" cy="113225"/>
            </a:xfrm>
            <a:custGeom>
              <a:avLst/>
              <a:gdLst/>
              <a:ahLst/>
              <a:cxnLst/>
              <a:rect l="l" t="t" r="r" b="b"/>
              <a:pathLst>
                <a:path w="10026" h="4529" extrusionOk="0">
                  <a:moveTo>
                    <a:pt x="5006" y="0"/>
                  </a:moveTo>
                  <a:cubicBezTo>
                    <a:pt x="2684" y="0"/>
                    <a:pt x="659" y="1572"/>
                    <a:pt x="79" y="3820"/>
                  </a:cubicBezTo>
                  <a:cubicBezTo>
                    <a:pt x="1" y="4125"/>
                    <a:pt x="182" y="4433"/>
                    <a:pt x="487" y="4511"/>
                  </a:cubicBezTo>
                  <a:cubicBezTo>
                    <a:pt x="533" y="4523"/>
                    <a:pt x="580" y="4528"/>
                    <a:pt x="625" y="4528"/>
                  </a:cubicBezTo>
                  <a:cubicBezTo>
                    <a:pt x="878" y="4528"/>
                    <a:pt x="1109" y="4359"/>
                    <a:pt x="1175" y="4103"/>
                  </a:cubicBezTo>
                  <a:cubicBezTo>
                    <a:pt x="1625" y="2352"/>
                    <a:pt x="3205" y="1126"/>
                    <a:pt x="5013" y="1126"/>
                  </a:cubicBezTo>
                  <a:cubicBezTo>
                    <a:pt x="6822" y="1126"/>
                    <a:pt x="8401" y="2352"/>
                    <a:pt x="8851" y="4103"/>
                  </a:cubicBezTo>
                  <a:cubicBezTo>
                    <a:pt x="8917" y="4359"/>
                    <a:pt x="9148" y="4528"/>
                    <a:pt x="9401" y="4528"/>
                  </a:cubicBezTo>
                  <a:cubicBezTo>
                    <a:pt x="9447" y="4528"/>
                    <a:pt x="9493" y="4523"/>
                    <a:pt x="9539" y="4511"/>
                  </a:cubicBezTo>
                  <a:cubicBezTo>
                    <a:pt x="9844" y="4433"/>
                    <a:pt x="10025" y="4125"/>
                    <a:pt x="9947" y="3820"/>
                  </a:cubicBezTo>
                  <a:cubicBezTo>
                    <a:pt x="9368" y="1572"/>
                    <a:pt x="7342" y="0"/>
                    <a:pt x="5020" y="0"/>
                  </a:cubicBezTo>
                  <a:cubicBezTo>
                    <a:pt x="5018" y="0"/>
                    <a:pt x="5015" y="0"/>
                    <a:pt x="5013" y="0"/>
                  </a:cubicBezTo>
                  <a:cubicBezTo>
                    <a:pt x="5011" y="0"/>
                    <a:pt x="5009" y="0"/>
                    <a:pt x="50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4078" name="Google Shape;14078;p81"/>
          <p:cNvGrpSpPr/>
          <p:nvPr/>
        </p:nvGrpSpPr>
        <p:grpSpPr>
          <a:xfrm>
            <a:off x="6270890" y="3960912"/>
            <a:ext cx="340168" cy="340168"/>
            <a:chOff x="5648375" y="3804850"/>
            <a:chExt cx="483125" cy="483125"/>
          </a:xfrm>
        </p:grpSpPr>
        <p:sp>
          <p:nvSpPr>
            <p:cNvPr id="14079" name="Google Shape;14079;p81"/>
            <p:cNvSpPr/>
            <p:nvPr/>
          </p:nvSpPr>
          <p:spPr>
            <a:xfrm>
              <a:off x="5648375" y="3804850"/>
              <a:ext cx="483125" cy="483125"/>
            </a:xfrm>
            <a:custGeom>
              <a:avLst/>
              <a:gdLst/>
              <a:ahLst/>
              <a:cxnLst/>
              <a:rect l="l" t="t" r="r" b="b"/>
              <a:pathLst>
                <a:path w="19325" h="19325" extrusionOk="0">
                  <a:moveTo>
                    <a:pt x="9662" y="1132"/>
                  </a:moveTo>
                  <a:cubicBezTo>
                    <a:pt x="14367" y="1132"/>
                    <a:pt x="18192" y="4958"/>
                    <a:pt x="18192" y="9662"/>
                  </a:cubicBezTo>
                  <a:cubicBezTo>
                    <a:pt x="18192" y="14367"/>
                    <a:pt x="14367" y="18192"/>
                    <a:pt x="9662" y="18192"/>
                  </a:cubicBezTo>
                  <a:cubicBezTo>
                    <a:pt x="4958" y="18192"/>
                    <a:pt x="1132" y="14367"/>
                    <a:pt x="1132" y="9662"/>
                  </a:cubicBezTo>
                  <a:cubicBezTo>
                    <a:pt x="1132" y="4958"/>
                    <a:pt x="4958" y="1132"/>
                    <a:pt x="9662" y="1132"/>
                  </a:cubicBezTo>
                  <a:close/>
                  <a:moveTo>
                    <a:pt x="9662" y="0"/>
                  </a:moveTo>
                  <a:cubicBezTo>
                    <a:pt x="7093" y="0"/>
                    <a:pt x="4668" y="1009"/>
                    <a:pt x="2838" y="2838"/>
                  </a:cubicBezTo>
                  <a:cubicBezTo>
                    <a:pt x="1009" y="4668"/>
                    <a:pt x="0" y="7093"/>
                    <a:pt x="0" y="9662"/>
                  </a:cubicBezTo>
                  <a:cubicBezTo>
                    <a:pt x="0" y="12232"/>
                    <a:pt x="1009" y="14657"/>
                    <a:pt x="2838" y="16486"/>
                  </a:cubicBezTo>
                  <a:cubicBezTo>
                    <a:pt x="4668" y="18316"/>
                    <a:pt x="7093" y="19325"/>
                    <a:pt x="9662" y="19325"/>
                  </a:cubicBezTo>
                  <a:cubicBezTo>
                    <a:pt x="12232" y="19325"/>
                    <a:pt x="14656" y="18316"/>
                    <a:pt x="16486" y="16486"/>
                  </a:cubicBezTo>
                  <a:cubicBezTo>
                    <a:pt x="18316" y="14657"/>
                    <a:pt x="19325" y="12232"/>
                    <a:pt x="19325" y="9662"/>
                  </a:cubicBezTo>
                  <a:cubicBezTo>
                    <a:pt x="19325" y="7093"/>
                    <a:pt x="18316" y="4668"/>
                    <a:pt x="16486" y="2838"/>
                  </a:cubicBezTo>
                  <a:cubicBezTo>
                    <a:pt x="14656" y="1009"/>
                    <a:pt x="12232" y="0"/>
                    <a:pt x="9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080" name="Google Shape;14080;p81"/>
            <p:cNvSpPr/>
            <p:nvPr/>
          </p:nvSpPr>
          <p:spPr>
            <a:xfrm>
              <a:off x="5762575" y="3947300"/>
              <a:ext cx="88275" cy="85000"/>
            </a:xfrm>
            <a:custGeom>
              <a:avLst/>
              <a:gdLst/>
              <a:ahLst/>
              <a:cxnLst/>
              <a:rect l="l" t="t" r="r" b="b"/>
              <a:pathLst>
                <a:path w="3531" h="3400" extrusionOk="0">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081" name="Google Shape;14081;p81"/>
            <p:cNvSpPr/>
            <p:nvPr/>
          </p:nvSpPr>
          <p:spPr>
            <a:xfrm>
              <a:off x="5932425" y="3947300"/>
              <a:ext cx="88250" cy="85000"/>
            </a:xfrm>
            <a:custGeom>
              <a:avLst/>
              <a:gdLst/>
              <a:ahLst/>
              <a:cxnLst/>
              <a:rect l="l" t="t" r="r" b="b"/>
              <a:pathLst>
                <a:path w="3530" h="3400" extrusionOk="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082" name="Google Shape;14082;p81"/>
            <p:cNvSpPr/>
            <p:nvPr/>
          </p:nvSpPr>
          <p:spPr>
            <a:xfrm>
              <a:off x="5762575" y="4060600"/>
              <a:ext cx="254800" cy="141550"/>
            </a:xfrm>
            <a:custGeom>
              <a:avLst/>
              <a:gdLst/>
              <a:ahLst/>
              <a:cxnLst/>
              <a:rect l="l" t="t" r="r" b="b"/>
              <a:pathLst>
                <a:path w="10192" h="5662" extrusionOk="0">
                  <a:moveTo>
                    <a:pt x="9017" y="1132"/>
                  </a:moveTo>
                  <a:cubicBezTo>
                    <a:pt x="8736" y="3083"/>
                    <a:pt x="7066" y="4529"/>
                    <a:pt x="5094" y="4529"/>
                  </a:cubicBezTo>
                  <a:cubicBezTo>
                    <a:pt x="3123" y="4529"/>
                    <a:pt x="1453" y="3083"/>
                    <a:pt x="1172" y="1132"/>
                  </a:cubicBezTo>
                  <a:close/>
                  <a:moveTo>
                    <a:pt x="565" y="0"/>
                  </a:moveTo>
                  <a:cubicBezTo>
                    <a:pt x="251" y="0"/>
                    <a:pt x="1" y="251"/>
                    <a:pt x="1" y="565"/>
                  </a:cubicBezTo>
                  <a:cubicBezTo>
                    <a:pt x="1" y="3373"/>
                    <a:pt x="2286" y="5662"/>
                    <a:pt x="5094" y="5662"/>
                  </a:cubicBezTo>
                  <a:cubicBezTo>
                    <a:pt x="7905" y="5662"/>
                    <a:pt x="10191" y="3373"/>
                    <a:pt x="10191" y="565"/>
                  </a:cubicBezTo>
                  <a:cubicBezTo>
                    <a:pt x="10191" y="251"/>
                    <a:pt x="9938" y="0"/>
                    <a:pt x="96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4083" name="Google Shape;14083;p81"/>
          <p:cNvGrpSpPr/>
          <p:nvPr/>
        </p:nvGrpSpPr>
        <p:grpSpPr>
          <a:xfrm>
            <a:off x="4560845" y="3973272"/>
            <a:ext cx="280923" cy="315449"/>
            <a:chOff x="6276025" y="3812400"/>
            <a:chExt cx="416800" cy="468025"/>
          </a:xfrm>
        </p:grpSpPr>
        <p:sp>
          <p:nvSpPr>
            <p:cNvPr id="14084" name="Google Shape;14084;p81"/>
            <p:cNvSpPr/>
            <p:nvPr/>
          </p:nvSpPr>
          <p:spPr>
            <a:xfrm>
              <a:off x="6276025" y="3812400"/>
              <a:ext cx="416800" cy="468025"/>
            </a:xfrm>
            <a:custGeom>
              <a:avLst/>
              <a:gdLst/>
              <a:ahLst/>
              <a:cxnLst/>
              <a:rect l="l" t="t" r="r" b="b"/>
              <a:pathLst>
                <a:path w="16672" h="18721" extrusionOk="0">
                  <a:moveTo>
                    <a:pt x="8334" y="1132"/>
                  </a:moveTo>
                  <a:cubicBezTo>
                    <a:pt x="12311" y="1132"/>
                    <a:pt x="15536" y="4354"/>
                    <a:pt x="15536" y="8334"/>
                  </a:cubicBezTo>
                  <a:lnTo>
                    <a:pt x="15536" y="8346"/>
                  </a:lnTo>
                  <a:lnTo>
                    <a:pt x="15536" y="11652"/>
                  </a:lnTo>
                  <a:cubicBezTo>
                    <a:pt x="15536" y="12332"/>
                    <a:pt x="15240" y="12981"/>
                    <a:pt x="14724" y="13425"/>
                  </a:cubicBezTo>
                  <a:lnTo>
                    <a:pt x="12849" y="15034"/>
                  </a:lnTo>
                  <a:cubicBezTo>
                    <a:pt x="12725" y="15143"/>
                    <a:pt x="12652" y="15300"/>
                    <a:pt x="12652" y="15466"/>
                  </a:cubicBezTo>
                  <a:lnTo>
                    <a:pt x="12652" y="17588"/>
                  </a:lnTo>
                  <a:lnTo>
                    <a:pt x="11197" y="17588"/>
                  </a:lnTo>
                  <a:lnTo>
                    <a:pt x="11197" y="16254"/>
                  </a:lnTo>
                  <a:cubicBezTo>
                    <a:pt x="11197" y="15943"/>
                    <a:pt x="10943" y="15689"/>
                    <a:pt x="10629" y="15689"/>
                  </a:cubicBezTo>
                  <a:cubicBezTo>
                    <a:pt x="10318" y="15689"/>
                    <a:pt x="10065" y="15943"/>
                    <a:pt x="10065" y="16254"/>
                  </a:cubicBezTo>
                  <a:lnTo>
                    <a:pt x="10065" y="17588"/>
                  </a:lnTo>
                  <a:lnTo>
                    <a:pt x="8902" y="17588"/>
                  </a:lnTo>
                  <a:lnTo>
                    <a:pt x="8902" y="16254"/>
                  </a:lnTo>
                  <a:cubicBezTo>
                    <a:pt x="8902" y="15943"/>
                    <a:pt x="8648" y="15689"/>
                    <a:pt x="8334" y="15689"/>
                  </a:cubicBezTo>
                  <a:cubicBezTo>
                    <a:pt x="8020" y="15689"/>
                    <a:pt x="7770" y="15943"/>
                    <a:pt x="7770" y="16254"/>
                  </a:cubicBezTo>
                  <a:lnTo>
                    <a:pt x="7770" y="17588"/>
                  </a:lnTo>
                  <a:lnTo>
                    <a:pt x="6604" y="17588"/>
                  </a:lnTo>
                  <a:lnTo>
                    <a:pt x="6604" y="16254"/>
                  </a:lnTo>
                  <a:cubicBezTo>
                    <a:pt x="6604" y="15943"/>
                    <a:pt x="6351" y="15689"/>
                    <a:pt x="6040" y="15689"/>
                  </a:cubicBezTo>
                  <a:cubicBezTo>
                    <a:pt x="5726" y="15689"/>
                    <a:pt x="5472" y="15943"/>
                    <a:pt x="5472" y="16254"/>
                  </a:cubicBezTo>
                  <a:lnTo>
                    <a:pt x="5472" y="17588"/>
                  </a:lnTo>
                  <a:lnTo>
                    <a:pt x="4017" y="17588"/>
                  </a:lnTo>
                  <a:lnTo>
                    <a:pt x="4017" y="15466"/>
                  </a:lnTo>
                  <a:cubicBezTo>
                    <a:pt x="4017" y="15300"/>
                    <a:pt x="3944" y="15143"/>
                    <a:pt x="3820" y="15037"/>
                  </a:cubicBezTo>
                  <a:lnTo>
                    <a:pt x="1945" y="13425"/>
                  </a:lnTo>
                  <a:cubicBezTo>
                    <a:pt x="1429" y="12981"/>
                    <a:pt x="1133" y="12335"/>
                    <a:pt x="1133" y="11652"/>
                  </a:cubicBezTo>
                  <a:lnTo>
                    <a:pt x="1133" y="8406"/>
                  </a:lnTo>
                  <a:cubicBezTo>
                    <a:pt x="1133" y="4396"/>
                    <a:pt x="4361" y="1132"/>
                    <a:pt x="8331" y="1132"/>
                  </a:cubicBezTo>
                  <a:close/>
                  <a:moveTo>
                    <a:pt x="8331" y="0"/>
                  </a:moveTo>
                  <a:cubicBezTo>
                    <a:pt x="3736" y="3"/>
                    <a:pt x="1" y="3774"/>
                    <a:pt x="1" y="8409"/>
                  </a:cubicBezTo>
                  <a:lnTo>
                    <a:pt x="1" y="11655"/>
                  </a:lnTo>
                  <a:cubicBezTo>
                    <a:pt x="1" y="12664"/>
                    <a:pt x="442" y="13627"/>
                    <a:pt x="1209" y="14285"/>
                  </a:cubicBezTo>
                  <a:lnTo>
                    <a:pt x="2884" y="15725"/>
                  </a:lnTo>
                  <a:lnTo>
                    <a:pt x="2884" y="18156"/>
                  </a:lnTo>
                  <a:cubicBezTo>
                    <a:pt x="2884" y="18467"/>
                    <a:pt x="3138" y="18721"/>
                    <a:pt x="3449" y="18721"/>
                  </a:cubicBezTo>
                  <a:lnTo>
                    <a:pt x="13220" y="18721"/>
                  </a:lnTo>
                  <a:cubicBezTo>
                    <a:pt x="13531" y="18721"/>
                    <a:pt x="13785" y="18467"/>
                    <a:pt x="13785" y="18156"/>
                  </a:cubicBezTo>
                  <a:lnTo>
                    <a:pt x="13785" y="15725"/>
                  </a:lnTo>
                  <a:lnTo>
                    <a:pt x="15463" y="14282"/>
                  </a:lnTo>
                  <a:cubicBezTo>
                    <a:pt x="16227" y="13624"/>
                    <a:pt x="16671" y="12664"/>
                    <a:pt x="16671" y="11652"/>
                  </a:cubicBezTo>
                  <a:lnTo>
                    <a:pt x="16671" y="8334"/>
                  </a:lnTo>
                  <a:lnTo>
                    <a:pt x="16671" y="8322"/>
                  </a:lnTo>
                  <a:cubicBezTo>
                    <a:pt x="16662" y="3723"/>
                    <a:pt x="12933" y="0"/>
                    <a:pt x="83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085" name="Google Shape;14085;p81"/>
            <p:cNvSpPr/>
            <p:nvPr/>
          </p:nvSpPr>
          <p:spPr>
            <a:xfrm>
              <a:off x="6436375" y="4078825"/>
              <a:ext cx="96025" cy="80400"/>
            </a:xfrm>
            <a:custGeom>
              <a:avLst/>
              <a:gdLst/>
              <a:ahLst/>
              <a:cxnLst/>
              <a:rect l="l" t="t" r="r" b="b"/>
              <a:pathLst>
                <a:path w="3841" h="3216" extrusionOk="0">
                  <a:moveTo>
                    <a:pt x="1922" y="1"/>
                  </a:moveTo>
                  <a:cubicBezTo>
                    <a:pt x="1736" y="1"/>
                    <a:pt x="1551" y="91"/>
                    <a:pt x="1440" y="270"/>
                  </a:cubicBezTo>
                  <a:lnTo>
                    <a:pt x="166" y="2354"/>
                  </a:lnTo>
                  <a:cubicBezTo>
                    <a:pt x="0" y="2623"/>
                    <a:pt x="85" y="2970"/>
                    <a:pt x="350" y="3133"/>
                  </a:cubicBezTo>
                  <a:cubicBezTo>
                    <a:pt x="443" y="3189"/>
                    <a:pt x="545" y="3216"/>
                    <a:pt x="646" y="3216"/>
                  </a:cubicBezTo>
                  <a:cubicBezTo>
                    <a:pt x="837" y="3216"/>
                    <a:pt x="1023" y="3120"/>
                    <a:pt x="1129" y="2946"/>
                  </a:cubicBezTo>
                  <a:lnTo>
                    <a:pt x="1923" y="1653"/>
                  </a:lnTo>
                  <a:lnTo>
                    <a:pt x="2712" y="2946"/>
                  </a:lnTo>
                  <a:cubicBezTo>
                    <a:pt x="2818" y="3120"/>
                    <a:pt x="3005" y="3216"/>
                    <a:pt x="3196" y="3216"/>
                  </a:cubicBezTo>
                  <a:cubicBezTo>
                    <a:pt x="3297" y="3216"/>
                    <a:pt x="3399" y="3189"/>
                    <a:pt x="3491" y="3133"/>
                  </a:cubicBezTo>
                  <a:cubicBezTo>
                    <a:pt x="3759" y="2970"/>
                    <a:pt x="3841" y="2623"/>
                    <a:pt x="3678" y="2354"/>
                  </a:cubicBezTo>
                  <a:lnTo>
                    <a:pt x="2407" y="270"/>
                  </a:lnTo>
                  <a:cubicBezTo>
                    <a:pt x="2295" y="91"/>
                    <a:pt x="2108" y="1"/>
                    <a:pt x="19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086" name="Google Shape;14086;p81"/>
            <p:cNvSpPr/>
            <p:nvPr/>
          </p:nvSpPr>
          <p:spPr>
            <a:xfrm>
              <a:off x="6327450" y="3974775"/>
              <a:ext cx="125550" cy="118300"/>
            </a:xfrm>
            <a:custGeom>
              <a:avLst/>
              <a:gdLst/>
              <a:ahLst/>
              <a:cxnLst/>
              <a:rect l="l" t="t" r="r" b="b"/>
              <a:pathLst>
                <a:path w="5022" h="4732" extrusionOk="0">
                  <a:moveTo>
                    <a:pt x="2505" y="1115"/>
                  </a:moveTo>
                  <a:cubicBezTo>
                    <a:pt x="2806" y="1115"/>
                    <a:pt x="3107" y="1230"/>
                    <a:pt x="3337" y="1461"/>
                  </a:cubicBezTo>
                  <a:cubicBezTo>
                    <a:pt x="3795" y="1920"/>
                    <a:pt x="3795" y="2663"/>
                    <a:pt x="3337" y="3125"/>
                  </a:cubicBezTo>
                  <a:cubicBezTo>
                    <a:pt x="3049" y="3413"/>
                    <a:pt x="2565" y="3600"/>
                    <a:pt x="2133" y="3600"/>
                  </a:cubicBezTo>
                  <a:cubicBezTo>
                    <a:pt x="1861" y="3600"/>
                    <a:pt x="1610" y="3526"/>
                    <a:pt x="1440" y="3358"/>
                  </a:cubicBezTo>
                  <a:cubicBezTo>
                    <a:pt x="1253" y="3167"/>
                    <a:pt x="1166" y="2844"/>
                    <a:pt x="1208" y="2473"/>
                  </a:cubicBezTo>
                  <a:cubicBezTo>
                    <a:pt x="1253" y="2089"/>
                    <a:pt x="1431" y="1703"/>
                    <a:pt x="1673" y="1461"/>
                  </a:cubicBezTo>
                  <a:cubicBezTo>
                    <a:pt x="1902" y="1230"/>
                    <a:pt x="2203" y="1115"/>
                    <a:pt x="2505" y="1115"/>
                  </a:cubicBezTo>
                  <a:close/>
                  <a:moveTo>
                    <a:pt x="2486" y="0"/>
                  </a:moveTo>
                  <a:cubicBezTo>
                    <a:pt x="1903" y="0"/>
                    <a:pt x="1321" y="219"/>
                    <a:pt x="873" y="658"/>
                  </a:cubicBezTo>
                  <a:cubicBezTo>
                    <a:pt x="444" y="1084"/>
                    <a:pt x="157" y="1697"/>
                    <a:pt x="85" y="2340"/>
                  </a:cubicBezTo>
                  <a:cubicBezTo>
                    <a:pt x="0" y="3059"/>
                    <a:pt x="202" y="3717"/>
                    <a:pt x="640" y="4155"/>
                  </a:cubicBezTo>
                  <a:cubicBezTo>
                    <a:pt x="1042" y="4556"/>
                    <a:pt x="1582" y="4731"/>
                    <a:pt x="2138" y="4731"/>
                  </a:cubicBezTo>
                  <a:cubicBezTo>
                    <a:pt x="2141" y="4731"/>
                    <a:pt x="2145" y="4731"/>
                    <a:pt x="2149" y="4731"/>
                  </a:cubicBezTo>
                  <a:cubicBezTo>
                    <a:pt x="2882" y="4731"/>
                    <a:pt x="3638" y="4424"/>
                    <a:pt x="4137" y="3922"/>
                  </a:cubicBezTo>
                  <a:cubicBezTo>
                    <a:pt x="5021" y="3016"/>
                    <a:pt x="5012" y="1570"/>
                    <a:pt x="4119" y="676"/>
                  </a:cubicBezTo>
                  <a:cubicBezTo>
                    <a:pt x="3668" y="226"/>
                    <a:pt x="3077" y="0"/>
                    <a:pt x="24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087" name="Google Shape;14087;p81"/>
            <p:cNvSpPr/>
            <p:nvPr/>
          </p:nvSpPr>
          <p:spPr>
            <a:xfrm>
              <a:off x="6515325" y="3974300"/>
              <a:ext cx="126000" cy="118775"/>
            </a:xfrm>
            <a:custGeom>
              <a:avLst/>
              <a:gdLst/>
              <a:ahLst/>
              <a:cxnLst/>
              <a:rect l="l" t="t" r="r" b="b"/>
              <a:pathLst>
                <a:path w="5040" h="4751" extrusionOk="0">
                  <a:moveTo>
                    <a:pt x="2535" y="1133"/>
                  </a:moveTo>
                  <a:cubicBezTo>
                    <a:pt x="2836" y="1133"/>
                    <a:pt x="3138" y="1248"/>
                    <a:pt x="3367" y="1477"/>
                  </a:cubicBezTo>
                  <a:cubicBezTo>
                    <a:pt x="3609" y="1722"/>
                    <a:pt x="3787" y="2108"/>
                    <a:pt x="3832" y="2492"/>
                  </a:cubicBezTo>
                  <a:cubicBezTo>
                    <a:pt x="3874" y="2860"/>
                    <a:pt x="3790" y="3183"/>
                    <a:pt x="3600" y="3374"/>
                  </a:cubicBezTo>
                  <a:cubicBezTo>
                    <a:pt x="3429" y="3544"/>
                    <a:pt x="3178" y="3618"/>
                    <a:pt x="2906" y="3618"/>
                  </a:cubicBezTo>
                  <a:cubicBezTo>
                    <a:pt x="2474" y="3618"/>
                    <a:pt x="1991" y="3430"/>
                    <a:pt x="1703" y="3141"/>
                  </a:cubicBezTo>
                  <a:cubicBezTo>
                    <a:pt x="1244" y="2682"/>
                    <a:pt x="1244" y="1936"/>
                    <a:pt x="1703" y="1477"/>
                  </a:cubicBezTo>
                  <a:cubicBezTo>
                    <a:pt x="1933" y="1248"/>
                    <a:pt x="2234" y="1133"/>
                    <a:pt x="2535" y="1133"/>
                  </a:cubicBezTo>
                  <a:close/>
                  <a:moveTo>
                    <a:pt x="2535" y="0"/>
                  </a:moveTo>
                  <a:cubicBezTo>
                    <a:pt x="1944" y="0"/>
                    <a:pt x="1353" y="226"/>
                    <a:pt x="903" y="677"/>
                  </a:cubicBezTo>
                  <a:cubicBezTo>
                    <a:pt x="0" y="1580"/>
                    <a:pt x="0" y="3041"/>
                    <a:pt x="903" y="3941"/>
                  </a:cubicBezTo>
                  <a:cubicBezTo>
                    <a:pt x="1329" y="4370"/>
                    <a:pt x="1945" y="4660"/>
                    <a:pt x="2588" y="4732"/>
                  </a:cubicBezTo>
                  <a:cubicBezTo>
                    <a:pt x="2691" y="4744"/>
                    <a:pt x="2793" y="4750"/>
                    <a:pt x="2899" y="4750"/>
                  </a:cubicBezTo>
                  <a:cubicBezTo>
                    <a:pt x="3491" y="4750"/>
                    <a:pt x="4028" y="4548"/>
                    <a:pt x="4400" y="4174"/>
                  </a:cubicBezTo>
                  <a:cubicBezTo>
                    <a:pt x="4838" y="3739"/>
                    <a:pt x="5040" y="3078"/>
                    <a:pt x="4958" y="2362"/>
                  </a:cubicBezTo>
                  <a:cubicBezTo>
                    <a:pt x="4883" y="1719"/>
                    <a:pt x="4596" y="1103"/>
                    <a:pt x="4167" y="677"/>
                  </a:cubicBezTo>
                  <a:cubicBezTo>
                    <a:pt x="3717" y="226"/>
                    <a:pt x="3126" y="0"/>
                    <a:pt x="25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4088" name="Google Shape;14088;p81"/>
          <p:cNvGrpSpPr/>
          <p:nvPr/>
        </p:nvGrpSpPr>
        <p:grpSpPr>
          <a:xfrm>
            <a:off x="5039779" y="3545089"/>
            <a:ext cx="342615" cy="340186"/>
            <a:chOff x="890400" y="4399350"/>
            <a:chExt cx="486600" cy="483150"/>
          </a:xfrm>
        </p:grpSpPr>
        <p:sp>
          <p:nvSpPr>
            <p:cNvPr id="14089" name="Google Shape;14089;p81"/>
            <p:cNvSpPr/>
            <p:nvPr/>
          </p:nvSpPr>
          <p:spPr>
            <a:xfrm>
              <a:off x="1125300" y="4503075"/>
              <a:ext cx="153800" cy="141650"/>
            </a:xfrm>
            <a:custGeom>
              <a:avLst/>
              <a:gdLst/>
              <a:ahLst/>
              <a:cxnLst/>
              <a:rect l="l" t="t" r="r" b="b"/>
              <a:pathLst>
                <a:path w="6152" h="5666" extrusionOk="0">
                  <a:moveTo>
                    <a:pt x="3044" y="1140"/>
                  </a:moveTo>
                  <a:cubicBezTo>
                    <a:pt x="3263" y="1140"/>
                    <a:pt x="3484" y="1182"/>
                    <a:pt x="3694" y="1269"/>
                  </a:cubicBezTo>
                  <a:cubicBezTo>
                    <a:pt x="4328" y="1532"/>
                    <a:pt x="4741" y="2151"/>
                    <a:pt x="4741" y="2836"/>
                  </a:cubicBezTo>
                  <a:cubicBezTo>
                    <a:pt x="4741" y="3525"/>
                    <a:pt x="4328" y="4144"/>
                    <a:pt x="3694" y="4406"/>
                  </a:cubicBezTo>
                  <a:cubicBezTo>
                    <a:pt x="3484" y="4493"/>
                    <a:pt x="3263" y="4536"/>
                    <a:pt x="3044" y="4536"/>
                  </a:cubicBezTo>
                  <a:cubicBezTo>
                    <a:pt x="2602" y="4536"/>
                    <a:pt x="2168" y="4363"/>
                    <a:pt x="1843" y="4038"/>
                  </a:cubicBezTo>
                  <a:cubicBezTo>
                    <a:pt x="1178" y="3377"/>
                    <a:pt x="1178" y="2299"/>
                    <a:pt x="1843" y="1638"/>
                  </a:cubicBezTo>
                  <a:cubicBezTo>
                    <a:pt x="2168" y="1312"/>
                    <a:pt x="2602" y="1140"/>
                    <a:pt x="3044" y="1140"/>
                  </a:cubicBezTo>
                  <a:close/>
                  <a:moveTo>
                    <a:pt x="3043" y="0"/>
                  </a:moveTo>
                  <a:cubicBezTo>
                    <a:pt x="2680" y="0"/>
                    <a:pt x="2313" y="70"/>
                    <a:pt x="1961" y="215"/>
                  </a:cubicBezTo>
                  <a:cubicBezTo>
                    <a:pt x="710" y="732"/>
                    <a:pt x="1" y="2060"/>
                    <a:pt x="264" y="3386"/>
                  </a:cubicBezTo>
                  <a:cubicBezTo>
                    <a:pt x="529" y="4709"/>
                    <a:pt x="1688" y="5666"/>
                    <a:pt x="3038" y="5666"/>
                  </a:cubicBezTo>
                  <a:cubicBezTo>
                    <a:pt x="3040" y="5666"/>
                    <a:pt x="3042" y="5666"/>
                    <a:pt x="3045" y="5666"/>
                  </a:cubicBezTo>
                  <a:cubicBezTo>
                    <a:pt x="3048" y="5666"/>
                    <a:pt x="3052" y="5666"/>
                    <a:pt x="3056" y="5666"/>
                  </a:cubicBezTo>
                  <a:cubicBezTo>
                    <a:pt x="3801" y="5666"/>
                    <a:pt x="4518" y="5367"/>
                    <a:pt x="5046" y="4838"/>
                  </a:cubicBezTo>
                  <a:cubicBezTo>
                    <a:pt x="6004" y="3884"/>
                    <a:pt x="6152" y="2386"/>
                    <a:pt x="5400" y="1260"/>
                  </a:cubicBezTo>
                  <a:cubicBezTo>
                    <a:pt x="4862" y="453"/>
                    <a:pt x="3967" y="0"/>
                    <a:pt x="30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090" name="Google Shape;14090;p81"/>
            <p:cNvSpPr/>
            <p:nvPr/>
          </p:nvSpPr>
          <p:spPr>
            <a:xfrm>
              <a:off x="890400" y="4399350"/>
              <a:ext cx="486600" cy="483150"/>
            </a:xfrm>
            <a:custGeom>
              <a:avLst/>
              <a:gdLst/>
              <a:ahLst/>
              <a:cxnLst/>
              <a:rect l="l" t="t" r="r" b="b"/>
              <a:pathLst>
                <a:path w="19464" h="19326" extrusionOk="0">
                  <a:moveTo>
                    <a:pt x="17908" y="1131"/>
                  </a:moveTo>
                  <a:cubicBezTo>
                    <a:pt x="18031" y="1131"/>
                    <a:pt x="18157" y="1132"/>
                    <a:pt x="18283" y="1134"/>
                  </a:cubicBezTo>
                  <a:cubicBezTo>
                    <a:pt x="18301" y="2369"/>
                    <a:pt x="18232" y="3465"/>
                    <a:pt x="18057" y="4449"/>
                  </a:cubicBezTo>
                  <a:cubicBezTo>
                    <a:pt x="16453" y="4223"/>
                    <a:pt x="15191" y="2960"/>
                    <a:pt x="14968" y="1357"/>
                  </a:cubicBezTo>
                  <a:cubicBezTo>
                    <a:pt x="15851" y="1203"/>
                    <a:pt x="16825" y="1131"/>
                    <a:pt x="17908" y="1131"/>
                  </a:cubicBezTo>
                  <a:close/>
                  <a:moveTo>
                    <a:pt x="6462" y="6683"/>
                  </a:moveTo>
                  <a:lnTo>
                    <a:pt x="6462" y="6686"/>
                  </a:lnTo>
                  <a:cubicBezTo>
                    <a:pt x="6003" y="7471"/>
                    <a:pt x="5574" y="8281"/>
                    <a:pt x="5173" y="9066"/>
                  </a:cubicBezTo>
                  <a:lnTo>
                    <a:pt x="2712" y="8839"/>
                  </a:lnTo>
                  <a:cubicBezTo>
                    <a:pt x="3545" y="7571"/>
                    <a:pt x="4952" y="6756"/>
                    <a:pt x="6462" y="6683"/>
                  </a:cubicBezTo>
                  <a:close/>
                  <a:moveTo>
                    <a:pt x="13863" y="1608"/>
                  </a:moveTo>
                  <a:cubicBezTo>
                    <a:pt x="14195" y="3637"/>
                    <a:pt x="15783" y="5225"/>
                    <a:pt x="17809" y="5557"/>
                  </a:cubicBezTo>
                  <a:cubicBezTo>
                    <a:pt x="17347" y="7209"/>
                    <a:pt x="16532" y="8534"/>
                    <a:pt x="15303" y="9718"/>
                  </a:cubicBezTo>
                  <a:cubicBezTo>
                    <a:pt x="13932" y="11043"/>
                    <a:pt x="11825" y="12218"/>
                    <a:pt x="9868" y="13221"/>
                  </a:cubicBezTo>
                  <a:lnTo>
                    <a:pt x="6196" y="9552"/>
                  </a:lnTo>
                  <a:cubicBezTo>
                    <a:pt x="7199" y="7592"/>
                    <a:pt x="8376" y="5485"/>
                    <a:pt x="9699" y="4114"/>
                  </a:cubicBezTo>
                  <a:cubicBezTo>
                    <a:pt x="10886" y="2885"/>
                    <a:pt x="12208" y="2073"/>
                    <a:pt x="13863" y="1608"/>
                  </a:cubicBezTo>
                  <a:close/>
                  <a:moveTo>
                    <a:pt x="5659" y="10612"/>
                  </a:moveTo>
                  <a:lnTo>
                    <a:pt x="8805" y="13758"/>
                  </a:lnTo>
                  <a:lnTo>
                    <a:pt x="8503" y="13909"/>
                  </a:lnTo>
                  <a:cubicBezTo>
                    <a:pt x="8237" y="14039"/>
                    <a:pt x="7984" y="14169"/>
                    <a:pt x="7736" y="14292"/>
                  </a:cubicBezTo>
                  <a:lnTo>
                    <a:pt x="5124" y="11681"/>
                  </a:lnTo>
                  <a:cubicBezTo>
                    <a:pt x="5248" y="11433"/>
                    <a:pt x="5378" y="11179"/>
                    <a:pt x="5508" y="10914"/>
                  </a:cubicBezTo>
                  <a:lnTo>
                    <a:pt x="5659" y="10612"/>
                  </a:lnTo>
                  <a:close/>
                  <a:moveTo>
                    <a:pt x="12658" y="13000"/>
                  </a:moveTo>
                  <a:lnTo>
                    <a:pt x="12658" y="13000"/>
                  </a:lnTo>
                  <a:cubicBezTo>
                    <a:pt x="12567" y="14483"/>
                    <a:pt x="11782" y="15835"/>
                    <a:pt x="10538" y="16651"/>
                  </a:cubicBezTo>
                  <a:lnTo>
                    <a:pt x="10348" y="14247"/>
                  </a:lnTo>
                  <a:cubicBezTo>
                    <a:pt x="11109" y="13858"/>
                    <a:pt x="11894" y="13441"/>
                    <a:pt x="12658" y="13000"/>
                  </a:cubicBezTo>
                  <a:close/>
                  <a:moveTo>
                    <a:pt x="4596" y="12756"/>
                  </a:moveTo>
                  <a:lnTo>
                    <a:pt x="5233" y="13393"/>
                  </a:lnTo>
                  <a:lnTo>
                    <a:pt x="4034" y="14594"/>
                  </a:lnTo>
                  <a:cubicBezTo>
                    <a:pt x="3814" y="14815"/>
                    <a:pt x="3811" y="15174"/>
                    <a:pt x="4034" y="15395"/>
                  </a:cubicBezTo>
                  <a:cubicBezTo>
                    <a:pt x="4145" y="15505"/>
                    <a:pt x="4290" y="15560"/>
                    <a:pt x="4434" y="15560"/>
                  </a:cubicBezTo>
                  <a:cubicBezTo>
                    <a:pt x="4579" y="15560"/>
                    <a:pt x="4724" y="15505"/>
                    <a:pt x="4835" y="15395"/>
                  </a:cubicBezTo>
                  <a:lnTo>
                    <a:pt x="6036" y="14193"/>
                  </a:lnTo>
                  <a:lnTo>
                    <a:pt x="6673" y="14833"/>
                  </a:lnTo>
                  <a:cubicBezTo>
                    <a:pt x="6528" y="15192"/>
                    <a:pt x="6311" y="15521"/>
                    <a:pt x="6036" y="15796"/>
                  </a:cubicBezTo>
                  <a:cubicBezTo>
                    <a:pt x="5387" y="16445"/>
                    <a:pt x="3110" y="17327"/>
                    <a:pt x="1555" y="17864"/>
                  </a:cubicBezTo>
                  <a:cubicBezTo>
                    <a:pt x="2096" y="16312"/>
                    <a:pt x="2984" y="14042"/>
                    <a:pt x="3633" y="13393"/>
                  </a:cubicBezTo>
                  <a:cubicBezTo>
                    <a:pt x="3908" y="13115"/>
                    <a:pt x="4234" y="12900"/>
                    <a:pt x="4596" y="12756"/>
                  </a:cubicBezTo>
                  <a:close/>
                  <a:moveTo>
                    <a:pt x="17939" y="0"/>
                  </a:moveTo>
                  <a:cubicBezTo>
                    <a:pt x="16582" y="0"/>
                    <a:pt x="15371" y="113"/>
                    <a:pt x="14282" y="349"/>
                  </a:cubicBezTo>
                  <a:cubicBezTo>
                    <a:pt x="14258" y="352"/>
                    <a:pt x="14234" y="358"/>
                    <a:pt x="14213" y="364"/>
                  </a:cubicBezTo>
                  <a:cubicBezTo>
                    <a:pt x="12057" y="841"/>
                    <a:pt x="10360" y="1801"/>
                    <a:pt x="8887" y="3329"/>
                  </a:cubicBezTo>
                  <a:cubicBezTo>
                    <a:pt x="8277" y="3960"/>
                    <a:pt x="7703" y="4724"/>
                    <a:pt x="7166" y="5548"/>
                  </a:cubicBezTo>
                  <a:lnTo>
                    <a:pt x="6676" y="5548"/>
                  </a:lnTo>
                  <a:cubicBezTo>
                    <a:pt x="5583" y="5548"/>
                    <a:pt x="4511" y="5856"/>
                    <a:pt x="3584" y="6436"/>
                  </a:cubicBezTo>
                  <a:cubicBezTo>
                    <a:pt x="2658" y="7016"/>
                    <a:pt x="1909" y="7837"/>
                    <a:pt x="1420" y="8815"/>
                  </a:cubicBezTo>
                  <a:lnTo>
                    <a:pt x="1284" y="9084"/>
                  </a:lnTo>
                  <a:cubicBezTo>
                    <a:pt x="1096" y="9458"/>
                    <a:pt x="1368" y="9902"/>
                    <a:pt x="1791" y="9905"/>
                  </a:cubicBezTo>
                  <a:lnTo>
                    <a:pt x="1948" y="9905"/>
                  </a:lnTo>
                  <a:lnTo>
                    <a:pt x="4623" y="10153"/>
                  </a:lnTo>
                  <a:cubicBezTo>
                    <a:pt x="4581" y="10237"/>
                    <a:pt x="4539" y="10322"/>
                    <a:pt x="4496" y="10409"/>
                  </a:cubicBezTo>
                  <a:cubicBezTo>
                    <a:pt x="4297" y="10802"/>
                    <a:pt x="4113" y="11176"/>
                    <a:pt x="3929" y="11533"/>
                  </a:cubicBezTo>
                  <a:cubicBezTo>
                    <a:pt x="3880" y="11626"/>
                    <a:pt x="3859" y="11732"/>
                    <a:pt x="3868" y="11838"/>
                  </a:cubicBezTo>
                  <a:cubicBezTo>
                    <a:pt x="3485" y="12031"/>
                    <a:pt x="3135" y="12287"/>
                    <a:pt x="2833" y="12592"/>
                  </a:cubicBezTo>
                  <a:cubicBezTo>
                    <a:pt x="1664" y="13761"/>
                    <a:pt x="275" y="18097"/>
                    <a:pt x="121" y="18586"/>
                  </a:cubicBezTo>
                  <a:cubicBezTo>
                    <a:pt x="1" y="18966"/>
                    <a:pt x="294" y="19325"/>
                    <a:pt x="657" y="19325"/>
                  </a:cubicBezTo>
                  <a:cubicBezTo>
                    <a:pt x="713" y="19325"/>
                    <a:pt x="770" y="19317"/>
                    <a:pt x="828" y="19299"/>
                  </a:cubicBezTo>
                  <a:cubicBezTo>
                    <a:pt x="1320" y="19145"/>
                    <a:pt x="5665" y="17765"/>
                    <a:pt x="6836" y="16593"/>
                  </a:cubicBezTo>
                  <a:cubicBezTo>
                    <a:pt x="7144" y="16288"/>
                    <a:pt x="7398" y="15935"/>
                    <a:pt x="7594" y="15549"/>
                  </a:cubicBezTo>
                  <a:lnTo>
                    <a:pt x="7628" y="15549"/>
                  </a:lnTo>
                  <a:cubicBezTo>
                    <a:pt x="7715" y="15549"/>
                    <a:pt x="7806" y="15527"/>
                    <a:pt x="7884" y="15485"/>
                  </a:cubicBezTo>
                  <a:cubicBezTo>
                    <a:pt x="8240" y="15304"/>
                    <a:pt x="8615" y="15117"/>
                    <a:pt x="9010" y="14920"/>
                  </a:cubicBezTo>
                  <a:lnTo>
                    <a:pt x="9255" y="14797"/>
                  </a:lnTo>
                  <a:lnTo>
                    <a:pt x="9463" y="17418"/>
                  </a:lnTo>
                  <a:lnTo>
                    <a:pt x="9463" y="17578"/>
                  </a:lnTo>
                  <a:cubicBezTo>
                    <a:pt x="9463" y="17906"/>
                    <a:pt x="9732" y="18144"/>
                    <a:pt x="10028" y="18144"/>
                  </a:cubicBezTo>
                  <a:cubicBezTo>
                    <a:pt x="10113" y="18144"/>
                    <a:pt x="10201" y="18124"/>
                    <a:pt x="10285" y="18082"/>
                  </a:cubicBezTo>
                  <a:lnTo>
                    <a:pt x="10553" y="17946"/>
                  </a:lnTo>
                  <a:cubicBezTo>
                    <a:pt x="12543" y="16950"/>
                    <a:pt x="13802" y="14914"/>
                    <a:pt x="13799" y="12689"/>
                  </a:cubicBezTo>
                  <a:lnTo>
                    <a:pt x="13799" y="12303"/>
                  </a:lnTo>
                  <a:cubicBezTo>
                    <a:pt x="14654" y="11750"/>
                    <a:pt x="15442" y="11161"/>
                    <a:pt x="16091" y="10536"/>
                  </a:cubicBezTo>
                  <a:cubicBezTo>
                    <a:pt x="17619" y="9060"/>
                    <a:pt x="18582" y="7366"/>
                    <a:pt x="19059" y="5207"/>
                  </a:cubicBezTo>
                  <a:cubicBezTo>
                    <a:pt x="19065" y="5186"/>
                    <a:pt x="19068" y="5165"/>
                    <a:pt x="19071" y="5140"/>
                  </a:cubicBezTo>
                  <a:cubicBezTo>
                    <a:pt x="19361" y="3809"/>
                    <a:pt x="19464" y="2302"/>
                    <a:pt x="19403" y="563"/>
                  </a:cubicBezTo>
                  <a:cubicBezTo>
                    <a:pt x="19394" y="264"/>
                    <a:pt x="19156" y="25"/>
                    <a:pt x="18857" y="16"/>
                  </a:cubicBezTo>
                  <a:cubicBezTo>
                    <a:pt x="18544" y="6"/>
                    <a:pt x="18238" y="0"/>
                    <a:pt x="179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091" name="Google Shape;14091;p81"/>
            <p:cNvSpPr/>
            <p:nvPr/>
          </p:nvSpPr>
          <p:spPr>
            <a:xfrm>
              <a:off x="1106975" y="4639875"/>
              <a:ext cx="28325" cy="28325"/>
            </a:xfrm>
            <a:custGeom>
              <a:avLst/>
              <a:gdLst/>
              <a:ahLst/>
              <a:cxnLst/>
              <a:rect l="l" t="t" r="r" b="b"/>
              <a:pathLst>
                <a:path w="1133" h="1133" extrusionOk="0">
                  <a:moveTo>
                    <a:pt x="565" y="0"/>
                  </a:moveTo>
                  <a:cubicBezTo>
                    <a:pt x="254" y="0"/>
                    <a:pt x="0" y="254"/>
                    <a:pt x="0" y="568"/>
                  </a:cubicBezTo>
                  <a:cubicBezTo>
                    <a:pt x="0" y="879"/>
                    <a:pt x="254" y="1133"/>
                    <a:pt x="565" y="1133"/>
                  </a:cubicBezTo>
                  <a:cubicBezTo>
                    <a:pt x="879" y="1133"/>
                    <a:pt x="1132" y="879"/>
                    <a:pt x="1132" y="568"/>
                  </a:cubicBezTo>
                  <a:cubicBezTo>
                    <a:pt x="1132" y="254"/>
                    <a:pt x="879" y="0"/>
                    <a:pt x="5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4092" name="Google Shape;14092;p81"/>
          <p:cNvGrpSpPr/>
          <p:nvPr/>
        </p:nvGrpSpPr>
        <p:grpSpPr>
          <a:xfrm>
            <a:off x="5474075" y="3560368"/>
            <a:ext cx="340168" cy="309628"/>
            <a:chOff x="1487200" y="4421025"/>
            <a:chExt cx="483125" cy="439750"/>
          </a:xfrm>
        </p:grpSpPr>
        <p:sp>
          <p:nvSpPr>
            <p:cNvPr id="14093" name="Google Shape;14093;p81"/>
            <p:cNvSpPr/>
            <p:nvPr/>
          </p:nvSpPr>
          <p:spPr>
            <a:xfrm>
              <a:off x="1487200" y="4421025"/>
              <a:ext cx="483125" cy="439750"/>
            </a:xfrm>
            <a:custGeom>
              <a:avLst/>
              <a:gdLst/>
              <a:ahLst/>
              <a:cxnLst/>
              <a:rect l="l" t="t" r="r" b="b"/>
              <a:pathLst>
                <a:path w="19325" h="17590" extrusionOk="0">
                  <a:moveTo>
                    <a:pt x="12818" y="1130"/>
                  </a:moveTo>
                  <a:cubicBezTo>
                    <a:pt x="14361" y="1130"/>
                    <a:pt x="15671" y="2389"/>
                    <a:pt x="15867" y="4059"/>
                  </a:cubicBezTo>
                  <a:cubicBezTo>
                    <a:pt x="15867" y="4077"/>
                    <a:pt x="15870" y="4095"/>
                    <a:pt x="15873" y="4110"/>
                  </a:cubicBezTo>
                  <a:lnTo>
                    <a:pt x="16242" y="5871"/>
                  </a:lnTo>
                  <a:lnTo>
                    <a:pt x="9406" y="5871"/>
                  </a:lnTo>
                  <a:lnTo>
                    <a:pt x="11707" y="4110"/>
                  </a:lnTo>
                  <a:cubicBezTo>
                    <a:pt x="11957" y="3920"/>
                    <a:pt x="12008" y="3561"/>
                    <a:pt x="11815" y="3310"/>
                  </a:cubicBezTo>
                  <a:cubicBezTo>
                    <a:pt x="11703" y="3166"/>
                    <a:pt x="11534" y="3091"/>
                    <a:pt x="11364" y="3091"/>
                  </a:cubicBezTo>
                  <a:cubicBezTo>
                    <a:pt x="11242" y="3091"/>
                    <a:pt x="11119" y="3130"/>
                    <a:pt x="11015" y="3211"/>
                  </a:cubicBezTo>
                  <a:lnTo>
                    <a:pt x="7618" y="5816"/>
                  </a:lnTo>
                  <a:cubicBezTo>
                    <a:pt x="7597" y="5835"/>
                    <a:pt x="7576" y="5853"/>
                    <a:pt x="7558" y="5871"/>
                  </a:cubicBezTo>
                  <a:lnTo>
                    <a:pt x="3083" y="5871"/>
                  </a:lnTo>
                  <a:lnTo>
                    <a:pt x="3451" y="4110"/>
                  </a:lnTo>
                  <a:cubicBezTo>
                    <a:pt x="3454" y="4095"/>
                    <a:pt x="3457" y="4077"/>
                    <a:pt x="3460" y="4059"/>
                  </a:cubicBezTo>
                  <a:cubicBezTo>
                    <a:pt x="3654" y="2389"/>
                    <a:pt x="4964" y="1130"/>
                    <a:pt x="6507" y="1130"/>
                  </a:cubicBezTo>
                  <a:close/>
                  <a:moveTo>
                    <a:pt x="16939" y="7021"/>
                  </a:moveTo>
                  <a:cubicBezTo>
                    <a:pt x="17631" y="7021"/>
                    <a:pt x="18192" y="7580"/>
                    <a:pt x="18192" y="8274"/>
                  </a:cubicBezTo>
                  <a:lnTo>
                    <a:pt x="18192" y="11913"/>
                  </a:lnTo>
                  <a:cubicBezTo>
                    <a:pt x="18192" y="12604"/>
                    <a:pt x="17631" y="13163"/>
                    <a:pt x="16939" y="13166"/>
                  </a:cubicBezTo>
                  <a:lnTo>
                    <a:pt x="2385" y="13166"/>
                  </a:lnTo>
                  <a:cubicBezTo>
                    <a:pt x="1694" y="13163"/>
                    <a:pt x="1132" y="12604"/>
                    <a:pt x="1132" y="11913"/>
                  </a:cubicBezTo>
                  <a:lnTo>
                    <a:pt x="1132" y="8274"/>
                  </a:lnTo>
                  <a:cubicBezTo>
                    <a:pt x="1132" y="7580"/>
                    <a:pt x="1694" y="7021"/>
                    <a:pt x="2385" y="7021"/>
                  </a:cubicBezTo>
                  <a:close/>
                  <a:moveTo>
                    <a:pt x="5813" y="14304"/>
                  </a:moveTo>
                  <a:lnTo>
                    <a:pt x="5813" y="15889"/>
                  </a:lnTo>
                  <a:cubicBezTo>
                    <a:pt x="5813" y="16203"/>
                    <a:pt x="5559" y="16457"/>
                    <a:pt x="5248" y="16457"/>
                  </a:cubicBezTo>
                  <a:lnTo>
                    <a:pt x="3874" y="16457"/>
                  </a:lnTo>
                  <a:cubicBezTo>
                    <a:pt x="3560" y="16457"/>
                    <a:pt x="3306" y="16203"/>
                    <a:pt x="3306" y="15889"/>
                  </a:cubicBezTo>
                  <a:lnTo>
                    <a:pt x="3306" y="14304"/>
                  </a:lnTo>
                  <a:close/>
                  <a:moveTo>
                    <a:pt x="16018" y="14304"/>
                  </a:moveTo>
                  <a:lnTo>
                    <a:pt x="16018" y="15889"/>
                  </a:lnTo>
                  <a:cubicBezTo>
                    <a:pt x="16018" y="16203"/>
                    <a:pt x="15765" y="16457"/>
                    <a:pt x="15454" y="16457"/>
                  </a:cubicBezTo>
                  <a:lnTo>
                    <a:pt x="14080" y="16457"/>
                  </a:lnTo>
                  <a:cubicBezTo>
                    <a:pt x="13766" y="16457"/>
                    <a:pt x="13512" y="16203"/>
                    <a:pt x="13512" y="15889"/>
                  </a:cubicBezTo>
                  <a:lnTo>
                    <a:pt x="13512" y="14304"/>
                  </a:lnTo>
                  <a:close/>
                  <a:moveTo>
                    <a:pt x="6507" y="1"/>
                  </a:moveTo>
                  <a:cubicBezTo>
                    <a:pt x="4396" y="1"/>
                    <a:pt x="2609" y="1677"/>
                    <a:pt x="2337" y="3902"/>
                  </a:cubicBezTo>
                  <a:lnTo>
                    <a:pt x="1911" y="5934"/>
                  </a:lnTo>
                  <a:cubicBezTo>
                    <a:pt x="800" y="6161"/>
                    <a:pt x="0" y="7139"/>
                    <a:pt x="0" y="8274"/>
                  </a:cubicBezTo>
                  <a:lnTo>
                    <a:pt x="0" y="11910"/>
                  </a:lnTo>
                  <a:cubicBezTo>
                    <a:pt x="3" y="13145"/>
                    <a:pt x="945" y="14177"/>
                    <a:pt x="2174" y="14286"/>
                  </a:cubicBezTo>
                  <a:lnTo>
                    <a:pt x="2174" y="15889"/>
                  </a:lnTo>
                  <a:cubicBezTo>
                    <a:pt x="2174" y="16828"/>
                    <a:pt x="2935" y="17586"/>
                    <a:pt x="3874" y="17589"/>
                  </a:cubicBezTo>
                  <a:lnTo>
                    <a:pt x="5248" y="17589"/>
                  </a:lnTo>
                  <a:cubicBezTo>
                    <a:pt x="6184" y="17586"/>
                    <a:pt x="6945" y="16828"/>
                    <a:pt x="6945" y="15889"/>
                  </a:cubicBezTo>
                  <a:lnTo>
                    <a:pt x="6945" y="14298"/>
                  </a:lnTo>
                  <a:lnTo>
                    <a:pt x="12380" y="14298"/>
                  </a:lnTo>
                  <a:lnTo>
                    <a:pt x="12380" y="15889"/>
                  </a:lnTo>
                  <a:cubicBezTo>
                    <a:pt x="12380" y="16828"/>
                    <a:pt x="13141" y="17586"/>
                    <a:pt x="14080" y="17589"/>
                  </a:cubicBezTo>
                  <a:lnTo>
                    <a:pt x="15454" y="17589"/>
                  </a:lnTo>
                  <a:cubicBezTo>
                    <a:pt x="16390" y="17586"/>
                    <a:pt x="17151" y="16828"/>
                    <a:pt x="17151" y="15889"/>
                  </a:cubicBezTo>
                  <a:lnTo>
                    <a:pt x="17151" y="14286"/>
                  </a:lnTo>
                  <a:cubicBezTo>
                    <a:pt x="18380" y="14177"/>
                    <a:pt x="19322" y="13145"/>
                    <a:pt x="19325" y="11913"/>
                  </a:cubicBezTo>
                  <a:lnTo>
                    <a:pt x="19325" y="8274"/>
                  </a:lnTo>
                  <a:cubicBezTo>
                    <a:pt x="19325" y="7139"/>
                    <a:pt x="18524" y="6161"/>
                    <a:pt x="17413" y="5934"/>
                  </a:cubicBezTo>
                  <a:lnTo>
                    <a:pt x="16988" y="3902"/>
                  </a:lnTo>
                  <a:cubicBezTo>
                    <a:pt x="16716" y="1677"/>
                    <a:pt x="14928" y="1"/>
                    <a:pt x="128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094" name="Google Shape;14094;p81"/>
            <p:cNvSpPr/>
            <p:nvPr/>
          </p:nvSpPr>
          <p:spPr>
            <a:xfrm>
              <a:off x="1544950" y="4622200"/>
              <a:ext cx="103950" cy="100025"/>
            </a:xfrm>
            <a:custGeom>
              <a:avLst/>
              <a:gdLst/>
              <a:ahLst/>
              <a:cxnLst/>
              <a:rect l="l" t="t" r="r" b="b"/>
              <a:pathLst>
                <a:path w="4158" h="4001" extrusionOk="0">
                  <a:moveTo>
                    <a:pt x="2152" y="1131"/>
                  </a:moveTo>
                  <a:cubicBezTo>
                    <a:pt x="2599" y="1131"/>
                    <a:pt x="3025" y="1477"/>
                    <a:pt x="3025" y="2000"/>
                  </a:cubicBezTo>
                  <a:cubicBezTo>
                    <a:pt x="3025" y="2480"/>
                    <a:pt x="2639" y="2869"/>
                    <a:pt x="2159" y="2869"/>
                  </a:cubicBezTo>
                  <a:cubicBezTo>
                    <a:pt x="1386" y="2869"/>
                    <a:pt x="996" y="1933"/>
                    <a:pt x="1543" y="1387"/>
                  </a:cubicBezTo>
                  <a:cubicBezTo>
                    <a:pt x="1721" y="1210"/>
                    <a:pt x="1939" y="1131"/>
                    <a:pt x="2152" y="1131"/>
                  </a:cubicBezTo>
                  <a:close/>
                  <a:moveTo>
                    <a:pt x="2159" y="1"/>
                  </a:moveTo>
                  <a:cubicBezTo>
                    <a:pt x="1350" y="1"/>
                    <a:pt x="619" y="487"/>
                    <a:pt x="311" y="1233"/>
                  </a:cubicBezTo>
                  <a:cubicBezTo>
                    <a:pt x="0" y="1982"/>
                    <a:pt x="172" y="2842"/>
                    <a:pt x="743" y="3413"/>
                  </a:cubicBezTo>
                  <a:cubicBezTo>
                    <a:pt x="1127" y="3796"/>
                    <a:pt x="1639" y="4001"/>
                    <a:pt x="2159" y="4001"/>
                  </a:cubicBezTo>
                  <a:cubicBezTo>
                    <a:pt x="2416" y="4001"/>
                    <a:pt x="2676" y="3951"/>
                    <a:pt x="2923" y="3848"/>
                  </a:cubicBezTo>
                  <a:cubicBezTo>
                    <a:pt x="3672" y="3540"/>
                    <a:pt x="4158" y="2809"/>
                    <a:pt x="4158" y="2000"/>
                  </a:cubicBezTo>
                  <a:cubicBezTo>
                    <a:pt x="4158" y="895"/>
                    <a:pt x="3261" y="1"/>
                    <a:pt x="2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095" name="Google Shape;14095;p81"/>
            <p:cNvSpPr/>
            <p:nvPr/>
          </p:nvSpPr>
          <p:spPr>
            <a:xfrm>
              <a:off x="1804675" y="4622200"/>
              <a:ext cx="103975" cy="100025"/>
            </a:xfrm>
            <a:custGeom>
              <a:avLst/>
              <a:gdLst/>
              <a:ahLst/>
              <a:cxnLst/>
              <a:rect l="l" t="t" r="r" b="b"/>
              <a:pathLst>
                <a:path w="4159" h="4001" extrusionOk="0">
                  <a:moveTo>
                    <a:pt x="2152" y="1131"/>
                  </a:moveTo>
                  <a:cubicBezTo>
                    <a:pt x="2598" y="1131"/>
                    <a:pt x="3026" y="1477"/>
                    <a:pt x="3026" y="2000"/>
                  </a:cubicBezTo>
                  <a:cubicBezTo>
                    <a:pt x="3026" y="2480"/>
                    <a:pt x="2637" y="2869"/>
                    <a:pt x="2157" y="2869"/>
                  </a:cubicBezTo>
                  <a:cubicBezTo>
                    <a:pt x="1384" y="2869"/>
                    <a:pt x="997" y="1933"/>
                    <a:pt x="1544" y="1387"/>
                  </a:cubicBezTo>
                  <a:cubicBezTo>
                    <a:pt x="1721" y="1210"/>
                    <a:pt x="1938" y="1131"/>
                    <a:pt x="2152" y="1131"/>
                  </a:cubicBezTo>
                  <a:close/>
                  <a:moveTo>
                    <a:pt x="2157" y="1"/>
                  </a:moveTo>
                  <a:cubicBezTo>
                    <a:pt x="1348" y="1"/>
                    <a:pt x="620" y="487"/>
                    <a:pt x="309" y="1233"/>
                  </a:cubicBezTo>
                  <a:cubicBezTo>
                    <a:pt x="1" y="1982"/>
                    <a:pt x="170" y="2842"/>
                    <a:pt x="744" y="3413"/>
                  </a:cubicBezTo>
                  <a:cubicBezTo>
                    <a:pt x="1125" y="3796"/>
                    <a:pt x="1637" y="4001"/>
                    <a:pt x="2158" y="4001"/>
                  </a:cubicBezTo>
                  <a:cubicBezTo>
                    <a:pt x="2416" y="4001"/>
                    <a:pt x="2676" y="3951"/>
                    <a:pt x="2924" y="3848"/>
                  </a:cubicBezTo>
                  <a:cubicBezTo>
                    <a:pt x="3670" y="3540"/>
                    <a:pt x="4159" y="2809"/>
                    <a:pt x="4159" y="2000"/>
                  </a:cubicBezTo>
                  <a:cubicBezTo>
                    <a:pt x="4156" y="895"/>
                    <a:pt x="3262" y="1"/>
                    <a:pt x="21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096" name="Google Shape;14096;p81"/>
            <p:cNvSpPr/>
            <p:nvPr/>
          </p:nvSpPr>
          <p:spPr>
            <a:xfrm>
              <a:off x="1667450" y="4661825"/>
              <a:ext cx="119825" cy="28350"/>
            </a:xfrm>
            <a:custGeom>
              <a:avLst/>
              <a:gdLst/>
              <a:ahLst/>
              <a:cxnLst/>
              <a:rect l="l" t="t" r="r" b="b"/>
              <a:pathLst>
                <a:path w="4793" h="1134" extrusionOk="0">
                  <a:moveTo>
                    <a:pt x="565" y="1"/>
                  </a:moveTo>
                  <a:cubicBezTo>
                    <a:pt x="251" y="1"/>
                    <a:pt x="1" y="252"/>
                    <a:pt x="1" y="566"/>
                  </a:cubicBezTo>
                  <a:cubicBezTo>
                    <a:pt x="1" y="880"/>
                    <a:pt x="251" y="1133"/>
                    <a:pt x="565" y="1133"/>
                  </a:cubicBezTo>
                  <a:lnTo>
                    <a:pt x="4228" y="1133"/>
                  </a:lnTo>
                  <a:cubicBezTo>
                    <a:pt x="4539" y="1133"/>
                    <a:pt x="4792" y="880"/>
                    <a:pt x="4792" y="566"/>
                  </a:cubicBezTo>
                  <a:cubicBezTo>
                    <a:pt x="4792" y="252"/>
                    <a:pt x="4539" y="1"/>
                    <a:pt x="42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4097" name="Google Shape;14097;p81"/>
          <p:cNvGrpSpPr/>
          <p:nvPr/>
        </p:nvGrpSpPr>
        <p:grpSpPr>
          <a:xfrm>
            <a:off x="5878353" y="3545107"/>
            <a:ext cx="344903" cy="340151"/>
            <a:chOff x="2079300" y="4399325"/>
            <a:chExt cx="489850" cy="483100"/>
          </a:xfrm>
        </p:grpSpPr>
        <p:sp>
          <p:nvSpPr>
            <p:cNvPr id="14098" name="Google Shape;14098;p81"/>
            <p:cNvSpPr/>
            <p:nvPr/>
          </p:nvSpPr>
          <p:spPr>
            <a:xfrm>
              <a:off x="2079300" y="4399325"/>
              <a:ext cx="489850" cy="483100"/>
            </a:xfrm>
            <a:custGeom>
              <a:avLst/>
              <a:gdLst/>
              <a:ahLst/>
              <a:cxnLst/>
              <a:rect l="l" t="t" r="r" b="b"/>
              <a:pathLst>
                <a:path w="19594" h="19324" extrusionOk="0">
                  <a:moveTo>
                    <a:pt x="17109" y="1134"/>
                  </a:moveTo>
                  <a:cubicBezTo>
                    <a:pt x="17415" y="1134"/>
                    <a:pt x="17714" y="1254"/>
                    <a:pt x="17939" y="1479"/>
                  </a:cubicBezTo>
                  <a:cubicBezTo>
                    <a:pt x="18268" y="1805"/>
                    <a:pt x="18371" y="2297"/>
                    <a:pt x="18205" y="2732"/>
                  </a:cubicBezTo>
                  <a:cubicBezTo>
                    <a:pt x="18003" y="3260"/>
                    <a:pt x="17770" y="3774"/>
                    <a:pt x="17507" y="4275"/>
                  </a:cubicBezTo>
                  <a:cubicBezTo>
                    <a:pt x="16288" y="4088"/>
                    <a:pt x="15330" y="3130"/>
                    <a:pt x="15143" y="1911"/>
                  </a:cubicBezTo>
                  <a:cubicBezTo>
                    <a:pt x="15644" y="1648"/>
                    <a:pt x="16158" y="1415"/>
                    <a:pt x="16686" y="1210"/>
                  </a:cubicBezTo>
                  <a:lnTo>
                    <a:pt x="16686" y="1213"/>
                  </a:lnTo>
                  <a:cubicBezTo>
                    <a:pt x="16824" y="1160"/>
                    <a:pt x="16967" y="1134"/>
                    <a:pt x="17109" y="1134"/>
                  </a:cubicBezTo>
                  <a:close/>
                  <a:moveTo>
                    <a:pt x="2905" y="2901"/>
                  </a:moveTo>
                  <a:lnTo>
                    <a:pt x="10016" y="4541"/>
                  </a:lnTo>
                  <a:cubicBezTo>
                    <a:pt x="9744" y="4855"/>
                    <a:pt x="9485" y="5178"/>
                    <a:pt x="9234" y="5513"/>
                  </a:cubicBezTo>
                  <a:lnTo>
                    <a:pt x="9234" y="5516"/>
                  </a:lnTo>
                  <a:lnTo>
                    <a:pt x="7812" y="7463"/>
                  </a:lnTo>
                  <a:lnTo>
                    <a:pt x="2027" y="3780"/>
                  </a:lnTo>
                  <a:lnTo>
                    <a:pt x="2905" y="2901"/>
                  </a:lnTo>
                  <a:close/>
                  <a:moveTo>
                    <a:pt x="2465" y="11352"/>
                  </a:moveTo>
                  <a:lnTo>
                    <a:pt x="4738" y="11676"/>
                  </a:lnTo>
                  <a:lnTo>
                    <a:pt x="3488" y="13388"/>
                  </a:lnTo>
                  <a:lnTo>
                    <a:pt x="1574" y="12240"/>
                  </a:lnTo>
                  <a:lnTo>
                    <a:pt x="2465" y="11352"/>
                  </a:lnTo>
                  <a:close/>
                  <a:moveTo>
                    <a:pt x="14111" y="2502"/>
                  </a:moveTo>
                  <a:cubicBezTo>
                    <a:pt x="14479" y="3870"/>
                    <a:pt x="15545" y="4939"/>
                    <a:pt x="16913" y="5308"/>
                  </a:cubicBezTo>
                  <a:cubicBezTo>
                    <a:pt x="16318" y="6250"/>
                    <a:pt x="15617" y="7122"/>
                    <a:pt x="14823" y="7907"/>
                  </a:cubicBezTo>
                  <a:cubicBezTo>
                    <a:pt x="14811" y="7916"/>
                    <a:pt x="14802" y="7928"/>
                    <a:pt x="14793" y="7937"/>
                  </a:cubicBezTo>
                  <a:cubicBezTo>
                    <a:pt x="14304" y="8418"/>
                    <a:pt x="13784" y="8861"/>
                    <a:pt x="13235" y="9269"/>
                  </a:cubicBezTo>
                  <a:lnTo>
                    <a:pt x="5140" y="15184"/>
                  </a:lnTo>
                  <a:cubicBezTo>
                    <a:pt x="5128" y="15196"/>
                    <a:pt x="5113" y="15208"/>
                    <a:pt x="5101" y="15217"/>
                  </a:cubicBezTo>
                  <a:cubicBezTo>
                    <a:pt x="5082" y="15235"/>
                    <a:pt x="5061" y="15248"/>
                    <a:pt x="5040" y="15260"/>
                  </a:cubicBezTo>
                  <a:cubicBezTo>
                    <a:pt x="5031" y="15263"/>
                    <a:pt x="5022" y="15269"/>
                    <a:pt x="5016" y="15272"/>
                  </a:cubicBezTo>
                  <a:cubicBezTo>
                    <a:pt x="4925" y="15314"/>
                    <a:pt x="4801" y="15339"/>
                    <a:pt x="4674" y="15339"/>
                  </a:cubicBezTo>
                  <a:cubicBezTo>
                    <a:pt x="4506" y="15339"/>
                    <a:pt x="4333" y="15295"/>
                    <a:pt x="4228" y="15190"/>
                  </a:cubicBezTo>
                  <a:cubicBezTo>
                    <a:pt x="3998" y="14961"/>
                    <a:pt x="4004" y="14544"/>
                    <a:pt x="4237" y="14278"/>
                  </a:cubicBezTo>
                  <a:cubicBezTo>
                    <a:pt x="4249" y="14266"/>
                    <a:pt x="4261" y="14251"/>
                    <a:pt x="4270" y="14239"/>
                  </a:cubicBezTo>
                  <a:lnTo>
                    <a:pt x="10149" y="6186"/>
                  </a:lnTo>
                  <a:cubicBezTo>
                    <a:pt x="11230" y="4722"/>
                    <a:pt x="12574" y="3475"/>
                    <a:pt x="14111" y="2502"/>
                  </a:cubicBezTo>
                  <a:close/>
                  <a:moveTo>
                    <a:pt x="14877" y="9402"/>
                  </a:moveTo>
                  <a:lnTo>
                    <a:pt x="16517" y="16513"/>
                  </a:lnTo>
                  <a:lnTo>
                    <a:pt x="15635" y="17391"/>
                  </a:lnTo>
                  <a:lnTo>
                    <a:pt x="11955" y="11606"/>
                  </a:lnTo>
                  <a:lnTo>
                    <a:pt x="13905" y="10181"/>
                  </a:lnTo>
                  <a:cubicBezTo>
                    <a:pt x="14240" y="9933"/>
                    <a:pt x="14563" y="9674"/>
                    <a:pt x="14877" y="9402"/>
                  </a:cubicBezTo>
                  <a:close/>
                  <a:moveTo>
                    <a:pt x="7743" y="14686"/>
                  </a:moveTo>
                  <a:lnTo>
                    <a:pt x="8069" y="16957"/>
                  </a:lnTo>
                  <a:lnTo>
                    <a:pt x="7181" y="17844"/>
                  </a:lnTo>
                  <a:lnTo>
                    <a:pt x="6034" y="15936"/>
                  </a:lnTo>
                  <a:lnTo>
                    <a:pt x="7743" y="14686"/>
                  </a:lnTo>
                  <a:close/>
                  <a:moveTo>
                    <a:pt x="17108" y="0"/>
                  </a:moveTo>
                  <a:cubicBezTo>
                    <a:pt x="16830" y="0"/>
                    <a:pt x="16550" y="50"/>
                    <a:pt x="16282" y="153"/>
                  </a:cubicBezTo>
                  <a:cubicBezTo>
                    <a:pt x="14280" y="923"/>
                    <a:pt x="12456" y="2092"/>
                    <a:pt x="10919" y="3586"/>
                  </a:cubicBezTo>
                  <a:lnTo>
                    <a:pt x="7758" y="2856"/>
                  </a:lnTo>
                  <a:lnTo>
                    <a:pt x="7978" y="2635"/>
                  </a:lnTo>
                  <a:cubicBezTo>
                    <a:pt x="8198" y="2415"/>
                    <a:pt x="8198" y="2056"/>
                    <a:pt x="7978" y="1835"/>
                  </a:cubicBezTo>
                  <a:cubicBezTo>
                    <a:pt x="7868" y="1724"/>
                    <a:pt x="7724" y="1669"/>
                    <a:pt x="7579" y="1669"/>
                  </a:cubicBezTo>
                  <a:cubicBezTo>
                    <a:pt x="7434" y="1669"/>
                    <a:pt x="7288" y="1725"/>
                    <a:pt x="7178" y="1835"/>
                  </a:cubicBezTo>
                  <a:lnTo>
                    <a:pt x="6456" y="2557"/>
                  </a:lnTo>
                  <a:lnTo>
                    <a:pt x="3850" y="1956"/>
                  </a:lnTo>
                  <a:lnTo>
                    <a:pt x="4074" y="1736"/>
                  </a:lnTo>
                  <a:cubicBezTo>
                    <a:pt x="4300" y="1515"/>
                    <a:pt x="4303" y="1150"/>
                    <a:pt x="4080" y="926"/>
                  </a:cubicBezTo>
                  <a:cubicBezTo>
                    <a:pt x="3969" y="816"/>
                    <a:pt x="3824" y="761"/>
                    <a:pt x="3679" y="761"/>
                  </a:cubicBezTo>
                  <a:cubicBezTo>
                    <a:pt x="3531" y="761"/>
                    <a:pt x="3384" y="818"/>
                    <a:pt x="3274" y="932"/>
                  </a:cubicBezTo>
                  <a:lnTo>
                    <a:pt x="1945" y="2261"/>
                  </a:lnTo>
                  <a:lnTo>
                    <a:pt x="725" y="3478"/>
                  </a:lnTo>
                  <a:cubicBezTo>
                    <a:pt x="469" y="3734"/>
                    <a:pt x="517" y="4163"/>
                    <a:pt x="822" y="4356"/>
                  </a:cubicBezTo>
                  <a:lnTo>
                    <a:pt x="7145" y="8378"/>
                  </a:lnTo>
                  <a:lnTo>
                    <a:pt x="5496" y="10640"/>
                  </a:lnTo>
                  <a:lnTo>
                    <a:pt x="2344" y="10190"/>
                  </a:lnTo>
                  <a:cubicBezTo>
                    <a:pt x="2317" y="10186"/>
                    <a:pt x="2290" y="10185"/>
                    <a:pt x="2264" y="10185"/>
                  </a:cubicBezTo>
                  <a:cubicBezTo>
                    <a:pt x="2113" y="10185"/>
                    <a:pt x="1969" y="10242"/>
                    <a:pt x="1864" y="10350"/>
                  </a:cubicBezTo>
                  <a:lnTo>
                    <a:pt x="260" y="11950"/>
                  </a:lnTo>
                  <a:cubicBezTo>
                    <a:pt x="1" y="12213"/>
                    <a:pt x="55" y="12648"/>
                    <a:pt x="369" y="12838"/>
                  </a:cubicBezTo>
                  <a:lnTo>
                    <a:pt x="2966" y="14393"/>
                  </a:lnTo>
                  <a:cubicBezTo>
                    <a:pt x="2851" y="14964"/>
                    <a:pt x="3008" y="15574"/>
                    <a:pt x="3428" y="15990"/>
                  </a:cubicBezTo>
                  <a:cubicBezTo>
                    <a:pt x="3757" y="16322"/>
                    <a:pt x="4219" y="16467"/>
                    <a:pt x="4669" y="16467"/>
                  </a:cubicBezTo>
                  <a:cubicBezTo>
                    <a:pt x="4786" y="16467"/>
                    <a:pt x="4901" y="16458"/>
                    <a:pt x="5016" y="16440"/>
                  </a:cubicBezTo>
                  <a:lnTo>
                    <a:pt x="6580" y="19049"/>
                  </a:lnTo>
                  <a:cubicBezTo>
                    <a:pt x="6671" y="19197"/>
                    <a:pt x="6825" y="19297"/>
                    <a:pt x="6997" y="19318"/>
                  </a:cubicBezTo>
                  <a:cubicBezTo>
                    <a:pt x="7021" y="19321"/>
                    <a:pt x="7042" y="19324"/>
                    <a:pt x="7066" y="19324"/>
                  </a:cubicBezTo>
                  <a:cubicBezTo>
                    <a:pt x="7217" y="19324"/>
                    <a:pt x="7359" y="19263"/>
                    <a:pt x="7465" y="19158"/>
                  </a:cubicBezTo>
                  <a:lnTo>
                    <a:pt x="9068" y="17554"/>
                  </a:lnTo>
                  <a:cubicBezTo>
                    <a:pt x="9192" y="17431"/>
                    <a:pt x="9252" y="17252"/>
                    <a:pt x="9228" y="17074"/>
                  </a:cubicBezTo>
                  <a:lnTo>
                    <a:pt x="8778" y="13931"/>
                  </a:lnTo>
                  <a:lnTo>
                    <a:pt x="11040" y="12276"/>
                  </a:lnTo>
                  <a:lnTo>
                    <a:pt x="15062" y="18596"/>
                  </a:lnTo>
                  <a:cubicBezTo>
                    <a:pt x="15152" y="18741"/>
                    <a:pt x="15306" y="18835"/>
                    <a:pt x="15475" y="18853"/>
                  </a:cubicBezTo>
                  <a:cubicBezTo>
                    <a:pt x="15496" y="18856"/>
                    <a:pt x="15518" y="18859"/>
                    <a:pt x="15539" y="18859"/>
                  </a:cubicBezTo>
                  <a:cubicBezTo>
                    <a:pt x="15687" y="18859"/>
                    <a:pt x="15832" y="18798"/>
                    <a:pt x="15937" y="18693"/>
                  </a:cubicBezTo>
                  <a:lnTo>
                    <a:pt x="16740" y="17890"/>
                  </a:lnTo>
                  <a:lnTo>
                    <a:pt x="18483" y="16144"/>
                  </a:lnTo>
                  <a:cubicBezTo>
                    <a:pt x="18712" y="15924"/>
                    <a:pt x="18715" y="15562"/>
                    <a:pt x="18492" y="15338"/>
                  </a:cubicBezTo>
                  <a:cubicBezTo>
                    <a:pt x="18381" y="15228"/>
                    <a:pt x="18236" y="15172"/>
                    <a:pt x="18090" y="15172"/>
                  </a:cubicBezTo>
                  <a:cubicBezTo>
                    <a:pt x="17942" y="15172"/>
                    <a:pt x="17794" y="15230"/>
                    <a:pt x="17683" y="15344"/>
                  </a:cubicBezTo>
                  <a:lnTo>
                    <a:pt x="17462" y="15568"/>
                  </a:lnTo>
                  <a:lnTo>
                    <a:pt x="16861" y="12965"/>
                  </a:lnTo>
                  <a:lnTo>
                    <a:pt x="17583" y="12243"/>
                  </a:lnTo>
                  <a:cubicBezTo>
                    <a:pt x="17803" y="12020"/>
                    <a:pt x="17803" y="11660"/>
                    <a:pt x="17583" y="11440"/>
                  </a:cubicBezTo>
                  <a:cubicBezTo>
                    <a:pt x="17473" y="11330"/>
                    <a:pt x="17328" y="11275"/>
                    <a:pt x="17183" y="11275"/>
                  </a:cubicBezTo>
                  <a:cubicBezTo>
                    <a:pt x="17038" y="11275"/>
                    <a:pt x="16893" y="11330"/>
                    <a:pt x="16783" y="11440"/>
                  </a:cubicBezTo>
                  <a:lnTo>
                    <a:pt x="16559" y="11663"/>
                  </a:lnTo>
                  <a:lnTo>
                    <a:pt x="15835" y="8499"/>
                  </a:lnTo>
                  <a:cubicBezTo>
                    <a:pt x="17329" y="6962"/>
                    <a:pt x="18498" y="5138"/>
                    <a:pt x="19265" y="3137"/>
                  </a:cubicBezTo>
                  <a:cubicBezTo>
                    <a:pt x="19594" y="2285"/>
                    <a:pt x="19389" y="1322"/>
                    <a:pt x="18742" y="676"/>
                  </a:cubicBezTo>
                  <a:cubicBezTo>
                    <a:pt x="18302" y="236"/>
                    <a:pt x="17711" y="0"/>
                    <a:pt x="171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099" name="Google Shape;14099;p81"/>
            <p:cNvSpPr/>
            <p:nvPr/>
          </p:nvSpPr>
          <p:spPr>
            <a:xfrm>
              <a:off x="2348725" y="4522375"/>
              <a:ext cx="94375" cy="88150"/>
            </a:xfrm>
            <a:custGeom>
              <a:avLst/>
              <a:gdLst/>
              <a:ahLst/>
              <a:cxnLst/>
              <a:rect l="l" t="t" r="r" b="b"/>
              <a:pathLst>
                <a:path w="3775" h="3526" extrusionOk="0">
                  <a:moveTo>
                    <a:pt x="3155" y="0"/>
                  </a:moveTo>
                  <a:cubicBezTo>
                    <a:pt x="3013" y="0"/>
                    <a:pt x="2870" y="53"/>
                    <a:pt x="2760" y="159"/>
                  </a:cubicBezTo>
                  <a:lnTo>
                    <a:pt x="359" y="2560"/>
                  </a:lnTo>
                  <a:cubicBezTo>
                    <a:pt x="0" y="2916"/>
                    <a:pt x="254" y="3526"/>
                    <a:pt x="758" y="3526"/>
                  </a:cubicBezTo>
                  <a:cubicBezTo>
                    <a:pt x="909" y="3526"/>
                    <a:pt x="1054" y="3468"/>
                    <a:pt x="1160" y="3360"/>
                  </a:cubicBezTo>
                  <a:lnTo>
                    <a:pt x="3560" y="959"/>
                  </a:lnTo>
                  <a:cubicBezTo>
                    <a:pt x="3774" y="736"/>
                    <a:pt x="3771" y="383"/>
                    <a:pt x="3554" y="165"/>
                  </a:cubicBezTo>
                  <a:cubicBezTo>
                    <a:pt x="3444" y="55"/>
                    <a:pt x="3300" y="0"/>
                    <a:pt x="31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4100" name="Google Shape;14100;p81"/>
          <p:cNvSpPr/>
          <p:nvPr/>
        </p:nvSpPr>
        <p:spPr>
          <a:xfrm>
            <a:off x="6315243" y="3544569"/>
            <a:ext cx="299049" cy="340133"/>
          </a:xfrm>
          <a:custGeom>
            <a:avLst/>
            <a:gdLst/>
            <a:ahLst/>
            <a:cxnLst/>
            <a:rect l="l" t="t" r="r" b="b"/>
            <a:pathLst>
              <a:path w="16989" h="19323" extrusionOk="0">
                <a:moveTo>
                  <a:pt x="8495" y="2378"/>
                </a:moveTo>
                <a:cubicBezTo>
                  <a:pt x="9434" y="2378"/>
                  <a:pt x="10195" y="3136"/>
                  <a:pt x="10195" y="4075"/>
                </a:cubicBezTo>
                <a:lnTo>
                  <a:pt x="10195" y="4642"/>
                </a:lnTo>
                <a:lnTo>
                  <a:pt x="6798" y="4642"/>
                </a:lnTo>
                <a:lnTo>
                  <a:pt x="6798" y="4075"/>
                </a:lnTo>
                <a:cubicBezTo>
                  <a:pt x="6798" y="3136"/>
                  <a:pt x="7556" y="2378"/>
                  <a:pt x="8495" y="2378"/>
                </a:cubicBezTo>
                <a:close/>
                <a:moveTo>
                  <a:pt x="4242" y="1130"/>
                </a:moveTo>
                <a:cubicBezTo>
                  <a:pt x="4665" y="1130"/>
                  <a:pt x="5096" y="1267"/>
                  <a:pt x="5469" y="1565"/>
                </a:cubicBezTo>
                <a:lnTo>
                  <a:pt x="6330" y="2251"/>
                </a:lnTo>
                <a:cubicBezTo>
                  <a:pt x="5901" y="2761"/>
                  <a:pt x="5662" y="3407"/>
                  <a:pt x="5665" y="4075"/>
                </a:cubicBezTo>
                <a:lnTo>
                  <a:pt x="5665" y="4642"/>
                </a:lnTo>
                <a:lnTo>
                  <a:pt x="3872" y="4642"/>
                </a:lnTo>
                <a:cubicBezTo>
                  <a:pt x="3870" y="4642"/>
                  <a:pt x="3869" y="4642"/>
                  <a:pt x="3867" y="4642"/>
                </a:cubicBezTo>
                <a:cubicBezTo>
                  <a:pt x="2879" y="4642"/>
                  <a:pt x="2127" y="3756"/>
                  <a:pt x="2290" y="2782"/>
                </a:cubicBezTo>
                <a:cubicBezTo>
                  <a:pt x="2459" y="1765"/>
                  <a:pt x="3331" y="1130"/>
                  <a:pt x="4242" y="1130"/>
                </a:cubicBezTo>
                <a:close/>
                <a:moveTo>
                  <a:pt x="12746" y="1131"/>
                </a:moveTo>
                <a:cubicBezTo>
                  <a:pt x="13657" y="1131"/>
                  <a:pt x="14530" y="1767"/>
                  <a:pt x="14700" y="2782"/>
                </a:cubicBezTo>
                <a:cubicBezTo>
                  <a:pt x="14862" y="3756"/>
                  <a:pt x="14110" y="4642"/>
                  <a:pt x="13122" y="4642"/>
                </a:cubicBezTo>
                <a:cubicBezTo>
                  <a:pt x="13121" y="4642"/>
                  <a:pt x="13119" y="4642"/>
                  <a:pt x="13117" y="4642"/>
                </a:cubicBezTo>
                <a:lnTo>
                  <a:pt x="11327" y="4642"/>
                </a:lnTo>
                <a:lnTo>
                  <a:pt x="11327" y="4075"/>
                </a:lnTo>
                <a:cubicBezTo>
                  <a:pt x="11327" y="3407"/>
                  <a:pt x="11088" y="2761"/>
                  <a:pt x="10660" y="2251"/>
                </a:cubicBezTo>
                <a:lnTo>
                  <a:pt x="11523" y="1565"/>
                </a:lnTo>
                <a:cubicBezTo>
                  <a:pt x="11895" y="1267"/>
                  <a:pt x="12325" y="1131"/>
                  <a:pt x="12746" y="1131"/>
                </a:cubicBezTo>
                <a:close/>
                <a:moveTo>
                  <a:pt x="6798" y="5775"/>
                </a:moveTo>
                <a:lnTo>
                  <a:pt x="6798" y="8039"/>
                </a:lnTo>
                <a:lnTo>
                  <a:pt x="1136" y="8039"/>
                </a:lnTo>
                <a:lnTo>
                  <a:pt x="1136" y="6339"/>
                </a:lnTo>
                <a:cubicBezTo>
                  <a:pt x="1136" y="6025"/>
                  <a:pt x="1387" y="5775"/>
                  <a:pt x="1701" y="5775"/>
                </a:cubicBezTo>
                <a:close/>
                <a:moveTo>
                  <a:pt x="15288" y="5775"/>
                </a:moveTo>
                <a:cubicBezTo>
                  <a:pt x="15602" y="5775"/>
                  <a:pt x="15856" y="6025"/>
                  <a:pt x="15856" y="6339"/>
                </a:cubicBezTo>
                <a:lnTo>
                  <a:pt x="15856" y="8039"/>
                </a:lnTo>
                <a:lnTo>
                  <a:pt x="10195" y="8039"/>
                </a:lnTo>
                <a:lnTo>
                  <a:pt x="10195" y="5775"/>
                </a:lnTo>
                <a:close/>
                <a:moveTo>
                  <a:pt x="6798" y="9171"/>
                </a:moveTo>
                <a:lnTo>
                  <a:pt x="6798" y="11361"/>
                </a:lnTo>
                <a:lnTo>
                  <a:pt x="2269" y="11361"/>
                </a:lnTo>
                <a:lnTo>
                  <a:pt x="2269" y="9171"/>
                </a:lnTo>
                <a:close/>
                <a:moveTo>
                  <a:pt x="14724" y="9171"/>
                </a:moveTo>
                <a:lnTo>
                  <a:pt x="14724" y="11361"/>
                </a:lnTo>
                <a:lnTo>
                  <a:pt x="10195" y="11361"/>
                </a:lnTo>
                <a:lnTo>
                  <a:pt x="10195" y="9171"/>
                </a:lnTo>
                <a:close/>
                <a:moveTo>
                  <a:pt x="6798" y="12493"/>
                </a:moveTo>
                <a:lnTo>
                  <a:pt x="6798" y="13625"/>
                </a:lnTo>
                <a:lnTo>
                  <a:pt x="2269" y="13625"/>
                </a:lnTo>
                <a:lnTo>
                  <a:pt x="2269" y="12493"/>
                </a:lnTo>
                <a:close/>
                <a:moveTo>
                  <a:pt x="14724" y="12493"/>
                </a:moveTo>
                <a:lnTo>
                  <a:pt x="14724" y="13625"/>
                </a:lnTo>
                <a:lnTo>
                  <a:pt x="10195" y="13625"/>
                </a:lnTo>
                <a:lnTo>
                  <a:pt x="10195" y="12493"/>
                </a:lnTo>
                <a:close/>
                <a:moveTo>
                  <a:pt x="6798" y="14757"/>
                </a:moveTo>
                <a:lnTo>
                  <a:pt x="6798" y="18191"/>
                </a:lnTo>
                <a:lnTo>
                  <a:pt x="2833" y="18191"/>
                </a:lnTo>
                <a:cubicBezTo>
                  <a:pt x="2519" y="18191"/>
                  <a:pt x="2269" y="17937"/>
                  <a:pt x="2269" y="17626"/>
                </a:cubicBezTo>
                <a:lnTo>
                  <a:pt x="2269" y="14757"/>
                </a:lnTo>
                <a:close/>
                <a:moveTo>
                  <a:pt x="9062" y="5775"/>
                </a:moveTo>
                <a:lnTo>
                  <a:pt x="9062" y="18191"/>
                </a:lnTo>
                <a:lnTo>
                  <a:pt x="7930" y="18191"/>
                </a:lnTo>
                <a:lnTo>
                  <a:pt x="7930" y="5775"/>
                </a:lnTo>
                <a:close/>
                <a:moveTo>
                  <a:pt x="14724" y="14757"/>
                </a:moveTo>
                <a:lnTo>
                  <a:pt x="14724" y="17626"/>
                </a:lnTo>
                <a:cubicBezTo>
                  <a:pt x="14724" y="17937"/>
                  <a:pt x="14470" y="18191"/>
                  <a:pt x="14156" y="18191"/>
                </a:cubicBezTo>
                <a:lnTo>
                  <a:pt x="10195" y="18191"/>
                </a:lnTo>
                <a:lnTo>
                  <a:pt x="10195" y="14757"/>
                </a:lnTo>
                <a:close/>
                <a:moveTo>
                  <a:pt x="4235" y="0"/>
                </a:moveTo>
                <a:cubicBezTo>
                  <a:pt x="3860" y="0"/>
                  <a:pt x="3484" y="68"/>
                  <a:pt x="3123" y="207"/>
                </a:cubicBezTo>
                <a:cubicBezTo>
                  <a:pt x="2096" y="599"/>
                  <a:pt x="1351" y="1508"/>
                  <a:pt x="1172" y="2595"/>
                </a:cubicBezTo>
                <a:cubicBezTo>
                  <a:pt x="1052" y="3314"/>
                  <a:pt x="1224" y="4050"/>
                  <a:pt x="1653" y="4642"/>
                </a:cubicBezTo>
                <a:cubicBezTo>
                  <a:pt x="732" y="4666"/>
                  <a:pt x="1" y="5421"/>
                  <a:pt x="1" y="6339"/>
                </a:cubicBezTo>
                <a:lnTo>
                  <a:pt x="4" y="8604"/>
                </a:lnTo>
                <a:cubicBezTo>
                  <a:pt x="4" y="8918"/>
                  <a:pt x="255" y="9171"/>
                  <a:pt x="569" y="9171"/>
                </a:cubicBezTo>
                <a:lnTo>
                  <a:pt x="1136" y="9171"/>
                </a:lnTo>
                <a:lnTo>
                  <a:pt x="1136" y="17626"/>
                </a:lnTo>
                <a:cubicBezTo>
                  <a:pt x="1136" y="18562"/>
                  <a:pt x="1894" y="19323"/>
                  <a:pt x="2833" y="19323"/>
                </a:cubicBezTo>
                <a:lnTo>
                  <a:pt x="14156" y="19323"/>
                </a:lnTo>
                <a:cubicBezTo>
                  <a:pt x="15095" y="19323"/>
                  <a:pt x="15853" y="18562"/>
                  <a:pt x="15856" y="17626"/>
                </a:cubicBezTo>
                <a:lnTo>
                  <a:pt x="15856" y="9171"/>
                </a:lnTo>
                <a:lnTo>
                  <a:pt x="16421" y="9171"/>
                </a:lnTo>
                <a:cubicBezTo>
                  <a:pt x="16735" y="9171"/>
                  <a:pt x="16988" y="8918"/>
                  <a:pt x="16988" y="8604"/>
                </a:cubicBezTo>
                <a:lnTo>
                  <a:pt x="16988" y="6339"/>
                </a:lnTo>
                <a:cubicBezTo>
                  <a:pt x="16988" y="5418"/>
                  <a:pt x="16255" y="4666"/>
                  <a:pt x="15337" y="4642"/>
                </a:cubicBezTo>
                <a:cubicBezTo>
                  <a:pt x="15762" y="4050"/>
                  <a:pt x="15938" y="3314"/>
                  <a:pt x="15817" y="2595"/>
                </a:cubicBezTo>
                <a:cubicBezTo>
                  <a:pt x="15636" y="1508"/>
                  <a:pt x="14893" y="599"/>
                  <a:pt x="13866" y="207"/>
                </a:cubicBezTo>
                <a:cubicBezTo>
                  <a:pt x="13506" y="68"/>
                  <a:pt x="13129" y="0"/>
                  <a:pt x="12755" y="0"/>
                </a:cubicBezTo>
                <a:cubicBezTo>
                  <a:pt x="12061" y="0"/>
                  <a:pt x="11376" y="233"/>
                  <a:pt x="10817" y="681"/>
                </a:cubicBezTo>
                <a:lnTo>
                  <a:pt x="9742" y="1535"/>
                </a:lnTo>
                <a:cubicBezTo>
                  <a:pt x="9348" y="1340"/>
                  <a:pt x="8920" y="1243"/>
                  <a:pt x="8494" y="1243"/>
                </a:cubicBezTo>
                <a:cubicBezTo>
                  <a:pt x="8067" y="1243"/>
                  <a:pt x="7640" y="1340"/>
                  <a:pt x="7248" y="1535"/>
                </a:cubicBezTo>
                <a:lnTo>
                  <a:pt x="6173" y="681"/>
                </a:lnTo>
                <a:cubicBezTo>
                  <a:pt x="5614" y="233"/>
                  <a:pt x="4928" y="0"/>
                  <a:pt x="42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4101" name="Google Shape;14101;p81"/>
          <p:cNvGrpSpPr/>
          <p:nvPr/>
        </p:nvGrpSpPr>
        <p:grpSpPr>
          <a:xfrm>
            <a:off x="6744925" y="3545107"/>
            <a:ext cx="276236" cy="340151"/>
            <a:chOff x="3316000" y="4399325"/>
            <a:chExt cx="392325" cy="483100"/>
          </a:xfrm>
        </p:grpSpPr>
        <p:sp>
          <p:nvSpPr>
            <p:cNvPr id="14102" name="Google Shape;14102;p81"/>
            <p:cNvSpPr/>
            <p:nvPr/>
          </p:nvSpPr>
          <p:spPr>
            <a:xfrm>
              <a:off x="3316000" y="4399325"/>
              <a:ext cx="392325" cy="483100"/>
            </a:xfrm>
            <a:custGeom>
              <a:avLst/>
              <a:gdLst/>
              <a:ahLst/>
              <a:cxnLst/>
              <a:rect l="l" t="t" r="r" b="b"/>
              <a:pathLst>
                <a:path w="15693" h="19324" extrusionOk="0">
                  <a:moveTo>
                    <a:pt x="7824" y="1132"/>
                  </a:moveTo>
                  <a:cubicBezTo>
                    <a:pt x="8714" y="1132"/>
                    <a:pt x="9554" y="1551"/>
                    <a:pt x="10088" y="2264"/>
                  </a:cubicBezTo>
                  <a:cubicBezTo>
                    <a:pt x="9551" y="2977"/>
                    <a:pt x="8711" y="3393"/>
                    <a:pt x="7824" y="3396"/>
                  </a:cubicBezTo>
                  <a:lnTo>
                    <a:pt x="5049" y="3396"/>
                  </a:lnTo>
                  <a:cubicBezTo>
                    <a:pt x="5321" y="2080"/>
                    <a:pt x="6477" y="1135"/>
                    <a:pt x="7824" y="1132"/>
                  </a:cubicBezTo>
                  <a:close/>
                  <a:moveTo>
                    <a:pt x="10595" y="3393"/>
                  </a:moveTo>
                  <a:cubicBezTo>
                    <a:pt x="10635" y="3580"/>
                    <a:pt x="10653" y="3771"/>
                    <a:pt x="10653" y="3964"/>
                  </a:cubicBezTo>
                  <a:lnTo>
                    <a:pt x="10653" y="6304"/>
                  </a:lnTo>
                  <a:cubicBezTo>
                    <a:pt x="10653" y="7865"/>
                    <a:pt x="9385" y="9133"/>
                    <a:pt x="7824" y="9133"/>
                  </a:cubicBezTo>
                  <a:cubicBezTo>
                    <a:pt x="6260" y="9133"/>
                    <a:pt x="4991" y="7865"/>
                    <a:pt x="4991" y="6304"/>
                  </a:cubicBezTo>
                  <a:lnTo>
                    <a:pt x="4991" y="4529"/>
                  </a:lnTo>
                  <a:lnTo>
                    <a:pt x="7824" y="4529"/>
                  </a:lnTo>
                  <a:cubicBezTo>
                    <a:pt x="8859" y="4525"/>
                    <a:pt x="9856" y="4121"/>
                    <a:pt x="10595" y="3393"/>
                  </a:cubicBezTo>
                  <a:close/>
                  <a:moveTo>
                    <a:pt x="6465" y="10027"/>
                  </a:moveTo>
                  <a:cubicBezTo>
                    <a:pt x="6903" y="10187"/>
                    <a:pt x="7362" y="10267"/>
                    <a:pt x="7823" y="10267"/>
                  </a:cubicBezTo>
                  <a:cubicBezTo>
                    <a:pt x="8283" y="10267"/>
                    <a:pt x="8743" y="10187"/>
                    <a:pt x="9182" y="10027"/>
                  </a:cubicBezTo>
                  <a:lnTo>
                    <a:pt x="9182" y="10027"/>
                  </a:lnTo>
                  <a:lnTo>
                    <a:pt x="7824" y="12071"/>
                  </a:lnTo>
                  <a:lnTo>
                    <a:pt x="6465" y="10027"/>
                  </a:lnTo>
                  <a:close/>
                  <a:moveTo>
                    <a:pt x="10152" y="10610"/>
                  </a:moveTo>
                  <a:lnTo>
                    <a:pt x="11051" y="11476"/>
                  </a:lnTo>
                  <a:lnTo>
                    <a:pt x="9433" y="13904"/>
                  </a:lnTo>
                  <a:lnTo>
                    <a:pt x="8551" y="13022"/>
                  </a:lnTo>
                  <a:lnTo>
                    <a:pt x="10152" y="10610"/>
                  </a:lnTo>
                  <a:close/>
                  <a:moveTo>
                    <a:pt x="5493" y="10610"/>
                  </a:moveTo>
                  <a:lnTo>
                    <a:pt x="7096" y="13022"/>
                  </a:lnTo>
                  <a:lnTo>
                    <a:pt x="6211" y="13907"/>
                  </a:lnTo>
                  <a:lnTo>
                    <a:pt x="4593" y="11476"/>
                  </a:lnTo>
                  <a:lnTo>
                    <a:pt x="5493" y="10610"/>
                  </a:lnTo>
                  <a:close/>
                  <a:moveTo>
                    <a:pt x="3630" y="12074"/>
                  </a:moveTo>
                  <a:lnTo>
                    <a:pt x="5653" y="15109"/>
                  </a:lnTo>
                  <a:cubicBezTo>
                    <a:pt x="5746" y="15251"/>
                    <a:pt x="5900" y="15341"/>
                    <a:pt x="6069" y="15356"/>
                  </a:cubicBezTo>
                  <a:cubicBezTo>
                    <a:pt x="6087" y="15359"/>
                    <a:pt x="6106" y="15359"/>
                    <a:pt x="6124" y="15359"/>
                  </a:cubicBezTo>
                  <a:cubicBezTo>
                    <a:pt x="6275" y="15359"/>
                    <a:pt x="6417" y="15302"/>
                    <a:pt x="6525" y="15193"/>
                  </a:cubicBezTo>
                  <a:lnTo>
                    <a:pt x="7256" y="14463"/>
                  </a:lnTo>
                  <a:lnTo>
                    <a:pt x="7256" y="18192"/>
                  </a:lnTo>
                  <a:lnTo>
                    <a:pt x="2247" y="18192"/>
                  </a:lnTo>
                  <a:lnTo>
                    <a:pt x="1332" y="13502"/>
                  </a:lnTo>
                  <a:cubicBezTo>
                    <a:pt x="1329" y="13493"/>
                    <a:pt x="1326" y="13484"/>
                    <a:pt x="1326" y="13475"/>
                  </a:cubicBezTo>
                  <a:cubicBezTo>
                    <a:pt x="1235" y="13110"/>
                    <a:pt x="1438" y="12735"/>
                    <a:pt x="1791" y="12612"/>
                  </a:cubicBezTo>
                  <a:lnTo>
                    <a:pt x="3630" y="12074"/>
                  </a:lnTo>
                  <a:close/>
                  <a:moveTo>
                    <a:pt x="12015" y="12074"/>
                  </a:moveTo>
                  <a:lnTo>
                    <a:pt x="13899" y="12612"/>
                  </a:lnTo>
                  <a:cubicBezTo>
                    <a:pt x="14252" y="12735"/>
                    <a:pt x="14454" y="13110"/>
                    <a:pt x="14367" y="13475"/>
                  </a:cubicBezTo>
                  <a:cubicBezTo>
                    <a:pt x="14364" y="13481"/>
                    <a:pt x="14361" y="13490"/>
                    <a:pt x="14361" y="13496"/>
                  </a:cubicBezTo>
                  <a:lnTo>
                    <a:pt x="13395" y="18192"/>
                  </a:lnTo>
                  <a:lnTo>
                    <a:pt x="8388" y="18192"/>
                  </a:lnTo>
                  <a:lnTo>
                    <a:pt x="8388" y="14463"/>
                  </a:lnTo>
                  <a:lnTo>
                    <a:pt x="9119" y="15196"/>
                  </a:lnTo>
                  <a:cubicBezTo>
                    <a:pt x="9228" y="15302"/>
                    <a:pt x="9370" y="15362"/>
                    <a:pt x="9521" y="15362"/>
                  </a:cubicBezTo>
                  <a:cubicBezTo>
                    <a:pt x="9539" y="15362"/>
                    <a:pt x="9557" y="15359"/>
                    <a:pt x="9578" y="15359"/>
                  </a:cubicBezTo>
                  <a:cubicBezTo>
                    <a:pt x="9744" y="15341"/>
                    <a:pt x="9898" y="15251"/>
                    <a:pt x="9992" y="15109"/>
                  </a:cubicBezTo>
                  <a:lnTo>
                    <a:pt x="12015" y="12074"/>
                  </a:lnTo>
                  <a:close/>
                  <a:moveTo>
                    <a:pt x="7823" y="1"/>
                  </a:moveTo>
                  <a:cubicBezTo>
                    <a:pt x="7476" y="1"/>
                    <a:pt x="7126" y="46"/>
                    <a:pt x="6779" y="141"/>
                  </a:cubicBezTo>
                  <a:cubicBezTo>
                    <a:pt x="5055" y="612"/>
                    <a:pt x="3859" y="2176"/>
                    <a:pt x="3859" y="3964"/>
                  </a:cubicBezTo>
                  <a:lnTo>
                    <a:pt x="3859" y="6304"/>
                  </a:lnTo>
                  <a:cubicBezTo>
                    <a:pt x="3859" y="7355"/>
                    <a:pt x="4279" y="8363"/>
                    <a:pt x="5022" y="9106"/>
                  </a:cubicBezTo>
                  <a:lnTo>
                    <a:pt x="5022" y="9489"/>
                  </a:lnTo>
                  <a:lnTo>
                    <a:pt x="3539" y="10921"/>
                  </a:lnTo>
                  <a:lnTo>
                    <a:pt x="1462" y="11528"/>
                  </a:lnTo>
                  <a:lnTo>
                    <a:pt x="1444" y="11534"/>
                  </a:lnTo>
                  <a:cubicBezTo>
                    <a:pt x="529" y="11842"/>
                    <a:pt x="0" y="12796"/>
                    <a:pt x="221" y="13735"/>
                  </a:cubicBezTo>
                  <a:lnTo>
                    <a:pt x="1223" y="18868"/>
                  </a:lnTo>
                  <a:cubicBezTo>
                    <a:pt x="1274" y="19131"/>
                    <a:pt x="1507" y="19324"/>
                    <a:pt x="1779" y="19324"/>
                  </a:cubicBezTo>
                  <a:cubicBezTo>
                    <a:pt x="1794" y="19324"/>
                    <a:pt x="1809" y="19324"/>
                    <a:pt x="1824" y="19321"/>
                  </a:cubicBezTo>
                  <a:cubicBezTo>
                    <a:pt x="1839" y="19321"/>
                    <a:pt x="1854" y="19324"/>
                    <a:pt x="1869" y="19324"/>
                  </a:cubicBezTo>
                  <a:lnTo>
                    <a:pt x="13856" y="19324"/>
                  </a:lnTo>
                  <a:cubicBezTo>
                    <a:pt x="14125" y="19324"/>
                    <a:pt x="14358" y="19134"/>
                    <a:pt x="14412" y="18871"/>
                  </a:cubicBezTo>
                  <a:lnTo>
                    <a:pt x="15469" y="13735"/>
                  </a:lnTo>
                  <a:cubicBezTo>
                    <a:pt x="15692" y="12796"/>
                    <a:pt x="15164" y="11842"/>
                    <a:pt x="14249" y="11534"/>
                  </a:cubicBezTo>
                  <a:lnTo>
                    <a:pt x="14225" y="11525"/>
                  </a:lnTo>
                  <a:lnTo>
                    <a:pt x="12108" y="10921"/>
                  </a:lnTo>
                  <a:lnTo>
                    <a:pt x="10623" y="9489"/>
                  </a:lnTo>
                  <a:lnTo>
                    <a:pt x="10623" y="9103"/>
                  </a:lnTo>
                  <a:cubicBezTo>
                    <a:pt x="11368" y="8363"/>
                    <a:pt x="11785" y="7355"/>
                    <a:pt x="11785" y="6304"/>
                  </a:cubicBezTo>
                  <a:lnTo>
                    <a:pt x="11785" y="3964"/>
                  </a:lnTo>
                  <a:cubicBezTo>
                    <a:pt x="11785" y="3281"/>
                    <a:pt x="11610" y="2611"/>
                    <a:pt x="11275" y="2019"/>
                  </a:cubicBezTo>
                  <a:cubicBezTo>
                    <a:pt x="11263" y="1995"/>
                    <a:pt x="11251" y="1971"/>
                    <a:pt x="11233" y="1950"/>
                  </a:cubicBezTo>
                  <a:cubicBezTo>
                    <a:pt x="10507" y="720"/>
                    <a:pt x="9197" y="1"/>
                    <a:pt x="78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103" name="Google Shape;14103;p81"/>
            <p:cNvSpPr/>
            <p:nvPr/>
          </p:nvSpPr>
          <p:spPr>
            <a:xfrm>
              <a:off x="3582300" y="4797475"/>
              <a:ext cx="56650" cy="28350"/>
            </a:xfrm>
            <a:custGeom>
              <a:avLst/>
              <a:gdLst/>
              <a:ahLst/>
              <a:cxnLst/>
              <a:rect l="l" t="t" r="r" b="b"/>
              <a:pathLst>
                <a:path w="2266" h="1134" extrusionOk="0">
                  <a:moveTo>
                    <a:pt x="569" y="1"/>
                  </a:moveTo>
                  <a:cubicBezTo>
                    <a:pt x="254" y="1"/>
                    <a:pt x="1" y="255"/>
                    <a:pt x="1" y="569"/>
                  </a:cubicBezTo>
                  <a:cubicBezTo>
                    <a:pt x="1" y="880"/>
                    <a:pt x="254" y="1133"/>
                    <a:pt x="569" y="1133"/>
                  </a:cubicBezTo>
                  <a:lnTo>
                    <a:pt x="1701" y="1133"/>
                  </a:lnTo>
                  <a:cubicBezTo>
                    <a:pt x="2012" y="1133"/>
                    <a:pt x="2265" y="880"/>
                    <a:pt x="2265" y="569"/>
                  </a:cubicBezTo>
                  <a:cubicBezTo>
                    <a:pt x="2265" y="255"/>
                    <a:pt x="2012" y="1"/>
                    <a:pt x="17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4104" name="Google Shape;14104;p81"/>
          <p:cNvGrpSpPr/>
          <p:nvPr/>
        </p:nvGrpSpPr>
        <p:grpSpPr>
          <a:xfrm>
            <a:off x="7169665" y="3545089"/>
            <a:ext cx="254022" cy="340186"/>
            <a:chOff x="3926225" y="4399275"/>
            <a:chExt cx="360775" cy="483150"/>
          </a:xfrm>
        </p:grpSpPr>
        <p:sp>
          <p:nvSpPr>
            <p:cNvPr id="14105" name="Google Shape;14105;p81"/>
            <p:cNvSpPr/>
            <p:nvPr/>
          </p:nvSpPr>
          <p:spPr>
            <a:xfrm>
              <a:off x="4163400" y="4797475"/>
              <a:ext cx="56650" cy="28350"/>
            </a:xfrm>
            <a:custGeom>
              <a:avLst/>
              <a:gdLst/>
              <a:ahLst/>
              <a:cxnLst/>
              <a:rect l="l" t="t" r="r" b="b"/>
              <a:pathLst>
                <a:path w="2266" h="1134" extrusionOk="0">
                  <a:moveTo>
                    <a:pt x="568" y="1"/>
                  </a:moveTo>
                  <a:cubicBezTo>
                    <a:pt x="254" y="1"/>
                    <a:pt x="1" y="255"/>
                    <a:pt x="1" y="569"/>
                  </a:cubicBezTo>
                  <a:cubicBezTo>
                    <a:pt x="1" y="880"/>
                    <a:pt x="254" y="1133"/>
                    <a:pt x="568" y="1133"/>
                  </a:cubicBezTo>
                  <a:lnTo>
                    <a:pt x="1701" y="1133"/>
                  </a:lnTo>
                  <a:cubicBezTo>
                    <a:pt x="2012" y="1133"/>
                    <a:pt x="2265" y="880"/>
                    <a:pt x="2265" y="569"/>
                  </a:cubicBezTo>
                  <a:cubicBezTo>
                    <a:pt x="2265" y="255"/>
                    <a:pt x="2012" y="1"/>
                    <a:pt x="17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106" name="Google Shape;14106;p81"/>
            <p:cNvSpPr/>
            <p:nvPr/>
          </p:nvSpPr>
          <p:spPr>
            <a:xfrm>
              <a:off x="3926225" y="4399275"/>
              <a:ext cx="360775" cy="483150"/>
            </a:xfrm>
            <a:custGeom>
              <a:avLst/>
              <a:gdLst/>
              <a:ahLst/>
              <a:cxnLst/>
              <a:rect l="l" t="t" r="r" b="b"/>
              <a:pathLst>
                <a:path w="14431" h="19326" extrusionOk="0">
                  <a:moveTo>
                    <a:pt x="10055" y="1134"/>
                  </a:moveTo>
                  <a:cubicBezTo>
                    <a:pt x="10547" y="1134"/>
                    <a:pt x="10985" y="1457"/>
                    <a:pt x="11133" y="1928"/>
                  </a:cubicBezTo>
                  <a:cubicBezTo>
                    <a:pt x="11281" y="2399"/>
                    <a:pt x="11106" y="2912"/>
                    <a:pt x="10698" y="3196"/>
                  </a:cubicBezTo>
                  <a:cubicBezTo>
                    <a:pt x="10692" y="3181"/>
                    <a:pt x="10683" y="3169"/>
                    <a:pt x="10677" y="3154"/>
                  </a:cubicBezTo>
                  <a:cubicBezTo>
                    <a:pt x="10665" y="3129"/>
                    <a:pt x="10650" y="3105"/>
                    <a:pt x="10635" y="3081"/>
                  </a:cubicBezTo>
                  <a:cubicBezTo>
                    <a:pt x="10270" y="2468"/>
                    <a:pt x="9750" y="1964"/>
                    <a:pt x="9125" y="1620"/>
                  </a:cubicBezTo>
                  <a:cubicBezTo>
                    <a:pt x="9337" y="1318"/>
                    <a:pt x="9684" y="1134"/>
                    <a:pt x="10055" y="1134"/>
                  </a:cubicBezTo>
                  <a:close/>
                  <a:moveTo>
                    <a:pt x="7223" y="2266"/>
                  </a:moveTo>
                  <a:cubicBezTo>
                    <a:pt x="8114" y="2266"/>
                    <a:pt x="8953" y="2686"/>
                    <a:pt x="9488" y="3398"/>
                  </a:cubicBezTo>
                  <a:cubicBezTo>
                    <a:pt x="8953" y="4111"/>
                    <a:pt x="8114" y="4527"/>
                    <a:pt x="7223" y="4531"/>
                  </a:cubicBezTo>
                  <a:lnTo>
                    <a:pt x="4448" y="4531"/>
                  </a:lnTo>
                  <a:cubicBezTo>
                    <a:pt x="4720" y="3214"/>
                    <a:pt x="5879" y="2269"/>
                    <a:pt x="7223" y="2266"/>
                  </a:cubicBezTo>
                  <a:close/>
                  <a:moveTo>
                    <a:pt x="9998" y="4527"/>
                  </a:moveTo>
                  <a:cubicBezTo>
                    <a:pt x="10034" y="4715"/>
                    <a:pt x="10055" y="4905"/>
                    <a:pt x="10055" y="5098"/>
                  </a:cubicBezTo>
                  <a:lnTo>
                    <a:pt x="10055" y="7363"/>
                  </a:lnTo>
                  <a:cubicBezTo>
                    <a:pt x="10055" y="8924"/>
                    <a:pt x="8787" y="10192"/>
                    <a:pt x="7223" y="10192"/>
                  </a:cubicBezTo>
                  <a:cubicBezTo>
                    <a:pt x="5659" y="10192"/>
                    <a:pt x="4394" y="8924"/>
                    <a:pt x="4394" y="7363"/>
                  </a:cubicBezTo>
                  <a:lnTo>
                    <a:pt x="4394" y="5663"/>
                  </a:lnTo>
                  <a:lnTo>
                    <a:pt x="7223" y="5663"/>
                  </a:lnTo>
                  <a:cubicBezTo>
                    <a:pt x="8262" y="5660"/>
                    <a:pt x="9255" y="5255"/>
                    <a:pt x="9998" y="4527"/>
                  </a:cubicBezTo>
                  <a:close/>
                  <a:moveTo>
                    <a:pt x="5526" y="10941"/>
                  </a:moveTo>
                  <a:cubicBezTo>
                    <a:pt x="6063" y="11196"/>
                    <a:pt x="6643" y="11324"/>
                    <a:pt x="7224" y="11324"/>
                  </a:cubicBezTo>
                  <a:cubicBezTo>
                    <a:pt x="7777" y="11324"/>
                    <a:pt x="8331" y="11208"/>
                    <a:pt x="8847" y="10977"/>
                  </a:cubicBezTo>
                  <a:lnTo>
                    <a:pt x="8847" y="11967"/>
                  </a:lnTo>
                  <a:cubicBezTo>
                    <a:pt x="8847" y="12227"/>
                    <a:pt x="9026" y="12454"/>
                    <a:pt x="9279" y="12517"/>
                  </a:cubicBezTo>
                  <a:lnTo>
                    <a:pt x="9466" y="12562"/>
                  </a:lnTo>
                  <a:cubicBezTo>
                    <a:pt x="8899" y="13298"/>
                    <a:pt x="8061" y="13665"/>
                    <a:pt x="7223" y="13665"/>
                  </a:cubicBezTo>
                  <a:cubicBezTo>
                    <a:pt x="6379" y="13665"/>
                    <a:pt x="5536" y="13293"/>
                    <a:pt x="4970" y="12547"/>
                  </a:cubicBezTo>
                  <a:lnTo>
                    <a:pt x="5097" y="12514"/>
                  </a:lnTo>
                  <a:cubicBezTo>
                    <a:pt x="5348" y="12454"/>
                    <a:pt x="5526" y="12227"/>
                    <a:pt x="5526" y="11964"/>
                  </a:cubicBezTo>
                  <a:lnTo>
                    <a:pt x="5526" y="10941"/>
                  </a:lnTo>
                  <a:close/>
                  <a:moveTo>
                    <a:pt x="3805" y="12837"/>
                  </a:moveTo>
                  <a:cubicBezTo>
                    <a:pt x="4515" y="14051"/>
                    <a:pt x="5813" y="14794"/>
                    <a:pt x="7217" y="14797"/>
                  </a:cubicBezTo>
                  <a:cubicBezTo>
                    <a:pt x="7220" y="14797"/>
                    <a:pt x="7223" y="14797"/>
                    <a:pt x="7225" y="14797"/>
                  </a:cubicBezTo>
                  <a:cubicBezTo>
                    <a:pt x="8626" y="14797"/>
                    <a:pt x="9924" y="14054"/>
                    <a:pt x="10635" y="12849"/>
                  </a:cubicBezTo>
                  <a:lnTo>
                    <a:pt x="11767" y="13124"/>
                  </a:lnTo>
                  <a:cubicBezTo>
                    <a:pt x="12649" y="13344"/>
                    <a:pt x="13201" y="14217"/>
                    <a:pt x="13020" y="15105"/>
                  </a:cubicBezTo>
                  <a:lnTo>
                    <a:pt x="12404" y="18194"/>
                  </a:lnTo>
                  <a:lnTo>
                    <a:pt x="2027" y="18194"/>
                  </a:lnTo>
                  <a:lnTo>
                    <a:pt x="1408" y="15105"/>
                  </a:lnTo>
                  <a:cubicBezTo>
                    <a:pt x="1229" y="14214"/>
                    <a:pt x="1782" y="13341"/>
                    <a:pt x="2661" y="13124"/>
                  </a:cubicBezTo>
                  <a:lnTo>
                    <a:pt x="3805" y="12837"/>
                  </a:lnTo>
                  <a:close/>
                  <a:moveTo>
                    <a:pt x="10061" y="0"/>
                  </a:moveTo>
                  <a:cubicBezTo>
                    <a:pt x="9256" y="0"/>
                    <a:pt x="8461" y="426"/>
                    <a:pt x="8047" y="1221"/>
                  </a:cubicBezTo>
                  <a:cubicBezTo>
                    <a:pt x="7767" y="1162"/>
                    <a:pt x="7489" y="1134"/>
                    <a:pt x="7216" y="1134"/>
                  </a:cubicBezTo>
                  <a:cubicBezTo>
                    <a:pt x="5084" y="1134"/>
                    <a:pt x="3261" y="2863"/>
                    <a:pt x="3261" y="5098"/>
                  </a:cubicBezTo>
                  <a:lnTo>
                    <a:pt x="3261" y="7363"/>
                  </a:lnTo>
                  <a:cubicBezTo>
                    <a:pt x="3258" y="8398"/>
                    <a:pt x="3666" y="9392"/>
                    <a:pt x="4394" y="10132"/>
                  </a:cubicBezTo>
                  <a:lnTo>
                    <a:pt x="4394" y="11524"/>
                  </a:lnTo>
                  <a:lnTo>
                    <a:pt x="2386" y="12025"/>
                  </a:lnTo>
                  <a:cubicBezTo>
                    <a:pt x="921" y="12390"/>
                    <a:pt x="0" y="13846"/>
                    <a:pt x="299" y="15328"/>
                  </a:cubicBezTo>
                  <a:lnTo>
                    <a:pt x="1006" y="18870"/>
                  </a:lnTo>
                  <a:cubicBezTo>
                    <a:pt x="1060" y="19136"/>
                    <a:pt x="1293" y="19326"/>
                    <a:pt x="1562" y="19326"/>
                  </a:cubicBezTo>
                  <a:lnTo>
                    <a:pt x="12866" y="19326"/>
                  </a:lnTo>
                  <a:cubicBezTo>
                    <a:pt x="13138" y="19326"/>
                    <a:pt x="13371" y="19136"/>
                    <a:pt x="13422" y="18870"/>
                  </a:cubicBezTo>
                  <a:lnTo>
                    <a:pt x="14131" y="15328"/>
                  </a:lnTo>
                  <a:cubicBezTo>
                    <a:pt x="14430" y="13842"/>
                    <a:pt x="13506" y="12387"/>
                    <a:pt x="12039" y="12025"/>
                  </a:cubicBezTo>
                  <a:lnTo>
                    <a:pt x="10569" y="11665"/>
                  </a:lnTo>
                  <a:lnTo>
                    <a:pt x="10565" y="11665"/>
                  </a:lnTo>
                  <a:cubicBezTo>
                    <a:pt x="10505" y="11638"/>
                    <a:pt x="10445" y="11626"/>
                    <a:pt x="10378" y="11620"/>
                  </a:cubicBezTo>
                  <a:lnTo>
                    <a:pt x="9980" y="11524"/>
                  </a:lnTo>
                  <a:lnTo>
                    <a:pt x="9980" y="10207"/>
                  </a:lnTo>
                  <a:cubicBezTo>
                    <a:pt x="10750" y="9461"/>
                    <a:pt x="11188" y="8435"/>
                    <a:pt x="11188" y="7363"/>
                  </a:cubicBezTo>
                  <a:lnTo>
                    <a:pt x="11188" y="5098"/>
                  </a:lnTo>
                  <a:cubicBezTo>
                    <a:pt x="11188" y="4820"/>
                    <a:pt x="11157" y="4546"/>
                    <a:pt x="11100" y="4274"/>
                  </a:cubicBezTo>
                  <a:cubicBezTo>
                    <a:pt x="12459" y="3567"/>
                    <a:pt x="12739" y="1747"/>
                    <a:pt x="11659" y="663"/>
                  </a:cubicBezTo>
                  <a:cubicBezTo>
                    <a:pt x="11209" y="214"/>
                    <a:pt x="10632" y="0"/>
                    <a:pt x="100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4107" name="Google Shape;14107;p81"/>
          <p:cNvSpPr/>
          <p:nvPr/>
        </p:nvSpPr>
        <p:spPr>
          <a:xfrm>
            <a:off x="7630119" y="3544578"/>
            <a:ext cx="179387" cy="340116"/>
          </a:xfrm>
          <a:custGeom>
            <a:avLst/>
            <a:gdLst/>
            <a:ahLst/>
            <a:cxnLst/>
            <a:rect l="l" t="t" r="r" b="b"/>
            <a:pathLst>
              <a:path w="10191" h="19322" extrusionOk="0">
                <a:moveTo>
                  <a:pt x="5102" y="1126"/>
                </a:moveTo>
                <a:cubicBezTo>
                  <a:pt x="5353" y="1126"/>
                  <a:pt x="5610" y="1220"/>
                  <a:pt x="5819" y="1429"/>
                </a:cubicBezTo>
                <a:cubicBezTo>
                  <a:pt x="6115" y="1724"/>
                  <a:pt x="6202" y="2165"/>
                  <a:pt x="6042" y="2549"/>
                </a:cubicBezTo>
                <a:cubicBezTo>
                  <a:pt x="5882" y="2932"/>
                  <a:pt x="5508" y="3180"/>
                  <a:pt x="5094" y="3180"/>
                </a:cubicBezTo>
                <a:cubicBezTo>
                  <a:pt x="4526" y="3180"/>
                  <a:pt x="4070" y="2721"/>
                  <a:pt x="4067" y="2156"/>
                </a:cubicBezTo>
                <a:cubicBezTo>
                  <a:pt x="4067" y="1537"/>
                  <a:pt x="4574" y="1126"/>
                  <a:pt x="5102" y="1126"/>
                </a:cubicBezTo>
                <a:close/>
                <a:moveTo>
                  <a:pt x="7513" y="5432"/>
                </a:moveTo>
                <a:cubicBezTo>
                  <a:pt x="8364" y="5432"/>
                  <a:pt x="9059" y="6214"/>
                  <a:pt x="9059" y="7175"/>
                </a:cubicBezTo>
                <a:lnTo>
                  <a:pt x="9059" y="10433"/>
                </a:lnTo>
                <a:cubicBezTo>
                  <a:pt x="9059" y="10747"/>
                  <a:pt x="8805" y="11000"/>
                  <a:pt x="8491" y="11000"/>
                </a:cubicBezTo>
                <a:cubicBezTo>
                  <a:pt x="8177" y="11000"/>
                  <a:pt x="7926" y="10747"/>
                  <a:pt x="7926" y="10433"/>
                </a:cubicBezTo>
                <a:lnTo>
                  <a:pt x="7926" y="7395"/>
                </a:lnTo>
                <a:cubicBezTo>
                  <a:pt x="7926" y="7081"/>
                  <a:pt x="7673" y="6830"/>
                  <a:pt x="7359" y="6830"/>
                </a:cubicBezTo>
                <a:cubicBezTo>
                  <a:pt x="7045" y="6830"/>
                  <a:pt x="6794" y="7081"/>
                  <a:pt x="6794" y="7395"/>
                </a:cubicBezTo>
                <a:lnTo>
                  <a:pt x="6794" y="17625"/>
                </a:lnTo>
                <a:cubicBezTo>
                  <a:pt x="6794" y="17936"/>
                  <a:pt x="6540" y="18190"/>
                  <a:pt x="6226" y="18190"/>
                </a:cubicBezTo>
                <a:cubicBezTo>
                  <a:pt x="5912" y="18190"/>
                  <a:pt x="5662" y="17936"/>
                  <a:pt x="5662" y="17625"/>
                </a:cubicBezTo>
                <a:lnTo>
                  <a:pt x="5662" y="11867"/>
                </a:lnTo>
                <a:cubicBezTo>
                  <a:pt x="5662" y="11556"/>
                  <a:pt x="5408" y="11302"/>
                  <a:pt x="5094" y="11302"/>
                </a:cubicBezTo>
                <a:cubicBezTo>
                  <a:pt x="4780" y="11302"/>
                  <a:pt x="4529" y="11556"/>
                  <a:pt x="4529" y="11867"/>
                </a:cubicBezTo>
                <a:lnTo>
                  <a:pt x="4529" y="17625"/>
                </a:lnTo>
                <a:cubicBezTo>
                  <a:pt x="4529" y="17936"/>
                  <a:pt x="4276" y="18190"/>
                  <a:pt x="3962" y="18190"/>
                </a:cubicBezTo>
                <a:cubicBezTo>
                  <a:pt x="3648" y="18190"/>
                  <a:pt x="3397" y="17936"/>
                  <a:pt x="3397" y="17625"/>
                </a:cubicBezTo>
                <a:lnTo>
                  <a:pt x="3397" y="7395"/>
                </a:lnTo>
                <a:cubicBezTo>
                  <a:pt x="3397" y="7081"/>
                  <a:pt x="3143" y="6830"/>
                  <a:pt x="2829" y="6830"/>
                </a:cubicBezTo>
                <a:cubicBezTo>
                  <a:pt x="2515" y="6830"/>
                  <a:pt x="2265" y="7081"/>
                  <a:pt x="2265" y="7395"/>
                </a:cubicBezTo>
                <a:lnTo>
                  <a:pt x="2265" y="10433"/>
                </a:lnTo>
                <a:cubicBezTo>
                  <a:pt x="2265" y="10747"/>
                  <a:pt x="2011" y="11000"/>
                  <a:pt x="1697" y="11000"/>
                </a:cubicBezTo>
                <a:cubicBezTo>
                  <a:pt x="1383" y="11000"/>
                  <a:pt x="1133" y="10747"/>
                  <a:pt x="1133" y="10433"/>
                </a:cubicBezTo>
                <a:lnTo>
                  <a:pt x="1133" y="7175"/>
                </a:lnTo>
                <a:cubicBezTo>
                  <a:pt x="1133" y="6214"/>
                  <a:pt x="1824" y="5432"/>
                  <a:pt x="2675" y="5432"/>
                </a:cubicBezTo>
                <a:close/>
                <a:moveTo>
                  <a:pt x="5094" y="0"/>
                </a:moveTo>
                <a:cubicBezTo>
                  <a:pt x="3950" y="0"/>
                  <a:pt x="3002" y="894"/>
                  <a:pt x="2938" y="2038"/>
                </a:cubicBezTo>
                <a:cubicBezTo>
                  <a:pt x="2878" y="3180"/>
                  <a:pt x="3720" y="4173"/>
                  <a:pt x="4859" y="4300"/>
                </a:cubicBezTo>
                <a:lnTo>
                  <a:pt x="2675" y="4300"/>
                </a:lnTo>
                <a:cubicBezTo>
                  <a:pt x="1199" y="4300"/>
                  <a:pt x="0" y="5589"/>
                  <a:pt x="0" y="7175"/>
                </a:cubicBezTo>
                <a:lnTo>
                  <a:pt x="0" y="10433"/>
                </a:lnTo>
                <a:cubicBezTo>
                  <a:pt x="0" y="11403"/>
                  <a:pt x="797" y="12134"/>
                  <a:pt x="1698" y="12134"/>
                </a:cubicBezTo>
                <a:cubicBezTo>
                  <a:pt x="1885" y="12134"/>
                  <a:pt x="2076" y="12103"/>
                  <a:pt x="2265" y="12036"/>
                </a:cubicBezTo>
                <a:lnTo>
                  <a:pt x="2265" y="17625"/>
                </a:lnTo>
                <a:cubicBezTo>
                  <a:pt x="2265" y="18561"/>
                  <a:pt x="3023" y="19322"/>
                  <a:pt x="3962" y="19322"/>
                </a:cubicBezTo>
                <a:cubicBezTo>
                  <a:pt x="4378" y="19322"/>
                  <a:pt x="4783" y="19168"/>
                  <a:pt x="5094" y="18887"/>
                </a:cubicBezTo>
                <a:cubicBezTo>
                  <a:pt x="5412" y="19172"/>
                  <a:pt x="5817" y="19321"/>
                  <a:pt x="6228" y="19321"/>
                </a:cubicBezTo>
                <a:cubicBezTo>
                  <a:pt x="6462" y="19321"/>
                  <a:pt x="6697" y="19272"/>
                  <a:pt x="6918" y="19174"/>
                </a:cubicBezTo>
                <a:cubicBezTo>
                  <a:pt x="7531" y="18899"/>
                  <a:pt x="7923" y="18292"/>
                  <a:pt x="7926" y="17625"/>
                </a:cubicBezTo>
                <a:lnTo>
                  <a:pt x="7926" y="12036"/>
                </a:lnTo>
                <a:cubicBezTo>
                  <a:pt x="8115" y="12103"/>
                  <a:pt x="8305" y="12134"/>
                  <a:pt x="8492" y="12134"/>
                </a:cubicBezTo>
                <a:cubicBezTo>
                  <a:pt x="9392" y="12134"/>
                  <a:pt x="10188" y="11403"/>
                  <a:pt x="10191" y="10433"/>
                </a:cubicBezTo>
                <a:lnTo>
                  <a:pt x="10191" y="7175"/>
                </a:lnTo>
                <a:cubicBezTo>
                  <a:pt x="10191" y="5589"/>
                  <a:pt x="8989" y="4300"/>
                  <a:pt x="7513" y="4300"/>
                </a:cubicBezTo>
                <a:lnTo>
                  <a:pt x="5330" y="4300"/>
                </a:lnTo>
                <a:cubicBezTo>
                  <a:pt x="6468" y="4173"/>
                  <a:pt x="7310" y="3180"/>
                  <a:pt x="7250" y="2038"/>
                </a:cubicBezTo>
                <a:cubicBezTo>
                  <a:pt x="7187" y="894"/>
                  <a:pt x="6238" y="0"/>
                  <a:pt x="50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4108" name="Google Shape;14108;p81"/>
          <p:cNvGrpSpPr/>
          <p:nvPr/>
        </p:nvGrpSpPr>
        <p:grpSpPr>
          <a:xfrm>
            <a:off x="7975224" y="3545151"/>
            <a:ext cx="340080" cy="340063"/>
            <a:chOff x="5053975" y="4399375"/>
            <a:chExt cx="483000" cy="482975"/>
          </a:xfrm>
        </p:grpSpPr>
        <p:sp>
          <p:nvSpPr>
            <p:cNvPr id="14109" name="Google Shape;14109;p81"/>
            <p:cNvSpPr/>
            <p:nvPr/>
          </p:nvSpPr>
          <p:spPr>
            <a:xfrm>
              <a:off x="5053975" y="4399375"/>
              <a:ext cx="483000" cy="482975"/>
            </a:xfrm>
            <a:custGeom>
              <a:avLst/>
              <a:gdLst/>
              <a:ahLst/>
              <a:cxnLst/>
              <a:rect l="l" t="t" r="r" b="b"/>
              <a:pathLst>
                <a:path w="19320" h="19319" extrusionOk="0">
                  <a:moveTo>
                    <a:pt x="9660" y="1130"/>
                  </a:moveTo>
                  <a:cubicBezTo>
                    <a:pt x="11822" y="1130"/>
                    <a:pt x="13981" y="1972"/>
                    <a:pt x="15666" y="3654"/>
                  </a:cubicBezTo>
                  <a:cubicBezTo>
                    <a:pt x="19033" y="7021"/>
                    <a:pt x="19033" y="12299"/>
                    <a:pt x="15666" y="15665"/>
                  </a:cubicBezTo>
                  <a:cubicBezTo>
                    <a:pt x="13983" y="17349"/>
                    <a:pt x="11821" y="18190"/>
                    <a:pt x="9660" y="18190"/>
                  </a:cubicBezTo>
                  <a:cubicBezTo>
                    <a:pt x="7499" y="18190"/>
                    <a:pt x="5338" y="17349"/>
                    <a:pt x="3655" y="15665"/>
                  </a:cubicBezTo>
                  <a:cubicBezTo>
                    <a:pt x="288" y="12299"/>
                    <a:pt x="288" y="7024"/>
                    <a:pt x="3655" y="3654"/>
                  </a:cubicBezTo>
                  <a:cubicBezTo>
                    <a:pt x="5339" y="1972"/>
                    <a:pt x="7498" y="1130"/>
                    <a:pt x="9660" y="1130"/>
                  </a:cubicBezTo>
                  <a:close/>
                  <a:moveTo>
                    <a:pt x="9660" y="0"/>
                  </a:moveTo>
                  <a:cubicBezTo>
                    <a:pt x="7112" y="0"/>
                    <a:pt x="4693" y="1015"/>
                    <a:pt x="2854" y="2854"/>
                  </a:cubicBezTo>
                  <a:cubicBezTo>
                    <a:pt x="1016" y="4693"/>
                    <a:pt x="1" y="7111"/>
                    <a:pt x="1" y="9660"/>
                  </a:cubicBezTo>
                  <a:cubicBezTo>
                    <a:pt x="1" y="12208"/>
                    <a:pt x="1016" y="14627"/>
                    <a:pt x="2854" y="16465"/>
                  </a:cubicBezTo>
                  <a:cubicBezTo>
                    <a:pt x="4693" y="18304"/>
                    <a:pt x="7112" y="19319"/>
                    <a:pt x="9660" y="19319"/>
                  </a:cubicBezTo>
                  <a:cubicBezTo>
                    <a:pt x="12209" y="19319"/>
                    <a:pt x="14627" y="18304"/>
                    <a:pt x="16466" y="16465"/>
                  </a:cubicBezTo>
                  <a:cubicBezTo>
                    <a:pt x="18305" y="14627"/>
                    <a:pt x="19319" y="12208"/>
                    <a:pt x="19319" y="9660"/>
                  </a:cubicBezTo>
                  <a:cubicBezTo>
                    <a:pt x="19319" y="7111"/>
                    <a:pt x="18305" y="4693"/>
                    <a:pt x="16466" y="2854"/>
                  </a:cubicBezTo>
                  <a:cubicBezTo>
                    <a:pt x="14627" y="1015"/>
                    <a:pt x="12209" y="0"/>
                    <a:pt x="96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110" name="Google Shape;14110;p81"/>
            <p:cNvSpPr/>
            <p:nvPr/>
          </p:nvSpPr>
          <p:spPr>
            <a:xfrm>
              <a:off x="5100725" y="4528375"/>
              <a:ext cx="309350" cy="296450"/>
            </a:xfrm>
            <a:custGeom>
              <a:avLst/>
              <a:gdLst/>
              <a:ahLst/>
              <a:cxnLst/>
              <a:rect l="l" t="t" r="r" b="b"/>
              <a:pathLst>
                <a:path w="12374" h="11858" extrusionOk="0">
                  <a:moveTo>
                    <a:pt x="2352" y="1462"/>
                  </a:moveTo>
                  <a:lnTo>
                    <a:pt x="10828" y="9938"/>
                  </a:lnTo>
                  <a:cubicBezTo>
                    <a:pt x="9875" y="10469"/>
                    <a:pt x="8830" y="10728"/>
                    <a:pt x="7793" y="10728"/>
                  </a:cubicBezTo>
                  <a:cubicBezTo>
                    <a:pt x="6180" y="10728"/>
                    <a:pt x="4586" y="10102"/>
                    <a:pt x="3388" y="8902"/>
                  </a:cubicBezTo>
                  <a:cubicBezTo>
                    <a:pt x="1416" y="6933"/>
                    <a:pt x="993" y="3896"/>
                    <a:pt x="2352" y="1462"/>
                  </a:cubicBezTo>
                  <a:close/>
                  <a:moveTo>
                    <a:pt x="2253" y="0"/>
                  </a:moveTo>
                  <a:cubicBezTo>
                    <a:pt x="2078" y="0"/>
                    <a:pt x="1904" y="81"/>
                    <a:pt x="1794" y="236"/>
                  </a:cubicBezTo>
                  <a:cubicBezTo>
                    <a:pt x="257" y="2395"/>
                    <a:pt x="0" y="5215"/>
                    <a:pt x="1120" y="7616"/>
                  </a:cubicBezTo>
                  <a:cubicBezTo>
                    <a:pt x="2243" y="10016"/>
                    <a:pt x="4568" y="11628"/>
                    <a:pt x="7210" y="11837"/>
                  </a:cubicBezTo>
                  <a:lnTo>
                    <a:pt x="7210" y="11834"/>
                  </a:lnTo>
                  <a:cubicBezTo>
                    <a:pt x="7404" y="11849"/>
                    <a:pt x="7597" y="11858"/>
                    <a:pt x="7787" y="11858"/>
                  </a:cubicBezTo>
                  <a:cubicBezTo>
                    <a:pt x="9318" y="11858"/>
                    <a:pt x="10807" y="11384"/>
                    <a:pt x="12057" y="10502"/>
                  </a:cubicBezTo>
                  <a:cubicBezTo>
                    <a:pt x="12340" y="10297"/>
                    <a:pt x="12374" y="9886"/>
                    <a:pt x="12126" y="9639"/>
                  </a:cubicBezTo>
                  <a:lnTo>
                    <a:pt x="2654" y="167"/>
                  </a:lnTo>
                  <a:cubicBezTo>
                    <a:pt x="2542" y="55"/>
                    <a:pt x="2397" y="0"/>
                    <a:pt x="22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111" name="Google Shape;14111;p81"/>
            <p:cNvSpPr/>
            <p:nvPr/>
          </p:nvSpPr>
          <p:spPr>
            <a:xfrm>
              <a:off x="5180875" y="4456850"/>
              <a:ext cx="316625" cy="296575"/>
            </a:xfrm>
            <a:custGeom>
              <a:avLst/>
              <a:gdLst/>
              <a:ahLst/>
              <a:cxnLst/>
              <a:rect l="l" t="t" r="r" b="b"/>
              <a:pathLst>
                <a:path w="12665" h="11863" extrusionOk="0">
                  <a:moveTo>
                    <a:pt x="4584" y="1128"/>
                  </a:moveTo>
                  <a:cubicBezTo>
                    <a:pt x="6196" y="1128"/>
                    <a:pt x="7791" y="1755"/>
                    <a:pt x="8987" y="2958"/>
                  </a:cubicBezTo>
                  <a:cubicBezTo>
                    <a:pt x="10964" y="4924"/>
                    <a:pt x="11387" y="7967"/>
                    <a:pt x="10022" y="10398"/>
                  </a:cubicBezTo>
                  <a:lnTo>
                    <a:pt x="1547" y="1923"/>
                  </a:lnTo>
                  <a:cubicBezTo>
                    <a:pt x="2499" y="1388"/>
                    <a:pt x="3545" y="1128"/>
                    <a:pt x="4584" y="1128"/>
                  </a:cubicBezTo>
                  <a:close/>
                  <a:moveTo>
                    <a:pt x="4578" y="1"/>
                  </a:moveTo>
                  <a:cubicBezTo>
                    <a:pt x="3095" y="1"/>
                    <a:pt x="1604" y="448"/>
                    <a:pt x="321" y="1361"/>
                  </a:cubicBezTo>
                  <a:cubicBezTo>
                    <a:pt x="34" y="1563"/>
                    <a:pt x="1" y="1977"/>
                    <a:pt x="248" y="2224"/>
                  </a:cubicBezTo>
                  <a:lnTo>
                    <a:pt x="9723" y="11697"/>
                  </a:lnTo>
                  <a:cubicBezTo>
                    <a:pt x="9829" y="11802"/>
                    <a:pt x="9971" y="11863"/>
                    <a:pt x="10122" y="11863"/>
                  </a:cubicBezTo>
                  <a:lnTo>
                    <a:pt x="10170" y="11863"/>
                  </a:lnTo>
                  <a:cubicBezTo>
                    <a:pt x="10336" y="11847"/>
                    <a:pt x="10487" y="11763"/>
                    <a:pt x="10584" y="11624"/>
                  </a:cubicBezTo>
                  <a:cubicBezTo>
                    <a:pt x="12664" y="8698"/>
                    <a:pt x="12326" y="4697"/>
                    <a:pt x="9787" y="2158"/>
                  </a:cubicBezTo>
                  <a:cubicBezTo>
                    <a:pt x="8361" y="733"/>
                    <a:pt x="6476" y="1"/>
                    <a:pt x="45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4112" name="Google Shape;14112;p81"/>
          <p:cNvGrpSpPr/>
          <p:nvPr/>
        </p:nvGrpSpPr>
        <p:grpSpPr>
          <a:xfrm>
            <a:off x="6715417" y="3960912"/>
            <a:ext cx="340168" cy="340168"/>
            <a:chOff x="5648375" y="4399300"/>
            <a:chExt cx="483125" cy="483125"/>
          </a:xfrm>
        </p:grpSpPr>
        <p:sp>
          <p:nvSpPr>
            <p:cNvPr id="14113" name="Google Shape;14113;p81"/>
            <p:cNvSpPr/>
            <p:nvPr/>
          </p:nvSpPr>
          <p:spPr>
            <a:xfrm>
              <a:off x="5648375" y="4399300"/>
              <a:ext cx="483125" cy="483125"/>
            </a:xfrm>
            <a:custGeom>
              <a:avLst/>
              <a:gdLst/>
              <a:ahLst/>
              <a:cxnLst/>
              <a:rect l="l" t="t" r="r" b="b"/>
              <a:pathLst>
                <a:path w="19325" h="19325" extrusionOk="0">
                  <a:moveTo>
                    <a:pt x="9662" y="1133"/>
                  </a:moveTo>
                  <a:cubicBezTo>
                    <a:pt x="11906" y="1133"/>
                    <a:pt x="14041" y="2029"/>
                    <a:pt x="15668" y="3657"/>
                  </a:cubicBezTo>
                  <a:cubicBezTo>
                    <a:pt x="17295" y="5287"/>
                    <a:pt x="18192" y="7419"/>
                    <a:pt x="18192" y="9663"/>
                  </a:cubicBezTo>
                  <a:cubicBezTo>
                    <a:pt x="18192" y="11906"/>
                    <a:pt x="17295" y="14041"/>
                    <a:pt x="15668" y="15668"/>
                  </a:cubicBezTo>
                  <a:cubicBezTo>
                    <a:pt x="14041" y="17296"/>
                    <a:pt x="11906" y="18193"/>
                    <a:pt x="9662" y="18193"/>
                  </a:cubicBezTo>
                  <a:cubicBezTo>
                    <a:pt x="7419" y="18193"/>
                    <a:pt x="5284" y="17296"/>
                    <a:pt x="3657" y="15668"/>
                  </a:cubicBezTo>
                  <a:cubicBezTo>
                    <a:pt x="290" y="12302"/>
                    <a:pt x="290" y="7024"/>
                    <a:pt x="3657" y="3657"/>
                  </a:cubicBezTo>
                  <a:cubicBezTo>
                    <a:pt x="5287" y="2029"/>
                    <a:pt x="7419" y="1133"/>
                    <a:pt x="9662" y="1133"/>
                  </a:cubicBezTo>
                  <a:close/>
                  <a:moveTo>
                    <a:pt x="9662" y="0"/>
                  </a:moveTo>
                  <a:cubicBezTo>
                    <a:pt x="7117" y="0"/>
                    <a:pt x="4698" y="1015"/>
                    <a:pt x="2856" y="2857"/>
                  </a:cubicBezTo>
                  <a:cubicBezTo>
                    <a:pt x="1015" y="4699"/>
                    <a:pt x="0" y="7117"/>
                    <a:pt x="0" y="9663"/>
                  </a:cubicBezTo>
                  <a:cubicBezTo>
                    <a:pt x="0" y="12208"/>
                    <a:pt x="1015" y="14627"/>
                    <a:pt x="2856" y="16468"/>
                  </a:cubicBezTo>
                  <a:cubicBezTo>
                    <a:pt x="4698" y="18310"/>
                    <a:pt x="7117" y="19325"/>
                    <a:pt x="9662" y="19325"/>
                  </a:cubicBezTo>
                  <a:cubicBezTo>
                    <a:pt x="12208" y="19325"/>
                    <a:pt x="14626" y="18310"/>
                    <a:pt x="16468" y="16468"/>
                  </a:cubicBezTo>
                  <a:cubicBezTo>
                    <a:pt x="18310" y="14627"/>
                    <a:pt x="19325" y="12208"/>
                    <a:pt x="19325" y="9663"/>
                  </a:cubicBezTo>
                  <a:cubicBezTo>
                    <a:pt x="19325" y="7117"/>
                    <a:pt x="18310" y="4699"/>
                    <a:pt x="16468" y="2857"/>
                  </a:cubicBezTo>
                  <a:cubicBezTo>
                    <a:pt x="14626" y="1015"/>
                    <a:pt x="12211" y="0"/>
                    <a:pt x="9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114" name="Google Shape;14114;p81"/>
            <p:cNvSpPr/>
            <p:nvPr/>
          </p:nvSpPr>
          <p:spPr>
            <a:xfrm>
              <a:off x="5734275" y="4598425"/>
              <a:ext cx="311400" cy="84950"/>
            </a:xfrm>
            <a:custGeom>
              <a:avLst/>
              <a:gdLst/>
              <a:ahLst/>
              <a:cxnLst/>
              <a:rect l="l" t="t" r="r" b="b"/>
              <a:pathLst>
                <a:path w="12456" h="3398" extrusionOk="0">
                  <a:moveTo>
                    <a:pt x="11323" y="1133"/>
                  </a:moveTo>
                  <a:lnTo>
                    <a:pt x="11323" y="2265"/>
                  </a:lnTo>
                  <a:lnTo>
                    <a:pt x="1133" y="2265"/>
                  </a:lnTo>
                  <a:lnTo>
                    <a:pt x="1133" y="1133"/>
                  </a:lnTo>
                  <a:close/>
                  <a:moveTo>
                    <a:pt x="565" y="1"/>
                  </a:moveTo>
                  <a:cubicBezTo>
                    <a:pt x="251" y="1"/>
                    <a:pt x="0" y="251"/>
                    <a:pt x="0" y="565"/>
                  </a:cubicBezTo>
                  <a:lnTo>
                    <a:pt x="0" y="2830"/>
                  </a:lnTo>
                  <a:cubicBezTo>
                    <a:pt x="0" y="3144"/>
                    <a:pt x="251" y="3398"/>
                    <a:pt x="565" y="3398"/>
                  </a:cubicBezTo>
                  <a:lnTo>
                    <a:pt x="11888" y="3398"/>
                  </a:lnTo>
                  <a:cubicBezTo>
                    <a:pt x="12202" y="3398"/>
                    <a:pt x="12455" y="3144"/>
                    <a:pt x="12455" y="2830"/>
                  </a:cubicBezTo>
                  <a:lnTo>
                    <a:pt x="12455" y="565"/>
                  </a:lnTo>
                  <a:cubicBezTo>
                    <a:pt x="12455" y="251"/>
                    <a:pt x="12202" y="1"/>
                    <a:pt x="118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4115" name="Google Shape;14115;p81"/>
          <p:cNvGrpSpPr/>
          <p:nvPr/>
        </p:nvGrpSpPr>
        <p:grpSpPr>
          <a:xfrm>
            <a:off x="4946140" y="3979624"/>
            <a:ext cx="330007" cy="302744"/>
            <a:chOff x="6239575" y="4416275"/>
            <a:chExt cx="489625" cy="449175"/>
          </a:xfrm>
        </p:grpSpPr>
        <p:sp>
          <p:nvSpPr>
            <p:cNvPr id="14116" name="Google Shape;14116;p81"/>
            <p:cNvSpPr/>
            <p:nvPr/>
          </p:nvSpPr>
          <p:spPr>
            <a:xfrm>
              <a:off x="6239575" y="4416275"/>
              <a:ext cx="489625" cy="449175"/>
            </a:xfrm>
            <a:custGeom>
              <a:avLst/>
              <a:gdLst/>
              <a:ahLst/>
              <a:cxnLst/>
              <a:rect l="l" t="t" r="r" b="b"/>
              <a:pathLst>
                <a:path w="19585" h="17967" extrusionOk="0">
                  <a:moveTo>
                    <a:pt x="9792" y="1132"/>
                  </a:moveTo>
                  <a:cubicBezTo>
                    <a:pt x="10374" y="1132"/>
                    <a:pt x="10955" y="1424"/>
                    <a:pt x="11278" y="2009"/>
                  </a:cubicBezTo>
                  <a:lnTo>
                    <a:pt x="18111" y="14313"/>
                  </a:lnTo>
                  <a:cubicBezTo>
                    <a:pt x="18404" y="14838"/>
                    <a:pt x="18395" y="15481"/>
                    <a:pt x="18087" y="15998"/>
                  </a:cubicBezTo>
                  <a:cubicBezTo>
                    <a:pt x="17786" y="16518"/>
                    <a:pt x="17232" y="16834"/>
                    <a:pt x="16634" y="16834"/>
                  </a:cubicBezTo>
                  <a:cubicBezTo>
                    <a:pt x="16631" y="16834"/>
                    <a:pt x="16628" y="16834"/>
                    <a:pt x="16625" y="16834"/>
                  </a:cubicBezTo>
                  <a:lnTo>
                    <a:pt x="2962" y="16834"/>
                  </a:lnTo>
                  <a:cubicBezTo>
                    <a:pt x="1667" y="16834"/>
                    <a:pt x="849" y="15445"/>
                    <a:pt x="1474" y="14313"/>
                  </a:cubicBezTo>
                  <a:lnTo>
                    <a:pt x="8307" y="2009"/>
                  </a:lnTo>
                  <a:cubicBezTo>
                    <a:pt x="8630" y="1424"/>
                    <a:pt x="9211" y="1132"/>
                    <a:pt x="9792" y="1132"/>
                  </a:cubicBezTo>
                  <a:close/>
                  <a:moveTo>
                    <a:pt x="9792" y="1"/>
                  </a:moveTo>
                  <a:cubicBezTo>
                    <a:pt x="8763" y="1"/>
                    <a:pt x="7815" y="559"/>
                    <a:pt x="7317" y="1462"/>
                  </a:cubicBezTo>
                  <a:lnTo>
                    <a:pt x="483" y="13766"/>
                  </a:lnTo>
                  <a:cubicBezTo>
                    <a:pt x="0" y="14642"/>
                    <a:pt x="15" y="15711"/>
                    <a:pt x="523" y="16574"/>
                  </a:cubicBezTo>
                  <a:cubicBezTo>
                    <a:pt x="1033" y="17435"/>
                    <a:pt x="1960" y="17966"/>
                    <a:pt x="2962" y="17966"/>
                  </a:cubicBezTo>
                  <a:lnTo>
                    <a:pt x="16625" y="17966"/>
                  </a:lnTo>
                  <a:cubicBezTo>
                    <a:pt x="17625" y="17966"/>
                    <a:pt x="18555" y="17435"/>
                    <a:pt x="19062" y="16574"/>
                  </a:cubicBezTo>
                  <a:cubicBezTo>
                    <a:pt x="19572" y="15711"/>
                    <a:pt x="19585" y="14642"/>
                    <a:pt x="19101" y="13766"/>
                  </a:cubicBezTo>
                  <a:lnTo>
                    <a:pt x="12271" y="1462"/>
                  </a:lnTo>
                  <a:cubicBezTo>
                    <a:pt x="11770" y="559"/>
                    <a:pt x="10822" y="1"/>
                    <a:pt x="97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117" name="Google Shape;14117;p81"/>
            <p:cNvSpPr/>
            <p:nvPr/>
          </p:nvSpPr>
          <p:spPr>
            <a:xfrm>
              <a:off x="6438550" y="4723875"/>
              <a:ext cx="88350" cy="84950"/>
            </a:xfrm>
            <a:custGeom>
              <a:avLst/>
              <a:gdLst/>
              <a:ahLst/>
              <a:cxnLst/>
              <a:rect l="l" t="t" r="r" b="b"/>
              <a:pathLst>
                <a:path w="3534" h="3398" extrusionOk="0">
                  <a:moveTo>
                    <a:pt x="1830" y="1132"/>
                  </a:moveTo>
                  <a:cubicBezTo>
                    <a:pt x="2122" y="1132"/>
                    <a:pt x="2401" y="1358"/>
                    <a:pt x="2401" y="1701"/>
                  </a:cubicBezTo>
                  <a:cubicBezTo>
                    <a:pt x="2401" y="2012"/>
                    <a:pt x="2147" y="2266"/>
                    <a:pt x="1833" y="2266"/>
                  </a:cubicBezTo>
                  <a:cubicBezTo>
                    <a:pt x="1329" y="2266"/>
                    <a:pt x="1076" y="1656"/>
                    <a:pt x="1432" y="1299"/>
                  </a:cubicBezTo>
                  <a:cubicBezTo>
                    <a:pt x="1548" y="1184"/>
                    <a:pt x="1691" y="1132"/>
                    <a:pt x="1830" y="1132"/>
                  </a:cubicBezTo>
                  <a:close/>
                  <a:moveTo>
                    <a:pt x="1833" y="1"/>
                  </a:moveTo>
                  <a:cubicBezTo>
                    <a:pt x="1145" y="1"/>
                    <a:pt x="526" y="415"/>
                    <a:pt x="263" y="1049"/>
                  </a:cubicBezTo>
                  <a:cubicBezTo>
                    <a:pt x="1" y="1683"/>
                    <a:pt x="146" y="2414"/>
                    <a:pt x="632" y="2900"/>
                  </a:cubicBezTo>
                  <a:cubicBezTo>
                    <a:pt x="957" y="3225"/>
                    <a:pt x="1391" y="3397"/>
                    <a:pt x="1833" y="3397"/>
                  </a:cubicBezTo>
                  <a:cubicBezTo>
                    <a:pt x="2052" y="3397"/>
                    <a:pt x="2273" y="3355"/>
                    <a:pt x="2483" y="3268"/>
                  </a:cubicBezTo>
                  <a:cubicBezTo>
                    <a:pt x="3117" y="3005"/>
                    <a:pt x="3533" y="2386"/>
                    <a:pt x="3533" y="1701"/>
                  </a:cubicBezTo>
                  <a:cubicBezTo>
                    <a:pt x="3530" y="762"/>
                    <a:pt x="2772" y="1"/>
                    <a:pt x="18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118" name="Google Shape;14118;p81"/>
            <p:cNvSpPr/>
            <p:nvPr/>
          </p:nvSpPr>
          <p:spPr>
            <a:xfrm>
              <a:off x="6441950" y="4497425"/>
              <a:ext cx="84950" cy="198250"/>
            </a:xfrm>
            <a:custGeom>
              <a:avLst/>
              <a:gdLst/>
              <a:ahLst/>
              <a:cxnLst/>
              <a:rect l="l" t="t" r="r" b="b"/>
              <a:pathLst>
                <a:path w="3398" h="7930" extrusionOk="0">
                  <a:moveTo>
                    <a:pt x="1697" y="1133"/>
                  </a:moveTo>
                  <a:cubicBezTo>
                    <a:pt x="2011" y="1133"/>
                    <a:pt x="2265" y="1387"/>
                    <a:pt x="2265" y="1701"/>
                  </a:cubicBezTo>
                  <a:lnTo>
                    <a:pt x="2265" y="6230"/>
                  </a:lnTo>
                  <a:cubicBezTo>
                    <a:pt x="2265" y="6544"/>
                    <a:pt x="2011" y="6797"/>
                    <a:pt x="1697" y="6797"/>
                  </a:cubicBezTo>
                  <a:cubicBezTo>
                    <a:pt x="1383" y="6797"/>
                    <a:pt x="1133" y="6544"/>
                    <a:pt x="1133" y="6230"/>
                  </a:cubicBezTo>
                  <a:lnTo>
                    <a:pt x="1133" y="1701"/>
                  </a:lnTo>
                  <a:cubicBezTo>
                    <a:pt x="1133" y="1387"/>
                    <a:pt x="1383" y="1133"/>
                    <a:pt x="1697" y="1133"/>
                  </a:cubicBezTo>
                  <a:close/>
                  <a:moveTo>
                    <a:pt x="1697" y="1"/>
                  </a:moveTo>
                  <a:cubicBezTo>
                    <a:pt x="758" y="1"/>
                    <a:pt x="1" y="762"/>
                    <a:pt x="1" y="1701"/>
                  </a:cubicBezTo>
                  <a:lnTo>
                    <a:pt x="1" y="6233"/>
                  </a:lnTo>
                  <a:cubicBezTo>
                    <a:pt x="1" y="7169"/>
                    <a:pt x="758" y="7930"/>
                    <a:pt x="1697" y="7930"/>
                  </a:cubicBezTo>
                  <a:cubicBezTo>
                    <a:pt x="2636" y="7930"/>
                    <a:pt x="3397" y="7169"/>
                    <a:pt x="3397" y="6233"/>
                  </a:cubicBezTo>
                  <a:lnTo>
                    <a:pt x="3397" y="1701"/>
                  </a:lnTo>
                  <a:cubicBezTo>
                    <a:pt x="3397" y="762"/>
                    <a:pt x="2636" y="1"/>
                    <a:pt x="16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4119" name="Google Shape;14119;p81"/>
          <p:cNvGrpSpPr/>
          <p:nvPr/>
        </p:nvGrpSpPr>
        <p:grpSpPr>
          <a:xfrm>
            <a:off x="2049419" y="3976879"/>
            <a:ext cx="308234" cy="308234"/>
            <a:chOff x="892750" y="4993750"/>
            <a:chExt cx="483125" cy="483125"/>
          </a:xfrm>
        </p:grpSpPr>
        <p:sp>
          <p:nvSpPr>
            <p:cNvPr id="14120" name="Google Shape;14120;p81"/>
            <p:cNvSpPr/>
            <p:nvPr/>
          </p:nvSpPr>
          <p:spPr>
            <a:xfrm>
              <a:off x="892750" y="4993750"/>
              <a:ext cx="483125" cy="483125"/>
            </a:xfrm>
            <a:custGeom>
              <a:avLst/>
              <a:gdLst/>
              <a:ahLst/>
              <a:cxnLst/>
              <a:rect l="l" t="t" r="r" b="b"/>
              <a:pathLst>
                <a:path w="19325" h="19325" extrusionOk="0">
                  <a:moveTo>
                    <a:pt x="9662" y="1133"/>
                  </a:moveTo>
                  <a:cubicBezTo>
                    <a:pt x="11824" y="1133"/>
                    <a:pt x="13983" y="1975"/>
                    <a:pt x="15668" y="3657"/>
                  </a:cubicBezTo>
                  <a:cubicBezTo>
                    <a:pt x="19035" y="7027"/>
                    <a:pt x="19035" y="12302"/>
                    <a:pt x="15668" y="15668"/>
                  </a:cubicBezTo>
                  <a:cubicBezTo>
                    <a:pt x="13985" y="17352"/>
                    <a:pt x="11823" y="18193"/>
                    <a:pt x="9662" y="18193"/>
                  </a:cubicBezTo>
                  <a:cubicBezTo>
                    <a:pt x="7501" y="18193"/>
                    <a:pt x="5340" y="17352"/>
                    <a:pt x="3657" y="15668"/>
                  </a:cubicBezTo>
                  <a:cubicBezTo>
                    <a:pt x="290" y="12302"/>
                    <a:pt x="290" y="7024"/>
                    <a:pt x="3657" y="3657"/>
                  </a:cubicBezTo>
                  <a:cubicBezTo>
                    <a:pt x="5341" y="1975"/>
                    <a:pt x="7500" y="1133"/>
                    <a:pt x="9662" y="1133"/>
                  </a:cubicBezTo>
                  <a:close/>
                  <a:moveTo>
                    <a:pt x="9662" y="1"/>
                  </a:moveTo>
                  <a:cubicBezTo>
                    <a:pt x="7117" y="1"/>
                    <a:pt x="4698" y="1015"/>
                    <a:pt x="2856" y="2857"/>
                  </a:cubicBezTo>
                  <a:cubicBezTo>
                    <a:pt x="1015" y="4699"/>
                    <a:pt x="0" y="7117"/>
                    <a:pt x="0" y="9663"/>
                  </a:cubicBezTo>
                  <a:cubicBezTo>
                    <a:pt x="0" y="12208"/>
                    <a:pt x="1015" y="14627"/>
                    <a:pt x="2856" y="16469"/>
                  </a:cubicBezTo>
                  <a:cubicBezTo>
                    <a:pt x="4698" y="18310"/>
                    <a:pt x="7117" y="19325"/>
                    <a:pt x="9662" y="19325"/>
                  </a:cubicBezTo>
                  <a:cubicBezTo>
                    <a:pt x="12208" y="19325"/>
                    <a:pt x="14626" y="18310"/>
                    <a:pt x="16468" y="16469"/>
                  </a:cubicBezTo>
                  <a:cubicBezTo>
                    <a:pt x="18310" y="14627"/>
                    <a:pt x="19324" y="12208"/>
                    <a:pt x="19324" y="9663"/>
                  </a:cubicBezTo>
                  <a:cubicBezTo>
                    <a:pt x="19324" y="7117"/>
                    <a:pt x="18310" y="4699"/>
                    <a:pt x="16468" y="2857"/>
                  </a:cubicBezTo>
                  <a:cubicBezTo>
                    <a:pt x="14626" y="1015"/>
                    <a:pt x="12208" y="1"/>
                    <a:pt x="9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121" name="Google Shape;14121;p81"/>
            <p:cNvSpPr/>
            <p:nvPr/>
          </p:nvSpPr>
          <p:spPr>
            <a:xfrm>
              <a:off x="1021000" y="5052250"/>
              <a:ext cx="230775" cy="253450"/>
            </a:xfrm>
            <a:custGeom>
              <a:avLst/>
              <a:gdLst/>
              <a:ahLst/>
              <a:cxnLst/>
              <a:rect l="l" t="t" r="r" b="b"/>
              <a:pathLst>
                <a:path w="9231" h="10138" extrusionOk="0">
                  <a:moveTo>
                    <a:pt x="4532" y="1133"/>
                  </a:moveTo>
                  <a:cubicBezTo>
                    <a:pt x="5450" y="1133"/>
                    <a:pt x="6326" y="1483"/>
                    <a:pt x="6936" y="2090"/>
                  </a:cubicBezTo>
                  <a:cubicBezTo>
                    <a:pt x="8261" y="3419"/>
                    <a:pt x="8261" y="5568"/>
                    <a:pt x="6936" y="6894"/>
                  </a:cubicBezTo>
                  <a:lnTo>
                    <a:pt x="6933" y="6894"/>
                  </a:lnTo>
                  <a:cubicBezTo>
                    <a:pt x="6688" y="7142"/>
                    <a:pt x="6404" y="7347"/>
                    <a:pt x="6096" y="7510"/>
                  </a:cubicBezTo>
                  <a:cubicBezTo>
                    <a:pt x="5595" y="7767"/>
                    <a:pt x="5275" y="8135"/>
                    <a:pt x="5154" y="8600"/>
                  </a:cubicBezTo>
                  <a:cubicBezTo>
                    <a:pt x="5079" y="8842"/>
                    <a:pt x="4856" y="9000"/>
                    <a:pt x="4614" y="9000"/>
                  </a:cubicBezTo>
                  <a:cubicBezTo>
                    <a:pt x="4566" y="9000"/>
                    <a:pt x="4517" y="8993"/>
                    <a:pt x="4469" y="8980"/>
                  </a:cubicBezTo>
                  <a:cubicBezTo>
                    <a:pt x="4176" y="8905"/>
                    <a:pt x="3995" y="8612"/>
                    <a:pt x="4058" y="8316"/>
                  </a:cubicBezTo>
                  <a:cubicBezTo>
                    <a:pt x="4254" y="7534"/>
                    <a:pt x="4765" y="6924"/>
                    <a:pt x="5574" y="6504"/>
                  </a:cubicBezTo>
                  <a:cubicBezTo>
                    <a:pt x="6936" y="5801"/>
                    <a:pt x="7220" y="3974"/>
                    <a:pt x="6136" y="2890"/>
                  </a:cubicBezTo>
                  <a:cubicBezTo>
                    <a:pt x="5690" y="2458"/>
                    <a:pt x="5113" y="2243"/>
                    <a:pt x="4535" y="2243"/>
                  </a:cubicBezTo>
                  <a:cubicBezTo>
                    <a:pt x="3958" y="2243"/>
                    <a:pt x="3380" y="2458"/>
                    <a:pt x="2935" y="2890"/>
                  </a:cubicBezTo>
                  <a:cubicBezTo>
                    <a:pt x="2506" y="3313"/>
                    <a:pt x="2268" y="3890"/>
                    <a:pt x="2268" y="4494"/>
                  </a:cubicBezTo>
                  <a:cubicBezTo>
                    <a:pt x="2268" y="4805"/>
                    <a:pt x="2014" y="5058"/>
                    <a:pt x="1703" y="5058"/>
                  </a:cubicBezTo>
                  <a:cubicBezTo>
                    <a:pt x="1389" y="5058"/>
                    <a:pt x="1135" y="4805"/>
                    <a:pt x="1135" y="4494"/>
                  </a:cubicBezTo>
                  <a:cubicBezTo>
                    <a:pt x="1132" y="3591"/>
                    <a:pt x="1492" y="2724"/>
                    <a:pt x="2132" y="2090"/>
                  </a:cubicBezTo>
                  <a:cubicBezTo>
                    <a:pt x="2739" y="1483"/>
                    <a:pt x="3614" y="1133"/>
                    <a:pt x="4532" y="1133"/>
                  </a:cubicBezTo>
                  <a:close/>
                  <a:moveTo>
                    <a:pt x="4532" y="1"/>
                  </a:moveTo>
                  <a:cubicBezTo>
                    <a:pt x="3315" y="1"/>
                    <a:pt x="2150" y="469"/>
                    <a:pt x="1332" y="1290"/>
                  </a:cubicBezTo>
                  <a:cubicBezTo>
                    <a:pt x="477" y="2135"/>
                    <a:pt x="0" y="3289"/>
                    <a:pt x="3" y="4494"/>
                  </a:cubicBezTo>
                  <a:cubicBezTo>
                    <a:pt x="3" y="5430"/>
                    <a:pt x="764" y="6190"/>
                    <a:pt x="1703" y="6190"/>
                  </a:cubicBezTo>
                  <a:cubicBezTo>
                    <a:pt x="2639" y="6190"/>
                    <a:pt x="3400" y="5430"/>
                    <a:pt x="3400" y="4494"/>
                  </a:cubicBezTo>
                  <a:cubicBezTo>
                    <a:pt x="3400" y="3830"/>
                    <a:pt x="3944" y="3358"/>
                    <a:pt x="4535" y="3358"/>
                  </a:cubicBezTo>
                  <a:cubicBezTo>
                    <a:pt x="4731" y="3358"/>
                    <a:pt x="4933" y="3410"/>
                    <a:pt x="5121" y="3524"/>
                  </a:cubicBezTo>
                  <a:cubicBezTo>
                    <a:pt x="5876" y="3986"/>
                    <a:pt x="5837" y="5094"/>
                    <a:pt x="5052" y="5499"/>
                  </a:cubicBezTo>
                  <a:cubicBezTo>
                    <a:pt x="3959" y="6064"/>
                    <a:pt x="3234" y="6945"/>
                    <a:pt x="2959" y="8041"/>
                  </a:cubicBezTo>
                  <a:cubicBezTo>
                    <a:pt x="2742" y="8941"/>
                    <a:pt x="3288" y="9850"/>
                    <a:pt x="4185" y="10083"/>
                  </a:cubicBezTo>
                  <a:cubicBezTo>
                    <a:pt x="4327" y="10119"/>
                    <a:pt x="4470" y="10137"/>
                    <a:pt x="4611" y="10137"/>
                  </a:cubicBezTo>
                  <a:cubicBezTo>
                    <a:pt x="5356" y="10137"/>
                    <a:pt x="6039" y="9642"/>
                    <a:pt x="6247" y="8893"/>
                  </a:cubicBezTo>
                  <a:cubicBezTo>
                    <a:pt x="6262" y="8832"/>
                    <a:pt x="6305" y="8675"/>
                    <a:pt x="6616" y="8515"/>
                  </a:cubicBezTo>
                  <a:cubicBezTo>
                    <a:pt x="7899" y="7851"/>
                    <a:pt x="8787" y="6613"/>
                    <a:pt x="9007" y="5188"/>
                  </a:cubicBezTo>
                  <a:cubicBezTo>
                    <a:pt x="9230" y="3760"/>
                    <a:pt x="8756" y="2313"/>
                    <a:pt x="7736" y="1290"/>
                  </a:cubicBezTo>
                  <a:cubicBezTo>
                    <a:pt x="6918" y="472"/>
                    <a:pt x="5749" y="1"/>
                    <a:pt x="45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122" name="Google Shape;14122;p81"/>
            <p:cNvSpPr/>
            <p:nvPr/>
          </p:nvSpPr>
          <p:spPr>
            <a:xfrm>
              <a:off x="1088475" y="5334425"/>
              <a:ext cx="88350" cy="84925"/>
            </a:xfrm>
            <a:custGeom>
              <a:avLst/>
              <a:gdLst/>
              <a:ahLst/>
              <a:cxnLst/>
              <a:rect l="l" t="t" r="r" b="b"/>
              <a:pathLst>
                <a:path w="3534" h="3397" extrusionOk="0">
                  <a:moveTo>
                    <a:pt x="1829" y="1129"/>
                  </a:moveTo>
                  <a:cubicBezTo>
                    <a:pt x="2121" y="1129"/>
                    <a:pt x="2401" y="1356"/>
                    <a:pt x="2401" y="1697"/>
                  </a:cubicBezTo>
                  <a:cubicBezTo>
                    <a:pt x="2401" y="2011"/>
                    <a:pt x="2147" y="2265"/>
                    <a:pt x="1833" y="2265"/>
                  </a:cubicBezTo>
                  <a:cubicBezTo>
                    <a:pt x="1329" y="2265"/>
                    <a:pt x="1075" y="1655"/>
                    <a:pt x="1432" y="1296"/>
                  </a:cubicBezTo>
                  <a:cubicBezTo>
                    <a:pt x="1548" y="1181"/>
                    <a:pt x="1690" y="1129"/>
                    <a:pt x="1829" y="1129"/>
                  </a:cubicBezTo>
                  <a:close/>
                  <a:moveTo>
                    <a:pt x="1833" y="0"/>
                  </a:moveTo>
                  <a:cubicBezTo>
                    <a:pt x="1145" y="0"/>
                    <a:pt x="526" y="414"/>
                    <a:pt x="263" y="1048"/>
                  </a:cubicBezTo>
                  <a:cubicBezTo>
                    <a:pt x="0" y="1682"/>
                    <a:pt x="145" y="2413"/>
                    <a:pt x="631" y="2899"/>
                  </a:cubicBezTo>
                  <a:cubicBezTo>
                    <a:pt x="957" y="3224"/>
                    <a:pt x="1391" y="3397"/>
                    <a:pt x="1833" y="3397"/>
                  </a:cubicBezTo>
                  <a:cubicBezTo>
                    <a:pt x="2052" y="3397"/>
                    <a:pt x="2272" y="3354"/>
                    <a:pt x="2482" y="3267"/>
                  </a:cubicBezTo>
                  <a:cubicBezTo>
                    <a:pt x="3116" y="3005"/>
                    <a:pt x="3533" y="2386"/>
                    <a:pt x="3533" y="1697"/>
                  </a:cubicBezTo>
                  <a:cubicBezTo>
                    <a:pt x="3530" y="758"/>
                    <a:pt x="2772" y="0"/>
                    <a:pt x="18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4123" name="Google Shape;14123;p81"/>
          <p:cNvGrpSpPr/>
          <p:nvPr/>
        </p:nvGrpSpPr>
        <p:grpSpPr>
          <a:xfrm>
            <a:off x="853427" y="3984006"/>
            <a:ext cx="293982" cy="293982"/>
            <a:chOff x="2676100" y="4993750"/>
            <a:chExt cx="483125" cy="483125"/>
          </a:xfrm>
        </p:grpSpPr>
        <p:sp>
          <p:nvSpPr>
            <p:cNvPr id="14124" name="Google Shape;14124;p81"/>
            <p:cNvSpPr/>
            <p:nvPr/>
          </p:nvSpPr>
          <p:spPr>
            <a:xfrm>
              <a:off x="2676100" y="4993750"/>
              <a:ext cx="483125" cy="483125"/>
            </a:xfrm>
            <a:custGeom>
              <a:avLst/>
              <a:gdLst/>
              <a:ahLst/>
              <a:cxnLst/>
              <a:rect l="l" t="t" r="r" b="b"/>
              <a:pathLst>
                <a:path w="19325" h="19325" extrusionOk="0">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0" y="761"/>
                    <a:pt x="0" y="1700"/>
                  </a:cubicBezTo>
                  <a:lnTo>
                    <a:pt x="0" y="17628"/>
                  </a:lnTo>
                  <a:cubicBezTo>
                    <a:pt x="0"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125" name="Google Shape;14125;p81"/>
            <p:cNvSpPr/>
            <p:nvPr/>
          </p:nvSpPr>
          <p:spPr>
            <a:xfrm>
              <a:off x="2776125" y="5051350"/>
              <a:ext cx="141550" cy="367950"/>
            </a:xfrm>
            <a:custGeom>
              <a:avLst/>
              <a:gdLst/>
              <a:ahLst/>
              <a:cxnLst/>
              <a:rect l="l" t="t" r="r" b="b"/>
              <a:pathLst>
                <a:path w="5662" h="14718" extrusionOk="0">
                  <a:moveTo>
                    <a:pt x="4529" y="4530"/>
                  </a:moveTo>
                  <a:lnTo>
                    <a:pt x="4529" y="5094"/>
                  </a:lnTo>
                  <a:cubicBezTo>
                    <a:pt x="4529" y="5408"/>
                    <a:pt x="4276" y="5662"/>
                    <a:pt x="3965" y="5662"/>
                  </a:cubicBezTo>
                  <a:cubicBezTo>
                    <a:pt x="3651" y="5662"/>
                    <a:pt x="3397" y="5912"/>
                    <a:pt x="3397" y="6226"/>
                  </a:cubicBezTo>
                  <a:lnTo>
                    <a:pt x="3397" y="13020"/>
                  </a:lnTo>
                  <a:cubicBezTo>
                    <a:pt x="3397" y="13334"/>
                    <a:pt x="3143" y="13585"/>
                    <a:pt x="2832" y="13585"/>
                  </a:cubicBezTo>
                  <a:cubicBezTo>
                    <a:pt x="2518" y="13585"/>
                    <a:pt x="2265" y="13334"/>
                    <a:pt x="2265" y="13020"/>
                  </a:cubicBezTo>
                  <a:lnTo>
                    <a:pt x="2265" y="6226"/>
                  </a:lnTo>
                  <a:cubicBezTo>
                    <a:pt x="2265" y="5912"/>
                    <a:pt x="2011" y="5662"/>
                    <a:pt x="1700" y="5662"/>
                  </a:cubicBezTo>
                  <a:cubicBezTo>
                    <a:pt x="1386" y="5662"/>
                    <a:pt x="1132" y="5408"/>
                    <a:pt x="1132" y="5094"/>
                  </a:cubicBezTo>
                  <a:lnTo>
                    <a:pt x="1132" y="4530"/>
                  </a:lnTo>
                  <a:close/>
                  <a:moveTo>
                    <a:pt x="568" y="0"/>
                  </a:moveTo>
                  <a:cubicBezTo>
                    <a:pt x="254" y="0"/>
                    <a:pt x="0" y="251"/>
                    <a:pt x="0" y="565"/>
                  </a:cubicBezTo>
                  <a:lnTo>
                    <a:pt x="0" y="5094"/>
                  </a:lnTo>
                  <a:cubicBezTo>
                    <a:pt x="0" y="5813"/>
                    <a:pt x="453" y="6456"/>
                    <a:pt x="1132" y="6694"/>
                  </a:cubicBezTo>
                  <a:lnTo>
                    <a:pt x="1132" y="13020"/>
                  </a:lnTo>
                  <a:cubicBezTo>
                    <a:pt x="1132" y="13959"/>
                    <a:pt x="1893" y="14717"/>
                    <a:pt x="2832" y="14717"/>
                  </a:cubicBezTo>
                  <a:cubicBezTo>
                    <a:pt x="3768" y="14717"/>
                    <a:pt x="4529" y="13959"/>
                    <a:pt x="4529" y="13020"/>
                  </a:cubicBezTo>
                  <a:lnTo>
                    <a:pt x="4529" y="6694"/>
                  </a:lnTo>
                  <a:cubicBezTo>
                    <a:pt x="5209" y="6456"/>
                    <a:pt x="5662" y="5813"/>
                    <a:pt x="5662" y="5094"/>
                  </a:cubicBezTo>
                  <a:lnTo>
                    <a:pt x="5662" y="565"/>
                  </a:lnTo>
                  <a:cubicBezTo>
                    <a:pt x="5662" y="251"/>
                    <a:pt x="5408" y="0"/>
                    <a:pt x="5097" y="0"/>
                  </a:cubicBezTo>
                  <a:cubicBezTo>
                    <a:pt x="4783" y="0"/>
                    <a:pt x="4529" y="251"/>
                    <a:pt x="4529" y="565"/>
                  </a:cubicBezTo>
                  <a:lnTo>
                    <a:pt x="4529" y="3397"/>
                  </a:lnTo>
                  <a:lnTo>
                    <a:pt x="3397" y="3397"/>
                  </a:lnTo>
                  <a:lnTo>
                    <a:pt x="3397" y="565"/>
                  </a:lnTo>
                  <a:cubicBezTo>
                    <a:pt x="3397" y="251"/>
                    <a:pt x="3143" y="0"/>
                    <a:pt x="2832" y="0"/>
                  </a:cubicBezTo>
                  <a:cubicBezTo>
                    <a:pt x="2518" y="0"/>
                    <a:pt x="2265" y="251"/>
                    <a:pt x="2265" y="565"/>
                  </a:cubicBezTo>
                  <a:lnTo>
                    <a:pt x="2265" y="3397"/>
                  </a:lnTo>
                  <a:lnTo>
                    <a:pt x="1132" y="3397"/>
                  </a:lnTo>
                  <a:lnTo>
                    <a:pt x="1132" y="565"/>
                  </a:lnTo>
                  <a:cubicBezTo>
                    <a:pt x="1132" y="251"/>
                    <a:pt x="879" y="0"/>
                    <a:pt x="5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126" name="Google Shape;14126;p81"/>
            <p:cNvSpPr/>
            <p:nvPr/>
          </p:nvSpPr>
          <p:spPr>
            <a:xfrm>
              <a:off x="2945950" y="5051350"/>
              <a:ext cx="113275" cy="367950"/>
            </a:xfrm>
            <a:custGeom>
              <a:avLst/>
              <a:gdLst/>
              <a:ahLst/>
              <a:cxnLst/>
              <a:rect l="l" t="t" r="r" b="b"/>
              <a:pathLst>
                <a:path w="4531" h="14718" extrusionOk="0">
                  <a:moveTo>
                    <a:pt x="3398" y="1187"/>
                  </a:moveTo>
                  <a:lnTo>
                    <a:pt x="3398" y="13020"/>
                  </a:lnTo>
                  <a:cubicBezTo>
                    <a:pt x="3398" y="13334"/>
                    <a:pt x="3144" y="13585"/>
                    <a:pt x="2833" y="13585"/>
                  </a:cubicBezTo>
                  <a:cubicBezTo>
                    <a:pt x="2519" y="13585"/>
                    <a:pt x="2266" y="13334"/>
                    <a:pt x="2266" y="13020"/>
                  </a:cubicBezTo>
                  <a:lnTo>
                    <a:pt x="2266" y="8491"/>
                  </a:lnTo>
                  <a:cubicBezTo>
                    <a:pt x="2266" y="8177"/>
                    <a:pt x="2012" y="7926"/>
                    <a:pt x="1701" y="7926"/>
                  </a:cubicBezTo>
                  <a:lnTo>
                    <a:pt x="1133" y="7926"/>
                  </a:lnTo>
                  <a:lnTo>
                    <a:pt x="1133" y="3962"/>
                  </a:lnTo>
                  <a:cubicBezTo>
                    <a:pt x="1136" y="2618"/>
                    <a:pt x="2081" y="1459"/>
                    <a:pt x="3398" y="1187"/>
                  </a:cubicBezTo>
                  <a:close/>
                  <a:moveTo>
                    <a:pt x="3965" y="0"/>
                  </a:moveTo>
                  <a:cubicBezTo>
                    <a:pt x="1776" y="0"/>
                    <a:pt x="4" y="1773"/>
                    <a:pt x="1" y="3962"/>
                  </a:cubicBezTo>
                  <a:lnTo>
                    <a:pt x="1" y="8491"/>
                  </a:lnTo>
                  <a:cubicBezTo>
                    <a:pt x="1" y="8805"/>
                    <a:pt x="255" y="9059"/>
                    <a:pt x="569" y="9059"/>
                  </a:cubicBezTo>
                  <a:lnTo>
                    <a:pt x="1133" y="9059"/>
                  </a:lnTo>
                  <a:lnTo>
                    <a:pt x="1133" y="13020"/>
                  </a:lnTo>
                  <a:cubicBezTo>
                    <a:pt x="1133" y="13959"/>
                    <a:pt x="1894" y="14717"/>
                    <a:pt x="2833" y="14717"/>
                  </a:cubicBezTo>
                  <a:cubicBezTo>
                    <a:pt x="3769" y="14717"/>
                    <a:pt x="4530" y="13959"/>
                    <a:pt x="4530" y="13020"/>
                  </a:cubicBezTo>
                  <a:lnTo>
                    <a:pt x="4530" y="565"/>
                  </a:lnTo>
                  <a:cubicBezTo>
                    <a:pt x="4530" y="251"/>
                    <a:pt x="4276" y="0"/>
                    <a:pt x="39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4127" name="Google Shape;14127;p81"/>
          <p:cNvGrpSpPr/>
          <p:nvPr/>
        </p:nvGrpSpPr>
        <p:grpSpPr>
          <a:xfrm>
            <a:off x="3287244" y="3976879"/>
            <a:ext cx="308234" cy="308234"/>
            <a:chOff x="3270550" y="4993750"/>
            <a:chExt cx="483125" cy="483125"/>
          </a:xfrm>
        </p:grpSpPr>
        <p:sp>
          <p:nvSpPr>
            <p:cNvPr id="14128" name="Google Shape;14128;p81"/>
            <p:cNvSpPr/>
            <p:nvPr/>
          </p:nvSpPr>
          <p:spPr>
            <a:xfrm>
              <a:off x="3270550" y="4993750"/>
              <a:ext cx="483125" cy="483125"/>
            </a:xfrm>
            <a:custGeom>
              <a:avLst/>
              <a:gdLst/>
              <a:ahLst/>
              <a:cxnLst/>
              <a:rect l="l" t="t" r="r" b="b"/>
              <a:pathLst>
                <a:path w="19325" h="19325" extrusionOk="0">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1" y="761"/>
                    <a:pt x="1" y="1700"/>
                  </a:cubicBezTo>
                  <a:lnTo>
                    <a:pt x="1" y="17628"/>
                  </a:lnTo>
                  <a:cubicBezTo>
                    <a:pt x="1"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129" name="Google Shape;14129;p81"/>
            <p:cNvSpPr/>
            <p:nvPr/>
          </p:nvSpPr>
          <p:spPr>
            <a:xfrm>
              <a:off x="3469675" y="5079600"/>
              <a:ext cx="88275" cy="85000"/>
            </a:xfrm>
            <a:custGeom>
              <a:avLst/>
              <a:gdLst/>
              <a:ahLst/>
              <a:cxnLst/>
              <a:rect l="l" t="t" r="r" b="b"/>
              <a:pathLst>
                <a:path w="3531" h="3400" extrusionOk="0">
                  <a:moveTo>
                    <a:pt x="1698" y="1135"/>
                  </a:moveTo>
                  <a:cubicBezTo>
                    <a:pt x="2202" y="1135"/>
                    <a:pt x="2456" y="1742"/>
                    <a:pt x="2099" y="2101"/>
                  </a:cubicBezTo>
                  <a:cubicBezTo>
                    <a:pt x="1983" y="2216"/>
                    <a:pt x="1842" y="2268"/>
                    <a:pt x="1703" y="2268"/>
                  </a:cubicBezTo>
                  <a:cubicBezTo>
                    <a:pt x="1411" y="2268"/>
                    <a:pt x="1133" y="2041"/>
                    <a:pt x="1133" y="1700"/>
                  </a:cubicBezTo>
                  <a:cubicBezTo>
                    <a:pt x="1133" y="1386"/>
                    <a:pt x="1384" y="1135"/>
                    <a:pt x="1698" y="1135"/>
                  </a:cubicBezTo>
                  <a:close/>
                  <a:moveTo>
                    <a:pt x="1698" y="0"/>
                  </a:moveTo>
                  <a:cubicBezTo>
                    <a:pt x="1479" y="0"/>
                    <a:pt x="1259" y="42"/>
                    <a:pt x="1049" y="129"/>
                  </a:cubicBezTo>
                  <a:cubicBezTo>
                    <a:pt x="415" y="392"/>
                    <a:pt x="1" y="1011"/>
                    <a:pt x="1" y="1700"/>
                  </a:cubicBezTo>
                  <a:cubicBezTo>
                    <a:pt x="1" y="2639"/>
                    <a:pt x="759" y="3397"/>
                    <a:pt x="1698" y="3400"/>
                  </a:cubicBezTo>
                  <a:cubicBezTo>
                    <a:pt x="2386" y="3400"/>
                    <a:pt x="3005" y="2983"/>
                    <a:pt x="3268" y="2349"/>
                  </a:cubicBezTo>
                  <a:cubicBezTo>
                    <a:pt x="3531" y="1715"/>
                    <a:pt x="3386" y="984"/>
                    <a:pt x="2900" y="498"/>
                  </a:cubicBezTo>
                  <a:cubicBezTo>
                    <a:pt x="2574" y="173"/>
                    <a:pt x="2140" y="0"/>
                    <a:pt x="16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130" name="Google Shape;14130;p81"/>
            <p:cNvSpPr/>
            <p:nvPr/>
          </p:nvSpPr>
          <p:spPr>
            <a:xfrm>
              <a:off x="3441375" y="5192875"/>
              <a:ext cx="141475" cy="198175"/>
            </a:xfrm>
            <a:custGeom>
              <a:avLst/>
              <a:gdLst/>
              <a:ahLst/>
              <a:cxnLst/>
              <a:rect l="l" t="t" r="r" b="b"/>
              <a:pathLst>
                <a:path w="5659" h="7927" extrusionOk="0">
                  <a:moveTo>
                    <a:pt x="3397" y="1133"/>
                  </a:moveTo>
                  <a:lnTo>
                    <a:pt x="3397" y="6795"/>
                  </a:lnTo>
                  <a:lnTo>
                    <a:pt x="2265" y="6795"/>
                  </a:lnTo>
                  <a:lnTo>
                    <a:pt x="2265" y="1133"/>
                  </a:lnTo>
                  <a:close/>
                  <a:moveTo>
                    <a:pt x="565" y="1"/>
                  </a:moveTo>
                  <a:cubicBezTo>
                    <a:pt x="251" y="1"/>
                    <a:pt x="1" y="251"/>
                    <a:pt x="1" y="565"/>
                  </a:cubicBezTo>
                  <a:cubicBezTo>
                    <a:pt x="1" y="879"/>
                    <a:pt x="251" y="1133"/>
                    <a:pt x="565" y="1133"/>
                  </a:cubicBezTo>
                  <a:lnTo>
                    <a:pt x="1133" y="1133"/>
                  </a:lnTo>
                  <a:lnTo>
                    <a:pt x="1133" y="6795"/>
                  </a:lnTo>
                  <a:lnTo>
                    <a:pt x="565" y="6795"/>
                  </a:lnTo>
                  <a:cubicBezTo>
                    <a:pt x="251" y="6795"/>
                    <a:pt x="1" y="7045"/>
                    <a:pt x="1" y="7359"/>
                  </a:cubicBezTo>
                  <a:cubicBezTo>
                    <a:pt x="1" y="7673"/>
                    <a:pt x="251" y="7927"/>
                    <a:pt x="565" y="7927"/>
                  </a:cubicBezTo>
                  <a:lnTo>
                    <a:pt x="5094" y="7927"/>
                  </a:lnTo>
                  <a:cubicBezTo>
                    <a:pt x="5408" y="7927"/>
                    <a:pt x="5659" y="7673"/>
                    <a:pt x="5659" y="7359"/>
                  </a:cubicBezTo>
                  <a:cubicBezTo>
                    <a:pt x="5659" y="7045"/>
                    <a:pt x="5408" y="6795"/>
                    <a:pt x="5094" y="6795"/>
                  </a:cubicBezTo>
                  <a:lnTo>
                    <a:pt x="4530" y="6795"/>
                  </a:lnTo>
                  <a:lnTo>
                    <a:pt x="4530" y="565"/>
                  </a:lnTo>
                  <a:cubicBezTo>
                    <a:pt x="4530" y="251"/>
                    <a:pt x="4276" y="1"/>
                    <a:pt x="39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4131" name="Google Shape;14131;p81"/>
          <p:cNvGrpSpPr/>
          <p:nvPr/>
        </p:nvGrpSpPr>
        <p:grpSpPr>
          <a:xfrm>
            <a:off x="1271279" y="3983960"/>
            <a:ext cx="293997" cy="294073"/>
            <a:chOff x="4459450" y="4993700"/>
            <a:chExt cx="483150" cy="483275"/>
          </a:xfrm>
        </p:grpSpPr>
        <p:sp>
          <p:nvSpPr>
            <p:cNvPr id="14132" name="Google Shape;14132;p81"/>
            <p:cNvSpPr/>
            <p:nvPr/>
          </p:nvSpPr>
          <p:spPr>
            <a:xfrm>
              <a:off x="4459450" y="4993700"/>
              <a:ext cx="483150" cy="483275"/>
            </a:xfrm>
            <a:custGeom>
              <a:avLst/>
              <a:gdLst/>
              <a:ahLst/>
              <a:cxnLst/>
              <a:rect l="l" t="t" r="r" b="b"/>
              <a:pathLst>
                <a:path w="19326" h="19331" extrusionOk="0">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1" y="3366"/>
                  </a:moveTo>
                  <a:lnTo>
                    <a:pt x="13033" y="7445"/>
                  </a:lnTo>
                  <a:lnTo>
                    <a:pt x="9467" y="9230"/>
                  </a:lnTo>
                  <a:lnTo>
                    <a:pt x="1779" y="5208"/>
                  </a:lnTo>
                  <a:lnTo>
                    <a:pt x="5221"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8" y="17953"/>
                  </a:lnTo>
                  <a:lnTo>
                    <a:pt x="10028"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7"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2" y="53"/>
                    <a:pt x="9697" y="0"/>
                    <a:pt x="94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133" name="Google Shape;14133;p81"/>
            <p:cNvSpPr/>
            <p:nvPr/>
          </p:nvSpPr>
          <p:spPr>
            <a:xfrm>
              <a:off x="4530800" y="5235675"/>
              <a:ext cx="99650" cy="118650"/>
            </a:xfrm>
            <a:custGeom>
              <a:avLst/>
              <a:gdLst/>
              <a:ahLst/>
              <a:cxnLst/>
              <a:rect l="l" t="t" r="r" b="b"/>
              <a:pathLst>
                <a:path w="3986" h="4746" extrusionOk="0">
                  <a:moveTo>
                    <a:pt x="859" y="1"/>
                  </a:moveTo>
                  <a:cubicBezTo>
                    <a:pt x="757" y="1"/>
                    <a:pt x="654" y="28"/>
                    <a:pt x="562" y="85"/>
                  </a:cubicBezTo>
                  <a:cubicBezTo>
                    <a:pt x="296" y="251"/>
                    <a:pt x="215" y="596"/>
                    <a:pt x="378" y="861"/>
                  </a:cubicBezTo>
                  <a:lnTo>
                    <a:pt x="1136" y="2081"/>
                  </a:lnTo>
                  <a:lnTo>
                    <a:pt x="432" y="2374"/>
                  </a:lnTo>
                  <a:cubicBezTo>
                    <a:pt x="139" y="2492"/>
                    <a:pt x="0" y="2827"/>
                    <a:pt x="121" y="3117"/>
                  </a:cubicBezTo>
                  <a:cubicBezTo>
                    <a:pt x="211" y="3335"/>
                    <a:pt x="422" y="3466"/>
                    <a:pt x="644" y="3466"/>
                  </a:cubicBezTo>
                  <a:cubicBezTo>
                    <a:pt x="719" y="3466"/>
                    <a:pt x="796" y="3451"/>
                    <a:pt x="870" y="3419"/>
                  </a:cubicBezTo>
                  <a:lnTo>
                    <a:pt x="1742" y="3054"/>
                  </a:lnTo>
                  <a:lnTo>
                    <a:pt x="2627" y="4476"/>
                  </a:lnTo>
                  <a:cubicBezTo>
                    <a:pt x="2733" y="4650"/>
                    <a:pt x="2919" y="4746"/>
                    <a:pt x="3110" y="4746"/>
                  </a:cubicBezTo>
                  <a:cubicBezTo>
                    <a:pt x="3212" y="4746"/>
                    <a:pt x="3316" y="4718"/>
                    <a:pt x="3409" y="4660"/>
                  </a:cubicBezTo>
                  <a:cubicBezTo>
                    <a:pt x="3675" y="4494"/>
                    <a:pt x="3756" y="4144"/>
                    <a:pt x="3587" y="3878"/>
                  </a:cubicBezTo>
                  <a:lnTo>
                    <a:pt x="2802" y="2613"/>
                  </a:lnTo>
                  <a:lnTo>
                    <a:pt x="3560" y="2296"/>
                  </a:lnTo>
                  <a:cubicBezTo>
                    <a:pt x="3850" y="2175"/>
                    <a:pt x="3986" y="1843"/>
                    <a:pt x="3865" y="1556"/>
                  </a:cubicBezTo>
                  <a:cubicBezTo>
                    <a:pt x="3774" y="1338"/>
                    <a:pt x="3564" y="1207"/>
                    <a:pt x="3343" y="1207"/>
                  </a:cubicBezTo>
                  <a:cubicBezTo>
                    <a:pt x="3270" y="1207"/>
                    <a:pt x="3196" y="1221"/>
                    <a:pt x="3125" y="1251"/>
                  </a:cubicBezTo>
                  <a:lnTo>
                    <a:pt x="2195" y="1637"/>
                  </a:lnTo>
                  <a:lnTo>
                    <a:pt x="1338" y="264"/>
                  </a:lnTo>
                  <a:cubicBezTo>
                    <a:pt x="1230" y="93"/>
                    <a:pt x="1047" y="1"/>
                    <a:pt x="8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4134" name="Google Shape;14134;p81"/>
          <p:cNvGrpSpPr/>
          <p:nvPr/>
        </p:nvGrpSpPr>
        <p:grpSpPr>
          <a:xfrm>
            <a:off x="2462028" y="3976879"/>
            <a:ext cx="308234" cy="308234"/>
            <a:chOff x="1487200" y="4993750"/>
            <a:chExt cx="483125" cy="483125"/>
          </a:xfrm>
        </p:grpSpPr>
        <p:sp>
          <p:nvSpPr>
            <p:cNvPr id="14135" name="Google Shape;14135;p81"/>
            <p:cNvSpPr/>
            <p:nvPr/>
          </p:nvSpPr>
          <p:spPr>
            <a:xfrm>
              <a:off x="1487200" y="4993750"/>
              <a:ext cx="483125" cy="483125"/>
            </a:xfrm>
            <a:custGeom>
              <a:avLst/>
              <a:gdLst/>
              <a:ahLst/>
              <a:cxnLst/>
              <a:rect l="l" t="t" r="r" b="b"/>
              <a:pathLst>
                <a:path w="19325" h="19325" extrusionOk="0">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136" name="Google Shape;14136;p81"/>
            <p:cNvSpPr/>
            <p:nvPr/>
          </p:nvSpPr>
          <p:spPr>
            <a:xfrm>
              <a:off x="1602600" y="5143950"/>
              <a:ext cx="250350" cy="182725"/>
            </a:xfrm>
            <a:custGeom>
              <a:avLst/>
              <a:gdLst/>
              <a:ahLst/>
              <a:cxnLst/>
              <a:rect l="l" t="t" r="r" b="b"/>
              <a:pathLst>
                <a:path w="10014" h="7309" extrusionOk="0">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4137" name="Google Shape;14137;p81"/>
          <p:cNvGrpSpPr/>
          <p:nvPr/>
        </p:nvGrpSpPr>
        <p:grpSpPr>
          <a:xfrm>
            <a:off x="2874638" y="3976879"/>
            <a:ext cx="308234" cy="308234"/>
            <a:chOff x="2081650" y="4993750"/>
            <a:chExt cx="483125" cy="483125"/>
          </a:xfrm>
        </p:grpSpPr>
        <p:sp>
          <p:nvSpPr>
            <p:cNvPr id="14138" name="Google Shape;14138;p81"/>
            <p:cNvSpPr/>
            <p:nvPr/>
          </p:nvSpPr>
          <p:spPr>
            <a:xfrm>
              <a:off x="2081650" y="4993750"/>
              <a:ext cx="483125" cy="483125"/>
            </a:xfrm>
            <a:custGeom>
              <a:avLst/>
              <a:gdLst/>
              <a:ahLst/>
              <a:cxnLst/>
              <a:rect l="l" t="t" r="r" b="b"/>
              <a:pathLst>
                <a:path w="19325" h="19325" extrusionOk="0">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139" name="Google Shape;14139;p81"/>
            <p:cNvSpPr/>
            <p:nvPr/>
          </p:nvSpPr>
          <p:spPr>
            <a:xfrm>
              <a:off x="2209375" y="5125625"/>
              <a:ext cx="227600" cy="219350"/>
            </a:xfrm>
            <a:custGeom>
              <a:avLst/>
              <a:gdLst/>
              <a:ahLst/>
              <a:cxnLst/>
              <a:rect l="l" t="t" r="r" b="b"/>
              <a:pathLst>
                <a:path w="9104" h="8774" extrusionOk="0">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4140" name="Google Shape;14140;p81"/>
          <p:cNvGrpSpPr/>
          <p:nvPr/>
        </p:nvGrpSpPr>
        <p:grpSpPr>
          <a:xfrm>
            <a:off x="1651280" y="3983960"/>
            <a:ext cx="293997" cy="294073"/>
            <a:chOff x="5053900" y="4993700"/>
            <a:chExt cx="483150" cy="483275"/>
          </a:xfrm>
        </p:grpSpPr>
        <p:sp>
          <p:nvSpPr>
            <p:cNvPr id="14141" name="Google Shape;14141;p81"/>
            <p:cNvSpPr/>
            <p:nvPr/>
          </p:nvSpPr>
          <p:spPr>
            <a:xfrm>
              <a:off x="5053900" y="4993700"/>
              <a:ext cx="483150" cy="483275"/>
            </a:xfrm>
            <a:custGeom>
              <a:avLst/>
              <a:gdLst/>
              <a:ahLst/>
              <a:cxnLst/>
              <a:rect l="l" t="t" r="r" b="b"/>
              <a:pathLst>
                <a:path w="19326" h="19331" extrusionOk="0">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2" y="3366"/>
                  </a:moveTo>
                  <a:lnTo>
                    <a:pt x="13033" y="7445"/>
                  </a:lnTo>
                  <a:lnTo>
                    <a:pt x="9467" y="9230"/>
                  </a:lnTo>
                  <a:lnTo>
                    <a:pt x="1779" y="5208"/>
                  </a:lnTo>
                  <a:lnTo>
                    <a:pt x="5222"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9" y="17953"/>
                  </a:lnTo>
                  <a:lnTo>
                    <a:pt x="10029"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8" y="172"/>
                  </a:cubicBezTo>
                  <a:lnTo>
                    <a:pt x="765" y="4468"/>
                  </a:lnTo>
                  <a:cubicBezTo>
                    <a:pt x="294" y="4719"/>
                    <a:pt x="1" y="5208"/>
                    <a:pt x="1" y="5739"/>
                  </a:cubicBezTo>
                  <a:lnTo>
                    <a:pt x="1" y="13638"/>
                  </a:lnTo>
                  <a:cubicBezTo>
                    <a:pt x="1" y="14173"/>
                    <a:pt x="297" y="14665"/>
                    <a:pt x="771" y="14913"/>
                  </a:cubicBezTo>
                  <a:lnTo>
                    <a:pt x="8797"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3" y="53"/>
                    <a:pt x="9698" y="0"/>
                    <a:pt x="94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142" name="Google Shape;14142;p81"/>
            <p:cNvSpPr/>
            <p:nvPr/>
          </p:nvSpPr>
          <p:spPr>
            <a:xfrm>
              <a:off x="5123725" y="5264025"/>
              <a:ext cx="105200" cy="61775"/>
            </a:xfrm>
            <a:custGeom>
              <a:avLst/>
              <a:gdLst/>
              <a:ahLst/>
              <a:cxnLst/>
              <a:rect l="l" t="t" r="r" b="b"/>
              <a:pathLst>
                <a:path w="4208" h="2471" extrusionOk="0">
                  <a:moveTo>
                    <a:pt x="3561" y="1"/>
                  </a:moveTo>
                  <a:cubicBezTo>
                    <a:pt x="3462" y="1"/>
                    <a:pt x="3362" y="26"/>
                    <a:pt x="3271" y="81"/>
                  </a:cubicBezTo>
                  <a:lnTo>
                    <a:pt x="1523" y="1122"/>
                  </a:lnTo>
                  <a:lnTo>
                    <a:pt x="1139" y="449"/>
                  </a:lnTo>
                  <a:cubicBezTo>
                    <a:pt x="1035" y="266"/>
                    <a:pt x="844" y="162"/>
                    <a:pt x="647" y="162"/>
                  </a:cubicBezTo>
                  <a:cubicBezTo>
                    <a:pt x="551" y="162"/>
                    <a:pt x="455" y="187"/>
                    <a:pt x="366" y="238"/>
                  </a:cubicBezTo>
                  <a:cubicBezTo>
                    <a:pt x="95" y="392"/>
                    <a:pt x="1" y="736"/>
                    <a:pt x="155" y="1008"/>
                  </a:cubicBezTo>
                  <a:lnTo>
                    <a:pt x="825" y="2185"/>
                  </a:lnTo>
                  <a:lnTo>
                    <a:pt x="831" y="2191"/>
                  </a:lnTo>
                  <a:cubicBezTo>
                    <a:pt x="831" y="2194"/>
                    <a:pt x="831" y="2194"/>
                    <a:pt x="831" y="2194"/>
                  </a:cubicBezTo>
                  <a:cubicBezTo>
                    <a:pt x="834" y="2200"/>
                    <a:pt x="837" y="2203"/>
                    <a:pt x="840" y="2206"/>
                  </a:cubicBezTo>
                  <a:lnTo>
                    <a:pt x="849" y="2224"/>
                  </a:lnTo>
                  <a:lnTo>
                    <a:pt x="861" y="2240"/>
                  </a:lnTo>
                  <a:lnTo>
                    <a:pt x="874" y="2255"/>
                  </a:lnTo>
                  <a:lnTo>
                    <a:pt x="883" y="2270"/>
                  </a:lnTo>
                  <a:lnTo>
                    <a:pt x="898" y="2282"/>
                  </a:lnTo>
                  <a:lnTo>
                    <a:pt x="910" y="2297"/>
                  </a:lnTo>
                  <a:lnTo>
                    <a:pt x="922" y="2312"/>
                  </a:lnTo>
                  <a:lnTo>
                    <a:pt x="937" y="2324"/>
                  </a:lnTo>
                  <a:lnTo>
                    <a:pt x="949" y="2336"/>
                  </a:lnTo>
                  <a:lnTo>
                    <a:pt x="964" y="2348"/>
                  </a:lnTo>
                  <a:cubicBezTo>
                    <a:pt x="970" y="2351"/>
                    <a:pt x="973" y="2354"/>
                    <a:pt x="979" y="2357"/>
                  </a:cubicBezTo>
                  <a:lnTo>
                    <a:pt x="994" y="2369"/>
                  </a:lnTo>
                  <a:lnTo>
                    <a:pt x="1009" y="2378"/>
                  </a:lnTo>
                  <a:lnTo>
                    <a:pt x="1028" y="2391"/>
                  </a:lnTo>
                  <a:lnTo>
                    <a:pt x="1040" y="2400"/>
                  </a:lnTo>
                  <a:lnTo>
                    <a:pt x="1058" y="2409"/>
                  </a:lnTo>
                  <a:lnTo>
                    <a:pt x="1073" y="2415"/>
                  </a:lnTo>
                  <a:cubicBezTo>
                    <a:pt x="1079" y="2418"/>
                    <a:pt x="1085" y="2421"/>
                    <a:pt x="1091" y="2424"/>
                  </a:cubicBezTo>
                  <a:lnTo>
                    <a:pt x="1106" y="2430"/>
                  </a:lnTo>
                  <a:lnTo>
                    <a:pt x="1124" y="2436"/>
                  </a:lnTo>
                  <a:lnTo>
                    <a:pt x="1139" y="2442"/>
                  </a:lnTo>
                  <a:lnTo>
                    <a:pt x="1160" y="2448"/>
                  </a:lnTo>
                  <a:lnTo>
                    <a:pt x="1176" y="2454"/>
                  </a:lnTo>
                  <a:lnTo>
                    <a:pt x="1197" y="2457"/>
                  </a:lnTo>
                  <a:lnTo>
                    <a:pt x="1212" y="2460"/>
                  </a:lnTo>
                  <a:lnTo>
                    <a:pt x="1233" y="2463"/>
                  </a:lnTo>
                  <a:lnTo>
                    <a:pt x="1245" y="2466"/>
                  </a:lnTo>
                  <a:cubicBezTo>
                    <a:pt x="1254" y="2466"/>
                    <a:pt x="1263" y="2466"/>
                    <a:pt x="1269" y="2469"/>
                  </a:cubicBezTo>
                  <a:cubicBezTo>
                    <a:pt x="1272" y="2470"/>
                    <a:pt x="1274" y="2470"/>
                    <a:pt x="1276" y="2470"/>
                  </a:cubicBezTo>
                  <a:cubicBezTo>
                    <a:pt x="1279" y="2470"/>
                    <a:pt x="1279" y="2469"/>
                    <a:pt x="1281" y="2469"/>
                  </a:cubicBezTo>
                  <a:lnTo>
                    <a:pt x="1369" y="2469"/>
                  </a:lnTo>
                  <a:lnTo>
                    <a:pt x="1393" y="2466"/>
                  </a:lnTo>
                  <a:lnTo>
                    <a:pt x="1408" y="2463"/>
                  </a:lnTo>
                  <a:cubicBezTo>
                    <a:pt x="1414" y="2463"/>
                    <a:pt x="1420" y="2463"/>
                    <a:pt x="1426" y="2460"/>
                  </a:cubicBezTo>
                  <a:lnTo>
                    <a:pt x="1444" y="2457"/>
                  </a:lnTo>
                  <a:lnTo>
                    <a:pt x="1462" y="2451"/>
                  </a:lnTo>
                  <a:lnTo>
                    <a:pt x="1480" y="2448"/>
                  </a:lnTo>
                  <a:lnTo>
                    <a:pt x="1499" y="2442"/>
                  </a:lnTo>
                  <a:lnTo>
                    <a:pt x="1517" y="2436"/>
                  </a:lnTo>
                  <a:cubicBezTo>
                    <a:pt x="1523" y="2433"/>
                    <a:pt x="1529" y="2430"/>
                    <a:pt x="1535" y="2427"/>
                  </a:cubicBezTo>
                  <a:lnTo>
                    <a:pt x="1553" y="2421"/>
                  </a:lnTo>
                  <a:lnTo>
                    <a:pt x="1568" y="2412"/>
                  </a:lnTo>
                  <a:lnTo>
                    <a:pt x="1586" y="2403"/>
                  </a:lnTo>
                  <a:cubicBezTo>
                    <a:pt x="1589" y="2403"/>
                    <a:pt x="1595" y="2400"/>
                    <a:pt x="1598" y="2397"/>
                  </a:cubicBezTo>
                  <a:cubicBezTo>
                    <a:pt x="1600" y="2395"/>
                    <a:pt x="1600" y="2395"/>
                    <a:pt x="1601" y="2395"/>
                  </a:cubicBezTo>
                  <a:cubicBezTo>
                    <a:pt x="1601" y="2395"/>
                    <a:pt x="1601" y="2395"/>
                    <a:pt x="1601" y="2394"/>
                  </a:cubicBezTo>
                  <a:lnTo>
                    <a:pt x="1607" y="2391"/>
                  </a:lnTo>
                  <a:lnTo>
                    <a:pt x="3851" y="1053"/>
                  </a:lnTo>
                  <a:cubicBezTo>
                    <a:pt x="4119" y="893"/>
                    <a:pt x="4207" y="546"/>
                    <a:pt x="4047" y="277"/>
                  </a:cubicBezTo>
                  <a:cubicBezTo>
                    <a:pt x="3941" y="99"/>
                    <a:pt x="3753" y="1"/>
                    <a:pt x="35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4143" name="Google Shape;14143;p81"/>
          <p:cNvSpPr txBox="1"/>
          <p:nvPr>
            <p:ph type="title"/>
          </p:nvPr>
        </p:nvSpPr>
        <p:spPr>
          <a:xfrm>
            <a:off x="716700" y="511025"/>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solidFill>
                  <a:schemeClr val="lt1"/>
                </a:solidFill>
              </a:rPr>
              <a:t>...and our sets of editable icons</a:t>
            </a:r>
            <a:endParaRPr>
              <a:solidFill>
                <a:schemeClr val="lt1"/>
              </a:solidFill>
            </a:endParaRPr>
          </a:p>
        </p:txBody>
      </p:sp>
      <p:grpSp>
        <p:nvGrpSpPr>
          <p:cNvPr id="14144" name="Google Shape;14144;p81"/>
          <p:cNvGrpSpPr/>
          <p:nvPr/>
        </p:nvGrpSpPr>
        <p:grpSpPr>
          <a:xfrm>
            <a:off x="7159962" y="3960299"/>
            <a:ext cx="195401" cy="341395"/>
            <a:chOff x="1426400" y="1814750"/>
            <a:chExt cx="407850" cy="712575"/>
          </a:xfrm>
        </p:grpSpPr>
        <p:sp>
          <p:nvSpPr>
            <p:cNvPr id="14145" name="Google Shape;14145;p81"/>
            <p:cNvSpPr/>
            <p:nvPr/>
          </p:nvSpPr>
          <p:spPr>
            <a:xfrm>
              <a:off x="1426400" y="1814750"/>
              <a:ext cx="407850" cy="407925"/>
            </a:xfrm>
            <a:custGeom>
              <a:avLst/>
              <a:gdLst/>
              <a:ahLst/>
              <a:cxnLst/>
              <a:rect l="l" t="t" r="r" b="b"/>
              <a:pathLst>
                <a:path w="16314" h="16317" fill="none" extrusionOk="0">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chemeClr val="dk2"/>
            </a:solidFill>
            <a:ln w="1905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146" name="Google Shape;14146;p81"/>
            <p:cNvSpPr/>
            <p:nvPr/>
          </p:nvSpPr>
          <p:spPr>
            <a:xfrm>
              <a:off x="1631125" y="2222650"/>
              <a:ext cx="25" cy="304675"/>
            </a:xfrm>
            <a:custGeom>
              <a:avLst/>
              <a:gdLst/>
              <a:ahLst/>
              <a:cxnLst/>
              <a:rect l="l" t="t" r="r" b="b"/>
              <a:pathLst>
                <a:path w="1" h="12187" fill="none" extrusionOk="0">
                  <a:moveTo>
                    <a:pt x="1" y="1"/>
                  </a:moveTo>
                  <a:lnTo>
                    <a:pt x="1" y="12187"/>
                  </a:lnTo>
                </a:path>
              </a:pathLst>
            </a:custGeom>
            <a:solidFill>
              <a:schemeClr val="dk2"/>
            </a:solidFill>
            <a:ln w="1905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147" name="Google Shape;14147;p81"/>
            <p:cNvSpPr/>
            <p:nvPr/>
          </p:nvSpPr>
          <p:spPr>
            <a:xfrm>
              <a:off x="1529575" y="2425750"/>
              <a:ext cx="203125" cy="25"/>
            </a:xfrm>
            <a:custGeom>
              <a:avLst/>
              <a:gdLst/>
              <a:ahLst/>
              <a:cxnLst/>
              <a:rect l="l" t="t" r="r" b="b"/>
              <a:pathLst>
                <a:path w="8125" h="1" fill="none" extrusionOk="0">
                  <a:moveTo>
                    <a:pt x="1" y="1"/>
                  </a:moveTo>
                  <a:lnTo>
                    <a:pt x="8125" y="1"/>
                  </a:lnTo>
                </a:path>
              </a:pathLst>
            </a:custGeom>
            <a:solidFill>
              <a:schemeClr val="dk2"/>
            </a:solidFill>
            <a:ln w="1905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148" name="Google Shape;14148;p81"/>
          <p:cNvGrpSpPr/>
          <p:nvPr/>
        </p:nvGrpSpPr>
        <p:grpSpPr>
          <a:xfrm>
            <a:off x="7494377" y="3991261"/>
            <a:ext cx="279423" cy="279471"/>
            <a:chOff x="1910075" y="2021700"/>
            <a:chExt cx="583225" cy="583325"/>
          </a:xfrm>
        </p:grpSpPr>
        <p:sp>
          <p:nvSpPr>
            <p:cNvPr id="14149" name="Google Shape;14149;p81"/>
            <p:cNvSpPr/>
            <p:nvPr/>
          </p:nvSpPr>
          <p:spPr>
            <a:xfrm>
              <a:off x="1910075" y="2157875"/>
              <a:ext cx="448375" cy="447150"/>
            </a:xfrm>
            <a:custGeom>
              <a:avLst/>
              <a:gdLst/>
              <a:ahLst/>
              <a:cxnLst/>
              <a:rect l="l" t="t" r="r" b="b"/>
              <a:pathLst>
                <a:path w="17935" h="17886" fill="none" extrusionOk="0">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chemeClr val="dk2"/>
            </a:solidFill>
            <a:ln w="1905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150" name="Google Shape;14150;p81"/>
            <p:cNvSpPr/>
            <p:nvPr/>
          </p:nvSpPr>
          <p:spPr>
            <a:xfrm>
              <a:off x="2277975" y="2026475"/>
              <a:ext cx="210650" cy="210625"/>
            </a:xfrm>
            <a:custGeom>
              <a:avLst/>
              <a:gdLst/>
              <a:ahLst/>
              <a:cxnLst/>
              <a:rect l="l" t="t" r="r" b="b"/>
              <a:pathLst>
                <a:path w="8426" h="8425" fill="none" extrusionOk="0">
                  <a:moveTo>
                    <a:pt x="8425" y="0"/>
                  </a:moveTo>
                  <a:lnTo>
                    <a:pt x="1" y="8425"/>
                  </a:lnTo>
                </a:path>
              </a:pathLst>
            </a:custGeom>
            <a:solidFill>
              <a:schemeClr val="dk2"/>
            </a:solidFill>
            <a:ln w="1905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151" name="Google Shape;14151;p81"/>
            <p:cNvSpPr/>
            <p:nvPr/>
          </p:nvSpPr>
          <p:spPr>
            <a:xfrm>
              <a:off x="2349675" y="2021700"/>
              <a:ext cx="143625" cy="143500"/>
            </a:xfrm>
            <a:custGeom>
              <a:avLst/>
              <a:gdLst/>
              <a:ahLst/>
              <a:cxnLst/>
              <a:rect l="l" t="t" r="r" b="b"/>
              <a:pathLst>
                <a:path w="5745" h="5740" fill="none" extrusionOk="0">
                  <a:moveTo>
                    <a:pt x="1" y="0"/>
                  </a:moveTo>
                  <a:lnTo>
                    <a:pt x="5744" y="0"/>
                  </a:lnTo>
                  <a:lnTo>
                    <a:pt x="5744" y="5740"/>
                  </a:lnTo>
                </a:path>
              </a:pathLst>
            </a:custGeom>
            <a:solidFill>
              <a:schemeClr val="dk2"/>
            </a:solidFill>
            <a:ln w="1905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152" name="Google Shape;14152;p81"/>
          <p:cNvGrpSpPr/>
          <p:nvPr/>
        </p:nvGrpSpPr>
        <p:grpSpPr>
          <a:xfrm>
            <a:off x="7912814" y="4026678"/>
            <a:ext cx="392874" cy="208636"/>
            <a:chOff x="2749275" y="2099575"/>
            <a:chExt cx="820025" cy="435475"/>
          </a:xfrm>
        </p:grpSpPr>
        <p:sp>
          <p:nvSpPr>
            <p:cNvPr id="14153" name="Google Shape;14153;p81"/>
            <p:cNvSpPr/>
            <p:nvPr/>
          </p:nvSpPr>
          <p:spPr>
            <a:xfrm>
              <a:off x="3163375" y="2317300"/>
              <a:ext cx="389050" cy="25"/>
            </a:xfrm>
            <a:custGeom>
              <a:avLst/>
              <a:gdLst/>
              <a:ahLst/>
              <a:cxnLst/>
              <a:rect l="l" t="t" r="r" b="b"/>
              <a:pathLst>
                <a:path w="15562" h="1" fill="none" extrusionOk="0">
                  <a:moveTo>
                    <a:pt x="15562" y="1"/>
                  </a:moveTo>
                  <a:lnTo>
                    <a:pt x="1" y="1"/>
                  </a:lnTo>
                </a:path>
              </a:pathLst>
            </a:custGeom>
            <a:solidFill>
              <a:schemeClr val="dk2"/>
            </a:solidFill>
            <a:ln w="19050" cap="sq" cmpd="sng">
              <a:solidFill>
                <a:schemeClr val="dk2"/>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154" name="Google Shape;14154;p81"/>
            <p:cNvSpPr/>
            <p:nvPr/>
          </p:nvSpPr>
          <p:spPr>
            <a:xfrm>
              <a:off x="3299975" y="2175125"/>
              <a:ext cx="25" cy="284375"/>
            </a:xfrm>
            <a:custGeom>
              <a:avLst/>
              <a:gdLst/>
              <a:ahLst/>
              <a:cxnLst/>
              <a:rect l="l" t="t" r="r" b="b"/>
              <a:pathLst>
                <a:path w="1" h="11375" fill="none" extrusionOk="0">
                  <a:moveTo>
                    <a:pt x="0" y="1"/>
                  </a:moveTo>
                  <a:lnTo>
                    <a:pt x="0" y="11374"/>
                  </a:lnTo>
                </a:path>
              </a:pathLst>
            </a:custGeom>
            <a:solidFill>
              <a:schemeClr val="dk2"/>
            </a:solidFill>
            <a:ln w="19050" cap="rnd" cmpd="sng">
              <a:solidFill>
                <a:schemeClr val="dk2"/>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155" name="Google Shape;14155;p81"/>
            <p:cNvSpPr/>
            <p:nvPr/>
          </p:nvSpPr>
          <p:spPr>
            <a:xfrm>
              <a:off x="3438275" y="2186300"/>
              <a:ext cx="131025" cy="261925"/>
            </a:xfrm>
            <a:custGeom>
              <a:avLst/>
              <a:gdLst/>
              <a:ahLst/>
              <a:cxnLst/>
              <a:rect l="l" t="t" r="r" b="b"/>
              <a:pathLst>
                <a:path w="5241" h="10477" fill="none" extrusionOk="0">
                  <a:moveTo>
                    <a:pt x="0" y="10476"/>
                  </a:moveTo>
                  <a:lnTo>
                    <a:pt x="5240" y="5241"/>
                  </a:lnTo>
                  <a:lnTo>
                    <a:pt x="0" y="1"/>
                  </a:lnTo>
                </a:path>
              </a:pathLst>
            </a:custGeom>
            <a:solidFill>
              <a:schemeClr val="dk2"/>
            </a:solidFill>
            <a:ln w="1905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156" name="Google Shape;14156;p81"/>
            <p:cNvSpPr/>
            <p:nvPr/>
          </p:nvSpPr>
          <p:spPr>
            <a:xfrm>
              <a:off x="2749275" y="2099575"/>
              <a:ext cx="435450" cy="435475"/>
            </a:xfrm>
            <a:custGeom>
              <a:avLst/>
              <a:gdLst/>
              <a:ahLst/>
              <a:cxnLst/>
              <a:rect l="l" t="t" r="r" b="b"/>
              <a:pathLst>
                <a:path w="17418" h="17419" fill="none" extrusionOk="0">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chemeClr val="dk2"/>
            </a:solidFill>
            <a:ln w="19050" cap="sq" cmpd="sng">
              <a:solidFill>
                <a:schemeClr val="dk2"/>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4160" name="Shape 14160"/>
        <p:cNvGrpSpPr/>
        <p:nvPr/>
      </p:nvGrpSpPr>
      <p:grpSpPr>
        <a:xfrm>
          <a:off x="0" y="0"/>
          <a:ext cx="0" cy="0"/>
          <a:chOff x="0" y="0"/>
          <a:chExt cx="0" cy="0"/>
        </a:xfrm>
      </p:grpSpPr>
      <p:sp>
        <p:nvSpPr>
          <p:cNvPr id="14161" name="Google Shape;14161;p82"/>
          <p:cNvSpPr/>
          <p:nvPr/>
        </p:nvSpPr>
        <p:spPr>
          <a:xfrm>
            <a:off x="844100" y="1313085"/>
            <a:ext cx="323667" cy="373560"/>
          </a:xfrm>
          <a:custGeom>
            <a:avLst/>
            <a:gdLst/>
            <a:ahLst/>
            <a:cxnLst/>
            <a:rect l="l" t="t" r="r" b="b"/>
            <a:pathLst>
              <a:path w="10996" h="12691" extrusionOk="0">
                <a:moveTo>
                  <a:pt x="6050" y="820"/>
                </a:moveTo>
                <a:lnTo>
                  <a:pt x="6050" y="1639"/>
                </a:lnTo>
                <a:lnTo>
                  <a:pt x="5199" y="1639"/>
                </a:lnTo>
                <a:lnTo>
                  <a:pt x="5199" y="820"/>
                </a:lnTo>
                <a:close/>
                <a:moveTo>
                  <a:pt x="9358" y="2458"/>
                </a:moveTo>
                <a:lnTo>
                  <a:pt x="9358" y="8255"/>
                </a:lnTo>
                <a:lnTo>
                  <a:pt x="1923" y="8255"/>
                </a:lnTo>
                <a:lnTo>
                  <a:pt x="1923" y="2458"/>
                </a:lnTo>
                <a:close/>
                <a:moveTo>
                  <a:pt x="9767" y="9074"/>
                </a:moveTo>
                <a:cubicBezTo>
                  <a:pt x="10019" y="9074"/>
                  <a:pt x="10177" y="9295"/>
                  <a:pt x="10208" y="9515"/>
                </a:cubicBezTo>
                <a:cubicBezTo>
                  <a:pt x="10177" y="9704"/>
                  <a:pt x="10051" y="9830"/>
                  <a:pt x="9893" y="9925"/>
                </a:cubicBezTo>
                <a:cubicBezTo>
                  <a:pt x="9862" y="9940"/>
                  <a:pt x="9893" y="9948"/>
                  <a:pt x="9594" y="9948"/>
                </a:cubicBezTo>
                <a:cubicBezTo>
                  <a:pt x="9295" y="9948"/>
                  <a:pt x="8665" y="9940"/>
                  <a:pt x="7310" y="9925"/>
                </a:cubicBezTo>
                <a:lnTo>
                  <a:pt x="1513" y="9925"/>
                </a:lnTo>
                <a:cubicBezTo>
                  <a:pt x="1324" y="9925"/>
                  <a:pt x="1166" y="9799"/>
                  <a:pt x="1103" y="9641"/>
                </a:cubicBezTo>
                <a:cubicBezTo>
                  <a:pt x="1040" y="9358"/>
                  <a:pt x="1229" y="9074"/>
                  <a:pt x="1513" y="9074"/>
                </a:cubicBezTo>
                <a:close/>
                <a:moveTo>
                  <a:pt x="4790" y="1"/>
                </a:moveTo>
                <a:cubicBezTo>
                  <a:pt x="4538" y="1"/>
                  <a:pt x="4348" y="190"/>
                  <a:pt x="4348" y="379"/>
                </a:cubicBezTo>
                <a:lnTo>
                  <a:pt x="4348" y="1639"/>
                </a:lnTo>
                <a:lnTo>
                  <a:pt x="1419" y="1639"/>
                </a:lnTo>
                <a:cubicBezTo>
                  <a:pt x="1198" y="1639"/>
                  <a:pt x="1040" y="1828"/>
                  <a:pt x="1040" y="2080"/>
                </a:cubicBezTo>
                <a:lnTo>
                  <a:pt x="1040" y="8349"/>
                </a:lnTo>
                <a:cubicBezTo>
                  <a:pt x="788" y="8413"/>
                  <a:pt x="568" y="8570"/>
                  <a:pt x="410" y="8791"/>
                </a:cubicBezTo>
                <a:cubicBezTo>
                  <a:pt x="1" y="9358"/>
                  <a:pt x="158" y="10145"/>
                  <a:pt x="725" y="10555"/>
                </a:cubicBezTo>
                <a:cubicBezTo>
                  <a:pt x="914" y="10649"/>
                  <a:pt x="1166" y="10744"/>
                  <a:pt x="1419" y="10744"/>
                </a:cubicBezTo>
                <a:lnTo>
                  <a:pt x="3277" y="10744"/>
                </a:lnTo>
                <a:lnTo>
                  <a:pt x="2679" y="12067"/>
                </a:lnTo>
                <a:cubicBezTo>
                  <a:pt x="2616" y="12288"/>
                  <a:pt x="2679" y="12508"/>
                  <a:pt x="2836" y="12634"/>
                </a:cubicBezTo>
                <a:cubicBezTo>
                  <a:pt x="2913" y="12673"/>
                  <a:pt x="2987" y="12691"/>
                  <a:pt x="3057" y="12691"/>
                </a:cubicBezTo>
                <a:cubicBezTo>
                  <a:pt x="3214" y="12691"/>
                  <a:pt x="3347" y="12598"/>
                  <a:pt x="3435" y="12445"/>
                </a:cubicBezTo>
                <a:lnTo>
                  <a:pt x="4159" y="10744"/>
                </a:lnTo>
                <a:lnTo>
                  <a:pt x="5136" y="10744"/>
                </a:lnTo>
                <a:lnTo>
                  <a:pt x="5136" y="12225"/>
                </a:lnTo>
                <a:cubicBezTo>
                  <a:pt x="5136" y="12445"/>
                  <a:pt x="5294" y="12634"/>
                  <a:pt x="5483" y="12666"/>
                </a:cubicBezTo>
                <a:cubicBezTo>
                  <a:pt x="5501" y="12668"/>
                  <a:pt x="5520" y="12669"/>
                  <a:pt x="5538" y="12669"/>
                </a:cubicBezTo>
                <a:cubicBezTo>
                  <a:pt x="5766" y="12669"/>
                  <a:pt x="5955" y="12492"/>
                  <a:pt x="5955" y="12288"/>
                </a:cubicBezTo>
                <a:lnTo>
                  <a:pt x="5955" y="10744"/>
                </a:lnTo>
                <a:lnTo>
                  <a:pt x="6932" y="10744"/>
                </a:lnTo>
                <a:lnTo>
                  <a:pt x="7657" y="12382"/>
                </a:lnTo>
                <a:cubicBezTo>
                  <a:pt x="7708" y="12538"/>
                  <a:pt x="7888" y="12651"/>
                  <a:pt x="8056" y="12651"/>
                </a:cubicBezTo>
                <a:cubicBezTo>
                  <a:pt x="8092" y="12651"/>
                  <a:pt x="8127" y="12645"/>
                  <a:pt x="8161" y="12634"/>
                </a:cubicBezTo>
                <a:cubicBezTo>
                  <a:pt x="8413" y="12540"/>
                  <a:pt x="8507" y="12256"/>
                  <a:pt x="8444" y="12067"/>
                </a:cubicBezTo>
                <a:lnTo>
                  <a:pt x="7846" y="10744"/>
                </a:lnTo>
                <a:lnTo>
                  <a:pt x="9704" y="10744"/>
                </a:lnTo>
                <a:cubicBezTo>
                  <a:pt x="10366" y="10744"/>
                  <a:pt x="10965" y="10177"/>
                  <a:pt x="10965" y="9484"/>
                </a:cubicBezTo>
                <a:cubicBezTo>
                  <a:pt x="10996" y="8980"/>
                  <a:pt x="10681" y="8507"/>
                  <a:pt x="10177" y="8349"/>
                </a:cubicBezTo>
                <a:lnTo>
                  <a:pt x="10177" y="2080"/>
                </a:lnTo>
                <a:cubicBezTo>
                  <a:pt x="10177" y="1828"/>
                  <a:pt x="9988" y="1639"/>
                  <a:pt x="9736" y="1639"/>
                </a:cubicBezTo>
                <a:lnTo>
                  <a:pt x="6869" y="1639"/>
                </a:lnTo>
                <a:lnTo>
                  <a:pt x="6869" y="379"/>
                </a:lnTo>
                <a:cubicBezTo>
                  <a:pt x="6869" y="158"/>
                  <a:pt x="6680" y="1"/>
                  <a:pt x="64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162" name="Google Shape;14162;p82"/>
          <p:cNvSpPr/>
          <p:nvPr/>
        </p:nvSpPr>
        <p:spPr>
          <a:xfrm>
            <a:off x="844104" y="1777691"/>
            <a:ext cx="383008" cy="338738"/>
          </a:xfrm>
          <a:custGeom>
            <a:avLst/>
            <a:gdLst/>
            <a:ahLst/>
            <a:cxnLst/>
            <a:rect l="l" t="t" r="r" b="b"/>
            <a:pathLst>
              <a:path w="13012" h="11508" extrusionOk="0">
                <a:moveTo>
                  <a:pt x="9306" y="836"/>
                </a:moveTo>
                <a:cubicBezTo>
                  <a:pt x="9412" y="836"/>
                  <a:pt x="9515" y="875"/>
                  <a:pt x="9578" y="954"/>
                </a:cubicBezTo>
                <a:lnTo>
                  <a:pt x="11909" y="3285"/>
                </a:lnTo>
                <a:cubicBezTo>
                  <a:pt x="12067" y="3443"/>
                  <a:pt x="12067" y="3695"/>
                  <a:pt x="11909" y="3884"/>
                </a:cubicBezTo>
                <a:lnTo>
                  <a:pt x="6900" y="8861"/>
                </a:lnTo>
                <a:lnTo>
                  <a:pt x="4001" y="5963"/>
                </a:lnTo>
                <a:lnTo>
                  <a:pt x="9011" y="954"/>
                </a:lnTo>
                <a:cubicBezTo>
                  <a:pt x="9089" y="875"/>
                  <a:pt x="9200" y="836"/>
                  <a:pt x="9306" y="836"/>
                </a:cubicBezTo>
                <a:close/>
                <a:moveTo>
                  <a:pt x="3466" y="6499"/>
                </a:moveTo>
                <a:lnTo>
                  <a:pt x="6364" y="9428"/>
                </a:lnTo>
                <a:lnTo>
                  <a:pt x="6049" y="9744"/>
                </a:lnTo>
                <a:cubicBezTo>
                  <a:pt x="5986" y="9807"/>
                  <a:pt x="5892" y="9870"/>
                  <a:pt x="5766" y="9870"/>
                </a:cubicBezTo>
                <a:cubicBezTo>
                  <a:pt x="5640" y="9870"/>
                  <a:pt x="5577" y="9807"/>
                  <a:pt x="5514" y="9744"/>
                </a:cubicBezTo>
                <a:cubicBezTo>
                  <a:pt x="5255" y="9506"/>
                  <a:pt x="4936" y="9372"/>
                  <a:pt x="4610" y="9372"/>
                </a:cubicBezTo>
                <a:cubicBezTo>
                  <a:pt x="4460" y="9372"/>
                  <a:pt x="4308" y="9400"/>
                  <a:pt x="4159" y="9460"/>
                </a:cubicBezTo>
                <a:cubicBezTo>
                  <a:pt x="3938" y="9555"/>
                  <a:pt x="3812" y="9712"/>
                  <a:pt x="3686" y="9807"/>
                </a:cubicBezTo>
                <a:lnTo>
                  <a:pt x="3088" y="9239"/>
                </a:lnTo>
                <a:lnTo>
                  <a:pt x="3182" y="9145"/>
                </a:lnTo>
                <a:cubicBezTo>
                  <a:pt x="3655" y="8672"/>
                  <a:pt x="3686" y="7853"/>
                  <a:pt x="3151" y="7381"/>
                </a:cubicBezTo>
                <a:cubicBezTo>
                  <a:pt x="2993" y="7223"/>
                  <a:pt x="3025" y="6940"/>
                  <a:pt x="3182" y="6782"/>
                </a:cubicBezTo>
                <a:lnTo>
                  <a:pt x="3466" y="6499"/>
                </a:lnTo>
                <a:close/>
                <a:moveTo>
                  <a:pt x="2426" y="9807"/>
                </a:moveTo>
                <a:lnTo>
                  <a:pt x="3025" y="10405"/>
                </a:lnTo>
                <a:lnTo>
                  <a:pt x="2773" y="10657"/>
                </a:lnTo>
                <a:lnTo>
                  <a:pt x="1544" y="10657"/>
                </a:lnTo>
                <a:lnTo>
                  <a:pt x="2426" y="9807"/>
                </a:lnTo>
                <a:close/>
                <a:moveTo>
                  <a:pt x="9310" y="1"/>
                </a:moveTo>
                <a:cubicBezTo>
                  <a:pt x="8995" y="1"/>
                  <a:pt x="8680" y="119"/>
                  <a:pt x="8443" y="355"/>
                </a:cubicBezTo>
                <a:lnTo>
                  <a:pt x="2584" y="6247"/>
                </a:lnTo>
                <a:cubicBezTo>
                  <a:pt x="2111" y="6719"/>
                  <a:pt x="2079" y="7538"/>
                  <a:pt x="2552" y="8011"/>
                </a:cubicBezTo>
                <a:cubicBezTo>
                  <a:pt x="2710" y="8137"/>
                  <a:pt x="2710" y="8357"/>
                  <a:pt x="2615" y="8483"/>
                </a:cubicBezTo>
                <a:cubicBezTo>
                  <a:pt x="2584" y="8546"/>
                  <a:pt x="2584" y="8546"/>
                  <a:pt x="2552" y="8609"/>
                </a:cubicBezTo>
                <a:lnTo>
                  <a:pt x="252" y="10815"/>
                </a:lnTo>
                <a:cubicBezTo>
                  <a:pt x="0" y="11067"/>
                  <a:pt x="189" y="11508"/>
                  <a:pt x="536" y="11508"/>
                </a:cubicBezTo>
                <a:lnTo>
                  <a:pt x="2930" y="11508"/>
                </a:lnTo>
                <a:cubicBezTo>
                  <a:pt x="3056" y="11508"/>
                  <a:pt x="3182" y="11476"/>
                  <a:pt x="3245" y="11382"/>
                </a:cubicBezTo>
                <a:lnTo>
                  <a:pt x="4285" y="10374"/>
                </a:lnTo>
                <a:cubicBezTo>
                  <a:pt x="4364" y="10295"/>
                  <a:pt x="4474" y="10255"/>
                  <a:pt x="4584" y="10255"/>
                </a:cubicBezTo>
                <a:cubicBezTo>
                  <a:pt x="4694" y="10255"/>
                  <a:pt x="4805" y="10295"/>
                  <a:pt x="4883" y="10374"/>
                </a:cubicBezTo>
                <a:cubicBezTo>
                  <a:pt x="5092" y="10614"/>
                  <a:pt x="5413" y="10740"/>
                  <a:pt x="5742" y="10740"/>
                </a:cubicBezTo>
                <a:cubicBezTo>
                  <a:pt x="6060" y="10740"/>
                  <a:pt x="6384" y="10622"/>
                  <a:pt x="6616" y="10374"/>
                </a:cubicBezTo>
                <a:lnTo>
                  <a:pt x="12476" y="4482"/>
                </a:lnTo>
                <a:cubicBezTo>
                  <a:pt x="12980" y="3978"/>
                  <a:pt x="13012" y="3191"/>
                  <a:pt x="12508" y="2686"/>
                </a:cubicBezTo>
                <a:lnTo>
                  <a:pt x="10176" y="355"/>
                </a:lnTo>
                <a:cubicBezTo>
                  <a:pt x="9940" y="119"/>
                  <a:pt x="9625" y="1"/>
                  <a:pt x="93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163" name="Google Shape;14163;p82"/>
          <p:cNvSpPr/>
          <p:nvPr/>
        </p:nvSpPr>
        <p:spPr>
          <a:xfrm>
            <a:off x="852434" y="2207474"/>
            <a:ext cx="366348" cy="373412"/>
          </a:xfrm>
          <a:custGeom>
            <a:avLst/>
            <a:gdLst/>
            <a:ahLst/>
            <a:cxnLst/>
            <a:rect l="l" t="t" r="r" b="b"/>
            <a:pathLst>
              <a:path w="12446" h="12686" extrusionOk="0">
                <a:moveTo>
                  <a:pt x="6176" y="808"/>
                </a:moveTo>
                <a:cubicBezTo>
                  <a:pt x="6428" y="808"/>
                  <a:pt x="6554" y="997"/>
                  <a:pt x="6554" y="1249"/>
                </a:cubicBezTo>
                <a:cubicBezTo>
                  <a:pt x="6554" y="1497"/>
                  <a:pt x="6359" y="1667"/>
                  <a:pt x="6153" y="1667"/>
                </a:cubicBezTo>
                <a:cubicBezTo>
                  <a:pt x="6097" y="1667"/>
                  <a:pt x="6041" y="1654"/>
                  <a:pt x="5987" y="1627"/>
                </a:cubicBezTo>
                <a:cubicBezTo>
                  <a:pt x="5829" y="1564"/>
                  <a:pt x="5735" y="1438"/>
                  <a:pt x="5735" y="1249"/>
                </a:cubicBezTo>
                <a:cubicBezTo>
                  <a:pt x="5766" y="997"/>
                  <a:pt x="5924" y="808"/>
                  <a:pt x="6176" y="808"/>
                </a:cubicBezTo>
                <a:close/>
                <a:moveTo>
                  <a:pt x="1986" y="2541"/>
                </a:moveTo>
                <a:lnTo>
                  <a:pt x="3088" y="5755"/>
                </a:lnTo>
                <a:lnTo>
                  <a:pt x="946" y="5755"/>
                </a:lnTo>
                <a:lnTo>
                  <a:pt x="1986" y="2541"/>
                </a:lnTo>
                <a:close/>
                <a:moveTo>
                  <a:pt x="10303" y="2541"/>
                </a:moveTo>
                <a:lnTo>
                  <a:pt x="11374" y="5755"/>
                </a:lnTo>
                <a:lnTo>
                  <a:pt x="9200" y="5755"/>
                </a:lnTo>
                <a:lnTo>
                  <a:pt x="10303" y="2541"/>
                </a:lnTo>
                <a:close/>
                <a:moveTo>
                  <a:pt x="3183" y="6605"/>
                </a:moveTo>
                <a:cubicBezTo>
                  <a:pt x="3025" y="7109"/>
                  <a:pt x="2584" y="7424"/>
                  <a:pt x="2049" y="7424"/>
                </a:cubicBezTo>
                <a:cubicBezTo>
                  <a:pt x="1481" y="7424"/>
                  <a:pt x="1040" y="7078"/>
                  <a:pt x="851" y="6605"/>
                </a:cubicBezTo>
                <a:close/>
                <a:moveTo>
                  <a:pt x="11437" y="6605"/>
                </a:moveTo>
                <a:cubicBezTo>
                  <a:pt x="11279" y="7109"/>
                  <a:pt x="10870" y="7424"/>
                  <a:pt x="10303" y="7424"/>
                </a:cubicBezTo>
                <a:cubicBezTo>
                  <a:pt x="9767" y="7424"/>
                  <a:pt x="9326" y="7078"/>
                  <a:pt x="9137" y="6605"/>
                </a:cubicBezTo>
                <a:close/>
                <a:moveTo>
                  <a:pt x="6617" y="2415"/>
                </a:moveTo>
                <a:lnTo>
                  <a:pt x="6617" y="8558"/>
                </a:lnTo>
                <a:lnTo>
                  <a:pt x="5766" y="8558"/>
                </a:lnTo>
                <a:lnTo>
                  <a:pt x="5766" y="2415"/>
                </a:lnTo>
                <a:cubicBezTo>
                  <a:pt x="5908" y="2462"/>
                  <a:pt x="6050" y="2486"/>
                  <a:pt x="6191" y="2486"/>
                </a:cubicBezTo>
                <a:cubicBezTo>
                  <a:pt x="6333" y="2486"/>
                  <a:pt x="6475" y="2462"/>
                  <a:pt x="6617" y="2415"/>
                </a:cubicBezTo>
                <a:close/>
                <a:moveTo>
                  <a:pt x="8255" y="9346"/>
                </a:moveTo>
                <a:lnTo>
                  <a:pt x="8255" y="10165"/>
                </a:lnTo>
                <a:lnTo>
                  <a:pt x="4128" y="10165"/>
                </a:lnTo>
                <a:lnTo>
                  <a:pt x="4128" y="9346"/>
                </a:lnTo>
                <a:close/>
                <a:moveTo>
                  <a:pt x="9074" y="11016"/>
                </a:moveTo>
                <a:lnTo>
                  <a:pt x="9074" y="11835"/>
                </a:lnTo>
                <a:lnTo>
                  <a:pt x="3309" y="11835"/>
                </a:lnTo>
                <a:lnTo>
                  <a:pt x="3309" y="11016"/>
                </a:lnTo>
                <a:close/>
                <a:moveTo>
                  <a:pt x="6265" y="1"/>
                </a:moveTo>
                <a:cubicBezTo>
                  <a:pt x="5747" y="1"/>
                  <a:pt x="5253" y="326"/>
                  <a:pt x="5073" y="840"/>
                </a:cubicBezTo>
                <a:lnTo>
                  <a:pt x="1292" y="840"/>
                </a:lnTo>
                <a:cubicBezTo>
                  <a:pt x="1103" y="840"/>
                  <a:pt x="914" y="997"/>
                  <a:pt x="851" y="1186"/>
                </a:cubicBezTo>
                <a:cubicBezTo>
                  <a:pt x="820" y="1438"/>
                  <a:pt x="1009" y="1659"/>
                  <a:pt x="1261" y="1659"/>
                </a:cubicBezTo>
                <a:lnTo>
                  <a:pt x="1481" y="1659"/>
                </a:lnTo>
                <a:cubicBezTo>
                  <a:pt x="30" y="6044"/>
                  <a:pt x="1" y="6133"/>
                  <a:pt x="1" y="6133"/>
                </a:cubicBezTo>
                <a:lnTo>
                  <a:pt x="1" y="6133"/>
                </a:lnTo>
                <a:cubicBezTo>
                  <a:pt x="1" y="6133"/>
                  <a:pt x="1" y="6133"/>
                  <a:pt x="1" y="6133"/>
                </a:cubicBezTo>
                <a:lnTo>
                  <a:pt x="1" y="6196"/>
                </a:lnTo>
                <a:cubicBezTo>
                  <a:pt x="1" y="6479"/>
                  <a:pt x="64" y="6763"/>
                  <a:pt x="158" y="6983"/>
                </a:cubicBezTo>
                <a:cubicBezTo>
                  <a:pt x="464" y="7784"/>
                  <a:pt x="1229" y="8250"/>
                  <a:pt x="2042" y="8250"/>
                </a:cubicBezTo>
                <a:cubicBezTo>
                  <a:pt x="2317" y="8250"/>
                  <a:pt x="2597" y="8197"/>
                  <a:pt x="2868" y="8086"/>
                </a:cubicBezTo>
                <a:cubicBezTo>
                  <a:pt x="3403" y="7865"/>
                  <a:pt x="3844" y="7393"/>
                  <a:pt x="4033" y="6794"/>
                </a:cubicBezTo>
                <a:cubicBezTo>
                  <a:pt x="4128" y="6542"/>
                  <a:pt x="4159" y="6290"/>
                  <a:pt x="4128" y="6164"/>
                </a:cubicBezTo>
                <a:lnTo>
                  <a:pt x="4128" y="6038"/>
                </a:lnTo>
                <a:cubicBezTo>
                  <a:pt x="4128" y="6007"/>
                  <a:pt x="2679" y="1659"/>
                  <a:pt x="2679" y="1627"/>
                </a:cubicBezTo>
                <a:lnTo>
                  <a:pt x="4978" y="1627"/>
                </a:lnTo>
                <a:lnTo>
                  <a:pt x="4978" y="8527"/>
                </a:lnTo>
                <a:lnTo>
                  <a:pt x="3781" y="8527"/>
                </a:lnTo>
                <a:cubicBezTo>
                  <a:pt x="3529" y="8527"/>
                  <a:pt x="3340" y="8716"/>
                  <a:pt x="3340" y="8968"/>
                </a:cubicBezTo>
                <a:lnTo>
                  <a:pt x="3340" y="10165"/>
                </a:lnTo>
                <a:lnTo>
                  <a:pt x="2931" y="10165"/>
                </a:lnTo>
                <a:cubicBezTo>
                  <a:pt x="2710" y="10165"/>
                  <a:pt x="2521" y="10386"/>
                  <a:pt x="2521" y="10606"/>
                </a:cubicBezTo>
                <a:lnTo>
                  <a:pt x="2521" y="12245"/>
                </a:lnTo>
                <a:cubicBezTo>
                  <a:pt x="2521" y="12497"/>
                  <a:pt x="2710" y="12686"/>
                  <a:pt x="2931" y="12686"/>
                </a:cubicBezTo>
                <a:lnTo>
                  <a:pt x="9547" y="12686"/>
                </a:lnTo>
                <a:cubicBezTo>
                  <a:pt x="9673" y="12686"/>
                  <a:pt x="9767" y="12654"/>
                  <a:pt x="9830" y="12560"/>
                </a:cubicBezTo>
                <a:cubicBezTo>
                  <a:pt x="9925" y="12497"/>
                  <a:pt x="9956" y="12371"/>
                  <a:pt x="9956" y="12308"/>
                </a:cubicBezTo>
                <a:lnTo>
                  <a:pt x="9956" y="10638"/>
                </a:lnTo>
                <a:cubicBezTo>
                  <a:pt x="9956" y="10417"/>
                  <a:pt x="9767" y="10228"/>
                  <a:pt x="9515" y="10228"/>
                </a:cubicBezTo>
                <a:lnTo>
                  <a:pt x="9137" y="10228"/>
                </a:lnTo>
                <a:lnTo>
                  <a:pt x="9137" y="8968"/>
                </a:lnTo>
                <a:cubicBezTo>
                  <a:pt x="9137" y="8716"/>
                  <a:pt x="8917" y="8527"/>
                  <a:pt x="8696" y="8527"/>
                </a:cubicBezTo>
                <a:lnTo>
                  <a:pt x="7467" y="8527"/>
                </a:lnTo>
                <a:lnTo>
                  <a:pt x="7467" y="1627"/>
                </a:lnTo>
                <a:lnTo>
                  <a:pt x="9799" y="1627"/>
                </a:lnTo>
                <a:cubicBezTo>
                  <a:pt x="9799" y="1659"/>
                  <a:pt x="8350" y="6038"/>
                  <a:pt x="8350" y="6070"/>
                </a:cubicBezTo>
                <a:lnTo>
                  <a:pt x="8350" y="6164"/>
                </a:lnTo>
                <a:lnTo>
                  <a:pt x="8350" y="6227"/>
                </a:lnTo>
                <a:cubicBezTo>
                  <a:pt x="8350" y="6952"/>
                  <a:pt x="8696" y="7550"/>
                  <a:pt x="9232" y="7928"/>
                </a:cubicBezTo>
                <a:cubicBezTo>
                  <a:pt x="9601" y="8178"/>
                  <a:pt x="10011" y="8295"/>
                  <a:pt x="10411" y="8295"/>
                </a:cubicBezTo>
                <a:cubicBezTo>
                  <a:pt x="11275" y="8295"/>
                  <a:pt x="12092" y="7751"/>
                  <a:pt x="12351" y="6826"/>
                </a:cubicBezTo>
                <a:cubicBezTo>
                  <a:pt x="12382" y="6637"/>
                  <a:pt x="12445" y="6448"/>
                  <a:pt x="12445" y="6227"/>
                </a:cubicBezTo>
                <a:cubicBezTo>
                  <a:pt x="12382" y="6164"/>
                  <a:pt x="12351" y="6133"/>
                  <a:pt x="12351" y="6070"/>
                </a:cubicBezTo>
                <a:lnTo>
                  <a:pt x="10901" y="1659"/>
                </a:lnTo>
                <a:lnTo>
                  <a:pt x="11153" y="1659"/>
                </a:lnTo>
                <a:cubicBezTo>
                  <a:pt x="11342" y="1659"/>
                  <a:pt x="11532" y="1501"/>
                  <a:pt x="11563" y="1312"/>
                </a:cubicBezTo>
                <a:cubicBezTo>
                  <a:pt x="11626" y="1092"/>
                  <a:pt x="11406" y="840"/>
                  <a:pt x="11185" y="840"/>
                </a:cubicBezTo>
                <a:lnTo>
                  <a:pt x="7404" y="840"/>
                </a:lnTo>
                <a:cubicBezTo>
                  <a:pt x="7278" y="462"/>
                  <a:pt x="6963" y="178"/>
                  <a:pt x="6617" y="52"/>
                </a:cubicBezTo>
                <a:cubicBezTo>
                  <a:pt x="6501" y="17"/>
                  <a:pt x="6382" y="1"/>
                  <a:pt x="62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4164" name="Google Shape;14164;p82"/>
          <p:cNvGrpSpPr/>
          <p:nvPr/>
        </p:nvGrpSpPr>
        <p:grpSpPr>
          <a:xfrm>
            <a:off x="2987728" y="1340982"/>
            <a:ext cx="371882" cy="373766"/>
            <a:chOff x="-41270450" y="1973375"/>
            <a:chExt cx="315850" cy="317450"/>
          </a:xfrm>
        </p:grpSpPr>
        <p:sp>
          <p:nvSpPr>
            <p:cNvPr id="14165" name="Google Shape;14165;p82"/>
            <p:cNvSpPr/>
            <p:nvPr/>
          </p:nvSpPr>
          <p:spPr>
            <a:xfrm>
              <a:off x="-41270450" y="1973375"/>
              <a:ext cx="315850" cy="317450"/>
            </a:xfrm>
            <a:custGeom>
              <a:avLst/>
              <a:gdLst/>
              <a:ahLst/>
              <a:cxnLst/>
              <a:rect l="l" t="t" r="r" b="b"/>
              <a:pathLst>
                <a:path w="12634" h="12698" extrusionOk="0">
                  <a:moveTo>
                    <a:pt x="11814" y="820"/>
                  </a:moveTo>
                  <a:lnTo>
                    <a:pt x="11814" y="11847"/>
                  </a:lnTo>
                  <a:lnTo>
                    <a:pt x="788" y="11847"/>
                  </a:lnTo>
                  <a:lnTo>
                    <a:pt x="788" y="820"/>
                  </a:lnTo>
                  <a:close/>
                  <a:moveTo>
                    <a:pt x="378" y="1"/>
                  </a:moveTo>
                  <a:cubicBezTo>
                    <a:pt x="158" y="1"/>
                    <a:pt x="0" y="190"/>
                    <a:pt x="0" y="410"/>
                  </a:cubicBezTo>
                  <a:lnTo>
                    <a:pt x="0" y="12288"/>
                  </a:lnTo>
                  <a:cubicBezTo>
                    <a:pt x="0" y="12508"/>
                    <a:pt x="189" y="12697"/>
                    <a:pt x="378" y="12697"/>
                  </a:cubicBezTo>
                  <a:lnTo>
                    <a:pt x="12224" y="12697"/>
                  </a:lnTo>
                  <a:cubicBezTo>
                    <a:pt x="12476" y="12697"/>
                    <a:pt x="12634" y="12508"/>
                    <a:pt x="12634" y="12288"/>
                  </a:cubicBezTo>
                  <a:lnTo>
                    <a:pt x="12634" y="410"/>
                  </a:lnTo>
                  <a:cubicBezTo>
                    <a:pt x="12634" y="158"/>
                    <a:pt x="12476" y="1"/>
                    <a:pt x="122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166" name="Google Shape;14166;p82"/>
            <p:cNvSpPr/>
            <p:nvPr/>
          </p:nvSpPr>
          <p:spPr>
            <a:xfrm>
              <a:off x="-41230300" y="2015125"/>
              <a:ext cx="235525" cy="192200"/>
            </a:xfrm>
            <a:custGeom>
              <a:avLst/>
              <a:gdLst/>
              <a:ahLst/>
              <a:cxnLst/>
              <a:rect l="l" t="t" r="r" b="b"/>
              <a:pathLst>
                <a:path w="9421" h="7688" extrusionOk="0">
                  <a:moveTo>
                    <a:pt x="8539" y="788"/>
                  </a:moveTo>
                  <a:lnTo>
                    <a:pt x="8539" y="6869"/>
                  </a:lnTo>
                  <a:lnTo>
                    <a:pt x="820" y="6869"/>
                  </a:lnTo>
                  <a:lnTo>
                    <a:pt x="820" y="788"/>
                  </a:lnTo>
                  <a:close/>
                  <a:moveTo>
                    <a:pt x="442" y="1"/>
                  </a:moveTo>
                  <a:cubicBezTo>
                    <a:pt x="190" y="1"/>
                    <a:pt x="1" y="221"/>
                    <a:pt x="1" y="410"/>
                  </a:cubicBezTo>
                  <a:lnTo>
                    <a:pt x="1" y="7310"/>
                  </a:lnTo>
                  <a:cubicBezTo>
                    <a:pt x="1" y="7404"/>
                    <a:pt x="32" y="7499"/>
                    <a:pt x="127" y="7562"/>
                  </a:cubicBezTo>
                  <a:cubicBezTo>
                    <a:pt x="190" y="7656"/>
                    <a:pt x="316" y="7688"/>
                    <a:pt x="442" y="7688"/>
                  </a:cubicBezTo>
                  <a:lnTo>
                    <a:pt x="8980" y="7688"/>
                  </a:lnTo>
                  <a:cubicBezTo>
                    <a:pt x="9232" y="7688"/>
                    <a:pt x="9421" y="7499"/>
                    <a:pt x="9421" y="7310"/>
                  </a:cubicBezTo>
                  <a:lnTo>
                    <a:pt x="9421" y="410"/>
                  </a:lnTo>
                  <a:cubicBezTo>
                    <a:pt x="9421" y="158"/>
                    <a:pt x="9232" y="1"/>
                    <a:pt x="89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167" name="Google Shape;14167;p82"/>
            <p:cNvSpPr/>
            <p:nvPr/>
          </p:nvSpPr>
          <p:spPr>
            <a:xfrm>
              <a:off x="-41139725" y="2061750"/>
              <a:ext cx="83525" cy="103675"/>
            </a:xfrm>
            <a:custGeom>
              <a:avLst/>
              <a:gdLst/>
              <a:ahLst/>
              <a:cxnLst/>
              <a:rect l="l" t="t" r="r" b="b"/>
              <a:pathLst>
                <a:path w="3341" h="4147" extrusionOk="0">
                  <a:moveTo>
                    <a:pt x="789" y="1223"/>
                  </a:moveTo>
                  <a:lnTo>
                    <a:pt x="2112" y="2074"/>
                  </a:lnTo>
                  <a:lnTo>
                    <a:pt x="789" y="2987"/>
                  </a:lnTo>
                  <a:lnTo>
                    <a:pt x="789" y="1223"/>
                  </a:lnTo>
                  <a:close/>
                  <a:moveTo>
                    <a:pt x="389" y="0"/>
                  </a:moveTo>
                  <a:cubicBezTo>
                    <a:pt x="182" y="0"/>
                    <a:pt x="1" y="185"/>
                    <a:pt x="1" y="435"/>
                  </a:cubicBezTo>
                  <a:lnTo>
                    <a:pt x="1" y="3743"/>
                  </a:lnTo>
                  <a:cubicBezTo>
                    <a:pt x="1" y="3981"/>
                    <a:pt x="198" y="4147"/>
                    <a:pt x="416" y="4147"/>
                  </a:cubicBezTo>
                  <a:cubicBezTo>
                    <a:pt x="487" y="4147"/>
                    <a:pt x="561" y="4129"/>
                    <a:pt x="631" y="4090"/>
                  </a:cubicBezTo>
                  <a:lnTo>
                    <a:pt x="3120" y="2452"/>
                  </a:lnTo>
                  <a:cubicBezTo>
                    <a:pt x="3340" y="2294"/>
                    <a:pt x="3340" y="1916"/>
                    <a:pt x="3120" y="1727"/>
                  </a:cubicBezTo>
                  <a:lnTo>
                    <a:pt x="631" y="89"/>
                  </a:lnTo>
                  <a:cubicBezTo>
                    <a:pt x="552" y="28"/>
                    <a:pt x="469" y="0"/>
                    <a:pt x="3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168" name="Google Shape;14168;p82"/>
            <p:cNvSpPr/>
            <p:nvPr/>
          </p:nvSpPr>
          <p:spPr>
            <a:xfrm>
              <a:off x="-41230300" y="2227000"/>
              <a:ext cx="235525" cy="21300"/>
            </a:xfrm>
            <a:custGeom>
              <a:avLst/>
              <a:gdLst/>
              <a:ahLst/>
              <a:cxnLst/>
              <a:rect l="l" t="t" r="r" b="b"/>
              <a:pathLst>
                <a:path w="9421" h="852" extrusionOk="0">
                  <a:moveTo>
                    <a:pt x="442" y="0"/>
                  </a:moveTo>
                  <a:cubicBezTo>
                    <a:pt x="190" y="0"/>
                    <a:pt x="1" y="189"/>
                    <a:pt x="1" y="441"/>
                  </a:cubicBezTo>
                  <a:cubicBezTo>
                    <a:pt x="1" y="662"/>
                    <a:pt x="190" y="851"/>
                    <a:pt x="442" y="851"/>
                  </a:cubicBezTo>
                  <a:lnTo>
                    <a:pt x="8980" y="851"/>
                  </a:lnTo>
                  <a:cubicBezTo>
                    <a:pt x="9232" y="851"/>
                    <a:pt x="9421" y="662"/>
                    <a:pt x="9421" y="441"/>
                  </a:cubicBezTo>
                  <a:cubicBezTo>
                    <a:pt x="9421" y="189"/>
                    <a:pt x="9232" y="0"/>
                    <a:pt x="89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169" name="Google Shape;14169;p82"/>
          <p:cNvGrpSpPr/>
          <p:nvPr/>
        </p:nvGrpSpPr>
        <p:grpSpPr>
          <a:xfrm>
            <a:off x="3005407" y="1787939"/>
            <a:ext cx="395871" cy="372088"/>
            <a:chOff x="-41291625" y="2339025"/>
            <a:chExt cx="336225" cy="316025"/>
          </a:xfrm>
        </p:grpSpPr>
        <p:sp>
          <p:nvSpPr>
            <p:cNvPr id="14170" name="Google Shape;14170;p82"/>
            <p:cNvSpPr/>
            <p:nvPr/>
          </p:nvSpPr>
          <p:spPr>
            <a:xfrm>
              <a:off x="-41291625" y="2339025"/>
              <a:ext cx="336225" cy="316025"/>
            </a:xfrm>
            <a:custGeom>
              <a:avLst/>
              <a:gdLst/>
              <a:ahLst/>
              <a:cxnLst/>
              <a:rect l="l" t="t" r="r" b="b"/>
              <a:pathLst>
                <a:path w="13449" h="12641" extrusionOk="0">
                  <a:moveTo>
                    <a:pt x="6644" y="1064"/>
                  </a:moveTo>
                  <a:lnTo>
                    <a:pt x="7810" y="2261"/>
                  </a:lnTo>
                  <a:lnTo>
                    <a:pt x="6644" y="3427"/>
                  </a:lnTo>
                  <a:lnTo>
                    <a:pt x="5447" y="2261"/>
                  </a:lnTo>
                  <a:lnTo>
                    <a:pt x="6644" y="1064"/>
                  </a:lnTo>
                  <a:close/>
                  <a:moveTo>
                    <a:pt x="11307" y="5727"/>
                  </a:moveTo>
                  <a:lnTo>
                    <a:pt x="12504" y="6893"/>
                  </a:lnTo>
                  <a:lnTo>
                    <a:pt x="11307" y="8090"/>
                  </a:lnTo>
                  <a:lnTo>
                    <a:pt x="10141" y="6893"/>
                  </a:lnTo>
                  <a:lnTo>
                    <a:pt x="11307" y="5727"/>
                  </a:lnTo>
                  <a:close/>
                  <a:moveTo>
                    <a:pt x="4848" y="2829"/>
                  </a:moveTo>
                  <a:lnTo>
                    <a:pt x="6045" y="4026"/>
                  </a:lnTo>
                  <a:cubicBezTo>
                    <a:pt x="3872" y="6200"/>
                    <a:pt x="3935" y="6105"/>
                    <a:pt x="3809" y="6294"/>
                  </a:cubicBezTo>
                  <a:cubicBezTo>
                    <a:pt x="2769" y="7712"/>
                    <a:pt x="3494" y="9728"/>
                    <a:pt x="5226" y="10169"/>
                  </a:cubicBezTo>
                  <a:cubicBezTo>
                    <a:pt x="5463" y="10232"/>
                    <a:pt x="5675" y="10248"/>
                    <a:pt x="5825" y="10248"/>
                  </a:cubicBezTo>
                  <a:cubicBezTo>
                    <a:pt x="5975" y="10248"/>
                    <a:pt x="6061" y="10232"/>
                    <a:pt x="6045" y="10232"/>
                  </a:cubicBezTo>
                  <a:cubicBezTo>
                    <a:pt x="6045" y="10232"/>
                    <a:pt x="6108" y="10232"/>
                    <a:pt x="6234" y="10201"/>
                  </a:cubicBezTo>
                  <a:cubicBezTo>
                    <a:pt x="6739" y="10138"/>
                    <a:pt x="7180" y="9886"/>
                    <a:pt x="7526" y="9539"/>
                  </a:cubicBezTo>
                  <a:lnTo>
                    <a:pt x="9542" y="7523"/>
                  </a:lnTo>
                  <a:lnTo>
                    <a:pt x="10740" y="8720"/>
                  </a:lnTo>
                  <a:cubicBezTo>
                    <a:pt x="8566" y="10831"/>
                    <a:pt x="8629" y="10768"/>
                    <a:pt x="8440" y="10925"/>
                  </a:cubicBezTo>
                  <a:cubicBezTo>
                    <a:pt x="7699" y="11547"/>
                    <a:pt x="6741" y="11878"/>
                    <a:pt x="5785" y="11878"/>
                  </a:cubicBezTo>
                  <a:cubicBezTo>
                    <a:pt x="5480" y="11878"/>
                    <a:pt x="5176" y="11844"/>
                    <a:pt x="4880" y="11776"/>
                  </a:cubicBezTo>
                  <a:cubicBezTo>
                    <a:pt x="2769" y="11303"/>
                    <a:pt x="1257" y="9192"/>
                    <a:pt x="1729" y="6924"/>
                  </a:cubicBezTo>
                  <a:cubicBezTo>
                    <a:pt x="1887" y="6231"/>
                    <a:pt x="2202" y="5506"/>
                    <a:pt x="2769" y="4939"/>
                  </a:cubicBezTo>
                  <a:lnTo>
                    <a:pt x="4848" y="2829"/>
                  </a:lnTo>
                  <a:close/>
                  <a:moveTo>
                    <a:pt x="6565" y="1"/>
                  </a:moveTo>
                  <a:cubicBezTo>
                    <a:pt x="6455" y="1"/>
                    <a:pt x="6345" y="40"/>
                    <a:pt x="6266" y="119"/>
                  </a:cubicBezTo>
                  <a:lnTo>
                    <a:pt x="2202" y="4183"/>
                  </a:lnTo>
                  <a:cubicBezTo>
                    <a:pt x="1635" y="4782"/>
                    <a:pt x="1194" y="5538"/>
                    <a:pt x="942" y="6263"/>
                  </a:cubicBezTo>
                  <a:cubicBezTo>
                    <a:pt x="0" y="9451"/>
                    <a:pt x="2425" y="12640"/>
                    <a:pt x="5705" y="12640"/>
                  </a:cubicBezTo>
                  <a:cubicBezTo>
                    <a:pt x="5828" y="12640"/>
                    <a:pt x="5952" y="12636"/>
                    <a:pt x="6077" y="12627"/>
                  </a:cubicBezTo>
                  <a:cubicBezTo>
                    <a:pt x="6077" y="12627"/>
                    <a:pt x="6203" y="12627"/>
                    <a:pt x="6266" y="12564"/>
                  </a:cubicBezTo>
                  <a:cubicBezTo>
                    <a:pt x="7243" y="12469"/>
                    <a:pt x="8188" y="12059"/>
                    <a:pt x="8975" y="11366"/>
                  </a:cubicBezTo>
                  <a:cubicBezTo>
                    <a:pt x="9133" y="11240"/>
                    <a:pt x="8786" y="11555"/>
                    <a:pt x="13229" y="7113"/>
                  </a:cubicBezTo>
                  <a:cubicBezTo>
                    <a:pt x="13323" y="7019"/>
                    <a:pt x="13355" y="6893"/>
                    <a:pt x="13355" y="6830"/>
                  </a:cubicBezTo>
                  <a:cubicBezTo>
                    <a:pt x="13355" y="6735"/>
                    <a:pt x="13449" y="6704"/>
                    <a:pt x="13355" y="6641"/>
                  </a:cubicBezTo>
                  <a:lnTo>
                    <a:pt x="11590" y="4845"/>
                  </a:lnTo>
                  <a:cubicBezTo>
                    <a:pt x="11512" y="4766"/>
                    <a:pt x="11401" y="4727"/>
                    <a:pt x="11291" y="4727"/>
                  </a:cubicBezTo>
                  <a:cubicBezTo>
                    <a:pt x="11181" y="4727"/>
                    <a:pt x="11070" y="4766"/>
                    <a:pt x="10992" y="4845"/>
                  </a:cubicBezTo>
                  <a:lnTo>
                    <a:pt x="6928" y="8909"/>
                  </a:lnTo>
                  <a:cubicBezTo>
                    <a:pt x="6588" y="9236"/>
                    <a:pt x="6159" y="9392"/>
                    <a:pt x="5737" y="9392"/>
                  </a:cubicBezTo>
                  <a:cubicBezTo>
                    <a:pt x="5102" y="9392"/>
                    <a:pt x="4483" y="9036"/>
                    <a:pt x="4218" y="8373"/>
                  </a:cubicBezTo>
                  <a:cubicBezTo>
                    <a:pt x="3998" y="7743"/>
                    <a:pt x="4092" y="7019"/>
                    <a:pt x="4565" y="6546"/>
                  </a:cubicBezTo>
                  <a:lnTo>
                    <a:pt x="8629" y="2482"/>
                  </a:lnTo>
                  <a:cubicBezTo>
                    <a:pt x="8786" y="2324"/>
                    <a:pt x="8786" y="2072"/>
                    <a:pt x="8629" y="1883"/>
                  </a:cubicBezTo>
                  <a:lnTo>
                    <a:pt x="6865" y="119"/>
                  </a:lnTo>
                  <a:cubicBezTo>
                    <a:pt x="6786" y="40"/>
                    <a:pt x="6676" y="1"/>
                    <a:pt x="6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171" name="Google Shape;14171;p82"/>
            <p:cNvSpPr/>
            <p:nvPr/>
          </p:nvSpPr>
          <p:spPr>
            <a:xfrm>
              <a:off x="-41234225" y="2620800"/>
              <a:ext cx="25" cy="25"/>
            </a:xfrm>
            <a:custGeom>
              <a:avLst/>
              <a:gdLst/>
              <a:ahLst/>
              <a:cxnLst/>
              <a:rect l="l" t="t" r="r" b="b"/>
              <a:pathLst>
                <a:path w="1" h="1" extrusionOk="0">
                  <a:moveTo>
                    <a:pt x="0" y="1"/>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4172" name="Google Shape;14172;p82"/>
          <p:cNvSpPr/>
          <p:nvPr/>
        </p:nvSpPr>
        <p:spPr>
          <a:xfrm>
            <a:off x="2982027" y="1974953"/>
            <a:ext cx="0" cy="29"/>
          </a:xfrm>
          <a:custGeom>
            <a:avLst/>
            <a:gdLst/>
            <a:ahLst/>
            <a:cxnLst/>
            <a:rect l="l" t="t" r="r" b="b"/>
            <a:pathLst>
              <a:path h="1" extrusionOk="0">
                <a:moveTo>
                  <a:pt x="0" y="0"/>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173" name="Google Shape;14173;p82"/>
          <p:cNvSpPr/>
          <p:nvPr/>
        </p:nvSpPr>
        <p:spPr>
          <a:xfrm>
            <a:off x="3016426" y="2220227"/>
            <a:ext cx="376503" cy="373442"/>
          </a:xfrm>
          <a:custGeom>
            <a:avLst/>
            <a:gdLst/>
            <a:ahLst/>
            <a:cxnLst/>
            <a:rect l="l" t="t" r="r" b="b"/>
            <a:pathLst>
              <a:path w="12791" h="12687" extrusionOk="0">
                <a:moveTo>
                  <a:pt x="2986" y="7684"/>
                </a:moveTo>
                <a:cubicBezTo>
                  <a:pt x="4110" y="7684"/>
                  <a:pt x="5072" y="8568"/>
                  <a:pt x="5072" y="9751"/>
                </a:cubicBezTo>
                <a:cubicBezTo>
                  <a:pt x="5072" y="10727"/>
                  <a:pt x="4474" y="11484"/>
                  <a:pt x="3623" y="11736"/>
                </a:cubicBezTo>
                <a:cubicBezTo>
                  <a:pt x="3405" y="11810"/>
                  <a:pt x="3185" y="11846"/>
                  <a:pt x="2971" y="11846"/>
                </a:cubicBezTo>
                <a:cubicBezTo>
                  <a:pt x="2101" y="11846"/>
                  <a:pt x="1311" y="11265"/>
                  <a:pt x="1008" y="10381"/>
                </a:cubicBezTo>
                <a:cubicBezTo>
                  <a:pt x="662" y="9278"/>
                  <a:pt x="1292" y="8113"/>
                  <a:pt x="2394" y="7766"/>
                </a:cubicBezTo>
                <a:cubicBezTo>
                  <a:pt x="2594" y="7710"/>
                  <a:pt x="2792" y="7684"/>
                  <a:pt x="2986" y="7684"/>
                </a:cubicBezTo>
                <a:close/>
                <a:moveTo>
                  <a:pt x="9886" y="7696"/>
                </a:moveTo>
                <a:cubicBezTo>
                  <a:pt x="10161" y="7696"/>
                  <a:pt x="10441" y="7749"/>
                  <a:pt x="10712" y="7861"/>
                </a:cubicBezTo>
                <a:cubicBezTo>
                  <a:pt x="11468" y="8176"/>
                  <a:pt x="11972" y="8869"/>
                  <a:pt x="11972" y="9751"/>
                </a:cubicBezTo>
                <a:cubicBezTo>
                  <a:pt x="11972" y="10696"/>
                  <a:pt x="11373" y="11484"/>
                  <a:pt x="10523" y="11736"/>
                </a:cubicBezTo>
                <a:cubicBezTo>
                  <a:pt x="10305" y="11810"/>
                  <a:pt x="10085" y="11846"/>
                  <a:pt x="9870" y="11846"/>
                </a:cubicBezTo>
                <a:cubicBezTo>
                  <a:pt x="9001" y="11846"/>
                  <a:pt x="8211" y="11265"/>
                  <a:pt x="7908" y="10381"/>
                </a:cubicBezTo>
                <a:cubicBezTo>
                  <a:pt x="7750" y="9940"/>
                  <a:pt x="7782" y="9436"/>
                  <a:pt x="8002" y="8963"/>
                </a:cubicBezTo>
                <a:cubicBezTo>
                  <a:pt x="8309" y="8162"/>
                  <a:pt x="9073" y="7696"/>
                  <a:pt x="9886" y="7696"/>
                </a:cubicBezTo>
                <a:close/>
                <a:moveTo>
                  <a:pt x="2151" y="1"/>
                </a:moveTo>
                <a:cubicBezTo>
                  <a:pt x="1058" y="1"/>
                  <a:pt x="63" y="900"/>
                  <a:pt x="63" y="2064"/>
                </a:cubicBezTo>
                <a:lnTo>
                  <a:pt x="63" y="9593"/>
                </a:lnTo>
                <a:cubicBezTo>
                  <a:pt x="0" y="10633"/>
                  <a:pt x="504" y="11578"/>
                  <a:pt x="1323" y="12177"/>
                </a:cubicBezTo>
                <a:cubicBezTo>
                  <a:pt x="1822" y="12521"/>
                  <a:pt x="2387" y="12686"/>
                  <a:pt x="2947" y="12686"/>
                </a:cubicBezTo>
                <a:cubicBezTo>
                  <a:pt x="3874" y="12686"/>
                  <a:pt x="4786" y="12233"/>
                  <a:pt x="5356" y="11389"/>
                </a:cubicBezTo>
                <a:cubicBezTo>
                  <a:pt x="5671" y="10916"/>
                  <a:pt x="5860" y="10381"/>
                  <a:pt x="5860" y="9782"/>
                </a:cubicBezTo>
                <a:cubicBezTo>
                  <a:pt x="5860" y="9625"/>
                  <a:pt x="6018" y="9467"/>
                  <a:pt x="6207" y="9373"/>
                </a:cubicBezTo>
                <a:cubicBezTo>
                  <a:pt x="6270" y="9357"/>
                  <a:pt x="6340" y="9349"/>
                  <a:pt x="6411" y="9349"/>
                </a:cubicBezTo>
                <a:cubicBezTo>
                  <a:pt x="6482" y="9349"/>
                  <a:pt x="6553" y="9357"/>
                  <a:pt x="6616" y="9373"/>
                </a:cubicBezTo>
                <a:cubicBezTo>
                  <a:pt x="6805" y="9467"/>
                  <a:pt x="6963" y="9625"/>
                  <a:pt x="6963" y="9782"/>
                </a:cubicBezTo>
                <a:cubicBezTo>
                  <a:pt x="6963" y="10759"/>
                  <a:pt x="7467" y="11641"/>
                  <a:pt x="8223" y="12177"/>
                </a:cubicBezTo>
                <a:cubicBezTo>
                  <a:pt x="8709" y="12521"/>
                  <a:pt x="9272" y="12686"/>
                  <a:pt x="9833" y="12686"/>
                </a:cubicBezTo>
                <a:cubicBezTo>
                  <a:pt x="10762" y="12686"/>
                  <a:pt x="11686" y="12233"/>
                  <a:pt x="12256" y="11389"/>
                </a:cubicBezTo>
                <a:cubicBezTo>
                  <a:pt x="12602" y="10885"/>
                  <a:pt x="12791" y="10223"/>
                  <a:pt x="12728" y="9530"/>
                </a:cubicBezTo>
                <a:cubicBezTo>
                  <a:pt x="12791" y="9467"/>
                  <a:pt x="12791" y="9971"/>
                  <a:pt x="12791" y="2064"/>
                </a:cubicBezTo>
                <a:cubicBezTo>
                  <a:pt x="12791" y="1780"/>
                  <a:pt x="12760" y="1497"/>
                  <a:pt x="12634" y="1276"/>
                </a:cubicBezTo>
                <a:cubicBezTo>
                  <a:pt x="12310" y="458"/>
                  <a:pt x="11539" y="8"/>
                  <a:pt x="10750" y="8"/>
                </a:cubicBezTo>
                <a:cubicBezTo>
                  <a:pt x="10232" y="8"/>
                  <a:pt x="9706" y="202"/>
                  <a:pt x="9294" y="614"/>
                </a:cubicBezTo>
                <a:cubicBezTo>
                  <a:pt x="9137" y="772"/>
                  <a:pt x="9137" y="1024"/>
                  <a:pt x="9294" y="1182"/>
                </a:cubicBezTo>
                <a:cubicBezTo>
                  <a:pt x="9373" y="1260"/>
                  <a:pt x="9483" y="1300"/>
                  <a:pt x="9593" y="1300"/>
                </a:cubicBezTo>
                <a:cubicBezTo>
                  <a:pt x="9704" y="1300"/>
                  <a:pt x="9814" y="1260"/>
                  <a:pt x="9893" y="1182"/>
                </a:cubicBezTo>
                <a:cubicBezTo>
                  <a:pt x="10140" y="935"/>
                  <a:pt x="10448" y="819"/>
                  <a:pt x="10752" y="819"/>
                </a:cubicBezTo>
                <a:cubicBezTo>
                  <a:pt x="11263" y="819"/>
                  <a:pt x="11763" y="1144"/>
                  <a:pt x="11940" y="1717"/>
                </a:cubicBezTo>
                <a:cubicBezTo>
                  <a:pt x="11972" y="1812"/>
                  <a:pt x="11972" y="1938"/>
                  <a:pt x="11972" y="2064"/>
                </a:cubicBezTo>
                <a:lnTo>
                  <a:pt x="11972" y="7766"/>
                </a:lnTo>
                <a:cubicBezTo>
                  <a:pt x="11389" y="7183"/>
                  <a:pt x="10644" y="6907"/>
                  <a:pt x="9909" y="6907"/>
                </a:cubicBezTo>
                <a:cubicBezTo>
                  <a:pt x="8779" y="6907"/>
                  <a:pt x="7673" y="7559"/>
                  <a:pt x="7215" y="8743"/>
                </a:cubicBezTo>
                <a:cubicBezTo>
                  <a:pt x="6994" y="8617"/>
                  <a:pt x="6750" y="8554"/>
                  <a:pt x="6494" y="8554"/>
                </a:cubicBezTo>
                <a:cubicBezTo>
                  <a:pt x="6238" y="8554"/>
                  <a:pt x="5970" y="8617"/>
                  <a:pt x="5702" y="8743"/>
                </a:cubicBezTo>
                <a:cubicBezTo>
                  <a:pt x="5513" y="8207"/>
                  <a:pt x="5135" y="7735"/>
                  <a:pt x="4600" y="7388"/>
                </a:cubicBezTo>
                <a:cubicBezTo>
                  <a:pt x="4117" y="7053"/>
                  <a:pt x="3560" y="6889"/>
                  <a:pt x="3001" y="6889"/>
                </a:cubicBezTo>
                <a:cubicBezTo>
                  <a:pt x="2248" y="6889"/>
                  <a:pt x="1493" y="7187"/>
                  <a:pt x="914" y="7766"/>
                </a:cubicBezTo>
                <a:lnTo>
                  <a:pt x="914" y="2064"/>
                </a:lnTo>
                <a:cubicBezTo>
                  <a:pt x="914" y="1340"/>
                  <a:pt x="1486" y="814"/>
                  <a:pt x="2132" y="814"/>
                </a:cubicBezTo>
                <a:cubicBezTo>
                  <a:pt x="2301" y="814"/>
                  <a:pt x="2476" y="851"/>
                  <a:pt x="2646" y="929"/>
                </a:cubicBezTo>
                <a:cubicBezTo>
                  <a:pt x="2804" y="992"/>
                  <a:pt x="2899" y="1087"/>
                  <a:pt x="3025" y="1182"/>
                </a:cubicBezTo>
                <a:cubicBezTo>
                  <a:pt x="3103" y="1260"/>
                  <a:pt x="3214" y="1300"/>
                  <a:pt x="3324" y="1300"/>
                </a:cubicBezTo>
                <a:cubicBezTo>
                  <a:pt x="3434" y="1300"/>
                  <a:pt x="3544" y="1260"/>
                  <a:pt x="3623" y="1182"/>
                </a:cubicBezTo>
                <a:cubicBezTo>
                  <a:pt x="3781" y="1024"/>
                  <a:pt x="3781" y="772"/>
                  <a:pt x="3623" y="614"/>
                </a:cubicBezTo>
                <a:cubicBezTo>
                  <a:pt x="3434" y="394"/>
                  <a:pt x="3214" y="236"/>
                  <a:pt x="2962" y="173"/>
                </a:cubicBezTo>
                <a:cubicBezTo>
                  <a:pt x="2694" y="55"/>
                  <a:pt x="2420" y="1"/>
                  <a:pt x="2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174" name="Google Shape;14174;p82"/>
          <p:cNvSpPr/>
          <p:nvPr/>
        </p:nvSpPr>
        <p:spPr>
          <a:xfrm>
            <a:off x="1807487" y="2656925"/>
            <a:ext cx="231859" cy="372824"/>
          </a:xfrm>
          <a:custGeom>
            <a:avLst/>
            <a:gdLst/>
            <a:ahLst/>
            <a:cxnLst/>
            <a:rect l="l" t="t" r="r" b="b"/>
            <a:pathLst>
              <a:path w="7877" h="12666" extrusionOk="0">
                <a:moveTo>
                  <a:pt x="6491" y="788"/>
                </a:moveTo>
                <a:cubicBezTo>
                  <a:pt x="6743" y="788"/>
                  <a:pt x="6900" y="977"/>
                  <a:pt x="6932" y="1197"/>
                </a:cubicBezTo>
                <a:cubicBezTo>
                  <a:pt x="6869" y="1449"/>
                  <a:pt x="6711" y="1607"/>
                  <a:pt x="6459" y="1607"/>
                </a:cubicBezTo>
                <a:lnTo>
                  <a:pt x="5640" y="1607"/>
                </a:lnTo>
                <a:cubicBezTo>
                  <a:pt x="5388" y="1607"/>
                  <a:pt x="5230" y="1827"/>
                  <a:pt x="5230" y="2017"/>
                </a:cubicBezTo>
                <a:cubicBezTo>
                  <a:pt x="5230" y="2237"/>
                  <a:pt x="5451" y="2458"/>
                  <a:pt x="5640" y="2458"/>
                </a:cubicBezTo>
                <a:lnTo>
                  <a:pt x="6081" y="2458"/>
                </a:lnTo>
                <a:lnTo>
                  <a:pt x="6081" y="4379"/>
                </a:lnTo>
                <a:lnTo>
                  <a:pt x="1922" y="4379"/>
                </a:lnTo>
                <a:lnTo>
                  <a:pt x="1922" y="2458"/>
                </a:lnTo>
                <a:lnTo>
                  <a:pt x="2364" y="2458"/>
                </a:lnTo>
                <a:cubicBezTo>
                  <a:pt x="2616" y="2458"/>
                  <a:pt x="2805" y="2237"/>
                  <a:pt x="2805" y="2017"/>
                </a:cubicBezTo>
                <a:cubicBezTo>
                  <a:pt x="2805" y="1764"/>
                  <a:pt x="2616" y="1607"/>
                  <a:pt x="2364" y="1607"/>
                </a:cubicBezTo>
                <a:lnTo>
                  <a:pt x="1544" y="1607"/>
                </a:lnTo>
                <a:cubicBezTo>
                  <a:pt x="1292" y="1607"/>
                  <a:pt x="1135" y="1418"/>
                  <a:pt x="1135" y="1197"/>
                </a:cubicBezTo>
                <a:cubicBezTo>
                  <a:pt x="1135" y="945"/>
                  <a:pt x="1355" y="788"/>
                  <a:pt x="1544" y="788"/>
                </a:cubicBezTo>
                <a:close/>
                <a:moveTo>
                  <a:pt x="6018" y="5135"/>
                </a:moveTo>
                <a:lnTo>
                  <a:pt x="6018" y="9641"/>
                </a:lnTo>
                <a:cubicBezTo>
                  <a:pt x="6018" y="10901"/>
                  <a:pt x="5136" y="11815"/>
                  <a:pt x="3970" y="11815"/>
                </a:cubicBezTo>
                <a:cubicBezTo>
                  <a:pt x="2994" y="11815"/>
                  <a:pt x="2143" y="11090"/>
                  <a:pt x="1985" y="10176"/>
                </a:cubicBezTo>
                <a:lnTo>
                  <a:pt x="3151" y="10176"/>
                </a:lnTo>
                <a:cubicBezTo>
                  <a:pt x="3403" y="10176"/>
                  <a:pt x="3561" y="9956"/>
                  <a:pt x="3561" y="9735"/>
                </a:cubicBezTo>
                <a:cubicBezTo>
                  <a:pt x="3561" y="9483"/>
                  <a:pt x="3340" y="9326"/>
                  <a:pt x="3151" y="9326"/>
                </a:cubicBezTo>
                <a:lnTo>
                  <a:pt x="1891" y="9326"/>
                </a:lnTo>
                <a:lnTo>
                  <a:pt x="1891" y="8507"/>
                </a:lnTo>
                <a:lnTo>
                  <a:pt x="3151" y="8507"/>
                </a:lnTo>
                <a:cubicBezTo>
                  <a:pt x="3403" y="8507"/>
                  <a:pt x="3561" y="8317"/>
                  <a:pt x="3561" y="8065"/>
                </a:cubicBezTo>
                <a:cubicBezTo>
                  <a:pt x="3561" y="7845"/>
                  <a:pt x="3340" y="7656"/>
                  <a:pt x="3151" y="7656"/>
                </a:cubicBezTo>
                <a:lnTo>
                  <a:pt x="1891" y="7656"/>
                </a:lnTo>
                <a:lnTo>
                  <a:pt x="1891" y="6805"/>
                </a:lnTo>
                <a:lnTo>
                  <a:pt x="3151" y="6805"/>
                </a:lnTo>
                <a:cubicBezTo>
                  <a:pt x="3403" y="6805"/>
                  <a:pt x="3561" y="6616"/>
                  <a:pt x="3561" y="6396"/>
                </a:cubicBezTo>
                <a:cubicBezTo>
                  <a:pt x="3561" y="6144"/>
                  <a:pt x="3340" y="5955"/>
                  <a:pt x="3151" y="5955"/>
                </a:cubicBezTo>
                <a:lnTo>
                  <a:pt x="1891" y="5955"/>
                </a:lnTo>
                <a:lnTo>
                  <a:pt x="1891" y="5135"/>
                </a:lnTo>
                <a:close/>
                <a:moveTo>
                  <a:pt x="1513" y="0"/>
                </a:moveTo>
                <a:cubicBezTo>
                  <a:pt x="1072" y="0"/>
                  <a:pt x="725" y="189"/>
                  <a:pt x="473" y="567"/>
                </a:cubicBezTo>
                <a:cubicBezTo>
                  <a:pt x="1" y="1229"/>
                  <a:pt x="316" y="2143"/>
                  <a:pt x="1103" y="2395"/>
                </a:cubicBezTo>
                <a:lnTo>
                  <a:pt x="1103" y="9767"/>
                </a:lnTo>
                <a:cubicBezTo>
                  <a:pt x="1103" y="11422"/>
                  <a:pt x="2503" y="12666"/>
                  <a:pt x="4038" y="12666"/>
                </a:cubicBezTo>
                <a:cubicBezTo>
                  <a:pt x="4402" y="12666"/>
                  <a:pt x="4774" y="12596"/>
                  <a:pt x="5136" y="12445"/>
                </a:cubicBezTo>
                <a:cubicBezTo>
                  <a:pt x="6176" y="12004"/>
                  <a:pt x="6900" y="10964"/>
                  <a:pt x="6900" y="9767"/>
                </a:cubicBezTo>
                <a:lnTo>
                  <a:pt x="6900" y="2395"/>
                </a:lnTo>
                <a:cubicBezTo>
                  <a:pt x="7121" y="2332"/>
                  <a:pt x="7373" y="2174"/>
                  <a:pt x="7530" y="1922"/>
                </a:cubicBezTo>
                <a:cubicBezTo>
                  <a:pt x="7877" y="1355"/>
                  <a:pt x="7719" y="599"/>
                  <a:pt x="7184" y="189"/>
                </a:cubicBezTo>
                <a:cubicBezTo>
                  <a:pt x="6963" y="95"/>
                  <a:pt x="6743" y="0"/>
                  <a:pt x="64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175" name="Google Shape;14175;p82"/>
          <p:cNvSpPr/>
          <p:nvPr/>
        </p:nvSpPr>
        <p:spPr>
          <a:xfrm>
            <a:off x="1759274" y="3086955"/>
            <a:ext cx="328289" cy="374914"/>
          </a:xfrm>
          <a:custGeom>
            <a:avLst/>
            <a:gdLst/>
            <a:ahLst/>
            <a:cxnLst/>
            <a:rect l="l" t="t" r="r" b="b"/>
            <a:pathLst>
              <a:path w="11153" h="12737" extrusionOk="0">
                <a:moveTo>
                  <a:pt x="9452" y="4262"/>
                </a:moveTo>
                <a:lnTo>
                  <a:pt x="9452" y="4262"/>
                </a:lnTo>
                <a:cubicBezTo>
                  <a:pt x="9704" y="4703"/>
                  <a:pt x="9609" y="5270"/>
                  <a:pt x="9231" y="5679"/>
                </a:cubicBezTo>
                <a:cubicBezTo>
                  <a:pt x="8976" y="5915"/>
                  <a:pt x="8672" y="6040"/>
                  <a:pt x="8364" y="6040"/>
                </a:cubicBezTo>
                <a:cubicBezTo>
                  <a:pt x="8178" y="6040"/>
                  <a:pt x="7992" y="5995"/>
                  <a:pt x="7814" y="5900"/>
                </a:cubicBezTo>
                <a:lnTo>
                  <a:pt x="9452" y="4262"/>
                </a:lnTo>
                <a:close/>
                <a:moveTo>
                  <a:pt x="6018" y="835"/>
                </a:moveTo>
                <a:cubicBezTo>
                  <a:pt x="6120" y="835"/>
                  <a:pt x="6223" y="875"/>
                  <a:pt x="6301" y="954"/>
                </a:cubicBezTo>
                <a:lnTo>
                  <a:pt x="7215" y="1867"/>
                </a:lnTo>
                <a:cubicBezTo>
                  <a:pt x="7306" y="1935"/>
                  <a:pt x="7397" y="1987"/>
                  <a:pt x="7499" y="1987"/>
                </a:cubicBezTo>
                <a:cubicBezTo>
                  <a:pt x="7539" y="1987"/>
                  <a:pt x="7581" y="1979"/>
                  <a:pt x="7625" y="1962"/>
                </a:cubicBezTo>
                <a:cubicBezTo>
                  <a:pt x="7863" y="1897"/>
                  <a:pt x="8110" y="1865"/>
                  <a:pt x="8359" y="1865"/>
                </a:cubicBezTo>
                <a:cubicBezTo>
                  <a:pt x="8963" y="1865"/>
                  <a:pt x="9578" y="2055"/>
                  <a:pt x="10113" y="2434"/>
                </a:cubicBezTo>
                <a:lnTo>
                  <a:pt x="6049" y="6498"/>
                </a:lnTo>
                <a:cubicBezTo>
                  <a:pt x="5482" y="5774"/>
                  <a:pt x="5356" y="4892"/>
                  <a:pt x="5577" y="4010"/>
                </a:cubicBezTo>
                <a:cubicBezTo>
                  <a:pt x="5608" y="3852"/>
                  <a:pt x="5577" y="3726"/>
                  <a:pt x="5451" y="3631"/>
                </a:cubicBezTo>
                <a:lnTo>
                  <a:pt x="5199" y="3379"/>
                </a:lnTo>
                <a:lnTo>
                  <a:pt x="4537" y="2718"/>
                </a:lnTo>
                <a:cubicBezTo>
                  <a:pt x="4380" y="2560"/>
                  <a:pt x="4380" y="2277"/>
                  <a:pt x="4537" y="2119"/>
                </a:cubicBezTo>
                <a:lnTo>
                  <a:pt x="5734" y="954"/>
                </a:lnTo>
                <a:cubicBezTo>
                  <a:pt x="5813" y="875"/>
                  <a:pt x="5915" y="835"/>
                  <a:pt x="6018" y="835"/>
                </a:cubicBezTo>
                <a:close/>
                <a:moveTo>
                  <a:pt x="1290" y="6917"/>
                </a:moveTo>
                <a:cubicBezTo>
                  <a:pt x="1502" y="6917"/>
                  <a:pt x="1702" y="7106"/>
                  <a:pt x="1702" y="7318"/>
                </a:cubicBezTo>
                <a:cubicBezTo>
                  <a:pt x="1670" y="7538"/>
                  <a:pt x="1544" y="7696"/>
                  <a:pt x="1387" y="7727"/>
                </a:cubicBezTo>
                <a:cubicBezTo>
                  <a:pt x="1342" y="7740"/>
                  <a:pt x="1298" y="7746"/>
                  <a:pt x="1256" y="7746"/>
                </a:cubicBezTo>
                <a:cubicBezTo>
                  <a:pt x="1084" y="7746"/>
                  <a:pt x="933" y="7645"/>
                  <a:pt x="883" y="7444"/>
                </a:cubicBezTo>
                <a:cubicBezTo>
                  <a:pt x="788" y="7223"/>
                  <a:pt x="914" y="7002"/>
                  <a:pt x="1166" y="6939"/>
                </a:cubicBezTo>
                <a:cubicBezTo>
                  <a:pt x="1207" y="6924"/>
                  <a:pt x="1248" y="6917"/>
                  <a:pt x="1290" y="6917"/>
                </a:cubicBezTo>
                <a:close/>
                <a:moveTo>
                  <a:pt x="5807" y="10240"/>
                </a:moveTo>
                <a:cubicBezTo>
                  <a:pt x="6104" y="10240"/>
                  <a:pt x="6409" y="10293"/>
                  <a:pt x="6711" y="10405"/>
                </a:cubicBezTo>
                <a:cubicBezTo>
                  <a:pt x="7373" y="10626"/>
                  <a:pt x="7877" y="11193"/>
                  <a:pt x="8160" y="11886"/>
                </a:cubicBezTo>
                <a:lnTo>
                  <a:pt x="3529" y="11886"/>
                </a:lnTo>
                <a:cubicBezTo>
                  <a:pt x="3847" y="10882"/>
                  <a:pt x="4774" y="10240"/>
                  <a:pt x="5807" y="10240"/>
                </a:cubicBezTo>
                <a:close/>
                <a:moveTo>
                  <a:pt x="6030" y="1"/>
                </a:moveTo>
                <a:cubicBezTo>
                  <a:pt x="5711" y="1"/>
                  <a:pt x="5388" y="119"/>
                  <a:pt x="5136" y="355"/>
                </a:cubicBezTo>
                <a:lnTo>
                  <a:pt x="3938" y="1552"/>
                </a:lnTo>
                <a:cubicBezTo>
                  <a:pt x="3466" y="1993"/>
                  <a:pt x="3466" y="2781"/>
                  <a:pt x="3938" y="3316"/>
                </a:cubicBezTo>
                <a:lnTo>
                  <a:pt x="4348" y="3694"/>
                </a:lnTo>
                <a:lnTo>
                  <a:pt x="1828" y="6215"/>
                </a:lnTo>
                <a:cubicBezTo>
                  <a:pt x="1652" y="6127"/>
                  <a:pt x="1468" y="6087"/>
                  <a:pt x="1287" y="6087"/>
                </a:cubicBezTo>
                <a:cubicBezTo>
                  <a:pt x="623" y="6087"/>
                  <a:pt x="0" y="6625"/>
                  <a:pt x="0" y="7318"/>
                </a:cubicBezTo>
                <a:cubicBezTo>
                  <a:pt x="0" y="8052"/>
                  <a:pt x="611" y="8583"/>
                  <a:pt x="1293" y="8583"/>
                </a:cubicBezTo>
                <a:cubicBezTo>
                  <a:pt x="1459" y="8583"/>
                  <a:pt x="1629" y="8551"/>
                  <a:pt x="1796" y="8483"/>
                </a:cubicBezTo>
                <a:lnTo>
                  <a:pt x="3592" y="10279"/>
                </a:lnTo>
                <a:cubicBezTo>
                  <a:pt x="3056" y="10783"/>
                  <a:pt x="2647" y="11476"/>
                  <a:pt x="2584" y="12264"/>
                </a:cubicBezTo>
                <a:cubicBezTo>
                  <a:pt x="2521" y="12484"/>
                  <a:pt x="2741" y="12736"/>
                  <a:pt x="2962" y="12736"/>
                </a:cubicBezTo>
                <a:lnTo>
                  <a:pt x="8664" y="12736"/>
                </a:lnTo>
                <a:cubicBezTo>
                  <a:pt x="8916" y="12736"/>
                  <a:pt x="9105" y="12484"/>
                  <a:pt x="9074" y="12264"/>
                </a:cubicBezTo>
                <a:cubicBezTo>
                  <a:pt x="8837" y="10556"/>
                  <a:pt x="7367" y="9419"/>
                  <a:pt x="5795" y="9419"/>
                </a:cubicBezTo>
                <a:cubicBezTo>
                  <a:pt x="5279" y="9419"/>
                  <a:pt x="4752" y="9542"/>
                  <a:pt x="4254" y="9806"/>
                </a:cubicBezTo>
                <a:lnTo>
                  <a:pt x="2363" y="7916"/>
                </a:lnTo>
                <a:cubicBezTo>
                  <a:pt x="2521" y="7601"/>
                  <a:pt x="2521" y="7223"/>
                  <a:pt x="2426" y="6845"/>
                </a:cubicBezTo>
                <a:lnTo>
                  <a:pt x="4663" y="4608"/>
                </a:lnTo>
                <a:lnTo>
                  <a:pt x="4663" y="4608"/>
                </a:lnTo>
                <a:cubicBezTo>
                  <a:pt x="4632" y="5679"/>
                  <a:pt x="4978" y="6687"/>
                  <a:pt x="5734" y="7444"/>
                </a:cubicBezTo>
                <a:cubicBezTo>
                  <a:pt x="5813" y="7522"/>
                  <a:pt x="5915" y="7562"/>
                  <a:pt x="6018" y="7562"/>
                </a:cubicBezTo>
                <a:cubicBezTo>
                  <a:pt x="6120" y="7562"/>
                  <a:pt x="6223" y="7522"/>
                  <a:pt x="6301" y="7444"/>
                </a:cubicBezTo>
                <a:lnTo>
                  <a:pt x="7215" y="6530"/>
                </a:lnTo>
                <a:cubicBezTo>
                  <a:pt x="7564" y="6771"/>
                  <a:pt x="7958" y="6887"/>
                  <a:pt x="8352" y="6887"/>
                </a:cubicBezTo>
                <a:cubicBezTo>
                  <a:pt x="8883" y="6887"/>
                  <a:pt x="9414" y="6676"/>
                  <a:pt x="9830" y="6278"/>
                </a:cubicBezTo>
                <a:cubicBezTo>
                  <a:pt x="10523" y="5553"/>
                  <a:pt x="10618" y="4451"/>
                  <a:pt x="10082" y="3663"/>
                </a:cubicBezTo>
                <a:lnTo>
                  <a:pt x="10996" y="2749"/>
                </a:lnTo>
                <a:cubicBezTo>
                  <a:pt x="11153" y="2560"/>
                  <a:pt x="11153" y="2340"/>
                  <a:pt x="10996" y="2119"/>
                </a:cubicBezTo>
                <a:cubicBezTo>
                  <a:pt x="10259" y="1383"/>
                  <a:pt x="9297" y="1056"/>
                  <a:pt x="8341" y="1056"/>
                </a:cubicBezTo>
                <a:cubicBezTo>
                  <a:pt x="8111" y="1056"/>
                  <a:pt x="7882" y="1074"/>
                  <a:pt x="7656" y="1111"/>
                </a:cubicBezTo>
                <a:lnTo>
                  <a:pt x="6900" y="355"/>
                </a:lnTo>
                <a:cubicBezTo>
                  <a:pt x="6664" y="119"/>
                  <a:pt x="6349" y="1"/>
                  <a:pt x="60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176" name="Google Shape;14176;p82"/>
          <p:cNvSpPr/>
          <p:nvPr/>
        </p:nvSpPr>
        <p:spPr>
          <a:xfrm>
            <a:off x="1735189" y="3580990"/>
            <a:ext cx="372824" cy="374060"/>
          </a:xfrm>
          <a:custGeom>
            <a:avLst/>
            <a:gdLst/>
            <a:ahLst/>
            <a:cxnLst/>
            <a:rect l="l" t="t" r="r" b="b"/>
            <a:pathLst>
              <a:path w="12666" h="12708" extrusionOk="0">
                <a:moveTo>
                  <a:pt x="6347" y="841"/>
                </a:moveTo>
                <a:cubicBezTo>
                  <a:pt x="6876" y="841"/>
                  <a:pt x="7350" y="1172"/>
                  <a:pt x="7530" y="1712"/>
                </a:cubicBezTo>
                <a:cubicBezTo>
                  <a:pt x="7719" y="2405"/>
                  <a:pt x="7372" y="3067"/>
                  <a:pt x="6679" y="3256"/>
                </a:cubicBezTo>
                <a:cubicBezTo>
                  <a:pt x="6569" y="3289"/>
                  <a:pt x="6457" y="3305"/>
                  <a:pt x="6345" y="3305"/>
                </a:cubicBezTo>
                <a:cubicBezTo>
                  <a:pt x="5822" y="3305"/>
                  <a:pt x="5323" y="2956"/>
                  <a:pt x="5167" y="2437"/>
                </a:cubicBezTo>
                <a:cubicBezTo>
                  <a:pt x="4947" y="1775"/>
                  <a:pt x="5325" y="1082"/>
                  <a:pt x="5986" y="893"/>
                </a:cubicBezTo>
                <a:cubicBezTo>
                  <a:pt x="6108" y="858"/>
                  <a:pt x="6229" y="841"/>
                  <a:pt x="6347" y="841"/>
                </a:cubicBezTo>
                <a:close/>
                <a:moveTo>
                  <a:pt x="6353" y="5919"/>
                </a:moveTo>
                <a:cubicBezTo>
                  <a:pt x="7021" y="5919"/>
                  <a:pt x="7624" y="6459"/>
                  <a:pt x="7624" y="7162"/>
                </a:cubicBezTo>
                <a:cubicBezTo>
                  <a:pt x="7593" y="7698"/>
                  <a:pt x="7215" y="8170"/>
                  <a:pt x="6742" y="8328"/>
                </a:cubicBezTo>
                <a:cubicBezTo>
                  <a:pt x="6608" y="8371"/>
                  <a:pt x="6474" y="8391"/>
                  <a:pt x="6345" y="8391"/>
                </a:cubicBezTo>
                <a:cubicBezTo>
                  <a:pt x="5810" y="8391"/>
                  <a:pt x="5351" y="8042"/>
                  <a:pt x="5199" y="7509"/>
                </a:cubicBezTo>
                <a:cubicBezTo>
                  <a:pt x="5010" y="6847"/>
                  <a:pt x="5356" y="6186"/>
                  <a:pt x="6018" y="5965"/>
                </a:cubicBezTo>
                <a:cubicBezTo>
                  <a:pt x="6130" y="5934"/>
                  <a:pt x="6242" y="5919"/>
                  <a:pt x="6353" y="5919"/>
                </a:cubicBezTo>
                <a:close/>
                <a:moveTo>
                  <a:pt x="2079" y="9351"/>
                </a:moveTo>
                <a:cubicBezTo>
                  <a:pt x="2744" y="9351"/>
                  <a:pt x="3340" y="9871"/>
                  <a:pt x="3340" y="10596"/>
                </a:cubicBezTo>
                <a:cubicBezTo>
                  <a:pt x="3308" y="11163"/>
                  <a:pt x="2962" y="11604"/>
                  <a:pt x="2426" y="11762"/>
                </a:cubicBezTo>
                <a:cubicBezTo>
                  <a:pt x="2305" y="11797"/>
                  <a:pt x="2183" y="11813"/>
                  <a:pt x="2065" y="11813"/>
                </a:cubicBezTo>
                <a:cubicBezTo>
                  <a:pt x="1538" y="11813"/>
                  <a:pt x="1068" y="11483"/>
                  <a:pt x="914" y="10943"/>
                </a:cubicBezTo>
                <a:cubicBezTo>
                  <a:pt x="693" y="10281"/>
                  <a:pt x="1071" y="9588"/>
                  <a:pt x="1733" y="9399"/>
                </a:cubicBezTo>
                <a:cubicBezTo>
                  <a:pt x="1849" y="9367"/>
                  <a:pt x="1965" y="9351"/>
                  <a:pt x="2079" y="9351"/>
                </a:cubicBezTo>
                <a:close/>
                <a:moveTo>
                  <a:pt x="10617" y="9351"/>
                </a:moveTo>
                <a:cubicBezTo>
                  <a:pt x="11281" y="9351"/>
                  <a:pt x="11878" y="9871"/>
                  <a:pt x="11878" y="10596"/>
                </a:cubicBezTo>
                <a:cubicBezTo>
                  <a:pt x="11846" y="11163"/>
                  <a:pt x="11500" y="11604"/>
                  <a:pt x="10995" y="11762"/>
                </a:cubicBezTo>
                <a:cubicBezTo>
                  <a:pt x="10868" y="11797"/>
                  <a:pt x="10742" y="11813"/>
                  <a:pt x="10620" y="11813"/>
                </a:cubicBezTo>
                <a:cubicBezTo>
                  <a:pt x="10076" y="11813"/>
                  <a:pt x="9606" y="11483"/>
                  <a:pt x="9452" y="10943"/>
                </a:cubicBezTo>
                <a:cubicBezTo>
                  <a:pt x="9263" y="10281"/>
                  <a:pt x="9609" y="9588"/>
                  <a:pt x="10271" y="9399"/>
                </a:cubicBezTo>
                <a:cubicBezTo>
                  <a:pt x="10387" y="9367"/>
                  <a:pt x="10503" y="9351"/>
                  <a:pt x="10617" y="9351"/>
                </a:cubicBezTo>
                <a:close/>
                <a:moveTo>
                  <a:pt x="6344" y="0"/>
                </a:moveTo>
                <a:cubicBezTo>
                  <a:pt x="5677" y="0"/>
                  <a:pt x="5021" y="308"/>
                  <a:pt x="4631" y="893"/>
                </a:cubicBezTo>
                <a:cubicBezTo>
                  <a:pt x="3812" y="2122"/>
                  <a:pt x="4474" y="3760"/>
                  <a:pt x="5955" y="4075"/>
                </a:cubicBezTo>
                <a:lnTo>
                  <a:pt x="5955" y="5146"/>
                </a:lnTo>
                <a:cubicBezTo>
                  <a:pt x="4600" y="5430"/>
                  <a:pt x="3907" y="6910"/>
                  <a:pt x="4537" y="8107"/>
                </a:cubicBezTo>
                <a:lnTo>
                  <a:pt x="3434" y="9021"/>
                </a:lnTo>
                <a:cubicBezTo>
                  <a:pt x="3025" y="8706"/>
                  <a:pt x="2584" y="8548"/>
                  <a:pt x="2080" y="8548"/>
                </a:cubicBezTo>
                <a:cubicBezTo>
                  <a:pt x="945" y="8548"/>
                  <a:pt x="0" y="9494"/>
                  <a:pt x="0" y="10628"/>
                </a:cubicBezTo>
                <a:cubicBezTo>
                  <a:pt x="0" y="11762"/>
                  <a:pt x="945" y="12707"/>
                  <a:pt x="2080" y="12707"/>
                </a:cubicBezTo>
                <a:cubicBezTo>
                  <a:pt x="3214" y="12707"/>
                  <a:pt x="4159" y="11793"/>
                  <a:pt x="4159" y="10628"/>
                </a:cubicBezTo>
                <a:cubicBezTo>
                  <a:pt x="4159" y="10281"/>
                  <a:pt x="4096" y="9966"/>
                  <a:pt x="3938" y="9683"/>
                </a:cubicBezTo>
                <a:lnTo>
                  <a:pt x="5041" y="8769"/>
                </a:lnTo>
                <a:cubicBezTo>
                  <a:pt x="5435" y="9084"/>
                  <a:pt x="5907" y="9242"/>
                  <a:pt x="6376" y="9242"/>
                </a:cubicBezTo>
                <a:cubicBezTo>
                  <a:pt x="6845" y="9242"/>
                  <a:pt x="7309" y="9084"/>
                  <a:pt x="7687" y="8769"/>
                </a:cubicBezTo>
                <a:lnTo>
                  <a:pt x="8790" y="9683"/>
                </a:lnTo>
                <a:cubicBezTo>
                  <a:pt x="8318" y="10596"/>
                  <a:pt x="8570" y="11730"/>
                  <a:pt x="9452" y="12361"/>
                </a:cubicBezTo>
                <a:cubicBezTo>
                  <a:pt x="9803" y="12595"/>
                  <a:pt x="10203" y="12707"/>
                  <a:pt x="10598" y="12707"/>
                </a:cubicBezTo>
                <a:cubicBezTo>
                  <a:pt x="11266" y="12707"/>
                  <a:pt x="11923" y="12387"/>
                  <a:pt x="12319" y="11793"/>
                </a:cubicBezTo>
                <a:cubicBezTo>
                  <a:pt x="12571" y="11478"/>
                  <a:pt x="12665" y="11069"/>
                  <a:pt x="12665" y="10659"/>
                </a:cubicBezTo>
                <a:cubicBezTo>
                  <a:pt x="12665" y="9431"/>
                  <a:pt x="11783" y="8548"/>
                  <a:pt x="10617" y="8548"/>
                </a:cubicBezTo>
                <a:cubicBezTo>
                  <a:pt x="10113" y="8548"/>
                  <a:pt x="9672" y="8706"/>
                  <a:pt x="9294" y="9021"/>
                </a:cubicBezTo>
                <a:lnTo>
                  <a:pt x="8192" y="8107"/>
                </a:lnTo>
                <a:cubicBezTo>
                  <a:pt x="8822" y="6879"/>
                  <a:pt x="8097" y="5398"/>
                  <a:pt x="6774" y="5146"/>
                </a:cubicBezTo>
                <a:lnTo>
                  <a:pt x="6774" y="4075"/>
                </a:lnTo>
                <a:cubicBezTo>
                  <a:pt x="7530" y="3917"/>
                  <a:pt x="8097" y="3382"/>
                  <a:pt x="8349" y="2657"/>
                </a:cubicBezTo>
                <a:cubicBezTo>
                  <a:pt x="8633" y="1806"/>
                  <a:pt x="8318" y="861"/>
                  <a:pt x="7530" y="357"/>
                </a:cubicBezTo>
                <a:cubicBezTo>
                  <a:pt x="7170" y="117"/>
                  <a:pt x="6755" y="0"/>
                  <a:pt x="63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177" name="Google Shape;14177;p82"/>
          <p:cNvSpPr/>
          <p:nvPr/>
        </p:nvSpPr>
        <p:spPr>
          <a:xfrm>
            <a:off x="3953247" y="2657160"/>
            <a:ext cx="374678" cy="372353"/>
          </a:xfrm>
          <a:custGeom>
            <a:avLst/>
            <a:gdLst/>
            <a:ahLst/>
            <a:cxnLst/>
            <a:rect l="l" t="t" r="r" b="b"/>
            <a:pathLst>
              <a:path w="12729" h="12650" extrusionOk="0">
                <a:moveTo>
                  <a:pt x="9326" y="1000"/>
                </a:moveTo>
                <a:lnTo>
                  <a:pt x="11657" y="3332"/>
                </a:lnTo>
                <a:lnTo>
                  <a:pt x="3403" y="11617"/>
                </a:lnTo>
                <a:lnTo>
                  <a:pt x="1072" y="9286"/>
                </a:lnTo>
                <a:lnTo>
                  <a:pt x="2521" y="7837"/>
                </a:lnTo>
                <a:lnTo>
                  <a:pt x="3403" y="8688"/>
                </a:lnTo>
                <a:cubicBezTo>
                  <a:pt x="3482" y="8766"/>
                  <a:pt x="3584" y="8806"/>
                  <a:pt x="3686" y="8806"/>
                </a:cubicBezTo>
                <a:cubicBezTo>
                  <a:pt x="3789" y="8806"/>
                  <a:pt x="3891" y="8766"/>
                  <a:pt x="3970" y="8688"/>
                </a:cubicBezTo>
                <a:cubicBezTo>
                  <a:pt x="4128" y="8530"/>
                  <a:pt x="4128" y="8278"/>
                  <a:pt x="3970" y="8089"/>
                </a:cubicBezTo>
                <a:lnTo>
                  <a:pt x="3119" y="7238"/>
                </a:lnTo>
                <a:lnTo>
                  <a:pt x="4191" y="6167"/>
                </a:lnTo>
                <a:lnTo>
                  <a:pt x="5041" y="7049"/>
                </a:lnTo>
                <a:cubicBezTo>
                  <a:pt x="5120" y="7128"/>
                  <a:pt x="5230" y="7167"/>
                  <a:pt x="5340" y="7167"/>
                </a:cubicBezTo>
                <a:cubicBezTo>
                  <a:pt x="5451" y="7167"/>
                  <a:pt x="5561" y="7128"/>
                  <a:pt x="5640" y="7049"/>
                </a:cubicBezTo>
                <a:cubicBezTo>
                  <a:pt x="5797" y="6892"/>
                  <a:pt x="5797" y="6608"/>
                  <a:pt x="5640" y="6451"/>
                </a:cubicBezTo>
                <a:lnTo>
                  <a:pt x="4758" y="5600"/>
                </a:lnTo>
                <a:lnTo>
                  <a:pt x="5829" y="4529"/>
                </a:lnTo>
                <a:lnTo>
                  <a:pt x="6711" y="5380"/>
                </a:lnTo>
                <a:cubicBezTo>
                  <a:pt x="6790" y="5458"/>
                  <a:pt x="6892" y="5498"/>
                  <a:pt x="6994" y="5498"/>
                </a:cubicBezTo>
                <a:cubicBezTo>
                  <a:pt x="7097" y="5498"/>
                  <a:pt x="7199" y="5458"/>
                  <a:pt x="7278" y="5380"/>
                </a:cubicBezTo>
                <a:cubicBezTo>
                  <a:pt x="7436" y="5222"/>
                  <a:pt x="7436" y="4970"/>
                  <a:pt x="7278" y="4812"/>
                </a:cubicBezTo>
                <a:lnTo>
                  <a:pt x="6427" y="3930"/>
                </a:lnTo>
                <a:lnTo>
                  <a:pt x="7499" y="2859"/>
                </a:lnTo>
                <a:lnTo>
                  <a:pt x="8349" y="3741"/>
                </a:lnTo>
                <a:cubicBezTo>
                  <a:pt x="8428" y="3820"/>
                  <a:pt x="8538" y="3859"/>
                  <a:pt x="8648" y="3859"/>
                </a:cubicBezTo>
                <a:cubicBezTo>
                  <a:pt x="8759" y="3859"/>
                  <a:pt x="8869" y="3820"/>
                  <a:pt x="8948" y="3741"/>
                </a:cubicBezTo>
                <a:cubicBezTo>
                  <a:pt x="9105" y="3584"/>
                  <a:pt x="9105" y="3300"/>
                  <a:pt x="8948" y="3143"/>
                </a:cubicBezTo>
                <a:lnTo>
                  <a:pt x="8066" y="2292"/>
                </a:lnTo>
                <a:lnTo>
                  <a:pt x="9326" y="1000"/>
                </a:lnTo>
                <a:close/>
                <a:moveTo>
                  <a:pt x="9357" y="0"/>
                </a:moveTo>
                <a:cubicBezTo>
                  <a:pt x="9255" y="0"/>
                  <a:pt x="9153" y="39"/>
                  <a:pt x="9074" y="118"/>
                </a:cubicBezTo>
                <a:lnTo>
                  <a:pt x="7247" y="1914"/>
                </a:lnTo>
                <a:lnTo>
                  <a:pt x="7120" y="2040"/>
                </a:lnTo>
                <a:lnTo>
                  <a:pt x="5608" y="3584"/>
                </a:lnTo>
                <a:lnTo>
                  <a:pt x="5482" y="3678"/>
                </a:lnTo>
                <a:lnTo>
                  <a:pt x="3938" y="5222"/>
                </a:lnTo>
                <a:lnTo>
                  <a:pt x="3812" y="5348"/>
                </a:lnTo>
                <a:lnTo>
                  <a:pt x="2300" y="6892"/>
                </a:lnTo>
                <a:lnTo>
                  <a:pt x="2174" y="7018"/>
                </a:lnTo>
                <a:lnTo>
                  <a:pt x="158" y="9003"/>
                </a:lnTo>
                <a:cubicBezTo>
                  <a:pt x="0" y="9160"/>
                  <a:pt x="0" y="9444"/>
                  <a:pt x="158" y="9601"/>
                </a:cubicBezTo>
                <a:lnTo>
                  <a:pt x="3088" y="12531"/>
                </a:lnTo>
                <a:cubicBezTo>
                  <a:pt x="3167" y="12610"/>
                  <a:pt x="3269" y="12649"/>
                  <a:pt x="3371" y="12649"/>
                </a:cubicBezTo>
                <a:cubicBezTo>
                  <a:pt x="3474" y="12649"/>
                  <a:pt x="3576" y="12610"/>
                  <a:pt x="3655" y="12531"/>
                </a:cubicBezTo>
                <a:lnTo>
                  <a:pt x="12539" y="3647"/>
                </a:lnTo>
                <a:cubicBezTo>
                  <a:pt x="12728" y="3458"/>
                  <a:pt x="12728" y="3174"/>
                  <a:pt x="12571" y="3017"/>
                </a:cubicBezTo>
                <a:lnTo>
                  <a:pt x="9641" y="118"/>
                </a:lnTo>
                <a:cubicBezTo>
                  <a:pt x="9562" y="39"/>
                  <a:pt x="9460" y="0"/>
                  <a:pt x="93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4178" name="Google Shape;14178;p82"/>
          <p:cNvGrpSpPr/>
          <p:nvPr/>
        </p:nvGrpSpPr>
        <p:grpSpPr>
          <a:xfrm>
            <a:off x="1229534" y="1312990"/>
            <a:ext cx="396931" cy="373147"/>
            <a:chOff x="-42804750" y="1949600"/>
            <a:chExt cx="337125" cy="316925"/>
          </a:xfrm>
        </p:grpSpPr>
        <p:sp>
          <p:nvSpPr>
            <p:cNvPr id="14179" name="Google Shape;14179;p82"/>
            <p:cNvSpPr/>
            <p:nvPr/>
          </p:nvSpPr>
          <p:spPr>
            <a:xfrm>
              <a:off x="-42731500" y="2013125"/>
              <a:ext cx="189825" cy="189900"/>
            </a:xfrm>
            <a:custGeom>
              <a:avLst/>
              <a:gdLst/>
              <a:ahLst/>
              <a:cxnLst/>
              <a:rect l="l" t="t" r="r" b="b"/>
              <a:pathLst>
                <a:path w="7593" h="7596" extrusionOk="0">
                  <a:moveTo>
                    <a:pt x="3781" y="805"/>
                  </a:moveTo>
                  <a:cubicBezTo>
                    <a:pt x="5419" y="805"/>
                    <a:pt x="6742" y="2128"/>
                    <a:pt x="6742" y="3767"/>
                  </a:cubicBezTo>
                  <a:cubicBezTo>
                    <a:pt x="6774" y="5405"/>
                    <a:pt x="5419" y="6760"/>
                    <a:pt x="3781" y="6760"/>
                  </a:cubicBezTo>
                  <a:cubicBezTo>
                    <a:pt x="2426" y="6760"/>
                    <a:pt x="1292" y="5878"/>
                    <a:pt x="946" y="4649"/>
                  </a:cubicBezTo>
                  <a:cubicBezTo>
                    <a:pt x="347" y="2727"/>
                    <a:pt x="1765" y="805"/>
                    <a:pt x="3781" y="805"/>
                  </a:cubicBezTo>
                  <a:close/>
                  <a:moveTo>
                    <a:pt x="3809" y="1"/>
                  </a:moveTo>
                  <a:cubicBezTo>
                    <a:pt x="3297" y="1"/>
                    <a:pt x="2785" y="105"/>
                    <a:pt x="2300" y="301"/>
                  </a:cubicBezTo>
                  <a:cubicBezTo>
                    <a:pt x="946" y="868"/>
                    <a:pt x="0" y="2223"/>
                    <a:pt x="0" y="3798"/>
                  </a:cubicBezTo>
                  <a:cubicBezTo>
                    <a:pt x="0" y="5058"/>
                    <a:pt x="630" y="6224"/>
                    <a:pt x="1670" y="6949"/>
                  </a:cubicBezTo>
                  <a:cubicBezTo>
                    <a:pt x="2333" y="7390"/>
                    <a:pt x="3060" y="7596"/>
                    <a:pt x="3776" y="7596"/>
                  </a:cubicBezTo>
                  <a:cubicBezTo>
                    <a:pt x="4286" y="7596"/>
                    <a:pt x="4790" y="7492"/>
                    <a:pt x="5262" y="7295"/>
                  </a:cubicBezTo>
                  <a:cubicBezTo>
                    <a:pt x="6648" y="6697"/>
                    <a:pt x="7593" y="5373"/>
                    <a:pt x="7593" y="3798"/>
                  </a:cubicBezTo>
                  <a:cubicBezTo>
                    <a:pt x="7593" y="2506"/>
                    <a:pt x="6931" y="1341"/>
                    <a:pt x="5892" y="648"/>
                  </a:cubicBezTo>
                  <a:cubicBezTo>
                    <a:pt x="5248" y="206"/>
                    <a:pt x="4528" y="1"/>
                    <a:pt x="38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180" name="Google Shape;14180;p82"/>
            <p:cNvSpPr/>
            <p:nvPr/>
          </p:nvSpPr>
          <p:spPr>
            <a:xfrm>
              <a:off x="-42804750" y="1949600"/>
              <a:ext cx="337125" cy="316925"/>
            </a:xfrm>
            <a:custGeom>
              <a:avLst/>
              <a:gdLst/>
              <a:ahLst/>
              <a:cxnLst/>
              <a:rect l="l" t="t" r="r" b="b"/>
              <a:pathLst>
                <a:path w="13485" h="12677" extrusionOk="0">
                  <a:moveTo>
                    <a:pt x="3306" y="817"/>
                  </a:moveTo>
                  <a:cubicBezTo>
                    <a:pt x="3769" y="817"/>
                    <a:pt x="4233" y="967"/>
                    <a:pt x="4600" y="1267"/>
                  </a:cubicBezTo>
                  <a:cubicBezTo>
                    <a:pt x="3277" y="1802"/>
                    <a:pt x="2174" y="2905"/>
                    <a:pt x="1607" y="4260"/>
                  </a:cubicBezTo>
                  <a:cubicBezTo>
                    <a:pt x="914" y="3283"/>
                    <a:pt x="1072" y="1897"/>
                    <a:pt x="2143" y="1172"/>
                  </a:cubicBezTo>
                  <a:cubicBezTo>
                    <a:pt x="2484" y="935"/>
                    <a:pt x="2895" y="817"/>
                    <a:pt x="3306" y="817"/>
                  </a:cubicBezTo>
                  <a:close/>
                  <a:moveTo>
                    <a:pt x="10101" y="823"/>
                  </a:moveTo>
                  <a:cubicBezTo>
                    <a:pt x="10771" y="823"/>
                    <a:pt x="11436" y="1137"/>
                    <a:pt x="11846" y="1771"/>
                  </a:cubicBezTo>
                  <a:cubicBezTo>
                    <a:pt x="12382" y="2527"/>
                    <a:pt x="12319" y="3535"/>
                    <a:pt x="11783" y="4260"/>
                  </a:cubicBezTo>
                  <a:cubicBezTo>
                    <a:pt x="11248" y="2905"/>
                    <a:pt x="10177" y="1802"/>
                    <a:pt x="8790" y="1267"/>
                  </a:cubicBezTo>
                  <a:cubicBezTo>
                    <a:pt x="9176" y="971"/>
                    <a:pt x="9640" y="823"/>
                    <a:pt x="10101" y="823"/>
                  </a:cubicBezTo>
                  <a:close/>
                  <a:moveTo>
                    <a:pt x="6662" y="1686"/>
                  </a:moveTo>
                  <a:cubicBezTo>
                    <a:pt x="7287" y="1686"/>
                    <a:pt x="7908" y="1809"/>
                    <a:pt x="8475" y="2055"/>
                  </a:cubicBezTo>
                  <a:cubicBezTo>
                    <a:pt x="10177" y="2748"/>
                    <a:pt x="11311" y="4417"/>
                    <a:pt x="11311" y="6339"/>
                  </a:cubicBezTo>
                  <a:cubicBezTo>
                    <a:pt x="11374" y="8891"/>
                    <a:pt x="9263" y="10970"/>
                    <a:pt x="6711" y="10970"/>
                  </a:cubicBezTo>
                  <a:cubicBezTo>
                    <a:pt x="4159" y="10970"/>
                    <a:pt x="2048" y="8891"/>
                    <a:pt x="2017" y="6339"/>
                  </a:cubicBezTo>
                  <a:cubicBezTo>
                    <a:pt x="2017" y="4764"/>
                    <a:pt x="2804" y="3346"/>
                    <a:pt x="4065" y="2464"/>
                  </a:cubicBezTo>
                  <a:cubicBezTo>
                    <a:pt x="4846" y="1943"/>
                    <a:pt x="5759" y="1686"/>
                    <a:pt x="6662" y="1686"/>
                  </a:cubicBezTo>
                  <a:close/>
                  <a:moveTo>
                    <a:pt x="3282" y="1"/>
                  </a:moveTo>
                  <a:cubicBezTo>
                    <a:pt x="2347" y="1"/>
                    <a:pt x="1411" y="437"/>
                    <a:pt x="820" y="1298"/>
                  </a:cubicBezTo>
                  <a:cubicBezTo>
                    <a:pt x="0" y="2496"/>
                    <a:pt x="189" y="4165"/>
                    <a:pt x="1292" y="5142"/>
                  </a:cubicBezTo>
                  <a:cubicBezTo>
                    <a:pt x="820" y="7316"/>
                    <a:pt x="1702" y="9553"/>
                    <a:pt x="3497" y="10844"/>
                  </a:cubicBezTo>
                  <a:lnTo>
                    <a:pt x="2867" y="12073"/>
                  </a:lnTo>
                  <a:cubicBezTo>
                    <a:pt x="2773" y="12262"/>
                    <a:pt x="2867" y="12514"/>
                    <a:pt x="3088" y="12640"/>
                  </a:cubicBezTo>
                  <a:cubicBezTo>
                    <a:pt x="3137" y="12665"/>
                    <a:pt x="3189" y="12677"/>
                    <a:pt x="3240" y="12677"/>
                  </a:cubicBezTo>
                  <a:cubicBezTo>
                    <a:pt x="3386" y="12677"/>
                    <a:pt x="3530" y="12582"/>
                    <a:pt x="3623" y="12420"/>
                  </a:cubicBezTo>
                  <a:lnTo>
                    <a:pt x="4222" y="11254"/>
                  </a:lnTo>
                  <a:cubicBezTo>
                    <a:pt x="4994" y="11632"/>
                    <a:pt x="5821" y="11821"/>
                    <a:pt x="6648" y="11821"/>
                  </a:cubicBezTo>
                  <a:cubicBezTo>
                    <a:pt x="7475" y="11821"/>
                    <a:pt x="8302" y="11632"/>
                    <a:pt x="9074" y="11254"/>
                  </a:cubicBezTo>
                  <a:lnTo>
                    <a:pt x="9641" y="12420"/>
                  </a:lnTo>
                  <a:cubicBezTo>
                    <a:pt x="9736" y="12587"/>
                    <a:pt x="9904" y="12663"/>
                    <a:pt x="10062" y="12663"/>
                  </a:cubicBezTo>
                  <a:cubicBezTo>
                    <a:pt x="10113" y="12663"/>
                    <a:pt x="10162" y="12655"/>
                    <a:pt x="10208" y="12640"/>
                  </a:cubicBezTo>
                  <a:cubicBezTo>
                    <a:pt x="10397" y="12514"/>
                    <a:pt x="10492" y="12262"/>
                    <a:pt x="10397" y="12073"/>
                  </a:cubicBezTo>
                  <a:lnTo>
                    <a:pt x="9767" y="10844"/>
                  </a:lnTo>
                  <a:cubicBezTo>
                    <a:pt x="11594" y="9584"/>
                    <a:pt x="12476" y="7347"/>
                    <a:pt x="11972" y="5142"/>
                  </a:cubicBezTo>
                  <a:cubicBezTo>
                    <a:pt x="13485" y="3882"/>
                    <a:pt x="13359" y="1582"/>
                    <a:pt x="11752" y="511"/>
                  </a:cubicBezTo>
                  <a:cubicBezTo>
                    <a:pt x="11243" y="171"/>
                    <a:pt x="10658" y="5"/>
                    <a:pt x="10078" y="5"/>
                  </a:cubicBezTo>
                  <a:cubicBezTo>
                    <a:pt x="9258" y="5"/>
                    <a:pt x="8449" y="338"/>
                    <a:pt x="7877" y="983"/>
                  </a:cubicBezTo>
                  <a:cubicBezTo>
                    <a:pt x="7483" y="905"/>
                    <a:pt x="7081" y="865"/>
                    <a:pt x="6679" y="865"/>
                  </a:cubicBezTo>
                  <a:cubicBezTo>
                    <a:pt x="6278" y="865"/>
                    <a:pt x="5876" y="905"/>
                    <a:pt x="5482" y="983"/>
                  </a:cubicBezTo>
                  <a:cubicBezTo>
                    <a:pt x="4898" y="326"/>
                    <a:pt x="4090" y="1"/>
                    <a:pt x="32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181" name="Google Shape;14181;p82"/>
            <p:cNvSpPr/>
            <p:nvPr/>
          </p:nvSpPr>
          <p:spPr>
            <a:xfrm>
              <a:off x="-42644075" y="2060025"/>
              <a:ext cx="59100" cy="65400"/>
            </a:xfrm>
            <a:custGeom>
              <a:avLst/>
              <a:gdLst/>
              <a:ahLst/>
              <a:cxnLst/>
              <a:rect l="l" t="t" r="r" b="b"/>
              <a:pathLst>
                <a:path w="2364" h="2616" extrusionOk="0">
                  <a:moveTo>
                    <a:pt x="442" y="0"/>
                  </a:moveTo>
                  <a:cubicBezTo>
                    <a:pt x="189" y="0"/>
                    <a:pt x="0" y="189"/>
                    <a:pt x="0" y="410"/>
                  </a:cubicBezTo>
                  <a:lnTo>
                    <a:pt x="0" y="2237"/>
                  </a:lnTo>
                  <a:cubicBezTo>
                    <a:pt x="0" y="2458"/>
                    <a:pt x="189" y="2615"/>
                    <a:pt x="442" y="2615"/>
                  </a:cubicBezTo>
                  <a:lnTo>
                    <a:pt x="1922" y="2615"/>
                  </a:lnTo>
                  <a:cubicBezTo>
                    <a:pt x="2174" y="2615"/>
                    <a:pt x="2363" y="2426"/>
                    <a:pt x="2363" y="2237"/>
                  </a:cubicBezTo>
                  <a:cubicBezTo>
                    <a:pt x="2363" y="1954"/>
                    <a:pt x="2174" y="1796"/>
                    <a:pt x="1922" y="1796"/>
                  </a:cubicBezTo>
                  <a:lnTo>
                    <a:pt x="820" y="1796"/>
                  </a:lnTo>
                  <a:lnTo>
                    <a:pt x="820" y="410"/>
                  </a:lnTo>
                  <a:cubicBezTo>
                    <a:pt x="820" y="189"/>
                    <a:pt x="631"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182" name="Google Shape;14182;p82"/>
          <p:cNvGrpSpPr/>
          <p:nvPr/>
        </p:nvGrpSpPr>
        <p:grpSpPr>
          <a:xfrm>
            <a:off x="1292211" y="1765686"/>
            <a:ext cx="335706" cy="364258"/>
            <a:chOff x="-42778750" y="2320125"/>
            <a:chExt cx="285125" cy="309375"/>
          </a:xfrm>
        </p:grpSpPr>
        <p:sp>
          <p:nvSpPr>
            <p:cNvPr id="14183" name="Google Shape;14183;p82"/>
            <p:cNvSpPr/>
            <p:nvPr/>
          </p:nvSpPr>
          <p:spPr>
            <a:xfrm>
              <a:off x="-42778750" y="2320125"/>
              <a:ext cx="285125" cy="309375"/>
            </a:xfrm>
            <a:custGeom>
              <a:avLst/>
              <a:gdLst/>
              <a:ahLst/>
              <a:cxnLst/>
              <a:rect l="l" t="t" r="r" b="b"/>
              <a:pathLst>
                <a:path w="11405" h="12375" extrusionOk="0">
                  <a:moveTo>
                    <a:pt x="5654" y="815"/>
                  </a:moveTo>
                  <a:cubicBezTo>
                    <a:pt x="5920" y="815"/>
                    <a:pt x="6185" y="965"/>
                    <a:pt x="6459" y="1253"/>
                  </a:cubicBezTo>
                  <a:cubicBezTo>
                    <a:pt x="6711" y="1568"/>
                    <a:pt x="6963" y="1978"/>
                    <a:pt x="7120" y="2419"/>
                  </a:cubicBezTo>
                  <a:cubicBezTo>
                    <a:pt x="6616" y="2545"/>
                    <a:pt x="6144" y="2734"/>
                    <a:pt x="5671" y="2923"/>
                  </a:cubicBezTo>
                  <a:cubicBezTo>
                    <a:pt x="5198" y="2734"/>
                    <a:pt x="4726" y="2545"/>
                    <a:pt x="4190" y="2419"/>
                  </a:cubicBezTo>
                  <a:cubicBezTo>
                    <a:pt x="4348" y="2072"/>
                    <a:pt x="4568" y="1663"/>
                    <a:pt x="4789" y="1348"/>
                  </a:cubicBezTo>
                  <a:cubicBezTo>
                    <a:pt x="5083" y="988"/>
                    <a:pt x="5368" y="815"/>
                    <a:pt x="5654" y="815"/>
                  </a:cubicBezTo>
                  <a:close/>
                  <a:moveTo>
                    <a:pt x="3938" y="3238"/>
                  </a:moveTo>
                  <a:cubicBezTo>
                    <a:pt x="4159" y="3332"/>
                    <a:pt x="4411" y="3364"/>
                    <a:pt x="4600" y="3427"/>
                  </a:cubicBezTo>
                  <a:cubicBezTo>
                    <a:pt x="4285" y="3616"/>
                    <a:pt x="4033" y="3774"/>
                    <a:pt x="3781" y="3900"/>
                  </a:cubicBezTo>
                  <a:cubicBezTo>
                    <a:pt x="3844" y="3679"/>
                    <a:pt x="3907" y="3427"/>
                    <a:pt x="3938" y="3238"/>
                  </a:cubicBezTo>
                  <a:close/>
                  <a:moveTo>
                    <a:pt x="7341" y="3238"/>
                  </a:moveTo>
                  <a:cubicBezTo>
                    <a:pt x="7435" y="3490"/>
                    <a:pt x="7467" y="3711"/>
                    <a:pt x="7498" y="3963"/>
                  </a:cubicBezTo>
                  <a:cubicBezTo>
                    <a:pt x="7246" y="3805"/>
                    <a:pt x="6963" y="3616"/>
                    <a:pt x="6679" y="3490"/>
                  </a:cubicBezTo>
                  <a:cubicBezTo>
                    <a:pt x="6868" y="3364"/>
                    <a:pt x="7120" y="3301"/>
                    <a:pt x="7341" y="3238"/>
                  </a:cubicBezTo>
                  <a:close/>
                  <a:moveTo>
                    <a:pt x="2340" y="2993"/>
                  </a:moveTo>
                  <a:cubicBezTo>
                    <a:pt x="2618" y="2993"/>
                    <a:pt x="2897" y="3021"/>
                    <a:pt x="3151" y="3049"/>
                  </a:cubicBezTo>
                  <a:cubicBezTo>
                    <a:pt x="3025" y="3522"/>
                    <a:pt x="2899" y="3994"/>
                    <a:pt x="2867" y="4593"/>
                  </a:cubicBezTo>
                  <a:cubicBezTo>
                    <a:pt x="2457" y="4908"/>
                    <a:pt x="2048" y="5223"/>
                    <a:pt x="1670" y="5569"/>
                  </a:cubicBezTo>
                  <a:cubicBezTo>
                    <a:pt x="1040" y="4782"/>
                    <a:pt x="473" y="3616"/>
                    <a:pt x="1355" y="3175"/>
                  </a:cubicBezTo>
                  <a:cubicBezTo>
                    <a:pt x="1651" y="3036"/>
                    <a:pt x="1995" y="2993"/>
                    <a:pt x="2340" y="2993"/>
                  </a:cubicBezTo>
                  <a:close/>
                  <a:moveTo>
                    <a:pt x="8935" y="3013"/>
                  </a:moveTo>
                  <a:cubicBezTo>
                    <a:pt x="9678" y="3013"/>
                    <a:pt x="10397" y="3218"/>
                    <a:pt x="10397" y="3868"/>
                  </a:cubicBezTo>
                  <a:cubicBezTo>
                    <a:pt x="10397" y="4435"/>
                    <a:pt x="9956" y="5097"/>
                    <a:pt x="9609" y="5569"/>
                  </a:cubicBezTo>
                  <a:cubicBezTo>
                    <a:pt x="9294" y="5254"/>
                    <a:pt x="8884" y="4908"/>
                    <a:pt x="8412" y="4593"/>
                  </a:cubicBezTo>
                  <a:cubicBezTo>
                    <a:pt x="8349" y="4089"/>
                    <a:pt x="8254" y="3553"/>
                    <a:pt x="8160" y="3080"/>
                  </a:cubicBezTo>
                  <a:cubicBezTo>
                    <a:pt x="8400" y="3039"/>
                    <a:pt x="8669" y="3013"/>
                    <a:pt x="8935" y="3013"/>
                  </a:cubicBezTo>
                  <a:close/>
                  <a:moveTo>
                    <a:pt x="8538" y="5695"/>
                  </a:moveTo>
                  <a:cubicBezTo>
                    <a:pt x="8727" y="5853"/>
                    <a:pt x="8884" y="6010"/>
                    <a:pt x="9042" y="6168"/>
                  </a:cubicBezTo>
                  <a:cubicBezTo>
                    <a:pt x="8884" y="6325"/>
                    <a:pt x="8695" y="6483"/>
                    <a:pt x="8538" y="6640"/>
                  </a:cubicBezTo>
                  <a:lnTo>
                    <a:pt x="8538" y="5695"/>
                  </a:lnTo>
                  <a:close/>
                  <a:moveTo>
                    <a:pt x="2741" y="5727"/>
                  </a:moveTo>
                  <a:lnTo>
                    <a:pt x="2741" y="6672"/>
                  </a:lnTo>
                  <a:cubicBezTo>
                    <a:pt x="2552" y="6514"/>
                    <a:pt x="2394" y="6357"/>
                    <a:pt x="2237" y="6199"/>
                  </a:cubicBezTo>
                  <a:cubicBezTo>
                    <a:pt x="2426" y="6010"/>
                    <a:pt x="2583" y="5884"/>
                    <a:pt x="2741" y="5727"/>
                  </a:cubicBezTo>
                  <a:close/>
                  <a:moveTo>
                    <a:pt x="5671" y="3837"/>
                  </a:moveTo>
                  <a:cubicBezTo>
                    <a:pt x="6364" y="4152"/>
                    <a:pt x="7026" y="4561"/>
                    <a:pt x="7656" y="5002"/>
                  </a:cubicBezTo>
                  <a:cubicBezTo>
                    <a:pt x="7750" y="5821"/>
                    <a:pt x="7750" y="6609"/>
                    <a:pt x="7656" y="7334"/>
                  </a:cubicBezTo>
                  <a:cubicBezTo>
                    <a:pt x="7026" y="7775"/>
                    <a:pt x="6364" y="8184"/>
                    <a:pt x="5671" y="8531"/>
                  </a:cubicBezTo>
                  <a:cubicBezTo>
                    <a:pt x="4946" y="8216"/>
                    <a:pt x="4285" y="7806"/>
                    <a:pt x="3655" y="7334"/>
                  </a:cubicBezTo>
                  <a:cubicBezTo>
                    <a:pt x="3560" y="6609"/>
                    <a:pt x="3560" y="5821"/>
                    <a:pt x="3655" y="5002"/>
                  </a:cubicBezTo>
                  <a:cubicBezTo>
                    <a:pt x="3970" y="4782"/>
                    <a:pt x="4285" y="4593"/>
                    <a:pt x="4631" y="4404"/>
                  </a:cubicBezTo>
                  <a:cubicBezTo>
                    <a:pt x="4978" y="4183"/>
                    <a:pt x="5356" y="3994"/>
                    <a:pt x="5671" y="3837"/>
                  </a:cubicBezTo>
                  <a:close/>
                  <a:moveTo>
                    <a:pt x="3781" y="8436"/>
                  </a:moveTo>
                  <a:lnTo>
                    <a:pt x="3781" y="8436"/>
                  </a:lnTo>
                  <a:cubicBezTo>
                    <a:pt x="3907" y="8531"/>
                    <a:pt x="4033" y="8594"/>
                    <a:pt x="4222" y="8688"/>
                  </a:cubicBezTo>
                  <a:cubicBezTo>
                    <a:pt x="4241" y="8641"/>
                    <a:pt x="4248" y="8625"/>
                    <a:pt x="4250" y="8625"/>
                  </a:cubicBezTo>
                  <a:lnTo>
                    <a:pt x="4250" y="8625"/>
                  </a:lnTo>
                  <a:cubicBezTo>
                    <a:pt x="4252" y="8625"/>
                    <a:pt x="4233" y="8679"/>
                    <a:pt x="4225" y="8690"/>
                  </a:cubicBezTo>
                  <a:lnTo>
                    <a:pt x="4225" y="8690"/>
                  </a:lnTo>
                  <a:cubicBezTo>
                    <a:pt x="4224" y="8689"/>
                    <a:pt x="4223" y="8689"/>
                    <a:pt x="4222" y="8688"/>
                  </a:cubicBezTo>
                  <a:lnTo>
                    <a:pt x="4222" y="8688"/>
                  </a:lnTo>
                  <a:cubicBezTo>
                    <a:pt x="4222" y="8691"/>
                    <a:pt x="4222" y="8692"/>
                    <a:pt x="4223" y="8692"/>
                  </a:cubicBezTo>
                  <a:cubicBezTo>
                    <a:pt x="4223" y="8692"/>
                    <a:pt x="4224" y="8691"/>
                    <a:pt x="4225" y="8690"/>
                  </a:cubicBezTo>
                  <a:lnTo>
                    <a:pt x="4225" y="8690"/>
                  </a:lnTo>
                  <a:cubicBezTo>
                    <a:pt x="4350" y="8753"/>
                    <a:pt x="4475" y="8846"/>
                    <a:pt x="4631" y="8909"/>
                  </a:cubicBezTo>
                  <a:cubicBezTo>
                    <a:pt x="4411" y="9003"/>
                    <a:pt x="4159" y="9066"/>
                    <a:pt x="3970" y="9129"/>
                  </a:cubicBezTo>
                  <a:cubicBezTo>
                    <a:pt x="3907" y="8909"/>
                    <a:pt x="3844" y="8688"/>
                    <a:pt x="3781" y="8436"/>
                  </a:cubicBezTo>
                  <a:close/>
                  <a:moveTo>
                    <a:pt x="7498" y="8499"/>
                  </a:moveTo>
                  <a:cubicBezTo>
                    <a:pt x="7467" y="8688"/>
                    <a:pt x="7435" y="8909"/>
                    <a:pt x="7341" y="9161"/>
                  </a:cubicBezTo>
                  <a:cubicBezTo>
                    <a:pt x="7120" y="9066"/>
                    <a:pt x="6868" y="9035"/>
                    <a:pt x="6679" y="8972"/>
                  </a:cubicBezTo>
                  <a:cubicBezTo>
                    <a:pt x="6994" y="8814"/>
                    <a:pt x="7278" y="8625"/>
                    <a:pt x="7498" y="8499"/>
                  </a:cubicBezTo>
                  <a:close/>
                  <a:moveTo>
                    <a:pt x="1638" y="6798"/>
                  </a:moveTo>
                  <a:cubicBezTo>
                    <a:pt x="1985" y="7145"/>
                    <a:pt x="2394" y="7491"/>
                    <a:pt x="2836" y="7775"/>
                  </a:cubicBezTo>
                  <a:cubicBezTo>
                    <a:pt x="2899" y="8279"/>
                    <a:pt x="2993" y="8814"/>
                    <a:pt x="3088" y="9287"/>
                  </a:cubicBezTo>
                  <a:cubicBezTo>
                    <a:pt x="2848" y="9347"/>
                    <a:pt x="2583" y="9369"/>
                    <a:pt x="2309" y="9369"/>
                  </a:cubicBezTo>
                  <a:cubicBezTo>
                    <a:pt x="2150" y="9369"/>
                    <a:pt x="1989" y="9361"/>
                    <a:pt x="1827" y="9350"/>
                  </a:cubicBezTo>
                  <a:cubicBezTo>
                    <a:pt x="1103" y="9224"/>
                    <a:pt x="725" y="8846"/>
                    <a:pt x="945" y="8090"/>
                  </a:cubicBezTo>
                  <a:cubicBezTo>
                    <a:pt x="1040" y="7649"/>
                    <a:pt x="1323" y="7239"/>
                    <a:pt x="1638" y="6798"/>
                  </a:cubicBezTo>
                  <a:close/>
                  <a:moveTo>
                    <a:pt x="9641" y="6830"/>
                  </a:moveTo>
                  <a:cubicBezTo>
                    <a:pt x="9987" y="7271"/>
                    <a:pt x="10428" y="7932"/>
                    <a:pt x="10428" y="8531"/>
                  </a:cubicBezTo>
                  <a:cubicBezTo>
                    <a:pt x="10405" y="9192"/>
                    <a:pt x="9707" y="9391"/>
                    <a:pt x="8988" y="9391"/>
                  </a:cubicBezTo>
                  <a:cubicBezTo>
                    <a:pt x="8713" y="9391"/>
                    <a:pt x="8435" y="9362"/>
                    <a:pt x="8191" y="9318"/>
                  </a:cubicBezTo>
                  <a:cubicBezTo>
                    <a:pt x="8286" y="8846"/>
                    <a:pt x="8412" y="8373"/>
                    <a:pt x="8443" y="7806"/>
                  </a:cubicBezTo>
                  <a:cubicBezTo>
                    <a:pt x="8853" y="7491"/>
                    <a:pt x="9294" y="7176"/>
                    <a:pt x="9641" y="6830"/>
                  </a:cubicBezTo>
                  <a:close/>
                  <a:moveTo>
                    <a:pt x="5671" y="9444"/>
                  </a:moveTo>
                  <a:cubicBezTo>
                    <a:pt x="6144" y="9633"/>
                    <a:pt x="6616" y="9822"/>
                    <a:pt x="7120" y="9948"/>
                  </a:cubicBezTo>
                  <a:cubicBezTo>
                    <a:pt x="6868" y="10453"/>
                    <a:pt x="6522" y="11177"/>
                    <a:pt x="6049" y="11429"/>
                  </a:cubicBezTo>
                  <a:cubicBezTo>
                    <a:pt x="5909" y="11527"/>
                    <a:pt x="5782" y="11569"/>
                    <a:pt x="5659" y="11569"/>
                  </a:cubicBezTo>
                  <a:cubicBezTo>
                    <a:pt x="5504" y="11569"/>
                    <a:pt x="5356" y="11503"/>
                    <a:pt x="5198" y="11398"/>
                  </a:cubicBezTo>
                  <a:cubicBezTo>
                    <a:pt x="4757" y="11083"/>
                    <a:pt x="4411" y="10453"/>
                    <a:pt x="4222" y="9948"/>
                  </a:cubicBezTo>
                  <a:cubicBezTo>
                    <a:pt x="4694" y="9822"/>
                    <a:pt x="5198" y="9633"/>
                    <a:pt x="5671" y="9444"/>
                  </a:cubicBezTo>
                  <a:close/>
                  <a:moveTo>
                    <a:pt x="5689" y="1"/>
                  </a:moveTo>
                  <a:cubicBezTo>
                    <a:pt x="5142" y="1"/>
                    <a:pt x="4663" y="283"/>
                    <a:pt x="4285" y="686"/>
                  </a:cubicBezTo>
                  <a:cubicBezTo>
                    <a:pt x="3907" y="1127"/>
                    <a:pt x="3623" y="1663"/>
                    <a:pt x="3434" y="2261"/>
                  </a:cubicBezTo>
                  <a:cubicBezTo>
                    <a:pt x="3054" y="2197"/>
                    <a:pt x="2712" y="2168"/>
                    <a:pt x="2405" y="2168"/>
                  </a:cubicBezTo>
                  <a:cubicBezTo>
                    <a:pt x="753" y="2168"/>
                    <a:pt x="126" y="3018"/>
                    <a:pt x="126" y="3868"/>
                  </a:cubicBezTo>
                  <a:cubicBezTo>
                    <a:pt x="126" y="4687"/>
                    <a:pt x="630" y="5538"/>
                    <a:pt x="1166" y="6168"/>
                  </a:cubicBezTo>
                  <a:cubicBezTo>
                    <a:pt x="788" y="6640"/>
                    <a:pt x="441" y="7176"/>
                    <a:pt x="221" y="7775"/>
                  </a:cubicBezTo>
                  <a:cubicBezTo>
                    <a:pt x="0" y="8499"/>
                    <a:pt x="126" y="9224"/>
                    <a:pt x="693" y="9696"/>
                  </a:cubicBezTo>
                  <a:cubicBezTo>
                    <a:pt x="1155" y="10078"/>
                    <a:pt x="1784" y="10204"/>
                    <a:pt x="2416" y="10204"/>
                  </a:cubicBezTo>
                  <a:cubicBezTo>
                    <a:pt x="2775" y="10204"/>
                    <a:pt x="3135" y="10163"/>
                    <a:pt x="3466" y="10106"/>
                  </a:cubicBezTo>
                  <a:lnTo>
                    <a:pt x="3812" y="10925"/>
                  </a:lnTo>
                  <a:cubicBezTo>
                    <a:pt x="4442" y="12059"/>
                    <a:pt x="5135" y="12374"/>
                    <a:pt x="5702" y="12374"/>
                  </a:cubicBezTo>
                  <a:cubicBezTo>
                    <a:pt x="6837" y="12374"/>
                    <a:pt x="7593" y="11177"/>
                    <a:pt x="8002" y="10106"/>
                  </a:cubicBezTo>
                  <a:cubicBezTo>
                    <a:pt x="8317" y="10159"/>
                    <a:pt x="8660" y="10194"/>
                    <a:pt x="9004" y="10194"/>
                  </a:cubicBezTo>
                  <a:cubicBezTo>
                    <a:pt x="9690" y="10194"/>
                    <a:pt x="10376" y="10054"/>
                    <a:pt x="10838" y="9633"/>
                  </a:cubicBezTo>
                  <a:cubicBezTo>
                    <a:pt x="11310" y="9161"/>
                    <a:pt x="11373" y="8531"/>
                    <a:pt x="11216" y="7901"/>
                  </a:cubicBezTo>
                  <a:cubicBezTo>
                    <a:pt x="10995" y="7302"/>
                    <a:pt x="10617" y="6703"/>
                    <a:pt x="10208" y="6199"/>
                  </a:cubicBezTo>
                  <a:cubicBezTo>
                    <a:pt x="10838" y="5443"/>
                    <a:pt x="11405" y="4435"/>
                    <a:pt x="11184" y="3490"/>
                  </a:cubicBezTo>
                  <a:cubicBezTo>
                    <a:pt x="10995" y="2765"/>
                    <a:pt x="10397" y="2387"/>
                    <a:pt x="9641" y="2230"/>
                  </a:cubicBezTo>
                  <a:cubicBezTo>
                    <a:pt x="9406" y="2175"/>
                    <a:pt x="9153" y="2150"/>
                    <a:pt x="8895" y="2150"/>
                  </a:cubicBezTo>
                  <a:cubicBezTo>
                    <a:pt x="8565" y="2150"/>
                    <a:pt x="8226" y="2191"/>
                    <a:pt x="7908" y="2261"/>
                  </a:cubicBezTo>
                  <a:cubicBezTo>
                    <a:pt x="7593" y="1348"/>
                    <a:pt x="6994" y="340"/>
                    <a:pt x="6112" y="56"/>
                  </a:cubicBezTo>
                  <a:cubicBezTo>
                    <a:pt x="5967" y="18"/>
                    <a:pt x="5826" y="1"/>
                    <a:pt x="56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184" name="Google Shape;14184;p82"/>
            <p:cNvSpPr/>
            <p:nvPr/>
          </p:nvSpPr>
          <p:spPr>
            <a:xfrm>
              <a:off x="-42667700" y="2443600"/>
              <a:ext cx="62250" cy="61475"/>
            </a:xfrm>
            <a:custGeom>
              <a:avLst/>
              <a:gdLst/>
              <a:ahLst/>
              <a:cxnLst/>
              <a:rect l="l" t="t" r="r" b="b"/>
              <a:pathLst>
                <a:path w="2490" h="2459" extrusionOk="0">
                  <a:moveTo>
                    <a:pt x="1249" y="858"/>
                  </a:moveTo>
                  <a:cubicBezTo>
                    <a:pt x="1468" y="858"/>
                    <a:pt x="1639" y="1027"/>
                    <a:pt x="1639" y="1260"/>
                  </a:cubicBezTo>
                  <a:cubicBezTo>
                    <a:pt x="1607" y="1418"/>
                    <a:pt x="1481" y="1575"/>
                    <a:pt x="1323" y="1670"/>
                  </a:cubicBezTo>
                  <a:cubicBezTo>
                    <a:pt x="1285" y="1681"/>
                    <a:pt x="1248" y="1686"/>
                    <a:pt x="1211" y="1686"/>
                  </a:cubicBezTo>
                  <a:cubicBezTo>
                    <a:pt x="1040" y="1686"/>
                    <a:pt x="897" y="1569"/>
                    <a:pt x="819" y="1386"/>
                  </a:cubicBezTo>
                  <a:cubicBezTo>
                    <a:pt x="756" y="1134"/>
                    <a:pt x="851" y="945"/>
                    <a:pt x="1103" y="882"/>
                  </a:cubicBezTo>
                  <a:cubicBezTo>
                    <a:pt x="1153" y="866"/>
                    <a:pt x="1202" y="858"/>
                    <a:pt x="1249" y="858"/>
                  </a:cubicBezTo>
                  <a:close/>
                  <a:moveTo>
                    <a:pt x="1229" y="0"/>
                  </a:moveTo>
                  <a:cubicBezTo>
                    <a:pt x="567" y="0"/>
                    <a:pt x="0" y="567"/>
                    <a:pt x="0" y="1229"/>
                  </a:cubicBezTo>
                  <a:cubicBezTo>
                    <a:pt x="0" y="1874"/>
                    <a:pt x="509" y="2459"/>
                    <a:pt x="1177" y="2459"/>
                  </a:cubicBezTo>
                  <a:cubicBezTo>
                    <a:pt x="1194" y="2459"/>
                    <a:pt x="1211" y="2458"/>
                    <a:pt x="1229" y="2458"/>
                  </a:cubicBezTo>
                  <a:cubicBezTo>
                    <a:pt x="1891" y="2458"/>
                    <a:pt x="2489" y="1891"/>
                    <a:pt x="2489" y="1229"/>
                  </a:cubicBezTo>
                  <a:cubicBezTo>
                    <a:pt x="2426" y="567"/>
                    <a:pt x="1891" y="0"/>
                    <a:pt x="12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185" name="Google Shape;14185;p82"/>
          <p:cNvGrpSpPr/>
          <p:nvPr/>
        </p:nvGrpSpPr>
        <p:grpSpPr>
          <a:xfrm>
            <a:off x="1269879" y="2212691"/>
            <a:ext cx="375591" cy="374678"/>
            <a:chOff x="-42796875" y="2680675"/>
            <a:chExt cx="319000" cy="318225"/>
          </a:xfrm>
        </p:grpSpPr>
        <p:sp>
          <p:nvSpPr>
            <p:cNvPr id="14186" name="Google Shape;14186;p82"/>
            <p:cNvSpPr/>
            <p:nvPr/>
          </p:nvSpPr>
          <p:spPr>
            <a:xfrm>
              <a:off x="-42671650" y="2853950"/>
              <a:ext cx="70125" cy="21275"/>
            </a:xfrm>
            <a:custGeom>
              <a:avLst/>
              <a:gdLst/>
              <a:ahLst/>
              <a:cxnLst/>
              <a:rect l="l" t="t" r="r" b="b"/>
              <a:pathLst>
                <a:path w="2805" h="851" extrusionOk="0">
                  <a:moveTo>
                    <a:pt x="442" y="0"/>
                  </a:moveTo>
                  <a:cubicBezTo>
                    <a:pt x="190" y="0"/>
                    <a:pt x="1" y="221"/>
                    <a:pt x="1" y="410"/>
                  </a:cubicBezTo>
                  <a:cubicBezTo>
                    <a:pt x="1" y="630"/>
                    <a:pt x="190" y="851"/>
                    <a:pt x="442" y="851"/>
                  </a:cubicBezTo>
                  <a:lnTo>
                    <a:pt x="2364" y="851"/>
                  </a:lnTo>
                  <a:cubicBezTo>
                    <a:pt x="2616" y="851"/>
                    <a:pt x="2773" y="630"/>
                    <a:pt x="2773" y="410"/>
                  </a:cubicBezTo>
                  <a:cubicBezTo>
                    <a:pt x="2805" y="221"/>
                    <a:pt x="2584" y="0"/>
                    <a:pt x="23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187" name="Google Shape;14187;p82"/>
            <p:cNvSpPr/>
            <p:nvPr/>
          </p:nvSpPr>
          <p:spPr>
            <a:xfrm>
              <a:off x="-42671650" y="2895675"/>
              <a:ext cx="70125" cy="20525"/>
            </a:xfrm>
            <a:custGeom>
              <a:avLst/>
              <a:gdLst/>
              <a:ahLst/>
              <a:cxnLst/>
              <a:rect l="l" t="t" r="r" b="b"/>
              <a:pathLst>
                <a:path w="2805" h="821" extrusionOk="0">
                  <a:moveTo>
                    <a:pt x="442" y="1"/>
                  </a:moveTo>
                  <a:cubicBezTo>
                    <a:pt x="190" y="1"/>
                    <a:pt x="1" y="190"/>
                    <a:pt x="1" y="442"/>
                  </a:cubicBezTo>
                  <a:cubicBezTo>
                    <a:pt x="1" y="663"/>
                    <a:pt x="190" y="820"/>
                    <a:pt x="442" y="820"/>
                  </a:cubicBezTo>
                  <a:lnTo>
                    <a:pt x="2364" y="820"/>
                  </a:lnTo>
                  <a:cubicBezTo>
                    <a:pt x="2616" y="820"/>
                    <a:pt x="2773" y="631"/>
                    <a:pt x="2773" y="442"/>
                  </a:cubicBezTo>
                  <a:cubicBezTo>
                    <a:pt x="2805" y="190"/>
                    <a:pt x="2584" y="1"/>
                    <a:pt x="23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188" name="Google Shape;14188;p82"/>
            <p:cNvSpPr/>
            <p:nvPr/>
          </p:nvSpPr>
          <p:spPr>
            <a:xfrm>
              <a:off x="-42796875" y="2680675"/>
              <a:ext cx="319000" cy="318225"/>
            </a:xfrm>
            <a:custGeom>
              <a:avLst/>
              <a:gdLst/>
              <a:ahLst/>
              <a:cxnLst/>
              <a:rect l="l" t="t" r="r" b="b"/>
              <a:pathLst>
                <a:path w="12760" h="12729" extrusionOk="0">
                  <a:moveTo>
                    <a:pt x="9011" y="882"/>
                  </a:moveTo>
                  <a:cubicBezTo>
                    <a:pt x="9168" y="882"/>
                    <a:pt x="9357" y="914"/>
                    <a:pt x="9483" y="945"/>
                  </a:cubicBezTo>
                  <a:cubicBezTo>
                    <a:pt x="9799" y="1071"/>
                    <a:pt x="10051" y="1355"/>
                    <a:pt x="10177" y="1701"/>
                  </a:cubicBezTo>
                  <a:lnTo>
                    <a:pt x="2615" y="1701"/>
                  </a:lnTo>
                  <a:cubicBezTo>
                    <a:pt x="2804" y="1229"/>
                    <a:pt x="3245" y="882"/>
                    <a:pt x="3781" y="882"/>
                  </a:cubicBezTo>
                  <a:close/>
                  <a:moveTo>
                    <a:pt x="1733" y="3623"/>
                  </a:moveTo>
                  <a:lnTo>
                    <a:pt x="1733" y="5293"/>
                  </a:lnTo>
                  <a:lnTo>
                    <a:pt x="914" y="5293"/>
                  </a:lnTo>
                  <a:lnTo>
                    <a:pt x="914" y="3623"/>
                  </a:lnTo>
                  <a:close/>
                  <a:moveTo>
                    <a:pt x="11941" y="3623"/>
                  </a:moveTo>
                  <a:lnTo>
                    <a:pt x="11941" y="5293"/>
                  </a:lnTo>
                  <a:lnTo>
                    <a:pt x="11122" y="5293"/>
                  </a:lnTo>
                  <a:lnTo>
                    <a:pt x="11122" y="3623"/>
                  </a:lnTo>
                  <a:close/>
                  <a:moveTo>
                    <a:pt x="10240" y="2521"/>
                  </a:moveTo>
                  <a:lnTo>
                    <a:pt x="10240" y="5316"/>
                  </a:lnTo>
                  <a:lnTo>
                    <a:pt x="10240" y="5316"/>
                  </a:lnTo>
                  <a:cubicBezTo>
                    <a:pt x="10144" y="5293"/>
                    <a:pt x="10003" y="5293"/>
                    <a:pt x="9862" y="5293"/>
                  </a:cubicBezTo>
                  <a:lnTo>
                    <a:pt x="6932" y="5293"/>
                  </a:lnTo>
                  <a:lnTo>
                    <a:pt x="6932" y="2521"/>
                  </a:lnTo>
                  <a:close/>
                  <a:moveTo>
                    <a:pt x="6144" y="2521"/>
                  </a:moveTo>
                  <a:lnTo>
                    <a:pt x="6144" y="5293"/>
                  </a:lnTo>
                  <a:lnTo>
                    <a:pt x="2962" y="5293"/>
                  </a:lnTo>
                  <a:cubicBezTo>
                    <a:pt x="2804" y="5293"/>
                    <a:pt x="2678" y="5293"/>
                    <a:pt x="2552" y="5324"/>
                  </a:cubicBezTo>
                  <a:lnTo>
                    <a:pt x="2552" y="2521"/>
                  </a:lnTo>
                  <a:close/>
                  <a:moveTo>
                    <a:pt x="9893" y="6207"/>
                  </a:moveTo>
                  <a:cubicBezTo>
                    <a:pt x="10555" y="6207"/>
                    <a:pt x="11122" y="6742"/>
                    <a:pt x="11122" y="7404"/>
                  </a:cubicBezTo>
                  <a:lnTo>
                    <a:pt x="11122" y="9861"/>
                  </a:lnTo>
                  <a:cubicBezTo>
                    <a:pt x="11122" y="10019"/>
                    <a:pt x="11027" y="10145"/>
                    <a:pt x="10933" y="10208"/>
                  </a:cubicBezTo>
                  <a:cubicBezTo>
                    <a:pt x="10838" y="10239"/>
                    <a:pt x="10775" y="10302"/>
                    <a:pt x="10681" y="10302"/>
                  </a:cubicBezTo>
                  <a:lnTo>
                    <a:pt x="2143" y="10302"/>
                  </a:lnTo>
                  <a:cubicBezTo>
                    <a:pt x="1922" y="10302"/>
                    <a:pt x="1796" y="10176"/>
                    <a:pt x="1733" y="10019"/>
                  </a:cubicBezTo>
                  <a:cubicBezTo>
                    <a:pt x="1702" y="9924"/>
                    <a:pt x="1733" y="10050"/>
                    <a:pt x="1733" y="8254"/>
                  </a:cubicBezTo>
                  <a:lnTo>
                    <a:pt x="1733" y="7404"/>
                  </a:lnTo>
                  <a:cubicBezTo>
                    <a:pt x="1733" y="6994"/>
                    <a:pt x="1922" y="6616"/>
                    <a:pt x="2300" y="6396"/>
                  </a:cubicBezTo>
                  <a:cubicBezTo>
                    <a:pt x="2489" y="6270"/>
                    <a:pt x="2710" y="6207"/>
                    <a:pt x="2993" y="6207"/>
                  </a:cubicBezTo>
                  <a:close/>
                  <a:moveTo>
                    <a:pt x="3403" y="11090"/>
                  </a:moveTo>
                  <a:lnTo>
                    <a:pt x="3403" y="11909"/>
                  </a:lnTo>
                  <a:lnTo>
                    <a:pt x="2552" y="11909"/>
                  </a:lnTo>
                  <a:lnTo>
                    <a:pt x="2552" y="11090"/>
                  </a:lnTo>
                  <a:close/>
                  <a:moveTo>
                    <a:pt x="10271" y="11090"/>
                  </a:moveTo>
                  <a:lnTo>
                    <a:pt x="10271" y="11909"/>
                  </a:lnTo>
                  <a:lnTo>
                    <a:pt x="9452" y="11909"/>
                  </a:lnTo>
                  <a:lnTo>
                    <a:pt x="9452" y="11090"/>
                  </a:lnTo>
                  <a:close/>
                  <a:moveTo>
                    <a:pt x="3750" y="0"/>
                  </a:moveTo>
                  <a:cubicBezTo>
                    <a:pt x="2615" y="0"/>
                    <a:pt x="1670" y="945"/>
                    <a:pt x="1670" y="2079"/>
                  </a:cubicBezTo>
                  <a:lnTo>
                    <a:pt x="1670" y="2804"/>
                  </a:lnTo>
                  <a:lnTo>
                    <a:pt x="442" y="2804"/>
                  </a:lnTo>
                  <a:cubicBezTo>
                    <a:pt x="190" y="2804"/>
                    <a:pt x="0" y="2993"/>
                    <a:pt x="0" y="3214"/>
                  </a:cubicBezTo>
                  <a:lnTo>
                    <a:pt x="0" y="5671"/>
                  </a:lnTo>
                  <a:cubicBezTo>
                    <a:pt x="0" y="5923"/>
                    <a:pt x="190" y="6112"/>
                    <a:pt x="442" y="6112"/>
                  </a:cubicBezTo>
                  <a:lnTo>
                    <a:pt x="1261" y="6112"/>
                  </a:lnTo>
                  <a:cubicBezTo>
                    <a:pt x="977" y="6459"/>
                    <a:pt x="820" y="6900"/>
                    <a:pt x="820" y="7341"/>
                  </a:cubicBezTo>
                  <a:lnTo>
                    <a:pt x="820" y="9830"/>
                  </a:lnTo>
                  <a:cubicBezTo>
                    <a:pt x="820" y="10365"/>
                    <a:pt x="1198" y="10806"/>
                    <a:pt x="1670" y="10995"/>
                  </a:cubicBezTo>
                  <a:lnTo>
                    <a:pt x="1670" y="12287"/>
                  </a:lnTo>
                  <a:cubicBezTo>
                    <a:pt x="1670" y="12539"/>
                    <a:pt x="1859" y="12728"/>
                    <a:pt x="2048" y="12728"/>
                  </a:cubicBezTo>
                  <a:lnTo>
                    <a:pt x="3718" y="12728"/>
                  </a:lnTo>
                  <a:cubicBezTo>
                    <a:pt x="3939" y="12728"/>
                    <a:pt x="4096" y="12539"/>
                    <a:pt x="4096" y="12287"/>
                  </a:cubicBezTo>
                  <a:lnTo>
                    <a:pt x="4096" y="11090"/>
                  </a:lnTo>
                  <a:lnTo>
                    <a:pt x="8507" y="11090"/>
                  </a:lnTo>
                  <a:lnTo>
                    <a:pt x="8507" y="12287"/>
                  </a:lnTo>
                  <a:cubicBezTo>
                    <a:pt x="8507" y="12539"/>
                    <a:pt x="8696" y="12728"/>
                    <a:pt x="8916" y="12728"/>
                  </a:cubicBezTo>
                  <a:lnTo>
                    <a:pt x="10555" y="12728"/>
                  </a:lnTo>
                  <a:cubicBezTo>
                    <a:pt x="10807" y="12728"/>
                    <a:pt x="10964" y="12539"/>
                    <a:pt x="10964" y="12287"/>
                  </a:cubicBezTo>
                  <a:lnTo>
                    <a:pt x="10964" y="10995"/>
                  </a:lnTo>
                  <a:cubicBezTo>
                    <a:pt x="11468" y="10838"/>
                    <a:pt x="11783" y="10365"/>
                    <a:pt x="11783" y="9830"/>
                  </a:cubicBezTo>
                  <a:lnTo>
                    <a:pt x="11783" y="7341"/>
                  </a:lnTo>
                  <a:cubicBezTo>
                    <a:pt x="11783" y="6868"/>
                    <a:pt x="11626" y="6427"/>
                    <a:pt x="11374" y="6112"/>
                  </a:cubicBezTo>
                  <a:lnTo>
                    <a:pt x="12224" y="6112"/>
                  </a:lnTo>
                  <a:cubicBezTo>
                    <a:pt x="12445" y="6112"/>
                    <a:pt x="12602" y="5923"/>
                    <a:pt x="12602" y="5671"/>
                  </a:cubicBezTo>
                  <a:lnTo>
                    <a:pt x="12602" y="3214"/>
                  </a:lnTo>
                  <a:cubicBezTo>
                    <a:pt x="12760" y="2993"/>
                    <a:pt x="12571" y="2804"/>
                    <a:pt x="12319" y="2804"/>
                  </a:cubicBezTo>
                  <a:lnTo>
                    <a:pt x="11059" y="2804"/>
                  </a:lnTo>
                  <a:lnTo>
                    <a:pt x="11059" y="2079"/>
                  </a:lnTo>
                  <a:cubicBezTo>
                    <a:pt x="11059" y="945"/>
                    <a:pt x="10145" y="0"/>
                    <a:pt x="89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189" name="Google Shape;14189;p82"/>
            <p:cNvSpPr/>
            <p:nvPr/>
          </p:nvSpPr>
          <p:spPr>
            <a:xfrm>
              <a:off x="-42753550" y="2854500"/>
              <a:ext cx="63825" cy="61700"/>
            </a:xfrm>
            <a:custGeom>
              <a:avLst/>
              <a:gdLst/>
              <a:ahLst/>
              <a:cxnLst/>
              <a:rect l="l" t="t" r="r" b="b"/>
              <a:pathLst>
                <a:path w="2553" h="2468" extrusionOk="0">
                  <a:moveTo>
                    <a:pt x="1263" y="829"/>
                  </a:moveTo>
                  <a:cubicBezTo>
                    <a:pt x="1435" y="829"/>
                    <a:pt x="1565" y="949"/>
                    <a:pt x="1639" y="1144"/>
                  </a:cubicBezTo>
                  <a:cubicBezTo>
                    <a:pt x="1718" y="1410"/>
                    <a:pt x="1483" y="1676"/>
                    <a:pt x="1218" y="1676"/>
                  </a:cubicBezTo>
                  <a:cubicBezTo>
                    <a:pt x="1170" y="1676"/>
                    <a:pt x="1120" y="1668"/>
                    <a:pt x="1071" y="1648"/>
                  </a:cubicBezTo>
                  <a:cubicBezTo>
                    <a:pt x="945" y="1616"/>
                    <a:pt x="882" y="1490"/>
                    <a:pt x="851" y="1364"/>
                  </a:cubicBezTo>
                  <a:cubicBezTo>
                    <a:pt x="756" y="1144"/>
                    <a:pt x="914" y="892"/>
                    <a:pt x="1103" y="860"/>
                  </a:cubicBezTo>
                  <a:cubicBezTo>
                    <a:pt x="1160" y="839"/>
                    <a:pt x="1213" y="829"/>
                    <a:pt x="1263" y="829"/>
                  </a:cubicBezTo>
                  <a:close/>
                  <a:moveTo>
                    <a:pt x="1234" y="0"/>
                  </a:moveTo>
                  <a:cubicBezTo>
                    <a:pt x="841" y="0"/>
                    <a:pt x="443" y="194"/>
                    <a:pt x="189" y="545"/>
                  </a:cubicBezTo>
                  <a:cubicBezTo>
                    <a:pt x="95" y="734"/>
                    <a:pt x="0" y="986"/>
                    <a:pt x="0" y="1238"/>
                  </a:cubicBezTo>
                  <a:cubicBezTo>
                    <a:pt x="0" y="1932"/>
                    <a:pt x="567" y="2467"/>
                    <a:pt x="1229" y="2467"/>
                  </a:cubicBezTo>
                  <a:cubicBezTo>
                    <a:pt x="1765" y="2467"/>
                    <a:pt x="2237" y="2121"/>
                    <a:pt x="2395" y="1616"/>
                  </a:cubicBezTo>
                  <a:cubicBezTo>
                    <a:pt x="2552" y="1081"/>
                    <a:pt x="2363" y="514"/>
                    <a:pt x="1922" y="230"/>
                  </a:cubicBezTo>
                  <a:cubicBezTo>
                    <a:pt x="1718" y="74"/>
                    <a:pt x="1477" y="0"/>
                    <a:pt x="12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190" name="Google Shape;14190;p82"/>
            <p:cNvSpPr/>
            <p:nvPr/>
          </p:nvSpPr>
          <p:spPr>
            <a:xfrm>
              <a:off x="-42581850" y="2853950"/>
              <a:ext cx="63025" cy="61475"/>
            </a:xfrm>
            <a:custGeom>
              <a:avLst/>
              <a:gdLst/>
              <a:ahLst/>
              <a:cxnLst/>
              <a:rect l="l" t="t" r="r" b="b"/>
              <a:pathLst>
                <a:path w="2521" h="2459" extrusionOk="0">
                  <a:moveTo>
                    <a:pt x="1269" y="860"/>
                  </a:moveTo>
                  <a:cubicBezTo>
                    <a:pt x="1493" y="860"/>
                    <a:pt x="1670" y="1049"/>
                    <a:pt x="1670" y="1260"/>
                  </a:cubicBezTo>
                  <a:cubicBezTo>
                    <a:pt x="1670" y="1481"/>
                    <a:pt x="1576" y="1638"/>
                    <a:pt x="1355" y="1670"/>
                  </a:cubicBezTo>
                  <a:cubicBezTo>
                    <a:pt x="1311" y="1683"/>
                    <a:pt x="1268" y="1689"/>
                    <a:pt x="1227" y="1689"/>
                  </a:cubicBezTo>
                  <a:cubicBezTo>
                    <a:pt x="1063" y="1689"/>
                    <a:pt x="927" y="1588"/>
                    <a:pt x="851" y="1386"/>
                  </a:cubicBezTo>
                  <a:cubicBezTo>
                    <a:pt x="788" y="1166"/>
                    <a:pt x="882" y="945"/>
                    <a:pt x="1135" y="882"/>
                  </a:cubicBezTo>
                  <a:cubicBezTo>
                    <a:pt x="1180" y="867"/>
                    <a:pt x="1225" y="860"/>
                    <a:pt x="1269" y="860"/>
                  </a:cubicBezTo>
                  <a:close/>
                  <a:moveTo>
                    <a:pt x="1261" y="0"/>
                  </a:moveTo>
                  <a:cubicBezTo>
                    <a:pt x="567" y="0"/>
                    <a:pt x="0" y="567"/>
                    <a:pt x="32" y="1229"/>
                  </a:cubicBezTo>
                  <a:cubicBezTo>
                    <a:pt x="32" y="1874"/>
                    <a:pt x="541" y="2459"/>
                    <a:pt x="1208" y="2459"/>
                  </a:cubicBezTo>
                  <a:cubicBezTo>
                    <a:pt x="1226" y="2459"/>
                    <a:pt x="1243" y="2458"/>
                    <a:pt x="1261" y="2458"/>
                  </a:cubicBezTo>
                  <a:cubicBezTo>
                    <a:pt x="1922" y="2458"/>
                    <a:pt x="2521" y="1891"/>
                    <a:pt x="2458" y="1229"/>
                  </a:cubicBezTo>
                  <a:cubicBezTo>
                    <a:pt x="2521" y="567"/>
                    <a:pt x="1954" y="0"/>
                    <a:pt x="12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4191" name="Google Shape;14191;p82"/>
          <p:cNvSpPr/>
          <p:nvPr/>
        </p:nvSpPr>
        <p:spPr>
          <a:xfrm>
            <a:off x="3439644" y="1338604"/>
            <a:ext cx="375591" cy="373030"/>
          </a:xfrm>
          <a:custGeom>
            <a:avLst/>
            <a:gdLst/>
            <a:ahLst/>
            <a:cxnLst/>
            <a:rect l="l" t="t" r="r" b="b"/>
            <a:pathLst>
              <a:path w="12760" h="12673" extrusionOk="0">
                <a:moveTo>
                  <a:pt x="2225" y="866"/>
                </a:moveTo>
                <a:cubicBezTo>
                  <a:pt x="2371" y="866"/>
                  <a:pt x="2521" y="929"/>
                  <a:pt x="2647" y="1056"/>
                </a:cubicBezTo>
                <a:lnTo>
                  <a:pt x="3245" y="1654"/>
                </a:lnTo>
                <a:lnTo>
                  <a:pt x="1702" y="3166"/>
                </a:lnTo>
                <a:lnTo>
                  <a:pt x="1103" y="2599"/>
                </a:lnTo>
                <a:cubicBezTo>
                  <a:pt x="1072" y="2536"/>
                  <a:pt x="977" y="2473"/>
                  <a:pt x="977" y="2379"/>
                </a:cubicBezTo>
                <a:cubicBezTo>
                  <a:pt x="914" y="2190"/>
                  <a:pt x="946" y="1906"/>
                  <a:pt x="1103" y="1749"/>
                </a:cubicBezTo>
                <a:lnTo>
                  <a:pt x="1828" y="1056"/>
                </a:lnTo>
                <a:cubicBezTo>
                  <a:pt x="1938" y="929"/>
                  <a:pt x="2080" y="866"/>
                  <a:pt x="2225" y="866"/>
                </a:cubicBezTo>
                <a:close/>
                <a:moveTo>
                  <a:pt x="3812" y="2221"/>
                </a:moveTo>
                <a:lnTo>
                  <a:pt x="4506" y="2914"/>
                </a:lnTo>
                <a:lnTo>
                  <a:pt x="2962" y="4427"/>
                </a:lnTo>
                <a:lnTo>
                  <a:pt x="2300" y="3765"/>
                </a:lnTo>
                <a:lnTo>
                  <a:pt x="3812" y="2221"/>
                </a:lnTo>
                <a:close/>
                <a:moveTo>
                  <a:pt x="9452" y="1056"/>
                </a:moveTo>
                <a:lnTo>
                  <a:pt x="11783" y="3387"/>
                </a:lnTo>
                <a:lnTo>
                  <a:pt x="8979" y="6159"/>
                </a:lnTo>
                <a:lnTo>
                  <a:pt x="6648" y="3828"/>
                </a:lnTo>
                <a:lnTo>
                  <a:pt x="7908" y="2599"/>
                </a:lnTo>
                <a:lnTo>
                  <a:pt x="8790" y="3450"/>
                </a:lnTo>
                <a:cubicBezTo>
                  <a:pt x="8869" y="3529"/>
                  <a:pt x="8979" y="3568"/>
                  <a:pt x="9090" y="3568"/>
                </a:cubicBezTo>
                <a:cubicBezTo>
                  <a:pt x="9200" y="3568"/>
                  <a:pt x="9310" y="3529"/>
                  <a:pt x="9389" y="3450"/>
                </a:cubicBezTo>
                <a:cubicBezTo>
                  <a:pt x="9546" y="3292"/>
                  <a:pt x="9546" y="3009"/>
                  <a:pt x="9389" y="2851"/>
                </a:cubicBezTo>
                <a:lnTo>
                  <a:pt x="8507" y="2001"/>
                </a:lnTo>
                <a:lnTo>
                  <a:pt x="9452" y="1056"/>
                </a:lnTo>
                <a:close/>
                <a:moveTo>
                  <a:pt x="5041" y="3450"/>
                </a:moveTo>
                <a:cubicBezTo>
                  <a:pt x="5356" y="3765"/>
                  <a:pt x="10366" y="8711"/>
                  <a:pt x="10523" y="8932"/>
                </a:cubicBezTo>
                <a:lnTo>
                  <a:pt x="8948" y="10412"/>
                </a:lnTo>
                <a:lnTo>
                  <a:pt x="3497" y="4994"/>
                </a:lnTo>
                <a:lnTo>
                  <a:pt x="5041" y="3450"/>
                </a:lnTo>
                <a:close/>
                <a:moveTo>
                  <a:pt x="10996" y="9625"/>
                </a:moveTo>
                <a:lnTo>
                  <a:pt x="11657" y="11610"/>
                </a:lnTo>
                <a:lnTo>
                  <a:pt x="9609" y="10948"/>
                </a:lnTo>
                <a:lnTo>
                  <a:pt x="10996" y="9625"/>
                </a:lnTo>
                <a:close/>
                <a:moveTo>
                  <a:pt x="3939" y="6600"/>
                </a:moveTo>
                <a:lnTo>
                  <a:pt x="6270" y="8932"/>
                </a:lnTo>
                <a:lnTo>
                  <a:pt x="3466" y="11736"/>
                </a:lnTo>
                <a:lnTo>
                  <a:pt x="1135" y="9404"/>
                </a:lnTo>
                <a:lnTo>
                  <a:pt x="2489" y="8050"/>
                </a:lnTo>
                <a:lnTo>
                  <a:pt x="3340" y="8932"/>
                </a:lnTo>
                <a:cubicBezTo>
                  <a:pt x="3419" y="9010"/>
                  <a:pt x="3529" y="9050"/>
                  <a:pt x="3639" y="9050"/>
                </a:cubicBezTo>
                <a:cubicBezTo>
                  <a:pt x="3749" y="9050"/>
                  <a:pt x="3860" y="9010"/>
                  <a:pt x="3939" y="8932"/>
                </a:cubicBezTo>
                <a:cubicBezTo>
                  <a:pt x="4096" y="8774"/>
                  <a:pt x="4096" y="8491"/>
                  <a:pt x="3939" y="8333"/>
                </a:cubicBezTo>
                <a:lnTo>
                  <a:pt x="3088" y="7482"/>
                </a:lnTo>
                <a:lnTo>
                  <a:pt x="3939" y="6600"/>
                </a:lnTo>
                <a:close/>
                <a:moveTo>
                  <a:pt x="2194" y="0"/>
                </a:moveTo>
                <a:cubicBezTo>
                  <a:pt x="1828" y="0"/>
                  <a:pt x="1465" y="142"/>
                  <a:pt x="1198" y="425"/>
                </a:cubicBezTo>
                <a:lnTo>
                  <a:pt x="473" y="1119"/>
                </a:lnTo>
                <a:cubicBezTo>
                  <a:pt x="221" y="1402"/>
                  <a:pt x="95" y="1749"/>
                  <a:pt x="95" y="2127"/>
                </a:cubicBezTo>
                <a:cubicBezTo>
                  <a:pt x="95" y="2473"/>
                  <a:pt x="252" y="2851"/>
                  <a:pt x="473" y="3103"/>
                </a:cubicBezTo>
                <a:lnTo>
                  <a:pt x="1387" y="4017"/>
                </a:lnTo>
                <a:cubicBezTo>
                  <a:pt x="1387" y="4017"/>
                  <a:pt x="2647" y="5277"/>
                  <a:pt x="2615" y="5277"/>
                </a:cubicBezTo>
                <a:lnTo>
                  <a:pt x="3277" y="5939"/>
                </a:lnTo>
                <a:lnTo>
                  <a:pt x="2174" y="7041"/>
                </a:lnTo>
                <a:lnTo>
                  <a:pt x="2048" y="7167"/>
                </a:lnTo>
                <a:lnTo>
                  <a:pt x="158" y="9058"/>
                </a:lnTo>
                <a:cubicBezTo>
                  <a:pt x="0" y="9215"/>
                  <a:pt x="0" y="9467"/>
                  <a:pt x="158" y="9625"/>
                </a:cubicBezTo>
                <a:lnTo>
                  <a:pt x="3088" y="12555"/>
                </a:lnTo>
                <a:cubicBezTo>
                  <a:pt x="3167" y="12634"/>
                  <a:pt x="3269" y="12673"/>
                  <a:pt x="3371" y="12673"/>
                </a:cubicBezTo>
                <a:cubicBezTo>
                  <a:pt x="3474" y="12673"/>
                  <a:pt x="3576" y="12634"/>
                  <a:pt x="3655" y="12555"/>
                </a:cubicBezTo>
                <a:lnTo>
                  <a:pt x="6742" y="9467"/>
                </a:lnTo>
                <a:lnTo>
                  <a:pt x="8570" y="11295"/>
                </a:lnTo>
                <a:cubicBezTo>
                  <a:pt x="8601" y="11326"/>
                  <a:pt x="8633" y="11358"/>
                  <a:pt x="8696" y="11358"/>
                </a:cubicBezTo>
                <a:cubicBezTo>
                  <a:pt x="8759" y="11452"/>
                  <a:pt x="8822" y="11515"/>
                  <a:pt x="8948" y="11578"/>
                </a:cubicBezTo>
                <a:lnTo>
                  <a:pt x="12098" y="12618"/>
                </a:lnTo>
                <a:cubicBezTo>
                  <a:pt x="12147" y="12637"/>
                  <a:pt x="12196" y="12646"/>
                  <a:pt x="12243" y="12646"/>
                </a:cubicBezTo>
                <a:cubicBezTo>
                  <a:pt x="12500" y="12646"/>
                  <a:pt x="12709" y="12380"/>
                  <a:pt x="12602" y="12114"/>
                </a:cubicBezTo>
                <a:lnTo>
                  <a:pt x="11657" y="8963"/>
                </a:lnTo>
                <a:cubicBezTo>
                  <a:pt x="11626" y="8900"/>
                  <a:pt x="11594" y="8806"/>
                  <a:pt x="11468" y="8743"/>
                </a:cubicBezTo>
                <a:cubicBezTo>
                  <a:pt x="11437" y="8648"/>
                  <a:pt x="11531" y="8806"/>
                  <a:pt x="9546" y="6758"/>
                </a:cubicBezTo>
                <a:lnTo>
                  <a:pt x="12602" y="3702"/>
                </a:lnTo>
                <a:cubicBezTo>
                  <a:pt x="12760" y="3544"/>
                  <a:pt x="12760" y="3261"/>
                  <a:pt x="12602" y="3103"/>
                </a:cubicBezTo>
                <a:lnTo>
                  <a:pt x="9704" y="173"/>
                </a:lnTo>
                <a:cubicBezTo>
                  <a:pt x="9625" y="95"/>
                  <a:pt x="9515" y="55"/>
                  <a:pt x="9405" y="55"/>
                </a:cubicBezTo>
                <a:cubicBezTo>
                  <a:pt x="9294" y="55"/>
                  <a:pt x="9184" y="95"/>
                  <a:pt x="9105" y="173"/>
                </a:cubicBezTo>
                <a:lnTo>
                  <a:pt x="7656" y="1654"/>
                </a:lnTo>
                <a:lnTo>
                  <a:pt x="7530" y="1749"/>
                </a:lnTo>
                <a:lnTo>
                  <a:pt x="6049" y="3261"/>
                </a:lnTo>
                <a:lnTo>
                  <a:pt x="3214" y="425"/>
                </a:lnTo>
                <a:cubicBezTo>
                  <a:pt x="2930" y="142"/>
                  <a:pt x="2560" y="0"/>
                  <a:pt x="21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192" name="Google Shape;14192;p82"/>
          <p:cNvSpPr/>
          <p:nvPr/>
        </p:nvSpPr>
        <p:spPr>
          <a:xfrm>
            <a:off x="3459773" y="1820072"/>
            <a:ext cx="380241" cy="318104"/>
          </a:xfrm>
          <a:custGeom>
            <a:avLst/>
            <a:gdLst/>
            <a:ahLst/>
            <a:cxnLst/>
            <a:rect l="l" t="t" r="r" b="b"/>
            <a:pathLst>
              <a:path w="12918" h="10807" extrusionOk="0">
                <a:moveTo>
                  <a:pt x="10807" y="851"/>
                </a:moveTo>
                <a:cubicBezTo>
                  <a:pt x="10366" y="1608"/>
                  <a:pt x="10366" y="2584"/>
                  <a:pt x="10807" y="3340"/>
                </a:cubicBezTo>
                <a:lnTo>
                  <a:pt x="2332" y="3340"/>
                </a:lnTo>
                <a:cubicBezTo>
                  <a:pt x="1765" y="3340"/>
                  <a:pt x="1293" y="2962"/>
                  <a:pt x="1135" y="2458"/>
                </a:cubicBezTo>
                <a:cubicBezTo>
                  <a:pt x="915" y="1671"/>
                  <a:pt x="1513" y="851"/>
                  <a:pt x="2332" y="851"/>
                </a:cubicBezTo>
                <a:close/>
                <a:moveTo>
                  <a:pt x="8822" y="4159"/>
                </a:moveTo>
                <a:lnTo>
                  <a:pt x="8822" y="6648"/>
                </a:lnTo>
                <a:lnTo>
                  <a:pt x="1891" y="6648"/>
                </a:lnTo>
                <a:lnTo>
                  <a:pt x="1891" y="4159"/>
                </a:lnTo>
                <a:close/>
                <a:moveTo>
                  <a:pt x="10524" y="4159"/>
                </a:moveTo>
                <a:lnTo>
                  <a:pt x="10524" y="6648"/>
                </a:lnTo>
                <a:lnTo>
                  <a:pt x="9704" y="6648"/>
                </a:lnTo>
                <a:lnTo>
                  <a:pt x="9704" y="4159"/>
                </a:lnTo>
                <a:close/>
                <a:moveTo>
                  <a:pt x="12130" y="4159"/>
                </a:moveTo>
                <a:lnTo>
                  <a:pt x="12130" y="6648"/>
                </a:lnTo>
                <a:lnTo>
                  <a:pt x="11343" y="6648"/>
                </a:lnTo>
                <a:lnTo>
                  <a:pt x="11343" y="4159"/>
                </a:lnTo>
                <a:close/>
                <a:moveTo>
                  <a:pt x="1986" y="7467"/>
                </a:moveTo>
                <a:lnTo>
                  <a:pt x="1986" y="9956"/>
                </a:lnTo>
                <a:lnTo>
                  <a:pt x="1104" y="9956"/>
                </a:lnTo>
                <a:lnTo>
                  <a:pt x="1104" y="7467"/>
                </a:lnTo>
                <a:close/>
                <a:moveTo>
                  <a:pt x="3624" y="7467"/>
                </a:moveTo>
                <a:lnTo>
                  <a:pt x="3624" y="9956"/>
                </a:lnTo>
                <a:lnTo>
                  <a:pt x="2805" y="9956"/>
                </a:lnTo>
                <a:lnTo>
                  <a:pt x="2805" y="7467"/>
                </a:lnTo>
                <a:close/>
                <a:moveTo>
                  <a:pt x="11311" y="7467"/>
                </a:moveTo>
                <a:lnTo>
                  <a:pt x="11311" y="9956"/>
                </a:lnTo>
                <a:lnTo>
                  <a:pt x="4443" y="9956"/>
                </a:lnTo>
                <a:lnTo>
                  <a:pt x="4443" y="7467"/>
                </a:lnTo>
                <a:close/>
                <a:moveTo>
                  <a:pt x="2364" y="1"/>
                </a:moveTo>
                <a:cubicBezTo>
                  <a:pt x="1671" y="1"/>
                  <a:pt x="1041" y="379"/>
                  <a:pt x="631" y="914"/>
                </a:cubicBezTo>
                <a:cubicBezTo>
                  <a:pt x="1" y="1828"/>
                  <a:pt x="253" y="3088"/>
                  <a:pt x="1104" y="3718"/>
                </a:cubicBezTo>
                <a:lnTo>
                  <a:pt x="1104" y="6648"/>
                </a:lnTo>
                <a:lnTo>
                  <a:pt x="694" y="6648"/>
                </a:lnTo>
                <a:cubicBezTo>
                  <a:pt x="442" y="6648"/>
                  <a:pt x="284" y="6837"/>
                  <a:pt x="284" y="7058"/>
                </a:cubicBezTo>
                <a:lnTo>
                  <a:pt x="284" y="10366"/>
                </a:lnTo>
                <a:cubicBezTo>
                  <a:pt x="284" y="10618"/>
                  <a:pt x="473" y="10807"/>
                  <a:pt x="694" y="10807"/>
                </a:cubicBezTo>
                <a:lnTo>
                  <a:pt x="11721" y="10807"/>
                </a:lnTo>
                <a:cubicBezTo>
                  <a:pt x="11941" y="10807"/>
                  <a:pt x="12130" y="10618"/>
                  <a:pt x="12130" y="10366"/>
                </a:cubicBezTo>
                <a:lnTo>
                  <a:pt x="12130" y="7499"/>
                </a:lnTo>
                <a:lnTo>
                  <a:pt x="12540" y="7499"/>
                </a:lnTo>
                <a:cubicBezTo>
                  <a:pt x="12760" y="7499"/>
                  <a:pt x="12918" y="7310"/>
                  <a:pt x="12918" y="7058"/>
                </a:cubicBezTo>
                <a:lnTo>
                  <a:pt x="12918" y="3750"/>
                </a:lnTo>
                <a:cubicBezTo>
                  <a:pt x="12918" y="3529"/>
                  <a:pt x="12760" y="3340"/>
                  <a:pt x="12540" y="3340"/>
                </a:cubicBezTo>
                <a:lnTo>
                  <a:pt x="11878" y="3340"/>
                </a:lnTo>
                <a:cubicBezTo>
                  <a:pt x="11091" y="2647"/>
                  <a:pt x="11122" y="1387"/>
                  <a:pt x="11973" y="757"/>
                </a:cubicBezTo>
                <a:cubicBezTo>
                  <a:pt x="12256" y="536"/>
                  <a:pt x="12130" y="64"/>
                  <a:pt x="117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193" name="Google Shape;14193;p82"/>
          <p:cNvSpPr/>
          <p:nvPr/>
        </p:nvSpPr>
        <p:spPr>
          <a:xfrm>
            <a:off x="3469303" y="2220227"/>
            <a:ext cx="375620" cy="372441"/>
          </a:xfrm>
          <a:custGeom>
            <a:avLst/>
            <a:gdLst/>
            <a:ahLst/>
            <a:cxnLst/>
            <a:rect l="l" t="t" r="r" b="b"/>
            <a:pathLst>
              <a:path w="12761" h="12653" extrusionOk="0">
                <a:moveTo>
                  <a:pt x="6396" y="866"/>
                </a:moveTo>
                <a:lnTo>
                  <a:pt x="11469" y="3796"/>
                </a:lnTo>
                <a:cubicBezTo>
                  <a:pt x="8759" y="5340"/>
                  <a:pt x="12729" y="3072"/>
                  <a:pt x="6396" y="6695"/>
                </a:cubicBezTo>
                <a:cubicBezTo>
                  <a:pt x="1" y="3072"/>
                  <a:pt x="4097" y="5403"/>
                  <a:pt x="1324" y="3796"/>
                </a:cubicBezTo>
                <a:lnTo>
                  <a:pt x="6396" y="866"/>
                </a:lnTo>
                <a:close/>
                <a:moveTo>
                  <a:pt x="10208" y="5498"/>
                </a:moveTo>
                <a:lnTo>
                  <a:pt x="10208" y="8081"/>
                </a:lnTo>
                <a:cubicBezTo>
                  <a:pt x="10177" y="8207"/>
                  <a:pt x="10051" y="8365"/>
                  <a:pt x="9925" y="8428"/>
                </a:cubicBezTo>
                <a:cubicBezTo>
                  <a:pt x="9312" y="8970"/>
                  <a:pt x="7887" y="9300"/>
                  <a:pt x="6364" y="9300"/>
                </a:cubicBezTo>
                <a:cubicBezTo>
                  <a:pt x="5852" y="9300"/>
                  <a:pt x="5329" y="9263"/>
                  <a:pt x="4821" y="9184"/>
                </a:cubicBezTo>
                <a:cubicBezTo>
                  <a:pt x="4317" y="9121"/>
                  <a:pt x="3718" y="8963"/>
                  <a:pt x="3246" y="8711"/>
                </a:cubicBezTo>
                <a:cubicBezTo>
                  <a:pt x="2994" y="8585"/>
                  <a:pt x="2584" y="8333"/>
                  <a:pt x="2584" y="8050"/>
                </a:cubicBezTo>
                <a:lnTo>
                  <a:pt x="2584" y="5498"/>
                </a:lnTo>
                <a:cubicBezTo>
                  <a:pt x="4412" y="6537"/>
                  <a:pt x="4317" y="6474"/>
                  <a:pt x="6207" y="7545"/>
                </a:cubicBezTo>
                <a:cubicBezTo>
                  <a:pt x="6255" y="7577"/>
                  <a:pt x="6318" y="7593"/>
                  <a:pt x="6385" y="7593"/>
                </a:cubicBezTo>
                <a:cubicBezTo>
                  <a:pt x="6452" y="7593"/>
                  <a:pt x="6522" y="7577"/>
                  <a:pt x="6585" y="7545"/>
                </a:cubicBezTo>
                <a:cubicBezTo>
                  <a:pt x="6617" y="7482"/>
                  <a:pt x="9925" y="5592"/>
                  <a:pt x="10208" y="5498"/>
                </a:cubicBezTo>
                <a:close/>
                <a:moveTo>
                  <a:pt x="6385" y="0"/>
                </a:moveTo>
                <a:cubicBezTo>
                  <a:pt x="6318" y="0"/>
                  <a:pt x="6255" y="16"/>
                  <a:pt x="6207" y="47"/>
                </a:cubicBezTo>
                <a:lnTo>
                  <a:pt x="284" y="3450"/>
                </a:lnTo>
                <a:cubicBezTo>
                  <a:pt x="1" y="3607"/>
                  <a:pt x="1" y="3985"/>
                  <a:pt x="284" y="4143"/>
                </a:cubicBezTo>
                <a:lnTo>
                  <a:pt x="1797" y="4962"/>
                </a:lnTo>
                <a:lnTo>
                  <a:pt x="1797" y="8018"/>
                </a:lnTo>
                <a:cubicBezTo>
                  <a:pt x="1797" y="8711"/>
                  <a:pt x="2458" y="9215"/>
                  <a:pt x="3088" y="9499"/>
                </a:cubicBezTo>
                <a:cubicBezTo>
                  <a:pt x="3994" y="9903"/>
                  <a:pt x="5215" y="10104"/>
                  <a:pt x="6430" y="10104"/>
                </a:cubicBezTo>
                <a:cubicBezTo>
                  <a:pt x="7963" y="10104"/>
                  <a:pt x="9488" y="9785"/>
                  <a:pt x="10366" y="9152"/>
                </a:cubicBezTo>
                <a:cubicBezTo>
                  <a:pt x="10776" y="8869"/>
                  <a:pt x="11091" y="8491"/>
                  <a:pt x="11091" y="8018"/>
                </a:cubicBezTo>
                <a:lnTo>
                  <a:pt x="11091" y="4962"/>
                </a:lnTo>
                <a:lnTo>
                  <a:pt x="11941" y="4490"/>
                </a:lnTo>
                <a:lnTo>
                  <a:pt x="11941" y="12208"/>
                </a:lnTo>
                <a:cubicBezTo>
                  <a:pt x="11941" y="12429"/>
                  <a:pt x="12099" y="12618"/>
                  <a:pt x="12288" y="12649"/>
                </a:cubicBezTo>
                <a:cubicBezTo>
                  <a:pt x="12306" y="12652"/>
                  <a:pt x="12325" y="12653"/>
                  <a:pt x="12343" y="12653"/>
                </a:cubicBezTo>
                <a:cubicBezTo>
                  <a:pt x="12571" y="12653"/>
                  <a:pt x="12760" y="12475"/>
                  <a:pt x="12760" y="12271"/>
                </a:cubicBezTo>
                <a:lnTo>
                  <a:pt x="12760" y="3796"/>
                </a:lnTo>
                <a:cubicBezTo>
                  <a:pt x="12729" y="3639"/>
                  <a:pt x="12666" y="3513"/>
                  <a:pt x="12508" y="3450"/>
                </a:cubicBezTo>
                <a:lnTo>
                  <a:pt x="6585" y="47"/>
                </a:lnTo>
                <a:cubicBezTo>
                  <a:pt x="6522" y="16"/>
                  <a:pt x="6452" y="0"/>
                  <a:pt x="63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194" name="Google Shape;14194;p82"/>
          <p:cNvSpPr/>
          <p:nvPr/>
        </p:nvSpPr>
        <p:spPr>
          <a:xfrm>
            <a:off x="2230466" y="2656925"/>
            <a:ext cx="268977" cy="370969"/>
          </a:xfrm>
          <a:custGeom>
            <a:avLst/>
            <a:gdLst/>
            <a:ahLst/>
            <a:cxnLst/>
            <a:rect l="l" t="t" r="r" b="b"/>
            <a:pathLst>
              <a:path w="9138" h="12603" extrusionOk="0">
                <a:moveTo>
                  <a:pt x="5420" y="788"/>
                </a:moveTo>
                <a:cubicBezTo>
                  <a:pt x="7026" y="788"/>
                  <a:pt x="8287" y="2080"/>
                  <a:pt x="8287" y="3655"/>
                </a:cubicBezTo>
                <a:lnTo>
                  <a:pt x="8287" y="4978"/>
                </a:lnTo>
                <a:lnTo>
                  <a:pt x="5829" y="4978"/>
                </a:lnTo>
                <a:lnTo>
                  <a:pt x="5829" y="3718"/>
                </a:lnTo>
                <a:cubicBezTo>
                  <a:pt x="5829" y="3151"/>
                  <a:pt x="5451" y="2710"/>
                  <a:pt x="4979" y="2521"/>
                </a:cubicBezTo>
                <a:lnTo>
                  <a:pt x="4979" y="788"/>
                </a:lnTo>
                <a:close/>
                <a:moveTo>
                  <a:pt x="4159" y="882"/>
                </a:moveTo>
                <a:lnTo>
                  <a:pt x="4159" y="2615"/>
                </a:lnTo>
                <a:cubicBezTo>
                  <a:pt x="3687" y="2773"/>
                  <a:pt x="3340" y="3245"/>
                  <a:pt x="3340" y="3781"/>
                </a:cubicBezTo>
                <a:lnTo>
                  <a:pt x="3340" y="5041"/>
                </a:lnTo>
                <a:lnTo>
                  <a:pt x="851" y="5041"/>
                </a:lnTo>
                <a:lnTo>
                  <a:pt x="851" y="3749"/>
                </a:lnTo>
                <a:cubicBezTo>
                  <a:pt x="851" y="2143"/>
                  <a:pt x="2175" y="882"/>
                  <a:pt x="3781" y="882"/>
                </a:cubicBezTo>
                <a:close/>
                <a:moveTo>
                  <a:pt x="4569" y="3308"/>
                </a:moveTo>
                <a:cubicBezTo>
                  <a:pt x="4790" y="3308"/>
                  <a:pt x="4947" y="3497"/>
                  <a:pt x="4947" y="3749"/>
                </a:cubicBezTo>
                <a:lnTo>
                  <a:pt x="4947" y="5388"/>
                </a:lnTo>
                <a:cubicBezTo>
                  <a:pt x="4947" y="5620"/>
                  <a:pt x="4736" y="5830"/>
                  <a:pt x="4504" y="5830"/>
                </a:cubicBezTo>
                <a:cubicBezTo>
                  <a:pt x="4453" y="5830"/>
                  <a:pt x="4400" y="5820"/>
                  <a:pt x="4348" y="5797"/>
                </a:cubicBezTo>
                <a:cubicBezTo>
                  <a:pt x="4191" y="5703"/>
                  <a:pt x="4128" y="5608"/>
                  <a:pt x="4128" y="5388"/>
                </a:cubicBezTo>
                <a:lnTo>
                  <a:pt x="4128" y="3718"/>
                </a:lnTo>
                <a:cubicBezTo>
                  <a:pt x="4159" y="3466"/>
                  <a:pt x="4348" y="3308"/>
                  <a:pt x="4569" y="3308"/>
                </a:cubicBezTo>
                <a:close/>
                <a:moveTo>
                  <a:pt x="8287" y="5797"/>
                </a:moveTo>
                <a:lnTo>
                  <a:pt x="8287" y="8948"/>
                </a:lnTo>
                <a:cubicBezTo>
                  <a:pt x="8287" y="10554"/>
                  <a:pt x="6995" y="11815"/>
                  <a:pt x="5420" y="11815"/>
                </a:cubicBezTo>
                <a:lnTo>
                  <a:pt x="3781" y="11815"/>
                </a:lnTo>
                <a:cubicBezTo>
                  <a:pt x="2143" y="11815"/>
                  <a:pt x="883" y="10523"/>
                  <a:pt x="851" y="8948"/>
                </a:cubicBezTo>
                <a:lnTo>
                  <a:pt x="851" y="5797"/>
                </a:lnTo>
                <a:lnTo>
                  <a:pt x="3403" y="5797"/>
                </a:lnTo>
                <a:cubicBezTo>
                  <a:pt x="3498" y="6018"/>
                  <a:pt x="3655" y="6270"/>
                  <a:pt x="3876" y="6427"/>
                </a:cubicBezTo>
                <a:cubicBezTo>
                  <a:pt x="4098" y="6579"/>
                  <a:pt x="4340" y="6649"/>
                  <a:pt x="4575" y="6649"/>
                </a:cubicBezTo>
                <a:cubicBezTo>
                  <a:pt x="5073" y="6649"/>
                  <a:pt x="5542" y="6332"/>
                  <a:pt x="5735" y="5797"/>
                </a:cubicBezTo>
                <a:close/>
                <a:moveTo>
                  <a:pt x="3750" y="0"/>
                </a:moveTo>
                <a:cubicBezTo>
                  <a:pt x="1702" y="0"/>
                  <a:pt x="1" y="1670"/>
                  <a:pt x="1" y="3718"/>
                </a:cubicBezTo>
                <a:lnTo>
                  <a:pt x="1" y="8885"/>
                </a:lnTo>
                <a:cubicBezTo>
                  <a:pt x="1" y="10932"/>
                  <a:pt x="1639" y="12602"/>
                  <a:pt x="3750" y="12602"/>
                </a:cubicBezTo>
                <a:lnTo>
                  <a:pt x="5388" y="12602"/>
                </a:lnTo>
                <a:cubicBezTo>
                  <a:pt x="7436" y="12602"/>
                  <a:pt x="9137" y="10964"/>
                  <a:pt x="9074" y="8885"/>
                </a:cubicBezTo>
                <a:lnTo>
                  <a:pt x="9074" y="3686"/>
                </a:lnTo>
                <a:cubicBezTo>
                  <a:pt x="9137" y="1670"/>
                  <a:pt x="7467" y="0"/>
                  <a:pt x="53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4195" name="Google Shape;14195;p82"/>
          <p:cNvGrpSpPr/>
          <p:nvPr/>
        </p:nvGrpSpPr>
        <p:grpSpPr>
          <a:xfrm>
            <a:off x="2168150" y="3090966"/>
            <a:ext cx="390426" cy="369586"/>
            <a:chOff x="-39055650" y="2315975"/>
            <a:chExt cx="331600" cy="313900"/>
          </a:xfrm>
        </p:grpSpPr>
        <p:sp>
          <p:nvSpPr>
            <p:cNvPr id="14196" name="Google Shape;14196;p82"/>
            <p:cNvSpPr/>
            <p:nvPr/>
          </p:nvSpPr>
          <p:spPr>
            <a:xfrm>
              <a:off x="-38976900" y="2390225"/>
              <a:ext cx="167775" cy="165825"/>
            </a:xfrm>
            <a:custGeom>
              <a:avLst/>
              <a:gdLst/>
              <a:ahLst/>
              <a:cxnLst/>
              <a:rect l="l" t="t" r="r" b="b"/>
              <a:pathLst>
                <a:path w="6711" h="6633" extrusionOk="0">
                  <a:moveTo>
                    <a:pt x="3765" y="1"/>
                  </a:moveTo>
                  <a:cubicBezTo>
                    <a:pt x="3655" y="1"/>
                    <a:pt x="3545" y="40"/>
                    <a:pt x="3466" y="119"/>
                  </a:cubicBezTo>
                  <a:cubicBezTo>
                    <a:pt x="3309" y="276"/>
                    <a:pt x="3309" y="560"/>
                    <a:pt x="3466" y="718"/>
                  </a:cubicBezTo>
                  <a:lnTo>
                    <a:pt x="4411" y="1663"/>
                  </a:lnTo>
                  <a:lnTo>
                    <a:pt x="3340" y="2734"/>
                  </a:lnTo>
                  <a:lnTo>
                    <a:pt x="2395" y="1789"/>
                  </a:lnTo>
                  <a:cubicBezTo>
                    <a:pt x="2316" y="1710"/>
                    <a:pt x="2214" y="1671"/>
                    <a:pt x="2111" y="1671"/>
                  </a:cubicBezTo>
                  <a:cubicBezTo>
                    <a:pt x="2009" y="1671"/>
                    <a:pt x="1907" y="1710"/>
                    <a:pt x="1828" y="1789"/>
                  </a:cubicBezTo>
                  <a:cubicBezTo>
                    <a:pt x="1670" y="1946"/>
                    <a:pt x="1670" y="2198"/>
                    <a:pt x="1828" y="2387"/>
                  </a:cubicBezTo>
                  <a:lnTo>
                    <a:pt x="2773" y="3332"/>
                  </a:lnTo>
                  <a:lnTo>
                    <a:pt x="1702" y="4372"/>
                  </a:lnTo>
                  <a:lnTo>
                    <a:pt x="757" y="3427"/>
                  </a:lnTo>
                  <a:cubicBezTo>
                    <a:pt x="678" y="3348"/>
                    <a:pt x="568" y="3309"/>
                    <a:pt x="457" y="3309"/>
                  </a:cubicBezTo>
                  <a:cubicBezTo>
                    <a:pt x="347" y="3309"/>
                    <a:pt x="237" y="3348"/>
                    <a:pt x="158" y="3427"/>
                  </a:cubicBezTo>
                  <a:cubicBezTo>
                    <a:pt x="1" y="3584"/>
                    <a:pt x="1" y="3868"/>
                    <a:pt x="158" y="4026"/>
                  </a:cubicBezTo>
                  <a:lnTo>
                    <a:pt x="1103" y="4971"/>
                  </a:lnTo>
                  <a:lnTo>
                    <a:pt x="977" y="5097"/>
                  </a:lnTo>
                  <a:cubicBezTo>
                    <a:pt x="820" y="5254"/>
                    <a:pt x="820" y="5538"/>
                    <a:pt x="977" y="5695"/>
                  </a:cubicBezTo>
                  <a:cubicBezTo>
                    <a:pt x="1056" y="5774"/>
                    <a:pt x="1166" y="5813"/>
                    <a:pt x="1276" y="5813"/>
                  </a:cubicBezTo>
                  <a:cubicBezTo>
                    <a:pt x="1387" y="5813"/>
                    <a:pt x="1497" y="5774"/>
                    <a:pt x="1576" y="5695"/>
                  </a:cubicBezTo>
                  <a:lnTo>
                    <a:pt x="1702" y="5569"/>
                  </a:lnTo>
                  <a:lnTo>
                    <a:pt x="2647" y="6514"/>
                  </a:lnTo>
                  <a:cubicBezTo>
                    <a:pt x="2726" y="6593"/>
                    <a:pt x="2836" y="6633"/>
                    <a:pt x="2946" y="6633"/>
                  </a:cubicBezTo>
                  <a:cubicBezTo>
                    <a:pt x="3057" y="6633"/>
                    <a:pt x="3167" y="6593"/>
                    <a:pt x="3246" y="6514"/>
                  </a:cubicBezTo>
                  <a:cubicBezTo>
                    <a:pt x="3403" y="6357"/>
                    <a:pt x="3403" y="6073"/>
                    <a:pt x="3246" y="5916"/>
                  </a:cubicBezTo>
                  <a:lnTo>
                    <a:pt x="2300" y="4971"/>
                  </a:lnTo>
                  <a:lnTo>
                    <a:pt x="3340" y="3899"/>
                  </a:lnTo>
                  <a:lnTo>
                    <a:pt x="4285" y="4845"/>
                  </a:lnTo>
                  <a:cubicBezTo>
                    <a:pt x="4364" y="4923"/>
                    <a:pt x="4474" y="4963"/>
                    <a:pt x="4585" y="4963"/>
                  </a:cubicBezTo>
                  <a:cubicBezTo>
                    <a:pt x="4695" y="4963"/>
                    <a:pt x="4805" y="4923"/>
                    <a:pt x="4884" y="4845"/>
                  </a:cubicBezTo>
                  <a:cubicBezTo>
                    <a:pt x="5041" y="4687"/>
                    <a:pt x="5041" y="4435"/>
                    <a:pt x="4884" y="4278"/>
                  </a:cubicBezTo>
                  <a:lnTo>
                    <a:pt x="3939" y="3332"/>
                  </a:lnTo>
                  <a:lnTo>
                    <a:pt x="5010" y="2261"/>
                  </a:lnTo>
                  <a:lnTo>
                    <a:pt x="5955" y="3206"/>
                  </a:lnTo>
                  <a:cubicBezTo>
                    <a:pt x="6034" y="3285"/>
                    <a:pt x="6144" y="3325"/>
                    <a:pt x="6254" y="3325"/>
                  </a:cubicBezTo>
                  <a:cubicBezTo>
                    <a:pt x="6365" y="3325"/>
                    <a:pt x="6475" y="3285"/>
                    <a:pt x="6554" y="3206"/>
                  </a:cubicBezTo>
                  <a:cubicBezTo>
                    <a:pt x="6711" y="3049"/>
                    <a:pt x="6711" y="2765"/>
                    <a:pt x="6554" y="2608"/>
                  </a:cubicBezTo>
                  <a:lnTo>
                    <a:pt x="5608" y="1663"/>
                  </a:lnTo>
                  <a:lnTo>
                    <a:pt x="5703" y="1537"/>
                  </a:lnTo>
                  <a:cubicBezTo>
                    <a:pt x="5860" y="1379"/>
                    <a:pt x="5860" y="1127"/>
                    <a:pt x="5703" y="970"/>
                  </a:cubicBezTo>
                  <a:cubicBezTo>
                    <a:pt x="5624" y="891"/>
                    <a:pt x="5522" y="851"/>
                    <a:pt x="5419" y="851"/>
                  </a:cubicBezTo>
                  <a:cubicBezTo>
                    <a:pt x="5317" y="851"/>
                    <a:pt x="5215" y="891"/>
                    <a:pt x="5136" y="970"/>
                  </a:cubicBezTo>
                  <a:lnTo>
                    <a:pt x="5010" y="1064"/>
                  </a:lnTo>
                  <a:lnTo>
                    <a:pt x="4065" y="119"/>
                  </a:lnTo>
                  <a:cubicBezTo>
                    <a:pt x="3986" y="40"/>
                    <a:pt x="3876" y="1"/>
                    <a:pt x="3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197" name="Google Shape;14197;p82"/>
            <p:cNvSpPr/>
            <p:nvPr/>
          </p:nvSpPr>
          <p:spPr>
            <a:xfrm>
              <a:off x="-39055650" y="2315975"/>
              <a:ext cx="331600" cy="313900"/>
            </a:xfrm>
            <a:custGeom>
              <a:avLst/>
              <a:gdLst/>
              <a:ahLst/>
              <a:cxnLst/>
              <a:rect l="l" t="t" r="r" b="b"/>
              <a:pathLst>
                <a:path w="13264" h="12556" extrusionOk="0">
                  <a:moveTo>
                    <a:pt x="9083" y="792"/>
                  </a:moveTo>
                  <a:cubicBezTo>
                    <a:pt x="9988" y="792"/>
                    <a:pt x="10673" y="917"/>
                    <a:pt x="11121" y="1041"/>
                  </a:cubicBezTo>
                  <a:cubicBezTo>
                    <a:pt x="11216" y="1073"/>
                    <a:pt x="11373" y="1167"/>
                    <a:pt x="11499" y="1199"/>
                  </a:cubicBezTo>
                  <a:lnTo>
                    <a:pt x="11625" y="1325"/>
                  </a:lnTo>
                  <a:cubicBezTo>
                    <a:pt x="11814" y="1608"/>
                    <a:pt x="11909" y="2144"/>
                    <a:pt x="11940" y="2459"/>
                  </a:cubicBezTo>
                  <a:cubicBezTo>
                    <a:pt x="12003" y="3152"/>
                    <a:pt x="12003" y="3845"/>
                    <a:pt x="11972" y="4475"/>
                  </a:cubicBezTo>
                  <a:lnTo>
                    <a:pt x="8317" y="821"/>
                  </a:lnTo>
                  <a:cubicBezTo>
                    <a:pt x="8588" y="801"/>
                    <a:pt x="8843" y="792"/>
                    <a:pt x="9083" y="792"/>
                  </a:cubicBezTo>
                  <a:close/>
                  <a:moveTo>
                    <a:pt x="7246" y="978"/>
                  </a:moveTo>
                  <a:lnTo>
                    <a:pt x="11814" y="5546"/>
                  </a:lnTo>
                  <a:cubicBezTo>
                    <a:pt x="11184" y="8728"/>
                    <a:pt x="9136" y="11028"/>
                    <a:pt x="5797" y="11595"/>
                  </a:cubicBezTo>
                  <a:lnTo>
                    <a:pt x="1229" y="7027"/>
                  </a:lnTo>
                  <a:cubicBezTo>
                    <a:pt x="1890" y="3845"/>
                    <a:pt x="3907" y="1608"/>
                    <a:pt x="7246" y="978"/>
                  </a:cubicBezTo>
                  <a:close/>
                  <a:moveTo>
                    <a:pt x="1071" y="8004"/>
                  </a:moveTo>
                  <a:lnTo>
                    <a:pt x="4726" y="11690"/>
                  </a:lnTo>
                  <a:cubicBezTo>
                    <a:pt x="4391" y="11722"/>
                    <a:pt x="4083" y="11736"/>
                    <a:pt x="3800" y="11736"/>
                  </a:cubicBezTo>
                  <a:cubicBezTo>
                    <a:pt x="2431" y="11736"/>
                    <a:pt x="1669" y="11411"/>
                    <a:pt x="1512" y="11280"/>
                  </a:cubicBezTo>
                  <a:cubicBezTo>
                    <a:pt x="1229" y="11028"/>
                    <a:pt x="914" y="9799"/>
                    <a:pt x="1071" y="8004"/>
                  </a:cubicBezTo>
                  <a:close/>
                  <a:moveTo>
                    <a:pt x="9132" y="0"/>
                  </a:moveTo>
                  <a:cubicBezTo>
                    <a:pt x="8355" y="0"/>
                    <a:pt x="7508" y="77"/>
                    <a:pt x="6742" y="222"/>
                  </a:cubicBezTo>
                  <a:cubicBezTo>
                    <a:pt x="5482" y="506"/>
                    <a:pt x="4411" y="978"/>
                    <a:pt x="3560" y="1640"/>
                  </a:cubicBezTo>
                  <a:cubicBezTo>
                    <a:pt x="1764" y="2931"/>
                    <a:pt x="756" y="4948"/>
                    <a:pt x="347" y="7090"/>
                  </a:cubicBezTo>
                  <a:lnTo>
                    <a:pt x="347" y="7122"/>
                  </a:lnTo>
                  <a:cubicBezTo>
                    <a:pt x="0" y="9012"/>
                    <a:pt x="189" y="10934"/>
                    <a:pt x="756" y="11721"/>
                  </a:cubicBezTo>
                  <a:cubicBezTo>
                    <a:pt x="882" y="11879"/>
                    <a:pt x="945" y="11942"/>
                    <a:pt x="1103" y="12036"/>
                  </a:cubicBezTo>
                  <a:cubicBezTo>
                    <a:pt x="1678" y="12389"/>
                    <a:pt x="2725" y="12556"/>
                    <a:pt x="3868" y="12556"/>
                  </a:cubicBezTo>
                  <a:cubicBezTo>
                    <a:pt x="4664" y="12556"/>
                    <a:pt x="5506" y="12475"/>
                    <a:pt x="6270" y="12320"/>
                  </a:cubicBezTo>
                  <a:cubicBezTo>
                    <a:pt x="8380" y="11879"/>
                    <a:pt x="9956" y="10776"/>
                    <a:pt x="11058" y="9295"/>
                  </a:cubicBezTo>
                  <a:cubicBezTo>
                    <a:pt x="13264" y="6302"/>
                    <a:pt x="13075" y="2018"/>
                    <a:pt x="12255" y="852"/>
                  </a:cubicBezTo>
                  <a:cubicBezTo>
                    <a:pt x="12129" y="695"/>
                    <a:pt x="11972" y="537"/>
                    <a:pt x="11657" y="411"/>
                  </a:cubicBezTo>
                  <a:cubicBezTo>
                    <a:pt x="11279" y="222"/>
                    <a:pt x="10712" y="159"/>
                    <a:pt x="10271" y="64"/>
                  </a:cubicBezTo>
                  <a:cubicBezTo>
                    <a:pt x="9925" y="21"/>
                    <a:pt x="9538" y="0"/>
                    <a:pt x="91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4198" name="Google Shape;14198;p82"/>
          <p:cNvSpPr/>
          <p:nvPr/>
        </p:nvSpPr>
        <p:spPr>
          <a:xfrm>
            <a:off x="2174857" y="3608968"/>
            <a:ext cx="374649" cy="318104"/>
          </a:xfrm>
          <a:custGeom>
            <a:avLst/>
            <a:gdLst/>
            <a:ahLst/>
            <a:cxnLst/>
            <a:rect l="l" t="t" r="r" b="b"/>
            <a:pathLst>
              <a:path w="12728" h="10807" extrusionOk="0">
                <a:moveTo>
                  <a:pt x="11877" y="819"/>
                </a:moveTo>
                <a:lnTo>
                  <a:pt x="11877" y="2489"/>
                </a:lnTo>
                <a:lnTo>
                  <a:pt x="851" y="2489"/>
                </a:lnTo>
                <a:lnTo>
                  <a:pt x="851" y="819"/>
                </a:lnTo>
                <a:close/>
                <a:moveTo>
                  <a:pt x="3340" y="3308"/>
                </a:moveTo>
                <a:lnTo>
                  <a:pt x="3340" y="6616"/>
                </a:lnTo>
                <a:lnTo>
                  <a:pt x="2520" y="6616"/>
                </a:lnTo>
                <a:lnTo>
                  <a:pt x="2520" y="3308"/>
                </a:lnTo>
                <a:close/>
                <a:moveTo>
                  <a:pt x="6648" y="3308"/>
                </a:moveTo>
                <a:lnTo>
                  <a:pt x="6648" y="6616"/>
                </a:lnTo>
                <a:lnTo>
                  <a:pt x="5828" y="6616"/>
                </a:lnTo>
                <a:lnTo>
                  <a:pt x="5828" y="3308"/>
                </a:lnTo>
                <a:close/>
                <a:moveTo>
                  <a:pt x="10239" y="3308"/>
                </a:moveTo>
                <a:lnTo>
                  <a:pt x="10239" y="6616"/>
                </a:lnTo>
                <a:lnTo>
                  <a:pt x="9420" y="6616"/>
                </a:lnTo>
                <a:lnTo>
                  <a:pt x="9420" y="3308"/>
                </a:lnTo>
                <a:close/>
                <a:moveTo>
                  <a:pt x="1701" y="3308"/>
                </a:moveTo>
                <a:lnTo>
                  <a:pt x="1701" y="7026"/>
                </a:lnTo>
                <a:cubicBezTo>
                  <a:pt x="1701" y="7246"/>
                  <a:pt x="1890" y="7435"/>
                  <a:pt x="2111" y="7435"/>
                </a:cubicBezTo>
                <a:lnTo>
                  <a:pt x="2552" y="7435"/>
                </a:lnTo>
                <a:lnTo>
                  <a:pt x="2552" y="9924"/>
                </a:lnTo>
                <a:lnTo>
                  <a:pt x="851" y="9924"/>
                </a:lnTo>
                <a:lnTo>
                  <a:pt x="851" y="3308"/>
                </a:lnTo>
                <a:close/>
                <a:moveTo>
                  <a:pt x="5009" y="3308"/>
                </a:moveTo>
                <a:lnTo>
                  <a:pt x="5009" y="7026"/>
                </a:lnTo>
                <a:cubicBezTo>
                  <a:pt x="5009" y="7246"/>
                  <a:pt x="5198" y="7435"/>
                  <a:pt x="5387" y="7435"/>
                </a:cubicBezTo>
                <a:lnTo>
                  <a:pt x="5828" y="7435"/>
                </a:lnTo>
                <a:lnTo>
                  <a:pt x="5828" y="9924"/>
                </a:lnTo>
                <a:lnTo>
                  <a:pt x="3340" y="9924"/>
                </a:lnTo>
                <a:lnTo>
                  <a:pt x="3340" y="7435"/>
                </a:lnTo>
                <a:lnTo>
                  <a:pt x="3781" y="7435"/>
                </a:lnTo>
                <a:cubicBezTo>
                  <a:pt x="4001" y="7435"/>
                  <a:pt x="4159" y="7246"/>
                  <a:pt x="4159" y="7026"/>
                </a:cubicBezTo>
                <a:lnTo>
                  <a:pt x="4159" y="3308"/>
                </a:lnTo>
                <a:close/>
                <a:moveTo>
                  <a:pt x="8569" y="3308"/>
                </a:moveTo>
                <a:lnTo>
                  <a:pt x="8569" y="7026"/>
                </a:lnTo>
                <a:cubicBezTo>
                  <a:pt x="8569" y="7246"/>
                  <a:pt x="8790" y="7435"/>
                  <a:pt x="9010" y="7435"/>
                </a:cubicBezTo>
                <a:lnTo>
                  <a:pt x="9452" y="7435"/>
                </a:lnTo>
                <a:lnTo>
                  <a:pt x="9452" y="9924"/>
                </a:lnTo>
                <a:lnTo>
                  <a:pt x="6648" y="9924"/>
                </a:lnTo>
                <a:lnTo>
                  <a:pt x="6648" y="7435"/>
                </a:lnTo>
                <a:lnTo>
                  <a:pt x="7089" y="7435"/>
                </a:lnTo>
                <a:cubicBezTo>
                  <a:pt x="7309" y="7435"/>
                  <a:pt x="7467" y="7246"/>
                  <a:pt x="7467" y="7026"/>
                </a:cubicBezTo>
                <a:lnTo>
                  <a:pt x="7467" y="3308"/>
                </a:lnTo>
                <a:close/>
                <a:moveTo>
                  <a:pt x="11940" y="3308"/>
                </a:moveTo>
                <a:lnTo>
                  <a:pt x="11940" y="9924"/>
                </a:lnTo>
                <a:lnTo>
                  <a:pt x="10239" y="9924"/>
                </a:lnTo>
                <a:lnTo>
                  <a:pt x="10239" y="7435"/>
                </a:lnTo>
                <a:lnTo>
                  <a:pt x="10680" y="7435"/>
                </a:lnTo>
                <a:cubicBezTo>
                  <a:pt x="10901" y="7435"/>
                  <a:pt x="11090" y="7246"/>
                  <a:pt x="11090" y="7026"/>
                </a:cubicBezTo>
                <a:lnTo>
                  <a:pt x="11090" y="3308"/>
                </a:lnTo>
                <a:close/>
                <a:moveTo>
                  <a:pt x="441" y="0"/>
                </a:moveTo>
                <a:cubicBezTo>
                  <a:pt x="189" y="0"/>
                  <a:pt x="0" y="189"/>
                  <a:pt x="0" y="441"/>
                </a:cubicBezTo>
                <a:lnTo>
                  <a:pt x="0" y="10365"/>
                </a:lnTo>
                <a:cubicBezTo>
                  <a:pt x="0" y="10586"/>
                  <a:pt x="189" y="10806"/>
                  <a:pt x="441" y="10806"/>
                </a:cubicBezTo>
                <a:lnTo>
                  <a:pt x="12287" y="10806"/>
                </a:lnTo>
                <a:cubicBezTo>
                  <a:pt x="12508" y="10806"/>
                  <a:pt x="12728" y="10586"/>
                  <a:pt x="12728" y="10365"/>
                </a:cubicBezTo>
                <a:lnTo>
                  <a:pt x="12728" y="2930"/>
                </a:lnTo>
                <a:lnTo>
                  <a:pt x="12728" y="441"/>
                </a:lnTo>
                <a:cubicBezTo>
                  <a:pt x="12728" y="189"/>
                  <a:pt x="12508" y="0"/>
                  <a:pt x="122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199" name="Google Shape;14199;p82"/>
          <p:cNvSpPr/>
          <p:nvPr/>
        </p:nvSpPr>
        <p:spPr>
          <a:xfrm>
            <a:off x="3995440" y="3076300"/>
            <a:ext cx="290288" cy="375355"/>
          </a:xfrm>
          <a:custGeom>
            <a:avLst/>
            <a:gdLst/>
            <a:ahLst/>
            <a:cxnLst/>
            <a:rect l="l" t="t" r="r" b="b"/>
            <a:pathLst>
              <a:path w="9862" h="12752" extrusionOk="0">
                <a:moveTo>
                  <a:pt x="2395" y="1001"/>
                </a:moveTo>
                <a:lnTo>
                  <a:pt x="5042" y="3552"/>
                </a:lnTo>
                <a:lnTo>
                  <a:pt x="3971" y="4655"/>
                </a:lnTo>
                <a:lnTo>
                  <a:pt x="1356" y="2103"/>
                </a:lnTo>
                <a:lnTo>
                  <a:pt x="2395" y="1001"/>
                </a:lnTo>
                <a:close/>
                <a:moveTo>
                  <a:pt x="5640" y="4151"/>
                </a:moveTo>
                <a:lnTo>
                  <a:pt x="6302" y="4781"/>
                </a:lnTo>
                <a:lnTo>
                  <a:pt x="5231" y="5884"/>
                </a:lnTo>
                <a:lnTo>
                  <a:pt x="4569" y="5254"/>
                </a:lnTo>
                <a:lnTo>
                  <a:pt x="5640" y="4151"/>
                </a:lnTo>
                <a:close/>
                <a:moveTo>
                  <a:pt x="4443" y="8562"/>
                </a:moveTo>
                <a:cubicBezTo>
                  <a:pt x="4664" y="8562"/>
                  <a:pt x="4821" y="8688"/>
                  <a:pt x="4853" y="8845"/>
                </a:cubicBezTo>
                <a:cubicBezTo>
                  <a:pt x="4884" y="8908"/>
                  <a:pt x="4853" y="8877"/>
                  <a:pt x="4884" y="9790"/>
                </a:cubicBezTo>
                <a:lnTo>
                  <a:pt x="4884" y="10200"/>
                </a:lnTo>
                <a:lnTo>
                  <a:pt x="4065" y="10200"/>
                </a:lnTo>
                <a:lnTo>
                  <a:pt x="4065" y="9003"/>
                </a:lnTo>
                <a:cubicBezTo>
                  <a:pt x="4065" y="8751"/>
                  <a:pt x="4254" y="8562"/>
                  <a:pt x="4443" y="8562"/>
                </a:cubicBezTo>
                <a:close/>
                <a:moveTo>
                  <a:pt x="7814" y="10956"/>
                </a:moveTo>
                <a:cubicBezTo>
                  <a:pt x="8035" y="10956"/>
                  <a:pt x="8224" y="11145"/>
                  <a:pt x="8224" y="11366"/>
                </a:cubicBezTo>
                <a:lnTo>
                  <a:pt x="8224" y="11744"/>
                </a:lnTo>
                <a:lnTo>
                  <a:pt x="789" y="11870"/>
                </a:lnTo>
                <a:lnTo>
                  <a:pt x="789" y="11460"/>
                </a:lnTo>
                <a:cubicBezTo>
                  <a:pt x="789" y="11271"/>
                  <a:pt x="915" y="11114"/>
                  <a:pt x="1072" y="11082"/>
                </a:cubicBezTo>
                <a:cubicBezTo>
                  <a:pt x="1104" y="11066"/>
                  <a:pt x="1072" y="11066"/>
                  <a:pt x="1371" y="11066"/>
                </a:cubicBezTo>
                <a:cubicBezTo>
                  <a:pt x="1671" y="11066"/>
                  <a:pt x="2301" y="11066"/>
                  <a:pt x="3656" y="11051"/>
                </a:cubicBezTo>
                <a:cubicBezTo>
                  <a:pt x="3719" y="11051"/>
                  <a:pt x="5357" y="10988"/>
                  <a:pt x="5325" y="10988"/>
                </a:cubicBezTo>
                <a:cubicBezTo>
                  <a:pt x="5483" y="10988"/>
                  <a:pt x="7121" y="10956"/>
                  <a:pt x="7814" y="10956"/>
                </a:cubicBezTo>
                <a:close/>
                <a:moveTo>
                  <a:pt x="2427" y="0"/>
                </a:moveTo>
                <a:cubicBezTo>
                  <a:pt x="2324" y="0"/>
                  <a:pt x="2222" y="40"/>
                  <a:pt x="2143" y="118"/>
                </a:cubicBezTo>
                <a:lnTo>
                  <a:pt x="505" y="1820"/>
                </a:lnTo>
                <a:cubicBezTo>
                  <a:pt x="348" y="1977"/>
                  <a:pt x="348" y="2261"/>
                  <a:pt x="505" y="2418"/>
                </a:cubicBezTo>
                <a:lnTo>
                  <a:pt x="1608" y="3458"/>
                </a:lnTo>
                <a:cubicBezTo>
                  <a:pt x="726" y="4624"/>
                  <a:pt x="505" y="6104"/>
                  <a:pt x="946" y="7396"/>
                </a:cubicBezTo>
                <a:cubicBezTo>
                  <a:pt x="1356" y="8499"/>
                  <a:pt x="2175" y="9412"/>
                  <a:pt x="3277" y="9885"/>
                </a:cubicBezTo>
                <a:lnTo>
                  <a:pt x="3277" y="10263"/>
                </a:lnTo>
                <a:lnTo>
                  <a:pt x="1230" y="10294"/>
                </a:lnTo>
                <a:cubicBezTo>
                  <a:pt x="568" y="10294"/>
                  <a:pt x="1" y="10862"/>
                  <a:pt x="1" y="11555"/>
                </a:cubicBezTo>
                <a:lnTo>
                  <a:pt x="1" y="12374"/>
                </a:lnTo>
                <a:cubicBezTo>
                  <a:pt x="1" y="12594"/>
                  <a:pt x="222" y="12752"/>
                  <a:pt x="442" y="12752"/>
                </a:cubicBezTo>
                <a:lnTo>
                  <a:pt x="8728" y="12657"/>
                </a:lnTo>
                <a:cubicBezTo>
                  <a:pt x="8948" y="12657"/>
                  <a:pt x="9106" y="12437"/>
                  <a:pt x="9106" y="12216"/>
                </a:cubicBezTo>
                <a:lnTo>
                  <a:pt x="9106" y="11397"/>
                </a:lnTo>
                <a:cubicBezTo>
                  <a:pt x="9106" y="10704"/>
                  <a:pt x="8507" y="10168"/>
                  <a:pt x="7846" y="10168"/>
                </a:cubicBezTo>
                <a:lnTo>
                  <a:pt x="5798" y="10200"/>
                </a:lnTo>
                <a:lnTo>
                  <a:pt x="5798" y="10137"/>
                </a:lnTo>
                <a:cubicBezTo>
                  <a:pt x="7153" y="9853"/>
                  <a:pt x="8255" y="8908"/>
                  <a:pt x="8759" y="7680"/>
                </a:cubicBezTo>
                <a:lnTo>
                  <a:pt x="9452" y="7680"/>
                </a:lnTo>
                <a:cubicBezTo>
                  <a:pt x="9704" y="7680"/>
                  <a:pt x="9862" y="7491"/>
                  <a:pt x="9862" y="7270"/>
                </a:cubicBezTo>
                <a:cubicBezTo>
                  <a:pt x="9799" y="6986"/>
                  <a:pt x="9610" y="6797"/>
                  <a:pt x="9389" y="6797"/>
                </a:cubicBezTo>
                <a:lnTo>
                  <a:pt x="6901" y="6829"/>
                </a:lnTo>
                <a:cubicBezTo>
                  <a:pt x="6649" y="6829"/>
                  <a:pt x="6491" y="7018"/>
                  <a:pt x="6491" y="7270"/>
                </a:cubicBezTo>
                <a:cubicBezTo>
                  <a:pt x="6491" y="7491"/>
                  <a:pt x="6712" y="7648"/>
                  <a:pt x="6932" y="7648"/>
                </a:cubicBezTo>
                <a:lnTo>
                  <a:pt x="7751" y="7648"/>
                </a:lnTo>
                <a:cubicBezTo>
                  <a:pt x="7342" y="8436"/>
                  <a:pt x="6586" y="9003"/>
                  <a:pt x="5703" y="9223"/>
                </a:cubicBezTo>
                <a:lnTo>
                  <a:pt x="5703" y="8908"/>
                </a:lnTo>
                <a:cubicBezTo>
                  <a:pt x="5703" y="8341"/>
                  <a:pt x="5357" y="7900"/>
                  <a:pt x="4821" y="7711"/>
                </a:cubicBezTo>
                <a:cubicBezTo>
                  <a:pt x="4709" y="7680"/>
                  <a:pt x="4598" y="7665"/>
                  <a:pt x="4488" y="7665"/>
                </a:cubicBezTo>
                <a:cubicBezTo>
                  <a:pt x="3826" y="7665"/>
                  <a:pt x="3246" y="8205"/>
                  <a:pt x="3246" y="8908"/>
                </a:cubicBezTo>
                <a:cubicBezTo>
                  <a:pt x="1450" y="7932"/>
                  <a:pt x="1041" y="5569"/>
                  <a:pt x="2206" y="4025"/>
                </a:cubicBezTo>
                <a:lnTo>
                  <a:pt x="2206" y="4025"/>
                </a:lnTo>
                <a:lnTo>
                  <a:pt x="5010" y="6734"/>
                </a:lnTo>
                <a:cubicBezTo>
                  <a:pt x="5089" y="6813"/>
                  <a:pt x="5199" y="6853"/>
                  <a:pt x="5310" y="6853"/>
                </a:cubicBezTo>
                <a:cubicBezTo>
                  <a:pt x="5420" y="6853"/>
                  <a:pt x="5530" y="6813"/>
                  <a:pt x="5609" y="6734"/>
                </a:cubicBezTo>
                <a:lnTo>
                  <a:pt x="7216" y="5033"/>
                </a:lnTo>
                <a:cubicBezTo>
                  <a:pt x="7373" y="4876"/>
                  <a:pt x="7373" y="4624"/>
                  <a:pt x="7216" y="4466"/>
                </a:cubicBezTo>
                <a:lnTo>
                  <a:pt x="5955" y="3237"/>
                </a:lnTo>
                <a:lnTo>
                  <a:pt x="2710" y="118"/>
                </a:lnTo>
                <a:cubicBezTo>
                  <a:pt x="2632" y="40"/>
                  <a:pt x="2529" y="0"/>
                  <a:pt x="2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4200" name="Google Shape;14200;p82"/>
          <p:cNvGrpSpPr/>
          <p:nvPr/>
        </p:nvGrpSpPr>
        <p:grpSpPr>
          <a:xfrm>
            <a:off x="1659816" y="1313166"/>
            <a:ext cx="380241" cy="371793"/>
            <a:chOff x="-42430625" y="1949750"/>
            <a:chExt cx="322950" cy="315775"/>
          </a:xfrm>
        </p:grpSpPr>
        <p:sp>
          <p:nvSpPr>
            <p:cNvPr id="14201" name="Google Shape;14201;p82"/>
            <p:cNvSpPr/>
            <p:nvPr/>
          </p:nvSpPr>
          <p:spPr>
            <a:xfrm>
              <a:off x="-42353450" y="2065525"/>
              <a:ext cx="40975" cy="41000"/>
            </a:xfrm>
            <a:custGeom>
              <a:avLst/>
              <a:gdLst/>
              <a:ahLst/>
              <a:cxnLst/>
              <a:rect l="l" t="t" r="r" b="b"/>
              <a:pathLst>
                <a:path w="1639" h="1640" extrusionOk="0">
                  <a:moveTo>
                    <a:pt x="820" y="1"/>
                  </a:moveTo>
                  <a:cubicBezTo>
                    <a:pt x="379" y="1"/>
                    <a:pt x="1" y="379"/>
                    <a:pt x="1" y="820"/>
                  </a:cubicBezTo>
                  <a:cubicBezTo>
                    <a:pt x="1" y="1293"/>
                    <a:pt x="379" y="1639"/>
                    <a:pt x="820" y="1639"/>
                  </a:cubicBezTo>
                  <a:cubicBezTo>
                    <a:pt x="1261" y="1639"/>
                    <a:pt x="1639" y="1293"/>
                    <a:pt x="1639" y="820"/>
                  </a:cubicBezTo>
                  <a:cubicBezTo>
                    <a:pt x="1639" y="379"/>
                    <a:pt x="1261"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202" name="Google Shape;14202;p82"/>
            <p:cNvSpPr/>
            <p:nvPr/>
          </p:nvSpPr>
          <p:spPr>
            <a:xfrm>
              <a:off x="-42289650" y="2065525"/>
              <a:ext cx="40975" cy="41000"/>
            </a:xfrm>
            <a:custGeom>
              <a:avLst/>
              <a:gdLst/>
              <a:ahLst/>
              <a:cxnLst/>
              <a:rect l="l" t="t" r="r" b="b"/>
              <a:pathLst>
                <a:path w="1639" h="1640" extrusionOk="0">
                  <a:moveTo>
                    <a:pt x="820" y="1"/>
                  </a:moveTo>
                  <a:cubicBezTo>
                    <a:pt x="379" y="1"/>
                    <a:pt x="1" y="379"/>
                    <a:pt x="1" y="820"/>
                  </a:cubicBezTo>
                  <a:cubicBezTo>
                    <a:pt x="1" y="1293"/>
                    <a:pt x="379" y="1639"/>
                    <a:pt x="820" y="1639"/>
                  </a:cubicBezTo>
                  <a:cubicBezTo>
                    <a:pt x="1292" y="1639"/>
                    <a:pt x="1639" y="1293"/>
                    <a:pt x="1639" y="820"/>
                  </a:cubicBezTo>
                  <a:cubicBezTo>
                    <a:pt x="1639" y="379"/>
                    <a:pt x="1292"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203" name="Google Shape;14203;p82"/>
            <p:cNvSpPr/>
            <p:nvPr/>
          </p:nvSpPr>
          <p:spPr>
            <a:xfrm>
              <a:off x="-42226625" y="2065525"/>
              <a:ext cx="40975" cy="41000"/>
            </a:xfrm>
            <a:custGeom>
              <a:avLst/>
              <a:gdLst/>
              <a:ahLst/>
              <a:cxnLst/>
              <a:rect l="l" t="t" r="r" b="b"/>
              <a:pathLst>
                <a:path w="1639" h="1640" extrusionOk="0">
                  <a:moveTo>
                    <a:pt x="819" y="1"/>
                  </a:moveTo>
                  <a:cubicBezTo>
                    <a:pt x="378" y="1"/>
                    <a:pt x="0" y="379"/>
                    <a:pt x="0" y="820"/>
                  </a:cubicBezTo>
                  <a:cubicBezTo>
                    <a:pt x="0" y="1293"/>
                    <a:pt x="378" y="1639"/>
                    <a:pt x="819" y="1639"/>
                  </a:cubicBezTo>
                  <a:cubicBezTo>
                    <a:pt x="1292" y="1639"/>
                    <a:pt x="1638" y="1293"/>
                    <a:pt x="1638" y="820"/>
                  </a:cubicBezTo>
                  <a:cubicBezTo>
                    <a:pt x="1638" y="379"/>
                    <a:pt x="1292" y="1"/>
                    <a:pt x="8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204" name="Google Shape;14204;p82"/>
            <p:cNvSpPr/>
            <p:nvPr/>
          </p:nvSpPr>
          <p:spPr>
            <a:xfrm>
              <a:off x="-42430625" y="1949750"/>
              <a:ext cx="322950" cy="315775"/>
            </a:xfrm>
            <a:custGeom>
              <a:avLst/>
              <a:gdLst/>
              <a:ahLst/>
              <a:cxnLst/>
              <a:rect l="l" t="t" r="r" b="b"/>
              <a:pathLst>
                <a:path w="12918" h="12631" extrusionOk="0">
                  <a:moveTo>
                    <a:pt x="6427" y="757"/>
                  </a:moveTo>
                  <a:cubicBezTo>
                    <a:pt x="8790" y="757"/>
                    <a:pt x="10712" y="2017"/>
                    <a:pt x="11500" y="3655"/>
                  </a:cubicBezTo>
                  <a:cubicBezTo>
                    <a:pt x="12098" y="4821"/>
                    <a:pt x="12098" y="6081"/>
                    <a:pt x="11500" y="7215"/>
                  </a:cubicBezTo>
                  <a:cubicBezTo>
                    <a:pt x="10679" y="8857"/>
                    <a:pt x="8789" y="10067"/>
                    <a:pt x="6472" y="10067"/>
                  </a:cubicBezTo>
                  <a:cubicBezTo>
                    <a:pt x="6210" y="10067"/>
                    <a:pt x="5943" y="10051"/>
                    <a:pt x="5671" y="10019"/>
                  </a:cubicBezTo>
                  <a:cubicBezTo>
                    <a:pt x="5545" y="10019"/>
                    <a:pt x="5451" y="10051"/>
                    <a:pt x="5325" y="10145"/>
                  </a:cubicBezTo>
                  <a:lnTo>
                    <a:pt x="4285" y="11153"/>
                  </a:lnTo>
                  <a:lnTo>
                    <a:pt x="4285" y="9988"/>
                  </a:lnTo>
                  <a:cubicBezTo>
                    <a:pt x="4285" y="9830"/>
                    <a:pt x="4190" y="9673"/>
                    <a:pt x="4033" y="9578"/>
                  </a:cubicBezTo>
                  <a:cubicBezTo>
                    <a:pt x="3088" y="9200"/>
                    <a:pt x="2300" y="8602"/>
                    <a:pt x="1796" y="7908"/>
                  </a:cubicBezTo>
                  <a:cubicBezTo>
                    <a:pt x="0" y="5577"/>
                    <a:pt x="1071" y="2458"/>
                    <a:pt x="4033" y="1229"/>
                  </a:cubicBezTo>
                  <a:cubicBezTo>
                    <a:pt x="4726" y="914"/>
                    <a:pt x="5545" y="757"/>
                    <a:pt x="6427" y="757"/>
                  </a:cubicBezTo>
                  <a:close/>
                  <a:moveTo>
                    <a:pt x="6427" y="1"/>
                  </a:moveTo>
                  <a:cubicBezTo>
                    <a:pt x="2962" y="1"/>
                    <a:pt x="126" y="2427"/>
                    <a:pt x="126" y="5451"/>
                  </a:cubicBezTo>
                  <a:cubicBezTo>
                    <a:pt x="126" y="7593"/>
                    <a:pt x="1544" y="9389"/>
                    <a:pt x="3497" y="10303"/>
                  </a:cubicBezTo>
                  <a:lnTo>
                    <a:pt x="3497" y="12193"/>
                  </a:lnTo>
                  <a:cubicBezTo>
                    <a:pt x="3497" y="12319"/>
                    <a:pt x="3560" y="12477"/>
                    <a:pt x="3655" y="12540"/>
                  </a:cubicBezTo>
                  <a:cubicBezTo>
                    <a:pt x="3729" y="12599"/>
                    <a:pt x="3825" y="12631"/>
                    <a:pt x="3921" y="12631"/>
                  </a:cubicBezTo>
                  <a:cubicBezTo>
                    <a:pt x="4029" y="12631"/>
                    <a:pt x="4139" y="12591"/>
                    <a:pt x="4222" y="12508"/>
                  </a:cubicBezTo>
                  <a:lnTo>
                    <a:pt x="5829" y="10901"/>
                  </a:lnTo>
                  <a:cubicBezTo>
                    <a:pt x="6063" y="10925"/>
                    <a:pt x="6295" y="10936"/>
                    <a:pt x="6524" y="10936"/>
                  </a:cubicBezTo>
                  <a:cubicBezTo>
                    <a:pt x="9075" y="10936"/>
                    <a:pt x="11304" y="9530"/>
                    <a:pt x="12287" y="7593"/>
                  </a:cubicBezTo>
                  <a:cubicBezTo>
                    <a:pt x="12917" y="6239"/>
                    <a:pt x="12917" y="4663"/>
                    <a:pt x="12256" y="3309"/>
                  </a:cubicBezTo>
                  <a:cubicBezTo>
                    <a:pt x="11311" y="1324"/>
                    <a:pt x="9074" y="1"/>
                    <a:pt x="64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4205" name="Google Shape;14205;p82"/>
          <p:cNvSpPr/>
          <p:nvPr/>
        </p:nvSpPr>
        <p:spPr>
          <a:xfrm>
            <a:off x="1719036" y="1760733"/>
            <a:ext cx="324609" cy="372824"/>
          </a:xfrm>
          <a:custGeom>
            <a:avLst/>
            <a:gdLst/>
            <a:ahLst/>
            <a:cxnLst/>
            <a:rect l="l" t="t" r="r" b="b"/>
            <a:pathLst>
              <a:path w="11028" h="12666" extrusionOk="0">
                <a:moveTo>
                  <a:pt x="8538" y="820"/>
                </a:moveTo>
                <a:lnTo>
                  <a:pt x="8538" y="2710"/>
                </a:lnTo>
                <a:lnTo>
                  <a:pt x="8412" y="2584"/>
                </a:lnTo>
                <a:cubicBezTo>
                  <a:pt x="8333" y="2505"/>
                  <a:pt x="8223" y="2466"/>
                  <a:pt x="8113" y="2466"/>
                </a:cubicBezTo>
                <a:cubicBezTo>
                  <a:pt x="8003" y="2466"/>
                  <a:pt x="7892" y="2505"/>
                  <a:pt x="7814" y="2584"/>
                </a:cubicBezTo>
                <a:lnTo>
                  <a:pt x="7719" y="2710"/>
                </a:lnTo>
                <a:lnTo>
                  <a:pt x="7719" y="820"/>
                </a:lnTo>
                <a:close/>
                <a:moveTo>
                  <a:pt x="10177" y="820"/>
                </a:moveTo>
                <a:lnTo>
                  <a:pt x="10177" y="9357"/>
                </a:lnTo>
                <a:lnTo>
                  <a:pt x="2458" y="9357"/>
                </a:lnTo>
                <a:lnTo>
                  <a:pt x="2458" y="820"/>
                </a:lnTo>
                <a:lnTo>
                  <a:pt x="6869" y="820"/>
                </a:lnTo>
                <a:lnTo>
                  <a:pt x="6869" y="3687"/>
                </a:lnTo>
                <a:cubicBezTo>
                  <a:pt x="6869" y="3813"/>
                  <a:pt x="6932" y="3970"/>
                  <a:pt x="7026" y="4033"/>
                </a:cubicBezTo>
                <a:cubicBezTo>
                  <a:pt x="7100" y="4093"/>
                  <a:pt x="7196" y="4124"/>
                  <a:pt x="7292" y="4124"/>
                </a:cubicBezTo>
                <a:cubicBezTo>
                  <a:pt x="7400" y="4124"/>
                  <a:pt x="7510" y="4085"/>
                  <a:pt x="7593" y="4002"/>
                </a:cubicBezTo>
                <a:lnTo>
                  <a:pt x="8129" y="3466"/>
                </a:lnTo>
                <a:lnTo>
                  <a:pt x="8664" y="3970"/>
                </a:lnTo>
                <a:cubicBezTo>
                  <a:pt x="8719" y="4024"/>
                  <a:pt x="8844" y="4102"/>
                  <a:pt x="8958" y="4102"/>
                </a:cubicBezTo>
                <a:cubicBezTo>
                  <a:pt x="8976" y="4102"/>
                  <a:pt x="8994" y="4100"/>
                  <a:pt x="9011" y="4096"/>
                </a:cubicBezTo>
                <a:cubicBezTo>
                  <a:pt x="9200" y="4033"/>
                  <a:pt x="9357" y="3876"/>
                  <a:pt x="9357" y="3687"/>
                </a:cubicBezTo>
                <a:lnTo>
                  <a:pt x="9357" y="820"/>
                </a:lnTo>
                <a:close/>
                <a:moveTo>
                  <a:pt x="1639" y="851"/>
                </a:moveTo>
                <a:lnTo>
                  <a:pt x="1639" y="9326"/>
                </a:lnTo>
                <a:cubicBezTo>
                  <a:pt x="1355" y="9326"/>
                  <a:pt x="1103" y="9389"/>
                  <a:pt x="820" y="9546"/>
                </a:cubicBezTo>
                <a:lnTo>
                  <a:pt x="820" y="2017"/>
                </a:lnTo>
                <a:cubicBezTo>
                  <a:pt x="820" y="1481"/>
                  <a:pt x="1166" y="1040"/>
                  <a:pt x="1639" y="851"/>
                </a:cubicBezTo>
                <a:close/>
                <a:moveTo>
                  <a:pt x="10145" y="10177"/>
                </a:moveTo>
                <a:lnTo>
                  <a:pt x="10145" y="11846"/>
                </a:lnTo>
                <a:lnTo>
                  <a:pt x="1639" y="11846"/>
                </a:lnTo>
                <a:cubicBezTo>
                  <a:pt x="1166" y="11846"/>
                  <a:pt x="820" y="11500"/>
                  <a:pt x="820" y="11027"/>
                </a:cubicBezTo>
                <a:cubicBezTo>
                  <a:pt x="820" y="10555"/>
                  <a:pt x="1166" y="10177"/>
                  <a:pt x="1639" y="10177"/>
                </a:cubicBezTo>
                <a:close/>
                <a:moveTo>
                  <a:pt x="1985" y="0"/>
                </a:moveTo>
                <a:cubicBezTo>
                  <a:pt x="851" y="32"/>
                  <a:pt x="0" y="946"/>
                  <a:pt x="0" y="2017"/>
                </a:cubicBezTo>
                <a:lnTo>
                  <a:pt x="0" y="11027"/>
                </a:lnTo>
                <a:cubicBezTo>
                  <a:pt x="0" y="11909"/>
                  <a:pt x="725" y="12665"/>
                  <a:pt x="1639" y="12665"/>
                </a:cubicBezTo>
                <a:lnTo>
                  <a:pt x="10618" y="12665"/>
                </a:lnTo>
                <a:cubicBezTo>
                  <a:pt x="10870" y="12665"/>
                  <a:pt x="11027" y="12476"/>
                  <a:pt x="11027" y="12224"/>
                </a:cubicBezTo>
                <a:lnTo>
                  <a:pt x="11027" y="379"/>
                </a:lnTo>
                <a:cubicBezTo>
                  <a:pt x="11027" y="189"/>
                  <a:pt x="10807" y="0"/>
                  <a:pt x="105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206" name="Google Shape;14206;p82"/>
          <p:cNvSpPr/>
          <p:nvPr/>
        </p:nvSpPr>
        <p:spPr>
          <a:xfrm>
            <a:off x="1696509" y="2193177"/>
            <a:ext cx="370057" cy="372647"/>
          </a:xfrm>
          <a:custGeom>
            <a:avLst/>
            <a:gdLst/>
            <a:ahLst/>
            <a:cxnLst/>
            <a:rect l="l" t="t" r="r" b="b"/>
            <a:pathLst>
              <a:path w="12572" h="12660" extrusionOk="0">
                <a:moveTo>
                  <a:pt x="2773" y="840"/>
                </a:moveTo>
                <a:cubicBezTo>
                  <a:pt x="3025" y="840"/>
                  <a:pt x="3183" y="1061"/>
                  <a:pt x="3183" y="1250"/>
                </a:cubicBezTo>
                <a:lnTo>
                  <a:pt x="3183" y="2888"/>
                </a:lnTo>
                <a:cubicBezTo>
                  <a:pt x="3183" y="3140"/>
                  <a:pt x="2962" y="3298"/>
                  <a:pt x="2773" y="3298"/>
                </a:cubicBezTo>
                <a:cubicBezTo>
                  <a:pt x="2553" y="3298"/>
                  <a:pt x="2395" y="3109"/>
                  <a:pt x="2332" y="2888"/>
                </a:cubicBezTo>
                <a:lnTo>
                  <a:pt x="2332" y="1250"/>
                </a:lnTo>
                <a:cubicBezTo>
                  <a:pt x="2332" y="998"/>
                  <a:pt x="2553" y="840"/>
                  <a:pt x="2773" y="840"/>
                </a:cubicBezTo>
                <a:close/>
                <a:moveTo>
                  <a:pt x="9673" y="840"/>
                </a:moveTo>
                <a:cubicBezTo>
                  <a:pt x="9925" y="840"/>
                  <a:pt x="10082" y="1061"/>
                  <a:pt x="10082" y="1250"/>
                </a:cubicBezTo>
                <a:lnTo>
                  <a:pt x="10082" y="2888"/>
                </a:lnTo>
                <a:cubicBezTo>
                  <a:pt x="10082" y="3140"/>
                  <a:pt x="9862" y="3298"/>
                  <a:pt x="9673" y="3298"/>
                </a:cubicBezTo>
                <a:cubicBezTo>
                  <a:pt x="9452" y="3298"/>
                  <a:pt x="9295" y="3109"/>
                  <a:pt x="9232" y="2888"/>
                </a:cubicBezTo>
                <a:lnTo>
                  <a:pt x="9232" y="1250"/>
                </a:lnTo>
                <a:cubicBezTo>
                  <a:pt x="9232" y="998"/>
                  <a:pt x="9452" y="840"/>
                  <a:pt x="9673" y="840"/>
                </a:cubicBezTo>
                <a:close/>
                <a:moveTo>
                  <a:pt x="11374" y="2479"/>
                </a:moveTo>
                <a:cubicBezTo>
                  <a:pt x="11469" y="2479"/>
                  <a:pt x="11595" y="2542"/>
                  <a:pt x="11689" y="2668"/>
                </a:cubicBezTo>
                <a:cubicBezTo>
                  <a:pt x="11752" y="2794"/>
                  <a:pt x="11721" y="2857"/>
                  <a:pt x="11721" y="2983"/>
                </a:cubicBezTo>
                <a:lnTo>
                  <a:pt x="11721" y="4936"/>
                </a:lnTo>
                <a:lnTo>
                  <a:pt x="694" y="4936"/>
                </a:lnTo>
                <a:lnTo>
                  <a:pt x="694" y="2983"/>
                </a:lnTo>
                <a:cubicBezTo>
                  <a:pt x="694" y="2857"/>
                  <a:pt x="694" y="2794"/>
                  <a:pt x="725" y="2668"/>
                </a:cubicBezTo>
                <a:cubicBezTo>
                  <a:pt x="820" y="2542"/>
                  <a:pt x="946" y="2479"/>
                  <a:pt x="1040" y="2479"/>
                </a:cubicBezTo>
                <a:lnTo>
                  <a:pt x="1513" y="2479"/>
                </a:lnTo>
                <a:lnTo>
                  <a:pt x="1513" y="2888"/>
                </a:lnTo>
                <a:cubicBezTo>
                  <a:pt x="1513" y="3614"/>
                  <a:pt x="2132" y="4133"/>
                  <a:pt x="2803" y="4133"/>
                </a:cubicBezTo>
                <a:cubicBezTo>
                  <a:pt x="2919" y="4133"/>
                  <a:pt x="3036" y="4118"/>
                  <a:pt x="3151" y="4085"/>
                </a:cubicBezTo>
                <a:cubicBezTo>
                  <a:pt x="3655" y="3928"/>
                  <a:pt x="4002" y="3455"/>
                  <a:pt x="4002" y="2888"/>
                </a:cubicBezTo>
                <a:lnTo>
                  <a:pt x="4002" y="2479"/>
                </a:lnTo>
                <a:lnTo>
                  <a:pt x="8413" y="2479"/>
                </a:lnTo>
                <a:lnTo>
                  <a:pt x="8413" y="2888"/>
                </a:lnTo>
                <a:cubicBezTo>
                  <a:pt x="8413" y="3455"/>
                  <a:pt x="8759" y="3928"/>
                  <a:pt x="9263" y="4085"/>
                </a:cubicBezTo>
                <a:cubicBezTo>
                  <a:pt x="9379" y="4118"/>
                  <a:pt x="9496" y="4133"/>
                  <a:pt x="9612" y="4133"/>
                </a:cubicBezTo>
                <a:cubicBezTo>
                  <a:pt x="10282" y="4133"/>
                  <a:pt x="10902" y="3614"/>
                  <a:pt x="10902" y="2888"/>
                </a:cubicBezTo>
                <a:lnTo>
                  <a:pt x="10902" y="2479"/>
                </a:lnTo>
                <a:close/>
                <a:moveTo>
                  <a:pt x="11721" y="5787"/>
                </a:moveTo>
                <a:lnTo>
                  <a:pt x="11721" y="11457"/>
                </a:lnTo>
                <a:cubicBezTo>
                  <a:pt x="11721" y="11678"/>
                  <a:pt x="11532" y="11835"/>
                  <a:pt x="11280" y="11867"/>
                </a:cubicBezTo>
                <a:lnTo>
                  <a:pt x="1072" y="11867"/>
                </a:lnTo>
                <a:cubicBezTo>
                  <a:pt x="851" y="11867"/>
                  <a:pt x="694" y="11678"/>
                  <a:pt x="694" y="11457"/>
                </a:cubicBezTo>
                <a:lnTo>
                  <a:pt x="694" y="5787"/>
                </a:lnTo>
                <a:close/>
                <a:moveTo>
                  <a:pt x="2825" y="1"/>
                </a:moveTo>
                <a:cubicBezTo>
                  <a:pt x="2180" y="1"/>
                  <a:pt x="1608" y="526"/>
                  <a:pt x="1608" y="1250"/>
                </a:cubicBezTo>
                <a:lnTo>
                  <a:pt x="1608" y="1691"/>
                </a:lnTo>
                <a:lnTo>
                  <a:pt x="1135" y="1691"/>
                </a:lnTo>
                <a:cubicBezTo>
                  <a:pt x="851" y="1691"/>
                  <a:pt x="568" y="1785"/>
                  <a:pt x="379" y="2006"/>
                </a:cubicBezTo>
                <a:cubicBezTo>
                  <a:pt x="158" y="2227"/>
                  <a:pt x="1" y="2542"/>
                  <a:pt x="1" y="2888"/>
                </a:cubicBezTo>
                <a:lnTo>
                  <a:pt x="1" y="11457"/>
                </a:lnTo>
                <a:cubicBezTo>
                  <a:pt x="1" y="12087"/>
                  <a:pt x="486" y="12659"/>
                  <a:pt x="1102" y="12659"/>
                </a:cubicBezTo>
                <a:cubicBezTo>
                  <a:pt x="1134" y="12659"/>
                  <a:pt x="1166" y="12658"/>
                  <a:pt x="1198" y="12655"/>
                </a:cubicBezTo>
                <a:lnTo>
                  <a:pt x="11311" y="12655"/>
                </a:lnTo>
                <a:cubicBezTo>
                  <a:pt x="12004" y="12655"/>
                  <a:pt x="12571" y="12119"/>
                  <a:pt x="12571" y="11457"/>
                </a:cubicBezTo>
                <a:lnTo>
                  <a:pt x="12571" y="2888"/>
                </a:lnTo>
                <a:cubicBezTo>
                  <a:pt x="12571" y="2542"/>
                  <a:pt x="12414" y="2227"/>
                  <a:pt x="12193" y="2006"/>
                </a:cubicBezTo>
                <a:cubicBezTo>
                  <a:pt x="12004" y="1785"/>
                  <a:pt x="11721" y="1691"/>
                  <a:pt x="11437" y="1691"/>
                </a:cubicBezTo>
                <a:lnTo>
                  <a:pt x="10965" y="1691"/>
                </a:lnTo>
                <a:lnTo>
                  <a:pt x="10965" y="1250"/>
                </a:lnTo>
                <a:cubicBezTo>
                  <a:pt x="10965" y="526"/>
                  <a:pt x="10392" y="1"/>
                  <a:pt x="9747" y="1"/>
                </a:cubicBezTo>
                <a:cubicBezTo>
                  <a:pt x="9577" y="1"/>
                  <a:pt x="9402" y="37"/>
                  <a:pt x="9232" y="116"/>
                </a:cubicBezTo>
                <a:cubicBezTo>
                  <a:pt x="8759" y="305"/>
                  <a:pt x="8507" y="746"/>
                  <a:pt x="8507" y="1250"/>
                </a:cubicBezTo>
                <a:lnTo>
                  <a:pt x="8507" y="1691"/>
                </a:lnTo>
                <a:lnTo>
                  <a:pt x="4096" y="1691"/>
                </a:lnTo>
                <a:lnTo>
                  <a:pt x="4096" y="1250"/>
                </a:lnTo>
                <a:cubicBezTo>
                  <a:pt x="4096" y="746"/>
                  <a:pt x="3781" y="305"/>
                  <a:pt x="3340" y="116"/>
                </a:cubicBezTo>
                <a:cubicBezTo>
                  <a:pt x="3170" y="37"/>
                  <a:pt x="2995" y="1"/>
                  <a:pt x="28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207" name="Google Shape;14207;p82"/>
          <p:cNvSpPr/>
          <p:nvPr/>
        </p:nvSpPr>
        <p:spPr>
          <a:xfrm>
            <a:off x="3917021" y="1347405"/>
            <a:ext cx="373766" cy="340357"/>
          </a:xfrm>
          <a:custGeom>
            <a:avLst/>
            <a:gdLst/>
            <a:ahLst/>
            <a:cxnLst/>
            <a:rect l="l" t="t" r="r" b="b"/>
            <a:pathLst>
              <a:path w="12698" h="11563" extrusionOk="0">
                <a:moveTo>
                  <a:pt x="2490" y="820"/>
                </a:moveTo>
                <a:cubicBezTo>
                  <a:pt x="3529" y="914"/>
                  <a:pt x="4600" y="1292"/>
                  <a:pt x="5483" y="2017"/>
                </a:cubicBezTo>
                <a:lnTo>
                  <a:pt x="5798" y="2237"/>
                </a:lnTo>
                <a:lnTo>
                  <a:pt x="5798" y="10334"/>
                </a:lnTo>
                <a:lnTo>
                  <a:pt x="5766" y="10334"/>
                </a:lnTo>
                <a:cubicBezTo>
                  <a:pt x="4789" y="9609"/>
                  <a:pt x="3655" y="9168"/>
                  <a:pt x="2490" y="9105"/>
                </a:cubicBezTo>
                <a:lnTo>
                  <a:pt x="2490" y="820"/>
                </a:lnTo>
                <a:close/>
                <a:moveTo>
                  <a:pt x="9925" y="883"/>
                </a:moveTo>
                <a:lnTo>
                  <a:pt x="9925" y="9137"/>
                </a:lnTo>
                <a:cubicBezTo>
                  <a:pt x="8728" y="9200"/>
                  <a:pt x="7593" y="9609"/>
                  <a:pt x="6617" y="10334"/>
                </a:cubicBezTo>
                <a:lnTo>
                  <a:pt x="6617" y="2300"/>
                </a:lnTo>
                <a:lnTo>
                  <a:pt x="6932" y="2048"/>
                </a:lnTo>
                <a:cubicBezTo>
                  <a:pt x="7782" y="1355"/>
                  <a:pt x="8854" y="946"/>
                  <a:pt x="9925" y="883"/>
                </a:cubicBezTo>
                <a:close/>
                <a:moveTo>
                  <a:pt x="1702" y="2458"/>
                </a:moveTo>
                <a:lnTo>
                  <a:pt x="1702" y="9483"/>
                </a:lnTo>
                <a:cubicBezTo>
                  <a:pt x="1702" y="9735"/>
                  <a:pt x="1891" y="9924"/>
                  <a:pt x="2080" y="9924"/>
                </a:cubicBezTo>
                <a:cubicBezTo>
                  <a:pt x="3057" y="9924"/>
                  <a:pt x="4096" y="10208"/>
                  <a:pt x="4978" y="10744"/>
                </a:cubicBezTo>
                <a:lnTo>
                  <a:pt x="1261" y="10744"/>
                </a:lnTo>
                <a:cubicBezTo>
                  <a:pt x="1009" y="10744"/>
                  <a:pt x="851" y="10555"/>
                  <a:pt x="851" y="10334"/>
                </a:cubicBezTo>
                <a:lnTo>
                  <a:pt x="851" y="2867"/>
                </a:lnTo>
                <a:cubicBezTo>
                  <a:pt x="851" y="2647"/>
                  <a:pt x="1040" y="2489"/>
                  <a:pt x="1261" y="2458"/>
                </a:cubicBezTo>
                <a:close/>
                <a:moveTo>
                  <a:pt x="11406" y="2458"/>
                </a:moveTo>
                <a:cubicBezTo>
                  <a:pt x="11658" y="2458"/>
                  <a:pt x="11815" y="2647"/>
                  <a:pt x="11847" y="2867"/>
                </a:cubicBezTo>
                <a:lnTo>
                  <a:pt x="11847" y="10334"/>
                </a:lnTo>
                <a:cubicBezTo>
                  <a:pt x="11847" y="10555"/>
                  <a:pt x="11658" y="10712"/>
                  <a:pt x="11406" y="10744"/>
                </a:cubicBezTo>
                <a:lnTo>
                  <a:pt x="7436" y="10744"/>
                </a:lnTo>
                <a:cubicBezTo>
                  <a:pt x="8255" y="10239"/>
                  <a:pt x="9295" y="9924"/>
                  <a:pt x="10303" y="9924"/>
                </a:cubicBezTo>
                <a:cubicBezTo>
                  <a:pt x="10555" y="9924"/>
                  <a:pt x="10712" y="9735"/>
                  <a:pt x="10712" y="9483"/>
                </a:cubicBezTo>
                <a:lnTo>
                  <a:pt x="10712" y="2458"/>
                </a:lnTo>
                <a:close/>
                <a:moveTo>
                  <a:pt x="2080" y="0"/>
                </a:moveTo>
                <a:cubicBezTo>
                  <a:pt x="1828" y="0"/>
                  <a:pt x="1670" y="189"/>
                  <a:pt x="1670" y="410"/>
                </a:cubicBezTo>
                <a:lnTo>
                  <a:pt x="1670" y="1670"/>
                </a:lnTo>
                <a:lnTo>
                  <a:pt x="1261" y="1670"/>
                </a:lnTo>
                <a:cubicBezTo>
                  <a:pt x="568" y="1670"/>
                  <a:pt x="1" y="2206"/>
                  <a:pt x="32" y="2930"/>
                </a:cubicBezTo>
                <a:lnTo>
                  <a:pt x="32" y="10334"/>
                </a:lnTo>
                <a:cubicBezTo>
                  <a:pt x="32" y="10996"/>
                  <a:pt x="568" y="11563"/>
                  <a:pt x="1261" y="11563"/>
                </a:cubicBezTo>
                <a:lnTo>
                  <a:pt x="11437" y="11563"/>
                </a:lnTo>
                <a:cubicBezTo>
                  <a:pt x="12130" y="11563"/>
                  <a:pt x="12697" y="11027"/>
                  <a:pt x="12697" y="10334"/>
                </a:cubicBezTo>
                <a:lnTo>
                  <a:pt x="12697" y="2867"/>
                </a:lnTo>
                <a:cubicBezTo>
                  <a:pt x="12666" y="2206"/>
                  <a:pt x="12130" y="1670"/>
                  <a:pt x="11437" y="1670"/>
                </a:cubicBezTo>
                <a:lnTo>
                  <a:pt x="10744" y="1670"/>
                </a:lnTo>
                <a:lnTo>
                  <a:pt x="10744" y="410"/>
                </a:lnTo>
                <a:cubicBezTo>
                  <a:pt x="10744" y="158"/>
                  <a:pt x="10555" y="0"/>
                  <a:pt x="10334" y="0"/>
                </a:cubicBezTo>
                <a:cubicBezTo>
                  <a:pt x="8980" y="0"/>
                  <a:pt x="7562" y="473"/>
                  <a:pt x="6396" y="1387"/>
                </a:cubicBezTo>
                <a:lnTo>
                  <a:pt x="6207" y="1544"/>
                </a:lnTo>
                <a:lnTo>
                  <a:pt x="6018" y="1387"/>
                </a:lnTo>
                <a:cubicBezTo>
                  <a:pt x="4915" y="473"/>
                  <a:pt x="3498"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208" name="Google Shape;14208;p82"/>
          <p:cNvSpPr/>
          <p:nvPr/>
        </p:nvSpPr>
        <p:spPr>
          <a:xfrm>
            <a:off x="3936416" y="1786694"/>
            <a:ext cx="379329" cy="373766"/>
          </a:xfrm>
          <a:custGeom>
            <a:avLst/>
            <a:gdLst/>
            <a:ahLst/>
            <a:cxnLst/>
            <a:rect l="l" t="t" r="r" b="b"/>
            <a:pathLst>
              <a:path w="12887" h="12698" extrusionOk="0">
                <a:moveTo>
                  <a:pt x="7814" y="3309"/>
                </a:moveTo>
                <a:cubicBezTo>
                  <a:pt x="7782" y="3592"/>
                  <a:pt x="7782" y="3907"/>
                  <a:pt x="7814" y="4159"/>
                </a:cubicBezTo>
                <a:lnTo>
                  <a:pt x="4947" y="4159"/>
                </a:lnTo>
                <a:cubicBezTo>
                  <a:pt x="4978" y="3876"/>
                  <a:pt x="4978" y="3592"/>
                  <a:pt x="4947" y="3309"/>
                </a:cubicBezTo>
                <a:close/>
                <a:moveTo>
                  <a:pt x="9830" y="788"/>
                </a:moveTo>
                <a:cubicBezTo>
                  <a:pt x="10082" y="788"/>
                  <a:pt x="10366" y="820"/>
                  <a:pt x="10618" y="946"/>
                </a:cubicBezTo>
                <a:cubicBezTo>
                  <a:pt x="11721" y="1481"/>
                  <a:pt x="12193" y="2678"/>
                  <a:pt x="11752" y="3718"/>
                </a:cubicBezTo>
                <a:cubicBezTo>
                  <a:pt x="11500" y="4254"/>
                  <a:pt x="11027" y="4695"/>
                  <a:pt x="10460" y="4884"/>
                </a:cubicBezTo>
                <a:cubicBezTo>
                  <a:pt x="10261" y="4950"/>
                  <a:pt x="10035" y="4990"/>
                  <a:pt x="9816" y="4990"/>
                </a:cubicBezTo>
                <a:cubicBezTo>
                  <a:pt x="9619" y="4990"/>
                  <a:pt x="9427" y="4958"/>
                  <a:pt x="9263" y="4884"/>
                </a:cubicBezTo>
                <a:cubicBezTo>
                  <a:pt x="9074" y="4821"/>
                  <a:pt x="8885" y="4663"/>
                  <a:pt x="8791" y="4474"/>
                </a:cubicBezTo>
                <a:cubicBezTo>
                  <a:pt x="8791" y="4411"/>
                  <a:pt x="8759" y="4380"/>
                  <a:pt x="8728" y="4348"/>
                </a:cubicBezTo>
                <a:cubicBezTo>
                  <a:pt x="8570" y="3970"/>
                  <a:pt x="8570" y="3561"/>
                  <a:pt x="8728" y="3183"/>
                </a:cubicBezTo>
                <a:cubicBezTo>
                  <a:pt x="8759" y="3151"/>
                  <a:pt x="8759" y="3120"/>
                  <a:pt x="8791" y="3088"/>
                </a:cubicBezTo>
                <a:cubicBezTo>
                  <a:pt x="8980" y="2710"/>
                  <a:pt x="9358" y="2521"/>
                  <a:pt x="9830" y="2521"/>
                </a:cubicBezTo>
                <a:cubicBezTo>
                  <a:pt x="9956" y="2521"/>
                  <a:pt x="10019" y="2552"/>
                  <a:pt x="10082" y="2615"/>
                </a:cubicBezTo>
                <a:cubicBezTo>
                  <a:pt x="10240" y="2773"/>
                  <a:pt x="10240" y="3025"/>
                  <a:pt x="10145" y="3183"/>
                </a:cubicBezTo>
                <a:cubicBezTo>
                  <a:pt x="10051" y="3309"/>
                  <a:pt x="9956" y="3340"/>
                  <a:pt x="9830" y="3340"/>
                </a:cubicBezTo>
                <a:cubicBezTo>
                  <a:pt x="9578" y="3340"/>
                  <a:pt x="9389" y="3561"/>
                  <a:pt x="9389" y="3781"/>
                </a:cubicBezTo>
                <a:cubicBezTo>
                  <a:pt x="9389" y="4033"/>
                  <a:pt x="9578" y="4222"/>
                  <a:pt x="9830" y="4222"/>
                </a:cubicBezTo>
                <a:cubicBezTo>
                  <a:pt x="10555" y="4222"/>
                  <a:pt x="11059" y="3655"/>
                  <a:pt x="11059" y="2962"/>
                </a:cubicBezTo>
                <a:cubicBezTo>
                  <a:pt x="11059" y="2395"/>
                  <a:pt x="10681" y="1891"/>
                  <a:pt x="10114" y="1733"/>
                </a:cubicBezTo>
                <a:cubicBezTo>
                  <a:pt x="10034" y="1721"/>
                  <a:pt x="9933" y="1712"/>
                  <a:pt x="9817" y="1712"/>
                </a:cubicBezTo>
                <a:cubicBezTo>
                  <a:pt x="9339" y="1712"/>
                  <a:pt x="8611" y="1861"/>
                  <a:pt x="8129" y="2521"/>
                </a:cubicBezTo>
                <a:lnTo>
                  <a:pt x="4600" y="2521"/>
                </a:lnTo>
                <a:cubicBezTo>
                  <a:pt x="4191" y="1985"/>
                  <a:pt x="3592" y="1702"/>
                  <a:pt x="2931" y="1702"/>
                </a:cubicBezTo>
                <a:cubicBezTo>
                  <a:pt x="2395" y="1702"/>
                  <a:pt x="1986" y="1985"/>
                  <a:pt x="1796" y="2458"/>
                </a:cubicBezTo>
                <a:cubicBezTo>
                  <a:pt x="1481" y="3246"/>
                  <a:pt x="1954" y="4191"/>
                  <a:pt x="2931" y="4191"/>
                </a:cubicBezTo>
                <a:cubicBezTo>
                  <a:pt x="3183" y="4191"/>
                  <a:pt x="3340" y="3970"/>
                  <a:pt x="3340" y="3750"/>
                </a:cubicBezTo>
                <a:cubicBezTo>
                  <a:pt x="3340" y="3498"/>
                  <a:pt x="3120" y="3309"/>
                  <a:pt x="2931" y="3309"/>
                </a:cubicBezTo>
                <a:cubicBezTo>
                  <a:pt x="2805" y="3309"/>
                  <a:pt x="2742" y="3277"/>
                  <a:pt x="2647" y="3246"/>
                </a:cubicBezTo>
                <a:cubicBezTo>
                  <a:pt x="2458" y="3057"/>
                  <a:pt x="2490" y="2615"/>
                  <a:pt x="2805" y="2521"/>
                </a:cubicBezTo>
                <a:cubicBezTo>
                  <a:pt x="2836" y="2513"/>
                  <a:pt x="2879" y="2509"/>
                  <a:pt x="2931" y="2509"/>
                </a:cubicBezTo>
                <a:cubicBezTo>
                  <a:pt x="3084" y="2509"/>
                  <a:pt x="3309" y="2545"/>
                  <a:pt x="3498" y="2615"/>
                </a:cubicBezTo>
                <a:cubicBezTo>
                  <a:pt x="3687" y="2678"/>
                  <a:pt x="3876" y="2836"/>
                  <a:pt x="3970" y="3025"/>
                </a:cubicBezTo>
                <a:cubicBezTo>
                  <a:pt x="3970" y="3088"/>
                  <a:pt x="4002" y="3120"/>
                  <a:pt x="4033" y="3151"/>
                </a:cubicBezTo>
                <a:cubicBezTo>
                  <a:pt x="4191" y="3498"/>
                  <a:pt x="4191" y="3939"/>
                  <a:pt x="4033" y="4285"/>
                </a:cubicBezTo>
                <a:cubicBezTo>
                  <a:pt x="4002" y="4348"/>
                  <a:pt x="4002" y="4380"/>
                  <a:pt x="3970" y="4411"/>
                </a:cubicBezTo>
                <a:cubicBezTo>
                  <a:pt x="3750" y="4726"/>
                  <a:pt x="3403" y="4978"/>
                  <a:pt x="2931" y="4978"/>
                </a:cubicBezTo>
                <a:cubicBezTo>
                  <a:pt x="1796" y="4978"/>
                  <a:pt x="851" y="4033"/>
                  <a:pt x="851" y="2899"/>
                </a:cubicBezTo>
                <a:cubicBezTo>
                  <a:pt x="851" y="1733"/>
                  <a:pt x="1765" y="851"/>
                  <a:pt x="2931" y="788"/>
                </a:cubicBezTo>
                <a:close/>
                <a:moveTo>
                  <a:pt x="7751" y="4915"/>
                </a:moveTo>
                <a:lnTo>
                  <a:pt x="7751" y="10618"/>
                </a:lnTo>
                <a:cubicBezTo>
                  <a:pt x="7751" y="10838"/>
                  <a:pt x="7940" y="11027"/>
                  <a:pt x="8129" y="11027"/>
                </a:cubicBezTo>
                <a:cubicBezTo>
                  <a:pt x="8318" y="11027"/>
                  <a:pt x="8570" y="10838"/>
                  <a:pt x="8570" y="10618"/>
                </a:cubicBezTo>
                <a:lnTo>
                  <a:pt x="8570" y="5419"/>
                </a:lnTo>
                <a:cubicBezTo>
                  <a:pt x="8791" y="5577"/>
                  <a:pt x="9074" y="5671"/>
                  <a:pt x="9389" y="5766"/>
                </a:cubicBezTo>
                <a:lnTo>
                  <a:pt x="9389" y="11878"/>
                </a:lnTo>
                <a:lnTo>
                  <a:pt x="3372" y="11878"/>
                </a:lnTo>
                <a:lnTo>
                  <a:pt x="3372" y="5766"/>
                </a:lnTo>
                <a:cubicBezTo>
                  <a:pt x="3687" y="5734"/>
                  <a:pt x="3970" y="5608"/>
                  <a:pt x="4191" y="5419"/>
                </a:cubicBezTo>
                <a:lnTo>
                  <a:pt x="4191" y="10618"/>
                </a:lnTo>
                <a:cubicBezTo>
                  <a:pt x="4191" y="10838"/>
                  <a:pt x="4380" y="11027"/>
                  <a:pt x="4600" y="11027"/>
                </a:cubicBezTo>
                <a:cubicBezTo>
                  <a:pt x="4821" y="11027"/>
                  <a:pt x="5010" y="10838"/>
                  <a:pt x="5010" y="10618"/>
                </a:cubicBezTo>
                <a:lnTo>
                  <a:pt x="5010" y="4915"/>
                </a:lnTo>
                <a:lnTo>
                  <a:pt x="5861" y="4915"/>
                </a:lnTo>
                <a:lnTo>
                  <a:pt x="5861" y="10618"/>
                </a:lnTo>
                <a:cubicBezTo>
                  <a:pt x="5861" y="10838"/>
                  <a:pt x="6050" y="11027"/>
                  <a:pt x="6239" y="11027"/>
                </a:cubicBezTo>
                <a:cubicBezTo>
                  <a:pt x="6428" y="11027"/>
                  <a:pt x="6648" y="10838"/>
                  <a:pt x="6648" y="10618"/>
                </a:cubicBezTo>
                <a:lnTo>
                  <a:pt x="6648" y="4915"/>
                </a:lnTo>
                <a:close/>
                <a:moveTo>
                  <a:pt x="2931" y="1"/>
                </a:moveTo>
                <a:cubicBezTo>
                  <a:pt x="1324" y="1"/>
                  <a:pt x="1" y="1324"/>
                  <a:pt x="1" y="2899"/>
                </a:cubicBezTo>
                <a:cubicBezTo>
                  <a:pt x="1" y="4348"/>
                  <a:pt x="1072" y="5514"/>
                  <a:pt x="2490" y="5766"/>
                </a:cubicBezTo>
                <a:lnTo>
                  <a:pt x="2490" y="12256"/>
                </a:lnTo>
                <a:cubicBezTo>
                  <a:pt x="2490" y="12508"/>
                  <a:pt x="2679" y="12697"/>
                  <a:pt x="2931" y="12697"/>
                </a:cubicBezTo>
                <a:lnTo>
                  <a:pt x="9830" y="12697"/>
                </a:lnTo>
                <a:cubicBezTo>
                  <a:pt x="10051" y="12697"/>
                  <a:pt x="10208" y="12508"/>
                  <a:pt x="10208" y="12256"/>
                </a:cubicBezTo>
                <a:lnTo>
                  <a:pt x="10208" y="5797"/>
                </a:lnTo>
                <a:cubicBezTo>
                  <a:pt x="10964" y="5671"/>
                  <a:pt x="11721" y="5293"/>
                  <a:pt x="12193" y="4537"/>
                </a:cubicBezTo>
                <a:cubicBezTo>
                  <a:pt x="12823" y="3718"/>
                  <a:pt x="12886" y="2678"/>
                  <a:pt x="12508" y="1796"/>
                </a:cubicBezTo>
                <a:cubicBezTo>
                  <a:pt x="12067" y="725"/>
                  <a:pt x="10996" y="1"/>
                  <a:pt x="98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209" name="Google Shape;14209;p82"/>
          <p:cNvSpPr/>
          <p:nvPr/>
        </p:nvSpPr>
        <p:spPr>
          <a:xfrm>
            <a:off x="3906859" y="2219020"/>
            <a:ext cx="373766" cy="373736"/>
          </a:xfrm>
          <a:custGeom>
            <a:avLst/>
            <a:gdLst/>
            <a:ahLst/>
            <a:cxnLst/>
            <a:rect l="l" t="t" r="r" b="b"/>
            <a:pathLst>
              <a:path w="12698" h="12697" extrusionOk="0">
                <a:moveTo>
                  <a:pt x="11784" y="970"/>
                </a:moveTo>
                <a:lnTo>
                  <a:pt x="11784" y="2577"/>
                </a:lnTo>
                <a:lnTo>
                  <a:pt x="5168" y="4026"/>
                </a:lnTo>
                <a:lnTo>
                  <a:pt x="5168" y="2420"/>
                </a:lnTo>
                <a:lnTo>
                  <a:pt x="11784" y="970"/>
                </a:lnTo>
                <a:close/>
                <a:moveTo>
                  <a:pt x="10115" y="7741"/>
                </a:moveTo>
                <a:cubicBezTo>
                  <a:pt x="10982" y="7741"/>
                  <a:pt x="11784" y="8286"/>
                  <a:pt x="11784" y="8973"/>
                </a:cubicBezTo>
                <a:cubicBezTo>
                  <a:pt x="11784" y="9666"/>
                  <a:pt x="11027" y="10201"/>
                  <a:pt x="10145" y="10201"/>
                </a:cubicBezTo>
                <a:cubicBezTo>
                  <a:pt x="9358" y="10201"/>
                  <a:pt x="8665" y="9792"/>
                  <a:pt x="8507" y="9225"/>
                </a:cubicBezTo>
                <a:cubicBezTo>
                  <a:pt x="8350" y="8689"/>
                  <a:pt x="8728" y="8154"/>
                  <a:pt x="9263" y="7933"/>
                </a:cubicBezTo>
                <a:cubicBezTo>
                  <a:pt x="9537" y="7800"/>
                  <a:pt x="9829" y="7741"/>
                  <a:pt x="10115" y="7741"/>
                </a:cubicBezTo>
                <a:close/>
                <a:moveTo>
                  <a:pt x="2665" y="9393"/>
                </a:moveTo>
                <a:cubicBezTo>
                  <a:pt x="3537" y="9393"/>
                  <a:pt x="4348" y="9928"/>
                  <a:pt x="4348" y="10642"/>
                </a:cubicBezTo>
                <a:cubicBezTo>
                  <a:pt x="4348" y="11304"/>
                  <a:pt x="3592" y="11871"/>
                  <a:pt x="2679" y="11871"/>
                </a:cubicBezTo>
                <a:cubicBezTo>
                  <a:pt x="1891" y="11871"/>
                  <a:pt x="1229" y="11430"/>
                  <a:pt x="1072" y="10894"/>
                </a:cubicBezTo>
                <a:cubicBezTo>
                  <a:pt x="914" y="10327"/>
                  <a:pt x="1261" y="9823"/>
                  <a:pt x="1828" y="9571"/>
                </a:cubicBezTo>
                <a:cubicBezTo>
                  <a:pt x="2097" y="9448"/>
                  <a:pt x="2384" y="9393"/>
                  <a:pt x="2665" y="9393"/>
                </a:cubicBezTo>
                <a:close/>
                <a:moveTo>
                  <a:pt x="12242" y="1"/>
                </a:moveTo>
                <a:cubicBezTo>
                  <a:pt x="12197" y="1"/>
                  <a:pt x="12149" y="9"/>
                  <a:pt x="12099" y="25"/>
                </a:cubicBezTo>
                <a:lnTo>
                  <a:pt x="4663" y="1664"/>
                </a:lnTo>
                <a:cubicBezTo>
                  <a:pt x="4474" y="1695"/>
                  <a:pt x="4348" y="1853"/>
                  <a:pt x="4348" y="2073"/>
                </a:cubicBezTo>
                <a:lnTo>
                  <a:pt x="4348" y="9067"/>
                </a:lnTo>
                <a:cubicBezTo>
                  <a:pt x="3876" y="8721"/>
                  <a:pt x="3277" y="8563"/>
                  <a:pt x="2679" y="8563"/>
                </a:cubicBezTo>
                <a:cubicBezTo>
                  <a:pt x="1481" y="8563"/>
                  <a:pt x="536" y="9256"/>
                  <a:pt x="284" y="10138"/>
                </a:cubicBezTo>
                <a:cubicBezTo>
                  <a:pt x="1" y="11084"/>
                  <a:pt x="568" y="12060"/>
                  <a:pt x="1670" y="12501"/>
                </a:cubicBezTo>
                <a:cubicBezTo>
                  <a:pt x="1997" y="12634"/>
                  <a:pt x="2349" y="12697"/>
                  <a:pt x="2700" y="12697"/>
                </a:cubicBezTo>
                <a:cubicBezTo>
                  <a:pt x="3600" y="12697"/>
                  <a:pt x="4494" y="12281"/>
                  <a:pt x="4947" y="11556"/>
                </a:cubicBezTo>
                <a:cubicBezTo>
                  <a:pt x="5104" y="11273"/>
                  <a:pt x="5199" y="10957"/>
                  <a:pt x="5199" y="10611"/>
                </a:cubicBezTo>
                <a:lnTo>
                  <a:pt x="5199" y="4909"/>
                </a:lnTo>
                <a:lnTo>
                  <a:pt x="11815" y="3428"/>
                </a:lnTo>
                <a:lnTo>
                  <a:pt x="11815" y="7460"/>
                </a:lnTo>
                <a:cubicBezTo>
                  <a:pt x="11342" y="7114"/>
                  <a:pt x="10775" y="6956"/>
                  <a:pt x="10177" y="6956"/>
                </a:cubicBezTo>
                <a:cubicBezTo>
                  <a:pt x="8948" y="6956"/>
                  <a:pt x="8003" y="7649"/>
                  <a:pt x="7782" y="8532"/>
                </a:cubicBezTo>
                <a:cubicBezTo>
                  <a:pt x="7499" y="9477"/>
                  <a:pt x="8034" y="10453"/>
                  <a:pt x="9137" y="10894"/>
                </a:cubicBezTo>
                <a:cubicBezTo>
                  <a:pt x="9470" y="11017"/>
                  <a:pt x="9823" y="11076"/>
                  <a:pt x="10172" y="11076"/>
                </a:cubicBezTo>
                <a:cubicBezTo>
                  <a:pt x="11077" y="11076"/>
                  <a:pt x="11959" y="10677"/>
                  <a:pt x="12414" y="9949"/>
                </a:cubicBezTo>
                <a:cubicBezTo>
                  <a:pt x="12571" y="9666"/>
                  <a:pt x="12697" y="9351"/>
                  <a:pt x="12697" y="8973"/>
                </a:cubicBezTo>
                <a:cubicBezTo>
                  <a:pt x="12603" y="8941"/>
                  <a:pt x="12603" y="403"/>
                  <a:pt x="12603" y="403"/>
                </a:cubicBezTo>
                <a:cubicBezTo>
                  <a:pt x="12603" y="170"/>
                  <a:pt x="12453" y="1"/>
                  <a:pt x="122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210" name="Google Shape;14210;p82"/>
          <p:cNvSpPr/>
          <p:nvPr/>
        </p:nvSpPr>
        <p:spPr>
          <a:xfrm>
            <a:off x="2616350" y="2653893"/>
            <a:ext cx="374678" cy="375620"/>
          </a:xfrm>
          <a:custGeom>
            <a:avLst/>
            <a:gdLst/>
            <a:ahLst/>
            <a:cxnLst/>
            <a:rect l="l" t="t" r="r" b="b"/>
            <a:pathLst>
              <a:path w="12729" h="12761" extrusionOk="0">
                <a:moveTo>
                  <a:pt x="10595" y="882"/>
                </a:moveTo>
                <a:cubicBezTo>
                  <a:pt x="11081" y="882"/>
                  <a:pt x="11558" y="1164"/>
                  <a:pt x="11752" y="1647"/>
                </a:cubicBezTo>
                <a:cubicBezTo>
                  <a:pt x="11941" y="2120"/>
                  <a:pt x="11846" y="2624"/>
                  <a:pt x="11500" y="3033"/>
                </a:cubicBezTo>
                <a:lnTo>
                  <a:pt x="11374" y="3128"/>
                </a:lnTo>
                <a:lnTo>
                  <a:pt x="9609" y="1363"/>
                </a:lnTo>
                <a:lnTo>
                  <a:pt x="9735" y="1237"/>
                </a:lnTo>
                <a:cubicBezTo>
                  <a:pt x="9979" y="994"/>
                  <a:pt x="10288" y="882"/>
                  <a:pt x="10595" y="882"/>
                </a:cubicBezTo>
                <a:close/>
                <a:moveTo>
                  <a:pt x="9011" y="1899"/>
                </a:moveTo>
                <a:lnTo>
                  <a:pt x="10807" y="3695"/>
                </a:lnTo>
                <a:lnTo>
                  <a:pt x="7656" y="6845"/>
                </a:lnTo>
                <a:lnTo>
                  <a:pt x="5860" y="5049"/>
                </a:lnTo>
                <a:lnTo>
                  <a:pt x="9011" y="1899"/>
                </a:lnTo>
                <a:close/>
                <a:moveTo>
                  <a:pt x="5293" y="5648"/>
                </a:moveTo>
                <a:lnTo>
                  <a:pt x="7057" y="7444"/>
                </a:lnTo>
                <a:lnTo>
                  <a:pt x="4065" y="10437"/>
                </a:lnTo>
                <a:lnTo>
                  <a:pt x="2300" y="8641"/>
                </a:lnTo>
                <a:lnTo>
                  <a:pt x="5293" y="5648"/>
                </a:lnTo>
                <a:close/>
                <a:moveTo>
                  <a:pt x="2017" y="9523"/>
                </a:moveTo>
                <a:lnTo>
                  <a:pt x="3245" y="10752"/>
                </a:lnTo>
                <a:lnTo>
                  <a:pt x="1733" y="11004"/>
                </a:lnTo>
                <a:lnTo>
                  <a:pt x="2017" y="9523"/>
                </a:lnTo>
                <a:close/>
                <a:moveTo>
                  <a:pt x="7762" y="1"/>
                </a:moveTo>
                <a:cubicBezTo>
                  <a:pt x="7443" y="1"/>
                  <a:pt x="7120" y="119"/>
                  <a:pt x="6868" y="355"/>
                </a:cubicBezTo>
                <a:lnTo>
                  <a:pt x="4569" y="2624"/>
                </a:lnTo>
                <a:cubicBezTo>
                  <a:pt x="4411" y="2781"/>
                  <a:pt x="4411" y="3065"/>
                  <a:pt x="4569" y="3222"/>
                </a:cubicBezTo>
                <a:cubicBezTo>
                  <a:pt x="4647" y="3301"/>
                  <a:pt x="4758" y="3340"/>
                  <a:pt x="4868" y="3340"/>
                </a:cubicBezTo>
                <a:cubicBezTo>
                  <a:pt x="4978" y="3340"/>
                  <a:pt x="5088" y="3301"/>
                  <a:pt x="5167" y="3222"/>
                </a:cubicBezTo>
                <a:lnTo>
                  <a:pt x="7436" y="922"/>
                </a:lnTo>
                <a:cubicBezTo>
                  <a:pt x="7514" y="844"/>
                  <a:pt x="7625" y="804"/>
                  <a:pt x="7735" y="804"/>
                </a:cubicBezTo>
                <a:cubicBezTo>
                  <a:pt x="7845" y="804"/>
                  <a:pt x="7955" y="844"/>
                  <a:pt x="8034" y="922"/>
                </a:cubicBezTo>
                <a:lnTo>
                  <a:pt x="8475" y="1363"/>
                </a:lnTo>
                <a:lnTo>
                  <a:pt x="5041" y="4797"/>
                </a:lnTo>
                <a:lnTo>
                  <a:pt x="1450" y="8389"/>
                </a:lnTo>
                <a:cubicBezTo>
                  <a:pt x="1418" y="8420"/>
                  <a:pt x="1387" y="8483"/>
                  <a:pt x="1355" y="8578"/>
                </a:cubicBezTo>
                <a:cubicBezTo>
                  <a:pt x="1355" y="8610"/>
                  <a:pt x="1387" y="8420"/>
                  <a:pt x="883" y="11319"/>
                </a:cubicBezTo>
                <a:lnTo>
                  <a:pt x="158" y="12044"/>
                </a:lnTo>
                <a:cubicBezTo>
                  <a:pt x="0" y="12201"/>
                  <a:pt x="0" y="12485"/>
                  <a:pt x="158" y="12642"/>
                </a:cubicBezTo>
                <a:cubicBezTo>
                  <a:pt x="237" y="12721"/>
                  <a:pt x="347" y="12760"/>
                  <a:pt x="457" y="12760"/>
                </a:cubicBezTo>
                <a:cubicBezTo>
                  <a:pt x="567" y="12760"/>
                  <a:pt x="678" y="12721"/>
                  <a:pt x="756" y="12642"/>
                </a:cubicBezTo>
                <a:lnTo>
                  <a:pt x="1450" y="11918"/>
                </a:lnTo>
                <a:cubicBezTo>
                  <a:pt x="1513" y="11918"/>
                  <a:pt x="4191" y="11445"/>
                  <a:pt x="4191" y="11445"/>
                </a:cubicBezTo>
                <a:cubicBezTo>
                  <a:pt x="4254" y="11445"/>
                  <a:pt x="4317" y="11413"/>
                  <a:pt x="4380" y="11382"/>
                </a:cubicBezTo>
                <a:lnTo>
                  <a:pt x="12130" y="3600"/>
                </a:lnTo>
                <a:cubicBezTo>
                  <a:pt x="12539" y="3222"/>
                  <a:pt x="12728" y="2718"/>
                  <a:pt x="12728" y="2151"/>
                </a:cubicBezTo>
                <a:cubicBezTo>
                  <a:pt x="12697" y="985"/>
                  <a:pt x="11783" y="72"/>
                  <a:pt x="10649" y="72"/>
                </a:cubicBezTo>
                <a:cubicBezTo>
                  <a:pt x="10082" y="72"/>
                  <a:pt x="9578" y="261"/>
                  <a:pt x="9168" y="670"/>
                </a:cubicBezTo>
                <a:lnTo>
                  <a:pt x="9074" y="765"/>
                </a:lnTo>
                <a:lnTo>
                  <a:pt x="8633" y="355"/>
                </a:lnTo>
                <a:cubicBezTo>
                  <a:pt x="8396" y="119"/>
                  <a:pt x="8081" y="1"/>
                  <a:pt x="77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4211" name="Google Shape;14211;p82"/>
          <p:cNvGrpSpPr/>
          <p:nvPr/>
        </p:nvGrpSpPr>
        <p:grpSpPr>
          <a:xfrm>
            <a:off x="2623344" y="3089112"/>
            <a:ext cx="372824" cy="372058"/>
            <a:chOff x="-38686275" y="2314400"/>
            <a:chExt cx="316650" cy="316000"/>
          </a:xfrm>
        </p:grpSpPr>
        <p:sp>
          <p:nvSpPr>
            <p:cNvPr id="14212" name="Google Shape;14212;p82"/>
            <p:cNvSpPr/>
            <p:nvPr/>
          </p:nvSpPr>
          <p:spPr>
            <a:xfrm>
              <a:off x="-38686275" y="2314400"/>
              <a:ext cx="316650" cy="316000"/>
            </a:xfrm>
            <a:custGeom>
              <a:avLst/>
              <a:gdLst/>
              <a:ahLst/>
              <a:cxnLst/>
              <a:rect l="l" t="t" r="r" b="b"/>
              <a:pathLst>
                <a:path w="12666" h="12640" extrusionOk="0">
                  <a:moveTo>
                    <a:pt x="8161" y="852"/>
                  </a:moveTo>
                  <a:cubicBezTo>
                    <a:pt x="8381" y="852"/>
                    <a:pt x="8539" y="1041"/>
                    <a:pt x="8570" y="1262"/>
                  </a:cubicBezTo>
                  <a:lnTo>
                    <a:pt x="8570" y="1703"/>
                  </a:lnTo>
                  <a:lnTo>
                    <a:pt x="4160" y="1703"/>
                  </a:lnTo>
                  <a:lnTo>
                    <a:pt x="4160" y="1230"/>
                  </a:lnTo>
                  <a:lnTo>
                    <a:pt x="4128" y="1230"/>
                  </a:lnTo>
                  <a:cubicBezTo>
                    <a:pt x="4128" y="1199"/>
                    <a:pt x="4128" y="1104"/>
                    <a:pt x="4160" y="1073"/>
                  </a:cubicBezTo>
                  <a:cubicBezTo>
                    <a:pt x="4254" y="915"/>
                    <a:pt x="4380" y="852"/>
                    <a:pt x="4569" y="852"/>
                  </a:cubicBezTo>
                  <a:close/>
                  <a:moveTo>
                    <a:pt x="11437" y="2427"/>
                  </a:moveTo>
                  <a:cubicBezTo>
                    <a:pt x="11658" y="2427"/>
                    <a:pt x="11815" y="2616"/>
                    <a:pt x="11847" y="2805"/>
                  </a:cubicBezTo>
                  <a:lnTo>
                    <a:pt x="11847" y="5641"/>
                  </a:lnTo>
                  <a:cubicBezTo>
                    <a:pt x="11847" y="5830"/>
                    <a:pt x="11721" y="5987"/>
                    <a:pt x="11563" y="6050"/>
                  </a:cubicBezTo>
                  <a:cubicBezTo>
                    <a:pt x="11542" y="6061"/>
                    <a:pt x="11532" y="6064"/>
                    <a:pt x="11478" y="6064"/>
                  </a:cubicBezTo>
                  <a:cubicBezTo>
                    <a:pt x="11371" y="6064"/>
                    <a:pt x="11091" y="6050"/>
                    <a:pt x="10208" y="6050"/>
                  </a:cubicBezTo>
                  <a:lnTo>
                    <a:pt x="10208" y="4822"/>
                  </a:lnTo>
                  <a:cubicBezTo>
                    <a:pt x="10208" y="4570"/>
                    <a:pt x="9988" y="4381"/>
                    <a:pt x="9767" y="4381"/>
                  </a:cubicBezTo>
                  <a:lnTo>
                    <a:pt x="8129" y="4381"/>
                  </a:lnTo>
                  <a:cubicBezTo>
                    <a:pt x="7877" y="4381"/>
                    <a:pt x="7688" y="4570"/>
                    <a:pt x="7688" y="4822"/>
                  </a:cubicBezTo>
                  <a:lnTo>
                    <a:pt x="7688" y="6050"/>
                  </a:lnTo>
                  <a:lnTo>
                    <a:pt x="4916" y="6050"/>
                  </a:lnTo>
                  <a:lnTo>
                    <a:pt x="4916" y="4822"/>
                  </a:lnTo>
                  <a:cubicBezTo>
                    <a:pt x="4916" y="4570"/>
                    <a:pt x="4727" y="4381"/>
                    <a:pt x="4506" y="4381"/>
                  </a:cubicBezTo>
                  <a:lnTo>
                    <a:pt x="2836" y="4381"/>
                  </a:lnTo>
                  <a:cubicBezTo>
                    <a:pt x="2710" y="4381"/>
                    <a:pt x="2647" y="4412"/>
                    <a:pt x="2553" y="4507"/>
                  </a:cubicBezTo>
                  <a:cubicBezTo>
                    <a:pt x="2490" y="4570"/>
                    <a:pt x="2458" y="4696"/>
                    <a:pt x="2458" y="4790"/>
                  </a:cubicBezTo>
                  <a:lnTo>
                    <a:pt x="2458" y="5987"/>
                  </a:lnTo>
                  <a:lnTo>
                    <a:pt x="1230" y="5987"/>
                  </a:lnTo>
                  <a:cubicBezTo>
                    <a:pt x="978" y="5987"/>
                    <a:pt x="820" y="5798"/>
                    <a:pt x="788" y="5578"/>
                  </a:cubicBezTo>
                  <a:lnTo>
                    <a:pt x="788" y="2805"/>
                  </a:lnTo>
                  <a:cubicBezTo>
                    <a:pt x="788" y="2585"/>
                    <a:pt x="978" y="2427"/>
                    <a:pt x="1230" y="2427"/>
                  </a:cubicBezTo>
                  <a:close/>
                  <a:moveTo>
                    <a:pt x="4128" y="5200"/>
                  </a:moveTo>
                  <a:lnTo>
                    <a:pt x="4128" y="6428"/>
                  </a:lnTo>
                  <a:cubicBezTo>
                    <a:pt x="4128" y="6586"/>
                    <a:pt x="4065" y="6712"/>
                    <a:pt x="3939" y="6775"/>
                  </a:cubicBezTo>
                  <a:cubicBezTo>
                    <a:pt x="3857" y="6826"/>
                    <a:pt x="3768" y="6851"/>
                    <a:pt x="3684" y="6851"/>
                  </a:cubicBezTo>
                  <a:cubicBezTo>
                    <a:pt x="3508" y="6851"/>
                    <a:pt x="3351" y="6746"/>
                    <a:pt x="3309" y="6554"/>
                  </a:cubicBezTo>
                  <a:lnTo>
                    <a:pt x="3309" y="5200"/>
                  </a:lnTo>
                  <a:close/>
                  <a:moveTo>
                    <a:pt x="9358" y="5200"/>
                  </a:moveTo>
                  <a:lnTo>
                    <a:pt x="9358" y="6428"/>
                  </a:lnTo>
                  <a:cubicBezTo>
                    <a:pt x="9358" y="6586"/>
                    <a:pt x="9295" y="6712"/>
                    <a:pt x="9169" y="6775"/>
                  </a:cubicBezTo>
                  <a:cubicBezTo>
                    <a:pt x="9097" y="6826"/>
                    <a:pt x="9015" y="6851"/>
                    <a:pt x="8934" y="6851"/>
                  </a:cubicBezTo>
                  <a:cubicBezTo>
                    <a:pt x="8766" y="6851"/>
                    <a:pt x="8602" y="6746"/>
                    <a:pt x="8539" y="6554"/>
                  </a:cubicBezTo>
                  <a:lnTo>
                    <a:pt x="8539" y="5200"/>
                  </a:lnTo>
                  <a:close/>
                  <a:moveTo>
                    <a:pt x="11059" y="6869"/>
                  </a:moveTo>
                  <a:lnTo>
                    <a:pt x="11059" y="11438"/>
                  </a:lnTo>
                  <a:lnTo>
                    <a:pt x="11028" y="11438"/>
                  </a:lnTo>
                  <a:cubicBezTo>
                    <a:pt x="11028" y="11658"/>
                    <a:pt x="10839" y="11816"/>
                    <a:pt x="10618" y="11816"/>
                  </a:cubicBezTo>
                  <a:lnTo>
                    <a:pt x="2080" y="11816"/>
                  </a:lnTo>
                  <a:cubicBezTo>
                    <a:pt x="1860" y="11816"/>
                    <a:pt x="1702" y="11627"/>
                    <a:pt x="1702" y="11438"/>
                  </a:cubicBezTo>
                  <a:lnTo>
                    <a:pt x="1702" y="6869"/>
                  </a:lnTo>
                  <a:lnTo>
                    <a:pt x="2616" y="6869"/>
                  </a:lnTo>
                  <a:cubicBezTo>
                    <a:pt x="2710" y="7216"/>
                    <a:pt x="3025" y="7531"/>
                    <a:pt x="3403" y="7657"/>
                  </a:cubicBezTo>
                  <a:cubicBezTo>
                    <a:pt x="3520" y="7692"/>
                    <a:pt x="3637" y="7709"/>
                    <a:pt x="3752" y="7709"/>
                  </a:cubicBezTo>
                  <a:cubicBezTo>
                    <a:pt x="4263" y="7709"/>
                    <a:pt x="4736" y="7383"/>
                    <a:pt x="4916" y="6869"/>
                  </a:cubicBezTo>
                  <a:lnTo>
                    <a:pt x="7846" y="6869"/>
                  </a:lnTo>
                  <a:cubicBezTo>
                    <a:pt x="8017" y="7384"/>
                    <a:pt x="8513" y="7708"/>
                    <a:pt x="9036" y="7708"/>
                  </a:cubicBezTo>
                  <a:cubicBezTo>
                    <a:pt x="9185" y="7708"/>
                    <a:pt x="9337" y="7682"/>
                    <a:pt x="9484" y="7626"/>
                  </a:cubicBezTo>
                  <a:cubicBezTo>
                    <a:pt x="9799" y="7500"/>
                    <a:pt x="10082" y="7216"/>
                    <a:pt x="10145" y="6869"/>
                  </a:cubicBezTo>
                  <a:close/>
                  <a:moveTo>
                    <a:pt x="8211" y="0"/>
                  </a:moveTo>
                  <a:cubicBezTo>
                    <a:pt x="8194" y="0"/>
                    <a:pt x="8177" y="1"/>
                    <a:pt x="8161" y="1"/>
                  </a:cubicBezTo>
                  <a:lnTo>
                    <a:pt x="4569" y="1"/>
                  </a:lnTo>
                  <a:cubicBezTo>
                    <a:pt x="3907" y="1"/>
                    <a:pt x="3309" y="569"/>
                    <a:pt x="3340" y="1230"/>
                  </a:cubicBezTo>
                  <a:lnTo>
                    <a:pt x="3340" y="1671"/>
                  </a:lnTo>
                  <a:lnTo>
                    <a:pt x="1261" y="1671"/>
                  </a:lnTo>
                  <a:cubicBezTo>
                    <a:pt x="599" y="1671"/>
                    <a:pt x="1" y="2207"/>
                    <a:pt x="1" y="2868"/>
                  </a:cubicBezTo>
                  <a:lnTo>
                    <a:pt x="1" y="5641"/>
                  </a:lnTo>
                  <a:cubicBezTo>
                    <a:pt x="1" y="6145"/>
                    <a:pt x="316" y="6617"/>
                    <a:pt x="820" y="6838"/>
                  </a:cubicBezTo>
                  <a:lnTo>
                    <a:pt x="820" y="11438"/>
                  </a:lnTo>
                  <a:cubicBezTo>
                    <a:pt x="820" y="12067"/>
                    <a:pt x="1333" y="12639"/>
                    <a:pt x="1953" y="12639"/>
                  </a:cubicBezTo>
                  <a:cubicBezTo>
                    <a:pt x="1984" y="12639"/>
                    <a:pt x="2016" y="12638"/>
                    <a:pt x="2049" y="12635"/>
                  </a:cubicBezTo>
                  <a:lnTo>
                    <a:pt x="10587" y="12635"/>
                  </a:lnTo>
                  <a:cubicBezTo>
                    <a:pt x="11248" y="12635"/>
                    <a:pt x="11847" y="12099"/>
                    <a:pt x="11815" y="11438"/>
                  </a:cubicBezTo>
                  <a:lnTo>
                    <a:pt x="11815" y="6838"/>
                  </a:lnTo>
                  <a:cubicBezTo>
                    <a:pt x="12288" y="6680"/>
                    <a:pt x="12634" y="6208"/>
                    <a:pt x="12634" y="5641"/>
                  </a:cubicBezTo>
                  <a:lnTo>
                    <a:pt x="12634" y="2868"/>
                  </a:lnTo>
                  <a:cubicBezTo>
                    <a:pt x="12666" y="2207"/>
                    <a:pt x="12130" y="1640"/>
                    <a:pt x="11469" y="1640"/>
                  </a:cubicBezTo>
                  <a:lnTo>
                    <a:pt x="9358" y="1640"/>
                  </a:lnTo>
                  <a:lnTo>
                    <a:pt x="9358" y="1230"/>
                  </a:lnTo>
                  <a:cubicBezTo>
                    <a:pt x="9358" y="585"/>
                    <a:pt x="8849" y="0"/>
                    <a:pt x="82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213" name="Google Shape;14213;p82"/>
            <p:cNvSpPr/>
            <p:nvPr/>
          </p:nvSpPr>
          <p:spPr>
            <a:xfrm>
              <a:off x="-38583075" y="2527075"/>
              <a:ext cx="111075" cy="63050"/>
            </a:xfrm>
            <a:custGeom>
              <a:avLst/>
              <a:gdLst/>
              <a:ahLst/>
              <a:cxnLst/>
              <a:rect l="l" t="t" r="r" b="b"/>
              <a:pathLst>
                <a:path w="4443" h="2522" extrusionOk="0">
                  <a:moveTo>
                    <a:pt x="3592" y="851"/>
                  </a:moveTo>
                  <a:lnTo>
                    <a:pt x="3592" y="1670"/>
                  </a:lnTo>
                  <a:lnTo>
                    <a:pt x="819" y="1670"/>
                  </a:lnTo>
                  <a:lnTo>
                    <a:pt x="819" y="851"/>
                  </a:lnTo>
                  <a:close/>
                  <a:moveTo>
                    <a:pt x="441" y="1"/>
                  </a:moveTo>
                  <a:cubicBezTo>
                    <a:pt x="189" y="1"/>
                    <a:pt x="0" y="221"/>
                    <a:pt x="0" y="442"/>
                  </a:cubicBezTo>
                  <a:lnTo>
                    <a:pt x="0" y="2112"/>
                  </a:lnTo>
                  <a:cubicBezTo>
                    <a:pt x="0" y="2332"/>
                    <a:pt x="189" y="2521"/>
                    <a:pt x="441" y="2521"/>
                  </a:cubicBezTo>
                  <a:lnTo>
                    <a:pt x="4033" y="2521"/>
                  </a:lnTo>
                  <a:cubicBezTo>
                    <a:pt x="4253" y="2521"/>
                    <a:pt x="4442" y="2332"/>
                    <a:pt x="4442" y="2112"/>
                  </a:cubicBezTo>
                  <a:lnTo>
                    <a:pt x="4442" y="442"/>
                  </a:lnTo>
                  <a:cubicBezTo>
                    <a:pt x="4411" y="221"/>
                    <a:pt x="4253" y="1"/>
                    <a:pt x="40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214" name="Google Shape;14214;p82"/>
          <p:cNvGrpSpPr/>
          <p:nvPr/>
        </p:nvGrpSpPr>
        <p:grpSpPr>
          <a:xfrm>
            <a:off x="2621946" y="3581152"/>
            <a:ext cx="375620" cy="373736"/>
            <a:chOff x="-38686275" y="2682250"/>
            <a:chExt cx="319025" cy="317425"/>
          </a:xfrm>
        </p:grpSpPr>
        <p:sp>
          <p:nvSpPr>
            <p:cNvPr id="14215" name="Google Shape;14215;p82"/>
            <p:cNvSpPr/>
            <p:nvPr/>
          </p:nvSpPr>
          <p:spPr>
            <a:xfrm>
              <a:off x="-38686275" y="2682250"/>
              <a:ext cx="319025" cy="317425"/>
            </a:xfrm>
            <a:custGeom>
              <a:avLst/>
              <a:gdLst/>
              <a:ahLst/>
              <a:cxnLst/>
              <a:rect l="l" t="t" r="r" b="b"/>
              <a:pathLst>
                <a:path w="12761" h="12697" extrusionOk="0">
                  <a:moveTo>
                    <a:pt x="11511" y="5995"/>
                  </a:moveTo>
                  <a:cubicBezTo>
                    <a:pt x="11742" y="5995"/>
                    <a:pt x="11941" y="6184"/>
                    <a:pt x="11941" y="6396"/>
                  </a:cubicBezTo>
                  <a:cubicBezTo>
                    <a:pt x="11941" y="6616"/>
                    <a:pt x="11815" y="6774"/>
                    <a:pt x="11626" y="6805"/>
                  </a:cubicBezTo>
                  <a:cubicBezTo>
                    <a:pt x="11576" y="6818"/>
                    <a:pt x="11528" y="6824"/>
                    <a:pt x="11483" y="6824"/>
                  </a:cubicBezTo>
                  <a:cubicBezTo>
                    <a:pt x="11302" y="6824"/>
                    <a:pt x="11166" y="6723"/>
                    <a:pt x="11091" y="6522"/>
                  </a:cubicBezTo>
                  <a:cubicBezTo>
                    <a:pt x="11028" y="6301"/>
                    <a:pt x="11154" y="6081"/>
                    <a:pt x="11374" y="6018"/>
                  </a:cubicBezTo>
                  <a:cubicBezTo>
                    <a:pt x="11420" y="6002"/>
                    <a:pt x="11466" y="5995"/>
                    <a:pt x="11511" y="5995"/>
                  </a:cubicBezTo>
                  <a:close/>
                  <a:moveTo>
                    <a:pt x="5042" y="788"/>
                  </a:moveTo>
                  <a:cubicBezTo>
                    <a:pt x="7310" y="788"/>
                    <a:pt x="9169" y="2615"/>
                    <a:pt x="9169" y="4915"/>
                  </a:cubicBezTo>
                  <a:cubicBezTo>
                    <a:pt x="9169" y="7183"/>
                    <a:pt x="7310" y="9042"/>
                    <a:pt x="5042" y="9042"/>
                  </a:cubicBezTo>
                  <a:cubicBezTo>
                    <a:pt x="3624" y="9042"/>
                    <a:pt x="2364" y="8317"/>
                    <a:pt x="1608" y="7246"/>
                  </a:cubicBezTo>
                  <a:cubicBezTo>
                    <a:pt x="820" y="6049"/>
                    <a:pt x="694" y="4568"/>
                    <a:pt x="1230" y="3308"/>
                  </a:cubicBezTo>
                  <a:cubicBezTo>
                    <a:pt x="1860" y="1827"/>
                    <a:pt x="3309" y="788"/>
                    <a:pt x="5042" y="788"/>
                  </a:cubicBezTo>
                  <a:close/>
                  <a:moveTo>
                    <a:pt x="7531" y="9200"/>
                  </a:moveTo>
                  <a:lnTo>
                    <a:pt x="7531" y="11373"/>
                  </a:lnTo>
                  <a:cubicBezTo>
                    <a:pt x="7531" y="11594"/>
                    <a:pt x="7310" y="11751"/>
                    <a:pt x="7089" y="11814"/>
                  </a:cubicBezTo>
                  <a:lnTo>
                    <a:pt x="2962" y="11814"/>
                  </a:lnTo>
                  <a:cubicBezTo>
                    <a:pt x="2710" y="11814"/>
                    <a:pt x="2553" y="11594"/>
                    <a:pt x="2553" y="11373"/>
                  </a:cubicBezTo>
                  <a:lnTo>
                    <a:pt x="2553" y="9200"/>
                  </a:lnTo>
                  <a:cubicBezTo>
                    <a:pt x="3316" y="9645"/>
                    <a:pt x="4174" y="9873"/>
                    <a:pt x="5041" y="9873"/>
                  </a:cubicBezTo>
                  <a:cubicBezTo>
                    <a:pt x="5892" y="9873"/>
                    <a:pt x="6750" y="9652"/>
                    <a:pt x="7531" y="9200"/>
                  </a:cubicBezTo>
                  <a:close/>
                  <a:moveTo>
                    <a:pt x="4947" y="0"/>
                  </a:moveTo>
                  <a:cubicBezTo>
                    <a:pt x="4296" y="0"/>
                    <a:pt x="3643" y="126"/>
                    <a:pt x="3025" y="378"/>
                  </a:cubicBezTo>
                  <a:cubicBezTo>
                    <a:pt x="1230" y="1134"/>
                    <a:pt x="1" y="2930"/>
                    <a:pt x="1" y="4946"/>
                  </a:cubicBezTo>
                  <a:cubicBezTo>
                    <a:pt x="1" y="6396"/>
                    <a:pt x="631" y="7750"/>
                    <a:pt x="1639" y="8664"/>
                  </a:cubicBezTo>
                  <a:lnTo>
                    <a:pt x="1639" y="11436"/>
                  </a:lnTo>
                  <a:cubicBezTo>
                    <a:pt x="1639" y="12098"/>
                    <a:pt x="2206" y="12697"/>
                    <a:pt x="2868" y="12697"/>
                  </a:cubicBezTo>
                  <a:lnTo>
                    <a:pt x="6995" y="12697"/>
                  </a:lnTo>
                  <a:cubicBezTo>
                    <a:pt x="7562" y="12697"/>
                    <a:pt x="8035" y="12350"/>
                    <a:pt x="8192" y="11877"/>
                  </a:cubicBezTo>
                  <a:cubicBezTo>
                    <a:pt x="10114" y="11720"/>
                    <a:pt x="11847" y="10113"/>
                    <a:pt x="11847" y="8160"/>
                  </a:cubicBezTo>
                  <a:lnTo>
                    <a:pt x="11847" y="7719"/>
                  </a:lnTo>
                  <a:cubicBezTo>
                    <a:pt x="12351" y="7530"/>
                    <a:pt x="12666" y="7089"/>
                    <a:pt x="12666" y="6522"/>
                  </a:cubicBezTo>
                  <a:cubicBezTo>
                    <a:pt x="12760" y="5734"/>
                    <a:pt x="12193" y="5198"/>
                    <a:pt x="11500" y="5198"/>
                  </a:cubicBezTo>
                  <a:cubicBezTo>
                    <a:pt x="10839" y="5198"/>
                    <a:pt x="10240" y="5734"/>
                    <a:pt x="10240" y="6459"/>
                  </a:cubicBezTo>
                  <a:cubicBezTo>
                    <a:pt x="10240" y="6994"/>
                    <a:pt x="10587" y="7435"/>
                    <a:pt x="11059" y="7624"/>
                  </a:cubicBezTo>
                  <a:lnTo>
                    <a:pt x="11059" y="8097"/>
                  </a:lnTo>
                  <a:cubicBezTo>
                    <a:pt x="11059" y="9546"/>
                    <a:pt x="9767" y="10775"/>
                    <a:pt x="8318" y="10964"/>
                  </a:cubicBezTo>
                  <a:lnTo>
                    <a:pt x="8318" y="8664"/>
                  </a:lnTo>
                  <a:cubicBezTo>
                    <a:pt x="8633" y="8380"/>
                    <a:pt x="8885" y="8065"/>
                    <a:pt x="9106" y="7750"/>
                  </a:cubicBezTo>
                  <a:cubicBezTo>
                    <a:pt x="10618" y="5514"/>
                    <a:pt x="10051" y="2395"/>
                    <a:pt x="7751" y="851"/>
                  </a:cubicBezTo>
                  <a:cubicBezTo>
                    <a:pt x="6900" y="284"/>
                    <a:pt x="5925" y="0"/>
                    <a:pt x="49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216" name="Google Shape;14216;p82"/>
            <p:cNvSpPr/>
            <p:nvPr/>
          </p:nvSpPr>
          <p:spPr>
            <a:xfrm>
              <a:off x="-38591750" y="2773600"/>
              <a:ext cx="63025" cy="61350"/>
            </a:xfrm>
            <a:custGeom>
              <a:avLst/>
              <a:gdLst/>
              <a:ahLst/>
              <a:cxnLst/>
              <a:rect l="l" t="t" r="r" b="b"/>
              <a:pathLst>
                <a:path w="2521" h="2454" extrusionOk="0">
                  <a:moveTo>
                    <a:pt x="1264" y="788"/>
                  </a:moveTo>
                  <a:cubicBezTo>
                    <a:pt x="1315" y="788"/>
                    <a:pt x="1368" y="798"/>
                    <a:pt x="1418" y="820"/>
                  </a:cubicBezTo>
                  <a:cubicBezTo>
                    <a:pt x="1544" y="851"/>
                    <a:pt x="1607" y="977"/>
                    <a:pt x="1639" y="1103"/>
                  </a:cubicBezTo>
                  <a:cubicBezTo>
                    <a:pt x="1716" y="1387"/>
                    <a:pt x="1519" y="1649"/>
                    <a:pt x="1273" y="1649"/>
                  </a:cubicBezTo>
                  <a:cubicBezTo>
                    <a:pt x="1218" y="1649"/>
                    <a:pt x="1161" y="1636"/>
                    <a:pt x="1103" y="1607"/>
                  </a:cubicBezTo>
                  <a:cubicBezTo>
                    <a:pt x="914" y="1544"/>
                    <a:pt x="788" y="1292"/>
                    <a:pt x="851" y="1072"/>
                  </a:cubicBezTo>
                  <a:cubicBezTo>
                    <a:pt x="924" y="902"/>
                    <a:pt x="1090" y="788"/>
                    <a:pt x="1264" y="788"/>
                  </a:cubicBezTo>
                  <a:close/>
                  <a:moveTo>
                    <a:pt x="1261" y="1"/>
                  </a:moveTo>
                  <a:cubicBezTo>
                    <a:pt x="599" y="1"/>
                    <a:pt x="0" y="536"/>
                    <a:pt x="32" y="1229"/>
                  </a:cubicBezTo>
                  <a:cubicBezTo>
                    <a:pt x="32" y="1765"/>
                    <a:pt x="379" y="2238"/>
                    <a:pt x="914" y="2395"/>
                  </a:cubicBezTo>
                  <a:cubicBezTo>
                    <a:pt x="1038" y="2435"/>
                    <a:pt x="1163" y="2453"/>
                    <a:pt x="1285" y="2453"/>
                  </a:cubicBezTo>
                  <a:cubicBezTo>
                    <a:pt x="1939" y="2453"/>
                    <a:pt x="2521" y="1920"/>
                    <a:pt x="2521" y="1229"/>
                  </a:cubicBezTo>
                  <a:cubicBezTo>
                    <a:pt x="2489" y="536"/>
                    <a:pt x="1922"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217" name="Google Shape;14217;p82"/>
          <p:cNvGrpSpPr/>
          <p:nvPr/>
        </p:nvGrpSpPr>
        <p:grpSpPr>
          <a:xfrm>
            <a:off x="3940328" y="3579695"/>
            <a:ext cx="391368" cy="376650"/>
            <a:chOff x="-37534750" y="2668075"/>
            <a:chExt cx="332400" cy="319900"/>
          </a:xfrm>
        </p:grpSpPr>
        <p:sp>
          <p:nvSpPr>
            <p:cNvPr id="14218" name="Google Shape;14218;p82"/>
            <p:cNvSpPr/>
            <p:nvPr/>
          </p:nvSpPr>
          <p:spPr>
            <a:xfrm>
              <a:off x="-37534750" y="2668075"/>
              <a:ext cx="332400" cy="319900"/>
            </a:xfrm>
            <a:custGeom>
              <a:avLst/>
              <a:gdLst/>
              <a:ahLst/>
              <a:cxnLst/>
              <a:rect l="l" t="t" r="r" b="b"/>
              <a:pathLst>
                <a:path w="13296" h="12796" extrusionOk="0">
                  <a:moveTo>
                    <a:pt x="5258" y="834"/>
                  </a:moveTo>
                  <a:cubicBezTo>
                    <a:pt x="5799" y="834"/>
                    <a:pt x="6338" y="935"/>
                    <a:pt x="6837" y="1134"/>
                  </a:cubicBezTo>
                  <a:cubicBezTo>
                    <a:pt x="9105" y="2142"/>
                    <a:pt x="10019" y="4852"/>
                    <a:pt x="8822" y="6963"/>
                  </a:cubicBezTo>
                  <a:cubicBezTo>
                    <a:pt x="8790" y="7026"/>
                    <a:pt x="8790" y="7026"/>
                    <a:pt x="8790" y="7057"/>
                  </a:cubicBezTo>
                  <a:cubicBezTo>
                    <a:pt x="8632" y="7372"/>
                    <a:pt x="8412" y="7656"/>
                    <a:pt x="8160" y="7876"/>
                  </a:cubicBezTo>
                  <a:cubicBezTo>
                    <a:pt x="8002" y="8002"/>
                    <a:pt x="7876" y="8128"/>
                    <a:pt x="7782" y="8191"/>
                  </a:cubicBezTo>
                  <a:cubicBezTo>
                    <a:pt x="7687" y="8223"/>
                    <a:pt x="7719" y="8223"/>
                    <a:pt x="7687" y="8286"/>
                  </a:cubicBezTo>
                  <a:cubicBezTo>
                    <a:pt x="7152" y="8664"/>
                    <a:pt x="6585" y="8947"/>
                    <a:pt x="5923" y="9073"/>
                  </a:cubicBezTo>
                  <a:cubicBezTo>
                    <a:pt x="5694" y="9110"/>
                    <a:pt x="5468" y="9128"/>
                    <a:pt x="5245" y="9128"/>
                  </a:cubicBezTo>
                  <a:cubicBezTo>
                    <a:pt x="2977" y="9128"/>
                    <a:pt x="1071" y="7298"/>
                    <a:pt x="1071" y="4946"/>
                  </a:cubicBezTo>
                  <a:cubicBezTo>
                    <a:pt x="1071" y="3592"/>
                    <a:pt x="1796" y="2268"/>
                    <a:pt x="2899" y="1544"/>
                  </a:cubicBezTo>
                  <a:cubicBezTo>
                    <a:pt x="3603" y="1068"/>
                    <a:pt x="4433" y="834"/>
                    <a:pt x="5258" y="834"/>
                  </a:cubicBezTo>
                  <a:close/>
                  <a:moveTo>
                    <a:pt x="9200" y="7876"/>
                  </a:moveTo>
                  <a:lnTo>
                    <a:pt x="11909" y="10586"/>
                  </a:lnTo>
                  <a:cubicBezTo>
                    <a:pt x="12067" y="10743"/>
                    <a:pt x="12130" y="10901"/>
                    <a:pt x="12130" y="11153"/>
                  </a:cubicBezTo>
                  <a:cubicBezTo>
                    <a:pt x="12130" y="11594"/>
                    <a:pt x="11783" y="11909"/>
                    <a:pt x="11405" y="11909"/>
                  </a:cubicBezTo>
                  <a:cubicBezTo>
                    <a:pt x="11184" y="11909"/>
                    <a:pt x="10995" y="11814"/>
                    <a:pt x="10838" y="11657"/>
                  </a:cubicBezTo>
                  <a:lnTo>
                    <a:pt x="8128" y="8947"/>
                  </a:lnTo>
                  <a:cubicBezTo>
                    <a:pt x="8160" y="8916"/>
                    <a:pt x="8759" y="8506"/>
                    <a:pt x="9200" y="7876"/>
                  </a:cubicBezTo>
                  <a:close/>
                  <a:moveTo>
                    <a:pt x="5198" y="0"/>
                  </a:moveTo>
                  <a:cubicBezTo>
                    <a:pt x="3529" y="0"/>
                    <a:pt x="1985" y="882"/>
                    <a:pt x="1103" y="2205"/>
                  </a:cubicBezTo>
                  <a:cubicBezTo>
                    <a:pt x="158" y="3623"/>
                    <a:pt x="0" y="5387"/>
                    <a:pt x="630" y="6931"/>
                  </a:cubicBezTo>
                  <a:cubicBezTo>
                    <a:pt x="1470" y="8860"/>
                    <a:pt x="3356" y="9972"/>
                    <a:pt x="5251" y="9972"/>
                  </a:cubicBezTo>
                  <a:cubicBezTo>
                    <a:pt x="5988" y="9972"/>
                    <a:pt x="6725" y="9804"/>
                    <a:pt x="7404" y="9452"/>
                  </a:cubicBezTo>
                  <a:lnTo>
                    <a:pt x="10302" y="12318"/>
                  </a:lnTo>
                  <a:cubicBezTo>
                    <a:pt x="10588" y="12626"/>
                    <a:pt x="11026" y="12796"/>
                    <a:pt x="11468" y="12796"/>
                  </a:cubicBezTo>
                  <a:cubicBezTo>
                    <a:pt x="11661" y="12796"/>
                    <a:pt x="11854" y="12763"/>
                    <a:pt x="12035" y="12697"/>
                  </a:cubicBezTo>
                  <a:cubicBezTo>
                    <a:pt x="13043" y="12161"/>
                    <a:pt x="13295" y="10806"/>
                    <a:pt x="12539" y="10050"/>
                  </a:cubicBezTo>
                  <a:lnTo>
                    <a:pt x="9672" y="7183"/>
                  </a:lnTo>
                  <a:cubicBezTo>
                    <a:pt x="10334" y="5860"/>
                    <a:pt x="10334" y="4348"/>
                    <a:pt x="9767" y="3025"/>
                  </a:cubicBezTo>
                  <a:cubicBezTo>
                    <a:pt x="9042" y="1229"/>
                    <a:pt x="7215" y="0"/>
                    <a:pt x="51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219" name="Google Shape;14219;p82"/>
            <p:cNvSpPr/>
            <p:nvPr/>
          </p:nvSpPr>
          <p:spPr>
            <a:xfrm>
              <a:off x="-37487500" y="2709475"/>
              <a:ext cx="165425" cy="164450"/>
            </a:xfrm>
            <a:custGeom>
              <a:avLst/>
              <a:gdLst/>
              <a:ahLst/>
              <a:cxnLst/>
              <a:rect l="l" t="t" r="r" b="b"/>
              <a:pathLst>
                <a:path w="6617" h="6578" extrusionOk="0">
                  <a:moveTo>
                    <a:pt x="3308" y="833"/>
                  </a:moveTo>
                  <a:cubicBezTo>
                    <a:pt x="4695" y="833"/>
                    <a:pt x="5797" y="1936"/>
                    <a:pt x="5797" y="3290"/>
                  </a:cubicBezTo>
                  <a:cubicBezTo>
                    <a:pt x="5797" y="4614"/>
                    <a:pt x="4726" y="5779"/>
                    <a:pt x="3308" y="5779"/>
                  </a:cubicBezTo>
                  <a:cubicBezTo>
                    <a:pt x="1954" y="5779"/>
                    <a:pt x="851" y="4677"/>
                    <a:pt x="851" y="3290"/>
                  </a:cubicBezTo>
                  <a:cubicBezTo>
                    <a:pt x="851" y="1936"/>
                    <a:pt x="1954" y="833"/>
                    <a:pt x="3308" y="833"/>
                  </a:cubicBezTo>
                  <a:close/>
                  <a:moveTo>
                    <a:pt x="3319" y="0"/>
                  </a:moveTo>
                  <a:cubicBezTo>
                    <a:pt x="2880" y="0"/>
                    <a:pt x="2438" y="81"/>
                    <a:pt x="2017" y="234"/>
                  </a:cubicBezTo>
                  <a:cubicBezTo>
                    <a:pt x="851" y="738"/>
                    <a:pt x="0" y="1936"/>
                    <a:pt x="0" y="3259"/>
                  </a:cubicBezTo>
                  <a:cubicBezTo>
                    <a:pt x="0" y="4362"/>
                    <a:pt x="568" y="5401"/>
                    <a:pt x="1481" y="6031"/>
                  </a:cubicBezTo>
                  <a:cubicBezTo>
                    <a:pt x="2033" y="6405"/>
                    <a:pt x="2645" y="6578"/>
                    <a:pt x="3255" y="6578"/>
                  </a:cubicBezTo>
                  <a:cubicBezTo>
                    <a:pt x="3725" y="6578"/>
                    <a:pt x="4193" y="6475"/>
                    <a:pt x="4632" y="6283"/>
                  </a:cubicBezTo>
                  <a:cubicBezTo>
                    <a:pt x="5829" y="5748"/>
                    <a:pt x="6585" y="4551"/>
                    <a:pt x="6585" y="3259"/>
                  </a:cubicBezTo>
                  <a:cubicBezTo>
                    <a:pt x="6616" y="2219"/>
                    <a:pt x="6081" y="1180"/>
                    <a:pt x="5167" y="549"/>
                  </a:cubicBezTo>
                  <a:cubicBezTo>
                    <a:pt x="4605" y="175"/>
                    <a:pt x="3965" y="0"/>
                    <a:pt x="33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4220" name="Google Shape;14220;p82"/>
          <p:cNvSpPr/>
          <p:nvPr/>
        </p:nvSpPr>
        <p:spPr>
          <a:xfrm>
            <a:off x="2106751" y="1312408"/>
            <a:ext cx="375591" cy="372588"/>
          </a:xfrm>
          <a:custGeom>
            <a:avLst/>
            <a:gdLst/>
            <a:ahLst/>
            <a:cxnLst/>
            <a:rect l="l" t="t" r="r" b="b"/>
            <a:pathLst>
              <a:path w="12760" h="12658" extrusionOk="0">
                <a:moveTo>
                  <a:pt x="6270" y="1032"/>
                </a:moveTo>
                <a:lnTo>
                  <a:pt x="6932" y="1693"/>
                </a:lnTo>
                <a:lnTo>
                  <a:pt x="5640" y="1693"/>
                </a:lnTo>
                <a:lnTo>
                  <a:pt x="6270" y="1032"/>
                </a:lnTo>
                <a:close/>
                <a:moveTo>
                  <a:pt x="11342" y="2481"/>
                </a:moveTo>
                <a:lnTo>
                  <a:pt x="10523" y="3300"/>
                </a:lnTo>
                <a:lnTo>
                  <a:pt x="2332" y="3300"/>
                </a:lnTo>
                <a:lnTo>
                  <a:pt x="1513" y="2481"/>
                </a:lnTo>
                <a:close/>
                <a:moveTo>
                  <a:pt x="8381" y="9381"/>
                </a:moveTo>
                <a:lnTo>
                  <a:pt x="8381" y="10200"/>
                </a:lnTo>
                <a:lnTo>
                  <a:pt x="6711" y="10200"/>
                </a:lnTo>
                <a:lnTo>
                  <a:pt x="6711" y="9381"/>
                </a:lnTo>
                <a:close/>
                <a:moveTo>
                  <a:pt x="10303" y="4151"/>
                </a:moveTo>
                <a:lnTo>
                  <a:pt x="10303" y="10200"/>
                </a:lnTo>
                <a:lnTo>
                  <a:pt x="9200" y="10200"/>
                </a:lnTo>
                <a:lnTo>
                  <a:pt x="9200" y="9003"/>
                </a:lnTo>
                <a:cubicBezTo>
                  <a:pt x="9200" y="8751"/>
                  <a:pt x="8980" y="8562"/>
                  <a:pt x="8759" y="8562"/>
                </a:cubicBezTo>
                <a:lnTo>
                  <a:pt x="6270" y="8562"/>
                </a:lnTo>
                <a:cubicBezTo>
                  <a:pt x="6050" y="8562"/>
                  <a:pt x="5892" y="8751"/>
                  <a:pt x="5892" y="9003"/>
                </a:cubicBezTo>
                <a:lnTo>
                  <a:pt x="5892" y="10200"/>
                </a:lnTo>
                <a:lnTo>
                  <a:pt x="2584" y="10200"/>
                </a:lnTo>
                <a:lnTo>
                  <a:pt x="2584" y="4151"/>
                </a:lnTo>
                <a:close/>
                <a:moveTo>
                  <a:pt x="914" y="3080"/>
                </a:moveTo>
                <a:lnTo>
                  <a:pt x="1733" y="3899"/>
                </a:lnTo>
                <a:lnTo>
                  <a:pt x="1733" y="10452"/>
                </a:lnTo>
                <a:lnTo>
                  <a:pt x="914" y="11271"/>
                </a:lnTo>
                <a:lnTo>
                  <a:pt x="914" y="3080"/>
                </a:lnTo>
                <a:close/>
                <a:moveTo>
                  <a:pt x="11941" y="3080"/>
                </a:moveTo>
                <a:lnTo>
                  <a:pt x="11941" y="11271"/>
                </a:lnTo>
                <a:lnTo>
                  <a:pt x="11122" y="10452"/>
                </a:lnTo>
                <a:lnTo>
                  <a:pt x="11122" y="3899"/>
                </a:lnTo>
                <a:lnTo>
                  <a:pt x="11941" y="3080"/>
                </a:lnTo>
                <a:close/>
                <a:moveTo>
                  <a:pt x="10492" y="11050"/>
                </a:moveTo>
                <a:lnTo>
                  <a:pt x="11311" y="11870"/>
                </a:lnTo>
                <a:lnTo>
                  <a:pt x="1481" y="11870"/>
                </a:lnTo>
                <a:lnTo>
                  <a:pt x="2300" y="11050"/>
                </a:lnTo>
                <a:close/>
                <a:moveTo>
                  <a:pt x="6254" y="0"/>
                </a:moveTo>
                <a:cubicBezTo>
                  <a:pt x="6144" y="0"/>
                  <a:pt x="6034" y="39"/>
                  <a:pt x="5955" y="118"/>
                </a:cubicBezTo>
                <a:lnTo>
                  <a:pt x="4443" y="1662"/>
                </a:lnTo>
                <a:lnTo>
                  <a:pt x="379" y="1662"/>
                </a:lnTo>
                <a:cubicBezTo>
                  <a:pt x="221" y="1693"/>
                  <a:pt x="95" y="1819"/>
                  <a:pt x="64" y="1946"/>
                </a:cubicBezTo>
                <a:cubicBezTo>
                  <a:pt x="1" y="2009"/>
                  <a:pt x="64" y="1473"/>
                  <a:pt x="64" y="12248"/>
                </a:cubicBezTo>
                <a:cubicBezTo>
                  <a:pt x="64" y="12374"/>
                  <a:pt x="95" y="12500"/>
                  <a:pt x="221" y="12563"/>
                </a:cubicBezTo>
                <a:cubicBezTo>
                  <a:pt x="284" y="12657"/>
                  <a:pt x="379" y="12657"/>
                  <a:pt x="473" y="12657"/>
                </a:cubicBezTo>
                <a:lnTo>
                  <a:pt x="12351" y="12657"/>
                </a:lnTo>
                <a:cubicBezTo>
                  <a:pt x="12571" y="12657"/>
                  <a:pt x="12729" y="12468"/>
                  <a:pt x="12729" y="12216"/>
                </a:cubicBezTo>
                <a:lnTo>
                  <a:pt x="12729" y="2009"/>
                </a:lnTo>
                <a:cubicBezTo>
                  <a:pt x="12760" y="1851"/>
                  <a:pt x="12571" y="1662"/>
                  <a:pt x="12351" y="1662"/>
                </a:cubicBezTo>
                <a:lnTo>
                  <a:pt x="8097" y="1662"/>
                </a:lnTo>
                <a:lnTo>
                  <a:pt x="6554" y="118"/>
                </a:lnTo>
                <a:cubicBezTo>
                  <a:pt x="6475" y="39"/>
                  <a:pt x="6365" y="0"/>
                  <a:pt x="62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4221" name="Google Shape;14221;p82"/>
          <p:cNvGrpSpPr/>
          <p:nvPr/>
        </p:nvGrpSpPr>
        <p:grpSpPr>
          <a:xfrm>
            <a:off x="2131694" y="1760829"/>
            <a:ext cx="375591" cy="374060"/>
            <a:chOff x="-42062025" y="2316000"/>
            <a:chExt cx="319000" cy="317700"/>
          </a:xfrm>
        </p:grpSpPr>
        <p:sp>
          <p:nvSpPr>
            <p:cNvPr id="14222" name="Google Shape;14222;p82"/>
            <p:cNvSpPr/>
            <p:nvPr/>
          </p:nvSpPr>
          <p:spPr>
            <a:xfrm>
              <a:off x="-41965150" y="2477075"/>
              <a:ext cx="124475" cy="112675"/>
            </a:xfrm>
            <a:custGeom>
              <a:avLst/>
              <a:gdLst/>
              <a:ahLst/>
              <a:cxnLst/>
              <a:rect l="l" t="t" r="r" b="b"/>
              <a:pathLst>
                <a:path w="4979" h="4507" extrusionOk="0">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223" name="Google Shape;14223;p82"/>
            <p:cNvSpPr/>
            <p:nvPr/>
          </p:nvSpPr>
          <p:spPr>
            <a:xfrm>
              <a:off x="-42062025" y="2316000"/>
              <a:ext cx="319000" cy="317700"/>
            </a:xfrm>
            <a:custGeom>
              <a:avLst/>
              <a:gdLst/>
              <a:ahLst/>
              <a:cxnLst/>
              <a:rect l="l" t="t" r="r" b="b"/>
              <a:pathLst>
                <a:path w="12760" h="12708" extrusionOk="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4224" name="Google Shape;14224;p82"/>
          <p:cNvSpPr/>
          <p:nvPr/>
        </p:nvSpPr>
        <p:spPr>
          <a:xfrm>
            <a:off x="2135027" y="2192264"/>
            <a:ext cx="378387" cy="375296"/>
          </a:xfrm>
          <a:custGeom>
            <a:avLst/>
            <a:gdLst/>
            <a:ahLst/>
            <a:cxnLst/>
            <a:rect l="l" t="t" r="r" b="b"/>
            <a:pathLst>
              <a:path w="12855" h="12750" extrusionOk="0">
                <a:moveTo>
                  <a:pt x="6304" y="770"/>
                </a:moveTo>
                <a:cubicBezTo>
                  <a:pt x="6519" y="770"/>
                  <a:pt x="6711" y="952"/>
                  <a:pt x="6711" y="1186"/>
                </a:cubicBezTo>
                <a:lnTo>
                  <a:pt x="6711" y="1659"/>
                </a:lnTo>
                <a:cubicBezTo>
                  <a:pt x="6569" y="1643"/>
                  <a:pt x="6435" y="1635"/>
                  <a:pt x="6302" y="1635"/>
                </a:cubicBezTo>
                <a:cubicBezTo>
                  <a:pt x="6168" y="1635"/>
                  <a:pt x="6034" y="1643"/>
                  <a:pt x="5892" y="1659"/>
                </a:cubicBezTo>
                <a:lnTo>
                  <a:pt x="5892" y="1186"/>
                </a:lnTo>
                <a:cubicBezTo>
                  <a:pt x="5892" y="1029"/>
                  <a:pt x="5955" y="934"/>
                  <a:pt x="6081" y="840"/>
                </a:cubicBezTo>
                <a:cubicBezTo>
                  <a:pt x="6154" y="791"/>
                  <a:pt x="6230" y="770"/>
                  <a:pt x="6304" y="770"/>
                </a:cubicBezTo>
                <a:close/>
                <a:moveTo>
                  <a:pt x="6249" y="2423"/>
                </a:moveTo>
                <a:cubicBezTo>
                  <a:pt x="7067" y="2423"/>
                  <a:pt x="7748" y="3312"/>
                  <a:pt x="7373" y="4148"/>
                </a:cubicBezTo>
                <a:cubicBezTo>
                  <a:pt x="7184" y="4619"/>
                  <a:pt x="6731" y="4914"/>
                  <a:pt x="6251" y="4914"/>
                </a:cubicBezTo>
                <a:cubicBezTo>
                  <a:pt x="6089" y="4914"/>
                  <a:pt x="5925" y="4881"/>
                  <a:pt x="5766" y="4809"/>
                </a:cubicBezTo>
                <a:cubicBezTo>
                  <a:pt x="5136" y="4557"/>
                  <a:pt x="4852" y="3707"/>
                  <a:pt x="5230" y="3045"/>
                </a:cubicBezTo>
                <a:cubicBezTo>
                  <a:pt x="5325" y="2856"/>
                  <a:pt x="5482" y="2699"/>
                  <a:pt x="5640" y="2604"/>
                </a:cubicBezTo>
                <a:cubicBezTo>
                  <a:pt x="5766" y="2541"/>
                  <a:pt x="5892" y="2510"/>
                  <a:pt x="6018" y="2447"/>
                </a:cubicBezTo>
                <a:cubicBezTo>
                  <a:pt x="6096" y="2431"/>
                  <a:pt x="6173" y="2423"/>
                  <a:pt x="6249" y="2423"/>
                </a:cubicBezTo>
                <a:close/>
                <a:moveTo>
                  <a:pt x="4852" y="5156"/>
                </a:moveTo>
                <a:cubicBezTo>
                  <a:pt x="5041" y="5377"/>
                  <a:pt x="5293" y="5534"/>
                  <a:pt x="5577" y="5597"/>
                </a:cubicBezTo>
                <a:lnTo>
                  <a:pt x="3939" y="8243"/>
                </a:lnTo>
                <a:lnTo>
                  <a:pt x="2962" y="8243"/>
                </a:lnTo>
                <a:lnTo>
                  <a:pt x="4852" y="5156"/>
                </a:lnTo>
                <a:close/>
                <a:moveTo>
                  <a:pt x="7719" y="5187"/>
                </a:moveTo>
                <a:lnTo>
                  <a:pt x="9610" y="8243"/>
                </a:lnTo>
                <a:lnTo>
                  <a:pt x="8633" y="8243"/>
                </a:lnTo>
                <a:lnTo>
                  <a:pt x="7026" y="5597"/>
                </a:lnTo>
                <a:cubicBezTo>
                  <a:pt x="7310" y="5503"/>
                  <a:pt x="7530" y="5377"/>
                  <a:pt x="7719" y="5187"/>
                </a:cubicBezTo>
                <a:close/>
                <a:moveTo>
                  <a:pt x="6333" y="6007"/>
                </a:moveTo>
                <a:lnTo>
                  <a:pt x="7688" y="8275"/>
                </a:lnTo>
                <a:lnTo>
                  <a:pt x="7467" y="8275"/>
                </a:lnTo>
                <a:lnTo>
                  <a:pt x="7467" y="8243"/>
                </a:lnTo>
                <a:cubicBezTo>
                  <a:pt x="7373" y="7960"/>
                  <a:pt x="7215" y="7771"/>
                  <a:pt x="6995" y="7613"/>
                </a:cubicBezTo>
                <a:cubicBezTo>
                  <a:pt x="6783" y="7462"/>
                  <a:pt x="6545" y="7391"/>
                  <a:pt x="6310" y="7391"/>
                </a:cubicBezTo>
                <a:cubicBezTo>
                  <a:pt x="5812" y="7391"/>
                  <a:pt x="5329" y="7708"/>
                  <a:pt x="5136" y="8243"/>
                </a:cubicBezTo>
                <a:lnTo>
                  <a:pt x="4947" y="8243"/>
                </a:lnTo>
                <a:lnTo>
                  <a:pt x="6333" y="6007"/>
                </a:lnTo>
                <a:close/>
                <a:moveTo>
                  <a:pt x="6274" y="8212"/>
                </a:moveTo>
                <a:cubicBezTo>
                  <a:pt x="6325" y="8212"/>
                  <a:pt x="6377" y="8222"/>
                  <a:pt x="6428" y="8243"/>
                </a:cubicBezTo>
                <a:cubicBezTo>
                  <a:pt x="6585" y="8306"/>
                  <a:pt x="6680" y="8495"/>
                  <a:pt x="6680" y="8653"/>
                </a:cubicBezTo>
                <a:cubicBezTo>
                  <a:pt x="6704" y="8901"/>
                  <a:pt x="6515" y="9071"/>
                  <a:pt x="6295" y="9071"/>
                </a:cubicBezTo>
                <a:cubicBezTo>
                  <a:pt x="6235" y="9071"/>
                  <a:pt x="6173" y="9058"/>
                  <a:pt x="6113" y="9031"/>
                </a:cubicBezTo>
                <a:cubicBezTo>
                  <a:pt x="5924" y="8968"/>
                  <a:pt x="5798" y="8716"/>
                  <a:pt x="5892" y="8495"/>
                </a:cubicBezTo>
                <a:cubicBezTo>
                  <a:pt x="5941" y="8326"/>
                  <a:pt x="6101" y="8212"/>
                  <a:pt x="6274" y="8212"/>
                </a:cubicBezTo>
                <a:close/>
                <a:moveTo>
                  <a:pt x="3435" y="9063"/>
                </a:moveTo>
                <a:lnTo>
                  <a:pt x="1891" y="11583"/>
                </a:lnTo>
                <a:cubicBezTo>
                  <a:pt x="1576" y="11205"/>
                  <a:pt x="1513" y="10606"/>
                  <a:pt x="1796" y="10165"/>
                </a:cubicBezTo>
                <a:lnTo>
                  <a:pt x="2458" y="9063"/>
                </a:lnTo>
                <a:close/>
                <a:moveTo>
                  <a:pt x="10145" y="9063"/>
                </a:moveTo>
                <a:lnTo>
                  <a:pt x="10807" y="10165"/>
                </a:lnTo>
                <a:cubicBezTo>
                  <a:pt x="11027" y="10606"/>
                  <a:pt x="10996" y="11205"/>
                  <a:pt x="10681" y="11583"/>
                </a:cubicBezTo>
                <a:lnTo>
                  <a:pt x="9169" y="9063"/>
                </a:lnTo>
                <a:close/>
                <a:moveTo>
                  <a:pt x="6256" y="1"/>
                </a:moveTo>
                <a:cubicBezTo>
                  <a:pt x="5728" y="1"/>
                  <a:pt x="5259" y="331"/>
                  <a:pt x="5104" y="871"/>
                </a:cubicBezTo>
                <a:cubicBezTo>
                  <a:pt x="5041" y="997"/>
                  <a:pt x="5041" y="1123"/>
                  <a:pt x="5041" y="1218"/>
                </a:cubicBezTo>
                <a:lnTo>
                  <a:pt x="5041" y="2069"/>
                </a:lnTo>
                <a:cubicBezTo>
                  <a:pt x="4317" y="2604"/>
                  <a:pt x="4033" y="3581"/>
                  <a:pt x="4348" y="4431"/>
                </a:cubicBezTo>
                <a:cubicBezTo>
                  <a:pt x="4002" y="4998"/>
                  <a:pt x="2836" y="6920"/>
                  <a:pt x="1985" y="8275"/>
                </a:cubicBezTo>
                <a:lnTo>
                  <a:pt x="473" y="8275"/>
                </a:lnTo>
                <a:cubicBezTo>
                  <a:pt x="284" y="8275"/>
                  <a:pt x="95" y="8432"/>
                  <a:pt x="64" y="8653"/>
                </a:cubicBezTo>
                <a:cubicBezTo>
                  <a:pt x="1" y="8874"/>
                  <a:pt x="221" y="9094"/>
                  <a:pt x="442" y="9094"/>
                </a:cubicBezTo>
                <a:lnTo>
                  <a:pt x="1418" y="9094"/>
                </a:lnTo>
                <a:lnTo>
                  <a:pt x="1009" y="9787"/>
                </a:lnTo>
                <a:cubicBezTo>
                  <a:pt x="599" y="10417"/>
                  <a:pt x="599" y="11236"/>
                  <a:pt x="946" y="11866"/>
                </a:cubicBezTo>
                <a:cubicBezTo>
                  <a:pt x="1103" y="12182"/>
                  <a:pt x="1387" y="12465"/>
                  <a:pt x="1702" y="12654"/>
                </a:cubicBezTo>
                <a:cubicBezTo>
                  <a:pt x="1761" y="12694"/>
                  <a:pt x="1827" y="12711"/>
                  <a:pt x="1893" y="12711"/>
                </a:cubicBezTo>
                <a:cubicBezTo>
                  <a:pt x="2037" y="12711"/>
                  <a:pt x="2182" y="12626"/>
                  <a:pt x="2269" y="12497"/>
                </a:cubicBezTo>
                <a:lnTo>
                  <a:pt x="4348" y="9094"/>
                </a:lnTo>
                <a:lnTo>
                  <a:pt x="5041" y="9094"/>
                </a:lnTo>
                <a:cubicBezTo>
                  <a:pt x="5167" y="9504"/>
                  <a:pt x="5482" y="9787"/>
                  <a:pt x="5829" y="9882"/>
                </a:cubicBezTo>
                <a:cubicBezTo>
                  <a:pt x="5961" y="9928"/>
                  <a:pt x="6096" y="9950"/>
                  <a:pt x="6227" y="9950"/>
                </a:cubicBezTo>
                <a:cubicBezTo>
                  <a:pt x="6628" y="9950"/>
                  <a:pt x="7002" y="9749"/>
                  <a:pt x="7215" y="9441"/>
                </a:cubicBezTo>
                <a:cubicBezTo>
                  <a:pt x="7310" y="9346"/>
                  <a:pt x="7373" y="9189"/>
                  <a:pt x="7373" y="9189"/>
                </a:cubicBezTo>
                <a:lnTo>
                  <a:pt x="8097" y="9189"/>
                </a:lnTo>
                <a:lnTo>
                  <a:pt x="10145" y="12528"/>
                </a:lnTo>
                <a:cubicBezTo>
                  <a:pt x="10207" y="12673"/>
                  <a:pt x="10337" y="12750"/>
                  <a:pt x="10473" y="12750"/>
                </a:cubicBezTo>
                <a:cubicBezTo>
                  <a:pt x="10544" y="12750"/>
                  <a:pt x="10616" y="12729"/>
                  <a:pt x="10681" y="12686"/>
                </a:cubicBezTo>
                <a:cubicBezTo>
                  <a:pt x="11657" y="12119"/>
                  <a:pt x="11972" y="10795"/>
                  <a:pt x="11405" y="9850"/>
                </a:cubicBezTo>
                <a:lnTo>
                  <a:pt x="10996" y="9189"/>
                </a:lnTo>
                <a:lnTo>
                  <a:pt x="12288" y="9189"/>
                </a:lnTo>
                <a:cubicBezTo>
                  <a:pt x="12508" y="9189"/>
                  <a:pt x="12697" y="9031"/>
                  <a:pt x="12729" y="8842"/>
                </a:cubicBezTo>
                <a:cubicBezTo>
                  <a:pt x="12855" y="8432"/>
                  <a:pt x="12666" y="8243"/>
                  <a:pt x="12382" y="8243"/>
                </a:cubicBezTo>
                <a:lnTo>
                  <a:pt x="10555" y="8243"/>
                </a:lnTo>
                <a:lnTo>
                  <a:pt x="8192" y="4368"/>
                </a:lnTo>
                <a:cubicBezTo>
                  <a:pt x="8507" y="3549"/>
                  <a:pt x="8255" y="2573"/>
                  <a:pt x="7499" y="2005"/>
                </a:cubicBezTo>
                <a:lnTo>
                  <a:pt x="7499" y="1218"/>
                </a:lnTo>
                <a:cubicBezTo>
                  <a:pt x="7499" y="682"/>
                  <a:pt x="7152" y="210"/>
                  <a:pt x="6617" y="52"/>
                </a:cubicBezTo>
                <a:cubicBezTo>
                  <a:pt x="6495" y="18"/>
                  <a:pt x="6374" y="1"/>
                  <a:pt x="62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4225" name="Google Shape;14225;p82"/>
          <p:cNvGrpSpPr/>
          <p:nvPr/>
        </p:nvGrpSpPr>
        <p:grpSpPr>
          <a:xfrm>
            <a:off x="876569" y="2671933"/>
            <a:ext cx="330143" cy="368173"/>
            <a:chOff x="-40150450" y="1977325"/>
            <a:chExt cx="280400" cy="312700"/>
          </a:xfrm>
        </p:grpSpPr>
        <p:sp>
          <p:nvSpPr>
            <p:cNvPr id="14226" name="Google Shape;14226;p82"/>
            <p:cNvSpPr/>
            <p:nvPr/>
          </p:nvSpPr>
          <p:spPr>
            <a:xfrm>
              <a:off x="-40052800" y="2041125"/>
              <a:ext cx="25" cy="25"/>
            </a:xfrm>
            <a:custGeom>
              <a:avLst/>
              <a:gdLst/>
              <a:ahLst/>
              <a:cxnLst/>
              <a:rect l="l" t="t" r="r" b="b"/>
              <a:pathLst>
                <a:path w="1" h="1" extrusionOk="0">
                  <a:moveTo>
                    <a:pt x="1" y="0"/>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227" name="Google Shape;14227;p82"/>
            <p:cNvSpPr/>
            <p:nvPr/>
          </p:nvSpPr>
          <p:spPr>
            <a:xfrm>
              <a:off x="-40150450" y="1977325"/>
              <a:ext cx="280400" cy="312700"/>
            </a:xfrm>
            <a:custGeom>
              <a:avLst/>
              <a:gdLst/>
              <a:ahLst/>
              <a:cxnLst/>
              <a:rect l="l" t="t" r="r" b="b"/>
              <a:pathLst>
                <a:path w="11216" h="12508" extrusionOk="0">
                  <a:moveTo>
                    <a:pt x="8379" y="838"/>
                  </a:moveTo>
                  <a:cubicBezTo>
                    <a:pt x="8626" y="838"/>
                    <a:pt x="8880" y="873"/>
                    <a:pt x="9137" y="946"/>
                  </a:cubicBezTo>
                  <a:cubicBezTo>
                    <a:pt x="8948" y="1733"/>
                    <a:pt x="8506" y="2300"/>
                    <a:pt x="7971" y="2615"/>
                  </a:cubicBezTo>
                  <a:cubicBezTo>
                    <a:pt x="7908" y="2678"/>
                    <a:pt x="7876" y="2678"/>
                    <a:pt x="7876" y="2678"/>
                  </a:cubicBezTo>
                  <a:cubicBezTo>
                    <a:pt x="7861" y="2694"/>
                    <a:pt x="7853" y="2694"/>
                    <a:pt x="7845" y="2694"/>
                  </a:cubicBezTo>
                  <a:cubicBezTo>
                    <a:pt x="7837" y="2694"/>
                    <a:pt x="7829" y="2694"/>
                    <a:pt x="7813" y="2710"/>
                  </a:cubicBezTo>
                  <a:cubicBezTo>
                    <a:pt x="7470" y="2868"/>
                    <a:pt x="7083" y="2938"/>
                    <a:pt x="6744" y="2938"/>
                  </a:cubicBezTo>
                  <a:cubicBezTo>
                    <a:pt x="6678" y="2938"/>
                    <a:pt x="6615" y="2935"/>
                    <a:pt x="6553" y="2930"/>
                  </a:cubicBezTo>
                  <a:lnTo>
                    <a:pt x="6459" y="2930"/>
                  </a:lnTo>
                  <a:cubicBezTo>
                    <a:pt x="6301" y="2930"/>
                    <a:pt x="6112" y="2899"/>
                    <a:pt x="5955" y="2867"/>
                  </a:cubicBezTo>
                  <a:cubicBezTo>
                    <a:pt x="6240" y="1597"/>
                    <a:pt x="7230" y="838"/>
                    <a:pt x="8379" y="838"/>
                  </a:cubicBezTo>
                  <a:close/>
                  <a:moveTo>
                    <a:pt x="9798" y="8538"/>
                  </a:moveTo>
                  <a:lnTo>
                    <a:pt x="9798" y="8538"/>
                  </a:lnTo>
                  <a:cubicBezTo>
                    <a:pt x="9831" y="8545"/>
                    <a:pt x="9862" y="8554"/>
                    <a:pt x="9892" y="8565"/>
                  </a:cubicBezTo>
                  <a:lnTo>
                    <a:pt x="9892" y="8565"/>
                  </a:lnTo>
                  <a:cubicBezTo>
                    <a:pt x="9829" y="8546"/>
                    <a:pt x="9798" y="8538"/>
                    <a:pt x="9798" y="8538"/>
                  </a:cubicBezTo>
                  <a:close/>
                  <a:moveTo>
                    <a:pt x="3433" y="3256"/>
                  </a:moveTo>
                  <a:cubicBezTo>
                    <a:pt x="3506" y="3256"/>
                    <a:pt x="3570" y="3264"/>
                    <a:pt x="3623" y="3277"/>
                  </a:cubicBezTo>
                  <a:cubicBezTo>
                    <a:pt x="4064" y="3403"/>
                    <a:pt x="4631" y="3970"/>
                    <a:pt x="5167" y="4128"/>
                  </a:cubicBezTo>
                  <a:cubicBezTo>
                    <a:pt x="5293" y="4159"/>
                    <a:pt x="5419" y="4159"/>
                    <a:pt x="5514" y="4159"/>
                  </a:cubicBezTo>
                  <a:lnTo>
                    <a:pt x="5577" y="4159"/>
                  </a:lnTo>
                  <a:cubicBezTo>
                    <a:pt x="5923" y="4159"/>
                    <a:pt x="6270" y="3907"/>
                    <a:pt x="6585" y="3718"/>
                  </a:cubicBezTo>
                  <a:cubicBezTo>
                    <a:pt x="7152" y="3718"/>
                    <a:pt x="7687" y="3592"/>
                    <a:pt x="8160" y="3371"/>
                  </a:cubicBezTo>
                  <a:cubicBezTo>
                    <a:pt x="9294" y="3812"/>
                    <a:pt x="10838" y="5388"/>
                    <a:pt x="9767" y="8475"/>
                  </a:cubicBezTo>
                  <a:cubicBezTo>
                    <a:pt x="9420" y="9672"/>
                    <a:pt x="8506" y="11342"/>
                    <a:pt x="7561" y="11594"/>
                  </a:cubicBezTo>
                  <a:cubicBezTo>
                    <a:pt x="7484" y="11627"/>
                    <a:pt x="7404" y="11641"/>
                    <a:pt x="7319" y="11641"/>
                  </a:cubicBezTo>
                  <a:cubicBezTo>
                    <a:pt x="7161" y="11641"/>
                    <a:pt x="6990" y="11593"/>
                    <a:pt x="6805" y="11531"/>
                  </a:cubicBezTo>
                  <a:cubicBezTo>
                    <a:pt x="6459" y="11279"/>
                    <a:pt x="6081" y="11027"/>
                    <a:pt x="5608" y="11027"/>
                  </a:cubicBezTo>
                  <a:cubicBezTo>
                    <a:pt x="5482" y="11027"/>
                    <a:pt x="5356" y="11027"/>
                    <a:pt x="5135" y="11059"/>
                  </a:cubicBezTo>
                  <a:cubicBezTo>
                    <a:pt x="4820" y="11122"/>
                    <a:pt x="4537" y="11311"/>
                    <a:pt x="4253" y="11468"/>
                  </a:cubicBezTo>
                  <a:cubicBezTo>
                    <a:pt x="4094" y="11568"/>
                    <a:pt x="3934" y="11630"/>
                    <a:pt x="3767" y="11630"/>
                  </a:cubicBezTo>
                  <a:cubicBezTo>
                    <a:pt x="3670" y="11630"/>
                    <a:pt x="3570" y="11609"/>
                    <a:pt x="3466" y="11563"/>
                  </a:cubicBezTo>
                  <a:cubicBezTo>
                    <a:pt x="3119" y="11437"/>
                    <a:pt x="2804" y="11122"/>
                    <a:pt x="2552" y="10838"/>
                  </a:cubicBezTo>
                  <a:cubicBezTo>
                    <a:pt x="1386" y="9515"/>
                    <a:pt x="0" y="6207"/>
                    <a:pt x="1670" y="4222"/>
                  </a:cubicBezTo>
                  <a:cubicBezTo>
                    <a:pt x="2238" y="3518"/>
                    <a:pt x="2992" y="3256"/>
                    <a:pt x="3433" y="3256"/>
                  </a:cubicBezTo>
                  <a:close/>
                  <a:moveTo>
                    <a:pt x="8415" y="0"/>
                  </a:moveTo>
                  <a:cubicBezTo>
                    <a:pt x="7084" y="0"/>
                    <a:pt x="5925" y="752"/>
                    <a:pt x="5356" y="1985"/>
                  </a:cubicBezTo>
                  <a:cubicBezTo>
                    <a:pt x="5104" y="1576"/>
                    <a:pt x="4663" y="1198"/>
                    <a:pt x="4190" y="977"/>
                  </a:cubicBezTo>
                  <a:lnTo>
                    <a:pt x="4033" y="883"/>
                  </a:lnTo>
                  <a:cubicBezTo>
                    <a:pt x="3975" y="858"/>
                    <a:pt x="3917" y="846"/>
                    <a:pt x="3862" y="846"/>
                  </a:cubicBezTo>
                  <a:cubicBezTo>
                    <a:pt x="3703" y="846"/>
                    <a:pt x="3559" y="940"/>
                    <a:pt x="3466" y="1103"/>
                  </a:cubicBezTo>
                  <a:cubicBezTo>
                    <a:pt x="3340" y="1292"/>
                    <a:pt x="3466" y="1513"/>
                    <a:pt x="3655" y="1639"/>
                  </a:cubicBezTo>
                  <a:lnTo>
                    <a:pt x="3812" y="1733"/>
                  </a:lnTo>
                  <a:cubicBezTo>
                    <a:pt x="4411" y="1985"/>
                    <a:pt x="4820" y="2521"/>
                    <a:pt x="4978" y="3088"/>
                  </a:cubicBezTo>
                  <a:cubicBezTo>
                    <a:pt x="4600" y="2867"/>
                    <a:pt x="4253" y="2615"/>
                    <a:pt x="3907" y="2521"/>
                  </a:cubicBezTo>
                  <a:cubicBezTo>
                    <a:pt x="3773" y="2479"/>
                    <a:pt x="3623" y="2459"/>
                    <a:pt x="3462" y="2459"/>
                  </a:cubicBezTo>
                  <a:cubicBezTo>
                    <a:pt x="2151" y="2459"/>
                    <a:pt x="126" y="3831"/>
                    <a:pt x="126" y="6553"/>
                  </a:cubicBezTo>
                  <a:cubicBezTo>
                    <a:pt x="126" y="8034"/>
                    <a:pt x="725" y="9641"/>
                    <a:pt x="1544" y="10870"/>
                  </a:cubicBezTo>
                  <a:cubicBezTo>
                    <a:pt x="2365" y="12070"/>
                    <a:pt x="3159" y="12482"/>
                    <a:pt x="3830" y="12482"/>
                  </a:cubicBezTo>
                  <a:cubicBezTo>
                    <a:pt x="4162" y="12482"/>
                    <a:pt x="4465" y="12381"/>
                    <a:pt x="4726" y="12224"/>
                  </a:cubicBezTo>
                  <a:cubicBezTo>
                    <a:pt x="4978" y="12067"/>
                    <a:pt x="5324" y="11846"/>
                    <a:pt x="5514" y="11846"/>
                  </a:cubicBezTo>
                  <a:cubicBezTo>
                    <a:pt x="5545" y="11846"/>
                    <a:pt x="5573" y="11844"/>
                    <a:pt x="5602" y="11844"/>
                  </a:cubicBezTo>
                  <a:cubicBezTo>
                    <a:pt x="5689" y="11844"/>
                    <a:pt x="5789" y="11862"/>
                    <a:pt x="6049" y="12004"/>
                  </a:cubicBezTo>
                  <a:lnTo>
                    <a:pt x="6396" y="12224"/>
                  </a:lnTo>
                  <a:cubicBezTo>
                    <a:pt x="6711" y="12445"/>
                    <a:pt x="6994" y="12508"/>
                    <a:pt x="7309" y="12508"/>
                  </a:cubicBezTo>
                  <a:cubicBezTo>
                    <a:pt x="8822" y="12508"/>
                    <a:pt x="10082" y="10302"/>
                    <a:pt x="10617" y="8853"/>
                  </a:cubicBezTo>
                  <a:cubicBezTo>
                    <a:pt x="11121" y="7246"/>
                    <a:pt x="11216" y="5514"/>
                    <a:pt x="10271" y="4096"/>
                  </a:cubicBezTo>
                  <a:cubicBezTo>
                    <a:pt x="9924" y="3560"/>
                    <a:pt x="9452" y="3151"/>
                    <a:pt x="8979" y="2867"/>
                  </a:cubicBezTo>
                  <a:cubicBezTo>
                    <a:pt x="9546" y="2363"/>
                    <a:pt x="9924" y="1607"/>
                    <a:pt x="10050" y="693"/>
                  </a:cubicBezTo>
                  <a:cubicBezTo>
                    <a:pt x="10082" y="504"/>
                    <a:pt x="9956" y="347"/>
                    <a:pt x="9767" y="252"/>
                  </a:cubicBezTo>
                  <a:cubicBezTo>
                    <a:pt x="9308" y="81"/>
                    <a:pt x="8852" y="0"/>
                    <a:pt x="84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228" name="Google Shape;14228;p82"/>
            <p:cNvSpPr/>
            <p:nvPr/>
          </p:nvSpPr>
          <p:spPr>
            <a:xfrm>
              <a:off x="-39925200" y="2108075"/>
              <a:ext cx="25" cy="25"/>
            </a:xfrm>
            <a:custGeom>
              <a:avLst/>
              <a:gdLst/>
              <a:ahLst/>
              <a:cxnLst/>
              <a:rect l="l" t="t" r="r" b="b"/>
              <a:pathLst>
                <a:path w="1" h="1" extrusionOk="0">
                  <a:moveTo>
                    <a:pt x="1" y="0"/>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229" name="Google Shape;14229;p82"/>
            <p:cNvSpPr/>
            <p:nvPr/>
          </p:nvSpPr>
          <p:spPr>
            <a:xfrm>
              <a:off x="-39958275" y="2087025"/>
              <a:ext cx="44925" cy="105350"/>
            </a:xfrm>
            <a:custGeom>
              <a:avLst/>
              <a:gdLst/>
              <a:ahLst/>
              <a:cxnLst/>
              <a:rect l="l" t="t" r="r" b="b"/>
              <a:pathLst>
                <a:path w="1797" h="4214" extrusionOk="0">
                  <a:moveTo>
                    <a:pt x="439" y="1"/>
                  </a:moveTo>
                  <a:cubicBezTo>
                    <a:pt x="326" y="1"/>
                    <a:pt x="216" y="55"/>
                    <a:pt x="126" y="181"/>
                  </a:cubicBezTo>
                  <a:cubicBezTo>
                    <a:pt x="0" y="370"/>
                    <a:pt x="0" y="590"/>
                    <a:pt x="189" y="748"/>
                  </a:cubicBezTo>
                  <a:cubicBezTo>
                    <a:pt x="1009" y="1378"/>
                    <a:pt x="914" y="2638"/>
                    <a:pt x="536" y="3678"/>
                  </a:cubicBezTo>
                  <a:cubicBezTo>
                    <a:pt x="473" y="3867"/>
                    <a:pt x="599" y="4087"/>
                    <a:pt x="819" y="4182"/>
                  </a:cubicBezTo>
                  <a:cubicBezTo>
                    <a:pt x="862" y="4203"/>
                    <a:pt x="908" y="4213"/>
                    <a:pt x="954" y="4213"/>
                  </a:cubicBezTo>
                  <a:cubicBezTo>
                    <a:pt x="1112" y="4213"/>
                    <a:pt x="1275" y="4093"/>
                    <a:pt x="1324" y="3898"/>
                  </a:cubicBezTo>
                  <a:cubicBezTo>
                    <a:pt x="1639" y="2922"/>
                    <a:pt x="1796" y="1787"/>
                    <a:pt x="1324" y="842"/>
                  </a:cubicBezTo>
                  <a:cubicBezTo>
                    <a:pt x="1166" y="559"/>
                    <a:pt x="977" y="275"/>
                    <a:pt x="693" y="86"/>
                  </a:cubicBezTo>
                  <a:cubicBezTo>
                    <a:pt x="612" y="32"/>
                    <a:pt x="525" y="1"/>
                    <a:pt x="4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230" name="Google Shape;14230;p82"/>
          <p:cNvGrpSpPr/>
          <p:nvPr/>
        </p:nvGrpSpPr>
        <p:grpSpPr>
          <a:xfrm>
            <a:off x="870534" y="3131151"/>
            <a:ext cx="342211" cy="372824"/>
            <a:chOff x="-40160700" y="2339625"/>
            <a:chExt cx="290650" cy="316650"/>
          </a:xfrm>
        </p:grpSpPr>
        <p:sp>
          <p:nvSpPr>
            <p:cNvPr id="14231" name="Google Shape;14231;p82"/>
            <p:cNvSpPr/>
            <p:nvPr/>
          </p:nvSpPr>
          <p:spPr>
            <a:xfrm>
              <a:off x="-40005525" y="2552600"/>
              <a:ext cx="70900" cy="62175"/>
            </a:xfrm>
            <a:custGeom>
              <a:avLst/>
              <a:gdLst/>
              <a:ahLst/>
              <a:cxnLst/>
              <a:rect l="l" t="t" r="r" b="b"/>
              <a:pathLst>
                <a:path w="2836" h="2487" extrusionOk="0">
                  <a:moveTo>
                    <a:pt x="1408" y="807"/>
                  </a:moveTo>
                  <a:cubicBezTo>
                    <a:pt x="1461" y="807"/>
                    <a:pt x="1518" y="817"/>
                    <a:pt x="1575" y="839"/>
                  </a:cubicBezTo>
                  <a:cubicBezTo>
                    <a:pt x="1733" y="902"/>
                    <a:pt x="1796" y="1028"/>
                    <a:pt x="1796" y="1248"/>
                  </a:cubicBezTo>
                  <a:cubicBezTo>
                    <a:pt x="1845" y="1496"/>
                    <a:pt x="1661" y="1666"/>
                    <a:pt x="1442" y="1666"/>
                  </a:cubicBezTo>
                  <a:cubicBezTo>
                    <a:pt x="1383" y="1666"/>
                    <a:pt x="1321" y="1653"/>
                    <a:pt x="1260" y="1626"/>
                  </a:cubicBezTo>
                  <a:cubicBezTo>
                    <a:pt x="1071" y="1563"/>
                    <a:pt x="945" y="1311"/>
                    <a:pt x="1008" y="1091"/>
                  </a:cubicBezTo>
                  <a:cubicBezTo>
                    <a:pt x="1081" y="921"/>
                    <a:pt x="1229" y="807"/>
                    <a:pt x="1408" y="807"/>
                  </a:cubicBezTo>
                  <a:close/>
                  <a:moveTo>
                    <a:pt x="1438" y="1"/>
                  </a:moveTo>
                  <a:cubicBezTo>
                    <a:pt x="1040" y="1"/>
                    <a:pt x="635" y="188"/>
                    <a:pt x="378" y="523"/>
                  </a:cubicBezTo>
                  <a:cubicBezTo>
                    <a:pt x="0" y="1091"/>
                    <a:pt x="158" y="1878"/>
                    <a:pt x="693" y="2256"/>
                  </a:cubicBezTo>
                  <a:cubicBezTo>
                    <a:pt x="909" y="2412"/>
                    <a:pt x="1158" y="2486"/>
                    <a:pt x="1405" y="2486"/>
                  </a:cubicBezTo>
                  <a:cubicBezTo>
                    <a:pt x="1806" y="2486"/>
                    <a:pt x="2204" y="2292"/>
                    <a:pt x="2457" y="1941"/>
                  </a:cubicBezTo>
                  <a:cubicBezTo>
                    <a:pt x="2836" y="1406"/>
                    <a:pt x="2678" y="618"/>
                    <a:pt x="2111" y="208"/>
                  </a:cubicBezTo>
                  <a:cubicBezTo>
                    <a:pt x="1911" y="67"/>
                    <a:pt x="1676" y="1"/>
                    <a:pt x="14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232" name="Google Shape;14232;p82"/>
            <p:cNvSpPr/>
            <p:nvPr/>
          </p:nvSpPr>
          <p:spPr>
            <a:xfrm>
              <a:off x="-40039400" y="2605050"/>
              <a:ext cx="29150" cy="20500"/>
            </a:xfrm>
            <a:custGeom>
              <a:avLst/>
              <a:gdLst/>
              <a:ahLst/>
              <a:cxnLst/>
              <a:rect l="l" t="t" r="r" b="b"/>
              <a:pathLst>
                <a:path w="1166" h="820" extrusionOk="0">
                  <a:moveTo>
                    <a:pt x="725" y="1"/>
                  </a:moveTo>
                  <a:cubicBezTo>
                    <a:pt x="473" y="1"/>
                    <a:pt x="0" y="190"/>
                    <a:pt x="0" y="410"/>
                  </a:cubicBezTo>
                  <a:cubicBezTo>
                    <a:pt x="0" y="631"/>
                    <a:pt x="473" y="820"/>
                    <a:pt x="725" y="820"/>
                  </a:cubicBezTo>
                  <a:cubicBezTo>
                    <a:pt x="945" y="820"/>
                    <a:pt x="1166" y="631"/>
                    <a:pt x="1166" y="410"/>
                  </a:cubicBezTo>
                  <a:cubicBezTo>
                    <a:pt x="1103" y="158"/>
                    <a:pt x="914"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233" name="Google Shape;14233;p82"/>
            <p:cNvSpPr/>
            <p:nvPr/>
          </p:nvSpPr>
          <p:spPr>
            <a:xfrm>
              <a:off x="-40079575" y="2584575"/>
              <a:ext cx="19725" cy="19725"/>
            </a:xfrm>
            <a:custGeom>
              <a:avLst/>
              <a:gdLst/>
              <a:ahLst/>
              <a:cxnLst/>
              <a:rect l="l" t="t" r="r" b="b"/>
              <a:pathLst>
                <a:path w="789" h="789" extrusionOk="0">
                  <a:moveTo>
                    <a:pt x="410" y="1"/>
                  </a:moveTo>
                  <a:cubicBezTo>
                    <a:pt x="190" y="1"/>
                    <a:pt x="1" y="158"/>
                    <a:pt x="1" y="379"/>
                  </a:cubicBezTo>
                  <a:cubicBezTo>
                    <a:pt x="1" y="599"/>
                    <a:pt x="190" y="788"/>
                    <a:pt x="410" y="788"/>
                  </a:cubicBezTo>
                  <a:cubicBezTo>
                    <a:pt x="631" y="788"/>
                    <a:pt x="788" y="599"/>
                    <a:pt x="788" y="379"/>
                  </a:cubicBezTo>
                  <a:cubicBezTo>
                    <a:pt x="788" y="158"/>
                    <a:pt x="631"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234" name="Google Shape;14234;p82"/>
            <p:cNvSpPr/>
            <p:nvPr/>
          </p:nvSpPr>
          <p:spPr>
            <a:xfrm>
              <a:off x="-40160700" y="2339625"/>
              <a:ext cx="290650" cy="316650"/>
            </a:xfrm>
            <a:custGeom>
              <a:avLst/>
              <a:gdLst/>
              <a:ahLst/>
              <a:cxnLst/>
              <a:rect l="l" t="t" r="r" b="b"/>
              <a:pathLst>
                <a:path w="11626" h="12666" extrusionOk="0">
                  <a:moveTo>
                    <a:pt x="7656" y="820"/>
                  </a:moveTo>
                  <a:cubicBezTo>
                    <a:pt x="7845" y="820"/>
                    <a:pt x="8003" y="946"/>
                    <a:pt x="8066" y="1072"/>
                  </a:cubicBezTo>
                  <a:cubicBezTo>
                    <a:pt x="8129" y="1355"/>
                    <a:pt x="7940" y="1639"/>
                    <a:pt x="7656" y="1639"/>
                  </a:cubicBezTo>
                  <a:lnTo>
                    <a:pt x="4065" y="1639"/>
                  </a:lnTo>
                  <a:cubicBezTo>
                    <a:pt x="3876" y="1639"/>
                    <a:pt x="3687" y="1450"/>
                    <a:pt x="3687" y="1261"/>
                  </a:cubicBezTo>
                  <a:cubicBezTo>
                    <a:pt x="3687" y="1009"/>
                    <a:pt x="3876" y="851"/>
                    <a:pt x="4065" y="820"/>
                  </a:cubicBezTo>
                  <a:close/>
                  <a:moveTo>
                    <a:pt x="7310" y="2458"/>
                  </a:moveTo>
                  <a:lnTo>
                    <a:pt x="7310" y="5860"/>
                  </a:lnTo>
                  <a:cubicBezTo>
                    <a:pt x="7310" y="6270"/>
                    <a:pt x="7467" y="6711"/>
                    <a:pt x="7656" y="7026"/>
                  </a:cubicBezTo>
                  <a:cubicBezTo>
                    <a:pt x="7026" y="7152"/>
                    <a:pt x="6396" y="7404"/>
                    <a:pt x="5797" y="7782"/>
                  </a:cubicBezTo>
                  <a:cubicBezTo>
                    <a:pt x="5146" y="8207"/>
                    <a:pt x="4241" y="8453"/>
                    <a:pt x="3401" y="8453"/>
                  </a:cubicBezTo>
                  <a:cubicBezTo>
                    <a:pt x="3306" y="8453"/>
                    <a:pt x="3212" y="8450"/>
                    <a:pt x="3120" y="8444"/>
                  </a:cubicBezTo>
                  <a:lnTo>
                    <a:pt x="4128" y="7026"/>
                  </a:lnTo>
                  <a:cubicBezTo>
                    <a:pt x="4380" y="6680"/>
                    <a:pt x="4537" y="6239"/>
                    <a:pt x="4537" y="5829"/>
                  </a:cubicBezTo>
                  <a:lnTo>
                    <a:pt x="4537" y="2458"/>
                  </a:lnTo>
                  <a:close/>
                  <a:moveTo>
                    <a:pt x="8192" y="7782"/>
                  </a:moveTo>
                  <a:cubicBezTo>
                    <a:pt x="10775" y="11500"/>
                    <a:pt x="10586" y="11216"/>
                    <a:pt x="10618" y="11279"/>
                  </a:cubicBezTo>
                  <a:cubicBezTo>
                    <a:pt x="10681" y="11563"/>
                    <a:pt x="10523" y="11846"/>
                    <a:pt x="10208" y="11846"/>
                  </a:cubicBezTo>
                  <a:lnTo>
                    <a:pt x="1576" y="11846"/>
                  </a:lnTo>
                  <a:cubicBezTo>
                    <a:pt x="1198" y="11846"/>
                    <a:pt x="1040" y="11437"/>
                    <a:pt x="1198" y="11216"/>
                  </a:cubicBezTo>
                  <a:lnTo>
                    <a:pt x="2584" y="9232"/>
                  </a:lnTo>
                  <a:cubicBezTo>
                    <a:pt x="2825" y="9263"/>
                    <a:pt x="3077" y="9280"/>
                    <a:pt x="3333" y="9280"/>
                  </a:cubicBezTo>
                  <a:cubicBezTo>
                    <a:pt x="4347" y="9280"/>
                    <a:pt x="5434" y="9022"/>
                    <a:pt x="6239" y="8444"/>
                  </a:cubicBezTo>
                  <a:cubicBezTo>
                    <a:pt x="6837" y="8066"/>
                    <a:pt x="7499" y="7814"/>
                    <a:pt x="8192" y="7782"/>
                  </a:cubicBezTo>
                  <a:close/>
                  <a:moveTo>
                    <a:pt x="4128" y="1"/>
                  </a:moveTo>
                  <a:cubicBezTo>
                    <a:pt x="3435" y="1"/>
                    <a:pt x="2899" y="536"/>
                    <a:pt x="2899" y="1261"/>
                  </a:cubicBezTo>
                  <a:cubicBezTo>
                    <a:pt x="2899" y="1765"/>
                    <a:pt x="3214" y="2237"/>
                    <a:pt x="3718" y="2426"/>
                  </a:cubicBezTo>
                  <a:lnTo>
                    <a:pt x="3718" y="5860"/>
                  </a:lnTo>
                  <a:cubicBezTo>
                    <a:pt x="3718" y="6081"/>
                    <a:pt x="3655" y="6365"/>
                    <a:pt x="3498" y="6554"/>
                  </a:cubicBezTo>
                  <a:lnTo>
                    <a:pt x="568" y="10744"/>
                  </a:lnTo>
                  <a:cubicBezTo>
                    <a:pt x="1" y="11563"/>
                    <a:pt x="568" y="12666"/>
                    <a:pt x="1607" y="12666"/>
                  </a:cubicBezTo>
                  <a:lnTo>
                    <a:pt x="10271" y="12666"/>
                  </a:lnTo>
                  <a:cubicBezTo>
                    <a:pt x="10555" y="12666"/>
                    <a:pt x="10870" y="12540"/>
                    <a:pt x="11090" y="12350"/>
                  </a:cubicBezTo>
                  <a:cubicBezTo>
                    <a:pt x="11531" y="11972"/>
                    <a:pt x="11626" y="11248"/>
                    <a:pt x="11248" y="10744"/>
                  </a:cubicBezTo>
                  <a:lnTo>
                    <a:pt x="8318" y="6554"/>
                  </a:lnTo>
                  <a:cubicBezTo>
                    <a:pt x="8160" y="6365"/>
                    <a:pt x="8097" y="6081"/>
                    <a:pt x="8097" y="5860"/>
                  </a:cubicBezTo>
                  <a:lnTo>
                    <a:pt x="8097" y="2426"/>
                  </a:lnTo>
                  <a:cubicBezTo>
                    <a:pt x="8570" y="2269"/>
                    <a:pt x="8916" y="1796"/>
                    <a:pt x="8916" y="1261"/>
                  </a:cubicBezTo>
                  <a:cubicBezTo>
                    <a:pt x="8916" y="568"/>
                    <a:pt x="8381" y="1"/>
                    <a:pt x="76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235" name="Google Shape;14235;p82"/>
          <p:cNvGrpSpPr/>
          <p:nvPr/>
        </p:nvGrpSpPr>
        <p:grpSpPr>
          <a:xfrm>
            <a:off x="852359" y="3581608"/>
            <a:ext cx="375591" cy="372824"/>
            <a:chOff x="-40171725" y="2705875"/>
            <a:chExt cx="319000" cy="316650"/>
          </a:xfrm>
        </p:grpSpPr>
        <p:sp>
          <p:nvSpPr>
            <p:cNvPr id="14236" name="Google Shape;14236;p82"/>
            <p:cNvSpPr/>
            <p:nvPr/>
          </p:nvSpPr>
          <p:spPr>
            <a:xfrm>
              <a:off x="-40068550" y="2788575"/>
              <a:ext cx="48075" cy="58775"/>
            </a:xfrm>
            <a:custGeom>
              <a:avLst/>
              <a:gdLst/>
              <a:ahLst/>
              <a:cxnLst/>
              <a:rect l="l" t="t" r="r" b="b"/>
              <a:pathLst>
                <a:path w="1923" h="2351" extrusionOk="0">
                  <a:moveTo>
                    <a:pt x="442" y="0"/>
                  </a:moveTo>
                  <a:cubicBezTo>
                    <a:pt x="190" y="0"/>
                    <a:pt x="1" y="158"/>
                    <a:pt x="32" y="410"/>
                  </a:cubicBezTo>
                  <a:cubicBezTo>
                    <a:pt x="32" y="1261"/>
                    <a:pt x="505" y="1985"/>
                    <a:pt x="1261" y="2300"/>
                  </a:cubicBezTo>
                  <a:cubicBezTo>
                    <a:pt x="1322" y="2335"/>
                    <a:pt x="1386" y="2351"/>
                    <a:pt x="1448" y="2351"/>
                  </a:cubicBezTo>
                  <a:cubicBezTo>
                    <a:pt x="1607" y="2351"/>
                    <a:pt x="1751" y="2247"/>
                    <a:pt x="1796" y="2111"/>
                  </a:cubicBezTo>
                  <a:cubicBezTo>
                    <a:pt x="1922" y="1891"/>
                    <a:pt x="1796" y="1639"/>
                    <a:pt x="1607" y="1576"/>
                  </a:cubicBezTo>
                  <a:cubicBezTo>
                    <a:pt x="1135" y="1355"/>
                    <a:pt x="851" y="945"/>
                    <a:pt x="851" y="410"/>
                  </a:cubicBezTo>
                  <a:cubicBezTo>
                    <a:pt x="851" y="189"/>
                    <a:pt x="662"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237" name="Google Shape;14237;p82"/>
            <p:cNvSpPr/>
            <p:nvPr/>
          </p:nvSpPr>
          <p:spPr>
            <a:xfrm>
              <a:off x="-40171725" y="2705875"/>
              <a:ext cx="319000" cy="316650"/>
            </a:xfrm>
            <a:custGeom>
              <a:avLst/>
              <a:gdLst/>
              <a:ahLst/>
              <a:cxnLst/>
              <a:rect l="l" t="t" r="r" b="b"/>
              <a:pathLst>
                <a:path w="12760" h="12666" extrusionOk="0">
                  <a:moveTo>
                    <a:pt x="2489" y="1639"/>
                  </a:moveTo>
                  <a:lnTo>
                    <a:pt x="2489" y="3718"/>
                  </a:lnTo>
                  <a:cubicBezTo>
                    <a:pt x="2489" y="4127"/>
                    <a:pt x="2552" y="4506"/>
                    <a:pt x="2678" y="4884"/>
                  </a:cubicBezTo>
                  <a:cubicBezTo>
                    <a:pt x="1639" y="4600"/>
                    <a:pt x="820" y="3623"/>
                    <a:pt x="820" y="2458"/>
                  </a:cubicBezTo>
                  <a:lnTo>
                    <a:pt x="820" y="2048"/>
                  </a:lnTo>
                  <a:cubicBezTo>
                    <a:pt x="820" y="1796"/>
                    <a:pt x="1009" y="1639"/>
                    <a:pt x="1261" y="1639"/>
                  </a:cubicBezTo>
                  <a:close/>
                  <a:moveTo>
                    <a:pt x="11500" y="1639"/>
                  </a:moveTo>
                  <a:cubicBezTo>
                    <a:pt x="11720" y="1639"/>
                    <a:pt x="11878" y="1828"/>
                    <a:pt x="11878" y="2048"/>
                  </a:cubicBezTo>
                  <a:lnTo>
                    <a:pt x="11878" y="2426"/>
                  </a:lnTo>
                  <a:cubicBezTo>
                    <a:pt x="11878" y="3623"/>
                    <a:pt x="11090" y="4569"/>
                    <a:pt x="10019" y="4884"/>
                  </a:cubicBezTo>
                  <a:cubicBezTo>
                    <a:pt x="10145" y="4506"/>
                    <a:pt x="10240" y="4127"/>
                    <a:pt x="10240" y="3718"/>
                  </a:cubicBezTo>
                  <a:lnTo>
                    <a:pt x="10240" y="1639"/>
                  </a:lnTo>
                  <a:close/>
                  <a:moveTo>
                    <a:pt x="9389" y="788"/>
                  </a:moveTo>
                  <a:lnTo>
                    <a:pt x="9389" y="3686"/>
                  </a:lnTo>
                  <a:cubicBezTo>
                    <a:pt x="9389" y="4789"/>
                    <a:pt x="8759" y="5860"/>
                    <a:pt x="7656" y="6333"/>
                  </a:cubicBezTo>
                  <a:cubicBezTo>
                    <a:pt x="7247" y="6522"/>
                    <a:pt x="6932" y="6963"/>
                    <a:pt x="6932" y="7467"/>
                  </a:cubicBezTo>
                  <a:cubicBezTo>
                    <a:pt x="6932" y="7467"/>
                    <a:pt x="6932" y="7908"/>
                    <a:pt x="7026" y="8507"/>
                  </a:cubicBezTo>
                  <a:cubicBezTo>
                    <a:pt x="7121" y="8759"/>
                    <a:pt x="7247" y="9074"/>
                    <a:pt x="7341" y="9357"/>
                  </a:cubicBezTo>
                  <a:lnTo>
                    <a:pt x="5356" y="9357"/>
                  </a:lnTo>
                  <a:cubicBezTo>
                    <a:pt x="5671" y="8759"/>
                    <a:pt x="5766" y="8066"/>
                    <a:pt x="5766" y="7498"/>
                  </a:cubicBezTo>
                  <a:cubicBezTo>
                    <a:pt x="5766" y="6994"/>
                    <a:pt x="5451" y="6553"/>
                    <a:pt x="5041" y="6364"/>
                  </a:cubicBezTo>
                  <a:cubicBezTo>
                    <a:pt x="4569" y="6144"/>
                    <a:pt x="4128" y="5766"/>
                    <a:pt x="3813" y="5293"/>
                  </a:cubicBezTo>
                  <a:cubicBezTo>
                    <a:pt x="3498" y="4821"/>
                    <a:pt x="3340" y="4285"/>
                    <a:pt x="3340" y="3686"/>
                  </a:cubicBezTo>
                  <a:lnTo>
                    <a:pt x="3340" y="788"/>
                  </a:lnTo>
                  <a:close/>
                  <a:moveTo>
                    <a:pt x="8696" y="10176"/>
                  </a:moveTo>
                  <a:lnTo>
                    <a:pt x="9263" y="11846"/>
                  </a:lnTo>
                  <a:lnTo>
                    <a:pt x="3498" y="11846"/>
                  </a:lnTo>
                  <a:lnTo>
                    <a:pt x="4033" y="10176"/>
                  </a:lnTo>
                  <a:close/>
                  <a:moveTo>
                    <a:pt x="2930" y="0"/>
                  </a:moveTo>
                  <a:cubicBezTo>
                    <a:pt x="2710" y="0"/>
                    <a:pt x="2552" y="189"/>
                    <a:pt x="2552" y="410"/>
                  </a:cubicBezTo>
                  <a:lnTo>
                    <a:pt x="2552" y="851"/>
                  </a:lnTo>
                  <a:lnTo>
                    <a:pt x="1324" y="851"/>
                  </a:lnTo>
                  <a:cubicBezTo>
                    <a:pt x="1302" y="850"/>
                    <a:pt x="1280" y="850"/>
                    <a:pt x="1258" y="850"/>
                  </a:cubicBezTo>
                  <a:cubicBezTo>
                    <a:pt x="506" y="850"/>
                    <a:pt x="1" y="1374"/>
                    <a:pt x="1" y="2048"/>
                  </a:cubicBezTo>
                  <a:lnTo>
                    <a:pt x="1" y="2426"/>
                  </a:lnTo>
                  <a:cubicBezTo>
                    <a:pt x="1" y="4190"/>
                    <a:pt x="1355" y="5608"/>
                    <a:pt x="3088" y="5766"/>
                  </a:cubicBezTo>
                  <a:cubicBezTo>
                    <a:pt x="3498" y="6364"/>
                    <a:pt x="4033" y="6837"/>
                    <a:pt x="4726" y="7120"/>
                  </a:cubicBezTo>
                  <a:cubicBezTo>
                    <a:pt x="4884" y="7183"/>
                    <a:pt x="4947" y="7309"/>
                    <a:pt x="4947" y="7498"/>
                  </a:cubicBezTo>
                  <a:cubicBezTo>
                    <a:pt x="4947" y="8097"/>
                    <a:pt x="4726" y="8885"/>
                    <a:pt x="4348" y="9357"/>
                  </a:cubicBezTo>
                  <a:lnTo>
                    <a:pt x="3718" y="9357"/>
                  </a:lnTo>
                  <a:cubicBezTo>
                    <a:pt x="3529" y="9357"/>
                    <a:pt x="3372" y="9483"/>
                    <a:pt x="3340" y="9641"/>
                  </a:cubicBezTo>
                  <a:lnTo>
                    <a:pt x="2521" y="12130"/>
                  </a:lnTo>
                  <a:cubicBezTo>
                    <a:pt x="2426" y="12382"/>
                    <a:pt x="2615" y="12665"/>
                    <a:pt x="2899" y="12665"/>
                  </a:cubicBezTo>
                  <a:lnTo>
                    <a:pt x="9799" y="12665"/>
                  </a:lnTo>
                  <a:cubicBezTo>
                    <a:pt x="10082" y="12665"/>
                    <a:pt x="10271" y="12382"/>
                    <a:pt x="10177" y="12130"/>
                  </a:cubicBezTo>
                  <a:lnTo>
                    <a:pt x="9357" y="9641"/>
                  </a:lnTo>
                  <a:cubicBezTo>
                    <a:pt x="9326" y="9483"/>
                    <a:pt x="9168" y="9357"/>
                    <a:pt x="8979" y="9357"/>
                  </a:cubicBezTo>
                  <a:lnTo>
                    <a:pt x="8349" y="9357"/>
                  </a:lnTo>
                  <a:cubicBezTo>
                    <a:pt x="7971" y="8885"/>
                    <a:pt x="7751" y="8097"/>
                    <a:pt x="7751" y="7498"/>
                  </a:cubicBezTo>
                  <a:cubicBezTo>
                    <a:pt x="7751" y="7341"/>
                    <a:pt x="7877" y="7183"/>
                    <a:pt x="7971" y="7152"/>
                  </a:cubicBezTo>
                  <a:cubicBezTo>
                    <a:pt x="8601" y="6868"/>
                    <a:pt x="9200" y="6396"/>
                    <a:pt x="9610" y="5829"/>
                  </a:cubicBezTo>
                  <a:cubicBezTo>
                    <a:pt x="10901" y="5734"/>
                    <a:pt x="12004" y="4947"/>
                    <a:pt x="12476" y="3781"/>
                  </a:cubicBezTo>
                  <a:cubicBezTo>
                    <a:pt x="12760" y="3056"/>
                    <a:pt x="12760" y="2552"/>
                    <a:pt x="12760" y="2080"/>
                  </a:cubicBezTo>
                  <a:cubicBezTo>
                    <a:pt x="12760" y="1435"/>
                    <a:pt x="12221" y="850"/>
                    <a:pt x="11581" y="850"/>
                  </a:cubicBezTo>
                  <a:cubicBezTo>
                    <a:pt x="11565" y="850"/>
                    <a:pt x="11548" y="850"/>
                    <a:pt x="11531" y="851"/>
                  </a:cubicBezTo>
                  <a:lnTo>
                    <a:pt x="10271" y="851"/>
                  </a:lnTo>
                  <a:lnTo>
                    <a:pt x="10271" y="410"/>
                  </a:lnTo>
                  <a:cubicBezTo>
                    <a:pt x="10271" y="189"/>
                    <a:pt x="10082" y="0"/>
                    <a:pt x="98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238" name="Google Shape;14238;p82"/>
          <p:cNvGrpSpPr/>
          <p:nvPr/>
        </p:nvGrpSpPr>
        <p:grpSpPr>
          <a:xfrm>
            <a:off x="3109957" y="2656064"/>
            <a:ext cx="272686" cy="373766"/>
            <a:chOff x="-38275925" y="1946600"/>
            <a:chExt cx="231600" cy="317450"/>
          </a:xfrm>
        </p:grpSpPr>
        <p:sp>
          <p:nvSpPr>
            <p:cNvPr id="14239" name="Google Shape;14239;p82"/>
            <p:cNvSpPr/>
            <p:nvPr/>
          </p:nvSpPr>
          <p:spPr>
            <a:xfrm>
              <a:off x="-38275925" y="1946600"/>
              <a:ext cx="231600" cy="317450"/>
            </a:xfrm>
            <a:custGeom>
              <a:avLst/>
              <a:gdLst/>
              <a:ahLst/>
              <a:cxnLst/>
              <a:rect l="l" t="t" r="r" b="b"/>
              <a:pathLst>
                <a:path w="9264" h="12698" extrusionOk="0">
                  <a:moveTo>
                    <a:pt x="4546" y="892"/>
                  </a:moveTo>
                  <a:cubicBezTo>
                    <a:pt x="4811" y="892"/>
                    <a:pt x="5082" y="920"/>
                    <a:pt x="5357" y="977"/>
                  </a:cubicBezTo>
                  <a:cubicBezTo>
                    <a:pt x="6964" y="1292"/>
                    <a:pt x="8287" y="2742"/>
                    <a:pt x="8287" y="4600"/>
                  </a:cubicBezTo>
                  <a:cubicBezTo>
                    <a:pt x="8287" y="5987"/>
                    <a:pt x="7531" y="7215"/>
                    <a:pt x="6396" y="7845"/>
                  </a:cubicBezTo>
                  <a:cubicBezTo>
                    <a:pt x="5987" y="8034"/>
                    <a:pt x="5798" y="8475"/>
                    <a:pt x="5798" y="8885"/>
                  </a:cubicBezTo>
                  <a:lnTo>
                    <a:pt x="5798" y="9169"/>
                  </a:lnTo>
                  <a:lnTo>
                    <a:pt x="3309" y="9169"/>
                  </a:lnTo>
                  <a:lnTo>
                    <a:pt x="3309" y="8854"/>
                  </a:lnTo>
                  <a:cubicBezTo>
                    <a:pt x="3309" y="8412"/>
                    <a:pt x="3088" y="8034"/>
                    <a:pt x="2679" y="7782"/>
                  </a:cubicBezTo>
                  <a:cubicBezTo>
                    <a:pt x="1545" y="7121"/>
                    <a:pt x="820" y="5955"/>
                    <a:pt x="820" y="4600"/>
                  </a:cubicBezTo>
                  <a:cubicBezTo>
                    <a:pt x="820" y="2536"/>
                    <a:pt x="2499" y="892"/>
                    <a:pt x="4546" y="892"/>
                  </a:cubicBezTo>
                  <a:close/>
                  <a:moveTo>
                    <a:pt x="5798" y="9956"/>
                  </a:moveTo>
                  <a:lnTo>
                    <a:pt x="5798" y="10681"/>
                  </a:lnTo>
                  <a:cubicBezTo>
                    <a:pt x="5798" y="10901"/>
                    <a:pt x="5609" y="11059"/>
                    <a:pt x="5357" y="11090"/>
                  </a:cubicBezTo>
                  <a:lnTo>
                    <a:pt x="3719" y="11090"/>
                  </a:lnTo>
                  <a:cubicBezTo>
                    <a:pt x="3467" y="11090"/>
                    <a:pt x="3309" y="10901"/>
                    <a:pt x="3277" y="10681"/>
                  </a:cubicBezTo>
                  <a:lnTo>
                    <a:pt x="3277" y="9956"/>
                  </a:lnTo>
                  <a:close/>
                  <a:moveTo>
                    <a:pt x="4443" y="1"/>
                  </a:moveTo>
                  <a:cubicBezTo>
                    <a:pt x="2049" y="32"/>
                    <a:pt x="1" y="2080"/>
                    <a:pt x="1" y="4600"/>
                  </a:cubicBezTo>
                  <a:cubicBezTo>
                    <a:pt x="1" y="6270"/>
                    <a:pt x="883" y="7719"/>
                    <a:pt x="2238" y="8539"/>
                  </a:cubicBezTo>
                  <a:cubicBezTo>
                    <a:pt x="2332" y="8570"/>
                    <a:pt x="2395" y="8696"/>
                    <a:pt x="2458" y="8759"/>
                  </a:cubicBezTo>
                  <a:lnTo>
                    <a:pt x="2458" y="10681"/>
                  </a:lnTo>
                  <a:cubicBezTo>
                    <a:pt x="2458" y="11216"/>
                    <a:pt x="2805" y="11689"/>
                    <a:pt x="3309" y="11847"/>
                  </a:cubicBezTo>
                  <a:cubicBezTo>
                    <a:pt x="3467" y="12351"/>
                    <a:pt x="3939" y="12697"/>
                    <a:pt x="4506" y="12697"/>
                  </a:cubicBezTo>
                  <a:cubicBezTo>
                    <a:pt x="5042" y="12697"/>
                    <a:pt x="5514" y="12351"/>
                    <a:pt x="5672" y="11847"/>
                  </a:cubicBezTo>
                  <a:cubicBezTo>
                    <a:pt x="6176" y="11689"/>
                    <a:pt x="6554" y="11216"/>
                    <a:pt x="6554" y="10681"/>
                  </a:cubicBezTo>
                  <a:lnTo>
                    <a:pt x="6554" y="8854"/>
                  </a:lnTo>
                  <a:cubicBezTo>
                    <a:pt x="6554" y="8728"/>
                    <a:pt x="6617" y="8570"/>
                    <a:pt x="6712" y="8507"/>
                  </a:cubicBezTo>
                  <a:cubicBezTo>
                    <a:pt x="8318" y="7593"/>
                    <a:pt x="9263" y="5735"/>
                    <a:pt x="8948" y="3750"/>
                  </a:cubicBezTo>
                  <a:cubicBezTo>
                    <a:pt x="8602" y="1702"/>
                    <a:pt x="6806" y="1"/>
                    <a:pt x="44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240" name="Google Shape;14240;p82"/>
            <p:cNvSpPr/>
            <p:nvPr/>
          </p:nvSpPr>
          <p:spPr>
            <a:xfrm>
              <a:off x="-38235750" y="1989125"/>
              <a:ext cx="84300" cy="83525"/>
            </a:xfrm>
            <a:custGeom>
              <a:avLst/>
              <a:gdLst/>
              <a:ahLst/>
              <a:cxnLst/>
              <a:rect l="l" t="t" r="r" b="b"/>
              <a:pathLst>
                <a:path w="3372" h="3341" extrusionOk="0">
                  <a:moveTo>
                    <a:pt x="2931" y="1"/>
                  </a:moveTo>
                  <a:cubicBezTo>
                    <a:pt x="1355" y="1"/>
                    <a:pt x="64" y="1293"/>
                    <a:pt x="1" y="2899"/>
                  </a:cubicBezTo>
                  <a:cubicBezTo>
                    <a:pt x="1" y="3120"/>
                    <a:pt x="158" y="3340"/>
                    <a:pt x="410" y="3340"/>
                  </a:cubicBezTo>
                  <a:cubicBezTo>
                    <a:pt x="631" y="3340"/>
                    <a:pt x="851" y="3120"/>
                    <a:pt x="851" y="2899"/>
                  </a:cubicBezTo>
                  <a:cubicBezTo>
                    <a:pt x="883" y="1765"/>
                    <a:pt x="1796" y="820"/>
                    <a:pt x="2931" y="820"/>
                  </a:cubicBezTo>
                  <a:cubicBezTo>
                    <a:pt x="3151" y="820"/>
                    <a:pt x="3372" y="631"/>
                    <a:pt x="3372" y="379"/>
                  </a:cubicBezTo>
                  <a:cubicBezTo>
                    <a:pt x="3372" y="190"/>
                    <a:pt x="3151" y="1"/>
                    <a:pt x="29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4241" name="Google Shape;14241;p82"/>
          <p:cNvSpPr/>
          <p:nvPr/>
        </p:nvSpPr>
        <p:spPr>
          <a:xfrm>
            <a:off x="3057873" y="3087779"/>
            <a:ext cx="374678" cy="374089"/>
          </a:xfrm>
          <a:custGeom>
            <a:avLst/>
            <a:gdLst/>
            <a:ahLst/>
            <a:cxnLst/>
            <a:rect l="l" t="t" r="r" b="b"/>
            <a:pathLst>
              <a:path w="12729" h="12709" extrusionOk="0">
                <a:moveTo>
                  <a:pt x="7089" y="894"/>
                </a:moveTo>
                <a:lnTo>
                  <a:pt x="7089" y="894"/>
                </a:lnTo>
                <a:cubicBezTo>
                  <a:pt x="8160" y="989"/>
                  <a:pt x="9137" y="1461"/>
                  <a:pt x="9956" y="2186"/>
                </a:cubicBezTo>
                <a:lnTo>
                  <a:pt x="8192" y="3950"/>
                </a:lnTo>
                <a:cubicBezTo>
                  <a:pt x="7436" y="3099"/>
                  <a:pt x="7089" y="1934"/>
                  <a:pt x="7089" y="894"/>
                </a:cubicBezTo>
                <a:close/>
                <a:moveTo>
                  <a:pt x="10555" y="2721"/>
                </a:moveTo>
                <a:cubicBezTo>
                  <a:pt x="11248" y="3572"/>
                  <a:pt x="11689" y="4549"/>
                  <a:pt x="11847" y="5620"/>
                </a:cubicBezTo>
                <a:cubicBezTo>
                  <a:pt x="10775" y="5620"/>
                  <a:pt x="9673" y="5242"/>
                  <a:pt x="8791" y="4486"/>
                </a:cubicBezTo>
                <a:lnTo>
                  <a:pt x="10555" y="2721"/>
                </a:lnTo>
                <a:close/>
                <a:moveTo>
                  <a:pt x="6270" y="831"/>
                </a:moveTo>
                <a:cubicBezTo>
                  <a:pt x="6207" y="2154"/>
                  <a:pt x="6680" y="3477"/>
                  <a:pt x="7593" y="4549"/>
                </a:cubicBezTo>
                <a:lnTo>
                  <a:pt x="6365" y="5777"/>
                </a:lnTo>
                <a:lnTo>
                  <a:pt x="2805" y="2186"/>
                </a:lnTo>
                <a:cubicBezTo>
                  <a:pt x="3781" y="1304"/>
                  <a:pt x="5010" y="831"/>
                  <a:pt x="6270" y="831"/>
                </a:cubicBezTo>
                <a:close/>
                <a:moveTo>
                  <a:pt x="2206" y="2721"/>
                </a:moveTo>
                <a:lnTo>
                  <a:pt x="5798" y="6313"/>
                </a:lnTo>
                <a:lnTo>
                  <a:pt x="4569" y="7542"/>
                </a:lnTo>
                <a:cubicBezTo>
                  <a:pt x="3648" y="6620"/>
                  <a:pt x="2337" y="6028"/>
                  <a:pt x="958" y="6028"/>
                </a:cubicBezTo>
                <a:cubicBezTo>
                  <a:pt x="923" y="6028"/>
                  <a:pt x="887" y="6029"/>
                  <a:pt x="851" y="6029"/>
                </a:cubicBezTo>
                <a:cubicBezTo>
                  <a:pt x="946" y="4864"/>
                  <a:pt x="1387" y="3666"/>
                  <a:pt x="2206" y="2721"/>
                </a:cubicBezTo>
                <a:close/>
                <a:moveTo>
                  <a:pt x="8192" y="5147"/>
                </a:moveTo>
                <a:cubicBezTo>
                  <a:pt x="9263" y="6029"/>
                  <a:pt x="10586" y="6470"/>
                  <a:pt x="11878" y="6470"/>
                </a:cubicBezTo>
                <a:cubicBezTo>
                  <a:pt x="11847" y="7699"/>
                  <a:pt x="11405" y="8959"/>
                  <a:pt x="10555" y="9936"/>
                </a:cubicBezTo>
                <a:lnTo>
                  <a:pt x="6963" y="6344"/>
                </a:lnTo>
                <a:lnTo>
                  <a:pt x="8192" y="5147"/>
                </a:lnTo>
                <a:close/>
                <a:moveTo>
                  <a:pt x="1027" y="6910"/>
                </a:moveTo>
                <a:cubicBezTo>
                  <a:pt x="2180" y="6910"/>
                  <a:pt x="3239" y="7378"/>
                  <a:pt x="4002" y="8172"/>
                </a:cubicBezTo>
                <a:lnTo>
                  <a:pt x="2206" y="9967"/>
                </a:lnTo>
                <a:cubicBezTo>
                  <a:pt x="1450" y="9117"/>
                  <a:pt x="1009" y="8046"/>
                  <a:pt x="914" y="6911"/>
                </a:cubicBezTo>
                <a:cubicBezTo>
                  <a:pt x="952" y="6910"/>
                  <a:pt x="989" y="6910"/>
                  <a:pt x="1027" y="6910"/>
                </a:cubicBezTo>
                <a:close/>
                <a:moveTo>
                  <a:pt x="4537" y="8770"/>
                </a:moveTo>
                <a:cubicBezTo>
                  <a:pt x="5104" y="9652"/>
                  <a:pt x="5325" y="10692"/>
                  <a:pt x="5199" y="11700"/>
                </a:cubicBezTo>
                <a:cubicBezTo>
                  <a:pt x="4285" y="11511"/>
                  <a:pt x="3498" y="11133"/>
                  <a:pt x="2805" y="10503"/>
                </a:cubicBezTo>
                <a:lnTo>
                  <a:pt x="4537" y="8770"/>
                </a:lnTo>
                <a:close/>
                <a:moveTo>
                  <a:pt x="6365" y="6911"/>
                </a:moveTo>
                <a:lnTo>
                  <a:pt x="9956" y="10503"/>
                </a:lnTo>
                <a:cubicBezTo>
                  <a:pt x="8948" y="11399"/>
                  <a:pt x="7716" y="11847"/>
                  <a:pt x="6481" y="11847"/>
                </a:cubicBezTo>
                <a:cubicBezTo>
                  <a:pt x="6327" y="11847"/>
                  <a:pt x="6172" y="11840"/>
                  <a:pt x="6018" y="11826"/>
                </a:cubicBezTo>
                <a:cubicBezTo>
                  <a:pt x="6176" y="10566"/>
                  <a:pt x="5892" y="9274"/>
                  <a:pt x="5104" y="8172"/>
                </a:cubicBezTo>
                <a:lnTo>
                  <a:pt x="6365" y="6911"/>
                </a:lnTo>
                <a:close/>
                <a:moveTo>
                  <a:pt x="6349" y="0"/>
                </a:moveTo>
                <a:cubicBezTo>
                  <a:pt x="2842" y="0"/>
                  <a:pt x="1" y="2821"/>
                  <a:pt x="1" y="6344"/>
                </a:cubicBezTo>
                <a:cubicBezTo>
                  <a:pt x="1" y="9873"/>
                  <a:pt x="2836" y="12708"/>
                  <a:pt x="6333" y="12708"/>
                </a:cubicBezTo>
                <a:cubicBezTo>
                  <a:pt x="9830" y="12708"/>
                  <a:pt x="12666" y="9873"/>
                  <a:pt x="12666" y="6344"/>
                </a:cubicBezTo>
                <a:cubicBezTo>
                  <a:pt x="12729" y="2973"/>
                  <a:pt x="10082" y="201"/>
                  <a:pt x="6743" y="12"/>
                </a:cubicBezTo>
                <a:cubicBezTo>
                  <a:pt x="6611" y="4"/>
                  <a:pt x="6479" y="0"/>
                  <a:pt x="63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242" name="Google Shape;14242;p82"/>
          <p:cNvSpPr/>
          <p:nvPr/>
        </p:nvSpPr>
        <p:spPr>
          <a:xfrm>
            <a:off x="3137950" y="3580681"/>
            <a:ext cx="219821" cy="374678"/>
          </a:xfrm>
          <a:custGeom>
            <a:avLst/>
            <a:gdLst/>
            <a:ahLst/>
            <a:cxnLst/>
            <a:rect l="l" t="t" r="r" b="b"/>
            <a:pathLst>
              <a:path w="7468" h="12729" extrusionOk="0">
                <a:moveTo>
                  <a:pt x="3715" y="5763"/>
                </a:moveTo>
                <a:cubicBezTo>
                  <a:pt x="3853" y="5763"/>
                  <a:pt x="3994" y="5833"/>
                  <a:pt x="4096" y="5955"/>
                </a:cubicBezTo>
                <a:cubicBezTo>
                  <a:pt x="4285" y="6239"/>
                  <a:pt x="4096" y="6585"/>
                  <a:pt x="3718" y="6585"/>
                </a:cubicBezTo>
                <a:cubicBezTo>
                  <a:pt x="3561" y="6585"/>
                  <a:pt x="3466" y="6491"/>
                  <a:pt x="3372" y="6396"/>
                </a:cubicBezTo>
                <a:cubicBezTo>
                  <a:pt x="3246" y="6239"/>
                  <a:pt x="3309" y="5955"/>
                  <a:pt x="3498" y="5829"/>
                </a:cubicBezTo>
                <a:cubicBezTo>
                  <a:pt x="3565" y="5784"/>
                  <a:pt x="3639" y="5763"/>
                  <a:pt x="3715" y="5763"/>
                </a:cubicBezTo>
                <a:close/>
                <a:moveTo>
                  <a:pt x="4128" y="1922"/>
                </a:moveTo>
                <a:lnTo>
                  <a:pt x="6554" y="6176"/>
                </a:lnTo>
                <a:lnTo>
                  <a:pt x="5104" y="9074"/>
                </a:lnTo>
                <a:lnTo>
                  <a:pt x="2300" y="9074"/>
                </a:lnTo>
                <a:cubicBezTo>
                  <a:pt x="1954" y="8349"/>
                  <a:pt x="977" y="6333"/>
                  <a:pt x="851" y="6176"/>
                </a:cubicBezTo>
                <a:lnTo>
                  <a:pt x="3309" y="1922"/>
                </a:lnTo>
                <a:lnTo>
                  <a:pt x="3309" y="5010"/>
                </a:lnTo>
                <a:cubicBezTo>
                  <a:pt x="2836" y="5167"/>
                  <a:pt x="2458" y="5640"/>
                  <a:pt x="2458" y="6176"/>
                </a:cubicBezTo>
                <a:cubicBezTo>
                  <a:pt x="2458" y="6837"/>
                  <a:pt x="3025" y="7436"/>
                  <a:pt x="3718" y="7436"/>
                </a:cubicBezTo>
                <a:cubicBezTo>
                  <a:pt x="4411" y="7436"/>
                  <a:pt x="4978" y="6900"/>
                  <a:pt x="4947" y="6176"/>
                </a:cubicBezTo>
                <a:cubicBezTo>
                  <a:pt x="4947" y="5640"/>
                  <a:pt x="4600" y="5199"/>
                  <a:pt x="4128" y="5010"/>
                </a:cubicBezTo>
                <a:lnTo>
                  <a:pt x="4128" y="1922"/>
                </a:lnTo>
                <a:close/>
                <a:moveTo>
                  <a:pt x="4947" y="9893"/>
                </a:moveTo>
                <a:lnTo>
                  <a:pt x="4947" y="11815"/>
                </a:lnTo>
                <a:lnTo>
                  <a:pt x="2458" y="11815"/>
                </a:lnTo>
                <a:lnTo>
                  <a:pt x="2458" y="9893"/>
                </a:lnTo>
                <a:close/>
                <a:moveTo>
                  <a:pt x="3592" y="1"/>
                </a:moveTo>
                <a:cubicBezTo>
                  <a:pt x="3529" y="32"/>
                  <a:pt x="3466" y="95"/>
                  <a:pt x="3435" y="127"/>
                </a:cubicBezTo>
                <a:cubicBezTo>
                  <a:pt x="3435" y="127"/>
                  <a:pt x="3435" y="158"/>
                  <a:pt x="3372" y="158"/>
                </a:cubicBezTo>
                <a:lnTo>
                  <a:pt x="3372" y="190"/>
                </a:lnTo>
                <a:lnTo>
                  <a:pt x="64" y="5987"/>
                </a:lnTo>
                <a:cubicBezTo>
                  <a:pt x="1" y="6113"/>
                  <a:pt x="1" y="6270"/>
                  <a:pt x="64" y="6396"/>
                </a:cubicBezTo>
                <a:lnTo>
                  <a:pt x="1670" y="9610"/>
                </a:lnTo>
                <a:lnTo>
                  <a:pt x="1670" y="12288"/>
                </a:lnTo>
                <a:cubicBezTo>
                  <a:pt x="1670" y="12540"/>
                  <a:pt x="1891" y="12729"/>
                  <a:pt x="2080" y="12729"/>
                </a:cubicBezTo>
                <a:lnTo>
                  <a:pt x="5388" y="12729"/>
                </a:lnTo>
                <a:cubicBezTo>
                  <a:pt x="5608" y="12729"/>
                  <a:pt x="5829" y="12540"/>
                  <a:pt x="5829" y="12288"/>
                </a:cubicBezTo>
                <a:lnTo>
                  <a:pt x="5829" y="9610"/>
                </a:lnTo>
                <a:lnTo>
                  <a:pt x="7436" y="6396"/>
                </a:lnTo>
                <a:cubicBezTo>
                  <a:pt x="7467" y="6239"/>
                  <a:pt x="7436" y="6113"/>
                  <a:pt x="7404" y="5987"/>
                </a:cubicBezTo>
                <a:lnTo>
                  <a:pt x="4096" y="190"/>
                </a:lnTo>
                <a:lnTo>
                  <a:pt x="4096" y="158"/>
                </a:lnTo>
                <a:cubicBezTo>
                  <a:pt x="4096" y="158"/>
                  <a:pt x="4096" y="127"/>
                  <a:pt x="4033" y="127"/>
                </a:cubicBezTo>
                <a:cubicBezTo>
                  <a:pt x="4002" y="95"/>
                  <a:pt x="3970" y="32"/>
                  <a:pt x="38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4243" name="Google Shape;14243;p82"/>
          <p:cNvGrpSpPr/>
          <p:nvPr/>
        </p:nvGrpSpPr>
        <p:grpSpPr>
          <a:xfrm>
            <a:off x="2173841" y="4053505"/>
            <a:ext cx="382096" cy="371911"/>
            <a:chOff x="-37190575" y="1951325"/>
            <a:chExt cx="324525" cy="315875"/>
          </a:xfrm>
        </p:grpSpPr>
        <p:sp>
          <p:nvSpPr>
            <p:cNvPr id="14244" name="Google Shape;14244;p82"/>
            <p:cNvSpPr/>
            <p:nvPr/>
          </p:nvSpPr>
          <p:spPr>
            <a:xfrm>
              <a:off x="-37190575" y="1951325"/>
              <a:ext cx="324525" cy="315875"/>
            </a:xfrm>
            <a:custGeom>
              <a:avLst/>
              <a:gdLst/>
              <a:ahLst/>
              <a:cxnLst/>
              <a:rect l="l" t="t" r="r" b="b"/>
              <a:pathLst>
                <a:path w="12981" h="12635" extrusionOk="0">
                  <a:moveTo>
                    <a:pt x="6693" y="790"/>
                  </a:moveTo>
                  <a:cubicBezTo>
                    <a:pt x="8301" y="790"/>
                    <a:pt x="9913" y="1489"/>
                    <a:pt x="11028" y="2868"/>
                  </a:cubicBezTo>
                  <a:cubicBezTo>
                    <a:pt x="11752" y="3813"/>
                    <a:pt x="12193" y="5010"/>
                    <a:pt x="12193" y="6270"/>
                  </a:cubicBezTo>
                  <a:cubicBezTo>
                    <a:pt x="12162" y="7058"/>
                    <a:pt x="11563" y="7593"/>
                    <a:pt x="10870" y="7593"/>
                  </a:cubicBezTo>
                  <a:lnTo>
                    <a:pt x="10019" y="7593"/>
                  </a:lnTo>
                  <a:cubicBezTo>
                    <a:pt x="8854" y="7593"/>
                    <a:pt x="7940" y="8539"/>
                    <a:pt x="7940" y="9704"/>
                  </a:cubicBezTo>
                  <a:lnTo>
                    <a:pt x="7940" y="10523"/>
                  </a:lnTo>
                  <a:cubicBezTo>
                    <a:pt x="7940" y="11216"/>
                    <a:pt x="7404" y="11784"/>
                    <a:pt x="6680" y="11815"/>
                  </a:cubicBezTo>
                  <a:cubicBezTo>
                    <a:pt x="6239" y="11815"/>
                    <a:pt x="5892" y="11784"/>
                    <a:pt x="5420" y="11658"/>
                  </a:cubicBezTo>
                  <a:cubicBezTo>
                    <a:pt x="3844" y="11311"/>
                    <a:pt x="2490" y="10208"/>
                    <a:pt x="1765" y="8791"/>
                  </a:cubicBezTo>
                  <a:cubicBezTo>
                    <a:pt x="536" y="6428"/>
                    <a:pt x="1261" y="3340"/>
                    <a:pt x="3624" y="1733"/>
                  </a:cubicBezTo>
                  <a:cubicBezTo>
                    <a:pt x="4545" y="1102"/>
                    <a:pt x="5618" y="790"/>
                    <a:pt x="6693" y="790"/>
                  </a:cubicBezTo>
                  <a:close/>
                  <a:moveTo>
                    <a:pt x="6648" y="1"/>
                  </a:moveTo>
                  <a:cubicBezTo>
                    <a:pt x="4474" y="1"/>
                    <a:pt x="2553" y="1103"/>
                    <a:pt x="1419" y="2805"/>
                  </a:cubicBezTo>
                  <a:cubicBezTo>
                    <a:pt x="95" y="4726"/>
                    <a:pt x="1" y="7215"/>
                    <a:pt x="1009" y="9169"/>
                  </a:cubicBezTo>
                  <a:cubicBezTo>
                    <a:pt x="2080" y="11216"/>
                    <a:pt x="4191" y="12634"/>
                    <a:pt x="6680" y="12634"/>
                  </a:cubicBezTo>
                  <a:cubicBezTo>
                    <a:pt x="7814" y="12634"/>
                    <a:pt x="8791" y="11689"/>
                    <a:pt x="8791" y="10523"/>
                  </a:cubicBezTo>
                  <a:lnTo>
                    <a:pt x="8791" y="9704"/>
                  </a:lnTo>
                  <a:cubicBezTo>
                    <a:pt x="8791" y="8980"/>
                    <a:pt x="9358" y="8444"/>
                    <a:pt x="10019" y="8444"/>
                  </a:cubicBezTo>
                  <a:lnTo>
                    <a:pt x="10870" y="8444"/>
                  </a:lnTo>
                  <a:cubicBezTo>
                    <a:pt x="12004" y="8444"/>
                    <a:pt x="12981" y="7499"/>
                    <a:pt x="12981" y="6333"/>
                  </a:cubicBezTo>
                  <a:cubicBezTo>
                    <a:pt x="12981" y="2962"/>
                    <a:pt x="10240" y="1"/>
                    <a:pt x="66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245" name="Google Shape;14245;p82"/>
            <p:cNvSpPr/>
            <p:nvPr/>
          </p:nvSpPr>
          <p:spPr>
            <a:xfrm>
              <a:off x="-37081875" y="2162600"/>
              <a:ext cx="72475" cy="63100"/>
            </a:xfrm>
            <a:custGeom>
              <a:avLst/>
              <a:gdLst/>
              <a:ahLst/>
              <a:cxnLst/>
              <a:rect l="l" t="t" r="r" b="b"/>
              <a:pathLst>
                <a:path w="2899" h="2524" extrusionOk="0">
                  <a:moveTo>
                    <a:pt x="1418" y="812"/>
                  </a:moveTo>
                  <a:cubicBezTo>
                    <a:pt x="1670" y="812"/>
                    <a:pt x="1859" y="1001"/>
                    <a:pt x="1859" y="1253"/>
                  </a:cubicBezTo>
                  <a:cubicBezTo>
                    <a:pt x="1859" y="1474"/>
                    <a:pt x="1670" y="1663"/>
                    <a:pt x="1418" y="1663"/>
                  </a:cubicBezTo>
                  <a:cubicBezTo>
                    <a:pt x="1198" y="1663"/>
                    <a:pt x="1009" y="1474"/>
                    <a:pt x="1009" y="1253"/>
                  </a:cubicBezTo>
                  <a:cubicBezTo>
                    <a:pt x="1009" y="1001"/>
                    <a:pt x="1198" y="812"/>
                    <a:pt x="1418" y="812"/>
                  </a:cubicBezTo>
                  <a:close/>
                  <a:moveTo>
                    <a:pt x="1405" y="0"/>
                  </a:moveTo>
                  <a:cubicBezTo>
                    <a:pt x="1250" y="0"/>
                    <a:pt x="1094" y="28"/>
                    <a:pt x="946" y="88"/>
                  </a:cubicBezTo>
                  <a:cubicBezTo>
                    <a:pt x="316" y="371"/>
                    <a:pt x="0" y="1127"/>
                    <a:pt x="284" y="1757"/>
                  </a:cubicBezTo>
                  <a:cubicBezTo>
                    <a:pt x="496" y="2229"/>
                    <a:pt x="973" y="2524"/>
                    <a:pt x="1463" y="2524"/>
                  </a:cubicBezTo>
                  <a:cubicBezTo>
                    <a:pt x="1628" y="2524"/>
                    <a:pt x="1795" y="2490"/>
                    <a:pt x="1954" y="2419"/>
                  </a:cubicBezTo>
                  <a:cubicBezTo>
                    <a:pt x="2584" y="2135"/>
                    <a:pt x="2899" y="1379"/>
                    <a:pt x="2615" y="749"/>
                  </a:cubicBezTo>
                  <a:cubicBezTo>
                    <a:pt x="2399" y="292"/>
                    <a:pt x="1907" y="0"/>
                    <a:pt x="14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246" name="Google Shape;14246;p82"/>
            <p:cNvSpPr/>
            <p:nvPr/>
          </p:nvSpPr>
          <p:spPr>
            <a:xfrm>
              <a:off x="-37144875" y="2099025"/>
              <a:ext cx="72475" cy="62875"/>
            </a:xfrm>
            <a:custGeom>
              <a:avLst/>
              <a:gdLst/>
              <a:ahLst/>
              <a:cxnLst/>
              <a:rect l="l" t="t" r="r" b="b"/>
              <a:pathLst>
                <a:path w="2899" h="2515" extrusionOk="0">
                  <a:moveTo>
                    <a:pt x="1418" y="835"/>
                  </a:moveTo>
                  <a:cubicBezTo>
                    <a:pt x="1670" y="835"/>
                    <a:pt x="1859" y="1024"/>
                    <a:pt x="1859" y="1276"/>
                  </a:cubicBezTo>
                  <a:cubicBezTo>
                    <a:pt x="1859" y="1496"/>
                    <a:pt x="1670" y="1685"/>
                    <a:pt x="1418" y="1685"/>
                  </a:cubicBezTo>
                  <a:cubicBezTo>
                    <a:pt x="1197" y="1685"/>
                    <a:pt x="1008" y="1496"/>
                    <a:pt x="1008" y="1276"/>
                  </a:cubicBezTo>
                  <a:cubicBezTo>
                    <a:pt x="1008" y="1024"/>
                    <a:pt x="1197" y="835"/>
                    <a:pt x="1418" y="835"/>
                  </a:cubicBezTo>
                  <a:close/>
                  <a:moveTo>
                    <a:pt x="1411" y="0"/>
                  </a:moveTo>
                  <a:cubicBezTo>
                    <a:pt x="1254" y="0"/>
                    <a:pt x="1096" y="26"/>
                    <a:pt x="945" y="79"/>
                  </a:cubicBezTo>
                  <a:cubicBezTo>
                    <a:pt x="315" y="362"/>
                    <a:pt x="0" y="1118"/>
                    <a:pt x="284" y="1748"/>
                  </a:cubicBezTo>
                  <a:cubicBezTo>
                    <a:pt x="496" y="2220"/>
                    <a:pt x="972" y="2515"/>
                    <a:pt x="1463" y="2515"/>
                  </a:cubicBezTo>
                  <a:cubicBezTo>
                    <a:pt x="1628" y="2515"/>
                    <a:pt x="1795" y="2481"/>
                    <a:pt x="1953" y="2410"/>
                  </a:cubicBezTo>
                  <a:cubicBezTo>
                    <a:pt x="2583" y="2126"/>
                    <a:pt x="2899" y="1370"/>
                    <a:pt x="2615" y="740"/>
                  </a:cubicBezTo>
                  <a:cubicBezTo>
                    <a:pt x="2399" y="261"/>
                    <a:pt x="1910" y="0"/>
                    <a:pt x="14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247" name="Google Shape;14247;p82"/>
            <p:cNvSpPr/>
            <p:nvPr/>
          </p:nvSpPr>
          <p:spPr>
            <a:xfrm>
              <a:off x="-37123625" y="2014875"/>
              <a:ext cx="71700" cy="62775"/>
            </a:xfrm>
            <a:custGeom>
              <a:avLst/>
              <a:gdLst/>
              <a:ahLst/>
              <a:cxnLst/>
              <a:rect l="l" t="t" r="r" b="b"/>
              <a:pathLst>
                <a:path w="2868" h="2511" extrusionOk="0">
                  <a:moveTo>
                    <a:pt x="1418" y="798"/>
                  </a:moveTo>
                  <a:cubicBezTo>
                    <a:pt x="1639" y="798"/>
                    <a:pt x="1828" y="1019"/>
                    <a:pt x="1828" y="1239"/>
                  </a:cubicBezTo>
                  <a:cubicBezTo>
                    <a:pt x="1828" y="1460"/>
                    <a:pt x="1639" y="1680"/>
                    <a:pt x="1418" y="1680"/>
                  </a:cubicBezTo>
                  <a:cubicBezTo>
                    <a:pt x="1166" y="1680"/>
                    <a:pt x="977" y="1460"/>
                    <a:pt x="977" y="1239"/>
                  </a:cubicBezTo>
                  <a:cubicBezTo>
                    <a:pt x="1009" y="1019"/>
                    <a:pt x="1166" y="798"/>
                    <a:pt x="1418" y="798"/>
                  </a:cubicBezTo>
                  <a:close/>
                  <a:moveTo>
                    <a:pt x="1431" y="0"/>
                  </a:moveTo>
                  <a:cubicBezTo>
                    <a:pt x="1269" y="0"/>
                    <a:pt x="1105" y="34"/>
                    <a:pt x="946" y="105"/>
                  </a:cubicBezTo>
                  <a:cubicBezTo>
                    <a:pt x="316" y="389"/>
                    <a:pt x="1" y="1113"/>
                    <a:pt x="253" y="1743"/>
                  </a:cubicBezTo>
                  <a:cubicBezTo>
                    <a:pt x="472" y="2231"/>
                    <a:pt x="974" y="2511"/>
                    <a:pt x="1481" y="2511"/>
                  </a:cubicBezTo>
                  <a:cubicBezTo>
                    <a:pt x="1630" y="2511"/>
                    <a:pt x="1780" y="2487"/>
                    <a:pt x="1923" y="2436"/>
                  </a:cubicBezTo>
                  <a:cubicBezTo>
                    <a:pt x="2553" y="2153"/>
                    <a:pt x="2868" y="1397"/>
                    <a:pt x="2584" y="767"/>
                  </a:cubicBezTo>
                  <a:cubicBezTo>
                    <a:pt x="2372" y="295"/>
                    <a:pt x="1913" y="0"/>
                    <a:pt x="14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248" name="Google Shape;14248;p82"/>
            <p:cNvSpPr/>
            <p:nvPr/>
          </p:nvSpPr>
          <p:spPr>
            <a:xfrm>
              <a:off x="-37039350" y="1993250"/>
              <a:ext cx="71700" cy="63125"/>
            </a:xfrm>
            <a:custGeom>
              <a:avLst/>
              <a:gdLst/>
              <a:ahLst/>
              <a:cxnLst/>
              <a:rect l="l" t="t" r="r" b="b"/>
              <a:pathLst>
                <a:path w="2868" h="2525" extrusionOk="0">
                  <a:moveTo>
                    <a:pt x="1418" y="844"/>
                  </a:moveTo>
                  <a:cubicBezTo>
                    <a:pt x="1671" y="844"/>
                    <a:pt x="1860" y="1033"/>
                    <a:pt x="1860" y="1285"/>
                  </a:cubicBezTo>
                  <a:cubicBezTo>
                    <a:pt x="1860" y="1506"/>
                    <a:pt x="1671" y="1726"/>
                    <a:pt x="1418" y="1726"/>
                  </a:cubicBezTo>
                  <a:cubicBezTo>
                    <a:pt x="1198" y="1726"/>
                    <a:pt x="977" y="1506"/>
                    <a:pt x="977" y="1285"/>
                  </a:cubicBezTo>
                  <a:cubicBezTo>
                    <a:pt x="977" y="1033"/>
                    <a:pt x="1198" y="844"/>
                    <a:pt x="1418" y="844"/>
                  </a:cubicBezTo>
                  <a:close/>
                  <a:moveTo>
                    <a:pt x="1402" y="1"/>
                  </a:moveTo>
                  <a:cubicBezTo>
                    <a:pt x="1248" y="1"/>
                    <a:pt x="1094" y="29"/>
                    <a:pt x="946" y="88"/>
                  </a:cubicBezTo>
                  <a:cubicBezTo>
                    <a:pt x="316" y="372"/>
                    <a:pt x="1" y="1128"/>
                    <a:pt x="284" y="1758"/>
                  </a:cubicBezTo>
                  <a:cubicBezTo>
                    <a:pt x="496" y="2229"/>
                    <a:pt x="955" y="2524"/>
                    <a:pt x="1437" y="2524"/>
                  </a:cubicBezTo>
                  <a:cubicBezTo>
                    <a:pt x="1599" y="2524"/>
                    <a:pt x="1764" y="2491"/>
                    <a:pt x="1923" y="2419"/>
                  </a:cubicBezTo>
                  <a:cubicBezTo>
                    <a:pt x="2553" y="2136"/>
                    <a:pt x="2868" y="1411"/>
                    <a:pt x="2616" y="781"/>
                  </a:cubicBezTo>
                  <a:cubicBezTo>
                    <a:pt x="2399" y="299"/>
                    <a:pt x="1905" y="1"/>
                    <a:pt x="14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4249" name="Google Shape;14249;p82"/>
          <p:cNvSpPr/>
          <p:nvPr/>
        </p:nvSpPr>
        <p:spPr>
          <a:xfrm>
            <a:off x="2541596" y="1310554"/>
            <a:ext cx="378387" cy="373736"/>
          </a:xfrm>
          <a:custGeom>
            <a:avLst/>
            <a:gdLst/>
            <a:ahLst/>
            <a:cxnLst/>
            <a:rect l="l" t="t" r="r" b="b"/>
            <a:pathLst>
              <a:path w="12855" h="12697" extrusionOk="0">
                <a:moveTo>
                  <a:pt x="8035" y="1032"/>
                </a:moveTo>
                <a:lnTo>
                  <a:pt x="11847" y="4844"/>
                </a:lnTo>
                <a:lnTo>
                  <a:pt x="7468" y="9223"/>
                </a:lnTo>
                <a:lnTo>
                  <a:pt x="3655" y="5380"/>
                </a:lnTo>
                <a:lnTo>
                  <a:pt x="8035" y="1032"/>
                </a:lnTo>
                <a:close/>
                <a:moveTo>
                  <a:pt x="3057" y="5978"/>
                </a:moveTo>
                <a:lnTo>
                  <a:pt x="6869" y="9790"/>
                </a:lnTo>
                <a:lnTo>
                  <a:pt x="4916" y="11775"/>
                </a:lnTo>
                <a:cubicBezTo>
                  <a:pt x="4837" y="11854"/>
                  <a:pt x="4727" y="11893"/>
                  <a:pt x="4616" y="11893"/>
                </a:cubicBezTo>
                <a:cubicBezTo>
                  <a:pt x="4506" y="11893"/>
                  <a:pt x="4396" y="11854"/>
                  <a:pt x="4317" y="11775"/>
                </a:cubicBezTo>
                <a:lnTo>
                  <a:pt x="1104" y="8530"/>
                </a:lnTo>
                <a:cubicBezTo>
                  <a:pt x="946" y="8372"/>
                  <a:pt x="946" y="8120"/>
                  <a:pt x="1104" y="7963"/>
                </a:cubicBezTo>
                <a:lnTo>
                  <a:pt x="3057" y="5978"/>
                </a:lnTo>
                <a:close/>
                <a:moveTo>
                  <a:pt x="7987" y="0"/>
                </a:moveTo>
                <a:cubicBezTo>
                  <a:pt x="7877" y="0"/>
                  <a:pt x="7767" y="39"/>
                  <a:pt x="7688" y="118"/>
                </a:cubicBezTo>
                <a:lnTo>
                  <a:pt x="442" y="7364"/>
                </a:lnTo>
                <a:cubicBezTo>
                  <a:pt x="1" y="7837"/>
                  <a:pt x="1" y="8625"/>
                  <a:pt x="442" y="9129"/>
                </a:cubicBezTo>
                <a:lnTo>
                  <a:pt x="3687" y="12342"/>
                </a:lnTo>
                <a:cubicBezTo>
                  <a:pt x="3923" y="12578"/>
                  <a:pt x="4238" y="12697"/>
                  <a:pt x="4557" y="12697"/>
                </a:cubicBezTo>
                <a:cubicBezTo>
                  <a:pt x="4876" y="12697"/>
                  <a:pt x="5199" y="12578"/>
                  <a:pt x="5451" y="12342"/>
                </a:cubicBezTo>
                <a:lnTo>
                  <a:pt x="12697" y="5096"/>
                </a:lnTo>
                <a:cubicBezTo>
                  <a:pt x="12855" y="4970"/>
                  <a:pt x="12855" y="4686"/>
                  <a:pt x="12697" y="4529"/>
                </a:cubicBezTo>
                <a:lnTo>
                  <a:pt x="8287" y="118"/>
                </a:lnTo>
                <a:cubicBezTo>
                  <a:pt x="8208" y="39"/>
                  <a:pt x="8098" y="0"/>
                  <a:pt x="79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4250" name="Google Shape;14250;p82"/>
          <p:cNvGrpSpPr/>
          <p:nvPr/>
        </p:nvGrpSpPr>
        <p:grpSpPr>
          <a:xfrm>
            <a:off x="2574144" y="1839656"/>
            <a:ext cx="373736" cy="293055"/>
            <a:chOff x="-41694200" y="2382950"/>
            <a:chExt cx="317425" cy="248900"/>
          </a:xfrm>
        </p:grpSpPr>
        <p:sp>
          <p:nvSpPr>
            <p:cNvPr id="14251" name="Google Shape;14251;p82"/>
            <p:cNvSpPr/>
            <p:nvPr/>
          </p:nvSpPr>
          <p:spPr>
            <a:xfrm>
              <a:off x="-41694200" y="2382950"/>
              <a:ext cx="317425" cy="248900"/>
            </a:xfrm>
            <a:custGeom>
              <a:avLst/>
              <a:gdLst/>
              <a:ahLst/>
              <a:cxnLst/>
              <a:rect l="l" t="t" r="r" b="b"/>
              <a:pathLst>
                <a:path w="12697" h="9956" extrusionOk="0">
                  <a:moveTo>
                    <a:pt x="10555" y="851"/>
                  </a:moveTo>
                  <a:cubicBezTo>
                    <a:pt x="10807" y="851"/>
                    <a:pt x="10964" y="1040"/>
                    <a:pt x="10964" y="1292"/>
                  </a:cubicBezTo>
                  <a:lnTo>
                    <a:pt x="10964" y="7499"/>
                  </a:lnTo>
                  <a:lnTo>
                    <a:pt x="1576" y="7499"/>
                  </a:lnTo>
                  <a:lnTo>
                    <a:pt x="1576" y="1292"/>
                  </a:lnTo>
                  <a:lnTo>
                    <a:pt x="1607" y="1292"/>
                  </a:lnTo>
                  <a:cubicBezTo>
                    <a:pt x="1607" y="1040"/>
                    <a:pt x="1828" y="882"/>
                    <a:pt x="2017" y="851"/>
                  </a:cubicBezTo>
                  <a:close/>
                  <a:moveTo>
                    <a:pt x="8507" y="8286"/>
                  </a:moveTo>
                  <a:lnTo>
                    <a:pt x="8507" y="8727"/>
                  </a:lnTo>
                  <a:cubicBezTo>
                    <a:pt x="8507" y="8918"/>
                    <a:pt x="8633" y="9073"/>
                    <a:pt x="8777" y="9137"/>
                  </a:cubicBezTo>
                  <a:lnTo>
                    <a:pt x="1198" y="9137"/>
                  </a:lnTo>
                  <a:cubicBezTo>
                    <a:pt x="1009" y="9137"/>
                    <a:pt x="851" y="9011"/>
                    <a:pt x="788" y="8853"/>
                  </a:cubicBezTo>
                  <a:cubicBezTo>
                    <a:pt x="757" y="8759"/>
                    <a:pt x="788" y="8759"/>
                    <a:pt x="788" y="8286"/>
                  </a:cubicBezTo>
                  <a:close/>
                  <a:moveTo>
                    <a:pt x="10145" y="8286"/>
                  </a:moveTo>
                  <a:lnTo>
                    <a:pt x="10145" y="8727"/>
                  </a:lnTo>
                  <a:cubicBezTo>
                    <a:pt x="10145" y="8918"/>
                    <a:pt x="10254" y="9073"/>
                    <a:pt x="10402" y="9137"/>
                  </a:cubicBezTo>
                  <a:lnTo>
                    <a:pt x="9051" y="9137"/>
                  </a:lnTo>
                  <a:cubicBezTo>
                    <a:pt x="9186" y="9073"/>
                    <a:pt x="9294" y="8918"/>
                    <a:pt x="9294" y="8727"/>
                  </a:cubicBezTo>
                  <a:lnTo>
                    <a:pt x="9294" y="8286"/>
                  </a:lnTo>
                  <a:close/>
                  <a:moveTo>
                    <a:pt x="11783" y="8286"/>
                  </a:moveTo>
                  <a:lnTo>
                    <a:pt x="11783" y="8727"/>
                  </a:lnTo>
                  <a:cubicBezTo>
                    <a:pt x="11815" y="8979"/>
                    <a:pt x="11626" y="9137"/>
                    <a:pt x="11374" y="9137"/>
                  </a:cubicBezTo>
                  <a:lnTo>
                    <a:pt x="10720" y="9137"/>
                  </a:lnTo>
                  <a:cubicBezTo>
                    <a:pt x="10874" y="9073"/>
                    <a:pt x="10964" y="8918"/>
                    <a:pt x="10964" y="8727"/>
                  </a:cubicBezTo>
                  <a:lnTo>
                    <a:pt x="10964" y="8286"/>
                  </a:lnTo>
                  <a:close/>
                  <a:moveTo>
                    <a:pt x="2048" y="0"/>
                  </a:moveTo>
                  <a:cubicBezTo>
                    <a:pt x="1387" y="0"/>
                    <a:pt x="788" y="536"/>
                    <a:pt x="820" y="1261"/>
                  </a:cubicBezTo>
                  <a:lnTo>
                    <a:pt x="820" y="7467"/>
                  </a:lnTo>
                  <a:lnTo>
                    <a:pt x="347" y="7467"/>
                  </a:lnTo>
                  <a:cubicBezTo>
                    <a:pt x="158" y="7467"/>
                    <a:pt x="0" y="7625"/>
                    <a:pt x="0" y="7814"/>
                  </a:cubicBezTo>
                  <a:lnTo>
                    <a:pt x="0" y="8696"/>
                  </a:lnTo>
                  <a:cubicBezTo>
                    <a:pt x="0" y="9357"/>
                    <a:pt x="568" y="9956"/>
                    <a:pt x="1229" y="9956"/>
                  </a:cubicBezTo>
                  <a:lnTo>
                    <a:pt x="11437" y="9956"/>
                  </a:lnTo>
                  <a:cubicBezTo>
                    <a:pt x="12098" y="9956"/>
                    <a:pt x="12697" y="9389"/>
                    <a:pt x="12697" y="8696"/>
                  </a:cubicBezTo>
                  <a:lnTo>
                    <a:pt x="12697" y="7877"/>
                  </a:lnTo>
                  <a:cubicBezTo>
                    <a:pt x="12634" y="7656"/>
                    <a:pt x="12445" y="7467"/>
                    <a:pt x="12224" y="7467"/>
                  </a:cubicBezTo>
                  <a:lnTo>
                    <a:pt x="11815" y="7467"/>
                  </a:lnTo>
                  <a:lnTo>
                    <a:pt x="11815" y="1261"/>
                  </a:lnTo>
                  <a:cubicBezTo>
                    <a:pt x="11815" y="567"/>
                    <a:pt x="11279" y="0"/>
                    <a:pt x="105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252" name="Google Shape;14252;p82"/>
            <p:cNvSpPr/>
            <p:nvPr/>
          </p:nvSpPr>
          <p:spPr>
            <a:xfrm>
              <a:off x="-41586600" y="2425550"/>
              <a:ext cx="107450" cy="102925"/>
            </a:xfrm>
            <a:custGeom>
              <a:avLst/>
              <a:gdLst/>
              <a:ahLst/>
              <a:cxnLst/>
              <a:rect l="l" t="t" r="r" b="b"/>
              <a:pathLst>
                <a:path w="4298" h="4117" extrusionOk="0">
                  <a:moveTo>
                    <a:pt x="1147" y="1037"/>
                  </a:moveTo>
                  <a:lnTo>
                    <a:pt x="2218" y="1384"/>
                  </a:lnTo>
                  <a:lnTo>
                    <a:pt x="1493" y="2108"/>
                  </a:lnTo>
                  <a:lnTo>
                    <a:pt x="1147" y="1037"/>
                  </a:lnTo>
                  <a:close/>
                  <a:moveTo>
                    <a:pt x="466" y="1"/>
                  </a:moveTo>
                  <a:cubicBezTo>
                    <a:pt x="209" y="1"/>
                    <a:pt x="1" y="267"/>
                    <a:pt x="107" y="533"/>
                  </a:cubicBezTo>
                  <a:lnTo>
                    <a:pt x="926" y="3022"/>
                  </a:lnTo>
                  <a:cubicBezTo>
                    <a:pt x="987" y="3184"/>
                    <a:pt x="1164" y="3293"/>
                    <a:pt x="1341" y="3293"/>
                  </a:cubicBezTo>
                  <a:cubicBezTo>
                    <a:pt x="1441" y="3293"/>
                    <a:pt x="1540" y="3259"/>
                    <a:pt x="1619" y="3180"/>
                  </a:cubicBezTo>
                  <a:lnTo>
                    <a:pt x="2155" y="2613"/>
                  </a:lnTo>
                  <a:lnTo>
                    <a:pt x="3541" y="3999"/>
                  </a:lnTo>
                  <a:cubicBezTo>
                    <a:pt x="3620" y="4077"/>
                    <a:pt x="3730" y="4117"/>
                    <a:pt x="3840" y="4117"/>
                  </a:cubicBezTo>
                  <a:cubicBezTo>
                    <a:pt x="3951" y="4117"/>
                    <a:pt x="4061" y="4077"/>
                    <a:pt x="4140" y="3999"/>
                  </a:cubicBezTo>
                  <a:cubicBezTo>
                    <a:pt x="4297" y="3841"/>
                    <a:pt x="4297" y="3558"/>
                    <a:pt x="4140" y="3400"/>
                  </a:cubicBezTo>
                  <a:lnTo>
                    <a:pt x="2722" y="2077"/>
                  </a:lnTo>
                  <a:lnTo>
                    <a:pt x="3258" y="1510"/>
                  </a:lnTo>
                  <a:cubicBezTo>
                    <a:pt x="3510" y="1289"/>
                    <a:pt x="3384" y="911"/>
                    <a:pt x="3100" y="848"/>
                  </a:cubicBezTo>
                  <a:lnTo>
                    <a:pt x="611" y="29"/>
                  </a:lnTo>
                  <a:cubicBezTo>
                    <a:pt x="562" y="10"/>
                    <a:pt x="514" y="1"/>
                    <a:pt x="4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253" name="Google Shape;14253;p82"/>
          <p:cNvGrpSpPr/>
          <p:nvPr/>
        </p:nvGrpSpPr>
        <p:grpSpPr>
          <a:xfrm>
            <a:off x="2570967" y="2192964"/>
            <a:ext cx="375591" cy="373766"/>
            <a:chOff x="-41695775" y="2683025"/>
            <a:chExt cx="319000" cy="317450"/>
          </a:xfrm>
        </p:grpSpPr>
        <p:sp>
          <p:nvSpPr>
            <p:cNvPr id="14254" name="Google Shape;14254;p82"/>
            <p:cNvSpPr/>
            <p:nvPr/>
          </p:nvSpPr>
          <p:spPr>
            <a:xfrm>
              <a:off x="-41695775" y="2683025"/>
              <a:ext cx="319000" cy="317450"/>
            </a:xfrm>
            <a:custGeom>
              <a:avLst/>
              <a:gdLst/>
              <a:ahLst/>
              <a:cxnLst/>
              <a:rect l="l" t="t" r="r" b="b"/>
              <a:pathLst>
                <a:path w="12760" h="12698" extrusionOk="0">
                  <a:moveTo>
                    <a:pt x="6238" y="2521"/>
                  </a:moveTo>
                  <a:lnTo>
                    <a:pt x="10240" y="5199"/>
                  </a:lnTo>
                  <a:lnTo>
                    <a:pt x="10240" y="11815"/>
                  </a:lnTo>
                  <a:lnTo>
                    <a:pt x="2521" y="11815"/>
                  </a:lnTo>
                  <a:lnTo>
                    <a:pt x="2521" y="5199"/>
                  </a:lnTo>
                  <a:lnTo>
                    <a:pt x="6238" y="2521"/>
                  </a:lnTo>
                  <a:close/>
                  <a:moveTo>
                    <a:pt x="6270" y="1"/>
                  </a:moveTo>
                  <a:cubicBezTo>
                    <a:pt x="6049" y="1"/>
                    <a:pt x="5860" y="190"/>
                    <a:pt x="5860" y="379"/>
                  </a:cubicBezTo>
                  <a:lnTo>
                    <a:pt x="5860" y="1859"/>
                  </a:lnTo>
                  <a:lnTo>
                    <a:pt x="1891" y="4695"/>
                  </a:lnTo>
                  <a:lnTo>
                    <a:pt x="221" y="5861"/>
                  </a:lnTo>
                  <a:cubicBezTo>
                    <a:pt x="32" y="5987"/>
                    <a:pt x="0" y="6270"/>
                    <a:pt x="158" y="6459"/>
                  </a:cubicBezTo>
                  <a:cubicBezTo>
                    <a:pt x="229" y="6566"/>
                    <a:pt x="342" y="6623"/>
                    <a:pt x="466" y="6623"/>
                  </a:cubicBezTo>
                  <a:cubicBezTo>
                    <a:pt x="560" y="6623"/>
                    <a:pt x="661" y="6590"/>
                    <a:pt x="757" y="6522"/>
                  </a:cubicBezTo>
                  <a:lnTo>
                    <a:pt x="1733" y="5829"/>
                  </a:lnTo>
                  <a:lnTo>
                    <a:pt x="1733" y="12288"/>
                  </a:lnTo>
                  <a:cubicBezTo>
                    <a:pt x="1733" y="12508"/>
                    <a:pt x="1922" y="12697"/>
                    <a:pt x="2111" y="12697"/>
                  </a:cubicBezTo>
                  <a:lnTo>
                    <a:pt x="10649" y="12697"/>
                  </a:lnTo>
                  <a:cubicBezTo>
                    <a:pt x="10901" y="12697"/>
                    <a:pt x="11059" y="12508"/>
                    <a:pt x="11059" y="12288"/>
                  </a:cubicBezTo>
                  <a:lnTo>
                    <a:pt x="11059" y="5798"/>
                  </a:lnTo>
                  <a:lnTo>
                    <a:pt x="12035" y="6491"/>
                  </a:lnTo>
                  <a:cubicBezTo>
                    <a:pt x="12114" y="6543"/>
                    <a:pt x="12204" y="6568"/>
                    <a:pt x="12294" y="6568"/>
                  </a:cubicBezTo>
                  <a:cubicBezTo>
                    <a:pt x="12418" y="6568"/>
                    <a:pt x="12542" y="6519"/>
                    <a:pt x="12634" y="6428"/>
                  </a:cubicBezTo>
                  <a:cubicBezTo>
                    <a:pt x="12760" y="6207"/>
                    <a:pt x="12697" y="5987"/>
                    <a:pt x="12571" y="5829"/>
                  </a:cubicBezTo>
                  <a:lnTo>
                    <a:pt x="10901" y="4632"/>
                  </a:lnTo>
                  <a:cubicBezTo>
                    <a:pt x="10901" y="4632"/>
                    <a:pt x="6679" y="1796"/>
                    <a:pt x="6648" y="1796"/>
                  </a:cubicBezTo>
                  <a:lnTo>
                    <a:pt x="6648" y="379"/>
                  </a:lnTo>
                  <a:cubicBezTo>
                    <a:pt x="6648" y="158"/>
                    <a:pt x="6459" y="1"/>
                    <a:pt x="62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255" name="Google Shape;14255;p82"/>
            <p:cNvSpPr/>
            <p:nvPr/>
          </p:nvSpPr>
          <p:spPr>
            <a:xfrm>
              <a:off x="-41615450" y="2813750"/>
              <a:ext cx="152050" cy="144975"/>
            </a:xfrm>
            <a:custGeom>
              <a:avLst/>
              <a:gdLst/>
              <a:ahLst/>
              <a:cxnLst/>
              <a:rect l="l" t="t" r="r" b="b"/>
              <a:pathLst>
                <a:path w="6082" h="5799" extrusionOk="0">
                  <a:moveTo>
                    <a:pt x="3050" y="782"/>
                  </a:moveTo>
                  <a:cubicBezTo>
                    <a:pt x="3325" y="782"/>
                    <a:pt x="3606" y="835"/>
                    <a:pt x="3876" y="947"/>
                  </a:cubicBezTo>
                  <a:cubicBezTo>
                    <a:pt x="4853" y="1419"/>
                    <a:pt x="5357" y="2616"/>
                    <a:pt x="4916" y="3656"/>
                  </a:cubicBezTo>
                  <a:cubicBezTo>
                    <a:pt x="4601" y="4412"/>
                    <a:pt x="3908" y="4916"/>
                    <a:pt x="3025" y="4916"/>
                  </a:cubicBezTo>
                  <a:cubicBezTo>
                    <a:pt x="1545" y="4916"/>
                    <a:pt x="568" y="3436"/>
                    <a:pt x="1135" y="2049"/>
                  </a:cubicBezTo>
                  <a:cubicBezTo>
                    <a:pt x="1465" y="1248"/>
                    <a:pt x="2235" y="782"/>
                    <a:pt x="3050" y="782"/>
                  </a:cubicBezTo>
                  <a:close/>
                  <a:moveTo>
                    <a:pt x="2968" y="0"/>
                  </a:moveTo>
                  <a:cubicBezTo>
                    <a:pt x="1995" y="0"/>
                    <a:pt x="1120" y="497"/>
                    <a:pt x="631" y="1262"/>
                  </a:cubicBezTo>
                  <a:cubicBezTo>
                    <a:pt x="95" y="2081"/>
                    <a:pt x="1" y="3152"/>
                    <a:pt x="347" y="4034"/>
                  </a:cubicBezTo>
                  <a:cubicBezTo>
                    <a:pt x="789" y="5074"/>
                    <a:pt x="1860" y="5798"/>
                    <a:pt x="3057" y="5798"/>
                  </a:cubicBezTo>
                  <a:cubicBezTo>
                    <a:pt x="4034" y="5798"/>
                    <a:pt x="4884" y="5326"/>
                    <a:pt x="5451" y="4538"/>
                  </a:cubicBezTo>
                  <a:cubicBezTo>
                    <a:pt x="5987" y="3719"/>
                    <a:pt x="6081" y="2648"/>
                    <a:pt x="5735" y="1766"/>
                  </a:cubicBezTo>
                  <a:cubicBezTo>
                    <a:pt x="5294" y="726"/>
                    <a:pt x="4223" y="1"/>
                    <a:pt x="3057" y="1"/>
                  </a:cubicBezTo>
                  <a:cubicBezTo>
                    <a:pt x="3027" y="1"/>
                    <a:pt x="2997" y="0"/>
                    <a:pt x="29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256" name="Google Shape;14256;p82"/>
            <p:cNvSpPr/>
            <p:nvPr/>
          </p:nvSpPr>
          <p:spPr>
            <a:xfrm>
              <a:off x="-41550075" y="2853950"/>
              <a:ext cx="40200" cy="42550"/>
            </a:xfrm>
            <a:custGeom>
              <a:avLst/>
              <a:gdLst/>
              <a:ahLst/>
              <a:cxnLst/>
              <a:rect l="l" t="t" r="r" b="b"/>
              <a:pathLst>
                <a:path w="1608" h="1702" extrusionOk="0">
                  <a:moveTo>
                    <a:pt x="379" y="0"/>
                  </a:moveTo>
                  <a:cubicBezTo>
                    <a:pt x="190" y="0"/>
                    <a:pt x="1" y="221"/>
                    <a:pt x="1" y="441"/>
                  </a:cubicBezTo>
                  <a:lnTo>
                    <a:pt x="1" y="1260"/>
                  </a:lnTo>
                  <a:cubicBezTo>
                    <a:pt x="1" y="1512"/>
                    <a:pt x="190" y="1701"/>
                    <a:pt x="379" y="1701"/>
                  </a:cubicBezTo>
                  <a:lnTo>
                    <a:pt x="1230" y="1701"/>
                  </a:lnTo>
                  <a:cubicBezTo>
                    <a:pt x="1450" y="1701"/>
                    <a:pt x="1608" y="1512"/>
                    <a:pt x="1608" y="1260"/>
                  </a:cubicBezTo>
                  <a:cubicBezTo>
                    <a:pt x="1608" y="1040"/>
                    <a:pt x="1419" y="851"/>
                    <a:pt x="1230" y="851"/>
                  </a:cubicBezTo>
                  <a:lnTo>
                    <a:pt x="788" y="851"/>
                  </a:lnTo>
                  <a:lnTo>
                    <a:pt x="788" y="410"/>
                  </a:lnTo>
                  <a:cubicBezTo>
                    <a:pt x="788"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257" name="Google Shape;14257;p82"/>
          <p:cNvGrpSpPr/>
          <p:nvPr/>
        </p:nvGrpSpPr>
        <p:grpSpPr>
          <a:xfrm>
            <a:off x="1313266" y="2685734"/>
            <a:ext cx="342211" cy="375620"/>
            <a:chOff x="-39792875" y="1971800"/>
            <a:chExt cx="290650" cy="319025"/>
          </a:xfrm>
        </p:grpSpPr>
        <p:sp>
          <p:nvSpPr>
            <p:cNvPr id="14258" name="Google Shape;14258;p82"/>
            <p:cNvSpPr/>
            <p:nvPr/>
          </p:nvSpPr>
          <p:spPr>
            <a:xfrm>
              <a:off x="-39667650" y="2145075"/>
              <a:ext cx="40975" cy="41775"/>
            </a:xfrm>
            <a:custGeom>
              <a:avLst/>
              <a:gdLst/>
              <a:ahLst/>
              <a:cxnLst/>
              <a:rect l="l" t="t" r="r" b="b"/>
              <a:pathLst>
                <a:path w="1639" h="1671" extrusionOk="0">
                  <a:moveTo>
                    <a:pt x="820" y="1"/>
                  </a:moveTo>
                  <a:cubicBezTo>
                    <a:pt x="379" y="1"/>
                    <a:pt x="1" y="379"/>
                    <a:pt x="1" y="852"/>
                  </a:cubicBezTo>
                  <a:cubicBezTo>
                    <a:pt x="1" y="1293"/>
                    <a:pt x="379" y="1671"/>
                    <a:pt x="820" y="1671"/>
                  </a:cubicBezTo>
                  <a:cubicBezTo>
                    <a:pt x="1261" y="1671"/>
                    <a:pt x="1639" y="1293"/>
                    <a:pt x="1639" y="852"/>
                  </a:cubicBezTo>
                  <a:cubicBezTo>
                    <a:pt x="1639" y="379"/>
                    <a:pt x="1261"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259" name="Google Shape;14259;p82"/>
            <p:cNvSpPr/>
            <p:nvPr/>
          </p:nvSpPr>
          <p:spPr>
            <a:xfrm>
              <a:off x="-39792875" y="1971800"/>
              <a:ext cx="290650" cy="319025"/>
            </a:xfrm>
            <a:custGeom>
              <a:avLst/>
              <a:gdLst/>
              <a:ahLst/>
              <a:cxnLst/>
              <a:rect l="l" t="t" r="r" b="b"/>
              <a:pathLst>
                <a:path w="11626" h="12761" extrusionOk="0">
                  <a:moveTo>
                    <a:pt x="6207" y="3687"/>
                  </a:moveTo>
                  <a:cubicBezTo>
                    <a:pt x="6900" y="3687"/>
                    <a:pt x="7436" y="4222"/>
                    <a:pt x="7436" y="4884"/>
                  </a:cubicBezTo>
                  <a:lnTo>
                    <a:pt x="7436" y="11910"/>
                  </a:lnTo>
                  <a:lnTo>
                    <a:pt x="4159" y="11910"/>
                  </a:lnTo>
                  <a:lnTo>
                    <a:pt x="4159" y="4884"/>
                  </a:lnTo>
                  <a:cubicBezTo>
                    <a:pt x="4159" y="4222"/>
                    <a:pt x="4726" y="3687"/>
                    <a:pt x="5388" y="3687"/>
                  </a:cubicBezTo>
                  <a:close/>
                  <a:moveTo>
                    <a:pt x="10744" y="914"/>
                  </a:moveTo>
                  <a:lnTo>
                    <a:pt x="10744" y="3939"/>
                  </a:lnTo>
                  <a:cubicBezTo>
                    <a:pt x="9767" y="4412"/>
                    <a:pt x="9105" y="5420"/>
                    <a:pt x="9105" y="6554"/>
                  </a:cubicBezTo>
                  <a:cubicBezTo>
                    <a:pt x="9105" y="7688"/>
                    <a:pt x="9767" y="8665"/>
                    <a:pt x="10744" y="9137"/>
                  </a:cubicBezTo>
                  <a:cubicBezTo>
                    <a:pt x="10775" y="10145"/>
                    <a:pt x="10775" y="11280"/>
                    <a:pt x="10775" y="11910"/>
                  </a:cubicBezTo>
                  <a:lnTo>
                    <a:pt x="8318" y="11910"/>
                  </a:lnTo>
                  <a:lnTo>
                    <a:pt x="8318" y="4884"/>
                  </a:lnTo>
                  <a:cubicBezTo>
                    <a:pt x="8318" y="3750"/>
                    <a:pt x="7373" y="2805"/>
                    <a:pt x="6207" y="2805"/>
                  </a:cubicBezTo>
                  <a:lnTo>
                    <a:pt x="5388" y="2805"/>
                  </a:lnTo>
                  <a:cubicBezTo>
                    <a:pt x="4254" y="2805"/>
                    <a:pt x="3308" y="3750"/>
                    <a:pt x="3308" y="4884"/>
                  </a:cubicBezTo>
                  <a:lnTo>
                    <a:pt x="3308" y="11910"/>
                  </a:lnTo>
                  <a:lnTo>
                    <a:pt x="820" y="11910"/>
                  </a:lnTo>
                  <a:lnTo>
                    <a:pt x="820" y="9137"/>
                  </a:lnTo>
                  <a:cubicBezTo>
                    <a:pt x="2174" y="8507"/>
                    <a:pt x="2804" y="7026"/>
                    <a:pt x="2332" y="5640"/>
                  </a:cubicBezTo>
                  <a:cubicBezTo>
                    <a:pt x="2080" y="4884"/>
                    <a:pt x="1544" y="4254"/>
                    <a:pt x="820" y="3939"/>
                  </a:cubicBezTo>
                  <a:lnTo>
                    <a:pt x="820" y="914"/>
                  </a:lnTo>
                  <a:close/>
                  <a:moveTo>
                    <a:pt x="441" y="1"/>
                  </a:moveTo>
                  <a:cubicBezTo>
                    <a:pt x="189" y="1"/>
                    <a:pt x="0" y="221"/>
                    <a:pt x="0" y="442"/>
                  </a:cubicBezTo>
                  <a:lnTo>
                    <a:pt x="0" y="4191"/>
                  </a:lnTo>
                  <a:cubicBezTo>
                    <a:pt x="0" y="4349"/>
                    <a:pt x="126" y="4506"/>
                    <a:pt x="284" y="4569"/>
                  </a:cubicBezTo>
                  <a:cubicBezTo>
                    <a:pt x="1072" y="4853"/>
                    <a:pt x="1639" y="5609"/>
                    <a:pt x="1639" y="6522"/>
                  </a:cubicBezTo>
                  <a:cubicBezTo>
                    <a:pt x="1639" y="7404"/>
                    <a:pt x="1072" y="8161"/>
                    <a:pt x="284" y="8476"/>
                  </a:cubicBezTo>
                  <a:cubicBezTo>
                    <a:pt x="126" y="8507"/>
                    <a:pt x="0" y="8665"/>
                    <a:pt x="0" y="8885"/>
                  </a:cubicBezTo>
                  <a:lnTo>
                    <a:pt x="0" y="12351"/>
                  </a:lnTo>
                  <a:cubicBezTo>
                    <a:pt x="0" y="12571"/>
                    <a:pt x="189" y="12760"/>
                    <a:pt x="441" y="12760"/>
                  </a:cubicBezTo>
                  <a:lnTo>
                    <a:pt x="11185" y="12760"/>
                  </a:lnTo>
                  <a:cubicBezTo>
                    <a:pt x="11405" y="12760"/>
                    <a:pt x="11563" y="12571"/>
                    <a:pt x="11626" y="12382"/>
                  </a:cubicBezTo>
                  <a:lnTo>
                    <a:pt x="11626" y="8885"/>
                  </a:lnTo>
                  <a:cubicBezTo>
                    <a:pt x="11626" y="8696"/>
                    <a:pt x="11500" y="8539"/>
                    <a:pt x="11342" y="8476"/>
                  </a:cubicBezTo>
                  <a:cubicBezTo>
                    <a:pt x="10555" y="8192"/>
                    <a:pt x="9956" y="7404"/>
                    <a:pt x="9956" y="6522"/>
                  </a:cubicBezTo>
                  <a:cubicBezTo>
                    <a:pt x="9956" y="5609"/>
                    <a:pt x="10555" y="4853"/>
                    <a:pt x="11342" y="4569"/>
                  </a:cubicBezTo>
                  <a:cubicBezTo>
                    <a:pt x="11500" y="4538"/>
                    <a:pt x="11626" y="4380"/>
                    <a:pt x="11626" y="4191"/>
                  </a:cubicBezTo>
                  <a:lnTo>
                    <a:pt x="11626" y="442"/>
                  </a:lnTo>
                  <a:cubicBezTo>
                    <a:pt x="11626" y="221"/>
                    <a:pt x="11405" y="1"/>
                    <a:pt x="111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4260" name="Google Shape;14260;p82"/>
          <p:cNvSpPr/>
          <p:nvPr/>
        </p:nvSpPr>
        <p:spPr>
          <a:xfrm>
            <a:off x="1296433" y="3581387"/>
            <a:ext cx="371911" cy="373265"/>
          </a:xfrm>
          <a:custGeom>
            <a:avLst/>
            <a:gdLst/>
            <a:ahLst/>
            <a:cxnLst/>
            <a:rect l="l" t="t" r="r" b="b"/>
            <a:pathLst>
              <a:path w="12635" h="12681" extrusionOk="0">
                <a:moveTo>
                  <a:pt x="2017" y="865"/>
                </a:moveTo>
                <a:lnTo>
                  <a:pt x="3624" y="1275"/>
                </a:lnTo>
                <a:cubicBezTo>
                  <a:pt x="3655" y="1370"/>
                  <a:pt x="2679" y="4961"/>
                  <a:pt x="2679" y="4961"/>
                </a:cubicBezTo>
                <a:lnTo>
                  <a:pt x="2553" y="5339"/>
                </a:lnTo>
                <a:lnTo>
                  <a:pt x="946" y="4898"/>
                </a:lnTo>
                <a:lnTo>
                  <a:pt x="2017" y="865"/>
                </a:lnTo>
                <a:close/>
                <a:moveTo>
                  <a:pt x="10460" y="4867"/>
                </a:moveTo>
                <a:lnTo>
                  <a:pt x="11689" y="5182"/>
                </a:lnTo>
                <a:lnTo>
                  <a:pt x="11469" y="6001"/>
                </a:lnTo>
                <a:lnTo>
                  <a:pt x="10240" y="5686"/>
                </a:lnTo>
                <a:lnTo>
                  <a:pt x="10460" y="4867"/>
                </a:lnTo>
                <a:close/>
                <a:moveTo>
                  <a:pt x="4159" y="2346"/>
                </a:moveTo>
                <a:lnTo>
                  <a:pt x="9799" y="3858"/>
                </a:lnTo>
                <a:lnTo>
                  <a:pt x="9200" y="6284"/>
                </a:lnTo>
                <a:lnTo>
                  <a:pt x="8381" y="6064"/>
                </a:lnTo>
                <a:cubicBezTo>
                  <a:pt x="8413" y="5465"/>
                  <a:pt x="8161" y="4867"/>
                  <a:pt x="7625" y="4552"/>
                </a:cubicBezTo>
                <a:cubicBezTo>
                  <a:pt x="7341" y="4366"/>
                  <a:pt x="7014" y="4275"/>
                  <a:pt x="6691" y="4275"/>
                </a:cubicBezTo>
                <a:cubicBezTo>
                  <a:pt x="6084" y="4275"/>
                  <a:pt x="5487" y="4596"/>
                  <a:pt x="5199" y="5213"/>
                </a:cubicBezTo>
                <a:cubicBezTo>
                  <a:pt x="4601" y="5056"/>
                  <a:pt x="3529" y="4804"/>
                  <a:pt x="3529" y="4804"/>
                </a:cubicBezTo>
                <a:cubicBezTo>
                  <a:pt x="3624" y="4552"/>
                  <a:pt x="4128" y="2630"/>
                  <a:pt x="4159" y="2346"/>
                </a:cubicBezTo>
                <a:close/>
                <a:moveTo>
                  <a:pt x="6746" y="5106"/>
                </a:moveTo>
                <a:cubicBezTo>
                  <a:pt x="7102" y="5106"/>
                  <a:pt x="7435" y="5355"/>
                  <a:pt x="7562" y="5686"/>
                </a:cubicBezTo>
                <a:cubicBezTo>
                  <a:pt x="7594" y="5906"/>
                  <a:pt x="7594" y="6095"/>
                  <a:pt x="7531" y="6284"/>
                </a:cubicBezTo>
                <a:cubicBezTo>
                  <a:pt x="7368" y="6610"/>
                  <a:pt x="7067" y="6798"/>
                  <a:pt x="6756" y="6798"/>
                </a:cubicBezTo>
                <a:cubicBezTo>
                  <a:pt x="6646" y="6798"/>
                  <a:pt x="6535" y="6775"/>
                  <a:pt x="6428" y="6725"/>
                </a:cubicBezTo>
                <a:cubicBezTo>
                  <a:pt x="6176" y="6631"/>
                  <a:pt x="6018" y="6442"/>
                  <a:pt x="5955" y="6221"/>
                </a:cubicBezTo>
                <a:cubicBezTo>
                  <a:pt x="5798" y="5749"/>
                  <a:pt x="6050" y="5276"/>
                  <a:pt x="6491" y="5150"/>
                </a:cubicBezTo>
                <a:cubicBezTo>
                  <a:pt x="6575" y="5120"/>
                  <a:pt x="6661" y="5106"/>
                  <a:pt x="6746" y="5106"/>
                </a:cubicBezTo>
                <a:close/>
                <a:moveTo>
                  <a:pt x="7531" y="7387"/>
                </a:moveTo>
                <a:lnTo>
                  <a:pt x="8476" y="9277"/>
                </a:lnTo>
                <a:lnTo>
                  <a:pt x="4947" y="9277"/>
                </a:lnTo>
                <a:lnTo>
                  <a:pt x="5955" y="7387"/>
                </a:lnTo>
                <a:cubicBezTo>
                  <a:pt x="6192" y="7529"/>
                  <a:pt x="6451" y="7600"/>
                  <a:pt x="6719" y="7600"/>
                </a:cubicBezTo>
                <a:cubicBezTo>
                  <a:pt x="6987" y="7600"/>
                  <a:pt x="7263" y="7529"/>
                  <a:pt x="7531" y="7387"/>
                </a:cubicBezTo>
                <a:close/>
                <a:moveTo>
                  <a:pt x="1791" y="1"/>
                </a:moveTo>
                <a:cubicBezTo>
                  <a:pt x="1607" y="1"/>
                  <a:pt x="1440" y="138"/>
                  <a:pt x="1387" y="298"/>
                </a:cubicBezTo>
                <a:lnTo>
                  <a:pt x="95" y="5150"/>
                </a:lnTo>
                <a:cubicBezTo>
                  <a:pt x="1" y="5371"/>
                  <a:pt x="158" y="5591"/>
                  <a:pt x="347" y="5654"/>
                </a:cubicBezTo>
                <a:lnTo>
                  <a:pt x="2742" y="6284"/>
                </a:lnTo>
                <a:cubicBezTo>
                  <a:pt x="2773" y="6288"/>
                  <a:pt x="2804" y="6290"/>
                  <a:pt x="2833" y="6290"/>
                </a:cubicBezTo>
                <a:cubicBezTo>
                  <a:pt x="3040" y="6290"/>
                  <a:pt x="3195" y="6194"/>
                  <a:pt x="3277" y="6001"/>
                </a:cubicBezTo>
                <a:lnTo>
                  <a:pt x="3403" y="5623"/>
                </a:lnTo>
                <a:lnTo>
                  <a:pt x="5073" y="6095"/>
                </a:lnTo>
                <a:cubicBezTo>
                  <a:pt x="5073" y="6379"/>
                  <a:pt x="5199" y="6631"/>
                  <a:pt x="5325" y="6883"/>
                </a:cubicBezTo>
                <a:lnTo>
                  <a:pt x="2616" y="12081"/>
                </a:lnTo>
                <a:cubicBezTo>
                  <a:pt x="2490" y="12270"/>
                  <a:pt x="2553" y="12522"/>
                  <a:pt x="2773" y="12617"/>
                </a:cubicBezTo>
                <a:cubicBezTo>
                  <a:pt x="2838" y="12660"/>
                  <a:pt x="2907" y="12681"/>
                  <a:pt x="2974" y="12681"/>
                </a:cubicBezTo>
                <a:cubicBezTo>
                  <a:pt x="3103" y="12681"/>
                  <a:pt x="3226" y="12604"/>
                  <a:pt x="3309" y="12459"/>
                </a:cubicBezTo>
                <a:lnTo>
                  <a:pt x="4538" y="10191"/>
                </a:lnTo>
                <a:cubicBezTo>
                  <a:pt x="4559" y="10201"/>
                  <a:pt x="4538" y="10205"/>
                  <a:pt x="4668" y="10205"/>
                </a:cubicBezTo>
                <a:cubicBezTo>
                  <a:pt x="4930" y="10205"/>
                  <a:pt x="5798" y="10191"/>
                  <a:pt x="8822" y="10191"/>
                </a:cubicBezTo>
                <a:lnTo>
                  <a:pt x="8917" y="10191"/>
                </a:lnTo>
                <a:lnTo>
                  <a:pt x="10082" y="12459"/>
                </a:lnTo>
                <a:cubicBezTo>
                  <a:pt x="10165" y="12604"/>
                  <a:pt x="10289" y="12681"/>
                  <a:pt x="10426" y="12681"/>
                </a:cubicBezTo>
                <a:cubicBezTo>
                  <a:pt x="10498" y="12681"/>
                  <a:pt x="10574" y="12660"/>
                  <a:pt x="10650" y="12617"/>
                </a:cubicBezTo>
                <a:cubicBezTo>
                  <a:pt x="10839" y="12522"/>
                  <a:pt x="10902" y="12270"/>
                  <a:pt x="10807" y="12081"/>
                </a:cubicBezTo>
                <a:lnTo>
                  <a:pt x="8129" y="6914"/>
                </a:lnTo>
                <a:lnTo>
                  <a:pt x="9389" y="7261"/>
                </a:lnTo>
                <a:cubicBezTo>
                  <a:pt x="9428" y="7272"/>
                  <a:pt x="9466" y="7277"/>
                  <a:pt x="9503" y="7277"/>
                </a:cubicBezTo>
                <a:cubicBezTo>
                  <a:pt x="9674" y="7277"/>
                  <a:pt x="9816" y="7164"/>
                  <a:pt x="9893" y="7009"/>
                </a:cubicBezTo>
                <a:lnTo>
                  <a:pt x="10019" y="6599"/>
                </a:lnTo>
                <a:lnTo>
                  <a:pt x="11626" y="7040"/>
                </a:lnTo>
                <a:cubicBezTo>
                  <a:pt x="11660" y="7050"/>
                  <a:pt x="11694" y="7055"/>
                  <a:pt x="11727" y="7055"/>
                </a:cubicBezTo>
                <a:cubicBezTo>
                  <a:pt x="11910" y="7055"/>
                  <a:pt x="12077" y="6917"/>
                  <a:pt x="12130" y="6757"/>
                </a:cubicBezTo>
                <a:lnTo>
                  <a:pt x="12571" y="5150"/>
                </a:lnTo>
                <a:cubicBezTo>
                  <a:pt x="12634" y="4804"/>
                  <a:pt x="12508" y="4583"/>
                  <a:pt x="12288" y="4520"/>
                </a:cubicBezTo>
                <a:lnTo>
                  <a:pt x="10681" y="4079"/>
                </a:lnTo>
                <a:lnTo>
                  <a:pt x="10776" y="3701"/>
                </a:lnTo>
                <a:cubicBezTo>
                  <a:pt x="10839" y="3449"/>
                  <a:pt x="10713" y="3260"/>
                  <a:pt x="10523" y="3165"/>
                </a:cubicBezTo>
                <a:lnTo>
                  <a:pt x="4443" y="1559"/>
                </a:lnTo>
                <a:lnTo>
                  <a:pt x="4569" y="1181"/>
                </a:lnTo>
                <a:cubicBezTo>
                  <a:pt x="4601" y="928"/>
                  <a:pt x="4506" y="739"/>
                  <a:pt x="4285" y="645"/>
                </a:cubicBezTo>
                <a:lnTo>
                  <a:pt x="1891" y="15"/>
                </a:lnTo>
                <a:cubicBezTo>
                  <a:pt x="1857" y="5"/>
                  <a:pt x="1824" y="1"/>
                  <a:pt x="17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4261" name="Google Shape;14261;p82"/>
          <p:cNvGrpSpPr/>
          <p:nvPr/>
        </p:nvGrpSpPr>
        <p:grpSpPr>
          <a:xfrm>
            <a:off x="3490328" y="2657918"/>
            <a:ext cx="383950" cy="372618"/>
            <a:chOff x="-37956150" y="1948175"/>
            <a:chExt cx="326100" cy="316475"/>
          </a:xfrm>
        </p:grpSpPr>
        <p:sp>
          <p:nvSpPr>
            <p:cNvPr id="14262" name="Google Shape;14262;p82"/>
            <p:cNvSpPr/>
            <p:nvPr/>
          </p:nvSpPr>
          <p:spPr>
            <a:xfrm>
              <a:off x="-37956150" y="1948175"/>
              <a:ext cx="326100" cy="316475"/>
            </a:xfrm>
            <a:custGeom>
              <a:avLst/>
              <a:gdLst/>
              <a:ahLst/>
              <a:cxnLst/>
              <a:rect l="l" t="t" r="r" b="b"/>
              <a:pathLst>
                <a:path w="13044" h="12659" extrusionOk="0">
                  <a:moveTo>
                    <a:pt x="11627" y="844"/>
                  </a:moveTo>
                  <a:cubicBezTo>
                    <a:pt x="11847" y="844"/>
                    <a:pt x="12067" y="993"/>
                    <a:pt x="12067" y="1229"/>
                  </a:cubicBezTo>
                  <a:cubicBezTo>
                    <a:pt x="12067" y="1355"/>
                    <a:pt x="12036" y="1418"/>
                    <a:pt x="11941" y="1513"/>
                  </a:cubicBezTo>
                  <a:lnTo>
                    <a:pt x="9106" y="4254"/>
                  </a:lnTo>
                  <a:cubicBezTo>
                    <a:pt x="8948" y="4065"/>
                    <a:pt x="8759" y="3876"/>
                    <a:pt x="8507" y="3687"/>
                  </a:cubicBezTo>
                  <a:cubicBezTo>
                    <a:pt x="9358" y="2899"/>
                    <a:pt x="11343" y="946"/>
                    <a:pt x="11343" y="946"/>
                  </a:cubicBezTo>
                  <a:cubicBezTo>
                    <a:pt x="11423" y="876"/>
                    <a:pt x="11525" y="844"/>
                    <a:pt x="11627" y="844"/>
                  </a:cubicBezTo>
                  <a:close/>
                  <a:moveTo>
                    <a:pt x="3845" y="10712"/>
                  </a:moveTo>
                  <a:lnTo>
                    <a:pt x="4412" y="11311"/>
                  </a:lnTo>
                  <a:lnTo>
                    <a:pt x="4065" y="11657"/>
                  </a:lnTo>
                  <a:cubicBezTo>
                    <a:pt x="3986" y="11736"/>
                    <a:pt x="3876" y="11776"/>
                    <a:pt x="3766" y="11776"/>
                  </a:cubicBezTo>
                  <a:cubicBezTo>
                    <a:pt x="3656" y="11776"/>
                    <a:pt x="3545" y="11736"/>
                    <a:pt x="3467" y="11657"/>
                  </a:cubicBezTo>
                  <a:cubicBezTo>
                    <a:pt x="3309" y="11500"/>
                    <a:pt x="3309" y="11248"/>
                    <a:pt x="3467" y="11090"/>
                  </a:cubicBezTo>
                  <a:lnTo>
                    <a:pt x="3845" y="10712"/>
                  </a:lnTo>
                  <a:close/>
                  <a:moveTo>
                    <a:pt x="6222" y="3658"/>
                  </a:moveTo>
                  <a:cubicBezTo>
                    <a:pt x="6719" y="3658"/>
                    <a:pt x="7224" y="3789"/>
                    <a:pt x="7688" y="4065"/>
                  </a:cubicBezTo>
                  <a:cubicBezTo>
                    <a:pt x="8035" y="4254"/>
                    <a:pt x="8350" y="4569"/>
                    <a:pt x="8602" y="4884"/>
                  </a:cubicBezTo>
                  <a:cubicBezTo>
                    <a:pt x="9389" y="6207"/>
                    <a:pt x="9106" y="7782"/>
                    <a:pt x="8129" y="8759"/>
                  </a:cubicBezTo>
                  <a:lnTo>
                    <a:pt x="7027" y="9862"/>
                  </a:lnTo>
                  <a:cubicBezTo>
                    <a:pt x="6838" y="10051"/>
                    <a:pt x="6712" y="10334"/>
                    <a:pt x="6680" y="10649"/>
                  </a:cubicBezTo>
                  <a:cubicBezTo>
                    <a:pt x="6680" y="11027"/>
                    <a:pt x="6554" y="11468"/>
                    <a:pt x="6270" y="11752"/>
                  </a:cubicBezTo>
                  <a:cubicBezTo>
                    <a:pt x="6255" y="11768"/>
                    <a:pt x="6215" y="11776"/>
                    <a:pt x="6176" y="11776"/>
                  </a:cubicBezTo>
                  <a:cubicBezTo>
                    <a:pt x="6137" y="11776"/>
                    <a:pt x="6097" y="11768"/>
                    <a:pt x="6081" y="11752"/>
                  </a:cubicBezTo>
                  <a:cubicBezTo>
                    <a:pt x="726" y="6396"/>
                    <a:pt x="1009" y="6680"/>
                    <a:pt x="1009" y="6617"/>
                  </a:cubicBezTo>
                  <a:lnTo>
                    <a:pt x="1009" y="6522"/>
                  </a:lnTo>
                  <a:cubicBezTo>
                    <a:pt x="1009" y="6459"/>
                    <a:pt x="1041" y="6459"/>
                    <a:pt x="1041" y="6459"/>
                  </a:cubicBezTo>
                  <a:cubicBezTo>
                    <a:pt x="1198" y="6302"/>
                    <a:pt x="1419" y="6207"/>
                    <a:pt x="1671" y="6113"/>
                  </a:cubicBezTo>
                  <a:cubicBezTo>
                    <a:pt x="2049" y="5987"/>
                    <a:pt x="2269" y="6081"/>
                    <a:pt x="2616" y="5955"/>
                  </a:cubicBezTo>
                  <a:cubicBezTo>
                    <a:pt x="2773" y="5892"/>
                    <a:pt x="2899" y="5798"/>
                    <a:pt x="2994" y="5672"/>
                  </a:cubicBezTo>
                  <a:lnTo>
                    <a:pt x="4191" y="4506"/>
                  </a:lnTo>
                  <a:cubicBezTo>
                    <a:pt x="4741" y="3956"/>
                    <a:pt x="5473" y="3658"/>
                    <a:pt x="6222" y="3658"/>
                  </a:cubicBezTo>
                  <a:close/>
                  <a:moveTo>
                    <a:pt x="11637" y="1"/>
                  </a:moveTo>
                  <a:cubicBezTo>
                    <a:pt x="11322" y="1"/>
                    <a:pt x="11007" y="127"/>
                    <a:pt x="10776" y="379"/>
                  </a:cubicBezTo>
                  <a:lnTo>
                    <a:pt x="7814" y="3277"/>
                  </a:lnTo>
                  <a:cubicBezTo>
                    <a:pt x="7301" y="3032"/>
                    <a:pt x="6741" y="2908"/>
                    <a:pt x="6181" y="2908"/>
                  </a:cubicBezTo>
                  <a:cubicBezTo>
                    <a:pt x="5227" y="2908"/>
                    <a:pt x="4275" y="3268"/>
                    <a:pt x="3561" y="4002"/>
                  </a:cubicBezTo>
                  <a:lnTo>
                    <a:pt x="2364" y="5167"/>
                  </a:lnTo>
                  <a:cubicBezTo>
                    <a:pt x="2301" y="5262"/>
                    <a:pt x="2175" y="5294"/>
                    <a:pt x="2049" y="5294"/>
                  </a:cubicBezTo>
                  <a:cubicBezTo>
                    <a:pt x="915" y="5325"/>
                    <a:pt x="474" y="5924"/>
                    <a:pt x="411" y="5955"/>
                  </a:cubicBezTo>
                  <a:cubicBezTo>
                    <a:pt x="1" y="6365"/>
                    <a:pt x="64" y="6932"/>
                    <a:pt x="411" y="7341"/>
                  </a:cubicBezTo>
                  <a:lnTo>
                    <a:pt x="3246" y="10177"/>
                  </a:lnTo>
                  <a:lnTo>
                    <a:pt x="2836" y="10555"/>
                  </a:lnTo>
                  <a:cubicBezTo>
                    <a:pt x="2206" y="11185"/>
                    <a:pt x="2458" y="12256"/>
                    <a:pt x="3246" y="12571"/>
                  </a:cubicBezTo>
                  <a:cubicBezTo>
                    <a:pt x="3395" y="12631"/>
                    <a:pt x="3547" y="12659"/>
                    <a:pt x="3696" y="12659"/>
                  </a:cubicBezTo>
                  <a:cubicBezTo>
                    <a:pt x="4020" y="12659"/>
                    <a:pt x="4332" y="12525"/>
                    <a:pt x="4569" y="12288"/>
                  </a:cubicBezTo>
                  <a:lnTo>
                    <a:pt x="4979" y="11910"/>
                  </a:lnTo>
                  <a:lnTo>
                    <a:pt x="5451" y="12382"/>
                  </a:lnTo>
                  <a:cubicBezTo>
                    <a:pt x="5636" y="12567"/>
                    <a:pt x="5874" y="12654"/>
                    <a:pt x="6116" y="12654"/>
                  </a:cubicBezTo>
                  <a:cubicBezTo>
                    <a:pt x="6370" y="12654"/>
                    <a:pt x="6628" y="12559"/>
                    <a:pt x="6838" y="12382"/>
                  </a:cubicBezTo>
                  <a:cubicBezTo>
                    <a:pt x="7247" y="11941"/>
                    <a:pt x="7468" y="11342"/>
                    <a:pt x="7499" y="10712"/>
                  </a:cubicBezTo>
                  <a:cubicBezTo>
                    <a:pt x="7499" y="10649"/>
                    <a:pt x="7531" y="10523"/>
                    <a:pt x="7625" y="10460"/>
                  </a:cubicBezTo>
                  <a:lnTo>
                    <a:pt x="8728" y="9358"/>
                  </a:lnTo>
                  <a:cubicBezTo>
                    <a:pt x="9862" y="8192"/>
                    <a:pt x="10209" y="6428"/>
                    <a:pt x="9547" y="5010"/>
                  </a:cubicBezTo>
                  <a:lnTo>
                    <a:pt x="12540" y="2112"/>
                  </a:lnTo>
                  <a:cubicBezTo>
                    <a:pt x="12666" y="1986"/>
                    <a:pt x="12729" y="1828"/>
                    <a:pt x="12823" y="1670"/>
                  </a:cubicBezTo>
                  <a:cubicBezTo>
                    <a:pt x="13044" y="1072"/>
                    <a:pt x="12729" y="379"/>
                    <a:pt x="12099" y="95"/>
                  </a:cubicBezTo>
                  <a:cubicBezTo>
                    <a:pt x="11952" y="32"/>
                    <a:pt x="11794" y="1"/>
                    <a:pt x="116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263" name="Google Shape;14263;p82"/>
            <p:cNvSpPr/>
            <p:nvPr/>
          </p:nvSpPr>
          <p:spPr>
            <a:xfrm>
              <a:off x="-37729300" y="2054500"/>
              <a:ext cx="25" cy="25"/>
            </a:xfrm>
            <a:custGeom>
              <a:avLst/>
              <a:gdLst/>
              <a:ahLst/>
              <a:cxnLst/>
              <a:rect l="l" t="t" r="r" b="b"/>
              <a:pathLst>
                <a:path w="1" h="1" extrusionOk="0">
                  <a:moveTo>
                    <a:pt x="0" y="1"/>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264" name="Google Shape;14264;p82"/>
            <p:cNvSpPr/>
            <p:nvPr/>
          </p:nvSpPr>
          <p:spPr>
            <a:xfrm>
              <a:off x="-37839575" y="2058625"/>
              <a:ext cx="81950" cy="34300"/>
            </a:xfrm>
            <a:custGeom>
              <a:avLst/>
              <a:gdLst/>
              <a:ahLst/>
              <a:cxnLst/>
              <a:rect l="l" t="t" r="r" b="b"/>
              <a:pathLst>
                <a:path w="3278" h="1372" extrusionOk="0">
                  <a:moveTo>
                    <a:pt x="1497" y="0"/>
                  </a:moveTo>
                  <a:cubicBezTo>
                    <a:pt x="1030" y="0"/>
                    <a:pt x="577" y="150"/>
                    <a:pt x="221" y="434"/>
                  </a:cubicBezTo>
                  <a:cubicBezTo>
                    <a:pt x="32" y="623"/>
                    <a:pt x="1" y="876"/>
                    <a:pt x="158" y="1065"/>
                  </a:cubicBezTo>
                  <a:cubicBezTo>
                    <a:pt x="245" y="1151"/>
                    <a:pt x="350" y="1200"/>
                    <a:pt x="465" y="1200"/>
                  </a:cubicBezTo>
                  <a:cubicBezTo>
                    <a:pt x="558" y="1200"/>
                    <a:pt x="657" y="1167"/>
                    <a:pt x="757" y="1096"/>
                  </a:cubicBezTo>
                  <a:cubicBezTo>
                    <a:pt x="968" y="927"/>
                    <a:pt x="1241" y="840"/>
                    <a:pt x="1524" y="840"/>
                  </a:cubicBezTo>
                  <a:cubicBezTo>
                    <a:pt x="1876" y="840"/>
                    <a:pt x="2242" y="974"/>
                    <a:pt x="2521" y="1254"/>
                  </a:cubicBezTo>
                  <a:cubicBezTo>
                    <a:pt x="2600" y="1332"/>
                    <a:pt x="2710" y="1372"/>
                    <a:pt x="2820" y="1372"/>
                  </a:cubicBezTo>
                  <a:cubicBezTo>
                    <a:pt x="2931" y="1372"/>
                    <a:pt x="3041" y="1332"/>
                    <a:pt x="3120" y="1254"/>
                  </a:cubicBezTo>
                  <a:cubicBezTo>
                    <a:pt x="3277" y="1096"/>
                    <a:pt x="3277" y="844"/>
                    <a:pt x="3120" y="686"/>
                  </a:cubicBezTo>
                  <a:cubicBezTo>
                    <a:pt x="2653" y="220"/>
                    <a:pt x="2064" y="0"/>
                    <a:pt x="14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265" name="Google Shape;14265;p82"/>
          <p:cNvGrpSpPr/>
          <p:nvPr/>
        </p:nvGrpSpPr>
        <p:grpSpPr>
          <a:xfrm>
            <a:off x="1323705" y="3133960"/>
            <a:ext cx="324609" cy="374825"/>
            <a:chOff x="-39783425" y="2337925"/>
            <a:chExt cx="275700" cy="318350"/>
          </a:xfrm>
        </p:grpSpPr>
        <p:sp>
          <p:nvSpPr>
            <p:cNvPr id="14266" name="Google Shape;14266;p82"/>
            <p:cNvSpPr/>
            <p:nvPr/>
          </p:nvSpPr>
          <p:spPr>
            <a:xfrm>
              <a:off x="-39739325" y="2468600"/>
              <a:ext cx="194575" cy="148500"/>
            </a:xfrm>
            <a:custGeom>
              <a:avLst/>
              <a:gdLst/>
              <a:ahLst/>
              <a:cxnLst/>
              <a:rect l="l" t="t" r="r" b="b"/>
              <a:pathLst>
                <a:path w="7783" h="5940" extrusionOk="0">
                  <a:moveTo>
                    <a:pt x="6349" y="772"/>
                  </a:moveTo>
                  <a:cubicBezTo>
                    <a:pt x="6459" y="772"/>
                    <a:pt x="6570" y="812"/>
                    <a:pt x="6648" y="891"/>
                  </a:cubicBezTo>
                  <a:cubicBezTo>
                    <a:pt x="6711" y="954"/>
                    <a:pt x="6743" y="1017"/>
                    <a:pt x="6806" y="1080"/>
                  </a:cubicBezTo>
                  <a:cubicBezTo>
                    <a:pt x="6837" y="1300"/>
                    <a:pt x="6837" y="1458"/>
                    <a:pt x="6711" y="1552"/>
                  </a:cubicBezTo>
                  <a:lnTo>
                    <a:pt x="3340" y="4955"/>
                  </a:lnTo>
                  <a:cubicBezTo>
                    <a:pt x="3261" y="5033"/>
                    <a:pt x="3151" y="5073"/>
                    <a:pt x="3041" y="5073"/>
                  </a:cubicBezTo>
                  <a:cubicBezTo>
                    <a:pt x="2931" y="5073"/>
                    <a:pt x="2820" y="5033"/>
                    <a:pt x="2742" y="4955"/>
                  </a:cubicBezTo>
                  <a:lnTo>
                    <a:pt x="1040" y="3253"/>
                  </a:lnTo>
                  <a:cubicBezTo>
                    <a:pt x="883" y="3096"/>
                    <a:pt x="883" y="2812"/>
                    <a:pt x="1040" y="2655"/>
                  </a:cubicBezTo>
                  <a:lnTo>
                    <a:pt x="1135" y="2592"/>
                  </a:lnTo>
                  <a:cubicBezTo>
                    <a:pt x="1214" y="2513"/>
                    <a:pt x="1316" y="2474"/>
                    <a:pt x="1418" y="2474"/>
                  </a:cubicBezTo>
                  <a:cubicBezTo>
                    <a:pt x="1521" y="2474"/>
                    <a:pt x="1623" y="2513"/>
                    <a:pt x="1702" y="2592"/>
                  </a:cubicBezTo>
                  <a:lnTo>
                    <a:pt x="2742" y="3600"/>
                  </a:lnTo>
                  <a:cubicBezTo>
                    <a:pt x="2820" y="3679"/>
                    <a:pt x="2931" y="3718"/>
                    <a:pt x="3041" y="3718"/>
                  </a:cubicBezTo>
                  <a:cubicBezTo>
                    <a:pt x="3151" y="3718"/>
                    <a:pt x="3261" y="3679"/>
                    <a:pt x="3340" y="3600"/>
                  </a:cubicBezTo>
                  <a:lnTo>
                    <a:pt x="6050" y="891"/>
                  </a:lnTo>
                  <a:cubicBezTo>
                    <a:pt x="6128" y="812"/>
                    <a:pt x="6239" y="772"/>
                    <a:pt x="6349" y="772"/>
                  </a:cubicBezTo>
                  <a:close/>
                  <a:moveTo>
                    <a:pt x="6369" y="1"/>
                  </a:moveTo>
                  <a:cubicBezTo>
                    <a:pt x="6050" y="1"/>
                    <a:pt x="5719" y="119"/>
                    <a:pt x="5451" y="355"/>
                  </a:cubicBezTo>
                  <a:lnTo>
                    <a:pt x="3025" y="2781"/>
                  </a:lnTo>
                  <a:lnTo>
                    <a:pt x="2269" y="2025"/>
                  </a:lnTo>
                  <a:cubicBezTo>
                    <a:pt x="2040" y="1796"/>
                    <a:pt x="1742" y="1663"/>
                    <a:pt x="1421" y="1663"/>
                  </a:cubicBezTo>
                  <a:cubicBezTo>
                    <a:pt x="1256" y="1663"/>
                    <a:pt x="1085" y="1698"/>
                    <a:pt x="914" y="1773"/>
                  </a:cubicBezTo>
                  <a:cubicBezTo>
                    <a:pt x="694" y="1867"/>
                    <a:pt x="536" y="1993"/>
                    <a:pt x="473" y="2119"/>
                  </a:cubicBezTo>
                  <a:cubicBezTo>
                    <a:pt x="1" y="2592"/>
                    <a:pt x="1" y="3379"/>
                    <a:pt x="473" y="3883"/>
                  </a:cubicBezTo>
                  <a:lnTo>
                    <a:pt x="2143" y="5585"/>
                  </a:lnTo>
                  <a:cubicBezTo>
                    <a:pt x="2379" y="5821"/>
                    <a:pt x="2694" y="5939"/>
                    <a:pt x="3017" y="5939"/>
                  </a:cubicBezTo>
                  <a:cubicBezTo>
                    <a:pt x="3340" y="5939"/>
                    <a:pt x="3671" y="5821"/>
                    <a:pt x="3939" y="5585"/>
                  </a:cubicBezTo>
                  <a:lnTo>
                    <a:pt x="7310" y="2182"/>
                  </a:lnTo>
                  <a:cubicBezTo>
                    <a:pt x="7656" y="1836"/>
                    <a:pt x="7782" y="1300"/>
                    <a:pt x="7593" y="859"/>
                  </a:cubicBezTo>
                  <a:cubicBezTo>
                    <a:pt x="7467" y="575"/>
                    <a:pt x="7310" y="418"/>
                    <a:pt x="7215" y="355"/>
                  </a:cubicBezTo>
                  <a:cubicBezTo>
                    <a:pt x="6995" y="119"/>
                    <a:pt x="6688" y="1"/>
                    <a:pt x="63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267" name="Google Shape;14267;p82"/>
            <p:cNvSpPr/>
            <p:nvPr/>
          </p:nvSpPr>
          <p:spPr>
            <a:xfrm>
              <a:off x="-39783425" y="2337925"/>
              <a:ext cx="275700" cy="318350"/>
            </a:xfrm>
            <a:custGeom>
              <a:avLst/>
              <a:gdLst/>
              <a:ahLst/>
              <a:cxnLst/>
              <a:rect l="l" t="t" r="r" b="b"/>
              <a:pathLst>
                <a:path w="11028" h="12734" extrusionOk="0">
                  <a:moveTo>
                    <a:pt x="5608" y="793"/>
                  </a:moveTo>
                  <a:cubicBezTo>
                    <a:pt x="5829" y="793"/>
                    <a:pt x="5986" y="1014"/>
                    <a:pt x="6049" y="1234"/>
                  </a:cubicBezTo>
                  <a:cubicBezTo>
                    <a:pt x="6049" y="1486"/>
                    <a:pt x="6238" y="1644"/>
                    <a:pt x="6459" y="1644"/>
                  </a:cubicBezTo>
                  <a:lnTo>
                    <a:pt x="8129" y="1644"/>
                  </a:lnTo>
                  <a:cubicBezTo>
                    <a:pt x="8349" y="1644"/>
                    <a:pt x="8507" y="1833"/>
                    <a:pt x="8570" y="2053"/>
                  </a:cubicBezTo>
                  <a:lnTo>
                    <a:pt x="8570" y="2494"/>
                  </a:lnTo>
                  <a:lnTo>
                    <a:pt x="2773" y="2494"/>
                  </a:lnTo>
                  <a:lnTo>
                    <a:pt x="2773" y="2116"/>
                  </a:lnTo>
                  <a:lnTo>
                    <a:pt x="2741" y="2116"/>
                  </a:lnTo>
                  <a:cubicBezTo>
                    <a:pt x="2741" y="1864"/>
                    <a:pt x="2930" y="1707"/>
                    <a:pt x="3119" y="1675"/>
                  </a:cubicBezTo>
                  <a:lnTo>
                    <a:pt x="4789" y="1675"/>
                  </a:lnTo>
                  <a:cubicBezTo>
                    <a:pt x="5010" y="1675"/>
                    <a:pt x="5167" y="1486"/>
                    <a:pt x="5167" y="1234"/>
                  </a:cubicBezTo>
                  <a:cubicBezTo>
                    <a:pt x="5167" y="1014"/>
                    <a:pt x="5356" y="856"/>
                    <a:pt x="5608" y="793"/>
                  </a:cubicBezTo>
                  <a:close/>
                  <a:moveTo>
                    <a:pt x="10177" y="2494"/>
                  </a:moveTo>
                  <a:lnTo>
                    <a:pt x="10177" y="11883"/>
                  </a:lnTo>
                  <a:lnTo>
                    <a:pt x="788" y="11883"/>
                  </a:lnTo>
                  <a:lnTo>
                    <a:pt x="788" y="2494"/>
                  </a:lnTo>
                  <a:lnTo>
                    <a:pt x="1891" y="2494"/>
                  </a:lnTo>
                  <a:lnTo>
                    <a:pt x="1891" y="2904"/>
                  </a:lnTo>
                  <a:cubicBezTo>
                    <a:pt x="1891" y="3125"/>
                    <a:pt x="2111" y="3314"/>
                    <a:pt x="2332" y="3314"/>
                  </a:cubicBezTo>
                  <a:lnTo>
                    <a:pt x="8948" y="3314"/>
                  </a:lnTo>
                  <a:cubicBezTo>
                    <a:pt x="9200" y="3314"/>
                    <a:pt x="9357" y="3125"/>
                    <a:pt x="9357" y="2904"/>
                  </a:cubicBezTo>
                  <a:lnTo>
                    <a:pt x="9357" y="2494"/>
                  </a:lnTo>
                  <a:close/>
                  <a:moveTo>
                    <a:pt x="5615" y="1"/>
                  </a:moveTo>
                  <a:cubicBezTo>
                    <a:pt x="5456" y="1"/>
                    <a:pt x="5293" y="33"/>
                    <a:pt x="5136" y="100"/>
                  </a:cubicBezTo>
                  <a:cubicBezTo>
                    <a:pt x="4821" y="226"/>
                    <a:pt x="4537" y="478"/>
                    <a:pt x="4474" y="856"/>
                  </a:cubicBezTo>
                  <a:lnTo>
                    <a:pt x="3151" y="856"/>
                  </a:lnTo>
                  <a:cubicBezTo>
                    <a:pt x="2647" y="856"/>
                    <a:pt x="2174" y="1203"/>
                    <a:pt x="1985" y="1675"/>
                  </a:cubicBezTo>
                  <a:lnTo>
                    <a:pt x="410" y="1675"/>
                  </a:lnTo>
                  <a:cubicBezTo>
                    <a:pt x="158" y="1675"/>
                    <a:pt x="0" y="1864"/>
                    <a:pt x="0" y="2116"/>
                  </a:cubicBezTo>
                  <a:lnTo>
                    <a:pt x="0" y="12292"/>
                  </a:lnTo>
                  <a:cubicBezTo>
                    <a:pt x="0" y="12544"/>
                    <a:pt x="221" y="12734"/>
                    <a:pt x="410" y="12734"/>
                  </a:cubicBezTo>
                  <a:lnTo>
                    <a:pt x="10618" y="12734"/>
                  </a:lnTo>
                  <a:cubicBezTo>
                    <a:pt x="10838" y="12734"/>
                    <a:pt x="11027" y="12544"/>
                    <a:pt x="11027" y="12292"/>
                  </a:cubicBezTo>
                  <a:lnTo>
                    <a:pt x="11027" y="2116"/>
                  </a:lnTo>
                  <a:cubicBezTo>
                    <a:pt x="10996" y="1864"/>
                    <a:pt x="10807" y="1675"/>
                    <a:pt x="10555" y="1675"/>
                  </a:cubicBezTo>
                  <a:lnTo>
                    <a:pt x="9263" y="1675"/>
                  </a:lnTo>
                  <a:cubicBezTo>
                    <a:pt x="9105" y="1203"/>
                    <a:pt x="8633" y="856"/>
                    <a:pt x="8097" y="856"/>
                  </a:cubicBezTo>
                  <a:lnTo>
                    <a:pt x="6774" y="856"/>
                  </a:lnTo>
                  <a:cubicBezTo>
                    <a:pt x="6606" y="328"/>
                    <a:pt x="6127" y="1"/>
                    <a:pt x="56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268" name="Google Shape;14268;p82"/>
          <p:cNvGrpSpPr/>
          <p:nvPr/>
        </p:nvGrpSpPr>
        <p:grpSpPr>
          <a:xfrm>
            <a:off x="3497847" y="3165172"/>
            <a:ext cx="375620" cy="243015"/>
            <a:chOff x="-37953000" y="2379000"/>
            <a:chExt cx="319025" cy="206400"/>
          </a:xfrm>
        </p:grpSpPr>
        <p:sp>
          <p:nvSpPr>
            <p:cNvPr id="14269" name="Google Shape;14269;p82"/>
            <p:cNvSpPr/>
            <p:nvPr/>
          </p:nvSpPr>
          <p:spPr>
            <a:xfrm>
              <a:off x="-37953000" y="2379000"/>
              <a:ext cx="319025" cy="206400"/>
            </a:xfrm>
            <a:custGeom>
              <a:avLst/>
              <a:gdLst/>
              <a:ahLst/>
              <a:cxnLst/>
              <a:rect l="l" t="t" r="r" b="b"/>
              <a:pathLst>
                <a:path w="12761" h="8256" extrusionOk="0">
                  <a:moveTo>
                    <a:pt x="11469" y="788"/>
                  </a:moveTo>
                  <a:cubicBezTo>
                    <a:pt x="11721" y="788"/>
                    <a:pt x="11878" y="977"/>
                    <a:pt x="11910" y="1198"/>
                  </a:cubicBezTo>
                  <a:lnTo>
                    <a:pt x="11910" y="6207"/>
                  </a:lnTo>
                  <a:lnTo>
                    <a:pt x="11847" y="6207"/>
                  </a:lnTo>
                  <a:cubicBezTo>
                    <a:pt x="11847" y="6396"/>
                    <a:pt x="11752" y="6554"/>
                    <a:pt x="11595" y="6617"/>
                  </a:cubicBezTo>
                  <a:cubicBezTo>
                    <a:pt x="11563" y="6627"/>
                    <a:pt x="11612" y="6631"/>
                    <a:pt x="11289" y="6631"/>
                  </a:cubicBezTo>
                  <a:cubicBezTo>
                    <a:pt x="10643" y="6631"/>
                    <a:pt x="8507" y="6617"/>
                    <a:pt x="1261" y="6617"/>
                  </a:cubicBezTo>
                  <a:cubicBezTo>
                    <a:pt x="1041" y="6617"/>
                    <a:pt x="883" y="6396"/>
                    <a:pt x="852" y="6176"/>
                  </a:cubicBezTo>
                  <a:lnTo>
                    <a:pt x="852" y="1198"/>
                  </a:lnTo>
                  <a:cubicBezTo>
                    <a:pt x="852" y="977"/>
                    <a:pt x="1041" y="820"/>
                    <a:pt x="1261" y="788"/>
                  </a:cubicBezTo>
                  <a:close/>
                  <a:moveTo>
                    <a:pt x="1261" y="1"/>
                  </a:moveTo>
                  <a:cubicBezTo>
                    <a:pt x="600" y="1"/>
                    <a:pt x="1" y="536"/>
                    <a:pt x="1" y="1198"/>
                  </a:cubicBezTo>
                  <a:lnTo>
                    <a:pt x="1" y="6176"/>
                  </a:lnTo>
                  <a:cubicBezTo>
                    <a:pt x="1" y="6711"/>
                    <a:pt x="348" y="7152"/>
                    <a:pt x="820" y="7341"/>
                  </a:cubicBezTo>
                  <a:lnTo>
                    <a:pt x="820" y="7814"/>
                  </a:lnTo>
                  <a:cubicBezTo>
                    <a:pt x="820" y="8066"/>
                    <a:pt x="1041" y="8255"/>
                    <a:pt x="1261" y="8255"/>
                  </a:cubicBezTo>
                  <a:lnTo>
                    <a:pt x="2931" y="8255"/>
                  </a:lnTo>
                  <a:cubicBezTo>
                    <a:pt x="3151" y="8255"/>
                    <a:pt x="3341" y="8066"/>
                    <a:pt x="3341" y="7814"/>
                  </a:cubicBezTo>
                  <a:lnTo>
                    <a:pt x="3341" y="7404"/>
                  </a:lnTo>
                  <a:lnTo>
                    <a:pt x="9421" y="7404"/>
                  </a:lnTo>
                  <a:lnTo>
                    <a:pt x="9421" y="7814"/>
                  </a:lnTo>
                  <a:cubicBezTo>
                    <a:pt x="9421" y="8066"/>
                    <a:pt x="9610" y="8255"/>
                    <a:pt x="9862" y="8255"/>
                  </a:cubicBezTo>
                  <a:lnTo>
                    <a:pt x="11500" y="8255"/>
                  </a:lnTo>
                  <a:cubicBezTo>
                    <a:pt x="11752" y="8255"/>
                    <a:pt x="11941" y="8066"/>
                    <a:pt x="11941" y="7814"/>
                  </a:cubicBezTo>
                  <a:lnTo>
                    <a:pt x="11941" y="7341"/>
                  </a:lnTo>
                  <a:cubicBezTo>
                    <a:pt x="12445" y="7184"/>
                    <a:pt x="12760" y="6711"/>
                    <a:pt x="12760" y="6176"/>
                  </a:cubicBezTo>
                  <a:lnTo>
                    <a:pt x="12760" y="1198"/>
                  </a:lnTo>
                  <a:cubicBezTo>
                    <a:pt x="12697" y="536"/>
                    <a:pt x="12130" y="1"/>
                    <a:pt x="114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270" name="Google Shape;14270;p82"/>
            <p:cNvSpPr/>
            <p:nvPr/>
          </p:nvSpPr>
          <p:spPr>
            <a:xfrm>
              <a:off x="-37780500" y="2419975"/>
              <a:ext cx="110300" cy="104075"/>
            </a:xfrm>
            <a:custGeom>
              <a:avLst/>
              <a:gdLst/>
              <a:ahLst/>
              <a:cxnLst/>
              <a:rect l="l" t="t" r="r" b="b"/>
              <a:pathLst>
                <a:path w="4412" h="4163" extrusionOk="0">
                  <a:moveTo>
                    <a:pt x="2043" y="804"/>
                  </a:moveTo>
                  <a:cubicBezTo>
                    <a:pt x="2447" y="804"/>
                    <a:pt x="2859" y="1006"/>
                    <a:pt x="3120" y="1386"/>
                  </a:cubicBezTo>
                  <a:cubicBezTo>
                    <a:pt x="3466" y="1922"/>
                    <a:pt x="3340" y="2709"/>
                    <a:pt x="2742" y="3119"/>
                  </a:cubicBezTo>
                  <a:cubicBezTo>
                    <a:pt x="2544" y="3259"/>
                    <a:pt x="2312" y="3325"/>
                    <a:pt x="2077" y="3325"/>
                  </a:cubicBezTo>
                  <a:cubicBezTo>
                    <a:pt x="1676" y="3325"/>
                    <a:pt x="1267" y="3130"/>
                    <a:pt x="1009" y="2773"/>
                  </a:cubicBezTo>
                  <a:cubicBezTo>
                    <a:pt x="631" y="2205"/>
                    <a:pt x="788" y="1418"/>
                    <a:pt x="1387" y="1008"/>
                  </a:cubicBezTo>
                  <a:cubicBezTo>
                    <a:pt x="1582" y="870"/>
                    <a:pt x="1811" y="804"/>
                    <a:pt x="2043" y="804"/>
                  </a:cubicBezTo>
                  <a:close/>
                  <a:moveTo>
                    <a:pt x="2080" y="0"/>
                  </a:moveTo>
                  <a:cubicBezTo>
                    <a:pt x="946" y="0"/>
                    <a:pt x="1" y="945"/>
                    <a:pt x="1" y="2079"/>
                  </a:cubicBezTo>
                  <a:cubicBezTo>
                    <a:pt x="1" y="2993"/>
                    <a:pt x="599" y="3781"/>
                    <a:pt x="1450" y="4064"/>
                  </a:cubicBezTo>
                  <a:cubicBezTo>
                    <a:pt x="1647" y="4130"/>
                    <a:pt x="1849" y="4163"/>
                    <a:pt x="2050" y="4163"/>
                  </a:cubicBezTo>
                  <a:cubicBezTo>
                    <a:pt x="2332" y="4163"/>
                    <a:pt x="2610" y="4098"/>
                    <a:pt x="2868" y="3970"/>
                  </a:cubicBezTo>
                  <a:cubicBezTo>
                    <a:pt x="3939" y="3560"/>
                    <a:pt x="4411" y="2331"/>
                    <a:pt x="3970" y="1260"/>
                  </a:cubicBezTo>
                  <a:cubicBezTo>
                    <a:pt x="3655" y="504"/>
                    <a:pt x="2899"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271" name="Google Shape;14271;p82"/>
            <p:cNvSpPr/>
            <p:nvPr/>
          </p:nvSpPr>
          <p:spPr>
            <a:xfrm>
              <a:off x="-37910450" y="2419975"/>
              <a:ext cx="103200" cy="21275"/>
            </a:xfrm>
            <a:custGeom>
              <a:avLst/>
              <a:gdLst/>
              <a:ahLst/>
              <a:cxnLst/>
              <a:rect l="l" t="t" r="r" b="b"/>
              <a:pathLst>
                <a:path w="4128" h="851" extrusionOk="0">
                  <a:moveTo>
                    <a:pt x="378" y="0"/>
                  </a:moveTo>
                  <a:cubicBezTo>
                    <a:pt x="158" y="0"/>
                    <a:pt x="0" y="189"/>
                    <a:pt x="0" y="441"/>
                  </a:cubicBezTo>
                  <a:cubicBezTo>
                    <a:pt x="0" y="662"/>
                    <a:pt x="189" y="851"/>
                    <a:pt x="378" y="851"/>
                  </a:cubicBezTo>
                  <a:lnTo>
                    <a:pt x="3686" y="851"/>
                  </a:lnTo>
                  <a:cubicBezTo>
                    <a:pt x="3938" y="851"/>
                    <a:pt x="4127" y="662"/>
                    <a:pt x="4127" y="441"/>
                  </a:cubicBezTo>
                  <a:cubicBezTo>
                    <a:pt x="4096" y="189"/>
                    <a:pt x="3907" y="0"/>
                    <a:pt x="36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272" name="Google Shape;14272;p82"/>
            <p:cNvSpPr/>
            <p:nvPr/>
          </p:nvSpPr>
          <p:spPr>
            <a:xfrm>
              <a:off x="-37910450" y="2461700"/>
              <a:ext cx="103200" cy="21300"/>
            </a:xfrm>
            <a:custGeom>
              <a:avLst/>
              <a:gdLst/>
              <a:ahLst/>
              <a:cxnLst/>
              <a:rect l="l" t="t" r="r" b="b"/>
              <a:pathLst>
                <a:path w="4128" h="852" extrusionOk="0">
                  <a:moveTo>
                    <a:pt x="378" y="1"/>
                  </a:moveTo>
                  <a:cubicBezTo>
                    <a:pt x="158" y="1"/>
                    <a:pt x="0" y="190"/>
                    <a:pt x="0" y="410"/>
                  </a:cubicBezTo>
                  <a:cubicBezTo>
                    <a:pt x="0" y="662"/>
                    <a:pt x="189" y="851"/>
                    <a:pt x="378" y="851"/>
                  </a:cubicBezTo>
                  <a:lnTo>
                    <a:pt x="3686" y="851"/>
                  </a:lnTo>
                  <a:cubicBezTo>
                    <a:pt x="3938" y="851"/>
                    <a:pt x="4127" y="662"/>
                    <a:pt x="4127" y="410"/>
                  </a:cubicBezTo>
                  <a:cubicBezTo>
                    <a:pt x="4127" y="190"/>
                    <a:pt x="3907" y="1"/>
                    <a:pt x="36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273" name="Google Shape;14273;p82"/>
            <p:cNvSpPr/>
            <p:nvPr/>
          </p:nvSpPr>
          <p:spPr>
            <a:xfrm>
              <a:off x="-37910450" y="2502675"/>
              <a:ext cx="103200" cy="22075"/>
            </a:xfrm>
            <a:custGeom>
              <a:avLst/>
              <a:gdLst/>
              <a:ahLst/>
              <a:cxnLst/>
              <a:rect l="l" t="t" r="r" b="b"/>
              <a:pathLst>
                <a:path w="4128" h="883" extrusionOk="0">
                  <a:moveTo>
                    <a:pt x="378" y="0"/>
                  </a:moveTo>
                  <a:cubicBezTo>
                    <a:pt x="158" y="0"/>
                    <a:pt x="0" y="189"/>
                    <a:pt x="0" y="441"/>
                  </a:cubicBezTo>
                  <a:cubicBezTo>
                    <a:pt x="0" y="662"/>
                    <a:pt x="189" y="882"/>
                    <a:pt x="378" y="882"/>
                  </a:cubicBezTo>
                  <a:lnTo>
                    <a:pt x="3686" y="882"/>
                  </a:lnTo>
                  <a:cubicBezTo>
                    <a:pt x="3938" y="882"/>
                    <a:pt x="4127" y="662"/>
                    <a:pt x="4127" y="441"/>
                  </a:cubicBezTo>
                  <a:cubicBezTo>
                    <a:pt x="4127" y="189"/>
                    <a:pt x="3907" y="0"/>
                    <a:pt x="36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4274" name="Google Shape;14274;p82"/>
          <p:cNvSpPr/>
          <p:nvPr/>
        </p:nvSpPr>
        <p:spPr>
          <a:xfrm>
            <a:off x="3490950" y="3580681"/>
            <a:ext cx="385805" cy="374678"/>
          </a:xfrm>
          <a:custGeom>
            <a:avLst/>
            <a:gdLst/>
            <a:ahLst/>
            <a:cxnLst/>
            <a:rect l="l" t="t" r="r" b="b"/>
            <a:pathLst>
              <a:path w="13107" h="12729" extrusionOk="0">
                <a:moveTo>
                  <a:pt x="10240" y="838"/>
                </a:moveTo>
                <a:cubicBezTo>
                  <a:pt x="10457" y="838"/>
                  <a:pt x="10681" y="882"/>
                  <a:pt x="10902" y="977"/>
                </a:cubicBezTo>
                <a:cubicBezTo>
                  <a:pt x="11752" y="1323"/>
                  <a:pt x="12130" y="2332"/>
                  <a:pt x="11784" y="3151"/>
                </a:cubicBezTo>
                <a:cubicBezTo>
                  <a:pt x="11505" y="3793"/>
                  <a:pt x="10877" y="4159"/>
                  <a:pt x="10226" y="4159"/>
                </a:cubicBezTo>
                <a:cubicBezTo>
                  <a:pt x="9920" y="4159"/>
                  <a:pt x="9609" y="4078"/>
                  <a:pt x="9326" y="3907"/>
                </a:cubicBezTo>
                <a:cubicBezTo>
                  <a:pt x="8917" y="3592"/>
                  <a:pt x="8602" y="3056"/>
                  <a:pt x="8602" y="2521"/>
                </a:cubicBezTo>
                <a:cubicBezTo>
                  <a:pt x="8627" y="1538"/>
                  <a:pt x="9377" y="838"/>
                  <a:pt x="10240" y="838"/>
                </a:cubicBezTo>
                <a:close/>
                <a:moveTo>
                  <a:pt x="11059" y="4852"/>
                </a:moveTo>
                <a:lnTo>
                  <a:pt x="11059" y="5990"/>
                </a:lnTo>
                <a:lnTo>
                  <a:pt x="10555" y="5514"/>
                </a:lnTo>
                <a:cubicBezTo>
                  <a:pt x="10476" y="5435"/>
                  <a:pt x="10366" y="5395"/>
                  <a:pt x="10256" y="5395"/>
                </a:cubicBezTo>
                <a:cubicBezTo>
                  <a:pt x="10146" y="5395"/>
                  <a:pt x="10035" y="5435"/>
                  <a:pt x="9957" y="5514"/>
                </a:cubicBezTo>
                <a:lnTo>
                  <a:pt x="9421" y="6049"/>
                </a:lnTo>
                <a:lnTo>
                  <a:pt x="9421" y="4852"/>
                </a:lnTo>
                <a:cubicBezTo>
                  <a:pt x="9673" y="4946"/>
                  <a:pt x="9949" y="4994"/>
                  <a:pt x="10228" y="4994"/>
                </a:cubicBezTo>
                <a:cubicBezTo>
                  <a:pt x="10508" y="4994"/>
                  <a:pt x="10791" y="4946"/>
                  <a:pt x="11059" y="4852"/>
                </a:cubicBezTo>
                <a:close/>
                <a:moveTo>
                  <a:pt x="11847" y="11027"/>
                </a:moveTo>
                <a:cubicBezTo>
                  <a:pt x="11658" y="11531"/>
                  <a:pt x="11217" y="11846"/>
                  <a:pt x="10681" y="11846"/>
                </a:cubicBezTo>
                <a:lnTo>
                  <a:pt x="3782" y="11846"/>
                </a:lnTo>
                <a:cubicBezTo>
                  <a:pt x="3971" y="11625"/>
                  <a:pt x="4097" y="11342"/>
                  <a:pt x="4128" y="11027"/>
                </a:cubicBezTo>
                <a:close/>
                <a:moveTo>
                  <a:pt x="8444" y="851"/>
                </a:moveTo>
                <a:cubicBezTo>
                  <a:pt x="7531" y="1890"/>
                  <a:pt x="7594" y="3466"/>
                  <a:pt x="8633" y="4379"/>
                </a:cubicBezTo>
                <a:lnTo>
                  <a:pt x="8633" y="7089"/>
                </a:lnTo>
                <a:cubicBezTo>
                  <a:pt x="8633" y="7246"/>
                  <a:pt x="8759" y="7404"/>
                  <a:pt x="8854" y="7467"/>
                </a:cubicBezTo>
                <a:cubicBezTo>
                  <a:pt x="8916" y="7504"/>
                  <a:pt x="8978" y="7522"/>
                  <a:pt x="9038" y="7522"/>
                </a:cubicBezTo>
                <a:cubicBezTo>
                  <a:pt x="9131" y="7522"/>
                  <a:pt x="9219" y="7480"/>
                  <a:pt x="9295" y="7404"/>
                </a:cubicBezTo>
                <a:lnTo>
                  <a:pt x="10240" y="6459"/>
                </a:lnTo>
                <a:lnTo>
                  <a:pt x="10240" y="10271"/>
                </a:lnTo>
                <a:lnTo>
                  <a:pt x="3782" y="10271"/>
                </a:lnTo>
                <a:cubicBezTo>
                  <a:pt x="3752" y="10262"/>
                  <a:pt x="3724" y="10258"/>
                  <a:pt x="3697" y="10258"/>
                </a:cubicBezTo>
                <a:cubicBezTo>
                  <a:pt x="3522" y="10258"/>
                  <a:pt x="3404" y="10426"/>
                  <a:pt x="3404" y="10617"/>
                </a:cubicBezTo>
                <a:cubicBezTo>
                  <a:pt x="3404" y="11331"/>
                  <a:pt x="2805" y="11880"/>
                  <a:pt x="2143" y="11880"/>
                </a:cubicBezTo>
                <a:cubicBezTo>
                  <a:pt x="1987" y="11880"/>
                  <a:pt x="1827" y="11849"/>
                  <a:pt x="1671" y="11783"/>
                </a:cubicBezTo>
                <a:cubicBezTo>
                  <a:pt x="1293" y="11625"/>
                  <a:pt x="1072" y="11342"/>
                  <a:pt x="946" y="10995"/>
                </a:cubicBezTo>
                <a:cubicBezTo>
                  <a:pt x="883" y="10743"/>
                  <a:pt x="915" y="10617"/>
                  <a:pt x="915" y="10302"/>
                </a:cubicBezTo>
                <a:lnTo>
                  <a:pt x="915" y="851"/>
                </a:lnTo>
                <a:close/>
                <a:moveTo>
                  <a:pt x="442" y="0"/>
                </a:moveTo>
                <a:cubicBezTo>
                  <a:pt x="190" y="0"/>
                  <a:pt x="1" y="189"/>
                  <a:pt x="1" y="441"/>
                </a:cubicBezTo>
                <a:lnTo>
                  <a:pt x="1" y="10617"/>
                </a:lnTo>
                <a:cubicBezTo>
                  <a:pt x="1" y="11783"/>
                  <a:pt x="946" y="12728"/>
                  <a:pt x="2080" y="12728"/>
                </a:cubicBezTo>
                <a:lnTo>
                  <a:pt x="10650" y="12728"/>
                </a:lnTo>
                <a:cubicBezTo>
                  <a:pt x="11784" y="12728"/>
                  <a:pt x="12729" y="11783"/>
                  <a:pt x="12729" y="10617"/>
                </a:cubicBezTo>
                <a:cubicBezTo>
                  <a:pt x="12760" y="10397"/>
                  <a:pt x="12571" y="10208"/>
                  <a:pt x="12319" y="10208"/>
                </a:cubicBezTo>
                <a:lnTo>
                  <a:pt x="11122" y="10208"/>
                </a:lnTo>
                <a:lnTo>
                  <a:pt x="11122" y="7215"/>
                </a:lnTo>
                <a:lnTo>
                  <a:pt x="11217" y="7309"/>
                </a:lnTo>
                <a:cubicBezTo>
                  <a:pt x="11301" y="7393"/>
                  <a:pt x="11413" y="7435"/>
                  <a:pt x="11515" y="7435"/>
                </a:cubicBezTo>
                <a:cubicBezTo>
                  <a:pt x="11567" y="7435"/>
                  <a:pt x="11616" y="7425"/>
                  <a:pt x="11658" y="7404"/>
                </a:cubicBezTo>
                <a:cubicBezTo>
                  <a:pt x="11815" y="7309"/>
                  <a:pt x="11910" y="7215"/>
                  <a:pt x="11910" y="6994"/>
                </a:cubicBezTo>
                <a:lnTo>
                  <a:pt x="11910" y="4285"/>
                </a:lnTo>
                <a:cubicBezTo>
                  <a:pt x="13107" y="3214"/>
                  <a:pt x="12950" y="1292"/>
                  <a:pt x="11626" y="378"/>
                </a:cubicBezTo>
                <a:cubicBezTo>
                  <a:pt x="11437" y="221"/>
                  <a:pt x="11154" y="126"/>
                  <a:pt x="10902" y="63"/>
                </a:cubicBezTo>
                <a:cubicBezTo>
                  <a:pt x="10839" y="0"/>
                  <a:pt x="10744" y="0"/>
                  <a:pt x="106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275" name="Google Shape;14275;p82"/>
          <p:cNvSpPr/>
          <p:nvPr/>
        </p:nvSpPr>
        <p:spPr>
          <a:xfrm>
            <a:off x="2669201" y="4052562"/>
            <a:ext cx="268977" cy="373766"/>
          </a:xfrm>
          <a:custGeom>
            <a:avLst/>
            <a:gdLst/>
            <a:ahLst/>
            <a:cxnLst/>
            <a:rect l="l" t="t" r="r" b="b"/>
            <a:pathLst>
              <a:path w="9138" h="12698" extrusionOk="0">
                <a:moveTo>
                  <a:pt x="7467" y="851"/>
                </a:moveTo>
                <a:lnTo>
                  <a:pt x="7467" y="1765"/>
                </a:lnTo>
                <a:cubicBezTo>
                  <a:pt x="7467" y="2363"/>
                  <a:pt x="7373" y="2931"/>
                  <a:pt x="7152" y="3466"/>
                </a:cubicBezTo>
                <a:cubicBezTo>
                  <a:pt x="6849" y="3390"/>
                  <a:pt x="6530" y="3352"/>
                  <a:pt x="6209" y="3352"/>
                </a:cubicBezTo>
                <a:cubicBezTo>
                  <a:pt x="5595" y="3352"/>
                  <a:pt x="4969" y="3492"/>
                  <a:pt x="4411" y="3781"/>
                </a:cubicBezTo>
                <a:cubicBezTo>
                  <a:pt x="3936" y="4019"/>
                  <a:pt x="3406" y="4131"/>
                  <a:pt x="2877" y="4131"/>
                </a:cubicBezTo>
                <a:cubicBezTo>
                  <a:pt x="2705" y="4131"/>
                  <a:pt x="2533" y="4119"/>
                  <a:pt x="2364" y="4096"/>
                </a:cubicBezTo>
                <a:cubicBezTo>
                  <a:pt x="1891" y="3403"/>
                  <a:pt x="1702" y="2584"/>
                  <a:pt x="1702" y="1765"/>
                </a:cubicBezTo>
                <a:lnTo>
                  <a:pt x="1702" y="851"/>
                </a:lnTo>
                <a:close/>
                <a:moveTo>
                  <a:pt x="6278" y="4137"/>
                </a:moveTo>
                <a:cubicBezTo>
                  <a:pt x="6425" y="4137"/>
                  <a:pt x="6570" y="4145"/>
                  <a:pt x="6711" y="4159"/>
                </a:cubicBezTo>
                <a:cubicBezTo>
                  <a:pt x="6428" y="4506"/>
                  <a:pt x="6081" y="4789"/>
                  <a:pt x="5672" y="4978"/>
                </a:cubicBezTo>
                <a:cubicBezTo>
                  <a:pt x="5168" y="5230"/>
                  <a:pt x="4916" y="5829"/>
                  <a:pt x="4947" y="6365"/>
                </a:cubicBezTo>
                <a:lnTo>
                  <a:pt x="4569" y="7152"/>
                </a:lnTo>
                <a:lnTo>
                  <a:pt x="4159" y="6365"/>
                </a:lnTo>
                <a:cubicBezTo>
                  <a:pt x="4222" y="5829"/>
                  <a:pt x="3970" y="5230"/>
                  <a:pt x="3466" y="4978"/>
                </a:cubicBezTo>
                <a:cubicBezTo>
                  <a:pt x="3372" y="4978"/>
                  <a:pt x="3340" y="4947"/>
                  <a:pt x="3277" y="4915"/>
                </a:cubicBezTo>
                <a:cubicBezTo>
                  <a:pt x="3781" y="4884"/>
                  <a:pt x="4285" y="4726"/>
                  <a:pt x="4758" y="4474"/>
                </a:cubicBezTo>
                <a:cubicBezTo>
                  <a:pt x="5246" y="4230"/>
                  <a:pt x="5773" y="4137"/>
                  <a:pt x="6278" y="4137"/>
                </a:cubicBezTo>
                <a:close/>
                <a:moveTo>
                  <a:pt x="5388" y="7436"/>
                </a:moveTo>
                <a:cubicBezTo>
                  <a:pt x="5483" y="7499"/>
                  <a:pt x="5577" y="7593"/>
                  <a:pt x="5703" y="7656"/>
                </a:cubicBezTo>
                <a:cubicBezTo>
                  <a:pt x="6932" y="8255"/>
                  <a:pt x="7499" y="9610"/>
                  <a:pt x="7499" y="10933"/>
                </a:cubicBezTo>
                <a:lnTo>
                  <a:pt x="7499" y="11437"/>
                </a:lnTo>
                <a:lnTo>
                  <a:pt x="7467" y="11437"/>
                </a:lnTo>
                <a:lnTo>
                  <a:pt x="4853" y="9484"/>
                </a:lnTo>
                <a:cubicBezTo>
                  <a:pt x="4774" y="9421"/>
                  <a:pt x="4679" y="9389"/>
                  <a:pt x="4585" y="9389"/>
                </a:cubicBezTo>
                <a:cubicBezTo>
                  <a:pt x="4490" y="9389"/>
                  <a:pt x="4396" y="9421"/>
                  <a:pt x="4317" y="9484"/>
                </a:cubicBezTo>
                <a:lnTo>
                  <a:pt x="1702" y="11437"/>
                </a:lnTo>
                <a:lnTo>
                  <a:pt x="1702" y="10933"/>
                </a:lnTo>
                <a:cubicBezTo>
                  <a:pt x="1702" y="9547"/>
                  <a:pt x="2269" y="8255"/>
                  <a:pt x="3466" y="7656"/>
                </a:cubicBezTo>
                <a:cubicBezTo>
                  <a:pt x="3592" y="7625"/>
                  <a:pt x="3655" y="7530"/>
                  <a:pt x="3781" y="7436"/>
                </a:cubicBezTo>
                <a:lnTo>
                  <a:pt x="4222" y="8286"/>
                </a:lnTo>
                <a:cubicBezTo>
                  <a:pt x="4301" y="8444"/>
                  <a:pt x="4443" y="8523"/>
                  <a:pt x="4585" y="8523"/>
                </a:cubicBezTo>
                <a:cubicBezTo>
                  <a:pt x="4726" y="8523"/>
                  <a:pt x="4868" y="8444"/>
                  <a:pt x="4947" y="8286"/>
                </a:cubicBezTo>
                <a:lnTo>
                  <a:pt x="5388" y="7436"/>
                </a:lnTo>
                <a:close/>
                <a:moveTo>
                  <a:pt x="4600" y="10303"/>
                </a:moveTo>
                <a:lnTo>
                  <a:pt x="6711" y="11846"/>
                </a:lnTo>
                <a:lnTo>
                  <a:pt x="2521" y="11846"/>
                </a:lnTo>
                <a:lnTo>
                  <a:pt x="4600" y="10303"/>
                </a:lnTo>
                <a:close/>
                <a:moveTo>
                  <a:pt x="442" y="1"/>
                </a:moveTo>
                <a:cubicBezTo>
                  <a:pt x="190" y="1"/>
                  <a:pt x="1" y="190"/>
                  <a:pt x="1" y="410"/>
                </a:cubicBezTo>
                <a:cubicBezTo>
                  <a:pt x="1" y="662"/>
                  <a:pt x="190" y="851"/>
                  <a:pt x="442" y="851"/>
                </a:cubicBezTo>
                <a:lnTo>
                  <a:pt x="851" y="851"/>
                </a:lnTo>
                <a:lnTo>
                  <a:pt x="851" y="1765"/>
                </a:lnTo>
                <a:cubicBezTo>
                  <a:pt x="851" y="3466"/>
                  <a:pt x="1607" y="5041"/>
                  <a:pt x="3120" y="5766"/>
                </a:cubicBezTo>
                <a:cubicBezTo>
                  <a:pt x="3309" y="5860"/>
                  <a:pt x="3340" y="6144"/>
                  <a:pt x="3340" y="6365"/>
                </a:cubicBezTo>
                <a:cubicBezTo>
                  <a:pt x="3340" y="6396"/>
                  <a:pt x="3309" y="6491"/>
                  <a:pt x="3340" y="6522"/>
                </a:cubicBezTo>
                <a:cubicBezTo>
                  <a:pt x="3309" y="6680"/>
                  <a:pt x="3214" y="6869"/>
                  <a:pt x="3120" y="6932"/>
                </a:cubicBezTo>
                <a:cubicBezTo>
                  <a:pt x="1607" y="7656"/>
                  <a:pt x="851" y="9232"/>
                  <a:pt x="851" y="10933"/>
                </a:cubicBezTo>
                <a:lnTo>
                  <a:pt x="851" y="11846"/>
                </a:lnTo>
                <a:lnTo>
                  <a:pt x="442" y="11846"/>
                </a:lnTo>
                <a:cubicBezTo>
                  <a:pt x="190" y="11846"/>
                  <a:pt x="1" y="12035"/>
                  <a:pt x="1" y="12287"/>
                </a:cubicBezTo>
                <a:cubicBezTo>
                  <a:pt x="1" y="12508"/>
                  <a:pt x="190" y="12697"/>
                  <a:pt x="442" y="12697"/>
                </a:cubicBezTo>
                <a:lnTo>
                  <a:pt x="8696" y="12697"/>
                </a:lnTo>
                <a:cubicBezTo>
                  <a:pt x="8948" y="12697"/>
                  <a:pt x="9137" y="12508"/>
                  <a:pt x="9137" y="12287"/>
                </a:cubicBezTo>
                <a:cubicBezTo>
                  <a:pt x="9137" y="12035"/>
                  <a:pt x="8948" y="11846"/>
                  <a:pt x="8696" y="11846"/>
                </a:cubicBezTo>
                <a:lnTo>
                  <a:pt x="8255" y="11846"/>
                </a:lnTo>
                <a:lnTo>
                  <a:pt x="8255" y="10933"/>
                </a:lnTo>
                <a:cubicBezTo>
                  <a:pt x="8255" y="9232"/>
                  <a:pt x="7530" y="7656"/>
                  <a:pt x="6018" y="6932"/>
                </a:cubicBezTo>
                <a:cubicBezTo>
                  <a:pt x="5892" y="6837"/>
                  <a:pt x="5829" y="6680"/>
                  <a:pt x="5798" y="6522"/>
                </a:cubicBezTo>
                <a:lnTo>
                  <a:pt x="5798" y="6365"/>
                </a:lnTo>
                <a:cubicBezTo>
                  <a:pt x="5798" y="6144"/>
                  <a:pt x="5861" y="5860"/>
                  <a:pt x="6018" y="5766"/>
                </a:cubicBezTo>
                <a:cubicBezTo>
                  <a:pt x="7530" y="5041"/>
                  <a:pt x="8255" y="3435"/>
                  <a:pt x="8255" y="1765"/>
                </a:cubicBezTo>
                <a:lnTo>
                  <a:pt x="8255" y="851"/>
                </a:lnTo>
                <a:lnTo>
                  <a:pt x="8696" y="851"/>
                </a:lnTo>
                <a:cubicBezTo>
                  <a:pt x="8948" y="851"/>
                  <a:pt x="9137" y="662"/>
                  <a:pt x="9137" y="410"/>
                </a:cubicBezTo>
                <a:cubicBezTo>
                  <a:pt x="9137" y="190"/>
                  <a:pt x="8948" y="1"/>
                  <a:pt x="86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276" name="Google Shape;14276;p82"/>
          <p:cNvSpPr txBox="1"/>
          <p:nvPr>
            <p:ph type="title" idx="4294967295"/>
          </p:nvPr>
        </p:nvSpPr>
        <p:spPr>
          <a:xfrm>
            <a:off x="849675" y="511017"/>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panose="020B0604020202020204"/>
              <a:buNone/>
            </a:pPr>
            <a:r>
              <a:rPr lang="en-GB">
                <a:solidFill>
                  <a:schemeClr val="lt1"/>
                </a:solidFill>
                <a:latin typeface="Arial" panose="020B0604020202020204"/>
                <a:ea typeface="Arial" panose="020B0604020202020204"/>
                <a:cs typeface="Arial" panose="020B0604020202020204"/>
                <a:sym typeface="Arial" panose="020B0604020202020204"/>
              </a:rPr>
              <a:t>Educational Icons</a:t>
            </a:r>
            <a:endParaRPr>
              <a:solidFill>
                <a:schemeClr val="lt1"/>
              </a:solidFill>
              <a:latin typeface="Arial" panose="020B0604020202020204"/>
              <a:ea typeface="Arial" panose="020B0604020202020204"/>
              <a:cs typeface="Arial" panose="020B0604020202020204"/>
              <a:sym typeface="Arial" panose="020B0604020202020204"/>
            </a:endParaRPr>
          </a:p>
        </p:txBody>
      </p:sp>
      <p:sp>
        <p:nvSpPr>
          <p:cNvPr id="14277" name="Google Shape;14277;p82"/>
          <p:cNvSpPr txBox="1"/>
          <p:nvPr>
            <p:ph type="title" idx="4294967295"/>
          </p:nvPr>
        </p:nvSpPr>
        <p:spPr>
          <a:xfrm>
            <a:off x="4858400" y="511017"/>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panose="020B0604020202020204"/>
              <a:buNone/>
            </a:pPr>
            <a:r>
              <a:rPr lang="en-GB">
                <a:solidFill>
                  <a:schemeClr val="lt1"/>
                </a:solidFill>
                <a:latin typeface="Arial" panose="020B0604020202020204"/>
                <a:ea typeface="Arial" panose="020B0604020202020204"/>
                <a:cs typeface="Arial" panose="020B0604020202020204"/>
                <a:sym typeface="Arial" panose="020B0604020202020204"/>
              </a:rPr>
              <a:t>Medical Icons</a:t>
            </a:r>
            <a:endParaRPr>
              <a:solidFill>
                <a:schemeClr val="lt1"/>
              </a:solidFill>
              <a:latin typeface="Arial" panose="020B0604020202020204"/>
              <a:ea typeface="Arial" panose="020B0604020202020204"/>
              <a:cs typeface="Arial" panose="020B0604020202020204"/>
              <a:sym typeface="Arial" panose="020B0604020202020204"/>
            </a:endParaRPr>
          </a:p>
        </p:txBody>
      </p:sp>
      <p:sp>
        <p:nvSpPr>
          <p:cNvPr id="14278" name="Google Shape;14278;p82"/>
          <p:cNvSpPr/>
          <p:nvPr/>
        </p:nvSpPr>
        <p:spPr>
          <a:xfrm>
            <a:off x="4856545" y="1355406"/>
            <a:ext cx="353180" cy="314589"/>
          </a:xfrm>
          <a:custGeom>
            <a:avLst/>
            <a:gdLst/>
            <a:ahLst/>
            <a:cxnLst/>
            <a:rect l="l" t="t" r="r" b="b"/>
            <a:pathLst>
              <a:path w="11815" h="10524" extrusionOk="0">
                <a:moveTo>
                  <a:pt x="8664" y="726"/>
                </a:moveTo>
                <a:cubicBezTo>
                  <a:pt x="9326" y="726"/>
                  <a:pt x="9956" y="1009"/>
                  <a:pt x="10428" y="1482"/>
                </a:cubicBezTo>
                <a:cubicBezTo>
                  <a:pt x="10869" y="1954"/>
                  <a:pt x="11090" y="2616"/>
                  <a:pt x="11090" y="3309"/>
                </a:cubicBezTo>
                <a:cubicBezTo>
                  <a:pt x="11090" y="4191"/>
                  <a:pt x="10712" y="4853"/>
                  <a:pt x="10082" y="5577"/>
                </a:cubicBezTo>
                <a:lnTo>
                  <a:pt x="7435" y="5577"/>
                </a:lnTo>
                <a:cubicBezTo>
                  <a:pt x="7309" y="5577"/>
                  <a:pt x="7215" y="5640"/>
                  <a:pt x="7120" y="5735"/>
                </a:cubicBezTo>
                <a:lnTo>
                  <a:pt x="6648" y="6522"/>
                </a:lnTo>
                <a:lnTo>
                  <a:pt x="5545" y="3687"/>
                </a:lnTo>
                <a:cubicBezTo>
                  <a:pt x="5514" y="3561"/>
                  <a:pt x="5388" y="3435"/>
                  <a:pt x="5230" y="3435"/>
                </a:cubicBezTo>
                <a:cubicBezTo>
                  <a:pt x="5073" y="3435"/>
                  <a:pt x="4947" y="3529"/>
                  <a:pt x="4915" y="3624"/>
                </a:cubicBezTo>
                <a:lnTo>
                  <a:pt x="4096" y="5514"/>
                </a:lnTo>
                <a:lnTo>
                  <a:pt x="1702" y="5514"/>
                </a:lnTo>
                <a:cubicBezTo>
                  <a:pt x="1103" y="4853"/>
                  <a:pt x="693" y="4191"/>
                  <a:pt x="693" y="3309"/>
                </a:cubicBezTo>
                <a:cubicBezTo>
                  <a:pt x="693" y="2616"/>
                  <a:pt x="945" y="1986"/>
                  <a:pt x="1355" y="1482"/>
                </a:cubicBezTo>
                <a:cubicBezTo>
                  <a:pt x="1796" y="1009"/>
                  <a:pt x="2426" y="726"/>
                  <a:pt x="3151" y="726"/>
                </a:cubicBezTo>
                <a:cubicBezTo>
                  <a:pt x="4096" y="726"/>
                  <a:pt x="4726" y="1293"/>
                  <a:pt x="5073" y="1797"/>
                </a:cubicBezTo>
                <a:cubicBezTo>
                  <a:pt x="5388" y="2206"/>
                  <a:pt x="5545" y="2647"/>
                  <a:pt x="5577" y="2836"/>
                </a:cubicBezTo>
                <a:cubicBezTo>
                  <a:pt x="5608" y="2994"/>
                  <a:pt x="5766" y="3088"/>
                  <a:pt x="5892" y="3088"/>
                </a:cubicBezTo>
                <a:cubicBezTo>
                  <a:pt x="6049" y="3088"/>
                  <a:pt x="6175" y="2994"/>
                  <a:pt x="6207" y="2836"/>
                </a:cubicBezTo>
                <a:cubicBezTo>
                  <a:pt x="6238" y="2679"/>
                  <a:pt x="6459" y="2206"/>
                  <a:pt x="6742" y="1797"/>
                </a:cubicBezTo>
                <a:cubicBezTo>
                  <a:pt x="7089" y="1293"/>
                  <a:pt x="7687" y="726"/>
                  <a:pt x="8664" y="726"/>
                </a:cubicBezTo>
                <a:close/>
                <a:moveTo>
                  <a:pt x="5293" y="4790"/>
                </a:moveTo>
                <a:lnTo>
                  <a:pt x="6364" y="7468"/>
                </a:lnTo>
                <a:cubicBezTo>
                  <a:pt x="6396" y="7562"/>
                  <a:pt x="6522" y="7657"/>
                  <a:pt x="6648" y="7688"/>
                </a:cubicBezTo>
                <a:lnTo>
                  <a:pt x="6679" y="7688"/>
                </a:lnTo>
                <a:cubicBezTo>
                  <a:pt x="6805" y="7688"/>
                  <a:pt x="6931" y="7625"/>
                  <a:pt x="6994" y="7531"/>
                </a:cubicBezTo>
                <a:lnTo>
                  <a:pt x="7750" y="6302"/>
                </a:lnTo>
                <a:lnTo>
                  <a:pt x="9483" y="6302"/>
                </a:lnTo>
                <a:cubicBezTo>
                  <a:pt x="9168" y="6459"/>
                  <a:pt x="8916" y="6711"/>
                  <a:pt x="8664" y="6932"/>
                </a:cubicBezTo>
                <a:cubicBezTo>
                  <a:pt x="7813" y="7688"/>
                  <a:pt x="6868" y="8507"/>
                  <a:pt x="5923" y="9610"/>
                </a:cubicBezTo>
                <a:cubicBezTo>
                  <a:pt x="4978" y="8507"/>
                  <a:pt x="4033" y="7688"/>
                  <a:pt x="3214" y="6932"/>
                </a:cubicBezTo>
                <a:cubicBezTo>
                  <a:pt x="2930" y="6711"/>
                  <a:pt x="2710" y="6459"/>
                  <a:pt x="2458" y="6270"/>
                </a:cubicBezTo>
                <a:lnTo>
                  <a:pt x="4411" y="6270"/>
                </a:lnTo>
                <a:cubicBezTo>
                  <a:pt x="4505" y="6270"/>
                  <a:pt x="4663" y="6207"/>
                  <a:pt x="4726" y="6081"/>
                </a:cubicBezTo>
                <a:lnTo>
                  <a:pt x="5293" y="4790"/>
                </a:lnTo>
                <a:close/>
                <a:moveTo>
                  <a:pt x="3151" y="1"/>
                </a:moveTo>
                <a:cubicBezTo>
                  <a:pt x="2269" y="1"/>
                  <a:pt x="1449" y="379"/>
                  <a:pt x="851" y="1009"/>
                </a:cubicBezTo>
                <a:cubicBezTo>
                  <a:pt x="315" y="1576"/>
                  <a:pt x="0" y="2427"/>
                  <a:pt x="0" y="3309"/>
                </a:cubicBezTo>
                <a:cubicBezTo>
                  <a:pt x="0" y="4097"/>
                  <a:pt x="252" y="4821"/>
                  <a:pt x="819" y="5514"/>
                </a:cubicBezTo>
                <a:lnTo>
                  <a:pt x="819" y="5577"/>
                </a:lnTo>
                <a:lnTo>
                  <a:pt x="347" y="5577"/>
                </a:lnTo>
                <a:cubicBezTo>
                  <a:pt x="158" y="5577"/>
                  <a:pt x="0" y="5735"/>
                  <a:pt x="0" y="5924"/>
                </a:cubicBezTo>
                <a:cubicBezTo>
                  <a:pt x="0" y="6113"/>
                  <a:pt x="158" y="6270"/>
                  <a:pt x="347" y="6270"/>
                </a:cubicBezTo>
                <a:lnTo>
                  <a:pt x="1418" y="6270"/>
                </a:lnTo>
                <a:cubicBezTo>
                  <a:pt x="1796" y="6680"/>
                  <a:pt x="2237" y="7058"/>
                  <a:pt x="2710" y="7468"/>
                </a:cubicBezTo>
                <a:cubicBezTo>
                  <a:pt x="3623" y="8255"/>
                  <a:pt x="4600" y="9137"/>
                  <a:pt x="5640" y="10366"/>
                </a:cubicBezTo>
                <a:lnTo>
                  <a:pt x="5640" y="10397"/>
                </a:lnTo>
                <a:cubicBezTo>
                  <a:pt x="5703" y="10492"/>
                  <a:pt x="5797" y="10524"/>
                  <a:pt x="5892" y="10524"/>
                </a:cubicBezTo>
                <a:cubicBezTo>
                  <a:pt x="6018" y="10524"/>
                  <a:pt x="6081" y="10492"/>
                  <a:pt x="6175" y="10397"/>
                </a:cubicBezTo>
                <a:lnTo>
                  <a:pt x="6175" y="10366"/>
                </a:lnTo>
                <a:cubicBezTo>
                  <a:pt x="7152" y="9137"/>
                  <a:pt x="8192" y="8287"/>
                  <a:pt x="9074" y="7468"/>
                </a:cubicBezTo>
                <a:cubicBezTo>
                  <a:pt x="9546" y="7026"/>
                  <a:pt x="9987" y="6617"/>
                  <a:pt x="10397" y="6270"/>
                </a:cubicBezTo>
                <a:lnTo>
                  <a:pt x="11437" y="6270"/>
                </a:lnTo>
                <a:cubicBezTo>
                  <a:pt x="11657" y="6270"/>
                  <a:pt x="11815" y="6113"/>
                  <a:pt x="11815" y="5924"/>
                </a:cubicBezTo>
                <a:cubicBezTo>
                  <a:pt x="11815" y="5735"/>
                  <a:pt x="11657" y="5577"/>
                  <a:pt x="11437" y="5577"/>
                </a:cubicBezTo>
                <a:lnTo>
                  <a:pt x="10964" y="5577"/>
                </a:lnTo>
                <a:lnTo>
                  <a:pt x="10964" y="5514"/>
                </a:lnTo>
                <a:cubicBezTo>
                  <a:pt x="11531" y="4821"/>
                  <a:pt x="11815" y="4097"/>
                  <a:pt x="11815" y="3309"/>
                </a:cubicBezTo>
                <a:cubicBezTo>
                  <a:pt x="11815" y="2458"/>
                  <a:pt x="11500" y="1639"/>
                  <a:pt x="10932" y="1009"/>
                </a:cubicBezTo>
                <a:cubicBezTo>
                  <a:pt x="10365" y="379"/>
                  <a:pt x="9578" y="1"/>
                  <a:pt x="8664" y="1"/>
                </a:cubicBezTo>
                <a:cubicBezTo>
                  <a:pt x="7404" y="1"/>
                  <a:pt x="6616" y="757"/>
                  <a:pt x="6175" y="1387"/>
                </a:cubicBezTo>
                <a:cubicBezTo>
                  <a:pt x="6049" y="1545"/>
                  <a:pt x="5986" y="1702"/>
                  <a:pt x="5892" y="1860"/>
                </a:cubicBezTo>
                <a:cubicBezTo>
                  <a:pt x="5829" y="1702"/>
                  <a:pt x="5703" y="1545"/>
                  <a:pt x="5640" y="1387"/>
                </a:cubicBezTo>
                <a:cubicBezTo>
                  <a:pt x="5199" y="757"/>
                  <a:pt x="4411"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4279" name="Google Shape;14279;p82"/>
          <p:cNvGrpSpPr/>
          <p:nvPr/>
        </p:nvGrpSpPr>
        <p:grpSpPr>
          <a:xfrm>
            <a:off x="4855594" y="1782519"/>
            <a:ext cx="354107" cy="355063"/>
            <a:chOff x="-28467625" y="2331750"/>
            <a:chExt cx="296150" cy="296950"/>
          </a:xfrm>
        </p:grpSpPr>
        <p:sp>
          <p:nvSpPr>
            <p:cNvPr id="14280" name="Google Shape;14280;p82"/>
            <p:cNvSpPr/>
            <p:nvPr/>
          </p:nvSpPr>
          <p:spPr>
            <a:xfrm>
              <a:off x="-28467625" y="2331750"/>
              <a:ext cx="296150" cy="296950"/>
            </a:xfrm>
            <a:custGeom>
              <a:avLst/>
              <a:gdLst/>
              <a:ahLst/>
              <a:cxnLst/>
              <a:rect l="l" t="t" r="r" b="b"/>
              <a:pathLst>
                <a:path w="11846" h="11878" extrusionOk="0">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281" name="Google Shape;14281;p82"/>
            <p:cNvSpPr/>
            <p:nvPr/>
          </p:nvSpPr>
          <p:spPr>
            <a:xfrm>
              <a:off x="-28371550" y="2419175"/>
              <a:ext cx="121325" cy="121325"/>
            </a:xfrm>
            <a:custGeom>
              <a:avLst/>
              <a:gdLst/>
              <a:ahLst/>
              <a:cxnLst/>
              <a:rect l="l" t="t" r="r" b="b"/>
              <a:pathLst>
                <a:path w="4853" h="4853" extrusionOk="0">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282" name="Google Shape;14282;p82"/>
          <p:cNvGrpSpPr/>
          <p:nvPr/>
        </p:nvGrpSpPr>
        <p:grpSpPr>
          <a:xfrm>
            <a:off x="4869719" y="2225601"/>
            <a:ext cx="325858" cy="351327"/>
            <a:chOff x="-28461325" y="2701925"/>
            <a:chExt cx="272525" cy="293825"/>
          </a:xfrm>
        </p:grpSpPr>
        <p:sp>
          <p:nvSpPr>
            <p:cNvPr id="14283" name="Google Shape;14283;p82"/>
            <p:cNvSpPr/>
            <p:nvPr/>
          </p:nvSpPr>
          <p:spPr>
            <a:xfrm>
              <a:off x="-28427475" y="2789200"/>
              <a:ext cx="54375" cy="80525"/>
            </a:xfrm>
            <a:custGeom>
              <a:avLst/>
              <a:gdLst/>
              <a:ahLst/>
              <a:cxnLst/>
              <a:rect l="l" t="t" r="r" b="b"/>
              <a:pathLst>
                <a:path w="2175" h="3221" extrusionOk="0">
                  <a:moveTo>
                    <a:pt x="1805" y="1"/>
                  </a:moveTo>
                  <a:cubicBezTo>
                    <a:pt x="1782" y="1"/>
                    <a:pt x="1758" y="3"/>
                    <a:pt x="1734" y="7"/>
                  </a:cubicBezTo>
                  <a:cubicBezTo>
                    <a:pt x="946" y="164"/>
                    <a:pt x="285" y="826"/>
                    <a:pt x="127" y="1645"/>
                  </a:cubicBezTo>
                  <a:cubicBezTo>
                    <a:pt x="1" y="2275"/>
                    <a:pt x="190" y="2811"/>
                    <a:pt x="348" y="3063"/>
                  </a:cubicBezTo>
                  <a:cubicBezTo>
                    <a:pt x="442" y="3189"/>
                    <a:pt x="537" y="3220"/>
                    <a:pt x="663" y="3220"/>
                  </a:cubicBezTo>
                  <a:cubicBezTo>
                    <a:pt x="694" y="3220"/>
                    <a:pt x="789" y="3220"/>
                    <a:pt x="820" y="3189"/>
                  </a:cubicBezTo>
                  <a:cubicBezTo>
                    <a:pt x="978" y="3126"/>
                    <a:pt x="1072" y="2874"/>
                    <a:pt x="946" y="2716"/>
                  </a:cubicBezTo>
                  <a:cubicBezTo>
                    <a:pt x="820" y="2527"/>
                    <a:pt x="726" y="2181"/>
                    <a:pt x="789" y="1740"/>
                  </a:cubicBezTo>
                  <a:cubicBezTo>
                    <a:pt x="883" y="1173"/>
                    <a:pt x="1356" y="763"/>
                    <a:pt x="1860" y="637"/>
                  </a:cubicBezTo>
                  <a:cubicBezTo>
                    <a:pt x="2049" y="605"/>
                    <a:pt x="2175" y="448"/>
                    <a:pt x="2112" y="227"/>
                  </a:cubicBezTo>
                  <a:cubicBezTo>
                    <a:pt x="2084" y="90"/>
                    <a:pt x="1961" y="1"/>
                    <a:pt x="18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284" name="Google Shape;14284;p82"/>
            <p:cNvSpPr/>
            <p:nvPr/>
          </p:nvSpPr>
          <p:spPr>
            <a:xfrm>
              <a:off x="-28362875" y="2824025"/>
              <a:ext cx="124475" cy="103200"/>
            </a:xfrm>
            <a:custGeom>
              <a:avLst/>
              <a:gdLst/>
              <a:ahLst/>
              <a:cxnLst/>
              <a:rect l="l" t="t" r="r" b="b"/>
              <a:pathLst>
                <a:path w="4979" h="4128" extrusionOk="0">
                  <a:moveTo>
                    <a:pt x="3434" y="693"/>
                  </a:moveTo>
                  <a:cubicBezTo>
                    <a:pt x="3844" y="693"/>
                    <a:pt x="4159" y="1008"/>
                    <a:pt x="4159" y="1418"/>
                  </a:cubicBezTo>
                  <a:cubicBezTo>
                    <a:pt x="4159" y="1922"/>
                    <a:pt x="3592" y="2394"/>
                    <a:pt x="2741" y="3056"/>
                  </a:cubicBezTo>
                  <a:cubicBezTo>
                    <a:pt x="2615" y="3151"/>
                    <a:pt x="2521" y="3214"/>
                    <a:pt x="2426" y="3340"/>
                  </a:cubicBezTo>
                  <a:cubicBezTo>
                    <a:pt x="2300" y="3245"/>
                    <a:pt x="2174" y="3182"/>
                    <a:pt x="2111" y="3056"/>
                  </a:cubicBezTo>
                  <a:cubicBezTo>
                    <a:pt x="1229" y="2394"/>
                    <a:pt x="694" y="1922"/>
                    <a:pt x="694" y="1418"/>
                  </a:cubicBezTo>
                  <a:cubicBezTo>
                    <a:pt x="694" y="977"/>
                    <a:pt x="1009" y="693"/>
                    <a:pt x="1387" y="693"/>
                  </a:cubicBezTo>
                  <a:cubicBezTo>
                    <a:pt x="1891" y="693"/>
                    <a:pt x="2111" y="1260"/>
                    <a:pt x="2111" y="1292"/>
                  </a:cubicBezTo>
                  <a:cubicBezTo>
                    <a:pt x="2143" y="1449"/>
                    <a:pt x="2269" y="1512"/>
                    <a:pt x="2426" y="1512"/>
                  </a:cubicBezTo>
                  <a:cubicBezTo>
                    <a:pt x="2584" y="1512"/>
                    <a:pt x="2678" y="1418"/>
                    <a:pt x="2741" y="1292"/>
                  </a:cubicBezTo>
                  <a:cubicBezTo>
                    <a:pt x="2741" y="1260"/>
                    <a:pt x="2930" y="693"/>
                    <a:pt x="3434" y="693"/>
                  </a:cubicBezTo>
                  <a:close/>
                  <a:moveTo>
                    <a:pt x="1387" y="0"/>
                  </a:moveTo>
                  <a:cubicBezTo>
                    <a:pt x="599" y="0"/>
                    <a:pt x="0" y="630"/>
                    <a:pt x="0" y="1418"/>
                  </a:cubicBezTo>
                  <a:cubicBezTo>
                    <a:pt x="0" y="2268"/>
                    <a:pt x="725" y="2835"/>
                    <a:pt x="1702" y="3623"/>
                  </a:cubicBezTo>
                  <a:cubicBezTo>
                    <a:pt x="1859" y="3718"/>
                    <a:pt x="2048" y="3875"/>
                    <a:pt x="2269" y="4033"/>
                  </a:cubicBezTo>
                  <a:cubicBezTo>
                    <a:pt x="2332" y="4064"/>
                    <a:pt x="2426" y="4127"/>
                    <a:pt x="2489" y="4127"/>
                  </a:cubicBezTo>
                  <a:cubicBezTo>
                    <a:pt x="2584" y="4127"/>
                    <a:pt x="2647" y="4064"/>
                    <a:pt x="2741" y="4033"/>
                  </a:cubicBezTo>
                  <a:cubicBezTo>
                    <a:pt x="2930" y="3875"/>
                    <a:pt x="3088" y="3718"/>
                    <a:pt x="3277" y="3623"/>
                  </a:cubicBezTo>
                  <a:cubicBezTo>
                    <a:pt x="4254" y="2835"/>
                    <a:pt x="4978" y="2268"/>
                    <a:pt x="4978" y="1418"/>
                  </a:cubicBezTo>
                  <a:cubicBezTo>
                    <a:pt x="4852" y="630"/>
                    <a:pt x="4222" y="0"/>
                    <a:pt x="3434" y="0"/>
                  </a:cubicBezTo>
                  <a:cubicBezTo>
                    <a:pt x="3056" y="0"/>
                    <a:pt x="2647" y="158"/>
                    <a:pt x="2426" y="504"/>
                  </a:cubicBezTo>
                  <a:cubicBezTo>
                    <a:pt x="2143" y="189"/>
                    <a:pt x="1796"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285" name="Google Shape;14285;p82"/>
            <p:cNvSpPr/>
            <p:nvPr/>
          </p:nvSpPr>
          <p:spPr>
            <a:xfrm>
              <a:off x="-28461325" y="2701925"/>
              <a:ext cx="272525" cy="293825"/>
            </a:xfrm>
            <a:custGeom>
              <a:avLst/>
              <a:gdLst/>
              <a:ahLst/>
              <a:cxnLst/>
              <a:rect l="l" t="t" r="r" b="b"/>
              <a:pathLst>
                <a:path w="10901" h="11753" extrusionOk="0">
                  <a:moveTo>
                    <a:pt x="7845" y="2647"/>
                  </a:moveTo>
                  <a:cubicBezTo>
                    <a:pt x="9168" y="2647"/>
                    <a:pt x="10208" y="3781"/>
                    <a:pt x="10208" y="5136"/>
                  </a:cubicBezTo>
                  <a:cubicBezTo>
                    <a:pt x="10208" y="5577"/>
                    <a:pt x="10145" y="5924"/>
                    <a:pt x="9987" y="6239"/>
                  </a:cubicBezTo>
                  <a:lnTo>
                    <a:pt x="8034" y="10303"/>
                  </a:lnTo>
                  <a:cubicBezTo>
                    <a:pt x="7814" y="10807"/>
                    <a:pt x="7341" y="11090"/>
                    <a:pt x="6837" y="11090"/>
                  </a:cubicBezTo>
                  <a:cubicBezTo>
                    <a:pt x="6396" y="11090"/>
                    <a:pt x="6049" y="10901"/>
                    <a:pt x="5766" y="10555"/>
                  </a:cubicBezTo>
                  <a:cubicBezTo>
                    <a:pt x="5703" y="10460"/>
                    <a:pt x="5608" y="10429"/>
                    <a:pt x="5482" y="10429"/>
                  </a:cubicBezTo>
                  <a:cubicBezTo>
                    <a:pt x="5388" y="10429"/>
                    <a:pt x="5293" y="10460"/>
                    <a:pt x="5230" y="10555"/>
                  </a:cubicBezTo>
                  <a:cubicBezTo>
                    <a:pt x="4947" y="10901"/>
                    <a:pt x="4537" y="11090"/>
                    <a:pt x="4159" y="11090"/>
                  </a:cubicBezTo>
                  <a:cubicBezTo>
                    <a:pt x="3655" y="11090"/>
                    <a:pt x="3182" y="10775"/>
                    <a:pt x="2930" y="10303"/>
                  </a:cubicBezTo>
                  <a:lnTo>
                    <a:pt x="1008" y="6239"/>
                  </a:lnTo>
                  <a:cubicBezTo>
                    <a:pt x="851" y="5892"/>
                    <a:pt x="756" y="5546"/>
                    <a:pt x="756" y="5136"/>
                  </a:cubicBezTo>
                  <a:cubicBezTo>
                    <a:pt x="756" y="3781"/>
                    <a:pt x="1828" y="2647"/>
                    <a:pt x="3119" y="2647"/>
                  </a:cubicBezTo>
                  <a:cubicBezTo>
                    <a:pt x="3970" y="2647"/>
                    <a:pt x="4758" y="3120"/>
                    <a:pt x="5167" y="3876"/>
                  </a:cubicBezTo>
                  <a:cubicBezTo>
                    <a:pt x="5262" y="4002"/>
                    <a:pt x="5325" y="4033"/>
                    <a:pt x="5482" y="4033"/>
                  </a:cubicBezTo>
                  <a:cubicBezTo>
                    <a:pt x="5640" y="4033"/>
                    <a:pt x="5734" y="3970"/>
                    <a:pt x="5797" y="3876"/>
                  </a:cubicBezTo>
                  <a:cubicBezTo>
                    <a:pt x="6238" y="3120"/>
                    <a:pt x="7026" y="2647"/>
                    <a:pt x="7845" y="2647"/>
                  </a:cubicBezTo>
                  <a:close/>
                  <a:moveTo>
                    <a:pt x="6774" y="1"/>
                  </a:moveTo>
                  <a:cubicBezTo>
                    <a:pt x="5829" y="1"/>
                    <a:pt x="5104" y="788"/>
                    <a:pt x="5104" y="1734"/>
                  </a:cubicBezTo>
                  <a:lnTo>
                    <a:pt x="5104" y="2773"/>
                  </a:lnTo>
                  <a:cubicBezTo>
                    <a:pt x="4537" y="2301"/>
                    <a:pt x="3844" y="1986"/>
                    <a:pt x="3088" y="1986"/>
                  </a:cubicBezTo>
                  <a:cubicBezTo>
                    <a:pt x="1386" y="1986"/>
                    <a:pt x="0" y="3403"/>
                    <a:pt x="0" y="5136"/>
                  </a:cubicBezTo>
                  <a:cubicBezTo>
                    <a:pt x="0" y="5609"/>
                    <a:pt x="126" y="6081"/>
                    <a:pt x="315" y="6522"/>
                  </a:cubicBezTo>
                  <a:lnTo>
                    <a:pt x="2269" y="10586"/>
                  </a:lnTo>
                  <a:cubicBezTo>
                    <a:pt x="2615" y="11343"/>
                    <a:pt x="3308" y="11752"/>
                    <a:pt x="4096" y="11752"/>
                  </a:cubicBezTo>
                  <a:cubicBezTo>
                    <a:pt x="4632" y="11752"/>
                    <a:pt x="5104" y="11563"/>
                    <a:pt x="5451" y="11248"/>
                  </a:cubicBezTo>
                  <a:cubicBezTo>
                    <a:pt x="5797" y="11563"/>
                    <a:pt x="6270" y="11752"/>
                    <a:pt x="6774" y="11752"/>
                  </a:cubicBezTo>
                  <a:cubicBezTo>
                    <a:pt x="7561" y="11752"/>
                    <a:pt x="8286" y="11280"/>
                    <a:pt x="8633" y="10586"/>
                  </a:cubicBezTo>
                  <a:lnTo>
                    <a:pt x="10554" y="6522"/>
                  </a:lnTo>
                  <a:cubicBezTo>
                    <a:pt x="10775" y="6081"/>
                    <a:pt x="10901" y="5609"/>
                    <a:pt x="10901" y="5136"/>
                  </a:cubicBezTo>
                  <a:cubicBezTo>
                    <a:pt x="10869" y="3466"/>
                    <a:pt x="9515" y="1986"/>
                    <a:pt x="7814" y="1986"/>
                  </a:cubicBezTo>
                  <a:cubicBezTo>
                    <a:pt x="7057" y="1986"/>
                    <a:pt x="6364" y="2269"/>
                    <a:pt x="5797" y="2773"/>
                  </a:cubicBezTo>
                  <a:lnTo>
                    <a:pt x="5797" y="1734"/>
                  </a:lnTo>
                  <a:cubicBezTo>
                    <a:pt x="5797" y="1135"/>
                    <a:pt x="6238" y="694"/>
                    <a:pt x="6774" y="694"/>
                  </a:cubicBezTo>
                  <a:cubicBezTo>
                    <a:pt x="6994" y="694"/>
                    <a:pt x="7152" y="536"/>
                    <a:pt x="7152" y="347"/>
                  </a:cubicBezTo>
                  <a:cubicBezTo>
                    <a:pt x="7152" y="158"/>
                    <a:pt x="6994" y="1"/>
                    <a:pt x="67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286" name="Google Shape;14286;p82"/>
          <p:cNvGrpSpPr/>
          <p:nvPr/>
        </p:nvGrpSpPr>
        <p:grpSpPr>
          <a:xfrm>
            <a:off x="7093910" y="1399238"/>
            <a:ext cx="354107" cy="226974"/>
            <a:chOff x="-26585200" y="2025375"/>
            <a:chExt cx="296150" cy="189825"/>
          </a:xfrm>
        </p:grpSpPr>
        <p:sp>
          <p:nvSpPr>
            <p:cNvPr id="14287" name="Google Shape;14287;p82"/>
            <p:cNvSpPr/>
            <p:nvPr/>
          </p:nvSpPr>
          <p:spPr>
            <a:xfrm>
              <a:off x="-26340250" y="2127750"/>
              <a:ext cx="51200" cy="70125"/>
            </a:xfrm>
            <a:custGeom>
              <a:avLst/>
              <a:gdLst/>
              <a:ahLst/>
              <a:cxnLst/>
              <a:rect l="l" t="t" r="r" b="b"/>
              <a:pathLst>
                <a:path w="2048" h="2805" extrusionOk="0">
                  <a:moveTo>
                    <a:pt x="1008" y="977"/>
                  </a:moveTo>
                  <a:cubicBezTo>
                    <a:pt x="1229" y="1324"/>
                    <a:pt x="1386" y="1608"/>
                    <a:pt x="1386" y="1734"/>
                  </a:cubicBezTo>
                  <a:cubicBezTo>
                    <a:pt x="1323" y="1923"/>
                    <a:pt x="1166" y="2080"/>
                    <a:pt x="1008" y="2080"/>
                  </a:cubicBezTo>
                  <a:cubicBezTo>
                    <a:pt x="819" y="2080"/>
                    <a:pt x="662" y="1923"/>
                    <a:pt x="662" y="1734"/>
                  </a:cubicBezTo>
                  <a:cubicBezTo>
                    <a:pt x="662" y="1608"/>
                    <a:pt x="819" y="1324"/>
                    <a:pt x="1008" y="977"/>
                  </a:cubicBezTo>
                  <a:close/>
                  <a:moveTo>
                    <a:pt x="1008" y="1"/>
                  </a:moveTo>
                  <a:cubicBezTo>
                    <a:pt x="914" y="1"/>
                    <a:pt x="788" y="32"/>
                    <a:pt x="756" y="158"/>
                  </a:cubicBezTo>
                  <a:cubicBezTo>
                    <a:pt x="756" y="158"/>
                    <a:pt x="536" y="442"/>
                    <a:pt x="378" y="757"/>
                  </a:cubicBezTo>
                  <a:cubicBezTo>
                    <a:pt x="32" y="1324"/>
                    <a:pt x="0" y="1608"/>
                    <a:pt x="0" y="1765"/>
                  </a:cubicBezTo>
                  <a:cubicBezTo>
                    <a:pt x="0" y="2364"/>
                    <a:pt x="473" y="2805"/>
                    <a:pt x="1008" y="2805"/>
                  </a:cubicBezTo>
                  <a:cubicBezTo>
                    <a:pt x="1607" y="2805"/>
                    <a:pt x="2048" y="2332"/>
                    <a:pt x="2048" y="1765"/>
                  </a:cubicBezTo>
                  <a:cubicBezTo>
                    <a:pt x="2048" y="1608"/>
                    <a:pt x="2016" y="1387"/>
                    <a:pt x="1638" y="757"/>
                  </a:cubicBezTo>
                  <a:cubicBezTo>
                    <a:pt x="1449" y="442"/>
                    <a:pt x="1292" y="158"/>
                    <a:pt x="1292" y="158"/>
                  </a:cubicBezTo>
                  <a:cubicBezTo>
                    <a:pt x="1229" y="64"/>
                    <a:pt x="1134"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288" name="Google Shape;14288;p82"/>
            <p:cNvSpPr/>
            <p:nvPr/>
          </p:nvSpPr>
          <p:spPr>
            <a:xfrm>
              <a:off x="-26585200" y="2025375"/>
              <a:ext cx="295375" cy="189825"/>
            </a:xfrm>
            <a:custGeom>
              <a:avLst/>
              <a:gdLst/>
              <a:ahLst/>
              <a:cxnLst/>
              <a:rect l="l" t="t" r="r" b="b"/>
              <a:pathLst>
                <a:path w="11815" h="7593" extrusionOk="0">
                  <a:moveTo>
                    <a:pt x="10775" y="2016"/>
                  </a:moveTo>
                  <a:cubicBezTo>
                    <a:pt x="10964" y="2016"/>
                    <a:pt x="11121" y="2174"/>
                    <a:pt x="11121" y="2363"/>
                  </a:cubicBezTo>
                  <a:cubicBezTo>
                    <a:pt x="11121" y="2552"/>
                    <a:pt x="10964" y="2710"/>
                    <a:pt x="10775" y="2710"/>
                  </a:cubicBezTo>
                  <a:lnTo>
                    <a:pt x="9830" y="2710"/>
                  </a:lnTo>
                  <a:lnTo>
                    <a:pt x="9987" y="2016"/>
                  </a:lnTo>
                  <a:close/>
                  <a:moveTo>
                    <a:pt x="6238" y="693"/>
                  </a:moveTo>
                  <a:cubicBezTo>
                    <a:pt x="6081" y="1103"/>
                    <a:pt x="5734" y="1418"/>
                    <a:pt x="5261" y="1418"/>
                  </a:cubicBezTo>
                  <a:lnTo>
                    <a:pt x="3875" y="1418"/>
                  </a:lnTo>
                  <a:cubicBezTo>
                    <a:pt x="3686" y="1418"/>
                    <a:pt x="3529" y="1575"/>
                    <a:pt x="3529" y="1764"/>
                  </a:cubicBezTo>
                  <a:cubicBezTo>
                    <a:pt x="3529" y="1953"/>
                    <a:pt x="3686" y="2111"/>
                    <a:pt x="3875" y="2111"/>
                  </a:cubicBezTo>
                  <a:lnTo>
                    <a:pt x="9326" y="2111"/>
                  </a:lnTo>
                  <a:lnTo>
                    <a:pt x="9168" y="2836"/>
                  </a:lnTo>
                  <a:lnTo>
                    <a:pt x="5923" y="2836"/>
                  </a:lnTo>
                  <a:lnTo>
                    <a:pt x="5923" y="2710"/>
                  </a:lnTo>
                  <a:cubicBezTo>
                    <a:pt x="5734" y="2710"/>
                    <a:pt x="5576" y="2867"/>
                    <a:pt x="5576" y="3056"/>
                  </a:cubicBezTo>
                  <a:cubicBezTo>
                    <a:pt x="5576" y="3277"/>
                    <a:pt x="5734" y="3434"/>
                    <a:pt x="5923" y="3434"/>
                  </a:cubicBezTo>
                  <a:lnTo>
                    <a:pt x="8034" y="3434"/>
                  </a:lnTo>
                  <a:cubicBezTo>
                    <a:pt x="8223" y="3434"/>
                    <a:pt x="8380" y="3592"/>
                    <a:pt x="8380" y="3781"/>
                  </a:cubicBezTo>
                  <a:cubicBezTo>
                    <a:pt x="8380" y="3970"/>
                    <a:pt x="8223" y="4127"/>
                    <a:pt x="8034" y="4127"/>
                  </a:cubicBezTo>
                  <a:lnTo>
                    <a:pt x="5923" y="4127"/>
                  </a:lnTo>
                  <a:cubicBezTo>
                    <a:pt x="5734" y="4127"/>
                    <a:pt x="5576" y="4285"/>
                    <a:pt x="5576" y="4474"/>
                  </a:cubicBezTo>
                  <a:cubicBezTo>
                    <a:pt x="5576" y="4694"/>
                    <a:pt x="5734" y="4852"/>
                    <a:pt x="5923" y="4852"/>
                  </a:cubicBezTo>
                  <a:lnTo>
                    <a:pt x="7309" y="4852"/>
                  </a:lnTo>
                  <a:cubicBezTo>
                    <a:pt x="7498" y="4852"/>
                    <a:pt x="7656" y="5009"/>
                    <a:pt x="7656" y="5198"/>
                  </a:cubicBezTo>
                  <a:cubicBezTo>
                    <a:pt x="7656" y="5388"/>
                    <a:pt x="7498" y="5545"/>
                    <a:pt x="7309" y="5545"/>
                  </a:cubicBezTo>
                  <a:lnTo>
                    <a:pt x="5923" y="5545"/>
                  </a:lnTo>
                  <a:cubicBezTo>
                    <a:pt x="5734" y="5545"/>
                    <a:pt x="5576" y="5703"/>
                    <a:pt x="5576" y="5892"/>
                  </a:cubicBezTo>
                  <a:cubicBezTo>
                    <a:pt x="5576" y="6112"/>
                    <a:pt x="5734" y="6270"/>
                    <a:pt x="5923" y="6270"/>
                  </a:cubicBezTo>
                  <a:lnTo>
                    <a:pt x="6648" y="6270"/>
                  </a:lnTo>
                  <a:cubicBezTo>
                    <a:pt x="6837" y="6270"/>
                    <a:pt x="6994" y="6427"/>
                    <a:pt x="6994" y="6616"/>
                  </a:cubicBezTo>
                  <a:cubicBezTo>
                    <a:pt x="6994" y="6805"/>
                    <a:pt x="6837" y="6963"/>
                    <a:pt x="6648" y="6963"/>
                  </a:cubicBezTo>
                  <a:lnTo>
                    <a:pt x="3151" y="6963"/>
                  </a:lnTo>
                  <a:cubicBezTo>
                    <a:pt x="1796" y="6963"/>
                    <a:pt x="693" y="5860"/>
                    <a:pt x="693" y="4537"/>
                  </a:cubicBezTo>
                  <a:lnTo>
                    <a:pt x="693" y="3151"/>
                  </a:lnTo>
                  <a:cubicBezTo>
                    <a:pt x="693" y="1796"/>
                    <a:pt x="1796" y="693"/>
                    <a:pt x="3151" y="693"/>
                  </a:cubicBezTo>
                  <a:close/>
                  <a:moveTo>
                    <a:pt x="3088" y="0"/>
                  </a:moveTo>
                  <a:cubicBezTo>
                    <a:pt x="1355" y="0"/>
                    <a:pt x="0" y="1418"/>
                    <a:pt x="0" y="3119"/>
                  </a:cubicBezTo>
                  <a:lnTo>
                    <a:pt x="0" y="4474"/>
                  </a:lnTo>
                  <a:cubicBezTo>
                    <a:pt x="0" y="6207"/>
                    <a:pt x="1418" y="7593"/>
                    <a:pt x="3088" y="7593"/>
                  </a:cubicBezTo>
                  <a:lnTo>
                    <a:pt x="6616" y="7593"/>
                  </a:lnTo>
                  <a:cubicBezTo>
                    <a:pt x="7183" y="7593"/>
                    <a:pt x="7624" y="7120"/>
                    <a:pt x="7624" y="6585"/>
                  </a:cubicBezTo>
                  <a:cubicBezTo>
                    <a:pt x="7624" y="6459"/>
                    <a:pt x="7593" y="6301"/>
                    <a:pt x="7561" y="6175"/>
                  </a:cubicBezTo>
                  <a:cubicBezTo>
                    <a:pt x="7971" y="6049"/>
                    <a:pt x="8317" y="5671"/>
                    <a:pt x="8317" y="5198"/>
                  </a:cubicBezTo>
                  <a:cubicBezTo>
                    <a:pt x="8317" y="5072"/>
                    <a:pt x="8254" y="4915"/>
                    <a:pt x="8223" y="4789"/>
                  </a:cubicBezTo>
                  <a:cubicBezTo>
                    <a:pt x="8664" y="4694"/>
                    <a:pt x="8979" y="4285"/>
                    <a:pt x="8979" y="3812"/>
                  </a:cubicBezTo>
                  <a:cubicBezTo>
                    <a:pt x="8979" y="3686"/>
                    <a:pt x="8948" y="3592"/>
                    <a:pt x="8884" y="3466"/>
                  </a:cubicBezTo>
                  <a:lnTo>
                    <a:pt x="9389" y="3403"/>
                  </a:lnTo>
                  <a:lnTo>
                    <a:pt x="10775" y="3403"/>
                  </a:lnTo>
                  <a:cubicBezTo>
                    <a:pt x="11373" y="3403"/>
                    <a:pt x="11814" y="2930"/>
                    <a:pt x="11814" y="2395"/>
                  </a:cubicBezTo>
                  <a:cubicBezTo>
                    <a:pt x="11814" y="1796"/>
                    <a:pt x="11342" y="1386"/>
                    <a:pt x="10775" y="1386"/>
                  </a:cubicBezTo>
                  <a:lnTo>
                    <a:pt x="6616" y="1386"/>
                  </a:lnTo>
                  <a:cubicBezTo>
                    <a:pt x="6837" y="1103"/>
                    <a:pt x="6963" y="693"/>
                    <a:pt x="6963" y="347"/>
                  </a:cubicBezTo>
                  <a:cubicBezTo>
                    <a:pt x="6963" y="158"/>
                    <a:pt x="6805" y="0"/>
                    <a:pt x="66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289" name="Google Shape;14289;p82"/>
            <p:cNvSpPr/>
            <p:nvPr/>
          </p:nvSpPr>
          <p:spPr>
            <a:xfrm>
              <a:off x="-26480450" y="2093100"/>
              <a:ext cx="18125" cy="18150"/>
            </a:xfrm>
            <a:custGeom>
              <a:avLst/>
              <a:gdLst/>
              <a:ahLst/>
              <a:cxnLst/>
              <a:rect l="l" t="t" r="r" b="b"/>
              <a:pathLst>
                <a:path w="725" h="726" extrusionOk="0">
                  <a:moveTo>
                    <a:pt x="378" y="1"/>
                  </a:moveTo>
                  <a:cubicBezTo>
                    <a:pt x="158" y="1"/>
                    <a:pt x="0" y="158"/>
                    <a:pt x="0" y="347"/>
                  </a:cubicBezTo>
                  <a:cubicBezTo>
                    <a:pt x="0" y="568"/>
                    <a:pt x="158" y="725"/>
                    <a:pt x="378" y="725"/>
                  </a:cubicBezTo>
                  <a:cubicBezTo>
                    <a:pt x="567" y="725"/>
                    <a:pt x="725" y="568"/>
                    <a:pt x="725" y="347"/>
                  </a:cubicBez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290" name="Google Shape;14290;p82"/>
            <p:cNvSpPr/>
            <p:nvPr/>
          </p:nvSpPr>
          <p:spPr>
            <a:xfrm>
              <a:off x="-26480450" y="2127750"/>
              <a:ext cx="18125" cy="17350"/>
            </a:xfrm>
            <a:custGeom>
              <a:avLst/>
              <a:gdLst/>
              <a:ahLst/>
              <a:cxnLst/>
              <a:rect l="l" t="t" r="r" b="b"/>
              <a:pathLst>
                <a:path w="725" h="694" extrusionOk="0">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291" name="Google Shape;14291;p82"/>
            <p:cNvSpPr/>
            <p:nvPr/>
          </p:nvSpPr>
          <p:spPr>
            <a:xfrm>
              <a:off x="-26480450" y="2162425"/>
              <a:ext cx="18125" cy="17350"/>
            </a:xfrm>
            <a:custGeom>
              <a:avLst/>
              <a:gdLst/>
              <a:ahLst/>
              <a:cxnLst/>
              <a:rect l="l" t="t" r="r" b="b"/>
              <a:pathLst>
                <a:path w="725" h="694" extrusionOk="0">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292" name="Google Shape;14292;p82"/>
          <p:cNvGrpSpPr/>
          <p:nvPr/>
        </p:nvGrpSpPr>
        <p:grpSpPr>
          <a:xfrm>
            <a:off x="7094373" y="1783461"/>
            <a:ext cx="353180" cy="353180"/>
            <a:chOff x="-26584425" y="2340425"/>
            <a:chExt cx="295375" cy="295375"/>
          </a:xfrm>
        </p:grpSpPr>
        <p:sp>
          <p:nvSpPr>
            <p:cNvPr id="14293" name="Google Shape;14293;p82"/>
            <p:cNvSpPr/>
            <p:nvPr/>
          </p:nvSpPr>
          <p:spPr>
            <a:xfrm>
              <a:off x="-26462350" y="2463275"/>
              <a:ext cx="51225" cy="51225"/>
            </a:xfrm>
            <a:custGeom>
              <a:avLst/>
              <a:gdLst/>
              <a:ahLst/>
              <a:cxnLst/>
              <a:rect l="l" t="t" r="r" b="b"/>
              <a:pathLst>
                <a:path w="2049" h="2049" extrusionOk="0">
                  <a:moveTo>
                    <a:pt x="1009" y="631"/>
                  </a:moveTo>
                  <a:cubicBezTo>
                    <a:pt x="1230" y="631"/>
                    <a:pt x="1387" y="788"/>
                    <a:pt x="1387" y="977"/>
                  </a:cubicBezTo>
                  <a:cubicBezTo>
                    <a:pt x="1324" y="1230"/>
                    <a:pt x="1167" y="1356"/>
                    <a:pt x="1009" y="1356"/>
                  </a:cubicBezTo>
                  <a:cubicBezTo>
                    <a:pt x="820" y="1356"/>
                    <a:pt x="662" y="1198"/>
                    <a:pt x="662" y="977"/>
                  </a:cubicBezTo>
                  <a:cubicBezTo>
                    <a:pt x="662" y="788"/>
                    <a:pt x="820" y="631"/>
                    <a:pt x="1009" y="631"/>
                  </a:cubicBezTo>
                  <a:close/>
                  <a:moveTo>
                    <a:pt x="1009" y="1"/>
                  </a:moveTo>
                  <a:cubicBezTo>
                    <a:pt x="442" y="1"/>
                    <a:pt x="1" y="473"/>
                    <a:pt x="1" y="1041"/>
                  </a:cubicBezTo>
                  <a:cubicBezTo>
                    <a:pt x="1" y="1608"/>
                    <a:pt x="473" y="2049"/>
                    <a:pt x="1009" y="2049"/>
                  </a:cubicBezTo>
                  <a:cubicBezTo>
                    <a:pt x="1576" y="2049"/>
                    <a:pt x="2049" y="1576"/>
                    <a:pt x="2049" y="1041"/>
                  </a:cubicBezTo>
                  <a:cubicBezTo>
                    <a:pt x="2049" y="442"/>
                    <a:pt x="1576"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294" name="Google Shape;14294;p82"/>
            <p:cNvSpPr/>
            <p:nvPr/>
          </p:nvSpPr>
          <p:spPr>
            <a:xfrm>
              <a:off x="-26500150" y="2376650"/>
              <a:ext cx="121325" cy="75175"/>
            </a:xfrm>
            <a:custGeom>
              <a:avLst/>
              <a:gdLst/>
              <a:ahLst/>
              <a:cxnLst/>
              <a:rect l="l" t="t" r="r" b="b"/>
              <a:pathLst>
                <a:path w="4853" h="3007" extrusionOk="0">
                  <a:moveTo>
                    <a:pt x="2521" y="662"/>
                  </a:moveTo>
                  <a:cubicBezTo>
                    <a:pt x="3088" y="662"/>
                    <a:pt x="3592" y="788"/>
                    <a:pt x="4065" y="977"/>
                  </a:cubicBezTo>
                  <a:lnTo>
                    <a:pt x="3403" y="2206"/>
                  </a:lnTo>
                  <a:cubicBezTo>
                    <a:pt x="3120" y="2080"/>
                    <a:pt x="2836" y="2048"/>
                    <a:pt x="2553" y="2048"/>
                  </a:cubicBezTo>
                  <a:cubicBezTo>
                    <a:pt x="2206" y="2048"/>
                    <a:pt x="1954" y="2080"/>
                    <a:pt x="1670" y="2206"/>
                  </a:cubicBezTo>
                  <a:lnTo>
                    <a:pt x="1009" y="977"/>
                  </a:lnTo>
                  <a:cubicBezTo>
                    <a:pt x="1481" y="788"/>
                    <a:pt x="1985" y="662"/>
                    <a:pt x="2521" y="662"/>
                  </a:cubicBezTo>
                  <a:close/>
                  <a:moveTo>
                    <a:pt x="2458" y="0"/>
                  </a:moveTo>
                  <a:cubicBezTo>
                    <a:pt x="1702" y="0"/>
                    <a:pt x="914" y="189"/>
                    <a:pt x="253" y="567"/>
                  </a:cubicBezTo>
                  <a:cubicBezTo>
                    <a:pt x="95" y="630"/>
                    <a:pt x="1" y="882"/>
                    <a:pt x="127" y="1040"/>
                  </a:cubicBezTo>
                  <a:lnTo>
                    <a:pt x="1198" y="2836"/>
                  </a:lnTo>
                  <a:cubicBezTo>
                    <a:pt x="1229" y="2930"/>
                    <a:pt x="1324" y="2993"/>
                    <a:pt x="1387" y="2993"/>
                  </a:cubicBezTo>
                  <a:cubicBezTo>
                    <a:pt x="1415" y="3003"/>
                    <a:pt x="1442" y="3006"/>
                    <a:pt x="1470" y="3006"/>
                  </a:cubicBezTo>
                  <a:cubicBezTo>
                    <a:pt x="1537" y="3006"/>
                    <a:pt x="1604" y="2984"/>
                    <a:pt x="1670" y="2962"/>
                  </a:cubicBezTo>
                  <a:cubicBezTo>
                    <a:pt x="1891" y="2804"/>
                    <a:pt x="2206" y="2710"/>
                    <a:pt x="2490" y="2710"/>
                  </a:cubicBezTo>
                  <a:cubicBezTo>
                    <a:pt x="2773" y="2710"/>
                    <a:pt x="3088" y="2804"/>
                    <a:pt x="3309" y="2962"/>
                  </a:cubicBezTo>
                  <a:cubicBezTo>
                    <a:pt x="3372" y="2993"/>
                    <a:pt x="3435" y="2993"/>
                    <a:pt x="3466" y="2993"/>
                  </a:cubicBezTo>
                  <a:lnTo>
                    <a:pt x="3561" y="2993"/>
                  </a:lnTo>
                  <a:cubicBezTo>
                    <a:pt x="3624" y="2962"/>
                    <a:pt x="3718" y="2930"/>
                    <a:pt x="3750" y="2836"/>
                  </a:cubicBezTo>
                  <a:lnTo>
                    <a:pt x="4789" y="1040"/>
                  </a:lnTo>
                  <a:cubicBezTo>
                    <a:pt x="4852" y="882"/>
                    <a:pt x="4821" y="630"/>
                    <a:pt x="4663" y="567"/>
                  </a:cubicBezTo>
                  <a:cubicBezTo>
                    <a:pt x="4002" y="189"/>
                    <a:pt x="3246"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295" name="Google Shape;14295;p82"/>
            <p:cNvSpPr/>
            <p:nvPr/>
          </p:nvSpPr>
          <p:spPr>
            <a:xfrm>
              <a:off x="-26549775" y="2480750"/>
              <a:ext cx="95325" cy="105425"/>
            </a:xfrm>
            <a:custGeom>
              <a:avLst/>
              <a:gdLst/>
              <a:ahLst/>
              <a:cxnLst/>
              <a:rect l="l" t="t" r="r" b="b"/>
              <a:pathLst>
                <a:path w="3813" h="4217" extrusionOk="0">
                  <a:moveTo>
                    <a:pt x="2080" y="688"/>
                  </a:moveTo>
                  <a:cubicBezTo>
                    <a:pt x="2143" y="1287"/>
                    <a:pt x="2458" y="1791"/>
                    <a:pt x="2931" y="2169"/>
                  </a:cubicBezTo>
                  <a:lnTo>
                    <a:pt x="2238" y="3397"/>
                  </a:lnTo>
                  <a:cubicBezTo>
                    <a:pt x="1387" y="2767"/>
                    <a:pt x="820" y="1791"/>
                    <a:pt x="694" y="720"/>
                  </a:cubicBezTo>
                  <a:lnTo>
                    <a:pt x="2080" y="688"/>
                  </a:lnTo>
                  <a:close/>
                  <a:moveTo>
                    <a:pt x="2503" y="0"/>
                  </a:moveTo>
                  <a:cubicBezTo>
                    <a:pt x="2479" y="0"/>
                    <a:pt x="2454" y="8"/>
                    <a:pt x="2427" y="26"/>
                  </a:cubicBezTo>
                  <a:lnTo>
                    <a:pt x="347" y="58"/>
                  </a:lnTo>
                  <a:cubicBezTo>
                    <a:pt x="158" y="58"/>
                    <a:pt x="1" y="215"/>
                    <a:pt x="1" y="405"/>
                  </a:cubicBezTo>
                  <a:cubicBezTo>
                    <a:pt x="1" y="1192"/>
                    <a:pt x="221" y="1948"/>
                    <a:pt x="631" y="2610"/>
                  </a:cubicBezTo>
                  <a:cubicBezTo>
                    <a:pt x="1009" y="3240"/>
                    <a:pt x="1513" y="3807"/>
                    <a:pt x="2206" y="4185"/>
                  </a:cubicBezTo>
                  <a:cubicBezTo>
                    <a:pt x="2238" y="4217"/>
                    <a:pt x="2301" y="4217"/>
                    <a:pt x="2395" y="4217"/>
                  </a:cubicBezTo>
                  <a:lnTo>
                    <a:pt x="2458" y="4217"/>
                  </a:lnTo>
                  <a:cubicBezTo>
                    <a:pt x="2553" y="4185"/>
                    <a:pt x="2616" y="4154"/>
                    <a:pt x="2679" y="4059"/>
                  </a:cubicBezTo>
                  <a:lnTo>
                    <a:pt x="3718" y="2295"/>
                  </a:lnTo>
                  <a:cubicBezTo>
                    <a:pt x="3813" y="2106"/>
                    <a:pt x="3781" y="1917"/>
                    <a:pt x="3624" y="1791"/>
                  </a:cubicBezTo>
                  <a:cubicBezTo>
                    <a:pt x="3088" y="1476"/>
                    <a:pt x="2773" y="909"/>
                    <a:pt x="2773" y="342"/>
                  </a:cubicBezTo>
                  <a:cubicBezTo>
                    <a:pt x="2773" y="247"/>
                    <a:pt x="2742" y="121"/>
                    <a:pt x="2679" y="89"/>
                  </a:cubicBezTo>
                  <a:cubicBezTo>
                    <a:pt x="2612" y="45"/>
                    <a:pt x="2561" y="0"/>
                    <a:pt x="25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296" name="Google Shape;14296;p82"/>
            <p:cNvSpPr/>
            <p:nvPr/>
          </p:nvSpPr>
          <p:spPr>
            <a:xfrm>
              <a:off x="-26421375" y="2481400"/>
              <a:ext cx="96900" cy="104000"/>
            </a:xfrm>
            <a:custGeom>
              <a:avLst/>
              <a:gdLst/>
              <a:ahLst/>
              <a:cxnLst/>
              <a:rect l="l" t="t" r="r" b="b"/>
              <a:pathLst>
                <a:path w="3876" h="4160" extrusionOk="0">
                  <a:moveTo>
                    <a:pt x="1796" y="694"/>
                  </a:moveTo>
                  <a:lnTo>
                    <a:pt x="3151" y="725"/>
                  </a:lnTo>
                  <a:cubicBezTo>
                    <a:pt x="3056" y="1765"/>
                    <a:pt x="2489" y="2741"/>
                    <a:pt x="1638" y="3371"/>
                  </a:cubicBezTo>
                  <a:lnTo>
                    <a:pt x="914" y="2206"/>
                  </a:lnTo>
                  <a:cubicBezTo>
                    <a:pt x="1386" y="1796"/>
                    <a:pt x="1701" y="1292"/>
                    <a:pt x="1796" y="694"/>
                  </a:cubicBezTo>
                  <a:close/>
                  <a:moveTo>
                    <a:pt x="1418" y="0"/>
                  </a:moveTo>
                  <a:cubicBezTo>
                    <a:pt x="1355" y="0"/>
                    <a:pt x="1229" y="32"/>
                    <a:pt x="1197" y="63"/>
                  </a:cubicBezTo>
                  <a:cubicBezTo>
                    <a:pt x="1103" y="158"/>
                    <a:pt x="1071" y="221"/>
                    <a:pt x="1071" y="316"/>
                  </a:cubicBezTo>
                  <a:cubicBezTo>
                    <a:pt x="1071" y="883"/>
                    <a:pt x="756" y="1450"/>
                    <a:pt x="252" y="1765"/>
                  </a:cubicBezTo>
                  <a:cubicBezTo>
                    <a:pt x="95" y="1891"/>
                    <a:pt x="0" y="2080"/>
                    <a:pt x="126" y="2237"/>
                  </a:cubicBezTo>
                  <a:lnTo>
                    <a:pt x="1197" y="4002"/>
                  </a:lnTo>
                  <a:cubicBezTo>
                    <a:pt x="1229" y="4065"/>
                    <a:pt x="1323" y="4128"/>
                    <a:pt x="1386" y="4159"/>
                  </a:cubicBezTo>
                  <a:lnTo>
                    <a:pt x="1481" y="4159"/>
                  </a:lnTo>
                  <a:cubicBezTo>
                    <a:pt x="1544" y="4159"/>
                    <a:pt x="1575" y="4159"/>
                    <a:pt x="1670" y="4128"/>
                  </a:cubicBezTo>
                  <a:cubicBezTo>
                    <a:pt x="2300" y="3718"/>
                    <a:pt x="2836" y="3182"/>
                    <a:pt x="3245" y="2552"/>
                  </a:cubicBezTo>
                  <a:cubicBezTo>
                    <a:pt x="3623" y="1891"/>
                    <a:pt x="3844" y="1135"/>
                    <a:pt x="3875" y="347"/>
                  </a:cubicBezTo>
                  <a:cubicBezTo>
                    <a:pt x="3875" y="189"/>
                    <a:pt x="3718" y="32"/>
                    <a:pt x="3529" y="32"/>
                  </a:cubicBezTo>
                  <a:lnTo>
                    <a:pt x="1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297" name="Google Shape;14297;p82"/>
            <p:cNvSpPr/>
            <p:nvPr/>
          </p:nvSpPr>
          <p:spPr>
            <a:xfrm>
              <a:off x="-26584425" y="2340425"/>
              <a:ext cx="295375" cy="295375"/>
            </a:xfrm>
            <a:custGeom>
              <a:avLst/>
              <a:gdLst/>
              <a:ahLst/>
              <a:cxnLst/>
              <a:rect l="l" t="t" r="r" b="b"/>
              <a:pathLst>
                <a:path w="11815" h="11815" extrusionOk="0">
                  <a:moveTo>
                    <a:pt x="5861" y="693"/>
                  </a:moveTo>
                  <a:cubicBezTo>
                    <a:pt x="7247" y="693"/>
                    <a:pt x="8570" y="1260"/>
                    <a:pt x="9578" y="2237"/>
                  </a:cubicBezTo>
                  <a:cubicBezTo>
                    <a:pt x="10555" y="3214"/>
                    <a:pt x="11090" y="4537"/>
                    <a:pt x="11090" y="5955"/>
                  </a:cubicBezTo>
                  <a:cubicBezTo>
                    <a:pt x="11090" y="7309"/>
                    <a:pt x="10586" y="8632"/>
                    <a:pt x="9578" y="9641"/>
                  </a:cubicBezTo>
                  <a:cubicBezTo>
                    <a:pt x="8570" y="10617"/>
                    <a:pt x="7278" y="11184"/>
                    <a:pt x="5861" y="11184"/>
                  </a:cubicBezTo>
                  <a:cubicBezTo>
                    <a:pt x="4474" y="11184"/>
                    <a:pt x="3151" y="10617"/>
                    <a:pt x="2174" y="9641"/>
                  </a:cubicBezTo>
                  <a:cubicBezTo>
                    <a:pt x="1166" y="8664"/>
                    <a:pt x="631" y="7372"/>
                    <a:pt x="631" y="5955"/>
                  </a:cubicBezTo>
                  <a:cubicBezTo>
                    <a:pt x="631" y="4568"/>
                    <a:pt x="1166" y="3214"/>
                    <a:pt x="2174" y="2237"/>
                  </a:cubicBezTo>
                  <a:cubicBezTo>
                    <a:pt x="3151" y="1260"/>
                    <a:pt x="4443" y="693"/>
                    <a:pt x="5861" y="693"/>
                  </a:cubicBezTo>
                  <a:close/>
                  <a:moveTo>
                    <a:pt x="5892" y="0"/>
                  </a:moveTo>
                  <a:cubicBezTo>
                    <a:pt x="4317" y="0"/>
                    <a:pt x="2836" y="630"/>
                    <a:pt x="1733" y="1733"/>
                  </a:cubicBezTo>
                  <a:cubicBezTo>
                    <a:pt x="631" y="2836"/>
                    <a:pt x="1" y="4316"/>
                    <a:pt x="1" y="5891"/>
                  </a:cubicBezTo>
                  <a:cubicBezTo>
                    <a:pt x="1" y="7467"/>
                    <a:pt x="631" y="8979"/>
                    <a:pt x="1733" y="10082"/>
                  </a:cubicBezTo>
                  <a:cubicBezTo>
                    <a:pt x="2836" y="11184"/>
                    <a:pt x="4317" y="11814"/>
                    <a:pt x="5892" y="11814"/>
                  </a:cubicBezTo>
                  <a:cubicBezTo>
                    <a:pt x="7467" y="11814"/>
                    <a:pt x="8980" y="11184"/>
                    <a:pt x="10082" y="10082"/>
                  </a:cubicBezTo>
                  <a:cubicBezTo>
                    <a:pt x="11185" y="8979"/>
                    <a:pt x="11815" y="7467"/>
                    <a:pt x="11815" y="5891"/>
                  </a:cubicBezTo>
                  <a:cubicBezTo>
                    <a:pt x="11815" y="4379"/>
                    <a:pt x="11185" y="2867"/>
                    <a:pt x="10082" y="1733"/>
                  </a:cubicBezTo>
                  <a:cubicBezTo>
                    <a:pt x="8980" y="630"/>
                    <a:pt x="7467"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298" name="Google Shape;14298;p82"/>
          <p:cNvGrpSpPr/>
          <p:nvPr/>
        </p:nvGrpSpPr>
        <p:grpSpPr>
          <a:xfrm>
            <a:off x="7089202" y="2224555"/>
            <a:ext cx="363523" cy="353419"/>
            <a:chOff x="-26585200" y="2710400"/>
            <a:chExt cx="304025" cy="295575"/>
          </a:xfrm>
        </p:grpSpPr>
        <p:sp>
          <p:nvSpPr>
            <p:cNvPr id="14299" name="Google Shape;14299;p82"/>
            <p:cNvSpPr/>
            <p:nvPr/>
          </p:nvSpPr>
          <p:spPr>
            <a:xfrm>
              <a:off x="-26585200" y="2710400"/>
              <a:ext cx="304025" cy="295575"/>
            </a:xfrm>
            <a:custGeom>
              <a:avLst/>
              <a:gdLst/>
              <a:ahLst/>
              <a:cxnLst/>
              <a:rect l="l" t="t" r="r" b="b"/>
              <a:pathLst>
                <a:path w="12161" h="11823" extrusionOk="0">
                  <a:moveTo>
                    <a:pt x="8711" y="717"/>
                  </a:moveTo>
                  <a:cubicBezTo>
                    <a:pt x="9333" y="717"/>
                    <a:pt x="9956" y="954"/>
                    <a:pt x="10428" y="1426"/>
                  </a:cubicBezTo>
                  <a:cubicBezTo>
                    <a:pt x="11373" y="2371"/>
                    <a:pt x="11373" y="3915"/>
                    <a:pt x="10428" y="4829"/>
                  </a:cubicBezTo>
                  <a:lnTo>
                    <a:pt x="9830" y="5427"/>
                  </a:lnTo>
                  <a:lnTo>
                    <a:pt x="7404" y="3001"/>
                  </a:lnTo>
                  <a:lnTo>
                    <a:pt x="7971" y="2403"/>
                  </a:lnTo>
                  <a:cubicBezTo>
                    <a:pt x="8191" y="2214"/>
                    <a:pt x="8443" y="2088"/>
                    <a:pt x="8727" y="2088"/>
                  </a:cubicBezTo>
                  <a:cubicBezTo>
                    <a:pt x="9011" y="2088"/>
                    <a:pt x="9294" y="2214"/>
                    <a:pt x="9483" y="2403"/>
                  </a:cubicBezTo>
                  <a:cubicBezTo>
                    <a:pt x="9546" y="2466"/>
                    <a:pt x="9633" y="2497"/>
                    <a:pt x="9719" y="2497"/>
                  </a:cubicBezTo>
                  <a:cubicBezTo>
                    <a:pt x="9806" y="2497"/>
                    <a:pt x="9893" y="2466"/>
                    <a:pt x="9956" y="2403"/>
                  </a:cubicBezTo>
                  <a:cubicBezTo>
                    <a:pt x="10082" y="2277"/>
                    <a:pt x="10082" y="2056"/>
                    <a:pt x="9956" y="1930"/>
                  </a:cubicBezTo>
                  <a:cubicBezTo>
                    <a:pt x="9641" y="1615"/>
                    <a:pt x="9200" y="1426"/>
                    <a:pt x="8727" y="1426"/>
                  </a:cubicBezTo>
                  <a:cubicBezTo>
                    <a:pt x="8254" y="1426"/>
                    <a:pt x="7813" y="1615"/>
                    <a:pt x="7530" y="1930"/>
                  </a:cubicBezTo>
                  <a:lnTo>
                    <a:pt x="6931" y="2529"/>
                  </a:lnTo>
                  <a:lnTo>
                    <a:pt x="6459" y="2056"/>
                  </a:lnTo>
                  <a:lnTo>
                    <a:pt x="6994" y="1426"/>
                  </a:lnTo>
                  <a:cubicBezTo>
                    <a:pt x="7467" y="954"/>
                    <a:pt x="8089" y="717"/>
                    <a:pt x="8711" y="717"/>
                  </a:cubicBezTo>
                  <a:close/>
                  <a:moveTo>
                    <a:pt x="2048" y="6372"/>
                  </a:moveTo>
                  <a:lnTo>
                    <a:pt x="4474" y="8830"/>
                  </a:lnTo>
                  <a:lnTo>
                    <a:pt x="3875" y="9397"/>
                  </a:lnTo>
                  <a:cubicBezTo>
                    <a:pt x="3686" y="9602"/>
                    <a:pt x="3426" y="9704"/>
                    <a:pt x="3162" y="9704"/>
                  </a:cubicBezTo>
                  <a:cubicBezTo>
                    <a:pt x="2899" y="9704"/>
                    <a:pt x="2631" y="9602"/>
                    <a:pt x="2426" y="9397"/>
                  </a:cubicBezTo>
                  <a:cubicBezTo>
                    <a:pt x="2363" y="9350"/>
                    <a:pt x="2276" y="9326"/>
                    <a:pt x="2190" y="9326"/>
                  </a:cubicBezTo>
                  <a:cubicBezTo>
                    <a:pt x="2103" y="9326"/>
                    <a:pt x="2016" y="9350"/>
                    <a:pt x="1953" y="9397"/>
                  </a:cubicBezTo>
                  <a:cubicBezTo>
                    <a:pt x="1827" y="9523"/>
                    <a:pt x="1827" y="9775"/>
                    <a:pt x="1953" y="9869"/>
                  </a:cubicBezTo>
                  <a:cubicBezTo>
                    <a:pt x="2331" y="10247"/>
                    <a:pt x="2741" y="10405"/>
                    <a:pt x="3182" y="10405"/>
                  </a:cubicBezTo>
                  <a:cubicBezTo>
                    <a:pt x="3623" y="10405"/>
                    <a:pt x="4096" y="10247"/>
                    <a:pt x="4411" y="9869"/>
                  </a:cubicBezTo>
                  <a:lnTo>
                    <a:pt x="4978" y="9302"/>
                  </a:lnTo>
                  <a:lnTo>
                    <a:pt x="5450" y="9775"/>
                  </a:lnTo>
                  <a:lnTo>
                    <a:pt x="4820" y="10436"/>
                  </a:lnTo>
                  <a:cubicBezTo>
                    <a:pt x="4348" y="10909"/>
                    <a:pt x="3733" y="11145"/>
                    <a:pt x="3119" y="11145"/>
                  </a:cubicBezTo>
                  <a:cubicBezTo>
                    <a:pt x="2505" y="11145"/>
                    <a:pt x="1890" y="10909"/>
                    <a:pt x="1418" y="10436"/>
                  </a:cubicBezTo>
                  <a:cubicBezTo>
                    <a:pt x="473" y="9491"/>
                    <a:pt x="473" y="7948"/>
                    <a:pt x="1449" y="6971"/>
                  </a:cubicBezTo>
                  <a:lnTo>
                    <a:pt x="2048" y="6372"/>
                  </a:lnTo>
                  <a:close/>
                  <a:moveTo>
                    <a:pt x="3151" y="701"/>
                  </a:moveTo>
                  <a:cubicBezTo>
                    <a:pt x="3781" y="701"/>
                    <a:pt x="4411" y="954"/>
                    <a:pt x="4883" y="1426"/>
                  </a:cubicBezTo>
                  <a:lnTo>
                    <a:pt x="10460" y="7002"/>
                  </a:lnTo>
                  <a:cubicBezTo>
                    <a:pt x="11373" y="7948"/>
                    <a:pt x="11373" y="9491"/>
                    <a:pt x="10428" y="10436"/>
                  </a:cubicBezTo>
                  <a:cubicBezTo>
                    <a:pt x="9956" y="10909"/>
                    <a:pt x="9333" y="11145"/>
                    <a:pt x="8711" y="11145"/>
                  </a:cubicBezTo>
                  <a:cubicBezTo>
                    <a:pt x="8089" y="11145"/>
                    <a:pt x="7467" y="10909"/>
                    <a:pt x="6994" y="10436"/>
                  </a:cubicBezTo>
                  <a:lnTo>
                    <a:pt x="6175" y="9617"/>
                  </a:lnTo>
                  <a:lnTo>
                    <a:pt x="5198" y="8641"/>
                  </a:lnTo>
                  <a:lnTo>
                    <a:pt x="2237" y="5679"/>
                  </a:lnTo>
                  <a:lnTo>
                    <a:pt x="1418" y="4860"/>
                  </a:lnTo>
                  <a:cubicBezTo>
                    <a:pt x="473" y="3915"/>
                    <a:pt x="473" y="2371"/>
                    <a:pt x="1418" y="1426"/>
                  </a:cubicBezTo>
                  <a:cubicBezTo>
                    <a:pt x="1890" y="954"/>
                    <a:pt x="2520" y="701"/>
                    <a:pt x="3151" y="701"/>
                  </a:cubicBezTo>
                  <a:close/>
                  <a:moveTo>
                    <a:pt x="8727" y="0"/>
                  </a:moveTo>
                  <a:cubicBezTo>
                    <a:pt x="7931" y="0"/>
                    <a:pt x="7136" y="308"/>
                    <a:pt x="6522" y="922"/>
                  </a:cubicBezTo>
                  <a:lnTo>
                    <a:pt x="5955" y="1489"/>
                  </a:lnTo>
                  <a:lnTo>
                    <a:pt x="5356" y="922"/>
                  </a:lnTo>
                  <a:cubicBezTo>
                    <a:pt x="4757" y="323"/>
                    <a:pt x="3970" y="8"/>
                    <a:pt x="3151" y="8"/>
                  </a:cubicBezTo>
                  <a:cubicBezTo>
                    <a:pt x="2331" y="8"/>
                    <a:pt x="1544" y="323"/>
                    <a:pt x="945" y="922"/>
                  </a:cubicBezTo>
                  <a:cubicBezTo>
                    <a:pt x="347" y="1489"/>
                    <a:pt x="32" y="2277"/>
                    <a:pt x="32" y="3127"/>
                  </a:cubicBezTo>
                  <a:cubicBezTo>
                    <a:pt x="32" y="3946"/>
                    <a:pt x="347" y="4734"/>
                    <a:pt x="945" y="5333"/>
                  </a:cubicBezTo>
                  <a:lnTo>
                    <a:pt x="1544" y="5900"/>
                  </a:lnTo>
                  <a:lnTo>
                    <a:pt x="945" y="6498"/>
                  </a:lnTo>
                  <a:cubicBezTo>
                    <a:pt x="347" y="7097"/>
                    <a:pt x="32" y="7885"/>
                    <a:pt x="0" y="8704"/>
                  </a:cubicBezTo>
                  <a:cubicBezTo>
                    <a:pt x="0" y="9523"/>
                    <a:pt x="315" y="10310"/>
                    <a:pt x="914" y="10909"/>
                  </a:cubicBezTo>
                  <a:cubicBezTo>
                    <a:pt x="1481" y="11508"/>
                    <a:pt x="2331" y="11823"/>
                    <a:pt x="3119" y="11823"/>
                  </a:cubicBezTo>
                  <a:cubicBezTo>
                    <a:pt x="3907" y="11823"/>
                    <a:pt x="4726" y="11508"/>
                    <a:pt x="5324" y="10909"/>
                  </a:cubicBezTo>
                  <a:lnTo>
                    <a:pt x="5892" y="10310"/>
                  </a:lnTo>
                  <a:lnTo>
                    <a:pt x="6490" y="10909"/>
                  </a:lnTo>
                  <a:cubicBezTo>
                    <a:pt x="7089" y="11508"/>
                    <a:pt x="7876" y="11823"/>
                    <a:pt x="8695" y="11823"/>
                  </a:cubicBezTo>
                  <a:cubicBezTo>
                    <a:pt x="9515" y="11823"/>
                    <a:pt x="10302" y="11508"/>
                    <a:pt x="10901" y="10909"/>
                  </a:cubicBezTo>
                  <a:cubicBezTo>
                    <a:pt x="11499" y="10310"/>
                    <a:pt x="11814" y="9523"/>
                    <a:pt x="11814" y="8704"/>
                  </a:cubicBezTo>
                  <a:cubicBezTo>
                    <a:pt x="11846" y="7885"/>
                    <a:pt x="11531" y="7097"/>
                    <a:pt x="10932" y="6498"/>
                  </a:cubicBezTo>
                  <a:lnTo>
                    <a:pt x="10334" y="5900"/>
                  </a:lnTo>
                  <a:lnTo>
                    <a:pt x="10932" y="5333"/>
                  </a:lnTo>
                  <a:cubicBezTo>
                    <a:pt x="12161" y="4104"/>
                    <a:pt x="12161" y="2119"/>
                    <a:pt x="10932" y="922"/>
                  </a:cubicBezTo>
                  <a:cubicBezTo>
                    <a:pt x="10318" y="308"/>
                    <a:pt x="9522" y="0"/>
                    <a:pt x="87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300" name="Google Shape;14300;p82"/>
            <p:cNvSpPr/>
            <p:nvPr/>
          </p:nvSpPr>
          <p:spPr>
            <a:xfrm>
              <a:off x="-26495425" y="2801375"/>
              <a:ext cx="118175" cy="113250"/>
            </a:xfrm>
            <a:custGeom>
              <a:avLst/>
              <a:gdLst/>
              <a:ahLst/>
              <a:cxnLst/>
              <a:rect l="l" t="t" r="r" b="b"/>
              <a:pathLst>
                <a:path w="4727" h="4530" extrusionOk="0">
                  <a:moveTo>
                    <a:pt x="2111" y="749"/>
                  </a:moveTo>
                  <a:cubicBezTo>
                    <a:pt x="2175" y="749"/>
                    <a:pt x="2301" y="780"/>
                    <a:pt x="2364" y="843"/>
                  </a:cubicBezTo>
                  <a:lnTo>
                    <a:pt x="3813" y="2324"/>
                  </a:lnTo>
                  <a:cubicBezTo>
                    <a:pt x="3907" y="2418"/>
                    <a:pt x="3907" y="2639"/>
                    <a:pt x="3813" y="2796"/>
                  </a:cubicBezTo>
                  <a:lnTo>
                    <a:pt x="2805" y="3773"/>
                  </a:lnTo>
                  <a:cubicBezTo>
                    <a:pt x="2757" y="3836"/>
                    <a:pt x="2671" y="3868"/>
                    <a:pt x="2584" y="3868"/>
                  </a:cubicBezTo>
                  <a:cubicBezTo>
                    <a:pt x="2497" y="3868"/>
                    <a:pt x="2411" y="3836"/>
                    <a:pt x="2364" y="3773"/>
                  </a:cubicBezTo>
                  <a:lnTo>
                    <a:pt x="883" y="2324"/>
                  </a:lnTo>
                  <a:cubicBezTo>
                    <a:pt x="788" y="2198"/>
                    <a:pt x="788" y="1946"/>
                    <a:pt x="883" y="1851"/>
                  </a:cubicBezTo>
                  <a:lnTo>
                    <a:pt x="1891" y="843"/>
                  </a:lnTo>
                  <a:cubicBezTo>
                    <a:pt x="1954" y="780"/>
                    <a:pt x="2048" y="749"/>
                    <a:pt x="2111" y="749"/>
                  </a:cubicBezTo>
                  <a:close/>
                  <a:moveTo>
                    <a:pt x="2092" y="0"/>
                  </a:moveTo>
                  <a:cubicBezTo>
                    <a:pt x="1828" y="0"/>
                    <a:pt x="1560" y="103"/>
                    <a:pt x="1355" y="307"/>
                  </a:cubicBezTo>
                  <a:lnTo>
                    <a:pt x="379" y="1284"/>
                  </a:lnTo>
                  <a:cubicBezTo>
                    <a:pt x="1" y="1694"/>
                    <a:pt x="1" y="2355"/>
                    <a:pt x="379" y="2733"/>
                  </a:cubicBezTo>
                  <a:lnTo>
                    <a:pt x="1828" y="4183"/>
                  </a:lnTo>
                  <a:cubicBezTo>
                    <a:pt x="2017" y="4403"/>
                    <a:pt x="2301" y="4529"/>
                    <a:pt x="2584" y="4529"/>
                  </a:cubicBezTo>
                  <a:cubicBezTo>
                    <a:pt x="2868" y="4529"/>
                    <a:pt x="3151" y="4403"/>
                    <a:pt x="3340" y="4183"/>
                  </a:cubicBezTo>
                  <a:lnTo>
                    <a:pt x="4317" y="3206"/>
                  </a:lnTo>
                  <a:cubicBezTo>
                    <a:pt x="4726" y="2828"/>
                    <a:pt x="4726" y="2166"/>
                    <a:pt x="4317" y="1757"/>
                  </a:cubicBezTo>
                  <a:lnTo>
                    <a:pt x="2805" y="307"/>
                  </a:lnTo>
                  <a:cubicBezTo>
                    <a:pt x="2616" y="103"/>
                    <a:pt x="2356" y="0"/>
                    <a:pt x="20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301" name="Google Shape;14301;p82"/>
            <p:cNvSpPr/>
            <p:nvPr/>
          </p:nvSpPr>
          <p:spPr>
            <a:xfrm>
              <a:off x="-26375700" y="295632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302" name="Google Shape;14302;p82"/>
            <p:cNvSpPr/>
            <p:nvPr/>
          </p:nvSpPr>
          <p:spPr>
            <a:xfrm>
              <a:off x="-26339475" y="2920100"/>
              <a:ext cx="18150" cy="18150"/>
            </a:xfrm>
            <a:custGeom>
              <a:avLst/>
              <a:gdLst/>
              <a:ahLst/>
              <a:cxnLst/>
              <a:rect l="l" t="t" r="r" b="b"/>
              <a:pathLst>
                <a:path w="726" h="726" extrusionOk="0">
                  <a:moveTo>
                    <a:pt x="347" y="1"/>
                  </a:moveTo>
                  <a:cubicBezTo>
                    <a:pt x="158" y="1"/>
                    <a:pt x="1" y="158"/>
                    <a:pt x="1" y="347"/>
                  </a:cubicBezTo>
                  <a:cubicBezTo>
                    <a:pt x="1" y="536"/>
                    <a:pt x="158" y="725"/>
                    <a:pt x="347" y="725"/>
                  </a:cubicBezTo>
                  <a:cubicBezTo>
                    <a:pt x="568" y="725"/>
                    <a:pt x="725" y="536"/>
                    <a:pt x="725" y="347"/>
                  </a:cubicBez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303" name="Google Shape;14303;p82"/>
            <p:cNvSpPr/>
            <p:nvPr/>
          </p:nvSpPr>
          <p:spPr>
            <a:xfrm>
              <a:off x="-26363900" y="2895675"/>
              <a:ext cx="17350" cy="17375"/>
            </a:xfrm>
            <a:custGeom>
              <a:avLst/>
              <a:gdLst/>
              <a:ahLst/>
              <a:cxnLst/>
              <a:rect l="l" t="t" r="r" b="b"/>
              <a:pathLst>
                <a:path w="694" h="695" extrusionOk="0">
                  <a:moveTo>
                    <a:pt x="348" y="1"/>
                  </a:moveTo>
                  <a:cubicBezTo>
                    <a:pt x="159" y="1"/>
                    <a:pt x="1" y="159"/>
                    <a:pt x="1" y="348"/>
                  </a:cubicBezTo>
                  <a:cubicBezTo>
                    <a:pt x="1" y="537"/>
                    <a:pt x="159" y="694"/>
                    <a:pt x="348" y="694"/>
                  </a:cubicBezTo>
                  <a:cubicBezTo>
                    <a:pt x="537" y="694"/>
                    <a:pt x="694" y="537"/>
                    <a:pt x="694" y="348"/>
                  </a:cubicBezTo>
                  <a:cubicBezTo>
                    <a:pt x="694" y="159"/>
                    <a:pt x="537"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304" name="Google Shape;14304;p82"/>
            <p:cNvSpPr/>
            <p:nvPr/>
          </p:nvSpPr>
          <p:spPr>
            <a:xfrm>
              <a:off x="-26369400" y="2925625"/>
              <a:ext cx="17350" cy="18125"/>
            </a:xfrm>
            <a:custGeom>
              <a:avLst/>
              <a:gdLst/>
              <a:ahLst/>
              <a:cxnLst/>
              <a:rect l="l" t="t" r="r" b="b"/>
              <a:pathLst>
                <a:path w="694" h="725" extrusionOk="0">
                  <a:moveTo>
                    <a:pt x="347" y="0"/>
                  </a:moveTo>
                  <a:cubicBezTo>
                    <a:pt x="158" y="0"/>
                    <a:pt x="0" y="189"/>
                    <a:pt x="0" y="378"/>
                  </a:cubicBezTo>
                  <a:cubicBezTo>
                    <a:pt x="0"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305" name="Google Shape;14305;p82"/>
            <p:cNvSpPr/>
            <p:nvPr/>
          </p:nvSpPr>
          <p:spPr>
            <a:xfrm>
              <a:off x="-26400125" y="2932125"/>
              <a:ext cx="17350" cy="17150"/>
            </a:xfrm>
            <a:custGeom>
              <a:avLst/>
              <a:gdLst/>
              <a:ahLst/>
              <a:cxnLst/>
              <a:rect l="l" t="t" r="r" b="b"/>
              <a:pathLst>
                <a:path w="694" h="686" extrusionOk="0">
                  <a:moveTo>
                    <a:pt x="343" y="0"/>
                  </a:moveTo>
                  <a:cubicBezTo>
                    <a:pt x="253" y="0"/>
                    <a:pt x="158" y="39"/>
                    <a:pt x="95" y="118"/>
                  </a:cubicBezTo>
                  <a:cubicBezTo>
                    <a:pt x="1" y="244"/>
                    <a:pt x="1" y="465"/>
                    <a:pt x="95" y="591"/>
                  </a:cubicBezTo>
                  <a:cubicBezTo>
                    <a:pt x="158" y="654"/>
                    <a:pt x="253" y="685"/>
                    <a:pt x="343" y="685"/>
                  </a:cubicBezTo>
                  <a:cubicBezTo>
                    <a:pt x="434" y="685"/>
                    <a:pt x="521" y="654"/>
                    <a:pt x="568" y="591"/>
                  </a:cubicBezTo>
                  <a:cubicBezTo>
                    <a:pt x="694" y="465"/>
                    <a:pt x="694" y="244"/>
                    <a:pt x="568" y="118"/>
                  </a:cubicBezTo>
                  <a:cubicBezTo>
                    <a:pt x="521" y="39"/>
                    <a:pt x="434" y="0"/>
                    <a:pt x="3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306" name="Google Shape;14306;p82"/>
            <p:cNvSpPr/>
            <p:nvPr/>
          </p:nvSpPr>
          <p:spPr>
            <a:xfrm>
              <a:off x="-26528500" y="2804325"/>
              <a:ext cx="18125" cy="17350"/>
            </a:xfrm>
            <a:custGeom>
              <a:avLst/>
              <a:gdLst/>
              <a:ahLst/>
              <a:cxnLst/>
              <a:rect l="l" t="t" r="r" b="b"/>
              <a:pathLst>
                <a:path w="725" h="694" extrusionOk="0">
                  <a:moveTo>
                    <a:pt x="347" y="0"/>
                  </a:moveTo>
                  <a:cubicBezTo>
                    <a:pt x="158" y="0"/>
                    <a:pt x="0" y="158"/>
                    <a:pt x="0" y="347"/>
                  </a:cubicBezTo>
                  <a:cubicBezTo>
                    <a:pt x="0" y="536"/>
                    <a:pt x="158" y="694"/>
                    <a:pt x="347" y="694"/>
                  </a:cubicBezTo>
                  <a:cubicBezTo>
                    <a:pt x="568" y="694"/>
                    <a:pt x="725" y="536"/>
                    <a:pt x="725" y="347"/>
                  </a:cubicBez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307" name="Google Shape;14307;p82"/>
            <p:cNvSpPr/>
            <p:nvPr/>
          </p:nvSpPr>
          <p:spPr>
            <a:xfrm>
              <a:off x="-26490700" y="2768100"/>
              <a:ext cx="17350" cy="17150"/>
            </a:xfrm>
            <a:custGeom>
              <a:avLst/>
              <a:gdLst/>
              <a:ahLst/>
              <a:cxnLst/>
              <a:rect l="l" t="t" r="r" b="b"/>
              <a:pathLst>
                <a:path w="694" h="686" extrusionOk="0">
                  <a:moveTo>
                    <a:pt x="343" y="0"/>
                  </a:moveTo>
                  <a:cubicBezTo>
                    <a:pt x="253" y="0"/>
                    <a:pt x="158" y="32"/>
                    <a:pt x="95" y="95"/>
                  </a:cubicBezTo>
                  <a:cubicBezTo>
                    <a:pt x="1" y="221"/>
                    <a:pt x="1" y="441"/>
                    <a:pt x="95" y="567"/>
                  </a:cubicBezTo>
                  <a:cubicBezTo>
                    <a:pt x="158" y="646"/>
                    <a:pt x="237" y="685"/>
                    <a:pt x="320" y="685"/>
                  </a:cubicBezTo>
                  <a:cubicBezTo>
                    <a:pt x="402" y="685"/>
                    <a:pt x="489" y="646"/>
                    <a:pt x="568" y="567"/>
                  </a:cubicBezTo>
                  <a:cubicBezTo>
                    <a:pt x="694" y="441"/>
                    <a:pt x="694" y="221"/>
                    <a:pt x="568" y="95"/>
                  </a:cubicBezTo>
                  <a:cubicBezTo>
                    <a:pt x="521" y="32"/>
                    <a:pt x="434" y="0"/>
                    <a:pt x="3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308" name="Google Shape;14308;p82"/>
            <p:cNvSpPr/>
            <p:nvPr/>
          </p:nvSpPr>
          <p:spPr>
            <a:xfrm>
              <a:off x="-26515100" y="2742900"/>
              <a:ext cx="17350" cy="18125"/>
            </a:xfrm>
            <a:custGeom>
              <a:avLst/>
              <a:gdLst/>
              <a:ahLst/>
              <a:cxnLst/>
              <a:rect l="l" t="t" r="r" b="b"/>
              <a:pathLst>
                <a:path w="694" h="725" extrusionOk="0">
                  <a:moveTo>
                    <a:pt x="347" y="0"/>
                  </a:moveTo>
                  <a:cubicBezTo>
                    <a:pt x="158" y="0"/>
                    <a:pt x="0" y="158"/>
                    <a:pt x="0" y="347"/>
                  </a:cubicBezTo>
                  <a:cubicBezTo>
                    <a:pt x="0" y="536"/>
                    <a:pt x="158" y="725"/>
                    <a:pt x="347" y="725"/>
                  </a:cubicBezTo>
                  <a:cubicBezTo>
                    <a:pt x="536" y="725"/>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309" name="Google Shape;14309;p82"/>
            <p:cNvSpPr/>
            <p:nvPr/>
          </p:nvSpPr>
          <p:spPr>
            <a:xfrm>
              <a:off x="-26522200" y="2774400"/>
              <a:ext cx="17350" cy="15975"/>
            </a:xfrm>
            <a:custGeom>
              <a:avLst/>
              <a:gdLst/>
              <a:ahLst/>
              <a:cxnLst/>
              <a:rect l="l" t="t" r="r" b="b"/>
              <a:pathLst>
                <a:path w="694" h="639" extrusionOk="0">
                  <a:moveTo>
                    <a:pt x="355" y="0"/>
                  </a:moveTo>
                  <a:cubicBezTo>
                    <a:pt x="268" y="0"/>
                    <a:pt x="174" y="32"/>
                    <a:pt x="95" y="95"/>
                  </a:cubicBezTo>
                  <a:cubicBezTo>
                    <a:pt x="0" y="189"/>
                    <a:pt x="0" y="441"/>
                    <a:pt x="95" y="567"/>
                  </a:cubicBezTo>
                  <a:cubicBezTo>
                    <a:pt x="158" y="615"/>
                    <a:pt x="253" y="638"/>
                    <a:pt x="343" y="638"/>
                  </a:cubicBezTo>
                  <a:cubicBezTo>
                    <a:pt x="434" y="638"/>
                    <a:pt x="520" y="615"/>
                    <a:pt x="568" y="567"/>
                  </a:cubicBezTo>
                  <a:cubicBezTo>
                    <a:pt x="694" y="441"/>
                    <a:pt x="694" y="189"/>
                    <a:pt x="568" y="95"/>
                  </a:cubicBezTo>
                  <a:cubicBezTo>
                    <a:pt x="520" y="32"/>
                    <a:pt x="442" y="0"/>
                    <a:pt x="3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310" name="Google Shape;14310;p82"/>
            <p:cNvSpPr/>
            <p:nvPr/>
          </p:nvSpPr>
          <p:spPr>
            <a:xfrm>
              <a:off x="-26552925" y="2779125"/>
              <a:ext cx="17350" cy="18125"/>
            </a:xfrm>
            <a:custGeom>
              <a:avLst/>
              <a:gdLst/>
              <a:ahLst/>
              <a:cxnLst/>
              <a:rect l="l" t="t" r="r" b="b"/>
              <a:pathLst>
                <a:path w="694" h="725" extrusionOk="0">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311" name="Google Shape;14311;p82"/>
          <p:cNvGrpSpPr/>
          <p:nvPr/>
        </p:nvGrpSpPr>
        <p:grpSpPr>
          <a:xfrm>
            <a:off x="5744337" y="2666033"/>
            <a:ext cx="354136" cy="353210"/>
            <a:chOff x="-24709875" y="1970225"/>
            <a:chExt cx="296175" cy="295400"/>
          </a:xfrm>
        </p:grpSpPr>
        <p:sp>
          <p:nvSpPr>
            <p:cNvPr id="14312" name="Google Shape;14312;p82"/>
            <p:cNvSpPr/>
            <p:nvPr/>
          </p:nvSpPr>
          <p:spPr>
            <a:xfrm>
              <a:off x="-24709875" y="1970225"/>
              <a:ext cx="296175" cy="295400"/>
            </a:xfrm>
            <a:custGeom>
              <a:avLst/>
              <a:gdLst/>
              <a:ahLst/>
              <a:cxnLst/>
              <a:rect l="l" t="t" r="r" b="b"/>
              <a:pathLst>
                <a:path w="11847" h="11816" extrusionOk="0">
                  <a:moveTo>
                    <a:pt x="9767" y="1450"/>
                  </a:moveTo>
                  <a:cubicBezTo>
                    <a:pt x="9956" y="1450"/>
                    <a:pt x="10366" y="1545"/>
                    <a:pt x="10681" y="1734"/>
                  </a:cubicBezTo>
                  <a:cubicBezTo>
                    <a:pt x="11027" y="1923"/>
                    <a:pt x="11153" y="2080"/>
                    <a:pt x="11153" y="2175"/>
                  </a:cubicBezTo>
                  <a:cubicBezTo>
                    <a:pt x="11153" y="2238"/>
                    <a:pt x="11027" y="2395"/>
                    <a:pt x="10681" y="2584"/>
                  </a:cubicBezTo>
                  <a:cubicBezTo>
                    <a:pt x="10334" y="2773"/>
                    <a:pt x="9956" y="2868"/>
                    <a:pt x="9767" y="2868"/>
                  </a:cubicBezTo>
                  <a:cubicBezTo>
                    <a:pt x="9389" y="2868"/>
                    <a:pt x="9042" y="2553"/>
                    <a:pt x="9042" y="2175"/>
                  </a:cubicBezTo>
                  <a:cubicBezTo>
                    <a:pt x="9105" y="1765"/>
                    <a:pt x="9420" y="1450"/>
                    <a:pt x="9767" y="1450"/>
                  </a:cubicBezTo>
                  <a:close/>
                  <a:moveTo>
                    <a:pt x="4915" y="694"/>
                  </a:moveTo>
                  <a:cubicBezTo>
                    <a:pt x="5671" y="694"/>
                    <a:pt x="6301" y="1324"/>
                    <a:pt x="6301" y="2080"/>
                  </a:cubicBezTo>
                  <a:cubicBezTo>
                    <a:pt x="6301" y="2584"/>
                    <a:pt x="6018" y="3025"/>
                    <a:pt x="5577" y="3309"/>
                  </a:cubicBezTo>
                  <a:lnTo>
                    <a:pt x="5577" y="3151"/>
                  </a:lnTo>
                  <a:cubicBezTo>
                    <a:pt x="5577" y="2553"/>
                    <a:pt x="5104" y="2112"/>
                    <a:pt x="4569" y="2112"/>
                  </a:cubicBezTo>
                  <a:lnTo>
                    <a:pt x="1418" y="2112"/>
                  </a:lnTo>
                  <a:cubicBezTo>
                    <a:pt x="1009" y="2112"/>
                    <a:pt x="693" y="1797"/>
                    <a:pt x="693" y="1419"/>
                  </a:cubicBezTo>
                  <a:cubicBezTo>
                    <a:pt x="693" y="1009"/>
                    <a:pt x="1009" y="694"/>
                    <a:pt x="1418" y="694"/>
                  </a:cubicBezTo>
                  <a:close/>
                  <a:moveTo>
                    <a:pt x="725" y="2584"/>
                  </a:moveTo>
                  <a:cubicBezTo>
                    <a:pt x="914" y="2710"/>
                    <a:pt x="1135" y="2805"/>
                    <a:pt x="1418" y="2805"/>
                  </a:cubicBezTo>
                  <a:lnTo>
                    <a:pt x="4569" y="2805"/>
                  </a:lnTo>
                  <a:cubicBezTo>
                    <a:pt x="4758" y="2805"/>
                    <a:pt x="4915" y="2962"/>
                    <a:pt x="4915" y="3151"/>
                  </a:cubicBezTo>
                  <a:lnTo>
                    <a:pt x="4915" y="3498"/>
                  </a:lnTo>
                  <a:lnTo>
                    <a:pt x="2458" y="3498"/>
                  </a:lnTo>
                  <a:cubicBezTo>
                    <a:pt x="1859" y="3498"/>
                    <a:pt x="1418" y="3970"/>
                    <a:pt x="1418" y="4538"/>
                  </a:cubicBezTo>
                  <a:lnTo>
                    <a:pt x="1418" y="6270"/>
                  </a:lnTo>
                  <a:cubicBezTo>
                    <a:pt x="1009" y="6113"/>
                    <a:pt x="725" y="5703"/>
                    <a:pt x="725" y="5262"/>
                  </a:cubicBezTo>
                  <a:lnTo>
                    <a:pt x="725" y="2584"/>
                  </a:lnTo>
                  <a:close/>
                  <a:moveTo>
                    <a:pt x="10460" y="4884"/>
                  </a:moveTo>
                  <a:cubicBezTo>
                    <a:pt x="10870" y="4884"/>
                    <a:pt x="11185" y="5199"/>
                    <a:pt x="11185" y="5577"/>
                  </a:cubicBezTo>
                  <a:cubicBezTo>
                    <a:pt x="11185" y="5987"/>
                    <a:pt x="10870" y="6302"/>
                    <a:pt x="10460" y="6302"/>
                  </a:cubicBezTo>
                  <a:cubicBezTo>
                    <a:pt x="10082" y="6302"/>
                    <a:pt x="9767" y="5987"/>
                    <a:pt x="9767" y="5577"/>
                  </a:cubicBezTo>
                  <a:cubicBezTo>
                    <a:pt x="9767" y="5199"/>
                    <a:pt x="10082" y="4884"/>
                    <a:pt x="10460" y="4884"/>
                  </a:cubicBezTo>
                  <a:close/>
                  <a:moveTo>
                    <a:pt x="6301" y="3655"/>
                  </a:moveTo>
                  <a:lnTo>
                    <a:pt x="6301" y="6648"/>
                  </a:lnTo>
                  <a:cubicBezTo>
                    <a:pt x="6301" y="7247"/>
                    <a:pt x="5829" y="7657"/>
                    <a:pt x="5293" y="7657"/>
                  </a:cubicBezTo>
                  <a:lnTo>
                    <a:pt x="2458" y="7657"/>
                  </a:lnTo>
                  <a:cubicBezTo>
                    <a:pt x="2439" y="7659"/>
                    <a:pt x="2420" y="7661"/>
                    <a:pt x="2402" y="7661"/>
                  </a:cubicBezTo>
                  <a:cubicBezTo>
                    <a:pt x="2211" y="7661"/>
                    <a:pt x="2080" y="7517"/>
                    <a:pt x="2080" y="7373"/>
                  </a:cubicBezTo>
                  <a:lnTo>
                    <a:pt x="2080" y="4538"/>
                  </a:lnTo>
                  <a:cubicBezTo>
                    <a:pt x="2080" y="4317"/>
                    <a:pt x="2237" y="4159"/>
                    <a:pt x="2458" y="4159"/>
                  </a:cubicBezTo>
                  <a:lnTo>
                    <a:pt x="4915" y="4159"/>
                  </a:lnTo>
                  <a:cubicBezTo>
                    <a:pt x="5073" y="4159"/>
                    <a:pt x="5199" y="4159"/>
                    <a:pt x="5325" y="4128"/>
                  </a:cubicBezTo>
                  <a:lnTo>
                    <a:pt x="5356" y="4128"/>
                  </a:lnTo>
                  <a:cubicBezTo>
                    <a:pt x="5703" y="4033"/>
                    <a:pt x="6081" y="3907"/>
                    <a:pt x="6301" y="3655"/>
                  </a:cubicBezTo>
                  <a:close/>
                  <a:moveTo>
                    <a:pt x="1387" y="1"/>
                  </a:moveTo>
                  <a:cubicBezTo>
                    <a:pt x="630" y="1"/>
                    <a:pt x="0" y="631"/>
                    <a:pt x="0" y="1387"/>
                  </a:cubicBezTo>
                  <a:lnTo>
                    <a:pt x="0" y="5231"/>
                  </a:lnTo>
                  <a:cubicBezTo>
                    <a:pt x="0" y="6050"/>
                    <a:pt x="599" y="6774"/>
                    <a:pt x="1387" y="6932"/>
                  </a:cubicBezTo>
                  <a:lnTo>
                    <a:pt x="1387" y="7310"/>
                  </a:lnTo>
                  <a:cubicBezTo>
                    <a:pt x="1387" y="7909"/>
                    <a:pt x="1859" y="8350"/>
                    <a:pt x="2395" y="8350"/>
                  </a:cubicBezTo>
                  <a:lnTo>
                    <a:pt x="3497" y="8350"/>
                  </a:lnTo>
                  <a:cubicBezTo>
                    <a:pt x="3592" y="10271"/>
                    <a:pt x="5199" y="11815"/>
                    <a:pt x="7120" y="11815"/>
                  </a:cubicBezTo>
                  <a:cubicBezTo>
                    <a:pt x="8066" y="11815"/>
                    <a:pt x="9011" y="11311"/>
                    <a:pt x="9735" y="10366"/>
                  </a:cubicBezTo>
                  <a:cubicBezTo>
                    <a:pt x="10397" y="9515"/>
                    <a:pt x="10744" y="8413"/>
                    <a:pt x="10744" y="7467"/>
                  </a:cubicBezTo>
                  <a:lnTo>
                    <a:pt x="10744" y="6932"/>
                  </a:lnTo>
                  <a:cubicBezTo>
                    <a:pt x="11342" y="6774"/>
                    <a:pt x="11783" y="6207"/>
                    <a:pt x="11783" y="5577"/>
                  </a:cubicBezTo>
                  <a:cubicBezTo>
                    <a:pt x="11846" y="4853"/>
                    <a:pt x="11216" y="4222"/>
                    <a:pt x="10460" y="4222"/>
                  </a:cubicBezTo>
                  <a:cubicBezTo>
                    <a:pt x="9735" y="4222"/>
                    <a:pt x="9105" y="4821"/>
                    <a:pt x="9105" y="5577"/>
                  </a:cubicBezTo>
                  <a:cubicBezTo>
                    <a:pt x="9105" y="6207"/>
                    <a:pt x="9515" y="6774"/>
                    <a:pt x="10113" y="6932"/>
                  </a:cubicBezTo>
                  <a:lnTo>
                    <a:pt x="10113" y="7467"/>
                  </a:lnTo>
                  <a:cubicBezTo>
                    <a:pt x="10113" y="8318"/>
                    <a:pt x="9798" y="9200"/>
                    <a:pt x="9200" y="9956"/>
                  </a:cubicBezTo>
                  <a:cubicBezTo>
                    <a:pt x="8633" y="10712"/>
                    <a:pt x="7908" y="11154"/>
                    <a:pt x="7152" y="11154"/>
                  </a:cubicBezTo>
                  <a:cubicBezTo>
                    <a:pt x="5577" y="11154"/>
                    <a:pt x="4317" y="9925"/>
                    <a:pt x="4222" y="8381"/>
                  </a:cubicBezTo>
                  <a:lnTo>
                    <a:pt x="4915" y="8381"/>
                  </a:lnTo>
                  <a:cubicBezTo>
                    <a:pt x="5010" y="8791"/>
                    <a:pt x="5199" y="9106"/>
                    <a:pt x="5514" y="9358"/>
                  </a:cubicBezTo>
                  <a:cubicBezTo>
                    <a:pt x="5829" y="9641"/>
                    <a:pt x="6238" y="9767"/>
                    <a:pt x="6648" y="9767"/>
                  </a:cubicBezTo>
                  <a:cubicBezTo>
                    <a:pt x="6742" y="9767"/>
                    <a:pt x="6837" y="9767"/>
                    <a:pt x="6931" y="9736"/>
                  </a:cubicBezTo>
                  <a:cubicBezTo>
                    <a:pt x="7751" y="9610"/>
                    <a:pt x="8381" y="8822"/>
                    <a:pt x="8381" y="7940"/>
                  </a:cubicBezTo>
                  <a:lnTo>
                    <a:pt x="8381" y="3183"/>
                  </a:lnTo>
                  <a:cubicBezTo>
                    <a:pt x="8381" y="3025"/>
                    <a:pt x="8412" y="2868"/>
                    <a:pt x="8507" y="2710"/>
                  </a:cubicBezTo>
                  <a:cubicBezTo>
                    <a:pt x="8696" y="3183"/>
                    <a:pt x="9200" y="3529"/>
                    <a:pt x="9767" y="3529"/>
                  </a:cubicBezTo>
                  <a:cubicBezTo>
                    <a:pt x="10113" y="3529"/>
                    <a:pt x="10586" y="3435"/>
                    <a:pt x="11027" y="3183"/>
                  </a:cubicBezTo>
                  <a:cubicBezTo>
                    <a:pt x="11563" y="2899"/>
                    <a:pt x="11846" y="2521"/>
                    <a:pt x="11846" y="2175"/>
                  </a:cubicBezTo>
                  <a:cubicBezTo>
                    <a:pt x="11846" y="1765"/>
                    <a:pt x="11531" y="1419"/>
                    <a:pt x="11027" y="1135"/>
                  </a:cubicBezTo>
                  <a:cubicBezTo>
                    <a:pt x="10618" y="946"/>
                    <a:pt x="10113" y="788"/>
                    <a:pt x="9767" y="788"/>
                  </a:cubicBezTo>
                  <a:cubicBezTo>
                    <a:pt x="9137" y="788"/>
                    <a:pt x="8570" y="1198"/>
                    <a:pt x="8412" y="1765"/>
                  </a:cubicBezTo>
                  <a:cubicBezTo>
                    <a:pt x="7940" y="2080"/>
                    <a:pt x="7688" y="2647"/>
                    <a:pt x="7688" y="3183"/>
                  </a:cubicBezTo>
                  <a:lnTo>
                    <a:pt x="7688" y="7940"/>
                  </a:lnTo>
                  <a:cubicBezTo>
                    <a:pt x="7688" y="8507"/>
                    <a:pt x="7310" y="8980"/>
                    <a:pt x="6805" y="9043"/>
                  </a:cubicBezTo>
                  <a:cubicBezTo>
                    <a:pt x="6740" y="9056"/>
                    <a:pt x="6674" y="9062"/>
                    <a:pt x="6609" y="9062"/>
                  </a:cubicBezTo>
                  <a:cubicBezTo>
                    <a:pt x="6363" y="9062"/>
                    <a:pt x="6129" y="8972"/>
                    <a:pt x="5955" y="8822"/>
                  </a:cubicBezTo>
                  <a:cubicBezTo>
                    <a:pt x="5797" y="8696"/>
                    <a:pt x="5671" y="8507"/>
                    <a:pt x="5640" y="8350"/>
                  </a:cubicBezTo>
                  <a:cubicBezTo>
                    <a:pt x="6427" y="8161"/>
                    <a:pt x="6963" y="7467"/>
                    <a:pt x="6963" y="6648"/>
                  </a:cubicBezTo>
                  <a:lnTo>
                    <a:pt x="6963" y="2427"/>
                  </a:lnTo>
                  <a:lnTo>
                    <a:pt x="6963" y="2080"/>
                  </a:lnTo>
                  <a:cubicBezTo>
                    <a:pt x="6963" y="946"/>
                    <a:pt x="6018" y="1"/>
                    <a:pt x="48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313" name="Google Shape;14313;p82"/>
            <p:cNvSpPr/>
            <p:nvPr/>
          </p:nvSpPr>
          <p:spPr>
            <a:xfrm>
              <a:off x="-24639775" y="209232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314" name="Google Shape;14314;p82"/>
          <p:cNvGrpSpPr/>
          <p:nvPr/>
        </p:nvGrpSpPr>
        <p:grpSpPr>
          <a:xfrm>
            <a:off x="5776352" y="3112911"/>
            <a:ext cx="290107" cy="354107"/>
            <a:chOff x="-24683100" y="2340425"/>
            <a:chExt cx="242625" cy="296150"/>
          </a:xfrm>
        </p:grpSpPr>
        <p:sp>
          <p:nvSpPr>
            <p:cNvPr id="14315" name="Google Shape;14315;p82"/>
            <p:cNvSpPr/>
            <p:nvPr/>
          </p:nvSpPr>
          <p:spPr>
            <a:xfrm>
              <a:off x="-24683100" y="2392400"/>
              <a:ext cx="104000" cy="244175"/>
            </a:xfrm>
            <a:custGeom>
              <a:avLst/>
              <a:gdLst/>
              <a:ahLst/>
              <a:cxnLst/>
              <a:rect l="l" t="t" r="r" b="b"/>
              <a:pathLst>
                <a:path w="4160" h="9767" extrusionOk="0">
                  <a:moveTo>
                    <a:pt x="2080" y="725"/>
                  </a:moveTo>
                  <a:cubicBezTo>
                    <a:pt x="2836" y="725"/>
                    <a:pt x="3466" y="1324"/>
                    <a:pt x="3466" y="2080"/>
                  </a:cubicBezTo>
                  <a:lnTo>
                    <a:pt x="3466" y="4537"/>
                  </a:lnTo>
                  <a:lnTo>
                    <a:pt x="694" y="4537"/>
                  </a:lnTo>
                  <a:lnTo>
                    <a:pt x="694" y="2080"/>
                  </a:lnTo>
                  <a:cubicBezTo>
                    <a:pt x="694" y="1324"/>
                    <a:pt x="1324" y="725"/>
                    <a:pt x="2080" y="725"/>
                  </a:cubicBezTo>
                  <a:close/>
                  <a:moveTo>
                    <a:pt x="3466" y="5230"/>
                  </a:moveTo>
                  <a:lnTo>
                    <a:pt x="3466" y="7688"/>
                  </a:lnTo>
                  <a:cubicBezTo>
                    <a:pt x="3498" y="8475"/>
                    <a:pt x="2867" y="9074"/>
                    <a:pt x="2080" y="9074"/>
                  </a:cubicBezTo>
                  <a:cubicBezTo>
                    <a:pt x="1324" y="9074"/>
                    <a:pt x="694" y="8444"/>
                    <a:pt x="694" y="7688"/>
                  </a:cubicBezTo>
                  <a:lnTo>
                    <a:pt x="694" y="5230"/>
                  </a:lnTo>
                  <a:close/>
                  <a:moveTo>
                    <a:pt x="2080" y="0"/>
                  </a:moveTo>
                  <a:cubicBezTo>
                    <a:pt x="946" y="0"/>
                    <a:pt x="1" y="946"/>
                    <a:pt x="1" y="2080"/>
                  </a:cubicBezTo>
                  <a:lnTo>
                    <a:pt x="1" y="7688"/>
                  </a:lnTo>
                  <a:cubicBezTo>
                    <a:pt x="1" y="8822"/>
                    <a:pt x="946" y="9767"/>
                    <a:pt x="2080" y="9767"/>
                  </a:cubicBezTo>
                  <a:cubicBezTo>
                    <a:pt x="3214" y="9767"/>
                    <a:pt x="4159" y="8822"/>
                    <a:pt x="4159" y="7688"/>
                  </a:cubicBezTo>
                  <a:lnTo>
                    <a:pt x="4159" y="2080"/>
                  </a:lnTo>
                  <a:cubicBezTo>
                    <a:pt x="4159" y="946"/>
                    <a:pt x="3246"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316" name="Google Shape;14316;p82"/>
            <p:cNvSpPr/>
            <p:nvPr/>
          </p:nvSpPr>
          <p:spPr>
            <a:xfrm>
              <a:off x="-24649225" y="2541250"/>
              <a:ext cx="26800" cy="60675"/>
            </a:xfrm>
            <a:custGeom>
              <a:avLst/>
              <a:gdLst/>
              <a:ahLst/>
              <a:cxnLst/>
              <a:rect l="l" t="t" r="r" b="b"/>
              <a:pathLst>
                <a:path w="1072" h="2427" extrusionOk="0">
                  <a:moveTo>
                    <a:pt x="378" y="1"/>
                  </a:moveTo>
                  <a:cubicBezTo>
                    <a:pt x="158" y="1"/>
                    <a:pt x="0" y="158"/>
                    <a:pt x="0" y="347"/>
                  </a:cubicBezTo>
                  <a:lnTo>
                    <a:pt x="0" y="1734"/>
                  </a:lnTo>
                  <a:cubicBezTo>
                    <a:pt x="0" y="2112"/>
                    <a:pt x="315" y="2427"/>
                    <a:pt x="725" y="2427"/>
                  </a:cubicBezTo>
                  <a:cubicBezTo>
                    <a:pt x="914" y="2427"/>
                    <a:pt x="1071" y="2269"/>
                    <a:pt x="1071" y="2080"/>
                  </a:cubicBezTo>
                  <a:cubicBezTo>
                    <a:pt x="1071" y="1891"/>
                    <a:pt x="914" y="1734"/>
                    <a:pt x="725" y="1734"/>
                  </a:cubicBezTo>
                  <a:lnTo>
                    <a:pt x="725" y="347"/>
                  </a:ln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317" name="Google Shape;14317;p82"/>
            <p:cNvSpPr/>
            <p:nvPr/>
          </p:nvSpPr>
          <p:spPr>
            <a:xfrm>
              <a:off x="-24544475" y="2340425"/>
              <a:ext cx="104000" cy="244175"/>
            </a:xfrm>
            <a:custGeom>
              <a:avLst/>
              <a:gdLst/>
              <a:ahLst/>
              <a:cxnLst/>
              <a:rect l="l" t="t" r="r" b="b"/>
              <a:pathLst>
                <a:path w="4160" h="9767" extrusionOk="0">
                  <a:moveTo>
                    <a:pt x="2080" y="693"/>
                  </a:moveTo>
                  <a:cubicBezTo>
                    <a:pt x="2836" y="693"/>
                    <a:pt x="3466" y="1323"/>
                    <a:pt x="3466" y="2079"/>
                  </a:cubicBezTo>
                  <a:lnTo>
                    <a:pt x="3466" y="4537"/>
                  </a:lnTo>
                  <a:lnTo>
                    <a:pt x="694" y="4537"/>
                  </a:lnTo>
                  <a:lnTo>
                    <a:pt x="694" y="2079"/>
                  </a:lnTo>
                  <a:cubicBezTo>
                    <a:pt x="694" y="1323"/>
                    <a:pt x="1324" y="693"/>
                    <a:pt x="2080" y="693"/>
                  </a:cubicBezTo>
                  <a:close/>
                  <a:moveTo>
                    <a:pt x="3466" y="5261"/>
                  </a:moveTo>
                  <a:lnTo>
                    <a:pt x="3466" y="7719"/>
                  </a:lnTo>
                  <a:cubicBezTo>
                    <a:pt x="3497" y="8475"/>
                    <a:pt x="2867" y="9105"/>
                    <a:pt x="2080" y="9105"/>
                  </a:cubicBezTo>
                  <a:cubicBezTo>
                    <a:pt x="1324" y="9105"/>
                    <a:pt x="694" y="8475"/>
                    <a:pt x="694" y="7719"/>
                  </a:cubicBezTo>
                  <a:lnTo>
                    <a:pt x="694" y="5261"/>
                  </a:lnTo>
                  <a:close/>
                  <a:moveTo>
                    <a:pt x="2080" y="0"/>
                  </a:moveTo>
                  <a:cubicBezTo>
                    <a:pt x="946" y="0"/>
                    <a:pt x="0" y="945"/>
                    <a:pt x="0" y="2079"/>
                  </a:cubicBezTo>
                  <a:lnTo>
                    <a:pt x="0" y="7687"/>
                  </a:lnTo>
                  <a:cubicBezTo>
                    <a:pt x="0" y="8821"/>
                    <a:pt x="946" y="9767"/>
                    <a:pt x="2080" y="9767"/>
                  </a:cubicBezTo>
                  <a:cubicBezTo>
                    <a:pt x="3214" y="9767"/>
                    <a:pt x="4159" y="8821"/>
                    <a:pt x="4159" y="7687"/>
                  </a:cubicBezTo>
                  <a:lnTo>
                    <a:pt x="4159" y="2079"/>
                  </a:lnTo>
                  <a:cubicBezTo>
                    <a:pt x="4159" y="945"/>
                    <a:pt x="3277"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318" name="Google Shape;14318;p82"/>
            <p:cNvSpPr/>
            <p:nvPr/>
          </p:nvSpPr>
          <p:spPr>
            <a:xfrm>
              <a:off x="-24501150" y="2375075"/>
              <a:ext cx="26800" cy="60675"/>
            </a:xfrm>
            <a:custGeom>
              <a:avLst/>
              <a:gdLst/>
              <a:ahLst/>
              <a:cxnLst/>
              <a:rect l="l" t="t" r="r" b="b"/>
              <a:pathLst>
                <a:path w="1072" h="2427" extrusionOk="0">
                  <a:moveTo>
                    <a:pt x="347" y="0"/>
                  </a:moveTo>
                  <a:cubicBezTo>
                    <a:pt x="158" y="0"/>
                    <a:pt x="0" y="158"/>
                    <a:pt x="0" y="347"/>
                  </a:cubicBezTo>
                  <a:cubicBezTo>
                    <a:pt x="32" y="536"/>
                    <a:pt x="189" y="693"/>
                    <a:pt x="347" y="693"/>
                  </a:cubicBezTo>
                  <a:lnTo>
                    <a:pt x="347" y="2080"/>
                  </a:lnTo>
                  <a:cubicBezTo>
                    <a:pt x="347" y="2269"/>
                    <a:pt x="504" y="2426"/>
                    <a:pt x="693" y="2426"/>
                  </a:cubicBezTo>
                  <a:cubicBezTo>
                    <a:pt x="914" y="2426"/>
                    <a:pt x="1071" y="2269"/>
                    <a:pt x="1071" y="2080"/>
                  </a:cubicBezTo>
                  <a:lnTo>
                    <a:pt x="1071" y="693"/>
                  </a:lnTo>
                  <a:cubicBezTo>
                    <a:pt x="1071" y="315"/>
                    <a:pt x="75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4319" name="Google Shape;14319;p82"/>
          <p:cNvSpPr/>
          <p:nvPr/>
        </p:nvSpPr>
        <p:spPr>
          <a:xfrm>
            <a:off x="5776789" y="3554076"/>
            <a:ext cx="290077" cy="354136"/>
          </a:xfrm>
          <a:custGeom>
            <a:avLst/>
            <a:gdLst/>
            <a:ahLst/>
            <a:cxnLst/>
            <a:rect l="l" t="t" r="r" b="b"/>
            <a:pathLst>
              <a:path w="9704" h="11847" extrusionOk="0">
                <a:moveTo>
                  <a:pt x="7593" y="693"/>
                </a:moveTo>
                <a:lnTo>
                  <a:pt x="7593" y="1418"/>
                </a:lnTo>
                <a:lnTo>
                  <a:pt x="6900" y="1418"/>
                </a:lnTo>
                <a:lnTo>
                  <a:pt x="6900" y="693"/>
                </a:lnTo>
                <a:close/>
                <a:moveTo>
                  <a:pt x="7939" y="2080"/>
                </a:moveTo>
                <a:cubicBezTo>
                  <a:pt x="8160" y="2080"/>
                  <a:pt x="8317" y="2237"/>
                  <a:pt x="8317" y="2426"/>
                </a:cubicBezTo>
                <a:lnTo>
                  <a:pt x="8317" y="5577"/>
                </a:lnTo>
                <a:lnTo>
                  <a:pt x="6868" y="5577"/>
                </a:lnTo>
                <a:cubicBezTo>
                  <a:pt x="6900" y="5482"/>
                  <a:pt x="6931" y="5356"/>
                  <a:pt x="6931" y="5230"/>
                </a:cubicBezTo>
                <a:cubicBezTo>
                  <a:pt x="6931" y="4789"/>
                  <a:pt x="6648" y="4411"/>
                  <a:pt x="6207" y="4254"/>
                </a:cubicBezTo>
                <a:lnTo>
                  <a:pt x="6207" y="2426"/>
                </a:lnTo>
                <a:cubicBezTo>
                  <a:pt x="6207" y="2237"/>
                  <a:pt x="6364" y="2080"/>
                  <a:pt x="6585" y="2080"/>
                </a:cubicBezTo>
                <a:close/>
                <a:moveTo>
                  <a:pt x="5860" y="4915"/>
                </a:moveTo>
                <a:cubicBezTo>
                  <a:pt x="6049" y="4915"/>
                  <a:pt x="6207" y="5073"/>
                  <a:pt x="6207" y="5262"/>
                </a:cubicBezTo>
                <a:cubicBezTo>
                  <a:pt x="6207" y="5482"/>
                  <a:pt x="6049" y="5640"/>
                  <a:pt x="5860" y="5640"/>
                </a:cubicBezTo>
                <a:cubicBezTo>
                  <a:pt x="5671" y="5640"/>
                  <a:pt x="5513" y="5482"/>
                  <a:pt x="5513" y="5262"/>
                </a:cubicBezTo>
                <a:cubicBezTo>
                  <a:pt x="5545" y="5073"/>
                  <a:pt x="5671" y="4915"/>
                  <a:pt x="5860" y="4915"/>
                </a:cubicBezTo>
                <a:close/>
                <a:moveTo>
                  <a:pt x="8317" y="6270"/>
                </a:moveTo>
                <a:lnTo>
                  <a:pt x="8317" y="6616"/>
                </a:lnTo>
                <a:cubicBezTo>
                  <a:pt x="8317" y="6837"/>
                  <a:pt x="8160" y="6963"/>
                  <a:pt x="7939" y="6963"/>
                </a:cubicBezTo>
                <a:lnTo>
                  <a:pt x="6585" y="6963"/>
                </a:lnTo>
                <a:cubicBezTo>
                  <a:pt x="6364" y="6963"/>
                  <a:pt x="6207" y="6805"/>
                  <a:pt x="6207" y="6616"/>
                </a:cubicBezTo>
                <a:lnTo>
                  <a:pt x="6207" y="6270"/>
                </a:lnTo>
                <a:close/>
                <a:moveTo>
                  <a:pt x="7593" y="7688"/>
                </a:moveTo>
                <a:lnTo>
                  <a:pt x="7593" y="8381"/>
                </a:lnTo>
                <a:lnTo>
                  <a:pt x="6900" y="8381"/>
                </a:lnTo>
                <a:lnTo>
                  <a:pt x="6900" y="7688"/>
                </a:lnTo>
                <a:close/>
                <a:moveTo>
                  <a:pt x="5513" y="3529"/>
                </a:moveTo>
                <a:lnTo>
                  <a:pt x="5513" y="4285"/>
                </a:lnTo>
                <a:cubicBezTo>
                  <a:pt x="5198" y="4411"/>
                  <a:pt x="4946" y="4632"/>
                  <a:pt x="4883" y="4947"/>
                </a:cubicBezTo>
                <a:cubicBezTo>
                  <a:pt x="4064" y="5104"/>
                  <a:pt x="3434" y="5829"/>
                  <a:pt x="3434" y="6648"/>
                </a:cubicBezTo>
                <a:lnTo>
                  <a:pt x="3434" y="10113"/>
                </a:lnTo>
                <a:cubicBezTo>
                  <a:pt x="3434" y="10302"/>
                  <a:pt x="3592" y="10460"/>
                  <a:pt x="3781" y="10460"/>
                </a:cubicBezTo>
                <a:lnTo>
                  <a:pt x="5639" y="10460"/>
                </a:lnTo>
                <a:lnTo>
                  <a:pt x="5986" y="11185"/>
                </a:lnTo>
                <a:lnTo>
                  <a:pt x="2048" y="11185"/>
                </a:lnTo>
                <a:lnTo>
                  <a:pt x="2048" y="11153"/>
                </a:lnTo>
                <a:lnTo>
                  <a:pt x="2048" y="7309"/>
                </a:lnTo>
                <a:cubicBezTo>
                  <a:pt x="2048" y="5356"/>
                  <a:pt x="3592" y="3686"/>
                  <a:pt x="5513" y="3529"/>
                </a:cubicBezTo>
                <a:close/>
                <a:moveTo>
                  <a:pt x="5923" y="0"/>
                </a:moveTo>
                <a:cubicBezTo>
                  <a:pt x="5702" y="0"/>
                  <a:pt x="5545" y="158"/>
                  <a:pt x="5545" y="347"/>
                </a:cubicBezTo>
                <a:cubicBezTo>
                  <a:pt x="5545" y="536"/>
                  <a:pt x="5702" y="693"/>
                  <a:pt x="5923" y="693"/>
                </a:cubicBezTo>
                <a:lnTo>
                  <a:pt x="6270" y="693"/>
                </a:lnTo>
                <a:lnTo>
                  <a:pt x="6270" y="1450"/>
                </a:lnTo>
                <a:cubicBezTo>
                  <a:pt x="5860" y="1607"/>
                  <a:pt x="5545" y="1954"/>
                  <a:pt x="5545" y="2426"/>
                </a:cubicBezTo>
                <a:lnTo>
                  <a:pt x="5545" y="2836"/>
                </a:lnTo>
                <a:cubicBezTo>
                  <a:pt x="3245" y="3025"/>
                  <a:pt x="1386" y="4947"/>
                  <a:pt x="1386" y="7309"/>
                </a:cubicBezTo>
                <a:lnTo>
                  <a:pt x="1386" y="11153"/>
                </a:lnTo>
                <a:lnTo>
                  <a:pt x="347" y="11153"/>
                </a:lnTo>
                <a:cubicBezTo>
                  <a:pt x="158" y="11153"/>
                  <a:pt x="0" y="11311"/>
                  <a:pt x="0" y="11500"/>
                </a:cubicBezTo>
                <a:cubicBezTo>
                  <a:pt x="0" y="11689"/>
                  <a:pt x="158" y="11846"/>
                  <a:pt x="347" y="11846"/>
                </a:cubicBezTo>
                <a:lnTo>
                  <a:pt x="7971" y="11846"/>
                </a:lnTo>
                <a:cubicBezTo>
                  <a:pt x="8160" y="11846"/>
                  <a:pt x="8317" y="11689"/>
                  <a:pt x="8317" y="11500"/>
                </a:cubicBezTo>
                <a:cubicBezTo>
                  <a:pt x="8317" y="11311"/>
                  <a:pt x="8160" y="11153"/>
                  <a:pt x="7971" y="11153"/>
                </a:cubicBezTo>
                <a:lnTo>
                  <a:pt x="6774" y="11153"/>
                </a:lnTo>
                <a:lnTo>
                  <a:pt x="6427" y="10428"/>
                </a:lnTo>
                <a:lnTo>
                  <a:pt x="9326" y="10428"/>
                </a:lnTo>
                <a:cubicBezTo>
                  <a:pt x="9546" y="10428"/>
                  <a:pt x="9704" y="10271"/>
                  <a:pt x="9704" y="10082"/>
                </a:cubicBezTo>
                <a:cubicBezTo>
                  <a:pt x="9672" y="9924"/>
                  <a:pt x="9515" y="9767"/>
                  <a:pt x="9326" y="9767"/>
                </a:cubicBezTo>
                <a:lnTo>
                  <a:pt x="4127" y="9767"/>
                </a:lnTo>
                <a:lnTo>
                  <a:pt x="4127" y="6648"/>
                </a:lnTo>
                <a:cubicBezTo>
                  <a:pt x="4127" y="6175"/>
                  <a:pt x="4442" y="5797"/>
                  <a:pt x="4883" y="5671"/>
                </a:cubicBezTo>
                <a:cubicBezTo>
                  <a:pt x="5009" y="5955"/>
                  <a:pt x="5230" y="6175"/>
                  <a:pt x="5513" y="6270"/>
                </a:cubicBezTo>
                <a:lnTo>
                  <a:pt x="5513" y="6648"/>
                </a:lnTo>
                <a:cubicBezTo>
                  <a:pt x="5513" y="7089"/>
                  <a:pt x="5797" y="7467"/>
                  <a:pt x="6238" y="7625"/>
                </a:cubicBezTo>
                <a:lnTo>
                  <a:pt x="6238" y="8727"/>
                </a:lnTo>
                <a:cubicBezTo>
                  <a:pt x="6238" y="8948"/>
                  <a:pt x="6396" y="9105"/>
                  <a:pt x="6585" y="9105"/>
                </a:cubicBezTo>
                <a:lnTo>
                  <a:pt x="7971" y="9105"/>
                </a:lnTo>
                <a:cubicBezTo>
                  <a:pt x="8160" y="9105"/>
                  <a:pt x="8317" y="8948"/>
                  <a:pt x="8317" y="8727"/>
                </a:cubicBezTo>
                <a:lnTo>
                  <a:pt x="8317" y="7625"/>
                </a:lnTo>
                <a:cubicBezTo>
                  <a:pt x="8695" y="7467"/>
                  <a:pt x="9010" y="7120"/>
                  <a:pt x="9010" y="6648"/>
                </a:cubicBezTo>
                <a:lnTo>
                  <a:pt x="9010" y="2426"/>
                </a:lnTo>
                <a:cubicBezTo>
                  <a:pt x="9010" y="2017"/>
                  <a:pt x="8758" y="1607"/>
                  <a:pt x="8317" y="1450"/>
                </a:cubicBezTo>
                <a:lnTo>
                  <a:pt x="8317" y="693"/>
                </a:lnTo>
                <a:lnTo>
                  <a:pt x="8664" y="693"/>
                </a:lnTo>
                <a:cubicBezTo>
                  <a:pt x="8853" y="693"/>
                  <a:pt x="9010" y="536"/>
                  <a:pt x="9010" y="347"/>
                </a:cubicBezTo>
                <a:cubicBezTo>
                  <a:pt x="9010" y="158"/>
                  <a:pt x="8853" y="0"/>
                  <a:pt x="86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4320" name="Google Shape;14320;p82"/>
          <p:cNvGrpSpPr/>
          <p:nvPr/>
        </p:nvGrpSpPr>
        <p:grpSpPr>
          <a:xfrm>
            <a:off x="7982594" y="2666033"/>
            <a:ext cx="360713" cy="353210"/>
            <a:chOff x="-22881800" y="1971800"/>
            <a:chExt cx="301675" cy="295400"/>
          </a:xfrm>
        </p:grpSpPr>
        <p:sp>
          <p:nvSpPr>
            <p:cNvPr id="14321" name="Google Shape;14321;p82"/>
            <p:cNvSpPr/>
            <p:nvPr/>
          </p:nvSpPr>
          <p:spPr>
            <a:xfrm>
              <a:off x="-22773100" y="2041900"/>
              <a:ext cx="86650" cy="86675"/>
            </a:xfrm>
            <a:custGeom>
              <a:avLst/>
              <a:gdLst/>
              <a:ahLst/>
              <a:cxnLst/>
              <a:rect l="l" t="t" r="r" b="b"/>
              <a:pathLst>
                <a:path w="3466" h="3467" extrusionOk="0">
                  <a:moveTo>
                    <a:pt x="1733" y="725"/>
                  </a:moveTo>
                  <a:cubicBezTo>
                    <a:pt x="2268" y="725"/>
                    <a:pt x="2741" y="1198"/>
                    <a:pt x="2741" y="1734"/>
                  </a:cubicBezTo>
                  <a:cubicBezTo>
                    <a:pt x="2741" y="2269"/>
                    <a:pt x="2300" y="2742"/>
                    <a:pt x="1733" y="2742"/>
                  </a:cubicBezTo>
                  <a:cubicBezTo>
                    <a:pt x="1134" y="2742"/>
                    <a:pt x="693" y="2269"/>
                    <a:pt x="693" y="1734"/>
                  </a:cubicBezTo>
                  <a:cubicBezTo>
                    <a:pt x="693" y="1198"/>
                    <a:pt x="1166" y="725"/>
                    <a:pt x="1733" y="725"/>
                  </a:cubicBezTo>
                  <a:close/>
                  <a:moveTo>
                    <a:pt x="1733" y="1"/>
                  </a:moveTo>
                  <a:cubicBezTo>
                    <a:pt x="788" y="1"/>
                    <a:pt x="0" y="788"/>
                    <a:pt x="0" y="1734"/>
                  </a:cubicBezTo>
                  <a:cubicBezTo>
                    <a:pt x="0" y="2679"/>
                    <a:pt x="788" y="3466"/>
                    <a:pt x="1733" y="3466"/>
                  </a:cubicBezTo>
                  <a:cubicBezTo>
                    <a:pt x="2678" y="3466"/>
                    <a:pt x="3466" y="2679"/>
                    <a:pt x="3466" y="1734"/>
                  </a:cubicBezTo>
                  <a:cubicBezTo>
                    <a:pt x="3466" y="757"/>
                    <a:pt x="2678"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322" name="Google Shape;14322;p82"/>
            <p:cNvSpPr/>
            <p:nvPr/>
          </p:nvSpPr>
          <p:spPr>
            <a:xfrm>
              <a:off x="-22737675" y="2145075"/>
              <a:ext cx="51225" cy="51225"/>
            </a:xfrm>
            <a:custGeom>
              <a:avLst/>
              <a:gdLst/>
              <a:ahLst/>
              <a:cxnLst/>
              <a:rect l="l" t="t" r="r" b="b"/>
              <a:pathLst>
                <a:path w="2049" h="2049" extrusionOk="0">
                  <a:moveTo>
                    <a:pt x="1009" y="726"/>
                  </a:moveTo>
                  <a:cubicBezTo>
                    <a:pt x="1198" y="726"/>
                    <a:pt x="1387" y="883"/>
                    <a:pt x="1387" y="1072"/>
                  </a:cubicBezTo>
                  <a:cubicBezTo>
                    <a:pt x="1387" y="1261"/>
                    <a:pt x="1198" y="1419"/>
                    <a:pt x="1009" y="1419"/>
                  </a:cubicBezTo>
                  <a:cubicBezTo>
                    <a:pt x="820" y="1419"/>
                    <a:pt x="662" y="1261"/>
                    <a:pt x="662" y="1072"/>
                  </a:cubicBezTo>
                  <a:cubicBezTo>
                    <a:pt x="662" y="883"/>
                    <a:pt x="820" y="726"/>
                    <a:pt x="1009" y="726"/>
                  </a:cubicBezTo>
                  <a:close/>
                  <a:moveTo>
                    <a:pt x="1009" y="1"/>
                  </a:moveTo>
                  <a:cubicBezTo>
                    <a:pt x="410" y="1"/>
                    <a:pt x="1" y="473"/>
                    <a:pt x="1" y="1041"/>
                  </a:cubicBezTo>
                  <a:cubicBezTo>
                    <a:pt x="1" y="1608"/>
                    <a:pt x="473" y="2049"/>
                    <a:pt x="1009" y="2049"/>
                  </a:cubicBezTo>
                  <a:cubicBezTo>
                    <a:pt x="1576" y="2049"/>
                    <a:pt x="2049" y="1576"/>
                    <a:pt x="2049" y="1041"/>
                  </a:cubicBezTo>
                  <a:cubicBezTo>
                    <a:pt x="2049" y="473"/>
                    <a:pt x="1576"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323" name="Google Shape;14323;p82"/>
            <p:cNvSpPr/>
            <p:nvPr/>
          </p:nvSpPr>
          <p:spPr>
            <a:xfrm>
              <a:off x="-22807775" y="21104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324" name="Google Shape;14324;p82"/>
            <p:cNvSpPr/>
            <p:nvPr/>
          </p:nvSpPr>
          <p:spPr>
            <a:xfrm>
              <a:off x="-22773100" y="21632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325" name="Google Shape;14325;p82"/>
            <p:cNvSpPr/>
            <p:nvPr/>
          </p:nvSpPr>
          <p:spPr>
            <a:xfrm>
              <a:off x="-22669150" y="2110425"/>
              <a:ext cx="18150" cy="18150"/>
            </a:xfrm>
            <a:custGeom>
              <a:avLst/>
              <a:gdLst/>
              <a:ahLst/>
              <a:cxnLst/>
              <a:rect l="l" t="t" r="r" b="b"/>
              <a:pathLst>
                <a:path w="726" h="726" extrusionOk="0">
                  <a:moveTo>
                    <a:pt x="347" y="1"/>
                  </a:moveTo>
                  <a:cubicBezTo>
                    <a:pt x="158" y="1"/>
                    <a:pt x="1" y="190"/>
                    <a:pt x="1" y="379"/>
                  </a:cubicBezTo>
                  <a:cubicBezTo>
                    <a:pt x="1" y="568"/>
                    <a:pt x="158" y="725"/>
                    <a:pt x="347" y="725"/>
                  </a:cubicBezTo>
                  <a:cubicBezTo>
                    <a:pt x="568" y="725"/>
                    <a:pt x="725" y="568"/>
                    <a:pt x="725" y="379"/>
                  </a:cubicBezTo>
                  <a:cubicBezTo>
                    <a:pt x="662" y="190"/>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326" name="Google Shape;14326;p82"/>
            <p:cNvSpPr/>
            <p:nvPr/>
          </p:nvSpPr>
          <p:spPr>
            <a:xfrm>
              <a:off x="-22881800" y="1971800"/>
              <a:ext cx="301675" cy="295400"/>
            </a:xfrm>
            <a:custGeom>
              <a:avLst/>
              <a:gdLst/>
              <a:ahLst/>
              <a:cxnLst/>
              <a:rect l="l" t="t" r="r" b="b"/>
              <a:pathLst>
                <a:path w="12067" h="11816" extrusionOk="0">
                  <a:moveTo>
                    <a:pt x="6081" y="2112"/>
                  </a:moveTo>
                  <a:cubicBezTo>
                    <a:pt x="6553" y="2112"/>
                    <a:pt x="6963" y="2175"/>
                    <a:pt x="7373" y="2332"/>
                  </a:cubicBezTo>
                  <a:cubicBezTo>
                    <a:pt x="8633" y="2805"/>
                    <a:pt x="9578" y="3907"/>
                    <a:pt x="9798" y="5262"/>
                  </a:cubicBezTo>
                  <a:cubicBezTo>
                    <a:pt x="9861" y="5451"/>
                    <a:pt x="9861" y="5672"/>
                    <a:pt x="9861" y="5924"/>
                  </a:cubicBezTo>
                  <a:cubicBezTo>
                    <a:pt x="9861" y="6144"/>
                    <a:pt x="9861" y="6333"/>
                    <a:pt x="9798" y="6585"/>
                  </a:cubicBezTo>
                  <a:cubicBezTo>
                    <a:pt x="9609" y="7909"/>
                    <a:pt x="8633" y="9043"/>
                    <a:pt x="7373" y="9484"/>
                  </a:cubicBezTo>
                  <a:cubicBezTo>
                    <a:pt x="6963" y="9673"/>
                    <a:pt x="6522" y="9736"/>
                    <a:pt x="6081" y="9736"/>
                  </a:cubicBezTo>
                  <a:cubicBezTo>
                    <a:pt x="5640" y="9736"/>
                    <a:pt x="5167" y="9673"/>
                    <a:pt x="4758" y="9484"/>
                  </a:cubicBezTo>
                  <a:cubicBezTo>
                    <a:pt x="3497" y="9043"/>
                    <a:pt x="2552" y="7909"/>
                    <a:pt x="2332" y="6585"/>
                  </a:cubicBezTo>
                  <a:cubicBezTo>
                    <a:pt x="2300" y="6396"/>
                    <a:pt x="2300" y="6144"/>
                    <a:pt x="2300" y="5924"/>
                  </a:cubicBezTo>
                  <a:cubicBezTo>
                    <a:pt x="2300" y="5672"/>
                    <a:pt x="2300" y="5483"/>
                    <a:pt x="2332" y="5262"/>
                  </a:cubicBezTo>
                  <a:cubicBezTo>
                    <a:pt x="2552" y="3907"/>
                    <a:pt x="3497" y="2805"/>
                    <a:pt x="4758" y="2332"/>
                  </a:cubicBezTo>
                  <a:cubicBezTo>
                    <a:pt x="5167" y="2175"/>
                    <a:pt x="5608" y="2112"/>
                    <a:pt x="6081" y="2112"/>
                  </a:cubicBezTo>
                  <a:close/>
                  <a:moveTo>
                    <a:pt x="5329" y="1"/>
                  </a:moveTo>
                  <a:cubicBezTo>
                    <a:pt x="5238" y="1"/>
                    <a:pt x="5151" y="32"/>
                    <a:pt x="5104" y="95"/>
                  </a:cubicBezTo>
                  <a:cubicBezTo>
                    <a:pt x="4978" y="221"/>
                    <a:pt x="4978" y="442"/>
                    <a:pt x="5104" y="568"/>
                  </a:cubicBezTo>
                  <a:cubicBezTo>
                    <a:pt x="5356" y="851"/>
                    <a:pt x="5577" y="1072"/>
                    <a:pt x="5640" y="1387"/>
                  </a:cubicBezTo>
                  <a:cubicBezTo>
                    <a:pt x="5356" y="1419"/>
                    <a:pt x="5041" y="1482"/>
                    <a:pt x="4789" y="1545"/>
                  </a:cubicBezTo>
                  <a:cubicBezTo>
                    <a:pt x="4506" y="1041"/>
                    <a:pt x="4096" y="851"/>
                    <a:pt x="3592" y="599"/>
                  </a:cubicBezTo>
                  <a:cubicBezTo>
                    <a:pt x="3551" y="583"/>
                    <a:pt x="3506" y="575"/>
                    <a:pt x="3461" y="575"/>
                  </a:cubicBezTo>
                  <a:cubicBezTo>
                    <a:pt x="3329" y="575"/>
                    <a:pt x="3189" y="640"/>
                    <a:pt x="3119" y="757"/>
                  </a:cubicBezTo>
                  <a:cubicBezTo>
                    <a:pt x="3056" y="914"/>
                    <a:pt x="3119" y="1167"/>
                    <a:pt x="3277" y="1230"/>
                  </a:cubicBezTo>
                  <a:cubicBezTo>
                    <a:pt x="3623" y="1387"/>
                    <a:pt x="3907" y="1545"/>
                    <a:pt x="4065" y="1828"/>
                  </a:cubicBezTo>
                  <a:cubicBezTo>
                    <a:pt x="3781" y="1954"/>
                    <a:pt x="3560" y="2112"/>
                    <a:pt x="3308" y="2269"/>
                  </a:cubicBezTo>
                  <a:cubicBezTo>
                    <a:pt x="2899" y="1860"/>
                    <a:pt x="2426" y="1828"/>
                    <a:pt x="1891" y="1734"/>
                  </a:cubicBezTo>
                  <a:cubicBezTo>
                    <a:pt x="1702" y="1734"/>
                    <a:pt x="1544" y="1860"/>
                    <a:pt x="1513" y="2049"/>
                  </a:cubicBezTo>
                  <a:cubicBezTo>
                    <a:pt x="1513" y="2269"/>
                    <a:pt x="1639" y="2427"/>
                    <a:pt x="1828" y="2458"/>
                  </a:cubicBezTo>
                  <a:cubicBezTo>
                    <a:pt x="2206" y="2490"/>
                    <a:pt x="2489" y="2521"/>
                    <a:pt x="2773" y="2742"/>
                  </a:cubicBezTo>
                  <a:cubicBezTo>
                    <a:pt x="2584" y="2931"/>
                    <a:pt x="2363" y="3151"/>
                    <a:pt x="2206" y="3403"/>
                  </a:cubicBezTo>
                  <a:cubicBezTo>
                    <a:pt x="1964" y="3318"/>
                    <a:pt x="1741" y="3284"/>
                    <a:pt x="1524" y="3284"/>
                  </a:cubicBezTo>
                  <a:cubicBezTo>
                    <a:pt x="1259" y="3284"/>
                    <a:pt x="1002" y="3334"/>
                    <a:pt x="725" y="3403"/>
                  </a:cubicBezTo>
                  <a:cubicBezTo>
                    <a:pt x="536" y="3435"/>
                    <a:pt x="441" y="3624"/>
                    <a:pt x="473" y="3844"/>
                  </a:cubicBezTo>
                  <a:cubicBezTo>
                    <a:pt x="526" y="4003"/>
                    <a:pt x="667" y="4073"/>
                    <a:pt x="823" y="4073"/>
                  </a:cubicBezTo>
                  <a:cubicBezTo>
                    <a:pt x="853" y="4073"/>
                    <a:pt x="883" y="4070"/>
                    <a:pt x="914" y="4065"/>
                  </a:cubicBezTo>
                  <a:cubicBezTo>
                    <a:pt x="1162" y="3989"/>
                    <a:pt x="1352" y="3947"/>
                    <a:pt x="1534" y="3947"/>
                  </a:cubicBezTo>
                  <a:cubicBezTo>
                    <a:pt x="1652" y="3947"/>
                    <a:pt x="1766" y="3965"/>
                    <a:pt x="1891" y="4002"/>
                  </a:cubicBezTo>
                  <a:cubicBezTo>
                    <a:pt x="1796" y="4254"/>
                    <a:pt x="1670" y="4538"/>
                    <a:pt x="1639" y="4821"/>
                  </a:cubicBezTo>
                  <a:cubicBezTo>
                    <a:pt x="1040" y="4821"/>
                    <a:pt x="630" y="5042"/>
                    <a:pt x="221" y="5357"/>
                  </a:cubicBezTo>
                  <a:cubicBezTo>
                    <a:pt x="63" y="5483"/>
                    <a:pt x="0" y="5672"/>
                    <a:pt x="126" y="5829"/>
                  </a:cubicBezTo>
                  <a:cubicBezTo>
                    <a:pt x="221" y="5924"/>
                    <a:pt x="284" y="5987"/>
                    <a:pt x="410" y="5987"/>
                  </a:cubicBezTo>
                  <a:cubicBezTo>
                    <a:pt x="473" y="5987"/>
                    <a:pt x="567" y="5955"/>
                    <a:pt x="599" y="5924"/>
                  </a:cubicBezTo>
                  <a:cubicBezTo>
                    <a:pt x="914" y="5672"/>
                    <a:pt x="1198" y="5514"/>
                    <a:pt x="1513" y="5514"/>
                  </a:cubicBezTo>
                  <a:lnTo>
                    <a:pt x="1513" y="5924"/>
                  </a:lnTo>
                  <a:cubicBezTo>
                    <a:pt x="1513" y="6081"/>
                    <a:pt x="1513" y="6239"/>
                    <a:pt x="1544" y="6396"/>
                  </a:cubicBezTo>
                  <a:cubicBezTo>
                    <a:pt x="1009" y="6585"/>
                    <a:pt x="725" y="6932"/>
                    <a:pt x="410" y="7373"/>
                  </a:cubicBezTo>
                  <a:cubicBezTo>
                    <a:pt x="284" y="7531"/>
                    <a:pt x="315" y="7720"/>
                    <a:pt x="473" y="7846"/>
                  </a:cubicBezTo>
                  <a:cubicBezTo>
                    <a:pt x="567" y="7877"/>
                    <a:pt x="599" y="7940"/>
                    <a:pt x="694" y="7940"/>
                  </a:cubicBezTo>
                  <a:cubicBezTo>
                    <a:pt x="788" y="7940"/>
                    <a:pt x="914" y="7877"/>
                    <a:pt x="946" y="7783"/>
                  </a:cubicBezTo>
                  <a:cubicBezTo>
                    <a:pt x="1198" y="7467"/>
                    <a:pt x="1355" y="7215"/>
                    <a:pt x="1670" y="7089"/>
                  </a:cubicBezTo>
                  <a:cubicBezTo>
                    <a:pt x="1733" y="7373"/>
                    <a:pt x="1828" y="7657"/>
                    <a:pt x="1985" y="7940"/>
                  </a:cubicBezTo>
                  <a:cubicBezTo>
                    <a:pt x="1544" y="8287"/>
                    <a:pt x="1387" y="8728"/>
                    <a:pt x="1229" y="9232"/>
                  </a:cubicBezTo>
                  <a:cubicBezTo>
                    <a:pt x="1198" y="9421"/>
                    <a:pt x="1324" y="9610"/>
                    <a:pt x="1481" y="9673"/>
                  </a:cubicBezTo>
                  <a:lnTo>
                    <a:pt x="1544" y="9673"/>
                  </a:lnTo>
                  <a:cubicBezTo>
                    <a:pt x="1702" y="9673"/>
                    <a:pt x="1828" y="9547"/>
                    <a:pt x="1891" y="9389"/>
                  </a:cubicBezTo>
                  <a:cubicBezTo>
                    <a:pt x="2017" y="8980"/>
                    <a:pt x="2111" y="8728"/>
                    <a:pt x="2332" y="8476"/>
                  </a:cubicBezTo>
                  <a:cubicBezTo>
                    <a:pt x="2489" y="8728"/>
                    <a:pt x="2678" y="8948"/>
                    <a:pt x="2899" y="9137"/>
                  </a:cubicBezTo>
                  <a:cubicBezTo>
                    <a:pt x="2584" y="9610"/>
                    <a:pt x="2615" y="10082"/>
                    <a:pt x="2647" y="10649"/>
                  </a:cubicBezTo>
                  <a:cubicBezTo>
                    <a:pt x="2647" y="10839"/>
                    <a:pt x="2804" y="10965"/>
                    <a:pt x="2993" y="10965"/>
                  </a:cubicBezTo>
                  <a:lnTo>
                    <a:pt x="3056" y="10965"/>
                  </a:lnTo>
                  <a:cubicBezTo>
                    <a:pt x="3245" y="10965"/>
                    <a:pt x="3371" y="10775"/>
                    <a:pt x="3371" y="10555"/>
                  </a:cubicBezTo>
                  <a:cubicBezTo>
                    <a:pt x="3308" y="10177"/>
                    <a:pt x="3308" y="9862"/>
                    <a:pt x="3434" y="9578"/>
                  </a:cubicBezTo>
                  <a:cubicBezTo>
                    <a:pt x="3686" y="9736"/>
                    <a:pt x="3907" y="9893"/>
                    <a:pt x="4191" y="10019"/>
                  </a:cubicBezTo>
                  <a:cubicBezTo>
                    <a:pt x="4065" y="10555"/>
                    <a:pt x="4222" y="10996"/>
                    <a:pt x="4474" y="11500"/>
                  </a:cubicBezTo>
                  <a:cubicBezTo>
                    <a:pt x="4506" y="11626"/>
                    <a:pt x="4663" y="11721"/>
                    <a:pt x="4789" y="11721"/>
                  </a:cubicBezTo>
                  <a:cubicBezTo>
                    <a:pt x="4821" y="11721"/>
                    <a:pt x="4884" y="11721"/>
                    <a:pt x="4947" y="11658"/>
                  </a:cubicBezTo>
                  <a:cubicBezTo>
                    <a:pt x="5104" y="11595"/>
                    <a:pt x="5167" y="11406"/>
                    <a:pt x="5104" y="11185"/>
                  </a:cubicBezTo>
                  <a:cubicBezTo>
                    <a:pt x="4947" y="10839"/>
                    <a:pt x="4821" y="10555"/>
                    <a:pt x="4852" y="10240"/>
                  </a:cubicBezTo>
                  <a:lnTo>
                    <a:pt x="4852" y="10240"/>
                  </a:lnTo>
                  <a:cubicBezTo>
                    <a:pt x="5136" y="10334"/>
                    <a:pt x="5419" y="10366"/>
                    <a:pt x="5734" y="10397"/>
                  </a:cubicBezTo>
                  <a:cubicBezTo>
                    <a:pt x="5797" y="10965"/>
                    <a:pt x="6112" y="11311"/>
                    <a:pt x="6522" y="11721"/>
                  </a:cubicBezTo>
                  <a:cubicBezTo>
                    <a:pt x="6585" y="11784"/>
                    <a:pt x="6679" y="11815"/>
                    <a:pt x="6742" y="11815"/>
                  </a:cubicBezTo>
                  <a:cubicBezTo>
                    <a:pt x="6837" y="11815"/>
                    <a:pt x="6931" y="11784"/>
                    <a:pt x="6994" y="11721"/>
                  </a:cubicBezTo>
                  <a:cubicBezTo>
                    <a:pt x="7089" y="11595"/>
                    <a:pt x="7089" y="11343"/>
                    <a:pt x="6994" y="11248"/>
                  </a:cubicBezTo>
                  <a:cubicBezTo>
                    <a:pt x="6711" y="10965"/>
                    <a:pt x="6522" y="10712"/>
                    <a:pt x="6427" y="10397"/>
                  </a:cubicBezTo>
                  <a:cubicBezTo>
                    <a:pt x="6711" y="10366"/>
                    <a:pt x="7026" y="10334"/>
                    <a:pt x="7310" y="10240"/>
                  </a:cubicBezTo>
                  <a:cubicBezTo>
                    <a:pt x="7562" y="10775"/>
                    <a:pt x="7971" y="10965"/>
                    <a:pt x="8475" y="11185"/>
                  </a:cubicBezTo>
                  <a:cubicBezTo>
                    <a:pt x="8507" y="11248"/>
                    <a:pt x="8570" y="11248"/>
                    <a:pt x="8633" y="11248"/>
                  </a:cubicBezTo>
                  <a:cubicBezTo>
                    <a:pt x="8759" y="11248"/>
                    <a:pt x="8885" y="11154"/>
                    <a:pt x="8948" y="11028"/>
                  </a:cubicBezTo>
                  <a:cubicBezTo>
                    <a:pt x="9042" y="10870"/>
                    <a:pt x="8948" y="10649"/>
                    <a:pt x="8790" y="10555"/>
                  </a:cubicBezTo>
                  <a:cubicBezTo>
                    <a:pt x="8444" y="10397"/>
                    <a:pt x="8160" y="10240"/>
                    <a:pt x="8003" y="9988"/>
                  </a:cubicBezTo>
                  <a:cubicBezTo>
                    <a:pt x="8286" y="9862"/>
                    <a:pt x="8507" y="9704"/>
                    <a:pt x="8759" y="9547"/>
                  </a:cubicBezTo>
                  <a:cubicBezTo>
                    <a:pt x="9200" y="9925"/>
                    <a:pt x="9672" y="9988"/>
                    <a:pt x="10176" y="10051"/>
                  </a:cubicBezTo>
                  <a:lnTo>
                    <a:pt x="10208" y="10051"/>
                  </a:lnTo>
                  <a:cubicBezTo>
                    <a:pt x="10397" y="10051"/>
                    <a:pt x="10523" y="9925"/>
                    <a:pt x="10555" y="9736"/>
                  </a:cubicBezTo>
                  <a:cubicBezTo>
                    <a:pt x="10555" y="9547"/>
                    <a:pt x="10460" y="9389"/>
                    <a:pt x="10240" y="9358"/>
                  </a:cubicBezTo>
                  <a:cubicBezTo>
                    <a:pt x="9861" y="9295"/>
                    <a:pt x="9578" y="9263"/>
                    <a:pt x="9294" y="9074"/>
                  </a:cubicBezTo>
                  <a:cubicBezTo>
                    <a:pt x="9515" y="8885"/>
                    <a:pt x="9704" y="8633"/>
                    <a:pt x="9861" y="8413"/>
                  </a:cubicBezTo>
                  <a:cubicBezTo>
                    <a:pt x="10082" y="8476"/>
                    <a:pt x="10303" y="8507"/>
                    <a:pt x="10523" y="8507"/>
                  </a:cubicBezTo>
                  <a:cubicBezTo>
                    <a:pt x="10807" y="8507"/>
                    <a:pt x="11090" y="8444"/>
                    <a:pt x="11405" y="8350"/>
                  </a:cubicBezTo>
                  <a:cubicBezTo>
                    <a:pt x="11594" y="8318"/>
                    <a:pt x="11657" y="8129"/>
                    <a:pt x="11626" y="7940"/>
                  </a:cubicBezTo>
                  <a:cubicBezTo>
                    <a:pt x="11599" y="7754"/>
                    <a:pt x="11461" y="7680"/>
                    <a:pt x="11287" y="7680"/>
                  </a:cubicBezTo>
                  <a:cubicBezTo>
                    <a:pt x="11254" y="7680"/>
                    <a:pt x="11220" y="7683"/>
                    <a:pt x="11185" y="7688"/>
                  </a:cubicBezTo>
                  <a:cubicBezTo>
                    <a:pt x="10933" y="7772"/>
                    <a:pt x="10723" y="7814"/>
                    <a:pt x="10517" y="7814"/>
                  </a:cubicBezTo>
                  <a:cubicBezTo>
                    <a:pt x="10415" y="7814"/>
                    <a:pt x="10313" y="7804"/>
                    <a:pt x="10208" y="7783"/>
                  </a:cubicBezTo>
                  <a:cubicBezTo>
                    <a:pt x="10334" y="7499"/>
                    <a:pt x="10460" y="7215"/>
                    <a:pt x="10492" y="6932"/>
                  </a:cubicBezTo>
                  <a:lnTo>
                    <a:pt x="10523" y="6932"/>
                  </a:lnTo>
                  <a:cubicBezTo>
                    <a:pt x="11090" y="6932"/>
                    <a:pt x="11468" y="6711"/>
                    <a:pt x="11909" y="6396"/>
                  </a:cubicBezTo>
                  <a:cubicBezTo>
                    <a:pt x="12004" y="6333"/>
                    <a:pt x="12067" y="6144"/>
                    <a:pt x="11941" y="5987"/>
                  </a:cubicBezTo>
                  <a:cubicBezTo>
                    <a:pt x="11867" y="5895"/>
                    <a:pt x="11773" y="5846"/>
                    <a:pt x="11675" y="5846"/>
                  </a:cubicBezTo>
                  <a:cubicBezTo>
                    <a:pt x="11605" y="5846"/>
                    <a:pt x="11534" y="5871"/>
                    <a:pt x="11468" y="5924"/>
                  </a:cubicBezTo>
                  <a:cubicBezTo>
                    <a:pt x="11153" y="6144"/>
                    <a:pt x="10870" y="6302"/>
                    <a:pt x="10555" y="6302"/>
                  </a:cubicBezTo>
                  <a:lnTo>
                    <a:pt x="10555" y="5924"/>
                  </a:lnTo>
                  <a:cubicBezTo>
                    <a:pt x="10555" y="5766"/>
                    <a:pt x="10555" y="5609"/>
                    <a:pt x="10523" y="5451"/>
                  </a:cubicBezTo>
                  <a:cubicBezTo>
                    <a:pt x="11090" y="5262"/>
                    <a:pt x="11342" y="4884"/>
                    <a:pt x="11657" y="4475"/>
                  </a:cubicBezTo>
                  <a:cubicBezTo>
                    <a:pt x="11783" y="4317"/>
                    <a:pt x="11752" y="4096"/>
                    <a:pt x="11594" y="4002"/>
                  </a:cubicBezTo>
                  <a:cubicBezTo>
                    <a:pt x="11528" y="3949"/>
                    <a:pt x="11457" y="3924"/>
                    <a:pt x="11387" y="3924"/>
                  </a:cubicBezTo>
                  <a:cubicBezTo>
                    <a:pt x="11290" y="3924"/>
                    <a:pt x="11195" y="3973"/>
                    <a:pt x="11122" y="4065"/>
                  </a:cubicBezTo>
                  <a:cubicBezTo>
                    <a:pt x="10870" y="4380"/>
                    <a:pt x="10712" y="4632"/>
                    <a:pt x="10397" y="4727"/>
                  </a:cubicBezTo>
                  <a:cubicBezTo>
                    <a:pt x="10334" y="4475"/>
                    <a:pt x="10240" y="4191"/>
                    <a:pt x="10082" y="3907"/>
                  </a:cubicBezTo>
                  <a:cubicBezTo>
                    <a:pt x="10523" y="3561"/>
                    <a:pt x="10681" y="3120"/>
                    <a:pt x="10838" y="2616"/>
                  </a:cubicBezTo>
                  <a:cubicBezTo>
                    <a:pt x="10870" y="2427"/>
                    <a:pt x="10775" y="2206"/>
                    <a:pt x="10618" y="2175"/>
                  </a:cubicBezTo>
                  <a:cubicBezTo>
                    <a:pt x="10595" y="2171"/>
                    <a:pt x="10572" y="2170"/>
                    <a:pt x="10550" y="2170"/>
                  </a:cubicBezTo>
                  <a:cubicBezTo>
                    <a:pt x="10359" y="2170"/>
                    <a:pt x="10205" y="2286"/>
                    <a:pt x="10176" y="2427"/>
                  </a:cubicBezTo>
                  <a:cubicBezTo>
                    <a:pt x="10050" y="2805"/>
                    <a:pt x="9987" y="3088"/>
                    <a:pt x="9735" y="3309"/>
                  </a:cubicBezTo>
                  <a:cubicBezTo>
                    <a:pt x="9578" y="3088"/>
                    <a:pt x="9389" y="2836"/>
                    <a:pt x="9200" y="2647"/>
                  </a:cubicBezTo>
                  <a:cubicBezTo>
                    <a:pt x="9515" y="2175"/>
                    <a:pt x="9452" y="1702"/>
                    <a:pt x="9420" y="1167"/>
                  </a:cubicBezTo>
                  <a:cubicBezTo>
                    <a:pt x="9420" y="946"/>
                    <a:pt x="9231" y="851"/>
                    <a:pt x="9042" y="851"/>
                  </a:cubicBezTo>
                  <a:cubicBezTo>
                    <a:pt x="8822" y="851"/>
                    <a:pt x="8727" y="1041"/>
                    <a:pt x="8727" y="1230"/>
                  </a:cubicBezTo>
                  <a:cubicBezTo>
                    <a:pt x="8759" y="1639"/>
                    <a:pt x="8759" y="1954"/>
                    <a:pt x="8633" y="2206"/>
                  </a:cubicBezTo>
                  <a:cubicBezTo>
                    <a:pt x="8412" y="2049"/>
                    <a:pt x="8160" y="1891"/>
                    <a:pt x="7877" y="1797"/>
                  </a:cubicBezTo>
                  <a:cubicBezTo>
                    <a:pt x="8003" y="1230"/>
                    <a:pt x="7845" y="788"/>
                    <a:pt x="7625" y="284"/>
                  </a:cubicBezTo>
                  <a:cubicBezTo>
                    <a:pt x="7554" y="168"/>
                    <a:pt x="7432" y="103"/>
                    <a:pt x="7297" y="103"/>
                  </a:cubicBezTo>
                  <a:cubicBezTo>
                    <a:pt x="7250" y="103"/>
                    <a:pt x="7201" y="111"/>
                    <a:pt x="7152" y="127"/>
                  </a:cubicBezTo>
                  <a:cubicBezTo>
                    <a:pt x="6994" y="221"/>
                    <a:pt x="6900" y="410"/>
                    <a:pt x="6994" y="599"/>
                  </a:cubicBezTo>
                  <a:cubicBezTo>
                    <a:pt x="7152" y="946"/>
                    <a:pt x="7247" y="1230"/>
                    <a:pt x="7215" y="1545"/>
                  </a:cubicBezTo>
                  <a:cubicBezTo>
                    <a:pt x="6931" y="1482"/>
                    <a:pt x="6679" y="1419"/>
                    <a:pt x="6364" y="1387"/>
                  </a:cubicBezTo>
                  <a:cubicBezTo>
                    <a:pt x="6270" y="851"/>
                    <a:pt x="5955" y="473"/>
                    <a:pt x="5577" y="95"/>
                  </a:cubicBezTo>
                  <a:cubicBezTo>
                    <a:pt x="5514" y="32"/>
                    <a:pt x="5419" y="1"/>
                    <a:pt x="53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4327" name="Google Shape;14327;p82"/>
          <p:cNvSpPr/>
          <p:nvPr/>
        </p:nvSpPr>
        <p:spPr>
          <a:xfrm>
            <a:off x="5316091" y="1335633"/>
            <a:ext cx="314589" cy="354136"/>
          </a:xfrm>
          <a:custGeom>
            <a:avLst/>
            <a:gdLst/>
            <a:ahLst/>
            <a:cxnLst/>
            <a:rect l="l" t="t" r="r" b="b"/>
            <a:pathLst>
              <a:path w="10524" h="11847" extrusionOk="0">
                <a:moveTo>
                  <a:pt x="7278" y="662"/>
                </a:moveTo>
                <a:cubicBezTo>
                  <a:pt x="7499" y="662"/>
                  <a:pt x="7656" y="820"/>
                  <a:pt x="7656" y="1009"/>
                </a:cubicBezTo>
                <a:lnTo>
                  <a:pt x="7656" y="3151"/>
                </a:lnTo>
                <a:cubicBezTo>
                  <a:pt x="7404" y="3057"/>
                  <a:pt x="7184" y="2994"/>
                  <a:pt x="6932" y="2994"/>
                </a:cubicBezTo>
                <a:lnTo>
                  <a:pt x="6932" y="1009"/>
                </a:lnTo>
                <a:cubicBezTo>
                  <a:pt x="6932" y="820"/>
                  <a:pt x="7089" y="662"/>
                  <a:pt x="7278" y="662"/>
                </a:cubicBezTo>
                <a:close/>
                <a:moveTo>
                  <a:pt x="3120" y="662"/>
                </a:moveTo>
                <a:cubicBezTo>
                  <a:pt x="3309" y="662"/>
                  <a:pt x="3466" y="820"/>
                  <a:pt x="3466" y="1009"/>
                </a:cubicBezTo>
                <a:lnTo>
                  <a:pt x="3466" y="2994"/>
                </a:lnTo>
                <a:cubicBezTo>
                  <a:pt x="3246" y="3025"/>
                  <a:pt x="2994" y="3057"/>
                  <a:pt x="2773" y="3183"/>
                </a:cubicBezTo>
                <a:lnTo>
                  <a:pt x="2773" y="1009"/>
                </a:lnTo>
                <a:cubicBezTo>
                  <a:pt x="2773" y="820"/>
                  <a:pt x="2931" y="662"/>
                  <a:pt x="3120" y="662"/>
                </a:cubicBezTo>
                <a:close/>
                <a:moveTo>
                  <a:pt x="4506" y="1702"/>
                </a:moveTo>
                <a:cubicBezTo>
                  <a:pt x="4695" y="1702"/>
                  <a:pt x="4852" y="1860"/>
                  <a:pt x="4852" y="2049"/>
                </a:cubicBezTo>
                <a:lnTo>
                  <a:pt x="4852" y="3309"/>
                </a:lnTo>
                <a:cubicBezTo>
                  <a:pt x="4663" y="3183"/>
                  <a:pt x="4411" y="3057"/>
                  <a:pt x="4128" y="3025"/>
                </a:cubicBezTo>
                <a:lnTo>
                  <a:pt x="4128" y="2049"/>
                </a:lnTo>
                <a:cubicBezTo>
                  <a:pt x="4128" y="1860"/>
                  <a:pt x="4285" y="1702"/>
                  <a:pt x="4506" y="1702"/>
                </a:cubicBezTo>
                <a:close/>
                <a:moveTo>
                  <a:pt x="5861" y="1702"/>
                </a:moveTo>
                <a:cubicBezTo>
                  <a:pt x="6081" y="1702"/>
                  <a:pt x="6239" y="1860"/>
                  <a:pt x="6239" y="2049"/>
                </a:cubicBezTo>
                <a:lnTo>
                  <a:pt x="6239" y="3025"/>
                </a:lnTo>
                <a:cubicBezTo>
                  <a:pt x="5987" y="3120"/>
                  <a:pt x="5766" y="3183"/>
                  <a:pt x="5514" y="3340"/>
                </a:cubicBezTo>
                <a:lnTo>
                  <a:pt x="5514" y="2049"/>
                </a:lnTo>
                <a:cubicBezTo>
                  <a:pt x="5546" y="1860"/>
                  <a:pt x="5703" y="1702"/>
                  <a:pt x="5861" y="1702"/>
                </a:cubicBezTo>
                <a:close/>
                <a:moveTo>
                  <a:pt x="1733" y="1324"/>
                </a:moveTo>
                <a:cubicBezTo>
                  <a:pt x="1922" y="1324"/>
                  <a:pt x="2080" y="1482"/>
                  <a:pt x="2080" y="1702"/>
                </a:cubicBezTo>
                <a:lnTo>
                  <a:pt x="2080" y="3624"/>
                </a:lnTo>
                <a:cubicBezTo>
                  <a:pt x="2017" y="3687"/>
                  <a:pt x="1922" y="3781"/>
                  <a:pt x="1859" y="3907"/>
                </a:cubicBezTo>
                <a:cubicBezTo>
                  <a:pt x="1733" y="3687"/>
                  <a:pt x="1576" y="3529"/>
                  <a:pt x="1387" y="3435"/>
                </a:cubicBezTo>
                <a:lnTo>
                  <a:pt x="1387" y="1702"/>
                </a:lnTo>
                <a:cubicBezTo>
                  <a:pt x="1387" y="1482"/>
                  <a:pt x="1544" y="1324"/>
                  <a:pt x="1733" y="1324"/>
                </a:cubicBezTo>
                <a:close/>
                <a:moveTo>
                  <a:pt x="8665" y="1324"/>
                </a:moveTo>
                <a:cubicBezTo>
                  <a:pt x="8854" y="1324"/>
                  <a:pt x="9011" y="1482"/>
                  <a:pt x="9011" y="1702"/>
                </a:cubicBezTo>
                <a:lnTo>
                  <a:pt x="9011" y="3466"/>
                </a:lnTo>
                <a:cubicBezTo>
                  <a:pt x="8854" y="3592"/>
                  <a:pt x="8759" y="3750"/>
                  <a:pt x="8633" y="3907"/>
                </a:cubicBezTo>
                <a:cubicBezTo>
                  <a:pt x="8539" y="3781"/>
                  <a:pt x="8476" y="3687"/>
                  <a:pt x="8381" y="3592"/>
                </a:cubicBezTo>
                <a:lnTo>
                  <a:pt x="8349" y="3529"/>
                </a:lnTo>
                <a:lnTo>
                  <a:pt x="8349" y="1702"/>
                </a:lnTo>
                <a:cubicBezTo>
                  <a:pt x="8318" y="1482"/>
                  <a:pt x="8476" y="1324"/>
                  <a:pt x="8665" y="1324"/>
                </a:cubicBezTo>
                <a:close/>
                <a:moveTo>
                  <a:pt x="6774" y="3647"/>
                </a:moveTo>
                <a:cubicBezTo>
                  <a:pt x="7160" y="3647"/>
                  <a:pt x="7546" y="3797"/>
                  <a:pt x="7845" y="4096"/>
                </a:cubicBezTo>
                <a:cubicBezTo>
                  <a:pt x="8318" y="4569"/>
                  <a:pt x="8444" y="5294"/>
                  <a:pt x="8066" y="5892"/>
                </a:cubicBezTo>
                <a:cubicBezTo>
                  <a:pt x="7089" y="6176"/>
                  <a:pt x="6333" y="7058"/>
                  <a:pt x="6239" y="8098"/>
                </a:cubicBezTo>
                <a:lnTo>
                  <a:pt x="5199" y="9043"/>
                </a:lnTo>
                <a:lnTo>
                  <a:pt x="4128" y="8035"/>
                </a:lnTo>
                <a:cubicBezTo>
                  <a:pt x="4065" y="6995"/>
                  <a:pt x="3309" y="6144"/>
                  <a:pt x="2332" y="5892"/>
                </a:cubicBezTo>
                <a:cubicBezTo>
                  <a:pt x="1985" y="5325"/>
                  <a:pt x="2112" y="4569"/>
                  <a:pt x="2553" y="4096"/>
                </a:cubicBezTo>
                <a:cubicBezTo>
                  <a:pt x="2836" y="3813"/>
                  <a:pt x="3246" y="3655"/>
                  <a:pt x="3624" y="3655"/>
                </a:cubicBezTo>
                <a:cubicBezTo>
                  <a:pt x="4033" y="3655"/>
                  <a:pt x="4411" y="3813"/>
                  <a:pt x="4695" y="4096"/>
                </a:cubicBezTo>
                <a:lnTo>
                  <a:pt x="4915" y="4317"/>
                </a:lnTo>
                <a:lnTo>
                  <a:pt x="4978" y="4348"/>
                </a:lnTo>
                <a:cubicBezTo>
                  <a:pt x="5026" y="4411"/>
                  <a:pt x="5112" y="4443"/>
                  <a:pt x="5203" y="4443"/>
                </a:cubicBezTo>
                <a:cubicBezTo>
                  <a:pt x="5294" y="4443"/>
                  <a:pt x="5388" y="4411"/>
                  <a:pt x="5451" y="4348"/>
                </a:cubicBezTo>
                <a:lnTo>
                  <a:pt x="5703" y="4096"/>
                </a:lnTo>
                <a:cubicBezTo>
                  <a:pt x="6002" y="3797"/>
                  <a:pt x="6388" y="3647"/>
                  <a:pt x="6774" y="3647"/>
                </a:cubicBezTo>
                <a:close/>
                <a:moveTo>
                  <a:pt x="662" y="3813"/>
                </a:moveTo>
                <a:cubicBezTo>
                  <a:pt x="1103" y="3970"/>
                  <a:pt x="1418" y="4380"/>
                  <a:pt x="1418" y="4884"/>
                </a:cubicBezTo>
                <a:lnTo>
                  <a:pt x="1418" y="6176"/>
                </a:lnTo>
                <a:cubicBezTo>
                  <a:pt x="1418" y="6365"/>
                  <a:pt x="1576" y="6522"/>
                  <a:pt x="1765" y="6522"/>
                </a:cubicBezTo>
                <a:cubicBezTo>
                  <a:pt x="2679" y="6522"/>
                  <a:pt x="3435" y="7247"/>
                  <a:pt x="3435" y="8161"/>
                </a:cubicBezTo>
                <a:lnTo>
                  <a:pt x="3435" y="8224"/>
                </a:lnTo>
                <a:lnTo>
                  <a:pt x="3435" y="8980"/>
                </a:lnTo>
                <a:cubicBezTo>
                  <a:pt x="3435" y="9169"/>
                  <a:pt x="3592" y="9326"/>
                  <a:pt x="3781" y="9326"/>
                </a:cubicBezTo>
                <a:cubicBezTo>
                  <a:pt x="3970" y="9326"/>
                  <a:pt x="4128" y="9169"/>
                  <a:pt x="4128" y="8980"/>
                </a:cubicBezTo>
                <a:lnTo>
                  <a:pt x="4852" y="9610"/>
                </a:lnTo>
                <a:lnTo>
                  <a:pt x="4852" y="11059"/>
                </a:lnTo>
                <a:lnTo>
                  <a:pt x="2080" y="11059"/>
                </a:lnTo>
                <a:lnTo>
                  <a:pt x="2080" y="9925"/>
                </a:lnTo>
                <a:cubicBezTo>
                  <a:pt x="2080" y="9673"/>
                  <a:pt x="1985" y="9421"/>
                  <a:pt x="1765" y="9200"/>
                </a:cubicBezTo>
                <a:lnTo>
                  <a:pt x="1198" y="8633"/>
                </a:lnTo>
                <a:cubicBezTo>
                  <a:pt x="883" y="8287"/>
                  <a:pt x="662" y="7877"/>
                  <a:pt x="662" y="7404"/>
                </a:cubicBezTo>
                <a:lnTo>
                  <a:pt x="662" y="3813"/>
                </a:lnTo>
                <a:close/>
                <a:moveTo>
                  <a:pt x="9767" y="3844"/>
                </a:moveTo>
                <a:lnTo>
                  <a:pt x="9767" y="7436"/>
                </a:lnTo>
                <a:cubicBezTo>
                  <a:pt x="9767" y="7909"/>
                  <a:pt x="9578" y="8350"/>
                  <a:pt x="9263" y="8665"/>
                </a:cubicBezTo>
                <a:lnTo>
                  <a:pt x="8665" y="9263"/>
                </a:lnTo>
                <a:cubicBezTo>
                  <a:pt x="8476" y="9452"/>
                  <a:pt x="8349" y="9704"/>
                  <a:pt x="8349" y="9988"/>
                </a:cubicBezTo>
                <a:lnTo>
                  <a:pt x="8349" y="11153"/>
                </a:lnTo>
                <a:lnTo>
                  <a:pt x="5514" y="11153"/>
                </a:lnTo>
                <a:lnTo>
                  <a:pt x="5514" y="9736"/>
                </a:lnTo>
                <a:lnTo>
                  <a:pt x="6239" y="9043"/>
                </a:lnTo>
                <a:cubicBezTo>
                  <a:pt x="6270" y="9200"/>
                  <a:pt x="6396" y="9326"/>
                  <a:pt x="6585" y="9326"/>
                </a:cubicBezTo>
                <a:cubicBezTo>
                  <a:pt x="6774" y="9326"/>
                  <a:pt x="6932" y="9169"/>
                  <a:pt x="6932" y="8980"/>
                </a:cubicBezTo>
                <a:lnTo>
                  <a:pt x="6932" y="8255"/>
                </a:lnTo>
                <a:cubicBezTo>
                  <a:pt x="6932" y="7404"/>
                  <a:pt x="7530" y="6711"/>
                  <a:pt x="8349" y="6554"/>
                </a:cubicBezTo>
                <a:lnTo>
                  <a:pt x="8665" y="6554"/>
                </a:lnTo>
                <a:cubicBezTo>
                  <a:pt x="8854" y="6554"/>
                  <a:pt x="9011" y="6396"/>
                  <a:pt x="9011" y="6207"/>
                </a:cubicBezTo>
                <a:lnTo>
                  <a:pt x="9011" y="4916"/>
                </a:lnTo>
                <a:cubicBezTo>
                  <a:pt x="9011" y="4443"/>
                  <a:pt x="9326" y="4002"/>
                  <a:pt x="9767" y="3844"/>
                </a:cubicBezTo>
                <a:close/>
                <a:moveTo>
                  <a:pt x="3120" y="1"/>
                </a:moveTo>
                <a:cubicBezTo>
                  <a:pt x="2647" y="1"/>
                  <a:pt x="2238" y="316"/>
                  <a:pt x="2143" y="757"/>
                </a:cubicBezTo>
                <a:cubicBezTo>
                  <a:pt x="2017" y="694"/>
                  <a:pt x="1891" y="662"/>
                  <a:pt x="1733" y="662"/>
                </a:cubicBezTo>
                <a:cubicBezTo>
                  <a:pt x="1135" y="662"/>
                  <a:pt x="725" y="1135"/>
                  <a:pt x="725" y="1702"/>
                </a:cubicBezTo>
                <a:lnTo>
                  <a:pt x="725" y="3120"/>
                </a:lnTo>
                <a:cubicBezTo>
                  <a:pt x="599" y="3057"/>
                  <a:pt x="473" y="3057"/>
                  <a:pt x="347" y="3057"/>
                </a:cubicBezTo>
                <a:cubicBezTo>
                  <a:pt x="158" y="3057"/>
                  <a:pt x="1" y="3214"/>
                  <a:pt x="1" y="3435"/>
                </a:cubicBezTo>
                <a:lnTo>
                  <a:pt x="1" y="7436"/>
                </a:lnTo>
                <a:cubicBezTo>
                  <a:pt x="1" y="8066"/>
                  <a:pt x="253" y="8696"/>
                  <a:pt x="725" y="9169"/>
                </a:cubicBezTo>
                <a:lnTo>
                  <a:pt x="1292" y="9767"/>
                </a:lnTo>
                <a:cubicBezTo>
                  <a:pt x="1387" y="9830"/>
                  <a:pt x="1418" y="9925"/>
                  <a:pt x="1418" y="9988"/>
                </a:cubicBezTo>
                <a:lnTo>
                  <a:pt x="1418" y="11153"/>
                </a:lnTo>
                <a:lnTo>
                  <a:pt x="1072" y="11153"/>
                </a:lnTo>
                <a:cubicBezTo>
                  <a:pt x="883" y="11153"/>
                  <a:pt x="725" y="11311"/>
                  <a:pt x="725" y="11500"/>
                </a:cubicBezTo>
                <a:cubicBezTo>
                  <a:pt x="725" y="11689"/>
                  <a:pt x="883" y="11847"/>
                  <a:pt x="1072" y="11847"/>
                </a:cubicBezTo>
                <a:lnTo>
                  <a:pt x="9389" y="11847"/>
                </a:lnTo>
                <a:cubicBezTo>
                  <a:pt x="9578" y="11847"/>
                  <a:pt x="9736" y="11689"/>
                  <a:pt x="9736" y="11500"/>
                </a:cubicBezTo>
                <a:cubicBezTo>
                  <a:pt x="9736" y="11311"/>
                  <a:pt x="9578" y="11153"/>
                  <a:pt x="9389" y="11153"/>
                </a:cubicBezTo>
                <a:lnTo>
                  <a:pt x="9106" y="11153"/>
                </a:lnTo>
                <a:lnTo>
                  <a:pt x="9106" y="9988"/>
                </a:lnTo>
                <a:cubicBezTo>
                  <a:pt x="9106" y="9925"/>
                  <a:pt x="9137" y="9799"/>
                  <a:pt x="9232" y="9767"/>
                </a:cubicBezTo>
                <a:lnTo>
                  <a:pt x="9830" y="9169"/>
                </a:lnTo>
                <a:cubicBezTo>
                  <a:pt x="10271" y="8696"/>
                  <a:pt x="10523" y="8098"/>
                  <a:pt x="10523" y="7436"/>
                </a:cubicBezTo>
                <a:lnTo>
                  <a:pt x="10523" y="3466"/>
                </a:lnTo>
                <a:cubicBezTo>
                  <a:pt x="10492" y="3214"/>
                  <a:pt x="10334" y="3057"/>
                  <a:pt x="10114" y="3057"/>
                </a:cubicBezTo>
                <a:cubicBezTo>
                  <a:pt x="9956" y="3057"/>
                  <a:pt x="9862" y="3057"/>
                  <a:pt x="9704" y="3120"/>
                </a:cubicBezTo>
                <a:lnTo>
                  <a:pt x="9704" y="1702"/>
                </a:lnTo>
                <a:cubicBezTo>
                  <a:pt x="9704" y="1103"/>
                  <a:pt x="9232" y="662"/>
                  <a:pt x="8665" y="662"/>
                </a:cubicBezTo>
                <a:cubicBezTo>
                  <a:pt x="8539" y="662"/>
                  <a:pt x="8413" y="694"/>
                  <a:pt x="8286" y="757"/>
                </a:cubicBezTo>
                <a:cubicBezTo>
                  <a:pt x="8160" y="316"/>
                  <a:pt x="7751" y="1"/>
                  <a:pt x="7278" y="1"/>
                </a:cubicBezTo>
                <a:cubicBezTo>
                  <a:pt x="6711" y="1"/>
                  <a:pt x="6270" y="473"/>
                  <a:pt x="6270" y="1009"/>
                </a:cubicBezTo>
                <a:lnTo>
                  <a:pt x="6270" y="1103"/>
                </a:lnTo>
                <a:cubicBezTo>
                  <a:pt x="6144" y="1072"/>
                  <a:pt x="6050" y="1009"/>
                  <a:pt x="5924" y="1009"/>
                </a:cubicBezTo>
                <a:cubicBezTo>
                  <a:pt x="5640" y="1009"/>
                  <a:pt x="5388" y="1135"/>
                  <a:pt x="5199" y="1292"/>
                </a:cubicBezTo>
                <a:cubicBezTo>
                  <a:pt x="5010" y="1135"/>
                  <a:pt x="4758" y="1009"/>
                  <a:pt x="4506" y="1009"/>
                </a:cubicBezTo>
                <a:cubicBezTo>
                  <a:pt x="4380" y="1009"/>
                  <a:pt x="4254" y="1072"/>
                  <a:pt x="4128" y="1103"/>
                </a:cubicBezTo>
                <a:lnTo>
                  <a:pt x="4128" y="1009"/>
                </a:lnTo>
                <a:cubicBezTo>
                  <a:pt x="4128" y="442"/>
                  <a:pt x="3655" y="1"/>
                  <a:pt x="3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328" name="Google Shape;14328;p82"/>
          <p:cNvSpPr/>
          <p:nvPr/>
        </p:nvSpPr>
        <p:spPr>
          <a:xfrm>
            <a:off x="5294434" y="1783074"/>
            <a:ext cx="357903" cy="353897"/>
          </a:xfrm>
          <a:custGeom>
            <a:avLst/>
            <a:gdLst/>
            <a:ahLst/>
            <a:cxnLst/>
            <a:rect l="l" t="t" r="r" b="b"/>
            <a:pathLst>
              <a:path w="11973" h="11839" extrusionOk="0">
                <a:moveTo>
                  <a:pt x="9322" y="655"/>
                </a:moveTo>
                <a:cubicBezTo>
                  <a:pt x="9413" y="655"/>
                  <a:pt x="9499" y="686"/>
                  <a:pt x="9547" y="749"/>
                </a:cubicBezTo>
                <a:lnTo>
                  <a:pt x="11027" y="2198"/>
                </a:lnTo>
                <a:cubicBezTo>
                  <a:pt x="11122" y="2324"/>
                  <a:pt x="11122" y="2545"/>
                  <a:pt x="11027" y="2671"/>
                </a:cubicBezTo>
                <a:cubicBezTo>
                  <a:pt x="10964" y="2718"/>
                  <a:pt x="10870" y="2742"/>
                  <a:pt x="10779" y="2742"/>
                </a:cubicBezTo>
                <a:cubicBezTo>
                  <a:pt x="10689" y="2742"/>
                  <a:pt x="10602" y="2718"/>
                  <a:pt x="10555" y="2671"/>
                </a:cubicBezTo>
                <a:lnTo>
                  <a:pt x="10303" y="2419"/>
                </a:lnTo>
                <a:lnTo>
                  <a:pt x="9074" y="1190"/>
                </a:lnTo>
                <a:cubicBezTo>
                  <a:pt x="8916" y="1096"/>
                  <a:pt x="8916" y="907"/>
                  <a:pt x="9074" y="749"/>
                </a:cubicBezTo>
                <a:cubicBezTo>
                  <a:pt x="9137" y="686"/>
                  <a:pt x="9232" y="655"/>
                  <a:pt x="9322" y="655"/>
                </a:cubicBezTo>
                <a:close/>
                <a:moveTo>
                  <a:pt x="9106" y="2230"/>
                </a:moveTo>
                <a:lnTo>
                  <a:pt x="9547" y="2702"/>
                </a:lnTo>
                <a:lnTo>
                  <a:pt x="9011" y="3270"/>
                </a:lnTo>
                <a:lnTo>
                  <a:pt x="8538" y="2797"/>
                </a:lnTo>
                <a:lnTo>
                  <a:pt x="9106" y="2230"/>
                </a:lnTo>
                <a:close/>
                <a:moveTo>
                  <a:pt x="6333" y="1694"/>
                </a:moveTo>
                <a:cubicBezTo>
                  <a:pt x="6396" y="1694"/>
                  <a:pt x="6522" y="1726"/>
                  <a:pt x="6554" y="1789"/>
                </a:cubicBezTo>
                <a:lnTo>
                  <a:pt x="8759" y="3994"/>
                </a:lnTo>
                <a:lnTo>
                  <a:pt x="9988" y="5223"/>
                </a:lnTo>
                <a:cubicBezTo>
                  <a:pt x="10082" y="5254"/>
                  <a:pt x="10114" y="5349"/>
                  <a:pt x="10114" y="5475"/>
                </a:cubicBezTo>
                <a:cubicBezTo>
                  <a:pt x="10114" y="5538"/>
                  <a:pt x="10082" y="5664"/>
                  <a:pt x="9988" y="5695"/>
                </a:cubicBezTo>
                <a:cubicBezTo>
                  <a:pt x="9925" y="5727"/>
                  <a:pt x="9830" y="5821"/>
                  <a:pt x="9767" y="5821"/>
                </a:cubicBezTo>
                <a:cubicBezTo>
                  <a:pt x="9673" y="5821"/>
                  <a:pt x="9547" y="5790"/>
                  <a:pt x="9515" y="5695"/>
                </a:cubicBezTo>
                <a:lnTo>
                  <a:pt x="6081" y="2261"/>
                </a:lnTo>
                <a:cubicBezTo>
                  <a:pt x="6018" y="2198"/>
                  <a:pt x="5987" y="2104"/>
                  <a:pt x="5987" y="2041"/>
                </a:cubicBezTo>
                <a:cubicBezTo>
                  <a:pt x="5987" y="1946"/>
                  <a:pt x="6018" y="1852"/>
                  <a:pt x="6081" y="1789"/>
                </a:cubicBezTo>
                <a:cubicBezTo>
                  <a:pt x="6176" y="1726"/>
                  <a:pt x="6239" y="1694"/>
                  <a:pt x="6333" y="1694"/>
                </a:cubicBezTo>
                <a:close/>
                <a:moveTo>
                  <a:pt x="6333" y="3459"/>
                </a:moveTo>
                <a:lnTo>
                  <a:pt x="8286" y="5412"/>
                </a:lnTo>
                <a:lnTo>
                  <a:pt x="7782" y="5947"/>
                </a:lnTo>
                <a:lnTo>
                  <a:pt x="7026" y="5191"/>
                </a:lnTo>
                <a:cubicBezTo>
                  <a:pt x="6979" y="5128"/>
                  <a:pt x="6892" y="5097"/>
                  <a:pt x="6802" y="5097"/>
                </a:cubicBezTo>
                <a:cubicBezTo>
                  <a:pt x="6711" y="5097"/>
                  <a:pt x="6617" y="5128"/>
                  <a:pt x="6554" y="5191"/>
                </a:cubicBezTo>
                <a:cubicBezTo>
                  <a:pt x="6459" y="5317"/>
                  <a:pt x="6459" y="5538"/>
                  <a:pt x="6554" y="5664"/>
                </a:cubicBezTo>
                <a:lnTo>
                  <a:pt x="7310" y="6420"/>
                </a:lnTo>
                <a:lnTo>
                  <a:pt x="6837" y="6893"/>
                </a:lnTo>
                <a:lnTo>
                  <a:pt x="4884" y="4908"/>
                </a:lnTo>
                <a:lnTo>
                  <a:pt x="6333" y="3459"/>
                </a:lnTo>
                <a:close/>
                <a:moveTo>
                  <a:pt x="4348" y="5506"/>
                </a:moveTo>
                <a:lnTo>
                  <a:pt x="6333" y="7460"/>
                </a:lnTo>
                <a:lnTo>
                  <a:pt x="5860" y="7932"/>
                </a:lnTo>
                <a:lnTo>
                  <a:pt x="5388" y="7460"/>
                </a:lnTo>
                <a:cubicBezTo>
                  <a:pt x="5325" y="7412"/>
                  <a:pt x="5238" y="7389"/>
                  <a:pt x="5152" y="7389"/>
                </a:cubicBezTo>
                <a:cubicBezTo>
                  <a:pt x="5065" y="7389"/>
                  <a:pt x="4978" y="7412"/>
                  <a:pt x="4915" y="7460"/>
                </a:cubicBezTo>
                <a:cubicBezTo>
                  <a:pt x="4789" y="7586"/>
                  <a:pt x="4789" y="7838"/>
                  <a:pt x="4915" y="7932"/>
                </a:cubicBezTo>
                <a:lnTo>
                  <a:pt x="5388" y="8405"/>
                </a:lnTo>
                <a:lnTo>
                  <a:pt x="5167" y="8657"/>
                </a:lnTo>
                <a:cubicBezTo>
                  <a:pt x="4915" y="8846"/>
                  <a:pt x="4632" y="8940"/>
                  <a:pt x="4360" y="8940"/>
                </a:cubicBezTo>
                <a:cubicBezTo>
                  <a:pt x="4088" y="8940"/>
                  <a:pt x="3828" y="8846"/>
                  <a:pt x="3624" y="8657"/>
                </a:cubicBezTo>
                <a:lnTo>
                  <a:pt x="3151" y="8184"/>
                </a:lnTo>
                <a:cubicBezTo>
                  <a:pt x="2742" y="7775"/>
                  <a:pt x="2742" y="7113"/>
                  <a:pt x="3151" y="6735"/>
                </a:cubicBezTo>
                <a:lnTo>
                  <a:pt x="4348" y="5506"/>
                </a:lnTo>
                <a:close/>
                <a:moveTo>
                  <a:pt x="2678" y="8657"/>
                </a:moveTo>
                <a:lnTo>
                  <a:pt x="3151" y="9129"/>
                </a:lnTo>
                <a:lnTo>
                  <a:pt x="2899" y="9350"/>
                </a:lnTo>
                <a:cubicBezTo>
                  <a:pt x="2836" y="9413"/>
                  <a:pt x="2749" y="9444"/>
                  <a:pt x="2663" y="9444"/>
                </a:cubicBezTo>
                <a:cubicBezTo>
                  <a:pt x="2576" y="9444"/>
                  <a:pt x="2489" y="9413"/>
                  <a:pt x="2426" y="9350"/>
                </a:cubicBezTo>
                <a:cubicBezTo>
                  <a:pt x="2300" y="9255"/>
                  <a:pt x="2300" y="9003"/>
                  <a:pt x="2426" y="8877"/>
                </a:cubicBezTo>
                <a:lnTo>
                  <a:pt x="2678" y="8657"/>
                </a:lnTo>
                <a:close/>
                <a:moveTo>
                  <a:pt x="9389" y="1"/>
                </a:moveTo>
                <a:cubicBezTo>
                  <a:pt x="9121" y="1"/>
                  <a:pt x="8853" y="103"/>
                  <a:pt x="8664" y="308"/>
                </a:cubicBezTo>
                <a:cubicBezTo>
                  <a:pt x="8255" y="686"/>
                  <a:pt x="8255" y="1379"/>
                  <a:pt x="8664" y="1757"/>
                </a:cubicBezTo>
                <a:lnTo>
                  <a:pt x="8097" y="2324"/>
                </a:lnTo>
                <a:lnTo>
                  <a:pt x="7121" y="1316"/>
                </a:lnTo>
                <a:cubicBezTo>
                  <a:pt x="6932" y="1127"/>
                  <a:pt x="6648" y="1001"/>
                  <a:pt x="6365" y="1001"/>
                </a:cubicBezTo>
                <a:cubicBezTo>
                  <a:pt x="6081" y="1001"/>
                  <a:pt x="5829" y="1127"/>
                  <a:pt x="5608" y="1316"/>
                </a:cubicBezTo>
                <a:cubicBezTo>
                  <a:pt x="5419" y="1537"/>
                  <a:pt x="5293" y="1789"/>
                  <a:pt x="5293" y="2072"/>
                </a:cubicBezTo>
                <a:cubicBezTo>
                  <a:pt x="5293" y="2356"/>
                  <a:pt x="5419" y="2639"/>
                  <a:pt x="5608" y="2828"/>
                </a:cubicBezTo>
                <a:lnTo>
                  <a:pt x="5860" y="3049"/>
                </a:lnTo>
                <a:lnTo>
                  <a:pt x="2678" y="6263"/>
                </a:lnTo>
                <a:cubicBezTo>
                  <a:pt x="2143" y="6767"/>
                  <a:pt x="2048" y="7460"/>
                  <a:pt x="2269" y="8090"/>
                </a:cubicBezTo>
                <a:lnTo>
                  <a:pt x="1922" y="8468"/>
                </a:lnTo>
                <a:cubicBezTo>
                  <a:pt x="1607" y="8783"/>
                  <a:pt x="1513" y="9255"/>
                  <a:pt x="1733" y="9634"/>
                </a:cubicBezTo>
                <a:lnTo>
                  <a:pt x="95" y="11240"/>
                </a:lnTo>
                <a:cubicBezTo>
                  <a:pt x="1" y="11366"/>
                  <a:pt x="1" y="11618"/>
                  <a:pt x="95" y="11713"/>
                </a:cubicBezTo>
                <a:cubicBezTo>
                  <a:pt x="190" y="11807"/>
                  <a:pt x="284" y="11839"/>
                  <a:pt x="347" y="11839"/>
                </a:cubicBezTo>
                <a:cubicBezTo>
                  <a:pt x="410" y="11839"/>
                  <a:pt x="536" y="11807"/>
                  <a:pt x="568" y="11713"/>
                </a:cubicBezTo>
                <a:lnTo>
                  <a:pt x="2206" y="10106"/>
                </a:lnTo>
                <a:cubicBezTo>
                  <a:pt x="2363" y="10201"/>
                  <a:pt x="2458" y="10232"/>
                  <a:pt x="2615" y="10232"/>
                </a:cubicBezTo>
                <a:cubicBezTo>
                  <a:pt x="2899" y="10232"/>
                  <a:pt x="3183" y="10106"/>
                  <a:pt x="3372" y="9917"/>
                </a:cubicBezTo>
                <a:lnTo>
                  <a:pt x="3718" y="9571"/>
                </a:lnTo>
                <a:cubicBezTo>
                  <a:pt x="3939" y="9634"/>
                  <a:pt x="4159" y="9665"/>
                  <a:pt x="4348" y="9665"/>
                </a:cubicBezTo>
                <a:cubicBezTo>
                  <a:pt x="4789" y="9665"/>
                  <a:pt x="5262" y="9508"/>
                  <a:pt x="5577" y="9161"/>
                </a:cubicBezTo>
                <a:lnTo>
                  <a:pt x="8759" y="5979"/>
                </a:lnTo>
                <a:lnTo>
                  <a:pt x="9011" y="6199"/>
                </a:lnTo>
                <a:cubicBezTo>
                  <a:pt x="9200" y="6420"/>
                  <a:pt x="9484" y="6515"/>
                  <a:pt x="9767" y="6515"/>
                </a:cubicBezTo>
                <a:cubicBezTo>
                  <a:pt x="10019" y="6515"/>
                  <a:pt x="10303" y="6420"/>
                  <a:pt x="10492" y="6199"/>
                </a:cubicBezTo>
                <a:cubicBezTo>
                  <a:pt x="10712" y="6010"/>
                  <a:pt x="10807" y="5727"/>
                  <a:pt x="10807" y="5475"/>
                </a:cubicBezTo>
                <a:cubicBezTo>
                  <a:pt x="10807" y="5191"/>
                  <a:pt x="10712" y="4908"/>
                  <a:pt x="10492" y="4719"/>
                </a:cubicBezTo>
                <a:lnTo>
                  <a:pt x="9515" y="3711"/>
                </a:lnTo>
                <a:lnTo>
                  <a:pt x="10082" y="3207"/>
                </a:lnTo>
                <a:cubicBezTo>
                  <a:pt x="10271" y="3427"/>
                  <a:pt x="10555" y="3522"/>
                  <a:pt x="10807" y="3522"/>
                </a:cubicBezTo>
                <a:cubicBezTo>
                  <a:pt x="11090" y="3522"/>
                  <a:pt x="11374" y="3427"/>
                  <a:pt x="11563" y="3207"/>
                </a:cubicBezTo>
                <a:cubicBezTo>
                  <a:pt x="11972" y="2828"/>
                  <a:pt x="11972" y="2167"/>
                  <a:pt x="11563" y="1757"/>
                </a:cubicBezTo>
                <a:lnTo>
                  <a:pt x="10114" y="308"/>
                </a:lnTo>
                <a:cubicBezTo>
                  <a:pt x="9925" y="103"/>
                  <a:pt x="9657" y="1"/>
                  <a:pt x="93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4329" name="Google Shape;14329;p82"/>
          <p:cNvGrpSpPr/>
          <p:nvPr/>
        </p:nvGrpSpPr>
        <p:grpSpPr>
          <a:xfrm>
            <a:off x="5358939" y="2224196"/>
            <a:ext cx="227930" cy="354136"/>
            <a:chOff x="-28043900" y="2701925"/>
            <a:chExt cx="190625" cy="296175"/>
          </a:xfrm>
        </p:grpSpPr>
        <p:sp>
          <p:nvSpPr>
            <p:cNvPr id="14330" name="Google Shape;14330;p82"/>
            <p:cNvSpPr/>
            <p:nvPr/>
          </p:nvSpPr>
          <p:spPr>
            <a:xfrm>
              <a:off x="-28043900" y="2701925"/>
              <a:ext cx="190625" cy="296175"/>
            </a:xfrm>
            <a:custGeom>
              <a:avLst/>
              <a:gdLst/>
              <a:ahLst/>
              <a:cxnLst/>
              <a:rect l="l" t="t" r="r" b="b"/>
              <a:pathLst>
                <a:path w="7625" h="11847" extrusionOk="0">
                  <a:moveTo>
                    <a:pt x="5136" y="662"/>
                  </a:moveTo>
                  <a:cubicBezTo>
                    <a:pt x="5325" y="662"/>
                    <a:pt x="5483" y="820"/>
                    <a:pt x="5483" y="1009"/>
                  </a:cubicBezTo>
                  <a:cubicBezTo>
                    <a:pt x="5483" y="1198"/>
                    <a:pt x="5325" y="1356"/>
                    <a:pt x="5136" y="1356"/>
                  </a:cubicBezTo>
                  <a:lnTo>
                    <a:pt x="2364" y="1356"/>
                  </a:lnTo>
                  <a:cubicBezTo>
                    <a:pt x="2175" y="1356"/>
                    <a:pt x="2017" y="1198"/>
                    <a:pt x="2017" y="1009"/>
                  </a:cubicBezTo>
                  <a:cubicBezTo>
                    <a:pt x="2017" y="820"/>
                    <a:pt x="2175" y="662"/>
                    <a:pt x="2364" y="662"/>
                  </a:cubicBezTo>
                  <a:close/>
                  <a:moveTo>
                    <a:pt x="4790" y="2080"/>
                  </a:moveTo>
                  <a:lnTo>
                    <a:pt x="4790" y="4411"/>
                  </a:lnTo>
                  <a:cubicBezTo>
                    <a:pt x="4790" y="4758"/>
                    <a:pt x="4979" y="5105"/>
                    <a:pt x="5294" y="5294"/>
                  </a:cubicBezTo>
                  <a:cubicBezTo>
                    <a:pt x="6113" y="5766"/>
                    <a:pt x="6680" y="6554"/>
                    <a:pt x="6837" y="7499"/>
                  </a:cubicBezTo>
                  <a:cubicBezTo>
                    <a:pt x="6504" y="7632"/>
                    <a:pt x="6166" y="7699"/>
                    <a:pt x="5828" y="7699"/>
                  </a:cubicBezTo>
                  <a:cubicBezTo>
                    <a:pt x="5207" y="7699"/>
                    <a:pt x="4582" y="7475"/>
                    <a:pt x="3971" y="7026"/>
                  </a:cubicBezTo>
                  <a:cubicBezTo>
                    <a:pt x="3372" y="6648"/>
                    <a:pt x="2773" y="6396"/>
                    <a:pt x="2143" y="6333"/>
                  </a:cubicBezTo>
                  <a:cubicBezTo>
                    <a:pt x="1970" y="6318"/>
                    <a:pt x="1805" y="6310"/>
                    <a:pt x="1639" y="6310"/>
                  </a:cubicBezTo>
                  <a:cubicBezTo>
                    <a:pt x="1474" y="6310"/>
                    <a:pt x="1308" y="6318"/>
                    <a:pt x="1135" y="6333"/>
                  </a:cubicBezTo>
                  <a:cubicBezTo>
                    <a:pt x="1387" y="5892"/>
                    <a:pt x="1734" y="5546"/>
                    <a:pt x="2175" y="5294"/>
                  </a:cubicBezTo>
                  <a:cubicBezTo>
                    <a:pt x="2490" y="5105"/>
                    <a:pt x="2679" y="4790"/>
                    <a:pt x="2679" y="4443"/>
                  </a:cubicBezTo>
                  <a:lnTo>
                    <a:pt x="2679" y="2080"/>
                  </a:lnTo>
                  <a:close/>
                  <a:moveTo>
                    <a:pt x="1670" y="6939"/>
                  </a:moveTo>
                  <a:cubicBezTo>
                    <a:pt x="2308" y="6939"/>
                    <a:pt x="2942" y="7156"/>
                    <a:pt x="3561" y="7562"/>
                  </a:cubicBezTo>
                  <a:cubicBezTo>
                    <a:pt x="4160" y="7940"/>
                    <a:pt x="4790" y="8192"/>
                    <a:pt x="5420" y="8255"/>
                  </a:cubicBezTo>
                  <a:cubicBezTo>
                    <a:pt x="5577" y="8255"/>
                    <a:pt x="5672" y="8287"/>
                    <a:pt x="5829" y="8287"/>
                  </a:cubicBezTo>
                  <a:cubicBezTo>
                    <a:pt x="6207" y="8287"/>
                    <a:pt x="6554" y="8255"/>
                    <a:pt x="6869" y="8129"/>
                  </a:cubicBezTo>
                  <a:lnTo>
                    <a:pt x="6869" y="8129"/>
                  </a:lnTo>
                  <a:cubicBezTo>
                    <a:pt x="6869" y="8255"/>
                    <a:pt x="6837" y="8381"/>
                    <a:pt x="6837" y="8507"/>
                  </a:cubicBezTo>
                  <a:cubicBezTo>
                    <a:pt x="6585" y="9799"/>
                    <a:pt x="5640" y="10807"/>
                    <a:pt x="4412" y="11059"/>
                  </a:cubicBezTo>
                  <a:cubicBezTo>
                    <a:pt x="4192" y="11103"/>
                    <a:pt x="3970" y="11125"/>
                    <a:pt x="3750" y="11125"/>
                  </a:cubicBezTo>
                  <a:cubicBezTo>
                    <a:pt x="3027" y="11125"/>
                    <a:pt x="2328" y="10888"/>
                    <a:pt x="1797" y="10429"/>
                  </a:cubicBezTo>
                  <a:cubicBezTo>
                    <a:pt x="1041" y="9830"/>
                    <a:pt x="631" y="8917"/>
                    <a:pt x="631" y="7972"/>
                  </a:cubicBezTo>
                  <a:cubicBezTo>
                    <a:pt x="631" y="7656"/>
                    <a:pt x="694" y="7404"/>
                    <a:pt x="757" y="7089"/>
                  </a:cubicBezTo>
                  <a:cubicBezTo>
                    <a:pt x="1062" y="6988"/>
                    <a:pt x="1366" y="6939"/>
                    <a:pt x="1670" y="6939"/>
                  </a:cubicBezTo>
                  <a:close/>
                  <a:moveTo>
                    <a:pt x="2427" y="1"/>
                  </a:moveTo>
                  <a:cubicBezTo>
                    <a:pt x="1828" y="1"/>
                    <a:pt x="1387" y="473"/>
                    <a:pt x="1387" y="1009"/>
                  </a:cubicBezTo>
                  <a:cubicBezTo>
                    <a:pt x="1387" y="1450"/>
                    <a:pt x="1671" y="1828"/>
                    <a:pt x="2112" y="1986"/>
                  </a:cubicBezTo>
                  <a:lnTo>
                    <a:pt x="2112" y="4443"/>
                  </a:lnTo>
                  <a:cubicBezTo>
                    <a:pt x="2112" y="4569"/>
                    <a:pt x="2017" y="4632"/>
                    <a:pt x="1891" y="4727"/>
                  </a:cubicBezTo>
                  <a:cubicBezTo>
                    <a:pt x="1356" y="5042"/>
                    <a:pt x="883" y="5514"/>
                    <a:pt x="536" y="6081"/>
                  </a:cubicBezTo>
                  <a:cubicBezTo>
                    <a:pt x="410" y="6302"/>
                    <a:pt x="284" y="6522"/>
                    <a:pt x="221" y="6711"/>
                  </a:cubicBezTo>
                  <a:lnTo>
                    <a:pt x="221" y="6743"/>
                  </a:lnTo>
                  <a:cubicBezTo>
                    <a:pt x="64" y="7152"/>
                    <a:pt x="1" y="7593"/>
                    <a:pt x="1" y="8003"/>
                  </a:cubicBezTo>
                  <a:cubicBezTo>
                    <a:pt x="1" y="9169"/>
                    <a:pt x="536" y="10271"/>
                    <a:pt x="1419" y="10964"/>
                  </a:cubicBezTo>
                  <a:cubicBezTo>
                    <a:pt x="2112" y="11532"/>
                    <a:pt x="2962" y="11847"/>
                    <a:pt x="3845" y="11847"/>
                  </a:cubicBezTo>
                  <a:cubicBezTo>
                    <a:pt x="4097" y="11847"/>
                    <a:pt x="4380" y="11784"/>
                    <a:pt x="4664" y="11752"/>
                  </a:cubicBezTo>
                  <a:cubicBezTo>
                    <a:pt x="5420" y="11595"/>
                    <a:pt x="6081" y="11248"/>
                    <a:pt x="6585" y="10681"/>
                  </a:cubicBezTo>
                  <a:cubicBezTo>
                    <a:pt x="7090" y="10145"/>
                    <a:pt x="7468" y="9484"/>
                    <a:pt x="7625" y="8728"/>
                  </a:cubicBezTo>
                  <a:cubicBezTo>
                    <a:pt x="7562" y="8350"/>
                    <a:pt x="7562" y="7972"/>
                    <a:pt x="7531" y="7656"/>
                  </a:cubicBezTo>
                  <a:cubicBezTo>
                    <a:pt x="7499" y="7184"/>
                    <a:pt x="7373" y="6743"/>
                    <a:pt x="7184" y="6333"/>
                  </a:cubicBezTo>
                  <a:cubicBezTo>
                    <a:pt x="6837" y="5609"/>
                    <a:pt x="6302" y="5073"/>
                    <a:pt x="5640" y="4664"/>
                  </a:cubicBezTo>
                  <a:cubicBezTo>
                    <a:pt x="5577" y="4632"/>
                    <a:pt x="5483" y="4506"/>
                    <a:pt x="5483" y="4411"/>
                  </a:cubicBezTo>
                  <a:lnTo>
                    <a:pt x="5483" y="1986"/>
                  </a:lnTo>
                  <a:cubicBezTo>
                    <a:pt x="5892" y="1828"/>
                    <a:pt x="6207" y="1482"/>
                    <a:pt x="6207" y="1009"/>
                  </a:cubicBezTo>
                  <a:cubicBezTo>
                    <a:pt x="6207" y="410"/>
                    <a:pt x="5735" y="1"/>
                    <a:pt x="51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331" name="Google Shape;14331;p82"/>
            <p:cNvSpPr/>
            <p:nvPr/>
          </p:nvSpPr>
          <p:spPr>
            <a:xfrm>
              <a:off x="-27976950" y="2910650"/>
              <a:ext cx="18150" cy="17350"/>
            </a:xfrm>
            <a:custGeom>
              <a:avLst/>
              <a:gdLst/>
              <a:ahLst/>
              <a:cxnLst/>
              <a:rect l="l" t="t" r="r" b="b"/>
              <a:pathLst>
                <a:path w="726" h="694" extrusionOk="0">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332" name="Google Shape;14332;p82"/>
            <p:cNvSpPr/>
            <p:nvPr/>
          </p:nvSpPr>
          <p:spPr>
            <a:xfrm>
              <a:off x="-27924175" y="2927975"/>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333" name="Google Shape;14333;p82"/>
            <p:cNvSpPr/>
            <p:nvPr/>
          </p:nvSpPr>
          <p:spPr>
            <a:xfrm>
              <a:off x="-27976950" y="29461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334" name="Google Shape;14334;p82"/>
            <p:cNvSpPr/>
            <p:nvPr/>
          </p:nvSpPr>
          <p:spPr>
            <a:xfrm>
              <a:off x="-28010800" y="2893325"/>
              <a:ext cx="17350" cy="18150"/>
            </a:xfrm>
            <a:custGeom>
              <a:avLst/>
              <a:gdLst/>
              <a:ahLst/>
              <a:cxnLst/>
              <a:rect l="l" t="t" r="r" b="b"/>
              <a:pathLst>
                <a:path w="694" h="726" extrusionOk="0">
                  <a:moveTo>
                    <a:pt x="347" y="0"/>
                  </a:moveTo>
                  <a:cubicBezTo>
                    <a:pt x="158" y="0"/>
                    <a:pt x="0" y="158"/>
                    <a:pt x="0" y="379"/>
                  </a:cubicBezTo>
                  <a:cubicBezTo>
                    <a:pt x="0" y="568"/>
                    <a:pt x="158" y="725"/>
                    <a:pt x="347" y="725"/>
                  </a:cubicBezTo>
                  <a:cubicBezTo>
                    <a:pt x="536" y="725"/>
                    <a:pt x="693" y="568"/>
                    <a:pt x="693" y="379"/>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335" name="Google Shape;14335;p82"/>
          <p:cNvGrpSpPr/>
          <p:nvPr/>
        </p:nvGrpSpPr>
        <p:grpSpPr>
          <a:xfrm>
            <a:off x="7531805" y="1336135"/>
            <a:ext cx="354136" cy="353180"/>
            <a:chOff x="-26215025" y="1971025"/>
            <a:chExt cx="296175" cy="295375"/>
          </a:xfrm>
        </p:grpSpPr>
        <p:sp>
          <p:nvSpPr>
            <p:cNvPr id="14336" name="Google Shape;14336;p82"/>
            <p:cNvSpPr/>
            <p:nvPr/>
          </p:nvSpPr>
          <p:spPr>
            <a:xfrm>
              <a:off x="-26092950" y="1971025"/>
              <a:ext cx="51225" cy="225275"/>
            </a:xfrm>
            <a:custGeom>
              <a:avLst/>
              <a:gdLst/>
              <a:ahLst/>
              <a:cxnLst/>
              <a:rect l="l" t="t" r="r" b="b"/>
              <a:pathLst>
                <a:path w="2049" h="9011" extrusionOk="0">
                  <a:moveTo>
                    <a:pt x="1009" y="7246"/>
                  </a:moveTo>
                  <a:cubicBezTo>
                    <a:pt x="1198" y="7593"/>
                    <a:pt x="1355" y="7877"/>
                    <a:pt x="1355" y="8003"/>
                  </a:cubicBezTo>
                  <a:cubicBezTo>
                    <a:pt x="1355" y="8192"/>
                    <a:pt x="1198" y="8349"/>
                    <a:pt x="1009" y="8349"/>
                  </a:cubicBezTo>
                  <a:cubicBezTo>
                    <a:pt x="820" y="8349"/>
                    <a:pt x="662" y="8192"/>
                    <a:pt x="662" y="8003"/>
                  </a:cubicBezTo>
                  <a:cubicBezTo>
                    <a:pt x="694" y="7877"/>
                    <a:pt x="820" y="7562"/>
                    <a:pt x="1009" y="7246"/>
                  </a:cubicBezTo>
                  <a:close/>
                  <a:moveTo>
                    <a:pt x="977" y="0"/>
                  </a:moveTo>
                  <a:cubicBezTo>
                    <a:pt x="788" y="0"/>
                    <a:pt x="631" y="158"/>
                    <a:pt x="631" y="347"/>
                  </a:cubicBezTo>
                  <a:lnTo>
                    <a:pt x="631" y="6490"/>
                  </a:lnTo>
                  <a:cubicBezTo>
                    <a:pt x="536" y="6616"/>
                    <a:pt x="410" y="6774"/>
                    <a:pt x="316" y="6963"/>
                  </a:cubicBezTo>
                  <a:cubicBezTo>
                    <a:pt x="32" y="7562"/>
                    <a:pt x="1" y="7845"/>
                    <a:pt x="1" y="8003"/>
                  </a:cubicBezTo>
                  <a:cubicBezTo>
                    <a:pt x="1" y="8601"/>
                    <a:pt x="473" y="9011"/>
                    <a:pt x="1009" y="9011"/>
                  </a:cubicBezTo>
                  <a:cubicBezTo>
                    <a:pt x="1576" y="9011"/>
                    <a:pt x="2048" y="8538"/>
                    <a:pt x="2048" y="8003"/>
                  </a:cubicBezTo>
                  <a:cubicBezTo>
                    <a:pt x="2048" y="7845"/>
                    <a:pt x="1985" y="7593"/>
                    <a:pt x="1639" y="6963"/>
                  </a:cubicBezTo>
                  <a:cubicBezTo>
                    <a:pt x="1513" y="6774"/>
                    <a:pt x="1418" y="6585"/>
                    <a:pt x="1324" y="6490"/>
                  </a:cubicBezTo>
                  <a:lnTo>
                    <a:pt x="1324" y="347"/>
                  </a:lnTo>
                  <a:cubicBezTo>
                    <a:pt x="1324" y="158"/>
                    <a:pt x="1166" y="0"/>
                    <a:pt x="9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337" name="Google Shape;14337;p82"/>
            <p:cNvSpPr/>
            <p:nvPr/>
          </p:nvSpPr>
          <p:spPr>
            <a:xfrm>
              <a:off x="-26179575" y="22144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338" name="Google Shape;14338;p82"/>
            <p:cNvSpPr/>
            <p:nvPr/>
          </p:nvSpPr>
          <p:spPr>
            <a:xfrm>
              <a:off x="-26163050" y="217895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339" name="Google Shape;14339;p82"/>
            <p:cNvSpPr/>
            <p:nvPr/>
          </p:nvSpPr>
          <p:spPr>
            <a:xfrm>
              <a:off x="-26145725" y="22144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340" name="Google Shape;14340;p82"/>
            <p:cNvSpPr/>
            <p:nvPr/>
          </p:nvSpPr>
          <p:spPr>
            <a:xfrm>
              <a:off x="-25988975" y="2178950"/>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662" y="158"/>
                    <a:pt x="504"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341" name="Google Shape;14341;p82"/>
            <p:cNvSpPr/>
            <p:nvPr/>
          </p:nvSpPr>
          <p:spPr>
            <a:xfrm>
              <a:off x="-26006300" y="22144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342" name="Google Shape;14342;p82"/>
            <p:cNvSpPr/>
            <p:nvPr/>
          </p:nvSpPr>
          <p:spPr>
            <a:xfrm>
              <a:off x="-25972450" y="22144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343" name="Google Shape;14343;p82"/>
            <p:cNvSpPr/>
            <p:nvPr/>
          </p:nvSpPr>
          <p:spPr>
            <a:xfrm>
              <a:off x="-26215025" y="2108850"/>
              <a:ext cx="296175" cy="157550"/>
            </a:xfrm>
            <a:custGeom>
              <a:avLst/>
              <a:gdLst/>
              <a:ahLst/>
              <a:cxnLst/>
              <a:rect l="l" t="t" r="r" b="b"/>
              <a:pathLst>
                <a:path w="11847" h="6302" extrusionOk="0">
                  <a:moveTo>
                    <a:pt x="4128" y="725"/>
                  </a:moveTo>
                  <a:cubicBezTo>
                    <a:pt x="3970" y="946"/>
                    <a:pt x="3844" y="1198"/>
                    <a:pt x="3781" y="1418"/>
                  </a:cubicBezTo>
                  <a:cubicBezTo>
                    <a:pt x="3781" y="1450"/>
                    <a:pt x="3749" y="1513"/>
                    <a:pt x="3749" y="1544"/>
                  </a:cubicBezTo>
                  <a:cubicBezTo>
                    <a:pt x="3403" y="1355"/>
                    <a:pt x="2993" y="1261"/>
                    <a:pt x="2615" y="1261"/>
                  </a:cubicBezTo>
                  <a:cubicBezTo>
                    <a:pt x="2111" y="1261"/>
                    <a:pt x="1450" y="1418"/>
                    <a:pt x="1166" y="1891"/>
                  </a:cubicBezTo>
                  <a:cubicBezTo>
                    <a:pt x="1040" y="2080"/>
                    <a:pt x="851" y="2175"/>
                    <a:pt x="694" y="2175"/>
                  </a:cubicBezTo>
                  <a:lnTo>
                    <a:pt x="694" y="1072"/>
                  </a:lnTo>
                  <a:cubicBezTo>
                    <a:pt x="694" y="851"/>
                    <a:pt x="851" y="725"/>
                    <a:pt x="1040" y="725"/>
                  </a:cubicBezTo>
                  <a:close/>
                  <a:moveTo>
                    <a:pt x="10775" y="725"/>
                  </a:moveTo>
                  <a:cubicBezTo>
                    <a:pt x="10964" y="725"/>
                    <a:pt x="11122" y="883"/>
                    <a:pt x="11122" y="1072"/>
                  </a:cubicBezTo>
                  <a:lnTo>
                    <a:pt x="11122" y="2175"/>
                  </a:lnTo>
                  <a:cubicBezTo>
                    <a:pt x="10933" y="2175"/>
                    <a:pt x="10775" y="2080"/>
                    <a:pt x="10649" y="1891"/>
                  </a:cubicBezTo>
                  <a:cubicBezTo>
                    <a:pt x="10429" y="1513"/>
                    <a:pt x="10050" y="1261"/>
                    <a:pt x="9546" y="1261"/>
                  </a:cubicBezTo>
                  <a:cubicBezTo>
                    <a:pt x="9074" y="1261"/>
                    <a:pt x="8696" y="1513"/>
                    <a:pt x="8444" y="1891"/>
                  </a:cubicBezTo>
                  <a:cubicBezTo>
                    <a:pt x="8412" y="1985"/>
                    <a:pt x="8349" y="2049"/>
                    <a:pt x="8286" y="2143"/>
                  </a:cubicBezTo>
                  <a:cubicBezTo>
                    <a:pt x="8255" y="1828"/>
                    <a:pt x="8097" y="1355"/>
                    <a:pt x="7719" y="725"/>
                  </a:cubicBezTo>
                  <a:close/>
                  <a:moveTo>
                    <a:pt x="9609" y="1922"/>
                  </a:moveTo>
                  <a:cubicBezTo>
                    <a:pt x="9830" y="1922"/>
                    <a:pt x="9987" y="2049"/>
                    <a:pt x="10113" y="2206"/>
                  </a:cubicBezTo>
                  <a:cubicBezTo>
                    <a:pt x="10334" y="2616"/>
                    <a:pt x="10744" y="2836"/>
                    <a:pt x="11185" y="2836"/>
                  </a:cubicBezTo>
                  <a:lnTo>
                    <a:pt x="11185" y="5546"/>
                  </a:lnTo>
                  <a:lnTo>
                    <a:pt x="694" y="5546"/>
                  </a:lnTo>
                  <a:lnTo>
                    <a:pt x="694" y="2931"/>
                  </a:lnTo>
                  <a:cubicBezTo>
                    <a:pt x="1135" y="2931"/>
                    <a:pt x="1576" y="2679"/>
                    <a:pt x="1765" y="2301"/>
                  </a:cubicBezTo>
                  <a:cubicBezTo>
                    <a:pt x="1828" y="2143"/>
                    <a:pt x="2143" y="2017"/>
                    <a:pt x="2615" y="2017"/>
                  </a:cubicBezTo>
                  <a:cubicBezTo>
                    <a:pt x="3056" y="2017"/>
                    <a:pt x="3371" y="2175"/>
                    <a:pt x="3497" y="2301"/>
                  </a:cubicBezTo>
                  <a:lnTo>
                    <a:pt x="3529" y="2364"/>
                  </a:lnTo>
                  <a:cubicBezTo>
                    <a:pt x="3529" y="2395"/>
                    <a:pt x="3560" y="2395"/>
                    <a:pt x="3560" y="2395"/>
                  </a:cubicBezTo>
                  <a:cubicBezTo>
                    <a:pt x="3560" y="2868"/>
                    <a:pt x="3686" y="3309"/>
                    <a:pt x="3939" y="3718"/>
                  </a:cubicBezTo>
                  <a:cubicBezTo>
                    <a:pt x="4317" y="4380"/>
                    <a:pt x="4947" y="4758"/>
                    <a:pt x="5671" y="4852"/>
                  </a:cubicBezTo>
                  <a:lnTo>
                    <a:pt x="5923" y="4852"/>
                  </a:lnTo>
                  <a:cubicBezTo>
                    <a:pt x="7121" y="4852"/>
                    <a:pt x="8097" y="4033"/>
                    <a:pt x="8286" y="2868"/>
                  </a:cubicBezTo>
                  <a:cubicBezTo>
                    <a:pt x="8727" y="2773"/>
                    <a:pt x="8916" y="2458"/>
                    <a:pt x="9074" y="2206"/>
                  </a:cubicBezTo>
                  <a:cubicBezTo>
                    <a:pt x="9200" y="2017"/>
                    <a:pt x="9357" y="1922"/>
                    <a:pt x="9609" y="1922"/>
                  </a:cubicBezTo>
                  <a:close/>
                  <a:moveTo>
                    <a:pt x="1040" y="1"/>
                  </a:moveTo>
                  <a:cubicBezTo>
                    <a:pt x="473" y="1"/>
                    <a:pt x="0" y="473"/>
                    <a:pt x="0" y="1072"/>
                  </a:cubicBezTo>
                  <a:lnTo>
                    <a:pt x="0" y="5955"/>
                  </a:lnTo>
                  <a:cubicBezTo>
                    <a:pt x="0" y="6144"/>
                    <a:pt x="158" y="6302"/>
                    <a:pt x="347" y="6302"/>
                  </a:cubicBezTo>
                  <a:lnTo>
                    <a:pt x="11500" y="6302"/>
                  </a:lnTo>
                  <a:cubicBezTo>
                    <a:pt x="11689" y="6302"/>
                    <a:pt x="11846" y="6144"/>
                    <a:pt x="11846" y="5955"/>
                  </a:cubicBezTo>
                  <a:lnTo>
                    <a:pt x="11846" y="1072"/>
                  </a:lnTo>
                  <a:cubicBezTo>
                    <a:pt x="11846" y="505"/>
                    <a:pt x="11374" y="1"/>
                    <a:pt x="10775" y="1"/>
                  </a:cubicBezTo>
                  <a:lnTo>
                    <a:pt x="7089" y="1"/>
                  </a:lnTo>
                  <a:cubicBezTo>
                    <a:pt x="6963" y="1"/>
                    <a:pt x="6837" y="64"/>
                    <a:pt x="6774" y="190"/>
                  </a:cubicBezTo>
                  <a:cubicBezTo>
                    <a:pt x="6679" y="316"/>
                    <a:pt x="6711" y="442"/>
                    <a:pt x="6774" y="568"/>
                  </a:cubicBezTo>
                  <a:lnTo>
                    <a:pt x="6805" y="599"/>
                  </a:lnTo>
                  <a:cubicBezTo>
                    <a:pt x="7341" y="1387"/>
                    <a:pt x="7625" y="2017"/>
                    <a:pt x="7625" y="2490"/>
                  </a:cubicBezTo>
                  <a:cubicBezTo>
                    <a:pt x="7625" y="3435"/>
                    <a:pt x="6868" y="4191"/>
                    <a:pt x="5923" y="4191"/>
                  </a:cubicBezTo>
                  <a:lnTo>
                    <a:pt x="5734" y="4191"/>
                  </a:lnTo>
                  <a:cubicBezTo>
                    <a:pt x="5230" y="4128"/>
                    <a:pt x="4789" y="3813"/>
                    <a:pt x="4506" y="3340"/>
                  </a:cubicBezTo>
                  <a:cubicBezTo>
                    <a:pt x="4191" y="2836"/>
                    <a:pt x="4159" y="2206"/>
                    <a:pt x="4411" y="1702"/>
                  </a:cubicBezTo>
                  <a:cubicBezTo>
                    <a:pt x="4506" y="1387"/>
                    <a:pt x="4758" y="977"/>
                    <a:pt x="5041" y="599"/>
                  </a:cubicBezTo>
                  <a:lnTo>
                    <a:pt x="5073" y="568"/>
                  </a:lnTo>
                  <a:cubicBezTo>
                    <a:pt x="5136" y="442"/>
                    <a:pt x="5136" y="316"/>
                    <a:pt x="5073" y="190"/>
                  </a:cubicBezTo>
                  <a:cubicBezTo>
                    <a:pt x="4978" y="95"/>
                    <a:pt x="4884" y="1"/>
                    <a:pt x="47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344" name="Google Shape;14344;p82"/>
          <p:cNvGrpSpPr/>
          <p:nvPr/>
        </p:nvGrpSpPr>
        <p:grpSpPr>
          <a:xfrm>
            <a:off x="7531327" y="1783924"/>
            <a:ext cx="355093" cy="352253"/>
            <a:chOff x="-26215825" y="2341200"/>
            <a:chExt cx="296975" cy="294600"/>
          </a:xfrm>
        </p:grpSpPr>
        <p:sp>
          <p:nvSpPr>
            <p:cNvPr id="14345" name="Google Shape;14345;p82"/>
            <p:cNvSpPr/>
            <p:nvPr/>
          </p:nvSpPr>
          <p:spPr>
            <a:xfrm>
              <a:off x="-26215025" y="2463275"/>
              <a:ext cx="296175" cy="172525"/>
            </a:xfrm>
            <a:custGeom>
              <a:avLst/>
              <a:gdLst/>
              <a:ahLst/>
              <a:cxnLst/>
              <a:rect l="l" t="t" r="r" b="b"/>
              <a:pathLst>
                <a:path w="11847" h="6901" extrusionOk="0">
                  <a:moveTo>
                    <a:pt x="10113" y="725"/>
                  </a:moveTo>
                  <a:cubicBezTo>
                    <a:pt x="10712" y="725"/>
                    <a:pt x="11122" y="1198"/>
                    <a:pt x="11122" y="1734"/>
                  </a:cubicBezTo>
                  <a:cubicBezTo>
                    <a:pt x="11122" y="2332"/>
                    <a:pt x="10649" y="2773"/>
                    <a:pt x="10113" y="2773"/>
                  </a:cubicBezTo>
                  <a:lnTo>
                    <a:pt x="6994" y="2773"/>
                  </a:lnTo>
                  <a:cubicBezTo>
                    <a:pt x="6616" y="2773"/>
                    <a:pt x="6301" y="2458"/>
                    <a:pt x="6301" y="2049"/>
                  </a:cubicBezTo>
                  <a:cubicBezTo>
                    <a:pt x="6301" y="1860"/>
                    <a:pt x="6396" y="1671"/>
                    <a:pt x="6553" y="1545"/>
                  </a:cubicBezTo>
                  <a:cubicBezTo>
                    <a:pt x="6837" y="1891"/>
                    <a:pt x="7247" y="2080"/>
                    <a:pt x="7688" y="2080"/>
                  </a:cubicBezTo>
                  <a:cubicBezTo>
                    <a:pt x="8255" y="2080"/>
                    <a:pt x="8727" y="1671"/>
                    <a:pt x="9137" y="1293"/>
                  </a:cubicBezTo>
                  <a:cubicBezTo>
                    <a:pt x="9452" y="977"/>
                    <a:pt x="9767" y="725"/>
                    <a:pt x="10113" y="725"/>
                  </a:cubicBezTo>
                  <a:close/>
                  <a:moveTo>
                    <a:pt x="7656" y="3466"/>
                  </a:moveTo>
                  <a:lnTo>
                    <a:pt x="7656" y="4853"/>
                  </a:lnTo>
                  <a:lnTo>
                    <a:pt x="6963" y="4853"/>
                  </a:lnTo>
                  <a:lnTo>
                    <a:pt x="6963" y="3466"/>
                  </a:lnTo>
                  <a:close/>
                  <a:moveTo>
                    <a:pt x="9074" y="3466"/>
                  </a:moveTo>
                  <a:lnTo>
                    <a:pt x="9074" y="4853"/>
                  </a:lnTo>
                  <a:lnTo>
                    <a:pt x="8381" y="4853"/>
                  </a:lnTo>
                  <a:lnTo>
                    <a:pt x="8381" y="3466"/>
                  </a:lnTo>
                  <a:close/>
                  <a:moveTo>
                    <a:pt x="10460" y="3435"/>
                  </a:moveTo>
                  <a:lnTo>
                    <a:pt x="10460" y="4853"/>
                  </a:lnTo>
                  <a:lnTo>
                    <a:pt x="9767" y="4853"/>
                  </a:lnTo>
                  <a:lnTo>
                    <a:pt x="9767" y="3466"/>
                  </a:lnTo>
                  <a:lnTo>
                    <a:pt x="10113" y="3466"/>
                  </a:lnTo>
                  <a:cubicBezTo>
                    <a:pt x="10240" y="3466"/>
                    <a:pt x="10334" y="3466"/>
                    <a:pt x="10460" y="3435"/>
                  </a:cubicBezTo>
                  <a:close/>
                  <a:moveTo>
                    <a:pt x="2993" y="4128"/>
                  </a:moveTo>
                  <a:cubicBezTo>
                    <a:pt x="3371" y="4128"/>
                    <a:pt x="3781" y="4254"/>
                    <a:pt x="4128" y="4412"/>
                  </a:cubicBezTo>
                  <a:lnTo>
                    <a:pt x="5829" y="5325"/>
                  </a:lnTo>
                  <a:cubicBezTo>
                    <a:pt x="6049" y="5451"/>
                    <a:pt x="6364" y="5514"/>
                    <a:pt x="6648" y="5514"/>
                  </a:cubicBezTo>
                  <a:lnTo>
                    <a:pt x="10838" y="5514"/>
                  </a:lnTo>
                  <a:cubicBezTo>
                    <a:pt x="11027" y="5514"/>
                    <a:pt x="11185" y="5672"/>
                    <a:pt x="11185" y="5861"/>
                  </a:cubicBezTo>
                  <a:cubicBezTo>
                    <a:pt x="11185" y="6050"/>
                    <a:pt x="10964" y="6239"/>
                    <a:pt x="10775" y="6239"/>
                  </a:cubicBezTo>
                  <a:lnTo>
                    <a:pt x="6616" y="6239"/>
                  </a:lnTo>
                  <a:cubicBezTo>
                    <a:pt x="6459" y="6239"/>
                    <a:pt x="6238" y="6176"/>
                    <a:pt x="6144" y="6113"/>
                  </a:cubicBezTo>
                  <a:lnTo>
                    <a:pt x="4443" y="5199"/>
                  </a:lnTo>
                  <a:cubicBezTo>
                    <a:pt x="4002" y="4979"/>
                    <a:pt x="3497" y="4853"/>
                    <a:pt x="2993" y="4853"/>
                  </a:cubicBezTo>
                  <a:lnTo>
                    <a:pt x="694" y="4853"/>
                  </a:lnTo>
                  <a:lnTo>
                    <a:pt x="694" y="4128"/>
                  </a:lnTo>
                  <a:close/>
                  <a:moveTo>
                    <a:pt x="10113" y="1"/>
                  </a:moveTo>
                  <a:cubicBezTo>
                    <a:pt x="9515" y="1"/>
                    <a:pt x="9042" y="442"/>
                    <a:pt x="8664" y="788"/>
                  </a:cubicBezTo>
                  <a:cubicBezTo>
                    <a:pt x="8349" y="1104"/>
                    <a:pt x="8034" y="1387"/>
                    <a:pt x="7656" y="1387"/>
                  </a:cubicBezTo>
                  <a:cubicBezTo>
                    <a:pt x="7404" y="1387"/>
                    <a:pt x="7121" y="1230"/>
                    <a:pt x="7026" y="946"/>
                  </a:cubicBezTo>
                  <a:cubicBezTo>
                    <a:pt x="6973" y="815"/>
                    <a:pt x="6855" y="749"/>
                    <a:pt x="6708" y="749"/>
                  </a:cubicBezTo>
                  <a:cubicBezTo>
                    <a:pt x="6679" y="749"/>
                    <a:pt x="6648" y="752"/>
                    <a:pt x="6616" y="757"/>
                  </a:cubicBezTo>
                  <a:cubicBezTo>
                    <a:pt x="6018" y="914"/>
                    <a:pt x="5577" y="1450"/>
                    <a:pt x="5577" y="2080"/>
                  </a:cubicBezTo>
                  <a:cubicBezTo>
                    <a:pt x="5577" y="2616"/>
                    <a:pt x="5860" y="3025"/>
                    <a:pt x="6301" y="3277"/>
                  </a:cubicBezTo>
                  <a:lnTo>
                    <a:pt x="6301" y="4758"/>
                  </a:lnTo>
                  <a:cubicBezTo>
                    <a:pt x="6270" y="4758"/>
                    <a:pt x="6207" y="4727"/>
                    <a:pt x="6144" y="4695"/>
                  </a:cubicBezTo>
                  <a:lnTo>
                    <a:pt x="4443" y="3781"/>
                  </a:lnTo>
                  <a:cubicBezTo>
                    <a:pt x="4002" y="3561"/>
                    <a:pt x="3497" y="3435"/>
                    <a:pt x="2993" y="3435"/>
                  </a:cubicBezTo>
                  <a:lnTo>
                    <a:pt x="347" y="3435"/>
                  </a:lnTo>
                  <a:cubicBezTo>
                    <a:pt x="158" y="3435"/>
                    <a:pt x="0" y="3592"/>
                    <a:pt x="0" y="3781"/>
                  </a:cubicBezTo>
                  <a:lnTo>
                    <a:pt x="0" y="5168"/>
                  </a:lnTo>
                  <a:cubicBezTo>
                    <a:pt x="0" y="5357"/>
                    <a:pt x="158" y="5514"/>
                    <a:pt x="347" y="5514"/>
                  </a:cubicBezTo>
                  <a:lnTo>
                    <a:pt x="2993" y="5514"/>
                  </a:lnTo>
                  <a:cubicBezTo>
                    <a:pt x="3371" y="5514"/>
                    <a:pt x="3781" y="5640"/>
                    <a:pt x="4128" y="5798"/>
                  </a:cubicBezTo>
                  <a:lnTo>
                    <a:pt x="5829" y="6711"/>
                  </a:lnTo>
                  <a:cubicBezTo>
                    <a:pt x="6049" y="6806"/>
                    <a:pt x="6364" y="6900"/>
                    <a:pt x="6648" y="6900"/>
                  </a:cubicBezTo>
                  <a:lnTo>
                    <a:pt x="10838" y="6900"/>
                  </a:lnTo>
                  <a:cubicBezTo>
                    <a:pt x="11405" y="6900"/>
                    <a:pt x="11846" y="6428"/>
                    <a:pt x="11846" y="5861"/>
                  </a:cubicBezTo>
                  <a:cubicBezTo>
                    <a:pt x="11846" y="5451"/>
                    <a:pt x="11563" y="5042"/>
                    <a:pt x="11122" y="4884"/>
                  </a:cubicBezTo>
                  <a:lnTo>
                    <a:pt x="11122" y="3088"/>
                  </a:lnTo>
                  <a:cubicBezTo>
                    <a:pt x="11563" y="2805"/>
                    <a:pt x="11846" y="2301"/>
                    <a:pt x="11846" y="1734"/>
                  </a:cubicBezTo>
                  <a:cubicBezTo>
                    <a:pt x="11846" y="788"/>
                    <a:pt x="11059" y="1"/>
                    <a:pt x="101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346" name="Google Shape;14346;p82"/>
            <p:cNvSpPr/>
            <p:nvPr/>
          </p:nvSpPr>
          <p:spPr>
            <a:xfrm>
              <a:off x="-26215825" y="2341200"/>
              <a:ext cx="296975" cy="119750"/>
            </a:xfrm>
            <a:custGeom>
              <a:avLst/>
              <a:gdLst/>
              <a:ahLst/>
              <a:cxnLst/>
              <a:rect l="l" t="t" r="r" b="b"/>
              <a:pathLst>
                <a:path w="11879" h="4790" extrusionOk="0">
                  <a:moveTo>
                    <a:pt x="10807" y="1702"/>
                  </a:moveTo>
                  <a:cubicBezTo>
                    <a:pt x="10996" y="1702"/>
                    <a:pt x="11154" y="1859"/>
                    <a:pt x="11154" y="2048"/>
                  </a:cubicBezTo>
                  <a:cubicBezTo>
                    <a:pt x="11154" y="2237"/>
                    <a:pt x="10996" y="2395"/>
                    <a:pt x="10807" y="2395"/>
                  </a:cubicBezTo>
                  <a:lnTo>
                    <a:pt x="10461" y="2395"/>
                  </a:lnTo>
                  <a:lnTo>
                    <a:pt x="10461" y="1702"/>
                  </a:lnTo>
                  <a:close/>
                  <a:moveTo>
                    <a:pt x="2112" y="788"/>
                  </a:moveTo>
                  <a:lnTo>
                    <a:pt x="9484" y="1292"/>
                  </a:lnTo>
                  <a:cubicBezTo>
                    <a:pt x="9641" y="1355"/>
                    <a:pt x="9799" y="1450"/>
                    <a:pt x="9799" y="1670"/>
                  </a:cubicBezTo>
                  <a:lnTo>
                    <a:pt x="9799" y="2489"/>
                  </a:lnTo>
                  <a:cubicBezTo>
                    <a:pt x="9799" y="2647"/>
                    <a:pt x="9673" y="2805"/>
                    <a:pt x="9515" y="2836"/>
                  </a:cubicBezTo>
                  <a:lnTo>
                    <a:pt x="2112" y="3907"/>
                  </a:lnTo>
                  <a:lnTo>
                    <a:pt x="2112" y="788"/>
                  </a:lnTo>
                  <a:close/>
                  <a:moveTo>
                    <a:pt x="726" y="725"/>
                  </a:moveTo>
                  <a:lnTo>
                    <a:pt x="1450" y="757"/>
                  </a:lnTo>
                  <a:lnTo>
                    <a:pt x="1450" y="3970"/>
                  </a:lnTo>
                  <a:lnTo>
                    <a:pt x="726" y="4065"/>
                  </a:lnTo>
                  <a:lnTo>
                    <a:pt x="726" y="725"/>
                  </a:lnTo>
                  <a:close/>
                  <a:moveTo>
                    <a:pt x="379" y="1"/>
                  </a:moveTo>
                  <a:cubicBezTo>
                    <a:pt x="316" y="1"/>
                    <a:pt x="190" y="32"/>
                    <a:pt x="95" y="64"/>
                  </a:cubicBezTo>
                  <a:cubicBezTo>
                    <a:pt x="32" y="158"/>
                    <a:pt x="1" y="221"/>
                    <a:pt x="1" y="316"/>
                  </a:cubicBezTo>
                  <a:lnTo>
                    <a:pt x="1" y="4506"/>
                  </a:lnTo>
                  <a:cubicBezTo>
                    <a:pt x="32" y="4569"/>
                    <a:pt x="64" y="4695"/>
                    <a:pt x="127" y="4726"/>
                  </a:cubicBezTo>
                  <a:cubicBezTo>
                    <a:pt x="221" y="4758"/>
                    <a:pt x="284" y="4789"/>
                    <a:pt x="379" y="4789"/>
                  </a:cubicBezTo>
                  <a:lnTo>
                    <a:pt x="410" y="4789"/>
                  </a:lnTo>
                  <a:lnTo>
                    <a:pt x="9578" y="3498"/>
                  </a:lnTo>
                  <a:cubicBezTo>
                    <a:pt x="9862" y="3466"/>
                    <a:pt x="10145" y="3309"/>
                    <a:pt x="10303" y="3057"/>
                  </a:cubicBezTo>
                  <a:lnTo>
                    <a:pt x="10870" y="3057"/>
                  </a:lnTo>
                  <a:cubicBezTo>
                    <a:pt x="11437" y="3057"/>
                    <a:pt x="11878" y="2584"/>
                    <a:pt x="11878" y="2048"/>
                  </a:cubicBezTo>
                  <a:cubicBezTo>
                    <a:pt x="11878" y="1481"/>
                    <a:pt x="11406" y="1009"/>
                    <a:pt x="10870" y="1009"/>
                  </a:cubicBezTo>
                  <a:lnTo>
                    <a:pt x="10272" y="1009"/>
                  </a:lnTo>
                  <a:cubicBezTo>
                    <a:pt x="10114" y="788"/>
                    <a:pt x="9830" y="662"/>
                    <a:pt x="9515" y="631"/>
                  </a:cubicBezTo>
                  <a:lnTo>
                    <a:pt x="37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347" name="Google Shape;14347;p82"/>
          <p:cNvGrpSpPr/>
          <p:nvPr/>
        </p:nvGrpSpPr>
        <p:grpSpPr>
          <a:xfrm>
            <a:off x="7563357" y="2224674"/>
            <a:ext cx="291033" cy="353180"/>
            <a:chOff x="-26179575" y="2710600"/>
            <a:chExt cx="243400" cy="295375"/>
          </a:xfrm>
        </p:grpSpPr>
        <p:sp>
          <p:nvSpPr>
            <p:cNvPr id="14348" name="Google Shape;14348;p82"/>
            <p:cNvSpPr/>
            <p:nvPr/>
          </p:nvSpPr>
          <p:spPr>
            <a:xfrm>
              <a:off x="-26179575" y="2710600"/>
              <a:ext cx="243400" cy="295375"/>
            </a:xfrm>
            <a:custGeom>
              <a:avLst/>
              <a:gdLst/>
              <a:ahLst/>
              <a:cxnLst/>
              <a:rect l="l" t="t" r="r" b="b"/>
              <a:pathLst>
                <a:path w="9736" h="11815" extrusionOk="0">
                  <a:moveTo>
                    <a:pt x="7719" y="693"/>
                  </a:moveTo>
                  <a:cubicBezTo>
                    <a:pt x="7845" y="977"/>
                    <a:pt x="7971" y="1166"/>
                    <a:pt x="8191" y="1418"/>
                  </a:cubicBezTo>
                  <a:lnTo>
                    <a:pt x="1008" y="1418"/>
                  </a:lnTo>
                  <a:cubicBezTo>
                    <a:pt x="819" y="1418"/>
                    <a:pt x="662" y="1261"/>
                    <a:pt x="662" y="1072"/>
                  </a:cubicBezTo>
                  <a:cubicBezTo>
                    <a:pt x="662" y="851"/>
                    <a:pt x="819" y="693"/>
                    <a:pt x="1008" y="693"/>
                  </a:cubicBezTo>
                  <a:close/>
                  <a:moveTo>
                    <a:pt x="8979" y="2080"/>
                  </a:moveTo>
                  <a:lnTo>
                    <a:pt x="8979" y="11153"/>
                  </a:lnTo>
                  <a:lnTo>
                    <a:pt x="2048" y="11153"/>
                  </a:lnTo>
                  <a:lnTo>
                    <a:pt x="2048" y="2080"/>
                  </a:lnTo>
                  <a:close/>
                  <a:moveTo>
                    <a:pt x="662" y="2048"/>
                  </a:moveTo>
                  <a:cubicBezTo>
                    <a:pt x="788" y="2080"/>
                    <a:pt x="882" y="2111"/>
                    <a:pt x="1008" y="2111"/>
                  </a:cubicBezTo>
                  <a:lnTo>
                    <a:pt x="1355" y="2111"/>
                  </a:lnTo>
                  <a:lnTo>
                    <a:pt x="1355" y="11185"/>
                  </a:lnTo>
                  <a:cubicBezTo>
                    <a:pt x="977" y="11153"/>
                    <a:pt x="662" y="10838"/>
                    <a:pt x="662" y="10460"/>
                  </a:cubicBezTo>
                  <a:lnTo>
                    <a:pt x="662" y="2048"/>
                  </a:lnTo>
                  <a:close/>
                  <a:moveTo>
                    <a:pt x="1008" y="0"/>
                  </a:moveTo>
                  <a:cubicBezTo>
                    <a:pt x="410" y="0"/>
                    <a:pt x="0" y="473"/>
                    <a:pt x="0" y="1009"/>
                  </a:cubicBezTo>
                  <a:lnTo>
                    <a:pt x="0" y="10428"/>
                  </a:lnTo>
                  <a:cubicBezTo>
                    <a:pt x="0" y="11185"/>
                    <a:pt x="630" y="11815"/>
                    <a:pt x="1355" y="11815"/>
                  </a:cubicBezTo>
                  <a:lnTo>
                    <a:pt x="9357" y="11815"/>
                  </a:lnTo>
                  <a:cubicBezTo>
                    <a:pt x="9578" y="11815"/>
                    <a:pt x="9735" y="11657"/>
                    <a:pt x="9735" y="11468"/>
                  </a:cubicBezTo>
                  <a:lnTo>
                    <a:pt x="9672" y="1733"/>
                  </a:lnTo>
                  <a:cubicBezTo>
                    <a:pt x="9672" y="1576"/>
                    <a:pt x="9609" y="1450"/>
                    <a:pt x="9452" y="1418"/>
                  </a:cubicBezTo>
                  <a:cubicBezTo>
                    <a:pt x="8885" y="1229"/>
                    <a:pt x="8443" y="788"/>
                    <a:pt x="8254" y="221"/>
                  </a:cubicBezTo>
                  <a:cubicBezTo>
                    <a:pt x="8223" y="63"/>
                    <a:pt x="8065" y="0"/>
                    <a:pt x="79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349" name="Google Shape;14349;p82"/>
            <p:cNvSpPr/>
            <p:nvPr/>
          </p:nvSpPr>
          <p:spPr>
            <a:xfrm>
              <a:off x="-26092950" y="2797225"/>
              <a:ext cx="120525" cy="121325"/>
            </a:xfrm>
            <a:custGeom>
              <a:avLst/>
              <a:gdLst/>
              <a:ahLst/>
              <a:cxnLst/>
              <a:rect l="l" t="t" r="r" b="b"/>
              <a:pathLst>
                <a:path w="4821" h="4853" extrusionOk="0">
                  <a:moveTo>
                    <a:pt x="2742" y="694"/>
                  </a:moveTo>
                  <a:lnTo>
                    <a:pt x="2742" y="1734"/>
                  </a:lnTo>
                  <a:cubicBezTo>
                    <a:pt x="2742" y="1923"/>
                    <a:pt x="2899" y="2080"/>
                    <a:pt x="3088" y="2080"/>
                  </a:cubicBezTo>
                  <a:lnTo>
                    <a:pt x="4128" y="2080"/>
                  </a:lnTo>
                  <a:lnTo>
                    <a:pt x="4128" y="2805"/>
                  </a:lnTo>
                  <a:lnTo>
                    <a:pt x="3088" y="2805"/>
                  </a:lnTo>
                  <a:cubicBezTo>
                    <a:pt x="2899" y="2805"/>
                    <a:pt x="2742" y="2962"/>
                    <a:pt x="2742" y="3151"/>
                  </a:cubicBezTo>
                  <a:lnTo>
                    <a:pt x="2742" y="4160"/>
                  </a:lnTo>
                  <a:lnTo>
                    <a:pt x="2048" y="4160"/>
                  </a:lnTo>
                  <a:lnTo>
                    <a:pt x="2048" y="3151"/>
                  </a:lnTo>
                  <a:cubicBezTo>
                    <a:pt x="2048" y="2962"/>
                    <a:pt x="1891" y="2805"/>
                    <a:pt x="1670" y="2805"/>
                  </a:cubicBezTo>
                  <a:lnTo>
                    <a:pt x="662" y="2805"/>
                  </a:lnTo>
                  <a:lnTo>
                    <a:pt x="662" y="2080"/>
                  </a:lnTo>
                  <a:lnTo>
                    <a:pt x="1670" y="2080"/>
                  </a:lnTo>
                  <a:cubicBezTo>
                    <a:pt x="1891" y="2080"/>
                    <a:pt x="2048" y="1923"/>
                    <a:pt x="2048" y="1734"/>
                  </a:cubicBezTo>
                  <a:lnTo>
                    <a:pt x="2048" y="694"/>
                  </a:lnTo>
                  <a:close/>
                  <a:moveTo>
                    <a:pt x="1733" y="1"/>
                  </a:moveTo>
                  <a:cubicBezTo>
                    <a:pt x="1513" y="1"/>
                    <a:pt x="1355" y="158"/>
                    <a:pt x="1355" y="347"/>
                  </a:cubicBezTo>
                  <a:lnTo>
                    <a:pt x="1355" y="1387"/>
                  </a:lnTo>
                  <a:lnTo>
                    <a:pt x="347" y="1387"/>
                  </a:lnTo>
                  <a:cubicBezTo>
                    <a:pt x="158" y="1387"/>
                    <a:pt x="1" y="1545"/>
                    <a:pt x="1" y="1734"/>
                  </a:cubicBezTo>
                  <a:lnTo>
                    <a:pt x="1" y="3120"/>
                  </a:lnTo>
                  <a:cubicBezTo>
                    <a:pt x="1" y="3309"/>
                    <a:pt x="158" y="3466"/>
                    <a:pt x="347" y="3466"/>
                  </a:cubicBezTo>
                  <a:lnTo>
                    <a:pt x="1355" y="3466"/>
                  </a:lnTo>
                  <a:lnTo>
                    <a:pt x="1355" y="4475"/>
                  </a:lnTo>
                  <a:cubicBezTo>
                    <a:pt x="1355" y="4695"/>
                    <a:pt x="1513" y="4853"/>
                    <a:pt x="1733" y="4853"/>
                  </a:cubicBezTo>
                  <a:lnTo>
                    <a:pt x="3088" y="4853"/>
                  </a:lnTo>
                  <a:cubicBezTo>
                    <a:pt x="3309" y="4853"/>
                    <a:pt x="3466" y="4695"/>
                    <a:pt x="3466" y="4475"/>
                  </a:cubicBezTo>
                  <a:lnTo>
                    <a:pt x="3466" y="3466"/>
                  </a:lnTo>
                  <a:lnTo>
                    <a:pt x="4474" y="3466"/>
                  </a:lnTo>
                  <a:cubicBezTo>
                    <a:pt x="4663" y="3466"/>
                    <a:pt x="4821" y="3309"/>
                    <a:pt x="4821" y="3120"/>
                  </a:cubicBezTo>
                  <a:lnTo>
                    <a:pt x="4821" y="1734"/>
                  </a:lnTo>
                  <a:cubicBezTo>
                    <a:pt x="4821" y="1545"/>
                    <a:pt x="4663" y="1387"/>
                    <a:pt x="4474" y="1387"/>
                  </a:cubicBezTo>
                  <a:lnTo>
                    <a:pt x="3466" y="1387"/>
                  </a:lnTo>
                  <a:lnTo>
                    <a:pt x="3466" y="347"/>
                  </a:lnTo>
                  <a:cubicBezTo>
                    <a:pt x="3466" y="158"/>
                    <a:pt x="3309" y="1"/>
                    <a:pt x="30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350" name="Google Shape;14350;p82"/>
            <p:cNvSpPr/>
            <p:nvPr/>
          </p:nvSpPr>
          <p:spPr>
            <a:xfrm>
              <a:off x="-26094525" y="2954750"/>
              <a:ext cx="122100" cy="17350"/>
            </a:xfrm>
            <a:custGeom>
              <a:avLst/>
              <a:gdLst/>
              <a:ahLst/>
              <a:cxnLst/>
              <a:rect l="l" t="t" r="r" b="b"/>
              <a:pathLst>
                <a:path w="4884" h="694" extrusionOk="0">
                  <a:moveTo>
                    <a:pt x="379" y="1"/>
                  </a:moveTo>
                  <a:cubicBezTo>
                    <a:pt x="158" y="1"/>
                    <a:pt x="1" y="158"/>
                    <a:pt x="1" y="347"/>
                  </a:cubicBezTo>
                  <a:cubicBezTo>
                    <a:pt x="1" y="536"/>
                    <a:pt x="158" y="694"/>
                    <a:pt x="379" y="694"/>
                  </a:cubicBezTo>
                  <a:lnTo>
                    <a:pt x="4537" y="694"/>
                  </a:lnTo>
                  <a:cubicBezTo>
                    <a:pt x="4726" y="694"/>
                    <a:pt x="4884" y="536"/>
                    <a:pt x="4884" y="347"/>
                  </a:cubicBezTo>
                  <a:cubicBezTo>
                    <a:pt x="4884" y="158"/>
                    <a:pt x="4726" y="1"/>
                    <a:pt x="45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351" name="Google Shape;14351;p82"/>
          <p:cNvGrpSpPr/>
          <p:nvPr/>
        </p:nvGrpSpPr>
        <p:grpSpPr>
          <a:xfrm>
            <a:off x="6202417" y="2666048"/>
            <a:ext cx="337187" cy="353180"/>
            <a:chOff x="-24328675" y="1971025"/>
            <a:chExt cx="282000" cy="295375"/>
          </a:xfrm>
        </p:grpSpPr>
        <p:sp>
          <p:nvSpPr>
            <p:cNvPr id="14352" name="Google Shape;14352;p82"/>
            <p:cNvSpPr/>
            <p:nvPr/>
          </p:nvSpPr>
          <p:spPr>
            <a:xfrm>
              <a:off x="-24217625" y="2092325"/>
              <a:ext cx="52025" cy="51200"/>
            </a:xfrm>
            <a:custGeom>
              <a:avLst/>
              <a:gdLst/>
              <a:ahLst/>
              <a:cxnLst/>
              <a:rect l="l" t="t" r="r" b="b"/>
              <a:pathLst>
                <a:path w="2081" h="2048" extrusionOk="0">
                  <a:moveTo>
                    <a:pt x="1009" y="693"/>
                  </a:moveTo>
                  <a:cubicBezTo>
                    <a:pt x="1230" y="693"/>
                    <a:pt x="1387" y="851"/>
                    <a:pt x="1387" y="1071"/>
                  </a:cubicBezTo>
                  <a:cubicBezTo>
                    <a:pt x="1387" y="1260"/>
                    <a:pt x="1230" y="1418"/>
                    <a:pt x="1009" y="1418"/>
                  </a:cubicBezTo>
                  <a:cubicBezTo>
                    <a:pt x="820" y="1418"/>
                    <a:pt x="663" y="1260"/>
                    <a:pt x="663" y="1071"/>
                  </a:cubicBezTo>
                  <a:cubicBezTo>
                    <a:pt x="663" y="851"/>
                    <a:pt x="820" y="693"/>
                    <a:pt x="1009" y="693"/>
                  </a:cubicBezTo>
                  <a:close/>
                  <a:moveTo>
                    <a:pt x="1009" y="0"/>
                  </a:moveTo>
                  <a:cubicBezTo>
                    <a:pt x="442" y="0"/>
                    <a:pt x="1" y="473"/>
                    <a:pt x="1" y="1008"/>
                  </a:cubicBezTo>
                  <a:cubicBezTo>
                    <a:pt x="1" y="1607"/>
                    <a:pt x="474" y="2048"/>
                    <a:pt x="1009" y="2048"/>
                  </a:cubicBezTo>
                  <a:cubicBezTo>
                    <a:pt x="1576" y="2048"/>
                    <a:pt x="2049" y="1575"/>
                    <a:pt x="2049" y="1008"/>
                  </a:cubicBezTo>
                  <a:cubicBezTo>
                    <a:pt x="2080" y="473"/>
                    <a:pt x="1608"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353" name="Google Shape;14353;p82"/>
            <p:cNvSpPr/>
            <p:nvPr/>
          </p:nvSpPr>
          <p:spPr>
            <a:xfrm>
              <a:off x="-24328675" y="1971025"/>
              <a:ext cx="282000" cy="295375"/>
            </a:xfrm>
            <a:custGeom>
              <a:avLst/>
              <a:gdLst/>
              <a:ahLst/>
              <a:cxnLst/>
              <a:rect l="l" t="t" r="r" b="b"/>
              <a:pathLst>
                <a:path w="11280" h="11815" extrusionOk="0">
                  <a:moveTo>
                    <a:pt x="2017" y="2080"/>
                  </a:moveTo>
                  <a:cubicBezTo>
                    <a:pt x="2206" y="2080"/>
                    <a:pt x="2364" y="2237"/>
                    <a:pt x="2364" y="2458"/>
                  </a:cubicBezTo>
                  <a:cubicBezTo>
                    <a:pt x="2364" y="2647"/>
                    <a:pt x="2206" y="2804"/>
                    <a:pt x="2017" y="2804"/>
                  </a:cubicBezTo>
                  <a:cubicBezTo>
                    <a:pt x="1797" y="2804"/>
                    <a:pt x="1639" y="2647"/>
                    <a:pt x="1639" y="2458"/>
                  </a:cubicBezTo>
                  <a:cubicBezTo>
                    <a:pt x="1639" y="2237"/>
                    <a:pt x="1797" y="2080"/>
                    <a:pt x="2017" y="2080"/>
                  </a:cubicBezTo>
                  <a:close/>
                  <a:moveTo>
                    <a:pt x="5451" y="662"/>
                  </a:moveTo>
                  <a:cubicBezTo>
                    <a:pt x="5861" y="662"/>
                    <a:pt x="6302" y="1198"/>
                    <a:pt x="6617" y="2080"/>
                  </a:cubicBezTo>
                  <a:cubicBezTo>
                    <a:pt x="6680" y="2237"/>
                    <a:pt x="6743" y="2458"/>
                    <a:pt x="6806" y="2647"/>
                  </a:cubicBezTo>
                  <a:cubicBezTo>
                    <a:pt x="6365" y="2804"/>
                    <a:pt x="5955" y="2962"/>
                    <a:pt x="5451" y="3151"/>
                  </a:cubicBezTo>
                  <a:cubicBezTo>
                    <a:pt x="5042" y="2962"/>
                    <a:pt x="4569" y="2773"/>
                    <a:pt x="4128" y="2647"/>
                  </a:cubicBezTo>
                  <a:cubicBezTo>
                    <a:pt x="4191" y="2458"/>
                    <a:pt x="4254" y="2237"/>
                    <a:pt x="4317" y="2080"/>
                  </a:cubicBezTo>
                  <a:cubicBezTo>
                    <a:pt x="4632" y="1229"/>
                    <a:pt x="5073" y="662"/>
                    <a:pt x="5451" y="662"/>
                  </a:cubicBezTo>
                  <a:close/>
                  <a:moveTo>
                    <a:pt x="3970" y="3308"/>
                  </a:moveTo>
                  <a:cubicBezTo>
                    <a:pt x="4191" y="3403"/>
                    <a:pt x="4411" y="3466"/>
                    <a:pt x="4632" y="3560"/>
                  </a:cubicBezTo>
                  <a:cubicBezTo>
                    <a:pt x="4506" y="3623"/>
                    <a:pt x="4380" y="3718"/>
                    <a:pt x="4254" y="3781"/>
                  </a:cubicBezTo>
                  <a:cubicBezTo>
                    <a:pt x="4128" y="3875"/>
                    <a:pt x="4002" y="3938"/>
                    <a:pt x="3844" y="4033"/>
                  </a:cubicBezTo>
                  <a:lnTo>
                    <a:pt x="3970" y="3308"/>
                  </a:lnTo>
                  <a:close/>
                  <a:moveTo>
                    <a:pt x="6963" y="3340"/>
                  </a:moveTo>
                  <a:lnTo>
                    <a:pt x="7089" y="4064"/>
                  </a:lnTo>
                  <a:cubicBezTo>
                    <a:pt x="6963" y="3970"/>
                    <a:pt x="6806" y="3907"/>
                    <a:pt x="6680" y="3812"/>
                  </a:cubicBezTo>
                  <a:cubicBezTo>
                    <a:pt x="6554" y="3718"/>
                    <a:pt x="6396" y="3655"/>
                    <a:pt x="6302" y="3592"/>
                  </a:cubicBezTo>
                  <a:cubicBezTo>
                    <a:pt x="6522" y="3497"/>
                    <a:pt x="6774" y="3403"/>
                    <a:pt x="6963" y="3340"/>
                  </a:cubicBezTo>
                  <a:close/>
                  <a:moveTo>
                    <a:pt x="10240" y="4285"/>
                  </a:moveTo>
                  <a:cubicBezTo>
                    <a:pt x="10271" y="4285"/>
                    <a:pt x="10366" y="4285"/>
                    <a:pt x="10397" y="4317"/>
                  </a:cubicBezTo>
                  <a:cubicBezTo>
                    <a:pt x="10460" y="4380"/>
                    <a:pt x="10523" y="4443"/>
                    <a:pt x="10555" y="4537"/>
                  </a:cubicBezTo>
                  <a:cubicBezTo>
                    <a:pt x="10586" y="4600"/>
                    <a:pt x="10555" y="4726"/>
                    <a:pt x="10492" y="4821"/>
                  </a:cubicBezTo>
                  <a:cubicBezTo>
                    <a:pt x="10452" y="4920"/>
                    <a:pt x="10336" y="4982"/>
                    <a:pt x="10225" y="4982"/>
                  </a:cubicBezTo>
                  <a:cubicBezTo>
                    <a:pt x="10160" y="4982"/>
                    <a:pt x="10097" y="4961"/>
                    <a:pt x="10051" y="4915"/>
                  </a:cubicBezTo>
                  <a:cubicBezTo>
                    <a:pt x="9956" y="4884"/>
                    <a:pt x="9925" y="4821"/>
                    <a:pt x="9893" y="4726"/>
                  </a:cubicBezTo>
                  <a:cubicBezTo>
                    <a:pt x="9830" y="4663"/>
                    <a:pt x="9893" y="4537"/>
                    <a:pt x="9925" y="4443"/>
                  </a:cubicBezTo>
                  <a:cubicBezTo>
                    <a:pt x="9988" y="4348"/>
                    <a:pt x="10114" y="4285"/>
                    <a:pt x="10240" y="4285"/>
                  </a:cubicBezTo>
                  <a:close/>
                  <a:moveTo>
                    <a:pt x="8922" y="2925"/>
                  </a:moveTo>
                  <a:cubicBezTo>
                    <a:pt x="9452" y="2925"/>
                    <a:pt x="9823" y="3054"/>
                    <a:pt x="9956" y="3277"/>
                  </a:cubicBezTo>
                  <a:cubicBezTo>
                    <a:pt x="9988" y="3340"/>
                    <a:pt x="10019" y="3466"/>
                    <a:pt x="10019" y="3592"/>
                  </a:cubicBezTo>
                  <a:cubicBezTo>
                    <a:pt x="9704" y="3623"/>
                    <a:pt x="9452" y="3812"/>
                    <a:pt x="9295" y="4096"/>
                  </a:cubicBezTo>
                  <a:cubicBezTo>
                    <a:pt x="9137" y="4317"/>
                    <a:pt x="9137" y="4600"/>
                    <a:pt x="9169" y="4884"/>
                  </a:cubicBezTo>
                  <a:cubicBezTo>
                    <a:pt x="9169" y="4978"/>
                    <a:pt x="9200" y="5010"/>
                    <a:pt x="9232" y="5041"/>
                  </a:cubicBezTo>
                  <a:cubicBezTo>
                    <a:pt x="9169" y="5167"/>
                    <a:pt x="9043" y="5293"/>
                    <a:pt x="8917" y="5388"/>
                  </a:cubicBezTo>
                  <a:cubicBezTo>
                    <a:pt x="8570" y="5073"/>
                    <a:pt x="8224" y="4821"/>
                    <a:pt x="7814" y="4537"/>
                  </a:cubicBezTo>
                  <a:cubicBezTo>
                    <a:pt x="7783" y="4033"/>
                    <a:pt x="7719" y="3560"/>
                    <a:pt x="7625" y="3119"/>
                  </a:cubicBezTo>
                  <a:cubicBezTo>
                    <a:pt x="7814" y="3088"/>
                    <a:pt x="8035" y="3025"/>
                    <a:pt x="8192" y="2993"/>
                  </a:cubicBezTo>
                  <a:cubicBezTo>
                    <a:pt x="8459" y="2947"/>
                    <a:pt x="8704" y="2925"/>
                    <a:pt x="8922" y="2925"/>
                  </a:cubicBezTo>
                  <a:close/>
                  <a:moveTo>
                    <a:pt x="2868" y="3088"/>
                  </a:moveTo>
                  <a:lnTo>
                    <a:pt x="3340" y="3182"/>
                  </a:lnTo>
                  <a:cubicBezTo>
                    <a:pt x="3246" y="3623"/>
                    <a:pt x="3183" y="4096"/>
                    <a:pt x="3151" y="4600"/>
                  </a:cubicBezTo>
                  <a:cubicBezTo>
                    <a:pt x="2742" y="4884"/>
                    <a:pt x="2364" y="5199"/>
                    <a:pt x="2049" y="5482"/>
                  </a:cubicBezTo>
                  <a:cubicBezTo>
                    <a:pt x="1891" y="5325"/>
                    <a:pt x="1765" y="5199"/>
                    <a:pt x="1639" y="5041"/>
                  </a:cubicBezTo>
                  <a:cubicBezTo>
                    <a:pt x="1009" y="4253"/>
                    <a:pt x="788" y="3623"/>
                    <a:pt x="977" y="3308"/>
                  </a:cubicBezTo>
                  <a:cubicBezTo>
                    <a:pt x="1009" y="3245"/>
                    <a:pt x="1103" y="3151"/>
                    <a:pt x="1198" y="3119"/>
                  </a:cubicBezTo>
                  <a:cubicBezTo>
                    <a:pt x="1419" y="3340"/>
                    <a:pt x="1671" y="3497"/>
                    <a:pt x="1986" y="3497"/>
                  </a:cubicBezTo>
                  <a:cubicBezTo>
                    <a:pt x="2364" y="3497"/>
                    <a:pt x="2679" y="3308"/>
                    <a:pt x="2868" y="3088"/>
                  </a:cubicBezTo>
                  <a:close/>
                  <a:moveTo>
                    <a:pt x="3057" y="5451"/>
                  </a:moveTo>
                  <a:lnTo>
                    <a:pt x="3057" y="5923"/>
                  </a:lnTo>
                  <a:lnTo>
                    <a:pt x="3057" y="6364"/>
                  </a:lnTo>
                  <a:cubicBezTo>
                    <a:pt x="2868" y="6207"/>
                    <a:pt x="2679" y="6049"/>
                    <a:pt x="2521" y="5923"/>
                  </a:cubicBezTo>
                  <a:cubicBezTo>
                    <a:pt x="2679" y="5766"/>
                    <a:pt x="2868" y="5577"/>
                    <a:pt x="3057" y="5451"/>
                  </a:cubicBezTo>
                  <a:close/>
                  <a:moveTo>
                    <a:pt x="7909" y="5451"/>
                  </a:moveTo>
                  <a:cubicBezTo>
                    <a:pt x="8098" y="5577"/>
                    <a:pt x="8318" y="5766"/>
                    <a:pt x="8476" y="5923"/>
                  </a:cubicBezTo>
                  <a:cubicBezTo>
                    <a:pt x="8318" y="6081"/>
                    <a:pt x="8098" y="6238"/>
                    <a:pt x="7909" y="6364"/>
                  </a:cubicBezTo>
                  <a:lnTo>
                    <a:pt x="7909" y="5923"/>
                  </a:lnTo>
                  <a:lnTo>
                    <a:pt x="7909" y="5451"/>
                  </a:lnTo>
                  <a:close/>
                  <a:moveTo>
                    <a:pt x="5483" y="3938"/>
                  </a:moveTo>
                  <a:cubicBezTo>
                    <a:pt x="5735" y="4096"/>
                    <a:pt x="6050" y="4253"/>
                    <a:pt x="6333" y="4411"/>
                  </a:cubicBezTo>
                  <a:cubicBezTo>
                    <a:pt x="6617" y="4569"/>
                    <a:pt x="6900" y="4758"/>
                    <a:pt x="7152" y="4915"/>
                  </a:cubicBezTo>
                  <a:cubicBezTo>
                    <a:pt x="7184" y="5230"/>
                    <a:pt x="7184" y="5545"/>
                    <a:pt x="7184" y="5923"/>
                  </a:cubicBezTo>
                  <a:cubicBezTo>
                    <a:pt x="7184" y="6238"/>
                    <a:pt x="7184" y="6585"/>
                    <a:pt x="7152" y="6900"/>
                  </a:cubicBezTo>
                  <a:cubicBezTo>
                    <a:pt x="6932" y="7057"/>
                    <a:pt x="6648" y="7246"/>
                    <a:pt x="6333" y="7404"/>
                  </a:cubicBezTo>
                  <a:cubicBezTo>
                    <a:pt x="6050" y="7562"/>
                    <a:pt x="5735" y="7719"/>
                    <a:pt x="5483" y="7877"/>
                  </a:cubicBezTo>
                  <a:cubicBezTo>
                    <a:pt x="5199" y="7719"/>
                    <a:pt x="4884" y="7562"/>
                    <a:pt x="4601" y="7404"/>
                  </a:cubicBezTo>
                  <a:cubicBezTo>
                    <a:pt x="4317" y="7246"/>
                    <a:pt x="4065" y="7057"/>
                    <a:pt x="3781" y="6900"/>
                  </a:cubicBezTo>
                  <a:cubicBezTo>
                    <a:pt x="3750" y="6585"/>
                    <a:pt x="3750" y="6238"/>
                    <a:pt x="3750" y="5923"/>
                  </a:cubicBezTo>
                  <a:cubicBezTo>
                    <a:pt x="3750" y="5577"/>
                    <a:pt x="3750" y="5230"/>
                    <a:pt x="3781" y="4915"/>
                  </a:cubicBezTo>
                  <a:cubicBezTo>
                    <a:pt x="4065" y="4726"/>
                    <a:pt x="4317" y="4569"/>
                    <a:pt x="4601" y="4411"/>
                  </a:cubicBezTo>
                  <a:cubicBezTo>
                    <a:pt x="4884" y="4253"/>
                    <a:pt x="5199" y="4096"/>
                    <a:pt x="5483" y="3938"/>
                  </a:cubicBezTo>
                  <a:close/>
                  <a:moveTo>
                    <a:pt x="3876" y="7751"/>
                  </a:moveTo>
                  <a:cubicBezTo>
                    <a:pt x="4002" y="7845"/>
                    <a:pt x="4159" y="7908"/>
                    <a:pt x="4285" y="8003"/>
                  </a:cubicBezTo>
                  <a:cubicBezTo>
                    <a:pt x="4411" y="8066"/>
                    <a:pt x="4506" y="8160"/>
                    <a:pt x="4664" y="8223"/>
                  </a:cubicBezTo>
                  <a:cubicBezTo>
                    <a:pt x="4443" y="8318"/>
                    <a:pt x="4191" y="8444"/>
                    <a:pt x="4002" y="8475"/>
                  </a:cubicBezTo>
                  <a:lnTo>
                    <a:pt x="3876" y="7751"/>
                  </a:lnTo>
                  <a:close/>
                  <a:moveTo>
                    <a:pt x="7089" y="7751"/>
                  </a:moveTo>
                  <a:lnTo>
                    <a:pt x="6963" y="8475"/>
                  </a:lnTo>
                  <a:cubicBezTo>
                    <a:pt x="6711" y="8381"/>
                    <a:pt x="6522" y="8318"/>
                    <a:pt x="6302" y="8223"/>
                  </a:cubicBezTo>
                  <a:cubicBezTo>
                    <a:pt x="6396" y="8160"/>
                    <a:pt x="6554" y="8066"/>
                    <a:pt x="6680" y="8003"/>
                  </a:cubicBezTo>
                  <a:cubicBezTo>
                    <a:pt x="6806" y="7908"/>
                    <a:pt x="6963" y="7845"/>
                    <a:pt x="7089" y="7751"/>
                  </a:cubicBezTo>
                  <a:close/>
                  <a:moveTo>
                    <a:pt x="1986" y="6396"/>
                  </a:moveTo>
                  <a:cubicBezTo>
                    <a:pt x="2364" y="6711"/>
                    <a:pt x="2710" y="6963"/>
                    <a:pt x="3088" y="7278"/>
                  </a:cubicBezTo>
                  <a:cubicBezTo>
                    <a:pt x="3151" y="7814"/>
                    <a:pt x="3214" y="8286"/>
                    <a:pt x="3309" y="8696"/>
                  </a:cubicBezTo>
                  <a:cubicBezTo>
                    <a:pt x="3088" y="8727"/>
                    <a:pt x="2931" y="8790"/>
                    <a:pt x="2742" y="8790"/>
                  </a:cubicBezTo>
                  <a:cubicBezTo>
                    <a:pt x="2475" y="8836"/>
                    <a:pt x="2230" y="8858"/>
                    <a:pt x="2011" y="8858"/>
                  </a:cubicBezTo>
                  <a:cubicBezTo>
                    <a:pt x="1482" y="8858"/>
                    <a:pt x="1111" y="8730"/>
                    <a:pt x="977" y="8507"/>
                  </a:cubicBezTo>
                  <a:cubicBezTo>
                    <a:pt x="788" y="8160"/>
                    <a:pt x="1009" y="7530"/>
                    <a:pt x="1608" y="6805"/>
                  </a:cubicBezTo>
                  <a:cubicBezTo>
                    <a:pt x="1734" y="6648"/>
                    <a:pt x="1828" y="6553"/>
                    <a:pt x="1986" y="6396"/>
                  </a:cubicBezTo>
                  <a:close/>
                  <a:moveTo>
                    <a:pt x="8980" y="6364"/>
                  </a:moveTo>
                  <a:cubicBezTo>
                    <a:pt x="9137" y="6553"/>
                    <a:pt x="9232" y="6648"/>
                    <a:pt x="9358" y="6805"/>
                  </a:cubicBezTo>
                  <a:cubicBezTo>
                    <a:pt x="9956" y="7530"/>
                    <a:pt x="10177" y="8160"/>
                    <a:pt x="9988" y="8507"/>
                  </a:cubicBezTo>
                  <a:cubicBezTo>
                    <a:pt x="9858" y="8745"/>
                    <a:pt x="9505" y="8864"/>
                    <a:pt x="9000" y="8864"/>
                  </a:cubicBezTo>
                  <a:cubicBezTo>
                    <a:pt x="8770" y="8864"/>
                    <a:pt x="8509" y="8839"/>
                    <a:pt x="8224" y="8790"/>
                  </a:cubicBezTo>
                  <a:cubicBezTo>
                    <a:pt x="8035" y="8727"/>
                    <a:pt x="7877" y="8696"/>
                    <a:pt x="7656" y="8664"/>
                  </a:cubicBezTo>
                  <a:cubicBezTo>
                    <a:pt x="7751" y="8223"/>
                    <a:pt x="7814" y="7751"/>
                    <a:pt x="7877" y="7246"/>
                  </a:cubicBezTo>
                  <a:cubicBezTo>
                    <a:pt x="8255" y="6963"/>
                    <a:pt x="8665" y="6648"/>
                    <a:pt x="8980" y="6364"/>
                  </a:cubicBezTo>
                  <a:close/>
                  <a:moveTo>
                    <a:pt x="4159" y="10334"/>
                  </a:moveTo>
                  <a:cubicBezTo>
                    <a:pt x="4285" y="10334"/>
                    <a:pt x="4411" y="10397"/>
                    <a:pt x="4474" y="10491"/>
                  </a:cubicBezTo>
                  <a:cubicBezTo>
                    <a:pt x="4537" y="10554"/>
                    <a:pt x="4537" y="10649"/>
                    <a:pt x="4537" y="10743"/>
                  </a:cubicBezTo>
                  <a:cubicBezTo>
                    <a:pt x="4474" y="10838"/>
                    <a:pt x="4443" y="10901"/>
                    <a:pt x="4380" y="10964"/>
                  </a:cubicBezTo>
                  <a:cubicBezTo>
                    <a:pt x="4319" y="10994"/>
                    <a:pt x="4259" y="11008"/>
                    <a:pt x="4200" y="11008"/>
                  </a:cubicBezTo>
                  <a:cubicBezTo>
                    <a:pt x="4076" y="11008"/>
                    <a:pt x="3962" y="10945"/>
                    <a:pt x="3876" y="10838"/>
                  </a:cubicBezTo>
                  <a:cubicBezTo>
                    <a:pt x="3844" y="10743"/>
                    <a:pt x="3844" y="10680"/>
                    <a:pt x="3844" y="10554"/>
                  </a:cubicBezTo>
                  <a:cubicBezTo>
                    <a:pt x="3876" y="10491"/>
                    <a:pt x="3939" y="10397"/>
                    <a:pt x="4002" y="10365"/>
                  </a:cubicBezTo>
                  <a:cubicBezTo>
                    <a:pt x="4033" y="10334"/>
                    <a:pt x="4128" y="10334"/>
                    <a:pt x="4159" y="10334"/>
                  </a:cubicBezTo>
                  <a:close/>
                  <a:moveTo>
                    <a:pt x="5420" y="8664"/>
                  </a:moveTo>
                  <a:cubicBezTo>
                    <a:pt x="5861" y="8853"/>
                    <a:pt x="6333" y="9042"/>
                    <a:pt x="6774" y="9168"/>
                  </a:cubicBezTo>
                  <a:cubicBezTo>
                    <a:pt x="6774" y="9326"/>
                    <a:pt x="6680" y="9515"/>
                    <a:pt x="6617" y="9735"/>
                  </a:cubicBezTo>
                  <a:cubicBezTo>
                    <a:pt x="6302" y="10586"/>
                    <a:pt x="5861" y="11153"/>
                    <a:pt x="5451" y="11153"/>
                  </a:cubicBezTo>
                  <a:cubicBezTo>
                    <a:pt x="5388" y="11153"/>
                    <a:pt x="5262" y="11090"/>
                    <a:pt x="5136" y="11059"/>
                  </a:cubicBezTo>
                  <a:cubicBezTo>
                    <a:pt x="5136" y="11027"/>
                    <a:pt x="5199" y="10996"/>
                    <a:pt x="5199" y="10933"/>
                  </a:cubicBezTo>
                  <a:cubicBezTo>
                    <a:pt x="5262" y="10680"/>
                    <a:pt x="5231" y="10397"/>
                    <a:pt x="5073" y="10145"/>
                  </a:cubicBezTo>
                  <a:cubicBezTo>
                    <a:pt x="4916" y="9830"/>
                    <a:pt x="4601" y="9704"/>
                    <a:pt x="4254" y="9641"/>
                  </a:cubicBezTo>
                  <a:cubicBezTo>
                    <a:pt x="4191" y="9483"/>
                    <a:pt x="4128" y="9326"/>
                    <a:pt x="4096" y="9168"/>
                  </a:cubicBezTo>
                  <a:cubicBezTo>
                    <a:pt x="4506" y="9011"/>
                    <a:pt x="4947" y="8853"/>
                    <a:pt x="5420" y="8664"/>
                  </a:cubicBezTo>
                  <a:close/>
                  <a:moveTo>
                    <a:pt x="5420" y="0"/>
                  </a:moveTo>
                  <a:cubicBezTo>
                    <a:pt x="4727" y="0"/>
                    <a:pt x="4096" y="662"/>
                    <a:pt x="3624" y="1859"/>
                  </a:cubicBezTo>
                  <a:cubicBezTo>
                    <a:pt x="3529" y="2048"/>
                    <a:pt x="3498" y="2237"/>
                    <a:pt x="3403" y="2458"/>
                  </a:cubicBezTo>
                  <a:cubicBezTo>
                    <a:pt x="3246" y="2395"/>
                    <a:pt x="3151" y="2363"/>
                    <a:pt x="2994" y="2363"/>
                  </a:cubicBezTo>
                  <a:cubicBezTo>
                    <a:pt x="2962" y="1828"/>
                    <a:pt x="2521" y="1418"/>
                    <a:pt x="1954" y="1418"/>
                  </a:cubicBezTo>
                  <a:cubicBezTo>
                    <a:pt x="1387" y="1418"/>
                    <a:pt x="946" y="1891"/>
                    <a:pt x="946" y="2426"/>
                  </a:cubicBezTo>
                  <a:cubicBezTo>
                    <a:pt x="662" y="2552"/>
                    <a:pt x="473" y="2710"/>
                    <a:pt x="347" y="2962"/>
                  </a:cubicBezTo>
                  <a:cubicBezTo>
                    <a:pt x="1" y="3592"/>
                    <a:pt x="221" y="4443"/>
                    <a:pt x="1072" y="5419"/>
                  </a:cubicBezTo>
                  <a:cubicBezTo>
                    <a:pt x="1166" y="5577"/>
                    <a:pt x="1324" y="5766"/>
                    <a:pt x="1482" y="5892"/>
                  </a:cubicBezTo>
                  <a:cubicBezTo>
                    <a:pt x="1324" y="6049"/>
                    <a:pt x="1229" y="6207"/>
                    <a:pt x="1072" y="6364"/>
                  </a:cubicBezTo>
                  <a:cubicBezTo>
                    <a:pt x="221" y="7372"/>
                    <a:pt x="1" y="8223"/>
                    <a:pt x="347" y="8853"/>
                  </a:cubicBezTo>
                  <a:cubicBezTo>
                    <a:pt x="631" y="9326"/>
                    <a:pt x="1166" y="9578"/>
                    <a:pt x="2017" y="9578"/>
                  </a:cubicBezTo>
                  <a:cubicBezTo>
                    <a:pt x="2269" y="9578"/>
                    <a:pt x="2553" y="9515"/>
                    <a:pt x="2868" y="9483"/>
                  </a:cubicBezTo>
                  <a:lnTo>
                    <a:pt x="3466" y="9357"/>
                  </a:lnTo>
                  <a:cubicBezTo>
                    <a:pt x="3498" y="9515"/>
                    <a:pt x="3529" y="9704"/>
                    <a:pt x="3624" y="9798"/>
                  </a:cubicBezTo>
                  <a:cubicBezTo>
                    <a:pt x="3403" y="9956"/>
                    <a:pt x="3246" y="10145"/>
                    <a:pt x="3183" y="10397"/>
                  </a:cubicBezTo>
                  <a:cubicBezTo>
                    <a:pt x="3120" y="10680"/>
                    <a:pt x="3151" y="10933"/>
                    <a:pt x="3309" y="11185"/>
                  </a:cubicBezTo>
                  <a:cubicBezTo>
                    <a:pt x="3498" y="11500"/>
                    <a:pt x="3844" y="11689"/>
                    <a:pt x="4222" y="11689"/>
                  </a:cubicBezTo>
                  <a:cubicBezTo>
                    <a:pt x="4380" y="11689"/>
                    <a:pt x="4569" y="11657"/>
                    <a:pt x="4727" y="11531"/>
                  </a:cubicBezTo>
                  <a:cubicBezTo>
                    <a:pt x="4947" y="11689"/>
                    <a:pt x="5199" y="11815"/>
                    <a:pt x="5483" y="11815"/>
                  </a:cubicBezTo>
                  <a:cubicBezTo>
                    <a:pt x="6176" y="11815"/>
                    <a:pt x="6806" y="11153"/>
                    <a:pt x="7278" y="9956"/>
                  </a:cubicBezTo>
                  <a:cubicBezTo>
                    <a:pt x="7373" y="9767"/>
                    <a:pt x="7404" y="9578"/>
                    <a:pt x="7467" y="9357"/>
                  </a:cubicBezTo>
                  <a:cubicBezTo>
                    <a:pt x="7688" y="9420"/>
                    <a:pt x="7909" y="9452"/>
                    <a:pt x="8098" y="9483"/>
                  </a:cubicBezTo>
                  <a:cubicBezTo>
                    <a:pt x="8413" y="9515"/>
                    <a:pt x="8696" y="9578"/>
                    <a:pt x="8980" y="9578"/>
                  </a:cubicBezTo>
                  <a:cubicBezTo>
                    <a:pt x="9767" y="9578"/>
                    <a:pt x="10366" y="9326"/>
                    <a:pt x="10618" y="8853"/>
                  </a:cubicBezTo>
                  <a:cubicBezTo>
                    <a:pt x="10996" y="8223"/>
                    <a:pt x="10744" y="7372"/>
                    <a:pt x="9925" y="6364"/>
                  </a:cubicBezTo>
                  <a:cubicBezTo>
                    <a:pt x="9799" y="6207"/>
                    <a:pt x="9641" y="6049"/>
                    <a:pt x="9484" y="5892"/>
                  </a:cubicBezTo>
                  <a:cubicBezTo>
                    <a:pt x="9610" y="5797"/>
                    <a:pt x="9673" y="5671"/>
                    <a:pt x="9799" y="5577"/>
                  </a:cubicBezTo>
                  <a:cubicBezTo>
                    <a:pt x="9956" y="5671"/>
                    <a:pt x="10114" y="5703"/>
                    <a:pt x="10240" y="5703"/>
                  </a:cubicBezTo>
                  <a:cubicBezTo>
                    <a:pt x="10586" y="5703"/>
                    <a:pt x="10933" y="5514"/>
                    <a:pt x="11154" y="5199"/>
                  </a:cubicBezTo>
                  <a:cubicBezTo>
                    <a:pt x="11248" y="4915"/>
                    <a:pt x="11280" y="4663"/>
                    <a:pt x="11217" y="4380"/>
                  </a:cubicBezTo>
                  <a:cubicBezTo>
                    <a:pt x="11122" y="4096"/>
                    <a:pt x="10965" y="3875"/>
                    <a:pt x="10744" y="3749"/>
                  </a:cubicBezTo>
                  <a:cubicBezTo>
                    <a:pt x="10775" y="3466"/>
                    <a:pt x="10712" y="3182"/>
                    <a:pt x="10586" y="2962"/>
                  </a:cubicBezTo>
                  <a:cubicBezTo>
                    <a:pt x="10325" y="2486"/>
                    <a:pt x="9740" y="2262"/>
                    <a:pt x="8927" y="2262"/>
                  </a:cubicBezTo>
                  <a:cubicBezTo>
                    <a:pt x="8663" y="2262"/>
                    <a:pt x="8375" y="2285"/>
                    <a:pt x="8066" y="2332"/>
                  </a:cubicBezTo>
                  <a:cubicBezTo>
                    <a:pt x="7877" y="2363"/>
                    <a:pt x="7656" y="2395"/>
                    <a:pt x="7436" y="2458"/>
                  </a:cubicBezTo>
                  <a:cubicBezTo>
                    <a:pt x="7341" y="2237"/>
                    <a:pt x="7310" y="2017"/>
                    <a:pt x="7247" y="1859"/>
                  </a:cubicBezTo>
                  <a:cubicBezTo>
                    <a:pt x="6806" y="630"/>
                    <a:pt x="6144" y="0"/>
                    <a:pt x="54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354" name="Google Shape;14354;p82"/>
          <p:cNvGrpSpPr/>
          <p:nvPr/>
        </p:nvGrpSpPr>
        <p:grpSpPr>
          <a:xfrm>
            <a:off x="6204778" y="3113374"/>
            <a:ext cx="332464" cy="353180"/>
            <a:chOff x="-24330250" y="2340425"/>
            <a:chExt cx="278050" cy="295375"/>
          </a:xfrm>
        </p:grpSpPr>
        <p:sp>
          <p:nvSpPr>
            <p:cNvPr id="14355" name="Google Shape;14355;p82"/>
            <p:cNvSpPr/>
            <p:nvPr/>
          </p:nvSpPr>
          <p:spPr>
            <a:xfrm>
              <a:off x="-24330250" y="2340425"/>
              <a:ext cx="278050" cy="295375"/>
            </a:xfrm>
            <a:custGeom>
              <a:avLst/>
              <a:gdLst/>
              <a:ahLst/>
              <a:cxnLst/>
              <a:rect l="l" t="t" r="r" b="b"/>
              <a:pathLst>
                <a:path w="11122" h="11815" extrusionOk="0">
                  <a:moveTo>
                    <a:pt x="5577" y="693"/>
                  </a:moveTo>
                  <a:cubicBezTo>
                    <a:pt x="6711" y="693"/>
                    <a:pt x="7656" y="1638"/>
                    <a:pt x="7656" y="2804"/>
                  </a:cubicBezTo>
                  <a:lnTo>
                    <a:pt x="7656" y="3151"/>
                  </a:lnTo>
                  <a:cubicBezTo>
                    <a:pt x="7656" y="3340"/>
                    <a:pt x="7499" y="3497"/>
                    <a:pt x="7310" y="3497"/>
                  </a:cubicBezTo>
                  <a:lnTo>
                    <a:pt x="5924" y="3497"/>
                  </a:lnTo>
                  <a:lnTo>
                    <a:pt x="5924" y="3151"/>
                  </a:lnTo>
                  <a:cubicBezTo>
                    <a:pt x="5924" y="2962"/>
                    <a:pt x="5766" y="2804"/>
                    <a:pt x="5577" y="2804"/>
                  </a:cubicBezTo>
                  <a:cubicBezTo>
                    <a:pt x="5357" y="2804"/>
                    <a:pt x="5199" y="2962"/>
                    <a:pt x="5199" y="3151"/>
                  </a:cubicBezTo>
                  <a:lnTo>
                    <a:pt x="5199" y="3497"/>
                  </a:lnTo>
                  <a:lnTo>
                    <a:pt x="3844" y="3497"/>
                  </a:lnTo>
                  <a:cubicBezTo>
                    <a:pt x="3624" y="3497"/>
                    <a:pt x="3466" y="3340"/>
                    <a:pt x="3466" y="3151"/>
                  </a:cubicBezTo>
                  <a:lnTo>
                    <a:pt x="3466" y="2804"/>
                  </a:lnTo>
                  <a:cubicBezTo>
                    <a:pt x="3466" y="1638"/>
                    <a:pt x="4411" y="693"/>
                    <a:pt x="5577" y="693"/>
                  </a:cubicBezTo>
                  <a:close/>
                  <a:moveTo>
                    <a:pt x="8318" y="2867"/>
                  </a:moveTo>
                  <a:cubicBezTo>
                    <a:pt x="8728" y="2993"/>
                    <a:pt x="9043" y="3371"/>
                    <a:pt x="9043" y="3844"/>
                  </a:cubicBezTo>
                  <a:lnTo>
                    <a:pt x="9043" y="8727"/>
                  </a:lnTo>
                  <a:cubicBezTo>
                    <a:pt x="9043" y="9326"/>
                    <a:pt x="8570" y="9767"/>
                    <a:pt x="8003" y="9767"/>
                  </a:cubicBezTo>
                  <a:lnTo>
                    <a:pt x="5924" y="9767"/>
                  </a:lnTo>
                  <a:lnTo>
                    <a:pt x="5924" y="7309"/>
                  </a:lnTo>
                  <a:cubicBezTo>
                    <a:pt x="5924" y="7120"/>
                    <a:pt x="5766" y="6963"/>
                    <a:pt x="5577" y="6963"/>
                  </a:cubicBezTo>
                  <a:cubicBezTo>
                    <a:pt x="5357" y="6963"/>
                    <a:pt x="5199" y="7120"/>
                    <a:pt x="5199" y="7309"/>
                  </a:cubicBezTo>
                  <a:lnTo>
                    <a:pt x="5199" y="9767"/>
                  </a:lnTo>
                  <a:lnTo>
                    <a:pt x="3120" y="9767"/>
                  </a:lnTo>
                  <a:cubicBezTo>
                    <a:pt x="2521" y="9767"/>
                    <a:pt x="2112" y="9294"/>
                    <a:pt x="2112" y="8727"/>
                  </a:cubicBezTo>
                  <a:lnTo>
                    <a:pt x="2112" y="3844"/>
                  </a:lnTo>
                  <a:cubicBezTo>
                    <a:pt x="2112" y="3434"/>
                    <a:pt x="2364" y="3025"/>
                    <a:pt x="2805" y="2867"/>
                  </a:cubicBezTo>
                  <a:lnTo>
                    <a:pt x="2805" y="3151"/>
                  </a:lnTo>
                  <a:cubicBezTo>
                    <a:pt x="2805" y="3749"/>
                    <a:pt x="3277" y="4159"/>
                    <a:pt x="3844" y="4159"/>
                  </a:cubicBezTo>
                  <a:lnTo>
                    <a:pt x="7310" y="4159"/>
                  </a:lnTo>
                  <a:cubicBezTo>
                    <a:pt x="7877" y="4159"/>
                    <a:pt x="8318" y="3686"/>
                    <a:pt x="8318" y="3151"/>
                  </a:cubicBezTo>
                  <a:lnTo>
                    <a:pt x="8318" y="2867"/>
                  </a:lnTo>
                  <a:close/>
                  <a:moveTo>
                    <a:pt x="7972" y="693"/>
                  </a:moveTo>
                  <a:cubicBezTo>
                    <a:pt x="9326" y="693"/>
                    <a:pt x="10429" y="1796"/>
                    <a:pt x="10429" y="3151"/>
                  </a:cubicBezTo>
                  <a:lnTo>
                    <a:pt x="10429" y="8727"/>
                  </a:lnTo>
                  <a:lnTo>
                    <a:pt x="10397" y="8727"/>
                  </a:lnTo>
                  <a:cubicBezTo>
                    <a:pt x="10397" y="10082"/>
                    <a:pt x="9295" y="11184"/>
                    <a:pt x="7972" y="11184"/>
                  </a:cubicBezTo>
                  <a:lnTo>
                    <a:pt x="3120" y="11184"/>
                  </a:lnTo>
                  <a:cubicBezTo>
                    <a:pt x="1797" y="11184"/>
                    <a:pt x="694" y="10082"/>
                    <a:pt x="694" y="8727"/>
                  </a:cubicBezTo>
                  <a:lnTo>
                    <a:pt x="694" y="3151"/>
                  </a:lnTo>
                  <a:cubicBezTo>
                    <a:pt x="694" y="1796"/>
                    <a:pt x="1797" y="693"/>
                    <a:pt x="3120" y="693"/>
                  </a:cubicBezTo>
                  <a:lnTo>
                    <a:pt x="3718" y="693"/>
                  </a:lnTo>
                  <a:cubicBezTo>
                    <a:pt x="3277" y="1071"/>
                    <a:pt x="2994" y="1575"/>
                    <a:pt x="2868" y="2111"/>
                  </a:cubicBezTo>
                  <a:cubicBezTo>
                    <a:pt x="2017" y="2237"/>
                    <a:pt x="1387" y="2993"/>
                    <a:pt x="1387" y="3844"/>
                  </a:cubicBezTo>
                  <a:lnTo>
                    <a:pt x="1387" y="8727"/>
                  </a:lnTo>
                  <a:cubicBezTo>
                    <a:pt x="1387" y="9672"/>
                    <a:pt x="2175" y="10460"/>
                    <a:pt x="3120" y="10460"/>
                  </a:cubicBezTo>
                  <a:lnTo>
                    <a:pt x="7972" y="10460"/>
                  </a:lnTo>
                  <a:cubicBezTo>
                    <a:pt x="8917" y="10460"/>
                    <a:pt x="9704" y="9672"/>
                    <a:pt x="9704" y="8727"/>
                  </a:cubicBezTo>
                  <a:lnTo>
                    <a:pt x="9704" y="3844"/>
                  </a:lnTo>
                  <a:cubicBezTo>
                    <a:pt x="9704" y="2993"/>
                    <a:pt x="9074" y="2237"/>
                    <a:pt x="8255" y="2111"/>
                  </a:cubicBezTo>
                  <a:cubicBezTo>
                    <a:pt x="8098" y="1575"/>
                    <a:pt x="7814" y="1071"/>
                    <a:pt x="7373" y="693"/>
                  </a:cubicBezTo>
                  <a:close/>
                  <a:moveTo>
                    <a:pt x="3120" y="0"/>
                  </a:moveTo>
                  <a:cubicBezTo>
                    <a:pt x="1387" y="0"/>
                    <a:pt x="1" y="1418"/>
                    <a:pt x="1" y="3119"/>
                  </a:cubicBezTo>
                  <a:lnTo>
                    <a:pt x="1" y="8695"/>
                  </a:lnTo>
                  <a:cubicBezTo>
                    <a:pt x="1" y="10428"/>
                    <a:pt x="1418" y="11814"/>
                    <a:pt x="3120" y="11814"/>
                  </a:cubicBezTo>
                  <a:lnTo>
                    <a:pt x="7972" y="11814"/>
                  </a:lnTo>
                  <a:cubicBezTo>
                    <a:pt x="9704" y="11814"/>
                    <a:pt x="11091" y="10397"/>
                    <a:pt x="11091" y="8695"/>
                  </a:cubicBezTo>
                  <a:lnTo>
                    <a:pt x="11091" y="3119"/>
                  </a:lnTo>
                  <a:cubicBezTo>
                    <a:pt x="11122" y="1418"/>
                    <a:pt x="9704" y="0"/>
                    <a:pt x="79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356" name="Google Shape;14356;p82"/>
            <p:cNvSpPr/>
            <p:nvPr/>
          </p:nvSpPr>
          <p:spPr>
            <a:xfrm>
              <a:off x="-24225500" y="2375850"/>
              <a:ext cx="68550" cy="34700"/>
            </a:xfrm>
            <a:custGeom>
              <a:avLst/>
              <a:gdLst/>
              <a:ahLst/>
              <a:cxnLst/>
              <a:rect l="l" t="t" r="r" b="b"/>
              <a:pathLst>
                <a:path w="2742" h="1388" extrusionOk="0">
                  <a:moveTo>
                    <a:pt x="1387" y="1"/>
                  </a:moveTo>
                  <a:cubicBezTo>
                    <a:pt x="789" y="1"/>
                    <a:pt x="284" y="347"/>
                    <a:pt x="64" y="914"/>
                  </a:cubicBezTo>
                  <a:cubicBezTo>
                    <a:pt x="1" y="1103"/>
                    <a:pt x="64" y="1293"/>
                    <a:pt x="284" y="1324"/>
                  </a:cubicBezTo>
                  <a:cubicBezTo>
                    <a:pt x="330" y="1347"/>
                    <a:pt x="375" y="1357"/>
                    <a:pt x="418" y="1357"/>
                  </a:cubicBezTo>
                  <a:cubicBezTo>
                    <a:pt x="555" y="1357"/>
                    <a:pt x="670" y="1255"/>
                    <a:pt x="694" y="1135"/>
                  </a:cubicBezTo>
                  <a:cubicBezTo>
                    <a:pt x="789" y="851"/>
                    <a:pt x="1072" y="662"/>
                    <a:pt x="1387" y="662"/>
                  </a:cubicBezTo>
                  <a:cubicBezTo>
                    <a:pt x="1639" y="662"/>
                    <a:pt x="1923" y="851"/>
                    <a:pt x="2049" y="1135"/>
                  </a:cubicBezTo>
                  <a:cubicBezTo>
                    <a:pt x="2080" y="1293"/>
                    <a:pt x="2238" y="1387"/>
                    <a:pt x="2364" y="1387"/>
                  </a:cubicBezTo>
                  <a:cubicBezTo>
                    <a:pt x="2395" y="1387"/>
                    <a:pt x="2427" y="1387"/>
                    <a:pt x="2490" y="1324"/>
                  </a:cubicBezTo>
                  <a:cubicBezTo>
                    <a:pt x="2679" y="1261"/>
                    <a:pt x="2742" y="1072"/>
                    <a:pt x="2679" y="914"/>
                  </a:cubicBezTo>
                  <a:cubicBezTo>
                    <a:pt x="2490" y="347"/>
                    <a:pt x="1954"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357" name="Google Shape;14357;p82"/>
            <p:cNvSpPr/>
            <p:nvPr/>
          </p:nvSpPr>
          <p:spPr>
            <a:xfrm>
              <a:off x="-24260925" y="2462500"/>
              <a:ext cx="138650" cy="17350"/>
            </a:xfrm>
            <a:custGeom>
              <a:avLst/>
              <a:gdLst/>
              <a:ahLst/>
              <a:cxnLst/>
              <a:rect l="l" t="t" r="r" b="b"/>
              <a:pathLst>
                <a:path w="5546" h="694" extrusionOk="0">
                  <a:moveTo>
                    <a:pt x="347" y="0"/>
                  </a:moveTo>
                  <a:cubicBezTo>
                    <a:pt x="158" y="0"/>
                    <a:pt x="0" y="158"/>
                    <a:pt x="0" y="347"/>
                  </a:cubicBezTo>
                  <a:cubicBezTo>
                    <a:pt x="0" y="536"/>
                    <a:pt x="158" y="693"/>
                    <a:pt x="347" y="693"/>
                  </a:cubicBezTo>
                  <a:lnTo>
                    <a:pt x="5199" y="693"/>
                  </a:lnTo>
                  <a:cubicBezTo>
                    <a:pt x="5388" y="693"/>
                    <a:pt x="5545" y="536"/>
                    <a:pt x="5545" y="347"/>
                  </a:cubicBezTo>
                  <a:cubicBezTo>
                    <a:pt x="5545" y="158"/>
                    <a:pt x="5388" y="0"/>
                    <a:pt x="51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358" name="Google Shape;14358;p82"/>
            <p:cNvSpPr/>
            <p:nvPr/>
          </p:nvSpPr>
          <p:spPr>
            <a:xfrm>
              <a:off x="-24260150" y="2515275"/>
              <a:ext cx="43350" cy="18125"/>
            </a:xfrm>
            <a:custGeom>
              <a:avLst/>
              <a:gdLst/>
              <a:ahLst/>
              <a:cxnLst/>
              <a:rect l="l" t="t" r="r" b="b"/>
              <a:pathLst>
                <a:path w="1734" h="725" extrusionOk="0">
                  <a:moveTo>
                    <a:pt x="347" y="0"/>
                  </a:moveTo>
                  <a:cubicBezTo>
                    <a:pt x="158" y="0"/>
                    <a:pt x="1" y="158"/>
                    <a:pt x="1" y="378"/>
                  </a:cubicBezTo>
                  <a:cubicBezTo>
                    <a:pt x="1" y="567"/>
                    <a:pt x="158" y="725"/>
                    <a:pt x="347" y="725"/>
                  </a:cubicBezTo>
                  <a:lnTo>
                    <a:pt x="1387" y="725"/>
                  </a:lnTo>
                  <a:cubicBezTo>
                    <a:pt x="1576" y="725"/>
                    <a:pt x="1733" y="567"/>
                    <a:pt x="1733" y="378"/>
                  </a:cubicBezTo>
                  <a:cubicBezTo>
                    <a:pt x="1702" y="158"/>
                    <a:pt x="1544"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359" name="Google Shape;14359;p82"/>
            <p:cNvSpPr/>
            <p:nvPr/>
          </p:nvSpPr>
          <p:spPr>
            <a:xfrm>
              <a:off x="-24260925" y="2549925"/>
              <a:ext cx="35450" cy="18125"/>
            </a:xfrm>
            <a:custGeom>
              <a:avLst/>
              <a:gdLst/>
              <a:ahLst/>
              <a:cxnLst/>
              <a:rect l="l" t="t" r="r" b="b"/>
              <a:pathLst>
                <a:path w="1418" h="725" extrusionOk="0">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360" name="Google Shape;14360;p82"/>
            <p:cNvSpPr/>
            <p:nvPr/>
          </p:nvSpPr>
          <p:spPr>
            <a:xfrm>
              <a:off x="-24165625" y="2515275"/>
              <a:ext cx="43350" cy="18125"/>
            </a:xfrm>
            <a:custGeom>
              <a:avLst/>
              <a:gdLst/>
              <a:ahLst/>
              <a:cxnLst/>
              <a:rect l="l" t="t" r="r" b="b"/>
              <a:pathLst>
                <a:path w="1734" h="725" extrusionOk="0">
                  <a:moveTo>
                    <a:pt x="378" y="0"/>
                  </a:moveTo>
                  <a:cubicBezTo>
                    <a:pt x="158" y="0"/>
                    <a:pt x="0" y="158"/>
                    <a:pt x="0" y="378"/>
                  </a:cubicBezTo>
                  <a:cubicBezTo>
                    <a:pt x="0" y="567"/>
                    <a:pt x="158" y="725"/>
                    <a:pt x="378" y="725"/>
                  </a:cubicBezTo>
                  <a:lnTo>
                    <a:pt x="1387" y="725"/>
                  </a:lnTo>
                  <a:cubicBezTo>
                    <a:pt x="1576" y="725"/>
                    <a:pt x="1733" y="567"/>
                    <a:pt x="1733" y="378"/>
                  </a:cubicBezTo>
                  <a:cubicBezTo>
                    <a:pt x="1733" y="158"/>
                    <a:pt x="1576"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361" name="Google Shape;14361;p82"/>
            <p:cNvSpPr/>
            <p:nvPr/>
          </p:nvSpPr>
          <p:spPr>
            <a:xfrm>
              <a:off x="-24157750" y="2549925"/>
              <a:ext cx="35475" cy="18125"/>
            </a:xfrm>
            <a:custGeom>
              <a:avLst/>
              <a:gdLst/>
              <a:ahLst/>
              <a:cxnLst/>
              <a:rect l="l" t="t" r="r" b="b"/>
              <a:pathLst>
                <a:path w="1419" h="725" extrusionOk="0">
                  <a:moveTo>
                    <a:pt x="347" y="0"/>
                  </a:moveTo>
                  <a:cubicBezTo>
                    <a:pt x="158" y="0"/>
                    <a:pt x="0" y="158"/>
                    <a:pt x="0" y="347"/>
                  </a:cubicBezTo>
                  <a:cubicBezTo>
                    <a:pt x="0" y="567"/>
                    <a:pt x="158" y="725"/>
                    <a:pt x="347" y="725"/>
                  </a:cubicBezTo>
                  <a:lnTo>
                    <a:pt x="1072" y="725"/>
                  </a:lnTo>
                  <a:cubicBezTo>
                    <a:pt x="1261" y="725"/>
                    <a:pt x="1418" y="567"/>
                    <a:pt x="1418" y="347"/>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362" name="Google Shape;14362;p82"/>
          <p:cNvGrpSpPr/>
          <p:nvPr/>
        </p:nvGrpSpPr>
        <p:grpSpPr>
          <a:xfrm>
            <a:off x="6194420" y="3554587"/>
            <a:ext cx="353180" cy="353180"/>
            <a:chOff x="-24338900" y="2710600"/>
            <a:chExt cx="295375" cy="295375"/>
          </a:xfrm>
        </p:grpSpPr>
        <p:sp>
          <p:nvSpPr>
            <p:cNvPr id="14363" name="Google Shape;14363;p82"/>
            <p:cNvSpPr/>
            <p:nvPr/>
          </p:nvSpPr>
          <p:spPr>
            <a:xfrm>
              <a:off x="-24250700" y="2816925"/>
              <a:ext cx="123675" cy="103200"/>
            </a:xfrm>
            <a:custGeom>
              <a:avLst/>
              <a:gdLst/>
              <a:ahLst/>
              <a:cxnLst/>
              <a:rect l="l" t="t" r="r" b="b"/>
              <a:pathLst>
                <a:path w="4947" h="4128" extrusionOk="0">
                  <a:moveTo>
                    <a:pt x="3403" y="662"/>
                  </a:moveTo>
                  <a:cubicBezTo>
                    <a:pt x="3813" y="662"/>
                    <a:pt x="4128" y="977"/>
                    <a:pt x="4128" y="1387"/>
                  </a:cubicBezTo>
                  <a:cubicBezTo>
                    <a:pt x="4128" y="1922"/>
                    <a:pt x="3561" y="2363"/>
                    <a:pt x="2710" y="3025"/>
                  </a:cubicBezTo>
                  <a:cubicBezTo>
                    <a:pt x="2584" y="3119"/>
                    <a:pt x="2490" y="3182"/>
                    <a:pt x="2395" y="3309"/>
                  </a:cubicBezTo>
                  <a:cubicBezTo>
                    <a:pt x="2269" y="3214"/>
                    <a:pt x="2143" y="3151"/>
                    <a:pt x="2080" y="3025"/>
                  </a:cubicBezTo>
                  <a:cubicBezTo>
                    <a:pt x="1198" y="2363"/>
                    <a:pt x="662" y="1891"/>
                    <a:pt x="662" y="1387"/>
                  </a:cubicBezTo>
                  <a:cubicBezTo>
                    <a:pt x="662" y="946"/>
                    <a:pt x="977" y="662"/>
                    <a:pt x="1355" y="662"/>
                  </a:cubicBezTo>
                  <a:cubicBezTo>
                    <a:pt x="1860" y="662"/>
                    <a:pt x="2080" y="1229"/>
                    <a:pt x="2080" y="1261"/>
                  </a:cubicBezTo>
                  <a:cubicBezTo>
                    <a:pt x="2112" y="1418"/>
                    <a:pt x="2238" y="1481"/>
                    <a:pt x="2395" y="1481"/>
                  </a:cubicBezTo>
                  <a:cubicBezTo>
                    <a:pt x="2553" y="1481"/>
                    <a:pt x="2647" y="1355"/>
                    <a:pt x="2710" y="1261"/>
                  </a:cubicBezTo>
                  <a:cubicBezTo>
                    <a:pt x="2710" y="1229"/>
                    <a:pt x="2899" y="662"/>
                    <a:pt x="3403" y="662"/>
                  </a:cubicBezTo>
                  <a:close/>
                  <a:moveTo>
                    <a:pt x="1355" y="1"/>
                  </a:moveTo>
                  <a:cubicBezTo>
                    <a:pt x="568" y="1"/>
                    <a:pt x="1" y="631"/>
                    <a:pt x="1" y="1418"/>
                  </a:cubicBezTo>
                  <a:cubicBezTo>
                    <a:pt x="1" y="2269"/>
                    <a:pt x="694" y="2836"/>
                    <a:pt x="1671" y="3624"/>
                  </a:cubicBezTo>
                  <a:cubicBezTo>
                    <a:pt x="1828" y="3750"/>
                    <a:pt x="2049" y="3907"/>
                    <a:pt x="2238" y="4065"/>
                  </a:cubicBezTo>
                  <a:cubicBezTo>
                    <a:pt x="2301" y="4096"/>
                    <a:pt x="2395" y="4128"/>
                    <a:pt x="2458" y="4128"/>
                  </a:cubicBezTo>
                  <a:cubicBezTo>
                    <a:pt x="2553" y="4128"/>
                    <a:pt x="2616" y="4096"/>
                    <a:pt x="2710" y="4065"/>
                  </a:cubicBezTo>
                  <a:cubicBezTo>
                    <a:pt x="2899" y="3907"/>
                    <a:pt x="3057" y="3718"/>
                    <a:pt x="3246" y="3624"/>
                  </a:cubicBezTo>
                  <a:cubicBezTo>
                    <a:pt x="4254" y="2836"/>
                    <a:pt x="4947" y="2269"/>
                    <a:pt x="4947" y="1418"/>
                  </a:cubicBezTo>
                  <a:cubicBezTo>
                    <a:pt x="4821" y="599"/>
                    <a:pt x="4191" y="1"/>
                    <a:pt x="3403" y="1"/>
                  </a:cubicBezTo>
                  <a:cubicBezTo>
                    <a:pt x="3025" y="1"/>
                    <a:pt x="2616" y="158"/>
                    <a:pt x="2395" y="505"/>
                  </a:cubicBezTo>
                  <a:cubicBezTo>
                    <a:pt x="2112" y="190"/>
                    <a:pt x="1765" y="1"/>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364" name="Google Shape;14364;p82"/>
            <p:cNvSpPr/>
            <p:nvPr/>
          </p:nvSpPr>
          <p:spPr>
            <a:xfrm>
              <a:off x="-24338900" y="2710600"/>
              <a:ext cx="295375" cy="295375"/>
            </a:xfrm>
            <a:custGeom>
              <a:avLst/>
              <a:gdLst/>
              <a:ahLst/>
              <a:cxnLst/>
              <a:rect l="l" t="t" r="r" b="b"/>
              <a:pathLst>
                <a:path w="11815" h="11815" extrusionOk="0">
                  <a:moveTo>
                    <a:pt x="7341" y="725"/>
                  </a:moveTo>
                  <a:cubicBezTo>
                    <a:pt x="7530" y="725"/>
                    <a:pt x="7687" y="882"/>
                    <a:pt x="7687" y="1103"/>
                  </a:cubicBezTo>
                  <a:lnTo>
                    <a:pt x="7687" y="3844"/>
                  </a:lnTo>
                  <a:cubicBezTo>
                    <a:pt x="7687" y="4033"/>
                    <a:pt x="7845" y="4222"/>
                    <a:pt x="8034" y="4222"/>
                  </a:cubicBezTo>
                  <a:lnTo>
                    <a:pt x="10806" y="4222"/>
                  </a:lnTo>
                  <a:cubicBezTo>
                    <a:pt x="10995" y="4222"/>
                    <a:pt x="11153" y="4380"/>
                    <a:pt x="11153" y="4569"/>
                  </a:cubicBezTo>
                  <a:lnTo>
                    <a:pt x="11153" y="7309"/>
                  </a:lnTo>
                  <a:cubicBezTo>
                    <a:pt x="11153" y="7530"/>
                    <a:pt x="10995" y="7688"/>
                    <a:pt x="10806" y="7688"/>
                  </a:cubicBezTo>
                  <a:lnTo>
                    <a:pt x="8034" y="7688"/>
                  </a:lnTo>
                  <a:cubicBezTo>
                    <a:pt x="7845" y="7688"/>
                    <a:pt x="7687" y="7845"/>
                    <a:pt x="7687" y="8034"/>
                  </a:cubicBezTo>
                  <a:lnTo>
                    <a:pt x="7687" y="10775"/>
                  </a:lnTo>
                  <a:cubicBezTo>
                    <a:pt x="7687" y="10996"/>
                    <a:pt x="7530" y="11153"/>
                    <a:pt x="7341" y="11153"/>
                  </a:cubicBezTo>
                  <a:lnTo>
                    <a:pt x="4568" y="11153"/>
                  </a:lnTo>
                  <a:cubicBezTo>
                    <a:pt x="4379" y="11153"/>
                    <a:pt x="4222" y="10996"/>
                    <a:pt x="4222" y="10775"/>
                  </a:cubicBezTo>
                  <a:lnTo>
                    <a:pt x="4222" y="8034"/>
                  </a:lnTo>
                  <a:cubicBezTo>
                    <a:pt x="4222" y="7845"/>
                    <a:pt x="4064" y="7688"/>
                    <a:pt x="3875" y="7688"/>
                  </a:cubicBezTo>
                  <a:lnTo>
                    <a:pt x="1103" y="7688"/>
                  </a:lnTo>
                  <a:cubicBezTo>
                    <a:pt x="914" y="7688"/>
                    <a:pt x="756" y="7530"/>
                    <a:pt x="756" y="7309"/>
                  </a:cubicBezTo>
                  <a:lnTo>
                    <a:pt x="756" y="4569"/>
                  </a:lnTo>
                  <a:cubicBezTo>
                    <a:pt x="756" y="4380"/>
                    <a:pt x="914" y="4222"/>
                    <a:pt x="1103" y="4222"/>
                  </a:cubicBezTo>
                  <a:lnTo>
                    <a:pt x="3875" y="4222"/>
                  </a:lnTo>
                  <a:cubicBezTo>
                    <a:pt x="4064" y="4222"/>
                    <a:pt x="4222" y="4033"/>
                    <a:pt x="4222" y="3844"/>
                  </a:cubicBezTo>
                  <a:lnTo>
                    <a:pt x="4222" y="1103"/>
                  </a:lnTo>
                  <a:cubicBezTo>
                    <a:pt x="4222" y="882"/>
                    <a:pt x="4379" y="725"/>
                    <a:pt x="4568" y="725"/>
                  </a:cubicBezTo>
                  <a:close/>
                  <a:moveTo>
                    <a:pt x="4537" y="0"/>
                  </a:moveTo>
                  <a:cubicBezTo>
                    <a:pt x="3938" y="0"/>
                    <a:pt x="3466" y="473"/>
                    <a:pt x="3466" y="1072"/>
                  </a:cubicBezTo>
                  <a:lnTo>
                    <a:pt x="3466" y="3466"/>
                  </a:lnTo>
                  <a:lnTo>
                    <a:pt x="1071" y="3466"/>
                  </a:lnTo>
                  <a:cubicBezTo>
                    <a:pt x="473" y="3466"/>
                    <a:pt x="0" y="3938"/>
                    <a:pt x="0" y="4537"/>
                  </a:cubicBezTo>
                  <a:lnTo>
                    <a:pt x="0" y="7278"/>
                  </a:lnTo>
                  <a:cubicBezTo>
                    <a:pt x="0" y="7877"/>
                    <a:pt x="473" y="8349"/>
                    <a:pt x="1071" y="8349"/>
                  </a:cubicBezTo>
                  <a:lnTo>
                    <a:pt x="3466" y="8349"/>
                  </a:lnTo>
                  <a:lnTo>
                    <a:pt x="3466" y="10743"/>
                  </a:lnTo>
                  <a:cubicBezTo>
                    <a:pt x="3466" y="11342"/>
                    <a:pt x="3938" y="11815"/>
                    <a:pt x="4537" y="11815"/>
                  </a:cubicBezTo>
                  <a:lnTo>
                    <a:pt x="7309" y="11815"/>
                  </a:lnTo>
                  <a:cubicBezTo>
                    <a:pt x="7876" y="11815"/>
                    <a:pt x="8349" y="11342"/>
                    <a:pt x="8349" y="10743"/>
                  </a:cubicBezTo>
                  <a:lnTo>
                    <a:pt x="8349" y="8349"/>
                  </a:lnTo>
                  <a:lnTo>
                    <a:pt x="10743" y="8349"/>
                  </a:lnTo>
                  <a:cubicBezTo>
                    <a:pt x="11342" y="8349"/>
                    <a:pt x="11815" y="7877"/>
                    <a:pt x="11815" y="7278"/>
                  </a:cubicBezTo>
                  <a:lnTo>
                    <a:pt x="11815" y="4537"/>
                  </a:lnTo>
                  <a:cubicBezTo>
                    <a:pt x="11815" y="3938"/>
                    <a:pt x="11342" y="3466"/>
                    <a:pt x="10743" y="3466"/>
                  </a:cubicBezTo>
                  <a:lnTo>
                    <a:pt x="8349" y="3466"/>
                  </a:lnTo>
                  <a:lnTo>
                    <a:pt x="8349" y="1072"/>
                  </a:lnTo>
                  <a:cubicBezTo>
                    <a:pt x="8349" y="473"/>
                    <a:pt x="7876" y="0"/>
                    <a:pt x="73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365" name="Google Shape;14365;p82"/>
          <p:cNvGrpSpPr/>
          <p:nvPr/>
        </p:nvGrpSpPr>
        <p:grpSpPr>
          <a:xfrm>
            <a:off x="7985419" y="3113972"/>
            <a:ext cx="355063" cy="351984"/>
            <a:chOff x="-22859750" y="2335900"/>
            <a:chExt cx="296950" cy="294375"/>
          </a:xfrm>
        </p:grpSpPr>
        <p:sp>
          <p:nvSpPr>
            <p:cNvPr id="14366" name="Google Shape;14366;p82"/>
            <p:cNvSpPr/>
            <p:nvPr/>
          </p:nvSpPr>
          <p:spPr>
            <a:xfrm>
              <a:off x="-22859750" y="2335900"/>
              <a:ext cx="296950" cy="294375"/>
            </a:xfrm>
            <a:custGeom>
              <a:avLst/>
              <a:gdLst/>
              <a:ahLst/>
              <a:cxnLst/>
              <a:rect l="l" t="t" r="r" b="b"/>
              <a:pathLst>
                <a:path w="11878" h="11775" extrusionOk="0">
                  <a:moveTo>
                    <a:pt x="7306" y="663"/>
                  </a:moveTo>
                  <a:cubicBezTo>
                    <a:pt x="7389" y="663"/>
                    <a:pt x="7475" y="671"/>
                    <a:pt x="7562" y="685"/>
                  </a:cubicBezTo>
                  <a:cubicBezTo>
                    <a:pt x="7814" y="780"/>
                    <a:pt x="8034" y="937"/>
                    <a:pt x="8192" y="1126"/>
                  </a:cubicBezTo>
                  <a:cubicBezTo>
                    <a:pt x="7908" y="1189"/>
                    <a:pt x="7656" y="1347"/>
                    <a:pt x="7467" y="1567"/>
                  </a:cubicBezTo>
                  <a:cubicBezTo>
                    <a:pt x="7341" y="1662"/>
                    <a:pt x="7341" y="1914"/>
                    <a:pt x="7467" y="2008"/>
                  </a:cubicBezTo>
                  <a:cubicBezTo>
                    <a:pt x="7530" y="2071"/>
                    <a:pt x="7617" y="2103"/>
                    <a:pt x="7703" y="2103"/>
                  </a:cubicBezTo>
                  <a:cubicBezTo>
                    <a:pt x="7790" y="2103"/>
                    <a:pt x="7877" y="2071"/>
                    <a:pt x="7940" y="2008"/>
                  </a:cubicBezTo>
                  <a:cubicBezTo>
                    <a:pt x="8129" y="1819"/>
                    <a:pt x="8412" y="1693"/>
                    <a:pt x="8696" y="1693"/>
                  </a:cubicBezTo>
                  <a:cubicBezTo>
                    <a:pt x="8979" y="1693"/>
                    <a:pt x="9231" y="1819"/>
                    <a:pt x="9452" y="2008"/>
                  </a:cubicBezTo>
                  <a:cubicBezTo>
                    <a:pt x="9767" y="2355"/>
                    <a:pt x="9830" y="2764"/>
                    <a:pt x="9673" y="3174"/>
                  </a:cubicBezTo>
                  <a:cubicBezTo>
                    <a:pt x="9389" y="3237"/>
                    <a:pt x="9137" y="3395"/>
                    <a:pt x="8885" y="3584"/>
                  </a:cubicBezTo>
                  <a:cubicBezTo>
                    <a:pt x="8759" y="3710"/>
                    <a:pt x="8759" y="3962"/>
                    <a:pt x="8885" y="4056"/>
                  </a:cubicBezTo>
                  <a:cubicBezTo>
                    <a:pt x="8948" y="4119"/>
                    <a:pt x="9035" y="4151"/>
                    <a:pt x="9121" y="4151"/>
                  </a:cubicBezTo>
                  <a:cubicBezTo>
                    <a:pt x="9208" y="4151"/>
                    <a:pt x="9294" y="4119"/>
                    <a:pt x="9358" y="4056"/>
                  </a:cubicBezTo>
                  <a:cubicBezTo>
                    <a:pt x="9547" y="3867"/>
                    <a:pt x="9830" y="3741"/>
                    <a:pt x="10114" y="3741"/>
                  </a:cubicBezTo>
                  <a:cubicBezTo>
                    <a:pt x="10397" y="3741"/>
                    <a:pt x="10649" y="3867"/>
                    <a:pt x="10870" y="4056"/>
                  </a:cubicBezTo>
                  <a:cubicBezTo>
                    <a:pt x="11059" y="4277"/>
                    <a:pt x="11185" y="4529"/>
                    <a:pt x="11185" y="4812"/>
                  </a:cubicBezTo>
                  <a:cubicBezTo>
                    <a:pt x="11185" y="5096"/>
                    <a:pt x="11059" y="5379"/>
                    <a:pt x="10870" y="5568"/>
                  </a:cubicBezTo>
                  <a:cubicBezTo>
                    <a:pt x="10649" y="5757"/>
                    <a:pt x="10397" y="5883"/>
                    <a:pt x="10114" y="5883"/>
                  </a:cubicBezTo>
                  <a:cubicBezTo>
                    <a:pt x="9925" y="5883"/>
                    <a:pt x="9767" y="6041"/>
                    <a:pt x="9767" y="6230"/>
                  </a:cubicBezTo>
                  <a:cubicBezTo>
                    <a:pt x="9767" y="6451"/>
                    <a:pt x="9925" y="6608"/>
                    <a:pt x="10114" y="6608"/>
                  </a:cubicBezTo>
                  <a:cubicBezTo>
                    <a:pt x="10429" y="6608"/>
                    <a:pt x="10712" y="6514"/>
                    <a:pt x="10964" y="6356"/>
                  </a:cubicBezTo>
                  <a:cubicBezTo>
                    <a:pt x="11090" y="6514"/>
                    <a:pt x="11122" y="6703"/>
                    <a:pt x="11122" y="6955"/>
                  </a:cubicBezTo>
                  <a:cubicBezTo>
                    <a:pt x="11122" y="7270"/>
                    <a:pt x="11027" y="7553"/>
                    <a:pt x="10807" y="7742"/>
                  </a:cubicBezTo>
                  <a:cubicBezTo>
                    <a:pt x="10618" y="7931"/>
                    <a:pt x="10366" y="8057"/>
                    <a:pt x="10082" y="8057"/>
                  </a:cubicBezTo>
                  <a:cubicBezTo>
                    <a:pt x="9799" y="8057"/>
                    <a:pt x="9515" y="7931"/>
                    <a:pt x="9326" y="7742"/>
                  </a:cubicBezTo>
                  <a:cubicBezTo>
                    <a:pt x="9137" y="7553"/>
                    <a:pt x="9011" y="7270"/>
                    <a:pt x="9011" y="6986"/>
                  </a:cubicBezTo>
                  <a:cubicBezTo>
                    <a:pt x="9011" y="6703"/>
                    <a:pt x="9137" y="6419"/>
                    <a:pt x="9326" y="6230"/>
                  </a:cubicBezTo>
                  <a:cubicBezTo>
                    <a:pt x="9452" y="6104"/>
                    <a:pt x="9452" y="5883"/>
                    <a:pt x="9326" y="5757"/>
                  </a:cubicBezTo>
                  <a:cubicBezTo>
                    <a:pt x="9263" y="5694"/>
                    <a:pt x="9176" y="5663"/>
                    <a:pt x="9090" y="5663"/>
                  </a:cubicBezTo>
                  <a:cubicBezTo>
                    <a:pt x="9003" y="5663"/>
                    <a:pt x="8916" y="5694"/>
                    <a:pt x="8853" y="5757"/>
                  </a:cubicBezTo>
                  <a:cubicBezTo>
                    <a:pt x="8538" y="6072"/>
                    <a:pt x="8349" y="6514"/>
                    <a:pt x="8349" y="6986"/>
                  </a:cubicBezTo>
                  <a:cubicBezTo>
                    <a:pt x="8349" y="7112"/>
                    <a:pt x="8349" y="7207"/>
                    <a:pt x="8381" y="7333"/>
                  </a:cubicBezTo>
                  <a:cubicBezTo>
                    <a:pt x="7562" y="7459"/>
                    <a:pt x="6932" y="8215"/>
                    <a:pt x="6932" y="9034"/>
                  </a:cubicBezTo>
                  <a:cubicBezTo>
                    <a:pt x="6932" y="9223"/>
                    <a:pt x="7089" y="9381"/>
                    <a:pt x="7278" y="9381"/>
                  </a:cubicBezTo>
                  <a:cubicBezTo>
                    <a:pt x="7467" y="9381"/>
                    <a:pt x="7625" y="9223"/>
                    <a:pt x="7625" y="9034"/>
                  </a:cubicBezTo>
                  <a:cubicBezTo>
                    <a:pt x="7625" y="8435"/>
                    <a:pt x="8097" y="8026"/>
                    <a:pt x="8664" y="8026"/>
                  </a:cubicBezTo>
                  <a:lnTo>
                    <a:pt x="8696" y="8026"/>
                  </a:lnTo>
                  <a:cubicBezTo>
                    <a:pt x="8727" y="8089"/>
                    <a:pt x="8822" y="8120"/>
                    <a:pt x="8853" y="8215"/>
                  </a:cubicBezTo>
                  <a:cubicBezTo>
                    <a:pt x="9074" y="8435"/>
                    <a:pt x="9326" y="8561"/>
                    <a:pt x="9641" y="8656"/>
                  </a:cubicBezTo>
                  <a:cubicBezTo>
                    <a:pt x="9673" y="8750"/>
                    <a:pt x="9704" y="8908"/>
                    <a:pt x="9704" y="9034"/>
                  </a:cubicBezTo>
                  <a:cubicBezTo>
                    <a:pt x="9704" y="9507"/>
                    <a:pt x="9452" y="9853"/>
                    <a:pt x="9011" y="10011"/>
                  </a:cubicBezTo>
                  <a:cubicBezTo>
                    <a:pt x="8979" y="9853"/>
                    <a:pt x="8853" y="9759"/>
                    <a:pt x="8664" y="9759"/>
                  </a:cubicBezTo>
                  <a:cubicBezTo>
                    <a:pt x="8444" y="9759"/>
                    <a:pt x="8286" y="9916"/>
                    <a:pt x="8286" y="10105"/>
                  </a:cubicBezTo>
                  <a:cubicBezTo>
                    <a:pt x="8286" y="10704"/>
                    <a:pt x="7814" y="11113"/>
                    <a:pt x="7278" y="11113"/>
                  </a:cubicBezTo>
                  <a:cubicBezTo>
                    <a:pt x="6711" y="11113"/>
                    <a:pt x="6239" y="10641"/>
                    <a:pt x="6239" y="10105"/>
                  </a:cubicBezTo>
                  <a:lnTo>
                    <a:pt x="6239" y="6640"/>
                  </a:lnTo>
                  <a:cubicBezTo>
                    <a:pt x="6522" y="6860"/>
                    <a:pt x="6932" y="6986"/>
                    <a:pt x="7278" y="6986"/>
                  </a:cubicBezTo>
                  <a:cubicBezTo>
                    <a:pt x="7467" y="6986"/>
                    <a:pt x="7625" y="6829"/>
                    <a:pt x="7625" y="6640"/>
                  </a:cubicBezTo>
                  <a:cubicBezTo>
                    <a:pt x="7625" y="6451"/>
                    <a:pt x="7467" y="6293"/>
                    <a:pt x="7278" y="6293"/>
                  </a:cubicBezTo>
                  <a:cubicBezTo>
                    <a:pt x="6680" y="6293"/>
                    <a:pt x="6239" y="5820"/>
                    <a:pt x="6239" y="5253"/>
                  </a:cubicBezTo>
                  <a:lnTo>
                    <a:pt x="6239" y="1788"/>
                  </a:lnTo>
                  <a:lnTo>
                    <a:pt x="6239" y="1756"/>
                  </a:lnTo>
                  <a:lnTo>
                    <a:pt x="6239" y="1725"/>
                  </a:lnTo>
                  <a:cubicBezTo>
                    <a:pt x="6239" y="1441"/>
                    <a:pt x="6365" y="1158"/>
                    <a:pt x="6554" y="969"/>
                  </a:cubicBezTo>
                  <a:cubicBezTo>
                    <a:pt x="6772" y="750"/>
                    <a:pt x="7027" y="663"/>
                    <a:pt x="7306" y="663"/>
                  </a:cubicBezTo>
                  <a:close/>
                  <a:moveTo>
                    <a:pt x="4492" y="726"/>
                  </a:moveTo>
                  <a:cubicBezTo>
                    <a:pt x="4756" y="726"/>
                    <a:pt x="5012" y="813"/>
                    <a:pt x="5230" y="1032"/>
                  </a:cubicBezTo>
                  <a:cubicBezTo>
                    <a:pt x="5419" y="1221"/>
                    <a:pt x="5545" y="1504"/>
                    <a:pt x="5545" y="1788"/>
                  </a:cubicBezTo>
                  <a:lnTo>
                    <a:pt x="5545" y="1819"/>
                  </a:lnTo>
                  <a:lnTo>
                    <a:pt x="5545" y="5285"/>
                  </a:lnTo>
                  <a:cubicBezTo>
                    <a:pt x="5545" y="5883"/>
                    <a:pt x="5073" y="6325"/>
                    <a:pt x="4506" y="6325"/>
                  </a:cubicBezTo>
                  <a:cubicBezTo>
                    <a:pt x="4317" y="6325"/>
                    <a:pt x="4159" y="6482"/>
                    <a:pt x="4159" y="6671"/>
                  </a:cubicBezTo>
                  <a:cubicBezTo>
                    <a:pt x="4159" y="6860"/>
                    <a:pt x="4317" y="7018"/>
                    <a:pt x="4506" y="7018"/>
                  </a:cubicBezTo>
                  <a:cubicBezTo>
                    <a:pt x="4915" y="7018"/>
                    <a:pt x="5262" y="6892"/>
                    <a:pt x="5545" y="6671"/>
                  </a:cubicBezTo>
                  <a:lnTo>
                    <a:pt x="5545" y="10105"/>
                  </a:lnTo>
                  <a:lnTo>
                    <a:pt x="5545" y="10137"/>
                  </a:lnTo>
                  <a:cubicBezTo>
                    <a:pt x="5545" y="10704"/>
                    <a:pt x="5073" y="11176"/>
                    <a:pt x="4506" y="11176"/>
                  </a:cubicBezTo>
                  <a:cubicBezTo>
                    <a:pt x="3939" y="11176"/>
                    <a:pt x="3498" y="10704"/>
                    <a:pt x="3498" y="10137"/>
                  </a:cubicBezTo>
                  <a:cubicBezTo>
                    <a:pt x="3498" y="9948"/>
                    <a:pt x="3340" y="9790"/>
                    <a:pt x="3151" y="9790"/>
                  </a:cubicBezTo>
                  <a:cubicBezTo>
                    <a:pt x="2994" y="9790"/>
                    <a:pt x="2836" y="9916"/>
                    <a:pt x="2773" y="10074"/>
                  </a:cubicBezTo>
                  <a:cubicBezTo>
                    <a:pt x="2395" y="9916"/>
                    <a:pt x="2080" y="9538"/>
                    <a:pt x="2080" y="9065"/>
                  </a:cubicBezTo>
                  <a:cubicBezTo>
                    <a:pt x="2080" y="8908"/>
                    <a:pt x="2111" y="8813"/>
                    <a:pt x="2143" y="8687"/>
                  </a:cubicBezTo>
                  <a:cubicBezTo>
                    <a:pt x="2426" y="8593"/>
                    <a:pt x="2710" y="8435"/>
                    <a:pt x="2930" y="8246"/>
                  </a:cubicBezTo>
                  <a:cubicBezTo>
                    <a:pt x="2994" y="8215"/>
                    <a:pt x="3057" y="8120"/>
                    <a:pt x="3088" y="8057"/>
                  </a:cubicBezTo>
                  <a:lnTo>
                    <a:pt x="3151" y="8057"/>
                  </a:lnTo>
                  <a:cubicBezTo>
                    <a:pt x="3718" y="8057"/>
                    <a:pt x="4159" y="8530"/>
                    <a:pt x="4159" y="9065"/>
                  </a:cubicBezTo>
                  <a:cubicBezTo>
                    <a:pt x="4159" y="9286"/>
                    <a:pt x="4317" y="9444"/>
                    <a:pt x="4506" y="9444"/>
                  </a:cubicBezTo>
                  <a:cubicBezTo>
                    <a:pt x="4726" y="9444"/>
                    <a:pt x="4884" y="9286"/>
                    <a:pt x="4884" y="9065"/>
                  </a:cubicBezTo>
                  <a:cubicBezTo>
                    <a:pt x="4884" y="8215"/>
                    <a:pt x="4254" y="7490"/>
                    <a:pt x="3403" y="7396"/>
                  </a:cubicBezTo>
                  <a:cubicBezTo>
                    <a:pt x="3466" y="7270"/>
                    <a:pt x="3466" y="7144"/>
                    <a:pt x="3466" y="7018"/>
                  </a:cubicBezTo>
                  <a:cubicBezTo>
                    <a:pt x="3466" y="6545"/>
                    <a:pt x="3246" y="6104"/>
                    <a:pt x="2930" y="5820"/>
                  </a:cubicBezTo>
                  <a:cubicBezTo>
                    <a:pt x="2883" y="5757"/>
                    <a:pt x="2797" y="5726"/>
                    <a:pt x="2706" y="5726"/>
                  </a:cubicBezTo>
                  <a:cubicBezTo>
                    <a:pt x="2615" y="5726"/>
                    <a:pt x="2521" y="5757"/>
                    <a:pt x="2458" y="5820"/>
                  </a:cubicBezTo>
                  <a:cubicBezTo>
                    <a:pt x="2363" y="5915"/>
                    <a:pt x="2363" y="6167"/>
                    <a:pt x="2458" y="6262"/>
                  </a:cubicBezTo>
                  <a:cubicBezTo>
                    <a:pt x="2678" y="6482"/>
                    <a:pt x="2773" y="6734"/>
                    <a:pt x="2773" y="7018"/>
                  </a:cubicBezTo>
                  <a:cubicBezTo>
                    <a:pt x="2773" y="7301"/>
                    <a:pt x="2678" y="7585"/>
                    <a:pt x="2458" y="7774"/>
                  </a:cubicBezTo>
                  <a:cubicBezTo>
                    <a:pt x="2269" y="7963"/>
                    <a:pt x="1985" y="8089"/>
                    <a:pt x="1733" y="8089"/>
                  </a:cubicBezTo>
                  <a:cubicBezTo>
                    <a:pt x="1450" y="8089"/>
                    <a:pt x="1166" y="7963"/>
                    <a:pt x="977" y="7774"/>
                  </a:cubicBezTo>
                  <a:cubicBezTo>
                    <a:pt x="788" y="7585"/>
                    <a:pt x="662" y="7301"/>
                    <a:pt x="662" y="7018"/>
                  </a:cubicBezTo>
                  <a:cubicBezTo>
                    <a:pt x="662" y="6829"/>
                    <a:pt x="725" y="6640"/>
                    <a:pt x="820" y="6419"/>
                  </a:cubicBezTo>
                  <a:cubicBezTo>
                    <a:pt x="1103" y="6608"/>
                    <a:pt x="1355" y="6671"/>
                    <a:pt x="1670" y="6671"/>
                  </a:cubicBezTo>
                  <a:cubicBezTo>
                    <a:pt x="1891" y="6671"/>
                    <a:pt x="2048" y="6514"/>
                    <a:pt x="2048" y="6325"/>
                  </a:cubicBezTo>
                  <a:cubicBezTo>
                    <a:pt x="2048" y="6104"/>
                    <a:pt x="1891" y="5946"/>
                    <a:pt x="1670" y="5946"/>
                  </a:cubicBezTo>
                  <a:cubicBezTo>
                    <a:pt x="1418" y="5946"/>
                    <a:pt x="1135" y="5852"/>
                    <a:pt x="946" y="5631"/>
                  </a:cubicBezTo>
                  <a:cubicBezTo>
                    <a:pt x="725" y="5442"/>
                    <a:pt x="631" y="5159"/>
                    <a:pt x="631" y="4907"/>
                  </a:cubicBezTo>
                  <a:cubicBezTo>
                    <a:pt x="631" y="4623"/>
                    <a:pt x="725" y="4340"/>
                    <a:pt x="946" y="4151"/>
                  </a:cubicBezTo>
                  <a:cubicBezTo>
                    <a:pt x="1135" y="3962"/>
                    <a:pt x="1418" y="3836"/>
                    <a:pt x="1670" y="3836"/>
                  </a:cubicBezTo>
                  <a:cubicBezTo>
                    <a:pt x="1954" y="3836"/>
                    <a:pt x="2237" y="3962"/>
                    <a:pt x="2426" y="4151"/>
                  </a:cubicBezTo>
                  <a:cubicBezTo>
                    <a:pt x="2489" y="4214"/>
                    <a:pt x="2576" y="4245"/>
                    <a:pt x="2663" y="4245"/>
                  </a:cubicBezTo>
                  <a:cubicBezTo>
                    <a:pt x="2749" y="4245"/>
                    <a:pt x="2836" y="4214"/>
                    <a:pt x="2899" y="4151"/>
                  </a:cubicBezTo>
                  <a:cubicBezTo>
                    <a:pt x="3025" y="4025"/>
                    <a:pt x="3025" y="3804"/>
                    <a:pt x="2899" y="3678"/>
                  </a:cubicBezTo>
                  <a:cubicBezTo>
                    <a:pt x="2678" y="3426"/>
                    <a:pt x="2426" y="3332"/>
                    <a:pt x="2111" y="3237"/>
                  </a:cubicBezTo>
                  <a:cubicBezTo>
                    <a:pt x="1954" y="2859"/>
                    <a:pt x="2048" y="2418"/>
                    <a:pt x="2363" y="2103"/>
                  </a:cubicBezTo>
                  <a:cubicBezTo>
                    <a:pt x="2552" y="1914"/>
                    <a:pt x="2836" y="1788"/>
                    <a:pt x="3088" y="1788"/>
                  </a:cubicBezTo>
                  <a:cubicBezTo>
                    <a:pt x="3372" y="1788"/>
                    <a:pt x="3655" y="1914"/>
                    <a:pt x="3844" y="2103"/>
                  </a:cubicBezTo>
                  <a:cubicBezTo>
                    <a:pt x="3907" y="2166"/>
                    <a:pt x="3994" y="2197"/>
                    <a:pt x="4080" y="2197"/>
                  </a:cubicBezTo>
                  <a:cubicBezTo>
                    <a:pt x="4167" y="2197"/>
                    <a:pt x="4254" y="2166"/>
                    <a:pt x="4317" y="2103"/>
                  </a:cubicBezTo>
                  <a:cubicBezTo>
                    <a:pt x="4443" y="1977"/>
                    <a:pt x="4443" y="1756"/>
                    <a:pt x="4317" y="1630"/>
                  </a:cubicBezTo>
                  <a:cubicBezTo>
                    <a:pt x="4128" y="1441"/>
                    <a:pt x="3876" y="1284"/>
                    <a:pt x="3624" y="1189"/>
                  </a:cubicBezTo>
                  <a:cubicBezTo>
                    <a:pt x="3781" y="969"/>
                    <a:pt x="3970" y="811"/>
                    <a:pt x="4254" y="748"/>
                  </a:cubicBezTo>
                  <a:cubicBezTo>
                    <a:pt x="4333" y="734"/>
                    <a:pt x="4413" y="726"/>
                    <a:pt x="4492" y="726"/>
                  </a:cubicBezTo>
                  <a:close/>
                  <a:moveTo>
                    <a:pt x="7254" y="0"/>
                  </a:moveTo>
                  <a:cubicBezTo>
                    <a:pt x="6817" y="0"/>
                    <a:pt x="6387" y="190"/>
                    <a:pt x="6049" y="528"/>
                  </a:cubicBezTo>
                  <a:cubicBezTo>
                    <a:pt x="6018" y="559"/>
                    <a:pt x="5923" y="654"/>
                    <a:pt x="5892" y="717"/>
                  </a:cubicBezTo>
                  <a:cubicBezTo>
                    <a:pt x="5860" y="654"/>
                    <a:pt x="5766" y="622"/>
                    <a:pt x="5734" y="528"/>
                  </a:cubicBezTo>
                  <a:cubicBezTo>
                    <a:pt x="5391" y="185"/>
                    <a:pt x="4972" y="13"/>
                    <a:pt x="4521" y="13"/>
                  </a:cubicBezTo>
                  <a:cubicBezTo>
                    <a:pt x="4392" y="13"/>
                    <a:pt x="4261" y="27"/>
                    <a:pt x="4128" y="55"/>
                  </a:cubicBezTo>
                  <a:cubicBezTo>
                    <a:pt x="3561" y="181"/>
                    <a:pt x="3151" y="559"/>
                    <a:pt x="2899" y="1126"/>
                  </a:cubicBezTo>
                  <a:cubicBezTo>
                    <a:pt x="2552" y="1158"/>
                    <a:pt x="2206" y="1347"/>
                    <a:pt x="1922" y="1599"/>
                  </a:cubicBezTo>
                  <a:cubicBezTo>
                    <a:pt x="1481" y="2040"/>
                    <a:pt x="1324" y="2607"/>
                    <a:pt x="1450" y="3206"/>
                  </a:cubicBezTo>
                  <a:cubicBezTo>
                    <a:pt x="1103" y="3237"/>
                    <a:pt x="788" y="3458"/>
                    <a:pt x="505" y="3678"/>
                  </a:cubicBezTo>
                  <a:cubicBezTo>
                    <a:pt x="190" y="3993"/>
                    <a:pt x="1" y="4434"/>
                    <a:pt x="1" y="4907"/>
                  </a:cubicBezTo>
                  <a:cubicBezTo>
                    <a:pt x="1" y="5285"/>
                    <a:pt x="127" y="5663"/>
                    <a:pt x="347" y="5915"/>
                  </a:cubicBezTo>
                  <a:cubicBezTo>
                    <a:pt x="127" y="6230"/>
                    <a:pt x="1" y="6608"/>
                    <a:pt x="1" y="6955"/>
                  </a:cubicBezTo>
                  <a:cubicBezTo>
                    <a:pt x="1" y="7427"/>
                    <a:pt x="190" y="7868"/>
                    <a:pt x="505" y="8183"/>
                  </a:cubicBezTo>
                  <a:cubicBezTo>
                    <a:pt x="788" y="8435"/>
                    <a:pt x="1103" y="8593"/>
                    <a:pt x="1450" y="8624"/>
                  </a:cubicBezTo>
                  <a:cubicBezTo>
                    <a:pt x="1418" y="8750"/>
                    <a:pt x="1418" y="8876"/>
                    <a:pt x="1418" y="9002"/>
                  </a:cubicBezTo>
                  <a:cubicBezTo>
                    <a:pt x="1418" y="9916"/>
                    <a:pt x="2080" y="10609"/>
                    <a:pt x="2962" y="10735"/>
                  </a:cubicBezTo>
                  <a:cubicBezTo>
                    <a:pt x="3214" y="11365"/>
                    <a:pt x="3813" y="11775"/>
                    <a:pt x="4569" y="11775"/>
                  </a:cubicBezTo>
                  <a:cubicBezTo>
                    <a:pt x="5104" y="11775"/>
                    <a:pt x="5640" y="11523"/>
                    <a:pt x="5955" y="11082"/>
                  </a:cubicBezTo>
                  <a:cubicBezTo>
                    <a:pt x="6270" y="11523"/>
                    <a:pt x="6774" y="11775"/>
                    <a:pt x="7310" y="11775"/>
                  </a:cubicBezTo>
                  <a:cubicBezTo>
                    <a:pt x="8034" y="11775"/>
                    <a:pt x="8664" y="11365"/>
                    <a:pt x="8948" y="10735"/>
                  </a:cubicBezTo>
                  <a:cubicBezTo>
                    <a:pt x="9799" y="10609"/>
                    <a:pt x="10460" y="9916"/>
                    <a:pt x="10460" y="9002"/>
                  </a:cubicBezTo>
                  <a:cubicBezTo>
                    <a:pt x="10460" y="8876"/>
                    <a:pt x="10460" y="8750"/>
                    <a:pt x="10429" y="8624"/>
                  </a:cubicBezTo>
                  <a:cubicBezTo>
                    <a:pt x="10775" y="8593"/>
                    <a:pt x="11090" y="8404"/>
                    <a:pt x="11374" y="8183"/>
                  </a:cubicBezTo>
                  <a:cubicBezTo>
                    <a:pt x="11689" y="7837"/>
                    <a:pt x="11878" y="7427"/>
                    <a:pt x="11878" y="6955"/>
                  </a:cubicBezTo>
                  <a:cubicBezTo>
                    <a:pt x="11878" y="6545"/>
                    <a:pt x="11783" y="6199"/>
                    <a:pt x="11531" y="5915"/>
                  </a:cubicBezTo>
                  <a:cubicBezTo>
                    <a:pt x="11689" y="5663"/>
                    <a:pt x="11815" y="5285"/>
                    <a:pt x="11815" y="4907"/>
                  </a:cubicBezTo>
                  <a:cubicBezTo>
                    <a:pt x="11815" y="4434"/>
                    <a:pt x="11594" y="3993"/>
                    <a:pt x="11279" y="3678"/>
                  </a:cubicBezTo>
                  <a:cubicBezTo>
                    <a:pt x="11027" y="3395"/>
                    <a:pt x="10712" y="3237"/>
                    <a:pt x="10334" y="3206"/>
                  </a:cubicBezTo>
                  <a:cubicBezTo>
                    <a:pt x="10460" y="2670"/>
                    <a:pt x="10303" y="2040"/>
                    <a:pt x="9862" y="1599"/>
                  </a:cubicBezTo>
                  <a:cubicBezTo>
                    <a:pt x="9610" y="1315"/>
                    <a:pt x="9231" y="1158"/>
                    <a:pt x="8885" y="1126"/>
                  </a:cubicBezTo>
                  <a:cubicBezTo>
                    <a:pt x="8664" y="559"/>
                    <a:pt x="8223" y="181"/>
                    <a:pt x="7656" y="55"/>
                  </a:cubicBezTo>
                  <a:cubicBezTo>
                    <a:pt x="7523" y="18"/>
                    <a:pt x="7388" y="0"/>
                    <a:pt x="72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367" name="Google Shape;14367;p82"/>
            <p:cNvSpPr/>
            <p:nvPr/>
          </p:nvSpPr>
          <p:spPr>
            <a:xfrm>
              <a:off x="-22685675" y="2408150"/>
              <a:ext cx="27575" cy="66175"/>
            </a:xfrm>
            <a:custGeom>
              <a:avLst/>
              <a:gdLst/>
              <a:ahLst/>
              <a:cxnLst/>
              <a:rect l="l" t="t" r="r" b="b"/>
              <a:pathLst>
                <a:path w="1103" h="2647" extrusionOk="0">
                  <a:moveTo>
                    <a:pt x="740" y="1"/>
                  </a:moveTo>
                  <a:cubicBezTo>
                    <a:pt x="654" y="1"/>
                    <a:pt x="567" y="32"/>
                    <a:pt x="504" y="95"/>
                  </a:cubicBezTo>
                  <a:cubicBezTo>
                    <a:pt x="189" y="410"/>
                    <a:pt x="0" y="820"/>
                    <a:pt x="0" y="1292"/>
                  </a:cubicBezTo>
                  <a:cubicBezTo>
                    <a:pt x="0" y="1765"/>
                    <a:pt x="189" y="2206"/>
                    <a:pt x="504" y="2521"/>
                  </a:cubicBezTo>
                  <a:cubicBezTo>
                    <a:pt x="599" y="2584"/>
                    <a:pt x="662" y="2647"/>
                    <a:pt x="756" y="2647"/>
                  </a:cubicBezTo>
                  <a:cubicBezTo>
                    <a:pt x="819" y="2647"/>
                    <a:pt x="945" y="2615"/>
                    <a:pt x="977" y="2521"/>
                  </a:cubicBezTo>
                  <a:cubicBezTo>
                    <a:pt x="1103" y="2395"/>
                    <a:pt x="1103" y="2174"/>
                    <a:pt x="977" y="2048"/>
                  </a:cubicBezTo>
                  <a:cubicBezTo>
                    <a:pt x="788" y="1859"/>
                    <a:pt x="662" y="1576"/>
                    <a:pt x="662" y="1292"/>
                  </a:cubicBezTo>
                  <a:cubicBezTo>
                    <a:pt x="662" y="1040"/>
                    <a:pt x="788" y="757"/>
                    <a:pt x="977" y="536"/>
                  </a:cubicBezTo>
                  <a:cubicBezTo>
                    <a:pt x="1103" y="442"/>
                    <a:pt x="1103" y="253"/>
                    <a:pt x="977" y="95"/>
                  </a:cubicBezTo>
                  <a:cubicBezTo>
                    <a:pt x="914" y="32"/>
                    <a:pt x="827" y="1"/>
                    <a:pt x="7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368" name="Google Shape;14368;p82"/>
            <p:cNvSpPr/>
            <p:nvPr/>
          </p:nvSpPr>
          <p:spPr>
            <a:xfrm>
              <a:off x="-22766800" y="2408950"/>
              <a:ext cx="27575" cy="66175"/>
            </a:xfrm>
            <a:custGeom>
              <a:avLst/>
              <a:gdLst/>
              <a:ahLst/>
              <a:cxnLst/>
              <a:rect l="l" t="t" r="r" b="b"/>
              <a:pathLst>
                <a:path w="1103" h="2647" extrusionOk="0">
                  <a:moveTo>
                    <a:pt x="362" y="0"/>
                  </a:moveTo>
                  <a:cubicBezTo>
                    <a:pt x="276" y="0"/>
                    <a:pt x="189" y="32"/>
                    <a:pt x="126" y="95"/>
                  </a:cubicBezTo>
                  <a:cubicBezTo>
                    <a:pt x="0" y="221"/>
                    <a:pt x="0" y="441"/>
                    <a:pt x="126" y="567"/>
                  </a:cubicBezTo>
                  <a:cubicBezTo>
                    <a:pt x="315" y="756"/>
                    <a:pt x="441" y="1040"/>
                    <a:pt x="441" y="1323"/>
                  </a:cubicBezTo>
                  <a:cubicBezTo>
                    <a:pt x="441" y="1575"/>
                    <a:pt x="315" y="1859"/>
                    <a:pt x="126" y="2048"/>
                  </a:cubicBezTo>
                  <a:cubicBezTo>
                    <a:pt x="0" y="2174"/>
                    <a:pt x="0" y="2426"/>
                    <a:pt x="126" y="2520"/>
                  </a:cubicBezTo>
                  <a:cubicBezTo>
                    <a:pt x="221" y="2615"/>
                    <a:pt x="284" y="2646"/>
                    <a:pt x="378" y="2646"/>
                  </a:cubicBezTo>
                  <a:cubicBezTo>
                    <a:pt x="441" y="2646"/>
                    <a:pt x="567" y="2615"/>
                    <a:pt x="599" y="2520"/>
                  </a:cubicBezTo>
                  <a:cubicBezTo>
                    <a:pt x="977" y="2174"/>
                    <a:pt x="1103" y="1733"/>
                    <a:pt x="1103" y="1323"/>
                  </a:cubicBezTo>
                  <a:cubicBezTo>
                    <a:pt x="1103" y="851"/>
                    <a:pt x="914" y="410"/>
                    <a:pt x="599" y="95"/>
                  </a:cubicBezTo>
                  <a:cubicBezTo>
                    <a:pt x="536" y="32"/>
                    <a:pt x="449" y="0"/>
                    <a:pt x="3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369" name="Google Shape;14369;p82"/>
          <p:cNvGrpSpPr/>
          <p:nvPr/>
        </p:nvGrpSpPr>
        <p:grpSpPr>
          <a:xfrm>
            <a:off x="5764767" y="1336120"/>
            <a:ext cx="311749" cy="353210"/>
            <a:chOff x="-27710725" y="1959200"/>
            <a:chExt cx="260725" cy="295400"/>
          </a:xfrm>
        </p:grpSpPr>
        <p:sp>
          <p:nvSpPr>
            <p:cNvPr id="14370" name="Google Shape;14370;p82"/>
            <p:cNvSpPr/>
            <p:nvPr/>
          </p:nvSpPr>
          <p:spPr>
            <a:xfrm>
              <a:off x="-27710725" y="1959200"/>
              <a:ext cx="260725" cy="295400"/>
            </a:xfrm>
            <a:custGeom>
              <a:avLst/>
              <a:gdLst/>
              <a:ahLst/>
              <a:cxnLst/>
              <a:rect l="l" t="t" r="r" b="b"/>
              <a:pathLst>
                <a:path w="10429" h="11816" extrusionOk="0">
                  <a:moveTo>
                    <a:pt x="1072" y="3561"/>
                  </a:moveTo>
                  <a:cubicBezTo>
                    <a:pt x="1261" y="3561"/>
                    <a:pt x="1418" y="3718"/>
                    <a:pt x="1418" y="3907"/>
                  </a:cubicBezTo>
                  <a:lnTo>
                    <a:pt x="1418" y="4916"/>
                  </a:lnTo>
                  <a:lnTo>
                    <a:pt x="694" y="4916"/>
                  </a:lnTo>
                  <a:lnTo>
                    <a:pt x="694" y="3907"/>
                  </a:lnTo>
                  <a:cubicBezTo>
                    <a:pt x="694" y="3718"/>
                    <a:pt x="851" y="3561"/>
                    <a:pt x="1072" y="3561"/>
                  </a:cubicBezTo>
                  <a:close/>
                  <a:moveTo>
                    <a:pt x="5230" y="3561"/>
                  </a:moveTo>
                  <a:cubicBezTo>
                    <a:pt x="5419" y="3561"/>
                    <a:pt x="5577" y="3718"/>
                    <a:pt x="5577" y="3907"/>
                  </a:cubicBezTo>
                  <a:lnTo>
                    <a:pt x="5577" y="4916"/>
                  </a:lnTo>
                  <a:lnTo>
                    <a:pt x="4884" y="4916"/>
                  </a:lnTo>
                  <a:lnTo>
                    <a:pt x="4884" y="3907"/>
                  </a:lnTo>
                  <a:cubicBezTo>
                    <a:pt x="4884" y="3718"/>
                    <a:pt x="5041" y="3561"/>
                    <a:pt x="5230" y="3561"/>
                  </a:cubicBezTo>
                  <a:close/>
                  <a:moveTo>
                    <a:pt x="8696" y="4348"/>
                  </a:moveTo>
                  <a:cubicBezTo>
                    <a:pt x="9294" y="4348"/>
                    <a:pt x="9736" y="4821"/>
                    <a:pt x="9736" y="5357"/>
                  </a:cubicBezTo>
                  <a:cubicBezTo>
                    <a:pt x="9736" y="5924"/>
                    <a:pt x="9263" y="6396"/>
                    <a:pt x="8696" y="6396"/>
                  </a:cubicBezTo>
                  <a:cubicBezTo>
                    <a:pt x="8097" y="6396"/>
                    <a:pt x="7688" y="5924"/>
                    <a:pt x="7688" y="5357"/>
                  </a:cubicBezTo>
                  <a:cubicBezTo>
                    <a:pt x="7688" y="4821"/>
                    <a:pt x="8160" y="4348"/>
                    <a:pt x="8696" y="4348"/>
                  </a:cubicBezTo>
                  <a:close/>
                  <a:moveTo>
                    <a:pt x="5482" y="5609"/>
                  </a:moveTo>
                  <a:cubicBezTo>
                    <a:pt x="5388" y="6176"/>
                    <a:pt x="5073" y="6774"/>
                    <a:pt x="4569" y="7121"/>
                  </a:cubicBezTo>
                  <a:cubicBezTo>
                    <a:pt x="4120" y="7475"/>
                    <a:pt x="3582" y="7653"/>
                    <a:pt x="3036" y="7653"/>
                  </a:cubicBezTo>
                  <a:cubicBezTo>
                    <a:pt x="2854" y="7653"/>
                    <a:pt x="2671" y="7633"/>
                    <a:pt x="2489" y="7593"/>
                  </a:cubicBezTo>
                  <a:cubicBezTo>
                    <a:pt x="1639" y="7404"/>
                    <a:pt x="946" y="6617"/>
                    <a:pt x="757" y="5640"/>
                  </a:cubicBezTo>
                  <a:lnTo>
                    <a:pt x="1418" y="5640"/>
                  </a:lnTo>
                  <a:cubicBezTo>
                    <a:pt x="1481" y="5955"/>
                    <a:pt x="1639" y="6270"/>
                    <a:pt x="1891" y="6491"/>
                  </a:cubicBezTo>
                  <a:cubicBezTo>
                    <a:pt x="2206" y="6806"/>
                    <a:pt x="2647" y="7026"/>
                    <a:pt x="3119" y="7026"/>
                  </a:cubicBezTo>
                  <a:cubicBezTo>
                    <a:pt x="3183" y="7026"/>
                    <a:pt x="3309" y="7026"/>
                    <a:pt x="3372" y="6963"/>
                  </a:cubicBezTo>
                  <a:cubicBezTo>
                    <a:pt x="4096" y="6837"/>
                    <a:pt x="4600" y="6302"/>
                    <a:pt x="4758" y="5609"/>
                  </a:cubicBezTo>
                  <a:close/>
                  <a:moveTo>
                    <a:pt x="2426" y="1"/>
                  </a:moveTo>
                  <a:cubicBezTo>
                    <a:pt x="2237" y="1"/>
                    <a:pt x="2080" y="158"/>
                    <a:pt x="2080" y="347"/>
                  </a:cubicBezTo>
                  <a:lnTo>
                    <a:pt x="2080" y="725"/>
                  </a:lnTo>
                  <a:lnTo>
                    <a:pt x="1733" y="725"/>
                  </a:lnTo>
                  <a:cubicBezTo>
                    <a:pt x="1135" y="725"/>
                    <a:pt x="694" y="1198"/>
                    <a:pt x="694" y="1734"/>
                  </a:cubicBezTo>
                  <a:lnTo>
                    <a:pt x="694" y="2836"/>
                  </a:lnTo>
                  <a:cubicBezTo>
                    <a:pt x="316" y="2994"/>
                    <a:pt x="1" y="3340"/>
                    <a:pt x="1" y="3813"/>
                  </a:cubicBezTo>
                  <a:lnTo>
                    <a:pt x="1" y="5073"/>
                  </a:lnTo>
                  <a:lnTo>
                    <a:pt x="1" y="5231"/>
                  </a:lnTo>
                  <a:cubicBezTo>
                    <a:pt x="32" y="5924"/>
                    <a:pt x="284" y="6554"/>
                    <a:pt x="662" y="7058"/>
                  </a:cubicBezTo>
                  <a:cubicBezTo>
                    <a:pt x="1103" y="7656"/>
                    <a:pt x="1702" y="8035"/>
                    <a:pt x="2395" y="8224"/>
                  </a:cubicBezTo>
                  <a:cubicBezTo>
                    <a:pt x="2521" y="8287"/>
                    <a:pt x="2678" y="8287"/>
                    <a:pt x="2804" y="8318"/>
                  </a:cubicBezTo>
                  <a:lnTo>
                    <a:pt x="2804" y="8696"/>
                  </a:lnTo>
                  <a:cubicBezTo>
                    <a:pt x="2804" y="10429"/>
                    <a:pt x="4222" y="11815"/>
                    <a:pt x="5892" y="11815"/>
                  </a:cubicBezTo>
                  <a:cubicBezTo>
                    <a:pt x="7625" y="11815"/>
                    <a:pt x="9011" y="10397"/>
                    <a:pt x="9011" y="8696"/>
                  </a:cubicBezTo>
                  <a:lnTo>
                    <a:pt x="9011" y="6932"/>
                  </a:lnTo>
                  <a:cubicBezTo>
                    <a:pt x="9830" y="6837"/>
                    <a:pt x="10429" y="6176"/>
                    <a:pt x="10429" y="5325"/>
                  </a:cubicBezTo>
                  <a:cubicBezTo>
                    <a:pt x="10429" y="4380"/>
                    <a:pt x="9641" y="3592"/>
                    <a:pt x="8696" y="3592"/>
                  </a:cubicBezTo>
                  <a:cubicBezTo>
                    <a:pt x="7751" y="3592"/>
                    <a:pt x="6963" y="4380"/>
                    <a:pt x="6963" y="5325"/>
                  </a:cubicBezTo>
                  <a:cubicBezTo>
                    <a:pt x="6963" y="6144"/>
                    <a:pt x="7562" y="6837"/>
                    <a:pt x="8349" y="7026"/>
                  </a:cubicBezTo>
                  <a:lnTo>
                    <a:pt x="8349" y="8791"/>
                  </a:lnTo>
                  <a:cubicBezTo>
                    <a:pt x="8349" y="10114"/>
                    <a:pt x="7247" y="11216"/>
                    <a:pt x="5892" y="11216"/>
                  </a:cubicBezTo>
                  <a:cubicBezTo>
                    <a:pt x="4569" y="11216"/>
                    <a:pt x="3466" y="10114"/>
                    <a:pt x="3466" y="8791"/>
                  </a:cubicBezTo>
                  <a:lnTo>
                    <a:pt x="3466" y="8350"/>
                  </a:lnTo>
                  <a:cubicBezTo>
                    <a:pt x="4065" y="8287"/>
                    <a:pt x="4600" y="8066"/>
                    <a:pt x="5073" y="7688"/>
                  </a:cubicBezTo>
                  <a:cubicBezTo>
                    <a:pt x="5829" y="7089"/>
                    <a:pt x="6270" y="6176"/>
                    <a:pt x="6270" y="5231"/>
                  </a:cubicBezTo>
                  <a:lnTo>
                    <a:pt x="6270" y="3876"/>
                  </a:lnTo>
                  <a:cubicBezTo>
                    <a:pt x="6270" y="3435"/>
                    <a:pt x="5986" y="3025"/>
                    <a:pt x="5545" y="2868"/>
                  </a:cubicBezTo>
                  <a:lnTo>
                    <a:pt x="5545" y="1765"/>
                  </a:lnTo>
                  <a:cubicBezTo>
                    <a:pt x="5545" y="1198"/>
                    <a:pt x="5073" y="757"/>
                    <a:pt x="4537" y="757"/>
                  </a:cubicBezTo>
                  <a:lnTo>
                    <a:pt x="4159" y="757"/>
                  </a:lnTo>
                  <a:lnTo>
                    <a:pt x="4159" y="410"/>
                  </a:lnTo>
                  <a:cubicBezTo>
                    <a:pt x="4159" y="190"/>
                    <a:pt x="4002" y="32"/>
                    <a:pt x="3813" y="32"/>
                  </a:cubicBezTo>
                  <a:cubicBezTo>
                    <a:pt x="3624" y="32"/>
                    <a:pt x="3466" y="190"/>
                    <a:pt x="3466" y="410"/>
                  </a:cubicBezTo>
                  <a:lnTo>
                    <a:pt x="3466" y="1765"/>
                  </a:lnTo>
                  <a:cubicBezTo>
                    <a:pt x="3466" y="1986"/>
                    <a:pt x="3624" y="2143"/>
                    <a:pt x="3813" y="2143"/>
                  </a:cubicBezTo>
                  <a:cubicBezTo>
                    <a:pt x="4002" y="2143"/>
                    <a:pt x="4159" y="1986"/>
                    <a:pt x="4159" y="1765"/>
                  </a:cubicBezTo>
                  <a:lnTo>
                    <a:pt x="4159" y="1418"/>
                  </a:lnTo>
                  <a:lnTo>
                    <a:pt x="4537" y="1418"/>
                  </a:lnTo>
                  <a:cubicBezTo>
                    <a:pt x="4726" y="1418"/>
                    <a:pt x="4884" y="1576"/>
                    <a:pt x="4884" y="1765"/>
                  </a:cubicBezTo>
                  <a:lnTo>
                    <a:pt x="4884" y="2868"/>
                  </a:lnTo>
                  <a:cubicBezTo>
                    <a:pt x="4474" y="3025"/>
                    <a:pt x="4159" y="3403"/>
                    <a:pt x="4159" y="3876"/>
                  </a:cubicBezTo>
                  <a:lnTo>
                    <a:pt x="4159" y="5168"/>
                  </a:lnTo>
                  <a:cubicBezTo>
                    <a:pt x="4159" y="5703"/>
                    <a:pt x="3813" y="6176"/>
                    <a:pt x="3309" y="6270"/>
                  </a:cubicBezTo>
                  <a:lnTo>
                    <a:pt x="3151" y="6270"/>
                  </a:lnTo>
                  <a:cubicBezTo>
                    <a:pt x="2867" y="6270"/>
                    <a:pt x="2584" y="6144"/>
                    <a:pt x="2395" y="5955"/>
                  </a:cubicBezTo>
                  <a:cubicBezTo>
                    <a:pt x="2206" y="5766"/>
                    <a:pt x="2080" y="5483"/>
                    <a:pt x="2080" y="5199"/>
                  </a:cubicBezTo>
                  <a:lnTo>
                    <a:pt x="2080" y="3813"/>
                  </a:lnTo>
                  <a:cubicBezTo>
                    <a:pt x="2080" y="3403"/>
                    <a:pt x="1796" y="2994"/>
                    <a:pt x="1387" y="2836"/>
                  </a:cubicBezTo>
                  <a:lnTo>
                    <a:pt x="1387" y="1734"/>
                  </a:lnTo>
                  <a:cubicBezTo>
                    <a:pt x="1387" y="1545"/>
                    <a:pt x="1544" y="1387"/>
                    <a:pt x="1733" y="1387"/>
                  </a:cubicBezTo>
                  <a:lnTo>
                    <a:pt x="2080" y="1387"/>
                  </a:lnTo>
                  <a:lnTo>
                    <a:pt x="2080" y="1734"/>
                  </a:lnTo>
                  <a:cubicBezTo>
                    <a:pt x="2080" y="1923"/>
                    <a:pt x="2237" y="2080"/>
                    <a:pt x="2426" y="2080"/>
                  </a:cubicBezTo>
                  <a:cubicBezTo>
                    <a:pt x="2647" y="2080"/>
                    <a:pt x="2804" y="1923"/>
                    <a:pt x="2804" y="1734"/>
                  </a:cubicBezTo>
                  <a:lnTo>
                    <a:pt x="2804" y="347"/>
                  </a:lnTo>
                  <a:cubicBezTo>
                    <a:pt x="2804" y="158"/>
                    <a:pt x="2647" y="1"/>
                    <a:pt x="24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371" name="Google Shape;14371;p82"/>
            <p:cNvSpPr/>
            <p:nvPr/>
          </p:nvSpPr>
          <p:spPr>
            <a:xfrm>
              <a:off x="-27502000" y="208445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372" name="Google Shape;14372;p82"/>
          <p:cNvGrpSpPr/>
          <p:nvPr/>
        </p:nvGrpSpPr>
        <p:grpSpPr>
          <a:xfrm>
            <a:off x="5742631" y="1844666"/>
            <a:ext cx="356020" cy="230770"/>
            <a:chOff x="-27728850" y="2382950"/>
            <a:chExt cx="297750" cy="193000"/>
          </a:xfrm>
        </p:grpSpPr>
        <p:sp>
          <p:nvSpPr>
            <p:cNvPr id="14373" name="Google Shape;14373;p82"/>
            <p:cNvSpPr/>
            <p:nvPr/>
          </p:nvSpPr>
          <p:spPr>
            <a:xfrm>
              <a:off x="-27606750" y="2453825"/>
              <a:ext cx="35450" cy="35475"/>
            </a:xfrm>
            <a:custGeom>
              <a:avLst/>
              <a:gdLst/>
              <a:ahLst/>
              <a:cxnLst/>
              <a:rect l="l" t="t" r="r" b="b"/>
              <a:pathLst>
                <a:path w="1418" h="1419" extrusionOk="0">
                  <a:moveTo>
                    <a:pt x="725" y="1"/>
                  </a:moveTo>
                  <a:cubicBezTo>
                    <a:pt x="315" y="1"/>
                    <a:pt x="0" y="316"/>
                    <a:pt x="0" y="694"/>
                  </a:cubicBezTo>
                  <a:cubicBezTo>
                    <a:pt x="0" y="1103"/>
                    <a:pt x="315" y="1419"/>
                    <a:pt x="725" y="1419"/>
                  </a:cubicBezTo>
                  <a:cubicBezTo>
                    <a:pt x="1103" y="1419"/>
                    <a:pt x="1418" y="1103"/>
                    <a:pt x="1418" y="694"/>
                  </a:cubicBez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374" name="Google Shape;14374;p82"/>
            <p:cNvSpPr/>
            <p:nvPr/>
          </p:nvSpPr>
          <p:spPr>
            <a:xfrm>
              <a:off x="-27728850" y="2382950"/>
              <a:ext cx="297750" cy="193000"/>
            </a:xfrm>
            <a:custGeom>
              <a:avLst/>
              <a:gdLst/>
              <a:ahLst/>
              <a:cxnLst/>
              <a:rect l="l" t="t" r="r" b="b"/>
              <a:pathLst>
                <a:path w="11910" h="7720" extrusionOk="0">
                  <a:moveTo>
                    <a:pt x="5955" y="756"/>
                  </a:moveTo>
                  <a:cubicBezTo>
                    <a:pt x="7405" y="756"/>
                    <a:pt x="8791" y="1670"/>
                    <a:pt x="9673" y="2426"/>
                  </a:cubicBezTo>
                  <a:cubicBezTo>
                    <a:pt x="10335" y="3025"/>
                    <a:pt x="10839" y="3592"/>
                    <a:pt x="11091" y="3938"/>
                  </a:cubicBezTo>
                  <a:cubicBezTo>
                    <a:pt x="10524" y="4632"/>
                    <a:pt x="8413" y="7026"/>
                    <a:pt x="5955" y="7026"/>
                  </a:cubicBezTo>
                  <a:cubicBezTo>
                    <a:pt x="4506" y="7026"/>
                    <a:pt x="3120" y="6144"/>
                    <a:pt x="2269" y="5388"/>
                  </a:cubicBezTo>
                  <a:cubicBezTo>
                    <a:pt x="1576" y="4789"/>
                    <a:pt x="1072" y="4190"/>
                    <a:pt x="852" y="3875"/>
                  </a:cubicBezTo>
                  <a:cubicBezTo>
                    <a:pt x="1419" y="3182"/>
                    <a:pt x="3529" y="788"/>
                    <a:pt x="5955" y="756"/>
                  </a:cubicBezTo>
                  <a:close/>
                  <a:moveTo>
                    <a:pt x="5955" y="0"/>
                  </a:moveTo>
                  <a:cubicBezTo>
                    <a:pt x="5199" y="0"/>
                    <a:pt x="4412" y="189"/>
                    <a:pt x="3624" y="567"/>
                  </a:cubicBezTo>
                  <a:cubicBezTo>
                    <a:pt x="2994" y="882"/>
                    <a:pt x="2364" y="1324"/>
                    <a:pt x="1797" y="1828"/>
                  </a:cubicBezTo>
                  <a:cubicBezTo>
                    <a:pt x="757" y="2741"/>
                    <a:pt x="127" y="3623"/>
                    <a:pt x="95" y="3655"/>
                  </a:cubicBezTo>
                  <a:cubicBezTo>
                    <a:pt x="1" y="3781"/>
                    <a:pt x="1" y="3938"/>
                    <a:pt x="95" y="4033"/>
                  </a:cubicBezTo>
                  <a:cubicBezTo>
                    <a:pt x="127" y="4096"/>
                    <a:pt x="757" y="4978"/>
                    <a:pt x="1797" y="5860"/>
                  </a:cubicBezTo>
                  <a:cubicBezTo>
                    <a:pt x="2427" y="6396"/>
                    <a:pt x="2994" y="6805"/>
                    <a:pt x="3624" y="7120"/>
                  </a:cubicBezTo>
                  <a:cubicBezTo>
                    <a:pt x="4412" y="7499"/>
                    <a:pt x="5199" y="7719"/>
                    <a:pt x="5955" y="7719"/>
                  </a:cubicBezTo>
                  <a:cubicBezTo>
                    <a:pt x="6711" y="7719"/>
                    <a:pt x="7499" y="7499"/>
                    <a:pt x="8287" y="7120"/>
                  </a:cubicBezTo>
                  <a:cubicBezTo>
                    <a:pt x="8917" y="6805"/>
                    <a:pt x="9547" y="6364"/>
                    <a:pt x="10145" y="5860"/>
                  </a:cubicBezTo>
                  <a:cubicBezTo>
                    <a:pt x="11154" y="4947"/>
                    <a:pt x="11784" y="4096"/>
                    <a:pt x="11815" y="4033"/>
                  </a:cubicBezTo>
                  <a:cubicBezTo>
                    <a:pt x="11910" y="3938"/>
                    <a:pt x="11910" y="3781"/>
                    <a:pt x="11815" y="3655"/>
                  </a:cubicBezTo>
                  <a:cubicBezTo>
                    <a:pt x="11784" y="3623"/>
                    <a:pt x="11154" y="2710"/>
                    <a:pt x="10145" y="1828"/>
                  </a:cubicBezTo>
                  <a:cubicBezTo>
                    <a:pt x="9515" y="1292"/>
                    <a:pt x="8917" y="882"/>
                    <a:pt x="8287" y="567"/>
                  </a:cubicBezTo>
                  <a:cubicBezTo>
                    <a:pt x="7499" y="189"/>
                    <a:pt x="6711"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375" name="Google Shape;14375;p82"/>
            <p:cNvSpPr/>
            <p:nvPr/>
          </p:nvSpPr>
          <p:spPr>
            <a:xfrm>
              <a:off x="-27640625" y="2419175"/>
              <a:ext cx="122100" cy="122100"/>
            </a:xfrm>
            <a:custGeom>
              <a:avLst/>
              <a:gdLst/>
              <a:ahLst/>
              <a:cxnLst/>
              <a:rect l="l" t="t" r="r" b="b"/>
              <a:pathLst>
                <a:path w="4884" h="4884" extrusionOk="0">
                  <a:moveTo>
                    <a:pt x="2426" y="694"/>
                  </a:moveTo>
                  <a:cubicBezTo>
                    <a:pt x="3403" y="694"/>
                    <a:pt x="4159" y="1481"/>
                    <a:pt x="4159" y="2426"/>
                  </a:cubicBezTo>
                  <a:cubicBezTo>
                    <a:pt x="4159" y="3372"/>
                    <a:pt x="3371" y="4159"/>
                    <a:pt x="2426" y="4159"/>
                  </a:cubicBezTo>
                  <a:cubicBezTo>
                    <a:pt x="1481" y="4159"/>
                    <a:pt x="694" y="3372"/>
                    <a:pt x="694" y="2426"/>
                  </a:cubicBezTo>
                  <a:cubicBezTo>
                    <a:pt x="694" y="1481"/>
                    <a:pt x="1481" y="694"/>
                    <a:pt x="2426" y="694"/>
                  </a:cubicBezTo>
                  <a:close/>
                  <a:moveTo>
                    <a:pt x="2426" y="1"/>
                  </a:moveTo>
                  <a:cubicBezTo>
                    <a:pt x="1103" y="1"/>
                    <a:pt x="0" y="1103"/>
                    <a:pt x="0" y="2426"/>
                  </a:cubicBezTo>
                  <a:cubicBezTo>
                    <a:pt x="0" y="3781"/>
                    <a:pt x="1103" y="4884"/>
                    <a:pt x="2426" y="4884"/>
                  </a:cubicBezTo>
                  <a:cubicBezTo>
                    <a:pt x="3781" y="4884"/>
                    <a:pt x="4884" y="3781"/>
                    <a:pt x="4884" y="2426"/>
                  </a:cubicBezTo>
                  <a:cubicBezTo>
                    <a:pt x="4884" y="1103"/>
                    <a:pt x="3781" y="1"/>
                    <a:pt x="24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4376" name="Google Shape;14376;p82"/>
          <p:cNvSpPr/>
          <p:nvPr/>
        </p:nvSpPr>
        <p:spPr>
          <a:xfrm>
            <a:off x="5743569" y="2230994"/>
            <a:ext cx="355093" cy="340476"/>
          </a:xfrm>
          <a:custGeom>
            <a:avLst/>
            <a:gdLst/>
            <a:ahLst/>
            <a:cxnLst/>
            <a:rect l="l" t="t" r="r" b="b"/>
            <a:pathLst>
              <a:path w="11879" h="11390" extrusionOk="0">
                <a:moveTo>
                  <a:pt x="10047" y="655"/>
                </a:moveTo>
                <a:cubicBezTo>
                  <a:pt x="10369" y="655"/>
                  <a:pt x="10689" y="746"/>
                  <a:pt x="10965" y="930"/>
                </a:cubicBezTo>
                <a:lnTo>
                  <a:pt x="7499" y="4490"/>
                </a:lnTo>
                <a:cubicBezTo>
                  <a:pt x="7468" y="4427"/>
                  <a:pt x="7468" y="4396"/>
                  <a:pt x="7405" y="4364"/>
                </a:cubicBezTo>
                <a:lnTo>
                  <a:pt x="7090" y="4049"/>
                </a:lnTo>
                <a:cubicBezTo>
                  <a:pt x="7058" y="3986"/>
                  <a:pt x="7026" y="3954"/>
                  <a:pt x="6995" y="3954"/>
                </a:cubicBezTo>
                <a:lnTo>
                  <a:pt x="7216" y="3734"/>
                </a:lnTo>
                <a:cubicBezTo>
                  <a:pt x="7405" y="3545"/>
                  <a:pt x="7531" y="3261"/>
                  <a:pt x="7531" y="2978"/>
                </a:cubicBezTo>
                <a:cubicBezTo>
                  <a:pt x="7531" y="2820"/>
                  <a:pt x="7499" y="2663"/>
                  <a:pt x="7405" y="2537"/>
                </a:cubicBezTo>
                <a:lnTo>
                  <a:pt x="8791" y="1182"/>
                </a:lnTo>
                <a:cubicBezTo>
                  <a:pt x="9140" y="833"/>
                  <a:pt x="9596" y="655"/>
                  <a:pt x="10047" y="655"/>
                </a:cubicBezTo>
                <a:close/>
                <a:moveTo>
                  <a:pt x="6365" y="4427"/>
                </a:moveTo>
                <a:cubicBezTo>
                  <a:pt x="6428" y="4427"/>
                  <a:pt x="6554" y="4490"/>
                  <a:pt x="6585" y="4553"/>
                </a:cubicBezTo>
                <a:lnTo>
                  <a:pt x="6900" y="4868"/>
                </a:lnTo>
                <a:cubicBezTo>
                  <a:pt x="7058" y="4994"/>
                  <a:pt x="7058" y="5183"/>
                  <a:pt x="6932" y="5341"/>
                </a:cubicBezTo>
                <a:lnTo>
                  <a:pt x="6365" y="5971"/>
                </a:lnTo>
                <a:lnTo>
                  <a:pt x="5483" y="5120"/>
                </a:lnTo>
                <a:lnTo>
                  <a:pt x="6113" y="4522"/>
                </a:lnTo>
                <a:cubicBezTo>
                  <a:pt x="6207" y="4490"/>
                  <a:pt x="6270" y="4427"/>
                  <a:pt x="6365" y="4427"/>
                </a:cubicBezTo>
                <a:close/>
                <a:moveTo>
                  <a:pt x="4947" y="5624"/>
                </a:moveTo>
                <a:lnTo>
                  <a:pt x="5829" y="6538"/>
                </a:lnTo>
                <a:lnTo>
                  <a:pt x="5388" y="7042"/>
                </a:lnTo>
                <a:lnTo>
                  <a:pt x="5136" y="6790"/>
                </a:lnTo>
                <a:cubicBezTo>
                  <a:pt x="5073" y="6743"/>
                  <a:pt x="4987" y="6719"/>
                  <a:pt x="4900" y="6719"/>
                </a:cubicBezTo>
                <a:cubicBezTo>
                  <a:pt x="4813" y="6719"/>
                  <a:pt x="4727" y="6743"/>
                  <a:pt x="4664" y="6790"/>
                </a:cubicBezTo>
                <a:cubicBezTo>
                  <a:pt x="4538" y="6916"/>
                  <a:pt x="4538" y="7168"/>
                  <a:pt x="4664" y="7262"/>
                </a:cubicBezTo>
                <a:lnTo>
                  <a:pt x="4947" y="7546"/>
                </a:lnTo>
                <a:lnTo>
                  <a:pt x="4475" y="8050"/>
                </a:lnTo>
                <a:lnTo>
                  <a:pt x="4128" y="7704"/>
                </a:lnTo>
                <a:cubicBezTo>
                  <a:pt x="4065" y="7641"/>
                  <a:pt x="3971" y="7609"/>
                  <a:pt x="3880" y="7609"/>
                </a:cubicBezTo>
                <a:cubicBezTo>
                  <a:pt x="3789" y="7609"/>
                  <a:pt x="3703" y="7641"/>
                  <a:pt x="3655" y="7704"/>
                </a:cubicBezTo>
                <a:cubicBezTo>
                  <a:pt x="3529" y="7830"/>
                  <a:pt x="3529" y="8050"/>
                  <a:pt x="3655" y="8176"/>
                </a:cubicBezTo>
                <a:lnTo>
                  <a:pt x="4034" y="8586"/>
                </a:lnTo>
                <a:lnTo>
                  <a:pt x="3561" y="9090"/>
                </a:lnTo>
                <a:lnTo>
                  <a:pt x="3088" y="8617"/>
                </a:lnTo>
                <a:cubicBezTo>
                  <a:pt x="3025" y="8554"/>
                  <a:pt x="2939" y="8523"/>
                  <a:pt x="2852" y="8523"/>
                </a:cubicBezTo>
                <a:cubicBezTo>
                  <a:pt x="2765" y="8523"/>
                  <a:pt x="2679" y="8554"/>
                  <a:pt x="2616" y="8617"/>
                </a:cubicBezTo>
                <a:cubicBezTo>
                  <a:pt x="2490" y="8743"/>
                  <a:pt x="2490" y="8964"/>
                  <a:pt x="2616" y="9090"/>
                </a:cubicBezTo>
                <a:lnTo>
                  <a:pt x="3120" y="9594"/>
                </a:lnTo>
                <a:lnTo>
                  <a:pt x="2647" y="10098"/>
                </a:lnTo>
                <a:lnTo>
                  <a:pt x="2080" y="9531"/>
                </a:lnTo>
                <a:cubicBezTo>
                  <a:pt x="2017" y="9468"/>
                  <a:pt x="1923" y="9436"/>
                  <a:pt x="1832" y="9436"/>
                </a:cubicBezTo>
                <a:cubicBezTo>
                  <a:pt x="1742" y="9436"/>
                  <a:pt x="1655" y="9468"/>
                  <a:pt x="1608" y="9531"/>
                </a:cubicBezTo>
                <a:cubicBezTo>
                  <a:pt x="1482" y="9625"/>
                  <a:pt x="1482" y="9877"/>
                  <a:pt x="1608" y="10003"/>
                </a:cubicBezTo>
                <a:lnTo>
                  <a:pt x="2175" y="10570"/>
                </a:lnTo>
                <a:cubicBezTo>
                  <a:pt x="2017" y="10696"/>
                  <a:pt x="1860" y="10728"/>
                  <a:pt x="1702" y="10728"/>
                </a:cubicBezTo>
                <a:cubicBezTo>
                  <a:pt x="1419" y="10728"/>
                  <a:pt x="1198" y="10665"/>
                  <a:pt x="1009" y="10476"/>
                </a:cubicBezTo>
                <a:cubicBezTo>
                  <a:pt x="789" y="10255"/>
                  <a:pt x="726" y="10035"/>
                  <a:pt x="726" y="9751"/>
                </a:cubicBezTo>
                <a:cubicBezTo>
                  <a:pt x="726" y="9468"/>
                  <a:pt x="852" y="9247"/>
                  <a:pt x="1041" y="9090"/>
                </a:cubicBezTo>
                <a:lnTo>
                  <a:pt x="4947" y="5624"/>
                </a:lnTo>
                <a:close/>
                <a:moveTo>
                  <a:pt x="10035" y="1"/>
                </a:moveTo>
                <a:cubicBezTo>
                  <a:pt x="9413" y="1"/>
                  <a:pt x="8791" y="237"/>
                  <a:pt x="8318" y="709"/>
                </a:cubicBezTo>
                <a:lnTo>
                  <a:pt x="6743" y="2285"/>
                </a:lnTo>
                <a:cubicBezTo>
                  <a:pt x="6680" y="2348"/>
                  <a:pt x="6617" y="2442"/>
                  <a:pt x="6617" y="2505"/>
                </a:cubicBezTo>
                <a:cubicBezTo>
                  <a:pt x="6617" y="2600"/>
                  <a:pt x="6680" y="2694"/>
                  <a:pt x="6743" y="2757"/>
                </a:cubicBezTo>
                <a:cubicBezTo>
                  <a:pt x="6837" y="2820"/>
                  <a:pt x="6869" y="2915"/>
                  <a:pt x="6869" y="2978"/>
                </a:cubicBezTo>
                <a:cubicBezTo>
                  <a:pt x="6869" y="3041"/>
                  <a:pt x="6837" y="3167"/>
                  <a:pt x="6743" y="3198"/>
                </a:cubicBezTo>
                <a:lnTo>
                  <a:pt x="6207" y="3765"/>
                </a:lnTo>
                <a:cubicBezTo>
                  <a:pt x="5987" y="3797"/>
                  <a:pt x="5798" y="3891"/>
                  <a:pt x="5640" y="3986"/>
                </a:cubicBezTo>
                <a:lnTo>
                  <a:pt x="568" y="8523"/>
                </a:lnTo>
                <a:cubicBezTo>
                  <a:pt x="221" y="8838"/>
                  <a:pt x="1" y="9247"/>
                  <a:pt x="1" y="9720"/>
                </a:cubicBezTo>
                <a:cubicBezTo>
                  <a:pt x="1" y="10192"/>
                  <a:pt x="158" y="10633"/>
                  <a:pt x="473" y="10917"/>
                </a:cubicBezTo>
                <a:cubicBezTo>
                  <a:pt x="789" y="11264"/>
                  <a:pt x="1230" y="11390"/>
                  <a:pt x="1671" y="11390"/>
                </a:cubicBezTo>
                <a:lnTo>
                  <a:pt x="1702" y="11390"/>
                </a:lnTo>
                <a:cubicBezTo>
                  <a:pt x="2143" y="11390"/>
                  <a:pt x="2584" y="11169"/>
                  <a:pt x="2899" y="10854"/>
                </a:cubicBezTo>
                <a:lnTo>
                  <a:pt x="7405" y="5782"/>
                </a:lnTo>
                <a:cubicBezTo>
                  <a:pt x="7562" y="5624"/>
                  <a:pt x="7657" y="5404"/>
                  <a:pt x="7657" y="5215"/>
                </a:cubicBezTo>
                <a:lnTo>
                  <a:pt x="11752" y="1119"/>
                </a:lnTo>
                <a:cubicBezTo>
                  <a:pt x="11878" y="1088"/>
                  <a:pt x="11878" y="1025"/>
                  <a:pt x="11878" y="930"/>
                </a:cubicBezTo>
                <a:cubicBezTo>
                  <a:pt x="11878" y="867"/>
                  <a:pt x="11815" y="741"/>
                  <a:pt x="11752" y="709"/>
                </a:cubicBezTo>
                <a:cubicBezTo>
                  <a:pt x="11280" y="237"/>
                  <a:pt x="10657" y="1"/>
                  <a:pt x="100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377" name="Google Shape;14377;p82"/>
          <p:cNvSpPr/>
          <p:nvPr/>
        </p:nvSpPr>
        <p:spPr>
          <a:xfrm>
            <a:off x="7974417" y="1335633"/>
            <a:ext cx="354136" cy="354136"/>
          </a:xfrm>
          <a:custGeom>
            <a:avLst/>
            <a:gdLst/>
            <a:ahLst/>
            <a:cxnLst/>
            <a:rect l="l" t="t" r="r" b="b"/>
            <a:pathLst>
              <a:path w="11847" h="11847" extrusionOk="0">
                <a:moveTo>
                  <a:pt x="5546" y="662"/>
                </a:moveTo>
                <a:lnTo>
                  <a:pt x="5546" y="2741"/>
                </a:lnTo>
                <a:lnTo>
                  <a:pt x="4821" y="2741"/>
                </a:lnTo>
                <a:lnTo>
                  <a:pt x="4821" y="1040"/>
                </a:lnTo>
                <a:cubicBezTo>
                  <a:pt x="4821" y="819"/>
                  <a:pt x="4979" y="662"/>
                  <a:pt x="5199" y="662"/>
                </a:cubicBezTo>
                <a:close/>
                <a:moveTo>
                  <a:pt x="6932" y="662"/>
                </a:moveTo>
                <a:lnTo>
                  <a:pt x="6932" y="2773"/>
                </a:lnTo>
                <a:lnTo>
                  <a:pt x="6207" y="2773"/>
                </a:lnTo>
                <a:lnTo>
                  <a:pt x="6207" y="662"/>
                </a:lnTo>
                <a:close/>
                <a:moveTo>
                  <a:pt x="8350" y="662"/>
                </a:moveTo>
                <a:lnTo>
                  <a:pt x="8350" y="2773"/>
                </a:lnTo>
                <a:lnTo>
                  <a:pt x="7625" y="2773"/>
                </a:lnTo>
                <a:lnTo>
                  <a:pt x="7625" y="662"/>
                </a:lnTo>
                <a:close/>
                <a:moveTo>
                  <a:pt x="9704" y="662"/>
                </a:moveTo>
                <a:lnTo>
                  <a:pt x="9704" y="2773"/>
                </a:lnTo>
                <a:lnTo>
                  <a:pt x="9011" y="2773"/>
                </a:lnTo>
                <a:lnTo>
                  <a:pt x="9011" y="662"/>
                </a:lnTo>
                <a:close/>
                <a:moveTo>
                  <a:pt x="10744" y="662"/>
                </a:moveTo>
                <a:cubicBezTo>
                  <a:pt x="10933" y="662"/>
                  <a:pt x="11090" y="819"/>
                  <a:pt x="11090" y="1040"/>
                </a:cubicBezTo>
                <a:lnTo>
                  <a:pt x="11090" y="2773"/>
                </a:lnTo>
                <a:lnTo>
                  <a:pt x="10397" y="2773"/>
                </a:lnTo>
                <a:lnTo>
                  <a:pt x="10397" y="662"/>
                </a:lnTo>
                <a:close/>
                <a:moveTo>
                  <a:pt x="6270" y="5577"/>
                </a:moveTo>
                <a:lnTo>
                  <a:pt x="6270" y="9074"/>
                </a:lnTo>
                <a:lnTo>
                  <a:pt x="5546" y="9074"/>
                </a:lnTo>
                <a:lnTo>
                  <a:pt x="5546" y="5577"/>
                </a:lnTo>
                <a:close/>
                <a:moveTo>
                  <a:pt x="10397" y="5640"/>
                </a:moveTo>
                <a:lnTo>
                  <a:pt x="10397" y="6270"/>
                </a:lnTo>
                <a:lnTo>
                  <a:pt x="9358" y="6270"/>
                </a:lnTo>
                <a:cubicBezTo>
                  <a:pt x="9169" y="6270"/>
                  <a:pt x="9011" y="6427"/>
                  <a:pt x="9011" y="6616"/>
                </a:cubicBezTo>
                <a:cubicBezTo>
                  <a:pt x="9011" y="6805"/>
                  <a:pt x="9169" y="6963"/>
                  <a:pt x="9358" y="6963"/>
                </a:cubicBezTo>
                <a:lnTo>
                  <a:pt x="10397" y="6963"/>
                </a:lnTo>
                <a:lnTo>
                  <a:pt x="10397" y="7688"/>
                </a:lnTo>
                <a:lnTo>
                  <a:pt x="9358" y="7688"/>
                </a:lnTo>
                <a:cubicBezTo>
                  <a:pt x="9169" y="7688"/>
                  <a:pt x="9011" y="7845"/>
                  <a:pt x="9011" y="8034"/>
                </a:cubicBezTo>
                <a:cubicBezTo>
                  <a:pt x="9011" y="8223"/>
                  <a:pt x="9169" y="8381"/>
                  <a:pt x="9358" y="8381"/>
                </a:cubicBezTo>
                <a:lnTo>
                  <a:pt x="10397" y="8381"/>
                </a:lnTo>
                <a:lnTo>
                  <a:pt x="10397" y="9105"/>
                </a:lnTo>
                <a:lnTo>
                  <a:pt x="8287" y="9105"/>
                </a:lnTo>
                <a:lnTo>
                  <a:pt x="8287" y="5640"/>
                </a:lnTo>
                <a:close/>
                <a:moveTo>
                  <a:pt x="2080" y="7688"/>
                </a:moveTo>
                <a:cubicBezTo>
                  <a:pt x="2301" y="7688"/>
                  <a:pt x="2521" y="7719"/>
                  <a:pt x="2710" y="7845"/>
                </a:cubicBezTo>
                <a:cubicBezTo>
                  <a:pt x="2427" y="7971"/>
                  <a:pt x="2206" y="8129"/>
                  <a:pt x="1954" y="8318"/>
                </a:cubicBezTo>
                <a:lnTo>
                  <a:pt x="1923" y="8349"/>
                </a:lnTo>
                <a:cubicBezTo>
                  <a:pt x="1576" y="8696"/>
                  <a:pt x="1355" y="9200"/>
                  <a:pt x="1355" y="9767"/>
                </a:cubicBezTo>
                <a:cubicBezTo>
                  <a:pt x="1355" y="9956"/>
                  <a:pt x="1418" y="10113"/>
                  <a:pt x="1450" y="10302"/>
                </a:cubicBezTo>
                <a:cubicBezTo>
                  <a:pt x="977" y="10050"/>
                  <a:pt x="694" y="9578"/>
                  <a:pt x="694" y="9074"/>
                </a:cubicBezTo>
                <a:cubicBezTo>
                  <a:pt x="694" y="8318"/>
                  <a:pt x="1324" y="7688"/>
                  <a:pt x="2080" y="7688"/>
                </a:cubicBezTo>
                <a:close/>
                <a:moveTo>
                  <a:pt x="3403" y="8318"/>
                </a:moveTo>
                <a:cubicBezTo>
                  <a:pt x="4191" y="8349"/>
                  <a:pt x="4821" y="8979"/>
                  <a:pt x="4821" y="9735"/>
                </a:cubicBezTo>
                <a:cubicBezTo>
                  <a:pt x="4821" y="9987"/>
                  <a:pt x="4758" y="10239"/>
                  <a:pt x="4600" y="10491"/>
                </a:cubicBezTo>
                <a:lnTo>
                  <a:pt x="2679" y="8538"/>
                </a:lnTo>
                <a:cubicBezTo>
                  <a:pt x="2868" y="8381"/>
                  <a:pt x="3151" y="8318"/>
                  <a:pt x="3403" y="8318"/>
                </a:cubicBezTo>
                <a:close/>
                <a:moveTo>
                  <a:pt x="2238" y="9074"/>
                </a:moveTo>
                <a:lnTo>
                  <a:pt x="4128" y="10964"/>
                </a:lnTo>
                <a:cubicBezTo>
                  <a:pt x="3939" y="11059"/>
                  <a:pt x="3687" y="11122"/>
                  <a:pt x="3466" y="11122"/>
                </a:cubicBezTo>
                <a:cubicBezTo>
                  <a:pt x="3448" y="11122"/>
                  <a:pt x="3430" y="11123"/>
                  <a:pt x="3412" y="11123"/>
                </a:cubicBezTo>
                <a:cubicBezTo>
                  <a:pt x="2680" y="11123"/>
                  <a:pt x="2080" y="10504"/>
                  <a:pt x="2080" y="9735"/>
                </a:cubicBezTo>
                <a:cubicBezTo>
                  <a:pt x="2080" y="9483"/>
                  <a:pt x="2143" y="9263"/>
                  <a:pt x="2238" y="9074"/>
                </a:cubicBezTo>
                <a:close/>
                <a:moveTo>
                  <a:pt x="10334" y="3466"/>
                </a:moveTo>
                <a:lnTo>
                  <a:pt x="10334" y="4884"/>
                </a:lnTo>
                <a:lnTo>
                  <a:pt x="7940" y="4884"/>
                </a:lnTo>
                <a:cubicBezTo>
                  <a:pt x="7751" y="4884"/>
                  <a:pt x="7593" y="5041"/>
                  <a:pt x="7593" y="5230"/>
                </a:cubicBezTo>
                <a:lnTo>
                  <a:pt x="7593" y="9420"/>
                </a:lnTo>
                <a:cubicBezTo>
                  <a:pt x="7593" y="9609"/>
                  <a:pt x="7751" y="9767"/>
                  <a:pt x="7940" y="9767"/>
                </a:cubicBezTo>
                <a:lnTo>
                  <a:pt x="10397" y="9767"/>
                </a:lnTo>
                <a:lnTo>
                  <a:pt x="10397" y="10806"/>
                </a:lnTo>
                <a:cubicBezTo>
                  <a:pt x="10397" y="10996"/>
                  <a:pt x="10240" y="11153"/>
                  <a:pt x="10019" y="11153"/>
                </a:cubicBezTo>
                <a:lnTo>
                  <a:pt x="5861" y="11153"/>
                </a:lnTo>
                <a:cubicBezTo>
                  <a:pt x="5672" y="11153"/>
                  <a:pt x="5514" y="10996"/>
                  <a:pt x="5514" y="10806"/>
                </a:cubicBezTo>
                <a:lnTo>
                  <a:pt x="5514" y="9767"/>
                </a:lnTo>
                <a:lnTo>
                  <a:pt x="6522" y="9767"/>
                </a:lnTo>
                <a:cubicBezTo>
                  <a:pt x="6711" y="9767"/>
                  <a:pt x="6869" y="9609"/>
                  <a:pt x="6869" y="9420"/>
                </a:cubicBezTo>
                <a:lnTo>
                  <a:pt x="6869" y="5230"/>
                </a:lnTo>
                <a:cubicBezTo>
                  <a:pt x="6869" y="5041"/>
                  <a:pt x="6711" y="4884"/>
                  <a:pt x="6522" y="4884"/>
                </a:cubicBezTo>
                <a:lnTo>
                  <a:pt x="5514" y="4884"/>
                </a:lnTo>
                <a:lnTo>
                  <a:pt x="5514" y="3466"/>
                </a:lnTo>
                <a:close/>
                <a:moveTo>
                  <a:pt x="5199" y="0"/>
                </a:moveTo>
                <a:cubicBezTo>
                  <a:pt x="4600" y="0"/>
                  <a:pt x="4159" y="473"/>
                  <a:pt x="4159" y="1040"/>
                </a:cubicBezTo>
                <a:lnTo>
                  <a:pt x="4159" y="3119"/>
                </a:lnTo>
                <a:cubicBezTo>
                  <a:pt x="4159" y="3308"/>
                  <a:pt x="4317" y="3466"/>
                  <a:pt x="4506" y="3466"/>
                </a:cubicBezTo>
                <a:lnTo>
                  <a:pt x="4884" y="3466"/>
                </a:lnTo>
                <a:lnTo>
                  <a:pt x="4884" y="8192"/>
                </a:lnTo>
                <a:cubicBezTo>
                  <a:pt x="4569" y="7908"/>
                  <a:pt x="4128" y="7719"/>
                  <a:pt x="3655" y="7688"/>
                </a:cubicBezTo>
                <a:cubicBezTo>
                  <a:pt x="3277" y="7246"/>
                  <a:pt x="2710" y="6963"/>
                  <a:pt x="2080" y="6963"/>
                </a:cubicBezTo>
                <a:cubicBezTo>
                  <a:pt x="946" y="6963"/>
                  <a:pt x="1" y="7908"/>
                  <a:pt x="1" y="9074"/>
                </a:cubicBezTo>
                <a:cubicBezTo>
                  <a:pt x="1" y="10176"/>
                  <a:pt x="820" y="11027"/>
                  <a:pt x="1923" y="11153"/>
                </a:cubicBezTo>
                <a:cubicBezTo>
                  <a:pt x="2332" y="11594"/>
                  <a:pt x="2868" y="11846"/>
                  <a:pt x="3498" y="11846"/>
                </a:cubicBezTo>
                <a:cubicBezTo>
                  <a:pt x="4065" y="11846"/>
                  <a:pt x="4506" y="11657"/>
                  <a:pt x="4916" y="11311"/>
                </a:cubicBezTo>
                <a:cubicBezTo>
                  <a:pt x="4916" y="11311"/>
                  <a:pt x="4979" y="11279"/>
                  <a:pt x="4979" y="11216"/>
                </a:cubicBezTo>
                <a:cubicBezTo>
                  <a:pt x="5136" y="11594"/>
                  <a:pt x="5514" y="11846"/>
                  <a:pt x="5924" y="11846"/>
                </a:cubicBezTo>
                <a:lnTo>
                  <a:pt x="10114" y="11846"/>
                </a:lnTo>
                <a:cubicBezTo>
                  <a:pt x="10712" y="11846"/>
                  <a:pt x="11122" y="11374"/>
                  <a:pt x="11122" y="10838"/>
                </a:cubicBezTo>
                <a:lnTo>
                  <a:pt x="11122" y="3497"/>
                </a:lnTo>
                <a:lnTo>
                  <a:pt x="11500" y="3497"/>
                </a:lnTo>
                <a:cubicBezTo>
                  <a:pt x="11689" y="3497"/>
                  <a:pt x="11847" y="3340"/>
                  <a:pt x="11847" y="3151"/>
                </a:cubicBezTo>
                <a:lnTo>
                  <a:pt x="11847" y="1072"/>
                </a:lnTo>
                <a:cubicBezTo>
                  <a:pt x="11752" y="441"/>
                  <a:pt x="11343" y="0"/>
                  <a:pt x="107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4378" name="Google Shape;14378;p82"/>
          <p:cNvGrpSpPr/>
          <p:nvPr/>
        </p:nvGrpSpPr>
        <p:grpSpPr>
          <a:xfrm>
            <a:off x="7973975" y="1792877"/>
            <a:ext cx="354136" cy="334348"/>
            <a:chOff x="-25844850" y="2357750"/>
            <a:chExt cx="296175" cy="279625"/>
          </a:xfrm>
        </p:grpSpPr>
        <p:sp>
          <p:nvSpPr>
            <p:cNvPr id="14379" name="Google Shape;14379;p82"/>
            <p:cNvSpPr/>
            <p:nvPr/>
          </p:nvSpPr>
          <p:spPr>
            <a:xfrm>
              <a:off x="-25792075" y="2428625"/>
              <a:ext cx="191425" cy="208750"/>
            </a:xfrm>
            <a:custGeom>
              <a:avLst/>
              <a:gdLst/>
              <a:ahLst/>
              <a:cxnLst/>
              <a:rect l="l" t="t" r="r" b="b"/>
              <a:pathLst>
                <a:path w="7657" h="8350" extrusionOk="0">
                  <a:moveTo>
                    <a:pt x="3781" y="2773"/>
                  </a:moveTo>
                  <a:cubicBezTo>
                    <a:pt x="3970" y="2773"/>
                    <a:pt x="4128" y="2931"/>
                    <a:pt x="4128" y="3120"/>
                  </a:cubicBezTo>
                  <a:cubicBezTo>
                    <a:pt x="4128" y="3309"/>
                    <a:pt x="3970" y="3466"/>
                    <a:pt x="3781" y="3466"/>
                  </a:cubicBezTo>
                  <a:cubicBezTo>
                    <a:pt x="3592" y="3466"/>
                    <a:pt x="3435" y="3309"/>
                    <a:pt x="3435" y="3120"/>
                  </a:cubicBezTo>
                  <a:cubicBezTo>
                    <a:pt x="3435" y="2931"/>
                    <a:pt x="3592" y="2773"/>
                    <a:pt x="3781" y="2773"/>
                  </a:cubicBezTo>
                  <a:close/>
                  <a:moveTo>
                    <a:pt x="3813" y="694"/>
                  </a:moveTo>
                  <a:cubicBezTo>
                    <a:pt x="5167" y="694"/>
                    <a:pt x="6270" y="1796"/>
                    <a:pt x="6270" y="3120"/>
                  </a:cubicBezTo>
                  <a:lnTo>
                    <a:pt x="6270" y="6239"/>
                  </a:lnTo>
                  <a:lnTo>
                    <a:pt x="4191" y="6239"/>
                  </a:lnTo>
                  <a:lnTo>
                    <a:pt x="4191" y="4096"/>
                  </a:lnTo>
                  <a:cubicBezTo>
                    <a:pt x="4569" y="3939"/>
                    <a:pt x="4884" y="3592"/>
                    <a:pt x="4884" y="3120"/>
                  </a:cubicBezTo>
                  <a:cubicBezTo>
                    <a:pt x="4884" y="2521"/>
                    <a:pt x="4411" y="2111"/>
                    <a:pt x="3876" y="2111"/>
                  </a:cubicBezTo>
                  <a:cubicBezTo>
                    <a:pt x="3277" y="2111"/>
                    <a:pt x="2836" y="2584"/>
                    <a:pt x="2836" y="3120"/>
                  </a:cubicBezTo>
                  <a:cubicBezTo>
                    <a:pt x="2836" y="3561"/>
                    <a:pt x="3120" y="3939"/>
                    <a:pt x="3561" y="4096"/>
                  </a:cubicBezTo>
                  <a:lnTo>
                    <a:pt x="3561" y="6239"/>
                  </a:lnTo>
                  <a:lnTo>
                    <a:pt x="1450" y="6239"/>
                  </a:lnTo>
                  <a:lnTo>
                    <a:pt x="1450" y="3120"/>
                  </a:lnTo>
                  <a:lnTo>
                    <a:pt x="1387" y="3120"/>
                  </a:lnTo>
                  <a:cubicBezTo>
                    <a:pt x="1387" y="1796"/>
                    <a:pt x="2489" y="694"/>
                    <a:pt x="3813" y="694"/>
                  </a:cubicBezTo>
                  <a:close/>
                  <a:moveTo>
                    <a:pt x="6585" y="6932"/>
                  </a:moveTo>
                  <a:cubicBezTo>
                    <a:pt x="6774" y="6932"/>
                    <a:pt x="6932" y="7089"/>
                    <a:pt x="6932" y="7310"/>
                  </a:cubicBezTo>
                  <a:lnTo>
                    <a:pt x="6932" y="7625"/>
                  </a:lnTo>
                  <a:lnTo>
                    <a:pt x="662" y="7625"/>
                  </a:lnTo>
                  <a:lnTo>
                    <a:pt x="662" y="7310"/>
                  </a:lnTo>
                  <a:cubicBezTo>
                    <a:pt x="662" y="7089"/>
                    <a:pt x="820" y="6932"/>
                    <a:pt x="1040" y="6932"/>
                  </a:cubicBezTo>
                  <a:close/>
                  <a:moveTo>
                    <a:pt x="3813" y="1"/>
                  </a:moveTo>
                  <a:cubicBezTo>
                    <a:pt x="2080" y="1"/>
                    <a:pt x="725" y="1418"/>
                    <a:pt x="725" y="3120"/>
                  </a:cubicBezTo>
                  <a:lnTo>
                    <a:pt x="725" y="6302"/>
                  </a:lnTo>
                  <a:cubicBezTo>
                    <a:pt x="316" y="6459"/>
                    <a:pt x="1" y="6837"/>
                    <a:pt x="1" y="7310"/>
                  </a:cubicBezTo>
                  <a:lnTo>
                    <a:pt x="1" y="8003"/>
                  </a:lnTo>
                  <a:cubicBezTo>
                    <a:pt x="1" y="8192"/>
                    <a:pt x="158" y="8349"/>
                    <a:pt x="347" y="8349"/>
                  </a:cubicBezTo>
                  <a:lnTo>
                    <a:pt x="7278" y="8349"/>
                  </a:lnTo>
                  <a:cubicBezTo>
                    <a:pt x="7499" y="8349"/>
                    <a:pt x="7656" y="8192"/>
                    <a:pt x="7656" y="8003"/>
                  </a:cubicBezTo>
                  <a:lnTo>
                    <a:pt x="7656" y="7310"/>
                  </a:lnTo>
                  <a:cubicBezTo>
                    <a:pt x="7593" y="6837"/>
                    <a:pt x="7341" y="6428"/>
                    <a:pt x="6932" y="6302"/>
                  </a:cubicBezTo>
                  <a:lnTo>
                    <a:pt x="6932" y="3120"/>
                  </a:lnTo>
                  <a:cubicBezTo>
                    <a:pt x="6932" y="1387"/>
                    <a:pt x="5514" y="1"/>
                    <a:pt x="38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380" name="Google Shape;14380;p82"/>
            <p:cNvSpPr/>
            <p:nvPr/>
          </p:nvSpPr>
          <p:spPr>
            <a:xfrm>
              <a:off x="-25602250" y="2497950"/>
              <a:ext cx="53575" cy="17350"/>
            </a:xfrm>
            <a:custGeom>
              <a:avLst/>
              <a:gdLst/>
              <a:ahLst/>
              <a:cxnLst/>
              <a:rect l="l" t="t" r="r" b="b"/>
              <a:pathLst>
                <a:path w="2143" h="694" extrusionOk="0">
                  <a:moveTo>
                    <a:pt x="378" y="0"/>
                  </a:moveTo>
                  <a:cubicBezTo>
                    <a:pt x="158" y="0"/>
                    <a:pt x="0" y="158"/>
                    <a:pt x="0" y="347"/>
                  </a:cubicBezTo>
                  <a:cubicBezTo>
                    <a:pt x="0" y="536"/>
                    <a:pt x="158" y="693"/>
                    <a:pt x="378" y="693"/>
                  </a:cubicBezTo>
                  <a:lnTo>
                    <a:pt x="1796" y="693"/>
                  </a:lnTo>
                  <a:cubicBezTo>
                    <a:pt x="1985" y="693"/>
                    <a:pt x="2143" y="536"/>
                    <a:pt x="2143" y="347"/>
                  </a:cubicBezTo>
                  <a:cubicBezTo>
                    <a:pt x="2143" y="158"/>
                    <a:pt x="1985"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381" name="Google Shape;14381;p82"/>
            <p:cNvSpPr/>
            <p:nvPr/>
          </p:nvSpPr>
          <p:spPr>
            <a:xfrm>
              <a:off x="-25844850" y="2497950"/>
              <a:ext cx="52800" cy="17350"/>
            </a:xfrm>
            <a:custGeom>
              <a:avLst/>
              <a:gdLst/>
              <a:ahLst/>
              <a:cxnLst/>
              <a:rect l="l" t="t" r="r" b="b"/>
              <a:pathLst>
                <a:path w="2112" h="694" extrusionOk="0">
                  <a:moveTo>
                    <a:pt x="347" y="0"/>
                  </a:moveTo>
                  <a:cubicBezTo>
                    <a:pt x="158" y="0"/>
                    <a:pt x="1" y="158"/>
                    <a:pt x="1" y="347"/>
                  </a:cubicBezTo>
                  <a:cubicBezTo>
                    <a:pt x="1" y="536"/>
                    <a:pt x="158" y="693"/>
                    <a:pt x="347" y="693"/>
                  </a:cubicBezTo>
                  <a:lnTo>
                    <a:pt x="1765" y="693"/>
                  </a:lnTo>
                  <a:cubicBezTo>
                    <a:pt x="1954" y="693"/>
                    <a:pt x="2112" y="536"/>
                    <a:pt x="2112" y="347"/>
                  </a:cubicBezTo>
                  <a:cubicBezTo>
                    <a:pt x="2080" y="158"/>
                    <a:pt x="1923"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382" name="Google Shape;14382;p82"/>
            <p:cNvSpPr/>
            <p:nvPr/>
          </p:nvSpPr>
          <p:spPr>
            <a:xfrm>
              <a:off x="-25706225" y="2357750"/>
              <a:ext cx="17350" cy="53575"/>
            </a:xfrm>
            <a:custGeom>
              <a:avLst/>
              <a:gdLst/>
              <a:ahLst/>
              <a:cxnLst/>
              <a:rect l="l" t="t" r="r" b="b"/>
              <a:pathLst>
                <a:path w="694" h="2143" extrusionOk="0">
                  <a:moveTo>
                    <a:pt x="347" y="0"/>
                  </a:moveTo>
                  <a:cubicBezTo>
                    <a:pt x="158" y="0"/>
                    <a:pt x="1" y="158"/>
                    <a:pt x="1" y="347"/>
                  </a:cubicBezTo>
                  <a:lnTo>
                    <a:pt x="1" y="1764"/>
                  </a:lnTo>
                  <a:cubicBezTo>
                    <a:pt x="1" y="1985"/>
                    <a:pt x="158" y="2143"/>
                    <a:pt x="347" y="2143"/>
                  </a:cubicBezTo>
                  <a:cubicBezTo>
                    <a:pt x="536" y="2143"/>
                    <a:pt x="694" y="1985"/>
                    <a:pt x="694" y="1764"/>
                  </a:cubicBezTo>
                  <a:lnTo>
                    <a:pt x="694" y="347"/>
                  </a:ln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383" name="Google Shape;14383;p82"/>
            <p:cNvSpPr/>
            <p:nvPr/>
          </p:nvSpPr>
          <p:spPr>
            <a:xfrm>
              <a:off x="-25804675" y="2400275"/>
              <a:ext cx="42550" cy="41775"/>
            </a:xfrm>
            <a:custGeom>
              <a:avLst/>
              <a:gdLst/>
              <a:ahLst/>
              <a:cxnLst/>
              <a:rect l="l" t="t" r="r" b="b"/>
              <a:pathLst>
                <a:path w="1702" h="1671" extrusionOk="0">
                  <a:moveTo>
                    <a:pt x="351" y="0"/>
                  </a:moveTo>
                  <a:cubicBezTo>
                    <a:pt x="260" y="0"/>
                    <a:pt x="174" y="32"/>
                    <a:pt x="127" y="95"/>
                  </a:cubicBezTo>
                  <a:cubicBezTo>
                    <a:pt x="0" y="189"/>
                    <a:pt x="0" y="442"/>
                    <a:pt x="127" y="568"/>
                  </a:cubicBezTo>
                  <a:lnTo>
                    <a:pt x="1103" y="1544"/>
                  </a:lnTo>
                  <a:cubicBezTo>
                    <a:pt x="1166" y="1607"/>
                    <a:pt x="1261" y="1670"/>
                    <a:pt x="1324" y="1670"/>
                  </a:cubicBezTo>
                  <a:cubicBezTo>
                    <a:pt x="1418" y="1670"/>
                    <a:pt x="1544" y="1607"/>
                    <a:pt x="1576" y="1544"/>
                  </a:cubicBezTo>
                  <a:cubicBezTo>
                    <a:pt x="1702" y="1418"/>
                    <a:pt x="1702" y="1198"/>
                    <a:pt x="1576" y="1072"/>
                  </a:cubicBezTo>
                  <a:lnTo>
                    <a:pt x="599" y="95"/>
                  </a:lnTo>
                  <a:cubicBezTo>
                    <a:pt x="536" y="32"/>
                    <a:pt x="442" y="0"/>
                    <a:pt x="3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384" name="Google Shape;14384;p82"/>
            <p:cNvSpPr/>
            <p:nvPr/>
          </p:nvSpPr>
          <p:spPr>
            <a:xfrm>
              <a:off x="-25632175" y="2400275"/>
              <a:ext cx="41750" cy="41775"/>
            </a:xfrm>
            <a:custGeom>
              <a:avLst/>
              <a:gdLst/>
              <a:ahLst/>
              <a:cxnLst/>
              <a:rect l="l" t="t" r="r" b="b"/>
              <a:pathLst>
                <a:path w="1670" h="1671" extrusionOk="0">
                  <a:moveTo>
                    <a:pt x="1327" y="0"/>
                  </a:moveTo>
                  <a:cubicBezTo>
                    <a:pt x="1237" y="0"/>
                    <a:pt x="1150" y="32"/>
                    <a:pt x="1103" y="95"/>
                  </a:cubicBezTo>
                  <a:lnTo>
                    <a:pt x="95" y="1072"/>
                  </a:lnTo>
                  <a:cubicBezTo>
                    <a:pt x="0" y="1198"/>
                    <a:pt x="0" y="1418"/>
                    <a:pt x="95" y="1544"/>
                  </a:cubicBezTo>
                  <a:cubicBezTo>
                    <a:pt x="158" y="1607"/>
                    <a:pt x="252" y="1670"/>
                    <a:pt x="347" y="1670"/>
                  </a:cubicBezTo>
                  <a:cubicBezTo>
                    <a:pt x="410" y="1670"/>
                    <a:pt x="536" y="1607"/>
                    <a:pt x="567" y="1544"/>
                  </a:cubicBezTo>
                  <a:lnTo>
                    <a:pt x="1575" y="568"/>
                  </a:lnTo>
                  <a:cubicBezTo>
                    <a:pt x="1670" y="442"/>
                    <a:pt x="1670" y="189"/>
                    <a:pt x="1575" y="95"/>
                  </a:cubicBezTo>
                  <a:cubicBezTo>
                    <a:pt x="1512" y="32"/>
                    <a:pt x="1418" y="0"/>
                    <a:pt x="13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4385" name="Google Shape;14385;p82"/>
          <p:cNvSpPr/>
          <p:nvPr/>
        </p:nvSpPr>
        <p:spPr>
          <a:xfrm>
            <a:off x="7972071" y="2224283"/>
            <a:ext cx="358830" cy="353897"/>
          </a:xfrm>
          <a:custGeom>
            <a:avLst/>
            <a:gdLst/>
            <a:ahLst/>
            <a:cxnLst/>
            <a:rect l="l" t="t" r="r" b="b"/>
            <a:pathLst>
              <a:path w="12004" h="11839" extrusionOk="0">
                <a:moveTo>
                  <a:pt x="7435" y="685"/>
                </a:moveTo>
                <a:cubicBezTo>
                  <a:pt x="7530" y="685"/>
                  <a:pt x="7656" y="748"/>
                  <a:pt x="7687" y="811"/>
                </a:cubicBezTo>
                <a:lnTo>
                  <a:pt x="11121" y="4246"/>
                </a:lnTo>
                <a:cubicBezTo>
                  <a:pt x="11279" y="4372"/>
                  <a:pt x="11279" y="4592"/>
                  <a:pt x="11121" y="4718"/>
                </a:cubicBezTo>
                <a:cubicBezTo>
                  <a:pt x="11058" y="4781"/>
                  <a:pt x="10964" y="4813"/>
                  <a:pt x="10873" y="4813"/>
                </a:cubicBezTo>
                <a:cubicBezTo>
                  <a:pt x="10783" y="4813"/>
                  <a:pt x="10696" y="4781"/>
                  <a:pt x="10649" y="4718"/>
                </a:cubicBezTo>
                <a:lnTo>
                  <a:pt x="7215" y="1284"/>
                </a:lnTo>
                <a:cubicBezTo>
                  <a:pt x="7089" y="1158"/>
                  <a:pt x="7089" y="938"/>
                  <a:pt x="7215" y="811"/>
                </a:cubicBezTo>
                <a:cubicBezTo>
                  <a:pt x="7278" y="748"/>
                  <a:pt x="7372" y="685"/>
                  <a:pt x="7435" y="685"/>
                </a:cubicBezTo>
                <a:close/>
                <a:moveTo>
                  <a:pt x="7971" y="2985"/>
                </a:moveTo>
                <a:lnTo>
                  <a:pt x="8948" y="3962"/>
                </a:lnTo>
                <a:lnTo>
                  <a:pt x="7404" y="5506"/>
                </a:lnTo>
                <a:lnTo>
                  <a:pt x="6427" y="4529"/>
                </a:lnTo>
                <a:lnTo>
                  <a:pt x="7971" y="2985"/>
                </a:lnTo>
                <a:close/>
                <a:moveTo>
                  <a:pt x="5923" y="5033"/>
                </a:moveTo>
                <a:lnTo>
                  <a:pt x="6900" y="6010"/>
                </a:lnTo>
                <a:lnTo>
                  <a:pt x="6459" y="6451"/>
                </a:lnTo>
                <a:cubicBezTo>
                  <a:pt x="6135" y="6775"/>
                  <a:pt x="5672" y="6937"/>
                  <a:pt x="5229" y="6937"/>
                </a:cubicBezTo>
                <a:cubicBezTo>
                  <a:pt x="5155" y="6937"/>
                  <a:pt x="5082" y="6932"/>
                  <a:pt x="5010" y="6923"/>
                </a:cubicBezTo>
                <a:cubicBezTo>
                  <a:pt x="4946" y="6356"/>
                  <a:pt x="5136" y="5821"/>
                  <a:pt x="5482" y="5474"/>
                </a:cubicBezTo>
                <a:lnTo>
                  <a:pt x="5923" y="5033"/>
                </a:lnTo>
                <a:close/>
                <a:moveTo>
                  <a:pt x="6931" y="1946"/>
                </a:moveTo>
                <a:lnTo>
                  <a:pt x="7404" y="2418"/>
                </a:lnTo>
                <a:lnTo>
                  <a:pt x="4978" y="4876"/>
                </a:lnTo>
                <a:cubicBezTo>
                  <a:pt x="4379" y="5443"/>
                  <a:pt x="4127" y="6230"/>
                  <a:pt x="4285" y="7081"/>
                </a:cubicBezTo>
                <a:lnTo>
                  <a:pt x="4348" y="7175"/>
                </a:lnTo>
                <a:cubicBezTo>
                  <a:pt x="4379" y="7301"/>
                  <a:pt x="4442" y="7427"/>
                  <a:pt x="4600" y="7459"/>
                </a:cubicBezTo>
                <a:lnTo>
                  <a:pt x="4726" y="7491"/>
                </a:lnTo>
                <a:cubicBezTo>
                  <a:pt x="4883" y="7554"/>
                  <a:pt x="5041" y="7554"/>
                  <a:pt x="5199" y="7554"/>
                </a:cubicBezTo>
                <a:cubicBezTo>
                  <a:pt x="5829" y="7554"/>
                  <a:pt x="6459" y="7301"/>
                  <a:pt x="6931" y="6829"/>
                </a:cubicBezTo>
                <a:lnTo>
                  <a:pt x="9389" y="4403"/>
                </a:lnTo>
                <a:lnTo>
                  <a:pt x="9861" y="4876"/>
                </a:lnTo>
                <a:lnTo>
                  <a:pt x="7687" y="7207"/>
                </a:lnTo>
                <a:cubicBezTo>
                  <a:pt x="6964" y="7905"/>
                  <a:pt x="6050" y="8306"/>
                  <a:pt x="5066" y="8306"/>
                </a:cubicBezTo>
                <a:cubicBezTo>
                  <a:pt x="4851" y="8306"/>
                  <a:pt x="4632" y="8286"/>
                  <a:pt x="4411" y="8247"/>
                </a:cubicBezTo>
                <a:lnTo>
                  <a:pt x="4348" y="8247"/>
                </a:lnTo>
                <a:cubicBezTo>
                  <a:pt x="4222" y="8247"/>
                  <a:pt x="4096" y="8310"/>
                  <a:pt x="4033" y="8341"/>
                </a:cubicBezTo>
                <a:lnTo>
                  <a:pt x="2080" y="10263"/>
                </a:lnTo>
                <a:lnTo>
                  <a:pt x="1607" y="9790"/>
                </a:lnTo>
                <a:lnTo>
                  <a:pt x="3560" y="7869"/>
                </a:lnTo>
                <a:cubicBezTo>
                  <a:pt x="3623" y="7774"/>
                  <a:pt x="3655" y="7680"/>
                  <a:pt x="3623" y="7554"/>
                </a:cubicBezTo>
                <a:lnTo>
                  <a:pt x="3623" y="7459"/>
                </a:lnTo>
                <a:cubicBezTo>
                  <a:pt x="3466" y="6293"/>
                  <a:pt x="3875" y="5065"/>
                  <a:pt x="4694" y="4214"/>
                </a:cubicBezTo>
                <a:lnTo>
                  <a:pt x="6931" y="1946"/>
                </a:lnTo>
                <a:close/>
                <a:moveTo>
                  <a:pt x="1103" y="10357"/>
                </a:moveTo>
                <a:lnTo>
                  <a:pt x="1575" y="10830"/>
                </a:lnTo>
                <a:lnTo>
                  <a:pt x="1355" y="11051"/>
                </a:lnTo>
                <a:cubicBezTo>
                  <a:pt x="1292" y="11114"/>
                  <a:pt x="1213" y="11145"/>
                  <a:pt x="1130" y="11145"/>
                </a:cubicBezTo>
                <a:cubicBezTo>
                  <a:pt x="1048" y="11145"/>
                  <a:pt x="961" y="11114"/>
                  <a:pt x="882" y="11051"/>
                </a:cubicBezTo>
                <a:cubicBezTo>
                  <a:pt x="756" y="10925"/>
                  <a:pt x="756" y="10704"/>
                  <a:pt x="882" y="10578"/>
                </a:cubicBezTo>
                <a:lnTo>
                  <a:pt x="1103" y="10357"/>
                </a:lnTo>
                <a:close/>
                <a:moveTo>
                  <a:pt x="7479" y="0"/>
                </a:moveTo>
                <a:cubicBezTo>
                  <a:pt x="7215" y="0"/>
                  <a:pt x="6947" y="103"/>
                  <a:pt x="6742" y="307"/>
                </a:cubicBezTo>
                <a:cubicBezTo>
                  <a:pt x="6427" y="622"/>
                  <a:pt x="6364" y="1095"/>
                  <a:pt x="6553" y="1473"/>
                </a:cubicBezTo>
                <a:lnTo>
                  <a:pt x="4253" y="3773"/>
                </a:lnTo>
                <a:cubicBezTo>
                  <a:pt x="3277" y="4750"/>
                  <a:pt x="2804" y="6136"/>
                  <a:pt x="2962" y="7522"/>
                </a:cubicBezTo>
                <a:lnTo>
                  <a:pt x="410" y="10074"/>
                </a:lnTo>
                <a:cubicBezTo>
                  <a:pt x="0" y="10452"/>
                  <a:pt x="0" y="11145"/>
                  <a:pt x="410" y="11523"/>
                </a:cubicBezTo>
                <a:cubicBezTo>
                  <a:pt x="599" y="11712"/>
                  <a:pt x="882" y="11838"/>
                  <a:pt x="1134" y="11838"/>
                </a:cubicBezTo>
                <a:cubicBezTo>
                  <a:pt x="1418" y="11838"/>
                  <a:pt x="1701" y="11712"/>
                  <a:pt x="1891" y="11523"/>
                </a:cubicBezTo>
                <a:lnTo>
                  <a:pt x="4442" y="8971"/>
                </a:lnTo>
                <a:cubicBezTo>
                  <a:pt x="4618" y="8991"/>
                  <a:pt x="4793" y="9001"/>
                  <a:pt x="4968" y="9001"/>
                </a:cubicBezTo>
                <a:cubicBezTo>
                  <a:pt x="6173" y="9001"/>
                  <a:pt x="7338" y="8533"/>
                  <a:pt x="8192" y="7680"/>
                </a:cubicBezTo>
                <a:lnTo>
                  <a:pt x="10491" y="5380"/>
                </a:lnTo>
                <a:cubicBezTo>
                  <a:pt x="10649" y="5443"/>
                  <a:pt x="10743" y="5506"/>
                  <a:pt x="10901" y="5506"/>
                </a:cubicBezTo>
                <a:cubicBezTo>
                  <a:pt x="11184" y="5506"/>
                  <a:pt x="11468" y="5380"/>
                  <a:pt x="11657" y="5191"/>
                </a:cubicBezTo>
                <a:cubicBezTo>
                  <a:pt x="12004" y="4781"/>
                  <a:pt x="12004" y="4119"/>
                  <a:pt x="11626" y="3741"/>
                </a:cubicBezTo>
                <a:lnTo>
                  <a:pt x="8192" y="307"/>
                </a:lnTo>
                <a:cubicBezTo>
                  <a:pt x="8002" y="103"/>
                  <a:pt x="7743" y="0"/>
                  <a:pt x="74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4386" name="Google Shape;14386;p82"/>
          <p:cNvGrpSpPr/>
          <p:nvPr/>
        </p:nvGrpSpPr>
        <p:grpSpPr>
          <a:xfrm>
            <a:off x="6702883" y="2666033"/>
            <a:ext cx="228887" cy="353210"/>
            <a:chOff x="-23917525" y="1970225"/>
            <a:chExt cx="191425" cy="295400"/>
          </a:xfrm>
        </p:grpSpPr>
        <p:sp>
          <p:nvSpPr>
            <p:cNvPr id="14387" name="Google Shape;14387;p82"/>
            <p:cNvSpPr/>
            <p:nvPr/>
          </p:nvSpPr>
          <p:spPr>
            <a:xfrm>
              <a:off x="-23917525" y="1970225"/>
              <a:ext cx="191425" cy="295400"/>
            </a:xfrm>
            <a:custGeom>
              <a:avLst/>
              <a:gdLst/>
              <a:ahLst/>
              <a:cxnLst/>
              <a:rect l="l" t="t" r="r" b="b"/>
              <a:pathLst>
                <a:path w="7657" h="11816" extrusionOk="0">
                  <a:moveTo>
                    <a:pt x="6616" y="694"/>
                  </a:moveTo>
                  <a:cubicBezTo>
                    <a:pt x="6805" y="694"/>
                    <a:pt x="6963" y="851"/>
                    <a:pt x="6963" y="1072"/>
                  </a:cubicBezTo>
                  <a:lnTo>
                    <a:pt x="6963" y="1450"/>
                  </a:lnTo>
                  <a:lnTo>
                    <a:pt x="725" y="1450"/>
                  </a:lnTo>
                  <a:lnTo>
                    <a:pt x="725" y="1072"/>
                  </a:lnTo>
                  <a:cubicBezTo>
                    <a:pt x="725" y="851"/>
                    <a:pt x="883" y="694"/>
                    <a:pt x="1072" y="694"/>
                  </a:cubicBezTo>
                  <a:close/>
                  <a:moveTo>
                    <a:pt x="6994" y="2175"/>
                  </a:moveTo>
                  <a:lnTo>
                    <a:pt x="6994" y="8413"/>
                  </a:lnTo>
                  <a:lnTo>
                    <a:pt x="725" y="8413"/>
                  </a:lnTo>
                  <a:lnTo>
                    <a:pt x="725" y="2175"/>
                  </a:lnTo>
                  <a:close/>
                  <a:moveTo>
                    <a:pt x="6931" y="9106"/>
                  </a:moveTo>
                  <a:lnTo>
                    <a:pt x="6931" y="10838"/>
                  </a:lnTo>
                  <a:cubicBezTo>
                    <a:pt x="6931" y="11028"/>
                    <a:pt x="6774" y="11185"/>
                    <a:pt x="6585" y="11185"/>
                  </a:cubicBezTo>
                  <a:lnTo>
                    <a:pt x="1040" y="11185"/>
                  </a:lnTo>
                  <a:cubicBezTo>
                    <a:pt x="819" y="11185"/>
                    <a:pt x="662" y="11028"/>
                    <a:pt x="662" y="10838"/>
                  </a:cubicBezTo>
                  <a:lnTo>
                    <a:pt x="662" y="9106"/>
                  </a:lnTo>
                  <a:close/>
                  <a:moveTo>
                    <a:pt x="1040" y="1"/>
                  </a:moveTo>
                  <a:cubicBezTo>
                    <a:pt x="441" y="1"/>
                    <a:pt x="0" y="473"/>
                    <a:pt x="0" y="1009"/>
                  </a:cubicBezTo>
                  <a:lnTo>
                    <a:pt x="0" y="10775"/>
                  </a:lnTo>
                  <a:cubicBezTo>
                    <a:pt x="0" y="11374"/>
                    <a:pt x="473" y="11815"/>
                    <a:pt x="1040" y="11815"/>
                  </a:cubicBezTo>
                  <a:lnTo>
                    <a:pt x="6585" y="11815"/>
                  </a:lnTo>
                  <a:cubicBezTo>
                    <a:pt x="7184" y="11815"/>
                    <a:pt x="7593" y="11343"/>
                    <a:pt x="7593" y="10775"/>
                  </a:cubicBezTo>
                  <a:lnTo>
                    <a:pt x="7593" y="1009"/>
                  </a:lnTo>
                  <a:cubicBezTo>
                    <a:pt x="7656" y="473"/>
                    <a:pt x="7184" y="1"/>
                    <a:pt x="65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388" name="Google Shape;14388;p82"/>
            <p:cNvSpPr/>
            <p:nvPr/>
          </p:nvSpPr>
          <p:spPr>
            <a:xfrm>
              <a:off x="-23882075" y="2041125"/>
              <a:ext cx="121300" cy="121325"/>
            </a:xfrm>
            <a:custGeom>
              <a:avLst/>
              <a:gdLst/>
              <a:ahLst/>
              <a:cxnLst/>
              <a:rect l="l" t="t" r="r" b="b"/>
              <a:pathLst>
                <a:path w="4852" h="4853" extrusionOk="0">
                  <a:moveTo>
                    <a:pt x="2773" y="662"/>
                  </a:moveTo>
                  <a:lnTo>
                    <a:pt x="2773" y="1702"/>
                  </a:lnTo>
                  <a:cubicBezTo>
                    <a:pt x="2773" y="1891"/>
                    <a:pt x="2930" y="2048"/>
                    <a:pt x="3119" y="2048"/>
                  </a:cubicBezTo>
                  <a:lnTo>
                    <a:pt x="4127" y="2048"/>
                  </a:lnTo>
                  <a:lnTo>
                    <a:pt x="4127" y="2773"/>
                  </a:lnTo>
                  <a:lnTo>
                    <a:pt x="3119" y="2773"/>
                  </a:lnTo>
                  <a:cubicBezTo>
                    <a:pt x="2930" y="2773"/>
                    <a:pt x="2773" y="2962"/>
                    <a:pt x="2773" y="3151"/>
                  </a:cubicBezTo>
                  <a:lnTo>
                    <a:pt x="2773" y="4159"/>
                  </a:lnTo>
                  <a:lnTo>
                    <a:pt x="2048" y="4159"/>
                  </a:lnTo>
                  <a:lnTo>
                    <a:pt x="2048" y="3119"/>
                  </a:lnTo>
                  <a:cubicBezTo>
                    <a:pt x="2048" y="2899"/>
                    <a:pt x="1890" y="2741"/>
                    <a:pt x="1701" y="2741"/>
                  </a:cubicBezTo>
                  <a:lnTo>
                    <a:pt x="662" y="2741"/>
                  </a:lnTo>
                  <a:lnTo>
                    <a:pt x="662" y="2048"/>
                  </a:lnTo>
                  <a:lnTo>
                    <a:pt x="1701" y="2048"/>
                  </a:lnTo>
                  <a:cubicBezTo>
                    <a:pt x="1890" y="2048"/>
                    <a:pt x="2048" y="1891"/>
                    <a:pt x="2048" y="1702"/>
                  </a:cubicBezTo>
                  <a:lnTo>
                    <a:pt x="2048" y="662"/>
                  </a:lnTo>
                  <a:close/>
                  <a:moveTo>
                    <a:pt x="1733" y="0"/>
                  </a:moveTo>
                  <a:cubicBezTo>
                    <a:pt x="1544" y="0"/>
                    <a:pt x="1386" y="158"/>
                    <a:pt x="1386" y="347"/>
                  </a:cubicBezTo>
                  <a:lnTo>
                    <a:pt x="1386" y="1386"/>
                  </a:lnTo>
                  <a:lnTo>
                    <a:pt x="347" y="1386"/>
                  </a:lnTo>
                  <a:cubicBezTo>
                    <a:pt x="158" y="1386"/>
                    <a:pt x="0" y="1544"/>
                    <a:pt x="0" y="1733"/>
                  </a:cubicBezTo>
                  <a:lnTo>
                    <a:pt x="0" y="3119"/>
                  </a:lnTo>
                  <a:cubicBezTo>
                    <a:pt x="0" y="3308"/>
                    <a:pt x="158" y="3466"/>
                    <a:pt x="347" y="3466"/>
                  </a:cubicBezTo>
                  <a:lnTo>
                    <a:pt x="1386" y="3466"/>
                  </a:lnTo>
                  <a:lnTo>
                    <a:pt x="1386" y="4474"/>
                  </a:lnTo>
                  <a:cubicBezTo>
                    <a:pt x="1386" y="4694"/>
                    <a:pt x="1544" y="4852"/>
                    <a:pt x="1733" y="4852"/>
                  </a:cubicBezTo>
                  <a:lnTo>
                    <a:pt x="3119" y="4852"/>
                  </a:lnTo>
                  <a:cubicBezTo>
                    <a:pt x="3308" y="4852"/>
                    <a:pt x="3466" y="4694"/>
                    <a:pt x="3466" y="4474"/>
                  </a:cubicBezTo>
                  <a:lnTo>
                    <a:pt x="3466" y="3466"/>
                  </a:lnTo>
                  <a:lnTo>
                    <a:pt x="4505" y="3466"/>
                  </a:lnTo>
                  <a:cubicBezTo>
                    <a:pt x="4694" y="3466"/>
                    <a:pt x="4852" y="3308"/>
                    <a:pt x="4852" y="3119"/>
                  </a:cubicBezTo>
                  <a:lnTo>
                    <a:pt x="4852" y="1733"/>
                  </a:lnTo>
                  <a:cubicBezTo>
                    <a:pt x="4852" y="1544"/>
                    <a:pt x="4694" y="1386"/>
                    <a:pt x="4505" y="1386"/>
                  </a:cubicBezTo>
                  <a:lnTo>
                    <a:pt x="3466" y="1386"/>
                  </a:lnTo>
                  <a:lnTo>
                    <a:pt x="3466" y="347"/>
                  </a:lnTo>
                  <a:cubicBezTo>
                    <a:pt x="3466" y="158"/>
                    <a:pt x="3308" y="0"/>
                    <a:pt x="31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389" name="Google Shape;14389;p82"/>
            <p:cNvSpPr/>
            <p:nvPr/>
          </p:nvSpPr>
          <p:spPr>
            <a:xfrm>
              <a:off x="-23839550" y="2214400"/>
              <a:ext cx="35475" cy="17350"/>
            </a:xfrm>
            <a:custGeom>
              <a:avLst/>
              <a:gdLst/>
              <a:ahLst/>
              <a:cxnLst/>
              <a:rect l="l" t="t" r="r" b="b"/>
              <a:pathLst>
                <a:path w="1419" h="694" extrusionOk="0">
                  <a:moveTo>
                    <a:pt x="347" y="0"/>
                  </a:moveTo>
                  <a:cubicBezTo>
                    <a:pt x="158" y="0"/>
                    <a:pt x="0" y="158"/>
                    <a:pt x="0" y="347"/>
                  </a:cubicBezTo>
                  <a:cubicBezTo>
                    <a:pt x="0" y="536"/>
                    <a:pt x="158" y="693"/>
                    <a:pt x="347" y="693"/>
                  </a:cubicBezTo>
                  <a:lnTo>
                    <a:pt x="1072" y="693"/>
                  </a:lnTo>
                  <a:cubicBezTo>
                    <a:pt x="1261" y="693"/>
                    <a:pt x="1418" y="536"/>
                    <a:pt x="1418" y="347"/>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390" name="Google Shape;14390;p82"/>
          <p:cNvGrpSpPr/>
          <p:nvPr/>
        </p:nvGrpSpPr>
        <p:grpSpPr>
          <a:xfrm>
            <a:off x="6658164" y="3112911"/>
            <a:ext cx="318325" cy="354107"/>
            <a:chOff x="-23952175" y="2340425"/>
            <a:chExt cx="266225" cy="296150"/>
          </a:xfrm>
        </p:grpSpPr>
        <p:sp>
          <p:nvSpPr>
            <p:cNvPr id="14391" name="Google Shape;14391;p82"/>
            <p:cNvSpPr/>
            <p:nvPr/>
          </p:nvSpPr>
          <p:spPr>
            <a:xfrm>
              <a:off x="-23952175" y="2340425"/>
              <a:ext cx="266225" cy="296150"/>
            </a:xfrm>
            <a:custGeom>
              <a:avLst/>
              <a:gdLst/>
              <a:ahLst/>
              <a:cxnLst/>
              <a:rect l="l" t="t" r="r" b="b"/>
              <a:pathLst>
                <a:path w="10649" h="11846" extrusionOk="0">
                  <a:moveTo>
                    <a:pt x="3844" y="693"/>
                  </a:moveTo>
                  <a:cubicBezTo>
                    <a:pt x="4033" y="693"/>
                    <a:pt x="4190" y="851"/>
                    <a:pt x="4190" y="1040"/>
                  </a:cubicBezTo>
                  <a:lnTo>
                    <a:pt x="4190" y="1449"/>
                  </a:lnTo>
                  <a:lnTo>
                    <a:pt x="2804" y="1449"/>
                  </a:lnTo>
                  <a:lnTo>
                    <a:pt x="2804" y="1040"/>
                  </a:lnTo>
                  <a:lnTo>
                    <a:pt x="2773" y="1040"/>
                  </a:lnTo>
                  <a:cubicBezTo>
                    <a:pt x="2773" y="851"/>
                    <a:pt x="2930" y="693"/>
                    <a:pt x="3119" y="693"/>
                  </a:cubicBezTo>
                  <a:close/>
                  <a:moveTo>
                    <a:pt x="5230" y="2111"/>
                  </a:moveTo>
                  <a:cubicBezTo>
                    <a:pt x="5608" y="2111"/>
                    <a:pt x="5955" y="2363"/>
                    <a:pt x="6175" y="2710"/>
                  </a:cubicBezTo>
                  <a:cubicBezTo>
                    <a:pt x="5703" y="2993"/>
                    <a:pt x="5387" y="3497"/>
                    <a:pt x="5387" y="4096"/>
                  </a:cubicBezTo>
                  <a:cubicBezTo>
                    <a:pt x="5387" y="4442"/>
                    <a:pt x="5482" y="4726"/>
                    <a:pt x="5640" y="4946"/>
                  </a:cubicBezTo>
                  <a:cubicBezTo>
                    <a:pt x="5547" y="4960"/>
                    <a:pt x="5454" y="4966"/>
                    <a:pt x="5362" y="4966"/>
                  </a:cubicBezTo>
                  <a:cubicBezTo>
                    <a:pt x="4796" y="4966"/>
                    <a:pt x="4246" y="4723"/>
                    <a:pt x="3812" y="4316"/>
                  </a:cubicBezTo>
                  <a:lnTo>
                    <a:pt x="3718" y="4253"/>
                  </a:lnTo>
                  <a:cubicBezTo>
                    <a:pt x="3245" y="3812"/>
                    <a:pt x="2647" y="3529"/>
                    <a:pt x="2016" y="3466"/>
                  </a:cubicBezTo>
                  <a:cubicBezTo>
                    <a:pt x="1874" y="3433"/>
                    <a:pt x="1727" y="3419"/>
                    <a:pt x="1578" y="3419"/>
                  </a:cubicBezTo>
                  <a:cubicBezTo>
                    <a:pt x="1299" y="3419"/>
                    <a:pt x="1012" y="3467"/>
                    <a:pt x="725" y="3529"/>
                  </a:cubicBezTo>
                  <a:lnTo>
                    <a:pt x="725" y="3151"/>
                  </a:lnTo>
                  <a:cubicBezTo>
                    <a:pt x="693" y="2583"/>
                    <a:pt x="1166" y="2111"/>
                    <a:pt x="1733" y="2111"/>
                  </a:cubicBezTo>
                  <a:close/>
                  <a:moveTo>
                    <a:pt x="8979" y="3182"/>
                  </a:moveTo>
                  <a:cubicBezTo>
                    <a:pt x="9515" y="3182"/>
                    <a:pt x="9924" y="3623"/>
                    <a:pt x="9924" y="4127"/>
                  </a:cubicBezTo>
                  <a:cubicBezTo>
                    <a:pt x="9924" y="4568"/>
                    <a:pt x="9546" y="4883"/>
                    <a:pt x="9137" y="5198"/>
                  </a:cubicBezTo>
                  <a:cubicBezTo>
                    <a:pt x="9074" y="5230"/>
                    <a:pt x="8097" y="6112"/>
                    <a:pt x="7971" y="6207"/>
                  </a:cubicBezTo>
                  <a:cubicBezTo>
                    <a:pt x="7845" y="6144"/>
                    <a:pt x="6679" y="5104"/>
                    <a:pt x="6679" y="5104"/>
                  </a:cubicBezTo>
                  <a:cubicBezTo>
                    <a:pt x="6270" y="4757"/>
                    <a:pt x="5986" y="4505"/>
                    <a:pt x="5986" y="4127"/>
                  </a:cubicBezTo>
                  <a:cubicBezTo>
                    <a:pt x="5986" y="3623"/>
                    <a:pt x="6427" y="3182"/>
                    <a:pt x="6931" y="3182"/>
                  </a:cubicBezTo>
                  <a:cubicBezTo>
                    <a:pt x="7215" y="3182"/>
                    <a:pt x="7498" y="3308"/>
                    <a:pt x="7687" y="3529"/>
                  </a:cubicBezTo>
                  <a:cubicBezTo>
                    <a:pt x="7782" y="3623"/>
                    <a:pt x="7845" y="3686"/>
                    <a:pt x="7971" y="3686"/>
                  </a:cubicBezTo>
                  <a:cubicBezTo>
                    <a:pt x="8097" y="3686"/>
                    <a:pt x="8160" y="3655"/>
                    <a:pt x="8254" y="3529"/>
                  </a:cubicBezTo>
                  <a:cubicBezTo>
                    <a:pt x="8443" y="3308"/>
                    <a:pt x="8664" y="3182"/>
                    <a:pt x="8979" y="3182"/>
                  </a:cubicBezTo>
                  <a:close/>
                  <a:moveTo>
                    <a:pt x="1561" y="4127"/>
                  </a:moveTo>
                  <a:cubicBezTo>
                    <a:pt x="2142" y="4127"/>
                    <a:pt x="2710" y="4337"/>
                    <a:pt x="3151" y="4757"/>
                  </a:cubicBezTo>
                  <a:lnTo>
                    <a:pt x="3245" y="4820"/>
                  </a:lnTo>
                  <a:cubicBezTo>
                    <a:pt x="3844" y="5356"/>
                    <a:pt x="4568" y="5671"/>
                    <a:pt x="5324" y="5671"/>
                  </a:cubicBezTo>
                  <a:cubicBezTo>
                    <a:pt x="5608" y="5671"/>
                    <a:pt x="5860" y="5639"/>
                    <a:pt x="6112" y="5545"/>
                  </a:cubicBezTo>
                  <a:cubicBezTo>
                    <a:pt x="6144" y="5545"/>
                    <a:pt x="6144" y="5576"/>
                    <a:pt x="6207" y="5576"/>
                  </a:cubicBezTo>
                  <a:lnTo>
                    <a:pt x="6207" y="7278"/>
                  </a:lnTo>
                  <a:cubicBezTo>
                    <a:pt x="6207" y="7876"/>
                    <a:pt x="5734" y="8286"/>
                    <a:pt x="5167" y="8286"/>
                  </a:cubicBezTo>
                  <a:lnTo>
                    <a:pt x="1701" y="8286"/>
                  </a:lnTo>
                  <a:cubicBezTo>
                    <a:pt x="1655" y="8294"/>
                    <a:pt x="1610" y="8298"/>
                    <a:pt x="1565" y="8298"/>
                  </a:cubicBezTo>
                  <a:cubicBezTo>
                    <a:pt x="1088" y="8298"/>
                    <a:pt x="693" y="7856"/>
                    <a:pt x="693" y="7309"/>
                  </a:cubicBezTo>
                  <a:lnTo>
                    <a:pt x="693" y="4285"/>
                  </a:lnTo>
                  <a:cubicBezTo>
                    <a:pt x="977" y="4180"/>
                    <a:pt x="1271" y="4127"/>
                    <a:pt x="1561" y="4127"/>
                  </a:cubicBezTo>
                  <a:close/>
                  <a:moveTo>
                    <a:pt x="3844" y="9105"/>
                  </a:moveTo>
                  <a:lnTo>
                    <a:pt x="3844" y="9452"/>
                  </a:lnTo>
                  <a:cubicBezTo>
                    <a:pt x="3844" y="9641"/>
                    <a:pt x="3686" y="9798"/>
                    <a:pt x="3466" y="9798"/>
                  </a:cubicBezTo>
                  <a:cubicBezTo>
                    <a:pt x="3277" y="9798"/>
                    <a:pt x="3119" y="9641"/>
                    <a:pt x="3119" y="9452"/>
                  </a:cubicBezTo>
                  <a:lnTo>
                    <a:pt x="3119" y="9105"/>
                  </a:lnTo>
                  <a:close/>
                  <a:moveTo>
                    <a:pt x="6994" y="6207"/>
                  </a:moveTo>
                  <a:cubicBezTo>
                    <a:pt x="7057" y="6301"/>
                    <a:pt x="7530" y="6679"/>
                    <a:pt x="7687" y="6805"/>
                  </a:cubicBezTo>
                  <a:lnTo>
                    <a:pt x="7687" y="10082"/>
                  </a:lnTo>
                  <a:cubicBezTo>
                    <a:pt x="7656" y="10680"/>
                    <a:pt x="7183" y="11153"/>
                    <a:pt x="6585" y="11153"/>
                  </a:cubicBezTo>
                  <a:lnTo>
                    <a:pt x="4852" y="11153"/>
                  </a:lnTo>
                  <a:cubicBezTo>
                    <a:pt x="4379" y="11153"/>
                    <a:pt x="4001" y="10838"/>
                    <a:pt x="3875" y="10397"/>
                  </a:cubicBezTo>
                  <a:cubicBezTo>
                    <a:pt x="4253" y="10239"/>
                    <a:pt x="4537" y="9893"/>
                    <a:pt x="4537" y="9420"/>
                  </a:cubicBezTo>
                  <a:lnTo>
                    <a:pt x="4537" y="9042"/>
                  </a:lnTo>
                  <a:lnTo>
                    <a:pt x="5261" y="9042"/>
                  </a:lnTo>
                  <a:cubicBezTo>
                    <a:pt x="6207" y="9042"/>
                    <a:pt x="6994" y="8254"/>
                    <a:pt x="6994" y="7309"/>
                  </a:cubicBezTo>
                  <a:lnTo>
                    <a:pt x="6994" y="6207"/>
                  </a:lnTo>
                  <a:close/>
                  <a:moveTo>
                    <a:pt x="3119" y="0"/>
                  </a:moveTo>
                  <a:cubicBezTo>
                    <a:pt x="2521" y="0"/>
                    <a:pt x="2111" y="473"/>
                    <a:pt x="2111" y="1008"/>
                  </a:cubicBezTo>
                  <a:lnTo>
                    <a:pt x="2111" y="1418"/>
                  </a:lnTo>
                  <a:lnTo>
                    <a:pt x="1733" y="1418"/>
                  </a:lnTo>
                  <a:cubicBezTo>
                    <a:pt x="788" y="1418"/>
                    <a:pt x="0" y="2205"/>
                    <a:pt x="0" y="3151"/>
                  </a:cubicBezTo>
                  <a:lnTo>
                    <a:pt x="0" y="7309"/>
                  </a:lnTo>
                  <a:cubicBezTo>
                    <a:pt x="0" y="8254"/>
                    <a:pt x="788" y="9042"/>
                    <a:pt x="1733" y="9042"/>
                  </a:cubicBezTo>
                  <a:lnTo>
                    <a:pt x="2458" y="9042"/>
                  </a:lnTo>
                  <a:lnTo>
                    <a:pt x="2458" y="9420"/>
                  </a:lnTo>
                  <a:cubicBezTo>
                    <a:pt x="2458" y="9893"/>
                    <a:pt x="2773" y="10271"/>
                    <a:pt x="3182" y="10397"/>
                  </a:cubicBezTo>
                  <a:cubicBezTo>
                    <a:pt x="3340" y="11216"/>
                    <a:pt x="4033" y="11846"/>
                    <a:pt x="4852" y="11846"/>
                  </a:cubicBezTo>
                  <a:lnTo>
                    <a:pt x="6585" y="11846"/>
                  </a:lnTo>
                  <a:cubicBezTo>
                    <a:pt x="7530" y="11846"/>
                    <a:pt x="8317" y="11058"/>
                    <a:pt x="8317" y="10113"/>
                  </a:cubicBezTo>
                  <a:lnTo>
                    <a:pt x="8317" y="6837"/>
                  </a:lnTo>
                  <a:cubicBezTo>
                    <a:pt x="8443" y="6742"/>
                    <a:pt x="9546" y="5797"/>
                    <a:pt x="9578" y="5734"/>
                  </a:cubicBezTo>
                  <a:cubicBezTo>
                    <a:pt x="10050" y="5356"/>
                    <a:pt x="10617" y="4883"/>
                    <a:pt x="10617" y="4127"/>
                  </a:cubicBezTo>
                  <a:cubicBezTo>
                    <a:pt x="10649" y="3214"/>
                    <a:pt x="9893" y="2489"/>
                    <a:pt x="9011" y="2489"/>
                  </a:cubicBezTo>
                  <a:cubicBezTo>
                    <a:pt x="8601" y="2489"/>
                    <a:pt x="8254" y="2583"/>
                    <a:pt x="7971" y="2836"/>
                  </a:cubicBezTo>
                  <a:cubicBezTo>
                    <a:pt x="7687" y="2583"/>
                    <a:pt x="7341" y="2489"/>
                    <a:pt x="6963" y="2489"/>
                  </a:cubicBezTo>
                  <a:lnTo>
                    <a:pt x="6805" y="2489"/>
                  </a:lnTo>
                  <a:cubicBezTo>
                    <a:pt x="6522" y="1859"/>
                    <a:pt x="5892" y="1418"/>
                    <a:pt x="5230" y="1418"/>
                  </a:cubicBezTo>
                  <a:lnTo>
                    <a:pt x="4852" y="1418"/>
                  </a:lnTo>
                  <a:lnTo>
                    <a:pt x="4852" y="1008"/>
                  </a:lnTo>
                  <a:cubicBezTo>
                    <a:pt x="4852" y="441"/>
                    <a:pt x="4379" y="0"/>
                    <a:pt x="3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392" name="Google Shape;14392;p82"/>
            <p:cNvSpPr/>
            <p:nvPr/>
          </p:nvSpPr>
          <p:spPr>
            <a:xfrm>
              <a:off x="-23918325" y="2479025"/>
              <a:ext cx="53600" cy="52375"/>
            </a:xfrm>
            <a:custGeom>
              <a:avLst/>
              <a:gdLst/>
              <a:ahLst/>
              <a:cxnLst/>
              <a:rect l="l" t="t" r="r" b="b"/>
              <a:pathLst>
                <a:path w="2144" h="2095" extrusionOk="0">
                  <a:moveTo>
                    <a:pt x="347" y="1"/>
                  </a:moveTo>
                  <a:cubicBezTo>
                    <a:pt x="158" y="1"/>
                    <a:pt x="1" y="158"/>
                    <a:pt x="1" y="347"/>
                  </a:cubicBezTo>
                  <a:lnTo>
                    <a:pt x="1" y="1072"/>
                  </a:lnTo>
                  <a:cubicBezTo>
                    <a:pt x="1" y="1671"/>
                    <a:pt x="473" y="2080"/>
                    <a:pt x="1009" y="2080"/>
                  </a:cubicBezTo>
                  <a:lnTo>
                    <a:pt x="1734" y="2080"/>
                  </a:lnTo>
                  <a:cubicBezTo>
                    <a:pt x="1767" y="2090"/>
                    <a:pt x="1800" y="2094"/>
                    <a:pt x="1831" y="2094"/>
                  </a:cubicBezTo>
                  <a:cubicBezTo>
                    <a:pt x="2007" y="2094"/>
                    <a:pt x="2143" y="1952"/>
                    <a:pt x="2143" y="1765"/>
                  </a:cubicBezTo>
                  <a:cubicBezTo>
                    <a:pt x="2143" y="1576"/>
                    <a:pt x="1954" y="1419"/>
                    <a:pt x="1765" y="1419"/>
                  </a:cubicBezTo>
                  <a:lnTo>
                    <a:pt x="1072" y="1419"/>
                  </a:lnTo>
                  <a:cubicBezTo>
                    <a:pt x="851" y="1419"/>
                    <a:pt x="694" y="1261"/>
                    <a:pt x="694" y="1072"/>
                  </a:cubicBezTo>
                  <a:lnTo>
                    <a:pt x="694" y="347"/>
                  </a:ln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4393" name="Google Shape;14393;p82"/>
          <p:cNvSpPr/>
          <p:nvPr/>
        </p:nvSpPr>
        <p:spPr>
          <a:xfrm>
            <a:off x="6631253" y="3554898"/>
            <a:ext cx="372969" cy="352492"/>
          </a:xfrm>
          <a:custGeom>
            <a:avLst/>
            <a:gdLst/>
            <a:ahLst/>
            <a:cxnLst/>
            <a:rect l="l" t="t" r="r" b="b"/>
            <a:pathLst>
              <a:path w="12477" h="11792" extrusionOk="0">
                <a:moveTo>
                  <a:pt x="10845" y="690"/>
                </a:moveTo>
                <a:cubicBezTo>
                  <a:pt x="11072" y="690"/>
                  <a:pt x="11264" y="705"/>
                  <a:pt x="11406" y="733"/>
                </a:cubicBezTo>
                <a:cubicBezTo>
                  <a:pt x="11469" y="1049"/>
                  <a:pt x="11469" y="1616"/>
                  <a:pt x="11374" y="2246"/>
                </a:cubicBezTo>
                <a:lnTo>
                  <a:pt x="9894" y="765"/>
                </a:lnTo>
                <a:cubicBezTo>
                  <a:pt x="10240" y="713"/>
                  <a:pt x="10568" y="690"/>
                  <a:pt x="10845" y="690"/>
                </a:cubicBezTo>
                <a:close/>
                <a:moveTo>
                  <a:pt x="9106" y="923"/>
                </a:moveTo>
                <a:lnTo>
                  <a:pt x="11280" y="3096"/>
                </a:lnTo>
                <a:cubicBezTo>
                  <a:pt x="11185" y="3317"/>
                  <a:pt x="11091" y="3569"/>
                  <a:pt x="10996" y="3789"/>
                </a:cubicBezTo>
                <a:lnTo>
                  <a:pt x="8350" y="1143"/>
                </a:lnTo>
                <a:cubicBezTo>
                  <a:pt x="8602" y="1049"/>
                  <a:pt x="8822" y="954"/>
                  <a:pt x="9106" y="923"/>
                </a:cubicBezTo>
                <a:close/>
                <a:moveTo>
                  <a:pt x="7720" y="1458"/>
                </a:moveTo>
                <a:lnTo>
                  <a:pt x="10618" y="4388"/>
                </a:lnTo>
                <a:cubicBezTo>
                  <a:pt x="10555" y="4451"/>
                  <a:pt x="10461" y="4577"/>
                  <a:pt x="10398" y="4672"/>
                </a:cubicBezTo>
                <a:cubicBezTo>
                  <a:pt x="10303" y="4766"/>
                  <a:pt x="10240" y="4861"/>
                  <a:pt x="10114" y="4892"/>
                </a:cubicBezTo>
                <a:lnTo>
                  <a:pt x="7216" y="1994"/>
                </a:lnTo>
                <a:cubicBezTo>
                  <a:pt x="7279" y="1899"/>
                  <a:pt x="7373" y="1773"/>
                  <a:pt x="7436" y="1710"/>
                </a:cubicBezTo>
                <a:cubicBezTo>
                  <a:pt x="7531" y="1616"/>
                  <a:pt x="7594" y="1553"/>
                  <a:pt x="7720" y="1458"/>
                </a:cubicBezTo>
                <a:close/>
                <a:moveTo>
                  <a:pt x="6901" y="2655"/>
                </a:moveTo>
                <a:lnTo>
                  <a:pt x="9515" y="5270"/>
                </a:lnTo>
                <a:cubicBezTo>
                  <a:pt x="9263" y="5365"/>
                  <a:pt x="9011" y="5459"/>
                  <a:pt x="8791" y="5522"/>
                </a:cubicBezTo>
                <a:lnTo>
                  <a:pt x="6649" y="3411"/>
                </a:lnTo>
                <a:cubicBezTo>
                  <a:pt x="6680" y="3159"/>
                  <a:pt x="6775" y="2876"/>
                  <a:pt x="6901" y="2655"/>
                </a:cubicBezTo>
                <a:close/>
                <a:moveTo>
                  <a:pt x="6491" y="4231"/>
                </a:moveTo>
                <a:lnTo>
                  <a:pt x="7877" y="5617"/>
                </a:lnTo>
                <a:cubicBezTo>
                  <a:pt x="7638" y="5643"/>
                  <a:pt x="7409" y="5653"/>
                  <a:pt x="7204" y="5653"/>
                </a:cubicBezTo>
                <a:cubicBezTo>
                  <a:pt x="6923" y="5653"/>
                  <a:pt x="6686" y="5635"/>
                  <a:pt x="6523" y="5617"/>
                </a:cubicBezTo>
                <a:cubicBezTo>
                  <a:pt x="6491" y="5333"/>
                  <a:pt x="6460" y="4829"/>
                  <a:pt x="6491" y="4231"/>
                </a:cubicBezTo>
                <a:close/>
                <a:moveTo>
                  <a:pt x="4982" y="6171"/>
                </a:moveTo>
                <a:cubicBezTo>
                  <a:pt x="5371" y="6171"/>
                  <a:pt x="5708" y="6201"/>
                  <a:pt x="5892" y="6247"/>
                </a:cubicBezTo>
                <a:cubicBezTo>
                  <a:pt x="5955" y="6499"/>
                  <a:pt x="5987" y="7034"/>
                  <a:pt x="5955" y="7602"/>
                </a:cubicBezTo>
                <a:lnTo>
                  <a:pt x="4538" y="6184"/>
                </a:lnTo>
                <a:cubicBezTo>
                  <a:pt x="4690" y="6175"/>
                  <a:pt x="4839" y="6171"/>
                  <a:pt x="4982" y="6171"/>
                </a:cubicBezTo>
                <a:close/>
                <a:moveTo>
                  <a:pt x="3719" y="6310"/>
                </a:moveTo>
                <a:lnTo>
                  <a:pt x="5829" y="8452"/>
                </a:lnTo>
                <a:cubicBezTo>
                  <a:pt x="5798" y="8673"/>
                  <a:pt x="5703" y="8956"/>
                  <a:pt x="5609" y="9177"/>
                </a:cubicBezTo>
                <a:lnTo>
                  <a:pt x="2962" y="6562"/>
                </a:lnTo>
                <a:cubicBezTo>
                  <a:pt x="3183" y="6436"/>
                  <a:pt x="3435" y="6341"/>
                  <a:pt x="3719" y="6310"/>
                </a:cubicBezTo>
                <a:close/>
                <a:moveTo>
                  <a:pt x="2332" y="6908"/>
                </a:moveTo>
                <a:lnTo>
                  <a:pt x="5231" y="9807"/>
                </a:lnTo>
                <a:cubicBezTo>
                  <a:pt x="5168" y="9901"/>
                  <a:pt x="5073" y="10027"/>
                  <a:pt x="5010" y="10090"/>
                </a:cubicBezTo>
                <a:cubicBezTo>
                  <a:pt x="4916" y="10185"/>
                  <a:pt x="4853" y="10248"/>
                  <a:pt x="4727" y="10342"/>
                </a:cubicBezTo>
                <a:lnTo>
                  <a:pt x="1797" y="7412"/>
                </a:lnTo>
                <a:cubicBezTo>
                  <a:pt x="1891" y="7349"/>
                  <a:pt x="1954" y="7223"/>
                  <a:pt x="2049" y="7129"/>
                </a:cubicBezTo>
                <a:cubicBezTo>
                  <a:pt x="2112" y="7066"/>
                  <a:pt x="2206" y="6971"/>
                  <a:pt x="2332" y="6908"/>
                </a:cubicBezTo>
                <a:close/>
                <a:moveTo>
                  <a:pt x="1450" y="8011"/>
                </a:moveTo>
                <a:lnTo>
                  <a:pt x="4097" y="10657"/>
                </a:lnTo>
                <a:cubicBezTo>
                  <a:pt x="3908" y="10752"/>
                  <a:pt x="3624" y="10847"/>
                  <a:pt x="3372" y="10910"/>
                </a:cubicBezTo>
                <a:lnTo>
                  <a:pt x="1230" y="8767"/>
                </a:lnTo>
                <a:cubicBezTo>
                  <a:pt x="1293" y="8515"/>
                  <a:pt x="1387" y="8232"/>
                  <a:pt x="1450" y="8011"/>
                </a:cubicBezTo>
                <a:close/>
                <a:moveTo>
                  <a:pt x="1072" y="9586"/>
                </a:moveTo>
                <a:lnTo>
                  <a:pt x="2553" y="11067"/>
                </a:lnTo>
                <a:cubicBezTo>
                  <a:pt x="2175" y="11124"/>
                  <a:pt x="1831" y="11135"/>
                  <a:pt x="1534" y="11135"/>
                </a:cubicBezTo>
                <a:cubicBezTo>
                  <a:pt x="1337" y="11135"/>
                  <a:pt x="1160" y="11130"/>
                  <a:pt x="1009" y="11130"/>
                </a:cubicBezTo>
                <a:cubicBezTo>
                  <a:pt x="978" y="10815"/>
                  <a:pt x="978" y="10216"/>
                  <a:pt x="1072" y="9586"/>
                </a:cubicBezTo>
                <a:close/>
                <a:moveTo>
                  <a:pt x="10872" y="1"/>
                </a:moveTo>
                <a:cubicBezTo>
                  <a:pt x="9797" y="1"/>
                  <a:pt x="8028" y="173"/>
                  <a:pt x="6964" y="1238"/>
                </a:cubicBezTo>
                <a:cubicBezTo>
                  <a:pt x="6775" y="1427"/>
                  <a:pt x="6617" y="1616"/>
                  <a:pt x="6491" y="1836"/>
                </a:cubicBezTo>
                <a:cubicBezTo>
                  <a:pt x="5735" y="3033"/>
                  <a:pt x="5735" y="4703"/>
                  <a:pt x="5829" y="5491"/>
                </a:cubicBezTo>
                <a:cubicBezTo>
                  <a:pt x="5619" y="5469"/>
                  <a:pt x="5344" y="5450"/>
                  <a:pt x="5031" y="5450"/>
                </a:cubicBezTo>
                <a:cubicBezTo>
                  <a:pt x="3989" y="5450"/>
                  <a:pt x="2521" y="5655"/>
                  <a:pt x="1576" y="6625"/>
                </a:cubicBezTo>
                <a:cubicBezTo>
                  <a:pt x="1" y="8200"/>
                  <a:pt x="348" y="11319"/>
                  <a:pt x="379" y="11445"/>
                </a:cubicBezTo>
                <a:cubicBezTo>
                  <a:pt x="442" y="11603"/>
                  <a:pt x="568" y="11697"/>
                  <a:pt x="726" y="11760"/>
                </a:cubicBezTo>
                <a:cubicBezTo>
                  <a:pt x="757" y="11760"/>
                  <a:pt x="1135" y="11792"/>
                  <a:pt x="1671" y="11792"/>
                </a:cubicBezTo>
                <a:cubicBezTo>
                  <a:pt x="2710" y="11792"/>
                  <a:pt x="4443" y="11603"/>
                  <a:pt x="5514" y="10531"/>
                </a:cubicBezTo>
                <a:cubicBezTo>
                  <a:pt x="6775" y="9271"/>
                  <a:pt x="6743" y="7192"/>
                  <a:pt x="6649" y="6278"/>
                </a:cubicBezTo>
                <a:cubicBezTo>
                  <a:pt x="6869" y="6278"/>
                  <a:pt x="7121" y="6310"/>
                  <a:pt x="7405" y="6310"/>
                </a:cubicBezTo>
                <a:cubicBezTo>
                  <a:pt x="8476" y="6310"/>
                  <a:pt x="9925" y="6121"/>
                  <a:pt x="10902" y="5144"/>
                </a:cubicBezTo>
                <a:cubicBezTo>
                  <a:pt x="12477" y="3600"/>
                  <a:pt x="12099" y="481"/>
                  <a:pt x="12099" y="355"/>
                </a:cubicBezTo>
                <a:cubicBezTo>
                  <a:pt x="12036" y="198"/>
                  <a:pt x="11941" y="103"/>
                  <a:pt x="11784" y="40"/>
                </a:cubicBezTo>
                <a:cubicBezTo>
                  <a:pt x="11743" y="40"/>
                  <a:pt x="11387" y="1"/>
                  <a:pt x="108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4394" name="Google Shape;14394;p82"/>
          <p:cNvGrpSpPr/>
          <p:nvPr/>
        </p:nvGrpSpPr>
        <p:grpSpPr>
          <a:xfrm>
            <a:off x="8043336" y="3553167"/>
            <a:ext cx="239230" cy="356020"/>
            <a:chOff x="-22811700" y="2700350"/>
            <a:chExt cx="200075" cy="297750"/>
          </a:xfrm>
        </p:grpSpPr>
        <p:sp>
          <p:nvSpPr>
            <p:cNvPr id="14395" name="Google Shape;14395;p82"/>
            <p:cNvSpPr/>
            <p:nvPr/>
          </p:nvSpPr>
          <p:spPr>
            <a:xfrm>
              <a:off x="-22811700" y="2700350"/>
              <a:ext cx="86650" cy="296975"/>
            </a:xfrm>
            <a:custGeom>
              <a:avLst/>
              <a:gdLst/>
              <a:ahLst/>
              <a:cxnLst/>
              <a:rect l="l" t="t" r="r" b="b"/>
              <a:pathLst>
                <a:path w="3466" h="11879" extrusionOk="0">
                  <a:moveTo>
                    <a:pt x="1702" y="725"/>
                  </a:moveTo>
                  <a:cubicBezTo>
                    <a:pt x="2269" y="725"/>
                    <a:pt x="2710" y="1198"/>
                    <a:pt x="2710" y="1734"/>
                  </a:cubicBezTo>
                  <a:cubicBezTo>
                    <a:pt x="2710" y="2332"/>
                    <a:pt x="2237" y="2773"/>
                    <a:pt x="1702" y="2773"/>
                  </a:cubicBezTo>
                  <a:cubicBezTo>
                    <a:pt x="1684" y="2774"/>
                    <a:pt x="1666" y="2775"/>
                    <a:pt x="1648" y="2775"/>
                  </a:cubicBezTo>
                  <a:cubicBezTo>
                    <a:pt x="1105" y="2775"/>
                    <a:pt x="662" y="2313"/>
                    <a:pt x="662" y="1734"/>
                  </a:cubicBezTo>
                  <a:cubicBezTo>
                    <a:pt x="662" y="1166"/>
                    <a:pt x="1135" y="725"/>
                    <a:pt x="1702" y="725"/>
                  </a:cubicBezTo>
                  <a:close/>
                  <a:moveTo>
                    <a:pt x="1765" y="5609"/>
                  </a:moveTo>
                  <a:cubicBezTo>
                    <a:pt x="1954" y="5609"/>
                    <a:pt x="2080" y="5766"/>
                    <a:pt x="2111" y="5924"/>
                  </a:cubicBezTo>
                  <a:lnTo>
                    <a:pt x="2111" y="6302"/>
                  </a:lnTo>
                  <a:lnTo>
                    <a:pt x="1324" y="6302"/>
                  </a:lnTo>
                  <a:lnTo>
                    <a:pt x="1324" y="5955"/>
                  </a:lnTo>
                  <a:cubicBezTo>
                    <a:pt x="1324" y="5766"/>
                    <a:pt x="1481" y="5609"/>
                    <a:pt x="1702" y="5609"/>
                  </a:cubicBezTo>
                  <a:close/>
                  <a:moveTo>
                    <a:pt x="2174" y="7026"/>
                  </a:moveTo>
                  <a:lnTo>
                    <a:pt x="2332" y="9767"/>
                  </a:lnTo>
                  <a:lnTo>
                    <a:pt x="1261" y="9767"/>
                  </a:lnTo>
                  <a:lnTo>
                    <a:pt x="1324" y="7026"/>
                  </a:lnTo>
                  <a:close/>
                  <a:moveTo>
                    <a:pt x="2363" y="10523"/>
                  </a:moveTo>
                  <a:lnTo>
                    <a:pt x="2363" y="10586"/>
                  </a:lnTo>
                  <a:cubicBezTo>
                    <a:pt x="2363" y="10712"/>
                    <a:pt x="2332" y="10870"/>
                    <a:pt x="2206" y="10996"/>
                  </a:cubicBezTo>
                  <a:cubicBezTo>
                    <a:pt x="2080" y="11122"/>
                    <a:pt x="1985" y="11185"/>
                    <a:pt x="1796" y="11185"/>
                  </a:cubicBezTo>
                  <a:cubicBezTo>
                    <a:pt x="1639" y="11185"/>
                    <a:pt x="1481" y="11122"/>
                    <a:pt x="1418" y="11027"/>
                  </a:cubicBezTo>
                  <a:cubicBezTo>
                    <a:pt x="1292" y="10933"/>
                    <a:pt x="1261" y="10807"/>
                    <a:pt x="1261" y="10649"/>
                  </a:cubicBezTo>
                  <a:lnTo>
                    <a:pt x="1261" y="10523"/>
                  </a:lnTo>
                  <a:close/>
                  <a:moveTo>
                    <a:pt x="1733" y="1"/>
                  </a:moveTo>
                  <a:cubicBezTo>
                    <a:pt x="788" y="1"/>
                    <a:pt x="0" y="788"/>
                    <a:pt x="0" y="1734"/>
                  </a:cubicBezTo>
                  <a:cubicBezTo>
                    <a:pt x="0" y="2584"/>
                    <a:pt x="599" y="3277"/>
                    <a:pt x="1387" y="3435"/>
                  </a:cubicBezTo>
                  <a:lnTo>
                    <a:pt x="1387" y="4979"/>
                  </a:lnTo>
                  <a:cubicBezTo>
                    <a:pt x="977" y="5105"/>
                    <a:pt x="662" y="5483"/>
                    <a:pt x="662" y="5924"/>
                  </a:cubicBezTo>
                  <a:lnTo>
                    <a:pt x="536" y="10555"/>
                  </a:lnTo>
                  <a:cubicBezTo>
                    <a:pt x="536" y="10933"/>
                    <a:pt x="662" y="11248"/>
                    <a:pt x="914" y="11469"/>
                  </a:cubicBezTo>
                  <a:cubicBezTo>
                    <a:pt x="1135" y="11721"/>
                    <a:pt x="1450" y="11878"/>
                    <a:pt x="1796" y="11878"/>
                  </a:cubicBezTo>
                  <a:cubicBezTo>
                    <a:pt x="2174" y="11878"/>
                    <a:pt x="2489" y="11721"/>
                    <a:pt x="2710" y="11469"/>
                  </a:cubicBezTo>
                  <a:cubicBezTo>
                    <a:pt x="2962" y="11248"/>
                    <a:pt x="3056" y="10870"/>
                    <a:pt x="3056" y="10523"/>
                  </a:cubicBezTo>
                  <a:lnTo>
                    <a:pt x="2836" y="5924"/>
                  </a:lnTo>
                  <a:cubicBezTo>
                    <a:pt x="2804" y="5483"/>
                    <a:pt x="2521" y="5136"/>
                    <a:pt x="2080" y="4979"/>
                  </a:cubicBezTo>
                  <a:lnTo>
                    <a:pt x="2080" y="3466"/>
                  </a:lnTo>
                  <a:cubicBezTo>
                    <a:pt x="2836" y="3277"/>
                    <a:pt x="3466" y="2616"/>
                    <a:pt x="3466" y="1734"/>
                  </a:cubicBezTo>
                  <a:cubicBezTo>
                    <a:pt x="3466" y="788"/>
                    <a:pt x="2678"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396" name="Google Shape;14396;p82"/>
            <p:cNvSpPr/>
            <p:nvPr/>
          </p:nvSpPr>
          <p:spPr>
            <a:xfrm>
              <a:off x="-22693550" y="2701225"/>
              <a:ext cx="81925" cy="296875"/>
            </a:xfrm>
            <a:custGeom>
              <a:avLst/>
              <a:gdLst/>
              <a:ahLst/>
              <a:cxnLst/>
              <a:rect l="l" t="t" r="r" b="b"/>
              <a:pathLst>
                <a:path w="3277" h="11875" extrusionOk="0">
                  <a:moveTo>
                    <a:pt x="1229" y="5574"/>
                  </a:moveTo>
                  <a:cubicBezTo>
                    <a:pt x="1418" y="5574"/>
                    <a:pt x="1544" y="5731"/>
                    <a:pt x="1575" y="5889"/>
                  </a:cubicBezTo>
                  <a:lnTo>
                    <a:pt x="1575" y="6267"/>
                  </a:lnTo>
                  <a:lnTo>
                    <a:pt x="788" y="6267"/>
                  </a:lnTo>
                  <a:lnTo>
                    <a:pt x="788" y="5920"/>
                  </a:lnTo>
                  <a:cubicBezTo>
                    <a:pt x="788" y="5731"/>
                    <a:pt x="945" y="5574"/>
                    <a:pt x="1134" y="5574"/>
                  </a:cubicBezTo>
                  <a:close/>
                  <a:moveTo>
                    <a:pt x="1575" y="6991"/>
                  </a:moveTo>
                  <a:lnTo>
                    <a:pt x="1733" y="9732"/>
                  </a:lnTo>
                  <a:lnTo>
                    <a:pt x="662" y="9732"/>
                  </a:lnTo>
                  <a:lnTo>
                    <a:pt x="756" y="6991"/>
                  </a:lnTo>
                  <a:close/>
                  <a:moveTo>
                    <a:pt x="1764" y="10488"/>
                  </a:moveTo>
                  <a:lnTo>
                    <a:pt x="1764" y="10551"/>
                  </a:lnTo>
                  <a:cubicBezTo>
                    <a:pt x="1796" y="10677"/>
                    <a:pt x="1733" y="10835"/>
                    <a:pt x="1607" y="10961"/>
                  </a:cubicBezTo>
                  <a:cubicBezTo>
                    <a:pt x="1481" y="11087"/>
                    <a:pt x="1386" y="11150"/>
                    <a:pt x="1229" y="11150"/>
                  </a:cubicBezTo>
                  <a:cubicBezTo>
                    <a:pt x="1071" y="11150"/>
                    <a:pt x="914" y="11087"/>
                    <a:pt x="819" y="10992"/>
                  </a:cubicBezTo>
                  <a:cubicBezTo>
                    <a:pt x="693" y="10898"/>
                    <a:pt x="662" y="10772"/>
                    <a:pt x="662" y="10614"/>
                  </a:cubicBezTo>
                  <a:lnTo>
                    <a:pt x="662" y="10488"/>
                  </a:lnTo>
                  <a:close/>
                  <a:moveTo>
                    <a:pt x="2885" y="1"/>
                  </a:moveTo>
                  <a:cubicBezTo>
                    <a:pt x="2797" y="1"/>
                    <a:pt x="2713" y="40"/>
                    <a:pt x="2646" y="123"/>
                  </a:cubicBezTo>
                  <a:lnTo>
                    <a:pt x="914" y="2234"/>
                  </a:lnTo>
                  <a:cubicBezTo>
                    <a:pt x="882" y="2297"/>
                    <a:pt x="819" y="2392"/>
                    <a:pt x="819" y="2455"/>
                  </a:cubicBezTo>
                  <a:lnTo>
                    <a:pt x="819" y="4975"/>
                  </a:lnTo>
                  <a:cubicBezTo>
                    <a:pt x="441" y="5101"/>
                    <a:pt x="126" y="5479"/>
                    <a:pt x="126" y="5920"/>
                  </a:cubicBezTo>
                  <a:lnTo>
                    <a:pt x="0" y="10583"/>
                  </a:lnTo>
                  <a:cubicBezTo>
                    <a:pt x="0" y="10929"/>
                    <a:pt x="126" y="11245"/>
                    <a:pt x="347" y="11465"/>
                  </a:cubicBezTo>
                  <a:cubicBezTo>
                    <a:pt x="599" y="11717"/>
                    <a:pt x="914" y="11875"/>
                    <a:pt x="1260" y="11875"/>
                  </a:cubicBezTo>
                  <a:cubicBezTo>
                    <a:pt x="1607" y="11875"/>
                    <a:pt x="1922" y="11717"/>
                    <a:pt x="2174" y="11465"/>
                  </a:cubicBezTo>
                  <a:cubicBezTo>
                    <a:pt x="2394" y="11245"/>
                    <a:pt x="2520" y="10898"/>
                    <a:pt x="2520" y="10520"/>
                  </a:cubicBezTo>
                  <a:lnTo>
                    <a:pt x="2300" y="5920"/>
                  </a:lnTo>
                  <a:cubicBezTo>
                    <a:pt x="2237" y="5479"/>
                    <a:pt x="1985" y="5133"/>
                    <a:pt x="1544" y="4975"/>
                  </a:cubicBezTo>
                  <a:lnTo>
                    <a:pt x="1544" y="2581"/>
                  </a:lnTo>
                  <a:lnTo>
                    <a:pt x="3151" y="564"/>
                  </a:lnTo>
                  <a:cubicBezTo>
                    <a:pt x="3277" y="407"/>
                    <a:pt x="3277" y="218"/>
                    <a:pt x="3119" y="92"/>
                  </a:cubicBezTo>
                  <a:cubicBezTo>
                    <a:pt x="3045" y="32"/>
                    <a:pt x="2963" y="1"/>
                    <a:pt x="28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397" name="Google Shape;14397;p82"/>
            <p:cNvSpPr/>
            <p:nvPr/>
          </p:nvSpPr>
          <p:spPr>
            <a:xfrm>
              <a:off x="-22778625" y="2735025"/>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398" name="Google Shape;14398;p82"/>
          <p:cNvGrpSpPr/>
          <p:nvPr/>
        </p:nvGrpSpPr>
        <p:grpSpPr>
          <a:xfrm>
            <a:off x="6191787" y="1335656"/>
            <a:ext cx="355063" cy="354136"/>
            <a:chOff x="-27358650" y="1961575"/>
            <a:chExt cx="296950" cy="296175"/>
          </a:xfrm>
        </p:grpSpPr>
        <p:sp>
          <p:nvSpPr>
            <p:cNvPr id="14399" name="Google Shape;14399;p82"/>
            <p:cNvSpPr/>
            <p:nvPr/>
          </p:nvSpPr>
          <p:spPr>
            <a:xfrm>
              <a:off x="-27358650" y="1961575"/>
              <a:ext cx="296950" cy="296175"/>
            </a:xfrm>
            <a:custGeom>
              <a:avLst/>
              <a:gdLst/>
              <a:ahLst/>
              <a:cxnLst/>
              <a:rect l="l" t="t" r="r" b="b"/>
              <a:pathLst>
                <a:path w="11878" h="11847" extrusionOk="0">
                  <a:moveTo>
                    <a:pt x="7719" y="2080"/>
                  </a:moveTo>
                  <a:lnTo>
                    <a:pt x="7719" y="2836"/>
                  </a:lnTo>
                  <a:lnTo>
                    <a:pt x="4222" y="2836"/>
                  </a:lnTo>
                  <a:lnTo>
                    <a:pt x="4222" y="2080"/>
                  </a:lnTo>
                  <a:close/>
                  <a:moveTo>
                    <a:pt x="8034" y="693"/>
                  </a:moveTo>
                  <a:cubicBezTo>
                    <a:pt x="8633" y="693"/>
                    <a:pt x="9074" y="1166"/>
                    <a:pt x="9074" y="1733"/>
                  </a:cubicBezTo>
                  <a:lnTo>
                    <a:pt x="9074" y="2836"/>
                  </a:lnTo>
                  <a:lnTo>
                    <a:pt x="8349" y="2836"/>
                  </a:lnTo>
                  <a:lnTo>
                    <a:pt x="8349" y="1733"/>
                  </a:lnTo>
                  <a:cubicBezTo>
                    <a:pt x="8349" y="1513"/>
                    <a:pt x="8192" y="1355"/>
                    <a:pt x="8002" y="1355"/>
                  </a:cubicBezTo>
                  <a:lnTo>
                    <a:pt x="3781" y="1355"/>
                  </a:lnTo>
                  <a:cubicBezTo>
                    <a:pt x="3592" y="1355"/>
                    <a:pt x="3434" y="1513"/>
                    <a:pt x="3434" y="1733"/>
                  </a:cubicBezTo>
                  <a:lnTo>
                    <a:pt x="3434" y="2836"/>
                  </a:lnTo>
                  <a:lnTo>
                    <a:pt x="2741" y="2836"/>
                  </a:lnTo>
                  <a:lnTo>
                    <a:pt x="2741" y="1733"/>
                  </a:lnTo>
                  <a:lnTo>
                    <a:pt x="2804" y="1733"/>
                  </a:lnTo>
                  <a:cubicBezTo>
                    <a:pt x="2804" y="1134"/>
                    <a:pt x="3277" y="693"/>
                    <a:pt x="3844" y="693"/>
                  </a:cubicBezTo>
                  <a:close/>
                  <a:moveTo>
                    <a:pt x="10176" y="3497"/>
                  </a:moveTo>
                  <a:cubicBezTo>
                    <a:pt x="10617" y="3497"/>
                    <a:pt x="10995" y="3781"/>
                    <a:pt x="11153" y="4190"/>
                  </a:cubicBezTo>
                  <a:lnTo>
                    <a:pt x="851" y="4190"/>
                  </a:lnTo>
                  <a:cubicBezTo>
                    <a:pt x="914" y="3812"/>
                    <a:pt x="1323" y="3497"/>
                    <a:pt x="1796" y="3497"/>
                  </a:cubicBezTo>
                  <a:close/>
                  <a:moveTo>
                    <a:pt x="11153" y="4915"/>
                  </a:moveTo>
                  <a:lnTo>
                    <a:pt x="11153" y="6301"/>
                  </a:lnTo>
                  <a:lnTo>
                    <a:pt x="10460" y="6301"/>
                  </a:lnTo>
                  <a:lnTo>
                    <a:pt x="10460" y="5923"/>
                  </a:lnTo>
                  <a:cubicBezTo>
                    <a:pt x="10491" y="5734"/>
                    <a:pt x="10334" y="5577"/>
                    <a:pt x="10145" y="5577"/>
                  </a:cubicBezTo>
                  <a:lnTo>
                    <a:pt x="8759" y="5577"/>
                  </a:lnTo>
                  <a:cubicBezTo>
                    <a:pt x="8570" y="5577"/>
                    <a:pt x="8412" y="5734"/>
                    <a:pt x="8412" y="5923"/>
                  </a:cubicBezTo>
                  <a:lnTo>
                    <a:pt x="8412" y="6301"/>
                  </a:lnTo>
                  <a:lnTo>
                    <a:pt x="3529" y="6301"/>
                  </a:lnTo>
                  <a:lnTo>
                    <a:pt x="3529" y="5923"/>
                  </a:lnTo>
                  <a:cubicBezTo>
                    <a:pt x="3529" y="5734"/>
                    <a:pt x="3371" y="5577"/>
                    <a:pt x="3151" y="5577"/>
                  </a:cubicBezTo>
                  <a:lnTo>
                    <a:pt x="1796" y="5577"/>
                  </a:lnTo>
                  <a:cubicBezTo>
                    <a:pt x="1575" y="5577"/>
                    <a:pt x="1418" y="5734"/>
                    <a:pt x="1418" y="5923"/>
                  </a:cubicBezTo>
                  <a:lnTo>
                    <a:pt x="1418" y="6301"/>
                  </a:lnTo>
                  <a:lnTo>
                    <a:pt x="725" y="6301"/>
                  </a:lnTo>
                  <a:lnTo>
                    <a:pt x="725" y="4915"/>
                  </a:lnTo>
                  <a:close/>
                  <a:moveTo>
                    <a:pt x="2836" y="6301"/>
                  </a:moveTo>
                  <a:lnTo>
                    <a:pt x="2836" y="8034"/>
                  </a:lnTo>
                  <a:cubicBezTo>
                    <a:pt x="2836" y="8223"/>
                    <a:pt x="2678" y="8381"/>
                    <a:pt x="2489" y="8381"/>
                  </a:cubicBezTo>
                  <a:cubicBezTo>
                    <a:pt x="2300" y="8381"/>
                    <a:pt x="2143" y="8223"/>
                    <a:pt x="2143" y="8034"/>
                  </a:cubicBezTo>
                  <a:lnTo>
                    <a:pt x="2143" y="6301"/>
                  </a:lnTo>
                  <a:close/>
                  <a:moveTo>
                    <a:pt x="9830" y="6301"/>
                  </a:moveTo>
                  <a:lnTo>
                    <a:pt x="9830" y="8034"/>
                  </a:lnTo>
                  <a:cubicBezTo>
                    <a:pt x="9830" y="8223"/>
                    <a:pt x="9672" y="8381"/>
                    <a:pt x="9452" y="8381"/>
                  </a:cubicBezTo>
                  <a:cubicBezTo>
                    <a:pt x="9263" y="8381"/>
                    <a:pt x="9105" y="8223"/>
                    <a:pt x="9105" y="8034"/>
                  </a:cubicBezTo>
                  <a:lnTo>
                    <a:pt x="9105" y="6301"/>
                  </a:lnTo>
                  <a:close/>
                  <a:moveTo>
                    <a:pt x="11121" y="6994"/>
                  </a:moveTo>
                  <a:lnTo>
                    <a:pt x="11121" y="10113"/>
                  </a:lnTo>
                  <a:cubicBezTo>
                    <a:pt x="11184" y="10649"/>
                    <a:pt x="10712" y="11121"/>
                    <a:pt x="10145" y="11121"/>
                  </a:cubicBezTo>
                  <a:lnTo>
                    <a:pt x="1733" y="11121"/>
                  </a:lnTo>
                  <a:cubicBezTo>
                    <a:pt x="1166" y="11121"/>
                    <a:pt x="725" y="10649"/>
                    <a:pt x="725" y="10113"/>
                  </a:cubicBezTo>
                  <a:lnTo>
                    <a:pt x="725" y="6994"/>
                  </a:lnTo>
                  <a:lnTo>
                    <a:pt x="1418" y="6994"/>
                  </a:lnTo>
                  <a:lnTo>
                    <a:pt x="1418" y="8034"/>
                  </a:lnTo>
                  <a:cubicBezTo>
                    <a:pt x="1418" y="8601"/>
                    <a:pt x="1891" y="9042"/>
                    <a:pt x="2458" y="9042"/>
                  </a:cubicBezTo>
                  <a:cubicBezTo>
                    <a:pt x="2993" y="9042"/>
                    <a:pt x="3466" y="8570"/>
                    <a:pt x="3466" y="8034"/>
                  </a:cubicBezTo>
                  <a:lnTo>
                    <a:pt x="3466" y="6994"/>
                  </a:lnTo>
                  <a:lnTo>
                    <a:pt x="8349" y="6994"/>
                  </a:lnTo>
                  <a:lnTo>
                    <a:pt x="8349" y="8034"/>
                  </a:lnTo>
                  <a:cubicBezTo>
                    <a:pt x="8349" y="8601"/>
                    <a:pt x="8822" y="9042"/>
                    <a:pt x="9389" y="9042"/>
                  </a:cubicBezTo>
                  <a:cubicBezTo>
                    <a:pt x="9924" y="9042"/>
                    <a:pt x="10397" y="8570"/>
                    <a:pt x="10397" y="8034"/>
                  </a:cubicBezTo>
                  <a:lnTo>
                    <a:pt x="10397" y="6994"/>
                  </a:lnTo>
                  <a:close/>
                  <a:moveTo>
                    <a:pt x="3844" y="0"/>
                  </a:moveTo>
                  <a:cubicBezTo>
                    <a:pt x="2899" y="0"/>
                    <a:pt x="2111" y="788"/>
                    <a:pt x="2111" y="1733"/>
                  </a:cubicBezTo>
                  <a:lnTo>
                    <a:pt x="2111" y="2836"/>
                  </a:lnTo>
                  <a:lnTo>
                    <a:pt x="1733" y="2836"/>
                  </a:lnTo>
                  <a:cubicBezTo>
                    <a:pt x="788" y="2836"/>
                    <a:pt x="0" y="3623"/>
                    <a:pt x="0" y="4568"/>
                  </a:cubicBezTo>
                  <a:lnTo>
                    <a:pt x="0" y="10113"/>
                  </a:lnTo>
                  <a:cubicBezTo>
                    <a:pt x="0" y="11058"/>
                    <a:pt x="788" y="11846"/>
                    <a:pt x="1733" y="11846"/>
                  </a:cubicBezTo>
                  <a:lnTo>
                    <a:pt x="10145" y="11846"/>
                  </a:lnTo>
                  <a:cubicBezTo>
                    <a:pt x="11090" y="11846"/>
                    <a:pt x="11878" y="11058"/>
                    <a:pt x="11878" y="10113"/>
                  </a:cubicBezTo>
                  <a:lnTo>
                    <a:pt x="11878" y="4568"/>
                  </a:lnTo>
                  <a:cubicBezTo>
                    <a:pt x="11878" y="3623"/>
                    <a:pt x="11121" y="2836"/>
                    <a:pt x="10145" y="2836"/>
                  </a:cubicBezTo>
                  <a:lnTo>
                    <a:pt x="9767" y="2836"/>
                  </a:lnTo>
                  <a:lnTo>
                    <a:pt x="9767" y="1733"/>
                  </a:lnTo>
                  <a:cubicBezTo>
                    <a:pt x="9767" y="788"/>
                    <a:pt x="8979" y="0"/>
                    <a:pt x="80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400" name="Google Shape;14400;p82"/>
            <p:cNvSpPr/>
            <p:nvPr/>
          </p:nvSpPr>
          <p:spPr>
            <a:xfrm>
              <a:off x="-27246025" y="2152175"/>
              <a:ext cx="70900" cy="70900"/>
            </a:xfrm>
            <a:custGeom>
              <a:avLst/>
              <a:gdLst/>
              <a:ahLst/>
              <a:cxnLst/>
              <a:rect l="l" t="t" r="r" b="b"/>
              <a:pathLst>
                <a:path w="2836" h="2836" extrusionOk="0">
                  <a:moveTo>
                    <a:pt x="1418" y="0"/>
                  </a:moveTo>
                  <a:cubicBezTo>
                    <a:pt x="1229" y="0"/>
                    <a:pt x="1072" y="158"/>
                    <a:pt x="1072" y="347"/>
                  </a:cubicBezTo>
                  <a:lnTo>
                    <a:pt x="1072" y="1072"/>
                  </a:lnTo>
                  <a:lnTo>
                    <a:pt x="347" y="1072"/>
                  </a:lnTo>
                  <a:cubicBezTo>
                    <a:pt x="158" y="1072"/>
                    <a:pt x="0" y="1229"/>
                    <a:pt x="0" y="1418"/>
                  </a:cubicBezTo>
                  <a:cubicBezTo>
                    <a:pt x="0" y="1607"/>
                    <a:pt x="158" y="1765"/>
                    <a:pt x="347" y="1765"/>
                  </a:cubicBezTo>
                  <a:lnTo>
                    <a:pt x="1072" y="1765"/>
                  </a:lnTo>
                  <a:lnTo>
                    <a:pt x="1072" y="2489"/>
                  </a:lnTo>
                  <a:cubicBezTo>
                    <a:pt x="1072" y="2678"/>
                    <a:pt x="1229" y="2836"/>
                    <a:pt x="1418" y="2836"/>
                  </a:cubicBezTo>
                  <a:cubicBezTo>
                    <a:pt x="1607" y="2836"/>
                    <a:pt x="1765" y="2678"/>
                    <a:pt x="1765" y="2489"/>
                  </a:cubicBezTo>
                  <a:lnTo>
                    <a:pt x="1765" y="1765"/>
                  </a:lnTo>
                  <a:lnTo>
                    <a:pt x="2489" y="1765"/>
                  </a:lnTo>
                  <a:cubicBezTo>
                    <a:pt x="2678" y="1765"/>
                    <a:pt x="2836" y="1607"/>
                    <a:pt x="2836" y="1418"/>
                  </a:cubicBezTo>
                  <a:cubicBezTo>
                    <a:pt x="2836" y="1229"/>
                    <a:pt x="2678" y="1072"/>
                    <a:pt x="2489" y="1072"/>
                  </a:cubicBezTo>
                  <a:lnTo>
                    <a:pt x="1765" y="1072"/>
                  </a:lnTo>
                  <a:lnTo>
                    <a:pt x="1765" y="347"/>
                  </a:lnTo>
                  <a:cubicBezTo>
                    <a:pt x="1765" y="158"/>
                    <a:pt x="1607" y="0"/>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4401" name="Google Shape;14401;p82"/>
          <p:cNvSpPr/>
          <p:nvPr/>
        </p:nvSpPr>
        <p:spPr>
          <a:xfrm>
            <a:off x="6233686" y="1783403"/>
            <a:ext cx="272201" cy="353240"/>
          </a:xfrm>
          <a:custGeom>
            <a:avLst/>
            <a:gdLst/>
            <a:ahLst/>
            <a:cxnLst/>
            <a:rect l="l" t="t" r="r" b="b"/>
            <a:pathLst>
              <a:path w="9106" h="11817" extrusionOk="0">
                <a:moveTo>
                  <a:pt x="4649" y="623"/>
                </a:moveTo>
                <a:cubicBezTo>
                  <a:pt x="5216" y="623"/>
                  <a:pt x="5756" y="897"/>
                  <a:pt x="6270" y="1325"/>
                </a:cubicBezTo>
                <a:lnTo>
                  <a:pt x="5987" y="2365"/>
                </a:lnTo>
                <a:cubicBezTo>
                  <a:pt x="5546" y="2144"/>
                  <a:pt x="5042" y="2050"/>
                  <a:pt x="4569" y="2050"/>
                </a:cubicBezTo>
                <a:cubicBezTo>
                  <a:pt x="4097" y="2050"/>
                  <a:pt x="3593" y="2144"/>
                  <a:pt x="3151" y="2365"/>
                </a:cubicBezTo>
                <a:lnTo>
                  <a:pt x="2868" y="1325"/>
                </a:lnTo>
                <a:cubicBezTo>
                  <a:pt x="3340" y="916"/>
                  <a:pt x="3939" y="664"/>
                  <a:pt x="4475" y="632"/>
                </a:cubicBezTo>
                <a:cubicBezTo>
                  <a:pt x="4533" y="626"/>
                  <a:pt x="4591" y="623"/>
                  <a:pt x="4649" y="623"/>
                </a:cubicBezTo>
                <a:close/>
                <a:moveTo>
                  <a:pt x="4601" y="4791"/>
                </a:moveTo>
                <a:cubicBezTo>
                  <a:pt x="4853" y="5074"/>
                  <a:pt x="5199" y="5358"/>
                  <a:pt x="5640" y="5610"/>
                </a:cubicBezTo>
                <a:lnTo>
                  <a:pt x="5640" y="6555"/>
                </a:lnTo>
                <a:cubicBezTo>
                  <a:pt x="5640" y="7154"/>
                  <a:pt x="5168" y="7595"/>
                  <a:pt x="4601" y="7595"/>
                </a:cubicBezTo>
                <a:cubicBezTo>
                  <a:pt x="4065" y="7595"/>
                  <a:pt x="3593" y="7122"/>
                  <a:pt x="3593" y="6555"/>
                </a:cubicBezTo>
                <a:lnTo>
                  <a:pt x="3593" y="5641"/>
                </a:lnTo>
                <a:cubicBezTo>
                  <a:pt x="3939" y="5358"/>
                  <a:pt x="4254" y="5169"/>
                  <a:pt x="4475" y="4917"/>
                </a:cubicBezTo>
                <a:lnTo>
                  <a:pt x="4601" y="4791"/>
                </a:lnTo>
                <a:close/>
                <a:moveTo>
                  <a:pt x="4569" y="2806"/>
                </a:moveTo>
                <a:cubicBezTo>
                  <a:pt x="5073" y="2806"/>
                  <a:pt x="5577" y="2964"/>
                  <a:pt x="6018" y="3216"/>
                </a:cubicBezTo>
                <a:cubicBezTo>
                  <a:pt x="6491" y="3499"/>
                  <a:pt x="6901" y="3972"/>
                  <a:pt x="7121" y="4476"/>
                </a:cubicBezTo>
                <a:lnTo>
                  <a:pt x="7877" y="6902"/>
                </a:lnTo>
                <a:lnTo>
                  <a:pt x="7877" y="6933"/>
                </a:lnTo>
                <a:cubicBezTo>
                  <a:pt x="8003" y="7217"/>
                  <a:pt x="7909" y="7469"/>
                  <a:pt x="7783" y="7626"/>
                </a:cubicBezTo>
                <a:cubicBezTo>
                  <a:pt x="7562" y="8036"/>
                  <a:pt x="7090" y="8319"/>
                  <a:pt x="6617" y="8351"/>
                </a:cubicBezTo>
                <a:cubicBezTo>
                  <a:pt x="6270" y="8351"/>
                  <a:pt x="5955" y="8162"/>
                  <a:pt x="5766" y="7878"/>
                </a:cubicBezTo>
                <a:cubicBezTo>
                  <a:pt x="6081" y="7563"/>
                  <a:pt x="6302" y="7122"/>
                  <a:pt x="6302" y="6618"/>
                </a:cubicBezTo>
                <a:lnTo>
                  <a:pt x="6302" y="6114"/>
                </a:lnTo>
                <a:cubicBezTo>
                  <a:pt x="6333" y="6145"/>
                  <a:pt x="6428" y="6177"/>
                  <a:pt x="6459" y="6208"/>
                </a:cubicBezTo>
                <a:cubicBezTo>
                  <a:pt x="6554" y="6272"/>
                  <a:pt x="6585" y="6272"/>
                  <a:pt x="6648" y="6272"/>
                </a:cubicBezTo>
                <a:cubicBezTo>
                  <a:pt x="6775" y="6272"/>
                  <a:pt x="6901" y="6208"/>
                  <a:pt x="6932" y="6114"/>
                </a:cubicBezTo>
                <a:cubicBezTo>
                  <a:pt x="7058" y="5956"/>
                  <a:pt x="6995" y="5704"/>
                  <a:pt x="6869" y="5641"/>
                </a:cubicBezTo>
                <a:cubicBezTo>
                  <a:pt x="6617" y="5484"/>
                  <a:pt x="6428" y="5358"/>
                  <a:pt x="6239" y="5232"/>
                </a:cubicBezTo>
                <a:cubicBezTo>
                  <a:pt x="6176" y="5200"/>
                  <a:pt x="6144" y="5169"/>
                  <a:pt x="6113" y="5169"/>
                </a:cubicBezTo>
                <a:cubicBezTo>
                  <a:pt x="5199" y="4570"/>
                  <a:pt x="4979" y="4381"/>
                  <a:pt x="4979" y="3814"/>
                </a:cubicBezTo>
                <a:cubicBezTo>
                  <a:pt x="4979" y="3625"/>
                  <a:pt x="4821" y="3468"/>
                  <a:pt x="4601" y="3468"/>
                </a:cubicBezTo>
                <a:cubicBezTo>
                  <a:pt x="4412" y="3468"/>
                  <a:pt x="4254" y="3625"/>
                  <a:pt x="4254" y="3814"/>
                </a:cubicBezTo>
                <a:cubicBezTo>
                  <a:pt x="4254" y="4381"/>
                  <a:pt x="4034" y="4570"/>
                  <a:pt x="3120" y="5169"/>
                </a:cubicBezTo>
                <a:cubicBezTo>
                  <a:pt x="3057" y="5169"/>
                  <a:pt x="3025" y="5200"/>
                  <a:pt x="2994" y="5232"/>
                </a:cubicBezTo>
                <a:cubicBezTo>
                  <a:pt x="2805" y="5358"/>
                  <a:pt x="2584" y="5484"/>
                  <a:pt x="2364" y="5641"/>
                </a:cubicBezTo>
                <a:cubicBezTo>
                  <a:pt x="2206" y="5736"/>
                  <a:pt x="2175" y="5956"/>
                  <a:pt x="2269" y="6114"/>
                </a:cubicBezTo>
                <a:cubicBezTo>
                  <a:pt x="2343" y="6206"/>
                  <a:pt x="2448" y="6255"/>
                  <a:pt x="2548" y="6255"/>
                </a:cubicBezTo>
                <a:cubicBezTo>
                  <a:pt x="2620" y="6255"/>
                  <a:pt x="2689" y="6230"/>
                  <a:pt x="2742" y="6177"/>
                </a:cubicBezTo>
                <a:cubicBezTo>
                  <a:pt x="2805" y="6145"/>
                  <a:pt x="2868" y="6114"/>
                  <a:pt x="2899" y="6051"/>
                </a:cubicBezTo>
                <a:lnTo>
                  <a:pt x="2899" y="6587"/>
                </a:lnTo>
                <a:cubicBezTo>
                  <a:pt x="2899" y="7059"/>
                  <a:pt x="3120" y="7532"/>
                  <a:pt x="3466" y="7847"/>
                </a:cubicBezTo>
                <a:cubicBezTo>
                  <a:pt x="3277" y="8099"/>
                  <a:pt x="2962" y="8319"/>
                  <a:pt x="2616" y="8319"/>
                </a:cubicBezTo>
                <a:cubicBezTo>
                  <a:pt x="2143" y="8256"/>
                  <a:pt x="1671" y="8004"/>
                  <a:pt x="1419" y="7595"/>
                </a:cubicBezTo>
                <a:cubicBezTo>
                  <a:pt x="1230" y="7437"/>
                  <a:pt x="1135" y="7217"/>
                  <a:pt x="1261" y="6933"/>
                </a:cubicBezTo>
                <a:lnTo>
                  <a:pt x="2017" y="4476"/>
                </a:lnTo>
                <a:cubicBezTo>
                  <a:pt x="2238" y="3940"/>
                  <a:pt x="2647" y="3499"/>
                  <a:pt x="3120" y="3216"/>
                </a:cubicBezTo>
                <a:cubicBezTo>
                  <a:pt x="3529" y="2964"/>
                  <a:pt x="4065" y="2806"/>
                  <a:pt x="4569" y="2806"/>
                </a:cubicBezTo>
                <a:close/>
                <a:moveTo>
                  <a:pt x="5231" y="8225"/>
                </a:moveTo>
                <a:cubicBezTo>
                  <a:pt x="5325" y="8382"/>
                  <a:pt x="5420" y="8508"/>
                  <a:pt x="5577" y="8634"/>
                </a:cubicBezTo>
                <a:lnTo>
                  <a:pt x="4569" y="9580"/>
                </a:lnTo>
                <a:lnTo>
                  <a:pt x="3624" y="8634"/>
                </a:lnTo>
                <a:cubicBezTo>
                  <a:pt x="3750" y="8508"/>
                  <a:pt x="3845" y="8382"/>
                  <a:pt x="3971" y="8225"/>
                </a:cubicBezTo>
                <a:cubicBezTo>
                  <a:pt x="4160" y="8319"/>
                  <a:pt x="4380" y="8351"/>
                  <a:pt x="4601" y="8351"/>
                </a:cubicBezTo>
                <a:cubicBezTo>
                  <a:pt x="4853" y="8351"/>
                  <a:pt x="5042" y="8319"/>
                  <a:pt x="5231" y="8225"/>
                </a:cubicBezTo>
                <a:close/>
                <a:moveTo>
                  <a:pt x="2994" y="8949"/>
                </a:moveTo>
                <a:lnTo>
                  <a:pt x="4254" y="10210"/>
                </a:lnTo>
                <a:lnTo>
                  <a:pt x="4254" y="11092"/>
                </a:lnTo>
                <a:lnTo>
                  <a:pt x="789" y="11092"/>
                </a:lnTo>
                <a:lnTo>
                  <a:pt x="789" y="10745"/>
                </a:lnTo>
                <a:cubicBezTo>
                  <a:pt x="789" y="9800"/>
                  <a:pt x="1576" y="9012"/>
                  <a:pt x="2521" y="9012"/>
                </a:cubicBezTo>
                <a:cubicBezTo>
                  <a:pt x="2679" y="9012"/>
                  <a:pt x="2836" y="8981"/>
                  <a:pt x="2994" y="8949"/>
                </a:cubicBezTo>
                <a:close/>
                <a:moveTo>
                  <a:pt x="6176" y="8949"/>
                </a:moveTo>
                <a:cubicBezTo>
                  <a:pt x="6333" y="8981"/>
                  <a:pt x="6491" y="9012"/>
                  <a:pt x="6648" y="9012"/>
                </a:cubicBezTo>
                <a:cubicBezTo>
                  <a:pt x="7594" y="9012"/>
                  <a:pt x="8381" y="9800"/>
                  <a:pt x="8381" y="10745"/>
                </a:cubicBezTo>
                <a:lnTo>
                  <a:pt x="8381" y="11092"/>
                </a:lnTo>
                <a:lnTo>
                  <a:pt x="4916" y="11092"/>
                </a:lnTo>
                <a:lnTo>
                  <a:pt x="4916" y="10210"/>
                </a:lnTo>
                <a:lnTo>
                  <a:pt x="6176" y="8949"/>
                </a:lnTo>
                <a:close/>
                <a:moveTo>
                  <a:pt x="4553" y="0"/>
                </a:moveTo>
                <a:cubicBezTo>
                  <a:pt x="4517" y="0"/>
                  <a:pt x="4480" y="1"/>
                  <a:pt x="4443" y="2"/>
                </a:cubicBezTo>
                <a:cubicBezTo>
                  <a:pt x="3656" y="34"/>
                  <a:pt x="2836" y="380"/>
                  <a:pt x="2206" y="1010"/>
                </a:cubicBezTo>
                <a:cubicBezTo>
                  <a:pt x="2143" y="1105"/>
                  <a:pt x="2080" y="1231"/>
                  <a:pt x="2143" y="1325"/>
                </a:cubicBezTo>
                <a:lnTo>
                  <a:pt x="2490" y="2743"/>
                </a:lnTo>
                <a:cubicBezTo>
                  <a:pt x="1986" y="3121"/>
                  <a:pt x="1576" y="3625"/>
                  <a:pt x="1293" y="4224"/>
                </a:cubicBezTo>
                <a:lnTo>
                  <a:pt x="1293" y="4255"/>
                </a:lnTo>
                <a:lnTo>
                  <a:pt x="568" y="6650"/>
                </a:lnTo>
                <a:cubicBezTo>
                  <a:pt x="411" y="7091"/>
                  <a:pt x="442" y="7563"/>
                  <a:pt x="663" y="8004"/>
                </a:cubicBezTo>
                <a:cubicBezTo>
                  <a:pt x="820" y="8225"/>
                  <a:pt x="1041" y="8477"/>
                  <a:pt x="1261" y="8634"/>
                </a:cubicBezTo>
                <a:cubicBezTo>
                  <a:pt x="505" y="9012"/>
                  <a:pt x="1" y="9832"/>
                  <a:pt x="1" y="10745"/>
                </a:cubicBezTo>
                <a:lnTo>
                  <a:pt x="1" y="11470"/>
                </a:lnTo>
                <a:cubicBezTo>
                  <a:pt x="1" y="11659"/>
                  <a:pt x="158" y="11816"/>
                  <a:pt x="347" y="11816"/>
                </a:cubicBezTo>
                <a:lnTo>
                  <a:pt x="8665" y="11816"/>
                </a:lnTo>
                <a:cubicBezTo>
                  <a:pt x="8854" y="11816"/>
                  <a:pt x="9011" y="11659"/>
                  <a:pt x="9011" y="11470"/>
                </a:cubicBezTo>
                <a:lnTo>
                  <a:pt x="9011" y="10745"/>
                </a:lnTo>
                <a:cubicBezTo>
                  <a:pt x="9106" y="9832"/>
                  <a:pt x="8570" y="9012"/>
                  <a:pt x="7783" y="8634"/>
                </a:cubicBezTo>
                <a:cubicBezTo>
                  <a:pt x="8035" y="8477"/>
                  <a:pt x="8255" y="8225"/>
                  <a:pt x="8381" y="8004"/>
                </a:cubicBezTo>
                <a:cubicBezTo>
                  <a:pt x="8665" y="7563"/>
                  <a:pt x="8696" y="7091"/>
                  <a:pt x="8507" y="6650"/>
                </a:cubicBezTo>
                <a:lnTo>
                  <a:pt x="7751" y="4255"/>
                </a:lnTo>
                <a:lnTo>
                  <a:pt x="7751" y="4224"/>
                </a:lnTo>
                <a:cubicBezTo>
                  <a:pt x="7531" y="3625"/>
                  <a:pt x="7090" y="3121"/>
                  <a:pt x="6585" y="2743"/>
                </a:cubicBezTo>
                <a:lnTo>
                  <a:pt x="6932" y="1325"/>
                </a:lnTo>
                <a:cubicBezTo>
                  <a:pt x="6964" y="1231"/>
                  <a:pt x="6932" y="1105"/>
                  <a:pt x="6838" y="1010"/>
                </a:cubicBezTo>
                <a:cubicBezTo>
                  <a:pt x="6173" y="346"/>
                  <a:pt x="5393" y="0"/>
                  <a:pt x="45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402" name="Google Shape;14402;p82"/>
          <p:cNvSpPr/>
          <p:nvPr/>
        </p:nvSpPr>
        <p:spPr>
          <a:xfrm>
            <a:off x="6192255" y="2224163"/>
            <a:ext cx="355063" cy="354136"/>
          </a:xfrm>
          <a:custGeom>
            <a:avLst/>
            <a:gdLst/>
            <a:ahLst/>
            <a:cxnLst/>
            <a:rect l="l" t="t" r="r" b="b"/>
            <a:pathLst>
              <a:path w="11878" h="11847" extrusionOk="0">
                <a:moveTo>
                  <a:pt x="10523" y="694"/>
                </a:moveTo>
                <a:cubicBezTo>
                  <a:pt x="10680" y="694"/>
                  <a:pt x="10901" y="788"/>
                  <a:pt x="10995" y="883"/>
                </a:cubicBezTo>
                <a:cubicBezTo>
                  <a:pt x="11121" y="1009"/>
                  <a:pt x="11184" y="1198"/>
                  <a:pt x="11184" y="1356"/>
                </a:cubicBezTo>
                <a:cubicBezTo>
                  <a:pt x="11184" y="1576"/>
                  <a:pt x="11121" y="1734"/>
                  <a:pt x="10995" y="1828"/>
                </a:cubicBezTo>
                <a:lnTo>
                  <a:pt x="9389" y="3466"/>
                </a:lnTo>
                <a:cubicBezTo>
                  <a:pt x="9105" y="3718"/>
                  <a:pt x="8948" y="4096"/>
                  <a:pt x="8916" y="4443"/>
                </a:cubicBezTo>
                <a:lnTo>
                  <a:pt x="7467" y="2994"/>
                </a:lnTo>
                <a:cubicBezTo>
                  <a:pt x="7813" y="2931"/>
                  <a:pt x="8160" y="2773"/>
                  <a:pt x="8444" y="2521"/>
                </a:cubicBezTo>
                <a:lnTo>
                  <a:pt x="10050" y="883"/>
                </a:lnTo>
                <a:cubicBezTo>
                  <a:pt x="10176" y="788"/>
                  <a:pt x="10365" y="694"/>
                  <a:pt x="10523" y="694"/>
                </a:cubicBezTo>
                <a:close/>
                <a:moveTo>
                  <a:pt x="5766" y="2427"/>
                </a:moveTo>
                <a:cubicBezTo>
                  <a:pt x="5860" y="2427"/>
                  <a:pt x="5955" y="2458"/>
                  <a:pt x="6018" y="2553"/>
                </a:cubicBezTo>
                <a:lnTo>
                  <a:pt x="9420" y="5987"/>
                </a:lnTo>
                <a:cubicBezTo>
                  <a:pt x="9515" y="6050"/>
                  <a:pt x="9546" y="6144"/>
                  <a:pt x="9546" y="6207"/>
                </a:cubicBezTo>
                <a:cubicBezTo>
                  <a:pt x="9452" y="6239"/>
                  <a:pt x="9452" y="6333"/>
                  <a:pt x="9389" y="6396"/>
                </a:cubicBezTo>
                <a:cubicBezTo>
                  <a:pt x="9326" y="6459"/>
                  <a:pt x="9239" y="6491"/>
                  <a:pt x="9152" y="6491"/>
                </a:cubicBezTo>
                <a:cubicBezTo>
                  <a:pt x="9066" y="6491"/>
                  <a:pt x="8979" y="6459"/>
                  <a:pt x="8916" y="6396"/>
                </a:cubicBezTo>
                <a:lnTo>
                  <a:pt x="8444" y="5924"/>
                </a:lnTo>
                <a:lnTo>
                  <a:pt x="6018" y="3498"/>
                </a:lnTo>
                <a:lnTo>
                  <a:pt x="5545" y="3025"/>
                </a:lnTo>
                <a:cubicBezTo>
                  <a:pt x="5419" y="2899"/>
                  <a:pt x="5419" y="2679"/>
                  <a:pt x="5545" y="2553"/>
                </a:cubicBezTo>
                <a:cubicBezTo>
                  <a:pt x="5608" y="2458"/>
                  <a:pt x="5703" y="2427"/>
                  <a:pt x="5766" y="2427"/>
                </a:cubicBezTo>
                <a:close/>
                <a:moveTo>
                  <a:pt x="5734" y="4159"/>
                </a:moveTo>
                <a:lnTo>
                  <a:pt x="7687" y="6144"/>
                </a:lnTo>
                <a:lnTo>
                  <a:pt x="7183" y="6648"/>
                </a:lnTo>
                <a:lnTo>
                  <a:pt x="6427" y="5892"/>
                </a:lnTo>
                <a:cubicBezTo>
                  <a:pt x="6364" y="5829"/>
                  <a:pt x="6278" y="5798"/>
                  <a:pt x="6191" y="5798"/>
                </a:cubicBezTo>
                <a:cubicBezTo>
                  <a:pt x="6104" y="5798"/>
                  <a:pt x="6018" y="5829"/>
                  <a:pt x="5955" y="5892"/>
                </a:cubicBezTo>
                <a:cubicBezTo>
                  <a:pt x="5829" y="6018"/>
                  <a:pt x="5829" y="6239"/>
                  <a:pt x="5955" y="6365"/>
                </a:cubicBezTo>
                <a:lnTo>
                  <a:pt x="6711" y="7121"/>
                </a:lnTo>
                <a:lnTo>
                  <a:pt x="6238" y="7593"/>
                </a:lnTo>
                <a:lnTo>
                  <a:pt x="4253" y="5609"/>
                </a:lnTo>
                <a:lnTo>
                  <a:pt x="5734" y="4159"/>
                </a:lnTo>
                <a:close/>
                <a:moveTo>
                  <a:pt x="3718" y="6176"/>
                </a:moveTo>
                <a:lnTo>
                  <a:pt x="5703" y="8129"/>
                </a:lnTo>
                <a:lnTo>
                  <a:pt x="5230" y="8602"/>
                </a:lnTo>
                <a:lnTo>
                  <a:pt x="4474" y="7877"/>
                </a:lnTo>
                <a:cubicBezTo>
                  <a:pt x="4411" y="7814"/>
                  <a:pt x="4324" y="7782"/>
                  <a:pt x="4238" y="7782"/>
                </a:cubicBezTo>
                <a:cubicBezTo>
                  <a:pt x="4151" y="7782"/>
                  <a:pt x="4064" y="7814"/>
                  <a:pt x="4001" y="7877"/>
                </a:cubicBezTo>
                <a:cubicBezTo>
                  <a:pt x="3875" y="7972"/>
                  <a:pt x="3875" y="8224"/>
                  <a:pt x="4001" y="8350"/>
                </a:cubicBezTo>
                <a:lnTo>
                  <a:pt x="4694" y="9043"/>
                </a:lnTo>
                <a:cubicBezTo>
                  <a:pt x="4537" y="9169"/>
                  <a:pt x="4379" y="9232"/>
                  <a:pt x="4190" y="9295"/>
                </a:cubicBezTo>
                <a:cubicBezTo>
                  <a:pt x="3119" y="9547"/>
                  <a:pt x="2332" y="9988"/>
                  <a:pt x="1733" y="10586"/>
                </a:cubicBezTo>
                <a:lnTo>
                  <a:pt x="1355" y="10964"/>
                </a:lnTo>
                <a:cubicBezTo>
                  <a:pt x="1292" y="11027"/>
                  <a:pt x="1205" y="11059"/>
                  <a:pt x="1119" y="11059"/>
                </a:cubicBezTo>
                <a:cubicBezTo>
                  <a:pt x="1032" y="11059"/>
                  <a:pt x="945" y="11027"/>
                  <a:pt x="882" y="10964"/>
                </a:cubicBezTo>
                <a:cubicBezTo>
                  <a:pt x="819" y="10901"/>
                  <a:pt x="756" y="10807"/>
                  <a:pt x="756" y="10744"/>
                </a:cubicBezTo>
                <a:cubicBezTo>
                  <a:pt x="756" y="10649"/>
                  <a:pt x="788" y="10555"/>
                  <a:pt x="882" y="10492"/>
                </a:cubicBezTo>
                <a:lnTo>
                  <a:pt x="1260" y="10114"/>
                </a:lnTo>
                <a:cubicBezTo>
                  <a:pt x="1859" y="9515"/>
                  <a:pt x="2300" y="8696"/>
                  <a:pt x="2584" y="7656"/>
                </a:cubicBezTo>
                <a:cubicBezTo>
                  <a:pt x="2647" y="7404"/>
                  <a:pt x="2804" y="7121"/>
                  <a:pt x="3025" y="6869"/>
                </a:cubicBezTo>
                <a:lnTo>
                  <a:pt x="3718" y="6176"/>
                </a:lnTo>
                <a:close/>
                <a:moveTo>
                  <a:pt x="10491" y="1"/>
                </a:moveTo>
                <a:cubicBezTo>
                  <a:pt x="10145" y="1"/>
                  <a:pt x="9767" y="158"/>
                  <a:pt x="9515" y="379"/>
                </a:cubicBezTo>
                <a:lnTo>
                  <a:pt x="7876" y="1986"/>
                </a:lnTo>
                <a:cubicBezTo>
                  <a:pt x="7687" y="2190"/>
                  <a:pt x="7428" y="2293"/>
                  <a:pt x="7164" y="2293"/>
                </a:cubicBezTo>
                <a:cubicBezTo>
                  <a:pt x="6900" y="2293"/>
                  <a:pt x="6632" y="2190"/>
                  <a:pt x="6427" y="1986"/>
                </a:cubicBezTo>
                <a:cubicBezTo>
                  <a:pt x="6238" y="1797"/>
                  <a:pt x="5978" y="1702"/>
                  <a:pt x="5714" y="1702"/>
                </a:cubicBezTo>
                <a:cubicBezTo>
                  <a:pt x="5451" y="1702"/>
                  <a:pt x="5183" y="1797"/>
                  <a:pt x="4978" y="1986"/>
                </a:cubicBezTo>
                <a:cubicBezTo>
                  <a:pt x="4600" y="2395"/>
                  <a:pt x="4600" y="3057"/>
                  <a:pt x="4978" y="3435"/>
                </a:cubicBezTo>
                <a:lnTo>
                  <a:pt x="5199" y="3687"/>
                </a:lnTo>
                <a:lnTo>
                  <a:pt x="3466" y="5420"/>
                </a:lnTo>
                <a:lnTo>
                  <a:pt x="2489" y="6396"/>
                </a:lnTo>
                <a:cubicBezTo>
                  <a:pt x="2174" y="6711"/>
                  <a:pt x="1985" y="7058"/>
                  <a:pt x="1859" y="7499"/>
                </a:cubicBezTo>
                <a:cubicBezTo>
                  <a:pt x="1638" y="8413"/>
                  <a:pt x="1229" y="9106"/>
                  <a:pt x="725" y="9641"/>
                </a:cubicBezTo>
                <a:lnTo>
                  <a:pt x="315" y="10019"/>
                </a:lnTo>
                <a:cubicBezTo>
                  <a:pt x="126" y="10240"/>
                  <a:pt x="0" y="10492"/>
                  <a:pt x="0" y="10775"/>
                </a:cubicBezTo>
                <a:cubicBezTo>
                  <a:pt x="0" y="11059"/>
                  <a:pt x="126" y="11343"/>
                  <a:pt x="315" y="11532"/>
                </a:cubicBezTo>
                <a:cubicBezTo>
                  <a:pt x="536" y="11721"/>
                  <a:pt x="788" y="11847"/>
                  <a:pt x="1071" y="11847"/>
                </a:cubicBezTo>
                <a:cubicBezTo>
                  <a:pt x="1355" y="11847"/>
                  <a:pt x="1638" y="11721"/>
                  <a:pt x="1828" y="11532"/>
                </a:cubicBezTo>
                <a:lnTo>
                  <a:pt x="2237" y="11122"/>
                </a:lnTo>
                <a:cubicBezTo>
                  <a:pt x="2741" y="10618"/>
                  <a:pt x="3434" y="10240"/>
                  <a:pt x="4348" y="9988"/>
                </a:cubicBezTo>
                <a:cubicBezTo>
                  <a:pt x="4757" y="9862"/>
                  <a:pt x="5136" y="9673"/>
                  <a:pt x="5419" y="9389"/>
                </a:cubicBezTo>
                <a:lnTo>
                  <a:pt x="6396" y="8413"/>
                </a:lnTo>
                <a:lnTo>
                  <a:pt x="7372" y="7436"/>
                </a:lnTo>
                <a:lnTo>
                  <a:pt x="8129" y="6680"/>
                </a:lnTo>
                <a:lnTo>
                  <a:pt x="8349" y="6932"/>
                </a:lnTo>
                <a:cubicBezTo>
                  <a:pt x="8570" y="7121"/>
                  <a:pt x="8822" y="7247"/>
                  <a:pt x="9105" y="7247"/>
                </a:cubicBezTo>
                <a:cubicBezTo>
                  <a:pt x="9389" y="7247"/>
                  <a:pt x="9672" y="7121"/>
                  <a:pt x="9861" y="6932"/>
                </a:cubicBezTo>
                <a:cubicBezTo>
                  <a:pt x="10050" y="6711"/>
                  <a:pt x="10176" y="6459"/>
                  <a:pt x="10176" y="6176"/>
                </a:cubicBezTo>
                <a:cubicBezTo>
                  <a:pt x="10176" y="5892"/>
                  <a:pt x="10050" y="5609"/>
                  <a:pt x="9861" y="5420"/>
                </a:cubicBezTo>
                <a:cubicBezTo>
                  <a:pt x="9672" y="5231"/>
                  <a:pt x="9546" y="4947"/>
                  <a:pt x="9546" y="4664"/>
                </a:cubicBezTo>
                <a:cubicBezTo>
                  <a:pt x="9546" y="4380"/>
                  <a:pt x="9672" y="4128"/>
                  <a:pt x="9861" y="3907"/>
                </a:cubicBezTo>
                <a:lnTo>
                  <a:pt x="11468" y="2364"/>
                </a:lnTo>
                <a:cubicBezTo>
                  <a:pt x="11752" y="2080"/>
                  <a:pt x="11878" y="1734"/>
                  <a:pt x="11878" y="1356"/>
                </a:cubicBezTo>
                <a:cubicBezTo>
                  <a:pt x="11878" y="1009"/>
                  <a:pt x="11720" y="662"/>
                  <a:pt x="11468" y="379"/>
                </a:cubicBezTo>
                <a:cubicBezTo>
                  <a:pt x="11184" y="95"/>
                  <a:pt x="10838" y="1"/>
                  <a:pt x="104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4403" name="Google Shape;14403;p82"/>
          <p:cNvGrpSpPr/>
          <p:nvPr/>
        </p:nvGrpSpPr>
        <p:grpSpPr>
          <a:xfrm>
            <a:off x="7090357" y="2666048"/>
            <a:ext cx="354136" cy="353180"/>
            <a:chOff x="-23599325" y="1971025"/>
            <a:chExt cx="296175" cy="295375"/>
          </a:xfrm>
        </p:grpSpPr>
        <p:sp>
          <p:nvSpPr>
            <p:cNvPr id="14404" name="Google Shape;14404;p82"/>
            <p:cNvSpPr/>
            <p:nvPr/>
          </p:nvSpPr>
          <p:spPr>
            <a:xfrm>
              <a:off x="-23599325" y="1971025"/>
              <a:ext cx="296175" cy="295375"/>
            </a:xfrm>
            <a:custGeom>
              <a:avLst/>
              <a:gdLst/>
              <a:ahLst/>
              <a:cxnLst/>
              <a:rect l="l" t="t" r="r" b="b"/>
              <a:pathLst>
                <a:path w="11847" h="11815" extrusionOk="0">
                  <a:moveTo>
                    <a:pt x="7656" y="662"/>
                  </a:moveTo>
                  <a:lnTo>
                    <a:pt x="7656" y="4190"/>
                  </a:lnTo>
                  <a:lnTo>
                    <a:pt x="4159" y="4190"/>
                  </a:lnTo>
                  <a:lnTo>
                    <a:pt x="4159" y="662"/>
                  </a:lnTo>
                  <a:close/>
                  <a:moveTo>
                    <a:pt x="5577" y="4884"/>
                  </a:moveTo>
                  <a:lnTo>
                    <a:pt x="5577" y="5577"/>
                  </a:lnTo>
                  <a:lnTo>
                    <a:pt x="4222" y="5577"/>
                  </a:lnTo>
                  <a:lnTo>
                    <a:pt x="4222" y="4884"/>
                  </a:lnTo>
                  <a:close/>
                  <a:moveTo>
                    <a:pt x="7625" y="4884"/>
                  </a:moveTo>
                  <a:lnTo>
                    <a:pt x="7625" y="5608"/>
                  </a:lnTo>
                  <a:lnTo>
                    <a:pt x="6270" y="5608"/>
                  </a:lnTo>
                  <a:lnTo>
                    <a:pt x="6270" y="4884"/>
                  </a:lnTo>
                  <a:close/>
                  <a:moveTo>
                    <a:pt x="2111" y="5577"/>
                  </a:moveTo>
                  <a:lnTo>
                    <a:pt x="2111" y="6301"/>
                  </a:lnTo>
                  <a:lnTo>
                    <a:pt x="693" y="6301"/>
                  </a:lnTo>
                  <a:lnTo>
                    <a:pt x="693" y="5923"/>
                  </a:lnTo>
                  <a:cubicBezTo>
                    <a:pt x="693" y="5766"/>
                    <a:pt x="851" y="5577"/>
                    <a:pt x="1072" y="5577"/>
                  </a:cubicBezTo>
                  <a:close/>
                  <a:moveTo>
                    <a:pt x="10775" y="5577"/>
                  </a:moveTo>
                  <a:cubicBezTo>
                    <a:pt x="10996" y="5577"/>
                    <a:pt x="11153" y="5766"/>
                    <a:pt x="11153" y="5955"/>
                  </a:cubicBezTo>
                  <a:lnTo>
                    <a:pt x="11153" y="6301"/>
                  </a:lnTo>
                  <a:lnTo>
                    <a:pt x="9735" y="6301"/>
                  </a:lnTo>
                  <a:lnTo>
                    <a:pt x="9735" y="5577"/>
                  </a:lnTo>
                  <a:close/>
                  <a:moveTo>
                    <a:pt x="5545" y="6270"/>
                  </a:moveTo>
                  <a:lnTo>
                    <a:pt x="5545" y="6963"/>
                  </a:lnTo>
                  <a:lnTo>
                    <a:pt x="4159" y="6963"/>
                  </a:lnTo>
                  <a:lnTo>
                    <a:pt x="4159" y="6270"/>
                  </a:lnTo>
                  <a:close/>
                  <a:moveTo>
                    <a:pt x="7625" y="6270"/>
                  </a:moveTo>
                  <a:lnTo>
                    <a:pt x="7625" y="6963"/>
                  </a:lnTo>
                  <a:lnTo>
                    <a:pt x="6270" y="6963"/>
                  </a:lnTo>
                  <a:lnTo>
                    <a:pt x="6270" y="6270"/>
                  </a:lnTo>
                  <a:close/>
                  <a:moveTo>
                    <a:pt x="2111" y="6931"/>
                  </a:moveTo>
                  <a:lnTo>
                    <a:pt x="2111" y="7656"/>
                  </a:lnTo>
                  <a:lnTo>
                    <a:pt x="693" y="7656"/>
                  </a:lnTo>
                  <a:lnTo>
                    <a:pt x="693" y="6931"/>
                  </a:lnTo>
                  <a:close/>
                  <a:moveTo>
                    <a:pt x="11153" y="6963"/>
                  </a:moveTo>
                  <a:lnTo>
                    <a:pt x="11153" y="7688"/>
                  </a:lnTo>
                  <a:lnTo>
                    <a:pt x="9735" y="7688"/>
                  </a:lnTo>
                  <a:lnTo>
                    <a:pt x="9735" y="6963"/>
                  </a:lnTo>
                  <a:close/>
                  <a:moveTo>
                    <a:pt x="5545" y="7625"/>
                  </a:moveTo>
                  <a:lnTo>
                    <a:pt x="5545" y="8349"/>
                  </a:lnTo>
                  <a:lnTo>
                    <a:pt x="4159" y="8349"/>
                  </a:lnTo>
                  <a:lnTo>
                    <a:pt x="4159" y="7625"/>
                  </a:lnTo>
                  <a:close/>
                  <a:moveTo>
                    <a:pt x="7625" y="7656"/>
                  </a:moveTo>
                  <a:lnTo>
                    <a:pt x="7625" y="8349"/>
                  </a:lnTo>
                  <a:lnTo>
                    <a:pt x="6270" y="8349"/>
                  </a:lnTo>
                  <a:lnTo>
                    <a:pt x="6270" y="7656"/>
                  </a:lnTo>
                  <a:close/>
                  <a:moveTo>
                    <a:pt x="2111" y="8349"/>
                  </a:moveTo>
                  <a:lnTo>
                    <a:pt x="2111" y="9074"/>
                  </a:lnTo>
                  <a:lnTo>
                    <a:pt x="693" y="9074"/>
                  </a:lnTo>
                  <a:lnTo>
                    <a:pt x="693" y="8349"/>
                  </a:lnTo>
                  <a:close/>
                  <a:moveTo>
                    <a:pt x="11153" y="8349"/>
                  </a:moveTo>
                  <a:lnTo>
                    <a:pt x="11153" y="9074"/>
                  </a:lnTo>
                  <a:lnTo>
                    <a:pt x="9735" y="9074"/>
                  </a:lnTo>
                  <a:lnTo>
                    <a:pt x="9735" y="8349"/>
                  </a:lnTo>
                  <a:close/>
                  <a:moveTo>
                    <a:pt x="2111" y="9735"/>
                  </a:moveTo>
                  <a:lnTo>
                    <a:pt x="2111" y="11090"/>
                  </a:lnTo>
                  <a:lnTo>
                    <a:pt x="693" y="11090"/>
                  </a:lnTo>
                  <a:lnTo>
                    <a:pt x="693" y="9735"/>
                  </a:lnTo>
                  <a:close/>
                  <a:moveTo>
                    <a:pt x="8759" y="2048"/>
                  </a:moveTo>
                  <a:cubicBezTo>
                    <a:pt x="8948" y="2048"/>
                    <a:pt x="9105" y="2206"/>
                    <a:pt x="9105" y="2395"/>
                  </a:cubicBezTo>
                  <a:lnTo>
                    <a:pt x="9105" y="11090"/>
                  </a:lnTo>
                  <a:lnTo>
                    <a:pt x="7719" y="11090"/>
                  </a:lnTo>
                  <a:lnTo>
                    <a:pt x="7719" y="10082"/>
                  </a:lnTo>
                  <a:cubicBezTo>
                    <a:pt x="7719" y="9893"/>
                    <a:pt x="7562" y="9735"/>
                    <a:pt x="7373" y="9735"/>
                  </a:cubicBezTo>
                  <a:lnTo>
                    <a:pt x="4600" y="9735"/>
                  </a:lnTo>
                  <a:cubicBezTo>
                    <a:pt x="4411" y="9735"/>
                    <a:pt x="4254" y="9893"/>
                    <a:pt x="4254" y="10082"/>
                  </a:cubicBezTo>
                  <a:lnTo>
                    <a:pt x="4254" y="11090"/>
                  </a:lnTo>
                  <a:lnTo>
                    <a:pt x="2867" y="11090"/>
                  </a:lnTo>
                  <a:lnTo>
                    <a:pt x="2867" y="2395"/>
                  </a:lnTo>
                  <a:lnTo>
                    <a:pt x="2804" y="2395"/>
                  </a:lnTo>
                  <a:cubicBezTo>
                    <a:pt x="2804" y="2206"/>
                    <a:pt x="2962" y="2048"/>
                    <a:pt x="3151" y="2048"/>
                  </a:cubicBezTo>
                  <a:lnTo>
                    <a:pt x="3497" y="2048"/>
                  </a:lnTo>
                  <a:lnTo>
                    <a:pt x="3497" y="8696"/>
                  </a:lnTo>
                  <a:cubicBezTo>
                    <a:pt x="3497" y="8916"/>
                    <a:pt x="3655" y="9074"/>
                    <a:pt x="3875" y="9074"/>
                  </a:cubicBezTo>
                  <a:lnTo>
                    <a:pt x="8034" y="9074"/>
                  </a:lnTo>
                  <a:cubicBezTo>
                    <a:pt x="8223" y="9074"/>
                    <a:pt x="8381" y="8916"/>
                    <a:pt x="8381" y="8696"/>
                  </a:cubicBezTo>
                  <a:lnTo>
                    <a:pt x="8381" y="2048"/>
                  </a:lnTo>
                  <a:close/>
                  <a:moveTo>
                    <a:pt x="6963" y="10428"/>
                  </a:moveTo>
                  <a:lnTo>
                    <a:pt x="6963" y="11153"/>
                  </a:lnTo>
                  <a:lnTo>
                    <a:pt x="4884" y="11153"/>
                  </a:lnTo>
                  <a:lnTo>
                    <a:pt x="4884" y="10428"/>
                  </a:lnTo>
                  <a:close/>
                  <a:moveTo>
                    <a:pt x="11153" y="9767"/>
                  </a:moveTo>
                  <a:lnTo>
                    <a:pt x="11153" y="11153"/>
                  </a:lnTo>
                  <a:lnTo>
                    <a:pt x="9735" y="11153"/>
                  </a:lnTo>
                  <a:lnTo>
                    <a:pt x="9735" y="9767"/>
                  </a:lnTo>
                  <a:close/>
                  <a:moveTo>
                    <a:pt x="3812" y="0"/>
                  </a:moveTo>
                  <a:cubicBezTo>
                    <a:pt x="3623" y="0"/>
                    <a:pt x="3466" y="158"/>
                    <a:pt x="3466" y="347"/>
                  </a:cubicBezTo>
                  <a:lnTo>
                    <a:pt x="3466" y="1387"/>
                  </a:lnTo>
                  <a:lnTo>
                    <a:pt x="3119" y="1387"/>
                  </a:lnTo>
                  <a:cubicBezTo>
                    <a:pt x="2521" y="1387"/>
                    <a:pt x="2080" y="1859"/>
                    <a:pt x="2080" y="2395"/>
                  </a:cubicBezTo>
                  <a:lnTo>
                    <a:pt x="2080" y="4884"/>
                  </a:lnTo>
                  <a:lnTo>
                    <a:pt x="1009" y="4884"/>
                  </a:lnTo>
                  <a:cubicBezTo>
                    <a:pt x="441" y="4884"/>
                    <a:pt x="0" y="5356"/>
                    <a:pt x="0" y="5923"/>
                  </a:cubicBezTo>
                  <a:lnTo>
                    <a:pt x="0" y="11468"/>
                  </a:lnTo>
                  <a:cubicBezTo>
                    <a:pt x="0" y="11657"/>
                    <a:pt x="158" y="11815"/>
                    <a:pt x="347" y="11815"/>
                  </a:cubicBezTo>
                  <a:lnTo>
                    <a:pt x="11468" y="11815"/>
                  </a:lnTo>
                  <a:cubicBezTo>
                    <a:pt x="11657" y="11815"/>
                    <a:pt x="11815" y="11657"/>
                    <a:pt x="11815" y="11468"/>
                  </a:cubicBezTo>
                  <a:lnTo>
                    <a:pt x="11815" y="5923"/>
                  </a:lnTo>
                  <a:cubicBezTo>
                    <a:pt x="11846" y="5356"/>
                    <a:pt x="11374" y="4884"/>
                    <a:pt x="10775" y="4884"/>
                  </a:cubicBezTo>
                  <a:lnTo>
                    <a:pt x="9735" y="4884"/>
                  </a:lnTo>
                  <a:lnTo>
                    <a:pt x="9735" y="2395"/>
                  </a:lnTo>
                  <a:cubicBezTo>
                    <a:pt x="9735" y="1828"/>
                    <a:pt x="9263" y="1387"/>
                    <a:pt x="8696" y="1387"/>
                  </a:cubicBezTo>
                  <a:lnTo>
                    <a:pt x="8349" y="1387"/>
                  </a:lnTo>
                  <a:lnTo>
                    <a:pt x="8349" y="347"/>
                  </a:lnTo>
                  <a:cubicBezTo>
                    <a:pt x="8349" y="158"/>
                    <a:pt x="8192" y="0"/>
                    <a:pt x="80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405" name="Google Shape;14405;p82"/>
            <p:cNvSpPr/>
            <p:nvPr/>
          </p:nvSpPr>
          <p:spPr>
            <a:xfrm>
              <a:off x="-23477250" y="2004100"/>
              <a:ext cx="53575" cy="53575"/>
            </a:xfrm>
            <a:custGeom>
              <a:avLst/>
              <a:gdLst/>
              <a:ahLst/>
              <a:cxnLst/>
              <a:rect l="l" t="t" r="r" b="b"/>
              <a:pathLst>
                <a:path w="2143" h="2143" extrusionOk="0">
                  <a:moveTo>
                    <a:pt x="1072" y="1"/>
                  </a:moveTo>
                  <a:cubicBezTo>
                    <a:pt x="851" y="1"/>
                    <a:pt x="694" y="158"/>
                    <a:pt x="694" y="379"/>
                  </a:cubicBezTo>
                  <a:lnTo>
                    <a:pt x="694" y="725"/>
                  </a:lnTo>
                  <a:lnTo>
                    <a:pt x="347" y="725"/>
                  </a:lnTo>
                  <a:cubicBezTo>
                    <a:pt x="158" y="725"/>
                    <a:pt x="1" y="883"/>
                    <a:pt x="1" y="1072"/>
                  </a:cubicBezTo>
                  <a:cubicBezTo>
                    <a:pt x="1" y="1292"/>
                    <a:pt x="158" y="1450"/>
                    <a:pt x="347" y="1450"/>
                  </a:cubicBezTo>
                  <a:lnTo>
                    <a:pt x="694" y="1450"/>
                  </a:lnTo>
                  <a:lnTo>
                    <a:pt x="694" y="1796"/>
                  </a:lnTo>
                  <a:cubicBezTo>
                    <a:pt x="694" y="1985"/>
                    <a:pt x="851" y="2143"/>
                    <a:pt x="1072" y="2143"/>
                  </a:cubicBezTo>
                  <a:cubicBezTo>
                    <a:pt x="1261" y="2143"/>
                    <a:pt x="1418" y="1985"/>
                    <a:pt x="1418" y="1796"/>
                  </a:cubicBezTo>
                  <a:lnTo>
                    <a:pt x="1418" y="1450"/>
                  </a:lnTo>
                  <a:lnTo>
                    <a:pt x="1765" y="1450"/>
                  </a:lnTo>
                  <a:cubicBezTo>
                    <a:pt x="1985" y="1450"/>
                    <a:pt x="2143" y="1292"/>
                    <a:pt x="2143" y="1072"/>
                  </a:cubicBezTo>
                  <a:cubicBezTo>
                    <a:pt x="2143" y="883"/>
                    <a:pt x="1985" y="725"/>
                    <a:pt x="1765" y="725"/>
                  </a:cubicBezTo>
                  <a:lnTo>
                    <a:pt x="1418" y="725"/>
                  </a:lnTo>
                  <a:lnTo>
                    <a:pt x="1418" y="379"/>
                  </a:lnTo>
                  <a:cubicBezTo>
                    <a:pt x="1418" y="158"/>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4406" name="Google Shape;14406;p82"/>
          <p:cNvSpPr/>
          <p:nvPr/>
        </p:nvSpPr>
        <p:spPr>
          <a:xfrm>
            <a:off x="7091239" y="3112404"/>
            <a:ext cx="353180" cy="355063"/>
          </a:xfrm>
          <a:custGeom>
            <a:avLst/>
            <a:gdLst/>
            <a:ahLst/>
            <a:cxnLst/>
            <a:rect l="l" t="t" r="r" b="b"/>
            <a:pathLst>
              <a:path w="11815" h="11878" extrusionOk="0">
                <a:moveTo>
                  <a:pt x="6301" y="725"/>
                </a:moveTo>
                <a:lnTo>
                  <a:pt x="6301" y="1670"/>
                </a:lnTo>
                <a:cubicBezTo>
                  <a:pt x="6301" y="2143"/>
                  <a:pt x="6490" y="2584"/>
                  <a:pt x="6805" y="2899"/>
                </a:cubicBezTo>
                <a:lnTo>
                  <a:pt x="7120" y="3214"/>
                </a:lnTo>
                <a:cubicBezTo>
                  <a:pt x="7026" y="3340"/>
                  <a:pt x="6868" y="3529"/>
                  <a:pt x="6742" y="3781"/>
                </a:cubicBezTo>
                <a:lnTo>
                  <a:pt x="6648" y="3781"/>
                </a:lnTo>
                <a:cubicBezTo>
                  <a:pt x="6459" y="3576"/>
                  <a:pt x="6191" y="3474"/>
                  <a:pt x="5923" y="3474"/>
                </a:cubicBezTo>
                <a:cubicBezTo>
                  <a:pt x="5656" y="3474"/>
                  <a:pt x="5388" y="3576"/>
                  <a:pt x="5199" y="3781"/>
                </a:cubicBezTo>
                <a:lnTo>
                  <a:pt x="5167" y="3813"/>
                </a:lnTo>
                <a:cubicBezTo>
                  <a:pt x="5167" y="3813"/>
                  <a:pt x="5167" y="3781"/>
                  <a:pt x="5136" y="3781"/>
                </a:cubicBezTo>
                <a:cubicBezTo>
                  <a:pt x="5010" y="3529"/>
                  <a:pt x="4884" y="3372"/>
                  <a:pt x="4758" y="3214"/>
                </a:cubicBezTo>
                <a:lnTo>
                  <a:pt x="5073" y="2899"/>
                </a:lnTo>
                <a:cubicBezTo>
                  <a:pt x="5388" y="2584"/>
                  <a:pt x="5608" y="2143"/>
                  <a:pt x="5608" y="1670"/>
                </a:cubicBezTo>
                <a:lnTo>
                  <a:pt x="5608" y="725"/>
                </a:lnTo>
                <a:close/>
                <a:moveTo>
                  <a:pt x="3970" y="3529"/>
                </a:moveTo>
                <a:cubicBezTo>
                  <a:pt x="4159" y="3529"/>
                  <a:pt x="4348" y="3687"/>
                  <a:pt x="4506" y="4002"/>
                </a:cubicBezTo>
                <a:cubicBezTo>
                  <a:pt x="4569" y="4128"/>
                  <a:pt x="4600" y="4285"/>
                  <a:pt x="4663" y="4474"/>
                </a:cubicBezTo>
                <a:cubicBezTo>
                  <a:pt x="4758" y="4852"/>
                  <a:pt x="4821" y="5293"/>
                  <a:pt x="4852" y="5829"/>
                </a:cubicBezTo>
                <a:lnTo>
                  <a:pt x="3812" y="6837"/>
                </a:lnTo>
                <a:lnTo>
                  <a:pt x="3340" y="6396"/>
                </a:lnTo>
                <a:cubicBezTo>
                  <a:pt x="3293" y="6333"/>
                  <a:pt x="3206" y="6302"/>
                  <a:pt x="3115" y="6302"/>
                </a:cubicBezTo>
                <a:cubicBezTo>
                  <a:pt x="3025" y="6302"/>
                  <a:pt x="2930" y="6333"/>
                  <a:pt x="2867" y="6396"/>
                </a:cubicBezTo>
                <a:cubicBezTo>
                  <a:pt x="2804" y="6491"/>
                  <a:pt x="2804" y="6554"/>
                  <a:pt x="2804" y="6648"/>
                </a:cubicBezTo>
                <a:cubicBezTo>
                  <a:pt x="2804" y="6711"/>
                  <a:pt x="2836" y="6837"/>
                  <a:pt x="2930" y="6869"/>
                </a:cubicBezTo>
                <a:lnTo>
                  <a:pt x="3340" y="7310"/>
                </a:lnTo>
                <a:lnTo>
                  <a:pt x="2206" y="8444"/>
                </a:lnTo>
                <a:cubicBezTo>
                  <a:pt x="2080" y="8570"/>
                  <a:pt x="2080" y="8822"/>
                  <a:pt x="2206" y="8916"/>
                </a:cubicBezTo>
                <a:cubicBezTo>
                  <a:pt x="2300" y="9011"/>
                  <a:pt x="2363" y="9042"/>
                  <a:pt x="2458" y="9042"/>
                </a:cubicBezTo>
                <a:cubicBezTo>
                  <a:pt x="2521" y="9042"/>
                  <a:pt x="2647" y="9011"/>
                  <a:pt x="2678" y="8916"/>
                </a:cubicBezTo>
                <a:lnTo>
                  <a:pt x="4852" y="6743"/>
                </a:lnTo>
                <a:lnTo>
                  <a:pt x="4852" y="6806"/>
                </a:lnTo>
                <a:cubicBezTo>
                  <a:pt x="4758" y="7971"/>
                  <a:pt x="4569" y="8979"/>
                  <a:pt x="4254" y="9358"/>
                </a:cubicBezTo>
                <a:cubicBezTo>
                  <a:pt x="3970" y="9767"/>
                  <a:pt x="3529" y="9988"/>
                  <a:pt x="3056" y="10271"/>
                </a:cubicBezTo>
                <a:cubicBezTo>
                  <a:pt x="2867" y="10397"/>
                  <a:pt x="2710" y="10492"/>
                  <a:pt x="2521" y="10618"/>
                </a:cubicBezTo>
                <a:cubicBezTo>
                  <a:pt x="2111" y="10901"/>
                  <a:pt x="1702" y="11185"/>
                  <a:pt x="1292" y="11185"/>
                </a:cubicBezTo>
                <a:cubicBezTo>
                  <a:pt x="851" y="11122"/>
                  <a:pt x="662" y="10712"/>
                  <a:pt x="693" y="9862"/>
                </a:cubicBezTo>
                <a:cubicBezTo>
                  <a:pt x="756" y="8759"/>
                  <a:pt x="1261" y="7152"/>
                  <a:pt x="1954" y="5766"/>
                </a:cubicBezTo>
                <a:cubicBezTo>
                  <a:pt x="2332" y="5104"/>
                  <a:pt x="2710" y="4506"/>
                  <a:pt x="3056" y="4128"/>
                </a:cubicBezTo>
                <a:cubicBezTo>
                  <a:pt x="3434" y="3781"/>
                  <a:pt x="3749" y="3529"/>
                  <a:pt x="3970" y="3529"/>
                </a:cubicBezTo>
                <a:close/>
                <a:moveTo>
                  <a:pt x="7845" y="3624"/>
                </a:moveTo>
                <a:cubicBezTo>
                  <a:pt x="8066" y="3624"/>
                  <a:pt x="8381" y="3813"/>
                  <a:pt x="8759" y="4191"/>
                </a:cubicBezTo>
                <a:cubicBezTo>
                  <a:pt x="9105" y="4600"/>
                  <a:pt x="9483" y="5136"/>
                  <a:pt x="9861" y="5860"/>
                </a:cubicBezTo>
                <a:cubicBezTo>
                  <a:pt x="10555" y="7247"/>
                  <a:pt x="11059" y="8853"/>
                  <a:pt x="11122" y="9956"/>
                </a:cubicBezTo>
                <a:cubicBezTo>
                  <a:pt x="11153" y="10744"/>
                  <a:pt x="10933" y="11185"/>
                  <a:pt x="10523" y="11185"/>
                </a:cubicBezTo>
                <a:cubicBezTo>
                  <a:pt x="10504" y="11186"/>
                  <a:pt x="10485" y="11187"/>
                  <a:pt x="10466" y="11187"/>
                </a:cubicBezTo>
                <a:cubicBezTo>
                  <a:pt x="10072" y="11187"/>
                  <a:pt x="9655" y="10888"/>
                  <a:pt x="9294" y="10618"/>
                </a:cubicBezTo>
                <a:cubicBezTo>
                  <a:pt x="9105" y="10492"/>
                  <a:pt x="8948" y="10397"/>
                  <a:pt x="8727" y="10271"/>
                </a:cubicBezTo>
                <a:cubicBezTo>
                  <a:pt x="8286" y="9988"/>
                  <a:pt x="7845" y="9767"/>
                  <a:pt x="7562" y="9358"/>
                </a:cubicBezTo>
                <a:cubicBezTo>
                  <a:pt x="7278" y="8979"/>
                  <a:pt x="7057" y="7971"/>
                  <a:pt x="6963" y="6869"/>
                </a:cubicBezTo>
                <a:lnTo>
                  <a:pt x="6963" y="6837"/>
                </a:lnTo>
                <a:lnTo>
                  <a:pt x="9137" y="9011"/>
                </a:lnTo>
                <a:cubicBezTo>
                  <a:pt x="9200" y="9074"/>
                  <a:pt x="9294" y="9137"/>
                  <a:pt x="9357" y="9137"/>
                </a:cubicBezTo>
                <a:cubicBezTo>
                  <a:pt x="9452" y="9137"/>
                  <a:pt x="9578" y="9074"/>
                  <a:pt x="9609" y="9011"/>
                </a:cubicBezTo>
                <a:cubicBezTo>
                  <a:pt x="9735" y="8885"/>
                  <a:pt x="9735" y="8633"/>
                  <a:pt x="9609" y="8538"/>
                </a:cubicBezTo>
                <a:lnTo>
                  <a:pt x="8475" y="7404"/>
                </a:lnTo>
                <a:lnTo>
                  <a:pt x="8885" y="6963"/>
                </a:lnTo>
                <a:cubicBezTo>
                  <a:pt x="9011" y="6837"/>
                  <a:pt x="9011" y="6617"/>
                  <a:pt x="8885" y="6491"/>
                </a:cubicBezTo>
                <a:cubicBezTo>
                  <a:pt x="8838" y="6428"/>
                  <a:pt x="8751" y="6396"/>
                  <a:pt x="8660" y="6396"/>
                </a:cubicBezTo>
                <a:cubicBezTo>
                  <a:pt x="8570" y="6396"/>
                  <a:pt x="8475" y="6428"/>
                  <a:pt x="8412" y="6491"/>
                </a:cubicBezTo>
                <a:lnTo>
                  <a:pt x="8003" y="6932"/>
                </a:lnTo>
                <a:lnTo>
                  <a:pt x="6963" y="5892"/>
                </a:lnTo>
                <a:cubicBezTo>
                  <a:pt x="6994" y="5388"/>
                  <a:pt x="7057" y="4915"/>
                  <a:pt x="7152" y="4569"/>
                </a:cubicBezTo>
                <a:cubicBezTo>
                  <a:pt x="7215" y="4411"/>
                  <a:pt x="7278" y="4222"/>
                  <a:pt x="7310" y="4096"/>
                </a:cubicBezTo>
                <a:cubicBezTo>
                  <a:pt x="7499" y="3781"/>
                  <a:pt x="7656" y="3624"/>
                  <a:pt x="7845" y="3624"/>
                </a:cubicBezTo>
                <a:close/>
                <a:moveTo>
                  <a:pt x="5230" y="1"/>
                </a:moveTo>
                <a:cubicBezTo>
                  <a:pt x="5041" y="1"/>
                  <a:pt x="4884" y="158"/>
                  <a:pt x="4884" y="347"/>
                </a:cubicBezTo>
                <a:lnTo>
                  <a:pt x="4884" y="1639"/>
                </a:lnTo>
                <a:cubicBezTo>
                  <a:pt x="4884" y="1922"/>
                  <a:pt x="4758" y="2206"/>
                  <a:pt x="4569" y="2395"/>
                </a:cubicBezTo>
                <a:lnTo>
                  <a:pt x="4096" y="2868"/>
                </a:lnTo>
                <a:lnTo>
                  <a:pt x="4002" y="2868"/>
                </a:lnTo>
                <a:cubicBezTo>
                  <a:pt x="3991" y="2867"/>
                  <a:pt x="3981" y="2867"/>
                  <a:pt x="3970" y="2867"/>
                </a:cubicBezTo>
                <a:cubicBezTo>
                  <a:pt x="2880" y="2867"/>
                  <a:pt x="1886" y="4484"/>
                  <a:pt x="1387" y="5451"/>
                </a:cubicBezTo>
                <a:cubicBezTo>
                  <a:pt x="599" y="6963"/>
                  <a:pt x="63" y="8601"/>
                  <a:pt x="32" y="9862"/>
                </a:cubicBezTo>
                <a:cubicBezTo>
                  <a:pt x="0" y="10429"/>
                  <a:pt x="63" y="10901"/>
                  <a:pt x="284" y="11216"/>
                </a:cubicBezTo>
                <a:cubicBezTo>
                  <a:pt x="473" y="11657"/>
                  <a:pt x="820" y="11878"/>
                  <a:pt x="1292" y="11878"/>
                </a:cubicBezTo>
                <a:lnTo>
                  <a:pt x="1387" y="11878"/>
                </a:lnTo>
                <a:cubicBezTo>
                  <a:pt x="1954" y="11878"/>
                  <a:pt x="2489" y="11531"/>
                  <a:pt x="2962" y="11216"/>
                </a:cubicBezTo>
                <a:cubicBezTo>
                  <a:pt x="3119" y="11090"/>
                  <a:pt x="3277" y="10964"/>
                  <a:pt x="3434" y="10901"/>
                </a:cubicBezTo>
                <a:cubicBezTo>
                  <a:pt x="3970" y="10586"/>
                  <a:pt x="4474" y="10303"/>
                  <a:pt x="4852" y="9799"/>
                </a:cubicBezTo>
                <a:cubicBezTo>
                  <a:pt x="5199" y="9263"/>
                  <a:pt x="5482" y="8223"/>
                  <a:pt x="5545" y="6963"/>
                </a:cubicBezTo>
                <a:cubicBezTo>
                  <a:pt x="5545" y="6648"/>
                  <a:pt x="5577" y="6365"/>
                  <a:pt x="5545" y="6081"/>
                </a:cubicBezTo>
                <a:lnTo>
                  <a:pt x="5545" y="5987"/>
                </a:lnTo>
                <a:cubicBezTo>
                  <a:pt x="5545" y="5451"/>
                  <a:pt x="5482" y="4978"/>
                  <a:pt x="5388" y="4569"/>
                </a:cubicBezTo>
                <a:lnTo>
                  <a:pt x="5671" y="4285"/>
                </a:lnTo>
                <a:cubicBezTo>
                  <a:pt x="5734" y="4222"/>
                  <a:pt x="5821" y="4191"/>
                  <a:pt x="5908" y="4191"/>
                </a:cubicBezTo>
                <a:cubicBezTo>
                  <a:pt x="5994" y="4191"/>
                  <a:pt x="6081" y="4222"/>
                  <a:pt x="6144" y="4285"/>
                </a:cubicBezTo>
                <a:lnTo>
                  <a:pt x="6427" y="4569"/>
                </a:lnTo>
                <a:cubicBezTo>
                  <a:pt x="6270" y="5230"/>
                  <a:pt x="6207" y="6050"/>
                  <a:pt x="6270" y="6963"/>
                </a:cubicBezTo>
                <a:cubicBezTo>
                  <a:pt x="6333" y="8223"/>
                  <a:pt x="6616" y="9295"/>
                  <a:pt x="6963" y="9799"/>
                </a:cubicBezTo>
                <a:cubicBezTo>
                  <a:pt x="7310" y="10303"/>
                  <a:pt x="7845" y="10618"/>
                  <a:pt x="8381" y="10901"/>
                </a:cubicBezTo>
                <a:cubicBezTo>
                  <a:pt x="8538" y="10964"/>
                  <a:pt x="8696" y="11090"/>
                  <a:pt x="8853" y="11216"/>
                </a:cubicBezTo>
                <a:cubicBezTo>
                  <a:pt x="9326" y="11531"/>
                  <a:pt x="9830" y="11878"/>
                  <a:pt x="10429" y="11878"/>
                </a:cubicBezTo>
                <a:lnTo>
                  <a:pt x="10523" y="11878"/>
                </a:lnTo>
                <a:cubicBezTo>
                  <a:pt x="10996" y="11846"/>
                  <a:pt x="11342" y="11594"/>
                  <a:pt x="11531" y="11216"/>
                </a:cubicBezTo>
                <a:cubicBezTo>
                  <a:pt x="11720" y="10870"/>
                  <a:pt x="11815" y="10429"/>
                  <a:pt x="11783" y="9862"/>
                </a:cubicBezTo>
                <a:cubicBezTo>
                  <a:pt x="11720" y="8664"/>
                  <a:pt x="11216" y="6963"/>
                  <a:pt x="10429" y="5451"/>
                </a:cubicBezTo>
                <a:cubicBezTo>
                  <a:pt x="9924" y="4474"/>
                  <a:pt x="8885" y="2868"/>
                  <a:pt x="7782" y="2868"/>
                </a:cubicBezTo>
                <a:lnTo>
                  <a:pt x="7751" y="2868"/>
                </a:lnTo>
                <a:lnTo>
                  <a:pt x="7278" y="2395"/>
                </a:lnTo>
                <a:cubicBezTo>
                  <a:pt x="7089" y="2206"/>
                  <a:pt x="6963" y="1922"/>
                  <a:pt x="6963" y="1639"/>
                </a:cubicBezTo>
                <a:lnTo>
                  <a:pt x="6963" y="347"/>
                </a:lnTo>
                <a:cubicBezTo>
                  <a:pt x="6963" y="158"/>
                  <a:pt x="6805" y="1"/>
                  <a:pt x="66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407" name="Google Shape;14407;p82"/>
          <p:cNvSpPr/>
          <p:nvPr/>
        </p:nvSpPr>
        <p:spPr>
          <a:xfrm>
            <a:off x="7088877" y="3565376"/>
            <a:ext cx="357903" cy="331538"/>
          </a:xfrm>
          <a:custGeom>
            <a:avLst/>
            <a:gdLst/>
            <a:ahLst/>
            <a:cxnLst/>
            <a:rect l="l" t="t" r="r" b="b"/>
            <a:pathLst>
              <a:path w="11973" h="11091" extrusionOk="0">
                <a:moveTo>
                  <a:pt x="2143" y="694"/>
                </a:moveTo>
                <a:cubicBezTo>
                  <a:pt x="2206" y="694"/>
                  <a:pt x="2332" y="726"/>
                  <a:pt x="2363" y="820"/>
                </a:cubicBezTo>
                <a:cubicBezTo>
                  <a:pt x="2489" y="915"/>
                  <a:pt x="2489" y="1167"/>
                  <a:pt x="2363" y="1293"/>
                </a:cubicBezTo>
                <a:lnTo>
                  <a:pt x="1387" y="2269"/>
                </a:lnTo>
                <a:cubicBezTo>
                  <a:pt x="1324" y="2332"/>
                  <a:pt x="1229" y="2395"/>
                  <a:pt x="1135" y="2395"/>
                </a:cubicBezTo>
                <a:cubicBezTo>
                  <a:pt x="1072" y="2395"/>
                  <a:pt x="977" y="2332"/>
                  <a:pt x="914" y="2269"/>
                </a:cubicBezTo>
                <a:cubicBezTo>
                  <a:pt x="788" y="2143"/>
                  <a:pt x="788" y="1923"/>
                  <a:pt x="914" y="1797"/>
                </a:cubicBezTo>
                <a:lnTo>
                  <a:pt x="1891" y="820"/>
                </a:lnTo>
                <a:cubicBezTo>
                  <a:pt x="1985" y="726"/>
                  <a:pt x="2048" y="694"/>
                  <a:pt x="2143" y="694"/>
                </a:cubicBezTo>
                <a:close/>
                <a:moveTo>
                  <a:pt x="2647" y="2017"/>
                </a:moveTo>
                <a:lnTo>
                  <a:pt x="5325" y="4191"/>
                </a:lnTo>
                <a:lnTo>
                  <a:pt x="3151" y="4191"/>
                </a:lnTo>
                <a:lnTo>
                  <a:pt x="2111" y="2584"/>
                </a:lnTo>
                <a:lnTo>
                  <a:pt x="2647" y="2017"/>
                </a:lnTo>
                <a:close/>
                <a:moveTo>
                  <a:pt x="10555" y="2805"/>
                </a:moveTo>
                <a:lnTo>
                  <a:pt x="10555" y="2805"/>
                </a:lnTo>
                <a:cubicBezTo>
                  <a:pt x="10523" y="3277"/>
                  <a:pt x="10334" y="3750"/>
                  <a:pt x="10050" y="4191"/>
                </a:cubicBezTo>
                <a:lnTo>
                  <a:pt x="8318" y="4191"/>
                </a:lnTo>
                <a:cubicBezTo>
                  <a:pt x="8822" y="3403"/>
                  <a:pt x="9641" y="2931"/>
                  <a:pt x="10555" y="2805"/>
                </a:cubicBezTo>
                <a:close/>
                <a:moveTo>
                  <a:pt x="10964" y="4853"/>
                </a:moveTo>
                <a:cubicBezTo>
                  <a:pt x="11153" y="4853"/>
                  <a:pt x="11311" y="5010"/>
                  <a:pt x="11311" y="5231"/>
                </a:cubicBezTo>
                <a:cubicBezTo>
                  <a:pt x="11279" y="5294"/>
                  <a:pt x="11279" y="5388"/>
                  <a:pt x="11185" y="5420"/>
                </a:cubicBezTo>
                <a:cubicBezTo>
                  <a:pt x="11122" y="5483"/>
                  <a:pt x="11027" y="5577"/>
                  <a:pt x="10933" y="5577"/>
                </a:cubicBezTo>
                <a:lnTo>
                  <a:pt x="1198" y="5577"/>
                </a:lnTo>
                <a:cubicBezTo>
                  <a:pt x="1072" y="5577"/>
                  <a:pt x="1009" y="5546"/>
                  <a:pt x="914" y="5420"/>
                </a:cubicBezTo>
                <a:cubicBezTo>
                  <a:pt x="882" y="5325"/>
                  <a:pt x="851" y="5294"/>
                  <a:pt x="851" y="5231"/>
                </a:cubicBezTo>
                <a:cubicBezTo>
                  <a:pt x="851" y="5010"/>
                  <a:pt x="1009" y="4853"/>
                  <a:pt x="1198" y="4853"/>
                </a:cubicBezTo>
                <a:close/>
                <a:moveTo>
                  <a:pt x="10555" y="6239"/>
                </a:moveTo>
                <a:cubicBezTo>
                  <a:pt x="10428" y="7058"/>
                  <a:pt x="10082" y="8098"/>
                  <a:pt x="8759" y="9043"/>
                </a:cubicBezTo>
                <a:lnTo>
                  <a:pt x="3340" y="9043"/>
                </a:lnTo>
                <a:cubicBezTo>
                  <a:pt x="2363" y="8381"/>
                  <a:pt x="1765" y="7657"/>
                  <a:pt x="1576" y="6270"/>
                </a:cubicBezTo>
                <a:lnTo>
                  <a:pt x="9137" y="6270"/>
                </a:lnTo>
                <a:cubicBezTo>
                  <a:pt x="9074" y="6711"/>
                  <a:pt x="8822" y="7216"/>
                  <a:pt x="8192" y="7751"/>
                </a:cubicBezTo>
                <a:cubicBezTo>
                  <a:pt x="8034" y="7846"/>
                  <a:pt x="8034" y="8098"/>
                  <a:pt x="8160" y="8224"/>
                </a:cubicBezTo>
                <a:cubicBezTo>
                  <a:pt x="8223" y="8287"/>
                  <a:pt x="8318" y="8318"/>
                  <a:pt x="8444" y="8318"/>
                </a:cubicBezTo>
                <a:cubicBezTo>
                  <a:pt x="8507" y="8318"/>
                  <a:pt x="8601" y="8287"/>
                  <a:pt x="8633" y="8255"/>
                </a:cubicBezTo>
                <a:cubicBezTo>
                  <a:pt x="9483" y="7531"/>
                  <a:pt x="9767" y="6838"/>
                  <a:pt x="9861" y="6239"/>
                </a:cubicBezTo>
                <a:close/>
                <a:moveTo>
                  <a:pt x="8475" y="9704"/>
                </a:moveTo>
                <a:lnTo>
                  <a:pt x="8475" y="10051"/>
                </a:lnTo>
                <a:cubicBezTo>
                  <a:pt x="8507" y="10272"/>
                  <a:pt x="8349" y="10429"/>
                  <a:pt x="8160" y="10429"/>
                </a:cubicBezTo>
                <a:lnTo>
                  <a:pt x="3938" y="10429"/>
                </a:lnTo>
                <a:cubicBezTo>
                  <a:pt x="3749" y="10429"/>
                  <a:pt x="3592" y="10272"/>
                  <a:pt x="3592" y="10051"/>
                </a:cubicBezTo>
                <a:lnTo>
                  <a:pt x="3592" y="9704"/>
                </a:lnTo>
                <a:close/>
                <a:moveTo>
                  <a:pt x="2143" y="1"/>
                </a:moveTo>
                <a:cubicBezTo>
                  <a:pt x="1859" y="1"/>
                  <a:pt x="1576" y="127"/>
                  <a:pt x="1387" y="348"/>
                </a:cubicBezTo>
                <a:lnTo>
                  <a:pt x="410" y="1324"/>
                </a:lnTo>
                <a:cubicBezTo>
                  <a:pt x="0" y="1702"/>
                  <a:pt x="0" y="2364"/>
                  <a:pt x="410" y="2773"/>
                </a:cubicBezTo>
                <a:cubicBezTo>
                  <a:pt x="599" y="2962"/>
                  <a:pt x="882" y="3088"/>
                  <a:pt x="1135" y="3088"/>
                </a:cubicBezTo>
                <a:cubicBezTo>
                  <a:pt x="1261" y="3088"/>
                  <a:pt x="1418" y="3057"/>
                  <a:pt x="1544" y="3025"/>
                </a:cubicBezTo>
                <a:lnTo>
                  <a:pt x="2332" y="4191"/>
                </a:lnTo>
                <a:lnTo>
                  <a:pt x="1198" y="4191"/>
                </a:lnTo>
                <a:cubicBezTo>
                  <a:pt x="599" y="4191"/>
                  <a:pt x="158" y="4664"/>
                  <a:pt x="158" y="5231"/>
                </a:cubicBezTo>
                <a:cubicBezTo>
                  <a:pt x="158" y="5451"/>
                  <a:pt x="252" y="5640"/>
                  <a:pt x="347" y="5861"/>
                </a:cubicBezTo>
                <a:cubicBezTo>
                  <a:pt x="473" y="6050"/>
                  <a:pt x="662" y="6176"/>
                  <a:pt x="914" y="6207"/>
                </a:cubicBezTo>
                <a:cubicBezTo>
                  <a:pt x="977" y="6995"/>
                  <a:pt x="1229" y="7625"/>
                  <a:pt x="1544" y="8161"/>
                </a:cubicBezTo>
                <a:cubicBezTo>
                  <a:pt x="1859" y="8696"/>
                  <a:pt x="2300" y="9106"/>
                  <a:pt x="2930" y="9547"/>
                </a:cubicBezTo>
                <a:lnTo>
                  <a:pt x="2930" y="10051"/>
                </a:lnTo>
                <a:cubicBezTo>
                  <a:pt x="2930" y="10650"/>
                  <a:pt x="3403" y="11091"/>
                  <a:pt x="3938" y="11091"/>
                </a:cubicBezTo>
                <a:lnTo>
                  <a:pt x="8160" y="11091"/>
                </a:lnTo>
                <a:cubicBezTo>
                  <a:pt x="8759" y="11091"/>
                  <a:pt x="9168" y="10618"/>
                  <a:pt x="9168" y="10051"/>
                </a:cubicBezTo>
                <a:lnTo>
                  <a:pt x="9168" y="9547"/>
                </a:lnTo>
                <a:cubicBezTo>
                  <a:pt x="10428" y="8696"/>
                  <a:pt x="11122" y="7594"/>
                  <a:pt x="11216" y="6207"/>
                </a:cubicBezTo>
                <a:cubicBezTo>
                  <a:pt x="11437" y="6113"/>
                  <a:pt x="11626" y="6018"/>
                  <a:pt x="11752" y="5861"/>
                </a:cubicBezTo>
                <a:cubicBezTo>
                  <a:pt x="11846" y="5640"/>
                  <a:pt x="11941" y="5451"/>
                  <a:pt x="11941" y="5231"/>
                </a:cubicBezTo>
                <a:cubicBezTo>
                  <a:pt x="11972" y="4632"/>
                  <a:pt x="11500" y="4191"/>
                  <a:pt x="10901" y="4191"/>
                </a:cubicBezTo>
                <a:lnTo>
                  <a:pt x="10838" y="4191"/>
                </a:lnTo>
                <a:cubicBezTo>
                  <a:pt x="11122" y="3656"/>
                  <a:pt x="11279" y="3057"/>
                  <a:pt x="11279" y="2458"/>
                </a:cubicBezTo>
                <a:cubicBezTo>
                  <a:pt x="11279" y="2269"/>
                  <a:pt x="11122" y="2112"/>
                  <a:pt x="10901" y="2112"/>
                </a:cubicBezTo>
                <a:cubicBezTo>
                  <a:pt x="9452" y="2112"/>
                  <a:pt x="8160" y="2931"/>
                  <a:pt x="7530" y="4191"/>
                </a:cubicBezTo>
                <a:lnTo>
                  <a:pt x="6427" y="4191"/>
                </a:lnTo>
                <a:lnTo>
                  <a:pt x="3088" y="1482"/>
                </a:lnTo>
                <a:cubicBezTo>
                  <a:pt x="3245" y="1072"/>
                  <a:pt x="3151" y="663"/>
                  <a:pt x="2867" y="348"/>
                </a:cubicBezTo>
                <a:cubicBezTo>
                  <a:pt x="2678" y="127"/>
                  <a:pt x="2395" y="1"/>
                  <a:pt x="21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408" name="Google Shape;14408;p82"/>
          <p:cNvSpPr/>
          <p:nvPr/>
        </p:nvSpPr>
        <p:spPr>
          <a:xfrm>
            <a:off x="6191949" y="4047139"/>
            <a:ext cx="356020" cy="354136"/>
          </a:xfrm>
          <a:custGeom>
            <a:avLst/>
            <a:gdLst/>
            <a:ahLst/>
            <a:cxnLst/>
            <a:rect l="l" t="t" r="r" b="b"/>
            <a:pathLst>
              <a:path w="11910" h="11847" extrusionOk="0">
                <a:moveTo>
                  <a:pt x="1104" y="693"/>
                </a:moveTo>
                <a:cubicBezTo>
                  <a:pt x="2521" y="693"/>
                  <a:pt x="3592" y="1702"/>
                  <a:pt x="3813" y="3371"/>
                </a:cubicBezTo>
                <a:lnTo>
                  <a:pt x="3939" y="4190"/>
                </a:lnTo>
                <a:lnTo>
                  <a:pt x="3781" y="4190"/>
                </a:lnTo>
                <a:cubicBezTo>
                  <a:pt x="3592" y="4190"/>
                  <a:pt x="3435" y="4190"/>
                  <a:pt x="3246" y="4222"/>
                </a:cubicBezTo>
                <a:lnTo>
                  <a:pt x="3151" y="3497"/>
                </a:lnTo>
                <a:cubicBezTo>
                  <a:pt x="2962" y="2143"/>
                  <a:pt x="2206" y="1418"/>
                  <a:pt x="1104" y="1418"/>
                </a:cubicBezTo>
                <a:cubicBezTo>
                  <a:pt x="915" y="1418"/>
                  <a:pt x="757" y="1260"/>
                  <a:pt x="757" y="1040"/>
                </a:cubicBezTo>
                <a:cubicBezTo>
                  <a:pt x="757" y="851"/>
                  <a:pt x="915" y="693"/>
                  <a:pt x="1104" y="693"/>
                </a:cubicBezTo>
                <a:close/>
                <a:moveTo>
                  <a:pt x="6617" y="3529"/>
                </a:moveTo>
                <a:cubicBezTo>
                  <a:pt x="7184" y="3529"/>
                  <a:pt x="7657" y="4001"/>
                  <a:pt x="7657" y="4568"/>
                </a:cubicBezTo>
                <a:lnTo>
                  <a:pt x="7657" y="5577"/>
                </a:lnTo>
                <a:lnTo>
                  <a:pt x="6774" y="5577"/>
                </a:lnTo>
                <a:lnTo>
                  <a:pt x="6554" y="5356"/>
                </a:lnTo>
                <a:lnTo>
                  <a:pt x="6522" y="5293"/>
                </a:lnTo>
                <a:cubicBezTo>
                  <a:pt x="6050" y="4820"/>
                  <a:pt x="5388" y="4474"/>
                  <a:pt x="4695" y="4316"/>
                </a:cubicBezTo>
                <a:lnTo>
                  <a:pt x="4569" y="3529"/>
                </a:lnTo>
                <a:close/>
                <a:moveTo>
                  <a:pt x="3466" y="4915"/>
                </a:moveTo>
                <a:lnTo>
                  <a:pt x="3466" y="5608"/>
                </a:lnTo>
                <a:cubicBezTo>
                  <a:pt x="3088" y="5671"/>
                  <a:pt x="2679" y="5860"/>
                  <a:pt x="2364" y="6081"/>
                </a:cubicBezTo>
                <a:lnTo>
                  <a:pt x="1860" y="5577"/>
                </a:lnTo>
                <a:cubicBezTo>
                  <a:pt x="2332" y="5230"/>
                  <a:pt x="2868" y="4978"/>
                  <a:pt x="3466" y="4915"/>
                </a:cubicBezTo>
                <a:close/>
                <a:moveTo>
                  <a:pt x="4191" y="4915"/>
                </a:moveTo>
                <a:cubicBezTo>
                  <a:pt x="4790" y="4978"/>
                  <a:pt x="5325" y="5230"/>
                  <a:pt x="5798" y="5577"/>
                </a:cubicBezTo>
                <a:lnTo>
                  <a:pt x="5294" y="6081"/>
                </a:lnTo>
                <a:cubicBezTo>
                  <a:pt x="4979" y="5860"/>
                  <a:pt x="4569" y="5703"/>
                  <a:pt x="4191" y="5608"/>
                </a:cubicBezTo>
                <a:lnTo>
                  <a:pt x="4191" y="4915"/>
                </a:lnTo>
                <a:close/>
                <a:moveTo>
                  <a:pt x="6270" y="6049"/>
                </a:moveTo>
                <a:cubicBezTo>
                  <a:pt x="6617" y="6522"/>
                  <a:pt x="6869" y="7057"/>
                  <a:pt x="6932" y="7656"/>
                </a:cubicBezTo>
                <a:lnTo>
                  <a:pt x="6239" y="7656"/>
                </a:lnTo>
                <a:cubicBezTo>
                  <a:pt x="6176" y="7278"/>
                  <a:pt x="5987" y="6868"/>
                  <a:pt x="5766" y="6553"/>
                </a:cubicBezTo>
                <a:lnTo>
                  <a:pt x="6270" y="6049"/>
                </a:lnTo>
                <a:close/>
                <a:moveTo>
                  <a:pt x="1387" y="6081"/>
                </a:moveTo>
                <a:lnTo>
                  <a:pt x="1891" y="6616"/>
                </a:lnTo>
                <a:cubicBezTo>
                  <a:pt x="1671" y="6931"/>
                  <a:pt x="1513" y="7309"/>
                  <a:pt x="1419" y="7719"/>
                </a:cubicBezTo>
                <a:lnTo>
                  <a:pt x="725" y="7719"/>
                </a:lnTo>
                <a:cubicBezTo>
                  <a:pt x="788" y="7057"/>
                  <a:pt x="1041" y="6522"/>
                  <a:pt x="1387" y="6081"/>
                </a:cubicBezTo>
                <a:close/>
                <a:moveTo>
                  <a:pt x="8792" y="6327"/>
                </a:moveTo>
                <a:cubicBezTo>
                  <a:pt x="9316" y="6327"/>
                  <a:pt x="9736" y="6806"/>
                  <a:pt x="9736" y="7341"/>
                </a:cubicBezTo>
                <a:lnTo>
                  <a:pt x="9736" y="7719"/>
                </a:lnTo>
                <a:lnTo>
                  <a:pt x="7657" y="7719"/>
                </a:lnTo>
                <a:cubicBezTo>
                  <a:pt x="7594" y="7183"/>
                  <a:pt x="7436" y="6774"/>
                  <a:pt x="7247" y="6333"/>
                </a:cubicBezTo>
                <a:lnTo>
                  <a:pt x="8696" y="6333"/>
                </a:lnTo>
                <a:cubicBezTo>
                  <a:pt x="8729" y="6329"/>
                  <a:pt x="8761" y="6327"/>
                  <a:pt x="8792" y="6327"/>
                </a:cubicBezTo>
                <a:close/>
                <a:moveTo>
                  <a:pt x="3813" y="6270"/>
                </a:moveTo>
                <a:cubicBezTo>
                  <a:pt x="4790" y="6270"/>
                  <a:pt x="5577" y="7057"/>
                  <a:pt x="5577" y="8034"/>
                </a:cubicBezTo>
                <a:cubicBezTo>
                  <a:pt x="5577" y="8979"/>
                  <a:pt x="4790" y="9767"/>
                  <a:pt x="3813" y="9767"/>
                </a:cubicBezTo>
                <a:cubicBezTo>
                  <a:pt x="2868" y="9767"/>
                  <a:pt x="2080" y="8979"/>
                  <a:pt x="2080" y="8034"/>
                </a:cubicBezTo>
                <a:cubicBezTo>
                  <a:pt x="2080" y="7057"/>
                  <a:pt x="2868" y="6270"/>
                  <a:pt x="3813" y="6270"/>
                </a:cubicBezTo>
                <a:close/>
                <a:moveTo>
                  <a:pt x="1419" y="8381"/>
                </a:moveTo>
                <a:cubicBezTo>
                  <a:pt x="1450" y="8759"/>
                  <a:pt x="1671" y="9168"/>
                  <a:pt x="1891" y="9483"/>
                </a:cubicBezTo>
                <a:lnTo>
                  <a:pt x="1387" y="9987"/>
                </a:lnTo>
                <a:cubicBezTo>
                  <a:pt x="1041" y="9515"/>
                  <a:pt x="788" y="8979"/>
                  <a:pt x="725" y="8381"/>
                </a:cubicBezTo>
                <a:close/>
                <a:moveTo>
                  <a:pt x="6932" y="8381"/>
                </a:moveTo>
                <a:cubicBezTo>
                  <a:pt x="6869" y="8979"/>
                  <a:pt x="6617" y="9515"/>
                  <a:pt x="6270" y="9987"/>
                </a:cubicBezTo>
                <a:lnTo>
                  <a:pt x="5766" y="9483"/>
                </a:lnTo>
                <a:cubicBezTo>
                  <a:pt x="5987" y="9168"/>
                  <a:pt x="6144" y="8759"/>
                  <a:pt x="6239" y="8381"/>
                </a:cubicBezTo>
                <a:close/>
                <a:moveTo>
                  <a:pt x="5294" y="9956"/>
                </a:moveTo>
                <a:lnTo>
                  <a:pt x="5798" y="10460"/>
                </a:lnTo>
                <a:cubicBezTo>
                  <a:pt x="5357" y="10806"/>
                  <a:pt x="4821" y="11058"/>
                  <a:pt x="4191" y="11121"/>
                </a:cubicBezTo>
                <a:lnTo>
                  <a:pt x="4191" y="10428"/>
                </a:lnTo>
                <a:cubicBezTo>
                  <a:pt x="4569" y="10397"/>
                  <a:pt x="4979" y="10176"/>
                  <a:pt x="5294" y="9956"/>
                </a:cubicBezTo>
                <a:close/>
                <a:moveTo>
                  <a:pt x="2364" y="9987"/>
                </a:moveTo>
                <a:cubicBezTo>
                  <a:pt x="2679" y="10208"/>
                  <a:pt x="3088" y="10397"/>
                  <a:pt x="3466" y="10460"/>
                </a:cubicBezTo>
                <a:lnTo>
                  <a:pt x="3466" y="11184"/>
                </a:lnTo>
                <a:cubicBezTo>
                  <a:pt x="2868" y="11090"/>
                  <a:pt x="2332" y="10838"/>
                  <a:pt x="1860" y="10491"/>
                </a:cubicBezTo>
                <a:lnTo>
                  <a:pt x="2364" y="9987"/>
                </a:lnTo>
                <a:close/>
                <a:moveTo>
                  <a:pt x="9389" y="10460"/>
                </a:moveTo>
                <a:cubicBezTo>
                  <a:pt x="9578" y="10460"/>
                  <a:pt x="9736" y="10617"/>
                  <a:pt x="9736" y="10806"/>
                </a:cubicBezTo>
                <a:cubicBezTo>
                  <a:pt x="9736" y="10995"/>
                  <a:pt x="9578" y="11184"/>
                  <a:pt x="9389" y="11184"/>
                </a:cubicBezTo>
                <a:cubicBezTo>
                  <a:pt x="9169" y="11184"/>
                  <a:pt x="9011" y="10995"/>
                  <a:pt x="9011" y="10806"/>
                </a:cubicBezTo>
                <a:cubicBezTo>
                  <a:pt x="9011" y="10617"/>
                  <a:pt x="9169" y="10460"/>
                  <a:pt x="9389" y="10460"/>
                </a:cubicBezTo>
                <a:close/>
                <a:moveTo>
                  <a:pt x="1104" y="0"/>
                </a:moveTo>
                <a:cubicBezTo>
                  <a:pt x="505" y="0"/>
                  <a:pt x="95" y="473"/>
                  <a:pt x="95" y="1008"/>
                </a:cubicBezTo>
                <a:cubicBezTo>
                  <a:pt x="95" y="1544"/>
                  <a:pt x="568" y="2048"/>
                  <a:pt x="1104" y="2048"/>
                </a:cubicBezTo>
                <a:cubicBezTo>
                  <a:pt x="2049" y="2048"/>
                  <a:pt x="2364" y="2867"/>
                  <a:pt x="2490" y="3529"/>
                </a:cubicBezTo>
                <a:lnTo>
                  <a:pt x="2616" y="4348"/>
                </a:lnTo>
                <a:cubicBezTo>
                  <a:pt x="2049" y="4537"/>
                  <a:pt x="1576" y="4852"/>
                  <a:pt x="1167" y="5262"/>
                </a:cubicBezTo>
                <a:lnTo>
                  <a:pt x="1104" y="5293"/>
                </a:lnTo>
                <a:cubicBezTo>
                  <a:pt x="442" y="5955"/>
                  <a:pt x="1" y="6900"/>
                  <a:pt x="1" y="7971"/>
                </a:cubicBezTo>
                <a:cubicBezTo>
                  <a:pt x="1" y="9011"/>
                  <a:pt x="442" y="9956"/>
                  <a:pt x="1104" y="10649"/>
                </a:cubicBezTo>
                <a:lnTo>
                  <a:pt x="1167" y="10680"/>
                </a:lnTo>
                <a:lnTo>
                  <a:pt x="1198" y="10743"/>
                </a:lnTo>
                <a:cubicBezTo>
                  <a:pt x="1860" y="11405"/>
                  <a:pt x="2805" y="11846"/>
                  <a:pt x="3876" y="11846"/>
                </a:cubicBezTo>
                <a:cubicBezTo>
                  <a:pt x="4884" y="11846"/>
                  <a:pt x="5829" y="11405"/>
                  <a:pt x="6554" y="10743"/>
                </a:cubicBezTo>
                <a:lnTo>
                  <a:pt x="6585" y="10680"/>
                </a:lnTo>
                <a:lnTo>
                  <a:pt x="6617" y="10649"/>
                </a:lnTo>
                <a:cubicBezTo>
                  <a:pt x="7216" y="10019"/>
                  <a:pt x="7625" y="9231"/>
                  <a:pt x="7688" y="8318"/>
                </a:cubicBezTo>
                <a:lnTo>
                  <a:pt x="9106" y="8318"/>
                </a:lnTo>
                <a:lnTo>
                  <a:pt x="9106" y="9798"/>
                </a:lnTo>
                <a:cubicBezTo>
                  <a:pt x="8728" y="9956"/>
                  <a:pt x="8381" y="10302"/>
                  <a:pt x="8381" y="10775"/>
                </a:cubicBezTo>
                <a:cubicBezTo>
                  <a:pt x="8381" y="11373"/>
                  <a:pt x="8854" y="11783"/>
                  <a:pt x="9421" y="11783"/>
                </a:cubicBezTo>
                <a:cubicBezTo>
                  <a:pt x="9862" y="11783"/>
                  <a:pt x="10240" y="11531"/>
                  <a:pt x="10398" y="11090"/>
                </a:cubicBezTo>
                <a:lnTo>
                  <a:pt x="11532" y="11090"/>
                </a:lnTo>
                <a:cubicBezTo>
                  <a:pt x="11752" y="11090"/>
                  <a:pt x="11910" y="10932"/>
                  <a:pt x="11910" y="10743"/>
                </a:cubicBezTo>
                <a:cubicBezTo>
                  <a:pt x="11910" y="10523"/>
                  <a:pt x="11689" y="10460"/>
                  <a:pt x="11500" y="10460"/>
                </a:cubicBezTo>
                <a:lnTo>
                  <a:pt x="10366" y="10460"/>
                </a:lnTo>
                <a:cubicBezTo>
                  <a:pt x="10240" y="10176"/>
                  <a:pt x="10019" y="9956"/>
                  <a:pt x="9736" y="9830"/>
                </a:cubicBezTo>
                <a:lnTo>
                  <a:pt x="9736" y="8381"/>
                </a:lnTo>
                <a:lnTo>
                  <a:pt x="10807" y="8381"/>
                </a:lnTo>
                <a:cubicBezTo>
                  <a:pt x="10996" y="8381"/>
                  <a:pt x="11154" y="8223"/>
                  <a:pt x="11154" y="8034"/>
                </a:cubicBezTo>
                <a:cubicBezTo>
                  <a:pt x="11154" y="7813"/>
                  <a:pt x="10996" y="7656"/>
                  <a:pt x="10807" y="7656"/>
                </a:cubicBezTo>
                <a:lnTo>
                  <a:pt x="10461" y="7656"/>
                </a:lnTo>
                <a:lnTo>
                  <a:pt x="10461" y="7309"/>
                </a:lnTo>
                <a:cubicBezTo>
                  <a:pt x="10461" y="6364"/>
                  <a:pt x="9673" y="5577"/>
                  <a:pt x="8728" y="5577"/>
                </a:cubicBezTo>
                <a:lnTo>
                  <a:pt x="8350" y="5577"/>
                </a:lnTo>
                <a:lnTo>
                  <a:pt x="8350" y="4568"/>
                </a:lnTo>
                <a:cubicBezTo>
                  <a:pt x="8350" y="3623"/>
                  <a:pt x="7562" y="2836"/>
                  <a:pt x="6617" y="2836"/>
                </a:cubicBezTo>
                <a:lnTo>
                  <a:pt x="4443" y="2836"/>
                </a:lnTo>
                <a:cubicBezTo>
                  <a:pt x="4254" y="2048"/>
                  <a:pt x="3907" y="1418"/>
                  <a:pt x="3403" y="882"/>
                </a:cubicBezTo>
                <a:cubicBezTo>
                  <a:pt x="2773" y="315"/>
                  <a:pt x="1986" y="0"/>
                  <a:pt x="11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4409" name="Google Shape;14409;p82"/>
          <p:cNvGrpSpPr/>
          <p:nvPr/>
        </p:nvGrpSpPr>
        <p:grpSpPr>
          <a:xfrm>
            <a:off x="6634801" y="1335776"/>
            <a:ext cx="360713" cy="353897"/>
            <a:chOff x="-26993200" y="1961775"/>
            <a:chExt cx="301675" cy="295975"/>
          </a:xfrm>
        </p:grpSpPr>
        <p:sp>
          <p:nvSpPr>
            <p:cNvPr id="14410" name="Google Shape;14410;p82"/>
            <p:cNvSpPr/>
            <p:nvPr/>
          </p:nvSpPr>
          <p:spPr>
            <a:xfrm>
              <a:off x="-26993200" y="1961775"/>
              <a:ext cx="301675" cy="295975"/>
            </a:xfrm>
            <a:custGeom>
              <a:avLst/>
              <a:gdLst/>
              <a:ahLst/>
              <a:cxnLst/>
              <a:rect l="l" t="t" r="r" b="b"/>
              <a:pathLst>
                <a:path w="12067" h="11839" extrusionOk="0">
                  <a:moveTo>
                    <a:pt x="8601" y="685"/>
                  </a:moveTo>
                  <a:cubicBezTo>
                    <a:pt x="8664" y="685"/>
                    <a:pt x="8790" y="717"/>
                    <a:pt x="8822" y="811"/>
                  </a:cubicBezTo>
                  <a:lnTo>
                    <a:pt x="11279" y="3237"/>
                  </a:lnTo>
                  <a:cubicBezTo>
                    <a:pt x="11342" y="3332"/>
                    <a:pt x="11374" y="3395"/>
                    <a:pt x="11374" y="3489"/>
                  </a:cubicBezTo>
                  <a:cubicBezTo>
                    <a:pt x="11374" y="3552"/>
                    <a:pt x="11342" y="3647"/>
                    <a:pt x="11279" y="3710"/>
                  </a:cubicBezTo>
                  <a:cubicBezTo>
                    <a:pt x="11216" y="3773"/>
                    <a:pt x="11122" y="3804"/>
                    <a:pt x="11031" y="3804"/>
                  </a:cubicBezTo>
                  <a:cubicBezTo>
                    <a:pt x="10941" y="3804"/>
                    <a:pt x="10854" y="3773"/>
                    <a:pt x="10807" y="3710"/>
                  </a:cubicBezTo>
                  <a:lnTo>
                    <a:pt x="8349" y="1284"/>
                  </a:lnTo>
                  <a:cubicBezTo>
                    <a:pt x="8286" y="1189"/>
                    <a:pt x="8223" y="1126"/>
                    <a:pt x="8223" y="1032"/>
                  </a:cubicBezTo>
                  <a:cubicBezTo>
                    <a:pt x="8223" y="969"/>
                    <a:pt x="8286" y="843"/>
                    <a:pt x="8349" y="811"/>
                  </a:cubicBezTo>
                  <a:cubicBezTo>
                    <a:pt x="8444" y="717"/>
                    <a:pt x="8507" y="685"/>
                    <a:pt x="8601" y="685"/>
                  </a:cubicBezTo>
                  <a:close/>
                  <a:moveTo>
                    <a:pt x="7971" y="2103"/>
                  </a:moveTo>
                  <a:lnTo>
                    <a:pt x="8759" y="2891"/>
                  </a:lnTo>
                  <a:lnTo>
                    <a:pt x="9925" y="4056"/>
                  </a:lnTo>
                  <a:lnTo>
                    <a:pt x="7058" y="6955"/>
                  </a:lnTo>
                  <a:cubicBezTo>
                    <a:pt x="6617" y="6545"/>
                    <a:pt x="5986" y="6356"/>
                    <a:pt x="5325" y="6356"/>
                  </a:cubicBezTo>
                  <a:lnTo>
                    <a:pt x="5293" y="6356"/>
                  </a:lnTo>
                  <a:cubicBezTo>
                    <a:pt x="5256" y="6359"/>
                    <a:pt x="5219" y="6360"/>
                    <a:pt x="5182" y="6360"/>
                  </a:cubicBezTo>
                  <a:cubicBezTo>
                    <a:pt x="4779" y="6360"/>
                    <a:pt x="4385" y="6206"/>
                    <a:pt x="4096" y="5947"/>
                  </a:cubicBezTo>
                  <a:lnTo>
                    <a:pt x="5136" y="4939"/>
                  </a:lnTo>
                  <a:lnTo>
                    <a:pt x="5356" y="5159"/>
                  </a:lnTo>
                  <a:cubicBezTo>
                    <a:pt x="5451" y="5254"/>
                    <a:pt x="5514" y="5285"/>
                    <a:pt x="5608" y="5285"/>
                  </a:cubicBezTo>
                  <a:cubicBezTo>
                    <a:pt x="5671" y="5285"/>
                    <a:pt x="5797" y="5254"/>
                    <a:pt x="5829" y="5159"/>
                  </a:cubicBezTo>
                  <a:cubicBezTo>
                    <a:pt x="5955" y="5065"/>
                    <a:pt x="5955" y="4813"/>
                    <a:pt x="5829" y="4687"/>
                  </a:cubicBezTo>
                  <a:lnTo>
                    <a:pt x="5608" y="4466"/>
                  </a:lnTo>
                  <a:lnTo>
                    <a:pt x="6081" y="3993"/>
                  </a:lnTo>
                  <a:lnTo>
                    <a:pt x="6302" y="4214"/>
                  </a:lnTo>
                  <a:cubicBezTo>
                    <a:pt x="6396" y="4308"/>
                    <a:pt x="6459" y="4340"/>
                    <a:pt x="6554" y="4340"/>
                  </a:cubicBezTo>
                  <a:cubicBezTo>
                    <a:pt x="6617" y="4340"/>
                    <a:pt x="6743" y="4308"/>
                    <a:pt x="6774" y="4214"/>
                  </a:cubicBezTo>
                  <a:cubicBezTo>
                    <a:pt x="6900" y="4119"/>
                    <a:pt x="6900" y="3867"/>
                    <a:pt x="6774" y="3741"/>
                  </a:cubicBezTo>
                  <a:lnTo>
                    <a:pt x="6554" y="3521"/>
                  </a:lnTo>
                  <a:lnTo>
                    <a:pt x="7026" y="3048"/>
                  </a:lnTo>
                  <a:lnTo>
                    <a:pt x="7247" y="3269"/>
                  </a:lnTo>
                  <a:cubicBezTo>
                    <a:pt x="7341" y="3363"/>
                    <a:pt x="7404" y="3395"/>
                    <a:pt x="7499" y="3395"/>
                  </a:cubicBezTo>
                  <a:cubicBezTo>
                    <a:pt x="7562" y="3395"/>
                    <a:pt x="7688" y="3363"/>
                    <a:pt x="7719" y="3269"/>
                  </a:cubicBezTo>
                  <a:cubicBezTo>
                    <a:pt x="7845" y="3174"/>
                    <a:pt x="7845" y="2922"/>
                    <a:pt x="7719" y="2796"/>
                  </a:cubicBezTo>
                  <a:lnTo>
                    <a:pt x="7499" y="2576"/>
                  </a:lnTo>
                  <a:lnTo>
                    <a:pt x="7971" y="2103"/>
                  </a:lnTo>
                  <a:close/>
                  <a:moveTo>
                    <a:pt x="3592" y="6482"/>
                  </a:moveTo>
                  <a:cubicBezTo>
                    <a:pt x="4038" y="6839"/>
                    <a:pt x="4596" y="7084"/>
                    <a:pt x="5213" y="7084"/>
                  </a:cubicBezTo>
                  <a:cubicBezTo>
                    <a:pt x="5250" y="7084"/>
                    <a:pt x="5288" y="7083"/>
                    <a:pt x="5325" y="7081"/>
                  </a:cubicBezTo>
                  <a:cubicBezTo>
                    <a:pt x="5797" y="7081"/>
                    <a:pt x="6239" y="7175"/>
                    <a:pt x="6554" y="7459"/>
                  </a:cubicBezTo>
                  <a:lnTo>
                    <a:pt x="3277" y="10735"/>
                  </a:lnTo>
                  <a:cubicBezTo>
                    <a:pt x="2993" y="11003"/>
                    <a:pt x="2639" y="11137"/>
                    <a:pt x="2285" y="11137"/>
                  </a:cubicBezTo>
                  <a:cubicBezTo>
                    <a:pt x="1930" y="11137"/>
                    <a:pt x="1576" y="11003"/>
                    <a:pt x="1292" y="10735"/>
                  </a:cubicBezTo>
                  <a:cubicBezTo>
                    <a:pt x="757" y="10168"/>
                    <a:pt x="757" y="9318"/>
                    <a:pt x="1292" y="8751"/>
                  </a:cubicBezTo>
                  <a:lnTo>
                    <a:pt x="3592" y="6482"/>
                  </a:lnTo>
                  <a:close/>
                  <a:moveTo>
                    <a:pt x="8582" y="0"/>
                  </a:moveTo>
                  <a:cubicBezTo>
                    <a:pt x="8318" y="0"/>
                    <a:pt x="8050" y="103"/>
                    <a:pt x="7845" y="307"/>
                  </a:cubicBezTo>
                  <a:cubicBezTo>
                    <a:pt x="7656" y="496"/>
                    <a:pt x="7530" y="780"/>
                    <a:pt x="7530" y="1032"/>
                  </a:cubicBezTo>
                  <a:cubicBezTo>
                    <a:pt x="7530" y="1189"/>
                    <a:pt x="7562" y="1347"/>
                    <a:pt x="7656" y="1473"/>
                  </a:cubicBezTo>
                  <a:lnTo>
                    <a:pt x="6869" y="2261"/>
                  </a:lnTo>
                  <a:lnTo>
                    <a:pt x="4884" y="4245"/>
                  </a:lnTo>
                  <a:lnTo>
                    <a:pt x="820" y="8278"/>
                  </a:lnTo>
                  <a:cubicBezTo>
                    <a:pt x="1" y="9097"/>
                    <a:pt x="1" y="10420"/>
                    <a:pt x="820" y="11240"/>
                  </a:cubicBezTo>
                  <a:cubicBezTo>
                    <a:pt x="1229" y="11649"/>
                    <a:pt x="1796" y="11838"/>
                    <a:pt x="2300" y="11838"/>
                  </a:cubicBezTo>
                  <a:cubicBezTo>
                    <a:pt x="2836" y="11838"/>
                    <a:pt x="3340" y="11649"/>
                    <a:pt x="3750" y="11240"/>
                  </a:cubicBezTo>
                  <a:lnTo>
                    <a:pt x="10555" y="4434"/>
                  </a:lnTo>
                  <a:cubicBezTo>
                    <a:pt x="10712" y="4497"/>
                    <a:pt x="10838" y="4560"/>
                    <a:pt x="10996" y="4560"/>
                  </a:cubicBezTo>
                  <a:cubicBezTo>
                    <a:pt x="11279" y="4560"/>
                    <a:pt x="11531" y="4434"/>
                    <a:pt x="11752" y="4245"/>
                  </a:cubicBezTo>
                  <a:cubicBezTo>
                    <a:pt x="11941" y="4025"/>
                    <a:pt x="12067" y="3773"/>
                    <a:pt x="12067" y="3489"/>
                  </a:cubicBezTo>
                  <a:cubicBezTo>
                    <a:pt x="12067" y="3206"/>
                    <a:pt x="11941" y="2922"/>
                    <a:pt x="11752" y="2733"/>
                  </a:cubicBezTo>
                  <a:lnTo>
                    <a:pt x="9294" y="307"/>
                  </a:lnTo>
                  <a:cubicBezTo>
                    <a:pt x="9105" y="103"/>
                    <a:pt x="8846" y="0"/>
                    <a:pt x="85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411" name="Google Shape;14411;p82"/>
            <p:cNvSpPr/>
            <p:nvPr/>
          </p:nvSpPr>
          <p:spPr>
            <a:xfrm>
              <a:off x="-26900250" y="216477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412" name="Google Shape;14412;p82"/>
            <p:cNvSpPr/>
            <p:nvPr/>
          </p:nvSpPr>
          <p:spPr>
            <a:xfrm>
              <a:off x="-26938075" y="2177375"/>
              <a:ext cx="18150" cy="16575"/>
            </a:xfrm>
            <a:custGeom>
              <a:avLst/>
              <a:gdLst/>
              <a:ahLst/>
              <a:cxnLst/>
              <a:rect l="l" t="t" r="r" b="b"/>
              <a:pathLst>
                <a:path w="726" h="663" extrusionOk="0">
                  <a:moveTo>
                    <a:pt x="375" y="1"/>
                  </a:moveTo>
                  <a:cubicBezTo>
                    <a:pt x="292" y="1"/>
                    <a:pt x="206" y="32"/>
                    <a:pt x="127" y="95"/>
                  </a:cubicBezTo>
                  <a:cubicBezTo>
                    <a:pt x="1" y="221"/>
                    <a:pt x="1" y="442"/>
                    <a:pt x="127" y="568"/>
                  </a:cubicBezTo>
                  <a:cubicBezTo>
                    <a:pt x="190" y="631"/>
                    <a:pt x="277" y="662"/>
                    <a:pt x="363" y="662"/>
                  </a:cubicBezTo>
                  <a:cubicBezTo>
                    <a:pt x="450" y="662"/>
                    <a:pt x="536" y="631"/>
                    <a:pt x="599" y="568"/>
                  </a:cubicBezTo>
                  <a:cubicBezTo>
                    <a:pt x="725" y="442"/>
                    <a:pt x="725" y="221"/>
                    <a:pt x="599" y="95"/>
                  </a:cubicBezTo>
                  <a:cubicBezTo>
                    <a:pt x="536" y="32"/>
                    <a:pt x="458" y="1"/>
                    <a:pt x="3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413" name="Google Shape;14413;p82"/>
          <p:cNvGrpSpPr/>
          <p:nvPr/>
        </p:nvGrpSpPr>
        <p:grpSpPr>
          <a:xfrm>
            <a:off x="6659761" y="1783461"/>
            <a:ext cx="310792" cy="353180"/>
            <a:chOff x="-26970350" y="2332550"/>
            <a:chExt cx="259925" cy="295375"/>
          </a:xfrm>
        </p:grpSpPr>
        <p:sp>
          <p:nvSpPr>
            <p:cNvPr id="14414" name="Google Shape;14414;p82"/>
            <p:cNvSpPr/>
            <p:nvPr/>
          </p:nvSpPr>
          <p:spPr>
            <a:xfrm>
              <a:off x="-26970350" y="2332550"/>
              <a:ext cx="259925" cy="295375"/>
            </a:xfrm>
            <a:custGeom>
              <a:avLst/>
              <a:gdLst/>
              <a:ahLst/>
              <a:cxnLst/>
              <a:rect l="l" t="t" r="r" b="b"/>
              <a:pathLst>
                <a:path w="10397" h="11815" extrusionOk="0">
                  <a:moveTo>
                    <a:pt x="6963" y="662"/>
                  </a:moveTo>
                  <a:cubicBezTo>
                    <a:pt x="7152" y="662"/>
                    <a:pt x="7404" y="693"/>
                    <a:pt x="7593" y="756"/>
                  </a:cubicBezTo>
                  <a:cubicBezTo>
                    <a:pt x="8538" y="977"/>
                    <a:pt x="9294" y="1733"/>
                    <a:pt x="9515" y="2646"/>
                  </a:cubicBezTo>
                  <a:cubicBezTo>
                    <a:pt x="9672" y="3466"/>
                    <a:pt x="9483" y="4285"/>
                    <a:pt x="8979" y="4946"/>
                  </a:cubicBezTo>
                  <a:cubicBezTo>
                    <a:pt x="8475" y="5639"/>
                    <a:pt x="8160" y="6522"/>
                    <a:pt x="8160" y="7467"/>
                  </a:cubicBezTo>
                  <a:lnTo>
                    <a:pt x="8160" y="10208"/>
                  </a:lnTo>
                  <a:cubicBezTo>
                    <a:pt x="8160" y="10712"/>
                    <a:pt x="7719" y="11090"/>
                    <a:pt x="7246" y="11090"/>
                  </a:cubicBezTo>
                  <a:cubicBezTo>
                    <a:pt x="6742" y="11090"/>
                    <a:pt x="6333" y="10680"/>
                    <a:pt x="6333" y="10208"/>
                  </a:cubicBezTo>
                  <a:lnTo>
                    <a:pt x="6333" y="8538"/>
                  </a:lnTo>
                  <a:cubicBezTo>
                    <a:pt x="6333" y="7908"/>
                    <a:pt x="5829" y="7404"/>
                    <a:pt x="5198" y="7404"/>
                  </a:cubicBezTo>
                  <a:cubicBezTo>
                    <a:pt x="4568" y="7404"/>
                    <a:pt x="4064" y="7908"/>
                    <a:pt x="4064" y="8538"/>
                  </a:cubicBezTo>
                  <a:lnTo>
                    <a:pt x="4064" y="10208"/>
                  </a:lnTo>
                  <a:cubicBezTo>
                    <a:pt x="4064" y="10712"/>
                    <a:pt x="3623" y="11090"/>
                    <a:pt x="3151" y="11090"/>
                  </a:cubicBezTo>
                  <a:cubicBezTo>
                    <a:pt x="2647" y="11090"/>
                    <a:pt x="2237" y="10680"/>
                    <a:pt x="2237" y="10208"/>
                  </a:cubicBezTo>
                  <a:lnTo>
                    <a:pt x="2237" y="7467"/>
                  </a:lnTo>
                  <a:cubicBezTo>
                    <a:pt x="2237" y="6522"/>
                    <a:pt x="1953" y="5639"/>
                    <a:pt x="1418" y="4946"/>
                  </a:cubicBezTo>
                  <a:cubicBezTo>
                    <a:pt x="914" y="4285"/>
                    <a:pt x="756" y="3466"/>
                    <a:pt x="945" y="2646"/>
                  </a:cubicBezTo>
                  <a:cubicBezTo>
                    <a:pt x="1166" y="1701"/>
                    <a:pt x="1922" y="945"/>
                    <a:pt x="2867" y="756"/>
                  </a:cubicBezTo>
                  <a:cubicBezTo>
                    <a:pt x="3056" y="693"/>
                    <a:pt x="3308" y="662"/>
                    <a:pt x="3497" y="662"/>
                  </a:cubicBezTo>
                  <a:cubicBezTo>
                    <a:pt x="4064" y="662"/>
                    <a:pt x="4600" y="819"/>
                    <a:pt x="5041" y="1134"/>
                  </a:cubicBezTo>
                  <a:cubicBezTo>
                    <a:pt x="5104" y="1166"/>
                    <a:pt x="5175" y="1181"/>
                    <a:pt x="5242" y="1181"/>
                  </a:cubicBezTo>
                  <a:cubicBezTo>
                    <a:pt x="5309" y="1181"/>
                    <a:pt x="5372" y="1166"/>
                    <a:pt x="5419" y="1134"/>
                  </a:cubicBezTo>
                  <a:cubicBezTo>
                    <a:pt x="5860" y="819"/>
                    <a:pt x="6427" y="662"/>
                    <a:pt x="6963" y="662"/>
                  </a:cubicBezTo>
                  <a:close/>
                  <a:moveTo>
                    <a:pt x="3466" y="0"/>
                  </a:moveTo>
                  <a:cubicBezTo>
                    <a:pt x="3182" y="0"/>
                    <a:pt x="2899" y="32"/>
                    <a:pt x="2678" y="63"/>
                  </a:cubicBezTo>
                  <a:cubicBezTo>
                    <a:pt x="1481" y="347"/>
                    <a:pt x="504" y="1292"/>
                    <a:pt x="221" y="2489"/>
                  </a:cubicBezTo>
                  <a:cubicBezTo>
                    <a:pt x="0" y="3497"/>
                    <a:pt x="189" y="4568"/>
                    <a:pt x="851" y="5387"/>
                  </a:cubicBezTo>
                  <a:cubicBezTo>
                    <a:pt x="1292" y="5954"/>
                    <a:pt x="1544" y="6679"/>
                    <a:pt x="1544" y="7467"/>
                  </a:cubicBezTo>
                  <a:lnTo>
                    <a:pt x="1544" y="10208"/>
                  </a:lnTo>
                  <a:cubicBezTo>
                    <a:pt x="1544" y="11090"/>
                    <a:pt x="2237" y="11814"/>
                    <a:pt x="3151" y="11814"/>
                  </a:cubicBezTo>
                  <a:cubicBezTo>
                    <a:pt x="4064" y="11814"/>
                    <a:pt x="4757" y="11090"/>
                    <a:pt x="4757" y="10208"/>
                  </a:cubicBezTo>
                  <a:lnTo>
                    <a:pt x="4757" y="8538"/>
                  </a:lnTo>
                  <a:cubicBezTo>
                    <a:pt x="4757" y="8317"/>
                    <a:pt x="4946" y="8065"/>
                    <a:pt x="5230" y="8065"/>
                  </a:cubicBezTo>
                  <a:cubicBezTo>
                    <a:pt x="5482" y="8065"/>
                    <a:pt x="5703" y="8254"/>
                    <a:pt x="5703" y="8538"/>
                  </a:cubicBezTo>
                  <a:lnTo>
                    <a:pt x="5703" y="10208"/>
                  </a:lnTo>
                  <a:cubicBezTo>
                    <a:pt x="5703" y="11090"/>
                    <a:pt x="6427" y="11814"/>
                    <a:pt x="7309" y="11814"/>
                  </a:cubicBezTo>
                  <a:cubicBezTo>
                    <a:pt x="8223" y="11814"/>
                    <a:pt x="8948" y="11090"/>
                    <a:pt x="8948" y="10208"/>
                  </a:cubicBezTo>
                  <a:lnTo>
                    <a:pt x="8948" y="7467"/>
                  </a:lnTo>
                  <a:cubicBezTo>
                    <a:pt x="8948" y="6679"/>
                    <a:pt x="9168" y="5954"/>
                    <a:pt x="9609" y="5387"/>
                  </a:cubicBezTo>
                  <a:cubicBezTo>
                    <a:pt x="10145" y="4568"/>
                    <a:pt x="10397" y="3497"/>
                    <a:pt x="10145" y="2489"/>
                  </a:cubicBezTo>
                  <a:cubicBezTo>
                    <a:pt x="9893" y="1292"/>
                    <a:pt x="8885" y="347"/>
                    <a:pt x="7719" y="63"/>
                  </a:cubicBezTo>
                  <a:cubicBezTo>
                    <a:pt x="7435" y="0"/>
                    <a:pt x="7152" y="0"/>
                    <a:pt x="6931" y="0"/>
                  </a:cubicBezTo>
                  <a:cubicBezTo>
                    <a:pt x="6333" y="0"/>
                    <a:pt x="5703" y="158"/>
                    <a:pt x="5198" y="473"/>
                  </a:cubicBezTo>
                  <a:cubicBezTo>
                    <a:pt x="4694" y="158"/>
                    <a:pt x="4064" y="0"/>
                    <a:pt x="34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415" name="Google Shape;14415;p82"/>
            <p:cNvSpPr/>
            <p:nvPr/>
          </p:nvSpPr>
          <p:spPr>
            <a:xfrm>
              <a:off x="-26831725" y="2365650"/>
              <a:ext cx="82700" cy="81900"/>
            </a:xfrm>
            <a:custGeom>
              <a:avLst/>
              <a:gdLst/>
              <a:ahLst/>
              <a:cxnLst/>
              <a:rect l="l" t="t" r="r" b="b"/>
              <a:pathLst>
                <a:path w="3308" h="3276" extrusionOk="0">
                  <a:moveTo>
                    <a:pt x="1335" y="0"/>
                  </a:moveTo>
                  <a:cubicBezTo>
                    <a:pt x="937" y="0"/>
                    <a:pt x="544" y="121"/>
                    <a:pt x="189" y="377"/>
                  </a:cubicBezTo>
                  <a:cubicBezTo>
                    <a:pt x="32" y="472"/>
                    <a:pt x="0" y="692"/>
                    <a:pt x="126" y="818"/>
                  </a:cubicBezTo>
                  <a:cubicBezTo>
                    <a:pt x="202" y="932"/>
                    <a:pt x="300" y="989"/>
                    <a:pt x="401" y="989"/>
                  </a:cubicBezTo>
                  <a:cubicBezTo>
                    <a:pt x="468" y="989"/>
                    <a:pt x="536" y="963"/>
                    <a:pt x="599" y="913"/>
                  </a:cubicBezTo>
                  <a:cubicBezTo>
                    <a:pt x="818" y="753"/>
                    <a:pt x="1075" y="669"/>
                    <a:pt x="1331" y="669"/>
                  </a:cubicBezTo>
                  <a:cubicBezTo>
                    <a:pt x="1479" y="669"/>
                    <a:pt x="1626" y="698"/>
                    <a:pt x="1764" y="755"/>
                  </a:cubicBezTo>
                  <a:cubicBezTo>
                    <a:pt x="2174" y="913"/>
                    <a:pt x="2457" y="1196"/>
                    <a:pt x="2520" y="1574"/>
                  </a:cubicBezTo>
                  <a:cubicBezTo>
                    <a:pt x="2646" y="1984"/>
                    <a:pt x="2520" y="2394"/>
                    <a:pt x="2300" y="2709"/>
                  </a:cubicBezTo>
                  <a:cubicBezTo>
                    <a:pt x="2174" y="2866"/>
                    <a:pt x="2205" y="3087"/>
                    <a:pt x="2331" y="3181"/>
                  </a:cubicBezTo>
                  <a:cubicBezTo>
                    <a:pt x="2394" y="3244"/>
                    <a:pt x="2489" y="3276"/>
                    <a:pt x="2520" y="3276"/>
                  </a:cubicBezTo>
                  <a:cubicBezTo>
                    <a:pt x="2646" y="3276"/>
                    <a:pt x="2709" y="3244"/>
                    <a:pt x="2804" y="3150"/>
                  </a:cubicBezTo>
                  <a:cubicBezTo>
                    <a:pt x="3182" y="2677"/>
                    <a:pt x="3308" y="2047"/>
                    <a:pt x="3151" y="1417"/>
                  </a:cubicBezTo>
                  <a:cubicBezTo>
                    <a:pt x="3119" y="818"/>
                    <a:pt x="2646" y="377"/>
                    <a:pt x="2048" y="125"/>
                  </a:cubicBezTo>
                  <a:cubicBezTo>
                    <a:pt x="1813" y="43"/>
                    <a:pt x="1573" y="0"/>
                    <a:pt x="13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416" name="Google Shape;14416;p82"/>
          <p:cNvGrpSpPr/>
          <p:nvPr/>
        </p:nvGrpSpPr>
        <p:grpSpPr>
          <a:xfrm>
            <a:off x="6639046" y="2256226"/>
            <a:ext cx="352223" cy="290077"/>
            <a:chOff x="-26986100" y="2735800"/>
            <a:chExt cx="294575" cy="242600"/>
          </a:xfrm>
        </p:grpSpPr>
        <p:sp>
          <p:nvSpPr>
            <p:cNvPr id="14417" name="Google Shape;14417;p82"/>
            <p:cNvSpPr/>
            <p:nvPr/>
          </p:nvSpPr>
          <p:spPr>
            <a:xfrm>
              <a:off x="-26986100" y="2735800"/>
              <a:ext cx="294575" cy="242600"/>
            </a:xfrm>
            <a:custGeom>
              <a:avLst/>
              <a:gdLst/>
              <a:ahLst/>
              <a:cxnLst/>
              <a:rect l="l" t="t" r="r" b="b"/>
              <a:pathLst>
                <a:path w="11783" h="9704" extrusionOk="0">
                  <a:moveTo>
                    <a:pt x="3781" y="757"/>
                  </a:moveTo>
                  <a:cubicBezTo>
                    <a:pt x="3970" y="757"/>
                    <a:pt x="4127" y="914"/>
                    <a:pt x="4127" y="1103"/>
                  </a:cubicBezTo>
                  <a:lnTo>
                    <a:pt x="4127" y="1481"/>
                  </a:lnTo>
                  <a:lnTo>
                    <a:pt x="3434" y="1481"/>
                  </a:lnTo>
                  <a:lnTo>
                    <a:pt x="3434" y="1103"/>
                  </a:lnTo>
                  <a:cubicBezTo>
                    <a:pt x="3434" y="914"/>
                    <a:pt x="3592" y="757"/>
                    <a:pt x="3781" y="757"/>
                  </a:cubicBezTo>
                  <a:close/>
                  <a:moveTo>
                    <a:pt x="9137" y="2804"/>
                  </a:moveTo>
                  <a:cubicBezTo>
                    <a:pt x="9515" y="2836"/>
                    <a:pt x="9924" y="3088"/>
                    <a:pt x="10082" y="3466"/>
                  </a:cubicBezTo>
                  <a:lnTo>
                    <a:pt x="10932" y="5608"/>
                  </a:lnTo>
                  <a:lnTo>
                    <a:pt x="9357" y="5608"/>
                  </a:lnTo>
                  <a:cubicBezTo>
                    <a:pt x="9168" y="5608"/>
                    <a:pt x="9010" y="5451"/>
                    <a:pt x="9010" y="5262"/>
                  </a:cubicBezTo>
                  <a:lnTo>
                    <a:pt x="9010" y="2804"/>
                  </a:lnTo>
                  <a:close/>
                  <a:moveTo>
                    <a:pt x="6522" y="2143"/>
                  </a:moveTo>
                  <a:cubicBezTo>
                    <a:pt x="6742" y="2143"/>
                    <a:pt x="6900" y="2300"/>
                    <a:pt x="6900" y="2489"/>
                  </a:cubicBezTo>
                  <a:lnTo>
                    <a:pt x="6900" y="6301"/>
                  </a:lnTo>
                  <a:lnTo>
                    <a:pt x="630" y="6301"/>
                  </a:lnTo>
                  <a:lnTo>
                    <a:pt x="630" y="2489"/>
                  </a:lnTo>
                  <a:cubicBezTo>
                    <a:pt x="630" y="2300"/>
                    <a:pt x="788" y="2143"/>
                    <a:pt x="977" y="2143"/>
                  </a:cubicBezTo>
                  <a:close/>
                  <a:moveTo>
                    <a:pt x="6900" y="7026"/>
                  </a:moveTo>
                  <a:lnTo>
                    <a:pt x="6900" y="8412"/>
                  </a:lnTo>
                  <a:lnTo>
                    <a:pt x="3340" y="8412"/>
                  </a:lnTo>
                  <a:cubicBezTo>
                    <a:pt x="3182" y="8003"/>
                    <a:pt x="2836" y="7688"/>
                    <a:pt x="2363" y="7688"/>
                  </a:cubicBezTo>
                  <a:cubicBezTo>
                    <a:pt x="1890" y="7688"/>
                    <a:pt x="1544" y="7971"/>
                    <a:pt x="1386" y="8412"/>
                  </a:cubicBezTo>
                  <a:lnTo>
                    <a:pt x="977" y="8412"/>
                  </a:lnTo>
                  <a:cubicBezTo>
                    <a:pt x="788" y="8412"/>
                    <a:pt x="630" y="8255"/>
                    <a:pt x="630" y="8034"/>
                  </a:cubicBezTo>
                  <a:lnTo>
                    <a:pt x="630" y="7026"/>
                  </a:lnTo>
                  <a:close/>
                  <a:moveTo>
                    <a:pt x="8349" y="2836"/>
                  </a:moveTo>
                  <a:lnTo>
                    <a:pt x="8349" y="5293"/>
                  </a:lnTo>
                  <a:cubicBezTo>
                    <a:pt x="8349" y="5892"/>
                    <a:pt x="8821" y="6301"/>
                    <a:pt x="9357" y="6301"/>
                  </a:cubicBezTo>
                  <a:lnTo>
                    <a:pt x="11090" y="6301"/>
                  </a:lnTo>
                  <a:lnTo>
                    <a:pt x="11090" y="7026"/>
                  </a:lnTo>
                  <a:lnTo>
                    <a:pt x="10743" y="7026"/>
                  </a:lnTo>
                  <a:cubicBezTo>
                    <a:pt x="10554" y="7026"/>
                    <a:pt x="10397" y="7184"/>
                    <a:pt x="10397" y="7373"/>
                  </a:cubicBezTo>
                  <a:cubicBezTo>
                    <a:pt x="10397" y="7562"/>
                    <a:pt x="10554" y="7719"/>
                    <a:pt x="10743" y="7719"/>
                  </a:cubicBezTo>
                  <a:lnTo>
                    <a:pt x="11090" y="7719"/>
                  </a:lnTo>
                  <a:lnTo>
                    <a:pt x="11090" y="8097"/>
                  </a:lnTo>
                  <a:cubicBezTo>
                    <a:pt x="11090" y="8255"/>
                    <a:pt x="10932" y="8412"/>
                    <a:pt x="10743" y="8412"/>
                  </a:cubicBezTo>
                  <a:lnTo>
                    <a:pt x="10365" y="8412"/>
                  </a:lnTo>
                  <a:cubicBezTo>
                    <a:pt x="10208" y="8003"/>
                    <a:pt x="9830" y="7688"/>
                    <a:pt x="9357" y="7688"/>
                  </a:cubicBezTo>
                  <a:cubicBezTo>
                    <a:pt x="8947" y="7688"/>
                    <a:pt x="8538" y="7971"/>
                    <a:pt x="8380" y="8412"/>
                  </a:cubicBezTo>
                  <a:lnTo>
                    <a:pt x="7593" y="8412"/>
                  </a:lnTo>
                  <a:lnTo>
                    <a:pt x="7593" y="2836"/>
                  </a:lnTo>
                  <a:close/>
                  <a:moveTo>
                    <a:pt x="2363" y="8349"/>
                  </a:moveTo>
                  <a:cubicBezTo>
                    <a:pt x="2552" y="8349"/>
                    <a:pt x="2709" y="8507"/>
                    <a:pt x="2709" y="8727"/>
                  </a:cubicBezTo>
                  <a:cubicBezTo>
                    <a:pt x="2709" y="8916"/>
                    <a:pt x="2552" y="9074"/>
                    <a:pt x="2363" y="9074"/>
                  </a:cubicBezTo>
                  <a:cubicBezTo>
                    <a:pt x="2174" y="9074"/>
                    <a:pt x="2016" y="8916"/>
                    <a:pt x="2016" y="8727"/>
                  </a:cubicBezTo>
                  <a:cubicBezTo>
                    <a:pt x="2016" y="8507"/>
                    <a:pt x="2174" y="8349"/>
                    <a:pt x="2363" y="8349"/>
                  </a:cubicBezTo>
                  <a:close/>
                  <a:moveTo>
                    <a:pt x="9326" y="8349"/>
                  </a:moveTo>
                  <a:cubicBezTo>
                    <a:pt x="9515" y="8349"/>
                    <a:pt x="9672" y="8507"/>
                    <a:pt x="9672" y="8727"/>
                  </a:cubicBezTo>
                  <a:cubicBezTo>
                    <a:pt x="9672" y="8916"/>
                    <a:pt x="9515" y="9074"/>
                    <a:pt x="9326" y="9074"/>
                  </a:cubicBezTo>
                  <a:cubicBezTo>
                    <a:pt x="9137" y="9074"/>
                    <a:pt x="8979" y="8916"/>
                    <a:pt x="8979" y="8727"/>
                  </a:cubicBezTo>
                  <a:cubicBezTo>
                    <a:pt x="8979" y="8507"/>
                    <a:pt x="9137" y="8349"/>
                    <a:pt x="9326" y="8349"/>
                  </a:cubicBezTo>
                  <a:close/>
                  <a:moveTo>
                    <a:pt x="3781" y="1"/>
                  </a:moveTo>
                  <a:cubicBezTo>
                    <a:pt x="3182" y="1"/>
                    <a:pt x="2741" y="473"/>
                    <a:pt x="2741" y="1040"/>
                  </a:cubicBezTo>
                  <a:lnTo>
                    <a:pt x="2741" y="1387"/>
                  </a:lnTo>
                  <a:lnTo>
                    <a:pt x="1008" y="1387"/>
                  </a:lnTo>
                  <a:cubicBezTo>
                    <a:pt x="441" y="1387"/>
                    <a:pt x="0" y="1859"/>
                    <a:pt x="0" y="2395"/>
                  </a:cubicBezTo>
                  <a:lnTo>
                    <a:pt x="0" y="7971"/>
                  </a:lnTo>
                  <a:cubicBezTo>
                    <a:pt x="0" y="8538"/>
                    <a:pt x="473" y="8979"/>
                    <a:pt x="1008" y="8979"/>
                  </a:cubicBezTo>
                  <a:lnTo>
                    <a:pt x="1418" y="8979"/>
                  </a:lnTo>
                  <a:cubicBezTo>
                    <a:pt x="1575" y="9389"/>
                    <a:pt x="1922" y="9704"/>
                    <a:pt x="2394" y="9704"/>
                  </a:cubicBezTo>
                  <a:cubicBezTo>
                    <a:pt x="2867" y="9704"/>
                    <a:pt x="3214" y="9420"/>
                    <a:pt x="3371" y="8979"/>
                  </a:cubicBezTo>
                  <a:lnTo>
                    <a:pt x="8380" y="8979"/>
                  </a:lnTo>
                  <a:cubicBezTo>
                    <a:pt x="8538" y="9389"/>
                    <a:pt x="8916" y="9704"/>
                    <a:pt x="9389" y="9704"/>
                  </a:cubicBezTo>
                  <a:cubicBezTo>
                    <a:pt x="9798" y="9704"/>
                    <a:pt x="10208" y="9420"/>
                    <a:pt x="10365" y="8979"/>
                  </a:cubicBezTo>
                  <a:lnTo>
                    <a:pt x="10743" y="8979"/>
                  </a:lnTo>
                  <a:cubicBezTo>
                    <a:pt x="11342" y="8979"/>
                    <a:pt x="11783" y="8507"/>
                    <a:pt x="11783" y="7971"/>
                  </a:cubicBezTo>
                  <a:lnTo>
                    <a:pt x="11783" y="6144"/>
                  </a:lnTo>
                  <a:cubicBezTo>
                    <a:pt x="11783" y="6112"/>
                    <a:pt x="11783" y="5986"/>
                    <a:pt x="11720" y="5892"/>
                  </a:cubicBezTo>
                  <a:cubicBezTo>
                    <a:pt x="11688" y="5766"/>
                    <a:pt x="11688" y="5671"/>
                    <a:pt x="11657" y="5577"/>
                  </a:cubicBezTo>
                  <a:lnTo>
                    <a:pt x="10712" y="3214"/>
                  </a:lnTo>
                  <a:cubicBezTo>
                    <a:pt x="10428" y="2521"/>
                    <a:pt x="9798" y="2080"/>
                    <a:pt x="9105" y="2080"/>
                  </a:cubicBezTo>
                  <a:lnTo>
                    <a:pt x="7530" y="2080"/>
                  </a:lnTo>
                  <a:cubicBezTo>
                    <a:pt x="7372" y="1702"/>
                    <a:pt x="6994" y="1387"/>
                    <a:pt x="6522" y="1387"/>
                  </a:cubicBezTo>
                  <a:lnTo>
                    <a:pt x="4789" y="1387"/>
                  </a:lnTo>
                  <a:lnTo>
                    <a:pt x="4789" y="1040"/>
                  </a:lnTo>
                  <a:cubicBezTo>
                    <a:pt x="4789" y="442"/>
                    <a:pt x="4316" y="1"/>
                    <a:pt x="3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418" name="Google Shape;14418;p82"/>
            <p:cNvSpPr/>
            <p:nvPr/>
          </p:nvSpPr>
          <p:spPr>
            <a:xfrm>
              <a:off x="-26927050" y="2805900"/>
              <a:ext cx="70925" cy="70900"/>
            </a:xfrm>
            <a:custGeom>
              <a:avLst/>
              <a:gdLst/>
              <a:ahLst/>
              <a:cxnLst/>
              <a:rect l="l" t="t" r="r" b="b"/>
              <a:pathLst>
                <a:path w="2837" h="2836" extrusionOk="0">
                  <a:moveTo>
                    <a:pt x="1419" y="0"/>
                  </a:moveTo>
                  <a:cubicBezTo>
                    <a:pt x="1230" y="0"/>
                    <a:pt x="1072" y="158"/>
                    <a:pt x="1072" y="347"/>
                  </a:cubicBezTo>
                  <a:lnTo>
                    <a:pt x="1072" y="1072"/>
                  </a:lnTo>
                  <a:lnTo>
                    <a:pt x="347" y="1072"/>
                  </a:lnTo>
                  <a:cubicBezTo>
                    <a:pt x="158" y="1072"/>
                    <a:pt x="1" y="1229"/>
                    <a:pt x="1" y="1418"/>
                  </a:cubicBezTo>
                  <a:cubicBezTo>
                    <a:pt x="1" y="1607"/>
                    <a:pt x="158" y="1765"/>
                    <a:pt x="347" y="1765"/>
                  </a:cubicBezTo>
                  <a:lnTo>
                    <a:pt x="1072" y="1765"/>
                  </a:lnTo>
                  <a:lnTo>
                    <a:pt x="1072" y="2489"/>
                  </a:lnTo>
                  <a:cubicBezTo>
                    <a:pt x="1072" y="2678"/>
                    <a:pt x="1230" y="2836"/>
                    <a:pt x="1419" y="2836"/>
                  </a:cubicBezTo>
                  <a:cubicBezTo>
                    <a:pt x="1608" y="2836"/>
                    <a:pt x="1765" y="2678"/>
                    <a:pt x="1765" y="2489"/>
                  </a:cubicBezTo>
                  <a:lnTo>
                    <a:pt x="1765" y="1765"/>
                  </a:lnTo>
                  <a:lnTo>
                    <a:pt x="2490" y="1765"/>
                  </a:lnTo>
                  <a:cubicBezTo>
                    <a:pt x="2679" y="1765"/>
                    <a:pt x="2836" y="1607"/>
                    <a:pt x="2836" y="1418"/>
                  </a:cubicBezTo>
                  <a:cubicBezTo>
                    <a:pt x="2836" y="1229"/>
                    <a:pt x="2679" y="1072"/>
                    <a:pt x="2490" y="1072"/>
                  </a:cubicBezTo>
                  <a:lnTo>
                    <a:pt x="1765" y="1072"/>
                  </a:lnTo>
                  <a:lnTo>
                    <a:pt x="1765" y="347"/>
                  </a:lnTo>
                  <a:cubicBezTo>
                    <a:pt x="1765" y="158"/>
                    <a:pt x="1608" y="0"/>
                    <a:pt x="1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419" name="Google Shape;14419;p82"/>
          <p:cNvGrpSpPr/>
          <p:nvPr/>
        </p:nvGrpSpPr>
        <p:grpSpPr>
          <a:xfrm>
            <a:off x="7538093" y="2665569"/>
            <a:ext cx="355063" cy="354136"/>
            <a:chOff x="-23229925" y="1970225"/>
            <a:chExt cx="296950" cy="296175"/>
          </a:xfrm>
        </p:grpSpPr>
        <p:sp>
          <p:nvSpPr>
            <p:cNvPr id="14420" name="Google Shape;14420;p82"/>
            <p:cNvSpPr/>
            <p:nvPr/>
          </p:nvSpPr>
          <p:spPr>
            <a:xfrm>
              <a:off x="-23229925" y="1970225"/>
              <a:ext cx="296950" cy="296175"/>
            </a:xfrm>
            <a:custGeom>
              <a:avLst/>
              <a:gdLst/>
              <a:ahLst/>
              <a:cxnLst/>
              <a:rect l="l" t="t" r="r" b="b"/>
              <a:pathLst>
                <a:path w="11878" h="11847" extrusionOk="0">
                  <a:moveTo>
                    <a:pt x="10145" y="694"/>
                  </a:moveTo>
                  <a:cubicBezTo>
                    <a:pt x="10743" y="694"/>
                    <a:pt x="11184" y="1167"/>
                    <a:pt x="11184" y="1734"/>
                  </a:cubicBezTo>
                  <a:lnTo>
                    <a:pt x="11184" y="10114"/>
                  </a:lnTo>
                  <a:cubicBezTo>
                    <a:pt x="11184" y="10712"/>
                    <a:pt x="10712" y="11122"/>
                    <a:pt x="10145" y="11122"/>
                  </a:cubicBezTo>
                  <a:lnTo>
                    <a:pt x="1764" y="11122"/>
                  </a:lnTo>
                  <a:cubicBezTo>
                    <a:pt x="1166" y="11122"/>
                    <a:pt x="725" y="10681"/>
                    <a:pt x="725" y="10114"/>
                  </a:cubicBezTo>
                  <a:lnTo>
                    <a:pt x="725" y="1734"/>
                  </a:lnTo>
                  <a:cubicBezTo>
                    <a:pt x="725" y="1135"/>
                    <a:pt x="1197" y="694"/>
                    <a:pt x="1764" y="694"/>
                  </a:cubicBezTo>
                  <a:close/>
                  <a:moveTo>
                    <a:pt x="1733" y="1"/>
                  </a:moveTo>
                  <a:cubicBezTo>
                    <a:pt x="788" y="1"/>
                    <a:pt x="0" y="788"/>
                    <a:pt x="0" y="1734"/>
                  </a:cubicBezTo>
                  <a:lnTo>
                    <a:pt x="0" y="10114"/>
                  </a:lnTo>
                  <a:cubicBezTo>
                    <a:pt x="0" y="11059"/>
                    <a:pt x="788" y="11847"/>
                    <a:pt x="1733" y="11847"/>
                  </a:cubicBezTo>
                  <a:lnTo>
                    <a:pt x="10113" y="11847"/>
                  </a:lnTo>
                  <a:cubicBezTo>
                    <a:pt x="11058" y="11847"/>
                    <a:pt x="11846" y="11059"/>
                    <a:pt x="11846" y="10114"/>
                  </a:cubicBezTo>
                  <a:lnTo>
                    <a:pt x="11846" y="1734"/>
                  </a:lnTo>
                  <a:cubicBezTo>
                    <a:pt x="11878" y="788"/>
                    <a:pt x="11090" y="1"/>
                    <a:pt x="101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421" name="Google Shape;14421;p82"/>
            <p:cNvSpPr/>
            <p:nvPr/>
          </p:nvSpPr>
          <p:spPr>
            <a:xfrm>
              <a:off x="-23196075" y="2005675"/>
              <a:ext cx="227650" cy="192200"/>
            </a:xfrm>
            <a:custGeom>
              <a:avLst/>
              <a:gdLst/>
              <a:ahLst/>
              <a:cxnLst/>
              <a:rect l="l" t="t" r="r" b="b"/>
              <a:pathLst>
                <a:path w="9106" h="7688" extrusionOk="0">
                  <a:moveTo>
                    <a:pt x="8444" y="662"/>
                  </a:moveTo>
                  <a:lnTo>
                    <a:pt x="8444" y="3435"/>
                  </a:lnTo>
                  <a:lnTo>
                    <a:pt x="6144" y="3435"/>
                  </a:lnTo>
                  <a:cubicBezTo>
                    <a:pt x="5987" y="3435"/>
                    <a:pt x="5892" y="3498"/>
                    <a:pt x="5829" y="3624"/>
                  </a:cubicBezTo>
                  <a:lnTo>
                    <a:pt x="5357" y="4852"/>
                  </a:lnTo>
                  <a:lnTo>
                    <a:pt x="4317" y="1576"/>
                  </a:lnTo>
                  <a:cubicBezTo>
                    <a:pt x="4254" y="1450"/>
                    <a:pt x="4160" y="1324"/>
                    <a:pt x="4002" y="1324"/>
                  </a:cubicBezTo>
                  <a:cubicBezTo>
                    <a:pt x="3845" y="1324"/>
                    <a:pt x="3718" y="1418"/>
                    <a:pt x="3624" y="1544"/>
                  </a:cubicBezTo>
                  <a:lnTo>
                    <a:pt x="2805" y="3435"/>
                  </a:lnTo>
                  <a:lnTo>
                    <a:pt x="757" y="3435"/>
                  </a:lnTo>
                  <a:lnTo>
                    <a:pt x="757" y="662"/>
                  </a:lnTo>
                  <a:close/>
                  <a:moveTo>
                    <a:pt x="3876" y="2678"/>
                  </a:moveTo>
                  <a:lnTo>
                    <a:pt x="4947" y="5986"/>
                  </a:lnTo>
                  <a:cubicBezTo>
                    <a:pt x="4979" y="6144"/>
                    <a:pt x="5105" y="6207"/>
                    <a:pt x="5262" y="6207"/>
                  </a:cubicBezTo>
                  <a:cubicBezTo>
                    <a:pt x="5420" y="6207"/>
                    <a:pt x="5514" y="6144"/>
                    <a:pt x="5577" y="6018"/>
                  </a:cubicBezTo>
                  <a:lnTo>
                    <a:pt x="6333" y="4159"/>
                  </a:lnTo>
                  <a:lnTo>
                    <a:pt x="8413" y="4159"/>
                  </a:lnTo>
                  <a:lnTo>
                    <a:pt x="8413" y="6995"/>
                  </a:lnTo>
                  <a:lnTo>
                    <a:pt x="757" y="6995"/>
                  </a:lnTo>
                  <a:lnTo>
                    <a:pt x="757" y="6963"/>
                  </a:lnTo>
                  <a:lnTo>
                    <a:pt x="757" y="4128"/>
                  </a:lnTo>
                  <a:lnTo>
                    <a:pt x="2994" y="4128"/>
                  </a:lnTo>
                  <a:cubicBezTo>
                    <a:pt x="3120" y="4128"/>
                    <a:pt x="3277" y="4065"/>
                    <a:pt x="3309" y="3939"/>
                  </a:cubicBezTo>
                  <a:lnTo>
                    <a:pt x="3876" y="2678"/>
                  </a:lnTo>
                  <a:close/>
                  <a:moveTo>
                    <a:pt x="379" y="1"/>
                  </a:moveTo>
                  <a:cubicBezTo>
                    <a:pt x="158" y="1"/>
                    <a:pt x="1" y="158"/>
                    <a:pt x="1" y="347"/>
                  </a:cubicBezTo>
                  <a:lnTo>
                    <a:pt x="1" y="7310"/>
                  </a:lnTo>
                  <a:cubicBezTo>
                    <a:pt x="1" y="7530"/>
                    <a:pt x="158" y="7688"/>
                    <a:pt x="379" y="7688"/>
                  </a:cubicBezTo>
                  <a:lnTo>
                    <a:pt x="8759" y="7688"/>
                  </a:lnTo>
                  <a:cubicBezTo>
                    <a:pt x="8948" y="7688"/>
                    <a:pt x="9106" y="7530"/>
                    <a:pt x="9106" y="7310"/>
                  </a:cubicBezTo>
                  <a:lnTo>
                    <a:pt x="9106" y="347"/>
                  </a:lnTo>
                  <a:cubicBezTo>
                    <a:pt x="9106" y="158"/>
                    <a:pt x="8948" y="1"/>
                    <a:pt x="87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422" name="Google Shape;14422;p82"/>
            <p:cNvSpPr/>
            <p:nvPr/>
          </p:nvSpPr>
          <p:spPr>
            <a:xfrm>
              <a:off x="-23142500" y="22144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423" name="Google Shape;14423;p82"/>
            <p:cNvSpPr/>
            <p:nvPr/>
          </p:nvSpPr>
          <p:spPr>
            <a:xfrm>
              <a:off x="-23177150" y="221440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662" y="158"/>
                    <a:pt x="504"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424" name="Google Shape;14424;p82"/>
          <p:cNvGrpSpPr/>
          <p:nvPr/>
        </p:nvGrpSpPr>
        <p:grpSpPr>
          <a:xfrm>
            <a:off x="7580466" y="3112432"/>
            <a:ext cx="270318" cy="355063"/>
            <a:chOff x="-23177950" y="2340425"/>
            <a:chExt cx="226075" cy="296950"/>
          </a:xfrm>
        </p:grpSpPr>
        <p:sp>
          <p:nvSpPr>
            <p:cNvPr id="14425" name="Google Shape;14425;p82"/>
            <p:cNvSpPr/>
            <p:nvPr/>
          </p:nvSpPr>
          <p:spPr>
            <a:xfrm>
              <a:off x="-23177950" y="2340425"/>
              <a:ext cx="226075" cy="296950"/>
            </a:xfrm>
            <a:custGeom>
              <a:avLst/>
              <a:gdLst/>
              <a:ahLst/>
              <a:cxnLst/>
              <a:rect l="l" t="t" r="r" b="b"/>
              <a:pathLst>
                <a:path w="9043" h="11878" extrusionOk="0">
                  <a:moveTo>
                    <a:pt x="1418" y="693"/>
                  </a:moveTo>
                  <a:lnTo>
                    <a:pt x="1418" y="1449"/>
                  </a:lnTo>
                  <a:cubicBezTo>
                    <a:pt x="1418" y="2048"/>
                    <a:pt x="1891" y="2457"/>
                    <a:pt x="2426" y="2457"/>
                  </a:cubicBezTo>
                  <a:lnTo>
                    <a:pt x="2804" y="2457"/>
                  </a:lnTo>
                  <a:cubicBezTo>
                    <a:pt x="2899" y="2457"/>
                    <a:pt x="2993" y="2426"/>
                    <a:pt x="3057" y="2300"/>
                  </a:cubicBezTo>
                  <a:cubicBezTo>
                    <a:pt x="3340" y="1953"/>
                    <a:pt x="3750" y="1764"/>
                    <a:pt x="4159" y="1764"/>
                  </a:cubicBezTo>
                  <a:cubicBezTo>
                    <a:pt x="6459" y="1764"/>
                    <a:pt x="8349" y="3623"/>
                    <a:pt x="8349" y="5923"/>
                  </a:cubicBezTo>
                  <a:cubicBezTo>
                    <a:pt x="8349" y="8254"/>
                    <a:pt x="6491" y="10113"/>
                    <a:pt x="4159" y="10113"/>
                  </a:cubicBezTo>
                  <a:cubicBezTo>
                    <a:pt x="3750" y="10113"/>
                    <a:pt x="3340" y="9924"/>
                    <a:pt x="3057" y="9578"/>
                  </a:cubicBezTo>
                  <a:cubicBezTo>
                    <a:pt x="2993" y="9483"/>
                    <a:pt x="2899" y="9389"/>
                    <a:pt x="2804" y="9389"/>
                  </a:cubicBezTo>
                  <a:lnTo>
                    <a:pt x="2426" y="9389"/>
                  </a:lnTo>
                  <a:cubicBezTo>
                    <a:pt x="1859" y="9389"/>
                    <a:pt x="1418" y="9861"/>
                    <a:pt x="1418" y="10428"/>
                  </a:cubicBezTo>
                  <a:lnTo>
                    <a:pt x="1418" y="11153"/>
                  </a:lnTo>
                  <a:lnTo>
                    <a:pt x="694" y="11153"/>
                  </a:lnTo>
                  <a:lnTo>
                    <a:pt x="694" y="10428"/>
                  </a:lnTo>
                  <a:cubicBezTo>
                    <a:pt x="694" y="9483"/>
                    <a:pt x="1481" y="8695"/>
                    <a:pt x="2426" y="8695"/>
                  </a:cubicBezTo>
                  <a:lnTo>
                    <a:pt x="2489" y="8695"/>
                  </a:lnTo>
                  <a:cubicBezTo>
                    <a:pt x="2647" y="8695"/>
                    <a:pt x="2804" y="8569"/>
                    <a:pt x="2836" y="8412"/>
                  </a:cubicBezTo>
                  <a:cubicBezTo>
                    <a:pt x="2962" y="7782"/>
                    <a:pt x="3529" y="7309"/>
                    <a:pt x="4222" y="7309"/>
                  </a:cubicBezTo>
                  <a:cubicBezTo>
                    <a:pt x="4947" y="7309"/>
                    <a:pt x="5577" y="6679"/>
                    <a:pt x="5577" y="5923"/>
                  </a:cubicBezTo>
                  <a:cubicBezTo>
                    <a:pt x="5577" y="5198"/>
                    <a:pt x="4947" y="4568"/>
                    <a:pt x="4222" y="4568"/>
                  </a:cubicBezTo>
                  <a:cubicBezTo>
                    <a:pt x="3529" y="4568"/>
                    <a:pt x="2993" y="4096"/>
                    <a:pt x="2836" y="3466"/>
                  </a:cubicBezTo>
                  <a:cubicBezTo>
                    <a:pt x="2804" y="3308"/>
                    <a:pt x="2678" y="3182"/>
                    <a:pt x="2489" y="3182"/>
                  </a:cubicBezTo>
                  <a:lnTo>
                    <a:pt x="2426" y="3182"/>
                  </a:lnTo>
                  <a:cubicBezTo>
                    <a:pt x="1481" y="3182"/>
                    <a:pt x="694" y="2394"/>
                    <a:pt x="694" y="1449"/>
                  </a:cubicBezTo>
                  <a:lnTo>
                    <a:pt x="694" y="693"/>
                  </a:lnTo>
                  <a:close/>
                  <a:moveTo>
                    <a:pt x="347" y="0"/>
                  </a:moveTo>
                  <a:cubicBezTo>
                    <a:pt x="158" y="0"/>
                    <a:pt x="1" y="158"/>
                    <a:pt x="1" y="347"/>
                  </a:cubicBezTo>
                  <a:lnTo>
                    <a:pt x="1" y="1449"/>
                  </a:lnTo>
                  <a:cubicBezTo>
                    <a:pt x="1" y="2710"/>
                    <a:pt x="977" y="3749"/>
                    <a:pt x="2206" y="3844"/>
                  </a:cubicBezTo>
                  <a:cubicBezTo>
                    <a:pt x="2489" y="4694"/>
                    <a:pt x="3277" y="5261"/>
                    <a:pt x="4159" y="5261"/>
                  </a:cubicBezTo>
                  <a:cubicBezTo>
                    <a:pt x="4569" y="5261"/>
                    <a:pt x="4884" y="5576"/>
                    <a:pt x="4884" y="5986"/>
                  </a:cubicBezTo>
                  <a:cubicBezTo>
                    <a:pt x="4884" y="6364"/>
                    <a:pt x="4569" y="6679"/>
                    <a:pt x="4159" y="6679"/>
                  </a:cubicBezTo>
                  <a:cubicBezTo>
                    <a:pt x="3277" y="6679"/>
                    <a:pt x="2489" y="7278"/>
                    <a:pt x="2206" y="8097"/>
                  </a:cubicBezTo>
                  <a:cubicBezTo>
                    <a:pt x="977" y="8223"/>
                    <a:pt x="1" y="9263"/>
                    <a:pt x="1" y="10523"/>
                  </a:cubicBezTo>
                  <a:lnTo>
                    <a:pt x="1" y="11531"/>
                  </a:lnTo>
                  <a:cubicBezTo>
                    <a:pt x="1" y="11720"/>
                    <a:pt x="158" y="11877"/>
                    <a:pt x="347" y="11877"/>
                  </a:cubicBezTo>
                  <a:lnTo>
                    <a:pt x="1733" y="11877"/>
                  </a:lnTo>
                  <a:cubicBezTo>
                    <a:pt x="1922" y="11877"/>
                    <a:pt x="2080" y="11720"/>
                    <a:pt x="2080" y="11531"/>
                  </a:cubicBezTo>
                  <a:lnTo>
                    <a:pt x="2080" y="10523"/>
                  </a:lnTo>
                  <a:cubicBezTo>
                    <a:pt x="2080" y="10302"/>
                    <a:pt x="2237" y="10145"/>
                    <a:pt x="2426" y="10145"/>
                  </a:cubicBezTo>
                  <a:lnTo>
                    <a:pt x="2647" y="10145"/>
                  </a:lnTo>
                  <a:cubicBezTo>
                    <a:pt x="3025" y="10586"/>
                    <a:pt x="3592" y="10869"/>
                    <a:pt x="4159" y="10869"/>
                  </a:cubicBezTo>
                  <a:cubicBezTo>
                    <a:pt x="6837" y="10869"/>
                    <a:pt x="9011" y="8695"/>
                    <a:pt x="9011" y="6018"/>
                  </a:cubicBezTo>
                  <a:cubicBezTo>
                    <a:pt x="9042" y="3277"/>
                    <a:pt x="6837" y="1103"/>
                    <a:pt x="4159" y="1103"/>
                  </a:cubicBezTo>
                  <a:cubicBezTo>
                    <a:pt x="3592" y="1103"/>
                    <a:pt x="3025" y="1323"/>
                    <a:pt x="2647" y="1796"/>
                  </a:cubicBezTo>
                  <a:lnTo>
                    <a:pt x="2426" y="1796"/>
                  </a:lnTo>
                  <a:cubicBezTo>
                    <a:pt x="2237" y="1796"/>
                    <a:pt x="2080" y="1638"/>
                    <a:pt x="2080" y="1449"/>
                  </a:cubicBezTo>
                  <a:lnTo>
                    <a:pt x="2080" y="347"/>
                  </a:lnTo>
                  <a:cubicBezTo>
                    <a:pt x="2080" y="158"/>
                    <a:pt x="1922"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426" name="Google Shape;14426;p82"/>
            <p:cNvSpPr/>
            <p:nvPr/>
          </p:nvSpPr>
          <p:spPr>
            <a:xfrm>
              <a:off x="-23081850" y="2425475"/>
              <a:ext cx="96100" cy="151250"/>
            </a:xfrm>
            <a:custGeom>
              <a:avLst/>
              <a:gdLst/>
              <a:ahLst/>
              <a:cxnLst/>
              <a:rect l="l" t="t" r="r" b="b"/>
              <a:pathLst>
                <a:path w="3844" h="6050" extrusionOk="0">
                  <a:moveTo>
                    <a:pt x="2568" y="1"/>
                  </a:moveTo>
                  <a:cubicBezTo>
                    <a:pt x="2481" y="1"/>
                    <a:pt x="2395" y="32"/>
                    <a:pt x="2332" y="95"/>
                  </a:cubicBezTo>
                  <a:cubicBezTo>
                    <a:pt x="2205" y="221"/>
                    <a:pt x="2205" y="442"/>
                    <a:pt x="2332" y="568"/>
                  </a:cubicBezTo>
                  <a:cubicBezTo>
                    <a:pt x="2867" y="1072"/>
                    <a:pt x="3151" y="1796"/>
                    <a:pt x="3151" y="2553"/>
                  </a:cubicBezTo>
                  <a:cubicBezTo>
                    <a:pt x="3151" y="3277"/>
                    <a:pt x="2899" y="3970"/>
                    <a:pt x="2332" y="4506"/>
                  </a:cubicBezTo>
                  <a:cubicBezTo>
                    <a:pt x="1827" y="5010"/>
                    <a:pt x="1134" y="5325"/>
                    <a:pt x="378" y="5325"/>
                  </a:cubicBezTo>
                  <a:cubicBezTo>
                    <a:pt x="189" y="5325"/>
                    <a:pt x="0" y="5482"/>
                    <a:pt x="0" y="5703"/>
                  </a:cubicBezTo>
                  <a:cubicBezTo>
                    <a:pt x="0" y="5892"/>
                    <a:pt x="189" y="6050"/>
                    <a:pt x="378" y="6050"/>
                  </a:cubicBezTo>
                  <a:cubicBezTo>
                    <a:pt x="1292" y="6050"/>
                    <a:pt x="2174" y="5703"/>
                    <a:pt x="2804" y="5010"/>
                  </a:cubicBezTo>
                  <a:cubicBezTo>
                    <a:pt x="3466" y="4348"/>
                    <a:pt x="3844" y="3498"/>
                    <a:pt x="3844" y="2584"/>
                  </a:cubicBezTo>
                  <a:cubicBezTo>
                    <a:pt x="3844" y="1670"/>
                    <a:pt x="3434" y="757"/>
                    <a:pt x="2804" y="95"/>
                  </a:cubicBezTo>
                  <a:cubicBezTo>
                    <a:pt x="2741" y="32"/>
                    <a:pt x="2654" y="1"/>
                    <a:pt x="25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427" name="Google Shape;14427;p82"/>
          <p:cNvGrpSpPr/>
          <p:nvPr/>
        </p:nvGrpSpPr>
        <p:grpSpPr>
          <a:xfrm>
            <a:off x="7538556" y="3554109"/>
            <a:ext cx="354136" cy="354136"/>
            <a:chOff x="-23229150" y="2710600"/>
            <a:chExt cx="296175" cy="296175"/>
          </a:xfrm>
        </p:grpSpPr>
        <p:sp>
          <p:nvSpPr>
            <p:cNvPr id="14428" name="Google Shape;14428;p82"/>
            <p:cNvSpPr/>
            <p:nvPr/>
          </p:nvSpPr>
          <p:spPr>
            <a:xfrm>
              <a:off x="-23177150" y="2727925"/>
              <a:ext cx="191400" cy="258375"/>
            </a:xfrm>
            <a:custGeom>
              <a:avLst/>
              <a:gdLst/>
              <a:ahLst/>
              <a:cxnLst/>
              <a:rect l="l" t="t" r="r" b="b"/>
              <a:pathLst>
                <a:path w="7656" h="10335" extrusionOk="0">
                  <a:moveTo>
                    <a:pt x="3812" y="725"/>
                  </a:moveTo>
                  <a:cubicBezTo>
                    <a:pt x="4033" y="725"/>
                    <a:pt x="4190" y="883"/>
                    <a:pt x="4190" y="1072"/>
                  </a:cubicBezTo>
                  <a:lnTo>
                    <a:pt x="4190" y="1418"/>
                  </a:lnTo>
                  <a:lnTo>
                    <a:pt x="3466" y="1418"/>
                  </a:lnTo>
                  <a:lnTo>
                    <a:pt x="3466" y="1072"/>
                  </a:lnTo>
                  <a:cubicBezTo>
                    <a:pt x="3466" y="883"/>
                    <a:pt x="3623" y="725"/>
                    <a:pt x="3812" y="725"/>
                  </a:cubicBezTo>
                  <a:close/>
                  <a:moveTo>
                    <a:pt x="6238" y="1387"/>
                  </a:moveTo>
                  <a:cubicBezTo>
                    <a:pt x="6648" y="1418"/>
                    <a:pt x="6931" y="1702"/>
                    <a:pt x="6931" y="2111"/>
                  </a:cubicBezTo>
                  <a:cubicBezTo>
                    <a:pt x="6931" y="2206"/>
                    <a:pt x="6900" y="2363"/>
                    <a:pt x="6805" y="2458"/>
                  </a:cubicBezTo>
                  <a:cubicBezTo>
                    <a:pt x="6585" y="2206"/>
                    <a:pt x="6238" y="2111"/>
                    <a:pt x="5860" y="2111"/>
                  </a:cubicBezTo>
                  <a:lnTo>
                    <a:pt x="4852" y="2111"/>
                  </a:lnTo>
                  <a:lnTo>
                    <a:pt x="4852" y="1387"/>
                  </a:lnTo>
                  <a:close/>
                  <a:moveTo>
                    <a:pt x="2804" y="1418"/>
                  </a:moveTo>
                  <a:lnTo>
                    <a:pt x="2804" y="2143"/>
                  </a:lnTo>
                  <a:lnTo>
                    <a:pt x="1796" y="2143"/>
                  </a:lnTo>
                  <a:cubicBezTo>
                    <a:pt x="1418" y="2143"/>
                    <a:pt x="1071" y="2300"/>
                    <a:pt x="851" y="2489"/>
                  </a:cubicBezTo>
                  <a:cubicBezTo>
                    <a:pt x="756" y="2363"/>
                    <a:pt x="725" y="2269"/>
                    <a:pt x="725" y="2143"/>
                  </a:cubicBezTo>
                  <a:cubicBezTo>
                    <a:pt x="725" y="1702"/>
                    <a:pt x="1040" y="1418"/>
                    <a:pt x="1418" y="1418"/>
                  </a:cubicBezTo>
                  <a:close/>
                  <a:moveTo>
                    <a:pt x="4190" y="2111"/>
                  </a:moveTo>
                  <a:lnTo>
                    <a:pt x="4190" y="2804"/>
                  </a:lnTo>
                  <a:lnTo>
                    <a:pt x="3466" y="2804"/>
                  </a:lnTo>
                  <a:lnTo>
                    <a:pt x="3466" y="2111"/>
                  </a:lnTo>
                  <a:close/>
                  <a:moveTo>
                    <a:pt x="2772" y="2773"/>
                  </a:moveTo>
                  <a:lnTo>
                    <a:pt x="2772" y="3466"/>
                  </a:lnTo>
                  <a:lnTo>
                    <a:pt x="2079" y="3466"/>
                  </a:lnTo>
                  <a:cubicBezTo>
                    <a:pt x="1733" y="3466"/>
                    <a:pt x="1386" y="3624"/>
                    <a:pt x="1134" y="3844"/>
                  </a:cubicBezTo>
                  <a:cubicBezTo>
                    <a:pt x="1071" y="3718"/>
                    <a:pt x="1040" y="3592"/>
                    <a:pt x="1040" y="3466"/>
                  </a:cubicBezTo>
                  <a:cubicBezTo>
                    <a:pt x="1040" y="3088"/>
                    <a:pt x="1355" y="2773"/>
                    <a:pt x="1733" y="2773"/>
                  </a:cubicBezTo>
                  <a:close/>
                  <a:moveTo>
                    <a:pt x="5860" y="2804"/>
                  </a:moveTo>
                  <a:cubicBezTo>
                    <a:pt x="6270" y="2804"/>
                    <a:pt x="6585" y="3119"/>
                    <a:pt x="6585" y="3529"/>
                  </a:cubicBezTo>
                  <a:cubicBezTo>
                    <a:pt x="6585" y="3624"/>
                    <a:pt x="6553" y="3781"/>
                    <a:pt x="6459" y="3876"/>
                  </a:cubicBezTo>
                  <a:cubicBezTo>
                    <a:pt x="6270" y="3624"/>
                    <a:pt x="5923" y="3466"/>
                    <a:pt x="5576" y="3466"/>
                  </a:cubicBezTo>
                  <a:lnTo>
                    <a:pt x="4852" y="3466"/>
                  </a:lnTo>
                  <a:lnTo>
                    <a:pt x="4852" y="2804"/>
                  </a:lnTo>
                  <a:close/>
                  <a:moveTo>
                    <a:pt x="4190" y="3466"/>
                  </a:moveTo>
                  <a:lnTo>
                    <a:pt x="4190" y="4191"/>
                  </a:lnTo>
                  <a:lnTo>
                    <a:pt x="3466" y="4191"/>
                  </a:lnTo>
                  <a:lnTo>
                    <a:pt x="3466" y="3466"/>
                  </a:lnTo>
                  <a:close/>
                  <a:moveTo>
                    <a:pt x="4190" y="4884"/>
                  </a:moveTo>
                  <a:lnTo>
                    <a:pt x="4190" y="5608"/>
                  </a:lnTo>
                  <a:lnTo>
                    <a:pt x="3466" y="5608"/>
                  </a:lnTo>
                  <a:lnTo>
                    <a:pt x="3466" y="4884"/>
                  </a:lnTo>
                  <a:close/>
                  <a:moveTo>
                    <a:pt x="4190" y="6270"/>
                  </a:moveTo>
                  <a:lnTo>
                    <a:pt x="4190" y="7152"/>
                  </a:lnTo>
                  <a:lnTo>
                    <a:pt x="4190" y="7310"/>
                  </a:lnTo>
                  <a:cubicBezTo>
                    <a:pt x="4190" y="7499"/>
                    <a:pt x="4033" y="7656"/>
                    <a:pt x="3812" y="7656"/>
                  </a:cubicBezTo>
                  <a:cubicBezTo>
                    <a:pt x="3623" y="7656"/>
                    <a:pt x="3466" y="7499"/>
                    <a:pt x="3466" y="7310"/>
                  </a:cubicBezTo>
                  <a:lnTo>
                    <a:pt x="3466" y="7152"/>
                  </a:lnTo>
                  <a:lnTo>
                    <a:pt x="3466" y="6270"/>
                  </a:lnTo>
                  <a:close/>
                  <a:moveTo>
                    <a:pt x="5923" y="7656"/>
                  </a:moveTo>
                  <a:cubicBezTo>
                    <a:pt x="6112" y="7656"/>
                    <a:pt x="6270" y="7814"/>
                    <a:pt x="6270" y="8003"/>
                  </a:cubicBezTo>
                  <a:cubicBezTo>
                    <a:pt x="6270" y="8192"/>
                    <a:pt x="6144" y="8286"/>
                    <a:pt x="5986" y="8318"/>
                  </a:cubicBezTo>
                  <a:cubicBezTo>
                    <a:pt x="5734" y="8412"/>
                    <a:pt x="5450" y="8475"/>
                    <a:pt x="5198" y="8633"/>
                  </a:cubicBezTo>
                  <a:cubicBezTo>
                    <a:pt x="4789" y="8885"/>
                    <a:pt x="4411" y="9200"/>
                    <a:pt x="4096" y="9578"/>
                  </a:cubicBezTo>
                  <a:cubicBezTo>
                    <a:pt x="4064" y="9609"/>
                    <a:pt x="3938" y="9735"/>
                    <a:pt x="3812" y="9735"/>
                  </a:cubicBezTo>
                  <a:cubicBezTo>
                    <a:pt x="3655" y="9735"/>
                    <a:pt x="3592" y="9672"/>
                    <a:pt x="3560" y="9578"/>
                  </a:cubicBezTo>
                  <a:cubicBezTo>
                    <a:pt x="3088" y="8948"/>
                    <a:pt x="2426" y="8507"/>
                    <a:pt x="1670" y="8349"/>
                  </a:cubicBezTo>
                  <a:cubicBezTo>
                    <a:pt x="1544" y="8318"/>
                    <a:pt x="1386" y="8192"/>
                    <a:pt x="1386" y="8003"/>
                  </a:cubicBezTo>
                  <a:cubicBezTo>
                    <a:pt x="1386" y="7814"/>
                    <a:pt x="1544" y="7656"/>
                    <a:pt x="1733" y="7656"/>
                  </a:cubicBezTo>
                  <a:lnTo>
                    <a:pt x="2835" y="7656"/>
                  </a:lnTo>
                  <a:cubicBezTo>
                    <a:pt x="2993" y="8034"/>
                    <a:pt x="3371" y="8349"/>
                    <a:pt x="3844" y="8349"/>
                  </a:cubicBezTo>
                  <a:cubicBezTo>
                    <a:pt x="4316" y="8349"/>
                    <a:pt x="4663" y="8097"/>
                    <a:pt x="4820" y="7656"/>
                  </a:cubicBezTo>
                  <a:close/>
                  <a:moveTo>
                    <a:pt x="3812" y="0"/>
                  </a:moveTo>
                  <a:cubicBezTo>
                    <a:pt x="3371" y="0"/>
                    <a:pt x="2993" y="284"/>
                    <a:pt x="2835" y="725"/>
                  </a:cubicBezTo>
                  <a:lnTo>
                    <a:pt x="1386" y="725"/>
                  </a:lnTo>
                  <a:cubicBezTo>
                    <a:pt x="630" y="725"/>
                    <a:pt x="0" y="1355"/>
                    <a:pt x="0" y="2111"/>
                  </a:cubicBezTo>
                  <a:cubicBezTo>
                    <a:pt x="0" y="2489"/>
                    <a:pt x="158" y="2804"/>
                    <a:pt x="410" y="3088"/>
                  </a:cubicBezTo>
                  <a:cubicBezTo>
                    <a:pt x="378" y="3214"/>
                    <a:pt x="315" y="3340"/>
                    <a:pt x="315" y="3466"/>
                  </a:cubicBezTo>
                  <a:cubicBezTo>
                    <a:pt x="315" y="3876"/>
                    <a:pt x="473" y="4191"/>
                    <a:pt x="725" y="4474"/>
                  </a:cubicBezTo>
                  <a:cubicBezTo>
                    <a:pt x="693" y="4569"/>
                    <a:pt x="630" y="4726"/>
                    <a:pt x="630" y="4852"/>
                  </a:cubicBezTo>
                  <a:cubicBezTo>
                    <a:pt x="630" y="5608"/>
                    <a:pt x="1260" y="6238"/>
                    <a:pt x="2016" y="6238"/>
                  </a:cubicBezTo>
                  <a:cubicBezTo>
                    <a:pt x="2205" y="6238"/>
                    <a:pt x="2363" y="6081"/>
                    <a:pt x="2363" y="5892"/>
                  </a:cubicBezTo>
                  <a:cubicBezTo>
                    <a:pt x="2363" y="5671"/>
                    <a:pt x="2205" y="5514"/>
                    <a:pt x="2016" y="5514"/>
                  </a:cubicBezTo>
                  <a:cubicBezTo>
                    <a:pt x="1638" y="5514"/>
                    <a:pt x="1323" y="5199"/>
                    <a:pt x="1323" y="4821"/>
                  </a:cubicBezTo>
                  <a:cubicBezTo>
                    <a:pt x="1323" y="4411"/>
                    <a:pt x="1638" y="4096"/>
                    <a:pt x="2016" y="4096"/>
                  </a:cubicBezTo>
                  <a:lnTo>
                    <a:pt x="2741" y="4096"/>
                  </a:lnTo>
                  <a:lnTo>
                    <a:pt x="2741" y="6869"/>
                  </a:lnTo>
                  <a:lnTo>
                    <a:pt x="1701" y="6869"/>
                  </a:lnTo>
                  <a:cubicBezTo>
                    <a:pt x="1103" y="6869"/>
                    <a:pt x="693" y="7341"/>
                    <a:pt x="693" y="7877"/>
                  </a:cubicBezTo>
                  <a:cubicBezTo>
                    <a:pt x="693" y="8349"/>
                    <a:pt x="1008" y="8759"/>
                    <a:pt x="1481" y="8916"/>
                  </a:cubicBezTo>
                  <a:cubicBezTo>
                    <a:pt x="2048" y="9074"/>
                    <a:pt x="2615" y="9420"/>
                    <a:pt x="2961" y="9893"/>
                  </a:cubicBezTo>
                  <a:cubicBezTo>
                    <a:pt x="3151" y="10177"/>
                    <a:pt x="3466" y="10334"/>
                    <a:pt x="3781" y="10334"/>
                  </a:cubicBezTo>
                  <a:cubicBezTo>
                    <a:pt x="4096" y="10334"/>
                    <a:pt x="4411" y="10177"/>
                    <a:pt x="4631" y="9924"/>
                  </a:cubicBezTo>
                  <a:cubicBezTo>
                    <a:pt x="4852" y="9609"/>
                    <a:pt x="5135" y="9389"/>
                    <a:pt x="5482" y="9168"/>
                  </a:cubicBezTo>
                  <a:cubicBezTo>
                    <a:pt x="5671" y="9074"/>
                    <a:pt x="5891" y="8979"/>
                    <a:pt x="6112" y="8948"/>
                  </a:cubicBezTo>
                  <a:cubicBezTo>
                    <a:pt x="6585" y="8822"/>
                    <a:pt x="6900" y="8444"/>
                    <a:pt x="6900" y="7971"/>
                  </a:cubicBezTo>
                  <a:cubicBezTo>
                    <a:pt x="6900" y="7373"/>
                    <a:pt x="6427" y="6932"/>
                    <a:pt x="5891" y="6932"/>
                  </a:cubicBezTo>
                  <a:lnTo>
                    <a:pt x="4852" y="6932"/>
                  </a:lnTo>
                  <a:lnTo>
                    <a:pt x="4852" y="4191"/>
                  </a:lnTo>
                  <a:lnTo>
                    <a:pt x="5576" y="4191"/>
                  </a:lnTo>
                  <a:cubicBezTo>
                    <a:pt x="5954" y="4191"/>
                    <a:pt x="6270" y="4506"/>
                    <a:pt x="6270" y="4884"/>
                  </a:cubicBezTo>
                  <a:cubicBezTo>
                    <a:pt x="6270" y="5293"/>
                    <a:pt x="5954" y="5608"/>
                    <a:pt x="5576" y="5608"/>
                  </a:cubicBezTo>
                  <a:cubicBezTo>
                    <a:pt x="5356" y="5608"/>
                    <a:pt x="5198" y="5766"/>
                    <a:pt x="5198" y="5955"/>
                  </a:cubicBezTo>
                  <a:cubicBezTo>
                    <a:pt x="5198" y="6144"/>
                    <a:pt x="5356" y="6301"/>
                    <a:pt x="5576" y="6301"/>
                  </a:cubicBezTo>
                  <a:cubicBezTo>
                    <a:pt x="6301" y="6301"/>
                    <a:pt x="6931" y="5671"/>
                    <a:pt x="6931" y="4915"/>
                  </a:cubicBezTo>
                  <a:cubicBezTo>
                    <a:pt x="6931" y="4758"/>
                    <a:pt x="6900" y="4663"/>
                    <a:pt x="6868" y="4537"/>
                  </a:cubicBezTo>
                  <a:cubicBezTo>
                    <a:pt x="7152" y="4254"/>
                    <a:pt x="7246" y="3939"/>
                    <a:pt x="7246" y="3561"/>
                  </a:cubicBezTo>
                  <a:cubicBezTo>
                    <a:pt x="7246" y="3403"/>
                    <a:pt x="7215" y="3277"/>
                    <a:pt x="7183" y="3151"/>
                  </a:cubicBezTo>
                  <a:cubicBezTo>
                    <a:pt x="7498" y="2836"/>
                    <a:pt x="7656" y="2489"/>
                    <a:pt x="7656" y="2111"/>
                  </a:cubicBezTo>
                  <a:cubicBezTo>
                    <a:pt x="7656" y="1355"/>
                    <a:pt x="7026" y="725"/>
                    <a:pt x="6270" y="725"/>
                  </a:cubicBezTo>
                  <a:lnTo>
                    <a:pt x="4820" y="725"/>
                  </a:lnTo>
                  <a:cubicBezTo>
                    <a:pt x="4663" y="316"/>
                    <a:pt x="4285" y="0"/>
                    <a:pt x="38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429" name="Google Shape;14429;p82"/>
            <p:cNvSpPr/>
            <p:nvPr/>
          </p:nvSpPr>
          <p:spPr>
            <a:xfrm>
              <a:off x="-23229150" y="2710600"/>
              <a:ext cx="296175" cy="296175"/>
            </a:xfrm>
            <a:custGeom>
              <a:avLst/>
              <a:gdLst/>
              <a:ahLst/>
              <a:cxnLst/>
              <a:rect l="l" t="t" r="r" b="b"/>
              <a:pathLst>
                <a:path w="11847" h="11847" extrusionOk="0">
                  <a:moveTo>
                    <a:pt x="10775" y="693"/>
                  </a:moveTo>
                  <a:cubicBezTo>
                    <a:pt x="10996" y="693"/>
                    <a:pt x="11153" y="851"/>
                    <a:pt x="11153" y="1072"/>
                  </a:cubicBezTo>
                  <a:lnTo>
                    <a:pt x="11153" y="10775"/>
                  </a:lnTo>
                  <a:cubicBezTo>
                    <a:pt x="11153" y="10996"/>
                    <a:pt x="10996" y="11153"/>
                    <a:pt x="10775" y="11153"/>
                  </a:cubicBezTo>
                  <a:lnTo>
                    <a:pt x="1072" y="11153"/>
                  </a:lnTo>
                  <a:cubicBezTo>
                    <a:pt x="851" y="11153"/>
                    <a:pt x="694" y="10996"/>
                    <a:pt x="694" y="10775"/>
                  </a:cubicBezTo>
                  <a:lnTo>
                    <a:pt x="694" y="1072"/>
                  </a:lnTo>
                  <a:cubicBezTo>
                    <a:pt x="694" y="851"/>
                    <a:pt x="851" y="693"/>
                    <a:pt x="1072" y="693"/>
                  </a:cubicBezTo>
                  <a:close/>
                  <a:moveTo>
                    <a:pt x="1072" y="0"/>
                  </a:moveTo>
                  <a:cubicBezTo>
                    <a:pt x="473" y="0"/>
                    <a:pt x="1" y="473"/>
                    <a:pt x="1" y="1072"/>
                  </a:cubicBezTo>
                  <a:lnTo>
                    <a:pt x="1" y="10775"/>
                  </a:lnTo>
                  <a:cubicBezTo>
                    <a:pt x="1" y="11374"/>
                    <a:pt x="473" y="11846"/>
                    <a:pt x="1072" y="11846"/>
                  </a:cubicBezTo>
                  <a:lnTo>
                    <a:pt x="10807" y="11846"/>
                  </a:lnTo>
                  <a:cubicBezTo>
                    <a:pt x="11374" y="11846"/>
                    <a:pt x="11847" y="11374"/>
                    <a:pt x="11847" y="10775"/>
                  </a:cubicBezTo>
                  <a:lnTo>
                    <a:pt x="11847" y="1072"/>
                  </a:lnTo>
                  <a:cubicBezTo>
                    <a:pt x="11847" y="473"/>
                    <a:pt x="11342" y="0"/>
                    <a:pt x="108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4430" name="Google Shape;14430;p82"/>
          <p:cNvSpPr/>
          <p:nvPr/>
        </p:nvSpPr>
        <p:spPr>
          <a:xfrm>
            <a:off x="6640549" y="4047621"/>
            <a:ext cx="354136" cy="353180"/>
          </a:xfrm>
          <a:custGeom>
            <a:avLst/>
            <a:gdLst/>
            <a:ahLst/>
            <a:cxnLst/>
            <a:rect l="l" t="t" r="r" b="b"/>
            <a:pathLst>
              <a:path w="11847" h="11815" extrusionOk="0">
                <a:moveTo>
                  <a:pt x="5829" y="662"/>
                </a:moveTo>
                <a:cubicBezTo>
                  <a:pt x="6018" y="662"/>
                  <a:pt x="6176" y="820"/>
                  <a:pt x="6176" y="1009"/>
                </a:cubicBezTo>
                <a:cubicBezTo>
                  <a:pt x="6176" y="1229"/>
                  <a:pt x="6018" y="1387"/>
                  <a:pt x="5829" y="1387"/>
                </a:cubicBezTo>
                <a:cubicBezTo>
                  <a:pt x="5640" y="1387"/>
                  <a:pt x="5483" y="1229"/>
                  <a:pt x="5483" y="1009"/>
                </a:cubicBezTo>
                <a:cubicBezTo>
                  <a:pt x="5483" y="820"/>
                  <a:pt x="5640" y="662"/>
                  <a:pt x="5829" y="662"/>
                </a:cubicBezTo>
                <a:close/>
                <a:moveTo>
                  <a:pt x="3225" y="2798"/>
                </a:moveTo>
                <a:cubicBezTo>
                  <a:pt x="3766" y="2798"/>
                  <a:pt x="4911" y="3708"/>
                  <a:pt x="5483" y="4159"/>
                </a:cubicBezTo>
                <a:lnTo>
                  <a:pt x="5483" y="4884"/>
                </a:lnTo>
                <a:lnTo>
                  <a:pt x="4727" y="4884"/>
                </a:lnTo>
                <a:cubicBezTo>
                  <a:pt x="4758" y="4758"/>
                  <a:pt x="4790" y="4632"/>
                  <a:pt x="4790" y="4537"/>
                </a:cubicBezTo>
                <a:cubicBezTo>
                  <a:pt x="4790" y="4317"/>
                  <a:pt x="4632" y="4159"/>
                  <a:pt x="4443" y="4159"/>
                </a:cubicBezTo>
                <a:cubicBezTo>
                  <a:pt x="4254" y="4159"/>
                  <a:pt x="4097" y="4317"/>
                  <a:pt x="4097" y="4537"/>
                </a:cubicBezTo>
                <a:cubicBezTo>
                  <a:pt x="4097" y="4726"/>
                  <a:pt x="3939" y="4884"/>
                  <a:pt x="3750" y="4884"/>
                </a:cubicBezTo>
                <a:lnTo>
                  <a:pt x="3435" y="4884"/>
                </a:lnTo>
                <a:cubicBezTo>
                  <a:pt x="3655" y="4569"/>
                  <a:pt x="3813" y="4254"/>
                  <a:pt x="3908" y="3939"/>
                </a:cubicBezTo>
                <a:cubicBezTo>
                  <a:pt x="3971" y="3750"/>
                  <a:pt x="3844" y="3529"/>
                  <a:pt x="3655" y="3498"/>
                </a:cubicBezTo>
                <a:cubicBezTo>
                  <a:pt x="3617" y="3485"/>
                  <a:pt x="3578" y="3478"/>
                  <a:pt x="3541" y="3478"/>
                </a:cubicBezTo>
                <a:cubicBezTo>
                  <a:pt x="3395" y="3478"/>
                  <a:pt x="3265" y="3574"/>
                  <a:pt x="3214" y="3750"/>
                </a:cubicBezTo>
                <a:cubicBezTo>
                  <a:pt x="3025" y="4380"/>
                  <a:pt x="2710" y="4726"/>
                  <a:pt x="2269" y="4884"/>
                </a:cubicBezTo>
                <a:lnTo>
                  <a:pt x="1482" y="4884"/>
                </a:lnTo>
                <a:cubicBezTo>
                  <a:pt x="2049" y="4411"/>
                  <a:pt x="2364" y="3907"/>
                  <a:pt x="2584" y="3466"/>
                </a:cubicBezTo>
                <a:cubicBezTo>
                  <a:pt x="2836" y="3057"/>
                  <a:pt x="2962" y="2836"/>
                  <a:pt x="3151" y="2805"/>
                </a:cubicBezTo>
                <a:cubicBezTo>
                  <a:pt x="3174" y="2800"/>
                  <a:pt x="3199" y="2798"/>
                  <a:pt x="3225" y="2798"/>
                </a:cubicBezTo>
                <a:close/>
                <a:moveTo>
                  <a:pt x="8424" y="2770"/>
                </a:moveTo>
                <a:cubicBezTo>
                  <a:pt x="8442" y="2770"/>
                  <a:pt x="8459" y="2771"/>
                  <a:pt x="8476" y="2773"/>
                </a:cubicBezTo>
                <a:cubicBezTo>
                  <a:pt x="8665" y="2836"/>
                  <a:pt x="8791" y="3057"/>
                  <a:pt x="9011" y="3466"/>
                </a:cubicBezTo>
                <a:cubicBezTo>
                  <a:pt x="9263" y="3876"/>
                  <a:pt x="9578" y="4411"/>
                  <a:pt x="10082" y="4884"/>
                </a:cubicBezTo>
                <a:lnTo>
                  <a:pt x="9326" y="4884"/>
                </a:lnTo>
                <a:cubicBezTo>
                  <a:pt x="8885" y="4726"/>
                  <a:pt x="8570" y="4348"/>
                  <a:pt x="8381" y="3750"/>
                </a:cubicBezTo>
                <a:cubicBezTo>
                  <a:pt x="8328" y="3564"/>
                  <a:pt x="8164" y="3490"/>
                  <a:pt x="8019" y="3490"/>
                </a:cubicBezTo>
                <a:cubicBezTo>
                  <a:pt x="7992" y="3490"/>
                  <a:pt x="7965" y="3493"/>
                  <a:pt x="7940" y="3498"/>
                </a:cubicBezTo>
                <a:cubicBezTo>
                  <a:pt x="7783" y="3529"/>
                  <a:pt x="7688" y="3781"/>
                  <a:pt x="7720" y="3939"/>
                </a:cubicBezTo>
                <a:cubicBezTo>
                  <a:pt x="7783" y="4191"/>
                  <a:pt x="7940" y="4569"/>
                  <a:pt x="8192" y="4884"/>
                </a:cubicBezTo>
                <a:lnTo>
                  <a:pt x="7877" y="4884"/>
                </a:lnTo>
                <a:cubicBezTo>
                  <a:pt x="7688" y="4884"/>
                  <a:pt x="7531" y="4726"/>
                  <a:pt x="7531" y="4537"/>
                </a:cubicBezTo>
                <a:cubicBezTo>
                  <a:pt x="7531" y="4317"/>
                  <a:pt x="7373" y="4159"/>
                  <a:pt x="7153" y="4159"/>
                </a:cubicBezTo>
                <a:cubicBezTo>
                  <a:pt x="6963" y="4159"/>
                  <a:pt x="6806" y="4317"/>
                  <a:pt x="6806" y="4537"/>
                </a:cubicBezTo>
                <a:cubicBezTo>
                  <a:pt x="6806" y="4632"/>
                  <a:pt x="6837" y="4758"/>
                  <a:pt x="6900" y="4884"/>
                </a:cubicBezTo>
                <a:lnTo>
                  <a:pt x="6144" y="4884"/>
                </a:lnTo>
                <a:lnTo>
                  <a:pt x="6144" y="4159"/>
                </a:lnTo>
                <a:cubicBezTo>
                  <a:pt x="6663" y="3701"/>
                  <a:pt x="7863" y="2770"/>
                  <a:pt x="8424" y="2770"/>
                </a:cubicBezTo>
                <a:close/>
                <a:moveTo>
                  <a:pt x="7216" y="5545"/>
                </a:moveTo>
                <a:cubicBezTo>
                  <a:pt x="7405" y="5545"/>
                  <a:pt x="7562" y="5703"/>
                  <a:pt x="7562" y="5892"/>
                </a:cubicBezTo>
                <a:cubicBezTo>
                  <a:pt x="7562" y="6113"/>
                  <a:pt x="7405" y="6270"/>
                  <a:pt x="7216" y="6270"/>
                </a:cubicBezTo>
                <a:lnTo>
                  <a:pt x="6176" y="6270"/>
                </a:lnTo>
                <a:lnTo>
                  <a:pt x="6176" y="5545"/>
                </a:lnTo>
                <a:close/>
                <a:moveTo>
                  <a:pt x="5483" y="6963"/>
                </a:moveTo>
                <a:lnTo>
                  <a:pt x="5483" y="7688"/>
                </a:lnTo>
                <a:lnTo>
                  <a:pt x="4443" y="7688"/>
                </a:lnTo>
                <a:cubicBezTo>
                  <a:pt x="4254" y="7688"/>
                  <a:pt x="4097" y="7530"/>
                  <a:pt x="4097" y="7310"/>
                </a:cubicBezTo>
                <a:cubicBezTo>
                  <a:pt x="4097" y="7121"/>
                  <a:pt x="4254" y="6963"/>
                  <a:pt x="4443" y="6963"/>
                </a:cubicBezTo>
                <a:close/>
                <a:moveTo>
                  <a:pt x="6491" y="8349"/>
                </a:moveTo>
                <a:cubicBezTo>
                  <a:pt x="6680" y="8349"/>
                  <a:pt x="6837" y="8507"/>
                  <a:pt x="6837" y="8696"/>
                </a:cubicBezTo>
                <a:cubicBezTo>
                  <a:pt x="6837" y="8885"/>
                  <a:pt x="6680" y="9042"/>
                  <a:pt x="6491" y="9042"/>
                </a:cubicBezTo>
                <a:lnTo>
                  <a:pt x="6144" y="9042"/>
                </a:lnTo>
                <a:lnTo>
                  <a:pt x="6144" y="8349"/>
                </a:lnTo>
                <a:close/>
                <a:moveTo>
                  <a:pt x="5483" y="9736"/>
                </a:moveTo>
                <a:lnTo>
                  <a:pt x="5483" y="10429"/>
                </a:lnTo>
                <a:lnTo>
                  <a:pt x="5105" y="10429"/>
                </a:lnTo>
                <a:cubicBezTo>
                  <a:pt x="4916" y="10429"/>
                  <a:pt x="4758" y="10271"/>
                  <a:pt x="4758" y="10082"/>
                </a:cubicBezTo>
                <a:cubicBezTo>
                  <a:pt x="4758" y="9893"/>
                  <a:pt x="4916" y="9736"/>
                  <a:pt x="5105" y="9736"/>
                </a:cubicBezTo>
                <a:close/>
                <a:moveTo>
                  <a:pt x="5861" y="1"/>
                </a:moveTo>
                <a:cubicBezTo>
                  <a:pt x="5325" y="1"/>
                  <a:pt x="4853" y="473"/>
                  <a:pt x="4853" y="1009"/>
                </a:cubicBezTo>
                <a:cubicBezTo>
                  <a:pt x="4853" y="1450"/>
                  <a:pt x="5136" y="1828"/>
                  <a:pt x="5546" y="1985"/>
                </a:cubicBezTo>
                <a:lnTo>
                  <a:pt x="5546" y="3309"/>
                </a:lnTo>
                <a:cubicBezTo>
                  <a:pt x="4475" y="2440"/>
                  <a:pt x="3776" y="2104"/>
                  <a:pt x="3254" y="2104"/>
                </a:cubicBezTo>
                <a:cubicBezTo>
                  <a:pt x="3208" y="2104"/>
                  <a:pt x="3163" y="2106"/>
                  <a:pt x="3120" y="2111"/>
                </a:cubicBezTo>
                <a:cubicBezTo>
                  <a:pt x="2616" y="2206"/>
                  <a:pt x="2332" y="2678"/>
                  <a:pt x="2080" y="3151"/>
                </a:cubicBezTo>
                <a:cubicBezTo>
                  <a:pt x="1734" y="3750"/>
                  <a:pt x="1356" y="4474"/>
                  <a:pt x="253" y="4915"/>
                </a:cubicBezTo>
                <a:cubicBezTo>
                  <a:pt x="95" y="4978"/>
                  <a:pt x="1" y="5167"/>
                  <a:pt x="32" y="5325"/>
                </a:cubicBezTo>
                <a:cubicBezTo>
                  <a:pt x="95" y="5482"/>
                  <a:pt x="190" y="5577"/>
                  <a:pt x="410" y="5577"/>
                </a:cubicBezTo>
                <a:lnTo>
                  <a:pt x="5609" y="5577"/>
                </a:lnTo>
                <a:lnTo>
                  <a:pt x="5609" y="6302"/>
                </a:lnTo>
                <a:lnTo>
                  <a:pt x="4569" y="6302"/>
                </a:lnTo>
                <a:cubicBezTo>
                  <a:pt x="3971" y="6302"/>
                  <a:pt x="3561" y="6774"/>
                  <a:pt x="3561" y="7310"/>
                </a:cubicBezTo>
                <a:cubicBezTo>
                  <a:pt x="3561" y="7908"/>
                  <a:pt x="4034" y="8349"/>
                  <a:pt x="4569" y="8349"/>
                </a:cubicBezTo>
                <a:lnTo>
                  <a:pt x="5609" y="8349"/>
                </a:lnTo>
                <a:lnTo>
                  <a:pt x="5609" y="9042"/>
                </a:lnTo>
                <a:lnTo>
                  <a:pt x="5231" y="9042"/>
                </a:lnTo>
                <a:cubicBezTo>
                  <a:pt x="4664" y="9042"/>
                  <a:pt x="4223" y="9515"/>
                  <a:pt x="4223" y="10082"/>
                </a:cubicBezTo>
                <a:cubicBezTo>
                  <a:pt x="4223" y="10681"/>
                  <a:pt x="4695" y="11090"/>
                  <a:pt x="5231" y="11090"/>
                </a:cubicBezTo>
                <a:lnTo>
                  <a:pt x="5609" y="11090"/>
                </a:lnTo>
                <a:lnTo>
                  <a:pt x="5609" y="11468"/>
                </a:lnTo>
                <a:cubicBezTo>
                  <a:pt x="5609" y="11657"/>
                  <a:pt x="5766" y="11815"/>
                  <a:pt x="5955" y="11815"/>
                </a:cubicBezTo>
                <a:cubicBezTo>
                  <a:pt x="6144" y="11815"/>
                  <a:pt x="6302" y="11657"/>
                  <a:pt x="6302" y="11468"/>
                </a:cubicBezTo>
                <a:lnTo>
                  <a:pt x="6302" y="11090"/>
                </a:lnTo>
                <a:lnTo>
                  <a:pt x="6648" y="11090"/>
                </a:lnTo>
                <a:cubicBezTo>
                  <a:pt x="6869" y="11090"/>
                  <a:pt x="7027" y="10933"/>
                  <a:pt x="7027" y="10744"/>
                </a:cubicBezTo>
                <a:cubicBezTo>
                  <a:pt x="7027" y="10555"/>
                  <a:pt x="6869" y="10397"/>
                  <a:pt x="6648" y="10397"/>
                </a:cubicBezTo>
                <a:lnTo>
                  <a:pt x="6302" y="10397"/>
                </a:lnTo>
                <a:lnTo>
                  <a:pt x="6302" y="9673"/>
                </a:lnTo>
                <a:lnTo>
                  <a:pt x="6648" y="9673"/>
                </a:lnTo>
                <a:cubicBezTo>
                  <a:pt x="7247" y="9673"/>
                  <a:pt x="7688" y="9200"/>
                  <a:pt x="7688" y="8664"/>
                </a:cubicBezTo>
                <a:cubicBezTo>
                  <a:pt x="7688" y="8066"/>
                  <a:pt x="7216" y="7625"/>
                  <a:pt x="6648" y="7625"/>
                </a:cubicBezTo>
                <a:lnTo>
                  <a:pt x="6302" y="7625"/>
                </a:lnTo>
                <a:lnTo>
                  <a:pt x="6302" y="6932"/>
                </a:lnTo>
                <a:lnTo>
                  <a:pt x="7342" y="6932"/>
                </a:lnTo>
                <a:cubicBezTo>
                  <a:pt x="7909" y="6932"/>
                  <a:pt x="8350" y="6459"/>
                  <a:pt x="8350" y="5892"/>
                </a:cubicBezTo>
                <a:cubicBezTo>
                  <a:pt x="8350" y="5766"/>
                  <a:pt x="8318" y="5671"/>
                  <a:pt x="8287" y="5545"/>
                </a:cubicBezTo>
                <a:lnTo>
                  <a:pt x="11469" y="5545"/>
                </a:lnTo>
                <a:cubicBezTo>
                  <a:pt x="11626" y="5545"/>
                  <a:pt x="11784" y="5419"/>
                  <a:pt x="11815" y="5262"/>
                </a:cubicBezTo>
                <a:cubicBezTo>
                  <a:pt x="11847" y="5104"/>
                  <a:pt x="11658" y="4947"/>
                  <a:pt x="11500" y="4915"/>
                </a:cubicBezTo>
                <a:cubicBezTo>
                  <a:pt x="10398" y="4474"/>
                  <a:pt x="9988" y="3750"/>
                  <a:pt x="9641" y="3151"/>
                </a:cubicBezTo>
                <a:cubicBezTo>
                  <a:pt x="9389" y="2678"/>
                  <a:pt x="9137" y="2237"/>
                  <a:pt x="8633" y="2111"/>
                </a:cubicBezTo>
                <a:cubicBezTo>
                  <a:pt x="8563" y="2096"/>
                  <a:pt x="8491" y="2088"/>
                  <a:pt x="8417" y="2088"/>
                </a:cubicBezTo>
                <a:cubicBezTo>
                  <a:pt x="7893" y="2088"/>
                  <a:pt x="7252" y="2481"/>
                  <a:pt x="6176" y="3309"/>
                </a:cubicBezTo>
                <a:lnTo>
                  <a:pt x="6176" y="1985"/>
                </a:lnTo>
                <a:cubicBezTo>
                  <a:pt x="6585" y="1828"/>
                  <a:pt x="6900" y="1481"/>
                  <a:pt x="6900" y="1009"/>
                </a:cubicBezTo>
                <a:cubicBezTo>
                  <a:pt x="6900" y="410"/>
                  <a:pt x="6428" y="1"/>
                  <a:pt x="58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431" name="Google Shape;14431;p82"/>
          <p:cNvSpPr/>
          <p:nvPr/>
        </p:nvSpPr>
        <p:spPr>
          <a:xfrm>
            <a:off x="4873479" y="2666487"/>
            <a:ext cx="322122" cy="352253"/>
          </a:xfrm>
          <a:custGeom>
            <a:avLst/>
            <a:gdLst/>
            <a:ahLst/>
            <a:cxnLst/>
            <a:rect l="l" t="t" r="r" b="b"/>
            <a:pathLst>
              <a:path w="10776" h="11784" extrusionOk="0">
                <a:moveTo>
                  <a:pt x="5388" y="662"/>
                </a:moveTo>
                <a:cubicBezTo>
                  <a:pt x="6144" y="662"/>
                  <a:pt x="6774" y="1355"/>
                  <a:pt x="6774" y="2080"/>
                </a:cubicBezTo>
                <a:cubicBezTo>
                  <a:pt x="6774" y="2206"/>
                  <a:pt x="6711" y="2332"/>
                  <a:pt x="6680" y="2489"/>
                </a:cubicBezTo>
                <a:cubicBezTo>
                  <a:pt x="6333" y="2206"/>
                  <a:pt x="5861" y="2017"/>
                  <a:pt x="5388" y="2017"/>
                </a:cubicBezTo>
                <a:cubicBezTo>
                  <a:pt x="4915" y="2017"/>
                  <a:pt x="4443" y="2174"/>
                  <a:pt x="4096" y="2489"/>
                </a:cubicBezTo>
                <a:cubicBezTo>
                  <a:pt x="4033" y="2332"/>
                  <a:pt x="4002" y="2206"/>
                  <a:pt x="4002" y="2080"/>
                </a:cubicBezTo>
                <a:cubicBezTo>
                  <a:pt x="4002" y="1355"/>
                  <a:pt x="4632" y="662"/>
                  <a:pt x="5388" y="662"/>
                </a:cubicBezTo>
                <a:close/>
                <a:moveTo>
                  <a:pt x="5388" y="2710"/>
                </a:moveTo>
                <a:cubicBezTo>
                  <a:pt x="5766" y="2710"/>
                  <a:pt x="6144" y="2867"/>
                  <a:pt x="6365" y="3151"/>
                </a:cubicBezTo>
                <a:cubicBezTo>
                  <a:pt x="6176" y="3592"/>
                  <a:pt x="5829" y="4096"/>
                  <a:pt x="5419" y="4663"/>
                </a:cubicBezTo>
                <a:cubicBezTo>
                  <a:pt x="5293" y="4506"/>
                  <a:pt x="5230" y="4380"/>
                  <a:pt x="5104" y="4253"/>
                </a:cubicBezTo>
                <a:cubicBezTo>
                  <a:pt x="4852" y="3812"/>
                  <a:pt x="4600" y="3466"/>
                  <a:pt x="4411" y="3151"/>
                </a:cubicBezTo>
                <a:cubicBezTo>
                  <a:pt x="4663" y="2867"/>
                  <a:pt x="5041" y="2710"/>
                  <a:pt x="5388" y="2710"/>
                </a:cubicBezTo>
                <a:close/>
                <a:moveTo>
                  <a:pt x="7404" y="1576"/>
                </a:moveTo>
                <a:lnTo>
                  <a:pt x="7404" y="1576"/>
                </a:lnTo>
                <a:cubicBezTo>
                  <a:pt x="7908" y="2048"/>
                  <a:pt x="8192" y="2773"/>
                  <a:pt x="8192" y="3497"/>
                </a:cubicBezTo>
                <a:cubicBezTo>
                  <a:pt x="8192" y="4222"/>
                  <a:pt x="7719" y="5230"/>
                  <a:pt x="6806" y="6490"/>
                </a:cubicBezTo>
                <a:cubicBezTo>
                  <a:pt x="6459" y="6081"/>
                  <a:pt x="6144" y="5640"/>
                  <a:pt x="5829" y="5230"/>
                </a:cubicBezTo>
                <a:cubicBezTo>
                  <a:pt x="6050" y="4915"/>
                  <a:pt x="6428" y="4443"/>
                  <a:pt x="6743" y="3938"/>
                </a:cubicBezTo>
                <a:cubicBezTo>
                  <a:pt x="7215" y="3151"/>
                  <a:pt x="7467" y="2552"/>
                  <a:pt x="7467" y="2143"/>
                </a:cubicBezTo>
                <a:cubicBezTo>
                  <a:pt x="7467" y="1922"/>
                  <a:pt x="7436" y="1733"/>
                  <a:pt x="7404" y="1576"/>
                </a:cubicBezTo>
                <a:close/>
                <a:moveTo>
                  <a:pt x="3970" y="7593"/>
                </a:moveTo>
                <a:cubicBezTo>
                  <a:pt x="4002" y="7656"/>
                  <a:pt x="4033" y="7688"/>
                  <a:pt x="4033" y="7719"/>
                </a:cubicBezTo>
                <a:lnTo>
                  <a:pt x="4947" y="8853"/>
                </a:lnTo>
                <a:lnTo>
                  <a:pt x="3151" y="11153"/>
                </a:lnTo>
                <a:lnTo>
                  <a:pt x="1135" y="11153"/>
                </a:lnTo>
                <a:cubicBezTo>
                  <a:pt x="2300" y="9641"/>
                  <a:pt x="3214" y="8538"/>
                  <a:pt x="3876" y="7719"/>
                </a:cubicBezTo>
                <a:lnTo>
                  <a:pt x="3970" y="7593"/>
                </a:lnTo>
                <a:close/>
                <a:moveTo>
                  <a:pt x="3435" y="1576"/>
                </a:moveTo>
                <a:lnTo>
                  <a:pt x="3435" y="1576"/>
                </a:lnTo>
                <a:cubicBezTo>
                  <a:pt x="3372" y="1765"/>
                  <a:pt x="3340" y="1922"/>
                  <a:pt x="3340" y="2143"/>
                </a:cubicBezTo>
                <a:cubicBezTo>
                  <a:pt x="3340" y="2710"/>
                  <a:pt x="3687" y="3466"/>
                  <a:pt x="4569" y="4663"/>
                </a:cubicBezTo>
                <a:cubicBezTo>
                  <a:pt x="4726" y="4884"/>
                  <a:pt x="5167" y="5482"/>
                  <a:pt x="5199" y="5482"/>
                </a:cubicBezTo>
                <a:cubicBezTo>
                  <a:pt x="5892" y="6396"/>
                  <a:pt x="6774" y="7498"/>
                  <a:pt x="7782" y="8759"/>
                </a:cubicBezTo>
                <a:cubicBezTo>
                  <a:pt x="8381" y="9452"/>
                  <a:pt x="9011" y="10239"/>
                  <a:pt x="9673" y="11122"/>
                </a:cubicBezTo>
                <a:lnTo>
                  <a:pt x="7656" y="11122"/>
                </a:lnTo>
                <a:lnTo>
                  <a:pt x="7656" y="11153"/>
                </a:lnTo>
                <a:lnTo>
                  <a:pt x="5672" y="8633"/>
                </a:lnTo>
                <a:lnTo>
                  <a:pt x="4600" y="7278"/>
                </a:lnTo>
                <a:cubicBezTo>
                  <a:pt x="4474" y="7120"/>
                  <a:pt x="4380" y="7026"/>
                  <a:pt x="4254" y="6868"/>
                </a:cubicBezTo>
                <a:lnTo>
                  <a:pt x="4254" y="6805"/>
                </a:lnTo>
                <a:cubicBezTo>
                  <a:pt x="3214" y="5451"/>
                  <a:pt x="2647" y="4253"/>
                  <a:pt x="2647" y="3497"/>
                </a:cubicBezTo>
                <a:cubicBezTo>
                  <a:pt x="2647" y="2773"/>
                  <a:pt x="2899" y="2048"/>
                  <a:pt x="3435" y="1576"/>
                </a:cubicBezTo>
                <a:close/>
                <a:moveTo>
                  <a:pt x="5388" y="0"/>
                </a:moveTo>
                <a:cubicBezTo>
                  <a:pt x="4474" y="0"/>
                  <a:pt x="3592" y="347"/>
                  <a:pt x="2962" y="1009"/>
                </a:cubicBezTo>
                <a:cubicBezTo>
                  <a:pt x="2269" y="1702"/>
                  <a:pt x="1922" y="2552"/>
                  <a:pt x="1922" y="3497"/>
                </a:cubicBezTo>
                <a:cubicBezTo>
                  <a:pt x="1922" y="4569"/>
                  <a:pt x="2710" y="5892"/>
                  <a:pt x="3498" y="6994"/>
                </a:cubicBezTo>
                <a:lnTo>
                  <a:pt x="3309" y="7246"/>
                </a:lnTo>
                <a:cubicBezTo>
                  <a:pt x="2553" y="8192"/>
                  <a:pt x="1544" y="9452"/>
                  <a:pt x="127" y="11216"/>
                </a:cubicBezTo>
                <a:cubicBezTo>
                  <a:pt x="32" y="11342"/>
                  <a:pt x="1" y="11468"/>
                  <a:pt x="64" y="11563"/>
                </a:cubicBezTo>
                <a:cubicBezTo>
                  <a:pt x="127" y="11689"/>
                  <a:pt x="284" y="11783"/>
                  <a:pt x="379" y="11783"/>
                </a:cubicBezTo>
                <a:lnTo>
                  <a:pt x="3277" y="11783"/>
                </a:lnTo>
                <a:cubicBezTo>
                  <a:pt x="3372" y="11783"/>
                  <a:pt x="3466" y="11720"/>
                  <a:pt x="3529" y="11657"/>
                </a:cubicBezTo>
                <a:lnTo>
                  <a:pt x="5388" y="9357"/>
                </a:lnTo>
                <a:lnTo>
                  <a:pt x="7247" y="11657"/>
                </a:lnTo>
                <a:cubicBezTo>
                  <a:pt x="7310" y="11720"/>
                  <a:pt x="7404" y="11783"/>
                  <a:pt x="7530" y="11783"/>
                </a:cubicBezTo>
                <a:lnTo>
                  <a:pt x="10397" y="11783"/>
                </a:lnTo>
                <a:cubicBezTo>
                  <a:pt x="10523" y="11783"/>
                  <a:pt x="10618" y="11689"/>
                  <a:pt x="10712" y="11563"/>
                </a:cubicBezTo>
                <a:cubicBezTo>
                  <a:pt x="10775" y="11500"/>
                  <a:pt x="10775" y="11374"/>
                  <a:pt x="10649" y="11279"/>
                </a:cubicBezTo>
                <a:cubicBezTo>
                  <a:pt x="9799" y="10208"/>
                  <a:pt x="9011" y="9231"/>
                  <a:pt x="8286" y="8349"/>
                </a:cubicBezTo>
                <a:cubicBezTo>
                  <a:pt x="7940" y="7877"/>
                  <a:pt x="7593" y="7435"/>
                  <a:pt x="7247" y="7057"/>
                </a:cubicBezTo>
                <a:cubicBezTo>
                  <a:pt x="8003" y="5986"/>
                  <a:pt x="8854" y="4600"/>
                  <a:pt x="8854" y="3497"/>
                </a:cubicBezTo>
                <a:cubicBezTo>
                  <a:pt x="8854" y="2552"/>
                  <a:pt x="8507" y="1702"/>
                  <a:pt x="7814" y="1009"/>
                </a:cubicBezTo>
                <a:cubicBezTo>
                  <a:pt x="7152" y="347"/>
                  <a:pt x="6302" y="0"/>
                  <a:pt x="53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4432" name="Google Shape;14432;p82"/>
          <p:cNvGrpSpPr/>
          <p:nvPr/>
        </p:nvGrpSpPr>
        <p:grpSpPr>
          <a:xfrm>
            <a:off x="4855631" y="3123732"/>
            <a:ext cx="356946" cy="332464"/>
            <a:chOff x="-25477800" y="2357750"/>
            <a:chExt cx="298525" cy="278050"/>
          </a:xfrm>
        </p:grpSpPr>
        <p:sp>
          <p:nvSpPr>
            <p:cNvPr id="14433" name="Google Shape;14433;p82"/>
            <p:cNvSpPr/>
            <p:nvPr/>
          </p:nvSpPr>
          <p:spPr>
            <a:xfrm>
              <a:off x="-25477800" y="2357750"/>
              <a:ext cx="298525" cy="278050"/>
            </a:xfrm>
            <a:custGeom>
              <a:avLst/>
              <a:gdLst/>
              <a:ahLst/>
              <a:cxnLst/>
              <a:rect l="l" t="t" r="r" b="b"/>
              <a:pathLst>
                <a:path w="11941" h="11122" extrusionOk="0">
                  <a:moveTo>
                    <a:pt x="7057" y="1229"/>
                  </a:moveTo>
                  <a:lnTo>
                    <a:pt x="7971" y="2143"/>
                  </a:lnTo>
                  <a:lnTo>
                    <a:pt x="7057" y="2143"/>
                  </a:lnTo>
                  <a:lnTo>
                    <a:pt x="7057" y="1229"/>
                  </a:lnTo>
                  <a:close/>
                  <a:moveTo>
                    <a:pt x="6333" y="756"/>
                  </a:moveTo>
                  <a:lnTo>
                    <a:pt x="6333" y="2489"/>
                  </a:lnTo>
                  <a:cubicBezTo>
                    <a:pt x="6333" y="2678"/>
                    <a:pt x="6490" y="2836"/>
                    <a:pt x="6679" y="2836"/>
                  </a:cubicBezTo>
                  <a:lnTo>
                    <a:pt x="8412" y="2836"/>
                  </a:lnTo>
                  <a:lnTo>
                    <a:pt x="8412" y="4946"/>
                  </a:lnTo>
                  <a:lnTo>
                    <a:pt x="7593" y="4946"/>
                  </a:lnTo>
                  <a:lnTo>
                    <a:pt x="7215" y="4096"/>
                  </a:lnTo>
                  <a:cubicBezTo>
                    <a:pt x="7026" y="3749"/>
                    <a:pt x="6648" y="3529"/>
                    <a:pt x="6270" y="3529"/>
                  </a:cubicBezTo>
                  <a:lnTo>
                    <a:pt x="3245" y="3529"/>
                  </a:lnTo>
                  <a:cubicBezTo>
                    <a:pt x="3119" y="3529"/>
                    <a:pt x="2993" y="3560"/>
                    <a:pt x="2867" y="3592"/>
                  </a:cubicBezTo>
                  <a:lnTo>
                    <a:pt x="2867" y="756"/>
                  </a:lnTo>
                  <a:close/>
                  <a:moveTo>
                    <a:pt x="10901" y="6994"/>
                  </a:moveTo>
                  <a:cubicBezTo>
                    <a:pt x="11027" y="6994"/>
                    <a:pt x="11090" y="7026"/>
                    <a:pt x="11184" y="7089"/>
                  </a:cubicBezTo>
                  <a:cubicBezTo>
                    <a:pt x="11247" y="7183"/>
                    <a:pt x="11247" y="7246"/>
                    <a:pt x="11247" y="7372"/>
                  </a:cubicBezTo>
                  <a:lnTo>
                    <a:pt x="10995" y="9105"/>
                  </a:lnTo>
                  <a:lnTo>
                    <a:pt x="10428" y="6994"/>
                  </a:lnTo>
                  <a:close/>
                  <a:moveTo>
                    <a:pt x="6270" y="4190"/>
                  </a:moveTo>
                  <a:cubicBezTo>
                    <a:pt x="6364" y="4190"/>
                    <a:pt x="6490" y="4253"/>
                    <a:pt x="6585" y="4379"/>
                  </a:cubicBezTo>
                  <a:lnTo>
                    <a:pt x="7089" y="5356"/>
                  </a:lnTo>
                  <a:cubicBezTo>
                    <a:pt x="7120" y="5482"/>
                    <a:pt x="7278" y="5577"/>
                    <a:pt x="7404" y="5577"/>
                  </a:cubicBezTo>
                  <a:lnTo>
                    <a:pt x="9105" y="5577"/>
                  </a:lnTo>
                  <a:cubicBezTo>
                    <a:pt x="9262" y="5577"/>
                    <a:pt x="9420" y="5671"/>
                    <a:pt x="9452" y="5829"/>
                  </a:cubicBezTo>
                  <a:lnTo>
                    <a:pt x="10586" y="10397"/>
                  </a:lnTo>
                  <a:lnTo>
                    <a:pt x="2205" y="10397"/>
                  </a:lnTo>
                  <a:lnTo>
                    <a:pt x="2205" y="10460"/>
                  </a:lnTo>
                  <a:cubicBezTo>
                    <a:pt x="2048" y="10460"/>
                    <a:pt x="1890" y="10334"/>
                    <a:pt x="1859" y="10176"/>
                  </a:cubicBezTo>
                  <a:lnTo>
                    <a:pt x="788" y="5986"/>
                  </a:lnTo>
                  <a:cubicBezTo>
                    <a:pt x="756" y="5892"/>
                    <a:pt x="788" y="5797"/>
                    <a:pt x="851" y="5734"/>
                  </a:cubicBezTo>
                  <a:cubicBezTo>
                    <a:pt x="945" y="5640"/>
                    <a:pt x="1008" y="5608"/>
                    <a:pt x="1134" y="5608"/>
                  </a:cubicBezTo>
                  <a:lnTo>
                    <a:pt x="2520" y="5608"/>
                  </a:lnTo>
                  <a:cubicBezTo>
                    <a:pt x="2709" y="5608"/>
                    <a:pt x="2867" y="5451"/>
                    <a:pt x="2867" y="5262"/>
                  </a:cubicBezTo>
                  <a:lnTo>
                    <a:pt x="2867" y="4537"/>
                  </a:lnTo>
                  <a:cubicBezTo>
                    <a:pt x="2867" y="4348"/>
                    <a:pt x="3025" y="4190"/>
                    <a:pt x="3214" y="4190"/>
                  </a:cubicBezTo>
                  <a:close/>
                  <a:moveTo>
                    <a:pt x="2489" y="0"/>
                  </a:moveTo>
                  <a:cubicBezTo>
                    <a:pt x="2268" y="0"/>
                    <a:pt x="2111" y="158"/>
                    <a:pt x="2111" y="378"/>
                  </a:cubicBezTo>
                  <a:lnTo>
                    <a:pt x="2111" y="4537"/>
                  </a:lnTo>
                  <a:lnTo>
                    <a:pt x="2111" y="4883"/>
                  </a:lnTo>
                  <a:lnTo>
                    <a:pt x="1103" y="4883"/>
                  </a:lnTo>
                  <a:cubicBezTo>
                    <a:pt x="788" y="4883"/>
                    <a:pt x="473" y="5041"/>
                    <a:pt x="284" y="5293"/>
                  </a:cubicBezTo>
                  <a:cubicBezTo>
                    <a:pt x="63" y="5514"/>
                    <a:pt x="0" y="5829"/>
                    <a:pt x="63" y="6144"/>
                  </a:cubicBezTo>
                  <a:lnTo>
                    <a:pt x="1134" y="10334"/>
                  </a:lnTo>
                  <a:cubicBezTo>
                    <a:pt x="1260" y="10806"/>
                    <a:pt x="1701" y="11121"/>
                    <a:pt x="2174" y="11121"/>
                  </a:cubicBezTo>
                  <a:lnTo>
                    <a:pt x="10995" y="11121"/>
                  </a:lnTo>
                  <a:cubicBezTo>
                    <a:pt x="11153" y="11121"/>
                    <a:pt x="11310" y="10995"/>
                    <a:pt x="11342" y="10838"/>
                  </a:cubicBezTo>
                  <a:lnTo>
                    <a:pt x="11877" y="7467"/>
                  </a:lnTo>
                  <a:cubicBezTo>
                    <a:pt x="11940" y="7152"/>
                    <a:pt x="11846" y="6868"/>
                    <a:pt x="11657" y="6616"/>
                  </a:cubicBezTo>
                  <a:cubicBezTo>
                    <a:pt x="11499" y="6427"/>
                    <a:pt x="11216" y="6301"/>
                    <a:pt x="10901" y="6301"/>
                  </a:cubicBezTo>
                  <a:lnTo>
                    <a:pt x="10239" y="6301"/>
                  </a:lnTo>
                  <a:lnTo>
                    <a:pt x="10082" y="5734"/>
                  </a:lnTo>
                  <a:cubicBezTo>
                    <a:pt x="9956" y="5262"/>
                    <a:pt x="9578" y="4946"/>
                    <a:pt x="9105" y="4883"/>
                  </a:cubicBezTo>
                  <a:lnTo>
                    <a:pt x="9105" y="2458"/>
                  </a:lnTo>
                  <a:cubicBezTo>
                    <a:pt x="9105" y="2363"/>
                    <a:pt x="9042" y="2269"/>
                    <a:pt x="8979" y="2206"/>
                  </a:cubicBezTo>
                  <a:lnTo>
                    <a:pt x="6900" y="126"/>
                  </a:lnTo>
                  <a:cubicBezTo>
                    <a:pt x="6805" y="63"/>
                    <a:pt x="6742" y="0"/>
                    <a:pt x="66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434" name="Google Shape;14434;p82"/>
            <p:cNvSpPr/>
            <p:nvPr/>
          </p:nvSpPr>
          <p:spPr>
            <a:xfrm>
              <a:off x="-25388025" y="2514850"/>
              <a:ext cx="104000" cy="88650"/>
            </a:xfrm>
            <a:custGeom>
              <a:avLst/>
              <a:gdLst/>
              <a:ahLst/>
              <a:cxnLst/>
              <a:rect l="l" t="t" r="r" b="b"/>
              <a:pathLst>
                <a:path w="4160" h="3546" extrusionOk="0">
                  <a:moveTo>
                    <a:pt x="1752" y="1"/>
                  </a:moveTo>
                  <a:cubicBezTo>
                    <a:pt x="1716" y="1"/>
                    <a:pt x="1678" y="6"/>
                    <a:pt x="1639" y="17"/>
                  </a:cubicBezTo>
                  <a:cubicBezTo>
                    <a:pt x="1450" y="80"/>
                    <a:pt x="1324" y="269"/>
                    <a:pt x="1418" y="458"/>
                  </a:cubicBezTo>
                  <a:lnTo>
                    <a:pt x="1639" y="1403"/>
                  </a:lnTo>
                  <a:lnTo>
                    <a:pt x="347" y="1403"/>
                  </a:lnTo>
                  <a:cubicBezTo>
                    <a:pt x="158" y="1403"/>
                    <a:pt x="1" y="1561"/>
                    <a:pt x="1" y="1750"/>
                  </a:cubicBezTo>
                  <a:cubicBezTo>
                    <a:pt x="1" y="1970"/>
                    <a:pt x="158" y="2128"/>
                    <a:pt x="347" y="2128"/>
                  </a:cubicBezTo>
                  <a:lnTo>
                    <a:pt x="1796" y="2128"/>
                  </a:lnTo>
                  <a:lnTo>
                    <a:pt x="2080" y="3262"/>
                  </a:lnTo>
                  <a:cubicBezTo>
                    <a:pt x="2111" y="3420"/>
                    <a:pt x="2269" y="3546"/>
                    <a:pt x="2426" y="3546"/>
                  </a:cubicBezTo>
                  <a:lnTo>
                    <a:pt x="2521" y="3546"/>
                  </a:lnTo>
                  <a:cubicBezTo>
                    <a:pt x="2710" y="3483"/>
                    <a:pt x="2836" y="3294"/>
                    <a:pt x="2742" y="3105"/>
                  </a:cubicBezTo>
                  <a:lnTo>
                    <a:pt x="2521" y="2159"/>
                  </a:lnTo>
                  <a:lnTo>
                    <a:pt x="3813" y="2159"/>
                  </a:lnTo>
                  <a:cubicBezTo>
                    <a:pt x="4002" y="2159"/>
                    <a:pt x="4159" y="2002"/>
                    <a:pt x="4159" y="1813"/>
                  </a:cubicBezTo>
                  <a:cubicBezTo>
                    <a:pt x="4159" y="1561"/>
                    <a:pt x="4002" y="1403"/>
                    <a:pt x="3813" y="1403"/>
                  </a:cubicBezTo>
                  <a:lnTo>
                    <a:pt x="2363" y="1403"/>
                  </a:lnTo>
                  <a:lnTo>
                    <a:pt x="2080" y="269"/>
                  </a:lnTo>
                  <a:cubicBezTo>
                    <a:pt x="2054" y="114"/>
                    <a:pt x="1921" y="1"/>
                    <a:pt x="17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4435" name="Google Shape;14435;p82"/>
          <p:cNvSpPr/>
          <p:nvPr/>
        </p:nvSpPr>
        <p:spPr>
          <a:xfrm>
            <a:off x="4857009" y="3554480"/>
            <a:ext cx="355063" cy="353329"/>
          </a:xfrm>
          <a:custGeom>
            <a:avLst/>
            <a:gdLst/>
            <a:ahLst/>
            <a:cxnLst/>
            <a:rect l="l" t="t" r="r" b="b"/>
            <a:pathLst>
              <a:path w="11878" h="11820" extrusionOk="0">
                <a:moveTo>
                  <a:pt x="9704" y="729"/>
                </a:moveTo>
                <a:cubicBezTo>
                  <a:pt x="10019" y="729"/>
                  <a:pt x="10303" y="792"/>
                  <a:pt x="10523" y="982"/>
                </a:cubicBezTo>
                <a:cubicBezTo>
                  <a:pt x="10838" y="1234"/>
                  <a:pt x="10996" y="1612"/>
                  <a:pt x="11059" y="2021"/>
                </a:cubicBezTo>
                <a:cubicBezTo>
                  <a:pt x="11153" y="2368"/>
                  <a:pt x="11059" y="2714"/>
                  <a:pt x="10744" y="2998"/>
                </a:cubicBezTo>
                <a:lnTo>
                  <a:pt x="8255" y="5487"/>
                </a:lnTo>
                <a:lnTo>
                  <a:pt x="6270" y="3502"/>
                </a:lnTo>
                <a:lnTo>
                  <a:pt x="6743" y="3029"/>
                </a:lnTo>
                <a:lnTo>
                  <a:pt x="7499" y="3785"/>
                </a:lnTo>
                <a:cubicBezTo>
                  <a:pt x="7593" y="3880"/>
                  <a:pt x="7656" y="3911"/>
                  <a:pt x="7751" y="3911"/>
                </a:cubicBezTo>
                <a:cubicBezTo>
                  <a:pt x="7814" y="3911"/>
                  <a:pt x="7940" y="3880"/>
                  <a:pt x="7971" y="3785"/>
                </a:cubicBezTo>
                <a:cubicBezTo>
                  <a:pt x="8097" y="3659"/>
                  <a:pt x="8097" y="3439"/>
                  <a:pt x="7971" y="3313"/>
                </a:cubicBezTo>
                <a:lnTo>
                  <a:pt x="7215" y="2557"/>
                </a:lnTo>
                <a:lnTo>
                  <a:pt x="7688" y="2084"/>
                </a:lnTo>
                <a:lnTo>
                  <a:pt x="8444" y="2840"/>
                </a:lnTo>
                <a:cubicBezTo>
                  <a:pt x="8538" y="2935"/>
                  <a:pt x="8601" y="2966"/>
                  <a:pt x="8696" y="2966"/>
                </a:cubicBezTo>
                <a:cubicBezTo>
                  <a:pt x="8759" y="2966"/>
                  <a:pt x="8885" y="2935"/>
                  <a:pt x="8916" y="2840"/>
                </a:cubicBezTo>
                <a:cubicBezTo>
                  <a:pt x="9042" y="2714"/>
                  <a:pt x="9042" y="2494"/>
                  <a:pt x="8916" y="2368"/>
                </a:cubicBezTo>
                <a:lnTo>
                  <a:pt x="8160" y="1612"/>
                </a:lnTo>
                <a:lnTo>
                  <a:pt x="8601" y="1202"/>
                </a:lnTo>
                <a:cubicBezTo>
                  <a:pt x="8916" y="887"/>
                  <a:pt x="9326" y="729"/>
                  <a:pt x="9704" y="729"/>
                </a:cubicBezTo>
                <a:close/>
                <a:moveTo>
                  <a:pt x="5766" y="4132"/>
                </a:moveTo>
                <a:lnTo>
                  <a:pt x="7751" y="6117"/>
                </a:lnTo>
                <a:lnTo>
                  <a:pt x="5577" y="8196"/>
                </a:lnTo>
                <a:cubicBezTo>
                  <a:pt x="5230" y="8543"/>
                  <a:pt x="4789" y="8763"/>
                  <a:pt x="4317" y="8826"/>
                </a:cubicBezTo>
                <a:cubicBezTo>
                  <a:pt x="3687" y="8921"/>
                  <a:pt x="3088" y="9236"/>
                  <a:pt x="2678" y="9645"/>
                </a:cubicBezTo>
                <a:lnTo>
                  <a:pt x="1324" y="11000"/>
                </a:lnTo>
                <a:cubicBezTo>
                  <a:pt x="1261" y="11063"/>
                  <a:pt x="1174" y="11095"/>
                  <a:pt x="1087" y="11095"/>
                </a:cubicBezTo>
                <a:cubicBezTo>
                  <a:pt x="1001" y="11095"/>
                  <a:pt x="914" y="11063"/>
                  <a:pt x="851" y="11000"/>
                </a:cubicBezTo>
                <a:cubicBezTo>
                  <a:pt x="725" y="10874"/>
                  <a:pt x="725" y="10653"/>
                  <a:pt x="851" y="10527"/>
                </a:cubicBezTo>
                <a:lnTo>
                  <a:pt x="2206" y="9173"/>
                </a:lnTo>
                <a:cubicBezTo>
                  <a:pt x="2615" y="8763"/>
                  <a:pt x="2931" y="8165"/>
                  <a:pt x="3025" y="7535"/>
                </a:cubicBezTo>
                <a:cubicBezTo>
                  <a:pt x="3088" y="7062"/>
                  <a:pt x="3309" y="6589"/>
                  <a:pt x="3655" y="6274"/>
                </a:cubicBezTo>
                <a:lnTo>
                  <a:pt x="3876" y="6022"/>
                </a:lnTo>
                <a:lnTo>
                  <a:pt x="4632" y="6778"/>
                </a:lnTo>
                <a:cubicBezTo>
                  <a:pt x="4726" y="6873"/>
                  <a:pt x="4789" y="6904"/>
                  <a:pt x="4884" y="6904"/>
                </a:cubicBezTo>
                <a:cubicBezTo>
                  <a:pt x="4947" y="6904"/>
                  <a:pt x="5073" y="6873"/>
                  <a:pt x="5104" y="6778"/>
                </a:cubicBezTo>
                <a:cubicBezTo>
                  <a:pt x="5230" y="6652"/>
                  <a:pt x="5230" y="6432"/>
                  <a:pt x="5104" y="6306"/>
                </a:cubicBezTo>
                <a:lnTo>
                  <a:pt x="4348" y="5550"/>
                </a:lnTo>
                <a:lnTo>
                  <a:pt x="4821" y="5077"/>
                </a:lnTo>
                <a:lnTo>
                  <a:pt x="5577" y="5833"/>
                </a:lnTo>
                <a:cubicBezTo>
                  <a:pt x="5640" y="5928"/>
                  <a:pt x="5734" y="5959"/>
                  <a:pt x="5797" y="5959"/>
                </a:cubicBezTo>
                <a:cubicBezTo>
                  <a:pt x="5892" y="5959"/>
                  <a:pt x="6018" y="5928"/>
                  <a:pt x="6050" y="5833"/>
                </a:cubicBezTo>
                <a:cubicBezTo>
                  <a:pt x="6176" y="5707"/>
                  <a:pt x="6176" y="5487"/>
                  <a:pt x="6050" y="5361"/>
                </a:cubicBezTo>
                <a:lnTo>
                  <a:pt x="5293" y="4605"/>
                </a:lnTo>
                <a:lnTo>
                  <a:pt x="5766" y="4132"/>
                </a:lnTo>
                <a:close/>
                <a:moveTo>
                  <a:pt x="9769" y="1"/>
                </a:moveTo>
                <a:cubicBezTo>
                  <a:pt x="9726" y="1"/>
                  <a:pt x="9683" y="2"/>
                  <a:pt x="9641" y="5"/>
                </a:cubicBezTo>
                <a:cubicBezTo>
                  <a:pt x="9105" y="36"/>
                  <a:pt x="8601" y="288"/>
                  <a:pt x="8255" y="666"/>
                </a:cubicBezTo>
                <a:lnTo>
                  <a:pt x="3183" y="5802"/>
                </a:lnTo>
                <a:cubicBezTo>
                  <a:pt x="2741" y="6211"/>
                  <a:pt x="2426" y="6810"/>
                  <a:pt x="2363" y="7440"/>
                </a:cubicBezTo>
                <a:cubicBezTo>
                  <a:pt x="2269" y="7913"/>
                  <a:pt x="2080" y="8385"/>
                  <a:pt x="1733" y="8700"/>
                </a:cubicBezTo>
                <a:lnTo>
                  <a:pt x="379" y="10055"/>
                </a:lnTo>
                <a:cubicBezTo>
                  <a:pt x="1" y="10433"/>
                  <a:pt x="1" y="11095"/>
                  <a:pt x="379" y="11504"/>
                </a:cubicBezTo>
                <a:cubicBezTo>
                  <a:pt x="568" y="11693"/>
                  <a:pt x="851" y="11819"/>
                  <a:pt x="1135" y="11819"/>
                </a:cubicBezTo>
                <a:cubicBezTo>
                  <a:pt x="1418" y="11819"/>
                  <a:pt x="1670" y="11693"/>
                  <a:pt x="1891" y="11504"/>
                </a:cubicBezTo>
                <a:lnTo>
                  <a:pt x="3214" y="10149"/>
                </a:lnTo>
                <a:cubicBezTo>
                  <a:pt x="3561" y="9803"/>
                  <a:pt x="4002" y="9614"/>
                  <a:pt x="4474" y="9519"/>
                </a:cubicBezTo>
                <a:cubicBezTo>
                  <a:pt x="5104" y="9456"/>
                  <a:pt x="5703" y="9141"/>
                  <a:pt x="6144" y="8700"/>
                </a:cubicBezTo>
                <a:lnTo>
                  <a:pt x="11279" y="3502"/>
                </a:lnTo>
                <a:cubicBezTo>
                  <a:pt x="11657" y="3092"/>
                  <a:pt x="11878" y="2525"/>
                  <a:pt x="11846" y="1927"/>
                </a:cubicBezTo>
                <a:cubicBezTo>
                  <a:pt x="11815" y="1360"/>
                  <a:pt x="11531" y="792"/>
                  <a:pt x="11090" y="446"/>
                </a:cubicBezTo>
                <a:cubicBezTo>
                  <a:pt x="10715" y="157"/>
                  <a:pt x="10234" y="1"/>
                  <a:pt x="97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436" name="Google Shape;14436;p82"/>
          <p:cNvSpPr/>
          <p:nvPr/>
        </p:nvSpPr>
        <p:spPr>
          <a:xfrm>
            <a:off x="5298694" y="2666024"/>
            <a:ext cx="353180" cy="353180"/>
          </a:xfrm>
          <a:custGeom>
            <a:avLst/>
            <a:gdLst/>
            <a:ahLst/>
            <a:cxnLst/>
            <a:rect l="l" t="t" r="r" b="b"/>
            <a:pathLst>
              <a:path w="11815" h="11815" extrusionOk="0">
                <a:moveTo>
                  <a:pt x="6270" y="662"/>
                </a:moveTo>
                <a:lnTo>
                  <a:pt x="6270" y="2048"/>
                </a:lnTo>
                <a:cubicBezTo>
                  <a:pt x="6270" y="2678"/>
                  <a:pt x="6616" y="3245"/>
                  <a:pt x="7247" y="3497"/>
                </a:cubicBezTo>
                <a:cubicBezTo>
                  <a:pt x="7467" y="3623"/>
                  <a:pt x="7625" y="3875"/>
                  <a:pt x="7625" y="4127"/>
                </a:cubicBezTo>
                <a:cubicBezTo>
                  <a:pt x="7625" y="4537"/>
                  <a:pt x="7310" y="4852"/>
                  <a:pt x="6931" y="4852"/>
                </a:cubicBezTo>
                <a:cubicBezTo>
                  <a:pt x="6711" y="4852"/>
                  <a:pt x="6522" y="4758"/>
                  <a:pt x="6396" y="4600"/>
                </a:cubicBezTo>
                <a:cubicBezTo>
                  <a:pt x="6301" y="4443"/>
                  <a:pt x="6081" y="4380"/>
                  <a:pt x="5892" y="4380"/>
                </a:cubicBezTo>
                <a:cubicBezTo>
                  <a:pt x="5703" y="4380"/>
                  <a:pt x="5514" y="4443"/>
                  <a:pt x="5388" y="4600"/>
                </a:cubicBezTo>
                <a:cubicBezTo>
                  <a:pt x="5262" y="4758"/>
                  <a:pt x="5073" y="4852"/>
                  <a:pt x="4884" y="4852"/>
                </a:cubicBezTo>
                <a:cubicBezTo>
                  <a:pt x="4663" y="4852"/>
                  <a:pt x="4474" y="4758"/>
                  <a:pt x="4348" y="4600"/>
                </a:cubicBezTo>
                <a:cubicBezTo>
                  <a:pt x="4254" y="4443"/>
                  <a:pt x="4159" y="4285"/>
                  <a:pt x="4159" y="4096"/>
                </a:cubicBezTo>
                <a:cubicBezTo>
                  <a:pt x="4159" y="3875"/>
                  <a:pt x="4348" y="3623"/>
                  <a:pt x="4600" y="3497"/>
                </a:cubicBezTo>
                <a:cubicBezTo>
                  <a:pt x="5136" y="3277"/>
                  <a:pt x="5545" y="2647"/>
                  <a:pt x="5545" y="1922"/>
                </a:cubicBezTo>
                <a:lnTo>
                  <a:pt x="5545" y="662"/>
                </a:lnTo>
                <a:close/>
                <a:moveTo>
                  <a:pt x="6963" y="788"/>
                </a:moveTo>
                <a:cubicBezTo>
                  <a:pt x="7940" y="977"/>
                  <a:pt x="8885" y="1513"/>
                  <a:pt x="9609" y="2206"/>
                </a:cubicBezTo>
                <a:cubicBezTo>
                  <a:pt x="10586" y="3182"/>
                  <a:pt x="11153" y="4506"/>
                  <a:pt x="11153" y="5923"/>
                </a:cubicBezTo>
                <a:cubicBezTo>
                  <a:pt x="11122" y="7278"/>
                  <a:pt x="10586" y="8633"/>
                  <a:pt x="9609" y="9609"/>
                </a:cubicBezTo>
                <a:cubicBezTo>
                  <a:pt x="8853" y="10365"/>
                  <a:pt x="7940" y="10838"/>
                  <a:pt x="6963" y="11027"/>
                </a:cubicBezTo>
                <a:lnTo>
                  <a:pt x="6963" y="9735"/>
                </a:lnTo>
                <a:cubicBezTo>
                  <a:pt x="6963" y="9357"/>
                  <a:pt x="7215" y="9074"/>
                  <a:pt x="7562" y="8916"/>
                </a:cubicBezTo>
                <a:cubicBezTo>
                  <a:pt x="8034" y="8664"/>
                  <a:pt x="8349" y="8192"/>
                  <a:pt x="8349" y="7656"/>
                </a:cubicBezTo>
                <a:cubicBezTo>
                  <a:pt x="8349" y="6900"/>
                  <a:pt x="7719" y="6270"/>
                  <a:pt x="6963" y="6270"/>
                </a:cubicBezTo>
                <a:cubicBezTo>
                  <a:pt x="6585" y="6270"/>
                  <a:pt x="6175" y="6427"/>
                  <a:pt x="5955" y="6742"/>
                </a:cubicBezTo>
                <a:cubicBezTo>
                  <a:pt x="5671" y="6427"/>
                  <a:pt x="5325" y="6270"/>
                  <a:pt x="4915" y="6270"/>
                </a:cubicBezTo>
                <a:cubicBezTo>
                  <a:pt x="4537" y="6270"/>
                  <a:pt x="4159" y="6427"/>
                  <a:pt x="3907" y="6711"/>
                </a:cubicBezTo>
                <a:cubicBezTo>
                  <a:pt x="3623" y="6963"/>
                  <a:pt x="3497" y="7372"/>
                  <a:pt x="3529" y="7751"/>
                </a:cubicBezTo>
                <a:cubicBezTo>
                  <a:pt x="3592" y="8286"/>
                  <a:pt x="3907" y="8696"/>
                  <a:pt x="4380" y="8948"/>
                </a:cubicBezTo>
                <a:cubicBezTo>
                  <a:pt x="4695" y="9105"/>
                  <a:pt x="4915" y="9483"/>
                  <a:pt x="4915" y="9924"/>
                </a:cubicBezTo>
                <a:lnTo>
                  <a:pt x="4915" y="11059"/>
                </a:lnTo>
                <a:cubicBezTo>
                  <a:pt x="3939" y="10870"/>
                  <a:pt x="2993" y="10365"/>
                  <a:pt x="2269" y="9641"/>
                </a:cubicBezTo>
                <a:cubicBezTo>
                  <a:pt x="1292" y="8664"/>
                  <a:pt x="757" y="7372"/>
                  <a:pt x="757" y="5955"/>
                </a:cubicBezTo>
                <a:cubicBezTo>
                  <a:pt x="757" y="4569"/>
                  <a:pt x="1292" y="3214"/>
                  <a:pt x="2269" y="2237"/>
                </a:cubicBezTo>
                <a:cubicBezTo>
                  <a:pt x="3025" y="1481"/>
                  <a:pt x="3939" y="1040"/>
                  <a:pt x="4915" y="819"/>
                </a:cubicBezTo>
                <a:lnTo>
                  <a:pt x="4915" y="1985"/>
                </a:lnTo>
                <a:cubicBezTo>
                  <a:pt x="4915" y="2395"/>
                  <a:pt x="4695" y="2804"/>
                  <a:pt x="4380" y="2962"/>
                </a:cubicBezTo>
                <a:cubicBezTo>
                  <a:pt x="3907" y="3151"/>
                  <a:pt x="3592" y="3623"/>
                  <a:pt x="3529" y="4127"/>
                </a:cubicBezTo>
                <a:cubicBezTo>
                  <a:pt x="3497" y="4537"/>
                  <a:pt x="3655" y="4884"/>
                  <a:pt x="3907" y="5199"/>
                </a:cubicBezTo>
                <a:cubicBezTo>
                  <a:pt x="4159" y="5482"/>
                  <a:pt x="4537" y="5640"/>
                  <a:pt x="4915" y="5640"/>
                </a:cubicBezTo>
                <a:cubicBezTo>
                  <a:pt x="5325" y="5640"/>
                  <a:pt x="5703" y="5482"/>
                  <a:pt x="5955" y="5167"/>
                </a:cubicBezTo>
                <a:cubicBezTo>
                  <a:pt x="6207" y="5482"/>
                  <a:pt x="6585" y="5640"/>
                  <a:pt x="6963" y="5640"/>
                </a:cubicBezTo>
                <a:cubicBezTo>
                  <a:pt x="7719" y="5640"/>
                  <a:pt x="8349" y="5010"/>
                  <a:pt x="8349" y="4253"/>
                </a:cubicBezTo>
                <a:cubicBezTo>
                  <a:pt x="8349" y="3749"/>
                  <a:pt x="8034" y="3245"/>
                  <a:pt x="7562" y="2993"/>
                </a:cubicBezTo>
                <a:cubicBezTo>
                  <a:pt x="7152" y="2804"/>
                  <a:pt x="6963" y="2489"/>
                  <a:pt x="6963" y="2174"/>
                </a:cubicBezTo>
                <a:lnTo>
                  <a:pt x="6963" y="788"/>
                </a:lnTo>
                <a:close/>
                <a:moveTo>
                  <a:pt x="6931" y="6900"/>
                </a:moveTo>
                <a:cubicBezTo>
                  <a:pt x="7310" y="6900"/>
                  <a:pt x="7625" y="7215"/>
                  <a:pt x="7625" y="7593"/>
                </a:cubicBezTo>
                <a:cubicBezTo>
                  <a:pt x="7625" y="7877"/>
                  <a:pt x="7467" y="8129"/>
                  <a:pt x="7247" y="8223"/>
                </a:cubicBezTo>
                <a:cubicBezTo>
                  <a:pt x="6616" y="8538"/>
                  <a:pt x="6270" y="9105"/>
                  <a:pt x="6270" y="9735"/>
                </a:cubicBezTo>
                <a:lnTo>
                  <a:pt x="6270" y="11090"/>
                </a:lnTo>
                <a:lnTo>
                  <a:pt x="5545" y="11090"/>
                </a:lnTo>
                <a:lnTo>
                  <a:pt x="5545" y="9861"/>
                </a:lnTo>
                <a:cubicBezTo>
                  <a:pt x="5545" y="9137"/>
                  <a:pt x="5136" y="8507"/>
                  <a:pt x="4600" y="8223"/>
                </a:cubicBezTo>
                <a:cubicBezTo>
                  <a:pt x="4348" y="8129"/>
                  <a:pt x="4191" y="7877"/>
                  <a:pt x="4159" y="7656"/>
                </a:cubicBezTo>
                <a:cubicBezTo>
                  <a:pt x="4159" y="7435"/>
                  <a:pt x="4191" y="7246"/>
                  <a:pt x="4348" y="7120"/>
                </a:cubicBezTo>
                <a:cubicBezTo>
                  <a:pt x="4474" y="6963"/>
                  <a:pt x="4695" y="6900"/>
                  <a:pt x="4884" y="6900"/>
                </a:cubicBezTo>
                <a:cubicBezTo>
                  <a:pt x="5073" y="6900"/>
                  <a:pt x="5262" y="6963"/>
                  <a:pt x="5388" y="7120"/>
                </a:cubicBezTo>
                <a:cubicBezTo>
                  <a:pt x="5514" y="7278"/>
                  <a:pt x="5703" y="7372"/>
                  <a:pt x="5892" y="7372"/>
                </a:cubicBezTo>
                <a:cubicBezTo>
                  <a:pt x="6112" y="7372"/>
                  <a:pt x="6301" y="7278"/>
                  <a:pt x="6427" y="7120"/>
                </a:cubicBezTo>
                <a:cubicBezTo>
                  <a:pt x="6522" y="6963"/>
                  <a:pt x="6742" y="6900"/>
                  <a:pt x="6931" y="6900"/>
                </a:cubicBezTo>
                <a:close/>
                <a:moveTo>
                  <a:pt x="5892" y="0"/>
                </a:moveTo>
                <a:cubicBezTo>
                  <a:pt x="4317" y="0"/>
                  <a:pt x="2836" y="630"/>
                  <a:pt x="1733" y="1733"/>
                </a:cubicBezTo>
                <a:cubicBezTo>
                  <a:pt x="630" y="2836"/>
                  <a:pt x="0" y="4348"/>
                  <a:pt x="0" y="5923"/>
                </a:cubicBezTo>
                <a:cubicBezTo>
                  <a:pt x="0" y="7498"/>
                  <a:pt x="630" y="8979"/>
                  <a:pt x="1733" y="10082"/>
                </a:cubicBezTo>
                <a:cubicBezTo>
                  <a:pt x="2836" y="11185"/>
                  <a:pt x="4317" y="11815"/>
                  <a:pt x="5892" y="11815"/>
                </a:cubicBezTo>
                <a:cubicBezTo>
                  <a:pt x="7467" y="11815"/>
                  <a:pt x="8979" y="11185"/>
                  <a:pt x="10082" y="10082"/>
                </a:cubicBezTo>
                <a:cubicBezTo>
                  <a:pt x="11185" y="8979"/>
                  <a:pt x="11815" y="7498"/>
                  <a:pt x="11815" y="5923"/>
                </a:cubicBezTo>
                <a:cubicBezTo>
                  <a:pt x="11815" y="4348"/>
                  <a:pt x="11216" y="2836"/>
                  <a:pt x="10082" y="1733"/>
                </a:cubicBezTo>
                <a:cubicBezTo>
                  <a:pt x="8979" y="630"/>
                  <a:pt x="7467"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4437" name="Google Shape;14437;p82"/>
          <p:cNvGrpSpPr/>
          <p:nvPr/>
        </p:nvGrpSpPr>
        <p:grpSpPr>
          <a:xfrm>
            <a:off x="5298265" y="3112911"/>
            <a:ext cx="353180" cy="354107"/>
            <a:chOff x="-25104475" y="2340425"/>
            <a:chExt cx="295375" cy="296150"/>
          </a:xfrm>
        </p:grpSpPr>
        <p:sp>
          <p:nvSpPr>
            <p:cNvPr id="14438" name="Google Shape;14438;p82"/>
            <p:cNvSpPr/>
            <p:nvPr/>
          </p:nvSpPr>
          <p:spPr>
            <a:xfrm>
              <a:off x="-25104475" y="2340425"/>
              <a:ext cx="225275" cy="296150"/>
            </a:xfrm>
            <a:custGeom>
              <a:avLst/>
              <a:gdLst/>
              <a:ahLst/>
              <a:cxnLst/>
              <a:rect l="l" t="t" r="r" b="b"/>
              <a:pathLst>
                <a:path w="9011" h="11846" extrusionOk="0">
                  <a:moveTo>
                    <a:pt x="4474" y="693"/>
                  </a:moveTo>
                  <a:cubicBezTo>
                    <a:pt x="5041" y="693"/>
                    <a:pt x="5514" y="1166"/>
                    <a:pt x="5514" y="1733"/>
                  </a:cubicBezTo>
                  <a:cubicBezTo>
                    <a:pt x="5514" y="1922"/>
                    <a:pt x="5671" y="2079"/>
                    <a:pt x="5860" y="2079"/>
                  </a:cubicBezTo>
                  <a:lnTo>
                    <a:pt x="6585" y="2079"/>
                  </a:lnTo>
                  <a:cubicBezTo>
                    <a:pt x="6774" y="2079"/>
                    <a:pt x="6931" y="2237"/>
                    <a:pt x="6931" y="2426"/>
                  </a:cubicBezTo>
                  <a:lnTo>
                    <a:pt x="6931" y="2804"/>
                  </a:lnTo>
                  <a:lnTo>
                    <a:pt x="2080" y="2804"/>
                  </a:lnTo>
                  <a:lnTo>
                    <a:pt x="2080" y="2426"/>
                  </a:lnTo>
                  <a:cubicBezTo>
                    <a:pt x="2048" y="2237"/>
                    <a:pt x="2206" y="2079"/>
                    <a:pt x="2395" y="2079"/>
                  </a:cubicBezTo>
                  <a:lnTo>
                    <a:pt x="3119" y="2079"/>
                  </a:lnTo>
                  <a:cubicBezTo>
                    <a:pt x="3308" y="2079"/>
                    <a:pt x="3466" y="1922"/>
                    <a:pt x="3466" y="1733"/>
                  </a:cubicBezTo>
                  <a:cubicBezTo>
                    <a:pt x="3466" y="1134"/>
                    <a:pt x="3939" y="693"/>
                    <a:pt x="4474" y="693"/>
                  </a:cubicBezTo>
                  <a:close/>
                  <a:moveTo>
                    <a:pt x="8003" y="2804"/>
                  </a:moveTo>
                  <a:cubicBezTo>
                    <a:pt x="8192" y="2804"/>
                    <a:pt x="8349" y="2962"/>
                    <a:pt x="8349" y="3151"/>
                  </a:cubicBezTo>
                  <a:lnTo>
                    <a:pt x="8349" y="10838"/>
                  </a:lnTo>
                  <a:lnTo>
                    <a:pt x="8286" y="10838"/>
                  </a:lnTo>
                  <a:cubicBezTo>
                    <a:pt x="8286" y="11027"/>
                    <a:pt x="8129" y="11184"/>
                    <a:pt x="7940" y="11184"/>
                  </a:cubicBezTo>
                  <a:lnTo>
                    <a:pt x="1009" y="11184"/>
                  </a:lnTo>
                  <a:cubicBezTo>
                    <a:pt x="820" y="11184"/>
                    <a:pt x="662" y="11027"/>
                    <a:pt x="662" y="10838"/>
                  </a:cubicBezTo>
                  <a:lnTo>
                    <a:pt x="662" y="3151"/>
                  </a:lnTo>
                  <a:cubicBezTo>
                    <a:pt x="662" y="2962"/>
                    <a:pt x="820" y="2804"/>
                    <a:pt x="1009" y="2804"/>
                  </a:cubicBezTo>
                  <a:lnTo>
                    <a:pt x="1355" y="2804"/>
                  </a:lnTo>
                  <a:lnTo>
                    <a:pt x="1355" y="3151"/>
                  </a:lnTo>
                  <a:cubicBezTo>
                    <a:pt x="1355" y="3340"/>
                    <a:pt x="1544" y="3497"/>
                    <a:pt x="1733" y="3497"/>
                  </a:cubicBezTo>
                  <a:lnTo>
                    <a:pt x="7278" y="3497"/>
                  </a:lnTo>
                  <a:cubicBezTo>
                    <a:pt x="7467" y="3497"/>
                    <a:pt x="7625" y="3340"/>
                    <a:pt x="7625" y="3151"/>
                  </a:cubicBezTo>
                  <a:lnTo>
                    <a:pt x="7625" y="2804"/>
                  </a:lnTo>
                  <a:close/>
                  <a:moveTo>
                    <a:pt x="4474" y="0"/>
                  </a:moveTo>
                  <a:cubicBezTo>
                    <a:pt x="3655" y="0"/>
                    <a:pt x="2930" y="599"/>
                    <a:pt x="2773" y="1386"/>
                  </a:cubicBezTo>
                  <a:lnTo>
                    <a:pt x="2395" y="1386"/>
                  </a:lnTo>
                  <a:cubicBezTo>
                    <a:pt x="1954" y="1386"/>
                    <a:pt x="1576" y="1638"/>
                    <a:pt x="1418" y="2079"/>
                  </a:cubicBezTo>
                  <a:lnTo>
                    <a:pt x="1009" y="2079"/>
                  </a:lnTo>
                  <a:cubicBezTo>
                    <a:pt x="410" y="2079"/>
                    <a:pt x="0" y="2552"/>
                    <a:pt x="0" y="3119"/>
                  </a:cubicBezTo>
                  <a:lnTo>
                    <a:pt x="0" y="10838"/>
                  </a:lnTo>
                  <a:cubicBezTo>
                    <a:pt x="0" y="11405"/>
                    <a:pt x="473" y="11846"/>
                    <a:pt x="1009" y="11846"/>
                  </a:cubicBezTo>
                  <a:lnTo>
                    <a:pt x="7940" y="11846"/>
                  </a:lnTo>
                  <a:cubicBezTo>
                    <a:pt x="8538" y="11846"/>
                    <a:pt x="8979" y="11373"/>
                    <a:pt x="8979" y="10838"/>
                  </a:cubicBezTo>
                  <a:lnTo>
                    <a:pt x="8979" y="3151"/>
                  </a:lnTo>
                  <a:cubicBezTo>
                    <a:pt x="9011" y="2552"/>
                    <a:pt x="8538" y="2079"/>
                    <a:pt x="7940" y="2079"/>
                  </a:cubicBezTo>
                  <a:lnTo>
                    <a:pt x="7562" y="2079"/>
                  </a:lnTo>
                  <a:cubicBezTo>
                    <a:pt x="7404" y="1701"/>
                    <a:pt x="7026" y="1386"/>
                    <a:pt x="6553" y="1386"/>
                  </a:cubicBezTo>
                  <a:lnTo>
                    <a:pt x="6175" y="1386"/>
                  </a:lnTo>
                  <a:cubicBezTo>
                    <a:pt x="6018" y="599"/>
                    <a:pt x="5293" y="0"/>
                    <a:pt x="44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439" name="Google Shape;14439;p82"/>
            <p:cNvSpPr/>
            <p:nvPr/>
          </p:nvSpPr>
          <p:spPr>
            <a:xfrm>
              <a:off x="-25001300" y="2375075"/>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440" name="Google Shape;14440;p82"/>
            <p:cNvSpPr/>
            <p:nvPr/>
          </p:nvSpPr>
          <p:spPr>
            <a:xfrm>
              <a:off x="-25070600" y="2444375"/>
              <a:ext cx="87450" cy="86675"/>
            </a:xfrm>
            <a:custGeom>
              <a:avLst/>
              <a:gdLst/>
              <a:ahLst/>
              <a:cxnLst/>
              <a:rect l="l" t="t" r="r" b="b"/>
              <a:pathLst>
                <a:path w="3498" h="3467" extrusionOk="0">
                  <a:moveTo>
                    <a:pt x="2773" y="725"/>
                  </a:moveTo>
                  <a:lnTo>
                    <a:pt x="2773" y="2805"/>
                  </a:lnTo>
                  <a:lnTo>
                    <a:pt x="693" y="2805"/>
                  </a:lnTo>
                  <a:lnTo>
                    <a:pt x="693" y="725"/>
                  </a:lnTo>
                  <a:close/>
                  <a:moveTo>
                    <a:pt x="378" y="1"/>
                  </a:moveTo>
                  <a:cubicBezTo>
                    <a:pt x="189" y="1"/>
                    <a:pt x="0" y="158"/>
                    <a:pt x="0" y="379"/>
                  </a:cubicBezTo>
                  <a:lnTo>
                    <a:pt x="0" y="3120"/>
                  </a:lnTo>
                  <a:cubicBezTo>
                    <a:pt x="0" y="3309"/>
                    <a:pt x="189" y="3466"/>
                    <a:pt x="378" y="3466"/>
                  </a:cubicBezTo>
                  <a:lnTo>
                    <a:pt x="3119" y="3466"/>
                  </a:lnTo>
                  <a:cubicBezTo>
                    <a:pt x="3340" y="3466"/>
                    <a:pt x="3497" y="3309"/>
                    <a:pt x="3497" y="3120"/>
                  </a:cubicBezTo>
                  <a:lnTo>
                    <a:pt x="3497" y="379"/>
                  </a:lnTo>
                  <a:cubicBezTo>
                    <a:pt x="3497" y="158"/>
                    <a:pt x="3340" y="1"/>
                    <a:pt x="31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441" name="Google Shape;14441;p82"/>
            <p:cNvSpPr/>
            <p:nvPr/>
          </p:nvSpPr>
          <p:spPr>
            <a:xfrm>
              <a:off x="-24966650" y="2479025"/>
              <a:ext cx="52025" cy="18150"/>
            </a:xfrm>
            <a:custGeom>
              <a:avLst/>
              <a:gdLst/>
              <a:ahLst/>
              <a:cxnLst/>
              <a:rect l="l" t="t" r="r" b="b"/>
              <a:pathLst>
                <a:path w="2081" h="726" extrusionOk="0">
                  <a:moveTo>
                    <a:pt x="347" y="1"/>
                  </a:moveTo>
                  <a:cubicBezTo>
                    <a:pt x="158" y="1"/>
                    <a:pt x="1" y="158"/>
                    <a:pt x="1" y="347"/>
                  </a:cubicBezTo>
                  <a:cubicBezTo>
                    <a:pt x="1" y="568"/>
                    <a:pt x="158" y="726"/>
                    <a:pt x="347" y="726"/>
                  </a:cubicBezTo>
                  <a:lnTo>
                    <a:pt x="1734" y="726"/>
                  </a:lnTo>
                  <a:cubicBezTo>
                    <a:pt x="1923" y="726"/>
                    <a:pt x="2080" y="568"/>
                    <a:pt x="2080" y="347"/>
                  </a:cubicBezTo>
                  <a:cubicBezTo>
                    <a:pt x="2080" y="158"/>
                    <a:pt x="1923"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442" name="Google Shape;14442;p82"/>
            <p:cNvSpPr/>
            <p:nvPr/>
          </p:nvSpPr>
          <p:spPr>
            <a:xfrm>
              <a:off x="-24966650" y="2444375"/>
              <a:ext cx="52025" cy="18150"/>
            </a:xfrm>
            <a:custGeom>
              <a:avLst/>
              <a:gdLst/>
              <a:ahLst/>
              <a:cxnLst/>
              <a:rect l="l" t="t" r="r" b="b"/>
              <a:pathLst>
                <a:path w="2081" h="726" extrusionOk="0">
                  <a:moveTo>
                    <a:pt x="347" y="1"/>
                  </a:moveTo>
                  <a:cubicBezTo>
                    <a:pt x="158" y="1"/>
                    <a:pt x="1" y="158"/>
                    <a:pt x="1" y="379"/>
                  </a:cubicBezTo>
                  <a:cubicBezTo>
                    <a:pt x="1" y="568"/>
                    <a:pt x="158" y="725"/>
                    <a:pt x="347" y="725"/>
                  </a:cubicBezTo>
                  <a:lnTo>
                    <a:pt x="1734" y="725"/>
                  </a:lnTo>
                  <a:cubicBezTo>
                    <a:pt x="1923" y="725"/>
                    <a:pt x="2080" y="568"/>
                    <a:pt x="2080" y="379"/>
                  </a:cubicBezTo>
                  <a:cubicBezTo>
                    <a:pt x="2080" y="158"/>
                    <a:pt x="1923"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443" name="Google Shape;14443;p82"/>
            <p:cNvSpPr/>
            <p:nvPr/>
          </p:nvSpPr>
          <p:spPr>
            <a:xfrm>
              <a:off x="-24966650" y="2513700"/>
              <a:ext cx="52025" cy="17350"/>
            </a:xfrm>
            <a:custGeom>
              <a:avLst/>
              <a:gdLst/>
              <a:ahLst/>
              <a:cxnLst/>
              <a:rect l="l" t="t" r="r" b="b"/>
              <a:pathLst>
                <a:path w="2081" h="694" extrusionOk="0">
                  <a:moveTo>
                    <a:pt x="347" y="0"/>
                  </a:moveTo>
                  <a:cubicBezTo>
                    <a:pt x="158" y="0"/>
                    <a:pt x="1" y="158"/>
                    <a:pt x="1" y="347"/>
                  </a:cubicBezTo>
                  <a:cubicBezTo>
                    <a:pt x="1" y="536"/>
                    <a:pt x="158" y="693"/>
                    <a:pt x="347" y="693"/>
                  </a:cubicBezTo>
                  <a:lnTo>
                    <a:pt x="1734" y="693"/>
                  </a:lnTo>
                  <a:cubicBezTo>
                    <a:pt x="1923" y="693"/>
                    <a:pt x="2080" y="536"/>
                    <a:pt x="2080" y="347"/>
                  </a:cubicBezTo>
                  <a:cubicBezTo>
                    <a:pt x="2080" y="158"/>
                    <a:pt x="1923" y="0"/>
                    <a:pt x="17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444" name="Google Shape;14444;p82"/>
            <p:cNvSpPr/>
            <p:nvPr/>
          </p:nvSpPr>
          <p:spPr>
            <a:xfrm>
              <a:off x="-25071400" y="2549125"/>
              <a:ext cx="156775" cy="17350"/>
            </a:xfrm>
            <a:custGeom>
              <a:avLst/>
              <a:gdLst/>
              <a:ahLst/>
              <a:cxnLst/>
              <a:rect l="l" t="t" r="r" b="b"/>
              <a:pathLst>
                <a:path w="6271" h="694" extrusionOk="0">
                  <a:moveTo>
                    <a:pt x="379" y="1"/>
                  </a:moveTo>
                  <a:cubicBezTo>
                    <a:pt x="158" y="1"/>
                    <a:pt x="1" y="158"/>
                    <a:pt x="1" y="347"/>
                  </a:cubicBezTo>
                  <a:cubicBezTo>
                    <a:pt x="1" y="536"/>
                    <a:pt x="158" y="694"/>
                    <a:pt x="379" y="694"/>
                  </a:cubicBezTo>
                  <a:lnTo>
                    <a:pt x="5924" y="694"/>
                  </a:lnTo>
                  <a:cubicBezTo>
                    <a:pt x="6113" y="694"/>
                    <a:pt x="6270" y="536"/>
                    <a:pt x="6270" y="347"/>
                  </a:cubicBezTo>
                  <a:cubicBezTo>
                    <a:pt x="6270" y="158"/>
                    <a:pt x="6113" y="1"/>
                    <a:pt x="59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445" name="Google Shape;14445;p82"/>
            <p:cNvSpPr/>
            <p:nvPr/>
          </p:nvSpPr>
          <p:spPr>
            <a:xfrm>
              <a:off x="-25071400" y="2583800"/>
              <a:ext cx="156775" cy="17350"/>
            </a:xfrm>
            <a:custGeom>
              <a:avLst/>
              <a:gdLst/>
              <a:ahLst/>
              <a:cxnLst/>
              <a:rect l="l" t="t" r="r" b="b"/>
              <a:pathLst>
                <a:path w="6271" h="694" extrusionOk="0">
                  <a:moveTo>
                    <a:pt x="379" y="0"/>
                  </a:moveTo>
                  <a:cubicBezTo>
                    <a:pt x="158" y="0"/>
                    <a:pt x="1" y="158"/>
                    <a:pt x="1" y="347"/>
                  </a:cubicBezTo>
                  <a:cubicBezTo>
                    <a:pt x="1" y="536"/>
                    <a:pt x="158" y="693"/>
                    <a:pt x="379" y="693"/>
                  </a:cubicBezTo>
                  <a:lnTo>
                    <a:pt x="5924" y="693"/>
                  </a:lnTo>
                  <a:cubicBezTo>
                    <a:pt x="6113" y="693"/>
                    <a:pt x="6270" y="536"/>
                    <a:pt x="6270" y="347"/>
                  </a:cubicBezTo>
                  <a:cubicBezTo>
                    <a:pt x="6270" y="158"/>
                    <a:pt x="6113" y="0"/>
                    <a:pt x="59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446" name="Google Shape;14446;p82"/>
            <p:cNvSpPr/>
            <p:nvPr/>
          </p:nvSpPr>
          <p:spPr>
            <a:xfrm>
              <a:off x="-24862675" y="2375850"/>
              <a:ext cx="53575" cy="260725"/>
            </a:xfrm>
            <a:custGeom>
              <a:avLst/>
              <a:gdLst/>
              <a:ahLst/>
              <a:cxnLst/>
              <a:rect l="l" t="t" r="r" b="b"/>
              <a:pathLst>
                <a:path w="2143" h="10429" extrusionOk="0">
                  <a:moveTo>
                    <a:pt x="1103" y="1103"/>
                  </a:moveTo>
                  <a:lnTo>
                    <a:pt x="1481" y="1797"/>
                  </a:lnTo>
                  <a:lnTo>
                    <a:pt x="1481" y="7625"/>
                  </a:lnTo>
                  <a:lnTo>
                    <a:pt x="757" y="7625"/>
                  </a:lnTo>
                  <a:lnTo>
                    <a:pt x="757" y="1797"/>
                  </a:lnTo>
                  <a:lnTo>
                    <a:pt x="1103" y="1103"/>
                  </a:lnTo>
                  <a:close/>
                  <a:moveTo>
                    <a:pt x="1481" y="8255"/>
                  </a:moveTo>
                  <a:lnTo>
                    <a:pt x="1481" y="9358"/>
                  </a:lnTo>
                  <a:cubicBezTo>
                    <a:pt x="1450" y="9578"/>
                    <a:pt x="1324" y="9736"/>
                    <a:pt x="1103" y="9736"/>
                  </a:cubicBezTo>
                  <a:cubicBezTo>
                    <a:pt x="914" y="9736"/>
                    <a:pt x="757" y="9578"/>
                    <a:pt x="757" y="9358"/>
                  </a:cubicBezTo>
                  <a:lnTo>
                    <a:pt x="757" y="8255"/>
                  </a:lnTo>
                  <a:close/>
                  <a:moveTo>
                    <a:pt x="1072" y="1"/>
                  </a:moveTo>
                  <a:cubicBezTo>
                    <a:pt x="946" y="1"/>
                    <a:pt x="820" y="64"/>
                    <a:pt x="757" y="190"/>
                  </a:cubicBezTo>
                  <a:lnTo>
                    <a:pt x="32" y="1576"/>
                  </a:lnTo>
                  <a:cubicBezTo>
                    <a:pt x="0" y="1608"/>
                    <a:pt x="0" y="1702"/>
                    <a:pt x="0" y="1734"/>
                  </a:cubicBezTo>
                  <a:lnTo>
                    <a:pt x="0" y="9421"/>
                  </a:lnTo>
                  <a:cubicBezTo>
                    <a:pt x="0" y="9988"/>
                    <a:pt x="473" y="10429"/>
                    <a:pt x="1040" y="10429"/>
                  </a:cubicBezTo>
                  <a:cubicBezTo>
                    <a:pt x="1607" y="10429"/>
                    <a:pt x="2048" y="9956"/>
                    <a:pt x="2048" y="9421"/>
                  </a:cubicBezTo>
                  <a:lnTo>
                    <a:pt x="2048" y="1734"/>
                  </a:lnTo>
                  <a:cubicBezTo>
                    <a:pt x="2143" y="1639"/>
                    <a:pt x="2143" y="1608"/>
                    <a:pt x="2111" y="1576"/>
                  </a:cubicBezTo>
                  <a:lnTo>
                    <a:pt x="1387" y="190"/>
                  </a:lnTo>
                  <a:cubicBezTo>
                    <a:pt x="1355" y="64"/>
                    <a:pt x="1198"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4447" name="Google Shape;14447;p82"/>
          <p:cNvSpPr/>
          <p:nvPr/>
        </p:nvSpPr>
        <p:spPr>
          <a:xfrm>
            <a:off x="5296811" y="3599288"/>
            <a:ext cx="356946" cy="263712"/>
          </a:xfrm>
          <a:custGeom>
            <a:avLst/>
            <a:gdLst/>
            <a:ahLst/>
            <a:cxnLst/>
            <a:rect l="l" t="t" r="r" b="b"/>
            <a:pathLst>
              <a:path w="11941" h="8822" extrusionOk="0">
                <a:moveTo>
                  <a:pt x="7184" y="1229"/>
                </a:moveTo>
                <a:lnTo>
                  <a:pt x="7184" y="1922"/>
                </a:lnTo>
                <a:lnTo>
                  <a:pt x="6459" y="1922"/>
                </a:lnTo>
                <a:lnTo>
                  <a:pt x="6459" y="1229"/>
                </a:lnTo>
                <a:close/>
                <a:moveTo>
                  <a:pt x="5797" y="1261"/>
                </a:moveTo>
                <a:lnTo>
                  <a:pt x="5797" y="1954"/>
                </a:lnTo>
                <a:lnTo>
                  <a:pt x="5073" y="1954"/>
                </a:lnTo>
                <a:lnTo>
                  <a:pt x="5073" y="1607"/>
                </a:lnTo>
                <a:cubicBezTo>
                  <a:pt x="5073" y="1418"/>
                  <a:pt x="5230" y="1261"/>
                  <a:pt x="5419" y="1261"/>
                </a:cubicBezTo>
                <a:close/>
                <a:moveTo>
                  <a:pt x="8192" y="1261"/>
                </a:moveTo>
                <a:cubicBezTo>
                  <a:pt x="8381" y="1261"/>
                  <a:pt x="8538" y="1418"/>
                  <a:pt x="8538" y="1607"/>
                </a:cubicBezTo>
                <a:lnTo>
                  <a:pt x="8538" y="1954"/>
                </a:lnTo>
                <a:lnTo>
                  <a:pt x="7845" y="1954"/>
                </a:lnTo>
                <a:lnTo>
                  <a:pt x="7845" y="1261"/>
                </a:lnTo>
                <a:close/>
                <a:moveTo>
                  <a:pt x="1450" y="694"/>
                </a:moveTo>
                <a:cubicBezTo>
                  <a:pt x="1607" y="694"/>
                  <a:pt x="1796" y="788"/>
                  <a:pt x="1922" y="914"/>
                </a:cubicBezTo>
                <a:lnTo>
                  <a:pt x="3182" y="2174"/>
                </a:lnTo>
                <a:cubicBezTo>
                  <a:pt x="3497" y="2489"/>
                  <a:pt x="3938" y="2679"/>
                  <a:pt x="4411" y="2679"/>
                </a:cubicBezTo>
                <a:lnTo>
                  <a:pt x="10523" y="2679"/>
                </a:lnTo>
                <a:cubicBezTo>
                  <a:pt x="10901" y="2679"/>
                  <a:pt x="11216" y="2994"/>
                  <a:pt x="11216" y="3372"/>
                </a:cubicBezTo>
                <a:cubicBezTo>
                  <a:pt x="11216" y="3781"/>
                  <a:pt x="10901" y="4096"/>
                  <a:pt x="10523" y="4096"/>
                </a:cubicBezTo>
                <a:lnTo>
                  <a:pt x="3812" y="4096"/>
                </a:lnTo>
                <a:cubicBezTo>
                  <a:pt x="3340" y="4096"/>
                  <a:pt x="2899" y="3907"/>
                  <a:pt x="2584" y="3592"/>
                </a:cubicBezTo>
                <a:lnTo>
                  <a:pt x="977" y="1891"/>
                </a:lnTo>
                <a:cubicBezTo>
                  <a:pt x="693" y="1607"/>
                  <a:pt x="693" y="1166"/>
                  <a:pt x="977" y="914"/>
                </a:cubicBezTo>
                <a:cubicBezTo>
                  <a:pt x="1103" y="788"/>
                  <a:pt x="1292" y="694"/>
                  <a:pt x="1450" y="694"/>
                </a:cubicBezTo>
                <a:close/>
                <a:moveTo>
                  <a:pt x="8255" y="4726"/>
                </a:moveTo>
                <a:lnTo>
                  <a:pt x="6805" y="5545"/>
                </a:lnTo>
                <a:lnTo>
                  <a:pt x="5356" y="4726"/>
                </a:lnTo>
                <a:close/>
                <a:moveTo>
                  <a:pt x="6805" y="6333"/>
                </a:moveTo>
                <a:lnTo>
                  <a:pt x="8822" y="7467"/>
                </a:lnTo>
                <a:lnTo>
                  <a:pt x="4821" y="7467"/>
                </a:lnTo>
                <a:lnTo>
                  <a:pt x="6805" y="6333"/>
                </a:lnTo>
                <a:close/>
                <a:moveTo>
                  <a:pt x="3340" y="7467"/>
                </a:moveTo>
                <a:cubicBezTo>
                  <a:pt x="3529" y="7467"/>
                  <a:pt x="3686" y="7625"/>
                  <a:pt x="3686" y="7845"/>
                </a:cubicBezTo>
                <a:cubicBezTo>
                  <a:pt x="3686" y="8034"/>
                  <a:pt x="3529" y="8192"/>
                  <a:pt x="3340" y="8192"/>
                </a:cubicBezTo>
                <a:cubicBezTo>
                  <a:pt x="3151" y="8192"/>
                  <a:pt x="2993" y="8034"/>
                  <a:pt x="2993" y="7845"/>
                </a:cubicBezTo>
                <a:cubicBezTo>
                  <a:pt x="2993" y="7625"/>
                  <a:pt x="3151" y="7467"/>
                  <a:pt x="3340" y="7467"/>
                </a:cubicBezTo>
                <a:close/>
                <a:moveTo>
                  <a:pt x="10271" y="7467"/>
                </a:moveTo>
                <a:cubicBezTo>
                  <a:pt x="10460" y="7467"/>
                  <a:pt x="10618" y="7625"/>
                  <a:pt x="10618" y="7845"/>
                </a:cubicBezTo>
                <a:cubicBezTo>
                  <a:pt x="10618" y="8034"/>
                  <a:pt x="10460" y="8192"/>
                  <a:pt x="10271" y="8192"/>
                </a:cubicBezTo>
                <a:cubicBezTo>
                  <a:pt x="10082" y="8192"/>
                  <a:pt x="9924" y="8034"/>
                  <a:pt x="9924" y="7845"/>
                </a:cubicBezTo>
                <a:cubicBezTo>
                  <a:pt x="9924" y="7625"/>
                  <a:pt x="10082" y="7467"/>
                  <a:pt x="10271" y="7467"/>
                </a:cubicBezTo>
                <a:close/>
                <a:moveTo>
                  <a:pt x="1544" y="1"/>
                </a:moveTo>
                <a:cubicBezTo>
                  <a:pt x="1166" y="1"/>
                  <a:pt x="820" y="158"/>
                  <a:pt x="536" y="379"/>
                </a:cubicBezTo>
                <a:cubicBezTo>
                  <a:pt x="0" y="946"/>
                  <a:pt x="0" y="1796"/>
                  <a:pt x="536" y="2363"/>
                </a:cubicBezTo>
                <a:lnTo>
                  <a:pt x="2206" y="4002"/>
                </a:lnTo>
                <a:cubicBezTo>
                  <a:pt x="2678" y="4474"/>
                  <a:pt x="3277" y="4726"/>
                  <a:pt x="3938" y="4726"/>
                </a:cubicBezTo>
                <a:lnTo>
                  <a:pt x="4002" y="4726"/>
                </a:lnTo>
                <a:lnTo>
                  <a:pt x="6175" y="5955"/>
                </a:lnTo>
                <a:lnTo>
                  <a:pt x="4128" y="7089"/>
                </a:lnTo>
                <a:cubicBezTo>
                  <a:pt x="3938" y="6900"/>
                  <a:pt x="3686" y="6774"/>
                  <a:pt x="3371" y="6774"/>
                </a:cubicBezTo>
                <a:cubicBezTo>
                  <a:pt x="2804" y="6774"/>
                  <a:pt x="2363" y="7247"/>
                  <a:pt x="2363" y="7782"/>
                </a:cubicBezTo>
                <a:cubicBezTo>
                  <a:pt x="2363" y="8381"/>
                  <a:pt x="2836" y="8822"/>
                  <a:pt x="3371" y="8822"/>
                </a:cubicBezTo>
                <a:cubicBezTo>
                  <a:pt x="3812" y="8822"/>
                  <a:pt x="4222" y="8538"/>
                  <a:pt x="4380" y="8097"/>
                </a:cubicBezTo>
                <a:lnTo>
                  <a:pt x="9326" y="8097"/>
                </a:lnTo>
                <a:cubicBezTo>
                  <a:pt x="9483" y="8507"/>
                  <a:pt x="9830" y="8822"/>
                  <a:pt x="10302" y="8822"/>
                </a:cubicBezTo>
                <a:cubicBezTo>
                  <a:pt x="10901" y="8822"/>
                  <a:pt x="11342" y="8349"/>
                  <a:pt x="11342" y="7782"/>
                </a:cubicBezTo>
                <a:cubicBezTo>
                  <a:pt x="11342" y="7184"/>
                  <a:pt x="10870" y="6774"/>
                  <a:pt x="10302" y="6774"/>
                </a:cubicBezTo>
                <a:cubicBezTo>
                  <a:pt x="10050" y="6774"/>
                  <a:pt x="9767" y="6900"/>
                  <a:pt x="9578" y="7089"/>
                </a:cubicBezTo>
                <a:lnTo>
                  <a:pt x="7530" y="5955"/>
                </a:lnTo>
                <a:lnTo>
                  <a:pt x="9672" y="4726"/>
                </a:lnTo>
                <a:lnTo>
                  <a:pt x="10555" y="4726"/>
                </a:lnTo>
                <a:cubicBezTo>
                  <a:pt x="11311" y="4726"/>
                  <a:pt x="11941" y="4096"/>
                  <a:pt x="11941" y="3340"/>
                </a:cubicBezTo>
                <a:cubicBezTo>
                  <a:pt x="11941" y="2584"/>
                  <a:pt x="11311" y="1954"/>
                  <a:pt x="10555" y="1954"/>
                </a:cubicBezTo>
                <a:lnTo>
                  <a:pt x="9263" y="1954"/>
                </a:lnTo>
                <a:lnTo>
                  <a:pt x="9263" y="1607"/>
                </a:lnTo>
                <a:cubicBezTo>
                  <a:pt x="9263" y="1009"/>
                  <a:pt x="8790" y="599"/>
                  <a:pt x="8223" y="599"/>
                </a:cubicBezTo>
                <a:lnTo>
                  <a:pt x="5482" y="599"/>
                </a:lnTo>
                <a:cubicBezTo>
                  <a:pt x="4884" y="599"/>
                  <a:pt x="4443" y="1072"/>
                  <a:pt x="4443" y="1607"/>
                </a:cubicBezTo>
                <a:lnTo>
                  <a:pt x="4443" y="1954"/>
                </a:lnTo>
                <a:cubicBezTo>
                  <a:pt x="4222" y="1954"/>
                  <a:pt x="3970" y="1859"/>
                  <a:pt x="3781" y="1639"/>
                </a:cubicBezTo>
                <a:lnTo>
                  <a:pt x="2521" y="379"/>
                </a:lnTo>
                <a:cubicBezTo>
                  <a:pt x="2237" y="127"/>
                  <a:pt x="1891" y="1"/>
                  <a:pt x="15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4451" name="Shape 14451"/>
        <p:cNvGrpSpPr/>
        <p:nvPr/>
      </p:nvGrpSpPr>
      <p:grpSpPr>
        <a:xfrm>
          <a:off x="0" y="0"/>
          <a:ext cx="0" cy="0"/>
          <a:chOff x="0" y="0"/>
          <a:chExt cx="0" cy="0"/>
        </a:xfrm>
      </p:grpSpPr>
      <p:sp>
        <p:nvSpPr>
          <p:cNvPr id="14452" name="Google Shape;14452;p83"/>
          <p:cNvSpPr txBox="1"/>
          <p:nvPr>
            <p:ph type="title" idx="4294967295"/>
          </p:nvPr>
        </p:nvSpPr>
        <p:spPr>
          <a:xfrm>
            <a:off x="849675" y="51102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panose="020B0604020202020204"/>
              <a:buNone/>
            </a:pPr>
            <a:r>
              <a:rPr lang="en-GB">
                <a:solidFill>
                  <a:schemeClr val="lt1"/>
                </a:solidFill>
                <a:latin typeface="Arial" panose="020B0604020202020204"/>
                <a:ea typeface="Arial" panose="020B0604020202020204"/>
                <a:cs typeface="Arial" panose="020B0604020202020204"/>
                <a:sym typeface="Arial" panose="020B0604020202020204"/>
              </a:rPr>
              <a:t>Business Icons</a:t>
            </a:r>
            <a:endParaRPr>
              <a:solidFill>
                <a:schemeClr val="lt1"/>
              </a:solidFill>
              <a:latin typeface="Arial" panose="020B0604020202020204"/>
              <a:ea typeface="Arial" panose="020B0604020202020204"/>
              <a:cs typeface="Arial" panose="020B0604020202020204"/>
              <a:sym typeface="Arial" panose="020B0604020202020204"/>
            </a:endParaRPr>
          </a:p>
        </p:txBody>
      </p:sp>
      <p:sp>
        <p:nvSpPr>
          <p:cNvPr id="14453" name="Google Shape;14453;p83"/>
          <p:cNvSpPr txBox="1"/>
          <p:nvPr>
            <p:ph type="title" idx="4294967295"/>
          </p:nvPr>
        </p:nvSpPr>
        <p:spPr>
          <a:xfrm>
            <a:off x="4858400" y="51102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panose="020B0604020202020204"/>
              <a:buNone/>
            </a:pPr>
            <a:r>
              <a:rPr lang="en-GB">
                <a:solidFill>
                  <a:schemeClr val="lt1"/>
                </a:solidFill>
                <a:latin typeface="Arial" panose="020B0604020202020204"/>
                <a:ea typeface="Arial" panose="020B0604020202020204"/>
                <a:cs typeface="Arial" panose="020B0604020202020204"/>
                <a:sym typeface="Arial" panose="020B0604020202020204"/>
              </a:rPr>
              <a:t>Teamwork Icons</a:t>
            </a:r>
            <a:endParaRPr>
              <a:solidFill>
                <a:schemeClr val="lt1"/>
              </a:solidFill>
              <a:latin typeface="Arial" panose="020B0604020202020204"/>
              <a:ea typeface="Arial" panose="020B0604020202020204"/>
              <a:cs typeface="Arial" panose="020B0604020202020204"/>
              <a:sym typeface="Arial" panose="020B0604020202020204"/>
            </a:endParaRPr>
          </a:p>
        </p:txBody>
      </p:sp>
      <p:grpSp>
        <p:nvGrpSpPr>
          <p:cNvPr id="14454" name="Google Shape;14454;p83"/>
          <p:cNvGrpSpPr/>
          <p:nvPr/>
        </p:nvGrpSpPr>
        <p:grpSpPr>
          <a:xfrm>
            <a:off x="854368" y="1313920"/>
            <a:ext cx="366269" cy="366240"/>
            <a:chOff x="-65131525" y="1914325"/>
            <a:chExt cx="316650" cy="316625"/>
          </a:xfrm>
        </p:grpSpPr>
        <p:sp>
          <p:nvSpPr>
            <p:cNvPr id="14455" name="Google Shape;14455;p83"/>
            <p:cNvSpPr/>
            <p:nvPr/>
          </p:nvSpPr>
          <p:spPr>
            <a:xfrm>
              <a:off x="-65024400" y="1949750"/>
              <a:ext cx="103175" cy="247350"/>
            </a:xfrm>
            <a:custGeom>
              <a:avLst/>
              <a:gdLst/>
              <a:ahLst/>
              <a:cxnLst/>
              <a:rect l="l" t="t" r="r" b="b"/>
              <a:pathLst>
                <a:path w="4127" h="9894" extrusionOk="0">
                  <a:moveTo>
                    <a:pt x="2048" y="1"/>
                  </a:moveTo>
                  <a:cubicBezTo>
                    <a:pt x="1859" y="1"/>
                    <a:pt x="1638" y="190"/>
                    <a:pt x="1638" y="379"/>
                  </a:cubicBezTo>
                  <a:lnTo>
                    <a:pt x="1638" y="851"/>
                  </a:lnTo>
                  <a:cubicBezTo>
                    <a:pt x="725" y="1040"/>
                    <a:pt x="0" y="1891"/>
                    <a:pt x="0" y="2868"/>
                  </a:cubicBezTo>
                  <a:cubicBezTo>
                    <a:pt x="0" y="3970"/>
                    <a:pt x="977" y="4632"/>
                    <a:pt x="1827" y="5262"/>
                  </a:cubicBezTo>
                  <a:cubicBezTo>
                    <a:pt x="2552" y="5829"/>
                    <a:pt x="3308" y="6333"/>
                    <a:pt x="3308" y="6995"/>
                  </a:cubicBezTo>
                  <a:cubicBezTo>
                    <a:pt x="3308" y="7656"/>
                    <a:pt x="2772" y="8255"/>
                    <a:pt x="2079" y="8255"/>
                  </a:cubicBezTo>
                  <a:cubicBezTo>
                    <a:pt x="1418" y="8255"/>
                    <a:pt x="851" y="7688"/>
                    <a:pt x="851" y="6995"/>
                  </a:cubicBezTo>
                  <a:cubicBezTo>
                    <a:pt x="851" y="6774"/>
                    <a:pt x="662" y="6617"/>
                    <a:pt x="441" y="6617"/>
                  </a:cubicBezTo>
                  <a:cubicBezTo>
                    <a:pt x="189" y="6617"/>
                    <a:pt x="32" y="6806"/>
                    <a:pt x="32" y="6995"/>
                  </a:cubicBezTo>
                  <a:cubicBezTo>
                    <a:pt x="32" y="7971"/>
                    <a:pt x="756" y="8854"/>
                    <a:pt x="1701" y="9011"/>
                  </a:cubicBezTo>
                  <a:lnTo>
                    <a:pt x="1701" y="9484"/>
                  </a:lnTo>
                  <a:cubicBezTo>
                    <a:pt x="1701" y="9704"/>
                    <a:pt x="1890" y="9893"/>
                    <a:pt x="2079" y="9893"/>
                  </a:cubicBezTo>
                  <a:cubicBezTo>
                    <a:pt x="2268" y="9893"/>
                    <a:pt x="2489" y="9704"/>
                    <a:pt x="2489" y="9484"/>
                  </a:cubicBezTo>
                  <a:lnTo>
                    <a:pt x="2489" y="9011"/>
                  </a:lnTo>
                  <a:cubicBezTo>
                    <a:pt x="3434" y="8791"/>
                    <a:pt x="4127" y="7971"/>
                    <a:pt x="4127" y="6995"/>
                  </a:cubicBezTo>
                  <a:cubicBezTo>
                    <a:pt x="4127" y="5892"/>
                    <a:pt x="3151" y="5231"/>
                    <a:pt x="2331" y="4600"/>
                  </a:cubicBezTo>
                  <a:cubicBezTo>
                    <a:pt x="1575" y="4033"/>
                    <a:pt x="819" y="3529"/>
                    <a:pt x="819" y="2868"/>
                  </a:cubicBezTo>
                  <a:cubicBezTo>
                    <a:pt x="788" y="2143"/>
                    <a:pt x="1386" y="1607"/>
                    <a:pt x="2048" y="1607"/>
                  </a:cubicBezTo>
                  <a:cubicBezTo>
                    <a:pt x="2709" y="1607"/>
                    <a:pt x="3277" y="2143"/>
                    <a:pt x="3277" y="2868"/>
                  </a:cubicBezTo>
                  <a:cubicBezTo>
                    <a:pt x="3277" y="3088"/>
                    <a:pt x="3466" y="3246"/>
                    <a:pt x="3686" y="3246"/>
                  </a:cubicBezTo>
                  <a:cubicBezTo>
                    <a:pt x="3938" y="3246"/>
                    <a:pt x="4096" y="3057"/>
                    <a:pt x="4096" y="2868"/>
                  </a:cubicBezTo>
                  <a:cubicBezTo>
                    <a:pt x="4096" y="1891"/>
                    <a:pt x="3371" y="1009"/>
                    <a:pt x="2426" y="851"/>
                  </a:cubicBezTo>
                  <a:lnTo>
                    <a:pt x="2426" y="379"/>
                  </a:lnTo>
                  <a:cubicBezTo>
                    <a:pt x="2426" y="158"/>
                    <a:pt x="2237"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456" name="Google Shape;14456;p83"/>
            <p:cNvSpPr/>
            <p:nvPr/>
          </p:nvSpPr>
          <p:spPr>
            <a:xfrm>
              <a:off x="-65131525" y="1914325"/>
              <a:ext cx="316650" cy="316625"/>
            </a:xfrm>
            <a:custGeom>
              <a:avLst/>
              <a:gdLst/>
              <a:ahLst/>
              <a:cxnLst/>
              <a:rect l="l" t="t" r="r" b="b"/>
              <a:pathLst>
                <a:path w="12666" h="12665" extrusionOk="0">
                  <a:moveTo>
                    <a:pt x="6333" y="819"/>
                  </a:moveTo>
                  <a:cubicBezTo>
                    <a:pt x="9357" y="819"/>
                    <a:pt x="11846" y="3308"/>
                    <a:pt x="11846" y="6332"/>
                  </a:cubicBezTo>
                  <a:cubicBezTo>
                    <a:pt x="11846" y="9357"/>
                    <a:pt x="9357" y="11846"/>
                    <a:pt x="6333" y="11846"/>
                  </a:cubicBezTo>
                  <a:cubicBezTo>
                    <a:pt x="3308" y="11846"/>
                    <a:pt x="819" y="9357"/>
                    <a:pt x="819" y="6332"/>
                  </a:cubicBezTo>
                  <a:cubicBezTo>
                    <a:pt x="819" y="3308"/>
                    <a:pt x="3308" y="819"/>
                    <a:pt x="6333" y="819"/>
                  </a:cubicBezTo>
                  <a:close/>
                  <a:moveTo>
                    <a:pt x="6333" y="0"/>
                  </a:moveTo>
                  <a:cubicBezTo>
                    <a:pt x="2836" y="0"/>
                    <a:pt x="0" y="2835"/>
                    <a:pt x="0" y="6332"/>
                  </a:cubicBezTo>
                  <a:cubicBezTo>
                    <a:pt x="0" y="9830"/>
                    <a:pt x="2836" y="12665"/>
                    <a:pt x="6333" y="12665"/>
                  </a:cubicBezTo>
                  <a:cubicBezTo>
                    <a:pt x="9830" y="12665"/>
                    <a:pt x="12665" y="9830"/>
                    <a:pt x="12665" y="6332"/>
                  </a:cubicBezTo>
                  <a:cubicBezTo>
                    <a:pt x="12665" y="2835"/>
                    <a:pt x="9830" y="0"/>
                    <a:pt x="63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457" name="Google Shape;14457;p83"/>
          <p:cNvGrpSpPr/>
          <p:nvPr/>
        </p:nvGrpSpPr>
        <p:grpSpPr>
          <a:xfrm>
            <a:off x="854368" y="1794207"/>
            <a:ext cx="366269" cy="366269"/>
            <a:chOff x="-65131525" y="2281350"/>
            <a:chExt cx="316650" cy="316650"/>
          </a:xfrm>
        </p:grpSpPr>
        <p:sp>
          <p:nvSpPr>
            <p:cNvPr id="14458" name="Google Shape;14458;p83"/>
            <p:cNvSpPr/>
            <p:nvPr/>
          </p:nvSpPr>
          <p:spPr>
            <a:xfrm>
              <a:off x="-65131525" y="2322300"/>
              <a:ext cx="275675" cy="275700"/>
            </a:xfrm>
            <a:custGeom>
              <a:avLst/>
              <a:gdLst/>
              <a:ahLst/>
              <a:cxnLst/>
              <a:rect l="l" t="t" r="r" b="b"/>
              <a:pathLst>
                <a:path w="11027" h="11028" extrusionOk="0">
                  <a:moveTo>
                    <a:pt x="5073" y="820"/>
                  </a:moveTo>
                  <a:lnTo>
                    <a:pt x="5073" y="5514"/>
                  </a:lnTo>
                  <a:cubicBezTo>
                    <a:pt x="5073" y="5766"/>
                    <a:pt x="5262" y="5923"/>
                    <a:pt x="5482" y="5923"/>
                  </a:cubicBezTo>
                  <a:lnTo>
                    <a:pt x="10145" y="5923"/>
                  </a:lnTo>
                  <a:cubicBezTo>
                    <a:pt x="9956" y="8318"/>
                    <a:pt x="7940" y="10208"/>
                    <a:pt x="5482" y="10208"/>
                  </a:cubicBezTo>
                  <a:cubicBezTo>
                    <a:pt x="2867" y="10208"/>
                    <a:pt x="788" y="8129"/>
                    <a:pt x="788" y="5514"/>
                  </a:cubicBezTo>
                  <a:cubicBezTo>
                    <a:pt x="788" y="3088"/>
                    <a:pt x="2678" y="1072"/>
                    <a:pt x="5073" y="820"/>
                  </a:cubicBezTo>
                  <a:close/>
                  <a:moveTo>
                    <a:pt x="5514" y="0"/>
                  </a:moveTo>
                  <a:cubicBezTo>
                    <a:pt x="2458" y="0"/>
                    <a:pt x="0" y="2489"/>
                    <a:pt x="0" y="5514"/>
                  </a:cubicBezTo>
                  <a:cubicBezTo>
                    <a:pt x="0" y="8538"/>
                    <a:pt x="2458" y="11027"/>
                    <a:pt x="5514" y="11027"/>
                  </a:cubicBezTo>
                  <a:cubicBezTo>
                    <a:pt x="8538" y="11027"/>
                    <a:pt x="11027" y="8538"/>
                    <a:pt x="11027" y="5514"/>
                  </a:cubicBezTo>
                  <a:cubicBezTo>
                    <a:pt x="11027" y="5293"/>
                    <a:pt x="10807" y="5104"/>
                    <a:pt x="10618" y="5104"/>
                  </a:cubicBezTo>
                  <a:lnTo>
                    <a:pt x="5923" y="5104"/>
                  </a:lnTo>
                  <a:lnTo>
                    <a:pt x="5923" y="410"/>
                  </a:lnTo>
                  <a:cubicBezTo>
                    <a:pt x="5892" y="158"/>
                    <a:pt x="5734" y="0"/>
                    <a:pt x="55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459" name="Google Shape;14459;p83"/>
            <p:cNvSpPr/>
            <p:nvPr/>
          </p:nvSpPr>
          <p:spPr>
            <a:xfrm>
              <a:off x="-64963775" y="2281350"/>
              <a:ext cx="148900" cy="148875"/>
            </a:xfrm>
            <a:custGeom>
              <a:avLst/>
              <a:gdLst/>
              <a:ahLst/>
              <a:cxnLst/>
              <a:rect l="l" t="t" r="r" b="b"/>
              <a:pathLst>
                <a:path w="5956" h="5955" extrusionOk="0">
                  <a:moveTo>
                    <a:pt x="852" y="819"/>
                  </a:moveTo>
                  <a:cubicBezTo>
                    <a:pt x="3088" y="1008"/>
                    <a:pt x="4884" y="2836"/>
                    <a:pt x="5105" y="5073"/>
                  </a:cubicBezTo>
                  <a:lnTo>
                    <a:pt x="852" y="5073"/>
                  </a:lnTo>
                  <a:lnTo>
                    <a:pt x="852" y="819"/>
                  </a:lnTo>
                  <a:close/>
                  <a:moveTo>
                    <a:pt x="442" y="0"/>
                  </a:moveTo>
                  <a:cubicBezTo>
                    <a:pt x="221" y="0"/>
                    <a:pt x="1" y="189"/>
                    <a:pt x="1" y="441"/>
                  </a:cubicBezTo>
                  <a:lnTo>
                    <a:pt x="1" y="5514"/>
                  </a:lnTo>
                  <a:cubicBezTo>
                    <a:pt x="1" y="5734"/>
                    <a:pt x="221" y="5955"/>
                    <a:pt x="442" y="5955"/>
                  </a:cubicBezTo>
                  <a:lnTo>
                    <a:pt x="5514" y="5955"/>
                  </a:lnTo>
                  <a:cubicBezTo>
                    <a:pt x="5766" y="5955"/>
                    <a:pt x="5955" y="5734"/>
                    <a:pt x="5955" y="5514"/>
                  </a:cubicBezTo>
                  <a:cubicBezTo>
                    <a:pt x="5955" y="2426"/>
                    <a:pt x="3466"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460" name="Google Shape;14460;p83"/>
          <p:cNvGrpSpPr/>
          <p:nvPr/>
        </p:nvGrpSpPr>
        <p:grpSpPr>
          <a:xfrm>
            <a:off x="857564" y="2259206"/>
            <a:ext cx="359878" cy="367165"/>
            <a:chOff x="-65129950" y="2646800"/>
            <a:chExt cx="311125" cy="317425"/>
          </a:xfrm>
        </p:grpSpPr>
        <p:sp>
          <p:nvSpPr>
            <p:cNvPr id="14461" name="Google Shape;14461;p83"/>
            <p:cNvSpPr/>
            <p:nvPr/>
          </p:nvSpPr>
          <p:spPr>
            <a:xfrm>
              <a:off x="-65129950" y="2646800"/>
              <a:ext cx="311125" cy="317425"/>
            </a:xfrm>
            <a:custGeom>
              <a:avLst/>
              <a:gdLst/>
              <a:ahLst/>
              <a:cxnLst/>
              <a:rect l="l" t="t" r="r" b="b"/>
              <a:pathLst>
                <a:path w="12445" h="12697" extrusionOk="0">
                  <a:moveTo>
                    <a:pt x="6648" y="851"/>
                  </a:moveTo>
                  <a:lnTo>
                    <a:pt x="6648" y="1954"/>
                  </a:lnTo>
                  <a:lnTo>
                    <a:pt x="5860" y="1954"/>
                  </a:lnTo>
                  <a:lnTo>
                    <a:pt x="5860" y="851"/>
                  </a:lnTo>
                  <a:close/>
                  <a:moveTo>
                    <a:pt x="1261" y="1954"/>
                  </a:moveTo>
                  <a:cubicBezTo>
                    <a:pt x="1355" y="1954"/>
                    <a:pt x="1450" y="1985"/>
                    <a:pt x="1544" y="2080"/>
                  </a:cubicBezTo>
                  <a:cubicBezTo>
                    <a:pt x="1733" y="2237"/>
                    <a:pt x="1733" y="2521"/>
                    <a:pt x="1576" y="2678"/>
                  </a:cubicBezTo>
                  <a:cubicBezTo>
                    <a:pt x="1497" y="2757"/>
                    <a:pt x="1387" y="2797"/>
                    <a:pt x="1276" y="2797"/>
                  </a:cubicBezTo>
                  <a:cubicBezTo>
                    <a:pt x="1166" y="2797"/>
                    <a:pt x="1056" y="2757"/>
                    <a:pt x="977" y="2678"/>
                  </a:cubicBezTo>
                  <a:cubicBezTo>
                    <a:pt x="819" y="2521"/>
                    <a:pt x="819" y="2237"/>
                    <a:pt x="977" y="2080"/>
                  </a:cubicBezTo>
                  <a:cubicBezTo>
                    <a:pt x="1072" y="1985"/>
                    <a:pt x="1198" y="1954"/>
                    <a:pt x="1261" y="1954"/>
                  </a:cubicBezTo>
                  <a:close/>
                  <a:moveTo>
                    <a:pt x="11216" y="1954"/>
                  </a:moveTo>
                  <a:cubicBezTo>
                    <a:pt x="11468" y="1954"/>
                    <a:pt x="11626" y="2143"/>
                    <a:pt x="11626" y="2395"/>
                  </a:cubicBezTo>
                  <a:cubicBezTo>
                    <a:pt x="11626" y="2615"/>
                    <a:pt x="11437" y="2836"/>
                    <a:pt x="11216" y="2836"/>
                  </a:cubicBezTo>
                  <a:cubicBezTo>
                    <a:pt x="11027" y="2836"/>
                    <a:pt x="10807" y="2615"/>
                    <a:pt x="10807" y="2395"/>
                  </a:cubicBezTo>
                  <a:cubicBezTo>
                    <a:pt x="10807" y="2143"/>
                    <a:pt x="10996" y="1954"/>
                    <a:pt x="11216" y="1954"/>
                  </a:cubicBezTo>
                  <a:close/>
                  <a:moveTo>
                    <a:pt x="6270" y="2773"/>
                  </a:moveTo>
                  <a:cubicBezTo>
                    <a:pt x="8759" y="2773"/>
                    <a:pt x="10807" y="4821"/>
                    <a:pt x="10807" y="7341"/>
                  </a:cubicBezTo>
                  <a:cubicBezTo>
                    <a:pt x="10807" y="9861"/>
                    <a:pt x="8759" y="11909"/>
                    <a:pt x="6270" y="11909"/>
                  </a:cubicBezTo>
                  <a:cubicBezTo>
                    <a:pt x="3781" y="11909"/>
                    <a:pt x="1733" y="9861"/>
                    <a:pt x="1733" y="7341"/>
                  </a:cubicBezTo>
                  <a:cubicBezTo>
                    <a:pt x="1733" y="4821"/>
                    <a:pt x="3781" y="2773"/>
                    <a:pt x="6270" y="2773"/>
                  </a:cubicBezTo>
                  <a:close/>
                  <a:moveTo>
                    <a:pt x="4663" y="0"/>
                  </a:moveTo>
                  <a:cubicBezTo>
                    <a:pt x="4411" y="0"/>
                    <a:pt x="4254" y="189"/>
                    <a:pt x="4254" y="410"/>
                  </a:cubicBezTo>
                  <a:cubicBezTo>
                    <a:pt x="4254" y="662"/>
                    <a:pt x="4474" y="851"/>
                    <a:pt x="4663" y="851"/>
                  </a:cubicBezTo>
                  <a:lnTo>
                    <a:pt x="5104" y="851"/>
                  </a:lnTo>
                  <a:lnTo>
                    <a:pt x="5104" y="2111"/>
                  </a:lnTo>
                  <a:cubicBezTo>
                    <a:pt x="4254" y="2300"/>
                    <a:pt x="3466" y="2710"/>
                    <a:pt x="2836" y="3245"/>
                  </a:cubicBezTo>
                  <a:lnTo>
                    <a:pt x="2489" y="2899"/>
                  </a:lnTo>
                  <a:cubicBezTo>
                    <a:pt x="2741" y="2426"/>
                    <a:pt x="2647" y="1891"/>
                    <a:pt x="2269" y="1481"/>
                  </a:cubicBezTo>
                  <a:cubicBezTo>
                    <a:pt x="2032" y="1245"/>
                    <a:pt x="1717" y="1127"/>
                    <a:pt x="1394" y="1127"/>
                  </a:cubicBezTo>
                  <a:cubicBezTo>
                    <a:pt x="1072" y="1127"/>
                    <a:pt x="741" y="1245"/>
                    <a:pt x="473" y="1481"/>
                  </a:cubicBezTo>
                  <a:cubicBezTo>
                    <a:pt x="0" y="1954"/>
                    <a:pt x="0" y="2741"/>
                    <a:pt x="473" y="3245"/>
                  </a:cubicBezTo>
                  <a:cubicBezTo>
                    <a:pt x="725" y="3498"/>
                    <a:pt x="1040" y="3624"/>
                    <a:pt x="1355" y="3624"/>
                  </a:cubicBezTo>
                  <a:cubicBezTo>
                    <a:pt x="1544" y="3624"/>
                    <a:pt x="1702" y="3561"/>
                    <a:pt x="1891" y="3498"/>
                  </a:cubicBezTo>
                  <a:lnTo>
                    <a:pt x="2269" y="3844"/>
                  </a:lnTo>
                  <a:cubicBezTo>
                    <a:pt x="1481" y="4789"/>
                    <a:pt x="946" y="6018"/>
                    <a:pt x="946" y="7341"/>
                  </a:cubicBezTo>
                  <a:cubicBezTo>
                    <a:pt x="946" y="10303"/>
                    <a:pt x="3371" y="12697"/>
                    <a:pt x="6301" y="12697"/>
                  </a:cubicBezTo>
                  <a:cubicBezTo>
                    <a:pt x="9263" y="12697"/>
                    <a:pt x="11657" y="10303"/>
                    <a:pt x="11657" y="7341"/>
                  </a:cubicBezTo>
                  <a:cubicBezTo>
                    <a:pt x="11657" y="6018"/>
                    <a:pt x="11185" y="4789"/>
                    <a:pt x="10365" y="3844"/>
                  </a:cubicBezTo>
                  <a:lnTo>
                    <a:pt x="10712" y="3498"/>
                  </a:lnTo>
                  <a:cubicBezTo>
                    <a:pt x="10838" y="3561"/>
                    <a:pt x="11027" y="3624"/>
                    <a:pt x="11216" y="3624"/>
                  </a:cubicBezTo>
                  <a:cubicBezTo>
                    <a:pt x="11909" y="3624"/>
                    <a:pt x="12445" y="3056"/>
                    <a:pt x="12445" y="2363"/>
                  </a:cubicBezTo>
                  <a:cubicBezTo>
                    <a:pt x="12445" y="1670"/>
                    <a:pt x="11909" y="1135"/>
                    <a:pt x="11216" y="1135"/>
                  </a:cubicBezTo>
                  <a:cubicBezTo>
                    <a:pt x="10555" y="1135"/>
                    <a:pt x="10019" y="1670"/>
                    <a:pt x="10019" y="2363"/>
                  </a:cubicBezTo>
                  <a:cubicBezTo>
                    <a:pt x="10019" y="2552"/>
                    <a:pt x="10050" y="2710"/>
                    <a:pt x="10113" y="2899"/>
                  </a:cubicBezTo>
                  <a:lnTo>
                    <a:pt x="9767" y="3245"/>
                  </a:lnTo>
                  <a:cubicBezTo>
                    <a:pt x="9137" y="2710"/>
                    <a:pt x="8349" y="2300"/>
                    <a:pt x="7530" y="2111"/>
                  </a:cubicBezTo>
                  <a:lnTo>
                    <a:pt x="7530" y="851"/>
                  </a:lnTo>
                  <a:lnTo>
                    <a:pt x="7971" y="851"/>
                  </a:lnTo>
                  <a:cubicBezTo>
                    <a:pt x="8192" y="851"/>
                    <a:pt x="8349" y="662"/>
                    <a:pt x="8349" y="410"/>
                  </a:cubicBezTo>
                  <a:cubicBezTo>
                    <a:pt x="8349" y="189"/>
                    <a:pt x="8160" y="0"/>
                    <a:pt x="79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462" name="Google Shape;14462;p83"/>
            <p:cNvSpPr/>
            <p:nvPr/>
          </p:nvSpPr>
          <p:spPr>
            <a:xfrm>
              <a:off x="-65066950" y="2738175"/>
              <a:ext cx="187475" cy="185100"/>
            </a:xfrm>
            <a:custGeom>
              <a:avLst/>
              <a:gdLst/>
              <a:ahLst/>
              <a:cxnLst/>
              <a:rect l="l" t="t" r="r" b="b"/>
              <a:pathLst>
                <a:path w="7499" h="7404" extrusionOk="0">
                  <a:moveTo>
                    <a:pt x="3309" y="819"/>
                  </a:moveTo>
                  <a:lnTo>
                    <a:pt x="3309" y="3686"/>
                  </a:lnTo>
                  <a:cubicBezTo>
                    <a:pt x="3309" y="3938"/>
                    <a:pt x="3498" y="4127"/>
                    <a:pt x="3718" y="4127"/>
                  </a:cubicBezTo>
                  <a:lnTo>
                    <a:pt x="6612" y="4127"/>
                  </a:lnTo>
                  <a:cubicBezTo>
                    <a:pt x="6410" y="5529"/>
                    <a:pt x="5188" y="6585"/>
                    <a:pt x="3750" y="6585"/>
                  </a:cubicBezTo>
                  <a:cubicBezTo>
                    <a:pt x="2143" y="6585"/>
                    <a:pt x="820" y="5261"/>
                    <a:pt x="820" y="3686"/>
                  </a:cubicBezTo>
                  <a:cubicBezTo>
                    <a:pt x="820" y="2237"/>
                    <a:pt x="1891" y="1008"/>
                    <a:pt x="3309" y="819"/>
                  </a:cubicBezTo>
                  <a:close/>
                  <a:moveTo>
                    <a:pt x="3750" y="0"/>
                  </a:moveTo>
                  <a:cubicBezTo>
                    <a:pt x="1702" y="0"/>
                    <a:pt x="1" y="1638"/>
                    <a:pt x="1" y="3686"/>
                  </a:cubicBezTo>
                  <a:cubicBezTo>
                    <a:pt x="1" y="5734"/>
                    <a:pt x="1671" y="7404"/>
                    <a:pt x="3750" y="7404"/>
                  </a:cubicBezTo>
                  <a:cubicBezTo>
                    <a:pt x="5798" y="7404"/>
                    <a:pt x="7499" y="5734"/>
                    <a:pt x="7499" y="3686"/>
                  </a:cubicBezTo>
                  <a:cubicBezTo>
                    <a:pt x="7499" y="3466"/>
                    <a:pt x="7278" y="3277"/>
                    <a:pt x="7058" y="3277"/>
                  </a:cubicBezTo>
                  <a:lnTo>
                    <a:pt x="4128" y="3277"/>
                  </a:lnTo>
                  <a:lnTo>
                    <a:pt x="4128" y="378"/>
                  </a:lnTo>
                  <a:cubicBezTo>
                    <a:pt x="4128" y="158"/>
                    <a:pt x="3939" y="0"/>
                    <a:pt x="37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463" name="Google Shape;14463;p83"/>
          <p:cNvGrpSpPr/>
          <p:nvPr/>
        </p:nvGrpSpPr>
        <p:grpSpPr>
          <a:xfrm>
            <a:off x="3060897" y="1312532"/>
            <a:ext cx="368987" cy="369016"/>
            <a:chOff x="-63252250" y="1930850"/>
            <a:chExt cx="319000" cy="319025"/>
          </a:xfrm>
        </p:grpSpPr>
        <p:sp>
          <p:nvSpPr>
            <p:cNvPr id="14464" name="Google Shape;14464;p83"/>
            <p:cNvSpPr/>
            <p:nvPr/>
          </p:nvSpPr>
          <p:spPr>
            <a:xfrm>
              <a:off x="-63252250" y="1930850"/>
              <a:ext cx="319000" cy="319025"/>
            </a:xfrm>
            <a:custGeom>
              <a:avLst/>
              <a:gdLst/>
              <a:ahLst/>
              <a:cxnLst/>
              <a:rect l="l" t="t" r="r" b="b"/>
              <a:pathLst>
                <a:path w="12760" h="12761" extrusionOk="0">
                  <a:moveTo>
                    <a:pt x="7026" y="914"/>
                  </a:moveTo>
                  <a:lnTo>
                    <a:pt x="7026" y="1954"/>
                  </a:lnTo>
                  <a:cubicBezTo>
                    <a:pt x="7026" y="2174"/>
                    <a:pt x="7120" y="2332"/>
                    <a:pt x="7341" y="2363"/>
                  </a:cubicBezTo>
                  <a:cubicBezTo>
                    <a:pt x="7813" y="2489"/>
                    <a:pt x="8286" y="2647"/>
                    <a:pt x="8664" y="2899"/>
                  </a:cubicBezTo>
                  <a:cubicBezTo>
                    <a:pt x="8733" y="2954"/>
                    <a:pt x="8820" y="2979"/>
                    <a:pt x="8905" y="2979"/>
                  </a:cubicBezTo>
                  <a:cubicBezTo>
                    <a:pt x="9012" y="2979"/>
                    <a:pt x="9115" y="2938"/>
                    <a:pt x="9168" y="2868"/>
                  </a:cubicBezTo>
                  <a:lnTo>
                    <a:pt x="9924" y="2111"/>
                  </a:lnTo>
                  <a:lnTo>
                    <a:pt x="10712" y="2899"/>
                  </a:lnTo>
                  <a:lnTo>
                    <a:pt x="9956" y="3655"/>
                  </a:lnTo>
                  <a:cubicBezTo>
                    <a:pt x="9861" y="3781"/>
                    <a:pt x="9798" y="4002"/>
                    <a:pt x="9924" y="4159"/>
                  </a:cubicBezTo>
                  <a:cubicBezTo>
                    <a:pt x="10208" y="4600"/>
                    <a:pt x="10397" y="5041"/>
                    <a:pt x="10460" y="5514"/>
                  </a:cubicBezTo>
                  <a:cubicBezTo>
                    <a:pt x="10523" y="5703"/>
                    <a:pt x="10680" y="5829"/>
                    <a:pt x="10869" y="5829"/>
                  </a:cubicBezTo>
                  <a:lnTo>
                    <a:pt x="11941" y="5829"/>
                  </a:lnTo>
                  <a:lnTo>
                    <a:pt x="11941" y="6932"/>
                  </a:lnTo>
                  <a:lnTo>
                    <a:pt x="10869" y="6932"/>
                  </a:lnTo>
                  <a:cubicBezTo>
                    <a:pt x="10680" y="6932"/>
                    <a:pt x="10523" y="7058"/>
                    <a:pt x="10460" y="7247"/>
                  </a:cubicBezTo>
                  <a:cubicBezTo>
                    <a:pt x="10365" y="7719"/>
                    <a:pt x="10208" y="8192"/>
                    <a:pt x="9924" y="8570"/>
                  </a:cubicBezTo>
                  <a:cubicBezTo>
                    <a:pt x="9798" y="8727"/>
                    <a:pt x="9861" y="8979"/>
                    <a:pt x="9956" y="9105"/>
                  </a:cubicBezTo>
                  <a:lnTo>
                    <a:pt x="10712" y="9830"/>
                  </a:lnTo>
                  <a:lnTo>
                    <a:pt x="9924" y="10618"/>
                  </a:lnTo>
                  <a:lnTo>
                    <a:pt x="9168" y="9893"/>
                  </a:lnTo>
                  <a:cubicBezTo>
                    <a:pt x="9111" y="9817"/>
                    <a:pt x="8996" y="9775"/>
                    <a:pt x="8879" y="9775"/>
                  </a:cubicBezTo>
                  <a:cubicBezTo>
                    <a:pt x="8803" y="9775"/>
                    <a:pt x="8726" y="9793"/>
                    <a:pt x="8664" y="9830"/>
                  </a:cubicBezTo>
                  <a:cubicBezTo>
                    <a:pt x="8223" y="10114"/>
                    <a:pt x="7813" y="10303"/>
                    <a:pt x="7341" y="10397"/>
                  </a:cubicBezTo>
                  <a:cubicBezTo>
                    <a:pt x="7120" y="10429"/>
                    <a:pt x="7026" y="10586"/>
                    <a:pt x="7026" y="10775"/>
                  </a:cubicBezTo>
                  <a:lnTo>
                    <a:pt x="7026" y="11846"/>
                  </a:lnTo>
                  <a:lnTo>
                    <a:pt x="5923" y="11846"/>
                  </a:lnTo>
                  <a:lnTo>
                    <a:pt x="5923" y="10775"/>
                  </a:lnTo>
                  <a:cubicBezTo>
                    <a:pt x="5923" y="10586"/>
                    <a:pt x="5797" y="10429"/>
                    <a:pt x="5577" y="10397"/>
                  </a:cubicBezTo>
                  <a:cubicBezTo>
                    <a:pt x="5135" y="10271"/>
                    <a:pt x="4663" y="10114"/>
                    <a:pt x="4253" y="9830"/>
                  </a:cubicBezTo>
                  <a:cubicBezTo>
                    <a:pt x="4191" y="9793"/>
                    <a:pt x="4119" y="9775"/>
                    <a:pt x="4047" y="9775"/>
                  </a:cubicBezTo>
                  <a:cubicBezTo>
                    <a:pt x="3937" y="9775"/>
                    <a:pt x="3826" y="9817"/>
                    <a:pt x="3749" y="9893"/>
                  </a:cubicBezTo>
                  <a:lnTo>
                    <a:pt x="2993" y="10618"/>
                  </a:lnTo>
                  <a:lnTo>
                    <a:pt x="2206" y="9830"/>
                  </a:lnTo>
                  <a:lnTo>
                    <a:pt x="2962" y="9105"/>
                  </a:lnTo>
                  <a:cubicBezTo>
                    <a:pt x="3088" y="8979"/>
                    <a:pt x="3119" y="8727"/>
                    <a:pt x="2993" y="8570"/>
                  </a:cubicBezTo>
                  <a:cubicBezTo>
                    <a:pt x="2710" y="8160"/>
                    <a:pt x="2521" y="7719"/>
                    <a:pt x="2458" y="7247"/>
                  </a:cubicBezTo>
                  <a:cubicBezTo>
                    <a:pt x="2395" y="7058"/>
                    <a:pt x="2237" y="6932"/>
                    <a:pt x="2048" y="6932"/>
                  </a:cubicBezTo>
                  <a:lnTo>
                    <a:pt x="977" y="6932"/>
                  </a:lnTo>
                  <a:lnTo>
                    <a:pt x="977" y="5829"/>
                  </a:lnTo>
                  <a:lnTo>
                    <a:pt x="2048" y="5829"/>
                  </a:lnTo>
                  <a:cubicBezTo>
                    <a:pt x="2237" y="5829"/>
                    <a:pt x="2395" y="5703"/>
                    <a:pt x="2458" y="5514"/>
                  </a:cubicBezTo>
                  <a:cubicBezTo>
                    <a:pt x="2552" y="5041"/>
                    <a:pt x="2710" y="4569"/>
                    <a:pt x="2993" y="4159"/>
                  </a:cubicBezTo>
                  <a:cubicBezTo>
                    <a:pt x="3119" y="4002"/>
                    <a:pt x="3088" y="3781"/>
                    <a:pt x="2962" y="3655"/>
                  </a:cubicBezTo>
                  <a:lnTo>
                    <a:pt x="2206" y="2899"/>
                  </a:lnTo>
                  <a:lnTo>
                    <a:pt x="2993" y="2111"/>
                  </a:lnTo>
                  <a:lnTo>
                    <a:pt x="3749" y="2868"/>
                  </a:lnTo>
                  <a:cubicBezTo>
                    <a:pt x="3820" y="2938"/>
                    <a:pt x="3921" y="2979"/>
                    <a:pt x="4023" y="2979"/>
                  </a:cubicBezTo>
                  <a:cubicBezTo>
                    <a:pt x="4103" y="2979"/>
                    <a:pt x="4184" y="2954"/>
                    <a:pt x="4253" y="2899"/>
                  </a:cubicBezTo>
                  <a:cubicBezTo>
                    <a:pt x="4694" y="2647"/>
                    <a:pt x="5135" y="2426"/>
                    <a:pt x="5577" y="2363"/>
                  </a:cubicBezTo>
                  <a:cubicBezTo>
                    <a:pt x="5797" y="2332"/>
                    <a:pt x="5923" y="2174"/>
                    <a:pt x="5923" y="1954"/>
                  </a:cubicBezTo>
                  <a:lnTo>
                    <a:pt x="5923" y="914"/>
                  </a:lnTo>
                  <a:close/>
                  <a:moveTo>
                    <a:pt x="5829" y="1"/>
                  </a:moveTo>
                  <a:cubicBezTo>
                    <a:pt x="5356" y="1"/>
                    <a:pt x="5009" y="347"/>
                    <a:pt x="5009" y="820"/>
                  </a:cubicBezTo>
                  <a:lnTo>
                    <a:pt x="5009" y="1576"/>
                  </a:lnTo>
                  <a:cubicBezTo>
                    <a:pt x="4631" y="1702"/>
                    <a:pt x="4285" y="1796"/>
                    <a:pt x="3970" y="2017"/>
                  </a:cubicBezTo>
                  <a:lnTo>
                    <a:pt x="3466" y="1481"/>
                  </a:lnTo>
                  <a:cubicBezTo>
                    <a:pt x="3308" y="1324"/>
                    <a:pt x="3103" y="1245"/>
                    <a:pt x="2891" y="1245"/>
                  </a:cubicBezTo>
                  <a:cubicBezTo>
                    <a:pt x="2678" y="1245"/>
                    <a:pt x="2458" y="1324"/>
                    <a:pt x="2269" y="1481"/>
                  </a:cubicBezTo>
                  <a:lnTo>
                    <a:pt x="1481" y="2269"/>
                  </a:lnTo>
                  <a:cubicBezTo>
                    <a:pt x="1166" y="2584"/>
                    <a:pt x="1166" y="3120"/>
                    <a:pt x="1481" y="3466"/>
                  </a:cubicBezTo>
                  <a:lnTo>
                    <a:pt x="2017" y="3970"/>
                  </a:lnTo>
                  <a:cubicBezTo>
                    <a:pt x="1796" y="4285"/>
                    <a:pt x="1701" y="4632"/>
                    <a:pt x="1575" y="5010"/>
                  </a:cubicBezTo>
                  <a:lnTo>
                    <a:pt x="819" y="5010"/>
                  </a:lnTo>
                  <a:cubicBezTo>
                    <a:pt x="347" y="5010"/>
                    <a:pt x="0" y="5356"/>
                    <a:pt x="0" y="5829"/>
                  </a:cubicBezTo>
                  <a:lnTo>
                    <a:pt x="0" y="6932"/>
                  </a:lnTo>
                  <a:cubicBezTo>
                    <a:pt x="0" y="7404"/>
                    <a:pt x="347" y="7751"/>
                    <a:pt x="819" y="7751"/>
                  </a:cubicBezTo>
                  <a:lnTo>
                    <a:pt x="1575" y="7751"/>
                  </a:lnTo>
                  <a:cubicBezTo>
                    <a:pt x="1701" y="8097"/>
                    <a:pt x="1796" y="8475"/>
                    <a:pt x="2017" y="8759"/>
                  </a:cubicBezTo>
                  <a:lnTo>
                    <a:pt x="1481" y="9295"/>
                  </a:lnTo>
                  <a:cubicBezTo>
                    <a:pt x="1166" y="9610"/>
                    <a:pt x="1166" y="10114"/>
                    <a:pt x="1481" y="10460"/>
                  </a:cubicBezTo>
                  <a:lnTo>
                    <a:pt x="2269" y="11248"/>
                  </a:lnTo>
                  <a:cubicBezTo>
                    <a:pt x="2426" y="11405"/>
                    <a:pt x="2639" y="11484"/>
                    <a:pt x="2855" y="11484"/>
                  </a:cubicBezTo>
                  <a:cubicBezTo>
                    <a:pt x="3072" y="11484"/>
                    <a:pt x="3292" y="11405"/>
                    <a:pt x="3466" y="11248"/>
                  </a:cubicBezTo>
                  <a:lnTo>
                    <a:pt x="3970" y="10744"/>
                  </a:lnTo>
                  <a:cubicBezTo>
                    <a:pt x="4285" y="10933"/>
                    <a:pt x="4631" y="11059"/>
                    <a:pt x="5009" y="11185"/>
                  </a:cubicBezTo>
                  <a:lnTo>
                    <a:pt x="5009" y="11909"/>
                  </a:lnTo>
                  <a:cubicBezTo>
                    <a:pt x="5009" y="12382"/>
                    <a:pt x="5356" y="12760"/>
                    <a:pt x="5829" y="12760"/>
                  </a:cubicBezTo>
                  <a:lnTo>
                    <a:pt x="6931" y="12760"/>
                  </a:lnTo>
                  <a:cubicBezTo>
                    <a:pt x="7404" y="12760"/>
                    <a:pt x="7750" y="12382"/>
                    <a:pt x="7750" y="11909"/>
                  </a:cubicBezTo>
                  <a:lnTo>
                    <a:pt x="7750" y="11185"/>
                  </a:lnTo>
                  <a:cubicBezTo>
                    <a:pt x="8097" y="11059"/>
                    <a:pt x="8475" y="10933"/>
                    <a:pt x="8790" y="10744"/>
                  </a:cubicBezTo>
                  <a:lnTo>
                    <a:pt x="9294" y="11248"/>
                  </a:lnTo>
                  <a:cubicBezTo>
                    <a:pt x="9452" y="11405"/>
                    <a:pt x="9656" y="11484"/>
                    <a:pt x="9865" y="11484"/>
                  </a:cubicBezTo>
                  <a:cubicBezTo>
                    <a:pt x="10074" y="11484"/>
                    <a:pt x="10287" y="11405"/>
                    <a:pt x="10460" y="11248"/>
                  </a:cubicBezTo>
                  <a:lnTo>
                    <a:pt x="11247" y="10460"/>
                  </a:lnTo>
                  <a:cubicBezTo>
                    <a:pt x="11563" y="10145"/>
                    <a:pt x="11563" y="9641"/>
                    <a:pt x="11247" y="9295"/>
                  </a:cubicBezTo>
                  <a:lnTo>
                    <a:pt x="10743" y="8759"/>
                  </a:lnTo>
                  <a:cubicBezTo>
                    <a:pt x="10932" y="8444"/>
                    <a:pt x="11058" y="8097"/>
                    <a:pt x="11184" y="7751"/>
                  </a:cubicBezTo>
                  <a:lnTo>
                    <a:pt x="11941" y="7751"/>
                  </a:lnTo>
                  <a:cubicBezTo>
                    <a:pt x="12413" y="7751"/>
                    <a:pt x="12760" y="7404"/>
                    <a:pt x="12760" y="6932"/>
                  </a:cubicBezTo>
                  <a:lnTo>
                    <a:pt x="12760" y="5829"/>
                  </a:lnTo>
                  <a:cubicBezTo>
                    <a:pt x="12760" y="5356"/>
                    <a:pt x="12350" y="5010"/>
                    <a:pt x="11941" y="5010"/>
                  </a:cubicBezTo>
                  <a:lnTo>
                    <a:pt x="11184" y="5010"/>
                  </a:lnTo>
                  <a:cubicBezTo>
                    <a:pt x="11058" y="4632"/>
                    <a:pt x="10932" y="4285"/>
                    <a:pt x="10743" y="3970"/>
                  </a:cubicBezTo>
                  <a:lnTo>
                    <a:pt x="11247" y="3466"/>
                  </a:lnTo>
                  <a:cubicBezTo>
                    <a:pt x="11563" y="3151"/>
                    <a:pt x="11563" y="2647"/>
                    <a:pt x="11247" y="2269"/>
                  </a:cubicBezTo>
                  <a:lnTo>
                    <a:pt x="10460" y="1481"/>
                  </a:lnTo>
                  <a:cubicBezTo>
                    <a:pt x="10302" y="1324"/>
                    <a:pt x="10098" y="1245"/>
                    <a:pt x="9889" y="1245"/>
                  </a:cubicBezTo>
                  <a:cubicBezTo>
                    <a:pt x="9680" y="1245"/>
                    <a:pt x="9467" y="1324"/>
                    <a:pt x="9294" y="1481"/>
                  </a:cubicBezTo>
                  <a:lnTo>
                    <a:pt x="8790" y="2017"/>
                  </a:lnTo>
                  <a:cubicBezTo>
                    <a:pt x="8475" y="1796"/>
                    <a:pt x="8097" y="1702"/>
                    <a:pt x="7750" y="1576"/>
                  </a:cubicBezTo>
                  <a:lnTo>
                    <a:pt x="7750" y="820"/>
                  </a:lnTo>
                  <a:cubicBezTo>
                    <a:pt x="7750" y="347"/>
                    <a:pt x="7404" y="1"/>
                    <a:pt x="69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465" name="Google Shape;14465;p83"/>
            <p:cNvSpPr/>
            <p:nvPr/>
          </p:nvSpPr>
          <p:spPr>
            <a:xfrm>
              <a:off x="-63160900" y="2021425"/>
              <a:ext cx="137850" cy="137850"/>
            </a:xfrm>
            <a:custGeom>
              <a:avLst/>
              <a:gdLst/>
              <a:ahLst/>
              <a:cxnLst/>
              <a:rect l="l" t="t" r="r" b="b"/>
              <a:pathLst>
                <a:path w="5514" h="5514" extrusionOk="0">
                  <a:moveTo>
                    <a:pt x="2773" y="820"/>
                  </a:moveTo>
                  <a:cubicBezTo>
                    <a:pt x="3813" y="820"/>
                    <a:pt x="4695" y="1702"/>
                    <a:pt x="4695" y="2742"/>
                  </a:cubicBezTo>
                  <a:cubicBezTo>
                    <a:pt x="4695" y="3813"/>
                    <a:pt x="3813" y="4695"/>
                    <a:pt x="2773" y="4695"/>
                  </a:cubicBezTo>
                  <a:cubicBezTo>
                    <a:pt x="1702" y="4695"/>
                    <a:pt x="820" y="3813"/>
                    <a:pt x="820" y="2742"/>
                  </a:cubicBezTo>
                  <a:cubicBezTo>
                    <a:pt x="820" y="1702"/>
                    <a:pt x="1702" y="820"/>
                    <a:pt x="2773" y="820"/>
                  </a:cubicBezTo>
                  <a:close/>
                  <a:moveTo>
                    <a:pt x="2773" y="1"/>
                  </a:moveTo>
                  <a:cubicBezTo>
                    <a:pt x="1229" y="1"/>
                    <a:pt x="1" y="1198"/>
                    <a:pt x="1" y="2742"/>
                  </a:cubicBezTo>
                  <a:cubicBezTo>
                    <a:pt x="1" y="4285"/>
                    <a:pt x="1229" y="5514"/>
                    <a:pt x="2773" y="5514"/>
                  </a:cubicBezTo>
                  <a:cubicBezTo>
                    <a:pt x="4285" y="5514"/>
                    <a:pt x="5514" y="4285"/>
                    <a:pt x="5514" y="2742"/>
                  </a:cubicBezTo>
                  <a:cubicBezTo>
                    <a:pt x="5514" y="1229"/>
                    <a:pt x="4254" y="1"/>
                    <a:pt x="27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4466" name="Google Shape;14466;p83"/>
          <p:cNvSpPr/>
          <p:nvPr/>
        </p:nvSpPr>
        <p:spPr>
          <a:xfrm>
            <a:off x="3052893" y="1793369"/>
            <a:ext cx="372371" cy="367946"/>
          </a:xfrm>
          <a:custGeom>
            <a:avLst/>
            <a:gdLst/>
            <a:ahLst/>
            <a:cxnLst/>
            <a:rect l="l" t="t" r="r" b="b"/>
            <a:pathLst>
              <a:path w="12877" h="12724" extrusionOk="0">
                <a:moveTo>
                  <a:pt x="10492" y="1603"/>
                </a:moveTo>
                <a:lnTo>
                  <a:pt x="10429" y="1855"/>
                </a:lnTo>
                <a:cubicBezTo>
                  <a:pt x="10429" y="1981"/>
                  <a:pt x="10492" y="2138"/>
                  <a:pt x="10555" y="2201"/>
                </a:cubicBezTo>
                <a:cubicBezTo>
                  <a:pt x="10649" y="2296"/>
                  <a:pt x="10807" y="2327"/>
                  <a:pt x="10901" y="2327"/>
                </a:cubicBezTo>
                <a:lnTo>
                  <a:pt x="11153" y="2296"/>
                </a:lnTo>
                <a:lnTo>
                  <a:pt x="10492" y="2957"/>
                </a:lnTo>
                <a:lnTo>
                  <a:pt x="9736" y="3083"/>
                </a:lnTo>
                <a:lnTo>
                  <a:pt x="9799" y="2296"/>
                </a:lnTo>
                <a:lnTo>
                  <a:pt x="10492" y="1603"/>
                </a:lnTo>
                <a:close/>
                <a:moveTo>
                  <a:pt x="6270" y="6108"/>
                </a:moveTo>
                <a:cubicBezTo>
                  <a:pt x="6396" y="6108"/>
                  <a:pt x="6459" y="6139"/>
                  <a:pt x="6554" y="6234"/>
                </a:cubicBezTo>
                <a:cubicBezTo>
                  <a:pt x="6617" y="6265"/>
                  <a:pt x="6648" y="6391"/>
                  <a:pt x="6648" y="6486"/>
                </a:cubicBezTo>
                <a:cubicBezTo>
                  <a:pt x="6648" y="6738"/>
                  <a:pt x="6459" y="6927"/>
                  <a:pt x="6270" y="6927"/>
                </a:cubicBezTo>
                <a:cubicBezTo>
                  <a:pt x="6081" y="6927"/>
                  <a:pt x="5861" y="6738"/>
                  <a:pt x="5861" y="6486"/>
                </a:cubicBezTo>
                <a:cubicBezTo>
                  <a:pt x="5861" y="6265"/>
                  <a:pt x="6081" y="6108"/>
                  <a:pt x="6270" y="6108"/>
                </a:cubicBezTo>
                <a:close/>
                <a:moveTo>
                  <a:pt x="6176" y="4375"/>
                </a:moveTo>
                <a:cubicBezTo>
                  <a:pt x="6617" y="4375"/>
                  <a:pt x="7026" y="4501"/>
                  <a:pt x="7341" y="4722"/>
                </a:cubicBezTo>
                <a:lnTo>
                  <a:pt x="6743" y="5320"/>
                </a:lnTo>
                <a:cubicBezTo>
                  <a:pt x="6617" y="5289"/>
                  <a:pt x="6428" y="5226"/>
                  <a:pt x="6239" y="5226"/>
                </a:cubicBezTo>
                <a:cubicBezTo>
                  <a:pt x="5546" y="5226"/>
                  <a:pt x="5010" y="5793"/>
                  <a:pt x="5010" y="6454"/>
                </a:cubicBezTo>
                <a:cubicBezTo>
                  <a:pt x="5010" y="7116"/>
                  <a:pt x="5546" y="7715"/>
                  <a:pt x="6239" y="7715"/>
                </a:cubicBezTo>
                <a:cubicBezTo>
                  <a:pt x="6900" y="7715"/>
                  <a:pt x="7467" y="7147"/>
                  <a:pt x="7467" y="6454"/>
                </a:cubicBezTo>
                <a:cubicBezTo>
                  <a:pt x="7467" y="6265"/>
                  <a:pt x="7404" y="6108"/>
                  <a:pt x="7341" y="5887"/>
                </a:cubicBezTo>
                <a:lnTo>
                  <a:pt x="7908" y="5320"/>
                </a:lnTo>
                <a:cubicBezTo>
                  <a:pt x="8160" y="5635"/>
                  <a:pt x="8286" y="6013"/>
                  <a:pt x="8286" y="6454"/>
                </a:cubicBezTo>
                <a:cubicBezTo>
                  <a:pt x="8286" y="7588"/>
                  <a:pt x="7341" y="8534"/>
                  <a:pt x="6176" y="8534"/>
                </a:cubicBezTo>
                <a:cubicBezTo>
                  <a:pt x="5041" y="8534"/>
                  <a:pt x="4096" y="7588"/>
                  <a:pt x="4096" y="6454"/>
                </a:cubicBezTo>
                <a:cubicBezTo>
                  <a:pt x="4096" y="5320"/>
                  <a:pt x="5041" y="4375"/>
                  <a:pt x="6176" y="4375"/>
                </a:cubicBezTo>
                <a:close/>
                <a:moveTo>
                  <a:pt x="6239" y="2800"/>
                </a:moveTo>
                <a:cubicBezTo>
                  <a:pt x="7089" y="2800"/>
                  <a:pt x="7908" y="3115"/>
                  <a:pt x="8539" y="3619"/>
                </a:cubicBezTo>
                <a:lnTo>
                  <a:pt x="7971" y="4217"/>
                </a:lnTo>
                <a:cubicBezTo>
                  <a:pt x="7499" y="3839"/>
                  <a:pt x="6869" y="3619"/>
                  <a:pt x="6239" y="3619"/>
                </a:cubicBezTo>
                <a:cubicBezTo>
                  <a:pt x="4600" y="3619"/>
                  <a:pt x="3309" y="4911"/>
                  <a:pt x="3309" y="6486"/>
                </a:cubicBezTo>
                <a:cubicBezTo>
                  <a:pt x="3309" y="8124"/>
                  <a:pt x="4632" y="9416"/>
                  <a:pt x="6239" y="9416"/>
                </a:cubicBezTo>
                <a:cubicBezTo>
                  <a:pt x="7845" y="9416"/>
                  <a:pt x="9137" y="8124"/>
                  <a:pt x="9137" y="6486"/>
                </a:cubicBezTo>
                <a:cubicBezTo>
                  <a:pt x="9137" y="5856"/>
                  <a:pt x="8948" y="5226"/>
                  <a:pt x="8539" y="4753"/>
                </a:cubicBezTo>
                <a:lnTo>
                  <a:pt x="9137" y="4154"/>
                </a:lnTo>
                <a:cubicBezTo>
                  <a:pt x="9641" y="4816"/>
                  <a:pt x="9956" y="5604"/>
                  <a:pt x="9956" y="6486"/>
                </a:cubicBezTo>
                <a:cubicBezTo>
                  <a:pt x="9956" y="8534"/>
                  <a:pt x="8318" y="10235"/>
                  <a:pt x="6239" y="10235"/>
                </a:cubicBezTo>
                <a:cubicBezTo>
                  <a:pt x="4191" y="10235"/>
                  <a:pt x="2490" y="8597"/>
                  <a:pt x="2490" y="6486"/>
                </a:cubicBezTo>
                <a:cubicBezTo>
                  <a:pt x="2490" y="4438"/>
                  <a:pt x="4128" y="2800"/>
                  <a:pt x="6239" y="2800"/>
                </a:cubicBezTo>
                <a:close/>
                <a:moveTo>
                  <a:pt x="6270" y="1130"/>
                </a:moveTo>
                <a:cubicBezTo>
                  <a:pt x="7247" y="1130"/>
                  <a:pt x="8223" y="1414"/>
                  <a:pt x="9074" y="1918"/>
                </a:cubicBezTo>
                <a:cubicBezTo>
                  <a:pt x="9074" y="1949"/>
                  <a:pt x="9011" y="2012"/>
                  <a:pt x="9011" y="2044"/>
                </a:cubicBezTo>
                <a:lnTo>
                  <a:pt x="8917" y="2831"/>
                </a:lnTo>
                <a:cubicBezTo>
                  <a:pt x="8160" y="2296"/>
                  <a:pt x="7247" y="1981"/>
                  <a:pt x="6270" y="1981"/>
                </a:cubicBezTo>
                <a:cubicBezTo>
                  <a:pt x="3750" y="1981"/>
                  <a:pt x="1733" y="4028"/>
                  <a:pt x="1733" y="6486"/>
                </a:cubicBezTo>
                <a:cubicBezTo>
                  <a:pt x="1733" y="9006"/>
                  <a:pt x="3781" y="11054"/>
                  <a:pt x="6270" y="11054"/>
                </a:cubicBezTo>
                <a:cubicBezTo>
                  <a:pt x="8759" y="11054"/>
                  <a:pt x="10807" y="9006"/>
                  <a:pt x="10807" y="6486"/>
                </a:cubicBezTo>
                <a:cubicBezTo>
                  <a:pt x="10807" y="5509"/>
                  <a:pt x="10492" y="4596"/>
                  <a:pt x="9925" y="3871"/>
                </a:cubicBezTo>
                <a:lnTo>
                  <a:pt x="10712" y="3745"/>
                </a:lnTo>
                <a:cubicBezTo>
                  <a:pt x="10744" y="3745"/>
                  <a:pt x="10807" y="3745"/>
                  <a:pt x="10838" y="3713"/>
                </a:cubicBezTo>
                <a:cubicBezTo>
                  <a:pt x="11342" y="4533"/>
                  <a:pt x="11626" y="5478"/>
                  <a:pt x="11626" y="6486"/>
                </a:cubicBezTo>
                <a:cubicBezTo>
                  <a:pt x="11626" y="9447"/>
                  <a:pt x="9232" y="11873"/>
                  <a:pt x="6270" y="11873"/>
                </a:cubicBezTo>
                <a:cubicBezTo>
                  <a:pt x="3309" y="11873"/>
                  <a:pt x="914" y="9479"/>
                  <a:pt x="914" y="6486"/>
                </a:cubicBezTo>
                <a:cubicBezTo>
                  <a:pt x="914" y="3524"/>
                  <a:pt x="3309" y="1130"/>
                  <a:pt x="6270" y="1130"/>
                </a:cubicBezTo>
                <a:close/>
                <a:moveTo>
                  <a:pt x="11030" y="0"/>
                </a:moveTo>
                <a:cubicBezTo>
                  <a:pt x="10930" y="0"/>
                  <a:pt x="10829" y="37"/>
                  <a:pt x="10744" y="122"/>
                </a:cubicBezTo>
                <a:lnTo>
                  <a:pt x="9610" y="1256"/>
                </a:lnTo>
                <a:cubicBezTo>
                  <a:pt x="8602" y="594"/>
                  <a:pt x="7467" y="279"/>
                  <a:pt x="6239" y="279"/>
                </a:cubicBezTo>
                <a:cubicBezTo>
                  <a:pt x="2805" y="279"/>
                  <a:pt x="1" y="3020"/>
                  <a:pt x="1" y="6486"/>
                </a:cubicBezTo>
                <a:cubicBezTo>
                  <a:pt x="1" y="9920"/>
                  <a:pt x="2773" y="12724"/>
                  <a:pt x="6239" y="12724"/>
                </a:cubicBezTo>
                <a:cubicBezTo>
                  <a:pt x="9641" y="12724"/>
                  <a:pt x="12445" y="9951"/>
                  <a:pt x="12445" y="6486"/>
                </a:cubicBezTo>
                <a:cubicBezTo>
                  <a:pt x="12445" y="5289"/>
                  <a:pt x="12099" y="4123"/>
                  <a:pt x="11468" y="3115"/>
                </a:cubicBezTo>
                <a:lnTo>
                  <a:pt x="12603" y="1981"/>
                </a:lnTo>
                <a:cubicBezTo>
                  <a:pt x="12877" y="1706"/>
                  <a:pt x="12650" y="1255"/>
                  <a:pt x="12292" y="1255"/>
                </a:cubicBezTo>
                <a:cubicBezTo>
                  <a:pt x="12280" y="1255"/>
                  <a:pt x="12268" y="1255"/>
                  <a:pt x="12256" y="1256"/>
                </a:cubicBezTo>
                <a:lnTo>
                  <a:pt x="11342" y="1382"/>
                </a:lnTo>
                <a:lnTo>
                  <a:pt x="11468" y="468"/>
                </a:lnTo>
                <a:cubicBezTo>
                  <a:pt x="11491" y="203"/>
                  <a:pt x="11265" y="0"/>
                  <a:pt x="110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4467" name="Google Shape;14467;p83"/>
          <p:cNvGrpSpPr/>
          <p:nvPr/>
        </p:nvGrpSpPr>
        <p:grpSpPr>
          <a:xfrm>
            <a:off x="3061808" y="2258743"/>
            <a:ext cx="367165" cy="368091"/>
            <a:chOff x="-63250675" y="2664125"/>
            <a:chExt cx="317425" cy="318225"/>
          </a:xfrm>
        </p:grpSpPr>
        <p:sp>
          <p:nvSpPr>
            <p:cNvPr id="14468" name="Google Shape;14468;p83"/>
            <p:cNvSpPr/>
            <p:nvPr/>
          </p:nvSpPr>
          <p:spPr>
            <a:xfrm>
              <a:off x="-63250675" y="2664125"/>
              <a:ext cx="317425" cy="318225"/>
            </a:xfrm>
            <a:custGeom>
              <a:avLst/>
              <a:gdLst/>
              <a:ahLst/>
              <a:cxnLst/>
              <a:rect l="l" t="t" r="r" b="b"/>
              <a:pathLst>
                <a:path w="12697" h="12729" extrusionOk="0">
                  <a:moveTo>
                    <a:pt x="6364" y="2521"/>
                  </a:moveTo>
                  <a:cubicBezTo>
                    <a:pt x="8475" y="2521"/>
                    <a:pt x="10208" y="4254"/>
                    <a:pt x="10208" y="6396"/>
                  </a:cubicBezTo>
                  <a:cubicBezTo>
                    <a:pt x="10208" y="8507"/>
                    <a:pt x="8475" y="10240"/>
                    <a:pt x="6364" y="10240"/>
                  </a:cubicBezTo>
                  <a:cubicBezTo>
                    <a:pt x="4222" y="10240"/>
                    <a:pt x="2489" y="8507"/>
                    <a:pt x="2489" y="6396"/>
                  </a:cubicBezTo>
                  <a:cubicBezTo>
                    <a:pt x="2489" y="4254"/>
                    <a:pt x="4222" y="2521"/>
                    <a:pt x="6364" y="2521"/>
                  </a:cubicBezTo>
                  <a:close/>
                  <a:moveTo>
                    <a:pt x="6364" y="1"/>
                  </a:moveTo>
                  <a:cubicBezTo>
                    <a:pt x="6112" y="1"/>
                    <a:pt x="5923" y="190"/>
                    <a:pt x="5923" y="442"/>
                  </a:cubicBezTo>
                  <a:lnTo>
                    <a:pt x="5923" y="1702"/>
                  </a:lnTo>
                  <a:cubicBezTo>
                    <a:pt x="4946" y="1765"/>
                    <a:pt x="4033" y="2174"/>
                    <a:pt x="3308" y="2773"/>
                  </a:cubicBezTo>
                  <a:lnTo>
                    <a:pt x="2426" y="1859"/>
                  </a:lnTo>
                  <a:cubicBezTo>
                    <a:pt x="2347" y="1781"/>
                    <a:pt x="2237" y="1741"/>
                    <a:pt x="2127" y="1741"/>
                  </a:cubicBezTo>
                  <a:cubicBezTo>
                    <a:pt x="2017" y="1741"/>
                    <a:pt x="1906" y="1781"/>
                    <a:pt x="1827" y="1859"/>
                  </a:cubicBezTo>
                  <a:cubicBezTo>
                    <a:pt x="1670" y="2017"/>
                    <a:pt x="1670" y="2300"/>
                    <a:pt x="1827" y="2458"/>
                  </a:cubicBezTo>
                  <a:lnTo>
                    <a:pt x="2741" y="3340"/>
                  </a:lnTo>
                  <a:cubicBezTo>
                    <a:pt x="2143" y="4065"/>
                    <a:pt x="1733" y="4978"/>
                    <a:pt x="1670" y="5955"/>
                  </a:cubicBezTo>
                  <a:lnTo>
                    <a:pt x="410" y="5955"/>
                  </a:lnTo>
                  <a:cubicBezTo>
                    <a:pt x="158" y="5955"/>
                    <a:pt x="0" y="6144"/>
                    <a:pt x="0" y="6333"/>
                  </a:cubicBezTo>
                  <a:cubicBezTo>
                    <a:pt x="0" y="6585"/>
                    <a:pt x="221" y="6774"/>
                    <a:pt x="410" y="6774"/>
                  </a:cubicBezTo>
                  <a:lnTo>
                    <a:pt x="1670" y="6774"/>
                  </a:lnTo>
                  <a:cubicBezTo>
                    <a:pt x="1733" y="7751"/>
                    <a:pt x="2143" y="8664"/>
                    <a:pt x="2741" y="9389"/>
                  </a:cubicBezTo>
                  <a:lnTo>
                    <a:pt x="1827" y="10271"/>
                  </a:lnTo>
                  <a:cubicBezTo>
                    <a:pt x="1670" y="10429"/>
                    <a:pt x="1670" y="10712"/>
                    <a:pt x="1827" y="10870"/>
                  </a:cubicBezTo>
                  <a:cubicBezTo>
                    <a:pt x="1890" y="10964"/>
                    <a:pt x="2017" y="10996"/>
                    <a:pt x="2111" y="10996"/>
                  </a:cubicBezTo>
                  <a:cubicBezTo>
                    <a:pt x="2174" y="10996"/>
                    <a:pt x="2300" y="10964"/>
                    <a:pt x="2363" y="10870"/>
                  </a:cubicBezTo>
                  <a:lnTo>
                    <a:pt x="3277" y="9956"/>
                  </a:lnTo>
                  <a:cubicBezTo>
                    <a:pt x="4001" y="10555"/>
                    <a:pt x="4883" y="10964"/>
                    <a:pt x="5892" y="11027"/>
                  </a:cubicBezTo>
                  <a:lnTo>
                    <a:pt x="5892" y="12287"/>
                  </a:lnTo>
                  <a:cubicBezTo>
                    <a:pt x="5892" y="12508"/>
                    <a:pt x="6081" y="12729"/>
                    <a:pt x="6301" y="12729"/>
                  </a:cubicBezTo>
                  <a:cubicBezTo>
                    <a:pt x="6553" y="12729"/>
                    <a:pt x="6711" y="12508"/>
                    <a:pt x="6711" y="12287"/>
                  </a:cubicBezTo>
                  <a:lnTo>
                    <a:pt x="6711" y="11027"/>
                  </a:lnTo>
                  <a:cubicBezTo>
                    <a:pt x="7687" y="10964"/>
                    <a:pt x="8601" y="10555"/>
                    <a:pt x="9294" y="9956"/>
                  </a:cubicBezTo>
                  <a:lnTo>
                    <a:pt x="10208" y="10870"/>
                  </a:lnTo>
                  <a:cubicBezTo>
                    <a:pt x="10302" y="10964"/>
                    <a:pt x="10397" y="10996"/>
                    <a:pt x="10491" y="10996"/>
                  </a:cubicBezTo>
                  <a:cubicBezTo>
                    <a:pt x="10617" y="10996"/>
                    <a:pt x="10680" y="10964"/>
                    <a:pt x="10775" y="10870"/>
                  </a:cubicBezTo>
                  <a:cubicBezTo>
                    <a:pt x="10932" y="10712"/>
                    <a:pt x="10932" y="10429"/>
                    <a:pt x="10775" y="10271"/>
                  </a:cubicBezTo>
                  <a:lnTo>
                    <a:pt x="9861" y="9389"/>
                  </a:lnTo>
                  <a:cubicBezTo>
                    <a:pt x="10460" y="8664"/>
                    <a:pt x="10838" y="7751"/>
                    <a:pt x="10932" y="6774"/>
                  </a:cubicBezTo>
                  <a:lnTo>
                    <a:pt x="12193" y="6774"/>
                  </a:lnTo>
                  <a:cubicBezTo>
                    <a:pt x="12413" y="6774"/>
                    <a:pt x="12602" y="6585"/>
                    <a:pt x="12602" y="6333"/>
                  </a:cubicBezTo>
                  <a:cubicBezTo>
                    <a:pt x="12697" y="6144"/>
                    <a:pt x="12508" y="5955"/>
                    <a:pt x="12256" y="5955"/>
                  </a:cubicBezTo>
                  <a:lnTo>
                    <a:pt x="10995" y="5955"/>
                  </a:lnTo>
                  <a:cubicBezTo>
                    <a:pt x="10932" y="4978"/>
                    <a:pt x="10523" y="4065"/>
                    <a:pt x="9924" y="3340"/>
                  </a:cubicBezTo>
                  <a:lnTo>
                    <a:pt x="10838" y="2458"/>
                  </a:lnTo>
                  <a:cubicBezTo>
                    <a:pt x="10995" y="2300"/>
                    <a:pt x="10995" y="2017"/>
                    <a:pt x="10838" y="1859"/>
                  </a:cubicBezTo>
                  <a:cubicBezTo>
                    <a:pt x="10759" y="1781"/>
                    <a:pt x="10649" y="1741"/>
                    <a:pt x="10539" y="1741"/>
                  </a:cubicBezTo>
                  <a:cubicBezTo>
                    <a:pt x="10428" y="1741"/>
                    <a:pt x="10318" y="1781"/>
                    <a:pt x="10239" y="1859"/>
                  </a:cubicBezTo>
                  <a:lnTo>
                    <a:pt x="9357" y="2773"/>
                  </a:lnTo>
                  <a:cubicBezTo>
                    <a:pt x="8633" y="2174"/>
                    <a:pt x="7719" y="1765"/>
                    <a:pt x="6742" y="1702"/>
                  </a:cubicBezTo>
                  <a:lnTo>
                    <a:pt x="6742" y="442"/>
                  </a:lnTo>
                  <a:cubicBezTo>
                    <a:pt x="6742" y="190"/>
                    <a:pt x="6553" y="1"/>
                    <a:pt x="63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469" name="Google Shape;14469;p83"/>
            <p:cNvSpPr/>
            <p:nvPr/>
          </p:nvSpPr>
          <p:spPr>
            <a:xfrm>
              <a:off x="-63167975" y="2747625"/>
              <a:ext cx="152025" cy="152025"/>
            </a:xfrm>
            <a:custGeom>
              <a:avLst/>
              <a:gdLst/>
              <a:ahLst/>
              <a:cxnLst/>
              <a:rect l="l" t="t" r="r" b="b"/>
              <a:pathLst>
                <a:path w="6081" h="6081" extrusionOk="0">
                  <a:moveTo>
                    <a:pt x="2615" y="819"/>
                  </a:moveTo>
                  <a:lnTo>
                    <a:pt x="2615" y="1701"/>
                  </a:lnTo>
                  <a:cubicBezTo>
                    <a:pt x="2521" y="1733"/>
                    <a:pt x="2458" y="1733"/>
                    <a:pt x="2363" y="1764"/>
                  </a:cubicBezTo>
                  <a:lnTo>
                    <a:pt x="1796" y="1197"/>
                  </a:lnTo>
                  <a:cubicBezTo>
                    <a:pt x="2017" y="1040"/>
                    <a:pt x="2300" y="914"/>
                    <a:pt x="2615" y="819"/>
                  </a:cubicBezTo>
                  <a:close/>
                  <a:moveTo>
                    <a:pt x="3434" y="882"/>
                  </a:moveTo>
                  <a:cubicBezTo>
                    <a:pt x="3749" y="914"/>
                    <a:pt x="4033" y="1040"/>
                    <a:pt x="4253" y="1229"/>
                  </a:cubicBezTo>
                  <a:lnTo>
                    <a:pt x="3686" y="1827"/>
                  </a:lnTo>
                  <a:cubicBezTo>
                    <a:pt x="3592" y="1796"/>
                    <a:pt x="3529" y="1733"/>
                    <a:pt x="3434" y="1733"/>
                  </a:cubicBezTo>
                  <a:lnTo>
                    <a:pt x="3434" y="882"/>
                  </a:lnTo>
                  <a:close/>
                  <a:moveTo>
                    <a:pt x="1197" y="1796"/>
                  </a:moveTo>
                  <a:lnTo>
                    <a:pt x="1796" y="2363"/>
                  </a:lnTo>
                  <a:cubicBezTo>
                    <a:pt x="1733" y="2457"/>
                    <a:pt x="1701" y="2520"/>
                    <a:pt x="1701" y="2615"/>
                  </a:cubicBezTo>
                  <a:lnTo>
                    <a:pt x="851" y="2615"/>
                  </a:lnTo>
                  <a:cubicBezTo>
                    <a:pt x="914" y="2300"/>
                    <a:pt x="1040" y="2016"/>
                    <a:pt x="1197" y="1796"/>
                  </a:cubicBezTo>
                  <a:close/>
                  <a:moveTo>
                    <a:pt x="4852" y="1796"/>
                  </a:moveTo>
                  <a:cubicBezTo>
                    <a:pt x="5010" y="2016"/>
                    <a:pt x="5136" y="2300"/>
                    <a:pt x="5199" y="2615"/>
                  </a:cubicBezTo>
                  <a:lnTo>
                    <a:pt x="4348" y="2615"/>
                  </a:lnTo>
                  <a:cubicBezTo>
                    <a:pt x="4316" y="2520"/>
                    <a:pt x="4316" y="2457"/>
                    <a:pt x="4253" y="2363"/>
                  </a:cubicBezTo>
                  <a:lnTo>
                    <a:pt x="4852" y="1796"/>
                  </a:lnTo>
                  <a:close/>
                  <a:moveTo>
                    <a:pt x="3056" y="2457"/>
                  </a:moveTo>
                  <a:cubicBezTo>
                    <a:pt x="3214" y="2457"/>
                    <a:pt x="3308" y="2520"/>
                    <a:pt x="3434" y="2615"/>
                  </a:cubicBezTo>
                  <a:cubicBezTo>
                    <a:pt x="3560" y="2741"/>
                    <a:pt x="3592" y="2836"/>
                    <a:pt x="3592" y="2993"/>
                  </a:cubicBezTo>
                  <a:cubicBezTo>
                    <a:pt x="3592" y="3151"/>
                    <a:pt x="3529" y="3308"/>
                    <a:pt x="3434" y="3403"/>
                  </a:cubicBezTo>
                  <a:cubicBezTo>
                    <a:pt x="3308" y="3529"/>
                    <a:pt x="3214" y="3560"/>
                    <a:pt x="3056" y="3560"/>
                  </a:cubicBezTo>
                  <a:cubicBezTo>
                    <a:pt x="2899" y="3560"/>
                    <a:pt x="2773" y="3466"/>
                    <a:pt x="2647" y="3403"/>
                  </a:cubicBezTo>
                  <a:cubicBezTo>
                    <a:pt x="2521" y="3277"/>
                    <a:pt x="2489" y="3151"/>
                    <a:pt x="2489" y="2993"/>
                  </a:cubicBezTo>
                  <a:cubicBezTo>
                    <a:pt x="2489" y="2836"/>
                    <a:pt x="2584" y="2741"/>
                    <a:pt x="2647" y="2615"/>
                  </a:cubicBezTo>
                  <a:cubicBezTo>
                    <a:pt x="2773" y="2489"/>
                    <a:pt x="2899" y="2457"/>
                    <a:pt x="3056" y="2457"/>
                  </a:cubicBezTo>
                  <a:close/>
                  <a:moveTo>
                    <a:pt x="1733" y="3434"/>
                  </a:moveTo>
                  <a:cubicBezTo>
                    <a:pt x="1796" y="3529"/>
                    <a:pt x="1796" y="3592"/>
                    <a:pt x="1828" y="3686"/>
                  </a:cubicBezTo>
                  <a:lnTo>
                    <a:pt x="1229" y="4253"/>
                  </a:lnTo>
                  <a:cubicBezTo>
                    <a:pt x="1040" y="4033"/>
                    <a:pt x="914" y="3749"/>
                    <a:pt x="882" y="3434"/>
                  </a:cubicBezTo>
                  <a:close/>
                  <a:moveTo>
                    <a:pt x="5199" y="3434"/>
                  </a:moveTo>
                  <a:cubicBezTo>
                    <a:pt x="5136" y="3749"/>
                    <a:pt x="5010" y="4033"/>
                    <a:pt x="4852" y="4253"/>
                  </a:cubicBezTo>
                  <a:lnTo>
                    <a:pt x="4253" y="3686"/>
                  </a:lnTo>
                  <a:cubicBezTo>
                    <a:pt x="4316" y="3592"/>
                    <a:pt x="4348" y="3529"/>
                    <a:pt x="4348" y="3434"/>
                  </a:cubicBezTo>
                  <a:close/>
                  <a:moveTo>
                    <a:pt x="2363" y="4253"/>
                  </a:moveTo>
                  <a:cubicBezTo>
                    <a:pt x="2458" y="4316"/>
                    <a:pt x="2521" y="4348"/>
                    <a:pt x="2615" y="4348"/>
                  </a:cubicBezTo>
                  <a:lnTo>
                    <a:pt x="2615" y="5198"/>
                  </a:lnTo>
                  <a:cubicBezTo>
                    <a:pt x="2300" y="5167"/>
                    <a:pt x="2017" y="5041"/>
                    <a:pt x="1796" y="4852"/>
                  </a:cubicBezTo>
                  <a:lnTo>
                    <a:pt x="2363" y="4253"/>
                  </a:lnTo>
                  <a:close/>
                  <a:moveTo>
                    <a:pt x="3686" y="4253"/>
                  </a:moveTo>
                  <a:lnTo>
                    <a:pt x="4253" y="4852"/>
                  </a:lnTo>
                  <a:cubicBezTo>
                    <a:pt x="4033" y="5009"/>
                    <a:pt x="3749" y="5135"/>
                    <a:pt x="3434" y="5198"/>
                  </a:cubicBezTo>
                  <a:lnTo>
                    <a:pt x="3434" y="4348"/>
                  </a:lnTo>
                  <a:cubicBezTo>
                    <a:pt x="3529" y="4316"/>
                    <a:pt x="3592" y="4316"/>
                    <a:pt x="3686" y="4253"/>
                  </a:cubicBezTo>
                  <a:close/>
                  <a:moveTo>
                    <a:pt x="3056" y="0"/>
                  </a:moveTo>
                  <a:cubicBezTo>
                    <a:pt x="1355" y="0"/>
                    <a:pt x="0" y="1386"/>
                    <a:pt x="0" y="3056"/>
                  </a:cubicBezTo>
                  <a:cubicBezTo>
                    <a:pt x="0" y="3875"/>
                    <a:pt x="315" y="4631"/>
                    <a:pt x="882" y="5167"/>
                  </a:cubicBezTo>
                  <a:cubicBezTo>
                    <a:pt x="1229" y="5608"/>
                    <a:pt x="2111" y="6081"/>
                    <a:pt x="3056" y="6081"/>
                  </a:cubicBezTo>
                  <a:cubicBezTo>
                    <a:pt x="4694" y="6081"/>
                    <a:pt x="6081" y="4726"/>
                    <a:pt x="6081" y="3056"/>
                  </a:cubicBezTo>
                  <a:cubicBezTo>
                    <a:pt x="6081" y="1355"/>
                    <a:pt x="4694" y="0"/>
                    <a:pt x="3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470" name="Google Shape;14470;p83"/>
          <p:cNvGrpSpPr/>
          <p:nvPr/>
        </p:nvGrpSpPr>
        <p:grpSpPr>
          <a:xfrm>
            <a:off x="1738471" y="2735150"/>
            <a:ext cx="363522" cy="361266"/>
            <a:chOff x="-61354075" y="1940500"/>
            <a:chExt cx="314275" cy="312325"/>
          </a:xfrm>
        </p:grpSpPr>
        <p:sp>
          <p:nvSpPr>
            <p:cNvPr id="14471" name="Google Shape;14471;p83"/>
            <p:cNvSpPr/>
            <p:nvPr/>
          </p:nvSpPr>
          <p:spPr>
            <a:xfrm>
              <a:off x="-61354075" y="1940500"/>
              <a:ext cx="314275" cy="312325"/>
            </a:xfrm>
            <a:custGeom>
              <a:avLst/>
              <a:gdLst/>
              <a:ahLst/>
              <a:cxnLst/>
              <a:rect l="l" t="t" r="r" b="b"/>
              <a:pathLst>
                <a:path w="12571" h="12493" extrusionOk="0">
                  <a:moveTo>
                    <a:pt x="6270" y="1001"/>
                  </a:moveTo>
                  <a:lnTo>
                    <a:pt x="7687" y="2419"/>
                  </a:lnTo>
                  <a:cubicBezTo>
                    <a:pt x="7750" y="2482"/>
                    <a:pt x="7876" y="2513"/>
                    <a:pt x="7971" y="2513"/>
                  </a:cubicBezTo>
                  <a:lnTo>
                    <a:pt x="9956" y="2513"/>
                  </a:lnTo>
                  <a:lnTo>
                    <a:pt x="9956" y="4529"/>
                  </a:lnTo>
                  <a:cubicBezTo>
                    <a:pt x="9956" y="4655"/>
                    <a:pt x="10019" y="4718"/>
                    <a:pt x="10082" y="4813"/>
                  </a:cubicBezTo>
                  <a:lnTo>
                    <a:pt x="11499" y="6231"/>
                  </a:lnTo>
                  <a:lnTo>
                    <a:pt x="10082" y="7648"/>
                  </a:lnTo>
                  <a:cubicBezTo>
                    <a:pt x="10019" y="7711"/>
                    <a:pt x="9956" y="7837"/>
                    <a:pt x="9956" y="7900"/>
                  </a:cubicBezTo>
                  <a:lnTo>
                    <a:pt x="9956" y="9917"/>
                  </a:lnTo>
                  <a:lnTo>
                    <a:pt x="7971" y="9917"/>
                  </a:lnTo>
                  <a:cubicBezTo>
                    <a:pt x="7845" y="9917"/>
                    <a:pt x="7750" y="9948"/>
                    <a:pt x="7687" y="10043"/>
                  </a:cubicBezTo>
                  <a:lnTo>
                    <a:pt x="6270" y="11460"/>
                  </a:lnTo>
                  <a:lnTo>
                    <a:pt x="4852" y="10043"/>
                  </a:lnTo>
                  <a:cubicBezTo>
                    <a:pt x="4757" y="9948"/>
                    <a:pt x="4631" y="9917"/>
                    <a:pt x="4568" y="9917"/>
                  </a:cubicBezTo>
                  <a:lnTo>
                    <a:pt x="2552" y="9917"/>
                  </a:lnTo>
                  <a:lnTo>
                    <a:pt x="2552" y="7900"/>
                  </a:lnTo>
                  <a:cubicBezTo>
                    <a:pt x="2552" y="7806"/>
                    <a:pt x="2521" y="7711"/>
                    <a:pt x="2426" y="7648"/>
                  </a:cubicBezTo>
                  <a:lnTo>
                    <a:pt x="1008" y="6231"/>
                  </a:lnTo>
                  <a:lnTo>
                    <a:pt x="2426" y="4813"/>
                  </a:lnTo>
                  <a:cubicBezTo>
                    <a:pt x="2521" y="4718"/>
                    <a:pt x="2552" y="4624"/>
                    <a:pt x="2552" y="4529"/>
                  </a:cubicBezTo>
                  <a:lnTo>
                    <a:pt x="2552" y="2513"/>
                  </a:lnTo>
                  <a:lnTo>
                    <a:pt x="4568" y="2513"/>
                  </a:lnTo>
                  <a:cubicBezTo>
                    <a:pt x="4694" y="2513"/>
                    <a:pt x="4757" y="2482"/>
                    <a:pt x="4852" y="2419"/>
                  </a:cubicBezTo>
                  <a:lnTo>
                    <a:pt x="6270" y="1001"/>
                  </a:lnTo>
                  <a:close/>
                  <a:moveTo>
                    <a:pt x="6285" y="1"/>
                  </a:moveTo>
                  <a:cubicBezTo>
                    <a:pt x="6175" y="1"/>
                    <a:pt x="6065" y="40"/>
                    <a:pt x="5986" y="119"/>
                  </a:cubicBezTo>
                  <a:lnTo>
                    <a:pt x="4411" y="1694"/>
                  </a:lnTo>
                  <a:lnTo>
                    <a:pt x="2174" y="1694"/>
                  </a:lnTo>
                  <a:cubicBezTo>
                    <a:pt x="1922" y="1694"/>
                    <a:pt x="1733" y="1883"/>
                    <a:pt x="1733" y="2135"/>
                  </a:cubicBezTo>
                  <a:lnTo>
                    <a:pt x="1733" y="4372"/>
                  </a:lnTo>
                  <a:lnTo>
                    <a:pt x="158" y="5947"/>
                  </a:lnTo>
                  <a:cubicBezTo>
                    <a:pt x="0" y="6105"/>
                    <a:pt x="0" y="6388"/>
                    <a:pt x="158" y="6546"/>
                  </a:cubicBezTo>
                  <a:lnTo>
                    <a:pt x="1733" y="8121"/>
                  </a:lnTo>
                  <a:lnTo>
                    <a:pt x="1733" y="10358"/>
                  </a:lnTo>
                  <a:cubicBezTo>
                    <a:pt x="1733" y="10578"/>
                    <a:pt x="1922" y="10736"/>
                    <a:pt x="2174" y="10736"/>
                  </a:cubicBezTo>
                  <a:lnTo>
                    <a:pt x="4411" y="10736"/>
                  </a:lnTo>
                  <a:lnTo>
                    <a:pt x="5986" y="12374"/>
                  </a:lnTo>
                  <a:cubicBezTo>
                    <a:pt x="6065" y="12453"/>
                    <a:pt x="6175" y="12492"/>
                    <a:pt x="6285" y="12492"/>
                  </a:cubicBezTo>
                  <a:cubicBezTo>
                    <a:pt x="6396" y="12492"/>
                    <a:pt x="6506" y="12453"/>
                    <a:pt x="6585" y="12374"/>
                  </a:cubicBezTo>
                  <a:lnTo>
                    <a:pt x="8160" y="10736"/>
                  </a:lnTo>
                  <a:lnTo>
                    <a:pt x="10397" y="10736"/>
                  </a:lnTo>
                  <a:cubicBezTo>
                    <a:pt x="10617" y="10736"/>
                    <a:pt x="10775" y="10547"/>
                    <a:pt x="10775" y="10358"/>
                  </a:cubicBezTo>
                  <a:lnTo>
                    <a:pt x="10775" y="8121"/>
                  </a:lnTo>
                  <a:lnTo>
                    <a:pt x="12413" y="6546"/>
                  </a:lnTo>
                  <a:cubicBezTo>
                    <a:pt x="12571" y="6388"/>
                    <a:pt x="12571" y="6105"/>
                    <a:pt x="12413" y="5947"/>
                  </a:cubicBezTo>
                  <a:lnTo>
                    <a:pt x="10775" y="4372"/>
                  </a:lnTo>
                  <a:lnTo>
                    <a:pt x="10775" y="2135"/>
                  </a:lnTo>
                  <a:cubicBezTo>
                    <a:pt x="10775" y="1883"/>
                    <a:pt x="10586" y="1694"/>
                    <a:pt x="10397" y="1694"/>
                  </a:cubicBezTo>
                  <a:lnTo>
                    <a:pt x="8160" y="1694"/>
                  </a:lnTo>
                  <a:lnTo>
                    <a:pt x="6585" y="119"/>
                  </a:lnTo>
                  <a:cubicBezTo>
                    <a:pt x="6506" y="40"/>
                    <a:pt x="6396" y="1"/>
                    <a:pt x="62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472" name="Google Shape;14472;p83"/>
            <p:cNvSpPr/>
            <p:nvPr/>
          </p:nvSpPr>
          <p:spPr>
            <a:xfrm>
              <a:off x="-61268225" y="2024575"/>
              <a:ext cx="60650" cy="61475"/>
            </a:xfrm>
            <a:custGeom>
              <a:avLst/>
              <a:gdLst/>
              <a:ahLst/>
              <a:cxnLst/>
              <a:rect l="l" t="t" r="r" b="b"/>
              <a:pathLst>
                <a:path w="2426" h="2459" extrusionOk="0">
                  <a:moveTo>
                    <a:pt x="1197" y="820"/>
                  </a:moveTo>
                  <a:cubicBezTo>
                    <a:pt x="1449" y="820"/>
                    <a:pt x="1607" y="1009"/>
                    <a:pt x="1607" y="1261"/>
                  </a:cubicBezTo>
                  <a:cubicBezTo>
                    <a:pt x="1607" y="1481"/>
                    <a:pt x="1418" y="1639"/>
                    <a:pt x="1197" y="1639"/>
                  </a:cubicBezTo>
                  <a:cubicBezTo>
                    <a:pt x="1008" y="1639"/>
                    <a:pt x="819" y="1450"/>
                    <a:pt x="819" y="1261"/>
                  </a:cubicBezTo>
                  <a:cubicBezTo>
                    <a:pt x="788" y="977"/>
                    <a:pt x="977" y="820"/>
                    <a:pt x="1197" y="820"/>
                  </a:cubicBezTo>
                  <a:close/>
                  <a:moveTo>
                    <a:pt x="1197" y="1"/>
                  </a:moveTo>
                  <a:cubicBezTo>
                    <a:pt x="536" y="1"/>
                    <a:pt x="0" y="536"/>
                    <a:pt x="0" y="1261"/>
                  </a:cubicBezTo>
                  <a:cubicBezTo>
                    <a:pt x="0" y="1954"/>
                    <a:pt x="504" y="2458"/>
                    <a:pt x="1197" y="2458"/>
                  </a:cubicBezTo>
                  <a:cubicBezTo>
                    <a:pt x="1890" y="2458"/>
                    <a:pt x="2426" y="1922"/>
                    <a:pt x="2426" y="1261"/>
                  </a:cubicBezTo>
                  <a:cubicBezTo>
                    <a:pt x="2426" y="568"/>
                    <a:pt x="1890" y="1"/>
                    <a:pt x="11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473" name="Google Shape;14473;p83"/>
            <p:cNvSpPr/>
            <p:nvPr/>
          </p:nvSpPr>
          <p:spPr>
            <a:xfrm>
              <a:off x="-61187100" y="2107275"/>
              <a:ext cx="61450" cy="61475"/>
            </a:xfrm>
            <a:custGeom>
              <a:avLst/>
              <a:gdLst/>
              <a:ahLst/>
              <a:cxnLst/>
              <a:rect l="l" t="t" r="r" b="b"/>
              <a:pathLst>
                <a:path w="2458" h="2459" extrusionOk="0">
                  <a:moveTo>
                    <a:pt x="1229" y="788"/>
                  </a:moveTo>
                  <a:cubicBezTo>
                    <a:pt x="1512" y="820"/>
                    <a:pt x="1670" y="977"/>
                    <a:pt x="1670" y="1198"/>
                  </a:cubicBezTo>
                  <a:cubicBezTo>
                    <a:pt x="1670" y="1450"/>
                    <a:pt x="1481" y="1639"/>
                    <a:pt x="1229" y="1639"/>
                  </a:cubicBezTo>
                  <a:cubicBezTo>
                    <a:pt x="1008" y="1639"/>
                    <a:pt x="851" y="1450"/>
                    <a:pt x="851" y="1198"/>
                  </a:cubicBezTo>
                  <a:cubicBezTo>
                    <a:pt x="851" y="977"/>
                    <a:pt x="1040" y="788"/>
                    <a:pt x="1229" y="788"/>
                  </a:cubicBezTo>
                  <a:close/>
                  <a:moveTo>
                    <a:pt x="1229" y="1"/>
                  </a:moveTo>
                  <a:cubicBezTo>
                    <a:pt x="567" y="1"/>
                    <a:pt x="0" y="536"/>
                    <a:pt x="0" y="1198"/>
                  </a:cubicBezTo>
                  <a:cubicBezTo>
                    <a:pt x="0" y="1891"/>
                    <a:pt x="567" y="2458"/>
                    <a:pt x="1229" y="2458"/>
                  </a:cubicBezTo>
                  <a:cubicBezTo>
                    <a:pt x="1922" y="2458"/>
                    <a:pt x="2458" y="1922"/>
                    <a:pt x="2458" y="1198"/>
                  </a:cubicBezTo>
                  <a:cubicBezTo>
                    <a:pt x="2458" y="536"/>
                    <a:pt x="1922"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474" name="Google Shape;14474;p83"/>
            <p:cNvSpPr/>
            <p:nvPr/>
          </p:nvSpPr>
          <p:spPr>
            <a:xfrm>
              <a:off x="-61250125" y="2044475"/>
              <a:ext cx="105575" cy="103600"/>
            </a:xfrm>
            <a:custGeom>
              <a:avLst/>
              <a:gdLst/>
              <a:ahLst/>
              <a:cxnLst/>
              <a:rect l="l" t="t" r="r" b="b"/>
              <a:pathLst>
                <a:path w="4223" h="4144" extrusionOk="0">
                  <a:moveTo>
                    <a:pt x="3766" y="0"/>
                  </a:moveTo>
                  <a:cubicBezTo>
                    <a:pt x="3655" y="0"/>
                    <a:pt x="3545" y="40"/>
                    <a:pt x="3466" y="118"/>
                  </a:cubicBezTo>
                  <a:lnTo>
                    <a:pt x="158" y="3426"/>
                  </a:lnTo>
                  <a:cubicBezTo>
                    <a:pt x="1" y="3615"/>
                    <a:pt x="1" y="3836"/>
                    <a:pt x="158" y="4025"/>
                  </a:cubicBezTo>
                  <a:cubicBezTo>
                    <a:pt x="237" y="4104"/>
                    <a:pt x="347" y="4143"/>
                    <a:pt x="458" y="4143"/>
                  </a:cubicBezTo>
                  <a:cubicBezTo>
                    <a:pt x="568" y="4143"/>
                    <a:pt x="678" y="4104"/>
                    <a:pt x="757" y="4025"/>
                  </a:cubicBezTo>
                  <a:lnTo>
                    <a:pt x="4065" y="717"/>
                  </a:lnTo>
                  <a:cubicBezTo>
                    <a:pt x="4222" y="559"/>
                    <a:pt x="4222" y="276"/>
                    <a:pt x="4065" y="118"/>
                  </a:cubicBezTo>
                  <a:cubicBezTo>
                    <a:pt x="3986" y="40"/>
                    <a:pt x="3876" y="0"/>
                    <a:pt x="37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475" name="Google Shape;14475;p83"/>
          <p:cNvGrpSpPr/>
          <p:nvPr/>
        </p:nvGrpSpPr>
        <p:grpSpPr>
          <a:xfrm>
            <a:off x="1737098" y="3183702"/>
            <a:ext cx="366269" cy="336195"/>
            <a:chOff x="-61354875" y="2322300"/>
            <a:chExt cx="316650" cy="290650"/>
          </a:xfrm>
        </p:grpSpPr>
        <p:sp>
          <p:nvSpPr>
            <p:cNvPr id="14476" name="Google Shape;14476;p83"/>
            <p:cNvSpPr/>
            <p:nvPr/>
          </p:nvSpPr>
          <p:spPr>
            <a:xfrm>
              <a:off x="-61354875" y="2322300"/>
              <a:ext cx="316650" cy="290650"/>
            </a:xfrm>
            <a:custGeom>
              <a:avLst/>
              <a:gdLst/>
              <a:ahLst/>
              <a:cxnLst/>
              <a:rect l="l" t="t" r="r" b="b"/>
              <a:pathLst>
                <a:path w="12666" h="11626" extrusionOk="0">
                  <a:moveTo>
                    <a:pt x="11405" y="788"/>
                  </a:moveTo>
                  <a:cubicBezTo>
                    <a:pt x="11657" y="788"/>
                    <a:pt x="11847" y="1009"/>
                    <a:pt x="11847" y="1229"/>
                  </a:cubicBezTo>
                  <a:lnTo>
                    <a:pt x="11847" y="10334"/>
                  </a:lnTo>
                  <a:cubicBezTo>
                    <a:pt x="11847" y="10555"/>
                    <a:pt x="11657" y="10775"/>
                    <a:pt x="11405" y="10775"/>
                  </a:cubicBezTo>
                  <a:lnTo>
                    <a:pt x="1198" y="10775"/>
                  </a:lnTo>
                  <a:cubicBezTo>
                    <a:pt x="977" y="10775"/>
                    <a:pt x="820" y="10555"/>
                    <a:pt x="820" y="10334"/>
                  </a:cubicBezTo>
                  <a:lnTo>
                    <a:pt x="820" y="1229"/>
                  </a:lnTo>
                  <a:cubicBezTo>
                    <a:pt x="820" y="1009"/>
                    <a:pt x="1009" y="788"/>
                    <a:pt x="1198" y="788"/>
                  </a:cubicBezTo>
                  <a:close/>
                  <a:moveTo>
                    <a:pt x="1198" y="0"/>
                  </a:moveTo>
                  <a:cubicBezTo>
                    <a:pt x="536" y="0"/>
                    <a:pt x="1" y="568"/>
                    <a:pt x="1" y="1261"/>
                  </a:cubicBezTo>
                  <a:lnTo>
                    <a:pt x="1" y="10366"/>
                  </a:lnTo>
                  <a:cubicBezTo>
                    <a:pt x="1" y="11027"/>
                    <a:pt x="536" y="11626"/>
                    <a:pt x="1198" y="11626"/>
                  </a:cubicBezTo>
                  <a:lnTo>
                    <a:pt x="11405" y="11626"/>
                  </a:lnTo>
                  <a:cubicBezTo>
                    <a:pt x="12067" y="11626"/>
                    <a:pt x="12666" y="11059"/>
                    <a:pt x="12666" y="10366"/>
                  </a:cubicBezTo>
                  <a:lnTo>
                    <a:pt x="12666" y="1261"/>
                  </a:lnTo>
                  <a:cubicBezTo>
                    <a:pt x="12666" y="568"/>
                    <a:pt x="12130" y="0"/>
                    <a:pt x="114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477" name="Google Shape;14477;p83"/>
            <p:cNvSpPr/>
            <p:nvPr/>
          </p:nvSpPr>
          <p:spPr>
            <a:xfrm>
              <a:off x="-61313925" y="2364050"/>
              <a:ext cx="234750" cy="206375"/>
            </a:xfrm>
            <a:custGeom>
              <a:avLst/>
              <a:gdLst/>
              <a:ahLst/>
              <a:cxnLst/>
              <a:rect l="l" t="t" r="r" b="b"/>
              <a:pathLst>
                <a:path w="9390" h="8255" extrusionOk="0">
                  <a:moveTo>
                    <a:pt x="8539" y="819"/>
                  </a:moveTo>
                  <a:lnTo>
                    <a:pt x="8539" y="7435"/>
                  </a:lnTo>
                  <a:lnTo>
                    <a:pt x="820" y="7435"/>
                  </a:lnTo>
                  <a:lnTo>
                    <a:pt x="820" y="6207"/>
                  </a:lnTo>
                  <a:lnTo>
                    <a:pt x="1671" y="6207"/>
                  </a:lnTo>
                  <a:cubicBezTo>
                    <a:pt x="1891" y="6207"/>
                    <a:pt x="2080" y="6018"/>
                    <a:pt x="2080" y="5797"/>
                  </a:cubicBezTo>
                  <a:cubicBezTo>
                    <a:pt x="2080" y="5545"/>
                    <a:pt x="1891" y="5356"/>
                    <a:pt x="1671" y="5356"/>
                  </a:cubicBezTo>
                  <a:lnTo>
                    <a:pt x="820" y="5356"/>
                  </a:lnTo>
                  <a:lnTo>
                    <a:pt x="820" y="2867"/>
                  </a:lnTo>
                  <a:lnTo>
                    <a:pt x="1671" y="2867"/>
                  </a:lnTo>
                  <a:cubicBezTo>
                    <a:pt x="1891" y="2867"/>
                    <a:pt x="2080" y="2678"/>
                    <a:pt x="2080" y="2426"/>
                  </a:cubicBezTo>
                  <a:cubicBezTo>
                    <a:pt x="2080" y="2206"/>
                    <a:pt x="1891" y="2048"/>
                    <a:pt x="1671" y="2048"/>
                  </a:cubicBezTo>
                  <a:lnTo>
                    <a:pt x="820" y="2048"/>
                  </a:lnTo>
                  <a:lnTo>
                    <a:pt x="820" y="819"/>
                  </a:lnTo>
                  <a:close/>
                  <a:moveTo>
                    <a:pt x="410" y="0"/>
                  </a:moveTo>
                  <a:cubicBezTo>
                    <a:pt x="158" y="0"/>
                    <a:pt x="1" y="189"/>
                    <a:pt x="1" y="378"/>
                  </a:cubicBezTo>
                  <a:lnTo>
                    <a:pt x="1" y="7845"/>
                  </a:lnTo>
                  <a:cubicBezTo>
                    <a:pt x="1" y="8065"/>
                    <a:pt x="190" y="8255"/>
                    <a:pt x="410" y="8255"/>
                  </a:cubicBezTo>
                  <a:lnTo>
                    <a:pt x="8948" y="8255"/>
                  </a:lnTo>
                  <a:cubicBezTo>
                    <a:pt x="9169" y="8255"/>
                    <a:pt x="9326" y="8065"/>
                    <a:pt x="9326" y="7845"/>
                  </a:cubicBezTo>
                  <a:lnTo>
                    <a:pt x="9326" y="378"/>
                  </a:lnTo>
                  <a:cubicBezTo>
                    <a:pt x="9389" y="158"/>
                    <a:pt x="9169" y="0"/>
                    <a:pt x="89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478" name="Google Shape;14478;p83"/>
            <p:cNvSpPr/>
            <p:nvPr/>
          </p:nvSpPr>
          <p:spPr>
            <a:xfrm>
              <a:off x="-61234375" y="2416225"/>
              <a:ext cx="104775" cy="102225"/>
            </a:xfrm>
            <a:custGeom>
              <a:avLst/>
              <a:gdLst/>
              <a:ahLst/>
              <a:cxnLst/>
              <a:rect l="l" t="t" r="r" b="b"/>
              <a:pathLst>
                <a:path w="4191" h="4089" extrusionOk="0">
                  <a:moveTo>
                    <a:pt x="2175" y="1221"/>
                  </a:moveTo>
                  <a:cubicBezTo>
                    <a:pt x="2647" y="1221"/>
                    <a:pt x="2994" y="1568"/>
                    <a:pt x="2994" y="2040"/>
                  </a:cubicBezTo>
                  <a:cubicBezTo>
                    <a:pt x="2994" y="2513"/>
                    <a:pt x="2647" y="2859"/>
                    <a:pt x="2175" y="2859"/>
                  </a:cubicBezTo>
                  <a:cubicBezTo>
                    <a:pt x="1702" y="2859"/>
                    <a:pt x="1356" y="2513"/>
                    <a:pt x="1356" y="2040"/>
                  </a:cubicBezTo>
                  <a:cubicBezTo>
                    <a:pt x="1356" y="1568"/>
                    <a:pt x="1702" y="1221"/>
                    <a:pt x="2175" y="1221"/>
                  </a:cubicBezTo>
                  <a:close/>
                  <a:moveTo>
                    <a:pt x="458" y="0"/>
                  </a:moveTo>
                  <a:cubicBezTo>
                    <a:pt x="347" y="0"/>
                    <a:pt x="237" y="40"/>
                    <a:pt x="158" y="119"/>
                  </a:cubicBezTo>
                  <a:cubicBezTo>
                    <a:pt x="1" y="276"/>
                    <a:pt x="1" y="560"/>
                    <a:pt x="158" y="717"/>
                  </a:cubicBezTo>
                  <a:lnTo>
                    <a:pt x="694" y="1221"/>
                  </a:lnTo>
                  <a:cubicBezTo>
                    <a:pt x="536" y="1442"/>
                    <a:pt x="442" y="1757"/>
                    <a:pt x="442" y="2040"/>
                  </a:cubicBezTo>
                  <a:cubicBezTo>
                    <a:pt x="442" y="2324"/>
                    <a:pt x="536" y="2639"/>
                    <a:pt x="694" y="2859"/>
                  </a:cubicBezTo>
                  <a:lnTo>
                    <a:pt x="158" y="3395"/>
                  </a:lnTo>
                  <a:cubicBezTo>
                    <a:pt x="95" y="3553"/>
                    <a:pt x="95" y="3805"/>
                    <a:pt x="253" y="3962"/>
                  </a:cubicBezTo>
                  <a:cubicBezTo>
                    <a:pt x="316" y="4057"/>
                    <a:pt x="442" y="4088"/>
                    <a:pt x="536" y="4088"/>
                  </a:cubicBezTo>
                  <a:cubicBezTo>
                    <a:pt x="631" y="4088"/>
                    <a:pt x="726" y="4057"/>
                    <a:pt x="789" y="3962"/>
                  </a:cubicBezTo>
                  <a:lnTo>
                    <a:pt x="1324" y="3458"/>
                  </a:lnTo>
                  <a:cubicBezTo>
                    <a:pt x="1545" y="3616"/>
                    <a:pt x="1860" y="3710"/>
                    <a:pt x="2143" y="3710"/>
                  </a:cubicBezTo>
                  <a:cubicBezTo>
                    <a:pt x="2427" y="3710"/>
                    <a:pt x="2742" y="3616"/>
                    <a:pt x="2962" y="3458"/>
                  </a:cubicBezTo>
                  <a:lnTo>
                    <a:pt x="3498" y="3962"/>
                  </a:lnTo>
                  <a:cubicBezTo>
                    <a:pt x="3561" y="4057"/>
                    <a:pt x="3687" y="4088"/>
                    <a:pt x="3750" y="4088"/>
                  </a:cubicBezTo>
                  <a:cubicBezTo>
                    <a:pt x="3876" y="4088"/>
                    <a:pt x="3971" y="4057"/>
                    <a:pt x="4034" y="3962"/>
                  </a:cubicBezTo>
                  <a:cubicBezTo>
                    <a:pt x="4191" y="3805"/>
                    <a:pt x="4191" y="3553"/>
                    <a:pt x="4034" y="3395"/>
                  </a:cubicBezTo>
                  <a:lnTo>
                    <a:pt x="3529" y="2859"/>
                  </a:lnTo>
                  <a:cubicBezTo>
                    <a:pt x="3687" y="2639"/>
                    <a:pt x="3750" y="2324"/>
                    <a:pt x="3750" y="2040"/>
                  </a:cubicBezTo>
                  <a:cubicBezTo>
                    <a:pt x="3750" y="1757"/>
                    <a:pt x="3687" y="1442"/>
                    <a:pt x="3529" y="1221"/>
                  </a:cubicBezTo>
                  <a:lnTo>
                    <a:pt x="4034" y="717"/>
                  </a:lnTo>
                  <a:cubicBezTo>
                    <a:pt x="4191" y="560"/>
                    <a:pt x="4191" y="276"/>
                    <a:pt x="4034" y="119"/>
                  </a:cubicBezTo>
                  <a:cubicBezTo>
                    <a:pt x="3955" y="40"/>
                    <a:pt x="3845" y="0"/>
                    <a:pt x="3734" y="0"/>
                  </a:cubicBezTo>
                  <a:cubicBezTo>
                    <a:pt x="3624" y="0"/>
                    <a:pt x="3514" y="40"/>
                    <a:pt x="3435" y="119"/>
                  </a:cubicBezTo>
                  <a:lnTo>
                    <a:pt x="2931" y="623"/>
                  </a:lnTo>
                  <a:cubicBezTo>
                    <a:pt x="2679" y="465"/>
                    <a:pt x="2395" y="402"/>
                    <a:pt x="2112" y="402"/>
                  </a:cubicBezTo>
                  <a:cubicBezTo>
                    <a:pt x="1828" y="402"/>
                    <a:pt x="1513" y="465"/>
                    <a:pt x="1261" y="623"/>
                  </a:cubicBezTo>
                  <a:lnTo>
                    <a:pt x="757" y="119"/>
                  </a:lnTo>
                  <a:cubicBezTo>
                    <a:pt x="678" y="40"/>
                    <a:pt x="568" y="0"/>
                    <a:pt x="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479" name="Google Shape;14479;p83"/>
          <p:cNvGrpSpPr/>
          <p:nvPr/>
        </p:nvGrpSpPr>
        <p:grpSpPr>
          <a:xfrm>
            <a:off x="1737098" y="3611266"/>
            <a:ext cx="366269" cy="366269"/>
            <a:chOff x="-61354875" y="2671225"/>
            <a:chExt cx="316650" cy="316650"/>
          </a:xfrm>
        </p:grpSpPr>
        <p:sp>
          <p:nvSpPr>
            <p:cNvPr id="14480" name="Google Shape;14480;p83"/>
            <p:cNvSpPr/>
            <p:nvPr/>
          </p:nvSpPr>
          <p:spPr>
            <a:xfrm>
              <a:off x="-61354875" y="2671225"/>
              <a:ext cx="316650" cy="316650"/>
            </a:xfrm>
            <a:custGeom>
              <a:avLst/>
              <a:gdLst/>
              <a:ahLst/>
              <a:cxnLst/>
              <a:rect l="l" t="t" r="r" b="b"/>
              <a:pathLst>
                <a:path w="12666" h="12666" extrusionOk="0">
                  <a:moveTo>
                    <a:pt x="11405" y="1701"/>
                  </a:moveTo>
                  <a:cubicBezTo>
                    <a:pt x="11657" y="1701"/>
                    <a:pt x="11847" y="1890"/>
                    <a:pt x="11847" y="2111"/>
                  </a:cubicBezTo>
                  <a:lnTo>
                    <a:pt x="11847" y="3340"/>
                  </a:lnTo>
                  <a:lnTo>
                    <a:pt x="820" y="3340"/>
                  </a:lnTo>
                  <a:lnTo>
                    <a:pt x="820" y="2111"/>
                  </a:lnTo>
                  <a:cubicBezTo>
                    <a:pt x="820" y="1890"/>
                    <a:pt x="1009" y="1701"/>
                    <a:pt x="1198" y="1701"/>
                  </a:cubicBezTo>
                  <a:lnTo>
                    <a:pt x="1639" y="1701"/>
                  </a:lnTo>
                  <a:lnTo>
                    <a:pt x="1639" y="2111"/>
                  </a:lnTo>
                  <a:cubicBezTo>
                    <a:pt x="1639" y="2363"/>
                    <a:pt x="1828" y="2552"/>
                    <a:pt x="2048" y="2552"/>
                  </a:cubicBezTo>
                  <a:cubicBezTo>
                    <a:pt x="2237" y="2552"/>
                    <a:pt x="2427" y="2363"/>
                    <a:pt x="2427" y="2111"/>
                  </a:cubicBezTo>
                  <a:lnTo>
                    <a:pt x="2427" y="1701"/>
                  </a:lnTo>
                  <a:lnTo>
                    <a:pt x="5892" y="1701"/>
                  </a:lnTo>
                  <a:lnTo>
                    <a:pt x="5892" y="2111"/>
                  </a:lnTo>
                  <a:cubicBezTo>
                    <a:pt x="5892" y="2363"/>
                    <a:pt x="6081" y="2552"/>
                    <a:pt x="6333" y="2552"/>
                  </a:cubicBezTo>
                  <a:cubicBezTo>
                    <a:pt x="6585" y="2552"/>
                    <a:pt x="6743" y="2363"/>
                    <a:pt x="6743" y="2111"/>
                  </a:cubicBezTo>
                  <a:lnTo>
                    <a:pt x="6743" y="1701"/>
                  </a:lnTo>
                  <a:lnTo>
                    <a:pt x="10208" y="1701"/>
                  </a:lnTo>
                  <a:lnTo>
                    <a:pt x="10208" y="2111"/>
                  </a:lnTo>
                  <a:cubicBezTo>
                    <a:pt x="10208" y="2363"/>
                    <a:pt x="10397" y="2552"/>
                    <a:pt x="10618" y="2552"/>
                  </a:cubicBezTo>
                  <a:cubicBezTo>
                    <a:pt x="10870" y="2552"/>
                    <a:pt x="11027" y="2363"/>
                    <a:pt x="11027" y="2111"/>
                  </a:cubicBezTo>
                  <a:lnTo>
                    <a:pt x="11027" y="1701"/>
                  </a:lnTo>
                  <a:close/>
                  <a:moveTo>
                    <a:pt x="11878" y="4159"/>
                  </a:moveTo>
                  <a:lnTo>
                    <a:pt x="11878" y="6112"/>
                  </a:lnTo>
                  <a:lnTo>
                    <a:pt x="11847" y="6112"/>
                  </a:lnTo>
                  <a:cubicBezTo>
                    <a:pt x="11090" y="5072"/>
                    <a:pt x="9862" y="4442"/>
                    <a:pt x="8538" y="4442"/>
                  </a:cubicBezTo>
                  <a:cubicBezTo>
                    <a:pt x="6239" y="4442"/>
                    <a:pt x="4411" y="6301"/>
                    <a:pt x="4411" y="8569"/>
                  </a:cubicBezTo>
                  <a:cubicBezTo>
                    <a:pt x="4411" y="9168"/>
                    <a:pt x="4506" y="9735"/>
                    <a:pt x="4758" y="10239"/>
                  </a:cubicBezTo>
                  <a:lnTo>
                    <a:pt x="1261" y="10239"/>
                  </a:lnTo>
                  <a:cubicBezTo>
                    <a:pt x="1009" y="10239"/>
                    <a:pt x="851" y="10050"/>
                    <a:pt x="851" y="9830"/>
                  </a:cubicBezTo>
                  <a:lnTo>
                    <a:pt x="851" y="4159"/>
                  </a:lnTo>
                  <a:close/>
                  <a:moveTo>
                    <a:pt x="8538" y="5261"/>
                  </a:moveTo>
                  <a:cubicBezTo>
                    <a:pt x="10334" y="5261"/>
                    <a:pt x="11847" y="6774"/>
                    <a:pt x="11847" y="8569"/>
                  </a:cubicBezTo>
                  <a:cubicBezTo>
                    <a:pt x="11847" y="10397"/>
                    <a:pt x="10334" y="11877"/>
                    <a:pt x="8538" y="11877"/>
                  </a:cubicBezTo>
                  <a:cubicBezTo>
                    <a:pt x="6711" y="11877"/>
                    <a:pt x="5230" y="10397"/>
                    <a:pt x="5230" y="8569"/>
                  </a:cubicBezTo>
                  <a:cubicBezTo>
                    <a:pt x="5230" y="6774"/>
                    <a:pt x="6743" y="5261"/>
                    <a:pt x="8538" y="5261"/>
                  </a:cubicBezTo>
                  <a:close/>
                  <a:moveTo>
                    <a:pt x="2048" y="0"/>
                  </a:moveTo>
                  <a:cubicBezTo>
                    <a:pt x="1828" y="0"/>
                    <a:pt x="1639" y="189"/>
                    <a:pt x="1639" y="441"/>
                  </a:cubicBezTo>
                  <a:lnTo>
                    <a:pt x="1639" y="851"/>
                  </a:lnTo>
                  <a:lnTo>
                    <a:pt x="1198" y="851"/>
                  </a:lnTo>
                  <a:cubicBezTo>
                    <a:pt x="536" y="851"/>
                    <a:pt x="1" y="1418"/>
                    <a:pt x="1" y="2079"/>
                  </a:cubicBezTo>
                  <a:lnTo>
                    <a:pt x="1" y="9798"/>
                  </a:lnTo>
                  <a:cubicBezTo>
                    <a:pt x="1" y="10460"/>
                    <a:pt x="536" y="11027"/>
                    <a:pt x="1198" y="11027"/>
                  </a:cubicBezTo>
                  <a:lnTo>
                    <a:pt x="5230" y="11027"/>
                  </a:lnTo>
                  <a:cubicBezTo>
                    <a:pt x="5987" y="12003"/>
                    <a:pt x="7184" y="12665"/>
                    <a:pt x="8538" y="12665"/>
                  </a:cubicBezTo>
                  <a:cubicBezTo>
                    <a:pt x="10807" y="12665"/>
                    <a:pt x="12666" y="10838"/>
                    <a:pt x="12666" y="8538"/>
                  </a:cubicBezTo>
                  <a:lnTo>
                    <a:pt x="12666" y="2079"/>
                  </a:lnTo>
                  <a:cubicBezTo>
                    <a:pt x="12666" y="1418"/>
                    <a:pt x="12130" y="851"/>
                    <a:pt x="11405" y="851"/>
                  </a:cubicBezTo>
                  <a:lnTo>
                    <a:pt x="11027" y="851"/>
                  </a:lnTo>
                  <a:lnTo>
                    <a:pt x="11027" y="441"/>
                  </a:lnTo>
                  <a:cubicBezTo>
                    <a:pt x="11027" y="189"/>
                    <a:pt x="10807" y="0"/>
                    <a:pt x="10618" y="0"/>
                  </a:cubicBezTo>
                  <a:cubicBezTo>
                    <a:pt x="10397" y="0"/>
                    <a:pt x="10177" y="189"/>
                    <a:pt x="10177" y="441"/>
                  </a:cubicBezTo>
                  <a:lnTo>
                    <a:pt x="10177" y="851"/>
                  </a:lnTo>
                  <a:lnTo>
                    <a:pt x="6711" y="851"/>
                  </a:lnTo>
                  <a:lnTo>
                    <a:pt x="6711" y="441"/>
                  </a:lnTo>
                  <a:cubicBezTo>
                    <a:pt x="6711" y="189"/>
                    <a:pt x="6522" y="0"/>
                    <a:pt x="6333" y="0"/>
                  </a:cubicBezTo>
                  <a:cubicBezTo>
                    <a:pt x="6081" y="0"/>
                    <a:pt x="5892" y="189"/>
                    <a:pt x="5892" y="441"/>
                  </a:cubicBezTo>
                  <a:lnTo>
                    <a:pt x="5892" y="851"/>
                  </a:lnTo>
                  <a:lnTo>
                    <a:pt x="2427" y="851"/>
                  </a:lnTo>
                  <a:lnTo>
                    <a:pt x="2427" y="441"/>
                  </a:lnTo>
                  <a:cubicBezTo>
                    <a:pt x="2427" y="189"/>
                    <a:pt x="2237" y="0"/>
                    <a:pt x="20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481" name="Google Shape;14481;p83"/>
            <p:cNvSpPr/>
            <p:nvPr/>
          </p:nvSpPr>
          <p:spPr>
            <a:xfrm>
              <a:off x="-61172925" y="2813775"/>
              <a:ext cx="62225" cy="145725"/>
            </a:xfrm>
            <a:custGeom>
              <a:avLst/>
              <a:gdLst/>
              <a:ahLst/>
              <a:cxnLst/>
              <a:rect l="l" t="t" r="r" b="b"/>
              <a:pathLst>
                <a:path w="2489" h="5829" extrusionOk="0">
                  <a:moveTo>
                    <a:pt x="1260" y="0"/>
                  </a:moveTo>
                  <a:cubicBezTo>
                    <a:pt x="1008" y="0"/>
                    <a:pt x="819" y="190"/>
                    <a:pt x="819" y="410"/>
                  </a:cubicBezTo>
                  <a:lnTo>
                    <a:pt x="819" y="662"/>
                  </a:lnTo>
                  <a:cubicBezTo>
                    <a:pt x="347" y="820"/>
                    <a:pt x="0" y="1292"/>
                    <a:pt x="0" y="1859"/>
                  </a:cubicBezTo>
                  <a:cubicBezTo>
                    <a:pt x="0" y="2521"/>
                    <a:pt x="536" y="2899"/>
                    <a:pt x="977" y="3245"/>
                  </a:cubicBezTo>
                  <a:cubicBezTo>
                    <a:pt x="1292" y="3466"/>
                    <a:pt x="1639" y="3687"/>
                    <a:pt x="1639" y="3939"/>
                  </a:cubicBezTo>
                  <a:cubicBezTo>
                    <a:pt x="1639" y="4191"/>
                    <a:pt x="1450" y="4380"/>
                    <a:pt x="1260" y="4380"/>
                  </a:cubicBezTo>
                  <a:cubicBezTo>
                    <a:pt x="1008" y="4380"/>
                    <a:pt x="819" y="4191"/>
                    <a:pt x="819" y="3939"/>
                  </a:cubicBezTo>
                  <a:cubicBezTo>
                    <a:pt x="819" y="3718"/>
                    <a:pt x="630" y="3498"/>
                    <a:pt x="441" y="3498"/>
                  </a:cubicBezTo>
                  <a:cubicBezTo>
                    <a:pt x="189" y="3498"/>
                    <a:pt x="0" y="3718"/>
                    <a:pt x="0" y="3939"/>
                  </a:cubicBezTo>
                  <a:cubicBezTo>
                    <a:pt x="0" y="4506"/>
                    <a:pt x="347" y="4915"/>
                    <a:pt x="819" y="5136"/>
                  </a:cubicBezTo>
                  <a:lnTo>
                    <a:pt x="819" y="5388"/>
                  </a:lnTo>
                  <a:cubicBezTo>
                    <a:pt x="819" y="5640"/>
                    <a:pt x="1008" y="5829"/>
                    <a:pt x="1260" y="5829"/>
                  </a:cubicBezTo>
                  <a:cubicBezTo>
                    <a:pt x="1481" y="5829"/>
                    <a:pt x="1639" y="5640"/>
                    <a:pt x="1639" y="5388"/>
                  </a:cubicBezTo>
                  <a:lnTo>
                    <a:pt x="1639" y="5136"/>
                  </a:lnTo>
                  <a:cubicBezTo>
                    <a:pt x="2111" y="4978"/>
                    <a:pt x="2489" y="4506"/>
                    <a:pt x="2489" y="3939"/>
                  </a:cubicBezTo>
                  <a:cubicBezTo>
                    <a:pt x="2489" y="3277"/>
                    <a:pt x="1922" y="2867"/>
                    <a:pt x="1481" y="2552"/>
                  </a:cubicBezTo>
                  <a:cubicBezTo>
                    <a:pt x="1166" y="2332"/>
                    <a:pt x="819" y="2080"/>
                    <a:pt x="819" y="1859"/>
                  </a:cubicBezTo>
                  <a:cubicBezTo>
                    <a:pt x="819" y="1607"/>
                    <a:pt x="1008" y="1418"/>
                    <a:pt x="1260" y="1418"/>
                  </a:cubicBezTo>
                  <a:cubicBezTo>
                    <a:pt x="1513" y="1418"/>
                    <a:pt x="1639" y="1607"/>
                    <a:pt x="1639" y="1859"/>
                  </a:cubicBezTo>
                  <a:cubicBezTo>
                    <a:pt x="1639" y="2080"/>
                    <a:pt x="1859" y="2269"/>
                    <a:pt x="2048" y="2269"/>
                  </a:cubicBezTo>
                  <a:cubicBezTo>
                    <a:pt x="2300" y="2269"/>
                    <a:pt x="2489" y="2080"/>
                    <a:pt x="2489" y="1859"/>
                  </a:cubicBezTo>
                  <a:cubicBezTo>
                    <a:pt x="2489" y="1292"/>
                    <a:pt x="2143" y="883"/>
                    <a:pt x="1639" y="662"/>
                  </a:cubicBezTo>
                  <a:lnTo>
                    <a:pt x="1639" y="410"/>
                  </a:lnTo>
                  <a:cubicBezTo>
                    <a:pt x="1639" y="158"/>
                    <a:pt x="1450" y="0"/>
                    <a:pt x="12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482" name="Google Shape;14482;p83"/>
            <p:cNvSpPr/>
            <p:nvPr/>
          </p:nvSpPr>
          <p:spPr>
            <a:xfrm>
              <a:off x="-61313925" y="2796450"/>
              <a:ext cx="40975" cy="20500"/>
            </a:xfrm>
            <a:custGeom>
              <a:avLst/>
              <a:gdLst/>
              <a:ahLst/>
              <a:cxnLst/>
              <a:rect l="l" t="t" r="r" b="b"/>
              <a:pathLst>
                <a:path w="1639" h="820" extrusionOk="0">
                  <a:moveTo>
                    <a:pt x="410" y="0"/>
                  </a:moveTo>
                  <a:cubicBezTo>
                    <a:pt x="158" y="0"/>
                    <a:pt x="1" y="189"/>
                    <a:pt x="1" y="378"/>
                  </a:cubicBezTo>
                  <a:cubicBezTo>
                    <a:pt x="1" y="630"/>
                    <a:pt x="158" y="820"/>
                    <a:pt x="410" y="820"/>
                  </a:cubicBezTo>
                  <a:lnTo>
                    <a:pt x="1230" y="820"/>
                  </a:lnTo>
                  <a:cubicBezTo>
                    <a:pt x="1482" y="820"/>
                    <a:pt x="1639" y="630"/>
                    <a:pt x="1639" y="378"/>
                  </a:cubicBezTo>
                  <a:cubicBezTo>
                    <a:pt x="1639" y="158"/>
                    <a:pt x="1419" y="0"/>
                    <a:pt x="12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483" name="Google Shape;14483;p83"/>
            <p:cNvSpPr/>
            <p:nvPr/>
          </p:nvSpPr>
          <p:spPr>
            <a:xfrm>
              <a:off x="-61313925" y="2837400"/>
              <a:ext cx="40975" cy="20500"/>
            </a:xfrm>
            <a:custGeom>
              <a:avLst/>
              <a:gdLst/>
              <a:ahLst/>
              <a:cxnLst/>
              <a:rect l="l" t="t" r="r" b="b"/>
              <a:pathLst>
                <a:path w="1639" h="820" extrusionOk="0">
                  <a:moveTo>
                    <a:pt x="410" y="1"/>
                  </a:moveTo>
                  <a:cubicBezTo>
                    <a:pt x="158" y="1"/>
                    <a:pt x="1" y="190"/>
                    <a:pt x="1" y="442"/>
                  </a:cubicBezTo>
                  <a:cubicBezTo>
                    <a:pt x="1" y="631"/>
                    <a:pt x="158" y="820"/>
                    <a:pt x="410" y="820"/>
                  </a:cubicBezTo>
                  <a:lnTo>
                    <a:pt x="1230" y="820"/>
                  </a:lnTo>
                  <a:cubicBezTo>
                    <a:pt x="1482" y="820"/>
                    <a:pt x="1639" y="631"/>
                    <a:pt x="1639" y="442"/>
                  </a:cubicBezTo>
                  <a:cubicBezTo>
                    <a:pt x="1639" y="190"/>
                    <a:pt x="1419" y="1"/>
                    <a:pt x="12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484" name="Google Shape;14484;p83"/>
            <p:cNvSpPr/>
            <p:nvPr/>
          </p:nvSpPr>
          <p:spPr>
            <a:xfrm>
              <a:off x="-61313925" y="2877575"/>
              <a:ext cx="40975" cy="22075"/>
            </a:xfrm>
            <a:custGeom>
              <a:avLst/>
              <a:gdLst/>
              <a:ahLst/>
              <a:cxnLst/>
              <a:rect l="l" t="t" r="r" b="b"/>
              <a:pathLst>
                <a:path w="1639" h="883" extrusionOk="0">
                  <a:moveTo>
                    <a:pt x="410" y="0"/>
                  </a:moveTo>
                  <a:cubicBezTo>
                    <a:pt x="158" y="0"/>
                    <a:pt x="1" y="221"/>
                    <a:pt x="1" y="441"/>
                  </a:cubicBezTo>
                  <a:cubicBezTo>
                    <a:pt x="1" y="693"/>
                    <a:pt x="158" y="883"/>
                    <a:pt x="410" y="883"/>
                  </a:cubicBezTo>
                  <a:lnTo>
                    <a:pt x="1230" y="883"/>
                  </a:lnTo>
                  <a:cubicBezTo>
                    <a:pt x="1482" y="883"/>
                    <a:pt x="1639" y="693"/>
                    <a:pt x="1639" y="441"/>
                  </a:cubicBezTo>
                  <a:cubicBezTo>
                    <a:pt x="1639" y="221"/>
                    <a:pt x="1419" y="0"/>
                    <a:pt x="12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485" name="Google Shape;14485;p83"/>
          <p:cNvGrpSpPr/>
          <p:nvPr/>
        </p:nvGrpSpPr>
        <p:grpSpPr>
          <a:xfrm>
            <a:off x="3952502" y="2731001"/>
            <a:ext cx="368987" cy="369566"/>
            <a:chOff x="-59502375" y="1904375"/>
            <a:chExt cx="319000" cy="319500"/>
          </a:xfrm>
        </p:grpSpPr>
        <p:sp>
          <p:nvSpPr>
            <p:cNvPr id="14486" name="Google Shape;14486;p83"/>
            <p:cNvSpPr/>
            <p:nvPr/>
          </p:nvSpPr>
          <p:spPr>
            <a:xfrm>
              <a:off x="-59455125" y="2097050"/>
              <a:ext cx="227650" cy="62225"/>
            </a:xfrm>
            <a:custGeom>
              <a:avLst/>
              <a:gdLst/>
              <a:ahLst/>
              <a:cxnLst/>
              <a:rect l="l" t="t" r="r" b="b"/>
              <a:pathLst>
                <a:path w="9106" h="2489" extrusionOk="0">
                  <a:moveTo>
                    <a:pt x="1670" y="819"/>
                  </a:moveTo>
                  <a:lnTo>
                    <a:pt x="1670" y="1670"/>
                  </a:lnTo>
                  <a:lnTo>
                    <a:pt x="820" y="1670"/>
                  </a:lnTo>
                  <a:lnTo>
                    <a:pt x="820" y="819"/>
                  </a:lnTo>
                  <a:close/>
                  <a:moveTo>
                    <a:pt x="3309" y="819"/>
                  </a:moveTo>
                  <a:lnTo>
                    <a:pt x="3309" y="1670"/>
                  </a:lnTo>
                  <a:lnTo>
                    <a:pt x="2489" y="1670"/>
                  </a:lnTo>
                  <a:lnTo>
                    <a:pt x="2489" y="819"/>
                  </a:lnTo>
                  <a:close/>
                  <a:moveTo>
                    <a:pt x="4978" y="819"/>
                  </a:moveTo>
                  <a:lnTo>
                    <a:pt x="4978" y="1670"/>
                  </a:lnTo>
                  <a:lnTo>
                    <a:pt x="4128" y="1670"/>
                  </a:lnTo>
                  <a:lnTo>
                    <a:pt x="4128" y="819"/>
                  </a:lnTo>
                  <a:close/>
                  <a:moveTo>
                    <a:pt x="6617" y="819"/>
                  </a:moveTo>
                  <a:lnTo>
                    <a:pt x="6617" y="1670"/>
                  </a:lnTo>
                  <a:lnTo>
                    <a:pt x="5798" y="1670"/>
                  </a:lnTo>
                  <a:lnTo>
                    <a:pt x="5798" y="819"/>
                  </a:lnTo>
                  <a:close/>
                  <a:moveTo>
                    <a:pt x="8286" y="819"/>
                  </a:moveTo>
                  <a:lnTo>
                    <a:pt x="8286" y="1670"/>
                  </a:lnTo>
                  <a:lnTo>
                    <a:pt x="7436" y="1670"/>
                  </a:lnTo>
                  <a:lnTo>
                    <a:pt x="7436" y="819"/>
                  </a:lnTo>
                  <a:close/>
                  <a:moveTo>
                    <a:pt x="410" y="0"/>
                  </a:moveTo>
                  <a:cubicBezTo>
                    <a:pt x="158" y="0"/>
                    <a:pt x="1" y="189"/>
                    <a:pt x="1" y="410"/>
                  </a:cubicBezTo>
                  <a:lnTo>
                    <a:pt x="1" y="2048"/>
                  </a:lnTo>
                  <a:cubicBezTo>
                    <a:pt x="1" y="2300"/>
                    <a:pt x="190" y="2489"/>
                    <a:pt x="410" y="2489"/>
                  </a:cubicBezTo>
                  <a:lnTo>
                    <a:pt x="8664" y="2489"/>
                  </a:lnTo>
                  <a:cubicBezTo>
                    <a:pt x="8917" y="2489"/>
                    <a:pt x="9106" y="2300"/>
                    <a:pt x="9106" y="2048"/>
                  </a:cubicBezTo>
                  <a:lnTo>
                    <a:pt x="9106" y="410"/>
                  </a:lnTo>
                  <a:cubicBezTo>
                    <a:pt x="9106" y="158"/>
                    <a:pt x="8917" y="0"/>
                    <a:pt x="86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487" name="Google Shape;14487;p83"/>
            <p:cNvSpPr/>
            <p:nvPr/>
          </p:nvSpPr>
          <p:spPr>
            <a:xfrm>
              <a:off x="-59502375" y="1966300"/>
              <a:ext cx="319000" cy="257575"/>
            </a:xfrm>
            <a:custGeom>
              <a:avLst/>
              <a:gdLst/>
              <a:ahLst/>
              <a:cxnLst/>
              <a:rect l="l" t="t" r="r" b="b"/>
              <a:pathLst>
                <a:path w="12760" h="10303" extrusionOk="0">
                  <a:moveTo>
                    <a:pt x="8633" y="1639"/>
                  </a:moveTo>
                  <a:lnTo>
                    <a:pt x="8633" y="3592"/>
                  </a:lnTo>
                  <a:lnTo>
                    <a:pt x="7814" y="3592"/>
                  </a:lnTo>
                  <a:lnTo>
                    <a:pt x="7814" y="1639"/>
                  </a:lnTo>
                  <a:close/>
                  <a:moveTo>
                    <a:pt x="11941" y="819"/>
                  </a:moveTo>
                  <a:lnTo>
                    <a:pt x="11941" y="3592"/>
                  </a:lnTo>
                  <a:lnTo>
                    <a:pt x="11122" y="3592"/>
                  </a:lnTo>
                  <a:lnTo>
                    <a:pt x="11122" y="819"/>
                  </a:lnTo>
                  <a:close/>
                  <a:moveTo>
                    <a:pt x="5041" y="3119"/>
                  </a:moveTo>
                  <a:lnTo>
                    <a:pt x="5041" y="3970"/>
                  </a:lnTo>
                  <a:cubicBezTo>
                    <a:pt x="5041" y="4222"/>
                    <a:pt x="5230" y="4411"/>
                    <a:pt x="5482" y="4411"/>
                  </a:cubicBezTo>
                  <a:lnTo>
                    <a:pt x="11941" y="4411"/>
                  </a:lnTo>
                  <a:lnTo>
                    <a:pt x="11941" y="9357"/>
                  </a:lnTo>
                  <a:lnTo>
                    <a:pt x="914" y="9357"/>
                  </a:lnTo>
                  <a:lnTo>
                    <a:pt x="914" y="4222"/>
                  </a:lnTo>
                  <a:lnTo>
                    <a:pt x="2552" y="3119"/>
                  </a:lnTo>
                  <a:lnTo>
                    <a:pt x="2552" y="3970"/>
                  </a:lnTo>
                  <a:cubicBezTo>
                    <a:pt x="2552" y="4207"/>
                    <a:pt x="2767" y="4373"/>
                    <a:pt x="2980" y="4373"/>
                  </a:cubicBezTo>
                  <a:cubicBezTo>
                    <a:pt x="3050" y="4373"/>
                    <a:pt x="3120" y="4355"/>
                    <a:pt x="3182" y="4316"/>
                  </a:cubicBezTo>
                  <a:lnTo>
                    <a:pt x="5041" y="3119"/>
                  </a:lnTo>
                  <a:close/>
                  <a:moveTo>
                    <a:pt x="10712" y="0"/>
                  </a:moveTo>
                  <a:cubicBezTo>
                    <a:pt x="10491" y="0"/>
                    <a:pt x="10334" y="189"/>
                    <a:pt x="10334" y="441"/>
                  </a:cubicBezTo>
                  <a:lnTo>
                    <a:pt x="10334" y="3592"/>
                  </a:lnTo>
                  <a:lnTo>
                    <a:pt x="9483" y="3592"/>
                  </a:lnTo>
                  <a:lnTo>
                    <a:pt x="9483" y="1261"/>
                  </a:lnTo>
                  <a:cubicBezTo>
                    <a:pt x="9483" y="1008"/>
                    <a:pt x="9294" y="819"/>
                    <a:pt x="9074" y="819"/>
                  </a:cubicBezTo>
                  <a:lnTo>
                    <a:pt x="7404" y="819"/>
                  </a:lnTo>
                  <a:cubicBezTo>
                    <a:pt x="7183" y="819"/>
                    <a:pt x="6963" y="1008"/>
                    <a:pt x="6963" y="1261"/>
                  </a:cubicBezTo>
                  <a:lnTo>
                    <a:pt x="6963" y="3592"/>
                  </a:lnTo>
                  <a:lnTo>
                    <a:pt x="5860" y="3592"/>
                  </a:lnTo>
                  <a:lnTo>
                    <a:pt x="5860" y="2363"/>
                  </a:lnTo>
                  <a:cubicBezTo>
                    <a:pt x="5860" y="2206"/>
                    <a:pt x="5797" y="2080"/>
                    <a:pt x="5640" y="2017"/>
                  </a:cubicBezTo>
                  <a:cubicBezTo>
                    <a:pt x="5581" y="1973"/>
                    <a:pt x="5509" y="1949"/>
                    <a:pt x="5436" y="1949"/>
                  </a:cubicBezTo>
                  <a:cubicBezTo>
                    <a:pt x="5352" y="1949"/>
                    <a:pt x="5266" y="1981"/>
                    <a:pt x="5199" y="2048"/>
                  </a:cubicBezTo>
                  <a:lnTo>
                    <a:pt x="3340" y="3245"/>
                  </a:lnTo>
                  <a:lnTo>
                    <a:pt x="3340" y="2395"/>
                  </a:lnTo>
                  <a:cubicBezTo>
                    <a:pt x="3340" y="2237"/>
                    <a:pt x="3277" y="2111"/>
                    <a:pt x="3119" y="2048"/>
                  </a:cubicBezTo>
                  <a:cubicBezTo>
                    <a:pt x="3061" y="2004"/>
                    <a:pt x="2989" y="1981"/>
                    <a:pt x="2916" y="1981"/>
                  </a:cubicBezTo>
                  <a:cubicBezTo>
                    <a:pt x="2831" y="1981"/>
                    <a:pt x="2746" y="2012"/>
                    <a:pt x="2678" y="2080"/>
                  </a:cubicBezTo>
                  <a:lnTo>
                    <a:pt x="189" y="3718"/>
                  </a:lnTo>
                  <a:cubicBezTo>
                    <a:pt x="95" y="3812"/>
                    <a:pt x="0" y="3938"/>
                    <a:pt x="0" y="4096"/>
                  </a:cubicBezTo>
                  <a:lnTo>
                    <a:pt x="0" y="9861"/>
                  </a:lnTo>
                  <a:cubicBezTo>
                    <a:pt x="0" y="10113"/>
                    <a:pt x="189" y="10302"/>
                    <a:pt x="441" y="10302"/>
                  </a:cubicBezTo>
                  <a:lnTo>
                    <a:pt x="12287" y="10302"/>
                  </a:lnTo>
                  <a:cubicBezTo>
                    <a:pt x="12539" y="10302"/>
                    <a:pt x="12697" y="10113"/>
                    <a:pt x="12697" y="9861"/>
                  </a:cubicBezTo>
                  <a:lnTo>
                    <a:pt x="12697" y="504"/>
                  </a:lnTo>
                  <a:cubicBezTo>
                    <a:pt x="12760" y="158"/>
                    <a:pt x="12602" y="0"/>
                    <a:pt x="12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488" name="Google Shape;14488;p83"/>
            <p:cNvSpPr/>
            <p:nvPr/>
          </p:nvSpPr>
          <p:spPr>
            <a:xfrm>
              <a:off x="-59322800" y="1904375"/>
              <a:ext cx="106350" cy="41175"/>
            </a:xfrm>
            <a:custGeom>
              <a:avLst/>
              <a:gdLst/>
              <a:ahLst/>
              <a:cxnLst/>
              <a:rect l="l" t="t" r="r" b="b"/>
              <a:pathLst>
                <a:path w="4254" h="1647" extrusionOk="0">
                  <a:moveTo>
                    <a:pt x="1291" y="0"/>
                  </a:moveTo>
                  <a:cubicBezTo>
                    <a:pt x="890" y="0"/>
                    <a:pt x="485" y="181"/>
                    <a:pt x="158" y="556"/>
                  </a:cubicBezTo>
                  <a:cubicBezTo>
                    <a:pt x="0" y="713"/>
                    <a:pt x="32" y="965"/>
                    <a:pt x="189" y="1123"/>
                  </a:cubicBezTo>
                  <a:cubicBezTo>
                    <a:pt x="265" y="1198"/>
                    <a:pt x="369" y="1237"/>
                    <a:pt x="474" y="1237"/>
                  </a:cubicBezTo>
                  <a:cubicBezTo>
                    <a:pt x="589" y="1237"/>
                    <a:pt x="706" y="1190"/>
                    <a:pt x="788" y="1091"/>
                  </a:cubicBezTo>
                  <a:cubicBezTo>
                    <a:pt x="946" y="918"/>
                    <a:pt x="1119" y="831"/>
                    <a:pt x="1292" y="831"/>
                  </a:cubicBezTo>
                  <a:cubicBezTo>
                    <a:pt x="1465" y="831"/>
                    <a:pt x="1639" y="918"/>
                    <a:pt x="1796" y="1091"/>
                  </a:cubicBezTo>
                  <a:cubicBezTo>
                    <a:pt x="2115" y="1457"/>
                    <a:pt x="2530" y="1646"/>
                    <a:pt x="2948" y="1646"/>
                  </a:cubicBezTo>
                  <a:cubicBezTo>
                    <a:pt x="3357" y="1646"/>
                    <a:pt x="3769" y="1465"/>
                    <a:pt x="4096" y="1091"/>
                  </a:cubicBezTo>
                  <a:cubicBezTo>
                    <a:pt x="4254" y="902"/>
                    <a:pt x="4191" y="650"/>
                    <a:pt x="4033" y="493"/>
                  </a:cubicBezTo>
                  <a:cubicBezTo>
                    <a:pt x="3975" y="420"/>
                    <a:pt x="3885" y="381"/>
                    <a:pt x="3788" y="381"/>
                  </a:cubicBezTo>
                  <a:cubicBezTo>
                    <a:pt x="3674" y="381"/>
                    <a:pt x="3551" y="436"/>
                    <a:pt x="3466" y="556"/>
                  </a:cubicBezTo>
                  <a:cubicBezTo>
                    <a:pt x="3308" y="729"/>
                    <a:pt x="3127" y="815"/>
                    <a:pt x="2946" y="815"/>
                  </a:cubicBezTo>
                  <a:cubicBezTo>
                    <a:pt x="2765" y="815"/>
                    <a:pt x="2584" y="729"/>
                    <a:pt x="2426" y="556"/>
                  </a:cubicBezTo>
                  <a:cubicBezTo>
                    <a:pt x="2108" y="189"/>
                    <a:pt x="1701" y="0"/>
                    <a:pt x="12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489" name="Google Shape;14489;p83"/>
          <p:cNvGrpSpPr/>
          <p:nvPr/>
        </p:nvGrpSpPr>
        <p:grpSpPr>
          <a:xfrm>
            <a:off x="1298621" y="1315207"/>
            <a:ext cx="368987" cy="363666"/>
            <a:chOff x="-64774725" y="1916550"/>
            <a:chExt cx="319000" cy="314400"/>
          </a:xfrm>
        </p:grpSpPr>
        <p:sp>
          <p:nvSpPr>
            <p:cNvPr id="14490" name="Google Shape;14490;p83"/>
            <p:cNvSpPr/>
            <p:nvPr/>
          </p:nvSpPr>
          <p:spPr>
            <a:xfrm>
              <a:off x="-64774725" y="1916550"/>
              <a:ext cx="319000" cy="314400"/>
            </a:xfrm>
            <a:custGeom>
              <a:avLst/>
              <a:gdLst/>
              <a:ahLst/>
              <a:cxnLst/>
              <a:rect l="l" t="t" r="r" b="b"/>
              <a:pathLst>
                <a:path w="12760" h="12576" extrusionOk="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491" name="Google Shape;14491;p83"/>
            <p:cNvSpPr/>
            <p:nvPr/>
          </p:nvSpPr>
          <p:spPr>
            <a:xfrm>
              <a:off x="-64636900" y="2010600"/>
              <a:ext cx="89800" cy="82525"/>
            </a:xfrm>
            <a:custGeom>
              <a:avLst/>
              <a:gdLst/>
              <a:ahLst/>
              <a:cxnLst/>
              <a:rect l="l" t="t" r="r" b="b"/>
              <a:pathLst>
                <a:path w="3592" h="3301" extrusionOk="0">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492" name="Google Shape;14492;p83"/>
          <p:cNvGrpSpPr/>
          <p:nvPr/>
        </p:nvGrpSpPr>
        <p:grpSpPr>
          <a:xfrm>
            <a:off x="1299979" y="1792386"/>
            <a:ext cx="366269" cy="369913"/>
            <a:chOff x="-64764500" y="2280550"/>
            <a:chExt cx="316650" cy="319800"/>
          </a:xfrm>
        </p:grpSpPr>
        <p:sp>
          <p:nvSpPr>
            <p:cNvPr id="14493" name="Google Shape;14493;p83"/>
            <p:cNvSpPr/>
            <p:nvPr/>
          </p:nvSpPr>
          <p:spPr>
            <a:xfrm>
              <a:off x="-64764500" y="2280550"/>
              <a:ext cx="316650" cy="319800"/>
            </a:xfrm>
            <a:custGeom>
              <a:avLst/>
              <a:gdLst/>
              <a:ahLst/>
              <a:cxnLst/>
              <a:rect l="l" t="t" r="r" b="b"/>
              <a:pathLst>
                <a:path w="12666" h="12792" extrusionOk="0">
                  <a:moveTo>
                    <a:pt x="11405" y="820"/>
                  </a:moveTo>
                  <a:cubicBezTo>
                    <a:pt x="11657" y="820"/>
                    <a:pt x="11815" y="1009"/>
                    <a:pt x="11815" y="1261"/>
                  </a:cubicBezTo>
                  <a:cubicBezTo>
                    <a:pt x="11815" y="1481"/>
                    <a:pt x="11657" y="1670"/>
                    <a:pt x="11405" y="1670"/>
                  </a:cubicBezTo>
                  <a:lnTo>
                    <a:pt x="1229" y="1670"/>
                  </a:lnTo>
                  <a:cubicBezTo>
                    <a:pt x="977" y="1670"/>
                    <a:pt x="788" y="1481"/>
                    <a:pt x="788" y="1261"/>
                  </a:cubicBezTo>
                  <a:cubicBezTo>
                    <a:pt x="788" y="1009"/>
                    <a:pt x="977" y="820"/>
                    <a:pt x="1229" y="820"/>
                  </a:cubicBezTo>
                  <a:close/>
                  <a:moveTo>
                    <a:pt x="10996" y="2521"/>
                  </a:moveTo>
                  <a:lnTo>
                    <a:pt x="10996" y="8286"/>
                  </a:lnTo>
                  <a:lnTo>
                    <a:pt x="1607" y="8286"/>
                  </a:lnTo>
                  <a:lnTo>
                    <a:pt x="1607" y="2521"/>
                  </a:lnTo>
                  <a:close/>
                  <a:moveTo>
                    <a:pt x="6302" y="11027"/>
                  </a:moveTo>
                  <a:cubicBezTo>
                    <a:pt x="6554" y="11027"/>
                    <a:pt x="6743" y="11216"/>
                    <a:pt x="6743" y="11437"/>
                  </a:cubicBezTo>
                  <a:cubicBezTo>
                    <a:pt x="6743" y="11689"/>
                    <a:pt x="6522" y="11878"/>
                    <a:pt x="6302" y="11878"/>
                  </a:cubicBezTo>
                  <a:cubicBezTo>
                    <a:pt x="6050" y="11878"/>
                    <a:pt x="5892" y="11689"/>
                    <a:pt x="5892" y="11437"/>
                  </a:cubicBezTo>
                  <a:cubicBezTo>
                    <a:pt x="5892" y="11216"/>
                    <a:pt x="6113" y="11027"/>
                    <a:pt x="6302" y="11027"/>
                  </a:cubicBezTo>
                  <a:close/>
                  <a:moveTo>
                    <a:pt x="1229" y="1"/>
                  </a:moveTo>
                  <a:cubicBezTo>
                    <a:pt x="536" y="1"/>
                    <a:pt x="1" y="536"/>
                    <a:pt x="1" y="1261"/>
                  </a:cubicBezTo>
                  <a:cubicBezTo>
                    <a:pt x="1" y="1797"/>
                    <a:pt x="347" y="2238"/>
                    <a:pt x="820" y="2427"/>
                  </a:cubicBezTo>
                  <a:lnTo>
                    <a:pt x="820" y="8286"/>
                  </a:lnTo>
                  <a:lnTo>
                    <a:pt x="442" y="8286"/>
                  </a:lnTo>
                  <a:cubicBezTo>
                    <a:pt x="190" y="8286"/>
                    <a:pt x="32" y="8507"/>
                    <a:pt x="32" y="8728"/>
                  </a:cubicBezTo>
                  <a:cubicBezTo>
                    <a:pt x="32" y="8980"/>
                    <a:pt x="221" y="9169"/>
                    <a:pt x="442" y="9169"/>
                  </a:cubicBezTo>
                  <a:lnTo>
                    <a:pt x="5955" y="9169"/>
                  </a:lnTo>
                  <a:lnTo>
                    <a:pt x="5955" y="10334"/>
                  </a:lnTo>
                  <a:cubicBezTo>
                    <a:pt x="5483" y="10492"/>
                    <a:pt x="5104" y="10964"/>
                    <a:pt x="5104" y="11531"/>
                  </a:cubicBezTo>
                  <a:cubicBezTo>
                    <a:pt x="5104" y="12193"/>
                    <a:pt x="5672" y="12792"/>
                    <a:pt x="6333" y="12792"/>
                  </a:cubicBezTo>
                  <a:cubicBezTo>
                    <a:pt x="6995" y="12792"/>
                    <a:pt x="7593" y="12225"/>
                    <a:pt x="7593" y="11531"/>
                  </a:cubicBezTo>
                  <a:cubicBezTo>
                    <a:pt x="7593" y="10964"/>
                    <a:pt x="7247" y="10555"/>
                    <a:pt x="6774" y="10334"/>
                  </a:cubicBezTo>
                  <a:lnTo>
                    <a:pt x="6774" y="9169"/>
                  </a:lnTo>
                  <a:lnTo>
                    <a:pt x="12288" y="9169"/>
                  </a:lnTo>
                  <a:cubicBezTo>
                    <a:pt x="12508" y="9169"/>
                    <a:pt x="12666" y="8980"/>
                    <a:pt x="12666" y="8728"/>
                  </a:cubicBezTo>
                  <a:cubicBezTo>
                    <a:pt x="12666" y="8507"/>
                    <a:pt x="12477" y="8286"/>
                    <a:pt x="12288" y="8286"/>
                  </a:cubicBezTo>
                  <a:lnTo>
                    <a:pt x="11847" y="8286"/>
                  </a:lnTo>
                  <a:lnTo>
                    <a:pt x="11847" y="2427"/>
                  </a:lnTo>
                  <a:cubicBezTo>
                    <a:pt x="12319" y="2238"/>
                    <a:pt x="12634" y="1797"/>
                    <a:pt x="12634" y="1261"/>
                  </a:cubicBezTo>
                  <a:cubicBezTo>
                    <a:pt x="12634" y="568"/>
                    <a:pt x="12099" y="1"/>
                    <a:pt x="114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494" name="Google Shape;14494;p83"/>
            <p:cNvSpPr/>
            <p:nvPr/>
          </p:nvSpPr>
          <p:spPr>
            <a:xfrm>
              <a:off x="-64679425" y="2364825"/>
              <a:ext cx="146500" cy="102450"/>
            </a:xfrm>
            <a:custGeom>
              <a:avLst/>
              <a:gdLst/>
              <a:ahLst/>
              <a:cxnLst/>
              <a:rect l="l" t="t" r="r" b="b"/>
              <a:pathLst>
                <a:path w="5860" h="4098" extrusionOk="0">
                  <a:moveTo>
                    <a:pt x="3749" y="1"/>
                  </a:moveTo>
                  <a:cubicBezTo>
                    <a:pt x="3529" y="1"/>
                    <a:pt x="3371" y="190"/>
                    <a:pt x="3371" y="442"/>
                  </a:cubicBezTo>
                  <a:cubicBezTo>
                    <a:pt x="3371" y="662"/>
                    <a:pt x="3560" y="820"/>
                    <a:pt x="3749" y="820"/>
                  </a:cubicBezTo>
                  <a:lnTo>
                    <a:pt x="4442" y="820"/>
                  </a:lnTo>
                  <a:lnTo>
                    <a:pt x="2930" y="2332"/>
                  </a:lnTo>
                  <a:lnTo>
                    <a:pt x="2395" y="1765"/>
                  </a:lnTo>
                  <a:cubicBezTo>
                    <a:pt x="2316" y="1686"/>
                    <a:pt x="2206" y="1647"/>
                    <a:pt x="2095" y="1647"/>
                  </a:cubicBezTo>
                  <a:cubicBezTo>
                    <a:pt x="1985" y="1647"/>
                    <a:pt x="1875" y="1686"/>
                    <a:pt x="1796" y="1765"/>
                  </a:cubicBezTo>
                  <a:lnTo>
                    <a:pt x="126" y="3435"/>
                  </a:lnTo>
                  <a:cubicBezTo>
                    <a:pt x="0" y="3592"/>
                    <a:pt x="0" y="3844"/>
                    <a:pt x="126" y="4033"/>
                  </a:cubicBezTo>
                  <a:cubicBezTo>
                    <a:pt x="195" y="4075"/>
                    <a:pt x="288" y="4098"/>
                    <a:pt x="384" y="4098"/>
                  </a:cubicBezTo>
                  <a:cubicBezTo>
                    <a:pt x="507" y="4098"/>
                    <a:pt x="636" y="4059"/>
                    <a:pt x="725" y="3970"/>
                  </a:cubicBezTo>
                  <a:lnTo>
                    <a:pt x="2111" y="2616"/>
                  </a:lnTo>
                  <a:lnTo>
                    <a:pt x="2647" y="3151"/>
                  </a:lnTo>
                  <a:cubicBezTo>
                    <a:pt x="2725" y="3230"/>
                    <a:pt x="2836" y="3269"/>
                    <a:pt x="2946" y="3269"/>
                  </a:cubicBezTo>
                  <a:cubicBezTo>
                    <a:pt x="3056" y="3269"/>
                    <a:pt x="3166" y="3230"/>
                    <a:pt x="3245" y="3151"/>
                  </a:cubicBezTo>
                  <a:lnTo>
                    <a:pt x="5009" y="1387"/>
                  </a:lnTo>
                  <a:lnTo>
                    <a:pt x="5009" y="2049"/>
                  </a:lnTo>
                  <a:cubicBezTo>
                    <a:pt x="5009" y="2269"/>
                    <a:pt x="5230" y="2490"/>
                    <a:pt x="5451" y="2490"/>
                  </a:cubicBezTo>
                  <a:cubicBezTo>
                    <a:pt x="5703" y="2490"/>
                    <a:pt x="5860" y="2269"/>
                    <a:pt x="5860" y="2049"/>
                  </a:cubicBezTo>
                  <a:lnTo>
                    <a:pt x="5860" y="410"/>
                  </a:lnTo>
                  <a:cubicBezTo>
                    <a:pt x="5860" y="158"/>
                    <a:pt x="5640" y="1"/>
                    <a:pt x="54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4495" name="Google Shape;14495;p83"/>
          <p:cNvSpPr/>
          <p:nvPr/>
        </p:nvSpPr>
        <p:spPr>
          <a:xfrm>
            <a:off x="1316753" y="2259654"/>
            <a:ext cx="319799" cy="366269"/>
          </a:xfrm>
          <a:custGeom>
            <a:avLst/>
            <a:gdLst/>
            <a:ahLst/>
            <a:cxnLst/>
            <a:rect l="l" t="t" r="r" b="b"/>
            <a:pathLst>
              <a:path w="11059" h="12666" extrusionOk="0">
                <a:moveTo>
                  <a:pt x="4285" y="789"/>
                </a:moveTo>
                <a:cubicBezTo>
                  <a:pt x="4758" y="789"/>
                  <a:pt x="5136" y="1135"/>
                  <a:pt x="5136" y="1608"/>
                </a:cubicBezTo>
                <a:lnTo>
                  <a:pt x="5136" y="4128"/>
                </a:lnTo>
                <a:cubicBezTo>
                  <a:pt x="4190" y="4317"/>
                  <a:pt x="3466" y="5168"/>
                  <a:pt x="3466" y="6144"/>
                </a:cubicBezTo>
                <a:cubicBezTo>
                  <a:pt x="3466" y="6365"/>
                  <a:pt x="3655" y="6585"/>
                  <a:pt x="3907" y="6585"/>
                </a:cubicBezTo>
                <a:cubicBezTo>
                  <a:pt x="4127" y="6585"/>
                  <a:pt x="4285" y="6365"/>
                  <a:pt x="4285" y="6144"/>
                </a:cubicBezTo>
                <a:cubicBezTo>
                  <a:pt x="4285" y="5577"/>
                  <a:pt x="4663" y="5168"/>
                  <a:pt x="5136" y="4947"/>
                </a:cubicBezTo>
                <a:lnTo>
                  <a:pt x="5136" y="8192"/>
                </a:lnTo>
                <a:cubicBezTo>
                  <a:pt x="5136" y="8665"/>
                  <a:pt x="4758" y="9011"/>
                  <a:pt x="4285" y="9011"/>
                </a:cubicBezTo>
                <a:cubicBezTo>
                  <a:pt x="3938" y="9011"/>
                  <a:pt x="3592" y="8791"/>
                  <a:pt x="3497" y="8381"/>
                </a:cubicBezTo>
                <a:cubicBezTo>
                  <a:pt x="3434" y="8318"/>
                  <a:pt x="3277" y="8192"/>
                  <a:pt x="3119" y="8192"/>
                </a:cubicBezTo>
                <a:cubicBezTo>
                  <a:pt x="2962" y="8192"/>
                  <a:pt x="2899" y="8255"/>
                  <a:pt x="2647" y="8255"/>
                </a:cubicBezTo>
                <a:cubicBezTo>
                  <a:pt x="1544" y="8255"/>
                  <a:pt x="1544" y="6617"/>
                  <a:pt x="2647" y="6617"/>
                </a:cubicBezTo>
                <a:cubicBezTo>
                  <a:pt x="2867" y="6617"/>
                  <a:pt x="3025" y="6428"/>
                  <a:pt x="3025" y="6176"/>
                </a:cubicBezTo>
                <a:cubicBezTo>
                  <a:pt x="3025" y="5955"/>
                  <a:pt x="2836" y="5735"/>
                  <a:pt x="2647" y="5735"/>
                </a:cubicBezTo>
                <a:cubicBezTo>
                  <a:pt x="2080" y="5735"/>
                  <a:pt x="1607" y="6018"/>
                  <a:pt x="1292" y="6428"/>
                </a:cubicBezTo>
                <a:cubicBezTo>
                  <a:pt x="1103" y="6270"/>
                  <a:pt x="977" y="6018"/>
                  <a:pt x="977" y="5735"/>
                </a:cubicBezTo>
                <a:cubicBezTo>
                  <a:pt x="977" y="5483"/>
                  <a:pt x="1103" y="5325"/>
                  <a:pt x="1166" y="5199"/>
                </a:cubicBezTo>
                <a:cubicBezTo>
                  <a:pt x="1323" y="5042"/>
                  <a:pt x="1323" y="4790"/>
                  <a:pt x="1166" y="4632"/>
                </a:cubicBezTo>
                <a:cubicBezTo>
                  <a:pt x="662" y="4097"/>
                  <a:pt x="1103" y="3277"/>
                  <a:pt x="1828" y="3277"/>
                </a:cubicBezTo>
                <a:cubicBezTo>
                  <a:pt x="2048" y="3277"/>
                  <a:pt x="2237" y="3340"/>
                  <a:pt x="2395" y="3498"/>
                </a:cubicBezTo>
                <a:cubicBezTo>
                  <a:pt x="2473" y="3577"/>
                  <a:pt x="2584" y="3616"/>
                  <a:pt x="2694" y="3616"/>
                </a:cubicBezTo>
                <a:cubicBezTo>
                  <a:pt x="2804" y="3616"/>
                  <a:pt x="2914" y="3577"/>
                  <a:pt x="2993" y="3498"/>
                </a:cubicBezTo>
                <a:cubicBezTo>
                  <a:pt x="3151" y="3340"/>
                  <a:pt x="3151" y="3057"/>
                  <a:pt x="2993" y="2899"/>
                </a:cubicBezTo>
                <a:cubicBezTo>
                  <a:pt x="2678" y="2584"/>
                  <a:pt x="2269" y="2427"/>
                  <a:pt x="1828" y="2427"/>
                </a:cubicBezTo>
                <a:cubicBezTo>
                  <a:pt x="1828" y="1954"/>
                  <a:pt x="2174" y="1608"/>
                  <a:pt x="2647" y="1608"/>
                </a:cubicBezTo>
                <a:cubicBezTo>
                  <a:pt x="2773" y="1608"/>
                  <a:pt x="2836" y="1639"/>
                  <a:pt x="2962" y="1702"/>
                </a:cubicBezTo>
                <a:cubicBezTo>
                  <a:pt x="3000" y="1713"/>
                  <a:pt x="3040" y="1718"/>
                  <a:pt x="3079" y="1718"/>
                </a:cubicBezTo>
                <a:cubicBezTo>
                  <a:pt x="3264" y="1718"/>
                  <a:pt x="3445" y="1601"/>
                  <a:pt x="3497" y="1419"/>
                </a:cubicBezTo>
                <a:cubicBezTo>
                  <a:pt x="3592" y="1072"/>
                  <a:pt x="3938" y="789"/>
                  <a:pt x="4285" y="789"/>
                </a:cubicBezTo>
                <a:close/>
                <a:moveTo>
                  <a:pt x="6711" y="915"/>
                </a:moveTo>
                <a:cubicBezTo>
                  <a:pt x="7057" y="915"/>
                  <a:pt x="7404" y="1135"/>
                  <a:pt x="7498" y="1545"/>
                </a:cubicBezTo>
                <a:cubicBezTo>
                  <a:pt x="7547" y="1715"/>
                  <a:pt x="7708" y="1828"/>
                  <a:pt x="7880" y="1828"/>
                </a:cubicBezTo>
                <a:cubicBezTo>
                  <a:pt x="7931" y="1828"/>
                  <a:pt x="7983" y="1818"/>
                  <a:pt x="8034" y="1797"/>
                </a:cubicBezTo>
                <a:cubicBezTo>
                  <a:pt x="8160" y="1765"/>
                  <a:pt x="8223" y="1734"/>
                  <a:pt x="8349" y="1734"/>
                </a:cubicBezTo>
                <a:cubicBezTo>
                  <a:pt x="8822" y="1734"/>
                  <a:pt x="9168" y="2080"/>
                  <a:pt x="9168" y="2553"/>
                </a:cubicBezTo>
                <a:cubicBezTo>
                  <a:pt x="8759" y="2553"/>
                  <a:pt x="8318" y="2710"/>
                  <a:pt x="8003" y="3025"/>
                </a:cubicBezTo>
                <a:cubicBezTo>
                  <a:pt x="7845" y="3183"/>
                  <a:pt x="7845" y="3467"/>
                  <a:pt x="8003" y="3624"/>
                </a:cubicBezTo>
                <a:cubicBezTo>
                  <a:pt x="8081" y="3703"/>
                  <a:pt x="8192" y="3742"/>
                  <a:pt x="8302" y="3742"/>
                </a:cubicBezTo>
                <a:cubicBezTo>
                  <a:pt x="8412" y="3742"/>
                  <a:pt x="8522" y="3703"/>
                  <a:pt x="8601" y="3624"/>
                </a:cubicBezTo>
                <a:cubicBezTo>
                  <a:pt x="8759" y="3467"/>
                  <a:pt x="8948" y="3372"/>
                  <a:pt x="9168" y="3372"/>
                </a:cubicBezTo>
                <a:cubicBezTo>
                  <a:pt x="9893" y="3372"/>
                  <a:pt x="10271" y="4191"/>
                  <a:pt x="9798" y="4758"/>
                </a:cubicBezTo>
                <a:cubicBezTo>
                  <a:pt x="9735" y="4853"/>
                  <a:pt x="9735" y="5073"/>
                  <a:pt x="9830" y="5231"/>
                </a:cubicBezTo>
                <a:cubicBezTo>
                  <a:pt x="9956" y="5357"/>
                  <a:pt x="10050" y="5514"/>
                  <a:pt x="10050" y="5798"/>
                </a:cubicBezTo>
                <a:cubicBezTo>
                  <a:pt x="10050" y="6050"/>
                  <a:pt x="9924" y="6302"/>
                  <a:pt x="9735" y="6459"/>
                </a:cubicBezTo>
                <a:cubicBezTo>
                  <a:pt x="9420" y="6050"/>
                  <a:pt x="8948" y="5798"/>
                  <a:pt x="8381" y="5798"/>
                </a:cubicBezTo>
                <a:cubicBezTo>
                  <a:pt x="8160" y="5798"/>
                  <a:pt x="8003" y="5987"/>
                  <a:pt x="8003" y="6207"/>
                </a:cubicBezTo>
                <a:cubicBezTo>
                  <a:pt x="8003" y="6459"/>
                  <a:pt x="8192" y="6648"/>
                  <a:pt x="8381" y="6648"/>
                </a:cubicBezTo>
                <a:cubicBezTo>
                  <a:pt x="9483" y="6648"/>
                  <a:pt x="9483" y="8318"/>
                  <a:pt x="8381" y="8318"/>
                </a:cubicBezTo>
                <a:cubicBezTo>
                  <a:pt x="8255" y="8318"/>
                  <a:pt x="8192" y="8255"/>
                  <a:pt x="8066" y="8224"/>
                </a:cubicBezTo>
                <a:cubicBezTo>
                  <a:pt x="8021" y="8211"/>
                  <a:pt x="7976" y="8205"/>
                  <a:pt x="7931" y="8205"/>
                </a:cubicBezTo>
                <a:cubicBezTo>
                  <a:pt x="7752" y="8205"/>
                  <a:pt x="7580" y="8306"/>
                  <a:pt x="7530" y="8507"/>
                </a:cubicBezTo>
                <a:cubicBezTo>
                  <a:pt x="7435" y="8854"/>
                  <a:pt x="7089" y="9137"/>
                  <a:pt x="6742" y="9137"/>
                </a:cubicBezTo>
                <a:cubicBezTo>
                  <a:pt x="6270" y="9137"/>
                  <a:pt x="5892" y="8759"/>
                  <a:pt x="5892" y="8318"/>
                </a:cubicBezTo>
                <a:lnTo>
                  <a:pt x="5892" y="5073"/>
                </a:lnTo>
                <a:cubicBezTo>
                  <a:pt x="6364" y="5231"/>
                  <a:pt x="6742" y="5703"/>
                  <a:pt x="6742" y="6270"/>
                </a:cubicBezTo>
                <a:cubicBezTo>
                  <a:pt x="6742" y="6491"/>
                  <a:pt x="6931" y="6680"/>
                  <a:pt x="7120" y="6680"/>
                </a:cubicBezTo>
                <a:cubicBezTo>
                  <a:pt x="7341" y="6680"/>
                  <a:pt x="7530" y="6491"/>
                  <a:pt x="7530" y="6270"/>
                </a:cubicBezTo>
                <a:cubicBezTo>
                  <a:pt x="7530" y="5262"/>
                  <a:pt x="6805" y="4412"/>
                  <a:pt x="5860" y="4254"/>
                </a:cubicBezTo>
                <a:lnTo>
                  <a:pt x="5860" y="1734"/>
                </a:lnTo>
                <a:cubicBezTo>
                  <a:pt x="5860" y="1261"/>
                  <a:pt x="6207" y="915"/>
                  <a:pt x="6711" y="915"/>
                </a:cubicBezTo>
                <a:close/>
                <a:moveTo>
                  <a:pt x="5514" y="9358"/>
                </a:moveTo>
                <a:cubicBezTo>
                  <a:pt x="5829" y="9736"/>
                  <a:pt x="6270" y="9925"/>
                  <a:pt x="6774" y="9925"/>
                </a:cubicBezTo>
                <a:lnTo>
                  <a:pt x="6774" y="10209"/>
                </a:lnTo>
                <a:lnTo>
                  <a:pt x="4285" y="10209"/>
                </a:lnTo>
                <a:lnTo>
                  <a:pt x="4285" y="9925"/>
                </a:lnTo>
                <a:cubicBezTo>
                  <a:pt x="4789" y="9925"/>
                  <a:pt x="5230" y="9673"/>
                  <a:pt x="5514" y="9358"/>
                </a:cubicBezTo>
                <a:close/>
                <a:moveTo>
                  <a:pt x="6648" y="11028"/>
                </a:moveTo>
                <a:cubicBezTo>
                  <a:pt x="6522" y="11500"/>
                  <a:pt x="6049" y="11847"/>
                  <a:pt x="5514" y="11847"/>
                </a:cubicBezTo>
                <a:cubicBezTo>
                  <a:pt x="4978" y="11847"/>
                  <a:pt x="4537" y="11500"/>
                  <a:pt x="4316" y="11028"/>
                </a:cubicBezTo>
                <a:close/>
                <a:moveTo>
                  <a:pt x="4285" y="1"/>
                </a:moveTo>
                <a:cubicBezTo>
                  <a:pt x="3686" y="1"/>
                  <a:pt x="3151" y="316"/>
                  <a:pt x="2867" y="820"/>
                </a:cubicBezTo>
                <a:cubicBezTo>
                  <a:pt x="2796" y="811"/>
                  <a:pt x="2724" y="806"/>
                  <a:pt x="2654" y="806"/>
                </a:cubicBezTo>
                <a:cubicBezTo>
                  <a:pt x="1762" y="806"/>
                  <a:pt x="977" y="1526"/>
                  <a:pt x="977" y="2490"/>
                </a:cubicBezTo>
                <a:lnTo>
                  <a:pt x="977" y="2679"/>
                </a:lnTo>
                <a:cubicBezTo>
                  <a:pt x="851" y="2742"/>
                  <a:pt x="756" y="2836"/>
                  <a:pt x="630" y="2962"/>
                </a:cubicBezTo>
                <a:cubicBezTo>
                  <a:pt x="63" y="3498"/>
                  <a:pt x="0" y="4286"/>
                  <a:pt x="347" y="4947"/>
                </a:cubicBezTo>
                <a:cubicBezTo>
                  <a:pt x="189" y="5199"/>
                  <a:pt x="126" y="5514"/>
                  <a:pt x="126" y="5766"/>
                </a:cubicBezTo>
                <a:cubicBezTo>
                  <a:pt x="126" y="6365"/>
                  <a:pt x="441" y="6932"/>
                  <a:pt x="945" y="7184"/>
                </a:cubicBezTo>
                <a:cubicBezTo>
                  <a:pt x="819" y="8192"/>
                  <a:pt x="1576" y="9043"/>
                  <a:pt x="2584" y="9043"/>
                </a:cubicBezTo>
                <a:lnTo>
                  <a:pt x="2836" y="9043"/>
                </a:lnTo>
                <a:cubicBezTo>
                  <a:pt x="2993" y="9326"/>
                  <a:pt x="3182" y="9515"/>
                  <a:pt x="3434" y="9673"/>
                </a:cubicBezTo>
                <a:lnTo>
                  <a:pt x="3434" y="10587"/>
                </a:lnTo>
                <a:cubicBezTo>
                  <a:pt x="3434" y="11721"/>
                  <a:pt x="4379" y="12666"/>
                  <a:pt x="5514" y="12666"/>
                </a:cubicBezTo>
                <a:cubicBezTo>
                  <a:pt x="6648" y="12666"/>
                  <a:pt x="7593" y="11721"/>
                  <a:pt x="7593" y="10587"/>
                </a:cubicBezTo>
                <a:lnTo>
                  <a:pt x="7593" y="9673"/>
                </a:lnTo>
                <a:cubicBezTo>
                  <a:pt x="7845" y="9515"/>
                  <a:pt x="8066" y="9326"/>
                  <a:pt x="8192" y="9043"/>
                </a:cubicBezTo>
                <a:lnTo>
                  <a:pt x="8444" y="9043"/>
                </a:lnTo>
                <a:cubicBezTo>
                  <a:pt x="9420" y="9043"/>
                  <a:pt x="10208" y="8129"/>
                  <a:pt x="10082" y="7153"/>
                </a:cubicBezTo>
                <a:cubicBezTo>
                  <a:pt x="10586" y="6869"/>
                  <a:pt x="10901" y="6333"/>
                  <a:pt x="10901" y="5735"/>
                </a:cubicBezTo>
                <a:cubicBezTo>
                  <a:pt x="10901" y="5451"/>
                  <a:pt x="10838" y="5136"/>
                  <a:pt x="10680" y="4916"/>
                </a:cubicBezTo>
                <a:cubicBezTo>
                  <a:pt x="11059" y="4317"/>
                  <a:pt x="10933" y="3498"/>
                  <a:pt x="10428" y="2962"/>
                </a:cubicBezTo>
                <a:cubicBezTo>
                  <a:pt x="10302" y="2836"/>
                  <a:pt x="10208" y="2742"/>
                  <a:pt x="10082" y="2679"/>
                </a:cubicBezTo>
                <a:lnTo>
                  <a:pt x="10082" y="2490"/>
                </a:lnTo>
                <a:cubicBezTo>
                  <a:pt x="10082" y="1576"/>
                  <a:pt x="9326" y="820"/>
                  <a:pt x="8444" y="820"/>
                </a:cubicBezTo>
                <a:lnTo>
                  <a:pt x="8192" y="820"/>
                </a:lnTo>
                <a:cubicBezTo>
                  <a:pt x="7908" y="316"/>
                  <a:pt x="7372" y="1"/>
                  <a:pt x="6774" y="1"/>
                </a:cubicBezTo>
                <a:cubicBezTo>
                  <a:pt x="6270" y="1"/>
                  <a:pt x="5829" y="222"/>
                  <a:pt x="5514" y="537"/>
                </a:cubicBezTo>
                <a:cubicBezTo>
                  <a:pt x="5199" y="190"/>
                  <a:pt x="4758" y="1"/>
                  <a:pt x="42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4496" name="Google Shape;14496;p83"/>
          <p:cNvGrpSpPr/>
          <p:nvPr/>
        </p:nvGrpSpPr>
        <p:grpSpPr>
          <a:xfrm>
            <a:off x="3512023" y="1352163"/>
            <a:ext cx="365344" cy="289753"/>
            <a:chOff x="-62882850" y="1999375"/>
            <a:chExt cx="315850" cy="250500"/>
          </a:xfrm>
        </p:grpSpPr>
        <p:sp>
          <p:nvSpPr>
            <p:cNvPr id="14497" name="Google Shape;14497;p83"/>
            <p:cNvSpPr/>
            <p:nvPr/>
          </p:nvSpPr>
          <p:spPr>
            <a:xfrm>
              <a:off x="-62882850" y="1999375"/>
              <a:ext cx="315850" cy="250500"/>
            </a:xfrm>
            <a:custGeom>
              <a:avLst/>
              <a:gdLst/>
              <a:ahLst/>
              <a:cxnLst/>
              <a:rect l="l" t="t" r="r" b="b"/>
              <a:pathLst>
                <a:path w="12634" h="10020" extrusionOk="0">
                  <a:moveTo>
                    <a:pt x="10586" y="851"/>
                  </a:moveTo>
                  <a:cubicBezTo>
                    <a:pt x="10838" y="851"/>
                    <a:pt x="11027" y="1040"/>
                    <a:pt x="11027" y="1261"/>
                  </a:cubicBezTo>
                  <a:lnTo>
                    <a:pt x="11027" y="7499"/>
                  </a:lnTo>
                  <a:lnTo>
                    <a:pt x="1638" y="7499"/>
                  </a:lnTo>
                  <a:lnTo>
                    <a:pt x="1638" y="1261"/>
                  </a:lnTo>
                  <a:lnTo>
                    <a:pt x="1607" y="1261"/>
                  </a:lnTo>
                  <a:cubicBezTo>
                    <a:pt x="1607" y="1040"/>
                    <a:pt x="1796" y="851"/>
                    <a:pt x="2048" y="851"/>
                  </a:cubicBezTo>
                  <a:close/>
                  <a:moveTo>
                    <a:pt x="11814" y="8318"/>
                  </a:moveTo>
                  <a:lnTo>
                    <a:pt x="11814" y="8727"/>
                  </a:lnTo>
                  <a:cubicBezTo>
                    <a:pt x="11814" y="8948"/>
                    <a:pt x="11594" y="9137"/>
                    <a:pt x="11405" y="9137"/>
                  </a:cubicBezTo>
                  <a:lnTo>
                    <a:pt x="1197" y="9137"/>
                  </a:lnTo>
                  <a:cubicBezTo>
                    <a:pt x="977" y="9137"/>
                    <a:pt x="788" y="8948"/>
                    <a:pt x="788" y="8727"/>
                  </a:cubicBezTo>
                  <a:lnTo>
                    <a:pt x="788" y="8318"/>
                  </a:lnTo>
                  <a:close/>
                  <a:moveTo>
                    <a:pt x="2048" y="1"/>
                  </a:moveTo>
                  <a:cubicBezTo>
                    <a:pt x="1355" y="1"/>
                    <a:pt x="788" y="568"/>
                    <a:pt x="788" y="1261"/>
                  </a:cubicBezTo>
                  <a:lnTo>
                    <a:pt x="788" y="7499"/>
                  </a:lnTo>
                  <a:lnTo>
                    <a:pt x="378" y="7499"/>
                  </a:lnTo>
                  <a:cubicBezTo>
                    <a:pt x="158" y="7499"/>
                    <a:pt x="0" y="7688"/>
                    <a:pt x="0" y="7940"/>
                  </a:cubicBezTo>
                  <a:lnTo>
                    <a:pt x="0" y="8759"/>
                  </a:lnTo>
                  <a:cubicBezTo>
                    <a:pt x="0" y="9420"/>
                    <a:pt x="536" y="10019"/>
                    <a:pt x="1197" y="10019"/>
                  </a:cubicBezTo>
                  <a:lnTo>
                    <a:pt x="11405" y="10019"/>
                  </a:lnTo>
                  <a:cubicBezTo>
                    <a:pt x="12066" y="10019"/>
                    <a:pt x="12634" y="9452"/>
                    <a:pt x="12634" y="8759"/>
                  </a:cubicBezTo>
                  <a:lnTo>
                    <a:pt x="12634" y="7940"/>
                  </a:lnTo>
                  <a:cubicBezTo>
                    <a:pt x="12634" y="7656"/>
                    <a:pt x="12444" y="7499"/>
                    <a:pt x="12224" y="7499"/>
                  </a:cubicBezTo>
                  <a:lnTo>
                    <a:pt x="11814" y="7499"/>
                  </a:lnTo>
                  <a:lnTo>
                    <a:pt x="11814" y="1261"/>
                  </a:lnTo>
                  <a:cubicBezTo>
                    <a:pt x="11814" y="599"/>
                    <a:pt x="11247" y="1"/>
                    <a:pt x="105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498" name="Google Shape;14498;p83"/>
            <p:cNvSpPr/>
            <p:nvPr/>
          </p:nvSpPr>
          <p:spPr>
            <a:xfrm>
              <a:off x="-62806475" y="2062375"/>
              <a:ext cx="146525" cy="103800"/>
            </a:xfrm>
            <a:custGeom>
              <a:avLst/>
              <a:gdLst/>
              <a:ahLst/>
              <a:cxnLst/>
              <a:rect l="l" t="t" r="r" b="b"/>
              <a:pathLst>
                <a:path w="5861" h="4152" extrusionOk="0">
                  <a:moveTo>
                    <a:pt x="3782" y="1"/>
                  </a:moveTo>
                  <a:cubicBezTo>
                    <a:pt x="3561" y="1"/>
                    <a:pt x="3341" y="221"/>
                    <a:pt x="3341" y="410"/>
                  </a:cubicBezTo>
                  <a:cubicBezTo>
                    <a:pt x="3341" y="631"/>
                    <a:pt x="3561" y="852"/>
                    <a:pt x="3782" y="852"/>
                  </a:cubicBezTo>
                  <a:lnTo>
                    <a:pt x="4443" y="852"/>
                  </a:lnTo>
                  <a:lnTo>
                    <a:pt x="2962" y="2332"/>
                  </a:lnTo>
                  <a:lnTo>
                    <a:pt x="2395" y="1765"/>
                  </a:lnTo>
                  <a:cubicBezTo>
                    <a:pt x="2332" y="1686"/>
                    <a:pt x="2230" y="1647"/>
                    <a:pt x="2124" y="1647"/>
                  </a:cubicBezTo>
                  <a:cubicBezTo>
                    <a:pt x="2017" y="1647"/>
                    <a:pt x="1907" y="1686"/>
                    <a:pt x="1828" y="1765"/>
                  </a:cubicBezTo>
                  <a:lnTo>
                    <a:pt x="159" y="3435"/>
                  </a:lnTo>
                  <a:cubicBezTo>
                    <a:pt x="1" y="3592"/>
                    <a:pt x="1" y="3876"/>
                    <a:pt x="159" y="4034"/>
                  </a:cubicBezTo>
                  <a:cubicBezTo>
                    <a:pt x="237" y="4112"/>
                    <a:pt x="348" y="4152"/>
                    <a:pt x="458" y="4152"/>
                  </a:cubicBezTo>
                  <a:cubicBezTo>
                    <a:pt x="568" y="4152"/>
                    <a:pt x="678" y="4112"/>
                    <a:pt x="757" y="4034"/>
                  </a:cubicBezTo>
                  <a:lnTo>
                    <a:pt x="2143" y="2647"/>
                  </a:lnTo>
                  <a:lnTo>
                    <a:pt x="2679" y="3183"/>
                  </a:lnTo>
                  <a:cubicBezTo>
                    <a:pt x="2758" y="3262"/>
                    <a:pt x="2868" y="3301"/>
                    <a:pt x="2978" y="3301"/>
                  </a:cubicBezTo>
                  <a:cubicBezTo>
                    <a:pt x="3088" y="3301"/>
                    <a:pt x="3199" y="3262"/>
                    <a:pt x="3278" y="3183"/>
                  </a:cubicBezTo>
                  <a:lnTo>
                    <a:pt x="5042" y="1419"/>
                  </a:lnTo>
                  <a:lnTo>
                    <a:pt x="5042" y="2080"/>
                  </a:lnTo>
                  <a:cubicBezTo>
                    <a:pt x="5042" y="2332"/>
                    <a:pt x="5231" y="2521"/>
                    <a:pt x="5451" y="2521"/>
                  </a:cubicBezTo>
                  <a:cubicBezTo>
                    <a:pt x="5640" y="2521"/>
                    <a:pt x="5861" y="2332"/>
                    <a:pt x="5861" y="2080"/>
                  </a:cubicBezTo>
                  <a:lnTo>
                    <a:pt x="5861" y="442"/>
                  </a:lnTo>
                  <a:cubicBezTo>
                    <a:pt x="5861" y="158"/>
                    <a:pt x="5672" y="1"/>
                    <a:pt x="54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499" name="Google Shape;14499;p83"/>
          <p:cNvGrpSpPr/>
          <p:nvPr/>
        </p:nvGrpSpPr>
        <p:grpSpPr>
          <a:xfrm>
            <a:off x="3503362" y="1793745"/>
            <a:ext cx="382665" cy="367194"/>
            <a:chOff x="-62890750" y="2296300"/>
            <a:chExt cx="330825" cy="317450"/>
          </a:xfrm>
        </p:grpSpPr>
        <p:sp>
          <p:nvSpPr>
            <p:cNvPr id="14500" name="Google Shape;14500;p83"/>
            <p:cNvSpPr/>
            <p:nvPr/>
          </p:nvSpPr>
          <p:spPr>
            <a:xfrm>
              <a:off x="-62890750" y="2296300"/>
              <a:ext cx="313500" cy="195375"/>
            </a:xfrm>
            <a:custGeom>
              <a:avLst/>
              <a:gdLst/>
              <a:ahLst/>
              <a:cxnLst/>
              <a:rect l="l" t="t" r="r" b="b"/>
              <a:pathLst>
                <a:path w="12540" h="7815" extrusionOk="0">
                  <a:moveTo>
                    <a:pt x="11437" y="2080"/>
                  </a:moveTo>
                  <a:lnTo>
                    <a:pt x="11658" y="2931"/>
                  </a:lnTo>
                  <a:lnTo>
                    <a:pt x="10776" y="2742"/>
                  </a:lnTo>
                  <a:lnTo>
                    <a:pt x="11437" y="2080"/>
                  </a:lnTo>
                  <a:close/>
                  <a:moveTo>
                    <a:pt x="6617" y="1"/>
                  </a:moveTo>
                  <a:cubicBezTo>
                    <a:pt x="4916" y="1"/>
                    <a:pt x="3340" y="662"/>
                    <a:pt x="2112" y="1828"/>
                  </a:cubicBezTo>
                  <a:cubicBezTo>
                    <a:pt x="663" y="3277"/>
                    <a:pt x="1" y="5420"/>
                    <a:pt x="379" y="7467"/>
                  </a:cubicBezTo>
                  <a:cubicBezTo>
                    <a:pt x="442" y="7656"/>
                    <a:pt x="568" y="7814"/>
                    <a:pt x="789" y="7814"/>
                  </a:cubicBezTo>
                  <a:lnTo>
                    <a:pt x="852" y="7814"/>
                  </a:lnTo>
                  <a:cubicBezTo>
                    <a:pt x="1104" y="7783"/>
                    <a:pt x="1198" y="7562"/>
                    <a:pt x="1167" y="7341"/>
                  </a:cubicBezTo>
                  <a:cubicBezTo>
                    <a:pt x="852" y="5577"/>
                    <a:pt x="1419" y="3718"/>
                    <a:pt x="2710" y="2458"/>
                  </a:cubicBezTo>
                  <a:cubicBezTo>
                    <a:pt x="3719" y="1450"/>
                    <a:pt x="5136" y="851"/>
                    <a:pt x="6617" y="851"/>
                  </a:cubicBezTo>
                  <a:cubicBezTo>
                    <a:pt x="7940" y="851"/>
                    <a:pt x="9200" y="1324"/>
                    <a:pt x="10177" y="2206"/>
                  </a:cubicBezTo>
                  <a:lnTo>
                    <a:pt x="9610" y="2773"/>
                  </a:lnTo>
                  <a:cubicBezTo>
                    <a:pt x="9484" y="2899"/>
                    <a:pt x="9452" y="3057"/>
                    <a:pt x="9484" y="3183"/>
                  </a:cubicBezTo>
                  <a:cubicBezTo>
                    <a:pt x="9515" y="3340"/>
                    <a:pt x="9641" y="3403"/>
                    <a:pt x="9799" y="3466"/>
                  </a:cubicBezTo>
                  <a:lnTo>
                    <a:pt x="12036" y="3939"/>
                  </a:lnTo>
                  <a:lnTo>
                    <a:pt x="12130" y="3939"/>
                  </a:lnTo>
                  <a:cubicBezTo>
                    <a:pt x="12225" y="3939"/>
                    <a:pt x="12319" y="3876"/>
                    <a:pt x="12382" y="3813"/>
                  </a:cubicBezTo>
                  <a:cubicBezTo>
                    <a:pt x="12508" y="3687"/>
                    <a:pt x="12540" y="3561"/>
                    <a:pt x="12508" y="3403"/>
                  </a:cubicBezTo>
                  <a:lnTo>
                    <a:pt x="12036" y="1167"/>
                  </a:lnTo>
                  <a:cubicBezTo>
                    <a:pt x="12004" y="1009"/>
                    <a:pt x="11878" y="883"/>
                    <a:pt x="11752" y="851"/>
                  </a:cubicBezTo>
                  <a:cubicBezTo>
                    <a:pt x="11715" y="844"/>
                    <a:pt x="11678" y="840"/>
                    <a:pt x="11642" y="840"/>
                  </a:cubicBezTo>
                  <a:cubicBezTo>
                    <a:pt x="11526" y="840"/>
                    <a:pt x="11422" y="881"/>
                    <a:pt x="11374" y="977"/>
                  </a:cubicBezTo>
                  <a:lnTo>
                    <a:pt x="10776" y="1576"/>
                  </a:lnTo>
                  <a:cubicBezTo>
                    <a:pt x="9641" y="536"/>
                    <a:pt x="8129" y="1"/>
                    <a:pt x="66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501" name="Google Shape;14501;p83"/>
            <p:cNvSpPr/>
            <p:nvPr/>
          </p:nvSpPr>
          <p:spPr>
            <a:xfrm>
              <a:off x="-62874975" y="2417475"/>
              <a:ext cx="315050" cy="196275"/>
            </a:xfrm>
            <a:custGeom>
              <a:avLst/>
              <a:gdLst/>
              <a:ahLst/>
              <a:cxnLst/>
              <a:rect l="l" t="t" r="r" b="b"/>
              <a:pathLst>
                <a:path w="12602" h="7851" extrusionOk="0">
                  <a:moveTo>
                    <a:pt x="977" y="4857"/>
                  </a:moveTo>
                  <a:lnTo>
                    <a:pt x="1827" y="5078"/>
                  </a:lnTo>
                  <a:lnTo>
                    <a:pt x="1166" y="5739"/>
                  </a:lnTo>
                  <a:lnTo>
                    <a:pt x="977" y="4857"/>
                  </a:lnTo>
                  <a:close/>
                  <a:moveTo>
                    <a:pt x="11779" y="1"/>
                  </a:moveTo>
                  <a:cubicBezTo>
                    <a:pt x="11759" y="1"/>
                    <a:pt x="11739" y="2"/>
                    <a:pt x="11720" y="6"/>
                  </a:cubicBezTo>
                  <a:cubicBezTo>
                    <a:pt x="11499" y="69"/>
                    <a:pt x="11373" y="289"/>
                    <a:pt x="11405" y="478"/>
                  </a:cubicBezTo>
                  <a:cubicBezTo>
                    <a:pt x="11720" y="2274"/>
                    <a:pt x="11184" y="4101"/>
                    <a:pt x="9861" y="5361"/>
                  </a:cubicBezTo>
                  <a:cubicBezTo>
                    <a:pt x="8853" y="6401"/>
                    <a:pt x="7435" y="7000"/>
                    <a:pt x="5986" y="7000"/>
                  </a:cubicBezTo>
                  <a:cubicBezTo>
                    <a:pt x="4631" y="7000"/>
                    <a:pt x="3371" y="6527"/>
                    <a:pt x="2394" y="5645"/>
                  </a:cubicBezTo>
                  <a:lnTo>
                    <a:pt x="2993" y="5046"/>
                  </a:lnTo>
                  <a:cubicBezTo>
                    <a:pt x="3088" y="4952"/>
                    <a:pt x="3151" y="4794"/>
                    <a:pt x="3088" y="4668"/>
                  </a:cubicBezTo>
                  <a:cubicBezTo>
                    <a:pt x="3056" y="4511"/>
                    <a:pt x="2962" y="4416"/>
                    <a:pt x="2772" y="4385"/>
                  </a:cubicBezTo>
                  <a:lnTo>
                    <a:pt x="536" y="3912"/>
                  </a:lnTo>
                  <a:cubicBezTo>
                    <a:pt x="506" y="3905"/>
                    <a:pt x="476" y="3901"/>
                    <a:pt x="446" y="3901"/>
                  </a:cubicBezTo>
                  <a:cubicBezTo>
                    <a:pt x="350" y="3901"/>
                    <a:pt x="254" y="3942"/>
                    <a:pt x="158" y="4038"/>
                  </a:cubicBezTo>
                  <a:cubicBezTo>
                    <a:pt x="32" y="4164"/>
                    <a:pt x="0" y="4290"/>
                    <a:pt x="32" y="4448"/>
                  </a:cubicBezTo>
                  <a:lnTo>
                    <a:pt x="504" y="6685"/>
                  </a:lnTo>
                  <a:cubicBezTo>
                    <a:pt x="536" y="6842"/>
                    <a:pt x="662" y="6937"/>
                    <a:pt x="788" y="7000"/>
                  </a:cubicBezTo>
                  <a:lnTo>
                    <a:pt x="882" y="7000"/>
                  </a:lnTo>
                  <a:cubicBezTo>
                    <a:pt x="1008" y="7000"/>
                    <a:pt x="1103" y="6968"/>
                    <a:pt x="1166" y="6874"/>
                  </a:cubicBezTo>
                  <a:lnTo>
                    <a:pt x="1764" y="6275"/>
                  </a:lnTo>
                  <a:cubicBezTo>
                    <a:pt x="2899" y="7315"/>
                    <a:pt x="4411" y="7850"/>
                    <a:pt x="5923" y="7850"/>
                  </a:cubicBezTo>
                  <a:cubicBezTo>
                    <a:pt x="7624" y="7850"/>
                    <a:pt x="9200" y="7189"/>
                    <a:pt x="10428" y="6023"/>
                  </a:cubicBezTo>
                  <a:cubicBezTo>
                    <a:pt x="11909" y="4511"/>
                    <a:pt x="12602" y="2400"/>
                    <a:pt x="12192" y="321"/>
                  </a:cubicBezTo>
                  <a:cubicBezTo>
                    <a:pt x="12164" y="123"/>
                    <a:pt x="11958" y="1"/>
                    <a:pt x="117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502" name="Google Shape;14502;p83"/>
            <p:cNvSpPr/>
            <p:nvPr/>
          </p:nvSpPr>
          <p:spPr>
            <a:xfrm>
              <a:off x="-62822225" y="2357750"/>
              <a:ext cx="193000" cy="192975"/>
            </a:xfrm>
            <a:custGeom>
              <a:avLst/>
              <a:gdLst/>
              <a:ahLst/>
              <a:cxnLst/>
              <a:rect l="l" t="t" r="r" b="b"/>
              <a:pathLst>
                <a:path w="7720" h="7719" extrusionOk="0">
                  <a:moveTo>
                    <a:pt x="2238" y="1323"/>
                  </a:moveTo>
                  <a:lnTo>
                    <a:pt x="2238" y="1323"/>
                  </a:lnTo>
                  <a:cubicBezTo>
                    <a:pt x="2143" y="1544"/>
                    <a:pt x="2049" y="1827"/>
                    <a:pt x="1986" y="2111"/>
                  </a:cubicBezTo>
                  <a:lnTo>
                    <a:pt x="1419" y="2111"/>
                  </a:lnTo>
                  <a:cubicBezTo>
                    <a:pt x="1671" y="1796"/>
                    <a:pt x="1923" y="1512"/>
                    <a:pt x="2238" y="1323"/>
                  </a:cubicBezTo>
                  <a:close/>
                  <a:moveTo>
                    <a:pt x="3466" y="1040"/>
                  </a:moveTo>
                  <a:lnTo>
                    <a:pt x="3466" y="2111"/>
                  </a:lnTo>
                  <a:lnTo>
                    <a:pt x="2836" y="2111"/>
                  </a:lnTo>
                  <a:cubicBezTo>
                    <a:pt x="2994" y="1575"/>
                    <a:pt x="3246" y="1229"/>
                    <a:pt x="3466" y="1040"/>
                  </a:cubicBezTo>
                  <a:close/>
                  <a:moveTo>
                    <a:pt x="4254" y="1040"/>
                  </a:moveTo>
                  <a:cubicBezTo>
                    <a:pt x="4538" y="1229"/>
                    <a:pt x="4727" y="1575"/>
                    <a:pt x="4884" y="2111"/>
                  </a:cubicBezTo>
                  <a:lnTo>
                    <a:pt x="4254" y="2111"/>
                  </a:lnTo>
                  <a:lnTo>
                    <a:pt x="4254" y="1040"/>
                  </a:lnTo>
                  <a:close/>
                  <a:moveTo>
                    <a:pt x="5483" y="1323"/>
                  </a:moveTo>
                  <a:lnTo>
                    <a:pt x="5483" y="1323"/>
                  </a:lnTo>
                  <a:cubicBezTo>
                    <a:pt x="5798" y="1512"/>
                    <a:pt x="6081" y="1796"/>
                    <a:pt x="6302" y="2111"/>
                  </a:cubicBezTo>
                  <a:lnTo>
                    <a:pt x="5766" y="2111"/>
                  </a:lnTo>
                  <a:cubicBezTo>
                    <a:pt x="5672" y="1827"/>
                    <a:pt x="5609" y="1544"/>
                    <a:pt x="5483" y="1323"/>
                  </a:cubicBezTo>
                  <a:close/>
                  <a:moveTo>
                    <a:pt x="1765" y="2930"/>
                  </a:moveTo>
                  <a:cubicBezTo>
                    <a:pt x="1734" y="3245"/>
                    <a:pt x="1702" y="3560"/>
                    <a:pt x="1702" y="3875"/>
                  </a:cubicBezTo>
                  <a:cubicBezTo>
                    <a:pt x="1702" y="4190"/>
                    <a:pt x="1734" y="4537"/>
                    <a:pt x="1765" y="4820"/>
                  </a:cubicBezTo>
                  <a:lnTo>
                    <a:pt x="978" y="4820"/>
                  </a:lnTo>
                  <a:cubicBezTo>
                    <a:pt x="883" y="4537"/>
                    <a:pt x="820" y="4222"/>
                    <a:pt x="820" y="3875"/>
                  </a:cubicBezTo>
                  <a:cubicBezTo>
                    <a:pt x="820" y="3497"/>
                    <a:pt x="883" y="3214"/>
                    <a:pt x="978" y="2930"/>
                  </a:cubicBezTo>
                  <a:close/>
                  <a:moveTo>
                    <a:pt x="5136" y="2930"/>
                  </a:moveTo>
                  <a:cubicBezTo>
                    <a:pt x="5168" y="3245"/>
                    <a:pt x="5199" y="3560"/>
                    <a:pt x="5199" y="3875"/>
                  </a:cubicBezTo>
                  <a:cubicBezTo>
                    <a:pt x="5199" y="4222"/>
                    <a:pt x="5168" y="4537"/>
                    <a:pt x="5136" y="4820"/>
                  </a:cubicBezTo>
                  <a:lnTo>
                    <a:pt x="4286" y="4820"/>
                  </a:lnTo>
                  <a:lnTo>
                    <a:pt x="4286" y="2930"/>
                  </a:lnTo>
                  <a:close/>
                  <a:moveTo>
                    <a:pt x="6743" y="2930"/>
                  </a:moveTo>
                  <a:cubicBezTo>
                    <a:pt x="6869" y="3245"/>
                    <a:pt x="6900" y="3560"/>
                    <a:pt x="6900" y="3875"/>
                  </a:cubicBezTo>
                  <a:cubicBezTo>
                    <a:pt x="6900" y="4222"/>
                    <a:pt x="6869" y="4537"/>
                    <a:pt x="6743" y="4820"/>
                  </a:cubicBezTo>
                  <a:lnTo>
                    <a:pt x="5955" y="4820"/>
                  </a:lnTo>
                  <a:cubicBezTo>
                    <a:pt x="5987" y="4505"/>
                    <a:pt x="6018" y="4190"/>
                    <a:pt x="6018" y="3875"/>
                  </a:cubicBezTo>
                  <a:cubicBezTo>
                    <a:pt x="6018" y="3560"/>
                    <a:pt x="5987" y="3214"/>
                    <a:pt x="5955" y="2930"/>
                  </a:cubicBezTo>
                  <a:close/>
                  <a:moveTo>
                    <a:pt x="3466" y="2930"/>
                  </a:moveTo>
                  <a:lnTo>
                    <a:pt x="3466" y="4852"/>
                  </a:lnTo>
                  <a:lnTo>
                    <a:pt x="2647" y="4852"/>
                  </a:lnTo>
                  <a:cubicBezTo>
                    <a:pt x="2553" y="4537"/>
                    <a:pt x="2553" y="4222"/>
                    <a:pt x="2553" y="3875"/>
                  </a:cubicBezTo>
                  <a:cubicBezTo>
                    <a:pt x="2553" y="3497"/>
                    <a:pt x="2616" y="3214"/>
                    <a:pt x="2647" y="2930"/>
                  </a:cubicBezTo>
                  <a:close/>
                  <a:moveTo>
                    <a:pt x="6302" y="5640"/>
                  </a:moveTo>
                  <a:cubicBezTo>
                    <a:pt x="6081" y="5955"/>
                    <a:pt x="5798" y="6238"/>
                    <a:pt x="5483" y="6427"/>
                  </a:cubicBezTo>
                  <a:cubicBezTo>
                    <a:pt x="5609" y="6207"/>
                    <a:pt x="5672" y="5923"/>
                    <a:pt x="5766" y="5640"/>
                  </a:cubicBezTo>
                  <a:close/>
                  <a:moveTo>
                    <a:pt x="1986" y="5671"/>
                  </a:moveTo>
                  <a:cubicBezTo>
                    <a:pt x="2049" y="5955"/>
                    <a:pt x="2143" y="6238"/>
                    <a:pt x="2238" y="6459"/>
                  </a:cubicBezTo>
                  <a:cubicBezTo>
                    <a:pt x="1923" y="6238"/>
                    <a:pt x="1671" y="5955"/>
                    <a:pt x="1419" y="5671"/>
                  </a:cubicBezTo>
                  <a:close/>
                  <a:moveTo>
                    <a:pt x="4916" y="5640"/>
                  </a:moveTo>
                  <a:cubicBezTo>
                    <a:pt x="4727" y="6144"/>
                    <a:pt x="4538" y="6522"/>
                    <a:pt x="4286" y="6711"/>
                  </a:cubicBezTo>
                  <a:lnTo>
                    <a:pt x="4286" y="5640"/>
                  </a:lnTo>
                  <a:close/>
                  <a:moveTo>
                    <a:pt x="3466" y="5671"/>
                  </a:moveTo>
                  <a:lnTo>
                    <a:pt x="3466" y="6742"/>
                  </a:lnTo>
                  <a:cubicBezTo>
                    <a:pt x="3246" y="6553"/>
                    <a:pt x="2994" y="6144"/>
                    <a:pt x="2836" y="5671"/>
                  </a:cubicBezTo>
                  <a:close/>
                  <a:moveTo>
                    <a:pt x="3876" y="0"/>
                  </a:moveTo>
                  <a:cubicBezTo>
                    <a:pt x="2301" y="0"/>
                    <a:pt x="915" y="945"/>
                    <a:pt x="316" y="2332"/>
                  </a:cubicBezTo>
                  <a:cubicBezTo>
                    <a:pt x="127" y="2804"/>
                    <a:pt x="1" y="3308"/>
                    <a:pt x="1" y="3875"/>
                  </a:cubicBezTo>
                  <a:cubicBezTo>
                    <a:pt x="1" y="4411"/>
                    <a:pt x="127" y="4946"/>
                    <a:pt x="316" y="5419"/>
                  </a:cubicBezTo>
                  <a:cubicBezTo>
                    <a:pt x="915" y="6774"/>
                    <a:pt x="2301" y="7719"/>
                    <a:pt x="3876" y="7719"/>
                  </a:cubicBezTo>
                  <a:cubicBezTo>
                    <a:pt x="5451" y="7719"/>
                    <a:pt x="6806" y="6774"/>
                    <a:pt x="7405" y="5419"/>
                  </a:cubicBezTo>
                  <a:cubicBezTo>
                    <a:pt x="7594" y="4946"/>
                    <a:pt x="7720" y="4411"/>
                    <a:pt x="7720" y="3875"/>
                  </a:cubicBezTo>
                  <a:cubicBezTo>
                    <a:pt x="7720" y="3308"/>
                    <a:pt x="7594" y="2804"/>
                    <a:pt x="7405" y="2332"/>
                  </a:cubicBezTo>
                  <a:cubicBezTo>
                    <a:pt x="6806" y="945"/>
                    <a:pt x="5451" y="0"/>
                    <a:pt x="38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503" name="Google Shape;14503;p83"/>
          <p:cNvGrpSpPr/>
          <p:nvPr/>
        </p:nvGrpSpPr>
        <p:grpSpPr>
          <a:xfrm>
            <a:off x="3512023" y="2259206"/>
            <a:ext cx="365344" cy="367165"/>
            <a:chOff x="-62882850" y="2664925"/>
            <a:chExt cx="315850" cy="317425"/>
          </a:xfrm>
        </p:grpSpPr>
        <p:sp>
          <p:nvSpPr>
            <p:cNvPr id="14504" name="Google Shape;14504;p83"/>
            <p:cNvSpPr/>
            <p:nvPr/>
          </p:nvSpPr>
          <p:spPr>
            <a:xfrm>
              <a:off x="-62882850" y="2664925"/>
              <a:ext cx="315850" cy="317425"/>
            </a:xfrm>
            <a:custGeom>
              <a:avLst/>
              <a:gdLst/>
              <a:ahLst/>
              <a:cxnLst/>
              <a:rect l="l" t="t" r="r" b="b"/>
              <a:pathLst>
                <a:path w="12634" h="12697" extrusionOk="0">
                  <a:moveTo>
                    <a:pt x="11405" y="851"/>
                  </a:moveTo>
                  <a:cubicBezTo>
                    <a:pt x="11657" y="851"/>
                    <a:pt x="11814" y="1040"/>
                    <a:pt x="11814" y="1260"/>
                  </a:cubicBezTo>
                  <a:lnTo>
                    <a:pt x="11814" y="7719"/>
                  </a:lnTo>
                  <a:lnTo>
                    <a:pt x="788" y="7719"/>
                  </a:lnTo>
                  <a:lnTo>
                    <a:pt x="788" y="1260"/>
                  </a:lnTo>
                  <a:cubicBezTo>
                    <a:pt x="788" y="1040"/>
                    <a:pt x="977" y="851"/>
                    <a:pt x="1197" y="851"/>
                  </a:cubicBezTo>
                  <a:close/>
                  <a:moveTo>
                    <a:pt x="11814" y="8506"/>
                  </a:moveTo>
                  <a:lnTo>
                    <a:pt x="11814" y="8947"/>
                  </a:lnTo>
                  <a:cubicBezTo>
                    <a:pt x="11814" y="9199"/>
                    <a:pt x="11594" y="9389"/>
                    <a:pt x="11405" y="9389"/>
                  </a:cubicBezTo>
                  <a:lnTo>
                    <a:pt x="1197" y="9389"/>
                  </a:lnTo>
                  <a:cubicBezTo>
                    <a:pt x="977" y="9389"/>
                    <a:pt x="788" y="9199"/>
                    <a:pt x="788" y="8947"/>
                  </a:cubicBezTo>
                  <a:lnTo>
                    <a:pt x="788" y="8506"/>
                  </a:lnTo>
                  <a:close/>
                  <a:moveTo>
                    <a:pt x="7782" y="10208"/>
                  </a:moveTo>
                  <a:lnTo>
                    <a:pt x="8349" y="11877"/>
                  </a:lnTo>
                  <a:lnTo>
                    <a:pt x="4253" y="11877"/>
                  </a:lnTo>
                  <a:lnTo>
                    <a:pt x="4789" y="10208"/>
                  </a:lnTo>
                  <a:close/>
                  <a:moveTo>
                    <a:pt x="1197" y="0"/>
                  </a:moveTo>
                  <a:cubicBezTo>
                    <a:pt x="536" y="0"/>
                    <a:pt x="0" y="567"/>
                    <a:pt x="0" y="1229"/>
                  </a:cubicBezTo>
                  <a:lnTo>
                    <a:pt x="0" y="8947"/>
                  </a:lnTo>
                  <a:cubicBezTo>
                    <a:pt x="0" y="9609"/>
                    <a:pt x="536" y="10176"/>
                    <a:pt x="1197" y="10176"/>
                  </a:cubicBezTo>
                  <a:lnTo>
                    <a:pt x="3938" y="10176"/>
                  </a:lnTo>
                  <a:lnTo>
                    <a:pt x="3371" y="11814"/>
                  </a:lnTo>
                  <a:lnTo>
                    <a:pt x="2867" y="11814"/>
                  </a:lnTo>
                  <a:cubicBezTo>
                    <a:pt x="2615" y="11814"/>
                    <a:pt x="2457" y="12003"/>
                    <a:pt x="2457" y="12255"/>
                  </a:cubicBezTo>
                  <a:cubicBezTo>
                    <a:pt x="2457" y="12476"/>
                    <a:pt x="2678" y="12697"/>
                    <a:pt x="2867" y="12697"/>
                  </a:cubicBezTo>
                  <a:lnTo>
                    <a:pt x="9767" y="12697"/>
                  </a:lnTo>
                  <a:cubicBezTo>
                    <a:pt x="9987" y="12697"/>
                    <a:pt x="10176" y="12476"/>
                    <a:pt x="10176" y="12255"/>
                  </a:cubicBezTo>
                  <a:cubicBezTo>
                    <a:pt x="10176" y="12003"/>
                    <a:pt x="9987" y="11814"/>
                    <a:pt x="9767" y="11814"/>
                  </a:cubicBezTo>
                  <a:lnTo>
                    <a:pt x="9231" y="11814"/>
                  </a:lnTo>
                  <a:lnTo>
                    <a:pt x="8695" y="10176"/>
                  </a:lnTo>
                  <a:lnTo>
                    <a:pt x="11405" y="10176"/>
                  </a:lnTo>
                  <a:cubicBezTo>
                    <a:pt x="12066" y="10176"/>
                    <a:pt x="12634" y="9609"/>
                    <a:pt x="12634" y="8947"/>
                  </a:cubicBezTo>
                  <a:lnTo>
                    <a:pt x="12634" y="1229"/>
                  </a:lnTo>
                  <a:cubicBezTo>
                    <a:pt x="12634" y="567"/>
                    <a:pt x="12066" y="0"/>
                    <a:pt x="114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505" name="Google Shape;14505;p83"/>
            <p:cNvSpPr/>
            <p:nvPr/>
          </p:nvSpPr>
          <p:spPr>
            <a:xfrm>
              <a:off x="-62756050" y="2702725"/>
              <a:ext cx="62225" cy="146525"/>
            </a:xfrm>
            <a:custGeom>
              <a:avLst/>
              <a:gdLst/>
              <a:ahLst/>
              <a:cxnLst/>
              <a:rect l="l" t="t" r="r" b="b"/>
              <a:pathLst>
                <a:path w="2489" h="5861" extrusionOk="0">
                  <a:moveTo>
                    <a:pt x="1229" y="0"/>
                  </a:moveTo>
                  <a:cubicBezTo>
                    <a:pt x="977" y="0"/>
                    <a:pt x="819" y="189"/>
                    <a:pt x="819" y="441"/>
                  </a:cubicBezTo>
                  <a:lnTo>
                    <a:pt x="819" y="693"/>
                  </a:lnTo>
                  <a:cubicBezTo>
                    <a:pt x="347" y="851"/>
                    <a:pt x="0" y="1324"/>
                    <a:pt x="0" y="1891"/>
                  </a:cubicBezTo>
                  <a:cubicBezTo>
                    <a:pt x="0" y="2552"/>
                    <a:pt x="536" y="2962"/>
                    <a:pt x="977" y="3277"/>
                  </a:cubicBezTo>
                  <a:cubicBezTo>
                    <a:pt x="1292" y="3497"/>
                    <a:pt x="1639" y="3749"/>
                    <a:pt x="1639" y="3970"/>
                  </a:cubicBezTo>
                  <a:cubicBezTo>
                    <a:pt x="1639" y="4222"/>
                    <a:pt x="1450" y="4411"/>
                    <a:pt x="1229" y="4411"/>
                  </a:cubicBezTo>
                  <a:cubicBezTo>
                    <a:pt x="977" y="4411"/>
                    <a:pt x="819" y="4222"/>
                    <a:pt x="819" y="3970"/>
                  </a:cubicBezTo>
                  <a:cubicBezTo>
                    <a:pt x="819" y="3749"/>
                    <a:pt x="630" y="3529"/>
                    <a:pt x="441" y="3529"/>
                  </a:cubicBezTo>
                  <a:cubicBezTo>
                    <a:pt x="189" y="3529"/>
                    <a:pt x="0" y="3749"/>
                    <a:pt x="0" y="3970"/>
                  </a:cubicBezTo>
                  <a:cubicBezTo>
                    <a:pt x="0" y="4537"/>
                    <a:pt x="347" y="4947"/>
                    <a:pt x="819" y="5167"/>
                  </a:cubicBezTo>
                  <a:lnTo>
                    <a:pt x="819" y="5419"/>
                  </a:lnTo>
                  <a:cubicBezTo>
                    <a:pt x="819" y="5671"/>
                    <a:pt x="1008" y="5860"/>
                    <a:pt x="1229" y="5860"/>
                  </a:cubicBezTo>
                  <a:cubicBezTo>
                    <a:pt x="1450" y="5860"/>
                    <a:pt x="1639" y="5671"/>
                    <a:pt x="1639" y="5419"/>
                  </a:cubicBezTo>
                  <a:lnTo>
                    <a:pt x="1639" y="5167"/>
                  </a:lnTo>
                  <a:cubicBezTo>
                    <a:pt x="2111" y="5010"/>
                    <a:pt x="2489" y="4537"/>
                    <a:pt x="2489" y="3970"/>
                  </a:cubicBezTo>
                  <a:cubicBezTo>
                    <a:pt x="2489" y="3308"/>
                    <a:pt x="1922" y="2899"/>
                    <a:pt x="1481" y="2584"/>
                  </a:cubicBezTo>
                  <a:cubicBezTo>
                    <a:pt x="1166" y="2363"/>
                    <a:pt x="819" y="2111"/>
                    <a:pt x="819" y="1891"/>
                  </a:cubicBezTo>
                  <a:cubicBezTo>
                    <a:pt x="819" y="1639"/>
                    <a:pt x="977" y="1450"/>
                    <a:pt x="1229" y="1450"/>
                  </a:cubicBezTo>
                  <a:cubicBezTo>
                    <a:pt x="1450" y="1450"/>
                    <a:pt x="1639" y="1639"/>
                    <a:pt x="1639" y="1891"/>
                  </a:cubicBezTo>
                  <a:cubicBezTo>
                    <a:pt x="1639" y="2111"/>
                    <a:pt x="1859" y="2332"/>
                    <a:pt x="2048" y="2332"/>
                  </a:cubicBezTo>
                  <a:cubicBezTo>
                    <a:pt x="2237" y="2332"/>
                    <a:pt x="2489" y="2111"/>
                    <a:pt x="2489" y="1891"/>
                  </a:cubicBezTo>
                  <a:cubicBezTo>
                    <a:pt x="2489" y="1324"/>
                    <a:pt x="2143" y="914"/>
                    <a:pt x="1639" y="693"/>
                  </a:cubicBezTo>
                  <a:lnTo>
                    <a:pt x="1639" y="441"/>
                  </a:lnTo>
                  <a:cubicBezTo>
                    <a:pt x="1639" y="189"/>
                    <a:pt x="1450" y="0"/>
                    <a:pt x="12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4506" name="Google Shape;14506;p83"/>
          <p:cNvSpPr/>
          <p:nvPr/>
        </p:nvSpPr>
        <p:spPr>
          <a:xfrm>
            <a:off x="2175712" y="2733502"/>
            <a:ext cx="369016" cy="364563"/>
          </a:xfrm>
          <a:custGeom>
            <a:avLst/>
            <a:gdLst/>
            <a:ahLst/>
            <a:cxnLst/>
            <a:rect l="l" t="t" r="r" b="b"/>
            <a:pathLst>
              <a:path w="12761" h="12607" extrusionOk="0">
                <a:moveTo>
                  <a:pt x="1860" y="2084"/>
                </a:moveTo>
                <a:lnTo>
                  <a:pt x="7373" y="2997"/>
                </a:lnTo>
                <a:lnTo>
                  <a:pt x="5861" y="4509"/>
                </a:lnTo>
                <a:lnTo>
                  <a:pt x="1261" y="2682"/>
                </a:lnTo>
                <a:lnTo>
                  <a:pt x="1860" y="2084"/>
                </a:lnTo>
                <a:close/>
                <a:moveTo>
                  <a:pt x="11229" y="836"/>
                </a:moveTo>
                <a:cubicBezTo>
                  <a:pt x="11412" y="836"/>
                  <a:pt x="11578" y="881"/>
                  <a:pt x="11689" y="981"/>
                </a:cubicBezTo>
                <a:cubicBezTo>
                  <a:pt x="11847" y="1107"/>
                  <a:pt x="11878" y="1359"/>
                  <a:pt x="11847" y="1611"/>
                </a:cubicBezTo>
                <a:cubicBezTo>
                  <a:pt x="11815" y="1894"/>
                  <a:pt x="11658" y="2210"/>
                  <a:pt x="11500" y="2367"/>
                </a:cubicBezTo>
                <a:lnTo>
                  <a:pt x="7405" y="6463"/>
                </a:lnTo>
                <a:lnTo>
                  <a:pt x="5168" y="8700"/>
                </a:lnTo>
                <a:cubicBezTo>
                  <a:pt x="5073" y="8794"/>
                  <a:pt x="5010" y="8952"/>
                  <a:pt x="5042" y="9078"/>
                </a:cubicBezTo>
                <a:lnTo>
                  <a:pt x="5262" y="10306"/>
                </a:lnTo>
                <a:lnTo>
                  <a:pt x="4223" y="11377"/>
                </a:lnTo>
                <a:lnTo>
                  <a:pt x="3782" y="9204"/>
                </a:lnTo>
                <a:cubicBezTo>
                  <a:pt x="3750" y="9046"/>
                  <a:pt x="3624" y="8952"/>
                  <a:pt x="3466" y="8889"/>
                </a:cubicBezTo>
                <a:lnTo>
                  <a:pt x="1293" y="8479"/>
                </a:lnTo>
                <a:lnTo>
                  <a:pt x="2364" y="7408"/>
                </a:lnTo>
                <a:lnTo>
                  <a:pt x="3624" y="7628"/>
                </a:lnTo>
                <a:cubicBezTo>
                  <a:pt x="3659" y="7646"/>
                  <a:pt x="3697" y="7654"/>
                  <a:pt x="3734" y="7654"/>
                </a:cubicBezTo>
                <a:cubicBezTo>
                  <a:pt x="3831" y="7654"/>
                  <a:pt x="3925" y="7602"/>
                  <a:pt x="3971" y="7534"/>
                </a:cubicBezTo>
                <a:lnTo>
                  <a:pt x="6207" y="5266"/>
                </a:lnTo>
                <a:lnTo>
                  <a:pt x="10272" y="1233"/>
                </a:lnTo>
                <a:cubicBezTo>
                  <a:pt x="10496" y="988"/>
                  <a:pt x="10892" y="836"/>
                  <a:pt x="11229" y="836"/>
                </a:cubicBezTo>
                <a:close/>
                <a:moveTo>
                  <a:pt x="9641" y="5360"/>
                </a:moveTo>
                <a:lnTo>
                  <a:pt x="10587" y="10873"/>
                </a:lnTo>
                <a:lnTo>
                  <a:pt x="9988" y="11472"/>
                </a:lnTo>
                <a:lnTo>
                  <a:pt x="8161" y="6872"/>
                </a:lnTo>
                <a:lnTo>
                  <a:pt x="9641" y="5360"/>
                </a:lnTo>
                <a:close/>
                <a:moveTo>
                  <a:pt x="11241" y="1"/>
                </a:moveTo>
                <a:cubicBezTo>
                  <a:pt x="10688" y="1"/>
                  <a:pt x="10104" y="248"/>
                  <a:pt x="9736" y="634"/>
                </a:cubicBezTo>
                <a:lnTo>
                  <a:pt x="8066" y="2304"/>
                </a:lnTo>
                <a:lnTo>
                  <a:pt x="1765" y="1233"/>
                </a:lnTo>
                <a:cubicBezTo>
                  <a:pt x="1742" y="1227"/>
                  <a:pt x="1718" y="1225"/>
                  <a:pt x="1693" y="1225"/>
                </a:cubicBezTo>
                <a:cubicBezTo>
                  <a:pt x="1585" y="1225"/>
                  <a:pt x="1470" y="1276"/>
                  <a:pt x="1419" y="1327"/>
                </a:cubicBezTo>
                <a:lnTo>
                  <a:pt x="221" y="2525"/>
                </a:lnTo>
                <a:cubicBezTo>
                  <a:pt x="158" y="2588"/>
                  <a:pt x="64" y="2745"/>
                  <a:pt x="127" y="2903"/>
                </a:cubicBezTo>
                <a:cubicBezTo>
                  <a:pt x="158" y="3029"/>
                  <a:pt x="221" y="3155"/>
                  <a:pt x="348" y="3218"/>
                </a:cubicBezTo>
                <a:lnTo>
                  <a:pt x="5199" y="5171"/>
                </a:lnTo>
                <a:lnTo>
                  <a:pt x="3561" y="6809"/>
                </a:lnTo>
                <a:lnTo>
                  <a:pt x="2301" y="6589"/>
                </a:lnTo>
                <a:cubicBezTo>
                  <a:pt x="2267" y="6572"/>
                  <a:pt x="2231" y="6564"/>
                  <a:pt x="2195" y="6564"/>
                </a:cubicBezTo>
                <a:cubicBezTo>
                  <a:pt x="2095" y="6564"/>
                  <a:pt x="1992" y="6622"/>
                  <a:pt x="1923" y="6715"/>
                </a:cubicBezTo>
                <a:lnTo>
                  <a:pt x="158" y="8479"/>
                </a:lnTo>
                <a:cubicBezTo>
                  <a:pt x="32" y="8605"/>
                  <a:pt x="1" y="8731"/>
                  <a:pt x="32" y="8857"/>
                </a:cubicBezTo>
                <a:cubicBezTo>
                  <a:pt x="95" y="9015"/>
                  <a:pt x="190" y="9109"/>
                  <a:pt x="348" y="9141"/>
                </a:cubicBezTo>
                <a:lnTo>
                  <a:pt x="2994" y="9645"/>
                </a:lnTo>
                <a:lnTo>
                  <a:pt x="3498" y="12291"/>
                </a:lnTo>
                <a:cubicBezTo>
                  <a:pt x="3561" y="12449"/>
                  <a:pt x="3656" y="12575"/>
                  <a:pt x="3782" y="12606"/>
                </a:cubicBezTo>
                <a:lnTo>
                  <a:pt x="3908" y="12606"/>
                </a:lnTo>
                <a:cubicBezTo>
                  <a:pt x="4034" y="12606"/>
                  <a:pt x="4097" y="12575"/>
                  <a:pt x="4191" y="12480"/>
                </a:cubicBezTo>
                <a:lnTo>
                  <a:pt x="5955" y="10716"/>
                </a:lnTo>
                <a:cubicBezTo>
                  <a:pt x="6018" y="10653"/>
                  <a:pt x="6113" y="10464"/>
                  <a:pt x="6081" y="10369"/>
                </a:cubicBezTo>
                <a:lnTo>
                  <a:pt x="5829" y="9109"/>
                </a:lnTo>
                <a:lnTo>
                  <a:pt x="7499" y="7439"/>
                </a:lnTo>
                <a:lnTo>
                  <a:pt x="9421" y="12291"/>
                </a:lnTo>
                <a:cubicBezTo>
                  <a:pt x="9452" y="12417"/>
                  <a:pt x="9578" y="12543"/>
                  <a:pt x="9736" y="12543"/>
                </a:cubicBezTo>
                <a:lnTo>
                  <a:pt x="9799" y="12543"/>
                </a:lnTo>
                <a:cubicBezTo>
                  <a:pt x="9925" y="12543"/>
                  <a:pt x="9988" y="12480"/>
                  <a:pt x="10083" y="12417"/>
                </a:cubicBezTo>
                <a:lnTo>
                  <a:pt x="11248" y="11220"/>
                </a:lnTo>
                <a:cubicBezTo>
                  <a:pt x="11343" y="11157"/>
                  <a:pt x="11374" y="10999"/>
                  <a:pt x="11374" y="10873"/>
                </a:cubicBezTo>
                <a:lnTo>
                  <a:pt x="10303" y="4572"/>
                </a:lnTo>
                <a:lnTo>
                  <a:pt x="11973" y="2903"/>
                </a:lnTo>
                <a:cubicBezTo>
                  <a:pt x="12288" y="2588"/>
                  <a:pt x="12477" y="2178"/>
                  <a:pt x="12571" y="1705"/>
                </a:cubicBezTo>
                <a:cubicBezTo>
                  <a:pt x="12760" y="1201"/>
                  <a:pt x="12603" y="729"/>
                  <a:pt x="12288" y="414"/>
                </a:cubicBezTo>
                <a:cubicBezTo>
                  <a:pt x="12013" y="126"/>
                  <a:pt x="11635" y="1"/>
                  <a:pt x="112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4507" name="Google Shape;14507;p83"/>
          <p:cNvGrpSpPr/>
          <p:nvPr/>
        </p:nvGrpSpPr>
        <p:grpSpPr>
          <a:xfrm>
            <a:off x="2183172" y="3171846"/>
            <a:ext cx="366269" cy="359907"/>
            <a:chOff x="-60988625" y="2310475"/>
            <a:chExt cx="316650" cy="311150"/>
          </a:xfrm>
        </p:grpSpPr>
        <p:sp>
          <p:nvSpPr>
            <p:cNvPr id="14508" name="Google Shape;14508;p83"/>
            <p:cNvSpPr/>
            <p:nvPr/>
          </p:nvSpPr>
          <p:spPr>
            <a:xfrm>
              <a:off x="-60988625" y="2310475"/>
              <a:ext cx="311125" cy="311150"/>
            </a:xfrm>
            <a:custGeom>
              <a:avLst/>
              <a:gdLst/>
              <a:ahLst/>
              <a:cxnLst/>
              <a:rect l="l" t="t" r="r" b="b"/>
              <a:pathLst>
                <a:path w="12445" h="12446" extrusionOk="0">
                  <a:moveTo>
                    <a:pt x="7877" y="883"/>
                  </a:moveTo>
                  <a:cubicBezTo>
                    <a:pt x="8097" y="883"/>
                    <a:pt x="8318" y="1072"/>
                    <a:pt x="8318" y="1324"/>
                  </a:cubicBezTo>
                  <a:lnTo>
                    <a:pt x="8318" y="10398"/>
                  </a:lnTo>
                  <a:cubicBezTo>
                    <a:pt x="8318" y="10870"/>
                    <a:pt x="8444" y="11311"/>
                    <a:pt x="8727" y="11626"/>
                  </a:cubicBezTo>
                  <a:lnTo>
                    <a:pt x="2111" y="11626"/>
                  </a:lnTo>
                  <a:cubicBezTo>
                    <a:pt x="1450" y="11626"/>
                    <a:pt x="851" y="11091"/>
                    <a:pt x="851" y="10398"/>
                  </a:cubicBezTo>
                  <a:lnTo>
                    <a:pt x="851" y="1324"/>
                  </a:lnTo>
                  <a:lnTo>
                    <a:pt x="820" y="1324"/>
                  </a:lnTo>
                  <a:cubicBezTo>
                    <a:pt x="820" y="1072"/>
                    <a:pt x="1009" y="883"/>
                    <a:pt x="1261" y="883"/>
                  </a:cubicBezTo>
                  <a:close/>
                  <a:moveTo>
                    <a:pt x="11500" y="10807"/>
                  </a:moveTo>
                  <a:cubicBezTo>
                    <a:pt x="11342" y="11280"/>
                    <a:pt x="10870" y="11626"/>
                    <a:pt x="10303" y="11626"/>
                  </a:cubicBezTo>
                  <a:cubicBezTo>
                    <a:pt x="9767" y="11626"/>
                    <a:pt x="9326" y="11280"/>
                    <a:pt x="9137" y="10807"/>
                  </a:cubicBezTo>
                  <a:close/>
                  <a:moveTo>
                    <a:pt x="1261" y="1"/>
                  </a:moveTo>
                  <a:cubicBezTo>
                    <a:pt x="568" y="1"/>
                    <a:pt x="32" y="568"/>
                    <a:pt x="32" y="1230"/>
                  </a:cubicBezTo>
                  <a:lnTo>
                    <a:pt x="32" y="10334"/>
                  </a:lnTo>
                  <a:cubicBezTo>
                    <a:pt x="0" y="11563"/>
                    <a:pt x="946" y="12445"/>
                    <a:pt x="2080" y="12445"/>
                  </a:cubicBezTo>
                  <a:lnTo>
                    <a:pt x="10334" y="12445"/>
                  </a:lnTo>
                  <a:cubicBezTo>
                    <a:pt x="11500" y="12445"/>
                    <a:pt x="12445" y="11500"/>
                    <a:pt x="12445" y="10366"/>
                  </a:cubicBezTo>
                  <a:cubicBezTo>
                    <a:pt x="12445" y="10145"/>
                    <a:pt x="12224" y="9925"/>
                    <a:pt x="12004" y="9925"/>
                  </a:cubicBezTo>
                  <a:lnTo>
                    <a:pt x="9074" y="9925"/>
                  </a:lnTo>
                  <a:lnTo>
                    <a:pt x="9074" y="1230"/>
                  </a:lnTo>
                  <a:cubicBezTo>
                    <a:pt x="9074" y="568"/>
                    <a:pt x="8538" y="1"/>
                    <a:pt x="78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509" name="Google Shape;14509;p83"/>
            <p:cNvSpPr/>
            <p:nvPr/>
          </p:nvSpPr>
          <p:spPr>
            <a:xfrm>
              <a:off x="-60947675" y="2353025"/>
              <a:ext cx="145725" cy="20500"/>
            </a:xfrm>
            <a:custGeom>
              <a:avLst/>
              <a:gdLst/>
              <a:ahLst/>
              <a:cxnLst/>
              <a:rect l="l" t="t" r="r" b="b"/>
              <a:pathLst>
                <a:path w="5829" h="820" extrusionOk="0">
                  <a:moveTo>
                    <a:pt x="442" y="0"/>
                  </a:moveTo>
                  <a:cubicBezTo>
                    <a:pt x="190" y="0"/>
                    <a:pt x="1" y="189"/>
                    <a:pt x="1" y="441"/>
                  </a:cubicBezTo>
                  <a:cubicBezTo>
                    <a:pt x="1" y="630"/>
                    <a:pt x="190" y="819"/>
                    <a:pt x="442" y="819"/>
                  </a:cubicBezTo>
                  <a:lnTo>
                    <a:pt x="5388" y="819"/>
                  </a:lnTo>
                  <a:cubicBezTo>
                    <a:pt x="5640" y="819"/>
                    <a:pt x="5829" y="630"/>
                    <a:pt x="5829" y="441"/>
                  </a:cubicBezTo>
                  <a:cubicBezTo>
                    <a:pt x="5829" y="189"/>
                    <a:pt x="5640" y="0"/>
                    <a:pt x="53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510" name="Google Shape;14510;p83"/>
            <p:cNvSpPr/>
            <p:nvPr/>
          </p:nvSpPr>
          <p:spPr>
            <a:xfrm>
              <a:off x="-60947675" y="2415250"/>
              <a:ext cx="145725" cy="20500"/>
            </a:xfrm>
            <a:custGeom>
              <a:avLst/>
              <a:gdLst/>
              <a:ahLst/>
              <a:cxnLst/>
              <a:rect l="l" t="t" r="r" b="b"/>
              <a:pathLst>
                <a:path w="5829" h="820" extrusionOk="0">
                  <a:moveTo>
                    <a:pt x="442" y="0"/>
                  </a:moveTo>
                  <a:cubicBezTo>
                    <a:pt x="190" y="0"/>
                    <a:pt x="1" y="189"/>
                    <a:pt x="1" y="378"/>
                  </a:cubicBezTo>
                  <a:cubicBezTo>
                    <a:pt x="1" y="630"/>
                    <a:pt x="190" y="819"/>
                    <a:pt x="442" y="819"/>
                  </a:cubicBezTo>
                  <a:lnTo>
                    <a:pt x="5388" y="819"/>
                  </a:lnTo>
                  <a:cubicBezTo>
                    <a:pt x="5640" y="819"/>
                    <a:pt x="5829" y="630"/>
                    <a:pt x="5829" y="378"/>
                  </a:cubicBezTo>
                  <a:cubicBezTo>
                    <a:pt x="5829" y="158"/>
                    <a:pt x="5640" y="0"/>
                    <a:pt x="53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511" name="Google Shape;14511;p83"/>
            <p:cNvSpPr/>
            <p:nvPr/>
          </p:nvSpPr>
          <p:spPr>
            <a:xfrm>
              <a:off x="-60947675" y="2475875"/>
              <a:ext cx="145725" cy="22100"/>
            </a:xfrm>
            <a:custGeom>
              <a:avLst/>
              <a:gdLst/>
              <a:ahLst/>
              <a:cxnLst/>
              <a:rect l="l" t="t" r="r" b="b"/>
              <a:pathLst>
                <a:path w="5829" h="884" extrusionOk="0">
                  <a:moveTo>
                    <a:pt x="442" y="1"/>
                  </a:moveTo>
                  <a:cubicBezTo>
                    <a:pt x="190" y="1"/>
                    <a:pt x="1" y="221"/>
                    <a:pt x="1" y="442"/>
                  </a:cubicBezTo>
                  <a:cubicBezTo>
                    <a:pt x="1" y="694"/>
                    <a:pt x="190" y="883"/>
                    <a:pt x="442" y="883"/>
                  </a:cubicBezTo>
                  <a:lnTo>
                    <a:pt x="5388" y="883"/>
                  </a:lnTo>
                  <a:cubicBezTo>
                    <a:pt x="5640" y="883"/>
                    <a:pt x="5829" y="694"/>
                    <a:pt x="5829" y="442"/>
                  </a:cubicBezTo>
                  <a:cubicBezTo>
                    <a:pt x="5829" y="221"/>
                    <a:pt x="5640" y="1"/>
                    <a:pt x="53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512" name="Google Shape;14512;p83"/>
            <p:cNvSpPr/>
            <p:nvPr/>
          </p:nvSpPr>
          <p:spPr>
            <a:xfrm>
              <a:off x="-60947675" y="2538100"/>
              <a:ext cx="145725" cy="22075"/>
            </a:xfrm>
            <a:custGeom>
              <a:avLst/>
              <a:gdLst/>
              <a:ahLst/>
              <a:cxnLst/>
              <a:rect l="l" t="t" r="r" b="b"/>
              <a:pathLst>
                <a:path w="5829" h="883" extrusionOk="0">
                  <a:moveTo>
                    <a:pt x="442" y="1"/>
                  </a:moveTo>
                  <a:cubicBezTo>
                    <a:pt x="190" y="1"/>
                    <a:pt x="1" y="190"/>
                    <a:pt x="1" y="442"/>
                  </a:cubicBezTo>
                  <a:cubicBezTo>
                    <a:pt x="1" y="662"/>
                    <a:pt x="190" y="883"/>
                    <a:pt x="442" y="883"/>
                  </a:cubicBezTo>
                  <a:lnTo>
                    <a:pt x="5388" y="883"/>
                  </a:lnTo>
                  <a:cubicBezTo>
                    <a:pt x="5640" y="883"/>
                    <a:pt x="5829" y="662"/>
                    <a:pt x="5829" y="442"/>
                  </a:cubicBezTo>
                  <a:cubicBezTo>
                    <a:pt x="5829" y="190"/>
                    <a:pt x="5640" y="1"/>
                    <a:pt x="53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513" name="Google Shape;14513;p83"/>
            <p:cNvSpPr/>
            <p:nvPr/>
          </p:nvSpPr>
          <p:spPr>
            <a:xfrm>
              <a:off x="-60740525" y="2312050"/>
              <a:ext cx="68550" cy="233950"/>
            </a:xfrm>
            <a:custGeom>
              <a:avLst/>
              <a:gdLst/>
              <a:ahLst/>
              <a:cxnLst/>
              <a:rect l="l" t="t" r="r" b="b"/>
              <a:pathLst>
                <a:path w="2742" h="9358" extrusionOk="0">
                  <a:moveTo>
                    <a:pt x="1796" y="789"/>
                  </a:moveTo>
                  <a:cubicBezTo>
                    <a:pt x="1891" y="789"/>
                    <a:pt x="1922" y="852"/>
                    <a:pt x="1922" y="946"/>
                  </a:cubicBezTo>
                  <a:lnTo>
                    <a:pt x="1922" y="1639"/>
                  </a:lnTo>
                  <a:lnTo>
                    <a:pt x="820" y="1639"/>
                  </a:lnTo>
                  <a:lnTo>
                    <a:pt x="820" y="946"/>
                  </a:lnTo>
                  <a:cubicBezTo>
                    <a:pt x="820" y="852"/>
                    <a:pt x="883" y="789"/>
                    <a:pt x="977" y="789"/>
                  </a:cubicBezTo>
                  <a:close/>
                  <a:moveTo>
                    <a:pt x="1922" y="2458"/>
                  </a:moveTo>
                  <a:lnTo>
                    <a:pt x="1922" y="6617"/>
                  </a:lnTo>
                  <a:lnTo>
                    <a:pt x="820" y="6617"/>
                  </a:lnTo>
                  <a:lnTo>
                    <a:pt x="820" y="2458"/>
                  </a:lnTo>
                  <a:close/>
                  <a:moveTo>
                    <a:pt x="1639" y="7436"/>
                  </a:moveTo>
                  <a:lnTo>
                    <a:pt x="1355" y="8035"/>
                  </a:lnTo>
                  <a:lnTo>
                    <a:pt x="1040" y="7436"/>
                  </a:lnTo>
                  <a:close/>
                  <a:moveTo>
                    <a:pt x="977" y="1"/>
                  </a:moveTo>
                  <a:cubicBezTo>
                    <a:pt x="410" y="1"/>
                    <a:pt x="1" y="410"/>
                    <a:pt x="1" y="946"/>
                  </a:cubicBezTo>
                  <a:lnTo>
                    <a:pt x="1" y="6995"/>
                  </a:lnTo>
                  <a:cubicBezTo>
                    <a:pt x="1" y="7090"/>
                    <a:pt x="1" y="7121"/>
                    <a:pt x="32" y="7184"/>
                  </a:cubicBezTo>
                  <a:lnTo>
                    <a:pt x="1009" y="9137"/>
                  </a:lnTo>
                  <a:cubicBezTo>
                    <a:pt x="1103" y="9295"/>
                    <a:pt x="1198" y="9358"/>
                    <a:pt x="1355" y="9358"/>
                  </a:cubicBezTo>
                  <a:cubicBezTo>
                    <a:pt x="1513" y="9358"/>
                    <a:pt x="1670" y="9295"/>
                    <a:pt x="1733" y="9137"/>
                  </a:cubicBezTo>
                  <a:lnTo>
                    <a:pt x="2678" y="7184"/>
                  </a:lnTo>
                  <a:cubicBezTo>
                    <a:pt x="2710" y="7153"/>
                    <a:pt x="2710" y="7090"/>
                    <a:pt x="2710" y="6995"/>
                  </a:cubicBezTo>
                  <a:lnTo>
                    <a:pt x="2710" y="946"/>
                  </a:lnTo>
                  <a:cubicBezTo>
                    <a:pt x="2741" y="410"/>
                    <a:pt x="2300" y="1"/>
                    <a:pt x="17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514" name="Google Shape;14514;p83"/>
          <p:cNvGrpSpPr/>
          <p:nvPr/>
        </p:nvGrpSpPr>
        <p:grpSpPr>
          <a:xfrm>
            <a:off x="2183634" y="3610009"/>
            <a:ext cx="365344" cy="368785"/>
            <a:chOff x="-60987050" y="2671400"/>
            <a:chExt cx="315850" cy="318825"/>
          </a:xfrm>
        </p:grpSpPr>
        <p:sp>
          <p:nvSpPr>
            <p:cNvPr id="14515" name="Google Shape;14515;p83"/>
            <p:cNvSpPr/>
            <p:nvPr/>
          </p:nvSpPr>
          <p:spPr>
            <a:xfrm>
              <a:off x="-60987050" y="2671400"/>
              <a:ext cx="315850" cy="318825"/>
            </a:xfrm>
            <a:custGeom>
              <a:avLst/>
              <a:gdLst/>
              <a:ahLst/>
              <a:cxnLst/>
              <a:rect l="l" t="t" r="r" b="b"/>
              <a:pathLst>
                <a:path w="12634" h="12753" extrusionOk="0">
                  <a:moveTo>
                    <a:pt x="6270" y="844"/>
                  </a:moveTo>
                  <a:lnTo>
                    <a:pt x="11783" y="3175"/>
                  </a:lnTo>
                  <a:lnTo>
                    <a:pt x="11783" y="4152"/>
                  </a:lnTo>
                  <a:lnTo>
                    <a:pt x="757" y="4152"/>
                  </a:lnTo>
                  <a:lnTo>
                    <a:pt x="757" y="3175"/>
                  </a:lnTo>
                  <a:lnTo>
                    <a:pt x="6270" y="844"/>
                  </a:lnTo>
                  <a:close/>
                  <a:moveTo>
                    <a:pt x="2552" y="5002"/>
                  </a:moveTo>
                  <a:lnTo>
                    <a:pt x="2552" y="10232"/>
                  </a:lnTo>
                  <a:lnTo>
                    <a:pt x="1733" y="10232"/>
                  </a:lnTo>
                  <a:lnTo>
                    <a:pt x="1733" y="5002"/>
                  </a:lnTo>
                  <a:close/>
                  <a:moveTo>
                    <a:pt x="5041" y="5002"/>
                  </a:moveTo>
                  <a:lnTo>
                    <a:pt x="5041" y="10232"/>
                  </a:lnTo>
                  <a:lnTo>
                    <a:pt x="3403" y="10232"/>
                  </a:lnTo>
                  <a:lnTo>
                    <a:pt x="3403" y="5002"/>
                  </a:lnTo>
                  <a:close/>
                  <a:moveTo>
                    <a:pt x="6711" y="5002"/>
                  </a:moveTo>
                  <a:lnTo>
                    <a:pt x="6711" y="10232"/>
                  </a:lnTo>
                  <a:lnTo>
                    <a:pt x="5860" y="10232"/>
                  </a:lnTo>
                  <a:lnTo>
                    <a:pt x="5860" y="5002"/>
                  </a:lnTo>
                  <a:close/>
                  <a:moveTo>
                    <a:pt x="9168" y="5002"/>
                  </a:moveTo>
                  <a:lnTo>
                    <a:pt x="9168" y="10232"/>
                  </a:lnTo>
                  <a:lnTo>
                    <a:pt x="7530" y="10232"/>
                  </a:lnTo>
                  <a:lnTo>
                    <a:pt x="7530" y="5002"/>
                  </a:lnTo>
                  <a:close/>
                  <a:moveTo>
                    <a:pt x="10838" y="5002"/>
                  </a:moveTo>
                  <a:lnTo>
                    <a:pt x="10838" y="10232"/>
                  </a:lnTo>
                  <a:lnTo>
                    <a:pt x="10019" y="10232"/>
                  </a:lnTo>
                  <a:lnTo>
                    <a:pt x="10019" y="5002"/>
                  </a:lnTo>
                  <a:close/>
                  <a:moveTo>
                    <a:pt x="11374" y="11020"/>
                  </a:moveTo>
                  <a:cubicBezTo>
                    <a:pt x="11594" y="11051"/>
                    <a:pt x="11783" y="11209"/>
                    <a:pt x="11783" y="11461"/>
                  </a:cubicBezTo>
                  <a:lnTo>
                    <a:pt x="11783" y="11870"/>
                  </a:lnTo>
                  <a:lnTo>
                    <a:pt x="757" y="11870"/>
                  </a:lnTo>
                  <a:lnTo>
                    <a:pt x="757" y="11461"/>
                  </a:lnTo>
                  <a:cubicBezTo>
                    <a:pt x="757" y="11209"/>
                    <a:pt x="946" y="11020"/>
                    <a:pt x="1198" y="11020"/>
                  </a:cubicBezTo>
                  <a:close/>
                  <a:moveTo>
                    <a:pt x="6290" y="1"/>
                  </a:moveTo>
                  <a:cubicBezTo>
                    <a:pt x="6238" y="1"/>
                    <a:pt x="6191" y="9"/>
                    <a:pt x="6144" y="25"/>
                  </a:cubicBezTo>
                  <a:lnTo>
                    <a:pt x="252" y="2514"/>
                  </a:lnTo>
                  <a:cubicBezTo>
                    <a:pt x="95" y="2577"/>
                    <a:pt x="0" y="2703"/>
                    <a:pt x="0" y="2892"/>
                  </a:cubicBezTo>
                  <a:lnTo>
                    <a:pt x="0" y="4561"/>
                  </a:lnTo>
                  <a:cubicBezTo>
                    <a:pt x="0" y="4782"/>
                    <a:pt x="189" y="5002"/>
                    <a:pt x="410" y="5002"/>
                  </a:cubicBezTo>
                  <a:lnTo>
                    <a:pt x="946" y="5002"/>
                  </a:lnTo>
                  <a:lnTo>
                    <a:pt x="946" y="10264"/>
                  </a:lnTo>
                  <a:cubicBezTo>
                    <a:pt x="410" y="10390"/>
                    <a:pt x="0" y="10894"/>
                    <a:pt x="0" y="11492"/>
                  </a:cubicBezTo>
                  <a:lnTo>
                    <a:pt x="0" y="12311"/>
                  </a:lnTo>
                  <a:cubicBezTo>
                    <a:pt x="0" y="12532"/>
                    <a:pt x="189" y="12753"/>
                    <a:pt x="410" y="12753"/>
                  </a:cubicBezTo>
                  <a:lnTo>
                    <a:pt x="12256" y="12753"/>
                  </a:lnTo>
                  <a:cubicBezTo>
                    <a:pt x="12476" y="12753"/>
                    <a:pt x="12634" y="12532"/>
                    <a:pt x="12634" y="12311"/>
                  </a:cubicBezTo>
                  <a:lnTo>
                    <a:pt x="12634" y="11492"/>
                  </a:lnTo>
                  <a:cubicBezTo>
                    <a:pt x="12634" y="10894"/>
                    <a:pt x="12256" y="10390"/>
                    <a:pt x="11689" y="10264"/>
                  </a:cubicBezTo>
                  <a:lnTo>
                    <a:pt x="11689" y="5002"/>
                  </a:lnTo>
                  <a:lnTo>
                    <a:pt x="12256" y="5002"/>
                  </a:lnTo>
                  <a:cubicBezTo>
                    <a:pt x="12476" y="5002"/>
                    <a:pt x="12634" y="4782"/>
                    <a:pt x="12634" y="4561"/>
                  </a:cubicBezTo>
                  <a:lnTo>
                    <a:pt x="12634" y="2892"/>
                  </a:lnTo>
                  <a:cubicBezTo>
                    <a:pt x="12602" y="2734"/>
                    <a:pt x="12539" y="2577"/>
                    <a:pt x="12382" y="2514"/>
                  </a:cubicBezTo>
                  <a:lnTo>
                    <a:pt x="6459" y="25"/>
                  </a:lnTo>
                  <a:cubicBezTo>
                    <a:pt x="6396" y="9"/>
                    <a:pt x="6341" y="1"/>
                    <a:pt x="62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516" name="Google Shape;14516;p83"/>
            <p:cNvSpPr/>
            <p:nvPr/>
          </p:nvSpPr>
          <p:spPr>
            <a:xfrm>
              <a:off x="-60839775" y="2731075"/>
              <a:ext cx="19725" cy="19725"/>
            </a:xfrm>
            <a:custGeom>
              <a:avLst/>
              <a:gdLst/>
              <a:ahLst/>
              <a:cxnLst/>
              <a:rect l="l" t="t" r="r" b="b"/>
              <a:pathLst>
                <a:path w="789" h="789" extrusionOk="0">
                  <a:moveTo>
                    <a:pt x="379" y="0"/>
                  </a:moveTo>
                  <a:cubicBezTo>
                    <a:pt x="158" y="0"/>
                    <a:pt x="1" y="190"/>
                    <a:pt x="1" y="379"/>
                  </a:cubicBezTo>
                  <a:cubicBezTo>
                    <a:pt x="1" y="599"/>
                    <a:pt x="158" y="788"/>
                    <a:pt x="379" y="788"/>
                  </a:cubicBezTo>
                  <a:cubicBezTo>
                    <a:pt x="599" y="788"/>
                    <a:pt x="789" y="599"/>
                    <a:pt x="789" y="379"/>
                  </a:cubicBezTo>
                  <a:cubicBezTo>
                    <a:pt x="789" y="190"/>
                    <a:pt x="599"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517" name="Google Shape;14517;p83"/>
          <p:cNvGrpSpPr/>
          <p:nvPr/>
        </p:nvGrpSpPr>
        <p:grpSpPr>
          <a:xfrm>
            <a:off x="3952500" y="3172771"/>
            <a:ext cx="368987" cy="358056"/>
            <a:chOff x="-59481900" y="2290800"/>
            <a:chExt cx="319000" cy="309550"/>
          </a:xfrm>
        </p:grpSpPr>
        <p:sp>
          <p:nvSpPr>
            <p:cNvPr id="14518" name="Google Shape;14518;p83"/>
            <p:cNvSpPr/>
            <p:nvPr/>
          </p:nvSpPr>
          <p:spPr>
            <a:xfrm>
              <a:off x="-59481900" y="2290800"/>
              <a:ext cx="319000" cy="309550"/>
            </a:xfrm>
            <a:custGeom>
              <a:avLst/>
              <a:gdLst/>
              <a:ahLst/>
              <a:cxnLst/>
              <a:rect l="l" t="t" r="r" b="b"/>
              <a:pathLst>
                <a:path w="12760" h="12382" extrusionOk="0">
                  <a:moveTo>
                    <a:pt x="6427" y="851"/>
                  </a:moveTo>
                  <a:cubicBezTo>
                    <a:pt x="6900" y="851"/>
                    <a:pt x="7247" y="1197"/>
                    <a:pt x="7247" y="1670"/>
                  </a:cubicBezTo>
                  <a:lnTo>
                    <a:pt x="7247" y="4159"/>
                  </a:lnTo>
                  <a:lnTo>
                    <a:pt x="5608" y="4159"/>
                  </a:lnTo>
                  <a:lnTo>
                    <a:pt x="5608" y="1670"/>
                  </a:lnTo>
                  <a:cubicBezTo>
                    <a:pt x="5608" y="1197"/>
                    <a:pt x="5955" y="851"/>
                    <a:pt x="6427" y="851"/>
                  </a:cubicBezTo>
                  <a:close/>
                  <a:moveTo>
                    <a:pt x="11594" y="3308"/>
                  </a:moveTo>
                  <a:cubicBezTo>
                    <a:pt x="11846" y="3308"/>
                    <a:pt x="12004" y="3529"/>
                    <a:pt x="12004" y="3749"/>
                  </a:cubicBezTo>
                  <a:lnTo>
                    <a:pt x="12004" y="11185"/>
                  </a:lnTo>
                  <a:lnTo>
                    <a:pt x="11941" y="11185"/>
                  </a:lnTo>
                  <a:cubicBezTo>
                    <a:pt x="11941" y="11437"/>
                    <a:pt x="11752" y="11594"/>
                    <a:pt x="11563" y="11594"/>
                  </a:cubicBezTo>
                  <a:lnTo>
                    <a:pt x="1355" y="11594"/>
                  </a:lnTo>
                  <a:cubicBezTo>
                    <a:pt x="1103" y="11594"/>
                    <a:pt x="914" y="11405"/>
                    <a:pt x="914" y="11185"/>
                  </a:cubicBezTo>
                  <a:lnTo>
                    <a:pt x="914" y="3749"/>
                  </a:lnTo>
                  <a:cubicBezTo>
                    <a:pt x="914" y="3529"/>
                    <a:pt x="1103" y="3308"/>
                    <a:pt x="1355" y="3308"/>
                  </a:cubicBezTo>
                  <a:lnTo>
                    <a:pt x="4821" y="3308"/>
                  </a:lnTo>
                  <a:lnTo>
                    <a:pt x="4821" y="4568"/>
                  </a:lnTo>
                  <a:cubicBezTo>
                    <a:pt x="4821" y="4821"/>
                    <a:pt x="5010" y="5010"/>
                    <a:pt x="5199" y="5010"/>
                  </a:cubicBezTo>
                  <a:lnTo>
                    <a:pt x="7688" y="5010"/>
                  </a:lnTo>
                  <a:cubicBezTo>
                    <a:pt x="7940" y="5010"/>
                    <a:pt x="8129" y="4821"/>
                    <a:pt x="8129" y="4568"/>
                  </a:cubicBezTo>
                  <a:lnTo>
                    <a:pt x="8129" y="3308"/>
                  </a:lnTo>
                  <a:close/>
                  <a:moveTo>
                    <a:pt x="6396" y="0"/>
                  </a:moveTo>
                  <a:cubicBezTo>
                    <a:pt x="5482" y="0"/>
                    <a:pt x="4726" y="756"/>
                    <a:pt x="4726" y="1670"/>
                  </a:cubicBezTo>
                  <a:lnTo>
                    <a:pt x="4726" y="2489"/>
                  </a:lnTo>
                  <a:lnTo>
                    <a:pt x="1261" y="2489"/>
                  </a:lnTo>
                  <a:cubicBezTo>
                    <a:pt x="599" y="2489"/>
                    <a:pt x="0" y="3056"/>
                    <a:pt x="0" y="3718"/>
                  </a:cubicBezTo>
                  <a:lnTo>
                    <a:pt x="0" y="11153"/>
                  </a:lnTo>
                  <a:cubicBezTo>
                    <a:pt x="0" y="11815"/>
                    <a:pt x="568" y="12382"/>
                    <a:pt x="1261" y="12382"/>
                  </a:cubicBezTo>
                  <a:lnTo>
                    <a:pt x="11468" y="12382"/>
                  </a:lnTo>
                  <a:cubicBezTo>
                    <a:pt x="12130" y="12382"/>
                    <a:pt x="12697" y="11815"/>
                    <a:pt x="12697" y="11153"/>
                  </a:cubicBezTo>
                  <a:lnTo>
                    <a:pt x="12697" y="3749"/>
                  </a:lnTo>
                  <a:cubicBezTo>
                    <a:pt x="12760" y="3025"/>
                    <a:pt x="12193" y="2489"/>
                    <a:pt x="11500" y="2489"/>
                  </a:cubicBezTo>
                  <a:lnTo>
                    <a:pt x="8034" y="2489"/>
                  </a:lnTo>
                  <a:lnTo>
                    <a:pt x="8034" y="1670"/>
                  </a:lnTo>
                  <a:cubicBezTo>
                    <a:pt x="8034" y="756"/>
                    <a:pt x="7310" y="0"/>
                    <a:pt x="63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519" name="Google Shape;14519;p83"/>
            <p:cNvSpPr/>
            <p:nvPr/>
          </p:nvSpPr>
          <p:spPr>
            <a:xfrm>
              <a:off x="-59287350" y="2456200"/>
              <a:ext cx="83500" cy="21275"/>
            </a:xfrm>
            <a:custGeom>
              <a:avLst/>
              <a:gdLst/>
              <a:ahLst/>
              <a:cxnLst/>
              <a:rect l="l" t="t" r="r" b="b"/>
              <a:pathLst>
                <a:path w="3340" h="851" extrusionOk="0">
                  <a:moveTo>
                    <a:pt x="410" y="0"/>
                  </a:moveTo>
                  <a:cubicBezTo>
                    <a:pt x="189" y="0"/>
                    <a:pt x="0" y="221"/>
                    <a:pt x="0" y="441"/>
                  </a:cubicBezTo>
                  <a:cubicBezTo>
                    <a:pt x="0" y="693"/>
                    <a:pt x="189" y="851"/>
                    <a:pt x="410" y="851"/>
                  </a:cubicBezTo>
                  <a:lnTo>
                    <a:pt x="2899" y="851"/>
                  </a:lnTo>
                  <a:cubicBezTo>
                    <a:pt x="3151" y="851"/>
                    <a:pt x="3308" y="630"/>
                    <a:pt x="3308" y="441"/>
                  </a:cubicBezTo>
                  <a:cubicBezTo>
                    <a:pt x="3340" y="221"/>
                    <a:pt x="3151" y="0"/>
                    <a:pt x="28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520" name="Google Shape;14520;p83"/>
            <p:cNvSpPr/>
            <p:nvPr/>
          </p:nvSpPr>
          <p:spPr>
            <a:xfrm>
              <a:off x="-59287350" y="2497950"/>
              <a:ext cx="83500" cy="21275"/>
            </a:xfrm>
            <a:custGeom>
              <a:avLst/>
              <a:gdLst/>
              <a:ahLst/>
              <a:cxnLst/>
              <a:rect l="l" t="t" r="r" b="b"/>
              <a:pathLst>
                <a:path w="3340" h="851" extrusionOk="0">
                  <a:moveTo>
                    <a:pt x="410" y="0"/>
                  </a:moveTo>
                  <a:cubicBezTo>
                    <a:pt x="189" y="0"/>
                    <a:pt x="0" y="189"/>
                    <a:pt x="0" y="441"/>
                  </a:cubicBezTo>
                  <a:cubicBezTo>
                    <a:pt x="0" y="662"/>
                    <a:pt x="189" y="851"/>
                    <a:pt x="410" y="851"/>
                  </a:cubicBezTo>
                  <a:lnTo>
                    <a:pt x="2899" y="851"/>
                  </a:lnTo>
                  <a:cubicBezTo>
                    <a:pt x="3151" y="851"/>
                    <a:pt x="3308" y="662"/>
                    <a:pt x="3308" y="441"/>
                  </a:cubicBezTo>
                  <a:cubicBezTo>
                    <a:pt x="3340" y="189"/>
                    <a:pt x="3151" y="0"/>
                    <a:pt x="28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521" name="Google Shape;14521;p83"/>
            <p:cNvSpPr/>
            <p:nvPr/>
          </p:nvSpPr>
          <p:spPr>
            <a:xfrm>
              <a:off x="-59287350" y="2538900"/>
              <a:ext cx="82700" cy="22075"/>
            </a:xfrm>
            <a:custGeom>
              <a:avLst/>
              <a:gdLst/>
              <a:ahLst/>
              <a:cxnLst/>
              <a:rect l="l" t="t" r="r" b="b"/>
              <a:pathLst>
                <a:path w="3308" h="883" extrusionOk="0">
                  <a:moveTo>
                    <a:pt x="410" y="0"/>
                  </a:moveTo>
                  <a:cubicBezTo>
                    <a:pt x="189" y="0"/>
                    <a:pt x="0" y="221"/>
                    <a:pt x="0" y="441"/>
                  </a:cubicBezTo>
                  <a:cubicBezTo>
                    <a:pt x="0" y="662"/>
                    <a:pt x="189" y="882"/>
                    <a:pt x="410" y="882"/>
                  </a:cubicBezTo>
                  <a:lnTo>
                    <a:pt x="2899" y="882"/>
                  </a:lnTo>
                  <a:cubicBezTo>
                    <a:pt x="3151" y="882"/>
                    <a:pt x="3308" y="662"/>
                    <a:pt x="3308" y="441"/>
                  </a:cubicBezTo>
                  <a:cubicBezTo>
                    <a:pt x="3308" y="221"/>
                    <a:pt x="3151" y="0"/>
                    <a:pt x="28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522" name="Google Shape;14522;p83"/>
            <p:cNvSpPr/>
            <p:nvPr/>
          </p:nvSpPr>
          <p:spPr>
            <a:xfrm>
              <a:off x="-59439375" y="2425425"/>
              <a:ext cx="125250" cy="134750"/>
            </a:xfrm>
            <a:custGeom>
              <a:avLst/>
              <a:gdLst/>
              <a:ahLst/>
              <a:cxnLst/>
              <a:rect l="l" t="t" r="r" b="b"/>
              <a:pathLst>
                <a:path w="5010" h="5390" extrusionOk="0">
                  <a:moveTo>
                    <a:pt x="2518" y="855"/>
                  </a:moveTo>
                  <a:cubicBezTo>
                    <a:pt x="2722" y="855"/>
                    <a:pt x="2928" y="925"/>
                    <a:pt x="3088" y="1074"/>
                  </a:cubicBezTo>
                  <a:cubicBezTo>
                    <a:pt x="3277" y="1294"/>
                    <a:pt x="3340" y="1609"/>
                    <a:pt x="3277" y="1924"/>
                  </a:cubicBezTo>
                  <a:cubicBezTo>
                    <a:pt x="3183" y="2176"/>
                    <a:pt x="2994" y="2428"/>
                    <a:pt x="2710" y="2460"/>
                  </a:cubicBezTo>
                  <a:cubicBezTo>
                    <a:pt x="2626" y="2485"/>
                    <a:pt x="2546" y="2497"/>
                    <a:pt x="2469" y="2497"/>
                  </a:cubicBezTo>
                  <a:cubicBezTo>
                    <a:pt x="2260" y="2497"/>
                    <a:pt x="2076" y="2409"/>
                    <a:pt x="1891" y="2271"/>
                  </a:cubicBezTo>
                  <a:cubicBezTo>
                    <a:pt x="1702" y="2019"/>
                    <a:pt x="1607" y="1704"/>
                    <a:pt x="1702" y="1452"/>
                  </a:cubicBezTo>
                  <a:cubicBezTo>
                    <a:pt x="1802" y="1070"/>
                    <a:pt x="2158" y="855"/>
                    <a:pt x="2518" y="855"/>
                  </a:cubicBezTo>
                  <a:close/>
                  <a:moveTo>
                    <a:pt x="2521" y="3342"/>
                  </a:moveTo>
                  <a:cubicBezTo>
                    <a:pt x="3309" y="3342"/>
                    <a:pt x="3939" y="3846"/>
                    <a:pt x="4159" y="4539"/>
                  </a:cubicBezTo>
                  <a:lnTo>
                    <a:pt x="914" y="4539"/>
                  </a:lnTo>
                  <a:cubicBezTo>
                    <a:pt x="1103" y="3846"/>
                    <a:pt x="1733" y="3342"/>
                    <a:pt x="2521" y="3342"/>
                  </a:cubicBezTo>
                  <a:close/>
                  <a:moveTo>
                    <a:pt x="2473" y="0"/>
                  </a:moveTo>
                  <a:cubicBezTo>
                    <a:pt x="1781" y="0"/>
                    <a:pt x="1110" y="436"/>
                    <a:pt x="914" y="1200"/>
                  </a:cubicBezTo>
                  <a:cubicBezTo>
                    <a:pt x="757" y="1798"/>
                    <a:pt x="914" y="2334"/>
                    <a:pt x="1292" y="2775"/>
                  </a:cubicBezTo>
                  <a:cubicBezTo>
                    <a:pt x="568" y="3216"/>
                    <a:pt x="1" y="4004"/>
                    <a:pt x="1" y="4949"/>
                  </a:cubicBezTo>
                  <a:cubicBezTo>
                    <a:pt x="1" y="5169"/>
                    <a:pt x="190" y="5390"/>
                    <a:pt x="410" y="5390"/>
                  </a:cubicBezTo>
                  <a:lnTo>
                    <a:pt x="4537" y="5390"/>
                  </a:lnTo>
                  <a:cubicBezTo>
                    <a:pt x="4758" y="5390"/>
                    <a:pt x="4978" y="5169"/>
                    <a:pt x="4978" y="4949"/>
                  </a:cubicBezTo>
                  <a:cubicBezTo>
                    <a:pt x="5010" y="4035"/>
                    <a:pt x="4506" y="3216"/>
                    <a:pt x="3718" y="2807"/>
                  </a:cubicBezTo>
                  <a:cubicBezTo>
                    <a:pt x="3907" y="2618"/>
                    <a:pt x="4033" y="2397"/>
                    <a:pt x="4096" y="2113"/>
                  </a:cubicBezTo>
                  <a:cubicBezTo>
                    <a:pt x="4254" y="1515"/>
                    <a:pt x="4096" y="916"/>
                    <a:pt x="3655" y="507"/>
                  </a:cubicBezTo>
                  <a:cubicBezTo>
                    <a:pt x="3322" y="161"/>
                    <a:pt x="2894" y="0"/>
                    <a:pt x="24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523" name="Google Shape;14523;p83"/>
            <p:cNvSpPr/>
            <p:nvPr/>
          </p:nvSpPr>
          <p:spPr>
            <a:xfrm>
              <a:off x="-59327525" y="2325450"/>
              <a:ext cx="13400" cy="13425"/>
            </a:xfrm>
            <a:custGeom>
              <a:avLst/>
              <a:gdLst/>
              <a:ahLst/>
              <a:cxnLst/>
              <a:rect l="l" t="t" r="r" b="b"/>
              <a:pathLst>
                <a:path w="536" h="537" extrusionOk="0">
                  <a:moveTo>
                    <a:pt x="252" y="1"/>
                  </a:moveTo>
                  <a:cubicBezTo>
                    <a:pt x="95" y="1"/>
                    <a:pt x="0" y="127"/>
                    <a:pt x="0" y="284"/>
                  </a:cubicBezTo>
                  <a:cubicBezTo>
                    <a:pt x="0" y="442"/>
                    <a:pt x="95" y="536"/>
                    <a:pt x="252" y="536"/>
                  </a:cubicBezTo>
                  <a:cubicBezTo>
                    <a:pt x="410" y="536"/>
                    <a:pt x="536" y="442"/>
                    <a:pt x="536" y="284"/>
                  </a:cubicBezTo>
                  <a:cubicBezTo>
                    <a:pt x="536" y="127"/>
                    <a:pt x="410" y="1"/>
                    <a:pt x="2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524" name="Google Shape;14524;p83"/>
          <p:cNvGrpSpPr/>
          <p:nvPr/>
        </p:nvGrpSpPr>
        <p:grpSpPr>
          <a:xfrm>
            <a:off x="1741805" y="1313544"/>
            <a:ext cx="368987" cy="366992"/>
            <a:chOff x="-64401400" y="1914475"/>
            <a:chExt cx="319000" cy="317275"/>
          </a:xfrm>
        </p:grpSpPr>
        <p:sp>
          <p:nvSpPr>
            <p:cNvPr id="14525" name="Google Shape;14525;p83"/>
            <p:cNvSpPr/>
            <p:nvPr/>
          </p:nvSpPr>
          <p:spPr>
            <a:xfrm>
              <a:off x="-64401400" y="1914475"/>
              <a:ext cx="319000" cy="317275"/>
            </a:xfrm>
            <a:custGeom>
              <a:avLst/>
              <a:gdLst/>
              <a:ahLst/>
              <a:cxnLst/>
              <a:rect l="l" t="t" r="r" b="b"/>
              <a:pathLst>
                <a:path w="12760" h="12691" extrusionOk="0">
                  <a:moveTo>
                    <a:pt x="4726" y="1317"/>
                  </a:moveTo>
                  <a:lnTo>
                    <a:pt x="4726" y="2703"/>
                  </a:lnTo>
                  <a:cubicBezTo>
                    <a:pt x="4663" y="2735"/>
                    <a:pt x="4600" y="2829"/>
                    <a:pt x="4569" y="2861"/>
                  </a:cubicBezTo>
                  <a:lnTo>
                    <a:pt x="4065" y="3554"/>
                  </a:lnTo>
                  <a:cubicBezTo>
                    <a:pt x="3970" y="3176"/>
                    <a:pt x="3907" y="2703"/>
                    <a:pt x="3907" y="2388"/>
                  </a:cubicBezTo>
                  <a:cubicBezTo>
                    <a:pt x="3876" y="1947"/>
                    <a:pt x="3970" y="1632"/>
                    <a:pt x="4222" y="1475"/>
                  </a:cubicBezTo>
                  <a:cubicBezTo>
                    <a:pt x="4348" y="1349"/>
                    <a:pt x="4537" y="1317"/>
                    <a:pt x="4726" y="1317"/>
                  </a:cubicBezTo>
                  <a:close/>
                  <a:moveTo>
                    <a:pt x="7046" y="813"/>
                  </a:moveTo>
                  <a:cubicBezTo>
                    <a:pt x="7507" y="813"/>
                    <a:pt x="7937" y="916"/>
                    <a:pt x="8286" y="1128"/>
                  </a:cubicBezTo>
                  <a:cubicBezTo>
                    <a:pt x="8759" y="1412"/>
                    <a:pt x="8979" y="1821"/>
                    <a:pt x="8948" y="2420"/>
                  </a:cubicBezTo>
                  <a:cubicBezTo>
                    <a:pt x="8948" y="2703"/>
                    <a:pt x="8853" y="3113"/>
                    <a:pt x="8790" y="3554"/>
                  </a:cubicBezTo>
                  <a:lnTo>
                    <a:pt x="8286" y="2861"/>
                  </a:lnTo>
                  <a:cubicBezTo>
                    <a:pt x="8066" y="2609"/>
                    <a:pt x="7814" y="2451"/>
                    <a:pt x="7499" y="2451"/>
                  </a:cubicBezTo>
                  <a:lnTo>
                    <a:pt x="5514" y="2451"/>
                  </a:lnTo>
                  <a:lnTo>
                    <a:pt x="5514" y="1160"/>
                  </a:lnTo>
                  <a:cubicBezTo>
                    <a:pt x="6020" y="931"/>
                    <a:pt x="6551" y="813"/>
                    <a:pt x="7046" y="813"/>
                  </a:cubicBezTo>
                  <a:close/>
                  <a:moveTo>
                    <a:pt x="7530" y="3334"/>
                  </a:moveTo>
                  <a:cubicBezTo>
                    <a:pt x="7562" y="3334"/>
                    <a:pt x="7593" y="3365"/>
                    <a:pt x="7656" y="3365"/>
                  </a:cubicBezTo>
                  <a:lnTo>
                    <a:pt x="8601" y="4657"/>
                  </a:lnTo>
                  <a:cubicBezTo>
                    <a:pt x="8444" y="5917"/>
                    <a:pt x="7688" y="7177"/>
                    <a:pt x="6427" y="7177"/>
                  </a:cubicBezTo>
                  <a:cubicBezTo>
                    <a:pt x="5167" y="7177"/>
                    <a:pt x="4411" y="5980"/>
                    <a:pt x="4254" y="4657"/>
                  </a:cubicBezTo>
                  <a:lnTo>
                    <a:pt x="5199" y="3365"/>
                  </a:lnTo>
                  <a:cubicBezTo>
                    <a:pt x="5230" y="3334"/>
                    <a:pt x="5293" y="3334"/>
                    <a:pt x="5325" y="3334"/>
                  </a:cubicBezTo>
                  <a:close/>
                  <a:moveTo>
                    <a:pt x="5199" y="7681"/>
                  </a:moveTo>
                  <a:cubicBezTo>
                    <a:pt x="5608" y="7902"/>
                    <a:pt x="5986" y="8028"/>
                    <a:pt x="6427" y="8028"/>
                  </a:cubicBezTo>
                  <a:cubicBezTo>
                    <a:pt x="6869" y="8028"/>
                    <a:pt x="7310" y="7902"/>
                    <a:pt x="7688" y="7713"/>
                  </a:cubicBezTo>
                  <a:lnTo>
                    <a:pt x="7688" y="7807"/>
                  </a:lnTo>
                  <a:cubicBezTo>
                    <a:pt x="7688" y="8028"/>
                    <a:pt x="7719" y="8185"/>
                    <a:pt x="7814" y="8343"/>
                  </a:cubicBezTo>
                  <a:lnTo>
                    <a:pt x="6427" y="9634"/>
                  </a:lnTo>
                  <a:lnTo>
                    <a:pt x="5073" y="8280"/>
                  </a:lnTo>
                  <a:cubicBezTo>
                    <a:pt x="5167" y="8122"/>
                    <a:pt x="5199" y="7965"/>
                    <a:pt x="5199" y="7776"/>
                  </a:cubicBezTo>
                  <a:lnTo>
                    <a:pt x="5199" y="7681"/>
                  </a:lnTo>
                  <a:close/>
                  <a:moveTo>
                    <a:pt x="4537" y="8878"/>
                  </a:moveTo>
                  <a:lnTo>
                    <a:pt x="5829" y="10170"/>
                  </a:lnTo>
                  <a:lnTo>
                    <a:pt x="5230" y="10769"/>
                  </a:lnTo>
                  <a:lnTo>
                    <a:pt x="4065" y="9036"/>
                  </a:lnTo>
                  <a:cubicBezTo>
                    <a:pt x="4222" y="9036"/>
                    <a:pt x="4380" y="9004"/>
                    <a:pt x="4537" y="8878"/>
                  </a:cubicBezTo>
                  <a:close/>
                  <a:moveTo>
                    <a:pt x="8318" y="8878"/>
                  </a:moveTo>
                  <a:cubicBezTo>
                    <a:pt x="8475" y="8973"/>
                    <a:pt x="8633" y="9036"/>
                    <a:pt x="8790" y="9036"/>
                  </a:cubicBezTo>
                  <a:lnTo>
                    <a:pt x="7593" y="10769"/>
                  </a:lnTo>
                  <a:lnTo>
                    <a:pt x="7026" y="10170"/>
                  </a:lnTo>
                  <a:lnTo>
                    <a:pt x="8318" y="8878"/>
                  </a:lnTo>
                  <a:close/>
                  <a:moveTo>
                    <a:pt x="10460" y="9067"/>
                  </a:moveTo>
                  <a:cubicBezTo>
                    <a:pt x="11279" y="9067"/>
                    <a:pt x="11941" y="9760"/>
                    <a:pt x="11941" y="10580"/>
                  </a:cubicBezTo>
                  <a:lnTo>
                    <a:pt x="11941" y="11840"/>
                  </a:lnTo>
                  <a:lnTo>
                    <a:pt x="7814" y="11840"/>
                  </a:lnTo>
                  <a:cubicBezTo>
                    <a:pt x="7908" y="11808"/>
                    <a:pt x="8003" y="11745"/>
                    <a:pt x="8034" y="11682"/>
                  </a:cubicBezTo>
                  <a:lnTo>
                    <a:pt x="9798" y="9067"/>
                  </a:lnTo>
                  <a:close/>
                  <a:moveTo>
                    <a:pt x="3088" y="9067"/>
                  </a:moveTo>
                  <a:lnTo>
                    <a:pt x="4852" y="11651"/>
                  </a:lnTo>
                  <a:cubicBezTo>
                    <a:pt x="4915" y="11745"/>
                    <a:pt x="5041" y="11808"/>
                    <a:pt x="5167" y="11840"/>
                  </a:cubicBezTo>
                  <a:lnTo>
                    <a:pt x="5199" y="11840"/>
                  </a:lnTo>
                  <a:cubicBezTo>
                    <a:pt x="5325" y="11840"/>
                    <a:pt x="5419" y="11808"/>
                    <a:pt x="5482" y="11714"/>
                  </a:cubicBezTo>
                  <a:lnTo>
                    <a:pt x="6427" y="10769"/>
                  </a:lnTo>
                  <a:lnTo>
                    <a:pt x="7404" y="11745"/>
                  </a:lnTo>
                  <a:cubicBezTo>
                    <a:pt x="7436" y="11777"/>
                    <a:pt x="7530" y="11840"/>
                    <a:pt x="7593" y="11871"/>
                  </a:cubicBezTo>
                  <a:lnTo>
                    <a:pt x="914" y="11871"/>
                  </a:lnTo>
                  <a:lnTo>
                    <a:pt x="914" y="11840"/>
                  </a:lnTo>
                  <a:lnTo>
                    <a:pt x="914" y="10580"/>
                  </a:lnTo>
                  <a:cubicBezTo>
                    <a:pt x="914" y="9760"/>
                    <a:pt x="1576" y="9067"/>
                    <a:pt x="2395" y="9067"/>
                  </a:cubicBezTo>
                  <a:close/>
                  <a:moveTo>
                    <a:pt x="7043" y="1"/>
                  </a:moveTo>
                  <a:cubicBezTo>
                    <a:pt x="6380" y="1"/>
                    <a:pt x="5673" y="166"/>
                    <a:pt x="5010" y="498"/>
                  </a:cubicBezTo>
                  <a:cubicBezTo>
                    <a:pt x="4898" y="477"/>
                    <a:pt x="4788" y="467"/>
                    <a:pt x="4680" y="467"/>
                  </a:cubicBezTo>
                  <a:cubicBezTo>
                    <a:pt x="4300" y="467"/>
                    <a:pt x="3942" y="592"/>
                    <a:pt x="3624" y="813"/>
                  </a:cubicBezTo>
                  <a:cubicBezTo>
                    <a:pt x="3308" y="1034"/>
                    <a:pt x="2962" y="1506"/>
                    <a:pt x="2962" y="2388"/>
                  </a:cubicBezTo>
                  <a:cubicBezTo>
                    <a:pt x="2962" y="3144"/>
                    <a:pt x="3277" y="4405"/>
                    <a:pt x="3340" y="4625"/>
                  </a:cubicBezTo>
                  <a:cubicBezTo>
                    <a:pt x="3466" y="5570"/>
                    <a:pt x="3781" y="6389"/>
                    <a:pt x="4285" y="6988"/>
                  </a:cubicBezTo>
                  <a:lnTo>
                    <a:pt x="4285" y="7744"/>
                  </a:lnTo>
                  <a:cubicBezTo>
                    <a:pt x="4285" y="8028"/>
                    <a:pt x="4065" y="8248"/>
                    <a:pt x="3781" y="8248"/>
                  </a:cubicBezTo>
                  <a:lnTo>
                    <a:pt x="2332" y="8248"/>
                  </a:lnTo>
                  <a:cubicBezTo>
                    <a:pt x="1072" y="8248"/>
                    <a:pt x="0" y="9288"/>
                    <a:pt x="0" y="10580"/>
                  </a:cubicBezTo>
                  <a:lnTo>
                    <a:pt x="0" y="12281"/>
                  </a:lnTo>
                  <a:cubicBezTo>
                    <a:pt x="0" y="12501"/>
                    <a:pt x="189" y="12690"/>
                    <a:pt x="410" y="12690"/>
                  </a:cubicBezTo>
                  <a:lnTo>
                    <a:pt x="12256" y="12690"/>
                  </a:lnTo>
                  <a:cubicBezTo>
                    <a:pt x="12508" y="12690"/>
                    <a:pt x="12697" y="12501"/>
                    <a:pt x="12697" y="12281"/>
                  </a:cubicBezTo>
                  <a:lnTo>
                    <a:pt x="12697" y="10580"/>
                  </a:lnTo>
                  <a:cubicBezTo>
                    <a:pt x="12760" y="9319"/>
                    <a:pt x="11689" y="8248"/>
                    <a:pt x="10429" y="8248"/>
                  </a:cubicBezTo>
                  <a:lnTo>
                    <a:pt x="8979" y="8248"/>
                  </a:lnTo>
                  <a:cubicBezTo>
                    <a:pt x="8696" y="8248"/>
                    <a:pt x="8475" y="8028"/>
                    <a:pt x="8475" y="7744"/>
                  </a:cubicBezTo>
                  <a:lnTo>
                    <a:pt x="8475" y="6957"/>
                  </a:lnTo>
                  <a:cubicBezTo>
                    <a:pt x="8979" y="6358"/>
                    <a:pt x="9294" y="5539"/>
                    <a:pt x="9389" y="4625"/>
                  </a:cubicBezTo>
                  <a:cubicBezTo>
                    <a:pt x="9546" y="4121"/>
                    <a:pt x="9735" y="3050"/>
                    <a:pt x="9767" y="2420"/>
                  </a:cubicBezTo>
                  <a:cubicBezTo>
                    <a:pt x="9767" y="1538"/>
                    <a:pt x="9420" y="845"/>
                    <a:pt x="8664" y="404"/>
                  </a:cubicBezTo>
                  <a:cubicBezTo>
                    <a:pt x="8202" y="135"/>
                    <a:pt x="7640" y="1"/>
                    <a:pt x="70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526" name="Google Shape;14526;p83"/>
            <p:cNvSpPr/>
            <p:nvPr/>
          </p:nvSpPr>
          <p:spPr>
            <a:xfrm>
              <a:off x="-64172200" y="2175800"/>
              <a:ext cx="48850" cy="22075"/>
            </a:xfrm>
            <a:custGeom>
              <a:avLst/>
              <a:gdLst/>
              <a:ahLst/>
              <a:cxnLst/>
              <a:rect l="l" t="t" r="r" b="b"/>
              <a:pathLst>
                <a:path w="1954" h="883" extrusionOk="0">
                  <a:moveTo>
                    <a:pt x="410" y="1"/>
                  </a:moveTo>
                  <a:cubicBezTo>
                    <a:pt x="158" y="1"/>
                    <a:pt x="0" y="190"/>
                    <a:pt x="0" y="442"/>
                  </a:cubicBezTo>
                  <a:cubicBezTo>
                    <a:pt x="0" y="662"/>
                    <a:pt x="221" y="883"/>
                    <a:pt x="410" y="883"/>
                  </a:cubicBezTo>
                  <a:lnTo>
                    <a:pt x="1513" y="883"/>
                  </a:lnTo>
                  <a:cubicBezTo>
                    <a:pt x="1765" y="883"/>
                    <a:pt x="1891" y="662"/>
                    <a:pt x="1891" y="442"/>
                  </a:cubicBezTo>
                  <a:cubicBezTo>
                    <a:pt x="1954" y="190"/>
                    <a:pt x="1733" y="1"/>
                    <a:pt x="15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527" name="Google Shape;14527;p83"/>
            <p:cNvSpPr/>
            <p:nvPr/>
          </p:nvSpPr>
          <p:spPr>
            <a:xfrm>
              <a:off x="-64212375" y="2210450"/>
              <a:ext cx="5525" cy="25"/>
            </a:xfrm>
            <a:custGeom>
              <a:avLst/>
              <a:gdLst/>
              <a:ahLst/>
              <a:cxnLst/>
              <a:rect l="l" t="t" r="r" b="b"/>
              <a:pathLst>
                <a:path w="221" h="1" extrusionOk="0">
                  <a:moveTo>
                    <a:pt x="1" y="1"/>
                  </a:moveTo>
                  <a:lnTo>
                    <a:pt x="221" y="1"/>
                  </a:lnTo>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528" name="Google Shape;14528;p83"/>
          <p:cNvGrpSpPr/>
          <p:nvPr/>
        </p:nvGrpSpPr>
        <p:grpSpPr>
          <a:xfrm>
            <a:off x="1806493" y="1794583"/>
            <a:ext cx="239610" cy="365517"/>
            <a:chOff x="-64343900" y="2282125"/>
            <a:chExt cx="207150" cy="316000"/>
          </a:xfrm>
        </p:grpSpPr>
        <p:sp>
          <p:nvSpPr>
            <p:cNvPr id="14529" name="Google Shape;14529;p83"/>
            <p:cNvSpPr/>
            <p:nvPr/>
          </p:nvSpPr>
          <p:spPr>
            <a:xfrm>
              <a:off x="-64270650" y="2310475"/>
              <a:ext cx="61450" cy="147325"/>
            </a:xfrm>
            <a:custGeom>
              <a:avLst/>
              <a:gdLst/>
              <a:ahLst/>
              <a:cxnLst/>
              <a:rect l="l" t="t" r="r" b="b"/>
              <a:pathLst>
                <a:path w="2458" h="5893" extrusionOk="0">
                  <a:moveTo>
                    <a:pt x="1229" y="1"/>
                  </a:moveTo>
                  <a:cubicBezTo>
                    <a:pt x="1008" y="1"/>
                    <a:pt x="851" y="221"/>
                    <a:pt x="851" y="442"/>
                  </a:cubicBezTo>
                  <a:lnTo>
                    <a:pt x="851" y="726"/>
                  </a:lnTo>
                  <a:cubicBezTo>
                    <a:pt x="378" y="883"/>
                    <a:pt x="0" y="1356"/>
                    <a:pt x="0" y="1891"/>
                  </a:cubicBezTo>
                  <a:cubicBezTo>
                    <a:pt x="0" y="2584"/>
                    <a:pt x="567" y="2962"/>
                    <a:pt x="1008" y="3277"/>
                  </a:cubicBezTo>
                  <a:cubicBezTo>
                    <a:pt x="1323" y="3529"/>
                    <a:pt x="1670" y="3750"/>
                    <a:pt x="1670" y="4002"/>
                  </a:cubicBezTo>
                  <a:cubicBezTo>
                    <a:pt x="1670" y="4223"/>
                    <a:pt x="1481" y="4412"/>
                    <a:pt x="1229" y="4412"/>
                  </a:cubicBezTo>
                  <a:cubicBezTo>
                    <a:pt x="1008" y="4412"/>
                    <a:pt x="851" y="4223"/>
                    <a:pt x="851" y="4002"/>
                  </a:cubicBezTo>
                  <a:cubicBezTo>
                    <a:pt x="851" y="3750"/>
                    <a:pt x="630" y="3592"/>
                    <a:pt x="441" y="3592"/>
                  </a:cubicBezTo>
                  <a:cubicBezTo>
                    <a:pt x="221" y="3592"/>
                    <a:pt x="0" y="3781"/>
                    <a:pt x="0" y="4002"/>
                  </a:cubicBezTo>
                  <a:cubicBezTo>
                    <a:pt x="0" y="4538"/>
                    <a:pt x="378" y="4979"/>
                    <a:pt x="851" y="5168"/>
                  </a:cubicBezTo>
                  <a:lnTo>
                    <a:pt x="851" y="5451"/>
                  </a:lnTo>
                  <a:cubicBezTo>
                    <a:pt x="851" y="5672"/>
                    <a:pt x="1040" y="5892"/>
                    <a:pt x="1229" y="5892"/>
                  </a:cubicBezTo>
                  <a:cubicBezTo>
                    <a:pt x="1481" y="5829"/>
                    <a:pt x="1639" y="5640"/>
                    <a:pt x="1639" y="5451"/>
                  </a:cubicBezTo>
                  <a:lnTo>
                    <a:pt x="1639" y="5168"/>
                  </a:lnTo>
                  <a:cubicBezTo>
                    <a:pt x="2111" y="5010"/>
                    <a:pt x="2458" y="4538"/>
                    <a:pt x="2458" y="4002"/>
                  </a:cubicBezTo>
                  <a:cubicBezTo>
                    <a:pt x="2458" y="3309"/>
                    <a:pt x="1891" y="2931"/>
                    <a:pt x="1481" y="2616"/>
                  </a:cubicBezTo>
                  <a:cubicBezTo>
                    <a:pt x="1166" y="2364"/>
                    <a:pt x="788" y="2143"/>
                    <a:pt x="788" y="1891"/>
                  </a:cubicBezTo>
                  <a:cubicBezTo>
                    <a:pt x="788" y="1671"/>
                    <a:pt x="1008" y="1513"/>
                    <a:pt x="1197" y="1513"/>
                  </a:cubicBezTo>
                  <a:cubicBezTo>
                    <a:pt x="1418" y="1513"/>
                    <a:pt x="1639" y="1702"/>
                    <a:pt x="1639" y="1891"/>
                  </a:cubicBezTo>
                  <a:cubicBezTo>
                    <a:pt x="1639" y="2143"/>
                    <a:pt x="1828" y="2332"/>
                    <a:pt x="2017" y="2332"/>
                  </a:cubicBezTo>
                  <a:cubicBezTo>
                    <a:pt x="2269" y="2332"/>
                    <a:pt x="2458" y="2143"/>
                    <a:pt x="2458" y="1891"/>
                  </a:cubicBezTo>
                  <a:cubicBezTo>
                    <a:pt x="2458" y="1356"/>
                    <a:pt x="2111" y="915"/>
                    <a:pt x="1639" y="726"/>
                  </a:cubicBezTo>
                  <a:lnTo>
                    <a:pt x="1639" y="442"/>
                  </a:lnTo>
                  <a:cubicBezTo>
                    <a:pt x="1639" y="221"/>
                    <a:pt x="1418"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530" name="Google Shape;14530;p83"/>
            <p:cNvSpPr/>
            <p:nvPr/>
          </p:nvSpPr>
          <p:spPr>
            <a:xfrm>
              <a:off x="-64343900" y="2282125"/>
              <a:ext cx="207150" cy="316000"/>
            </a:xfrm>
            <a:custGeom>
              <a:avLst/>
              <a:gdLst/>
              <a:ahLst/>
              <a:cxnLst/>
              <a:rect l="l" t="t" r="r" b="b"/>
              <a:pathLst>
                <a:path w="8286" h="12640" extrusionOk="0">
                  <a:moveTo>
                    <a:pt x="4159" y="788"/>
                  </a:moveTo>
                  <a:cubicBezTo>
                    <a:pt x="5986" y="788"/>
                    <a:pt x="7467" y="2301"/>
                    <a:pt x="7467" y="4096"/>
                  </a:cubicBezTo>
                  <a:cubicBezTo>
                    <a:pt x="7467" y="5924"/>
                    <a:pt x="5986" y="7404"/>
                    <a:pt x="4159" y="7404"/>
                  </a:cubicBezTo>
                  <a:cubicBezTo>
                    <a:pt x="2300" y="7404"/>
                    <a:pt x="851" y="5924"/>
                    <a:pt x="851" y="4096"/>
                  </a:cubicBezTo>
                  <a:cubicBezTo>
                    <a:pt x="851" y="2301"/>
                    <a:pt x="2363" y="788"/>
                    <a:pt x="4159" y="788"/>
                  </a:cubicBezTo>
                  <a:close/>
                  <a:moveTo>
                    <a:pt x="851" y="8917"/>
                  </a:moveTo>
                  <a:cubicBezTo>
                    <a:pt x="1513" y="8980"/>
                    <a:pt x="2206" y="9295"/>
                    <a:pt x="2773" y="9862"/>
                  </a:cubicBezTo>
                  <a:cubicBezTo>
                    <a:pt x="3340" y="10429"/>
                    <a:pt x="3655" y="11122"/>
                    <a:pt x="3718" y="11784"/>
                  </a:cubicBezTo>
                  <a:cubicBezTo>
                    <a:pt x="3056" y="11689"/>
                    <a:pt x="2395" y="11374"/>
                    <a:pt x="1796" y="10838"/>
                  </a:cubicBezTo>
                  <a:cubicBezTo>
                    <a:pt x="1261" y="10271"/>
                    <a:pt x="945" y="9578"/>
                    <a:pt x="851" y="8917"/>
                  </a:cubicBezTo>
                  <a:close/>
                  <a:moveTo>
                    <a:pt x="7467" y="8917"/>
                  </a:moveTo>
                  <a:lnTo>
                    <a:pt x="7467" y="8917"/>
                  </a:lnTo>
                  <a:cubicBezTo>
                    <a:pt x="7404" y="9578"/>
                    <a:pt x="7089" y="10240"/>
                    <a:pt x="6522" y="10838"/>
                  </a:cubicBezTo>
                  <a:cubicBezTo>
                    <a:pt x="5923" y="11374"/>
                    <a:pt x="5262" y="11689"/>
                    <a:pt x="4600" y="11784"/>
                  </a:cubicBezTo>
                  <a:cubicBezTo>
                    <a:pt x="4663" y="11122"/>
                    <a:pt x="4947" y="10429"/>
                    <a:pt x="5545" y="9862"/>
                  </a:cubicBezTo>
                  <a:cubicBezTo>
                    <a:pt x="6081" y="9295"/>
                    <a:pt x="6805" y="8980"/>
                    <a:pt x="7467" y="8917"/>
                  </a:cubicBezTo>
                  <a:close/>
                  <a:moveTo>
                    <a:pt x="4159" y="1"/>
                  </a:moveTo>
                  <a:cubicBezTo>
                    <a:pt x="1891" y="1"/>
                    <a:pt x="32" y="1860"/>
                    <a:pt x="32" y="4128"/>
                  </a:cubicBezTo>
                  <a:cubicBezTo>
                    <a:pt x="32" y="6270"/>
                    <a:pt x="1670" y="8034"/>
                    <a:pt x="3781" y="8223"/>
                  </a:cubicBezTo>
                  <a:lnTo>
                    <a:pt x="3781" y="9736"/>
                  </a:lnTo>
                  <a:cubicBezTo>
                    <a:pt x="3623" y="9578"/>
                    <a:pt x="3497" y="9421"/>
                    <a:pt x="3371" y="9295"/>
                  </a:cubicBezTo>
                  <a:cubicBezTo>
                    <a:pt x="2584" y="8507"/>
                    <a:pt x="1576" y="8066"/>
                    <a:pt x="410" y="8066"/>
                  </a:cubicBezTo>
                  <a:cubicBezTo>
                    <a:pt x="189" y="8066"/>
                    <a:pt x="32" y="8287"/>
                    <a:pt x="32" y="8476"/>
                  </a:cubicBezTo>
                  <a:cubicBezTo>
                    <a:pt x="0" y="9578"/>
                    <a:pt x="410" y="10649"/>
                    <a:pt x="1261" y="11437"/>
                  </a:cubicBezTo>
                  <a:cubicBezTo>
                    <a:pt x="2048" y="12225"/>
                    <a:pt x="3056" y="12634"/>
                    <a:pt x="4096" y="12634"/>
                  </a:cubicBezTo>
                  <a:lnTo>
                    <a:pt x="4159" y="12634"/>
                  </a:lnTo>
                  <a:cubicBezTo>
                    <a:pt x="4225" y="12638"/>
                    <a:pt x="4290" y="12640"/>
                    <a:pt x="4355" y="12640"/>
                  </a:cubicBezTo>
                  <a:cubicBezTo>
                    <a:pt x="5385" y="12640"/>
                    <a:pt x="6348" y="12178"/>
                    <a:pt x="7089" y="11437"/>
                  </a:cubicBezTo>
                  <a:cubicBezTo>
                    <a:pt x="7877" y="10649"/>
                    <a:pt x="8286" y="9610"/>
                    <a:pt x="8286" y="8476"/>
                  </a:cubicBezTo>
                  <a:cubicBezTo>
                    <a:pt x="8286" y="8223"/>
                    <a:pt x="8097" y="8066"/>
                    <a:pt x="7908" y="8066"/>
                  </a:cubicBezTo>
                  <a:cubicBezTo>
                    <a:pt x="7872" y="8065"/>
                    <a:pt x="7837" y="8064"/>
                    <a:pt x="7801" y="8064"/>
                  </a:cubicBezTo>
                  <a:cubicBezTo>
                    <a:pt x="6709" y="8064"/>
                    <a:pt x="5709" y="8532"/>
                    <a:pt x="4947" y="9295"/>
                  </a:cubicBezTo>
                  <a:cubicBezTo>
                    <a:pt x="4821" y="9452"/>
                    <a:pt x="4663" y="9578"/>
                    <a:pt x="4569" y="9736"/>
                  </a:cubicBezTo>
                  <a:lnTo>
                    <a:pt x="4569" y="8223"/>
                  </a:lnTo>
                  <a:cubicBezTo>
                    <a:pt x="6648" y="8034"/>
                    <a:pt x="8286" y="6270"/>
                    <a:pt x="8286" y="4128"/>
                  </a:cubicBezTo>
                  <a:cubicBezTo>
                    <a:pt x="8286" y="1860"/>
                    <a:pt x="6459" y="1"/>
                    <a:pt x="4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4531" name="Google Shape;14531;p83"/>
          <p:cNvSpPr/>
          <p:nvPr/>
        </p:nvSpPr>
        <p:spPr>
          <a:xfrm>
            <a:off x="1736288" y="2257833"/>
            <a:ext cx="367165" cy="369913"/>
          </a:xfrm>
          <a:custGeom>
            <a:avLst/>
            <a:gdLst/>
            <a:ahLst/>
            <a:cxnLst/>
            <a:rect l="l" t="t" r="r" b="b"/>
            <a:pathLst>
              <a:path w="12697" h="12792" extrusionOk="0">
                <a:moveTo>
                  <a:pt x="7310" y="3435"/>
                </a:moveTo>
                <a:cubicBezTo>
                  <a:pt x="7404" y="3435"/>
                  <a:pt x="7467" y="3498"/>
                  <a:pt x="7436" y="3624"/>
                </a:cubicBezTo>
                <a:cubicBezTo>
                  <a:pt x="7310" y="3939"/>
                  <a:pt x="7247" y="4223"/>
                  <a:pt x="7215" y="4538"/>
                </a:cubicBezTo>
                <a:lnTo>
                  <a:pt x="5419" y="4538"/>
                </a:lnTo>
                <a:cubicBezTo>
                  <a:pt x="5388" y="4223"/>
                  <a:pt x="5293" y="3908"/>
                  <a:pt x="5199" y="3624"/>
                </a:cubicBezTo>
                <a:cubicBezTo>
                  <a:pt x="5167" y="3498"/>
                  <a:pt x="5230" y="3435"/>
                  <a:pt x="5325" y="3435"/>
                </a:cubicBezTo>
                <a:close/>
                <a:moveTo>
                  <a:pt x="7121" y="5357"/>
                </a:moveTo>
                <a:cubicBezTo>
                  <a:pt x="7089" y="6428"/>
                  <a:pt x="7310" y="7436"/>
                  <a:pt x="7845" y="8381"/>
                </a:cubicBezTo>
                <a:lnTo>
                  <a:pt x="8003" y="8665"/>
                </a:lnTo>
                <a:lnTo>
                  <a:pt x="4726" y="8665"/>
                </a:lnTo>
                <a:lnTo>
                  <a:pt x="4852" y="8381"/>
                </a:lnTo>
                <a:cubicBezTo>
                  <a:pt x="5356" y="7436"/>
                  <a:pt x="5577" y="6396"/>
                  <a:pt x="5545" y="5357"/>
                </a:cubicBezTo>
                <a:close/>
                <a:moveTo>
                  <a:pt x="8381" y="9484"/>
                </a:moveTo>
                <a:cubicBezTo>
                  <a:pt x="8633" y="9484"/>
                  <a:pt x="8790" y="9704"/>
                  <a:pt x="8790" y="9925"/>
                </a:cubicBezTo>
                <a:lnTo>
                  <a:pt x="8790" y="10335"/>
                </a:lnTo>
                <a:lnTo>
                  <a:pt x="3813" y="10335"/>
                </a:lnTo>
                <a:lnTo>
                  <a:pt x="3813" y="9925"/>
                </a:lnTo>
                <a:lnTo>
                  <a:pt x="3844" y="9925"/>
                </a:lnTo>
                <a:cubicBezTo>
                  <a:pt x="3844" y="9704"/>
                  <a:pt x="4065" y="9484"/>
                  <a:pt x="4254" y="9484"/>
                </a:cubicBezTo>
                <a:close/>
                <a:moveTo>
                  <a:pt x="9200" y="11154"/>
                </a:moveTo>
                <a:cubicBezTo>
                  <a:pt x="9452" y="11154"/>
                  <a:pt x="9609" y="11343"/>
                  <a:pt x="9609" y="11595"/>
                </a:cubicBezTo>
                <a:lnTo>
                  <a:pt x="9609" y="12004"/>
                </a:lnTo>
                <a:lnTo>
                  <a:pt x="2993" y="12004"/>
                </a:lnTo>
                <a:lnTo>
                  <a:pt x="2993" y="11595"/>
                </a:lnTo>
                <a:lnTo>
                  <a:pt x="3025" y="11595"/>
                </a:lnTo>
                <a:cubicBezTo>
                  <a:pt x="3025" y="11343"/>
                  <a:pt x="3214" y="11154"/>
                  <a:pt x="3435" y="11154"/>
                </a:cubicBezTo>
                <a:close/>
                <a:moveTo>
                  <a:pt x="6333" y="1"/>
                </a:moveTo>
                <a:cubicBezTo>
                  <a:pt x="6144" y="1"/>
                  <a:pt x="5955" y="190"/>
                  <a:pt x="5955" y="442"/>
                </a:cubicBezTo>
                <a:lnTo>
                  <a:pt x="5955" y="883"/>
                </a:lnTo>
                <a:lnTo>
                  <a:pt x="5514" y="883"/>
                </a:lnTo>
                <a:cubicBezTo>
                  <a:pt x="5262" y="883"/>
                  <a:pt x="5104" y="1072"/>
                  <a:pt x="5104" y="1261"/>
                </a:cubicBezTo>
                <a:cubicBezTo>
                  <a:pt x="5104" y="1513"/>
                  <a:pt x="5325" y="1702"/>
                  <a:pt x="5514" y="1702"/>
                </a:cubicBezTo>
                <a:lnTo>
                  <a:pt x="5955" y="1702"/>
                </a:lnTo>
                <a:lnTo>
                  <a:pt x="5955" y="2521"/>
                </a:lnTo>
                <a:lnTo>
                  <a:pt x="5356" y="2521"/>
                </a:lnTo>
                <a:cubicBezTo>
                  <a:pt x="4695" y="2521"/>
                  <a:pt x="4222" y="3183"/>
                  <a:pt x="4443" y="3813"/>
                </a:cubicBezTo>
                <a:cubicBezTo>
                  <a:pt x="4537" y="4034"/>
                  <a:pt x="4569" y="4254"/>
                  <a:pt x="4632" y="4443"/>
                </a:cubicBezTo>
                <a:lnTo>
                  <a:pt x="4285" y="4443"/>
                </a:lnTo>
                <a:cubicBezTo>
                  <a:pt x="4065" y="4443"/>
                  <a:pt x="3907" y="4664"/>
                  <a:pt x="3907" y="4884"/>
                </a:cubicBezTo>
                <a:cubicBezTo>
                  <a:pt x="3907" y="5136"/>
                  <a:pt x="4096" y="5325"/>
                  <a:pt x="4285" y="5325"/>
                </a:cubicBezTo>
                <a:lnTo>
                  <a:pt x="4726" y="5325"/>
                </a:lnTo>
                <a:cubicBezTo>
                  <a:pt x="4821" y="6901"/>
                  <a:pt x="4191" y="7846"/>
                  <a:pt x="3718" y="8791"/>
                </a:cubicBezTo>
                <a:cubicBezTo>
                  <a:pt x="3308" y="8980"/>
                  <a:pt x="3025" y="9421"/>
                  <a:pt x="3025" y="9893"/>
                </a:cubicBezTo>
                <a:lnTo>
                  <a:pt x="3025" y="10366"/>
                </a:lnTo>
                <a:cubicBezTo>
                  <a:pt x="2552" y="10524"/>
                  <a:pt x="2206" y="10996"/>
                  <a:pt x="2206" y="11532"/>
                </a:cubicBezTo>
                <a:lnTo>
                  <a:pt x="2206" y="11973"/>
                </a:lnTo>
                <a:lnTo>
                  <a:pt x="442" y="11973"/>
                </a:lnTo>
                <a:cubicBezTo>
                  <a:pt x="189" y="11973"/>
                  <a:pt x="0" y="12162"/>
                  <a:pt x="0" y="12382"/>
                </a:cubicBezTo>
                <a:cubicBezTo>
                  <a:pt x="0" y="12603"/>
                  <a:pt x="158" y="12792"/>
                  <a:pt x="379" y="12792"/>
                </a:cubicBezTo>
                <a:lnTo>
                  <a:pt x="12256" y="12792"/>
                </a:lnTo>
                <a:cubicBezTo>
                  <a:pt x="12476" y="12792"/>
                  <a:pt x="12697" y="12603"/>
                  <a:pt x="12697" y="12382"/>
                </a:cubicBezTo>
                <a:cubicBezTo>
                  <a:pt x="12697" y="12130"/>
                  <a:pt x="12476" y="11973"/>
                  <a:pt x="12256" y="11973"/>
                </a:cubicBezTo>
                <a:lnTo>
                  <a:pt x="10460" y="11973"/>
                </a:lnTo>
                <a:lnTo>
                  <a:pt x="10460" y="11532"/>
                </a:lnTo>
                <a:cubicBezTo>
                  <a:pt x="10460" y="10996"/>
                  <a:pt x="10114" y="10555"/>
                  <a:pt x="9641" y="10366"/>
                </a:cubicBezTo>
                <a:lnTo>
                  <a:pt x="9641" y="9893"/>
                </a:lnTo>
                <a:cubicBezTo>
                  <a:pt x="9641" y="9421"/>
                  <a:pt x="9357" y="8980"/>
                  <a:pt x="8979" y="8791"/>
                </a:cubicBezTo>
                <a:cubicBezTo>
                  <a:pt x="8507" y="7877"/>
                  <a:pt x="7877" y="6932"/>
                  <a:pt x="7940" y="5325"/>
                </a:cubicBezTo>
                <a:lnTo>
                  <a:pt x="8381" y="5325"/>
                </a:lnTo>
                <a:cubicBezTo>
                  <a:pt x="8633" y="5325"/>
                  <a:pt x="8790" y="5136"/>
                  <a:pt x="8790" y="4884"/>
                </a:cubicBezTo>
                <a:cubicBezTo>
                  <a:pt x="8790" y="4664"/>
                  <a:pt x="8570" y="4443"/>
                  <a:pt x="8381" y="4443"/>
                </a:cubicBezTo>
                <a:lnTo>
                  <a:pt x="8034" y="4443"/>
                </a:lnTo>
                <a:cubicBezTo>
                  <a:pt x="8066" y="4254"/>
                  <a:pt x="8160" y="4034"/>
                  <a:pt x="8223" y="3813"/>
                </a:cubicBezTo>
                <a:cubicBezTo>
                  <a:pt x="8475" y="3183"/>
                  <a:pt x="8003" y="2521"/>
                  <a:pt x="7310" y="2521"/>
                </a:cubicBezTo>
                <a:lnTo>
                  <a:pt x="6743" y="2521"/>
                </a:lnTo>
                <a:lnTo>
                  <a:pt x="6743" y="1702"/>
                </a:lnTo>
                <a:lnTo>
                  <a:pt x="7184" y="1702"/>
                </a:lnTo>
                <a:cubicBezTo>
                  <a:pt x="7404" y="1702"/>
                  <a:pt x="7562" y="1513"/>
                  <a:pt x="7562" y="1261"/>
                </a:cubicBezTo>
                <a:cubicBezTo>
                  <a:pt x="7562" y="1041"/>
                  <a:pt x="7373" y="883"/>
                  <a:pt x="7184" y="883"/>
                </a:cubicBezTo>
                <a:lnTo>
                  <a:pt x="6743" y="883"/>
                </a:lnTo>
                <a:lnTo>
                  <a:pt x="6743" y="442"/>
                </a:lnTo>
                <a:cubicBezTo>
                  <a:pt x="6743" y="190"/>
                  <a:pt x="6522"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4532" name="Google Shape;14532;p83"/>
          <p:cNvGrpSpPr/>
          <p:nvPr/>
        </p:nvGrpSpPr>
        <p:grpSpPr>
          <a:xfrm>
            <a:off x="3986941" y="1313804"/>
            <a:ext cx="318873" cy="366471"/>
            <a:chOff x="-62496925" y="1931475"/>
            <a:chExt cx="275675" cy="316825"/>
          </a:xfrm>
        </p:grpSpPr>
        <p:sp>
          <p:nvSpPr>
            <p:cNvPr id="14533" name="Google Shape;14533;p83"/>
            <p:cNvSpPr/>
            <p:nvPr/>
          </p:nvSpPr>
          <p:spPr>
            <a:xfrm>
              <a:off x="-62496925" y="1931475"/>
              <a:ext cx="275675" cy="316825"/>
            </a:xfrm>
            <a:custGeom>
              <a:avLst/>
              <a:gdLst/>
              <a:ahLst/>
              <a:cxnLst/>
              <a:rect l="l" t="t" r="r" b="b"/>
              <a:pathLst>
                <a:path w="11027" h="12673" extrusionOk="0">
                  <a:moveTo>
                    <a:pt x="5514" y="1047"/>
                  </a:moveTo>
                  <a:cubicBezTo>
                    <a:pt x="6238" y="1519"/>
                    <a:pt x="7215" y="1834"/>
                    <a:pt x="8003" y="1834"/>
                  </a:cubicBezTo>
                  <a:cubicBezTo>
                    <a:pt x="8538" y="1834"/>
                    <a:pt x="9294" y="1708"/>
                    <a:pt x="10208" y="1204"/>
                  </a:cubicBezTo>
                  <a:lnTo>
                    <a:pt x="10208" y="5237"/>
                  </a:lnTo>
                  <a:cubicBezTo>
                    <a:pt x="10177" y="8198"/>
                    <a:pt x="8349" y="10845"/>
                    <a:pt x="5514" y="11821"/>
                  </a:cubicBezTo>
                  <a:cubicBezTo>
                    <a:pt x="2710" y="10845"/>
                    <a:pt x="820" y="8198"/>
                    <a:pt x="820" y="5237"/>
                  </a:cubicBezTo>
                  <a:lnTo>
                    <a:pt x="820" y="1204"/>
                  </a:lnTo>
                  <a:cubicBezTo>
                    <a:pt x="1513" y="1582"/>
                    <a:pt x="2269" y="1834"/>
                    <a:pt x="3025" y="1834"/>
                  </a:cubicBezTo>
                  <a:cubicBezTo>
                    <a:pt x="3844" y="1834"/>
                    <a:pt x="4758" y="1551"/>
                    <a:pt x="5514" y="1047"/>
                  </a:cubicBezTo>
                  <a:close/>
                  <a:moveTo>
                    <a:pt x="10654" y="1"/>
                  </a:moveTo>
                  <a:cubicBezTo>
                    <a:pt x="10567" y="1"/>
                    <a:pt x="10476" y="33"/>
                    <a:pt x="10397" y="102"/>
                  </a:cubicBezTo>
                  <a:cubicBezTo>
                    <a:pt x="9389" y="826"/>
                    <a:pt x="8538" y="952"/>
                    <a:pt x="8034" y="952"/>
                  </a:cubicBezTo>
                  <a:cubicBezTo>
                    <a:pt x="7310" y="952"/>
                    <a:pt x="6396" y="637"/>
                    <a:pt x="5766" y="165"/>
                  </a:cubicBezTo>
                  <a:cubicBezTo>
                    <a:pt x="5703" y="102"/>
                    <a:pt x="5616" y="70"/>
                    <a:pt x="5526" y="70"/>
                  </a:cubicBezTo>
                  <a:cubicBezTo>
                    <a:pt x="5435" y="70"/>
                    <a:pt x="5341" y="102"/>
                    <a:pt x="5262" y="165"/>
                  </a:cubicBezTo>
                  <a:cubicBezTo>
                    <a:pt x="4632" y="637"/>
                    <a:pt x="3781" y="952"/>
                    <a:pt x="3025" y="952"/>
                  </a:cubicBezTo>
                  <a:cubicBezTo>
                    <a:pt x="2237" y="952"/>
                    <a:pt x="1450" y="637"/>
                    <a:pt x="662" y="102"/>
                  </a:cubicBezTo>
                  <a:cubicBezTo>
                    <a:pt x="582" y="40"/>
                    <a:pt x="495" y="13"/>
                    <a:pt x="411" y="13"/>
                  </a:cubicBezTo>
                  <a:cubicBezTo>
                    <a:pt x="196" y="13"/>
                    <a:pt x="0" y="190"/>
                    <a:pt x="0" y="417"/>
                  </a:cubicBezTo>
                  <a:lnTo>
                    <a:pt x="0" y="5237"/>
                  </a:lnTo>
                  <a:cubicBezTo>
                    <a:pt x="0" y="8608"/>
                    <a:pt x="2080" y="11601"/>
                    <a:pt x="5388" y="12641"/>
                  </a:cubicBezTo>
                  <a:cubicBezTo>
                    <a:pt x="5419" y="12641"/>
                    <a:pt x="5451" y="12672"/>
                    <a:pt x="5514" y="12672"/>
                  </a:cubicBezTo>
                  <a:cubicBezTo>
                    <a:pt x="5545" y="12672"/>
                    <a:pt x="5577" y="12672"/>
                    <a:pt x="5640" y="12641"/>
                  </a:cubicBezTo>
                  <a:cubicBezTo>
                    <a:pt x="8979" y="11538"/>
                    <a:pt x="11027" y="8513"/>
                    <a:pt x="11027" y="5237"/>
                  </a:cubicBezTo>
                  <a:lnTo>
                    <a:pt x="11027" y="417"/>
                  </a:lnTo>
                  <a:cubicBezTo>
                    <a:pt x="11027" y="157"/>
                    <a:pt x="10848" y="1"/>
                    <a:pt x="106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534" name="Google Shape;14534;p83"/>
            <p:cNvSpPr/>
            <p:nvPr/>
          </p:nvSpPr>
          <p:spPr>
            <a:xfrm>
              <a:off x="-62390600" y="2016700"/>
              <a:ext cx="63025" cy="146525"/>
            </a:xfrm>
            <a:custGeom>
              <a:avLst/>
              <a:gdLst/>
              <a:ahLst/>
              <a:cxnLst/>
              <a:rect l="l" t="t" r="r" b="b"/>
              <a:pathLst>
                <a:path w="2521" h="5861" extrusionOk="0">
                  <a:moveTo>
                    <a:pt x="1261" y="1"/>
                  </a:moveTo>
                  <a:cubicBezTo>
                    <a:pt x="1009" y="1"/>
                    <a:pt x="820" y="190"/>
                    <a:pt x="820" y="410"/>
                  </a:cubicBezTo>
                  <a:lnTo>
                    <a:pt x="820" y="694"/>
                  </a:lnTo>
                  <a:cubicBezTo>
                    <a:pt x="347" y="851"/>
                    <a:pt x="1" y="1324"/>
                    <a:pt x="1" y="1891"/>
                  </a:cubicBezTo>
                  <a:cubicBezTo>
                    <a:pt x="1" y="2553"/>
                    <a:pt x="536" y="2931"/>
                    <a:pt x="977" y="3246"/>
                  </a:cubicBezTo>
                  <a:cubicBezTo>
                    <a:pt x="1292" y="3498"/>
                    <a:pt x="1639" y="3718"/>
                    <a:pt x="1639" y="3970"/>
                  </a:cubicBezTo>
                  <a:cubicBezTo>
                    <a:pt x="1639" y="4191"/>
                    <a:pt x="1450" y="4411"/>
                    <a:pt x="1261" y="4411"/>
                  </a:cubicBezTo>
                  <a:cubicBezTo>
                    <a:pt x="1040" y="4411"/>
                    <a:pt x="820" y="4191"/>
                    <a:pt x="820" y="3970"/>
                  </a:cubicBezTo>
                  <a:cubicBezTo>
                    <a:pt x="820" y="3718"/>
                    <a:pt x="631" y="3561"/>
                    <a:pt x="410" y="3561"/>
                  </a:cubicBezTo>
                  <a:cubicBezTo>
                    <a:pt x="221" y="3561"/>
                    <a:pt x="32" y="3781"/>
                    <a:pt x="32" y="3970"/>
                  </a:cubicBezTo>
                  <a:cubicBezTo>
                    <a:pt x="32" y="4506"/>
                    <a:pt x="379" y="4947"/>
                    <a:pt x="851" y="5136"/>
                  </a:cubicBezTo>
                  <a:lnTo>
                    <a:pt x="851" y="5419"/>
                  </a:lnTo>
                  <a:cubicBezTo>
                    <a:pt x="851" y="5671"/>
                    <a:pt x="1040" y="5861"/>
                    <a:pt x="1292" y="5861"/>
                  </a:cubicBezTo>
                  <a:cubicBezTo>
                    <a:pt x="1513" y="5861"/>
                    <a:pt x="1670" y="5671"/>
                    <a:pt x="1670" y="5419"/>
                  </a:cubicBezTo>
                  <a:lnTo>
                    <a:pt x="1670" y="5136"/>
                  </a:lnTo>
                  <a:cubicBezTo>
                    <a:pt x="2143" y="4978"/>
                    <a:pt x="2521" y="4506"/>
                    <a:pt x="2521" y="3970"/>
                  </a:cubicBezTo>
                  <a:cubicBezTo>
                    <a:pt x="2521" y="3309"/>
                    <a:pt x="1954" y="2899"/>
                    <a:pt x="1513" y="2584"/>
                  </a:cubicBezTo>
                  <a:cubicBezTo>
                    <a:pt x="1198" y="2363"/>
                    <a:pt x="851" y="2111"/>
                    <a:pt x="851" y="1891"/>
                  </a:cubicBezTo>
                  <a:cubicBezTo>
                    <a:pt x="851" y="1670"/>
                    <a:pt x="1040" y="1481"/>
                    <a:pt x="1261" y="1481"/>
                  </a:cubicBezTo>
                  <a:cubicBezTo>
                    <a:pt x="1481" y="1481"/>
                    <a:pt x="1639" y="1670"/>
                    <a:pt x="1639" y="1891"/>
                  </a:cubicBezTo>
                  <a:cubicBezTo>
                    <a:pt x="1639" y="2111"/>
                    <a:pt x="1828" y="2300"/>
                    <a:pt x="2080" y="2300"/>
                  </a:cubicBezTo>
                  <a:cubicBezTo>
                    <a:pt x="2300" y="2300"/>
                    <a:pt x="2458" y="2111"/>
                    <a:pt x="2458" y="1891"/>
                  </a:cubicBezTo>
                  <a:cubicBezTo>
                    <a:pt x="2458" y="1324"/>
                    <a:pt x="2111" y="883"/>
                    <a:pt x="1639" y="694"/>
                  </a:cubicBezTo>
                  <a:lnTo>
                    <a:pt x="1639" y="410"/>
                  </a:lnTo>
                  <a:cubicBezTo>
                    <a:pt x="1639" y="190"/>
                    <a:pt x="1450"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535" name="Google Shape;14535;p83"/>
          <p:cNvGrpSpPr/>
          <p:nvPr/>
        </p:nvGrpSpPr>
        <p:grpSpPr>
          <a:xfrm>
            <a:off x="3963691" y="1793629"/>
            <a:ext cx="365373" cy="367426"/>
            <a:chOff x="-62516625" y="2297875"/>
            <a:chExt cx="315875" cy="317650"/>
          </a:xfrm>
        </p:grpSpPr>
        <p:sp>
          <p:nvSpPr>
            <p:cNvPr id="14536" name="Google Shape;14536;p83"/>
            <p:cNvSpPr/>
            <p:nvPr/>
          </p:nvSpPr>
          <p:spPr>
            <a:xfrm>
              <a:off x="-62516625" y="2297875"/>
              <a:ext cx="315875" cy="317650"/>
            </a:xfrm>
            <a:custGeom>
              <a:avLst/>
              <a:gdLst/>
              <a:ahLst/>
              <a:cxnLst/>
              <a:rect l="l" t="t" r="r" b="b"/>
              <a:pathLst>
                <a:path w="12635" h="12706" extrusionOk="0">
                  <a:moveTo>
                    <a:pt x="4632" y="3309"/>
                  </a:moveTo>
                  <a:cubicBezTo>
                    <a:pt x="5388" y="3309"/>
                    <a:pt x="6018" y="3939"/>
                    <a:pt x="6018" y="4695"/>
                  </a:cubicBezTo>
                  <a:cubicBezTo>
                    <a:pt x="6018" y="4916"/>
                    <a:pt x="5924" y="5168"/>
                    <a:pt x="5829" y="5388"/>
                  </a:cubicBezTo>
                  <a:lnTo>
                    <a:pt x="5357" y="5861"/>
                  </a:lnTo>
                  <a:cubicBezTo>
                    <a:pt x="5136" y="5987"/>
                    <a:pt x="4916" y="6081"/>
                    <a:pt x="4632" y="6081"/>
                  </a:cubicBezTo>
                  <a:cubicBezTo>
                    <a:pt x="3876" y="6081"/>
                    <a:pt x="3246" y="5451"/>
                    <a:pt x="3246" y="4695"/>
                  </a:cubicBezTo>
                  <a:cubicBezTo>
                    <a:pt x="3246" y="3939"/>
                    <a:pt x="3876" y="3309"/>
                    <a:pt x="4632" y="3309"/>
                  </a:cubicBezTo>
                  <a:close/>
                  <a:moveTo>
                    <a:pt x="4632" y="820"/>
                  </a:moveTo>
                  <a:cubicBezTo>
                    <a:pt x="6617" y="820"/>
                    <a:pt x="8287" y="2364"/>
                    <a:pt x="8444" y="4285"/>
                  </a:cubicBezTo>
                  <a:lnTo>
                    <a:pt x="8444" y="4412"/>
                  </a:lnTo>
                  <a:cubicBezTo>
                    <a:pt x="7877" y="4412"/>
                    <a:pt x="7310" y="4538"/>
                    <a:pt x="6806" y="4758"/>
                  </a:cubicBezTo>
                  <a:lnTo>
                    <a:pt x="6806" y="4695"/>
                  </a:lnTo>
                  <a:cubicBezTo>
                    <a:pt x="6806" y="3466"/>
                    <a:pt x="5829" y="2490"/>
                    <a:pt x="4601" y="2490"/>
                  </a:cubicBezTo>
                  <a:cubicBezTo>
                    <a:pt x="3372" y="2490"/>
                    <a:pt x="2395" y="3466"/>
                    <a:pt x="2395" y="4695"/>
                  </a:cubicBezTo>
                  <a:cubicBezTo>
                    <a:pt x="2395" y="5924"/>
                    <a:pt x="3372" y="6900"/>
                    <a:pt x="4601" y="6900"/>
                  </a:cubicBezTo>
                  <a:lnTo>
                    <a:pt x="4664" y="6900"/>
                  </a:lnTo>
                  <a:cubicBezTo>
                    <a:pt x="4443" y="7404"/>
                    <a:pt x="4317" y="7972"/>
                    <a:pt x="4317" y="8539"/>
                  </a:cubicBezTo>
                  <a:cubicBezTo>
                    <a:pt x="4317" y="9421"/>
                    <a:pt x="4601" y="10240"/>
                    <a:pt x="5073" y="10902"/>
                  </a:cubicBezTo>
                  <a:lnTo>
                    <a:pt x="4601" y="11532"/>
                  </a:lnTo>
                  <a:lnTo>
                    <a:pt x="1513" y="7026"/>
                  </a:lnTo>
                  <a:cubicBezTo>
                    <a:pt x="1009" y="6333"/>
                    <a:pt x="725" y="5546"/>
                    <a:pt x="725" y="4695"/>
                  </a:cubicBezTo>
                  <a:cubicBezTo>
                    <a:pt x="788" y="2553"/>
                    <a:pt x="2521" y="820"/>
                    <a:pt x="4632" y="820"/>
                  </a:cubicBezTo>
                  <a:close/>
                  <a:moveTo>
                    <a:pt x="8507" y="5231"/>
                  </a:moveTo>
                  <a:cubicBezTo>
                    <a:pt x="10334" y="5231"/>
                    <a:pt x="11815" y="6743"/>
                    <a:pt x="11815" y="8539"/>
                  </a:cubicBezTo>
                  <a:cubicBezTo>
                    <a:pt x="11815" y="10366"/>
                    <a:pt x="10303" y="11847"/>
                    <a:pt x="8507" y="11847"/>
                  </a:cubicBezTo>
                  <a:cubicBezTo>
                    <a:pt x="6680" y="11847"/>
                    <a:pt x="5199" y="10366"/>
                    <a:pt x="5199" y="8539"/>
                  </a:cubicBezTo>
                  <a:cubicBezTo>
                    <a:pt x="5199" y="6743"/>
                    <a:pt x="6680" y="5231"/>
                    <a:pt x="8507" y="5231"/>
                  </a:cubicBezTo>
                  <a:close/>
                  <a:moveTo>
                    <a:pt x="4664" y="1"/>
                  </a:moveTo>
                  <a:cubicBezTo>
                    <a:pt x="2080" y="1"/>
                    <a:pt x="1" y="2080"/>
                    <a:pt x="1" y="4695"/>
                  </a:cubicBezTo>
                  <a:cubicBezTo>
                    <a:pt x="1" y="5703"/>
                    <a:pt x="316" y="6711"/>
                    <a:pt x="946" y="7499"/>
                  </a:cubicBezTo>
                  <a:lnTo>
                    <a:pt x="4317" y="12540"/>
                  </a:lnTo>
                  <a:cubicBezTo>
                    <a:pt x="4396" y="12650"/>
                    <a:pt x="4522" y="12705"/>
                    <a:pt x="4648" y="12705"/>
                  </a:cubicBezTo>
                  <a:cubicBezTo>
                    <a:pt x="4774" y="12705"/>
                    <a:pt x="4900" y="12650"/>
                    <a:pt x="4979" y="12540"/>
                  </a:cubicBezTo>
                  <a:lnTo>
                    <a:pt x="5672" y="11532"/>
                  </a:lnTo>
                  <a:cubicBezTo>
                    <a:pt x="6396" y="12256"/>
                    <a:pt x="7404" y="12697"/>
                    <a:pt x="8507" y="12697"/>
                  </a:cubicBezTo>
                  <a:cubicBezTo>
                    <a:pt x="10776" y="12697"/>
                    <a:pt x="12634" y="10838"/>
                    <a:pt x="12634" y="8539"/>
                  </a:cubicBezTo>
                  <a:cubicBezTo>
                    <a:pt x="12634" y="6554"/>
                    <a:pt x="11217" y="4884"/>
                    <a:pt x="9326" y="4506"/>
                  </a:cubicBezTo>
                  <a:lnTo>
                    <a:pt x="9326" y="4222"/>
                  </a:lnTo>
                  <a:cubicBezTo>
                    <a:pt x="9074" y="1891"/>
                    <a:pt x="7121" y="1"/>
                    <a:pt x="46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537" name="Google Shape;14537;p83"/>
            <p:cNvSpPr/>
            <p:nvPr/>
          </p:nvSpPr>
          <p:spPr>
            <a:xfrm>
              <a:off x="-62335475" y="2438075"/>
              <a:ext cx="62250" cy="145750"/>
            </a:xfrm>
            <a:custGeom>
              <a:avLst/>
              <a:gdLst/>
              <a:ahLst/>
              <a:cxnLst/>
              <a:rect l="l" t="t" r="r" b="b"/>
              <a:pathLst>
                <a:path w="2490" h="5830" extrusionOk="0">
                  <a:moveTo>
                    <a:pt x="1261" y="1"/>
                  </a:moveTo>
                  <a:cubicBezTo>
                    <a:pt x="1009" y="1"/>
                    <a:pt x="820" y="190"/>
                    <a:pt x="820" y="410"/>
                  </a:cubicBezTo>
                  <a:lnTo>
                    <a:pt x="820" y="694"/>
                  </a:lnTo>
                  <a:cubicBezTo>
                    <a:pt x="348" y="851"/>
                    <a:pt x="1" y="1324"/>
                    <a:pt x="1" y="1891"/>
                  </a:cubicBezTo>
                  <a:cubicBezTo>
                    <a:pt x="1" y="2553"/>
                    <a:pt x="537" y="2931"/>
                    <a:pt x="978" y="3246"/>
                  </a:cubicBezTo>
                  <a:cubicBezTo>
                    <a:pt x="1293" y="3498"/>
                    <a:pt x="1639" y="3718"/>
                    <a:pt x="1639" y="3970"/>
                  </a:cubicBezTo>
                  <a:cubicBezTo>
                    <a:pt x="1671" y="4191"/>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20"/>
                  </a:lnTo>
                  <a:cubicBezTo>
                    <a:pt x="820" y="5672"/>
                    <a:pt x="1009" y="5829"/>
                    <a:pt x="1261" y="5829"/>
                  </a:cubicBezTo>
                  <a:cubicBezTo>
                    <a:pt x="1482" y="5829"/>
                    <a:pt x="1639" y="5609"/>
                    <a:pt x="1639" y="5420"/>
                  </a:cubicBezTo>
                  <a:lnTo>
                    <a:pt x="1639" y="5136"/>
                  </a:lnTo>
                  <a:cubicBezTo>
                    <a:pt x="2112" y="4978"/>
                    <a:pt x="2458" y="4506"/>
                    <a:pt x="2458" y="3970"/>
                  </a:cubicBezTo>
                  <a:cubicBezTo>
                    <a:pt x="2458" y="3309"/>
                    <a:pt x="1923" y="2899"/>
                    <a:pt x="1482" y="2584"/>
                  </a:cubicBezTo>
                  <a:cubicBezTo>
                    <a:pt x="1167" y="2364"/>
                    <a:pt x="820" y="2112"/>
                    <a:pt x="820" y="1891"/>
                  </a:cubicBezTo>
                  <a:cubicBezTo>
                    <a:pt x="820" y="1639"/>
                    <a:pt x="1009" y="1450"/>
                    <a:pt x="1261" y="1450"/>
                  </a:cubicBezTo>
                  <a:cubicBezTo>
                    <a:pt x="1482" y="1450"/>
                    <a:pt x="1639" y="1639"/>
                    <a:pt x="1639" y="1891"/>
                  </a:cubicBezTo>
                  <a:cubicBezTo>
                    <a:pt x="1639" y="2112"/>
                    <a:pt x="1860" y="2301"/>
                    <a:pt x="2049" y="2301"/>
                  </a:cubicBezTo>
                  <a:cubicBezTo>
                    <a:pt x="2269" y="2301"/>
                    <a:pt x="2490" y="2112"/>
                    <a:pt x="2490" y="1891"/>
                  </a:cubicBezTo>
                  <a:cubicBezTo>
                    <a:pt x="2490" y="1324"/>
                    <a:pt x="2112" y="883"/>
                    <a:pt x="1639" y="694"/>
                  </a:cubicBezTo>
                  <a:lnTo>
                    <a:pt x="1639" y="410"/>
                  </a:lnTo>
                  <a:cubicBezTo>
                    <a:pt x="1639" y="190"/>
                    <a:pt x="1450"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538" name="Google Shape;14538;p83"/>
          <p:cNvGrpSpPr/>
          <p:nvPr/>
        </p:nvGrpSpPr>
        <p:grpSpPr>
          <a:xfrm>
            <a:off x="3962332" y="2275588"/>
            <a:ext cx="368091" cy="334402"/>
            <a:chOff x="-62518200" y="2692475"/>
            <a:chExt cx="318225" cy="289100"/>
          </a:xfrm>
        </p:grpSpPr>
        <p:sp>
          <p:nvSpPr>
            <p:cNvPr id="14539" name="Google Shape;14539;p83"/>
            <p:cNvSpPr/>
            <p:nvPr/>
          </p:nvSpPr>
          <p:spPr>
            <a:xfrm>
              <a:off x="-62518200" y="2692475"/>
              <a:ext cx="318225" cy="289100"/>
            </a:xfrm>
            <a:custGeom>
              <a:avLst/>
              <a:gdLst/>
              <a:ahLst/>
              <a:cxnLst/>
              <a:rect l="l" t="t" r="r" b="b"/>
              <a:pathLst>
                <a:path w="12729" h="11564" extrusionOk="0">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540" name="Google Shape;14540;p83"/>
            <p:cNvSpPr/>
            <p:nvPr/>
          </p:nvSpPr>
          <p:spPr>
            <a:xfrm>
              <a:off x="-62335475" y="2804325"/>
              <a:ext cx="62250" cy="146525"/>
            </a:xfrm>
            <a:custGeom>
              <a:avLst/>
              <a:gdLst/>
              <a:ahLst/>
              <a:cxnLst/>
              <a:rect l="l" t="t" r="r" b="b"/>
              <a:pathLst>
                <a:path w="2490" h="5861" extrusionOk="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541" name="Google Shape;14541;p83"/>
          <p:cNvGrpSpPr/>
          <p:nvPr/>
        </p:nvGrpSpPr>
        <p:grpSpPr>
          <a:xfrm>
            <a:off x="2648986" y="2733112"/>
            <a:ext cx="309793" cy="365344"/>
            <a:chOff x="-60597975" y="1939525"/>
            <a:chExt cx="267825" cy="315850"/>
          </a:xfrm>
        </p:grpSpPr>
        <p:sp>
          <p:nvSpPr>
            <p:cNvPr id="14542" name="Google Shape;14542;p83"/>
            <p:cNvSpPr/>
            <p:nvPr/>
          </p:nvSpPr>
          <p:spPr>
            <a:xfrm>
              <a:off x="-60597975" y="1939525"/>
              <a:ext cx="267825" cy="315850"/>
            </a:xfrm>
            <a:custGeom>
              <a:avLst/>
              <a:gdLst/>
              <a:ahLst/>
              <a:cxnLst/>
              <a:rect l="l" t="t" r="r" b="b"/>
              <a:pathLst>
                <a:path w="10713" h="12634" extrusionOk="0">
                  <a:moveTo>
                    <a:pt x="7436" y="788"/>
                  </a:moveTo>
                  <a:lnTo>
                    <a:pt x="7436" y="1859"/>
                  </a:lnTo>
                  <a:cubicBezTo>
                    <a:pt x="7310" y="1733"/>
                    <a:pt x="7247" y="1607"/>
                    <a:pt x="6995" y="1607"/>
                  </a:cubicBezTo>
                  <a:cubicBezTo>
                    <a:pt x="6806" y="1607"/>
                    <a:pt x="6743" y="1733"/>
                    <a:pt x="6617" y="1859"/>
                  </a:cubicBezTo>
                  <a:lnTo>
                    <a:pt x="6617" y="788"/>
                  </a:lnTo>
                  <a:close/>
                  <a:moveTo>
                    <a:pt x="9515" y="788"/>
                  </a:moveTo>
                  <a:cubicBezTo>
                    <a:pt x="9767" y="788"/>
                    <a:pt x="9925" y="977"/>
                    <a:pt x="9925" y="1197"/>
                  </a:cubicBezTo>
                  <a:lnTo>
                    <a:pt x="9925" y="4222"/>
                  </a:lnTo>
                  <a:lnTo>
                    <a:pt x="2490" y="4222"/>
                  </a:lnTo>
                  <a:lnTo>
                    <a:pt x="2490" y="788"/>
                  </a:lnTo>
                  <a:lnTo>
                    <a:pt x="5798" y="788"/>
                  </a:lnTo>
                  <a:lnTo>
                    <a:pt x="5798" y="2867"/>
                  </a:lnTo>
                  <a:cubicBezTo>
                    <a:pt x="5798" y="3119"/>
                    <a:pt x="5980" y="3287"/>
                    <a:pt x="6185" y="3287"/>
                  </a:cubicBezTo>
                  <a:cubicBezTo>
                    <a:pt x="6288" y="3287"/>
                    <a:pt x="6396" y="3245"/>
                    <a:pt x="6491" y="3151"/>
                  </a:cubicBezTo>
                  <a:lnTo>
                    <a:pt x="7058" y="2615"/>
                  </a:lnTo>
                  <a:lnTo>
                    <a:pt x="7594" y="3151"/>
                  </a:lnTo>
                  <a:cubicBezTo>
                    <a:pt x="7688" y="3245"/>
                    <a:pt x="7800" y="3287"/>
                    <a:pt x="7907" y="3287"/>
                  </a:cubicBezTo>
                  <a:cubicBezTo>
                    <a:pt x="8122" y="3287"/>
                    <a:pt x="8318" y="3119"/>
                    <a:pt x="8318" y="2867"/>
                  </a:cubicBezTo>
                  <a:lnTo>
                    <a:pt x="8318" y="788"/>
                  </a:lnTo>
                  <a:close/>
                  <a:moveTo>
                    <a:pt x="9925" y="5041"/>
                  </a:moveTo>
                  <a:lnTo>
                    <a:pt x="9925" y="8349"/>
                  </a:lnTo>
                  <a:lnTo>
                    <a:pt x="2490" y="8349"/>
                  </a:lnTo>
                  <a:lnTo>
                    <a:pt x="2490" y="5041"/>
                  </a:lnTo>
                  <a:close/>
                  <a:moveTo>
                    <a:pt x="9925" y="9168"/>
                  </a:moveTo>
                  <a:lnTo>
                    <a:pt x="9925" y="11373"/>
                  </a:lnTo>
                  <a:cubicBezTo>
                    <a:pt x="9925" y="11625"/>
                    <a:pt x="9736" y="11783"/>
                    <a:pt x="9515" y="11783"/>
                  </a:cubicBezTo>
                  <a:lnTo>
                    <a:pt x="2490" y="11783"/>
                  </a:lnTo>
                  <a:lnTo>
                    <a:pt x="2490" y="9168"/>
                  </a:lnTo>
                  <a:close/>
                  <a:moveTo>
                    <a:pt x="1639" y="788"/>
                  </a:moveTo>
                  <a:lnTo>
                    <a:pt x="1639" y="11814"/>
                  </a:lnTo>
                  <a:lnTo>
                    <a:pt x="820" y="11814"/>
                  </a:lnTo>
                  <a:lnTo>
                    <a:pt x="820" y="788"/>
                  </a:lnTo>
                  <a:close/>
                  <a:moveTo>
                    <a:pt x="379" y="0"/>
                  </a:moveTo>
                  <a:cubicBezTo>
                    <a:pt x="158" y="0"/>
                    <a:pt x="1" y="189"/>
                    <a:pt x="1" y="410"/>
                  </a:cubicBezTo>
                  <a:lnTo>
                    <a:pt x="1" y="12256"/>
                  </a:lnTo>
                  <a:cubicBezTo>
                    <a:pt x="1" y="12445"/>
                    <a:pt x="190" y="12634"/>
                    <a:pt x="379" y="12634"/>
                  </a:cubicBezTo>
                  <a:lnTo>
                    <a:pt x="9484" y="12634"/>
                  </a:lnTo>
                  <a:cubicBezTo>
                    <a:pt x="10146" y="12634"/>
                    <a:pt x="10713" y="12098"/>
                    <a:pt x="10713" y="11436"/>
                  </a:cubicBezTo>
                  <a:lnTo>
                    <a:pt x="10713" y="1229"/>
                  </a:lnTo>
                  <a:cubicBezTo>
                    <a:pt x="10713" y="567"/>
                    <a:pt x="10177" y="0"/>
                    <a:pt x="94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543" name="Google Shape;14543;p83"/>
            <p:cNvSpPr/>
            <p:nvPr/>
          </p:nvSpPr>
          <p:spPr>
            <a:xfrm>
              <a:off x="-60494775" y="2097050"/>
              <a:ext cx="103175" cy="20500"/>
            </a:xfrm>
            <a:custGeom>
              <a:avLst/>
              <a:gdLst/>
              <a:ahLst/>
              <a:cxnLst/>
              <a:rect l="l" t="t" r="r" b="b"/>
              <a:pathLst>
                <a:path w="4127" h="820" extrusionOk="0">
                  <a:moveTo>
                    <a:pt x="410" y="0"/>
                  </a:moveTo>
                  <a:cubicBezTo>
                    <a:pt x="158" y="0"/>
                    <a:pt x="0" y="189"/>
                    <a:pt x="0" y="410"/>
                  </a:cubicBezTo>
                  <a:cubicBezTo>
                    <a:pt x="0" y="630"/>
                    <a:pt x="189" y="819"/>
                    <a:pt x="410" y="819"/>
                  </a:cubicBezTo>
                  <a:lnTo>
                    <a:pt x="3718" y="819"/>
                  </a:lnTo>
                  <a:cubicBezTo>
                    <a:pt x="3938" y="819"/>
                    <a:pt x="4127" y="630"/>
                    <a:pt x="4127" y="410"/>
                  </a:cubicBezTo>
                  <a:cubicBezTo>
                    <a:pt x="4127" y="158"/>
                    <a:pt x="3938" y="0"/>
                    <a:pt x="37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544" name="Google Shape;14544;p83"/>
          <p:cNvGrpSpPr/>
          <p:nvPr/>
        </p:nvGrpSpPr>
        <p:grpSpPr>
          <a:xfrm>
            <a:off x="2619389" y="3167537"/>
            <a:ext cx="368987" cy="368525"/>
            <a:chOff x="-60620800" y="2304600"/>
            <a:chExt cx="319000" cy="318600"/>
          </a:xfrm>
        </p:grpSpPr>
        <p:sp>
          <p:nvSpPr>
            <p:cNvPr id="14545" name="Google Shape;14545;p83"/>
            <p:cNvSpPr/>
            <p:nvPr/>
          </p:nvSpPr>
          <p:spPr>
            <a:xfrm>
              <a:off x="-60620800" y="2304600"/>
              <a:ext cx="319000" cy="318600"/>
            </a:xfrm>
            <a:custGeom>
              <a:avLst/>
              <a:gdLst/>
              <a:ahLst/>
              <a:cxnLst/>
              <a:rect l="l" t="t" r="r" b="b"/>
              <a:pathLst>
                <a:path w="12760" h="12744" extrusionOk="0">
                  <a:moveTo>
                    <a:pt x="10939" y="845"/>
                  </a:moveTo>
                  <a:cubicBezTo>
                    <a:pt x="10969" y="845"/>
                    <a:pt x="11001" y="853"/>
                    <a:pt x="11027" y="866"/>
                  </a:cubicBezTo>
                  <a:lnTo>
                    <a:pt x="11752" y="1276"/>
                  </a:lnTo>
                  <a:cubicBezTo>
                    <a:pt x="11783" y="1339"/>
                    <a:pt x="11815" y="1433"/>
                    <a:pt x="11783" y="1465"/>
                  </a:cubicBezTo>
                  <a:lnTo>
                    <a:pt x="11437" y="2063"/>
                  </a:lnTo>
                  <a:lnTo>
                    <a:pt x="10491" y="1496"/>
                  </a:lnTo>
                  <a:lnTo>
                    <a:pt x="10838" y="898"/>
                  </a:lnTo>
                  <a:cubicBezTo>
                    <a:pt x="10856" y="861"/>
                    <a:pt x="10897" y="845"/>
                    <a:pt x="10939" y="845"/>
                  </a:cubicBezTo>
                  <a:close/>
                  <a:moveTo>
                    <a:pt x="10050" y="2252"/>
                  </a:moveTo>
                  <a:lnTo>
                    <a:pt x="10995" y="2819"/>
                  </a:lnTo>
                  <a:lnTo>
                    <a:pt x="8916" y="6379"/>
                  </a:lnTo>
                  <a:lnTo>
                    <a:pt x="7971" y="5844"/>
                  </a:lnTo>
                  <a:lnTo>
                    <a:pt x="10050" y="2252"/>
                  </a:lnTo>
                  <a:close/>
                  <a:moveTo>
                    <a:pt x="7813" y="6663"/>
                  </a:moveTo>
                  <a:lnTo>
                    <a:pt x="8318" y="6978"/>
                  </a:lnTo>
                  <a:lnTo>
                    <a:pt x="7782" y="7324"/>
                  </a:lnTo>
                  <a:lnTo>
                    <a:pt x="7813" y="6663"/>
                  </a:lnTo>
                  <a:close/>
                  <a:moveTo>
                    <a:pt x="11342" y="5245"/>
                  </a:moveTo>
                  <a:cubicBezTo>
                    <a:pt x="11594" y="5245"/>
                    <a:pt x="11752" y="5434"/>
                    <a:pt x="11752" y="5686"/>
                  </a:cubicBezTo>
                  <a:lnTo>
                    <a:pt x="11752" y="11483"/>
                  </a:lnTo>
                  <a:cubicBezTo>
                    <a:pt x="11752" y="11704"/>
                    <a:pt x="11531" y="11893"/>
                    <a:pt x="11342" y="11893"/>
                  </a:cubicBezTo>
                  <a:lnTo>
                    <a:pt x="1197" y="11893"/>
                  </a:lnTo>
                  <a:cubicBezTo>
                    <a:pt x="945" y="11893"/>
                    <a:pt x="788" y="11704"/>
                    <a:pt x="788" y="11483"/>
                  </a:cubicBezTo>
                  <a:lnTo>
                    <a:pt x="788" y="5686"/>
                  </a:lnTo>
                  <a:cubicBezTo>
                    <a:pt x="788" y="5434"/>
                    <a:pt x="977" y="5245"/>
                    <a:pt x="1197" y="5245"/>
                  </a:cubicBezTo>
                  <a:lnTo>
                    <a:pt x="7372" y="5245"/>
                  </a:lnTo>
                  <a:lnTo>
                    <a:pt x="7057" y="5749"/>
                  </a:lnTo>
                  <a:cubicBezTo>
                    <a:pt x="7026" y="5812"/>
                    <a:pt x="7026" y="5875"/>
                    <a:pt x="7026" y="5970"/>
                  </a:cubicBezTo>
                  <a:lnTo>
                    <a:pt x="6900" y="7734"/>
                  </a:lnTo>
                  <a:lnTo>
                    <a:pt x="5545" y="7734"/>
                  </a:lnTo>
                  <a:cubicBezTo>
                    <a:pt x="5325" y="7734"/>
                    <a:pt x="5167" y="7923"/>
                    <a:pt x="5167" y="8175"/>
                  </a:cubicBezTo>
                  <a:cubicBezTo>
                    <a:pt x="5167" y="8396"/>
                    <a:pt x="5356" y="8585"/>
                    <a:pt x="5545" y="8585"/>
                  </a:cubicBezTo>
                  <a:lnTo>
                    <a:pt x="10523" y="8585"/>
                  </a:lnTo>
                  <a:cubicBezTo>
                    <a:pt x="10743" y="8585"/>
                    <a:pt x="10964" y="8396"/>
                    <a:pt x="10964" y="8175"/>
                  </a:cubicBezTo>
                  <a:cubicBezTo>
                    <a:pt x="10964" y="7923"/>
                    <a:pt x="10743" y="7734"/>
                    <a:pt x="10523" y="7734"/>
                  </a:cubicBezTo>
                  <a:lnTo>
                    <a:pt x="8633" y="7734"/>
                  </a:lnTo>
                  <a:lnTo>
                    <a:pt x="9294" y="7293"/>
                  </a:lnTo>
                  <a:cubicBezTo>
                    <a:pt x="9326" y="7261"/>
                    <a:pt x="9420" y="7230"/>
                    <a:pt x="9420" y="7135"/>
                  </a:cubicBezTo>
                  <a:lnTo>
                    <a:pt x="10523" y="5245"/>
                  </a:lnTo>
                  <a:close/>
                  <a:moveTo>
                    <a:pt x="10933" y="0"/>
                  </a:moveTo>
                  <a:cubicBezTo>
                    <a:pt x="10599" y="0"/>
                    <a:pt x="10280" y="175"/>
                    <a:pt x="10113" y="488"/>
                  </a:cubicBezTo>
                  <a:lnTo>
                    <a:pt x="9578" y="1433"/>
                  </a:lnTo>
                  <a:lnTo>
                    <a:pt x="7877" y="4395"/>
                  </a:lnTo>
                  <a:lnTo>
                    <a:pt x="1229" y="4395"/>
                  </a:lnTo>
                  <a:cubicBezTo>
                    <a:pt x="567" y="4395"/>
                    <a:pt x="0" y="4930"/>
                    <a:pt x="0" y="5592"/>
                  </a:cubicBezTo>
                  <a:lnTo>
                    <a:pt x="0" y="11483"/>
                  </a:lnTo>
                  <a:cubicBezTo>
                    <a:pt x="0" y="12145"/>
                    <a:pt x="567" y="12743"/>
                    <a:pt x="1229" y="12743"/>
                  </a:cubicBezTo>
                  <a:lnTo>
                    <a:pt x="11374" y="12743"/>
                  </a:lnTo>
                  <a:cubicBezTo>
                    <a:pt x="12067" y="12743"/>
                    <a:pt x="12602" y="12176"/>
                    <a:pt x="12602" y="11483"/>
                  </a:cubicBezTo>
                  <a:lnTo>
                    <a:pt x="12602" y="5686"/>
                  </a:lnTo>
                  <a:cubicBezTo>
                    <a:pt x="12602" y="5025"/>
                    <a:pt x="12067" y="4458"/>
                    <a:pt x="11374" y="4458"/>
                  </a:cubicBezTo>
                  <a:lnTo>
                    <a:pt x="11027" y="4458"/>
                  </a:lnTo>
                  <a:lnTo>
                    <a:pt x="12508" y="1937"/>
                  </a:lnTo>
                  <a:cubicBezTo>
                    <a:pt x="12760" y="1433"/>
                    <a:pt x="12602" y="835"/>
                    <a:pt x="12130" y="551"/>
                  </a:cubicBezTo>
                  <a:lnTo>
                    <a:pt x="11437" y="141"/>
                  </a:lnTo>
                  <a:cubicBezTo>
                    <a:pt x="11277" y="46"/>
                    <a:pt x="11103" y="0"/>
                    <a:pt x="109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546" name="Google Shape;14546;p83"/>
            <p:cNvSpPr/>
            <p:nvPr/>
          </p:nvSpPr>
          <p:spPr>
            <a:xfrm>
              <a:off x="-60491625" y="2560150"/>
              <a:ext cx="144925" cy="20525"/>
            </a:xfrm>
            <a:custGeom>
              <a:avLst/>
              <a:gdLst/>
              <a:ahLst/>
              <a:cxnLst/>
              <a:rect l="l" t="t" r="r" b="b"/>
              <a:pathLst>
                <a:path w="5797" h="821" extrusionOk="0">
                  <a:moveTo>
                    <a:pt x="378" y="1"/>
                  </a:moveTo>
                  <a:cubicBezTo>
                    <a:pt x="158" y="1"/>
                    <a:pt x="0" y="190"/>
                    <a:pt x="0" y="411"/>
                  </a:cubicBezTo>
                  <a:cubicBezTo>
                    <a:pt x="0" y="663"/>
                    <a:pt x="189" y="820"/>
                    <a:pt x="378" y="820"/>
                  </a:cubicBezTo>
                  <a:lnTo>
                    <a:pt x="5356" y="820"/>
                  </a:lnTo>
                  <a:cubicBezTo>
                    <a:pt x="5576" y="820"/>
                    <a:pt x="5797" y="631"/>
                    <a:pt x="5797" y="411"/>
                  </a:cubicBezTo>
                  <a:cubicBezTo>
                    <a:pt x="5797" y="190"/>
                    <a:pt x="5576" y="1"/>
                    <a:pt x="5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547" name="Google Shape;14547;p83"/>
            <p:cNvSpPr/>
            <p:nvPr/>
          </p:nvSpPr>
          <p:spPr>
            <a:xfrm>
              <a:off x="-60573550" y="2445950"/>
              <a:ext cx="62250" cy="146525"/>
            </a:xfrm>
            <a:custGeom>
              <a:avLst/>
              <a:gdLst/>
              <a:ahLst/>
              <a:cxnLst/>
              <a:rect l="l" t="t" r="r" b="b"/>
              <a:pathLst>
                <a:path w="2490" h="5861" extrusionOk="0">
                  <a:moveTo>
                    <a:pt x="1229" y="1"/>
                  </a:moveTo>
                  <a:cubicBezTo>
                    <a:pt x="977" y="1"/>
                    <a:pt x="820" y="190"/>
                    <a:pt x="820" y="410"/>
                  </a:cubicBezTo>
                  <a:lnTo>
                    <a:pt x="820" y="694"/>
                  </a:lnTo>
                  <a:cubicBezTo>
                    <a:pt x="347" y="851"/>
                    <a:pt x="1" y="1324"/>
                    <a:pt x="1" y="1891"/>
                  </a:cubicBezTo>
                  <a:cubicBezTo>
                    <a:pt x="1" y="2553"/>
                    <a:pt x="568" y="2931"/>
                    <a:pt x="977" y="3246"/>
                  </a:cubicBezTo>
                  <a:cubicBezTo>
                    <a:pt x="1292" y="3498"/>
                    <a:pt x="1670" y="3718"/>
                    <a:pt x="1670" y="3970"/>
                  </a:cubicBezTo>
                  <a:cubicBezTo>
                    <a:pt x="1670" y="4191"/>
                    <a:pt x="1450" y="4348"/>
                    <a:pt x="1229" y="4348"/>
                  </a:cubicBezTo>
                  <a:cubicBezTo>
                    <a:pt x="977" y="4348"/>
                    <a:pt x="820" y="4159"/>
                    <a:pt x="820" y="3970"/>
                  </a:cubicBezTo>
                  <a:cubicBezTo>
                    <a:pt x="820" y="3718"/>
                    <a:pt x="631" y="3529"/>
                    <a:pt x="442" y="3529"/>
                  </a:cubicBezTo>
                  <a:cubicBezTo>
                    <a:pt x="190" y="3529"/>
                    <a:pt x="1" y="3718"/>
                    <a:pt x="1" y="3970"/>
                  </a:cubicBezTo>
                  <a:cubicBezTo>
                    <a:pt x="1" y="4506"/>
                    <a:pt x="347" y="4947"/>
                    <a:pt x="820" y="5136"/>
                  </a:cubicBezTo>
                  <a:lnTo>
                    <a:pt x="820" y="5420"/>
                  </a:lnTo>
                  <a:cubicBezTo>
                    <a:pt x="820" y="5672"/>
                    <a:pt x="1040" y="5861"/>
                    <a:pt x="1229" y="5861"/>
                  </a:cubicBezTo>
                  <a:cubicBezTo>
                    <a:pt x="1450" y="5861"/>
                    <a:pt x="1670" y="5672"/>
                    <a:pt x="1670" y="5420"/>
                  </a:cubicBezTo>
                  <a:lnTo>
                    <a:pt x="1670" y="5136"/>
                  </a:lnTo>
                  <a:cubicBezTo>
                    <a:pt x="2143" y="4979"/>
                    <a:pt x="2489" y="4506"/>
                    <a:pt x="2489" y="3970"/>
                  </a:cubicBezTo>
                  <a:cubicBezTo>
                    <a:pt x="2489" y="3309"/>
                    <a:pt x="1922" y="2899"/>
                    <a:pt x="1513" y="2584"/>
                  </a:cubicBezTo>
                  <a:cubicBezTo>
                    <a:pt x="1198" y="2364"/>
                    <a:pt x="820" y="2112"/>
                    <a:pt x="820" y="1891"/>
                  </a:cubicBezTo>
                  <a:cubicBezTo>
                    <a:pt x="788" y="1639"/>
                    <a:pt x="977" y="1450"/>
                    <a:pt x="1229" y="1450"/>
                  </a:cubicBezTo>
                  <a:cubicBezTo>
                    <a:pt x="1450" y="1450"/>
                    <a:pt x="1670" y="1639"/>
                    <a:pt x="1670" y="1891"/>
                  </a:cubicBezTo>
                  <a:cubicBezTo>
                    <a:pt x="1670" y="2112"/>
                    <a:pt x="1859" y="2269"/>
                    <a:pt x="2048" y="2269"/>
                  </a:cubicBezTo>
                  <a:cubicBezTo>
                    <a:pt x="2300" y="2269"/>
                    <a:pt x="2489" y="2080"/>
                    <a:pt x="2489" y="1891"/>
                  </a:cubicBezTo>
                  <a:cubicBezTo>
                    <a:pt x="2489" y="1324"/>
                    <a:pt x="2143" y="883"/>
                    <a:pt x="1670" y="694"/>
                  </a:cubicBezTo>
                  <a:lnTo>
                    <a:pt x="1670" y="410"/>
                  </a:lnTo>
                  <a:cubicBezTo>
                    <a:pt x="1670" y="190"/>
                    <a:pt x="1450"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548" name="Google Shape;14548;p83"/>
          <p:cNvGrpSpPr/>
          <p:nvPr/>
        </p:nvGrpSpPr>
        <p:grpSpPr>
          <a:xfrm>
            <a:off x="2620748" y="3663188"/>
            <a:ext cx="366269" cy="262426"/>
            <a:chOff x="-60621600" y="2716100"/>
            <a:chExt cx="316650" cy="226875"/>
          </a:xfrm>
        </p:grpSpPr>
        <p:sp>
          <p:nvSpPr>
            <p:cNvPr id="14549" name="Google Shape;14549;p83"/>
            <p:cNvSpPr/>
            <p:nvPr/>
          </p:nvSpPr>
          <p:spPr>
            <a:xfrm>
              <a:off x="-60621600" y="2716100"/>
              <a:ext cx="316650" cy="226875"/>
            </a:xfrm>
            <a:custGeom>
              <a:avLst/>
              <a:gdLst/>
              <a:ahLst/>
              <a:cxnLst/>
              <a:rect l="l" t="t" r="r" b="b"/>
              <a:pathLst>
                <a:path w="12666" h="9075" extrusionOk="0">
                  <a:moveTo>
                    <a:pt x="11374" y="789"/>
                  </a:moveTo>
                  <a:cubicBezTo>
                    <a:pt x="11626" y="789"/>
                    <a:pt x="11815" y="1009"/>
                    <a:pt x="11815" y="1230"/>
                  </a:cubicBezTo>
                  <a:lnTo>
                    <a:pt x="11815" y="1671"/>
                  </a:lnTo>
                  <a:lnTo>
                    <a:pt x="788" y="1671"/>
                  </a:lnTo>
                  <a:lnTo>
                    <a:pt x="788" y="1230"/>
                  </a:lnTo>
                  <a:cubicBezTo>
                    <a:pt x="788" y="1009"/>
                    <a:pt x="977" y="789"/>
                    <a:pt x="1166" y="789"/>
                  </a:cubicBezTo>
                  <a:close/>
                  <a:moveTo>
                    <a:pt x="11815" y="2490"/>
                  </a:moveTo>
                  <a:lnTo>
                    <a:pt x="11815" y="7877"/>
                  </a:lnTo>
                  <a:cubicBezTo>
                    <a:pt x="11815" y="8129"/>
                    <a:pt x="11626" y="8318"/>
                    <a:pt x="11374" y="8318"/>
                  </a:cubicBezTo>
                  <a:lnTo>
                    <a:pt x="1166" y="8318"/>
                  </a:lnTo>
                  <a:cubicBezTo>
                    <a:pt x="946" y="8318"/>
                    <a:pt x="788" y="8129"/>
                    <a:pt x="788" y="7877"/>
                  </a:cubicBezTo>
                  <a:lnTo>
                    <a:pt x="788" y="2490"/>
                  </a:lnTo>
                  <a:close/>
                  <a:moveTo>
                    <a:pt x="1229" y="1"/>
                  </a:moveTo>
                  <a:cubicBezTo>
                    <a:pt x="536" y="1"/>
                    <a:pt x="1" y="568"/>
                    <a:pt x="1" y="1230"/>
                  </a:cubicBezTo>
                  <a:lnTo>
                    <a:pt x="1" y="7846"/>
                  </a:lnTo>
                  <a:cubicBezTo>
                    <a:pt x="1" y="8507"/>
                    <a:pt x="536" y="9074"/>
                    <a:pt x="1229" y="9074"/>
                  </a:cubicBezTo>
                  <a:lnTo>
                    <a:pt x="11406" y="9074"/>
                  </a:lnTo>
                  <a:cubicBezTo>
                    <a:pt x="12099" y="9074"/>
                    <a:pt x="12666" y="8507"/>
                    <a:pt x="12666" y="7846"/>
                  </a:cubicBezTo>
                  <a:lnTo>
                    <a:pt x="12666" y="1230"/>
                  </a:lnTo>
                  <a:cubicBezTo>
                    <a:pt x="12634" y="568"/>
                    <a:pt x="12099" y="1"/>
                    <a:pt x="114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550" name="Google Shape;14550;p83"/>
            <p:cNvSpPr/>
            <p:nvPr/>
          </p:nvSpPr>
          <p:spPr>
            <a:xfrm>
              <a:off x="-60546775" y="2798025"/>
              <a:ext cx="166225" cy="104775"/>
            </a:xfrm>
            <a:custGeom>
              <a:avLst/>
              <a:gdLst/>
              <a:ahLst/>
              <a:cxnLst/>
              <a:rect l="l" t="t" r="r" b="b"/>
              <a:pathLst>
                <a:path w="6649" h="4191" extrusionOk="0">
                  <a:moveTo>
                    <a:pt x="2080" y="883"/>
                  </a:moveTo>
                  <a:cubicBezTo>
                    <a:pt x="2332" y="883"/>
                    <a:pt x="2553" y="946"/>
                    <a:pt x="2805" y="1072"/>
                  </a:cubicBezTo>
                  <a:cubicBezTo>
                    <a:pt x="2647" y="1387"/>
                    <a:pt x="2521" y="1733"/>
                    <a:pt x="2521" y="2080"/>
                  </a:cubicBezTo>
                  <a:cubicBezTo>
                    <a:pt x="2521" y="2489"/>
                    <a:pt x="2647" y="2804"/>
                    <a:pt x="2805" y="3119"/>
                  </a:cubicBezTo>
                  <a:cubicBezTo>
                    <a:pt x="2584" y="3245"/>
                    <a:pt x="2364" y="3308"/>
                    <a:pt x="2080" y="3308"/>
                  </a:cubicBezTo>
                  <a:cubicBezTo>
                    <a:pt x="1418" y="3308"/>
                    <a:pt x="820" y="2741"/>
                    <a:pt x="820" y="2048"/>
                  </a:cubicBezTo>
                  <a:cubicBezTo>
                    <a:pt x="820" y="1418"/>
                    <a:pt x="1418" y="883"/>
                    <a:pt x="2080" y="883"/>
                  </a:cubicBezTo>
                  <a:close/>
                  <a:moveTo>
                    <a:pt x="4569" y="883"/>
                  </a:moveTo>
                  <a:cubicBezTo>
                    <a:pt x="5231" y="883"/>
                    <a:pt x="5798" y="1418"/>
                    <a:pt x="5798" y="2080"/>
                  </a:cubicBezTo>
                  <a:cubicBezTo>
                    <a:pt x="5798" y="2741"/>
                    <a:pt x="5231" y="3340"/>
                    <a:pt x="4569" y="3340"/>
                  </a:cubicBezTo>
                  <a:cubicBezTo>
                    <a:pt x="3907" y="3340"/>
                    <a:pt x="3340" y="2804"/>
                    <a:pt x="3340" y="2080"/>
                  </a:cubicBezTo>
                  <a:cubicBezTo>
                    <a:pt x="3309" y="1418"/>
                    <a:pt x="3907" y="883"/>
                    <a:pt x="4569" y="883"/>
                  </a:cubicBezTo>
                  <a:close/>
                  <a:moveTo>
                    <a:pt x="2080" y="0"/>
                  </a:moveTo>
                  <a:cubicBezTo>
                    <a:pt x="946" y="0"/>
                    <a:pt x="1" y="946"/>
                    <a:pt x="1" y="2080"/>
                  </a:cubicBezTo>
                  <a:cubicBezTo>
                    <a:pt x="1" y="3245"/>
                    <a:pt x="946" y="4191"/>
                    <a:pt x="2080" y="4191"/>
                  </a:cubicBezTo>
                  <a:cubicBezTo>
                    <a:pt x="2521" y="4191"/>
                    <a:pt x="2962" y="4033"/>
                    <a:pt x="3340" y="3749"/>
                  </a:cubicBezTo>
                  <a:cubicBezTo>
                    <a:pt x="3687" y="4033"/>
                    <a:pt x="4128" y="4191"/>
                    <a:pt x="4569" y="4191"/>
                  </a:cubicBezTo>
                  <a:cubicBezTo>
                    <a:pt x="5703" y="4191"/>
                    <a:pt x="6648" y="3245"/>
                    <a:pt x="6648" y="2080"/>
                  </a:cubicBezTo>
                  <a:cubicBezTo>
                    <a:pt x="6648" y="946"/>
                    <a:pt x="5703" y="0"/>
                    <a:pt x="4569" y="0"/>
                  </a:cubicBezTo>
                  <a:cubicBezTo>
                    <a:pt x="4096" y="0"/>
                    <a:pt x="3655" y="158"/>
                    <a:pt x="3340" y="441"/>
                  </a:cubicBezTo>
                  <a:cubicBezTo>
                    <a:pt x="2994" y="158"/>
                    <a:pt x="2553"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551" name="Google Shape;14551;p83"/>
          <p:cNvGrpSpPr/>
          <p:nvPr/>
        </p:nvGrpSpPr>
        <p:grpSpPr>
          <a:xfrm>
            <a:off x="3957965" y="3611281"/>
            <a:ext cx="358056" cy="366240"/>
            <a:chOff x="-59475600" y="2658625"/>
            <a:chExt cx="309550" cy="316625"/>
          </a:xfrm>
        </p:grpSpPr>
        <p:sp>
          <p:nvSpPr>
            <p:cNvPr id="14552" name="Google Shape;14552;p83"/>
            <p:cNvSpPr/>
            <p:nvPr/>
          </p:nvSpPr>
          <p:spPr>
            <a:xfrm>
              <a:off x="-59427550" y="2913025"/>
              <a:ext cx="19700" cy="19700"/>
            </a:xfrm>
            <a:custGeom>
              <a:avLst/>
              <a:gdLst/>
              <a:ahLst/>
              <a:cxnLst/>
              <a:rect l="l" t="t" r="r" b="b"/>
              <a:pathLst>
                <a:path w="788" h="788" extrusionOk="0">
                  <a:moveTo>
                    <a:pt x="410" y="0"/>
                  </a:moveTo>
                  <a:cubicBezTo>
                    <a:pt x="189" y="0"/>
                    <a:pt x="0" y="189"/>
                    <a:pt x="0" y="410"/>
                  </a:cubicBezTo>
                  <a:cubicBezTo>
                    <a:pt x="0" y="630"/>
                    <a:pt x="189" y="788"/>
                    <a:pt x="410" y="788"/>
                  </a:cubicBezTo>
                  <a:cubicBezTo>
                    <a:pt x="630" y="788"/>
                    <a:pt x="788" y="630"/>
                    <a:pt x="788" y="410"/>
                  </a:cubicBezTo>
                  <a:cubicBezTo>
                    <a:pt x="788" y="189"/>
                    <a:pt x="630"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553" name="Google Shape;14553;p83"/>
            <p:cNvSpPr/>
            <p:nvPr/>
          </p:nvSpPr>
          <p:spPr>
            <a:xfrm>
              <a:off x="-59428350" y="2699575"/>
              <a:ext cx="20500" cy="152825"/>
            </a:xfrm>
            <a:custGeom>
              <a:avLst/>
              <a:gdLst/>
              <a:ahLst/>
              <a:cxnLst/>
              <a:rect l="l" t="t" r="r" b="b"/>
              <a:pathLst>
                <a:path w="820" h="6113" extrusionOk="0">
                  <a:moveTo>
                    <a:pt x="442" y="0"/>
                  </a:moveTo>
                  <a:cubicBezTo>
                    <a:pt x="190" y="0"/>
                    <a:pt x="1" y="189"/>
                    <a:pt x="1" y="441"/>
                  </a:cubicBezTo>
                  <a:lnTo>
                    <a:pt x="1" y="5671"/>
                  </a:lnTo>
                  <a:cubicBezTo>
                    <a:pt x="1" y="5923"/>
                    <a:pt x="190" y="6112"/>
                    <a:pt x="442" y="6112"/>
                  </a:cubicBezTo>
                  <a:cubicBezTo>
                    <a:pt x="662" y="6112"/>
                    <a:pt x="820" y="5923"/>
                    <a:pt x="820" y="5671"/>
                  </a:cubicBezTo>
                  <a:lnTo>
                    <a:pt x="820" y="410"/>
                  </a:lnTo>
                  <a:cubicBezTo>
                    <a:pt x="820" y="158"/>
                    <a:pt x="631"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554" name="Google Shape;14554;p83"/>
            <p:cNvSpPr/>
            <p:nvPr/>
          </p:nvSpPr>
          <p:spPr>
            <a:xfrm>
              <a:off x="-59330675" y="2913025"/>
              <a:ext cx="19700" cy="19700"/>
            </a:xfrm>
            <a:custGeom>
              <a:avLst/>
              <a:gdLst/>
              <a:ahLst/>
              <a:cxnLst/>
              <a:rect l="l" t="t" r="r" b="b"/>
              <a:pathLst>
                <a:path w="788" h="788" extrusionOk="0">
                  <a:moveTo>
                    <a:pt x="378" y="0"/>
                  </a:moveTo>
                  <a:cubicBezTo>
                    <a:pt x="158" y="0"/>
                    <a:pt x="0" y="189"/>
                    <a:pt x="0" y="410"/>
                  </a:cubicBezTo>
                  <a:cubicBezTo>
                    <a:pt x="0" y="630"/>
                    <a:pt x="158" y="788"/>
                    <a:pt x="378" y="788"/>
                  </a:cubicBezTo>
                  <a:cubicBezTo>
                    <a:pt x="599" y="788"/>
                    <a:pt x="788" y="630"/>
                    <a:pt x="788" y="410"/>
                  </a:cubicBezTo>
                  <a:cubicBezTo>
                    <a:pt x="788" y="189"/>
                    <a:pt x="599"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555" name="Google Shape;14555;p83"/>
            <p:cNvSpPr/>
            <p:nvPr/>
          </p:nvSpPr>
          <p:spPr>
            <a:xfrm>
              <a:off x="-59330675" y="2699575"/>
              <a:ext cx="20500" cy="152825"/>
            </a:xfrm>
            <a:custGeom>
              <a:avLst/>
              <a:gdLst/>
              <a:ahLst/>
              <a:cxnLst/>
              <a:rect l="l" t="t" r="r" b="b"/>
              <a:pathLst>
                <a:path w="820" h="6113" extrusionOk="0">
                  <a:moveTo>
                    <a:pt x="378" y="0"/>
                  </a:moveTo>
                  <a:cubicBezTo>
                    <a:pt x="158" y="0"/>
                    <a:pt x="0" y="189"/>
                    <a:pt x="0" y="441"/>
                  </a:cubicBezTo>
                  <a:lnTo>
                    <a:pt x="0" y="5671"/>
                  </a:lnTo>
                  <a:cubicBezTo>
                    <a:pt x="0" y="5923"/>
                    <a:pt x="189" y="6112"/>
                    <a:pt x="378" y="6112"/>
                  </a:cubicBezTo>
                  <a:cubicBezTo>
                    <a:pt x="630" y="6112"/>
                    <a:pt x="820" y="5923"/>
                    <a:pt x="820" y="5671"/>
                  </a:cubicBezTo>
                  <a:lnTo>
                    <a:pt x="820" y="410"/>
                  </a:lnTo>
                  <a:cubicBezTo>
                    <a:pt x="788" y="158"/>
                    <a:pt x="567"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556" name="Google Shape;14556;p83"/>
            <p:cNvSpPr/>
            <p:nvPr/>
          </p:nvSpPr>
          <p:spPr>
            <a:xfrm>
              <a:off x="-59475600" y="2658625"/>
              <a:ext cx="309550" cy="316625"/>
            </a:xfrm>
            <a:custGeom>
              <a:avLst/>
              <a:gdLst/>
              <a:ahLst/>
              <a:cxnLst/>
              <a:rect l="l" t="t" r="r" b="b"/>
              <a:pathLst>
                <a:path w="12382" h="12665" extrusionOk="0">
                  <a:moveTo>
                    <a:pt x="3372" y="788"/>
                  </a:moveTo>
                  <a:cubicBezTo>
                    <a:pt x="3624" y="788"/>
                    <a:pt x="3813" y="977"/>
                    <a:pt x="3813" y="1197"/>
                  </a:cubicBezTo>
                  <a:lnTo>
                    <a:pt x="3813" y="8538"/>
                  </a:lnTo>
                  <a:lnTo>
                    <a:pt x="788" y="8538"/>
                  </a:lnTo>
                  <a:lnTo>
                    <a:pt x="788" y="1197"/>
                  </a:lnTo>
                  <a:cubicBezTo>
                    <a:pt x="788" y="977"/>
                    <a:pt x="977" y="788"/>
                    <a:pt x="1166" y="788"/>
                  </a:cubicBezTo>
                  <a:close/>
                  <a:moveTo>
                    <a:pt x="7278" y="788"/>
                  </a:moveTo>
                  <a:cubicBezTo>
                    <a:pt x="7530" y="788"/>
                    <a:pt x="7688" y="977"/>
                    <a:pt x="7688" y="1197"/>
                  </a:cubicBezTo>
                  <a:lnTo>
                    <a:pt x="7688" y="8538"/>
                  </a:lnTo>
                  <a:lnTo>
                    <a:pt x="4632" y="8538"/>
                  </a:lnTo>
                  <a:lnTo>
                    <a:pt x="4632" y="1197"/>
                  </a:lnTo>
                  <a:cubicBezTo>
                    <a:pt x="4632" y="977"/>
                    <a:pt x="4852" y="788"/>
                    <a:pt x="5073" y="788"/>
                  </a:cubicBezTo>
                  <a:close/>
                  <a:moveTo>
                    <a:pt x="11122" y="788"/>
                  </a:moveTo>
                  <a:cubicBezTo>
                    <a:pt x="11342" y="788"/>
                    <a:pt x="11500" y="977"/>
                    <a:pt x="11500" y="1197"/>
                  </a:cubicBezTo>
                  <a:lnTo>
                    <a:pt x="11500" y="8538"/>
                  </a:lnTo>
                  <a:lnTo>
                    <a:pt x="8507" y="8538"/>
                  </a:lnTo>
                  <a:lnTo>
                    <a:pt x="8507" y="1197"/>
                  </a:lnTo>
                  <a:cubicBezTo>
                    <a:pt x="8507" y="977"/>
                    <a:pt x="8696" y="788"/>
                    <a:pt x="8885" y="788"/>
                  </a:cubicBezTo>
                  <a:close/>
                  <a:moveTo>
                    <a:pt x="3813" y="9325"/>
                  </a:moveTo>
                  <a:lnTo>
                    <a:pt x="3813" y="11405"/>
                  </a:lnTo>
                  <a:cubicBezTo>
                    <a:pt x="3813" y="11657"/>
                    <a:pt x="3624" y="11846"/>
                    <a:pt x="3372" y="11846"/>
                  </a:cubicBezTo>
                  <a:lnTo>
                    <a:pt x="1166" y="11846"/>
                  </a:lnTo>
                  <a:cubicBezTo>
                    <a:pt x="946" y="11846"/>
                    <a:pt x="788" y="11657"/>
                    <a:pt x="788" y="11405"/>
                  </a:cubicBezTo>
                  <a:lnTo>
                    <a:pt x="788" y="9325"/>
                  </a:lnTo>
                  <a:close/>
                  <a:moveTo>
                    <a:pt x="7688" y="9325"/>
                  </a:moveTo>
                  <a:lnTo>
                    <a:pt x="7688" y="11405"/>
                  </a:lnTo>
                  <a:cubicBezTo>
                    <a:pt x="7688" y="11657"/>
                    <a:pt x="7467" y="11846"/>
                    <a:pt x="7278" y="11846"/>
                  </a:cubicBezTo>
                  <a:lnTo>
                    <a:pt x="5073" y="11846"/>
                  </a:lnTo>
                  <a:cubicBezTo>
                    <a:pt x="4852" y="11846"/>
                    <a:pt x="4632" y="11657"/>
                    <a:pt x="4632" y="11405"/>
                  </a:cubicBezTo>
                  <a:lnTo>
                    <a:pt x="4632" y="9325"/>
                  </a:lnTo>
                  <a:close/>
                  <a:moveTo>
                    <a:pt x="11563" y="9325"/>
                  </a:moveTo>
                  <a:lnTo>
                    <a:pt x="11563" y="11405"/>
                  </a:lnTo>
                  <a:lnTo>
                    <a:pt x="11531" y="11405"/>
                  </a:lnTo>
                  <a:cubicBezTo>
                    <a:pt x="11531" y="11657"/>
                    <a:pt x="11342" y="11846"/>
                    <a:pt x="11153" y="11846"/>
                  </a:cubicBezTo>
                  <a:lnTo>
                    <a:pt x="8948" y="11846"/>
                  </a:lnTo>
                  <a:cubicBezTo>
                    <a:pt x="8696" y="11846"/>
                    <a:pt x="8538" y="11657"/>
                    <a:pt x="8538" y="11405"/>
                  </a:cubicBezTo>
                  <a:lnTo>
                    <a:pt x="8538" y="9325"/>
                  </a:lnTo>
                  <a:close/>
                  <a:moveTo>
                    <a:pt x="1229" y="0"/>
                  </a:moveTo>
                  <a:cubicBezTo>
                    <a:pt x="536" y="0"/>
                    <a:pt x="0" y="536"/>
                    <a:pt x="0" y="1197"/>
                  </a:cubicBezTo>
                  <a:lnTo>
                    <a:pt x="0" y="11405"/>
                  </a:lnTo>
                  <a:cubicBezTo>
                    <a:pt x="0" y="12066"/>
                    <a:pt x="536" y="12665"/>
                    <a:pt x="1229" y="12665"/>
                  </a:cubicBezTo>
                  <a:lnTo>
                    <a:pt x="3435" y="12665"/>
                  </a:lnTo>
                  <a:cubicBezTo>
                    <a:pt x="3750" y="12665"/>
                    <a:pt x="4002" y="12539"/>
                    <a:pt x="4254" y="12350"/>
                  </a:cubicBezTo>
                  <a:cubicBezTo>
                    <a:pt x="4474" y="12539"/>
                    <a:pt x="4758" y="12665"/>
                    <a:pt x="5073" y="12665"/>
                  </a:cubicBezTo>
                  <a:lnTo>
                    <a:pt x="7278" y="12665"/>
                  </a:lnTo>
                  <a:cubicBezTo>
                    <a:pt x="7593" y="12665"/>
                    <a:pt x="7877" y="12539"/>
                    <a:pt x="8097" y="12350"/>
                  </a:cubicBezTo>
                  <a:cubicBezTo>
                    <a:pt x="8349" y="12539"/>
                    <a:pt x="8633" y="12665"/>
                    <a:pt x="8948" y="12665"/>
                  </a:cubicBezTo>
                  <a:lnTo>
                    <a:pt x="11153" y="12665"/>
                  </a:lnTo>
                  <a:cubicBezTo>
                    <a:pt x="11815" y="12665"/>
                    <a:pt x="12382" y="12129"/>
                    <a:pt x="12382" y="11405"/>
                  </a:cubicBezTo>
                  <a:lnTo>
                    <a:pt x="12382" y="1197"/>
                  </a:lnTo>
                  <a:cubicBezTo>
                    <a:pt x="12350" y="536"/>
                    <a:pt x="11815" y="0"/>
                    <a:pt x="11153" y="0"/>
                  </a:cubicBezTo>
                  <a:lnTo>
                    <a:pt x="8948" y="0"/>
                  </a:lnTo>
                  <a:cubicBezTo>
                    <a:pt x="8633" y="0"/>
                    <a:pt x="8349" y="95"/>
                    <a:pt x="8097" y="315"/>
                  </a:cubicBezTo>
                  <a:cubicBezTo>
                    <a:pt x="7877" y="95"/>
                    <a:pt x="7593" y="0"/>
                    <a:pt x="7278" y="0"/>
                  </a:cubicBezTo>
                  <a:lnTo>
                    <a:pt x="5073" y="0"/>
                  </a:lnTo>
                  <a:cubicBezTo>
                    <a:pt x="4758" y="0"/>
                    <a:pt x="4474" y="95"/>
                    <a:pt x="4254" y="315"/>
                  </a:cubicBezTo>
                  <a:cubicBezTo>
                    <a:pt x="4002" y="95"/>
                    <a:pt x="3750" y="0"/>
                    <a:pt x="34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557" name="Google Shape;14557;p83"/>
            <p:cNvSpPr/>
            <p:nvPr/>
          </p:nvSpPr>
          <p:spPr>
            <a:xfrm>
              <a:off x="-59234600" y="2913025"/>
              <a:ext cx="19725" cy="19700"/>
            </a:xfrm>
            <a:custGeom>
              <a:avLst/>
              <a:gdLst/>
              <a:ahLst/>
              <a:cxnLst/>
              <a:rect l="l" t="t" r="r" b="b"/>
              <a:pathLst>
                <a:path w="789" h="788" extrusionOk="0">
                  <a:moveTo>
                    <a:pt x="411" y="0"/>
                  </a:moveTo>
                  <a:cubicBezTo>
                    <a:pt x="190" y="0"/>
                    <a:pt x="1" y="189"/>
                    <a:pt x="1" y="410"/>
                  </a:cubicBezTo>
                  <a:cubicBezTo>
                    <a:pt x="1" y="630"/>
                    <a:pt x="190" y="788"/>
                    <a:pt x="411" y="788"/>
                  </a:cubicBezTo>
                  <a:cubicBezTo>
                    <a:pt x="631" y="788"/>
                    <a:pt x="789" y="630"/>
                    <a:pt x="789" y="410"/>
                  </a:cubicBezTo>
                  <a:cubicBezTo>
                    <a:pt x="789" y="189"/>
                    <a:pt x="631" y="0"/>
                    <a:pt x="4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558" name="Google Shape;14558;p83"/>
            <p:cNvSpPr/>
            <p:nvPr/>
          </p:nvSpPr>
          <p:spPr>
            <a:xfrm>
              <a:off x="-59235375" y="2699575"/>
              <a:ext cx="20500" cy="152825"/>
            </a:xfrm>
            <a:custGeom>
              <a:avLst/>
              <a:gdLst/>
              <a:ahLst/>
              <a:cxnLst/>
              <a:rect l="l" t="t" r="r" b="b"/>
              <a:pathLst>
                <a:path w="820" h="6113" extrusionOk="0">
                  <a:moveTo>
                    <a:pt x="442" y="0"/>
                  </a:moveTo>
                  <a:cubicBezTo>
                    <a:pt x="190" y="0"/>
                    <a:pt x="0" y="189"/>
                    <a:pt x="0" y="441"/>
                  </a:cubicBezTo>
                  <a:lnTo>
                    <a:pt x="0" y="5671"/>
                  </a:lnTo>
                  <a:cubicBezTo>
                    <a:pt x="0" y="5923"/>
                    <a:pt x="190" y="6112"/>
                    <a:pt x="442" y="6112"/>
                  </a:cubicBezTo>
                  <a:cubicBezTo>
                    <a:pt x="662" y="6112"/>
                    <a:pt x="820" y="5923"/>
                    <a:pt x="820" y="5671"/>
                  </a:cubicBezTo>
                  <a:lnTo>
                    <a:pt x="820" y="410"/>
                  </a:lnTo>
                  <a:cubicBezTo>
                    <a:pt x="820" y="158"/>
                    <a:pt x="631"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4559" name="Google Shape;14559;p83"/>
          <p:cNvSpPr/>
          <p:nvPr/>
        </p:nvSpPr>
        <p:spPr>
          <a:xfrm>
            <a:off x="2175657" y="1314368"/>
            <a:ext cx="365373" cy="365344"/>
          </a:xfrm>
          <a:custGeom>
            <a:avLst/>
            <a:gdLst/>
            <a:ahLst/>
            <a:cxnLst/>
            <a:rect l="l" t="t" r="r" b="b"/>
            <a:pathLst>
              <a:path w="12635" h="12634" extrusionOk="0">
                <a:moveTo>
                  <a:pt x="6302" y="2741"/>
                </a:moveTo>
                <a:cubicBezTo>
                  <a:pt x="6774" y="2741"/>
                  <a:pt x="7152" y="3087"/>
                  <a:pt x="7152" y="3560"/>
                </a:cubicBezTo>
                <a:cubicBezTo>
                  <a:pt x="7152" y="4033"/>
                  <a:pt x="6774" y="4411"/>
                  <a:pt x="6302" y="4411"/>
                </a:cubicBezTo>
                <a:cubicBezTo>
                  <a:pt x="5861" y="4411"/>
                  <a:pt x="5483" y="4033"/>
                  <a:pt x="5483" y="3560"/>
                </a:cubicBezTo>
                <a:cubicBezTo>
                  <a:pt x="5483" y="3087"/>
                  <a:pt x="5829" y="2741"/>
                  <a:pt x="6302" y="2741"/>
                </a:cubicBezTo>
                <a:close/>
                <a:moveTo>
                  <a:pt x="11910" y="819"/>
                </a:moveTo>
                <a:lnTo>
                  <a:pt x="11910" y="5230"/>
                </a:lnTo>
                <a:lnTo>
                  <a:pt x="8161" y="5230"/>
                </a:lnTo>
                <a:cubicBezTo>
                  <a:pt x="7972" y="5041"/>
                  <a:pt x="7751" y="4820"/>
                  <a:pt x="7530" y="4726"/>
                </a:cubicBezTo>
                <a:cubicBezTo>
                  <a:pt x="7814" y="4411"/>
                  <a:pt x="8003" y="4001"/>
                  <a:pt x="8003" y="3560"/>
                </a:cubicBezTo>
                <a:cubicBezTo>
                  <a:pt x="8003" y="2678"/>
                  <a:pt x="7247" y="1922"/>
                  <a:pt x="6333" y="1922"/>
                </a:cubicBezTo>
                <a:cubicBezTo>
                  <a:pt x="5451" y="1922"/>
                  <a:pt x="4695" y="2678"/>
                  <a:pt x="4695" y="3560"/>
                </a:cubicBezTo>
                <a:cubicBezTo>
                  <a:pt x="4695" y="4001"/>
                  <a:pt x="4853" y="4411"/>
                  <a:pt x="5168" y="4726"/>
                </a:cubicBezTo>
                <a:cubicBezTo>
                  <a:pt x="4916" y="4820"/>
                  <a:pt x="4695" y="5041"/>
                  <a:pt x="4537" y="5230"/>
                </a:cubicBezTo>
                <a:lnTo>
                  <a:pt x="883" y="5230"/>
                </a:lnTo>
                <a:lnTo>
                  <a:pt x="883" y="819"/>
                </a:lnTo>
                <a:close/>
                <a:moveTo>
                  <a:pt x="6302" y="5230"/>
                </a:moveTo>
                <a:cubicBezTo>
                  <a:pt x="7215" y="5230"/>
                  <a:pt x="7972" y="5986"/>
                  <a:pt x="7972" y="6868"/>
                </a:cubicBezTo>
                <a:lnTo>
                  <a:pt x="4664" y="6868"/>
                </a:lnTo>
                <a:cubicBezTo>
                  <a:pt x="4664" y="5986"/>
                  <a:pt x="5388" y="5230"/>
                  <a:pt x="6302" y="5230"/>
                </a:cubicBezTo>
                <a:close/>
                <a:moveTo>
                  <a:pt x="8287" y="7719"/>
                </a:moveTo>
                <a:lnTo>
                  <a:pt x="7593" y="11846"/>
                </a:lnTo>
                <a:lnTo>
                  <a:pt x="5010" y="11846"/>
                </a:lnTo>
                <a:lnTo>
                  <a:pt x="4285" y="7719"/>
                </a:lnTo>
                <a:close/>
                <a:moveTo>
                  <a:pt x="410" y="0"/>
                </a:moveTo>
                <a:cubicBezTo>
                  <a:pt x="158" y="0"/>
                  <a:pt x="1" y="189"/>
                  <a:pt x="1" y="378"/>
                </a:cubicBezTo>
                <a:lnTo>
                  <a:pt x="1" y="5608"/>
                </a:lnTo>
                <a:cubicBezTo>
                  <a:pt x="1" y="5860"/>
                  <a:pt x="190" y="6017"/>
                  <a:pt x="410" y="6017"/>
                </a:cubicBezTo>
                <a:lnTo>
                  <a:pt x="3970" y="6017"/>
                </a:lnTo>
                <a:cubicBezTo>
                  <a:pt x="3907" y="6301"/>
                  <a:pt x="3813" y="6553"/>
                  <a:pt x="3813" y="6837"/>
                </a:cubicBezTo>
                <a:lnTo>
                  <a:pt x="2994" y="6837"/>
                </a:lnTo>
                <a:cubicBezTo>
                  <a:pt x="2773" y="6837"/>
                  <a:pt x="2616" y="7026"/>
                  <a:pt x="2616" y="7246"/>
                </a:cubicBezTo>
                <a:cubicBezTo>
                  <a:pt x="2616" y="7467"/>
                  <a:pt x="2805" y="7656"/>
                  <a:pt x="2994" y="7656"/>
                </a:cubicBezTo>
                <a:lnTo>
                  <a:pt x="3466" y="7656"/>
                </a:lnTo>
                <a:lnTo>
                  <a:pt x="4254" y="12255"/>
                </a:lnTo>
                <a:cubicBezTo>
                  <a:pt x="4285" y="12476"/>
                  <a:pt x="4443" y="12633"/>
                  <a:pt x="4664" y="12633"/>
                </a:cubicBezTo>
                <a:lnTo>
                  <a:pt x="7972" y="12633"/>
                </a:lnTo>
                <a:cubicBezTo>
                  <a:pt x="8161" y="12633"/>
                  <a:pt x="8350" y="12476"/>
                  <a:pt x="8350" y="12255"/>
                </a:cubicBezTo>
                <a:lnTo>
                  <a:pt x="9137" y="7656"/>
                </a:lnTo>
                <a:lnTo>
                  <a:pt x="9610" y="7656"/>
                </a:lnTo>
                <a:cubicBezTo>
                  <a:pt x="9862" y="7656"/>
                  <a:pt x="10019" y="7467"/>
                  <a:pt x="10019" y="7215"/>
                </a:cubicBezTo>
                <a:cubicBezTo>
                  <a:pt x="10019" y="6994"/>
                  <a:pt x="9799" y="6837"/>
                  <a:pt x="9610" y="6837"/>
                </a:cubicBezTo>
                <a:lnTo>
                  <a:pt x="8791" y="6837"/>
                </a:lnTo>
                <a:cubicBezTo>
                  <a:pt x="8791" y="6553"/>
                  <a:pt x="8759" y="6269"/>
                  <a:pt x="8633" y="6017"/>
                </a:cubicBezTo>
                <a:lnTo>
                  <a:pt x="12225" y="6017"/>
                </a:lnTo>
                <a:cubicBezTo>
                  <a:pt x="12445" y="6017"/>
                  <a:pt x="12603" y="5797"/>
                  <a:pt x="12603" y="5608"/>
                </a:cubicBezTo>
                <a:lnTo>
                  <a:pt x="12603" y="378"/>
                </a:lnTo>
                <a:cubicBezTo>
                  <a:pt x="12634" y="189"/>
                  <a:pt x="12445" y="0"/>
                  <a:pt x="122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560" name="Google Shape;14560;p83"/>
          <p:cNvSpPr/>
          <p:nvPr/>
        </p:nvSpPr>
        <p:spPr>
          <a:xfrm>
            <a:off x="2203001" y="1792834"/>
            <a:ext cx="310690" cy="369016"/>
          </a:xfrm>
          <a:custGeom>
            <a:avLst/>
            <a:gdLst/>
            <a:ahLst/>
            <a:cxnLst/>
            <a:rect l="l" t="t" r="r" b="b"/>
            <a:pathLst>
              <a:path w="10744" h="12761" extrusionOk="0">
                <a:moveTo>
                  <a:pt x="5419" y="820"/>
                </a:moveTo>
                <a:cubicBezTo>
                  <a:pt x="6585" y="820"/>
                  <a:pt x="7530" y="1765"/>
                  <a:pt x="7530" y="2899"/>
                </a:cubicBezTo>
                <a:cubicBezTo>
                  <a:pt x="7530" y="3655"/>
                  <a:pt x="7121" y="4317"/>
                  <a:pt x="6490" y="4663"/>
                </a:cubicBezTo>
                <a:cubicBezTo>
                  <a:pt x="6364" y="4758"/>
                  <a:pt x="6301" y="4884"/>
                  <a:pt x="6301" y="5042"/>
                </a:cubicBezTo>
                <a:lnTo>
                  <a:pt x="6301" y="7436"/>
                </a:lnTo>
                <a:lnTo>
                  <a:pt x="4632" y="7436"/>
                </a:lnTo>
                <a:lnTo>
                  <a:pt x="4632" y="5042"/>
                </a:lnTo>
                <a:cubicBezTo>
                  <a:pt x="4632" y="4884"/>
                  <a:pt x="4569" y="4758"/>
                  <a:pt x="4443" y="4663"/>
                </a:cubicBezTo>
                <a:cubicBezTo>
                  <a:pt x="3687" y="4317"/>
                  <a:pt x="3340" y="3655"/>
                  <a:pt x="3340" y="2899"/>
                </a:cubicBezTo>
                <a:cubicBezTo>
                  <a:pt x="3340" y="1765"/>
                  <a:pt x="4285" y="820"/>
                  <a:pt x="5419" y="820"/>
                </a:cubicBezTo>
                <a:close/>
                <a:moveTo>
                  <a:pt x="8696" y="8286"/>
                </a:moveTo>
                <a:cubicBezTo>
                  <a:pt x="9357" y="8286"/>
                  <a:pt x="9924" y="8854"/>
                  <a:pt x="9924" y="9547"/>
                </a:cubicBezTo>
                <a:lnTo>
                  <a:pt x="9924" y="10271"/>
                </a:lnTo>
                <a:lnTo>
                  <a:pt x="820" y="10271"/>
                </a:lnTo>
                <a:lnTo>
                  <a:pt x="820" y="9547"/>
                </a:lnTo>
                <a:cubicBezTo>
                  <a:pt x="820" y="8885"/>
                  <a:pt x="1387" y="8286"/>
                  <a:pt x="2048" y="8286"/>
                </a:cubicBezTo>
                <a:close/>
                <a:moveTo>
                  <a:pt x="9137" y="11059"/>
                </a:moveTo>
                <a:lnTo>
                  <a:pt x="9137" y="11878"/>
                </a:lnTo>
                <a:lnTo>
                  <a:pt x="1702" y="11878"/>
                </a:lnTo>
                <a:lnTo>
                  <a:pt x="1702" y="11059"/>
                </a:lnTo>
                <a:close/>
                <a:moveTo>
                  <a:pt x="5325" y="1"/>
                </a:moveTo>
                <a:cubicBezTo>
                  <a:pt x="3718" y="1"/>
                  <a:pt x="2458" y="1292"/>
                  <a:pt x="2458" y="2899"/>
                </a:cubicBezTo>
                <a:cubicBezTo>
                  <a:pt x="2458" y="3403"/>
                  <a:pt x="2615" y="3939"/>
                  <a:pt x="2836" y="4348"/>
                </a:cubicBezTo>
                <a:cubicBezTo>
                  <a:pt x="3025" y="4726"/>
                  <a:pt x="3340" y="5010"/>
                  <a:pt x="3655" y="5262"/>
                </a:cubicBezTo>
                <a:lnTo>
                  <a:pt x="3655" y="7467"/>
                </a:lnTo>
                <a:lnTo>
                  <a:pt x="2080" y="7467"/>
                </a:lnTo>
                <a:cubicBezTo>
                  <a:pt x="946" y="7467"/>
                  <a:pt x="0" y="8413"/>
                  <a:pt x="0" y="9547"/>
                </a:cubicBezTo>
                <a:lnTo>
                  <a:pt x="0" y="10649"/>
                </a:lnTo>
                <a:cubicBezTo>
                  <a:pt x="0" y="10901"/>
                  <a:pt x="189" y="11059"/>
                  <a:pt x="441" y="11059"/>
                </a:cubicBezTo>
                <a:lnTo>
                  <a:pt x="820" y="11059"/>
                </a:lnTo>
                <a:lnTo>
                  <a:pt x="820" y="12319"/>
                </a:lnTo>
                <a:cubicBezTo>
                  <a:pt x="820" y="12540"/>
                  <a:pt x="1009" y="12760"/>
                  <a:pt x="1229" y="12760"/>
                </a:cubicBezTo>
                <a:lnTo>
                  <a:pt x="9483" y="12760"/>
                </a:lnTo>
                <a:cubicBezTo>
                  <a:pt x="9735" y="12760"/>
                  <a:pt x="9924" y="12540"/>
                  <a:pt x="9924" y="12319"/>
                </a:cubicBezTo>
                <a:lnTo>
                  <a:pt x="9924" y="11059"/>
                </a:lnTo>
                <a:lnTo>
                  <a:pt x="10303" y="11059"/>
                </a:lnTo>
                <a:cubicBezTo>
                  <a:pt x="10555" y="11059"/>
                  <a:pt x="10744" y="10870"/>
                  <a:pt x="10744" y="10649"/>
                </a:cubicBezTo>
                <a:lnTo>
                  <a:pt x="10744" y="9547"/>
                </a:lnTo>
                <a:cubicBezTo>
                  <a:pt x="10744" y="8413"/>
                  <a:pt x="9798" y="7467"/>
                  <a:pt x="8664" y="7467"/>
                </a:cubicBezTo>
                <a:lnTo>
                  <a:pt x="7026" y="7467"/>
                </a:lnTo>
                <a:lnTo>
                  <a:pt x="7026" y="5262"/>
                </a:lnTo>
                <a:cubicBezTo>
                  <a:pt x="7373" y="5042"/>
                  <a:pt x="7656" y="4726"/>
                  <a:pt x="7845" y="4348"/>
                </a:cubicBezTo>
                <a:cubicBezTo>
                  <a:pt x="8129" y="3939"/>
                  <a:pt x="8223" y="3403"/>
                  <a:pt x="8223" y="2899"/>
                </a:cubicBezTo>
                <a:cubicBezTo>
                  <a:pt x="8223" y="1292"/>
                  <a:pt x="6932" y="1"/>
                  <a:pt x="53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4561" name="Google Shape;14561;p83"/>
          <p:cNvGrpSpPr/>
          <p:nvPr/>
        </p:nvGrpSpPr>
        <p:grpSpPr>
          <a:xfrm>
            <a:off x="2233086" y="2259206"/>
            <a:ext cx="263294" cy="367165"/>
            <a:chOff x="-63987100" y="2646800"/>
            <a:chExt cx="227625" cy="317425"/>
          </a:xfrm>
        </p:grpSpPr>
        <p:sp>
          <p:nvSpPr>
            <p:cNvPr id="14562" name="Google Shape;14562;p83"/>
            <p:cNvSpPr/>
            <p:nvPr/>
          </p:nvSpPr>
          <p:spPr>
            <a:xfrm>
              <a:off x="-63987100" y="2646800"/>
              <a:ext cx="227625" cy="317425"/>
            </a:xfrm>
            <a:custGeom>
              <a:avLst/>
              <a:gdLst/>
              <a:ahLst/>
              <a:cxnLst/>
              <a:rect l="l" t="t" r="r" b="b"/>
              <a:pathLst>
                <a:path w="9105" h="12697" extrusionOk="0">
                  <a:moveTo>
                    <a:pt x="7467" y="851"/>
                  </a:moveTo>
                  <a:lnTo>
                    <a:pt x="7467" y="2426"/>
                  </a:lnTo>
                  <a:cubicBezTo>
                    <a:pt x="7152" y="2300"/>
                    <a:pt x="6711" y="2237"/>
                    <a:pt x="6238" y="2237"/>
                  </a:cubicBezTo>
                  <a:cubicBezTo>
                    <a:pt x="5198" y="2237"/>
                    <a:pt x="4411" y="2678"/>
                    <a:pt x="4379" y="2710"/>
                  </a:cubicBezTo>
                  <a:cubicBezTo>
                    <a:pt x="4379" y="2710"/>
                    <a:pt x="3718" y="3056"/>
                    <a:pt x="2930" y="3056"/>
                  </a:cubicBezTo>
                  <a:cubicBezTo>
                    <a:pt x="2426" y="3056"/>
                    <a:pt x="1953" y="2899"/>
                    <a:pt x="1701" y="2773"/>
                  </a:cubicBezTo>
                  <a:lnTo>
                    <a:pt x="1701" y="851"/>
                  </a:lnTo>
                  <a:close/>
                  <a:moveTo>
                    <a:pt x="6207" y="3088"/>
                  </a:moveTo>
                  <a:cubicBezTo>
                    <a:pt x="6711" y="3088"/>
                    <a:pt x="7183" y="3245"/>
                    <a:pt x="7404" y="3371"/>
                  </a:cubicBezTo>
                  <a:cubicBezTo>
                    <a:pt x="7309" y="4789"/>
                    <a:pt x="6049" y="5986"/>
                    <a:pt x="4537" y="5986"/>
                  </a:cubicBezTo>
                  <a:cubicBezTo>
                    <a:pt x="3151" y="5986"/>
                    <a:pt x="2016" y="5041"/>
                    <a:pt x="1701" y="3718"/>
                  </a:cubicBezTo>
                  <a:lnTo>
                    <a:pt x="1701" y="3718"/>
                  </a:lnTo>
                  <a:cubicBezTo>
                    <a:pt x="2016" y="3844"/>
                    <a:pt x="2426" y="3939"/>
                    <a:pt x="2899" y="3939"/>
                  </a:cubicBezTo>
                  <a:cubicBezTo>
                    <a:pt x="3907" y="3939"/>
                    <a:pt x="4694" y="3498"/>
                    <a:pt x="4726" y="3466"/>
                  </a:cubicBezTo>
                  <a:cubicBezTo>
                    <a:pt x="4726" y="3466"/>
                    <a:pt x="5419" y="3088"/>
                    <a:pt x="6207" y="3088"/>
                  </a:cubicBezTo>
                  <a:close/>
                  <a:moveTo>
                    <a:pt x="4537" y="10240"/>
                  </a:moveTo>
                  <a:cubicBezTo>
                    <a:pt x="5135" y="10240"/>
                    <a:pt x="5639" y="10933"/>
                    <a:pt x="5765" y="11878"/>
                  </a:cubicBezTo>
                  <a:lnTo>
                    <a:pt x="3308" y="11878"/>
                  </a:lnTo>
                  <a:cubicBezTo>
                    <a:pt x="3434" y="10933"/>
                    <a:pt x="3938" y="10240"/>
                    <a:pt x="4537" y="10240"/>
                  </a:cubicBezTo>
                  <a:close/>
                  <a:moveTo>
                    <a:pt x="4505" y="6774"/>
                  </a:moveTo>
                  <a:cubicBezTo>
                    <a:pt x="6144" y="6806"/>
                    <a:pt x="7467" y="8066"/>
                    <a:pt x="7467" y="9672"/>
                  </a:cubicBezTo>
                  <a:lnTo>
                    <a:pt x="7467" y="11878"/>
                  </a:lnTo>
                  <a:lnTo>
                    <a:pt x="6585" y="11878"/>
                  </a:lnTo>
                  <a:cubicBezTo>
                    <a:pt x="6553" y="11279"/>
                    <a:pt x="6364" y="10744"/>
                    <a:pt x="6049" y="10303"/>
                  </a:cubicBezTo>
                  <a:cubicBezTo>
                    <a:pt x="5639" y="9704"/>
                    <a:pt x="5104" y="9389"/>
                    <a:pt x="4537" y="9389"/>
                  </a:cubicBezTo>
                  <a:cubicBezTo>
                    <a:pt x="3938" y="9389"/>
                    <a:pt x="3434" y="9704"/>
                    <a:pt x="3056" y="10303"/>
                  </a:cubicBezTo>
                  <a:cubicBezTo>
                    <a:pt x="2772" y="10744"/>
                    <a:pt x="2583" y="11279"/>
                    <a:pt x="2489" y="11878"/>
                  </a:cubicBezTo>
                  <a:lnTo>
                    <a:pt x="1638" y="11878"/>
                  </a:lnTo>
                  <a:lnTo>
                    <a:pt x="1638" y="9672"/>
                  </a:lnTo>
                  <a:cubicBezTo>
                    <a:pt x="1638" y="8066"/>
                    <a:pt x="2930" y="6774"/>
                    <a:pt x="4505" y="6774"/>
                  </a:cubicBezTo>
                  <a:close/>
                  <a:moveTo>
                    <a:pt x="410" y="0"/>
                  </a:moveTo>
                  <a:cubicBezTo>
                    <a:pt x="158" y="0"/>
                    <a:pt x="0" y="189"/>
                    <a:pt x="0" y="410"/>
                  </a:cubicBezTo>
                  <a:cubicBezTo>
                    <a:pt x="0" y="662"/>
                    <a:pt x="221" y="851"/>
                    <a:pt x="410" y="851"/>
                  </a:cubicBezTo>
                  <a:lnTo>
                    <a:pt x="851" y="851"/>
                  </a:lnTo>
                  <a:lnTo>
                    <a:pt x="851" y="3056"/>
                  </a:lnTo>
                  <a:cubicBezTo>
                    <a:pt x="851" y="4506"/>
                    <a:pt x="1670" y="5734"/>
                    <a:pt x="2867" y="6364"/>
                  </a:cubicBezTo>
                  <a:cubicBezTo>
                    <a:pt x="1670" y="6995"/>
                    <a:pt x="851" y="8223"/>
                    <a:pt x="851" y="9672"/>
                  </a:cubicBezTo>
                  <a:lnTo>
                    <a:pt x="851" y="11878"/>
                  </a:lnTo>
                  <a:lnTo>
                    <a:pt x="410" y="11878"/>
                  </a:lnTo>
                  <a:cubicBezTo>
                    <a:pt x="158" y="11878"/>
                    <a:pt x="0" y="12067"/>
                    <a:pt x="0" y="12287"/>
                  </a:cubicBezTo>
                  <a:cubicBezTo>
                    <a:pt x="0" y="12508"/>
                    <a:pt x="221" y="12697"/>
                    <a:pt x="410" y="12697"/>
                  </a:cubicBezTo>
                  <a:lnTo>
                    <a:pt x="8664" y="12697"/>
                  </a:lnTo>
                  <a:cubicBezTo>
                    <a:pt x="8916" y="12697"/>
                    <a:pt x="9105" y="12508"/>
                    <a:pt x="9105" y="12287"/>
                  </a:cubicBezTo>
                  <a:cubicBezTo>
                    <a:pt x="9105" y="12035"/>
                    <a:pt x="8916" y="11878"/>
                    <a:pt x="8664" y="11878"/>
                  </a:cubicBezTo>
                  <a:lnTo>
                    <a:pt x="8286" y="11878"/>
                  </a:lnTo>
                  <a:lnTo>
                    <a:pt x="8286" y="9672"/>
                  </a:lnTo>
                  <a:cubicBezTo>
                    <a:pt x="8286" y="8223"/>
                    <a:pt x="7467" y="6995"/>
                    <a:pt x="6270" y="6364"/>
                  </a:cubicBezTo>
                  <a:cubicBezTo>
                    <a:pt x="7467" y="5734"/>
                    <a:pt x="8286" y="4506"/>
                    <a:pt x="8286" y="3056"/>
                  </a:cubicBezTo>
                  <a:lnTo>
                    <a:pt x="8286" y="851"/>
                  </a:lnTo>
                  <a:lnTo>
                    <a:pt x="8664" y="851"/>
                  </a:lnTo>
                  <a:cubicBezTo>
                    <a:pt x="8916" y="851"/>
                    <a:pt x="9105" y="662"/>
                    <a:pt x="9105" y="410"/>
                  </a:cubicBezTo>
                  <a:cubicBezTo>
                    <a:pt x="9105" y="189"/>
                    <a:pt x="8916" y="0"/>
                    <a:pt x="86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563" name="Google Shape;14563;p83"/>
            <p:cNvSpPr/>
            <p:nvPr/>
          </p:nvSpPr>
          <p:spPr>
            <a:xfrm>
              <a:off x="-63883150" y="2826375"/>
              <a:ext cx="20500" cy="41775"/>
            </a:xfrm>
            <a:custGeom>
              <a:avLst/>
              <a:gdLst/>
              <a:ahLst/>
              <a:cxnLst/>
              <a:rect l="l" t="t" r="r" b="b"/>
              <a:pathLst>
                <a:path w="820" h="1671" extrusionOk="0">
                  <a:moveTo>
                    <a:pt x="379" y="1"/>
                  </a:moveTo>
                  <a:cubicBezTo>
                    <a:pt x="158" y="1"/>
                    <a:pt x="1" y="221"/>
                    <a:pt x="1" y="442"/>
                  </a:cubicBezTo>
                  <a:lnTo>
                    <a:pt x="1" y="1261"/>
                  </a:lnTo>
                  <a:cubicBezTo>
                    <a:pt x="1" y="1513"/>
                    <a:pt x="190" y="1670"/>
                    <a:pt x="379" y="1670"/>
                  </a:cubicBezTo>
                  <a:cubicBezTo>
                    <a:pt x="631" y="1670"/>
                    <a:pt x="820" y="1481"/>
                    <a:pt x="820" y="1261"/>
                  </a:cubicBezTo>
                  <a:lnTo>
                    <a:pt x="820" y="442"/>
                  </a:lnTo>
                  <a:cubicBezTo>
                    <a:pt x="820" y="221"/>
                    <a:pt x="631"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564" name="Google Shape;14564;p83"/>
          <p:cNvGrpSpPr/>
          <p:nvPr/>
        </p:nvGrpSpPr>
        <p:grpSpPr>
          <a:xfrm>
            <a:off x="852428" y="2730827"/>
            <a:ext cx="358056" cy="369913"/>
            <a:chOff x="-62148000" y="1930075"/>
            <a:chExt cx="309550" cy="319800"/>
          </a:xfrm>
        </p:grpSpPr>
        <p:sp>
          <p:nvSpPr>
            <p:cNvPr id="14565" name="Google Shape;14565;p83"/>
            <p:cNvSpPr/>
            <p:nvPr/>
          </p:nvSpPr>
          <p:spPr>
            <a:xfrm>
              <a:off x="-62148000" y="1930075"/>
              <a:ext cx="309550" cy="319800"/>
            </a:xfrm>
            <a:custGeom>
              <a:avLst/>
              <a:gdLst/>
              <a:ahLst/>
              <a:cxnLst/>
              <a:rect l="l" t="t" r="r" b="b"/>
              <a:pathLst>
                <a:path w="12382" h="12792" extrusionOk="0">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566" name="Google Shape;14566;p83"/>
            <p:cNvSpPr/>
            <p:nvPr/>
          </p:nvSpPr>
          <p:spPr>
            <a:xfrm>
              <a:off x="-62044825" y="1972200"/>
              <a:ext cx="107125" cy="97700"/>
            </a:xfrm>
            <a:custGeom>
              <a:avLst/>
              <a:gdLst/>
              <a:ahLst/>
              <a:cxnLst/>
              <a:rect l="l" t="t" r="r" b="b"/>
              <a:pathLst>
                <a:path w="4285" h="3908" extrusionOk="0">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567" name="Google Shape;14567;p83"/>
          <p:cNvGrpSpPr/>
          <p:nvPr/>
        </p:nvGrpSpPr>
        <p:grpSpPr>
          <a:xfrm>
            <a:off x="849695" y="3169113"/>
            <a:ext cx="363522" cy="365373"/>
            <a:chOff x="-62150375" y="2297875"/>
            <a:chExt cx="314275" cy="315875"/>
          </a:xfrm>
        </p:grpSpPr>
        <p:sp>
          <p:nvSpPr>
            <p:cNvPr id="14568" name="Google Shape;14568;p83"/>
            <p:cNvSpPr/>
            <p:nvPr/>
          </p:nvSpPr>
          <p:spPr>
            <a:xfrm>
              <a:off x="-61994425" y="2297875"/>
              <a:ext cx="64600" cy="69925"/>
            </a:xfrm>
            <a:custGeom>
              <a:avLst/>
              <a:gdLst/>
              <a:ahLst/>
              <a:cxnLst/>
              <a:rect l="l" t="t" r="r" b="b"/>
              <a:pathLst>
                <a:path w="2584" h="2797" extrusionOk="0">
                  <a:moveTo>
                    <a:pt x="1324" y="1"/>
                  </a:moveTo>
                  <a:cubicBezTo>
                    <a:pt x="1072" y="1"/>
                    <a:pt x="883" y="190"/>
                    <a:pt x="883" y="442"/>
                  </a:cubicBezTo>
                  <a:lnTo>
                    <a:pt x="883" y="1387"/>
                  </a:lnTo>
                  <a:lnTo>
                    <a:pt x="757" y="1261"/>
                  </a:lnTo>
                  <a:cubicBezTo>
                    <a:pt x="678" y="1182"/>
                    <a:pt x="568" y="1143"/>
                    <a:pt x="457" y="1143"/>
                  </a:cubicBezTo>
                  <a:cubicBezTo>
                    <a:pt x="347" y="1143"/>
                    <a:pt x="237" y="1182"/>
                    <a:pt x="158" y="1261"/>
                  </a:cubicBezTo>
                  <a:cubicBezTo>
                    <a:pt x="1" y="1419"/>
                    <a:pt x="1" y="1702"/>
                    <a:pt x="158" y="1860"/>
                  </a:cubicBezTo>
                  <a:lnTo>
                    <a:pt x="1009" y="2679"/>
                  </a:lnTo>
                  <a:cubicBezTo>
                    <a:pt x="1088" y="2758"/>
                    <a:pt x="1190" y="2797"/>
                    <a:pt x="1292" y="2797"/>
                  </a:cubicBezTo>
                  <a:cubicBezTo>
                    <a:pt x="1395" y="2797"/>
                    <a:pt x="1497" y="2758"/>
                    <a:pt x="1576" y="2679"/>
                  </a:cubicBezTo>
                  <a:lnTo>
                    <a:pt x="2426" y="1860"/>
                  </a:lnTo>
                  <a:cubicBezTo>
                    <a:pt x="2584" y="1702"/>
                    <a:pt x="2584" y="1419"/>
                    <a:pt x="2426" y="1261"/>
                  </a:cubicBezTo>
                  <a:cubicBezTo>
                    <a:pt x="2348" y="1182"/>
                    <a:pt x="2237" y="1143"/>
                    <a:pt x="2127" y="1143"/>
                  </a:cubicBezTo>
                  <a:cubicBezTo>
                    <a:pt x="2017" y="1143"/>
                    <a:pt x="1907" y="1182"/>
                    <a:pt x="1828" y="1261"/>
                  </a:cubicBezTo>
                  <a:lnTo>
                    <a:pt x="1702" y="1387"/>
                  </a:lnTo>
                  <a:lnTo>
                    <a:pt x="1702" y="442"/>
                  </a:lnTo>
                  <a:cubicBezTo>
                    <a:pt x="1733" y="190"/>
                    <a:pt x="1544" y="1"/>
                    <a:pt x="13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569" name="Google Shape;14569;p83"/>
            <p:cNvSpPr/>
            <p:nvPr/>
          </p:nvSpPr>
          <p:spPr>
            <a:xfrm>
              <a:off x="-62150375" y="2338050"/>
              <a:ext cx="314275" cy="275700"/>
            </a:xfrm>
            <a:custGeom>
              <a:avLst/>
              <a:gdLst/>
              <a:ahLst/>
              <a:cxnLst/>
              <a:rect l="l" t="t" r="r" b="b"/>
              <a:pathLst>
                <a:path w="12571" h="11028" extrusionOk="0">
                  <a:moveTo>
                    <a:pt x="11752" y="2805"/>
                  </a:moveTo>
                  <a:lnTo>
                    <a:pt x="11059" y="6932"/>
                  </a:lnTo>
                  <a:lnTo>
                    <a:pt x="3970" y="6932"/>
                  </a:lnTo>
                  <a:lnTo>
                    <a:pt x="3183" y="2805"/>
                  </a:lnTo>
                  <a:close/>
                  <a:moveTo>
                    <a:pt x="5199" y="9421"/>
                  </a:moveTo>
                  <a:cubicBezTo>
                    <a:pt x="5388" y="9452"/>
                    <a:pt x="5514" y="9610"/>
                    <a:pt x="5514" y="9830"/>
                  </a:cubicBezTo>
                  <a:cubicBezTo>
                    <a:pt x="5514" y="10051"/>
                    <a:pt x="5293" y="10240"/>
                    <a:pt x="5073" y="10240"/>
                  </a:cubicBezTo>
                  <a:cubicBezTo>
                    <a:pt x="4821" y="10240"/>
                    <a:pt x="4663" y="10051"/>
                    <a:pt x="4663" y="9830"/>
                  </a:cubicBezTo>
                  <a:cubicBezTo>
                    <a:pt x="4663" y="9610"/>
                    <a:pt x="4789" y="9452"/>
                    <a:pt x="4978" y="9421"/>
                  </a:cubicBezTo>
                  <a:close/>
                  <a:moveTo>
                    <a:pt x="9830" y="9421"/>
                  </a:moveTo>
                  <a:cubicBezTo>
                    <a:pt x="10019" y="9452"/>
                    <a:pt x="10145" y="9610"/>
                    <a:pt x="10145" y="9830"/>
                  </a:cubicBezTo>
                  <a:cubicBezTo>
                    <a:pt x="10145" y="10051"/>
                    <a:pt x="9956" y="10240"/>
                    <a:pt x="9704" y="10240"/>
                  </a:cubicBezTo>
                  <a:cubicBezTo>
                    <a:pt x="9484" y="10240"/>
                    <a:pt x="9326" y="10051"/>
                    <a:pt x="9326" y="9830"/>
                  </a:cubicBezTo>
                  <a:cubicBezTo>
                    <a:pt x="9358" y="9610"/>
                    <a:pt x="9484" y="9452"/>
                    <a:pt x="9673" y="9421"/>
                  </a:cubicBezTo>
                  <a:close/>
                  <a:moveTo>
                    <a:pt x="284" y="1"/>
                  </a:moveTo>
                  <a:cubicBezTo>
                    <a:pt x="190" y="64"/>
                    <a:pt x="1" y="253"/>
                    <a:pt x="1" y="473"/>
                  </a:cubicBezTo>
                  <a:cubicBezTo>
                    <a:pt x="1" y="725"/>
                    <a:pt x="190" y="883"/>
                    <a:pt x="379" y="883"/>
                  </a:cubicBezTo>
                  <a:lnTo>
                    <a:pt x="1954" y="883"/>
                  </a:lnTo>
                  <a:lnTo>
                    <a:pt x="3151" y="7058"/>
                  </a:lnTo>
                  <a:cubicBezTo>
                    <a:pt x="2710" y="7247"/>
                    <a:pt x="2427" y="7688"/>
                    <a:pt x="2427" y="8192"/>
                  </a:cubicBezTo>
                  <a:cubicBezTo>
                    <a:pt x="2427" y="8885"/>
                    <a:pt x="2994" y="9421"/>
                    <a:pt x="3655" y="9421"/>
                  </a:cubicBezTo>
                  <a:lnTo>
                    <a:pt x="3844" y="9421"/>
                  </a:lnTo>
                  <a:cubicBezTo>
                    <a:pt x="3813" y="9547"/>
                    <a:pt x="3781" y="9704"/>
                    <a:pt x="3781" y="9830"/>
                  </a:cubicBezTo>
                  <a:cubicBezTo>
                    <a:pt x="3781" y="10492"/>
                    <a:pt x="4317" y="11027"/>
                    <a:pt x="5010" y="11027"/>
                  </a:cubicBezTo>
                  <a:cubicBezTo>
                    <a:pt x="5672" y="11027"/>
                    <a:pt x="6207" y="10492"/>
                    <a:pt x="6207" y="9830"/>
                  </a:cubicBezTo>
                  <a:cubicBezTo>
                    <a:pt x="6207" y="9673"/>
                    <a:pt x="6176" y="9547"/>
                    <a:pt x="6144" y="9421"/>
                  </a:cubicBezTo>
                  <a:lnTo>
                    <a:pt x="8475" y="9421"/>
                  </a:lnTo>
                  <a:cubicBezTo>
                    <a:pt x="8412" y="9547"/>
                    <a:pt x="8381" y="9704"/>
                    <a:pt x="8381" y="9830"/>
                  </a:cubicBezTo>
                  <a:cubicBezTo>
                    <a:pt x="8381" y="10492"/>
                    <a:pt x="8948" y="11027"/>
                    <a:pt x="9610" y="11027"/>
                  </a:cubicBezTo>
                  <a:cubicBezTo>
                    <a:pt x="10271" y="11027"/>
                    <a:pt x="10870" y="10492"/>
                    <a:pt x="10870" y="9830"/>
                  </a:cubicBezTo>
                  <a:cubicBezTo>
                    <a:pt x="10870" y="9673"/>
                    <a:pt x="10838" y="9547"/>
                    <a:pt x="10775" y="9421"/>
                  </a:cubicBezTo>
                  <a:lnTo>
                    <a:pt x="11405" y="9421"/>
                  </a:lnTo>
                  <a:cubicBezTo>
                    <a:pt x="11657" y="9421"/>
                    <a:pt x="11815" y="9231"/>
                    <a:pt x="11815" y="9042"/>
                  </a:cubicBezTo>
                  <a:cubicBezTo>
                    <a:pt x="11815" y="8822"/>
                    <a:pt x="11626" y="8601"/>
                    <a:pt x="11405" y="8601"/>
                  </a:cubicBezTo>
                  <a:lnTo>
                    <a:pt x="3529" y="8601"/>
                  </a:lnTo>
                  <a:cubicBezTo>
                    <a:pt x="3309" y="8601"/>
                    <a:pt x="3151" y="8412"/>
                    <a:pt x="3151" y="8160"/>
                  </a:cubicBezTo>
                  <a:cubicBezTo>
                    <a:pt x="3151" y="7940"/>
                    <a:pt x="3340" y="7719"/>
                    <a:pt x="3529" y="7719"/>
                  </a:cubicBezTo>
                  <a:lnTo>
                    <a:pt x="11311" y="7719"/>
                  </a:lnTo>
                  <a:cubicBezTo>
                    <a:pt x="11500" y="7719"/>
                    <a:pt x="11689" y="7562"/>
                    <a:pt x="11689" y="7373"/>
                  </a:cubicBezTo>
                  <a:lnTo>
                    <a:pt x="12508" y="2426"/>
                  </a:lnTo>
                  <a:cubicBezTo>
                    <a:pt x="12571" y="2174"/>
                    <a:pt x="12351" y="1954"/>
                    <a:pt x="12130" y="1954"/>
                  </a:cubicBezTo>
                  <a:lnTo>
                    <a:pt x="2899" y="1954"/>
                  </a:lnTo>
                  <a:lnTo>
                    <a:pt x="2584" y="379"/>
                  </a:lnTo>
                  <a:cubicBezTo>
                    <a:pt x="2553" y="158"/>
                    <a:pt x="2395" y="1"/>
                    <a:pt x="22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570" name="Google Shape;14570;p83"/>
            <p:cNvSpPr/>
            <p:nvPr/>
          </p:nvSpPr>
          <p:spPr>
            <a:xfrm>
              <a:off x="-61972375" y="2430200"/>
              <a:ext cx="20500" cy="60675"/>
            </a:xfrm>
            <a:custGeom>
              <a:avLst/>
              <a:gdLst/>
              <a:ahLst/>
              <a:cxnLst/>
              <a:rect l="l" t="t" r="r" b="b"/>
              <a:pathLst>
                <a:path w="820" h="2427" extrusionOk="0">
                  <a:moveTo>
                    <a:pt x="442" y="1"/>
                  </a:moveTo>
                  <a:cubicBezTo>
                    <a:pt x="190" y="1"/>
                    <a:pt x="1" y="190"/>
                    <a:pt x="1" y="379"/>
                  </a:cubicBezTo>
                  <a:lnTo>
                    <a:pt x="1" y="2048"/>
                  </a:lnTo>
                  <a:cubicBezTo>
                    <a:pt x="32" y="2269"/>
                    <a:pt x="221" y="2427"/>
                    <a:pt x="442" y="2427"/>
                  </a:cubicBezTo>
                  <a:cubicBezTo>
                    <a:pt x="662" y="2427"/>
                    <a:pt x="820" y="2237"/>
                    <a:pt x="820" y="2048"/>
                  </a:cubicBezTo>
                  <a:lnTo>
                    <a:pt x="820" y="379"/>
                  </a:lnTo>
                  <a:cubicBezTo>
                    <a:pt x="820" y="158"/>
                    <a:pt x="631" y="1"/>
                    <a:pt x="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571" name="Google Shape;14571;p83"/>
            <p:cNvSpPr/>
            <p:nvPr/>
          </p:nvSpPr>
          <p:spPr>
            <a:xfrm>
              <a:off x="-61909350" y="2430200"/>
              <a:ext cx="19700" cy="60675"/>
            </a:xfrm>
            <a:custGeom>
              <a:avLst/>
              <a:gdLst/>
              <a:ahLst/>
              <a:cxnLst/>
              <a:rect l="l" t="t" r="r" b="b"/>
              <a:pathLst>
                <a:path w="788" h="2427" extrusionOk="0">
                  <a:moveTo>
                    <a:pt x="378" y="1"/>
                  </a:moveTo>
                  <a:cubicBezTo>
                    <a:pt x="189" y="1"/>
                    <a:pt x="0" y="190"/>
                    <a:pt x="0" y="379"/>
                  </a:cubicBezTo>
                  <a:lnTo>
                    <a:pt x="0" y="2048"/>
                  </a:lnTo>
                  <a:cubicBezTo>
                    <a:pt x="0" y="2269"/>
                    <a:pt x="189" y="2427"/>
                    <a:pt x="378" y="2427"/>
                  </a:cubicBezTo>
                  <a:cubicBezTo>
                    <a:pt x="630" y="2427"/>
                    <a:pt x="788" y="2237"/>
                    <a:pt x="788" y="2048"/>
                  </a:cubicBezTo>
                  <a:lnTo>
                    <a:pt x="788" y="379"/>
                  </a:lnTo>
                  <a:cubicBezTo>
                    <a:pt x="788" y="158"/>
                    <a:pt x="599"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572" name="Google Shape;14572;p83"/>
            <p:cNvSpPr/>
            <p:nvPr/>
          </p:nvSpPr>
          <p:spPr>
            <a:xfrm>
              <a:off x="-62033800" y="2430200"/>
              <a:ext cx="21275" cy="60675"/>
            </a:xfrm>
            <a:custGeom>
              <a:avLst/>
              <a:gdLst/>
              <a:ahLst/>
              <a:cxnLst/>
              <a:rect l="l" t="t" r="r" b="b"/>
              <a:pathLst>
                <a:path w="851" h="2427" extrusionOk="0">
                  <a:moveTo>
                    <a:pt x="410" y="1"/>
                  </a:moveTo>
                  <a:cubicBezTo>
                    <a:pt x="158" y="1"/>
                    <a:pt x="0" y="190"/>
                    <a:pt x="0" y="379"/>
                  </a:cubicBezTo>
                  <a:lnTo>
                    <a:pt x="0" y="2048"/>
                  </a:lnTo>
                  <a:cubicBezTo>
                    <a:pt x="0" y="2269"/>
                    <a:pt x="221" y="2427"/>
                    <a:pt x="410" y="2427"/>
                  </a:cubicBezTo>
                  <a:cubicBezTo>
                    <a:pt x="630" y="2427"/>
                    <a:pt x="851" y="2237"/>
                    <a:pt x="851" y="2048"/>
                  </a:cubicBezTo>
                  <a:lnTo>
                    <a:pt x="851" y="379"/>
                  </a:lnTo>
                  <a:cubicBezTo>
                    <a:pt x="851" y="158"/>
                    <a:pt x="630"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573" name="Google Shape;14573;p83"/>
          <p:cNvGrpSpPr/>
          <p:nvPr/>
        </p:nvGrpSpPr>
        <p:grpSpPr>
          <a:xfrm>
            <a:off x="848322" y="3610356"/>
            <a:ext cx="366269" cy="368091"/>
            <a:chOff x="-62150375" y="2664925"/>
            <a:chExt cx="316650" cy="318225"/>
          </a:xfrm>
        </p:grpSpPr>
        <p:sp>
          <p:nvSpPr>
            <p:cNvPr id="14574" name="Google Shape;14574;p83"/>
            <p:cNvSpPr/>
            <p:nvPr/>
          </p:nvSpPr>
          <p:spPr>
            <a:xfrm>
              <a:off x="-62150375" y="2961850"/>
              <a:ext cx="316650" cy="21300"/>
            </a:xfrm>
            <a:custGeom>
              <a:avLst/>
              <a:gdLst/>
              <a:ahLst/>
              <a:cxnLst/>
              <a:rect l="l" t="t" r="r" b="b"/>
              <a:pathLst>
                <a:path w="12666" h="852" extrusionOk="0">
                  <a:moveTo>
                    <a:pt x="379" y="0"/>
                  </a:moveTo>
                  <a:cubicBezTo>
                    <a:pt x="158" y="0"/>
                    <a:pt x="1" y="189"/>
                    <a:pt x="1" y="410"/>
                  </a:cubicBezTo>
                  <a:cubicBezTo>
                    <a:pt x="1" y="662"/>
                    <a:pt x="190" y="851"/>
                    <a:pt x="379" y="851"/>
                  </a:cubicBezTo>
                  <a:lnTo>
                    <a:pt x="12225" y="851"/>
                  </a:lnTo>
                  <a:cubicBezTo>
                    <a:pt x="12477" y="851"/>
                    <a:pt x="12634" y="662"/>
                    <a:pt x="12634" y="410"/>
                  </a:cubicBezTo>
                  <a:cubicBezTo>
                    <a:pt x="12666" y="158"/>
                    <a:pt x="12477" y="0"/>
                    <a:pt x="122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575" name="Google Shape;14575;p83"/>
            <p:cNvSpPr/>
            <p:nvPr/>
          </p:nvSpPr>
          <p:spPr>
            <a:xfrm>
              <a:off x="-62150375" y="2838200"/>
              <a:ext cx="82725" cy="102400"/>
            </a:xfrm>
            <a:custGeom>
              <a:avLst/>
              <a:gdLst/>
              <a:ahLst/>
              <a:cxnLst/>
              <a:rect l="l" t="t" r="r" b="b"/>
              <a:pathLst>
                <a:path w="3309" h="4096" extrusionOk="0">
                  <a:moveTo>
                    <a:pt x="2363" y="756"/>
                  </a:moveTo>
                  <a:cubicBezTo>
                    <a:pt x="2427" y="756"/>
                    <a:pt x="2521" y="851"/>
                    <a:pt x="2521" y="914"/>
                  </a:cubicBezTo>
                  <a:lnTo>
                    <a:pt x="2521" y="3119"/>
                  </a:lnTo>
                  <a:cubicBezTo>
                    <a:pt x="2521" y="3214"/>
                    <a:pt x="2427" y="3245"/>
                    <a:pt x="2363" y="3245"/>
                  </a:cubicBezTo>
                  <a:lnTo>
                    <a:pt x="977" y="3245"/>
                  </a:lnTo>
                  <a:cubicBezTo>
                    <a:pt x="883" y="3245"/>
                    <a:pt x="820" y="3151"/>
                    <a:pt x="820" y="3119"/>
                  </a:cubicBezTo>
                  <a:lnTo>
                    <a:pt x="820" y="914"/>
                  </a:lnTo>
                  <a:cubicBezTo>
                    <a:pt x="820" y="851"/>
                    <a:pt x="883" y="756"/>
                    <a:pt x="977" y="756"/>
                  </a:cubicBezTo>
                  <a:close/>
                  <a:moveTo>
                    <a:pt x="946" y="0"/>
                  </a:moveTo>
                  <a:cubicBezTo>
                    <a:pt x="379" y="0"/>
                    <a:pt x="1" y="441"/>
                    <a:pt x="1" y="945"/>
                  </a:cubicBezTo>
                  <a:lnTo>
                    <a:pt x="1" y="3151"/>
                  </a:lnTo>
                  <a:cubicBezTo>
                    <a:pt x="1" y="3686"/>
                    <a:pt x="410" y="4096"/>
                    <a:pt x="946" y="4096"/>
                  </a:cubicBezTo>
                  <a:lnTo>
                    <a:pt x="2300" y="4096"/>
                  </a:lnTo>
                  <a:cubicBezTo>
                    <a:pt x="2868" y="4096"/>
                    <a:pt x="3309" y="3686"/>
                    <a:pt x="3309" y="3151"/>
                  </a:cubicBezTo>
                  <a:lnTo>
                    <a:pt x="3309" y="945"/>
                  </a:lnTo>
                  <a:cubicBezTo>
                    <a:pt x="3309" y="410"/>
                    <a:pt x="2868" y="0"/>
                    <a:pt x="23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576" name="Google Shape;14576;p83"/>
            <p:cNvSpPr/>
            <p:nvPr/>
          </p:nvSpPr>
          <p:spPr>
            <a:xfrm>
              <a:off x="-62033800" y="2664925"/>
              <a:ext cx="82725" cy="274900"/>
            </a:xfrm>
            <a:custGeom>
              <a:avLst/>
              <a:gdLst/>
              <a:ahLst/>
              <a:cxnLst/>
              <a:rect l="l" t="t" r="r" b="b"/>
              <a:pathLst>
                <a:path w="3309" h="10996" extrusionOk="0">
                  <a:moveTo>
                    <a:pt x="2332" y="788"/>
                  </a:moveTo>
                  <a:cubicBezTo>
                    <a:pt x="2426" y="851"/>
                    <a:pt x="2489" y="882"/>
                    <a:pt x="2489" y="945"/>
                  </a:cubicBezTo>
                  <a:lnTo>
                    <a:pt x="2489" y="10050"/>
                  </a:lnTo>
                  <a:cubicBezTo>
                    <a:pt x="2489" y="10145"/>
                    <a:pt x="2426" y="10176"/>
                    <a:pt x="2332" y="10176"/>
                  </a:cubicBezTo>
                  <a:lnTo>
                    <a:pt x="946" y="10176"/>
                  </a:lnTo>
                  <a:cubicBezTo>
                    <a:pt x="882" y="10176"/>
                    <a:pt x="851" y="10082"/>
                    <a:pt x="851" y="10050"/>
                  </a:cubicBezTo>
                  <a:lnTo>
                    <a:pt x="851" y="945"/>
                  </a:lnTo>
                  <a:cubicBezTo>
                    <a:pt x="851" y="882"/>
                    <a:pt x="914" y="788"/>
                    <a:pt x="946" y="788"/>
                  </a:cubicBezTo>
                  <a:close/>
                  <a:moveTo>
                    <a:pt x="946" y="0"/>
                  </a:moveTo>
                  <a:cubicBezTo>
                    <a:pt x="410" y="0"/>
                    <a:pt x="0" y="441"/>
                    <a:pt x="0" y="945"/>
                  </a:cubicBezTo>
                  <a:lnTo>
                    <a:pt x="0" y="10050"/>
                  </a:lnTo>
                  <a:cubicBezTo>
                    <a:pt x="0" y="10617"/>
                    <a:pt x="441" y="10995"/>
                    <a:pt x="946" y="10995"/>
                  </a:cubicBezTo>
                  <a:lnTo>
                    <a:pt x="2332" y="10995"/>
                  </a:lnTo>
                  <a:cubicBezTo>
                    <a:pt x="2899" y="10995"/>
                    <a:pt x="3308" y="10554"/>
                    <a:pt x="3308" y="10050"/>
                  </a:cubicBezTo>
                  <a:lnTo>
                    <a:pt x="3308" y="945"/>
                  </a:lnTo>
                  <a:cubicBezTo>
                    <a:pt x="3308" y="410"/>
                    <a:pt x="2899" y="0"/>
                    <a:pt x="23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577" name="Google Shape;14577;p83"/>
            <p:cNvSpPr/>
            <p:nvPr/>
          </p:nvSpPr>
          <p:spPr>
            <a:xfrm>
              <a:off x="-61917225" y="2754700"/>
              <a:ext cx="83500" cy="185900"/>
            </a:xfrm>
            <a:custGeom>
              <a:avLst/>
              <a:gdLst/>
              <a:ahLst/>
              <a:cxnLst/>
              <a:rect l="l" t="t" r="r" b="b"/>
              <a:pathLst>
                <a:path w="3340" h="7436" extrusionOk="0">
                  <a:moveTo>
                    <a:pt x="2394" y="788"/>
                  </a:moveTo>
                  <a:cubicBezTo>
                    <a:pt x="2489" y="788"/>
                    <a:pt x="2520" y="883"/>
                    <a:pt x="2520" y="946"/>
                  </a:cubicBezTo>
                  <a:lnTo>
                    <a:pt x="2520" y="6459"/>
                  </a:lnTo>
                  <a:cubicBezTo>
                    <a:pt x="2520" y="6554"/>
                    <a:pt x="2426" y="6585"/>
                    <a:pt x="2394" y="6585"/>
                  </a:cubicBezTo>
                  <a:lnTo>
                    <a:pt x="1008" y="6585"/>
                  </a:lnTo>
                  <a:cubicBezTo>
                    <a:pt x="945" y="6585"/>
                    <a:pt x="851" y="6491"/>
                    <a:pt x="851" y="6459"/>
                  </a:cubicBezTo>
                  <a:lnTo>
                    <a:pt x="851" y="946"/>
                  </a:lnTo>
                  <a:cubicBezTo>
                    <a:pt x="851" y="883"/>
                    <a:pt x="945" y="788"/>
                    <a:pt x="1008" y="788"/>
                  </a:cubicBezTo>
                  <a:close/>
                  <a:moveTo>
                    <a:pt x="977" y="1"/>
                  </a:moveTo>
                  <a:cubicBezTo>
                    <a:pt x="441" y="1"/>
                    <a:pt x="0" y="442"/>
                    <a:pt x="0" y="977"/>
                  </a:cubicBezTo>
                  <a:lnTo>
                    <a:pt x="0" y="6491"/>
                  </a:lnTo>
                  <a:cubicBezTo>
                    <a:pt x="0" y="7058"/>
                    <a:pt x="441" y="7436"/>
                    <a:pt x="977" y="7436"/>
                  </a:cubicBezTo>
                  <a:lnTo>
                    <a:pt x="2363" y="7436"/>
                  </a:lnTo>
                  <a:cubicBezTo>
                    <a:pt x="2899" y="7436"/>
                    <a:pt x="3308" y="7026"/>
                    <a:pt x="3308" y="6491"/>
                  </a:cubicBezTo>
                  <a:lnTo>
                    <a:pt x="3308" y="977"/>
                  </a:lnTo>
                  <a:cubicBezTo>
                    <a:pt x="3340" y="442"/>
                    <a:pt x="2899" y="1"/>
                    <a:pt x="23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578" name="Google Shape;14578;p83"/>
          <p:cNvGrpSpPr/>
          <p:nvPr/>
        </p:nvGrpSpPr>
        <p:grpSpPr>
          <a:xfrm>
            <a:off x="3065911" y="2731333"/>
            <a:ext cx="367165" cy="368901"/>
            <a:chOff x="-60254550" y="1938025"/>
            <a:chExt cx="317425" cy="318925"/>
          </a:xfrm>
        </p:grpSpPr>
        <p:sp>
          <p:nvSpPr>
            <p:cNvPr id="14579" name="Google Shape;14579;p83"/>
            <p:cNvSpPr/>
            <p:nvPr/>
          </p:nvSpPr>
          <p:spPr>
            <a:xfrm>
              <a:off x="-60254550" y="2049000"/>
              <a:ext cx="317425" cy="207950"/>
            </a:xfrm>
            <a:custGeom>
              <a:avLst/>
              <a:gdLst/>
              <a:ahLst/>
              <a:cxnLst/>
              <a:rect l="l" t="t" r="r" b="b"/>
              <a:pathLst>
                <a:path w="12697" h="8318" extrusionOk="0">
                  <a:moveTo>
                    <a:pt x="10428" y="1639"/>
                  </a:moveTo>
                  <a:cubicBezTo>
                    <a:pt x="11184" y="1639"/>
                    <a:pt x="11814" y="2269"/>
                    <a:pt x="11814" y="3025"/>
                  </a:cubicBezTo>
                  <a:cubicBezTo>
                    <a:pt x="11814" y="3781"/>
                    <a:pt x="11184" y="4411"/>
                    <a:pt x="10428" y="4411"/>
                  </a:cubicBezTo>
                  <a:lnTo>
                    <a:pt x="9767" y="4411"/>
                  </a:lnTo>
                  <a:cubicBezTo>
                    <a:pt x="9861" y="4033"/>
                    <a:pt x="9893" y="3686"/>
                    <a:pt x="9893" y="3308"/>
                  </a:cubicBezTo>
                  <a:lnTo>
                    <a:pt x="9893" y="1639"/>
                  </a:lnTo>
                  <a:close/>
                  <a:moveTo>
                    <a:pt x="9073" y="819"/>
                  </a:moveTo>
                  <a:lnTo>
                    <a:pt x="9073" y="3308"/>
                  </a:lnTo>
                  <a:cubicBezTo>
                    <a:pt x="9073" y="5577"/>
                    <a:pt x="7215" y="7435"/>
                    <a:pt x="4915" y="7435"/>
                  </a:cubicBezTo>
                  <a:cubicBezTo>
                    <a:pt x="2646" y="7435"/>
                    <a:pt x="788" y="5577"/>
                    <a:pt x="788" y="3308"/>
                  </a:cubicBezTo>
                  <a:lnTo>
                    <a:pt x="788" y="819"/>
                  </a:lnTo>
                  <a:close/>
                  <a:moveTo>
                    <a:pt x="410" y="0"/>
                  </a:moveTo>
                  <a:cubicBezTo>
                    <a:pt x="158" y="0"/>
                    <a:pt x="0" y="189"/>
                    <a:pt x="0" y="441"/>
                  </a:cubicBezTo>
                  <a:lnTo>
                    <a:pt x="0" y="3308"/>
                  </a:lnTo>
                  <a:cubicBezTo>
                    <a:pt x="0" y="5041"/>
                    <a:pt x="882" y="6522"/>
                    <a:pt x="2205" y="7435"/>
                  </a:cubicBezTo>
                  <a:lnTo>
                    <a:pt x="410" y="7435"/>
                  </a:lnTo>
                  <a:cubicBezTo>
                    <a:pt x="158" y="7435"/>
                    <a:pt x="0" y="7624"/>
                    <a:pt x="0" y="7877"/>
                  </a:cubicBezTo>
                  <a:cubicBezTo>
                    <a:pt x="0" y="8097"/>
                    <a:pt x="189" y="8318"/>
                    <a:pt x="410" y="8318"/>
                  </a:cubicBezTo>
                  <a:lnTo>
                    <a:pt x="9483" y="8318"/>
                  </a:lnTo>
                  <a:cubicBezTo>
                    <a:pt x="9735" y="8318"/>
                    <a:pt x="9893" y="8097"/>
                    <a:pt x="9893" y="7877"/>
                  </a:cubicBezTo>
                  <a:cubicBezTo>
                    <a:pt x="9893" y="7624"/>
                    <a:pt x="9704" y="7435"/>
                    <a:pt x="9483" y="7435"/>
                  </a:cubicBezTo>
                  <a:lnTo>
                    <a:pt x="7687" y="7435"/>
                  </a:lnTo>
                  <a:cubicBezTo>
                    <a:pt x="8506" y="6900"/>
                    <a:pt x="9137" y="6144"/>
                    <a:pt x="9546" y="5230"/>
                  </a:cubicBezTo>
                  <a:lnTo>
                    <a:pt x="10491" y="5230"/>
                  </a:lnTo>
                  <a:cubicBezTo>
                    <a:pt x="11688" y="5230"/>
                    <a:pt x="12697" y="4253"/>
                    <a:pt x="12697" y="3025"/>
                  </a:cubicBezTo>
                  <a:cubicBezTo>
                    <a:pt x="12697" y="1796"/>
                    <a:pt x="11657" y="819"/>
                    <a:pt x="10428" y="819"/>
                  </a:cubicBezTo>
                  <a:lnTo>
                    <a:pt x="9893" y="819"/>
                  </a:lnTo>
                  <a:lnTo>
                    <a:pt x="9893" y="441"/>
                  </a:lnTo>
                  <a:cubicBezTo>
                    <a:pt x="9893" y="189"/>
                    <a:pt x="9704" y="0"/>
                    <a:pt x="94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580" name="Google Shape;14580;p83"/>
            <p:cNvSpPr/>
            <p:nvPr/>
          </p:nvSpPr>
          <p:spPr>
            <a:xfrm>
              <a:off x="-60219125" y="1938025"/>
              <a:ext cx="51225" cy="103625"/>
            </a:xfrm>
            <a:custGeom>
              <a:avLst/>
              <a:gdLst/>
              <a:ahLst/>
              <a:cxnLst/>
              <a:rect l="l" t="t" r="r" b="b"/>
              <a:pathLst>
                <a:path w="2049" h="4145" extrusionOk="0">
                  <a:moveTo>
                    <a:pt x="1068" y="0"/>
                  </a:moveTo>
                  <a:cubicBezTo>
                    <a:pt x="947" y="0"/>
                    <a:pt x="819" y="61"/>
                    <a:pt x="725" y="155"/>
                  </a:cubicBezTo>
                  <a:cubicBezTo>
                    <a:pt x="568" y="312"/>
                    <a:pt x="568" y="564"/>
                    <a:pt x="757" y="722"/>
                  </a:cubicBezTo>
                  <a:cubicBezTo>
                    <a:pt x="1103" y="1100"/>
                    <a:pt x="1103" y="1446"/>
                    <a:pt x="757" y="1761"/>
                  </a:cubicBezTo>
                  <a:cubicBezTo>
                    <a:pt x="32" y="2392"/>
                    <a:pt x="1" y="3368"/>
                    <a:pt x="757" y="4030"/>
                  </a:cubicBezTo>
                  <a:cubicBezTo>
                    <a:pt x="832" y="4105"/>
                    <a:pt x="936" y="4144"/>
                    <a:pt x="1041" y="4144"/>
                  </a:cubicBezTo>
                  <a:cubicBezTo>
                    <a:pt x="1156" y="4144"/>
                    <a:pt x="1273" y="4097"/>
                    <a:pt x="1356" y="3998"/>
                  </a:cubicBezTo>
                  <a:cubicBezTo>
                    <a:pt x="1513" y="3841"/>
                    <a:pt x="1513" y="3557"/>
                    <a:pt x="1292" y="3400"/>
                  </a:cubicBezTo>
                  <a:cubicBezTo>
                    <a:pt x="946" y="3085"/>
                    <a:pt x="946" y="2707"/>
                    <a:pt x="1292" y="2392"/>
                  </a:cubicBezTo>
                  <a:cubicBezTo>
                    <a:pt x="2017" y="1761"/>
                    <a:pt x="2049" y="785"/>
                    <a:pt x="1292" y="92"/>
                  </a:cubicBezTo>
                  <a:cubicBezTo>
                    <a:pt x="1229" y="28"/>
                    <a:pt x="1150" y="0"/>
                    <a:pt x="10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581" name="Google Shape;14581;p83"/>
            <p:cNvSpPr/>
            <p:nvPr/>
          </p:nvSpPr>
          <p:spPr>
            <a:xfrm>
              <a:off x="-60156900" y="1938025"/>
              <a:ext cx="51225" cy="103625"/>
            </a:xfrm>
            <a:custGeom>
              <a:avLst/>
              <a:gdLst/>
              <a:ahLst/>
              <a:cxnLst/>
              <a:rect l="l" t="t" r="r" b="b"/>
              <a:pathLst>
                <a:path w="2049" h="4145" extrusionOk="0">
                  <a:moveTo>
                    <a:pt x="1057" y="0"/>
                  </a:moveTo>
                  <a:cubicBezTo>
                    <a:pt x="926" y="0"/>
                    <a:pt x="788" y="61"/>
                    <a:pt x="694" y="155"/>
                  </a:cubicBezTo>
                  <a:cubicBezTo>
                    <a:pt x="536" y="312"/>
                    <a:pt x="536" y="564"/>
                    <a:pt x="757" y="722"/>
                  </a:cubicBezTo>
                  <a:cubicBezTo>
                    <a:pt x="1103" y="1100"/>
                    <a:pt x="1103" y="1446"/>
                    <a:pt x="757" y="1761"/>
                  </a:cubicBezTo>
                  <a:cubicBezTo>
                    <a:pt x="32" y="2392"/>
                    <a:pt x="1" y="3368"/>
                    <a:pt x="757" y="4030"/>
                  </a:cubicBezTo>
                  <a:cubicBezTo>
                    <a:pt x="832" y="4105"/>
                    <a:pt x="929" y="4144"/>
                    <a:pt x="1026" y="4144"/>
                  </a:cubicBezTo>
                  <a:cubicBezTo>
                    <a:pt x="1133" y="4144"/>
                    <a:pt x="1242" y="4097"/>
                    <a:pt x="1324" y="3998"/>
                  </a:cubicBezTo>
                  <a:cubicBezTo>
                    <a:pt x="1859" y="3463"/>
                    <a:pt x="473" y="3179"/>
                    <a:pt x="1292" y="2392"/>
                  </a:cubicBezTo>
                  <a:cubicBezTo>
                    <a:pt x="2017" y="1761"/>
                    <a:pt x="2049" y="785"/>
                    <a:pt x="1292" y="92"/>
                  </a:cubicBezTo>
                  <a:cubicBezTo>
                    <a:pt x="1229" y="28"/>
                    <a:pt x="1145" y="0"/>
                    <a:pt x="10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582" name="Google Shape;14582;p83"/>
            <p:cNvSpPr/>
            <p:nvPr/>
          </p:nvSpPr>
          <p:spPr>
            <a:xfrm>
              <a:off x="-60094675" y="1938025"/>
              <a:ext cx="51225" cy="103625"/>
            </a:xfrm>
            <a:custGeom>
              <a:avLst/>
              <a:gdLst/>
              <a:ahLst/>
              <a:cxnLst/>
              <a:rect l="l" t="t" r="r" b="b"/>
              <a:pathLst>
                <a:path w="2049" h="4145" extrusionOk="0">
                  <a:moveTo>
                    <a:pt x="1056" y="0"/>
                  </a:moveTo>
                  <a:cubicBezTo>
                    <a:pt x="926" y="0"/>
                    <a:pt x="788" y="61"/>
                    <a:pt x="694" y="155"/>
                  </a:cubicBezTo>
                  <a:cubicBezTo>
                    <a:pt x="536" y="312"/>
                    <a:pt x="536" y="564"/>
                    <a:pt x="725" y="722"/>
                  </a:cubicBezTo>
                  <a:cubicBezTo>
                    <a:pt x="1103" y="1100"/>
                    <a:pt x="1103" y="1446"/>
                    <a:pt x="725" y="1761"/>
                  </a:cubicBezTo>
                  <a:cubicBezTo>
                    <a:pt x="32" y="2392"/>
                    <a:pt x="1" y="3368"/>
                    <a:pt x="725" y="4030"/>
                  </a:cubicBezTo>
                  <a:cubicBezTo>
                    <a:pt x="800" y="4105"/>
                    <a:pt x="904" y="4144"/>
                    <a:pt x="1009" y="4144"/>
                  </a:cubicBezTo>
                  <a:cubicBezTo>
                    <a:pt x="1125" y="4144"/>
                    <a:pt x="1241" y="4097"/>
                    <a:pt x="1324" y="3998"/>
                  </a:cubicBezTo>
                  <a:cubicBezTo>
                    <a:pt x="1481" y="3841"/>
                    <a:pt x="1481" y="3557"/>
                    <a:pt x="1292" y="3400"/>
                  </a:cubicBezTo>
                  <a:cubicBezTo>
                    <a:pt x="946" y="3085"/>
                    <a:pt x="946" y="2707"/>
                    <a:pt x="1292" y="2392"/>
                  </a:cubicBezTo>
                  <a:cubicBezTo>
                    <a:pt x="1985" y="1761"/>
                    <a:pt x="2048" y="785"/>
                    <a:pt x="1292" y="92"/>
                  </a:cubicBezTo>
                  <a:cubicBezTo>
                    <a:pt x="1229" y="28"/>
                    <a:pt x="1145" y="0"/>
                    <a:pt x="1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583" name="Google Shape;14583;p83"/>
          <p:cNvGrpSpPr/>
          <p:nvPr/>
        </p:nvGrpSpPr>
        <p:grpSpPr>
          <a:xfrm>
            <a:off x="3094149" y="3609907"/>
            <a:ext cx="310690" cy="368987"/>
            <a:chOff x="-60232500" y="2671225"/>
            <a:chExt cx="268600" cy="319000"/>
          </a:xfrm>
        </p:grpSpPr>
        <p:sp>
          <p:nvSpPr>
            <p:cNvPr id="14584" name="Google Shape;14584;p83"/>
            <p:cNvSpPr/>
            <p:nvPr/>
          </p:nvSpPr>
          <p:spPr>
            <a:xfrm>
              <a:off x="-60222275" y="2843700"/>
              <a:ext cx="63025" cy="146525"/>
            </a:xfrm>
            <a:custGeom>
              <a:avLst/>
              <a:gdLst/>
              <a:ahLst/>
              <a:cxnLst/>
              <a:rect l="l" t="t" r="r" b="b"/>
              <a:pathLst>
                <a:path w="2521" h="5861" extrusionOk="0">
                  <a:moveTo>
                    <a:pt x="1261" y="1"/>
                  </a:moveTo>
                  <a:cubicBezTo>
                    <a:pt x="1040" y="1"/>
                    <a:pt x="851" y="190"/>
                    <a:pt x="851" y="410"/>
                  </a:cubicBezTo>
                  <a:lnTo>
                    <a:pt x="851" y="694"/>
                  </a:lnTo>
                  <a:cubicBezTo>
                    <a:pt x="379" y="851"/>
                    <a:pt x="1" y="1324"/>
                    <a:pt x="1" y="1891"/>
                  </a:cubicBezTo>
                  <a:cubicBezTo>
                    <a:pt x="1" y="2553"/>
                    <a:pt x="568" y="2931"/>
                    <a:pt x="1009" y="3246"/>
                  </a:cubicBezTo>
                  <a:cubicBezTo>
                    <a:pt x="1324" y="3498"/>
                    <a:pt x="1671" y="3718"/>
                    <a:pt x="1671" y="3970"/>
                  </a:cubicBezTo>
                  <a:cubicBezTo>
                    <a:pt x="1671" y="4191"/>
                    <a:pt x="1482" y="4348"/>
                    <a:pt x="1261" y="4348"/>
                  </a:cubicBezTo>
                  <a:cubicBezTo>
                    <a:pt x="1072" y="4348"/>
                    <a:pt x="851" y="4159"/>
                    <a:pt x="851" y="3970"/>
                  </a:cubicBezTo>
                  <a:cubicBezTo>
                    <a:pt x="851" y="3718"/>
                    <a:pt x="631" y="3529"/>
                    <a:pt x="442" y="3529"/>
                  </a:cubicBezTo>
                  <a:cubicBezTo>
                    <a:pt x="253" y="3529"/>
                    <a:pt x="64" y="3718"/>
                    <a:pt x="64" y="3970"/>
                  </a:cubicBezTo>
                  <a:cubicBezTo>
                    <a:pt x="64" y="4506"/>
                    <a:pt x="410" y="4947"/>
                    <a:pt x="883" y="5136"/>
                  </a:cubicBezTo>
                  <a:lnTo>
                    <a:pt x="883" y="5419"/>
                  </a:lnTo>
                  <a:cubicBezTo>
                    <a:pt x="883" y="5672"/>
                    <a:pt x="1072" y="5861"/>
                    <a:pt x="1324" y="5861"/>
                  </a:cubicBezTo>
                  <a:cubicBezTo>
                    <a:pt x="1545" y="5861"/>
                    <a:pt x="1702" y="5672"/>
                    <a:pt x="1702" y="5419"/>
                  </a:cubicBezTo>
                  <a:lnTo>
                    <a:pt x="1702" y="5136"/>
                  </a:lnTo>
                  <a:cubicBezTo>
                    <a:pt x="2175" y="4978"/>
                    <a:pt x="2521" y="4506"/>
                    <a:pt x="2521" y="3970"/>
                  </a:cubicBezTo>
                  <a:cubicBezTo>
                    <a:pt x="2521" y="3309"/>
                    <a:pt x="1986" y="2899"/>
                    <a:pt x="1545" y="2584"/>
                  </a:cubicBezTo>
                  <a:cubicBezTo>
                    <a:pt x="1229" y="2364"/>
                    <a:pt x="883" y="2111"/>
                    <a:pt x="883" y="1891"/>
                  </a:cubicBezTo>
                  <a:cubicBezTo>
                    <a:pt x="883" y="1639"/>
                    <a:pt x="1072" y="1450"/>
                    <a:pt x="1261" y="1450"/>
                  </a:cubicBezTo>
                  <a:cubicBezTo>
                    <a:pt x="1513" y="1450"/>
                    <a:pt x="1671" y="1639"/>
                    <a:pt x="1671" y="1891"/>
                  </a:cubicBezTo>
                  <a:cubicBezTo>
                    <a:pt x="1671" y="2111"/>
                    <a:pt x="1860" y="2269"/>
                    <a:pt x="2112" y="2269"/>
                  </a:cubicBezTo>
                  <a:cubicBezTo>
                    <a:pt x="2332" y="2269"/>
                    <a:pt x="2490" y="2080"/>
                    <a:pt x="2490" y="1891"/>
                  </a:cubicBezTo>
                  <a:cubicBezTo>
                    <a:pt x="2490" y="1324"/>
                    <a:pt x="2143" y="883"/>
                    <a:pt x="1671" y="694"/>
                  </a:cubicBezTo>
                  <a:lnTo>
                    <a:pt x="1671" y="410"/>
                  </a:lnTo>
                  <a:cubicBezTo>
                    <a:pt x="1671" y="190"/>
                    <a:pt x="1482"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585" name="Google Shape;14585;p83"/>
            <p:cNvSpPr/>
            <p:nvPr/>
          </p:nvSpPr>
          <p:spPr>
            <a:xfrm>
              <a:off x="-60232500" y="2671225"/>
              <a:ext cx="268600" cy="318225"/>
            </a:xfrm>
            <a:custGeom>
              <a:avLst/>
              <a:gdLst/>
              <a:ahLst/>
              <a:cxnLst/>
              <a:rect l="l" t="t" r="r" b="b"/>
              <a:pathLst>
                <a:path w="10744" h="12729" extrusionOk="0">
                  <a:moveTo>
                    <a:pt x="5419" y="1701"/>
                  </a:moveTo>
                  <a:cubicBezTo>
                    <a:pt x="7561" y="1701"/>
                    <a:pt x="9357" y="3151"/>
                    <a:pt x="9830" y="5167"/>
                  </a:cubicBezTo>
                  <a:cubicBezTo>
                    <a:pt x="9641" y="5041"/>
                    <a:pt x="9389" y="5009"/>
                    <a:pt x="9137" y="5009"/>
                  </a:cubicBezTo>
                  <a:cubicBezTo>
                    <a:pt x="8601" y="5009"/>
                    <a:pt x="8191" y="5230"/>
                    <a:pt x="7908" y="5545"/>
                  </a:cubicBezTo>
                  <a:cubicBezTo>
                    <a:pt x="7593" y="5198"/>
                    <a:pt x="7152" y="5009"/>
                    <a:pt x="6679" y="5009"/>
                  </a:cubicBezTo>
                  <a:cubicBezTo>
                    <a:pt x="6175" y="5009"/>
                    <a:pt x="5734" y="5230"/>
                    <a:pt x="5419" y="5545"/>
                  </a:cubicBezTo>
                  <a:cubicBezTo>
                    <a:pt x="5104" y="5198"/>
                    <a:pt x="4663" y="5009"/>
                    <a:pt x="4190" y="5009"/>
                  </a:cubicBezTo>
                  <a:cubicBezTo>
                    <a:pt x="3686" y="5009"/>
                    <a:pt x="3245" y="5230"/>
                    <a:pt x="2993" y="5545"/>
                  </a:cubicBezTo>
                  <a:cubicBezTo>
                    <a:pt x="2678" y="5198"/>
                    <a:pt x="2237" y="5009"/>
                    <a:pt x="1764" y="5009"/>
                  </a:cubicBezTo>
                  <a:cubicBezTo>
                    <a:pt x="1512" y="5009"/>
                    <a:pt x="1292" y="5041"/>
                    <a:pt x="1040" y="5167"/>
                  </a:cubicBezTo>
                  <a:cubicBezTo>
                    <a:pt x="1481" y="3151"/>
                    <a:pt x="3308" y="1701"/>
                    <a:pt x="5419" y="1701"/>
                  </a:cubicBezTo>
                  <a:close/>
                  <a:moveTo>
                    <a:pt x="5356" y="0"/>
                  </a:moveTo>
                  <a:cubicBezTo>
                    <a:pt x="5104" y="0"/>
                    <a:pt x="4946" y="189"/>
                    <a:pt x="4946" y="441"/>
                  </a:cubicBezTo>
                  <a:lnTo>
                    <a:pt x="4946" y="851"/>
                  </a:lnTo>
                  <a:cubicBezTo>
                    <a:pt x="2206" y="1071"/>
                    <a:pt x="0" y="3371"/>
                    <a:pt x="0" y="6207"/>
                  </a:cubicBezTo>
                  <a:lnTo>
                    <a:pt x="0" y="6648"/>
                  </a:lnTo>
                  <a:lnTo>
                    <a:pt x="32" y="6648"/>
                  </a:lnTo>
                  <a:cubicBezTo>
                    <a:pt x="32" y="6900"/>
                    <a:pt x="221" y="7089"/>
                    <a:pt x="473" y="7089"/>
                  </a:cubicBezTo>
                  <a:cubicBezTo>
                    <a:pt x="693" y="7089"/>
                    <a:pt x="851" y="6900"/>
                    <a:pt x="851" y="6648"/>
                  </a:cubicBezTo>
                  <a:cubicBezTo>
                    <a:pt x="851" y="6175"/>
                    <a:pt x="1197" y="5829"/>
                    <a:pt x="1701" y="5829"/>
                  </a:cubicBezTo>
                  <a:cubicBezTo>
                    <a:pt x="2143" y="5829"/>
                    <a:pt x="2521" y="6175"/>
                    <a:pt x="2521" y="6648"/>
                  </a:cubicBezTo>
                  <a:cubicBezTo>
                    <a:pt x="2521" y="6900"/>
                    <a:pt x="2710" y="7089"/>
                    <a:pt x="2899" y="7089"/>
                  </a:cubicBezTo>
                  <a:cubicBezTo>
                    <a:pt x="3119" y="7089"/>
                    <a:pt x="3308" y="6900"/>
                    <a:pt x="3308" y="6648"/>
                  </a:cubicBezTo>
                  <a:cubicBezTo>
                    <a:pt x="3308" y="6175"/>
                    <a:pt x="3655" y="5829"/>
                    <a:pt x="4127" y="5829"/>
                  </a:cubicBezTo>
                  <a:cubicBezTo>
                    <a:pt x="4600" y="5829"/>
                    <a:pt x="4946" y="6175"/>
                    <a:pt x="4946" y="6648"/>
                  </a:cubicBezTo>
                  <a:lnTo>
                    <a:pt x="4946" y="11499"/>
                  </a:lnTo>
                  <a:cubicBezTo>
                    <a:pt x="4946" y="12161"/>
                    <a:pt x="5514" y="12728"/>
                    <a:pt x="6175" y="12728"/>
                  </a:cubicBezTo>
                  <a:cubicBezTo>
                    <a:pt x="6837" y="12728"/>
                    <a:pt x="7404" y="12161"/>
                    <a:pt x="7404" y="11499"/>
                  </a:cubicBezTo>
                  <a:lnTo>
                    <a:pt x="7404" y="10680"/>
                  </a:lnTo>
                  <a:cubicBezTo>
                    <a:pt x="7404" y="10428"/>
                    <a:pt x="7215" y="10239"/>
                    <a:pt x="6994" y="10239"/>
                  </a:cubicBezTo>
                  <a:cubicBezTo>
                    <a:pt x="6805" y="10239"/>
                    <a:pt x="6616" y="10428"/>
                    <a:pt x="6616" y="10680"/>
                  </a:cubicBezTo>
                  <a:lnTo>
                    <a:pt x="6616" y="11499"/>
                  </a:lnTo>
                  <a:cubicBezTo>
                    <a:pt x="6616" y="11720"/>
                    <a:pt x="6427" y="11940"/>
                    <a:pt x="6175" y="11940"/>
                  </a:cubicBezTo>
                  <a:cubicBezTo>
                    <a:pt x="5955" y="11940"/>
                    <a:pt x="5797" y="11720"/>
                    <a:pt x="5797" y="11499"/>
                  </a:cubicBezTo>
                  <a:lnTo>
                    <a:pt x="5797" y="6648"/>
                  </a:lnTo>
                  <a:cubicBezTo>
                    <a:pt x="5797" y="6175"/>
                    <a:pt x="6144" y="5829"/>
                    <a:pt x="6616" y="5829"/>
                  </a:cubicBezTo>
                  <a:cubicBezTo>
                    <a:pt x="7089" y="5829"/>
                    <a:pt x="7435" y="6175"/>
                    <a:pt x="7435" y="6648"/>
                  </a:cubicBezTo>
                  <a:cubicBezTo>
                    <a:pt x="7435" y="6900"/>
                    <a:pt x="7624" y="7089"/>
                    <a:pt x="7876" y="7089"/>
                  </a:cubicBezTo>
                  <a:cubicBezTo>
                    <a:pt x="8097" y="7089"/>
                    <a:pt x="8255" y="6900"/>
                    <a:pt x="8255" y="6648"/>
                  </a:cubicBezTo>
                  <a:cubicBezTo>
                    <a:pt x="8255" y="6175"/>
                    <a:pt x="8633" y="5829"/>
                    <a:pt x="9105" y="5829"/>
                  </a:cubicBezTo>
                  <a:cubicBezTo>
                    <a:pt x="9578" y="5829"/>
                    <a:pt x="9924" y="6175"/>
                    <a:pt x="9924" y="6648"/>
                  </a:cubicBezTo>
                  <a:cubicBezTo>
                    <a:pt x="9924" y="6900"/>
                    <a:pt x="10113" y="7089"/>
                    <a:pt x="10302" y="7089"/>
                  </a:cubicBezTo>
                  <a:cubicBezTo>
                    <a:pt x="10554" y="7089"/>
                    <a:pt x="10743" y="6900"/>
                    <a:pt x="10743" y="6648"/>
                  </a:cubicBezTo>
                  <a:lnTo>
                    <a:pt x="10743" y="6207"/>
                  </a:lnTo>
                  <a:cubicBezTo>
                    <a:pt x="10743" y="3371"/>
                    <a:pt x="8538" y="1071"/>
                    <a:pt x="5797" y="851"/>
                  </a:cubicBezTo>
                  <a:lnTo>
                    <a:pt x="5797" y="441"/>
                  </a:lnTo>
                  <a:cubicBezTo>
                    <a:pt x="5797" y="189"/>
                    <a:pt x="5577" y="0"/>
                    <a:pt x="53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586" name="Google Shape;14586;p83"/>
          <p:cNvGrpSpPr/>
          <p:nvPr/>
        </p:nvGrpSpPr>
        <p:grpSpPr>
          <a:xfrm>
            <a:off x="2179643" y="4058541"/>
            <a:ext cx="365373" cy="368987"/>
            <a:chOff x="-59100700" y="1911950"/>
            <a:chExt cx="315875" cy="319000"/>
          </a:xfrm>
        </p:grpSpPr>
        <p:sp>
          <p:nvSpPr>
            <p:cNvPr id="14587" name="Google Shape;14587;p83"/>
            <p:cNvSpPr/>
            <p:nvPr/>
          </p:nvSpPr>
          <p:spPr>
            <a:xfrm>
              <a:off x="-59015625" y="1993850"/>
              <a:ext cx="20500" cy="20525"/>
            </a:xfrm>
            <a:custGeom>
              <a:avLst/>
              <a:gdLst/>
              <a:ahLst/>
              <a:cxnLst/>
              <a:rect l="l" t="t" r="r" b="b"/>
              <a:pathLst>
                <a:path w="820" h="821" extrusionOk="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588" name="Google Shape;14588;p83"/>
            <p:cNvSpPr/>
            <p:nvPr/>
          </p:nvSpPr>
          <p:spPr>
            <a:xfrm>
              <a:off x="-58954200" y="1993850"/>
              <a:ext cx="21300" cy="20525"/>
            </a:xfrm>
            <a:custGeom>
              <a:avLst/>
              <a:gdLst/>
              <a:ahLst/>
              <a:cxnLst/>
              <a:rect l="l" t="t" r="r" b="b"/>
              <a:pathLst>
                <a:path w="852" h="821" extrusionOk="0">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589" name="Google Shape;14589;p83"/>
            <p:cNvSpPr/>
            <p:nvPr/>
          </p:nvSpPr>
          <p:spPr>
            <a:xfrm>
              <a:off x="-58891975" y="1993850"/>
              <a:ext cx="21300" cy="20525"/>
            </a:xfrm>
            <a:custGeom>
              <a:avLst/>
              <a:gdLst/>
              <a:ahLst/>
              <a:cxnLst/>
              <a:rect l="l" t="t" r="r" b="b"/>
              <a:pathLst>
                <a:path w="852" h="821" extrusionOk="0">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590" name="Google Shape;14590;p83"/>
            <p:cNvSpPr/>
            <p:nvPr/>
          </p:nvSpPr>
          <p:spPr>
            <a:xfrm>
              <a:off x="-59015625" y="2034825"/>
              <a:ext cx="20500" cy="21275"/>
            </a:xfrm>
            <a:custGeom>
              <a:avLst/>
              <a:gdLst/>
              <a:ahLst/>
              <a:cxnLst/>
              <a:rect l="l" t="t" r="r" b="b"/>
              <a:pathLst>
                <a:path w="820" h="851" extrusionOk="0">
                  <a:moveTo>
                    <a:pt x="189" y="0"/>
                  </a:moveTo>
                  <a:cubicBezTo>
                    <a:pt x="63" y="0"/>
                    <a:pt x="0" y="95"/>
                    <a:pt x="0" y="221"/>
                  </a:cubicBezTo>
                  <a:lnTo>
                    <a:pt x="0" y="630"/>
                  </a:lnTo>
                  <a:cubicBezTo>
                    <a:pt x="0" y="756"/>
                    <a:pt x="95" y="851"/>
                    <a:pt x="189" y="851"/>
                  </a:cubicBezTo>
                  <a:lnTo>
                    <a:pt x="630" y="851"/>
                  </a:lnTo>
                  <a:cubicBezTo>
                    <a:pt x="725" y="851"/>
                    <a:pt x="820" y="756"/>
                    <a:pt x="820" y="630"/>
                  </a:cubicBezTo>
                  <a:lnTo>
                    <a:pt x="820" y="221"/>
                  </a:lnTo>
                  <a:cubicBezTo>
                    <a:pt x="820" y="95"/>
                    <a:pt x="725" y="0"/>
                    <a:pt x="6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591" name="Google Shape;14591;p83"/>
            <p:cNvSpPr/>
            <p:nvPr/>
          </p:nvSpPr>
          <p:spPr>
            <a:xfrm>
              <a:off x="-58954200" y="2034825"/>
              <a:ext cx="21300" cy="21275"/>
            </a:xfrm>
            <a:custGeom>
              <a:avLst/>
              <a:gdLst/>
              <a:ahLst/>
              <a:cxnLst/>
              <a:rect l="l" t="t" r="r" b="b"/>
              <a:pathLst>
                <a:path w="852" h="851" extrusionOk="0">
                  <a:moveTo>
                    <a:pt x="221" y="0"/>
                  </a:moveTo>
                  <a:cubicBezTo>
                    <a:pt x="95" y="0"/>
                    <a:pt x="1" y="95"/>
                    <a:pt x="1" y="221"/>
                  </a:cubicBezTo>
                  <a:lnTo>
                    <a:pt x="1" y="630"/>
                  </a:lnTo>
                  <a:cubicBezTo>
                    <a:pt x="1" y="756"/>
                    <a:pt x="127" y="851"/>
                    <a:pt x="221" y="851"/>
                  </a:cubicBezTo>
                  <a:lnTo>
                    <a:pt x="631" y="851"/>
                  </a:lnTo>
                  <a:cubicBezTo>
                    <a:pt x="757" y="851"/>
                    <a:pt x="851" y="756"/>
                    <a:pt x="851" y="630"/>
                  </a:cubicBezTo>
                  <a:lnTo>
                    <a:pt x="851" y="221"/>
                  </a:lnTo>
                  <a:cubicBezTo>
                    <a:pt x="851" y="95"/>
                    <a:pt x="757" y="0"/>
                    <a:pt x="6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592" name="Google Shape;14592;p83"/>
            <p:cNvSpPr/>
            <p:nvPr/>
          </p:nvSpPr>
          <p:spPr>
            <a:xfrm>
              <a:off x="-58891975" y="2034825"/>
              <a:ext cx="21300" cy="21275"/>
            </a:xfrm>
            <a:custGeom>
              <a:avLst/>
              <a:gdLst/>
              <a:ahLst/>
              <a:cxnLst/>
              <a:rect l="l" t="t" r="r" b="b"/>
              <a:pathLst>
                <a:path w="852" h="851" extrusionOk="0">
                  <a:moveTo>
                    <a:pt x="190" y="0"/>
                  </a:moveTo>
                  <a:cubicBezTo>
                    <a:pt x="95" y="0"/>
                    <a:pt x="1" y="95"/>
                    <a:pt x="1" y="221"/>
                  </a:cubicBezTo>
                  <a:lnTo>
                    <a:pt x="1" y="630"/>
                  </a:lnTo>
                  <a:cubicBezTo>
                    <a:pt x="1" y="756"/>
                    <a:pt x="127" y="851"/>
                    <a:pt x="190" y="851"/>
                  </a:cubicBezTo>
                  <a:lnTo>
                    <a:pt x="631" y="851"/>
                  </a:lnTo>
                  <a:cubicBezTo>
                    <a:pt x="757" y="851"/>
                    <a:pt x="851" y="756"/>
                    <a:pt x="851" y="630"/>
                  </a:cubicBezTo>
                  <a:lnTo>
                    <a:pt x="851" y="221"/>
                  </a:lnTo>
                  <a:cubicBezTo>
                    <a:pt x="851" y="95"/>
                    <a:pt x="757" y="0"/>
                    <a:pt x="6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593" name="Google Shape;14593;p83"/>
            <p:cNvSpPr/>
            <p:nvPr/>
          </p:nvSpPr>
          <p:spPr>
            <a:xfrm>
              <a:off x="-59015625" y="2076550"/>
              <a:ext cx="20500" cy="20525"/>
            </a:xfrm>
            <a:custGeom>
              <a:avLst/>
              <a:gdLst/>
              <a:ahLst/>
              <a:cxnLst/>
              <a:rect l="l" t="t" r="r" b="b"/>
              <a:pathLst>
                <a:path w="820" h="821" extrusionOk="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594" name="Google Shape;14594;p83"/>
            <p:cNvSpPr/>
            <p:nvPr/>
          </p:nvSpPr>
          <p:spPr>
            <a:xfrm>
              <a:off x="-58954200" y="2076550"/>
              <a:ext cx="21300" cy="20525"/>
            </a:xfrm>
            <a:custGeom>
              <a:avLst/>
              <a:gdLst/>
              <a:ahLst/>
              <a:cxnLst/>
              <a:rect l="l" t="t" r="r" b="b"/>
              <a:pathLst>
                <a:path w="852" h="821" extrusionOk="0">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595" name="Google Shape;14595;p83"/>
            <p:cNvSpPr/>
            <p:nvPr/>
          </p:nvSpPr>
          <p:spPr>
            <a:xfrm>
              <a:off x="-58891975" y="2076550"/>
              <a:ext cx="21300" cy="20525"/>
            </a:xfrm>
            <a:custGeom>
              <a:avLst/>
              <a:gdLst/>
              <a:ahLst/>
              <a:cxnLst/>
              <a:rect l="l" t="t" r="r" b="b"/>
              <a:pathLst>
                <a:path w="852" h="821" extrusionOk="0">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596" name="Google Shape;14596;p83"/>
            <p:cNvSpPr/>
            <p:nvPr/>
          </p:nvSpPr>
          <p:spPr>
            <a:xfrm>
              <a:off x="-59100700" y="1911950"/>
              <a:ext cx="315875" cy="319000"/>
            </a:xfrm>
            <a:custGeom>
              <a:avLst/>
              <a:gdLst/>
              <a:ahLst/>
              <a:cxnLst/>
              <a:rect l="l" t="t" r="r" b="b"/>
              <a:pathLst>
                <a:path w="12635" h="12760" extrusionOk="0">
                  <a:moveTo>
                    <a:pt x="9169" y="788"/>
                  </a:moveTo>
                  <a:lnTo>
                    <a:pt x="9169" y="1607"/>
                  </a:lnTo>
                  <a:lnTo>
                    <a:pt x="3403" y="1607"/>
                  </a:lnTo>
                  <a:lnTo>
                    <a:pt x="3403" y="788"/>
                  </a:lnTo>
                  <a:close/>
                  <a:moveTo>
                    <a:pt x="1734" y="9074"/>
                  </a:moveTo>
                  <a:lnTo>
                    <a:pt x="1734" y="11815"/>
                  </a:lnTo>
                  <a:lnTo>
                    <a:pt x="788" y="11815"/>
                  </a:lnTo>
                  <a:lnTo>
                    <a:pt x="788" y="9074"/>
                  </a:lnTo>
                  <a:close/>
                  <a:moveTo>
                    <a:pt x="5861" y="9074"/>
                  </a:moveTo>
                  <a:lnTo>
                    <a:pt x="5861" y="11815"/>
                  </a:lnTo>
                  <a:lnTo>
                    <a:pt x="4223" y="11815"/>
                  </a:lnTo>
                  <a:lnTo>
                    <a:pt x="4223" y="9074"/>
                  </a:lnTo>
                  <a:close/>
                  <a:moveTo>
                    <a:pt x="8350" y="9074"/>
                  </a:moveTo>
                  <a:lnTo>
                    <a:pt x="8350" y="11815"/>
                  </a:lnTo>
                  <a:lnTo>
                    <a:pt x="6711" y="11815"/>
                  </a:lnTo>
                  <a:lnTo>
                    <a:pt x="6711" y="9074"/>
                  </a:lnTo>
                  <a:close/>
                  <a:moveTo>
                    <a:pt x="10051" y="2458"/>
                  </a:moveTo>
                  <a:lnTo>
                    <a:pt x="10051" y="11815"/>
                  </a:lnTo>
                  <a:lnTo>
                    <a:pt x="9169" y="11815"/>
                  </a:lnTo>
                  <a:lnTo>
                    <a:pt x="9169" y="8664"/>
                  </a:lnTo>
                  <a:cubicBezTo>
                    <a:pt x="9169" y="8444"/>
                    <a:pt x="8980" y="8223"/>
                    <a:pt x="8791" y="8223"/>
                  </a:cubicBezTo>
                  <a:lnTo>
                    <a:pt x="3813" y="8223"/>
                  </a:lnTo>
                  <a:cubicBezTo>
                    <a:pt x="3592" y="8223"/>
                    <a:pt x="3435" y="8444"/>
                    <a:pt x="3435" y="8664"/>
                  </a:cubicBezTo>
                  <a:lnTo>
                    <a:pt x="3435" y="11815"/>
                  </a:lnTo>
                  <a:lnTo>
                    <a:pt x="2616" y="11815"/>
                  </a:lnTo>
                  <a:lnTo>
                    <a:pt x="2616" y="2458"/>
                  </a:lnTo>
                  <a:close/>
                  <a:moveTo>
                    <a:pt x="11815" y="9074"/>
                  </a:moveTo>
                  <a:lnTo>
                    <a:pt x="11815" y="11815"/>
                  </a:lnTo>
                  <a:lnTo>
                    <a:pt x="10839" y="11815"/>
                  </a:lnTo>
                  <a:lnTo>
                    <a:pt x="10839" y="9074"/>
                  </a:lnTo>
                  <a:close/>
                  <a:moveTo>
                    <a:pt x="2994" y="0"/>
                  </a:moveTo>
                  <a:cubicBezTo>
                    <a:pt x="2773" y="0"/>
                    <a:pt x="2616" y="190"/>
                    <a:pt x="2616" y="410"/>
                  </a:cubicBezTo>
                  <a:lnTo>
                    <a:pt x="2616" y="1670"/>
                  </a:lnTo>
                  <a:lnTo>
                    <a:pt x="2206" y="1670"/>
                  </a:lnTo>
                  <a:cubicBezTo>
                    <a:pt x="1986" y="1670"/>
                    <a:pt x="1765" y="1859"/>
                    <a:pt x="1765" y="2080"/>
                  </a:cubicBezTo>
                  <a:lnTo>
                    <a:pt x="1765" y="8318"/>
                  </a:lnTo>
                  <a:lnTo>
                    <a:pt x="410" y="8318"/>
                  </a:lnTo>
                  <a:cubicBezTo>
                    <a:pt x="158" y="8318"/>
                    <a:pt x="1" y="8507"/>
                    <a:pt x="1" y="8727"/>
                  </a:cubicBezTo>
                  <a:lnTo>
                    <a:pt x="1" y="12319"/>
                  </a:lnTo>
                  <a:cubicBezTo>
                    <a:pt x="1" y="12571"/>
                    <a:pt x="190" y="12760"/>
                    <a:pt x="410" y="12760"/>
                  </a:cubicBezTo>
                  <a:lnTo>
                    <a:pt x="12256" y="12760"/>
                  </a:lnTo>
                  <a:cubicBezTo>
                    <a:pt x="12477" y="12760"/>
                    <a:pt x="12634" y="12571"/>
                    <a:pt x="12634" y="12319"/>
                  </a:cubicBezTo>
                  <a:lnTo>
                    <a:pt x="12634" y="8664"/>
                  </a:lnTo>
                  <a:cubicBezTo>
                    <a:pt x="12634" y="8444"/>
                    <a:pt x="12445" y="8223"/>
                    <a:pt x="12225" y="8223"/>
                  </a:cubicBezTo>
                  <a:lnTo>
                    <a:pt x="10839" y="8223"/>
                  </a:lnTo>
                  <a:lnTo>
                    <a:pt x="10839" y="2017"/>
                  </a:lnTo>
                  <a:cubicBezTo>
                    <a:pt x="10839" y="1765"/>
                    <a:pt x="10650" y="1576"/>
                    <a:pt x="10429" y="1576"/>
                  </a:cubicBezTo>
                  <a:lnTo>
                    <a:pt x="10019" y="1576"/>
                  </a:lnTo>
                  <a:lnTo>
                    <a:pt x="10019" y="410"/>
                  </a:lnTo>
                  <a:cubicBezTo>
                    <a:pt x="10019" y="158"/>
                    <a:pt x="9799" y="0"/>
                    <a:pt x="96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597" name="Google Shape;14597;p83"/>
          <p:cNvGrpSpPr/>
          <p:nvPr/>
        </p:nvGrpSpPr>
        <p:grpSpPr>
          <a:xfrm>
            <a:off x="2621810" y="1314021"/>
            <a:ext cx="379918" cy="366038"/>
            <a:chOff x="-63665750" y="1914325"/>
            <a:chExt cx="328450" cy="316450"/>
          </a:xfrm>
        </p:grpSpPr>
        <p:sp>
          <p:nvSpPr>
            <p:cNvPr id="14598" name="Google Shape;14598;p83"/>
            <p:cNvSpPr/>
            <p:nvPr/>
          </p:nvSpPr>
          <p:spPr>
            <a:xfrm>
              <a:off x="-63665750" y="1914325"/>
              <a:ext cx="328450" cy="316450"/>
            </a:xfrm>
            <a:custGeom>
              <a:avLst/>
              <a:gdLst/>
              <a:ahLst/>
              <a:cxnLst/>
              <a:rect l="l" t="t" r="r" b="b"/>
              <a:pathLst>
                <a:path w="13138" h="12658" extrusionOk="0">
                  <a:moveTo>
                    <a:pt x="8144" y="835"/>
                  </a:moveTo>
                  <a:cubicBezTo>
                    <a:pt x="9097" y="835"/>
                    <a:pt x="10050" y="1197"/>
                    <a:pt x="10775" y="1922"/>
                  </a:cubicBezTo>
                  <a:cubicBezTo>
                    <a:pt x="12256" y="3371"/>
                    <a:pt x="12256" y="5734"/>
                    <a:pt x="10775" y="7183"/>
                  </a:cubicBezTo>
                  <a:cubicBezTo>
                    <a:pt x="10050" y="7908"/>
                    <a:pt x="9097" y="8270"/>
                    <a:pt x="8144" y="8270"/>
                  </a:cubicBezTo>
                  <a:cubicBezTo>
                    <a:pt x="7191" y="8270"/>
                    <a:pt x="6238" y="7908"/>
                    <a:pt x="5513" y="7183"/>
                  </a:cubicBezTo>
                  <a:cubicBezTo>
                    <a:pt x="4064" y="5734"/>
                    <a:pt x="4064" y="3371"/>
                    <a:pt x="5513" y="1922"/>
                  </a:cubicBezTo>
                  <a:cubicBezTo>
                    <a:pt x="6238" y="1197"/>
                    <a:pt x="7191" y="835"/>
                    <a:pt x="8144" y="835"/>
                  </a:cubicBezTo>
                  <a:close/>
                  <a:moveTo>
                    <a:pt x="3466" y="8632"/>
                  </a:moveTo>
                  <a:lnTo>
                    <a:pt x="4064" y="9231"/>
                  </a:lnTo>
                  <a:lnTo>
                    <a:pt x="1607" y="11688"/>
                  </a:lnTo>
                  <a:lnTo>
                    <a:pt x="1008" y="11090"/>
                  </a:lnTo>
                  <a:lnTo>
                    <a:pt x="3466" y="8632"/>
                  </a:lnTo>
                  <a:close/>
                  <a:moveTo>
                    <a:pt x="8172" y="0"/>
                  </a:moveTo>
                  <a:cubicBezTo>
                    <a:pt x="7010" y="0"/>
                    <a:pt x="5844" y="441"/>
                    <a:pt x="4946" y="1323"/>
                  </a:cubicBezTo>
                  <a:cubicBezTo>
                    <a:pt x="3277" y="3024"/>
                    <a:pt x="3182" y="5671"/>
                    <a:pt x="4694" y="7467"/>
                  </a:cubicBezTo>
                  <a:lnTo>
                    <a:pt x="4096" y="8065"/>
                  </a:lnTo>
                  <a:lnTo>
                    <a:pt x="3214" y="7183"/>
                  </a:lnTo>
                  <a:cubicBezTo>
                    <a:pt x="3151" y="7104"/>
                    <a:pt x="3048" y="7065"/>
                    <a:pt x="2942" y="7065"/>
                  </a:cubicBezTo>
                  <a:cubicBezTo>
                    <a:pt x="2836" y="7065"/>
                    <a:pt x="2725" y="7104"/>
                    <a:pt x="2646" y="7183"/>
                  </a:cubicBezTo>
                  <a:cubicBezTo>
                    <a:pt x="2489" y="7341"/>
                    <a:pt x="2489" y="7624"/>
                    <a:pt x="2646" y="7782"/>
                  </a:cubicBezTo>
                  <a:lnTo>
                    <a:pt x="2899" y="8065"/>
                  </a:lnTo>
                  <a:lnTo>
                    <a:pt x="158" y="10806"/>
                  </a:lnTo>
                  <a:cubicBezTo>
                    <a:pt x="0" y="10964"/>
                    <a:pt x="0" y="11247"/>
                    <a:pt x="158" y="11405"/>
                  </a:cubicBezTo>
                  <a:lnTo>
                    <a:pt x="1292" y="12539"/>
                  </a:lnTo>
                  <a:cubicBezTo>
                    <a:pt x="1371" y="12618"/>
                    <a:pt x="1481" y="12657"/>
                    <a:pt x="1591" y="12657"/>
                  </a:cubicBezTo>
                  <a:cubicBezTo>
                    <a:pt x="1701" y="12657"/>
                    <a:pt x="1812" y="12618"/>
                    <a:pt x="1890" y="12539"/>
                  </a:cubicBezTo>
                  <a:lnTo>
                    <a:pt x="4631" y="9798"/>
                  </a:lnTo>
                  <a:lnTo>
                    <a:pt x="4915" y="10050"/>
                  </a:lnTo>
                  <a:cubicBezTo>
                    <a:pt x="4994" y="10129"/>
                    <a:pt x="5104" y="10168"/>
                    <a:pt x="5214" y="10168"/>
                  </a:cubicBezTo>
                  <a:cubicBezTo>
                    <a:pt x="5324" y="10168"/>
                    <a:pt x="5435" y="10129"/>
                    <a:pt x="5513" y="10050"/>
                  </a:cubicBezTo>
                  <a:cubicBezTo>
                    <a:pt x="5671" y="9893"/>
                    <a:pt x="5671" y="9640"/>
                    <a:pt x="5513" y="9483"/>
                  </a:cubicBezTo>
                  <a:lnTo>
                    <a:pt x="4631" y="8601"/>
                  </a:lnTo>
                  <a:lnTo>
                    <a:pt x="5230" y="8034"/>
                  </a:lnTo>
                  <a:cubicBezTo>
                    <a:pt x="6059" y="8730"/>
                    <a:pt x="7090" y="9078"/>
                    <a:pt x="8127" y="9078"/>
                  </a:cubicBezTo>
                  <a:cubicBezTo>
                    <a:pt x="9296" y="9078"/>
                    <a:pt x="10472" y="8635"/>
                    <a:pt x="11373" y="7750"/>
                  </a:cubicBezTo>
                  <a:cubicBezTo>
                    <a:pt x="13138" y="5986"/>
                    <a:pt x="13138" y="3087"/>
                    <a:pt x="11373" y="1323"/>
                  </a:cubicBezTo>
                  <a:cubicBezTo>
                    <a:pt x="10491" y="441"/>
                    <a:pt x="9333" y="0"/>
                    <a:pt x="81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599" name="Google Shape;14599;p83"/>
            <p:cNvSpPr/>
            <p:nvPr/>
          </p:nvSpPr>
          <p:spPr>
            <a:xfrm>
              <a:off x="-63524775" y="1955275"/>
              <a:ext cx="123675" cy="134700"/>
            </a:xfrm>
            <a:custGeom>
              <a:avLst/>
              <a:gdLst/>
              <a:ahLst/>
              <a:cxnLst/>
              <a:rect l="l" t="t" r="r" b="b"/>
              <a:pathLst>
                <a:path w="4947" h="5388" extrusionOk="0">
                  <a:moveTo>
                    <a:pt x="2458" y="882"/>
                  </a:moveTo>
                  <a:cubicBezTo>
                    <a:pt x="2930" y="882"/>
                    <a:pt x="3308" y="1229"/>
                    <a:pt x="3308" y="1702"/>
                  </a:cubicBezTo>
                  <a:cubicBezTo>
                    <a:pt x="3308" y="2174"/>
                    <a:pt x="2962" y="2521"/>
                    <a:pt x="2458" y="2521"/>
                  </a:cubicBezTo>
                  <a:cubicBezTo>
                    <a:pt x="1985" y="2521"/>
                    <a:pt x="1639" y="2174"/>
                    <a:pt x="1639" y="1702"/>
                  </a:cubicBezTo>
                  <a:cubicBezTo>
                    <a:pt x="1639" y="1229"/>
                    <a:pt x="2048" y="882"/>
                    <a:pt x="2458" y="882"/>
                  </a:cubicBezTo>
                  <a:close/>
                  <a:moveTo>
                    <a:pt x="2458" y="3340"/>
                  </a:moveTo>
                  <a:cubicBezTo>
                    <a:pt x="3245" y="3340"/>
                    <a:pt x="3876" y="3875"/>
                    <a:pt x="4096" y="4600"/>
                  </a:cubicBezTo>
                  <a:lnTo>
                    <a:pt x="883" y="4600"/>
                  </a:lnTo>
                  <a:cubicBezTo>
                    <a:pt x="1040" y="3875"/>
                    <a:pt x="1733" y="3340"/>
                    <a:pt x="2458" y="3340"/>
                  </a:cubicBezTo>
                  <a:close/>
                  <a:moveTo>
                    <a:pt x="2458" y="0"/>
                  </a:moveTo>
                  <a:cubicBezTo>
                    <a:pt x="1576" y="0"/>
                    <a:pt x="820" y="756"/>
                    <a:pt x="820" y="1670"/>
                  </a:cubicBezTo>
                  <a:cubicBezTo>
                    <a:pt x="820" y="2080"/>
                    <a:pt x="977" y="2489"/>
                    <a:pt x="1292" y="2804"/>
                  </a:cubicBezTo>
                  <a:cubicBezTo>
                    <a:pt x="536" y="3245"/>
                    <a:pt x="0" y="4033"/>
                    <a:pt x="0" y="4978"/>
                  </a:cubicBezTo>
                  <a:cubicBezTo>
                    <a:pt x="0" y="5230"/>
                    <a:pt x="189" y="5388"/>
                    <a:pt x="410" y="5388"/>
                  </a:cubicBezTo>
                  <a:lnTo>
                    <a:pt x="4569" y="5388"/>
                  </a:lnTo>
                  <a:cubicBezTo>
                    <a:pt x="4789" y="5388"/>
                    <a:pt x="4947" y="5199"/>
                    <a:pt x="4947" y="4978"/>
                  </a:cubicBezTo>
                  <a:cubicBezTo>
                    <a:pt x="4947" y="4033"/>
                    <a:pt x="4443" y="3245"/>
                    <a:pt x="3655" y="2804"/>
                  </a:cubicBezTo>
                  <a:cubicBezTo>
                    <a:pt x="3939" y="2489"/>
                    <a:pt x="4128" y="2080"/>
                    <a:pt x="4128" y="1670"/>
                  </a:cubicBezTo>
                  <a:cubicBezTo>
                    <a:pt x="4128" y="756"/>
                    <a:pt x="3371"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600" name="Google Shape;14600;p83"/>
          <p:cNvGrpSpPr/>
          <p:nvPr/>
        </p:nvGrpSpPr>
        <p:grpSpPr>
          <a:xfrm>
            <a:off x="2626814" y="1793065"/>
            <a:ext cx="369913" cy="368554"/>
            <a:chOff x="-63666550" y="2278975"/>
            <a:chExt cx="319800" cy="318625"/>
          </a:xfrm>
        </p:grpSpPr>
        <p:sp>
          <p:nvSpPr>
            <p:cNvPr id="14601" name="Google Shape;14601;p83"/>
            <p:cNvSpPr/>
            <p:nvPr/>
          </p:nvSpPr>
          <p:spPr>
            <a:xfrm>
              <a:off x="-63481450" y="2309700"/>
              <a:ext cx="62225" cy="146525"/>
            </a:xfrm>
            <a:custGeom>
              <a:avLst/>
              <a:gdLst/>
              <a:ahLst/>
              <a:cxnLst/>
              <a:rect l="l" t="t" r="r" b="b"/>
              <a:pathLst>
                <a:path w="2489" h="5861" extrusionOk="0">
                  <a:moveTo>
                    <a:pt x="1229" y="0"/>
                  </a:moveTo>
                  <a:cubicBezTo>
                    <a:pt x="977" y="0"/>
                    <a:pt x="819" y="189"/>
                    <a:pt x="819" y="441"/>
                  </a:cubicBezTo>
                  <a:lnTo>
                    <a:pt x="819" y="694"/>
                  </a:lnTo>
                  <a:cubicBezTo>
                    <a:pt x="347" y="883"/>
                    <a:pt x="0" y="1324"/>
                    <a:pt x="0" y="1891"/>
                  </a:cubicBezTo>
                  <a:cubicBezTo>
                    <a:pt x="0" y="2552"/>
                    <a:pt x="536" y="2962"/>
                    <a:pt x="977" y="3277"/>
                  </a:cubicBezTo>
                  <a:cubicBezTo>
                    <a:pt x="1292" y="3497"/>
                    <a:pt x="1638" y="3749"/>
                    <a:pt x="1638" y="3970"/>
                  </a:cubicBezTo>
                  <a:cubicBezTo>
                    <a:pt x="1607" y="4254"/>
                    <a:pt x="1418" y="4411"/>
                    <a:pt x="1197" y="4411"/>
                  </a:cubicBezTo>
                  <a:cubicBezTo>
                    <a:pt x="977" y="4411"/>
                    <a:pt x="819" y="4222"/>
                    <a:pt x="819" y="3970"/>
                  </a:cubicBezTo>
                  <a:cubicBezTo>
                    <a:pt x="819" y="3749"/>
                    <a:pt x="630" y="3560"/>
                    <a:pt x="410" y="3560"/>
                  </a:cubicBezTo>
                  <a:cubicBezTo>
                    <a:pt x="189" y="3560"/>
                    <a:pt x="0" y="3749"/>
                    <a:pt x="0" y="3970"/>
                  </a:cubicBezTo>
                  <a:cubicBezTo>
                    <a:pt x="0" y="4537"/>
                    <a:pt x="347" y="4978"/>
                    <a:pt x="819" y="5167"/>
                  </a:cubicBezTo>
                  <a:lnTo>
                    <a:pt x="819" y="5419"/>
                  </a:lnTo>
                  <a:cubicBezTo>
                    <a:pt x="819" y="5671"/>
                    <a:pt x="1008" y="5860"/>
                    <a:pt x="1197" y="5860"/>
                  </a:cubicBezTo>
                  <a:cubicBezTo>
                    <a:pt x="1449" y="5860"/>
                    <a:pt x="1638" y="5671"/>
                    <a:pt x="1638" y="5419"/>
                  </a:cubicBezTo>
                  <a:lnTo>
                    <a:pt x="1638" y="5167"/>
                  </a:lnTo>
                  <a:cubicBezTo>
                    <a:pt x="2111" y="5010"/>
                    <a:pt x="2489" y="4537"/>
                    <a:pt x="2489" y="3970"/>
                  </a:cubicBezTo>
                  <a:cubicBezTo>
                    <a:pt x="2489" y="3308"/>
                    <a:pt x="1922" y="2930"/>
                    <a:pt x="1481" y="2615"/>
                  </a:cubicBezTo>
                  <a:cubicBezTo>
                    <a:pt x="1166" y="2363"/>
                    <a:pt x="819" y="2143"/>
                    <a:pt x="819" y="1891"/>
                  </a:cubicBezTo>
                  <a:cubicBezTo>
                    <a:pt x="819" y="1670"/>
                    <a:pt x="1008" y="1450"/>
                    <a:pt x="1229" y="1450"/>
                  </a:cubicBezTo>
                  <a:cubicBezTo>
                    <a:pt x="1449" y="1450"/>
                    <a:pt x="1638" y="1670"/>
                    <a:pt x="1638" y="1891"/>
                  </a:cubicBezTo>
                  <a:cubicBezTo>
                    <a:pt x="1638" y="2111"/>
                    <a:pt x="1859" y="2332"/>
                    <a:pt x="2048" y="2332"/>
                  </a:cubicBezTo>
                  <a:cubicBezTo>
                    <a:pt x="2269" y="2332"/>
                    <a:pt x="2489" y="2111"/>
                    <a:pt x="2489" y="1891"/>
                  </a:cubicBezTo>
                  <a:cubicBezTo>
                    <a:pt x="2489" y="1324"/>
                    <a:pt x="2111" y="914"/>
                    <a:pt x="1638" y="694"/>
                  </a:cubicBezTo>
                  <a:lnTo>
                    <a:pt x="1638" y="441"/>
                  </a:lnTo>
                  <a:cubicBezTo>
                    <a:pt x="1638" y="189"/>
                    <a:pt x="1449" y="0"/>
                    <a:pt x="12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602" name="Google Shape;14602;p83"/>
            <p:cNvSpPr/>
            <p:nvPr/>
          </p:nvSpPr>
          <p:spPr>
            <a:xfrm>
              <a:off x="-63666550" y="2278975"/>
              <a:ext cx="319800" cy="318625"/>
            </a:xfrm>
            <a:custGeom>
              <a:avLst/>
              <a:gdLst/>
              <a:ahLst/>
              <a:cxnLst/>
              <a:rect l="l" t="t" r="r" b="b"/>
              <a:pathLst>
                <a:path w="12792" h="12745" extrusionOk="0">
                  <a:moveTo>
                    <a:pt x="8601" y="914"/>
                  </a:moveTo>
                  <a:cubicBezTo>
                    <a:pt x="10429" y="914"/>
                    <a:pt x="11909" y="2427"/>
                    <a:pt x="11909" y="4222"/>
                  </a:cubicBezTo>
                  <a:cubicBezTo>
                    <a:pt x="11909" y="6050"/>
                    <a:pt x="10429" y="7530"/>
                    <a:pt x="8601" y="7530"/>
                  </a:cubicBezTo>
                  <a:cubicBezTo>
                    <a:pt x="7971" y="7530"/>
                    <a:pt x="7404" y="7373"/>
                    <a:pt x="6869" y="7026"/>
                  </a:cubicBezTo>
                  <a:lnTo>
                    <a:pt x="7089" y="6270"/>
                  </a:lnTo>
                  <a:cubicBezTo>
                    <a:pt x="7144" y="5997"/>
                    <a:pt x="6938" y="5748"/>
                    <a:pt x="6677" y="5748"/>
                  </a:cubicBezTo>
                  <a:cubicBezTo>
                    <a:pt x="6637" y="5748"/>
                    <a:pt x="6596" y="5754"/>
                    <a:pt x="6554" y="5766"/>
                  </a:cubicBezTo>
                  <a:lnTo>
                    <a:pt x="5829" y="5955"/>
                  </a:lnTo>
                  <a:cubicBezTo>
                    <a:pt x="5514" y="5451"/>
                    <a:pt x="5293" y="4852"/>
                    <a:pt x="5293" y="4222"/>
                  </a:cubicBezTo>
                  <a:cubicBezTo>
                    <a:pt x="5293" y="2364"/>
                    <a:pt x="6774" y="914"/>
                    <a:pt x="8601" y="914"/>
                  </a:cubicBezTo>
                  <a:close/>
                  <a:moveTo>
                    <a:pt x="6050" y="6711"/>
                  </a:moveTo>
                  <a:lnTo>
                    <a:pt x="5041" y="10303"/>
                  </a:lnTo>
                  <a:lnTo>
                    <a:pt x="4789" y="9421"/>
                  </a:lnTo>
                  <a:cubicBezTo>
                    <a:pt x="4749" y="9221"/>
                    <a:pt x="4571" y="9098"/>
                    <a:pt x="4389" y="9098"/>
                  </a:cubicBezTo>
                  <a:cubicBezTo>
                    <a:pt x="4284" y="9098"/>
                    <a:pt x="4177" y="9139"/>
                    <a:pt x="4096" y="9232"/>
                  </a:cubicBezTo>
                  <a:lnTo>
                    <a:pt x="1418" y="11910"/>
                  </a:lnTo>
                  <a:lnTo>
                    <a:pt x="820" y="11311"/>
                  </a:lnTo>
                  <a:lnTo>
                    <a:pt x="3529" y="8665"/>
                  </a:lnTo>
                  <a:cubicBezTo>
                    <a:pt x="3781" y="8444"/>
                    <a:pt x="3655" y="8034"/>
                    <a:pt x="3340" y="7971"/>
                  </a:cubicBezTo>
                  <a:lnTo>
                    <a:pt x="2458" y="7719"/>
                  </a:lnTo>
                  <a:lnTo>
                    <a:pt x="6050" y="6711"/>
                  </a:lnTo>
                  <a:close/>
                  <a:moveTo>
                    <a:pt x="8664" y="1"/>
                  </a:moveTo>
                  <a:cubicBezTo>
                    <a:pt x="6365" y="1"/>
                    <a:pt x="4506" y="1860"/>
                    <a:pt x="4506" y="4159"/>
                  </a:cubicBezTo>
                  <a:cubicBezTo>
                    <a:pt x="4506" y="4852"/>
                    <a:pt x="4663" y="5514"/>
                    <a:pt x="5041" y="6113"/>
                  </a:cubicBezTo>
                  <a:lnTo>
                    <a:pt x="820" y="7341"/>
                  </a:lnTo>
                  <a:cubicBezTo>
                    <a:pt x="631" y="7373"/>
                    <a:pt x="505" y="7562"/>
                    <a:pt x="505" y="7719"/>
                  </a:cubicBezTo>
                  <a:cubicBezTo>
                    <a:pt x="505" y="7940"/>
                    <a:pt x="631" y="8097"/>
                    <a:pt x="820" y="8129"/>
                  </a:cubicBezTo>
                  <a:lnTo>
                    <a:pt x="2458" y="8570"/>
                  </a:lnTo>
                  <a:lnTo>
                    <a:pt x="316" y="10712"/>
                  </a:lnTo>
                  <a:cubicBezTo>
                    <a:pt x="1" y="11027"/>
                    <a:pt x="1" y="11563"/>
                    <a:pt x="316" y="11910"/>
                  </a:cubicBezTo>
                  <a:lnTo>
                    <a:pt x="883" y="12508"/>
                  </a:lnTo>
                  <a:cubicBezTo>
                    <a:pt x="1040" y="12666"/>
                    <a:pt x="1253" y="12744"/>
                    <a:pt x="1469" y="12744"/>
                  </a:cubicBezTo>
                  <a:cubicBezTo>
                    <a:pt x="1686" y="12744"/>
                    <a:pt x="1907" y="12666"/>
                    <a:pt x="2080" y="12508"/>
                  </a:cubicBezTo>
                  <a:lnTo>
                    <a:pt x="4254" y="10334"/>
                  </a:lnTo>
                  <a:lnTo>
                    <a:pt x="4663" y="11973"/>
                  </a:lnTo>
                  <a:cubicBezTo>
                    <a:pt x="4727" y="12181"/>
                    <a:pt x="4906" y="12292"/>
                    <a:pt x="5078" y="12292"/>
                  </a:cubicBezTo>
                  <a:cubicBezTo>
                    <a:pt x="5244" y="12292"/>
                    <a:pt x="5405" y="12189"/>
                    <a:pt x="5451" y="11973"/>
                  </a:cubicBezTo>
                  <a:lnTo>
                    <a:pt x="6680" y="7782"/>
                  </a:lnTo>
                  <a:cubicBezTo>
                    <a:pt x="7278" y="8097"/>
                    <a:pt x="7940" y="8286"/>
                    <a:pt x="8664" y="8286"/>
                  </a:cubicBezTo>
                  <a:cubicBezTo>
                    <a:pt x="10933" y="8286"/>
                    <a:pt x="12792" y="6428"/>
                    <a:pt x="12792" y="4159"/>
                  </a:cubicBezTo>
                  <a:cubicBezTo>
                    <a:pt x="12792" y="1860"/>
                    <a:pt x="10933" y="1"/>
                    <a:pt x="86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603" name="Google Shape;14603;p83"/>
          <p:cNvGrpSpPr/>
          <p:nvPr/>
        </p:nvGrpSpPr>
        <p:grpSpPr>
          <a:xfrm>
            <a:off x="2624081" y="2259090"/>
            <a:ext cx="375378" cy="367397"/>
            <a:chOff x="-63669700" y="2646600"/>
            <a:chExt cx="324525" cy="317625"/>
          </a:xfrm>
        </p:grpSpPr>
        <p:sp>
          <p:nvSpPr>
            <p:cNvPr id="14604" name="Google Shape;14604;p83"/>
            <p:cNvSpPr/>
            <p:nvPr/>
          </p:nvSpPr>
          <p:spPr>
            <a:xfrm>
              <a:off x="-63669700" y="2646600"/>
              <a:ext cx="324525" cy="317550"/>
            </a:xfrm>
            <a:custGeom>
              <a:avLst/>
              <a:gdLst/>
              <a:ahLst/>
              <a:cxnLst/>
              <a:rect l="l" t="t" r="r" b="b"/>
              <a:pathLst>
                <a:path w="12981" h="12702" extrusionOk="0">
                  <a:moveTo>
                    <a:pt x="6947" y="867"/>
                  </a:moveTo>
                  <a:cubicBezTo>
                    <a:pt x="7058" y="867"/>
                    <a:pt x="7168" y="906"/>
                    <a:pt x="7247" y="985"/>
                  </a:cubicBezTo>
                  <a:cubicBezTo>
                    <a:pt x="7404" y="1143"/>
                    <a:pt x="7404" y="1426"/>
                    <a:pt x="7247" y="1584"/>
                  </a:cubicBezTo>
                  <a:lnTo>
                    <a:pt x="5199" y="3632"/>
                  </a:lnTo>
                  <a:cubicBezTo>
                    <a:pt x="5120" y="3710"/>
                    <a:pt x="5010" y="3750"/>
                    <a:pt x="4900" y="3750"/>
                  </a:cubicBezTo>
                  <a:cubicBezTo>
                    <a:pt x="4789" y="3750"/>
                    <a:pt x="4679" y="3710"/>
                    <a:pt x="4600" y="3632"/>
                  </a:cubicBezTo>
                  <a:cubicBezTo>
                    <a:pt x="4443" y="3474"/>
                    <a:pt x="4443" y="3190"/>
                    <a:pt x="4600" y="3033"/>
                  </a:cubicBezTo>
                  <a:lnTo>
                    <a:pt x="6648" y="985"/>
                  </a:lnTo>
                  <a:cubicBezTo>
                    <a:pt x="6727" y="906"/>
                    <a:pt x="6837" y="867"/>
                    <a:pt x="6947" y="867"/>
                  </a:cubicBezTo>
                  <a:close/>
                  <a:moveTo>
                    <a:pt x="7530" y="2434"/>
                  </a:moveTo>
                  <a:lnTo>
                    <a:pt x="10429" y="5364"/>
                  </a:lnTo>
                  <a:lnTo>
                    <a:pt x="8979" y="6814"/>
                  </a:lnTo>
                  <a:lnTo>
                    <a:pt x="6050" y="3884"/>
                  </a:lnTo>
                  <a:lnTo>
                    <a:pt x="7530" y="2434"/>
                  </a:lnTo>
                  <a:close/>
                  <a:moveTo>
                    <a:pt x="6648" y="5679"/>
                  </a:moveTo>
                  <a:lnTo>
                    <a:pt x="7247" y="6246"/>
                  </a:lnTo>
                  <a:lnTo>
                    <a:pt x="5482" y="8042"/>
                  </a:lnTo>
                  <a:lnTo>
                    <a:pt x="4884" y="7444"/>
                  </a:lnTo>
                  <a:lnTo>
                    <a:pt x="6648" y="5679"/>
                  </a:lnTo>
                  <a:close/>
                  <a:moveTo>
                    <a:pt x="11642" y="5561"/>
                  </a:moveTo>
                  <a:cubicBezTo>
                    <a:pt x="11752" y="5561"/>
                    <a:pt x="11862" y="5601"/>
                    <a:pt x="11941" y="5679"/>
                  </a:cubicBezTo>
                  <a:cubicBezTo>
                    <a:pt x="12098" y="5837"/>
                    <a:pt x="12098" y="6089"/>
                    <a:pt x="11941" y="6246"/>
                  </a:cubicBezTo>
                  <a:lnTo>
                    <a:pt x="9893" y="8294"/>
                  </a:lnTo>
                  <a:cubicBezTo>
                    <a:pt x="9814" y="8373"/>
                    <a:pt x="9704" y="8412"/>
                    <a:pt x="9594" y="8412"/>
                  </a:cubicBezTo>
                  <a:cubicBezTo>
                    <a:pt x="9484" y="8412"/>
                    <a:pt x="9373" y="8373"/>
                    <a:pt x="9295" y="8294"/>
                  </a:cubicBezTo>
                  <a:cubicBezTo>
                    <a:pt x="9137" y="8137"/>
                    <a:pt x="9137" y="7885"/>
                    <a:pt x="9295" y="7727"/>
                  </a:cubicBezTo>
                  <a:lnTo>
                    <a:pt x="11342" y="5679"/>
                  </a:lnTo>
                  <a:cubicBezTo>
                    <a:pt x="11421" y="5601"/>
                    <a:pt x="11531" y="5561"/>
                    <a:pt x="11642" y="5561"/>
                  </a:cubicBezTo>
                  <a:close/>
                  <a:moveTo>
                    <a:pt x="4065" y="7664"/>
                  </a:moveTo>
                  <a:lnTo>
                    <a:pt x="5230" y="8861"/>
                  </a:lnTo>
                  <a:lnTo>
                    <a:pt x="2426" y="11665"/>
                  </a:lnTo>
                  <a:cubicBezTo>
                    <a:pt x="2269" y="11823"/>
                    <a:pt x="2064" y="11902"/>
                    <a:pt x="1855" y="11902"/>
                  </a:cubicBezTo>
                  <a:cubicBezTo>
                    <a:pt x="1647" y="11902"/>
                    <a:pt x="1434" y="11823"/>
                    <a:pt x="1261" y="11665"/>
                  </a:cubicBezTo>
                  <a:cubicBezTo>
                    <a:pt x="914" y="11350"/>
                    <a:pt x="914" y="10783"/>
                    <a:pt x="1261" y="10468"/>
                  </a:cubicBezTo>
                  <a:lnTo>
                    <a:pt x="4065" y="7664"/>
                  </a:lnTo>
                  <a:close/>
                  <a:moveTo>
                    <a:pt x="6971" y="1"/>
                  </a:moveTo>
                  <a:cubicBezTo>
                    <a:pt x="6648" y="1"/>
                    <a:pt x="6317" y="119"/>
                    <a:pt x="6050" y="355"/>
                  </a:cubicBezTo>
                  <a:lnTo>
                    <a:pt x="4002" y="2403"/>
                  </a:lnTo>
                  <a:cubicBezTo>
                    <a:pt x="3529" y="2875"/>
                    <a:pt x="3529" y="3663"/>
                    <a:pt x="4002" y="4167"/>
                  </a:cubicBezTo>
                  <a:cubicBezTo>
                    <a:pt x="4258" y="4424"/>
                    <a:pt x="4564" y="4544"/>
                    <a:pt x="4874" y="4544"/>
                  </a:cubicBezTo>
                  <a:cubicBezTo>
                    <a:pt x="5058" y="4544"/>
                    <a:pt x="5243" y="4501"/>
                    <a:pt x="5419" y="4419"/>
                  </a:cubicBezTo>
                  <a:lnTo>
                    <a:pt x="6081" y="5018"/>
                  </a:lnTo>
                  <a:lnTo>
                    <a:pt x="4285" y="6814"/>
                  </a:lnTo>
                  <a:cubicBezTo>
                    <a:pt x="4206" y="6735"/>
                    <a:pt x="4096" y="6695"/>
                    <a:pt x="3990" y="6695"/>
                  </a:cubicBezTo>
                  <a:cubicBezTo>
                    <a:pt x="3884" y="6695"/>
                    <a:pt x="3781" y="6735"/>
                    <a:pt x="3718" y="6814"/>
                  </a:cubicBezTo>
                  <a:lnTo>
                    <a:pt x="631" y="9869"/>
                  </a:lnTo>
                  <a:cubicBezTo>
                    <a:pt x="1" y="10500"/>
                    <a:pt x="1" y="11571"/>
                    <a:pt x="631" y="12201"/>
                  </a:cubicBezTo>
                  <a:cubicBezTo>
                    <a:pt x="965" y="12536"/>
                    <a:pt x="1405" y="12701"/>
                    <a:pt x="1840" y="12701"/>
                  </a:cubicBezTo>
                  <a:cubicBezTo>
                    <a:pt x="2264" y="12701"/>
                    <a:pt x="2682" y="12544"/>
                    <a:pt x="2994" y="12232"/>
                  </a:cubicBezTo>
                  <a:lnTo>
                    <a:pt x="6050" y="9176"/>
                  </a:lnTo>
                  <a:cubicBezTo>
                    <a:pt x="6207" y="9019"/>
                    <a:pt x="6207" y="8735"/>
                    <a:pt x="6050" y="8578"/>
                  </a:cubicBezTo>
                  <a:lnTo>
                    <a:pt x="7845" y="6814"/>
                  </a:lnTo>
                  <a:lnTo>
                    <a:pt x="8475" y="7444"/>
                  </a:lnTo>
                  <a:cubicBezTo>
                    <a:pt x="8255" y="7853"/>
                    <a:pt x="8318" y="8452"/>
                    <a:pt x="8696" y="8861"/>
                  </a:cubicBezTo>
                  <a:cubicBezTo>
                    <a:pt x="8932" y="9098"/>
                    <a:pt x="9247" y="9216"/>
                    <a:pt x="9566" y="9216"/>
                  </a:cubicBezTo>
                  <a:cubicBezTo>
                    <a:pt x="9885" y="9216"/>
                    <a:pt x="10208" y="9098"/>
                    <a:pt x="10460" y="8861"/>
                  </a:cubicBezTo>
                  <a:lnTo>
                    <a:pt x="12508" y="6814"/>
                  </a:lnTo>
                  <a:cubicBezTo>
                    <a:pt x="12981" y="6341"/>
                    <a:pt x="12981" y="5553"/>
                    <a:pt x="12508" y="5018"/>
                  </a:cubicBezTo>
                  <a:cubicBezTo>
                    <a:pt x="12274" y="4784"/>
                    <a:pt x="11979" y="4670"/>
                    <a:pt x="11669" y="4670"/>
                  </a:cubicBezTo>
                  <a:cubicBezTo>
                    <a:pt x="11479" y="4670"/>
                    <a:pt x="11282" y="4713"/>
                    <a:pt x="11090" y="4797"/>
                  </a:cubicBezTo>
                  <a:lnTo>
                    <a:pt x="8066" y="1773"/>
                  </a:lnTo>
                  <a:cubicBezTo>
                    <a:pt x="8255" y="1332"/>
                    <a:pt x="8223" y="733"/>
                    <a:pt x="7845" y="355"/>
                  </a:cubicBezTo>
                  <a:cubicBezTo>
                    <a:pt x="7609" y="119"/>
                    <a:pt x="7294" y="1"/>
                    <a:pt x="69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605" name="Google Shape;14605;p83"/>
            <p:cNvSpPr/>
            <p:nvPr/>
          </p:nvSpPr>
          <p:spPr>
            <a:xfrm>
              <a:off x="-63532650" y="2901200"/>
              <a:ext cx="185900" cy="63025"/>
            </a:xfrm>
            <a:custGeom>
              <a:avLst/>
              <a:gdLst/>
              <a:ahLst/>
              <a:cxnLst/>
              <a:rect l="l" t="t" r="r" b="b"/>
              <a:pathLst>
                <a:path w="7436" h="2521" extrusionOk="0">
                  <a:moveTo>
                    <a:pt x="5356" y="851"/>
                  </a:moveTo>
                  <a:cubicBezTo>
                    <a:pt x="5577" y="851"/>
                    <a:pt x="5734" y="1040"/>
                    <a:pt x="5734" y="1261"/>
                  </a:cubicBezTo>
                  <a:lnTo>
                    <a:pt x="5734" y="1702"/>
                  </a:lnTo>
                  <a:lnTo>
                    <a:pt x="1607" y="1702"/>
                  </a:lnTo>
                  <a:lnTo>
                    <a:pt x="1607" y="1261"/>
                  </a:lnTo>
                  <a:cubicBezTo>
                    <a:pt x="1607" y="1040"/>
                    <a:pt x="1796" y="851"/>
                    <a:pt x="2048" y="851"/>
                  </a:cubicBezTo>
                  <a:close/>
                  <a:moveTo>
                    <a:pt x="2048" y="1"/>
                  </a:moveTo>
                  <a:cubicBezTo>
                    <a:pt x="1355" y="1"/>
                    <a:pt x="788" y="568"/>
                    <a:pt x="788" y="1261"/>
                  </a:cubicBezTo>
                  <a:lnTo>
                    <a:pt x="788" y="1702"/>
                  </a:lnTo>
                  <a:lnTo>
                    <a:pt x="378" y="1702"/>
                  </a:lnTo>
                  <a:cubicBezTo>
                    <a:pt x="158" y="1702"/>
                    <a:pt x="0" y="1891"/>
                    <a:pt x="0" y="2111"/>
                  </a:cubicBezTo>
                  <a:cubicBezTo>
                    <a:pt x="0" y="2332"/>
                    <a:pt x="189" y="2521"/>
                    <a:pt x="378" y="2521"/>
                  </a:cubicBezTo>
                  <a:lnTo>
                    <a:pt x="6995" y="2521"/>
                  </a:lnTo>
                  <a:cubicBezTo>
                    <a:pt x="7247" y="2521"/>
                    <a:pt x="7436" y="2332"/>
                    <a:pt x="7436" y="2111"/>
                  </a:cubicBezTo>
                  <a:cubicBezTo>
                    <a:pt x="7404" y="1891"/>
                    <a:pt x="7184" y="1702"/>
                    <a:pt x="6963" y="1702"/>
                  </a:cubicBezTo>
                  <a:lnTo>
                    <a:pt x="6553" y="1702"/>
                  </a:lnTo>
                  <a:lnTo>
                    <a:pt x="6553" y="1261"/>
                  </a:lnTo>
                  <a:cubicBezTo>
                    <a:pt x="6553" y="599"/>
                    <a:pt x="6018" y="1"/>
                    <a:pt x="5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606" name="Google Shape;14606;p83"/>
          <p:cNvGrpSpPr/>
          <p:nvPr/>
        </p:nvGrpSpPr>
        <p:grpSpPr>
          <a:xfrm>
            <a:off x="1286361" y="2732418"/>
            <a:ext cx="366269" cy="366732"/>
            <a:chOff x="-61784125" y="1931250"/>
            <a:chExt cx="316650" cy="317050"/>
          </a:xfrm>
        </p:grpSpPr>
        <p:sp>
          <p:nvSpPr>
            <p:cNvPr id="14607" name="Google Shape;14607;p83"/>
            <p:cNvSpPr/>
            <p:nvPr/>
          </p:nvSpPr>
          <p:spPr>
            <a:xfrm>
              <a:off x="-61688025" y="1931250"/>
              <a:ext cx="124450" cy="134300"/>
            </a:xfrm>
            <a:custGeom>
              <a:avLst/>
              <a:gdLst/>
              <a:ahLst/>
              <a:cxnLst/>
              <a:rect l="l" t="t" r="r" b="b"/>
              <a:pathLst>
                <a:path w="4978" h="5372" extrusionOk="0">
                  <a:moveTo>
                    <a:pt x="2497" y="845"/>
                  </a:moveTo>
                  <a:cubicBezTo>
                    <a:pt x="2709" y="845"/>
                    <a:pt x="2922" y="922"/>
                    <a:pt x="3088" y="1087"/>
                  </a:cubicBezTo>
                  <a:cubicBezTo>
                    <a:pt x="3277" y="1276"/>
                    <a:pt x="3340" y="1591"/>
                    <a:pt x="3277" y="1906"/>
                  </a:cubicBezTo>
                  <a:cubicBezTo>
                    <a:pt x="3182" y="2190"/>
                    <a:pt x="2993" y="2410"/>
                    <a:pt x="2709" y="2442"/>
                  </a:cubicBezTo>
                  <a:cubicBezTo>
                    <a:pt x="2625" y="2467"/>
                    <a:pt x="2545" y="2479"/>
                    <a:pt x="2469" y="2479"/>
                  </a:cubicBezTo>
                  <a:cubicBezTo>
                    <a:pt x="2259" y="2479"/>
                    <a:pt x="2075" y="2391"/>
                    <a:pt x="1890" y="2253"/>
                  </a:cubicBezTo>
                  <a:cubicBezTo>
                    <a:pt x="1701" y="2032"/>
                    <a:pt x="1607" y="1717"/>
                    <a:pt x="1701" y="1434"/>
                  </a:cubicBezTo>
                  <a:cubicBezTo>
                    <a:pt x="1800" y="1059"/>
                    <a:pt x="2145" y="845"/>
                    <a:pt x="2497" y="845"/>
                  </a:cubicBezTo>
                  <a:close/>
                  <a:moveTo>
                    <a:pt x="2520" y="3324"/>
                  </a:moveTo>
                  <a:cubicBezTo>
                    <a:pt x="3277" y="3324"/>
                    <a:pt x="3907" y="3828"/>
                    <a:pt x="4096" y="4553"/>
                  </a:cubicBezTo>
                  <a:lnTo>
                    <a:pt x="914" y="4553"/>
                  </a:lnTo>
                  <a:cubicBezTo>
                    <a:pt x="1103" y="3828"/>
                    <a:pt x="1733" y="3324"/>
                    <a:pt x="2520" y="3324"/>
                  </a:cubicBezTo>
                  <a:close/>
                  <a:moveTo>
                    <a:pt x="2510" y="1"/>
                  </a:moveTo>
                  <a:cubicBezTo>
                    <a:pt x="1805" y="1"/>
                    <a:pt x="1113" y="455"/>
                    <a:pt x="914" y="1213"/>
                  </a:cubicBezTo>
                  <a:cubicBezTo>
                    <a:pt x="756" y="1780"/>
                    <a:pt x="914" y="2347"/>
                    <a:pt x="1292" y="2789"/>
                  </a:cubicBezTo>
                  <a:cubicBezTo>
                    <a:pt x="567" y="3198"/>
                    <a:pt x="0" y="3986"/>
                    <a:pt x="0" y="4931"/>
                  </a:cubicBezTo>
                  <a:cubicBezTo>
                    <a:pt x="0" y="5183"/>
                    <a:pt x="189" y="5372"/>
                    <a:pt x="441" y="5372"/>
                  </a:cubicBezTo>
                  <a:lnTo>
                    <a:pt x="4568" y="5372"/>
                  </a:lnTo>
                  <a:cubicBezTo>
                    <a:pt x="4820" y="5372"/>
                    <a:pt x="4978" y="5183"/>
                    <a:pt x="4978" y="4931"/>
                  </a:cubicBezTo>
                  <a:cubicBezTo>
                    <a:pt x="4978" y="3986"/>
                    <a:pt x="4442" y="3198"/>
                    <a:pt x="3718" y="2789"/>
                  </a:cubicBezTo>
                  <a:cubicBezTo>
                    <a:pt x="3907" y="2568"/>
                    <a:pt x="4033" y="2347"/>
                    <a:pt x="4096" y="2064"/>
                  </a:cubicBezTo>
                  <a:cubicBezTo>
                    <a:pt x="4253" y="1528"/>
                    <a:pt x="4096" y="930"/>
                    <a:pt x="3655" y="489"/>
                  </a:cubicBezTo>
                  <a:cubicBezTo>
                    <a:pt x="3331" y="153"/>
                    <a:pt x="2918" y="1"/>
                    <a:pt x="25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608" name="Google Shape;14608;p83"/>
            <p:cNvSpPr/>
            <p:nvPr/>
          </p:nvSpPr>
          <p:spPr>
            <a:xfrm>
              <a:off x="-61784125" y="2113325"/>
              <a:ext cx="124450" cy="134975"/>
            </a:xfrm>
            <a:custGeom>
              <a:avLst/>
              <a:gdLst/>
              <a:ahLst/>
              <a:cxnLst/>
              <a:rect l="l" t="t" r="r" b="b"/>
              <a:pathLst>
                <a:path w="4978" h="5399" extrusionOk="0">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7" y="2491"/>
                  </a:cubicBezTo>
                  <a:cubicBezTo>
                    <a:pt x="2261" y="2491"/>
                    <a:pt x="2058" y="2415"/>
                    <a:pt x="1891" y="2248"/>
                  </a:cubicBezTo>
                  <a:cubicBezTo>
                    <a:pt x="1670" y="2059"/>
                    <a:pt x="1607" y="1743"/>
                    <a:pt x="1670" y="1428"/>
                  </a:cubicBezTo>
                  <a:cubicBezTo>
                    <a:pt x="1770" y="1068"/>
                    <a:pt x="2124" y="848"/>
                    <a:pt x="2482" y="848"/>
                  </a:cubicBezTo>
                  <a:close/>
                  <a:moveTo>
                    <a:pt x="2458" y="3319"/>
                  </a:moveTo>
                  <a:cubicBezTo>
                    <a:pt x="3245" y="3319"/>
                    <a:pt x="3907" y="3854"/>
                    <a:pt x="4096" y="4547"/>
                  </a:cubicBezTo>
                  <a:lnTo>
                    <a:pt x="883" y="4547"/>
                  </a:lnTo>
                  <a:cubicBezTo>
                    <a:pt x="1040" y="3886"/>
                    <a:pt x="1733" y="3319"/>
                    <a:pt x="2458" y="3319"/>
                  </a:cubicBezTo>
                  <a:close/>
                  <a:moveTo>
                    <a:pt x="2509" y="1"/>
                  </a:moveTo>
                  <a:cubicBezTo>
                    <a:pt x="1812" y="1"/>
                    <a:pt x="1143" y="437"/>
                    <a:pt x="946" y="1208"/>
                  </a:cubicBezTo>
                  <a:cubicBezTo>
                    <a:pt x="788" y="1806"/>
                    <a:pt x="946" y="2342"/>
                    <a:pt x="1324" y="2783"/>
                  </a:cubicBezTo>
                  <a:cubicBezTo>
                    <a:pt x="568" y="3224"/>
                    <a:pt x="32" y="4012"/>
                    <a:pt x="32" y="4957"/>
                  </a:cubicBezTo>
                  <a:cubicBezTo>
                    <a:pt x="0" y="5209"/>
                    <a:pt x="189" y="5398"/>
                    <a:pt x="410" y="5398"/>
                  </a:cubicBezTo>
                  <a:lnTo>
                    <a:pt x="4569" y="5398"/>
                  </a:lnTo>
                  <a:cubicBezTo>
                    <a:pt x="4789" y="5398"/>
                    <a:pt x="4978" y="5209"/>
                    <a:pt x="4978" y="4988"/>
                  </a:cubicBezTo>
                  <a:cubicBezTo>
                    <a:pt x="4978" y="4043"/>
                    <a:pt x="4474" y="3256"/>
                    <a:pt x="3718" y="2815"/>
                  </a:cubicBezTo>
                  <a:cubicBezTo>
                    <a:pt x="3939" y="2626"/>
                    <a:pt x="4033" y="2374"/>
                    <a:pt x="4128" y="2090"/>
                  </a:cubicBezTo>
                  <a:cubicBezTo>
                    <a:pt x="4285" y="1523"/>
                    <a:pt x="4128" y="924"/>
                    <a:pt x="3687" y="483"/>
                  </a:cubicBezTo>
                  <a:cubicBezTo>
                    <a:pt x="3346" y="155"/>
                    <a:pt x="2923" y="1"/>
                    <a:pt x="25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609" name="Google Shape;14609;p83"/>
            <p:cNvSpPr/>
            <p:nvPr/>
          </p:nvSpPr>
          <p:spPr>
            <a:xfrm>
              <a:off x="-61591150" y="2113325"/>
              <a:ext cx="123675" cy="134175"/>
            </a:xfrm>
            <a:custGeom>
              <a:avLst/>
              <a:gdLst/>
              <a:ahLst/>
              <a:cxnLst/>
              <a:rect l="l" t="t" r="r" b="b"/>
              <a:pathLst>
                <a:path w="4947" h="5367" extrusionOk="0">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6" y="2491"/>
                  </a:cubicBezTo>
                  <a:cubicBezTo>
                    <a:pt x="2261" y="2491"/>
                    <a:pt x="2057" y="2415"/>
                    <a:pt x="1890" y="2248"/>
                  </a:cubicBezTo>
                  <a:cubicBezTo>
                    <a:pt x="1670" y="2059"/>
                    <a:pt x="1607" y="1743"/>
                    <a:pt x="1670" y="1428"/>
                  </a:cubicBezTo>
                  <a:cubicBezTo>
                    <a:pt x="1770" y="1068"/>
                    <a:pt x="2124" y="848"/>
                    <a:pt x="2482" y="848"/>
                  </a:cubicBezTo>
                  <a:close/>
                  <a:moveTo>
                    <a:pt x="2521" y="3382"/>
                  </a:moveTo>
                  <a:cubicBezTo>
                    <a:pt x="3308" y="3382"/>
                    <a:pt x="3938" y="3886"/>
                    <a:pt x="4127" y="4579"/>
                  </a:cubicBezTo>
                  <a:lnTo>
                    <a:pt x="882" y="4579"/>
                  </a:lnTo>
                  <a:cubicBezTo>
                    <a:pt x="1103" y="3886"/>
                    <a:pt x="1733" y="3382"/>
                    <a:pt x="2521" y="3382"/>
                  </a:cubicBezTo>
                  <a:close/>
                  <a:moveTo>
                    <a:pt x="2467" y="1"/>
                  </a:moveTo>
                  <a:cubicBezTo>
                    <a:pt x="1761" y="1"/>
                    <a:pt x="1080" y="437"/>
                    <a:pt x="882" y="1208"/>
                  </a:cubicBezTo>
                  <a:cubicBezTo>
                    <a:pt x="725" y="1806"/>
                    <a:pt x="882" y="2342"/>
                    <a:pt x="1292" y="2783"/>
                  </a:cubicBezTo>
                  <a:cubicBezTo>
                    <a:pt x="536" y="3224"/>
                    <a:pt x="0" y="4012"/>
                    <a:pt x="0" y="4957"/>
                  </a:cubicBezTo>
                  <a:cubicBezTo>
                    <a:pt x="0" y="5178"/>
                    <a:pt x="189" y="5367"/>
                    <a:pt x="378" y="5367"/>
                  </a:cubicBezTo>
                  <a:lnTo>
                    <a:pt x="4505" y="5367"/>
                  </a:lnTo>
                  <a:cubicBezTo>
                    <a:pt x="4757" y="5367"/>
                    <a:pt x="4946" y="5178"/>
                    <a:pt x="4946" y="4957"/>
                  </a:cubicBezTo>
                  <a:cubicBezTo>
                    <a:pt x="4946" y="4075"/>
                    <a:pt x="4442" y="3256"/>
                    <a:pt x="3686" y="2815"/>
                  </a:cubicBezTo>
                  <a:cubicBezTo>
                    <a:pt x="3875" y="2626"/>
                    <a:pt x="4001" y="2374"/>
                    <a:pt x="4096" y="2090"/>
                  </a:cubicBezTo>
                  <a:cubicBezTo>
                    <a:pt x="4253" y="1523"/>
                    <a:pt x="4096" y="924"/>
                    <a:pt x="3655" y="483"/>
                  </a:cubicBezTo>
                  <a:cubicBezTo>
                    <a:pt x="3314" y="155"/>
                    <a:pt x="2887" y="1"/>
                    <a:pt x="24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610" name="Google Shape;14610;p83"/>
            <p:cNvSpPr/>
            <p:nvPr/>
          </p:nvSpPr>
          <p:spPr>
            <a:xfrm>
              <a:off x="-61677800" y="2072225"/>
              <a:ext cx="106350" cy="62450"/>
            </a:xfrm>
            <a:custGeom>
              <a:avLst/>
              <a:gdLst/>
              <a:ahLst/>
              <a:cxnLst/>
              <a:rect l="l" t="t" r="r" b="b"/>
              <a:pathLst>
                <a:path w="4254" h="2498" extrusionOk="0">
                  <a:moveTo>
                    <a:pt x="2096" y="1"/>
                  </a:moveTo>
                  <a:cubicBezTo>
                    <a:pt x="1985" y="1"/>
                    <a:pt x="1875" y="48"/>
                    <a:pt x="1796" y="142"/>
                  </a:cubicBezTo>
                  <a:lnTo>
                    <a:pt x="158" y="1781"/>
                  </a:lnTo>
                  <a:cubicBezTo>
                    <a:pt x="1" y="1938"/>
                    <a:pt x="1" y="2222"/>
                    <a:pt x="158" y="2379"/>
                  </a:cubicBezTo>
                  <a:cubicBezTo>
                    <a:pt x="237" y="2458"/>
                    <a:pt x="339" y="2497"/>
                    <a:pt x="442" y="2497"/>
                  </a:cubicBezTo>
                  <a:cubicBezTo>
                    <a:pt x="544" y="2497"/>
                    <a:pt x="646" y="2458"/>
                    <a:pt x="725" y="2379"/>
                  </a:cubicBezTo>
                  <a:lnTo>
                    <a:pt x="2111" y="993"/>
                  </a:lnTo>
                  <a:lnTo>
                    <a:pt x="3498" y="2379"/>
                  </a:lnTo>
                  <a:cubicBezTo>
                    <a:pt x="3576" y="2458"/>
                    <a:pt x="3687" y="2497"/>
                    <a:pt x="3797" y="2497"/>
                  </a:cubicBezTo>
                  <a:cubicBezTo>
                    <a:pt x="3907" y="2497"/>
                    <a:pt x="4017" y="2458"/>
                    <a:pt x="4096" y="2379"/>
                  </a:cubicBezTo>
                  <a:cubicBezTo>
                    <a:pt x="4254" y="2222"/>
                    <a:pt x="4254" y="1938"/>
                    <a:pt x="4096" y="1781"/>
                  </a:cubicBezTo>
                  <a:lnTo>
                    <a:pt x="2395" y="142"/>
                  </a:lnTo>
                  <a:cubicBezTo>
                    <a:pt x="2316" y="48"/>
                    <a:pt x="2206" y="1"/>
                    <a:pt x="20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611" name="Google Shape;14611;p83"/>
          <p:cNvGrpSpPr/>
          <p:nvPr/>
        </p:nvGrpSpPr>
        <p:grpSpPr>
          <a:xfrm>
            <a:off x="1286360" y="3168665"/>
            <a:ext cx="366269" cy="366269"/>
            <a:chOff x="-61783350" y="2297100"/>
            <a:chExt cx="316650" cy="316650"/>
          </a:xfrm>
        </p:grpSpPr>
        <p:sp>
          <p:nvSpPr>
            <p:cNvPr id="14612" name="Google Shape;14612;p83"/>
            <p:cNvSpPr/>
            <p:nvPr/>
          </p:nvSpPr>
          <p:spPr>
            <a:xfrm>
              <a:off x="-61783350" y="2297100"/>
              <a:ext cx="316650" cy="316650"/>
            </a:xfrm>
            <a:custGeom>
              <a:avLst/>
              <a:gdLst/>
              <a:ahLst/>
              <a:cxnLst/>
              <a:rect l="l" t="t" r="r" b="b"/>
              <a:pathLst>
                <a:path w="12666" h="12666" extrusionOk="0">
                  <a:moveTo>
                    <a:pt x="379" y="0"/>
                  </a:moveTo>
                  <a:cubicBezTo>
                    <a:pt x="158" y="0"/>
                    <a:pt x="1" y="189"/>
                    <a:pt x="1" y="441"/>
                  </a:cubicBezTo>
                  <a:lnTo>
                    <a:pt x="1" y="12287"/>
                  </a:lnTo>
                  <a:cubicBezTo>
                    <a:pt x="1" y="12508"/>
                    <a:pt x="190" y="12665"/>
                    <a:pt x="379" y="12665"/>
                  </a:cubicBezTo>
                  <a:lnTo>
                    <a:pt x="12256" y="12665"/>
                  </a:lnTo>
                  <a:cubicBezTo>
                    <a:pt x="12477" y="12665"/>
                    <a:pt x="12666" y="12476"/>
                    <a:pt x="12666" y="12287"/>
                  </a:cubicBezTo>
                  <a:cubicBezTo>
                    <a:pt x="12634" y="12098"/>
                    <a:pt x="12477" y="11878"/>
                    <a:pt x="12256" y="11878"/>
                  </a:cubicBezTo>
                  <a:lnTo>
                    <a:pt x="820" y="11878"/>
                  </a:lnTo>
                  <a:lnTo>
                    <a:pt x="820" y="441"/>
                  </a:lnTo>
                  <a:cubicBezTo>
                    <a:pt x="820" y="189"/>
                    <a:pt x="631"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613" name="Google Shape;14613;p83"/>
            <p:cNvSpPr/>
            <p:nvPr/>
          </p:nvSpPr>
          <p:spPr>
            <a:xfrm>
              <a:off x="-61742375" y="2387675"/>
              <a:ext cx="275675" cy="151250"/>
            </a:xfrm>
            <a:custGeom>
              <a:avLst/>
              <a:gdLst/>
              <a:ahLst/>
              <a:cxnLst/>
              <a:rect l="l" t="t" r="r" b="b"/>
              <a:pathLst>
                <a:path w="11027" h="6050" extrusionOk="0">
                  <a:moveTo>
                    <a:pt x="9767" y="788"/>
                  </a:moveTo>
                  <a:cubicBezTo>
                    <a:pt x="10019" y="788"/>
                    <a:pt x="10208" y="977"/>
                    <a:pt x="10208" y="1229"/>
                  </a:cubicBezTo>
                  <a:cubicBezTo>
                    <a:pt x="10176" y="1450"/>
                    <a:pt x="10019" y="1639"/>
                    <a:pt x="9767" y="1639"/>
                  </a:cubicBezTo>
                  <a:cubicBezTo>
                    <a:pt x="9546" y="1639"/>
                    <a:pt x="9389" y="1450"/>
                    <a:pt x="9389" y="1229"/>
                  </a:cubicBezTo>
                  <a:cubicBezTo>
                    <a:pt x="9389" y="977"/>
                    <a:pt x="9578" y="788"/>
                    <a:pt x="9767" y="788"/>
                  </a:cubicBezTo>
                  <a:close/>
                  <a:moveTo>
                    <a:pt x="4001" y="1607"/>
                  </a:moveTo>
                  <a:cubicBezTo>
                    <a:pt x="4222" y="1607"/>
                    <a:pt x="4379" y="1796"/>
                    <a:pt x="4379" y="2048"/>
                  </a:cubicBezTo>
                  <a:cubicBezTo>
                    <a:pt x="4379" y="2269"/>
                    <a:pt x="4222" y="2489"/>
                    <a:pt x="4001" y="2489"/>
                  </a:cubicBezTo>
                  <a:cubicBezTo>
                    <a:pt x="3749" y="2489"/>
                    <a:pt x="3560" y="2269"/>
                    <a:pt x="3560" y="2048"/>
                  </a:cubicBezTo>
                  <a:cubicBezTo>
                    <a:pt x="3560" y="1796"/>
                    <a:pt x="3749" y="1607"/>
                    <a:pt x="4001" y="1607"/>
                  </a:cubicBezTo>
                  <a:close/>
                  <a:moveTo>
                    <a:pt x="6459" y="4128"/>
                  </a:moveTo>
                  <a:cubicBezTo>
                    <a:pt x="6679" y="4128"/>
                    <a:pt x="6900" y="4317"/>
                    <a:pt x="6900" y="4569"/>
                  </a:cubicBezTo>
                  <a:cubicBezTo>
                    <a:pt x="6868" y="4758"/>
                    <a:pt x="6711" y="4947"/>
                    <a:pt x="6459" y="4947"/>
                  </a:cubicBezTo>
                  <a:cubicBezTo>
                    <a:pt x="6238" y="4947"/>
                    <a:pt x="6081" y="4758"/>
                    <a:pt x="6081" y="4569"/>
                  </a:cubicBezTo>
                  <a:cubicBezTo>
                    <a:pt x="6081" y="4317"/>
                    <a:pt x="6270" y="4128"/>
                    <a:pt x="6459" y="4128"/>
                  </a:cubicBezTo>
                  <a:close/>
                  <a:moveTo>
                    <a:pt x="1229" y="4380"/>
                  </a:moveTo>
                  <a:cubicBezTo>
                    <a:pt x="1481" y="4380"/>
                    <a:pt x="1638" y="4569"/>
                    <a:pt x="1638" y="4789"/>
                  </a:cubicBezTo>
                  <a:cubicBezTo>
                    <a:pt x="1638" y="5041"/>
                    <a:pt x="1481" y="5230"/>
                    <a:pt x="1229" y="5230"/>
                  </a:cubicBezTo>
                  <a:cubicBezTo>
                    <a:pt x="1008" y="5230"/>
                    <a:pt x="788" y="5041"/>
                    <a:pt x="788" y="4789"/>
                  </a:cubicBezTo>
                  <a:cubicBezTo>
                    <a:pt x="788" y="4569"/>
                    <a:pt x="1008" y="4380"/>
                    <a:pt x="1229" y="4380"/>
                  </a:cubicBezTo>
                  <a:close/>
                  <a:moveTo>
                    <a:pt x="9767" y="0"/>
                  </a:moveTo>
                  <a:cubicBezTo>
                    <a:pt x="9105" y="0"/>
                    <a:pt x="8570" y="536"/>
                    <a:pt x="8570" y="1229"/>
                  </a:cubicBezTo>
                  <a:cubicBezTo>
                    <a:pt x="8570" y="1418"/>
                    <a:pt x="8601" y="1576"/>
                    <a:pt x="8664" y="1765"/>
                  </a:cubicBezTo>
                  <a:lnTo>
                    <a:pt x="7026" y="3434"/>
                  </a:lnTo>
                  <a:cubicBezTo>
                    <a:pt x="6868" y="3340"/>
                    <a:pt x="6679" y="3308"/>
                    <a:pt x="6459" y="3308"/>
                  </a:cubicBezTo>
                  <a:cubicBezTo>
                    <a:pt x="6270" y="3308"/>
                    <a:pt x="6112" y="3340"/>
                    <a:pt x="5923" y="3434"/>
                  </a:cubicBezTo>
                  <a:lnTo>
                    <a:pt x="5104" y="2584"/>
                  </a:lnTo>
                  <a:cubicBezTo>
                    <a:pt x="5167" y="2426"/>
                    <a:pt x="5199" y="2237"/>
                    <a:pt x="5199" y="2048"/>
                  </a:cubicBezTo>
                  <a:cubicBezTo>
                    <a:pt x="5199" y="1387"/>
                    <a:pt x="4663" y="788"/>
                    <a:pt x="4001" y="788"/>
                  </a:cubicBezTo>
                  <a:cubicBezTo>
                    <a:pt x="3308" y="788"/>
                    <a:pt x="2773" y="1324"/>
                    <a:pt x="2773" y="2048"/>
                  </a:cubicBezTo>
                  <a:cubicBezTo>
                    <a:pt x="2773" y="2237"/>
                    <a:pt x="2804" y="2395"/>
                    <a:pt x="2899" y="2584"/>
                  </a:cubicBezTo>
                  <a:lnTo>
                    <a:pt x="1796" y="3686"/>
                  </a:lnTo>
                  <a:cubicBezTo>
                    <a:pt x="1638" y="3623"/>
                    <a:pt x="1418" y="3592"/>
                    <a:pt x="1229" y="3592"/>
                  </a:cubicBezTo>
                  <a:cubicBezTo>
                    <a:pt x="567" y="3592"/>
                    <a:pt x="0" y="4128"/>
                    <a:pt x="0" y="4852"/>
                  </a:cubicBezTo>
                  <a:cubicBezTo>
                    <a:pt x="0" y="5514"/>
                    <a:pt x="567" y="6049"/>
                    <a:pt x="1229" y="6049"/>
                  </a:cubicBezTo>
                  <a:cubicBezTo>
                    <a:pt x="1890" y="6049"/>
                    <a:pt x="2458" y="5514"/>
                    <a:pt x="2458" y="4852"/>
                  </a:cubicBezTo>
                  <a:cubicBezTo>
                    <a:pt x="2458" y="4632"/>
                    <a:pt x="2426" y="4474"/>
                    <a:pt x="2332" y="4285"/>
                  </a:cubicBezTo>
                  <a:lnTo>
                    <a:pt x="3434" y="3182"/>
                  </a:lnTo>
                  <a:cubicBezTo>
                    <a:pt x="3592" y="3245"/>
                    <a:pt x="3781" y="3308"/>
                    <a:pt x="4001" y="3308"/>
                  </a:cubicBezTo>
                  <a:cubicBezTo>
                    <a:pt x="4190" y="3308"/>
                    <a:pt x="4348" y="3277"/>
                    <a:pt x="4537" y="3182"/>
                  </a:cubicBezTo>
                  <a:lnTo>
                    <a:pt x="5356" y="4001"/>
                  </a:lnTo>
                  <a:cubicBezTo>
                    <a:pt x="5293" y="4159"/>
                    <a:pt x="5262" y="4348"/>
                    <a:pt x="5262" y="4569"/>
                  </a:cubicBezTo>
                  <a:cubicBezTo>
                    <a:pt x="5262" y="5230"/>
                    <a:pt x="5797" y="5766"/>
                    <a:pt x="6459" y="5766"/>
                  </a:cubicBezTo>
                  <a:cubicBezTo>
                    <a:pt x="7152" y="5766"/>
                    <a:pt x="7687" y="5230"/>
                    <a:pt x="7687" y="4569"/>
                  </a:cubicBezTo>
                  <a:cubicBezTo>
                    <a:pt x="7687" y="4348"/>
                    <a:pt x="7656" y="4191"/>
                    <a:pt x="7561" y="4001"/>
                  </a:cubicBezTo>
                  <a:lnTo>
                    <a:pt x="9231" y="2363"/>
                  </a:lnTo>
                  <a:cubicBezTo>
                    <a:pt x="9389" y="2426"/>
                    <a:pt x="9578" y="2489"/>
                    <a:pt x="9767" y="2489"/>
                  </a:cubicBezTo>
                  <a:cubicBezTo>
                    <a:pt x="10460" y="2489"/>
                    <a:pt x="11027" y="1922"/>
                    <a:pt x="11027" y="1229"/>
                  </a:cubicBezTo>
                  <a:cubicBezTo>
                    <a:pt x="10995" y="536"/>
                    <a:pt x="10460" y="0"/>
                    <a:pt x="97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614" name="Google Shape;14614;p83"/>
          <p:cNvGrpSpPr/>
          <p:nvPr/>
        </p:nvGrpSpPr>
        <p:grpSpPr>
          <a:xfrm>
            <a:off x="1286360" y="3609748"/>
            <a:ext cx="366269" cy="369305"/>
            <a:chOff x="-61782550" y="2664925"/>
            <a:chExt cx="316650" cy="319275"/>
          </a:xfrm>
        </p:grpSpPr>
        <p:sp>
          <p:nvSpPr>
            <p:cNvPr id="14615" name="Google Shape;14615;p83"/>
            <p:cNvSpPr/>
            <p:nvPr/>
          </p:nvSpPr>
          <p:spPr>
            <a:xfrm>
              <a:off x="-61782550" y="2664925"/>
              <a:ext cx="316650" cy="319275"/>
            </a:xfrm>
            <a:custGeom>
              <a:avLst/>
              <a:gdLst/>
              <a:ahLst/>
              <a:cxnLst/>
              <a:rect l="l" t="t" r="r" b="b"/>
              <a:pathLst>
                <a:path w="12666" h="12771" extrusionOk="0">
                  <a:moveTo>
                    <a:pt x="10208" y="851"/>
                  </a:moveTo>
                  <a:cubicBezTo>
                    <a:pt x="10366" y="1670"/>
                    <a:pt x="10996" y="2300"/>
                    <a:pt x="11815" y="2457"/>
                  </a:cubicBezTo>
                  <a:lnTo>
                    <a:pt x="11815" y="6679"/>
                  </a:lnTo>
                  <a:lnTo>
                    <a:pt x="11783" y="6679"/>
                  </a:lnTo>
                  <a:cubicBezTo>
                    <a:pt x="10964" y="6837"/>
                    <a:pt x="10334" y="7467"/>
                    <a:pt x="10177" y="8286"/>
                  </a:cubicBezTo>
                  <a:lnTo>
                    <a:pt x="9011" y="8286"/>
                  </a:lnTo>
                  <a:cubicBezTo>
                    <a:pt x="9105" y="8002"/>
                    <a:pt x="9168" y="7719"/>
                    <a:pt x="9168" y="7467"/>
                  </a:cubicBezTo>
                  <a:cubicBezTo>
                    <a:pt x="9168" y="6081"/>
                    <a:pt x="8066" y="4978"/>
                    <a:pt x="6711" y="4978"/>
                  </a:cubicBezTo>
                  <a:cubicBezTo>
                    <a:pt x="5325" y="4978"/>
                    <a:pt x="4222" y="6081"/>
                    <a:pt x="4222" y="7467"/>
                  </a:cubicBezTo>
                  <a:cubicBezTo>
                    <a:pt x="4222" y="7719"/>
                    <a:pt x="4254" y="8002"/>
                    <a:pt x="4380" y="8286"/>
                  </a:cubicBezTo>
                  <a:lnTo>
                    <a:pt x="2395" y="8286"/>
                  </a:lnTo>
                  <a:cubicBezTo>
                    <a:pt x="2237" y="7467"/>
                    <a:pt x="1607" y="6837"/>
                    <a:pt x="788" y="6679"/>
                  </a:cubicBezTo>
                  <a:lnTo>
                    <a:pt x="788" y="2457"/>
                  </a:lnTo>
                  <a:cubicBezTo>
                    <a:pt x="1607" y="2300"/>
                    <a:pt x="2237" y="1670"/>
                    <a:pt x="2395" y="851"/>
                  </a:cubicBezTo>
                  <a:close/>
                  <a:moveTo>
                    <a:pt x="6711" y="5797"/>
                  </a:moveTo>
                  <a:cubicBezTo>
                    <a:pt x="7593" y="5797"/>
                    <a:pt x="8349" y="6553"/>
                    <a:pt x="8349" y="7467"/>
                  </a:cubicBezTo>
                  <a:cubicBezTo>
                    <a:pt x="8349" y="8349"/>
                    <a:pt x="7593" y="9105"/>
                    <a:pt x="6711" y="9105"/>
                  </a:cubicBezTo>
                  <a:cubicBezTo>
                    <a:pt x="5797" y="9105"/>
                    <a:pt x="5041" y="8349"/>
                    <a:pt x="5041" y="7467"/>
                  </a:cubicBezTo>
                  <a:cubicBezTo>
                    <a:pt x="5041" y="6553"/>
                    <a:pt x="5797" y="5797"/>
                    <a:pt x="6711" y="5797"/>
                  </a:cubicBezTo>
                  <a:close/>
                  <a:moveTo>
                    <a:pt x="7530" y="9767"/>
                  </a:moveTo>
                  <a:lnTo>
                    <a:pt x="7530" y="11468"/>
                  </a:lnTo>
                  <a:lnTo>
                    <a:pt x="6932" y="11090"/>
                  </a:lnTo>
                  <a:cubicBezTo>
                    <a:pt x="6853" y="11043"/>
                    <a:pt x="6774" y="11019"/>
                    <a:pt x="6695" y="11019"/>
                  </a:cubicBezTo>
                  <a:cubicBezTo>
                    <a:pt x="6616" y="11019"/>
                    <a:pt x="6538" y="11043"/>
                    <a:pt x="6459" y="11090"/>
                  </a:cubicBezTo>
                  <a:lnTo>
                    <a:pt x="5860" y="11468"/>
                  </a:lnTo>
                  <a:lnTo>
                    <a:pt x="5860" y="9767"/>
                  </a:lnTo>
                  <a:cubicBezTo>
                    <a:pt x="6144" y="9861"/>
                    <a:pt x="6427" y="9924"/>
                    <a:pt x="6711" y="9924"/>
                  </a:cubicBezTo>
                  <a:cubicBezTo>
                    <a:pt x="6995" y="9924"/>
                    <a:pt x="7247" y="9893"/>
                    <a:pt x="7530" y="9767"/>
                  </a:cubicBezTo>
                  <a:close/>
                  <a:moveTo>
                    <a:pt x="2048" y="0"/>
                  </a:moveTo>
                  <a:cubicBezTo>
                    <a:pt x="1828" y="0"/>
                    <a:pt x="1670" y="221"/>
                    <a:pt x="1670" y="441"/>
                  </a:cubicBezTo>
                  <a:cubicBezTo>
                    <a:pt x="1670" y="1103"/>
                    <a:pt x="1103" y="1670"/>
                    <a:pt x="410" y="1670"/>
                  </a:cubicBezTo>
                  <a:cubicBezTo>
                    <a:pt x="158" y="1670"/>
                    <a:pt x="0" y="1859"/>
                    <a:pt x="0" y="2111"/>
                  </a:cubicBezTo>
                  <a:lnTo>
                    <a:pt x="0" y="7057"/>
                  </a:lnTo>
                  <a:cubicBezTo>
                    <a:pt x="0" y="7278"/>
                    <a:pt x="189" y="7498"/>
                    <a:pt x="410" y="7498"/>
                  </a:cubicBezTo>
                  <a:cubicBezTo>
                    <a:pt x="1072" y="7498"/>
                    <a:pt x="1670" y="8034"/>
                    <a:pt x="1670" y="8758"/>
                  </a:cubicBezTo>
                  <a:cubicBezTo>
                    <a:pt x="1670" y="8979"/>
                    <a:pt x="1859" y="9136"/>
                    <a:pt x="2048" y="9136"/>
                  </a:cubicBezTo>
                  <a:lnTo>
                    <a:pt x="4884" y="9136"/>
                  </a:lnTo>
                  <a:lnTo>
                    <a:pt x="5073" y="9326"/>
                  </a:lnTo>
                  <a:lnTo>
                    <a:pt x="5073" y="12318"/>
                  </a:lnTo>
                  <a:cubicBezTo>
                    <a:pt x="5073" y="12562"/>
                    <a:pt x="5298" y="12749"/>
                    <a:pt x="5517" y="12749"/>
                  </a:cubicBezTo>
                  <a:cubicBezTo>
                    <a:pt x="5581" y="12749"/>
                    <a:pt x="5645" y="12732"/>
                    <a:pt x="5703" y="12697"/>
                  </a:cubicBezTo>
                  <a:lnTo>
                    <a:pt x="6743" y="12003"/>
                  </a:lnTo>
                  <a:lnTo>
                    <a:pt x="7782" y="12697"/>
                  </a:lnTo>
                  <a:cubicBezTo>
                    <a:pt x="7850" y="12747"/>
                    <a:pt x="7926" y="12771"/>
                    <a:pt x="8002" y="12771"/>
                  </a:cubicBezTo>
                  <a:cubicBezTo>
                    <a:pt x="8210" y="12771"/>
                    <a:pt x="8412" y="12595"/>
                    <a:pt x="8412" y="12318"/>
                  </a:cubicBezTo>
                  <a:lnTo>
                    <a:pt x="8412" y="9262"/>
                  </a:lnTo>
                  <a:lnTo>
                    <a:pt x="8601" y="9073"/>
                  </a:lnTo>
                  <a:lnTo>
                    <a:pt x="10618" y="9073"/>
                  </a:lnTo>
                  <a:cubicBezTo>
                    <a:pt x="10838" y="9073"/>
                    <a:pt x="10996" y="8884"/>
                    <a:pt x="10996" y="8664"/>
                  </a:cubicBezTo>
                  <a:cubicBezTo>
                    <a:pt x="10996" y="8002"/>
                    <a:pt x="11563" y="7404"/>
                    <a:pt x="12224" y="7404"/>
                  </a:cubicBezTo>
                  <a:cubicBezTo>
                    <a:pt x="12445" y="7404"/>
                    <a:pt x="12665" y="7215"/>
                    <a:pt x="12665" y="6994"/>
                  </a:cubicBezTo>
                  <a:lnTo>
                    <a:pt x="12665" y="2016"/>
                  </a:lnTo>
                  <a:cubicBezTo>
                    <a:pt x="12602" y="1827"/>
                    <a:pt x="12445" y="1670"/>
                    <a:pt x="12224" y="1670"/>
                  </a:cubicBezTo>
                  <a:cubicBezTo>
                    <a:pt x="11531" y="1670"/>
                    <a:pt x="10996" y="1103"/>
                    <a:pt x="10996" y="441"/>
                  </a:cubicBezTo>
                  <a:cubicBezTo>
                    <a:pt x="10996" y="221"/>
                    <a:pt x="10807" y="0"/>
                    <a:pt x="105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616" name="Google Shape;14616;p83"/>
            <p:cNvSpPr/>
            <p:nvPr/>
          </p:nvSpPr>
          <p:spPr>
            <a:xfrm>
              <a:off x="-61701425" y="2705875"/>
              <a:ext cx="151250" cy="21275"/>
            </a:xfrm>
            <a:custGeom>
              <a:avLst/>
              <a:gdLst/>
              <a:ahLst/>
              <a:cxnLst/>
              <a:rect l="l" t="t" r="r" b="b"/>
              <a:pathLst>
                <a:path w="6050" h="851" extrusionOk="0">
                  <a:moveTo>
                    <a:pt x="410" y="0"/>
                  </a:moveTo>
                  <a:cubicBezTo>
                    <a:pt x="189" y="0"/>
                    <a:pt x="0" y="189"/>
                    <a:pt x="0" y="410"/>
                  </a:cubicBezTo>
                  <a:cubicBezTo>
                    <a:pt x="0" y="662"/>
                    <a:pt x="189" y="851"/>
                    <a:pt x="410" y="851"/>
                  </a:cubicBezTo>
                  <a:lnTo>
                    <a:pt x="5671" y="851"/>
                  </a:lnTo>
                  <a:cubicBezTo>
                    <a:pt x="5892" y="851"/>
                    <a:pt x="6049" y="662"/>
                    <a:pt x="6049" y="410"/>
                  </a:cubicBezTo>
                  <a:cubicBezTo>
                    <a:pt x="6049" y="189"/>
                    <a:pt x="5860" y="0"/>
                    <a:pt x="56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617" name="Google Shape;14617;p83"/>
            <p:cNvSpPr/>
            <p:nvPr/>
          </p:nvSpPr>
          <p:spPr>
            <a:xfrm>
              <a:off x="-61742375" y="2747625"/>
              <a:ext cx="233925" cy="22075"/>
            </a:xfrm>
            <a:custGeom>
              <a:avLst/>
              <a:gdLst/>
              <a:ahLst/>
              <a:cxnLst/>
              <a:rect l="l" t="t" r="r" b="b"/>
              <a:pathLst>
                <a:path w="9357" h="883" extrusionOk="0">
                  <a:moveTo>
                    <a:pt x="410" y="0"/>
                  </a:moveTo>
                  <a:cubicBezTo>
                    <a:pt x="158" y="0"/>
                    <a:pt x="0" y="221"/>
                    <a:pt x="0" y="441"/>
                  </a:cubicBezTo>
                  <a:cubicBezTo>
                    <a:pt x="0" y="693"/>
                    <a:pt x="221" y="882"/>
                    <a:pt x="410" y="882"/>
                  </a:cubicBezTo>
                  <a:lnTo>
                    <a:pt x="8948" y="882"/>
                  </a:lnTo>
                  <a:cubicBezTo>
                    <a:pt x="9200" y="882"/>
                    <a:pt x="9357" y="693"/>
                    <a:pt x="9357" y="441"/>
                  </a:cubicBezTo>
                  <a:cubicBezTo>
                    <a:pt x="9357" y="221"/>
                    <a:pt x="9137" y="0"/>
                    <a:pt x="89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618" name="Google Shape;14618;p83"/>
          <p:cNvGrpSpPr/>
          <p:nvPr/>
        </p:nvGrpSpPr>
        <p:grpSpPr>
          <a:xfrm>
            <a:off x="3508137" y="2741136"/>
            <a:ext cx="367165" cy="349294"/>
            <a:chOff x="-59889100" y="1945025"/>
            <a:chExt cx="317425" cy="301975"/>
          </a:xfrm>
        </p:grpSpPr>
        <p:sp>
          <p:nvSpPr>
            <p:cNvPr id="14619" name="Google Shape;14619;p83"/>
            <p:cNvSpPr/>
            <p:nvPr/>
          </p:nvSpPr>
          <p:spPr>
            <a:xfrm>
              <a:off x="-59845000" y="2074200"/>
              <a:ext cx="63025" cy="61450"/>
            </a:xfrm>
            <a:custGeom>
              <a:avLst/>
              <a:gdLst/>
              <a:ahLst/>
              <a:cxnLst/>
              <a:rect l="l" t="t" r="r" b="b"/>
              <a:pathLst>
                <a:path w="2521" h="2458" extrusionOk="0">
                  <a:moveTo>
                    <a:pt x="1702" y="788"/>
                  </a:moveTo>
                  <a:lnTo>
                    <a:pt x="1702" y="1639"/>
                  </a:lnTo>
                  <a:lnTo>
                    <a:pt x="883" y="1639"/>
                  </a:lnTo>
                  <a:lnTo>
                    <a:pt x="883" y="788"/>
                  </a:lnTo>
                  <a:close/>
                  <a:moveTo>
                    <a:pt x="442" y="0"/>
                  </a:moveTo>
                  <a:cubicBezTo>
                    <a:pt x="190" y="0"/>
                    <a:pt x="1" y="190"/>
                    <a:pt x="1" y="410"/>
                  </a:cubicBezTo>
                  <a:lnTo>
                    <a:pt x="1" y="2048"/>
                  </a:lnTo>
                  <a:cubicBezTo>
                    <a:pt x="1" y="2300"/>
                    <a:pt x="190" y="2458"/>
                    <a:pt x="442" y="2458"/>
                  </a:cubicBezTo>
                  <a:lnTo>
                    <a:pt x="2080" y="2458"/>
                  </a:lnTo>
                  <a:cubicBezTo>
                    <a:pt x="2332" y="2458"/>
                    <a:pt x="2521" y="2237"/>
                    <a:pt x="2521" y="2048"/>
                  </a:cubicBezTo>
                  <a:lnTo>
                    <a:pt x="2521" y="410"/>
                  </a:lnTo>
                  <a:cubicBezTo>
                    <a:pt x="2521" y="158"/>
                    <a:pt x="2332"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620" name="Google Shape;14620;p83"/>
            <p:cNvSpPr/>
            <p:nvPr/>
          </p:nvSpPr>
          <p:spPr>
            <a:xfrm>
              <a:off x="-59761500" y="1990700"/>
              <a:ext cx="61450" cy="144950"/>
            </a:xfrm>
            <a:custGeom>
              <a:avLst/>
              <a:gdLst/>
              <a:ahLst/>
              <a:cxnLst/>
              <a:rect l="l" t="t" r="r" b="b"/>
              <a:pathLst>
                <a:path w="2458" h="5798" extrusionOk="0">
                  <a:moveTo>
                    <a:pt x="1670" y="820"/>
                  </a:moveTo>
                  <a:lnTo>
                    <a:pt x="1670" y="4979"/>
                  </a:lnTo>
                  <a:lnTo>
                    <a:pt x="851" y="4979"/>
                  </a:lnTo>
                  <a:lnTo>
                    <a:pt x="851" y="820"/>
                  </a:lnTo>
                  <a:close/>
                  <a:moveTo>
                    <a:pt x="410" y="1"/>
                  </a:moveTo>
                  <a:cubicBezTo>
                    <a:pt x="158" y="1"/>
                    <a:pt x="0" y="190"/>
                    <a:pt x="0" y="411"/>
                  </a:cubicBezTo>
                  <a:lnTo>
                    <a:pt x="0" y="5357"/>
                  </a:lnTo>
                  <a:cubicBezTo>
                    <a:pt x="0" y="5577"/>
                    <a:pt x="158" y="5798"/>
                    <a:pt x="410" y="5798"/>
                  </a:cubicBezTo>
                  <a:lnTo>
                    <a:pt x="2048" y="5798"/>
                  </a:lnTo>
                  <a:cubicBezTo>
                    <a:pt x="2300" y="5798"/>
                    <a:pt x="2458" y="5577"/>
                    <a:pt x="2458" y="5388"/>
                  </a:cubicBezTo>
                  <a:lnTo>
                    <a:pt x="2458" y="411"/>
                  </a:lnTo>
                  <a:cubicBezTo>
                    <a:pt x="2458" y="158"/>
                    <a:pt x="2269"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621" name="Google Shape;14621;p83"/>
            <p:cNvSpPr/>
            <p:nvPr/>
          </p:nvSpPr>
          <p:spPr>
            <a:xfrm>
              <a:off x="-59678800" y="2053725"/>
              <a:ext cx="61450" cy="81925"/>
            </a:xfrm>
            <a:custGeom>
              <a:avLst/>
              <a:gdLst/>
              <a:ahLst/>
              <a:cxnLst/>
              <a:rect l="l" t="t" r="r" b="b"/>
              <a:pathLst>
                <a:path w="2458" h="3277" extrusionOk="0">
                  <a:moveTo>
                    <a:pt x="1670" y="788"/>
                  </a:moveTo>
                  <a:lnTo>
                    <a:pt x="1670" y="2458"/>
                  </a:lnTo>
                  <a:lnTo>
                    <a:pt x="851" y="2458"/>
                  </a:lnTo>
                  <a:lnTo>
                    <a:pt x="851" y="788"/>
                  </a:lnTo>
                  <a:close/>
                  <a:moveTo>
                    <a:pt x="410" y="0"/>
                  </a:moveTo>
                  <a:cubicBezTo>
                    <a:pt x="158" y="0"/>
                    <a:pt x="0" y="189"/>
                    <a:pt x="0" y="410"/>
                  </a:cubicBezTo>
                  <a:lnTo>
                    <a:pt x="0" y="2867"/>
                  </a:lnTo>
                  <a:cubicBezTo>
                    <a:pt x="0" y="3056"/>
                    <a:pt x="158" y="3277"/>
                    <a:pt x="410" y="3277"/>
                  </a:cubicBezTo>
                  <a:lnTo>
                    <a:pt x="2048" y="3277"/>
                  </a:lnTo>
                  <a:cubicBezTo>
                    <a:pt x="2300" y="3277"/>
                    <a:pt x="2458" y="3056"/>
                    <a:pt x="2458" y="2867"/>
                  </a:cubicBezTo>
                  <a:lnTo>
                    <a:pt x="2458" y="410"/>
                  </a:lnTo>
                  <a:cubicBezTo>
                    <a:pt x="2458" y="158"/>
                    <a:pt x="2269" y="0"/>
                    <a:pt x="20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622" name="Google Shape;14622;p83"/>
            <p:cNvSpPr/>
            <p:nvPr/>
          </p:nvSpPr>
          <p:spPr>
            <a:xfrm>
              <a:off x="-59889100" y="1945025"/>
              <a:ext cx="317425" cy="301975"/>
            </a:xfrm>
            <a:custGeom>
              <a:avLst/>
              <a:gdLst/>
              <a:ahLst/>
              <a:cxnLst/>
              <a:rect l="l" t="t" r="r" b="b"/>
              <a:pathLst>
                <a:path w="12697" h="12079" extrusionOk="0">
                  <a:moveTo>
                    <a:pt x="6333" y="851"/>
                  </a:moveTo>
                  <a:cubicBezTo>
                    <a:pt x="9357" y="851"/>
                    <a:pt x="11846" y="2931"/>
                    <a:pt x="11846" y="5546"/>
                  </a:cubicBezTo>
                  <a:cubicBezTo>
                    <a:pt x="11846" y="8129"/>
                    <a:pt x="9357" y="10208"/>
                    <a:pt x="6333" y="10208"/>
                  </a:cubicBezTo>
                  <a:cubicBezTo>
                    <a:pt x="5482" y="10208"/>
                    <a:pt x="4600" y="10019"/>
                    <a:pt x="3812" y="9704"/>
                  </a:cubicBezTo>
                  <a:cubicBezTo>
                    <a:pt x="3757" y="9682"/>
                    <a:pt x="3697" y="9671"/>
                    <a:pt x="3637" y="9671"/>
                  </a:cubicBezTo>
                  <a:cubicBezTo>
                    <a:pt x="3529" y="9671"/>
                    <a:pt x="3421" y="9706"/>
                    <a:pt x="3340" y="9767"/>
                  </a:cubicBezTo>
                  <a:lnTo>
                    <a:pt x="2489" y="10649"/>
                  </a:lnTo>
                  <a:lnTo>
                    <a:pt x="2489" y="9074"/>
                  </a:lnTo>
                  <a:cubicBezTo>
                    <a:pt x="2489" y="8948"/>
                    <a:pt x="2426" y="8822"/>
                    <a:pt x="2363" y="8759"/>
                  </a:cubicBezTo>
                  <a:cubicBezTo>
                    <a:pt x="1387" y="7877"/>
                    <a:pt x="819" y="6743"/>
                    <a:pt x="819" y="5514"/>
                  </a:cubicBezTo>
                  <a:cubicBezTo>
                    <a:pt x="819" y="2962"/>
                    <a:pt x="3308" y="851"/>
                    <a:pt x="6333" y="851"/>
                  </a:cubicBezTo>
                  <a:close/>
                  <a:moveTo>
                    <a:pt x="6333" y="1"/>
                  </a:moveTo>
                  <a:cubicBezTo>
                    <a:pt x="2836" y="1"/>
                    <a:pt x="0" y="2490"/>
                    <a:pt x="0" y="5514"/>
                  </a:cubicBezTo>
                  <a:cubicBezTo>
                    <a:pt x="0" y="6963"/>
                    <a:pt x="599" y="8255"/>
                    <a:pt x="1639" y="9263"/>
                  </a:cubicBezTo>
                  <a:lnTo>
                    <a:pt x="1639" y="11689"/>
                  </a:lnTo>
                  <a:cubicBezTo>
                    <a:pt x="1639" y="11918"/>
                    <a:pt x="1832" y="12079"/>
                    <a:pt x="2045" y="12079"/>
                  </a:cubicBezTo>
                  <a:cubicBezTo>
                    <a:pt x="2153" y="12079"/>
                    <a:pt x="2267" y="12037"/>
                    <a:pt x="2363" y="11941"/>
                  </a:cubicBezTo>
                  <a:lnTo>
                    <a:pt x="3749" y="10555"/>
                  </a:lnTo>
                  <a:cubicBezTo>
                    <a:pt x="4569" y="10901"/>
                    <a:pt x="5419" y="11027"/>
                    <a:pt x="6333" y="11027"/>
                  </a:cubicBezTo>
                  <a:cubicBezTo>
                    <a:pt x="9830" y="11027"/>
                    <a:pt x="12697" y="8570"/>
                    <a:pt x="12697" y="5514"/>
                  </a:cubicBezTo>
                  <a:cubicBezTo>
                    <a:pt x="12697" y="2490"/>
                    <a:pt x="9861"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623" name="Google Shape;14623;p83"/>
          <p:cNvGrpSpPr/>
          <p:nvPr/>
        </p:nvGrpSpPr>
        <p:grpSpPr>
          <a:xfrm>
            <a:off x="3040249" y="3168589"/>
            <a:ext cx="366648" cy="366420"/>
            <a:chOff x="6479471" y="2079003"/>
            <a:chExt cx="348923" cy="348706"/>
          </a:xfrm>
        </p:grpSpPr>
        <p:sp>
          <p:nvSpPr>
            <p:cNvPr id="14624" name="Google Shape;14624;p83"/>
            <p:cNvSpPr/>
            <p:nvPr/>
          </p:nvSpPr>
          <p:spPr>
            <a:xfrm>
              <a:off x="6479471" y="2200291"/>
              <a:ext cx="38170" cy="22566"/>
            </a:xfrm>
            <a:custGeom>
              <a:avLst/>
              <a:gdLst/>
              <a:ahLst/>
              <a:cxnLst/>
              <a:rect l="l" t="t" r="r" b="b"/>
              <a:pathLst>
                <a:path w="1387" h="820" extrusionOk="0">
                  <a:moveTo>
                    <a:pt x="379" y="0"/>
                  </a:moveTo>
                  <a:cubicBezTo>
                    <a:pt x="158" y="0"/>
                    <a:pt x="1" y="189"/>
                    <a:pt x="1" y="378"/>
                  </a:cubicBezTo>
                  <a:cubicBezTo>
                    <a:pt x="1" y="630"/>
                    <a:pt x="190" y="819"/>
                    <a:pt x="379" y="819"/>
                  </a:cubicBezTo>
                  <a:lnTo>
                    <a:pt x="946" y="819"/>
                  </a:lnTo>
                  <a:cubicBezTo>
                    <a:pt x="1166" y="819"/>
                    <a:pt x="1387" y="630"/>
                    <a:pt x="1387" y="378"/>
                  </a:cubicBezTo>
                  <a:cubicBezTo>
                    <a:pt x="1387" y="189"/>
                    <a:pt x="1166" y="0"/>
                    <a:pt x="9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4625" name="Google Shape;14625;p83"/>
            <p:cNvGrpSpPr/>
            <p:nvPr/>
          </p:nvGrpSpPr>
          <p:grpSpPr>
            <a:xfrm>
              <a:off x="6520582" y="2079003"/>
              <a:ext cx="307811" cy="348706"/>
              <a:chOff x="-60218325" y="2304850"/>
              <a:chExt cx="279625" cy="316775"/>
            </a:xfrm>
          </p:grpSpPr>
          <p:sp>
            <p:nvSpPr>
              <p:cNvPr id="14626" name="Google Shape;14626;p83"/>
              <p:cNvSpPr/>
              <p:nvPr/>
            </p:nvSpPr>
            <p:spPr>
              <a:xfrm>
                <a:off x="-60218325" y="2304850"/>
                <a:ext cx="235525" cy="316775"/>
              </a:xfrm>
              <a:custGeom>
                <a:avLst/>
                <a:gdLst/>
                <a:ahLst/>
                <a:cxnLst/>
                <a:rect l="l" t="t" r="r" b="b"/>
                <a:pathLst>
                  <a:path w="9421" h="12671" extrusionOk="0">
                    <a:moveTo>
                      <a:pt x="4884" y="825"/>
                    </a:moveTo>
                    <a:cubicBezTo>
                      <a:pt x="6994" y="825"/>
                      <a:pt x="8633" y="2463"/>
                      <a:pt x="8633" y="4542"/>
                    </a:cubicBezTo>
                    <a:cubicBezTo>
                      <a:pt x="8570" y="6023"/>
                      <a:pt x="7688" y="7378"/>
                      <a:pt x="6364" y="7945"/>
                    </a:cubicBezTo>
                    <a:cubicBezTo>
                      <a:pt x="6207" y="8039"/>
                      <a:pt x="6112" y="8165"/>
                      <a:pt x="6112" y="8354"/>
                    </a:cubicBezTo>
                    <a:lnTo>
                      <a:pt x="6112" y="8543"/>
                    </a:lnTo>
                    <a:lnTo>
                      <a:pt x="3623" y="8543"/>
                    </a:lnTo>
                    <a:lnTo>
                      <a:pt x="3623" y="8354"/>
                    </a:lnTo>
                    <a:cubicBezTo>
                      <a:pt x="3623" y="8197"/>
                      <a:pt x="3560" y="8039"/>
                      <a:pt x="3403" y="7945"/>
                    </a:cubicBezTo>
                    <a:cubicBezTo>
                      <a:pt x="1828" y="7251"/>
                      <a:pt x="914" y="5582"/>
                      <a:pt x="1229" y="3880"/>
                    </a:cubicBezTo>
                    <a:cubicBezTo>
                      <a:pt x="1481" y="2431"/>
                      <a:pt x="2647" y="1203"/>
                      <a:pt x="4096" y="888"/>
                    </a:cubicBezTo>
                    <a:cubicBezTo>
                      <a:pt x="4379" y="856"/>
                      <a:pt x="4663" y="825"/>
                      <a:pt x="4884" y="825"/>
                    </a:cubicBezTo>
                    <a:close/>
                    <a:moveTo>
                      <a:pt x="6081" y="9362"/>
                    </a:moveTo>
                    <a:lnTo>
                      <a:pt x="6081" y="10213"/>
                    </a:lnTo>
                    <a:lnTo>
                      <a:pt x="3592" y="10213"/>
                    </a:lnTo>
                    <a:lnTo>
                      <a:pt x="3592" y="9362"/>
                    </a:lnTo>
                    <a:close/>
                    <a:moveTo>
                      <a:pt x="5986" y="11032"/>
                    </a:moveTo>
                    <a:cubicBezTo>
                      <a:pt x="5829" y="11505"/>
                      <a:pt x="5419" y="11851"/>
                      <a:pt x="4852" y="11851"/>
                    </a:cubicBezTo>
                    <a:cubicBezTo>
                      <a:pt x="4316" y="11851"/>
                      <a:pt x="3875" y="11505"/>
                      <a:pt x="3686" y="11032"/>
                    </a:cubicBezTo>
                    <a:close/>
                    <a:moveTo>
                      <a:pt x="4842" y="0"/>
                    </a:moveTo>
                    <a:cubicBezTo>
                      <a:pt x="4526" y="0"/>
                      <a:pt x="4202" y="32"/>
                      <a:pt x="3875" y="100"/>
                    </a:cubicBezTo>
                    <a:cubicBezTo>
                      <a:pt x="2111" y="509"/>
                      <a:pt x="693" y="1959"/>
                      <a:pt x="378" y="3723"/>
                    </a:cubicBezTo>
                    <a:cubicBezTo>
                      <a:pt x="0" y="5834"/>
                      <a:pt x="1071" y="7724"/>
                      <a:pt x="2773" y="8575"/>
                    </a:cubicBezTo>
                    <a:lnTo>
                      <a:pt x="2773" y="10591"/>
                    </a:lnTo>
                    <a:cubicBezTo>
                      <a:pt x="2773" y="11725"/>
                      <a:pt x="3718" y="12670"/>
                      <a:pt x="4852" y="12670"/>
                    </a:cubicBezTo>
                    <a:cubicBezTo>
                      <a:pt x="5986" y="12670"/>
                      <a:pt x="6963" y="11725"/>
                      <a:pt x="6963" y="10591"/>
                    </a:cubicBezTo>
                    <a:lnTo>
                      <a:pt x="6963" y="8575"/>
                    </a:lnTo>
                    <a:cubicBezTo>
                      <a:pt x="8444" y="7787"/>
                      <a:pt x="9420" y="6243"/>
                      <a:pt x="9420" y="4511"/>
                    </a:cubicBezTo>
                    <a:cubicBezTo>
                      <a:pt x="9392" y="1995"/>
                      <a:pt x="7331" y="0"/>
                      <a:pt x="48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627" name="Google Shape;14627;p83"/>
              <p:cNvSpPr/>
              <p:nvPr/>
            </p:nvSpPr>
            <p:spPr>
              <a:xfrm>
                <a:off x="-60127750" y="2347500"/>
                <a:ext cx="62250" cy="145750"/>
              </a:xfrm>
              <a:custGeom>
                <a:avLst/>
                <a:gdLst/>
                <a:ahLst/>
                <a:cxnLst/>
                <a:rect l="l" t="t" r="r" b="b"/>
                <a:pathLst>
                  <a:path w="2490" h="5830" extrusionOk="0">
                    <a:moveTo>
                      <a:pt x="1229" y="1"/>
                    </a:moveTo>
                    <a:cubicBezTo>
                      <a:pt x="1009" y="1"/>
                      <a:pt x="851" y="190"/>
                      <a:pt x="851" y="379"/>
                    </a:cubicBezTo>
                    <a:lnTo>
                      <a:pt x="851" y="662"/>
                    </a:lnTo>
                    <a:cubicBezTo>
                      <a:pt x="378" y="820"/>
                      <a:pt x="0" y="1292"/>
                      <a:pt x="0" y="1828"/>
                    </a:cubicBezTo>
                    <a:cubicBezTo>
                      <a:pt x="0" y="2521"/>
                      <a:pt x="567" y="2899"/>
                      <a:pt x="1009" y="3214"/>
                    </a:cubicBezTo>
                    <a:cubicBezTo>
                      <a:pt x="1324" y="3466"/>
                      <a:pt x="1670" y="3687"/>
                      <a:pt x="1670" y="3939"/>
                    </a:cubicBezTo>
                    <a:cubicBezTo>
                      <a:pt x="1670" y="4159"/>
                      <a:pt x="1481" y="4348"/>
                      <a:pt x="1229" y="4348"/>
                    </a:cubicBezTo>
                    <a:cubicBezTo>
                      <a:pt x="1009" y="4348"/>
                      <a:pt x="851" y="4159"/>
                      <a:pt x="851" y="3939"/>
                    </a:cubicBezTo>
                    <a:cubicBezTo>
                      <a:pt x="851" y="3687"/>
                      <a:pt x="630" y="3498"/>
                      <a:pt x="441" y="3498"/>
                    </a:cubicBezTo>
                    <a:cubicBezTo>
                      <a:pt x="221" y="3498"/>
                      <a:pt x="0" y="3687"/>
                      <a:pt x="0" y="3939"/>
                    </a:cubicBezTo>
                    <a:cubicBezTo>
                      <a:pt x="0" y="4474"/>
                      <a:pt x="378" y="4915"/>
                      <a:pt x="851" y="5104"/>
                    </a:cubicBezTo>
                    <a:lnTo>
                      <a:pt x="851" y="5388"/>
                    </a:lnTo>
                    <a:cubicBezTo>
                      <a:pt x="851" y="5608"/>
                      <a:pt x="1040" y="5829"/>
                      <a:pt x="1229" y="5829"/>
                    </a:cubicBezTo>
                    <a:cubicBezTo>
                      <a:pt x="1481" y="5829"/>
                      <a:pt x="1670" y="5608"/>
                      <a:pt x="1670" y="5388"/>
                    </a:cubicBezTo>
                    <a:lnTo>
                      <a:pt x="1670" y="5104"/>
                    </a:lnTo>
                    <a:cubicBezTo>
                      <a:pt x="2143" y="4947"/>
                      <a:pt x="2489" y="4474"/>
                      <a:pt x="2489" y="3939"/>
                    </a:cubicBezTo>
                    <a:cubicBezTo>
                      <a:pt x="2489" y="3246"/>
                      <a:pt x="1954" y="2868"/>
                      <a:pt x="1513" y="2553"/>
                    </a:cubicBezTo>
                    <a:cubicBezTo>
                      <a:pt x="1198" y="2300"/>
                      <a:pt x="851" y="2080"/>
                      <a:pt x="851" y="1828"/>
                    </a:cubicBezTo>
                    <a:cubicBezTo>
                      <a:pt x="788" y="1607"/>
                      <a:pt x="1009" y="1418"/>
                      <a:pt x="1229" y="1418"/>
                    </a:cubicBezTo>
                    <a:cubicBezTo>
                      <a:pt x="1481" y="1418"/>
                      <a:pt x="1670" y="1607"/>
                      <a:pt x="1670" y="1828"/>
                    </a:cubicBezTo>
                    <a:cubicBezTo>
                      <a:pt x="1670" y="2080"/>
                      <a:pt x="1859" y="2269"/>
                      <a:pt x="2048" y="2269"/>
                    </a:cubicBezTo>
                    <a:cubicBezTo>
                      <a:pt x="2300" y="2269"/>
                      <a:pt x="2489" y="2080"/>
                      <a:pt x="2489" y="1828"/>
                    </a:cubicBezTo>
                    <a:cubicBezTo>
                      <a:pt x="2489" y="1292"/>
                      <a:pt x="2143" y="851"/>
                      <a:pt x="1670" y="662"/>
                    </a:cubicBezTo>
                    <a:lnTo>
                      <a:pt x="1670" y="379"/>
                    </a:lnTo>
                    <a:cubicBezTo>
                      <a:pt x="1670" y="158"/>
                      <a:pt x="1481"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628" name="Google Shape;14628;p83"/>
              <p:cNvSpPr/>
              <p:nvPr/>
            </p:nvSpPr>
            <p:spPr>
              <a:xfrm>
                <a:off x="-60212825" y="2510750"/>
                <a:ext cx="32325" cy="30325"/>
              </a:xfrm>
              <a:custGeom>
                <a:avLst/>
                <a:gdLst/>
                <a:ahLst/>
                <a:cxnLst/>
                <a:rect l="l" t="t" r="r" b="b"/>
                <a:pathLst>
                  <a:path w="1293" h="1213" extrusionOk="0">
                    <a:moveTo>
                      <a:pt x="836" y="0"/>
                    </a:moveTo>
                    <a:cubicBezTo>
                      <a:pt x="725" y="0"/>
                      <a:pt x="615" y="39"/>
                      <a:pt x="536" y="118"/>
                    </a:cubicBezTo>
                    <a:lnTo>
                      <a:pt x="158" y="496"/>
                    </a:lnTo>
                    <a:cubicBezTo>
                      <a:pt x="1" y="654"/>
                      <a:pt x="1" y="906"/>
                      <a:pt x="158" y="1095"/>
                    </a:cubicBezTo>
                    <a:cubicBezTo>
                      <a:pt x="237" y="1174"/>
                      <a:pt x="340" y="1213"/>
                      <a:pt x="442" y="1213"/>
                    </a:cubicBezTo>
                    <a:cubicBezTo>
                      <a:pt x="544" y="1213"/>
                      <a:pt x="647" y="1174"/>
                      <a:pt x="725" y="1095"/>
                    </a:cubicBezTo>
                    <a:lnTo>
                      <a:pt x="1135" y="717"/>
                    </a:lnTo>
                    <a:cubicBezTo>
                      <a:pt x="1293" y="559"/>
                      <a:pt x="1293" y="276"/>
                      <a:pt x="1135" y="118"/>
                    </a:cubicBezTo>
                    <a:cubicBezTo>
                      <a:pt x="1056" y="39"/>
                      <a:pt x="946" y="0"/>
                      <a:pt x="8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629" name="Google Shape;14629;p83"/>
              <p:cNvSpPr/>
              <p:nvPr/>
            </p:nvSpPr>
            <p:spPr>
              <a:xfrm>
                <a:off x="-60012750" y="2310675"/>
                <a:ext cx="32300" cy="30350"/>
              </a:xfrm>
              <a:custGeom>
                <a:avLst/>
                <a:gdLst/>
                <a:ahLst/>
                <a:cxnLst/>
                <a:rect l="l" t="t" r="r" b="b"/>
                <a:pathLst>
                  <a:path w="1292" h="1214" extrusionOk="0">
                    <a:moveTo>
                      <a:pt x="835" y="1"/>
                    </a:moveTo>
                    <a:cubicBezTo>
                      <a:pt x="725" y="1"/>
                      <a:pt x="614" y="40"/>
                      <a:pt x="536" y="119"/>
                    </a:cubicBezTo>
                    <a:lnTo>
                      <a:pt x="126" y="528"/>
                    </a:lnTo>
                    <a:cubicBezTo>
                      <a:pt x="0" y="686"/>
                      <a:pt x="0" y="938"/>
                      <a:pt x="126" y="1096"/>
                    </a:cubicBezTo>
                    <a:cubicBezTo>
                      <a:pt x="205" y="1174"/>
                      <a:pt x="315" y="1214"/>
                      <a:pt x="425" y="1214"/>
                    </a:cubicBezTo>
                    <a:cubicBezTo>
                      <a:pt x="536" y="1214"/>
                      <a:pt x="646" y="1174"/>
                      <a:pt x="725" y="1096"/>
                    </a:cubicBezTo>
                    <a:lnTo>
                      <a:pt x="1134" y="718"/>
                    </a:lnTo>
                    <a:cubicBezTo>
                      <a:pt x="1292" y="560"/>
                      <a:pt x="1292" y="276"/>
                      <a:pt x="1134" y="119"/>
                    </a:cubicBezTo>
                    <a:cubicBezTo>
                      <a:pt x="1056" y="40"/>
                      <a:pt x="945" y="1"/>
                      <a:pt x="8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630" name="Google Shape;14630;p83"/>
              <p:cNvSpPr/>
              <p:nvPr/>
            </p:nvSpPr>
            <p:spPr>
              <a:xfrm>
                <a:off x="-60012750" y="2510750"/>
                <a:ext cx="32300" cy="30325"/>
              </a:xfrm>
              <a:custGeom>
                <a:avLst/>
                <a:gdLst/>
                <a:ahLst/>
                <a:cxnLst/>
                <a:rect l="l" t="t" r="r" b="b"/>
                <a:pathLst>
                  <a:path w="1292" h="1213" extrusionOk="0">
                    <a:moveTo>
                      <a:pt x="425" y="0"/>
                    </a:moveTo>
                    <a:cubicBezTo>
                      <a:pt x="315" y="0"/>
                      <a:pt x="205" y="39"/>
                      <a:pt x="126" y="118"/>
                    </a:cubicBezTo>
                    <a:cubicBezTo>
                      <a:pt x="0" y="276"/>
                      <a:pt x="0" y="559"/>
                      <a:pt x="126" y="717"/>
                    </a:cubicBezTo>
                    <a:lnTo>
                      <a:pt x="536" y="1095"/>
                    </a:lnTo>
                    <a:cubicBezTo>
                      <a:pt x="614" y="1174"/>
                      <a:pt x="725" y="1213"/>
                      <a:pt x="835" y="1213"/>
                    </a:cubicBezTo>
                    <a:cubicBezTo>
                      <a:pt x="945" y="1213"/>
                      <a:pt x="1056" y="1174"/>
                      <a:pt x="1134" y="1095"/>
                    </a:cubicBezTo>
                    <a:cubicBezTo>
                      <a:pt x="1292" y="937"/>
                      <a:pt x="1292" y="654"/>
                      <a:pt x="1134" y="496"/>
                    </a:cubicBezTo>
                    <a:lnTo>
                      <a:pt x="725" y="118"/>
                    </a:lnTo>
                    <a:cubicBezTo>
                      <a:pt x="646" y="39"/>
                      <a:pt x="536" y="0"/>
                      <a:pt x="4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631" name="Google Shape;14631;p83"/>
              <p:cNvSpPr/>
              <p:nvPr/>
            </p:nvSpPr>
            <p:spPr>
              <a:xfrm>
                <a:off x="-60212825" y="2310675"/>
                <a:ext cx="32325" cy="30350"/>
              </a:xfrm>
              <a:custGeom>
                <a:avLst/>
                <a:gdLst/>
                <a:ahLst/>
                <a:cxnLst/>
                <a:rect l="l" t="t" r="r" b="b"/>
                <a:pathLst>
                  <a:path w="1293" h="1214" extrusionOk="0">
                    <a:moveTo>
                      <a:pt x="442" y="1"/>
                    </a:moveTo>
                    <a:cubicBezTo>
                      <a:pt x="340" y="1"/>
                      <a:pt x="237" y="40"/>
                      <a:pt x="158" y="119"/>
                    </a:cubicBezTo>
                    <a:cubicBezTo>
                      <a:pt x="1" y="276"/>
                      <a:pt x="1" y="560"/>
                      <a:pt x="158" y="718"/>
                    </a:cubicBezTo>
                    <a:lnTo>
                      <a:pt x="536" y="1096"/>
                    </a:lnTo>
                    <a:cubicBezTo>
                      <a:pt x="615" y="1174"/>
                      <a:pt x="725" y="1214"/>
                      <a:pt x="836" y="1214"/>
                    </a:cubicBezTo>
                    <a:cubicBezTo>
                      <a:pt x="946" y="1214"/>
                      <a:pt x="1056" y="1174"/>
                      <a:pt x="1135" y="1096"/>
                    </a:cubicBezTo>
                    <a:cubicBezTo>
                      <a:pt x="1293" y="938"/>
                      <a:pt x="1293" y="686"/>
                      <a:pt x="1135" y="528"/>
                    </a:cubicBezTo>
                    <a:lnTo>
                      <a:pt x="725" y="119"/>
                    </a:lnTo>
                    <a:cubicBezTo>
                      <a:pt x="647" y="40"/>
                      <a:pt x="544" y="1"/>
                      <a:pt x="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632" name="Google Shape;14632;p83"/>
              <p:cNvSpPr/>
              <p:nvPr/>
            </p:nvSpPr>
            <p:spPr>
              <a:xfrm>
                <a:off x="-59974175" y="2415250"/>
                <a:ext cx="35475" cy="20500"/>
              </a:xfrm>
              <a:custGeom>
                <a:avLst/>
                <a:gdLst/>
                <a:ahLst/>
                <a:cxnLst/>
                <a:rect l="l" t="t" r="r" b="b"/>
                <a:pathLst>
                  <a:path w="1419" h="820" extrusionOk="0">
                    <a:moveTo>
                      <a:pt x="442" y="0"/>
                    </a:moveTo>
                    <a:cubicBezTo>
                      <a:pt x="221" y="0"/>
                      <a:pt x="1" y="189"/>
                      <a:pt x="1" y="378"/>
                    </a:cubicBezTo>
                    <a:cubicBezTo>
                      <a:pt x="1" y="630"/>
                      <a:pt x="221" y="819"/>
                      <a:pt x="442" y="819"/>
                    </a:cubicBezTo>
                    <a:lnTo>
                      <a:pt x="1009" y="819"/>
                    </a:lnTo>
                    <a:cubicBezTo>
                      <a:pt x="1230" y="819"/>
                      <a:pt x="1387" y="630"/>
                      <a:pt x="1387" y="378"/>
                    </a:cubicBezTo>
                    <a:cubicBezTo>
                      <a:pt x="1419" y="189"/>
                      <a:pt x="1230"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sp>
        <p:nvSpPr>
          <p:cNvPr id="14633" name="Google Shape;14633;p83"/>
          <p:cNvSpPr/>
          <p:nvPr/>
        </p:nvSpPr>
        <p:spPr>
          <a:xfrm>
            <a:off x="3501697" y="3208296"/>
            <a:ext cx="368091" cy="287006"/>
          </a:xfrm>
          <a:custGeom>
            <a:avLst/>
            <a:gdLst/>
            <a:ahLst/>
            <a:cxnLst/>
            <a:rect l="l" t="t" r="r" b="b"/>
            <a:pathLst>
              <a:path w="12729" h="9925" extrusionOk="0">
                <a:moveTo>
                  <a:pt x="925" y="3644"/>
                </a:moveTo>
                <a:cubicBezTo>
                  <a:pt x="944" y="3644"/>
                  <a:pt x="963" y="3648"/>
                  <a:pt x="978" y="3655"/>
                </a:cubicBezTo>
                <a:lnTo>
                  <a:pt x="1608" y="3970"/>
                </a:lnTo>
                <a:lnTo>
                  <a:pt x="1608" y="5923"/>
                </a:lnTo>
                <a:lnTo>
                  <a:pt x="978" y="6239"/>
                </a:lnTo>
                <a:cubicBezTo>
                  <a:pt x="963" y="6253"/>
                  <a:pt x="945" y="6259"/>
                  <a:pt x="926" y="6259"/>
                </a:cubicBezTo>
                <a:cubicBezTo>
                  <a:pt x="863" y="6259"/>
                  <a:pt x="788" y="6192"/>
                  <a:pt x="788" y="6144"/>
                </a:cubicBezTo>
                <a:lnTo>
                  <a:pt x="788" y="3781"/>
                </a:lnTo>
                <a:cubicBezTo>
                  <a:pt x="788" y="3685"/>
                  <a:pt x="862" y="3644"/>
                  <a:pt x="925" y="3644"/>
                </a:cubicBezTo>
                <a:close/>
                <a:moveTo>
                  <a:pt x="10177" y="1796"/>
                </a:moveTo>
                <a:lnTo>
                  <a:pt x="10177" y="8129"/>
                </a:lnTo>
                <a:lnTo>
                  <a:pt x="2458" y="5892"/>
                </a:lnTo>
                <a:lnTo>
                  <a:pt x="2458" y="4033"/>
                </a:lnTo>
                <a:lnTo>
                  <a:pt x="10177" y="1796"/>
                </a:lnTo>
                <a:close/>
                <a:moveTo>
                  <a:pt x="4128" y="7247"/>
                </a:moveTo>
                <a:lnTo>
                  <a:pt x="6963" y="8066"/>
                </a:lnTo>
                <a:cubicBezTo>
                  <a:pt x="6648" y="8507"/>
                  <a:pt x="6176" y="8822"/>
                  <a:pt x="5640" y="8822"/>
                </a:cubicBezTo>
                <a:cubicBezTo>
                  <a:pt x="4758" y="8822"/>
                  <a:pt x="4097" y="8097"/>
                  <a:pt x="4128" y="7247"/>
                </a:cubicBezTo>
                <a:close/>
                <a:moveTo>
                  <a:pt x="11374" y="820"/>
                </a:moveTo>
                <a:cubicBezTo>
                  <a:pt x="11626" y="820"/>
                  <a:pt x="11815" y="1009"/>
                  <a:pt x="11815" y="1261"/>
                </a:cubicBezTo>
                <a:lnTo>
                  <a:pt x="11815" y="8696"/>
                </a:lnTo>
                <a:cubicBezTo>
                  <a:pt x="11815" y="8916"/>
                  <a:pt x="11626" y="9137"/>
                  <a:pt x="11374" y="9137"/>
                </a:cubicBezTo>
                <a:cubicBezTo>
                  <a:pt x="11154" y="9137"/>
                  <a:pt x="10996" y="8916"/>
                  <a:pt x="10996" y="8696"/>
                </a:cubicBezTo>
                <a:lnTo>
                  <a:pt x="10996" y="1261"/>
                </a:lnTo>
                <a:cubicBezTo>
                  <a:pt x="10996" y="1009"/>
                  <a:pt x="11185" y="820"/>
                  <a:pt x="11374" y="820"/>
                </a:cubicBezTo>
                <a:close/>
                <a:moveTo>
                  <a:pt x="11437" y="1"/>
                </a:moveTo>
                <a:cubicBezTo>
                  <a:pt x="10839"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4"/>
                  <a:pt x="983" y="7094"/>
                </a:cubicBezTo>
                <a:cubicBezTo>
                  <a:pt x="1127" y="7094"/>
                  <a:pt x="1275" y="7063"/>
                  <a:pt x="1419" y="6995"/>
                </a:cubicBezTo>
                <a:lnTo>
                  <a:pt x="2143" y="6648"/>
                </a:lnTo>
                <a:lnTo>
                  <a:pt x="3340" y="6995"/>
                </a:lnTo>
                <a:cubicBezTo>
                  <a:pt x="3151" y="8412"/>
                  <a:pt x="4254" y="9641"/>
                  <a:pt x="5672" y="9641"/>
                </a:cubicBezTo>
                <a:cubicBezTo>
                  <a:pt x="6585" y="9641"/>
                  <a:pt x="7405" y="9074"/>
                  <a:pt x="7814" y="8286"/>
                </a:cubicBezTo>
                <a:lnTo>
                  <a:pt x="10271" y="9011"/>
                </a:lnTo>
                <a:cubicBezTo>
                  <a:pt x="10429" y="9515"/>
                  <a:pt x="10902" y="9925"/>
                  <a:pt x="11469" y="9925"/>
                </a:cubicBezTo>
                <a:cubicBezTo>
                  <a:pt x="12130" y="9925"/>
                  <a:pt x="12729" y="9358"/>
                  <a:pt x="12729" y="8664"/>
                </a:cubicBezTo>
                <a:lnTo>
                  <a:pt x="12729" y="1198"/>
                </a:lnTo>
                <a:cubicBezTo>
                  <a:pt x="12634" y="536"/>
                  <a:pt x="12099" y="1"/>
                  <a:pt x="114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4634" name="Google Shape;14634;p83"/>
          <p:cNvGrpSpPr/>
          <p:nvPr/>
        </p:nvGrpSpPr>
        <p:grpSpPr>
          <a:xfrm>
            <a:off x="3507226" y="3611671"/>
            <a:ext cx="368987" cy="365459"/>
            <a:chOff x="-59889100" y="2671925"/>
            <a:chExt cx="319000" cy="315950"/>
          </a:xfrm>
        </p:grpSpPr>
        <p:sp>
          <p:nvSpPr>
            <p:cNvPr id="14635" name="Google Shape;14635;p83"/>
            <p:cNvSpPr/>
            <p:nvPr/>
          </p:nvSpPr>
          <p:spPr>
            <a:xfrm>
              <a:off x="-59889100" y="2672000"/>
              <a:ext cx="149675" cy="256025"/>
            </a:xfrm>
            <a:custGeom>
              <a:avLst/>
              <a:gdLst/>
              <a:ahLst/>
              <a:cxnLst/>
              <a:rect l="l" t="t" r="r" b="b"/>
              <a:pathLst>
                <a:path w="5987" h="10241" extrusionOk="0">
                  <a:moveTo>
                    <a:pt x="5073" y="946"/>
                  </a:moveTo>
                  <a:lnTo>
                    <a:pt x="5073" y="2647"/>
                  </a:lnTo>
                  <a:lnTo>
                    <a:pt x="5104" y="2647"/>
                  </a:lnTo>
                  <a:cubicBezTo>
                    <a:pt x="3623" y="3151"/>
                    <a:pt x="2489" y="4569"/>
                    <a:pt x="2489" y="6302"/>
                  </a:cubicBezTo>
                  <a:cubicBezTo>
                    <a:pt x="2489" y="6900"/>
                    <a:pt x="2647" y="7499"/>
                    <a:pt x="2867" y="8034"/>
                  </a:cubicBezTo>
                  <a:lnTo>
                    <a:pt x="1639" y="9263"/>
                  </a:lnTo>
                  <a:cubicBezTo>
                    <a:pt x="1103" y="8381"/>
                    <a:pt x="788" y="7373"/>
                    <a:pt x="788" y="6302"/>
                  </a:cubicBezTo>
                  <a:cubicBezTo>
                    <a:pt x="788" y="3750"/>
                    <a:pt x="2584" y="1513"/>
                    <a:pt x="5073" y="946"/>
                  </a:cubicBezTo>
                  <a:close/>
                  <a:moveTo>
                    <a:pt x="5482" y="1"/>
                  </a:moveTo>
                  <a:cubicBezTo>
                    <a:pt x="2395" y="442"/>
                    <a:pt x="0" y="3088"/>
                    <a:pt x="0" y="6270"/>
                  </a:cubicBezTo>
                  <a:cubicBezTo>
                    <a:pt x="0" y="7688"/>
                    <a:pt x="441" y="8979"/>
                    <a:pt x="1292" y="10082"/>
                  </a:cubicBezTo>
                  <a:cubicBezTo>
                    <a:pt x="1377" y="10184"/>
                    <a:pt x="1500" y="10241"/>
                    <a:pt x="1624" y="10241"/>
                  </a:cubicBezTo>
                  <a:cubicBezTo>
                    <a:pt x="1729" y="10241"/>
                    <a:pt x="1835" y="10200"/>
                    <a:pt x="1922" y="10114"/>
                  </a:cubicBezTo>
                  <a:lnTo>
                    <a:pt x="3718" y="8349"/>
                  </a:lnTo>
                  <a:cubicBezTo>
                    <a:pt x="3812" y="8223"/>
                    <a:pt x="3844" y="8003"/>
                    <a:pt x="3781" y="7845"/>
                  </a:cubicBezTo>
                  <a:cubicBezTo>
                    <a:pt x="3497" y="7373"/>
                    <a:pt x="3340" y="6806"/>
                    <a:pt x="3340" y="6270"/>
                  </a:cubicBezTo>
                  <a:cubicBezTo>
                    <a:pt x="3340" y="4884"/>
                    <a:pt x="4285" y="3655"/>
                    <a:pt x="5671" y="3309"/>
                  </a:cubicBezTo>
                  <a:cubicBezTo>
                    <a:pt x="5860" y="3277"/>
                    <a:pt x="5986" y="3120"/>
                    <a:pt x="5986" y="2899"/>
                  </a:cubicBezTo>
                  <a:lnTo>
                    <a:pt x="5986" y="379"/>
                  </a:lnTo>
                  <a:cubicBezTo>
                    <a:pt x="5955" y="190"/>
                    <a:pt x="5703" y="1"/>
                    <a:pt x="54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636" name="Google Shape;14636;p83"/>
            <p:cNvSpPr/>
            <p:nvPr/>
          </p:nvSpPr>
          <p:spPr>
            <a:xfrm>
              <a:off x="-59830825" y="2892525"/>
              <a:ext cx="201650" cy="95350"/>
            </a:xfrm>
            <a:custGeom>
              <a:avLst/>
              <a:gdLst/>
              <a:ahLst/>
              <a:cxnLst/>
              <a:rect l="l" t="t" r="r" b="b"/>
              <a:pathLst>
                <a:path w="8066" h="3814" extrusionOk="0">
                  <a:moveTo>
                    <a:pt x="5735" y="946"/>
                  </a:moveTo>
                  <a:lnTo>
                    <a:pt x="6963" y="2175"/>
                  </a:lnTo>
                  <a:cubicBezTo>
                    <a:pt x="6113" y="2710"/>
                    <a:pt x="5073" y="2994"/>
                    <a:pt x="4065" y="2994"/>
                  </a:cubicBezTo>
                  <a:cubicBezTo>
                    <a:pt x="3025" y="2994"/>
                    <a:pt x="2017" y="2710"/>
                    <a:pt x="1135" y="2175"/>
                  </a:cubicBezTo>
                  <a:lnTo>
                    <a:pt x="2364" y="946"/>
                  </a:lnTo>
                  <a:cubicBezTo>
                    <a:pt x="2868" y="1198"/>
                    <a:pt x="3466" y="1356"/>
                    <a:pt x="4065" y="1356"/>
                  </a:cubicBezTo>
                  <a:cubicBezTo>
                    <a:pt x="4600" y="1356"/>
                    <a:pt x="5199" y="1198"/>
                    <a:pt x="5735" y="946"/>
                  </a:cubicBezTo>
                  <a:close/>
                  <a:moveTo>
                    <a:pt x="5758" y="1"/>
                  </a:moveTo>
                  <a:cubicBezTo>
                    <a:pt x="5693" y="1"/>
                    <a:pt x="5630" y="11"/>
                    <a:pt x="5577" y="32"/>
                  </a:cubicBezTo>
                  <a:cubicBezTo>
                    <a:pt x="5105" y="316"/>
                    <a:pt x="4569" y="474"/>
                    <a:pt x="4002" y="474"/>
                  </a:cubicBezTo>
                  <a:cubicBezTo>
                    <a:pt x="3956" y="476"/>
                    <a:pt x="3911" y="478"/>
                    <a:pt x="3865" y="478"/>
                  </a:cubicBezTo>
                  <a:cubicBezTo>
                    <a:pt x="3376" y="478"/>
                    <a:pt x="2890" y="326"/>
                    <a:pt x="2458" y="95"/>
                  </a:cubicBezTo>
                  <a:cubicBezTo>
                    <a:pt x="2389" y="54"/>
                    <a:pt x="2315" y="31"/>
                    <a:pt x="2239" y="31"/>
                  </a:cubicBezTo>
                  <a:cubicBezTo>
                    <a:pt x="2142" y="31"/>
                    <a:pt x="2043" y="70"/>
                    <a:pt x="1954" y="158"/>
                  </a:cubicBezTo>
                  <a:lnTo>
                    <a:pt x="190" y="1923"/>
                  </a:lnTo>
                  <a:cubicBezTo>
                    <a:pt x="1" y="2143"/>
                    <a:pt x="32" y="2395"/>
                    <a:pt x="221" y="2553"/>
                  </a:cubicBezTo>
                  <a:cubicBezTo>
                    <a:pt x="1324" y="3403"/>
                    <a:pt x="2616" y="3813"/>
                    <a:pt x="4002" y="3813"/>
                  </a:cubicBezTo>
                  <a:cubicBezTo>
                    <a:pt x="5388" y="3813"/>
                    <a:pt x="6711" y="3403"/>
                    <a:pt x="7814" y="2521"/>
                  </a:cubicBezTo>
                  <a:cubicBezTo>
                    <a:pt x="8035" y="2364"/>
                    <a:pt x="8066" y="2080"/>
                    <a:pt x="7877" y="1891"/>
                  </a:cubicBezTo>
                  <a:lnTo>
                    <a:pt x="6113" y="127"/>
                  </a:lnTo>
                  <a:cubicBezTo>
                    <a:pt x="6029" y="43"/>
                    <a:pt x="5889" y="1"/>
                    <a:pt x="57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637" name="Google Shape;14637;p83"/>
            <p:cNvSpPr/>
            <p:nvPr/>
          </p:nvSpPr>
          <p:spPr>
            <a:xfrm>
              <a:off x="-59719775" y="2671925"/>
              <a:ext cx="149675" cy="256425"/>
            </a:xfrm>
            <a:custGeom>
              <a:avLst/>
              <a:gdLst/>
              <a:ahLst/>
              <a:cxnLst/>
              <a:rect l="l" t="t" r="r" b="b"/>
              <a:pathLst>
                <a:path w="5987" h="10257" extrusionOk="0">
                  <a:moveTo>
                    <a:pt x="820" y="917"/>
                  </a:moveTo>
                  <a:cubicBezTo>
                    <a:pt x="3309" y="1453"/>
                    <a:pt x="5105" y="3690"/>
                    <a:pt x="5105" y="6273"/>
                  </a:cubicBezTo>
                  <a:cubicBezTo>
                    <a:pt x="5073" y="7344"/>
                    <a:pt x="4790" y="8352"/>
                    <a:pt x="4254" y="9235"/>
                  </a:cubicBezTo>
                  <a:lnTo>
                    <a:pt x="3025" y="8006"/>
                  </a:lnTo>
                  <a:cubicBezTo>
                    <a:pt x="3309" y="7502"/>
                    <a:pt x="3435" y="6903"/>
                    <a:pt x="3435" y="6305"/>
                  </a:cubicBezTo>
                  <a:cubicBezTo>
                    <a:pt x="3435" y="4572"/>
                    <a:pt x="2332" y="3154"/>
                    <a:pt x="820" y="2650"/>
                  </a:cubicBezTo>
                  <a:lnTo>
                    <a:pt x="820" y="917"/>
                  </a:lnTo>
                  <a:close/>
                  <a:moveTo>
                    <a:pt x="419" y="0"/>
                  </a:moveTo>
                  <a:cubicBezTo>
                    <a:pt x="190" y="0"/>
                    <a:pt x="1" y="180"/>
                    <a:pt x="1" y="413"/>
                  </a:cubicBezTo>
                  <a:lnTo>
                    <a:pt x="1" y="2934"/>
                  </a:lnTo>
                  <a:cubicBezTo>
                    <a:pt x="1" y="3123"/>
                    <a:pt x="127" y="3280"/>
                    <a:pt x="316" y="3312"/>
                  </a:cubicBezTo>
                  <a:cubicBezTo>
                    <a:pt x="1639" y="3658"/>
                    <a:pt x="2647" y="4855"/>
                    <a:pt x="2647" y="6273"/>
                  </a:cubicBezTo>
                  <a:cubicBezTo>
                    <a:pt x="2647" y="6809"/>
                    <a:pt x="2490" y="7376"/>
                    <a:pt x="2206" y="7848"/>
                  </a:cubicBezTo>
                  <a:cubicBezTo>
                    <a:pt x="2080" y="8006"/>
                    <a:pt x="2112" y="8195"/>
                    <a:pt x="2269" y="8352"/>
                  </a:cubicBezTo>
                  <a:lnTo>
                    <a:pt x="4065" y="10117"/>
                  </a:lnTo>
                  <a:cubicBezTo>
                    <a:pt x="4149" y="10214"/>
                    <a:pt x="4251" y="10257"/>
                    <a:pt x="4353" y="10257"/>
                  </a:cubicBezTo>
                  <a:cubicBezTo>
                    <a:pt x="4481" y="10257"/>
                    <a:pt x="4608" y="10190"/>
                    <a:pt x="4695" y="10085"/>
                  </a:cubicBezTo>
                  <a:cubicBezTo>
                    <a:pt x="5514" y="8982"/>
                    <a:pt x="5987" y="7659"/>
                    <a:pt x="5987" y="6273"/>
                  </a:cubicBezTo>
                  <a:cubicBezTo>
                    <a:pt x="5892" y="3123"/>
                    <a:pt x="3529" y="445"/>
                    <a:pt x="474" y="4"/>
                  </a:cubicBezTo>
                  <a:cubicBezTo>
                    <a:pt x="455" y="1"/>
                    <a:pt x="437" y="0"/>
                    <a:pt x="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638" name="Google Shape;14638;p83"/>
            <p:cNvSpPr/>
            <p:nvPr/>
          </p:nvSpPr>
          <p:spPr>
            <a:xfrm>
              <a:off x="-59762300" y="2757075"/>
              <a:ext cx="63025" cy="145725"/>
            </a:xfrm>
            <a:custGeom>
              <a:avLst/>
              <a:gdLst/>
              <a:ahLst/>
              <a:cxnLst/>
              <a:rect l="l" t="t" r="r" b="b"/>
              <a:pathLst>
                <a:path w="2521" h="5829" extrusionOk="0">
                  <a:moveTo>
                    <a:pt x="1261" y="0"/>
                  </a:moveTo>
                  <a:cubicBezTo>
                    <a:pt x="1040" y="0"/>
                    <a:pt x="820" y="189"/>
                    <a:pt x="820" y="378"/>
                  </a:cubicBezTo>
                  <a:lnTo>
                    <a:pt x="820" y="662"/>
                  </a:lnTo>
                  <a:cubicBezTo>
                    <a:pt x="347" y="819"/>
                    <a:pt x="1" y="1292"/>
                    <a:pt x="1" y="1827"/>
                  </a:cubicBezTo>
                  <a:cubicBezTo>
                    <a:pt x="1" y="2521"/>
                    <a:pt x="568" y="2899"/>
                    <a:pt x="977" y="3214"/>
                  </a:cubicBezTo>
                  <a:cubicBezTo>
                    <a:pt x="1292" y="3466"/>
                    <a:pt x="1670" y="3686"/>
                    <a:pt x="1670" y="3938"/>
                  </a:cubicBezTo>
                  <a:cubicBezTo>
                    <a:pt x="1670" y="4159"/>
                    <a:pt x="1450" y="4348"/>
                    <a:pt x="1261" y="4348"/>
                  </a:cubicBezTo>
                  <a:cubicBezTo>
                    <a:pt x="1072" y="4348"/>
                    <a:pt x="820" y="4159"/>
                    <a:pt x="820" y="3938"/>
                  </a:cubicBezTo>
                  <a:cubicBezTo>
                    <a:pt x="820" y="3686"/>
                    <a:pt x="631" y="3497"/>
                    <a:pt x="442" y="3497"/>
                  </a:cubicBezTo>
                  <a:cubicBezTo>
                    <a:pt x="253" y="3497"/>
                    <a:pt x="32" y="3686"/>
                    <a:pt x="32" y="3938"/>
                  </a:cubicBezTo>
                  <a:cubicBezTo>
                    <a:pt x="32" y="4474"/>
                    <a:pt x="410" y="4915"/>
                    <a:pt x="883" y="5104"/>
                  </a:cubicBezTo>
                  <a:lnTo>
                    <a:pt x="883" y="5387"/>
                  </a:lnTo>
                  <a:cubicBezTo>
                    <a:pt x="883" y="5608"/>
                    <a:pt x="1072" y="5829"/>
                    <a:pt x="1292" y="5829"/>
                  </a:cubicBezTo>
                  <a:cubicBezTo>
                    <a:pt x="1544" y="5829"/>
                    <a:pt x="1702" y="5608"/>
                    <a:pt x="1702" y="5387"/>
                  </a:cubicBezTo>
                  <a:lnTo>
                    <a:pt x="1702" y="5104"/>
                  </a:lnTo>
                  <a:cubicBezTo>
                    <a:pt x="2175" y="4946"/>
                    <a:pt x="2521" y="4474"/>
                    <a:pt x="2521" y="3938"/>
                  </a:cubicBezTo>
                  <a:cubicBezTo>
                    <a:pt x="2521" y="3245"/>
                    <a:pt x="1985" y="2867"/>
                    <a:pt x="1544" y="2552"/>
                  </a:cubicBezTo>
                  <a:cubicBezTo>
                    <a:pt x="1229" y="2300"/>
                    <a:pt x="883" y="2079"/>
                    <a:pt x="883" y="1827"/>
                  </a:cubicBezTo>
                  <a:cubicBezTo>
                    <a:pt x="883" y="1607"/>
                    <a:pt x="1072" y="1418"/>
                    <a:pt x="1292" y="1418"/>
                  </a:cubicBezTo>
                  <a:cubicBezTo>
                    <a:pt x="1544" y="1418"/>
                    <a:pt x="1702" y="1607"/>
                    <a:pt x="1702" y="1827"/>
                  </a:cubicBezTo>
                  <a:cubicBezTo>
                    <a:pt x="1702" y="2079"/>
                    <a:pt x="1891" y="2268"/>
                    <a:pt x="2143" y="2268"/>
                  </a:cubicBezTo>
                  <a:cubicBezTo>
                    <a:pt x="2364" y="2268"/>
                    <a:pt x="2521" y="2079"/>
                    <a:pt x="2521" y="1827"/>
                  </a:cubicBezTo>
                  <a:cubicBezTo>
                    <a:pt x="2521" y="1292"/>
                    <a:pt x="2175" y="851"/>
                    <a:pt x="1702" y="662"/>
                  </a:cubicBezTo>
                  <a:lnTo>
                    <a:pt x="1702" y="378"/>
                  </a:lnTo>
                  <a:cubicBezTo>
                    <a:pt x="1702" y="189"/>
                    <a:pt x="1513" y="0"/>
                    <a:pt x="12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639" name="Google Shape;14639;p83"/>
          <p:cNvGrpSpPr/>
          <p:nvPr/>
        </p:nvGrpSpPr>
        <p:grpSpPr>
          <a:xfrm>
            <a:off x="2620204" y="4054176"/>
            <a:ext cx="367165" cy="366269"/>
            <a:chOff x="-59092025" y="2296300"/>
            <a:chExt cx="317425" cy="316650"/>
          </a:xfrm>
        </p:grpSpPr>
        <p:sp>
          <p:nvSpPr>
            <p:cNvPr id="14640" name="Google Shape;14640;p83"/>
            <p:cNvSpPr/>
            <p:nvPr/>
          </p:nvSpPr>
          <p:spPr>
            <a:xfrm>
              <a:off x="-58994350" y="2382950"/>
              <a:ext cx="122875" cy="133925"/>
            </a:xfrm>
            <a:custGeom>
              <a:avLst/>
              <a:gdLst/>
              <a:ahLst/>
              <a:cxnLst/>
              <a:rect l="l" t="t" r="r" b="b"/>
              <a:pathLst>
                <a:path w="4915" h="5357" extrusionOk="0">
                  <a:moveTo>
                    <a:pt x="2457" y="819"/>
                  </a:moveTo>
                  <a:cubicBezTo>
                    <a:pt x="2930" y="819"/>
                    <a:pt x="3277" y="1166"/>
                    <a:pt x="3277" y="1639"/>
                  </a:cubicBezTo>
                  <a:cubicBezTo>
                    <a:pt x="3277" y="2111"/>
                    <a:pt x="2930" y="2458"/>
                    <a:pt x="2457" y="2458"/>
                  </a:cubicBezTo>
                  <a:cubicBezTo>
                    <a:pt x="1985" y="2458"/>
                    <a:pt x="1607" y="2111"/>
                    <a:pt x="1607" y="1639"/>
                  </a:cubicBezTo>
                  <a:cubicBezTo>
                    <a:pt x="1607" y="1166"/>
                    <a:pt x="2016" y="819"/>
                    <a:pt x="2457" y="819"/>
                  </a:cubicBezTo>
                  <a:close/>
                  <a:moveTo>
                    <a:pt x="2489" y="3245"/>
                  </a:moveTo>
                  <a:cubicBezTo>
                    <a:pt x="3277" y="3245"/>
                    <a:pt x="3907" y="3781"/>
                    <a:pt x="4096" y="4506"/>
                  </a:cubicBezTo>
                  <a:lnTo>
                    <a:pt x="882" y="4506"/>
                  </a:lnTo>
                  <a:cubicBezTo>
                    <a:pt x="1071" y="3812"/>
                    <a:pt x="1701" y="3245"/>
                    <a:pt x="2489" y="3245"/>
                  </a:cubicBezTo>
                  <a:close/>
                  <a:moveTo>
                    <a:pt x="2489" y="0"/>
                  </a:moveTo>
                  <a:cubicBezTo>
                    <a:pt x="1575" y="0"/>
                    <a:pt x="819" y="725"/>
                    <a:pt x="819" y="1639"/>
                  </a:cubicBezTo>
                  <a:cubicBezTo>
                    <a:pt x="819" y="2080"/>
                    <a:pt x="977" y="2458"/>
                    <a:pt x="1292" y="2773"/>
                  </a:cubicBezTo>
                  <a:cubicBezTo>
                    <a:pt x="567" y="3214"/>
                    <a:pt x="0" y="4001"/>
                    <a:pt x="0" y="4947"/>
                  </a:cubicBezTo>
                  <a:cubicBezTo>
                    <a:pt x="0" y="5199"/>
                    <a:pt x="189" y="5356"/>
                    <a:pt x="410" y="5356"/>
                  </a:cubicBezTo>
                  <a:lnTo>
                    <a:pt x="4537" y="5356"/>
                  </a:lnTo>
                  <a:cubicBezTo>
                    <a:pt x="4757" y="5356"/>
                    <a:pt x="4915" y="5136"/>
                    <a:pt x="4915" y="4947"/>
                  </a:cubicBezTo>
                  <a:cubicBezTo>
                    <a:pt x="4915" y="4001"/>
                    <a:pt x="4411" y="3182"/>
                    <a:pt x="3655" y="2773"/>
                  </a:cubicBezTo>
                  <a:cubicBezTo>
                    <a:pt x="3938" y="2458"/>
                    <a:pt x="4127" y="2080"/>
                    <a:pt x="4127" y="1639"/>
                  </a:cubicBezTo>
                  <a:cubicBezTo>
                    <a:pt x="4127" y="725"/>
                    <a:pt x="3403" y="0"/>
                    <a:pt x="24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641" name="Google Shape;14641;p83"/>
            <p:cNvSpPr/>
            <p:nvPr/>
          </p:nvSpPr>
          <p:spPr>
            <a:xfrm>
              <a:off x="-59092025" y="2296300"/>
              <a:ext cx="317425" cy="316650"/>
            </a:xfrm>
            <a:custGeom>
              <a:avLst/>
              <a:gdLst/>
              <a:ahLst/>
              <a:cxnLst/>
              <a:rect l="l" t="t" r="r" b="b"/>
              <a:pathLst>
                <a:path w="12697" h="12666" extrusionOk="0">
                  <a:moveTo>
                    <a:pt x="1261" y="820"/>
                  </a:moveTo>
                  <a:cubicBezTo>
                    <a:pt x="1513" y="820"/>
                    <a:pt x="1702" y="1009"/>
                    <a:pt x="1702" y="1198"/>
                  </a:cubicBezTo>
                  <a:cubicBezTo>
                    <a:pt x="1670" y="1450"/>
                    <a:pt x="1513" y="1639"/>
                    <a:pt x="1261" y="1639"/>
                  </a:cubicBezTo>
                  <a:cubicBezTo>
                    <a:pt x="1040" y="1639"/>
                    <a:pt x="883" y="1450"/>
                    <a:pt x="883" y="1198"/>
                  </a:cubicBezTo>
                  <a:cubicBezTo>
                    <a:pt x="883" y="977"/>
                    <a:pt x="1072" y="820"/>
                    <a:pt x="1261" y="820"/>
                  </a:cubicBezTo>
                  <a:close/>
                  <a:moveTo>
                    <a:pt x="11468" y="820"/>
                  </a:moveTo>
                  <a:cubicBezTo>
                    <a:pt x="11720" y="820"/>
                    <a:pt x="11878" y="1009"/>
                    <a:pt x="11878" y="1198"/>
                  </a:cubicBezTo>
                  <a:cubicBezTo>
                    <a:pt x="11878" y="1450"/>
                    <a:pt x="11657" y="1639"/>
                    <a:pt x="11468" y="1639"/>
                  </a:cubicBezTo>
                  <a:cubicBezTo>
                    <a:pt x="11248" y="1639"/>
                    <a:pt x="11027" y="1450"/>
                    <a:pt x="11027" y="1198"/>
                  </a:cubicBezTo>
                  <a:cubicBezTo>
                    <a:pt x="11027" y="1009"/>
                    <a:pt x="11248" y="820"/>
                    <a:pt x="11468" y="820"/>
                  </a:cubicBezTo>
                  <a:close/>
                  <a:moveTo>
                    <a:pt x="6396" y="2616"/>
                  </a:moveTo>
                  <a:cubicBezTo>
                    <a:pt x="7341" y="2616"/>
                    <a:pt x="8286" y="2994"/>
                    <a:pt x="9042" y="3718"/>
                  </a:cubicBezTo>
                  <a:cubicBezTo>
                    <a:pt x="10492" y="5136"/>
                    <a:pt x="10492" y="7499"/>
                    <a:pt x="9042" y="8917"/>
                  </a:cubicBezTo>
                  <a:cubicBezTo>
                    <a:pt x="8318" y="9641"/>
                    <a:pt x="7373" y="10019"/>
                    <a:pt x="6396" y="10019"/>
                  </a:cubicBezTo>
                  <a:cubicBezTo>
                    <a:pt x="4348" y="10019"/>
                    <a:pt x="2647" y="8381"/>
                    <a:pt x="2647" y="6333"/>
                  </a:cubicBezTo>
                  <a:cubicBezTo>
                    <a:pt x="2647" y="4222"/>
                    <a:pt x="4348" y="2616"/>
                    <a:pt x="6396" y="2616"/>
                  </a:cubicBezTo>
                  <a:close/>
                  <a:moveTo>
                    <a:pt x="1261" y="10965"/>
                  </a:moveTo>
                  <a:cubicBezTo>
                    <a:pt x="1513" y="10965"/>
                    <a:pt x="1702" y="11185"/>
                    <a:pt x="1702" y="11406"/>
                  </a:cubicBezTo>
                  <a:cubicBezTo>
                    <a:pt x="1670" y="11658"/>
                    <a:pt x="1513" y="11847"/>
                    <a:pt x="1261" y="11847"/>
                  </a:cubicBezTo>
                  <a:cubicBezTo>
                    <a:pt x="1040" y="11847"/>
                    <a:pt x="883" y="11658"/>
                    <a:pt x="883" y="11406"/>
                  </a:cubicBezTo>
                  <a:cubicBezTo>
                    <a:pt x="883" y="11185"/>
                    <a:pt x="1072" y="10965"/>
                    <a:pt x="1261" y="10965"/>
                  </a:cubicBezTo>
                  <a:close/>
                  <a:moveTo>
                    <a:pt x="11468" y="11028"/>
                  </a:moveTo>
                  <a:cubicBezTo>
                    <a:pt x="11720" y="11028"/>
                    <a:pt x="11878" y="11217"/>
                    <a:pt x="11878" y="11437"/>
                  </a:cubicBezTo>
                  <a:cubicBezTo>
                    <a:pt x="11878" y="11689"/>
                    <a:pt x="11657" y="11878"/>
                    <a:pt x="11468" y="11878"/>
                  </a:cubicBezTo>
                  <a:cubicBezTo>
                    <a:pt x="11248" y="11878"/>
                    <a:pt x="11027" y="11689"/>
                    <a:pt x="11027" y="11437"/>
                  </a:cubicBezTo>
                  <a:cubicBezTo>
                    <a:pt x="11027" y="11217"/>
                    <a:pt x="11248" y="11028"/>
                    <a:pt x="11468" y="11028"/>
                  </a:cubicBezTo>
                  <a:close/>
                  <a:moveTo>
                    <a:pt x="1229" y="1"/>
                  </a:moveTo>
                  <a:cubicBezTo>
                    <a:pt x="567" y="1"/>
                    <a:pt x="0" y="536"/>
                    <a:pt x="0" y="1198"/>
                  </a:cubicBezTo>
                  <a:cubicBezTo>
                    <a:pt x="0" y="1891"/>
                    <a:pt x="567" y="2458"/>
                    <a:pt x="1229" y="2458"/>
                  </a:cubicBezTo>
                  <a:cubicBezTo>
                    <a:pt x="1418" y="2458"/>
                    <a:pt x="1576" y="2427"/>
                    <a:pt x="1796" y="2364"/>
                  </a:cubicBezTo>
                  <a:lnTo>
                    <a:pt x="2836" y="3403"/>
                  </a:lnTo>
                  <a:cubicBezTo>
                    <a:pt x="2174" y="4222"/>
                    <a:pt x="1828" y="5231"/>
                    <a:pt x="1828" y="6302"/>
                  </a:cubicBezTo>
                  <a:cubicBezTo>
                    <a:pt x="1828" y="7341"/>
                    <a:pt x="2174" y="8381"/>
                    <a:pt x="2899" y="9200"/>
                  </a:cubicBezTo>
                  <a:lnTo>
                    <a:pt x="1796" y="10303"/>
                  </a:lnTo>
                  <a:cubicBezTo>
                    <a:pt x="1639" y="10240"/>
                    <a:pt x="1418" y="10177"/>
                    <a:pt x="1229" y="10177"/>
                  </a:cubicBezTo>
                  <a:cubicBezTo>
                    <a:pt x="567" y="10177"/>
                    <a:pt x="0" y="10744"/>
                    <a:pt x="0" y="11437"/>
                  </a:cubicBezTo>
                  <a:cubicBezTo>
                    <a:pt x="0" y="12130"/>
                    <a:pt x="567" y="12666"/>
                    <a:pt x="1229" y="12666"/>
                  </a:cubicBezTo>
                  <a:cubicBezTo>
                    <a:pt x="1891" y="12666"/>
                    <a:pt x="2489" y="12130"/>
                    <a:pt x="2489" y="11437"/>
                  </a:cubicBezTo>
                  <a:cubicBezTo>
                    <a:pt x="2489" y="11248"/>
                    <a:pt x="2458" y="11091"/>
                    <a:pt x="2363" y="10901"/>
                  </a:cubicBezTo>
                  <a:lnTo>
                    <a:pt x="3466" y="9799"/>
                  </a:lnTo>
                  <a:cubicBezTo>
                    <a:pt x="4317" y="10460"/>
                    <a:pt x="5325" y="10838"/>
                    <a:pt x="6396" y="10838"/>
                  </a:cubicBezTo>
                  <a:cubicBezTo>
                    <a:pt x="7467" y="10838"/>
                    <a:pt x="8475" y="10492"/>
                    <a:pt x="9263" y="9830"/>
                  </a:cubicBezTo>
                  <a:lnTo>
                    <a:pt x="10334" y="10901"/>
                  </a:lnTo>
                  <a:cubicBezTo>
                    <a:pt x="10240" y="11059"/>
                    <a:pt x="10208" y="11248"/>
                    <a:pt x="10208" y="11437"/>
                  </a:cubicBezTo>
                  <a:cubicBezTo>
                    <a:pt x="10208" y="12099"/>
                    <a:pt x="10775" y="12666"/>
                    <a:pt x="11468" y="12666"/>
                  </a:cubicBezTo>
                  <a:cubicBezTo>
                    <a:pt x="12130" y="12666"/>
                    <a:pt x="12697" y="12099"/>
                    <a:pt x="12697" y="11437"/>
                  </a:cubicBezTo>
                  <a:cubicBezTo>
                    <a:pt x="12697" y="10775"/>
                    <a:pt x="12130" y="10177"/>
                    <a:pt x="11468" y="10177"/>
                  </a:cubicBezTo>
                  <a:cubicBezTo>
                    <a:pt x="11279" y="10177"/>
                    <a:pt x="11122" y="10208"/>
                    <a:pt x="10933" y="10303"/>
                  </a:cubicBezTo>
                  <a:lnTo>
                    <a:pt x="9861" y="9232"/>
                  </a:lnTo>
                  <a:cubicBezTo>
                    <a:pt x="11279" y="7562"/>
                    <a:pt x="11279" y="5073"/>
                    <a:pt x="9861" y="3403"/>
                  </a:cubicBezTo>
                  <a:lnTo>
                    <a:pt x="10933" y="2364"/>
                  </a:lnTo>
                  <a:cubicBezTo>
                    <a:pt x="11122" y="2427"/>
                    <a:pt x="11279" y="2458"/>
                    <a:pt x="11468" y="2458"/>
                  </a:cubicBezTo>
                  <a:cubicBezTo>
                    <a:pt x="12130" y="2458"/>
                    <a:pt x="12697" y="1923"/>
                    <a:pt x="12697" y="1198"/>
                  </a:cubicBezTo>
                  <a:cubicBezTo>
                    <a:pt x="12697" y="536"/>
                    <a:pt x="12130" y="1"/>
                    <a:pt x="11468" y="1"/>
                  </a:cubicBezTo>
                  <a:cubicBezTo>
                    <a:pt x="10807" y="1"/>
                    <a:pt x="10208" y="536"/>
                    <a:pt x="10208" y="1198"/>
                  </a:cubicBezTo>
                  <a:cubicBezTo>
                    <a:pt x="10208" y="1419"/>
                    <a:pt x="10240" y="1576"/>
                    <a:pt x="10334" y="1765"/>
                  </a:cubicBezTo>
                  <a:lnTo>
                    <a:pt x="9263" y="2836"/>
                  </a:lnTo>
                  <a:cubicBezTo>
                    <a:pt x="8412" y="2127"/>
                    <a:pt x="7373" y="1773"/>
                    <a:pt x="6337" y="1773"/>
                  </a:cubicBezTo>
                  <a:cubicBezTo>
                    <a:pt x="5301" y="1773"/>
                    <a:pt x="4269" y="2127"/>
                    <a:pt x="3434" y="2836"/>
                  </a:cubicBezTo>
                  <a:lnTo>
                    <a:pt x="2363" y="1765"/>
                  </a:lnTo>
                  <a:cubicBezTo>
                    <a:pt x="2458" y="1608"/>
                    <a:pt x="2489" y="1419"/>
                    <a:pt x="2489" y="1198"/>
                  </a:cubicBezTo>
                  <a:cubicBezTo>
                    <a:pt x="2489" y="536"/>
                    <a:pt x="1954"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642" name="Google Shape;14642;p83"/>
          <p:cNvGrpSpPr/>
          <p:nvPr/>
        </p:nvGrpSpPr>
        <p:grpSpPr>
          <a:xfrm>
            <a:off x="4865611" y="1305095"/>
            <a:ext cx="353174" cy="347599"/>
            <a:chOff x="683125" y="1955275"/>
            <a:chExt cx="299325" cy="294600"/>
          </a:xfrm>
        </p:grpSpPr>
        <p:sp>
          <p:nvSpPr>
            <p:cNvPr id="14643" name="Google Shape;14643;p83"/>
            <p:cNvSpPr/>
            <p:nvPr/>
          </p:nvSpPr>
          <p:spPr>
            <a:xfrm>
              <a:off x="876875" y="1989925"/>
              <a:ext cx="52800" cy="63825"/>
            </a:xfrm>
            <a:custGeom>
              <a:avLst/>
              <a:gdLst/>
              <a:ahLst/>
              <a:cxnLst/>
              <a:rect l="l" t="t" r="r" b="b"/>
              <a:pathLst>
                <a:path w="2112" h="2553" extrusionOk="0">
                  <a:moveTo>
                    <a:pt x="1072" y="0"/>
                  </a:moveTo>
                  <a:cubicBezTo>
                    <a:pt x="473" y="0"/>
                    <a:pt x="64" y="473"/>
                    <a:pt x="64" y="1009"/>
                  </a:cubicBezTo>
                  <a:cubicBezTo>
                    <a:pt x="1" y="1229"/>
                    <a:pt x="158" y="1324"/>
                    <a:pt x="379" y="1324"/>
                  </a:cubicBezTo>
                  <a:cubicBezTo>
                    <a:pt x="568" y="1324"/>
                    <a:pt x="725" y="1166"/>
                    <a:pt x="725" y="977"/>
                  </a:cubicBezTo>
                  <a:cubicBezTo>
                    <a:pt x="725" y="788"/>
                    <a:pt x="883" y="631"/>
                    <a:pt x="1072" y="631"/>
                  </a:cubicBezTo>
                  <a:cubicBezTo>
                    <a:pt x="1261" y="631"/>
                    <a:pt x="1418" y="788"/>
                    <a:pt x="1418" y="977"/>
                  </a:cubicBezTo>
                  <a:cubicBezTo>
                    <a:pt x="1418" y="1103"/>
                    <a:pt x="1355" y="1198"/>
                    <a:pt x="1229" y="1292"/>
                  </a:cubicBezTo>
                  <a:cubicBezTo>
                    <a:pt x="914" y="1450"/>
                    <a:pt x="725" y="1796"/>
                    <a:pt x="725" y="2206"/>
                  </a:cubicBezTo>
                  <a:cubicBezTo>
                    <a:pt x="725" y="2395"/>
                    <a:pt x="883" y="2552"/>
                    <a:pt x="1072" y="2552"/>
                  </a:cubicBezTo>
                  <a:cubicBezTo>
                    <a:pt x="1261" y="2552"/>
                    <a:pt x="1418" y="2395"/>
                    <a:pt x="1418" y="2206"/>
                  </a:cubicBezTo>
                  <a:cubicBezTo>
                    <a:pt x="1418" y="2080"/>
                    <a:pt x="1481" y="1954"/>
                    <a:pt x="1544" y="1922"/>
                  </a:cubicBezTo>
                  <a:cubicBezTo>
                    <a:pt x="1891" y="1733"/>
                    <a:pt x="2111" y="1355"/>
                    <a:pt x="2111" y="1009"/>
                  </a:cubicBezTo>
                  <a:cubicBezTo>
                    <a:pt x="2111" y="410"/>
                    <a:pt x="1639"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644" name="Google Shape;14644;p83"/>
            <p:cNvSpPr/>
            <p:nvPr/>
          </p:nvSpPr>
          <p:spPr>
            <a:xfrm>
              <a:off x="683125" y="2058450"/>
              <a:ext cx="159900" cy="191425"/>
            </a:xfrm>
            <a:custGeom>
              <a:avLst/>
              <a:gdLst/>
              <a:ahLst/>
              <a:cxnLst/>
              <a:rect l="l" t="t" r="r" b="b"/>
              <a:pathLst>
                <a:path w="6396" h="7657" extrusionOk="0">
                  <a:moveTo>
                    <a:pt x="3245" y="693"/>
                  </a:moveTo>
                  <a:cubicBezTo>
                    <a:pt x="3812" y="693"/>
                    <a:pt x="4285" y="1166"/>
                    <a:pt x="4285" y="1702"/>
                  </a:cubicBezTo>
                  <a:cubicBezTo>
                    <a:pt x="4285" y="2269"/>
                    <a:pt x="3812" y="2710"/>
                    <a:pt x="3245" y="2710"/>
                  </a:cubicBezTo>
                  <a:cubicBezTo>
                    <a:pt x="2647" y="2710"/>
                    <a:pt x="2174" y="2269"/>
                    <a:pt x="2174" y="1702"/>
                  </a:cubicBezTo>
                  <a:cubicBezTo>
                    <a:pt x="2174" y="1166"/>
                    <a:pt x="2678" y="693"/>
                    <a:pt x="3245" y="693"/>
                  </a:cubicBezTo>
                  <a:close/>
                  <a:moveTo>
                    <a:pt x="3245" y="3434"/>
                  </a:moveTo>
                  <a:cubicBezTo>
                    <a:pt x="4569" y="3434"/>
                    <a:pt x="5671" y="4537"/>
                    <a:pt x="5671" y="5892"/>
                  </a:cubicBezTo>
                  <a:lnTo>
                    <a:pt x="5671" y="6994"/>
                  </a:lnTo>
                  <a:lnTo>
                    <a:pt x="788" y="6994"/>
                  </a:lnTo>
                  <a:lnTo>
                    <a:pt x="788" y="5892"/>
                  </a:lnTo>
                  <a:cubicBezTo>
                    <a:pt x="788" y="4537"/>
                    <a:pt x="1891" y="3434"/>
                    <a:pt x="3245" y="3434"/>
                  </a:cubicBezTo>
                  <a:close/>
                  <a:moveTo>
                    <a:pt x="3182" y="0"/>
                  </a:moveTo>
                  <a:cubicBezTo>
                    <a:pt x="2237" y="0"/>
                    <a:pt x="1418" y="788"/>
                    <a:pt x="1418" y="1733"/>
                  </a:cubicBezTo>
                  <a:cubicBezTo>
                    <a:pt x="1418" y="2206"/>
                    <a:pt x="1607" y="2678"/>
                    <a:pt x="1985" y="2993"/>
                  </a:cubicBezTo>
                  <a:cubicBezTo>
                    <a:pt x="819" y="3466"/>
                    <a:pt x="0" y="4569"/>
                    <a:pt x="0" y="5892"/>
                  </a:cubicBezTo>
                  <a:lnTo>
                    <a:pt x="0" y="7309"/>
                  </a:lnTo>
                  <a:cubicBezTo>
                    <a:pt x="126" y="7499"/>
                    <a:pt x="284" y="7656"/>
                    <a:pt x="441" y="7656"/>
                  </a:cubicBezTo>
                  <a:lnTo>
                    <a:pt x="6018" y="7656"/>
                  </a:lnTo>
                  <a:cubicBezTo>
                    <a:pt x="6238" y="7656"/>
                    <a:pt x="6396" y="7499"/>
                    <a:pt x="6396" y="7309"/>
                  </a:cubicBezTo>
                  <a:lnTo>
                    <a:pt x="6396" y="5892"/>
                  </a:lnTo>
                  <a:cubicBezTo>
                    <a:pt x="6396" y="4569"/>
                    <a:pt x="5545" y="3466"/>
                    <a:pt x="4411" y="2993"/>
                  </a:cubicBezTo>
                  <a:cubicBezTo>
                    <a:pt x="4758" y="2647"/>
                    <a:pt x="4978" y="2206"/>
                    <a:pt x="4978" y="1733"/>
                  </a:cubicBezTo>
                  <a:cubicBezTo>
                    <a:pt x="4978" y="788"/>
                    <a:pt x="4190" y="0"/>
                    <a:pt x="3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645" name="Google Shape;14645;p83"/>
            <p:cNvSpPr/>
            <p:nvPr/>
          </p:nvSpPr>
          <p:spPr>
            <a:xfrm>
              <a:off x="824900" y="1955275"/>
              <a:ext cx="157550" cy="155975"/>
            </a:xfrm>
            <a:custGeom>
              <a:avLst/>
              <a:gdLst/>
              <a:ahLst/>
              <a:cxnLst/>
              <a:rect l="l" t="t" r="r" b="b"/>
              <a:pathLst>
                <a:path w="6302" h="6239" extrusionOk="0">
                  <a:moveTo>
                    <a:pt x="3151" y="662"/>
                  </a:moveTo>
                  <a:cubicBezTo>
                    <a:pt x="4505" y="662"/>
                    <a:pt x="5608" y="1765"/>
                    <a:pt x="5608" y="3119"/>
                  </a:cubicBezTo>
                  <a:cubicBezTo>
                    <a:pt x="5608" y="4442"/>
                    <a:pt x="4505" y="5545"/>
                    <a:pt x="3151" y="5545"/>
                  </a:cubicBezTo>
                  <a:cubicBezTo>
                    <a:pt x="2710" y="5545"/>
                    <a:pt x="2332" y="5451"/>
                    <a:pt x="1954" y="5230"/>
                  </a:cubicBezTo>
                  <a:cubicBezTo>
                    <a:pt x="1890" y="5199"/>
                    <a:pt x="1796" y="5199"/>
                    <a:pt x="1733" y="5199"/>
                  </a:cubicBezTo>
                  <a:lnTo>
                    <a:pt x="945" y="5388"/>
                  </a:lnTo>
                  <a:lnTo>
                    <a:pt x="1166" y="4694"/>
                  </a:lnTo>
                  <a:cubicBezTo>
                    <a:pt x="1229" y="4568"/>
                    <a:pt x="1166" y="4505"/>
                    <a:pt x="1134" y="4411"/>
                  </a:cubicBezTo>
                  <a:cubicBezTo>
                    <a:pt x="914" y="4033"/>
                    <a:pt x="756" y="3592"/>
                    <a:pt x="756" y="3119"/>
                  </a:cubicBezTo>
                  <a:cubicBezTo>
                    <a:pt x="725" y="1733"/>
                    <a:pt x="1827" y="662"/>
                    <a:pt x="3151" y="662"/>
                  </a:cubicBezTo>
                  <a:close/>
                  <a:moveTo>
                    <a:pt x="3182" y="0"/>
                  </a:moveTo>
                  <a:cubicBezTo>
                    <a:pt x="1449" y="0"/>
                    <a:pt x="95" y="1418"/>
                    <a:pt x="95" y="3119"/>
                  </a:cubicBezTo>
                  <a:cubicBezTo>
                    <a:pt x="95" y="3655"/>
                    <a:pt x="189" y="4190"/>
                    <a:pt x="473" y="4663"/>
                  </a:cubicBezTo>
                  <a:lnTo>
                    <a:pt x="32" y="5766"/>
                  </a:lnTo>
                  <a:cubicBezTo>
                    <a:pt x="0" y="5860"/>
                    <a:pt x="32" y="5986"/>
                    <a:pt x="126" y="6112"/>
                  </a:cubicBezTo>
                  <a:cubicBezTo>
                    <a:pt x="189" y="6175"/>
                    <a:pt x="315" y="6238"/>
                    <a:pt x="473" y="6238"/>
                  </a:cubicBezTo>
                  <a:lnTo>
                    <a:pt x="1764" y="5923"/>
                  </a:lnTo>
                  <a:cubicBezTo>
                    <a:pt x="2206" y="6144"/>
                    <a:pt x="2678" y="6238"/>
                    <a:pt x="3182" y="6238"/>
                  </a:cubicBezTo>
                  <a:cubicBezTo>
                    <a:pt x="4915" y="6238"/>
                    <a:pt x="6301" y="4820"/>
                    <a:pt x="6301" y="3119"/>
                  </a:cubicBezTo>
                  <a:cubicBezTo>
                    <a:pt x="6301" y="1386"/>
                    <a:pt x="4883" y="0"/>
                    <a:pt x="3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646" name="Google Shape;14646;p83"/>
            <p:cNvSpPr/>
            <p:nvPr/>
          </p:nvSpPr>
          <p:spPr>
            <a:xfrm>
              <a:off x="895000" y="2058450"/>
              <a:ext cx="17350" cy="18125"/>
            </a:xfrm>
            <a:custGeom>
              <a:avLst/>
              <a:gdLst/>
              <a:ahLst/>
              <a:cxnLst/>
              <a:rect l="l" t="t" r="r" b="b"/>
              <a:pathLst>
                <a:path w="694"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647" name="Google Shape;14647;p83"/>
          <p:cNvGrpSpPr/>
          <p:nvPr/>
        </p:nvGrpSpPr>
        <p:grpSpPr>
          <a:xfrm>
            <a:off x="4866541" y="1755653"/>
            <a:ext cx="351315" cy="349486"/>
            <a:chOff x="685475" y="2318350"/>
            <a:chExt cx="297750" cy="296200"/>
          </a:xfrm>
        </p:grpSpPr>
        <p:sp>
          <p:nvSpPr>
            <p:cNvPr id="14648" name="Google Shape;14648;p83"/>
            <p:cNvSpPr/>
            <p:nvPr/>
          </p:nvSpPr>
          <p:spPr>
            <a:xfrm>
              <a:off x="685475" y="2371925"/>
              <a:ext cx="142600" cy="241975"/>
            </a:xfrm>
            <a:custGeom>
              <a:avLst/>
              <a:gdLst/>
              <a:ahLst/>
              <a:cxnLst/>
              <a:rect l="l" t="t" r="r" b="b"/>
              <a:pathLst>
                <a:path w="5704" h="9679" extrusionOk="0">
                  <a:moveTo>
                    <a:pt x="2080" y="662"/>
                  </a:moveTo>
                  <a:cubicBezTo>
                    <a:pt x="2458" y="662"/>
                    <a:pt x="2773" y="977"/>
                    <a:pt x="2773" y="1387"/>
                  </a:cubicBezTo>
                  <a:cubicBezTo>
                    <a:pt x="2773" y="1765"/>
                    <a:pt x="2458" y="2080"/>
                    <a:pt x="2080" y="2080"/>
                  </a:cubicBezTo>
                  <a:cubicBezTo>
                    <a:pt x="1671" y="2080"/>
                    <a:pt x="1356" y="1765"/>
                    <a:pt x="1356" y="1387"/>
                  </a:cubicBezTo>
                  <a:cubicBezTo>
                    <a:pt x="1356" y="977"/>
                    <a:pt x="1734" y="662"/>
                    <a:pt x="2080" y="662"/>
                  </a:cubicBezTo>
                  <a:close/>
                  <a:moveTo>
                    <a:pt x="2962" y="6900"/>
                  </a:moveTo>
                  <a:lnTo>
                    <a:pt x="3120" y="7593"/>
                  </a:lnTo>
                  <a:lnTo>
                    <a:pt x="1135" y="7593"/>
                  </a:lnTo>
                  <a:lnTo>
                    <a:pt x="1293" y="6900"/>
                  </a:lnTo>
                  <a:close/>
                  <a:moveTo>
                    <a:pt x="1742" y="2767"/>
                  </a:moveTo>
                  <a:cubicBezTo>
                    <a:pt x="1866" y="2767"/>
                    <a:pt x="1991" y="2831"/>
                    <a:pt x="2049" y="2962"/>
                  </a:cubicBezTo>
                  <a:lnTo>
                    <a:pt x="2553" y="3938"/>
                  </a:lnTo>
                  <a:cubicBezTo>
                    <a:pt x="2584" y="4064"/>
                    <a:pt x="2742" y="4127"/>
                    <a:pt x="2868" y="4127"/>
                  </a:cubicBezTo>
                  <a:lnTo>
                    <a:pt x="3813" y="4127"/>
                  </a:lnTo>
                  <a:cubicBezTo>
                    <a:pt x="4002" y="4127"/>
                    <a:pt x="4159" y="4285"/>
                    <a:pt x="4159" y="4474"/>
                  </a:cubicBezTo>
                  <a:cubicBezTo>
                    <a:pt x="4159" y="4695"/>
                    <a:pt x="4002" y="4852"/>
                    <a:pt x="3813" y="4852"/>
                  </a:cubicBezTo>
                  <a:lnTo>
                    <a:pt x="2427" y="4852"/>
                  </a:lnTo>
                  <a:cubicBezTo>
                    <a:pt x="2301" y="4852"/>
                    <a:pt x="2175" y="4758"/>
                    <a:pt x="2112" y="4631"/>
                  </a:cubicBezTo>
                  <a:cubicBezTo>
                    <a:pt x="2042" y="4515"/>
                    <a:pt x="1919" y="4450"/>
                    <a:pt x="1784" y="4450"/>
                  </a:cubicBezTo>
                  <a:cubicBezTo>
                    <a:pt x="1737" y="4450"/>
                    <a:pt x="1688" y="4458"/>
                    <a:pt x="1639" y="4474"/>
                  </a:cubicBezTo>
                  <a:cubicBezTo>
                    <a:pt x="1482" y="4568"/>
                    <a:pt x="1387" y="4758"/>
                    <a:pt x="1482" y="4947"/>
                  </a:cubicBezTo>
                  <a:cubicBezTo>
                    <a:pt x="1671" y="5325"/>
                    <a:pt x="2017" y="5545"/>
                    <a:pt x="2427" y="5545"/>
                  </a:cubicBezTo>
                  <a:lnTo>
                    <a:pt x="3813" y="5545"/>
                  </a:lnTo>
                  <a:cubicBezTo>
                    <a:pt x="3970" y="5545"/>
                    <a:pt x="4128" y="5671"/>
                    <a:pt x="4159" y="5829"/>
                  </a:cubicBezTo>
                  <a:lnTo>
                    <a:pt x="4853" y="8570"/>
                  </a:lnTo>
                  <a:cubicBezTo>
                    <a:pt x="4916" y="8790"/>
                    <a:pt x="4790" y="8979"/>
                    <a:pt x="4632" y="9011"/>
                  </a:cubicBezTo>
                  <a:cubicBezTo>
                    <a:pt x="4608" y="9015"/>
                    <a:pt x="4584" y="9017"/>
                    <a:pt x="4560" y="9017"/>
                  </a:cubicBezTo>
                  <a:cubicBezTo>
                    <a:pt x="4403" y="9017"/>
                    <a:pt x="4273" y="8927"/>
                    <a:pt x="4191" y="8790"/>
                  </a:cubicBezTo>
                  <a:lnTo>
                    <a:pt x="3655" y="6522"/>
                  </a:lnTo>
                  <a:cubicBezTo>
                    <a:pt x="3592" y="6364"/>
                    <a:pt x="3498" y="6270"/>
                    <a:pt x="3277" y="6270"/>
                  </a:cubicBezTo>
                  <a:lnTo>
                    <a:pt x="1040" y="6270"/>
                  </a:lnTo>
                  <a:cubicBezTo>
                    <a:pt x="914" y="6270"/>
                    <a:pt x="851" y="6207"/>
                    <a:pt x="757" y="6144"/>
                  </a:cubicBezTo>
                  <a:cubicBezTo>
                    <a:pt x="694" y="5986"/>
                    <a:pt x="694" y="5892"/>
                    <a:pt x="694" y="5797"/>
                  </a:cubicBezTo>
                  <a:lnTo>
                    <a:pt x="1419" y="3025"/>
                  </a:lnTo>
                  <a:cubicBezTo>
                    <a:pt x="1453" y="2855"/>
                    <a:pt x="1597" y="2767"/>
                    <a:pt x="1742" y="2767"/>
                  </a:cubicBezTo>
                  <a:close/>
                  <a:moveTo>
                    <a:pt x="2143" y="0"/>
                  </a:moveTo>
                  <a:cubicBezTo>
                    <a:pt x="1419" y="0"/>
                    <a:pt x="788" y="630"/>
                    <a:pt x="788" y="1387"/>
                  </a:cubicBezTo>
                  <a:cubicBezTo>
                    <a:pt x="788" y="1733"/>
                    <a:pt x="946" y="2080"/>
                    <a:pt x="1135" y="2332"/>
                  </a:cubicBezTo>
                  <a:cubicBezTo>
                    <a:pt x="977" y="2426"/>
                    <a:pt x="851" y="2647"/>
                    <a:pt x="788" y="2867"/>
                  </a:cubicBezTo>
                  <a:lnTo>
                    <a:pt x="64" y="5640"/>
                  </a:lnTo>
                  <a:cubicBezTo>
                    <a:pt x="1" y="5955"/>
                    <a:pt x="64" y="6270"/>
                    <a:pt x="253" y="6522"/>
                  </a:cubicBezTo>
                  <a:cubicBezTo>
                    <a:pt x="347" y="6648"/>
                    <a:pt x="473" y="6774"/>
                    <a:pt x="631" y="6805"/>
                  </a:cubicBezTo>
                  <a:lnTo>
                    <a:pt x="32" y="9263"/>
                  </a:lnTo>
                  <a:cubicBezTo>
                    <a:pt x="1" y="9452"/>
                    <a:pt x="95" y="9609"/>
                    <a:pt x="253" y="9672"/>
                  </a:cubicBezTo>
                  <a:cubicBezTo>
                    <a:pt x="281" y="9676"/>
                    <a:pt x="309" y="9678"/>
                    <a:pt x="335" y="9678"/>
                  </a:cubicBezTo>
                  <a:cubicBezTo>
                    <a:pt x="513" y="9678"/>
                    <a:pt x="639" y="9589"/>
                    <a:pt x="694" y="9452"/>
                  </a:cubicBezTo>
                  <a:lnTo>
                    <a:pt x="977" y="8318"/>
                  </a:lnTo>
                  <a:lnTo>
                    <a:pt x="3372" y="8318"/>
                  </a:lnTo>
                  <a:lnTo>
                    <a:pt x="3529" y="8885"/>
                  </a:lnTo>
                  <a:cubicBezTo>
                    <a:pt x="3661" y="9359"/>
                    <a:pt x="4079" y="9679"/>
                    <a:pt x="4526" y="9679"/>
                  </a:cubicBezTo>
                  <a:cubicBezTo>
                    <a:pt x="4613" y="9679"/>
                    <a:pt x="4702" y="9667"/>
                    <a:pt x="4790" y="9641"/>
                  </a:cubicBezTo>
                  <a:cubicBezTo>
                    <a:pt x="5357" y="9483"/>
                    <a:pt x="5703" y="8916"/>
                    <a:pt x="5546" y="8381"/>
                  </a:cubicBezTo>
                  <a:lnTo>
                    <a:pt x="4821" y="5640"/>
                  </a:lnTo>
                  <a:cubicBezTo>
                    <a:pt x="4790" y="5482"/>
                    <a:pt x="4727" y="5325"/>
                    <a:pt x="4601" y="5199"/>
                  </a:cubicBezTo>
                  <a:cubicBezTo>
                    <a:pt x="4758" y="5010"/>
                    <a:pt x="4884" y="4758"/>
                    <a:pt x="4884" y="4474"/>
                  </a:cubicBezTo>
                  <a:cubicBezTo>
                    <a:pt x="4884" y="3907"/>
                    <a:pt x="4412" y="3466"/>
                    <a:pt x="3844" y="3466"/>
                  </a:cubicBezTo>
                  <a:lnTo>
                    <a:pt x="3088" y="3466"/>
                  </a:lnTo>
                  <a:lnTo>
                    <a:pt x="2710" y="2647"/>
                  </a:lnTo>
                  <a:cubicBezTo>
                    <a:pt x="3183" y="2395"/>
                    <a:pt x="3529" y="1922"/>
                    <a:pt x="3529" y="1387"/>
                  </a:cubicBezTo>
                  <a:cubicBezTo>
                    <a:pt x="3529" y="630"/>
                    <a:pt x="2899" y="0"/>
                    <a:pt x="2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649" name="Google Shape;14649;p83"/>
            <p:cNvSpPr/>
            <p:nvPr/>
          </p:nvSpPr>
          <p:spPr>
            <a:xfrm>
              <a:off x="839850" y="2371925"/>
              <a:ext cx="143375" cy="242625"/>
            </a:xfrm>
            <a:custGeom>
              <a:avLst/>
              <a:gdLst/>
              <a:ahLst/>
              <a:cxnLst/>
              <a:rect l="l" t="t" r="r" b="b"/>
              <a:pathLst>
                <a:path w="5735" h="9705" extrusionOk="0">
                  <a:moveTo>
                    <a:pt x="3624" y="662"/>
                  </a:moveTo>
                  <a:cubicBezTo>
                    <a:pt x="4002" y="662"/>
                    <a:pt x="4317" y="977"/>
                    <a:pt x="4317" y="1355"/>
                  </a:cubicBezTo>
                  <a:cubicBezTo>
                    <a:pt x="4317" y="1765"/>
                    <a:pt x="4002" y="2080"/>
                    <a:pt x="3624" y="2080"/>
                  </a:cubicBezTo>
                  <a:cubicBezTo>
                    <a:pt x="3214" y="2080"/>
                    <a:pt x="2899" y="1765"/>
                    <a:pt x="2899" y="1355"/>
                  </a:cubicBezTo>
                  <a:cubicBezTo>
                    <a:pt x="2899" y="977"/>
                    <a:pt x="3214" y="662"/>
                    <a:pt x="3624" y="662"/>
                  </a:cubicBezTo>
                  <a:close/>
                  <a:moveTo>
                    <a:pt x="4317" y="6900"/>
                  </a:moveTo>
                  <a:lnTo>
                    <a:pt x="4474" y="7593"/>
                  </a:lnTo>
                  <a:lnTo>
                    <a:pt x="2490" y="7593"/>
                  </a:lnTo>
                  <a:lnTo>
                    <a:pt x="2647" y="6900"/>
                  </a:lnTo>
                  <a:close/>
                  <a:moveTo>
                    <a:pt x="3962" y="2731"/>
                  </a:moveTo>
                  <a:cubicBezTo>
                    <a:pt x="4108" y="2731"/>
                    <a:pt x="4250" y="2818"/>
                    <a:pt x="4285" y="2993"/>
                  </a:cubicBezTo>
                  <a:lnTo>
                    <a:pt x="4979" y="5734"/>
                  </a:lnTo>
                  <a:cubicBezTo>
                    <a:pt x="5010" y="6018"/>
                    <a:pt x="4853" y="6207"/>
                    <a:pt x="4632" y="6207"/>
                  </a:cubicBezTo>
                  <a:lnTo>
                    <a:pt x="2395" y="6207"/>
                  </a:lnTo>
                  <a:cubicBezTo>
                    <a:pt x="2238" y="6207"/>
                    <a:pt x="2080" y="6333"/>
                    <a:pt x="2049" y="6490"/>
                  </a:cubicBezTo>
                  <a:lnTo>
                    <a:pt x="1482" y="8727"/>
                  </a:lnTo>
                  <a:cubicBezTo>
                    <a:pt x="1456" y="8883"/>
                    <a:pt x="1323" y="8996"/>
                    <a:pt x="1154" y="8996"/>
                  </a:cubicBezTo>
                  <a:cubicBezTo>
                    <a:pt x="1118" y="8996"/>
                    <a:pt x="1080" y="8990"/>
                    <a:pt x="1040" y="8979"/>
                  </a:cubicBezTo>
                  <a:cubicBezTo>
                    <a:pt x="851" y="8916"/>
                    <a:pt x="725" y="8727"/>
                    <a:pt x="820" y="8538"/>
                  </a:cubicBezTo>
                  <a:lnTo>
                    <a:pt x="1513" y="5766"/>
                  </a:lnTo>
                  <a:cubicBezTo>
                    <a:pt x="1576" y="5608"/>
                    <a:pt x="1671" y="5514"/>
                    <a:pt x="1891" y="5514"/>
                  </a:cubicBezTo>
                  <a:lnTo>
                    <a:pt x="3246" y="5514"/>
                  </a:lnTo>
                  <a:cubicBezTo>
                    <a:pt x="3655" y="5514"/>
                    <a:pt x="4002" y="5262"/>
                    <a:pt x="4222" y="4915"/>
                  </a:cubicBezTo>
                  <a:cubicBezTo>
                    <a:pt x="4285" y="4758"/>
                    <a:pt x="4222" y="4537"/>
                    <a:pt x="4033" y="4442"/>
                  </a:cubicBezTo>
                  <a:cubicBezTo>
                    <a:pt x="3993" y="4426"/>
                    <a:pt x="3948" y="4418"/>
                    <a:pt x="3902" y="4418"/>
                  </a:cubicBezTo>
                  <a:cubicBezTo>
                    <a:pt x="3770" y="4418"/>
                    <a:pt x="3631" y="4483"/>
                    <a:pt x="3561" y="4600"/>
                  </a:cubicBezTo>
                  <a:cubicBezTo>
                    <a:pt x="3529" y="4726"/>
                    <a:pt x="3372" y="4789"/>
                    <a:pt x="3246" y="4789"/>
                  </a:cubicBezTo>
                  <a:lnTo>
                    <a:pt x="1891" y="4789"/>
                  </a:lnTo>
                  <a:cubicBezTo>
                    <a:pt x="1671" y="4789"/>
                    <a:pt x="1513" y="4631"/>
                    <a:pt x="1513" y="4442"/>
                  </a:cubicBezTo>
                  <a:cubicBezTo>
                    <a:pt x="1513" y="4253"/>
                    <a:pt x="1671" y="4096"/>
                    <a:pt x="1891" y="4096"/>
                  </a:cubicBezTo>
                  <a:lnTo>
                    <a:pt x="2836" y="4096"/>
                  </a:lnTo>
                  <a:cubicBezTo>
                    <a:pt x="2931" y="4096"/>
                    <a:pt x="3057" y="4001"/>
                    <a:pt x="3151" y="3907"/>
                  </a:cubicBezTo>
                  <a:cubicBezTo>
                    <a:pt x="3151" y="3844"/>
                    <a:pt x="3655" y="2899"/>
                    <a:pt x="3655" y="2899"/>
                  </a:cubicBezTo>
                  <a:cubicBezTo>
                    <a:pt x="3725" y="2787"/>
                    <a:pt x="3845" y="2731"/>
                    <a:pt x="3962" y="2731"/>
                  </a:cubicBezTo>
                  <a:close/>
                  <a:moveTo>
                    <a:pt x="3529" y="0"/>
                  </a:moveTo>
                  <a:cubicBezTo>
                    <a:pt x="2805" y="0"/>
                    <a:pt x="2175" y="630"/>
                    <a:pt x="2175" y="1355"/>
                  </a:cubicBezTo>
                  <a:cubicBezTo>
                    <a:pt x="2175" y="1922"/>
                    <a:pt x="2490" y="2395"/>
                    <a:pt x="2994" y="2615"/>
                  </a:cubicBezTo>
                  <a:lnTo>
                    <a:pt x="2584" y="3466"/>
                  </a:lnTo>
                  <a:lnTo>
                    <a:pt x="1860" y="3466"/>
                  </a:lnTo>
                  <a:cubicBezTo>
                    <a:pt x="1261" y="3466"/>
                    <a:pt x="820" y="3938"/>
                    <a:pt x="820" y="4474"/>
                  </a:cubicBezTo>
                  <a:cubicBezTo>
                    <a:pt x="820" y="4758"/>
                    <a:pt x="946" y="4978"/>
                    <a:pt x="1103" y="5199"/>
                  </a:cubicBezTo>
                  <a:cubicBezTo>
                    <a:pt x="977" y="5325"/>
                    <a:pt x="914" y="5451"/>
                    <a:pt x="851" y="5608"/>
                  </a:cubicBezTo>
                  <a:lnTo>
                    <a:pt x="158" y="8381"/>
                  </a:lnTo>
                  <a:cubicBezTo>
                    <a:pt x="1" y="8916"/>
                    <a:pt x="347" y="9483"/>
                    <a:pt x="914" y="9641"/>
                  </a:cubicBezTo>
                  <a:cubicBezTo>
                    <a:pt x="1002" y="9667"/>
                    <a:pt x="1091" y="9679"/>
                    <a:pt x="1178" y="9679"/>
                  </a:cubicBezTo>
                  <a:cubicBezTo>
                    <a:pt x="1624" y="9679"/>
                    <a:pt x="2038" y="9359"/>
                    <a:pt x="2143" y="8885"/>
                  </a:cubicBezTo>
                  <a:lnTo>
                    <a:pt x="2332" y="8286"/>
                  </a:lnTo>
                  <a:lnTo>
                    <a:pt x="4695" y="8286"/>
                  </a:lnTo>
                  <a:lnTo>
                    <a:pt x="4947" y="9452"/>
                  </a:lnTo>
                  <a:cubicBezTo>
                    <a:pt x="4995" y="9597"/>
                    <a:pt x="5118" y="9704"/>
                    <a:pt x="5257" y="9704"/>
                  </a:cubicBezTo>
                  <a:cubicBezTo>
                    <a:pt x="5300" y="9704"/>
                    <a:pt x="5344" y="9694"/>
                    <a:pt x="5388" y="9672"/>
                  </a:cubicBezTo>
                  <a:cubicBezTo>
                    <a:pt x="5577" y="9641"/>
                    <a:pt x="5703" y="9452"/>
                    <a:pt x="5609" y="9231"/>
                  </a:cubicBezTo>
                  <a:lnTo>
                    <a:pt x="5042" y="6805"/>
                  </a:lnTo>
                  <a:cubicBezTo>
                    <a:pt x="5514" y="6616"/>
                    <a:pt x="5735" y="6144"/>
                    <a:pt x="5640" y="5640"/>
                  </a:cubicBezTo>
                  <a:lnTo>
                    <a:pt x="4916" y="2867"/>
                  </a:lnTo>
                  <a:cubicBezTo>
                    <a:pt x="4884" y="2647"/>
                    <a:pt x="4758" y="2489"/>
                    <a:pt x="4569" y="2332"/>
                  </a:cubicBezTo>
                  <a:cubicBezTo>
                    <a:pt x="4790" y="2080"/>
                    <a:pt x="4916" y="1733"/>
                    <a:pt x="4916" y="1355"/>
                  </a:cubicBezTo>
                  <a:cubicBezTo>
                    <a:pt x="4916" y="630"/>
                    <a:pt x="4285" y="0"/>
                    <a:pt x="35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650" name="Google Shape;14650;p83"/>
            <p:cNvSpPr/>
            <p:nvPr/>
          </p:nvSpPr>
          <p:spPr>
            <a:xfrm>
              <a:off x="772900" y="2318350"/>
              <a:ext cx="122125" cy="105075"/>
            </a:xfrm>
            <a:custGeom>
              <a:avLst/>
              <a:gdLst/>
              <a:ahLst/>
              <a:cxnLst/>
              <a:rect l="l" t="t" r="r" b="b"/>
              <a:pathLst>
                <a:path w="4885" h="4203" extrusionOk="0">
                  <a:moveTo>
                    <a:pt x="3844" y="631"/>
                  </a:moveTo>
                  <a:cubicBezTo>
                    <a:pt x="4034" y="631"/>
                    <a:pt x="4223" y="789"/>
                    <a:pt x="4223" y="978"/>
                  </a:cubicBezTo>
                  <a:lnTo>
                    <a:pt x="4223" y="1734"/>
                  </a:lnTo>
                  <a:cubicBezTo>
                    <a:pt x="4223" y="1923"/>
                    <a:pt x="4034" y="2112"/>
                    <a:pt x="3844" y="2112"/>
                  </a:cubicBezTo>
                  <a:cubicBezTo>
                    <a:pt x="3655" y="2143"/>
                    <a:pt x="3498" y="2301"/>
                    <a:pt x="3498" y="2458"/>
                  </a:cubicBezTo>
                  <a:lnTo>
                    <a:pt x="3498" y="2994"/>
                  </a:lnTo>
                  <a:lnTo>
                    <a:pt x="2679" y="2206"/>
                  </a:lnTo>
                  <a:cubicBezTo>
                    <a:pt x="2584" y="2143"/>
                    <a:pt x="2521" y="2112"/>
                    <a:pt x="2427" y="2112"/>
                  </a:cubicBezTo>
                  <a:lnTo>
                    <a:pt x="1009" y="2112"/>
                  </a:lnTo>
                  <a:cubicBezTo>
                    <a:pt x="820" y="2112"/>
                    <a:pt x="662" y="1923"/>
                    <a:pt x="662" y="1734"/>
                  </a:cubicBezTo>
                  <a:lnTo>
                    <a:pt x="662" y="978"/>
                  </a:lnTo>
                  <a:cubicBezTo>
                    <a:pt x="662" y="789"/>
                    <a:pt x="820" y="631"/>
                    <a:pt x="1009" y="631"/>
                  </a:cubicBezTo>
                  <a:close/>
                  <a:moveTo>
                    <a:pt x="1009" y="1"/>
                  </a:moveTo>
                  <a:cubicBezTo>
                    <a:pt x="442" y="1"/>
                    <a:pt x="1" y="474"/>
                    <a:pt x="1" y="1041"/>
                  </a:cubicBezTo>
                  <a:lnTo>
                    <a:pt x="1" y="1765"/>
                  </a:lnTo>
                  <a:cubicBezTo>
                    <a:pt x="1" y="2364"/>
                    <a:pt x="473" y="2805"/>
                    <a:pt x="1009" y="2805"/>
                  </a:cubicBezTo>
                  <a:lnTo>
                    <a:pt x="2269" y="2805"/>
                  </a:lnTo>
                  <a:lnTo>
                    <a:pt x="3592" y="4097"/>
                  </a:lnTo>
                  <a:cubicBezTo>
                    <a:pt x="3663" y="4167"/>
                    <a:pt x="3770" y="4203"/>
                    <a:pt x="3872" y="4203"/>
                  </a:cubicBezTo>
                  <a:cubicBezTo>
                    <a:pt x="3906" y="4203"/>
                    <a:pt x="3939" y="4199"/>
                    <a:pt x="3970" y="4191"/>
                  </a:cubicBezTo>
                  <a:cubicBezTo>
                    <a:pt x="4097" y="4160"/>
                    <a:pt x="4160" y="4002"/>
                    <a:pt x="4160" y="3876"/>
                  </a:cubicBezTo>
                  <a:lnTo>
                    <a:pt x="4160" y="2773"/>
                  </a:lnTo>
                  <a:cubicBezTo>
                    <a:pt x="4569" y="2616"/>
                    <a:pt x="4884" y="2238"/>
                    <a:pt x="4884" y="1765"/>
                  </a:cubicBezTo>
                  <a:lnTo>
                    <a:pt x="4884" y="1041"/>
                  </a:lnTo>
                  <a:cubicBezTo>
                    <a:pt x="4884" y="442"/>
                    <a:pt x="4412" y="1"/>
                    <a:pt x="38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651" name="Google Shape;14651;p83"/>
          <p:cNvGrpSpPr/>
          <p:nvPr/>
        </p:nvGrpSpPr>
        <p:grpSpPr>
          <a:xfrm>
            <a:off x="7094699" y="1304859"/>
            <a:ext cx="309517" cy="348071"/>
            <a:chOff x="2523000" y="1954875"/>
            <a:chExt cx="262325" cy="295000"/>
          </a:xfrm>
        </p:grpSpPr>
        <p:sp>
          <p:nvSpPr>
            <p:cNvPr id="14652" name="Google Shape;14652;p83"/>
            <p:cNvSpPr/>
            <p:nvPr/>
          </p:nvSpPr>
          <p:spPr>
            <a:xfrm>
              <a:off x="2523000" y="1954875"/>
              <a:ext cx="262325" cy="295000"/>
            </a:xfrm>
            <a:custGeom>
              <a:avLst/>
              <a:gdLst/>
              <a:ahLst/>
              <a:cxnLst/>
              <a:rect l="l" t="t" r="r" b="b"/>
              <a:pathLst>
                <a:path w="10493" h="11800" extrusionOk="0">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653" name="Google Shape;14653;p83"/>
            <p:cNvSpPr/>
            <p:nvPr/>
          </p:nvSpPr>
          <p:spPr>
            <a:xfrm>
              <a:off x="2595475" y="2024575"/>
              <a:ext cx="122100" cy="138650"/>
            </a:xfrm>
            <a:custGeom>
              <a:avLst/>
              <a:gdLst/>
              <a:ahLst/>
              <a:cxnLst/>
              <a:rect l="l" t="t" r="r" b="b"/>
              <a:pathLst>
                <a:path w="4884" h="5546" extrusionOk="0">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654" name="Google Shape;14654;p83"/>
          <p:cNvGrpSpPr/>
          <p:nvPr/>
        </p:nvGrpSpPr>
        <p:grpSpPr>
          <a:xfrm>
            <a:off x="7073800" y="1756125"/>
            <a:ext cx="351315" cy="348542"/>
            <a:chOff x="2508825" y="2318350"/>
            <a:chExt cx="297750" cy="295400"/>
          </a:xfrm>
        </p:grpSpPr>
        <p:sp>
          <p:nvSpPr>
            <p:cNvPr id="14655" name="Google Shape;14655;p83"/>
            <p:cNvSpPr/>
            <p:nvPr/>
          </p:nvSpPr>
          <p:spPr>
            <a:xfrm>
              <a:off x="2508825" y="2318350"/>
              <a:ext cx="297750" cy="295400"/>
            </a:xfrm>
            <a:custGeom>
              <a:avLst/>
              <a:gdLst/>
              <a:ahLst/>
              <a:cxnLst/>
              <a:rect l="l" t="t" r="r" b="b"/>
              <a:pathLst>
                <a:path w="11910" h="11816" extrusionOk="0">
                  <a:moveTo>
                    <a:pt x="5892" y="694"/>
                  </a:moveTo>
                  <a:cubicBezTo>
                    <a:pt x="7625" y="694"/>
                    <a:pt x="9043" y="2112"/>
                    <a:pt x="9043" y="3845"/>
                  </a:cubicBezTo>
                  <a:cubicBezTo>
                    <a:pt x="9043" y="5483"/>
                    <a:pt x="7751" y="6838"/>
                    <a:pt x="6081" y="6932"/>
                  </a:cubicBezTo>
                  <a:cubicBezTo>
                    <a:pt x="6018" y="6932"/>
                    <a:pt x="5987" y="6901"/>
                    <a:pt x="5924" y="6869"/>
                  </a:cubicBezTo>
                  <a:lnTo>
                    <a:pt x="5766" y="6711"/>
                  </a:lnTo>
                  <a:cubicBezTo>
                    <a:pt x="5297" y="6298"/>
                    <a:pt x="4683" y="6101"/>
                    <a:pt x="4072" y="6101"/>
                  </a:cubicBezTo>
                  <a:cubicBezTo>
                    <a:pt x="3985" y="6101"/>
                    <a:pt x="3899" y="6105"/>
                    <a:pt x="3813" y="6113"/>
                  </a:cubicBezTo>
                  <a:cubicBezTo>
                    <a:pt x="3151" y="5577"/>
                    <a:pt x="2773" y="4727"/>
                    <a:pt x="2773" y="3845"/>
                  </a:cubicBezTo>
                  <a:cubicBezTo>
                    <a:pt x="2773" y="2112"/>
                    <a:pt x="4191" y="694"/>
                    <a:pt x="5892" y="694"/>
                  </a:cubicBezTo>
                  <a:close/>
                  <a:moveTo>
                    <a:pt x="4171" y="6822"/>
                  </a:moveTo>
                  <a:cubicBezTo>
                    <a:pt x="4577" y="6822"/>
                    <a:pt x="4979" y="6964"/>
                    <a:pt x="5294" y="7247"/>
                  </a:cubicBezTo>
                  <a:cubicBezTo>
                    <a:pt x="5420" y="7373"/>
                    <a:pt x="5735" y="7657"/>
                    <a:pt x="5892" y="7657"/>
                  </a:cubicBezTo>
                  <a:lnTo>
                    <a:pt x="7972" y="7657"/>
                  </a:lnTo>
                  <a:cubicBezTo>
                    <a:pt x="8192" y="7657"/>
                    <a:pt x="8350" y="7814"/>
                    <a:pt x="8350" y="8003"/>
                  </a:cubicBezTo>
                  <a:cubicBezTo>
                    <a:pt x="8350" y="8192"/>
                    <a:pt x="8192" y="8350"/>
                    <a:pt x="7972" y="8350"/>
                  </a:cubicBezTo>
                  <a:lnTo>
                    <a:pt x="5514" y="8350"/>
                  </a:lnTo>
                  <a:cubicBezTo>
                    <a:pt x="5294" y="8350"/>
                    <a:pt x="5136" y="8507"/>
                    <a:pt x="5136" y="8728"/>
                  </a:cubicBezTo>
                  <a:cubicBezTo>
                    <a:pt x="5136" y="8917"/>
                    <a:pt x="5294" y="9074"/>
                    <a:pt x="5514" y="9074"/>
                  </a:cubicBezTo>
                  <a:lnTo>
                    <a:pt x="8224" y="9074"/>
                  </a:lnTo>
                  <a:cubicBezTo>
                    <a:pt x="8507" y="9074"/>
                    <a:pt x="8759" y="8948"/>
                    <a:pt x="8980" y="8759"/>
                  </a:cubicBezTo>
                  <a:lnTo>
                    <a:pt x="10492" y="7090"/>
                  </a:lnTo>
                  <a:cubicBezTo>
                    <a:pt x="10568" y="7033"/>
                    <a:pt x="10666" y="6987"/>
                    <a:pt x="10766" y="6987"/>
                  </a:cubicBezTo>
                  <a:cubicBezTo>
                    <a:pt x="10833" y="6987"/>
                    <a:pt x="10902" y="7008"/>
                    <a:pt x="10965" y="7058"/>
                  </a:cubicBezTo>
                  <a:cubicBezTo>
                    <a:pt x="11122" y="7184"/>
                    <a:pt x="11185" y="7373"/>
                    <a:pt x="11059" y="7531"/>
                  </a:cubicBezTo>
                  <a:lnTo>
                    <a:pt x="9389" y="9767"/>
                  </a:lnTo>
                  <a:cubicBezTo>
                    <a:pt x="9074" y="10209"/>
                    <a:pt x="8570" y="10492"/>
                    <a:pt x="8035" y="10492"/>
                  </a:cubicBezTo>
                  <a:lnTo>
                    <a:pt x="2773" y="10492"/>
                  </a:lnTo>
                  <a:lnTo>
                    <a:pt x="2773" y="7468"/>
                  </a:lnTo>
                  <a:lnTo>
                    <a:pt x="3025" y="7247"/>
                  </a:lnTo>
                  <a:cubicBezTo>
                    <a:pt x="3356" y="6964"/>
                    <a:pt x="3766" y="6822"/>
                    <a:pt x="4171" y="6822"/>
                  </a:cubicBezTo>
                  <a:close/>
                  <a:moveTo>
                    <a:pt x="1734" y="6932"/>
                  </a:moveTo>
                  <a:cubicBezTo>
                    <a:pt x="1923" y="6932"/>
                    <a:pt x="2080" y="7090"/>
                    <a:pt x="2080" y="7310"/>
                  </a:cubicBezTo>
                  <a:lnTo>
                    <a:pt x="2080" y="10807"/>
                  </a:lnTo>
                  <a:cubicBezTo>
                    <a:pt x="2080" y="10996"/>
                    <a:pt x="1923" y="11154"/>
                    <a:pt x="1734" y="11154"/>
                  </a:cubicBezTo>
                  <a:lnTo>
                    <a:pt x="662" y="11154"/>
                  </a:lnTo>
                  <a:lnTo>
                    <a:pt x="662" y="6932"/>
                  </a:lnTo>
                  <a:close/>
                  <a:moveTo>
                    <a:pt x="5924" y="1"/>
                  </a:moveTo>
                  <a:cubicBezTo>
                    <a:pt x="3844" y="1"/>
                    <a:pt x="2112" y="1734"/>
                    <a:pt x="2112" y="3845"/>
                  </a:cubicBezTo>
                  <a:cubicBezTo>
                    <a:pt x="2112" y="4790"/>
                    <a:pt x="2458" y="5672"/>
                    <a:pt x="3088" y="6396"/>
                  </a:cubicBezTo>
                  <a:cubicBezTo>
                    <a:pt x="2931" y="6459"/>
                    <a:pt x="2773" y="6585"/>
                    <a:pt x="2616" y="6711"/>
                  </a:cubicBezTo>
                  <a:cubicBezTo>
                    <a:pt x="2427" y="6428"/>
                    <a:pt x="2112" y="6270"/>
                    <a:pt x="1765" y="6270"/>
                  </a:cubicBezTo>
                  <a:lnTo>
                    <a:pt x="347" y="6270"/>
                  </a:lnTo>
                  <a:cubicBezTo>
                    <a:pt x="158" y="6270"/>
                    <a:pt x="1" y="6428"/>
                    <a:pt x="1" y="6585"/>
                  </a:cubicBezTo>
                  <a:lnTo>
                    <a:pt x="1" y="11469"/>
                  </a:lnTo>
                  <a:cubicBezTo>
                    <a:pt x="1" y="11658"/>
                    <a:pt x="158" y="11815"/>
                    <a:pt x="347" y="11815"/>
                  </a:cubicBezTo>
                  <a:lnTo>
                    <a:pt x="1765" y="11815"/>
                  </a:lnTo>
                  <a:cubicBezTo>
                    <a:pt x="2238" y="11815"/>
                    <a:pt x="2584" y="11563"/>
                    <a:pt x="2742" y="11122"/>
                  </a:cubicBezTo>
                  <a:lnTo>
                    <a:pt x="8035" y="11122"/>
                  </a:lnTo>
                  <a:cubicBezTo>
                    <a:pt x="8759" y="11122"/>
                    <a:pt x="9515" y="10776"/>
                    <a:pt x="9956" y="10146"/>
                  </a:cubicBezTo>
                  <a:lnTo>
                    <a:pt x="11595" y="7877"/>
                  </a:lnTo>
                  <a:cubicBezTo>
                    <a:pt x="11910" y="7468"/>
                    <a:pt x="11878" y="6838"/>
                    <a:pt x="11437" y="6459"/>
                  </a:cubicBezTo>
                  <a:cubicBezTo>
                    <a:pt x="11249" y="6301"/>
                    <a:pt x="11015" y="6221"/>
                    <a:pt x="10780" y="6221"/>
                  </a:cubicBezTo>
                  <a:cubicBezTo>
                    <a:pt x="10503" y="6221"/>
                    <a:pt x="10224" y="6332"/>
                    <a:pt x="10019" y="6554"/>
                  </a:cubicBezTo>
                  <a:lnTo>
                    <a:pt x="9011" y="7657"/>
                  </a:lnTo>
                  <a:cubicBezTo>
                    <a:pt x="8885" y="7247"/>
                    <a:pt x="8539" y="6932"/>
                    <a:pt x="8098" y="6932"/>
                  </a:cubicBezTo>
                  <a:cubicBezTo>
                    <a:pt x="8287" y="6838"/>
                    <a:pt x="8444" y="6680"/>
                    <a:pt x="8602" y="6522"/>
                  </a:cubicBezTo>
                  <a:cubicBezTo>
                    <a:pt x="9358" y="5798"/>
                    <a:pt x="9767" y="4821"/>
                    <a:pt x="9767" y="3845"/>
                  </a:cubicBezTo>
                  <a:cubicBezTo>
                    <a:pt x="9767" y="1734"/>
                    <a:pt x="8035" y="1"/>
                    <a:pt x="59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656" name="Google Shape;14656;p83"/>
            <p:cNvSpPr/>
            <p:nvPr/>
          </p:nvSpPr>
          <p:spPr>
            <a:xfrm>
              <a:off x="2629350" y="2353025"/>
              <a:ext cx="54350" cy="121300"/>
            </a:xfrm>
            <a:custGeom>
              <a:avLst/>
              <a:gdLst/>
              <a:ahLst/>
              <a:cxnLst/>
              <a:rect l="l" t="t" r="r" b="b"/>
              <a:pathLst>
                <a:path w="2174" h="4852" extrusionOk="0">
                  <a:moveTo>
                    <a:pt x="1071" y="0"/>
                  </a:moveTo>
                  <a:cubicBezTo>
                    <a:pt x="882" y="0"/>
                    <a:pt x="725" y="158"/>
                    <a:pt x="725" y="347"/>
                  </a:cubicBezTo>
                  <a:lnTo>
                    <a:pt x="725" y="756"/>
                  </a:lnTo>
                  <a:cubicBezTo>
                    <a:pt x="315" y="914"/>
                    <a:pt x="63" y="1292"/>
                    <a:pt x="63" y="1733"/>
                  </a:cubicBezTo>
                  <a:cubicBezTo>
                    <a:pt x="0" y="2332"/>
                    <a:pt x="473" y="2804"/>
                    <a:pt x="1071" y="2804"/>
                  </a:cubicBezTo>
                  <a:cubicBezTo>
                    <a:pt x="1260" y="2804"/>
                    <a:pt x="1418" y="2962"/>
                    <a:pt x="1418" y="3151"/>
                  </a:cubicBezTo>
                  <a:cubicBezTo>
                    <a:pt x="1418" y="3308"/>
                    <a:pt x="1355" y="3434"/>
                    <a:pt x="1229" y="3466"/>
                  </a:cubicBezTo>
                  <a:cubicBezTo>
                    <a:pt x="1185" y="3492"/>
                    <a:pt x="1140" y="3503"/>
                    <a:pt x="1093" y="3503"/>
                  </a:cubicBezTo>
                  <a:cubicBezTo>
                    <a:pt x="970" y="3503"/>
                    <a:pt x="839" y="3422"/>
                    <a:pt x="725" y="3308"/>
                  </a:cubicBezTo>
                  <a:cubicBezTo>
                    <a:pt x="662" y="3245"/>
                    <a:pt x="575" y="3214"/>
                    <a:pt x="488" y="3214"/>
                  </a:cubicBezTo>
                  <a:cubicBezTo>
                    <a:pt x="402" y="3214"/>
                    <a:pt x="315" y="3245"/>
                    <a:pt x="252" y="3308"/>
                  </a:cubicBezTo>
                  <a:cubicBezTo>
                    <a:pt x="126" y="3434"/>
                    <a:pt x="126" y="3655"/>
                    <a:pt x="252" y="3781"/>
                  </a:cubicBezTo>
                  <a:cubicBezTo>
                    <a:pt x="410" y="3938"/>
                    <a:pt x="567" y="4064"/>
                    <a:pt x="756" y="4096"/>
                  </a:cubicBezTo>
                  <a:lnTo>
                    <a:pt x="756" y="4505"/>
                  </a:lnTo>
                  <a:cubicBezTo>
                    <a:pt x="756" y="4694"/>
                    <a:pt x="914" y="4852"/>
                    <a:pt x="1103" y="4852"/>
                  </a:cubicBezTo>
                  <a:cubicBezTo>
                    <a:pt x="1323" y="4852"/>
                    <a:pt x="1481" y="4694"/>
                    <a:pt x="1481" y="4505"/>
                  </a:cubicBezTo>
                  <a:lnTo>
                    <a:pt x="1481" y="4096"/>
                  </a:lnTo>
                  <a:cubicBezTo>
                    <a:pt x="1481" y="4096"/>
                    <a:pt x="1512" y="4096"/>
                    <a:pt x="1512" y="4064"/>
                  </a:cubicBezTo>
                  <a:cubicBezTo>
                    <a:pt x="1890" y="3907"/>
                    <a:pt x="2142" y="3497"/>
                    <a:pt x="2142" y="3119"/>
                  </a:cubicBezTo>
                  <a:cubicBezTo>
                    <a:pt x="2142" y="2521"/>
                    <a:pt x="1670" y="2079"/>
                    <a:pt x="1103" y="2079"/>
                  </a:cubicBezTo>
                  <a:cubicBezTo>
                    <a:pt x="914" y="2079"/>
                    <a:pt x="756" y="1922"/>
                    <a:pt x="756" y="1733"/>
                  </a:cubicBezTo>
                  <a:cubicBezTo>
                    <a:pt x="756" y="1575"/>
                    <a:pt x="851" y="1449"/>
                    <a:pt x="1008" y="1418"/>
                  </a:cubicBezTo>
                  <a:cubicBezTo>
                    <a:pt x="1047" y="1405"/>
                    <a:pt x="1085" y="1399"/>
                    <a:pt x="1124" y="1399"/>
                  </a:cubicBezTo>
                  <a:cubicBezTo>
                    <a:pt x="1273" y="1399"/>
                    <a:pt x="1418" y="1494"/>
                    <a:pt x="1544" y="1670"/>
                  </a:cubicBezTo>
                  <a:cubicBezTo>
                    <a:pt x="1610" y="1753"/>
                    <a:pt x="1703" y="1792"/>
                    <a:pt x="1795" y="1792"/>
                  </a:cubicBezTo>
                  <a:cubicBezTo>
                    <a:pt x="1876" y="1792"/>
                    <a:pt x="1957" y="1761"/>
                    <a:pt x="2016" y="1701"/>
                  </a:cubicBezTo>
                  <a:cubicBezTo>
                    <a:pt x="2174" y="1575"/>
                    <a:pt x="2174" y="1323"/>
                    <a:pt x="2048" y="1229"/>
                  </a:cubicBezTo>
                  <a:cubicBezTo>
                    <a:pt x="1859" y="977"/>
                    <a:pt x="1670" y="819"/>
                    <a:pt x="1418" y="756"/>
                  </a:cubicBezTo>
                  <a:lnTo>
                    <a:pt x="1418" y="347"/>
                  </a:ln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4657" name="Google Shape;14657;p83"/>
          <p:cNvSpPr/>
          <p:nvPr/>
        </p:nvSpPr>
        <p:spPr>
          <a:xfrm>
            <a:off x="7074663" y="2197454"/>
            <a:ext cx="349457" cy="349427"/>
          </a:xfrm>
          <a:custGeom>
            <a:avLst/>
            <a:gdLst/>
            <a:ahLst/>
            <a:cxnLst/>
            <a:rect l="l" t="t" r="r" b="b"/>
            <a:pathLst>
              <a:path w="11847" h="11846" extrusionOk="0">
                <a:moveTo>
                  <a:pt x="10744" y="3718"/>
                </a:moveTo>
                <a:lnTo>
                  <a:pt x="10428" y="4348"/>
                </a:lnTo>
                <a:cubicBezTo>
                  <a:pt x="10397" y="4442"/>
                  <a:pt x="10397" y="4568"/>
                  <a:pt x="10428" y="4663"/>
                </a:cubicBezTo>
                <a:lnTo>
                  <a:pt x="10744" y="5293"/>
                </a:lnTo>
                <a:lnTo>
                  <a:pt x="9483" y="4915"/>
                </a:lnTo>
                <a:lnTo>
                  <a:pt x="9105" y="4505"/>
                </a:lnTo>
                <a:lnTo>
                  <a:pt x="9483" y="4127"/>
                </a:lnTo>
                <a:lnTo>
                  <a:pt x="10744" y="3718"/>
                </a:lnTo>
                <a:close/>
                <a:moveTo>
                  <a:pt x="4443" y="3497"/>
                </a:moveTo>
                <a:cubicBezTo>
                  <a:pt x="4884" y="3497"/>
                  <a:pt x="5262" y="3781"/>
                  <a:pt x="5419" y="4190"/>
                </a:cubicBezTo>
                <a:lnTo>
                  <a:pt x="4443" y="4190"/>
                </a:lnTo>
                <a:cubicBezTo>
                  <a:pt x="4253" y="4190"/>
                  <a:pt x="4096" y="4348"/>
                  <a:pt x="4096" y="4568"/>
                </a:cubicBezTo>
                <a:cubicBezTo>
                  <a:pt x="4096" y="4663"/>
                  <a:pt x="4253" y="4820"/>
                  <a:pt x="4443" y="4820"/>
                </a:cubicBezTo>
                <a:lnTo>
                  <a:pt x="5419" y="4820"/>
                </a:lnTo>
                <a:cubicBezTo>
                  <a:pt x="5262" y="5230"/>
                  <a:pt x="4915" y="5545"/>
                  <a:pt x="4443" y="5545"/>
                </a:cubicBezTo>
                <a:cubicBezTo>
                  <a:pt x="3844" y="5545"/>
                  <a:pt x="3434" y="5072"/>
                  <a:pt x="3434" y="4505"/>
                </a:cubicBezTo>
                <a:cubicBezTo>
                  <a:pt x="3434" y="3970"/>
                  <a:pt x="3907" y="3497"/>
                  <a:pt x="4443" y="3497"/>
                </a:cubicBezTo>
                <a:close/>
                <a:moveTo>
                  <a:pt x="4443" y="2080"/>
                </a:moveTo>
                <a:cubicBezTo>
                  <a:pt x="5671" y="2080"/>
                  <a:pt x="6679" y="2993"/>
                  <a:pt x="6837" y="4159"/>
                </a:cubicBezTo>
                <a:lnTo>
                  <a:pt x="6144" y="4159"/>
                </a:lnTo>
                <a:cubicBezTo>
                  <a:pt x="5986" y="3371"/>
                  <a:pt x="5262" y="2773"/>
                  <a:pt x="4443" y="2773"/>
                </a:cubicBezTo>
                <a:cubicBezTo>
                  <a:pt x="3497" y="2773"/>
                  <a:pt x="2710" y="3560"/>
                  <a:pt x="2710" y="4505"/>
                </a:cubicBezTo>
                <a:cubicBezTo>
                  <a:pt x="2710" y="5451"/>
                  <a:pt x="3497" y="6238"/>
                  <a:pt x="4443" y="6238"/>
                </a:cubicBezTo>
                <a:cubicBezTo>
                  <a:pt x="5262" y="6238"/>
                  <a:pt x="5986" y="5671"/>
                  <a:pt x="6144" y="4883"/>
                </a:cubicBezTo>
                <a:lnTo>
                  <a:pt x="6837" y="4883"/>
                </a:lnTo>
                <a:cubicBezTo>
                  <a:pt x="6679" y="6049"/>
                  <a:pt x="5671" y="6963"/>
                  <a:pt x="4443" y="6963"/>
                </a:cubicBezTo>
                <a:cubicBezTo>
                  <a:pt x="3119" y="6963"/>
                  <a:pt x="2017" y="5860"/>
                  <a:pt x="2017" y="4505"/>
                </a:cubicBezTo>
                <a:cubicBezTo>
                  <a:pt x="2017" y="3182"/>
                  <a:pt x="3119" y="2080"/>
                  <a:pt x="4443" y="2080"/>
                </a:cubicBezTo>
                <a:close/>
                <a:moveTo>
                  <a:pt x="4474" y="662"/>
                </a:moveTo>
                <a:cubicBezTo>
                  <a:pt x="6459" y="662"/>
                  <a:pt x="8097" y="2206"/>
                  <a:pt x="8255" y="4127"/>
                </a:cubicBezTo>
                <a:lnTo>
                  <a:pt x="7562" y="4127"/>
                </a:lnTo>
                <a:cubicBezTo>
                  <a:pt x="7372" y="2584"/>
                  <a:pt x="6049" y="1355"/>
                  <a:pt x="4443" y="1355"/>
                </a:cubicBezTo>
                <a:cubicBezTo>
                  <a:pt x="2710" y="1355"/>
                  <a:pt x="1324" y="2773"/>
                  <a:pt x="1324" y="4474"/>
                </a:cubicBezTo>
                <a:cubicBezTo>
                  <a:pt x="1324" y="6175"/>
                  <a:pt x="2741" y="7593"/>
                  <a:pt x="4443" y="7593"/>
                </a:cubicBezTo>
                <a:cubicBezTo>
                  <a:pt x="6049" y="7593"/>
                  <a:pt x="7372" y="6364"/>
                  <a:pt x="7562" y="4820"/>
                </a:cubicBezTo>
                <a:lnTo>
                  <a:pt x="8255" y="4820"/>
                </a:lnTo>
                <a:cubicBezTo>
                  <a:pt x="8097" y="6774"/>
                  <a:pt x="6459" y="8286"/>
                  <a:pt x="4474" y="8286"/>
                </a:cubicBezTo>
                <a:cubicBezTo>
                  <a:pt x="2395" y="8286"/>
                  <a:pt x="662" y="6616"/>
                  <a:pt x="662" y="4474"/>
                </a:cubicBezTo>
                <a:cubicBezTo>
                  <a:pt x="662" y="2363"/>
                  <a:pt x="2363" y="662"/>
                  <a:pt x="4474" y="662"/>
                </a:cubicBezTo>
                <a:close/>
                <a:moveTo>
                  <a:pt x="5734" y="8822"/>
                </a:moveTo>
                <a:lnTo>
                  <a:pt x="6049" y="9767"/>
                </a:lnTo>
                <a:lnTo>
                  <a:pt x="2836" y="9767"/>
                </a:lnTo>
                <a:lnTo>
                  <a:pt x="3151" y="8822"/>
                </a:lnTo>
                <a:cubicBezTo>
                  <a:pt x="3529" y="8916"/>
                  <a:pt x="4001" y="9011"/>
                  <a:pt x="4443" y="9011"/>
                </a:cubicBezTo>
                <a:cubicBezTo>
                  <a:pt x="4884" y="9011"/>
                  <a:pt x="5356" y="8916"/>
                  <a:pt x="5734" y="8822"/>
                </a:cubicBezTo>
                <a:close/>
                <a:moveTo>
                  <a:pt x="6522" y="10428"/>
                </a:moveTo>
                <a:cubicBezTo>
                  <a:pt x="6963" y="10428"/>
                  <a:pt x="7372" y="10680"/>
                  <a:pt x="7530" y="11121"/>
                </a:cubicBezTo>
                <a:lnTo>
                  <a:pt x="1418" y="11121"/>
                </a:lnTo>
                <a:cubicBezTo>
                  <a:pt x="1576" y="10743"/>
                  <a:pt x="1922" y="10428"/>
                  <a:pt x="2395" y="10428"/>
                </a:cubicBezTo>
                <a:close/>
                <a:moveTo>
                  <a:pt x="4474" y="0"/>
                </a:moveTo>
                <a:cubicBezTo>
                  <a:pt x="1985" y="0"/>
                  <a:pt x="0" y="1985"/>
                  <a:pt x="0" y="4474"/>
                </a:cubicBezTo>
                <a:cubicBezTo>
                  <a:pt x="0" y="6238"/>
                  <a:pt x="1040" y="7813"/>
                  <a:pt x="2552" y="8538"/>
                </a:cubicBezTo>
                <a:lnTo>
                  <a:pt x="2143" y="9767"/>
                </a:lnTo>
                <a:cubicBezTo>
                  <a:pt x="1324" y="9861"/>
                  <a:pt x="693" y="10586"/>
                  <a:pt x="693" y="11499"/>
                </a:cubicBezTo>
                <a:cubicBezTo>
                  <a:pt x="693" y="11688"/>
                  <a:pt x="851" y="11846"/>
                  <a:pt x="1040" y="11846"/>
                </a:cubicBezTo>
                <a:lnTo>
                  <a:pt x="7971" y="11846"/>
                </a:lnTo>
                <a:cubicBezTo>
                  <a:pt x="8192" y="11846"/>
                  <a:pt x="8349" y="11688"/>
                  <a:pt x="8349" y="11499"/>
                </a:cubicBezTo>
                <a:cubicBezTo>
                  <a:pt x="8349" y="10617"/>
                  <a:pt x="7719" y="9924"/>
                  <a:pt x="6900" y="9767"/>
                </a:cubicBezTo>
                <a:lnTo>
                  <a:pt x="6490" y="8538"/>
                </a:lnTo>
                <a:cubicBezTo>
                  <a:pt x="7782" y="7908"/>
                  <a:pt x="8727" y="6679"/>
                  <a:pt x="8979" y="5230"/>
                </a:cubicBezTo>
                <a:lnTo>
                  <a:pt x="9137" y="5388"/>
                </a:lnTo>
                <a:cubicBezTo>
                  <a:pt x="9168" y="5419"/>
                  <a:pt x="9200" y="5451"/>
                  <a:pt x="9263" y="5451"/>
                </a:cubicBezTo>
                <a:lnTo>
                  <a:pt x="11374" y="6175"/>
                </a:lnTo>
                <a:cubicBezTo>
                  <a:pt x="11403" y="6183"/>
                  <a:pt x="11435" y="6186"/>
                  <a:pt x="11466" y="6186"/>
                </a:cubicBezTo>
                <a:cubicBezTo>
                  <a:pt x="11569" y="6186"/>
                  <a:pt x="11672" y="6145"/>
                  <a:pt x="11720" y="6049"/>
                </a:cubicBezTo>
                <a:cubicBezTo>
                  <a:pt x="11815" y="5923"/>
                  <a:pt x="11846" y="5766"/>
                  <a:pt x="11783" y="5671"/>
                </a:cubicBezTo>
                <a:lnTo>
                  <a:pt x="11153" y="4442"/>
                </a:lnTo>
                <a:lnTo>
                  <a:pt x="11783" y="3214"/>
                </a:lnTo>
                <a:cubicBezTo>
                  <a:pt x="11815" y="3151"/>
                  <a:pt x="11783" y="2993"/>
                  <a:pt x="11689" y="2899"/>
                </a:cubicBezTo>
                <a:cubicBezTo>
                  <a:pt x="11641" y="2802"/>
                  <a:pt x="11519" y="2761"/>
                  <a:pt x="11422" y="2761"/>
                </a:cubicBezTo>
                <a:cubicBezTo>
                  <a:pt x="11392" y="2761"/>
                  <a:pt x="11364" y="2765"/>
                  <a:pt x="11342" y="2773"/>
                </a:cubicBezTo>
                <a:lnTo>
                  <a:pt x="9200" y="3497"/>
                </a:lnTo>
                <a:cubicBezTo>
                  <a:pt x="9168" y="3497"/>
                  <a:pt x="9105" y="3529"/>
                  <a:pt x="9105" y="3560"/>
                </a:cubicBezTo>
                <a:lnTo>
                  <a:pt x="8916" y="3718"/>
                </a:lnTo>
                <a:cubicBezTo>
                  <a:pt x="8570" y="1607"/>
                  <a:pt x="6742" y="0"/>
                  <a:pt x="44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4658" name="Google Shape;14658;p83"/>
          <p:cNvGrpSpPr/>
          <p:nvPr/>
        </p:nvGrpSpPr>
        <p:grpSpPr>
          <a:xfrm>
            <a:off x="5747373" y="2670178"/>
            <a:ext cx="347599" cy="348513"/>
            <a:chOff x="4321150" y="1946600"/>
            <a:chExt cx="294600" cy="295375"/>
          </a:xfrm>
        </p:grpSpPr>
        <p:sp>
          <p:nvSpPr>
            <p:cNvPr id="14659" name="Google Shape;14659;p83"/>
            <p:cNvSpPr/>
            <p:nvPr/>
          </p:nvSpPr>
          <p:spPr>
            <a:xfrm>
              <a:off x="4321150" y="1946600"/>
              <a:ext cx="294600" cy="295375"/>
            </a:xfrm>
            <a:custGeom>
              <a:avLst/>
              <a:gdLst/>
              <a:ahLst/>
              <a:cxnLst/>
              <a:rect l="l" t="t" r="r" b="b"/>
              <a:pathLst>
                <a:path w="11784" h="11815" extrusionOk="0">
                  <a:moveTo>
                    <a:pt x="9043" y="662"/>
                  </a:moveTo>
                  <a:lnTo>
                    <a:pt x="9043" y="2080"/>
                  </a:lnTo>
                  <a:lnTo>
                    <a:pt x="2742" y="2080"/>
                  </a:lnTo>
                  <a:lnTo>
                    <a:pt x="2742" y="662"/>
                  </a:lnTo>
                  <a:close/>
                  <a:moveTo>
                    <a:pt x="10775" y="2742"/>
                  </a:moveTo>
                  <a:cubicBezTo>
                    <a:pt x="10996" y="2742"/>
                    <a:pt x="11153" y="2899"/>
                    <a:pt x="11153" y="3120"/>
                  </a:cubicBezTo>
                  <a:lnTo>
                    <a:pt x="11153" y="6554"/>
                  </a:lnTo>
                  <a:cubicBezTo>
                    <a:pt x="11153" y="6774"/>
                    <a:pt x="10996" y="6932"/>
                    <a:pt x="10775" y="6932"/>
                  </a:cubicBezTo>
                  <a:lnTo>
                    <a:pt x="9767" y="6932"/>
                  </a:lnTo>
                  <a:lnTo>
                    <a:pt x="9767" y="4474"/>
                  </a:lnTo>
                  <a:cubicBezTo>
                    <a:pt x="9767" y="4285"/>
                    <a:pt x="9610" y="4128"/>
                    <a:pt x="9421" y="4128"/>
                  </a:cubicBezTo>
                  <a:lnTo>
                    <a:pt x="2427" y="4128"/>
                  </a:lnTo>
                  <a:cubicBezTo>
                    <a:pt x="2238" y="4128"/>
                    <a:pt x="2080" y="4285"/>
                    <a:pt x="2080" y="4474"/>
                  </a:cubicBezTo>
                  <a:lnTo>
                    <a:pt x="2080" y="6932"/>
                  </a:lnTo>
                  <a:lnTo>
                    <a:pt x="1009" y="6932"/>
                  </a:lnTo>
                  <a:cubicBezTo>
                    <a:pt x="820" y="6932"/>
                    <a:pt x="662" y="6774"/>
                    <a:pt x="662" y="6554"/>
                  </a:cubicBezTo>
                  <a:lnTo>
                    <a:pt x="662" y="3120"/>
                  </a:lnTo>
                  <a:cubicBezTo>
                    <a:pt x="662" y="2899"/>
                    <a:pt x="820" y="2742"/>
                    <a:pt x="1009" y="2742"/>
                  </a:cubicBezTo>
                  <a:close/>
                  <a:moveTo>
                    <a:pt x="9011" y="4821"/>
                  </a:moveTo>
                  <a:lnTo>
                    <a:pt x="9011" y="11090"/>
                  </a:lnTo>
                  <a:lnTo>
                    <a:pt x="2710" y="11090"/>
                  </a:lnTo>
                  <a:lnTo>
                    <a:pt x="2710" y="4821"/>
                  </a:lnTo>
                  <a:close/>
                  <a:moveTo>
                    <a:pt x="2395" y="1"/>
                  </a:moveTo>
                  <a:cubicBezTo>
                    <a:pt x="2206" y="1"/>
                    <a:pt x="2049" y="158"/>
                    <a:pt x="2049" y="347"/>
                  </a:cubicBezTo>
                  <a:lnTo>
                    <a:pt x="2049" y="2112"/>
                  </a:lnTo>
                  <a:lnTo>
                    <a:pt x="1009" y="2112"/>
                  </a:lnTo>
                  <a:cubicBezTo>
                    <a:pt x="442" y="2112"/>
                    <a:pt x="1" y="2584"/>
                    <a:pt x="1" y="3151"/>
                  </a:cubicBezTo>
                  <a:lnTo>
                    <a:pt x="1" y="6617"/>
                  </a:lnTo>
                  <a:cubicBezTo>
                    <a:pt x="1" y="7215"/>
                    <a:pt x="473" y="7625"/>
                    <a:pt x="1009" y="7625"/>
                  </a:cubicBezTo>
                  <a:lnTo>
                    <a:pt x="2049" y="7625"/>
                  </a:lnTo>
                  <a:lnTo>
                    <a:pt x="2049" y="11468"/>
                  </a:lnTo>
                  <a:cubicBezTo>
                    <a:pt x="2049" y="11657"/>
                    <a:pt x="2206" y="11815"/>
                    <a:pt x="2395" y="11815"/>
                  </a:cubicBezTo>
                  <a:lnTo>
                    <a:pt x="9358" y="11815"/>
                  </a:lnTo>
                  <a:cubicBezTo>
                    <a:pt x="9578" y="11815"/>
                    <a:pt x="9736" y="11657"/>
                    <a:pt x="9736" y="11468"/>
                  </a:cubicBezTo>
                  <a:lnTo>
                    <a:pt x="9736" y="7625"/>
                  </a:lnTo>
                  <a:lnTo>
                    <a:pt x="10744" y="7625"/>
                  </a:lnTo>
                  <a:cubicBezTo>
                    <a:pt x="11343" y="7625"/>
                    <a:pt x="11784" y="7152"/>
                    <a:pt x="11784" y="6617"/>
                  </a:cubicBezTo>
                  <a:lnTo>
                    <a:pt x="11784" y="3151"/>
                  </a:lnTo>
                  <a:cubicBezTo>
                    <a:pt x="11784" y="2553"/>
                    <a:pt x="11311" y="2112"/>
                    <a:pt x="10744" y="2112"/>
                  </a:cubicBezTo>
                  <a:lnTo>
                    <a:pt x="9736" y="2112"/>
                  </a:lnTo>
                  <a:lnTo>
                    <a:pt x="9736" y="347"/>
                  </a:lnTo>
                  <a:cubicBezTo>
                    <a:pt x="9736" y="158"/>
                    <a:pt x="9578" y="1"/>
                    <a:pt x="93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660" name="Google Shape;14660;p83"/>
            <p:cNvSpPr/>
            <p:nvPr/>
          </p:nvSpPr>
          <p:spPr>
            <a:xfrm>
              <a:off x="4564525" y="2031675"/>
              <a:ext cx="17350" cy="18125"/>
            </a:xfrm>
            <a:custGeom>
              <a:avLst/>
              <a:gdLst/>
              <a:ahLst/>
              <a:cxnLst/>
              <a:rect l="l" t="t" r="r" b="b"/>
              <a:pathLst>
                <a:path w="694" h="725" extrusionOk="0">
                  <a:moveTo>
                    <a:pt x="347" y="0"/>
                  </a:moveTo>
                  <a:cubicBezTo>
                    <a:pt x="158" y="0"/>
                    <a:pt x="1" y="189"/>
                    <a:pt x="1" y="378"/>
                  </a:cubicBezTo>
                  <a:cubicBezTo>
                    <a:pt x="1" y="599"/>
                    <a:pt x="158" y="725"/>
                    <a:pt x="347" y="725"/>
                  </a:cubicBezTo>
                  <a:cubicBezTo>
                    <a:pt x="536" y="725"/>
                    <a:pt x="694" y="567"/>
                    <a:pt x="694" y="378"/>
                  </a:cubicBezTo>
                  <a:cubicBezTo>
                    <a:pt x="694" y="189"/>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661" name="Google Shape;14661;p83"/>
            <p:cNvSpPr/>
            <p:nvPr/>
          </p:nvSpPr>
          <p:spPr>
            <a:xfrm>
              <a:off x="4414100" y="2084450"/>
              <a:ext cx="106350" cy="122100"/>
            </a:xfrm>
            <a:custGeom>
              <a:avLst/>
              <a:gdLst/>
              <a:ahLst/>
              <a:cxnLst/>
              <a:rect l="l" t="t" r="r" b="b"/>
              <a:pathLst>
                <a:path w="4254" h="4884" extrusionOk="0">
                  <a:moveTo>
                    <a:pt x="2174" y="693"/>
                  </a:moveTo>
                  <a:cubicBezTo>
                    <a:pt x="2584" y="693"/>
                    <a:pt x="2899" y="1008"/>
                    <a:pt x="2899" y="1418"/>
                  </a:cubicBezTo>
                  <a:cubicBezTo>
                    <a:pt x="2899" y="1796"/>
                    <a:pt x="2584" y="2111"/>
                    <a:pt x="2174" y="2111"/>
                  </a:cubicBezTo>
                  <a:cubicBezTo>
                    <a:pt x="1796" y="2111"/>
                    <a:pt x="1481" y="1796"/>
                    <a:pt x="1481" y="1418"/>
                  </a:cubicBezTo>
                  <a:cubicBezTo>
                    <a:pt x="1481" y="1008"/>
                    <a:pt x="1796" y="693"/>
                    <a:pt x="2174" y="693"/>
                  </a:cubicBezTo>
                  <a:close/>
                  <a:moveTo>
                    <a:pt x="2174" y="2804"/>
                  </a:moveTo>
                  <a:cubicBezTo>
                    <a:pt x="2930" y="2804"/>
                    <a:pt x="3592" y="3403"/>
                    <a:pt x="3592" y="4190"/>
                  </a:cubicBezTo>
                  <a:lnTo>
                    <a:pt x="756" y="4190"/>
                  </a:lnTo>
                  <a:cubicBezTo>
                    <a:pt x="756" y="3403"/>
                    <a:pt x="1387" y="2804"/>
                    <a:pt x="2174" y="2804"/>
                  </a:cubicBezTo>
                  <a:close/>
                  <a:moveTo>
                    <a:pt x="2143" y="0"/>
                  </a:moveTo>
                  <a:cubicBezTo>
                    <a:pt x="1387" y="0"/>
                    <a:pt x="725" y="630"/>
                    <a:pt x="725" y="1386"/>
                  </a:cubicBezTo>
                  <a:cubicBezTo>
                    <a:pt x="725" y="1733"/>
                    <a:pt x="882" y="2079"/>
                    <a:pt x="1103" y="2331"/>
                  </a:cubicBezTo>
                  <a:cubicBezTo>
                    <a:pt x="473" y="2678"/>
                    <a:pt x="0" y="3340"/>
                    <a:pt x="0" y="4159"/>
                  </a:cubicBezTo>
                  <a:lnTo>
                    <a:pt x="0" y="4537"/>
                  </a:lnTo>
                  <a:cubicBezTo>
                    <a:pt x="63" y="4726"/>
                    <a:pt x="221" y="4883"/>
                    <a:pt x="410" y="4883"/>
                  </a:cubicBezTo>
                  <a:lnTo>
                    <a:pt x="3907" y="4883"/>
                  </a:lnTo>
                  <a:cubicBezTo>
                    <a:pt x="4127" y="4883"/>
                    <a:pt x="4253" y="4726"/>
                    <a:pt x="4253" y="4537"/>
                  </a:cubicBezTo>
                  <a:lnTo>
                    <a:pt x="4253" y="4159"/>
                  </a:lnTo>
                  <a:cubicBezTo>
                    <a:pt x="4253" y="3371"/>
                    <a:pt x="3844" y="2709"/>
                    <a:pt x="3151" y="2331"/>
                  </a:cubicBezTo>
                  <a:cubicBezTo>
                    <a:pt x="3403" y="2048"/>
                    <a:pt x="3560" y="1733"/>
                    <a:pt x="3560" y="1386"/>
                  </a:cubicBezTo>
                  <a:cubicBezTo>
                    <a:pt x="3560" y="599"/>
                    <a:pt x="2930" y="0"/>
                    <a:pt x="2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4662" name="Google Shape;14662;p83"/>
          <p:cNvSpPr/>
          <p:nvPr/>
        </p:nvSpPr>
        <p:spPr>
          <a:xfrm>
            <a:off x="5744000" y="3170260"/>
            <a:ext cx="354117" cy="326242"/>
          </a:xfrm>
          <a:custGeom>
            <a:avLst/>
            <a:gdLst/>
            <a:ahLst/>
            <a:cxnLst/>
            <a:rect l="l" t="t" r="r" b="b"/>
            <a:pathLst>
              <a:path w="12005" h="11060" extrusionOk="0">
                <a:moveTo>
                  <a:pt x="2049" y="2049"/>
                </a:moveTo>
                <a:cubicBezTo>
                  <a:pt x="2238" y="2049"/>
                  <a:pt x="2395" y="2206"/>
                  <a:pt x="2395" y="2395"/>
                </a:cubicBezTo>
                <a:cubicBezTo>
                  <a:pt x="2395" y="2584"/>
                  <a:pt x="2238" y="2742"/>
                  <a:pt x="2049" y="2742"/>
                </a:cubicBezTo>
                <a:cubicBezTo>
                  <a:pt x="1860" y="2742"/>
                  <a:pt x="1702" y="2584"/>
                  <a:pt x="1702" y="2395"/>
                </a:cubicBezTo>
                <a:cubicBezTo>
                  <a:pt x="1734" y="2206"/>
                  <a:pt x="1860" y="2049"/>
                  <a:pt x="2049" y="2049"/>
                </a:cubicBezTo>
                <a:close/>
                <a:moveTo>
                  <a:pt x="9736" y="2049"/>
                </a:moveTo>
                <a:cubicBezTo>
                  <a:pt x="9925" y="2049"/>
                  <a:pt x="10082" y="2206"/>
                  <a:pt x="10082" y="2395"/>
                </a:cubicBezTo>
                <a:cubicBezTo>
                  <a:pt x="10082" y="2584"/>
                  <a:pt x="9925" y="2742"/>
                  <a:pt x="9736" y="2742"/>
                </a:cubicBezTo>
                <a:cubicBezTo>
                  <a:pt x="9515" y="2742"/>
                  <a:pt x="9358" y="2584"/>
                  <a:pt x="9358" y="2395"/>
                </a:cubicBezTo>
                <a:cubicBezTo>
                  <a:pt x="9358" y="2206"/>
                  <a:pt x="9515" y="2049"/>
                  <a:pt x="9736" y="2049"/>
                </a:cubicBezTo>
                <a:close/>
                <a:moveTo>
                  <a:pt x="2049" y="3719"/>
                </a:moveTo>
                <a:lnTo>
                  <a:pt x="3151" y="5514"/>
                </a:lnTo>
                <a:lnTo>
                  <a:pt x="946" y="5514"/>
                </a:lnTo>
                <a:lnTo>
                  <a:pt x="2049" y="3719"/>
                </a:lnTo>
                <a:close/>
                <a:moveTo>
                  <a:pt x="9736" y="3719"/>
                </a:moveTo>
                <a:lnTo>
                  <a:pt x="10838" y="5514"/>
                </a:lnTo>
                <a:lnTo>
                  <a:pt x="8633" y="5514"/>
                </a:lnTo>
                <a:lnTo>
                  <a:pt x="9736" y="3719"/>
                </a:lnTo>
                <a:close/>
                <a:moveTo>
                  <a:pt x="3435" y="6207"/>
                </a:moveTo>
                <a:cubicBezTo>
                  <a:pt x="3466" y="6964"/>
                  <a:pt x="2836" y="7594"/>
                  <a:pt x="2049" y="7594"/>
                </a:cubicBezTo>
                <a:cubicBezTo>
                  <a:pt x="1292" y="7594"/>
                  <a:pt x="662" y="6964"/>
                  <a:pt x="662" y="6207"/>
                </a:cubicBezTo>
                <a:close/>
                <a:moveTo>
                  <a:pt x="11090" y="6207"/>
                </a:moveTo>
                <a:cubicBezTo>
                  <a:pt x="11090" y="6964"/>
                  <a:pt x="10460" y="7594"/>
                  <a:pt x="9736" y="7594"/>
                </a:cubicBezTo>
                <a:cubicBezTo>
                  <a:pt x="8980" y="7594"/>
                  <a:pt x="8350" y="6964"/>
                  <a:pt x="8350" y="6207"/>
                </a:cubicBezTo>
                <a:close/>
                <a:moveTo>
                  <a:pt x="5892" y="663"/>
                </a:moveTo>
                <a:cubicBezTo>
                  <a:pt x="6113" y="663"/>
                  <a:pt x="6270" y="820"/>
                  <a:pt x="6270" y="1009"/>
                </a:cubicBezTo>
                <a:lnTo>
                  <a:pt x="6270" y="8980"/>
                </a:lnTo>
                <a:lnTo>
                  <a:pt x="5546" y="8980"/>
                </a:lnTo>
                <a:lnTo>
                  <a:pt x="5546" y="1009"/>
                </a:lnTo>
                <a:cubicBezTo>
                  <a:pt x="5546" y="820"/>
                  <a:pt x="5703" y="663"/>
                  <a:pt x="5892" y="663"/>
                </a:cubicBezTo>
                <a:close/>
                <a:moveTo>
                  <a:pt x="8003" y="9673"/>
                </a:moveTo>
                <a:cubicBezTo>
                  <a:pt x="8192" y="9673"/>
                  <a:pt x="8350" y="9830"/>
                  <a:pt x="8350" y="10020"/>
                </a:cubicBezTo>
                <a:lnTo>
                  <a:pt x="8350" y="10398"/>
                </a:lnTo>
                <a:lnTo>
                  <a:pt x="3466" y="10398"/>
                </a:lnTo>
                <a:lnTo>
                  <a:pt x="3466" y="10020"/>
                </a:lnTo>
                <a:cubicBezTo>
                  <a:pt x="3466" y="9830"/>
                  <a:pt x="3624" y="9673"/>
                  <a:pt x="3813" y="9673"/>
                </a:cubicBezTo>
                <a:close/>
                <a:moveTo>
                  <a:pt x="5955" y="1"/>
                </a:moveTo>
                <a:cubicBezTo>
                  <a:pt x="5357" y="1"/>
                  <a:pt x="4916" y="474"/>
                  <a:pt x="4916" y="1009"/>
                </a:cubicBezTo>
                <a:lnTo>
                  <a:pt x="4916" y="1167"/>
                </a:lnTo>
                <a:cubicBezTo>
                  <a:pt x="3970" y="1671"/>
                  <a:pt x="3655" y="1891"/>
                  <a:pt x="3057" y="1954"/>
                </a:cubicBezTo>
                <a:cubicBezTo>
                  <a:pt x="2899" y="1608"/>
                  <a:pt x="2553" y="1324"/>
                  <a:pt x="2112" y="1324"/>
                </a:cubicBezTo>
                <a:cubicBezTo>
                  <a:pt x="1734" y="1324"/>
                  <a:pt x="1387" y="1576"/>
                  <a:pt x="1166" y="1923"/>
                </a:cubicBezTo>
                <a:cubicBezTo>
                  <a:pt x="946" y="1891"/>
                  <a:pt x="694" y="1797"/>
                  <a:pt x="505" y="1734"/>
                </a:cubicBezTo>
                <a:cubicBezTo>
                  <a:pt x="454" y="1708"/>
                  <a:pt x="404" y="1697"/>
                  <a:pt x="355" y="1697"/>
                </a:cubicBezTo>
                <a:cubicBezTo>
                  <a:pt x="224" y="1697"/>
                  <a:pt x="110" y="1784"/>
                  <a:pt x="64" y="1923"/>
                </a:cubicBezTo>
                <a:cubicBezTo>
                  <a:pt x="1" y="2112"/>
                  <a:pt x="64" y="2301"/>
                  <a:pt x="284" y="2364"/>
                </a:cubicBezTo>
                <a:cubicBezTo>
                  <a:pt x="536" y="2458"/>
                  <a:pt x="820" y="2553"/>
                  <a:pt x="1135" y="2616"/>
                </a:cubicBezTo>
                <a:cubicBezTo>
                  <a:pt x="1229" y="2899"/>
                  <a:pt x="1387" y="3151"/>
                  <a:pt x="1607" y="3277"/>
                </a:cubicBezTo>
                <a:lnTo>
                  <a:pt x="127" y="5703"/>
                </a:lnTo>
                <a:cubicBezTo>
                  <a:pt x="64" y="5735"/>
                  <a:pt x="64" y="5829"/>
                  <a:pt x="64" y="5892"/>
                </a:cubicBezTo>
                <a:lnTo>
                  <a:pt x="64" y="6239"/>
                </a:lnTo>
                <a:cubicBezTo>
                  <a:pt x="64" y="7405"/>
                  <a:pt x="1009" y="8350"/>
                  <a:pt x="2175" y="8350"/>
                </a:cubicBezTo>
                <a:cubicBezTo>
                  <a:pt x="3309" y="8350"/>
                  <a:pt x="4254" y="7405"/>
                  <a:pt x="4254" y="6239"/>
                </a:cubicBezTo>
                <a:lnTo>
                  <a:pt x="4254" y="5892"/>
                </a:lnTo>
                <a:cubicBezTo>
                  <a:pt x="4254" y="5829"/>
                  <a:pt x="4254" y="5766"/>
                  <a:pt x="4222" y="5703"/>
                </a:cubicBezTo>
                <a:lnTo>
                  <a:pt x="2710" y="3277"/>
                </a:lnTo>
                <a:cubicBezTo>
                  <a:pt x="2962" y="3183"/>
                  <a:pt x="3120" y="2931"/>
                  <a:pt x="3183" y="2647"/>
                </a:cubicBezTo>
                <a:cubicBezTo>
                  <a:pt x="3844" y="2553"/>
                  <a:pt x="4222" y="2332"/>
                  <a:pt x="4947" y="1954"/>
                </a:cubicBezTo>
                <a:lnTo>
                  <a:pt x="4947" y="8980"/>
                </a:lnTo>
                <a:lnTo>
                  <a:pt x="3939" y="8980"/>
                </a:lnTo>
                <a:cubicBezTo>
                  <a:pt x="3340" y="8980"/>
                  <a:pt x="2899" y="9421"/>
                  <a:pt x="2899" y="9988"/>
                </a:cubicBezTo>
                <a:lnTo>
                  <a:pt x="2899" y="10713"/>
                </a:lnTo>
                <a:cubicBezTo>
                  <a:pt x="2899" y="10902"/>
                  <a:pt x="3057" y="11059"/>
                  <a:pt x="3246" y="11059"/>
                </a:cubicBezTo>
                <a:lnTo>
                  <a:pt x="8822" y="11059"/>
                </a:lnTo>
                <a:cubicBezTo>
                  <a:pt x="9011" y="11059"/>
                  <a:pt x="9169" y="10902"/>
                  <a:pt x="9169" y="10713"/>
                </a:cubicBezTo>
                <a:lnTo>
                  <a:pt x="9169" y="9988"/>
                </a:lnTo>
                <a:cubicBezTo>
                  <a:pt x="9169" y="9389"/>
                  <a:pt x="8696" y="8980"/>
                  <a:pt x="8129" y="8980"/>
                </a:cubicBezTo>
                <a:lnTo>
                  <a:pt x="7089" y="8980"/>
                </a:lnTo>
                <a:lnTo>
                  <a:pt x="7089" y="1954"/>
                </a:lnTo>
                <a:cubicBezTo>
                  <a:pt x="7814" y="2332"/>
                  <a:pt x="8224" y="2553"/>
                  <a:pt x="8885" y="2647"/>
                </a:cubicBezTo>
                <a:cubicBezTo>
                  <a:pt x="8980" y="2931"/>
                  <a:pt x="9137" y="3120"/>
                  <a:pt x="9358" y="3277"/>
                </a:cubicBezTo>
                <a:lnTo>
                  <a:pt x="7877" y="5703"/>
                </a:lnTo>
                <a:cubicBezTo>
                  <a:pt x="7814" y="5735"/>
                  <a:pt x="7814" y="5829"/>
                  <a:pt x="7814" y="5892"/>
                </a:cubicBezTo>
                <a:lnTo>
                  <a:pt x="7814" y="6239"/>
                </a:lnTo>
                <a:cubicBezTo>
                  <a:pt x="7814" y="7405"/>
                  <a:pt x="8759" y="8350"/>
                  <a:pt x="9925" y="8350"/>
                </a:cubicBezTo>
                <a:cubicBezTo>
                  <a:pt x="11059" y="8350"/>
                  <a:pt x="12004" y="7405"/>
                  <a:pt x="12004" y="6239"/>
                </a:cubicBezTo>
                <a:lnTo>
                  <a:pt x="12004" y="5892"/>
                </a:lnTo>
                <a:cubicBezTo>
                  <a:pt x="12004" y="5829"/>
                  <a:pt x="12004" y="5766"/>
                  <a:pt x="11973" y="5703"/>
                </a:cubicBezTo>
                <a:lnTo>
                  <a:pt x="10460" y="3277"/>
                </a:lnTo>
                <a:cubicBezTo>
                  <a:pt x="10523" y="3151"/>
                  <a:pt x="10681" y="2899"/>
                  <a:pt x="10744" y="2616"/>
                </a:cubicBezTo>
                <a:cubicBezTo>
                  <a:pt x="11027" y="2553"/>
                  <a:pt x="11343" y="2458"/>
                  <a:pt x="11626" y="2364"/>
                </a:cubicBezTo>
                <a:cubicBezTo>
                  <a:pt x="11815" y="2269"/>
                  <a:pt x="11878" y="2080"/>
                  <a:pt x="11815" y="1923"/>
                </a:cubicBezTo>
                <a:cubicBezTo>
                  <a:pt x="11746" y="1784"/>
                  <a:pt x="11626" y="1697"/>
                  <a:pt x="11505" y="1697"/>
                </a:cubicBezTo>
                <a:cubicBezTo>
                  <a:pt x="11461" y="1697"/>
                  <a:pt x="11416" y="1708"/>
                  <a:pt x="11374" y="1734"/>
                </a:cubicBezTo>
                <a:cubicBezTo>
                  <a:pt x="11122" y="1797"/>
                  <a:pt x="10933" y="1891"/>
                  <a:pt x="10712" y="1923"/>
                </a:cubicBezTo>
                <a:cubicBezTo>
                  <a:pt x="10555" y="1576"/>
                  <a:pt x="10208" y="1324"/>
                  <a:pt x="9767" y="1324"/>
                </a:cubicBezTo>
                <a:cubicBezTo>
                  <a:pt x="9326" y="1324"/>
                  <a:pt x="8980" y="1576"/>
                  <a:pt x="8822" y="1954"/>
                </a:cubicBezTo>
                <a:cubicBezTo>
                  <a:pt x="8224" y="1828"/>
                  <a:pt x="7908" y="1639"/>
                  <a:pt x="6963" y="1167"/>
                </a:cubicBezTo>
                <a:lnTo>
                  <a:pt x="6963" y="1009"/>
                </a:lnTo>
                <a:cubicBezTo>
                  <a:pt x="6963" y="411"/>
                  <a:pt x="6491" y="1"/>
                  <a:pt x="59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663" name="Google Shape;14663;p83"/>
          <p:cNvSpPr/>
          <p:nvPr/>
        </p:nvSpPr>
        <p:spPr>
          <a:xfrm>
            <a:off x="5744472" y="3608425"/>
            <a:ext cx="353174" cy="348513"/>
          </a:xfrm>
          <a:custGeom>
            <a:avLst/>
            <a:gdLst/>
            <a:ahLst/>
            <a:cxnLst/>
            <a:rect l="l" t="t" r="r" b="b"/>
            <a:pathLst>
              <a:path w="11973" h="11815" extrusionOk="0">
                <a:moveTo>
                  <a:pt x="5986" y="631"/>
                </a:moveTo>
                <a:cubicBezTo>
                  <a:pt x="6396" y="631"/>
                  <a:pt x="6711" y="946"/>
                  <a:pt x="6711" y="1324"/>
                </a:cubicBezTo>
                <a:cubicBezTo>
                  <a:pt x="6711" y="1733"/>
                  <a:pt x="6396" y="2048"/>
                  <a:pt x="5986" y="2048"/>
                </a:cubicBezTo>
                <a:cubicBezTo>
                  <a:pt x="5608" y="2048"/>
                  <a:pt x="5293" y="1733"/>
                  <a:pt x="5293" y="1324"/>
                </a:cubicBezTo>
                <a:cubicBezTo>
                  <a:pt x="5293" y="946"/>
                  <a:pt x="5608" y="631"/>
                  <a:pt x="5986" y="631"/>
                </a:cubicBezTo>
                <a:close/>
                <a:moveTo>
                  <a:pt x="5986" y="2710"/>
                </a:moveTo>
                <a:cubicBezTo>
                  <a:pt x="6931" y="2710"/>
                  <a:pt x="7719" y="3498"/>
                  <a:pt x="7719" y="4443"/>
                </a:cubicBezTo>
                <a:lnTo>
                  <a:pt x="7719" y="4789"/>
                </a:lnTo>
                <a:lnTo>
                  <a:pt x="4253" y="4789"/>
                </a:lnTo>
                <a:lnTo>
                  <a:pt x="4253" y="4443"/>
                </a:lnTo>
                <a:cubicBezTo>
                  <a:pt x="4253" y="3498"/>
                  <a:pt x="5041" y="2710"/>
                  <a:pt x="5986" y="2710"/>
                </a:cubicBezTo>
                <a:close/>
                <a:moveTo>
                  <a:pt x="3245" y="6900"/>
                </a:moveTo>
                <a:cubicBezTo>
                  <a:pt x="3623" y="6900"/>
                  <a:pt x="3938" y="7215"/>
                  <a:pt x="3938" y="7593"/>
                </a:cubicBezTo>
                <a:cubicBezTo>
                  <a:pt x="3938" y="8003"/>
                  <a:pt x="3623" y="8318"/>
                  <a:pt x="3245" y="8318"/>
                </a:cubicBezTo>
                <a:cubicBezTo>
                  <a:pt x="2836" y="8255"/>
                  <a:pt x="2521" y="7940"/>
                  <a:pt x="2521" y="7593"/>
                </a:cubicBezTo>
                <a:cubicBezTo>
                  <a:pt x="2521" y="7215"/>
                  <a:pt x="2836" y="6900"/>
                  <a:pt x="3245" y="6900"/>
                </a:cubicBezTo>
                <a:close/>
                <a:moveTo>
                  <a:pt x="8759" y="6900"/>
                </a:moveTo>
                <a:cubicBezTo>
                  <a:pt x="9137" y="6900"/>
                  <a:pt x="9452" y="7215"/>
                  <a:pt x="9452" y="7593"/>
                </a:cubicBezTo>
                <a:cubicBezTo>
                  <a:pt x="9452" y="8003"/>
                  <a:pt x="9137" y="8318"/>
                  <a:pt x="8759" y="8318"/>
                </a:cubicBezTo>
                <a:cubicBezTo>
                  <a:pt x="8349" y="8318"/>
                  <a:pt x="8034" y="7940"/>
                  <a:pt x="8034" y="7593"/>
                </a:cubicBezTo>
                <a:cubicBezTo>
                  <a:pt x="8034" y="7215"/>
                  <a:pt x="8349" y="6900"/>
                  <a:pt x="8759" y="6900"/>
                </a:cubicBezTo>
                <a:close/>
                <a:moveTo>
                  <a:pt x="10365" y="5545"/>
                </a:moveTo>
                <a:cubicBezTo>
                  <a:pt x="10523" y="5545"/>
                  <a:pt x="10680" y="5672"/>
                  <a:pt x="10712" y="5829"/>
                </a:cubicBezTo>
                <a:lnTo>
                  <a:pt x="11216" y="8570"/>
                </a:lnTo>
                <a:cubicBezTo>
                  <a:pt x="11247" y="8790"/>
                  <a:pt x="11027" y="8980"/>
                  <a:pt x="10838" y="8980"/>
                </a:cubicBezTo>
                <a:lnTo>
                  <a:pt x="10460" y="8980"/>
                </a:lnTo>
                <a:cubicBezTo>
                  <a:pt x="10239" y="8790"/>
                  <a:pt x="10019" y="8633"/>
                  <a:pt x="9767" y="8507"/>
                </a:cubicBezTo>
                <a:cubicBezTo>
                  <a:pt x="10019" y="8255"/>
                  <a:pt x="10145" y="7940"/>
                  <a:pt x="10145" y="7562"/>
                </a:cubicBezTo>
                <a:cubicBezTo>
                  <a:pt x="10145" y="6806"/>
                  <a:pt x="9515" y="6176"/>
                  <a:pt x="8759" y="6176"/>
                </a:cubicBezTo>
                <a:cubicBezTo>
                  <a:pt x="8002" y="6176"/>
                  <a:pt x="7372" y="6806"/>
                  <a:pt x="7372" y="7562"/>
                </a:cubicBezTo>
                <a:cubicBezTo>
                  <a:pt x="7372" y="7908"/>
                  <a:pt x="7498" y="8223"/>
                  <a:pt x="7719" y="8507"/>
                </a:cubicBezTo>
                <a:cubicBezTo>
                  <a:pt x="7498" y="8633"/>
                  <a:pt x="7246" y="8790"/>
                  <a:pt x="7057" y="8980"/>
                </a:cubicBezTo>
                <a:lnTo>
                  <a:pt x="4883" y="8980"/>
                </a:lnTo>
                <a:cubicBezTo>
                  <a:pt x="4694" y="8790"/>
                  <a:pt x="4442" y="8633"/>
                  <a:pt x="4222" y="8507"/>
                </a:cubicBezTo>
                <a:cubicBezTo>
                  <a:pt x="4474" y="8255"/>
                  <a:pt x="4568" y="7940"/>
                  <a:pt x="4568" y="7562"/>
                </a:cubicBezTo>
                <a:cubicBezTo>
                  <a:pt x="4568" y="6806"/>
                  <a:pt x="3938" y="6176"/>
                  <a:pt x="3214" y="6176"/>
                </a:cubicBezTo>
                <a:cubicBezTo>
                  <a:pt x="2458" y="6176"/>
                  <a:pt x="1828" y="6806"/>
                  <a:pt x="1828" y="7562"/>
                </a:cubicBezTo>
                <a:cubicBezTo>
                  <a:pt x="1828" y="7908"/>
                  <a:pt x="1954" y="8223"/>
                  <a:pt x="2174" y="8507"/>
                </a:cubicBezTo>
                <a:cubicBezTo>
                  <a:pt x="1922" y="8633"/>
                  <a:pt x="1701" y="8790"/>
                  <a:pt x="1512" y="8980"/>
                </a:cubicBezTo>
                <a:lnTo>
                  <a:pt x="1103" y="8980"/>
                </a:lnTo>
                <a:cubicBezTo>
                  <a:pt x="882" y="8980"/>
                  <a:pt x="725" y="8790"/>
                  <a:pt x="756" y="8570"/>
                </a:cubicBezTo>
                <a:lnTo>
                  <a:pt x="1260" y="5829"/>
                </a:lnTo>
                <a:cubicBezTo>
                  <a:pt x="1323" y="5672"/>
                  <a:pt x="1418" y="5545"/>
                  <a:pt x="1638" y="5545"/>
                </a:cubicBezTo>
                <a:close/>
                <a:moveTo>
                  <a:pt x="3214" y="8948"/>
                </a:moveTo>
                <a:cubicBezTo>
                  <a:pt x="4127" y="8948"/>
                  <a:pt x="4915" y="9736"/>
                  <a:pt x="4915" y="10712"/>
                </a:cubicBezTo>
                <a:lnTo>
                  <a:pt x="4915" y="11059"/>
                </a:lnTo>
                <a:lnTo>
                  <a:pt x="1481" y="11059"/>
                </a:lnTo>
                <a:lnTo>
                  <a:pt x="1481" y="10712"/>
                </a:lnTo>
                <a:cubicBezTo>
                  <a:pt x="1481" y="9736"/>
                  <a:pt x="2269" y="8948"/>
                  <a:pt x="3214" y="8948"/>
                </a:cubicBezTo>
                <a:close/>
                <a:moveTo>
                  <a:pt x="8759" y="8948"/>
                </a:moveTo>
                <a:cubicBezTo>
                  <a:pt x="9704" y="8948"/>
                  <a:pt x="10491" y="9736"/>
                  <a:pt x="10491" y="10712"/>
                </a:cubicBezTo>
                <a:lnTo>
                  <a:pt x="10491" y="11059"/>
                </a:lnTo>
                <a:lnTo>
                  <a:pt x="7026" y="11059"/>
                </a:lnTo>
                <a:lnTo>
                  <a:pt x="7026" y="10712"/>
                </a:lnTo>
                <a:cubicBezTo>
                  <a:pt x="7026" y="9736"/>
                  <a:pt x="7813" y="8948"/>
                  <a:pt x="8759" y="8948"/>
                </a:cubicBezTo>
                <a:close/>
                <a:moveTo>
                  <a:pt x="5986" y="1"/>
                </a:moveTo>
                <a:cubicBezTo>
                  <a:pt x="5262" y="1"/>
                  <a:pt x="4631" y="631"/>
                  <a:pt x="4631" y="1387"/>
                </a:cubicBezTo>
                <a:cubicBezTo>
                  <a:pt x="4631" y="1733"/>
                  <a:pt x="4726" y="2048"/>
                  <a:pt x="4978" y="2269"/>
                </a:cubicBezTo>
                <a:cubicBezTo>
                  <a:pt x="4127" y="2679"/>
                  <a:pt x="3592" y="3498"/>
                  <a:pt x="3592" y="4474"/>
                </a:cubicBezTo>
                <a:lnTo>
                  <a:pt x="3592" y="4852"/>
                </a:lnTo>
                <a:lnTo>
                  <a:pt x="1670" y="4852"/>
                </a:lnTo>
                <a:cubicBezTo>
                  <a:pt x="1166" y="4852"/>
                  <a:pt x="725" y="5199"/>
                  <a:pt x="630" y="5703"/>
                </a:cubicBezTo>
                <a:lnTo>
                  <a:pt x="126" y="8475"/>
                </a:lnTo>
                <a:cubicBezTo>
                  <a:pt x="0" y="9043"/>
                  <a:pt x="473" y="9610"/>
                  <a:pt x="1071" y="9673"/>
                </a:cubicBezTo>
                <a:cubicBezTo>
                  <a:pt x="914" y="9988"/>
                  <a:pt x="819" y="10366"/>
                  <a:pt x="819" y="10744"/>
                </a:cubicBezTo>
                <a:lnTo>
                  <a:pt x="819" y="11468"/>
                </a:lnTo>
                <a:cubicBezTo>
                  <a:pt x="819" y="11657"/>
                  <a:pt x="977" y="11815"/>
                  <a:pt x="1197" y="11815"/>
                </a:cubicBezTo>
                <a:lnTo>
                  <a:pt x="5356" y="11815"/>
                </a:lnTo>
                <a:cubicBezTo>
                  <a:pt x="5545" y="11815"/>
                  <a:pt x="5703" y="11657"/>
                  <a:pt x="5703" y="11468"/>
                </a:cubicBezTo>
                <a:lnTo>
                  <a:pt x="5703" y="10744"/>
                </a:lnTo>
                <a:cubicBezTo>
                  <a:pt x="5703" y="10366"/>
                  <a:pt x="5640" y="9988"/>
                  <a:pt x="5482" y="9673"/>
                </a:cubicBezTo>
                <a:lnTo>
                  <a:pt x="6648" y="9673"/>
                </a:lnTo>
                <a:cubicBezTo>
                  <a:pt x="6490" y="9988"/>
                  <a:pt x="6427" y="10366"/>
                  <a:pt x="6427" y="10744"/>
                </a:cubicBezTo>
                <a:lnTo>
                  <a:pt x="6427" y="11468"/>
                </a:lnTo>
                <a:cubicBezTo>
                  <a:pt x="6427" y="11657"/>
                  <a:pt x="6585" y="11815"/>
                  <a:pt x="6774" y="11815"/>
                </a:cubicBezTo>
                <a:lnTo>
                  <a:pt x="10838" y="11815"/>
                </a:lnTo>
                <a:cubicBezTo>
                  <a:pt x="11027" y="11815"/>
                  <a:pt x="11184" y="11657"/>
                  <a:pt x="11184" y="11468"/>
                </a:cubicBezTo>
                <a:lnTo>
                  <a:pt x="11184" y="10744"/>
                </a:lnTo>
                <a:cubicBezTo>
                  <a:pt x="11184" y="10366"/>
                  <a:pt x="11121" y="9988"/>
                  <a:pt x="10964" y="9673"/>
                </a:cubicBezTo>
                <a:cubicBezTo>
                  <a:pt x="11563" y="9610"/>
                  <a:pt x="11972" y="9043"/>
                  <a:pt x="11878" y="8475"/>
                </a:cubicBezTo>
                <a:lnTo>
                  <a:pt x="11342" y="5703"/>
                </a:lnTo>
                <a:cubicBezTo>
                  <a:pt x="11279" y="5199"/>
                  <a:pt x="10838" y="4852"/>
                  <a:pt x="10334" y="4852"/>
                </a:cubicBezTo>
                <a:lnTo>
                  <a:pt x="8412" y="4852"/>
                </a:lnTo>
                <a:lnTo>
                  <a:pt x="8412" y="4474"/>
                </a:lnTo>
                <a:cubicBezTo>
                  <a:pt x="8412" y="3498"/>
                  <a:pt x="7845" y="2679"/>
                  <a:pt x="7026" y="2269"/>
                </a:cubicBezTo>
                <a:cubicBezTo>
                  <a:pt x="7246" y="2048"/>
                  <a:pt x="7372" y="1733"/>
                  <a:pt x="7372" y="1387"/>
                </a:cubicBezTo>
                <a:cubicBezTo>
                  <a:pt x="7372" y="631"/>
                  <a:pt x="6742" y="1"/>
                  <a:pt x="59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664" name="Google Shape;14664;p83"/>
          <p:cNvSpPr/>
          <p:nvPr/>
        </p:nvSpPr>
        <p:spPr>
          <a:xfrm>
            <a:off x="8020096" y="2671070"/>
            <a:ext cx="224004" cy="346655"/>
          </a:xfrm>
          <a:custGeom>
            <a:avLst/>
            <a:gdLst/>
            <a:ahLst/>
            <a:cxnLst/>
            <a:rect l="l" t="t" r="r" b="b"/>
            <a:pathLst>
              <a:path w="7594" h="11752" extrusionOk="0">
                <a:moveTo>
                  <a:pt x="6585" y="662"/>
                </a:moveTo>
                <a:cubicBezTo>
                  <a:pt x="6774" y="662"/>
                  <a:pt x="6932" y="819"/>
                  <a:pt x="6932" y="1008"/>
                </a:cubicBezTo>
                <a:cubicBezTo>
                  <a:pt x="6932" y="1197"/>
                  <a:pt x="6774" y="1355"/>
                  <a:pt x="6585" y="1355"/>
                </a:cubicBezTo>
                <a:lnTo>
                  <a:pt x="1040" y="1355"/>
                </a:lnTo>
                <a:cubicBezTo>
                  <a:pt x="820" y="1355"/>
                  <a:pt x="662" y="1197"/>
                  <a:pt x="662" y="1008"/>
                </a:cubicBezTo>
                <a:cubicBezTo>
                  <a:pt x="662" y="819"/>
                  <a:pt x="820" y="662"/>
                  <a:pt x="1040" y="662"/>
                </a:cubicBezTo>
                <a:close/>
                <a:moveTo>
                  <a:pt x="6175" y="2048"/>
                </a:moveTo>
                <a:lnTo>
                  <a:pt x="6175" y="2867"/>
                </a:lnTo>
                <a:cubicBezTo>
                  <a:pt x="5435" y="3277"/>
                  <a:pt x="4600" y="3481"/>
                  <a:pt x="3765" y="3481"/>
                </a:cubicBezTo>
                <a:cubicBezTo>
                  <a:pt x="2930" y="3481"/>
                  <a:pt x="2096" y="3277"/>
                  <a:pt x="1355" y="2867"/>
                </a:cubicBezTo>
                <a:lnTo>
                  <a:pt x="1355" y="2048"/>
                </a:lnTo>
                <a:close/>
                <a:moveTo>
                  <a:pt x="1418" y="3686"/>
                </a:moveTo>
                <a:lnTo>
                  <a:pt x="1418" y="3686"/>
                </a:lnTo>
                <a:cubicBezTo>
                  <a:pt x="2174" y="4001"/>
                  <a:pt x="2962" y="4190"/>
                  <a:pt x="3781" y="4190"/>
                </a:cubicBezTo>
                <a:cubicBezTo>
                  <a:pt x="4600" y="4190"/>
                  <a:pt x="5388" y="4033"/>
                  <a:pt x="6144" y="3686"/>
                </a:cubicBezTo>
                <a:lnTo>
                  <a:pt x="6144" y="3686"/>
                </a:lnTo>
                <a:cubicBezTo>
                  <a:pt x="5860" y="4757"/>
                  <a:pt x="4915" y="5545"/>
                  <a:pt x="3781" y="5545"/>
                </a:cubicBezTo>
                <a:cubicBezTo>
                  <a:pt x="2647" y="5545"/>
                  <a:pt x="1702" y="4757"/>
                  <a:pt x="1418" y="3686"/>
                </a:cubicBezTo>
                <a:close/>
                <a:moveTo>
                  <a:pt x="3435" y="6238"/>
                </a:moveTo>
                <a:lnTo>
                  <a:pt x="3435" y="7813"/>
                </a:lnTo>
                <a:lnTo>
                  <a:pt x="1544" y="9704"/>
                </a:lnTo>
                <a:lnTo>
                  <a:pt x="1355" y="9704"/>
                </a:lnTo>
                <a:lnTo>
                  <a:pt x="1355" y="8695"/>
                </a:lnTo>
                <a:cubicBezTo>
                  <a:pt x="1355" y="7467"/>
                  <a:pt x="2237" y="6427"/>
                  <a:pt x="3435" y="6238"/>
                </a:cubicBezTo>
                <a:close/>
                <a:moveTo>
                  <a:pt x="3781" y="8443"/>
                </a:moveTo>
                <a:lnTo>
                  <a:pt x="5041" y="9704"/>
                </a:lnTo>
                <a:lnTo>
                  <a:pt x="2552" y="9704"/>
                </a:lnTo>
                <a:lnTo>
                  <a:pt x="3781" y="8443"/>
                </a:lnTo>
                <a:close/>
                <a:moveTo>
                  <a:pt x="4128" y="6238"/>
                </a:moveTo>
                <a:cubicBezTo>
                  <a:pt x="5325" y="6396"/>
                  <a:pt x="6207" y="7435"/>
                  <a:pt x="6207" y="8695"/>
                </a:cubicBezTo>
                <a:lnTo>
                  <a:pt x="6207" y="9704"/>
                </a:lnTo>
                <a:lnTo>
                  <a:pt x="6018" y="9704"/>
                </a:lnTo>
                <a:lnTo>
                  <a:pt x="4128" y="7813"/>
                </a:lnTo>
                <a:lnTo>
                  <a:pt x="4128" y="6238"/>
                </a:lnTo>
                <a:close/>
                <a:moveTo>
                  <a:pt x="6553" y="10397"/>
                </a:moveTo>
                <a:cubicBezTo>
                  <a:pt x="6743" y="10428"/>
                  <a:pt x="6900" y="10586"/>
                  <a:pt x="6900" y="10743"/>
                </a:cubicBezTo>
                <a:cubicBezTo>
                  <a:pt x="6900" y="10932"/>
                  <a:pt x="6743" y="11090"/>
                  <a:pt x="6553" y="11090"/>
                </a:cubicBezTo>
                <a:lnTo>
                  <a:pt x="977" y="11090"/>
                </a:lnTo>
                <a:cubicBezTo>
                  <a:pt x="788" y="11090"/>
                  <a:pt x="631" y="10932"/>
                  <a:pt x="631" y="10743"/>
                </a:cubicBezTo>
                <a:cubicBezTo>
                  <a:pt x="631" y="10554"/>
                  <a:pt x="788" y="10397"/>
                  <a:pt x="977" y="10397"/>
                </a:cubicBezTo>
                <a:close/>
                <a:moveTo>
                  <a:pt x="1009" y="0"/>
                </a:moveTo>
                <a:cubicBezTo>
                  <a:pt x="442" y="0"/>
                  <a:pt x="0" y="473"/>
                  <a:pt x="0" y="1008"/>
                </a:cubicBezTo>
                <a:cubicBezTo>
                  <a:pt x="0" y="1449"/>
                  <a:pt x="284" y="1827"/>
                  <a:pt x="694" y="1985"/>
                </a:cubicBezTo>
                <a:lnTo>
                  <a:pt x="694" y="3088"/>
                </a:lnTo>
                <a:cubicBezTo>
                  <a:pt x="694" y="4316"/>
                  <a:pt x="1387" y="5356"/>
                  <a:pt x="2395" y="5860"/>
                </a:cubicBezTo>
                <a:cubicBezTo>
                  <a:pt x="1387" y="6364"/>
                  <a:pt x="694" y="7435"/>
                  <a:pt x="694" y="8664"/>
                </a:cubicBezTo>
                <a:lnTo>
                  <a:pt x="694" y="9767"/>
                </a:lnTo>
                <a:cubicBezTo>
                  <a:pt x="316" y="9924"/>
                  <a:pt x="0" y="10271"/>
                  <a:pt x="0" y="10743"/>
                </a:cubicBezTo>
                <a:cubicBezTo>
                  <a:pt x="0" y="11342"/>
                  <a:pt x="473" y="11751"/>
                  <a:pt x="1009" y="11751"/>
                </a:cubicBezTo>
                <a:lnTo>
                  <a:pt x="6585" y="11751"/>
                </a:lnTo>
                <a:cubicBezTo>
                  <a:pt x="7152" y="11751"/>
                  <a:pt x="7593" y="11279"/>
                  <a:pt x="7593" y="10743"/>
                </a:cubicBezTo>
                <a:cubicBezTo>
                  <a:pt x="7593" y="10302"/>
                  <a:pt x="7310" y="9924"/>
                  <a:pt x="6900" y="9767"/>
                </a:cubicBezTo>
                <a:lnTo>
                  <a:pt x="6900" y="8664"/>
                </a:lnTo>
                <a:cubicBezTo>
                  <a:pt x="6900" y="7435"/>
                  <a:pt x="6207" y="6364"/>
                  <a:pt x="5199" y="5860"/>
                </a:cubicBezTo>
                <a:cubicBezTo>
                  <a:pt x="6207" y="5387"/>
                  <a:pt x="6900" y="4316"/>
                  <a:pt x="6900" y="3088"/>
                </a:cubicBezTo>
                <a:lnTo>
                  <a:pt x="6900" y="1985"/>
                </a:lnTo>
                <a:cubicBezTo>
                  <a:pt x="7278" y="1827"/>
                  <a:pt x="7593" y="1481"/>
                  <a:pt x="7593" y="1008"/>
                </a:cubicBezTo>
                <a:cubicBezTo>
                  <a:pt x="7593" y="410"/>
                  <a:pt x="7121" y="0"/>
                  <a:pt x="65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665" name="Google Shape;14665;p83"/>
          <p:cNvSpPr/>
          <p:nvPr/>
        </p:nvSpPr>
        <p:spPr>
          <a:xfrm>
            <a:off x="5310365" y="1304129"/>
            <a:ext cx="351286" cy="349457"/>
          </a:xfrm>
          <a:custGeom>
            <a:avLst/>
            <a:gdLst/>
            <a:ahLst/>
            <a:cxnLst/>
            <a:rect l="l" t="t" r="r" b="b"/>
            <a:pathLst>
              <a:path w="11909" h="11847" extrusionOk="0">
                <a:moveTo>
                  <a:pt x="3560" y="2647"/>
                </a:moveTo>
                <a:lnTo>
                  <a:pt x="3560" y="3561"/>
                </a:lnTo>
                <a:lnTo>
                  <a:pt x="2615" y="3561"/>
                </a:lnTo>
                <a:lnTo>
                  <a:pt x="3560" y="2647"/>
                </a:lnTo>
                <a:close/>
                <a:moveTo>
                  <a:pt x="6616" y="4222"/>
                </a:moveTo>
                <a:cubicBezTo>
                  <a:pt x="7971" y="4285"/>
                  <a:pt x="9074" y="5325"/>
                  <a:pt x="9074" y="6680"/>
                </a:cubicBezTo>
                <a:cubicBezTo>
                  <a:pt x="9074" y="8003"/>
                  <a:pt x="7971" y="9106"/>
                  <a:pt x="6616" y="9106"/>
                </a:cubicBezTo>
                <a:cubicBezTo>
                  <a:pt x="5293" y="9106"/>
                  <a:pt x="4190" y="8003"/>
                  <a:pt x="4190" y="6680"/>
                </a:cubicBezTo>
                <a:cubicBezTo>
                  <a:pt x="4190" y="5325"/>
                  <a:pt x="5293" y="4222"/>
                  <a:pt x="6616" y="4222"/>
                </a:cubicBezTo>
                <a:close/>
                <a:moveTo>
                  <a:pt x="7687" y="757"/>
                </a:moveTo>
                <a:lnTo>
                  <a:pt x="7687" y="1513"/>
                </a:lnTo>
                <a:lnTo>
                  <a:pt x="3875" y="1513"/>
                </a:lnTo>
                <a:cubicBezTo>
                  <a:pt x="3781" y="1513"/>
                  <a:pt x="3655" y="1544"/>
                  <a:pt x="3623" y="1639"/>
                </a:cubicBezTo>
                <a:lnTo>
                  <a:pt x="1512" y="3718"/>
                </a:lnTo>
                <a:cubicBezTo>
                  <a:pt x="1418" y="3813"/>
                  <a:pt x="1386" y="3876"/>
                  <a:pt x="1386" y="3939"/>
                </a:cubicBezTo>
                <a:lnTo>
                  <a:pt x="1386" y="9862"/>
                </a:lnTo>
                <a:lnTo>
                  <a:pt x="662" y="9862"/>
                </a:lnTo>
                <a:lnTo>
                  <a:pt x="662" y="757"/>
                </a:lnTo>
                <a:close/>
                <a:moveTo>
                  <a:pt x="8380" y="2175"/>
                </a:moveTo>
                <a:lnTo>
                  <a:pt x="8380" y="4128"/>
                </a:lnTo>
                <a:cubicBezTo>
                  <a:pt x="7876" y="3813"/>
                  <a:pt x="7278" y="3592"/>
                  <a:pt x="6648" y="3592"/>
                </a:cubicBezTo>
                <a:cubicBezTo>
                  <a:pt x="4915" y="3592"/>
                  <a:pt x="3560" y="5010"/>
                  <a:pt x="3560" y="6711"/>
                </a:cubicBezTo>
                <a:cubicBezTo>
                  <a:pt x="3560" y="8444"/>
                  <a:pt x="4946" y="9830"/>
                  <a:pt x="6648" y="9830"/>
                </a:cubicBezTo>
                <a:cubicBezTo>
                  <a:pt x="7120" y="9830"/>
                  <a:pt x="7593" y="9704"/>
                  <a:pt x="8002" y="9515"/>
                </a:cubicBezTo>
                <a:lnTo>
                  <a:pt x="8380" y="9893"/>
                </a:lnTo>
                <a:lnTo>
                  <a:pt x="8380" y="10492"/>
                </a:lnTo>
                <a:lnTo>
                  <a:pt x="2079" y="10492"/>
                </a:lnTo>
                <a:lnTo>
                  <a:pt x="2079" y="4285"/>
                </a:lnTo>
                <a:lnTo>
                  <a:pt x="3875" y="4285"/>
                </a:lnTo>
                <a:cubicBezTo>
                  <a:pt x="4064" y="4285"/>
                  <a:pt x="4222" y="4128"/>
                  <a:pt x="4222" y="3907"/>
                </a:cubicBezTo>
                <a:lnTo>
                  <a:pt x="4222" y="2175"/>
                </a:lnTo>
                <a:close/>
                <a:moveTo>
                  <a:pt x="9074" y="8633"/>
                </a:moveTo>
                <a:lnTo>
                  <a:pt x="11027" y="10618"/>
                </a:lnTo>
                <a:cubicBezTo>
                  <a:pt x="11153" y="10744"/>
                  <a:pt x="11153" y="10964"/>
                  <a:pt x="11027" y="11090"/>
                </a:cubicBezTo>
                <a:cubicBezTo>
                  <a:pt x="10964" y="11153"/>
                  <a:pt x="10877" y="11185"/>
                  <a:pt x="10791" y="11185"/>
                </a:cubicBezTo>
                <a:cubicBezTo>
                  <a:pt x="10704" y="11185"/>
                  <a:pt x="10617" y="11153"/>
                  <a:pt x="10554" y="11090"/>
                </a:cubicBezTo>
                <a:lnTo>
                  <a:pt x="8601" y="9106"/>
                </a:lnTo>
                <a:cubicBezTo>
                  <a:pt x="8790" y="9011"/>
                  <a:pt x="8948" y="8791"/>
                  <a:pt x="9074" y="8633"/>
                </a:cubicBezTo>
                <a:close/>
                <a:moveTo>
                  <a:pt x="347" y="1"/>
                </a:moveTo>
                <a:cubicBezTo>
                  <a:pt x="158" y="1"/>
                  <a:pt x="0" y="190"/>
                  <a:pt x="0" y="379"/>
                </a:cubicBezTo>
                <a:lnTo>
                  <a:pt x="0" y="10145"/>
                </a:lnTo>
                <a:cubicBezTo>
                  <a:pt x="0" y="10334"/>
                  <a:pt x="158" y="10492"/>
                  <a:pt x="347" y="10492"/>
                </a:cubicBezTo>
                <a:lnTo>
                  <a:pt x="1386" y="10492"/>
                </a:lnTo>
                <a:lnTo>
                  <a:pt x="1386" y="10838"/>
                </a:lnTo>
                <a:cubicBezTo>
                  <a:pt x="1386" y="11059"/>
                  <a:pt x="1544" y="11216"/>
                  <a:pt x="1733" y="11216"/>
                </a:cubicBezTo>
                <a:lnTo>
                  <a:pt x="8695" y="11216"/>
                </a:lnTo>
                <a:cubicBezTo>
                  <a:pt x="8916" y="11216"/>
                  <a:pt x="9074" y="11059"/>
                  <a:pt x="9074" y="10838"/>
                </a:cubicBezTo>
                <a:lnTo>
                  <a:pt x="9074" y="10586"/>
                </a:lnTo>
                <a:lnTo>
                  <a:pt x="10050" y="11563"/>
                </a:lnTo>
                <a:cubicBezTo>
                  <a:pt x="10239" y="11752"/>
                  <a:pt x="10507" y="11847"/>
                  <a:pt x="10775" y="11847"/>
                </a:cubicBezTo>
                <a:cubicBezTo>
                  <a:pt x="11043" y="11847"/>
                  <a:pt x="11310" y="11752"/>
                  <a:pt x="11499" y="11563"/>
                </a:cubicBezTo>
                <a:cubicBezTo>
                  <a:pt x="11909" y="11153"/>
                  <a:pt x="11909" y="10492"/>
                  <a:pt x="11499" y="10114"/>
                </a:cubicBezTo>
                <a:lnTo>
                  <a:pt x="9420" y="8003"/>
                </a:lnTo>
                <a:cubicBezTo>
                  <a:pt x="9609" y="7625"/>
                  <a:pt x="9735" y="7152"/>
                  <a:pt x="9735" y="6680"/>
                </a:cubicBezTo>
                <a:cubicBezTo>
                  <a:pt x="9735" y="5924"/>
                  <a:pt x="9452" y="5262"/>
                  <a:pt x="9011" y="4695"/>
                </a:cubicBezTo>
                <a:lnTo>
                  <a:pt x="9011" y="1828"/>
                </a:lnTo>
                <a:cubicBezTo>
                  <a:pt x="9011" y="1639"/>
                  <a:pt x="8853" y="1481"/>
                  <a:pt x="8664" y="1481"/>
                </a:cubicBezTo>
                <a:lnTo>
                  <a:pt x="8317" y="1481"/>
                </a:lnTo>
                <a:lnTo>
                  <a:pt x="8317" y="379"/>
                </a:lnTo>
                <a:cubicBezTo>
                  <a:pt x="8317" y="190"/>
                  <a:pt x="8160" y="1"/>
                  <a:pt x="79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4666" name="Google Shape;14666;p83"/>
          <p:cNvGrpSpPr/>
          <p:nvPr/>
        </p:nvGrpSpPr>
        <p:grpSpPr>
          <a:xfrm>
            <a:off x="5309921" y="1756125"/>
            <a:ext cx="352230" cy="348542"/>
            <a:chOff x="1049375" y="2318350"/>
            <a:chExt cx="298525" cy="295400"/>
          </a:xfrm>
        </p:grpSpPr>
        <p:sp>
          <p:nvSpPr>
            <p:cNvPr id="14667" name="Google Shape;14667;p83"/>
            <p:cNvSpPr/>
            <p:nvPr/>
          </p:nvSpPr>
          <p:spPr>
            <a:xfrm>
              <a:off x="1101350" y="2492325"/>
              <a:ext cx="70125" cy="50525"/>
            </a:xfrm>
            <a:custGeom>
              <a:avLst/>
              <a:gdLst/>
              <a:ahLst/>
              <a:cxnLst/>
              <a:rect l="l" t="t" r="r" b="b"/>
              <a:pathLst>
                <a:path w="2805" h="2021" extrusionOk="0">
                  <a:moveTo>
                    <a:pt x="2473" y="0"/>
                  </a:moveTo>
                  <a:cubicBezTo>
                    <a:pt x="2377" y="0"/>
                    <a:pt x="2273" y="32"/>
                    <a:pt x="2206" y="99"/>
                  </a:cubicBezTo>
                  <a:lnTo>
                    <a:pt x="1072" y="1233"/>
                  </a:lnTo>
                  <a:lnTo>
                    <a:pt x="599" y="761"/>
                  </a:lnTo>
                  <a:cubicBezTo>
                    <a:pt x="536" y="713"/>
                    <a:pt x="449" y="690"/>
                    <a:pt x="363" y="690"/>
                  </a:cubicBezTo>
                  <a:cubicBezTo>
                    <a:pt x="276" y="690"/>
                    <a:pt x="189" y="713"/>
                    <a:pt x="126" y="761"/>
                  </a:cubicBezTo>
                  <a:cubicBezTo>
                    <a:pt x="0" y="887"/>
                    <a:pt x="0" y="1139"/>
                    <a:pt x="126" y="1233"/>
                  </a:cubicBezTo>
                  <a:lnTo>
                    <a:pt x="820" y="1958"/>
                  </a:lnTo>
                  <a:cubicBezTo>
                    <a:pt x="914" y="2021"/>
                    <a:pt x="977" y="2021"/>
                    <a:pt x="1072" y="2021"/>
                  </a:cubicBezTo>
                  <a:cubicBezTo>
                    <a:pt x="1135" y="2021"/>
                    <a:pt x="1261" y="1989"/>
                    <a:pt x="1292" y="1926"/>
                  </a:cubicBezTo>
                  <a:lnTo>
                    <a:pt x="2678" y="540"/>
                  </a:lnTo>
                  <a:cubicBezTo>
                    <a:pt x="2804" y="414"/>
                    <a:pt x="2804" y="162"/>
                    <a:pt x="2678" y="68"/>
                  </a:cubicBezTo>
                  <a:cubicBezTo>
                    <a:pt x="2634" y="24"/>
                    <a:pt x="2557" y="0"/>
                    <a:pt x="24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668" name="Google Shape;14668;p83"/>
            <p:cNvSpPr/>
            <p:nvPr/>
          </p:nvSpPr>
          <p:spPr>
            <a:xfrm>
              <a:off x="1101350" y="2440525"/>
              <a:ext cx="70125" cy="51150"/>
            </a:xfrm>
            <a:custGeom>
              <a:avLst/>
              <a:gdLst/>
              <a:ahLst/>
              <a:cxnLst/>
              <a:rect l="l" t="t" r="r" b="b"/>
              <a:pathLst>
                <a:path w="2805" h="2046" extrusionOk="0">
                  <a:moveTo>
                    <a:pt x="2469" y="1"/>
                  </a:moveTo>
                  <a:cubicBezTo>
                    <a:pt x="2374" y="1"/>
                    <a:pt x="2272" y="40"/>
                    <a:pt x="2206" y="123"/>
                  </a:cubicBezTo>
                  <a:lnTo>
                    <a:pt x="1072" y="1257"/>
                  </a:lnTo>
                  <a:lnTo>
                    <a:pt x="599" y="785"/>
                  </a:lnTo>
                  <a:cubicBezTo>
                    <a:pt x="536" y="738"/>
                    <a:pt x="449" y="714"/>
                    <a:pt x="363" y="714"/>
                  </a:cubicBezTo>
                  <a:cubicBezTo>
                    <a:pt x="276" y="714"/>
                    <a:pt x="189" y="738"/>
                    <a:pt x="126" y="785"/>
                  </a:cubicBezTo>
                  <a:cubicBezTo>
                    <a:pt x="0" y="911"/>
                    <a:pt x="0" y="1163"/>
                    <a:pt x="126" y="1257"/>
                  </a:cubicBezTo>
                  <a:lnTo>
                    <a:pt x="820" y="1982"/>
                  </a:lnTo>
                  <a:cubicBezTo>
                    <a:pt x="914" y="2045"/>
                    <a:pt x="977" y="2045"/>
                    <a:pt x="1072" y="2045"/>
                  </a:cubicBezTo>
                  <a:cubicBezTo>
                    <a:pt x="1135" y="2045"/>
                    <a:pt x="1261" y="2014"/>
                    <a:pt x="1292" y="1951"/>
                  </a:cubicBezTo>
                  <a:lnTo>
                    <a:pt x="2678" y="564"/>
                  </a:lnTo>
                  <a:cubicBezTo>
                    <a:pt x="2804" y="438"/>
                    <a:pt x="2804" y="186"/>
                    <a:pt x="2678" y="92"/>
                  </a:cubicBezTo>
                  <a:cubicBezTo>
                    <a:pt x="2634" y="32"/>
                    <a:pt x="2554" y="1"/>
                    <a:pt x="24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669" name="Google Shape;14669;p83"/>
            <p:cNvSpPr/>
            <p:nvPr/>
          </p:nvSpPr>
          <p:spPr>
            <a:xfrm>
              <a:off x="1101350" y="2388550"/>
              <a:ext cx="70125" cy="51125"/>
            </a:xfrm>
            <a:custGeom>
              <a:avLst/>
              <a:gdLst/>
              <a:ahLst/>
              <a:cxnLst/>
              <a:rect l="l" t="t" r="r" b="b"/>
              <a:pathLst>
                <a:path w="2805" h="2045" extrusionOk="0">
                  <a:moveTo>
                    <a:pt x="2469" y="1"/>
                  </a:moveTo>
                  <a:cubicBezTo>
                    <a:pt x="2374" y="1"/>
                    <a:pt x="2272" y="40"/>
                    <a:pt x="2206" y="123"/>
                  </a:cubicBezTo>
                  <a:lnTo>
                    <a:pt x="1072" y="1257"/>
                  </a:lnTo>
                  <a:lnTo>
                    <a:pt x="599" y="785"/>
                  </a:lnTo>
                  <a:cubicBezTo>
                    <a:pt x="536" y="722"/>
                    <a:pt x="449" y="690"/>
                    <a:pt x="363" y="690"/>
                  </a:cubicBezTo>
                  <a:cubicBezTo>
                    <a:pt x="276" y="690"/>
                    <a:pt x="189" y="722"/>
                    <a:pt x="126" y="785"/>
                  </a:cubicBezTo>
                  <a:cubicBezTo>
                    <a:pt x="0" y="911"/>
                    <a:pt x="0" y="1131"/>
                    <a:pt x="126" y="1257"/>
                  </a:cubicBezTo>
                  <a:lnTo>
                    <a:pt x="820" y="1982"/>
                  </a:lnTo>
                  <a:cubicBezTo>
                    <a:pt x="914" y="2045"/>
                    <a:pt x="977" y="2045"/>
                    <a:pt x="1072" y="2045"/>
                  </a:cubicBezTo>
                  <a:cubicBezTo>
                    <a:pt x="1135" y="2045"/>
                    <a:pt x="1261" y="2013"/>
                    <a:pt x="1292" y="1919"/>
                  </a:cubicBezTo>
                  <a:lnTo>
                    <a:pt x="2678" y="532"/>
                  </a:lnTo>
                  <a:cubicBezTo>
                    <a:pt x="2804" y="438"/>
                    <a:pt x="2804" y="186"/>
                    <a:pt x="2678" y="91"/>
                  </a:cubicBezTo>
                  <a:cubicBezTo>
                    <a:pt x="2634" y="32"/>
                    <a:pt x="2554" y="1"/>
                    <a:pt x="24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670" name="Google Shape;14670;p83"/>
            <p:cNvSpPr/>
            <p:nvPr/>
          </p:nvSpPr>
          <p:spPr>
            <a:xfrm>
              <a:off x="1049375" y="2318350"/>
              <a:ext cx="298525" cy="295400"/>
            </a:xfrm>
            <a:custGeom>
              <a:avLst/>
              <a:gdLst/>
              <a:ahLst/>
              <a:cxnLst/>
              <a:rect l="l" t="t" r="r" b="b"/>
              <a:pathLst>
                <a:path w="11941" h="11816" extrusionOk="0">
                  <a:moveTo>
                    <a:pt x="6963" y="1198"/>
                  </a:moveTo>
                  <a:lnTo>
                    <a:pt x="7876" y="2143"/>
                  </a:lnTo>
                  <a:lnTo>
                    <a:pt x="6963" y="2143"/>
                  </a:lnTo>
                  <a:lnTo>
                    <a:pt x="6963" y="1198"/>
                  </a:lnTo>
                  <a:close/>
                  <a:moveTo>
                    <a:pt x="10286" y="3498"/>
                  </a:moveTo>
                  <a:cubicBezTo>
                    <a:pt x="10373" y="3498"/>
                    <a:pt x="10460" y="3530"/>
                    <a:pt x="10523" y="3593"/>
                  </a:cubicBezTo>
                  <a:lnTo>
                    <a:pt x="10995" y="4065"/>
                  </a:lnTo>
                  <a:cubicBezTo>
                    <a:pt x="11184" y="4223"/>
                    <a:pt x="11184" y="4475"/>
                    <a:pt x="11027" y="4569"/>
                  </a:cubicBezTo>
                  <a:lnTo>
                    <a:pt x="10806" y="4821"/>
                  </a:lnTo>
                  <a:lnTo>
                    <a:pt x="9798" y="3845"/>
                  </a:lnTo>
                  <a:lnTo>
                    <a:pt x="10050" y="3593"/>
                  </a:lnTo>
                  <a:cubicBezTo>
                    <a:pt x="10113" y="3530"/>
                    <a:pt x="10200" y="3498"/>
                    <a:pt x="10286" y="3498"/>
                  </a:cubicBezTo>
                  <a:close/>
                  <a:moveTo>
                    <a:pt x="9294" y="4349"/>
                  </a:moveTo>
                  <a:lnTo>
                    <a:pt x="10271" y="5325"/>
                  </a:lnTo>
                  <a:lnTo>
                    <a:pt x="7845" y="7783"/>
                  </a:lnTo>
                  <a:lnTo>
                    <a:pt x="6868" y="6774"/>
                  </a:lnTo>
                  <a:lnTo>
                    <a:pt x="9294" y="4349"/>
                  </a:lnTo>
                  <a:close/>
                  <a:moveTo>
                    <a:pt x="6585" y="7499"/>
                  </a:moveTo>
                  <a:lnTo>
                    <a:pt x="7183" y="8098"/>
                  </a:lnTo>
                  <a:lnTo>
                    <a:pt x="6427" y="8255"/>
                  </a:lnTo>
                  <a:lnTo>
                    <a:pt x="6585" y="7499"/>
                  </a:lnTo>
                  <a:close/>
                  <a:moveTo>
                    <a:pt x="6994" y="10398"/>
                  </a:moveTo>
                  <a:lnTo>
                    <a:pt x="6994" y="10776"/>
                  </a:lnTo>
                  <a:cubicBezTo>
                    <a:pt x="6994" y="10870"/>
                    <a:pt x="7057" y="10996"/>
                    <a:pt x="7089" y="11122"/>
                  </a:cubicBezTo>
                  <a:lnTo>
                    <a:pt x="1071" y="11122"/>
                  </a:lnTo>
                  <a:cubicBezTo>
                    <a:pt x="882" y="11122"/>
                    <a:pt x="693" y="10965"/>
                    <a:pt x="693" y="10776"/>
                  </a:cubicBezTo>
                  <a:lnTo>
                    <a:pt x="693" y="10398"/>
                  </a:lnTo>
                  <a:close/>
                  <a:moveTo>
                    <a:pt x="6270" y="663"/>
                  </a:moveTo>
                  <a:lnTo>
                    <a:pt x="6270" y="2458"/>
                  </a:lnTo>
                  <a:cubicBezTo>
                    <a:pt x="6270" y="2647"/>
                    <a:pt x="6427" y="2805"/>
                    <a:pt x="6616" y="2805"/>
                  </a:cubicBezTo>
                  <a:lnTo>
                    <a:pt x="8349" y="2805"/>
                  </a:lnTo>
                  <a:lnTo>
                    <a:pt x="8349" y="4286"/>
                  </a:lnTo>
                  <a:lnTo>
                    <a:pt x="6112" y="6554"/>
                  </a:lnTo>
                  <a:cubicBezTo>
                    <a:pt x="6081" y="6585"/>
                    <a:pt x="6018" y="6680"/>
                    <a:pt x="6018" y="6711"/>
                  </a:cubicBezTo>
                  <a:lnTo>
                    <a:pt x="5608" y="8633"/>
                  </a:lnTo>
                  <a:cubicBezTo>
                    <a:pt x="5545" y="8759"/>
                    <a:pt x="5608" y="8885"/>
                    <a:pt x="5671" y="8948"/>
                  </a:cubicBezTo>
                  <a:cubicBezTo>
                    <a:pt x="5742" y="9019"/>
                    <a:pt x="5813" y="9055"/>
                    <a:pt x="5897" y="9055"/>
                  </a:cubicBezTo>
                  <a:cubicBezTo>
                    <a:pt x="5925" y="9055"/>
                    <a:pt x="5955" y="9051"/>
                    <a:pt x="5986" y="9043"/>
                  </a:cubicBezTo>
                  <a:lnTo>
                    <a:pt x="7908" y="8602"/>
                  </a:lnTo>
                  <a:cubicBezTo>
                    <a:pt x="8002" y="8602"/>
                    <a:pt x="8034" y="8570"/>
                    <a:pt x="8065" y="8507"/>
                  </a:cubicBezTo>
                  <a:lnTo>
                    <a:pt x="8349" y="8255"/>
                  </a:lnTo>
                  <a:lnTo>
                    <a:pt x="8349" y="10807"/>
                  </a:lnTo>
                  <a:lnTo>
                    <a:pt x="8380" y="10807"/>
                  </a:lnTo>
                  <a:cubicBezTo>
                    <a:pt x="8380" y="10996"/>
                    <a:pt x="8223" y="11154"/>
                    <a:pt x="8034" y="11154"/>
                  </a:cubicBezTo>
                  <a:cubicBezTo>
                    <a:pt x="7845" y="11154"/>
                    <a:pt x="7687" y="10996"/>
                    <a:pt x="7687" y="10807"/>
                  </a:cubicBezTo>
                  <a:lnTo>
                    <a:pt x="7687" y="10083"/>
                  </a:lnTo>
                  <a:cubicBezTo>
                    <a:pt x="7687" y="9893"/>
                    <a:pt x="7530" y="9736"/>
                    <a:pt x="7309" y="9736"/>
                  </a:cubicBezTo>
                  <a:lnTo>
                    <a:pt x="1386" y="9736"/>
                  </a:lnTo>
                  <a:lnTo>
                    <a:pt x="1386" y="663"/>
                  </a:lnTo>
                  <a:close/>
                  <a:moveTo>
                    <a:pt x="1071" y="1"/>
                  </a:moveTo>
                  <a:cubicBezTo>
                    <a:pt x="882" y="1"/>
                    <a:pt x="693" y="158"/>
                    <a:pt x="693" y="379"/>
                  </a:cubicBezTo>
                  <a:lnTo>
                    <a:pt x="693" y="9736"/>
                  </a:lnTo>
                  <a:lnTo>
                    <a:pt x="347" y="9736"/>
                  </a:lnTo>
                  <a:cubicBezTo>
                    <a:pt x="158" y="9736"/>
                    <a:pt x="0" y="9893"/>
                    <a:pt x="0" y="10083"/>
                  </a:cubicBezTo>
                  <a:lnTo>
                    <a:pt x="0" y="10807"/>
                  </a:lnTo>
                  <a:cubicBezTo>
                    <a:pt x="0" y="11406"/>
                    <a:pt x="473" y="11815"/>
                    <a:pt x="1008" y="11815"/>
                  </a:cubicBezTo>
                  <a:lnTo>
                    <a:pt x="8002" y="11815"/>
                  </a:lnTo>
                  <a:cubicBezTo>
                    <a:pt x="8569" y="11815"/>
                    <a:pt x="9011" y="11343"/>
                    <a:pt x="9011" y="10807"/>
                  </a:cubicBezTo>
                  <a:lnTo>
                    <a:pt x="9011" y="7562"/>
                  </a:lnTo>
                  <a:lnTo>
                    <a:pt x="11499" y="5105"/>
                  </a:lnTo>
                  <a:cubicBezTo>
                    <a:pt x="11940" y="4664"/>
                    <a:pt x="11940" y="4034"/>
                    <a:pt x="11531" y="3593"/>
                  </a:cubicBezTo>
                  <a:lnTo>
                    <a:pt x="11058" y="3120"/>
                  </a:lnTo>
                  <a:cubicBezTo>
                    <a:pt x="10869" y="2931"/>
                    <a:pt x="10609" y="2836"/>
                    <a:pt x="10346" y="2836"/>
                  </a:cubicBezTo>
                  <a:cubicBezTo>
                    <a:pt x="10082" y="2836"/>
                    <a:pt x="9814" y="2931"/>
                    <a:pt x="9609" y="3120"/>
                  </a:cubicBezTo>
                  <a:lnTo>
                    <a:pt x="9105" y="3624"/>
                  </a:lnTo>
                  <a:lnTo>
                    <a:pt x="9105" y="2490"/>
                  </a:lnTo>
                  <a:cubicBezTo>
                    <a:pt x="9105" y="2427"/>
                    <a:pt x="9074" y="2332"/>
                    <a:pt x="8979" y="2269"/>
                  </a:cubicBezTo>
                  <a:lnTo>
                    <a:pt x="6900" y="127"/>
                  </a:lnTo>
                  <a:cubicBezTo>
                    <a:pt x="6805" y="64"/>
                    <a:pt x="6742" y="1"/>
                    <a:pt x="66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671" name="Google Shape;14671;p83"/>
          <p:cNvGrpSpPr/>
          <p:nvPr/>
        </p:nvGrpSpPr>
        <p:grpSpPr>
          <a:xfrm>
            <a:off x="5310393" y="2196576"/>
            <a:ext cx="351286" cy="351286"/>
            <a:chOff x="1049375" y="2680675"/>
            <a:chExt cx="297725" cy="297725"/>
          </a:xfrm>
        </p:grpSpPr>
        <p:sp>
          <p:nvSpPr>
            <p:cNvPr id="14672" name="Google Shape;14672;p83"/>
            <p:cNvSpPr/>
            <p:nvPr/>
          </p:nvSpPr>
          <p:spPr>
            <a:xfrm>
              <a:off x="1113175" y="2752350"/>
              <a:ext cx="161475" cy="155975"/>
            </a:xfrm>
            <a:custGeom>
              <a:avLst/>
              <a:gdLst/>
              <a:ahLst/>
              <a:cxnLst/>
              <a:rect l="l" t="t" r="r" b="b"/>
              <a:pathLst>
                <a:path w="6459" h="6239" extrusionOk="0">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673" name="Google Shape;14673;p83"/>
            <p:cNvSpPr/>
            <p:nvPr/>
          </p:nvSpPr>
          <p:spPr>
            <a:xfrm>
              <a:off x="1049375" y="2680675"/>
              <a:ext cx="297725" cy="297725"/>
            </a:xfrm>
            <a:custGeom>
              <a:avLst/>
              <a:gdLst/>
              <a:ahLst/>
              <a:cxnLst/>
              <a:rect l="l" t="t" r="r" b="b"/>
              <a:pathLst>
                <a:path w="11909" h="11909" extrusionOk="0">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674" name="Google Shape;14674;p83"/>
          <p:cNvGrpSpPr/>
          <p:nvPr/>
        </p:nvGrpSpPr>
        <p:grpSpPr>
          <a:xfrm>
            <a:off x="7523845" y="1304623"/>
            <a:ext cx="348513" cy="348542"/>
            <a:chOff x="2872725" y="1954475"/>
            <a:chExt cx="295375" cy="295400"/>
          </a:xfrm>
        </p:grpSpPr>
        <p:sp>
          <p:nvSpPr>
            <p:cNvPr id="14675" name="Google Shape;14675;p83"/>
            <p:cNvSpPr/>
            <p:nvPr/>
          </p:nvSpPr>
          <p:spPr>
            <a:xfrm>
              <a:off x="2959350" y="1954475"/>
              <a:ext cx="122100" cy="139450"/>
            </a:xfrm>
            <a:custGeom>
              <a:avLst/>
              <a:gdLst/>
              <a:ahLst/>
              <a:cxnLst/>
              <a:rect l="l" t="t" r="r" b="b"/>
              <a:pathLst>
                <a:path w="4884" h="5578" extrusionOk="0">
                  <a:moveTo>
                    <a:pt x="2395" y="694"/>
                  </a:moveTo>
                  <a:cubicBezTo>
                    <a:pt x="2805" y="694"/>
                    <a:pt x="3120" y="1009"/>
                    <a:pt x="3120" y="1418"/>
                  </a:cubicBezTo>
                  <a:cubicBezTo>
                    <a:pt x="3120" y="1797"/>
                    <a:pt x="2805" y="2112"/>
                    <a:pt x="2395" y="2112"/>
                  </a:cubicBezTo>
                  <a:cubicBezTo>
                    <a:pt x="2017" y="2112"/>
                    <a:pt x="1702" y="1797"/>
                    <a:pt x="1702" y="1418"/>
                  </a:cubicBezTo>
                  <a:cubicBezTo>
                    <a:pt x="1733" y="1009"/>
                    <a:pt x="2048" y="694"/>
                    <a:pt x="2395" y="694"/>
                  </a:cubicBezTo>
                  <a:close/>
                  <a:moveTo>
                    <a:pt x="2395" y="2742"/>
                  </a:moveTo>
                  <a:cubicBezTo>
                    <a:pt x="3340" y="2742"/>
                    <a:pt x="4128" y="3529"/>
                    <a:pt x="4128" y="4537"/>
                  </a:cubicBezTo>
                  <a:lnTo>
                    <a:pt x="4128" y="4884"/>
                  </a:lnTo>
                  <a:lnTo>
                    <a:pt x="662" y="4884"/>
                  </a:lnTo>
                  <a:lnTo>
                    <a:pt x="662" y="4537"/>
                  </a:lnTo>
                  <a:cubicBezTo>
                    <a:pt x="662" y="3529"/>
                    <a:pt x="1450" y="2742"/>
                    <a:pt x="2395" y="2742"/>
                  </a:cubicBezTo>
                  <a:close/>
                  <a:moveTo>
                    <a:pt x="2490" y="1"/>
                  </a:moveTo>
                  <a:cubicBezTo>
                    <a:pt x="1733" y="1"/>
                    <a:pt x="1103" y="631"/>
                    <a:pt x="1103" y="1387"/>
                  </a:cubicBezTo>
                  <a:cubicBezTo>
                    <a:pt x="1103" y="1734"/>
                    <a:pt x="1229" y="2049"/>
                    <a:pt x="1450" y="2332"/>
                  </a:cubicBezTo>
                  <a:cubicBezTo>
                    <a:pt x="568" y="2710"/>
                    <a:pt x="1" y="3529"/>
                    <a:pt x="1" y="4537"/>
                  </a:cubicBezTo>
                  <a:lnTo>
                    <a:pt x="1" y="5231"/>
                  </a:lnTo>
                  <a:cubicBezTo>
                    <a:pt x="1" y="5420"/>
                    <a:pt x="158" y="5577"/>
                    <a:pt x="347" y="5577"/>
                  </a:cubicBezTo>
                  <a:lnTo>
                    <a:pt x="4537" y="5577"/>
                  </a:lnTo>
                  <a:cubicBezTo>
                    <a:pt x="4726" y="5577"/>
                    <a:pt x="4884" y="5420"/>
                    <a:pt x="4884" y="5231"/>
                  </a:cubicBezTo>
                  <a:lnTo>
                    <a:pt x="4884" y="4537"/>
                  </a:lnTo>
                  <a:cubicBezTo>
                    <a:pt x="4884" y="3529"/>
                    <a:pt x="4317" y="2710"/>
                    <a:pt x="3498" y="2332"/>
                  </a:cubicBezTo>
                  <a:cubicBezTo>
                    <a:pt x="3750" y="2080"/>
                    <a:pt x="3844" y="1765"/>
                    <a:pt x="3844" y="1387"/>
                  </a:cubicBezTo>
                  <a:cubicBezTo>
                    <a:pt x="3844" y="631"/>
                    <a:pt x="3214" y="1"/>
                    <a:pt x="24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676" name="Google Shape;14676;p83"/>
            <p:cNvSpPr/>
            <p:nvPr/>
          </p:nvSpPr>
          <p:spPr>
            <a:xfrm>
              <a:off x="2906575" y="2146650"/>
              <a:ext cx="191425" cy="69350"/>
            </a:xfrm>
            <a:custGeom>
              <a:avLst/>
              <a:gdLst/>
              <a:ahLst/>
              <a:cxnLst/>
              <a:rect l="l" t="t" r="r" b="b"/>
              <a:pathLst>
                <a:path w="7657" h="2774" extrusionOk="0">
                  <a:moveTo>
                    <a:pt x="1419" y="694"/>
                  </a:moveTo>
                  <a:lnTo>
                    <a:pt x="1419" y="2080"/>
                  </a:lnTo>
                  <a:lnTo>
                    <a:pt x="694" y="2080"/>
                  </a:lnTo>
                  <a:lnTo>
                    <a:pt x="694" y="694"/>
                  </a:lnTo>
                  <a:close/>
                  <a:moveTo>
                    <a:pt x="2773" y="694"/>
                  </a:moveTo>
                  <a:lnTo>
                    <a:pt x="2773" y="2080"/>
                  </a:lnTo>
                  <a:lnTo>
                    <a:pt x="2080" y="2080"/>
                  </a:lnTo>
                  <a:lnTo>
                    <a:pt x="2080" y="694"/>
                  </a:lnTo>
                  <a:close/>
                  <a:moveTo>
                    <a:pt x="4159" y="694"/>
                  </a:moveTo>
                  <a:lnTo>
                    <a:pt x="4159" y="2080"/>
                  </a:lnTo>
                  <a:lnTo>
                    <a:pt x="3466" y="2080"/>
                  </a:lnTo>
                  <a:lnTo>
                    <a:pt x="3466" y="694"/>
                  </a:lnTo>
                  <a:close/>
                  <a:moveTo>
                    <a:pt x="6995" y="694"/>
                  </a:moveTo>
                  <a:lnTo>
                    <a:pt x="6995" y="2080"/>
                  </a:lnTo>
                  <a:lnTo>
                    <a:pt x="4884" y="2080"/>
                  </a:lnTo>
                  <a:lnTo>
                    <a:pt x="4884" y="694"/>
                  </a:lnTo>
                  <a:close/>
                  <a:moveTo>
                    <a:pt x="347" y="1"/>
                  </a:moveTo>
                  <a:cubicBezTo>
                    <a:pt x="158" y="1"/>
                    <a:pt x="1" y="158"/>
                    <a:pt x="1" y="347"/>
                  </a:cubicBezTo>
                  <a:lnTo>
                    <a:pt x="1" y="2427"/>
                  </a:lnTo>
                  <a:cubicBezTo>
                    <a:pt x="1" y="2616"/>
                    <a:pt x="158" y="2773"/>
                    <a:pt x="347" y="2773"/>
                  </a:cubicBezTo>
                  <a:lnTo>
                    <a:pt x="7310" y="2773"/>
                  </a:lnTo>
                  <a:cubicBezTo>
                    <a:pt x="7499" y="2773"/>
                    <a:pt x="7657" y="2616"/>
                    <a:pt x="7657" y="2427"/>
                  </a:cubicBezTo>
                  <a:lnTo>
                    <a:pt x="7657" y="347"/>
                  </a:lnTo>
                  <a:cubicBezTo>
                    <a:pt x="7657" y="127"/>
                    <a:pt x="7499" y="1"/>
                    <a:pt x="73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677" name="Google Shape;14677;p83"/>
            <p:cNvSpPr/>
            <p:nvPr/>
          </p:nvSpPr>
          <p:spPr>
            <a:xfrm>
              <a:off x="2872725" y="2112000"/>
              <a:ext cx="295375" cy="137875"/>
            </a:xfrm>
            <a:custGeom>
              <a:avLst/>
              <a:gdLst/>
              <a:ahLst/>
              <a:cxnLst/>
              <a:rect l="l" t="t" r="r" b="b"/>
              <a:pathLst>
                <a:path w="11815" h="5515" extrusionOk="0">
                  <a:moveTo>
                    <a:pt x="11121" y="2080"/>
                  </a:moveTo>
                  <a:lnTo>
                    <a:pt x="11121" y="3466"/>
                  </a:lnTo>
                  <a:lnTo>
                    <a:pt x="10397" y="3466"/>
                  </a:lnTo>
                  <a:lnTo>
                    <a:pt x="10397" y="2080"/>
                  </a:lnTo>
                  <a:close/>
                  <a:moveTo>
                    <a:pt x="9389" y="662"/>
                  </a:moveTo>
                  <a:cubicBezTo>
                    <a:pt x="9578" y="662"/>
                    <a:pt x="9735" y="820"/>
                    <a:pt x="9735" y="1009"/>
                  </a:cubicBezTo>
                  <a:lnTo>
                    <a:pt x="9735" y="4474"/>
                  </a:lnTo>
                  <a:cubicBezTo>
                    <a:pt x="9735" y="4663"/>
                    <a:pt x="9578" y="4852"/>
                    <a:pt x="9389" y="4852"/>
                  </a:cubicBezTo>
                  <a:lnTo>
                    <a:pt x="1040" y="4852"/>
                  </a:lnTo>
                  <a:cubicBezTo>
                    <a:pt x="819" y="4852"/>
                    <a:pt x="662" y="4663"/>
                    <a:pt x="662" y="4474"/>
                  </a:cubicBezTo>
                  <a:lnTo>
                    <a:pt x="662" y="1009"/>
                  </a:lnTo>
                  <a:cubicBezTo>
                    <a:pt x="662" y="820"/>
                    <a:pt x="819" y="662"/>
                    <a:pt x="1040" y="662"/>
                  </a:cubicBezTo>
                  <a:close/>
                  <a:moveTo>
                    <a:pt x="1040" y="1"/>
                  </a:moveTo>
                  <a:cubicBezTo>
                    <a:pt x="441" y="1"/>
                    <a:pt x="0" y="473"/>
                    <a:pt x="0" y="1009"/>
                  </a:cubicBezTo>
                  <a:lnTo>
                    <a:pt x="0" y="4474"/>
                  </a:lnTo>
                  <a:cubicBezTo>
                    <a:pt x="0" y="5073"/>
                    <a:pt x="473" y="5514"/>
                    <a:pt x="1040" y="5514"/>
                  </a:cubicBezTo>
                  <a:lnTo>
                    <a:pt x="9357" y="5514"/>
                  </a:lnTo>
                  <a:cubicBezTo>
                    <a:pt x="9956" y="5514"/>
                    <a:pt x="10397" y="5041"/>
                    <a:pt x="10397" y="4474"/>
                  </a:cubicBezTo>
                  <a:lnTo>
                    <a:pt x="10397" y="4128"/>
                  </a:lnTo>
                  <a:lnTo>
                    <a:pt x="11436" y="4128"/>
                  </a:lnTo>
                  <a:cubicBezTo>
                    <a:pt x="11625" y="4128"/>
                    <a:pt x="11783" y="3970"/>
                    <a:pt x="11783" y="3781"/>
                  </a:cubicBezTo>
                  <a:lnTo>
                    <a:pt x="11783" y="1702"/>
                  </a:lnTo>
                  <a:cubicBezTo>
                    <a:pt x="11814" y="1513"/>
                    <a:pt x="11657" y="1387"/>
                    <a:pt x="11468" y="1387"/>
                  </a:cubicBezTo>
                  <a:lnTo>
                    <a:pt x="10397" y="1387"/>
                  </a:lnTo>
                  <a:lnTo>
                    <a:pt x="10397" y="1009"/>
                  </a:lnTo>
                  <a:cubicBezTo>
                    <a:pt x="10397" y="442"/>
                    <a:pt x="9924" y="1"/>
                    <a:pt x="93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678" name="Google Shape;14678;p83"/>
          <p:cNvGrpSpPr/>
          <p:nvPr/>
        </p:nvGrpSpPr>
        <p:grpSpPr>
          <a:xfrm>
            <a:off x="7545216" y="1755196"/>
            <a:ext cx="305771" cy="350401"/>
            <a:chOff x="2890050" y="2318350"/>
            <a:chExt cx="259150" cy="296975"/>
          </a:xfrm>
        </p:grpSpPr>
        <p:sp>
          <p:nvSpPr>
            <p:cNvPr id="14679" name="Google Shape;14679;p83"/>
            <p:cNvSpPr/>
            <p:nvPr/>
          </p:nvSpPr>
          <p:spPr>
            <a:xfrm>
              <a:off x="2936525" y="2353025"/>
              <a:ext cx="160700" cy="155975"/>
            </a:xfrm>
            <a:custGeom>
              <a:avLst/>
              <a:gdLst/>
              <a:ahLst/>
              <a:cxnLst/>
              <a:rect l="l" t="t" r="r" b="b"/>
              <a:pathLst>
                <a:path w="6428" h="6239" extrusionOk="0">
                  <a:moveTo>
                    <a:pt x="3371" y="2048"/>
                  </a:moveTo>
                  <a:cubicBezTo>
                    <a:pt x="3749" y="2048"/>
                    <a:pt x="4064" y="2363"/>
                    <a:pt x="4064" y="2773"/>
                  </a:cubicBezTo>
                  <a:cubicBezTo>
                    <a:pt x="4064" y="3151"/>
                    <a:pt x="3749" y="3466"/>
                    <a:pt x="3371" y="3466"/>
                  </a:cubicBezTo>
                  <a:cubicBezTo>
                    <a:pt x="2961" y="3466"/>
                    <a:pt x="2646" y="3151"/>
                    <a:pt x="2646" y="2773"/>
                  </a:cubicBezTo>
                  <a:cubicBezTo>
                    <a:pt x="2646" y="2363"/>
                    <a:pt x="2961" y="2048"/>
                    <a:pt x="3371" y="2048"/>
                  </a:cubicBezTo>
                  <a:close/>
                  <a:moveTo>
                    <a:pt x="3308" y="662"/>
                  </a:moveTo>
                  <a:cubicBezTo>
                    <a:pt x="4663" y="662"/>
                    <a:pt x="5734" y="1764"/>
                    <a:pt x="5734" y="3119"/>
                  </a:cubicBezTo>
                  <a:cubicBezTo>
                    <a:pt x="5734" y="3655"/>
                    <a:pt x="5513" y="4159"/>
                    <a:pt x="5167" y="4663"/>
                  </a:cubicBezTo>
                  <a:cubicBezTo>
                    <a:pt x="4978" y="4253"/>
                    <a:pt x="4694" y="3938"/>
                    <a:pt x="4316" y="3686"/>
                  </a:cubicBezTo>
                  <a:cubicBezTo>
                    <a:pt x="4537" y="3466"/>
                    <a:pt x="4694" y="3119"/>
                    <a:pt x="4694" y="2741"/>
                  </a:cubicBezTo>
                  <a:cubicBezTo>
                    <a:pt x="4694" y="2016"/>
                    <a:pt x="4064" y="1386"/>
                    <a:pt x="3308" y="1386"/>
                  </a:cubicBezTo>
                  <a:cubicBezTo>
                    <a:pt x="2583" y="1386"/>
                    <a:pt x="1953" y="2016"/>
                    <a:pt x="1953" y="2741"/>
                  </a:cubicBezTo>
                  <a:cubicBezTo>
                    <a:pt x="1953" y="3119"/>
                    <a:pt x="2111" y="3466"/>
                    <a:pt x="2331" y="3686"/>
                  </a:cubicBezTo>
                  <a:cubicBezTo>
                    <a:pt x="1953" y="3907"/>
                    <a:pt x="1670" y="4253"/>
                    <a:pt x="1481" y="4663"/>
                  </a:cubicBezTo>
                  <a:cubicBezTo>
                    <a:pt x="1008" y="4096"/>
                    <a:pt x="851" y="3434"/>
                    <a:pt x="914" y="2773"/>
                  </a:cubicBezTo>
                  <a:cubicBezTo>
                    <a:pt x="1071" y="1670"/>
                    <a:pt x="2048" y="662"/>
                    <a:pt x="3308" y="662"/>
                  </a:cubicBezTo>
                  <a:close/>
                  <a:moveTo>
                    <a:pt x="3308" y="4190"/>
                  </a:moveTo>
                  <a:cubicBezTo>
                    <a:pt x="3938" y="4190"/>
                    <a:pt x="4442" y="4600"/>
                    <a:pt x="4663" y="5167"/>
                  </a:cubicBezTo>
                  <a:cubicBezTo>
                    <a:pt x="4253" y="5387"/>
                    <a:pt x="3844" y="5545"/>
                    <a:pt x="3308" y="5545"/>
                  </a:cubicBezTo>
                  <a:cubicBezTo>
                    <a:pt x="2835" y="5545"/>
                    <a:pt x="2363" y="5387"/>
                    <a:pt x="1985" y="5167"/>
                  </a:cubicBezTo>
                  <a:cubicBezTo>
                    <a:pt x="2142" y="4568"/>
                    <a:pt x="2678" y="4190"/>
                    <a:pt x="3308" y="4190"/>
                  </a:cubicBezTo>
                  <a:close/>
                  <a:moveTo>
                    <a:pt x="3308" y="0"/>
                  </a:moveTo>
                  <a:cubicBezTo>
                    <a:pt x="1701" y="0"/>
                    <a:pt x="410" y="1229"/>
                    <a:pt x="252" y="2678"/>
                  </a:cubicBezTo>
                  <a:cubicBezTo>
                    <a:pt x="0" y="4600"/>
                    <a:pt x="1481" y="6238"/>
                    <a:pt x="3308" y="6238"/>
                  </a:cubicBezTo>
                  <a:cubicBezTo>
                    <a:pt x="5041" y="6238"/>
                    <a:pt x="6427" y="4820"/>
                    <a:pt x="6427" y="3119"/>
                  </a:cubicBezTo>
                  <a:cubicBezTo>
                    <a:pt x="6427" y="1386"/>
                    <a:pt x="5009" y="0"/>
                    <a:pt x="33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680" name="Google Shape;14680;p83"/>
            <p:cNvSpPr/>
            <p:nvPr/>
          </p:nvSpPr>
          <p:spPr>
            <a:xfrm>
              <a:off x="2890050" y="2318350"/>
              <a:ext cx="259150" cy="296975"/>
            </a:xfrm>
            <a:custGeom>
              <a:avLst/>
              <a:gdLst/>
              <a:ahLst/>
              <a:cxnLst/>
              <a:rect l="l" t="t" r="r" b="b"/>
              <a:pathLst>
                <a:path w="10366" h="11879" extrusionOk="0">
                  <a:moveTo>
                    <a:pt x="5167" y="694"/>
                  </a:moveTo>
                  <a:cubicBezTo>
                    <a:pt x="7309" y="694"/>
                    <a:pt x="9011" y="2427"/>
                    <a:pt x="9011" y="4506"/>
                  </a:cubicBezTo>
                  <a:cubicBezTo>
                    <a:pt x="9011" y="5640"/>
                    <a:pt x="8475" y="6711"/>
                    <a:pt x="7656" y="7405"/>
                  </a:cubicBezTo>
                  <a:lnTo>
                    <a:pt x="5167" y="9547"/>
                  </a:lnTo>
                  <a:lnTo>
                    <a:pt x="2710" y="7405"/>
                  </a:lnTo>
                  <a:cubicBezTo>
                    <a:pt x="1796" y="6585"/>
                    <a:pt x="1229" y="5420"/>
                    <a:pt x="1386" y="4034"/>
                  </a:cubicBezTo>
                  <a:cubicBezTo>
                    <a:pt x="1575" y="2206"/>
                    <a:pt x="3151" y="694"/>
                    <a:pt x="5167" y="694"/>
                  </a:cubicBezTo>
                  <a:close/>
                  <a:moveTo>
                    <a:pt x="8475" y="8980"/>
                  </a:moveTo>
                  <a:lnTo>
                    <a:pt x="9546" y="11122"/>
                  </a:lnTo>
                  <a:lnTo>
                    <a:pt x="977" y="11122"/>
                  </a:lnTo>
                  <a:lnTo>
                    <a:pt x="2017" y="8980"/>
                  </a:lnTo>
                  <a:lnTo>
                    <a:pt x="3529" y="8980"/>
                  </a:lnTo>
                  <a:lnTo>
                    <a:pt x="4978" y="10240"/>
                  </a:lnTo>
                  <a:cubicBezTo>
                    <a:pt x="5073" y="10272"/>
                    <a:pt x="5136" y="10335"/>
                    <a:pt x="5230" y="10335"/>
                  </a:cubicBezTo>
                  <a:cubicBezTo>
                    <a:pt x="5293" y="10335"/>
                    <a:pt x="5388" y="10272"/>
                    <a:pt x="5451" y="10240"/>
                  </a:cubicBezTo>
                  <a:lnTo>
                    <a:pt x="6900" y="8980"/>
                  </a:lnTo>
                  <a:close/>
                  <a:moveTo>
                    <a:pt x="5107" y="1"/>
                  </a:moveTo>
                  <a:cubicBezTo>
                    <a:pt x="2772" y="1"/>
                    <a:pt x="912" y="1815"/>
                    <a:pt x="662" y="3939"/>
                  </a:cubicBezTo>
                  <a:cubicBezTo>
                    <a:pt x="441" y="5483"/>
                    <a:pt x="1040" y="6932"/>
                    <a:pt x="2174" y="7940"/>
                  </a:cubicBezTo>
                  <a:lnTo>
                    <a:pt x="2615" y="8318"/>
                  </a:lnTo>
                  <a:lnTo>
                    <a:pt x="1638" y="8318"/>
                  </a:lnTo>
                  <a:cubicBezTo>
                    <a:pt x="1575" y="8318"/>
                    <a:pt x="1481" y="8413"/>
                    <a:pt x="1449" y="8507"/>
                  </a:cubicBezTo>
                  <a:lnTo>
                    <a:pt x="63" y="11343"/>
                  </a:lnTo>
                  <a:cubicBezTo>
                    <a:pt x="0" y="11469"/>
                    <a:pt x="0" y="11595"/>
                    <a:pt x="63" y="11721"/>
                  </a:cubicBezTo>
                  <a:cubicBezTo>
                    <a:pt x="126" y="11815"/>
                    <a:pt x="221" y="11878"/>
                    <a:pt x="347" y="11878"/>
                  </a:cubicBezTo>
                  <a:lnTo>
                    <a:pt x="10019" y="11878"/>
                  </a:lnTo>
                  <a:cubicBezTo>
                    <a:pt x="10145" y="11878"/>
                    <a:pt x="10271" y="11784"/>
                    <a:pt x="10302" y="11721"/>
                  </a:cubicBezTo>
                  <a:cubicBezTo>
                    <a:pt x="10365" y="11595"/>
                    <a:pt x="10365" y="11469"/>
                    <a:pt x="10302" y="11343"/>
                  </a:cubicBezTo>
                  <a:lnTo>
                    <a:pt x="8916" y="8507"/>
                  </a:lnTo>
                  <a:cubicBezTo>
                    <a:pt x="8885" y="8413"/>
                    <a:pt x="8727" y="8318"/>
                    <a:pt x="8601" y="8318"/>
                  </a:cubicBezTo>
                  <a:lnTo>
                    <a:pt x="7624" y="8318"/>
                  </a:lnTo>
                  <a:lnTo>
                    <a:pt x="8065" y="7940"/>
                  </a:lnTo>
                  <a:cubicBezTo>
                    <a:pt x="9042" y="7090"/>
                    <a:pt x="9641" y="5829"/>
                    <a:pt x="9641" y="4506"/>
                  </a:cubicBezTo>
                  <a:cubicBezTo>
                    <a:pt x="9641" y="2049"/>
                    <a:pt x="7656" y="1"/>
                    <a:pt x="5167" y="1"/>
                  </a:cubicBezTo>
                  <a:cubicBezTo>
                    <a:pt x="5147" y="1"/>
                    <a:pt x="5127" y="1"/>
                    <a:pt x="51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4681" name="Google Shape;14681;p83"/>
          <p:cNvSpPr/>
          <p:nvPr/>
        </p:nvSpPr>
        <p:spPr>
          <a:xfrm>
            <a:off x="7585093" y="2196982"/>
            <a:ext cx="225862" cy="350371"/>
          </a:xfrm>
          <a:custGeom>
            <a:avLst/>
            <a:gdLst/>
            <a:ahLst/>
            <a:cxnLst/>
            <a:rect l="l" t="t" r="r" b="b"/>
            <a:pathLst>
              <a:path w="7657" h="11878" extrusionOk="0">
                <a:moveTo>
                  <a:pt x="3813" y="1387"/>
                </a:moveTo>
                <a:cubicBezTo>
                  <a:pt x="4254" y="1387"/>
                  <a:pt x="4664" y="1670"/>
                  <a:pt x="4821" y="2112"/>
                </a:cubicBezTo>
                <a:lnTo>
                  <a:pt x="2836" y="2112"/>
                </a:lnTo>
                <a:cubicBezTo>
                  <a:pt x="2994" y="1702"/>
                  <a:pt x="3372" y="1387"/>
                  <a:pt x="3813" y="1387"/>
                </a:cubicBezTo>
                <a:close/>
                <a:moveTo>
                  <a:pt x="4947" y="2805"/>
                </a:moveTo>
                <a:cubicBezTo>
                  <a:pt x="5199" y="2805"/>
                  <a:pt x="5357" y="3057"/>
                  <a:pt x="5294" y="3277"/>
                </a:cubicBezTo>
                <a:lnTo>
                  <a:pt x="4947" y="4222"/>
                </a:lnTo>
                <a:lnTo>
                  <a:pt x="2679" y="4222"/>
                </a:lnTo>
                <a:lnTo>
                  <a:pt x="2364" y="3277"/>
                </a:lnTo>
                <a:cubicBezTo>
                  <a:pt x="2332" y="3025"/>
                  <a:pt x="2490" y="2805"/>
                  <a:pt x="2710" y="2805"/>
                </a:cubicBezTo>
                <a:close/>
                <a:moveTo>
                  <a:pt x="4916" y="4852"/>
                </a:moveTo>
                <a:lnTo>
                  <a:pt x="5514" y="8381"/>
                </a:lnTo>
                <a:lnTo>
                  <a:pt x="2175" y="8381"/>
                </a:lnTo>
                <a:lnTo>
                  <a:pt x="2773" y="4852"/>
                </a:lnTo>
                <a:close/>
                <a:moveTo>
                  <a:pt x="5955" y="9074"/>
                </a:moveTo>
                <a:cubicBezTo>
                  <a:pt x="6144" y="9074"/>
                  <a:pt x="6302" y="9232"/>
                  <a:pt x="6302" y="9421"/>
                </a:cubicBezTo>
                <a:lnTo>
                  <a:pt x="6302" y="9799"/>
                </a:lnTo>
                <a:lnTo>
                  <a:pt x="1450" y="9799"/>
                </a:lnTo>
                <a:lnTo>
                  <a:pt x="1450" y="9421"/>
                </a:lnTo>
                <a:cubicBezTo>
                  <a:pt x="1419" y="9232"/>
                  <a:pt x="1576" y="9074"/>
                  <a:pt x="1765" y="9074"/>
                </a:cubicBezTo>
                <a:close/>
                <a:moveTo>
                  <a:pt x="6648" y="10460"/>
                </a:moveTo>
                <a:cubicBezTo>
                  <a:pt x="6806" y="10460"/>
                  <a:pt x="6964" y="10618"/>
                  <a:pt x="6964" y="10807"/>
                </a:cubicBezTo>
                <a:lnTo>
                  <a:pt x="6964" y="11153"/>
                </a:lnTo>
                <a:lnTo>
                  <a:pt x="757" y="11153"/>
                </a:lnTo>
                <a:lnTo>
                  <a:pt x="757" y="10807"/>
                </a:lnTo>
                <a:cubicBezTo>
                  <a:pt x="757" y="10618"/>
                  <a:pt x="915" y="10460"/>
                  <a:pt x="1104" y="10460"/>
                </a:cubicBezTo>
                <a:close/>
                <a:moveTo>
                  <a:pt x="3782" y="1"/>
                </a:moveTo>
                <a:cubicBezTo>
                  <a:pt x="3592" y="1"/>
                  <a:pt x="3435" y="158"/>
                  <a:pt x="3435" y="379"/>
                </a:cubicBezTo>
                <a:lnTo>
                  <a:pt x="3435" y="757"/>
                </a:lnTo>
                <a:cubicBezTo>
                  <a:pt x="2679" y="914"/>
                  <a:pt x="2143" y="1544"/>
                  <a:pt x="2049" y="2301"/>
                </a:cubicBezTo>
                <a:cubicBezTo>
                  <a:pt x="1702" y="2521"/>
                  <a:pt x="1545" y="3025"/>
                  <a:pt x="1671" y="3466"/>
                </a:cubicBezTo>
                <a:lnTo>
                  <a:pt x="1891" y="4191"/>
                </a:lnTo>
                <a:lnTo>
                  <a:pt x="1702" y="4191"/>
                </a:lnTo>
                <a:cubicBezTo>
                  <a:pt x="1513" y="4191"/>
                  <a:pt x="1356" y="4348"/>
                  <a:pt x="1356" y="4537"/>
                </a:cubicBezTo>
                <a:cubicBezTo>
                  <a:pt x="1356" y="4758"/>
                  <a:pt x="1513" y="4915"/>
                  <a:pt x="1702" y="4915"/>
                </a:cubicBezTo>
                <a:lnTo>
                  <a:pt x="1986" y="4915"/>
                </a:lnTo>
                <a:lnTo>
                  <a:pt x="1387" y="8444"/>
                </a:lnTo>
                <a:cubicBezTo>
                  <a:pt x="1009" y="8570"/>
                  <a:pt x="726" y="8948"/>
                  <a:pt x="726" y="9421"/>
                </a:cubicBezTo>
                <a:lnTo>
                  <a:pt x="726" y="9830"/>
                </a:lnTo>
                <a:cubicBezTo>
                  <a:pt x="316" y="9988"/>
                  <a:pt x="1" y="10334"/>
                  <a:pt x="1" y="10807"/>
                </a:cubicBezTo>
                <a:lnTo>
                  <a:pt x="1" y="11531"/>
                </a:lnTo>
                <a:cubicBezTo>
                  <a:pt x="1" y="11720"/>
                  <a:pt x="158" y="11878"/>
                  <a:pt x="347" y="11878"/>
                </a:cubicBezTo>
                <a:lnTo>
                  <a:pt x="7279" y="11878"/>
                </a:lnTo>
                <a:cubicBezTo>
                  <a:pt x="7499" y="11878"/>
                  <a:pt x="7657" y="11720"/>
                  <a:pt x="7657" y="11531"/>
                </a:cubicBezTo>
                <a:lnTo>
                  <a:pt x="7657" y="10807"/>
                </a:lnTo>
                <a:cubicBezTo>
                  <a:pt x="7657" y="10366"/>
                  <a:pt x="7373" y="9988"/>
                  <a:pt x="6932" y="9830"/>
                </a:cubicBezTo>
                <a:lnTo>
                  <a:pt x="6932" y="9421"/>
                </a:lnTo>
                <a:cubicBezTo>
                  <a:pt x="6932" y="8948"/>
                  <a:pt x="6617" y="8570"/>
                  <a:pt x="6176" y="8444"/>
                </a:cubicBezTo>
                <a:lnTo>
                  <a:pt x="5609" y="4915"/>
                </a:lnTo>
                <a:lnTo>
                  <a:pt x="5861" y="4915"/>
                </a:lnTo>
                <a:cubicBezTo>
                  <a:pt x="6081" y="4915"/>
                  <a:pt x="6207" y="4758"/>
                  <a:pt x="6207" y="4537"/>
                </a:cubicBezTo>
                <a:cubicBezTo>
                  <a:pt x="6207" y="4348"/>
                  <a:pt x="6081" y="4191"/>
                  <a:pt x="5861" y="4191"/>
                </a:cubicBezTo>
                <a:lnTo>
                  <a:pt x="5672" y="4191"/>
                </a:lnTo>
                <a:lnTo>
                  <a:pt x="5924" y="3466"/>
                </a:lnTo>
                <a:cubicBezTo>
                  <a:pt x="6081" y="3025"/>
                  <a:pt x="5861" y="2584"/>
                  <a:pt x="5514" y="2301"/>
                </a:cubicBezTo>
                <a:cubicBezTo>
                  <a:pt x="5451" y="1513"/>
                  <a:pt x="4884" y="914"/>
                  <a:pt x="4128" y="757"/>
                </a:cubicBezTo>
                <a:lnTo>
                  <a:pt x="4128" y="379"/>
                </a:lnTo>
                <a:cubicBezTo>
                  <a:pt x="4128" y="158"/>
                  <a:pt x="3971" y="1"/>
                  <a:pt x="37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4682" name="Google Shape;14682;p83"/>
          <p:cNvGrpSpPr/>
          <p:nvPr/>
        </p:nvGrpSpPr>
        <p:grpSpPr>
          <a:xfrm>
            <a:off x="6187732" y="2670650"/>
            <a:ext cx="347569" cy="347569"/>
            <a:chOff x="4685050" y="1945825"/>
            <a:chExt cx="294575" cy="294575"/>
          </a:xfrm>
        </p:grpSpPr>
        <p:sp>
          <p:nvSpPr>
            <p:cNvPr id="14683" name="Google Shape;14683;p83"/>
            <p:cNvSpPr/>
            <p:nvPr/>
          </p:nvSpPr>
          <p:spPr>
            <a:xfrm>
              <a:off x="4720475" y="2086025"/>
              <a:ext cx="104775" cy="121300"/>
            </a:xfrm>
            <a:custGeom>
              <a:avLst/>
              <a:gdLst/>
              <a:ahLst/>
              <a:cxnLst/>
              <a:rect l="l" t="t" r="r" b="b"/>
              <a:pathLst>
                <a:path w="4191" h="4852" extrusionOk="0">
                  <a:moveTo>
                    <a:pt x="2017" y="693"/>
                  </a:moveTo>
                  <a:cubicBezTo>
                    <a:pt x="2427" y="693"/>
                    <a:pt x="2742" y="1008"/>
                    <a:pt x="2742" y="1386"/>
                  </a:cubicBezTo>
                  <a:cubicBezTo>
                    <a:pt x="2742" y="1796"/>
                    <a:pt x="2427" y="2111"/>
                    <a:pt x="2017" y="2111"/>
                  </a:cubicBezTo>
                  <a:cubicBezTo>
                    <a:pt x="1639" y="2111"/>
                    <a:pt x="1324" y="1796"/>
                    <a:pt x="1324" y="1386"/>
                  </a:cubicBezTo>
                  <a:cubicBezTo>
                    <a:pt x="1324" y="1008"/>
                    <a:pt x="1639" y="693"/>
                    <a:pt x="2017" y="693"/>
                  </a:cubicBezTo>
                  <a:close/>
                  <a:moveTo>
                    <a:pt x="2017" y="2772"/>
                  </a:moveTo>
                  <a:cubicBezTo>
                    <a:pt x="2773" y="2772"/>
                    <a:pt x="3403" y="3403"/>
                    <a:pt x="3403" y="4127"/>
                  </a:cubicBezTo>
                  <a:lnTo>
                    <a:pt x="631" y="4127"/>
                  </a:lnTo>
                  <a:cubicBezTo>
                    <a:pt x="631" y="3403"/>
                    <a:pt x="1261" y="2772"/>
                    <a:pt x="2017" y="2772"/>
                  </a:cubicBezTo>
                  <a:close/>
                  <a:moveTo>
                    <a:pt x="2049" y="0"/>
                  </a:moveTo>
                  <a:cubicBezTo>
                    <a:pt x="1324" y="0"/>
                    <a:pt x="694" y="630"/>
                    <a:pt x="694" y="1386"/>
                  </a:cubicBezTo>
                  <a:cubicBezTo>
                    <a:pt x="694" y="1733"/>
                    <a:pt x="851" y="2111"/>
                    <a:pt x="1072" y="2331"/>
                  </a:cubicBezTo>
                  <a:cubicBezTo>
                    <a:pt x="442" y="2678"/>
                    <a:pt x="1" y="3340"/>
                    <a:pt x="1" y="4127"/>
                  </a:cubicBezTo>
                  <a:lnTo>
                    <a:pt x="1" y="4505"/>
                  </a:lnTo>
                  <a:cubicBezTo>
                    <a:pt x="1" y="4694"/>
                    <a:pt x="158" y="4852"/>
                    <a:pt x="379" y="4852"/>
                  </a:cubicBezTo>
                  <a:lnTo>
                    <a:pt x="3844" y="4852"/>
                  </a:lnTo>
                  <a:cubicBezTo>
                    <a:pt x="4033" y="4852"/>
                    <a:pt x="4191" y="4694"/>
                    <a:pt x="4191" y="4505"/>
                  </a:cubicBezTo>
                  <a:lnTo>
                    <a:pt x="4191" y="4127"/>
                  </a:lnTo>
                  <a:cubicBezTo>
                    <a:pt x="4096" y="3340"/>
                    <a:pt x="3687" y="2678"/>
                    <a:pt x="3057" y="2331"/>
                  </a:cubicBezTo>
                  <a:cubicBezTo>
                    <a:pt x="3277" y="2111"/>
                    <a:pt x="3435" y="1733"/>
                    <a:pt x="3435" y="1386"/>
                  </a:cubicBezTo>
                  <a:cubicBezTo>
                    <a:pt x="3435" y="630"/>
                    <a:pt x="2805" y="0"/>
                    <a:pt x="20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684" name="Google Shape;14684;p83"/>
            <p:cNvSpPr/>
            <p:nvPr/>
          </p:nvSpPr>
          <p:spPr>
            <a:xfrm>
              <a:off x="4685050" y="1945825"/>
              <a:ext cx="294575" cy="294575"/>
            </a:xfrm>
            <a:custGeom>
              <a:avLst/>
              <a:gdLst/>
              <a:ahLst/>
              <a:cxnLst/>
              <a:rect l="l" t="t" r="r" b="b"/>
              <a:pathLst>
                <a:path w="11783" h="11783" extrusionOk="0">
                  <a:moveTo>
                    <a:pt x="6900" y="693"/>
                  </a:moveTo>
                  <a:lnTo>
                    <a:pt x="6900" y="1418"/>
                  </a:lnTo>
                  <a:lnTo>
                    <a:pt x="4820" y="1418"/>
                  </a:lnTo>
                  <a:lnTo>
                    <a:pt x="4820" y="693"/>
                  </a:lnTo>
                  <a:close/>
                  <a:moveTo>
                    <a:pt x="7215" y="2111"/>
                  </a:moveTo>
                  <a:cubicBezTo>
                    <a:pt x="7404" y="2111"/>
                    <a:pt x="7561" y="2269"/>
                    <a:pt x="7561" y="2458"/>
                  </a:cubicBezTo>
                  <a:cubicBezTo>
                    <a:pt x="7561" y="2678"/>
                    <a:pt x="7404" y="2836"/>
                    <a:pt x="7215" y="2836"/>
                  </a:cubicBezTo>
                  <a:lnTo>
                    <a:pt x="4474" y="2836"/>
                  </a:lnTo>
                  <a:cubicBezTo>
                    <a:pt x="4253" y="2836"/>
                    <a:pt x="4096" y="2678"/>
                    <a:pt x="4096" y="2458"/>
                  </a:cubicBezTo>
                  <a:cubicBezTo>
                    <a:pt x="4096" y="2269"/>
                    <a:pt x="4316" y="2111"/>
                    <a:pt x="4474" y="2111"/>
                  </a:cubicBezTo>
                  <a:close/>
                  <a:moveTo>
                    <a:pt x="6900" y="3497"/>
                  </a:moveTo>
                  <a:lnTo>
                    <a:pt x="6900" y="4568"/>
                  </a:lnTo>
                  <a:cubicBezTo>
                    <a:pt x="6900" y="4757"/>
                    <a:pt x="6742" y="4915"/>
                    <a:pt x="6553" y="4915"/>
                  </a:cubicBezTo>
                  <a:lnTo>
                    <a:pt x="5167" y="4915"/>
                  </a:lnTo>
                  <a:cubicBezTo>
                    <a:pt x="4978" y="4915"/>
                    <a:pt x="4820" y="4757"/>
                    <a:pt x="4820" y="4568"/>
                  </a:cubicBezTo>
                  <a:lnTo>
                    <a:pt x="4820" y="3497"/>
                  </a:lnTo>
                  <a:close/>
                  <a:moveTo>
                    <a:pt x="10775" y="4883"/>
                  </a:moveTo>
                  <a:cubicBezTo>
                    <a:pt x="10964" y="4883"/>
                    <a:pt x="11121" y="5041"/>
                    <a:pt x="11121" y="5230"/>
                  </a:cubicBezTo>
                  <a:lnTo>
                    <a:pt x="11121" y="10775"/>
                  </a:lnTo>
                  <a:cubicBezTo>
                    <a:pt x="11121" y="10964"/>
                    <a:pt x="10964" y="11121"/>
                    <a:pt x="10775" y="11121"/>
                  </a:cubicBezTo>
                  <a:lnTo>
                    <a:pt x="1008" y="11121"/>
                  </a:lnTo>
                  <a:cubicBezTo>
                    <a:pt x="788" y="11121"/>
                    <a:pt x="630" y="10964"/>
                    <a:pt x="630" y="10775"/>
                  </a:cubicBezTo>
                  <a:lnTo>
                    <a:pt x="630" y="5230"/>
                  </a:lnTo>
                  <a:cubicBezTo>
                    <a:pt x="630" y="5041"/>
                    <a:pt x="788" y="4883"/>
                    <a:pt x="1008" y="4883"/>
                  </a:cubicBezTo>
                  <a:lnTo>
                    <a:pt x="4190" y="4883"/>
                  </a:lnTo>
                  <a:cubicBezTo>
                    <a:pt x="4348" y="5261"/>
                    <a:pt x="4694" y="5577"/>
                    <a:pt x="5167" y="5577"/>
                  </a:cubicBezTo>
                  <a:lnTo>
                    <a:pt x="6553" y="5577"/>
                  </a:lnTo>
                  <a:cubicBezTo>
                    <a:pt x="6994" y="5577"/>
                    <a:pt x="7372" y="5293"/>
                    <a:pt x="7530" y="4883"/>
                  </a:cubicBezTo>
                  <a:close/>
                  <a:moveTo>
                    <a:pt x="4505" y="0"/>
                  </a:moveTo>
                  <a:cubicBezTo>
                    <a:pt x="4316" y="0"/>
                    <a:pt x="4159" y="158"/>
                    <a:pt x="4159" y="347"/>
                  </a:cubicBezTo>
                  <a:lnTo>
                    <a:pt x="4159" y="1449"/>
                  </a:lnTo>
                  <a:cubicBezTo>
                    <a:pt x="3749" y="1607"/>
                    <a:pt x="3434" y="1953"/>
                    <a:pt x="3434" y="2426"/>
                  </a:cubicBezTo>
                  <a:cubicBezTo>
                    <a:pt x="3434" y="2867"/>
                    <a:pt x="3718" y="3245"/>
                    <a:pt x="4159" y="3403"/>
                  </a:cubicBezTo>
                  <a:lnTo>
                    <a:pt x="4159" y="4190"/>
                  </a:lnTo>
                  <a:lnTo>
                    <a:pt x="1040" y="4190"/>
                  </a:lnTo>
                  <a:cubicBezTo>
                    <a:pt x="441" y="4190"/>
                    <a:pt x="0" y="4663"/>
                    <a:pt x="0" y="5230"/>
                  </a:cubicBezTo>
                  <a:lnTo>
                    <a:pt x="0" y="10775"/>
                  </a:lnTo>
                  <a:cubicBezTo>
                    <a:pt x="0" y="11373"/>
                    <a:pt x="473" y="11783"/>
                    <a:pt x="1040" y="11783"/>
                  </a:cubicBezTo>
                  <a:lnTo>
                    <a:pt x="10775" y="11783"/>
                  </a:lnTo>
                  <a:cubicBezTo>
                    <a:pt x="11342" y="11783"/>
                    <a:pt x="11783" y="11310"/>
                    <a:pt x="11783" y="10775"/>
                  </a:cubicBezTo>
                  <a:lnTo>
                    <a:pt x="11783" y="5230"/>
                  </a:lnTo>
                  <a:cubicBezTo>
                    <a:pt x="11783" y="4663"/>
                    <a:pt x="11342" y="4190"/>
                    <a:pt x="10775" y="4190"/>
                  </a:cubicBezTo>
                  <a:lnTo>
                    <a:pt x="7624" y="4190"/>
                  </a:lnTo>
                  <a:lnTo>
                    <a:pt x="7624" y="3403"/>
                  </a:lnTo>
                  <a:cubicBezTo>
                    <a:pt x="8002" y="3245"/>
                    <a:pt x="8317" y="2899"/>
                    <a:pt x="8317" y="2426"/>
                  </a:cubicBezTo>
                  <a:cubicBezTo>
                    <a:pt x="8317" y="1985"/>
                    <a:pt x="8034" y="1607"/>
                    <a:pt x="7624" y="1449"/>
                  </a:cubicBezTo>
                  <a:lnTo>
                    <a:pt x="7624" y="347"/>
                  </a:lnTo>
                  <a:cubicBezTo>
                    <a:pt x="7624" y="158"/>
                    <a:pt x="7467" y="0"/>
                    <a:pt x="72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685" name="Google Shape;14685;p83"/>
            <p:cNvSpPr/>
            <p:nvPr/>
          </p:nvSpPr>
          <p:spPr>
            <a:xfrm>
              <a:off x="4840200" y="2103350"/>
              <a:ext cx="104775" cy="17350"/>
            </a:xfrm>
            <a:custGeom>
              <a:avLst/>
              <a:gdLst/>
              <a:ahLst/>
              <a:cxnLst/>
              <a:rect l="l" t="t" r="r" b="b"/>
              <a:pathLst>
                <a:path w="4191" h="694" extrusionOk="0">
                  <a:moveTo>
                    <a:pt x="347" y="0"/>
                  </a:moveTo>
                  <a:cubicBezTo>
                    <a:pt x="158" y="0"/>
                    <a:pt x="0" y="158"/>
                    <a:pt x="0" y="347"/>
                  </a:cubicBezTo>
                  <a:cubicBezTo>
                    <a:pt x="0" y="536"/>
                    <a:pt x="158" y="693"/>
                    <a:pt x="347" y="693"/>
                  </a:cubicBezTo>
                  <a:lnTo>
                    <a:pt x="3844" y="693"/>
                  </a:lnTo>
                  <a:cubicBezTo>
                    <a:pt x="4033" y="693"/>
                    <a:pt x="4191" y="536"/>
                    <a:pt x="4191" y="347"/>
                  </a:cubicBezTo>
                  <a:cubicBezTo>
                    <a:pt x="4191" y="158"/>
                    <a:pt x="4033" y="0"/>
                    <a:pt x="3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686" name="Google Shape;14686;p83"/>
            <p:cNvSpPr/>
            <p:nvPr/>
          </p:nvSpPr>
          <p:spPr>
            <a:xfrm>
              <a:off x="4840200" y="2137200"/>
              <a:ext cx="104775" cy="18150"/>
            </a:xfrm>
            <a:custGeom>
              <a:avLst/>
              <a:gdLst/>
              <a:ahLst/>
              <a:cxnLst/>
              <a:rect l="l" t="t" r="r" b="b"/>
              <a:pathLst>
                <a:path w="4191" h="726" extrusionOk="0">
                  <a:moveTo>
                    <a:pt x="347" y="1"/>
                  </a:moveTo>
                  <a:cubicBezTo>
                    <a:pt x="158" y="1"/>
                    <a:pt x="0" y="158"/>
                    <a:pt x="0" y="379"/>
                  </a:cubicBezTo>
                  <a:cubicBezTo>
                    <a:pt x="0" y="568"/>
                    <a:pt x="158" y="725"/>
                    <a:pt x="347" y="725"/>
                  </a:cubicBezTo>
                  <a:lnTo>
                    <a:pt x="3844" y="725"/>
                  </a:lnTo>
                  <a:cubicBezTo>
                    <a:pt x="4033" y="725"/>
                    <a:pt x="4191" y="568"/>
                    <a:pt x="4191" y="379"/>
                  </a:cubicBezTo>
                  <a:cubicBezTo>
                    <a:pt x="4191" y="158"/>
                    <a:pt x="4033" y="1"/>
                    <a:pt x="38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687" name="Google Shape;14687;p83"/>
            <p:cNvSpPr/>
            <p:nvPr/>
          </p:nvSpPr>
          <p:spPr>
            <a:xfrm>
              <a:off x="4840200" y="2171875"/>
              <a:ext cx="104775" cy="18125"/>
            </a:xfrm>
            <a:custGeom>
              <a:avLst/>
              <a:gdLst/>
              <a:ahLst/>
              <a:cxnLst/>
              <a:rect l="l" t="t" r="r" b="b"/>
              <a:pathLst>
                <a:path w="4191" h="725" extrusionOk="0">
                  <a:moveTo>
                    <a:pt x="347" y="0"/>
                  </a:moveTo>
                  <a:cubicBezTo>
                    <a:pt x="158" y="0"/>
                    <a:pt x="0" y="158"/>
                    <a:pt x="0" y="347"/>
                  </a:cubicBezTo>
                  <a:cubicBezTo>
                    <a:pt x="0" y="567"/>
                    <a:pt x="158" y="725"/>
                    <a:pt x="347" y="725"/>
                  </a:cubicBezTo>
                  <a:lnTo>
                    <a:pt x="3844" y="725"/>
                  </a:lnTo>
                  <a:cubicBezTo>
                    <a:pt x="4033" y="725"/>
                    <a:pt x="4191" y="567"/>
                    <a:pt x="4191" y="347"/>
                  </a:cubicBezTo>
                  <a:cubicBezTo>
                    <a:pt x="4191" y="158"/>
                    <a:pt x="4033" y="0"/>
                    <a:pt x="3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4688" name="Google Shape;14688;p83"/>
          <p:cNvSpPr/>
          <p:nvPr/>
        </p:nvSpPr>
        <p:spPr>
          <a:xfrm>
            <a:off x="6187137" y="3159582"/>
            <a:ext cx="348513" cy="347599"/>
          </a:xfrm>
          <a:custGeom>
            <a:avLst/>
            <a:gdLst/>
            <a:ahLst/>
            <a:cxnLst/>
            <a:rect l="l" t="t" r="r" b="b"/>
            <a:pathLst>
              <a:path w="11815" h="11784" extrusionOk="0">
                <a:moveTo>
                  <a:pt x="5923" y="2080"/>
                </a:moveTo>
                <a:cubicBezTo>
                  <a:pt x="6459" y="2080"/>
                  <a:pt x="6932" y="2552"/>
                  <a:pt x="6932" y="3119"/>
                </a:cubicBezTo>
                <a:lnTo>
                  <a:pt x="6932" y="3466"/>
                </a:lnTo>
                <a:lnTo>
                  <a:pt x="4884" y="3466"/>
                </a:lnTo>
                <a:lnTo>
                  <a:pt x="4884" y="3119"/>
                </a:lnTo>
                <a:cubicBezTo>
                  <a:pt x="4884" y="2521"/>
                  <a:pt x="5356" y="2080"/>
                  <a:pt x="5923" y="2080"/>
                </a:cubicBezTo>
                <a:close/>
                <a:moveTo>
                  <a:pt x="5923" y="662"/>
                </a:moveTo>
                <a:cubicBezTo>
                  <a:pt x="7247" y="662"/>
                  <a:pt x="8349" y="1765"/>
                  <a:pt x="8349" y="3119"/>
                </a:cubicBezTo>
                <a:lnTo>
                  <a:pt x="8349" y="3466"/>
                </a:lnTo>
                <a:lnTo>
                  <a:pt x="7656" y="3466"/>
                </a:lnTo>
                <a:lnTo>
                  <a:pt x="7656" y="3119"/>
                </a:lnTo>
                <a:cubicBezTo>
                  <a:pt x="7656" y="2174"/>
                  <a:pt x="6869" y="1387"/>
                  <a:pt x="5923" y="1387"/>
                </a:cubicBezTo>
                <a:cubicBezTo>
                  <a:pt x="4978" y="1387"/>
                  <a:pt x="4191" y="2174"/>
                  <a:pt x="4191" y="3119"/>
                </a:cubicBezTo>
                <a:lnTo>
                  <a:pt x="4191" y="3466"/>
                </a:lnTo>
                <a:lnTo>
                  <a:pt x="3466" y="3466"/>
                </a:lnTo>
                <a:lnTo>
                  <a:pt x="3466" y="3119"/>
                </a:lnTo>
                <a:cubicBezTo>
                  <a:pt x="3466" y="1765"/>
                  <a:pt x="4569" y="662"/>
                  <a:pt x="5923" y="662"/>
                </a:cubicBezTo>
                <a:close/>
                <a:moveTo>
                  <a:pt x="1387" y="4191"/>
                </a:moveTo>
                <a:lnTo>
                  <a:pt x="1387" y="6742"/>
                </a:lnTo>
                <a:cubicBezTo>
                  <a:pt x="946" y="6490"/>
                  <a:pt x="662" y="6018"/>
                  <a:pt x="662" y="5545"/>
                </a:cubicBezTo>
                <a:lnTo>
                  <a:pt x="662" y="4537"/>
                </a:lnTo>
                <a:cubicBezTo>
                  <a:pt x="662" y="4348"/>
                  <a:pt x="820" y="4191"/>
                  <a:pt x="1040" y="4191"/>
                </a:cubicBezTo>
                <a:close/>
                <a:moveTo>
                  <a:pt x="10775" y="4128"/>
                </a:moveTo>
                <a:cubicBezTo>
                  <a:pt x="10996" y="4128"/>
                  <a:pt x="11153" y="4285"/>
                  <a:pt x="11153" y="4506"/>
                </a:cubicBezTo>
                <a:lnTo>
                  <a:pt x="11153" y="5545"/>
                </a:lnTo>
                <a:cubicBezTo>
                  <a:pt x="11153" y="6081"/>
                  <a:pt x="10870" y="6490"/>
                  <a:pt x="10429" y="6742"/>
                </a:cubicBezTo>
                <a:lnTo>
                  <a:pt x="10429" y="4128"/>
                </a:lnTo>
                <a:close/>
                <a:moveTo>
                  <a:pt x="8349" y="4191"/>
                </a:moveTo>
                <a:lnTo>
                  <a:pt x="8349" y="6931"/>
                </a:lnTo>
                <a:lnTo>
                  <a:pt x="3498" y="6931"/>
                </a:lnTo>
                <a:lnTo>
                  <a:pt x="3498" y="4191"/>
                </a:lnTo>
                <a:close/>
                <a:moveTo>
                  <a:pt x="6270" y="7593"/>
                </a:moveTo>
                <a:lnTo>
                  <a:pt x="6270" y="7971"/>
                </a:lnTo>
                <a:cubicBezTo>
                  <a:pt x="6270" y="8160"/>
                  <a:pt x="6112" y="8318"/>
                  <a:pt x="5923" y="8318"/>
                </a:cubicBezTo>
                <a:cubicBezTo>
                  <a:pt x="5703" y="8318"/>
                  <a:pt x="5545" y="8160"/>
                  <a:pt x="5545" y="7971"/>
                </a:cubicBezTo>
                <a:lnTo>
                  <a:pt x="5545" y="7593"/>
                </a:lnTo>
                <a:close/>
                <a:moveTo>
                  <a:pt x="662" y="7089"/>
                </a:moveTo>
                <a:cubicBezTo>
                  <a:pt x="883" y="7278"/>
                  <a:pt x="1103" y="7404"/>
                  <a:pt x="1387" y="7467"/>
                </a:cubicBezTo>
                <a:lnTo>
                  <a:pt x="1387" y="11153"/>
                </a:lnTo>
                <a:lnTo>
                  <a:pt x="1040" y="11153"/>
                </a:lnTo>
                <a:cubicBezTo>
                  <a:pt x="820" y="11153"/>
                  <a:pt x="662" y="10996"/>
                  <a:pt x="662" y="10807"/>
                </a:cubicBezTo>
                <a:lnTo>
                  <a:pt x="662" y="7089"/>
                </a:lnTo>
                <a:close/>
                <a:moveTo>
                  <a:pt x="2804" y="4191"/>
                </a:moveTo>
                <a:lnTo>
                  <a:pt x="2804" y="11153"/>
                </a:lnTo>
                <a:lnTo>
                  <a:pt x="2080" y="11153"/>
                </a:lnTo>
                <a:lnTo>
                  <a:pt x="2080" y="4191"/>
                </a:lnTo>
                <a:close/>
                <a:moveTo>
                  <a:pt x="8318" y="7656"/>
                </a:moveTo>
                <a:lnTo>
                  <a:pt x="8318" y="11153"/>
                </a:lnTo>
                <a:lnTo>
                  <a:pt x="3498" y="11153"/>
                </a:lnTo>
                <a:lnTo>
                  <a:pt x="3498" y="7656"/>
                </a:lnTo>
                <a:lnTo>
                  <a:pt x="4884" y="7656"/>
                </a:lnTo>
                <a:lnTo>
                  <a:pt x="4884" y="8003"/>
                </a:lnTo>
                <a:cubicBezTo>
                  <a:pt x="4884" y="8601"/>
                  <a:pt x="5356" y="9011"/>
                  <a:pt x="5923" y="9011"/>
                </a:cubicBezTo>
                <a:cubicBezTo>
                  <a:pt x="6459" y="9011"/>
                  <a:pt x="6932" y="8538"/>
                  <a:pt x="6932" y="8003"/>
                </a:cubicBezTo>
                <a:lnTo>
                  <a:pt x="6932" y="7656"/>
                </a:lnTo>
                <a:close/>
                <a:moveTo>
                  <a:pt x="9767" y="4191"/>
                </a:moveTo>
                <a:lnTo>
                  <a:pt x="9767" y="11153"/>
                </a:lnTo>
                <a:lnTo>
                  <a:pt x="9074" y="11153"/>
                </a:lnTo>
                <a:lnTo>
                  <a:pt x="9074" y="4191"/>
                </a:lnTo>
                <a:close/>
                <a:moveTo>
                  <a:pt x="11153" y="7120"/>
                </a:moveTo>
                <a:lnTo>
                  <a:pt x="11153" y="10807"/>
                </a:lnTo>
                <a:cubicBezTo>
                  <a:pt x="11153" y="10996"/>
                  <a:pt x="10996" y="11153"/>
                  <a:pt x="10807" y="11153"/>
                </a:cubicBezTo>
                <a:lnTo>
                  <a:pt x="10429" y="11153"/>
                </a:lnTo>
                <a:lnTo>
                  <a:pt x="10429" y="7530"/>
                </a:lnTo>
                <a:cubicBezTo>
                  <a:pt x="10712" y="7436"/>
                  <a:pt x="10964" y="7278"/>
                  <a:pt x="11153" y="7120"/>
                </a:cubicBezTo>
                <a:close/>
                <a:moveTo>
                  <a:pt x="5923" y="0"/>
                </a:moveTo>
                <a:cubicBezTo>
                  <a:pt x="4191" y="0"/>
                  <a:pt x="2804" y="1418"/>
                  <a:pt x="2804" y="3119"/>
                </a:cubicBezTo>
                <a:lnTo>
                  <a:pt x="2804" y="3466"/>
                </a:lnTo>
                <a:lnTo>
                  <a:pt x="1040" y="3466"/>
                </a:lnTo>
                <a:cubicBezTo>
                  <a:pt x="442" y="3466"/>
                  <a:pt x="1" y="3939"/>
                  <a:pt x="1" y="4474"/>
                </a:cubicBezTo>
                <a:lnTo>
                  <a:pt x="1" y="5514"/>
                </a:lnTo>
                <a:lnTo>
                  <a:pt x="1" y="10744"/>
                </a:lnTo>
                <a:cubicBezTo>
                  <a:pt x="1" y="11342"/>
                  <a:pt x="473" y="11783"/>
                  <a:pt x="1040" y="11783"/>
                </a:cubicBezTo>
                <a:lnTo>
                  <a:pt x="10807" y="11783"/>
                </a:lnTo>
                <a:cubicBezTo>
                  <a:pt x="11374" y="11783"/>
                  <a:pt x="11815" y="11311"/>
                  <a:pt x="11815" y="10744"/>
                </a:cubicBezTo>
                <a:lnTo>
                  <a:pt x="11815" y="5514"/>
                </a:lnTo>
                <a:lnTo>
                  <a:pt x="11815" y="4474"/>
                </a:lnTo>
                <a:cubicBezTo>
                  <a:pt x="11815" y="3939"/>
                  <a:pt x="11374" y="3466"/>
                  <a:pt x="10807" y="3466"/>
                </a:cubicBezTo>
                <a:lnTo>
                  <a:pt x="9011" y="3466"/>
                </a:lnTo>
                <a:lnTo>
                  <a:pt x="9011" y="3119"/>
                </a:lnTo>
                <a:cubicBezTo>
                  <a:pt x="9011" y="1387"/>
                  <a:pt x="7593" y="0"/>
                  <a:pt x="59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689" name="Google Shape;14689;p83"/>
          <p:cNvSpPr/>
          <p:nvPr/>
        </p:nvSpPr>
        <p:spPr>
          <a:xfrm>
            <a:off x="6208050" y="3607496"/>
            <a:ext cx="306686" cy="350371"/>
          </a:xfrm>
          <a:custGeom>
            <a:avLst/>
            <a:gdLst/>
            <a:ahLst/>
            <a:cxnLst/>
            <a:rect l="l" t="t" r="r" b="b"/>
            <a:pathLst>
              <a:path w="10397" h="11878" extrusionOk="0">
                <a:moveTo>
                  <a:pt x="5135" y="725"/>
                </a:moveTo>
                <a:cubicBezTo>
                  <a:pt x="6868" y="725"/>
                  <a:pt x="8254" y="2142"/>
                  <a:pt x="8254" y="3844"/>
                </a:cubicBezTo>
                <a:lnTo>
                  <a:pt x="8254" y="5923"/>
                </a:lnTo>
                <a:cubicBezTo>
                  <a:pt x="8254" y="6112"/>
                  <a:pt x="8097" y="6270"/>
                  <a:pt x="7908" y="6270"/>
                </a:cubicBezTo>
                <a:lnTo>
                  <a:pt x="7498" y="6270"/>
                </a:lnTo>
                <a:cubicBezTo>
                  <a:pt x="7561" y="6144"/>
                  <a:pt x="7561" y="6049"/>
                  <a:pt x="7561" y="5923"/>
                </a:cubicBezTo>
                <a:lnTo>
                  <a:pt x="7561" y="3844"/>
                </a:lnTo>
                <a:cubicBezTo>
                  <a:pt x="7561" y="3623"/>
                  <a:pt x="7404" y="3466"/>
                  <a:pt x="7183" y="3466"/>
                </a:cubicBezTo>
                <a:lnTo>
                  <a:pt x="6490" y="3466"/>
                </a:lnTo>
                <a:cubicBezTo>
                  <a:pt x="5892" y="3466"/>
                  <a:pt x="5450" y="2993"/>
                  <a:pt x="5450" y="2458"/>
                </a:cubicBezTo>
                <a:lnTo>
                  <a:pt x="5450" y="1733"/>
                </a:lnTo>
                <a:cubicBezTo>
                  <a:pt x="5450" y="1544"/>
                  <a:pt x="5293" y="1386"/>
                  <a:pt x="5104" y="1386"/>
                </a:cubicBezTo>
                <a:cubicBezTo>
                  <a:pt x="4915" y="1386"/>
                  <a:pt x="4757" y="1544"/>
                  <a:pt x="4757" y="1733"/>
                </a:cubicBezTo>
                <a:lnTo>
                  <a:pt x="4757" y="2458"/>
                </a:lnTo>
                <a:cubicBezTo>
                  <a:pt x="4757" y="3056"/>
                  <a:pt x="4285" y="3466"/>
                  <a:pt x="3718" y="3466"/>
                </a:cubicBezTo>
                <a:lnTo>
                  <a:pt x="3088" y="3466"/>
                </a:lnTo>
                <a:cubicBezTo>
                  <a:pt x="2899" y="3466"/>
                  <a:pt x="2741" y="3623"/>
                  <a:pt x="2741" y="3844"/>
                </a:cubicBezTo>
                <a:lnTo>
                  <a:pt x="2741" y="5923"/>
                </a:lnTo>
                <a:cubicBezTo>
                  <a:pt x="2741" y="6049"/>
                  <a:pt x="2741" y="6144"/>
                  <a:pt x="2773" y="6270"/>
                </a:cubicBezTo>
                <a:lnTo>
                  <a:pt x="2395" y="6270"/>
                </a:lnTo>
                <a:cubicBezTo>
                  <a:pt x="2205" y="6270"/>
                  <a:pt x="2048" y="6112"/>
                  <a:pt x="2048" y="5923"/>
                </a:cubicBezTo>
                <a:lnTo>
                  <a:pt x="2048" y="3844"/>
                </a:lnTo>
                <a:cubicBezTo>
                  <a:pt x="2048" y="2111"/>
                  <a:pt x="3466" y="725"/>
                  <a:pt x="5135" y="725"/>
                </a:cubicBezTo>
                <a:close/>
                <a:moveTo>
                  <a:pt x="5230" y="3466"/>
                </a:moveTo>
                <a:cubicBezTo>
                  <a:pt x="5545" y="3907"/>
                  <a:pt x="6049" y="4190"/>
                  <a:pt x="6585" y="4190"/>
                </a:cubicBezTo>
                <a:lnTo>
                  <a:pt x="6963" y="4190"/>
                </a:lnTo>
                <a:lnTo>
                  <a:pt x="6963" y="5955"/>
                </a:lnTo>
                <a:lnTo>
                  <a:pt x="6931" y="5955"/>
                </a:lnTo>
                <a:cubicBezTo>
                  <a:pt x="6931" y="6553"/>
                  <a:pt x="6459" y="6994"/>
                  <a:pt x="5892" y="6994"/>
                </a:cubicBezTo>
                <a:lnTo>
                  <a:pt x="4505" y="6994"/>
                </a:lnTo>
                <a:cubicBezTo>
                  <a:pt x="3938" y="6994"/>
                  <a:pt x="3497" y="6522"/>
                  <a:pt x="3497" y="5955"/>
                </a:cubicBezTo>
                <a:lnTo>
                  <a:pt x="3497" y="4190"/>
                </a:lnTo>
                <a:lnTo>
                  <a:pt x="3844" y="4190"/>
                </a:lnTo>
                <a:cubicBezTo>
                  <a:pt x="4379" y="4190"/>
                  <a:pt x="4915" y="3907"/>
                  <a:pt x="5230" y="3466"/>
                </a:cubicBezTo>
                <a:close/>
                <a:moveTo>
                  <a:pt x="6301" y="7624"/>
                </a:moveTo>
                <a:cubicBezTo>
                  <a:pt x="6396" y="8034"/>
                  <a:pt x="6805" y="8349"/>
                  <a:pt x="7278" y="8349"/>
                </a:cubicBezTo>
                <a:lnTo>
                  <a:pt x="7624" y="8349"/>
                </a:lnTo>
                <a:lnTo>
                  <a:pt x="7624" y="9200"/>
                </a:lnTo>
                <a:cubicBezTo>
                  <a:pt x="6852" y="9546"/>
                  <a:pt x="6025" y="9719"/>
                  <a:pt x="5198" y="9719"/>
                </a:cubicBezTo>
                <a:cubicBezTo>
                  <a:pt x="4371" y="9719"/>
                  <a:pt x="3544" y="9546"/>
                  <a:pt x="2773" y="9200"/>
                </a:cubicBezTo>
                <a:lnTo>
                  <a:pt x="2773" y="8349"/>
                </a:lnTo>
                <a:lnTo>
                  <a:pt x="3119" y="8349"/>
                </a:lnTo>
                <a:cubicBezTo>
                  <a:pt x="3560" y="8349"/>
                  <a:pt x="3970" y="8034"/>
                  <a:pt x="4127" y="7624"/>
                </a:cubicBezTo>
                <a:cubicBezTo>
                  <a:pt x="4253" y="7656"/>
                  <a:pt x="4411" y="7656"/>
                  <a:pt x="4505" y="7656"/>
                </a:cubicBezTo>
                <a:lnTo>
                  <a:pt x="5892" y="7656"/>
                </a:lnTo>
                <a:cubicBezTo>
                  <a:pt x="6018" y="7656"/>
                  <a:pt x="6175" y="7656"/>
                  <a:pt x="6301" y="7624"/>
                </a:cubicBezTo>
                <a:close/>
                <a:moveTo>
                  <a:pt x="2079" y="8349"/>
                </a:moveTo>
                <a:lnTo>
                  <a:pt x="2079" y="11153"/>
                </a:lnTo>
                <a:lnTo>
                  <a:pt x="693" y="11153"/>
                </a:lnTo>
                <a:lnTo>
                  <a:pt x="693" y="9389"/>
                </a:lnTo>
                <a:cubicBezTo>
                  <a:pt x="693" y="8790"/>
                  <a:pt x="1166" y="8349"/>
                  <a:pt x="1733" y="8349"/>
                </a:cubicBezTo>
                <a:close/>
                <a:moveTo>
                  <a:pt x="7656" y="9924"/>
                </a:moveTo>
                <a:lnTo>
                  <a:pt x="7656" y="11153"/>
                </a:lnTo>
                <a:lnTo>
                  <a:pt x="2773" y="11153"/>
                </a:lnTo>
                <a:lnTo>
                  <a:pt x="2773" y="9924"/>
                </a:lnTo>
                <a:cubicBezTo>
                  <a:pt x="3560" y="10239"/>
                  <a:pt x="4411" y="10397"/>
                  <a:pt x="5230" y="10397"/>
                </a:cubicBezTo>
                <a:cubicBezTo>
                  <a:pt x="6049" y="10397"/>
                  <a:pt x="6868" y="10239"/>
                  <a:pt x="7656" y="9924"/>
                </a:cubicBezTo>
                <a:close/>
                <a:moveTo>
                  <a:pt x="8664" y="8349"/>
                </a:moveTo>
                <a:cubicBezTo>
                  <a:pt x="9231" y="8349"/>
                  <a:pt x="9672" y="8821"/>
                  <a:pt x="9672" y="9389"/>
                </a:cubicBezTo>
                <a:lnTo>
                  <a:pt x="9672" y="11153"/>
                </a:lnTo>
                <a:lnTo>
                  <a:pt x="8286" y="11153"/>
                </a:lnTo>
                <a:lnTo>
                  <a:pt x="8286" y="8349"/>
                </a:lnTo>
                <a:close/>
                <a:moveTo>
                  <a:pt x="5198" y="0"/>
                </a:moveTo>
                <a:cubicBezTo>
                  <a:pt x="3088" y="0"/>
                  <a:pt x="1355" y="1701"/>
                  <a:pt x="1355" y="3844"/>
                </a:cubicBezTo>
                <a:lnTo>
                  <a:pt x="1355" y="5923"/>
                </a:lnTo>
                <a:cubicBezTo>
                  <a:pt x="1355" y="6522"/>
                  <a:pt x="1827" y="6931"/>
                  <a:pt x="2395" y="6931"/>
                </a:cubicBezTo>
                <a:lnTo>
                  <a:pt x="3088" y="6931"/>
                </a:lnTo>
                <a:cubicBezTo>
                  <a:pt x="3182" y="7057"/>
                  <a:pt x="3308" y="7183"/>
                  <a:pt x="3466" y="7309"/>
                </a:cubicBezTo>
                <a:cubicBezTo>
                  <a:pt x="3466" y="7530"/>
                  <a:pt x="3308" y="7687"/>
                  <a:pt x="3088" y="7687"/>
                </a:cubicBezTo>
                <a:lnTo>
                  <a:pt x="1733" y="7687"/>
                </a:lnTo>
                <a:cubicBezTo>
                  <a:pt x="788" y="7687"/>
                  <a:pt x="0" y="8475"/>
                  <a:pt x="0" y="9420"/>
                </a:cubicBezTo>
                <a:lnTo>
                  <a:pt x="0" y="11499"/>
                </a:lnTo>
                <a:cubicBezTo>
                  <a:pt x="0" y="11720"/>
                  <a:pt x="158" y="11877"/>
                  <a:pt x="347" y="11877"/>
                </a:cubicBezTo>
                <a:lnTo>
                  <a:pt x="10019" y="11877"/>
                </a:lnTo>
                <a:cubicBezTo>
                  <a:pt x="10239" y="11877"/>
                  <a:pt x="10397" y="11720"/>
                  <a:pt x="10397" y="11499"/>
                </a:cubicBezTo>
                <a:lnTo>
                  <a:pt x="10397" y="9420"/>
                </a:lnTo>
                <a:cubicBezTo>
                  <a:pt x="10397" y="8475"/>
                  <a:pt x="9609" y="7687"/>
                  <a:pt x="8664" y="7687"/>
                </a:cubicBezTo>
                <a:lnTo>
                  <a:pt x="7278" y="7687"/>
                </a:lnTo>
                <a:cubicBezTo>
                  <a:pt x="7089" y="7687"/>
                  <a:pt x="6931" y="7530"/>
                  <a:pt x="6931" y="7341"/>
                </a:cubicBezTo>
                <a:cubicBezTo>
                  <a:pt x="7026" y="7246"/>
                  <a:pt x="7152" y="7152"/>
                  <a:pt x="7278" y="6994"/>
                </a:cubicBezTo>
                <a:lnTo>
                  <a:pt x="7971" y="6994"/>
                </a:lnTo>
                <a:cubicBezTo>
                  <a:pt x="8569" y="6994"/>
                  <a:pt x="9011" y="6522"/>
                  <a:pt x="9011" y="5955"/>
                </a:cubicBezTo>
                <a:lnTo>
                  <a:pt x="9011" y="3844"/>
                </a:lnTo>
                <a:cubicBezTo>
                  <a:pt x="9011" y="1733"/>
                  <a:pt x="7309" y="0"/>
                  <a:pt x="51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4690" name="Google Shape;14690;p83"/>
          <p:cNvGrpSpPr/>
          <p:nvPr/>
        </p:nvGrpSpPr>
        <p:grpSpPr>
          <a:xfrm>
            <a:off x="7958004" y="3159625"/>
            <a:ext cx="348513" cy="347599"/>
            <a:chOff x="6131900" y="2301825"/>
            <a:chExt cx="295375" cy="294600"/>
          </a:xfrm>
        </p:grpSpPr>
        <p:sp>
          <p:nvSpPr>
            <p:cNvPr id="14691" name="Google Shape;14691;p83"/>
            <p:cNvSpPr/>
            <p:nvPr/>
          </p:nvSpPr>
          <p:spPr>
            <a:xfrm>
              <a:off x="6131900" y="2301825"/>
              <a:ext cx="295375" cy="294600"/>
            </a:xfrm>
            <a:custGeom>
              <a:avLst/>
              <a:gdLst/>
              <a:ahLst/>
              <a:cxnLst/>
              <a:rect l="l" t="t" r="r" b="b"/>
              <a:pathLst>
                <a:path w="11815" h="11784" extrusionOk="0">
                  <a:moveTo>
                    <a:pt x="3813" y="630"/>
                  </a:moveTo>
                  <a:cubicBezTo>
                    <a:pt x="4002" y="630"/>
                    <a:pt x="4159" y="788"/>
                    <a:pt x="4159" y="977"/>
                  </a:cubicBezTo>
                  <a:lnTo>
                    <a:pt x="4159" y="1355"/>
                  </a:lnTo>
                  <a:lnTo>
                    <a:pt x="1387" y="1355"/>
                  </a:lnTo>
                  <a:lnTo>
                    <a:pt x="1387" y="977"/>
                  </a:lnTo>
                  <a:lnTo>
                    <a:pt x="1355" y="977"/>
                  </a:lnTo>
                  <a:cubicBezTo>
                    <a:pt x="1355" y="788"/>
                    <a:pt x="1513" y="630"/>
                    <a:pt x="1733" y="630"/>
                  </a:cubicBezTo>
                  <a:close/>
                  <a:moveTo>
                    <a:pt x="10114" y="1355"/>
                  </a:moveTo>
                  <a:cubicBezTo>
                    <a:pt x="10303" y="1355"/>
                    <a:pt x="10460" y="1513"/>
                    <a:pt x="10460" y="1702"/>
                  </a:cubicBezTo>
                  <a:lnTo>
                    <a:pt x="10460" y="3434"/>
                  </a:lnTo>
                  <a:lnTo>
                    <a:pt x="7688" y="3434"/>
                  </a:lnTo>
                  <a:cubicBezTo>
                    <a:pt x="7656" y="3277"/>
                    <a:pt x="7656" y="1859"/>
                    <a:pt x="7656" y="1702"/>
                  </a:cubicBezTo>
                  <a:cubicBezTo>
                    <a:pt x="7656" y="1513"/>
                    <a:pt x="7814" y="1355"/>
                    <a:pt x="8034" y="1355"/>
                  </a:cubicBezTo>
                  <a:close/>
                  <a:moveTo>
                    <a:pt x="4128" y="2048"/>
                  </a:moveTo>
                  <a:lnTo>
                    <a:pt x="4128" y="4821"/>
                  </a:lnTo>
                  <a:lnTo>
                    <a:pt x="1355" y="4821"/>
                  </a:lnTo>
                  <a:lnTo>
                    <a:pt x="1355" y="2048"/>
                  </a:lnTo>
                  <a:close/>
                  <a:moveTo>
                    <a:pt x="6617" y="2048"/>
                  </a:moveTo>
                  <a:cubicBezTo>
                    <a:pt x="6806" y="2048"/>
                    <a:pt x="6963" y="2206"/>
                    <a:pt x="6963" y="2395"/>
                  </a:cubicBezTo>
                  <a:lnTo>
                    <a:pt x="6963" y="4852"/>
                  </a:lnTo>
                  <a:lnTo>
                    <a:pt x="4821" y="4852"/>
                  </a:lnTo>
                  <a:lnTo>
                    <a:pt x="4821" y="2395"/>
                  </a:lnTo>
                  <a:cubicBezTo>
                    <a:pt x="4821" y="2206"/>
                    <a:pt x="4978" y="2048"/>
                    <a:pt x="5167" y="2048"/>
                  </a:cubicBezTo>
                  <a:close/>
                  <a:moveTo>
                    <a:pt x="10429" y="4127"/>
                  </a:moveTo>
                  <a:lnTo>
                    <a:pt x="10429" y="4852"/>
                  </a:lnTo>
                  <a:lnTo>
                    <a:pt x="7656" y="4852"/>
                  </a:lnTo>
                  <a:lnTo>
                    <a:pt x="7656" y="4127"/>
                  </a:lnTo>
                  <a:close/>
                  <a:moveTo>
                    <a:pt x="10775" y="5514"/>
                  </a:moveTo>
                  <a:cubicBezTo>
                    <a:pt x="10964" y="5514"/>
                    <a:pt x="11122" y="5671"/>
                    <a:pt x="11122" y="5860"/>
                  </a:cubicBezTo>
                  <a:lnTo>
                    <a:pt x="11122" y="10744"/>
                  </a:lnTo>
                  <a:cubicBezTo>
                    <a:pt x="11122" y="10964"/>
                    <a:pt x="10964" y="11122"/>
                    <a:pt x="10775" y="11122"/>
                  </a:cubicBezTo>
                  <a:lnTo>
                    <a:pt x="1009" y="11122"/>
                  </a:lnTo>
                  <a:cubicBezTo>
                    <a:pt x="820" y="11122"/>
                    <a:pt x="662" y="10964"/>
                    <a:pt x="662" y="10744"/>
                  </a:cubicBezTo>
                  <a:lnTo>
                    <a:pt x="662" y="5860"/>
                  </a:lnTo>
                  <a:cubicBezTo>
                    <a:pt x="662" y="5671"/>
                    <a:pt x="820" y="5514"/>
                    <a:pt x="1009" y="5514"/>
                  </a:cubicBezTo>
                  <a:close/>
                  <a:moveTo>
                    <a:pt x="1733" y="0"/>
                  </a:moveTo>
                  <a:cubicBezTo>
                    <a:pt x="1135" y="0"/>
                    <a:pt x="694" y="473"/>
                    <a:pt x="694" y="1040"/>
                  </a:cubicBezTo>
                  <a:lnTo>
                    <a:pt x="694" y="4884"/>
                  </a:lnTo>
                  <a:cubicBezTo>
                    <a:pt x="316" y="5041"/>
                    <a:pt x="1" y="5388"/>
                    <a:pt x="1" y="5860"/>
                  </a:cubicBezTo>
                  <a:lnTo>
                    <a:pt x="1" y="10744"/>
                  </a:lnTo>
                  <a:cubicBezTo>
                    <a:pt x="1" y="11342"/>
                    <a:pt x="473" y="11783"/>
                    <a:pt x="1009" y="11783"/>
                  </a:cubicBezTo>
                  <a:lnTo>
                    <a:pt x="10775" y="11783"/>
                  </a:lnTo>
                  <a:cubicBezTo>
                    <a:pt x="11374" y="11783"/>
                    <a:pt x="11815" y="11311"/>
                    <a:pt x="11815" y="10744"/>
                  </a:cubicBezTo>
                  <a:lnTo>
                    <a:pt x="11815" y="5860"/>
                  </a:lnTo>
                  <a:cubicBezTo>
                    <a:pt x="11815" y="5388"/>
                    <a:pt x="11531" y="5010"/>
                    <a:pt x="11122" y="4884"/>
                  </a:cubicBezTo>
                  <a:lnTo>
                    <a:pt x="11122" y="1702"/>
                  </a:lnTo>
                  <a:cubicBezTo>
                    <a:pt x="11122" y="1103"/>
                    <a:pt x="10649" y="662"/>
                    <a:pt x="10114" y="662"/>
                  </a:cubicBezTo>
                  <a:lnTo>
                    <a:pt x="8034" y="662"/>
                  </a:lnTo>
                  <a:cubicBezTo>
                    <a:pt x="7530" y="662"/>
                    <a:pt x="7152" y="977"/>
                    <a:pt x="7026" y="1418"/>
                  </a:cubicBezTo>
                  <a:cubicBezTo>
                    <a:pt x="6932" y="1387"/>
                    <a:pt x="6806" y="1355"/>
                    <a:pt x="6648" y="1355"/>
                  </a:cubicBezTo>
                  <a:lnTo>
                    <a:pt x="5230" y="1355"/>
                  </a:lnTo>
                  <a:cubicBezTo>
                    <a:pt x="5104" y="1355"/>
                    <a:pt x="4978" y="1387"/>
                    <a:pt x="4884" y="1418"/>
                  </a:cubicBezTo>
                  <a:lnTo>
                    <a:pt x="4884" y="1040"/>
                  </a:lnTo>
                  <a:cubicBezTo>
                    <a:pt x="4884" y="441"/>
                    <a:pt x="4380" y="0"/>
                    <a:pt x="3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692" name="Google Shape;14692;p83"/>
            <p:cNvSpPr/>
            <p:nvPr/>
          </p:nvSpPr>
          <p:spPr>
            <a:xfrm>
              <a:off x="6218550" y="2456200"/>
              <a:ext cx="122100" cy="51225"/>
            </a:xfrm>
            <a:custGeom>
              <a:avLst/>
              <a:gdLst/>
              <a:ahLst/>
              <a:cxnLst/>
              <a:rect l="l" t="t" r="r" b="b"/>
              <a:pathLst>
                <a:path w="4884" h="2049" extrusionOk="0">
                  <a:moveTo>
                    <a:pt x="3844" y="725"/>
                  </a:moveTo>
                  <a:cubicBezTo>
                    <a:pt x="4033" y="725"/>
                    <a:pt x="4190" y="882"/>
                    <a:pt x="4190" y="1071"/>
                  </a:cubicBezTo>
                  <a:cubicBezTo>
                    <a:pt x="4190" y="1260"/>
                    <a:pt x="4033" y="1418"/>
                    <a:pt x="3844" y="1418"/>
                  </a:cubicBezTo>
                  <a:lnTo>
                    <a:pt x="1008" y="1418"/>
                  </a:lnTo>
                  <a:cubicBezTo>
                    <a:pt x="819" y="1418"/>
                    <a:pt x="662" y="1260"/>
                    <a:pt x="662" y="1071"/>
                  </a:cubicBezTo>
                  <a:cubicBezTo>
                    <a:pt x="662" y="882"/>
                    <a:pt x="819" y="725"/>
                    <a:pt x="1008" y="725"/>
                  </a:cubicBezTo>
                  <a:close/>
                  <a:moveTo>
                    <a:pt x="1008" y="0"/>
                  </a:moveTo>
                  <a:cubicBezTo>
                    <a:pt x="410" y="0"/>
                    <a:pt x="0" y="473"/>
                    <a:pt x="0" y="1040"/>
                  </a:cubicBezTo>
                  <a:cubicBezTo>
                    <a:pt x="0" y="1639"/>
                    <a:pt x="473" y="2048"/>
                    <a:pt x="1008" y="2048"/>
                  </a:cubicBezTo>
                  <a:lnTo>
                    <a:pt x="3844" y="2048"/>
                  </a:lnTo>
                  <a:cubicBezTo>
                    <a:pt x="4442" y="2048"/>
                    <a:pt x="4883" y="1576"/>
                    <a:pt x="4883" y="1040"/>
                  </a:cubicBezTo>
                  <a:cubicBezTo>
                    <a:pt x="4852" y="473"/>
                    <a:pt x="4411" y="0"/>
                    <a:pt x="3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693" name="Google Shape;14693;p83"/>
            <p:cNvSpPr/>
            <p:nvPr/>
          </p:nvSpPr>
          <p:spPr>
            <a:xfrm>
              <a:off x="6340625" y="2353025"/>
              <a:ext cx="35475" cy="18125"/>
            </a:xfrm>
            <a:custGeom>
              <a:avLst/>
              <a:gdLst/>
              <a:ahLst/>
              <a:cxnLst/>
              <a:rect l="l" t="t" r="r" b="b"/>
              <a:pathLst>
                <a:path w="1419" h="725" extrusionOk="0">
                  <a:moveTo>
                    <a:pt x="347" y="0"/>
                  </a:moveTo>
                  <a:cubicBezTo>
                    <a:pt x="158" y="0"/>
                    <a:pt x="0" y="158"/>
                    <a:pt x="0" y="347"/>
                  </a:cubicBezTo>
                  <a:cubicBezTo>
                    <a:pt x="0" y="567"/>
                    <a:pt x="158" y="725"/>
                    <a:pt x="347" y="725"/>
                  </a:cubicBezTo>
                  <a:lnTo>
                    <a:pt x="1040" y="725"/>
                  </a:lnTo>
                  <a:cubicBezTo>
                    <a:pt x="1261" y="725"/>
                    <a:pt x="1418" y="567"/>
                    <a:pt x="1418" y="347"/>
                  </a:cubicBezTo>
                  <a:cubicBezTo>
                    <a:pt x="1355" y="158"/>
                    <a:pt x="1198"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694" name="Google Shape;14694;p83"/>
            <p:cNvSpPr/>
            <p:nvPr/>
          </p:nvSpPr>
          <p:spPr>
            <a:xfrm>
              <a:off x="6183100" y="2369550"/>
              <a:ext cx="35475" cy="18150"/>
            </a:xfrm>
            <a:custGeom>
              <a:avLst/>
              <a:gdLst/>
              <a:ahLst/>
              <a:cxnLst/>
              <a:rect l="l" t="t" r="r" b="b"/>
              <a:pathLst>
                <a:path w="1419" h="726" extrusionOk="0">
                  <a:moveTo>
                    <a:pt x="347" y="1"/>
                  </a:moveTo>
                  <a:cubicBezTo>
                    <a:pt x="158" y="1"/>
                    <a:pt x="0" y="158"/>
                    <a:pt x="0" y="379"/>
                  </a:cubicBezTo>
                  <a:cubicBezTo>
                    <a:pt x="0" y="568"/>
                    <a:pt x="158" y="725"/>
                    <a:pt x="347" y="725"/>
                  </a:cubicBezTo>
                  <a:lnTo>
                    <a:pt x="1040" y="725"/>
                  </a:lnTo>
                  <a:cubicBezTo>
                    <a:pt x="1261" y="725"/>
                    <a:pt x="1418" y="568"/>
                    <a:pt x="1418" y="379"/>
                  </a:cubicBezTo>
                  <a:cubicBezTo>
                    <a:pt x="1418" y="158"/>
                    <a:pt x="1261"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695" name="Google Shape;14695;p83"/>
          <p:cNvGrpSpPr/>
          <p:nvPr/>
        </p:nvGrpSpPr>
        <p:grpSpPr>
          <a:xfrm>
            <a:off x="5753997" y="1304166"/>
            <a:ext cx="351315" cy="349457"/>
            <a:chOff x="1412450" y="1954475"/>
            <a:chExt cx="297750" cy="296175"/>
          </a:xfrm>
        </p:grpSpPr>
        <p:sp>
          <p:nvSpPr>
            <p:cNvPr id="14696" name="Google Shape;14696;p83"/>
            <p:cNvSpPr/>
            <p:nvPr/>
          </p:nvSpPr>
          <p:spPr>
            <a:xfrm>
              <a:off x="1483350" y="2023800"/>
              <a:ext cx="155975" cy="155975"/>
            </a:xfrm>
            <a:custGeom>
              <a:avLst/>
              <a:gdLst/>
              <a:ahLst/>
              <a:cxnLst/>
              <a:rect l="l" t="t" r="r" b="b"/>
              <a:pathLst>
                <a:path w="6239" h="6239" extrusionOk="0">
                  <a:moveTo>
                    <a:pt x="3119" y="2079"/>
                  </a:moveTo>
                  <a:cubicBezTo>
                    <a:pt x="3529" y="2079"/>
                    <a:pt x="3844" y="2395"/>
                    <a:pt x="3844" y="2773"/>
                  </a:cubicBezTo>
                  <a:cubicBezTo>
                    <a:pt x="3844" y="3182"/>
                    <a:pt x="3529" y="3497"/>
                    <a:pt x="3119" y="3497"/>
                  </a:cubicBezTo>
                  <a:cubicBezTo>
                    <a:pt x="2741" y="3497"/>
                    <a:pt x="2426" y="3182"/>
                    <a:pt x="2426" y="2773"/>
                  </a:cubicBezTo>
                  <a:cubicBezTo>
                    <a:pt x="2426" y="2395"/>
                    <a:pt x="2741" y="2079"/>
                    <a:pt x="3119" y="2079"/>
                  </a:cubicBezTo>
                  <a:close/>
                  <a:moveTo>
                    <a:pt x="3119" y="725"/>
                  </a:moveTo>
                  <a:cubicBezTo>
                    <a:pt x="4474" y="725"/>
                    <a:pt x="5577" y="1827"/>
                    <a:pt x="5577" y="3182"/>
                  </a:cubicBezTo>
                  <a:cubicBezTo>
                    <a:pt x="5577" y="3686"/>
                    <a:pt x="5388" y="4159"/>
                    <a:pt x="5136" y="4537"/>
                  </a:cubicBezTo>
                  <a:cubicBezTo>
                    <a:pt x="4884" y="4190"/>
                    <a:pt x="4537" y="3907"/>
                    <a:pt x="4191" y="3718"/>
                  </a:cubicBezTo>
                  <a:cubicBezTo>
                    <a:pt x="4411" y="3497"/>
                    <a:pt x="4537" y="3182"/>
                    <a:pt x="4537" y="2804"/>
                  </a:cubicBezTo>
                  <a:cubicBezTo>
                    <a:pt x="4537" y="2079"/>
                    <a:pt x="3907" y="1449"/>
                    <a:pt x="3151" y="1449"/>
                  </a:cubicBezTo>
                  <a:cubicBezTo>
                    <a:pt x="2426" y="1449"/>
                    <a:pt x="1796" y="2079"/>
                    <a:pt x="1796" y="2804"/>
                  </a:cubicBezTo>
                  <a:cubicBezTo>
                    <a:pt x="1796" y="3182"/>
                    <a:pt x="1891" y="3497"/>
                    <a:pt x="2143" y="3718"/>
                  </a:cubicBezTo>
                  <a:cubicBezTo>
                    <a:pt x="1733" y="3907"/>
                    <a:pt x="1418" y="4190"/>
                    <a:pt x="1198" y="4537"/>
                  </a:cubicBezTo>
                  <a:cubicBezTo>
                    <a:pt x="914" y="4159"/>
                    <a:pt x="756" y="3686"/>
                    <a:pt x="756" y="3182"/>
                  </a:cubicBezTo>
                  <a:cubicBezTo>
                    <a:pt x="662" y="1796"/>
                    <a:pt x="1796" y="725"/>
                    <a:pt x="3119" y="725"/>
                  </a:cubicBezTo>
                  <a:close/>
                  <a:moveTo>
                    <a:pt x="3119" y="4190"/>
                  </a:moveTo>
                  <a:cubicBezTo>
                    <a:pt x="3749" y="4190"/>
                    <a:pt x="4317" y="4505"/>
                    <a:pt x="4632" y="5041"/>
                  </a:cubicBezTo>
                  <a:cubicBezTo>
                    <a:pt x="4222" y="5387"/>
                    <a:pt x="3686" y="5577"/>
                    <a:pt x="3119" y="5577"/>
                  </a:cubicBezTo>
                  <a:cubicBezTo>
                    <a:pt x="2584" y="5577"/>
                    <a:pt x="2017" y="5387"/>
                    <a:pt x="1639" y="5041"/>
                  </a:cubicBezTo>
                  <a:cubicBezTo>
                    <a:pt x="1954" y="4505"/>
                    <a:pt x="2489" y="4190"/>
                    <a:pt x="3119" y="4190"/>
                  </a:cubicBezTo>
                  <a:close/>
                  <a:moveTo>
                    <a:pt x="3119" y="0"/>
                  </a:moveTo>
                  <a:cubicBezTo>
                    <a:pt x="1387" y="0"/>
                    <a:pt x="0" y="1418"/>
                    <a:pt x="0" y="3119"/>
                  </a:cubicBezTo>
                  <a:cubicBezTo>
                    <a:pt x="0" y="4852"/>
                    <a:pt x="1387" y="6238"/>
                    <a:pt x="3119" y="6238"/>
                  </a:cubicBezTo>
                  <a:cubicBezTo>
                    <a:pt x="4852" y="6238"/>
                    <a:pt x="6238" y="4820"/>
                    <a:pt x="6238" y="3119"/>
                  </a:cubicBezTo>
                  <a:cubicBezTo>
                    <a:pt x="6238" y="1386"/>
                    <a:pt x="4821" y="0"/>
                    <a:pt x="31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697" name="Google Shape;14697;p83"/>
            <p:cNvSpPr/>
            <p:nvPr/>
          </p:nvSpPr>
          <p:spPr>
            <a:xfrm>
              <a:off x="1412450" y="1954475"/>
              <a:ext cx="297750" cy="296175"/>
            </a:xfrm>
            <a:custGeom>
              <a:avLst/>
              <a:gdLst/>
              <a:ahLst/>
              <a:cxnLst/>
              <a:rect l="l" t="t" r="r" b="b"/>
              <a:pathLst>
                <a:path w="11910" h="11847" extrusionOk="0">
                  <a:moveTo>
                    <a:pt x="6365" y="662"/>
                  </a:moveTo>
                  <a:lnTo>
                    <a:pt x="6522" y="1513"/>
                  </a:lnTo>
                  <a:cubicBezTo>
                    <a:pt x="6554" y="1702"/>
                    <a:pt x="6617" y="1765"/>
                    <a:pt x="6774" y="1797"/>
                  </a:cubicBezTo>
                  <a:cubicBezTo>
                    <a:pt x="7342" y="1923"/>
                    <a:pt x="7814" y="2112"/>
                    <a:pt x="8287" y="2427"/>
                  </a:cubicBezTo>
                  <a:cubicBezTo>
                    <a:pt x="8350" y="2474"/>
                    <a:pt x="8421" y="2498"/>
                    <a:pt x="8488" y="2498"/>
                  </a:cubicBezTo>
                  <a:cubicBezTo>
                    <a:pt x="8554" y="2498"/>
                    <a:pt x="8618" y="2474"/>
                    <a:pt x="8665" y="2427"/>
                  </a:cubicBezTo>
                  <a:lnTo>
                    <a:pt x="9389" y="1923"/>
                  </a:lnTo>
                  <a:lnTo>
                    <a:pt x="9925" y="2490"/>
                  </a:lnTo>
                  <a:lnTo>
                    <a:pt x="9421" y="3183"/>
                  </a:lnTo>
                  <a:cubicBezTo>
                    <a:pt x="9358" y="3309"/>
                    <a:pt x="9358" y="3466"/>
                    <a:pt x="9421" y="3592"/>
                  </a:cubicBezTo>
                  <a:cubicBezTo>
                    <a:pt x="9736" y="4065"/>
                    <a:pt x="9925" y="4537"/>
                    <a:pt x="10051" y="5073"/>
                  </a:cubicBezTo>
                  <a:cubicBezTo>
                    <a:pt x="10082" y="5231"/>
                    <a:pt x="10209" y="5294"/>
                    <a:pt x="10335" y="5357"/>
                  </a:cubicBezTo>
                  <a:lnTo>
                    <a:pt x="11185" y="5514"/>
                  </a:lnTo>
                  <a:lnTo>
                    <a:pt x="11185" y="6302"/>
                  </a:lnTo>
                  <a:lnTo>
                    <a:pt x="10335" y="6459"/>
                  </a:lnTo>
                  <a:cubicBezTo>
                    <a:pt x="10177" y="6491"/>
                    <a:pt x="10082" y="6585"/>
                    <a:pt x="10051" y="6743"/>
                  </a:cubicBezTo>
                  <a:cubicBezTo>
                    <a:pt x="9925" y="7278"/>
                    <a:pt x="9736" y="7751"/>
                    <a:pt x="9421" y="8224"/>
                  </a:cubicBezTo>
                  <a:cubicBezTo>
                    <a:pt x="9358" y="8350"/>
                    <a:pt x="9358" y="8507"/>
                    <a:pt x="9421" y="8633"/>
                  </a:cubicBezTo>
                  <a:lnTo>
                    <a:pt x="9925" y="9326"/>
                  </a:lnTo>
                  <a:lnTo>
                    <a:pt x="9389" y="9893"/>
                  </a:lnTo>
                  <a:lnTo>
                    <a:pt x="8665" y="9358"/>
                  </a:lnTo>
                  <a:cubicBezTo>
                    <a:pt x="8618" y="9326"/>
                    <a:pt x="8554" y="9310"/>
                    <a:pt x="8488" y="9310"/>
                  </a:cubicBezTo>
                  <a:cubicBezTo>
                    <a:pt x="8421" y="9310"/>
                    <a:pt x="8350" y="9326"/>
                    <a:pt x="8287" y="9358"/>
                  </a:cubicBezTo>
                  <a:cubicBezTo>
                    <a:pt x="7814" y="9673"/>
                    <a:pt x="7342" y="9893"/>
                    <a:pt x="6774" y="9988"/>
                  </a:cubicBezTo>
                  <a:cubicBezTo>
                    <a:pt x="6617" y="10051"/>
                    <a:pt x="6554" y="10145"/>
                    <a:pt x="6522" y="10271"/>
                  </a:cubicBezTo>
                  <a:lnTo>
                    <a:pt x="6365" y="11153"/>
                  </a:lnTo>
                  <a:lnTo>
                    <a:pt x="5577" y="11153"/>
                  </a:lnTo>
                  <a:lnTo>
                    <a:pt x="5420" y="10271"/>
                  </a:lnTo>
                  <a:cubicBezTo>
                    <a:pt x="5357" y="10114"/>
                    <a:pt x="5294" y="10051"/>
                    <a:pt x="5136" y="9988"/>
                  </a:cubicBezTo>
                  <a:cubicBezTo>
                    <a:pt x="4569" y="9893"/>
                    <a:pt x="4097" y="9673"/>
                    <a:pt x="3624" y="9358"/>
                  </a:cubicBezTo>
                  <a:cubicBezTo>
                    <a:pt x="3561" y="9326"/>
                    <a:pt x="3498" y="9310"/>
                    <a:pt x="3435" y="9310"/>
                  </a:cubicBezTo>
                  <a:cubicBezTo>
                    <a:pt x="3372" y="9310"/>
                    <a:pt x="3309" y="9326"/>
                    <a:pt x="3246" y="9358"/>
                  </a:cubicBezTo>
                  <a:lnTo>
                    <a:pt x="2521" y="9893"/>
                  </a:lnTo>
                  <a:lnTo>
                    <a:pt x="1986" y="9326"/>
                  </a:lnTo>
                  <a:lnTo>
                    <a:pt x="2490" y="8633"/>
                  </a:lnTo>
                  <a:cubicBezTo>
                    <a:pt x="2584" y="8507"/>
                    <a:pt x="2584" y="8350"/>
                    <a:pt x="2490" y="8224"/>
                  </a:cubicBezTo>
                  <a:cubicBezTo>
                    <a:pt x="2175" y="7751"/>
                    <a:pt x="1986" y="7278"/>
                    <a:pt x="1860" y="6743"/>
                  </a:cubicBezTo>
                  <a:cubicBezTo>
                    <a:pt x="1828" y="6585"/>
                    <a:pt x="1702" y="6491"/>
                    <a:pt x="1576" y="6459"/>
                  </a:cubicBezTo>
                  <a:lnTo>
                    <a:pt x="726" y="6302"/>
                  </a:lnTo>
                  <a:lnTo>
                    <a:pt x="726" y="5514"/>
                  </a:lnTo>
                  <a:lnTo>
                    <a:pt x="1576" y="5357"/>
                  </a:lnTo>
                  <a:cubicBezTo>
                    <a:pt x="1734" y="5325"/>
                    <a:pt x="1828" y="5231"/>
                    <a:pt x="1860" y="5073"/>
                  </a:cubicBezTo>
                  <a:cubicBezTo>
                    <a:pt x="1986" y="4506"/>
                    <a:pt x="2175" y="4065"/>
                    <a:pt x="2490" y="3592"/>
                  </a:cubicBezTo>
                  <a:cubicBezTo>
                    <a:pt x="2584" y="3466"/>
                    <a:pt x="2584" y="3309"/>
                    <a:pt x="2490" y="3183"/>
                  </a:cubicBezTo>
                  <a:lnTo>
                    <a:pt x="1986" y="2490"/>
                  </a:lnTo>
                  <a:lnTo>
                    <a:pt x="2521" y="1923"/>
                  </a:lnTo>
                  <a:lnTo>
                    <a:pt x="3246" y="2427"/>
                  </a:lnTo>
                  <a:cubicBezTo>
                    <a:pt x="3309" y="2474"/>
                    <a:pt x="3372" y="2498"/>
                    <a:pt x="3435" y="2498"/>
                  </a:cubicBezTo>
                  <a:cubicBezTo>
                    <a:pt x="3498" y="2498"/>
                    <a:pt x="3561" y="2474"/>
                    <a:pt x="3624" y="2427"/>
                  </a:cubicBezTo>
                  <a:cubicBezTo>
                    <a:pt x="4097" y="2112"/>
                    <a:pt x="4569" y="1923"/>
                    <a:pt x="5136" y="1797"/>
                  </a:cubicBezTo>
                  <a:cubicBezTo>
                    <a:pt x="5294" y="1765"/>
                    <a:pt x="5357" y="1639"/>
                    <a:pt x="5420" y="1513"/>
                  </a:cubicBezTo>
                  <a:lnTo>
                    <a:pt x="5577" y="662"/>
                  </a:lnTo>
                  <a:close/>
                  <a:moveTo>
                    <a:pt x="5262" y="1"/>
                  </a:moveTo>
                  <a:cubicBezTo>
                    <a:pt x="5073" y="1"/>
                    <a:pt x="4916" y="127"/>
                    <a:pt x="4884" y="284"/>
                  </a:cubicBezTo>
                  <a:lnTo>
                    <a:pt x="4727" y="1166"/>
                  </a:lnTo>
                  <a:cubicBezTo>
                    <a:pt x="4254" y="1292"/>
                    <a:pt x="3813" y="1481"/>
                    <a:pt x="3435" y="1734"/>
                  </a:cubicBezTo>
                  <a:lnTo>
                    <a:pt x="2679" y="1229"/>
                  </a:lnTo>
                  <a:cubicBezTo>
                    <a:pt x="2610" y="1174"/>
                    <a:pt x="2541" y="1149"/>
                    <a:pt x="2474" y="1149"/>
                  </a:cubicBezTo>
                  <a:cubicBezTo>
                    <a:pt x="2389" y="1149"/>
                    <a:pt x="2309" y="1190"/>
                    <a:pt x="2238" y="1261"/>
                  </a:cubicBezTo>
                  <a:lnTo>
                    <a:pt x="1261" y="2238"/>
                  </a:lnTo>
                  <a:cubicBezTo>
                    <a:pt x="1135" y="2364"/>
                    <a:pt x="1135" y="2553"/>
                    <a:pt x="1230" y="2679"/>
                  </a:cubicBezTo>
                  <a:lnTo>
                    <a:pt x="1734" y="3435"/>
                  </a:lnTo>
                  <a:cubicBezTo>
                    <a:pt x="1513" y="3813"/>
                    <a:pt x="1324" y="4254"/>
                    <a:pt x="1198" y="4726"/>
                  </a:cubicBezTo>
                  <a:lnTo>
                    <a:pt x="284" y="4884"/>
                  </a:lnTo>
                  <a:cubicBezTo>
                    <a:pt x="127" y="4915"/>
                    <a:pt x="1" y="5042"/>
                    <a:pt x="1" y="5231"/>
                  </a:cubicBezTo>
                  <a:lnTo>
                    <a:pt x="1" y="6617"/>
                  </a:lnTo>
                  <a:cubicBezTo>
                    <a:pt x="64" y="6774"/>
                    <a:pt x="158" y="6932"/>
                    <a:pt x="316" y="6963"/>
                  </a:cubicBezTo>
                  <a:lnTo>
                    <a:pt x="1230" y="7121"/>
                  </a:lnTo>
                  <a:cubicBezTo>
                    <a:pt x="1356" y="7593"/>
                    <a:pt x="1545" y="8034"/>
                    <a:pt x="1797" y="8413"/>
                  </a:cubicBezTo>
                  <a:lnTo>
                    <a:pt x="1261" y="9169"/>
                  </a:lnTo>
                  <a:cubicBezTo>
                    <a:pt x="1167" y="9295"/>
                    <a:pt x="1198" y="9484"/>
                    <a:pt x="1324" y="9610"/>
                  </a:cubicBezTo>
                  <a:lnTo>
                    <a:pt x="2301" y="10586"/>
                  </a:lnTo>
                  <a:cubicBezTo>
                    <a:pt x="2368" y="10654"/>
                    <a:pt x="2454" y="10685"/>
                    <a:pt x="2533" y="10685"/>
                  </a:cubicBezTo>
                  <a:cubicBezTo>
                    <a:pt x="2602" y="10685"/>
                    <a:pt x="2666" y="10662"/>
                    <a:pt x="2710" y="10618"/>
                  </a:cubicBezTo>
                  <a:lnTo>
                    <a:pt x="3466" y="10114"/>
                  </a:lnTo>
                  <a:cubicBezTo>
                    <a:pt x="3876" y="10366"/>
                    <a:pt x="4286" y="10555"/>
                    <a:pt x="4790" y="10681"/>
                  </a:cubicBezTo>
                  <a:lnTo>
                    <a:pt x="4947" y="11563"/>
                  </a:lnTo>
                  <a:cubicBezTo>
                    <a:pt x="4979" y="11721"/>
                    <a:pt x="5105" y="11847"/>
                    <a:pt x="5294" y="11847"/>
                  </a:cubicBezTo>
                  <a:lnTo>
                    <a:pt x="6680" y="11847"/>
                  </a:lnTo>
                  <a:cubicBezTo>
                    <a:pt x="6837" y="11847"/>
                    <a:pt x="6995" y="11721"/>
                    <a:pt x="7027" y="11563"/>
                  </a:cubicBezTo>
                  <a:lnTo>
                    <a:pt x="7184" y="10681"/>
                  </a:lnTo>
                  <a:cubicBezTo>
                    <a:pt x="7657" y="10555"/>
                    <a:pt x="8098" y="10366"/>
                    <a:pt x="8476" y="10114"/>
                  </a:cubicBezTo>
                  <a:lnTo>
                    <a:pt x="9232" y="10618"/>
                  </a:lnTo>
                  <a:cubicBezTo>
                    <a:pt x="9301" y="10673"/>
                    <a:pt x="9370" y="10698"/>
                    <a:pt x="9436" y="10698"/>
                  </a:cubicBezTo>
                  <a:cubicBezTo>
                    <a:pt x="9521" y="10698"/>
                    <a:pt x="9602" y="10657"/>
                    <a:pt x="9673" y="10586"/>
                  </a:cubicBezTo>
                  <a:lnTo>
                    <a:pt x="10650" y="9610"/>
                  </a:lnTo>
                  <a:cubicBezTo>
                    <a:pt x="10776" y="9484"/>
                    <a:pt x="10776" y="9295"/>
                    <a:pt x="10681" y="9169"/>
                  </a:cubicBezTo>
                  <a:lnTo>
                    <a:pt x="10177" y="8413"/>
                  </a:lnTo>
                  <a:cubicBezTo>
                    <a:pt x="10398" y="8034"/>
                    <a:pt x="10618" y="7593"/>
                    <a:pt x="10713" y="7121"/>
                  </a:cubicBezTo>
                  <a:lnTo>
                    <a:pt x="11626" y="6963"/>
                  </a:lnTo>
                  <a:cubicBezTo>
                    <a:pt x="11784" y="6932"/>
                    <a:pt x="11910" y="6806"/>
                    <a:pt x="11910" y="6617"/>
                  </a:cubicBezTo>
                  <a:lnTo>
                    <a:pt x="11910" y="5231"/>
                  </a:lnTo>
                  <a:cubicBezTo>
                    <a:pt x="11910" y="5073"/>
                    <a:pt x="11784" y="4915"/>
                    <a:pt x="11626" y="4884"/>
                  </a:cubicBezTo>
                  <a:lnTo>
                    <a:pt x="10713" y="4726"/>
                  </a:lnTo>
                  <a:cubicBezTo>
                    <a:pt x="10618" y="4254"/>
                    <a:pt x="10398" y="3813"/>
                    <a:pt x="10177" y="3403"/>
                  </a:cubicBezTo>
                  <a:lnTo>
                    <a:pt x="10681" y="2679"/>
                  </a:lnTo>
                  <a:cubicBezTo>
                    <a:pt x="10807" y="2553"/>
                    <a:pt x="10776" y="2364"/>
                    <a:pt x="10650" y="2238"/>
                  </a:cubicBezTo>
                  <a:lnTo>
                    <a:pt x="9673" y="1261"/>
                  </a:lnTo>
                  <a:cubicBezTo>
                    <a:pt x="9605" y="1193"/>
                    <a:pt x="9520" y="1162"/>
                    <a:pt x="9435" y="1162"/>
                  </a:cubicBezTo>
                  <a:cubicBezTo>
                    <a:pt x="9362" y="1162"/>
                    <a:pt x="9290" y="1186"/>
                    <a:pt x="9232" y="1229"/>
                  </a:cubicBezTo>
                  <a:lnTo>
                    <a:pt x="8476" y="1734"/>
                  </a:lnTo>
                  <a:cubicBezTo>
                    <a:pt x="8098" y="1481"/>
                    <a:pt x="7657" y="1292"/>
                    <a:pt x="7184" y="1166"/>
                  </a:cubicBezTo>
                  <a:lnTo>
                    <a:pt x="6995" y="284"/>
                  </a:lnTo>
                  <a:cubicBezTo>
                    <a:pt x="6932" y="127"/>
                    <a:pt x="6837" y="1"/>
                    <a:pt x="66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4698" name="Google Shape;14698;p83"/>
          <p:cNvSpPr/>
          <p:nvPr/>
        </p:nvSpPr>
        <p:spPr>
          <a:xfrm>
            <a:off x="5755346" y="1757482"/>
            <a:ext cx="348542" cy="345740"/>
          </a:xfrm>
          <a:custGeom>
            <a:avLst/>
            <a:gdLst/>
            <a:ahLst/>
            <a:cxnLst/>
            <a:rect l="l" t="t" r="r" b="b"/>
            <a:pathLst>
              <a:path w="11816" h="11721" extrusionOk="0">
                <a:moveTo>
                  <a:pt x="2395" y="631"/>
                </a:moveTo>
                <a:cubicBezTo>
                  <a:pt x="2584" y="631"/>
                  <a:pt x="2742" y="789"/>
                  <a:pt x="2742" y="978"/>
                </a:cubicBezTo>
                <a:cubicBezTo>
                  <a:pt x="2742" y="1167"/>
                  <a:pt x="2584" y="1324"/>
                  <a:pt x="2395" y="1324"/>
                </a:cubicBezTo>
                <a:lnTo>
                  <a:pt x="1009" y="1324"/>
                </a:lnTo>
                <a:cubicBezTo>
                  <a:pt x="820" y="1324"/>
                  <a:pt x="663" y="1167"/>
                  <a:pt x="663" y="978"/>
                </a:cubicBezTo>
                <a:cubicBezTo>
                  <a:pt x="663" y="789"/>
                  <a:pt x="820" y="631"/>
                  <a:pt x="1009" y="631"/>
                </a:cubicBezTo>
                <a:close/>
                <a:moveTo>
                  <a:pt x="6554" y="631"/>
                </a:moveTo>
                <a:cubicBezTo>
                  <a:pt x="6774" y="631"/>
                  <a:pt x="6932" y="789"/>
                  <a:pt x="6932" y="978"/>
                </a:cubicBezTo>
                <a:cubicBezTo>
                  <a:pt x="6932" y="1167"/>
                  <a:pt x="6774" y="1324"/>
                  <a:pt x="6554" y="1324"/>
                </a:cubicBezTo>
                <a:lnTo>
                  <a:pt x="5199" y="1324"/>
                </a:lnTo>
                <a:cubicBezTo>
                  <a:pt x="4979" y="1324"/>
                  <a:pt x="4821" y="1167"/>
                  <a:pt x="4821" y="978"/>
                </a:cubicBezTo>
                <a:cubicBezTo>
                  <a:pt x="4821" y="789"/>
                  <a:pt x="4979" y="631"/>
                  <a:pt x="5199" y="631"/>
                </a:cubicBezTo>
                <a:close/>
                <a:moveTo>
                  <a:pt x="10776" y="631"/>
                </a:moveTo>
                <a:cubicBezTo>
                  <a:pt x="10965" y="631"/>
                  <a:pt x="11122" y="789"/>
                  <a:pt x="11122" y="978"/>
                </a:cubicBezTo>
                <a:cubicBezTo>
                  <a:pt x="11122" y="1167"/>
                  <a:pt x="10965" y="1324"/>
                  <a:pt x="10776" y="1324"/>
                </a:cubicBezTo>
                <a:lnTo>
                  <a:pt x="9389" y="1324"/>
                </a:lnTo>
                <a:cubicBezTo>
                  <a:pt x="9200" y="1324"/>
                  <a:pt x="9043" y="1167"/>
                  <a:pt x="9043" y="978"/>
                </a:cubicBezTo>
                <a:cubicBezTo>
                  <a:pt x="9043" y="789"/>
                  <a:pt x="9200" y="631"/>
                  <a:pt x="9389" y="631"/>
                </a:cubicBezTo>
                <a:close/>
                <a:moveTo>
                  <a:pt x="7279" y="4790"/>
                </a:moveTo>
                <a:cubicBezTo>
                  <a:pt x="7468" y="4790"/>
                  <a:pt x="7625" y="4947"/>
                  <a:pt x="7625" y="5136"/>
                </a:cubicBezTo>
                <a:lnTo>
                  <a:pt x="7625" y="6554"/>
                </a:lnTo>
                <a:cubicBezTo>
                  <a:pt x="7625" y="6775"/>
                  <a:pt x="7468" y="6932"/>
                  <a:pt x="7279" y="6932"/>
                </a:cubicBezTo>
                <a:lnTo>
                  <a:pt x="4506" y="6932"/>
                </a:lnTo>
                <a:cubicBezTo>
                  <a:pt x="4317" y="6932"/>
                  <a:pt x="4160" y="6775"/>
                  <a:pt x="4160" y="6554"/>
                </a:cubicBezTo>
                <a:lnTo>
                  <a:pt x="4160" y="5136"/>
                </a:lnTo>
                <a:cubicBezTo>
                  <a:pt x="4160" y="4947"/>
                  <a:pt x="4317" y="4790"/>
                  <a:pt x="4506" y="4790"/>
                </a:cubicBezTo>
                <a:close/>
                <a:moveTo>
                  <a:pt x="2395" y="10398"/>
                </a:moveTo>
                <a:cubicBezTo>
                  <a:pt x="2584" y="10398"/>
                  <a:pt x="2742" y="10555"/>
                  <a:pt x="2742" y="10744"/>
                </a:cubicBezTo>
                <a:cubicBezTo>
                  <a:pt x="2742" y="10933"/>
                  <a:pt x="2584" y="11091"/>
                  <a:pt x="2395" y="11091"/>
                </a:cubicBezTo>
                <a:lnTo>
                  <a:pt x="1009" y="11091"/>
                </a:lnTo>
                <a:cubicBezTo>
                  <a:pt x="820" y="11091"/>
                  <a:pt x="663" y="10933"/>
                  <a:pt x="663" y="10744"/>
                </a:cubicBezTo>
                <a:cubicBezTo>
                  <a:pt x="663" y="10555"/>
                  <a:pt x="820" y="10398"/>
                  <a:pt x="1009" y="10398"/>
                </a:cubicBezTo>
                <a:close/>
                <a:moveTo>
                  <a:pt x="6585" y="10398"/>
                </a:moveTo>
                <a:cubicBezTo>
                  <a:pt x="6806" y="10398"/>
                  <a:pt x="6964" y="10555"/>
                  <a:pt x="6964" y="10744"/>
                </a:cubicBezTo>
                <a:cubicBezTo>
                  <a:pt x="6964" y="10933"/>
                  <a:pt x="6806" y="11091"/>
                  <a:pt x="6585" y="11091"/>
                </a:cubicBezTo>
                <a:lnTo>
                  <a:pt x="5231" y="11091"/>
                </a:lnTo>
                <a:cubicBezTo>
                  <a:pt x="5010" y="11091"/>
                  <a:pt x="4853" y="10933"/>
                  <a:pt x="4853" y="10744"/>
                </a:cubicBezTo>
                <a:cubicBezTo>
                  <a:pt x="4853" y="10555"/>
                  <a:pt x="5010" y="10398"/>
                  <a:pt x="5231" y="10398"/>
                </a:cubicBezTo>
                <a:close/>
                <a:moveTo>
                  <a:pt x="10776" y="10398"/>
                </a:moveTo>
                <a:cubicBezTo>
                  <a:pt x="10965" y="10398"/>
                  <a:pt x="11122" y="10555"/>
                  <a:pt x="11122" y="10744"/>
                </a:cubicBezTo>
                <a:cubicBezTo>
                  <a:pt x="11122" y="10933"/>
                  <a:pt x="10965" y="11091"/>
                  <a:pt x="10776" y="11091"/>
                </a:cubicBezTo>
                <a:lnTo>
                  <a:pt x="9389" y="11091"/>
                </a:lnTo>
                <a:cubicBezTo>
                  <a:pt x="9200" y="11091"/>
                  <a:pt x="9043" y="10933"/>
                  <a:pt x="9043" y="10744"/>
                </a:cubicBezTo>
                <a:cubicBezTo>
                  <a:pt x="9043" y="10555"/>
                  <a:pt x="9200" y="10398"/>
                  <a:pt x="9389" y="10398"/>
                </a:cubicBezTo>
                <a:close/>
                <a:moveTo>
                  <a:pt x="1009" y="1"/>
                </a:moveTo>
                <a:cubicBezTo>
                  <a:pt x="410" y="1"/>
                  <a:pt x="1" y="474"/>
                  <a:pt x="1" y="1009"/>
                </a:cubicBezTo>
                <a:cubicBezTo>
                  <a:pt x="1" y="1608"/>
                  <a:pt x="473" y="2049"/>
                  <a:pt x="1009" y="2049"/>
                </a:cubicBezTo>
                <a:lnTo>
                  <a:pt x="1356" y="2049"/>
                </a:lnTo>
                <a:lnTo>
                  <a:pt x="1356" y="2395"/>
                </a:lnTo>
                <a:cubicBezTo>
                  <a:pt x="1356" y="2994"/>
                  <a:pt x="1828" y="3403"/>
                  <a:pt x="2395" y="3403"/>
                </a:cubicBezTo>
                <a:lnTo>
                  <a:pt x="5546" y="3403"/>
                </a:lnTo>
                <a:lnTo>
                  <a:pt x="5546" y="4128"/>
                </a:lnTo>
                <a:lnTo>
                  <a:pt x="4506" y="4128"/>
                </a:lnTo>
                <a:cubicBezTo>
                  <a:pt x="3939" y="4128"/>
                  <a:pt x="3466" y="4601"/>
                  <a:pt x="3466" y="5136"/>
                </a:cubicBezTo>
                <a:lnTo>
                  <a:pt x="3466" y="6554"/>
                </a:lnTo>
                <a:cubicBezTo>
                  <a:pt x="3466" y="7153"/>
                  <a:pt x="3939" y="7594"/>
                  <a:pt x="4506" y="7594"/>
                </a:cubicBezTo>
                <a:lnTo>
                  <a:pt x="5546" y="7594"/>
                </a:lnTo>
                <a:lnTo>
                  <a:pt x="5546" y="8287"/>
                </a:lnTo>
                <a:lnTo>
                  <a:pt x="2395" y="8287"/>
                </a:lnTo>
                <a:cubicBezTo>
                  <a:pt x="1797" y="8287"/>
                  <a:pt x="1356" y="8759"/>
                  <a:pt x="1356" y="9326"/>
                </a:cubicBezTo>
                <a:lnTo>
                  <a:pt x="1356" y="9673"/>
                </a:lnTo>
                <a:lnTo>
                  <a:pt x="1009" y="9673"/>
                </a:lnTo>
                <a:cubicBezTo>
                  <a:pt x="410" y="9673"/>
                  <a:pt x="1" y="10146"/>
                  <a:pt x="1" y="10713"/>
                </a:cubicBezTo>
                <a:cubicBezTo>
                  <a:pt x="1" y="11280"/>
                  <a:pt x="473" y="11721"/>
                  <a:pt x="1009" y="11721"/>
                </a:cubicBezTo>
                <a:lnTo>
                  <a:pt x="2395" y="11721"/>
                </a:lnTo>
                <a:cubicBezTo>
                  <a:pt x="2994" y="11721"/>
                  <a:pt x="3403" y="11248"/>
                  <a:pt x="3403" y="10713"/>
                </a:cubicBezTo>
                <a:cubicBezTo>
                  <a:pt x="3403" y="10114"/>
                  <a:pt x="2931" y="9673"/>
                  <a:pt x="2395" y="9673"/>
                </a:cubicBezTo>
                <a:lnTo>
                  <a:pt x="2049" y="9673"/>
                </a:lnTo>
                <a:lnTo>
                  <a:pt x="2049" y="9326"/>
                </a:lnTo>
                <a:cubicBezTo>
                  <a:pt x="2049" y="9137"/>
                  <a:pt x="2206" y="8980"/>
                  <a:pt x="2395" y="8980"/>
                </a:cubicBezTo>
                <a:lnTo>
                  <a:pt x="5546" y="8980"/>
                </a:lnTo>
                <a:lnTo>
                  <a:pt x="5546" y="9673"/>
                </a:lnTo>
                <a:lnTo>
                  <a:pt x="5199" y="9673"/>
                </a:lnTo>
                <a:cubicBezTo>
                  <a:pt x="4601" y="9673"/>
                  <a:pt x="4160" y="10146"/>
                  <a:pt x="4160" y="10713"/>
                </a:cubicBezTo>
                <a:cubicBezTo>
                  <a:pt x="4160" y="11280"/>
                  <a:pt x="4632" y="11721"/>
                  <a:pt x="5199" y="11721"/>
                </a:cubicBezTo>
                <a:lnTo>
                  <a:pt x="6554" y="11721"/>
                </a:lnTo>
                <a:cubicBezTo>
                  <a:pt x="7153" y="11721"/>
                  <a:pt x="7594" y="11248"/>
                  <a:pt x="7594" y="10713"/>
                </a:cubicBezTo>
                <a:cubicBezTo>
                  <a:pt x="7594" y="10114"/>
                  <a:pt x="7121" y="9673"/>
                  <a:pt x="6554" y="9673"/>
                </a:cubicBezTo>
                <a:lnTo>
                  <a:pt x="6207" y="9673"/>
                </a:lnTo>
                <a:lnTo>
                  <a:pt x="6207" y="8980"/>
                </a:lnTo>
                <a:lnTo>
                  <a:pt x="9358" y="8980"/>
                </a:lnTo>
                <a:cubicBezTo>
                  <a:pt x="9547" y="8980"/>
                  <a:pt x="9704" y="9137"/>
                  <a:pt x="9704" y="9326"/>
                </a:cubicBezTo>
                <a:lnTo>
                  <a:pt x="9704" y="9673"/>
                </a:lnTo>
                <a:lnTo>
                  <a:pt x="9358" y="9673"/>
                </a:lnTo>
                <a:cubicBezTo>
                  <a:pt x="8759" y="9673"/>
                  <a:pt x="8350" y="10146"/>
                  <a:pt x="8350" y="10713"/>
                </a:cubicBezTo>
                <a:cubicBezTo>
                  <a:pt x="8350" y="11280"/>
                  <a:pt x="8791" y="11721"/>
                  <a:pt x="9358" y="11721"/>
                </a:cubicBezTo>
                <a:lnTo>
                  <a:pt x="10744" y="11721"/>
                </a:lnTo>
                <a:cubicBezTo>
                  <a:pt x="11311" y="11721"/>
                  <a:pt x="11752" y="11248"/>
                  <a:pt x="11752" y="10713"/>
                </a:cubicBezTo>
                <a:cubicBezTo>
                  <a:pt x="11752" y="10114"/>
                  <a:pt x="11280" y="9673"/>
                  <a:pt x="10744" y="9673"/>
                </a:cubicBezTo>
                <a:lnTo>
                  <a:pt x="10366" y="9673"/>
                </a:lnTo>
                <a:lnTo>
                  <a:pt x="10366" y="9326"/>
                </a:lnTo>
                <a:cubicBezTo>
                  <a:pt x="10366" y="8728"/>
                  <a:pt x="9925" y="8287"/>
                  <a:pt x="9358" y="8287"/>
                </a:cubicBezTo>
                <a:lnTo>
                  <a:pt x="6207" y="8287"/>
                </a:lnTo>
                <a:lnTo>
                  <a:pt x="6207" y="7594"/>
                </a:lnTo>
                <a:lnTo>
                  <a:pt x="7216" y="7594"/>
                </a:lnTo>
                <a:cubicBezTo>
                  <a:pt x="7814" y="7594"/>
                  <a:pt x="8287" y="7121"/>
                  <a:pt x="8287" y="6554"/>
                </a:cubicBezTo>
                <a:lnTo>
                  <a:pt x="8287" y="5136"/>
                </a:lnTo>
                <a:cubicBezTo>
                  <a:pt x="8287" y="4569"/>
                  <a:pt x="7814" y="4128"/>
                  <a:pt x="7216" y="4128"/>
                </a:cubicBezTo>
                <a:lnTo>
                  <a:pt x="6207" y="4128"/>
                </a:lnTo>
                <a:lnTo>
                  <a:pt x="6207" y="3403"/>
                </a:lnTo>
                <a:lnTo>
                  <a:pt x="9389" y="3403"/>
                </a:lnTo>
                <a:cubicBezTo>
                  <a:pt x="9988" y="3403"/>
                  <a:pt x="10429" y="2931"/>
                  <a:pt x="10429" y="2395"/>
                </a:cubicBezTo>
                <a:lnTo>
                  <a:pt x="10429" y="2049"/>
                </a:lnTo>
                <a:lnTo>
                  <a:pt x="10776" y="2049"/>
                </a:lnTo>
                <a:cubicBezTo>
                  <a:pt x="11374" y="2049"/>
                  <a:pt x="11815" y="1576"/>
                  <a:pt x="11815" y="1009"/>
                </a:cubicBezTo>
                <a:cubicBezTo>
                  <a:pt x="11815" y="411"/>
                  <a:pt x="11343" y="1"/>
                  <a:pt x="10776" y="1"/>
                </a:cubicBezTo>
                <a:lnTo>
                  <a:pt x="9389" y="1"/>
                </a:lnTo>
                <a:cubicBezTo>
                  <a:pt x="8822" y="1"/>
                  <a:pt x="8381" y="474"/>
                  <a:pt x="8381" y="1009"/>
                </a:cubicBezTo>
                <a:cubicBezTo>
                  <a:pt x="8381" y="1608"/>
                  <a:pt x="8854" y="2049"/>
                  <a:pt x="9389" y="2049"/>
                </a:cubicBezTo>
                <a:lnTo>
                  <a:pt x="9767" y="2049"/>
                </a:lnTo>
                <a:lnTo>
                  <a:pt x="9767" y="2395"/>
                </a:lnTo>
                <a:cubicBezTo>
                  <a:pt x="9767" y="2584"/>
                  <a:pt x="9610" y="2742"/>
                  <a:pt x="9389" y="2742"/>
                </a:cubicBezTo>
                <a:lnTo>
                  <a:pt x="6239" y="2742"/>
                </a:lnTo>
                <a:lnTo>
                  <a:pt x="6239" y="2049"/>
                </a:lnTo>
                <a:lnTo>
                  <a:pt x="6617" y="2049"/>
                </a:lnTo>
                <a:cubicBezTo>
                  <a:pt x="7184" y="2049"/>
                  <a:pt x="7625" y="1576"/>
                  <a:pt x="7625" y="1009"/>
                </a:cubicBezTo>
                <a:cubicBezTo>
                  <a:pt x="7625" y="411"/>
                  <a:pt x="7153" y="1"/>
                  <a:pt x="6617" y="1"/>
                </a:cubicBezTo>
                <a:lnTo>
                  <a:pt x="5231" y="1"/>
                </a:lnTo>
                <a:cubicBezTo>
                  <a:pt x="4632" y="1"/>
                  <a:pt x="4191" y="474"/>
                  <a:pt x="4191" y="1009"/>
                </a:cubicBezTo>
                <a:cubicBezTo>
                  <a:pt x="4191" y="1608"/>
                  <a:pt x="4664" y="2049"/>
                  <a:pt x="5231" y="2049"/>
                </a:cubicBezTo>
                <a:lnTo>
                  <a:pt x="5577" y="2049"/>
                </a:lnTo>
                <a:lnTo>
                  <a:pt x="5577" y="2742"/>
                </a:lnTo>
                <a:lnTo>
                  <a:pt x="2427" y="2742"/>
                </a:lnTo>
                <a:cubicBezTo>
                  <a:pt x="2238" y="2742"/>
                  <a:pt x="2080" y="2584"/>
                  <a:pt x="2080" y="2395"/>
                </a:cubicBezTo>
                <a:lnTo>
                  <a:pt x="2080" y="2049"/>
                </a:lnTo>
                <a:lnTo>
                  <a:pt x="2427" y="2049"/>
                </a:lnTo>
                <a:cubicBezTo>
                  <a:pt x="3025" y="2049"/>
                  <a:pt x="3466" y="1576"/>
                  <a:pt x="3466" y="1009"/>
                </a:cubicBezTo>
                <a:cubicBezTo>
                  <a:pt x="3466" y="411"/>
                  <a:pt x="2994" y="1"/>
                  <a:pt x="24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4699" name="Google Shape;14699;p83"/>
          <p:cNvGrpSpPr/>
          <p:nvPr/>
        </p:nvGrpSpPr>
        <p:grpSpPr>
          <a:xfrm>
            <a:off x="5753997" y="2196694"/>
            <a:ext cx="351315" cy="351050"/>
            <a:chOff x="1413250" y="2680675"/>
            <a:chExt cx="297750" cy="297525"/>
          </a:xfrm>
        </p:grpSpPr>
        <p:sp>
          <p:nvSpPr>
            <p:cNvPr id="14700" name="Google Shape;14700;p83"/>
            <p:cNvSpPr/>
            <p:nvPr/>
          </p:nvSpPr>
          <p:spPr>
            <a:xfrm>
              <a:off x="1413250" y="2680675"/>
              <a:ext cx="297750" cy="297525"/>
            </a:xfrm>
            <a:custGeom>
              <a:avLst/>
              <a:gdLst/>
              <a:ahLst/>
              <a:cxnLst/>
              <a:rect l="l" t="t" r="r" b="b"/>
              <a:pathLst>
                <a:path w="11910" h="11901" extrusionOk="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701" name="Google Shape;14701;p83"/>
            <p:cNvSpPr/>
            <p:nvPr/>
          </p:nvSpPr>
          <p:spPr>
            <a:xfrm>
              <a:off x="1465225" y="2805100"/>
              <a:ext cx="52800" cy="52025"/>
            </a:xfrm>
            <a:custGeom>
              <a:avLst/>
              <a:gdLst/>
              <a:ahLst/>
              <a:cxnLst/>
              <a:rect l="l" t="t" r="r" b="b"/>
              <a:pathLst>
                <a:path w="2112" h="2081" extrusionOk="0">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702" name="Google Shape;14702;p83"/>
            <p:cNvSpPr/>
            <p:nvPr/>
          </p:nvSpPr>
          <p:spPr>
            <a:xfrm>
              <a:off x="1535325" y="2769675"/>
              <a:ext cx="52800" cy="87450"/>
            </a:xfrm>
            <a:custGeom>
              <a:avLst/>
              <a:gdLst/>
              <a:ahLst/>
              <a:cxnLst/>
              <a:rect l="l" t="t" r="r" b="b"/>
              <a:pathLst>
                <a:path w="2112" h="3498" extrusionOk="0">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703" name="Google Shape;14703;p83"/>
            <p:cNvSpPr/>
            <p:nvPr/>
          </p:nvSpPr>
          <p:spPr>
            <a:xfrm>
              <a:off x="1604650" y="2733425"/>
              <a:ext cx="52775" cy="122900"/>
            </a:xfrm>
            <a:custGeom>
              <a:avLst/>
              <a:gdLst/>
              <a:ahLst/>
              <a:cxnLst/>
              <a:rect l="l" t="t" r="r" b="b"/>
              <a:pathLst>
                <a:path w="2111" h="4916" extrusionOk="0">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4704" name="Google Shape;14704;p83"/>
          <p:cNvSpPr/>
          <p:nvPr/>
        </p:nvSpPr>
        <p:spPr>
          <a:xfrm>
            <a:off x="8012357" y="1304144"/>
            <a:ext cx="270463" cy="349427"/>
          </a:xfrm>
          <a:custGeom>
            <a:avLst/>
            <a:gdLst/>
            <a:ahLst/>
            <a:cxnLst/>
            <a:rect l="l" t="t" r="r" b="b"/>
            <a:pathLst>
              <a:path w="9169" h="11846" extrusionOk="0">
                <a:moveTo>
                  <a:pt x="4695" y="2079"/>
                </a:moveTo>
                <a:cubicBezTo>
                  <a:pt x="5073" y="2079"/>
                  <a:pt x="5388" y="2394"/>
                  <a:pt x="5388" y="2772"/>
                </a:cubicBezTo>
                <a:cubicBezTo>
                  <a:pt x="5388" y="3181"/>
                  <a:pt x="5073" y="3496"/>
                  <a:pt x="4695" y="3496"/>
                </a:cubicBezTo>
                <a:cubicBezTo>
                  <a:pt x="4285" y="3496"/>
                  <a:pt x="3970" y="3181"/>
                  <a:pt x="3970" y="2772"/>
                </a:cubicBezTo>
                <a:cubicBezTo>
                  <a:pt x="3970" y="2394"/>
                  <a:pt x="4285" y="2079"/>
                  <a:pt x="4695" y="2079"/>
                </a:cubicBezTo>
                <a:close/>
                <a:moveTo>
                  <a:pt x="4695" y="4189"/>
                </a:moveTo>
                <a:cubicBezTo>
                  <a:pt x="5640" y="4189"/>
                  <a:pt x="6428" y="4977"/>
                  <a:pt x="6428" y="5922"/>
                </a:cubicBezTo>
                <a:lnTo>
                  <a:pt x="6428" y="6300"/>
                </a:lnTo>
                <a:lnTo>
                  <a:pt x="2962" y="6300"/>
                </a:lnTo>
                <a:lnTo>
                  <a:pt x="2962" y="5922"/>
                </a:lnTo>
                <a:cubicBezTo>
                  <a:pt x="2962" y="4945"/>
                  <a:pt x="3750" y="4189"/>
                  <a:pt x="4695" y="4189"/>
                </a:cubicBezTo>
                <a:close/>
                <a:moveTo>
                  <a:pt x="4730" y="664"/>
                </a:moveTo>
                <a:cubicBezTo>
                  <a:pt x="6870" y="664"/>
                  <a:pt x="8538" y="2418"/>
                  <a:pt x="8538" y="4473"/>
                </a:cubicBezTo>
                <a:cubicBezTo>
                  <a:pt x="8538" y="5544"/>
                  <a:pt x="8097" y="6552"/>
                  <a:pt x="7310" y="7277"/>
                </a:cubicBezTo>
                <a:cubicBezTo>
                  <a:pt x="7215" y="7403"/>
                  <a:pt x="7121" y="7466"/>
                  <a:pt x="6995" y="7497"/>
                </a:cubicBezTo>
                <a:cubicBezTo>
                  <a:pt x="6774" y="7718"/>
                  <a:pt x="6522" y="7907"/>
                  <a:pt x="6459" y="8285"/>
                </a:cubicBezTo>
                <a:lnTo>
                  <a:pt x="5041" y="8285"/>
                </a:lnTo>
                <a:lnTo>
                  <a:pt x="5041" y="6993"/>
                </a:lnTo>
                <a:lnTo>
                  <a:pt x="6774" y="6993"/>
                </a:lnTo>
                <a:cubicBezTo>
                  <a:pt x="6963" y="6993"/>
                  <a:pt x="7121" y="6836"/>
                  <a:pt x="7121" y="6647"/>
                </a:cubicBezTo>
                <a:lnTo>
                  <a:pt x="7121" y="5922"/>
                </a:lnTo>
                <a:cubicBezTo>
                  <a:pt x="7121" y="4945"/>
                  <a:pt x="6585" y="4126"/>
                  <a:pt x="5734" y="3717"/>
                </a:cubicBezTo>
                <a:cubicBezTo>
                  <a:pt x="5987" y="3496"/>
                  <a:pt x="6113" y="3181"/>
                  <a:pt x="6113" y="2835"/>
                </a:cubicBezTo>
                <a:cubicBezTo>
                  <a:pt x="6113" y="2079"/>
                  <a:pt x="5482" y="1448"/>
                  <a:pt x="4726" y="1448"/>
                </a:cubicBezTo>
                <a:cubicBezTo>
                  <a:pt x="3970" y="1448"/>
                  <a:pt x="3340" y="2079"/>
                  <a:pt x="3340" y="2835"/>
                </a:cubicBezTo>
                <a:cubicBezTo>
                  <a:pt x="3340" y="3181"/>
                  <a:pt x="3466" y="3496"/>
                  <a:pt x="3687" y="3717"/>
                </a:cubicBezTo>
                <a:cubicBezTo>
                  <a:pt x="2868" y="4126"/>
                  <a:pt x="2332" y="4945"/>
                  <a:pt x="2332" y="5922"/>
                </a:cubicBezTo>
                <a:lnTo>
                  <a:pt x="2332" y="6647"/>
                </a:lnTo>
                <a:cubicBezTo>
                  <a:pt x="2332" y="6836"/>
                  <a:pt x="2489" y="6993"/>
                  <a:pt x="2679" y="6993"/>
                </a:cubicBezTo>
                <a:lnTo>
                  <a:pt x="4411" y="6993"/>
                </a:lnTo>
                <a:lnTo>
                  <a:pt x="4411" y="8411"/>
                </a:lnTo>
                <a:lnTo>
                  <a:pt x="2931" y="8411"/>
                </a:lnTo>
                <a:lnTo>
                  <a:pt x="2931" y="8380"/>
                </a:lnTo>
                <a:cubicBezTo>
                  <a:pt x="2836" y="7938"/>
                  <a:pt x="2615" y="7749"/>
                  <a:pt x="2363" y="7560"/>
                </a:cubicBezTo>
                <a:cubicBezTo>
                  <a:pt x="2300" y="7466"/>
                  <a:pt x="2174" y="7403"/>
                  <a:pt x="2048" y="7277"/>
                </a:cubicBezTo>
                <a:cubicBezTo>
                  <a:pt x="1135" y="6395"/>
                  <a:pt x="757" y="5135"/>
                  <a:pt x="946" y="3874"/>
                </a:cubicBezTo>
                <a:cubicBezTo>
                  <a:pt x="1198" y="2236"/>
                  <a:pt x="2615" y="881"/>
                  <a:pt x="4254" y="692"/>
                </a:cubicBezTo>
                <a:cubicBezTo>
                  <a:pt x="4415" y="673"/>
                  <a:pt x="4574" y="664"/>
                  <a:pt x="4730" y="664"/>
                </a:cubicBezTo>
                <a:close/>
                <a:moveTo>
                  <a:pt x="6428" y="9073"/>
                </a:moveTo>
                <a:lnTo>
                  <a:pt x="6428" y="9419"/>
                </a:lnTo>
                <a:cubicBezTo>
                  <a:pt x="6428" y="9640"/>
                  <a:pt x="6270" y="9797"/>
                  <a:pt x="6081" y="9797"/>
                </a:cubicBezTo>
                <a:lnTo>
                  <a:pt x="3309" y="9797"/>
                </a:lnTo>
                <a:cubicBezTo>
                  <a:pt x="3120" y="9797"/>
                  <a:pt x="2962" y="9640"/>
                  <a:pt x="2962" y="9419"/>
                </a:cubicBezTo>
                <a:lnTo>
                  <a:pt x="2962" y="9073"/>
                </a:lnTo>
                <a:close/>
                <a:moveTo>
                  <a:pt x="5703" y="10459"/>
                </a:moveTo>
                <a:lnTo>
                  <a:pt x="5703" y="10805"/>
                </a:lnTo>
                <a:cubicBezTo>
                  <a:pt x="5703" y="10994"/>
                  <a:pt x="5545" y="11183"/>
                  <a:pt x="5356" y="11183"/>
                </a:cubicBezTo>
                <a:lnTo>
                  <a:pt x="3970" y="11183"/>
                </a:lnTo>
                <a:cubicBezTo>
                  <a:pt x="3781" y="11183"/>
                  <a:pt x="3624" y="10994"/>
                  <a:pt x="3624" y="10805"/>
                </a:cubicBezTo>
                <a:lnTo>
                  <a:pt x="3624" y="10459"/>
                </a:lnTo>
                <a:close/>
                <a:moveTo>
                  <a:pt x="4662" y="0"/>
                </a:moveTo>
                <a:cubicBezTo>
                  <a:pt x="4486" y="0"/>
                  <a:pt x="4308" y="10"/>
                  <a:pt x="4128" y="31"/>
                </a:cubicBezTo>
                <a:cubicBezTo>
                  <a:pt x="2174" y="251"/>
                  <a:pt x="568" y="1827"/>
                  <a:pt x="253" y="3780"/>
                </a:cubicBezTo>
                <a:cubicBezTo>
                  <a:pt x="1" y="5229"/>
                  <a:pt x="505" y="6710"/>
                  <a:pt x="1576" y="7749"/>
                </a:cubicBezTo>
                <a:cubicBezTo>
                  <a:pt x="1733" y="7875"/>
                  <a:pt x="1859" y="7970"/>
                  <a:pt x="1922" y="8064"/>
                </a:cubicBezTo>
                <a:cubicBezTo>
                  <a:pt x="2206" y="8285"/>
                  <a:pt x="2237" y="8348"/>
                  <a:pt x="2237" y="8695"/>
                </a:cubicBezTo>
                <a:lnTo>
                  <a:pt x="2237" y="9388"/>
                </a:lnTo>
                <a:cubicBezTo>
                  <a:pt x="2237" y="9829"/>
                  <a:pt x="2521" y="10238"/>
                  <a:pt x="2962" y="10396"/>
                </a:cubicBezTo>
                <a:lnTo>
                  <a:pt x="2962" y="10774"/>
                </a:lnTo>
                <a:cubicBezTo>
                  <a:pt x="2962" y="11404"/>
                  <a:pt x="3435" y="11845"/>
                  <a:pt x="3970" y="11845"/>
                </a:cubicBezTo>
                <a:lnTo>
                  <a:pt x="5356" y="11845"/>
                </a:lnTo>
                <a:cubicBezTo>
                  <a:pt x="5955" y="11845"/>
                  <a:pt x="6396" y="11372"/>
                  <a:pt x="6396" y="10805"/>
                </a:cubicBezTo>
                <a:lnTo>
                  <a:pt x="6396" y="10427"/>
                </a:lnTo>
                <a:cubicBezTo>
                  <a:pt x="6774" y="10270"/>
                  <a:pt x="7089" y="9923"/>
                  <a:pt x="7089" y="9451"/>
                </a:cubicBezTo>
                <a:lnTo>
                  <a:pt x="7089" y="8726"/>
                </a:lnTo>
                <a:cubicBezTo>
                  <a:pt x="7089" y="8380"/>
                  <a:pt x="7121" y="8348"/>
                  <a:pt x="7404" y="8096"/>
                </a:cubicBezTo>
                <a:cubicBezTo>
                  <a:pt x="7499" y="8033"/>
                  <a:pt x="7593" y="7938"/>
                  <a:pt x="7751" y="7812"/>
                </a:cubicBezTo>
                <a:cubicBezTo>
                  <a:pt x="8664" y="6962"/>
                  <a:pt x="9169" y="5765"/>
                  <a:pt x="9169" y="4504"/>
                </a:cubicBezTo>
                <a:cubicBezTo>
                  <a:pt x="9169" y="2060"/>
                  <a:pt x="7186" y="0"/>
                  <a:pt x="4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705" name="Google Shape;14705;p83"/>
          <p:cNvSpPr/>
          <p:nvPr/>
        </p:nvSpPr>
        <p:spPr>
          <a:xfrm>
            <a:off x="7964498" y="1756331"/>
            <a:ext cx="366182" cy="348041"/>
          </a:xfrm>
          <a:custGeom>
            <a:avLst/>
            <a:gdLst/>
            <a:ahLst/>
            <a:cxnLst/>
            <a:rect l="l" t="t" r="r" b="b"/>
            <a:pathLst>
              <a:path w="12414" h="11799" extrusionOk="0">
                <a:moveTo>
                  <a:pt x="8979" y="2127"/>
                </a:moveTo>
                <a:cubicBezTo>
                  <a:pt x="9247" y="2127"/>
                  <a:pt x="9515" y="2229"/>
                  <a:pt x="9704" y="2434"/>
                </a:cubicBezTo>
                <a:cubicBezTo>
                  <a:pt x="10113" y="2812"/>
                  <a:pt x="10113" y="3473"/>
                  <a:pt x="9704" y="3883"/>
                </a:cubicBezTo>
                <a:lnTo>
                  <a:pt x="8885" y="4702"/>
                </a:lnTo>
                <a:cubicBezTo>
                  <a:pt x="8790" y="4765"/>
                  <a:pt x="8696" y="4860"/>
                  <a:pt x="8601" y="4891"/>
                </a:cubicBezTo>
                <a:cubicBezTo>
                  <a:pt x="8790" y="4513"/>
                  <a:pt x="8727" y="4041"/>
                  <a:pt x="8412" y="3726"/>
                </a:cubicBezTo>
                <a:cubicBezTo>
                  <a:pt x="8206" y="3520"/>
                  <a:pt x="7933" y="3408"/>
                  <a:pt x="7654" y="3408"/>
                </a:cubicBezTo>
                <a:cubicBezTo>
                  <a:pt x="7507" y="3408"/>
                  <a:pt x="7357" y="3439"/>
                  <a:pt x="7215" y="3505"/>
                </a:cubicBezTo>
                <a:cubicBezTo>
                  <a:pt x="7278" y="3410"/>
                  <a:pt x="7341" y="3316"/>
                  <a:pt x="7436" y="3253"/>
                </a:cubicBezTo>
                <a:lnTo>
                  <a:pt x="8255" y="2434"/>
                </a:lnTo>
                <a:cubicBezTo>
                  <a:pt x="8444" y="2229"/>
                  <a:pt x="8711" y="2127"/>
                  <a:pt x="8979" y="2127"/>
                </a:cubicBezTo>
                <a:close/>
                <a:moveTo>
                  <a:pt x="9027" y="685"/>
                </a:moveTo>
                <a:cubicBezTo>
                  <a:pt x="9649" y="685"/>
                  <a:pt x="10271" y="922"/>
                  <a:pt x="10744" y="1394"/>
                </a:cubicBezTo>
                <a:cubicBezTo>
                  <a:pt x="11689" y="2339"/>
                  <a:pt x="11689" y="3883"/>
                  <a:pt x="10744" y="4828"/>
                </a:cubicBezTo>
                <a:lnTo>
                  <a:pt x="9893" y="5647"/>
                </a:lnTo>
                <a:cubicBezTo>
                  <a:pt x="9431" y="6109"/>
                  <a:pt x="8816" y="6356"/>
                  <a:pt x="8187" y="6356"/>
                </a:cubicBezTo>
                <a:cubicBezTo>
                  <a:pt x="7914" y="6356"/>
                  <a:pt x="7639" y="6310"/>
                  <a:pt x="7373" y="6214"/>
                </a:cubicBezTo>
                <a:lnTo>
                  <a:pt x="7940" y="5647"/>
                </a:lnTo>
                <a:cubicBezTo>
                  <a:pt x="8008" y="5655"/>
                  <a:pt x="8077" y="5659"/>
                  <a:pt x="8146" y="5659"/>
                </a:cubicBezTo>
                <a:cubicBezTo>
                  <a:pt x="8617" y="5659"/>
                  <a:pt x="9087" y="5477"/>
                  <a:pt x="9389" y="5175"/>
                </a:cubicBezTo>
                <a:lnTo>
                  <a:pt x="10208" y="4356"/>
                </a:lnTo>
                <a:cubicBezTo>
                  <a:pt x="10901" y="3694"/>
                  <a:pt x="10901" y="2591"/>
                  <a:pt x="10208" y="1898"/>
                </a:cubicBezTo>
                <a:cubicBezTo>
                  <a:pt x="9877" y="1567"/>
                  <a:pt x="9436" y="1402"/>
                  <a:pt x="8995" y="1402"/>
                </a:cubicBezTo>
                <a:cubicBezTo>
                  <a:pt x="8554" y="1402"/>
                  <a:pt x="8113" y="1567"/>
                  <a:pt x="7782" y="1898"/>
                </a:cubicBezTo>
                <a:lnTo>
                  <a:pt x="6931" y="2749"/>
                </a:lnTo>
                <a:cubicBezTo>
                  <a:pt x="6553" y="3127"/>
                  <a:pt x="6396" y="3694"/>
                  <a:pt x="6490" y="4198"/>
                </a:cubicBezTo>
                <a:lnTo>
                  <a:pt x="5923" y="4734"/>
                </a:lnTo>
                <a:cubicBezTo>
                  <a:pt x="5608" y="3883"/>
                  <a:pt x="5797" y="2906"/>
                  <a:pt x="6490" y="2213"/>
                </a:cubicBezTo>
                <a:lnTo>
                  <a:pt x="7309" y="1394"/>
                </a:lnTo>
                <a:cubicBezTo>
                  <a:pt x="7782" y="922"/>
                  <a:pt x="8404" y="685"/>
                  <a:pt x="9027" y="685"/>
                </a:cubicBezTo>
                <a:close/>
                <a:moveTo>
                  <a:pt x="7703" y="4104"/>
                </a:moveTo>
                <a:cubicBezTo>
                  <a:pt x="7790" y="4104"/>
                  <a:pt x="7877" y="4135"/>
                  <a:pt x="7940" y="4198"/>
                </a:cubicBezTo>
                <a:cubicBezTo>
                  <a:pt x="8066" y="4324"/>
                  <a:pt x="8066" y="4545"/>
                  <a:pt x="7940" y="4671"/>
                </a:cubicBezTo>
                <a:lnTo>
                  <a:pt x="4978" y="7632"/>
                </a:lnTo>
                <a:cubicBezTo>
                  <a:pt x="4915" y="7679"/>
                  <a:pt x="4828" y="7703"/>
                  <a:pt x="4742" y="7703"/>
                </a:cubicBezTo>
                <a:cubicBezTo>
                  <a:pt x="4655" y="7703"/>
                  <a:pt x="4569" y="7679"/>
                  <a:pt x="4506" y="7632"/>
                </a:cubicBezTo>
                <a:cubicBezTo>
                  <a:pt x="4380" y="7506"/>
                  <a:pt x="4380" y="7254"/>
                  <a:pt x="4506" y="7160"/>
                </a:cubicBezTo>
                <a:lnTo>
                  <a:pt x="7467" y="4198"/>
                </a:lnTo>
                <a:cubicBezTo>
                  <a:pt x="7530" y="4135"/>
                  <a:pt x="7617" y="4104"/>
                  <a:pt x="7703" y="4104"/>
                </a:cubicBezTo>
                <a:close/>
                <a:moveTo>
                  <a:pt x="3781" y="6939"/>
                </a:moveTo>
                <a:lnTo>
                  <a:pt x="3781" y="6939"/>
                </a:lnTo>
                <a:cubicBezTo>
                  <a:pt x="3592" y="7349"/>
                  <a:pt x="3686" y="7821"/>
                  <a:pt x="4001" y="8136"/>
                </a:cubicBezTo>
                <a:cubicBezTo>
                  <a:pt x="4198" y="8333"/>
                  <a:pt x="4457" y="8432"/>
                  <a:pt x="4715" y="8432"/>
                </a:cubicBezTo>
                <a:cubicBezTo>
                  <a:pt x="4870" y="8432"/>
                  <a:pt x="5025" y="8396"/>
                  <a:pt x="5167" y="8325"/>
                </a:cubicBezTo>
                <a:lnTo>
                  <a:pt x="5167" y="8325"/>
                </a:lnTo>
                <a:cubicBezTo>
                  <a:pt x="5136" y="8451"/>
                  <a:pt x="5041" y="8514"/>
                  <a:pt x="4978" y="8609"/>
                </a:cubicBezTo>
                <a:lnTo>
                  <a:pt x="4159" y="9428"/>
                </a:lnTo>
                <a:cubicBezTo>
                  <a:pt x="3954" y="9633"/>
                  <a:pt x="3686" y="9735"/>
                  <a:pt x="3419" y="9735"/>
                </a:cubicBezTo>
                <a:cubicBezTo>
                  <a:pt x="3151" y="9735"/>
                  <a:pt x="2883" y="9633"/>
                  <a:pt x="2678" y="9428"/>
                </a:cubicBezTo>
                <a:cubicBezTo>
                  <a:pt x="2300" y="9050"/>
                  <a:pt x="2300" y="8357"/>
                  <a:pt x="2678" y="7979"/>
                </a:cubicBezTo>
                <a:lnTo>
                  <a:pt x="3529" y="7160"/>
                </a:lnTo>
                <a:cubicBezTo>
                  <a:pt x="3592" y="7065"/>
                  <a:pt x="3718" y="7002"/>
                  <a:pt x="3781" y="6939"/>
                </a:cubicBezTo>
                <a:close/>
                <a:moveTo>
                  <a:pt x="4212" y="5467"/>
                </a:moveTo>
                <a:cubicBezTo>
                  <a:pt x="4492" y="5467"/>
                  <a:pt x="4773" y="5516"/>
                  <a:pt x="5041" y="5616"/>
                </a:cubicBezTo>
                <a:lnTo>
                  <a:pt x="4506" y="6151"/>
                </a:lnTo>
                <a:cubicBezTo>
                  <a:pt x="4437" y="6143"/>
                  <a:pt x="4368" y="6139"/>
                  <a:pt x="4299" y="6139"/>
                </a:cubicBezTo>
                <a:cubicBezTo>
                  <a:pt x="3828" y="6139"/>
                  <a:pt x="3358" y="6322"/>
                  <a:pt x="3056" y="6624"/>
                </a:cubicBezTo>
                <a:lnTo>
                  <a:pt x="2206" y="7475"/>
                </a:lnTo>
                <a:cubicBezTo>
                  <a:pt x="1544" y="8136"/>
                  <a:pt x="1544" y="9239"/>
                  <a:pt x="2206" y="9900"/>
                </a:cubicBezTo>
                <a:cubicBezTo>
                  <a:pt x="2552" y="10231"/>
                  <a:pt x="3001" y="10397"/>
                  <a:pt x="3446" y="10397"/>
                </a:cubicBezTo>
                <a:cubicBezTo>
                  <a:pt x="3891" y="10397"/>
                  <a:pt x="4332" y="10231"/>
                  <a:pt x="4663" y="9900"/>
                </a:cubicBezTo>
                <a:lnTo>
                  <a:pt x="5482" y="9081"/>
                </a:lnTo>
                <a:cubicBezTo>
                  <a:pt x="5892" y="8672"/>
                  <a:pt x="6049" y="8136"/>
                  <a:pt x="5955" y="7632"/>
                </a:cubicBezTo>
                <a:lnTo>
                  <a:pt x="6522" y="7065"/>
                </a:lnTo>
                <a:lnTo>
                  <a:pt x="6522" y="7065"/>
                </a:lnTo>
                <a:cubicBezTo>
                  <a:pt x="6837" y="7947"/>
                  <a:pt x="6648" y="8924"/>
                  <a:pt x="5955" y="9585"/>
                </a:cubicBezTo>
                <a:lnTo>
                  <a:pt x="5136" y="10405"/>
                </a:lnTo>
                <a:cubicBezTo>
                  <a:pt x="4663" y="10877"/>
                  <a:pt x="4041" y="11113"/>
                  <a:pt x="3419" y="11113"/>
                </a:cubicBezTo>
                <a:cubicBezTo>
                  <a:pt x="2796" y="11113"/>
                  <a:pt x="2174" y="10877"/>
                  <a:pt x="1702" y="10405"/>
                </a:cubicBezTo>
                <a:cubicBezTo>
                  <a:pt x="756" y="9459"/>
                  <a:pt x="756" y="7916"/>
                  <a:pt x="1702" y="7002"/>
                </a:cubicBezTo>
                <a:lnTo>
                  <a:pt x="2552" y="6151"/>
                </a:lnTo>
                <a:cubicBezTo>
                  <a:pt x="3005" y="5699"/>
                  <a:pt x="3605" y="5467"/>
                  <a:pt x="4212" y="5467"/>
                </a:cubicBezTo>
                <a:close/>
                <a:moveTo>
                  <a:pt x="8999" y="0"/>
                </a:moveTo>
                <a:cubicBezTo>
                  <a:pt x="8200" y="0"/>
                  <a:pt x="7404" y="307"/>
                  <a:pt x="6805" y="922"/>
                </a:cubicBezTo>
                <a:lnTo>
                  <a:pt x="5955" y="1741"/>
                </a:lnTo>
                <a:cubicBezTo>
                  <a:pt x="5136" y="2560"/>
                  <a:pt x="4852" y="3789"/>
                  <a:pt x="5230" y="4891"/>
                </a:cubicBezTo>
                <a:cubicBezTo>
                  <a:pt x="4920" y="4794"/>
                  <a:pt x="4601" y="4746"/>
                  <a:pt x="4283" y="4746"/>
                </a:cubicBezTo>
                <a:cubicBezTo>
                  <a:pt x="3469" y="4746"/>
                  <a:pt x="2669" y="5058"/>
                  <a:pt x="2080" y="5647"/>
                </a:cubicBezTo>
                <a:lnTo>
                  <a:pt x="1229" y="6466"/>
                </a:lnTo>
                <a:cubicBezTo>
                  <a:pt x="0" y="7695"/>
                  <a:pt x="0" y="9680"/>
                  <a:pt x="1229" y="10877"/>
                </a:cubicBezTo>
                <a:cubicBezTo>
                  <a:pt x="1843" y="11491"/>
                  <a:pt x="2647" y="11799"/>
                  <a:pt x="3446" y="11799"/>
                </a:cubicBezTo>
                <a:cubicBezTo>
                  <a:pt x="4246" y="11799"/>
                  <a:pt x="5041" y="11491"/>
                  <a:pt x="5640" y="10877"/>
                </a:cubicBezTo>
                <a:lnTo>
                  <a:pt x="6490" y="10058"/>
                </a:lnTo>
                <a:cubicBezTo>
                  <a:pt x="7309" y="9239"/>
                  <a:pt x="7593" y="8010"/>
                  <a:pt x="7215" y="6908"/>
                </a:cubicBezTo>
                <a:lnTo>
                  <a:pt x="7215" y="6908"/>
                </a:lnTo>
                <a:cubicBezTo>
                  <a:pt x="7525" y="7005"/>
                  <a:pt x="7844" y="7053"/>
                  <a:pt x="8162" y="7053"/>
                </a:cubicBezTo>
                <a:cubicBezTo>
                  <a:pt x="8976" y="7053"/>
                  <a:pt x="9776" y="6740"/>
                  <a:pt x="10365" y="6151"/>
                </a:cubicBezTo>
                <a:lnTo>
                  <a:pt x="11216" y="5332"/>
                </a:lnTo>
                <a:cubicBezTo>
                  <a:pt x="12413" y="4104"/>
                  <a:pt x="12413" y="2150"/>
                  <a:pt x="11216" y="922"/>
                </a:cubicBezTo>
                <a:cubicBezTo>
                  <a:pt x="10602" y="307"/>
                  <a:pt x="9798" y="0"/>
                  <a:pt x="89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706" name="Google Shape;14706;p83"/>
          <p:cNvSpPr/>
          <p:nvPr/>
        </p:nvSpPr>
        <p:spPr>
          <a:xfrm>
            <a:off x="7971931" y="2197454"/>
            <a:ext cx="351315" cy="349427"/>
          </a:xfrm>
          <a:custGeom>
            <a:avLst/>
            <a:gdLst/>
            <a:ahLst/>
            <a:cxnLst/>
            <a:rect l="l" t="t" r="r" b="b"/>
            <a:pathLst>
              <a:path w="11910" h="11846" extrusionOk="0">
                <a:moveTo>
                  <a:pt x="5924" y="2080"/>
                </a:moveTo>
                <a:cubicBezTo>
                  <a:pt x="6302" y="2080"/>
                  <a:pt x="6617" y="2395"/>
                  <a:pt x="6617" y="2773"/>
                </a:cubicBezTo>
                <a:cubicBezTo>
                  <a:pt x="6617" y="3182"/>
                  <a:pt x="6302" y="3497"/>
                  <a:pt x="5924" y="3497"/>
                </a:cubicBezTo>
                <a:cubicBezTo>
                  <a:pt x="5514" y="3497"/>
                  <a:pt x="5199" y="3182"/>
                  <a:pt x="5199" y="2773"/>
                </a:cubicBezTo>
                <a:cubicBezTo>
                  <a:pt x="5199" y="2395"/>
                  <a:pt x="5514" y="2080"/>
                  <a:pt x="5924" y="2080"/>
                </a:cubicBezTo>
                <a:close/>
                <a:moveTo>
                  <a:pt x="5924" y="662"/>
                </a:moveTo>
                <a:cubicBezTo>
                  <a:pt x="7247" y="662"/>
                  <a:pt x="8318" y="1764"/>
                  <a:pt x="8318" y="3088"/>
                </a:cubicBezTo>
                <a:cubicBezTo>
                  <a:pt x="8318" y="3655"/>
                  <a:pt x="8129" y="4190"/>
                  <a:pt x="7783" y="4631"/>
                </a:cubicBezTo>
                <a:cubicBezTo>
                  <a:pt x="7562" y="4222"/>
                  <a:pt x="7310" y="3907"/>
                  <a:pt x="6900" y="3686"/>
                </a:cubicBezTo>
                <a:cubicBezTo>
                  <a:pt x="7153" y="3434"/>
                  <a:pt x="7310" y="3088"/>
                  <a:pt x="7310" y="2741"/>
                </a:cubicBezTo>
                <a:cubicBezTo>
                  <a:pt x="7310" y="1985"/>
                  <a:pt x="6680" y="1355"/>
                  <a:pt x="5924" y="1355"/>
                </a:cubicBezTo>
                <a:cubicBezTo>
                  <a:pt x="5168" y="1355"/>
                  <a:pt x="4538" y="1985"/>
                  <a:pt x="4538" y="2741"/>
                </a:cubicBezTo>
                <a:cubicBezTo>
                  <a:pt x="4538" y="3088"/>
                  <a:pt x="4695" y="3434"/>
                  <a:pt x="4947" y="3686"/>
                </a:cubicBezTo>
                <a:cubicBezTo>
                  <a:pt x="4538" y="3938"/>
                  <a:pt x="4223" y="4285"/>
                  <a:pt x="4034" y="4631"/>
                </a:cubicBezTo>
                <a:cubicBezTo>
                  <a:pt x="3592" y="4096"/>
                  <a:pt x="3403" y="3403"/>
                  <a:pt x="3498" y="2741"/>
                </a:cubicBezTo>
                <a:cubicBezTo>
                  <a:pt x="3655" y="1638"/>
                  <a:pt x="4664" y="662"/>
                  <a:pt x="5924" y="662"/>
                </a:cubicBezTo>
                <a:close/>
                <a:moveTo>
                  <a:pt x="5924" y="4159"/>
                </a:moveTo>
                <a:cubicBezTo>
                  <a:pt x="6554" y="4159"/>
                  <a:pt x="7058" y="4600"/>
                  <a:pt x="7247" y="5135"/>
                </a:cubicBezTo>
                <a:cubicBezTo>
                  <a:pt x="6869" y="5388"/>
                  <a:pt x="6428" y="5545"/>
                  <a:pt x="5924" y="5545"/>
                </a:cubicBezTo>
                <a:cubicBezTo>
                  <a:pt x="5451" y="5545"/>
                  <a:pt x="4979" y="5388"/>
                  <a:pt x="4569" y="5135"/>
                </a:cubicBezTo>
                <a:cubicBezTo>
                  <a:pt x="4727" y="4568"/>
                  <a:pt x="5294" y="4159"/>
                  <a:pt x="5924" y="4159"/>
                </a:cubicBezTo>
                <a:close/>
                <a:moveTo>
                  <a:pt x="1734" y="9042"/>
                </a:moveTo>
                <a:cubicBezTo>
                  <a:pt x="2301" y="9042"/>
                  <a:pt x="2773" y="9483"/>
                  <a:pt x="2773" y="10082"/>
                </a:cubicBezTo>
                <a:cubicBezTo>
                  <a:pt x="2773" y="10649"/>
                  <a:pt x="2301" y="11121"/>
                  <a:pt x="1734" y="11121"/>
                </a:cubicBezTo>
                <a:cubicBezTo>
                  <a:pt x="1198" y="11121"/>
                  <a:pt x="726" y="10649"/>
                  <a:pt x="726" y="10082"/>
                </a:cubicBezTo>
                <a:cubicBezTo>
                  <a:pt x="726" y="9483"/>
                  <a:pt x="1198" y="9042"/>
                  <a:pt x="1734" y="9042"/>
                </a:cubicBezTo>
                <a:close/>
                <a:moveTo>
                  <a:pt x="5924" y="9042"/>
                </a:moveTo>
                <a:cubicBezTo>
                  <a:pt x="6522" y="9042"/>
                  <a:pt x="6932" y="9515"/>
                  <a:pt x="6932" y="10082"/>
                </a:cubicBezTo>
                <a:cubicBezTo>
                  <a:pt x="6932" y="10649"/>
                  <a:pt x="6459" y="11121"/>
                  <a:pt x="5924" y="11121"/>
                </a:cubicBezTo>
                <a:cubicBezTo>
                  <a:pt x="5357" y="11121"/>
                  <a:pt x="4884" y="10649"/>
                  <a:pt x="4884" y="10082"/>
                </a:cubicBezTo>
                <a:cubicBezTo>
                  <a:pt x="4884" y="9483"/>
                  <a:pt x="5325" y="9042"/>
                  <a:pt x="5924" y="9042"/>
                </a:cubicBezTo>
                <a:close/>
                <a:moveTo>
                  <a:pt x="10145" y="9042"/>
                </a:moveTo>
                <a:cubicBezTo>
                  <a:pt x="10681" y="9042"/>
                  <a:pt x="11154" y="9483"/>
                  <a:pt x="11154" y="10082"/>
                </a:cubicBezTo>
                <a:cubicBezTo>
                  <a:pt x="11154" y="10649"/>
                  <a:pt x="10681" y="11121"/>
                  <a:pt x="10145" y="11121"/>
                </a:cubicBezTo>
                <a:cubicBezTo>
                  <a:pt x="9578" y="11121"/>
                  <a:pt x="9106" y="10649"/>
                  <a:pt x="9106" y="10082"/>
                </a:cubicBezTo>
                <a:cubicBezTo>
                  <a:pt x="9106" y="9483"/>
                  <a:pt x="9578" y="9042"/>
                  <a:pt x="10145" y="9042"/>
                </a:cubicBezTo>
                <a:close/>
                <a:moveTo>
                  <a:pt x="5955" y="0"/>
                </a:moveTo>
                <a:cubicBezTo>
                  <a:pt x="4349" y="0"/>
                  <a:pt x="3088" y="1197"/>
                  <a:pt x="2868" y="2678"/>
                </a:cubicBezTo>
                <a:cubicBezTo>
                  <a:pt x="2647" y="4442"/>
                  <a:pt x="3908" y="6018"/>
                  <a:pt x="5640" y="6207"/>
                </a:cubicBezTo>
                <a:lnTo>
                  <a:pt x="5640" y="6963"/>
                </a:lnTo>
                <a:lnTo>
                  <a:pt x="2427" y="6963"/>
                </a:lnTo>
                <a:cubicBezTo>
                  <a:pt x="1828" y="6963"/>
                  <a:pt x="1387" y="7435"/>
                  <a:pt x="1387" y="7971"/>
                </a:cubicBezTo>
                <a:lnTo>
                  <a:pt x="1387" y="8380"/>
                </a:lnTo>
                <a:cubicBezTo>
                  <a:pt x="599" y="8538"/>
                  <a:pt x="1" y="9231"/>
                  <a:pt x="1" y="10082"/>
                </a:cubicBezTo>
                <a:cubicBezTo>
                  <a:pt x="1" y="11027"/>
                  <a:pt x="789" y="11846"/>
                  <a:pt x="1734" y="11846"/>
                </a:cubicBezTo>
                <a:cubicBezTo>
                  <a:pt x="2679" y="11846"/>
                  <a:pt x="3466" y="11058"/>
                  <a:pt x="3466" y="10082"/>
                </a:cubicBezTo>
                <a:cubicBezTo>
                  <a:pt x="3466" y="9231"/>
                  <a:pt x="2868" y="8538"/>
                  <a:pt x="2080" y="8380"/>
                </a:cubicBezTo>
                <a:lnTo>
                  <a:pt x="2080" y="7971"/>
                </a:lnTo>
                <a:cubicBezTo>
                  <a:pt x="2080" y="7782"/>
                  <a:pt x="2238" y="7624"/>
                  <a:pt x="2458" y="7624"/>
                </a:cubicBezTo>
                <a:lnTo>
                  <a:pt x="5609" y="7624"/>
                </a:lnTo>
                <a:lnTo>
                  <a:pt x="5609" y="8349"/>
                </a:lnTo>
                <a:cubicBezTo>
                  <a:pt x="4821" y="8506"/>
                  <a:pt x="4223" y="9200"/>
                  <a:pt x="4223" y="10019"/>
                </a:cubicBezTo>
                <a:cubicBezTo>
                  <a:pt x="4223" y="10964"/>
                  <a:pt x="5010" y="11814"/>
                  <a:pt x="5955" y="11814"/>
                </a:cubicBezTo>
                <a:cubicBezTo>
                  <a:pt x="6900" y="11814"/>
                  <a:pt x="7688" y="11027"/>
                  <a:pt x="7688" y="10019"/>
                </a:cubicBezTo>
                <a:cubicBezTo>
                  <a:pt x="7688" y="9200"/>
                  <a:pt x="7090" y="8506"/>
                  <a:pt x="6302" y="8349"/>
                </a:cubicBezTo>
                <a:lnTo>
                  <a:pt x="6302" y="7624"/>
                </a:lnTo>
                <a:lnTo>
                  <a:pt x="9452" y="7624"/>
                </a:lnTo>
                <a:cubicBezTo>
                  <a:pt x="9641" y="7624"/>
                  <a:pt x="9799" y="7782"/>
                  <a:pt x="9799" y="7971"/>
                </a:cubicBezTo>
                <a:lnTo>
                  <a:pt x="9799" y="8380"/>
                </a:lnTo>
                <a:cubicBezTo>
                  <a:pt x="9011" y="8538"/>
                  <a:pt x="8444" y="9231"/>
                  <a:pt x="8444" y="10082"/>
                </a:cubicBezTo>
                <a:cubicBezTo>
                  <a:pt x="8444" y="11027"/>
                  <a:pt x="9232" y="11846"/>
                  <a:pt x="10177" y="11846"/>
                </a:cubicBezTo>
                <a:cubicBezTo>
                  <a:pt x="11122" y="11846"/>
                  <a:pt x="11910" y="11058"/>
                  <a:pt x="11910" y="10082"/>
                </a:cubicBezTo>
                <a:cubicBezTo>
                  <a:pt x="11910" y="9231"/>
                  <a:pt x="11311" y="8538"/>
                  <a:pt x="10524" y="8380"/>
                </a:cubicBezTo>
                <a:lnTo>
                  <a:pt x="10524" y="7971"/>
                </a:lnTo>
                <a:cubicBezTo>
                  <a:pt x="10524" y="7404"/>
                  <a:pt x="10051" y="6963"/>
                  <a:pt x="9484" y="6963"/>
                </a:cubicBezTo>
                <a:lnTo>
                  <a:pt x="6333" y="6963"/>
                </a:lnTo>
                <a:lnTo>
                  <a:pt x="6333" y="6207"/>
                </a:lnTo>
                <a:cubicBezTo>
                  <a:pt x="7909" y="6049"/>
                  <a:pt x="9106" y="4726"/>
                  <a:pt x="9106" y="3088"/>
                </a:cubicBezTo>
                <a:cubicBezTo>
                  <a:pt x="9106" y="1355"/>
                  <a:pt x="7688"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4707" name="Google Shape;14707;p83"/>
          <p:cNvGrpSpPr/>
          <p:nvPr/>
        </p:nvGrpSpPr>
        <p:grpSpPr>
          <a:xfrm>
            <a:off x="6630407" y="2670311"/>
            <a:ext cx="350371" cy="348247"/>
            <a:chOff x="5045775" y="1946400"/>
            <a:chExt cx="296950" cy="295150"/>
          </a:xfrm>
        </p:grpSpPr>
        <p:sp>
          <p:nvSpPr>
            <p:cNvPr id="14708" name="Google Shape;14708;p83"/>
            <p:cNvSpPr/>
            <p:nvPr/>
          </p:nvSpPr>
          <p:spPr>
            <a:xfrm>
              <a:off x="5113500" y="1998600"/>
              <a:ext cx="160700" cy="155950"/>
            </a:xfrm>
            <a:custGeom>
              <a:avLst/>
              <a:gdLst/>
              <a:ahLst/>
              <a:cxnLst/>
              <a:rect l="l" t="t" r="r" b="b"/>
              <a:pathLst>
                <a:path w="6428" h="6238" extrusionOk="0">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709" name="Google Shape;14709;p83"/>
            <p:cNvSpPr/>
            <p:nvPr/>
          </p:nvSpPr>
          <p:spPr>
            <a:xfrm>
              <a:off x="5045775" y="1946400"/>
              <a:ext cx="296950" cy="295150"/>
            </a:xfrm>
            <a:custGeom>
              <a:avLst/>
              <a:gdLst/>
              <a:ahLst/>
              <a:cxnLst/>
              <a:rect l="l" t="t" r="r" b="b"/>
              <a:pathLst>
                <a:path w="11878" h="11806" extrusionOk="0">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710" name="Google Shape;14710;p83"/>
          <p:cNvGrpSpPr/>
          <p:nvPr/>
        </p:nvGrpSpPr>
        <p:grpSpPr>
          <a:xfrm>
            <a:off x="6629006" y="3179138"/>
            <a:ext cx="353174" cy="308573"/>
            <a:chOff x="5046550" y="2327025"/>
            <a:chExt cx="299325" cy="261525"/>
          </a:xfrm>
        </p:grpSpPr>
        <p:sp>
          <p:nvSpPr>
            <p:cNvPr id="14711" name="Google Shape;14711;p83"/>
            <p:cNvSpPr/>
            <p:nvPr/>
          </p:nvSpPr>
          <p:spPr>
            <a:xfrm>
              <a:off x="5046550" y="2448325"/>
              <a:ext cx="297750" cy="140225"/>
            </a:xfrm>
            <a:custGeom>
              <a:avLst/>
              <a:gdLst/>
              <a:ahLst/>
              <a:cxnLst/>
              <a:rect l="l" t="t" r="r" b="b"/>
              <a:pathLst>
                <a:path w="11910" h="5609" extrusionOk="0">
                  <a:moveTo>
                    <a:pt x="4569" y="1386"/>
                  </a:moveTo>
                  <a:cubicBezTo>
                    <a:pt x="4538" y="1575"/>
                    <a:pt x="4506" y="1828"/>
                    <a:pt x="4443" y="2111"/>
                  </a:cubicBezTo>
                  <a:lnTo>
                    <a:pt x="757" y="2111"/>
                  </a:lnTo>
                  <a:lnTo>
                    <a:pt x="757" y="1386"/>
                  </a:lnTo>
                  <a:close/>
                  <a:moveTo>
                    <a:pt x="11185" y="1386"/>
                  </a:moveTo>
                  <a:lnTo>
                    <a:pt x="11185" y="2111"/>
                  </a:lnTo>
                  <a:lnTo>
                    <a:pt x="7530" y="2111"/>
                  </a:lnTo>
                  <a:cubicBezTo>
                    <a:pt x="7467" y="1828"/>
                    <a:pt x="7436" y="1575"/>
                    <a:pt x="7373" y="1386"/>
                  </a:cubicBezTo>
                  <a:close/>
                  <a:moveTo>
                    <a:pt x="5955" y="725"/>
                  </a:moveTo>
                  <a:cubicBezTo>
                    <a:pt x="6270" y="725"/>
                    <a:pt x="6396" y="788"/>
                    <a:pt x="6491" y="1071"/>
                  </a:cubicBezTo>
                  <a:cubicBezTo>
                    <a:pt x="6743" y="1639"/>
                    <a:pt x="6900" y="2804"/>
                    <a:pt x="7247" y="4852"/>
                  </a:cubicBezTo>
                  <a:lnTo>
                    <a:pt x="4664" y="4852"/>
                  </a:lnTo>
                  <a:cubicBezTo>
                    <a:pt x="5010" y="2804"/>
                    <a:pt x="5168" y="1639"/>
                    <a:pt x="5388" y="1071"/>
                  </a:cubicBezTo>
                  <a:cubicBezTo>
                    <a:pt x="5514" y="788"/>
                    <a:pt x="5640" y="725"/>
                    <a:pt x="5955" y="725"/>
                  </a:cubicBezTo>
                  <a:close/>
                  <a:moveTo>
                    <a:pt x="5955" y="0"/>
                  </a:moveTo>
                  <a:cubicBezTo>
                    <a:pt x="5357" y="0"/>
                    <a:pt x="5010" y="221"/>
                    <a:pt x="4758" y="725"/>
                  </a:cubicBezTo>
                  <a:lnTo>
                    <a:pt x="347" y="725"/>
                  </a:lnTo>
                  <a:cubicBezTo>
                    <a:pt x="158" y="725"/>
                    <a:pt x="1" y="882"/>
                    <a:pt x="1" y="1071"/>
                  </a:cubicBezTo>
                  <a:lnTo>
                    <a:pt x="1" y="2458"/>
                  </a:lnTo>
                  <a:cubicBezTo>
                    <a:pt x="1" y="2647"/>
                    <a:pt x="158" y="2804"/>
                    <a:pt x="347" y="2804"/>
                  </a:cubicBezTo>
                  <a:lnTo>
                    <a:pt x="4254" y="2804"/>
                  </a:lnTo>
                  <a:cubicBezTo>
                    <a:pt x="4191" y="3371"/>
                    <a:pt x="4065" y="4064"/>
                    <a:pt x="3907" y="4884"/>
                  </a:cubicBezTo>
                  <a:lnTo>
                    <a:pt x="3498" y="4884"/>
                  </a:lnTo>
                  <a:cubicBezTo>
                    <a:pt x="3309" y="4884"/>
                    <a:pt x="3151" y="5041"/>
                    <a:pt x="3151" y="5262"/>
                  </a:cubicBezTo>
                  <a:cubicBezTo>
                    <a:pt x="3151" y="5451"/>
                    <a:pt x="3309" y="5608"/>
                    <a:pt x="3498" y="5608"/>
                  </a:cubicBezTo>
                  <a:lnTo>
                    <a:pt x="8350" y="5608"/>
                  </a:lnTo>
                  <a:cubicBezTo>
                    <a:pt x="8539" y="5608"/>
                    <a:pt x="8696" y="5451"/>
                    <a:pt x="8696" y="5262"/>
                  </a:cubicBezTo>
                  <a:cubicBezTo>
                    <a:pt x="8696" y="5041"/>
                    <a:pt x="8539" y="4884"/>
                    <a:pt x="8350" y="4884"/>
                  </a:cubicBezTo>
                  <a:lnTo>
                    <a:pt x="7972" y="4884"/>
                  </a:lnTo>
                  <a:cubicBezTo>
                    <a:pt x="7814" y="4064"/>
                    <a:pt x="7688" y="3403"/>
                    <a:pt x="7593" y="2804"/>
                  </a:cubicBezTo>
                  <a:lnTo>
                    <a:pt x="11500" y="2804"/>
                  </a:lnTo>
                  <a:cubicBezTo>
                    <a:pt x="11689" y="2804"/>
                    <a:pt x="11847" y="2647"/>
                    <a:pt x="11847" y="2458"/>
                  </a:cubicBezTo>
                  <a:lnTo>
                    <a:pt x="11847" y="1071"/>
                  </a:lnTo>
                  <a:cubicBezTo>
                    <a:pt x="11910" y="882"/>
                    <a:pt x="11752" y="725"/>
                    <a:pt x="11532" y="725"/>
                  </a:cubicBezTo>
                  <a:lnTo>
                    <a:pt x="7121" y="725"/>
                  </a:lnTo>
                  <a:cubicBezTo>
                    <a:pt x="6900" y="252"/>
                    <a:pt x="6554"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712" name="Google Shape;14712;p83"/>
            <p:cNvSpPr/>
            <p:nvPr/>
          </p:nvSpPr>
          <p:spPr>
            <a:xfrm>
              <a:off x="5241900" y="2327025"/>
              <a:ext cx="103975" cy="121325"/>
            </a:xfrm>
            <a:custGeom>
              <a:avLst/>
              <a:gdLst/>
              <a:ahLst/>
              <a:cxnLst/>
              <a:rect l="l" t="t" r="r" b="b"/>
              <a:pathLst>
                <a:path w="4159" h="4853" extrusionOk="0">
                  <a:moveTo>
                    <a:pt x="1985" y="725"/>
                  </a:moveTo>
                  <a:cubicBezTo>
                    <a:pt x="2394" y="725"/>
                    <a:pt x="2709" y="1040"/>
                    <a:pt x="2709" y="1450"/>
                  </a:cubicBezTo>
                  <a:cubicBezTo>
                    <a:pt x="2709" y="1828"/>
                    <a:pt x="2394" y="2143"/>
                    <a:pt x="1985" y="2143"/>
                  </a:cubicBezTo>
                  <a:cubicBezTo>
                    <a:pt x="1607" y="2143"/>
                    <a:pt x="1292" y="1828"/>
                    <a:pt x="1292" y="1450"/>
                  </a:cubicBezTo>
                  <a:cubicBezTo>
                    <a:pt x="1292" y="1040"/>
                    <a:pt x="1638" y="725"/>
                    <a:pt x="1985" y="725"/>
                  </a:cubicBezTo>
                  <a:close/>
                  <a:moveTo>
                    <a:pt x="1985" y="2804"/>
                  </a:moveTo>
                  <a:cubicBezTo>
                    <a:pt x="2741" y="2804"/>
                    <a:pt x="3371" y="3435"/>
                    <a:pt x="3371" y="4191"/>
                  </a:cubicBezTo>
                  <a:lnTo>
                    <a:pt x="630" y="4191"/>
                  </a:lnTo>
                  <a:cubicBezTo>
                    <a:pt x="630" y="3435"/>
                    <a:pt x="1260" y="2804"/>
                    <a:pt x="1985" y="2804"/>
                  </a:cubicBezTo>
                  <a:close/>
                  <a:moveTo>
                    <a:pt x="2048" y="1"/>
                  </a:moveTo>
                  <a:cubicBezTo>
                    <a:pt x="1292" y="1"/>
                    <a:pt x="662" y="631"/>
                    <a:pt x="662" y="1387"/>
                  </a:cubicBezTo>
                  <a:cubicBezTo>
                    <a:pt x="662" y="1765"/>
                    <a:pt x="819" y="2111"/>
                    <a:pt x="1040" y="2332"/>
                  </a:cubicBezTo>
                  <a:cubicBezTo>
                    <a:pt x="410" y="2710"/>
                    <a:pt x="0" y="3372"/>
                    <a:pt x="0" y="4159"/>
                  </a:cubicBezTo>
                  <a:lnTo>
                    <a:pt x="0" y="4506"/>
                  </a:lnTo>
                  <a:cubicBezTo>
                    <a:pt x="0" y="4695"/>
                    <a:pt x="158" y="4852"/>
                    <a:pt x="347" y="4852"/>
                  </a:cubicBezTo>
                  <a:lnTo>
                    <a:pt x="3812" y="4852"/>
                  </a:lnTo>
                  <a:cubicBezTo>
                    <a:pt x="4001" y="4852"/>
                    <a:pt x="4159" y="4695"/>
                    <a:pt x="4159" y="4506"/>
                  </a:cubicBezTo>
                  <a:lnTo>
                    <a:pt x="4159" y="4159"/>
                  </a:lnTo>
                  <a:cubicBezTo>
                    <a:pt x="4096" y="3403"/>
                    <a:pt x="3655" y="2710"/>
                    <a:pt x="3025" y="2332"/>
                  </a:cubicBezTo>
                  <a:cubicBezTo>
                    <a:pt x="3245" y="2111"/>
                    <a:pt x="3403" y="1765"/>
                    <a:pt x="3403" y="1387"/>
                  </a:cubicBezTo>
                  <a:cubicBezTo>
                    <a:pt x="3403" y="631"/>
                    <a:pt x="2772"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713" name="Google Shape;14713;p83"/>
            <p:cNvSpPr/>
            <p:nvPr/>
          </p:nvSpPr>
          <p:spPr>
            <a:xfrm>
              <a:off x="5048925" y="2328600"/>
              <a:ext cx="103975" cy="121325"/>
            </a:xfrm>
            <a:custGeom>
              <a:avLst/>
              <a:gdLst/>
              <a:ahLst/>
              <a:cxnLst/>
              <a:rect l="l" t="t" r="r" b="b"/>
              <a:pathLst>
                <a:path w="4159" h="4853" extrusionOk="0">
                  <a:moveTo>
                    <a:pt x="2048" y="662"/>
                  </a:moveTo>
                  <a:cubicBezTo>
                    <a:pt x="2426" y="662"/>
                    <a:pt x="2741" y="977"/>
                    <a:pt x="2741" y="1387"/>
                  </a:cubicBezTo>
                  <a:cubicBezTo>
                    <a:pt x="2741" y="1765"/>
                    <a:pt x="2426" y="2080"/>
                    <a:pt x="2048" y="2080"/>
                  </a:cubicBezTo>
                  <a:cubicBezTo>
                    <a:pt x="1639" y="2080"/>
                    <a:pt x="1324" y="1765"/>
                    <a:pt x="1324" y="1387"/>
                  </a:cubicBezTo>
                  <a:cubicBezTo>
                    <a:pt x="1324" y="977"/>
                    <a:pt x="1670" y="662"/>
                    <a:pt x="2048" y="662"/>
                  </a:cubicBezTo>
                  <a:close/>
                  <a:moveTo>
                    <a:pt x="2048" y="2710"/>
                  </a:moveTo>
                  <a:cubicBezTo>
                    <a:pt x="2773" y="2710"/>
                    <a:pt x="3403" y="3340"/>
                    <a:pt x="3403" y="4096"/>
                  </a:cubicBezTo>
                  <a:lnTo>
                    <a:pt x="662" y="4096"/>
                  </a:lnTo>
                  <a:cubicBezTo>
                    <a:pt x="662" y="3340"/>
                    <a:pt x="1292" y="2710"/>
                    <a:pt x="2048" y="2710"/>
                  </a:cubicBezTo>
                  <a:close/>
                  <a:moveTo>
                    <a:pt x="2111" y="1"/>
                  </a:moveTo>
                  <a:cubicBezTo>
                    <a:pt x="1355" y="1"/>
                    <a:pt x="725" y="631"/>
                    <a:pt x="725" y="1387"/>
                  </a:cubicBezTo>
                  <a:cubicBezTo>
                    <a:pt x="725" y="1733"/>
                    <a:pt x="882" y="2080"/>
                    <a:pt x="1134" y="2332"/>
                  </a:cubicBezTo>
                  <a:cubicBezTo>
                    <a:pt x="410" y="2647"/>
                    <a:pt x="0" y="3340"/>
                    <a:pt x="0" y="4128"/>
                  </a:cubicBezTo>
                  <a:lnTo>
                    <a:pt x="0" y="4474"/>
                  </a:lnTo>
                  <a:cubicBezTo>
                    <a:pt x="0" y="4695"/>
                    <a:pt x="158" y="4852"/>
                    <a:pt x="347" y="4852"/>
                  </a:cubicBezTo>
                  <a:lnTo>
                    <a:pt x="3812" y="4852"/>
                  </a:lnTo>
                  <a:cubicBezTo>
                    <a:pt x="4001" y="4852"/>
                    <a:pt x="4159" y="4695"/>
                    <a:pt x="4159" y="4474"/>
                  </a:cubicBezTo>
                  <a:lnTo>
                    <a:pt x="4159" y="4128"/>
                  </a:lnTo>
                  <a:cubicBezTo>
                    <a:pt x="4159" y="3340"/>
                    <a:pt x="3718" y="2678"/>
                    <a:pt x="3088" y="2332"/>
                  </a:cubicBezTo>
                  <a:cubicBezTo>
                    <a:pt x="3340" y="2080"/>
                    <a:pt x="3497" y="1733"/>
                    <a:pt x="3497" y="1387"/>
                  </a:cubicBezTo>
                  <a:cubicBezTo>
                    <a:pt x="3497" y="631"/>
                    <a:pt x="2867" y="1"/>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4714" name="Google Shape;14714;p83"/>
          <p:cNvSpPr/>
          <p:nvPr/>
        </p:nvSpPr>
        <p:spPr>
          <a:xfrm>
            <a:off x="6707866" y="3607496"/>
            <a:ext cx="195185" cy="350371"/>
          </a:xfrm>
          <a:custGeom>
            <a:avLst/>
            <a:gdLst/>
            <a:ahLst/>
            <a:cxnLst/>
            <a:rect l="l" t="t" r="r" b="b"/>
            <a:pathLst>
              <a:path w="6617" h="11878" extrusionOk="0">
                <a:moveTo>
                  <a:pt x="2962" y="725"/>
                </a:moveTo>
                <a:lnTo>
                  <a:pt x="2489" y="2111"/>
                </a:lnTo>
                <a:lnTo>
                  <a:pt x="1575" y="2111"/>
                </a:lnTo>
                <a:lnTo>
                  <a:pt x="1103" y="725"/>
                </a:lnTo>
                <a:close/>
                <a:moveTo>
                  <a:pt x="3277" y="3529"/>
                </a:moveTo>
                <a:lnTo>
                  <a:pt x="5892" y="6144"/>
                </a:lnTo>
                <a:lnTo>
                  <a:pt x="5892" y="6616"/>
                </a:lnTo>
                <a:lnTo>
                  <a:pt x="5419" y="6616"/>
                </a:lnTo>
                <a:lnTo>
                  <a:pt x="3434" y="4663"/>
                </a:lnTo>
                <a:lnTo>
                  <a:pt x="3277" y="3529"/>
                </a:lnTo>
                <a:close/>
                <a:moveTo>
                  <a:pt x="2458" y="2804"/>
                </a:moveTo>
                <a:lnTo>
                  <a:pt x="3434" y="9357"/>
                </a:lnTo>
                <a:lnTo>
                  <a:pt x="2048" y="10964"/>
                </a:lnTo>
                <a:lnTo>
                  <a:pt x="693" y="9357"/>
                </a:lnTo>
                <a:lnTo>
                  <a:pt x="1670" y="2804"/>
                </a:lnTo>
                <a:close/>
                <a:moveTo>
                  <a:pt x="693" y="0"/>
                </a:moveTo>
                <a:cubicBezTo>
                  <a:pt x="567" y="0"/>
                  <a:pt x="473" y="32"/>
                  <a:pt x="410" y="158"/>
                </a:cubicBezTo>
                <a:cubicBezTo>
                  <a:pt x="315" y="252"/>
                  <a:pt x="315" y="378"/>
                  <a:pt x="378" y="473"/>
                </a:cubicBezTo>
                <a:lnTo>
                  <a:pt x="1040" y="2489"/>
                </a:lnTo>
                <a:lnTo>
                  <a:pt x="0" y="9389"/>
                </a:lnTo>
                <a:cubicBezTo>
                  <a:pt x="0" y="9452"/>
                  <a:pt x="0" y="9578"/>
                  <a:pt x="95" y="9672"/>
                </a:cubicBezTo>
                <a:lnTo>
                  <a:pt x="1828" y="11751"/>
                </a:lnTo>
                <a:cubicBezTo>
                  <a:pt x="1891" y="11814"/>
                  <a:pt x="1985" y="11877"/>
                  <a:pt x="2080" y="11877"/>
                </a:cubicBezTo>
                <a:cubicBezTo>
                  <a:pt x="2206" y="11877"/>
                  <a:pt x="2300" y="11814"/>
                  <a:pt x="2363" y="11751"/>
                </a:cubicBezTo>
                <a:lnTo>
                  <a:pt x="4096" y="9672"/>
                </a:lnTo>
                <a:cubicBezTo>
                  <a:pt x="4190" y="9578"/>
                  <a:pt x="4190" y="9483"/>
                  <a:pt x="4190" y="9389"/>
                </a:cubicBezTo>
                <a:lnTo>
                  <a:pt x="3623" y="5797"/>
                </a:lnTo>
                <a:lnTo>
                  <a:pt x="5041" y="7183"/>
                </a:lnTo>
                <a:cubicBezTo>
                  <a:pt x="5136" y="7246"/>
                  <a:pt x="5199" y="7309"/>
                  <a:pt x="5293" y="7309"/>
                </a:cubicBezTo>
                <a:lnTo>
                  <a:pt x="6270" y="7309"/>
                </a:lnTo>
                <a:cubicBezTo>
                  <a:pt x="6459" y="7309"/>
                  <a:pt x="6616" y="7152"/>
                  <a:pt x="6616" y="6931"/>
                </a:cubicBezTo>
                <a:lnTo>
                  <a:pt x="6616" y="5955"/>
                </a:lnTo>
                <a:cubicBezTo>
                  <a:pt x="6616" y="5892"/>
                  <a:pt x="6585" y="5766"/>
                  <a:pt x="6490" y="5734"/>
                </a:cubicBezTo>
                <a:lnTo>
                  <a:pt x="3119" y="2426"/>
                </a:lnTo>
                <a:lnTo>
                  <a:pt x="3749" y="473"/>
                </a:lnTo>
                <a:cubicBezTo>
                  <a:pt x="3781" y="378"/>
                  <a:pt x="3749" y="252"/>
                  <a:pt x="3718" y="158"/>
                </a:cubicBezTo>
                <a:cubicBezTo>
                  <a:pt x="3623" y="95"/>
                  <a:pt x="3560" y="0"/>
                  <a:pt x="34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4715" name="Google Shape;14715;p83"/>
          <p:cNvGrpSpPr/>
          <p:nvPr/>
        </p:nvGrpSpPr>
        <p:grpSpPr>
          <a:xfrm>
            <a:off x="7956604" y="3608476"/>
            <a:ext cx="351315" cy="348513"/>
            <a:chOff x="6167350" y="2672800"/>
            <a:chExt cx="297750" cy="295375"/>
          </a:xfrm>
        </p:grpSpPr>
        <p:sp>
          <p:nvSpPr>
            <p:cNvPr id="14716" name="Google Shape;14716;p83"/>
            <p:cNvSpPr/>
            <p:nvPr/>
          </p:nvSpPr>
          <p:spPr>
            <a:xfrm>
              <a:off x="6167350" y="2672800"/>
              <a:ext cx="226850" cy="295375"/>
            </a:xfrm>
            <a:custGeom>
              <a:avLst/>
              <a:gdLst/>
              <a:ahLst/>
              <a:cxnLst/>
              <a:rect l="l" t="t" r="r" b="b"/>
              <a:pathLst>
                <a:path w="9074" h="11815" extrusionOk="0">
                  <a:moveTo>
                    <a:pt x="4537" y="725"/>
                  </a:moveTo>
                  <a:cubicBezTo>
                    <a:pt x="4758" y="725"/>
                    <a:pt x="4915" y="882"/>
                    <a:pt x="4915" y="1071"/>
                  </a:cubicBezTo>
                  <a:cubicBezTo>
                    <a:pt x="4915" y="1260"/>
                    <a:pt x="5073" y="1418"/>
                    <a:pt x="5262" y="1418"/>
                  </a:cubicBezTo>
                  <a:lnTo>
                    <a:pt x="5955" y="1418"/>
                  </a:lnTo>
                  <a:cubicBezTo>
                    <a:pt x="6175" y="1418"/>
                    <a:pt x="6333" y="1575"/>
                    <a:pt x="6333" y="1796"/>
                  </a:cubicBezTo>
                  <a:cubicBezTo>
                    <a:pt x="6333" y="1985"/>
                    <a:pt x="6175" y="2142"/>
                    <a:pt x="5955" y="2142"/>
                  </a:cubicBezTo>
                  <a:lnTo>
                    <a:pt x="3119" y="2142"/>
                  </a:lnTo>
                  <a:cubicBezTo>
                    <a:pt x="2930" y="2142"/>
                    <a:pt x="2773" y="1985"/>
                    <a:pt x="2773" y="1796"/>
                  </a:cubicBezTo>
                  <a:cubicBezTo>
                    <a:pt x="2773" y="1575"/>
                    <a:pt x="2930" y="1418"/>
                    <a:pt x="3151" y="1418"/>
                  </a:cubicBezTo>
                  <a:lnTo>
                    <a:pt x="3844" y="1418"/>
                  </a:lnTo>
                  <a:cubicBezTo>
                    <a:pt x="4033" y="1418"/>
                    <a:pt x="4191" y="1260"/>
                    <a:pt x="4191" y="1071"/>
                  </a:cubicBezTo>
                  <a:cubicBezTo>
                    <a:pt x="4191" y="882"/>
                    <a:pt x="4348" y="725"/>
                    <a:pt x="4537" y="725"/>
                  </a:cubicBezTo>
                  <a:close/>
                  <a:moveTo>
                    <a:pt x="8066" y="2111"/>
                  </a:moveTo>
                  <a:cubicBezTo>
                    <a:pt x="8255" y="2111"/>
                    <a:pt x="8412" y="2268"/>
                    <a:pt x="8412" y="2458"/>
                  </a:cubicBezTo>
                  <a:lnTo>
                    <a:pt x="8412" y="10806"/>
                  </a:lnTo>
                  <a:lnTo>
                    <a:pt x="8381" y="10806"/>
                  </a:lnTo>
                  <a:cubicBezTo>
                    <a:pt x="8381" y="10995"/>
                    <a:pt x="8223" y="11153"/>
                    <a:pt x="8034" y="11153"/>
                  </a:cubicBezTo>
                  <a:lnTo>
                    <a:pt x="1040" y="11153"/>
                  </a:lnTo>
                  <a:cubicBezTo>
                    <a:pt x="851" y="11153"/>
                    <a:pt x="693" y="10995"/>
                    <a:pt x="693" y="10806"/>
                  </a:cubicBezTo>
                  <a:lnTo>
                    <a:pt x="693" y="2458"/>
                  </a:lnTo>
                  <a:cubicBezTo>
                    <a:pt x="693" y="2268"/>
                    <a:pt x="851" y="2111"/>
                    <a:pt x="1040" y="2111"/>
                  </a:cubicBezTo>
                  <a:lnTo>
                    <a:pt x="2143" y="2111"/>
                  </a:lnTo>
                  <a:cubicBezTo>
                    <a:pt x="2300" y="2489"/>
                    <a:pt x="2647" y="2804"/>
                    <a:pt x="3119" y="2804"/>
                  </a:cubicBezTo>
                  <a:lnTo>
                    <a:pt x="5986" y="2804"/>
                  </a:lnTo>
                  <a:cubicBezTo>
                    <a:pt x="6396" y="2804"/>
                    <a:pt x="6805" y="2521"/>
                    <a:pt x="6963" y="2111"/>
                  </a:cubicBezTo>
                  <a:close/>
                  <a:moveTo>
                    <a:pt x="4506" y="0"/>
                  </a:moveTo>
                  <a:cubicBezTo>
                    <a:pt x="4096" y="0"/>
                    <a:pt x="3686" y="284"/>
                    <a:pt x="3529" y="725"/>
                  </a:cubicBezTo>
                  <a:lnTo>
                    <a:pt x="3088" y="725"/>
                  </a:lnTo>
                  <a:cubicBezTo>
                    <a:pt x="2678" y="725"/>
                    <a:pt x="2269" y="1008"/>
                    <a:pt x="2111" y="1418"/>
                  </a:cubicBezTo>
                  <a:lnTo>
                    <a:pt x="1009" y="1418"/>
                  </a:lnTo>
                  <a:cubicBezTo>
                    <a:pt x="410" y="1418"/>
                    <a:pt x="0" y="1890"/>
                    <a:pt x="0" y="2458"/>
                  </a:cubicBezTo>
                  <a:lnTo>
                    <a:pt x="0" y="10806"/>
                  </a:lnTo>
                  <a:cubicBezTo>
                    <a:pt x="0" y="11405"/>
                    <a:pt x="473" y="11814"/>
                    <a:pt x="1009" y="11814"/>
                  </a:cubicBezTo>
                  <a:lnTo>
                    <a:pt x="7971" y="11814"/>
                  </a:lnTo>
                  <a:cubicBezTo>
                    <a:pt x="8570" y="11814"/>
                    <a:pt x="9011" y="11342"/>
                    <a:pt x="9011" y="10806"/>
                  </a:cubicBezTo>
                  <a:lnTo>
                    <a:pt x="9011" y="2458"/>
                  </a:lnTo>
                  <a:cubicBezTo>
                    <a:pt x="9074" y="1859"/>
                    <a:pt x="8601" y="1418"/>
                    <a:pt x="8034" y="1418"/>
                  </a:cubicBezTo>
                  <a:lnTo>
                    <a:pt x="6931" y="1418"/>
                  </a:lnTo>
                  <a:cubicBezTo>
                    <a:pt x="6774" y="1040"/>
                    <a:pt x="6396" y="725"/>
                    <a:pt x="5923" y="725"/>
                  </a:cubicBezTo>
                  <a:lnTo>
                    <a:pt x="5545" y="725"/>
                  </a:lnTo>
                  <a:cubicBezTo>
                    <a:pt x="5514" y="567"/>
                    <a:pt x="5388" y="441"/>
                    <a:pt x="5262" y="315"/>
                  </a:cubicBezTo>
                  <a:cubicBezTo>
                    <a:pt x="5073" y="126"/>
                    <a:pt x="4789" y="0"/>
                    <a:pt x="45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717" name="Google Shape;14717;p83"/>
            <p:cNvSpPr/>
            <p:nvPr/>
          </p:nvSpPr>
          <p:spPr>
            <a:xfrm>
              <a:off x="6201225" y="2762575"/>
              <a:ext cx="52775" cy="49650"/>
            </a:xfrm>
            <a:custGeom>
              <a:avLst/>
              <a:gdLst/>
              <a:ahLst/>
              <a:cxnLst/>
              <a:rect l="l" t="t" r="r" b="b"/>
              <a:pathLst>
                <a:path w="2111" h="1986" extrusionOk="0">
                  <a:moveTo>
                    <a:pt x="406" y="1"/>
                  </a:moveTo>
                  <a:cubicBezTo>
                    <a:pt x="315" y="1"/>
                    <a:pt x="221" y="32"/>
                    <a:pt x="158" y="95"/>
                  </a:cubicBezTo>
                  <a:cubicBezTo>
                    <a:pt x="63" y="190"/>
                    <a:pt x="63" y="442"/>
                    <a:pt x="158" y="568"/>
                  </a:cubicBezTo>
                  <a:lnTo>
                    <a:pt x="599" y="977"/>
                  </a:lnTo>
                  <a:lnTo>
                    <a:pt x="158" y="1418"/>
                  </a:lnTo>
                  <a:cubicBezTo>
                    <a:pt x="0" y="1544"/>
                    <a:pt x="0" y="1733"/>
                    <a:pt x="158" y="1891"/>
                  </a:cubicBezTo>
                  <a:cubicBezTo>
                    <a:pt x="221" y="1954"/>
                    <a:pt x="315" y="1985"/>
                    <a:pt x="406" y="1985"/>
                  </a:cubicBezTo>
                  <a:cubicBezTo>
                    <a:pt x="496" y="1985"/>
                    <a:pt x="583" y="1954"/>
                    <a:pt x="630" y="1891"/>
                  </a:cubicBezTo>
                  <a:lnTo>
                    <a:pt x="1071" y="1450"/>
                  </a:lnTo>
                  <a:lnTo>
                    <a:pt x="1512" y="1891"/>
                  </a:lnTo>
                  <a:cubicBezTo>
                    <a:pt x="1575" y="1954"/>
                    <a:pt x="1662" y="1985"/>
                    <a:pt x="1749" y="1985"/>
                  </a:cubicBezTo>
                  <a:cubicBezTo>
                    <a:pt x="1835" y="1985"/>
                    <a:pt x="1922" y="1954"/>
                    <a:pt x="1985" y="1891"/>
                  </a:cubicBezTo>
                  <a:cubicBezTo>
                    <a:pt x="2111" y="1765"/>
                    <a:pt x="2111" y="1544"/>
                    <a:pt x="1985" y="1418"/>
                  </a:cubicBezTo>
                  <a:lnTo>
                    <a:pt x="1544" y="977"/>
                  </a:lnTo>
                  <a:lnTo>
                    <a:pt x="1985" y="568"/>
                  </a:lnTo>
                  <a:cubicBezTo>
                    <a:pt x="2111" y="442"/>
                    <a:pt x="2111" y="190"/>
                    <a:pt x="1985" y="95"/>
                  </a:cubicBezTo>
                  <a:cubicBezTo>
                    <a:pt x="1922" y="32"/>
                    <a:pt x="1835" y="1"/>
                    <a:pt x="1749" y="1"/>
                  </a:cubicBezTo>
                  <a:cubicBezTo>
                    <a:pt x="1662" y="1"/>
                    <a:pt x="1575" y="32"/>
                    <a:pt x="1512" y="95"/>
                  </a:cubicBezTo>
                  <a:lnTo>
                    <a:pt x="1071" y="505"/>
                  </a:lnTo>
                  <a:lnTo>
                    <a:pt x="630" y="95"/>
                  </a:lnTo>
                  <a:cubicBezTo>
                    <a:pt x="583" y="32"/>
                    <a:pt x="496" y="1"/>
                    <a:pt x="4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718" name="Google Shape;14718;p83"/>
            <p:cNvSpPr/>
            <p:nvPr/>
          </p:nvSpPr>
          <p:spPr>
            <a:xfrm>
              <a:off x="6308325" y="2882300"/>
              <a:ext cx="51225" cy="49650"/>
            </a:xfrm>
            <a:custGeom>
              <a:avLst/>
              <a:gdLst/>
              <a:ahLst/>
              <a:cxnLst/>
              <a:rect l="l" t="t" r="r" b="b"/>
              <a:pathLst>
                <a:path w="2049" h="1986" extrusionOk="0">
                  <a:moveTo>
                    <a:pt x="363" y="0"/>
                  </a:moveTo>
                  <a:cubicBezTo>
                    <a:pt x="276" y="0"/>
                    <a:pt x="190" y="32"/>
                    <a:pt x="127" y="95"/>
                  </a:cubicBezTo>
                  <a:cubicBezTo>
                    <a:pt x="1" y="221"/>
                    <a:pt x="1" y="441"/>
                    <a:pt x="127" y="567"/>
                  </a:cubicBezTo>
                  <a:lnTo>
                    <a:pt x="568" y="1009"/>
                  </a:lnTo>
                  <a:lnTo>
                    <a:pt x="127" y="1450"/>
                  </a:lnTo>
                  <a:cubicBezTo>
                    <a:pt x="1" y="1544"/>
                    <a:pt x="1" y="1796"/>
                    <a:pt x="127" y="1891"/>
                  </a:cubicBezTo>
                  <a:cubicBezTo>
                    <a:pt x="190" y="1954"/>
                    <a:pt x="276" y="1985"/>
                    <a:pt x="363" y="1985"/>
                  </a:cubicBezTo>
                  <a:cubicBezTo>
                    <a:pt x="450" y="1985"/>
                    <a:pt x="536" y="1954"/>
                    <a:pt x="599" y="1891"/>
                  </a:cubicBezTo>
                  <a:lnTo>
                    <a:pt x="1040" y="1481"/>
                  </a:lnTo>
                  <a:lnTo>
                    <a:pt x="1481" y="1891"/>
                  </a:lnTo>
                  <a:cubicBezTo>
                    <a:pt x="1529" y="1954"/>
                    <a:pt x="1615" y="1985"/>
                    <a:pt x="1706" y="1985"/>
                  </a:cubicBezTo>
                  <a:cubicBezTo>
                    <a:pt x="1797" y="1985"/>
                    <a:pt x="1891" y="1954"/>
                    <a:pt x="1954" y="1891"/>
                  </a:cubicBezTo>
                  <a:cubicBezTo>
                    <a:pt x="2049" y="1796"/>
                    <a:pt x="2049" y="1544"/>
                    <a:pt x="1954" y="1450"/>
                  </a:cubicBezTo>
                  <a:lnTo>
                    <a:pt x="1513" y="1009"/>
                  </a:lnTo>
                  <a:lnTo>
                    <a:pt x="1954" y="567"/>
                  </a:lnTo>
                  <a:cubicBezTo>
                    <a:pt x="2049" y="441"/>
                    <a:pt x="2049" y="252"/>
                    <a:pt x="1954" y="95"/>
                  </a:cubicBezTo>
                  <a:cubicBezTo>
                    <a:pt x="1891" y="32"/>
                    <a:pt x="1804" y="0"/>
                    <a:pt x="1718" y="0"/>
                  </a:cubicBezTo>
                  <a:cubicBezTo>
                    <a:pt x="1631" y="0"/>
                    <a:pt x="1544" y="32"/>
                    <a:pt x="1481" y="95"/>
                  </a:cubicBezTo>
                  <a:lnTo>
                    <a:pt x="1040" y="536"/>
                  </a:lnTo>
                  <a:lnTo>
                    <a:pt x="599" y="95"/>
                  </a:lnTo>
                  <a:cubicBezTo>
                    <a:pt x="536" y="32"/>
                    <a:pt x="450" y="0"/>
                    <a:pt x="3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719" name="Google Shape;14719;p83"/>
            <p:cNvSpPr/>
            <p:nvPr/>
          </p:nvSpPr>
          <p:spPr>
            <a:xfrm>
              <a:off x="6200425" y="2759425"/>
              <a:ext cx="156775" cy="174875"/>
            </a:xfrm>
            <a:custGeom>
              <a:avLst/>
              <a:gdLst/>
              <a:ahLst/>
              <a:cxnLst/>
              <a:rect l="l" t="t" r="r" b="b"/>
              <a:pathLst>
                <a:path w="6271" h="6995" extrusionOk="0">
                  <a:moveTo>
                    <a:pt x="1103" y="5609"/>
                  </a:moveTo>
                  <a:cubicBezTo>
                    <a:pt x="1292" y="5609"/>
                    <a:pt x="1450" y="5766"/>
                    <a:pt x="1450" y="5955"/>
                  </a:cubicBezTo>
                  <a:cubicBezTo>
                    <a:pt x="1450" y="6144"/>
                    <a:pt x="1292" y="6302"/>
                    <a:pt x="1103" y="6302"/>
                  </a:cubicBezTo>
                  <a:cubicBezTo>
                    <a:pt x="914" y="6302"/>
                    <a:pt x="757" y="6144"/>
                    <a:pt x="757" y="5955"/>
                  </a:cubicBezTo>
                  <a:cubicBezTo>
                    <a:pt x="757" y="5766"/>
                    <a:pt x="914" y="5609"/>
                    <a:pt x="1103" y="5609"/>
                  </a:cubicBezTo>
                  <a:close/>
                  <a:moveTo>
                    <a:pt x="5325" y="1"/>
                  </a:moveTo>
                  <a:cubicBezTo>
                    <a:pt x="5230" y="1"/>
                    <a:pt x="5136" y="64"/>
                    <a:pt x="5073" y="127"/>
                  </a:cubicBezTo>
                  <a:lnTo>
                    <a:pt x="4380" y="851"/>
                  </a:lnTo>
                  <a:cubicBezTo>
                    <a:pt x="4254" y="946"/>
                    <a:pt x="4254" y="1198"/>
                    <a:pt x="4380" y="1324"/>
                  </a:cubicBezTo>
                  <a:cubicBezTo>
                    <a:pt x="4443" y="1371"/>
                    <a:pt x="4529" y="1395"/>
                    <a:pt x="4616" y="1395"/>
                  </a:cubicBezTo>
                  <a:cubicBezTo>
                    <a:pt x="4703" y="1395"/>
                    <a:pt x="4789" y="1371"/>
                    <a:pt x="4852" y="1324"/>
                  </a:cubicBezTo>
                  <a:lnTo>
                    <a:pt x="4978" y="1198"/>
                  </a:lnTo>
                  <a:lnTo>
                    <a:pt x="4978" y="2458"/>
                  </a:lnTo>
                  <a:cubicBezTo>
                    <a:pt x="4978" y="2647"/>
                    <a:pt x="4821" y="2805"/>
                    <a:pt x="4600" y="2805"/>
                  </a:cubicBezTo>
                  <a:lnTo>
                    <a:pt x="1765" y="2805"/>
                  </a:lnTo>
                  <a:cubicBezTo>
                    <a:pt x="1513" y="2805"/>
                    <a:pt x="1229" y="2931"/>
                    <a:pt x="1040" y="3120"/>
                  </a:cubicBezTo>
                  <a:cubicBezTo>
                    <a:pt x="820" y="3309"/>
                    <a:pt x="725" y="3592"/>
                    <a:pt x="725" y="3876"/>
                  </a:cubicBezTo>
                  <a:lnTo>
                    <a:pt x="725" y="4978"/>
                  </a:lnTo>
                  <a:cubicBezTo>
                    <a:pt x="316" y="5136"/>
                    <a:pt x="1" y="5482"/>
                    <a:pt x="1" y="5955"/>
                  </a:cubicBezTo>
                  <a:cubicBezTo>
                    <a:pt x="1" y="6554"/>
                    <a:pt x="473" y="6995"/>
                    <a:pt x="1040" y="6995"/>
                  </a:cubicBezTo>
                  <a:cubicBezTo>
                    <a:pt x="1607" y="6995"/>
                    <a:pt x="2048" y="6522"/>
                    <a:pt x="2048" y="5955"/>
                  </a:cubicBezTo>
                  <a:cubicBezTo>
                    <a:pt x="2048" y="5514"/>
                    <a:pt x="1765" y="5136"/>
                    <a:pt x="1355" y="4978"/>
                  </a:cubicBezTo>
                  <a:lnTo>
                    <a:pt x="1355" y="3876"/>
                  </a:lnTo>
                  <a:cubicBezTo>
                    <a:pt x="1355" y="3687"/>
                    <a:pt x="1513" y="3529"/>
                    <a:pt x="1702" y="3529"/>
                  </a:cubicBezTo>
                  <a:lnTo>
                    <a:pt x="4537" y="3529"/>
                  </a:lnTo>
                  <a:cubicBezTo>
                    <a:pt x="5136" y="3529"/>
                    <a:pt x="5545" y="3057"/>
                    <a:pt x="5545" y="2490"/>
                  </a:cubicBezTo>
                  <a:lnTo>
                    <a:pt x="5545" y="1229"/>
                  </a:lnTo>
                  <a:lnTo>
                    <a:pt x="5671" y="1355"/>
                  </a:lnTo>
                  <a:cubicBezTo>
                    <a:pt x="5734" y="1418"/>
                    <a:pt x="5821" y="1450"/>
                    <a:pt x="5908" y="1450"/>
                  </a:cubicBezTo>
                  <a:cubicBezTo>
                    <a:pt x="5994" y="1450"/>
                    <a:pt x="6081" y="1418"/>
                    <a:pt x="6144" y="1355"/>
                  </a:cubicBezTo>
                  <a:cubicBezTo>
                    <a:pt x="6270" y="1229"/>
                    <a:pt x="6270" y="1009"/>
                    <a:pt x="6144" y="883"/>
                  </a:cubicBezTo>
                  <a:lnTo>
                    <a:pt x="5545" y="127"/>
                  </a:lnTo>
                  <a:cubicBezTo>
                    <a:pt x="5482" y="64"/>
                    <a:pt x="5388" y="1"/>
                    <a:pt x="53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720" name="Google Shape;14720;p83"/>
            <p:cNvSpPr/>
            <p:nvPr/>
          </p:nvSpPr>
          <p:spPr>
            <a:xfrm>
              <a:off x="6412300" y="2742900"/>
              <a:ext cx="52800" cy="208725"/>
            </a:xfrm>
            <a:custGeom>
              <a:avLst/>
              <a:gdLst/>
              <a:ahLst/>
              <a:cxnLst/>
              <a:rect l="l" t="t" r="r" b="b"/>
              <a:pathLst>
                <a:path w="2112" h="8349" extrusionOk="0">
                  <a:moveTo>
                    <a:pt x="1009" y="662"/>
                  </a:moveTo>
                  <a:cubicBezTo>
                    <a:pt x="1229" y="662"/>
                    <a:pt x="1387" y="819"/>
                    <a:pt x="1387" y="1040"/>
                  </a:cubicBezTo>
                  <a:lnTo>
                    <a:pt x="1387" y="1386"/>
                  </a:lnTo>
                  <a:lnTo>
                    <a:pt x="662" y="1386"/>
                  </a:lnTo>
                  <a:lnTo>
                    <a:pt x="662" y="1040"/>
                  </a:lnTo>
                  <a:cubicBezTo>
                    <a:pt x="662" y="819"/>
                    <a:pt x="820" y="662"/>
                    <a:pt x="1009" y="662"/>
                  </a:cubicBezTo>
                  <a:close/>
                  <a:moveTo>
                    <a:pt x="1387" y="2048"/>
                  </a:moveTo>
                  <a:lnTo>
                    <a:pt x="1387" y="6017"/>
                  </a:lnTo>
                  <a:cubicBezTo>
                    <a:pt x="1261" y="5986"/>
                    <a:pt x="1142" y="5970"/>
                    <a:pt x="1024" y="5970"/>
                  </a:cubicBezTo>
                  <a:cubicBezTo>
                    <a:pt x="906" y="5970"/>
                    <a:pt x="788" y="5986"/>
                    <a:pt x="662" y="6017"/>
                  </a:cubicBezTo>
                  <a:lnTo>
                    <a:pt x="662" y="2048"/>
                  </a:lnTo>
                  <a:close/>
                  <a:moveTo>
                    <a:pt x="1009" y="6711"/>
                  </a:moveTo>
                  <a:cubicBezTo>
                    <a:pt x="1103" y="6711"/>
                    <a:pt x="1166" y="6711"/>
                    <a:pt x="1261" y="6742"/>
                  </a:cubicBezTo>
                  <a:lnTo>
                    <a:pt x="1009" y="7246"/>
                  </a:lnTo>
                  <a:lnTo>
                    <a:pt x="788" y="6742"/>
                  </a:lnTo>
                  <a:cubicBezTo>
                    <a:pt x="851" y="6711"/>
                    <a:pt x="946" y="6711"/>
                    <a:pt x="1009" y="6711"/>
                  </a:cubicBezTo>
                  <a:close/>
                  <a:moveTo>
                    <a:pt x="1009" y="0"/>
                  </a:moveTo>
                  <a:cubicBezTo>
                    <a:pt x="441" y="0"/>
                    <a:pt x="0" y="473"/>
                    <a:pt x="0" y="1040"/>
                  </a:cubicBezTo>
                  <a:lnTo>
                    <a:pt x="0" y="6616"/>
                  </a:lnTo>
                  <a:cubicBezTo>
                    <a:pt x="0" y="6648"/>
                    <a:pt x="0" y="6742"/>
                    <a:pt x="32" y="6774"/>
                  </a:cubicBezTo>
                  <a:lnTo>
                    <a:pt x="757" y="8160"/>
                  </a:lnTo>
                  <a:cubicBezTo>
                    <a:pt x="788" y="8286"/>
                    <a:pt x="946" y="8349"/>
                    <a:pt x="1040" y="8349"/>
                  </a:cubicBezTo>
                  <a:cubicBezTo>
                    <a:pt x="1166" y="8349"/>
                    <a:pt x="1292" y="8286"/>
                    <a:pt x="1355" y="8160"/>
                  </a:cubicBezTo>
                  <a:lnTo>
                    <a:pt x="2080" y="6774"/>
                  </a:lnTo>
                  <a:cubicBezTo>
                    <a:pt x="2111" y="6742"/>
                    <a:pt x="2111" y="6648"/>
                    <a:pt x="2111" y="6616"/>
                  </a:cubicBezTo>
                  <a:lnTo>
                    <a:pt x="2111" y="1040"/>
                  </a:lnTo>
                  <a:cubicBezTo>
                    <a:pt x="2048" y="473"/>
                    <a:pt x="1576"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721" name="Google Shape;14721;p83"/>
          <p:cNvGrpSpPr/>
          <p:nvPr/>
        </p:nvGrpSpPr>
        <p:grpSpPr>
          <a:xfrm>
            <a:off x="6197601" y="1303709"/>
            <a:ext cx="347599" cy="350371"/>
            <a:chOff x="1777925" y="1953700"/>
            <a:chExt cx="294600" cy="296950"/>
          </a:xfrm>
        </p:grpSpPr>
        <p:sp>
          <p:nvSpPr>
            <p:cNvPr id="14722" name="Google Shape;14722;p83"/>
            <p:cNvSpPr/>
            <p:nvPr/>
          </p:nvSpPr>
          <p:spPr>
            <a:xfrm>
              <a:off x="1794450" y="2052125"/>
              <a:ext cx="278075" cy="198525"/>
            </a:xfrm>
            <a:custGeom>
              <a:avLst/>
              <a:gdLst/>
              <a:ahLst/>
              <a:cxnLst/>
              <a:rect l="l" t="t" r="r" b="b"/>
              <a:pathLst>
                <a:path w="11123" h="7941" extrusionOk="0">
                  <a:moveTo>
                    <a:pt x="10545" y="1"/>
                  </a:moveTo>
                  <a:cubicBezTo>
                    <a:pt x="10499" y="1"/>
                    <a:pt x="10449" y="11"/>
                    <a:pt x="10397" y="33"/>
                  </a:cubicBezTo>
                  <a:cubicBezTo>
                    <a:pt x="10208" y="64"/>
                    <a:pt x="10145" y="253"/>
                    <a:pt x="10177" y="474"/>
                  </a:cubicBezTo>
                  <a:cubicBezTo>
                    <a:pt x="10334" y="1009"/>
                    <a:pt x="10460" y="1514"/>
                    <a:pt x="10460" y="1986"/>
                  </a:cubicBezTo>
                  <a:cubicBezTo>
                    <a:pt x="10460" y="4885"/>
                    <a:pt x="8129" y="7247"/>
                    <a:pt x="5199" y="7247"/>
                  </a:cubicBezTo>
                  <a:cubicBezTo>
                    <a:pt x="3561" y="7247"/>
                    <a:pt x="2017" y="6460"/>
                    <a:pt x="1040" y="5137"/>
                  </a:cubicBezTo>
                  <a:lnTo>
                    <a:pt x="1734" y="5137"/>
                  </a:lnTo>
                  <a:cubicBezTo>
                    <a:pt x="1954" y="5137"/>
                    <a:pt x="2112" y="4979"/>
                    <a:pt x="2112" y="4790"/>
                  </a:cubicBezTo>
                  <a:cubicBezTo>
                    <a:pt x="2112" y="4601"/>
                    <a:pt x="1954" y="4444"/>
                    <a:pt x="1734" y="4444"/>
                  </a:cubicBezTo>
                  <a:lnTo>
                    <a:pt x="379" y="4444"/>
                  </a:lnTo>
                  <a:cubicBezTo>
                    <a:pt x="158" y="4444"/>
                    <a:pt x="1" y="4601"/>
                    <a:pt x="1" y="4790"/>
                  </a:cubicBezTo>
                  <a:lnTo>
                    <a:pt x="1" y="6176"/>
                  </a:lnTo>
                  <a:cubicBezTo>
                    <a:pt x="1" y="6365"/>
                    <a:pt x="158" y="6523"/>
                    <a:pt x="379" y="6523"/>
                  </a:cubicBezTo>
                  <a:cubicBezTo>
                    <a:pt x="568" y="6523"/>
                    <a:pt x="725" y="6365"/>
                    <a:pt x="725" y="6176"/>
                  </a:cubicBezTo>
                  <a:lnTo>
                    <a:pt x="725" y="5830"/>
                  </a:lnTo>
                  <a:cubicBezTo>
                    <a:pt x="1860" y="7184"/>
                    <a:pt x="3529" y="7941"/>
                    <a:pt x="5199" y="7941"/>
                  </a:cubicBezTo>
                  <a:cubicBezTo>
                    <a:pt x="8476" y="7941"/>
                    <a:pt x="11122" y="5294"/>
                    <a:pt x="11122" y="2049"/>
                  </a:cubicBezTo>
                  <a:cubicBezTo>
                    <a:pt x="11122" y="1482"/>
                    <a:pt x="11028" y="883"/>
                    <a:pt x="10839" y="253"/>
                  </a:cubicBezTo>
                  <a:cubicBezTo>
                    <a:pt x="10814" y="109"/>
                    <a:pt x="10698" y="1"/>
                    <a:pt x="105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723" name="Google Shape;14723;p83"/>
            <p:cNvSpPr/>
            <p:nvPr/>
          </p:nvSpPr>
          <p:spPr>
            <a:xfrm>
              <a:off x="1777925" y="1953700"/>
              <a:ext cx="278050" cy="198675"/>
            </a:xfrm>
            <a:custGeom>
              <a:avLst/>
              <a:gdLst/>
              <a:ahLst/>
              <a:cxnLst/>
              <a:rect l="l" t="t" r="r" b="b"/>
              <a:pathLst>
                <a:path w="11122" h="7947" extrusionOk="0">
                  <a:moveTo>
                    <a:pt x="5892" y="0"/>
                  </a:moveTo>
                  <a:cubicBezTo>
                    <a:pt x="2647" y="0"/>
                    <a:pt x="0" y="2615"/>
                    <a:pt x="0" y="5892"/>
                  </a:cubicBezTo>
                  <a:cubicBezTo>
                    <a:pt x="0" y="6459"/>
                    <a:pt x="63" y="7026"/>
                    <a:pt x="284" y="7656"/>
                  </a:cubicBezTo>
                  <a:cubicBezTo>
                    <a:pt x="310" y="7869"/>
                    <a:pt x="450" y="7947"/>
                    <a:pt x="606" y="7947"/>
                  </a:cubicBezTo>
                  <a:cubicBezTo>
                    <a:pt x="635" y="7947"/>
                    <a:pt x="664" y="7944"/>
                    <a:pt x="693" y="7939"/>
                  </a:cubicBezTo>
                  <a:cubicBezTo>
                    <a:pt x="914" y="7908"/>
                    <a:pt x="977" y="7719"/>
                    <a:pt x="945" y="7498"/>
                  </a:cubicBezTo>
                  <a:cubicBezTo>
                    <a:pt x="788" y="6963"/>
                    <a:pt x="662" y="6459"/>
                    <a:pt x="662" y="5923"/>
                  </a:cubicBezTo>
                  <a:cubicBezTo>
                    <a:pt x="662" y="3056"/>
                    <a:pt x="2993" y="693"/>
                    <a:pt x="5923" y="693"/>
                  </a:cubicBezTo>
                  <a:cubicBezTo>
                    <a:pt x="7561" y="693"/>
                    <a:pt x="9105" y="1481"/>
                    <a:pt x="10082" y="2773"/>
                  </a:cubicBezTo>
                  <a:lnTo>
                    <a:pt x="9389" y="2773"/>
                  </a:lnTo>
                  <a:cubicBezTo>
                    <a:pt x="9168" y="2773"/>
                    <a:pt x="9011" y="2930"/>
                    <a:pt x="9011" y="3151"/>
                  </a:cubicBezTo>
                  <a:cubicBezTo>
                    <a:pt x="9011" y="3340"/>
                    <a:pt x="9168" y="3497"/>
                    <a:pt x="9389" y="3497"/>
                  </a:cubicBezTo>
                  <a:lnTo>
                    <a:pt x="10743" y="3497"/>
                  </a:lnTo>
                  <a:cubicBezTo>
                    <a:pt x="10964" y="3497"/>
                    <a:pt x="11121" y="3340"/>
                    <a:pt x="11121" y="3151"/>
                  </a:cubicBezTo>
                  <a:lnTo>
                    <a:pt x="11121" y="1765"/>
                  </a:lnTo>
                  <a:cubicBezTo>
                    <a:pt x="11121" y="1575"/>
                    <a:pt x="10964" y="1418"/>
                    <a:pt x="10743" y="1418"/>
                  </a:cubicBezTo>
                  <a:cubicBezTo>
                    <a:pt x="10554" y="1418"/>
                    <a:pt x="10397" y="1575"/>
                    <a:pt x="10397" y="1765"/>
                  </a:cubicBezTo>
                  <a:lnTo>
                    <a:pt x="10397" y="2111"/>
                  </a:lnTo>
                  <a:cubicBezTo>
                    <a:pt x="9263" y="725"/>
                    <a:pt x="7593"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724" name="Google Shape;14724;p83"/>
            <p:cNvSpPr/>
            <p:nvPr/>
          </p:nvSpPr>
          <p:spPr>
            <a:xfrm>
              <a:off x="1829125" y="2006475"/>
              <a:ext cx="191400" cy="191400"/>
            </a:xfrm>
            <a:custGeom>
              <a:avLst/>
              <a:gdLst/>
              <a:ahLst/>
              <a:cxnLst/>
              <a:rect l="l" t="t" r="r" b="b"/>
              <a:pathLst>
                <a:path w="7656" h="7656" extrusionOk="0">
                  <a:moveTo>
                    <a:pt x="4190" y="693"/>
                  </a:moveTo>
                  <a:cubicBezTo>
                    <a:pt x="4757" y="788"/>
                    <a:pt x="5324" y="1008"/>
                    <a:pt x="5797" y="1386"/>
                  </a:cubicBezTo>
                  <a:lnTo>
                    <a:pt x="5545" y="1607"/>
                  </a:lnTo>
                  <a:cubicBezTo>
                    <a:pt x="5450" y="1733"/>
                    <a:pt x="5450" y="1953"/>
                    <a:pt x="5545" y="2079"/>
                  </a:cubicBezTo>
                  <a:cubicBezTo>
                    <a:pt x="5608" y="2142"/>
                    <a:pt x="5702" y="2174"/>
                    <a:pt x="5793" y="2174"/>
                  </a:cubicBezTo>
                  <a:cubicBezTo>
                    <a:pt x="5884" y="2174"/>
                    <a:pt x="5970" y="2142"/>
                    <a:pt x="6017" y="2079"/>
                  </a:cubicBezTo>
                  <a:lnTo>
                    <a:pt x="6270" y="1859"/>
                  </a:lnTo>
                  <a:cubicBezTo>
                    <a:pt x="6616" y="2268"/>
                    <a:pt x="6868" y="2835"/>
                    <a:pt x="6931" y="3466"/>
                  </a:cubicBezTo>
                  <a:lnTo>
                    <a:pt x="6616" y="3466"/>
                  </a:lnTo>
                  <a:cubicBezTo>
                    <a:pt x="6427" y="3466"/>
                    <a:pt x="6270" y="3623"/>
                    <a:pt x="6270" y="3812"/>
                  </a:cubicBezTo>
                  <a:cubicBezTo>
                    <a:pt x="6270" y="4001"/>
                    <a:pt x="6427" y="4159"/>
                    <a:pt x="6616" y="4159"/>
                  </a:cubicBezTo>
                  <a:lnTo>
                    <a:pt x="6931" y="4159"/>
                  </a:lnTo>
                  <a:cubicBezTo>
                    <a:pt x="6868" y="4757"/>
                    <a:pt x="6616" y="5324"/>
                    <a:pt x="6270" y="5797"/>
                  </a:cubicBezTo>
                  <a:lnTo>
                    <a:pt x="6017" y="5545"/>
                  </a:lnTo>
                  <a:cubicBezTo>
                    <a:pt x="5970" y="5482"/>
                    <a:pt x="5884" y="5450"/>
                    <a:pt x="5793" y="5450"/>
                  </a:cubicBezTo>
                  <a:cubicBezTo>
                    <a:pt x="5702" y="5450"/>
                    <a:pt x="5608" y="5482"/>
                    <a:pt x="5545" y="5545"/>
                  </a:cubicBezTo>
                  <a:cubicBezTo>
                    <a:pt x="5450" y="5671"/>
                    <a:pt x="5450" y="5923"/>
                    <a:pt x="5545" y="6017"/>
                  </a:cubicBezTo>
                  <a:lnTo>
                    <a:pt x="5797" y="6270"/>
                  </a:lnTo>
                  <a:cubicBezTo>
                    <a:pt x="5356" y="6616"/>
                    <a:pt x="4820" y="6837"/>
                    <a:pt x="4190" y="6931"/>
                  </a:cubicBezTo>
                  <a:lnTo>
                    <a:pt x="4190" y="6616"/>
                  </a:lnTo>
                  <a:cubicBezTo>
                    <a:pt x="4190" y="6427"/>
                    <a:pt x="4033" y="6270"/>
                    <a:pt x="3812" y="6270"/>
                  </a:cubicBezTo>
                  <a:cubicBezTo>
                    <a:pt x="3623" y="6270"/>
                    <a:pt x="3466" y="6427"/>
                    <a:pt x="3466" y="6616"/>
                  </a:cubicBezTo>
                  <a:lnTo>
                    <a:pt x="3466" y="6931"/>
                  </a:lnTo>
                  <a:cubicBezTo>
                    <a:pt x="2867" y="6837"/>
                    <a:pt x="2331" y="6616"/>
                    <a:pt x="1859" y="6270"/>
                  </a:cubicBezTo>
                  <a:lnTo>
                    <a:pt x="2079" y="6017"/>
                  </a:lnTo>
                  <a:cubicBezTo>
                    <a:pt x="2205" y="5891"/>
                    <a:pt x="2205" y="5671"/>
                    <a:pt x="2079" y="5545"/>
                  </a:cubicBezTo>
                  <a:cubicBezTo>
                    <a:pt x="2032" y="5482"/>
                    <a:pt x="1945" y="5450"/>
                    <a:pt x="1855" y="5450"/>
                  </a:cubicBezTo>
                  <a:cubicBezTo>
                    <a:pt x="1764" y="5450"/>
                    <a:pt x="1670" y="5482"/>
                    <a:pt x="1607" y="5545"/>
                  </a:cubicBezTo>
                  <a:lnTo>
                    <a:pt x="1386" y="5797"/>
                  </a:lnTo>
                  <a:cubicBezTo>
                    <a:pt x="1040" y="5356"/>
                    <a:pt x="788" y="4789"/>
                    <a:pt x="725" y="4159"/>
                  </a:cubicBezTo>
                  <a:lnTo>
                    <a:pt x="1040" y="4159"/>
                  </a:lnTo>
                  <a:cubicBezTo>
                    <a:pt x="1229" y="4159"/>
                    <a:pt x="1386" y="4001"/>
                    <a:pt x="1386" y="3812"/>
                  </a:cubicBezTo>
                  <a:cubicBezTo>
                    <a:pt x="1386" y="3623"/>
                    <a:pt x="1229" y="3466"/>
                    <a:pt x="1040" y="3466"/>
                  </a:cubicBezTo>
                  <a:lnTo>
                    <a:pt x="725" y="3466"/>
                  </a:lnTo>
                  <a:cubicBezTo>
                    <a:pt x="788" y="2867"/>
                    <a:pt x="1040" y="2331"/>
                    <a:pt x="1386" y="1859"/>
                  </a:cubicBezTo>
                  <a:lnTo>
                    <a:pt x="1607" y="2079"/>
                  </a:lnTo>
                  <a:cubicBezTo>
                    <a:pt x="1701" y="2174"/>
                    <a:pt x="1764" y="2205"/>
                    <a:pt x="1859" y="2205"/>
                  </a:cubicBezTo>
                  <a:cubicBezTo>
                    <a:pt x="1922" y="2205"/>
                    <a:pt x="2048" y="2174"/>
                    <a:pt x="2079" y="2079"/>
                  </a:cubicBezTo>
                  <a:cubicBezTo>
                    <a:pt x="2205" y="1953"/>
                    <a:pt x="2205" y="1733"/>
                    <a:pt x="2079" y="1607"/>
                  </a:cubicBezTo>
                  <a:lnTo>
                    <a:pt x="1859" y="1386"/>
                  </a:lnTo>
                  <a:cubicBezTo>
                    <a:pt x="2300" y="1008"/>
                    <a:pt x="2835" y="788"/>
                    <a:pt x="3466" y="693"/>
                  </a:cubicBezTo>
                  <a:lnTo>
                    <a:pt x="3466" y="1008"/>
                  </a:lnTo>
                  <a:cubicBezTo>
                    <a:pt x="3466" y="1229"/>
                    <a:pt x="3623" y="1386"/>
                    <a:pt x="3812" y="1386"/>
                  </a:cubicBezTo>
                  <a:cubicBezTo>
                    <a:pt x="4033" y="1386"/>
                    <a:pt x="4190" y="1229"/>
                    <a:pt x="4190" y="1008"/>
                  </a:cubicBezTo>
                  <a:lnTo>
                    <a:pt x="4190" y="693"/>
                  </a:lnTo>
                  <a:close/>
                  <a:moveTo>
                    <a:pt x="3812" y="0"/>
                  </a:moveTo>
                  <a:cubicBezTo>
                    <a:pt x="1733" y="0"/>
                    <a:pt x="0" y="1701"/>
                    <a:pt x="0" y="3812"/>
                  </a:cubicBezTo>
                  <a:cubicBezTo>
                    <a:pt x="0" y="5923"/>
                    <a:pt x="1701" y="7656"/>
                    <a:pt x="3812" y="7656"/>
                  </a:cubicBezTo>
                  <a:cubicBezTo>
                    <a:pt x="5923" y="7656"/>
                    <a:pt x="7656" y="5954"/>
                    <a:pt x="7656" y="3812"/>
                  </a:cubicBezTo>
                  <a:cubicBezTo>
                    <a:pt x="7656" y="1733"/>
                    <a:pt x="5954" y="0"/>
                    <a:pt x="38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725" name="Google Shape;14725;p83"/>
            <p:cNvSpPr/>
            <p:nvPr/>
          </p:nvSpPr>
          <p:spPr>
            <a:xfrm>
              <a:off x="1915750" y="2058450"/>
              <a:ext cx="35475" cy="52800"/>
            </a:xfrm>
            <a:custGeom>
              <a:avLst/>
              <a:gdLst/>
              <a:ahLst/>
              <a:cxnLst/>
              <a:rect l="l" t="t" r="r" b="b"/>
              <a:pathLst>
                <a:path w="1419" h="2112" extrusionOk="0">
                  <a:moveTo>
                    <a:pt x="347" y="0"/>
                  </a:moveTo>
                  <a:cubicBezTo>
                    <a:pt x="158" y="0"/>
                    <a:pt x="1" y="158"/>
                    <a:pt x="1" y="378"/>
                  </a:cubicBezTo>
                  <a:lnTo>
                    <a:pt x="1" y="1733"/>
                  </a:lnTo>
                  <a:cubicBezTo>
                    <a:pt x="1" y="1954"/>
                    <a:pt x="158" y="2111"/>
                    <a:pt x="347" y="2111"/>
                  </a:cubicBezTo>
                  <a:lnTo>
                    <a:pt x="1072" y="2111"/>
                  </a:lnTo>
                  <a:cubicBezTo>
                    <a:pt x="1261" y="2111"/>
                    <a:pt x="1418" y="1954"/>
                    <a:pt x="1418" y="1733"/>
                  </a:cubicBezTo>
                  <a:cubicBezTo>
                    <a:pt x="1418" y="1544"/>
                    <a:pt x="1261" y="1387"/>
                    <a:pt x="1072" y="1387"/>
                  </a:cubicBezTo>
                  <a:lnTo>
                    <a:pt x="725" y="1387"/>
                  </a:lnTo>
                  <a:lnTo>
                    <a:pt x="725" y="378"/>
                  </a:ln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726" name="Google Shape;14726;p83"/>
          <p:cNvGrpSpPr/>
          <p:nvPr/>
        </p:nvGrpSpPr>
        <p:grpSpPr>
          <a:xfrm>
            <a:off x="6213411" y="1756597"/>
            <a:ext cx="315977" cy="347599"/>
            <a:chOff x="1790525" y="2319150"/>
            <a:chExt cx="267800" cy="294600"/>
          </a:xfrm>
        </p:grpSpPr>
        <p:sp>
          <p:nvSpPr>
            <p:cNvPr id="14727" name="Google Shape;14727;p83"/>
            <p:cNvSpPr/>
            <p:nvPr/>
          </p:nvSpPr>
          <p:spPr>
            <a:xfrm>
              <a:off x="1881100" y="2423125"/>
              <a:ext cx="88225" cy="155175"/>
            </a:xfrm>
            <a:custGeom>
              <a:avLst/>
              <a:gdLst/>
              <a:ahLst/>
              <a:cxnLst/>
              <a:rect l="l" t="t" r="r" b="b"/>
              <a:pathLst>
                <a:path w="3529" h="6207" extrusionOk="0">
                  <a:moveTo>
                    <a:pt x="1418" y="1323"/>
                  </a:moveTo>
                  <a:lnTo>
                    <a:pt x="1418" y="2741"/>
                  </a:lnTo>
                  <a:lnTo>
                    <a:pt x="1072" y="2741"/>
                  </a:lnTo>
                  <a:cubicBezTo>
                    <a:pt x="882" y="2741"/>
                    <a:pt x="725" y="2583"/>
                    <a:pt x="725" y="2394"/>
                  </a:cubicBezTo>
                  <a:lnTo>
                    <a:pt x="725" y="1701"/>
                  </a:lnTo>
                  <a:cubicBezTo>
                    <a:pt x="725" y="1481"/>
                    <a:pt x="882" y="1323"/>
                    <a:pt x="1072" y="1323"/>
                  </a:cubicBezTo>
                  <a:close/>
                  <a:moveTo>
                    <a:pt x="2458" y="3466"/>
                  </a:moveTo>
                  <a:cubicBezTo>
                    <a:pt x="2647" y="3466"/>
                    <a:pt x="2804" y="3623"/>
                    <a:pt x="2804" y="3812"/>
                  </a:cubicBezTo>
                  <a:lnTo>
                    <a:pt x="2804" y="4537"/>
                  </a:lnTo>
                  <a:cubicBezTo>
                    <a:pt x="2804" y="4726"/>
                    <a:pt x="2647" y="4883"/>
                    <a:pt x="2458" y="4883"/>
                  </a:cubicBezTo>
                  <a:lnTo>
                    <a:pt x="2111" y="4883"/>
                  </a:lnTo>
                  <a:lnTo>
                    <a:pt x="2111" y="3466"/>
                  </a:lnTo>
                  <a:close/>
                  <a:moveTo>
                    <a:pt x="1796" y="0"/>
                  </a:moveTo>
                  <a:cubicBezTo>
                    <a:pt x="1576" y="0"/>
                    <a:pt x="1418" y="158"/>
                    <a:pt x="1418" y="347"/>
                  </a:cubicBezTo>
                  <a:lnTo>
                    <a:pt x="1418" y="693"/>
                  </a:lnTo>
                  <a:lnTo>
                    <a:pt x="1072" y="693"/>
                  </a:lnTo>
                  <a:cubicBezTo>
                    <a:pt x="473" y="693"/>
                    <a:pt x="63" y="1166"/>
                    <a:pt x="63" y="1733"/>
                  </a:cubicBezTo>
                  <a:lnTo>
                    <a:pt x="63" y="2426"/>
                  </a:lnTo>
                  <a:cubicBezTo>
                    <a:pt x="63" y="3025"/>
                    <a:pt x="536" y="3466"/>
                    <a:pt x="1072" y="3466"/>
                  </a:cubicBezTo>
                  <a:lnTo>
                    <a:pt x="1418" y="3466"/>
                  </a:lnTo>
                  <a:lnTo>
                    <a:pt x="1418" y="4852"/>
                  </a:lnTo>
                  <a:lnTo>
                    <a:pt x="1072" y="4852"/>
                  </a:lnTo>
                  <a:cubicBezTo>
                    <a:pt x="882" y="4852"/>
                    <a:pt x="725" y="4694"/>
                    <a:pt x="725" y="4474"/>
                  </a:cubicBezTo>
                  <a:cubicBezTo>
                    <a:pt x="725" y="4285"/>
                    <a:pt x="567" y="4127"/>
                    <a:pt x="378" y="4127"/>
                  </a:cubicBezTo>
                  <a:cubicBezTo>
                    <a:pt x="158" y="4127"/>
                    <a:pt x="0" y="4285"/>
                    <a:pt x="0" y="4474"/>
                  </a:cubicBezTo>
                  <a:cubicBezTo>
                    <a:pt x="0" y="5072"/>
                    <a:pt x="473" y="5513"/>
                    <a:pt x="1040" y="5513"/>
                  </a:cubicBezTo>
                  <a:lnTo>
                    <a:pt x="1387" y="5513"/>
                  </a:lnTo>
                  <a:lnTo>
                    <a:pt x="1387" y="5860"/>
                  </a:lnTo>
                  <a:cubicBezTo>
                    <a:pt x="1387" y="6049"/>
                    <a:pt x="1544" y="6207"/>
                    <a:pt x="1733" y="6207"/>
                  </a:cubicBezTo>
                  <a:cubicBezTo>
                    <a:pt x="1954" y="6207"/>
                    <a:pt x="2111" y="6049"/>
                    <a:pt x="2111" y="5860"/>
                  </a:cubicBezTo>
                  <a:lnTo>
                    <a:pt x="2111" y="5545"/>
                  </a:lnTo>
                  <a:lnTo>
                    <a:pt x="2458" y="5545"/>
                  </a:lnTo>
                  <a:cubicBezTo>
                    <a:pt x="3056" y="5545"/>
                    <a:pt x="3466" y="5072"/>
                    <a:pt x="3466" y="4537"/>
                  </a:cubicBezTo>
                  <a:lnTo>
                    <a:pt x="3466" y="3812"/>
                  </a:lnTo>
                  <a:cubicBezTo>
                    <a:pt x="3466" y="3214"/>
                    <a:pt x="2993" y="2804"/>
                    <a:pt x="2458" y="2804"/>
                  </a:cubicBezTo>
                  <a:lnTo>
                    <a:pt x="2111" y="2804"/>
                  </a:lnTo>
                  <a:lnTo>
                    <a:pt x="2111" y="1386"/>
                  </a:lnTo>
                  <a:lnTo>
                    <a:pt x="2458" y="1386"/>
                  </a:lnTo>
                  <a:cubicBezTo>
                    <a:pt x="2647" y="1386"/>
                    <a:pt x="2804" y="1544"/>
                    <a:pt x="2804" y="1733"/>
                  </a:cubicBezTo>
                  <a:cubicBezTo>
                    <a:pt x="2804" y="1922"/>
                    <a:pt x="2962" y="2079"/>
                    <a:pt x="3151" y="2079"/>
                  </a:cubicBezTo>
                  <a:cubicBezTo>
                    <a:pt x="3371" y="2079"/>
                    <a:pt x="3529" y="1922"/>
                    <a:pt x="3529" y="1733"/>
                  </a:cubicBezTo>
                  <a:cubicBezTo>
                    <a:pt x="3529" y="1134"/>
                    <a:pt x="3056" y="693"/>
                    <a:pt x="2489" y="693"/>
                  </a:cubicBezTo>
                  <a:lnTo>
                    <a:pt x="2143" y="693"/>
                  </a:lnTo>
                  <a:lnTo>
                    <a:pt x="2143" y="347"/>
                  </a:lnTo>
                  <a:cubicBezTo>
                    <a:pt x="2143" y="158"/>
                    <a:pt x="1985"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728" name="Google Shape;14728;p83"/>
            <p:cNvSpPr/>
            <p:nvPr/>
          </p:nvSpPr>
          <p:spPr>
            <a:xfrm>
              <a:off x="1790525" y="2319150"/>
              <a:ext cx="267800" cy="294600"/>
            </a:xfrm>
            <a:custGeom>
              <a:avLst/>
              <a:gdLst/>
              <a:ahLst/>
              <a:cxnLst/>
              <a:rect l="l" t="t" r="r" b="b"/>
              <a:pathLst>
                <a:path w="10712" h="11784" extrusionOk="0">
                  <a:moveTo>
                    <a:pt x="6427" y="662"/>
                  </a:moveTo>
                  <a:cubicBezTo>
                    <a:pt x="6837" y="662"/>
                    <a:pt x="7152" y="977"/>
                    <a:pt x="7152" y="1355"/>
                  </a:cubicBezTo>
                  <a:cubicBezTo>
                    <a:pt x="7152" y="1765"/>
                    <a:pt x="6837" y="2080"/>
                    <a:pt x="6427" y="2080"/>
                  </a:cubicBezTo>
                  <a:lnTo>
                    <a:pt x="6427" y="1702"/>
                  </a:lnTo>
                  <a:cubicBezTo>
                    <a:pt x="6427" y="1513"/>
                    <a:pt x="6270" y="1355"/>
                    <a:pt x="6081" y="1355"/>
                  </a:cubicBezTo>
                  <a:lnTo>
                    <a:pt x="4695" y="1355"/>
                  </a:lnTo>
                  <a:cubicBezTo>
                    <a:pt x="4505" y="1355"/>
                    <a:pt x="4348" y="1513"/>
                    <a:pt x="4348" y="1702"/>
                  </a:cubicBezTo>
                  <a:lnTo>
                    <a:pt x="4348" y="2080"/>
                  </a:lnTo>
                  <a:cubicBezTo>
                    <a:pt x="3938" y="2017"/>
                    <a:pt x="3623" y="1765"/>
                    <a:pt x="3623" y="1355"/>
                  </a:cubicBezTo>
                  <a:cubicBezTo>
                    <a:pt x="3623" y="977"/>
                    <a:pt x="3938" y="662"/>
                    <a:pt x="4348" y="662"/>
                  </a:cubicBezTo>
                  <a:close/>
                  <a:moveTo>
                    <a:pt x="5734" y="2017"/>
                  </a:moveTo>
                  <a:lnTo>
                    <a:pt x="5734" y="2741"/>
                  </a:lnTo>
                  <a:lnTo>
                    <a:pt x="5010" y="2741"/>
                  </a:lnTo>
                  <a:lnTo>
                    <a:pt x="5010" y="2017"/>
                  </a:lnTo>
                  <a:close/>
                  <a:moveTo>
                    <a:pt x="1418" y="1985"/>
                  </a:moveTo>
                  <a:lnTo>
                    <a:pt x="1859" y="2489"/>
                  </a:lnTo>
                  <a:lnTo>
                    <a:pt x="1355" y="2930"/>
                  </a:lnTo>
                  <a:lnTo>
                    <a:pt x="914" y="2426"/>
                  </a:lnTo>
                  <a:lnTo>
                    <a:pt x="1418" y="1985"/>
                  </a:lnTo>
                  <a:close/>
                  <a:moveTo>
                    <a:pt x="9357" y="1985"/>
                  </a:moveTo>
                  <a:lnTo>
                    <a:pt x="9861" y="2426"/>
                  </a:lnTo>
                  <a:lnTo>
                    <a:pt x="9420" y="2930"/>
                  </a:lnTo>
                  <a:lnTo>
                    <a:pt x="8916" y="2489"/>
                  </a:lnTo>
                  <a:lnTo>
                    <a:pt x="9357" y="1985"/>
                  </a:lnTo>
                  <a:close/>
                  <a:moveTo>
                    <a:pt x="5356" y="3434"/>
                  </a:moveTo>
                  <a:cubicBezTo>
                    <a:pt x="7467" y="3434"/>
                    <a:pt x="9200" y="5167"/>
                    <a:pt x="9200" y="7278"/>
                  </a:cubicBezTo>
                  <a:cubicBezTo>
                    <a:pt x="9200" y="9389"/>
                    <a:pt x="7498" y="11090"/>
                    <a:pt x="5356" y="11090"/>
                  </a:cubicBezTo>
                  <a:cubicBezTo>
                    <a:pt x="3277" y="11090"/>
                    <a:pt x="1544" y="9357"/>
                    <a:pt x="1544" y="7278"/>
                  </a:cubicBezTo>
                  <a:cubicBezTo>
                    <a:pt x="1576" y="5136"/>
                    <a:pt x="3277" y="3434"/>
                    <a:pt x="5356" y="3434"/>
                  </a:cubicBezTo>
                  <a:close/>
                  <a:moveTo>
                    <a:pt x="4316" y="0"/>
                  </a:moveTo>
                  <a:cubicBezTo>
                    <a:pt x="3560" y="0"/>
                    <a:pt x="2930" y="631"/>
                    <a:pt x="2930" y="1387"/>
                  </a:cubicBezTo>
                  <a:cubicBezTo>
                    <a:pt x="2930" y="2143"/>
                    <a:pt x="3560" y="2773"/>
                    <a:pt x="4316" y="2773"/>
                  </a:cubicBezTo>
                  <a:lnTo>
                    <a:pt x="4316" y="2899"/>
                  </a:lnTo>
                  <a:cubicBezTo>
                    <a:pt x="3749" y="3025"/>
                    <a:pt x="3214" y="3277"/>
                    <a:pt x="2741" y="3592"/>
                  </a:cubicBezTo>
                  <a:lnTo>
                    <a:pt x="2269" y="3056"/>
                  </a:lnTo>
                  <a:lnTo>
                    <a:pt x="2521" y="2804"/>
                  </a:lnTo>
                  <a:cubicBezTo>
                    <a:pt x="2741" y="2678"/>
                    <a:pt x="2741" y="2458"/>
                    <a:pt x="2615" y="2332"/>
                  </a:cubicBezTo>
                  <a:lnTo>
                    <a:pt x="1702" y="1292"/>
                  </a:lnTo>
                  <a:cubicBezTo>
                    <a:pt x="1631" y="1203"/>
                    <a:pt x="1530" y="1165"/>
                    <a:pt x="1432" y="1165"/>
                  </a:cubicBezTo>
                  <a:cubicBezTo>
                    <a:pt x="1357" y="1165"/>
                    <a:pt x="1284" y="1188"/>
                    <a:pt x="1229" y="1229"/>
                  </a:cubicBezTo>
                  <a:lnTo>
                    <a:pt x="158" y="2143"/>
                  </a:lnTo>
                  <a:cubicBezTo>
                    <a:pt x="0" y="2269"/>
                    <a:pt x="0" y="2489"/>
                    <a:pt x="126" y="2615"/>
                  </a:cubicBezTo>
                  <a:lnTo>
                    <a:pt x="1040" y="3687"/>
                  </a:lnTo>
                  <a:cubicBezTo>
                    <a:pt x="1106" y="3770"/>
                    <a:pt x="1199" y="3809"/>
                    <a:pt x="1291" y="3809"/>
                  </a:cubicBezTo>
                  <a:cubicBezTo>
                    <a:pt x="1372" y="3809"/>
                    <a:pt x="1453" y="3778"/>
                    <a:pt x="1513" y="3718"/>
                  </a:cubicBezTo>
                  <a:lnTo>
                    <a:pt x="1796" y="3498"/>
                  </a:lnTo>
                  <a:lnTo>
                    <a:pt x="2269" y="4033"/>
                  </a:lnTo>
                  <a:cubicBezTo>
                    <a:pt x="1387" y="4852"/>
                    <a:pt x="882" y="6018"/>
                    <a:pt x="882" y="7278"/>
                  </a:cubicBezTo>
                  <a:cubicBezTo>
                    <a:pt x="882" y="9735"/>
                    <a:pt x="2899" y="11783"/>
                    <a:pt x="5356" y="11783"/>
                  </a:cubicBezTo>
                  <a:cubicBezTo>
                    <a:pt x="7845" y="11783"/>
                    <a:pt x="9861" y="9735"/>
                    <a:pt x="9861" y="7278"/>
                  </a:cubicBezTo>
                  <a:cubicBezTo>
                    <a:pt x="9861" y="6081"/>
                    <a:pt x="9389" y="4915"/>
                    <a:pt x="8475" y="4033"/>
                  </a:cubicBezTo>
                  <a:lnTo>
                    <a:pt x="8948" y="3498"/>
                  </a:lnTo>
                  <a:lnTo>
                    <a:pt x="9231" y="3718"/>
                  </a:lnTo>
                  <a:cubicBezTo>
                    <a:pt x="9306" y="3778"/>
                    <a:pt x="9387" y="3809"/>
                    <a:pt x="9465" y="3809"/>
                  </a:cubicBezTo>
                  <a:cubicBezTo>
                    <a:pt x="9553" y="3809"/>
                    <a:pt x="9637" y="3770"/>
                    <a:pt x="9704" y="3687"/>
                  </a:cubicBezTo>
                  <a:lnTo>
                    <a:pt x="10617" y="2615"/>
                  </a:lnTo>
                  <a:cubicBezTo>
                    <a:pt x="10712" y="2458"/>
                    <a:pt x="10712" y="2269"/>
                    <a:pt x="10554" y="2143"/>
                  </a:cubicBezTo>
                  <a:lnTo>
                    <a:pt x="9515" y="1229"/>
                  </a:lnTo>
                  <a:cubicBezTo>
                    <a:pt x="9446" y="1188"/>
                    <a:pt x="9365" y="1165"/>
                    <a:pt x="9288" y="1165"/>
                  </a:cubicBezTo>
                  <a:cubicBezTo>
                    <a:pt x="9189" y="1165"/>
                    <a:pt x="9095" y="1203"/>
                    <a:pt x="9042" y="1292"/>
                  </a:cubicBezTo>
                  <a:lnTo>
                    <a:pt x="8129" y="2332"/>
                  </a:lnTo>
                  <a:cubicBezTo>
                    <a:pt x="8003" y="2489"/>
                    <a:pt x="8003" y="2710"/>
                    <a:pt x="8160" y="2804"/>
                  </a:cubicBezTo>
                  <a:lnTo>
                    <a:pt x="8444" y="3056"/>
                  </a:lnTo>
                  <a:lnTo>
                    <a:pt x="7971" y="3592"/>
                  </a:lnTo>
                  <a:cubicBezTo>
                    <a:pt x="7498" y="3245"/>
                    <a:pt x="6931" y="3025"/>
                    <a:pt x="6396" y="2899"/>
                  </a:cubicBezTo>
                  <a:lnTo>
                    <a:pt x="6396" y="2773"/>
                  </a:lnTo>
                  <a:cubicBezTo>
                    <a:pt x="7152" y="2773"/>
                    <a:pt x="7782" y="2143"/>
                    <a:pt x="7782" y="1387"/>
                  </a:cubicBezTo>
                  <a:cubicBezTo>
                    <a:pt x="7782" y="631"/>
                    <a:pt x="7152" y="0"/>
                    <a:pt x="63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4729" name="Google Shape;14729;p83"/>
          <p:cNvSpPr/>
          <p:nvPr/>
        </p:nvSpPr>
        <p:spPr>
          <a:xfrm>
            <a:off x="6196153" y="2196982"/>
            <a:ext cx="350401" cy="350371"/>
          </a:xfrm>
          <a:custGeom>
            <a:avLst/>
            <a:gdLst/>
            <a:ahLst/>
            <a:cxnLst/>
            <a:rect l="l" t="t" r="r" b="b"/>
            <a:pathLst>
              <a:path w="11879" h="11878" extrusionOk="0">
                <a:moveTo>
                  <a:pt x="5892" y="693"/>
                </a:moveTo>
                <a:cubicBezTo>
                  <a:pt x="6302" y="693"/>
                  <a:pt x="6617" y="1008"/>
                  <a:pt x="6617" y="1418"/>
                </a:cubicBezTo>
                <a:cubicBezTo>
                  <a:pt x="6617" y="1796"/>
                  <a:pt x="6302" y="2111"/>
                  <a:pt x="5892" y="2111"/>
                </a:cubicBezTo>
                <a:cubicBezTo>
                  <a:pt x="5514" y="2111"/>
                  <a:pt x="5199" y="1796"/>
                  <a:pt x="5199" y="1418"/>
                </a:cubicBezTo>
                <a:cubicBezTo>
                  <a:pt x="5231" y="1008"/>
                  <a:pt x="5546" y="693"/>
                  <a:pt x="5892" y="693"/>
                </a:cubicBezTo>
                <a:close/>
                <a:moveTo>
                  <a:pt x="5892" y="2741"/>
                </a:moveTo>
                <a:cubicBezTo>
                  <a:pt x="6837" y="2741"/>
                  <a:pt x="7625" y="3529"/>
                  <a:pt x="7625" y="4505"/>
                </a:cubicBezTo>
                <a:lnTo>
                  <a:pt x="7625" y="5545"/>
                </a:lnTo>
                <a:lnTo>
                  <a:pt x="4159" y="5545"/>
                </a:lnTo>
                <a:lnTo>
                  <a:pt x="4159" y="4505"/>
                </a:lnTo>
                <a:cubicBezTo>
                  <a:pt x="4159" y="3529"/>
                  <a:pt x="4947" y="2741"/>
                  <a:pt x="5892" y="2741"/>
                </a:cubicBezTo>
                <a:close/>
                <a:moveTo>
                  <a:pt x="8381" y="5104"/>
                </a:moveTo>
                <a:cubicBezTo>
                  <a:pt x="9326" y="5356"/>
                  <a:pt x="9767" y="5703"/>
                  <a:pt x="9767" y="5892"/>
                </a:cubicBezTo>
                <a:cubicBezTo>
                  <a:pt x="9767" y="6238"/>
                  <a:pt x="8381" y="6931"/>
                  <a:pt x="5955" y="6931"/>
                </a:cubicBezTo>
                <a:cubicBezTo>
                  <a:pt x="5898" y="6932"/>
                  <a:pt x="5842" y="6932"/>
                  <a:pt x="5787" y="6932"/>
                </a:cubicBezTo>
                <a:cubicBezTo>
                  <a:pt x="3434" y="6932"/>
                  <a:pt x="2112" y="6292"/>
                  <a:pt x="2112" y="5892"/>
                </a:cubicBezTo>
                <a:cubicBezTo>
                  <a:pt x="2112" y="5703"/>
                  <a:pt x="2553" y="5388"/>
                  <a:pt x="3498" y="5104"/>
                </a:cubicBezTo>
                <a:lnTo>
                  <a:pt x="3498" y="5892"/>
                </a:lnTo>
                <a:cubicBezTo>
                  <a:pt x="3498" y="6081"/>
                  <a:pt x="3655" y="6238"/>
                  <a:pt x="3844" y="6238"/>
                </a:cubicBezTo>
                <a:lnTo>
                  <a:pt x="8034" y="6238"/>
                </a:lnTo>
                <a:cubicBezTo>
                  <a:pt x="8223" y="6238"/>
                  <a:pt x="8381" y="6081"/>
                  <a:pt x="8381" y="5892"/>
                </a:cubicBezTo>
                <a:lnTo>
                  <a:pt x="8381" y="5104"/>
                </a:lnTo>
                <a:close/>
                <a:moveTo>
                  <a:pt x="1765" y="10428"/>
                </a:moveTo>
                <a:cubicBezTo>
                  <a:pt x="2427" y="10428"/>
                  <a:pt x="2805" y="10680"/>
                  <a:pt x="2805" y="10775"/>
                </a:cubicBezTo>
                <a:cubicBezTo>
                  <a:pt x="2805" y="10869"/>
                  <a:pt x="2427" y="11121"/>
                  <a:pt x="1765" y="11121"/>
                </a:cubicBezTo>
                <a:cubicBezTo>
                  <a:pt x="1072" y="11121"/>
                  <a:pt x="694" y="10869"/>
                  <a:pt x="694" y="10775"/>
                </a:cubicBezTo>
                <a:cubicBezTo>
                  <a:pt x="694" y="10712"/>
                  <a:pt x="1072" y="10428"/>
                  <a:pt x="1765" y="10428"/>
                </a:cubicBezTo>
                <a:close/>
                <a:moveTo>
                  <a:pt x="5955" y="10428"/>
                </a:moveTo>
                <a:cubicBezTo>
                  <a:pt x="6617" y="10428"/>
                  <a:pt x="6963" y="10712"/>
                  <a:pt x="6963" y="10775"/>
                </a:cubicBezTo>
                <a:cubicBezTo>
                  <a:pt x="6963" y="10869"/>
                  <a:pt x="6617" y="11121"/>
                  <a:pt x="5955" y="11121"/>
                </a:cubicBezTo>
                <a:cubicBezTo>
                  <a:pt x="5262" y="11121"/>
                  <a:pt x="4915" y="10869"/>
                  <a:pt x="4915" y="10775"/>
                </a:cubicBezTo>
                <a:cubicBezTo>
                  <a:pt x="4915" y="10712"/>
                  <a:pt x="5262" y="10428"/>
                  <a:pt x="5955" y="10428"/>
                </a:cubicBezTo>
                <a:close/>
                <a:moveTo>
                  <a:pt x="10082" y="10428"/>
                </a:moveTo>
                <a:cubicBezTo>
                  <a:pt x="10775" y="10428"/>
                  <a:pt x="11153" y="10680"/>
                  <a:pt x="11153" y="10775"/>
                </a:cubicBezTo>
                <a:cubicBezTo>
                  <a:pt x="11153" y="10869"/>
                  <a:pt x="10775" y="11121"/>
                  <a:pt x="10082" y="11121"/>
                </a:cubicBezTo>
                <a:cubicBezTo>
                  <a:pt x="9421" y="11121"/>
                  <a:pt x="9043" y="10869"/>
                  <a:pt x="9043" y="10775"/>
                </a:cubicBezTo>
                <a:cubicBezTo>
                  <a:pt x="9043" y="10712"/>
                  <a:pt x="9421" y="10428"/>
                  <a:pt x="10082" y="10428"/>
                </a:cubicBezTo>
                <a:close/>
                <a:moveTo>
                  <a:pt x="5987" y="0"/>
                </a:moveTo>
                <a:cubicBezTo>
                  <a:pt x="5231" y="0"/>
                  <a:pt x="4600" y="630"/>
                  <a:pt x="4600" y="1355"/>
                </a:cubicBezTo>
                <a:cubicBezTo>
                  <a:pt x="4600" y="1733"/>
                  <a:pt x="4726" y="2016"/>
                  <a:pt x="4947" y="2300"/>
                </a:cubicBezTo>
                <a:cubicBezTo>
                  <a:pt x="4159" y="2710"/>
                  <a:pt x="3624" y="3497"/>
                  <a:pt x="3561" y="4442"/>
                </a:cubicBezTo>
                <a:cubicBezTo>
                  <a:pt x="2742" y="4631"/>
                  <a:pt x="1481" y="5072"/>
                  <a:pt x="1481" y="5923"/>
                </a:cubicBezTo>
                <a:cubicBezTo>
                  <a:pt x="1481" y="6679"/>
                  <a:pt x="2427" y="7120"/>
                  <a:pt x="3151" y="7309"/>
                </a:cubicBezTo>
                <a:lnTo>
                  <a:pt x="1954" y="9798"/>
                </a:lnTo>
                <a:lnTo>
                  <a:pt x="1828" y="9798"/>
                </a:lnTo>
                <a:cubicBezTo>
                  <a:pt x="851" y="9798"/>
                  <a:pt x="64" y="10239"/>
                  <a:pt x="64" y="10806"/>
                </a:cubicBezTo>
                <a:cubicBezTo>
                  <a:pt x="1" y="11373"/>
                  <a:pt x="725" y="11846"/>
                  <a:pt x="1765" y="11846"/>
                </a:cubicBezTo>
                <a:cubicBezTo>
                  <a:pt x="2679" y="11846"/>
                  <a:pt x="3498" y="11436"/>
                  <a:pt x="3498" y="10806"/>
                </a:cubicBezTo>
                <a:cubicBezTo>
                  <a:pt x="3498" y="10334"/>
                  <a:pt x="3057" y="10019"/>
                  <a:pt x="2584" y="9924"/>
                </a:cubicBezTo>
                <a:lnTo>
                  <a:pt x="3781" y="7498"/>
                </a:lnTo>
                <a:cubicBezTo>
                  <a:pt x="4317" y="7624"/>
                  <a:pt x="4947" y="7656"/>
                  <a:pt x="5577" y="7719"/>
                </a:cubicBezTo>
                <a:lnTo>
                  <a:pt x="5577" y="9830"/>
                </a:lnTo>
                <a:cubicBezTo>
                  <a:pt x="4947" y="9924"/>
                  <a:pt x="4222" y="10239"/>
                  <a:pt x="4222" y="10869"/>
                </a:cubicBezTo>
                <a:cubicBezTo>
                  <a:pt x="4222" y="11499"/>
                  <a:pt x="5041" y="11877"/>
                  <a:pt x="5955" y="11877"/>
                </a:cubicBezTo>
                <a:cubicBezTo>
                  <a:pt x="6837" y="11877"/>
                  <a:pt x="7688" y="11499"/>
                  <a:pt x="7688" y="10869"/>
                </a:cubicBezTo>
                <a:cubicBezTo>
                  <a:pt x="7688" y="10239"/>
                  <a:pt x="6932" y="9924"/>
                  <a:pt x="6302" y="9830"/>
                </a:cubicBezTo>
                <a:lnTo>
                  <a:pt x="6302" y="7719"/>
                </a:lnTo>
                <a:cubicBezTo>
                  <a:pt x="6932" y="7719"/>
                  <a:pt x="7562" y="7624"/>
                  <a:pt x="8097" y="7498"/>
                </a:cubicBezTo>
                <a:lnTo>
                  <a:pt x="9295" y="9924"/>
                </a:lnTo>
                <a:cubicBezTo>
                  <a:pt x="8822" y="10082"/>
                  <a:pt x="8381" y="10334"/>
                  <a:pt x="8381" y="10806"/>
                </a:cubicBezTo>
                <a:cubicBezTo>
                  <a:pt x="8381" y="11436"/>
                  <a:pt x="9200" y="11846"/>
                  <a:pt x="10114" y="11846"/>
                </a:cubicBezTo>
                <a:cubicBezTo>
                  <a:pt x="11090" y="11846"/>
                  <a:pt x="11878" y="11405"/>
                  <a:pt x="11878" y="10806"/>
                </a:cubicBezTo>
                <a:cubicBezTo>
                  <a:pt x="11878" y="10239"/>
                  <a:pt x="11153" y="9798"/>
                  <a:pt x="10114" y="9798"/>
                </a:cubicBezTo>
                <a:lnTo>
                  <a:pt x="9988" y="9798"/>
                </a:lnTo>
                <a:lnTo>
                  <a:pt x="8822" y="7309"/>
                </a:lnTo>
                <a:cubicBezTo>
                  <a:pt x="9515" y="7120"/>
                  <a:pt x="10460" y="6679"/>
                  <a:pt x="10460" y="5923"/>
                </a:cubicBezTo>
                <a:cubicBezTo>
                  <a:pt x="10460" y="5072"/>
                  <a:pt x="9200" y="4631"/>
                  <a:pt x="8381" y="4442"/>
                </a:cubicBezTo>
                <a:cubicBezTo>
                  <a:pt x="8350" y="3497"/>
                  <a:pt x="7782" y="2710"/>
                  <a:pt x="6995" y="2300"/>
                </a:cubicBezTo>
                <a:cubicBezTo>
                  <a:pt x="7247" y="2080"/>
                  <a:pt x="7341" y="1764"/>
                  <a:pt x="7341" y="1355"/>
                </a:cubicBezTo>
                <a:cubicBezTo>
                  <a:pt x="7341" y="630"/>
                  <a:pt x="6711" y="0"/>
                  <a:pt x="59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4730" name="Google Shape;14730;p83"/>
          <p:cNvGrpSpPr/>
          <p:nvPr/>
        </p:nvGrpSpPr>
        <p:grpSpPr>
          <a:xfrm>
            <a:off x="4866386" y="2670163"/>
            <a:ext cx="349457" cy="348542"/>
            <a:chOff x="3599700" y="1954475"/>
            <a:chExt cx="296175" cy="295400"/>
          </a:xfrm>
        </p:grpSpPr>
        <p:sp>
          <p:nvSpPr>
            <p:cNvPr id="14731" name="Google Shape;14731;p83"/>
            <p:cNvSpPr/>
            <p:nvPr/>
          </p:nvSpPr>
          <p:spPr>
            <a:xfrm>
              <a:off x="3599700" y="1954475"/>
              <a:ext cx="296175" cy="295400"/>
            </a:xfrm>
            <a:custGeom>
              <a:avLst/>
              <a:gdLst/>
              <a:ahLst/>
              <a:cxnLst/>
              <a:rect l="l" t="t" r="r" b="b"/>
              <a:pathLst>
                <a:path w="11847" h="11816" extrusionOk="0">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732" name="Google Shape;14732;p83"/>
            <p:cNvSpPr/>
            <p:nvPr/>
          </p:nvSpPr>
          <p:spPr>
            <a:xfrm>
              <a:off x="3825750" y="2075775"/>
              <a:ext cx="35450" cy="17350"/>
            </a:xfrm>
            <a:custGeom>
              <a:avLst/>
              <a:gdLst/>
              <a:ahLst/>
              <a:cxnLst/>
              <a:rect l="l" t="t" r="r" b="b"/>
              <a:pathLst>
                <a:path w="1418" h="694" extrusionOk="0">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733" name="Google Shape;14733;p83"/>
            <p:cNvSpPr/>
            <p:nvPr/>
          </p:nvSpPr>
          <p:spPr>
            <a:xfrm>
              <a:off x="3633550" y="2075775"/>
              <a:ext cx="35475" cy="17350"/>
            </a:xfrm>
            <a:custGeom>
              <a:avLst/>
              <a:gdLst/>
              <a:ahLst/>
              <a:cxnLst/>
              <a:rect l="l" t="t" r="r" b="b"/>
              <a:pathLst>
                <a:path w="1419" h="694" extrusionOk="0">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734" name="Google Shape;14734;p83"/>
          <p:cNvGrpSpPr/>
          <p:nvPr/>
        </p:nvGrpSpPr>
        <p:grpSpPr>
          <a:xfrm>
            <a:off x="4867316" y="3159626"/>
            <a:ext cx="347599" cy="347599"/>
            <a:chOff x="3601275" y="2319150"/>
            <a:chExt cx="294600" cy="294600"/>
          </a:xfrm>
        </p:grpSpPr>
        <p:sp>
          <p:nvSpPr>
            <p:cNvPr id="14735" name="Google Shape;14735;p83"/>
            <p:cNvSpPr/>
            <p:nvPr/>
          </p:nvSpPr>
          <p:spPr>
            <a:xfrm>
              <a:off x="3601275" y="2319150"/>
              <a:ext cx="294600" cy="294600"/>
            </a:xfrm>
            <a:custGeom>
              <a:avLst/>
              <a:gdLst/>
              <a:ahLst/>
              <a:cxnLst/>
              <a:rect l="l" t="t" r="r" b="b"/>
              <a:pathLst>
                <a:path w="11784" h="11784" extrusionOk="0">
                  <a:moveTo>
                    <a:pt x="8223" y="694"/>
                  </a:moveTo>
                  <a:cubicBezTo>
                    <a:pt x="8696" y="725"/>
                    <a:pt x="9168" y="914"/>
                    <a:pt x="9546" y="1198"/>
                  </a:cubicBezTo>
                  <a:lnTo>
                    <a:pt x="7057" y="3687"/>
                  </a:lnTo>
                  <a:cubicBezTo>
                    <a:pt x="6774" y="3498"/>
                    <a:pt x="6459" y="3340"/>
                    <a:pt x="6144" y="3245"/>
                  </a:cubicBezTo>
                  <a:lnTo>
                    <a:pt x="8223" y="694"/>
                  </a:lnTo>
                  <a:close/>
                  <a:moveTo>
                    <a:pt x="10523" y="1198"/>
                  </a:moveTo>
                  <a:cubicBezTo>
                    <a:pt x="10838" y="1576"/>
                    <a:pt x="11027" y="2111"/>
                    <a:pt x="11027" y="2615"/>
                  </a:cubicBezTo>
                  <a:lnTo>
                    <a:pt x="8286" y="4852"/>
                  </a:lnTo>
                  <a:lnTo>
                    <a:pt x="7561" y="4159"/>
                  </a:lnTo>
                  <a:lnTo>
                    <a:pt x="10523" y="1198"/>
                  </a:lnTo>
                  <a:close/>
                  <a:moveTo>
                    <a:pt x="5592" y="3923"/>
                  </a:moveTo>
                  <a:cubicBezTo>
                    <a:pt x="6033" y="3923"/>
                    <a:pt x="6474" y="4096"/>
                    <a:pt x="6805" y="4443"/>
                  </a:cubicBezTo>
                  <a:cubicBezTo>
                    <a:pt x="7498" y="5104"/>
                    <a:pt x="7498" y="6207"/>
                    <a:pt x="6805" y="6869"/>
                  </a:cubicBezTo>
                  <a:cubicBezTo>
                    <a:pt x="6474" y="7199"/>
                    <a:pt x="6033" y="7365"/>
                    <a:pt x="5592" y="7365"/>
                  </a:cubicBezTo>
                  <a:cubicBezTo>
                    <a:pt x="5151" y="7365"/>
                    <a:pt x="4710" y="7199"/>
                    <a:pt x="4379" y="6869"/>
                  </a:cubicBezTo>
                  <a:cubicBezTo>
                    <a:pt x="3718" y="6207"/>
                    <a:pt x="3718" y="5104"/>
                    <a:pt x="4379" y="4443"/>
                  </a:cubicBezTo>
                  <a:cubicBezTo>
                    <a:pt x="4710" y="4096"/>
                    <a:pt x="5151" y="3923"/>
                    <a:pt x="5592" y="3923"/>
                  </a:cubicBezTo>
                  <a:close/>
                  <a:moveTo>
                    <a:pt x="8034" y="5577"/>
                  </a:moveTo>
                  <a:lnTo>
                    <a:pt x="8191" y="5734"/>
                  </a:lnTo>
                  <a:cubicBezTo>
                    <a:pt x="8696" y="6270"/>
                    <a:pt x="9326" y="6742"/>
                    <a:pt x="10019" y="7058"/>
                  </a:cubicBezTo>
                  <a:lnTo>
                    <a:pt x="9420" y="7278"/>
                  </a:lnTo>
                  <a:cubicBezTo>
                    <a:pt x="9263" y="7310"/>
                    <a:pt x="9168" y="7467"/>
                    <a:pt x="9168" y="7593"/>
                  </a:cubicBezTo>
                  <a:lnTo>
                    <a:pt x="9168" y="8066"/>
                  </a:lnTo>
                  <a:cubicBezTo>
                    <a:pt x="8601" y="7814"/>
                    <a:pt x="8034" y="7467"/>
                    <a:pt x="7561" y="7058"/>
                  </a:cubicBezTo>
                  <a:cubicBezTo>
                    <a:pt x="7876" y="6648"/>
                    <a:pt x="8034" y="6175"/>
                    <a:pt x="8034" y="5608"/>
                  </a:cubicBezTo>
                  <a:lnTo>
                    <a:pt x="8034" y="5577"/>
                  </a:lnTo>
                  <a:close/>
                  <a:moveTo>
                    <a:pt x="3245" y="6081"/>
                  </a:moveTo>
                  <a:cubicBezTo>
                    <a:pt x="3308" y="6427"/>
                    <a:pt x="3466" y="6806"/>
                    <a:pt x="3655" y="7058"/>
                  </a:cubicBezTo>
                  <a:lnTo>
                    <a:pt x="1197" y="9546"/>
                  </a:lnTo>
                  <a:cubicBezTo>
                    <a:pt x="882" y="9200"/>
                    <a:pt x="662" y="8696"/>
                    <a:pt x="630" y="8160"/>
                  </a:cubicBezTo>
                  <a:lnTo>
                    <a:pt x="3245" y="6081"/>
                  </a:lnTo>
                  <a:close/>
                  <a:moveTo>
                    <a:pt x="7057" y="7593"/>
                  </a:moveTo>
                  <a:cubicBezTo>
                    <a:pt x="7435" y="8066"/>
                    <a:pt x="7813" y="8601"/>
                    <a:pt x="8034" y="9200"/>
                  </a:cubicBezTo>
                  <a:lnTo>
                    <a:pt x="7561" y="9200"/>
                  </a:lnTo>
                  <a:cubicBezTo>
                    <a:pt x="7404" y="9200"/>
                    <a:pt x="7278" y="9263"/>
                    <a:pt x="7246" y="9420"/>
                  </a:cubicBezTo>
                  <a:lnTo>
                    <a:pt x="7057" y="10019"/>
                  </a:lnTo>
                  <a:cubicBezTo>
                    <a:pt x="6742" y="9357"/>
                    <a:pt x="6270" y="8727"/>
                    <a:pt x="5766" y="8223"/>
                  </a:cubicBezTo>
                  <a:lnTo>
                    <a:pt x="5608" y="8066"/>
                  </a:lnTo>
                  <a:lnTo>
                    <a:pt x="5640" y="8066"/>
                  </a:lnTo>
                  <a:cubicBezTo>
                    <a:pt x="6144" y="8066"/>
                    <a:pt x="6648" y="7877"/>
                    <a:pt x="7057" y="7593"/>
                  </a:cubicBezTo>
                  <a:close/>
                  <a:moveTo>
                    <a:pt x="4096" y="7625"/>
                  </a:moveTo>
                  <a:lnTo>
                    <a:pt x="4820" y="8318"/>
                  </a:lnTo>
                  <a:lnTo>
                    <a:pt x="2552" y="11090"/>
                  </a:lnTo>
                  <a:cubicBezTo>
                    <a:pt x="2048" y="11059"/>
                    <a:pt x="1575" y="10901"/>
                    <a:pt x="1134" y="10586"/>
                  </a:cubicBezTo>
                  <a:lnTo>
                    <a:pt x="4096" y="7625"/>
                  </a:lnTo>
                  <a:close/>
                  <a:moveTo>
                    <a:pt x="8160" y="0"/>
                  </a:moveTo>
                  <a:cubicBezTo>
                    <a:pt x="8034" y="0"/>
                    <a:pt x="7971" y="63"/>
                    <a:pt x="7876" y="126"/>
                  </a:cubicBezTo>
                  <a:lnTo>
                    <a:pt x="5356" y="3245"/>
                  </a:lnTo>
                  <a:cubicBezTo>
                    <a:pt x="4852" y="3308"/>
                    <a:pt x="4348" y="3529"/>
                    <a:pt x="3938" y="3970"/>
                  </a:cubicBezTo>
                  <a:cubicBezTo>
                    <a:pt x="3592" y="4317"/>
                    <a:pt x="3340" y="4758"/>
                    <a:pt x="3277" y="5262"/>
                  </a:cubicBezTo>
                  <a:lnTo>
                    <a:pt x="126" y="7782"/>
                  </a:lnTo>
                  <a:cubicBezTo>
                    <a:pt x="32" y="7845"/>
                    <a:pt x="0" y="7940"/>
                    <a:pt x="0" y="8066"/>
                  </a:cubicBezTo>
                  <a:cubicBezTo>
                    <a:pt x="0" y="8790"/>
                    <a:pt x="284" y="9546"/>
                    <a:pt x="756" y="10114"/>
                  </a:cubicBezTo>
                  <a:lnTo>
                    <a:pt x="473" y="10366"/>
                  </a:lnTo>
                  <a:cubicBezTo>
                    <a:pt x="410" y="10460"/>
                    <a:pt x="347" y="10523"/>
                    <a:pt x="347" y="10618"/>
                  </a:cubicBezTo>
                  <a:cubicBezTo>
                    <a:pt x="347" y="10681"/>
                    <a:pt x="410" y="10807"/>
                    <a:pt x="473" y="10838"/>
                  </a:cubicBezTo>
                  <a:cubicBezTo>
                    <a:pt x="1103" y="11468"/>
                    <a:pt x="1922" y="11783"/>
                    <a:pt x="2804" y="11783"/>
                  </a:cubicBezTo>
                  <a:cubicBezTo>
                    <a:pt x="2930" y="11783"/>
                    <a:pt x="2993" y="11752"/>
                    <a:pt x="3088" y="11657"/>
                  </a:cubicBezTo>
                  <a:lnTo>
                    <a:pt x="5388" y="8790"/>
                  </a:lnTo>
                  <a:cubicBezTo>
                    <a:pt x="6018" y="9452"/>
                    <a:pt x="6553" y="10303"/>
                    <a:pt x="6805" y="11153"/>
                  </a:cubicBezTo>
                  <a:cubicBezTo>
                    <a:pt x="6868" y="11311"/>
                    <a:pt x="7026" y="11405"/>
                    <a:pt x="7120" y="11405"/>
                  </a:cubicBezTo>
                  <a:cubicBezTo>
                    <a:pt x="7278" y="11405"/>
                    <a:pt x="7404" y="11311"/>
                    <a:pt x="7435" y="11153"/>
                  </a:cubicBezTo>
                  <a:lnTo>
                    <a:pt x="7845" y="9924"/>
                  </a:lnTo>
                  <a:lnTo>
                    <a:pt x="8601" y="9924"/>
                  </a:lnTo>
                  <a:cubicBezTo>
                    <a:pt x="8696" y="9924"/>
                    <a:pt x="8790" y="9893"/>
                    <a:pt x="8853" y="9767"/>
                  </a:cubicBezTo>
                  <a:cubicBezTo>
                    <a:pt x="8948" y="9704"/>
                    <a:pt x="8948" y="9578"/>
                    <a:pt x="8916" y="9452"/>
                  </a:cubicBezTo>
                  <a:cubicBezTo>
                    <a:pt x="8790" y="9137"/>
                    <a:pt x="8664" y="8822"/>
                    <a:pt x="8507" y="8507"/>
                  </a:cubicBezTo>
                  <a:lnTo>
                    <a:pt x="8507" y="8507"/>
                  </a:lnTo>
                  <a:cubicBezTo>
                    <a:pt x="8822" y="8664"/>
                    <a:pt x="9137" y="8790"/>
                    <a:pt x="9452" y="8916"/>
                  </a:cubicBezTo>
                  <a:cubicBezTo>
                    <a:pt x="9489" y="8926"/>
                    <a:pt x="9526" y="8929"/>
                    <a:pt x="9561" y="8929"/>
                  </a:cubicBezTo>
                  <a:cubicBezTo>
                    <a:pt x="9646" y="8929"/>
                    <a:pt x="9722" y="8907"/>
                    <a:pt x="9767" y="8885"/>
                  </a:cubicBezTo>
                  <a:cubicBezTo>
                    <a:pt x="9861" y="8790"/>
                    <a:pt x="9924" y="8727"/>
                    <a:pt x="9924" y="8601"/>
                  </a:cubicBezTo>
                  <a:lnTo>
                    <a:pt x="9924" y="7845"/>
                  </a:lnTo>
                  <a:lnTo>
                    <a:pt x="11153" y="7467"/>
                  </a:lnTo>
                  <a:cubicBezTo>
                    <a:pt x="11310" y="7404"/>
                    <a:pt x="11373" y="7247"/>
                    <a:pt x="11373" y="7152"/>
                  </a:cubicBezTo>
                  <a:cubicBezTo>
                    <a:pt x="11373" y="6995"/>
                    <a:pt x="11310" y="6869"/>
                    <a:pt x="11153" y="6837"/>
                  </a:cubicBezTo>
                  <a:cubicBezTo>
                    <a:pt x="10271" y="6553"/>
                    <a:pt x="9452" y="6049"/>
                    <a:pt x="8790" y="5419"/>
                  </a:cubicBezTo>
                  <a:lnTo>
                    <a:pt x="11657" y="3088"/>
                  </a:lnTo>
                  <a:cubicBezTo>
                    <a:pt x="11689" y="2962"/>
                    <a:pt x="11783" y="2867"/>
                    <a:pt x="11783" y="2773"/>
                  </a:cubicBezTo>
                  <a:cubicBezTo>
                    <a:pt x="11783" y="1922"/>
                    <a:pt x="11436" y="1072"/>
                    <a:pt x="10838" y="442"/>
                  </a:cubicBezTo>
                  <a:cubicBezTo>
                    <a:pt x="10775" y="379"/>
                    <a:pt x="10688" y="347"/>
                    <a:pt x="10602" y="347"/>
                  </a:cubicBezTo>
                  <a:cubicBezTo>
                    <a:pt x="10515" y="347"/>
                    <a:pt x="10428" y="379"/>
                    <a:pt x="10365" y="442"/>
                  </a:cubicBezTo>
                  <a:lnTo>
                    <a:pt x="10082" y="725"/>
                  </a:lnTo>
                  <a:cubicBezTo>
                    <a:pt x="9546" y="284"/>
                    <a:pt x="8853" y="0"/>
                    <a:pt x="81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736" name="Google Shape;14736;p83"/>
            <p:cNvSpPr/>
            <p:nvPr/>
          </p:nvSpPr>
          <p:spPr>
            <a:xfrm>
              <a:off x="3713900" y="2434350"/>
              <a:ext cx="55950" cy="52200"/>
            </a:xfrm>
            <a:custGeom>
              <a:avLst/>
              <a:gdLst/>
              <a:ahLst/>
              <a:cxnLst/>
              <a:rect l="l" t="t" r="r" b="b"/>
              <a:pathLst>
                <a:path w="2238" h="2088" extrusionOk="0">
                  <a:moveTo>
                    <a:pt x="1087" y="685"/>
                  </a:moveTo>
                  <a:cubicBezTo>
                    <a:pt x="1174" y="685"/>
                    <a:pt x="1261" y="717"/>
                    <a:pt x="1324" y="780"/>
                  </a:cubicBezTo>
                  <a:cubicBezTo>
                    <a:pt x="1450" y="874"/>
                    <a:pt x="1450" y="1126"/>
                    <a:pt x="1324" y="1252"/>
                  </a:cubicBezTo>
                  <a:cubicBezTo>
                    <a:pt x="1261" y="1300"/>
                    <a:pt x="1174" y="1323"/>
                    <a:pt x="1087" y="1323"/>
                  </a:cubicBezTo>
                  <a:cubicBezTo>
                    <a:pt x="1001" y="1323"/>
                    <a:pt x="914" y="1300"/>
                    <a:pt x="851" y="1252"/>
                  </a:cubicBezTo>
                  <a:cubicBezTo>
                    <a:pt x="725" y="1126"/>
                    <a:pt x="725" y="937"/>
                    <a:pt x="851" y="780"/>
                  </a:cubicBezTo>
                  <a:cubicBezTo>
                    <a:pt x="914" y="717"/>
                    <a:pt x="1001" y="685"/>
                    <a:pt x="1087" y="685"/>
                  </a:cubicBezTo>
                  <a:close/>
                  <a:moveTo>
                    <a:pt x="1115" y="0"/>
                  </a:moveTo>
                  <a:cubicBezTo>
                    <a:pt x="851" y="0"/>
                    <a:pt x="583" y="102"/>
                    <a:pt x="378" y="307"/>
                  </a:cubicBezTo>
                  <a:cubicBezTo>
                    <a:pt x="0" y="685"/>
                    <a:pt x="0" y="1347"/>
                    <a:pt x="378" y="1756"/>
                  </a:cubicBezTo>
                  <a:cubicBezTo>
                    <a:pt x="583" y="1977"/>
                    <a:pt x="851" y="2087"/>
                    <a:pt x="1115" y="2087"/>
                  </a:cubicBezTo>
                  <a:cubicBezTo>
                    <a:pt x="1379" y="2087"/>
                    <a:pt x="1639" y="1977"/>
                    <a:pt x="1828" y="1756"/>
                  </a:cubicBezTo>
                  <a:cubicBezTo>
                    <a:pt x="2237" y="1347"/>
                    <a:pt x="2237" y="685"/>
                    <a:pt x="1828" y="307"/>
                  </a:cubicBezTo>
                  <a:cubicBezTo>
                    <a:pt x="1639" y="102"/>
                    <a:pt x="1379" y="0"/>
                    <a:pt x="11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4737" name="Google Shape;14737;p83"/>
          <p:cNvSpPr/>
          <p:nvPr/>
        </p:nvSpPr>
        <p:spPr>
          <a:xfrm>
            <a:off x="4866749" y="3608425"/>
            <a:ext cx="348542" cy="348513"/>
          </a:xfrm>
          <a:custGeom>
            <a:avLst/>
            <a:gdLst/>
            <a:ahLst/>
            <a:cxnLst/>
            <a:rect l="l" t="t" r="r" b="b"/>
            <a:pathLst>
              <a:path w="11816" h="11815" extrusionOk="0">
                <a:moveTo>
                  <a:pt x="6207" y="693"/>
                </a:moveTo>
                <a:cubicBezTo>
                  <a:pt x="7877" y="819"/>
                  <a:pt x="9326" y="1670"/>
                  <a:pt x="10208" y="2993"/>
                </a:cubicBezTo>
                <a:lnTo>
                  <a:pt x="6207" y="5293"/>
                </a:lnTo>
                <a:lnTo>
                  <a:pt x="6207" y="693"/>
                </a:lnTo>
                <a:close/>
                <a:moveTo>
                  <a:pt x="10555" y="3623"/>
                </a:moveTo>
                <a:cubicBezTo>
                  <a:pt x="10901" y="4316"/>
                  <a:pt x="11090" y="5104"/>
                  <a:pt x="11090" y="5923"/>
                </a:cubicBezTo>
                <a:cubicBezTo>
                  <a:pt x="11090" y="7026"/>
                  <a:pt x="10744" y="8097"/>
                  <a:pt x="10114" y="8979"/>
                </a:cubicBezTo>
                <a:lnTo>
                  <a:pt x="6491" y="5986"/>
                </a:lnTo>
                <a:lnTo>
                  <a:pt x="10555" y="3623"/>
                </a:lnTo>
                <a:close/>
                <a:moveTo>
                  <a:pt x="5546" y="693"/>
                </a:moveTo>
                <a:lnTo>
                  <a:pt x="5546" y="5892"/>
                </a:lnTo>
                <a:cubicBezTo>
                  <a:pt x="5546" y="6018"/>
                  <a:pt x="5577" y="6081"/>
                  <a:pt x="5672" y="6175"/>
                </a:cubicBezTo>
                <a:lnTo>
                  <a:pt x="9673" y="9483"/>
                </a:lnTo>
                <a:cubicBezTo>
                  <a:pt x="8728" y="10491"/>
                  <a:pt x="7373" y="11121"/>
                  <a:pt x="5892" y="11121"/>
                </a:cubicBezTo>
                <a:cubicBezTo>
                  <a:pt x="3025" y="11121"/>
                  <a:pt x="662" y="8822"/>
                  <a:pt x="662" y="5892"/>
                </a:cubicBezTo>
                <a:cubicBezTo>
                  <a:pt x="662" y="3151"/>
                  <a:pt x="2836" y="851"/>
                  <a:pt x="5546" y="693"/>
                </a:cubicBezTo>
                <a:close/>
                <a:moveTo>
                  <a:pt x="5892" y="0"/>
                </a:moveTo>
                <a:cubicBezTo>
                  <a:pt x="2647" y="0"/>
                  <a:pt x="1" y="2615"/>
                  <a:pt x="1" y="5892"/>
                </a:cubicBezTo>
                <a:cubicBezTo>
                  <a:pt x="1" y="9168"/>
                  <a:pt x="2647" y="11814"/>
                  <a:pt x="5892" y="11814"/>
                </a:cubicBezTo>
                <a:cubicBezTo>
                  <a:pt x="9169" y="11814"/>
                  <a:pt x="11815" y="9168"/>
                  <a:pt x="11815" y="5892"/>
                </a:cubicBezTo>
                <a:cubicBezTo>
                  <a:pt x="11815" y="2678"/>
                  <a:pt x="9137"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4738" name="Google Shape;14738;p83"/>
          <p:cNvGrpSpPr/>
          <p:nvPr/>
        </p:nvGrpSpPr>
        <p:grpSpPr>
          <a:xfrm>
            <a:off x="7087019" y="2669721"/>
            <a:ext cx="328071" cy="349427"/>
            <a:chOff x="5421475" y="1945825"/>
            <a:chExt cx="278050" cy="296150"/>
          </a:xfrm>
        </p:grpSpPr>
        <p:sp>
          <p:nvSpPr>
            <p:cNvPr id="14739" name="Google Shape;14739;p83"/>
            <p:cNvSpPr/>
            <p:nvPr/>
          </p:nvSpPr>
          <p:spPr>
            <a:xfrm>
              <a:off x="5472650" y="1999375"/>
              <a:ext cx="172525" cy="242600"/>
            </a:xfrm>
            <a:custGeom>
              <a:avLst/>
              <a:gdLst/>
              <a:ahLst/>
              <a:cxnLst/>
              <a:rect l="l" t="t" r="r" b="b"/>
              <a:pathLst>
                <a:path w="6901" h="9704" extrusionOk="0">
                  <a:moveTo>
                    <a:pt x="1765" y="1355"/>
                  </a:moveTo>
                  <a:cubicBezTo>
                    <a:pt x="1986" y="1355"/>
                    <a:pt x="2143" y="1513"/>
                    <a:pt x="2143" y="1702"/>
                  </a:cubicBezTo>
                  <a:lnTo>
                    <a:pt x="2143" y="2048"/>
                  </a:lnTo>
                  <a:lnTo>
                    <a:pt x="1765" y="2048"/>
                  </a:lnTo>
                  <a:cubicBezTo>
                    <a:pt x="1671" y="2048"/>
                    <a:pt x="1545" y="2048"/>
                    <a:pt x="1419" y="2111"/>
                  </a:cubicBezTo>
                  <a:lnTo>
                    <a:pt x="1419" y="1702"/>
                  </a:lnTo>
                  <a:cubicBezTo>
                    <a:pt x="1419" y="1513"/>
                    <a:pt x="1576" y="1355"/>
                    <a:pt x="1765" y="1355"/>
                  </a:cubicBezTo>
                  <a:close/>
                  <a:moveTo>
                    <a:pt x="3151" y="631"/>
                  </a:moveTo>
                  <a:cubicBezTo>
                    <a:pt x="3341" y="631"/>
                    <a:pt x="3498" y="788"/>
                    <a:pt x="3498" y="1009"/>
                  </a:cubicBezTo>
                  <a:lnTo>
                    <a:pt x="3498" y="2111"/>
                  </a:lnTo>
                  <a:cubicBezTo>
                    <a:pt x="3404" y="2048"/>
                    <a:pt x="3277" y="2017"/>
                    <a:pt x="3151" y="2017"/>
                  </a:cubicBezTo>
                  <a:lnTo>
                    <a:pt x="2805" y="2017"/>
                  </a:lnTo>
                  <a:lnTo>
                    <a:pt x="2805" y="1009"/>
                  </a:lnTo>
                  <a:cubicBezTo>
                    <a:pt x="2805" y="788"/>
                    <a:pt x="2962" y="631"/>
                    <a:pt x="3151" y="631"/>
                  </a:cubicBezTo>
                  <a:close/>
                  <a:moveTo>
                    <a:pt x="4538" y="1355"/>
                  </a:moveTo>
                  <a:cubicBezTo>
                    <a:pt x="4727" y="1355"/>
                    <a:pt x="4884" y="1513"/>
                    <a:pt x="4884" y="1702"/>
                  </a:cubicBezTo>
                  <a:lnTo>
                    <a:pt x="4884" y="3088"/>
                  </a:lnTo>
                  <a:cubicBezTo>
                    <a:pt x="4884" y="3277"/>
                    <a:pt x="4727" y="3435"/>
                    <a:pt x="4538" y="3435"/>
                  </a:cubicBezTo>
                  <a:cubicBezTo>
                    <a:pt x="4349" y="3435"/>
                    <a:pt x="4191" y="3277"/>
                    <a:pt x="4191" y="3088"/>
                  </a:cubicBezTo>
                  <a:lnTo>
                    <a:pt x="4191" y="1702"/>
                  </a:lnTo>
                  <a:cubicBezTo>
                    <a:pt x="4191" y="1513"/>
                    <a:pt x="4349" y="1355"/>
                    <a:pt x="4538" y="1355"/>
                  </a:cubicBezTo>
                  <a:close/>
                  <a:moveTo>
                    <a:pt x="5924" y="2017"/>
                  </a:moveTo>
                  <a:cubicBezTo>
                    <a:pt x="6113" y="2017"/>
                    <a:pt x="6270" y="2174"/>
                    <a:pt x="6270" y="2363"/>
                  </a:cubicBezTo>
                  <a:lnTo>
                    <a:pt x="6270" y="3088"/>
                  </a:lnTo>
                  <a:cubicBezTo>
                    <a:pt x="6270" y="3277"/>
                    <a:pt x="6113" y="3435"/>
                    <a:pt x="5924" y="3435"/>
                  </a:cubicBezTo>
                  <a:cubicBezTo>
                    <a:pt x="5703" y="3435"/>
                    <a:pt x="5546" y="3277"/>
                    <a:pt x="5546" y="3088"/>
                  </a:cubicBezTo>
                  <a:lnTo>
                    <a:pt x="5546" y="2363"/>
                  </a:lnTo>
                  <a:cubicBezTo>
                    <a:pt x="5546" y="2174"/>
                    <a:pt x="5703" y="2017"/>
                    <a:pt x="5924" y="2017"/>
                  </a:cubicBezTo>
                  <a:close/>
                  <a:moveTo>
                    <a:pt x="3120" y="2741"/>
                  </a:moveTo>
                  <a:cubicBezTo>
                    <a:pt x="3309" y="2741"/>
                    <a:pt x="3467" y="2899"/>
                    <a:pt x="3467" y="3088"/>
                  </a:cubicBezTo>
                  <a:cubicBezTo>
                    <a:pt x="3467" y="3277"/>
                    <a:pt x="3309" y="3435"/>
                    <a:pt x="3120" y="3435"/>
                  </a:cubicBezTo>
                  <a:lnTo>
                    <a:pt x="1734" y="3435"/>
                  </a:lnTo>
                  <a:cubicBezTo>
                    <a:pt x="1545" y="3435"/>
                    <a:pt x="1387" y="3592"/>
                    <a:pt x="1387" y="3781"/>
                  </a:cubicBezTo>
                  <a:cubicBezTo>
                    <a:pt x="1387" y="4002"/>
                    <a:pt x="1545" y="4159"/>
                    <a:pt x="1734" y="4159"/>
                  </a:cubicBezTo>
                  <a:cubicBezTo>
                    <a:pt x="2679" y="4159"/>
                    <a:pt x="3467" y="4947"/>
                    <a:pt x="3467" y="5892"/>
                  </a:cubicBezTo>
                  <a:cubicBezTo>
                    <a:pt x="3467" y="6081"/>
                    <a:pt x="3624" y="6238"/>
                    <a:pt x="3845" y="6238"/>
                  </a:cubicBezTo>
                  <a:cubicBezTo>
                    <a:pt x="4034" y="6238"/>
                    <a:pt x="4191" y="6081"/>
                    <a:pt x="4191" y="5892"/>
                  </a:cubicBezTo>
                  <a:cubicBezTo>
                    <a:pt x="4191" y="5167"/>
                    <a:pt x="3876" y="4537"/>
                    <a:pt x="3435" y="4096"/>
                  </a:cubicBezTo>
                  <a:cubicBezTo>
                    <a:pt x="3593" y="4065"/>
                    <a:pt x="3750" y="4002"/>
                    <a:pt x="3876" y="3876"/>
                  </a:cubicBezTo>
                  <a:cubicBezTo>
                    <a:pt x="4065" y="4033"/>
                    <a:pt x="4317" y="4159"/>
                    <a:pt x="4569" y="4159"/>
                  </a:cubicBezTo>
                  <a:cubicBezTo>
                    <a:pt x="4853" y="4159"/>
                    <a:pt x="5073" y="4033"/>
                    <a:pt x="5294" y="3876"/>
                  </a:cubicBezTo>
                  <a:cubicBezTo>
                    <a:pt x="5483" y="4033"/>
                    <a:pt x="5703" y="4159"/>
                    <a:pt x="5987" y="4159"/>
                  </a:cubicBezTo>
                  <a:cubicBezTo>
                    <a:pt x="6113" y="4159"/>
                    <a:pt x="6239" y="4096"/>
                    <a:pt x="6333" y="4065"/>
                  </a:cubicBezTo>
                  <a:lnTo>
                    <a:pt x="6333" y="5167"/>
                  </a:lnTo>
                  <a:cubicBezTo>
                    <a:pt x="6333" y="5923"/>
                    <a:pt x="5861" y="6554"/>
                    <a:pt x="5199" y="6774"/>
                  </a:cubicBezTo>
                  <a:cubicBezTo>
                    <a:pt x="5042" y="6837"/>
                    <a:pt x="4979" y="6995"/>
                    <a:pt x="4979" y="7089"/>
                  </a:cubicBezTo>
                  <a:lnTo>
                    <a:pt x="4979" y="7562"/>
                  </a:lnTo>
                  <a:lnTo>
                    <a:pt x="2206" y="7562"/>
                  </a:lnTo>
                  <a:lnTo>
                    <a:pt x="2206" y="7089"/>
                  </a:lnTo>
                  <a:cubicBezTo>
                    <a:pt x="2206" y="6932"/>
                    <a:pt x="2143" y="6837"/>
                    <a:pt x="1986" y="6774"/>
                  </a:cubicBezTo>
                  <a:cubicBezTo>
                    <a:pt x="1261" y="6554"/>
                    <a:pt x="820" y="5892"/>
                    <a:pt x="820" y="5167"/>
                  </a:cubicBezTo>
                  <a:lnTo>
                    <a:pt x="820" y="3750"/>
                  </a:lnTo>
                  <a:lnTo>
                    <a:pt x="726" y="3750"/>
                  </a:lnTo>
                  <a:cubicBezTo>
                    <a:pt x="726" y="3151"/>
                    <a:pt x="1198" y="2741"/>
                    <a:pt x="1734" y="2741"/>
                  </a:cubicBezTo>
                  <a:close/>
                  <a:moveTo>
                    <a:pt x="5199" y="8286"/>
                  </a:moveTo>
                  <a:cubicBezTo>
                    <a:pt x="5388" y="8286"/>
                    <a:pt x="5546" y="8444"/>
                    <a:pt x="5546" y="8633"/>
                  </a:cubicBezTo>
                  <a:lnTo>
                    <a:pt x="5546" y="8979"/>
                  </a:lnTo>
                  <a:lnTo>
                    <a:pt x="1387" y="8979"/>
                  </a:lnTo>
                  <a:lnTo>
                    <a:pt x="1387" y="8633"/>
                  </a:lnTo>
                  <a:cubicBezTo>
                    <a:pt x="1387" y="8444"/>
                    <a:pt x="1545" y="8286"/>
                    <a:pt x="1734" y="8286"/>
                  </a:cubicBezTo>
                  <a:close/>
                  <a:moveTo>
                    <a:pt x="3120" y="1"/>
                  </a:moveTo>
                  <a:cubicBezTo>
                    <a:pt x="2647" y="1"/>
                    <a:pt x="2269" y="316"/>
                    <a:pt x="2143" y="757"/>
                  </a:cubicBezTo>
                  <a:cubicBezTo>
                    <a:pt x="2017" y="725"/>
                    <a:pt x="1891" y="694"/>
                    <a:pt x="1734" y="694"/>
                  </a:cubicBezTo>
                  <a:cubicBezTo>
                    <a:pt x="1167" y="694"/>
                    <a:pt x="726" y="1166"/>
                    <a:pt x="726" y="1702"/>
                  </a:cubicBezTo>
                  <a:lnTo>
                    <a:pt x="726" y="2426"/>
                  </a:lnTo>
                  <a:cubicBezTo>
                    <a:pt x="285" y="2678"/>
                    <a:pt x="1" y="3214"/>
                    <a:pt x="1" y="3750"/>
                  </a:cubicBezTo>
                  <a:lnTo>
                    <a:pt x="1" y="5136"/>
                  </a:lnTo>
                  <a:cubicBezTo>
                    <a:pt x="1" y="6081"/>
                    <a:pt x="568" y="6932"/>
                    <a:pt x="1387" y="7341"/>
                  </a:cubicBezTo>
                  <a:lnTo>
                    <a:pt x="1387" y="7656"/>
                  </a:lnTo>
                  <a:cubicBezTo>
                    <a:pt x="1009" y="7814"/>
                    <a:pt x="694" y="8160"/>
                    <a:pt x="694" y="8633"/>
                  </a:cubicBezTo>
                  <a:lnTo>
                    <a:pt x="694" y="9357"/>
                  </a:lnTo>
                  <a:cubicBezTo>
                    <a:pt x="694" y="9546"/>
                    <a:pt x="852" y="9704"/>
                    <a:pt x="1041" y="9704"/>
                  </a:cubicBezTo>
                  <a:lnTo>
                    <a:pt x="5892" y="9704"/>
                  </a:lnTo>
                  <a:cubicBezTo>
                    <a:pt x="6081" y="9704"/>
                    <a:pt x="6239" y="9546"/>
                    <a:pt x="6239" y="9357"/>
                  </a:cubicBezTo>
                  <a:lnTo>
                    <a:pt x="6239" y="8633"/>
                  </a:lnTo>
                  <a:cubicBezTo>
                    <a:pt x="6239" y="8192"/>
                    <a:pt x="5955" y="7814"/>
                    <a:pt x="5514" y="7656"/>
                  </a:cubicBezTo>
                  <a:lnTo>
                    <a:pt x="5514" y="7341"/>
                  </a:lnTo>
                  <a:cubicBezTo>
                    <a:pt x="6365" y="6932"/>
                    <a:pt x="6901" y="6081"/>
                    <a:pt x="6901" y="5136"/>
                  </a:cubicBezTo>
                  <a:lnTo>
                    <a:pt x="6901" y="2363"/>
                  </a:lnTo>
                  <a:cubicBezTo>
                    <a:pt x="6901" y="1796"/>
                    <a:pt x="6428" y="1355"/>
                    <a:pt x="5892" y="1355"/>
                  </a:cubicBezTo>
                  <a:cubicBezTo>
                    <a:pt x="5766" y="1355"/>
                    <a:pt x="5609" y="1387"/>
                    <a:pt x="5483" y="1418"/>
                  </a:cubicBezTo>
                  <a:cubicBezTo>
                    <a:pt x="5357" y="1009"/>
                    <a:pt x="4979" y="694"/>
                    <a:pt x="4506" y="694"/>
                  </a:cubicBezTo>
                  <a:cubicBezTo>
                    <a:pt x="4380" y="694"/>
                    <a:pt x="4223" y="725"/>
                    <a:pt x="4097" y="757"/>
                  </a:cubicBezTo>
                  <a:cubicBezTo>
                    <a:pt x="4002" y="316"/>
                    <a:pt x="3593" y="1"/>
                    <a:pt x="3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740" name="Google Shape;14740;p83"/>
            <p:cNvSpPr/>
            <p:nvPr/>
          </p:nvSpPr>
          <p:spPr>
            <a:xfrm>
              <a:off x="5559300" y="1945825"/>
              <a:ext cx="18150" cy="44125"/>
            </a:xfrm>
            <a:custGeom>
              <a:avLst/>
              <a:gdLst/>
              <a:ahLst/>
              <a:cxnLst/>
              <a:rect l="l" t="t" r="r" b="b"/>
              <a:pathLst>
                <a:path w="726" h="1765" extrusionOk="0">
                  <a:moveTo>
                    <a:pt x="379" y="0"/>
                  </a:moveTo>
                  <a:cubicBezTo>
                    <a:pt x="158" y="0"/>
                    <a:pt x="1" y="158"/>
                    <a:pt x="1" y="347"/>
                  </a:cubicBezTo>
                  <a:lnTo>
                    <a:pt x="1" y="1418"/>
                  </a:lnTo>
                  <a:cubicBezTo>
                    <a:pt x="1" y="1607"/>
                    <a:pt x="158" y="1764"/>
                    <a:pt x="379" y="1764"/>
                  </a:cubicBezTo>
                  <a:cubicBezTo>
                    <a:pt x="568" y="1764"/>
                    <a:pt x="725" y="1607"/>
                    <a:pt x="725" y="1418"/>
                  </a:cubicBezTo>
                  <a:lnTo>
                    <a:pt x="725" y="347"/>
                  </a:ln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741" name="Google Shape;14741;p83"/>
            <p:cNvSpPr/>
            <p:nvPr/>
          </p:nvSpPr>
          <p:spPr>
            <a:xfrm>
              <a:off x="5611275" y="1963925"/>
              <a:ext cx="35475" cy="34500"/>
            </a:xfrm>
            <a:custGeom>
              <a:avLst/>
              <a:gdLst/>
              <a:ahLst/>
              <a:cxnLst/>
              <a:rect l="l" t="t" r="r" b="b"/>
              <a:pathLst>
                <a:path w="1419" h="1380" extrusionOk="0">
                  <a:moveTo>
                    <a:pt x="1076" y="1"/>
                  </a:moveTo>
                  <a:cubicBezTo>
                    <a:pt x="985" y="1"/>
                    <a:pt x="899" y="32"/>
                    <a:pt x="851" y="95"/>
                  </a:cubicBezTo>
                  <a:lnTo>
                    <a:pt x="127" y="788"/>
                  </a:lnTo>
                  <a:cubicBezTo>
                    <a:pt x="1" y="914"/>
                    <a:pt x="1" y="1166"/>
                    <a:pt x="127" y="1261"/>
                  </a:cubicBezTo>
                  <a:cubicBezTo>
                    <a:pt x="190" y="1340"/>
                    <a:pt x="284" y="1379"/>
                    <a:pt x="375" y="1379"/>
                  </a:cubicBezTo>
                  <a:cubicBezTo>
                    <a:pt x="466" y="1379"/>
                    <a:pt x="552" y="1340"/>
                    <a:pt x="599" y="1261"/>
                  </a:cubicBezTo>
                  <a:lnTo>
                    <a:pt x="1324" y="568"/>
                  </a:lnTo>
                  <a:cubicBezTo>
                    <a:pt x="1419" y="442"/>
                    <a:pt x="1419" y="221"/>
                    <a:pt x="1324" y="95"/>
                  </a:cubicBezTo>
                  <a:cubicBezTo>
                    <a:pt x="1261" y="32"/>
                    <a:pt x="1167" y="1"/>
                    <a:pt x="10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742" name="Google Shape;14742;p83"/>
            <p:cNvSpPr/>
            <p:nvPr/>
          </p:nvSpPr>
          <p:spPr>
            <a:xfrm>
              <a:off x="5664050" y="2067900"/>
              <a:ext cx="35475" cy="17350"/>
            </a:xfrm>
            <a:custGeom>
              <a:avLst/>
              <a:gdLst/>
              <a:ahLst/>
              <a:cxnLst/>
              <a:rect l="l" t="t" r="r" b="b"/>
              <a:pathLst>
                <a:path w="1419" h="694" extrusionOk="0">
                  <a:moveTo>
                    <a:pt x="347" y="0"/>
                  </a:moveTo>
                  <a:cubicBezTo>
                    <a:pt x="158" y="0"/>
                    <a:pt x="1" y="158"/>
                    <a:pt x="1" y="347"/>
                  </a:cubicBezTo>
                  <a:cubicBezTo>
                    <a:pt x="1" y="536"/>
                    <a:pt x="158" y="694"/>
                    <a:pt x="347" y="694"/>
                  </a:cubicBezTo>
                  <a:lnTo>
                    <a:pt x="1040" y="694"/>
                  </a:lnTo>
                  <a:cubicBezTo>
                    <a:pt x="1261" y="694"/>
                    <a:pt x="1418" y="536"/>
                    <a:pt x="1418" y="347"/>
                  </a:cubicBezTo>
                  <a:cubicBezTo>
                    <a:pt x="1418" y="158"/>
                    <a:pt x="1261"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743" name="Google Shape;14743;p83"/>
            <p:cNvSpPr/>
            <p:nvPr/>
          </p:nvSpPr>
          <p:spPr>
            <a:xfrm>
              <a:off x="5421475" y="2067900"/>
              <a:ext cx="35450" cy="17350"/>
            </a:xfrm>
            <a:custGeom>
              <a:avLst/>
              <a:gdLst/>
              <a:ahLst/>
              <a:cxnLst/>
              <a:rect l="l" t="t" r="r" b="b"/>
              <a:pathLst>
                <a:path w="1418" h="694" extrusionOk="0">
                  <a:moveTo>
                    <a:pt x="378" y="0"/>
                  </a:moveTo>
                  <a:cubicBezTo>
                    <a:pt x="158" y="0"/>
                    <a:pt x="0" y="158"/>
                    <a:pt x="0" y="347"/>
                  </a:cubicBezTo>
                  <a:cubicBezTo>
                    <a:pt x="0" y="536"/>
                    <a:pt x="158" y="694"/>
                    <a:pt x="378" y="694"/>
                  </a:cubicBezTo>
                  <a:lnTo>
                    <a:pt x="1071" y="694"/>
                  </a:lnTo>
                  <a:cubicBezTo>
                    <a:pt x="1260" y="694"/>
                    <a:pt x="1418" y="536"/>
                    <a:pt x="1418" y="347"/>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744" name="Google Shape;14744;p83"/>
            <p:cNvSpPr/>
            <p:nvPr/>
          </p:nvSpPr>
          <p:spPr>
            <a:xfrm>
              <a:off x="5490000" y="1963925"/>
              <a:ext cx="35450" cy="33900"/>
            </a:xfrm>
            <a:custGeom>
              <a:avLst/>
              <a:gdLst/>
              <a:ahLst/>
              <a:cxnLst/>
              <a:rect l="l" t="t" r="r" b="b"/>
              <a:pathLst>
                <a:path w="1418" h="1356" extrusionOk="0">
                  <a:moveTo>
                    <a:pt x="343" y="1"/>
                  </a:moveTo>
                  <a:cubicBezTo>
                    <a:pt x="252" y="1"/>
                    <a:pt x="158" y="32"/>
                    <a:pt x="95" y="95"/>
                  </a:cubicBezTo>
                  <a:cubicBezTo>
                    <a:pt x="0" y="221"/>
                    <a:pt x="0" y="442"/>
                    <a:pt x="95" y="568"/>
                  </a:cubicBezTo>
                  <a:lnTo>
                    <a:pt x="819" y="1261"/>
                  </a:lnTo>
                  <a:cubicBezTo>
                    <a:pt x="866" y="1324"/>
                    <a:pt x="953" y="1356"/>
                    <a:pt x="1044" y="1356"/>
                  </a:cubicBezTo>
                  <a:cubicBezTo>
                    <a:pt x="1134" y="1356"/>
                    <a:pt x="1229" y="1324"/>
                    <a:pt x="1292" y="1261"/>
                  </a:cubicBezTo>
                  <a:cubicBezTo>
                    <a:pt x="1418" y="1166"/>
                    <a:pt x="1418" y="914"/>
                    <a:pt x="1292" y="788"/>
                  </a:cubicBezTo>
                  <a:lnTo>
                    <a:pt x="567" y="95"/>
                  </a:lnTo>
                  <a:cubicBezTo>
                    <a:pt x="520" y="32"/>
                    <a:pt x="433" y="1"/>
                    <a:pt x="3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745" name="Google Shape;14745;p83"/>
            <p:cNvSpPr/>
            <p:nvPr/>
          </p:nvSpPr>
          <p:spPr>
            <a:xfrm>
              <a:off x="5437225" y="1997650"/>
              <a:ext cx="37825" cy="26325"/>
            </a:xfrm>
            <a:custGeom>
              <a:avLst/>
              <a:gdLst/>
              <a:ahLst/>
              <a:cxnLst/>
              <a:rect l="l" t="t" r="r" b="b"/>
              <a:pathLst>
                <a:path w="1513" h="1053" extrusionOk="0">
                  <a:moveTo>
                    <a:pt x="422" y="0"/>
                  </a:moveTo>
                  <a:cubicBezTo>
                    <a:pt x="285" y="0"/>
                    <a:pt x="140" y="81"/>
                    <a:pt x="95" y="196"/>
                  </a:cubicBezTo>
                  <a:cubicBezTo>
                    <a:pt x="0" y="353"/>
                    <a:pt x="95" y="574"/>
                    <a:pt x="252" y="668"/>
                  </a:cubicBezTo>
                  <a:lnTo>
                    <a:pt x="945" y="1015"/>
                  </a:lnTo>
                  <a:cubicBezTo>
                    <a:pt x="989" y="1041"/>
                    <a:pt x="1039" y="1052"/>
                    <a:pt x="1091" y="1052"/>
                  </a:cubicBezTo>
                  <a:cubicBezTo>
                    <a:pt x="1227" y="1052"/>
                    <a:pt x="1372" y="971"/>
                    <a:pt x="1418" y="857"/>
                  </a:cubicBezTo>
                  <a:cubicBezTo>
                    <a:pt x="1512" y="700"/>
                    <a:pt x="1418" y="479"/>
                    <a:pt x="1260" y="385"/>
                  </a:cubicBezTo>
                  <a:lnTo>
                    <a:pt x="567" y="38"/>
                  </a:lnTo>
                  <a:cubicBezTo>
                    <a:pt x="524" y="12"/>
                    <a:pt x="473" y="0"/>
                    <a:pt x="4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746" name="Google Shape;14746;p83"/>
            <p:cNvSpPr/>
            <p:nvPr/>
          </p:nvSpPr>
          <p:spPr>
            <a:xfrm>
              <a:off x="5645150" y="1998300"/>
              <a:ext cx="37825" cy="26900"/>
            </a:xfrm>
            <a:custGeom>
              <a:avLst/>
              <a:gdLst/>
              <a:ahLst/>
              <a:cxnLst/>
              <a:rect l="l" t="t" r="r" b="b"/>
              <a:pathLst>
                <a:path w="1513" h="1076" extrusionOk="0">
                  <a:moveTo>
                    <a:pt x="1098" y="0"/>
                  </a:moveTo>
                  <a:cubicBezTo>
                    <a:pt x="1046" y="0"/>
                    <a:pt x="994" y="14"/>
                    <a:pt x="946" y="44"/>
                  </a:cubicBezTo>
                  <a:lnTo>
                    <a:pt x="253" y="422"/>
                  </a:lnTo>
                  <a:cubicBezTo>
                    <a:pt x="95" y="485"/>
                    <a:pt x="1" y="674"/>
                    <a:pt x="95" y="894"/>
                  </a:cubicBezTo>
                  <a:cubicBezTo>
                    <a:pt x="142" y="1011"/>
                    <a:pt x="258" y="1076"/>
                    <a:pt x="405" y="1076"/>
                  </a:cubicBezTo>
                  <a:cubicBezTo>
                    <a:pt x="456" y="1076"/>
                    <a:pt x="511" y="1068"/>
                    <a:pt x="568" y="1052"/>
                  </a:cubicBezTo>
                  <a:lnTo>
                    <a:pt x="1261" y="674"/>
                  </a:lnTo>
                  <a:cubicBezTo>
                    <a:pt x="1418" y="611"/>
                    <a:pt x="1513" y="422"/>
                    <a:pt x="1418" y="201"/>
                  </a:cubicBezTo>
                  <a:cubicBezTo>
                    <a:pt x="1331" y="71"/>
                    <a:pt x="1214" y="0"/>
                    <a:pt x="10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4747" name="Google Shape;14747;p83"/>
          <p:cNvSpPr/>
          <p:nvPr/>
        </p:nvSpPr>
        <p:spPr>
          <a:xfrm>
            <a:off x="7074326" y="3157723"/>
            <a:ext cx="353174" cy="351315"/>
          </a:xfrm>
          <a:custGeom>
            <a:avLst/>
            <a:gdLst/>
            <a:ahLst/>
            <a:cxnLst/>
            <a:rect l="l" t="t" r="r" b="b"/>
            <a:pathLst>
              <a:path w="11973" h="11910" extrusionOk="0">
                <a:moveTo>
                  <a:pt x="11027" y="662"/>
                </a:moveTo>
                <a:lnTo>
                  <a:pt x="11027" y="1387"/>
                </a:lnTo>
                <a:lnTo>
                  <a:pt x="8601" y="1387"/>
                </a:lnTo>
                <a:cubicBezTo>
                  <a:pt x="8412" y="1387"/>
                  <a:pt x="8255" y="1229"/>
                  <a:pt x="8255" y="1040"/>
                </a:cubicBezTo>
                <a:cubicBezTo>
                  <a:pt x="8255" y="820"/>
                  <a:pt x="8412" y="662"/>
                  <a:pt x="8601" y="662"/>
                </a:cubicBezTo>
                <a:close/>
                <a:moveTo>
                  <a:pt x="10366" y="2048"/>
                </a:moveTo>
                <a:lnTo>
                  <a:pt x="10366" y="2773"/>
                </a:lnTo>
                <a:lnTo>
                  <a:pt x="7940" y="2773"/>
                </a:lnTo>
                <a:cubicBezTo>
                  <a:pt x="7926" y="2775"/>
                  <a:pt x="7912" y="2776"/>
                  <a:pt x="7899" y="2776"/>
                </a:cubicBezTo>
                <a:cubicBezTo>
                  <a:pt x="7728" y="2776"/>
                  <a:pt x="7593" y="2599"/>
                  <a:pt x="7593" y="2395"/>
                </a:cubicBezTo>
                <a:cubicBezTo>
                  <a:pt x="7593" y="2206"/>
                  <a:pt x="7751" y="2048"/>
                  <a:pt x="7940" y="2048"/>
                </a:cubicBezTo>
                <a:close/>
                <a:moveTo>
                  <a:pt x="11027" y="3466"/>
                </a:moveTo>
                <a:lnTo>
                  <a:pt x="11027" y="4191"/>
                </a:lnTo>
                <a:lnTo>
                  <a:pt x="8601" y="4191"/>
                </a:lnTo>
                <a:cubicBezTo>
                  <a:pt x="8412" y="4191"/>
                  <a:pt x="8255" y="4033"/>
                  <a:pt x="8255" y="3812"/>
                </a:cubicBezTo>
                <a:cubicBezTo>
                  <a:pt x="8255" y="3623"/>
                  <a:pt x="8412" y="3466"/>
                  <a:pt x="8601" y="3466"/>
                </a:cubicBezTo>
                <a:close/>
                <a:moveTo>
                  <a:pt x="1292" y="4884"/>
                </a:moveTo>
                <a:lnTo>
                  <a:pt x="1292" y="5608"/>
                </a:lnTo>
                <a:lnTo>
                  <a:pt x="568" y="5608"/>
                </a:lnTo>
                <a:lnTo>
                  <a:pt x="568" y="4884"/>
                </a:lnTo>
                <a:close/>
                <a:moveTo>
                  <a:pt x="11027" y="4884"/>
                </a:moveTo>
                <a:lnTo>
                  <a:pt x="11027" y="5608"/>
                </a:lnTo>
                <a:lnTo>
                  <a:pt x="6207" y="5608"/>
                </a:lnTo>
                <a:lnTo>
                  <a:pt x="6207" y="4884"/>
                </a:lnTo>
                <a:close/>
                <a:moveTo>
                  <a:pt x="3718" y="2080"/>
                </a:moveTo>
                <a:cubicBezTo>
                  <a:pt x="4663" y="2080"/>
                  <a:pt x="5482" y="2867"/>
                  <a:pt x="5482" y="3844"/>
                </a:cubicBezTo>
                <a:lnTo>
                  <a:pt x="5482" y="5955"/>
                </a:lnTo>
                <a:cubicBezTo>
                  <a:pt x="5482" y="6144"/>
                  <a:pt x="5325" y="6301"/>
                  <a:pt x="5136" y="6301"/>
                </a:cubicBezTo>
                <a:lnTo>
                  <a:pt x="2300" y="6301"/>
                </a:lnTo>
                <a:cubicBezTo>
                  <a:pt x="2111" y="6301"/>
                  <a:pt x="1954" y="6144"/>
                  <a:pt x="1954" y="5955"/>
                </a:cubicBezTo>
                <a:lnTo>
                  <a:pt x="1954" y="3844"/>
                </a:lnTo>
                <a:cubicBezTo>
                  <a:pt x="1954" y="2899"/>
                  <a:pt x="2742" y="2080"/>
                  <a:pt x="3718" y="2080"/>
                </a:cubicBezTo>
                <a:close/>
                <a:moveTo>
                  <a:pt x="11027" y="6301"/>
                </a:moveTo>
                <a:lnTo>
                  <a:pt x="11027" y="7688"/>
                </a:lnTo>
                <a:lnTo>
                  <a:pt x="7593" y="7688"/>
                </a:lnTo>
                <a:lnTo>
                  <a:pt x="7593" y="6301"/>
                </a:lnTo>
                <a:lnTo>
                  <a:pt x="8948" y="6301"/>
                </a:lnTo>
                <a:lnTo>
                  <a:pt x="8948" y="6648"/>
                </a:lnTo>
                <a:cubicBezTo>
                  <a:pt x="8948" y="6868"/>
                  <a:pt x="9106" y="7026"/>
                  <a:pt x="9326" y="7026"/>
                </a:cubicBezTo>
                <a:cubicBezTo>
                  <a:pt x="9515" y="7026"/>
                  <a:pt x="9673" y="6868"/>
                  <a:pt x="9673" y="6648"/>
                </a:cubicBezTo>
                <a:lnTo>
                  <a:pt x="9673" y="6301"/>
                </a:lnTo>
                <a:close/>
                <a:moveTo>
                  <a:pt x="4443" y="8349"/>
                </a:moveTo>
                <a:cubicBezTo>
                  <a:pt x="4852" y="8349"/>
                  <a:pt x="5293" y="8633"/>
                  <a:pt x="5419" y="9074"/>
                </a:cubicBezTo>
                <a:lnTo>
                  <a:pt x="2080" y="9074"/>
                </a:lnTo>
                <a:cubicBezTo>
                  <a:pt x="2237" y="8664"/>
                  <a:pt x="2616" y="8349"/>
                  <a:pt x="3057" y="8349"/>
                </a:cubicBezTo>
                <a:close/>
                <a:moveTo>
                  <a:pt x="11027" y="8349"/>
                </a:moveTo>
                <a:lnTo>
                  <a:pt x="11027" y="9735"/>
                </a:lnTo>
                <a:lnTo>
                  <a:pt x="7593" y="9735"/>
                </a:lnTo>
                <a:lnTo>
                  <a:pt x="7593" y="8349"/>
                </a:lnTo>
                <a:lnTo>
                  <a:pt x="8948" y="8349"/>
                </a:lnTo>
                <a:lnTo>
                  <a:pt x="8948" y="8696"/>
                </a:lnTo>
                <a:cubicBezTo>
                  <a:pt x="8948" y="8916"/>
                  <a:pt x="9106" y="9074"/>
                  <a:pt x="9326" y="9074"/>
                </a:cubicBezTo>
                <a:cubicBezTo>
                  <a:pt x="9515" y="9074"/>
                  <a:pt x="9673" y="8916"/>
                  <a:pt x="9673" y="8696"/>
                </a:cubicBezTo>
                <a:lnTo>
                  <a:pt x="9673" y="8349"/>
                </a:lnTo>
                <a:close/>
                <a:moveTo>
                  <a:pt x="8633" y="0"/>
                </a:moveTo>
                <a:cubicBezTo>
                  <a:pt x="8066" y="0"/>
                  <a:pt x="7625" y="473"/>
                  <a:pt x="7625" y="1040"/>
                </a:cubicBezTo>
                <a:cubicBezTo>
                  <a:pt x="7625" y="1135"/>
                  <a:pt x="7656" y="1292"/>
                  <a:pt x="7688" y="1418"/>
                </a:cubicBezTo>
                <a:cubicBezTo>
                  <a:pt x="7278" y="1544"/>
                  <a:pt x="6963" y="1922"/>
                  <a:pt x="6963" y="2395"/>
                </a:cubicBezTo>
                <a:cubicBezTo>
                  <a:pt x="6963" y="2678"/>
                  <a:pt x="7058" y="2962"/>
                  <a:pt x="7278" y="3151"/>
                </a:cubicBezTo>
                <a:cubicBezTo>
                  <a:pt x="7373" y="3308"/>
                  <a:pt x="7530" y="3403"/>
                  <a:pt x="7751" y="3434"/>
                </a:cubicBezTo>
                <a:cubicBezTo>
                  <a:pt x="7688" y="3560"/>
                  <a:pt x="7656" y="3655"/>
                  <a:pt x="7656" y="3812"/>
                </a:cubicBezTo>
                <a:cubicBezTo>
                  <a:pt x="7656" y="3939"/>
                  <a:pt x="7688" y="4065"/>
                  <a:pt x="7751" y="4191"/>
                </a:cubicBezTo>
                <a:lnTo>
                  <a:pt x="6270" y="4191"/>
                </a:lnTo>
                <a:lnTo>
                  <a:pt x="6270" y="3812"/>
                </a:lnTo>
                <a:cubicBezTo>
                  <a:pt x="6270" y="2489"/>
                  <a:pt x="5167" y="1387"/>
                  <a:pt x="3844" y="1387"/>
                </a:cubicBezTo>
                <a:cubicBezTo>
                  <a:pt x="2490" y="1387"/>
                  <a:pt x="1387" y="2489"/>
                  <a:pt x="1387" y="3812"/>
                </a:cubicBezTo>
                <a:lnTo>
                  <a:pt x="1387" y="4191"/>
                </a:lnTo>
                <a:lnTo>
                  <a:pt x="379" y="4191"/>
                </a:lnTo>
                <a:cubicBezTo>
                  <a:pt x="158" y="4191"/>
                  <a:pt x="1" y="4348"/>
                  <a:pt x="1" y="4537"/>
                </a:cubicBezTo>
                <a:lnTo>
                  <a:pt x="1" y="11500"/>
                </a:lnTo>
                <a:cubicBezTo>
                  <a:pt x="1" y="11689"/>
                  <a:pt x="158" y="11846"/>
                  <a:pt x="379" y="11846"/>
                </a:cubicBezTo>
                <a:cubicBezTo>
                  <a:pt x="568" y="11846"/>
                  <a:pt x="725" y="11689"/>
                  <a:pt x="725" y="11500"/>
                </a:cubicBezTo>
                <a:lnTo>
                  <a:pt x="725" y="6301"/>
                </a:lnTo>
                <a:lnTo>
                  <a:pt x="1481" y="6301"/>
                </a:lnTo>
                <a:cubicBezTo>
                  <a:pt x="1639" y="6711"/>
                  <a:pt x="1985" y="7026"/>
                  <a:pt x="2458" y="7026"/>
                </a:cubicBezTo>
                <a:lnTo>
                  <a:pt x="3529" y="7026"/>
                </a:lnTo>
                <a:lnTo>
                  <a:pt x="3529" y="7719"/>
                </a:lnTo>
                <a:lnTo>
                  <a:pt x="3151" y="7719"/>
                </a:lnTo>
                <a:cubicBezTo>
                  <a:pt x="2237" y="7719"/>
                  <a:pt x="1387" y="8507"/>
                  <a:pt x="1387" y="9452"/>
                </a:cubicBezTo>
                <a:cubicBezTo>
                  <a:pt x="1387" y="9641"/>
                  <a:pt x="1544" y="9798"/>
                  <a:pt x="1733" y="9798"/>
                </a:cubicBezTo>
                <a:lnTo>
                  <a:pt x="3529" y="9798"/>
                </a:lnTo>
                <a:lnTo>
                  <a:pt x="3529" y="10523"/>
                </a:lnTo>
                <a:lnTo>
                  <a:pt x="2458" y="10523"/>
                </a:lnTo>
                <a:cubicBezTo>
                  <a:pt x="1859" y="10523"/>
                  <a:pt x="1418" y="10996"/>
                  <a:pt x="1418" y="11531"/>
                </a:cubicBezTo>
                <a:cubicBezTo>
                  <a:pt x="1418" y="11752"/>
                  <a:pt x="1576" y="11909"/>
                  <a:pt x="1796" y="11909"/>
                </a:cubicBezTo>
                <a:cubicBezTo>
                  <a:pt x="1985" y="11909"/>
                  <a:pt x="2143" y="11752"/>
                  <a:pt x="2143" y="11531"/>
                </a:cubicBezTo>
                <a:cubicBezTo>
                  <a:pt x="2143" y="11342"/>
                  <a:pt x="2300" y="11185"/>
                  <a:pt x="2490" y="11185"/>
                </a:cubicBezTo>
                <a:lnTo>
                  <a:pt x="3561" y="11185"/>
                </a:lnTo>
                <a:lnTo>
                  <a:pt x="3561" y="11531"/>
                </a:lnTo>
                <a:cubicBezTo>
                  <a:pt x="3561" y="11752"/>
                  <a:pt x="3718" y="11909"/>
                  <a:pt x="3907" y="11909"/>
                </a:cubicBezTo>
                <a:cubicBezTo>
                  <a:pt x="4096" y="11909"/>
                  <a:pt x="4254" y="11752"/>
                  <a:pt x="4254" y="11531"/>
                </a:cubicBezTo>
                <a:lnTo>
                  <a:pt x="4254" y="11185"/>
                </a:lnTo>
                <a:lnTo>
                  <a:pt x="5325" y="11185"/>
                </a:lnTo>
                <a:cubicBezTo>
                  <a:pt x="5514" y="11185"/>
                  <a:pt x="5672" y="11342"/>
                  <a:pt x="5672" y="11531"/>
                </a:cubicBezTo>
                <a:cubicBezTo>
                  <a:pt x="5672" y="11752"/>
                  <a:pt x="5829" y="11909"/>
                  <a:pt x="6050" y="11909"/>
                </a:cubicBezTo>
                <a:cubicBezTo>
                  <a:pt x="6239" y="11909"/>
                  <a:pt x="6396" y="11752"/>
                  <a:pt x="6396" y="11531"/>
                </a:cubicBezTo>
                <a:cubicBezTo>
                  <a:pt x="6396" y="10964"/>
                  <a:pt x="5924" y="10523"/>
                  <a:pt x="5356" y="10523"/>
                </a:cubicBezTo>
                <a:lnTo>
                  <a:pt x="4317" y="10523"/>
                </a:lnTo>
                <a:lnTo>
                  <a:pt x="4317" y="9798"/>
                </a:lnTo>
                <a:lnTo>
                  <a:pt x="6081" y="9798"/>
                </a:lnTo>
                <a:cubicBezTo>
                  <a:pt x="6270" y="9798"/>
                  <a:pt x="6428" y="9641"/>
                  <a:pt x="6428" y="9452"/>
                </a:cubicBezTo>
                <a:cubicBezTo>
                  <a:pt x="6428" y="8507"/>
                  <a:pt x="5640" y="7719"/>
                  <a:pt x="4663" y="7719"/>
                </a:cubicBezTo>
                <a:lnTo>
                  <a:pt x="4317" y="7719"/>
                </a:lnTo>
                <a:lnTo>
                  <a:pt x="4317" y="7026"/>
                </a:lnTo>
                <a:lnTo>
                  <a:pt x="5356" y="7026"/>
                </a:lnTo>
                <a:cubicBezTo>
                  <a:pt x="5798" y="7026"/>
                  <a:pt x="6207" y="6742"/>
                  <a:pt x="6365" y="6301"/>
                </a:cubicBezTo>
                <a:lnTo>
                  <a:pt x="7089" y="6301"/>
                </a:lnTo>
                <a:lnTo>
                  <a:pt x="7089" y="11500"/>
                </a:lnTo>
                <a:cubicBezTo>
                  <a:pt x="7089" y="11689"/>
                  <a:pt x="7247" y="11846"/>
                  <a:pt x="7467" y="11846"/>
                </a:cubicBezTo>
                <a:cubicBezTo>
                  <a:pt x="7656" y="11846"/>
                  <a:pt x="7814" y="11689"/>
                  <a:pt x="7814" y="11500"/>
                </a:cubicBezTo>
                <a:lnTo>
                  <a:pt x="7814" y="10492"/>
                </a:lnTo>
                <a:lnTo>
                  <a:pt x="11279" y="10492"/>
                </a:lnTo>
                <a:lnTo>
                  <a:pt x="11279" y="11500"/>
                </a:lnTo>
                <a:cubicBezTo>
                  <a:pt x="11279" y="11689"/>
                  <a:pt x="11437" y="11846"/>
                  <a:pt x="11626" y="11846"/>
                </a:cubicBezTo>
                <a:cubicBezTo>
                  <a:pt x="11815" y="11846"/>
                  <a:pt x="11972" y="11689"/>
                  <a:pt x="11972" y="11500"/>
                </a:cubicBezTo>
                <a:lnTo>
                  <a:pt x="11972" y="3151"/>
                </a:lnTo>
                <a:cubicBezTo>
                  <a:pt x="11972" y="2962"/>
                  <a:pt x="11815" y="2804"/>
                  <a:pt x="11626" y="2804"/>
                </a:cubicBezTo>
                <a:lnTo>
                  <a:pt x="11279" y="2804"/>
                </a:lnTo>
                <a:lnTo>
                  <a:pt x="11279" y="2080"/>
                </a:lnTo>
                <a:lnTo>
                  <a:pt x="11626" y="2080"/>
                </a:lnTo>
                <a:cubicBezTo>
                  <a:pt x="11815" y="2080"/>
                  <a:pt x="11972" y="1922"/>
                  <a:pt x="11972" y="1733"/>
                </a:cubicBezTo>
                <a:lnTo>
                  <a:pt x="11972" y="347"/>
                </a:lnTo>
                <a:cubicBezTo>
                  <a:pt x="11752" y="158"/>
                  <a:pt x="11594" y="0"/>
                  <a:pt x="114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4748" name="Google Shape;14748;p83"/>
          <p:cNvGrpSpPr/>
          <p:nvPr/>
        </p:nvGrpSpPr>
        <p:grpSpPr>
          <a:xfrm>
            <a:off x="7075869" y="3670273"/>
            <a:ext cx="350371" cy="224918"/>
            <a:chOff x="5411225" y="2726350"/>
            <a:chExt cx="296950" cy="190625"/>
          </a:xfrm>
        </p:grpSpPr>
        <p:sp>
          <p:nvSpPr>
            <p:cNvPr id="14749" name="Google Shape;14749;p83"/>
            <p:cNvSpPr/>
            <p:nvPr/>
          </p:nvSpPr>
          <p:spPr>
            <a:xfrm>
              <a:off x="5534100" y="2794875"/>
              <a:ext cx="52000" cy="51225"/>
            </a:xfrm>
            <a:custGeom>
              <a:avLst/>
              <a:gdLst/>
              <a:ahLst/>
              <a:cxnLst/>
              <a:rect l="l" t="t" r="r" b="b"/>
              <a:pathLst>
                <a:path w="2080" h="2049" extrusionOk="0">
                  <a:moveTo>
                    <a:pt x="1009" y="662"/>
                  </a:moveTo>
                  <a:cubicBezTo>
                    <a:pt x="1229" y="662"/>
                    <a:pt x="1387" y="851"/>
                    <a:pt x="1387" y="1040"/>
                  </a:cubicBezTo>
                  <a:cubicBezTo>
                    <a:pt x="1387" y="1229"/>
                    <a:pt x="1229" y="1387"/>
                    <a:pt x="1009" y="1387"/>
                  </a:cubicBezTo>
                  <a:cubicBezTo>
                    <a:pt x="819" y="1387"/>
                    <a:pt x="662" y="1229"/>
                    <a:pt x="662" y="1040"/>
                  </a:cubicBezTo>
                  <a:cubicBezTo>
                    <a:pt x="662" y="851"/>
                    <a:pt x="819" y="662"/>
                    <a:pt x="1009" y="662"/>
                  </a:cubicBezTo>
                  <a:close/>
                  <a:moveTo>
                    <a:pt x="1009" y="0"/>
                  </a:moveTo>
                  <a:cubicBezTo>
                    <a:pt x="441" y="0"/>
                    <a:pt x="0" y="473"/>
                    <a:pt x="0" y="1040"/>
                  </a:cubicBezTo>
                  <a:cubicBezTo>
                    <a:pt x="0" y="1639"/>
                    <a:pt x="473" y="2048"/>
                    <a:pt x="1009" y="2048"/>
                  </a:cubicBezTo>
                  <a:cubicBezTo>
                    <a:pt x="1607" y="2048"/>
                    <a:pt x="2048" y="1576"/>
                    <a:pt x="2048" y="1040"/>
                  </a:cubicBezTo>
                  <a:cubicBezTo>
                    <a:pt x="2080" y="473"/>
                    <a:pt x="1607"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750" name="Google Shape;14750;p83"/>
            <p:cNvSpPr/>
            <p:nvPr/>
          </p:nvSpPr>
          <p:spPr>
            <a:xfrm>
              <a:off x="5411225" y="2726350"/>
              <a:ext cx="296950" cy="190625"/>
            </a:xfrm>
            <a:custGeom>
              <a:avLst/>
              <a:gdLst/>
              <a:ahLst/>
              <a:cxnLst/>
              <a:rect l="l" t="t" r="r" b="b"/>
              <a:pathLst>
                <a:path w="11878" h="7625" extrusionOk="0">
                  <a:moveTo>
                    <a:pt x="5924" y="662"/>
                  </a:moveTo>
                  <a:cubicBezTo>
                    <a:pt x="7404" y="662"/>
                    <a:pt x="8759" y="1576"/>
                    <a:pt x="9641" y="2332"/>
                  </a:cubicBezTo>
                  <a:cubicBezTo>
                    <a:pt x="9736" y="2395"/>
                    <a:pt x="9830" y="2489"/>
                    <a:pt x="9925" y="2584"/>
                  </a:cubicBezTo>
                  <a:cubicBezTo>
                    <a:pt x="8696" y="2080"/>
                    <a:pt x="7278" y="1733"/>
                    <a:pt x="5924" y="1733"/>
                  </a:cubicBezTo>
                  <a:cubicBezTo>
                    <a:pt x="4569" y="1733"/>
                    <a:pt x="3183" y="2080"/>
                    <a:pt x="1954" y="2584"/>
                  </a:cubicBezTo>
                  <a:cubicBezTo>
                    <a:pt x="2048" y="2521"/>
                    <a:pt x="2111" y="2458"/>
                    <a:pt x="2206" y="2395"/>
                  </a:cubicBezTo>
                  <a:cubicBezTo>
                    <a:pt x="3151" y="1544"/>
                    <a:pt x="4474" y="662"/>
                    <a:pt x="5924" y="662"/>
                  </a:cubicBezTo>
                  <a:close/>
                  <a:moveTo>
                    <a:pt x="5924" y="2426"/>
                  </a:moveTo>
                  <a:cubicBezTo>
                    <a:pt x="6333" y="2426"/>
                    <a:pt x="6711" y="2489"/>
                    <a:pt x="7089" y="2521"/>
                  </a:cubicBezTo>
                  <a:cubicBezTo>
                    <a:pt x="7467" y="2836"/>
                    <a:pt x="7656" y="3308"/>
                    <a:pt x="7656" y="3813"/>
                  </a:cubicBezTo>
                  <a:cubicBezTo>
                    <a:pt x="7656" y="4758"/>
                    <a:pt x="6869" y="5545"/>
                    <a:pt x="5924" y="5545"/>
                  </a:cubicBezTo>
                  <a:cubicBezTo>
                    <a:pt x="4978" y="5545"/>
                    <a:pt x="4191" y="4758"/>
                    <a:pt x="4191" y="3813"/>
                  </a:cubicBezTo>
                  <a:cubicBezTo>
                    <a:pt x="4191" y="3308"/>
                    <a:pt x="4411" y="2836"/>
                    <a:pt x="4789" y="2521"/>
                  </a:cubicBezTo>
                  <a:cubicBezTo>
                    <a:pt x="5136" y="2489"/>
                    <a:pt x="5545" y="2426"/>
                    <a:pt x="5924" y="2426"/>
                  </a:cubicBezTo>
                  <a:close/>
                  <a:moveTo>
                    <a:pt x="3781" y="2710"/>
                  </a:moveTo>
                  <a:lnTo>
                    <a:pt x="3781" y="2710"/>
                  </a:lnTo>
                  <a:cubicBezTo>
                    <a:pt x="3624" y="3056"/>
                    <a:pt x="3498" y="3434"/>
                    <a:pt x="3498" y="3813"/>
                  </a:cubicBezTo>
                  <a:cubicBezTo>
                    <a:pt x="3498" y="5167"/>
                    <a:pt x="4600" y="6270"/>
                    <a:pt x="5924" y="6270"/>
                  </a:cubicBezTo>
                  <a:cubicBezTo>
                    <a:pt x="7278" y="6270"/>
                    <a:pt x="8381" y="5167"/>
                    <a:pt x="8381" y="3813"/>
                  </a:cubicBezTo>
                  <a:cubicBezTo>
                    <a:pt x="8381" y="3434"/>
                    <a:pt x="8286" y="3056"/>
                    <a:pt x="8097" y="2710"/>
                  </a:cubicBezTo>
                  <a:lnTo>
                    <a:pt x="8097" y="2710"/>
                  </a:lnTo>
                  <a:cubicBezTo>
                    <a:pt x="9137" y="2993"/>
                    <a:pt x="10145" y="3434"/>
                    <a:pt x="11027" y="3907"/>
                  </a:cubicBezTo>
                  <a:cubicBezTo>
                    <a:pt x="10744" y="4222"/>
                    <a:pt x="10240" y="4789"/>
                    <a:pt x="9547" y="5356"/>
                  </a:cubicBezTo>
                  <a:cubicBezTo>
                    <a:pt x="8601" y="6144"/>
                    <a:pt x="7310" y="6932"/>
                    <a:pt x="5924" y="6932"/>
                  </a:cubicBezTo>
                  <a:cubicBezTo>
                    <a:pt x="4474" y="6932"/>
                    <a:pt x="3088" y="6018"/>
                    <a:pt x="2237" y="5262"/>
                  </a:cubicBezTo>
                  <a:cubicBezTo>
                    <a:pt x="1607" y="4726"/>
                    <a:pt x="1135" y="4222"/>
                    <a:pt x="851" y="3907"/>
                  </a:cubicBezTo>
                  <a:cubicBezTo>
                    <a:pt x="1733" y="3371"/>
                    <a:pt x="2710" y="2962"/>
                    <a:pt x="3781" y="2710"/>
                  </a:cubicBezTo>
                  <a:close/>
                  <a:moveTo>
                    <a:pt x="5924" y="0"/>
                  </a:moveTo>
                  <a:cubicBezTo>
                    <a:pt x="4411" y="0"/>
                    <a:pt x="2931" y="820"/>
                    <a:pt x="1765" y="1796"/>
                  </a:cubicBezTo>
                  <a:cubicBezTo>
                    <a:pt x="725" y="2678"/>
                    <a:pt x="95" y="3592"/>
                    <a:pt x="64" y="3624"/>
                  </a:cubicBezTo>
                  <a:cubicBezTo>
                    <a:pt x="1" y="3750"/>
                    <a:pt x="1" y="3907"/>
                    <a:pt x="64" y="4002"/>
                  </a:cubicBezTo>
                  <a:cubicBezTo>
                    <a:pt x="95" y="4065"/>
                    <a:pt x="725" y="4915"/>
                    <a:pt x="1765" y="5829"/>
                  </a:cubicBezTo>
                  <a:cubicBezTo>
                    <a:pt x="2931" y="6805"/>
                    <a:pt x="4348" y="7625"/>
                    <a:pt x="5924" y="7625"/>
                  </a:cubicBezTo>
                  <a:cubicBezTo>
                    <a:pt x="7436" y="7625"/>
                    <a:pt x="8759" y="6900"/>
                    <a:pt x="9925" y="5955"/>
                  </a:cubicBezTo>
                  <a:cubicBezTo>
                    <a:pt x="10712" y="5325"/>
                    <a:pt x="11374" y="4600"/>
                    <a:pt x="11815" y="4002"/>
                  </a:cubicBezTo>
                  <a:cubicBezTo>
                    <a:pt x="11878" y="3907"/>
                    <a:pt x="11878" y="3750"/>
                    <a:pt x="11815" y="3624"/>
                  </a:cubicBezTo>
                  <a:cubicBezTo>
                    <a:pt x="11752" y="3592"/>
                    <a:pt x="11122" y="2710"/>
                    <a:pt x="10114" y="1796"/>
                  </a:cubicBezTo>
                  <a:cubicBezTo>
                    <a:pt x="8916" y="820"/>
                    <a:pt x="7499" y="0"/>
                    <a:pt x="59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751" name="Google Shape;14751;p83"/>
          <p:cNvGrpSpPr/>
          <p:nvPr/>
        </p:nvGrpSpPr>
        <p:grpSpPr>
          <a:xfrm>
            <a:off x="6185904" y="4059546"/>
            <a:ext cx="351286" cy="326390"/>
            <a:chOff x="6524150" y="1938725"/>
            <a:chExt cx="297725" cy="276625"/>
          </a:xfrm>
        </p:grpSpPr>
        <p:sp>
          <p:nvSpPr>
            <p:cNvPr id="14752" name="Google Shape;14752;p83"/>
            <p:cNvSpPr/>
            <p:nvPr/>
          </p:nvSpPr>
          <p:spPr>
            <a:xfrm>
              <a:off x="6524150" y="2025375"/>
              <a:ext cx="297725" cy="189975"/>
            </a:xfrm>
            <a:custGeom>
              <a:avLst/>
              <a:gdLst/>
              <a:ahLst/>
              <a:cxnLst/>
              <a:rect l="l" t="t" r="r" b="b"/>
              <a:pathLst>
                <a:path w="11909" h="7599" extrusionOk="0">
                  <a:moveTo>
                    <a:pt x="9767" y="2079"/>
                  </a:moveTo>
                  <a:lnTo>
                    <a:pt x="9767" y="5198"/>
                  </a:lnTo>
                  <a:cubicBezTo>
                    <a:pt x="9735" y="5041"/>
                    <a:pt x="9672" y="4915"/>
                    <a:pt x="9546" y="4789"/>
                  </a:cubicBezTo>
                  <a:lnTo>
                    <a:pt x="7813" y="3056"/>
                  </a:lnTo>
                  <a:cubicBezTo>
                    <a:pt x="7624" y="2867"/>
                    <a:pt x="7341" y="2741"/>
                    <a:pt x="7057" y="2741"/>
                  </a:cubicBezTo>
                  <a:lnTo>
                    <a:pt x="6018" y="2741"/>
                  </a:lnTo>
                  <a:cubicBezTo>
                    <a:pt x="5923" y="2741"/>
                    <a:pt x="5797" y="2836"/>
                    <a:pt x="5734" y="2930"/>
                  </a:cubicBezTo>
                  <a:lnTo>
                    <a:pt x="5482" y="3403"/>
                  </a:lnTo>
                  <a:cubicBezTo>
                    <a:pt x="5293" y="3812"/>
                    <a:pt x="4883" y="4001"/>
                    <a:pt x="4505" y="4001"/>
                  </a:cubicBezTo>
                  <a:lnTo>
                    <a:pt x="5356" y="2269"/>
                  </a:lnTo>
                  <a:cubicBezTo>
                    <a:pt x="5419" y="2143"/>
                    <a:pt x="5576" y="2079"/>
                    <a:pt x="5671" y="2079"/>
                  </a:cubicBezTo>
                  <a:close/>
                  <a:moveTo>
                    <a:pt x="1418" y="2079"/>
                  </a:moveTo>
                  <a:lnTo>
                    <a:pt x="1418" y="5545"/>
                  </a:lnTo>
                  <a:lnTo>
                    <a:pt x="725" y="5545"/>
                  </a:lnTo>
                  <a:lnTo>
                    <a:pt x="725" y="2079"/>
                  </a:lnTo>
                  <a:close/>
                  <a:moveTo>
                    <a:pt x="11153" y="2079"/>
                  </a:moveTo>
                  <a:lnTo>
                    <a:pt x="11153" y="5545"/>
                  </a:lnTo>
                  <a:lnTo>
                    <a:pt x="10460" y="5545"/>
                  </a:lnTo>
                  <a:lnTo>
                    <a:pt x="10460" y="2079"/>
                  </a:lnTo>
                  <a:close/>
                  <a:moveTo>
                    <a:pt x="6931" y="630"/>
                  </a:moveTo>
                  <a:cubicBezTo>
                    <a:pt x="6774" y="1008"/>
                    <a:pt x="6427" y="1323"/>
                    <a:pt x="5955" y="1323"/>
                  </a:cubicBezTo>
                  <a:lnTo>
                    <a:pt x="5671" y="1323"/>
                  </a:lnTo>
                  <a:cubicBezTo>
                    <a:pt x="5293" y="1323"/>
                    <a:pt x="4946" y="1575"/>
                    <a:pt x="4726" y="1922"/>
                  </a:cubicBezTo>
                  <a:lnTo>
                    <a:pt x="3655" y="4064"/>
                  </a:lnTo>
                  <a:cubicBezTo>
                    <a:pt x="3623" y="4127"/>
                    <a:pt x="3623" y="4253"/>
                    <a:pt x="3655" y="4316"/>
                  </a:cubicBezTo>
                  <a:cubicBezTo>
                    <a:pt x="3718" y="4411"/>
                    <a:pt x="3781" y="4474"/>
                    <a:pt x="3875" y="4537"/>
                  </a:cubicBezTo>
                  <a:cubicBezTo>
                    <a:pt x="4088" y="4627"/>
                    <a:pt x="4310" y="4670"/>
                    <a:pt x="4532" y="4670"/>
                  </a:cubicBezTo>
                  <a:cubicBezTo>
                    <a:pt x="5165" y="4670"/>
                    <a:pt x="5785" y="4316"/>
                    <a:pt x="6112" y="3686"/>
                  </a:cubicBezTo>
                  <a:lnTo>
                    <a:pt x="6238" y="3434"/>
                  </a:lnTo>
                  <a:lnTo>
                    <a:pt x="7026" y="3434"/>
                  </a:lnTo>
                  <a:cubicBezTo>
                    <a:pt x="7089" y="3434"/>
                    <a:pt x="7215" y="3466"/>
                    <a:pt x="7246" y="3529"/>
                  </a:cubicBezTo>
                  <a:lnTo>
                    <a:pt x="8979" y="5261"/>
                  </a:lnTo>
                  <a:cubicBezTo>
                    <a:pt x="9137" y="5419"/>
                    <a:pt x="9137" y="5545"/>
                    <a:pt x="9105" y="5640"/>
                  </a:cubicBezTo>
                  <a:cubicBezTo>
                    <a:pt x="9105" y="5671"/>
                    <a:pt x="9042" y="5829"/>
                    <a:pt x="8885" y="5860"/>
                  </a:cubicBezTo>
                  <a:lnTo>
                    <a:pt x="5576" y="6805"/>
                  </a:lnTo>
                  <a:cubicBezTo>
                    <a:pt x="5543" y="6814"/>
                    <a:pt x="5507" y="6818"/>
                    <a:pt x="5470" y="6818"/>
                  </a:cubicBezTo>
                  <a:cubicBezTo>
                    <a:pt x="5371" y="6818"/>
                    <a:pt x="5268" y="6788"/>
                    <a:pt x="5198" y="6742"/>
                  </a:cubicBezTo>
                  <a:lnTo>
                    <a:pt x="4096" y="5640"/>
                  </a:lnTo>
                  <a:cubicBezTo>
                    <a:pt x="4033" y="5545"/>
                    <a:pt x="3938" y="5514"/>
                    <a:pt x="3875" y="5514"/>
                  </a:cubicBezTo>
                  <a:lnTo>
                    <a:pt x="2111" y="5514"/>
                  </a:lnTo>
                  <a:lnTo>
                    <a:pt x="2111" y="2048"/>
                  </a:lnTo>
                  <a:lnTo>
                    <a:pt x="2741" y="2048"/>
                  </a:lnTo>
                  <a:cubicBezTo>
                    <a:pt x="3119" y="2048"/>
                    <a:pt x="3466" y="1796"/>
                    <a:pt x="3686" y="1449"/>
                  </a:cubicBezTo>
                  <a:lnTo>
                    <a:pt x="4001" y="819"/>
                  </a:lnTo>
                  <a:cubicBezTo>
                    <a:pt x="4064" y="693"/>
                    <a:pt x="4190" y="630"/>
                    <a:pt x="4316" y="630"/>
                  </a:cubicBezTo>
                  <a:close/>
                  <a:moveTo>
                    <a:pt x="4316" y="0"/>
                  </a:moveTo>
                  <a:cubicBezTo>
                    <a:pt x="3907" y="0"/>
                    <a:pt x="3560" y="221"/>
                    <a:pt x="3371" y="599"/>
                  </a:cubicBezTo>
                  <a:lnTo>
                    <a:pt x="3056" y="1229"/>
                  </a:lnTo>
                  <a:cubicBezTo>
                    <a:pt x="2962" y="1323"/>
                    <a:pt x="2836" y="1418"/>
                    <a:pt x="2741" y="1418"/>
                  </a:cubicBezTo>
                  <a:lnTo>
                    <a:pt x="378" y="1418"/>
                  </a:lnTo>
                  <a:cubicBezTo>
                    <a:pt x="158" y="1418"/>
                    <a:pt x="0" y="1575"/>
                    <a:pt x="0" y="1764"/>
                  </a:cubicBezTo>
                  <a:lnTo>
                    <a:pt x="0" y="5955"/>
                  </a:lnTo>
                  <a:cubicBezTo>
                    <a:pt x="0" y="6144"/>
                    <a:pt x="158" y="6301"/>
                    <a:pt x="378" y="6301"/>
                  </a:cubicBezTo>
                  <a:lnTo>
                    <a:pt x="3718" y="6301"/>
                  </a:lnTo>
                  <a:lnTo>
                    <a:pt x="4694" y="7278"/>
                  </a:lnTo>
                  <a:cubicBezTo>
                    <a:pt x="4894" y="7477"/>
                    <a:pt x="5139" y="7598"/>
                    <a:pt x="5410" y="7598"/>
                  </a:cubicBezTo>
                  <a:cubicBezTo>
                    <a:pt x="5525" y="7598"/>
                    <a:pt x="5644" y="7577"/>
                    <a:pt x="5766" y="7530"/>
                  </a:cubicBezTo>
                  <a:lnTo>
                    <a:pt x="9074" y="6553"/>
                  </a:lnTo>
                  <a:cubicBezTo>
                    <a:pt x="9263" y="6522"/>
                    <a:pt x="9420" y="6396"/>
                    <a:pt x="9578" y="6238"/>
                  </a:cubicBezTo>
                  <a:lnTo>
                    <a:pt x="11562" y="6238"/>
                  </a:lnTo>
                  <a:cubicBezTo>
                    <a:pt x="11751" y="6238"/>
                    <a:pt x="11909" y="6081"/>
                    <a:pt x="11909" y="5892"/>
                  </a:cubicBezTo>
                  <a:lnTo>
                    <a:pt x="11909" y="1733"/>
                  </a:lnTo>
                  <a:cubicBezTo>
                    <a:pt x="11877" y="1544"/>
                    <a:pt x="11720" y="1386"/>
                    <a:pt x="11499" y="1386"/>
                  </a:cubicBezTo>
                  <a:lnTo>
                    <a:pt x="7341" y="1386"/>
                  </a:lnTo>
                  <a:cubicBezTo>
                    <a:pt x="7561" y="1103"/>
                    <a:pt x="7687" y="693"/>
                    <a:pt x="7687" y="347"/>
                  </a:cubicBezTo>
                  <a:cubicBezTo>
                    <a:pt x="7687" y="158"/>
                    <a:pt x="7530" y="0"/>
                    <a:pt x="73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753" name="Google Shape;14753;p83"/>
            <p:cNvSpPr/>
            <p:nvPr/>
          </p:nvSpPr>
          <p:spPr>
            <a:xfrm>
              <a:off x="6664325" y="1938725"/>
              <a:ext cx="17375" cy="43350"/>
            </a:xfrm>
            <a:custGeom>
              <a:avLst/>
              <a:gdLst/>
              <a:ahLst/>
              <a:cxnLst/>
              <a:rect l="l" t="t" r="r" b="b"/>
              <a:pathLst>
                <a:path w="695" h="1734" extrusionOk="0">
                  <a:moveTo>
                    <a:pt x="348" y="1"/>
                  </a:moveTo>
                  <a:cubicBezTo>
                    <a:pt x="159" y="1"/>
                    <a:pt x="1" y="158"/>
                    <a:pt x="1" y="347"/>
                  </a:cubicBezTo>
                  <a:lnTo>
                    <a:pt x="1" y="1355"/>
                  </a:lnTo>
                  <a:cubicBezTo>
                    <a:pt x="1" y="1576"/>
                    <a:pt x="159" y="1733"/>
                    <a:pt x="348" y="1733"/>
                  </a:cubicBezTo>
                  <a:cubicBezTo>
                    <a:pt x="537" y="1733"/>
                    <a:pt x="694" y="1576"/>
                    <a:pt x="694" y="1355"/>
                  </a:cubicBezTo>
                  <a:lnTo>
                    <a:pt x="694" y="347"/>
                  </a:lnTo>
                  <a:cubicBezTo>
                    <a:pt x="694" y="158"/>
                    <a:pt x="537"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754" name="Google Shape;14754;p83"/>
            <p:cNvSpPr/>
            <p:nvPr/>
          </p:nvSpPr>
          <p:spPr>
            <a:xfrm>
              <a:off x="6594250" y="1972800"/>
              <a:ext cx="35450" cy="35275"/>
            </a:xfrm>
            <a:custGeom>
              <a:avLst/>
              <a:gdLst/>
              <a:ahLst/>
              <a:cxnLst/>
              <a:rect l="l" t="t" r="r" b="b"/>
              <a:pathLst>
                <a:path w="1418" h="1411" extrusionOk="0">
                  <a:moveTo>
                    <a:pt x="374" y="0"/>
                  </a:moveTo>
                  <a:cubicBezTo>
                    <a:pt x="291" y="0"/>
                    <a:pt x="205" y="40"/>
                    <a:pt x="126" y="118"/>
                  </a:cubicBezTo>
                  <a:cubicBezTo>
                    <a:pt x="0" y="244"/>
                    <a:pt x="0" y="496"/>
                    <a:pt x="126" y="591"/>
                  </a:cubicBezTo>
                  <a:lnTo>
                    <a:pt x="819" y="1316"/>
                  </a:lnTo>
                  <a:cubicBezTo>
                    <a:pt x="882" y="1379"/>
                    <a:pt x="969" y="1410"/>
                    <a:pt x="1055" y="1410"/>
                  </a:cubicBezTo>
                  <a:cubicBezTo>
                    <a:pt x="1142" y="1410"/>
                    <a:pt x="1229" y="1379"/>
                    <a:pt x="1292" y="1316"/>
                  </a:cubicBezTo>
                  <a:cubicBezTo>
                    <a:pt x="1418" y="1190"/>
                    <a:pt x="1418" y="969"/>
                    <a:pt x="1292" y="843"/>
                  </a:cubicBezTo>
                  <a:lnTo>
                    <a:pt x="599" y="118"/>
                  </a:lnTo>
                  <a:cubicBezTo>
                    <a:pt x="536" y="40"/>
                    <a:pt x="457" y="0"/>
                    <a:pt x="3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755" name="Google Shape;14755;p83"/>
            <p:cNvSpPr/>
            <p:nvPr/>
          </p:nvSpPr>
          <p:spPr>
            <a:xfrm>
              <a:off x="6715525" y="1972800"/>
              <a:ext cx="35475" cy="35275"/>
            </a:xfrm>
            <a:custGeom>
              <a:avLst/>
              <a:gdLst/>
              <a:ahLst/>
              <a:cxnLst/>
              <a:rect l="l" t="t" r="r" b="b"/>
              <a:pathLst>
                <a:path w="1419" h="1411" extrusionOk="0">
                  <a:moveTo>
                    <a:pt x="1056" y="0"/>
                  </a:moveTo>
                  <a:cubicBezTo>
                    <a:pt x="970" y="0"/>
                    <a:pt x="883" y="40"/>
                    <a:pt x="820" y="118"/>
                  </a:cubicBezTo>
                  <a:lnTo>
                    <a:pt x="127" y="843"/>
                  </a:lnTo>
                  <a:cubicBezTo>
                    <a:pt x="1" y="969"/>
                    <a:pt x="1" y="1190"/>
                    <a:pt x="127" y="1316"/>
                  </a:cubicBezTo>
                  <a:cubicBezTo>
                    <a:pt x="174" y="1379"/>
                    <a:pt x="261" y="1410"/>
                    <a:pt x="351" y="1410"/>
                  </a:cubicBezTo>
                  <a:cubicBezTo>
                    <a:pt x="442" y="1410"/>
                    <a:pt x="536" y="1379"/>
                    <a:pt x="599" y="1316"/>
                  </a:cubicBezTo>
                  <a:lnTo>
                    <a:pt x="1293" y="591"/>
                  </a:lnTo>
                  <a:cubicBezTo>
                    <a:pt x="1419" y="496"/>
                    <a:pt x="1419" y="244"/>
                    <a:pt x="1293" y="118"/>
                  </a:cubicBezTo>
                  <a:cubicBezTo>
                    <a:pt x="1230" y="40"/>
                    <a:pt x="1143" y="0"/>
                    <a:pt x="1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756" name="Google Shape;14756;p83"/>
          <p:cNvGrpSpPr/>
          <p:nvPr/>
        </p:nvGrpSpPr>
        <p:grpSpPr>
          <a:xfrm>
            <a:off x="6631047" y="1756007"/>
            <a:ext cx="363380" cy="348778"/>
            <a:chOff x="2140225" y="2318650"/>
            <a:chExt cx="307975" cy="295600"/>
          </a:xfrm>
        </p:grpSpPr>
        <p:sp>
          <p:nvSpPr>
            <p:cNvPr id="14757" name="Google Shape;14757;p83"/>
            <p:cNvSpPr/>
            <p:nvPr/>
          </p:nvSpPr>
          <p:spPr>
            <a:xfrm>
              <a:off x="2281200" y="2353025"/>
              <a:ext cx="104000" cy="121300"/>
            </a:xfrm>
            <a:custGeom>
              <a:avLst/>
              <a:gdLst/>
              <a:ahLst/>
              <a:cxnLst/>
              <a:rect l="l" t="t" r="r" b="b"/>
              <a:pathLst>
                <a:path w="4160" h="4852" extrusionOk="0">
                  <a:moveTo>
                    <a:pt x="2080" y="662"/>
                  </a:moveTo>
                  <a:cubicBezTo>
                    <a:pt x="2490" y="662"/>
                    <a:pt x="2805" y="977"/>
                    <a:pt x="2805" y="1386"/>
                  </a:cubicBezTo>
                  <a:cubicBezTo>
                    <a:pt x="2805" y="1764"/>
                    <a:pt x="2490" y="2079"/>
                    <a:pt x="2080" y="2079"/>
                  </a:cubicBezTo>
                  <a:cubicBezTo>
                    <a:pt x="1702" y="2079"/>
                    <a:pt x="1387" y="1764"/>
                    <a:pt x="1387" y="1386"/>
                  </a:cubicBezTo>
                  <a:cubicBezTo>
                    <a:pt x="1387" y="977"/>
                    <a:pt x="1702" y="662"/>
                    <a:pt x="2080" y="662"/>
                  </a:cubicBezTo>
                  <a:close/>
                  <a:moveTo>
                    <a:pt x="2080" y="2773"/>
                  </a:moveTo>
                  <a:cubicBezTo>
                    <a:pt x="2836" y="2773"/>
                    <a:pt x="3466" y="3403"/>
                    <a:pt x="3466" y="4127"/>
                  </a:cubicBezTo>
                  <a:lnTo>
                    <a:pt x="662" y="4127"/>
                  </a:lnTo>
                  <a:cubicBezTo>
                    <a:pt x="662" y="3403"/>
                    <a:pt x="1293" y="2773"/>
                    <a:pt x="2080" y="2773"/>
                  </a:cubicBezTo>
                  <a:close/>
                  <a:moveTo>
                    <a:pt x="2112" y="0"/>
                  </a:moveTo>
                  <a:cubicBezTo>
                    <a:pt x="1387" y="0"/>
                    <a:pt x="757" y="630"/>
                    <a:pt x="757" y="1386"/>
                  </a:cubicBezTo>
                  <a:cubicBezTo>
                    <a:pt x="757" y="1733"/>
                    <a:pt x="915" y="2079"/>
                    <a:pt x="1135" y="2332"/>
                  </a:cubicBezTo>
                  <a:cubicBezTo>
                    <a:pt x="505" y="2678"/>
                    <a:pt x="64" y="3340"/>
                    <a:pt x="64" y="4127"/>
                  </a:cubicBezTo>
                  <a:lnTo>
                    <a:pt x="64" y="4505"/>
                  </a:lnTo>
                  <a:cubicBezTo>
                    <a:pt x="1" y="4694"/>
                    <a:pt x="158" y="4852"/>
                    <a:pt x="347" y="4852"/>
                  </a:cubicBezTo>
                  <a:lnTo>
                    <a:pt x="3813" y="4852"/>
                  </a:lnTo>
                  <a:cubicBezTo>
                    <a:pt x="4002" y="4852"/>
                    <a:pt x="4160" y="4694"/>
                    <a:pt x="4160" y="4505"/>
                  </a:cubicBezTo>
                  <a:lnTo>
                    <a:pt x="4160" y="4127"/>
                  </a:lnTo>
                  <a:cubicBezTo>
                    <a:pt x="4160" y="3340"/>
                    <a:pt x="3750" y="2678"/>
                    <a:pt x="3120" y="2332"/>
                  </a:cubicBezTo>
                  <a:cubicBezTo>
                    <a:pt x="3340" y="2079"/>
                    <a:pt x="3498" y="1733"/>
                    <a:pt x="3498" y="1386"/>
                  </a:cubicBezTo>
                  <a:cubicBezTo>
                    <a:pt x="3498" y="630"/>
                    <a:pt x="2868" y="0"/>
                    <a:pt x="21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758" name="Google Shape;14758;p83"/>
            <p:cNvSpPr/>
            <p:nvPr/>
          </p:nvSpPr>
          <p:spPr>
            <a:xfrm>
              <a:off x="2140225" y="2318650"/>
              <a:ext cx="307975" cy="295600"/>
            </a:xfrm>
            <a:custGeom>
              <a:avLst/>
              <a:gdLst/>
              <a:ahLst/>
              <a:cxnLst/>
              <a:rect l="l" t="t" r="r" b="b"/>
              <a:pathLst>
                <a:path w="12319" h="11824" extrusionOk="0">
                  <a:moveTo>
                    <a:pt x="7712" y="682"/>
                  </a:moveTo>
                  <a:cubicBezTo>
                    <a:pt x="8607" y="682"/>
                    <a:pt x="9499" y="1029"/>
                    <a:pt x="10177" y="1690"/>
                  </a:cubicBezTo>
                  <a:cubicBezTo>
                    <a:pt x="11468" y="2982"/>
                    <a:pt x="11531" y="5187"/>
                    <a:pt x="10177" y="6573"/>
                  </a:cubicBezTo>
                  <a:cubicBezTo>
                    <a:pt x="9500" y="7266"/>
                    <a:pt x="8627" y="7590"/>
                    <a:pt x="7754" y="7590"/>
                  </a:cubicBezTo>
                  <a:cubicBezTo>
                    <a:pt x="6839" y="7590"/>
                    <a:pt x="5923" y="7234"/>
                    <a:pt x="5230" y="6573"/>
                  </a:cubicBezTo>
                  <a:cubicBezTo>
                    <a:pt x="3939" y="5282"/>
                    <a:pt x="3876" y="3045"/>
                    <a:pt x="5325" y="1659"/>
                  </a:cubicBezTo>
                  <a:cubicBezTo>
                    <a:pt x="6001" y="997"/>
                    <a:pt x="6858" y="682"/>
                    <a:pt x="7712" y="682"/>
                  </a:cubicBezTo>
                  <a:close/>
                  <a:moveTo>
                    <a:pt x="4128" y="6258"/>
                  </a:moveTo>
                  <a:cubicBezTo>
                    <a:pt x="4285" y="6573"/>
                    <a:pt x="4537" y="6857"/>
                    <a:pt x="4758" y="7078"/>
                  </a:cubicBezTo>
                  <a:cubicBezTo>
                    <a:pt x="5010" y="7330"/>
                    <a:pt x="5293" y="7550"/>
                    <a:pt x="5577" y="7708"/>
                  </a:cubicBezTo>
                  <a:lnTo>
                    <a:pt x="5136" y="8180"/>
                  </a:lnTo>
                  <a:cubicBezTo>
                    <a:pt x="5073" y="8243"/>
                    <a:pt x="4978" y="8275"/>
                    <a:pt x="4888" y="8275"/>
                  </a:cubicBezTo>
                  <a:cubicBezTo>
                    <a:pt x="4797" y="8275"/>
                    <a:pt x="4710" y="8243"/>
                    <a:pt x="4663" y="8180"/>
                  </a:cubicBezTo>
                  <a:lnTo>
                    <a:pt x="3655" y="7204"/>
                  </a:lnTo>
                  <a:cubicBezTo>
                    <a:pt x="3498" y="7078"/>
                    <a:pt x="3498" y="6857"/>
                    <a:pt x="3655" y="6731"/>
                  </a:cubicBezTo>
                  <a:lnTo>
                    <a:pt x="4128" y="6258"/>
                  </a:lnTo>
                  <a:close/>
                  <a:moveTo>
                    <a:pt x="3403" y="7960"/>
                  </a:moveTo>
                  <a:lnTo>
                    <a:pt x="3876" y="8432"/>
                  </a:lnTo>
                  <a:lnTo>
                    <a:pt x="3309" y="8968"/>
                  </a:lnTo>
                  <a:lnTo>
                    <a:pt x="2836" y="8495"/>
                  </a:lnTo>
                  <a:lnTo>
                    <a:pt x="3403" y="7960"/>
                  </a:lnTo>
                  <a:close/>
                  <a:moveTo>
                    <a:pt x="2363" y="8968"/>
                  </a:moveTo>
                  <a:lnTo>
                    <a:pt x="2836" y="9440"/>
                  </a:lnTo>
                  <a:lnTo>
                    <a:pt x="1292" y="10984"/>
                  </a:lnTo>
                  <a:cubicBezTo>
                    <a:pt x="1245" y="11047"/>
                    <a:pt x="1158" y="11079"/>
                    <a:pt x="1068" y="11079"/>
                  </a:cubicBezTo>
                  <a:cubicBezTo>
                    <a:pt x="977" y="11079"/>
                    <a:pt x="883" y="11047"/>
                    <a:pt x="820" y="10984"/>
                  </a:cubicBezTo>
                  <a:cubicBezTo>
                    <a:pt x="725" y="10858"/>
                    <a:pt x="725" y="10669"/>
                    <a:pt x="820" y="10512"/>
                  </a:cubicBezTo>
                  <a:lnTo>
                    <a:pt x="2363" y="8968"/>
                  </a:lnTo>
                  <a:close/>
                  <a:moveTo>
                    <a:pt x="7731" y="1"/>
                  </a:moveTo>
                  <a:cubicBezTo>
                    <a:pt x="6669" y="1"/>
                    <a:pt x="5604" y="403"/>
                    <a:pt x="4789" y="1218"/>
                  </a:cubicBezTo>
                  <a:cubicBezTo>
                    <a:pt x="3592" y="2446"/>
                    <a:pt x="3309" y="4179"/>
                    <a:pt x="3844" y="5628"/>
                  </a:cubicBezTo>
                  <a:lnTo>
                    <a:pt x="3182" y="6290"/>
                  </a:lnTo>
                  <a:cubicBezTo>
                    <a:pt x="2867" y="6605"/>
                    <a:pt x="2804" y="7078"/>
                    <a:pt x="2993" y="7487"/>
                  </a:cubicBezTo>
                  <a:lnTo>
                    <a:pt x="410" y="10071"/>
                  </a:lnTo>
                  <a:cubicBezTo>
                    <a:pt x="0" y="10480"/>
                    <a:pt x="0" y="11142"/>
                    <a:pt x="410" y="11520"/>
                  </a:cubicBezTo>
                  <a:cubicBezTo>
                    <a:pt x="580" y="11721"/>
                    <a:pt x="826" y="11823"/>
                    <a:pt x="1081" y="11823"/>
                  </a:cubicBezTo>
                  <a:cubicBezTo>
                    <a:pt x="1345" y="11823"/>
                    <a:pt x="1619" y="11713"/>
                    <a:pt x="1828" y="11488"/>
                  </a:cubicBezTo>
                  <a:lnTo>
                    <a:pt x="4411" y="8905"/>
                  </a:lnTo>
                  <a:cubicBezTo>
                    <a:pt x="4565" y="8976"/>
                    <a:pt x="4727" y="9011"/>
                    <a:pt x="4887" y="9011"/>
                  </a:cubicBezTo>
                  <a:cubicBezTo>
                    <a:pt x="5153" y="9011"/>
                    <a:pt x="5411" y="8913"/>
                    <a:pt x="5608" y="8716"/>
                  </a:cubicBezTo>
                  <a:lnTo>
                    <a:pt x="6270" y="8023"/>
                  </a:lnTo>
                  <a:cubicBezTo>
                    <a:pt x="6736" y="8205"/>
                    <a:pt x="7231" y="8296"/>
                    <a:pt x="7729" y="8296"/>
                  </a:cubicBezTo>
                  <a:cubicBezTo>
                    <a:pt x="8781" y="8296"/>
                    <a:pt x="9847" y="7890"/>
                    <a:pt x="10681" y="7078"/>
                  </a:cubicBezTo>
                  <a:cubicBezTo>
                    <a:pt x="12319" y="5439"/>
                    <a:pt x="12287" y="2793"/>
                    <a:pt x="10681" y="1218"/>
                  </a:cubicBezTo>
                  <a:cubicBezTo>
                    <a:pt x="9873" y="410"/>
                    <a:pt x="8804" y="1"/>
                    <a:pt x="77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759" name="Google Shape;14759;p83"/>
          <p:cNvGrpSpPr/>
          <p:nvPr/>
        </p:nvGrpSpPr>
        <p:grpSpPr>
          <a:xfrm>
            <a:off x="6636607" y="2197505"/>
            <a:ext cx="352259" cy="349427"/>
            <a:chOff x="2139425" y="2682250"/>
            <a:chExt cx="298550" cy="296150"/>
          </a:xfrm>
        </p:grpSpPr>
        <p:sp>
          <p:nvSpPr>
            <p:cNvPr id="14760" name="Google Shape;14760;p83"/>
            <p:cNvSpPr/>
            <p:nvPr/>
          </p:nvSpPr>
          <p:spPr>
            <a:xfrm>
              <a:off x="2139425" y="2787000"/>
              <a:ext cx="159125" cy="191400"/>
            </a:xfrm>
            <a:custGeom>
              <a:avLst/>
              <a:gdLst/>
              <a:ahLst/>
              <a:cxnLst/>
              <a:rect l="l" t="t" r="r" b="b"/>
              <a:pathLst>
                <a:path w="6365" h="7656" extrusionOk="0">
                  <a:moveTo>
                    <a:pt x="3214" y="630"/>
                  </a:moveTo>
                  <a:cubicBezTo>
                    <a:pt x="3813" y="630"/>
                    <a:pt x="4286" y="1103"/>
                    <a:pt x="4286" y="1670"/>
                  </a:cubicBezTo>
                  <a:cubicBezTo>
                    <a:pt x="4286" y="2206"/>
                    <a:pt x="3813" y="2678"/>
                    <a:pt x="3214" y="2678"/>
                  </a:cubicBezTo>
                  <a:cubicBezTo>
                    <a:pt x="2647" y="2678"/>
                    <a:pt x="2175" y="2206"/>
                    <a:pt x="2175" y="1670"/>
                  </a:cubicBezTo>
                  <a:cubicBezTo>
                    <a:pt x="2175" y="1166"/>
                    <a:pt x="2647" y="630"/>
                    <a:pt x="3214" y="630"/>
                  </a:cubicBezTo>
                  <a:close/>
                  <a:moveTo>
                    <a:pt x="3183" y="3403"/>
                  </a:moveTo>
                  <a:cubicBezTo>
                    <a:pt x="4538" y="3403"/>
                    <a:pt x="5609" y="4506"/>
                    <a:pt x="5609" y="5829"/>
                  </a:cubicBezTo>
                  <a:lnTo>
                    <a:pt x="5609" y="6931"/>
                  </a:lnTo>
                  <a:lnTo>
                    <a:pt x="757" y="6931"/>
                  </a:lnTo>
                  <a:lnTo>
                    <a:pt x="757" y="5829"/>
                  </a:lnTo>
                  <a:cubicBezTo>
                    <a:pt x="757" y="4506"/>
                    <a:pt x="1860" y="3403"/>
                    <a:pt x="3183" y="3403"/>
                  </a:cubicBezTo>
                  <a:close/>
                  <a:moveTo>
                    <a:pt x="3183" y="0"/>
                  </a:moveTo>
                  <a:cubicBezTo>
                    <a:pt x="2238" y="0"/>
                    <a:pt x="1419" y="788"/>
                    <a:pt x="1419" y="1733"/>
                  </a:cubicBezTo>
                  <a:cubicBezTo>
                    <a:pt x="1419" y="2206"/>
                    <a:pt x="1608" y="2678"/>
                    <a:pt x="1954" y="2993"/>
                  </a:cubicBezTo>
                  <a:cubicBezTo>
                    <a:pt x="820" y="3466"/>
                    <a:pt x="1" y="4569"/>
                    <a:pt x="1" y="5892"/>
                  </a:cubicBezTo>
                  <a:lnTo>
                    <a:pt x="1" y="7309"/>
                  </a:lnTo>
                  <a:cubicBezTo>
                    <a:pt x="64" y="7498"/>
                    <a:pt x="222" y="7656"/>
                    <a:pt x="442" y="7656"/>
                  </a:cubicBezTo>
                  <a:lnTo>
                    <a:pt x="6018" y="7656"/>
                  </a:lnTo>
                  <a:cubicBezTo>
                    <a:pt x="6207" y="7656"/>
                    <a:pt x="6365" y="7498"/>
                    <a:pt x="6365" y="7309"/>
                  </a:cubicBezTo>
                  <a:lnTo>
                    <a:pt x="6365" y="5892"/>
                  </a:lnTo>
                  <a:cubicBezTo>
                    <a:pt x="6365" y="4569"/>
                    <a:pt x="5546" y="3466"/>
                    <a:pt x="4412" y="2993"/>
                  </a:cubicBezTo>
                  <a:cubicBezTo>
                    <a:pt x="4758" y="2647"/>
                    <a:pt x="4947" y="2206"/>
                    <a:pt x="4947" y="1733"/>
                  </a:cubicBezTo>
                  <a:cubicBezTo>
                    <a:pt x="4947" y="788"/>
                    <a:pt x="4160" y="0"/>
                    <a:pt x="3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761" name="Google Shape;14761;p83"/>
            <p:cNvSpPr/>
            <p:nvPr/>
          </p:nvSpPr>
          <p:spPr>
            <a:xfrm>
              <a:off x="2280425" y="2682250"/>
              <a:ext cx="157550" cy="155975"/>
            </a:xfrm>
            <a:custGeom>
              <a:avLst/>
              <a:gdLst/>
              <a:ahLst/>
              <a:cxnLst/>
              <a:rect l="l" t="t" r="r" b="b"/>
              <a:pathLst>
                <a:path w="6302" h="6239" extrusionOk="0">
                  <a:moveTo>
                    <a:pt x="3182" y="662"/>
                  </a:moveTo>
                  <a:cubicBezTo>
                    <a:pt x="4506" y="662"/>
                    <a:pt x="5608" y="1764"/>
                    <a:pt x="5608" y="3088"/>
                  </a:cubicBezTo>
                  <a:cubicBezTo>
                    <a:pt x="5577" y="4442"/>
                    <a:pt x="4474" y="5545"/>
                    <a:pt x="3151" y="5545"/>
                  </a:cubicBezTo>
                  <a:cubicBezTo>
                    <a:pt x="2710" y="5545"/>
                    <a:pt x="2300" y="5419"/>
                    <a:pt x="1954" y="5230"/>
                  </a:cubicBezTo>
                  <a:cubicBezTo>
                    <a:pt x="1891" y="5198"/>
                    <a:pt x="1796" y="5198"/>
                    <a:pt x="1733" y="5198"/>
                  </a:cubicBezTo>
                  <a:lnTo>
                    <a:pt x="946" y="5388"/>
                  </a:lnTo>
                  <a:lnTo>
                    <a:pt x="1166" y="4663"/>
                  </a:lnTo>
                  <a:cubicBezTo>
                    <a:pt x="1198" y="4568"/>
                    <a:pt x="1166" y="4474"/>
                    <a:pt x="1135" y="4411"/>
                  </a:cubicBezTo>
                  <a:cubicBezTo>
                    <a:pt x="883" y="4001"/>
                    <a:pt x="725" y="3560"/>
                    <a:pt x="725" y="3088"/>
                  </a:cubicBezTo>
                  <a:cubicBezTo>
                    <a:pt x="725" y="1764"/>
                    <a:pt x="1828" y="662"/>
                    <a:pt x="3182" y="662"/>
                  </a:cubicBezTo>
                  <a:close/>
                  <a:moveTo>
                    <a:pt x="3151" y="0"/>
                  </a:moveTo>
                  <a:cubicBezTo>
                    <a:pt x="1418" y="0"/>
                    <a:pt x="32" y="1418"/>
                    <a:pt x="32" y="3088"/>
                  </a:cubicBezTo>
                  <a:cubicBezTo>
                    <a:pt x="32" y="3655"/>
                    <a:pt x="158" y="4159"/>
                    <a:pt x="410" y="4631"/>
                  </a:cubicBezTo>
                  <a:lnTo>
                    <a:pt x="32" y="5766"/>
                  </a:lnTo>
                  <a:cubicBezTo>
                    <a:pt x="0" y="5892"/>
                    <a:pt x="32" y="6018"/>
                    <a:pt x="95" y="6144"/>
                  </a:cubicBezTo>
                  <a:cubicBezTo>
                    <a:pt x="189" y="6207"/>
                    <a:pt x="315" y="6238"/>
                    <a:pt x="473" y="6238"/>
                  </a:cubicBezTo>
                  <a:lnTo>
                    <a:pt x="1765" y="5923"/>
                  </a:lnTo>
                  <a:cubicBezTo>
                    <a:pt x="2206" y="6175"/>
                    <a:pt x="2678" y="6238"/>
                    <a:pt x="3182" y="6238"/>
                  </a:cubicBezTo>
                  <a:cubicBezTo>
                    <a:pt x="4915" y="6238"/>
                    <a:pt x="6301" y="4820"/>
                    <a:pt x="6301" y="3151"/>
                  </a:cubicBezTo>
                  <a:cubicBezTo>
                    <a:pt x="6238" y="1418"/>
                    <a:pt x="4884"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762" name="Google Shape;14762;p83"/>
            <p:cNvSpPr/>
            <p:nvPr/>
          </p:nvSpPr>
          <p:spPr>
            <a:xfrm>
              <a:off x="2349725" y="2725550"/>
              <a:ext cx="18150" cy="17375"/>
            </a:xfrm>
            <a:custGeom>
              <a:avLst/>
              <a:gdLst/>
              <a:ahLst/>
              <a:cxnLst/>
              <a:rect l="l" t="t" r="r" b="b"/>
              <a:pathLst>
                <a:path w="726" h="695" extrusionOk="0">
                  <a:moveTo>
                    <a:pt x="379" y="1"/>
                  </a:moveTo>
                  <a:cubicBezTo>
                    <a:pt x="158" y="1"/>
                    <a:pt x="1" y="158"/>
                    <a:pt x="1" y="348"/>
                  </a:cubicBezTo>
                  <a:cubicBezTo>
                    <a:pt x="1" y="537"/>
                    <a:pt x="158" y="694"/>
                    <a:pt x="379" y="694"/>
                  </a:cubicBezTo>
                  <a:cubicBezTo>
                    <a:pt x="568" y="694"/>
                    <a:pt x="725" y="537"/>
                    <a:pt x="725" y="348"/>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763" name="Google Shape;14763;p83"/>
            <p:cNvSpPr/>
            <p:nvPr/>
          </p:nvSpPr>
          <p:spPr>
            <a:xfrm>
              <a:off x="2349725" y="2751550"/>
              <a:ext cx="18150" cy="52800"/>
            </a:xfrm>
            <a:custGeom>
              <a:avLst/>
              <a:gdLst/>
              <a:ahLst/>
              <a:cxnLst/>
              <a:rect l="l" t="t" r="r" b="b"/>
              <a:pathLst>
                <a:path w="726" h="2112" extrusionOk="0">
                  <a:moveTo>
                    <a:pt x="379" y="1"/>
                  </a:moveTo>
                  <a:cubicBezTo>
                    <a:pt x="158" y="1"/>
                    <a:pt x="1" y="158"/>
                    <a:pt x="1" y="379"/>
                  </a:cubicBezTo>
                  <a:lnTo>
                    <a:pt x="1" y="1733"/>
                  </a:lnTo>
                  <a:cubicBezTo>
                    <a:pt x="1" y="1954"/>
                    <a:pt x="158" y="2111"/>
                    <a:pt x="379" y="2111"/>
                  </a:cubicBezTo>
                  <a:cubicBezTo>
                    <a:pt x="568" y="2111"/>
                    <a:pt x="725" y="1954"/>
                    <a:pt x="725" y="1733"/>
                  </a:cubicBezTo>
                  <a:lnTo>
                    <a:pt x="725" y="379"/>
                  </a:ln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764" name="Google Shape;14764;p83"/>
          <p:cNvGrpSpPr/>
          <p:nvPr/>
        </p:nvGrpSpPr>
        <p:grpSpPr>
          <a:xfrm>
            <a:off x="5301219" y="2711991"/>
            <a:ext cx="350401" cy="264888"/>
            <a:chOff x="3962775" y="1990700"/>
            <a:chExt cx="296975" cy="224500"/>
          </a:xfrm>
        </p:grpSpPr>
        <p:sp>
          <p:nvSpPr>
            <p:cNvPr id="14765" name="Google Shape;14765;p83"/>
            <p:cNvSpPr/>
            <p:nvPr/>
          </p:nvSpPr>
          <p:spPr>
            <a:xfrm>
              <a:off x="4216400" y="2093100"/>
              <a:ext cx="43350" cy="18150"/>
            </a:xfrm>
            <a:custGeom>
              <a:avLst/>
              <a:gdLst/>
              <a:ahLst/>
              <a:cxnLst/>
              <a:rect l="l" t="t" r="r" b="b"/>
              <a:pathLst>
                <a:path w="1734" h="726" extrusionOk="0">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766" name="Google Shape;14766;p83"/>
            <p:cNvSpPr/>
            <p:nvPr/>
          </p:nvSpPr>
          <p:spPr>
            <a:xfrm>
              <a:off x="4206950" y="2129325"/>
              <a:ext cx="35475" cy="33900"/>
            </a:xfrm>
            <a:custGeom>
              <a:avLst/>
              <a:gdLst/>
              <a:ahLst/>
              <a:cxnLst/>
              <a:rect l="l" t="t" r="r" b="b"/>
              <a:pathLst>
                <a:path w="1419" h="1356" extrusionOk="0">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767" name="Google Shape;14767;p83"/>
            <p:cNvSpPr/>
            <p:nvPr/>
          </p:nvSpPr>
          <p:spPr>
            <a:xfrm>
              <a:off x="4207750" y="2041900"/>
              <a:ext cx="35450" cy="34500"/>
            </a:xfrm>
            <a:custGeom>
              <a:avLst/>
              <a:gdLst/>
              <a:ahLst/>
              <a:cxnLst/>
              <a:rect l="l" t="t" r="r" b="b"/>
              <a:pathLst>
                <a:path w="1418" h="1380" extrusionOk="0">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768" name="Google Shape;14768;p83"/>
            <p:cNvSpPr/>
            <p:nvPr/>
          </p:nvSpPr>
          <p:spPr>
            <a:xfrm>
              <a:off x="3962775" y="1990700"/>
              <a:ext cx="226075" cy="224500"/>
            </a:xfrm>
            <a:custGeom>
              <a:avLst/>
              <a:gdLst/>
              <a:ahLst/>
              <a:cxnLst/>
              <a:rect l="l" t="t" r="r" b="b"/>
              <a:pathLst>
                <a:path w="9043" h="8980" extrusionOk="0">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769" name="Google Shape;14769;p83"/>
          <p:cNvGrpSpPr/>
          <p:nvPr/>
        </p:nvGrpSpPr>
        <p:grpSpPr>
          <a:xfrm>
            <a:off x="5301691" y="3158697"/>
            <a:ext cx="349457" cy="349457"/>
            <a:chOff x="3963575" y="2317575"/>
            <a:chExt cx="296175" cy="296175"/>
          </a:xfrm>
        </p:grpSpPr>
        <p:sp>
          <p:nvSpPr>
            <p:cNvPr id="14770" name="Google Shape;14770;p83"/>
            <p:cNvSpPr/>
            <p:nvPr/>
          </p:nvSpPr>
          <p:spPr>
            <a:xfrm>
              <a:off x="3963575" y="2317575"/>
              <a:ext cx="296175" cy="296175"/>
            </a:xfrm>
            <a:custGeom>
              <a:avLst/>
              <a:gdLst/>
              <a:ahLst/>
              <a:cxnLst/>
              <a:rect l="l" t="t" r="r" b="b"/>
              <a:pathLst>
                <a:path w="11847" h="11847" extrusionOk="0">
                  <a:moveTo>
                    <a:pt x="9483" y="1418"/>
                  </a:moveTo>
                  <a:cubicBezTo>
                    <a:pt x="9672" y="1418"/>
                    <a:pt x="9830" y="1576"/>
                    <a:pt x="9830" y="1765"/>
                  </a:cubicBezTo>
                  <a:lnTo>
                    <a:pt x="9830" y="2836"/>
                  </a:lnTo>
                  <a:lnTo>
                    <a:pt x="788" y="2836"/>
                  </a:lnTo>
                  <a:lnTo>
                    <a:pt x="788" y="1765"/>
                  </a:lnTo>
                  <a:lnTo>
                    <a:pt x="725" y="1765"/>
                  </a:lnTo>
                  <a:cubicBezTo>
                    <a:pt x="725" y="1576"/>
                    <a:pt x="883" y="1418"/>
                    <a:pt x="1072" y="1418"/>
                  </a:cubicBezTo>
                  <a:lnTo>
                    <a:pt x="1418" y="1418"/>
                  </a:lnTo>
                  <a:lnTo>
                    <a:pt x="1418" y="1765"/>
                  </a:lnTo>
                  <a:cubicBezTo>
                    <a:pt x="1418" y="1954"/>
                    <a:pt x="1576" y="2143"/>
                    <a:pt x="1765" y="2143"/>
                  </a:cubicBezTo>
                  <a:cubicBezTo>
                    <a:pt x="1954" y="2143"/>
                    <a:pt x="2111" y="1954"/>
                    <a:pt x="2111" y="1765"/>
                  </a:cubicBezTo>
                  <a:lnTo>
                    <a:pt x="2111" y="1418"/>
                  </a:lnTo>
                  <a:lnTo>
                    <a:pt x="3498" y="1418"/>
                  </a:lnTo>
                  <a:lnTo>
                    <a:pt x="3498" y="1765"/>
                  </a:lnTo>
                  <a:cubicBezTo>
                    <a:pt x="3498" y="1954"/>
                    <a:pt x="3655" y="2143"/>
                    <a:pt x="3844" y="2143"/>
                  </a:cubicBezTo>
                  <a:cubicBezTo>
                    <a:pt x="4065" y="2143"/>
                    <a:pt x="4222" y="1954"/>
                    <a:pt x="4222" y="1765"/>
                  </a:cubicBezTo>
                  <a:lnTo>
                    <a:pt x="4222" y="1418"/>
                  </a:lnTo>
                  <a:lnTo>
                    <a:pt x="6333" y="1418"/>
                  </a:lnTo>
                  <a:lnTo>
                    <a:pt x="6333" y="1765"/>
                  </a:lnTo>
                  <a:cubicBezTo>
                    <a:pt x="6333" y="1954"/>
                    <a:pt x="6490" y="2143"/>
                    <a:pt x="6680" y="2143"/>
                  </a:cubicBezTo>
                  <a:cubicBezTo>
                    <a:pt x="6900" y="2143"/>
                    <a:pt x="7058" y="1954"/>
                    <a:pt x="7058" y="1765"/>
                  </a:cubicBezTo>
                  <a:lnTo>
                    <a:pt x="7058" y="1418"/>
                  </a:lnTo>
                  <a:lnTo>
                    <a:pt x="8412" y="1418"/>
                  </a:lnTo>
                  <a:lnTo>
                    <a:pt x="8412" y="1765"/>
                  </a:lnTo>
                  <a:cubicBezTo>
                    <a:pt x="8412" y="1954"/>
                    <a:pt x="8570" y="2143"/>
                    <a:pt x="8790" y="2143"/>
                  </a:cubicBezTo>
                  <a:cubicBezTo>
                    <a:pt x="8979" y="2143"/>
                    <a:pt x="9137" y="1954"/>
                    <a:pt x="9137" y="1765"/>
                  </a:cubicBezTo>
                  <a:lnTo>
                    <a:pt x="9137" y="1418"/>
                  </a:lnTo>
                  <a:close/>
                  <a:moveTo>
                    <a:pt x="9767" y="3497"/>
                  </a:moveTo>
                  <a:lnTo>
                    <a:pt x="9767" y="7026"/>
                  </a:lnTo>
                  <a:cubicBezTo>
                    <a:pt x="9641" y="7026"/>
                    <a:pt x="9546" y="6963"/>
                    <a:pt x="9420" y="6963"/>
                  </a:cubicBezTo>
                  <a:cubicBezTo>
                    <a:pt x="8066" y="6963"/>
                    <a:pt x="6963" y="8066"/>
                    <a:pt x="6963" y="9420"/>
                  </a:cubicBezTo>
                  <a:cubicBezTo>
                    <a:pt x="6963" y="9546"/>
                    <a:pt x="6963" y="9641"/>
                    <a:pt x="7026" y="9767"/>
                  </a:cubicBezTo>
                  <a:lnTo>
                    <a:pt x="1040" y="9767"/>
                  </a:lnTo>
                  <a:cubicBezTo>
                    <a:pt x="820" y="9767"/>
                    <a:pt x="662" y="9609"/>
                    <a:pt x="662" y="9420"/>
                  </a:cubicBezTo>
                  <a:lnTo>
                    <a:pt x="662" y="3497"/>
                  </a:lnTo>
                  <a:close/>
                  <a:moveTo>
                    <a:pt x="9420" y="7688"/>
                  </a:moveTo>
                  <a:cubicBezTo>
                    <a:pt x="10366" y="7688"/>
                    <a:pt x="11153" y="8475"/>
                    <a:pt x="11153" y="9420"/>
                  </a:cubicBezTo>
                  <a:cubicBezTo>
                    <a:pt x="11153" y="10397"/>
                    <a:pt x="10366" y="11185"/>
                    <a:pt x="9420" y="11185"/>
                  </a:cubicBezTo>
                  <a:cubicBezTo>
                    <a:pt x="8475" y="11185"/>
                    <a:pt x="7688" y="10397"/>
                    <a:pt x="7688" y="9420"/>
                  </a:cubicBezTo>
                  <a:cubicBezTo>
                    <a:pt x="7688" y="8475"/>
                    <a:pt x="8475" y="7688"/>
                    <a:pt x="9420" y="7688"/>
                  </a:cubicBezTo>
                  <a:close/>
                  <a:moveTo>
                    <a:pt x="1733" y="0"/>
                  </a:moveTo>
                  <a:cubicBezTo>
                    <a:pt x="1544" y="0"/>
                    <a:pt x="1387" y="158"/>
                    <a:pt x="1387" y="347"/>
                  </a:cubicBezTo>
                  <a:lnTo>
                    <a:pt x="1387" y="725"/>
                  </a:lnTo>
                  <a:lnTo>
                    <a:pt x="1040" y="725"/>
                  </a:lnTo>
                  <a:cubicBezTo>
                    <a:pt x="442" y="725"/>
                    <a:pt x="0" y="1166"/>
                    <a:pt x="0" y="1733"/>
                  </a:cubicBezTo>
                  <a:lnTo>
                    <a:pt x="0" y="9389"/>
                  </a:lnTo>
                  <a:cubicBezTo>
                    <a:pt x="0" y="9956"/>
                    <a:pt x="473" y="10429"/>
                    <a:pt x="1040" y="10429"/>
                  </a:cubicBezTo>
                  <a:lnTo>
                    <a:pt x="7215" y="10429"/>
                  </a:lnTo>
                  <a:cubicBezTo>
                    <a:pt x="7593" y="11279"/>
                    <a:pt x="8444" y="11846"/>
                    <a:pt x="9420" y="11846"/>
                  </a:cubicBezTo>
                  <a:cubicBezTo>
                    <a:pt x="10744" y="11846"/>
                    <a:pt x="11846" y="10744"/>
                    <a:pt x="11846" y="9420"/>
                  </a:cubicBezTo>
                  <a:cubicBezTo>
                    <a:pt x="11846" y="8444"/>
                    <a:pt x="11311" y="7593"/>
                    <a:pt x="10492" y="7215"/>
                  </a:cubicBezTo>
                  <a:lnTo>
                    <a:pt x="10492" y="1733"/>
                  </a:lnTo>
                  <a:cubicBezTo>
                    <a:pt x="10492" y="1135"/>
                    <a:pt x="10019" y="725"/>
                    <a:pt x="9452" y="725"/>
                  </a:cubicBezTo>
                  <a:lnTo>
                    <a:pt x="9105" y="725"/>
                  </a:lnTo>
                  <a:lnTo>
                    <a:pt x="9105" y="347"/>
                  </a:lnTo>
                  <a:cubicBezTo>
                    <a:pt x="9105" y="158"/>
                    <a:pt x="8948" y="0"/>
                    <a:pt x="8759" y="0"/>
                  </a:cubicBezTo>
                  <a:cubicBezTo>
                    <a:pt x="8538" y="0"/>
                    <a:pt x="8381" y="158"/>
                    <a:pt x="8381" y="347"/>
                  </a:cubicBezTo>
                  <a:lnTo>
                    <a:pt x="8381" y="725"/>
                  </a:lnTo>
                  <a:lnTo>
                    <a:pt x="7026" y="725"/>
                  </a:lnTo>
                  <a:lnTo>
                    <a:pt x="7026" y="347"/>
                  </a:lnTo>
                  <a:cubicBezTo>
                    <a:pt x="7026" y="158"/>
                    <a:pt x="6869" y="0"/>
                    <a:pt x="6648" y="0"/>
                  </a:cubicBezTo>
                  <a:cubicBezTo>
                    <a:pt x="6459" y="0"/>
                    <a:pt x="6301" y="158"/>
                    <a:pt x="6301" y="347"/>
                  </a:cubicBezTo>
                  <a:lnTo>
                    <a:pt x="6301" y="725"/>
                  </a:lnTo>
                  <a:lnTo>
                    <a:pt x="4191" y="725"/>
                  </a:lnTo>
                  <a:lnTo>
                    <a:pt x="4191" y="347"/>
                  </a:lnTo>
                  <a:cubicBezTo>
                    <a:pt x="4191" y="158"/>
                    <a:pt x="4033" y="0"/>
                    <a:pt x="3813" y="0"/>
                  </a:cubicBezTo>
                  <a:cubicBezTo>
                    <a:pt x="3624" y="0"/>
                    <a:pt x="3466" y="158"/>
                    <a:pt x="3466" y="347"/>
                  </a:cubicBezTo>
                  <a:lnTo>
                    <a:pt x="3466" y="725"/>
                  </a:lnTo>
                  <a:lnTo>
                    <a:pt x="2080" y="725"/>
                  </a:lnTo>
                  <a:lnTo>
                    <a:pt x="2080" y="347"/>
                  </a:lnTo>
                  <a:cubicBezTo>
                    <a:pt x="2080" y="158"/>
                    <a:pt x="1922"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771" name="Google Shape;14771;p83"/>
            <p:cNvSpPr/>
            <p:nvPr/>
          </p:nvSpPr>
          <p:spPr>
            <a:xfrm>
              <a:off x="4190400" y="2526300"/>
              <a:ext cx="34700" cy="35450"/>
            </a:xfrm>
            <a:custGeom>
              <a:avLst/>
              <a:gdLst/>
              <a:ahLst/>
              <a:cxnLst/>
              <a:rect l="l" t="t" r="r" b="b"/>
              <a:pathLst>
                <a:path w="1388" h="1418" extrusionOk="0">
                  <a:moveTo>
                    <a:pt x="347" y="0"/>
                  </a:moveTo>
                  <a:cubicBezTo>
                    <a:pt x="158" y="0"/>
                    <a:pt x="1" y="158"/>
                    <a:pt x="1" y="347"/>
                  </a:cubicBezTo>
                  <a:lnTo>
                    <a:pt x="1" y="1071"/>
                  </a:lnTo>
                  <a:cubicBezTo>
                    <a:pt x="1" y="1260"/>
                    <a:pt x="127" y="1418"/>
                    <a:pt x="347" y="1418"/>
                  </a:cubicBezTo>
                  <a:lnTo>
                    <a:pt x="1041" y="1418"/>
                  </a:lnTo>
                  <a:cubicBezTo>
                    <a:pt x="1261" y="1418"/>
                    <a:pt x="1387" y="1260"/>
                    <a:pt x="1387" y="1071"/>
                  </a:cubicBezTo>
                  <a:cubicBezTo>
                    <a:pt x="1387" y="882"/>
                    <a:pt x="1261" y="725"/>
                    <a:pt x="1041" y="725"/>
                  </a:cubicBezTo>
                  <a:lnTo>
                    <a:pt x="694" y="725"/>
                  </a:lnTo>
                  <a:lnTo>
                    <a:pt x="694" y="347"/>
                  </a:ln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772" name="Google Shape;14772;p83"/>
            <p:cNvSpPr/>
            <p:nvPr/>
          </p:nvSpPr>
          <p:spPr>
            <a:xfrm>
              <a:off x="3998225" y="24215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773" name="Google Shape;14773;p83"/>
            <p:cNvSpPr/>
            <p:nvPr/>
          </p:nvSpPr>
          <p:spPr>
            <a:xfrm>
              <a:off x="4050225" y="2421550"/>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774" name="Google Shape;14774;p83"/>
            <p:cNvSpPr/>
            <p:nvPr/>
          </p:nvSpPr>
          <p:spPr>
            <a:xfrm>
              <a:off x="4102200" y="2421550"/>
              <a:ext cx="35475" cy="18125"/>
            </a:xfrm>
            <a:custGeom>
              <a:avLst/>
              <a:gdLst/>
              <a:ahLst/>
              <a:cxnLst/>
              <a:rect l="l" t="t" r="r" b="b"/>
              <a:pathLst>
                <a:path w="1419" h="725" extrusionOk="0">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775" name="Google Shape;14775;p83"/>
            <p:cNvSpPr/>
            <p:nvPr/>
          </p:nvSpPr>
          <p:spPr>
            <a:xfrm>
              <a:off x="4155750" y="24215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776" name="Google Shape;14776;p83"/>
            <p:cNvSpPr/>
            <p:nvPr/>
          </p:nvSpPr>
          <p:spPr>
            <a:xfrm>
              <a:off x="3998225" y="2456975"/>
              <a:ext cx="35475" cy="18150"/>
            </a:xfrm>
            <a:custGeom>
              <a:avLst/>
              <a:gdLst/>
              <a:ahLst/>
              <a:cxnLst/>
              <a:rect l="l" t="t" r="r" b="b"/>
              <a:pathLst>
                <a:path w="1419" h="726" extrusionOk="0">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777" name="Google Shape;14777;p83"/>
            <p:cNvSpPr/>
            <p:nvPr/>
          </p:nvSpPr>
          <p:spPr>
            <a:xfrm>
              <a:off x="4050225" y="2456975"/>
              <a:ext cx="35450" cy="18150"/>
            </a:xfrm>
            <a:custGeom>
              <a:avLst/>
              <a:gdLst/>
              <a:ahLst/>
              <a:cxnLst/>
              <a:rect l="l" t="t" r="r" b="b"/>
              <a:pathLst>
                <a:path w="1418" h="726" extrusionOk="0">
                  <a:moveTo>
                    <a:pt x="347" y="1"/>
                  </a:moveTo>
                  <a:cubicBezTo>
                    <a:pt x="158" y="1"/>
                    <a:pt x="0" y="158"/>
                    <a:pt x="0" y="379"/>
                  </a:cubicBezTo>
                  <a:cubicBezTo>
                    <a:pt x="0" y="568"/>
                    <a:pt x="158" y="725"/>
                    <a:pt x="347" y="725"/>
                  </a:cubicBezTo>
                  <a:lnTo>
                    <a:pt x="1071" y="725"/>
                  </a:lnTo>
                  <a:cubicBezTo>
                    <a:pt x="1260" y="725"/>
                    <a:pt x="1418" y="568"/>
                    <a:pt x="1418" y="379"/>
                  </a:cubicBezTo>
                  <a:cubicBezTo>
                    <a:pt x="1418" y="158"/>
                    <a:pt x="1260"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778" name="Google Shape;14778;p83"/>
            <p:cNvSpPr/>
            <p:nvPr/>
          </p:nvSpPr>
          <p:spPr>
            <a:xfrm>
              <a:off x="4102200" y="2456975"/>
              <a:ext cx="35475" cy="18150"/>
            </a:xfrm>
            <a:custGeom>
              <a:avLst/>
              <a:gdLst/>
              <a:ahLst/>
              <a:cxnLst/>
              <a:rect l="l" t="t" r="r" b="b"/>
              <a:pathLst>
                <a:path w="1419" h="726" extrusionOk="0">
                  <a:moveTo>
                    <a:pt x="378" y="1"/>
                  </a:moveTo>
                  <a:cubicBezTo>
                    <a:pt x="158" y="1"/>
                    <a:pt x="0" y="158"/>
                    <a:pt x="0" y="379"/>
                  </a:cubicBezTo>
                  <a:cubicBezTo>
                    <a:pt x="0" y="568"/>
                    <a:pt x="158" y="725"/>
                    <a:pt x="378" y="725"/>
                  </a:cubicBezTo>
                  <a:lnTo>
                    <a:pt x="1072" y="725"/>
                  </a:lnTo>
                  <a:cubicBezTo>
                    <a:pt x="1261" y="725"/>
                    <a:pt x="1418" y="568"/>
                    <a:pt x="1418" y="379"/>
                  </a:cubicBezTo>
                  <a:cubicBezTo>
                    <a:pt x="1418" y="158"/>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779" name="Google Shape;14779;p83"/>
            <p:cNvSpPr/>
            <p:nvPr/>
          </p:nvSpPr>
          <p:spPr>
            <a:xfrm>
              <a:off x="4155750" y="2456975"/>
              <a:ext cx="35475" cy="18150"/>
            </a:xfrm>
            <a:custGeom>
              <a:avLst/>
              <a:gdLst/>
              <a:ahLst/>
              <a:cxnLst/>
              <a:rect l="l" t="t" r="r" b="b"/>
              <a:pathLst>
                <a:path w="1419" h="726" extrusionOk="0">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780" name="Google Shape;14780;p83"/>
            <p:cNvSpPr/>
            <p:nvPr/>
          </p:nvSpPr>
          <p:spPr>
            <a:xfrm>
              <a:off x="3998225" y="24916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781" name="Google Shape;14781;p83"/>
            <p:cNvSpPr/>
            <p:nvPr/>
          </p:nvSpPr>
          <p:spPr>
            <a:xfrm>
              <a:off x="4050225" y="2491650"/>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782" name="Google Shape;14782;p83"/>
            <p:cNvSpPr/>
            <p:nvPr/>
          </p:nvSpPr>
          <p:spPr>
            <a:xfrm>
              <a:off x="4102200" y="2491650"/>
              <a:ext cx="35475" cy="18125"/>
            </a:xfrm>
            <a:custGeom>
              <a:avLst/>
              <a:gdLst/>
              <a:ahLst/>
              <a:cxnLst/>
              <a:rect l="l" t="t" r="r" b="b"/>
              <a:pathLst>
                <a:path w="1419" h="725" extrusionOk="0">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783" name="Google Shape;14783;p83"/>
            <p:cNvSpPr/>
            <p:nvPr/>
          </p:nvSpPr>
          <p:spPr>
            <a:xfrm>
              <a:off x="3998225" y="2526300"/>
              <a:ext cx="35475" cy="18125"/>
            </a:xfrm>
            <a:custGeom>
              <a:avLst/>
              <a:gdLst/>
              <a:ahLst/>
              <a:cxnLst/>
              <a:rect l="l" t="t" r="r" b="b"/>
              <a:pathLst>
                <a:path w="1419" h="725" extrusionOk="0">
                  <a:moveTo>
                    <a:pt x="347" y="0"/>
                  </a:moveTo>
                  <a:cubicBezTo>
                    <a:pt x="158" y="0"/>
                    <a:pt x="1" y="158"/>
                    <a:pt x="1" y="347"/>
                  </a:cubicBezTo>
                  <a:cubicBezTo>
                    <a:pt x="1" y="567"/>
                    <a:pt x="158" y="725"/>
                    <a:pt x="347" y="725"/>
                  </a:cubicBezTo>
                  <a:lnTo>
                    <a:pt x="1072" y="725"/>
                  </a:lnTo>
                  <a:cubicBezTo>
                    <a:pt x="1261" y="725"/>
                    <a:pt x="1418" y="567"/>
                    <a:pt x="1418" y="347"/>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784" name="Google Shape;14784;p83"/>
            <p:cNvSpPr/>
            <p:nvPr/>
          </p:nvSpPr>
          <p:spPr>
            <a:xfrm>
              <a:off x="4050225" y="2526300"/>
              <a:ext cx="35450" cy="18125"/>
            </a:xfrm>
            <a:custGeom>
              <a:avLst/>
              <a:gdLst/>
              <a:ahLst/>
              <a:cxnLst/>
              <a:rect l="l" t="t" r="r" b="b"/>
              <a:pathLst>
                <a:path w="1418" h="725" extrusionOk="0">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785" name="Google Shape;14785;p83"/>
            <p:cNvSpPr/>
            <p:nvPr/>
          </p:nvSpPr>
          <p:spPr>
            <a:xfrm>
              <a:off x="4102200" y="2526300"/>
              <a:ext cx="35475" cy="18125"/>
            </a:xfrm>
            <a:custGeom>
              <a:avLst/>
              <a:gdLst/>
              <a:ahLst/>
              <a:cxnLst/>
              <a:rect l="l" t="t" r="r" b="b"/>
              <a:pathLst>
                <a:path w="1419" h="725" extrusionOk="0">
                  <a:moveTo>
                    <a:pt x="378" y="0"/>
                  </a:moveTo>
                  <a:cubicBezTo>
                    <a:pt x="158" y="0"/>
                    <a:pt x="0" y="158"/>
                    <a:pt x="0" y="347"/>
                  </a:cubicBezTo>
                  <a:cubicBezTo>
                    <a:pt x="0" y="567"/>
                    <a:pt x="158" y="725"/>
                    <a:pt x="378" y="725"/>
                  </a:cubicBezTo>
                  <a:lnTo>
                    <a:pt x="1072" y="725"/>
                  </a:lnTo>
                  <a:cubicBezTo>
                    <a:pt x="1261" y="725"/>
                    <a:pt x="1418" y="567"/>
                    <a:pt x="1418" y="347"/>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786" name="Google Shape;14786;p83"/>
          <p:cNvGrpSpPr/>
          <p:nvPr/>
        </p:nvGrpSpPr>
        <p:grpSpPr>
          <a:xfrm>
            <a:off x="5301691" y="3608476"/>
            <a:ext cx="349457" cy="348513"/>
            <a:chOff x="3962775" y="2683025"/>
            <a:chExt cx="296175" cy="295375"/>
          </a:xfrm>
        </p:grpSpPr>
        <p:sp>
          <p:nvSpPr>
            <p:cNvPr id="14787" name="Google Shape;14787;p83"/>
            <p:cNvSpPr/>
            <p:nvPr/>
          </p:nvSpPr>
          <p:spPr>
            <a:xfrm>
              <a:off x="3962775" y="2838200"/>
              <a:ext cx="296175" cy="140200"/>
            </a:xfrm>
            <a:custGeom>
              <a:avLst/>
              <a:gdLst/>
              <a:ahLst/>
              <a:cxnLst/>
              <a:rect l="l" t="t" r="r" b="b"/>
              <a:pathLst>
                <a:path w="11847" h="5608" extrusionOk="0">
                  <a:moveTo>
                    <a:pt x="3530" y="3466"/>
                  </a:moveTo>
                  <a:lnTo>
                    <a:pt x="3530" y="4883"/>
                  </a:lnTo>
                  <a:lnTo>
                    <a:pt x="757" y="4883"/>
                  </a:lnTo>
                  <a:lnTo>
                    <a:pt x="757" y="3466"/>
                  </a:lnTo>
                  <a:close/>
                  <a:moveTo>
                    <a:pt x="7688" y="725"/>
                  </a:moveTo>
                  <a:lnTo>
                    <a:pt x="7688" y="4883"/>
                  </a:lnTo>
                  <a:lnTo>
                    <a:pt x="4223" y="4883"/>
                  </a:lnTo>
                  <a:lnTo>
                    <a:pt x="4223" y="725"/>
                  </a:lnTo>
                  <a:close/>
                  <a:moveTo>
                    <a:pt x="11185" y="2111"/>
                  </a:moveTo>
                  <a:lnTo>
                    <a:pt x="11185" y="4883"/>
                  </a:lnTo>
                  <a:lnTo>
                    <a:pt x="8381" y="4883"/>
                  </a:lnTo>
                  <a:lnTo>
                    <a:pt x="8381" y="2111"/>
                  </a:lnTo>
                  <a:close/>
                  <a:moveTo>
                    <a:pt x="3845" y="0"/>
                  </a:moveTo>
                  <a:cubicBezTo>
                    <a:pt x="3656" y="0"/>
                    <a:pt x="3498" y="158"/>
                    <a:pt x="3498" y="378"/>
                  </a:cubicBezTo>
                  <a:lnTo>
                    <a:pt x="3498" y="2804"/>
                  </a:lnTo>
                  <a:lnTo>
                    <a:pt x="348" y="2804"/>
                  </a:lnTo>
                  <a:cubicBezTo>
                    <a:pt x="158" y="2804"/>
                    <a:pt x="1" y="2962"/>
                    <a:pt x="1" y="3151"/>
                  </a:cubicBezTo>
                  <a:lnTo>
                    <a:pt x="1" y="5261"/>
                  </a:lnTo>
                  <a:cubicBezTo>
                    <a:pt x="1" y="5450"/>
                    <a:pt x="158" y="5608"/>
                    <a:pt x="348" y="5608"/>
                  </a:cubicBezTo>
                  <a:lnTo>
                    <a:pt x="11500" y="5608"/>
                  </a:lnTo>
                  <a:cubicBezTo>
                    <a:pt x="11689" y="5608"/>
                    <a:pt x="11847" y="5450"/>
                    <a:pt x="11847" y="5261"/>
                  </a:cubicBezTo>
                  <a:lnTo>
                    <a:pt x="11847" y="1733"/>
                  </a:lnTo>
                  <a:cubicBezTo>
                    <a:pt x="11847" y="1544"/>
                    <a:pt x="11689" y="1386"/>
                    <a:pt x="11532" y="1386"/>
                  </a:cubicBezTo>
                  <a:lnTo>
                    <a:pt x="8381" y="1386"/>
                  </a:lnTo>
                  <a:lnTo>
                    <a:pt x="8381" y="378"/>
                  </a:lnTo>
                  <a:cubicBezTo>
                    <a:pt x="8381" y="158"/>
                    <a:pt x="8224" y="0"/>
                    <a:pt x="80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788" name="Google Shape;14788;p83"/>
            <p:cNvSpPr/>
            <p:nvPr/>
          </p:nvSpPr>
          <p:spPr>
            <a:xfrm>
              <a:off x="4051000" y="2683025"/>
              <a:ext cx="122100" cy="138650"/>
            </a:xfrm>
            <a:custGeom>
              <a:avLst/>
              <a:gdLst/>
              <a:ahLst/>
              <a:cxnLst/>
              <a:rect l="l" t="t" r="r" b="b"/>
              <a:pathLst>
                <a:path w="4884" h="5546" extrusionOk="0">
                  <a:moveTo>
                    <a:pt x="2426" y="662"/>
                  </a:moveTo>
                  <a:cubicBezTo>
                    <a:pt x="2804" y="662"/>
                    <a:pt x="3120" y="977"/>
                    <a:pt x="3120" y="1387"/>
                  </a:cubicBezTo>
                  <a:cubicBezTo>
                    <a:pt x="3120" y="1765"/>
                    <a:pt x="2804" y="2080"/>
                    <a:pt x="2426" y="2080"/>
                  </a:cubicBezTo>
                  <a:cubicBezTo>
                    <a:pt x="2017" y="2080"/>
                    <a:pt x="1702" y="1765"/>
                    <a:pt x="1702" y="1387"/>
                  </a:cubicBezTo>
                  <a:cubicBezTo>
                    <a:pt x="1702" y="977"/>
                    <a:pt x="2017" y="662"/>
                    <a:pt x="2426" y="662"/>
                  </a:cubicBezTo>
                  <a:close/>
                  <a:moveTo>
                    <a:pt x="2426" y="2742"/>
                  </a:moveTo>
                  <a:cubicBezTo>
                    <a:pt x="3340" y="2742"/>
                    <a:pt x="4128" y="3529"/>
                    <a:pt x="4128" y="4474"/>
                  </a:cubicBezTo>
                  <a:lnTo>
                    <a:pt x="4128" y="4852"/>
                  </a:lnTo>
                  <a:lnTo>
                    <a:pt x="694" y="4852"/>
                  </a:lnTo>
                  <a:lnTo>
                    <a:pt x="694" y="4474"/>
                  </a:lnTo>
                  <a:cubicBezTo>
                    <a:pt x="694" y="3498"/>
                    <a:pt x="1481" y="2742"/>
                    <a:pt x="2426" y="2742"/>
                  </a:cubicBezTo>
                  <a:close/>
                  <a:moveTo>
                    <a:pt x="2489" y="1"/>
                  </a:moveTo>
                  <a:cubicBezTo>
                    <a:pt x="1733" y="1"/>
                    <a:pt x="1103" y="631"/>
                    <a:pt x="1103" y="1387"/>
                  </a:cubicBezTo>
                  <a:cubicBezTo>
                    <a:pt x="1103" y="1733"/>
                    <a:pt x="1229" y="2049"/>
                    <a:pt x="1450" y="2269"/>
                  </a:cubicBezTo>
                  <a:cubicBezTo>
                    <a:pt x="568" y="2679"/>
                    <a:pt x="1" y="3498"/>
                    <a:pt x="1" y="4474"/>
                  </a:cubicBezTo>
                  <a:lnTo>
                    <a:pt x="1" y="5199"/>
                  </a:lnTo>
                  <a:cubicBezTo>
                    <a:pt x="1" y="5388"/>
                    <a:pt x="158" y="5546"/>
                    <a:pt x="379" y="5546"/>
                  </a:cubicBezTo>
                  <a:lnTo>
                    <a:pt x="4537" y="5546"/>
                  </a:lnTo>
                  <a:cubicBezTo>
                    <a:pt x="4726" y="5546"/>
                    <a:pt x="4884" y="5388"/>
                    <a:pt x="4884" y="5199"/>
                  </a:cubicBezTo>
                  <a:lnTo>
                    <a:pt x="4884" y="4474"/>
                  </a:lnTo>
                  <a:cubicBezTo>
                    <a:pt x="4884" y="3498"/>
                    <a:pt x="4348" y="2679"/>
                    <a:pt x="3529" y="2269"/>
                  </a:cubicBezTo>
                  <a:cubicBezTo>
                    <a:pt x="3750" y="2049"/>
                    <a:pt x="3876" y="1733"/>
                    <a:pt x="3876" y="1387"/>
                  </a:cubicBezTo>
                  <a:cubicBezTo>
                    <a:pt x="3876" y="631"/>
                    <a:pt x="3246"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789" name="Google Shape;14789;p83"/>
            <p:cNvSpPr/>
            <p:nvPr/>
          </p:nvSpPr>
          <p:spPr>
            <a:xfrm>
              <a:off x="4084875" y="2873200"/>
              <a:ext cx="52800" cy="69775"/>
            </a:xfrm>
            <a:custGeom>
              <a:avLst/>
              <a:gdLst/>
              <a:ahLst/>
              <a:cxnLst/>
              <a:rect l="l" t="t" r="r" b="b"/>
              <a:pathLst>
                <a:path w="2112" h="2791" extrusionOk="0">
                  <a:moveTo>
                    <a:pt x="1095" y="0"/>
                  </a:moveTo>
                  <a:cubicBezTo>
                    <a:pt x="1001" y="0"/>
                    <a:pt x="903" y="28"/>
                    <a:pt x="819" y="112"/>
                  </a:cubicBezTo>
                  <a:lnTo>
                    <a:pt x="126" y="805"/>
                  </a:lnTo>
                  <a:cubicBezTo>
                    <a:pt x="0" y="931"/>
                    <a:pt x="0" y="1184"/>
                    <a:pt x="126" y="1278"/>
                  </a:cubicBezTo>
                  <a:cubicBezTo>
                    <a:pt x="205" y="1341"/>
                    <a:pt x="292" y="1373"/>
                    <a:pt x="378" y="1373"/>
                  </a:cubicBezTo>
                  <a:cubicBezTo>
                    <a:pt x="465" y="1373"/>
                    <a:pt x="552" y="1341"/>
                    <a:pt x="630" y="1278"/>
                  </a:cubicBezTo>
                  <a:lnTo>
                    <a:pt x="756" y="1184"/>
                  </a:lnTo>
                  <a:lnTo>
                    <a:pt x="756" y="2066"/>
                  </a:lnTo>
                  <a:lnTo>
                    <a:pt x="378" y="2066"/>
                  </a:lnTo>
                  <a:cubicBezTo>
                    <a:pt x="189" y="2066"/>
                    <a:pt x="32" y="2223"/>
                    <a:pt x="32" y="2444"/>
                  </a:cubicBezTo>
                  <a:cubicBezTo>
                    <a:pt x="32" y="2633"/>
                    <a:pt x="189" y="2790"/>
                    <a:pt x="378" y="2790"/>
                  </a:cubicBezTo>
                  <a:lnTo>
                    <a:pt x="1765" y="2790"/>
                  </a:lnTo>
                  <a:cubicBezTo>
                    <a:pt x="1954" y="2790"/>
                    <a:pt x="2111" y="2633"/>
                    <a:pt x="2111" y="2444"/>
                  </a:cubicBezTo>
                  <a:cubicBezTo>
                    <a:pt x="2111" y="2223"/>
                    <a:pt x="1954" y="2066"/>
                    <a:pt x="1765" y="2066"/>
                  </a:cubicBezTo>
                  <a:lnTo>
                    <a:pt x="1418" y="2066"/>
                  </a:lnTo>
                  <a:lnTo>
                    <a:pt x="1418" y="333"/>
                  </a:lnTo>
                  <a:cubicBezTo>
                    <a:pt x="1418" y="175"/>
                    <a:pt x="1323" y="81"/>
                    <a:pt x="1229" y="18"/>
                  </a:cubicBezTo>
                  <a:cubicBezTo>
                    <a:pt x="1187" y="7"/>
                    <a:pt x="1141" y="0"/>
                    <a:pt x="10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4790" name="Google Shape;14790;p83"/>
          <p:cNvSpPr/>
          <p:nvPr/>
        </p:nvSpPr>
        <p:spPr>
          <a:xfrm>
            <a:off x="7513275" y="2670141"/>
            <a:ext cx="354117" cy="348513"/>
          </a:xfrm>
          <a:custGeom>
            <a:avLst/>
            <a:gdLst/>
            <a:ahLst/>
            <a:cxnLst/>
            <a:rect l="l" t="t" r="r" b="b"/>
            <a:pathLst>
              <a:path w="12005" h="11815" extrusionOk="0">
                <a:moveTo>
                  <a:pt x="6003" y="693"/>
                </a:moveTo>
                <a:cubicBezTo>
                  <a:pt x="6089" y="693"/>
                  <a:pt x="6176" y="725"/>
                  <a:pt x="6239" y="788"/>
                </a:cubicBezTo>
                <a:lnTo>
                  <a:pt x="8444" y="2993"/>
                </a:lnTo>
                <a:lnTo>
                  <a:pt x="7972" y="3466"/>
                </a:lnTo>
                <a:lnTo>
                  <a:pt x="7751" y="3214"/>
                </a:lnTo>
                <a:cubicBezTo>
                  <a:pt x="7562" y="3025"/>
                  <a:pt x="7279" y="2899"/>
                  <a:pt x="6995" y="2899"/>
                </a:cubicBezTo>
                <a:cubicBezTo>
                  <a:pt x="6711" y="2899"/>
                  <a:pt x="6459" y="3025"/>
                  <a:pt x="6239" y="3214"/>
                </a:cubicBezTo>
                <a:cubicBezTo>
                  <a:pt x="5861" y="3623"/>
                  <a:pt x="5861" y="4285"/>
                  <a:pt x="6239" y="4663"/>
                </a:cubicBezTo>
                <a:lnTo>
                  <a:pt x="6491" y="4915"/>
                </a:lnTo>
                <a:lnTo>
                  <a:pt x="6018" y="5388"/>
                </a:lnTo>
                <a:lnTo>
                  <a:pt x="5262" y="4631"/>
                </a:lnTo>
                <a:cubicBezTo>
                  <a:pt x="5199" y="4568"/>
                  <a:pt x="5113" y="4537"/>
                  <a:pt x="5026" y="4537"/>
                </a:cubicBezTo>
                <a:cubicBezTo>
                  <a:pt x="4939" y="4537"/>
                  <a:pt x="4853" y="4568"/>
                  <a:pt x="4790" y="4631"/>
                </a:cubicBezTo>
                <a:lnTo>
                  <a:pt x="4317" y="5104"/>
                </a:lnTo>
                <a:cubicBezTo>
                  <a:pt x="4254" y="5167"/>
                  <a:pt x="4167" y="5198"/>
                  <a:pt x="4081" y="5198"/>
                </a:cubicBezTo>
                <a:cubicBezTo>
                  <a:pt x="3994" y="5198"/>
                  <a:pt x="3907" y="5167"/>
                  <a:pt x="3844" y="5104"/>
                </a:cubicBezTo>
                <a:cubicBezTo>
                  <a:pt x="3718" y="4978"/>
                  <a:pt x="3718" y="4757"/>
                  <a:pt x="3844" y="4631"/>
                </a:cubicBezTo>
                <a:lnTo>
                  <a:pt x="4317" y="4159"/>
                </a:lnTo>
                <a:cubicBezTo>
                  <a:pt x="4443" y="4033"/>
                  <a:pt x="4443" y="3812"/>
                  <a:pt x="4317" y="3686"/>
                </a:cubicBezTo>
                <a:lnTo>
                  <a:pt x="3624" y="2993"/>
                </a:lnTo>
                <a:lnTo>
                  <a:pt x="5766" y="788"/>
                </a:lnTo>
                <a:cubicBezTo>
                  <a:pt x="5829" y="725"/>
                  <a:pt x="5916" y="693"/>
                  <a:pt x="6003" y="693"/>
                </a:cubicBezTo>
                <a:close/>
                <a:moveTo>
                  <a:pt x="3088" y="3466"/>
                </a:moveTo>
                <a:lnTo>
                  <a:pt x="3561" y="3938"/>
                </a:lnTo>
                <a:lnTo>
                  <a:pt x="3340" y="4159"/>
                </a:lnTo>
                <a:cubicBezTo>
                  <a:pt x="2931" y="4568"/>
                  <a:pt x="2931" y="5230"/>
                  <a:pt x="3340" y="5608"/>
                </a:cubicBezTo>
                <a:cubicBezTo>
                  <a:pt x="3529" y="5813"/>
                  <a:pt x="3797" y="5915"/>
                  <a:pt x="4065" y="5915"/>
                </a:cubicBezTo>
                <a:cubicBezTo>
                  <a:pt x="4333" y="5915"/>
                  <a:pt x="4601" y="5813"/>
                  <a:pt x="4790" y="5608"/>
                </a:cubicBezTo>
                <a:lnTo>
                  <a:pt x="5042" y="5388"/>
                </a:lnTo>
                <a:lnTo>
                  <a:pt x="5514" y="5860"/>
                </a:lnTo>
                <a:lnTo>
                  <a:pt x="4758" y="6616"/>
                </a:lnTo>
                <a:cubicBezTo>
                  <a:pt x="4632" y="6711"/>
                  <a:pt x="4632" y="6963"/>
                  <a:pt x="4758" y="7089"/>
                </a:cubicBezTo>
                <a:lnTo>
                  <a:pt x="5231" y="7561"/>
                </a:lnTo>
                <a:cubicBezTo>
                  <a:pt x="5357" y="7656"/>
                  <a:pt x="5357" y="7908"/>
                  <a:pt x="5231" y="8002"/>
                </a:cubicBezTo>
                <a:cubicBezTo>
                  <a:pt x="5168" y="8065"/>
                  <a:pt x="5081" y="8097"/>
                  <a:pt x="4994" y="8097"/>
                </a:cubicBezTo>
                <a:cubicBezTo>
                  <a:pt x="4908" y="8097"/>
                  <a:pt x="4821" y="8065"/>
                  <a:pt x="4758" y="8002"/>
                </a:cubicBezTo>
                <a:lnTo>
                  <a:pt x="4286" y="7561"/>
                </a:lnTo>
                <a:cubicBezTo>
                  <a:pt x="4223" y="7498"/>
                  <a:pt x="4136" y="7467"/>
                  <a:pt x="4049" y="7467"/>
                </a:cubicBezTo>
                <a:cubicBezTo>
                  <a:pt x="3963" y="7467"/>
                  <a:pt x="3876" y="7498"/>
                  <a:pt x="3813" y="7561"/>
                </a:cubicBezTo>
                <a:lnTo>
                  <a:pt x="3088" y="8254"/>
                </a:lnTo>
                <a:lnTo>
                  <a:pt x="883" y="6049"/>
                </a:lnTo>
                <a:cubicBezTo>
                  <a:pt x="789" y="6018"/>
                  <a:pt x="789" y="5829"/>
                  <a:pt x="883" y="5671"/>
                </a:cubicBezTo>
                <a:lnTo>
                  <a:pt x="3088" y="3466"/>
                </a:lnTo>
                <a:close/>
                <a:moveTo>
                  <a:pt x="8917" y="3529"/>
                </a:moveTo>
                <a:lnTo>
                  <a:pt x="11122" y="5671"/>
                </a:lnTo>
                <a:cubicBezTo>
                  <a:pt x="11248" y="5766"/>
                  <a:pt x="11248" y="6018"/>
                  <a:pt x="11122" y="6144"/>
                </a:cubicBezTo>
                <a:lnTo>
                  <a:pt x="8917" y="8349"/>
                </a:lnTo>
                <a:lnTo>
                  <a:pt x="8444" y="7876"/>
                </a:lnTo>
                <a:lnTo>
                  <a:pt x="8696" y="7624"/>
                </a:lnTo>
                <a:cubicBezTo>
                  <a:pt x="9074" y="7246"/>
                  <a:pt x="9074" y="6553"/>
                  <a:pt x="8696" y="6175"/>
                </a:cubicBezTo>
                <a:cubicBezTo>
                  <a:pt x="8491" y="5970"/>
                  <a:pt x="8224" y="5868"/>
                  <a:pt x="7956" y="5868"/>
                </a:cubicBezTo>
                <a:cubicBezTo>
                  <a:pt x="7688" y="5868"/>
                  <a:pt x="7420" y="5970"/>
                  <a:pt x="7216" y="6175"/>
                </a:cubicBezTo>
                <a:lnTo>
                  <a:pt x="6995" y="6396"/>
                </a:lnTo>
                <a:lnTo>
                  <a:pt x="6522" y="5923"/>
                </a:lnTo>
                <a:lnTo>
                  <a:pt x="7279" y="5198"/>
                </a:lnTo>
                <a:cubicBezTo>
                  <a:pt x="7373" y="5072"/>
                  <a:pt x="7373" y="4820"/>
                  <a:pt x="7279" y="4726"/>
                </a:cubicBezTo>
                <a:lnTo>
                  <a:pt x="6806" y="4222"/>
                </a:lnTo>
                <a:cubicBezTo>
                  <a:pt x="6680" y="4127"/>
                  <a:pt x="6680" y="3875"/>
                  <a:pt x="6806" y="3749"/>
                </a:cubicBezTo>
                <a:cubicBezTo>
                  <a:pt x="6869" y="3686"/>
                  <a:pt x="6963" y="3655"/>
                  <a:pt x="7026" y="3655"/>
                </a:cubicBezTo>
                <a:cubicBezTo>
                  <a:pt x="7121" y="3655"/>
                  <a:pt x="7216" y="3686"/>
                  <a:pt x="7279" y="3749"/>
                </a:cubicBezTo>
                <a:lnTo>
                  <a:pt x="7751" y="4222"/>
                </a:lnTo>
                <a:cubicBezTo>
                  <a:pt x="7798" y="4285"/>
                  <a:pt x="7885" y="4316"/>
                  <a:pt x="7976" y="4316"/>
                </a:cubicBezTo>
                <a:cubicBezTo>
                  <a:pt x="8066" y="4316"/>
                  <a:pt x="8161" y="4285"/>
                  <a:pt x="8224" y="4222"/>
                </a:cubicBezTo>
                <a:lnTo>
                  <a:pt x="8917" y="3529"/>
                </a:lnTo>
                <a:close/>
                <a:moveTo>
                  <a:pt x="5987" y="6396"/>
                </a:moveTo>
                <a:lnTo>
                  <a:pt x="6711" y="7152"/>
                </a:lnTo>
                <a:cubicBezTo>
                  <a:pt x="6774" y="7215"/>
                  <a:pt x="6869" y="7246"/>
                  <a:pt x="6960" y="7246"/>
                </a:cubicBezTo>
                <a:cubicBezTo>
                  <a:pt x="7050" y="7246"/>
                  <a:pt x="7137" y="7215"/>
                  <a:pt x="7184" y="7152"/>
                </a:cubicBezTo>
                <a:lnTo>
                  <a:pt x="7657" y="6679"/>
                </a:lnTo>
                <a:cubicBezTo>
                  <a:pt x="7720" y="6616"/>
                  <a:pt x="7814" y="6585"/>
                  <a:pt x="7905" y="6585"/>
                </a:cubicBezTo>
                <a:cubicBezTo>
                  <a:pt x="7995" y="6585"/>
                  <a:pt x="8082" y="6616"/>
                  <a:pt x="8129" y="6679"/>
                </a:cubicBezTo>
                <a:cubicBezTo>
                  <a:pt x="8255" y="6805"/>
                  <a:pt x="8255" y="7026"/>
                  <a:pt x="8129" y="7152"/>
                </a:cubicBezTo>
                <a:lnTo>
                  <a:pt x="7657" y="7624"/>
                </a:lnTo>
                <a:cubicBezTo>
                  <a:pt x="7562" y="7750"/>
                  <a:pt x="7562" y="7971"/>
                  <a:pt x="7657" y="8097"/>
                </a:cubicBezTo>
                <a:lnTo>
                  <a:pt x="8381" y="8822"/>
                </a:lnTo>
                <a:lnTo>
                  <a:pt x="6239" y="11027"/>
                </a:lnTo>
                <a:cubicBezTo>
                  <a:pt x="6192" y="11074"/>
                  <a:pt x="6105" y="11098"/>
                  <a:pt x="6014" y="11098"/>
                </a:cubicBezTo>
                <a:cubicBezTo>
                  <a:pt x="5924" y="11098"/>
                  <a:pt x="5829" y="11074"/>
                  <a:pt x="5766" y="11027"/>
                </a:cubicBezTo>
                <a:lnTo>
                  <a:pt x="3561" y="8822"/>
                </a:lnTo>
                <a:lnTo>
                  <a:pt x="4034" y="8349"/>
                </a:lnTo>
                <a:lnTo>
                  <a:pt x="4286" y="8570"/>
                </a:lnTo>
                <a:cubicBezTo>
                  <a:pt x="4475" y="8774"/>
                  <a:pt x="4742" y="8877"/>
                  <a:pt x="5010" y="8877"/>
                </a:cubicBezTo>
                <a:cubicBezTo>
                  <a:pt x="5278" y="8877"/>
                  <a:pt x="5546" y="8774"/>
                  <a:pt x="5735" y="8570"/>
                </a:cubicBezTo>
                <a:cubicBezTo>
                  <a:pt x="6144" y="8191"/>
                  <a:pt x="6144" y="7498"/>
                  <a:pt x="5735" y="7120"/>
                </a:cubicBezTo>
                <a:lnTo>
                  <a:pt x="5514" y="6868"/>
                </a:lnTo>
                <a:lnTo>
                  <a:pt x="5987" y="6396"/>
                </a:lnTo>
                <a:close/>
                <a:moveTo>
                  <a:pt x="5999" y="0"/>
                </a:moveTo>
                <a:cubicBezTo>
                  <a:pt x="5735" y="0"/>
                  <a:pt x="5467" y="95"/>
                  <a:pt x="5262" y="284"/>
                </a:cubicBezTo>
                <a:lnTo>
                  <a:pt x="379" y="5167"/>
                </a:lnTo>
                <a:cubicBezTo>
                  <a:pt x="1" y="5577"/>
                  <a:pt x="1" y="6238"/>
                  <a:pt x="379" y="6648"/>
                </a:cubicBezTo>
                <a:lnTo>
                  <a:pt x="5262" y="11531"/>
                </a:lnTo>
                <a:cubicBezTo>
                  <a:pt x="5467" y="11720"/>
                  <a:pt x="5735" y="11814"/>
                  <a:pt x="5999" y="11814"/>
                </a:cubicBezTo>
                <a:cubicBezTo>
                  <a:pt x="6262" y="11814"/>
                  <a:pt x="6522" y="11720"/>
                  <a:pt x="6711" y="11531"/>
                </a:cubicBezTo>
                <a:lnTo>
                  <a:pt x="11595" y="6648"/>
                </a:lnTo>
                <a:cubicBezTo>
                  <a:pt x="12004" y="6238"/>
                  <a:pt x="12004" y="5577"/>
                  <a:pt x="11595" y="5167"/>
                </a:cubicBezTo>
                <a:lnTo>
                  <a:pt x="6711" y="284"/>
                </a:lnTo>
                <a:cubicBezTo>
                  <a:pt x="6522" y="95"/>
                  <a:pt x="6262" y="0"/>
                  <a:pt x="59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4791" name="Google Shape;14791;p83"/>
          <p:cNvGrpSpPr/>
          <p:nvPr/>
        </p:nvGrpSpPr>
        <p:grpSpPr>
          <a:xfrm>
            <a:off x="7516228" y="3159168"/>
            <a:ext cx="348513" cy="348513"/>
            <a:chOff x="5775900" y="2308125"/>
            <a:chExt cx="295375" cy="295375"/>
          </a:xfrm>
        </p:grpSpPr>
        <p:sp>
          <p:nvSpPr>
            <p:cNvPr id="14792" name="Google Shape;14792;p83"/>
            <p:cNvSpPr/>
            <p:nvPr/>
          </p:nvSpPr>
          <p:spPr>
            <a:xfrm>
              <a:off x="5984625" y="2482975"/>
              <a:ext cx="18125" cy="18150"/>
            </a:xfrm>
            <a:custGeom>
              <a:avLst/>
              <a:gdLst/>
              <a:ahLst/>
              <a:cxnLst/>
              <a:rect l="l" t="t" r="r" b="b"/>
              <a:pathLst>
                <a:path w="725" h="726" extrusionOk="0">
                  <a:moveTo>
                    <a:pt x="378" y="0"/>
                  </a:moveTo>
                  <a:cubicBezTo>
                    <a:pt x="158" y="0"/>
                    <a:pt x="0" y="158"/>
                    <a:pt x="0" y="347"/>
                  </a:cubicBezTo>
                  <a:cubicBezTo>
                    <a:pt x="0" y="568"/>
                    <a:pt x="158" y="725"/>
                    <a:pt x="378" y="725"/>
                  </a:cubicBezTo>
                  <a:cubicBezTo>
                    <a:pt x="567" y="725"/>
                    <a:pt x="725" y="568"/>
                    <a:pt x="725" y="347"/>
                  </a:cubicBezTo>
                  <a:cubicBezTo>
                    <a:pt x="725" y="158"/>
                    <a:pt x="567"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793" name="Google Shape;14793;p83"/>
            <p:cNvSpPr/>
            <p:nvPr/>
          </p:nvSpPr>
          <p:spPr>
            <a:xfrm>
              <a:off x="5775900" y="2308125"/>
              <a:ext cx="295375" cy="295375"/>
            </a:xfrm>
            <a:custGeom>
              <a:avLst/>
              <a:gdLst/>
              <a:ahLst/>
              <a:cxnLst/>
              <a:rect l="l" t="t" r="r" b="b"/>
              <a:pathLst>
                <a:path w="11815" h="11815" extrusionOk="0">
                  <a:moveTo>
                    <a:pt x="7845" y="725"/>
                  </a:moveTo>
                  <a:cubicBezTo>
                    <a:pt x="7719" y="914"/>
                    <a:pt x="7656" y="1166"/>
                    <a:pt x="7656" y="1450"/>
                  </a:cubicBezTo>
                  <a:cubicBezTo>
                    <a:pt x="7656" y="1670"/>
                    <a:pt x="7719" y="1922"/>
                    <a:pt x="7845" y="2143"/>
                  </a:cubicBezTo>
                  <a:lnTo>
                    <a:pt x="1387" y="2143"/>
                  </a:lnTo>
                  <a:cubicBezTo>
                    <a:pt x="1009" y="2143"/>
                    <a:pt x="694" y="1828"/>
                    <a:pt x="694" y="1450"/>
                  </a:cubicBezTo>
                  <a:cubicBezTo>
                    <a:pt x="694" y="1040"/>
                    <a:pt x="1009" y="725"/>
                    <a:pt x="1387" y="725"/>
                  </a:cubicBezTo>
                  <a:close/>
                  <a:moveTo>
                    <a:pt x="6112" y="6994"/>
                  </a:moveTo>
                  <a:cubicBezTo>
                    <a:pt x="5955" y="7183"/>
                    <a:pt x="5829" y="7436"/>
                    <a:pt x="5766" y="7719"/>
                  </a:cubicBezTo>
                  <a:lnTo>
                    <a:pt x="3466" y="7719"/>
                  </a:lnTo>
                  <a:lnTo>
                    <a:pt x="3466" y="6994"/>
                  </a:lnTo>
                  <a:close/>
                  <a:moveTo>
                    <a:pt x="694" y="2678"/>
                  </a:moveTo>
                  <a:cubicBezTo>
                    <a:pt x="883" y="2773"/>
                    <a:pt x="1103" y="2867"/>
                    <a:pt x="1387" y="2867"/>
                  </a:cubicBezTo>
                  <a:lnTo>
                    <a:pt x="1387" y="10460"/>
                  </a:lnTo>
                  <a:cubicBezTo>
                    <a:pt x="1009" y="10460"/>
                    <a:pt x="694" y="10145"/>
                    <a:pt x="694" y="9767"/>
                  </a:cubicBezTo>
                  <a:lnTo>
                    <a:pt x="694" y="2678"/>
                  </a:lnTo>
                  <a:close/>
                  <a:moveTo>
                    <a:pt x="8381" y="2836"/>
                  </a:moveTo>
                  <a:lnTo>
                    <a:pt x="8381" y="5608"/>
                  </a:lnTo>
                  <a:cubicBezTo>
                    <a:pt x="7814" y="5703"/>
                    <a:pt x="7247" y="5923"/>
                    <a:pt x="6774" y="6301"/>
                  </a:cubicBezTo>
                  <a:lnTo>
                    <a:pt x="3151" y="6301"/>
                  </a:lnTo>
                  <a:cubicBezTo>
                    <a:pt x="2962" y="6301"/>
                    <a:pt x="2804" y="6459"/>
                    <a:pt x="2804" y="6648"/>
                  </a:cubicBezTo>
                  <a:lnTo>
                    <a:pt x="2804" y="8034"/>
                  </a:lnTo>
                  <a:cubicBezTo>
                    <a:pt x="2804" y="8223"/>
                    <a:pt x="2962" y="8381"/>
                    <a:pt x="3151" y="8381"/>
                  </a:cubicBezTo>
                  <a:lnTo>
                    <a:pt x="5640" y="8381"/>
                  </a:lnTo>
                  <a:lnTo>
                    <a:pt x="5640" y="8727"/>
                  </a:lnTo>
                  <a:cubicBezTo>
                    <a:pt x="5640" y="9357"/>
                    <a:pt x="5829" y="9956"/>
                    <a:pt x="6144" y="10492"/>
                  </a:cubicBezTo>
                  <a:lnTo>
                    <a:pt x="2080" y="10492"/>
                  </a:lnTo>
                  <a:lnTo>
                    <a:pt x="2080" y="10460"/>
                  </a:lnTo>
                  <a:lnTo>
                    <a:pt x="2080" y="2836"/>
                  </a:lnTo>
                  <a:close/>
                  <a:moveTo>
                    <a:pt x="8727" y="6301"/>
                  </a:moveTo>
                  <a:cubicBezTo>
                    <a:pt x="10050" y="6301"/>
                    <a:pt x="11153" y="7404"/>
                    <a:pt x="11153" y="8727"/>
                  </a:cubicBezTo>
                  <a:cubicBezTo>
                    <a:pt x="11153" y="10082"/>
                    <a:pt x="10050" y="11216"/>
                    <a:pt x="8727" y="11216"/>
                  </a:cubicBezTo>
                  <a:cubicBezTo>
                    <a:pt x="7373" y="11216"/>
                    <a:pt x="6270" y="10113"/>
                    <a:pt x="6270" y="8727"/>
                  </a:cubicBezTo>
                  <a:cubicBezTo>
                    <a:pt x="6270" y="7373"/>
                    <a:pt x="7373" y="6301"/>
                    <a:pt x="8727" y="6301"/>
                  </a:cubicBezTo>
                  <a:close/>
                  <a:moveTo>
                    <a:pt x="1387" y="0"/>
                  </a:moveTo>
                  <a:cubicBezTo>
                    <a:pt x="630" y="0"/>
                    <a:pt x="0" y="630"/>
                    <a:pt x="0" y="1355"/>
                  </a:cubicBezTo>
                  <a:lnTo>
                    <a:pt x="0" y="9704"/>
                  </a:lnTo>
                  <a:cubicBezTo>
                    <a:pt x="0" y="10460"/>
                    <a:pt x="630" y="11090"/>
                    <a:pt x="1387" y="11090"/>
                  </a:cubicBezTo>
                  <a:lnTo>
                    <a:pt x="6742" y="11090"/>
                  </a:lnTo>
                  <a:cubicBezTo>
                    <a:pt x="7310" y="11563"/>
                    <a:pt x="8003" y="11815"/>
                    <a:pt x="8727" y="11815"/>
                  </a:cubicBezTo>
                  <a:cubicBezTo>
                    <a:pt x="10460" y="11815"/>
                    <a:pt x="11815" y="10334"/>
                    <a:pt x="11815" y="8664"/>
                  </a:cubicBezTo>
                  <a:cubicBezTo>
                    <a:pt x="11815" y="7120"/>
                    <a:pt x="10618" y="5829"/>
                    <a:pt x="9074" y="5608"/>
                  </a:cubicBezTo>
                  <a:lnTo>
                    <a:pt x="9074" y="2458"/>
                  </a:lnTo>
                  <a:cubicBezTo>
                    <a:pt x="9074" y="2269"/>
                    <a:pt x="9042" y="2143"/>
                    <a:pt x="8822" y="2080"/>
                  </a:cubicBezTo>
                  <a:cubicBezTo>
                    <a:pt x="8538" y="1985"/>
                    <a:pt x="8349" y="1733"/>
                    <a:pt x="8349" y="1418"/>
                  </a:cubicBezTo>
                  <a:cubicBezTo>
                    <a:pt x="8349" y="1135"/>
                    <a:pt x="8538" y="851"/>
                    <a:pt x="8822" y="725"/>
                  </a:cubicBezTo>
                  <a:cubicBezTo>
                    <a:pt x="8979" y="694"/>
                    <a:pt x="9074" y="536"/>
                    <a:pt x="9074" y="410"/>
                  </a:cubicBezTo>
                  <a:lnTo>
                    <a:pt x="9074" y="347"/>
                  </a:lnTo>
                  <a:cubicBezTo>
                    <a:pt x="9074" y="158"/>
                    <a:pt x="8916" y="0"/>
                    <a:pt x="87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794" name="Google Shape;14794;p83"/>
            <p:cNvSpPr/>
            <p:nvPr/>
          </p:nvSpPr>
          <p:spPr>
            <a:xfrm>
              <a:off x="5984625" y="2508975"/>
              <a:ext cx="18125" cy="61450"/>
            </a:xfrm>
            <a:custGeom>
              <a:avLst/>
              <a:gdLst/>
              <a:ahLst/>
              <a:cxnLst/>
              <a:rect l="l" t="t" r="r" b="b"/>
              <a:pathLst>
                <a:path w="725" h="2458" extrusionOk="0">
                  <a:moveTo>
                    <a:pt x="378" y="0"/>
                  </a:moveTo>
                  <a:cubicBezTo>
                    <a:pt x="158" y="0"/>
                    <a:pt x="0" y="158"/>
                    <a:pt x="0" y="347"/>
                  </a:cubicBezTo>
                  <a:lnTo>
                    <a:pt x="0" y="2111"/>
                  </a:lnTo>
                  <a:cubicBezTo>
                    <a:pt x="0" y="2300"/>
                    <a:pt x="158" y="2458"/>
                    <a:pt x="378" y="2458"/>
                  </a:cubicBezTo>
                  <a:cubicBezTo>
                    <a:pt x="567" y="2458"/>
                    <a:pt x="725" y="2300"/>
                    <a:pt x="725" y="2111"/>
                  </a:cubicBezTo>
                  <a:lnTo>
                    <a:pt x="725" y="347"/>
                  </a:lnTo>
                  <a:cubicBezTo>
                    <a:pt x="725" y="158"/>
                    <a:pt x="567"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795" name="Google Shape;14795;p83"/>
            <p:cNvSpPr/>
            <p:nvPr/>
          </p:nvSpPr>
          <p:spPr>
            <a:xfrm>
              <a:off x="5845200" y="2395550"/>
              <a:ext cx="122900" cy="17350"/>
            </a:xfrm>
            <a:custGeom>
              <a:avLst/>
              <a:gdLst/>
              <a:ahLst/>
              <a:cxnLst/>
              <a:rect l="l" t="t" r="r" b="b"/>
              <a:pathLst>
                <a:path w="4916" h="694" extrusionOk="0">
                  <a:moveTo>
                    <a:pt x="347" y="0"/>
                  </a:moveTo>
                  <a:cubicBezTo>
                    <a:pt x="158" y="0"/>
                    <a:pt x="1" y="158"/>
                    <a:pt x="1" y="347"/>
                  </a:cubicBezTo>
                  <a:cubicBezTo>
                    <a:pt x="1" y="599"/>
                    <a:pt x="158" y="694"/>
                    <a:pt x="347" y="694"/>
                  </a:cubicBezTo>
                  <a:lnTo>
                    <a:pt x="4569" y="694"/>
                  </a:lnTo>
                  <a:cubicBezTo>
                    <a:pt x="4758" y="694"/>
                    <a:pt x="4916" y="536"/>
                    <a:pt x="4916" y="347"/>
                  </a:cubicBezTo>
                  <a:cubicBezTo>
                    <a:pt x="4916" y="158"/>
                    <a:pt x="4758" y="0"/>
                    <a:pt x="45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796" name="Google Shape;14796;p83"/>
            <p:cNvSpPr/>
            <p:nvPr/>
          </p:nvSpPr>
          <p:spPr>
            <a:xfrm>
              <a:off x="5845200" y="2431000"/>
              <a:ext cx="122900" cy="17350"/>
            </a:xfrm>
            <a:custGeom>
              <a:avLst/>
              <a:gdLst/>
              <a:ahLst/>
              <a:cxnLst/>
              <a:rect l="l" t="t" r="r" b="b"/>
              <a:pathLst>
                <a:path w="4916" h="694" extrusionOk="0">
                  <a:moveTo>
                    <a:pt x="347" y="0"/>
                  </a:moveTo>
                  <a:cubicBezTo>
                    <a:pt x="158" y="0"/>
                    <a:pt x="1" y="158"/>
                    <a:pt x="1" y="347"/>
                  </a:cubicBezTo>
                  <a:cubicBezTo>
                    <a:pt x="1" y="536"/>
                    <a:pt x="158" y="693"/>
                    <a:pt x="347" y="693"/>
                  </a:cubicBezTo>
                  <a:lnTo>
                    <a:pt x="4569" y="693"/>
                  </a:lnTo>
                  <a:cubicBezTo>
                    <a:pt x="4758" y="693"/>
                    <a:pt x="4916" y="536"/>
                    <a:pt x="4916" y="347"/>
                  </a:cubicBezTo>
                  <a:cubicBezTo>
                    <a:pt x="4916" y="158"/>
                    <a:pt x="4758" y="0"/>
                    <a:pt x="45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797" name="Google Shape;14797;p83"/>
          <p:cNvGrpSpPr/>
          <p:nvPr/>
        </p:nvGrpSpPr>
        <p:grpSpPr>
          <a:xfrm>
            <a:off x="7537142" y="3608004"/>
            <a:ext cx="306686" cy="349457"/>
            <a:chOff x="5794025" y="2673575"/>
            <a:chExt cx="259925" cy="296175"/>
          </a:xfrm>
        </p:grpSpPr>
        <p:sp>
          <p:nvSpPr>
            <p:cNvPr id="14798" name="Google Shape;14798;p83"/>
            <p:cNvSpPr/>
            <p:nvPr/>
          </p:nvSpPr>
          <p:spPr>
            <a:xfrm>
              <a:off x="5794025" y="2673575"/>
              <a:ext cx="259925" cy="296175"/>
            </a:xfrm>
            <a:custGeom>
              <a:avLst/>
              <a:gdLst/>
              <a:ahLst/>
              <a:cxnLst/>
              <a:rect l="l" t="t" r="r" b="b"/>
              <a:pathLst>
                <a:path w="10397" h="11847" extrusionOk="0">
                  <a:moveTo>
                    <a:pt x="5860" y="694"/>
                  </a:moveTo>
                  <a:cubicBezTo>
                    <a:pt x="7089" y="694"/>
                    <a:pt x="8097" y="1639"/>
                    <a:pt x="8254" y="2805"/>
                  </a:cubicBezTo>
                  <a:cubicBezTo>
                    <a:pt x="8160" y="2773"/>
                    <a:pt x="8065" y="2773"/>
                    <a:pt x="7939" y="2773"/>
                  </a:cubicBezTo>
                  <a:lnTo>
                    <a:pt x="7561" y="2773"/>
                  </a:lnTo>
                  <a:cubicBezTo>
                    <a:pt x="7404" y="1985"/>
                    <a:pt x="6679" y="1387"/>
                    <a:pt x="5860" y="1387"/>
                  </a:cubicBezTo>
                  <a:lnTo>
                    <a:pt x="4474" y="1387"/>
                  </a:lnTo>
                  <a:cubicBezTo>
                    <a:pt x="3655" y="1387"/>
                    <a:pt x="2930" y="1985"/>
                    <a:pt x="2804" y="2773"/>
                  </a:cubicBezTo>
                  <a:lnTo>
                    <a:pt x="2394" y="2773"/>
                  </a:lnTo>
                  <a:cubicBezTo>
                    <a:pt x="2268" y="2773"/>
                    <a:pt x="2142" y="2773"/>
                    <a:pt x="2079" y="2805"/>
                  </a:cubicBezTo>
                  <a:cubicBezTo>
                    <a:pt x="2237" y="1639"/>
                    <a:pt x="3277" y="694"/>
                    <a:pt x="4474" y="694"/>
                  </a:cubicBezTo>
                  <a:close/>
                  <a:moveTo>
                    <a:pt x="6206" y="2143"/>
                  </a:moveTo>
                  <a:cubicBezTo>
                    <a:pt x="6616" y="2300"/>
                    <a:pt x="6931" y="2647"/>
                    <a:pt x="6931" y="3120"/>
                  </a:cubicBezTo>
                  <a:lnTo>
                    <a:pt x="6931" y="3403"/>
                  </a:lnTo>
                  <a:cubicBezTo>
                    <a:pt x="6522" y="3246"/>
                    <a:pt x="6206" y="2899"/>
                    <a:pt x="6206" y="2427"/>
                  </a:cubicBezTo>
                  <a:lnTo>
                    <a:pt x="6206" y="2143"/>
                  </a:lnTo>
                  <a:close/>
                  <a:moveTo>
                    <a:pt x="5513" y="2080"/>
                  </a:moveTo>
                  <a:lnTo>
                    <a:pt x="5513" y="2427"/>
                  </a:lnTo>
                  <a:cubicBezTo>
                    <a:pt x="5513" y="3025"/>
                    <a:pt x="5041" y="3435"/>
                    <a:pt x="4474" y="3435"/>
                  </a:cubicBezTo>
                  <a:lnTo>
                    <a:pt x="3466" y="3435"/>
                  </a:lnTo>
                  <a:lnTo>
                    <a:pt x="3466" y="3088"/>
                  </a:lnTo>
                  <a:cubicBezTo>
                    <a:pt x="3466" y="2490"/>
                    <a:pt x="3938" y="2080"/>
                    <a:pt x="4474" y="2080"/>
                  </a:cubicBezTo>
                  <a:close/>
                  <a:moveTo>
                    <a:pt x="2741" y="3435"/>
                  </a:moveTo>
                  <a:lnTo>
                    <a:pt x="2741" y="5451"/>
                  </a:lnTo>
                  <a:cubicBezTo>
                    <a:pt x="2363" y="5293"/>
                    <a:pt x="2048" y="4947"/>
                    <a:pt x="2048" y="4474"/>
                  </a:cubicBezTo>
                  <a:lnTo>
                    <a:pt x="2048" y="3813"/>
                  </a:lnTo>
                  <a:cubicBezTo>
                    <a:pt x="2048" y="3592"/>
                    <a:pt x="2205" y="3435"/>
                    <a:pt x="2394" y="3435"/>
                  </a:cubicBezTo>
                  <a:close/>
                  <a:moveTo>
                    <a:pt x="7939" y="3498"/>
                  </a:moveTo>
                  <a:cubicBezTo>
                    <a:pt x="8160" y="3498"/>
                    <a:pt x="8317" y="3655"/>
                    <a:pt x="8317" y="3844"/>
                  </a:cubicBezTo>
                  <a:lnTo>
                    <a:pt x="8317" y="4506"/>
                  </a:lnTo>
                  <a:cubicBezTo>
                    <a:pt x="8317" y="4947"/>
                    <a:pt x="8034" y="5325"/>
                    <a:pt x="7593" y="5482"/>
                  </a:cubicBezTo>
                  <a:lnTo>
                    <a:pt x="7593" y="3498"/>
                  </a:lnTo>
                  <a:close/>
                  <a:moveTo>
                    <a:pt x="5891" y="3435"/>
                  </a:moveTo>
                  <a:cubicBezTo>
                    <a:pt x="6143" y="3750"/>
                    <a:pt x="6522" y="4033"/>
                    <a:pt x="6931" y="4128"/>
                  </a:cubicBezTo>
                  <a:lnTo>
                    <a:pt x="6931" y="5892"/>
                  </a:lnTo>
                  <a:cubicBezTo>
                    <a:pt x="6931" y="6491"/>
                    <a:pt x="6459" y="6900"/>
                    <a:pt x="5891" y="6900"/>
                  </a:cubicBezTo>
                  <a:lnTo>
                    <a:pt x="4505" y="6900"/>
                  </a:lnTo>
                  <a:cubicBezTo>
                    <a:pt x="3938" y="6900"/>
                    <a:pt x="3497" y="6428"/>
                    <a:pt x="3497" y="5892"/>
                  </a:cubicBezTo>
                  <a:lnTo>
                    <a:pt x="3497" y="4159"/>
                  </a:lnTo>
                  <a:lnTo>
                    <a:pt x="4505" y="4159"/>
                  </a:lnTo>
                  <a:cubicBezTo>
                    <a:pt x="5072" y="4159"/>
                    <a:pt x="5576" y="3876"/>
                    <a:pt x="5891" y="3435"/>
                  </a:cubicBezTo>
                  <a:close/>
                  <a:moveTo>
                    <a:pt x="6238" y="7593"/>
                  </a:moveTo>
                  <a:cubicBezTo>
                    <a:pt x="6333" y="7782"/>
                    <a:pt x="6459" y="7971"/>
                    <a:pt x="6616" y="8097"/>
                  </a:cubicBezTo>
                  <a:lnTo>
                    <a:pt x="5198" y="9547"/>
                  </a:lnTo>
                  <a:lnTo>
                    <a:pt x="3718" y="8097"/>
                  </a:lnTo>
                  <a:cubicBezTo>
                    <a:pt x="3875" y="7971"/>
                    <a:pt x="4033" y="7782"/>
                    <a:pt x="4096" y="7593"/>
                  </a:cubicBezTo>
                  <a:cubicBezTo>
                    <a:pt x="4190" y="7625"/>
                    <a:pt x="4379" y="7625"/>
                    <a:pt x="4474" y="7625"/>
                  </a:cubicBezTo>
                  <a:lnTo>
                    <a:pt x="5860" y="7625"/>
                  </a:lnTo>
                  <a:cubicBezTo>
                    <a:pt x="5986" y="7625"/>
                    <a:pt x="6143" y="7625"/>
                    <a:pt x="6238" y="7593"/>
                  </a:cubicBezTo>
                  <a:close/>
                  <a:moveTo>
                    <a:pt x="2961" y="8318"/>
                  </a:moveTo>
                  <a:lnTo>
                    <a:pt x="4852" y="10177"/>
                  </a:lnTo>
                  <a:lnTo>
                    <a:pt x="4852" y="11122"/>
                  </a:lnTo>
                  <a:lnTo>
                    <a:pt x="662" y="11122"/>
                  </a:lnTo>
                  <a:lnTo>
                    <a:pt x="662" y="9358"/>
                  </a:lnTo>
                  <a:cubicBezTo>
                    <a:pt x="662" y="8759"/>
                    <a:pt x="1134" y="8318"/>
                    <a:pt x="1701" y="8318"/>
                  </a:cubicBezTo>
                  <a:close/>
                  <a:moveTo>
                    <a:pt x="8664" y="8318"/>
                  </a:moveTo>
                  <a:cubicBezTo>
                    <a:pt x="9262" y="8318"/>
                    <a:pt x="9672" y="8790"/>
                    <a:pt x="9672" y="9358"/>
                  </a:cubicBezTo>
                  <a:lnTo>
                    <a:pt x="9672" y="11122"/>
                  </a:lnTo>
                  <a:lnTo>
                    <a:pt x="5513" y="11122"/>
                  </a:lnTo>
                  <a:lnTo>
                    <a:pt x="5513" y="10177"/>
                  </a:lnTo>
                  <a:lnTo>
                    <a:pt x="7404" y="8318"/>
                  </a:lnTo>
                  <a:close/>
                  <a:moveTo>
                    <a:pt x="4537" y="1"/>
                  </a:moveTo>
                  <a:cubicBezTo>
                    <a:pt x="2804" y="1"/>
                    <a:pt x="1418" y="1418"/>
                    <a:pt x="1418" y="3120"/>
                  </a:cubicBezTo>
                  <a:lnTo>
                    <a:pt x="1418" y="4506"/>
                  </a:lnTo>
                  <a:cubicBezTo>
                    <a:pt x="1418" y="5356"/>
                    <a:pt x="2048" y="6050"/>
                    <a:pt x="2835" y="6207"/>
                  </a:cubicBezTo>
                  <a:cubicBezTo>
                    <a:pt x="2898" y="6648"/>
                    <a:pt x="3151" y="7026"/>
                    <a:pt x="3497" y="7278"/>
                  </a:cubicBezTo>
                  <a:cubicBezTo>
                    <a:pt x="3466" y="7467"/>
                    <a:pt x="3308" y="7625"/>
                    <a:pt x="3119" y="7625"/>
                  </a:cubicBezTo>
                  <a:lnTo>
                    <a:pt x="1733" y="7625"/>
                  </a:lnTo>
                  <a:cubicBezTo>
                    <a:pt x="788" y="7625"/>
                    <a:pt x="0" y="8412"/>
                    <a:pt x="0" y="9358"/>
                  </a:cubicBezTo>
                  <a:lnTo>
                    <a:pt x="0" y="11468"/>
                  </a:lnTo>
                  <a:cubicBezTo>
                    <a:pt x="0" y="11689"/>
                    <a:pt x="158" y="11846"/>
                    <a:pt x="347" y="11846"/>
                  </a:cubicBezTo>
                  <a:lnTo>
                    <a:pt x="10050" y="11846"/>
                  </a:lnTo>
                  <a:cubicBezTo>
                    <a:pt x="10239" y="11846"/>
                    <a:pt x="10397" y="11689"/>
                    <a:pt x="10397" y="11468"/>
                  </a:cubicBezTo>
                  <a:lnTo>
                    <a:pt x="10397" y="9358"/>
                  </a:lnTo>
                  <a:cubicBezTo>
                    <a:pt x="10397" y="8412"/>
                    <a:pt x="9609" y="7625"/>
                    <a:pt x="8664" y="7625"/>
                  </a:cubicBezTo>
                  <a:lnTo>
                    <a:pt x="7278" y="7625"/>
                  </a:lnTo>
                  <a:cubicBezTo>
                    <a:pt x="7089" y="7625"/>
                    <a:pt x="6931" y="7467"/>
                    <a:pt x="6931" y="7278"/>
                  </a:cubicBezTo>
                  <a:cubicBezTo>
                    <a:pt x="7278" y="7026"/>
                    <a:pt x="7530" y="6648"/>
                    <a:pt x="7593" y="6207"/>
                  </a:cubicBezTo>
                  <a:cubicBezTo>
                    <a:pt x="8380" y="6050"/>
                    <a:pt x="9010" y="5325"/>
                    <a:pt x="9010" y="4506"/>
                  </a:cubicBezTo>
                  <a:lnTo>
                    <a:pt x="9010" y="3120"/>
                  </a:lnTo>
                  <a:cubicBezTo>
                    <a:pt x="9010" y="1387"/>
                    <a:pt x="7593" y="1"/>
                    <a:pt x="58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799" name="Google Shape;14799;p83"/>
            <p:cNvSpPr/>
            <p:nvPr/>
          </p:nvSpPr>
          <p:spPr>
            <a:xfrm>
              <a:off x="5967300" y="2915375"/>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40" y="694"/>
                  </a:lnTo>
                  <a:cubicBezTo>
                    <a:pt x="1260" y="694"/>
                    <a:pt x="1418" y="536"/>
                    <a:pt x="1418" y="347"/>
                  </a:cubicBezTo>
                  <a:cubicBezTo>
                    <a:pt x="1418" y="158"/>
                    <a:pt x="1260"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4800" name="Google Shape;14800;p83"/>
          <p:cNvSpPr/>
          <p:nvPr/>
        </p:nvSpPr>
        <p:spPr>
          <a:xfrm>
            <a:off x="6637977" y="4079018"/>
            <a:ext cx="349457" cy="348513"/>
          </a:xfrm>
          <a:custGeom>
            <a:avLst/>
            <a:gdLst/>
            <a:ahLst/>
            <a:cxnLst/>
            <a:rect l="l" t="t" r="r" b="b"/>
            <a:pathLst>
              <a:path w="11847" h="11815" extrusionOk="0">
                <a:moveTo>
                  <a:pt x="5892" y="693"/>
                </a:moveTo>
                <a:cubicBezTo>
                  <a:pt x="6491" y="693"/>
                  <a:pt x="6932" y="1134"/>
                  <a:pt x="6932" y="1701"/>
                </a:cubicBezTo>
                <a:cubicBezTo>
                  <a:pt x="6932" y="2269"/>
                  <a:pt x="6459" y="2710"/>
                  <a:pt x="5892" y="2710"/>
                </a:cubicBezTo>
                <a:cubicBezTo>
                  <a:pt x="5325" y="2710"/>
                  <a:pt x="4884" y="2269"/>
                  <a:pt x="4884" y="1701"/>
                </a:cubicBezTo>
                <a:cubicBezTo>
                  <a:pt x="4884" y="1134"/>
                  <a:pt x="5325" y="693"/>
                  <a:pt x="5892" y="693"/>
                </a:cubicBezTo>
                <a:close/>
                <a:moveTo>
                  <a:pt x="5892" y="3466"/>
                </a:moveTo>
                <a:cubicBezTo>
                  <a:pt x="6176" y="3466"/>
                  <a:pt x="6428" y="3497"/>
                  <a:pt x="6680" y="3592"/>
                </a:cubicBezTo>
                <a:lnTo>
                  <a:pt x="5892" y="4631"/>
                </a:lnTo>
                <a:lnTo>
                  <a:pt x="5104" y="3592"/>
                </a:lnTo>
                <a:cubicBezTo>
                  <a:pt x="5357" y="3529"/>
                  <a:pt x="5609" y="3466"/>
                  <a:pt x="5892" y="3466"/>
                </a:cubicBezTo>
                <a:close/>
                <a:moveTo>
                  <a:pt x="4222" y="2048"/>
                </a:moveTo>
                <a:cubicBezTo>
                  <a:pt x="4285" y="2426"/>
                  <a:pt x="4474" y="2710"/>
                  <a:pt x="4726" y="2962"/>
                </a:cubicBezTo>
                <a:cubicBezTo>
                  <a:pt x="4632" y="2993"/>
                  <a:pt x="4537" y="3056"/>
                  <a:pt x="4443" y="3088"/>
                </a:cubicBezTo>
                <a:cubicBezTo>
                  <a:pt x="4443" y="3088"/>
                  <a:pt x="4411" y="3088"/>
                  <a:pt x="4411" y="3119"/>
                </a:cubicBezTo>
                <a:cubicBezTo>
                  <a:pt x="3403" y="3623"/>
                  <a:pt x="2773" y="4694"/>
                  <a:pt x="2773" y="5829"/>
                </a:cubicBezTo>
                <a:lnTo>
                  <a:pt x="2773" y="6207"/>
                </a:lnTo>
                <a:lnTo>
                  <a:pt x="2143" y="6207"/>
                </a:lnTo>
                <a:lnTo>
                  <a:pt x="2647" y="2300"/>
                </a:lnTo>
                <a:cubicBezTo>
                  <a:pt x="2679" y="2174"/>
                  <a:pt x="2836" y="2048"/>
                  <a:pt x="2962" y="2048"/>
                </a:cubicBezTo>
                <a:close/>
                <a:moveTo>
                  <a:pt x="4474" y="3907"/>
                </a:moveTo>
                <a:lnTo>
                  <a:pt x="5546" y="5325"/>
                </a:lnTo>
                <a:lnTo>
                  <a:pt x="5546" y="6238"/>
                </a:lnTo>
                <a:lnTo>
                  <a:pt x="3466" y="6238"/>
                </a:lnTo>
                <a:lnTo>
                  <a:pt x="3466" y="5892"/>
                </a:lnTo>
                <a:cubicBezTo>
                  <a:pt x="3466" y="5041"/>
                  <a:pt x="3844" y="4348"/>
                  <a:pt x="4474" y="3907"/>
                </a:cubicBezTo>
                <a:close/>
                <a:moveTo>
                  <a:pt x="7278" y="3907"/>
                </a:moveTo>
                <a:cubicBezTo>
                  <a:pt x="7908" y="4348"/>
                  <a:pt x="8318" y="5104"/>
                  <a:pt x="8318" y="5892"/>
                </a:cubicBezTo>
                <a:lnTo>
                  <a:pt x="8318" y="6238"/>
                </a:lnTo>
                <a:lnTo>
                  <a:pt x="6207" y="6238"/>
                </a:lnTo>
                <a:lnTo>
                  <a:pt x="6207" y="5325"/>
                </a:lnTo>
                <a:lnTo>
                  <a:pt x="7278" y="3907"/>
                </a:lnTo>
                <a:close/>
                <a:moveTo>
                  <a:pt x="8854" y="2048"/>
                </a:moveTo>
                <a:cubicBezTo>
                  <a:pt x="9011" y="2048"/>
                  <a:pt x="9137" y="2143"/>
                  <a:pt x="9169" y="2300"/>
                </a:cubicBezTo>
                <a:lnTo>
                  <a:pt x="9673" y="6238"/>
                </a:lnTo>
                <a:lnTo>
                  <a:pt x="9043" y="6238"/>
                </a:lnTo>
                <a:lnTo>
                  <a:pt x="9043" y="5860"/>
                </a:lnTo>
                <a:cubicBezTo>
                  <a:pt x="9043" y="4694"/>
                  <a:pt x="8381" y="3655"/>
                  <a:pt x="7436" y="3151"/>
                </a:cubicBezTo>
                <a:cubicBezTo>
                  <a:pt x="7436" y="3151"/>
                  <a:pt x="7404" y="3151"/>
                  <a:pt x="7404" y="3119"/>
                </a:cubicBezTo>
                <a:cubicBezTo>
                  <a:pt x="7310" y="3088"/>
                  <a:pt x="7184" y="3056"/>
                  <a:pt x="7121" y="2993"/>
                </a:cubicBezTo>
                <a:cubicBezTo>
                  <a:pt x="7310" y="2773"/>
                  <a:pt x="7530" y="2458"/>
                  <a:pt x="7593" y="2048"/>
                </a:cubicBezTo>
                <a:close/>
                <a:moveTo>
                  <a:pt x="10744" y="6900"/>
                </a:moveTo>
                <a:cubicBezTo>
                  <a:pt x="10933" y="6900"/>
                  <a:pt x="11090" y="7057"/>
                  <a:pt x="11090" y="7246"/>
                </a:cubicBezTo>
                <a:cubicBezTo>
                  <a:pt x="11090" y="7435"/>
                  <a:pt x="10933" y="7624"/>
                  <a:pt x="10744" y="7624"/>
                </a:cubicBezTo>
                <a:lnTo>
                  <a:pt x="1009" y="7624"/>
                </a:lnTo>
                <a:cubicBezTo>
                  <a:pt x="820" y="7624"/>
                  <a:pt x="662" y="7435"/>
                  <a:pt x="662" y="7246"/>
                </a:cubicBezTo>
                <a:cubicBezTo>
                  <a:pt x="662" y="7057"/>
                  <a:pt x="820" y="6900"/>
                  <a:pt x="1009" y="6900"/>
                </a:cubicBezTo>
                <a:close/>
                <a:moveTo>
                  <a:pt x="10397" y="8317"/>
                </a:moveTo>
                <a:lnTo>
                  <a:pt x="10397" y="11121"/>
                </a:lnTo>
                <a:lnTo>
                  <a:pt x="1387" y="11121"/>
                </a:lnTo>
                <a:lnTo>
                  <a:pt x="1387" y="8317"/>
                </a:lnTo>
                <a:close/>
                <a:moveTo>
                  <a:pt x="5892" y="0"/>
                </a:moveTo>
                <a:cubicBezTo>
                  <a:pt x="5073" y="0"/>
                  <a:pt x="4380" y="599"/>
                  <a:pt x="4222" y="1386"/>
                </a:cubicBezTo>
                <a:lnTo>
                  <a:pt x="2962" y="1386"/>
                </a:lnTo>
                <a:cubicBezTo>
                  <a:pt x="2458" y="1386"/>
                  <a:pt x="2080" y="1701"/>
                  <a:pt x="1954" y="2143"/>
                </a:cubicBezTo>
                <a:lnTo>
                  <a:pt x="1954" y="2174"/>
                </a:lnTo>
                <a:lnTo>
                  <a:pt x="1450" y="6238"/>
                </a:lnTo>
                <a:lnTo>
                  <a:pt x="1072" y="6238"/>
                </a:lnTo>
                <a:cubicBezTo>
                  <a:pt x="473" y="6238"/>
                  <a:pt x="1" y="6711"/>
                  <a:pt x="1" y="7246"/>
                </a:cubicBezTo>
                <a:cubicBezTo>
                  <a:pt x="1" y="7719"/>
                  <a:pt x="316" y="8065"/>
                  <a:pt x="694" y="8254"/>
                </a:cubicBezTo>
                <a:lnTo>
                  <a:pt x="694" y="11468"/>
                </a:lnTo>
                <a:cubicBezTo>
                  <a:pt x="694" y="11657"/>
                  <a:pt x="851" y="11815"/>
                  <a:pt x="1040" y="11815"/>
                </a:cubicBezTo>
                <a:lnTo>
                  <a:pt x="10775" y="11815"/>
                </a:lnTo>
                <a:cubicBezTo>
                  <a:pt x="10996" y="11815"/>
                  <a:pt x="11153" y="11657"/>
                  <a:pt x="11153" y="11468"/>
                </a:cubicBezTo>
                <a:lnTo>
                  <a:pt x="11153" y="8254"/>
                </a:lnTo>
                <a:cubicBezTo>
                  <a:pt x="11531" y="8065"/>
                  <a:pt x="11847" y="7719"/>
                  <a:pt x="11847" y="7246"/>
                </a:cubicBezTo>
                <a:cubicBezTo>
                  <a:pt x="11815" y="6711"/>
                  <a:pt x="11342" y="6238"/>
                  <a:pt x="10744" y="6238"/>
                </a:cubicBezTo>
                <a:lnTo>
                  <a:pt x="10366" y="6238"/>
                </a:lnTo>
                <a:lnTo>
                  <a:pt x="9830" y="2174"/>
                </a:lnTo>
                <a:lnTo>
                  <a:pt x="9830" y="2143"/>
                </a:lnTo>
                <a:cubicBezTo>
                  <a:pt x="9736" y="1701"/>
                  <a:pt x="9295" y="1386"/>
                  <a:pt x="8854" y="1386"/>
                </a:cubicBezTo>
                <a:lnTo>
                  <a:pt x="7593" y="1386"/>
                </a:lnTo>
                <a:cubicBezTo>
                  <a:pt x="7436" y="599"/>
                  <a:pt x="6711"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801" name="Google Shape;14801;p83"/>
          <p:cNvSpPr/>
          <p:nvPr/>
        </p:nvSpPr>
        <p:spPr>
          <a:xfrm>
            <a:off x="4867924" y="2197454"/>
            <a:ext cx="348513" cy="349427"/>
          </a:xfrm>
          <a:custGeom>
            <a:avLst/>
            <a:gdLst/>
            <a:ahLst/>
            <a:cxnLst/>
            <a:rect l="l" t="t" r="r" b="b"/>
            <a:pathLst>
              <a:path w="11815" h="11846" extrusionOk="0">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4802" name="Google Shape;14802;p83"/>
          <p:cNvGrpSpPr/>
          <p:nvPr/>
        </p:nvGrpSpPr>
        <p:grpSpPr>
          <a:xfrm>
            <a:off x="6637536" y="1304166"/>
            <a:ext cx="350401" cy="349457"/>
            <a:chOff x="2141000" y="1954475"/>
            <a:chExt cx="296975" cy="296175"/>
          </a:xfrm>
        </p:grpSpPr>
        <p:sp>
          <p:nvSpPr>
            <p:cNvPr id="14803" name="Google Shape;14803;p83"/>
            <p:cNvSpPr/>
            <p:nvPr/>
          </p:nvSpPr>
          <p:spPr>
            <a:xfrm>
              <a:off x="2280425" y="1989925"/>
              <a:ext cx="104775" cy="68550"/>
            </a:xfrm>
            <a:custGeom>
              <a:avLst/>
              <a:gdLst/>
              <a:ahLst/>
              <a:cxnLst/>
              <a:rect l="l" t="t" r="r" b="b"/>
              <a:pathLst>
                <a:path w="4191" h="2742" extrusionOk="0">
                  <a:moveTo>
                    <a:pt x="347" y="0"/>
                  </a:moveTo>
                  <a:cubicBezTo>
                    <a:pt x="158" y="0"/>
                    <a:pt x="0" y="158"/>
                    <a:pt x="0" y="347"/>
                  </a:cubicBezTo>
                  <a:cubicBezTo>
                    <a:pt x="0" y="505"/>
                    <a:pt x="158" y="662"/>
                    <a:pt x="315" y="662"/>
                  </a:cubicBezTo>
                  <a:lnTo>
                    <a:pt x="2426" y="662"/>
                  </a:lnTo>
                  <a:cubicBezTo>
                    <a:pt x="2615" y="662"/>
                    <a:pt x="2773" y="820"/>
                    <a:pt x="2773" y="1009"/>
                  </a:cubicBezTo>
                  <a:lnTo>
                    <a:pt x="2773" y="1576"/>
                  </a:lnTo>
                  <a:lnTo>
                    <a:pt x="2678" y="1450"/>
                  </a:lnTo>
                  <a:cubicBezTo>
                    <a:pt x="2615" y="1387"/>
                    <a:pt x="2521" y="1355"/>
                    <a:pt x="2430" y="1355"/>
                  </a:cubicBezTo>
                  <a:cubicBezTo>
                    <a:pt x="2340" y="1355"/>
                    <a:pt x="2253" y="1387"/>
                    <a:pt x="2206" y="1450"/>
                  </a:cubicBezTo>
                  <a:cubicBezTo>
                    <a:pt x="2080" y="1576"/>
                    <a:pt x="2080" y="1796"/>
                    <a:pt x="2206" y="1922"/>
                  </a:cubicBezTo>
                  <a:lnTo>
                    <a:pt x="2899" y="2647"/>
                  </a:lnTo>
                  <a:cubicBezTo>
                    <a:pt x="2993" y="2710"/>
                    <a:pt x="3056" y="2741"/>
                    <a:pt x="3151" y="2741"/>
                  </a:cubicBezTo>
                  <a:cubicBezTo>
                    <a:pt x="3214" y="2741"/>
                    <a:pt x="3340" y="2710"/>
                    <a:pt x="3371" y="2647"/>
                  </a:cubicBezTo>
                  <a:lnTo>
                    <a:pt x="4096" y="1922"/>
                  </a:lnTo>
                  <a:cubicBezTo>
                    <a:pt x="4191" y="1796"/>
                    <a:pt x="4191" y="1576"/>
                    <a:pt x="4096" y="1450"/>
                  </a:cubicBezTo>
                  <a:cubicBezTo>
                    <a:pt x="4033" y="1387"/>
                    <a:pt x="3938" y="1355"/>
                    <a:pt x="3848" y="1355"/>
                  </a:cubicBezTo>
                  <a:cubicBezTo>
                    <a:pt x="3757" y="1355"/>
                    <a:pt x="3671" y="1387"/>
                    <a:pt x="3623" y="1450"/>
                  </a:cubicBezTo>
                  <a:lnTo>
                    <a:pt x="3497" y="1576"/>
                  </a:lnTo>
                  <a:lnTo>
                    <a:pt x="3497" y="1009"/>
                  </a:lnTo>
                  <a:cubicBezTo>
                    <a:pt x="3497" y="442"/>
                    <a:pt x="3025"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804" name="Google Shape;14804;p83"/>
            <p:cNvSpPr/>
            <p:nvPr/>
          </p:nvSpPr>
          <p:spPr>
            <a:xfrm>
              <a:off x="2174875" y="2145875"/>
              <a:ext cx="105575" cy="69325"/>
            </a:xfrm>
            <a:custGeom>
              <a:avLst/>
              <a:gdLst/>
              <a:ahLst/>
              <a:cxnLst/>
              <a:rect l="l" t="t" r="r" b="b"/>
              <a:pathLst>
                <a:path w="4223" h="2773" extrusionOk="0">
                  <a:moveTo>
                    <a:pt x="1056" y="0"/>
                  </a:moveTo>
                  <a:cubicBezTo>
                    <a:pt x="969" y="0"/>
                    <a:pt x="883" y="32"/>
                    <a:pt x="820" y="95"/>
                  </a:cubicBezTo>
                  <a:lnTo>
                    <a:pt x="95" y="820"/>
                  </a:lnTo>
                  <a:cubicBezTo>
                    <a:pt x="1" y="914"/>
                    <a:pt x="1" y="1166"/>
                    <a:pt x="95" y="1292"/>
                  </a:cubicBezTo>
                  <a:cubicBezTo>
                    <a:pt x="158" y="1339"/>
                    <a:pt x="253" y="1363"/>
                    <a:pt x="343" y="1363"/>
                  </a:cubicBezTo>
                  <a:cubicBezTo>
                    <a:pt x="434" y="1363"/>
                    <a:pt x="521" y="1339"/>
                    <a:pt x="568" y="1292"/>
                  </a:cubicBezTo>
                  <a:lnTo>
                    <a:pt x="694" y="1166"/>
                  </a:lnTo>
                  <a:lnTo>
                    <a:pt x="694" y="1702"/>
                  </a:lnTo>
                  <a:cubicBezTo>
                    <a:pt x="757" y="2300"/>
                    <a:pt x="1229" y="2773"/>
                    <a:pt x="1765" y="2773"/>
                  </a:cubicBezTo>
                  <a:lnTo>
                    <a:pt x="3844" y="2773"/>
                  </a:lnTo>
                  <a:cubicBezTo>
                    <a:pt x="4065" y="2773"/>
                    <a:pt x="4222" y="2615"/>
                    <a:pt x="4222" y="2426"/>
                  </a:cubicBezTo>
                  <a:cubicBezTo>
                    <a:pt x="4222" y="2237"/>
                    <a:pt x="4065" y="2080"/>
                    <a:pt x="3844" y="2080"/>
                  </a:cubicBezTo>
                  <a:lnTo>
                    <a:pt x="1765" y="2080"/>
                  </a:lnTo>
                  <a:cubicBezTo>
                    <a:pt x="1576" y="2080"/>
                    <a:pt x="1418" y="1922"/>
                    <a:pt x="1418" y="1702"/>
                  </a:cubicBezTo>
                  <a:lnTo>
                    <a:pt x="1418" y="1166"/>
                  </a:lnTo>
                  <a:lnTo>
                    <a:pt x="1544" y="1292"/>
                  </a:lnTo>
                  <a:cubicBezTo>
                    <a:pt x="1592" y="1339"/>
                    <a:pt x="1678" y="1363"/>
                    <a:pt x="1769" y="1363"/>
                  </a:cubicBezTo>
                  <a:cubicBezTo>
                    <a:pt x="1859" y="1363"/>
                    <a:pt x="1954" y="1339"/>
                    <a:pt x="2017" y="1292"/>
                  </a:cubicBezTo>
                  <a:cubicBezTo>
                    <a:pt x="2112" y="1166"/>
                    <a:pt x="2112" y="914"/>
                    <a:pt x="2017" y="820"/>
                  </a:cubicBezTo>
                  <a:lnTo>
                    <a:pt x="1292" y="95"/>
                  </a:lnTo>
                  <a:cubicBezTo>
                    <a:pt x="1229" y="32"/>
                    <a:pt x="1143" y="0"/>
                    <a:pt x="1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805" name="Google Shape;14805;p83"/>
            <p:cNvSpPr/>
            <p:nvPr/>
          </p:nvSpPr>
          <p:spPr>
            <a:xfrm>
              <a:off x="2141000" y="1954475"/>
              <a:ext cx="139450" cy="174100"/>
            </a:xfrm>
            <a:custGeom>
              <a:avLst/>
              <a:gdLst/>
              <a:ahLst/>
              <a:cxnLst/>
              <a:rect l="l" t="t" r="r" b="b"/>
              <a:pathLst>
                <a:path w="5578" h="6964" extrusionOk="0">
                  <a:moveTo>
                    <a:pt x="2773" y="694"/>
                  </a:moveTo>
                  <a:cubicBezTo>
                    <a:pt x="3372" y="694"/>
                    <a:pt x="3782" y="1166"/>
                    <a:pt x="3782" y="1734"/>
                  </a:cubicBezTo>
                  <a:cubicBezTo>
                    <a:pt x="3782" y="2301"/>
                    <a:pt x="3309" y="2742"/>
                    <a:pt x="2773" y="2742"/>
                  </a:cubicBezTo>
                  <a:cubicBezTo>
                    <a:pt x="2175" y="2742"/>
                    <a:pt x="1734" y="2269"/>
                    <a:pt x="1734" y="1734"/>
                  </a:cubicBezTo>
                  <a:cubicBezTo>
                    <a:pt x="1734" y="1166"/>
                    <a:pt x="2206" y="694"/>
                    <a:pt x="2773" y="694"/>
                  </a:cubicBezTo>
                  <a:close/>
                  <a:moveTo>
                    <a:pt x="2773" y="3466"/>
                  </a:moveTo>
                  <a:cubicBezTo>
                    <a:pt x="3908" y="3466"/>
                    <a:pt x="4853" y="4411"/>
                    <a:pt x="4853" y="5546"/>
                  </a:cubicBezTo>
                  <a:lnTo>
                    <a:pt x="4853" y="6270"/>
                  </a:lnTo>
                  <a:lnTo>
                    <a:pt x="694" y="6270"/>
                  </a:lnTo>
                  <a:lnTo>
                    <a:pt x="694" y="5546"/>
                  </a:lnTo>
                  <a:cubicBezTo>
                    <a:pt x="694" y="4411"/>
                    <a:pt x="1639" y="3466"/>
                    <a:pt x="2773" y="3466"/>
                  </a:cubicBezTo>
                  <a:close/>
                  <a:moveTo>
                    <a:pt x="2805" y="1"/>
                  </a:moveTo>
                  <a:cubicBezTo>
                    <a:pt x="1860" y="1"/>
                    <a:pt x="1072" y="788"/>
                    <a:pt x="1072" y="1734"/>
                  </a:cubicBezTo>
                  <a:cubicBezTo>
                    <a:pt x="1072" y="2238"/>
                    <a:pt x="1324" y="2710"/>
                    <a:pt x="1671" y="3025"/>
                  </a:cubicBezTo>
                  <a:cubicBezTo>
                    <a:pt x="726" y="3466"/>
                    <a:pt x="64" y="4443"/>
                    <a:pt x="64" y="5577"/>
                  </a:cubicBezTo>
                  <a:lnTo>
                    <a:pt x="64" y="6617"/>
                  </a:lnTo>
                  <a:cubicBezTo>
                    <a:pt x="1" y="6806"/>
                    <a:pt x="159" y="6963"/>
                    <a:pt x="379" y="6963"/>
                  </a:cubicBezTo>
                  <a:lnTo>
                    <a:pt x="5199" y="6963"/>
                  </a:lnTo>
                  <a:cubicBezTo>
                    <a:pt x="5420" y="6963"/>
                    <a:pt x="5577" y="6806"/>
                    <a:pt x="5577" y="6617"/>
                  </a:cubicBezTo>
                  <a:lnTo>
                    <a:pt x="5577" y="5577"/>
                  </a:lnTo>
                  <a:cubicBezTo>
                    <a:pt x="5577" y="4443"/>
                    <a:pt x="4884" y="3498"/>
                    <a:pt x="3939" y="3025"/>
                  </a:cubicBezTo>
                  <a:cubicBezTo>
                    <a:pt x="4317" y="2710"/>
                    <a:pt x="4538" y="2238"/>
                    <a:pt x="4538" y="1734"/>
                  </a:cubicBezTo>
                  <a:cubicBezTo>
                    <a:pt x="4538" y="788"/>
                    <a:pt x="3750" y="1"/>
                    <a:pt x="28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806" name="Google Shape;14806;p83"/>
            <p:cNvSpPr/>
            <p:nvPr/>
          </p:nvSpPr>
          <p:spPr>
            <a:xfrm>
              <a:off x="2298525" y="2076550"/>
              <a:ext cx="139450" cy="174100"/>
            </a:xfrm>
            <a:custGeom>
              <a:avLst/>
              <a:gdLst/>
              <a:ahLst/>
              <a:cxnLst/>
              <a:rect l="l" t="t" r="r" b="b"/>
              <a:pathLst>
                <a:path w="5578" h="6964" extrusionOk="0">
                  <a:moveTo>
                    <a:pt x="2773" y="663"/>
                  </a:moveTo>
                  <a:cubicBezTo>
                    <a:pt x="3372" y="663"/>
                    <a:pt x="3782" y="1135"/>
                    <a:pt x="3782" y="1702"/>
                  </a:cubicBezTo>
                  <a:cubicBezTo>
                    <a:pt x="3782" y="2238"/>
                    <a:pt x="3309" y="2710"/>
                    <a:pt x="2773" y="2710"/>
                  </a:cubicBezTo>
                  <a:cubicBezTo>
                    <a:pt x="2175" y="2710"/>
                    <a:pt x="1734" y="2238"/>
                    <a:pt x="1734" y="1702"/>
                  </a:cubicBezTo>
                  <a:cubicBezTo>
                    <a:pt x="1734" y="1135"/>
                    <a:pt x="2175" y="663"/>
                    <a:pt x="2773" y="663"/>
                  </a:cubicBezTo>
                  <a:close/>
                  <a:moveTo>
                    <a:pt x="2773" y="3467"/>
                  </a:moveTo>
                  <a:cubicBezTo>
                    <a:pt x="3908" y="3467"/>
                    <a:pt x="4853" y="4412"/>
                    <a:pt x="4853" y="5546"/>
                  </a:cubicBezTo>
                  <a:lnTo>
                    <a:pt x="4853" y="6270"/>
                  </a:lnTo>
                  <a:lnTo>
                    <a:pt x="694" y="6270"/>
                  </a:lnTo>
                  <a:lnTo>
                    <a:pt x="694" y="5546"/>
                  </a:lnTo>
                  <a:cubicBezTo>
                    <a:pt x="694" y="4412"/>
                    <a:pt x="1639" y="3467"/>
                    <a:pt x="2773" y="3467"/>
                  </a:cubicBezTo>
                  <a:close/>
                  <a:moveTo>
                    <a:pt x="2773" y="1"/>
                  </a:moveTo>
                  <a:cubicBezTo>
                    <a:pt x="1828" y="1"/>
                    <a:pt x="1041" y="789"/>
                    <a:pt x="1041" y="1734"/>
                  </a:cubicBezTo>
                  <a:cubicBezTo>
                    <a:pt x="1041" y="2238"/>
                    <a:pt x="1261" y="2710"/>
                    <a:pt x="1608" y="3025"/>
                  </a:cubicBezTo>
                  <a:cubicBezTo>
                    <a:pt x="663" y="3467"/>
                    <a:pt x="1" y="4443"/>
                    <a:pt x="1" y="5546"/>
                  </a:cubicBezTo>
                  <a:lnTo>
                    <a:pt x="1" y="6617"/>
                  </a:lnTo>
                  <a:cubicBezTo>
                    <a:pt x="1" y="6806"/>
                    <a:pt x="159" y="6964"/>
                    <a:pt x="379" y="6964"/>
                  </a:cubicBezTo>
                  <a:lnTo>
                    <a:pt x="5199" y="6964"/>
                  </a:lnTo>
                  <a:cubicBezTo>
                    <a:pt x="5420" y="6964"/>
                    <a:pt x="5577" y="6806"/>
                    <a:pt x="5577" y="6617"/>
                  </a:cubicBezTo>
                  <a:lnTo>
                    <a:pt x="5577" y="5546"/>
                  </a:lnTo>
                  <a:cubicBezTo>
                    <a:pt x="5514" y="4412"/>
                    <a:pt x="4853" y="3467"/>
                    <a:pt x="3908" y="3025"/>
                  </a:cubicBezTo>
                  <a:cubicBezTo>
                    <a:pt x="4254" y="2710"/>
                    <a:pt x="4506" y="2238"/>
                    <a:pt x="4506" y="1734"/>
                  </a:cubicBezTo>
                  <a:cubicBezTo>
                    <a:pt x="4506" y="789"/>
                    <a:pt x="3719" y="1"/>
                    <a:pt x="27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4810" name="Shape 14810"/>
        <p:cNvGrpSpPr/>
        <p:nvPr/>
      </p:nvGrpSpPr>
      <p:grpSpPr>
        <a:xfrm>
          <a:off x="0" y="0"/>
          <a:ext cx="0" cy="0"/>
          <a:chOff x="0" y="0"/>
          <a:chExt cx="0" cy="0"/>
        </a:xfrm>
      </p:grpSpPr>
      <p:sp>
        <p:nvSpPr>
          <p:cNvPr id="14811" name="Google Shape;14811;p84"/>
          <p:cNvSpPr txBox="1"/>
          <p:nvPr>
            <p:ph type="title" idx="4294967295"/>
          </p:nvPr>
        </p:nvSpPr>
        <p:spPr>
          <a:xfrm>
            <a:off x="849675" y="511013"/>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panose="020B0604020202020204"/>
              <a:buNone/>
            </a:pPr>
            <a:r>
              <a:rPr lang="en-GB">
                <a:solidFill>
                  <a:schemeClr val="lt1"/>
                </a:solidFill>
                <a:latin typeface="Arial" panose="020B0604020202020204"/>
                <a:ea typeface="Arial" panose="020B0604020202020204"/>
                <a:cs typeface="Arial" panose="020B0604020202020204"/>
                <a:sym typeface="Arial" panose="020B0604020202020204"/>
              </a:rPr>
              <a:t>Help &amp; Support Icons</a:t>
            </a:r>
            <a:endParaRPr>
              <a:solidFill>
                <a:schemeClr val="lt1"/>
              </a:solidFill>
              <a:latin typeface="Arial" panose="020B0604020202020204"/>
              <a:ea typeface="Arial" panose="020B0604020202020204"/>
              <a:cs typeface="Arial" panose="020B0604020202020204"/>
              <a:sym typeface="Arial" panose="020B0604020202020204"/>
            </a:endParaRPr>
          </a:p>
        </p:txBody>
      </p:sp>
      <p:sp>
        <p:nvSpPr>
          <p:cNvPr id="14812" name="Google Shape;14812;p84"/>
          <p:cNvSpPr txBox="1"/>
          <p:nvPr>
            <p:ph type="title" idx="4294967295"/>
          </p:nvPr>
        </p:nvSpPr>
        <p:spPr>
          <a:xfrm>
            <a:off x="4858400" y="511013"/>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panose="020B0604020202020204"/>
              <a:buNone/>
            </a:pPr>
            <a:r>
              <a:rPr lang="en-GB">
                <a:solidFill>
                  <a:schemeClr val="lt1"/>
                </a:solidFill>
                <a:latin typeface="Arial" panose="020B0604020202020204"/>
                <a:ea typeface="Arial" panose="020B0604020202020204"/>
                <a:cs typeface="Arial" panose="020B0604020202020204"/>
                <a:sym typeface="Arial" panose="020B0604020202020204"/>
              </a:rPr>
              <a:t>Avatar Icons</a:t>
            </a:r>
            <a:endParaRPr>
              <a:solidFill>
                <a:schemeClr val="lt1"/>
              </a:solidFill>
              <a:latin typeface="Arial" panose="020B0604020202020204"/>
              <a:ea typeface="Arial" panose="020B0604020202020204"/>
              <a:cs typeface="Arial" panose="020B0604020202020204"/>
              <a:sym typeface="Arial" panose="020B0604020202020204"/>
            </a:endParaRPr>
          </a:p>
        </p:txBody>
      </p:sp>
      <p:grpSp>
        <p:nvGrpSpPr>
          <p:cNvPr id="14813" name="Google Shape;14813;p84"/>
          <p:cNvGrpSpPr/>
          <p:nvPr/>
        </p:nvGrpSpPr>
        <p:grpSpPr>
          <a:xfrm>
            <a:off x="882957" y="1306638"/>
            <a:ext cx="292442" cy="355741"/>
            <a:chOff x="-35830350" y="1912725"/>
            <a:chExt cx="241050" cy="293225"/>
          </a:xfrm>
        </p:grpSpPr>
        <p:sp>
          <p:nvSpPr>
            <p:cNvPr id="14814" name="Google Shape;14814;p84"/>
            <p:cNvSpPr/>
            <p:nvPr/>
          </p:nvSpPr>
          <p:spPr>
            <a:xfrm>
              <a:off x="-35830350" y="1912725"/>
              <a:ext cx="241050" cy="293225"/>
            </a:xfrm>
            <a:custGeom>
              <a:avLst/>
              <a:gdLst/>
              <a:ahLst/>
              <a:cxnLst/>
              <a:rect l="l" t="t" r="r" b="b"/>
              <a:pathLst>
                <a:path w="9642" h="11729" extrusionOk="0">
                  <a:moveTo>
                    <a:pt x="8665" y="694"/>
                  </a:moveTo>
                  <a:cubicBezTo>
                    <a:pt x="8822" y="726"/>
                    <a:pt x="8980" y="883"/>
                    <a:pt x="8980" y="1041"/>
                  </a:cubicBezTo>
                  <a:lnTo>
                    <a:pt x="8980" y="7562"/>
                  </a:lnTo>
                  <a:lnTo>
                    <a:pt x="2836" y="7562"/>
                  </a:lnTo>
                  <a:lnTo>
                    <a:pt x="2836" y="694"/>
                  </a:lnTo>
                  <a:close/>
                  <a:moveTo>
                    <a:pt x="2175" y="726"/>
                  </a:moveTo>
                  <a:lnTo>
                    <a:pt x="2175" y="7625"/>
                  </a:lnTo>
                  <a:lnTo>
                    <a:pt x="1828" y="7625"/>
                  </a:lnTo>
                  <a:cubicBezTo>
                    <a:pt x="1450" y="7625"/>
                    <a:pt x="1072" y="7720"/>
                    <a:pt x="788" y="7972"/>
                  </a:cubicBezTo>
                  <a:lnTo>
                    <a:pt x="788" y="1797"/>
                  </a:lnTo>
                  <a:cubicBezTo>
                    <a:pt x="788" y="1198"/>
                    <a:pt x="1261" y="726"/>
                    <a:pt x="1828" y="726"/>
                  </a:cubicBezTo>
                  <a:close/>
                  <a:moveTo>
                    <a:pt x="8791" y="8287"/>
                  </a:moveTo>
                  <a:cubicBezTo>
                    <a:pt x="8696" y="8507"/>
                    <a:pt x="8665" y="8759"/>
                    <a:pt x="8633" y="8948"/>
                  </a:cubicBezTo>
                  <a:lnTo>
                    <a:pt x="1734" y="8948"/>
                  </a:lnTo>
                  <a:cubicBezTo>
                    <a:pt x="1545" y="8948"/>
                    <a:pt x="1387" y="9106"/>
                    <a:pt x="1387" y="9295"/>
                  </a:cubicBezTo>
                  <a:cubicBezTo>
                    <a:pt x="1387" y="9515"/>
                    <a:pt x="1545" y="9673"/>
                    <a:pt x="1734" y="9673"/>
                  </a:cubicBezTo>
                  <a:lnTo>
                    <a:pt x="4821" y="9673"/>
                  </a:lnTo>
                  <a:lnTo>
                    <a:pt x="4821" y="10335"/>
                  </a:lnTo>
                  <a:lnTo>
                    <a:pt x="1860" y="10335"/>
                  </a:lnTo>
                  <a:cubicBezTo>
                    <a:pt x="1293" y="10335"/>
                    <a:pt x="757" y="9925"/>
                    <a:pt x="757" y="9295"/>
                  </a:cubicBezTo>
                  <a:cubicBezTo>
                    <a:pt x="757" y="8728"/>
                    <a:pt x="1230" y="8287"/>
                    <a:pt x="1765" y="8287"/>
                  </a:cubicBezTo>
                  <a:close/>
                  <a:moveTo>
                    <a:pt x="8665" y="9673"/>
                  </a:moveTo>
                  <a:cubicBezTo>
                    <a:pt x="8696" y="9894"/>
                    <a:pt x="8759" y="10146"/>
                    <a:pt x="8822" y="10335"/>
                  </a:cubicBezTo>
                  <a:lnTo>
                    <a:pt x="7594" y="10335"/>
                  </a:lnTo>
                  <a:lnTo>
                    <a:pt x="7594" y="9673"/>
                  </a:lnTo>
                  <a:close/>
                  <a:moveTo>
                    <a:pt x="6900" y="9673"/>
                  </a:moveTo>
                  <a:lnTo>
                    <a:pt x="6900" y="10693"/>
                  </a:lnTo>
                  <a:lnTo>
                    <a:pt x="6428" y="10398"/>
                  </a:lnTo>
                  <a:cubicBezTo>
                    <a:pt x="6396" y="10366"/>
                    <a:pt x="6302" y="10366"/>
                    <a:pt x="6239" y="10366"/>
                  </a:cubicBezTo>
                  <a:cubicBezTo>
                    <a:pt x="6144" y="10366"/>
                    <a:pt x="6113" y="10366"/>
                    <a:pt x="6018" y="10398"/>
                  </a:cubicBezTo>
                  <a:lnTo>
                    <a:pt x="5514" y="10713"/>
                  </a:lnTo>
                  <a:lnTo>
                    <a:pt x="5514" y="9673"/>
                  </a:lnTo>
                  <a:close/>
                  <a:moveTo>
                    <a:pt x="1734" y="1"/>
                  </a:moveTo>
                  <a:cubicBezTo>
                    <a:pt x="1261" y="1"/>
                    <a:pt x="820" y="222"/>
                    <a:pt x="505" y="537"/>
                  </a:cubicBezTo>
                  <a:cubicBezTo>
                    <a:pt x="190" y="820"/>
                    <a:pt x="1" y="1261"/>
                    <a:pt x="1" y="1734"/>
                  </a:cubicBezTo>
                  <a:lnTo>
                    <a:pt x="1" y="9295"/>
                  </a:lnTo>
                  <a:cubicBezTo>
                    <a:pt x="95" y="10272"/>
                    <a:pt x="946" y="10996"/>
                    <a:pt x="1860" y="10996"/>
                  </a:cubicBezTo>
                  <a:lnTo>
                    <a:pt x="4853" y="10996"/>
                  </a:lnTo>
                  <a:lnTo>
                    <a:pt x="4853" y="11343"/>
                  </a:lnTo>
                  <a:cubicBezTo>
                    <a:pt x="4853" y="11469"/>
                    <a:pt x="4916" y="11595"/>
                    <a:pt x="5042" y="11658"/>
                  </a:cubicBezTo>
                  <a:cubicBezTo>
                    <a:pt x="5099" y="11700"/>
                    <a:pt x="5155" y="11717"/>
                    <a:pt x="5209" y="11717"/>
                  </a:cubicBezTo>
                  <a:cubicBezTo>
                    <a:pt x="5275" y="11717"/>
                    <a:pt x="5336" y="11692"/>
                    <a:pt x="5388" y="11658"/>
                  </a:cubicBezTo>
                  <a:lnTo>
                    <a:pt x="6239" y="11122"/>
                  </a:lnTo>
                  <a:lnTo>
                    <a:pt x="7058" y="11658"/>
                  </a:lnTo>
                  <a:cubicBezTo>
                    <a:pt x="7121" y="11705"/>
                    <a:pt x="7176" y="11729"/>
                    <a:pt x="7231" y="11729"/>
                  </a:cubicBezTo>
                  <a:cubicBezTo>
                    <a:pt x="7286" y="11729"/>
                    <a:pt x="7342" y="11705"/>
                    <a:pt x="7405" y="11658"/>
                  </a:cubicBezTo>
                  <a:cubicBezTo>
                    <a:pt x="7531" y="11595"/>
                    <a:pt x="7594" y="11500"/>
                    <a:pt x="7594" y="11343"/>
                  </a:cubicBezTo>
                  <a:lnTo>
                    <a:pt x="7594" y="10996"/>
                  </a:lnTo>
                  <a:lnTo>
                    <a:pt x="9295" y="10996"/>
                  </a:lnTo>
                  <a:cubicBezTo>
                    <a:pt x="9421" y="10996"/>
                    <a:pt x="9547" y="10933"/>
                    <a:pt x="9578" y="10839"/>
                  </a:cubicBezTo>
                  <a:cubicBezTo>
                    <a:pt x="9641" y="10713"/>
                    <a:pt x="9641" y="10618"/>
                    <a:pt x="9578" y="10524"/>
                  </a:cubicBezTo>
                  <a:cubicBezTo>
                    <a:pt x="9169" y="9767"/>
                    <a:pt x="9169" y="8885"/>
                    <a:pt x="9578" y="8098"/>
                  </a:cubicBezTo>
                  <a:cubicBezTo>
                    <a:pt x="9610" y="8035"/>
                    <a:pt x="9610" y="8003"/>
                    <a:pt x="9610" y="7909"/>
                  </a:cubicBezTo>
                  <a:lnTo>
                    <a:pt x="9610" y="1041"/>
                  </a:lnTo>
                  <a:cubicBezTo>
                    <a:pt x="9610" y="474"/>
                    <a:pt x="9137" y="1"/>
                    <a:pt x="86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815" name="Google Shape;14815;p84"/>
            <p:cNvSpPr/>
            <p:nvPr/>
          </p:nvSpPr>
          <p:spPr>
            <a:xfrm>
              <a:off x="-35742925" y="1965500"/>
              <a:ext cx="120550" cy="119750"/>
            </a:xfrm>
            <a:custGeom>
              <a:avLst/>
              <a:gdLst/>
              <a:ahLst/>
              <a:cxnLst/>
              <a:rect l="l" t="t" r="r" b="b"/>
              <a:pathLst>
                <a:path w="4822" h="4790" extrusionOk="0">
                  <a:moveTo>
                    <a:pt x="2364" y="694"/>
                  </a:moveTo>
                  <a:cubicBezTo>
                    <a:pt x="2773" y="694"/>
                    <a:pt x="3057" y="1009"/>
                    <a:pt x="3057" y="1356"/>
                  </a:cubicBezTo>
                  <a:cubicBezTo>
                    <a:pt x="3057" y="1765"/>
                    <a:pt x="2742" y="2049"/>
                    <a:pt x="2364" y="2049"/>
                  </a:cubicBezTo>
                  <a:cubicBezTo>
                    <a:pt x="2348" y="2050"/>
                    <a:pt x="2332" y="2051"/>
                    <a:pt x="2316" y="2051"/>
                  </a:cubicBezTo>
                  <a:cubicBezTo>
                    <a:pt x="1989" y="2051"/>
                    <a:pt x="1702" y="1746"/>
                    <a:pt x="1702" y="1356"/>
                  </a:cubicBezTo>
                  <a:cubicBezTo>
                    <a:pt x="1702" y="977"/>
                    <a:pt x="2017" y="694"/>
                    <a:pt x="2364" y="694"/>
                  </a:cubicBezTo>
                  <a:close/>
                  <a:moveTo>
                    <a:pt x="2427" y="2742"/>
                  </a:moveTo>
                  <a:cubicBezTo>
                    <a:pt x="3246" y="2742"/>
                    <a:pt x="3939" y="3340"/>
                    <a:pt x="4097" y="4128"/>
                  </a:cubicBezTo>
                  <a:lnTo>
                    <a:pt x="757" y="4128"/>
                  </a:lnTo>
                  <a:cubicBezTo>
                    <a:pt x="883" y="3340"/>
                    <a:pt x="1576" y="2742"/>
                    <a:pt x="2427" y="2742"/>
                  </a:cubicBezTo>
                  <a:close/>
                  <a:moveTo>
                    <a:pt x="2427" y="1"/>
                  </a:moveTo>
                  <a:cubicBezTo>
                    <a:pt x="1671" y="1"/>
                    <a:pt x="1041" y="599"/>
                    <a:pt x="1041" y="1356"/>
                  </a:cubicBezTo>
                  <a:cubicBezTo>
                    <a:pt x="1041" y="1734"/>
                    <a:pt x="1167" y="2049"/>
                    <a:pt x="1387" y="2269"/>
                  </a:cubicBezTo>
                  <a:cubicBezTo>
                    <a:pt x="568" y="2647"/>
                    <a:pt x="32" y="3498"/>
                    <a:pt x="32" y="4443"/>
                  </a:cubicBezTo>
                  <a:cubicBezTo>
                    <a:pt x="1" y="4632"/>
                    <a:pt x="158" y="4790"/>
                    <a:pt x="379" y="4790"/>
                  </a:cubicBezTo>
                  <a:lnTo>
                    <a:pt x="4475" y="4790"/>
                  </a:lnTo>
                  <a:cubicBezTo>
                    <a:pt x="4664" y="4790"/>
                    <a:pt x="4821" y="4632"/>
                    <a:pt x="4821" y="4443"/>
                  </a:cubicBezTo>
                  <a:cubicBezTo>
                    <a:pt x="4821" y="3498"/>
                    <a:pt x="4254" y="2647"/>
                    <a:pt x="3435" y="2269"/>
                  </a:cubicBezTo>
                  <a:cubicBezTo>
                    <a:pt x="3687" y="2049"/>
                    <a:pt x="3813" y="1702"/>
                    <a:pt x="3813" y="1356"/>
                  </a:cubicBezTo>
                  <a:cubicBezTo>
                    <a:pt x="3813" y="599"/>
                    <a:pt x="3183" y="1"/>
                    <a:pt x="24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816" name="Google Shape;14816;p84"/>
          <p:cNvGrpSpPr/>
          <p:nvPr/>
        </p:nvGrpSpPr>
        <p:grpSpPr>
          <a:xfrm>
            <a:off x="851444" y="1766235"/>
            <a:ext cx="355468" cy="353587"/>
            <a:chOff x="-35854750" y="2272675"/>
            <a:chExt cx="293000" cy="291450"/>
          </a:xfrm>
        </p:grpSpPr>
        <p:sp>
          <p:nvSpPr>
            <p:cNvPr id="14817" name="Google Shape;14817;p84"/>
            <p:cNvSpPr/>
            <p:nvPr/>
          </p:nvSpPr>
          <p:spPr>
            <a:xfrm>
              <a:off x="-35854750" y="2272675"/>
              <a:ext cx="293000" cy="291450"/>
            </a:xfrm>
            <a:custGeom>
              <a:avLst/>
              <a:gdLst/>
              <a:ahLst/>
              <a:cxnLst/>
              <a:rect l="l" t="t" r="r" b="b"/>
              <a:pathLst>
                <a:path w="11720" h="11658" extrusionOk="0">
                  <a:moveTo>
                    <a:pt x="5844" y="654"/>
                  </a:moveTo>
                  <a:cubicBezTo>
                    <a:pt x="6144" y="654"/>
                    <a:pt x="6443" y="773"/>
                    <a:pt x="6679" y="1009"/>
                  </a:cubicBezTo>
                  <a:lnTo>
                    <a:pt x="7057" y="1355"/>
                  </a:lnTo>
                  <a:lnTo>
                    <a:pt x="4600" y="1355"/>
                  </a:lnTo>
                  <a:lnTo>
                    <a:pt x="5009" y="1009"/>
                  </a:lnTo>
                  <a:cubicBezTo>
                    <a:pt x="5246" y="773"/>
                    <a:pt x="5545" y="654"/>
                    <a:pt x="5844" y="654"/>
                  </a:cubicBezTo>
                  <a:close/>
                  <a:moveTo>
                    <a:pt x="2080" y="3939"/>
                  </a:moveTo>
                  <a:lnTo>
                    <a:pt x="2080" y="6365"/>
                  </a:lnTo>
                  <a:lnTo>
                    <a:pt x="819" y="5136"/>
                  </a:lnTo>
                  <a:lnTo>
                    <a:pt x="2080" y="3939"/>
                  </a:lnTo>
                  <a:close/>
                  <a:moveTo>
                    <a:pt x="9609" y="3876"/>
                  </a:moveTo>
                  <a:lnTo>
                    <a:pt x="10869" y="5136"/>
                  </a:lnTo>
                  <a:lnTo>
                    <a:pt x="9609" y="6365"/>
                  </a:lnTo>
                  <a:lnTo>
                    <a:pt x="9609" y="3876"/>
                  </a:lnTo>
                  <a:close/>
                  <a:moveTo>
                    <a:pt x="8570" y="2080"/>
                  </a:moveTo>
                  <a:cubicBezTo>
                    <a:pt x="8790" y="2080"/>
                    <a:pt x="8948" y="2238"/>
                    <a:pt x="8948" y="2427"/>
                  </a:cubicBezTo>
                  <a:lnTo>
                    <a:pt x="8948" y="7089"/>
                  </a:lnTo>
                  <a:lnTo>
                    <a:pt x="8286" y="7751"/>
                  </a:lnTo>
                  <a:cubicBezTo>
                    <a:pt x="7593" y="7152"/>
                    <a:pt x="6774" y="6837"/>
                    <a:pt x="5860" y="6837"/>
                  </a:cubicBezTo>
                  <a:cubicBezTo>
                    <a:pt x="4978" y="6837"/>
                    <a:pt x="4127" y="7152"/>
                    <a:pt x="3466" y="7751"/>
                  </a:cubicBezTo>
                  <a:lnTo>
                    <a:pt x="2804" y="7089"/>
                  </a:lnTo>
                  <a:lnTo>
                    <a:pt x="2804" y="2427"/>
                  </a:lnTo>
                  <a:cubicBezTo>
                    <a:pt x="2804" y="2238"/>
                    <a:pt x="2962" y="2080"/>
                    <a:pt x="3119" y="2080"/>
                  </a:cubicBezTo>
                  <a:close/>
                  <a:moveTo>
                    <a:pt x="693" y="5987"/>
                  </a:moveTo>
                  <a:lnTo>
                    <a:pt x="2993" y="8223"/>
                  </a:lnTo>
                  <a:lnTo>
                    <a:pt x="693" y="10492"/>
                  </a:lnTo>
                  <a:lnTo>
                    <a:pt x="693" y="5987"/>
                  </a:lnTo>
                  <a:close/>
                  <a:moveTo>
                    <a:pt x="11027" y="5987"/>
                  </a:moveTo>
                  <a:lnTo>
                    <a:pt x="11027" y="10492"/>
                  </a:lnTo>
                  <a:lnTo>
                    <a:pt x="8727" y="8223"/>
                  </a:lnTo>
                  <a:lnTo>
                    <a:pt x="11027" y="5987"/>
                  </a:lnTo>
                  <a:close/>
                  <a:moveTo>
                    <a:pt x="5829" y="7499"/>
                  </a:moveTo>
                  <a:cubicBezTo>
                    <a:pt x="6616" y="7499"/>
                    <a:pt x="7309" y="7814"/>
                    <a:pt x="7876" y="8381"/>
                  </a:cubicBezTo>
                  <a:lnTo>
                    <a:pt x="10523" y="10964"/>
                  </a:lnTo>
                  <a:lnTo>
                    <a:pt x="1166" y="10964"/>
                  </a:lnTo>
                  <a:lnTo>
                    <a:pt x="3781" y="8381"/>
                  </a:lnTo>
                  <a:cubicBezTo>
                    <a:pt x="4316" y="7814"/>
                    <a:pt x="5041" y="7499"/>
                    <a:pt x="5829" y="7499"/>
                  </a:cubicBezTo>
                  <a:close/>
                  <a:moveTo>
                    <a:pt x="5864" y="1"/>
                  </a:moveTo>
                  <a:cubicBezTo>
                    <a:pt x="5380" y="1"/>
                    <a:pt x="4899" y="190"/>
                    <a:pt x="4537" y="568"/>
                  </a:cubicBezTo>
                  <a:lnTo>
                    <a:pt x="3655" y="1387"/>
                  </a:lnTo>
                  <a:lnTo>
                    <a:pt x="3119" y="1387"/>
                  </a:lnTo>
                  <a:cubicBezTo>
                    <a:pt x="2552" y="1387"/>
                    <a:pt x="2080" y="1859"/>
                    <a:pt x="2080" y="2427"/>
                  </a:cubicBezTo>
                  <a:lnTo>
                    <a:pt x="2080" y="2962"/>
                  </a:lnTo>
                  <a:lnTo>
                    <a:pt x="315" y="4726"/>
                  </a:lnTo>
                  <a:cubicBezTo>
                    <a:pt x="126" y="4915"/>
                    <a:pt x="0" y="5136"/>
                    <a:pt x="0" y="5420"/>
                  </a:cubicBezTo>
                  <a:lnTo>
                    <a:pt x="0" y="10618"/>
                  </a:lnTo>
                  <a:cubicBezTo>
                    <a:pt x="32" y="11216"/>
                    <a:pt x="473" y="11657"/>
                    <a:pt x="1071" y="11657"/>
                  </a:cubicBezTo>
                  <a:lnTo>
                    <a:pt x="10680" y="11657"/>
                  </a:lnTo>
                  <a:cubicBezTo>
                    <a:pt x="11216" y="11657"/>
                    <a:pt x="11720" y="11185"/>
                    <a:pt x="11720" y="10618"/>
                  </a:cubicBezTo>
                  <a:lnTo>
                    <a:pt x="11720" y="5420"/>
                  </a:lnTo>
                  <a:cubicBezTo>
                    <a:pt x="11720" y="5136"/>
                    <a:pt x="11626" y="4915"/>
                    <a:pt x="11405" y="4726"/>
                  </a:cubicBezTo>
                  <a:lnTo>
                    <a:pt x="9641" y="2962"/>
                  </a:lnTo>
                  <a:lnTo>
                    <a:pt x="9641" y="2427"/>
                  </a:lnTo>
                  <a:cubicBezTo>
                    <a:pt x="9641" y="1859"/>
                    <a:pt x="9168" y="1387"/>
                    <a:pt x="8633" y="1387"/>
                  </a:cubicBezTo>
                  <a:lnTo>
                    <a:pt x="8065" y="1387"/>
                  </a:lnTo>
                  <a:lnTo>
                    <a:pt x="7215" y="568"/>
                  </a:lnTo>
                  <a:cubicBezTo>
                    <a:pt x="6837" y="190"/>
                    <a:pt x="6348" y="1"/>
                    <a:pt x="58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818" name="Google Shape;14818;p84"/>
            <p:cNvSpPr/>
            <p:nvPr/>
          </p:nvSpPr>
          <p:spPr>
            <a:xfrm>
              <a:off x="-35733475" y="2340425"/>
              <a:ext cx="51225" cy="68550"/>
            </a:xfrm>
            <a:custGeom>
              <a:avLst/>
              <a:gdLst/>
              <a:ahLst/>
              <a:cxnLst/>
              <a:rect l="l" t="t" r="r" b="b"/>
              <a:pathLst>
                <a:path w="2049" h="2742" extrusionOk="0">
                  <a:moveTo>
                    <a:pt x="1009" y="0"/>
                  </a:moveTo>
                  <a:cubicBezTo>
                    <a:pt x="474" y="0"/>
                    <a:pt x="1" y="473"/>
                    <a:pt x="1" y="1008"/>
                  </a:cubicBezTo>
                  <a:cubicBezTo>
                    <a:pt x="1" y="1260"/>
                    <a:pt x="158" y="1418"/>
                    <a:pt x="316" y="1418"/>
                  </a:cubicBezTo>
                  <a:cubicBezTo>
                    <a:pt x="505" y="1418"/>
                    <a:pt x="663" y="1260"/>
                    <a:pt x="663" y="1040"/>
                  </a:cubicBezTo>
                  <a:cubicBezTo>
                    <a:pt x="663" y="851"/>
                    <a:pt x="820" y="693"/>
                    <a:pt x="1009" y="693"/>
                  </a:cubicBezTo>
                  <a:cubicBezTo>
                    <a:pt x="1198" y="693"/>
                    <a:pt x="1356" y="851"/>
                    <a:pt x="1356" y="1040"/>
                  </a:cubicBezTo>
                  <a:cubicBezTo>
                    <a:pt x="1356" y="1229"/>
                    <a:pt x="1293" y="1323"/>
                    <a:pt x="1135" y="1386"/>
                  </a:cubicBezTo>
                  <a:cubicBezTo>
                    <a:pt x="852" y="1449"/>
                    <a:pt x="663" y="1733"/>
                    <a:pt x="663" y="2016"/>
                  </a:cubicBezTo>
                  <a:lnTo>
                    <a:pt x="663" y="2394"/>
                  </a:lnTo>
                  <a:cubicBezTo>
                    <a:pt x="663" y="2583"/>
                    <a:pt x="820" y="2741"/>
                    <a:pt x="1009" y="2741"/>
                  </a:cubicBezTo>
                  <a:cubicBezTo>
                    <a:pt x="1230" y="2741"/>
                    <a:pt x="1387" y="2583"/>
                    <a:pt x="1387" y="2394"/>
                  </a:cubicBezTo>
                  <a:lnTo>
                    <a:pt x="1387" y="2016"/>
                  </a:lnTo>
                  <a:cubicBezTo>
                    <a:pt x="1765" y="1827"/>
                    <a:pt x="2049" y="1449"/>
                    <a:pt x="2049" y="1008"/>
                  </a:cubicBezTo>
                  <a:cubicBezTo>
                    <a:pt x="2049" y="473"/>
                    <a:pt x="1576"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819" name="Google Shape;14819;p84"/>
            <p:cNvSpPr/>
            <p:nvPr/>
          </p:nvSpPr>
          <p:spPr>
            <a:xfrm>
              <a:off x="-35716925" y="2418400"/>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62"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820" name="Google Shape;14820;p84"/>
          <p:cNvGrpSpPr/>
          <p:nvPr/>
        </p:nvGrpSpPr>
        <p:grpSpPr>
          <a:xfrm>
            <a:off x="850958" y="2220821"/>
            <a:ext cx="356438" cy="354558"/>
            <a:chOff x="-35853975" y="2631825"/>
            <a:chExt cx="293800" cy="292250"/>
          </a:xfrm>
        </p:grpSpPr>
        <p:sp>
          <p:nvSpPr>
            <p:cNvPr id="14821" name="Google Shape;14821;p84"/>
            <p:cNvSpPr/>
            <p:nvPr/>
          </p:nvSpPr>
          <p:spPr>
            <a:xfrm>
              <a:off x="-35813025" y="2701825"/>
              <a:ext cx="201675" cy="171925"/>
            </a:xfrm>
            <a:custGeom>
              <a:avLst/>
              <a:gdLst/>
              <a:ahLst/>
              <a:cxnLst/>
              <a:rect l="l" t="t" r="r" b="b"/>
              <a:pathLst>
                <a:path w="8067" h="6877" extrusionOk="0">
                  <a:moveTo>
                    <a:pt x="1765" y="824"/>
                  </a:moveTo>
                  <a:lnTo>
                    <a:pt x="2868" y="1643"/>
                  </a:lnTo>
                  <a:lnTo>
                    <a:pt x="2238" y="2462"/>
                  </a:lnTo>
                  <a:cubicBezTo>
                    <a:pt x="2112" y="2620"/>
                    <a:pt x="2143" y="2840"/>
                    <a:pt x="2301" y="2935"/>
                  </a:cubicBezTo>
                  <a:lnTo>
                    <a:pt x="5042" y="4983"/>
                  </a:lnTo>
                  <a:cubicBezTo>
                    <a:pt x="5108" y="5035"/>
                    <a:pt x="5179" y="5060"/>
                    <a:pt x="5246" y="5060"/>
                  </a:cubicBezTo>
                  <a:cubicBezTo>
                    <a:pt x="5341" y="5060"/>
                    <a:pt x="5428" y="5011"/>
                    <a:pt x="5483" y="4920"/>
                  </a:cubicBezTo>
                  <a:lnTo>
                    <a:pt x="6113" y="4100"/>
                  </a:lnTo>
                  <a:lnTo>
                    <a:pt x="7247" y="4920"/>
                  </a:lnTo>
                  <a:lnTo>
                    <a:pt x="6554" y="5739"/>
                  </a:lnTo>
                  <a:cubicBezTo>
                    <a:pt x="6348" y="6001"/>
                    <a:pt x="6042" y="6152"/>
                    <a:pt x="5735" y="6152"/>
                  </a:cubicBezTo>
                  <a:cubicBezTo>
                    <a:pt x="5525" y="6152"/>
                    <a:pt x="5315" y="6081"/>
                    <a:pt x="5136" y="5928"/>
                  </a:cubicBezTo>
                  <a:lnTo>
                    <a:pt x="1324" y="3061"/>
                  </a:lnTo>
                  <a:cubicBezTo>
                    <a:pt x="883" y="2714"/>
                    <a:pt x="757" y="2084"/>
                    <a:pt x="1135" y="1643"/>
                  </a:cubicBezTo>
                  <a:lnTo>
                    <a:pt x="1765" y="824"/>
                  </a:lnTo>
                  <a:close/>
                  <a:moveTo>
                    <a:pt x="1647" y="1"/>
                  </a:moveTo>
                  <a:cubicBezTo>
                    <a:pt x="1540" y="1"/>
                    <a:pt x="1435" y="63"/>
                    <a:pt x="1356" y="162"/>
                  </a:cubicBezTo>
                  <a:lnTo>
                    <a:pt x="537" y="1265"/>
                  </a:lnTo>
                  <a:cubicBezTo>
                    <a:pt x="1" y="1990"/>
                    <a:pt x="95" y="3061"/>
                    <a:pt x="883" y="3659"/>
                  </a:cubicBezTo>
                  <a:lnTo>
                    <a:pt x="4727" y="6526"/>
                  </a:lnTo>
                  <a:cubicBezTo>
                    <a:pt x="5026" y="6760"/>
                    <a:pt x="5384" y="6876"/>
                    <a:pt x="5744" y="6876"/>
                  </a:cubicBezTo>
                  <a:cubicBezTo>
                    <a:pt x="6255" y="6876"/>
                    <a:pt x="6770" y="6642"/>
                    <a:pt x="7121" y="6180"/>
                  </a:cubicBezTo>
                  <a:lnTo>
                    <a:pt x="7940" y="5077"/>
                  </a:lnTo>
                  <a:cubicBezTo>
                    <a:pt x="8066" y="4888"/>
                    <a:pt x="8003" y="4668"/>
                    <a:pt x="7846" y="4573"/>
                  </a:cubicBezTo>
                  <a:lnTo>
                    <a:pt x="6207" y="3344"/>
                  </a:lnTo>
                  <a:cubicBezTo>
                    <a:pt x="6142" y="3292"/>
                    <a:pt x="6070" y="3267"/>
                    <a:pt x="6001" y="3267"/>
                  </a:cubicBezTo>
                  <a:cubicBezTo>
                    <a:pt x="5903" y="3267"/>
                    <a:pt x="5808" y="3316"/>
                    <a:pt x="5735" y="3407"/>
                  </a:cubicBezTo>
                  <a:lnTo>
                    <a:pt x="5105" y="4258"/>
                  </a:lnTo>
                  <a:lnTo>
                    <a:pt x="2931" y="2588"/>
                  </a:lnTo>
                  <a:lnTo>
                    <a:pt x="3561" y="1769"/>
                  </a:lnTo>
                  <a:cubicBezTo>
                    <a:pt x="3687" y="1612"/>
                    <a:pt x="3656" y="1423"/>
                    <a:pt x="3498" y="1297"/>
                  </a:cubicBezTo>
                  <a:lnTo>
                    <a:pt x="1828" y="68"/>
                  </a:lnTo>
                  <a:cubicBezTo>
                    <a:pt x="1770" y="22"/>
                    <a:pt x="1708" y="1"/>
                    <a:pt x="16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822" name="Google Shape;14822;p84"/>
            <p:cNvSpPr/>
            <p:nvPr/>
          </p:nvSpPr>
          <p:spPr>
            <a:xfrm>
              <a:off x="-35853975" y="2631825"/>
              <a:ext cx="293800" cy="292250"/>
            </a:xfrm>
            <a:custGeom>
              <a:avLst/>
              <a:gdLst/>
              <a:ahLst/>
              <a:cxnLst/>
              <a:rect l="l" t="t" r="r" b="b"/>
              <a:pathLst>
                <a:path w="11752" h="11690" extrusionOk="0">
                  <a:moveTo>
                    <a:pt x="5861" y="662"/>
                  </a:moveTo>
                  <a:cubicBezTo>
                    <a:pt x="8696" y="662"/>
                    <a:pt x="11027" y="2994"/>
                    <a:pt x="11027" y="5829"/>
                  </a:cubicBezTo>
                  <a:cubicBezTo>
                    <a:pt x="11027" y="6806"/>
                    <a:pt x="10744" y="7751"/>
                    <a:pt x="10240" y="8539"/>
                  </a:cubicBezTo>
                  <a:cubicBezTo>
                    <a:pt x="10177" y="8665"/>
                    <a:pt x="10114" y="8791"/>
                    <a:pt x="10177" y="8854"/>
                  </a:cubicBezTo>
                  <a:lnTo>
                    <a:pt x="10807" y="10776"/>
                  </a:lnTo>
                  <a:lnTo>
                    <a:pt x="8854" y="10145"/>
                  </a:lnTo>
                  <a:cubicBezTo>
                    <a:pt x="8837" y="10137"/>
                    <a:pt x="8815" y="10133"/>
                    <a:pt x="8792" y="10133"/>
                  </a:cubicBezTo>
                  <a:cubicBezTo>
                    <a:pt x="8728" y="10133"/>
                    <a:pt x="8648" y="10162"/>
                    <a:pt x="8602" y="10208"/>
                  </a:cubicBezTo>
                  <a:cubicBezTo>
                    <a:pt x="7751" y="10713"/>
                    <a:pt x="6806" y="10996"/>
                    <a:pt x="5861" y="10996"/>
                  </a:cubicBezTo>
                  <a:cubicBezTo>
                    <a:pt x="3025" y="10996"/>
                    <a:pt x="725" y="8665"/>
                    <a:pt x="725" y="5829"/>
                  </a:cubicBezTo>
                  <a:cubicBezTo>
                    <a:pt x="725" y="2994"/>
                    <a:pt x="3025" y="662"/>
                    <a:pt x="5861" y="662"/>
                  </a:cubicBezTo>
                  <a:close/>
                  <a:moveTo>
                    <a:pt x="5829" y="1"/>
                  </a:moveTo>
                  <a:cubicBezTo>
                    <a:pt x="2616" y="1"/>
                    <a:pt x="1" y="2647"/>
                    <a:pt x="1" y="5829"/>
                  </a:cubicBezTo>
                  <a:cubicBezTo>
                    <a:pt x="1" y="7373"/>
                    <a:pt x="599" y="8854"/>
                    <a:pt x="1733" y="9956"/>
                  </a:cubicBezTo>
                  <a:cubicBezTo>
                    <a:pt x="2836" y="11059"/>
                    <a:pt x="4285" y="11689"/>
                    <a:pt x="5861" y="11689"/>
                  </a:cubicBezTo>
                  <a:cubicBezTo>
                    <a:pt x="6900" y="11689"/>
                    <a:pt x="7908" y="11406"/>
                    <a:pt x="8822" y="10870"/>
                  </a:cubicBezTo>
                  <a:lnTo>
                    <a:pt x="11279" y="11658"/>
                  </a:lnTo>
                  <a:cubicBezTo>
                    <a:pt x="11303" y="11666"/>
                    <a:pt x="11331" y="11669"/>
                    <a:pt x="11360" y="11669"/>
                  </a:cubicBezTo>
                  <a:cubicBezTo>
                    <a:pt x="11449" y="11669"/>
                    <a:pt x="11555" y="11634"/>
                    <a:pt x="11626" y="11563"/>
                  </a:cubicBezTo>
                  <a:cubicBezTo>
                    <a:pt x="11689" y="11500"/>
                    <a:pt x="11752" y="11343"/>
                    <a:pt x="11689" y="11217"/>
                  </a:cubicBezTo>
                  <a:lnTo>
                    <a:pt x="10901" y="8791"/>
                  </a:lnTo>
                  <a:cubicBezTo>
                    <a:pt x="11469" y="7877"/>
                    <a:pt x="11752" y="6837"/>
                    <a:pt x="11752" y="5829"/>
                  </a:cubicBezTo>
                  <a:cubicBezTo>
                    <a:pt x="11689" y="2647"/>
                    <a:pt x="9074"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823" name="Google Shape;14823;p84"/>
            <p:cNvSpPr/>
            <p:nvPr/>
          </p:nvSpPr>
          <p:spPr>
            <a:xfrm>
              <a:off x="-35715350" y="2735025"/>
              <a:ext cx="49650" cy="40675"/>
            </a:xfrm>
            <a:custGeom>
              <a:avLst/>
              <a:gdLst/>
              <a:ahLst/>
              <a:cxnLst/>
              <a:rect l="l" t="t" r="r" b="b"/>
              <a:pathLst>
                <a:path w="1986" h="1627" extrusionOk="0">
                  <a:moveTo>
                    <a:pt x="410" y="0"/>
                  </a:moveTo>
                  <a:cubicBezTo>
                    <a:pt x="221" y="0"/>
                    <a:pt x="64" y="126"/>
                    <a:pt x="64" y="315"/>
                  </a:cubicBezTo>
                  <a:cubicBezTo>
                    <a:pt x="1" y="504"/>
                    <a:pt x="158" y="662"/>
                    <a:pt x="379" y="662"/>
                  </a:cubicBezTo>
                  <a:cubicBezTo>
                    <a:pt x="788" y="725"/>
                    <a:pt x="1166" y="977"/>
                    <a:pt x="1261" y="1386"/>
                  </a:cubicBezTo>
                  <a:cubicBezTo>
                    <a:pt x="1311" y="1536"/>
                    <a:pt x="1439" y="1626"/>
                    <a:pt x="1585" y="1626"/>
                  </a:cubicBezTo>
                  <a:cubicBezTo>
                    <a:pt x="1623" y="1626"/>
                    <a:pt x="1662" y="1620"/>
                    <a:pt x="1702" y="1607"/>
                  </a:cubicBezTo>
                  <a:cubicBezTo>
                    <a:pt x="1891" y="1575"/>
                    <a:pt x="1985" y="1386"/>
                    <a:pt x="1954" y="1197"/>
                  </a:cubicBezTo>
                  <a:cubicBezTo>
                    <a:pt x="1733" y="504"/>
                    <a:pt x="1103" y="32"/>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824" name="Google Shape;14824;p84"/>
            <p:cNvSpPr/>
            <p:nvPr/>
          </p:nvSpPr>
          <p:spPr>
            <a:xfrm>
              <a:off x="-35705900" y="2667275"/>
              <a:ext cx="107925" cy="101750"/>
            </a:xfrm>
            <a:custGeom>
              <a:avLst/>
              <a:gdLst/>
              <a:ahLst/>
              <a:cxnLst/>
              <a:rect l="l" t="t" r="r" b="b"/>
              <a:pathLst>
                <a:path w="4317" h="4070" extrusionOk="0">
                  <a:moveTo>
                    <a:pt x="347" y="1"/>
                  </a:moveTo>
                  <a:cubicBezTo>
                    <a:pt x="158" y="1"/>
                    <a:pt x="1" y="127"/>
                    <a:pt x="1" y="316"/>
                  </a:cubicBezTo>
                  <a:cubicBezTo>
                    <a:pt x="1" y="505"/>
                    <a:pt x="95" y="662"/>
                    <a:pt x="316" y="662"/>
                  </a:cubicBezTo>
                  <a:cubicBezTo>
                    <a:pt x="2048" y="820"/>
                    <a:pt x="3372" y="2111"/>
                    <a:pt x="3655" y="3781"/>
                  </a:cubicBezTo>
                  <a:cubicBezTo>
                    <a:pt x="3683" y="3951"/>
                    <a:pt x="3813" y="4070"/>
                    <a:pt x="3976" y="4070"/>
                  </a:cubicBezTo>
                  <a:cubicBezTo>
                    <a:pt x="3995" y="4070"/>
                    <a:pt x="4014" y="4068"/>
                    <a:pt x="4033" y="4065"/>
                  </a:cubicBezTo>
                  <a:cubicBezTo>
                    <a:pt x="4191" y="4065"/>
                    <a:pt x="4317" y="3844"/>
                    <a:pt x="4317" y="3687"/>
                  </a:cubicBezTo>
                  <a:cubicBezTo>
                    <a:pt x="4002" y="1733"/>
                    <a:pt x="2364" y="190"/>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825" name="Google Shape;14825;p84"/>
            <p:cNvSpPr/>
            <p:nvPr/>
          </p:nvSpPr>
          <p:spPr>
            <a:xfrm>
              <a:off x="-35709825" y="2700350"/>
              <a:ext cx="77200" cy="68700"/>
            </a:xfrm>
            <a:custGeom>
              <a:avLst/>
              <a:gdLst/>
              <a:ahLst/>
              <a:cxnLst/>
              <a:rect l="l" t="t" r="r" b="b"/>
              <a:pathLst>
                <a:path w="3088" h="2748" extrusionOk="0">
                  <a:moveTo>
                    <a:pt x="347" y="1"/>
                  </a:moveTo>
                  <a:cubicBezTo>
                    <a:pt x="158" y="1"/>
                    <a:pt x="0" y="127"/>
                    <a:pt x="0" y="316"/>
                  </a:cubicBezTo>
                  <a:cubicBezTo>
                    <a:pt x="0" y="536"/>
                    <a:pt x="95" y="694"/>
                    <a:pt x="315" y="725"/>
                  </a:cubicBezTo>
                  <a:cubicBezTo>
                    <a:pt x="1323" y="788"/>
                    <a:pt x="2142" y="1545"/>
                    <a:pt x="2394" y="2490"/>
                  </a:cubicBezTo>
                  <a:cubicBezTo>
                    <a:pt x="2422" y="2655"/>
                    <a:pt x="2570" y="2748"/>
                    <a:pt x="2753" y="2748"/>
                  </a:cubicBezTo>
                  <a:cubicBezTo>
                    <a:pt x="2780" y="2748"/>
                    <a:pt x="2808" y="2746"/>
                    <a:pt x="2836" y="2742"/>
                  </a:cubicBezTo>
                  <a:cubicBezTo>
                    <a:pt x="3025" y="2679"/>
                    <a:pt x="3088" y="2490"/>
                    <a:pt x="3056" y="2301"/>
                  </a:cubicBezTo>
                  <a:cubicBezTo>
                    <a:pt x="2741" y="1072"/>
                    <a:pt x="1670" y="127"/>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826" name="Google Shape;14826;p84"/>
          <p:cNvGrpSpPr/>
          <p:nvPr/>
        </p:nvGrpSpPr>
        <p:grpSpPr>
          <a:xfrm>
            <a:off x="3089562" y="1307714"/>
            <a:ext cx="353587" cy="353587"/>
            <a:chOff x="-34032200" y="1916675"/>
            <a:chExt cx="291450" cy="291450"/>
          </a:xfrm>
        </p:grpSpPr>
        <p:sp>
          <p:nvSpPr>
            <p:cNvPr id="14827" name="Google Shape;14827;p84"/>
            <p:cNvSpPr/>
            <p:nvPr/>
          </p:nvSpPr>
          <p:spPr>
            <a:xfrm>
              <a:off x="-34032200" y="1916675"/>
              <a:ext cx="291450" cy="291450"/>
            </a:xfrm>
            <a:custGeom>
              <a:avLst/>
              <a:gdLst/>
              <a:ahLst/>
              <a:cxnLst/>
              <a:rect l="l" t="t" r="r" b="b"/>
              <a:pathLst>
                <a:path w="11658" h="11658" extrusionOk="0">
                  <a:moveTo>
                    <a:pt x="6459" y="694"/>
                  </a:moveTo>
                  <a:cubicBezTo>
                    <a:pt x="6648" y="694"/>
                    <a:pt x="6806" y="851"/>
                    <a:pt x="6806" y="1040"/>
                  </a:cubicBezTo>
                  <a:lnTo>
                    <a:pt x="6806" y="1387"/>
                  </a:lnTo>
                  <a:lnTo>
                    <a:pt x="662" y="1387"/>
                  </a:lnTo>
                  <a:lnTo>
                    <a:pt x="662" y="1040"/>
                  </a:lnTo>
                  <a:cubicBezTo>
                    <a:pt x="662" y="851"/>
                    <a:pt x="820" y="694"/>
                    <a:pt x="977" y="694"/>
                  </a:cubicBezTo>
                  <a:close/>
                  <a:moveTo>
                    <a:pt x="10303" y="4096"/>
                  </a:moveTo>
                  <a:lnTo>
                    <a:pt x="8192" y="5419"/>
                  </a:lnTo>
                  <a:lnTo>
                    <a:pt x="6207" y="4096"/>
                  </a:lnTo>
                  <a:close/>
                  <a:moveTo>
                    <a:pt x="5420" y="4411"/>
                  </a:moveTo>
                  <a:lnTo>
                    <a:pt x="7971" y="6112"/>
                  </a:lnTo>
                  <a:cubicBezTo>
                    <a:pt x="8034" y="6144"/>
                    <a:pt x="8097" y="6144"/>
                    <a:pt x="8192" y="6144"/>
                  </a:cubicBezTo>
                  <a:cubicBezTo>
                    <a:pt x="8255" y="6144"/>
                    <a:pt x="8286" y="6144"/>
                    <a:pt x="8381" y="6112"/>
                  </a:cubicBezTo>
                  <a:lnTo>
                    <a:pt x="10933" y="4537"/>
                  </a:lnTo>
                  <a:lnTo>
                    <a:pt x="10933" y="7184"/>
                  </a:lnTo>
                  <a:cubicBezTo>
                    <a:pt x="10933" y="7373"/>
                    <a:pt x="10775" y="7530"/>
                    <a:pt x="10618" y="7530"/>
                  </a:cubicBezTo>
                  <a:lnTo>
                    <a:pt x="5766" y="7530"/>
                  </a:lnTo>
                  <a:cubicBezTo>
                    <a:pt x="5577" y="7530"/>
                    <a:pt x="5420" y="7373"/>
                    <a:pt x="5420" y="7184"/>
                  </a:cubicBezTo>
                  <a:lnTo>
                    <a:pt x="5420" y="4443"/>
                  </a:lnTo>
                  <a:lnTo>
                    <a:pt x="5420" y="4411"/>
                  </a:lnTo>
                  <a:close/>
                  <a:moveTo>
                    <a:pt x="6806" y="2048"/>
                  </a:moveTo>
                  <a:lnTo>
                    <a:pt x="6806" y="3435"/>
                  </a:lnTo>
                  <a:lnTo>
                    <a:pt x="5766" y="3435"/>
                  </a:lnTo>
                  <a:cubicBezTo>
                    <a:pt x="5231" y="3435"/>
                    <a:pt x="4758" y="3907"/>
                    <a:pt x="4758" y="4443"/>
                  </a:cubicBezTo>
                  <a:lnTo>
                    <a:pt x="4758" y="7184"/>
                  </a:lnTo>
                  <a:cubicBezTo>
                    <a:pt x="4758" y="7719"/>
                    <a:pt x="5231" y="8192"/>
                    <a:pt x="5766" y="8192"/>
                  </a:cubicBezTo>
                  <a:lnTo>
                    <a:pt x="6806" y="8192"/>
                  </a:lnTo>
                  <a:lnTo>
                    <a:pt x="6806" y="8916"/>
                  </a:lnTo>
                  <a:lnTo>
                    <a:pt x="662" y="8916"/>
                  </a:lnTo>
                  <a:lnTo>
                    <a:pt x="662" y="2048"/>
                  </a:lnTo>
                  <a:close/>
                  <a:moveTo>
                    <a:pt x="6774" y="9578"/>
                  </a:moveTo>
                  <a:lnTo>
                    <a:pt x="6774" y="10649"/>
                  </a:lnTo>
                  <a:cubicBezTo>
                    <a:pt x="6806" y="10838"/>
                    <a:pt x="6648" y="10996"/>
                    <a:pt x="6459" y="10996"/>
                  </a:cubicBezTo>
                  <a:lnTo>
                    <a:pt x="977" y="10996"/>
                  </a:lnTo>
                  <a:cubicBezTo>
                    <a:pt x="788" y="10996"/>
                    <a:pt x="631" y="10838"/>
                    <a:pt x="631" y="10649"/>
                  </a:cubicBezTo>
                  <a:lnTo>
                    <a:pt x="631" y="9578"/>
                  </a:lnTo>
                  <a:close/>
                  <a:moveTo>
                    <a:pt x="1009" y="1"/>
                  </a:moveTo>
                  <a:cubicBezTo>
                    <a:pt x="473" y="1"/>
                    <a:pt x="1" y="473"/>
                    <a:pt x="1" y="1040"/>
                  </a:cubicBezTo>
                  <a:lnTo>
                    <a:pt x="1" y="10649"/>
                  </a:lnTo>
                  <a:cubicBezTo>
                    <a:pt x="1" y="11185"/>
                    <a:pt x="473" y="11657"/>
                    <a:pt x="1009" y="11657"/>
                  </a:cubicBezTo>
                  <a:lnTo>
                    <a:pt x="6491" y="11657"/>
                  </a:lnTo>
                  <a:cubicBezTo>
                    <a:pt x="7026" y="11657"/>
                    <a:pt x="7499" y="11185"/>
                    <a:pt x="7499" y="10649"/>
                  </a:cubicBezTo>
                  <a:lnTo>
                    <a:pt x="7499" y="8255"/>
                  </a:lnTo>
                  <a:lnTo>
                    <a:pt x="10618" y="8255"/>
                  </a:lnTo>
                  <a:cubicBezTo>
                    <a:pt x="11185" y="8255"/>
                    <a:pt x="11658" y="7782"/>
                    <a:pt x="11658" y="7215"/>
                  </a:cubicBezTo>
                  <a:lnTo>
                    <a:pt x="11658" y="4506"/>
                  </a:lnTo>
                  <a:cubicBezTo>
                    <a:pt x="11658" y="3907"/>
                    <a:pt x="11185" y="3435"/>
                    <a:pt x="10618" y="3435"/>
                  </a:cubicBezTo>
                  <a:lnTo>
                    <a:pt x="7499" y="3435"/>
                  </a:lnTo>
                  <a:lnTo>
                    <a:pt x="7499" y="1040"/>
                  </a:lnTo>
                  <a:cubicBezTo>
                    <a:pt x="7499" y="473"/>
                    <a:pt x="7026" y="1"/>
                    <a:pt x="64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828" name="Google Shape;14828;p84"/>
            <p:cNvSpPr/>
            <p:nvPr/>
          </p:nvSpPr>
          <p:spPr>
            <a:xfrm>
              <a:off x="-33999125" y="2019075"/>
              <a:ext cx="69350" cy="18125"/>
            </a:xfrm>
            <a:custGeom>
              <a:avLst/>
              <a:gdLst/>
              <a:ahLst/>
              <a:cxnLst/>
              <a:rect l="l" t="t" r="r" b="b"/>
              <a:pathLst>
                <a:path w="2774" h="725" extrusionOk="0">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616" y="0"/>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829" name="Google Shape;14829;p84"/>
            <p:cNvSpPr/>
            <p:nvPr/>
          </p:nvSpPr>
          <p:spPr>
            <a:xfrm>
              <a:off x="-33999900" y="2053725"/>
              <a:ext cx="52000" cy="18125"/>
            </a:xfrm>
            <a:custGeom>
              <a:avLst/>
              <a:gdLst/>
              <a:ahLst/>
              <a:cxnLst/>
              <a:rect l="l" t="t" r="r" b="b"/>
              <a:pathLst>
                <a:path w="2080" h="725" extrusionOk="0">
                  <a:moveTo>
                    <a:pt x="347" y="0"/>
                  </a:moveTo>
                  <a:cubicBezTo>
                    <a:pt x="158" y="0"/>
                    <a:pt x="0" y="158"/>
                    <a:pt x="0" y="347"/>
                  </a:cubicBezTo>
                  <a:cubicBezTo>
                    <a:pt x="0" y="567"/>
                    <a:pt x="158" y="725"/>
                    <a:pt x="347" y="725"/>
                  </a:cubicBezTo>
                  <a:lnTo>
                    <a:pt x="1733" y="725"/>
                  </a:lnTo>
                  <a:cubicBezTo>
                    <a:pt x="1922" y="725"/>
                    <a:pt x="2080" y="567"/>
                    <a:pt x="2080" y="347"/>
                  </a:cubicBezTo>
                  <a:cubicBezTo>
                    <a:pt x="2080" y="158"/>
                    <a:pt x="1922"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830" name="Google Shape;14830;p84"/>
            <p:cNvSpPr/>
            <p:nvPr/>
          </p:nvSpPr>
          <p:spPr>
            <a:xfrm>
              <a:off x="-33999125" y="2088375"/>
              <a:ext cx="34675" cy="17350"/>
            </a:xfrm>
            <a:custGeom>
              <a:avLst/>
              <a:gdLst/>
              <a:ahLst/>
              <a:cxnLst/>
              <a:rect l="l" t="t" r="r" b="b"/>
              <a:pathLst>
                <a:path w="1387" h="694" extrusionOk="0">
                  <a:moveTo>
                    <a:pt x="347" y="1"/>
                  </a:moveTo>
                  <a:cubicBezTo>
                    <a:pt x="158" y="1"/>
                    <a:pt x="1" y="158"/>
                    <a:pt x="1" y="347"/>
                  </a:cubicBezTo>
                  <a:cubicBezTo>
                    <a:pt x="1" y="536"/>
                    <a:pt x="158" y="694"/>
                    <a:pt x="347" y="694"/>
                  </a:cubicBezTo>
                  <a:lnTo>
                    <a:pt x="1041" y="694"/>
                  </a:lnTo>
                  <a:cubicBezTo>
                    <a:pt x="1230" y="694"/>
                    <a:pt x="1387" y="536"/>
                    <a:pt x="1387" y="347"/>
                  </a:cubicBezTo>
                  <a:cubicBezTo>
                    <a:pt x="1387" y="158"/>
                    <a:pt x="1230" y="1"/>
                    <a:pt x="10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4831" name="Google Shape;14831;p84"/>
          <p:cNvSpPr/>
          <p:nvPr/>
        </p:nvSpPr>
        <p:spPr>
          <a:xfrm>
            <a:off x="3086014" y="1764916"/>
            <a:ext cx="354527" cy="356620"/>
          </a:xfrm>
          <a:custGeom>
            <a:avLst/>
            <a:gdLst/>
            <a:ahLst/>
            <a:cxnLst/>
            <a:rect l="l" t="t" r="r" b="b"/>
            <a:pathLst>
              <a:path w="11689" h="11758" extrusionOk="0">
                <a:moveTo>
                  <a:pt x="8538" y="2747"/>
                </a:moveTo>
                <a:cubicBezTo>
                  <a:pt x="8727" y="2747"/>
                  <a:pt x="8853" y="2905"/>
                  <a:pt x="8853" y="3094"/>
                </a:cubicBezTo>
                <a:cubicBezTo>
                  <a:pt x="8885" y="3251"/>
                  <a:pt x="8727" y="3409"/>
                  <a:pt x="8538" y="3409"/>
                </a:cubicBezTo>
                <a:cubicBezTo>
                  <a:pt x="8444" y="3409"/>
                  <a:pt x="8381" y="3377"/>
                  <a:pt x="8286" y="3346"/>
                </a:cubicBezTo>
                <a:lnTo>
                  <a:pt x="8538" y="2747"/>
                </a:lnTo>
                <a:close/>
                <a:moveTo>
                  <a:pt x="3277" y="1581"/>
                </a:moveTo>
                <a:cubicBezTo>
                  <a:pt x="3844" y="1581"/>
                  <a:pt x="4316" y="2023"/>
                  <a:pt x="4316" y="2590"/>
                </a:cubicBezTo>
                <a:cubicBezTo>
                  <a:pt x="4316" y="3157"/>
                  <a:pt x="3844" y="3598"/>
                  <a:pt x="3277" y="3598"/>
                </a:cubicBezTo>
                <a:cubicBezTo>
                  <a:pt x="2741" y="3598"/>
                  <a:pt x="2269" y="3157"/>
                  <a:pt x="2269" y="2590"/>
                </a:cubicBezTo>
                <a:cubicBezTo>
                  <a:pt x="2269" y="1991"/>
                  <a:pt x="2741" y="1581"/>
                  <a:pt x="3277" y="1581"/>
                </a:cubicBezTo>
                <a:close/>
                <a:moveTo>
                  <a:pt x="9231" y="5457"/>
                </a:moveTo>
                <a:cubicBezTo>
                  <a:pt x="9672" y="5457"/>
                  <a:pt x="10050" y="5740"/>
                  <a:pt x="10208" y="6150"/>
                </a:cubicBezTo>
                <a:lnTo>
                  <a:pt x="8286" y="6150"/>
                </a:lnTo>
                <a:cubicBezTo>
                  <a:pt x="8412" y="5772"/>
                  <a:pt x="8759" y="5457"/>
                  <a:pt x="9231" y="5457"/>
                </a:cubicBezTo>
                <a:close/>
                <a:moveTo>
                  <a:pt x="10932" y="6843"/>
                </a:moveTo>
                <a:lnTo>
                  <a:pt x="10932" y="7504"/>
                </a:lnTo>
                <a:lnTo>
                  <a:pt x="5262" y="7504"/>
                </a:lnTo>
                <a:lnTo>
                  <a:pt x="5262" y="6843"/>
                </a:lnTo>
                <a:close/>
                <a:moveTo>
                  <a:pt x="3403" y="4291"/>
                </a:moveTo>
                <a:cubicBezTo>
                  <a:pt x="4064" y="4322"/>
                  <a:pt x="4631" y="4921"/>
                  <a:pt x="4631" y="5583"/>
                </a:cubicBezTo>
                <a:lnTo>
                  <a:pt x="4631" y="7725"/>
                </a:lnTo>
                <a:cubicBezTo>
                  <a:pt x="4348" y="7567"/>
                  <a:pt x="4033" y="7441"/>
                  <a:pt x="3686" y="7441"/>
                </a:cubicBezTo>
                <a:lnTo>
                  <a:pt x="3340" y="7441"/>
                </a:lnTo>
                <a:lnTo>
                  <a:pt x="3340" y="6402"/>
                </a:lnTo>
                <a:cubicBezTo>
                  <a:pt x="3340" y="6213"/>
                  <a:pt x="3182" y="6055"/>
                  <a:pt x="2962" y="6055"/>
                </a:cubicBezTo>
                <a:cubicBezTo>
                  <a:pt x="2773" y="6055"/>
                  <a:pt x="2615" y="6213"/>
                  <a:pt x="2615" y="6402"/>
                </a:cubicBezTo>
                <a:lnTo>
                  <a:pt x="2615" y="7788"/>
                </a:lnTo>
                <a:cubicBezTo>
                  <a:pt x="2615" y="7977"/>
                  <a:pt x="2773" y="8134"/>
                  <a:pt x="2962" y="8134"/>
                </a:cubicBezTo>
                <a:lnTo>
                  <a:pt x="3655" y="8134"/>
                </a:lnTo>
                <a:cubicBezTo>
                  <a:pt x="4064" y="8134"/>
                  <a:pt x="4474" y="8418"/>
                  <a:pt x="4600" y="8828"/>
                </a:cubicBezTo>
                <a:lnTo>
                  <a:pt x="1985" y="8828"/>
                </a:lnTo>
                <a:lnTo>
                  <a:pt x="1985" y="5583"/>
                </a:lnTo>
                <a:lnTo>
                  <a:pt x="2080" y="5583"/>
                </a:lnTo>
                <a:cubicBezTo>
                  <a:pt x="2080" y="5236"/>
                  <a:pt x="2237" y="4858"/>
                  <a:pt x="2458" y="4637"/>
                </a:cubicBezTo>
                <a:cubicBezTo>
                  <a:pt x="2741" y="4385"/>
                  <a:pt x="3056" y="4291"/>
                  <a:pt x="3403" y="4291"/>
                </a:cubicBezTo>
                <a:close/>
                <a:moveTo>
                  <a:pt x="1040" y="4795"/>
                </a:moveTo>
                <a:cubicBezTo>
                  <a:pt x="1229" y="4795"/>
                  <a:pt x="1418" y="4952"/>
                  <a:pt x="1418" y="5141"/>
                </a:cubicBezTo>
                <a:lnTo>
                  <a:pt x="1418" y="9174"/>
                </a:lnTo>
                <a:lnTo>
                  <a:pt x="1418" y="9300"/>
                </a:lnTo>
                <a:cubicBezTo>
                  <a:pt x="1449" y="9458"/>
                  <a:pt x="1575" y="9521"/>
                  <a:pt x="1733" y="9521"/>
                </a:cubicBezTo>
                <a:lnTo>
                  <a:pt x="5860" y="9521"/>
                </a:lnTo>
                <a:cubicBezTo>
                  <a:pt x="6049" y="9521"/>
                  <a:pt x="6175" y="9678"/>
                  <a:pt x="6175" y="9836"/>
                </a:cubicBezTo>
                <a:lnTo>
                  <a:pt x="6175" y="10938"/>
                </a:lnTo>
                <a:lnTo>
                  <a:pt x="693" y="10938"/>
                </a:lnTo>
                <a:lnTo>
                  <a:pt x="693" y="5141"/>
                </a:lnTo>
                <a:cubicBezTo>
                  <a:pt x="693" y="4952"/>
                  <a:pt x="851" y="4795"/>
                  <a:pt x="1040" y="4795"/>
                </a:cubicBezTo>
                <a:close/>
                <a:moveTo>
                  <a:pt x="7656" y="8197"/>
                </a:moveTo>
                <a:cubicBezTo>
                  <a:pt x="7971" y="8260"/>
                  <a:pt x="8254" y="8576"/>
                  <a:pt x="8254" y="8922"/>
                </a:cubicBezTo>
                <a:lnTo>
                  <a:pt x="8254" y="10938"/>
                </a:lnTo>
                <a:lnTo>
                  <a:pt x="6868" y="10938"/>
                </a:lnTo>
                <a:lnTo>
                  <a:pt x="6868" y="9836"/>
                </a:lnTo>
                <a:cubicBezTo>
                  <a:pt x="6868" y="9269"/>
                  <a:pt x="6396" y="8796"/>
                  <a:pt x="5860" y="8796"/>
                </a:cubicBezTo>
                <a:lnTo>
                  <a:pt x="5388" y="8796"/>
                </a:lnTo>
                <a:cubicBezTo>
                  <a:pt x="5356" y="8576"/>
                  <a:pt x="5230" y="8386"/>
                  <a:pt x="5104" y="8197"/>
                </a:cubicBezTo>
                <a:close/>
                <a:moveTo>
                  <a:pt x="9185" y="1"/>
                </a:moveTo>
                <a:cubicBezTo>
                  <a:pt x="9049" y="1"/>
                  <a:pt x="8908" y="88"/>
                  <a:pt x="8885" y="227"/>
                </a:cubicBezTo>
                <a:lnTo>
                  <a:pt x="6837" y="5078"/>
                </a:lnTo>
                <a:cubicBezTo>
                  <a:pt x="6774" y="5236"/>
                  <a:pt x="6837" y="5457"/>
                  <a:pt x="7026" y="5520"/>
                </a:cubicBezTo>
                <a:cubicBezTo>
                  <a:pt x="7089" y="5520"/>
                  <a:pt x="7120" y="5551"/>
                  <a:pt x="7152" y="5551"/>
                </a:cubicBezTo>
                <a:cubicBezTo>
                  <a:pt x="7278" y="5551"/>
                  <a:pt x="7435" y="5457"/>
                  <a:pt x="7467" y="5362"/>
                </a:cubicBezTo>
                <a:lnTo>
                  <a:pt x="8034" y="4039"/>
                </a:lnTo>
                <a:cubicBezTo>
                  <a:pt x="8191" y="4133"/>
                  <a:pt x="8349" y="4165"/>
                  <a:pt x="8538" y="4165"/>
                </a:cubicBezTo>
                <a:cubicBezTo>
                  <a:pt x="8664" y="4165"/>
                  <a:pt x="8759" y="4133"/>
                  <a:pt x="8885" y="4133"/>
                </a:cubicBezTo>
                <a:lnTo>
                  <a:pt x="8885" y="4921"/>
                </a:lnTo>
                <a:cubicBezTo>
                  <a:pt x="8223" y="5047"/>
                  <a:pt x="7719" y="5583"/>
                  <a:pt x="7561" y="6244"/>
                </a:cubicBezTo>
                <a:lnTo>
                  <a:pt x="5293" y="6244"/>
                </a:lnTo>
                <a:lnTo>
                  <a:pt x="5293" y="5709"/>
                </a:lnTo>
                <a:cubicBezTo>
                  <a:pt x="5293" y="4984"/>
                  <a:pt x="4915" y="4354"/>
                  <a:pt x="4348" y="4007"/>
                </a:cubicBezTo>
                <a:cubicBezTo>
                  <a:pt x="4757" y="3692"/>
                  <a:pt x="4978" y="3220"/>
                  <a:pt x="4978" y="2653"/>
                </a:cubicBezTo>
                <a:cubicBezTo>
                  <a:pt x="4978" y="1707"/>
                  <a:pt x="4253" y="983"/>
                  <a:pt x="3308" y="983"/>
                </a:cubicBezTo>
                <a:cubicBezTo>
                  <a:pt x="2363" y="983"/>
                  <a:pt x="1607" y="1707"/>
                  <a:pt x="1607" y="2653"/>
                </a:cubicBezTo>
                <a:cubicBezTo>
                  <a:pt x="1607" y="3220"/>
                  <a:pt x="1890" y="3724"/>
                  <a:pt x="2269" y="4039"/>
                </a:cubicBezTo>
                <a:cubicBezTo>
                  <a:pt x="2143" y="4133"/>
                  <a:pt x="2080" y="4196"/>
                  <a:pt x="1985" y="4291"/>
                </a:cubicBezTo>
                <a:cubicBezTo>
                  <a:pt x="1922" y="4354"/>
                  <a:pt x="1827" y="4448"/>
                  <a:pt x="1764" y="4543"/>
                </a:cubicBezTo>
                <a:cubicBezTo>
                  <a:pt x="1575" y="4354"/>
                  <a:pt x="1323" y="4228"/>
                  <a:pt x="1008" y="4228"/>
                </a:cubicBezTo>
                <a:cubicBezTo>
                  <a:pt x="473" y="4228"/>
                  <a:pt x="0" y="4700"/>
                  <a:pt x="0" y="5268"/>
                </a:cubicBezTo>
                <a:lnTo>
                  <a:pt x="0" y="11411"/>
                </a:lnTo>
                <a:cubicBezTo>
                  <a:pt x="0" y="11600"/>
                  <a:pt x="158" y="11758"/>
                  <a:pt x="347" y="11758"/>
                </a:cubicBezTo>
                <a:lnTo>
                  <a:pt x="8570" y="11758"/>
                </a:lnTo>
                <a:cubicBezTo>
                  <a:pt x="8759" y="11758"/>
                  <a:pt x="8916" y="11600"/>
                  <a:pt x="8916" y="11411"/>
                </a:cubicBezTo>
                <a:lnTo>
                  <a:pt x="8916" y="9048"/>
                </a:lnTo>
                <a:cubicBezTo>
                  <a:pt x="8916" y="8765"/>
                  <a:pt x="8853" y="8544"/>
                  <a:pt x="8727" y="8292"/>
                </a:cubicBezTo>
                <a:lnTo>
                  <a:pt x="11342" y="8292"/>
                </a:lnTo>
                <a:cubicBezTo>
                  <a:pt x="11531" y="8292"/>
                  <a:pt x="11689" y="8134"/>
                  <a:pt x="11689" y="7945"/>
                </a:cubicBezTo>
                <a:lnTo>
                  <a:pt x="11689" y="6559"/>
                </a:lnTo>
                <a:cubicBezTo>
                  <a:pt x="11689" y="6339"/>
                  <a:pt x="11531" y="6181"/>
                  <a:pt x="11310" y="6181"/>
                </a:cubicBezTo>
                <a:lnTo>
                  <a:pt x="10901" y="6181"/>
                </a:lnTo>
                <a:cubicBezTo>
                  <a:pt x="10775" y="5520"/>
                  <a:pt x="10239" y="4984"/>
                  <a:pt x="9546" y="4826"/>
                </a:cubicBezTo>
                <a:lnTo>
                  <a:pt x="9546" y="3094"/>
                </a:lnTo>
                <a:cubicBezTo>
                  <a:pt x="9546" y="2621"/>
                  <a:pt x="9231" y="2243"/>
                  <a:pt x="8790" y="2117"/>
                </a:cubicBezTo>
                <a:lnTo>
                  <a:pt x="9515" y="447"/>
                </a:lnTo>
                <a:cubicBezTo>
                  <a:pt x="9578" y="290"/>
                  <a:pt x="9515" y="69"/>
                  <a:pt x="9326" y="38"/>
                </a:cubicBezTo>
                <a:cubicBezTo>
                  <a:pt x="9283" y="12"/>
                  <a:pt x="9234" y="1"/>
                  <a:pt x="91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4832" name="Google Shape;14832;p84"/>
          <p:cNvGrpSpPr/>
          <p:nvPr/>
        </p:nvGrpSpPr>
        <p:grpSpPr>
          <a:xfrm>
            <a:off x="3089092" y="2220821"/>
            <a:ext cx="354527" cy="354558"/>
            <a:chOff x="-34032200" y="2634975"/>
            <a:chExt cx="292225" cy="292250"/>
          </a:xfrm>
        </p:grpSpPr>
        <p:sp>
          <p:nvSpPr>
            <p:cNvPr id="14833" name="Google Shape;14833;p84"/>
            <p:cNvSpPr/>
            <p:nvPr/>
          </p:nvSpPr>
          <p:spPr>
            <a:xfrm>
              <a:off x="-34032200" y="2634975"/>
              <a:ext cx="292225" cy="292250"/>
            </a:xfrm>
            <a:custGeom>
              <a:avLst/>
              <a:gdLst/>
              <a:ahLst/>
              <a:cxnLst/>
              <a:rect l="l" t="t" r="r" b="b"/>
              <a:pathLst>
                <a:path w="11689" h="11690" extrusionOk="0">
                  <a:moveTo>
                    <a:pt x="5766" y="662"/>
                  </a:moveTo>
                  <a:cubicBezTo>
                    <a:pt x="8602" y="662"/>
                    <a:pt x="10933" y="2962"/>
                    <a:pt x="10933" y="5798"/>
                  </a:cubicBezTo>
                  <a:cubicBezTo>
                    <a:pt x="10933" y="6806"/>
                    <a:pt x="10649" y="7783"/>
                    <a:pt x="10114" y="8602"/>
                  </a:cubicBezTo>
                  <a:lnTo>
                    <a:pt x="10145" y="8444"/>
                  </a:lnTo>
                  <a:cubicBezTo>
                    <a:pt x="10177" y="8350"/>
                    <a:pt x="10145" y="8224"/>
                    <a:pt x="10082" y="8129"/>
                  </a:cubicBezTo>
                  <a:cubicBezTo>
                    <a:pt x="9988" y="8066"/>
                    <a:pt x="9862" y="8035"/>
                    <a:pt x="9767" y="8035"/>
                  </a:cubicBezTo>
                  <a:lnTo>
                    <a:pt x="9641" y="8066"/>
                  </a:lnTo>
                  <a:cubicBezTo>
                    <a:pt x="10019" y="7405"/>
                    <a:pt x="10240" y="6617"/>
                    <a:pt x="10240" y="5829"/>
                  </a:cubicBezTo>
                  <a:cubicBezTo>
                    <a:pt x="10240" y="3372"/>
                    <a:pt x="8223" y="1356"/>
                    <a:pt x="5766" y="1356"/>
                  </a:cubicBezTo>
                  <a:cubicBezTo>
                    <a:pt x="5136" y="1356"/>
                    <a:pt x="4506" y="1482"/>
                    <a:pt x="3970" y="1765"/>
                  </a:cubicBezTo>
                  <a:cubicBezTo>
                    <a:pt x="3813" y="1828"/>
                    <a:pt x="3718" y="2017"/>
                    <a:pt x="3813" y="2175"/>
                  </a:cubicBezTo>
                  <a:lnTo>
                    <a:pt x="3970" y="2553"/>
                  </a:lnTo>
                  <a:lnTo>
                    <a:pt x="2710" y="2742"/>
                  </a:lnTo>
                  <a:lnTo>
                    <a:pt x="2301" y="2773"/>
                  </a:lnTo>
                  <a:cubicBezTo>
                    <a:pt x="2364" y="2647"/>
                    <a:pt x="2710" y="1324"/>
                    <a:pt x="2742" y="1198"/>
                  </a:cubicBezTo>
                  <a:lnTo>
                    <a:pt x="2836" y="1293"/>
                  </a:lnTo>
                  <a:cubicBezTo>
                    <a:pt x="2898" y="1354"/>
                    <a:pt x="2986" y="1402"/>
                    <a:pt x="3084" y="1402"/>
                  </a:cubicBezTo>
                  <a:cubicBezTo>
                    <a:pt x="3136" y="1402"/>
                    <a:pt x="3191" y="1389"/>
                    <a:pt x="3246" y="1356"/>
                  </a:cubicBezTo>
                  <a:cubicBezTo>
                    <a:pt x="4033" y="883"/>
                    <a:pt x="4915" y="662"/>
                    <a:pt x="5766" y="662"/>
                  </a:cubicBezTo>
                  <a:close/>
                  <a:moveTo>
                    <a:pt x="6144" y="2080"/>
                  </a:moveTo>
                  <a:cubicBezTo>
                    <a:pt x="7940" y="2238"/>
                    <a:pt x="9358" y="3687"/>
                    <a:pt x="9515" y="5451"/>
                  </a:cubicBezTo>
                  <a:lnTo>
                    <a:pt x="9200" y="5451"/>
                  </a:lnTo>
                  <a:cubicBezTo>
                    <a:pt x="9011" y="5451"/>
                    <a:pt x="8854" y="5609"/>
                    <a:pt x="8854" y="5829"/>
                  </a:cubicBezTo>
                  <a:cubicBezTo>
                    <a:pt x="8854" y="6018"/>
                    <a:pt x="9011" y="6176"/>
                    <a:pt x="9200" y="6176"/>
                  </a:cubicBezTo>
                  <a:lnTo>
                    <a:pt x="9515" y="6176"/>
                  </a:lnTo>
                  <a:cubicBezTo>
                    <a:pt x="9452" y="6932"/>
                    <a:pt x="9169" y="7657"/>
                    <a:pt x="8665" y="8255"/>
                  </a:cubicBezTo>
                  <a:lnTo>
                    <a:pt x="6995" y="8570"/>
                  </a:lnTo>
                  <a:cubicBezTo>
                    <a:pt x="6900" y="8602"/>
                    <a:pt x="6806" y="8665"/>
                    <a:pt x="6774" y="8759"/>
                  </a:cubicBezTo>
                  <a:cubicBezTo>
                    <a:pt x="6743" y="8885"/>
                    <a:pt x="6743" y="9011"/>
                    <a:pt x="6806" y="9074"/>
                  </a:cubicBezTo>
                  <a:lnTo>
                    <a:pt x="6995" y="9389"/>
                  </a:lnTo>
                  <a:cubicBezTo>
                    <a:pt x="6743" y="9484"/>
                    <a:pt x="6459" y="9547"/>
                    <a:pt x="6176" y="9547"/>
                  </a:cubicBezTo>
                  <a:lnTo>
                    <a:pt x="6176" y="9232"/>
                  </a:lnTo>
                  <a:cubicBezTo>
                    <a:pt x="6176" y="9043"/>
                    <a:pt x="6018" y="8885"/>
                    <a:pt x="5829" y="8885"/>
                  </a:cubicBezTo>
                  <a:cubicBezTo>
                    <a:pt x="5640" y="8885"/>
                    <a:pt x="5483" y="9043"/>
                    <a:pt x="5483" y="9232"/>
                  </a:cubicBezTo>
                  <a:lnTo>
                    <a:pt x="5483" y="9547"/>
                  </a:lnTo>
                  <a:cubicBezTo>
                    <a:pt x="3655" y="9389"/>
                    <a:pt x="2238" y="7940"/>
                    <a:pt x="2080" y="6176"/>
                  </a:cubicBezTo>
                  <a:lnTo>
                    <a:pt x="2395" y="6176"/>
                  </a:lnTo>
                  <a:cubicBezTo>
                    <a:pt x="2584" y="6176"/>
                    <a:pt x="2742" y="6018"/>
                    <a:pt x="2742" y="5829"/>
                  </a:cubicBezTo>
                  <a:cubicBezTo>
                    <a:pt x="2742" y="5609"/>
                    <a:pt x="2584" y="5451"/>
                    <a:pt x="2395" y="5451"/>
                  </a:cubicBezTo>
                  <a:lnTo>
                    <a:pt x="2080" y="5451"/>
                  </a:lnTo>
                  <a:cubicBezTo>
                    <a:pt x="2175" y="4727"/>
                    <a:pt x="2427" y="3971"/>
                    <a:pt x="2962" y="3372"/>
                  </a:cubicBezTo>
                  <a:lnTo>
                    <a:pt x="4474" y="3183"/>
                  </a:lnTo>
                  <a:cubicBezTo>
                    <a:pt x="4600" y="3183"/>
                    <a:pt x="4663" y="3088"/>
                    <a:pt x="4726" y="3025"/>
                  </a:cubicBezTo>
                  <a:cubicBezTo>
                    <a:pt x="4758" y="2931"/>
                    <a:pt x="4758" y="2836"/>
                    <a:pt x="4726" y="2710"/>
                  </a:cubicBezTo>
                  <a:lnTo>
                    <a:pt x="4506" y="2269"/>
                  </a:lnTo>
                  <a:cubicBezTo>
                    <a:pt x="4789" y="2143"/>
                    <a:pt x="5104" y="2112"/>
                    <a:pt x="5420" y="2080"/>
                  </a:cubicBezTo>
                  <a:lnTo>
                    <a:pt x="5420" y="2395"/>
                  </a:lnTo>
                  <a:cubicBezTo>
                    <a:pt x="5420" y="2584"/>
                    <a:pt x="5577" y="2742"/>
                    <a:pt x="5766" y="2742"/>
                  </a:cubicBezTo>
                  <a:cubicBezTo>
                    <a:pt x="5987" y="2742"/>
                    <a:pt x="6144" y="2584"/>
                    <a:pt x="6144" y="2395"/>
                  </a:cubicBezTo>
                  <a:lnTo>
                    <a:pt x="6144" y="2080"/>
                  </a:lnTo>
                  <a:close/>
                  <a:moveTo>
                    <a:pt x="1607" y="2899"/>
                  </a:moveTo>
                  <a:lnTo>
                    <a:pt x="1544" y="3151"/>
                  </a:lnTo>
                  <a:cubicBezTo>
                    <a:pt x="1481" y="3246"/>
                    <a:pt x="1544" y="3372"/>
                    <a:pt x="1607" y="3466"/>
                  </a:cubicBezTo>
                  <a:cubicBezTo>
                    <a:pt x="1670" y="3529"/>
                    <a:pt x="1796" y="3561"/>
                    <a:pt x="1922" y="3561"/>
                  </a:cubicBezTo>
                  <a:lnTo>
                    <a:pt x="1985" y="3561"/>
                  </a:lnTo>
                  <a:cubicBezTo>
                    <a:pt x="1607" y="4254"/>
                    <a:pt x="1387" y="5042"/>
                    <a:pt x="1387" y="5861"/>
                  </a:cubicBezTo>
                  <a:cubicBezTo>
                    <a:pt x="1387" y="8287"/>
                    <a:pt x="3372" y="10303"/>
                    <a:pt x="5829" y="10303"/>
                  </a:cubicBezTo>
                  <a:cubicBezTo>
                    <a:pt x="6459" y="10303"/>
                    <a:pt x="7089" y="10177"/>
                    <a:pt x="7688" y="9925"/>
                  </a:cubicBezTo>
                  <a:cubicBezTo>
                    <a:pt x="7751" y="9862"/>
                    <a:pt x="7845" y="9799"/>
                    <a:pt x="7877" y="9704"/>
                  </a:cubicBezTo>
                  <a:cubicBezTo>
                    <a:pt x="7908" y="9641"/>
                    <a:pt x="7877" y="9515"/>
                    <a:pt x="7845" y="9452"/>
                  </a:cubicBezTo>
                  <a:lnTo>
                    <a:pt x="7688" y="9200"/>
                  </a:lnTo>
                  <a:lnTo>
                    <a:pt x="9421" y="8854"/>
                  </a:lnTo>
                  <a:lnTo>
                    <a:pt x="9421" y="8854"/>
                  </a:lnTo>
                  <a:cubicBezTo>
                    <a:pt x="9326" y="9200"/>
                    <a:pt x="9074" y="10177"/>
                    <a:pt x="9011" y="10492"/>
                  </a:cubicBezTo>
                  <a:lnTo>
                    <a:pt x="8759" y="10303"/>
                  </a:lnTo>
                  <a:cubicBezTo>
                    <a:pt x="8708" y="10235"/>
                    <a:pt x="8640" y="10204"/>
                    <a:pt x="8567" y="10204"/>
                  </a:cubicBezTo>
                  <a:cubicBezTo>
                    <a:pt x="8505" y="10204"/>
                    <a:pt x="8439" y="10228"/>
                    <a:pt x="8381" y="10271"/>
                  </a:cubicBezTo>
                  <a:cubicBezTo>
                    <a:pt x="7593" y="10744"/>
                    <a:pt x="6680" y="10965"/>
                    <a:pt x="5829" y="10965"/>
                  </a:cubicBezTo>
                  <a:cubicBezTo>
                    <a:pt x="2994" y="10965"/>
                    <a:pt x="662" y="8665"/>
                    <a:pt x="662" y="5829"/>
                  </a:cubicBezTo>
                  <a:cubicBezTo>
                    <a:pt x="662" y="4758"/>
                    <a:pt x="977" y="3781"/>
                    <a:pt x="1607" y="2899"/>
                  </a:cubicBezTo>
                  <a:close/>
                  <a:moveTo>
                    <a:pt x="5766" y="1"/>
                  </a:moveTo>
                  <a:cubicBezTo>
                    <a:pt x="4884" y="1"/>
                    <a:pt x="3970" y="221"/>
                    <a:pt x="3151" y="662"/>
                  </a:cubicBezTo>
                  <a:lnTo>
                    <a:pt x="2836" y="316"/>
                  </a:lnTo>
                  <a:cubicBezTo>
                    <a:pt x="2765" y="245"/>
                    <a:pt x="2677" y="210"/>
                    <a:pt x="2597" y="210"/>
                  </a:cubicBezTo>
                  <a:cubicBezTo>
                    <a:pt x="2570" y="210"/>
                    <a:pt x="2545" y="214"/>
                    <a:pt x="2521" y="221"/>
                  </a:cubicBezTo>
                  <a:cubicBezTo>
                    <a:pt x="2395" y="253"/>
                    <a:pt x="2301" y="347"/>
                    <a:pt x="2269" y="473"/>
                  </a:cubicBezTo>
                  <a:lnTo>
                    <a:pt x="1985" y="1450"/>
                  </a:lnTo>
                  <a:cubicBezTo>
                    <a:pt x="694" y="2553"/>
                    <a:pt x="1" y="4160"/>
                    <a:pt x="1" y="5829"/>
                  </a:cubicBezTo>
                  <a:cubicBezTo>
                    <a:pt x="1" y="7342"/>
                    <a:pt x="599" y="8854"/>
                    <a:pt x="1733" y="9956"/>
                  </a:cubicBezTo>
                  <a:cubicBezTo>
                    <a:pt x="2836" y="11059"/>
                    <a:pt x="4285" y="11689"/>
                    <a:pt x="5861" y="11689"/>
                  </a:cubicBezTo>
                  <a:cubicBezTo>
                    <a:pt x="6774" y="11689"/>
                    <a:pt x="7719" y="11437"/>
                    <a:pt x="8539" y="11028"/>
                  </a:cubicBezTo>
                  <a:lnTo>
                    <a:pt x="8980" y="11406"/>
                  </a:lnTo>
                  <a:cubicBezTo>
                    <a:pt x="9027" y="11477"/>
                    <a:pt x="9110" y="11512"/>
                    <a:pt x="9201" y="11512"/>
                  </a:cubicBezTo>
                  <a:cubicBezTo>
                    <a:pt x="9232" y="11512"/>
                    <a:pt x="9263" y="11508"/>
                    <a:pt x="9295" y="11500"/>
                  </a:cubicBezTo>
                  <a:cubicBezTo>
                    <a:pt x="9421" y="11437"/>
                    <a:pt x="9484" y="11374"/>
                    <a:pt x="9515" y="11248"/>
                  </a:cubicBezTo>
                  <a:lnTo>
                    <a:pt x="9799" y="10114"/>
                  </a:lnTo>
                  <a:cubicBezTo>
                    <a:pt x="10996" y="9011"/>
                    <a:pt x="11689" y="7468"/>
                    <a:pt x="11689" y="5861"/>
                  </a:cubicBezTo>
                  <a:cubicBezTo>
                    <a:pt x="11658" y="2616"/>
                    <a:pt x="9011" y="1"/>
                    <a:pt x="57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834" name="Google Shape;14834;p84"/>
            <p:cNvSpPr/>
            <p:nvPr/>
          </p:nvSpPr>
          <p:spPr>
            <a:xfrm>
              <a:off x="-33947125" y="2735800"/>
              <a:ext cx="51200" cy="86675"/>
            </a:xfrm>
            <a:custGeom>
              <a:avLst/>
              <a:gdLst/>
              <a:ahLst/>
              <a:cxnLst/>
              <a:rect l="l" t="t" r="r" b="b"/>
              <a:pathLst>
                <a:path w="2048" h="3467" extrusionOk="0">
                  <a:moveTo>
                    <a:pt x="1040" y="1"/>
                  </a:moveTo>
                  <a:cubicBezTo>
                    <a:pt x="473" y="1"/>
                    <a:pt x="0" y="473"/>
                    <a:pt x="0" y="1040"/>
                  </a:cubicBezTo>
                  <a:cubicBezTo>
                    <a:pt x="0" y="1229"/>
                    <a:pt x="158" y="1387"/>
                    <a:pt x="378" y="1387"/>
                  </a:cubicBezTo>
                  <a:cubicBezTo>
                    <a:pt x="567" y="1387"/>
                    <a:pt x="725" y="1229"/>
                    <a:pt x="725" y="1040"/>
                  </a:cubicBezTo>
                  <a:cubicBezTo>
                    <a:pt x="725" y="851"/>
                    <a:pt x="882" y="662"/>
                    <a:pt x="1071" y="662"/>
                  </a:cubicBezTo>
                  <a:cubicBezTo>
                    <a:pt x="1292" y="662"/>
                    <a:pt x="1449" y="851"/>
                    <a:pt x="1449" y="1040"/>
                  </a:cubicBezTo>
                  <a:lnTo>
                    <a:pt x="1449" y="1292"/>
                  </a:lnTo>
                  <a:cubicBezTo>
                    <a:pt x="1449" y="1418"/>
                    <a:pt x="1355" y="1544"/>
                    <a:pt x="1229" y="1639"/>
                  </a:cubicBezTo>
                  <a:lnTo>
                    <a:pt x="599" y="1954"/>
                  </a:lnTo>
                  <a:cubicBezTo>
                    <a:pt x="252" y="2111"/>
                    <a:pt x="63" y="2458"/>
                    <a:pt x="63" y="2836"/>
                  </a:cubicBezTo>
                  <a:lnTo>
                    <a:pt x="63" y="3119"/>
                  </a:lnTo>
                  <a:cubicBezTo>
                    <a:pt x="0" y="3372"/>
                    <a:pt x="158" y="3466"/>
                    <a:pt x="315" y="3466"/>
                  </a:cubicBezTo>
                  <a:lnTo>
                    <a:pt x="1701" y="3466"/>
                  </a:lnTo>
                  <a:cubicBezTo>
                    <a:pt x="1891" y="3466"/>
                    <a:pt x="2048" y="3309"/>
                    <a:pt x="2048" y="3119"/>
                  </a:cubicBezTo>
                  <a:cubicBezTo>
                    <a:pt x="2048" y="2930"/>
                    <a:pt x="1891" y="2773"/>
                    <a:pt x="1701" y="2773"/>
                  </a:cubicBezTo>
                  <a:lnTo>
                    <a:pt x="693" y="2773"/>
                  </a:lnTo>
                  <a:cubicBezTo>
                    <a:pt x="725" y="2678"/>
                    <a:pt x="756" y="2584"/>
                    <a:pt x="882" y="2521"/>
                  </a:cubicBezTo>
                  <a:lnTo>
                    <a:pt x="1512" y="2206"/>
                  </a:lnTo>
                  <a:cubicBezTo>
                    <a:pt x="1859" y="2048"/>
                    <a:pt x="2048" y="1702"/>
                    <a:pt x="2048" y="1292"/>
                  </a:cubicBezTo>
                  <a:lnTo>
                    <a:pt x="2048" y="1040"/>
                  </a:lnTo>
                  <a:cubicBezTo>
                    <a:pt x="2048" y="473"/>
                    <a:pt x="1575"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835" name="Google Shape;14835;p84"/>
            <p:cNvSpPr/>
            <p:nvPr/>
          </p:nvSpPr>
          <p:spPr>
            <a:xfrm>
              <a:off x="-33878600" y="2737375"/>
              <a:ext cx="52000" cy="86675"/>
            </a:xfrm>
            <a:custGeom>
              <a:avLst/>
              <a:gdLst/>
              <a:ahLst/>
              <a:cxnLst/>
              <a:rect l="l" t="t" r="r" b="b"/>
              <a:pathLst>
                <a:path w="2080" h="3467" extrusionOk="0">
                  <a:moveTo>
                    <a:pt x="347" y="1"/>
                  </a:moveTo>
                  <a:cubicBezTo>
                    <a:pt x="158" y="1"/>
                    <a:pt x="0" y="158"/>
                    <a:pt x="0" y="347"/>
                  </a:cubicBezTo>
                  <a:lnTo>
                    <a:pt x="0" y="1733"/>
                  </a:lnTo>
                  <a:cubicBezTo>
                    <a:pt x="0" y="1922"/>
                    <a:pt x="158" y="2080"/>
                    <a:pt x="347" y="2080"/>
                  </a:cubicBezTo>
                  <a:lnTo>
                    <a:pt x="1355" y="2080"/>
                  </a:lnTo>
                  <a:lnTo>
                    <a:pt x="1355" y="3088"/>
                  </a:lnTo>
                  <a:cubicBezTo>
                    <a:pt x="1355" y="3309"/>
                    <a:pt x="1512" y="3466"/>
                    <a:pt x="1733" y="3466"/>
                  </a:cubicBezTo>
                  <a:cubicBezTo>
                    <a:pt x="1922" y="3466"/>
                    <a:pt x="2079" y="3309"/>
                    <a:pt x="2079" y="3088"/>
                  </a:cubicBezTo>
                  <a:lnTo>
                    <a:pt x="2079" y="1733"/>
                  </a:lnTo>
                  <a:lnTo>
                    <a:pt x="2079" y="347"/>
                  </a:lnTo>
                  <a:cubicBezTo>
                    <a:pt x="2079" y="158"/>
                    <a:pt x="1922" y="1"/>
                    <a:pt x="1733" y="1"/>
                  </a:cubicBezTo>
                  <a:cubicBezTo>
                    <a:pt x="1512" y="1"/>
                    <a:pt x="1355" y="158"/>
                    <a:pt x="1355" y="347"/>
                  </a:cubicBezTo>
                  <a:lnTo>
                    <a:pt x="1355" y="1355"/>
                  </a:lnTo>
                  <a:lnTo>
                    <a:pt x="693" y="1355"/>
                  </a:lnTo>
                  <a:lnTo>
                    <a:pt x="693" y="347"/>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836" name="Google Shape;14836;p84"/>
          <p:cNvGrpSpPr/>
          <p:nvPr/>
        </p:nvGrpSpPr>
        <p:grpSpPr>
          <a:xfrm>
            <a:off x="1739487" y="2687069"/>
            <a:ext cx="358379" cy="354527"/>
            <a:chOff x="-32245875" y="1938725"/>
            <a:chExt cx="295400" cy="292225"/>
          </a:xfrm>
        </p:grpSpPr>
        <p:sp>
          <p:nvSpPr>
            <p:cNvPr id="14837" name="Google Shape;14837;p84"/>
            <p:cNvSpPr/>
            <p:nvPr/>
          </p:nvSpPr>
          <p:spPr>
            <a:xfrm>
              <a:off x="-32156075" y="2042700"/>
              <a:ext cx="120525" cy="120525"/>
            </a:xfrm>
            <a:custGeom>
              <a:avLst/>
              <a:gdLst/>
              <a:ahLst/>
              <a:cxnLst/>
              <a:rect l="l" t="t" r="r" b="b"/>
              <a:pathLst>
                <a:path w="4821" h="4821" extrusionOk="0">
                  <a:moveTo>
                    <a:pt x="2395" y="725"/>
                  </a:moveTo>
                  <a:cubicBezTo>
                    <a:pt x="3340" y="725"/>
                    <a:pt x="4096" y="1481"/>
                    <a:pt x="4096" y="2426"/>
                  </a:cubicBezTo>
                  <a:cubicBezTo>
                    <a:pt x="4096" y="3308"/>
                    <a:pt x="3340" y="4096"/>
                    <a:pt x="2395" y="4096"/>
                  </a:cubicBezTo>
                  <a:cubicBezTo>
                    <a:pt x="1450" y="4096"/>
                    <a:pt x="725" y="3340"/>
                    <a:pt x="725" y="2426"/>
                  </a:cubicBezTo>
                  <a:cubicBezTo>
                    <a:pt x="725" y="1450"/>
                    <a:pt x="1450" y="725"/>
                    <a:pt x="2395" y="725"/>
                  </a:cubicBezTo>
                  <a:close/>
                  <a:moveTo>
                    <a:pt x="2395" y="0"/>
                  </a:moveTo>
                  <a:cubicBezTo>
                    <a:pt x="1072" y="0"/>
                    <a:pt x="1" y="1071"/>
                    <a:pt x="1" y="2426"/>
                  </a:cubicBezTo>
                  <a:cubicBezTo>
                    <a:pt x="1" y="3749"/>
                    <a:pt x="1072" y="4821"/>
                    <a:pt x="2395" y="4821"/>
                  </a:cubicBezTo>
                  <a:cubicBezTo>
                    <a:pt x="3750" y="4821"/>
                    <a:pt x="4821" y="3749"/>
                    <a:pt x="4821" y="2426"/>
                  </a:cubicBezTo>
                  <a:cubicBezTo>
                    <a:pt x="4758" y="1071"/>
                    <a:pt x="3718" y="0"/>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838" name="Google Shape;14838;p84"/>
            <p:cNvSpPr/>
            <p:nvPr/>
          </p:nvSpPr>
          <p:spPr>
            <a:xfrm>
              <a:off x="-32105675" y="2076550"/>
              <a:ext cx="35475" cy="33900"/>
            </a:xfrm>
            <a:custGeom>
              <a:avLst/>
              <a:gdLst/>
              <a:ahLst/>
              <a:cxnLst/>
              <a:rect l="l" t="t" r="r" b="b"/>
              <a:pathLst>
                <a:path w="1419" h="1356" extrusionOk="0">
                  <a:moveTo>
                    <a:pt x="347" y="1"/>
                  </a:moveTo>
                  <a:cubicBezTo>
                    <a:pt x="158" y="1"/>
                    <a:pt x="1" y="159"/>
                    <a:pt x="1" y="348"/>
                  </a:cubicBezTo>
                  <a:lnTo>
                    <a:pt x="1" y="1009"/>
                  </a:lnTo>
                  <a:cubicBezTo>
                    <a:pt x="1" y="1230"/>
                    <a:pt x="158" y="1356"/>
                    <a:pt x="347" y="1356"/>
                  </a:cubicBezTo>
                  <a:lnTo>
                    <a:pt x="1009" y="1356"/>
                  </a:lnTo>
                  <a:cubicBezTo>
                    <a:pt x="1230" y="1356"/>
                    <a:pt x="1387" y="1198"/>
                    <a:pt x="1387" y="1009"/>
                  </a:cubicBezTo>
                  <a:cubicBezTo>
                    <a:pt x="1419" y="852"/>
                    <a:pt x="1261" y="694"/>
                    <a:pt x="1072" y="694"/>
                  </a:cubicBezTo>
                  <a:lnTo>
                    <a:pt x="694" y="694"/>
                  </a:lnTo>
                  <a:lnTo>
                    <a:pt x="694" y="348"/>
                  </a:lnTo>
                  <a:cubicBezTo>
                    <a:pt x="694" y="159"/>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839" name="Google Shape;14839;p84"/>
            <p:cNvSpPr/>
            <p:nvPr/>
          </p:nvSpPr>
          <p:spPr>
            <a:xfrm>
              <a:off x="-32245875" y="1938725"/>
              <a:ext cx="295400" cy="292225"/>
            </a:xfrm>
            <a:custGeom>
              <a:avLst/>
              <a:gdLst/>
              <a:ahLst/>
              <a:cxnLst/>
              <a:rect l="l" t="t" r="r" b="b"/>
              <a:pathLst>
                <a:path w="11816" h="11689" extrusionOk="0">
                  <a:moveTo>
                    <a:pt x="10965" y="1355"/>
                  </a:moveTo>
                  <a:cubicBezTo>
                    <a:pt x="11154" y="1355"/>
                    <a:pt x="11311" y="1544"/>
                    <a:pt x="11311" y="1733"/>
                  </a:cubicBezTo>
                  <a:lnTo>
                    <a:pt x="11311" y="2742"/>
                  </a:lnTo>
                  <a:lnTo>
                    <a:pt x="1009" y="2742"/>
                  </a:lnTo>
                  <a:lnTo>
                    <a:pt x="1009" y="1733"/>
                  </a:lnTo>
                  <a:lnTo>
                    <a:pt x="852" y="1733"/>
                  </a:lnTo>
                  <a:cubicBezTo>
                    <a:pt x="852" y="1544"/>
                    <a:pt x="1009" y="1355"/>
                    <a:pt x="1198" y="1355"/>
                  </a:cubicBezTo>
                  <a:lnTo>
                    <a:pt x="1545" y="1355"/>
                  </a:lnTo>
                  <a:lnTo>
                    <a:pt x="1545" y="1733"/>
                  </a:lnTo>
                  <a:cubicBezTo>
                    <a:pt x="1545" y="1922"/>
                    <a:pt x="1702" y="2080"/>
                    <a:pt x="1891" y="2080"/>
                  </a:cubicBezTo>
                  <a:cubicBezTo>
                    <a:pt x="2112" y="2080"/>
                    <a:pt x="2269" y="1922"/>
                    <a:pt x="2269" y="1733"/>
                  </a:cubicBezTo>
                  <a:lnTo>
                    <a:pt x="2269" y="1355"/>
                  </a:lnTo>
                  <a:lnTo>
                    <a:pt x="3624" y="1355"/>
                  </a:lnTo>
                  <a:lnTo>
                    <a:pt x="3624" y="1733"/>
                  </a:lnTo>
                  <a:cubicBezTo>
                    <a:pt x="3624" y="1922"/>
                    <a:pt x="3782" y="2080"/>
                    <a:pt x="4002" y="2080"/>
                  </a:cubicBezTo>
                  <a:cubicBezTo>
                    <a:pt x="4191" y="2080"/>
                    <a:pt x="4349" y="1922"/>
                    <a:pt x="4349" y="1733"/>
                  </a:cubicBezTo>
                  <a:lnTo>
                    <a:pt x="4349" y="1355"/>
                  </a:lnTo>
                  <a:lnTo>
                    <a:pt x="5735" y="1355"/>
                  </a:lnTo>
                  <a:lnTo>
                    <a:pt x="5735" y="1733"/>
                  </a:lnTo>
                  <a:cubicBezTo>
                    <a:pt x="5735" y="1922"/>
                    <a:pt x="5892" y="2080"/>
                    <a:pt x="6081" y="2080"/>
                  </a:cubicBezTo>
                  <a:cubicBezTo>
                    <a:pt x="6270" y="2080"/>
                    <a:pt x="6428" y="1922"/>
                    <a:pt x="6428" y="1733"/>
                  </a:cubicBezTo>
                  <a:lnTo>
                    <a:pt x="6428" y="1355"/>
                  </a:lnTo>
                  <a:lnTo>
                    <a:pt x="7814" y="1355"/>
                  </a:lnTo>
                  <a:lnTo>
                    <a:pt x="7814" y="1733"/>
                  </a:lnTo>
                  <a:cubicBezTo>
                    <a:pt x="7814" y="1922"/>
                    <a:pt x="7972" y="2080"/>
                    <a:pt x="8161" y="2080"/>
                  </a:cubicBezTo>
                  <a:cubicBezTo>
                    <a:pt x="8381" y="2080"/>
                    <a:pt x="8539" y="1922"/>
                    <a:pt x="8539" y="1733"/>
                  </a:cubicBezTo>
                  <a:lnTo>
                    <a:pt x="8539" y="1355"/>
                  </a:lnTo>
                  <a:lnTo>
                    <a:pt x="9893" y="1355"/>
                  </a:lnTo>
                  <a:lnTo>
                    <a:pt x="9893" y="1733"/>
                  </a:lnTo>
                  <a:cubicBezTo>
                    <a:pt x="9893" y="1922"/>
                    <a:pt x="10051" y="2080"/>
                    <a:pt x="10272" y="2080"/>
                  </a:cubicBezTo>
                  <a:cubicBezTo>
                    <a:pt x="10461" y="2080"/>
                    <a:pt x="10618" y="1922"/>
                    <a:pt x="10618" y="1733"/>
                  </a:cubicBezTo>
                  <a:lnTo>
                    <a:pt x="10618" y="1355"/>
                  </a:lnTo>
                  <a:close/>
                  <a:moveTo>
                    <a:pt x="11154" y="3466"/>
                  </a:moveTo>
                  <a:lnTo>
                    <a:pt x="11154" y="9641"/>
                  </a:lnTo>
                  <a:lnTo>
                    <a:pt x="852" y="9641"/>
                  </a:lnTo>
                  <a:lnTo>
                    <a:pt x="852" y="3466"/>
                  </a:lnTo>
                  <a:close/>
                  <a:moveTo>
                    <a:pt x="11154" y="10366"/>
                  </a:moveTo>
                  <a:lnTo>
                    <a:pt x="11154" y="10712"/>
                  </a:lnTo>
                  <a:cubicBezTo>
                    <a:pt x="11122" y="10870"/>
                    <a:pt x="10965" y="11027"/>
                    <a:pt x="10807" y="11027"/>
                  </a:cubicBezTo>
                  <a:lnTo>
                    <a:pt x="1198" y="11027"/>
                  </a:lnTo>
                  <a:cubicBezTo>
                    <a:pt x="1009" y="11027"/>
                    <a:pt x="852" y="10870"/>
                    <a:pt x="852" y="10649"/>
                  </a:cubicBezTo>
                  <a:lnTo>
                    <a:pt x="852" y="10366"/>
                  </a:lnTo>
                  <a:close/>
                  <a:moveTo>
                    <a:pt x="1734" y="1"/>
                  </a:moveTo>
                  <a:cubicBezTo>
                    <a:pt x="1545" y="1"/>
                    <a:pt x="1387" y="158"/>
                    <a:pt x="1387" y="347"/>
                  </a:cubicBezTo>
                  <a:lnTo>
                    <a:pt x="1387" y="694"/>
                  </a:lnTo>
                  <a:lnTo>
                    <a:pt x="1041" y="694"/>
                  </a:lnTo>
                  <a:cubicBezTo>
                    <a:pt x="474" y="694"/>
                    <a:pt x="1" y="1166"/>
                    <a:pt x="1" y="1733"/>
                  </a:cubicBezTo>
                  <a:lnTo>
                    <a:pt x="1" y="10649"/>
                  </a:lnTo>
                  <a:cubicBezTo>
                    <a:pt x="1" y="11216"/>
                    <a:pt x="474" y="11689"/>
                    <a:pt x="1041" y="11689"/>
                  </a:cubicBezTo>
                  <a:lnTo>
                    <a:pt x="10650" y="11689"/>
                  </a:lnTo>
                  <a:cubicBezTo>
                    <a:pt x="11185" y="11689"/>
                    <a:pt x="11658" y="11216"/>
                    <a:pt x="11658" y="10649"/>
                  </a:cubicBezTo>
                  <a:lnTo>
                    <a:pt x="11658" y="1733"/>
                  </a:lnTo>
                  <a:cubicBezTo>
                    <a:pt x="11815" y="1166"/>
                    <a:pt x="11343" y="694"/>
                    <a:pt x="10807" y="694"/>
                  </a:cubicBezTo>
                  <a:lnTo>
                    <a:pt x="10461" y="694"/>
                  </a:lnTo>
                  <a:lnTo>
                    <a:pt x="10461" y="347"/>
                  </a:lnTo>
                  <a:cubicBezTo>
                    <a:pt x="10461" y="158"/>
                    <a:pt x="10303" y="1"/>
                    <a:pt x="10083" y="1"/>
                  </a:cubicBezTo>
                  <a:cubicBezTo>
                    <a:pt x="9893" y="1"/>
                    <a:pt x="9736" y="158"/>
                    <a:pt x="9736" y="347"/>
                  </a:cubicBezTo>
                  <a:lnTo>
                    <a:pt x="9736" y="694"/>
                  </a:lnTo>
                  <a:lnTo>
                    <a:pt x="8350" y="694"/>
                  </a:lnTo>
                  <a:lnTo>
                    <a:pt x="8350" y="347"/>
                  </a:lnTo>
                  <a:cubicBezTo>
                    <a:pt x="8350" y="158"/>
                    <a:pt x="8192" y="1"/>
                    <a:pt x="8003" y="1"/>
                  </a:cubicBezTo>
                  <a:cubicBezTo>
                    <a:pt x="7814" y="1"/>
                    <a:pt x="7657" y="158"/>
                    <a:pt x="7657" y="347"/>
                  </a:cubicBezTo>
                  <a:lnTo>
                    <a:pt x="7657" y="694"/>
                  </a:lnTo>
                  <a:lnTo>
                    <a:pt x="6270" y="694"/>
                  </a:lnTo>
                  <a:lnTo>
                    <a:pt x="6270" y="347"/>
                  </a:lnTo>
                  <a:cubicBezTo>
                    <a:pt x="6270" y="158"/>
                    <a:pt x="6113" y="1"/>
                    <a:pt x="5924" y="1"/>
                  </a:cubicBezTo>
                  <a:cubicBezTo>
                    <a:pt x="5735" y="1"/>
                    <a:pt x="5577" y="158"/>
                    <a:pt x="5577" y="347"/>
                  </a:cubicBezTo>
                  <a:lnTo>
                    <a:pt x="5577" y="694"/>
                  </a:lnTo>
                  <a:lnTo>
                    <a:pt x="4191" y="694"/>
                  </a:lnTo>
                  <a:lnTo>
                    <a:pt x="4191" y="347"/>
                  </a:lnTo>
                  <a:cubicBezTo>
                    <a:pt x="4191" y="158"/>
                    <a:pt x="4034" y="1"/>
                    <a:pt x="3845" y="1"/>
                  </a:cubicBezTo>
                  <a:cubicBezTo>
                    <a:pt x="3624" y="1"/>
                    <a:pt x="3466" y="158"/>
                    <a:pt x="3466" y="347"/>
                  </a:cubicBezTo>
                  <a:lnTo>
                    <a:pt x="3466" y="694"/>
                  </a:lnTo>
                  <a:lnTo>
                    <a:pt x="2112" y="694"/>
                  </a:lnTo>
                  <a:lnTo>
                    <a:pt x="2112" y="347"/>
                  </a:lnTo>
                  <a:cubicBezTo>
                    <a:pt x="2112" y="158"/>
                    <a:pt x="1954"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840" name="Google Shape;14840;p84"/>
          <p:cNvGrpSpPr/>
          <p:nvPr/>
        </p:nvGrpSpPr>
        <p:grpSpPr>
          <a:xfrm>
            <a:off x="1736150" y="3156468"/>
            <a:ext cx="365052" cy="352162"/>
            <a:chOff x="-32243500" y="2299850"/>
            <a:chExt cx="300900" cy="290275"/>
          </a:xfrm>
        </p:grpSpPr>
        <p:sp>
          <p:nvSpPr>
            <p:cNvPr id="14841" name="Google Shape;14841;p84"/>
            <p:cNvSpPr/>
            <p:nvPr/>
          </p:nvSpPr>
          <p:spPr>
            <a:xfrm>
              <a:off x="-32243500" y="2299850"/>
              <a:ext cx="300900" cy="290275"/>
            </a:xfrm>
            <a:custGeom>
              <a:avLst/>
              <a:gdLst/>
              <a:ahLst/>
              <a:cxnLst/>
              <a:rect l="l" t="t" r="r" b="b"/>
              <a:pathLst>
                <a:path w="12036" h="11611" extrusionOk="0">
                  <a:moveTo>
                    <a:pt x="7955" y="654"/>
                  </a:moveTo>
                  <a:cubicBezTo>
                    <a:pt x="8743" y="654"/>
                    <a:pt x="9531" y="946"/>
                    <a:pt x="10114" y="1529"/>
                  </a:cubicBezTo>
                  <a:cubicBezTo>
                    <a:pt x="11311" y="2726"/>
                    <a:pt x="11311" y="4679"/>
                    <a:pt x="10114" y="5876"/>
                  </a:cubicBezTo>
                  <a:cubicBezTo>
                    <a:pt x="9540" y="6450"/>
                    <a:pt x="8752" y="6766"/>
                    <a:pt x="7951" y="6766"/>
                  </a:cubicBezTo>
                  <a:cubicBezTo>
                    <a:pt x="7565" y="6766"/>
                    <a:pt x="7175" y="6692"/>
                    <a:pt x="6806" y="6538"/>
                  </a:cubicBezTo>
                  <a:cubicBezTo>
                    <a:pt x="6759" y="6526"/>
                    <a:pt x="6709" y="6519"/>
                    <a:pt x="6661" y="6519"/>
                  </a:cubicBezTo>
                  <a:cubicBezTo>
                    <a:pt x="6577" y="6519"/>
                    <a:pt x="6499" y="6541"/>
                    <a:pt x="6459" y="6601"/>
                  </a:cubicBezTo>
                  <a:lnTo>
                    <a:pt x="5545" y="7514"/>
                  </a:lnTo>
                  <a:lnTo>
                    <a:pt x="4726" y="7514"/>
                  </a:lnTo>
                  <a:cubicBezTo>
                    <a:pt x="4537" y="7514"/>
                    <a:pt x="4380" y="7672"/>
                    <a:pt x="4380" y="7861"/>
                  </a:cubicBezTo>
                  <a:lnTo>
                    <a:pt x="4380" y="8460"/>
                  </a:lnTo>
                  <a:lnTo>
                    <a:pt x="3907" y="8428"/>
                  </a:lnTo>
                  <a:cubicBezTo>
                    <a:pt x="3813" y="8428"/>
                    <a:pt x="3687" y="8428"/>
                    <a:pt x="3655" y="8491"/>
                  </a:cubicBezTo>
                  <a:cubicBezTo>
                    <a:pt x="3592" y="8554"/>
                    <a:pt x="3529" y="8649"/>
                    <a:pt x="3529" y="8743"/>
                  </a:cubicBezTo>
                  <a:lnTo>
                    <a:pt x="3466" y="9531"/>
                  </a:lnTo>
                  <a:lnTo>
                    <a:pt x="2678" y="9594"/>
                  </a:lnTo>
                  <a:cubicBezTo>
                    <a:pt x="2584" y="9594"/>
                    <a:pt x="2521" y="9657"/>
                    <a:pt x="2426" y="9720"/>
                  </a:cubicBezTo>
                  <a:cubicBezTo>
                    <a:pt x="2395" y="9814"/>
                    <a:pt x="2363" y="9877"/>
                    <a:pt x="2363" y="9972"/>
                  </a:cubicBezTo>
                  <a:lnTo>
                    <a:pt x="2426" y="10665"/>
                  </a:lnTo>
                  <a:lnTo>
                    <a:pt x="2174" y="10949"/>
                  </a:lnTo>
                  <a:lnTo>
                    <a:pt x="694" y="10949"/>
                  </a:lnTo>
                  <a:lnTo>
                    <a:pt x="694" y="9499"/>
                  </a:lnTo>
                  <a:lnTo>
                    <a:pt x="757" y="9499"/>
                  </a:lnTo>
                  <a:lnTo>
                    <a:pt x="5041" y="5215"/>
                  </a:lnTo>
                  <a:cubicBezTo>
                    <a:pt x="5104" y="5120"/>
                    <a:pt x="5167" y="4963"/>
                    <a:pt x="5104" y="4837"/>
                  </a:cubicBezTo>
                  <a:cubicBezTo>
                    <a:pt x="4695" y="3702"/>
                    <a:pt x="4947" y="2411"/>
                    <a:pt x="5797" y="1529"/>
                  </a:cubicBezTo>
                  <a:cubicBezTo>
                    <a:pt x="6380" y="946"/>
                    <a:pt x="7168" y="654"/>
                    <a:pt x="7955" y="654"/>
                  </a:cubicBezTo>
                  <a:close/>
                  <a:moveTo>
                    <a:pt x="7936" y="1"/>
                  </a:moveTo>
                  <a:cubicBezTo>
                    <a:pt x="6971" y="1"/>
                    <a:pt x="6002" y="363"/>
                    <a:pt x="5262" y="1088"/>
                  </a:cubicBezTo>
                  <a:cubicBezTo>
                    <a:pt x="4285" y="2096"/>
                    <a:pt x="3939" y="3576"/>
                    <a:pt x="4380" y="4931"/>
                  </a:cubicBezTo>
                  <a:lnTo>
                    <a:pt x="126" y="9184"/>
                  </a:lnTo>
                  <a:cubicBezTo>
                    <a:pt x="32" y="9247"/>
                    <a:pt x="0" y="9342"/>
                    <a:pt x="0" y="9405"/>
                  </a:cubicBezTo>
                  <a:lnTo>
                    <a:pt x="0" y="11358"/>
                  </a:lnTo>
                  <a:cubicBezTo>
                    <a:pt x="32" y="11453"/>
                    <a:pt x="189" y="11610"/>
                    <a:pt x="379" y="11610"/>
                  </a:cubicBezTo>
                  <a:lnTo>
                    <a:pt x="2332" y="11610"/>
                  </a:lnTo>
                  <a:cubicBezTo>
                    <a:pt x="2395" y="11610"/>
                    <a:pt x="2521" y="11579"/>
                    <a:pt x="2552" y="11516"/>
                  </a:cubicBezTo>
                  <a:lnTo>
                    <a:pt x="3025" y="11043"/>
                  </a:lnTo>
                  <a:cubicBezTo>
                    <a:pt x="3119" y="10949"/>
                    <a:pt x="3151" y="10823"/>
                    <a:pt x="3119" y="10759"/>
                  </a:cubicBezTo>
                  <a:lnTo>
                    <a:pt x="3025" y="10255"/>
                  </a:lnTo>
                  <a:lnTo>
                    <a:pt x="3750" y="10161"/>
                  </a:lnTo>
                  <a:cubicBezTo>
                    <a:pt x="3907" y="10161"/>
                    <a:pt x="4002" y="10003"/>
                    <a:pt x="4065" y="9846"/>
                  </a:cubicBezTo>
                  <a:lnTo>
                    <a:pt x="4128" y="9153"/>
                  </a:lnTo>
                  <a:lnTo>
                    <a:pt x="4663" y="9216"/>
                  </a:lnTo>
                  <a:cubicBezTo>
                    <a:pt x="4726" y="9216"/>
                    <a:pt x="4852" y="9216"/>
                    <a:pt x="4915" y="9153"/>
                  </a:cubicBezTo>
                  <a:cubicBezTo>
                    <a:pt x="5010" y="9058"/>
                    <a:pt x="5041" y="8995"/>
                    <a:pt x="5041" y="8901"/>
                  </a:cubicBezTo>
                  <a:lnTo>
                    <a:pt x="5041" y="8271"/>
                  </a:lnTo>
                  <a:lnTo>
                    <a:pt x="5671" y="8271"/>
                  </a:lnTo>
                  <a:cubicBezTo>
                    <a:pt x="5734" y="8271"/>
                    <a:pt x="5829" y="8239"/>
                    <a:pt x="5892" y="8145"/>
                  </a:cubicBezTo>
                  <a:lnTo>
                    <a:pt x="6774" y="7325"/>
                  </a:lnTo>
                  <a:cubicBezTo>
                    <a:pt x="7153" y="7452"/>
                    <a:pt x="7548" y="7514"/>
                    <a:pt x="7941" y="7514"/>
                  </a:cubicBezTo>
                  <a:cubicBezTo>
                    <a:pt x="8920" y="7514"/>
                    <a:pt x="9889" y="7131"/>
                    <a:pt x="10586" y="6412"/>
                  </a:cubicBezTo>
                  <a:cubicBezTo>
                    <a:pt x="12035" y="4963"/>
                    <a:pt x="12035" y="2568"/>
                    <a:pt x="10586" y="1088"/>
                  </a:cubicBezTo>
                  <a:cubicBezTo>
                    <a:pt x="9862" y="363"/>
                    <a:pt x="8901" y="1"/>
                    <a:pt x="79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842" name="Google Shape;14842;p84"/>
            <p:cNvSpPr/>
            <p:nvPr/>
          </p:nvSpPr>
          <p:spPr>
            <a:xfrm>
              <a:off x="-32048175" y="2342775"/>
              <a:ext cx="55950" cy="51025"/>
            </a:xfrm>
            <a:custGeom>
              <a:avLst/>
              <a:gdLst/>
              <a:ahLst/>
              <a:cxnLst/>
              <a:rect l="l" t="t" r="r" b="b"/>
              <a:pathLst>
                <a:path w="2238" h="2041" extrusionOk="0">
                  <a:moveTo>
                    <a:pt x="1119" y="662"/>
                  </a:moveTo>
                  <a:cubicBezTo>
                    <a:pt x="1206" y="662"/>
                    <a:pt x="1292" y="694"/>
                    <a:pt x="1355" y="757"/>
                  </a:cubicBezTo>
                  <a:cubicBezTo>
                    <a:pt x="1481" y="883"/>
                    <a:pt x="1481" y="1135"/>
                    <a:pt x="1355" y="1229"/>
                  </a:cubicBezTo>
                  <a:cubicBezTo>
                    <a:pt x="1292" y="1292"/>
                    <a:pt x="1206" y="1324"/>
                    <a:pt x="1119" y="1324"/>
                  </a:cubicBezTo>
                  <a:cubicBezTo>
                    <a:pt x="1032" y="1324"/>
                    <a:pt x="946" y="1292"/>
                    <a:pt x="883" y="1229"/>
                  </a:cubicBezTo>
                  <a:cubicBezTo>
                    <a:pt x="725" y="1135"/>
                    <a:pt x="725" y="914"/>
                    <a:pt x="883" y="757"/>
                  </a:cubicBezTo>
                  <a:cubicBezTo>
                    <a:pt x="946" y="694"/>
                    <a:pt x="1032" y="662"/>
                    <a:pt x="1119" y="662"/>
                  </a:cubicBezTo>
                  <a:close/>
                  <a:moveTo>
                    <a:pt x="1115" y="1"/>
                  </a:moveTo>
                  <a:cubicBezTo>
                    <a:pt x="851" y="1"/>
                    <a:pt x="584" y="95"/>
                    <a:pt x="379" y="284"/>
                  </a:cubicBezTo>
                  <a:cubicBezTo>
                    <a:pt x="1" y="694"/>
                    <a:pt x="1" y="1355"/>
                    <a:pt x="379" y="1733"/>
                  </a:cubicBezTo>
                  <a:cubicBezTo>
                    <a:pt x="599" y="1938"/>
                    <a:pt x="867" y="2041"/>
                    <a:pt x="1127" y="2041"/>
                  </a:cubicBezTo>
                  <a:cubicBezTo>
                    <a:pt x="1387" y="2041"/>
                    <a:pt x="1639" y="1938"/>
                    <a:pt x="1828" y="1733"/>
                  </a:cubicBezTo>
                  <a:cubicBezTo>
                    <a:pt x="2238" y="1355"/>
                    <a:pt x="2238" y="694"/>
                    <a:pt x="1828" y="284"/>
                  </a:cubicBezTo>
                  <a:cubicBezTo>
                    <a:pt x="1639" y="95"/>
                    <a:pt x="1379" y="1"/>
                    <a:pt x="11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4843" name="Google Shape;14843;p84"/>
          <p:cNvSpPr/>
          <p:nvPr/>
        </p:nvSpPr>
        <p:spPr>
          <a:xfrm>
            <a:off x="1737541" y="3616837"/>
            <a:ext cx="356438" cy="352617"/>
          </a:xfrm>
          <a:custGeom>
            <a:avLst/>
            <a:gdLst/>
            <a:ahLst/>
            <a:cxnLst/>
            <a:rect l="l" t="t" r="r" b="b"/>
            <a:pathLst>
              <a:path w="11752" h="11626" extrusionOk="0">
                <a:moveTo>
                  <a:pt x="5829" y="662"/>
                </a:moveTo>
                <a:cubicBezTo>
                  <a:pt x="6049" y="662"/>
                  <a:pt x="6207" y="819"/>
                  <a:pt x="6207" y="1008"/>
                </a:cubicBezTo>
                <a:cubicBezTo>
                  <a:pt x="6207" y="1197"/>
                  <a:pt x="6049" y="1355"/>
                  <a:pt x="5829" y="1355"/>
                </a:cubicBezTo>
                <a:cubicBezTo>
                  <a:pt x="5640" y="1355"/>
                  <a:pt x="5482" y="1197"/>
                  <a:pt x="5482" y="1008"/>
                </a:cubicBezTo>
                <a:cubicBezTo>
                  <a:pt x="5482" y="819"/>
                  <a:pt x="5640" y="662"/>
                  <a:pt x="5829" y="662"/>
                </a:cubicBezTo>
                <a:close/>
                <a:moveTo>
                  <a:pt x="5829" y="2048"/>
                </a:moveTo>
                <a:cubicBezTo>
                  <a:pt x="6743" y="2048"/>
                  <a:pt x="7625" y="2363"/>
                  <a:pt x="8255" y="2898"/>
                </a:cubicBezTo>
                <a:lnTo>
                  <a:pt x="7247" y="3875"/>
                </a:lnTo>
                <a:cubicBezTo>
                  <a:pt x="6869" y="3560"/>
                  <a:pt x="6364" y="3403"/>
                  <a:pt x="5797" y="3403"/>
                </a:cubicBezTo>
                <a:cubicBezTo>
                  <a:pt x="5325" y="3403"/>
                  <a:pt x="4821" y="3560"/>
                  <a:pt x="4380" y="3875"/>
                </a:cubicBezTo>
                <a:lnTo>
                  <a:pt x="3435" y="2930"/>
                </a:lnTo>
                <a:cubicBezTo>
                  <a:pt x="4065" y="2363"/>
                  <a:pt x="4884" y="2048"/>
                  <a:pt x="5829" y="2048"/>
                </a:cubicBezTo>
                <a:close/>
                <a:moveTo>
                  <a:pt x="4852" y="1355"/>
                </a:moveTo>
                <a:cubicBezTo>
                  <a:pt x="4852" y="1418"/>
                  <a:pt x="4884" y="1449"/>
                  <a:pt x="4884" y="1449"/>
                </a:cubicBezTo>
                <a:cubicBezTo>
                  <a:pt x="3214" y="1796"/>
                  <a:pt x="1828" y="3151"/>
                  <a:pt x="1481" y="4883"/>
                </a:cubicBezTo>
                <a:cubicBezTo>
                  <a:pt x="1450" y="4883"/>
                  <a:pt x="1387" y="4820"/>
                  <a:pt x="1387" y="4820"/>
                </a:cubicBezTo>
                <a:lnTo>
                  <a:pt x="1387" y="3718"/>
                </a:lnTo>
                <a:cubicBezTo>
                  <a:pt x="1387" y="2426"/>
                  <a:pt x="2458" y="1355"/>
                  <a:pt x="3750" y="1355"/>
                </a:cubicBezTo>
                <a:close/>
                <a:moveTo>
                  <a:pt x="7908" y="1355"/>
                </a:moveTo>
                <a:cubicBezTo>
                  <a:pt x="9200" y="1355"/>
                  <a:pt x="10240" y="2426"/>
                  <a:pt x="10240" y="3718"/>
                </a:cubicBezTo>
                <a:lnTo>
                  <a:pt x="10240" y="4820"/>
                </a:lnTo>
                <a:cubicBezTo>
                  <a:pt x="10208" y="4820"/>
                  <a:pt x="10177" y="4883"/>
                  <a:pt x="10177" y="4883"/>
                </a:cubicBezTo>
                <a:cubicBezTo>
                  <a:pt x="9830" y="3182"/>
                  <a:pt x="8475" y="1796"/>
                  <a:pt x="6743" y="1449"/>
                </a:cubicBezTo>
                <a:cubicBezTo>
                  <a:pt x="6743" y="1418"/>
                  <a:pt x="6774" y="1355"/>
                  <a:pt x="6774" y="1355"/>
                </a:cubicBezTo>
                <a:close/>
                <a:moveTo>
                  <a:pt x="10618" y="5419"/>
                </a:moveTo>
                <a:cubicBezTo>
                  <a:pt x="10807" y="5419"/>
                  <a:pt x="10964" y="5576"/>
                  <a:pt x="10964" y="5765"/>
                </a:cubicBezTo>
                <a:cubicBezTo>
                  <a:pt x="10964" y="5986"/>
                  <a:pt x="10807" y="6143"/>
                  <a:pt x="10618" y="6143"/>
                </a:cubicBezTo>
                <a:cubicBezTo>
                  <a:pt x="10397" y="6143"/>
                  <a:pt x="10240" y="5986"/>
                  <a:pt x="10240" y="5765"/>
                </a:cubicBezTo>
                <a:cubicBezTo>
                  <a:pt x="10240" y="5576"/>
                  <a:pt x="10397" y="5419"/>
                  <a:pt x="10618" y="5419"/>
                </a:cubicBezTo>
                <a:close/>
                <a:moveTo>
                  <a:pt x="1040" y="5450"/>
                </a:moveTo>
                <a:cubicBezTo>
                  <a:pt x="1229" y="5450"/>
                  <a:pt x="1387" y="5608"/>
                  <a:pt x="1387" y="5828"/>
                </a:cubicBezTo>
                <a:cubicBezTo>
                  <a:pt x="1387" y="6017"/>
                  <a:pt x="1229" y="6175"/>
                  <a:pt x="1040" y="6175"/>
                </a:cubicBezTo>
                <a:cubicBezTo>
                  <a:pt x="851" y="6175"/>
                  <a:pt x="694" y="6017"/>
                  <a:pt x="694" y="5828"/>
                </a:cubicBezTo>
                <a:cubicBezTo>
                  <a:pt x="694" y="5608"/>
                  <a:pt x="851" y="5450"/>
                  <a:pt x="1040" y="5450"/>
                </a:cubicBezTo>
                <a:close/>
                <a:moveTo>
                  <a:pt x="5829" y="4096"/>
                </a:moveTo>
                <a:cubicBezTo>
                  <a:pt x="6774" y="4096"/>
                  <a:pt x="7530" y="4820"/>
                  <a:pt x="7530" y="5765"/>
                </a:cubicBezTo>
                <a:cubicBezTo>
                  <a:pt x="7530" y="6711"/>
                  <a:pt x="6837" y="7498"/>
                  <a:pt x="5829" y="7498"/>
                </a:cubicBezTo>
                <a:cubicBezTo>
                  <a:pt x="4884" y="7498"/>
                  <a:pt x="4096" y="6711"/>
                  <a:pt x="4159" y="5734"/>
                </a:cubicBezTo>
                <a:cubicBezTo>
                  <a:pt x="4191" y="4789"/>
                  <a:pt x="4884" y="4096"/>
                  <a:pt x="5829" y="4096"/>
                </a:cubicBezTo>
                <a:close/>
                <a:moveTo>
                  <a:pt x="2930" y="3371"/>
                </a:moveTo>
                <a:lnTo>
                  <a:pt x="3876" y="4316"/>
                </a:lnTo>
                <a:cubicBezTo>
                  <a:pt x="3561" y="4757"/>
                  <a:pt x="3403" y="5261"/>
                  <a:pt x="3403" y="5765"/>
                </a:cubicBezTo>
                <a:cubicBezTo>
                  <a:pt x="3403" y="6301"/>
                  <a:pt x="3561" y="6805"/>
                  <a:pt x="3876" y="7183"/>
                </a:cubicBezTo>
                <a:lnTo>
                  <a:pt x="2899" y="8191"/>
                </a:lnTo>
                <a:cubicBezTo>
                  <a:pt x="2363" y="7561"/>
                  <a:pt x="2048" y="6711"/>
                  <a:pt x="2048" y="5765"/>
                </a:cubicBezTo>
                <a:cubicBezTo>
                  <a:pt x="2048" y="4883"/>
                  <a:pt x="2363" y="4001"/>
                  <a:pt x="2930" y="3371"/>
                </a:cubicBezTo>
                <a:close/>
                <a:moveTo>
                  <a:pt x="8759" y="3340"/>
                </a:moveTo>
                <a:cubicBezTo>
                  <a:pt x="9294" y="4001"/>
                  <a:pt x="9609" y="4820"/>
                  <a:pt x="9609" y="5734"/>
                </a:cubicBezTo>
                <a:cubicBezTo>
                  <a:pt x="9578" y="6711"/>
                  <a:pt x="9263" y="7561"/>
                  <a:pt x="8727" y="8191"/>
                </a:cubicBezTo>
                <a:lnTo>
                  <a:pt x="7782" y="7246"/>
                </a:lnTo>
                <a:cubicBezTo>
                  <a:pt x="8097" y="6805"/>
                  <a:pt x="8255" y="6301"/>
                  <a:pt x="8255" y="5765"/>
                </a:cubicBezTo>
                <a:cubicBezTo>
                  <a:pt x="8255" y="5576"/>
                  <a:pt x="8192" y="5387"/>
                  <a:pt x="8160" y="5198"/>
                </a:cubicBezTo>
                <a:cubicBezTo>
                  <a:pt x="8097" y="4883"/>
                  <a:pt x="7971" y="4600"/>
                  <a:pt x="7782" y="4316"/>
                </a:cubicBezTo>
                <a:lnTo>
                  <a:pt x="8759" y="3340"/>
                </a:lnTo>
                <a:close/>
                <a:moveTo>
                  <a:pt x="7310" y="7719"/>
                </a:moveTo>
                <a:lnTo>
                  <a:pt x="8255" y="8664"/>
                </a:lnTo>
                <a:cubicBezTo>
                  <a:pt x="7562" y="9231"/>
                  <a:pt x="6743" y="9546"/>
                  <a:pt x="5829" y="9546"/>
                </a:cubicBezTo>
                <a:cubicBezTo>
                  <a:pt x="4947" y="9546"/>
                  <a:pt x="4065" y="9231"/>
                  <a:pt x="3435" y="8695"/>
                </a:cubicBezTo>
                <a:lnTo>
                  <a:pt x="4411" y="7719"/>
                </a:lnTo>
                <a:cubicBezTo>
                  <a:pt x="4821" y="8034"/>
                  <a:pt x="5325" y="8191"/>
                  <a:pt x="5829" y="8191"/>
                </a:cubicBezTo>
                <a:cubicBezTo>
                  <a:pt x="6364" y="8191"/>
                  <a:pt x="6869" y="8034"/>
                  <a:pt x="7310" y="7719"/>
                </a:cubicBezTo>
                <a:close/>
                <a:moveTo>
                  <a:pt x="1481" y="6711"/>
                </a:moveTo>
                <a:cubicBezTo>
                  <a:pt x="1828" y="8443"/>
                  <a:pt x="3214" y="9798"/>
                  <a:pt x="4884" y="10145"/>
                </a:cubicBezTo>
                <a:cubicBezTo>
                  <a:pt x="4884" y="10176"/>
                  <a:pt x="4852" y="10239"/>
                  <a:pt x="4852" y="10271"/>
                </a:cubicBezTo>
                <a:lnTo>
                  <a:pt x="3781" y="10271"/>
                </a:lnTo>
                <a:cubicBezTo>
                  <a:pt x="2458" y="10271"/>
                  <a:pt x="1387" y="9168"/>
                  <a:pt x="1387" y="7813"/>
                </a:cubicBezTo>
                <a:lnTo>
                  <a:pt x="1387" y="6774"/>
                </a:lnTo>
                <a:cubicBezTo>
                  <a:pt x="1418" y="6774"/>
                  <a:pt x="1481" y="6711"/>
                  <a:pt x="1481" y="6711"/>
                </a:cubicBezTo>
                <a:close/>
                <a:moveTo>
                  <a:pt x="10177" y="6711"/>
                </a:moveTo>
                <a:cubicBezTo>
                  <a:pt x="10208" y="6711"/>
                  <a:pt x="10240" y="6774"/>
                  <a:pt x="10240" y="6774"/>
                </a:cubicBezTo>
                <a:lnTo>
                  <a:pt x="10240" y="7876"/>
                </a:lnTo>
                <a:cubicBezTo>
                  <a:pt x="10240" y="9168"/>
                  <a:pt x="9200" y="10271"/>
                  <a:pt x="7877" y="10271"/>
                </a:cubicBezTo>
                <a:lnTo>
                  <a:pt x="6774" y="10271"/>
                </a:lnTo>
                <a:cubicBezTo>
                  <a:pt x="6774" y="10239"/>
                  <a:pt x="6743" y="10176"/>
                  <a:pt x="6743" y="10145"/>
                </a:cubicBezTo>
                <a:cubicBezTo>
                  <a:pt x="8475" y="9798"/>
                  <a:pt x="9830" y="8412"/>
                  <a:pt x="10177" y="6711"/>
                </a:cubicBezTo>
                <a:close/>
                <a:moveTo>
                  <a:pt x="5829" y="10239"/>
                </a:moveTo>
                <a:cubicBezTo>
                  <a:pt x="6049" y="10239"/>
                  <a:pt x="6207" y="10397"/>
                  <a:pt x="6207" y="10586"/>
                </a:cubicBezTo>
                <a:cubicBezTo>
                  <a:pt x="6144" y="10775"/>
                  <a:pt x="5986" y="10932"/>
                  <a:pt x="5829" y="10932"/>
                </a:cubicBezTo>
                <a:cubicBezTo>
                  <a:pt x="5640" y="10932"/>
                  <a:pt x="5482" y="10775"/>
                  <a:pt x="5482" y="10586"/>
                </a:cubicBezTo>
                <a:cubicBezTo>
                  <a:pt x="5482" y="10397"/>
                  <a:pt x="5640" y="10239"/>
                  <a:pt x="5829" y="10239"/>
                </a:cubicBezTo>
                <a:close/>
                <a:moveTo>
                  <a:pt x="5829" y="0"/>
                </a:moveTo>
                <a:cubicBezTo>
                  <a:pt x="5388" y="0"/>
                  <a:pt x="5010" y="315"/>
                  <a:pt x="4852" y="693"/>
                </a:cubicBezTo>
                <a:lnTo>
                  <a:pt x="3813" y="693"/>
                </a:lnTo>
                <a:cubicBezTo>
                  <a:pt x="2111" y="693"/>
                  <a:pt x="725" y="2079"/>
                  <a:pt x="725" y="3781"/>
                </a:cubicBezTo>
                <a:lnTo>
                  <a:pt x="725" y="4820"/>
                </a:lnTo>
                <a:cubicBezTo>
                  <a:pt x="316" y="4946"/>
                  <a:pt x="0" y="5356"/>
                  <a:pt x="0" y="5828"/>
                </a:cubicBezTo>
                <a:cubicBezTo>
                  <a:pt x="0" y="6301"/>
                  <a:pt x="316" y="6648"/>
                  <a:pt x="725" y="6805"/>
                </a:cubicBezTo>
                <a:lnTo>
                  <a:pt x="725" y="7876"/>
                </a:lnTo>
                <a:cubicBezTo>
                  <a:pt x="725" y="9546"/>
                  <a:pt x="2111" y="10964"/>
                  <a:pt x="3813" y="10964"/>
                </a:cubicBezTo>
                <a:lnTo>
                  <a:pt x="4915" y="10964"/>
                </a:lnTo>
                <a:cubicBezTo>
                  <a:pt x="5073" y="11373"/>
                  <a:pt x="5419" y="11625"/>
                  <a:pt x="5892" y="11625"/>
                </a:cubicBezTo>
                <a:cubicBezTo>
                  <a:pt x="6333" y="11625"/>
                  <a:pt x="6711" y="11310"/>
                  <a:pt x="6869" y="10932"/>
                </a:cubicBezTo>
                <a:lnTo>
                  <a:pt x="7971" y="10932"/>
                </a:lnTo>
                <a:cubicBezTo>
                  <a:pt x="9672" y="10932"/>
                  <a:pt x="11059" y="9546"/>
                  <a:pt x="11059" y="7845"/>
                </a:cubicBezTo>
                <a:lnTo>
                  <a:pt x="11059" y="6774"/>
                </a:lnTo>
                <a:cubicBezTo>
                  <a:pt x="11216" y="6711"/>
                  <a:pt x="11311" y="6648"/>
                  <a:pt x="11437" y="6522"/>
                </a:cubicBezTo>
                <a:cubicBezTo>
                  <a:pt x="11626" y="6333"/>
                  <a:pt x="11752" y="6049"/>
                  <a:pt x="11752" y="5765"/>
                </a:cubicBezTo>
                <a:cubicBezTo>
                  <a:pt x="11752" y="5513"/>
                  <a:pt x="11626" y="5230"/>
                  <a:pt x="11437" y="5041"/>
                </a:cubicBezTo>
                <a:cubicBezTo>
                  <a:pt x="11248" y="4946"/>
                  <a:pt x="11090" y="4883"/>
                  <a:pt x="10964" y="4820"/>
                </a:cubicBezTo>
                <a:lnTo>
                  <a:pt x="10964" y="3781"/>
                </a:lnTo>
                <a:cubicBezTo>
                  <a:pt x="10964" y="2079"/>
                  <a:pt x="9578" y="693"/>
                  <a:pt x="7877" y="693"/>
                </a:cubicBezTo>
                <a:lnTo>
                  <a:pt x="6837" y="693"/>
                </a:lnTo>
                <a:cubicBezTo>
                  <a:pt x="6711" y="315"/>
                  <a:pt x="6301"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4844" name="Google Shape;14844;p84"/>
          <p:cNvGrpSpPr/>
          <p:nvPr/>
        </p:nvGrpSpPr>
        <p:grpSpPr>
          <a:xfrm>
            <a:off x="1299432" y="1306759"/>
            <a:ext cx="354527" cy="355498"/>
            <a:chOff x="-35495600" y="1912725"/>
            <a:chExt cx="292225" cy="293025"/>
          </a:xfrm>
        </p:grpSpPr>
        <p:sp>
          <p:nvSpPr>
            <p:cNvPr id="14845" name="Google Shape;14845;p84"/>
            <p:cNvSpPr/>
            <p:nvPr/>
          </p:nvSpPr>
          <p:spPr>
            <a:xfrm>
              <a:off x="-35495600" y="1912725"/>
              <a:ext cx="102400" cy="293025"/>
            </a:xfrm>
            <a:custGeom>
              <a:avLst/>
              <a:gdLst/>
              <a:ahLst/>
              <a:cxnLst/>
              <a:rect l="l" t="t" r="r" b="b"/>
              <a:pathLst>
                <a:path w="4096" h="11721" extrusionOk="0">
                  <a:moveTo>
                    <a:pt x="3088" y="726"/>
                  </a:moveTo>
                  <a:cubicBezTo>
                    <a:pt x="3277" y="726"/>
                    <a:pt x="3435" y="883"/>
                    <a:pt x="3435" y="1041"/>
                  </a:cubicBezTo>
                  <a:lnTo>
                    <a:pt x="3435" y="3120"/>
                  </a:lnTo>
                  <a:cubicBezTo>
                    <a:pt x="3435" y="3309"/>
                    <a:pt x="3277" y="3467"/>
                    <a:pt x="3088" y="3467"/>
                  </a:cubicBezTo>
                  <a:lnTo>
                    <a:pt x="2710" y="3467"/>
                  </a:lnTo>
                  <a:lnTo>
                    <a:pt x="2710" y="726"/>
                  </a:lnTo>
                  <a:close/>
                  <a:moveTo>
                    <a:pt x="2080" y="757"/>
                  </a:moveTo>
                  <a:lnTo>
                    <a:pt x="2080" y="3561"/>
                  </a:lnTo>
                  <a:cubicBezTo>
                    <a:pt x="1702" y="3719"/>
                    <a:pt x="1418" y="4065"/>
                    <a:pt x="1418" y="4538"/>
                  </a:cubicBezTo>
                  <a:lnTo>
                    <a:pt x="1418" y="7310"/>
                  </a:lnTo>
                  <a:cubicBezTo>
                    <a:pt x="1418" y="7720"/>
                    <a:pt x="1702" y="8129"/>
                    <a:pt x="2080" y="8287"/>
                  </a:cubicBezTo>
                  <a:lnTo>
                    <a:pt x="2080" y="11028"/>
                  </a:lnTo>
                  <a:cubicBezTo>
                    <a:pt x="1292" y="10870"/>
                    <a:pt x="725" y="10177"/>
                    <a:pt x="725" y="9326"/>
                  </a:cubicBezTo>
                  <a:lnTo>
                    <a:pt x="725" y="2458"/>
                  </a:lnTo>
                  <a:cubicBezTo>
                    <a:pt x="725" y="1639"/>
                    <a:pt x="1292" y="915"/>
                    <a:pt x="2080" y="757"/>
                  </a:cubicBezTo>
                  <a:close/>
                  <a:moveTo>
                    <a:pt x="3136" y="8314"/>
                  </a:moveTo>
                  <a:cubicBezTo>
                    <a:pt x="3303" y="8314"/>
                    <a:pt x="3435" y="8461"/>
                    <a:pt x="3435" y="8633"/>
                  </a:cubicBezTo>
                  <a:lnTo>
                    <a:pt x="3435" y="10681"/>
                  </a:lnTo>
                  <a:cubicBezTo>
                    <a:pt x="3435" y="10870"/>
                    <a:pt x="3277" y="11028"/>
                    <a:pt x="3088" y="11028"/>
                  </a:cubicBezTo>
                  <a:lnTo>
                    <a:pt x="2710" y="11028"/>
                  </a:lnTo>
                  <a:lnTo>
                    <a:pt x="2710" y="8318"/>
                  </a:lnTo>
                  <a:lnTo>
                    <a:pt x="3088" y="8318"/>
                  </a:lnTo>
                  <a:cubicBezTo>
                    <a:pt x="3104" y="8316"/>
                    <a:pt x="3120" y="8314"/>
                    <a:pt x="3136" y="8314"/>
                  </a:cubicBezTo>
                  <a:close/>
                  <a:moveTo>
                    <a:pt x="2395" y="1"/>
                  </a:moveTo>
                  <a:cubicBezTo>
                    <a:pt x="1072" y="1"/>
                    <a:pt x="0" y="1104"/>
                    <a:pt x="0" y="2427"/>
                  </a:cubicBezTo>
                  <a:lnTo>
                    <a:pt x="0" y="9263"/>
                  </a:lnTo>
                  <a:cubicBezTo>
                    <a:pt x="0" y="10618"/>
                    <a:pt x="1072" y="11721"/>
                    <a:pt x="2395" y="11721"/>
                  </a:cubicBezTo>
                  <a:lnTo>
                    <a:pt x="3088" y="11721"/>
                  </a:lnTo>
                  <a:cubicBezTo>
                    <a:pt x="3624" y="11721"/>
                    <a:pt x="4096" y="11248"/>
                    <a:pt x="4096" y="10681"/>
                  </a:cubicBezTo>
                  <a:lnTo>
                    <a:pt x="4096" y="8633"/>
                  </a:lnTo>
                  <a:cubicBezTo>
                    <a:pt x="4096" y="8098"/>
                    <a:pt x="3624" y="7625"/>
                    <a:pt x="3088" y="7625"/>
                  </a:cubicBezTo>
                  <a:lnTo>
                    <a:pt x="2395" y="7625"/>
                  </a:lnTo>
                  <a:cubicBezTo>
                    <a:pt x="2206" y="7625"/>
                    <a:pt x="2048" y="7468"/>
                    <a:pt x="2048" y="7247"/>
                  </a:cubicBezTo>
                  <a:lnTo>
                    <a:pt x="2048" y="4506"/>
                  </a:lnTo>
                  <a:cubicBezTo>
                    <a:pt x="2048" y="4317"/>
                    <a:pt x="2206" y="4160"/>
                    <a:pt x="2395" y="4160"/>
                  </a:cubicBezTo>
                  <a:lnTo>
                    <a:pt x="3088" y="4160"/>
                  </a:lnTo>
                  <a:cubicBezTo>
                    <a:pt x="3624" y="4160"/>
                    <a:pt x="4096" y="3687"/>
                    <a:pt x="4096" y="3120"/>
                  </a:cubicBezTo>
                  <a:lnTo>
                    <a:pt x="4096" y="1041"/>
                  </a:lnTo>
                  <a:cubicBezTo>
                    <a:pt x="4096" y="474"/>
                    <a:pt x="3624" y="1"/>
                    <a:pt x="30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846" name="Google Shape;14846;p84"/>
            <p:cNvSpPr/>
            <p:nvPr/>
          </p:nvSpPr>
          <p:spPr>
            <a:xfrm>
              <a:off x="-35305775" y="1912725"/>
              <a:ext cx="102400" cy="292250"/>
            </a:xfrm>
            <a:custGeom>
              <a:avLst/>
              <a:gdLst/>
              <a:ahLst/>
              <a:cxnLst/>
              <a:rect l="l" t="t" r="r" b="b"/>
              <a:pathLst>
                <a:path w="4096" h="11690" extrusionOk="0">
                  <a:moveTo>
                    <a:pt x="1386" y="694"/>
                  </a:moveTo>
                  <a:lnTo>
                    <a:pt x="1386" y="3435"/>
                  </a:lnTo>
                  <a:lnTo>
                    <a:pt x="1040" y="3435"/>
                  </a:lnTo>
                  <a:cubicBezTo>
                    <a:pt x="1023" y="3438"/>
                    <a:pt x="1007" y="3439"/>
                    <a:pt x="992" y="3439"/>
                  </a:cubicBezTo>
                  <a:cubicBezTo>
                    <a:pt x="825" y="3439"/>
                    <a:pt x="693" y="3293"/>
                    <a:pt x="693" y="3120"/>
                  </a:cubicBezTo>
                  <a:lnTo>
                    <a:pt x="693" y="1041"/>
                  </a:lnTo>
                  <a:cubicBezTo>
                    <a:pt x="693" y="852"/>
                    <a:pt x="851" y="694"/>
                    <a:pt x="1040" y="694"/>
                  </a:cubicBezTo>
                  <a:close/>
                  <a:moveTo>
                    <a:pt x="1386" y="8287"/>
                  </a:moveTo>
                  <a:lnTo>
                    <a:pt x="1386" y="10996"/>
                  </a:lnTo>
                  <a:lnTo>
                    <a:pt x="1040" y="10996"/>
                  </a:lnTo>
                  <a:cubicBezTo>
                    <a:pt x="851" y="10996"/>
                    <a:pt x="693" y="10839"/>
                    <a:pt x="693" y="10681"/>
                  </a:cubicBezTo>
                  <a:lnTo>
                    <a:pt x="693" y="8633"/>
                  </a:lnTo>
                  <a:cubicBezTo>
                    <a:pt x="693" y="8444"/>
                    <a:pt x="851" y="8287"/>
                    <a:pt x="1040" y="8287"/>
                  </a:cubicBezTo>
                  <a:close/>
                  <a:moveTo>
                    <a:pt x="2016" y="757"/>
                  </a:moveTo>
                  <a:cubicBezTo>
                    <a:pt x="2804" y="915"/>
                    <a:pt x="3403" y="1639"/>
                    <a:pt x="3403" y="2458"/>
                  </a:cubicBezTo>
                  <a:lnTo>
                    <a:pt x="3403" y="9295"/>
                  </a:lnTo>
                  <a:cubicBezTo>
                    <a:pt x="3403" y="10114"/>
                    <a:pt x="2804" y="10839"/>
                    <a:pt x="2016" y="10996"/>
                  </a:cubicBezTo>
                  <a:lnTo>
                    <a:pt x="2016" y="8255"/>
                  </a:lnTo>
                  <a:cubicBezTo>
                    <a:pt x="2426" y="8098"/>
                    <a:pt x="2678" y="7720"/>
                    <a:pt x="2678" y="7247"/>
                  </a:cubicBezTo>
                  <a:lnTo>
                    <a:pt x="2678" y="4506"/>
                  </a:lnTo>
                  <a:cubicBezTo>
                    <a:pt x="2678" y="4065"/>
                    <a:pt x="2426" y="3687"/>
                    <a:pt x="2016" y="3530"/>
                  </a:cubicBezTo>
                  <a:lnTo>
                    <a:pt x="2016" y="757"/>
                  </a:lnTo>
                  <a:close/>
                  <a:moveTo>
                    <a:pt x="1040" y="1"/>
                  </a:moveTo>
                  <a:cubicBezTo>
                    <a:pt x="473" y="1"/>
                    <a:pt x="0" y="474"/>
                    <a:pt x="0" y="1041"/>
                  </a:cubicBezTo>
                  <a:lnTo>
                    <a:pt x="0" y="3120"/>
                  </a:lnTo>
                  <a:cubicBezTo>
                    <a:pt x="0" y="3687"/>
                    <a:pt x="473" y="4128"/>
                    <a:pt x="1040" y="4128"/>
                  </a:cubicBezTo>
                  <a:lnTo>
                    <a:pt x="1701" y="4128"/>
                  </a:lnTo>
                  <a:cubicBezTo>
                    <a:pt x="1890" y="4128"/>
                    <a:pt x="2048" y="4286"/>
                    <a:pt x="2048" y="4506"/>
                  </a:cubicBezTo>
                  <a:lnTo>
                    <a:pt x="2048" y="7247"/>
                  </a:lnTo>
                  <a:cubicBezTo>
                    <a:pt x="2048" y="7436"/>
                    <a:pt x="1890" y="7625"/>
                    <a:pt x="1701" y="7625"/>
                  </a:cubicBezTo>
                  <a:lnTo>
                    <a:pt x="1040" y="7625"/>
                  </a:lnTo>
                  <a:cubicBezTo>
                    <a:pt x="473" y="7625"/>
                    <a:pt x="0" y="8098"/>
                    <a:pt x="0" y="8633"/>
                  </a:cubicBezTo>
                  <a:lnTo>
                    <a:pt x="0" y="10681"/>
                  </a:lnTo>
                  <a:cubicBezTo>
                    <a:pt x="0" y="11248"/>
                    <a:pt x="473" y="11689"/>
                    <a:pt x="1040" y="11689"/>
                  </a:cubicBezTo>
                  <a:lnTo>
                    <a:pt x="1701" y="11689"/>
                  </a:lnTo>
                  <a:cubicBezTo>
                    <a:pt x="3056" y="11689"/>
                    <a:pt x="4096" y="10650"/>
                    <a:pt x="4096" y="9295"/>
                  </a:cubicBezTo>
                  <a:lnTo>
                    <a:pt x="4096" y="2458"/>
                  </a:lnTo>
                  <a:cubicBezTo>
                    <a:pt x="4096" y="1104"/>
                    <a:pt x="2993" y="1"/>
                    <a:pt x="17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847" name="Google Shape;14847;p84"/>
            <p:cNvSpPr/>
            <p:nvPr/>
          </p:nvSpPr>
          <p:spPr>
            <a:xfrm>
              <a:off x="-35427875" y="2017025"/>
              <a:ext cx="155200" cy="85800"/>
            </a:xfrm>
            <a:custGeom>
              <a:avLst/>
              <a:gdLst/>
              <a:ahLst/>
              <a:cxnLst/>
              <a:rect l="l" t="t" r="r" b="b"/>
              <a:pathLst>
                <a:path w="6208" h="3432" extrusionOk="0">
                  <a:moveTo>
                    <a:pt x="4853" y="1122"/>
                  </a:moveTo>
                  <a:lnTo>
                    <a:pt x="5420" y="1657"/>
                  </a:lnTo>
                  <a:lnTo>
                    <a:pt x="4853" y="2256"/>
                  </a:lnTo>
                  <a:cubicBezTo>
                    <a:pt x="4821" y="2130"/>
                    <a:pt x="4695" y="2035"/>
                    <a:pt x="4538" y="2035"/>
                  </a:cubicBezTo>
                  <a:lnTo>
                    <a:pt x="1734" y="2035"/>
                  </a:lnTo>
                  <a:cubicBezTo>
                    <a:pt x="1576" y="2035"/>
                    <a:pt x="1482" y="2098"/>
                    <a:pt x="1419" y="2256"/>
                  </a:cubicBezTo>
                  <a:lnTo>
                    <a:pt x="883" y="1657"/>
                  </a:lnTo>
                  <a:lnTo>
                    <a:pt x="1419" y="1122"/>
                  </a:lnTo>
                  <a:cubicBezTo>
                    <a:pt x="1482" y="1248"/>
                    <a:pt x="1576" y="1342"/>
                    <a:pt x="1734" y="1342"/>
                  </a:cubicBezTo>
                  <a:lnTo>
                    <a:pt x="4538" y="1342"/>
                  </a:lnTo>
                  <a:cubicBezTo>
                    <a:pt x="4695" y="1342"/>
                    <a:pt x="4821" y="1279"/>
                    <a:pt x="4853" y="1122"/>
                  </a:cubicBezTo>
                  <a:close/>
                  <a:moveTo>
                    <a:pt x="1715" y="0"/>
                  </a:moveTo>
                  <a:cubicBezTo>
                    <a:pt x="1631" y="0"/>
                    <a:pt x="1553" y="22"/>
                    <a:pt x="1513" y="82"/>
                  </a:cubicBezTo>
                  <a:lnTo>
                    <a:pt x="127" y="1468"/>
                  </a:lnTo>
                  <a:cubicBezTo>
                    <a:pt x="1" y="1594"/>
                    <a:pt x="1" y="1783"/>
                    <a:pt x="127" y="1941"/>
                  </a:cubicBezTo>
                  <a:lnTo>
                    <a:pt x="1513" y="3327"/>
                  </a:lnTo>
                  <a:cubicBezTo>
                    <a:pt x="1550" y="3401"/>
                    <a:pt x="1619" y="3432"/>
                    <a:pt x="1696" y="3432"/>
                  </a:cubicBezTo>
                  <a:cubicBezTo>
                    <a:pt x="1750" y="3432"/>
                    <a:pt x="1807" y="3416"/>
                    <a:pt x="1860" y="3390"/>
                  </a:cubicBezTo>
                  <a:cubicBezTo>
                    <a:pt x="1986" y="3359"/>
                    <a:pt x="2049" y="3201"/>
                    <a:pt x="2049" y="3075"/>
                  </a:cubicBezTo>
                  <a:lnTo>
                    <a:pt x="2049" y="2729"/>
                  </a:lnTo>
                  <a:lnTo>
                    <a:pt x="4160" y="2729"/>
                  </a:lnTo>
                  <a:lnTo>
                    <a:pt x="4160" y="3075"/>
                  </a:lnTo>
                  <a:cubicBezTo>
                    <a:pt x="4160" y="3233"/>
                    <a:pt x="4223" y="3359"/>
                    <a:pt x="4349" y="3390"/>
                  </a:cubicBezTo>
                  <a:cubicBezTo>
                    <a:pt x="4401" y="3416"/>
                    <a:pt x="4458" y="3432"/>
                    <a:pt x="4512" y="3432"/>
                  </a:cubicBezTo>
                  <a:cubicBezTo>
                    <a:pt x="4589" y="3432"/>
                    <a:pt x="4658" y="3401"/>
                    <a:pt x="4695" y="3327"/>
                  </a:cubicBezTo>
                  <a:lnTo>
                    <a:pt x="6081" y="1941"/>
                  </a:lnTo>
                  <a:cubicBezTo>
                    <a:pt x="6207" y="1815"/>
                    <a:pt x="6207" y="1594"/>
                    <a:pt x="6081" y="1468"/>
                  </a:cubicBezTo>
                  <a:lnTo>
                    <a:pt x="4695" y="82"/>
                  </a:lnTo>
                  <a:cubicBezTo>
                    <a:pt x="4649" y="36"/>
                    <a:pt x="4552" y="7"/>
                    <a:pt x="4454" y="7"/>
                  </a:cubicBezTo>
                  <a:cubicBezTo>
                    <a:pt x="4418" y="7"/>
                    <a:pt x="4382" y="11"/>
                    <a:pt x="4349" y="19"/>
                  </a:cubicBezTo>
                  <a:cubicBezTo>
                    <a:pt x="4223" y="51"/>
                    <a:pt x="4160" y="208"/>
                    <a:pt x="4160" y="334"/>
                  </a:cubicBezTo>
                  <a:lnTo>
                    <a:pt x="4160" y="681"/>
                  </a:lnTo>
                  <a:lnTo>
                    <a:pt x="2049" y="681"/>
                  </a:lnTo>
                  <a:lnTo>
                    <a:pt x="2049" y="334"/>
                  </a:lnTo>
                  <a:cubicBezTo>
                    <a:pt x="2049" y="177"/>
                    <a:pt x="1986" y="51"/>
                    <a:pt x="1860" y="19"/>
                  </a:cubicBezTo>
                  <a:cubicBezTo>
                    <a:pt x="1814" y="8"/>
                    <a:pt x="1763" y="0"/>
                    <a:pt x="17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4848" name="Google Shape;14848;p84"/>
          <p:cNvSpPr/>
          <p:nvPr/>
        </p:nvSpPr>
        <p:spPr>
          <a:xfrm>
            <a:off x="1295266" y="1765962"/>
            <a:ext cx="356438" cy="354527"/>
          </a:xfrm>
          <a:custGeom>
            <a:avLst/>
            <a:gdLst/>
            <a:ahLst/>
            <a:cxnLst/>
            <a:rect l="l" t="t" r="r" b="b"/>
            <a:pathLst>
              <a:path w="11752" h="11689" extrusionOk="0">
                <a:moveTo>
                  <a:pt x="5860" y="662"/>
                </a:moveTo>
                <a:cubicBezTo>
                  <a:pt x="6427" y="662"/>
                  <a:pt x="6900" y="1135"/>
                  <a:pt x="6900" y="1670"/>
                </a:cubicBezTo>
                <a:cubicBezTo>
                  <a:pt x="6900" y="2238"/>
                  <a:pt x="6427" y="2710"/>
                  <a:pt x="5860" y="2710"/>
                </a:cubicBezTo>
                <a:cubicBezTo>
                  <a:pt x="5293" y="2710"/>
                  <a:pt x="4821" y="2238"/>
                  <a:pt x="4821" y="1670"/>
                </a:cubicBezTo>
                <a:cubicBezTo>
                  <a:pt x="4821" y="1135"/>
                  <a:pt x="5293" y="662"/>
                  <a:pt x="5860" y="662"/>
                </a:cubicBezTo>
                <a:close/>
                <a:moveTo>
                  <a:pt x="5860" y="3372"/>
                </a:moveTo>
                <a:cubicBezTo>
                  <a:pt x="7058" y="3403"/>
                  <a:pt x="8034" y="4317"/>
                  <a:pt x="8223" y="5451"/>
                </a:cubicBezTo>
                <a:lnTo>
                  <a:pt x="3466" y="5451"/>
                </a:lnTo>
                <a:cubicBezTo>
                  <a:pt x="3624" y="4285"/>
                  <a:pt x="4663" y="3372"/>
                  <a:pt x="5860" y="3372"/>
                </a:cubicBezTo>
                <a:close/>
                <a:moveTo>
                  <a:pt x="9420" y="7562"/>
                </a:moveTo>
                <a:cubicBezTo>
                  <a:pt x="9956" y="7562"/>
                  <a:pt x="10429" y="7814"/>
                  <a:pt x="10744" y="8223"/>
                </a:cubicBezTo>
                <a:lnTo>
                  <a:pt x="10082" y="8223"/>
                </a:lnTo>
                <a:cubicBezTo>
                  <a:pt x="9546" y="8223"/>
                  <a:pt x="9074" y="8696"/>
                  <a:pt x="9074" y="9232"/>
                </a:cubicBezTo>
                <a:cubicBezTo>
                  <a:pt x="9074" y="9799"/>
                  <a:pt x="9546" y="10271"/>
                  <a:pt x="10082" y="10271"/>
                </a:cubicBezTo>
                <a:lnTo>
                  <a:pt x="10744" y="10271"/>
                </a:lnTo>
                <a:cubicBezTo>
                  <a:pt x="10429" y="10712"/>
                  <a:pt x="9925" y="10933"/>
                  <a:pt x="9420" y="10933"/>
                </a:cubicBezTo>
                <a:cubicBezTo>
                  <a:pt x="8696" y="10933"/>
                  <a:pt x="8034" y="10460"/>
                  <a:pt x="7814" y="9799"/>
                </a:cubicBezTo>
                <a:cubicBezTo>
                  <a:pt x="7751" y="9673"/>
                  <a:pt x="7593" y="9547"/>
                  <a:pt x="7499" y="9547"/>
                </a:cubicBezTo>
                <a:lnTo>
                  <a:pt x="4222" y="9547"/>
                </a:lnTo>
                <a:cubicBezTo>
                  <a:pt x="4065" y="9547"/>
                  <a:pt x="3939" y="9641"/>
                  <a:pt x="3907" y="9799"/>
                </a:cubicBezTo>
                <a:cubicBezTo>
                  <a:pt x="3655" y="10460"/>
                  <a:pt x="2993" y="10933"/>
                  <a:pt x="2300" y="10933"/>
                </a:cubicBezTo>
                <a:cubicBezTo>
                  <a:pt x="1733" y="10933"/>
                  <a:pt x="1261" y="10649"/>
                  <a:pt x="914" y="10271"/>
                </a:cubicBezTo>
                <a:lnTo>
                  <a:pt x="1576" y="10271"/>
                </a:lnTo>
                <a:cubicBezTo>
                  <a:pt x="2143" y="10271"/>
                  <a:pt x="2615" y="9799"/>
                  <a:pt x="2615" y="9232"/>
                </a:cubicBezTo>
                <a:cubicBezTo>
                  <a:pt x="2615" y="8696"/>
                  <a:pt x="2143" y="8223"/>
                  <a:pt x="1576" y="8223"/>
                </a:cubicBezTo>
                <a:lnTo>
                  <a:pt x="914" y="8223"/>
                </a:lnTo>
                <a:cubicBezTo>
                  <a:pt x="1229" y="7782"/>
                  <a:pt x="1733" y="7562"/>
                  <a:pt x="2300" y="7562"/>
                </a:cubicBezTo>
                <a:cubicBezTo>
                  <a:pt x="2993" y="7562"/>
                  <a:pt x="3655" y="8034"/>
                  <a:pt x="3907" y="8696"/>
                </a:cubicBezTo>
                <a:cubicBezTo>
                  <a:pt x="3939" y="8822"/>
                  <a:pt x="4096" y="8917"/>
                  <a:pt x="4222" y="8917"/>
                </a:cubicBezTo>
                <a:lnTo>
                  <a:pt x="7499" y="8917"/>
                </a:lnTo>
                <a:cubicBezTo>
                  <a:pt x="7656" y="8917"/>
                  <a:pt x="7751" y="8854"/>
                  <a:pt x="7814" y="8696"/>
                </a:cubicBezTo>
                <a:cubicBezTo>
                  <a:pt x="8034" y="8034"/>
                  <a:pt x="8727" y="7562"/>
                  <a:pt x="9420" y="7562"/>
                </a:cubicBezTo>
                <a:close/>
                <a:moveTo>
                  <a:pt x="5860" y="1"/>
                </a:moveTo>
                <a:cubicBezTo>
                  <a:pt x="4915" y="1"/>
                  <a:pt x="4128" y="725"/>
                  <a:pt x="4128" y="1670"/>
                </a:cubicBezTo>
                <a:cubicBezTo>
                  <a:pt x="4128" y="2143"/>
                  <a:pt x="4348" y="2584"/>
                  <a:pt x="4663" y="2899"/>
                </a:cubicBezTo>
                <a:lnTo>
                  <a:pt x="4695" y="2931"/>
                </a:lnTo>
                <a:cubicBezTo>
                  <a:pt x="3592" y="3372"/>
                  <a:pt x="2773" y="4474"/>
                  <a:pt x="2773" y="5829"/>
                </a:cubicBezTo>
                <a:cubicBezTo>
                  <a:pt x="2773" y="6018"/>
                  <a:pt x="2930" y="6176"/>
                  <a:pt x="3119" y="6176"/>
                </a:cubicBezTo>
                <a:lnTo>
                  <a:pt x="5514" y="6176"/>
                </a:lnTo>
                <a:lnTo>
                  <a:pt x="5514" y="8255"/>
                </a:lnTo>
                <a:lnTo>
                  <a:pt x="4443" y="8255"/>
                </a:lnTo>
                <a:cubicBezTo>
                  <a:pt x="4065" y="7436"/>
                  <a:pt x="3245" y="6869"/>
                  <a:pt x="2300" y="6869"/>
                </a:cubicBezTo>
                <a:cubicBezTo>
                  <a:pt x="1261" y="6869"/>
                  <a:pt x="410" y="7499"/>
                  <a:pt x="32" y="8444"/>
                </a:cubicBezTo>
                <a:cubicBezTo>
                  <a:pt x="0" y="8570"/>
                  <a:pt x="0" y="8696"/>
                  <a:pt x="95" y="8759"/>
                </a:cubicBezTo>
                <a:cubicBezTo>
                  <a:pt x="158" y="8854"/>
                  <a:pt x="253" y="8917"/>
                  <a:pt x="347" y="8917"/>
                </a:cubicBezTo>
                <a:lnTo>
                  <a:pt x="1607" y="8917"/>
                </a:lnTo>
                <a:cubicBezTo>
                  <a:pt x="1828" y="8917"/>
                  <a:pt x="1985" y="9074"/>
                  <a:pt x="1985" y="9295"/>
                </a:cubicBezTo>
                <a:cubicBezTo>
                  <a:pt x="1985" y="9484"/>
                  <a:pt x="1828" y="9641"/>
                  <a:pt x="1607" y="9641"/>
                </a:cubicBezTo>
                <a:lnTo>
                  <a:pt x="347" y="9641"/>
                </a:lnTo>
                <a:cubicBezTo>
                  <a:pt x="253" y="9641"/>
                  <a:pt x="158" y="9673"/>
                  <a:pt x="95" y="9799"/>
                </a:cubicBezTo>
                <a:cubicBezTo>
                  <a:pt x="0" y="9862"/>
                  <a:pt x="0" y="9988"/>
                  <a:pt x="32" y="10114"/>
                </a:cubicBezTo>
                <a:cubicBezTo>
                  <a:pt x="410" y="11059"/>
                  <a:pt x="1292" y="11689"/>
                  <a:pt x="2300" y="11689"/>
                </a:cubicBezTo>
                <a:cubicBezTo>
                  <a:pt x="3182" y="11689"/>
                  <a:pt x="4065" y="11122"/>
                  <a:pt x="4443" y="10303"/>
                </a:cubicBezTo>
                <a:lnTo>
                  <a:pt x="7278" y="10303"/>
                </a:lnTo>
                <a:cubicBezTo>
                  <a:pt x="7688" y="11122"/>
                  <a:pt x="8507" y="11689"/>
                  <a:pt x="9452" y="11689"/>
                </a:cubicBezTo>
                <a:cubicBezTo>
                  <a:pt x="10492" y="11689"/>
                  <a:pt x="11342" y="11059"/>
                  <a:pt x="11689" y="10114"/>
                </a:cubicBezTo>
                <a:cubicBezTo>
                  <a:pt x="11752" y="9988"/>
                  <a:pt x="11752" y="9862"/>
                  <a:pt x="11657" y="9799"/>
                </a:cubicBezTo>
                <a:cubicBezTo>
                  <a:pt x="11594" y="9704"/>
                  <a:pt x="11500" y="9641"/>
                  <a:pt x="11374" y="9641"/>
                </a:cubicBezTo>
                <a:lnTo>
                  <a:pt x="10114" y="9641"/>
                </a:lnTo>
                <a:cubicBezTo>
                  <a:pt x="9925" y="9641"/>
                  <a:pt x="9767" y="9484"/>
                  <a:pt x="9767" y="9295"/>
                </a:cubicBezTo>
                <a:cubicBezTo>
                  <a:pt x="9767" y="9074"/>
                  <a:pt x="9925" y="8917"/>
                  <a:pt x="10114" y="8917"/>
                </a:cubicBezTo>
                <a:lnTo>
                  <a:pt x="11374" y="8917"/>
                </a:lnTo>
                <a:cubicBezTo>
                  <a:pt x="11500" y="8917"/>
                  <a:pt x="11594" y="8885"/>
                  <a:pt x="11657" y="8759"/>
                </a:cubicBezTo>
                <a:cubicBezTo>
                  <a:pt x="11752" y="8696"/>
                  <a:pt x="11752" y="8570"/>
                  <a:pt x="11689" y="8444"/>
                </a:cubicBezTo>
                <a:cubicBezTo>
                  <a:pt x="11342" y="7499"/>
                  <a:pt x="10429" y="6869"/>
                  <a:pt x="9452" y="6869"/>
                </a:cubicBezTo>
                <a:cubicBezTo>
                  <a:pt x="8538" y="6869"/>
                  <a:pt x="7688" y="7436"/>
                  <a:pt x="7278" y="8255"/>
                </a:cubicBezTo>
                <a:lnTo>
                  <a:pt x="6238" y="8255"/>
                </a:lnTo>
                <a:lnTo>
                  <a:pt x="6238" y="6176"/>
                </a:lnTo>
                <a:lnTo>
                  <a:pt x="8633" y="6176"/>
                </a:lnTo>
                <a:cubicBezTo>
                  <a:pt x="8822" y="6176"/>
                  <a:pt x="8979" y="6018"/>
                  <a:pt x="8979" y="5829"/>
                </a:cubicBezTo>
                <a:cubicBezTo>
                  <a:pt x="8979" y="4506"/>
                  <a:pt x="8192" y="3403"/>
                  <a:pt x="7058" y="2931"/>
                </a:cubicBezTo>
                <a:cubicBezTo>
                  <a:pt x="7341" y="2616"/>
                  <a:pt x="7562" y="2175"/>
                  <a:pt x="7562" y="1670"/>
                </a:cubicBezTo>
                <a:cubicBezTo>
                  <a:pt x="7562" y="725"/>
                  <a:pt x="6806" y="1"/>
                  <a:pt x="5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4849" name="Google Shape;14849;p84"/>
          <p:cNvGrpSpPr/>
          <p:nvPr/>
        </p:nvGrpSpPr>
        <p:grpSpPr>
          <a:xfrm>
            <a:off x="1299432" y="2221307"/>
            <a:ext cx="354527" cy="353587"/>
            <a:chOff x="-35495600" y="2631825"/>
            <a:chExt cx="292225" cy="291450"/>
          </a:xfrm>
        </p:grpSpPr>
        <p:sp>
          <p:nvSpPr>
            <p:cNvPr id="14850" name="Google Shape;14850;p84"/>
            <p:cNvSpPr/>
            <p:nvPr/>
          </p:nvSpPr>
          <p:spPr>
            <a:xfrm>
              <a:off x="-35495600" y="2735025"/>
              <a:ext cx="137075" cy="188250"/>
            </a:xfrm>
            <a:custGeom>
              <a:avLst/>
              <a:gdLst/>
              <a:ahLst/>
              <a:cxnLst/>
              <a:rect l="l" t="t" r="r" b="b"/>
              <a:pathLst>
                <a:path w="5483" h="7530" extrusionOk="0">
                  <a:moveTo>
                    <a:pt x="4443" y="662"/>
                  </a:moveTo>
                  <a:cubicBezTo>
                    <a:pt x="4663" y="662"/>
                    <a:pt x="4821" y="819"/>
                    <a:pt x="4821" y="1040"/>
                  </a:cubicBezTo>
                  <a:lnTo>
                    <a:pt x="4821" y="1386"/>
                  </a:lnTo>
                  <a:lnTo>
                    <a:pt x="662" y="1386"/>
                  </a:lnTo>
                  <a:lnTo>
                    <a:pt x="662" y="1040"/>
                  </a:lnTo>
                  <a:cubicBezTo>
                    <a:pt x="725" y="819"/>
                    <a:pt x="820" y="662"/>
                    <a:pt x="1040" y="662"/>
                  </a:cubicBezTo>
                  <a:close/>
                  <a:moveTo>
                    <a:pt x="4821" y="2048"/>
                  </a:moveTo>
                  <a:lnTo>
                    <a:pt x="4821" y="5482"/>
                  </a:lnTo>
                  <a:lnTo>
                    <a:pt x="662" y="5482"/>
                  </a:lnTo>
                  <a:lnTo>
                    <a:pt x="662" y="2048"/>
                  </a:lnTo>
                  <a:close/>
                  <a:moveTo>
                    <a:pt x="4852" y="6143"/>
                  </a:moveTo>
                  <a:lnTo>
                    <a:pt x="4852" y="6490"/>
                  </a:lnTo>
                  <a:cubicBezTo>
                    <a:pt x="4821" y="6711"/>
                    <a:pt x="4663" y="6868"/>
                    <a:pt x="4506" y="6868"/>
                  </a:cubicBezTo>
                  <a:lnTo>
                    <a:pt x="1072" y="6868"/>
                  </a:lnTo>
                  <a:cubicBezTo>
                    <a:pt x="883" y="6868"/>
                    <a:pt x="725" y="6711"/>
                    <a:pt x="725" y="6490"/>
                  </a:cubicBezTo>
                  <a:lnTo>
                    <a:pt x="725" y="6143"/>
                  </a:lnTo>
                  <a:close/>
                  <a:moveTo>
                    <a:pt x="1040" y="0"/>
                  </a:moveTo>
                  <a:cubicBezTo>
                    <a:pt x="473" y="0"/>
                    <a:pt x="0" y="473"/>
                    <a:pt x="0" y="1040"/>
                  </a:cubicBezTo>
                  <a:lnTo>
                    <a:pt x="0" y="6490"/>
                  </a:lnTo>
                  <a:cubicBezTo>
                    <a:pt x="0" y="7057"/>
                    <a:pt x="473" y="7530"/>
                    <a:pt x="1040" y="7530"/>
                  </a:cubicBezTo>
                  <a:lnTo>
                    <a:pt x="4443" y="7530"/>
                  </a:lnTo>
                  <a:cubicBezTo>
                    <a:pt x="5010" y="7530"/>
                    <a:pt x="5482" y="7057"/>
                    <a:pt x="5482" y="6490"/>
                  </a:cubicBezTo>
                  <a:lnTo>
                    <a:pt x="5482" y="1040"/>
                  </a:lnTo>
                  <a:cubicBezTo>
                    <a:pt x="5482" y="473"/>
                    <a:pt x="5010"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851" name="Google Shape;14851;p84"/>
            <p:cNvSpPr/>
            <p:nvPr/>
          </p:nvSpPr>
          <p:spPr>
            <a:xfrm>
              <a:off x="-35339650" y="2631825"/>
              <a:ext cx="136275" cy="188275"/>
            </a:xfrm>
            <a:custGeom>
              <a:avLst/>
              <a:gdLst/>
              <a:ahLst/>
              <a:cxnLst/>
              <a:rect l="l" t="t" r="r" b="b"/>
              <a:pathLst>
                <a:path w="5451" h="7531" extrusionOk="0">
                  <a:moveTo>
                    <a:pt x="4411" y="662"/>
                  </a:moveTo>
                  <a:cubicBezTo>
                    <a:pt x="4600" y="662"/>
                    <a:pt x="4758" y="820"/>
                    <a:pt x="4758" y="1009"/>
                  </a:cubicBezTo>
                  <a:lnTo>
                    <a:pt x="4758" y="1387"/>
                  </a:lnTo>
                  <a:lnTo>
                    <a:pt x="631" y="1387"/>
                  </a:lnTo>
                  <a:lnTo>
                    <a:pt x="631" y="1009"/>
                  </a:lnTo>
                  <a:cubicBezTo>
                    <a:pt x="631" y="820"/>
                    <a:pt x="788" y="662"/>
                    <a:pt x="977" y="662"/>
                  </a:cubicBezTo>
                  <a:close/>
                  <a:moveTo>
                    <a:pt x="4758" y="2049"/>
                  </a:moveTo>
                  <a:lnTo>
                    <a:pt x="4758" y="5483"/>
                  </a:lnTo>
                  <a:lnTo>
                    <a:pt x="631" y="5483"/>
                  </a:lnTo>
                  <a:lnTo>
                    <a:pt x="631" y="2049"/>
                  </a:lnTo>
                  <a:close/>
                  <a:moveTo>
                    <a:pt x="4789" y="6144"/>
                  </a:moveTo>
                  <a:lnTo>
                    <a:pt x="4789" y="6491"/>
                  </a:lnTo>
                  <a:cubicBezTo>
                    <a:pt x="4758" y="6680"/>
                    <a:pt x="4600" y="6837"/>
                    <a:pt x="4443" y="6837"/>
                  </a:cubicBezTo>
                  <a:lnTo>
                    <a:pt x="1009" y="6837"/>
                  </a:lnTo>
                  <a:cubicBezTo>
                    <a:pt x="820" y="6837"/>
                    <a:pt x="662" y="6680"/>
                    <a:pt x="662" y="6491"/>
                  </a:cubicBezTo>
                  <a:lnTo>
                    <a:pt x="662" y="6144"/>
                  </a:lnTo>
                  <a:close/>
                  <a:moveTo>
                    <a:pt x="1009" y="1"/>
                  </a:moveTo>
                  <a:cubicBezTo>
                    <a:pt x="473" y="1"/>
                    <a:pt x="0" y="473"/>
                    <a:pt x="0" y="1009"/>
                  </a:cubicBezTo>
                  <a:lnTo>
                    <a:pt x="0" y="6491"/>
                  </a:lnTo>
                  <a:cubicBezTo>
                    <a:pt x="0" y="7058"/>
                    <a:pt x="473" y="7531"/>
                    <a:pt x="1009" y="7531"/>
                  </a:cubicBezTo>
                  <a:lnTo>
                    <a:pt x="4443" y="7531"/>
                  </a:lnTo>
                  <a:cubicBezTo>
                    <a:pt x="4978" y="7531"/>
                    <a:pt x="5451" y="7058"/>
                    <a:pt x="5451" y="6491"/>
                  </a:cubicBezTo>
                  <a:lnTo>
                    <a:pt x="5451" y="1009"/>
                  </a:lnTo>
                  <a:cubicBezTo>
                    <a:pt x="5451" y="442"/>
                    <a:pt x="4978" y="1"/>
                    <a:pt x="44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852" name="Google Shape;14852;p84"/>
            <p:cNvSpPr/>
            <p:nvPr/>
          </p:nvSpPr>
          <p:spPr>
            <a:xfrm>
              <a:off x="-35341225" y="2836625"/>
              <a:ext cx="85075" cy="84500"/>
            </a:xfrm>
            <a:custGeom>
              <a:avLst/>
              <a:gdLst/>
              <a:ahLst/>
              <a:cxnLst/>
              <a:rect l="l" t="t" r="r" b="b"/>
              <a:pathLst>
                <a:path w="3403" h="3380" extrusionOk="0">
                  <a:moveTo>
                    <a:pt x="3056" y="0"/>
                  </a:moveTo>
                  <a:cubicBezTo>
                    <a:pt x="2836" y="0"/>
                    <a:pt x="2678" y="158"/>
                    <a:pt x="2678" y="347"/>
                  </a:cubicBezTo>
                  <a:lnTo>
                    <a:pt x="2678" y="1008"/>
                  </a:lnTo>
                  <a:cubicBezTo>
                    <a:pt x="2678" y="1575"/>
                    <a:pt x="2206" y="2048"/>
                    <a:pt x="1670" y="2048"/>
                  </a:cubicBezTo>
                  <a:lnTo>
                    <a:pt x="1103" y="2048"/>
                  </a:lnTo>
                  <a:lnTo>
                    <a:pt x="1229" y="1922"/>
                  </a:lnTo>
                  <a:cubicBezTo>
                    <a:pt x="1418" y="1859"/>
                    <a:pt x="1418" y="1638"/>
                    <a:pt x="1261" y="1481"/>
                  </a:cubicBezTo>
                  <a:cubicBezTo>
                    <a:pt x="1213" y="1418"/>
                    <a:pt x="1127" y="1386"/>
                    <a:pt x="1036" y="1386"/>
                  </a:cubicBezTo>
                  <a:cubicBezTo>
                    <a:pt x="946" y="1386"/>
                    <a:pt x="851" y="1418"/>
                    <a:pt x="788" y="1481"/>
                  </a:cubicBezTo>
                  <a:lnTo>
                    <a:pt x="126" y="2142"/>
                  </a:lnTo>
                  <a:cubicBezTo>
                    <a:pt x="0" y="2268"/>
                    <a:pt x="0" y="2521"/>
                    <a:pt x="126" y="2615"/>
                  </a:cubicBezTo>
                  <a:lnTo>
                    <a:pt x="788" y="3308"/>
                  </a:lnTo>
                  <a:cubicBezTo>
                    <a:pt x="851" y="3355"/>
                    <a:pt x="946" y="3379"/>
                    <a:pt x="1036" y="3379"/>
                  </a:cubicBezTo>
                  <a:cubicBezTo>
                    <a:pt x="1127" y="3379"/>
                    <a:pt x="1213" y="3355"/>
                    <a:pt x="1261" y="3308"/>
                  </a:cubicBezTo>
                  <a:cubicBezTo>
                    <a:pt x="1387" y="3182"/>
                    <a:pt x="1387" y="2930"/>
                    <a:pt x="1261" y="2836"/>
                  </a:cubicBezTo>
                  <a:lnTo>
                    <a:pt x="1166" y="2710"/>
                  </a:lnTo>
                  <a:lnTo>
                    <a:pt x="1702" y="2710"/>
                  </a:lnTo>
                  <a:cubicBezTo>
                    <a:pt x="2647" y="2710"/>
                    <a:pt x="3403" y="1953"/>
                    <a:pt x="3403" y="1008"/>
                  </a:cubicBezTo>
                  <a:lnTo>
                    <a:pt x="3403" y="347"/>
                  </a:lnTo>
                  <a:cubicBezTo>
                    <a:pt x="3403" y="158"/>
                    <a:pt x="3245" y="0"/>
                    <a:pt x="3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853" name="Google Shape;14853;p84"/>
            <p:cNvSpPr/>
            <p:nvPr/>
          </p:nvSpPr>
          <p:spPr>
            <a:xfrm>
              <a:off x="-35442050" y="2632625"/>
              <a:ext cx="84300" cy="85075"/>
            </a:xfrm>
            <a:custGeom>
              <a:avLst/>
              <a:gdLst/>
              <a:ahLst/>
              <a:cxnLst/>
              <a:rect l="l" t="t" r="r" b="b"/>
              <a:pathLst>
                <a:path w="3372" h="3403" extrusionOk="0">
                  <a:moveTo>
                    <a:pt x="2348" y="0"/>
                  </a:moveTo>
                  <a:cubicBezTo>
                    <a:pt x="2261" y="0"/>
                    <a:pt x="2175" y="32"/>
                    <a:pt x="2112" y="95"/>
                  </a:cubicBezTo>
                  <a:cubicBezTo>
                    <a:pt x="1986" y="189"/>
                    <a:pt x="1986" y="441"/>
                    <a:pt x="2112" y="567"/>
                  </a:cubicBezTo>
                  <a:lnTo>
                    <a:pt x="2238" y="662"/>
                  </a:lnTo>
                  <a:lnTo>
                    <a:pt x="1671" y="662"/>
                  </a:lnTo>
                  <a:cubicBezTo>
                    <a:pt x="725" y="662"/>
                    <a:pt x="1" y="1418"/>
                    <a:pt x="1" y="2363"/>
                  </a:cubicBezTo>
                  <a:lnTo>
                    <a:pt x="1" y="3025"/>
                  </a:lnTo>
                  <a:cubicBezTo>
                    <a:pt x="1" y="3245"/>
                    <a:pt x="158" y="3403"/>
                    <a:pt x="347" y="3403"/>
                  </a:cubicBezTo>
                  <a:cubicBezTo>
                    <a:pt x="536" y="3403"/>
                    <a:pt x="694" y="3245"/>
                    <a:pt x="694" y="3025"/>
                  </a:cubicBezTo>
                  <a:lnTo>
                    <a:pt x="694" y="2363"/>
                  </a:lnTo>
                  <a:cubicBezTo>
                    <a:pt x="694" y="1828"/>
                    <a:pt x="1166" y="1355"/>
                    <a:pt x="1734" y="1355"/>
                  </a:cubicBezTo>
                  <a:lnTo>
                    <a:pt x="2269" y="1355"/>
                  </a:lnTo>
                  <a:lnTo>
                    <a:pt x="2143" y="1450"/>
                  </a:lnTo>
                  <a:cubicBezTo>
                    <a:pt x="1954" y="1544"/>
                    <a:pt x="1954" y="1765"/>
                    <a:pt x="2112" y="1891"/>
                  </a:cubicBezTo>
                  <a:cubicBezTo>
                    <a:pt x="2175" y="1954"/>
                    <a:pt x="2261" y="1985"/>
                    <a:pt x="2348" y="1985"/>
                  </a:cubicBezTo>
                  <a:cubicBezTo>
                    <a:pt x="2435" y="1985"/>
                    <a:pt x="2521" y="1954"/>
                    <a:pt x="2584" y="1891"/>
                  </a:cubicBezTo>
                  <a:lnTo>
                    <a:pt x="3246" y="1229"/>
                  </a:lnTo>
                  <a:cubicBezTo>
                    <a:pt x="3372" y="1103"/>
                    <a:pt x="3372" y="883"/>
                    <a:pt x="3246" y="756"/>
                  </a:cubicBezTo>
                  <a:lnTo>
                    <a:pt x="2584" y="95"/>
                  </a:lnTo>
                  <a:cubicBezTo>
                    <a:pt x="2521" y="32"/>
                    <a:pt x="2435" y="0"/>
                    <a:pt x="23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854" name="Google Shape;14854;p84"/>
          <p:cNvGrpSpPr/>
          <p:nvPr/>
        </p:nvGrpSpPr>
        <p:grpSpPr>
          <a:xfrm>
            <a:off x="3537081" y="1307714"/>
            <a:ext cx="353587" cy="353587"/>
            <a:chOff x="-33673825" y="1916675"/>
            <a:chExt cx="291450" cy="291450"/>
          </a:xfrm>
        </p:grpSpPr>
        <p:sp>
          <p:nvSpPr>
            <p:cNvPr id="14855" name="Google Shape;14855;p84"/>
            <p:cNvSpPr/>
            <p:nvPr/>
          </p:nvSpPr>
          <p:spPr>
            <a:xfrm>
              <a:off x="-33486375" y="1950550"/>
              <a:ext cx="85875" cy="85075"/>
            </a:xfrm>
            <a:custGeom>
              <a:avLst/>
              <a:gdLst/>
              <a:ahLst/>
              <a:cxnLst/>
              <a:rect l="l" t="t" r="r" b="b"/>
              <a:pathLst>
                <a:path w="3435" h="3403" extrusionOk="0">
                  <a:moveTo>
                    <a:pt x="379" y="0"/>
                  </a:moveTo>
                  <a:cubicBezTo>
                    <a:pt x="158" y="0"/>
                    <a:pt x="1" y="158"/>
                    <a:pt x="1" y="347"/>
                  </a:cubicBezTo>
                  <a:cubicBezTo>
                    <a:pt x="1" y="536"/>
                    <a:pt x="158" y="693"/>
                    <a:pt x="379" y="693"/>
                  </a:cubicBezTo>
                  <a:lnTo>
                    <a:pt x="1072" y="693"/>
                  </a:lnTo>
                  <a:cubicBezTo>
                    <a:pt x="1639" y="693"/>
                    <a:pt x="2111" y="1166"/>
                    <a:pt x="2111" y="1733"/>
                  </a:cubicBezTo>
                  <a:lnTo>
                    <a:pt x="2111" y="2269"/>
                  </a:lnTo>
                  <a:lnTo>
                    <a:pt x="1985" y="2174"/>
                  </a:lnTo>
                  <a:cubicBezTo>
                    <a:pt x="1922" y="2111"/>
                    <a:pt x="1836" y="2080"/>
                    <a:pt x="1749" y="2080"/>
                  </a:cubicBezTo>
                  <a:cubicBezTo>
                    <a:pt x="1663" y="2080"/>
                    <a:pt x="1576" y="2111"/>
                    <a:pt x="1513" y="2174"/>
                  </a:cubicBezTo>
                  <a:cubicBezTo>
                    <a:pt x="1387" y="2269"/>
                    <a:pt x="1387" y="2521"/>
                    <a:pt x="1513" y="2647"/>
                  </a:cubicBezTo>
                  <a:lnTo>
                    <a:pt x="2174" y="3308"/>
                  </a:lnTo>
                  <a:cubicBezTo>
                    <a:pt x="2237" y="3371"/>
                    <a:pt x="2324" y="3403"/>
                    <a:pt x="2411" y="3403"/>
                  </a:cubicBezTo>
                  <a:cubicBezTo>
                    <a:pt x="2497" y="3403"/>
                    <a:pt x="2584" y="3371"/>
                    <a:pt x="2647" y="3308"/>
                  </a:cubicBezTo>
                  <a:lnTo>
                    <a:pt x="3309" y="2647"/>
                  </a:lnTo>
                  <a:cubicBezTo>
                    <a:pt x="3435" y="2521"/>
                    <a:pt x="3435" y="2269"/>
                    <a:pt x="3309" y="2174"/>
                  </a:cubicBezTo>
                  <a:cubicBezTo>
                    <a:pt x="3261" y="2111"/>
                    <a:pt x="3175" y="2080"/>
                    <a:pt x="3084" y="2080"/>
                  </a:cubicBezTo>
                  <a:cubicBezTo>
                    <a:pt x="2994" y="2080"/>
                    <a:pt x="2899" y="2111"/>
                    <a:pt x="2836" y="2174"/>
                  </a:cubicBezTo>
                  <a:lnTo>
                    <a:pt x="2742" y="2269"/>
                  </a:lnTo>
                  <a:lnTo>
                    <a:pt x="2742" y="1733"/>
                  </a:lnTo>
                  <a:cubicBezTo>
                    <a:pt x="2773" y="788"/>
                    <a:pt x="1985"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856" name="Google Shape;14856;p84"/>
            <p:cNvSpPr/>
            <p:nvPr/>
          </p:nvSpPr>
          <p:spPr>
            <a:xfrm>
              <a:off x="-33605300" y="2122250"/>
              <a:ext cx="85075" cy="85875"/>
            </a:xfrm>
            <a:custGeom>
              <a:avLst/>
              <a:gdLst/>
              <a:ahLst/>
              <a:cxnLst/>
              <a:rect l="l" t="t" r="r" b="b"/>
              <a:pathLst>
                <a:path w="3403" h="3435" extrusionOk="0">
                  <a:moveTo>
                    <a:pt x="1024" y="0"/>
                  </a:moveTo>
                  <a:cubicBezTo>
                    <a:pt x="938" y="0"/>
                    <a:pt x="851" y="32"/>
                    <a:pt x="788" y="95"/>
                  </a:cubicBezTo>
                  <a:lnTo>
                    <a:pt x="126" y="756"/>
                  </a:lnTo>
                  <a:cubicBezTo>
                    <a:pt x="0" y="882"/>
                    <a:pt x="0" y="1134"/>
                    <a:pt x="126" y="1229"/>
                  </a:cubicBezTo>
                  <a:cubicBezTo>
                    <a:pt x="189" y="1292"/>
                    <a:pt x="276" y="1323"/>
                    <a:pt x="363" y="1323"/>
                  </a:cubicBezTo>
                  <a:cubicBezTo>
                    <a:pt x="449" y="1323"/>
                    <a:pt x="536" y="1292"/>
                    <a:pt x="599" y="1229"/>
                  </a:cubicBezTo>
                  <a:lnTo>
                    <a:pt x="725" y="1134"/>
                  </a:lnTo>
                  <a:lnTo>
                    <a:pt x="725" y="1670"/>
                  </a:lnTo>
                  <a:cubicBezTo>
                    <a:pt x="662" y="2174"/>
                    <a:pt x="820" y="2615"/>
                    <a:pt x="1135" y="2930"/>
                  </a:cubicBezTo>
                  <a:cubicBezTo>
                    <a:pt x="1450" y="3245"/>
                    <a:pt x="1891" y="3434"/>
                    <a:pt x="2363" y="3434"/>
                  </a:cubicBezTo>
                  <a:lnTo>
                    <a:pt x="3025" y="3434"/>
                  </a:lnTo>
                  <a:cubicBezTo>
                    <a:pt x="3245" y="3434"/>
                    <a:pt x="3403" y="3277"/>
                    <a:pt x="3403" y="3088"/>
                  </a:cubicBezTo>
                  <a:cubicBezTo>
                    <a:pt x="3403" y="2899"/>
                    <a:pt x="3245" y="2741"/>
                    <a:pt x="3025" y="2741"/>
                  </a:cubicBezTo>
                  <a:lnTo>
                    <a:pt x="2363" y="2741"/>
                  </a:lnTo>
                  <a:cubicBezTo>
                    <a:pt x="1828" y="2741"/>
                    <a:pt x="1355" y="2269"/>
                    <a:pt x="1355" y="1670"/>
                  </a:cubicBezTo>
                  <a:lnTo>
                    <a:pt x="1355" y="1134"/>
                  </a:lnTo>
                  <a:lnTo>
                    <a:pt x="1450" y="1229"/>
                  </a:lnTo>
                  <a:cubicBezTo>
                    <a:pt x="1513" y="1292"/>
                    <a:pt x="1607" y="1323"/>
                    <a:pt x="1698" y="1323"/>
                  </a:cubicBezTo>
                  <a:cubicBezTo>
                    <a:pt x="1788" y="1323"/>
                    <a:pt x="1875" y="1292"/>
                    <a:pt x="1922" y="1229"/>
                  </a:cubicBezTo>
                  <a:cubicBezTo>
                    <a:pt x="2048" y="1134"/>
                    <a:pt x="2048" y="882"/>
                    <a:pt x="1922" y="756"/>
                  </a:cubicBezTo>
                  <a:lnTo>
                    <a:pt x="1261" y="95"/>
                  </a:lnTo>
                  <a:cubicBezTo>
                    <a:pt x="1198" y="32"/>
                    <a:pt x="1111" y="0"/>
                    <a:pt x="10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857" name="Google Shape;14857;p84"/>
            <p:cNvSpPr/>
            <p:nvPr/>
          </p:nvSpPr>
          <p:spPr>
            <a:xfrm>
              <a:off x="-33673825" y="1916675"/>
              <a:ext cx="189050" cy="189050"/>
            </a:xfrm>
            <a:custGeom>
              <a:avLst/>
              <a:gdLst/>
              <a:ahLst/>
              <a:cxnLst/>
              <a:rect l="l" t="t" r="r" b="b"/>
              <a:pathLst>
                <a:path w="7562" h="7562" extrusionOk="0">
                  <a:moveTo>
                    <a:pt x="3718" y="694"/>
                  </a:moveTo>
                  <a:cubicBezTo>
                    <a:pt x="5073" y="694"/>
                    <a:pt x="6144" y="1733"/>
                    <a:pt x="6144" y="3088"/>
                  </a:cubicBezTo>
                  <a:lnTo>
                    <a:pt x="6144" y="3466"/>
                  </a:lnTo>
                  <a:lnTo>
                    <a:pt x="6081" y="3466"/>
                  </a:lnTo>
                  <a:cubicBezTo>
                    <a:pt x="5986" y="2647"/>
                    <a:pt x="5262" y="2048"/>
                    <a:pt x="4411" y="2048"/>
                  </a:cubicBezTo>
                  <a:lnTo>
                    <a:pt x="3025" y="2048"/>
                  </a:lnTo>
                  <a:cubicBezTo>
                    <a:pt x="2143" y="2048"/>
                    <a:pt x="1481" y="2678"/>
                    <a:pt x="1324" y="3466"/>
                  </a:cubicBezTo>
                  <a:lnTo>
                    <a:pt x="1292" y="3466"/>
                  </a:lnTo>
                  <a:lnTo>
                    <a:pt x="1292" y="3088"/>
                  </a:lnTo>
                  <a:cubicBezTo>
                    <a:pt x="1355" y="1733"/>
                    <a:pt x="2426" y="694"/>
                    <a:pt x="3718" y="694"/>
                  </a:cubicBezTo>
                  <a:close/>
                  <a:moveTo>
                    <a:pt x="4380" y="2741"/>
                  </a:moveTo>
                  <a:cubicBezTo>
                    <a:pt x="4915" y="2741"/>
                    <a:pt x="5388" y="3214"/>
                    <a:pt x="5388" y="3750"/>
                  </a:cubicBezTo>
                  <a:lnTo>
                    <a:pt x="5388" y="4096"/>
                  </a:lnTo>
                  <a:lnTo>
                    <a:pt x="5388" y="4096"/>
                  </a:lnTo>
                  <a:cubicBezTo>
                    <a:pt x="5153" y="4096"/>
                    <a:pt x="4907" y="4091"/>
                    <a:pt x="4821" y="4033"/>
                  </a:cubicBezTo>
                  <a:cubicBezTo>
                    <a:pt x="4789" y="4002"/>
                    <a:pt x="4758" y="3876"/>
                    <a:pt x="4758" y="3781"/>
                  </a:cubicBezTo>
                  <a:cubicBezTo>
                    <a:pt x="4758" y="3592"/>
                    <a:pt x="4600" y="3435"/>
                    <a:pt x="4411" y="3435"/>
                  </a:cubicBezTo>
                  <a:cubicBezTo>
                    <a:pt x="4191" y="3435"/>
                    <a:pt x="4033" y="3592"/>
                    <a:pt x="4033" y="3781"/>
                  </a:cubicBezTo>
                  <a:cubicBezTo>
                    <a:pt x="4033" y="3876"/>
                    <a:pt x="4033" y="4002"/>
                    <a:pt x="3970" y="4033"/>
                  </a:cubicBezTo>
                  <a:cubicBezTo>
                    <a:pt x="3907" y="4096"/>
                    <a:pt x="3757" y="4112"/>
                    <a:pt x="3576" y="4112"/>
                  </a:cubicBezTo>
                  <a:cubicBezTo>
                    <a:pt x="3395" y="4112"/>
                    <a:pt x="3182" y="4096"/>
                    <a:pt x="2993" y="4096"/>
                  </a:cubicBezTo>
                  <a:lnTo>
                    <a:pt x="1954" y="4096"/>
                  </a:lnTo>
                  <a:lnTo>
                    <a:pt x="1954" y="3750"/>
                  </a:lnTo>
                  <a:cubicBezTo>
                    <a:pt x="1954" y="3214"/>
                    <a:pt x="2426" y="2741"/>
                    <a:pt x="2993" y="2741"/>
                  </a:cubicBezTo>
                  <a:close/>
                  <a:moveTo>
                    <a:pt x="1009" y="4065"/>
                  </a:moveTo>
                  <a:cubicBezTo>
                    <a:pt x="1198" y="4065"/>
                    <a:pt x="1355" y="4222"/>
                    <a:pt x="1355" y="4411"/>
                  </a:cubicBezTo>
                  <a:lnTo>
                    <a:pt x="1355" y="5104"/>
                  </a:lnTo>
                  <a:cubicBezTo>
                    <a:pt x="1355" y="5293"/>
                    <a:pt x="1198" y="5451"/>
                    <a:pt x="1009" y="5451"/>
                  </a:cubicBezTo>
                  <a:cubicBezTo>
                    <a:pt x="820" y="5451"/>
                    <a:pt x="662" y="5293"/>
                    <a:pt x="662" y="5104"/>
                  </a:cubicBezTo>
                  <a:lnTo>
                    <a:pt x="662" y="4411"/>
                  </a:lnTo>
                  <a:cubicBezTo>
                    <a:pt x="662" y="4222"/>
                    <a:pt x="820" y="4065"/>
                    <a:pt x="1009" y="4065"/>
                  </a:cubicBezTo>
                  <a:close/>
                  <a:moveTo>
                    <a:pt x="6490" y="4096"/>
                  </a:moveTo>
                  <a:cubicBezTo>
                    <a:pt x="6679" y="4096"/>
                    <a:pt x="6837" y="4254"/>
                    <a:pt x="6837" y="4474"/>
                  </a:cubicBezTo>
                  <a:lnTo>
                    <a:pt x="6837" y="5136"/>
                  </a:lnTo>
                  <a:cubicBezTo>
                    <a:pt x="6837" y="5325"/>
                    <a:pt x="6679" y="5482"/>
                    <a:pt x="6490" y="5482"/>
                  </a:cubicBezTo>
                  <a:cubicBezTo>
                    <a:pt x="6301" y="5482"/>
                    <a:pt x="6144" y="5325"/>
                    <a:pt x="6144" y="5136"/>
                  </a:cubicBezTo>
                  <a:lnTo>
                    <a:pt x="6144" y="4474"/>
                  </a:lnTo>
                  <a:cubicBezTo>
                    <a:pt x="6144" y="4254"/>
                    <a:pt x="6301" y="4096"/>
                    <a:pt x="6490" y="4096"/>
                  </a:cubicBezTo>
                  <a:close/>
                  <a:moveTo>
                    <a:pt x="4443" y="4537"/>
                  </a:moveTo>
                  <a:cubicBezTo>
                    <a:pt x="4726" y="4726"/>
                    <a:pt x="5073" y="4789"/>
                    <a:pt x="5451" y="4789"/>
                  </a:cubicBezTo>
                  <a:lnTo>
                    <a:pt x="5451" y="5136"/>
                  </a:lnTo>
                  <a:cubicBezTo>
                    <a:pt x="5451" y="6081"/>
                    <a:pt x="4663" y="6869"/>
                    <a:pt x="3718" y="6869"/>
                  </a:cubicBezTo>
                  <a:cubicBezTo>
                    <a:pt x="2773" y="6869"/>
                    <a:pt x="2048" y="6081"/>
                    <a:pt x="2048" y="5136"/>
                  </a:cubicBezTo>
                  <a:lnTo>
                    <a:pt x="2048" y="4789"/>
                  </a:lnTo>
                  <a:lnTo>
                    <a:pt x="3056" y="4789"/>
                  </a:lnTo>
                  <a:cubicBezTo>
                    <a:pt x="3148" y="4789"/>
                    <a:pt x="3241" y="4790"/>
                    <a:pt x="3333" y="4790"/>
                  </a:cubicBezTo>
                  <a:cubicBezTo>
                    <a:pt x="3749" y="4790"/>
                    <a:pt x="4159" y="4769"/>
                    <a:pt x="4443" y="4537"/>
                  </a:cubicBezTo>
                  <a:close/>
                  <a:moveTo>
                    <a:pt x="3813" y="1"/>
                  </a:moveTo>
                  <a:cubicBezTo>
                    <a:pt x="2111" y="1"/>
                    <a:pt x="725" y="1387"/>
                    <a:pt x="725" y="3088"/>
                  </a:cubicBezTo>
                  <a:lnTo>
                    <a:pt x="725" y="3466"/>
                  </a:lnTo>
                  <a:cubicBezTo>
                    <a:pt x="347" y="3624"/>
                    <a:pt x="63" y="4002"/>
                    <a:pt x="63" y="4474"/>
                  </a:cubicBezTo>
                  <a:lnTo>
                    <a:pt x="63" y="5136"/>
                  </a:lnTo>
                  <a:cubicBezTo>
                    <a:pt x="0" y="5671"/>
                    <a:pt x="473" y="6144"/>
                    <a:pt x="1009" y="6144"/>
                  </a:cubicBezTo>
                  <a:cubicBezTo>
                    <a:pt x="1198" y="6144"/>
                    <a:pt x="1355" y="6112"/>
                    <a:pt x="1513" y="6049"/>
                  </a:cubicBezTo>
                  <a:cubicBezTo>
                    <a:pt x="1891" y="6932"/>
                    <a:pt x="2741" y="7562"/>
                    <a:pt x="3781" y="7562"/>
                  </a:cubicBezTo>
                  <a:cubicBezTo>
                    <a:pt x="4789" y="7562"/>
                    <a:pt x="5671" y="6932"/>
                    <a:pt x="6018" y="6049"/>
                  </a:cubicBezTo>
                  <a:cubicBezTo>
                    <a:pt x="6175" y="6112"/>
                    <a:pt x="6333" y="6144"/>
                    <a:pt x="6522" y="6144"/>
                  </a:cubicBezTo>
                  <a:cubicBezTo>
                    <a:pt x="7089" y="6144"/>
                    <a:pt x="7562" y="5671"/>
                    <a:pt x="7562" y="5136"/>
                  </a:cubicBezTo>
                  <a:lnTo>
                    <a:pt x="7562" y="4474"/>
                  </a:lnTo>
                  <a:cubicBezTo>
                    <a:pt x="7562" y="4033"/>
                    <a:pt x="7278" y="3624"/>
                    <a:pt x="6869" y="3466"/>
                  </a:cubicBezTo>
                  <a:lnTo>
                    <a:pt x="6869" y="3088"/>
                  </a:lnTo>
                  <a:cubicBezTo>
                    <a:pt x="6869" y="1387"/>
                    <a:pt x="5514" y="1"/>
                    <a:pt x="38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858" name="Google Shape;14858;p84"/>
            <p:cNvSpPr/>
            <p:nvPr/>
          </p:nvSpPr>
          <p:spPr>
            <a:xfrm>
              <a:off x="-33503700" y="2070250"/>
              <a:ext cx="121325" cy="137075"/>
            </a:xfrm>
            <a:custGeom>
              <a:avLst/>
              <a:gdLst/>
              <a:ahLst/>
              <a:cxnLst/>
              <a:rect l="l" t="t" r="r" b="b"/>
              <a:pathLst>
                <a:path w="4853" h="5483" extrusionOk="0">
                  <a:moveTo>
                    <a:pt x="3151" y="726"/>
                  </a:moveTo>
                  <a:cubicBezTo>
                    <a:pt x="3687" y="726"/>
                    <a:pt x="4222" y="1198"/>
                    <a:pt x="4222" y="1734"/>
                  </a:cubicBezTo>
                  <a:lnTo>
                    <a:pt x="4222" y="2112"/>
                  </a:lnTo>
                  <a:cubicBezTo>
                    <a:pt x="3939" y="2112"/>
                    <a:pt x="3655" y="2112"/>
                    <a:pt x="3592" y="1986"/>
                  </a:cubicBezTo>
                  <a:cubicBezTo>
                    <a:pt x="3529" y="1954"/>
                    <a:pt x="3498" y="1828"/>
                    <a:pt x="3498" y="1734"/>
                  </a:cubicBezTo>
                  <a:cubicBezTo>
                    <a:pt x="3498" y="1545"/>
                    <a:pt x="3340" y="1387"/>
                    <a:pt x="3151" y="1387"/>
                  </a:cubicBezTo>
                  <a:cubicBezTo>
                    <a:pt x="2962" y="1387"/>
                    <a:pt x="2804" y="1545"/>
                    <a:pt x="2804" y="1734"/>
                  </a:cubicBezTo>
                  <a:cubicBezTo>
                    <a:pt x="2804" y="1828"/>
                    <a:pt x="2804" y="1954"/>
                    <a:pt x="2710" y="1986"/>
                  </a:cubicBezTo>
                  <a:cubicBezTo>
                    <a:pt x="2636" y="2060"/>
                    <a:pt x="2487" y="2090"/>
                    <a:pt x="2312" y="2090"/>
                  </a:cubicBezTo>
                  <a:cubicBezTo>
                    <a:pt x="2189" y="2090"/>
                    <a:pt x="2053" y="2075"/>
                    <a:pt x="1922" y="2049"/>
                  </a:cubicBezTo>
                  <a:lnTo>
                    <a:pt x="694" y="2049"/>
                  </a:lnTo>
                  <a:lnTo>
                    <a:pt x="694" y="1734"/>
                  </a:lnTo>
                  <a:cubicBezTo>
                    <a:pt x="694" y="1198"/>
                    <a:pt x="1166" y="726"/>
                    <a:pt x="1765" y="726"/>
                  </a:cubicBezTo>
                  <a:close/>
                  <a:moveTo>
                    <a:pt x="3151" y="2521"/>
                  </a:moveTo>
                  <a:cubicBezTo>
                    <a:pt x="3435" y="2742"/>
                    <a:pt x="3813" y="2773"/>
                    <a:pt x="4222" y="2773"/>
                  </a:cubicBezTo>
                  <a:lnTo>
                    <a:pt x="4222" y="3120"/>
                  </a:lnTo>
                  <a:cubicBezTo>
                    <a:pt x="4159" y="4034"/>
                    <a:pt x="3372" y="4853"/>
                    <a:pt x="2426" y="4853"/>
                  </a:cubicBezTo>
                  <a:cubicBezTo>
                    <a:pt x="1481" y="4853"/>
                    <a:pt x="694" y="4065"/>
                    <a:pt x="694" y="3120"/>
                  </a:cubicBezTo>
                  <a:lnTo>
                    <a:pt x="694" y="2773"/>
                  </a:lnTo>
                  <a:lnTo>
                    <a:pt x="1765" y="2773"/>
                  </a:lnTo>
                  <a:cubicBezTo>
                    <a:pt x="1859" y="2773"/>
                    <a:pt x="2836" y="2773"/>
                    <a:pt x="3151" y="2521"/>
                  </a:cubicBezTo>
                  <a:close/>
                  <a:moveTo>
                    <a:pt x="1733" y="1"/>
                  </a:moveTo>
                  <a:cubicBezTo>
                    <a:pt x="788" y="1"/>
                    <a:pt x="1" y="757"/>
                    <a:pt x="1" y="1702"/>
                  </a:cubicBezTo>
                  <a:lnTo>
                    <a:pt x="1" y="3088"/>
                  </a:lnTo>
                  <a:cubicBezTo>
                    <a:pt x="1" y="4412"/>
                    <a:pt x="1103" y="5483"/>
                    <a:pt x="2395" y="5483"/>
                  </a:cubicBezTo>
                  <a:cubicBezTo>
                    <a:pt x="3750" y="5483"/>
                    <a:pt x="4789" y="4380"/>
                    <a:pt x="4789" y="3088"/>
                  </a:cubicBezTo>
                  <a:lnTo>
                    <a:pt x="4789" y="1702"/>
                  </a:lnTo>
                  <a:cubicBezTo>
                    <a:pt x="4852" y="789"/>
                    <a:pt x="4065" y="1"/>
                    <a:pt x="3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859" name="Google Shape;14859;p84"/>
          <p:cNvGrpSpPr/>
          <p:nvPr/>
        </p:nvGrpSpPr>
        <p:grpSpPr>
          <a:xfrm>
            <a:off x="3534700" y="1765295"/>
            <a:ext cx="358349" cy="355468"/>
            <a:chOff x="-33676975" y="2275050"/>
            <a:chExt cx="295375" cy="293000"/>
          </a:xfrm>
        </p:grpSpPr>
        <p:sp>
          <p:nvSpPr>
            <p:cNvPr id="14860" name="Google Shape;14860;p84"/>
            <p:cNvSpPr/>
            <p:nvPr/>
          </p:nvSpPr>
          <p:spPr>
            <a:xfrm>
              <a:off x="-33502125" y="2309700"/>
              <a:ext cx="52800" cy="67750"/>
            </a:xfrm>
            <a:custGeom>
              <a:avLst/>
              <a:gdLst/>
              <a:ahLst/>
              <a:cxnLst/>
              <a:rect l="l" t="t" r="r" b="b"/>
              <a:pathLst>
                <a:path w="2112" h="2710" extrusionOk="0">
                  <a:moveTo>
                    <a:pt x="1040" y="0"/>
                  </a:moveTo>
                  <a:cubicBezTo>
                    <a:pt x="473" y="0"/>
                    <a:pt x="1" y="473"/>
                    <a:pt x="1" y="1040"/>
                  </a:cubicBezTo>
                  <a:cubicBezTo>
                    <a:pt x="1" y="1229"/>
                    <a:pt x="158" y="1387"/>
                    <a:pt x="379" y="1387"/>
                  </a:cubicBezTo>
                  <a:cubicBezTo>
                    <a:pt x="568" y="1387"/>
                    <a:pt x="725" y="1229"/>
                    <a:pt x="725" y="1040"/>
                  </a:cubicBezTo>
                  <a:cubicBezTo>
                    <a:pt x="725" y="820"/>
                    <a:pt x="883" y="662"/>
                    <a:pt x="1072" y="662"/>
                  </a:cubicBezTo>
                  <a:cubicBezTo>
                    <a:pt x="1261" y="662"/>
                    <a:pt x="1450" y="820"/>
                    <a:pt x="1450" y="1040"/>
                  </a:cubicBezTo>
                  <a:cubicBezTo>
                    <a:pt x="1450" y="1198"/>
                    <a:pt x="1355" y="1292"/>
                    <a:pt x="1198" y="1355"/>
                  </a:cubicBezTo>
                  <a:cubicBezTo>
                    <a:pt x="914" y="1418"/>
                    <a:pt x="725" y="1702"/>
                    <a:pt x="725" y="1985"/>
                  </a:cubicBezTo>
                  <a:lnTo>
                    <a:pt x="725" y="2363"/>
                  </a:lnTo>
                  <a:cubicBezTo>
                    <a:pt x="725" y="2552"/>
                    <a:pt x="883" y="2710"/>
                    <a:pt x="1072" y="2710"/>
                  </a:cubicBezTo>
                  <a:cubicBezTo>
                    <a:pt x="1292" y="2710"/>
                    <a:pt x="1450" y="2552"/>
                    <a:pt x="1450" y="2363"/>
                  </a:cubicBezTo>
                  <a:lnTo>
                    <a:pt x="1450" y="1985"/>
                  </a:lnTo>
                  <a:cubicBezTo>
                    <a:pt x="1828" y="1828"/>
                    <a:pt x="2111" y="1418"/>
                    <a:pt x="2111" y="977"/>
                  </a:cubicBezTo>
                  <a:cubicBezTo>
                    <a:pt x="2048" y="473"/>
                    <a:pt x="1576"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861" name="Google Shape;14861;p84"/>
            <p:cNvSpPr/>
            <p:nvPr/>
          </p:nvSpPr>
          <p:spPr>
            <a:xfrm>
              <a:off x="-33484800" y="2395550"/>
              <a:ext cx="17350" cy="17350"/>
            </a:xfrm>
            <a:custGeom>
              <a:avLst/>
              <a:gdLst/>
              <a:ahLst/>
              <a:cxnLst/>
              <a:rect l="l" t="t" r="r" b="b"/>
              <a:pathLst>
                <a:path w="694" h="694" extrusionOk="0">
                  <a:moveTo>
                    <a:pt x="347" y="0"/>
                  </a:moveTo>
                  <a:cubicBezTo>
                    <a:pt x="158" y="0"/>
                    <a:pt x="1" y="158"/>
                    <a:pt x="1" y="347"/>
                  </a:cubicBezTo>
                  <a:cubicBezTo>
                    <a:pt x="1" y="536"/>
                    <a:pt x="158" y="694"/>
                    <a:pt x="347" y="694"/>
                  </a:cubicBezTo>
                  <a:cubicBezTo>
                    <a:pt x="536" y="694"/>
                    <a:pt x="694" y="536"/>
                    <a:pt x="694" y="347"/>
                  </a:cubicBezTo>
                  <a:cubicBezTo>
                    <a:pt x="662"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862" name="Google Shape;14862;p84"/>
            <p:cNvSpPr/>
            <p:nvPr/>
          </p:nvSpPr>
          <p:spPr>
            <a:xfrm>
              <a:off x="-33676975" y="2275050"/>
              <a:ext cx="295375" cy="293000"/>
            </a:xfrm>
            <a:custGeom>
              <a:avLst/>
              <a:gdLst/>
              <a:ahLst/>
              <a:cxnLst/>
              <a:rect l="l" t="t" r="r" b="b"/>
              <a:pathLst>
                <a:path w="11815" h="11720" extrusionOk="0">
                  <a:moveTo>
                    <a:pt x="8034" y="725"/>
                  </a:moveTo>
                  <a:cubicBezTo>
                    <a:pt x="9735" y="725"/>
                    <a:pt x="11090" y="2080"/>
                    <a:pt x="11090" y="3781"/>
                  </a:cubicBezTo>
                  <a:cubicBezTo>
                    <a:pt x="11090" y="5482"/>
                    <a:pt x="9735" y="6868"/>
                    <a:pt x="8034" y="6868"/>
                  </a:cubicBezTo>
                  <a:cubicBezTo>
                    <a:pt x="6333" y="6868"/>
                    <a:pt x="4947" y="5482"/>
                    <a:pt x="4947" y="3781"/>
                  </a:cubicBezTo>
                  <a:cubicBezTo>
                    <a:pt x="4947" y="2080"/>
                    <a:pt x="6333" y="725"/>
                    <a:pt x="8034" y="725"/>
                  </a:cubicBezTo>
                  <a:close/>
                  <a:moveTo>
                    <a:pt x="5104" y="6207"/>
                  </a:moveTo>
                  <a:cubicBezTo>
                    <a:pt x="5262" y="6364"/>
                    <a:pt x="5419" y="6553"/>
                    <a:pt x="5577" y="6679"/>
                  </a:cubicBezTo>
                  <a:lnTo>
                    <a:pt x="5325" y="6931"/>
                  </a:lnTo>
                  <a:cubicBezTo>
                    <a:pt x="5262" y="6994"/>
                    <a:pt x="5167" y="7026"/>
                    <a:pt x="5077" y="7026"/>
                  </a:cubicBezTo>
                  <a:cubicBezTo>
                    <a:pt x="4986" y="7026"/>
                    <a:pt x="4899" y="6994"/>
                    <a:pt x="4852" y="6931"/>
                  </a:cubicBezTo>
                  <a:cubicBezTo>
                    <a:pt x="4726" y="6805"/>
                    <a:pt x="4726" y="6585"/>
                    <a:pt x="4852" y="6459"/>
                  </a:cubicBezTo>
                  <a:lnTo>
                    <a:pt x="5104" y="6207"/>
                  </a:lnTo>
                  <a:close/>
                  <a:moveTo>
                    <a:pt x="3104" y="8380"/>
                  </a:moveTo>
                  <a:cubicBezTo>
                    <a:pt x="3190" y="8380"/>
                    <a:pt x="3277" y="8412"/>
                    <a:pt x="3340" y="8475"/>
                  </a:cubicBezTo>
                  <a:cubicBezTo>
                    <a:pt x="3466" y="8601"/>
                    <a:pt x="3466" y="8822"/>
                    <a:pt x="3340" y="8948"/>
                  </a:cubicBezTo>
                  <a:lnTo>
                    <a:pt x="1387" y="10932"/>
                  </a:lnTo>
                  <a:cubicBezTo>
                    <a:pt x="1324" y="10980"/>
                    <a:pt x="1229" y="11003"/>
                    <a:pt x="1139" y="11003"/>
                  </a:cubicBezTo>
                  <a:cubicBezTo>
                    <a:pt x="1048" y="11003"/>
                    <a:pt x="961" y="10980"/>
                    <a:pt x="914" y="10932"/>
                  </a:cubicBezTo>
                  <a:cubicBezTo>
                    <a:pt x="788" y="10806"/>
                    <a:pt x="788" y="10554"/>
                    <a:pt x="914" y="10460"/>
                  </a:cubicBezTo>
                  <a:lnTo>
                    <a:pt x="2867" y="8475"/>
                  </a:lnTo>
                  <a:cubicBezTo>
                    <a:pt x="2930" y="8412"/>
                    <a:pt x="3017" y="8380"/>
                    <a:pt x="3104" y="8380"/>
                  </a:cubicBezTo>
                  <a:close/>
                  <a:moveTo>
                    <a:pt x="8034" y="0"/>
                  </a:moveTo>
                  <a:cubicBezTo>
                    <a:pt x="5955" y="0"/>
                    <a:pt x="4285" y="1701"/>
                    <a:pt x="4285" y="3749"/>
                  </a:cubicBezTo>
                  <a:cubicBezTo>
                    <a:pt x="4285" y="4411"/>
                    <a:pt x="4443" y="5041"/>
                    <a:pt x="4758" y="5608"/>
                  </a:cubicBezTo>
                  <a:lnTo>
                    <a:pt x="4380" y="5986"/>
                  </a:lnTo>
                  <a:cubicBezTo>
                    <a:pt x="4065" y="6301"/>
                    <a:pt x="3970" y="6774"/>
                    <a:pt x="4159" y="7183"/>
                  </a:cubicBezTo>
                  <a:lnTo>
                    <a:pt x="3529" y="7813"/>
                  </a:lnTo>
                  <a:cubicBezTo>
                    <a:pt x="3387" y="7743"/>
                    <a:pt x="3232" y="7707"/>
                    <a:pt x="3077" y="7707"/>
                  </a:cubicBezTo>
                  <a:cubicBezTo>
                    <a:pt x="2819" y="7707"/>
                    <a:pt x="2560" y="7806"/>
                    <a:pt x="2363" y="8002"/>
                  </a:cubicBezTo>
                  <a:lnTo>
                    <a:pt x="378" y="9987"/>
                  </a:lnTo>
                  <a:cubicBezTo>
                    <a:pt x="0" y="10365"/>
                    <a:pt x="0" y="11027"/>
                    <a:pt x="378" y="11436"/>
                  </a:cubicBezTo>
                  <a:cubicBezTo>
                    <a:pt x="583" y="11625"/>
                    <a:pt x="851" y="11720"/>
                    <a:pt x="1119" y="11720"/>
                  </a:cubicBezTo>
                  <a:cubicBezTo>
                    <a:pt x="1387" y="11720"/>
                    <a:pt x="1654" y="11625"/>
                    <a:pt x="1859" y="11436"/>
                  </a:cubicBezTo>
                  <a:lnTo>
                    <a:pt x="3813" y="9452"/>
                  </a:lnTo>
                  <a:cubicBezTo>
                    <a:pt x="4128" y="9137"/>
                    <a:pt x="4222" y="8664"/>
                    <a:pt x="4002" y="8286"/>
                  </a:cubicBezTo>
                  <a:lnTo>
                    <a:pt x="4632" y="7656"/>
                  </a:lnTo>
                  <a:cubicBezTo>
                    <a:pt x="4782" y="7725"/>
                    <a:pt x="4940" y="7761"/>
                    <a:pt x="5097" y="7761"/>
                  </a:cubicBezTo>
                  <a:cubicBezTo>
                    <a:pt x="5367" y="7761"/>
                    <a:pt x="5629" y="7655"/>
                    <a:pt x="5829" y="7435"/>
                  </a:cubicBezTo>
                  <a:lnTo>
                    <a:pt x="6207" y="7057"/>
                  </a:lnTo>
                  <a:cubicBezTo>
                    <a:pt x="6774" y="7372"/>
                    <a:pt x="7404" y="7530"/>
                    <a:pt x="8066" y="7530"/>
                  </a:cubicBezTo>
                  <a:cubicBezTo>
                    <a:pt x="10145" y="7530"/>
                    <a:pt x="11815" y="5829"/>
                    <a:pt x="11815" y="3781"/>
                  </a:cubicBezTo>
                  <a:cubicBezTo>
                    <a:pt x="11815" y="1733"/>
                    <a:pt x="10082" y="0"/>
                    <a:pt x="80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863" name="Google Shape;14863;p84"/>
          <p:cNvGrpSpPr/>
          <p:nvPr/>
        </p:nvGrpSpPr>
        <p:grpSpPr>
          <a:xfrm>
            <a:off x="3537081" y="2220594"/>
            <a:ext cx="353587" cy="355013"/>
            <a:chOff x="-33673825" y="2634975"/>
            <a:chExt cx="291450" cy="292625"/>
          </a:xfrm>
        </p:grpSpPr>
        <p:sp>
          <p:nvSpPr>
            <p:cNvPr id="14864" name="Google Shape;14864;p84"/>
            <p:cNvSpPr/>
            <p:nvPr/>
          </p:nvSpPr>
          <p:spPr>
            <a:xfrm>
              <a:off x="-33673825" y="2634975"/>
              <a:ext cx="291450" cy="292625"/>
            </a:xfrm>
            <a:custGeom>
              <a:avLst/>
              <a:gdLst/>
              <a:ahLst/>
              <a:cxnLst/>
              <a:rect l="l" t="t" r="r" b="b"/>
              <a:pathLst>
                <a:path w="11658" h="11705" extrusionOk="0">
                  <a:moveTo>
                    <a:pt x="5829" y="662"/>
                  </a:moveTo>
                  <a:cubicBezTo>
                    <a:pt x="6459" y="662"/>
                    <a:pt x="7089" y="1261"/>
                    <a:pt x="7562" y="2238"/>
                  </a:cubicBezTo>
                  <a:cubicBezTo>
                    <a:pt x="7310" y="2364"/>
                    <a:pt x="7152" y="2553"/>
                    <a:pt x="7026" y="2773"/>
                  </a:cubicBezTo>
                  <a:cubicBezTo>
                    <a:pt x="6648" y="2742"/>
                    <a:pt x="6238" y="2710"/>
                    <a:pt x="5860" y="2710"/>
                  </a:cubicBezTo>
                  <a:cubicBezTo>
                    <a:pt x="5451" y="2710"/>
                    <a:pt x="5041" y="2742"/>
                    <a:pt x="4663" y="2773"/>
                  </a:cubicBezTo>
                  <a:cubicBezTo>
                    <a:pt x="4569" y="2553"/>
                    <a:pt x="4348" y="2364"/>
                    <a:pt x="4159" y="2238"/>
                  </a:cubicBezTo>
                  <a:cubicBezTo>
                    <a:pt x="4569" y="1261"/>
                    <a:pt x="5199" y="662"/>
                    <a:pt x="5829" y="662"/>
                  </a:cubicBezTo>
                  <a:close/>
                  <a:moveTo>
                    <a:pt x="3403" y="2742"/>
                  </a:moveTo>
                  <a:cubicBezTo>
                    <a:pt x="3813" y="2742"/>
                    <a:pt x="4096" y="3057"/>
                    <a:pt x="4096" y="3403"/>
                  </a:cubicBezTo>
                  <a:cubicBezTo>
                    <a:pt x="4096" y="3750"/>
                    <a:pt x="3781" y="4097"/>
                    <a:pt x="3403" y="4097"/>
                  </a:cubicBezTo>
                  <a:cubicBezTo>
                    <a:pt x="3025" y="4097"/>
                    <a:pt x="2741" y="3750"/>
                    <a:pt x="2741" y="3403"/>
                  </a:cubicBezTo>
                  <a:cubicBezTo>
                    <a:pt x="2741" y="3057"/>
                    <a:pt x="3025" y="2742"/>
                    <a:pt x="3403" y="2742"/>
                  </a:cubicBezTo>
                  <a:close/>
                  <a:moveTo>
                    <a:pt x="7562" y="946"/>
                  </a:moveTo>
                  <a:cubicBezTo>
                    <a:pt x="9011" y="1482"/>
                    <a:pt x="10145" y="2616"/>
                    <a:pt x="10649" y="4097"/>
                  </a:cubicBezTo>
                  <a:cubicBezTo>
                    <a:pt x="10334" y="3844"/>
                    <a:pt x="9988" y="3655"/>
                    <a:pt x="9609" y="3466"/>
                  </a:cubicBezTo>
                  <a:lnTo>
                    <a:pt x="9609" y="3403"/>
                  </a:lnTo>
                  <a:cubicBezTo>
                    <a:pt x="9609" y="2679"/>
                    <a:pt x="8979" y="2049"/>
                    <a:pt x="8223" y="2049"/>
                  </a:cubicBezTo>
                  <a:lnTo>
                    <a:pt x="8192" y="2049"/>
                  </a:lnTo>
                  <a:cubicBezTo>
                    <a:pt x="7971" y="1608"/>
                    <a:pt x="7782" y="1261"/>
                    <a:pt x="7562" y="946"/>
                  </a:cubicBezTo>
                  <a:close/>
                  <a:moveTo>
                    <a:pt x="4096" y="978"/>
                  </a:moveTo>
                  <a:lnTo>
                    <a:pt x="4096" y="978"/>
                  </a:lnTo>
                  <a:cubicBezTo>
                    <a:pt x="3844" y="1293"/>
                    <a:pt x="3624" y="1639"/>
                    <a:pt x="3466" y="2080"/>
                  </a:cubicBezTo>
                  <a:lnTo>
                    <a:pt x="3403" y="2080"/>
                  </a:lnTo>
                  <a:cubicBezTo>
                    <a:pt x="2678" y="2080"/>
                    <a:pt x="2048" y="2710"/>
                    <a:pt x="2048" y="3466"/>
                  </a:cubicBezTo>
                  <a:lnTo>
                    <a:pt x="2048" y="3498"/>
                  </a:lnTo>
                  <a:cubicBezTo>
                    <a:pt x="1639" y="3687"/>
                    <a:pt x="1292" y="3876"/>
                    <a:pt x="977" y="4128"/>
                  </a:cubicBezTo>
                  <a:cubicBezTo>
                    <a:pt x="1481" y="2616"/>
                    <a:pt x="2615" y="1482"/>
                    <a:pt x="4096" y="978"/>
                  </a:cubicBezTo>
                  <a:close/>
                  <a:moveTo>
                    <a:pt x="8223" y="2773"/>
                  </a:moveTo>
                  <a:cubicBezTo>
                    <a:pt x="8601" y="2773"/>
                    <a:pt x="8885" y="3088"/>
                    <a:pt x="8885" y="3466"/>
                  </a:cubicBezTo>
                  <a:cubicBezTo>
                    <a:pt x="8885" y="3813"/>
                    <a:pt x="8601" y="4128"/>
                    <a:pt x="8223" y="4128"/>
                  </a:cubicBezTo>
                  <a:cubicBezTo>
                    <a:pt x="7814" y="4128"/>
                    <a:pt x="7562" y="3813"/>
                    <a:pt x="7562" y="3466"/>
                  </a:cubicBezTo>
                  <a:cubicBezTo>
                    <a:pt x="7562" y="3088"/>
                    <a:pt x="7877" y="2773"/>
                    <a:pt x="8223" y="2773"/>
                  </a:cubicBezTo>
                  <a:close/>
                  <a:moveTo>
                    <a:pt x="9452" y="4160"/>
                  </a:moveTo>
                  <a:cubicBezTo>
                    <a:pt x="10429" y="4632"/>
                    <a:pt x="11027" y="5262"/>
                    <a:pt x="11027" y="5892"/>
                  </a:cubicBezTo>
                  <a:cubicBezTo>
                    <a:pt x="10964" y="5924"/>
                    <a:pt x="10933" y="6050"/>
                    <a:pt x="10933" y="6176"/>
                  </a:cubicBezTo>
                  <a:cubicBezTo>
                    <a:pt x="10492" y="5735"/>
                    <a:pt x="9925" y="5514"/>
                    <a:pt x="9294" y="5514"/>
                  </a:cubicBezTo>
                  <a:cubicBezTo>
                    <a:pt x="9168" y="5514"/>
                    <a:pt x="9042" y="5514"/>
                    <a:pt x="8916" y="5546"/>
                  </a:cubicBezTo>
                  <a:cubicBezTo>
                    <a:pt x="8916" y="5231"/>
                    <a:pt x="8885" y="4947"/>
                    <a:pt x="8885" y="4664"/>
                  </a:cubicBezTo>
                  <a:cubicBezTo>
                    <a:pt x="9137" y="4569"/>
                    <a:pt x="9326" y="4349"/>
                    <a:pt x="9452" y="4160"/>
                  </a:cubicBezTo>
                  <a:close/>
                  <a:moveTo>
                    <a:pt x="2237" y="4097"/>
                  </a:moveTo>
                  <a:cubicBezTo>
                    <a:pt x="2363" y="4349"/>
                    <a:pt x="2552" y="4506"/>
                    <a:pt x="2773" y="4632"/>
                  </a:cubicBezTo>
                  <a:cubicBezTo>
                    <a:pt x="2741" y="5042"/>
                    <a:pt x="2710" y="5420"/>
                    <a:pt x="2710" y="5829"/>
                  </a:cubicBezTo>
                  <a:cubicBezTo>
                    <a:pt x="2710" y="6207"/>
                    <a:pt x="2741" y="6617"/>
                    <a:pt x="2773" y="6995"/>
                  </a:cubicBezTo>
                  <a:cubicBezTo>
                    <a:pt x="2552" y="7121"/>
                    <a:pt x="2363" y="7310"/>
                    <a:pt x="2237" y="7499"/>
                  </a:cubicBezTo>
                  <a:cubicBezTo>
                    <a:pt x="1261" y="7026"/>
                    <a:pt x="662" y="6459"/>
                    <a:pt x="662" y="5829"/>
                  </a:cubicBezTo>
                  <a:cubicBezTo>
                    <a:pt x="662" y="5199"/>
                    <a:pt x="1261" y="4569"/>
                    <a:pt x="2237" y="4097"/>
                  </a:cubicBezTo>
                  <a:close/>
                  <a:moveTo>
                    <a:pt x="5829" y="3466"/>
                  </a:moveTo>
                  <a:cubicBezTo>
                    <a:pt x="6175" y="3466"/>
                    <a:pt x="6522" y="3466"/>
                    <a:pt x="6869" y="3498"/>
                  </a:cubicBezTo>
                  <a:cubicBezTo>
                    <a:pt x="6932" y="4191"/>
                    <a:pt x="7467" y="4790"/>
                    <a:pt x="8192" y="4790"/>
                  </a:cubicBezTo>
                  <a:cubicBezTo>
                    <a:pt x="8223" y="5105"/>
                    <a:pt x="8223" y="5420"/>
                    <a:pt x="8223" y="5735"/>
                  </a:cubicBezTo>
                  <a:cubicBezTo>
                    <a:pt x="7436" y="6144"/>
                    <a:pt x="6869" y="6963"/>
                    <a:pt x="6869" y="7909"/>
                  </a:cubicBezTo>
                  <a:lnTo>
                    <a:pt x="6869" y="8192"/>
                  </a:lnTo>
                  <a:cubicBezTo>
                    <a:pt x="6522" y="8224"/>
                    <a:pt x="6175" y="8224"/>
                    <a:pt x="5829" y="8224"/>
                  </a:cubicBezTo>
                  <a:cubicBezTo>
                    <a:pt x="5451" y="8224"/>
                    <a:pt x="5104" y="8224"/>
                    <a:pt x="4758" y="8192"/>
                  </a:cubicBezTo>
                  <a:cubicBezTo>
                    <a:pt x="4726" y="7468"/>
                    <a:pt x="4159" y="6869"/>
                    <a:pt x="3466" y="6869"/>
                  </a:cubicBezTo>
                  <a:cubicBezTo>
                    <a:pt x="3403" y="6522"/>
                    <a:pt x="3403" y="6207"/>
                    <a:pt x="3403" y="5861"/>
                  </a:cubicBezTo>
                  <a:cubicBezTo>
                    <a:pt x="3403" y="5483"/>
                    <a:pt x="3403" y="5136"/>
                    <a:pt x="3466" y="4790"/>
                  </a:cubicBezTo>
                  <a:cubicBezTo>
                    <a:pt x="4159" y="4758"/>
                    <a:pt x="4758" y="4191"/>
                    <a:pt x="4758" y="3498"/>
                  </a:cubicBezTo>
                  <a:cubicBezTo>
                    <a:pt x="5104" y="3466"/>
                    <a:pt x="5482" y="3466"/>
                    <a:pt x="5829" y="3466"/>
                  </a:cubicBezTo>
                  <a:close/>
                  <a:moveTo>
                    <a:pt x="3403" y="7562"/>
                  </a:moveTo>
                  <a:cubicBezTo>
                    <a:pt x="3813" y="7562"/>
                    <a:pt x="4096" y="7877"/>
                    <a:pt x="4096" y="8224"/>
                  </a:cubicBezTo>
                  <a:cubicBezTo>
                    <a:pt x="4096" y="8570"/>
                    <a:pt x="3781" y="8885"/>
                    <a:pt x="3403" y="8885"/>
                  </a:cubicBezTo>
                  <a:cubicBezTo>
                    <a:pt x="3025" y="8885"/>
                    <a:pt x="2741" y="8570"/>
                    <a:pt x="2741" y="8224"/>
                  </a:cubicBezTo>
                  <a:cubicBezTo>
                    <a:pt x="2741" y="7877"/>
                    <a:pt x="3025" y="7562"/>
                    <a:pt x="3403" y="7562"/>
                  </a:cubicBezTo>
                  <a:close/>
                  <a:moveTo>
                    <a:pt x="7940" y="10114"/>
                  </a:moveTo>
                  <a:lnTo>
                    <a:pt x="8192" y="10429"/>
                  </a:lnTo>
                  <a:lnTo>
                    <a:pt x="7593" y="10650"/>
                  </a:lnTo>
                  <a:cubicBezTo>
                    <a:pt x="7719" y="10492"/>
                    <a:pt x="7814" y="10303"/>
                    <a:pt x="7940" y="10114"/>
                  </a:cubicBezTo>
                  <a:close/>
                  <a:moveTo>
                    <a:pt x="977" y="7594"/>
                  </a:moveTo>
                  <a:cubicBezTo>
                    <a:pt x="1261" y="7814"/>
                    <a:pt x="1639" y="8035"/>
                    <a:pt x="2048" y="8224"/>
                  </a:cubicBezTo>
                  <a:lnTo>
                    <a:pt x="2048" y="8255"/>
                  </a:lnTo>
                  <a:cubicBezTo>
                    <a:pt x="2048" y="9011"/>
                    <a:pt x="2678" y="9641"/>
                    <a:pt x="3403" y="9641"/>
                  </a:cubicBezTo>
                  <a:lnTo>
                    <a:pt x="3466" y="9641"/>
                  </a:lnTo>
                  <a:cubicBezTo>
                    <a:pt x="3655" y="10019"/>
                    <a:pt x="3844" y="10397"/>
                    <a:pt x="4096" y="10681"/>
                  </a:cubicBezTo>
                  <a:cubicBezTo>
                    <a:pt x="2615" y="10145"/>
                    <a:pt x="1481" y="9011"/>
                    <a:pt x="977" y="7594"/>
                  </a:cubicBezTo>
                  <a:close/>
                  <a:moveTo>
                    <a:pt x="9294" y="6207"/>
                  </a:moveTo>
                  <a:cubicBezTo>
                    <a:pt x="10240" y="6207"/>
                    <a:pt x="10964" y="6963"/>
                    <a:pt x="10964" y="7909"/>
                  </a:cubicBezTo>
                  <a:cubicBezTo>
                    <a:pt x="10964" y="8192"/>
                    <a:pt x="10901" y="8413"/>
                    <a:pt x="10807" y="8665"/>
                  </a:cubicBezTo>
                  <a:cubicBezTo>
                    <a:pt x="10744" y="8759"/>
                    <a:pt x="10177" y="9484"/>
                    <a:pt x="9294" y="10744"/>
                  </a:cubicBezTo>
                  <a:lnTo>
                    <a:pt x="8979" y="10303"/>
                  </a:lnTo>
                  <a:cubicBezTo>
                    <a:pt x="8018" y="9071"/>
                    <a:pt x="8059" y="9043"/>
                    <a:pt x="8038" y="9043"/>
                  </a:cubicBezTo>
                  <a:lnTo>
                    <a:pt x="8038" y="9043"/>
                  </a:lnTo>
                  <a:cubicBezTo>
                    <a:pt x="8037" y="9043"/>
                    <a:pt x="8036" y="9043"/>
                    <a:pt x="8034" y="9043"/>
                  </a:cubicBezTo>
                  <a:cubicBezTo>
                    <a:pt x="7751" y="8728"/>
                    <a:pt x="7593" y="8350"/>
                    <a:pt x="7593" y="7909"/>
                  </a:cubicBezTo>
                  <a:cubicBezTo>
                    <a:pt x="7593" y="6963"/>
                    <a:pt x="8349" y="6207"/>
                    <a:pt x="9294" y="6207"/>
                  </a:cubicBezTo>
                  <a:close/>
                  <a:moveTo>
                    <a:pt x="7026" y="8854"/>
                  </a:moveTo>
                  <a:cubicBezTo>
                    <a:pt x="7152" y="9074"/>
                    <a:pt x="7278" y="9326"/>
                    <a:pt x="7467" y="9515"/>
                  </a:cubicBezTo>
                  <a:cubicBezTo>
                    <a:pt x="7026" y="10429"/>
                    <a:pt x="6459" y="10965"/>
                    <a:pt x="5829" y="10965"/>
                  </a:cubicBezTo>
                  <a:cubicBezTo>
                    <a:pt x="5199" y="10965"/>
                    <a:pt x="4569" y="10397"/>
                    <a:pt x="4096" y="9389"/>
                  </a:cubicBezTo>
                  <a:cubicBezTo>
                    <a:pt x="4317" y="9295"/>
                    <a:pt x="4474" y="9074"/>
                    <a:pt x="4600" y="8854"/>
                  </a:cubicBezTo>
                  <a:cubicBezTo>
                    <a:pt x="4978" y="8885"/>
                    <a:pt x="5388" y="8917"/>
                    <a:pt x="5766" y="8917"/>
                  </a:cubicBezTo>
                  <a:cubicBezTo>
                    <a:pt x="6207" y="8917"/>
                    <a:pt x="6616" y="8885"/>
                    <a:pt x="7026" y="8854"/>
                  </a:cubicBezTo>
                  <a:close/>
                  <a:moveTo>
                    <a:pt x="5829" y="1"/>
                  </a:moveTo>
                  <a:cubicBezTo>
                    <a:pt x="2584" y="1"/>
                    <a:pt x="0" y="2616"/>
                    <a:pt x="0" y="5861"/>
                  </a:cubicBezTo>
                  <a:cubicBezTo>
                    <a:pt x="0" y="9043"/>
                    <a:pt x="2584" y="11689"/>
                    <a:pt x="5829" y="11689"/>
                  </a:cubicBezTo>
                  <a:cubicBezTo>
                    <a:pt x="6806" y="11689"/>
                    <a:pt x="7751" y="11437"/>
                    <a:pt x="8570" y="11028"/>
                  </a:cubicBezTo>
                  <a:lnTo>
                    <a:pt x="8979" y="11563"/>
                  </a:lnTo>
                  <a:cubicBezTo>
                    <a:pt x="9042" y="11658"/>
                    <a:pt x="9145" y="11705"/>
                    <a:pt x="9247" y="11705"/>
                  </a:cubicBezTo>
                  <a:cubicBezTo>
                    <a:pt x="9350" y="11705"/>
                    <a:pt x="9452" y="11658"/>
                    <a:pt x="9515" y="11563"/>
                  </a:cubicBezTo>
                  <a:cubicBezTo>
                    <a:pt x="9515" y="11563"/>
                    <a:pt x="11279" y="9169"/>
                    <a:pt x="11405" y="8980"/>
                  </a:cubicBezTo>
                  <a:cubicBezTo>
                    <a:pt x="11563" y="8665"/>
                    <a:pt x="11657" y="8287"/>
                    <a:pt x="11657" y="7940"/>
                  </a:cubicBezTo>
                  <a:cubicBezTo>
                    <a:pt x="11657" y="7657"/>
                    <a:pt x="11626" y="7405"/>
                    <a:pt x="11531" y="7152"/>
                  </a:cubicBezTo>
                  <a:cubicBezTo>
                    <a:pt x="11594" y="6774"/>
                    <a:pt x="11657" y="6333"/>
                    <a:pt x="11657" y="5892"/>
                  </a:cubicBezTo>
                  <a:cubicBezTo>
                    <a:pt x="11657" y="2616"/>
                    <a:pt x="9042"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865" name="Google Shape;14865;p84"/>
            <p:cNvSpPr/>
            <p:nvPr/>
          </p:nvSpPr>
          <p:spPr>
            <a:xfrm>
              <a:off x="-33467475" y="2806675"/>
              <a:ext cx="51225" cy="51225"/>
            </a:xfrm>
            <a:custGeom>
              <a:avLst/>
              <a:gdLst/>
              <a:ahLst/>
              <a:cxnLst/>
              <a:rect l="l" t="t" r="r" b="b"/>
              <a:pathLst>
                <a:path w="2049" h="2049" extrusionOk="0">
                  <a:moveTo>
                    <a:pt x="1040" y="631"/>
                  </a:moveTo>
                  <a:cubicBezTo>
                    <a:pt x="1229" y="631"/>
                    <a:pt x="1387" y="789"/>
                    <a:pt x="1387" y="1009"/>
                  </a:cubicBezTo>
                  <a:cubicBezTo>
                    <a:pt x="1387" y="1198"/>
                    <a:pt x="1198" y="1356"/>
                    <a:pt x="1040" y="1356"/>
                  </a:cubicBezTo>
                  <a:cubicBezTo>
                    <a:pt x="820" y="1356"/>
                    <a:pt x="662" y="1198"/>
                    <a:pt x="662" y="1009"/>
                  </a:cubicBezTo>
                  <a:cubicBezTo>
                    <a:pt x="662" y="789"/>
                    <a:pt x="820" y="631"/>
                    <a:pt x="1040" y="631"/>
                  </a:cubicBezTo>
                  <a:close/>
                  <a:moveTo>
                    <a:pt x="1040" y="1"/>
                  </a:moveTo>
                  <a:cubicBezTo>
                    <a:pt x="473" y="1"/>
                    <a:pt x="1" y="474"/>
                    <a:pt x="1" y="1041"/>
                  </a:cubicBezTo>
                  <a:cubicBezTo>
                    <a:pt x="1" y="1576"/>
                    <a:pt x="473" y="2049"/>
                    <a:pt x="1040" y="2049"/>
                  </a:cubicBezTo>
                  <a:cubicBezTo>
                    <a:pt x="1576" y="2049"/>
                    <a:pt x="2049" y="1576"/>
                    <a:pt x="2049" y="1041"/>
                  </a:cubicBezTo>
                  <a:cubicBezTo>
                    <a:pt x="2049" y="442"/>
                    <a:pt x="1576"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866" name="Google Shape;14866;p84"/>
          <p:cNvGrpSpPr/>
          <p:nvPr/>
        </p:nvGrpSpPr>
        <p:grpSpPr>
          <a:xfrm>
            <a:off x="2205089" y="2687509"/>
            <a:ext cx="329687" cy="353648"/>
            <a:chOff x="-31874100" y="1939525"/>
            <a:chExt cx="271750" cy="291500"/>
          </a:xfrm>
        </p:grpSpPr>
        <p:sp>
          <p:nvSpPr>
            <p:cNvPr id="14867" name="Google Shape;14867;p84"/>
            <p:cNvSpPr/>
            <p:nvPr/>
          </p:nvSpPr>
          <p:spPr>
            <a:xfrm>
              <a:off x="-31874100" y="2132475"/>
              <a:ext cx="271750" cy="98550"/>
            </a:xfrm>
            <a:custGeom>
              <a:avLst/>
              <a:gdLst/>
              <a:ahLst/>
              <a:cxnLst/>
              <a:rect l="l" t="t" r="r" b="b"/>
              <a:pathLst>
                <a:path w="10870" h="3942" extrusionOk="0">
                  <a:moveTo>
                    <a:pt x="2080" y="1135"/>
                  </a:moveTo>
                  <a:lnTo>
                    <a:pt x="2300" y="1576"/>
                  </a:lnTo>
                  <a:cubicBezTo>
                    <a:pt x="2363" y="1702"/>
                    <a:pt x="2458" y="1734"/>
                    <a:pt x="2584" y="1765"/>
                  </a:cubicBezTo>
                  <a:lnTo>
                    <a:pt x="3056" y="1860"/>
                  </a:lnTo>
                  <a:lnTo>
                    <a:pt x="2710" y="2206"/>
                  </a:lnTo>
                  <a:cubicBezTo>
                    <a:pt x="2615" y="2269"/>
                    <a:pt x="2584" y="2395"/>
                    <a:pt x="2615" y="2521"/>
                  </a:cubicBezTo>
                  <a:lnTo>
                    <a:pt x="2710" y="2994"/>
                  </a:lnTo>
                  <a:lnTo>
                    <a:pt x="2269" y="2773"/>
                  </a:lnTo>
                  <a:cubicBezTo>
                    <a:pt x="2237" y="2710"/>
                    <a:pt x="2143" y="2710"/>
                    <a:pt x="2111" y="2710"/>
                  </a:cubicBezTo>
                  <a:cubicBezTo>
                    <a:pt x="2080" y="2710"/>
                    <a:pt x="1985" y="2710"/>
                    <a:pt x="1954" y="2773"/>
                  </a:cubicBezTo>
                  <a:lnTo>
                    <a:pt x="1513" y="2994"/>
                  </a:lnTo>
                  <a:lnTo>
                    <a:pt x="1607" y="2521"/>
                  </a:lnTo>
                  <a:cubicBezTo>
                    <a:pt x="1607" y="2395"/>
                    <a:pt x="1607" y="2301"/>
                    <a:pt x="1513" y="2206"/>
                  </a:cubicBezTo>
                  <a:lnTo>
                    <a:pt x="1166" y="1860"/>
                  </a:lnTo>
                  <a:lnTo>
                    <a:pt x="1639" y="1765"/>
                  </a:lnTo>
                  <a:cubicBezTo>
                    <a:pt x="1670" y="1765"/>
                    <a:pt x="1796" y="1702"/>
                    <a:pt x="1828" y="1576"/>
                  </a:cubicBezTo>
                  <a:lnTo>
                    <a:pt x="2080" y="1135"/>
                  </a:lnTo>
                  <a:close/>
                  <a:moveTo>
                    <a:pt x="5514" y="1135"/>
                  </a:moveTo>
                  <a:lnTo>
                    <a:pt x="5734" y="1576"/>
                  </a:lnTo>
                  <a:cubicBezTo>
                    <a:pt x="5766" y="1702"/>
                    <a:pt x="5892" y="1734"/>
                    <a:pt x="6018" y="1765"/>
                  </a:cubicBezTo>
                  <a:lnTo>
                    <a:pt x="6490" y="1860"/>
                  </a:lnTo>
                  <a:lnTo>
                    <a:pt x="6144" y="2206"/>
                  </a:lnTo>
                  <a:cubicBezTo>
                    <a:pt x="6049" y="2269"/>
                    <a:pt x="6018" y="2395"/>
                    <a:pt x="6049" y="2521"/>
                  </a:cubicBezTo>
                  <a:lnTo>
                    <a:pt x="6144" y="2994"/>
                  </a:lnTo>
                  <a:lnTo>
                    <a:pt x="5703" y="2773"/>
                  </a:lnTo>
                  <a:cubicBezTo>
                    <a:pt x="5671" y="2710"/>
                    <a:pt x="5577" y="2710"/>
                    <a:pt x="5545" y="2710"/>
                  </a:cubicBezTo>
                  <a:cubicBezTo>
                    <a:pt x="5514" y="2710"/>
                    <a:pt x="5419" y="2710"/>
                    <a:pt x="5388" y="2773"/>
                  </a:cubicBezTo>
                  <a:lnTo>
                    <a:pt x="4947" y="2994"/>
                  </a:lnTo>
                  <a:lnTo>
                    <a:pt x="5041" y="2521"/>
                  </a:lnTo>
                  <a:cubicBezTo>
                    <a:pt x="5041" y="2395"/>
                    <a:pt x="5041" y="2301"/>
                    <a:pt x="4947" y="2206"/>
                  </a:cubicBezTo>
                  <a:lnTo>
                    <a:pt x="4600" y="1860"/>
                  </a:lnTo>
                  <a:lnTo>
                    <a:pt x="4978" y="1765"/>
                  </a:lnTo>
                  <a:cubicBezTo>
                    <a:pt x="5104" y="1765"/>
                    <a:pt x="5199" y="1702"/>
                    <a:pt x="5262" y="1576"/>
                  </a:cubicBezTo>
                  <a:lnTo>
                    <a:pt x="5514" y="1135"/>
                  </a:lnTo>
                  <a:close/>
                  <a:moveTo>
                    <a:pt x="8916" y="1135"/>
                  </a:moveTo>
                  <a:lnTo>
                    <a:pt x="9168" y="1576"/>
                  </a:lnTo>
                  <a:cubicBezTo>
                    <a:pt x="9200" y="1702"/>
                    <a:pt x="9326" y="1734"/>
                    <a:pt x="9452" y="1765"/>
                  </a:cubicBezTo>
                  <a:lnTo>
                    <a:pt x="9924" y="1860"/>
                  </a:lnTo>
                  <a:lnTo>
                    <a:pt x="9546" y="2206"/>
                  </a:lnTo>
                  <a:cubicBezTo>
                    <a:pt x="9483" y="2269"/>
                    <a:pt x="9452" y="2395"/>
                    <a:pt x="9483" y="2521"/>
                  </a:cubicBezTo>
                  <a:lnTo>
                    <a:pt x="9546" y="2994"/>
                  </a:lnTo>
                  <a:lnTo>
                    <a:pt x="9137" y="2773"/>
                  </a:lnTo>
                  <a:cubicBezTo>
                    <a:pt x="9074" y="2710"/>
                    <a:pt x="9011" y="2710"/>
                    <a:pt x="8979" y="2710"/>
                  </a:cubicBezTo>
                  <a:cubicBezTo>
                    <a:pt x="8916" y="2710"/>
                    <a:pt x="8853" y="2710"/>
                    <a:pt x="8822" y="2773"/>
                  </a:cubicBezTo>
                  <a:lnTo>
                    <a:pt x="8381" y="2994"/>
                  </a:lnTo>
                  <a:lnTo>
                    <a:pt x="8444" y="2521"/>
                  </a:lnTo>
                  <a:cubicBezTo>
                    <a:pt x="8444" y="2395"/>
                    <a:pt x="8444" y="2301"/>
                    <a:pt x="8381" y="2206"/>
                  </a:cubicBezTo>
                  <a:lnTo>
                    <a:pt x="8034" y="1860"/>
                  </a:lnTo>
                  <a:lnTo>
                    <a:pt x="8412" y="1765"/>
                  </a:lnTo>
                  <a:cubicBezTo>
                    <a:pt x="8538" y="1765"/>
                    <a:pt x="8601" y="1702"/>
                    <a:pt x="8696" y="1576"/>
                  </a:cubicBezTo>
                  <a:lnTo>
                    <a:pt x="8916" y="1135"/>
                  </a:lnTo>
                  <a:close/>
                  <a:moveTo>
                    <a:pt x="2048" y="1"/>
                  </a:moveTo>
                  <a:cubicBezTo>
                    <a:pt x="1922" y="1"/>
                    <a:pt x="1796" y="64"/>
                    <a:pt x="1733" y="190"/>
                  </a:cubicBezTo>
                  <a:lnTo>
                    <a:pt x="1292" y="1104"/>
                  </a:lnTo>
                  <a:lnTo>
                    <a:pt x="315" y="1261"/>
                  </a:lnTo>
                  <a:cubicBezTo>
                    <a:pt x="189" y="1261"/>
                    <a:pt x="63" y="1387"/>
                    <a:pt x="32" y="1482"/>
                  </a:cubicBezTo>
                  <a:cubicBezTo>
                    <a:pt x="0" y="1608"/>
                    <a:pt x="32" y="1765"/>
                    <a:pt x="95" y="1860"/>
                  </a:cubicBezTo>
                  <a:lnTo>
                    <a:pt x="819" y="2553"/>
                  </a:lnTo>
                  <a:lnTo>
                    <a:pt x="662" y="3561"/>
                  </a:lnTo>
                  <a:cubicBezTo>
                    <a:pt x="630" y="3655"/>
                    <a:pt x="693" y="3813"/>
                    <a:pt x="788" y="3876"/>
                  </a:cubicBezTo>
                  <a:cubicBezTo>
                    <a:pt x="862" y="3913"/>
                    <a:pt x="925" y="3928"/>
                    <a:pt x="990" y="3928"/>
                  </a:cubicBezTo>
                  <a:cubicBezTo>
                    <a:pt x="1035" y="3928"/>
                    <a:pt x="1082" y="3920"/>
                    <a:pt x="1134" y="3907"/>
                  </a:cubicBezTo>
                  <a:lnTo>
                    <a:pt x="2048" y="3435"/>
                  </a:lnTo>
                  <a:lnTo>
                    <a:pt x="2962" y="3907"/>
                  </a:lnTo>
                  <a:cubicBezTo>
                    <a:pt x="2998" y="3931"/>
                    <a:pt x="3039" y="3942"/>
                    <a:pt x="3082" y="3942"/>
                  </a:cubicBezTo>
                  <a:cubicBezTo>
                    <a:pt x="3153" y="3942"/>
                    <a:pt x="3230" y="3915"/>
                    <a:pt x="3308" y="3876"/>
                  </a:cubicBezTo>
                  <a:cubicBezTo>
                    <a:pt x="3434" y="3781"/>
                    <a:pt x="3466" y="3655"/>
                    <a:pt x="3434" y="3561"/>
                  </a:cubicBezTo>
                  <a:lnTo>
                    <a:pt x="3277" y="2553"/>
                  </a:lnTo>
                  <a:lnTo>
                    <a:pt x="3749" y="2080"/>
                  </a:lnTo>
                  <a:lnTo>
                    <a:pt x="4222" y="2553"/>
                  </a:lnTo>
                  <a:lnTo>
                    <a:pt x="4064" y="3561"/>
                  </a:lnTo>
                  <a:cubicBezTo>
                    <a:pt x="4001" y="3655"/>
                    <a:pt x="4096" y="3813"/>
                    <a:pt x="4159" y="3876"/>
                  </a:cubicBezTo>
                  <a:cubicBezTo>
                    <a:pt x="4233" y="3913"/>
                    <a:pt x="4307" y="3928"/>
                    <a:pt x="4380" y="3928"/>
                  </a:cubicBezTo>
                  <a:cubicBezTo>
                    <a:pt x="4433" y="3928"/>
                    <a:pt x="4485" y="3920"/>
                    <a:pt x="4537" y="3907"/>
                  </a:cubicBezTo>
                  <a:lnTo>
                    <a:pt x="5419" y="3435"/>
                  </a:lnTo>
                  <a:lnTo>
                    <a:pt x="6333" y="3907"/>
                  </a:lnTo>
                  <a:cubicBezTo>
                    <a:pt x="6381" y="3931"/>
                    <a:pt x="6429" y="3942"/>
                    <a:pt x="6475" y="3942"/>
                  </a:cubicBezTo>
                  <a:cubicBezTo>
                    <a:pt x="6550" y="3942"/>
                    <a:pt x="6621" y="3915"/>
                    <a:pt x="6679" y="3876"/>
                  </a:cubicBezTo>
                  <a:cubicBezTo>
                    <a:pt x="6805" y="3781"/>
                    <a:pt x="6837" y="3655"/>
                    <a:pt x="6805" y="3561"/>
                  </a:cubicBezTo>
                  <a:lnTo>
                    <a:pt x="6648" y="2553"/>
                  </a:lnTo>
                  <a:lnTo>
                    <a:pt x="7120" y="2080"/>
                  </a:lnTo>
                  <a:lnTo>
                    <a:pt x="7593" y="2553"/>
                  </a:lnTo>
                  <a:lnTo>
                    <a:pt x="7435" y="3561"/>
                  </a:lnTo>
                  <a:cubicBezTo>
                    <a:pt x="7404" y="3655"/>
                    <a:pt x="7467" y="3813"/>
                    <a:pt x="7561" y="3876"/>
                  </a:cubicBezTo>
                  <a:cubicBezTo>
                    <a:pt x="7635" y="3913"/>
                    <a:pt x="7698" y="3928"/>
                    <a:pt x="7763" y="3928"/>
                  </a:cubicBezTo>
                  <a:cubicBezTo>
                    <a:pt x="7809" y="3928"/>
                    <a:pt x="7856" y="3920"/>
                    <a:pt x="7908" y="3907"/>
                  </a:cubicBezTo>
                  <a:lnTo>
                    <a:pt x="8822" y="3435"/>
                  </a:lnTo>
                  <a:lnTo>
                    <a:pt x="9735" y="3907"/>
                  </a:lnTo>
                  <a:cubicBezTo>
                    <a:pt x="9771" y="3931"/>
                    <a:pt x="9812" y="3942"/>
                    <a:pt x="9856" y="3942"/>
                  </a:cubicBezTo>
                  <a:cubicBezTo>
                    <a:pt x="9926" y="3942"/>
                    <a:pt x="10004" y="3915"/>
                    <a:pt x="10082" y="3876"/>
                  </a:cubicBezTo>
                  <a:cubicBezTo>
                    <a:pt x="10208" y="3781"/>
                    <a:pt x="10239" y="3655"/>
                    <a:pt x="10208" y="3561"/>
                  </a:cubicBezTo>
                  <a:lnTo>
                    <a:pt x="10050" y="2553"/>
                  </a:lnTo>
                  <a:lnTo>
                    <a:pt x="10743" y="1860"/>
                  </a:lnTo>
                  <a:cubicBezTo>
                    <a:pt x="10838" y="1765"/>
                    <a:pt x="10869" y="1608"/>
                    <a:pt x="10838" y="1482"/>
                  </a:cubicBezTo>
                  <a:cubicBezTo>
                    <a:pt x="10775" y="1387"/>
                    <a:pt x="10680" y="1293"/>
                    <a:pt x="10554" y="1261"/>
                  </a:cubicBezTo>
                  <a:lnTo>
                    <a:pt x="9578" y="1104"/>
                  </a:lnTo>
                  <a:lnTo>
                    <a:pt x="9137" y="190"/>
                  </a:lnTo>
                  <a:cubicBezTo>
                    <a:pt x="9105" y="64"/>
                    <a:pt x="8979" y="1"/>
                    <a:pt x="8822" y="1"/>
                  </a:cubicBezTo>
                  <a:cubicBezTo>
                    <a:pt x="8696" y="1"/>
                    <a:pt x="8570" y="64"/>
                    <a:pt x="8507" y="190"/>
                  </a:cubicBezTo>
                  <a:lnTo>
                    <a:pt x="8066" y="1104"/>
                  </a:lnTo>
                  <a:lnTo>
                    <a:pt x="7120" y="1261"/>
                  </a:lnTo>
                  <a:lnTo>
                    <a:pt x="6175" y="1104"/>
                  </a:lnTo>
                  <a:lnTo>
                    <a:pt x="5734" y="190"/>
                  </a:lnTo>
                  <a:cubicBezTo>
                    <a:pt x="5703" y="64"/>
                    <a:pt x="5577" y="1"/>
                    <a:pt x="5419" y="1"/>
                  </a:cubicBezTo>
                  <a:cubicBezTo>
                    <a:pt x="5262" y="1"/>
                    <a:pt x="5199" y="64"/>
                    <a:pt x="5104" y="190"/>
                  </a:cubicBezTo>
                  <a:lnTo>
                    <a:pt x="4695" y="1104"/>
                  </a:lnTo>
                  <a:lnTo>
                    <a:pt x="3749" y="1261"/>
                  </a:lnTo>
                  <a:lnTo>
                    <a:pt x="2804" y="1104"/>
                  </a:lnTo>
                  <a:lnTo>
                    <a:pt x="2363" y="190"/>
                  </a:lnTo>
                  <a:cubicBezTo>
                    <a:pt x="2332" y="64"/>
                    <a:pt x="2206"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868" name="Google Shape;14868;p84"/>
            <p:cNvSpPr/>
            <p:nvPr/>
          </p:nvSpPr>
          <p:spPr>
            <a:xfrm>
              <a:off x="-31830775" y="1939525"/>
              <a:ext cx="189050" cy="189825"/>
            </a:xfrm>
            <a:custGeom>
              <a:avLst/>
              <a:gdLst/>
              <a:ahLst/>
              <a:cxnLst/>
              <a:rect l="l" t="t" r="r" b="b"/>
              <a:pathLst>
                <a:path w="7562" h="7593" extrusionOk="0">
                  <a:moveTo>
                    <a:pt x="3718" y="662"/>
                  </a:moveTo>
                  <a:cubicBezTo>
                    <a:pt x="5072" y="662"/>
                    <a:pt x="6144" y="1764"/>
                    <a:pt x="6144" y="3088"/>
                  </a:cubicBezTo>
                  <a:lnTo>
                    <a:pt x="6144" y="3466"/>
                  </a:lnTo>
                  <a:lnTo>
                    <a:pt x="6081" y="3466"/>
                  </a:lnTo>
                  <a:cubicBezTo>
                    <a:pt x="5986" y="2647"/>
                    <a:pt x="5261" y="2048"/>
                    <a:pt x="4411" y="2048"/>
                  </a:cubicBezTo>
                  <a:lnTo>
                    <a:pt x="3025" y="2048"/>
                  </a:lnTo>
                  <a:cubicBezTo>
                    <a:pt x="2142" y="2048"/>
                    <a:pt x="1481" y="2678"/>
                    <a:pt x="1323" y="3466"/>
                  </a:cubicBezTo>
                  <a:lnTo>
                    <a:pt x="1292" y="3466"/>
                  </a:lnTo>
                  <a:lnTo>
                    <a:pt x="1292" y="3088"/>
                  </a:lnTo>
                  <a:cubicBezTo>
                    <a:pt x="1323" y="1764"/>
                    <a:pt x="2426" y="662"/>
                    <a:pt x="3718" y="662"/>
                  </a:cubicBezTo>
                  <a:close/>
                  <a:moveTo>
                    <a:pt x="4348" y="2773"/>
                  </a:moveTo>
                  <a:cubicBezTo>
                    <a:pt x="4915" y="2773"/>
                    <a:pt x="5387" y="3245"/>
                    <a:pt x="5387" y="3781"/>
                  </a:cubicBezTo>
                  <a:lnTo>
                    <a:pt x="5387" y="4127"/>
                  </a:lnTo>
                  <a:lnTo>
                    <a:pt x="5387" y="4127"/>
                  </a:lnTo>
                  <a:cubicBezTo>
                    <a:pt x="5153" y="4127"/>
                    <a:pt x="4907" y="4122"/>
                    <a:pt x="4820" y="4064"/>
                  </a:cubicBezTo>
                  <a:cubicBezTo>
                    <a:pt x="4789" y="4033"/>
                    <a:pt x="4757" y="3907"/>
                    <a:pt x="4757" y="3812"/>
                  </a:cubicBezTo>
                  <a:cubicBezTo>
                    <a:pt x="4757" y="3623"/>
                    <a:pt x="4600" y="3466"/>
                    <a:pt x="4411" y="3466"/>
                  </a:cubicBezTo>
                  <a:cubicBezTo>
                    <a:pt x="4190" y="3466"/>
                    <a:pt x="4033" y="3623"/>
                    <a:pt x="4033" y="3812"/>
                  </a:cubicBezTo>
                  <a:cubicBezTo>
                    <a:pt x="4033" y="3907"/>
                    <a:pt x="4033" y="4033"/>
                    <a:pt x="3970" y="4064"/>
                  </a:cubicBezTo>
                  <a:cubicBezTo>
                    <a:pt x="3907" y="4127"/>
                    <a:pt x="3789" y="4143"/>
                    <a:pt x="3643" y="4143"/>
                  </a:cubicBezTo>
                  <a:cubicBezTo>
                    <a:pt x="3497" y="4143"/>
                    <a:pt x="3324" y="4127"/>
                    <a:pt x="3151" y="4127"/>
                  </a:cubicBezTo>
                  <a:lnTo>
                    <a:pt x="1953" y="4127"/>
                  </a:lnTo>
                  <a:lnTo>
                    <a:pt x="1953" y="3781"/>
                  </a:lnTo>
                  <a:cubicBezTo>
                    <a:pt x="1953" y="3214"/>
                    <a:pt x="2426" y="2773"/>
                    <a:pt x="2993" y="2773"/>
                  </a:cubicBezTo>
                  <a:close/>
                  <a:moveTo>
                    <a:pt x="1008" y="4096"/>
                  </a:moveTo>
                  <a:cubicBezTo>
                    <a:pt x="1197" y="4096"/>
                    <a:pt x="1355" y="4253"/>
                    <a:pt x="1355" y="4442"/>
                  </a:cubicBezTo>
                  <a:lnTo>
                    <a:pt x="1355" y="5135"/>
                  </a:lnTo>
                  <a:cubicBezTo>
                    <a:pt x="1323" y="5356"/>
                    <a:pt x="1197" y="5482"/>
                    <a:pt x="1008" y="5482"/>
                  </a:cubicBezTo>
                  <a:cubicBezTo>
                    <a:pt x="819" y="5482"/>
                    <a:pt x="662" y="5324"/>
                    <a:pt x="662" y="5135"/>
                  </a:cubicBezTo>
                  <a:lnTo>
                    <a:pt x="662" y="4442"/>
                  </a:lnTo>
                  <a:cubicBezTo>
                    <a:pt x="662" y="4253"/>
                    <a:pt x="819" y="4096"/>
                    <a:pt x="1008" y="4096"/>
                  </a:cubicBezTo>
                  <a:close/>
                  <a:moveTo>
                    <a:pt x="6459" y="4127"/>
                  </a:moveTo>
                  <a:cubicBezTo>
                    <a:pt x="6648" y="4127"/>
                    <a:pt x="6805" y="4285"/>
                    <a:pt x="6805" y="4505"/>
                  </a:cubicBezTo>
                  <a:lnTo>
                    <a:pt x="6805" y="5167"/>
                  </a:lnTo>
                  <a:cubicBezTo>
                    <a:pt x="6805" y="5356"/>
                    <a:pt x="6648" y="5513"/>
                    <a:pt x="6459" y="5513"/>
                  </a:cubicBezTo>
                  <a:cubicBezTo>
                    <a:pt x="6238" y="5513"/>
                    <a:pt x="6081" y="5356"/>
                    <a:pt x="6081" y="5167"/>
                  </a:cubicBezTo>
                  <a:lnTo>
                    <a:pt x="6081" y="4505"/>
                  </a:lnTo>
                  <a:cubicBezTo>
                    <a:pt x="6081" y="4285"/>
                    <a:pt x="6238" y="4127"/>
                    <a:pt x="6459" y="4127"/>
                  </a:cubicBezTo>
                  <a:close/>
                  <a:moveTo>
                    <a:pt x="4442" y="4568"/>
                  </a:moveTo>
                  <a:cubicBezTo>
                    <a:pt x="4726" y="4757"/>
                    <a:pt x="5072" y="4820"/>
                    <a:pt x="5450" y="4820"/>
                  </a:cubicBezTo>
                  <a:lnTo>
                    <a:pt x="5450" y="5167"/>
                  </a:lnTo>
                  <a:cubicBezTo>
                    <a:pt x="5450" y="6112"/>
                    <a:pt x="4663" y="6900"/>
                    <a:pt x="3718" y="6900"/>
                  </a:cubicBezTo>
                  <a:cubicBezTo>
                    <a:pt x="2772" y="6900"/>
                    <a:pt x="2048" y="6112"/>
                    <a:pt x="2048" y="5167"/>
                  </a:cubicBezTo>
                  <a:lnTo>
                    <a:pt x="2048" y="4820"/>
                  </a:lnTo>
                  <a:lnTo>
                    <a:pt x="3214" y="4820"/>
                  </a:lnTo>
                  <a:cubicBezTo>
                    <a:pt x="3305" y="4820"/>
                    <a:pt x="3394" y="4821"/>
                    <a:pt x="3479" y="4821"/>
                  </a:cubicBezTo>
                  <a:cubicBezTo>
                    <a:pt x="3863" y="4821"/>
                    <a:pt x="4184" y="4800"/>
                    <a:pt x="4442" y="4568"/>
                  </a:cubicBezTo>
                  <a:close/>
                  <a:moveTo>
                    <a:pt x="3718" y="0"/>
                  </a:moveTo>
                  <a:cubicBezTo>
                    <a:pt x="2048" y="0"/>
                    <a:pt x="662" y="1386"/>
                    <a:pt x="662" y="3119"/>
                  </a:cubicBezTo>
                  <a:lnTo>
                    <a:pt x="662" y="3497"/>
                  </a:lnTo>
                  <a:cubicBezTo>
                    <a:pt x="252" y="3655"/>
                    <a:pt x="0" y="4033"/>
                    <a:pt x="0" y="4505"/>
                  </a:cubicBezTo>
                  <a:lnTo>
                    <a:pt x="0" y="5167"/>
                  </a:lnTo>
                  <a:cubicBezTo>
                    <a:pt x="0" y="5703"/>
                    <a:pt x="473" y="6175"/>
                    <a:pt x="1008" y="6175"/>
                  </a:cubicBezTo>
                  <a:cubicBezTo>
                    <a:pt x="1197" y="6175"/>
                    <a:pt x="1355" y="6144"/>
                    <a:pt x="1512" y="6081"/>
                  </a:cubicBezTo>
                  <a:cubicBezTo>
                    <a:pt x="1890" y="6963"/>
                    <a:pt x="2741" y="7593"/>
                    <a:pt x="3781" y="7593"/>
                  </a:cubicBezTo>
                  <a:cubicBezTo>
                    <a:pt x="4789" y="7593"/>
                    <a:pt x="5671" y="6963"/>
                    <a:pt x="6018" y="6049"/>
                  </a:cubicBezTo>
                  <a:cubicBezTo>
                    <a:pt x="6175" y="6144"/>
                    <a:pt x="6333" y="6175"/>
                    <a:pt x="6522" y="6175"/>
                  </a:cubicBezTo>
                  <a:cubicBezTo>
                    <a:pt x="7089" y="6175"/>
                    <a:pt x="7561" y="5703"/>
                    <a:pt x="7561" y="5167"/>
                  </a:cubicBezTo>
                  <a:lnTo>
                    <a:pt x="7561" y="4474"/>
                  </a:lnTo>
                  <a:cubicBezTo>
                    <a:pt x="7561" y="4064"/>
                    <a:pt x="7278" y="3655"/>
                    <a:pt x="6868" y="3497"/>
                  </a:cubicBezTo>
                  <a:lnTo>
                    <a:pt x="6868" y="3119"/>
                  </a:lnTo>
                  <a:cubicBezTo>
                    <a:pt x="6805" y="1386"/>
                    <a:pt x="5419" y="0"/>
                    <a:pt x="37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4869" name="Google Shape;14869;p84"/>
          <p:cNvSpPr/>
          <p:nvPr/>
        </p:nvSpPr>
        <p:spPr>
          <a:xfrm>
            <a:off x="2211275" y="3155955"/>
            <a:ext cx="311550" cy="353587"/>
          </a:xfrm>
          <a:custGeom>
            <a:avLst/>
            <a:gdLst/>
            <a:ahLst/>
            <a:cxnLst/>
            <a:rect l="l" t="t" r="r" b="b"/>
            <a:pathLst>
              <a:path w="10272" h="11658" extrusionOk="0">
                <a:moveTo>
                  <a:pt x="7877" y="693"/>
                </a:moveTo>
                <a:cubicBezTo>
                  <a:pt x="8066" y="693"/>
                  <a:pt x="8224" y="851"/>
                  <a:pt x="8224" y="1040"/>
                </a:cubicBezTo>
                <a:lnTo>
                  <a:pt x="8224" y="1387"/>
                </a:lnTo>
                <a:lnTo>
                  <a:pt x="2080" y="1387"/>
                </a:lnTo>
                <a:lnTo>
                  <a:pt x="2080" y="1040"/>
                </a:lnTo>
                <a:cubicBezTo>
                  <a:pt x="2049" y="851"/>
                  <a:pt x="2206" y="693"/>
                  <a:pt x="2395" y="693"/>
                </a:cubicBezTo>
                <a:close/>
                <a:moveTo>
                  <a:pt x="9200" y="2710"/>
                </a:moveTo>
                <a:cubicBezTo>
                  <a:pt x="9421" y="2710"/>
                  <a:pt x="9578" y="2899"/>
                  <a:pt x="9578" y="3088"/>
                </a:cubicBezTo>
                <a:cubicBezTo>
                  <a:pt x="9578" y="3277"/>
                  <a:pt x="9421" y="3434"/>
                  <a:pt x="9200" y="3434"/>
                </a:cubicBezTo>
                <a:lnTo>
                  <a:pt x="8854" y="3434"/>
                </a:lnTo>
                <a:lnTo>
                  <a:pt x="8854" y="2773"/>
                </a:lnTo>
                <a:lnTo>
                  <a:pt x="9200" y="2773"/>
                </a:lnTo>
                <a:lnTo>
                  <a:pt x="9200" y="2710"/>
                </a:lnTo>
                <a:close/>
                <a:moveTo>
                  <a:pt x="6176" y="3907"/>
                </a:moveTo>
                <a:cubicBezTo>
                  <a:pt x="6207" y="4033"/>
                  <a:pt x="6333" y="4127"/>
                  <a:pt x="6491" y="4127"/>
                </a:cubicBezTo>
                <a:lnTo>
                  <a:pt x="9200" y="4127"/>
                </a:lnTo>
                <a:cubicBezTo>
                  <a:pt x="9326" y="4127"/>
                  <a:pt x="9421" y="4127"/>
                  <a:pt x="9515" y="4096"/>
                </a:cubicBezTo>
                <a:lnTo>
                  <a:pt x="9515" y="4096"/>
                </a:lnTo>
                <a:cubicBezTo>
                  <a:pt x="9421" y="4474"/>
                  <a:pt x="9011" y="4789"/>
                  <a:pt x="8539" y="4789"/>
                </a:cubicBezTo>
                <a:lnTo>
                  <a:pt x="6491" y="4789"/>
                </a:lnTo>
                <a:cubicBezTo>
                  <a:pt x="6333" y="4789"/>
                  <a:pt x="6239" y="4852"/>
                  <a:pt x="6176" y="5010"/>
                </a:cubicBezTo>
                <a:lnTo>
                  <a:pt x="5640" y="4474"/>
                </a:lnTo>
                <a:lnTo>
                  <a:pt x="6176" y="3907"/>
                </a:lnTo>
                <a:close/>
                <a:moveTo>
                  <a:pt x="1387" y="4789"/>
                </a:moveTo>
                <a:lnTo>
                  <a:pt x="1387" y="5451"/>
                </a:lnTo>
                <a:lnTo>
                  <a:pt x="1009" y="5451"/>
                </a:lnTo>
                <a:cubicBezTo>
                  <a:pt x="820" y="5451"/>
                  <a:pt x="662" y="5293"/>
                  <a:pt x="662" y="5073"/>
                </a:cubicBezTo>
                <a:cubicBezTo>
                  <a:pt x="662" y="4884"/>
                  <a:pt x="820" y="4789"/>
                  <a:pt x="1009" y="4789"/>
                </a:cubicBezTo>
                <a:close/>
                <a:moveTo>
                  <a:pt x="4065" y="5923"/>
                </a:moveTo>
                <a:lnTo>
                  <a:pt x="4601" y="6459"/>
                </a:lnTo>
                <a:lnTo>
                  <a:pt x="4065" y="7026"/>
                </a:lnTo>
                <a:cubicBezTo>
                  <a:pt x="4033" y="6900"/>
                  <a:pt x="3907" y="6774"/>
                  <a:pt x="3750" y="6774"/>
                </a:cubicBezTo>
                <a:lnTo>
                  <a:pt x="1702" y="6774"/>
                </a:lnTo>
                <a:cubicBezTo>
                  <a:pt x="1664" y="6779"/>
                  <a:pt x="1626" y="6782"/>
                  <a:pt x="1589" y="6782"/>
                </a:cubicBezTo>
                <a:cubicBezTo>
                  <a:pt x="1192" y="6782"/>
                  <a:pt x="838" y="6487"/>
                  <a:pt x="694" y="6112"/>
                </a:cubicBezTo>
                <a:lnTo>
                  <a:pt x="694" y="6112"/>
                </a:lnTo>
                <a:cubicBezTo>
                  <a:pt x="788" y="6144"/>
                  <a:pt x="914" y="6144"/>
                  <a:pt x="1009" y="6144"/>
                </a:cubicBezTo>
                <a:lnTo>
                  <a:pt x="3750" y="6144"/>
                </a:lnTo>
                <a:cubicBezTo>
                  <a:pt x="3907" y="6144"/>
                  <a:pt x="4002" y="6081"/>
                  <a:pt x="4065" y="5923"/>
                </a:cubicBezTo>
                <a:close/>
                <a:moveTo>
                  <a:pt x="8192" y="2048"/>
                </a:moveTo>
                <a:lnTo>
                  <a:pt x="8192" y="3434"/>
                </a:lnTo>
                <a:lnTo>
                  <a:pt x="6806" y="3434"/>
                </a:lnTo>
                <a:lnTo>
                  <a:pt x="6806" y="3088"/>
                </a:lnTo>
                <a:cubicBezTo>
                  <a:pt x="6806" y="2930"/>
                  <a:pt x="6743" y="2804"/>
                  <a:pt x="6617" y="2773"/>
                </a:cubicBezTo>
                <a:cubicBezTo>
                  <a:pt x="6571" y="2761"/>
                  <a:pt x="6520" y="2754"/>
                  <a:pt x="6472" y="2754"/>
                </a:cubicBezTo>
                <a:cubicBezTo>
                  <a:pt x="6388" y="2754"/>
                  <a:pt x="6310" y="2776"/>
                  <a:pt x="6270" y="2836"/>
                </a:cubicBezTo>
                <a:lnTo>
                  <a:pt x="4884" y="4222"/>
                </a:lnTo>
                <a:cubicBezTo>
                  <a:pt x="4758" y="4348"/>
                  <a:pt x="4758" y="4569"/>
                  <a:pt x="4884" y="4695"/>
                </a:cubicBezTo>
                <a:lnTo>
                  <a:pt x="6270" y="6081"/>
                </a:lnTo>
                <a:cubicBezTo>
                  <a:pt x="6315" y="6125"/>
                  <a:pt x="6407" y="6170"/>
                  <a:pt x="6501" y="6170"/>
                </a:cubicBezTo>
                <a:cubicBezTo>
                  <a:pt x="6540" y="6170"/>
                  <a:pt x="6580" y="6162"/>
                  <a:pt x="6617" y="6144"/>
                </a:cubicBezTo>
                <a:cubicBezTo>
                  <a:pt x="6743" y="6112"/>
                  <a:pt x="6806" y="5955"/>
                  <a:pt x="6806" y="5829"/>
                </a:cubicBezTo>
                <a:lnTo>
                  <a:pt x="6806" y="5482"/>
                </a:lnTo>
                <a:lnTo>
                  <a:pt x="8192" y="5482"/>
                </a:lnTo>
                <a:lnTo>
                  <a:pt x="8192" y="8948"/>
                </a:lnTo>
                <a:lnTo>
                  <a:pt x="2049" y="8948"/>
                </a:lnTo>
                <a:lnTo>
                  <a:pt x="2049" y="7530"/>
                </a:lnTo>
                <a:lnTo>
                  <a:pt x="3435" y="7530"/>
                </a:lnTo>
                <a:lnTo>
                  <a:pt x="3435" y="7877"/>
                </a:lnTo>
                <a:cubicBezTo>
                  <a:pt x="3435" y="8034"/>
                  <a:pt x="3498" y="8160"/>
                  <a:pt x="3624" y="8192"/>
                </a:cubicBezTo>
                <a:cubicBezTo>
                  <a:pt x="3676" y="8218"/>
                  <a:pt x="3734" y="8233"/>
                  <a:pt x="3788" y="8233"/>
                </a:cubicBezTo>
                <a:cubicBezTo>
                  <a:pt x="3864" y="8233"/>
                  <a:pt x="3934" y="8202"/>
                  <a:pt x="3970" y="8129"/>
                </a:cubicBezTo>
                <a:lnTo>
                  <a:pt x="5357" y="6742"/>
                </a:lnTo>
                <a:cubicBezTo>
                  <a:pt x="5483" y="6616"/>
                  <a:pt x="5483" y="6396"/>
                  <a:pt x="5357" y="6270"/>
                </a:cubicBezTo>
                <a:lnTo>
                  <a:pt x="3970" y="4884"/>
                </a:lnTo>
                <a:cubicBezTo>
                  <a:pt x="3924" y="4837"/>
                  <a:pt x="3828" y="4808"/>
                  <a:pt x="3730" y="4808"/>
                </a:cubicBezTo>
                <a:cubicBezTo>
                  <a:pt x="3694" y="4808"/>
                  <a:pt x="3658" y="4812"/>
                  <a:pt x="3624" y="4821"/>
                </a:cubicBezTo>
                <a:cubicBezTo>
                  <a:pt x="3498" y="4852"/>
                  <a:pt x="3435" y="5010"/>
                  <a:pt x="3435" y="5136"/>
                </a:cubicBezTo>
                <a:lnTo>
                  <a:pt x="3435" y="5482"/>
                </a:lnTo>
                <a:lnTo>
                  <a:pt x="2049" y="5482"/>
                </a:lnTo>
                <a:lnTo>
                  <a:pt x="2049" y="2048"/>
                </a:lnTo>
                <a:close/>
                <a:moveTo>
                  <a:pt x="8192" y="9609"/>
                </a:moveTo>
                <a:lnTo>
                  <a:pt x="8192" y="10649"/>
                </a:lnTo>
                <a:cubicBezTo>
                  <a:pt x="8192" y="10838"/>
                  <a:pt x="8035" y="10996"/>
                  <a:pt x="7877" y="10996"/>
                </a:cubicBezTo>
                <a:lnTo>
                  <a:pt x="2395" y="10996"/>
                </a:lnTo>
                <a:cubicBezTo>
                  <a:pt x="2206" y="10996"/>
                  <a:pt x="2049" y="10838"/>
                  <a:pt x="2049" y="10649"/>
                </a:cubicBezTo>
                <a:lnTo>
                  <a:pt x="2049" y="9609"/>
                </a:lnTo>
                <a:close/>
                <a:moveTo>
                  <a:pt x="2395" y="0"/>
                </a:moveTo>
                <a:cubicBezTo>
                  <a:pt x="1860" y="0"/>
                  <a:pt x="1387" y="473"/>
                  <a:pt x="1387" y="1040"/>
                </a:cubicBezTo>
                <a:lnTo>
                  <a:pt x="1387" y="4096"/>
                </a:lnTo>
                <a:lnTo>
                  <a:pt x="1009" y="4096"/>
                </a:lnTo>
                <a:cubicBezTo>
                  <a:pt x="473" y="4096"/>
                  <a:pt x="1" y="4569"/>
                  <a:pt x="1" y="5136"/>
                </a:cubicBezTo>
                <a:lnTo>
                  <a:pt x="1" y="5797"/>
                </a:lnTo>
                <a:cubicBezTo>
                  <a:pt x="1" y="6616"/>
                  <a:pt x="599" y="7341"/>
                  <a:pt x="1387" y="7498"/>
                </a:cubicBezTo>
                <a:lnTo>
                  <a:pt x="1387" y="10649"/>
                </a:lnTo>
                <a:cubicBezTo>
                  <a:pt x="1387" y="11185"/>
                  <a:pt x="1860" y="11657"/>
                  <a:pt x="2395" y="11657"/>
                </a:cubicBezTo>
                <a:lnTo>
                  <a:pt x="7877" y="11657"/>
                </a:lnTo>
                <a:cubicBezTo>
                  <a:pt x="8413" y="11657"/>
                  <a:pt x="8885" y="11185"/>
                  <a:pt x="8885" y="10649"/>
                </a:cubicBezTo>
                <a:lnTo>
                  <a:pt x="8885" y="5451"/>
                </a:lnTo>
                <a:cubicBezTo>
                  <a:pt x="9673" y="5293"/>
                  <a:pt x="10271" y="4569"/>
                  <a:pt x="10271" y="3749"/>
                </a:cubicBezTo>
                <a:lnTo>
                  <a:pt x="10271" y="3088"/>
                </a:lnTo>
                <a:cubicBezTo>
                  <a:pt x="10271" y="2521"/>
                  <a:pt x="9799" y="2048"/>
                  <a:pt x="9263" y="2048"/>
                </a:cubicBezTo>
                <a:lnTo>
                  <a:pt x="8885" y="2048"/>
                </a:lnTo>
                <a:lnTo>
                  <a:pt x="8885" y="1040"/>
                </a:lnTo>
                <a:cubicBezTo>
                  <a:pt x="8885" y="473"/>
                  <a:pt x="8413" y="0"/>
                  <a:pt x="78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4870" name="Google Shape;14870;p84"/>
          <p:cNvGrpSpPr/>
          <p:nvPr/>
        </p:nvGrpSpPr>
        <p:grpSpPr>
          <a:xfrm>
            <a:off x="2186451" y="3616531"/>
            <a:ext cx="366963" cy="352768"/>
            <a:chOff x="-31889075" y="2658950"/>
            <a:chExt cx="302475" cy="290775"/>
          </a:xfrm>
        </p:grpSpPr>
        <p:sp>
          <p:nvSpPr>
            <p:cNvPr id="14871" name="Google Shape;14871;p84"/>
            <p:cNvSpPr/>
            <p:nvPr/>
          </p:nvSpPr>
          <p:spPr>
            <a:xfrm>
              <a:off x="-31889075" y="2658950"/>
              <a:ext cx="302475" cy="290775"/>
            </a:xfrm>
            <a:custGeom>
              <a:avLst/>
              <a:gdLst/>
              <a:ahLst/>
              <a:cxnLst/>
              <a:rect l="l" t="t" r="r" b="b"/>
              <a:pathLst>
                <a:path w="12099" h="11631" extrusionOk="0">
                  <a:moveTo>
                    <a:pt x="10555" y="712"/>
                  </a:moveTo>
                  <a:lnTo>
                    <a:pt x="11153" y="1310"/>
                  </a:lnTo>
                  <a:lnTo>
                    <a:pt x="10051" y="3138"/>
                  </a:lnTo>
                  <a:lnTo>
                    <a:pt x="8728" y="1814"/>
                  </a:lnTo>
                  <a:lnTo>
                    <a:pt x="10555" y="712"/>
                  </a:lnTo>
                  <a:close/>
                  <a:moveTo>
                    <a:pt x="8665" y="2696"/>
                  </a:moveTo>
                  <a:lnTo>
                    <a:pt x="9137" y="3169"/>
                  </a:lnTo>
                  <a:lnTo>
                    <a:pt x="7278" y="4996"/>
                  </a:lnTo>
                  <a:lnTo>
                    <a:pt x="6806" y="4524"/>
                  </a:lnTo>
                  <a:lnTo>
                    <a:pt x="8665" y="2696"/>
                  </a:lnTo>
                  <a:close/>
                  <a:moveTo>
                    <a:pt x="3022" y="640"/>
                  </a:moveTo>
                  <a:cubicBezTo>
                    <a:pt x="3549" y="640"/>
                    <a:pt x="4066" y="847"/>
                    <a:pt x="4443" y="1247"/>
                  </a:cubicBezTo>
                  <a:cubicBezTo>
                    <a:pt x="5010" y="1783"/>
                    <a:pt x="5199" y="2602"/>
                    <a:pt x="4915" y="3358"/>
                  </a:cubicBezTo>
                  <a:cubicBezTo>
                    <a:pt x="4884" y="3484"/>
                    <a:pt x="4915" y="3642"/>
                    <a:pt x="5010" y="3705"/>
                  </a:cubicBezTo>
                  <a:lnTo>
                    <a:pt x="8160" y="6855"/>
                  </a:lnTo>
                  <a:cubicBezTo>
                    <a:pt x="8208" y="6926"/>
                    <a:pt x="8308" y="6961"/>
                    <a:pt x="8409" y="6961"/>
                  </a:cubicBezTo>
                  <a:cubicBezTo>
                    <a:pt x="8442" y="6961"/>
                    <a:pt x="8476" y="6957"/>
                    <a:pt x="8507" y="6950"/>
                  </a:cubicBezTo>
                  <a:cubicBezTo>
                    <a:pt x="8741" y="6862"/>
                    <a:pt x="8981" y="6819"/>
                    <a:pt x="9217" y="6819"/>
                  </a:cubicBezTo>
                  <a:cubicBezTo>
                    <a:pt x="9743" y="6819"/>
                    <a:pt x="10248" y="7031"/>
                    <a:pt x="10618" y="7422"/>
                  </a:cubicBezTo>
                  <a:cubicBezTo>
                    <a:pt x="11153" y="7926"/>
                    <a:pt x="11342" y="8682"/>
                    <a:pt x="11153" y="9375"/>
                  </a:cubicBezTo>
                  <a:lnTo>
                    <a:pt x="10240" y="8493"/>
                  </a:lnTo>
                  <a:cubicBezTo>
                    <a:pt x="10035" y="8289"/>
                    <a:pt x="9767" y="8186"/>
                    <a:pt x="9503" y="8186"/>
                  </a:cubicBezTo>
                  <a:cubicBezTo>
                    <a:pt x="9240" y="8186"/>
                    <a:pt x="8980" y="8289"/>
                    <a:pt x="8791" y="8493"/>
                  </a:cubicBezTo>
                  <a:cubicBezTo>
                    <a:pt x="8381" y="8871"/>
                    <a:pt x="8381" y="9533"/>
                    <a:pt x="8791" y="9943"/>
                  </a:cubicBezTo>
                  <a:lnTo>
                    <a:pt x="9673" y="10856"/>
                  </a:lnTo>
                  <a:cubicBezTo>
                    <a:pt x="9498" y="10904"/>
                    <a:pt x="9318" y="10928"/>
                    <a:pt x="9140" y="10928"/>
                  </a:cubicBezTo>
                  <a:cubicBezTo>
                    <a:pt x="8614" y="10928"/>
                    <a:pt x="8096" y="10721"/>
                    <a:pt x="7719" y="10321"/>
                  </a:cubicBezTo>
                  <a:cubicBezTo>
                    <a:pt x="7152" y="9785"/>
                    <a:pt x="6963" y="8966"/>
                    <a:pt x="7247" y="8210"/>
                  </a:cubicBezTo>
                  <a:cubicBezTo>
                    <a:pt x="7278" y="8084"/>
                    <a:pt x="7247" y="7926"/>
                    <a:pt x="7152" y="7863"/>
                  </a:cubicBezTo>
                  <a:lnTo>
                    <a:pt x="4002" y="4713"/>
                  </a:lnTo>
                  <a:cubicBezTo>
                    <a:pt x="3960" y="4629"/>
                    <a:pt x="3876" y="4587"/>
                    <a:pt x="3787" y="4587"/>
                  </a:cubicBezTo>
                  <a:cubicBezTo>
                    <a:pt x="3743" y="4587"/>
                    <a:pt x="3697" y="4597"/>
                    <a:pt x="3655" y="4618"/>
                  </a:cubicBezTo>
                  <a:cubicBezTo>
                    <a:pt x="3421" y="4706"/>
                    <a:pt x="3181" y="4749"/>
                    <a:pt x="2945" y="4749"/>
                  </a:cubicBezTo>
                  <a:cubicBezTo>
                    <a:pt x="2419" y="4749"/>
                    <a:pt x="1914" y="4537"/>
                    <a:pt x="1544" y="4146"/>
                  </a:cubicBezTo>
                  <a:cubicBezTo>
                    <a:pt x="1009" y="3642"/>
                    <a:pt x="820" y="2885"/>
                    <a:pt x="1009" y="2192"/>
                  </a:cubicBezTo>
                  <a:lnTo>
                    <a:pt x="1009" y="2192"/>
                  </a:lnTo>
                  <a:lnTo>
                    <a:pt x="1922" y="3075"/>
                  </a:lnTo>
                  <a:cubicBezTo>
                    <a:pt x="2127" y="3279"/>
                    <a:pt x="2395" y="3382"/>
                    <a:pt x="2659" y="3382"/>
                  </a:cubicBezTo>
                  <a:cubicBezTo>
                    <a:pt x="2923" y="3382"/>
                    <a:pt x="3183" y="3279"/>
                    <a:pt x="3372" y="3075"/>
                  </a:cubicBezTo>
                  <a:cubicBezTo>
                    <a:pt x="3781" y="2696"/>
                    <a:pt x="3781" y="2035"/>
                    <a:pt x="3372" y="1625"/>
                  </a:cubicBezTo>
                  <a:lnTo>
                    <a:pt x="2490" y="712"/>
                  </a:lnTo>
                  <a:cubicBezTo>
                    <a:pt x="2665" y="664"/>
                    <a:pt x="2844" y="640"/>
                    <a:pt x="3022" y="640"/>
                  </a:cubicBezTo>
                  <a:close/>
                  <a:moveTo>
                    <a:pt x="4380" y="6036"/>
                  </a:moveTo>
                  <a:lnTo>
                    <a:pt x="5829" y="7485"/>
                  </a:lnTo>
                  <a:lnTo>
                    <a:pt x="2679" y="10636"/>
                  </a:lnTo>
                  <a:cubicBezTo>
                    <a:pt x="2474" y="10840"/>
                    <a:pt x="2206" y="10943"/>
                    <a:pt x="1942" y="10943"/>
                  </a:cubicBezTo>
                  <a:cubicBezTo>
                    <a:pt x="1678" y="10943"/>
                    <a:pt x="1418" y="10840"/>
                    <a:pt x="1229" y="10636"/>
                  </a:cubicBezTo>
                  <a:cubicBezTo>
                    <a:pt x="820" y="10226"/>
                    <a:pt x="820" y="9596"/>
                    <a:pt x="1229" y="9186"/>
                  </a:cubicBezTo>
                  <a:lnTo>
                    <a:pt x="4380" y="6036"/>
                  </a:lnTo>
                  <a:close/>
                  <a:moveTo>
                    <a:pt x="2915" y="1"/>
                  </a:moveTo>
                  <a:cubicBezTo>
                    <a:pt x="2465" y="1"/>
                    <a:pt x="2014" y="112"/>
                    <a:pt x="1607" y="334"/>
                  </a:cubicBezTo>
                  <a:cubicBezTo>
                    <a:pt x="1544" y="365"/>
                    <a:pt x="1450" y="491"/>
                    <a:pt x="1450" y="554"/>
                  </a:cubicBezTo>
                  <a:cubicBezTo>
                    <a:pt x="1450" y="680"/>
                    <a:pt x="1481" y="775"/>
                    <a:pt x="1544" y="838"/>
                  </a:cubicBezTo>
                  <a:lnTo>
                    <a:pt x="2836" y="2129"/>
                  </a:lnTo>
                  <a:cubicBezTo>
                    <a:pt x="2962" y="2255"/>
                    <a:pt x="2962" y="2507"/>
                    <a:pt x="2836" y="2602"/>
                  </a:cubicBezTo>
                  <a:cubicBezTo>
                    <a:pt x="2773" y="2665"/>
                    <a:pt x="2686" y="2696"/>
                    <a:pt x="2600" y="2696"/>
                  </a:cubicBezTo>
                  <a:cubicBezTo>
                    <a:pt x="2513" y="2696"/>
                    <a:pt x="2427" y="2665"/>
                    <a:pt x="2364" y="2602"/>
                  </a:cubicBezTo>
                  <a:lnTo>
                    <a:pt x="1072" y="1310"/>
                  </a:lnTo>
                  <a:cubicBezTo>
                    <a:pt x="1001" y="1239"/>
                    <a:pt x="912" y="1204"/>
                    <a:pt x="846" y="1204"/>
                  </a:cubicBezTo>
                  <a:cubicBezTo>
                    <a:pt x="824" y="1204"/>
                    <a:pt x="804" y="1208"/>
                    <a:pt x="788" y="1216"/>
                  </a:cubicBezTo>
                  <a:cubicBezTo>
                    <a:pt x="662" y="1216"/>
                    <a:pt x="599" y="1310"/>
                    <a:pt x="536" y="1373"/>
                  </a:cubicBezTo>
                  <a:cubicBezTo>
                    <a:pt x="1" y="2413"/>
                    <a:pt x="127" y="3736"/>
                    <a:pt x="1009" y="4618"/>
                  </a:cubicBezTo>
                  <a:cubicBezTo>
                    <a:pt x="1549" y="5135"/>
                    <a:pt x="2230" y="5407"/>
                    <a:pt x="2934" y="5407"/>
                  </a:cubicBezTo>
                  <a:cubicBezTo>
                    <a:pt x="3173" y="5407"/>
                    <a:pt x="3415" y="5375"/>
                    <a:pt x="3655" y="5311"/>
                  </a:cubicBezTo>
                  <a:lnTo>
                    <a:pt x="3907" y="5563"/>
                  </a:lnTo>
                  <a:lnTo>
                    <a:pt x="757" y="8714"/>
                  </a:lnTo>
                  <a:cubicBezTo>
                    <a:pt x="64" y="9344"/>
                    <a:pt x="64" y="10447"/>
                    <a:pt x="757" y="11108"/>
                  </a:cubicBezTo>
                  <a:cubicBezTo>
                    <a:pt x="1088" y="11455"/>
                    <a:pt x="1521" y="11628"/>
                    <a:pt x="1954" y="11628"/>
                  </a:cubicBezTo>
                  <a:cubicBezTo>
                    <a:pt x="2387" y="11628"/>
                    <a:pt x="2820" y="11455"/>
                    <a:pt x="3151" y="11108"/>
                  </a:cubicBezTo>
                  <a:lnTo>
                    <a:pt x="6302" y="7958"/>
                  </a:lnTo>
                  <a:lnTo>
                    <a:pt x="6522" y="8210"/>
                  </a:lnTo>
                  <a:cubicBezTo>
                    <a:pt x="6302" y="9155"/>
                    <a:pt x="6522" y="10132"/>
                    <a:pt x="7247" y="10825"/>
                  </a:cubicBezTo>
                  <a:cubicBezTo>
                    <a:pt x="7765" y="11362"/>
                    <a:pt x="8469" y="11630"/>
                    <a:pt x="9169" y="11630"/>
                  </a:cubicBezTo>
                  <a:cubicBezTo>
                    <a:pt x="9618" y="11630"/>
                    <a:pt x="10066" y="11519"/>
                    <a:pt x="10460" y="11297"/>
                  </a:cubicBezTo>
                  <a:cubicBezTo>
                    <a:pt x="10555" y="11266"/>
                    <a:pt x="10618" y="11140"/>
                    <a:pt x="10618" y="11077"/>
                  </a:cubicBezTo>
                  <a:cubicBezTo>
                    <a:pt x="10618" y="11014"/>
                    <a:pt x="10586" y="10888"/>
                    <a:pt x="10555" y="10793"/>
                  </a:cubicBezTo>
                  <a:lnTo>
                    <a:pt x="9263" y="9501"/>
                  </a:lnTo>
                  <a:cubicBezTo>
                    <a:pt x="9137" y="9375"/>
                    <a:pt x="9137" y="9155"/>
                    <a:pt x="9263" y="9029"/>
                  </a:cubicBezTo>
                  <a:cubicBezTo>
                    <a:pt x="9310" y="8966"/>
                    <a:pt x="9397" y="8934"/>
                    <a:pt x="9488" y="8934"/>
                  </a:cubicBezTo>
                  <a:cubicBezTo>
                    <a:pt x="9578" y="8934"/>
                    <a:pt x="9673" y="8966"/>
                    <a:pt x="9736" y="9029"/>
                  </a:cubicBezTo>
                  <a:lnTo>
                    <a:pt x="11027" y="10321"/>
                  </a:lnTo>
                  <a:cubicBezTo>
                    <a:pt x="11075" y="10392"/>
                    <a:pt x="11157" y="10427"/>
                    <a:pt x="11236" y="10427"/>
                  </a:cubicBezTo>
                  <a:cubicBezTo>
                    <a:pt x="11262" y="10427"/>
                    <a:pt x="11287" y="10423"/>
                    <a:pt x="11311" y="10415"/>
                  </a:cubicBezTo>
                  <a:cubicBezTo>
                    <a:pt x="11405" y="10415"/>
                    <a:pt x="11500" y="10321"/>
                    <a:pt x="11532" y="10258"/>
                  </a:cubicBezTo>
                  <a:cubicBezTo>
                    <a:pt x="12099" y="9218"/>
                    <a:pt x="11973" y="7895"/>
                    <a:pt x="11059" y="7013"/>
                  </a:cubicBezTo>
                  <a:cubicBezTo>
                    <a:pt x="10542" y="6496"/>
                    <a:pt x="9850" y="6224"/>
                    <a:pt x="9139" y="6224"/>
                  </a:cubicBezTo>
                  <a:cubicBezTo>
                    <a:pt x="8897" y="6224"/>
                    <a:pt x="8653" y="6255"/>
                    <a:pt x="8413" y="6320"/>
                  </a:cubicBezTo>
                  <a:lnTo>
                    <a:pt x="7719" y="5595"/>
                  </a:lnTo>
                  <a:lnTo>
                    <a:pt x="9578" y="3736"/>
                  </a:lnTo>
                  <a:lnTo>
                    <a:pt x="9799" y="3988"/>
                  </a:lnTo>
                  <a:cubicBezTo>
                    <a:pt x="9867" y="4056"/>
                    <a:pt x="9958" y="4089"/>
                    <a:pt x="10051" y="4089"/>
                  </a:cubicBezTo>
                  <a:cubicBezTo>
                    <a:pt x="10172" y="4089"/>
                    <a:pt x="10294" y="4032"/>
                    <a:pt x="10366" y="3925"/>
                  </a:cubicBezTo>
                  <a:lnTo>
                    <a:pt x="11815" y="1499"/>
                  </a:lnTo>
                  <a:cubicBezTo>
                    <a:pt x="11878" y="1373"/>
                    <a:pt x="11878" y="1184"/>
                    <a:pt x="11784" y="1090"/>
                  </a:cubicBezTo>
                  <a:lnTo>
                    <a:pt x="10775" y="82"/>
                  </a:lnTo>
                  <a:cubicBezTo>
                    <a:pt x="10723" y="30"/>
                    <a:pt x="10652" y="6"/>
                    <a:pt x="10573" y="6"/>
                  </a:cubicBezTo>
                  <a:cubicBezTo>
                    <a:pt x="10507" y="6"/>
                    <a:pt x="10437" y="22"/>
                    <a:pt x="10366" y="50"/>
                  </a:cubicBezTo>
                  <a:lnTo>
                    <a:pt x="7940" y="1499"/>
                  </a:lnTo>
                  <a:cubicBezTo>
                    <a:pt x="7751" y="1625"/>
                    <a:pt x="7719" y="1909"/>
                    <a:pt x="7877" y="2066"/>
                  </a:cubicBezTo>
                  <a:lnTo>
                    <a:pt x="8097" y="2287"/>
                  </a:lnTo>
                  <a:lnTo>
                    <a:pt x="6270" y="4146"/>
                  </a:lnTo>
                  <a:lnTo>
                    <a:pt x="5546" y="3421"/>
                  </a:lnTo>
                  <a:cubicBezTo>
                    <a:pt x="5798" y="2476"/>
                    <a:pt x="5546" y="1499"/>
                    <a:pt x="4852" y="806"/>
                  </a:cubicBezTo>
                  <a:cubicBezTo>
                    <a:pt x="4315" y="269"/>
                    <a:pt x="3615" y="1"/>
                    <a:pt x="29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872" name="Google Shape;14872;p84"/>
            <p:cNvSpPr/>
            <p:nvPr/>
          </p:nvSpPr>
          <p:spPr>
            <a:xfrm>
              <a:off x="-31838650" y="2838200"/>
              <a:ext cx="70100" cy="68550"/>
            </a:xfrm>
            <a:custGeom>
              <a:avLst/>
              <a:gdLst/>
              <a:ahLst/>
              <a:cxnLst/>
              <a:rect l="l" t="t" r="r" b="b"/>
              <a:pathLst>
                <a:path w="2804" h="2742" extrusionOk="0">
                  <a:moveTo>
                    <a:pt x="2430" y="0"/>
                  </a:moveTo>
                  <a:cubicBezTo>
                    <a:pt x="2339" y="0"/>
                    <a:pt x="2253" y="32"/>
                    <a:pt x="2205" y="95"/>
                  </a:cubicBezTo>
                  <a:lnTo>
                    <a:pt x="95" y="2174"/>
                  </a:lnTo>
                  <a:cubicBezTo>
                    <a:pt x="0" y="2300"/>
                    <a:pt x="0" y="2521"/>
                    <a:pt x="95" y="2647"/>
                  </a:cubicBezTo>
                  <a:cubicBezTo>
                    <a:pt x="158" y="2710"/>
                    <a:pt x="236" y="2741"/>
                    <a:pt x="319" y="2741"/>
                  </a:cubicBezTo>
                  <a:cubicBezTo>
                    <a:pt x="402" y="2741"/>
                    <a:pt x="488" y="2710"/>
                    <a:pt x="567" y="2647"/>
                  </a:cubicBezTo>
                  <a:lnTo>
                    <a:pt x="2678" y="567"/>
                  </a:lnTo>
                  <a:cubicBezTo>
                    <a:pt x="2804" y="441"/>
                    <a:pt x="2804" y="221"/>
                    <a:pt x="2678" y="95"/>
                  </a:cubicBezTo>
                  <a:cubicBezTo>
                    <a:pt x="2615" y="32"/>
                    <a:pt x="2520" y="0"/>
                    <a:pt x="24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4873" name="Google Shape;14873;p84"/>
          <p:cNvSpPr/>
          <p:nvPr/>
        </p:nvSpPr>
        <p:spPr>
          <a:xfrm>
            <a:off x="3974577" y="3155469"/>
            <a:ext cx="356438" cy="354558"/>
          </a:xfrm>
          <a:custGeom>
            <a:avLst/>
            <a:gdLst/>
            <a:ahLst/>
            <a:cxnLst/>
            <a:rect l="l" t="t" r="r" b="b"/>
            <a:pathLst>
              <a:path w="11752" h="11690" extrusionOk="0">
                <a:moveTo>
                  <a:pt x="5923" y="694"/>
                </a:moveTo>
                <a:cubicBezTo>
                  <a:pt x="6490" y="694"/>
                  <a:pt x="6963" y="1166"/>
                  <a:pt x="6963" y="1765"/>
                </a:cubicBezTo>
                <a:cubicBezTo>
                  <a:pt x="6963" y="2332"/>
                  <a:pt x="6490" y="2805"/>
                  <a:pt x="5923" y="2805"/>
                </a:cubicBezTo>
                <a:cubicBezTo>
                  <a:pt x="5325" y="2805"/>
                  <a:pt x="4852" y="2332"/>
                  <a:pt x="4852" y="1765"/>
                </a:cubicBezTo>
                <a:cubicBezTo>
                  <a:pt x="4852" y="1229"/>
                  <a:pt x="5325" y="694"/>
                  <a:pt x="5923" y="694"/>
                </a:cubicBezTo>
                <a:close/>
                <a:moveTo>
                  <a:pt x="2489" y="3466"/>
                </a:moveTo>
                <a:cubicBezTo>
                  <a:pt x="2678" y="3466"/>
                  <a:pt x="2836" y="3624"/>
                  <a:pt x="2836" y="3813"/>
                </a:cubicBezTo>
                <a:lnTo>
                  <a:pt x="2836" y="4916"/>
                </a:lnTo>
                <a:cubicBezTo>
                  <a:pt x="2678" y="4947"/>
                  <a:pt x="2584" y="5042"/>
                  <a:pt x="2458" y="5168"/>
                </a:cubicBezTo>
                <a:cubicBezTo>
                  <a:pt x="2363" y="5231"/>
                  <a:pt x="2300" y="5357"/>
                  <a:pt x="2237" y="5420"/>
                </a:cubicBezTo>
                <a:cubicBezTo>
                  <a:pt x="2174" y="5357"/>
                  <a:pt x="2143" y="5262"/>
                  <a:pt x="2143" y="5199"/>
                </a:cubicBezTo>
                <a:lnTo>
                  <a:pt x="2143" y="3813"/>
                </a:lnTo>
                <a:cubicBezTo>
                  <a:pt x="2143" y="3624"/>
                  <a:pt x="2300" y="3466"/>
                  <a:pt x="2489" y="3466"/>
                </a:cubicBezTo>
                <a:close/>
                <a:moveTo>
                  <a:pt x="9326" y="3466"/>
                </a:moveTo>
                <a:cubicBezTo>
                  <a:pt x="9546" y="3466"/>
                  <a:pt x="9704" y="3624"/>
                  <a:pt x="9704" y="3813"/>
                </a:cubicBezTo>
                <a:lnTo>
                  <a:pt x="9704" y="5199"/>
                </a:lnTo>
                <a:cubicBezTo>
                  <a:pt x="9704" y="5262"/>
                  <a:pt x="9641" y="5357"/>
                  <a:pt x="9578" y="5420"/>
                </a:cubicBezTo>
                <a:cubicBezTo>
                  <a:pt x="9546" y="5294"/>
                  <a:pt x="9452" y="5231"/>
                  <a:pt x="9389" y="5168"/>
                </a:cubicBezTo>
                <a:cubicBezTo>
                  <a:pt x="9263" y="5042"/>
                  <a:pt x="9137" y="4947"/>
                  <a:pt x="8979" y="4916"/>
                </a:cubicBezTo>
                <a:lnTo>
                  <a:pt x="8979" y="3813"/>
                </a:lnTo>
                <a:cubicBezTo>
                  <a:pt x="9011" y="3624"/>
                  <a:pt x="9168" y="3466"/>
                  <a:pt x="9326" y="3466"/>
                </a:cubicBezTo>
                <a:close/>
                <a:moveTo>
                  <a:pt x="5923" y="3466"/>
                </a:moveTo>
                <a:cubicBezTo>
                  <a:pt x="6900" y="3466"/>
                  <a:pt x="7814" y="4096"/>
                  <a:pt x="8160" y="4947"/>
                </a:cubicBezTo>
                <a:cubicBezTo>
                  <a:pt x="8066" y="5010"/>
                  <a:pt x="8003" y="5042"/>
                  <a:pt x="7971" y="5105"/>
                </a:cubicBezTo>
                <a:lnTo>
                  <a:pt x="6081" y="6963"/>
                </a:lnTo>
                <a:cubicBezTo>
                  <a:pt x="6018" y="6995"/>
                  <a:pt x="5955" y="7089"/>
                  <a:pt x="5923" y="7152"/>
                </a:cubicBezTo>
                <a:cubicBezTo>
                  <a:pt x="5860" y="7089"/>
                  <a:pt x="5797" y="7026"/>
                  <a:pt x="5766" y="6963"/>
                </a:cubicBezTo>
                <a:lnTo>
                  <a:pt x="3876" y="5105"/>
                </a:lnTo>
                <a:cubicBezTo>
                  <a:pt x="3781" y="5042"/>
                  <a:pt x="3750" y="5010"/>
                  <a:pt x="3655" y="4947"/>
                </a:cubicBezTo>
                <a:cubicBezTo>
                  <a:pt x="4033" y="4096"/>
                  <a:pt x="4915" y="3466"/>
                  <a:pt x="5923" y="3466"/>
                </a:cubicBezTo>
                <a:close/>
                <a:moveTo>
                  <a:pt x="10744" y="2049"/>
                </a:moveTo>
                <a:cubicBezTo>
                  <a:pt x="10964" y="2049"/>
                  <a:pt x="11122" y="2206"/>
                  <a:pt x="11122" y="2395"/>
                </a:cubicBezTo>
                <a:lnTo>
                  <a:pt x="11122" y="6144"/>
                </a:lnTo>
                <a:lnTo>
                  <a:pt x="11059" y="6144"/>
                </a:lnTo>
                <a:cubicBezTo>
                  <a:pt x="11059" y="6333"/>
                  <a:pt x="11027" y="6491"/>
                  <a:pt x="10901" y="6648"/>
                </a:cubicBezTo>
                <a:lnTo>
                  <a:pt x="9263" y="9421"/>
                </a:lnTo>
                <a:cubicBezTo>
                  <a:pt x="9105" y="9673"/>
                  <a:pt x="9011" y="9956"/>
                  <a:pt x="9011" y="10271"/>
                </a:cubicBezTo>
                <a:lnTo>
                  <a:pt x="9011" y="10933"/>
                </a:lnTo>
                <a:lnTo>
                  <a:pt x="6270" y="10933"/>
                </a:lnTo>
                <a:lnTo>
                  <a:pt x="6270" y="8097"/>
                </a:lnTo>
                <a:cubicBezTo>
                  <a:pt x="6270" y="7845"/>
                  <a:pt x="6396" y="7593"/>
                  <a:pt x="6585" y="7404"/>
                </a:cubicBezTo>
                <a:lnTo>
                  <a:pt x="8475" y="5546"/>
                </a:lnTo>
                <a:cubicBezTo>
                  <a:pt x="8538" y="5483"/>
                  <a:pt x="8625" y="5451"/>
                  <a:pt x="8712" y="5451"/>
                </a:cubicBezTo>
                <a:cubicBezTo>
                  <a:pt x="8798" y="5451"/>
                  <a:pt x="8885" y="5483"/>
                  <a:pt x="8948" y="5546"/>
                </a:cubicBezTo>
                <a:cubicBezTo>
                  <a:pt x="9074" y="5672"/>
                  <a:pt x="9074" y="5892"/>
                  <a:pt x="8948" y="6018"/>
                </a:cubicBezTo>
                <a:lnTo>
                  <a:pt x="7751" y="7215"/>
                </a:lnTo>
                <a:cubicBezTo>
                  <a:pt x="7656" y="7310"/>
                  <a:pt x="7656" y="7562"/>
                  <a:pt x="7751" y="7656"/>
                </a:cubicBezTo>
                <a:cubicBezTo>
                  <a:pt x="7814" y="7719"/>
                  <a:pt x="7908" y="7751"/>
                  <a:pt x="7999" y="7751"/>
                </a:cubicBezTo>
                <a:cubicBezTo>
                  <a:pt x="8089" y="7751"/>
                  <a:pt x="8176" y="7719"/>
                  <a:pt x="8223" y="7656"/>
                </a:cubicBezTo>
                <a:lnTo>
                  <a:pt x="10082" y="5829"/>
                </a:lnTo>
                <a:cubicBezTo>
                  <a:pt x="10271" y="5609"/>
                  <a:pt x="10397" y="5388"/>
                  <a:pt x="10397" y="5105"/>
                </a:cubicBezTo>
                <a:lnTo>
                  <a:pt x="10397" y="2395"/>
                </a:lnTo>
                <a:cubicBezTo>
                  <a:pt x="10397" y="2206"/>
                  <a:pt x="10555" y="2049"/>
                  <a:pt x="10744" y="2049"/>
                </a:cubicBezTo>
                <a:close/>
                <a:moveTo>
                  <a:pt x="1103" y="2080"/>
                </a:moveTo>
                <a:cubicBezTo>
                  <a:pt x="1292" y="2080"/>
                  <a:pt x="1450" y="2238"/>
                  <a:pt x="1450" y="2427"/>
                </a:cubicBezTo>
                <a:lnTo>
                  <a:pt x="1450" y="5168"/>
                </a:lnTo>
                <a:cubicBezTo>
                  <a:pt x="1450" y="5420"/>
                  <a:pt x="1576" y="5672"/>
                  <a:pt x="1796" y="5861"/>
                </a:cubicBezTo>
                <a:lnTo>
                  <a:pt x="3624" y="7719"/>
                </a:lnTo>
                <a:cubicBezTo>
                  <a:pt x="3687" y="7782"/>
                  <a:pt x="3781" y="7814"/>
                  <a:pt x="3872" y="7814"/>
                </a:cubicBezTo>
                <a:cubicBezTo>
                  <a:pt x="3962" y="7814"/>
                  <a:pt x="4049" y="7782"/>
                  <a:pt x="4096" y="7719"/>
                </a:cubicBezTo>
                <a:cubicBezTo>
                  <a:pt x="4222" y="7593"/>
                  <a:pt x="4222" y="7373"/>
                  <a:pt x="4096" y="7247"/>
                </a:cubicBezTo>
                <a:lnTo>
                  <a:pt x="2930" y="6050"/>
                </a:lnTo>
                <a:cubicBezTo>
                  <a:pt x="2804" y="5955"/>
                  <a:pt x="2804" y="5703"/>
                  <a:pt x="2930" y="5577"/>
                </a:cubicBezTo>
                <a:cubicBezTo>
                  <a:pt x="2978" y="5530"/>
                  <a:pt x="3064" y="5506"/>
                  <a:pt x="3155" y="5506"/>
                </a:cubicBezTo>
                <a:cubicBezTo>
                  <a:pt x="3245" y="5506"/>
                  <a:pt x="3340" y="5530"/>
                  <a:pt x="3403" y="5577"/>
                </a:cubicBezTo>
                <a:lnTo>
                  <a:pt x="5293" y="7436"/>
                </a:lnTo>
                <a:cubicBezTo>
                  <a:pt x="5482" y="7625"/>
                  <a:pt x="5608" y="7877"/>
                  <a:pt x="5608" y="8161"/>
                </a:cubicBezTo>
                <a:lnTo>
                  <a:pt x="5608" y="10996"/>
                </a:lnTo>
                <a:lnTo>
                  <a:pt x="2836" y="10996"/>
                </a:lnTo>
                <a:lnTo>
                  <a:pt x="2836" y="10303"/>
                </a:lnTo>
                <a:cubicBezTo>
                  <a:pt x="2804" y="10051"/>
                  <a:pt x="2710" y="9736"/>
                  <a:pt x="2552" y="9452"/>
                </a:cubicBezTo>
                <a:lnTo>
                  <a:pt x="914" y="6680"/>
                </a:lnTo>
                <a:cubicBezTo>
                  <a:pt x="851" y="6522"/>
                  <a:pt x="757" y="6333"/>
                  <a:pt x="757" y="6176"/>
                </a:cubicBezTo>
                <a:lnTo>
                  <a:pt x="757" y="2427"/>
                </a:lnTo>
                <a:cubicBezTo>
                  <a:pt x="757" y="2238"/>
                  <a:pt x="914" y="2080"/>
                  <a:pt x="1103" y="2080"/>
                </a:cubicBezTo>
                <a:close/>
                <a:moveTo>
                  <a:pt x="5860" y="1"/>
                </a:moveTo>
                <a:cubicBezTo>
                  <a:pt x="4915" y="1"/>
                  <a:pt x="4128" y="788"/>
                  <a:pt x="4128" y="1734"/>
                </a:cubicBezTo>
                <a:cubicBezTo>
                  <a:pt x="4128" y="2206"/>
                  <a:pt x="4348" y="2647"/>
                  <a:pt x="4695" y="2994"/>
                </a:cubicBezTo>
                <a:cubicBezTo>
                  <a:pt x="4411" y="3120"/>
                  <a:pt x="4191" y="3214"/>
                  <a:pt x="3939" y="3435"/>
                </a:cubicBezTo>
                <a:cubicBezTo>
                  <a:pt x="3750" y="3592"/>
                  <a:pt x="3592" y="3750"/>
                  <a:pt x="3435" y="3939"/>
                </a:cubicBezTo>
                <a:lnTo>
                  <a:pt x="3435" y="3813"/>
                </a:lnTo>
                <a:cubicBezTo>
                  <a:pt x="3435" y="3246"/>
                  <a:pt x="2962" y="2805"/>
                  <a:pt x="2395" y="2805"/>
                </a:cubicBezTo>
                <a:cubicBezTo>
                  <a:pt x="2300" y="2805"/>
                  <a:pt x="2174" y="2836"/>
                  <a:pt x="2048" y="2836"/>
                </a:cubicBezTo>
                <a:lnTo>
                  <a:pt x="2048" y="2427"/>
                </a:lnTo>
                <a:cubicBezTo>
                  <a:pt x="2048" y="1891"/>
                  <a:pt x="1576" y="1418"/>
                  <a:pt x="1040" y="1418"/>
                </a:cubicBezTo>
                <a:cubicBezTo>
                  <a:pt x="473" y="1418"/>
                  <a:pt x="0" y="1891"/>
                  <a:pt x="0" y="2427"/>
                </a:cubicBezTo>
                <a:lnTo>
                  <a:pt x="0" y="6176"/>
                </a:lnTo>
                <a:cubicBezTo>
                  <a:pt x="0" y="6491"/>
                  <a:pt x="95" y="6806"/>
                  <a:pt x="253" y="7026"/>
                </a:cubicBezTo>
                <a:lnTo>
                  <a:pt x="1891" y="9799"/>
                </a:lnTo>
                <a:cubicBezTo>
                  <a:pt x="1985" y="9956"/>
                  <a:pt x="2048" y="10145"/>
                  <a:pt x="2048" y="10303"/>
                </a:cubicBezTo>
                <a:lnTo>
                  <a:pt x="2048" y="11342"/>
                </a:lnTo>
                <a:cubicBezTo>
                  <a:pt x="2048" y="11532"/>
                  <a:pt x="2206" y="11689"/>
                  <a:pt x="2395" y="11689"/>
                </a:cubicBezTo>
                <a:lnTo>
                  <a:pt x="9294" y="11689"/>
                </a:lnTo>
                <a:cubicBezTo>
                  <a:pt x="9483" y="11689"/>
                  <a:pt x="9641" y="11532"/>
                  <a:pt x="9641" y="11342"/>
                </a:cubicBezTo>
                <a:lnTo>
                  <a:pt x="9641" y="10303"/>
                </a:lnTo>
                <a:cubicBezTo>
                  <a:pt x="9641" y="10114"/>
                  <a:pt x="9704" y="9956"/>
                  <a:pt x="9799" y="9799"/>
                </a:cubicBezTo>
                <a:lnTo>
                  <a:pt x="11468" y="7026"/>
                </a:lnTo>
                <a:cubicBezTo>
                  <a:pt x="11626" y="6774"/>
                  <a:pt x="11689" y="6491"/>
                  <a:pt x="11689" y="6176"/>
                </a:cubicBezTo>
                <a:lnTo>
                  <a:pt x="11689" y="2427"/>
                </a:lnTo>
                <a:cubicBezTo>
                  <a:pt x="11752" y="1891"/>
                  <a:pt x="11279" y="1418"/>
                  <a:pt x="10712" y="1418"/>
                </a:cubicBezTo>
                <a:cubicBezTo>
                  <a:pt x="10177" y="1418"/>
                  <a:pt x="9704" y="1891"/>
                  <a:pt x="9704" y="2427"/>
                </a:cubicBezTo>
                <a:lnTo>
                  <a:pt x="9704" y="2836"/>
                </a:lnTo>
                <a:cubicBezTo>
                  <a:pt x="9578" y="2805"/>
                  <a:pt x="9452" y="2805"/>
                  <a:pt x="9326" y="2805"/>
                </a:cubicBezTo>
                <a:cubicBezTo>
                  <a:pt x="8790" y="2805"/>
                  <a:pt x="8318" y="3246"/>
                  <a:pt x="8318" y="3813"/>
                </a:cubicBezTo>
                <a:lnTo>
                  <a:pt x="8318" y="3939"/>
                </a:lnTo>
                <a:cubicBezTo>
                  <a:pt x="8160" y="3750"/>
                  <a:pt x="8003" y="3592"/>
                  <a:pt x="7814" y="3435"/>
                </a:cubicBezTo>
                <a:cubicBezTo>
                  <a:pt x="7562" y="3246"/>
                  <a:pt x="7341" y="3088"/>
                  <a:pt x="7058" y="2994"/>
                </a:cubicBezTo>
                <a:cubicBezTo>
                  <a:pt x="7404" y="2647"/>
                  <a:pt x="7593" y="2206"/>
                  <a:pt x="7593" y="1734"/>
                </a:cubicBezTo>
                <a:cubicBezTo>
                  <a:pt x="7593" y="788"/>
                  <a:pt x="6806" y="1"/>
                  <a:pt x="5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4874" name="Google Shape;14874;p84"/>
          <p:cNvGrpSpPr/>
          <p:nvPr/>
        </p:nvGrpSpPr>
        <p:grpSpPr>
          <a:xfrm>
            <a:off x="1747421" y="1306759"/>
            <a:ext cx="354527" cy="355498"/>
            <a:chOff x="-35136450" y="1912725"/>
            <a:chExt cx="292225" cy="293025"/>
          </a:xfrm>
        </p:grpSpPr>
        <p:sp>
          <p:nvSpPr>
            <p:cNvPr id="14875" name="Google Shape;14875;p84"/>
            <p:cNvSpPr/>
            <p:nvPr/>
          </p:nvSpPr>
          <p:spPr>
            <a:xfrm>
              <a:off x="-35136450" y="2050575"/>
              <a:ext cx="155975" cy="155175"/>
            </a:xfrm>
            <a:custGeom>
              <a:avLst/>
              <a:gdLst/>
              <a:ahLst/>
              <a:cxnLst/>
              <a:rect l="l" t="t" r="r" b="b"/>
              <a:pathLst>
                <a:path w="6239" h="6207" extrusionOk="0">
                  <a:moveTo>
                    <a:pt x="3120" y="693"/>
                  </a:moveTo>
                  <a:cubicBezTo>
                    <a:pt x="3718" y="693"/>
                    <a:pt x="4191" y="1166"/>
                    <a:pt x="4191" y="1702"/>
                  </a:cubicBezTo>
                  <a:cubicBezTo>
                    <a:pt x="4191" y="2269"/>
                    <a:pt x="3718" y="2741"/>
                    <a:pt x="3120" y="2741"/>
                  </a:cubicBezTo>
                  <a:cubicBezTo>
                    <a:pt x="2521" y="2741"/>
                    <a:pt x="2049" y="2269"/>
                    <a:pt x="2049" y="1702"/>
                  </a:cubicBezTo>
                  <a:cubicBezTo>
                    <a:pt x="2049" y="1166"/>
                    <a:pt x="2521" y="693"/>
                    <a:pt x="3120" y="693"/>
                  </a:cubicBezTo>
                  <a:close/>
                  <a:moveTo>
                    <a:pt x="3120" y="3434"/>
                  </a:moveTo>
                  <a:cubicBezTo>
                    <a:pt x="4348" y="3434"/>
                    <a:pt x="5357" y="4348"/>
                    <a:pt x="5514" y="5514"/>
                  </a:cubicBezTo>
                  <a:lnTo>
                    <a:pt x="757" y="5514"/>
                  </a:lnTo>
                  <a:cubicBezTo>
                    <a:pt x="883" y="4348"/>
                    <a:pt x="1891" y="3434"/>
                    <a:pt x="3120" y="3434"/>
                  </a:cubicBezTo>
                  <a:close/>
                  <a:moveTo>
                    <a:pt x="3120" y="0"/>
                  </a:moveTo>
                  <a:cubicBezTo>
                    <a:pt x="2175" y="0"/>
                    <a:pt x="1387" y="756"/>
                    <a:pt x="1387" y="1702"/>
                  </a:cubicBezTo>
                  <a:cubicBezTo>
                    <a:pt x="1387" y="2174"/>
                    <a:pt x="1576" y="2615"/>
                    <a:pt x="1891" y="2930"/>
                  </a:cubicBezTo>
                  <a:lnTo>
                    <a:pt x="1954" y="2962"/>
                  </a:lnTo>
                  <a:cubicBezTo>
                    <a:pt x="851" y="3403"/>
                    <a:pt x="1" y="4506"/>
                    <a:pt x="1" y="5829"/>
                  </a:cubicBezTo>
                  <a:cubicBezTo>
                    <a:pt x="1" y="6049"/>
                    <a:pt x="158" y="6207"/>
                    <a:pt x="379" y="6207"/>
                  </a:cubicBezTo>
                  <a:lnTo>
                    <a:pt x="5892" y="6207"/>
                  </a:lnTo>
                  <a:cubicBezTo>
                    <a:pt x="6081" y="6207"/>
                    <a:pt x="6239" y="6049"/>
                    <a:pt x="6239" y="5829"/>
                  </a:cubicBezTo>
                  <a:cubicBezTo>
                    <a:pt x="6239" y="4537"/>
                    <a:pt x="5420" y="3434"/>
                    <a:pt x="4317" y="2962"/>
                  </a:cubicBezTo>
                  <a:lnTo>
                    <a:pt x="4348" y="2930"/>
                  </a:lnTo>
                  <a:cubicBezTo>
                    <a:pt x="4663" y="2615"/>
                    <a:pt x="4852" y="2174"/>
                    <a:pt x="4852" y="1702"/>
                  </a:cubicBezTo>
                  <a:cubicBezTo>
                    <a:pt x="4852" y="756"/>
                    <a:pt x="4065" y="0"/>
                    <a:pt x="31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876" name="Google Shape;14876;p84"/>
            <p:cNvSpPr/>
            <p:nvPr/>
          </p:nvSpPr>
          <p:spPr>
            <a:xfrm>
              <a:off x="-34964750" y="1947400"/>
              <a:ext cx="68550" cy="103200"/>
            </a:xfrm>
            <a:custGeom>
              <a:avLst/>
              <a:gdLst/>
              <a:ahLst/>
              <a:cxnLst/>
              <a:rect l="l" t="t" r="r" b="b"/>
              <a:pathLst>
                <a:path w="2742" h="4128" extrusionOk="0">
                  <a:moveTo>
                    <a:pt x="1387" y="725"/>
                  </a:moveTo>
                  <a:cubicBezTo>
                    <a:pt x="1765" y="725"/>
                    <a:pt x="2049" y="1008"/>
                    <a:pt x="2049" y="1386"/>
                  </a:cubicBezTo>
                  <a:lnTo>
                    <a:pt x="2049" y="2773"/>
                  </a:lnTo>
                  <a:cubicBezTo>
                    <a:pt x="2049" y="2836"/>
                    <a:pt x="2049" y="2867"/>
                    <a:pt x="2017" y="2930"/>
                  </a:cubicBezTo>
                  <a:lnTo>
                    <a:pt x="1923" y="2836"/>
                  </a:lnTo>
                  <a:cubicBezTo>
                    <a:pt x="1860" y="2773"/>
                    <a:pt x="1773" y="2741"/>
                    <a:pt x="1686" y="2741"/>
                  </a:cubicBezTo>
                  <a:cubicBezTo>
                    <a:pt x="1600" y="2741"/>
                    <a:pt x="1513" y="2773"/>
                    <a:pt x="1450" y="2836"/>
                  </a:cubicBezTo>
                  <a:cubicBezTo>
                    <a:pt x="1324" y="2962"/>
                    <a:pt x="1324" y="3182"/>
                    <a:pt x="1450" y="3308"/>
                  </a:cubicBezTo>
                  <a:lnTo>
                    <a:pt x="1545" y="3403"/>
                  </a:lnTo>
                  <a:cubicBezTo>
                    <a:pt x="1482" y="3434"/>
                    <a:pt x="1450" y="3434"/>
                    <a:pt x="1387" y="3434"/>
                  </a:cubicBezTo>
                  <a:cubicBezTo>
                    <a:pt x="977" y="3434"/>
                    <a:pt x="694" y="3119"/>
                    <a:pt x="694" y="2773"/>
                  </a:cubicBezTo>
                  <a:lnTo>
                    <a:pt x="694" y="1386"/>
                  </a:lnTo>
                  <a:cubicBezTo>
                    <a:pt x="694" y="977"/>
                    <a:pt x="1040" y="725"/>
                    <a:pt x="1387" y="725"/>
                  </a:cubicBezTo>
                  <a:close/>
                  <a:moveTo>
                    <a:pt x="1387" y="0"/>
                  </a:moveTo>
                  <a:cubicBezTo>
                    <a:pt x="631" y="0"/>
                    <a:pt x="1" y="630"/>
                    <a:pt x="1" y="1386"/>
                  </a:cubicBezTo>
                  <a:lnTo>
                    <a:pt x="1" y="2773"/>
                  </a:lnTo>
                  <a:cubicBezTo>
                    <a:pt x="1" y="3497"/>
                    <a:pt x="631" y="4127"/>
                    <a:pt x="1387" y="4127"/>
                  </a:cubicBezTo>
                  <a:cubicBezTo>
                    <a:pt x="1608" y="4127"/>
                    <a:pt x="1860" y="4064"/>
                    <a:pt x="2080" y="3938"/>
                  </a:cubicBezTo>
                  <a:lnTo>
                    <a:pt x="2175" y="4033"/>
                  </a:lnTo>
                  <a:cubicBezTo>
                    <a:pt x="2222" y="4080"/>
                    <a:pt x="2309" y="4104"/>
                    <a:pt x="2399" y="4104"/>
                  </a:cubicBezTo>
                  <a:cubicBezTo>
                    <a:pt x="2490" y="4104"/>
                    <a:pt x="2584" y="4080"/>
                    <a:pt x="2647" y="4033"/>
                  </a:cubicBezTo>
                  <a:cubicBezTo>
                    <a:pt x="2742" y="3907"/>
                    <a:pt x="2742" y="3655"/>
                    <a:pt x="2647" y="3560"/>
                  </a:cubicBezTo>
                  <a:lnTo>
                    <a:pt x="2553" y="3466"/>
                  </a:lnTo>
                  <a:cubicBezTo>
                    <a:pt x="2679" y="3277"/>
                    <a:pt x="2742" y="3025"/>
                    <a:pt x="2742" y="2773"/>
                  </a:cubicBezTo>
                  <a:lnTo>
                    <a:pt x="2742" y="1386"/>
                  </a:lnTo>
                  <a:cubicBezTo>
                    <a:pt x="2742" y="630"/>
                    <a:pt x="2112"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877" name="Google Shape;14877;p84"/>
            <p:cNvSpPr/>
            <p:nvPr/>
          </p:nvSpPr>
          <p:spPr>
            <a:xfrm>
              <a:off x="-35016725" y="1912725"/>
              <a:ext cx="172500" cy="172025"/>
            </a:xfrm>
            <a:custGeom>
              <a:avLst/>
              <a:gdLst/>
              <a:ahLst/>
              <a:cxnLst/>
              <a:rect l="l" t="t" r="r" b="b"/>
              <a:pathLst>
                <a:path w="6900" h="6881" extrusionOk="0">
                  <a:moveTo>
                    <a:pt x="3466" y="726"/>
                  </a:moveTo>
                  <a:cubicBezTo>
                    <a:pt x="4947" y="726"/>
                    <a:pt x="6175" y="1954"/>
                    <a:pt x="6175" y="3467"/>
                  </a:cubicBezTo>
                  <a:cubicBezTo>
                    <a:pt x="6207" y="4979"/>
                    <a:pt x="4978" y="6207"/>
                    <a:pt x="3466" y="6207"/>
                  </a:cubicBezTo>
                  <a:cubicBezTo>
                    <a:pt x="2930" y="6207"/>
                    <a:pt x="2426" y="6050"/>
                    <a:pt x="1985" y="5766"/>
                  </a:cubicBezTo>
                  <a:cubicBezTo>
                    <a:pt x="1942" y="5745"/>
                    <a:pt x="1868" y="5708"/>
                    <a:pt x="1806" y="5708"/>
                  </a:cubicBezTo>
                  <a:cubicBezTo>
                    <a:pt x="1778" y="5708"/>
                    <a:pt x="1753" y="5715"/>
                    <a:pt x="1733" y="5735"/>
                  </a:cubicBezTo>
                  <a:lnTo>
                    <a:pt x="946" y="5987"/>
                  </a:lnTo>
                  <a:lnTo>
                    <a:pt x="1198" y="5199"/>
                  </a:lnTo>
                  <a:cubicBezTo>
                    <a:pt x="1261" y="5136"/>
                    <a:pt x="1198" y="5010"/>
                    <a:pt x="1166" y="4947"/>
                  </a:cubicBezTo>
                  <a:cubicBezTo>
                    <a:pt x="914" y="4506"/>
                    <a:pt x="757" y="4002"/>
                    <a:pt x="757" y="3467"/>
                  </a:cubicBezTo>
                  <a:cubicBezTo>
                    <a:pt x="757" y="1954"/>
                    <a:pt x="1954" y="726"/>
                    <a:pt x="3466" y="726"/>
                  </a:cubicBezTo>
                  <a:close/>
                  <a:moveTo>
                    <a:pt x="3466" y="1"/>
                  </a:moveTo>
                  <a:cubicBezTo>
                    <a:pt x="1576" y="1"/>
                    <a:pt x="32" y="1545"/>
                    <a:pt x="32" y="3435"/>
                  </a:cubicBezTo>
                  <a:cubicBezTo>
                    <a:pt x="32" y="4034"/>
                    <a:pt x="190" y="4569"/>
                    <a:pt x="473" y="5136"/>
                  </a:cubicBezTo>
                  <a:lnTo>
                    <a:pt x="32" y="6428"/>
                  </a:lnTo>
                  <a:cubicBezTo>
                    <a:pt x="0" y="6554"/>
                    <a:pt x="32" y="6712"/>
                    <a:pt x="95" y="6775"/>
                  </a:cubicBezTo>
                  <a:cubicBezTo>
                    <a:pt x="166" y="6845"/>
                    <a:pt x="272" y="6881"/>
                    <a:pt x="374" y="6881"/>
                  </a:cubicBezTo>
                  <a:cubicBezTo>
                    <a:pt x="408" y="6881"/>
                    <a:pt x="442" y="6877"/>
                    <a:pt x="473" y="6869"/>
                  </a:cubicBezTo>
                  <a:lnTo>
                    <a:pt x="1765" y="6428"/>
                  </a:lnTo>
                  <a:cubicBezTo>
                    <a:pt x="2269" y="6712"/>
                    <a:pt x="2867" y="6869"/>
                    <a:pt x="3466" y="6869"/>
                  </a:cubicBezTo>
                  <a:cubicBezTo>
                    <a:pt x="5356" y="6869"/>
                    <a:pt x="6900" y="5325"/>
                    <a:pt x="6900" y="3435"/>
                  </a:cubicBezTo>
                  <a:cubicBezTo>
                    <a:pt x="6869" y="1576"/>
                    <a:pt x="5356" y="1"/>
                    <a:pt x="34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878" name="Google Shape;14878;p84"/>
          <p:cNvGrpSpPr/>
          <p:nvPr/>
        </p:nvGrpSpPr>
        <p:grpSpPr>
          <a:xfrm>
            <a:off x="1747891" y="1765978"/>
            <a:ext cx="353587" cy="354103"/>
            <a:chOff x="-35134875" y="2272675"/>
            <a:chExt cx="291450" cy="291875"/>
          </a:xfrm>
        </p:grpSpPr>
        <p:sp>
          <p:nvSpPr>
            <p:cNvPr id="14879" name="Google Shape;14879;p84"/>
            <p:cNvSpPr/>
            <p:nvPr/>
          </p:nvSpPr>
          <p:spPr>
            <a:xfrm>
              <a:off x="-35134875" y="2272675"/>
              <a:ext cx="291450" cy="291875"/>
            </a:xfrm>
            <a:custGeom>
              <a:avLst/>
              <a:gdLst/>
              <a:ahLst/>
              <a:cxnLst/>
              <a:rect l="l" t="t" r="r" b="b"/>
              <a:pathLst>
                <a:path w="11658" h="11675" extrusionOk="0">
                  <a:moveTo>
                    <a:pt x="9925" y="662"/>
                  </a:moveTo>
                  <a:cubicBezTo>
                    <a:pt x="10460" y="662"/>
                    <a:pt x="10933" y="1135"/>
                    <a:pt x="10933" y="1733"/>
                  </a:cubicBezTo>
                  <a:lnTo>
                    <a:pt x="10933" y="5136"/>
                  </a:lnTo>
                  <a:cubicBezTo>
                    <a:pt x="10933" y="5703"/>
                    <a:pt x="10460" y="6176"/>
                    <a:pt x="9925" y="6176"/>
                  </a:cubicBezTo>
                  <a:cubicBezTo>
                    <a:pt x="9704" y="6176"/>
                    <a:pt x="9547" y="6333"/>
                    <a:pt x="9547" y="6522"/>
                  </a:cubicBezTo>
                  <a:lnTo>
                    <a:pt x="9547" y="7751"/>
                  </a:lnTo>
                  <a:lnTo>
                    <a:pt x="8192" y="6365"/>
                  </a:lnTo>
                  <a:lnTo>
                    <a:pt x="8192" y="4474"/>
                  </a:lnTo>
                  <a:cubicBezTo>
                    <a:pt x="8192" y="3529"/>
                    <a:pt x="7404" y="2742"/>
                    <a:pt x="6459" y="2742"/>
                  </a:cubicBezTo>
                  <a:lnTo>
                    <a:pt x="3372" y="2742"/>
                  </a:lnTo>
                  <a:lnTo>
                    <a:pt x="3372" y="1733"/>
                  </a:lnTo>
                  <a:cubicBezTo>
                    <a:pt x="3372" y="1166"/>
                    <a:pt x="3844" y="662"/>
                    <a:pt x="4411" y="662"/>
                  </a:cubicBezTo>
                  <a:close/>
                  <a:moveTo>
                    <a:pt x="6459" y="3403"/>
                  </a:moveTo>
                  <a:cubicBezTo>
                    <a:pt x="6995" y="3403"/>
                    <a:pt x="7499" y="3876"/>
                    <a:pt x="7499" y="4474"/>
                  </a:cubicBezTo>
                  <a:lnTo>
                    <a:pt x="7499" y="7908"/>
                  </a:lnTo>
                  <a:lnTo>
                    <a:pt x="7467" y="7908"/>
                  </a:lnTo>
                  <a:cubicBezTo>
                    <a:pt x="7467" y="8444"/>
                    <a:pt x="6995" y="8917"/>
                    <a:pt x="6396" y="8917"/>
                  </a:cubicBezTo>
                  <a:lnTo>
                    <a:pt x="3687" y="8917"/>
                  </a:lnTo>
                  <a:cubicBezTo>
                    <a:pt x="3624" y="8917"/>
                    <a:pt x="3498" y="8948"/>
                    <a:pt x="3466" y="9043"/>
                  </a:cubicBezTo>
                  <a:lnTo>
                    <a:pt x="1986" y="10492"/>
                  </a:lnTo>
                  <a:lnTo>
                    <a:pt x="1986" y="9295"/>
                  </a:lnTo>
                  <a:cubicBezTo>
                    <a:pt x="1986" y="9074"/>
                    <a:pt x="1828" y="8917"/>
                    <a:pt x="1639" y="8917"/>
                  </a:cubicBezTo>
                  <a:cubicBezTo>
                    <a:pt x="1103" y="8917"/>
                    <a:pt x="631" y="8444"/>
                    <a:pt x="631" y="7908"/>
                  </a:cubicBezTo>
                  <a:lnTo>
                    <a:pt x="631" y="4474"/>
                  </a:lnTo>
                  <a:cubicBezTo>
                    <a:pt x="631" y="3939"/>
                    <a:pt x="1103" y="3403"/>
                    <a:pt x="1639" y="3403"/>
                  </a:cubicBezTo>
                  <a:close/>
                  <a:moveTo>
                    <a:pt x="4411" y="1"/>
                  </a:moveTo>
                  <a:cubicBezTo>
                    <a:pt x="3466" y="1"/>
                    <a:pt x="2710" y="788"/>
                    <a:pt x="2710" y="1733"/>
                  </a:cubicBezTo>
                  <a:lnTo>
                    <a:pt x="2710" y="2742"/>
                  </a:lnTo>
                  <a:lnTo>
                    <a:pt x="1671" y="2742"/>
                  </a:lnTo>
                  <a:cubicBezTo>
                    <a:pt x="725" y="2742"/>
                    <a:pt x="1" y="3529"/>
                    <a:pt x="1" y="4474"/>
                  </a:cubicBezTo>
                  <a:lnTo>
                    <a:pt x="1" y="7908"/>
                  </a:lnTo>
                  <a:cubicBezTo>
                    <a:pt x="1" y="8728"/>
                    <a:pt x="568" y="9452"/>
                    <a:pt x="1355" y="9610"/>
                  </a:cubicBezTo>
                  <a:lnTo>
                    <a:pt x="1355" y="11342"/>
                  </a:lnTo>
                  <a:cubicBezTo>
                    <a:pt x="1355" y="11500"/>
                    <a:pt x="1450" y="11594"/>
                    <a:pt x="1576" y="11657"/>
                  </a:cubicBezTo>
                  <a:cubicBezTo>
                    <a:pt x="1607" y="11668"/>
                    <a:pt x="1646" y="11675"/>
                    <a:pt x="1687" y="11675"/>
                  </a:cubicBezTo>
                  <a:cubicBezTo>
                    <a:pt x="1769" y="11675"/>
                    <a:pt x="1860" y="11647"/>
                    <a:pt x="1923" y="11563"/>
                  </a:cubicBezTo>
                  <a:lnTo>
                    <a:pt x="3876" y="9610"/>
                  </a:lnTo>
                  <a:lnTo>
                    <a:pt x="6491" y="9610"/>
                  </a:lnTo>
                  <a:cubicBezTo>
                    <a:pt x="7436" y="9610"/>
                    <a:pt x="8224" y="8854"/>
                    <a:pt x="8224" y="7908"/>
                  </a:cubicBezTo>
                  <a:lnTo>
                    <a:pt x="8224" y="7341"/>
                  </a:lnTo>
                  <a:lnTo>
                    <a:pt x="9704" y="8822"/>
                  </a:lnTo>
                  <a:cubicBezTo>
                    <a:pt x="9773" y="8868"/>
                    <a:pt x="9876" y="8897"/>
                    <a:pt x="9976" y="8897"/>
                  </a:cubicBezTo>
                  <a:cubicBezTo>
                    <a:pt x="10013" y="8897"/>
                    <a:pt x="10049" y="8893"/>
                    <a:pt x="10082" y="8885"/>
                  </a:cubicBezTo>
                  <a:cubicBezTo>
                    <a:pt x="10208" y="8854"/>
                    <a:pt x="10271" y="8696"/>
                    <a:pt x="10271" y="8570"/>
                  </a:cubicBezTo>
                  <a:lnTo>
                    <a:pt x="10271" y="6837"/>
                  </a:lnTo>
                  <a:cubicBezTo>
                    <a:pt x="11059" y="6680"/>
                    <a:pt x="11658" y="5987"/>
                    <a:pt x="11658" y="5136"/>
                  </a:cubicBezTo>
                  <a:lnTo>
                    <a:pt x="11658" y="1733"/>
                  </a:lnTo>
                  <a:cubicBezTo>
                    <a:pt x="11595" y="788"/>
                    <a:pt x="10870" y="1"/>
                    <a:pt x="99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880" name="Google Shape;14880;p84"/>
            <p:cNvSpPr/>
            <p:nvPr/>
          </p:nvSpPr>
          <p:spPr>
            <a:xfrm>
              <a:off x="-35093925" y="2419175"/>
              <a:ext cx="18150" cy="17350"/>
            </a:xfrm>
            <a:custGeom>
              <a:avLst/>
              <a:gdLst/>
              <a:ahLst/>
              <a:cxnLst/>
              <a:rect l="l" t="t" r="r" b="b"/>
              <a:pathLst>
                <a:path w="726" h="694" extrusionOk="0">
                  <a:moveTo>
                    <a:pt x="348" y="1"/>
                  </a:moveTo>
                  <a:cubicBezTo>
                    <a:pt x="159" y="1"/>
                    <a:pt x="1" y="158"/>
                    <a:pt x="1" y="347"/>
                  </a:cubicBezTo>
                  <a:cubicBezTo>
                    <a:pt x="1" y="536"/>
                    <a:pt x="159" y="694"/>
                    <a:pt x="348" y="694"/>
                  </a:cubicBezTo>
                  <a:cubicBezTo>
                    <a:pt x="568" y="694"/>
                    <a:pt x="726" y="536"/>
                    <a:pt x="726" y="347"/>
                  </a:cubicBezTo>
                  <a:cubicBezTo>
                    <a:pt x="726" y="158"/>
                    <a:pt x="568"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881" name="Google Shape;14881;p84"/>
            <p:cNvSpPr/>
            <p:nvPr/>
          </p:nvSpPr>
          <p:spPr>
            <a:xfrm>
              <a:off x="-35042725" y="241917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882" name="Google Shape;14882;p84"/>
            <p:cNvSpPr/>
            <p:nvPr/>
          </p:nvSpPr>
          <p:spPr>
            <a:xfrm>
              <a:off x="-34991525" y="241917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883" name="Google Shape;14883;p84"/>
          <p:cNvGrpSpPr/>
          <p:nvPr/>
        </p:nvGrpSpPr>
        <p:grpSpPr>
          <a:xfrm>
            <a:off x="1789458" y="2221307"/>
            <a:ext cx="270453" cy="353587"/>
            <a:chOff x="-35101800" y="2631050"/>
            <a:chExt cx="222925" cy="291450"/>
          </a:xfrm>
        </p:grpSpPr>
        <p:sp>
          <p:nvSpPr>
            <p:cNvPr id="14884" name="Google Shape;14884;p84"/>
            <p:cNvSpPr/>
            <p:nvPr/>
          </p:nvSpPr>
          <p:spPr>
            <a:xfrm>
              <a:off x="-34999400" y="2699575"/>
              <a:ext cx="18150" cy="18125"/>
            </a:xfrm>
            <a:custGeom>
              <a:avLst/>
              <a:gdLst/>
              <a:ahLst/>
              <a:cxnLst/>
              <a:rect l="l" t="t" r="r" b="b"/>
              <a:pathLst>
                <a:path w="726" h="725" extrusionOk="0">
                  <a:moveTo>
                    <a:pt x="347" y="0"/>
                  </a:moveTo>
                  <a:cubicBezTo>
                    <a:pt x="158" y="0"/>
                    <a:pt x="1" y="158"/>
                    <a:pt x="1" y="347"/>
                  </a:cubicBezTo>
                  <a:cubicBezTo>
                    <a:pt x="1" y="567"/>
                    <a:pt x="158" y="725"/>
                    <a:pt x="347" y="725"/>
                  </a:cubicBezTo>
                  <a:cubicBezTo>
                    <a:pt x="568" y="725"/>
                    <a:pt x="725" y="567"/>
                    <a:pt x="725" y="347"/>
                  </a:cubicBez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885" name="Google Shape;14885;p84"/>
            <p:cNvSpPr/>
            <p:nvPr/>
          </p:nvSpPr>
          <p:spPr>
            <a:xfrm>
              <a:off x="-34999400" y="2732650"/>
              <a:ext cx="18150" cy="52800"/>
            </a:xfrm>
            <a:custGeom>
              <a:avLst/>
              <a:gdLst/>
              <a:ahLst/>
              <a:cxnLst/>
              <a:rect l="l" t="t" r="r" b="b"/>
              <a:pathLst>
                <a:path w="726" h="2112" extrusionOk="0">
                  <a:moveTo>
                    <a:pt x="347" y="0"/>
                  </a:moveTo>
                  <a:cubicBezTo>
                    <a:pt x="158" y="0"/>
                    <a:pt x="1" y="190"/>
                    <a:pt x="1" y="379"/>
                  </a:cubicBezTo>
                  <a:lnTo>
                    <a:pt x="1" y="1765"/>
                  </a:lnTo>
                  <a:cubicBezTo>
                    <a:pt x="1" y="1985"/>
                    <a:pt x="158" y="2111"/>
                    <a:pt x="347" y="2111"/>
                  </a:cubicBezTo>
                  <a:cubicBezTo>
                    <a:pt x="568" y="2111"/>
                    <a:pt x="725" y="1954"/>
                    <a:pt x="725" y="1765"/>
                  </a:cubicBezTo>
                  <a:lnTo>
                    <a:pt x="725" y="379"/>
                  </a:lnTo>
                  <a:cubicBezTo>
                    <a:pt x="725" y="190"/>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886" name="Google Shape;14886;p84"/>
            <p:cNvSpPr/>
            <p:nvPr/>
          </p:nvSpPr>
          <p:spPr>
            <a:xfrm>
              <a:off x="-35067125" y="2665700"/>
              <a:ext cx="153600" cy="154400"/>
            </a:xfrm>
            <a:custGeom>
              <a:avLst/>
              <a:gdLst/>
              <a:ahLst/>
              <a:cxnLst/>
              <a:rect l="l" t="t" r="r" b="b"/>
              <a:pathLst>
                <a:path w="6144" h="6176" extrusionOk="0">
                  <a:moveTo>
                    <a:pt x="3056" y="694"/>
                  </a:moveTo>
                  <a:cubicBezTo>
                    <a:pt x="4411" y="694"/>
                    <a:pt x="5482" y="1765"/>
                    <a:pt x="5482" y="3088"/>
                  </a:cubicBezTo>
                  <a:cubicBezTo>
                    <a:pt x="5482" y="4443"/>
                    <a:pt x="4411" y="5482"/>
                    <a:pt x="3056" y="5482"/>
                  </a:cubicBezTo>
                  <a:cubicBezTo>
                    <a:pt x="1733" y="5482"/>
                    <a:pt x="662" y="4443"/>
                    <a:pt x="662" y="3088"/>
                  </a:cubicBezTo>
                  <a:cubicBezTo>
                    <a:pt x="662" y="1796"/>
                    <a:pt x="1764" y="694"/>
                    <a:pt x="3056" y="694"/>
                  </a:cubicBezTo>
                  <a:close/>
                  <a:moveTo>
                    <a:pt x="3056" y="1"/>
                  </a:moveTo>
                  <a:cubicBezTo>
                    <a:pt x="1386" y="1"/>
                    <a:pt x="0" y="1387"/>
                    <a:pt x="0" y="3088"/>
                  </a:cubicBezTo>
                  <a:cubicBezTo>
                    <a:pt x="0" y="4789"/>
                    <a:pt x="1386" y="6176"/>
                    <a:pt x="3056" y="6176"/>
                  </a:cubicBezTo>
                  <a:cubicBezTo>
                    <a:pt x="4757" y="6176"/>
                    <a:pt x="6144" y="4789"/>
                    <a:pt x="6144" y="3088"/>
                  </a:cubicBezTo>
                  <a:cubicBezTo>
                    <a:pt x="6144" y="1387"/>
                    <a:pt x="4757" y="1"/>
                    <a:pt x="30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887" name="Google Shape;14887;p84"/>
            <p:cNvSpPr/>
            <p:nvPr/>
          </p:nvSpPr>
          <p:spPr>
            <a:xfrm>
              <a:off x="-35101800" y="2631050"/>
              <a:ext cx="222925" cy="291450"/>
            </a:xfrm>
            <a:custGeom>
              <a:avLst/>
              <a:gdLst/>
              <a:ahLst/>
              <a:cxnLst/>
              <a:rect l="l" t="t" r="r" b="b"/>
              <a:pathLst>
                <a:path w="8917" h="11658" extrusionOk="0">
                  <a:moveTo>
                    <a:pt x="4443" y="693"/>
                  </a:moveTo>
                  <a:cubicBezTo>
                    <a:pt x="6554" y="693"/>
                    <a:pt x="8192" y="2395"/>
                    <a:pt x="8192" y="4474"/>
                  </a:cubicBezTo>
                  <a:cubicBezTo>
                    <a:pt x="8192" y="5293"/>
                    <a:pt x="7940" y="6081"/>
                    <a:pt x="7436" y="6711"/>
                  </a:cubicBezTo>
                  <a:lnTo>
                    <a:pt x="4443" y="10775"/>
                  </a:lnTo>
                  <a:lnTo>
                    <a:pt x="1450" y="6711"/>
                  </a:lnTo>
                  <a:cubicBezTo>
                    <a:pt x="1009" y="6049"/>
                    <a:pt x="726" y="5293"/>
                    <a:pt x="726" y="4474"/>
                  </a:cubicBezTo>
                  <a:cubicBezTo>
                    <a:pt x="726" y="2395"/>
                    <a:pt x="2364" y="693"/>
                    <a:pt x="4443" y="693"/>
                  </a:cubicBezTo>
                  <a:close/>
                  <a:moveTo>
                    <a:pt x="4443" y="0"/>
                  </a:moveTo>
                  <a:cubicBezTo>
                    <a:pt x="2017" y="0"/>
                    <a:pt x="1" y="1985"/>
                    <a:pt x="1" y="4443"/>
                  </a:cubicBezTo>
                  <a:cubicBezTo>
                    <a:pt x="1" y="5419"/>
                    <a:pt x="316" y="6333"/>
                    <a:pt x="883" y="7120"/>
                  </a:cubicBezTo>
                  <a:lnTo>
                    <a:pt x="4191" y="11531"/>
                  </a:lnTo>
                  <a:cubicBezTo>
                    <a:pt x="4254" y="11594"/>
                    <a:pt x="4349" y="11657"/>
                    <a:pt x="4443" y="11657"/>
                  </a:cubicBezTo>
                  <a:cubicBezTo>
                    <a:pt x="4569" y="11657"/>
                    <a:pt x="4664" y="11594"/>
                    <a:pt x="4727" y="11531"/>
                  </a:cubicBezTo>
                  <a:lnTo>
                    <a:pt x="8003" y="7120"/>
                  </a:lnTo>
                  <a:cubicBezTo>
                    <a:pt x="8602" y="6333"/>
                    <a:pt x="8917" y="5419"/>
                    <a:pt x="8917" y="4443"/>
                  </a:cubicBezTo>
                  <a:cubicBezTo>
                    <a:pt x="8917" y="1985"/>
                    <a:pt x="6901"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4888" name="Google Shape;14888;p84"/>
          <p:cNvSpPr/>
          <p:nvPr/>
        </p:nvSpPr>
        <p:spPr>
          <a:xfrm>
            <a:off x="3982155" y="1307046"/>
            <a:ext cx="338270" cy="355255"/>
          </a:xfrm>
          <a:custGeom>
            <a:avLst/>
            <a:gdLst/>
            <a:ahLst/>
            <a:cxnLst/>
            <a:rect l="l" t="t" r="r" b="b"/>
            <a:pathLst>
              <a:path w="11153" h="11713" extrusionOk="0">
                <a:moveTo>
                  <a:pt x="9594" y="693"/>
                </a:moveTo>
                <a:cubicBezTo>
                  <a:pt x="9767" y="693"/>
                  <a:pt x="9940" y="764"/>
                  <a:pt x="10082" y="906"/>
                </a:cubicBezTo>
                <a:cubicBezTo>
                  <a:pt x="10365" y="1158"/>
                  <a:pt x="10365" y="1599"/>
                  <a:pt x="10082" y="1883"/>
                </a:cubicBezTo>
                <a:lnTo>
                  <a:pt x="9168" y="2796"/>
                </a:lnTo>
                <a:lnTo>
                  <a:pt x="6175" y="3364"/>
                </a:lnTo>
                <a:lnTo>
                  <a:pt x="6175" y="1410"/>
                </a:lnTo>
                <a:lnTo>
                  <a:pt x="8475" y="1410"/>
                </a:lnTo>
                <a:cubicBezTo>
                  <a:pt x="8538" y="1410"/>
                  <a:pt x="8664" y="1379"/>
                  <a:pt x="8696" y="1284"/>
                </a:cubicBezTo>
                <a:lnTo>
                  <a:pt x="9105" y="906"/>
                </a:lnTo>
                <a:cubicBezTo>
                  <a:pt x="9247" y="764"/>
                  <a:pt x="9420" y="693"/>
                  <a:pt x="9594" y="693"/>
                </a:cubicBezTo>
                <a:close/>
                <a:moveTo>
                  <a:pt x="5136" y="749"/>
                </a:moveTo>
                <a:cubicBezTo>
                  <a:pt x="5325" y="749"/>
                  <a:pt x="5482" y="906"/>
                  <a:pt x="5482" y="1095"/>
                </a:cubicBezTo>
                <a:lnTo>
                  <a:pt x="5482" y="4214"/>
                </a:lnTo>
                <a:cubicBezTo>
                  <a:pt x="5356" y="4151"/>
                  <a:pt x="5230" y="4151"/>
                  <a:pt x="5136" y="4151"/>
                </a:cubicBezTo>
                <a:cubicBezTo>
                  <a:pt x="5010" y="4151"/>
                  <a:pt x="4884" y="4151"/>
                  <a:pt x="4758" y="4214"/>
                </a:cubicBezTo>
                <a:lnTo>
                  <a:pt x="4758" y="1095"/>
                </a:lnTo>
                <a:cubicBezTo>
                  <a:pt x="4758" y="906"/>
                  <a:pt x="4915" y="749"/>
                  <a:pt x="5136" y="749"/>
                </a:cubicBezTo>
                <a:close/>
                <a:moveTo>
                  <a:pt x="5136" y="4844"/>
                </a:moveTo>
                <a:cubicBezTo>
                  <a:pt x="5671" y="4844"/>
                  <a:pt x="6144" y="5317"/>
                  <a:pt x="6144" y="5852"/>
                </a:cubicBezTo>
                <a:cubicBezTo>
                  <a:pt x="6144" y="6419"/>
                  <a:pt x="5671" y="6861"/>
                  <a:pt x="5136" y="6861"/>
                </a:cubicBezTo>
                <a:cubicBezTo>
                  <a:pt x="4568" y="6861"/>
                  <a:pt x="4096" y="6388"/>
                  <a:pt x="4096" y="5852"/>
                </a:cubicBezTo>
                <a:cubicBezTo>
                  <a:pt x="4096" y="5317"/>
                  <a:pt x="4568" y="4844"/>
                  <a:pt x="5136" y="4844"/>
                </a:cubicBezTo>
                <a:close/>
                <a:moveTo>
                  <a:pt x="4096" y="1442"/>
                </a:moveTo>
                <a:lnTo>
                  <a:pt x="4096" y="4529"/>
                </a:lnTo>
                <a:cubicBezTo>
                  <a:pt x="3655" y="4844"/>
                  <a:pt x="3434" y="5348"/>
                  <a:pt x="3434" y="5884"/>
                </a:cubicBezTo>
                <a:cubicBezTo>
                  <a:pt x="3434" y="6136"/>
                  <a:pt x="3466" y="6419"/>
                  <a:pt x="3592" y="6609"/>
                </a:cubicBezTo>
                <a:lnTo>
                  <a:pt x="2332" y="8184"/>
                </a:lnTo>
                <a:cubicBezTo>
                  <a:pt x="1323" y="7522"/>
                  <a:pt x="725" y="6356"/>
                  <a:pt x="725" y="5159"/>
                </a:cubicBezTo>
                <a:cubicBezTo>
                  <a:pt x="662" y="3143"/>
                  <a:pt x="2206" y="1568"/>
                  <a:pt x="4096" y="1442"/>
                </a:cubicBezTo>
                <a:close/>
                <a:moveTo>
                  <a:pt x="8916" y="3521"/>
                </a:moveTo>
                <a:lnTo>
                  <a:pt x="8916" y="4466"/>
                </a:lnTo>
                <a:cubicBezTo>
                  <a:pt x="8916" y="4529"/>
                  <a:pt x="8916" y="4592"/>
                  <a:pt x="8948" y="4624"/>
                </a:cubicBezTo>
                <a:lnTo>
                  <a:pt x="9798" y="6419"/>
                </a:lnTo>
                <a:cubicBezTo>
                  <a:pt x="9893" y="6577"/>
                  <a:pt x="9798" y="6672"/>
                  <a:pt x="9798" y="6735"/>
                </a:cubicBezTo>
                <a:cubicBezTo>
                  <a:pt x="9767" y="6766"/>
                  <a:pt x="9704" y="6892"/>
                  <a:pt x="9546" y="6892"/>
                </a:cubicBezTo>
                <a:lnTo>
                  <a:pt x="9263" y="6892"/>
                </a:lnTo>
                <a:cubicBezTo>
                  <a:pt x="9074" y="6892"/>
                  <a:pt x="8916" y="7050"/>
                  <a:pt x="8916" y="7239"/>
                </a:cubicBezTo>
                <a:lnTo>
                  <a:pt x="8916" y="8341"/>
                </a:lnTo>
                <a:cubicBezTo>
                  <a:pt x="8633" y="8467"/>
                  <a:pt x="8381" y="8656"/>
                  <a:pt x="8286" y="8971"/>
                </a:cubicBezTo>
                <a:lnTo>
                  <a:pt x="6522" y="8971"/>
                </a:lnTo>
                <a:cubicBezTo>
                  <a:pt x="5955" y="8971"/>
                  <a:pt x="5482" y="8499"/>
                  <a:pt x="5482" y="7932"/>
                </a:cubicBezTo>
                <a:lnTo>
                  <a:pt x="5482" y="7554"/>
                </a:lnTo>
                <a:cubicBezTo>
                  <a:pt x="6270" y="7396"/>
                  <a:pt x="6868" y="6672"/>
                  <a:pt x="6868" y="5852"/>
                </a:cubicBezTo>
                <a:cubicBezTo>
                  <a:pt x="6868" y="5317"/>
                  <a:pt x="6585" y="4781"/>
                  <a:pt x="6207" y="4466"/>
                </a:cubicBezTo>
                <a:lnTo>
                  <a:pt x="6207" y="4088"/>
                </a:lnTo>
                <a:lnTo>
                  <a:pt x="8916" y="3521"/>
                </a:lnTo>
                <a:close/>
                <a:moveTo>
                  <a:pt x="9231" y="8940"/>
                </a:moveTo>
                <a:cubicBezTo>
                  <a:pt x="9420" y="8940"/>
                  <a:pt x="9578" y="9097"/>
                  <a:pt x="9578" y="9286"/>
                </a:cubicBezTo>
                <a:cubicBezTo>
                  <a:pt x="9578" y="9475"/>
                  <a:pt x="9420" y="9633"/>
                  <a:pt x="9231" y="9633"/>
                </a:cubicBezTo>
                <a:cubicBezTo>
                  <a:pt x="9011" y="9633"/>
                  <a:pt x="8853" y="9475"/>
                  <a:pt x="8853" y="9286"/>
                </a:cubicBezTo>
                <a:cubicBezTo>
                  <a:pt x="8853" y="9097"/>
                  <a:pt x="9011" y="8940"/>
                  <a:pt x="9231" y="8940"/>
                </a:cubicBezTo>
                <a:close/>
                <a:moveTo>
                  <a:pt x="3970" y="7144"/>
                </a:moveTo>
                <a:cubicBezTo>
                  <a:pt x="4222" y="7365"/>
                  <a:pt x="4442" y="7522"/>
                  <a:pt x="4758" y="7554"/>
                </a:cubicBezTo>
                <a:lnTo>
                  <a:pt x="4758" y="7932"/>
                </a:lnTo>
                <a:cubicBezTo>
                  <a:pt x="4758" y="8877"/>
                  <a:pt x="5514" y="9633"/>
                  <a:pt x="6459" y="9633"/>
                </a:cubicBezTo>
                <a:lnTo>
                  <a:pt x="8223" y="9633"/>
                </a:lnTo>
                <a:cubicBezTo>
                  <a:pt x="8286" y="9727"/>
                  <a:pt x="8318" y="9791"/>
                  <a:pt x="8349" y="9822"/>
                </a:cubicBezTo>
                <a:cubicBezTo>
                  <a:pt x="8034" y="10137"/>
                  <a:pt x="7593" y="10295"/>
                  <a:pt x="7183" y="10295"/>
                </a:cubicBezTo>
                <a:lnTo>
                  <a:pt x="5797" y="10295"/>
                </a:lnTo>
                <a:cubicBezTo>
                  <a:pt x="5608" y="10295"/>
                  <a:pt x="5451" y="10452"/>
                  <a:pt x="5451" y="10673"/>
                </a:cubicBezTo>
                <a:lnTo>
                  <a:pt x="5451" y="11051"/>
                </a:lnTo>
                <a:lnTo>
                  <a:pt x="2710" y="11051"/>
                </a:lnTo>
                <a:lnTo>
                  <a:pt x="2710" y="8719"/>
                </a:lnTo>
                <a:lnTo>
                  <a:pt x="3970" y="7144"/>
                </a:lnTo>
                <a:close/>
                <a:moveTo>
                  <a:pt x="9629" y="0"/>
                </a:moveTo>
                <a:cubicBezTo>
                  <a:pt x="9278" y="0"/>
                  <a:pt x="8932" y="134"/>
                  <a:pt x="8664" y="402"/>
                </a:cubicBezTo>
                <a:lnTo>
                  <a:pt x="8412" y="686"/>
                </a:lnTo>
                <a:lnTo>
                  <a:pt x="6144" y="686"/>
                </a:lnTo>
                <a:cubicBezTo>
                  <a:pt x="5986" y="308"/>
                  <a:pt x="5640" y="24"/>
                  <a:pt x="5167" y="24"/>
                </a:cubicBezTo>
                <a:cubicBezTo>
                  <a:pt x="4726" y="24"/>
                  <a:pt x="4348" y="308"/>
                  <a:pt x="4190" y="686"/>
                </a:cubicBezTo>
                <a:cubicBezTo>
                  <a:pt x="1859" y="812"/>
                  <a:pt x="0" y="2702"/>
                  <a:pt x="0" y="5033"/>
                </a:cubicBezTo>
                <a:cubicBezTo>
                  <a:pt x="0" y="6514"/>
                  <a:pt x="725" y="7900"/>
                  <a:pt x="1922" y="8688"/>
                </a:cubicBezTo>
                <a:lnTo>
                  <a:pt x="2048" y="8782"/>
                </a:lnTo>
                <a:lnTo>
                  <a:pt x="2048" y="11366"/>
                </a:lnTo>
                <a:cubicBezTo>
                  <a:pt x="2048" y="11555"/>
                  <a:pt x="2206" y="11712"/>
                  <a:pt x="2426" y="11712"/>
                </a:cubicBezTo>
                <a:lnTo>
                  <a:pt x="5829" y="11712"/>
                </a:lnTo>
                <a:cubicBezTo>
                  <a:pt x="6018" y="11712"/>
                  <a:pt x="6207" y="11555"/>
                  <a:pt x="6207" y="11366"/>
                </a:cubicBezTo>
                <a:lnTo>
                  <a:pt x="6207" y="10956"/>
                </a:lnTo>
                <a:lnTo>
                  <a:pt x="7215" y="10956"/>
                </a:lnTo>
                <a:cubicBezTo>
                  <a:pt x="7877" y="10956"/>
                  <a:pt x="8475" y="10704"/>
                  <a:pt x="8948" y="10232"/>
                </a:cubicBezTo>
                <a:cubicBezTo>
                  <a:pt x="9074" y="10263"/>
                  <a:pt x="9137" y="10263"/>
                  <a:pt x="9263" y="10263"/>
                </a:cubicBezTo>
                <a:cubicBezTo>
                  <a:pt x="9830" y="10263"/>
                  <a:pt x="10302" y="9791"/>
                  <a:pt x="10302" y="9223"/>
                </a:cubicBezTo>
                <a:cubicBezTo>
                  <a:pt x="10302" y="8814"/>
                  <a:pt x="10019" y="8404"/>
                  <a:pt x="9609" y="8247"/>
                </a:cubicBezTo>
                <a:lnTo>
                  <a:pt x="9609" y="7491"/>
                </a:lnTo>
                <a:cubicBezTo>
                  <a:pt x="9924" y="7459"/>
                  <a:pt x="10239" y="7302"/>
                  <a:pt x="10397" y="7018"/>
                </a:cubicBezTo>
                <a:cubicBezTo>
                  <a:pt x="10617" y="6703"/>
                  <a:pt x="10617" y="6356"/>
                  <a:pt x="10460" y="6041"/>
                </a:cubicBezTo>
                <a:lnTo>
                  <a:pt x="9609" y="4403"/>
                </a:lnTo>
                <a:lnTo>
                  <a:pt x="9609" y="3332"/>
                </a:lnTo>
                <a:lnTo>
                  <a:pt x="10617" y="2355"/>
                </a:lnTo>
                <a:cubicBezTo>
                  <a:pt x="11153" y="1788"/>
                  <a:pt x="11153" y="938"/>
                  <a:pt x="10617" y="402"/>
                </a:cubicBezTo>
                <a:cubicBezTo>
                  <a:pt x="10334" y="134"/>
                  <a:pt x="9979" y="0"/>
                  <a:pt x="96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4889" name="Google Shape;14889;p84"/>
          <p:cNvGrpSpPr/>
          <p:nvPr/>
        </p:nvGrpSpPr>
        <p:grpSpPr>
          <a:xfrm>
            <a:off x="3977510" y="1765295"/>
            <a:ext cx="353587" cy="355468"/>
            <a:chOff x="-33314675" y="2275050"/>
            <a:chExt cx="291450" cy="293000"/>
          </a:xfrm>
        </p:grpSpPr>
        <p:sp>
          <p:nvSpPr>
            <p:cNvPr id="14890" name="Google Shape;14890;p84"/>
            <p:cNvSpPr/>
            <p:nvPr/>
          </p:nvSpPr>
          <p:spPr>
            <a:xfrm>
              <a:off x="-33143750" y="2275050"/>
              <a:ext cx="120525" cy="120525"/>
            </a:xfrm>
            <a:custGeom>
              <a:avLst/>
              <a:gdLst/>
              <a:ahLst/>
              <a:cxnLst/>
              <a:rect l="l" t="t" r="r" b="b"/>
              <a:pathLst>
                <a:path w="4821" h="4821" extrusionOk="0">
                  <a:moveTo>
                    <a:pt x="2426" y="725"/>
                  </a:moveTo>
                  <a:cubicBezTo>
                    <a:pt x="3371" y="725"/>
                    <a:pt x="4096" y="1512"/>
                    <a:pt x="4096" y="2458"/>
                  </a:cubicBezTo>
                  <a:cubicBezTo>
                    <a:pt x="4159" y="3403"/>
                    <a:pt x="3371" y="4159"/>
                    <a:pt x="2426" y="4159"/>
                  </a:cubicBezTo>
                  <a:cubicBezTo>
                    <a:pt x="1481" y="4159"/>
                    <a:pt x="725" y="3403"/>
                    <a:pt x="725" y="2458"/>
                  </a:cubicBezTo>
                  <a:cubicBezTo>
                    <a:pt x="725" y="1512"/>
                    <a:pt x="1481" y="725"/>
                    <a:pt x="2426" y="725"/>
                  </a:cubicBezTo>
                  <a:close/>
                  <a:moveTo>
                    <a:pt x="2426" y="0"/>
                  </a:moveTo>
                  <a:cubicBezTo>
                    <a:pt x="1071" y="0"/>
                    <a:pt x="0" y="1103"/>
                    <a:pt x="0" y="2426"/>
                  </a:cubicBezTo>
                  <a:cubicBezTo>
                    <a:pt x="0" y="3749"/>
                    <a:pt x="1071" y="4820"/>
                    <a:pt x="2426" y="4820"/>
                  </a:cubicBezTo>
                  <a:cubicBezTo>
                    <a:pt x="3749" y="4820"/>
                    <a:pt x="4821" y="3749"/>
                    <a:pt x="4821" y="2426"/>
                  </a:cubicBezTo>
                  <a:cubicBezTo>
                    <a:pt x="4821" y="1103"/>
                    <a:pt x="3749" y="0"/>
                    <a:pt x="24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891" name="Google Shape;14891;p84"/>
            <p:cNvSpPr/>
            <p:nvPr/>
          </p:nvSpPr>
          <p:spPr>
            <a:xfrm>
              <a:off x="-33093350" y="2309700"/>
              <a:ext cx="35475" cy="34675"/>
            </a:xfrm>
            <a:custGeom>
              <a:avLst/>
              <a:gdLst/>
              <a:ahLst/>
              <a:cxnLst/>
              <a:rect l="l" t="t" r="r" b="b"/>
              <a:pathLst>
                <a:path w="1419" h="1387" extrusionOk="0">
                  <a:moveTo>
                    <a:pt x="347" y="0"/>
                  </a:moveTo>
                  <a:cubicBezTo>
                    <a:pt x="158" y="0"/>
                    <a:pt x="1" y="158"/>
                    <a:pt x="1" y="347"/>
                  </a:cubicBezTo>
                  <a:lnTo>
                    <a:pt x="1" y="1009"/>
                  </a:lnTo>
                  <a:cubicBezTo>
                    <a:pt x="1" y="1229"/>
                    <a:pt x="158" y="1387"/>
                    <a:pt x="347" y="1387"/>
                  </a:cubicBezTo>
                  <a:lnTo>
                    <a:pt x="1040" y="1387"/>
                  </a:lnTo>
                  <a:cubicBezTo>
                    <a:pt x="1229" y="1387"/>
                    <a:pt x="1387" y="1229"/>
                    <a:pt x="1387" y="1009"/>
                  </a:cubicBezTo>
                  <a:cubicBezTo>
                    <a:pt x="1418" y="883"/>
                    <a:pt x="1261" y="694"/>
                    <a:pt x="1072" y="694"/>
                  </a:cubicBezTo>
                  <a:lnTo>
                    <a:pt x="725" y="694"/>
                  </a:lnTo>
                  <a:lnTo>
                    <a:pt x="725" y="347"/>
                  </a:ln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892" name="Google Shape;14892;p84"/>
            <p:cNvSpPr/>
            <p:nvPr/>
          </p:nvSpPr>
          <p:spPr>
            <a:xfrm>
              <a:off x="-33314675" y="2328600"/>
              <a:ext cx="239475" cy="239450"/>
            </a:xfrm>
            <a:custGeom>
              <a:avLst/>
              <a:gdLst/>
              <a:ahLst/>
              <a:cxnLst/>
              <a:rect l="l" t="t" r="r" b="b"/>
              <a:pathLst>
                <a:path w="9579" h="9578" extrusionOk="0">
                  <a:moveTo>
                    <a:pt x="3057" y="631"/>
                  </a:moveTo>
                  <a:cubicBezTo>
                    <a:pt x="3624" y="631"/>
                    <a:pt x="4096" y="1103"/>
                    <a:pt x="4096" y="1639"/>
                  </a:cubicBezTo>
                  <a:cubicBezTo>
                    <a:pt x="4096" y="2206"/>
                    <a:pt x="3624" y="2678"/>
                    <a:pt x="3057" y="2678"/>
                  </a:cubicBezTo>
                  <a:cubicBezTo>
                    <a:pt x="2521" y="2678"/>
                    <a:pt x="2049" y="2206"/>
                    <a:pt x="2049" y="1639"/>
                  </a:cubicBezTo>
                  <a:cubicBezTo>
                    <a:pt x="2049" y="1103"/>
                    <a:pt x="2490" y="631"/>
                    <a:pt x="3057" y="631"/>
                  </a:cubicBezTo>
                  <a:close/>
                  <a:moveTo>
                    <a:pt x="3063" y="3369"/>
                  </a:moveTo>
                  <a:cubicBezTo>
                    <a:pt x="3690" y="3369"/>
                    <a:pt x="4308" y="3646"/>
                    <a:pt x="4726" y="4065"/>
                  </a:cubicBezTo>
                  <a:lnTo>
                    <a:pt x="4411" y="4065"/>
                  </a:lnTo>
                  <a:cubicBezTo>
                    <a:pt x="3844" y="4065"/>
                    <a:pt x="3372" y="4506"/>
                    <a:pt x="3372" y="5073"/>
                  </a:cubicBezTo>
                  <a:lnTo>
                    <a:pt x="3372" y="6774"/>
                  </a:lnTo>
                  <a:lnTo>
                    <a:pt x="662" y="6774"/>
                  </a:lnTo>
                  <a:lnTo>
                    <a:pt x="662" y="5892"/>
                  </a:lnTo>
                  <a:cubicBezTo>
                    <a:pt x="662" y="4569"/>
                    <a:pt x="1702" y="3435"/>
                    <a:pt x="2962" y="3372"/>
                  </a:cubicBezTo>
                  <a:cubicBezTo>
                    <a:pt x="2996" y="3370"/>
                    <a:pt x="3029" y="3369"/>
                    <a:pt x="3063" y="3369"/>
                  </a:cubicBezTo>
                  <a:close/>
                  <a:moveTo>
                    <a:pt x="7215" y="4726"/>
                  </a:moveTo>
                  <a:cubicBezTo>
                    <a:pt x="7373" y="4726"/>
                    <a:pt x="7530" y="4884"/>
                    <a:pt x="7530" y="5073"/>
                  </a:cubicBezTo>
                  <a:lnTo>
                    <a:pt x="7530" y="6774"/>
                  </a:lnTo>
                  <a:lnTo>
                    <a:pt x="4096" y="6774"/>
                  </a:lnTo>
                  <a:lnTo>
                    <a:pt x="4096" y="5073"/>
                  </a:lnTo>
                  <a:cubicBezTo>
                    <a:pt x="4096" y="4884"/>
                    <a:pt x="4254" y="4726"/>
                    <a:pt x="4443" y="4726"/>
                  </a:cubicBezTo>
                  <a:close/>
                  <a:moveTo>
                    <a:pt x="8586" y="7495"/>
                  </a:moveTo>
                  <a:cubicBezTo>
                    <a:pt x="8753" y="7495"/>
                    <a:pt x="8885" y="7644"/>
                    <a:pt x="8885" y="7845"/>
                  </a:cubicBezTo>
                  <a:lnTo>
                    <a:pt x="8885" y="8885"/>
                  </a:lnTo>
                  <a:lnTo>
                    <a:pt x="662" y="8885"/>
                  </a:lnTo>
                  <a:lnTo>
                    <a:pt x="662" y="7499"/>
                  </a:lnTo>
                  <a:lnTo>
                    <a:pt x="8539" y="7499"/>
                  </a:lnTo>
                  <a:cubicBezTo>
                    <a:pt x="8555" y="7496"/>
                    <a:pt x="8571" y="7495"/>
                    <a:pt x="8586" y="7495"/>
                  </a:cubicBezTo>
                  <a:close/>
                  <a:moveTo>
                    <a:pt x="3057" y="1"/>
                  </a:moveTo>
                  <a:cubicBezTo>
                    <a:pt x="2112" y="1"/>
                    <a:pt x="1387" y="725"/>
                    <a:pt x="1387" y="1702"/>
                  </a:cubicBezTo>
                  <a:cubicBezTo>
                    <a:pt x="1387" y="2206"/>
                    <a:pt x="1576" y="2647"/>
                    <a:pt x="1923" y="2930"/>
                  </a:cubicBezTo>
                  <a:cubicBezTo>
                    <a:pt x="820" y="3403"/>
                    <a:pt x="1" y="4600"/>
                    <a:pt x="1" y="5923"/>
                  </a:cubicBezTo>
                  <a:lnTo>
                    <a:pt x="1" y="9263"/>
                  </a:lnTo>
                  <a:cubicBezTo>
                    <a:pt x="1" y="9420"/>
                    <a:pt x="127" y="9578"/>
                    <a:pt x="316" y="9578"/>
                  </a:cubicBezTo>
                  <a:lnTo>
                    <a:pt x="9200" y="9578"/>
                  </a:lnTo>
                  <a:cubicBezTo>
                    <a:pt x="9421" y="9578"/>
                    <a:pt x="9578" y="9420"/>
                    <a:pt x="9578" y="9200"/>
                  </a:cubicBezTo>
                  <a:lnTo>
                    <a:pt x="9578" y="7845"/>
                  </a:lnTo>
                  <a:cubicBezTo>
                    <a:pt x="9578" y="7278"/>
                    <a:pt x="9106" y="6806"/>
                    <a:pt x="8539" y="6806"/>
                  </a:cubicBezTo>
                  <a:lnTo>
                    <a:pt x="8192" y="6806"/>
                  </a:lnTo>
                  <a:lnTo>
                    <a:pt x="8192" y="5104"/>
                  </a:lnTo>
                  <a:cubicBezTo>
                    <a:pt x="8192" y="4569"/>
                    <a:pt x="7719" y="4096"/>
                    <a:pt x="7152" y="4096"/>
                  </a:cubicBezTo>
                  <a:lnTo>
                    <a:pt x="5577" y="4096"/>
                  </a:lnTo>
                  <a:cubicBezTo>
                    <a:pt x="5231" y="3561"/>
                    <a:pt x="4758" y="3183"/>
                    <a:pt x="4222" y="2930"/>
                  </a:cubicBezTo>
                  <a:cubicBezTo>
                    <a:pt x="4569" y="2615"/>
                    <a:pt x="4758" y="2206"/>
                    <a:pt x="4758" y="1702"/>
                  </a:cubicBezTo>
                  <a:cubicBezTo>
                    <a:pt x="4758" y="725"/>
                    <a:pt x="4002" y="1"/>
                    <a:pt x="3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4893" name="Google Shape;14893;p84"/>
          <p:cNvSpPr/>
          <p:nvPr/>
        </p:nvSpPr>
        <p:spPr>
          <a:xfrm>
            <a:off x="3973071" y="2220094"/>
            <a:ext cx="356438" cy="356468"/>
          </a:xfrm>
          <a:custGeom>
            <a:avLst/>
            <a:gdLst/>
            <a:ahLst/>
            <a:cxnLst/>
            <a:rect l="l" t="t" r="r" b="b"/>
            <a:pathLst>
              <a:path w="11752" h="11753" extrusionOk="0">
                <a:moveTo>
                  <a:pt x="9672" y="725"/>
                </a:moveTo>
                <a:lnTo>
                  <a:pt x="9672" y="4191"/>
                </a:lnTo>
                <a:cubicBezTo>
                  <a:pt x="9546" y="4160"/>
                  <a:pt x="9420" y="4160"/>
                  <a:pt x="9294" y="4160"/>
                </a:cubicBezTo>
                <a:cubicBezTo>
                  <a:pt x="9200" y="4160"/>
                  <a:pt x="9074" y="4191"/>
                  <a:pt x="8948" y="4223"/>
                </a:cubicBezTo>
                <a:lnTo>
                  <a:pt x="8948" y="3844"/>
                </a:lnTo>
                <a:cubicBezTo>
                  <a:pt x="8948" y="3277"/>
                  <a:pt x="8475" y="2805"/>
                  <a:pt x="7939" y="2805"/>
                </a:cubicBezTo>
                <a:cubicBezTo>
                  <a:pt x="7813" y="2805"/>
                  <a:pt x="7687" y="2836"/>
                  <a:pt x="7561" y="2836"/>
                </a:cubicBezTo>
                <a:lnTo>
                  <a:pt x="7561" y="2458"/>
                </a:lnTo>
                <a:cubicBezTo>
                  <a:pt x="7561" y="1891"/>
                  <a:pt x="7089" y="1419"/>
                  <a:pt x="6553" y="1419"/>
                </a:cubicBezTo>
                <a:cubicBezTo>
                  <a:pt x="6427" y="1419"/>
                  <a:pt x="6364" y="1419"/>
                  <a:pt x="6238" y="1482"/>
                </a:cubicBezTo>
                <a:cubicBezTo>
                  <a:pt x="6427" y="1041"/>
                  <a:pt x="6837" y="725"/>
                  <a:pt x="7246" y="725"/>
                </a:cubicBezTo>
                <a:close/>
                <a:moveTo>
                  <a:pt x="11090" y="1419"/>
                </a:moveTo>
                <a:lnTo>
                  <a:pt x="11090" y="4884"/>
                </a:lnTo>
                <a:cubicBezTo>
                  <a:pt x="10964" y="4853"/>
                  <a:pt x="10838" y="4853"/>
                  <a:pt x="10712" y="4853"/>
                </a:cubicBezTo>
                <a:cubicBezTo>
                  <a:pt x="10617" y="4853"/>
                  <a:pt x="10491" y="4884"/>
                  <a:pt x="10365" y="4884"/>
                </a:cubicBezTo>
                <a:lnTo>
                  <a:pt x="10365" y="1419"/>
                </a:lnTo>
                <a:close/>
                <a:moveTo>
                  <a:pt x="4537" y="725"/>
                </a:moveTo>
                <a:cubicBezTo>
                  <a:pt x="5104" y="725"/>
                  <a:pt x="5577" y="1198"/>
                  <a:pt x="5577" y="1734"/>
                </a:cubicBezTo>
                <a:lnTo>
                  <a:pt x="5577" y="5010"/>
                </a:lnTo>
                <a:lnTo>
                  <a:pt x="4474" y="6113"/>
                </a:lnTo>
                <a:cubicBezTo>
                  <a:pt x="4253" y="6302"/>
                  <a:pt x="4096" y="6585"/>
                  <a:pt x="4033" y="6869"/>
                </a:cubicBezTo>
                <a:lnTo>
                  <a:pt x="2143" y="6869"/>
                </a:lnTo>
                <a:lnTo>
                  <a:pt x="2143" y="725"/>
                </a:lnTo>
                <a:close/>
                <a:moveTo>
                  <a:pt x="1418" y="1419"/>
                </a:moveTo>
                <a:lnTo>
                  <a:pt x="1418" y="7247"/>
                </a:lnTo>
                <a:cubicBezTo>
                  <a:pt x="1418" y="7468"/>
                  <a:pt x="1575" y="7625"/>
                  <a:pt x="1796" y="7625"/>
                </a:cubicBezTo>
                <a:lnTo>
                  <a:pt x="3938" y="7625"/>
                </a:lnTo>
                <a:cubicBezTo>
                  <a:pt x="4001" y="7846"/>
                  <a:pt x="4064" y="8098"/>
                  <a:pt x="4190" y="8287"/>
                </a:cubicBezTo>
                <a:lnTo>
                  <a:pt x="725" y="8287"/>
                </a:lnTo>
                <a:lnTo>
                  <a:pt x="725" y="1419"/>
                </a:lnTo>
                <a:close/>
                <a:moveTo>
                  <a:pt x="6648" y="2112"/>
                </a:moveTo>
                <a:cubicBezTo>
                  <a:pt x="6837" y="2112"/>
                  <a:pt x="6994" y="2269"/>
                  <a:pt x="6994" y="2458"/>
                </a:cubicBezTo>
                <a:lnTo>
                  <a:pt x="6994" y="6554"/>
                </a:lnTo>
                <a:cubicBezTo>
                  <a:pt x="6994" y="6743"/>
                  <a:pt x="7152" y="6900"/>
                  <a:pt x="7341" y="6900"/>
                </a:cubicBezTo>
                <a:cubicBezTo>
                  <a:pt x="7530" y="6900"/>
                  <a:pt x="7687" y="6743"/>
                  <a:pt x="7687" y="6554"/>
                </a:cubicBezTo>
                <a:lnTo>
                  <a:pt x="7687" y="3844"/>
                </a:lnTo>
                <a:cubicBezTo>
                  <a:pt x="7687" y="3624"/>
                  <a:pt x="7845" y="3466"/>
                  <a:pt x="8065" y="3466"/>
                </a:cubicBezTo>
                <a:cubicBezTo>
                  <a:pt x="8254" y="3466"/>
                  <a:pt x="8412" y="3624"/>
                  <a:pt x="8412" y="3844"/>
                </a:cubicBezTo>
                <a:lnTo>
                  <a:pt x="8412" y="6554"/>
                </a:lnTo>
                <a:cubicBezTo>
                  <a:pt x="8412" y="6743"/>
                  <a:pt x="8570" y="6900"/>
                  <a:pt x="8759" y="6900"/>
                </a:cubicBezTo>
                <a:cubicBezTo>
                  <a:pt x="8948" y="6900"/>
                  <a:pt x="9105" y="6743"/>
                  <a:pt x="9105" y="6554"/>
                </a:cubicBezTo>
                <a:lnTo>
                  <a:pt x="9105" y="5168"/>
                </a:lnTo>
                <a:cubicBezTo>
                  <a:pt x="9105" y="4979"/>
                  <a:pt x="9263" y="4821"/>
                  <a:pt x="9483" y="4821"/>
                </a:cubicBezTo>
                <a:cubicBezTo>
                  <a:pt x="9672" y="4821"/>
                  <a:pt x="9830" y="4979"/>
                  <a:pt x="9830" y="5168"/>
                </a:cubicBezTo>
                <a:lnTo>
                  <a:pt x="9830" y="6554"/>
                </a:lnTo>
                <a:cubicBezTo>
                  <a:pt x="9830" y="6743"/>
                  <a:pt x="9987" y="6900"/>
                  <a:pt x="10176" y="6900"/>
                </a:cubicBezTo>
                <a:cubicBezTo>
                  <a:pt x="10365" y="6900"/>
                  <a:pt x="10523" y="6743"/>
                  <a:pt x="10523" y="6554"/>
                </a:cubicBezTo>
                <a:lnTo>
                  <a:pt x="10523" y="5892"/>
                </a:lnTo>
                <a:cubicBezTo>
                  <a:pt x="10523" y="5672"/>
                  <a:pt x="10680" y="5514"/>
                  <a:pt x="10901" y="5514"/>
                </a:cubicBezTo>
                <a:cubicBezTo>
                  <a:pt x="11090" y="5514"/>
                  <a:pt x="11247" y="5672"/>
                  <a:pt x="11247" y="5892"/>
                </a:cubicBezTo>
                <a:cubicBezTo>
                  <a:pt x="11090" y="5955"/>
                  <a:pt x="11090" y="8633"/>
                  <a:pt x="11090" y="8791"/>
                </a:cubicBezTo>
                <a:cubicBezTo>
                  <a:pt x="11090" y="9043"/>
                  <a:pt x="10995" y="9232"/>
                  <a:pt x="10838" y="9389"/>
                </a:cubicBezTo>
                <a:cubicBezTo>
                  <a:pt x="10586" y="9673"/>
                  <a:pt x="10397" y="10051"/>
                  <a:pt x="10397" y="10460"/>
                </a:cubicBezTo>
                <a:lnTo>
                  <a:pt x="10397" y="11028"/>
                </a:lnTo>
                <a:lnTo>
                  <a:pt x="6270" y="11028"/>
                </a:lnTo>
                <a:lnTo>
                  <a:pt x="6270" y="10397"/>
                </a:lnTo>
                <a:cubicBezTo>
                  <a:pt x="6270" y="10051"/>
                  <a:pt x="6144" y="9673"/>
                  <a:pt x="5923" y="9389"/>
                </a:cubicBezTo>
                <a:lnTo>
                  <a:pt x="4852" y="7972"/>
                </a:lnTo>
                <a:cubicBezTo>
                  <a:pt x="4537" y="7562"/>
                  <a:pt x="4600" y="6995"/>
                  <a:pt x="4946" y="6617"/>
                </a:cubicBezTo>
                <a:lnTo>
                  <a:pt x="5577" y="5987"/>
                </a:lnTo>
                <a:lnTo>
                  <a:pt x="5577" y="6554"/>
                </a:lnTo>
                <a:cubicBezTo>
                  <a:pt x="5577" y="6743"/>
                  <a:pt x="5734" y="6900"/>
                  <a:pt x="5923" y="6900"/>
                </a:cubicBezTo>
                <a:cubicBezTo>
                  <a:pt x="6112" y="6900"/>
                  <a:pt x="6270" y="6743"/>
                  <a:pt x="6270" y="6554"/>
                </a:cubicBezTo>
                <a:lnTo>
                  <a:pt x="6270" y="2458"/>
                </a:lnTo>
                <a:cubicBezTo>
                  <a:pt x="6270" y="2269"/>
                  <a:pt x="6427" y="2112"/>
                  <a:pt x="6648" y="2112"/>
                </a:cubicBezTo>
                <a:close/>
                <a:moveTo>
                  <a:pt x="1733" y="1"/>
                </a:moveTo>
                <a:cubicBezTo>
                  <a:pt x="1544" y="1"/>
                  <a:pt x="1386" y="158"/>
                  <a:pt x="1386" y="379"/>
                </a:cubicBezTo>
                <a:lnTo>
                  <a:pt x="1386" y="725"/>
                </a:lnTo>
                <a:lnTo>
                  <a:pt x="378" y="725"/>
                </a:lnTo>
                <a:cubicBezTo>
                  <a:pt x="158" y="725"/>
                  <a:pt x="0" y="883"/>
                  <a:pt x="0" y="1072"/>
                </a:cubicBezTo>
                <a:lnTo>
                  <a:pt x="0" y="8602"/>
                </a:lnTo>
                <a:cubicBezTo>
                  <a:pt x="0" y="8791"/>
                  <a:pt x="158" y="8948"/>
                  <a:pt x="378" y="8948"/>
                </a:cubicBezTo>
                <a:lnTo>
                  <a:pt x="4663" y="8948"/>
                </a:lnTo>
                <a:lnTo>
                  <a:pt x="5293" y="9830"/>
                </a:lnTo>
                <a:cubicBezTo>
                  <a:pt x="5419" y="9988"/>
                  <a:pt x="5482" y="10208"/>
                  <a:pt x="5482" y="10460"/>
                </a:cubicBezTo>
                <a:lnTo>
                  <a:pt x="5482" y="11406"/>
                </a:lnTo>
                <a:cubicBezTo>
                  <a:pt x="5482" y="11595"/>
                  <a:pt x="5640" y="11752"/>
                  <a:pt x="5829" y="11752"/>
                </a:cubicBezTo>
                <a:lnTo>
                  <a:pt x="10649" y="11752"/>
                </a:lnTo>
                <a:cubicBezTo>
                  <a:pt x="10838" y="11752"/>
                  <a:pt x="10995" y="11595"/>
                  <a:pt x="10995" y="11406"/>
                </a:cubicBezTo>
                <a:lnTo>
                  <a:pt x="10995" y="10460"/>
                </a:lnTo>
                <a:cubicBezTo>
                  <a:pt x="10995" y="10208"/>
                  <a:pt x="11090" y="10019"/>
                  <a:pt x="11247" y="9862"/>
                </a:cubicBezTo>
                <a:cubicBezTo>
                  <a:pt x="11500" y="9578"/>
                  <a:pt x="11657" y="9200"/>
                  <a:pt x="11657" y="8791"/>
                </a:cubicBezTo>
                <a:lnTo>
                  <a:pt x="11657" y="1072"/>
                </a:lnTo>
                <a:cubicBezTo>
                  <a:pt x="11752" y="883"/>
                  <a:pt x="11594" y="725"/>
                  <a:pt x="11405" y="725"/>
                </a:cubicBezTo>
                <a:lnTo>
                  <a:pt x="10365" y="725"/>
                </a:lnTo>
                <a:lnTo>
                  <a:pt x="10365" y="379"/>
                </a:lnTo>
                <a:cubicBezTo>
                  <a:pt x="10365" y="158"/>
                  <a:pt x="10208" y="1"/>
                  <a:pt x="10019" y="1"/>
                </a:cubicBezTo>
                <a:lnTo>
                  <a:pt x="7246" y="1"/>
                </a:lnTo>
                <a:cubicBezTo>
                  <a:pt x="6711" y="1"/>
                  <a:pt x="6207" y="284"/>
                  <a:pt x="5892" y="662"/>
                </a:cubicBezTo>
                <a:cubicBezTo>
                  <a:pt x="5577" y="253"/>
                  <a:pt x="5041" y="1"/>
                  <a:pt x="45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4894" name="Google Shape;14894;p84"/>
          <p:cNvGrpSpPr/>
          <p:nvPr/>
        </p:nvGrpSpPr>
        <p:grpSpPr>
          <a:xfrm>
            <a:off x="2639701" y="2687555"/>
            <a:ext cx="353587" cy="353557"/>
            <a:chOff x="-31523625" y="1939525"/>
            <a:chExt cx="291450" cy="291425"/>
          </a:xfrm>
        </p:grpSpPr>
        <p:sp>
          <p:nvSpPr>
            <p:cNvPr id="14895" name="Google Shape;14895;p84"/>
            <p:cNvSpPr/>
            <p:nvPr/>
          </p:nvSpPr>
          <p:spPr>
            <a:xfrm>
              <a:off x="-31523625" y="1939525"/>
              <a:ext cx="291450" cy="291425"/>
            </a:xfrm>
            <a:custGeom>
              <a:avLst/>
              <a:gdLst/>
              <a:ahLst/>
              <a:cxnLst/>
              <a:rect l="l" t="t" r="r" b="b"/>
              <a:pathLst>
                <a:path w="11658" h="11657" extrusionOk="0">
                  <a:moveTo>
                    <a:pt x="2269" y="756"/>
                  </a:moveTo>
                  <a:cubicBezTo>
                    <a:pt x="2899" y="756"/>
                    <a:pt x="3372" y="1260"/>
                    <a:pt x="3372" y="1859"/>
                  </a:cubicBezTo>
                  <a:cubicBezTo>
                    <a:pt x="3372" y="2363"/>
                    <a:pt x="3057" y="2615"/>
                    <a:pt x="2805" y="2867"/>
                  </a:cubicBezTo>
                  <a:cubicBezTo>
                    <a:pt x="2710" y="2962"/>
                    <a:pt x="2679" y="3025"/>
                    <a:pt x="2679" y="3119"/>
                  </a:cubicBezTo>
                  <a:lnTo>
                    <a:pt x="2679" y="7246"/>
                  </a:lnTo>
                  <a:cubicBezTo>
                    <a:pt x="2679" y="7341"/>
                    <a:pt x="2710" y="7435"/>
                    <a:pt x="2805" y="7498"/>
                  </a:cubicBezTo>
                  <a:cubicBezTo>
                    <a:pt x="3057" y="7750"/>
                    <a:pt x="3372" y="8002"/>
                    <a:pt x="3372" y="8506"/>
                  </a:cubicBezTo>
                  <a:cubicBezTo>
                    <a:pt x="3372" y="9137"/>
                    <a:pt x="2868" y="9609"/>
                    <a:pt x="2269" y="9609"/>
                  </a:cubicBezTo>
                  <a:lnTo>
                    <a:pt x="1765" y="9609"/>
                  </a:lnTo>
                  <a:cubicBezTo>
                    <a:pt x="1167" y="9609"/>
                    <a:pt x="663" y="9137"/>
                    <a:pt x="663" y="8506"/>
                  </a:cubicBezTo>
                  <a:cubicBezTo>
                    <a:pt x="663" y="8002"/>
                    <a:pt x="978" y="7750"/>
                    <a:pt x="1261" y="7498"/>
                  </a:cubicBezTo>
                  <a:cubicBezTo>
                    <a:pt x="1324" y="7404"/>
                    <a:pt x="1356" y="7341"/>
                    <a:pt x="1356" y="7246"/>
                  </a:cubicBezTo>
                  <a:lnTo>
                    <a:pt x="1356" y="3119"/>
                  </a:lnTo>
                  <a:cubicBezTo>
                    <a:pt x="1356" y="3025"/>
                    <a:pt x="1324" y="2930"/>
                    <a:pt x="1261" y="2867"/>
                  </a:cubicBezTo>
                  <a:cubicBezTo>
                    <a:pt x="978" y="2615"/>
                    <a:pt x="663" y="2363"/>
                    <a:pt x="663" y="1859"/>
                  </a:cubicBezTo>
                  <a:cubicBezTo>
                    <a:pt x="663" y="1229"/>
                    <a:pt x="1167" y="756"/>
                    <a:pt x="1765" y="756"/>
                  </a:cubicBezTo>
                  <a:close/>
                  <a:moveTo>
                    <a:pt x="10650" y="2048"/>
                  </a:moveTo>
                  <a:cubicBezTo>
                    <a:pt x="10870" y="2048"/>
                    <a:pt x="11028" y="2205"/>
                    <a:pt x="11028" y="2395"/>
                  </a:cubicBezTo>
                  <a:lnTo>
                    <a:pt x="11028" y="9294"/>
                  </a:lnTo>
                  <a:lnTo>
                    <a:pt x="10965" y="9294"/>
                  </a:lnTo>
                  <a:cubicBezTo>
                    <a:pt x="10965" y="9483"/>
                    <a:pt x="10807" y="9641"/>
                    <a:pt x="10618" y="9641"/>
                  </a:cubicBezTo>
                  <a:lnTo>
                    <a:pt x="3687" y="9641"/>
                  </a:lnTo>
                  <a:cubicBezTo>
                    <a:pt x="3939" y="9326"/>
                    <a:pt x="4097" y="8948"/>
                    <a:pt x="4097" y="8538"/>
                  </a:cubicBezTo>
                  <a:cubicBezTo>
                    <a:pt x="4097" y="8065"/>
                    <a:pt x="3876" y="7593"/>
                    <a:pt x="3561" y="7278"/>
                  </a:cubicBezTo>
                  <a:lnTo>
                    <a:pt x="3404" y="7120"/>
                  </a:lnTo>
                  <a:lnTo>
                    <a:pt x="3404" y="3245"/>
                  </a:lnTo>
                  <a:cubicBezTo>
                    <a:pt x="3624" y="3025"/>
                    <a:pt x="4002" y="2710"/>
                    <a:pt x="4097" y="2048"/>
                  </a:cubicBezTo>
                  <a:close/>
                  <a:moveTo>
                    <a:pt x="4758" y="10334"/>
                  </a:moveTo>
                  <a:lnTo>
                    <a:pt x="4758" y="10649"/>
                  </a:lnTo>
                  <a:cubicBezTo>
                    <a:pt x="4758" y="10838"/>
                    <a:pt x="4601" y="10995"/>
                    <a:pt x="4412" y="10995"/>
                  </a:cubicBezTo>
                  <a:lnTo>
                    <a:pt x="2710" y="10995"/>
                  </a:lnTo>
                  <a:cubicBezTo>
                    <a:pt x="2521" y="10995"/>
                    <a:pt x="2364" y="10838"/>
                    <a:pt x="2364" y="10649"/>
                  </a:cubicBezTo>
                  <a:lnTo>
                    <a:pt x="2364" y="10334"/>
                  </a:lnTo>
                  <a:close/>
                  <a:moveTo>
                    <a:pt x="1797" y="0"/>
                  </a:moveTo>
                  <a:cubicBezTo>
                    <a:pt x="820" y="0"/>
                    <a:pt x="1" y="788"/>
                    <a:pt x="1" y="1827"/>
                  </a:cubicBezTo>
                  <a:cubicBezTo>
                    <a:pt x="1" y="2300"/>
                    <a:pt x="190" y="2773"/>
                    <a:pt x="505" y="3088"/>
                  </a:cubicBezTo>
                  <a:lnTo>
                    <a:pt x="663" y="3245"/>
                  </a:lnTo>
                  <a:lnTo>
                    <a:pt x="663" y="7089"/>
                  </a:lnTo>
                  <a:cubicBezTo>
                    <a:pt x="474" y="7278"/>
                    <a:pt x="1" y="7719"/>
                    <a:pt x="1" y="8506"/>
                  </a:cubicBezTo>
                  <a:cubicBezTo>
                    <a:pt x="1" y="9452"/>
                    <a:pt x="694" y="10208"/>
                    <a:pt x="1639" y="10271"/>
                  </a:cubicBezTo>
                  <a:lnTo>
                    <a:pt x="1734" y="10271"/>
                  </a:lnTo>
                  <a:lnTo>
                    <a:pt x="1734" y="10649"/>
                  </a:lnTo>
                  <a:cubicBezTo>
                    <a:pt x="1734" y="11184"/>
                    <a:pt x="2206" y="11657"/>
                    <a:pt x="2742" y="11657"/>
                  </a:cubicBezTo>
                  <a:lnTo>
                    <a:pt x="4443" y="11657"/>
                  </a:lnTo>
                  <a:cubicBezTo>
                    <a:pt x="5010" y="11657"/>
                    <a:pt x="5451" y="11184"/>
                    <a:pt x="5451" y="10649"/>
                  </a:cubicBezTo>
                  <a:lnTo>
                    <a:pt x="5451" y="10334"/>
                  </a:lnTo>
                  <a:lnTo>
                    <a:pt x="10618" y="10334"/>
                  </a:lnTo>
                  <a:cubicBezTo>
                    <a:pt x="11185" y="10334"/>
                    <a:pt x="11658" y="9861"/>
                    <a:pt x="11658" y="9294"/>
                  </a:cubicBezTo>
                  <a:lnTo>
                    <a:pt x="11658" y="2395"/>
                  </a:lnTo>
                  <a:cubicBezTo>
                    <a:pt x="11658" y="1827"/>
                    <a:pt x="11185" y="1386"/>
                    <a:pt x="10618" y="1386"/>
                  </a:cubicBezTo>
                  <a:lnTo>
                    <a:pt x="4034" y="1386"/>
                  </a:lnTo>
                  <a:cubicBezTo>
                    <a:pt x="3845" y="599"/>
                    <a:pt x="3151" y="0"/>
                    <a:pt x="23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896" name="Google Shape;14896;p84"/>
            <p:cNvSpPr/>
            <p:nvPr/>
          </p:nvSpPr>
          <p:spPr>
            <a:xfrm>
              <a:off x="-31404675" y="2007250"/>
              <a:ext cx="138625" cy="52800"/>
            </a:xfrm>
            <a:custGeom>
              <a:avLst/>
              <a:gdLst/>
              <a:ahLst/>
              <a:cxnLst/>
              <a:rect l="l" t="t" r="r" b="b"/>
              <a:pathLst>
                <a:path w="5545" h="2112" extrusionOk="0">
                  <a:moveTo>
                    <a:pt x="4852" y="725"/>
                  </a:moveTo>
                  <a:lnTo>
                    <a:pt x="4852" y="1418"/>
                  </a:lnTo>
                  <a:lnTo>
                    <a:pt x="693" y="1418"/>
                  </a:lnTo>
                  <a:lnTo>
                    <a:pt x="693" y="725"/>
                  </a:lnTo>
                  <a:close/>
                  <a:moveTo>
                    <a:pt x="347" y="1"/>
                  </a:moveTo>
                  <a:cubicBezTo>
                    <a:pt x="158" y="1"/>
                    <a:pt x="0" y="158"/>
                    <a:pt x="0" y="379"/>
                  </a:cubicBezTo>
                  <a:lnTo>
                    <a:pt x="0" y="1733"/>
                  </a:lnTo>
                  <a:cubicBezTo>
                    <a:pt x="0" y="1954"/>
                    <a:pt x="158" y="2111"/>
                    <a:pt x="347" y="2111"/>
                  </a:cubicBezTo>
                  <a:lnTo>
                    <a:pt x="5199" y="2111"/>
                  </a:lnTo>
                  <a:cubicBezTo>
                    <a:pt x="5388" y="2111"/>
                    <a:pt x="5545" y="1954"/>
                    <a:pt x="5545" y="1733"/>
                  </a:cubicBezTo>
                  <a:lnTo>
                    <a:pt x="5545" y="379"/>
                  </a:lnTo>
                  <a:cubicBezTo>
                    <a:pt x="5514" y="158"/>
                    <a:pt x="5356" y="1"/>
                    <a:pt x="51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897" name="Google Shape;14897;p84"/>
            <p:cNvSpPr/>
            <p:nvPr/>
          </p:nvSpPr>
          <p:spPr>
            <a:xfrm>
              <a:off x="-31404675" y="2077350"/>
              <a:ext cx="34675" cy="18150"/>
            </a:xfrm>
            <a:custGeom>
              <a:avLst/>
              <a:gdLst/>
              <a:ahLst/>
              <a:cxnLst/>
              <a:rect l="l" t="t" r="r" b="b"/>
              <a:pathLst>
                <a:path w="1387" h="726" extrusionOk="0">
                  <a:moveTo>
                    <a:pt x="347" y="0"/>
                  </a:moveTo>
                  <a:cubicBezTo>
                    <a:pt x="158" y="0"/>
                    <a:pt x="0" y="158"/>
                    <a:pt x="0" y="347"/>
                  </a:cubicBezTo>
                  <a:cubicBezTo>
                    <a:pt x="0" y="568"/>
                    <a:pt x="158" y="725"/>
                    <a:pt x="347" y="725"/>
                  </a:cubicBezTo>
                  <a:lnTo>
                    <a:pt x="1008" y="725"/>
                  </a:lnTo>
                  <a:cubicBezTo>
                    <a:pt x="1229" y="725"/>
                    <a:pt x="1386" y="568"/>
                    <a:pt x="1386" y="347"/>
                  </a:cubicBezTo>
                  <a:cubicBezTo>
                    <a:pt x="1386" y="158"/>
                    <a:pt x="1229" y="0"/>
                    <a:pt x="10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898" name="Google Shape;14898;p84"/>
            <p:cNvSpPr/>
            <p:nvPr/>
          </p:nvSpPr>
          <p:spPr>
            <a:xfrm>
              <a:off x="-31353475" y="2077350"/>
              <a:ext cx="35450" cy="18150"/>
            </a:xfrm>
            <a:custGeom>
              <a:avLst/>
              <a:gdLst/>
              <a:ahLst/>
              <a:cxnLst/>
              <a:rect l="l" t="t" r="r" b="b"/>
              <a:pathLst>
                <a:path w="1418" h="726" extrusionOk="0">
                  <a:moveTo>
                    <a:pt x="347" y="0"/>
                  </a:moveTo>
                  <a:cubicBezTo>
                    <a:pt x="158" y="0"/>
                    <a:pt x="0" y="158"/>
                    <a:pt x="0" y="347"/>
                  </a:cubicBezTo>
                  <a:cubicBezTo>
                    <a:pt x="0" y="568"/>
                    <a:pt x="158" y="725"/>
                    <a:pt x="347" y="725"/>
                  </a:cubicBezTo>
                  <a:lnTo>
                    <a:pt x="1071" y="725"/>
                  </a:lnTo>
                  <a:cubicBezTo>
                    <a:pt x="1260" y="725"/>
                    <a:pt x="1418" y="568"/>
                    <a:pt x="1418" y="347"/>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899" name="Google Shape;14899;p84"/>
            <p:cNvSpPr/>
            <p:nvPr/>
          </p:nvSpPr>
          <p:spPr>
            <a:xfrm>
              <a:off x="-31301500" y="2077350"/>
              <a:ext cx="35450" cy="18150"/>
            </a:xfrm>
            <a:custGeom>
              <a:avLst/>
              <a:gdLst/>
              <a:ahLst/>
              <a:cxnLst/>
              <a:rect l="l" t="t" r="r" b="b"/>
              <a:pathLst>
                <a:path w="1418" h="726" extrusionOk="0">
                  <a:moveTo>
                    <a:pt x="347" y="0"/>
                  </a:moveTo>
                  <a:cubicBezTo>
                    <a:pt x="158" y="0"/>
                    <a:pt x="0" y="158"/>
                    <a:pt x="0" y="347"/>
                  </a:cubicBezTo>
                  <a:cubicBezTo>
                    <a:pt x="0" y="568"/>
                    <a:pt x="158" y="725"/>
                    <a:pt x="347" y="725"/>
                  </a:cubicBezTo>
                  <a:lnTo>
                    <a:pt x="1072" y="725"/>
                  </a:lnTo>
                  <a:cubicBezTo>
                    <a:pt x="1261" y="725"/>
                    <a:pt x="1418" y="568"/>
                    <a:pt x="1418" y="347"/>
                  </a:cubicBezTo>
                  <a:cubicBezTo>
                    <a:pt x="1387" y="158"/>
                    <a:pt x="1229"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900" name="Google Shape;14900;p84"/>
            <p:cNvSpPr/>
            <p:nvPr/>
          </p:nvSpPr>
          <p:spPr>
            <a:xfrm>
              <a:off x="-31404675" y="2112000"/>
              <a:ext cx="34675" cy="17350"/>
            </a:xfrm>
            <a:custGeom>
              <a:avLst/>
              <a:gdLst/>
              <a:ahLst/>
              <a:cxnLst/>
              <a:rect l="l" t="t" r="r" b="b"/>
              <a:pathLst>
                <a:path w="1387" h="694" extrusionOk="0">
                  <a:moveTo>
                    <a:pt x="347" y="1"/>
                  </a:moveTo>
                  <a:cubicBezTo>
                    <a:pt x="158" y="1"/>
                    <a:pt x="0" y="158"/>
                    <a:pt x="0" y="347"/>
                  </a:cubicBezTo>
                  <a:cubicBezTo>
                    <a:pt x="0" y="536"/>
                    <a:pt x="158" y="694"/>
                    <a:pt x="347" y="694"/>
                  </a:cubicBezTo>
                  <a:lnTo>
                    <a:pt x="1008" y="694"/>
                  </a:lnTo>
                  <a:cubicBezTo>
                    <a:pt x="1229" y="694"/>
                    <a:pt x="1386" y="536"/>
                    <a:pt x="1386" y="347"/>
                  </a:cubicBezTo>
                  <a:cubicBezTo>
                    <a:pt x="1386" y="158"/>
                    <a:pt x="1229"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901" name="Google Shape;14901;p84"/>
            <p:cNvSpPr/>
            <p:nvPr/>
          </p:nvSpPr>
          <p:spPr>
            <a:xfrm>
              <a:off x="-31353475" y="2112000"/>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902" name="Google Shape;14902;p84"/>
            <p:cNvSpPr/>
            <p:nvPr/>
          </p:nvSpPr>
          <p:spPr>
            <a:xfrm>
              <a:off x="-31301500" y="2112000"/>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72" y="694"/>
                  </a:lnTo>
                  <a:cubicBezTo>
                    <a:pt x="1261" y="694"/>
                    <a:pt x="1418" y="536"/>
                    <a:pt x="1418" y="347"/>
                  </a:cubicBezTo>
                  <a:cubicBezTo>
                    <a:pt x="1387" y="158"/>
                    <a:pt x="1229"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903" name="Google Shape;14903;p84"/>
            <p:cNvSpPr/>
            <p:nvPr/>
          </p:nvSpPr>
          <p:spPr>
            <a:xfrm>
              <a:off x="-31404675" y="2145075"/>
              <a:ext cx="34675" cy="18150"/>
            </a:xfrm>
            <a:custGeom>
              <a:avLst/>
              <a:gdLst/>
              <a:ahLst/>
              <a:cxnLst/>
              <a:rect l="l" t="t" r="r" b="b"/>
              <a:pathLst>
                <a:path w="1387" h="726" extrusionOk="0">
                  <a:moveTo>
                    <a:pt x="347" y="1"/>
                  </a:moveTo>
                  <a:cubicBezTo>
                    <a:pt x="158" y="1"/>
                    <a:pt x="0" y="158"/>
                    <a:pt x="0" y="379"/>
                  </a:cubicBezTo>
                  <a:cubicBezTo>
                    <a:pt x="0" y="568"/>
                    <a:pt x="158" y="726"/>
                    <a:pt x="347" y="726"/>
                  </a:cubicBezTo>
                  <a:lnTo>
                    <a:pt x="1008" y="726"/>
                  </a:lnTo>
                  <a:cubicBezTo>
                    <a:pt x="1229" y="726"/>
                    <a:pt x="1386" y="568"/>
                    <a:pt x="1386" y="379"/>
                  </a:cubicBezTo>
                  <a:cubicBezTo>
                    <a:pt x="1386" y="158"/>
                    <a:pt x="1229"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904" name="Google Shape;14904;p84"/>
            <p:cNvSpPr/>
            <p:nvPr/>
          </p:nvSpPr>
          <p:spPr>
            <a:xfrm>
              <a:off x="-31353475" y="2145075"/>
              <a:ext cx="35450" cy="18150"/>
            </a:xfrm>
            <a:custGeom>
              <a:avLst/>
              <a:gdLst/>
              <a:ahLst/>
              <a:cxnLst/>
              <a:rect l="l" t="t" r="r" b="b"/>
              <a:pathLst>
                <a:path w="1418" h="726" extrusionOk="0">
                  <a:moveTo>
                    <a:pt x="347" y="1"/>
                  </a:moveTo>
                  <a:cubicBezTo>
                    <a:pt x="158" y="1"/>
                    <a:pt x="0" y="158"/>
                    <a:pt x="0" y="379"/>
                  </a:cubicBezTo>
                  <a:cubicBezTo>
                    <a:pt x="0" y="568"/>
                    <a:pt x="158" y="726"/>
                    <a:pt x="347" y="726"/>
                  </a:cubicBezTo>
                  <a:lnTo>
                    <a:pt x="1071" y="726"/>
                  </a:lnTo>
                  <a:cubicBezTo>
                    <a:pt x="1260" y="726"/>
                    <a:pt x="1418" y="568"/>
                    <a:pt x="1418" y="379"/>
                  </a:cubicBezTo>
                  <a:cubicBezTo>
                    <a:pt x="1418" y="158"/>
                    <a:pt x="1260"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905" name="Google Shape;14905;p84"/>
            <p:cNvSpPr/>
            <p:nvPr/>
          </p:nvSpPr>
          <p:spPr>
            <a:xfrm>
              <a:off x="-31301500" y="2145075"/>
              <a:ext cx="35450" cy="18150"/>
            </a:xfrm>
            <a:custGeom>
              <a:avLst/>
              <a:gdLst/>
              <a:ahLst/>
              <a:cxnLst/>
              <a:rect l="l" t="t" r="r" b="b"/>
              <a:pathLst>
                <a:path w="1418" h="726" extrusionOk="0">
                  <a:moveTo>
                    <a:pt x="347" y="1"/>
                  </a:moveTo>
                  <a:cubicBezTo>
                    <a:pt x="158" y="1"/>
                    <a:pt x="0" y="158"/>
                    <a:pt x="0" y="379"/>
                  </a:cubicBezTo>
                  <a:cubicBezTo>
                    <a:pt x="0" y="568"/>
                    <a:pt x="158" y="726"/>
                    <a:pt x="347" y="726"/>
                  </a:cubicBezTo>
                  <a:lnTo>
                    <a:pt x="1072" y="726"/>
                  </a:lnTo>
                  <a:cubicBezTo>
                    <a:pt x="1261" y="726"/>
                    <a:pt x="1418" y="568"/>
                    <a:pt x="1418" y="379"/>
                  </a:cubicBezTo>
                  <a:cubicBezTo>
                    <a:pt x="1387" y="158"/>
                    <a:pt x="1229"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906" name="Google Shape;14906;p84"/>
          <p:cNvGrpSpPr/>
          <p:nvPr/>
        </p:nvGrpSpPr>
        <p:grpSpPr>
          <a:xfrm>
            <a:off x="2638746" y="3155755"/>
            <a:ext cx="355498" cy="353587"/>
            <a:chOff x="-31523625" y="2298675"/>
            <a:chExt cx="293025" cy="291450"/>
          </a:xfrm>
        </p:grpSpPr>
        <p:sp>
          <p:nvSpPr>
            <p:cNvPr id="14907" name="Google Shape;14907;p84"/>
            <p:cNvSpPr/>
            <p:nvPr/>
          </p:nvSpPr>
          <p:spPr>
            <a:xfrm>
              <a:off x="-31523625" y="2298675"/>
              <a:ext cx="293025" cy="291450"/>
            </a:xfrm>
            <a:custGeom>
              <a:avLst/>
              <a:gdLst/>
              <a:ahLst/>
              <a:cxnLst/>
              <a:rect l="l" t="t" r="r" b="b"/>
              <a:pathLst>
                <a:path w="11721" h="11658" extrusionOk="0">
                  <a:moveTo>
                    <a:pt x="4443" y="630"/>
                  </a:moveTo>
                  <a:cubicBezTo>
                    <a:pt x="4632" y="630"/>
                    <a:pt x="4790" y="788"/>
                    <a:pt x="4790" y="977"/>
                  </a:cubicBezTo>
                  <a:cubicBezTo>
                    <a:pt x="4790" y="1198"/>
                    <a:pt x="4632" y="1355"/>
                    <a:pt x="4443" y="1355"/>
                  </a:cubicBezTo>
                  <a:cubicBezTo>
                    <a:pt x="4254" y="1355"/>
                    <a:pt x="4097" y="1198"/>
                    <a:pt x="4097" y="977"/>
                  </a:cubicBezTo>
                  <a:cubicBezTo>
                    <a:pt x="4097" y="788"/>
                    <a:pt x="4254" y="630"/>
                    <a:pt x="4443" y="630"/>
                  </a:cubicBezTo>
                  <a:close/>
                  <a:moveTo>
                    <a:pt x="7153" y="3434"/>
                  </a:moveTo>
                  <a:cubicBezTo>
                    <a:pt x="6523" y="3938"/>
                    <a:pt x="6176" y="4663"/>
                    <a:pt x="6176" y="5482"/>
                  </a:cubicBezTo>
                  <a:lnTo>
                    <a:pt x="6176" y="7530"/>
                  </a:lnTo>
                  <a:lnTo>
                    <a:pt x="663" y="7530"/>
                  </a:lnTo>
                  <a:lnTo>
                    <a:pt x="663" y="5482"/>
                  </a:lnTo>
                  <a:cubicBezTo>
                    <a:pt x="663" y="4348"/>
                    <a:pt x="1576" y="3434"/>
                    <a:pt x="2710" y="3434"/>
                  </a:cubicBezTo>
                  <a:lnTo>
                    <a:pt x="4790" y="3434"/>
                  </a:lnTo>
                  <a:lnTo>
                    <a:pt x="4790" y="4474"/>
                  </a:lnTo>
                  <a:cubicBezTo>
                    <a:pt x="4790" y="4663"/>
                    <a:pt x="4947" y="4821"/>
                    <a:pt x="5136" y="4821"/>
                  </a:cubicBezTo>
                  <a:cubicBezTo>
                    <a:pt x="5357" y="4821"/>
                    <a:pt x="5514" y="4663"/>
                    <a:pt x="5514" y="4474"/>
                  </a:cubicBezTo>
                  <a:lnTo>
                    <a:pt x="5514" y="3434"/>
                  </a:lnTo>
                  <a:close/>
                  <a:moveTo>
                    <a:pt x="6176" y="8255"/>
                  </a:moveTo>
                  <a:lnTo>
                    <a:pt x="6176" y="8916"/>
                  </a:lnTo>
                  <a:lnTo>
                    <a:pt x="663" y="8916"/>
                  </a:lnTo>
                  <a:lnTo>
                    <a:pt x="663" y="8255"/>
                  </a:lnTo>
                  <a:close/>
                  <a:moveTo>
                    <a:pt x="8917" y="3434"/>
                  </a:moveTo>
                  <a:cubicBezTo>
                    <a:pt x="10083" y="3434"/>
                    <a:pt x="10965" y="4348"/>
                    <a:pt x="10965" y="5482"/>
                  </a:cubicBezTo>
                  <a:lnTo>
                    <a:pt x="10965" y="8916"/>
                  </a:lnTo>
                  <a:lnTo>
                    <a:pt x="6869" y="8916"/>
                  </a:lnTo>
                  <a:lnTo>
                    <a:pt x="6869" y="5482"/>
                  </a:lnTo>
                  <a:cubicBezTo>
                    <a:pt x="6869" y="4380"/>
                    <a:pt x="7783" y="3434"/>
                    <a:pt x="8917" y="3434"/>
                  </a:cubicBezTo>
                  <a:close/>
                  <a:moveTo>
                    <a:pt x="4790" y="9609"/>
                  </a:moveTo>
                  <a:lnTo>
                    <a:pt x="4790" y="10996"/>
                  </a:lnTo>
                  <a:lnTo>
                    <a:pt x="4128" y="10996"/>
                  </a:lnTo>
                  <a:lnTo>
                    <a:pt x="4128" y="9609"/>
                  </a:lnTo>
                  <a:close/>
                  <a:moveTo>
                    <a:pt x="4443" y="0"/>
                  </a:moveTo>
                  <a:cubicBezTo>
                    <a:pt x="3876" y="0"/>
                    <a:pt x="3404" y="473"/>
                    <a:pt x="3404" y="1040"/>
                  </a:cubicBezTo>
                  <a:cubicBezTo>
                    <a:pt x="3404" y="1576"/>
                    <a:pt x="3876" y="2048"/>
                    <a:pt x="4443" y="2048"/>
                  </a:cubicBezTo>
                  <a:cubicBezTo>
                    <a:pt x="4569" y="2048"/>
                    <a:pt x="4664" y="2017"/>
                    <a:pt x="4790" y="2017"/>
                  </a:cubicBezTo>
                  <a:lnTo>
                    <a:pt x="4790" y="2773"/>
                  </a:lnTo>
                  <a:lnTo>
                    <a:pt x="2710" y="2773"/>
                  </a:lnTo>
                  <a:cubicBezTo>
                    <a:pt x="1198" y="2773"/>
                    <a:pt x="1" y="4001"/>
                    <a:pt x="1" y="5482"/>
                  </a:cubicBezTo>
                  <a:lnTo>
                    <a:pt x="1" y="9231"/>
                  </a:lnTo>
                  <a:cubicBezTo>
                    <a:pt x="1" y="9420"/>
                    <a:pt x="159" y="9578"/>
                    <a:pt x="348" y="9578"/>
                  </a:cubicBezTo>
                  <a:lnTo>
                    <a:pt x="3467" y="9578"/>
                  </a:lnTo>
                  <a:lnTo>
                    <a:pt x="3467" y="11311"/>
                  </a:lnTo>
                  <a:cubicBezTo>
                    <a:pt x="3467" y="11500"/>
                    <a:pt x="3624" y="11657"/>
                    <a:pt x="3813" y="11657"/>
                  </a:cubicBezTo>
                  <a:lnTo>
                    <a:pt x="5199" y="11657"/>
                  </a:lnTo>
                  <a:cubicBezTo>
                    <a:pt x="5388" y="11657"/>
                    <a:pt x="5546" y="11500"/>
                    <a:pt x="5546" y="11311"/>
                  </a:cubicBezTo>
                  <a:lnTo>
                    <a:pt x="5546" y="9578"/>
                  </a:lnTo>
                  <a:lnTo>
                    <a:pt x="11374" y="9578"/>
                  </a:lnTo>
                  <a:cubicBezTo>
                    <a:pt x="11563" y="9578"/>
                    <a:pt x="11721" y="9420"/>
                    <a:pt x="11721" y="9231"/>
                  </a:cubicBezTo>
                  <a:lnTo>
                    <a:pt x="11721" y="5482"/>
                  </a:lnTo>
                  <a:cubicBezTo>
                    <a:pt x="11658" y="4001"/>
                    <a:pt x="10429" y="2773"/>
                    <a:pt x="8917" y="2773"/>
                  </a:cubicBezTo>
                  <a:lnTo>
                    <a:pt x="5451" y="2773"/>
                  </a:lnTo>
                  <a:lnTo>
                    <a:pt x="5451" y="1040"/>
                  </a:lnTo>
                  <a:cubicBezTo>
                    <a:pt x="5451" y="473"/>
                    <a:pt x="4979"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908" name="Google Shape;14908;p84"/>
            <p:cNvSpPr/>
            <p:nvPr/>
          </p:nvSpPr>
          <p:spPr>
            <a:xfrm>
              <a:off x="-31334575" y="2452250"/>
              <a:ext cx="67750" cy="51225"/>
            </a:xfrm>
            <a:custGeom>
              <a:avLst/>
              <a:gdLst/>
              <a:ahLst/>
              <a:cxnLst/>
              <a:rect l="l" t="t" r="r" b="b"/>
              <a:pathLst>
                <a:path w="2710" h="2049" extrusionOk="0">
                  <a:moveTo>
                    <a:pt x="1670" y="694"/>
                  </a:moveTo>
                  <a:cubicBezTo>
                    <a:pt x="1890" y="694"/>
                    <a:pt x="2048" y="851"/>
                    <a:pt x="2048" y="1040"/>
                  </a:cubicBezTo>
                  <a:cubicBezTo>
                    <a:pt x="2048" y="1229"/>
                    <a:pt x="1890" y="1387"/>
                    <a:pt x="1670" y="1387"/>
                  </a:cubicBezTo>
                  <a:lnTo>
                    <a:pt x="1008" y="1387"/>
                  </a:lnTo>
                  <a:cubicBezTo>
                    <a:pt x="819" y="1387"/>
                    <a:pt x="662" y="1229"/>
                    <a:pt x="662" y="1040"/>
                  </a:cubicBezTo>
                  <a:cubicBezTo>
                    <a:pt x="662" y="851"/>
                    <a:pt x="819" y="694"/>
                    <a:pt x="1008" y="694"/>
                  </a:cubicBezTo>
                  <a:close/>
                  <a:moveTo>
                    <a:pt x="1008" y="1"/>
                  </a:moveTo>
                  <a:cubicBezTo>
                    <a:pt x="473" y="1"/>
                    <a:pt x="0" y="473"/>
                    <a:pt x="0" y="1040"/>
                  </a:cubicBezTo>
                  <a:cubicBezTo>
                    <a:pt x="0" y="1576"/>
                    <a:pt x="473" y="2049"/>
                    <a:pt x="1008" y="2049"/>
                  </a:cubicBezTo>
                  <a:lnTo>
                    <a:pt x="1670" y="2049"/>
                  </a:lnTo>
                  <a:cubicBezTo>
                    <a:pt x="2237" y="2049"/>
                    <a:pt x="2710" y="1576"/>
                    <a:pt x="2710" y="1040"/>
                  </a:cubicBezTo>
                  <a:cubicBezTo>
                    <a:pt x="2710" y="473"/>
                    <a:pt x="2269"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909" name="Google Shape;14909;p84"/>
            <p:cNvSpPr/>
            <p:nvPr/>
          </p:nvSpPr>
          <p:spPr>
            <a:xfrm>
              <a:off x="-31334575" y="2419175"/>
              <a:ext cx="68525" cy="17350"/>
            </a:xfrm>
            <a:custGeom>
              <a:avLst/>
              <a:gdLst/>
              <a:ahLst/>
              <a:cxnLst/>
              <a:rect l="l" t="t" r="r" b="b"/>
              <a:pathLst>
                <a:path w="2741" h="694" extrusionOk="0">
                  <a:moveTo>
                    <a:pt x="347" y="1"/>
                  </a:moveTo>
                  <a:cubicBezTo>
                    <a:pt x="158" y="1"/>
                    <a:pt x="0" y="158"/>
                    <a:pt x="0" y="347"/>
                  </a:cubicBezTo>
                  <a:cubicBezTo>
                    <a:pt x="0" y="536"/>
                    <a:pt x="158" y="694"/>
                    <a:pt x="347" y="694"/>
                  </a:cubicBezTo>
                  <a:lnTo>
                    <a:pt x="2395" y="694"/>
                  </a:lnTo>
                  <a:cubicBezTo>
                    <a:pt x="2584" y="694"/>
                    <a:pt x="2741" y="536"/>
                    <a:pt x="2741" y="347"/>
                  </a:cubicBezTo>
                  <a:cubicBezTo>
                    <a:pt x="2710" y="158"/>
                    <a:pt x="2552"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4910" name="Google Shape;14910;p84"/>
          <p:cNvSpPr/>
          <p:nvPr/>
        </p:nvSpPr>
        <p:spPr>
          <a:xfrm>
            <a:off x="2633984" y="3614926"/>
            <a:ext cx="359320" cy="356438"/>
          </a:xfrm>
          <a:custGeom>
            <a:avLst/>
            <a:gdLst/>
            <a:ahLst/>
            <a:cxnLst/>
            <a:rect l="l" t="t" r="r" b="b"/>
            <a:pathLst>
              <a:path w="11847" h="11752" extrusionOk="0">
                <a:moveTo>
                  <a:pt x="6039" y="2796"/>
                </a:moveTo>
                <a:cubicBezTo>
                  <a:pt x="6845" y="2796"/>
                  <a:pt x="7621" y="3116"/>
                  <a:pt x="8224" y="3718"/>
                </a:cubicBezTo>
                <a:cubicBezTo>
                  <a:pt x="8917" y="4411"/>
                  <a:pt x="9232" y="5356"/>
                  <a:pt x="9074" y="6396"/>
                </a:cubicBezTo>
                <a:cubicBezTo>
                  <a:pt x="8885" y="7688"/>
                  <a:pt x="7814" y="8759"/>
                  <a:pt x="6522" y="8948"/>
                </a:cubicBezTo>
                <a:cubicBezTo>
                  <a:pt x="6377" y="8962"/>
                  <a:pt x="6232" y="8970"/>
                  <a:pt x="6088" y="8970"/>
                </a:cubicBezTo>
                <a:cubicBezTo>
                  <a:pt x="5606" y="8970"/>
                  <a:pt x="5132" y="8883"/>
                  <a:pt x="4695" y="8664"/>
                </a:cubicBezTo>
                <a:lnTo>
                  <a:pt x="5231" y="8160"/>
                </a:lnTo>
                <a:cubicBezTo>
                  <a:pt x="5444" y="8249"/>
                  <a:pt x="5677" y="8288"/>
                  <a:pt x="5919" y="8288"/>
                </a:cubicBezTo>
                <a:cubicBezTo>
                  <a:pt x="6106" y="8288"/>
                  <a:pt x="6298" y="8265"/>
                  <a:pt x="6491" y="8223"/>
                </a:cubicBezTo>
                <a:cubicBezTo>
                  <a:pt x="6964" y="8160"/>
                  <a:pt x="7373" y="7908"/>
                  <a:pt x="7751" y="7562"/>
                </a:cubicBezTo>
                <a:cubicBezTo>
                  <a:pt x="8098" y="7215"/>
                  <a:pt x="8318" y="6774"/>
                  <a:pt x="8413" y="6301"/>
                </a:cubicBezTo>
                <a:cubicBezTo>
                  <a:pt x="8476" y="5797"/>
                  <a:pt x="8444" y="5293"/>
                  <a:pt x="8224" y="4821"/>
                </a:cubicBezTo>
                <a:cubicBezTo>
                  <a:pt x="8161" y="4695"/>
                  <a:pt x="8066" y="4663"/>
                  <a:pt x="7972" y="4600"/>
                </a:cubicBezTo>
                <a:cubicBezTo>
                  <a:pt x="7846" y="4600"/>
                  <a:pt x="7751" y="4600"/>
                  <a:pt x="7657" y="4695"/>
                </a:cubicBezTo>
                <a:lnTo>
                  <a:pt x="6806" y="5545"/>
                </a:lnTo>
                <a:cubicBezTo>
                  <a:pt x="6743" y="5608"/>
                  <a:pt x="6649" y="5640"/>
                  <a:pt x="6558" y="5640"/>
                </a:cubicBezTo>
                <a:cubicBezTo>
                  <a:pt x="6467" y="5640"/>
                  <a:pt x="6381" y="5608"/>
                  <a:pt x="6333" y="5545"/>
                </a:cubicBezTo>
                <a:cubicBezTo>
                  <a:pt x="6207" y="5419"/>
                  <a:pt x="6207" y="5199"/>
                  <a:pt x="6333" y="5073"/>
                </a:cubicBezTo>
                <a:lnTo>
                  <a:pt x="7184" y="4222"/>
                </a:lnTo>
                <a:cubicBezTo>
                  <a:pt x="7279" y="4128"/>
                  <a:pt x="7310" y="4033"/>
                  <a:pt x="7279" y="3907"/>
                </a:cubicBezTo>
                <a:cubicBezTo>
                  <a:pt x="7279" y="3781"/>
                  <a:pt x="7184" y="3718"/>
                  <a:pt x="7058" y="3655"/>
                </a:cubicBezTo>
                <a:cubicBezTo>
                  <a:pt x="6723" y="3499"/>
                  <a:pt x="6372" y="3437"/>
                  <a:pt x="6017" y="3437"/>
                </a:cubicBezTo>
                <a:cubicBezTo>
                  <a:pt x="5871" y="3437"/>
                  <a:pt x="5724" y="3448"/>
                  <a:pt x="5577" y="3466"/>
                </a:cubicBezTo>
                <a:cubicBezTo>
                  <a:pt x="5105" y="3561"/>
                  <a:pt x="4664" y="3781"/>
                  <a:pt x="4317" y="4128"/>
                </a:cubicBezTo>
                <a:cubicBezTo>
                  <a:pt x="3971" y="4506"/>
                  <a:pt x="3719" y="4915"/>
                  <a:pt x="3656" y="5388"/>
                </a:cubicBezTo>
                <a:cubicBezTo>
                  <a:pt x="3561" y="5829"/>
                  <a:pt x="3593" y="6270"/>
                  <a:pt x="3719" y="6648"/>
                </a:cubicBezTo>
                <a:lnTo>
                  <a:pt x="3214" y="7184"/>
                </a:lnTo>
                <a:cubicBezTo>
                  <a:pt x="2962" y="6648"/>
                  <a:pt x="2868" y="6018"/>
                  <a:pt x="2962" y="5388"/>
                </a:cubicBezTo>
                <a:cubicBezTo>
                  <a:pt x="3183" y="4096"/>
                  <a:pt x="4223" y="3025"/>
                  <a:pt x="5546" y="2836"/>
                </a:cubicBezTo>
                <a:cubicBezTo>
                  <a:pt x="5710" y="2809"/>
                  <a:pt x="5875" y="2796"/>
                  <a:pt x="6039" y="2796"/>
                </a:cubicBezTo>
                <a:close/>
                <a:moveTo>
                  <a:pt x="6428" y="757"/>
                </a:moveTo>
                <a:lnTo>
                  <a:pt x="6554" y="1261"/>
                </a:lnTo>
                <a:cubicBezTo>
                  <a:pt x="6585" y="1387"/>
                  <a:pt x="6680" y="1481"/>
                  <a:pt x="6838" y="1481"/>
                </a:cubicBezTo>
                <a:cubicBezTo>
                  <a:pt x="7468" y="1607"/>
                  <a:pt x="8003" y="1859"/>
                  <a:pt x="8539" y="2206"/>
                </a:cubicBezTo>
                <a:cubicBezTo>
                  <a:pt x="8586" y="2237"/>
                  <a:pt x="8641" y="2253"/>
                  <a:pt x="8700" y="2253"/>
                </a:cubicBezTo>
                <a:cubicBezTo>
                  <a:pt x="8759" y="2253"/>
                  <a:pt x="8822" y="2237"/>
                  <a:pt x="8885" y="2206"/>
                </a:cubicBezTo>
                <a:lnTo>
                  <a:pt x="9326" y="1922"/>
                </a:lnTo>
                <a:lnTo>
                  <a:pt x="9894" y="2521"/>
                </a:lnTo>
                <a:lnTo>
                  <a:pt x="9641" y="2962"/>
                </a:lnTo>
                <a:cubicBezTo>
                  <a:pt x="9547" y="3088"/>
                  <a:pt x="9547" y="3246"/>
                  <a:pt x="9641" y="3309"/>
                </a:cubicBezTo>
                <a:cubicBezTo>
                  <a:pt x="9988" y="3813"/>
                  <a:pt x="10209" y="4411"/>
                  <a:pt x="10335" y="5010"/>
                </a:cubicBezTo>
                <a:cubicBezTo>
                  <a:pt x="10366" y="5136"/>
                  <a:pt x="10461" y="5230"/>
                  <a:pt x="10587" y="5293"/>
                </a:cubicBezTo>
                <a:lnTo>
                  <a:pt x="11091" y="5388"/>
                </a:lnTo>
                <a:lnTo>
                  <a:pt x="11091" y="6301"/>
                </a:lnTo>
                <a:lnTo>
                  <a:pt x="11154" y="6301"/>
                </a:lnTo>
                <a:lnTo>
                  <a:pt x="10650" y="6428"/>
                </a:lnTo>
                <a:cubicBezTo>
                  <a:pt x="10524" y="6459"/>
                  <a:pt x="10429" y="6554"/>
                  <a:pt x="10429" y="6711"/>
                </a:cubicBezTo>
                <a:cubicBezTo>
                  <a:pt x="10303" y="7341"/>
                  <a:pt x="10051" y="7877"/>
                  <a:pt x="9704" y="8381"/>
                </a:cubicBezTo>
                <a:cubicBezTo>
                  <a:pt x="9641" y="8507"/>
                  <a:pt x="9641" y="8633"/>
                  <a:pt x="9704" y="8759"/>
                </a:cubicBezTo>
                <a:lnTo>
                  <a:pt x="9988" y="9168"/>
                </a:lnTo>
                <a:lnTo>
                  <a:pt x="9389" y="9767"/>
                </a:lnTo>
                <a:lnTo>
                  <a:pt x="8948" y="9483"/>
                </a:lnTo>
                <a:cubicBezTo>
                  <a:pt x="8901" y="9452"/>
                  <a:pt x="8838" y="9436"/>
                  <a:pt x="8775" y="9436"/>
                </a:cubicBezTo>
                <a:cubicBezTo>
                  <a:pt x="8712" y="9436"/>
                  <a:pt x="8649" y="9452"/>
                  <a:pt x="8602" y="9483"/>
                </a:cubicBezTo>
                <a:cubicBezTo>
                  <a:pt x="8098" y="9862"/>
                  <a:pt x="7499" y="10082"/>
                  <a:pt x="6901" y="10208"/>
                </a:cubicBezTo>
                <a:cubicBezTo>
                  <a:pt x="6806" y="10240"/>
                  <a:pt x="6680" y="10334"/>
                  <a:pt x="6649" y="10429"/>
                </a:cubicBezTo>
                <a:lnTo>
                  <a:pt x="6522" y="10964"/>
                </a:lnTo>
                <a:lnTo>
                  <a:pt x="5703" y="10964"/>
                </a:lnTo>
                <a:lnTo>
                  <a:pt x="5577" y="10429"/>
                </a:lnTo>
                <a:cubicBezTo>
                  <a:pt x="5546" y="10334"/>
                  <a:pt x="5451" y="10208"/>
                  <a:pt x="5294" y="10208"/>
                </a:cubicBezTo>
                <a:cubicBezTo>
                  <a:pt x="4758" y="10082"/>
                  <a:pt x="4223" y="9893"/>
                  <a:pt x="3750" y="9609"/>
                </a:cubicBezTo>
                <a:lnTo>
                  <a:pt x="4286" y="9105"/>
                </a:lnTo>
                <a:cubicBezTo>
                  <a:pt x="4821" y="9420"/>
                  <a:pt x="5451" y="9578"/>
                  <a:pt x="6113" y="9578"/>
                </a:cubicBezTo>
                <a:cubicBezTo>
                  <a:pt x="6333" y="9578"/>
                  <a:pt x="6522" y="9578"/>
                  <a:pt x="6712" y="9546"/>
                </a:cubicBezTo>
                <a:cubicBezTo>
                  <a:pt x="7499" y="9420"/>
                  <a:pt x="8224" y="9011"/>
                  <a:pt x="8759" y="8475"/>
                </a:cubicBezTo>
                <a:cubicBezTo>
                  <a:pt x="9326" y="7908"/>
                  <a:pt x="9704" y="7184"/>
                  <a:pt x="9831" y="6428"/>
                </a:cubicBezTo>
                <a:cubicBezTo>
                  <a:pt x="10020" y="5199"/>
                  <a:pt x="9641" y="4033"/>
                  <a:pt x="8759" y="3151"/>
                </a:cubicBezTo>
                <a:cubicBezTo>
                  <a:pt x="8046" y="2438"/>
                  <a:pt x="7089" y="2034"/>
                  <a:pt x="6074" y="2034"/>
                </a:cubicBezTo>
                <a:cubicBezTo>
                  <a:pt x="5878" y="2034"/>
                  <a:pt x="5681" y="2049"/>
                  <a:pt x="5483" y="2080"/>
                </a:cubicBezTo>
                <a:cubicBezTo>
                  <a:pt x="4695" y="2206"/>
                  <a:pt x="4002" y="2615"/>
                  <a:pt x="3435" y="3151"/>
                </a:cubicBezTo>
                <a:cubicBezTo>
                  <a:pt x="2899" y="3718"/>
                  <a:pt x="2490" y="4443"/>
                  <a:pt x="2395" y="5199"/>
                </a:cubicBezTo>
                <a:cubicBezTo>
                  <a:pt x="2269" y="6018"/>
                  <a:pt x="2427" y="6900"/>
                  <a:pt x="2805" y="7656"/>
                </a:cubicBezTo>
                <a:lnTo>
                  <a:pt x="2301" y="8160"/>
                </a:lnTo>
                <a:cubicBezTo>
                  <a:pt x="2017" y="7688"/>
                  <a:pt x="1828" y="7184"/>
                  <a:pt x="1702" y="6617"/>
                </a:cubicBezTo>
                <a:cubicBezTo>
                  <a:pt x="1671" y="6491"/>
                  <a:pt x="1608" y="6396"/>
                  <a:pt x="1482" y="6333"/>
                </a:cubicBezTo>
                <a:lnTo>
                  <a:pt x="978" y="6238"/>
                </a:lnTo>
                <a:lnTo>
                  <a:pt x="978" y="5388"/>
                </a:lnTo>
                <a:lnTo>
                  <a:pt x="1482" y="5293"/>
                </a:lnTo>
                <a:cubicBezTo>
                  <a:pt x="1608" y="5230"/>
                  <a:pt x="1702" y="5167"/>
                  <a:pt x="1702" y="5010"/>
                </a:cubicBezTo>
                <a:cubicBezTo>
                  <a:pt x="1828" y="4380"/>
                  <a:pt x="2080" y="3813"/>
                  <a:pt x="2427" y="3309"/>
                </a:cubicBezTo>
                <a:cubicBezTo>
                  <a:pt x="2490" y="3183"/>
                  <a:pt x="2490" y="3088"/>
                  <a:pt x="2427" y="2962"/>
                </a:cubicBezTo>
                <a:lnTo>
                  <a:pt x="2143" y="2521"/>
                </a:lnTo>
                <a:lnTo>
                  <a:pt x="2742" y="1922"/>
                </a:lnTo>
                <a:lnTo>
                  <a:pt x="3183" y="2206"/>
                </a:lnTo>
                <a:cubicBezTo>
                  <a:pt x="3230" y="2237"/>
                  <a:pt x="3293" y="2253"/>
                  <a:pt x="3356" y="2253"/>
                </a:cubicBezTo>
                <a:cubicBezTo>
                  <a:pt x="3419" y="2253"/>
                  <a:pt x="3482" y="2237"/>
                  <a:pt x="3530" y="2206"/>
                </a:cubicBezTo>
                <a:cubicBezTo>
                  <a:pt x="4034" y="1859"/>
                  <a:pt x="4632" y="1607"/>
                  <a:pt x="5231" y="1481"/>
                </a:cubicBezTo>
                <a:cubicBezTo>
                  <a:pt x="5325" y="1450"/>
                  <a:pt x="5451" y="1387"/>
                  <a:pt x="5483" y="1261"/>
                </a:cubicBezTo>
                <a:lnTo>
                  <a:pt x="5609" y="757"/>
                </a:lnTo>
                <a:close/>
                <a:moveTo>
                  <a:pt x="6239" y="4222"/>
                </a:moveTo>
                <a:lnTo>
                  <a:pt x="5766" y="4695"/>
                </a:lnTo>
                <a:cubicBezTo>
                  <a:pt x="5388" y="5073"/>
                  <a:pt x="5388" y="5766"/>
                  <a:pt x="5766" y="6144"/>
                </a:cubicBezTo>
                <a:cubicBezTo>
                  <a:pt x="5971" y="6349"/>
                  <a:pt x="6239" y="6451"/>
                  <a:pt x="6503" y="6451"/>
                </a:cubicBezTo>
                <a:cubicBezTo>
                  <a:pt x="6767" y="6451"/>
                  <a:pt x="7027" y="6349"/>
                  <a:pt x="7216" y="6144"/>
                </a:cubicBezTo>
                <a:lnTo>
                  <a:pt x="7688" y="5671"/>
                </a:lnTo>
                <a:cubicBezTo>
                  <a:pt x="7751" y="5860"/>
                  <a:pt x="7751" y="6081"/>
                  <a:pt x="7688" y="6238"/>
                </a:cubicBezTo>
                <a:cubicBezTo>
                  <a:pt x="7594" y="6900"/>
                  <a:pt x="7027" y="7436"/>
                  <a:pt x="6365" y="7562"/>
                </a:cubicBezTo>
                <a:cubicBezTo>
                  <a:pt x="6267" y="7588"/>
                  <a:pt x="6163" y="7600"/>
                  <a:pt x="6059" y="7600"/>
                </a:cubicBezTo>
                <a:cubicBezTo>
                  <a:pt x="5794" y="7600"/>
                  <a:pt x="5520" y="7526"/>
                  <a:pt x="5294" y="7436"/>
                </a:cubicBezTo>
                <a:cubicBezTo>
                  <a:pt x="5252" y="7415"/>
                  <a:pt x="5206" y="7404"/>
                  <a:pt x="5161" y="7404"/>
                </a:cubicBezTo>
                <a:cubicBezTo>
                  <a:pt x="5070" y="7404"/>
                  <a:pt x="4979" y="7446"/>
                  <a:pt x="4916" y="7530"/>
                </a:cubicBezTo>
                <a:lnTo>
                  <a:pt x="3908" y="8507"/>
                </a:lnTo>
                <a:lnTo>
                  <a:pt x="1450" y="10964"/>
                </a:lnTo>
                <a:cubicBezTo>
                  <a:pt x="1387" y="11011"/>
                  <a:pt x="1293" y="11035"/>
                  <a:pt x="1202" y="11035"/>
                </a:cubicBezTo>
                <a:cubicBezTo>
                  <a:pt x="1112" y="11035"/>
                  <a:pt x="1025" y="11011"/>
                  <a:pt x="978" y="10964"/>
                </a:cubicBezTo>
                <a:cubicBezTo>
                  <a:pt x="852" y="10838"/>
                  <a:pt x="852" y="10586"/>
                  <a:pt x="978" y="10492"/>
                </a:cubicBezTo>
                <a:lnTo>
                  <a:pt x="3403" y="8034"/>
                </a:lnTo>
                <a:lnTo>
                  <a:pt x="4380" y="7058"/>
                </a:lnTo>
                <a:cubicBezTo>
                  <a:pt x="4506" y="6932"/>
                  <a:pt x="4506" y="6774"/>
                  <a:pt x="4475" y="6648"/>
                </a:cubicBezTo>
                <a:cubicBezTo>
                  <a:pt x="4317" y="6333"/>
                  <a:pt x="4286" y="5955"/>
                  <a:pt x="4349" y="5608"/>
                </a:cubicBezTo>
                <a:cubicBezTo>
                  <a:pt x="4475" y="4915"/>
                  <a:pt x="5010" y="4380"/>
                  <a:pt x="5703" y="4254"/>
                </a:cubicBezTo>
                <a:cubicBezTo>
                  <a:pt x="5798" y="4254"/>
                  <a:pt x="5892" y="4222"/>
                  <a:pt x="6018" y="4222"/>
                </a:cubicBezTo>
                <a:close/>
                <a:moveTo>
                  <a:pt x="5262" y="1"/>
                </a:moveTo>
                <a:cubicBezTo>
                  <a:pt x="5105" y="1"/>
                  <a:pt x="4979" y="127"/>
                  <a:pt x="4947" y="284"/>
                </a:cubicBezTo>
                <a:lnTo>
                  <a:pt x="4790" y="883"/>
                </a:lnTo>
                <a:cubicBezTo>
                  <a:pt x="4223" y="977"/>
                  <a:pt x="3719" y="1229"/>
                  <a:pt x="3214" y="1513"/>
                </a:cubicBezTo>
                <a:lnTo>
                  <a:pt x="2710" y="1198"/>
                </a:lnTo>
                <a:cubicBezTo>
                  <a:pt x="2652" y="1154"/>
                  <a:pt x="2580" y="1130"/>
                  <a:pt x="2507" y="1130"/>
                </a:cubicBezTo>
                <a:cubicBezTo>
                  <a:pt x="2422" y="1130"/>
                  <a:pt x="2337" y="1162"/>
                  <a:pt x="2269" y="1229"/>
                </a:cubicBezTo>
                <a:lnTo>
                  <a:pt x="1293" y="2206"/>
                </a:lnTo>
                <a:cubicBezTo>
                  <a:pt x="1167" y="2332"/>
                  <a:pt x="1167" y="2489"/>
                  <a:pt x="1230" y="2647"/>
                </a:cubicBezTo>
                <a:lnTo>
                  <a:pt x="1545" y="3151"/>
                </a:lnTo>
                <a:cubicBezTo>
                  <a:pt x="1230" y="3624"/>
                  <a:pt x="1041" y="4128"/>
                  <a:pt x="915" y="4726"/>
                </a:cubicBezTo>
                <a:lnTo>
                  <a:pt x="348" y="4884"/>
                </a:lnTo>
                <a:cubicBezTo>
                  <a:pt x="190" y="4915"/>
                  <a:pt x="64" y="5041"/>
                  <a:pt x="64" y="5199"/>
                </a:cubicBezTo>
                <a:lnTo>
                  <a:pt x="64" y="6585"/>
                </a:lnTo>
                <a:cubicBezTo>
                  <a:pt x="64" y="6743"/>
                  <a:pt x="190" y="6869"/>
                  <a:pt x="348" y="6900"/>
                </a:cubicBezTo>
                <a:lnTo>
                  <a:pt x="915" y="7058"/>
                </a:lnTo>
                <a:cubicBezTo>
                  <a:pt x="1041" y="7656"/>
                  <a:pt x="1324" y="8223"/>
                  <a:pt x="1639" y="8696"/>
                </a:cubicBezTo>
                <a:lnTo>
                  <a:pt x="379" y="9956"/>
                </a:lnTo>
                <a:cubicBezTo>
                  <a:pt x="1" y="10366"/>
                  <a:pt x="1" y="11027"/>
                  <a:pt x="379" y="11437"/>
                </a:cubicBezTo>
                <a:cubicBezTo>
                  <a:pt x="584" y="11626"/>
                  <a:pt x="852" y="11720"/>
                  <a:pt x="1115" y="11720"/>
                </a:cubicBezTo>
                <a:cubicBezTo>
                  <a:pt x="1379" y="11720"/>
                  <a:pt x="1639" y="11626"/>
                  <a:pt x="1828" y="11437"/>
                </a:cubicBezTo>
                <a:lnTo>
                  <a:pt x="3088" y="10177"/>
                </a:lnTo>
                <a:cubicBezTo>
                  <a:pt x="3624" y="10523"/>
                  <a:pt x="4160" y="10744"/>
                  <a:pt x="4758" y="10870"/>
                </a:cubicBezTo>
                <a:lnTo>
                  <a:pt x="4916" y="11468"/>
                </a:lnTo>
                <a:cubicBezTo>
                  <a:pt x="4947" y="11626"/>
                  <a:pt x="5073" y="11752"/>
                  <a:pt x="5231" y="11752"/>
                </a:cubicBezTo>
                <a:lnTo>
                  <a:pt x="6585" y="11752"/>
                </a:lnTo>
                <a:cubicBezTo>
                  <a:pt x="6775" y="11752"/>
                  <a:pt x="6869" y="11626"/>
                  <a:pt x="6932" y="11468"/>
                </a:cubicBezTo>
                <a:lnTo>
                  <a:pt x="7090" y="10870"/>
                </a:lnTo>
                <a:cubicBezTo>
                  <a:pt x="7625" y="10744"/>
                  <a:pt x="8129" y="10523"/>
                  <a:pt x="8665" y="10240"/>
                </a:cubicBezTo>
                <a:lnTo>
                  <a:pt x="9169" y="10555"/>
                </a:lnTo>
                <a:cubicBezTo>
                  <a:pt x="9227" y="10599"/>
                  <a:pt x="9299" y="10622"/>
                  <a:pt x="9372" y="10622"/>
                </a:cubicBezTo>
                <a:cubicBezTo>
                  <a:pt x="9457" y="10622"/>
                  <a:pt x="9542" y="10591"/>
                  <a:pt x="9610" y="10523"/>
                </a:cubicBezTo>
                <a:lnTo>
                  <a:pt x="10587" y="9546"/>
                </a:lnTo>
                <a:cubicBezTo>
                  <a:pt x="10713" y="9420"/>
                  <a:pt x="10713" y="9263"/>
                  <a:pt x="10618" y="9105"/>
                </a:cubicBezTo>
                <a:lnTo>
                  <a:pt x="10303" y="8601"/>
                </a:lnTo>
                <a:cubicBezTo>
                  <a:pt x="10618" y="8129"/>
                  <a:pt x="10807" y="7593"/>
                  <a:pt x="10933" y="7026"/>
                </a:cubicBezTo>
                <a:lnTo>
                  <a:pt x="11532" y="6869"/>
                </a:lnTo>
                <a:cubicBezTo>
                  <a:pt x="11689" y="6806"/>
                  <a:pt x="11784" y="6711"/>
                  <a:pt x="11784" y="6554"/>
                </a:cubicBezTo>
                <a:lnTo>
                  <a:pt x="11784" y="5167"/>
                </a:lnTo>
                <a:cubicBezTo>
                  <a:pt x="11847" y="5041"/>
                  <a:pt x="11721" y="4915"/>
                  <a:pt x="11563" y="4884"/>
                </a:cubicBezTo>
                <a:lnTo>
                  <a:pt x="10965" y="4726"/>
                </a:lnTo>
                <a:cubicBezTo>
                  <a:pt x="10839" y="4191"/>
                  <a:pt x="10618" y="3655"/>
                  <a:pt x="10335" y="3151"/>
                </a:cubicBezTo>
                <a:lnTo>
                  <a:pt x="10650" y="2647"/>
                </a:lnTo>
                <a:cubicBezTo>
                  <a:pt x="10744" y="2521"/>
                  <a:pt x="10744" y="2332"/>
                  <a:pt x="10618" y="2206"/>
                </a:cubicBezTo>
                <a:lnTo>
                  <a:pt x="9641" y="1229"/>
                </a:lnTo>
                <a:cubicBezTo>
                  <a:pt x="9574" y="1162"/>
                  <a:pt x="9497" y="1130"/>
                  <a:pt x="9417" y="1130"/>
                </a:cubicBezTo>
                <a:cubicBezTo>
                  <a:pt x="9347" y="1130"/>
                  <a:pt x="9274" y="1154"/>
                  <a:pt x="9200" y="1198"/>
                </a:cubicBezTo>
                <a:lnTo>
                  <a:pt x="8696" y="1513"/>
                </a:lnTo>
                <a:cubicBezTo>
                  <a:pt x="8224" y="1198"/>
                  <a:pt x="7720" y="977"/>
                  <a:pt x="7121" y="883"/>
                </a:cubicBezTo>
                <a:lnTo>
                  <a:pt x="6964" y="284"/>
                </a:lnTo>
                <a:cubicBezTo>
                  <a:pt x="6932" y="127"/>
                  <a:pt x="6806" y="1"/>
                  <a:pt x="66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911" name="Google Shape;14911;p84"/>
          <p:cNvSpPr/>
          <p:nvPr/>
        </p:nvSpPr>
        <p:spPr>
          <a:xfrm>
            <a:off x="3975533" y="3616352"/>
            <a:ext cx="354527" cy="353587"/>
          </a:xfrm>
          <a:custGeom>
            <a:avLst/>
            <a:gdLst/>
            <a:ahLst/>
            <a:cxnLst/>
            <a:rect l="l" t="t" r="r" b="b"/>
            <a:pathLst>
              <a:path w="11689" h="11658" extrusionOk="0">
                <a:moveTo>
                  <a:pt x="8632" y="694"/>
                </a:moveTo>
                <a:cubicBezTo>
                  <a:pt x="8821" y="694"/>
                  <a:pt x="8979" y="851"/>
                  <a:pt x="8979" y="1040"/>
                </a:cubicBezTo>
                <a:lnTo>
                  <a:pt x="8979" y="1387"/>
                </a:lnTo>
                <a:lnTo>
                  <a:pt x="2836" y="1387"/>
                </a:lnTo>
                <a:lnTo>
                  <a:pt x="2836" y="1040"/>
                </a:lnTo>
                <a:cubicBezTo>
                  <a:pt x="2804" y="851"/>
                  <a:pt x="2962" y="694"/>
                  <a:pt x="3151" y="694"/>
                </a:cubicBezTo>
                <a:close/>
                <a:moveTo>
                  <a:pt x="4505" y="3435"/>
                </a:moveTo>
                <a:cubicBezTo>
                  <a:pt x="4694" y="3435"/>
                  <a:pt x="4852" y="3592"/>
                  <a:pt x="4852" y="3781"/>
                </a:cubicBezTo>
                <a:lnTo>
                  <a:pt x="4852" y="5829"/>
                </a:lnTo>
                <a:cubicBezTo>
                  <a:pt x="4852" y="6049"/>
                  <a:pt x="4694" y="6207"/>
                  <a:pt x="4505" y="6207"/>
                </a:cubicBezTo>
                <a:lnTo>
                  <a:pt x="3812" y="6207"/>
                </a:lnTo>
                <a:cubicBezTo>
                  <a:pt x="3623" y="6207"/>
                  <a:pt x="3466" y="6365"/>
                  <a:pt x="3466" y="6554"/>
                </a:cubicBezTo>
                <a:lnTo>
                  <a:pt x="3466" y="7089"/>
                </a:lnTo>
                <a:lnTo>
                  <a:pt x="2678" y="6302"/>
                </a:lnTo>
                <a:cubicBezTo>
                  <a:pt x="2615" y="6239"/>
                  <a:pt x="2520" y="6207"/>
                  <a:pt x="2457" y="6207"/>
                </a:cubicBezTo>
                <a:lnTo>
                  <a:pt x="1071" y="6207"/>
                </a:lnTo>
                <a:cubicBezTo>
                  <a:pt x="882" y="6144"/>
                  <a:pt x="725" y="5986"/>
                  <a:pt x="725" y="5829"/>
                </a:cubicBezTo>
                <a:lnTo>
                  <a:pt x="725" y="3781"/>
                </a:lnTo>
                <a:cubicBezTo>
                  <a:pt x="725" y="3592"/>
                  <a:pt x="882" y="3435"/>
                  <a:pt x="1071" y="3435"/>
                </a:cubicBezTo>
                <a:close/>
                <a:moveTo>
                  <a:pt x="10680" y="3435"/>
                </a:moveTo>
                <a:cubicBezTo>
                  <a:pt x="10869" y="3435"/>
                  <a:pt x="11027" y="3592"/>
                  <a:pt x="11027" y="3781"/>
                </a:cubicBezTo>
                <a:lnTo>
                  <a:pt x="11027" y="5829"/>
                </a:lnTo>
                <a:cubicBezTo>
                  <a:pt x="11027" y="6049"/>
                  <a:pt x="10869" y="6207"/>
                  <a:pt x="10680" y="6207"/>
                </a:cubicBezTo>
                <a:lnTo>
                  <a:pt x="9294" y="6207"/>
                </a:lnTo>
                <a:cubicBezTo>
                  <a:pt x="9231" y="6207"/>
                  <a:pt x="9105" y="6239"/>
                  <a:pt x="9074" y="6302"/>
                </a:cubicBezTo>
                <a:lnTo>
                  <a:pt x="8286" y="7089"/>
                </a:lnTo>
                <a:lnTo>
                  <a:pt x="8286" y="6554"/>
                </a:lnTo>
                <a:cubicBezTo>
                  <a:pt x="8286" y="6365"/>
                  <a:pt x="8128" y="6207"/>
                  <a:pt x="7908" y="6207"/>
                </a:cubicBezTo>
                <a:lnTo>
                  <a:pt x="7246" y="6207"/>
                </a:lnTo>
                <a:cubicBezTo>
                  <a:pt x="7057" y="6207"/>
                  <a:pt x="6900" y="6049"/>
                  <a:pt x="6900" y="5829"/>
                </a:cubicBezTo>
                <a:lnTo>
                  <a:pt x="6900" y="3781"/>
                </a:lnTo>
                <a:cubicBezTo>
                  <a:pt x="6900" y="3592"/>
                  <a:pt x="7057" y="3435"/>
                  <a:pt x="7246" y="3435"/>
                </a:cubicBezTo>
                <a:close/>
                <a:moveTo>
                  <a:pt x="8948" y="2048"/>
                </a:moveTo>
                <a:lnTo>
                  <a:pt x="8948" y="2773"/>
                </a:lnTo>
                <a:lnTo>
                  <a:pt x="7246" y="2773"/>
                </a:lnTo>
                <a:cubicBezTo>
                  <a:pt x="6711" y="2773"/>
                  <a:pt x="6238" y="3246"/>
                  <a:pt x="6238" y="3781"/>
                </a:cubicBezTo>
                <a:lnTo>
                  <a:pt x="6238" y="5829"/>
                </a:lnTo>
                <a:cubicBezTo>
                  <a:pt x="6238" y="6396"/>
                  <a:pt x="6711" y="6869"/>
                  <a:pt x="7246" y="6869"/>
                </a:cubicBezTo>
                <a:lnTo>
                  <a:pt x="7593" y="6869"/>
                </a:lnTo>
                <a:lnTo>
                  <a:pt x="7593" y="7877"/>
                </a:lnTo>
                <a:cubicBezTo>
                  <a:pt x="7593" y="8034"/>
                  <a:pt x="7687" y="8160"/>
                  <a:pt x="7813" y="8192"/>
                </a:cubicBezTo>
                <a:cubicBezTo>
                  <a:pt x="7852" y="8218"/>
                  <a:pt x="7902" y="8233"/>
                  <a:pt x="7954" y="8233"/>
                </a:cubicBezTo>
                <a:cubicBezTo>
                  <a:pt x="8028" y="8233"/>
                  <a:pt x="8105" y="8203"/>
                  <a:pt x="8160" y="8129"/>
                </a:cubicBezTo>
                <a:lnTo>
                  <a:pt x="8948" y="7341"/>
                </a:lnTo>
                <a:lnTo>
                  <a:pt x="8948" y="8916"/>
                </a:lnTo>
                <a:lnTo>
                  <a:pt x="2804" y="8916"/>
                </a:lnTo>
                <a:lnTo>
                  <a:pt x="2804" y="7341"/>
                </a:lnTo>
                <a:lnTo>
                  <a:pt x="3592" y="8129"/>
                </a:lnTo>
                <a:cubicBezTo>
                  <a:pt x="3636" y="8173"/>
                  <a:pt x="3728" y="8218"/>
                  <a:pt x="3823" y="8218"/>
                </a:cubicBezTo>
                <a:cubicBezTo>
                  <a:pt x="3862" y="8218"/>
                  <a:pt x="3901" y="8210"/>
                  <a:pt x="3938" y="8192"/>
                </a:cubicBezTo>
                <a:cubicBezTo>
                  <a:pt x="4064" y="8160"/>
                  <a:pt x="4127" y="8003"/>
                  <a:pt x="4127" y="7877"/>
                </a:cubicBezTo>
                <a:lnTo>
                  <a:pt x="4127" y="6869"/>
                </a:lnTo>
                <a:lnTo>
                  <a:pt x="4505" y="6869"/>
                </a:lnTo>
                <a:cubicBezTo>
                  <a:pt x="5041" y="6869"/>
                  <a:pt x="5513" y="6396"/>
                  <a:pt x="5513" y="5829"/>
                </a:cubicBezTo>
                <a:lnTo>
                  <a:pt x="5513" y="3781"/>
                </a:lnTo>
                <a:cubicBezTo>
                  <a:pt x="5513" y="3246"/>
                  <a:pt x="5041" y="2773"/>
                  <a:pt x="4505" y="2773"/>
                </a:cubicBezTo>
                <a:lnTo>
                  <a:pt x="2804" y="2773"/>
                </a:lnTo>
                <a:lnTo>
                  <a:pt x="2804" y="2048"/>
                </a:lnTo>
                <a:close/>
                <a:moveTo>
                  <a:pt x="8948" y="9547"/>
                </a:moveTo>
                <a:lnTo>
                  <a:pt x="8948" y="10618"/>
                </a:lnTo>
                <a:cubicBezTo>
                  <a:pt x="8948" y="10838"/>
                  <a:pt x="8790" y="10964"/>
                  <a:pt x="8632" y="10964"/>
                </a:cubicBezTo>
                <a:lnTo>
                  <a:pt x="3151" y="10964"/>
                </a:lnTo>
                <a:cubicBezTo>
                  <a:pt x="2962" y="10964"/>
                  <a:pt x="2804" y="10807"/>
                  <a:pt x="2804" y="10618"/>
                </a:cubicBezTo>
                <a:lnTo>
                  <a:pt x="2804" y="9547"/>
                </a:lnTo>
                <a:close/>
                <a:moveTo>
                  <a:pt x="3119" y="1"/>
                </a:moveTo>
                <a:cubicBezTo>
                  <a:pt x="2552" y="1"/>
                  <a:pt x="2079" y="473"/>
                  <a:pt x="2079" y="1040"/>
                </a:cubicBezTo>
                <a:lnTo>
                  <a:pt x="2079" y="2773"/>
                </a:lnTo>
                <a:lnTo>
                  <a:pt x="1040" y="2773"/>
                </a:lnTo>
                <a:cubicBezTo>
                  <a:pt x="473" y="2773"/>
                  <a:pt x="0" y="3246"/>
                  <a:pt x="0" y="3781"/>
                </a:cubicBezTo>
                <a:lnTo>
                  <a:pt x="0" y="5829"/>
                </a:lnTo>
                <a:cubicBezTo>
                  <a:pt x="0" y="6396"/>
                  <a:pt x="473" y="6869"/>
                  <a:pt x="1040" y="6869"/>
                </a:cubicBezTo>
                <a:lnTo>
                  <a:pt x="2079" y="6869"/>
                </a:lnTo>
                <a:lnTo>
                  <a:pt x="2079" y="10649"/>
                </a:lnTo>
                <a:cubicBezTo>
                  <a:pt x="2079" y="11185"/>
                  <a:pt x="2552" y="11657"/>
                  <a:pt x="3119" y="11657"/>
                </a:cubicBezTo>
                <a:lnTo>
                  <a:pt x="8601" y="11657"/>
                </a:lnTo>
                <a:cubicBezTo>
                  <a:pt x="9137" y="11657"/>
                  <a:pt x="9609" y="11185"/>
                  <a:pt x="9609" y="10649"/>
                </a:cubicBezTo>
                <a:lnTo>
                  <a:pt x="9609" y="6869"/>
                </a:lnTo>
                <a:lnTo>
                  <a:pt x="10680" y="6869"/>
                </a:lnTo>
                <a:cubicBezTo>
                  <a:pt x="11216" y="6869"/>
                  <a:pt x="11688" y="6396"/>
                  <a:pt x="11688" y="5829"/>
                </a:cubicBezTo>
                <a:lnTo>
                  <a:pt x="11688" y="3781"/>
                </a:lnTo>
                <a:cubicBezTo>
                  <a:pt x="11688" y="3214"/>
                  <a:pt x="11279" y="2773"/>
                  <a:pt x="10680" y="2773"/>
                </a:cubicBezTo>
                <a:lnTo>
                  <a:pt x="9609" y="2773"/>
                </a:lnTo>
                <a:lnTo>
                  <a:pt x="9609" y="1040"/>
                </a:lnTo>
                <a:cubicBezTo>
                  <a:pt x="9609" y="473"/>
                  <a:pt x="9137" y="1"/>
                  <a:pt x="86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4912" name="Google Shape;14912;p84"/>
          <p:cNvGrpSpPr/>
          <p:nvPr/>
        </p:nvGrpSpPr>
        <p:grpSpPr>
          <a:xfrm>
            <a:off x="2205934" y="1307729"/>
            <a:ext cx="331598" cy="353557"/>
            <a:chOff x="-34767825" y="1914325"/>
            <a:chExt cx="273325" cy="291425"/>
          </a:xfrm>
        </p:grpSpPr>
        <p:sp>
          <p:nvSpPr>
            <p:cNvPr id="14913" name="Google Shape;14913;p84"/>
            <p:cNvSpPr/>
            <p:nvPr/>
          </p:nvSpPr>
          <p:spPr>
            <a:xfrm>
              <a:off x="-34767825" y="1914325"/>
              <a:ext cx="273325" cy="291425"/>
            </a:xfrm>
            <a:custGeom>
              <a:avLst/>
              <a:gdLst/>
              <a:ahLst/>
              <a:cxnLst/>
              <a:rect l="l" t="t" r="r" b="b"/>
              <a:pathLst>
                <a:path w="10933" h="11657" extrusionOk="0">
                  <a:moveTo>
                    <a:pt x="5954" y="662"/>
                  </a:moveTo>
                  <a:cubicBezTo>
                    <a:pt x="5702" y="851"/>
                    <a:pt x="5482" y="1103"/>
                    <a:pt x="5324" y="1355"/>
                  </a:cubicBezTo>
                  <a:lnTo>
                    <a:pt x="693" y="1355"/>
                  </a:lnTo>
                  <a:lnTo>
                    <a:pt x="693" y="1008"/>
                  </a:lnTo>
                  <a:cubicBezTo>
                    <a:pt x="662" y="819"/>
                    <a:pt x="819" y="662"/>
                    <a:pt x="1008" y="662"/>
                  </a:cubicBezTo>
                  <a:close/>
                  <a:moveTo>
                    <a:pt x="7902" y="692"/>
                  </a:moveTo>
                  <a:cubicBezTo>
                    <a:pt x="9199" y="692"/>
                    <a:pt x="10239" y="1752"/>
                    <a:pt x="10239" y="3056"/>
                  </a:cubicBezTo>
                  <a:cubicBezTo>
                    <a:pt x="10239" y="4411"/>
                    <a:pt x="9168" y="5450"/>
                    <a:pt x="7845" y="5450"/>
                  </a:cubicBezTo>
                  <a:cubicBezTo>
                    <a:pt x="7404" y="5450"/>
                    <a:pt x="6963" y="5356"/>
                    <a:pt x="6585" y="5104"/>
                  </a:cubicBezTo>
                  <a:cubicBezTo>
                    <a:pt x="6519" y="5082"/>
                    <a:pt x="6454" y="5045"/>
                    <a:pt x="6389" y="5045"/>
                  </a:cubicBezTo>
                  <a:cubicBezTo>
                    <a:pt x="6360" y="5045"/>
                    <a:pt x="6330" y="5053"/>
                    <a:pt x="6301" y="5072"/>
                  </a:cubicBezTo>
                  <a:lnTo>
                    <a:pt x="5671" y="5261"/>
                  </a:lnTo>
                  <a:lnTo>
                    <a:pt x="5860" y="4631"/>
                  </a:lnTo>
                  <a:cubicBezTo>
                    <a:pt x="5923" y="4568"/>
                    <a:pt x="5860" y="4442"/>
                    <a:pt x="5828" y="4348"/>
                  </a:cubicBezTo>
                  <a:cubicBezTo>
                    <a:pt x="5608" y="3970"/>
                    <a:pt x="5482" y="3529"/>
                    <a:pt x="5482" y="3087"/>
                  </a:cubicBezTo>
                  <a:cubicBezTo>
                    <a:pt x="5482" y="2678"/>
                    <a:pt x="5608" y="2268"/>
                    <a:pt x="5765" y="1953"/>
                  </a:cubicBezTo>
                  <a:cubicBezTo>
                    <a:pt x="5797" y="1922"/>
                    <a:pt x="5797" y="1922"/>
                    <a:pt x="5797" y="1859"/>
                  </a:cubicBezTo>
                  <a:cubicBezTo>
                    <a:pt x="6207" y="1166"/>
                    <a:pt x="6963" y="693"/>
                    <a:pt x="7845" y="693"/>
                  </a:cubicBezTo>
                  <a:cubicBezTo>
                    <a:pt x="7864" y="693"/>
                    <a:pt x="7883" y="692"/>
                    <a:pt x="7902" y="692"/>
                  </a:cubicBezTo>
                  <a:close/>
                  <a:moveTo>
                    <a:pt x="3749" y="5450"/>
                  </a:moveTo>
                  <a:cubicBezTo>
                    <a:pt x="4127" y="5450"/>
                    <a:pt x="4411" y="5765"/>
                    <a:pt x="4411" y="6143"/>
                  </a:cubicBezTo>
                  <a:cubicBezTo>
                    <a:pt x="4411" y="6521"/>
                    <a:pt x="4096" y="6805"/>
                    <a:pt x="3749" y="6805"/>
                  </a:cubicBezTo>
                  <a:cubicBezTo>
                    <a:pt x="3732" y="6806"/>
                    <a:pt x="3714" y="6807"/>
                    <a:pt x="3697" y="6807"/>
                  </a:cubicBezTo>
                  <a:cubicBezTo>
                    <a:pt x="3343" y="6807"/>
                    <a:pt x="3056" y="6504"/>
                    <a:pt x="3056" y="6143"/>
                  </a:cubicBezTo>
                  <a:cubicBezTo>
                    <a:pt x="3056" y="5734"/>
                    <a:pt x="3371" y="5450"/>
                    <a:pt x="3749" y="5450"/>
                  </a:cubicBezTo>
                  <a:close/>
                  <a:moveTo>
                    <a:pt x="4946" y="1985"/>
                  </a:moveTo>
                  <a:cubicBezTo>
                    <a:pt x="4852" y="2300"/>
                    <a:pt x="4789" y="2646"/>
                    <a:pt x="4789" y="3024"/>
                  </a:cubicBezTo>
                  <a:cubicBezTo>
                    <a:pt x="4757" y="3560"/>
                    <a:pt x="4915" y="4096"/>
                    <a:pt x="5167" y="4568"/>
                  </a:cubicBezTo>
                  <a:lnTo>
                    <a:pt x="4883" y="5387"/>
                  </a:lnTo>
                  <a:cubicBezTo>
                    <a:pt x="4631" y="5009"/>
                    <a:pt x="4222" y="4757"/>
                    <a:pt x="3749" y="4757"/>
                  </a:cubicBezTo>
                  <a:cubicBezTo>
                    <a:pt x="2993" y="4757"/>
                    <a:pt x="2363" y="5387"/>
                    <a:pt x="2363" y="6143"/>
                  </a:cubicBezTo>
                  <a:cubicBezTo>
                    <a:pt x="2363" y="6490"/>
                    <a:pt x="2489" y="6805"/>
                    <a:pt x="2709" y="7026"/>
                  </a:cubicBezTo>
                  <a:cubicBezTo>
                    <a:pt x="2016" y="7404"/>
                    <a:pt x="1481" y="8065"/>
                    <a:pt x="1386" y="8853"/>
                  </a:cubicBezTo>
                  <a:lnTo>
                    <a:pt x="662" y="8853"/>
                  </a:lnTo>
                  <a:lnTo>
                    <a:pt x="662" y="1985"/>
                  </a:lnTo>
                  <a:close/>
                  <a:moveTo>
                    <a:pt x="3749" y="7498"/>
                  </a:moveTo>
                  <a:cubicBezTo>
                    <a:pt x="4568" y="7498"/>
                    <a:pt x="5261" y="8097"/>
                    <a:pt x="5419" y="8884"/>
                  </a:cubicBezTo>
                  <a:lnTo>
                    <a:pt x="2079" y="8884"/>
                  </a:lnTo>
                  <a:cubicBezTo>
                    <a:pt x="2237" y="8097"/>
                    <a:pt x="2899" y="7498"/>
                    <a:pt x="3749" y="7498"/>
                  </a:cubicBezTo>
                  <a:close/>
                  <a:moveTo>
                    <a:pt x="6364" y="5765"/>
                  </a:moveTo>
                  <a:cubicBezTo>
                    <a:pt x="6522" y="5860"/>
                    <a:pt x="6679" y="5923"/>
                    <a:pt x="6837" y="5986"/>
                  </a:cubicBezTo>
                  <a:lnTo>
                    <a:pt x="6837" y="8884"/>
                  </a:lnTo>
                  <a:lnTo>
                    <a:pt x="6112" y="8884"/>
                  </a:lnTo>
                  <a:cubicBezTo>
                    <a:pt x="5986" y="8065"/>
                    <a:pt x="5482" y="7404"/>
                    <a:pt x="4757" y="7089"/>
                  </a:cubicBezTo>
                  <a:cubicBezTo>
                    <a:pt x="5009" y="6837"/>
                    <a:pt x="5104" y="6521"/>
                    <a:pt x="5104" y="6175"/>
                  </a:cubicBezTo>
                  <a:lnTo>
                    <a:pt x="5230" y="6175"/>
                  </a:lnTo>
                  <a:lnTo>
                    <a:pt x="6364" y="5765"/>
                  </a:lnTo>
                  <a:close/>
                  <a:moveTo>
                    <a:pt x="6805" y="9514"/>
                  </a:moveTo>
                  <a:lnTo>
                    <a:pt x="6805" y="10586"/>
                  </a:lnTo>
                  <a:cubicBezTo>
                    <a:pt x="6805" y="10775"/>
                    <a:pt x="6648" y="10932"/>
                    <a:pt x="6490" y="10932"/>
                  </a:cubicBezTo>
                  <a:lnTo>
                    <a:pt x="1008" y="10932"/>
                  </a:lnTo>
                  <a:cubicBezTo>
                    <a:pt x="819" y="10932"/>
                    <a:pt x="662" y="10775"/>
                    <a:pt x="662" y="10586"/>
                  </a:cubicBezTo>
                  <a:lnTo>
                    <a:pt x="662" y="9514"/>
                  </a:lnTo>
                  <a:close/>
                  <a:moveTo>
                    <a:pt x="1008" y="0"/>
                  </a:moveTo>
                  <a:cubicBezTo>
                    <a:pt x="473" y="0"/>
                    <a:pt x="0" y="473"/>
                    <a:pt x="0" y="1040"/>
                  </a:cubicBezTo>
                  <a:lnTo>
                    <a:pt x="0" y="10649"/>
                  </a:lnTo>
                  <a:cubicBezTo>
                    <a:pt x="0" y="11184"/>
                    <a:pt x="441" y="11657"/>
                    <a:pt x="1008" y="11657"/>
                  </a:cubicBezTo>
                  <a:lnTo>
                    <a:pt x="6490" y="11657"/>
                  </a:lnTo>
                  <a:cubicBezTo>
                    <a:pt x="7057" y="11657"/>
                    <a:pt x="7530" y="11184"/>
                    <a:pt x="7530" y="10617"/>
                  </a:cubicBezTo>
                  <a:lnTo>
                    <a:pt x="7530" y="6143"/>
                  </a:lnTo>
                  <a:cubicBezTo>
                    <a:pt x="7624" y="6143"/>
                    <a:pt x="7750" y="6175"/>
                    <a:pt x="7876" y="6175"/>
                  </a:cubicBezTo>
                  <a:cubicBezTo>
                    <a:pt x="9578" y="6175"/>
                    <a:pt x="10932" y="4789"/>
                    <a:pt x="10932" y="3087"/>
                  </a:cubicBezTo>
                  <a:cubicBezTo>
                    <a:pt x="10932" y="1418"/>
                    <a:pt x="9578" y="0"/>
                    <a:pt x="78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914" name="Google Shape;14914;p84"/>
            <p:cNvSpPr/>
            <p:nvPr/>
          </p:nvSpPr>
          <p:spPr>
            <a:xfrm>
              <a:off x="-34579600" y="1947400"/>
              <a:ext cx="17350" cy="18125"/>
            </a:xfrm>
            <a:custGeom>
              <a:avLst/>
              <a:gdLst/>
              <a:ahLst/>
              <a:cxnLst/>
              <a:rect l="l" t="t" r="r" b="b"/>
              <a:pathLst>
                <a:path w="694" h="725" extrusionOk="0">
                  <a:moveTo>
                    <a:pt x="347" y="0"/>
                  </a:moveTo>
                  <a:cubicBezTo>
                    <a:pt x="158" y="0"/>
                    <a:pt x="1" y="189"/>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915" name="Google Shape;14915;p84"/>
            <p:cNvSpPr/>
            <p:nvPr/>
          </p:nvSpPr>
          <p:spPr>
            <a:xfrm>
              <a:off x="-34581175" y="1982050"/>
              <a:ext cx="18150" cy="52000"/>
            </a:xfrm>
            <a:custGeom>
              <a:avLst/>
              <a:gdLst/>
              <a:ahLst/>
              <a:cxnLst/>
              <a:rect l="l" t="t" r="r" b="b"/>
              <a:pathLst>
                <a:path w="726" h="2080" extrusionOk="0">
                  <a:moveTo>
                    <a:pt x="379" y="0"/>
                  </a:moveTo>
                  <a:cubicBezTo>
                    <a:pt x="158" y="0"/>
                    <a:pt x="1" y="158"/>
                    <a:pt x="1" y="347"/>
                  </a:cubicBezTo>
                  <a:lnTo>
                    <a:pt x="1" y="1733"/>
                  </a:lnTo>
                  <a:cubicBezTo>
                    <a:pt x="1" y="1922"/>
                    <a:pt x="158" y="2080"/>
                    <a:pt x="379" y="2080"/>
                  </a:cubicBezTo>
                  <a:cubicBezTo>
                    <a:pt x="568" y="2080"/>
                    <a:pt x="725" y="1922"/>
                    <a:pt x="725" y="1733"/>
                  </a:cubicBezTo>
                  <a:lnTo>
                    <a:pt x="725" y="347"/>
                  </a:ln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916" name="Google Shape;14916;p84"/>
          <p:cNvGrpSpPr/>
          <p:nvPr/>
        </p:nvGrpSpPr>
        <p:grpSpPr>
          <a:xfrm>
            <a:off x="2193513" y="1765280"/>
            <a:ext cx="356438" cy="355498"/>
            <a:chOff x="-34778075" y="2272675"/>
            <a:chExt cx="293800" cy="293025"/>
          </a:xfrm>
        </p:grpSpPr>
        <p:sp>
          <p:nvSpPr>
            <p:cNvPr id="14917" name="Google Shape;14917;p84"/>
            <p:cNvSpPr/>
            <p:nvPr/>
          </p:nvSpPr>
          <p:spPr>
            <a:xfrm>
              <a:off x="-34725300" y="2324675"/>
              <a:ext cx="187475" cy="188250"/>
            </a:xfrm>
            <a:custGeom>
              <a:avLst/>
              <a:gdLst/>
              <a:ahLst/>
              <a:cxnLst/>
              <a:rect l="l" t="t" r="r" b="b"/>
              <a:pathLst>
                <a:path w="7499" h="7530" extrusionOk="0">
                  <a:moveTo>
                    <a:pt x="4127" y="693"/>
                  </a:moveTo>
                  <a:lnTo>
                    <a:pt x="4127" y="1134"/>
                  </a:lnTo>
                  <a:cubicBezTo>
                    <a:pt x="4127" y="1292"/>
                    <a:pt x="4253" y="1418"/>
                    <a:pt x="4411" y="1449"/>
                  </a:cubicBezTo>
                  <a:cubicBezTo>
                    <a:pt x="4600" y="1481"/>
                    <a:pt x="4821" y="1607"/>
                    <a:pt x="4978" y="1701"/>
                  </a:cubicBezTo>
                  <a:cubicBezTo>
                    <a:pt x="5023" y="1724"/>
                    <a:pt x="5075" y="1734"/>
                    <a:pt x="5130" y="1734"/>
                  </a:cubicBezTo>
                  <a:cubicBezTo>
                    <a:pt x="5230" y="1734"/>
                    <a:pt x="5338" y="1699"/>
                    <a:pt x="5419" y="1638"/>
                  </a:cubicBezTo>
                  <a:lnTo>
                    <a:pt x="5734" y="1323"/>
                  </a:lnTo>
                  <a:lnTo>
                    <a:pt x="6207" y="1796"/>
                  </a:lnTo>
                  <a:lnTo>
                    <a:pt x="5892" y="2111"/>
                  </a:lnTo>
                  <a:cubicBezTo>
                    <a:pt x="5766" y="2237"/>
                    <a:pt x="5766" y="2394"/>
                    <a:pt x="5860" y="2552"/>
                  </a:cubicBezTo>
                  <a:cubicBezTo>
                    <a:pt x="5986" y="2741"/>
                    <a:pt x="6049" y="2961"/>
                    <a:pt x="6081" y="3150"/>
                  </a:cubicBezTo>
                  <a:cubicBezTo>
                    <a:pt x="6144" y="3308"/>
                    <a:pt x="6238" y="3434"/>
                    <a:pt x="6396" y="3434"/>
                  </a:cubicBezTo>
                  <a:lnTo>
                    <a:pt x="6837" y="3434"/>
                  </a:lnTo>
                  <a:lnTo>
                    <a:pt x="6837" y="4096"/>
                  </a:lnTo>
                  <a:lnTo>
                    <a:pt x="6396" y="4096"/>
                  </a:lnTo>
                  <a:cubicBezTo>
                    <a:pt x="6238" y="4096"/>
                    <a:pt x="6144" y="4222"/>
                    <a:pt x="6081" y="4379"/>
                  </a:cubicBezTo>
                  <a:cubicBezTo>
                    <a:pt x="6049" y="4568"/>
                    <a:pt x="5923" y="4789"/>
                    <a:pt x="5860" y="4946"/>
                  </a:cubicBezTo>
                  <a:cubicBezTo>
                    <a:pt x="5766" y="5072"/>
                    <a:pt x="5829" y="5261"/>
                    <a:pt x="5892" y="5387"/>
                  </a:cubicBezTo>
                  <a:lnTo>
                    <a:pt x="6207" y="5702"/>
                  </a:lnTo>
                  <a:lnTo>
                    <a:pt x="5734" y="6175"/>
                  </a:lnTo>
                  <a:lnTo>
                    <a:pt x="5419" y="5860"/>
                  </a:lnTo>
                  <a:cubicBezTo>
                    <a:pt x="5352" y="5792"/>
                    <a:pt x="5275" y="5761"/>
                    <a:pt x="5194" y="5761"/>
                  </a:cubicBezTo>
                  <a:cubicBezTo>
                    <a:pt x="5124" y="5761"/>
                    <a:pt x="5051" y="5785"/>
                    <a:pt x="4978" y="5828"/>
                  </a:cubicBezTo>
                  <a:cubicBezTo>
                    <a:pt x="4789" y="5954"/>
                    <a:pt x="4600" y="6017"/>
                    <a:pt x="4411" y="6049"/>
                  </a:cubicBezTo>
                  <a:cubicBezTo>
                    <a:pt x="4253" y="6080"/>
                    <a:pt x="4127" y="6206"/>
                    <a:pt x="4127" y="6364"/>
                  </a:cubicBezTo>
                  <a:lnTo>
                    <a:pt x="4127" y="6805"/>
                  </a:lnTo>
                  <a:lnTo>
                    <a:pt x="3466" y="6805"/>
                  </a:lnTo>
                  <a:lnTo>
                    <a:pt x="3466" y="6364"/>
                  </a:lnTo>
                  <a:cubicBezTo>
                    <a:pt x="3466" y="6206"/>
                    <a:pt x="3340" y="6112"/>
                    <a:pt x="3182" y="6049"/>
                  </a:cubicBezTo>
                  <a:cubicBezTo>
                    <a:pt x="2993" y="6017"/>
                    <a:pt x="2741" y="5891"/>
                    <a:pt x="2584" y="5828"/>
                  </a:cubicBezTo>
                  <a:cubicBezTo>
                    <a:pt x="2549" y="5794"/>
                    <a:pt x="2497" y="5780"/>
                    <a:pt x="2441" y="5780"/>
                  </a:cubicBezTo>
                  <a:cubicBezTo>
                    <a:pt x="2344" y="5780"/>
                    <a:pt x="2234" y="5820"/>
                    <a:pt x="2174" y="5860"/>
                  </a:cubicBezTo>
                  <a:lnTo>
                    <a:pt x="1859" y="6175"/>
                  </a:lnTo>
                  <a:lnTo>
                    <a:pt x="1387" y="5702"/>
                  </a:lnTo>
                  <a:lnTo>
                    <a:pt x="1702" y="5387"/>
                  </a:lnTo>
                  <a:cubicBezTo>
                    <a:pt x="1796" y="5261"/>
                    <a:pt x="1796" y="5104"/>
                    <a:pt x="1733" y="4946"/>
                  </a:cubicBezTo>
                  <a:cubicBezTo>
                    <a:pt x="1607" y="4757"/>
                    <a:pt x="1544" y="4568"/>
                    <a:pt x="1481" y="4379"/>
                  </a:cubicBezTo>
                  <a:cubicBezTo>
                    <a:pt x="1450" y="4222"/>
                    <a:pt x="1324" y="4096"/>
                    <a:pt x="1166" y="4096"/>
                  </a:cubicBezTo>
                  <a:lnTo>
                    <a:pt x="756" y="4096"/>
                  </a:lnTo>
                  <a:lnTo>
                    <a:pt x="756" y="3434"/>
                  </a:lnTo>
                  <a:lnTo>
                    <a:pt x="1166" y="3434"/>
                  </a:lnTo>
                  <a:cubicBezTo>
                    <a:pt x="1324" y="3434"/>
                    <a:pt x="1450" y="3308"/>
                    <a:pt x="1481" y="3150"/>
                  </a:cubicBezTo>
                  <a:cubicBezTo>
                    <a:pt x="1544" y="2961"/>
                    <a:pt x="1639" y="2709"/>
                    <a:pt x="1733" y="2552"/>
                  </a:cubicBezTo>
                  <a:cubicBezTo>
                    <a:pt x="1796" y="2426"/>
                    <a:pt x="1765" y="2237"/>
                    <a:pt x="1702" y="2111"/>
                  </a:cubicBezTo>
                  <a:lnTo>
                    <a:pt x="1387" y="1796"/>
                  </a:lnTo>
                  <a:lnTo>
                    <a:pt x="1859" y="1323"/>
                  </a:lnTo>
                  <a:lnTo>
                    <a:pt x="2174" y="1638"/>
                  </a:lnTo>
                  <a:cubicBezTo>
                    <a:pt x="2230" y="1712"/>
                    <a:pt x="2307" y="1743"/>
                    <a:pt x="2392" y="1743"/>
                  </a:cubicBezTo>
                  <a:cubicBezTo>
                    <a:pt x="2453" y="1743"/>
                    <a:pt x="2518" y="1727"/>
                    <a:pt x="2584" y="1701"/>
                  </a:cubicBezTo>
                  <a:cubicBezTo>
                    <a:pt x="2804" y="1575"/>
                    <a:pt x="2993" y="1481"/>
                    <a:pt x="3182" y="1449"/>
                  </a:cubicBezTo>
                  <a:cubicBezTo>
                    <a:pt x="3340" y="1418"/>
                    <a:pt x="3466" y="1292"/>
                    <a:pt x="3466" y="1134"/>
                  </a:cubicBezTo>
                  <a:lnTo>
                    <a:pt x="3466" y="693"/>
                  </a:lnTo>
                  <a:close/>
                  <a:moveTo>
                    <a:pt x="3056" y="0"/>
                  </a:moveTo>
                  <a:cubicBezTo>
                    <a:pt x="2867" y="0"/>
                    <a:pt x="2710" y="158"/>
                    <a:pt x="2710" y="347"/>
                  </a:cubicBezTo>
                  <a:lnTo>
                    <a:pt x="2710" y="851"/>
                  </a:lnTo>
                  <a:cubicBezTo>
                    <a:pt x="2584" y="914"/>
                    <a:pt x="2521" y="945"/>
                    <a:pt x="2426" y="977"/>
                  </a:cubicBezTo>
                  <a:lnTo>
                    <a:pt x="2080" y="630"/>
                  </a:lnTo>
                  <a:cubicBezTo>
                    <a:pt x="1985" y="536"/>
                    <a:pt x="1922" y="504"/>
                    <a:pt x="1828" y="504"/>
                  </a:cubicBezTo>
                  <a:cubicBezTo>
                    <a:pt x="1765" y="504"/>
                    <a:pt x="1639" y="536"/>
                    <a:pt x="1607" y="630"/>
                  </a:cubicBezTo>
                  <a:lnTo>
                    <a:pt x="630" y="1607"/>
                  </a:lnTo>
                  <a:cubicBezTo>
                    <a:pt x="536" y="1701"/>
                    <a:pt x="504" y="1764"/>
                    <a:pt x="504" y="1859"/>
                  </a:cubicBezTo>
                  <a:cubicBezTo>
                    <a:pt x="504" y="1922"/>
                    <a:pt x="536" y="2048"/>
                    <a:pt x="630" y="2079"/>
                  </a:cubicBezTo>
                  <a:lnTo>
                    <a:pt x="977" y="2426"/>
                  </a:lnTo>
                  <a:cubicBezTo>
                    <a:pt x="945" y="2520"/>
                    <a:pt x="914" y="2646"/>
                    <a:pt x="851" y="2709"/>
                  </a:cubicBezTo>
                  <a:lnTo>
                    <a:pt x="347" y="2709"/>
                  </a:lnTo>
                  <a:cubicBezTo>
                    <a:pt x="158" y="2709"/>
                    <a:pt x="0" y="2867"/>
                    <a:pt x="0" y="3056"/>
                  </a:cubicBezTo>
                  <a:lnTo>
                    <a:pt x="0" y="4442"/>
                  </a:lnTo>
                  <a:cubicBezTo>
                    <a:pt x="0" y="4631"/>
                    <a:pt x="158" y="4789"/>
                    <a:pt x="347" y="4789"/>
                  </a:cubicBezTo>
                  <a:lnTo>
                    <a:pt x="851" y="4789"/>
                  </a:lnTo>
                  <a:cubicBezTo>
                    <a:pt x="882" y="4915"/>
                    <a:pt x="945" y="5009"/>
                    <a:pt x="977" y="5072"/>
                  </a:cubicBezTo>
                  <a:lnTo>
                    <a:pt x="630" y="5419"/>
                  </a:lnTo>
                  <a:cubicBezTo>
                    <a:pt x="536" y="5513"/>
                    <a:pt x="504" y="5576"/>
                    <a:pt x="504" y="5671"/>
                  </a:cubicBezTo>
                  <a:cubicBezTo>
                    <a:pt x="504" y="5734"/>
                    <a:pt x="536" y="5860"/>
                    <a:pt x="630" y="5891"/>
                  </a:cubicBezTo>
                  <a:lnTo>
                    <a:pt x="1607" y="6900"/>
                  </a:lnTo>
                  <a:cubicBezTo>
                    <a:pt x="1670" y="6963"/>
                    <a:pt x="1765" y="6994"/>
                    <a:pt x="1828" y="6994"/>
                  </a:cubicBezTo>
                  <a:cubicBezTo>
                    <a:pt x="1922" y="6994"/>
                    <a:pt x="2048" y="6963"/>
                    <a:pt x="2080" y="6900"/>
                  </a:cubicBezTo>
                  <a:lnTo>
                    <a:pt x="2426" y="6521"/>
                  </a:lnTo>
                  <a:cubicBezTo>
                    <a:pt x="2521" y="6585"/>
                    <a:pt x="2615" y="6616"/>
                    <a:pt x="2710" y="6648"/>
                  </a:cubicBezTo>
                  <a:lnTo>
                    <a:pt x="2710" y="7152"/>
                  </a:lnTo>
                  <a:cubicBezTo>
                    <a:pt x="2710" y="7372"/>
                    <a:pt x="2867" y="7530"/>
                    <a:pt x="3056" y="7530"/>
                  </a:cubicBezTo>
                  <a:lnTo>
                    <a:pt x="4443" y="7530"/>
                  </a:lnTo>
                  <a:cubicBezTo>
                    <a:pt x="4632" y="7530"/>
                    <a:pt x="4789" y="7372"/>
                    <a:pt x="4789" y="7152"/>
                  </a:cubicBezTo>
                  <a:lnTo>
                    <a:pt x="4789" y="6648"/>
                  </a:lnTo>
                  <a:cubicBezTo>
                    <a:pt x="4915" y="6616"/>
                    <a:pt x="4978" y="6585"/>
                    <a:pt x="5073" y="6521"/>
                  </a:cubicBezTo>
                  <a:lnTo>
                    <a:pt x="5419" y="6900"/>
                  </a:lnTo>
                  <a:cubicBezTo>
                    <a:pt x="5514" y="6963"/>
                    <a:pt x="5577" y="6994"/>
                    <a:pt x="5671" y="6994"/>
                  </a:cubicBezTo>
                  <a:cubicBezTo>
                    <a:pt x="5734" y="6994"/>
                    <a:pt x="5860" y="6963"/>
                    <a:pt x="5892" y="6900"/>
                  </a:cubicBezTo>
                  <a:lnTo>
                    <a:pt x="6868" y="5891"/>
                  </a:lnTo>
                  <a:cubicBezTo>
                    <a:pt x="6994" y="5797"/>
                    <a:pt x="6994" y="5545"/>
                    <a:pt x="6868" y="5419"/>
                  </a:cubicBezTo>
                  <a:lnTo>
                    <a:pt x="6522" y="5072"/>
                  </a:lnTo>
                  <a:cubicBezTo>
                    <a:pt x="6553" y="5009"/>
                    <a:pt x="6616" y="4883"/>
                    <a:pt x="6648" y="4789"/>
                  </a:cubicBezTo>
                  <a:lnTo>
                    <a:pt x="7152" y="4789"/>
                  </a:lnTo>
                  <a:cubicBezTo>
                    <a:pt x="7341" y="4789"/>
                    <a:pt x="7499" y="4631"/>
                    <a:pt x="7499" y="4442"/>
                  </a:cubicBezTo>
                  <a:lnTo>
                    <a:pt x="7499" y="3056"/>
                  </a:lnTo>
                  <a:cubicBezTo>
                    <a:pt x="7499" y="2867"/>
                    <a:pt x="7341" y="2709"/>
                    <a:pt x="7152" y="2709"/>
                  </a:cubicBezTo>
                  <a:lnTo>
                    <a:pt x="6648" y="2709"/>
                  </a:lnTo>
                  <a:cubicBezTo>
                    <a:pt x="6616" y="2583"/>
                    <a:pt x="6553" y="2520"/>
                    <a:pt x="6522" y="2426"/>
                  </a:cubicBezTo>
                  <a:lnTo>
                    <a:pt x="6868" y="2079"/>
                  </a:lnTo>
                  <a:cubicBezTo>
                    <a:pt x="6994" y="1953"/>
                    <a:pt x="6994" y="1733"/>
                    <a:pt x="6868" y="1607"/>
                  </a:cubicBezTo>
                  <a:lnTo>
                    <a:pt x="5892" y="630"/>
                  </a:lnTo>
                  <a:cubicBezTo>
                    <a:pt x="5829" y="536"/>
                    <a:pt x="5734" y="504"/>
                    <a:pt x="5671" y="504"/>
                  </a:cubicBezTo>
                  <a:cubicBezTo>
                    <a:pt x="5577" y="504"/>
                    <a:pt x="5451" y="536"/>
                    <a:pt x="5419" y="630"/>
                  </a:cubicBezTo>
                  <a:lnTo>
                    <a:pt x="5073" y="977"/>
                  </a:lnTo>
                  <a:cubicBezTo>
                    <a:pt x="4978" y="945"/>
                    <a:pt x="4884" y="914"/>
                    <a:pt x="4789" y="851"/>
                  </a:cubicBezTo>
                  <a:lnTo>
                    <a:pt x="4789" y="347"/>
                  </a:lnTo>
                  <a:cubicBezTo>
                    <a:pt x="4789" y="158"/>
                    <a:pt x="4632"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918" name="Google Shape;14918;p84"/>
            <p:cNvSpPr/>
            <p:nvPr/>
          </p:nvSpPr>
          <p:spPr>
            <a:xfrm>
              <a:off x="-34673325" y="2375850"/>
              <a:ext cx="85100" cy="84300"/>
            </a:xfrm>
            <a:custGeom>
              <a:avLst/>
              <a:gdLst/>
              <a:ahLst/>
              <a:cxnLst/>
              <a:rect l="l" t="t" r="r" b="b"/>
              <a:pathLst>
                <a:path w="3404" h="3372" extrusionOk="0">
                  <a:moveTo>
                    <a:pt x="1702" y="662"/>
                  </a:moveTo>
                  <a:cubicBezTo>
                    <a:pt x="2238" y="662"/>
                    <a:pt x="2710" y="1135"/>
                    <a:pt x="2710" y="1702"/>
                  </a:cubicBezTo>
                  <a:cubicBezTo>
                    <a:pt x="2710" y="2238"/>
                    <a:pt x="2238" y="2710"/>
                    <a:pt x="1702" y="2710"/>
                  </a:cubicBezTo>
                  <a:cubicBezTo>
                    <a:pt x="1135" y="2710"/>
                    <a:pt x="662" y="2238"/>
                    <a:pt x="662" y="1702"/>
                  </a:cubicBezTo>
                  <a:cubicBezTo>
                    <a:pt x="662" y="1135"/>
                    <a:pt x="1135" y="662"/>
                    <a:pt x="1702" y="662"/>
                  </a:cubicBezTo>
                  <a:close/>
                  <a:moveTo>
                    <a:pt x="1702" y="1"/>
                  </a:moveTo>
                  <a:cubicBezTo>
                    <a:pt x="757" y="1"/>
                    <a:pt x="1" y="757"/>
                    <a:pt x="1" y="1702"/>
                  </a:cubicBezTo>
                  <a:cubicBezTo>
                    <a:pt x="1" y="2647"/>
                    <a:pt x="757" y="3372"/>
                    <a:pt x="1702" y="3372"/>
                  </a:cubicBezTo>
                  <a:cubicBezTo>
                    <a:pt x="2647" y="3372"/>
                    <a:pt x="3403" y="2647"/>
                    <a:pt x="3403" y="1702"/>
                  </a:cubicBezTo>
                  <a:cubicBezTo>
                    <a:pt x="3372" y="757"/>
                    <a:pt x="2647" y="1"/>
                    <a:pt x="17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919" name="Google Shape;14919;p84"/>
            <p:cNvSpPr/>
            <p:nvPr/>
          </p:nvSpPr>
          <p:spPr>
            <a:xfrm>
              <a:off x="-34778075" y="2272675"/>
              <a:ext cx="293800" cy="293025"/>
            </a:xfrm>
            <a:custGeom>
              <a:avLst/>
              <a:gdLst/>
              <a:ahLst/>
              <a:cxnLst/>
              <a:rect l="l" t="t" r="r" b="b"/>
              <a:pathLst>
                <a:path w="11752" h="11721" extrusionOk="0">
                  <a:moveTo>
                    <a:pt x="5892" y="694"/>
                  </a:moveTo>
                  <a:cubicBezTo>
                    <a:pt x="8727" y="694"/>
                    <a:pt x="11027" y="3025"/>
                    <a:pt x="11027" y="5861"/>
                  </a:cubicBezTo>
                  <a:cubicBezTo>
                    <a:pt x="10996" y="8665"/>
                    <a:pt x="8727" y="10964"/>
                    <a:pt x="5892" y="10964"/>
                  </a:cubicBezTo>
                  <a:cubicBezTo>
                    <a:pt x="4884" y="10964"/>
                    <a:pt x="3939" y="10712"/>
                    <a:pt x="3119" y="10177"/>
                  </a:cubicBezTo>
                  <a:cubicBezTo>
                    <a:pt x="3075" y="10154"/>
                    <a:pt x="2999" y="10132"/>
                    <a:pt x="2936" y="10132"/>
                  </a:cubicBezTo>
                  <a:cubicBezTo>
                    <a:pt x="2910" y="10132"/>
                    <a:pt x="2886" y="10136"/>
                    <a:pt x="2867" y="10145"/>
                  </a:cubicBezTo>
                  <a:lnTo>
                    <a:pt x="914" y="10775"/>
                  </a:lnTo>
                  <a:lnTo>
                    <a:pt x="1544" y="8854"/>
                  </a:lnTo>
                  <a:cubicBezTo>
                    <a:pt x="1576" y="8759"/>
                    <a:pt x="1544" y="8665"/>
                    <a:pt x="1513" y="8570"/>
                  </a:cubicBezTo>
                  <a:cubicBezTo>
                    <a:pt x="1009" y="7751"/>
                    <a:pt x="725" y="6806"/>
                    <a:pt x="725" y="5861"/>
                  </a:cubicBezTo>
                  <a:cubicBezTo>
                    <a:pt x="725" y="3025"/>
                    <a:pt x="3056" y="694"/>
                    <a:pt x="5892" y="694"/>
                  </a:cubicBezTo>
                  <a:close/>
                  <a:moveTo>
                    <a:pt x="5892" y="1"/>
                  </a:moveTo>
                  <a:cubicBezTo>
                    <a:pt x="4348" y="1"/>
                    <a:pt x="2867" y="568"/>
                    <a:pt x="1733" y="1733"/>
                  </a:cubicBezTo>
                  <a:cubicBezTo>
                    <a:pt x="631" y="2836"/>
                    <a:pt x="0" y="4285"/>
                    <a:pt x="0" y="5861"/>
                  </a:cubicBezTo>
                  <a:cubicBezTo>
                    <a:pt x="0" y="6869"/>
                    <a:pt x="284" y="7908"/>
                    <a:pt x="851" y="8822"/>
                  </a:cubicBezTo>
                  <a:lnTo>
                    <a:pt x="63" y="11248"/>
                  </a:lnTo>
                  <a:cubicBezTo>
                    <a:pt x="0" y="11374"/>
                    <a:pt x="63" y="11531"/>
                    <a:pt x="127" y="11594"/>
                  </a:cubicBezTo>
                  <a:cubicBezTo>
                    <a:pt x="197" y="11665"/>
                    <a:pt x="304" y="11701"/>
                    <a:pt x="392" y="11701"/>
                  </a:cubicBezTo>
                  <a:cubicBezTo>
                    <a:pt x="422" y="11701"/>
                    <a:pt x="449" y="11697"/>
                    <a:pt x="473" y="11689"/>
                  </a:cubicBezTo>
                  <a:lnTo>
                    <a:pt x="2930" y="10901"/>
                  </a:lnTo>
                  <a:cubicBezTo>
                    <a:pt x="3844" y="11437"/>
                    <a:pt x="4852" y="11720"/>
                    <a:pt x="5892" y="11720"/>
                  </a:cubicBezTo>
                  <a:cubicBezTo>
                    <a:pt x="7404" y="11720"/>
                    <a:pt x="8916" y="11122"/>
                    <a:pt x="10019" y="9988"/>
                  </a:cubicBezTo>
                  <a:cubicBezTo>
                    <a:pt x="11122" y="8885"/>
                    <a:pt x="11752" y="7436"/>
                    <a:pt x="11752" y="5861"/>
                  </a:cubicBezTo>
                  <a:cubicBezTo>
                    <a:pt x="11752" y="4317"/>
                    <a:pt x="11153" y="2805"/>
                    <a:pt x="10019" y="1702"/>
                  </a:cubicBezTo>
                  <a:cubicBezTo>
                    <a:pt x="8885" y="568"/>
                    <a:pt x="7404" y="1"/>
                    <a:pt x="58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920" name="Google Shape;14920;p84"/>
          <p:cNvGrpSpPr/>
          <p:nvPr/>
        </p:nvGrpSpPr>
        <p:grpSpPr>
          <a:xfrm>
            <a:off x="2194939" y="2221307"/>
            <a:ext cx="353587" cy="353587"/>
            <a:chOff x="-34776500" y="2631825"/>
            <a:chExt cx="291450" cy="291450"/>
          </a:xfrm>
        </p:grpSpPr>
        <p:sp>
          <p:nvSpPr>
            <p:cNvPr id="14921" name="Google Shape;14921;p84"/>
            <p:cNvSpPr/>
            <p:nvPr/>
          </p:nvSpPr>
          <p:spPr>
            <a:xfrm>
              <a:off x="-34691425" y="2666500"/>
              <a:ext cx="120525" cy="154400"/>
            </a:xfrm>
            <a:custGeom>
              <a:avLst/>
              <a:gdLst/>
              <a:ahLst/>
              <a:cxnLst/>
              <a:rect l="l" t="t" r="r" b="b"/>
              <a:pathLst>
                <a:path w="4821" h="6176" extrusionOk="0">
                  <a:moveTo>
                    <a:pt x="2331" y="693"/>
                  </a:moveTo>
                  <a:cubicBezTo>
                    <a:pt x="3277" y="693"/>
                    <a:pt x="4033" y="1449"/>
                    <a:pt x="4033" y="2394"/>
                  </a:cubicBezTo>
                  <a:cubicBezTo>
                    <a:pt x="4096" y="2899"/>
                    <a:pt x="3844" y="3466"/>
                    <a:pt x="3403" y="3781"/>
                  </a:cubicBezTo>
                  <a:cubicBezTo>
                    <a:pt x="3151" y="3970"/>
                    <a:pt x="2741" y="4348"/>
                    <a:pt x="2741" y="4946"/>
                  </a:cubicBezTo>
                  <a:lnTo>
                    <a:pt x="2741" y="5135"/>
                  </a:lnTo>
                  <a:cubicBezTo>
                    <a:pt x="2741" y="5356"/>
                    <a:pt x="2583" y="5513"/>
                    <a:pt x="2363" y="5513"/>
                  </a:cubicBezTo>
                  <a:cubicBezTo>
                    <a:pt x="2174" y="5513"/>
                    <a:pt x="2016" y="5356"/>
                    <a:pt x="2016" y="5135"/>
                  </a:cubicBezTo>
                  <a:lnTo>
                    <a:pt x="2016" y="4946"/>
                  </a:lnTo>
                  <a:cubicBezTo>
                    <a:pt x="2016" y="4285"/>
                    <a:pt x="2363" y="3655"/>
                    <a:pt x="2962" y="3214"/>
                  </a:cubicBezTo>
                  <a:cubicBezTo>
                    <a:pt x="3245" y="3025"/>
                    <a:pt x="3403" y="2710"/>
                    <a:pt x="3403" y="2394"/>
                  </a:cubicBezTo>
                  <a:cubicBezTo>
                    <a:pt x="3403" y="1827"/>
                    <a:pt x="2930" y="1355"/>
                    <a:pt x="2363" y="1355"/>
                  </a:cubicBezTo>
                  <a:cubicBezTo>
                    <a:pt x="1827" y="1355"/>
                    <a:pt x="1355" y="1827"/>
                    <a:pt x="1355" y="2394"/>
                  </a:cubicBezTo>
                  <a:cubicBezTo>
                    <a:pt x="1355" y="2583"/>
                    <a:pt x="1197" y="2741"/>
                    <a:pt x="1008" y="2741"/>
                  </a:cubicBezTo>
                  <a:cubicBezTo>
                    <a:pt x="788" y="2741"/>
                    <a:pt x="630" y="2583"/>
                    <a:pt x="630" y="2394"/>
                  </a:cubicBezTo>
                  <a:cubicBezTo>
                    <a:pt x="630" y="1449"/>
                    <a:pt x="1386" y="693"/>
                    <a:pt x="2331" y="693"/>
                  </a:cubicBezTo>
                  <a:close/>
                  <a:moveTo>
                    <a:pt x="2426" y="0"/>
                  </a:moveTo>
                  <a:cubicBezTo>
                    <a:pt x="1071" y="0"/>
                    <a:pt x="0" y="1040"/>
                    <a:pt x="0" y="2394"/>
                  </a:cubicBezTo>
                  <a:cubicBezTo>
                    <a:pt x="0" y="2930"/>
                    <a:pt x="473" y="3403"/>
                    <a:pt x="1040" y="3403"/>
                  </a:cubicBezTo>
                  <a:cubicBezTo>
                    <a:pt x="1575" y="3403"/>
                    <a:pt x="2048" y="2930"/>
                    <a:pt x="2048" y="2394"/>
                  </a:cubicBezTo>
                  <a:cubicBezTo>
                    <a:pt x="2048" y="2205"/>
                    <a:pt x="2205" y="2048"/>
                    <a:pt x="2426" y="2048"/>
                  </a:cubicBezTo>
                  <a:cubicBezTo>
                    <a:pt x="2615" y="2048"/>
                    <a:pt x="2772" y="2205"/>
                    <a:pt x="2772" y="2394"/>
                  </a:cubicBezTo>
                  <a:cubicBezTo>
                    <a:pt x="2772" y="2520"/>
                    <a:pt x="2741" y="2583"/>
                    <a:pt x="2615" y="2646"/>
                  </a:cubicBezTo>
                  <a:cubicBezTo>
                    <a:pt x="1827" y="3245"/>
                    <a:pt x="1386" y="4064"/>
                    <a:pt x="1386" y="4946"/>
                  </a:cubicBezTo>
                  <a:lnTo>
                    <a:pt x="1386" y="5135"/>
                  </a:lnTo>
                  <a:cubicBezTo>
                    <a:pt x="1386" y="5702"/>
                    <a:pt x="1859" y="6175"/>
                    <a:pt x="2426" y="6175"/>
                  </a:cubicBezTo>
                  <a:cubicBezTo>
                    <a:pt x="2962" y="6175"/>
                    <a:pt x="3434" y="5702"/>
                    <a:pt x="3434" y="5135"/>
                  </a:cubicBezTo>
                  <a:lnTo>
                    <a:pt x="3434" y="4946"/>
                  </a:lnTo>
                  <a:cubicBezTo>
                    <a:pt x="3434" y="4663"/>
                    <a:pt x="3686" y="4442"/>
                    <a:pt x="3844" y="4316"/>
                  </a:cubicBezTo>
                  <a:cubicBezTo>
                    <a:pt x="4474" y="3875"/>
                    <a:pt x="4820" y="3151"/>
                    <a:pt x="4820" y="2394"/>
                  </a:cubicBezTo>
                  <a:cubicBezTo>
                    <a:pt x="4789" y="1040"/>
                    <a:pt x="3718" y="0"/>
                    <a:pt x="24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922" name="Google Shape;14922;p84"/>
            <p:cNvSpPr/>
            <p:nvPr/>
          </p:nvSpPr>
          <p:spPr>
            <a:xfrm>
              <a:off x="-34656775" y="2837400"/>
              <a:ext cx="51200" cy="51225"/>
            </a:xfrm>
            <a:custGeom>
              <a:avLst/>
              <a:gdLst/>
              <a:ahLst/>
              <a:cxnLst/>
              <a:rect l="l" t="t" r="r" b="b"/>
              <a:pathLst>
                <a:path w="2048" h="2049" extrusionOk="0">
                  <a:moveTo>
                    <a:pt x="1040" y="662"/>
                  </a:moveTo>
                  <a:cubicBezTo>
                    <a:pt x="1229" y="662"/>
                    <a:pt x="1386" y="820"/>
                    <a:pt x="1386" y="1040"/>
                  </a:cubicBezTo>
                  <a:cubicBezTo>
                    <a:pt x="1386" y="1229"/>
                    <a:pt x="1197" y="1387"/>
                    <a:pt x="1040" y="1387"/>
                  </a:cubicBezTo>
                  <a:cubicBezTo>
                    <a:pt x="819" y="1387"/>
                    <a:pt x="662" y="1229"/>
                    <a:pt x="662" y="1040"/>
                  </a:cubicBezTo>
                  <a:cubicBezTo>
                    <a:pt x="662" y="820"/>
                    <a:pt x="819" y="662"/>
                    <a:pt x="1040" y="662"/>
                  </a:cubicBezTo>
                  <a:close/>
                  <a:moveTo>
                    <a:pt x="1040" y="1"/>
                  </a:moveTo>
                  <a:cubicBezTo>
                    <a:pt x="473" y="1"/>
                    <a:pt x="0" y="473"/>
                    <a:pt x="0" y="1040"/>
                  </a:cubicBezTo>
                  <a:cubicBezTo>
                    <a:pt x="0" y="1576"/>
                    <a:pt x="473" y="2048"/>
                    <a:pt x="1040" y="2048"/>
                  </a:cubicBezTo>
                  <a:cubicBezTo>
                    <a:pt x="1576" y="2048"/>
                    <a:pt x="2048" y="1576"/>
                    <a:pt x="2048" y="1040"/>
                  </a:cubicBezTo>
                  <a:cubicBezTo>
                    <a:pt x="2048" y="473"/>
                    <a:pt x="1576"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923" name="Google Shape;14923;p84"/>
            <p:cNvSpPr/>
            <p:nvPr/>
          </p:nvSpPr>
          <p:spPr>
            <a:xfrm>
              <a:off x="-34776500" y="2631825"/>
              <a:ext cx="291450" cy="291450"/>
            </a:xfrm>
            <a:custGeom>
              <a:avLst/>
              <a:gdLst/>
              <a:ahLst/>
              <a:cxnLst/>
              <a:rect l="l" t="t" r="r" b="b"/>
              <a:pathLst>
                <a:path w="11658" h="11658" extrusionOk="0">
                  <a:moveTo>
                    <a:pt x="5829" y="662"/>
                  </a:moveTo>
                  <a:cubicBezTo>
                    <a:pt x="8664" y="662"/>
                    <a:pt x="10964" y="2994"/>
                    <a:pt x="10964" y="5829"/>
                  </a:cubicBezTo>
                  <a:cubicBezTo>
                    <a:pt x="10933" y="8665"/>
                    <a:pt x="8664" y="10996"/>
                    <a:pt x="5829" y="10996"/>
                  </a:cubicBezTo>
                  <a:cubicBezTo>
                    <a:pt x="2993" y="10996"/>
                    <a:pt x="662" y="8665"/>
                    <a:pt x="662" y="5829"/>
                  </a:cubicBezTo>
                  <a:cubicBezTo>
                    <a:pt x="662" y="2994"/>
                    <a:pt x="2993" y="662"/>
                    <a:pt x="5829" y="662"/>
                  </a:cubicBezTo>
                  <a:close/>
                  <a:moveTo>
                    <a:pt x="5829" y="1"/>
                  </a:moveTo>
                  <a:cubicBezTo>
                    <a:pt x="2584" y="1"/>
                    <a:pt x="0" y="2647"/>
                    <a:pt x="0" y="5829"/>
                  </a:cubicBezTo>
                  <a:cubicBezTo>
                    <a:pt x="0" y="9043"/>
                    <a:pt x="2615" y="11658"/>
                    <a:pt x="5829" y="11658"/>
                  </a:cubicBezTo>
                  <a:cubicBezTo>
                    <a:pt x="9042" y="11658"/>
                    <a:pt x="11657" y="9011"/>
                    <a:pt x="11657" y="5829"/>
                  </a:cubicBezTo>
                  <a:cubicBezTo>
                    <a:pt x="11657" y="2584"/>
                    <a:pt x="9011"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924" name="Google Shape;14924;p84"/>
          <p:cNvGrpSpPr/>
          <p:nvPr/>
        </p:nvGrpSpPr>
        <p:grpSpPr>
          <a:xfrm>
            <a:off x="853628" y="2685160"/>
            <a:ext cx="354527" cy="358349"/>
            <a:chOff x="-32956300" y="1915900"/>
            <a:chExt cx="292225" cy="295375"/>
          </a:xfrm>
        </p:grpSpPr>
        <p:sp>
          <p:nvSpPr>
            <p:cNvPr id="14925" name="Google Shape;14925;p84"/>
            <p:cNvSpPr/>
            <p:nvPr/>
          </p:nvSpPr>
          <p:spPr>
            <a:xfrm>
              <a:off x="-32956300" y="1915900"/>
              <a:ext cx="292225" cy="295375"/>
            </a:xfrm>
            <a:custGeom>
              <a:avLst/>
              <a:gdLst/>
              <a:ahLst/>
              <a:cxnLst/>
              <a:rect l="l" t="t" r="r" b="b"/>
              <a:pathLst>
                <a:path w="11689" h="11815" extrusionOk="0">
                  <a:moveTo>
                    <a:pt x="10996" y="2079"/>
                  </a:moveTo>
                  <a:lnTo>
                    <a:pt x="10996" y="3466"/>
                  </a:lnTo>
                  <a:lnTo>
                    <a:pt x="10334" y="3466"/>
                  </a:lnTo>
                  <a:lnTo>
                    <a:pt x="10334" y="2079"/>
                  </a:lnTo>
                  <a:close/>
                  <a:moveTo>
                    <a:pt x="10996" y="4127"/>
                  </a:moveTo>
                  <a:lnTo>
                    <a:pt x="10996" y="5513"/>
                  </a:lnTo>
                  <a:lnTo>
                    <a:pt x="10303" y="5513"/>
                  </a:lnTo>
                  <a:lnTo>
                    <a:pt x="10303" y="4127"/>
                  </a:lnTo>
                  <a:close/>
                  <a:moveTo>
                    <a:pt x="10996" y="6175"/>
                  </a:moveTo>
                  <a:lnTo>
                    <a:pt x="10996" y="7561"/>
                  </a:lnTo>
                  <a:lnTo>
                    <a:pt x="10334" y="7561"/>
                  </a:lnTo>
                  <a:lnTo>
                    <a:pt x="10334" y="6175"/>
                  </a:lnTo>
                  <a:close/>
                  <a:moveTo>
                    <a:pt x="2741" y="536"/>
                  </a:moveTo>
                  <a:lnTo>
                    <a:pt x="2741" y="10869"/>
                  </a:lnTo>
                  <a:lnTo>
                    <a:pt x="1733" y="10869"/>
                  </a:lnTo>
                  <a:cubicBezTo>
                    <a:pt x="1679" y="10914"/>
                    <a:pt x="1627" y="10934"/>
                    <a:pt x="1581" y="10934"/>
                  </a:cubicBezTo>
                  <a:cubicBezTo>
                    <a:pt x="1467" y="10934"/>
                    <a:pt x="1387" y="10815"/>
                    <a:pt x="1387" y="10680"/>
                  </a:cubicBezTo>
                  <a:lnTo>
                    <a:pt x="1387" y="10334"/>
                  </a:lnTo>
                  <a:lnTo>
                    <a:pt x="1733" y="10334"/>
                  </a:lnTo>
                  <a:cubicBezTo>
                    <a:pt x="1922" y="10334"/>
                    <a:pt x="2080" y="10145"/>
                    <a:pt x="2080" y="9956"/>
                  </a:cubicBezTo>
                  <a:cubicBezTo>
                    <a:pt x="2080" y="9767"/>
                    <a:pt x="1922" y="9609"/>
                    <a:pt x="1733" y="9609"/>
                  </a:cubicBezTo>
                  <a:lnTo>
                    <a:pt x="1387" y="9609"/>
                  </a:lnTo>
                  <a:lnTo>
                    <a:pt x="1387" y="8223"/>
                  </a:lnTo>
                  <a:lnTo>
                    <a:pt x="1733" y="8223"/>
                  </a:lnTo>
                  <a:cubicBezTo>
                    <a:pt x="1922" y="8223"/>
                    <a:pt x="2080" y="8065"/>
                    <a:pt x="2080" y="7876"/>
                  </a:cubicBezTo>
                  <a:cubicBezTo>
                    <a:pt x="2080" y="7687"/>
                    <a:pt x="1922" y="7530"/>
                    <a:pt x="1733" y="7530"/>
                  </a:cubicBezTo>
                  <a:lnTo>
                    <a:pt x="1387" y="7530"/>
                  </a:lnTo>
                  <a:lnTo>
                    <a:pt x="1387" y="6143"/>
                  </a:lnTo>
                  <a:lnTo>
                    <a:pt x="1733" y="6143"/>
                  </a:lnTo>
                  <a:cubicBezTo>
                    <a:pt x="1922" y="6143"/>
                    <a:pt x="2080" y="5986"/>
                    <a:pt x="2080" y="5797"/>
                  </a:cubicBezTo>
                  <a:cubicBezTo>
                    <a:pt x="2080" y="5576"/>
                    <a:pt x="1922" y="5419"/>
                    <a:pt x="1733" y="5419"/>
                  </a:cubicBezTo>
                  <a:lnTo>
                    <a:pt x="1387" y="5419"/>
                  </a:lnTo>
                  <a:lnTo>
                    <a:pt x="1387" y="4064"/>
                  </a:lnTo>
                  <a:lnTo>
                    <a:pt x="1733" y="4064"/>
                  </a:lnTo>
                  <a:cubicBezTo>
                    <a:pt x="1922" y="4064"/>
                    <a:pt x="2080" y="3907"/>
                    <a:pt x="2080" y="3686"/>
                  </a:cubicBezTo>
                  <a:cubicBezTo>
                    <a:pt x="2080" y="3497"/>
                    <a:pt x="1922" y="3340"/>
                    <a:pt x="1733" y="3340"/>
                  </a:cubicBezTo>
                  <a:lnTo>
                    <a:pt x="1387" y="3340"/>
                  </a:lnTo>
                  <a:lnTo>
                    <a:pt x="1387" y="1953"/>
                  </a:lnTo>
                  <a:lnTo>
                    <a:pt x="1733" y="1953"/>
                  </a:lnTo>
                  <a:cubicBezTo>
                    <a:pt x="1922" y="1953"/>
                    <a:pt x="2080" y="1796"/>
                    <a:pt x="2080" y="1607"/>
                  </a:cubicBezTo>
                  <a:cubicBezTo>
                    <a:pt x="2080" y="1418"/>
                    <a:pt x="1922" y="1260"/>
                    <a:pt x="1733" y="1260"/>
                  </a:cubicBezTo>
                  <a:lnTo>
                    <a:pt x="1387" y="1260"/>
                  </a:lnTo>
                  <a:lnTo>
                    <a:pt x="1387" y="914"/>
                  </a:lnTo>
                  <a:cubicBezTo>
                    <a:pt x="1387" y="693"/>
                    <a:pt x="1544" y="536"/>
                    <a:pt x="1733" y="536"/>
                  </a:cubicBezTo>
                  <a:close/>
                  <a:moveTo>
                    <a:pt x="9263" y="725"/>
                  </a:moveTo>
                  <a:cubicBezTo>
                    <a:pt x="9452" y="725"/>
                    <a:pt x="9609" y="882"/>
                    <a:pt x="9609" y="1071"/>
                  </a:cubicBezTo>
                  <a:lnTo>
                    <a:pt x="9609" y="10680"/>
                  </a:lnTo>
                  <a:cubicBezTo>
                    <a:pt x="9609" y="10869"/>
                    <a:pt x="9452" y="11027"/>
                    <a:pt x="9263" y="11027"/>
                  </a:cubicBezTo>
                  <a:lnTo>
                    <a:pt x="3371" y="11027"/>
                  </a:lnTo>
                  <a:lnTo>
                    <a:pt x="3371" y="725"/>
                  </a:lnTo>
                  <a:close/>
                  <a:moveTo>
                    <a:pt x="1733" y="0"/>
                  </a:moveTo>
                  <a:cubicBezTo>
                    <a:pt x="1166" y="0"/>
                    <a:pt x="694" y="473"/>
                    <a:pt x="694" y="1040"/>
                  </a:cubicBezTo>
                  <a:lnTo>
                    <a:pt x="694" y="1386"/>
                  </a:lnTo>
                  <a:lnTo>
                    <a:pt x="347" y="1386"/>
                  </a:lnTo>
                  <a:cubicBezTo>
                    <a:pt x="158" y="1386"/>
                    <a:pt x="0" y="1544"/>
                    <a:pt x="0" y="1733"/>
                  </a:cubicBezTo>
                  <a:cubicBezTo>
                    <a:pt x="0" y="1922"/>
                    <a:pt x="158" y="2079"/>
                    <a:pt x="347" y="2079"/>
                  </a:cubicBezTo>
                  <a:lnTo>
                    <a:pt x="694" y="2079"/>
                  </a:lnTo>
                  <a:lnTo>
                    <a:pt x="694" y="3466"/>
                  </a:lnTo>
                  <a:lnTo>
                    <a:pt x="347" y="3466"/>
                  </a:lnTo>
                  <a:cubicBezTo>
                    <a:pt x="158" y="3466"/>
                    <a:pt x="0" y="3623"/>
                    <a:pt x="0" y="3812"/>
                  </a:cubicBezTo>
                  <a:cubicBezTo>
                    <a:pt x="0" y="4033"/>
                    <a:pt x="158" y="4190"/>
                    <a:pt x="347" y="4190"/>
                  </a:cubicBezTo>
                  <a:lnTo>
                    <a:pt x="694" y="4190"/>
                  </a:lnTo>
                  <a:lnTo>
                    <a:pt x="694" y="5545"/>
                  </a:lnTo>
                  <a:lnTo>
                    <a:pt x="347" y="5545"/>
                  </a:lnTo>
                  <a:cubicBezTo>
                    <a:pt x="158" y="5545"/>
                    <a:pt x="0" y="5702"/>
                    <a:pt x="0" y="5923"/>
                  </a:cubicBezTo>
                  <a:cubicBezTo>
                    <a:pt x="0" y="6112"/>
                    <a:pt x="158" y="6269"/>
                    <a:pt x="347" y="6269"/>
                  </a:cubicBezTo>
                  <a:lnTo>
                    <a:pt x="694" y="6269"/>
                  </a:lnTo>
                  <a:lnTo>
                    <a:pt x="694" y="7656"/>
                  </a:lnTo>
                  <a:lnTo>
                    <a:pt x="347" y="7656"/>
                  </a:lnTo>
                  <a:cubicBezTo>
                    <a:pt x="158" y="7656"/>
                    <a:pt x="0" y="7813"/>
                    <a:pt x="0" y="8002"/>
                  </a:cubicBezTo>
                  <a:cubicBezTo>
                    <a:pt x="0" y="8191"/>
                    <a:pt x="158" y="8349"/>
                    <a:pt x="347" y="8349"/>
                  </a:cubicBezTo>
                  <a:lnTo>
                    <a:pt x="694" y="8349"/>
                  </a:lnTo>
                  <a:lnTo>
                    <a:pt x="694" y="9735"/>
                  </a:lnTo>
                  <a:lnTo>
                    <a:pt x="347" y="9735"/>
                  </a:lnTo>
                  <a:cubicBezTo>
                    <a:pt x="158" y="9735"/>
                    <a:pt x="0" y="9893"/>
                    <a:pt x="0" y="10082"/>
                  </a:cubicBezTo>
                  <a:cubicBezTo>
                    <a:pt x="0" y="10271"/>
                    <a:pt x="158" y="10428"/>
                    <a:pt x="347" y="10428"/>
                  </a:cubicBezTo>
                  <a:lnTo>
                    <a:pt x="694" y="10428"/>
                  </a:lnTo>
                  <a:lnTo>
                    <a:pt x="694" y="10806"/>
                  </a:lnTo>
                  <a:cubicBezTo>
                    <a:pt x="694" y="11342"/>
                    <a:pt x="1166" y="11814"/>
                    <a:pt x="1733" y="11814"/>
                  </a:cubicBezTo>
                  <a:lnTo>
                    <a:pt x="9294" y="11814"/>
                  </a:lnTo>
                  <a:cubicBezTo>
                    <a:pt x="9830" y="11814"/>
                    <a:pt x="10303" y="11342"/>
                    <a:pt x="10303" y="10806"/>
                  </a:cubicBezTo>
                  <a:lnTo>
                    <a:pt x="10303" y="8380"/>
                  </a:lnTo>
                  <a:lnTo>
                    <a:pt x="11342" y="8380"/>
                  </a:lnTo>
                  <a:cubicBezTo>
                    <a:pt x="11531" y="8380"/>
                    <a:pt x="11689" y="8223"/>
                    <a:pt x="11689" y="8034"/>
                  </a:cubicBezTo>
                  <a:lnTo>
                    <a:pt x="11689" y="1859"/>
                  </a:lnTo>
                  <a:cubicBezTo>
                    <a:pt x="11689" y="1544"/>
                    <a:pt x="11531" y="1386"/>
                    <a:pt x="11342" y="1386"/>
                  </a:cubicBezTo>
                  <a:lnTo>
                    <a:pt x="10303" y="1386"/>
                  </a:lnTo>
                  <a:lnTo>
                    <a:pt x="10303" y="1040"/>
                  </a:lnTo>
                  <a:cubicBezTo>
                    <a:pt x="10303" y="473"/>
                    <a:pt x="9830" y="0"/>
                    <a:pt x="92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926" name="Google Shape;14926;p84"/>
            <p:cNvSpPr/>
            <p:nvPr/>
          </p:nvSpPr>
          <p:spPr>
            <a:xfrm>
              <a:off x="-32836575" y="1967875"/>
              <a:ext cx="85875" cy="188250"/>
            </a:xfrm>
            <a:custGeom>
              <a:avLst/>
              <a:gdLst/>
              <a:ahLst/>
              <a:cxnLst/>
              <a:rect l="l" t="t" r="r" b="b"/>
              <a:pathLst>
                <a:path w="3435" h="7530" extrusionOk="0">
                  <a:moveTo>
                    <a:pt x="2773" y="693"/>
                  </a:moveTo>
                  <a:lnTo>
                    <a:pt x="2773" y="2048"/>
                  </a:lnTo>
                  <a:lnTo>
                    <a:pt x="1733" y="2048"/>
                  </a:lnTo>
                  <a:cubicBezTo>
                    <a:pt x="1544" y="2048"/>
                    <a:pt x="1386" y="2206"/>
                    <a:pt x="1386" y="2426"/>
                  </a:cubicBezTo>
                  <a:lnTo>
                    <a:pt x="1386" y="5136"/>
                  </a:lnTo>
                  <a:cubicBezTo>
                    <a:pt x="1386" y="5325"/>
                    <a:pt x="1544" y="5482"/>
                    <a:pt x="1733" y="5482"/>
                  </a:cubicBezTo>
                  <a:lnTo>
                    <a:pt x="2773" y="5482"/>
                  </a:lnTo>
                  <a:lnTo>
                    <a:pt x="2773" y="6868"/>
                  </a:lnTo>
                  <a:lnTo>
                    <a:pt x="1733" y="6868"/>
                  </a:lnTo>
                  <a:cubicBezTo>
                    <a:pt x="1197" y="6868"/>
                    <a:pt x="725" y="6396"/>
                    <a:pt x="725" y="5829"/>
                  </a:cubicBezTo>
                  <a:lnTo>
                    <a:pt x="725" y="1733"/>
                  </a:lnTo>
                  <a:cubicBezTo>
                    <a:pt x="725" y="1198"/>
                    <a:pt x="1197" y="693"/>
                    <a:pt x="1733" y="693"/>
                  </a:cubicBezTo>
                  <a:close/>
                  <a:moveTo>
                    <a:pt x="1701" y="0"/>
                  </a:moveTo>
                  <a:cubicBezTo>
                    <a:pt x="756" y="0"/>
                    <a:pt x="0" y="788"/>
                    <a:pt x="0" y="1733"/>
                  </a:cubicBezTo>
                  <a:lnTo>
                    <a:pt x="0" y="5829"/>
                  </a:lnTo>
                  <a:cubicBezTo>
                    <a:pt x="0" y="6774"/>
                    <a:pt x="756" y="7530"/>
                    <a:pt x="1701" y="7530"/>
                  </a:cubicBezTo>
                  <a:lnTo>
                    <a:pt x="3088" y="7530"/>
                  </a:lnTo>
                  <a:cubicBezTo>
                    <a:pt x="3277" y="7530"/>
                    <a:pt x="3434" y="7372"/>
                    <a:pt x="3434" y="7183"/>
                  </a:cubicBezTo>
                  <a:lnTo>
                    <a:pt x="3434" y="5136"/>
                  </a:lnTo>
                  <a:cubicBezTo>
                    <a:pt x="3434" y="4947"/>
                    <a:pt x="3277" y="4789"/>
                    <a:pt x="3088" y="4789"/>
                  </a:cubicBezTo>
                  <a:lnTo>
                    <a:pt x="2048" y="4789"/>
                  </a:lnTo>
                  <a:lnTo>
                    <a:pt x="2048" y="2741"/>
                  </a:lnTo>
                  <a:lnTo>
                    <a:pt x="3088" y="2741"/>
                  </a:lnTo>
                  <a:cubicBezTo>
                    <a:pt x="3277" y="2741"/>
                    <a:pt x="3434" y="2552"/>
                    <a:pt x="3434" y="2363"/>
                  </a:cubicBezTo>
                  <a:lnTo>
                    <a:pt x="3434" y="284"/>
                  </a:lnTo>
                  <a:cubicBezTo>
                    <a:pt x="3434" y="158"/>
                    <a:pt x="3277" y="0"/>
                    <a:pt x="30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4927" name="Google Shape;14927;p84"/>
          <p:cNvSpPr/>
          <p:nvPr/>
        </p:nvSpPr>
        <p:spPr>
          <a:xfrm>
            <a:off x="850648" y="3155970"/>
            <a:ext cx="354527" cy="353557"/>
          </a:xfrm>
          <a:custGeom>
            <a:avLst/>
            <a:gdLst/>
            <a:ahLst/>
            <a:cxnLst/>
            <a:rect l="l" t="t" r="r" b="b"/>
            <a:pathLst>
              <a:path w="11689" h="11657" extrusionOk="0">
                <a:moveTo>
                  <a:pt x="5829" y="725"/>
                </a:moveTo>
                <a:cubicBezTo>
                  <a:pt x="6112" y="725"/>
                  <a:pt x="6333" y="882"/>
                  <a:pt x="6427" y="1134"/>
                </a:cubicBezTo>
                <a:lnTo>
                  <a:pt x="6774" y="2080"/>
                </a:lnTo>
                <a:lnTo>
                  <a:pt x="4915" y="2080"/>
                </a:lnTo>
                <a:lnTo>
                  <a:pt x="5262" y="1134"/>
                </a:lnTo>
                <a:cubicBezTo>
                  <a:pt x="5356" y="882"/>
                  <a:pt x="5577" y="725"/>
                  <a:pt x="5829" y="725"/>
                </a:cubicBezTo>
                <a:close/>
                <a:moveTo>
                  <a:pt x="7058" y="2773"/>
                </a:moveTo>
                <a:lnTo>
                  <a:pt x="7782" y="4852"/>
                </a:lnTo>
                <a:lnTo>
                  <a:pt x="3970" y="4852"/>
                </a:lnTo>
                <a:lnTo>
                  <a:pt x="4695" y="2773"/>
                </a:lnTo>
                <a:close/>
                <a:moveTo>
                  <a:pt x="8003" y="5514"/>
                </a:moveTo>
                <a:lnTo>
                  <a:pt x="8759" y="7624"/>
                </a:lnTo>
                <a:lnTo>
                  <a:pt x="2962" y="7624"/>
                </a:lnTo>
                <a:lnTo>
                  <a:pt x="3687" y="5514"/>
                </a:lnTo>
                <a:close/>
                <a:moveTo>
                  <a:pt x="8979" y="8286"/>
                </a:moveTo>
                <a:lnTo>
                  <a:pt x="9452" y="9672"/>
                </a:lnTo>
                <a:lnTo>
                  <a:pt x="2206" y="9672"/>
                </a:lnTo>
                <a:lnTo>
                  <a:pt x="2710" y="8286"/>
                </a:lnTo>
                <a:close/>
                <a:moveTo>
                  <a:pt x="10649" y="10334"/>
                </a:moveTo>
                <a:cubicBezTo>
                  <a:pt x="10838" y="10334"/>
                  <a:pt x="10996" y="10491"/>
                  <a:pt x="10996" y="10680"/>
                </a:cubicBezTo>
                <a:lnTo>
                  <a:pt x="10996" y="10995"/>
                </a:lnTo>
                <a:lnTo>
                  <a:pt x="662" y="10995"/>
                </a:lnTo>
                <a:lnTo>
                  <a:pt x="662" y="10680"/>
                </a:lnTo>
                <a:cubicBezTo>
                  <a:pt x="662" y="10491"/>
                  <a:pt x="820" y="10334"/>
                  <a:pt x="1040" y="10334"/>
                </a:cubicBezTo>
                <a:close/>
                <a:moveTo>
                  <a:pt x="5829" y="0"/>
                </a:moveTo>
                <a:cubicBezTo>
                  <a:pt x="5262" y="0"/>
                  <a:pt x="4758" y="378"/>
                  <a:pt x="4600" y="882"/>
                </a:cubicBezTo>
                <a:cubicBezTo>
                  <a:pt x="4474" y="1260"/>
                  <a:pt x="1670" y="9231"/>
                  <a:pt x="1481" y="9609"/>
                </a:cubicBezTo>
                <a:lnTo>
                  <a:pt x="1040" y="9609"/>
                </a:lnTo>
                <a:cubicBezTo>
                  <a:pt x="473" y="9609"/>
                  <a:pt x="0" y="10082"/>
                  <a:pt x="0" y="10649"/>
                </a:cubicBezTo>
                <a:lnTo>
                  <a:pt x="0" y="11310"/>
                </a:lnTo>
                <a:cubicBezTo>
                  <a:pt x="0" y="11499"/>
                  <a:pt x="158" y="11657"/>
                  <a:pt x="347" y="11657"/>
                </a:cubicBezTo>
                <a:lnTo>
                  <a:pt x="11342" y="11657"/>
                </a:lnTo>
                <a:cubicBezTo>
                  <a:pt x="11531" y="11657"/>
                  <a:pt x="11689" y="11499"/>
                  <a:pt x="11689" y="11310"/>
                </a:cubicBezTo>
                <a:lnTo>
                  <a:pt x="11689" y="10680"/>
                </a:lnTo>
                <a:cubicBezTo>
                  <a:pt x="11689" y="10082"/>
                  <a:pt x="11216" y="9609"/>
                  <a:pt x="10618" y="9609"/>
                </a:cubicBezTo>
                <a:lnTo>
                  <a:pt x="10145" y="9609"/>
                </a:lnTo>
                <a:cubicBezTo>
                  <a:pt x="9988" y="9231"/>
                  <a:pt x="7184" y="1229"/>
                  <a:pt x="7058" y="882"/>
                </a:cubicBezTo>
                <a:cubicBezTo>
                  <a:pt x="6837" y="378"/>
                  <a:pt x="6396"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928" name="Google Shape;14928;p84"/>
          <p:cNvSpPr/>
          <p:nvPr/>
        </p:nvSpPr>
        <p:spPr>
          <a:xfrm>
            <a:off x="850162" y="3615866"/>
            <a:ext cx="355498" cy="354558"/>
          </a:xfrm>
          <a:custGeom>
            <a:avLst/>
            <a:gdLst/>
            <a:ahLst/>
            <a:cxnLst/>
            <a:rect l="l" t="t" r="r" b="b"/>
            <a:pathLst>
              <a:path w="11721" h="11690" extrusionOk="0">
                <a:moveTo>
                  <a:pt x="8980" y="662"/>
                </a:moveTo>
                <a:lnTo>
                  <a:pt x="8980" y="2710"/>
                </a:lnTo>
                <a:lnTo>
                  <a:pt x="7594" y="2710"/>
                </a:lnTo>
                <a:lnTo>
                  <a:pt x="7594" y="1671"/>
                </a:lnTo>
                <a:cubicBezTo>
                  <a:pt x="7594" y="1135"/>
                  <a:pt x="8066" y="662"/>
                  <a:pt x="8602" y="662"/>
                </a:cubicBezTo>
                <a:close/>
                <a:moveTo>
                  <a:pt x="9988" y="662"/>
                </a:moveTo>
                <a:cubicBezTo>
                  <a:pt x="10177" y="662"/>
                  <a:pt x="10366" y="820"/>
                  <a:pt x="10366" y="1009"/>
                </a:cubicBezTo>
                <a:lnTo>
                  <a:pt x="10366" y="2395"/>
                </a:lnTo>
                <a:cubicBezTo>
                  <a:pt x="10366" y="2584"/>
                  <a:pt x="10177" y="2742"/>
                  <a:pt x="9988" y="2742"/>
                </a:cubicBezTo>
                <a:lnTo>
                  <a:pt x="9641" y="2742"/>
                </a:lnTo>
                <a:lnTo>
                  <a:pt x="9641" y="662"/>
                </a:lnTo>
                <a:close/>
                <a:moveTo>
                  <a:pt x="10650" y="4758"/>
                </a:moveTo>
                <a:cubicBezTo>
                  <a:pt x="10870" y="4758"/>
                  <a:pt x="11028" y="4916"/>
                  <a:pt x="11028" y="5105"/>
                </a:cubicBezTo>
                <a:cubicBezTo>
                  <a:pt x="11028" y="5294"/>
                  <a:pt x="10870" y="5451"/>
                  <a:pt x="10650" y="5451"/>
                </a:cubicBezTo>
                <a:lnTo>
                  <a:pt x="9295" y="5451"/>
                </a:lnTo>
                <a:cubicBezTo>
                  <a:pt x="9074" y="5451"/>
                  <a:pt x="8917" y="5294"/>
                  <a:pt x="8917" y="5105"/>
                </a:cubicBezTo>
                <a:cubicBezTo>
                  <a:pt x="8917" y="4916"/>
                  <a:pt x="9074" y="4758"/>
                  <a:pt x="9295" y="4758"/>
                </a:cubicBezTo>
                <a:close/>
                <a:moveTo>
                  <a:pt x="10650" y="6144"/>
                </a:moveTo>
                <a:cubicBezTo>
                  <a:pt x="10870" y="6144"/>
                  <a:pt x="11028" y="6302"/>
                  <a:pt x="11028" y="6491"/>
                </a:cubicBezTo>
                <a:cubicBezTo>
                  <a:pt x="11028" y="6680"/>
                  <a:pt x="10870" y="6837"/>
                  <a:pt x="10650" y="6837"/>
                </a:cubicBezTo>
                <a:lnTo>
                  <a:pt x="9295" y="6837"/>
                </a:lnTo>
                <a:cubicBezTo>
                  <a:pt x="9074" y="6837"/>
                  <a:pt x="8917" y="6680"/>
                  <a:pt x="8917" y="6491"/>
                </a:cubicBezTo>
                <a:cubicBezTo>
                  <a:pt x="8917" y="6302"/>
                  <a:pt x="9074" y="6144"/>
                  <a:pt x="9295" y="6144"/>
                </a:cubicBezTo>
                <a:close/>
                <a:moveTo>
                  <a:pt x="3088" y="3372"/>
                </a:moveTo>
                <a:cubicBezTo>
                  <a:pt x="3309" y="3372"/>
                  <a:pt x="3467" y="3529"/>
                  <a:pt x="3467" y="3718"/>
                </a:cubicBezTo>
                <a:lnTo>
                  <a:pt x="3467" y="7814"/>
                </a:lnTo>
                <a:cubicBezTo>
                  <a:pt x="3467" y="8035"/>
                  <a:pt x="3309" y="8192"/>
                  <a:pt x="3088" y="8192"/>
                </a:cubicBezTo>
                <a:lnTo>
                  <a:pt x="2742" y="8192"/>
                </a:lnTo>
                <a:lnTo>
                  <a:pt x="2742" y="3372"/>
                </a:lnTo>
                <a:close/>
                <a:moveTo>
                  <a:pt x="9988" y="7499"/>
                </a:moveTo>
                <a:cubicBezTo>
                  <a:pt x="10177" y="7499"/>
                  <a:pt x="10335" y="7657"/>
                  <a:pt x="10335" y="7877"/>
                </a:cubicBezTo>
                <a:cubicBezTo>
                  <a:pt x="10335" y="8066"/>
                  <a:pt x="10177" y="8224"/>
                  <a:pt x="9988" y="8224"/>
                </a:cubicBezTo>
                <a:lnTo>
                  <a:pt x="9326" y="8224"/>
                </a:lnTo>
                <a:cubicBezTo>
                  <a:pt x="9137" y="8224"/>
                  <a:pt x="8980" y="8066"/>
                  <a:pt x="8980" y="7877"/>
                </a:cubicBezTo>
                <a:cubicBezTo>
                  <a:pt x="8980" y="7657"/>
                  <a:pt x="9137" y="7499"/>
                  <a:pt x="9326" y="7499"/>
                </a:cubicBezTo>
                <a:close/>
                <a:moveTo>
                  <a:pt x="9988" y="3403"/>
                </a:moveTo>
                <a:cubicBezTo>
                  <a:pt x="10177" y="3403"/>
                  <a:pt x="10335" y="3561"/>
                  <a:pt x="10335" y="3781"/>
                </a:cubicBezTo>
                <a:cubicBezTo>
                  <a:pt x="10335" y="3971"/>
                  <a:pt x="10177" y="4128"/>
                  <a:pt x="9988" y="4128"/>
                </a:cubicBezTo>
                <a:lnTo>
                  <a:pt x="7279" y="4128"/>
                </a:lnTo>
                <a:cubicBezTo>
                  <a:pt x="7090" y="4128"/>
                  <a:pt x="6932" y="4286"/>
                  <a:pt x="6932" y="4475"/>
                </a:cubicBezTo>
                <a:cubicBezTo>
                  <a:pt x="6932" y="5042"/>
                  <a:pt x="6459" y="5514"/>
                  <a:pt x="5892" y="5514"/>
                </a:cubicBezTo>
                <a:cubicBezTo>
                  <a:pt x="5703" y="5514"/>
                  <a:pt x="5546" y="5672"/>
                  <a:pt x="5546" y="5861"/>
                </a:cubicBezTo>
                <a:cubicBezTo>
                  <a:pt x="5546" y="6050"/>
                  <a:pt x="5703" y="6207"/>
                  <a:pt x="5892" y="6207"/>
                </a:cubicBezTo>
                <a:cubicBezTo>
                  <a:pt x="6302" y="6207"/>
                  <a:pt x="6649" y="6081"/>
                  <a:pt x="6932" y="5861"/>
                </a:cubicBezTo>
                <a:lnTo>
                  <a:pt x="6932" y="8255"/>
                </a:lnTo>
                <a:lnTo>
                  <a:pt x="5546" y="8255"/>
                </a:lnTo>
                <a:lnTo>
                  <a:pt x="5546" y="8192"/>
                </a:lnTo>
                <a:cubicBezTo>
                  <a:pt x="5388" y="8192"/>
                  <a:pt x="5231" y="8129"/>
                  <a:pt x="5073" y="8066"/>
                </a:cubicBezTo>
                <a:lnTo>
                  <a:pt x="4128" y="7625"/>
                </a:lnTo>
                <a:lnTo>
                  <a:pt x="4128" y="4097"/>
                </a:lnTo>
                <a:lnTo>
                  <a:pt x="4727" y="4097"/>
                </a:lnTo>
                <a:cubicBezTo>
                  <a:pt x="5105" y="4097"/>
                  <a:pt x="5514" y="3907"/>
                  <a:pt x="5766" y="3655"/>
                </a:cubicBezTo>
                <a:cubicBezTo>
                  <a:pt x="5924" y="3498"/>
                  <a:pt x="6144" y="3403"/>
                  <a:pt x="6365" y="3403"/>
                </a:cubicBezTo>
                <a:close/>
                <a:moveTo>
                  <a:pt x="1734" y="662"/>
                </a:moveTo>
                <a:cubicBezTo>
                  <a:pt x="1923" y="662"/>
                  <a:pt x="2080" y="820"/>
                  <a:pt x="2080" y="1009"/>
                </a:cubicBezTo>
                <a:lnTo>
                  <a:pt x="2080" y="9200"/>
                </a:lnTo>
                <a:cubicBezTo>
                  <a:pt x="2080" y="9389"/>
                  <a:pt x="1923" y="9547"/>
                  <a:pt x="1734" y="9547"/>
                </a:cubicBezTo>
                <a:cubicBezTo>
                  <a:pt x="1513" y="9547"/>
                  <a:pt x="1356" y="9389"/>
                  <a:pt x="1356" y="9200"/>
                </a:cubicBezTo>
                <a:lnTo>
                  <a:pt x="1356" y="1009"/>
                </a:lnTo>
                <a:cubicBezTo>
                  <a:pt x="1356" y="820"/>
                  <a:pt x="1513" y="662"/>
                  <a:pt x="1734" y="662"/>
                </a:cubicBezTo>
                <a:close/>
                <a:moveTo>
                  <a:pt x="8350" y="4790"/>
                </a:moveTo>
                <a:cubicBezTo>
                  <a:pt x="8287" y="4916"/>
                  <a:pt x="8287" y="5042"/>
                  <a:pt x="8287" y="5136"/>
                </a:cubicBezTo>
                <a:cubicBezTo>
                  <a:pt x="8287" y="5420"/>
                  <a:pt x="8413" y="5672"/>
                  <a:pt x="8570" y="5829"/>
                </a:cubicBezTo>
                <a:cubicBezTo>
                  <a:pt x="8413" y="6018"/>
                  <a:pt x="8287" y="6239"/>
                  <a:pt x="8287" y="6491"/>
                </a:cubicBezTo>
                <a:cubicBezTo>
                  <a:pt x="8287" y="6743"/>
                  <a:pt x="8413" y="6995"/>
                  <a:pt x="8570" y="7152"/>
                </a:cubicBezTo>
                <a:cubicBezTo>
                  <a:pt x="8413" y="7342"/>
                  <a:pt x="8287" y="7594"/>
                  <a:pt x="8287" y="7814"/>
                </a:cubicBezTo>
                <a:cubicBezTo>
                  <a:pt x="8287" y="8255"/>
                  <a:pt x="8570" y="8633"/>
                  <a:pt x="8980" y="8791"/>
                </a:cubicBezTo>
                <a:lnTo>
                  <a:pt x="8980" y="10965"/>
                </a:lnTo>
                <a:lnTo>
                  <a:pt x="8602" y="10965"/>
                </a:lnTo>
                <a:cubicBezTo>
                  <a:pt x="8066" y="10965"/>
                  <a:pt x="7594" y="10460"/>
                  <a:pt x="7594" y="9925"/>
                </a:cubicBezTo>
                <a:lnTo>
                  <a:pt x="7594" y="4790"/>
                </a:lnTo>
                <a:close/>
                <a:moveTo>
                  <a:pt x="9988" y="8885"/>
                </a:moveTo>
                <a:cubicBezTo>
                  <a:pt x="10177" y="8885"/>
                  <a:pt x="10335" y="9043"/>
                  <a:pt x="10335" y="9232"/>
                </a:cubicBezTo>
                <a:lnTo>
                  <a:pt x="10335" y="10618"/>
                </a:lnTo>
                <a:cubicBezTo>
                  <a:pt x="10335" y="10807"/>
                  <a:pt x="10177" y="10965"/>
                  <a:pt x="9988" y="10965"/>
                </a:cubicBezTo>
                <a:lnTo>
                  <a:pt x="9641" y="10965"/>
                </a:lnTo>
                <a:lnTo>
                  <a:pt x="9641" y="8885"/>
                </a:lnTo>
                <a:close/>
                <a:moveTo>
                  <a:pt x="1734" y="1"/>
                </a:moveTo>
                <a:cubicBezTo>
                  <a:pt x="1167" y="1"/>
                  <a:pt x="694" y="473"/>
                  <a:pt x="694" y="1009"/>
                </a:cubicBezTo>
                <a:lnTo>
                  <a:pt x="694" y="9200"/>
                </a:lnTo>
                <a:cubicBezTo>
                  <a:pt x="694" y="9641"/>
                  <a:pt x="978" y="10019"/>
                  <a:pt x="1356" y="10177"/>
                </a:cubicBezTo>
                <a:lnTo>
                  <a:pt x="1356" y="10965"/>
                </a:lnTo>
                <a:lnTo>
                  <a:pt x="348" y="10965"/>
                </a:lnTo>
                <a:cubicBezTo>
                  <a:pt x="158" y="10965"/>
                  <a:pt x="1" y="11122"/>
                  <a:pt x="1" y="11343"/>
                </a:cubicBezTo>
                <a:cubicBezTo>
                  <a:pt x="1" y="11532"/>
                  <a:pt x="158" y="11689"/>
                  <a:pt x="348" y="11689"/>
                </a:cubicBezTo>
                <a:lnTo>
                  <a:pt x="3057" y="11689"/>
                </a:lnTo>
                <a:cubicBezTo>
                  <a:pt x="3246" y="11689"/>
                  <a:pt x="3403" y="11532"/>
                  <a:pt x="3403" y="11343"/>
                </a:cubicBezTo>
                <a:cubicBezTo>
                  <a:pt x="3403" y="11122"/>
                  <a:pt x="3246" y="10965"/>
                  <a:pt x="3057" y="10965"/>
                </a:cubicBezTo>
                <a:lnTo>
                  <a:pt x="2049" y="10965"/>
                </a:lnTo>
                <a:lnTo>
                  <a:pt x="2049" y="10177"/>
                </a:lnTo>
                <a:cubicBezTo>
                  <a:pt x="2427" y="10019"/>
                  <a:pt x="2710" y="9673"/>
                  <a:pt x="2710" y="9200"/>
                </a:cubicBezTo>
                <a:lnTo>
                  <a:pt x="2710" y="8885"/>
                </a:lnTo>
                <a:lnTo>
                  <a:pt x="3057" y="8885"/>
                </a:lnTo>
                <a:cubicBezTo>
                  <a:pt x="3467" y="8885"/>
                  <a:pt x="3813" y="8665"/>
                  <a:pt x="3971" y="8350"/>
                </a:cubicBezTo>
                <a:lnTo>
                  <a:pt x="4727" y="8696"/>
                </a:lnTo>
                <a:cubicBezTo>
                  <a:pt x="4947" y="8822"/>
                  <a:pt x="5231" y="8885"/>
                  <a:pt x="5451" y="8885"/>
                </a:cubicBezTo>
                <a:lnTo>
                  <a:pt x="6838" y="8885"/>
                </a:lnTo>
                <a:lnTo>
                  <a:pt x="6838" y="9925"/>
                </a:lnTo>
                <a:cubicBezTo>
                  <a:pt x="6838" y="10870"/>
                  <a:pt x="7594" y="11689"/>
                  <a:pt x="8539" y="11689"/>
                </a:cubicBezTo>
                <a:lnTo>
                  <a:pt x="9925" y="11689"/>
                </a:lnTo>
                <a:cubicBezTo>
                  <a:pt x="10461" y="11689"/>
                  <a:pt x="10933" y="11217"/>
                  <a:pt x="10933" y="10650"/>
                </a:cubicBezTo>
                <a:lnTo>
                  <a:pt x="10933" y="9232"/>
                </a:lnTo>
                <a:cubicBezTo>
                  <a:pt x="10933" y="8980"/>
                  <a:pt x="10807" y="8728"/>
                  <a:pt x="10681" y="8570"/>
                </a:cubicBezTo>
                <a:cubicBezTo>
                  <a:pt x="10839" y="8381"/>
                  <a:pt x="10933" y="8129"/>
                  <a:pt x="10933" y="7909"/>
                </a:cubicBezTo>
                <a:cubicBezTo>
                  <a:pt x="10933" y="7783"/>
                  <a:pt x="10902" y="7625"/>
                  <a:pt x="10870" y="7499"/>
                </a:cubicBezTo>
                <a:cubicBezTo>
                  <a:pt x="11311" y="7405"/>
                  <a:pt x="11626" y="6995"/>
                  <a:pt x="11626" y="6522"/>
                </a:cubicBezTo>
                <a:cubicBezTo>
                  <a:pt x="11626" y="6239"/>
                  <a:pt x="11500" y="6018"/>
                  <a:pt x="11343" y="5861"/>
                </a:cubicBezTo>
                <a:cubicBezTo>
                  <a:pt x="11500" y="5672"/>
                  <a:pt x="11626" y="5420"/>
                  <a:pt x="11626" y="5199"/>
                </a:cubicBezTo>
                <a:cubicBezTo>
                  <a:pt x="11721" y="4632"/>
                  <a:pt x="11374" y="4254"/>
                  <a:pt x="10933" y="4128"/>
                </a:cubicBezTo>
                <a:cubicBezTo>
                  <a:pt x="10965" y="4002"/>
                  <a:pt x="11028" y="3876"/>
                  <a:pt x="11028" y="3718"/>
                </a:cubicBezTo>
                <a:cubicBezTo>
                  <a:pt x="11028" y="3466"/>
                  <a:pt x="10902" y="3214"/>
                  <a:pt x="10744" y="3057"/>
                </a:cubicBezTo>
                <a:cubicBezTo>
                  <a:pt x="10902" y="2868"/>
                  <a:pt x="11028" y="2616"/>
                  <a:pt x="11028" y="2395"/>
                </a:cubicBezTo>
                <a:lnTo>
                  <a:pt x="11028" y="1009"/>
                </a:lnTo>
                <a:cubicBezTo>
                  <a:pt x="11028" y="473"/>
                  <a:pt x="10555" y="1"/>
                  <a:pt x="9988" y="1"/>
                </a:cubicBezTo>
                <a:lnTo>
                  <a:pt x="8602" y="1"/>
                </a:lnTo>
                <a:cubicBezTo>
                  <a:pt x="7657" y="1"/>
                  <a:pt x="6932" y="726"/>
                  <a:pt x="6932" y="1671"/>
                </a:cubicBezTo>
                <a:lnTo>
                  <a:pt x="6932" y="2710"/>
                </a:lnTo>
                <a:lnTo>
                  <a:pt x="6365" y="2710"/>
                </a:lnTo>
                <a:cubicBezTo>
                  <a:pt x="5987" y="2710"/>
                  <a:pt x="5577" y="2868"/>
                  <a:pt x="5294" y="3151"/>
                </a:cubicBezTo>
                <a:cubicBezTo>
                  <a:pt x="5136" y="3309"/>
                  <a:pt x="4947" y="3372"/>
                  <a:pt x="4727" y="3372"/>
                </a:cubicBezTo>
                <a:lnTo>
                  <a:pt x="4097" y="3372"/>
                </a:lnTo>
                <a:cubicBezTo>
                  <a:pt x="3939" y="2994"/>
                  <a:pt x="3561" y="2710"/>
                  <a:pt x="3088" y="2710"/>
                </a:cubicBezTo>
                <a:lnTo>
                  <a:pt x="2742" y="2710"/>
                </a:lnTo>
                <a:lnTo>
                  <a:pt x="2742" y="1009"/>
                </a:lnTo>
                <a:cubicBezTo>
                  <a:pt x="2742" y="473"/>
                  <a:pt x="2269"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4929" name="Google Shape;14929;p84"/>
          <p:cNvGrpSpPr/>
          <p:nvPr/>
        </p:nvGrpSpPr>
        <p:grpSpPr>
          <a:xfrm>
            <a:off x="3081101" y="2687555"/>
            <a:ext cx="356438" cy="353557"/>
            <a:chOff x="-31166825" y="1939525"/>
            <a:chExt cx="293800" cy="291425"/>
          </a:xfrm>
        </p:grpSpPr>
        <p:sp>
          <p:nvSpPr>
            <p:cNvPr id="14930" name="Google Shape;14930;p84"/>
            <p:cNvSpPr/>
            <p:nvPr/>
          </p:nvSpPr>
          <p:spPr>
            <a:xfrm>
              <a:off x="-31166825" y="1939525"/>
              <a:ext cx="224500" cy="291425"/>
            </a:xfrm>
            <a:custGeom>
              <a:avLst/>
              <a:gdLst/>
              <a:ahLst/>
              <a:cxnLst/>
              <a:rect l="l" t="t" r="r" b="b"/>
              <a:pathLst>
                <a:path w="8980" h="11657" extrusionOk="0">
                  <a:moveTo>
                    <a:pt x="5892" y="662"/>
                  </a:moveTo>
                  <a:cubicBezTo>
                    <a:pt x="6081" y="662"/>
                    <a:pt x="6239" y="819"/>
                    <a:pt x="6239" y="1040"/>
                  </a:cubicBezTo>
                  <a:lnTo>
                    <a:pt x="6239" y="1386"/>
                  </a:lnTo>
                  <a:lnTo>
                    <a:pt x="2805" y="1386"/>
                  </a:lnTo>
                  <a:lnTo>
                    <a:pt x="2805" y="1040"/>
                  </a:lnTo>
                  <a:cubicBezTo>
                    <a:pt x="2805" y="819"/>
                    <a:pt x="2962" y="662"/>
                    <a:pt x="3120" y="662"/>
                  </a:cubicBezTo>
                  <a:close/>
                  <a:moveTo>
                    <a:pt x="8035" y="1323"/>
                  </a:moveTo>
                  <a:cubicBezTo>
                    <a:pt x="8255" y="1323"/>
                    <a:pt x="8413" y="1512"/>
                    <a:pt x="8413" y="1701"/>
                  </a:cubicBezTo>
                  <a:lnTo>
                    <a:pt x="8413" y="10617"/>
                  </a:lnTo>
                  <a:cubicBezTo>
                    <a:pt x="8413" y="10838"/>
                    <a:pt x="8255" y="10995"/>
                    <a:pt x="8035" y="10995"/>
                  </a:cubicBezTo>
                  <a:lnTo>
                    <a:pt x="1166" y="10995"/>
                  </a:lnTo>
                  <a:cubicBezTo>
                    <a:pt x="946" y="10995"/>
                    <a:pt x="788" y="10838"/>
                    <a:pt x="788" y="10617"/>
                  </a:cubicBezTo>
                  <a:lnTo>
                    <a:pt x="788" y="1701"/>
                  </a:lnTo>
                  <a:lnTo>
                    <a:pt x="757" y="1701"/>
                  </a:lnTo>
                  <a:cubicBezTo>
                    <a:pt x="757" y="1512"/>
                    <a:pt x="914" y="1323"/>
                    <a:pt x="1103" y="1323"/>
                  </a:cubicBezTo>
                  <a:lnTo>
                    <a:pt x="2143" y="1323"/>
                  </a:lnTo>
                  <a:lnTo>
                    <a:pt x="2143" y="1701"/>
                  </a:lnTo>
                  <a:cubicBezTo>
                    <a:pt x="2143" y="1890"/>
                    <a:pt x="2301" y="2048"/>
                    <a:pt x="2490" y="2048"/>
                  </a:cubicBezTo>
                  <a:lnTo>
                    <a:pt x="6617" y="2048"/>
                  </a:lnTo>
                  <a:cubicBezTo>
                    <a:pt x="6837" y="2048"/>
                    <a:pt x="6995" y="1890"/>
                    <a:pt x="6995" y="1701"/>
                  </a:cubicBezTo>
                  <a:lnTo>
                    <a:pt x="6995" y="1323"/>
                  </a:lnTo>
                  <a:close/>
                  <a:moveTo>
                    <a:pt x="3120" y="0"/>
                  </a:moveTo>
                  <a:cubicBezTo>
                    <a:pt x="2679" y="0"/>
                    <a:pt x="2301" y="284"/>
                    <a:pt x="2143" y="662"/>
                  </a:cubicBezTo>
                  <a:lnTo>
                    <a:pt x="1040" y="662"/>
                  </a:lnTo>
                  <a:cubicBezTo>
                    <a:pt x="473" y="662"/>
                    <a:pt x="1" y="1134"/>
                    <a:pt x="1" y="1701"/>
                  </a:cubicBezTo>
                  <a:lnTo>
                    <a:pt x="1" y="10649"/>
                  </a:lnTo>
                  <a:cubicBezTo>
                    <a:pt x="64" y="11216"/>
                    <a:pt x="536" y="11657"/>
                    <a:pt x="1072" y="11657"/>
                  </a:cubicBezTo>
                  <a:lnTo>
                    <a:pt x="7971" y="11657"/>
                  </a:lnTo>
                  <a:cubicBezTo>
                    <a:pt x="8507" y="11657"/>
                    <a:pt x="8980" y="11184"/>
                    <a:pt x="8980" y="10649"/>
                  </a:cubicBezTo>
                  <a:lnTo>
                    <a:pt x="8980" y="1701"/>
                  </a:lnTo>
                  <a:cubicBezTo>
                    <a:pt x="8980" y="1134"/>
                    <a:pt x="8507" y="662"/>
                    <a:pt x="7971" y="662"/>
                  </a:cubicBezTo>
                  <a:lnTo>
                    <a:pt x="6869" y="662"/>
                  </a:lnTo>
                  <a:cubicBezTo>
                    <a:pt x="6711" y="284"/>
                    <a:pt x="6365"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931" name="Google Shape;14931;p84"/>
            <p:cNvSpPr/>
            <p:nvPr/>
          </p:nvSpPr>
          <p:spPr>
            <a:xfrm>
              <a:off x="-31131375" y="2145075"/>
              <a:ext cx="52800" cy="52800"/>
            </a:xfrm>
            <a:custGeom>
              <a:avLst/>
              <a:gdLst/>
              <a:ahLst/>
              <a:cxnLst/>
              <a:rect l="l" t="t" r="r" b="b"/>
              <a:pathLst>
                <a:path w="2112" h="2112" extrusionOk="0">
                  <a:moveTo>
                    <a:pt x="1355" y="726"/>
                  </a:moveTo>
                  <a:lnTo>
                    <a:pt x="1355" y="1387"/>
                  </a:lnTo>
                  <a:lnTo>
                    <a:pt x="694" y="1387"/>
                  </a:lnTo>
                  <a:lnTo>
                    <a:pt x="694" y="726"/>
                  </a:lnTo>
                  <a:close/>
                  <a:moveTo>
                    <a:pt x="379" y="1"/>
                  </a:moveTo>
                  <a:cubicBezTo>
                    <a:pt x="158" y="1"/>
                    <a:pt x="0" y="158"/>
                    <a:pt x="0" y="379"/>
                  </a:cubicBezTo>
                  <a:lnTo>
                    <a:pt x="0" y="1734"/>
                  </a:lnTo>
                  <a:cubicBezTo>
                    <a:pt x="0" y="1954"/>
                    <a:pt x="158" y="2112"/>
                    <a:pt x="379" y="2112"/>
                  </a:cubicBezTo>
                  <a:lnTo>
                    <a:pt x="1733" y="2112"/>
                  </a:lnTo>
                  <a:cubicBezTo>
                    <a:pt x="1954" y="2112"/>
                    <a:pt x="2111" y="1954"/>
                    <a:pt x="2111" y="1734"/>
                  </a:cubicBezTo>
                  <a:lnTo>
                    <a:pt x="2111" y="379"/>
                  </a:lnTo>
                  <a:cubicBezTo>
                    <a:pt x="2111" y="158"/>
                    <a:pt x="1954"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932" name="Google Shape;14932;p84"/>
            <p:cNvSpPr/>
            <p:nvPr/>
          </p:nvSpPr>
          <p:spPr>
            <a:xfrm>
              <a:off x="-31131375" y="2076550"/>
              <a:ext cx="52800" cy="52025"/>
            </a:xfrm>
            <a:custGeom>
              <a:avLst/>
              <a:gdLst/>
              <a:ahLst/>
              <a:cxnLst/>
              <a:rect l="l" t="t" r="r" b="b"/>
              <a:pathLst>
                <a:path w="2112" h="2081" extrusionOk="0">
                  <a:moveTo>
                    <a:pt x="1355" y="694"/>
                  </a:moveTo>
                  <a:lnTo>
                    <a:pt x="1355" y="1356"/>
                  </a:lnTo>
                  <a:lnTo>
                    <a:pt x="694" y="1356"/>
                  </a:lnTo>
                  <a:lnTo>
                    <a:pt x="694" y="694"/>
                  </a:lnTo>
                  <a:close/>
                  <a:moveTo>
                    <a:pt x="379" y="1"/>
                  </a:moveTo>
                  <a:cubicBezTo>
                    <a:pt x="158" y="1"/>
                    <a:pt x="0" y="159"/>
                    <a:pt x="0" y="348"/>
                  </a:cubicBezTo>
                  <a:lnTo>
                    <a:pt x="0" y="1734"/>
                  </a:lnTo>
                  <a:cubicBezTo>
                    <a:pt x="0" y="1923"/>
                    <a:pt x="158" y="2080"/>
                    <a:pt x="379" y="2080"/>
                  </a:cubicBezTo>
                  <a:lnTo>
                    <a:pt x="1733" y="2080"/>
                  </a:lnTo>
                  <a:cubicBezTo>
                    <a:pt x="1954" y="2080"/>
                    <a:pt x="2111" y="1923"/>
                    <a:pt x="2111" y="1734"/>
                  </a:cubicBezTo>
                  <a:lnTo>
                    <a:pt x="2111" y="348"/>
                  </a:lnTo>
                  <a:cubicBezTo>
                    <a:pt x="2111" y="159"/>
                    <a:pt x="1954"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933" name="Google Shape;14933;p84"/>
            <p:cNvSpPr/>
            <p:nvPr/>
          </p:nvSpPr>
          <p:spPr>
            <a:xfrm>
              <a:off x="-31131375" y="2007250"/>
              <a:ext cx="52800" cy="52800"/>
            </a:xfrm>
            <a:custGeom>
              <a:avLst/>
              <a:gdLst/>
              <a:ahLst/>
              <a:cxnLst/>
              <a:rect l="l" t="t" r="r" b="b"/>
              <a:pathLst>
                <a:path w="2112" h="2112" extrusionOk="0">
                  <a:moveTo>
                    <a:pt x="1355" y="725"/>
                  </a:moveTo>
                  <a:lnTo>
                    <a:pt x="1355" y="1387"/>
                  </a:lnTo>
                  <a:lnTo>
                    <a:pt x="694" y="1387"/>
                  </a:lnTo>
                  <a:lnTo>
                    <a:pt x="694" y="725"/>
                  </a:lnTo>
                  <a:close/>
                  <a:moveTo>
                    <a:pt x="379" y="1"/>
                  </a:moveTo>
                  <a:cubicBezTo>
                    <a:pt x="158" y="1"/>
                    <a:pt x="0" y="158"/>
                    <a:pt x="0" y="379"/>
                  </a:cubicBezTo>
                  <a:lnTo>
                    <a:pt x="0" y="1733"/>
                  </a:lnTo>
                  <a:cubicBezTo>
                    <a:pt x="0" y="1954"/>
                    <a:pt x="158" y="2111"/>
                    <a:pt x="379" y="2111"/>
                  </a:cubicBezTo>
                  <a:lnTo>
                    <a:pt x="1733" y="2111"/>
                  </a:lnTo>
                  <a:cubicBezTo>
                    <a:pt x="1954" y="2111"/>
                    <a:pt x="2111" y="1954"/>
                    <a:pt x="2111" y="1733"/>
                  </a:cubicBezTo>
                  <a:lnTo>
                    <a:pt x="2111" y="379"/>
                  </a:lnTo>
                  <a:cubicBezTo>
                    <a:pt x="2111" y="158"/>
                    <a:pt x="1954"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934" name="Google Shape;14934;p84"/>
            <p:cNvSpPr/>
            <p:nvPr/>
          </p:nvSpPr>
          <p:spPr>
            <a:xfrm>
              <a:off x="-31062075" y="2007250"/>
              <a:ext cx="85875" cy="18150"/>
            </a:xfrm>
            <a:custGeom>
              <a:avLst/>
              <a:gdLst/>
              <a:ahLst/>
              <a:cxnLst/>
              <a:rect l="l" t="t" r="r" b="b"/>
              <a:pathLst>
                <a:path w="3435" h="726" extrusionOk="0">
                  <a:moveTo>
                    <a:pt x="347" y="1"/>
                  </a:moveTo>
                  <a:cubicBezTo>
                    <a:pt x="158" y="1"/>
                    <a:pt x="1" y="158"/>
                    <a:pt x="1" y="379"/>
                  </a:cubicBezTo>
                  <a:cubicBezTo>
                    <a:pt x="1" y="568"/>
                    <a:pt x="158" y="725"/>
                    <a:pt x="347" y="725"/>
                  </a:cubicBezTo>
                  <a:lnTo>
                    <a:pt x="3057" y="725"/>
                  </a:lnTo>
                  <a:cubicBezTo>
                    <a:pt x="3277" y="725"/>
                    <a:pt x="3435" y="568"/>
                    <a:pt x="3435" y="379"/>
                  </a:cubicBezTo>
                  <a:cubicBezTo>
                    <a:pt x="3435" y="158"/>
                    <a:pt x="3277" y="1"/>
                    <a:pt x="3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935" name="Google Shape;14935;p84"/>
            <p:cNvSpPr/>
            <p:nvPr/>
          </p:nvSpPr>
          <p:spPr>
            <a:xfrm>
              <a:off x="-31062075" y="2041900"/>
              <a:ext cx="52025" cy="18150"/>
            </a:xfrm>
            <a:custGeom>
              <a:avLst/>
              <a:gdLst/>
              <a:ahLst/>
              <a:cxnLst/>
              <a:rect l="l" t="t" r="r" b="b"/>
              <a:pathLst>
                <a:path w="2081" h="726" extrusionOk="0">
                  <a:moveTo>
                    <a:pt x="347" y="1"/>
                  </a:moveTo>
                  <a:cubicBezTo>
                    <a:pt x="158" y="1"/>
                    <a:pt x="1" y="158"/>
                    <a:pt x="1" y="347"/>
                  </a:cubicBezTo>
                  <a:cubicBezTo>
                    <a:pt x="1" y="568"/>
                    <a:pt x="158" y="725"/>
                    <a:pt x="347" y="725"/>
                  </a:cubicBezTo>
                  <a:lnTo>
                    <a:pt x="1734" y="725"/>
                  </a:lnTo>
                  <a:cubicBezTo>
                    <a:pt x="1923" y="725"/>
                    <a:pt x="2080" y="568"/>
                    <a:pt x="2080" y="347"/>
                  </a:cubicBezTo>
                  <a:cubicBezTo>
                    <a:pt x="2080" y="158"/>
                    <a:pt x="1923"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936" name="Google Shape;14936;p84"/>
            <p:cNvSpPr/>
            <p:nvPr/>
          </p:nvSpPr>
          <p:spPr>
            <a:xfrm>
              <a:off x="-31062075" y="2076550"/>
              <a:ext cx="85875" cy="17375"/>
            </a:xfrm>
            <a:custGeom>
              <a:avLst/>
              <a:gdLst/>
              <a:ahLst/>
              <a:cxnLst/>
              <a:rect l="l" t="t" r="r" b="b"/>
              <a:pathLst>
                <a:path w="3435" h="695" extrusionOk="0">
                  <a:moveTo>
                    <a:pt x="347" y="1"/>
                  </a:moveTo>
                  <a:cubicBezTo>
                    <a:pt x="158" y="1"/>
                    <a:pt x="1" y="159"/>
                    <a:pt x="1" y="348"/>
                  </a:cubicBezTo>
                  <a:cubicBezTo>
                    <a:pt x="1" y="537"/>
                    <a:pt x="158" y="694"/>
                    <a:pt x="347" y="694"/>
                  </a:cubicBezTo>
                  <a:lnTo>
                    <a:pt x="3057" y="694"/>
                  </a:lnTo>
                  <a:cubicBezTo>
                    <a:pt x="3277" y="694"/>
                    <a:pt x="3435" y="537"/>
                    <a:pt x="3435" y="348"/>
                  </a:cubicBezTo>
                  <a:cubicBezTo>
                    <a:pt x="3435" y="159"/>
                    <a:pt x="3277" y="1"/>
                    <a:pt x="3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937" name="Google Shape;14937;p84"/>
            <p:cNvSpPr/>
            <p:nvPr/>
          </p:nvSpPr>
          <p:spPr>
            <a:xfrm>
              <a:off x="-31062075" y="2110425"/>
              <a:ext cx="52025" cy="18150"/>
            </a:xfrm>
            <a:custGeom>
              <a:avLst/>
              <a:gdLst/>
              <a:ahLst/>
              <a:cxnLst/>
              <a:rect l="l" t="t" r="r" b="b"/>
              <a:pathLst>
                <a:path w="2081" h="726" extrusionOk="0">
                  <a:moveTo>
                    <a:pt x="347" y="1"/>
                  </a:moveTo>
                  <a:cubicBezTo>
                    <a:pt x="158" y="1"/>
                    <a:pt x="1" y="190"/>
                    <a:pt x="1" y="379"/>
                  </a:cubicBezTo>
                  <a:cubicBezTo>
                    <a:pt x="1" y="568"/>
                    <a:pt x="158" y="725"/>
                    <a:pt x="347" y="725"/>
                  </a:cubicBezTo>
                  <a:lnTo>
                    <a:pt x="1734" y="725"/>
                  </a:lnTo>
                  <a:cubicBezTo>
                    <a:pt x="1923" y="725"/>
                    <a:pt x="2080" y="568"/>
                    <a:pt x="2080" y="379"/>
                  </a:cubicBezTo>
                  <a:cubicBezTo>
                    <a:pt x="2080" y="190"/>
                    <a:pt x="1923"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938" name="Google Shape;14938;p84"/>
            <p:cNvSpPr/>
            <p:nvPr/>
          </p:nvSpPr>
          <p:spPr>
            <a:xfrm>
              <a:off x="-31062075" y="2145075"/>
              <a:ext cx="85875" cy="18150"/>
            </a:xfrm>
            <a:custGeom>
              <a:avLst/>
              <a:gdLst/>
              <a:ahLst/>
              <a:cxnLst/>
              <a:rect l="l" t="t" r="r" b="b"/>
              <a:pathLst>
                <a:path w="3435" h="726" extrusionOk="0">
                  <a:moveTo>
                    <a:pt x="347" y="1"/>
                  </a:moveTo>
                  <a:cubicBezTo>
                    <a:pt x="158" y="1"/>
                    <a:pt x="1" y="158"/>
                    <a:pt x="1" y="379"/>
                  </a:cubicBezTo>
                  <a:cubicBezTo>
                    <a:pt x="1" y="568"/>
                    <a:pt x="158" y="726"/>
                    <a:pt x="347" y="726"/>
                  </a:cubicBezTo>
                  <a:lnTo>
                    <a:pt x="3057" y="726"/>
                  </a:lnTo>
                  <a:cubicBezTo>
                    <a:pt x="3277" y="726"/>
                    <a:pt x="3435" y="568"/>
                    <a:pt x="3435" y="379"/>
                  </a:cubicBezTo>
                  <a:cubicBezTo>
                    <a:pt x="3435" y="158"/>
                    <a:pt x="3277" y="1"/>
                    <a:pt x="3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939" name="Google Shape;14939;p84"/>
            <p:cNvSpPr/>
            <p:nvPr/>
          </p:nvSpPr>
          <p:spPr>
            <a:xfrm>
              <a:off x="-31062075" y="2179750"/>
              <a:ext cx="52025" cy="18125"/>
            </a:xfrm>
            <a:custGeom>
              <a:avLst/>
              <a:gdLst/>
              <a:ahLst/>
              <a:cxnLst/>
              <a:rect l="l" t="t" r="r" b="b"/>
              <a:pathLst>
                <a:path w="2081" h="725" extrusionOk="0">
                  <a:moveTo>
                    <a:pt x="347" y="0"/>
                  </a:moveTo>
                  <a:cubicBezTo>
                    <a:pt x="158" y="0"/>
                    <a:pt x="1" y="158"/>
                    <a:pt x="1" y="347"/>
                  </a:cubicBezTo>
                  <a:cubicBezTo>
                    <a:pt x="1" y="567"/>
                    <a:pt x="158" y="725"/>
                    <a:pt x="347" y="725"/>
                  </a:cubicBezTo>
                  <a:lnTo>
                    <a:pt x="1734" y="725"/>
                  </a:lnTo>
                  <a:cubicBezTo>
                    <a:pt x="1923" y="725"/>
                    <a:pt x="2080" y="567"/>
                    <a:pt x="2080" y="347"/>
                  </a:cubicBezTo>
                  <a:cubicBezTo>
                    <a:pt x="2080" y="158"/>
                    <a:pt x="1923" y="0"/>
                    <a:pt x="17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940" name="Google Shape;14940;p84"/>
            <p:cNvSpPr/>
            <p:nvPr/>
          </p:nvSpPr>
          <p:spPr>
            <a:xfrm>
              <a:off x="-30924225" y="1974175"/>
              <a:ext cx="51200" cy="240250"/>
            </a:xfrm>
            <a:custGeom>
              <a:avLst/>
              <a:gdLst/>
              <a:ahLst/>
              <a:cxnLst/>
              <a:rect l="l" t="t" r="r" b="b"/>
              <a:pathLst>
                <a:path w="2048" h="9610" extrusionOk="0">
                  <a:moveTo>
                    <a:pt x="1008" y="662"/>
                  </a:moveTo>
                  <a:cubicBezTo>
                    <a:pt x="1229" y="662"/>
                    <a:pt x="1386" y="819"/>
                    <a:pt x="1386" y="1009"/>
                  </a:cubicBezTo>
                  <a:lnTo>
                    <a:pt x="1386" y="2080"/>
                  </a:lnTo>
                  <a:lnTo>
                    <a:pt x="725" y="2080"/>
                  </a:lnTo>
                  <a:lnTo>
                    <a:pt x="725" y="1009"/>
                  </a:lnTo>
                  <a:lnTo>
                    <a:pt x="662" y="1009"/>
                  </a:lnTo>
                  <a:cubicBezTo>
                    <a:pt x="662" y="819"/>
                    <a:pt x="819" y="662"/>
                    <a:pt x="1008" y="662"/>
                  </a:cubicBezTo>
                  <a:close/>
                  <a:moveTo>
                    <a:pt x="1323" y="2741"/>
                  </a:moveTo>
                  <a:lnTo>
                    <a:pt x="1323" y="6900"/>
                  </a:lnTo>
                  <a:lnTo>
                    <a:pt x="662" y="6900"/>
                  </a:lnTo>
                  <a:lnTo>
                    <a:pt x="662" y="2741"/>
                  </a:lnTo>
                  <a:close/>
                  <a:moveTo>
                    <a:pt x="1260" y="7562"/>
                  </a:moveTo>
                  <a:lnTo>
                    <a:pt x="1008" y="8192"/>
                  </a:lnTo>
                  <a:lnTo>
                    <a:pt x="819" y="7562"/>
                  </a:lnTo>
                  <a:close/>
                  <a:moveTo>
                    <a:pt x="1008" y="0"/>
                  </a:moveTo>
                  <a:cubicBezTo>
                    <a:pt x="473" y="0"/>
                    <a:pt x="0" y="473"/>
                    <a:pt x="0" y="1009"/>
                  </a:cubicBezTo>
                  <a:lnTo>
                    <a:pt x="0" y="7215"/>
                  </a:lnTo>
                  <a:lnTo>
                    <a:pt x="0" y="7309"/>
                  </a:lnTo>
                  <a:lnTo>
                    <a:pt x="662" y="9357"/>
                  </a:lnTo>
                  <a:cubicBezTo>
                    <a:pt x="693" y="9515"/>
                    <a:pt x="819" y="9609"/>
                    <a:pt x="977" y="9609"/>
                  </a:cubicBezTo>
                  <a:cubicBezTo>
                    <a:pt x="1134" y="9609"/>
                    <a:pt x="1260" y="9515"/>
                    <a:pt x="1292" y="9357"/>
                  </a:cubicBezTo>
                  <a:lnTo>
                    <a:pt x="1954" y="7309"/>
                  </a:lnTo>
                  <a:lnTo>
                    <a:pt x="1954" y="7215"/>
                  </a:lnTo>
                  <a:lnTo>
                    <a:pt x="1954" y="1009"/>
                  </a:lnTo>
                  <a:cubicBezTo>
                    <a:pt x="2048" y="441"/>
                    <a:pt x="1576" y="0"/>
                    <a:pt x="10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941" name="Google Shape;14941;p84"/>
          <p:cNvGrpSpPr/>
          <p:nvPr/>
        </p:nvGrpSpPr>
        <p:grpSpPr>
          <a:xfrm>
            <a:off x="3082057" y="3155482"/>
            <a:ext cx="354527" cy="354133"/>
            <a:chOff x="-31165250" y="2298675"/>
            <a:chExt cx="292225" cy="291900"/>
          </a:xfrm>
        </p:grpSpPr>
        <p:sp>
          <p:nvSpPr>
            <p:cNvPr id="14942" name="Google Shape;14942;p84"/>
            <p:cNvSpPr/>
            <p:nvPr/>
          </p:nvSpPr>
          <p:spPr>
            <a:xfrm>
              <a:off x="-31003000" y="2332550"/>
              <a:ext cx="86675" cy="103400"/>
            </a:xfrm>
            <a:custGeom>
              <a:avLst/>
              <a:gdLst/>
              <a:ahLst/>
              <a:cxnLst/>
              <a:rect l="l" t="t" r="r" b="b"/>
              <a:pathLst>
                <a:path w="3467" h="4136" extrusionOk="0">
                  <a:moveTo>
                    <a:pt x="2049" y="1386"/>
                  </a:moveTo>
                  <a:cubicBezTo>
                    <a:pt x="2017" y="1764"/>
                    <a:pt x="1923" y="2111"/>
                    <a:pt x="1734" y="2426"/>
                  </a:cubicBezTo>
                  <a:cubicBezTo>
                    <a:pt x="1576" y="2111"/>
                    <a:pt x="1450" y="1764"/>
                    <a:pt x="1418" y="1386"/>
                  </a:cubicBezTo>
                  <a:close/>
                  <a:moveTo>
                    <a:pt x="1734" y="0"/>
                  </a:moveTo>
                  <a:cubicBezTo>
                    <a:pt x="1545" y="0"/>
                    <a:pt x="1387" y="158"/>
                    <a:pt x="1387" y="347"/>
                  </a:cubicBezTo>
                  <a:lnTo>
                    <a:pt x="1387" y="693"/>
                  </a:lnTo>
                  <a:lnTo>
                    <a:pt x="347" y="693"/>
                  </a:lnTo>
                  <a:cubicBezTo>
                    <a:pt x="158" y="693"/>
                    <a:pt x="1" y="851"/>
                    <a:pt x="1" y="1071"/>
                  </a:cubicBezTo>
                  <a:cubicBezTo>
                    <a:pt x="1" y="1260"/>
                    <a:pt x="158" y="1418"/>
                    <a:pt x="347" y="1418"/>
                  </a:cubicBezTo>
                  <a:lnTo>
                    <a:pt x="694" y="1418"/>
                  </a:lnTo>
                  <a:cubicBezTo>
                    <a:pt x="757" y="2016"/>
                    <a:pt x="946" y="2552"/>
                    <a:pt x="1292" y="3056"/>
                  </a:cubicBezTo>
                  <a:lnTo>
                    <a:pt x="788" y="3592"/>
                  </a:lnTo>
                  <a:cubicBezTo>
                    <a:pt x="662" y="3686"/>
                    <a:pt x="662" y="3938"/>
                    <a:pt x="788" y="4064"/>
                  </a:cubicBezTo>
                  <a:cubicBezTo>
                    <a:pt x="851" y="4111"/>
                    <a:pt x="938" y="4135"/>
                    <a:pt x="1025" y="4135"/>
                  </a:cubicBezTo>
                  <a:cubicBezTo>
                    <a:pt x="1111" y="4135"/>
                    <a:pt x="1198" y="4111"/>
                    <a:pt x="1261" y="4064"/>
                  </a:cubicBezTo>
                  <a:lnTo>
                    <a:pt x="1702" y="3623"/>
                  </a:lnTo>
                  <a:lnTo>
                    <a:pt x="2112" y="4064"/>
                  </a:lnTo>
                  <a:cubicBezTo>
                    <a:pt x="2175" y="4111"/>
                    <a:pt x="2269" y="4135"/>
                    <a:pt x="2360" y="4135"/>
                  </a:cubicBezTo>
                  <a:cubicBezTo>
                    <a:pt x="2450" y="4135"/>
                    <a:pt x="2537" y="4111"/>
                    <a:pt x="2584" y="4064"/>
                  </a:cubicBezTo>
                  <a:cubicBezTo>
                    <a:pt x="2710" y="3938"/>
                    <a:pt x="2710" y="3686"/>
                    <a:pt x="2584" y="3592"/>
                  </a:cubicBezTo>
                  <a:lnTo>
                    <a:pt x="2080" y="3056"/>
                  </a:lnTo>
                  <a:cubicBezTo>
                    <a:pt x="2395" y="2552"/>
                    <a:pt x="2584" y="2016"/>
                    <a:pt x="2679" y="1418"/>
                  </a:cubicBezTo>
                  <a:lnTo>
                    <a:pt x="3025" y="1418"/>
                  </a:lnTo>
                  <a:cubicBezTo>
                    <a:pt x="3214" y="1418"/>
                    <a:pt x="3372" y="1260"/>
                    <a:pt x="3372" y="1071"/>
                  </a:cubicBezTo>
                  <a:cubicBezTo>
                    <a:pt x="3466" y="851"/>
                    <a:pt x="3309" y="693"/>
                    <a:pt x="3120" y="693"/>
                  </a:cubicBezTo>
                  <a:lnTo>
                    <a:pt x="2080" y="693"/>
                  </a:lnTo>
                  <a:lnTo>
                    <a:pt x="2080" y="347"/>
                  </a:lnTo>
                  <a:cubicBezTo>
                    <a:pt x="2080" y="158"/>
                    <a:pt x="1923" y="0"/>
                    <a:pt x="17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943" name="Google Shape;14943;p84"/>
            <p:cNvSpPr/>
            <p:nvPr/>
          </p:nvSpPr>
          <p:spPr>
            <a:xfrm>
              <a:off x="-31165250" y="2298675"/>
              <a:ext cx="292225" cy="291900"/>
            </a:xfrm>
            <a:custGeom>
              <a:avLst/>
              <a:gdLst/>
              <a:ahLst/>
              <a:cxnLst/>
              <a:rect l="l" t="t" r="r" b="b"/>
              <a:pathLst>
                <a:path w="11689" h="11676" extrusionOk="0">
                  <a:moveTo>
                    <a:pt x="8192" y="630"/>
                  </a:moveTo>
                  <a:cubicBezTo>
                    <a:pt x="9704" y="630"/>
                    <a:pt x="10933" y="1859"/>
                    <a:pt x="10933" y="3403"/>
                  </a:cubicBezTo>
                  <a:cubicBezTo>
                    <a:pt x="10964" y="4947"/>
                    <a:pt x="9767" y="6144"/>
                    <a:pt x="8224" y="6144"/>
                  </a:cubicBezTo>
                  <a:cubicBezTo>
                    <a:pt x="7656" y="6144"/>
                    <a:pt x="7152" y="5986"/>
                    <a:pt x="6711" y="5671"/>
                  </a:cubicBezTo>
                  <a:cubicBezTo>
                    <a:pt x="6674" y="5634"/>
                    <a:pt x="6616" y="5619"/>
                    <a:pt x="6548" y="5619"/>
                  </a:cubicBezTo>
                  <a:cubicBezTo>
                    <a:pt x="6501" y="5619"/>
                    <a:pt x="6448" y="5627"/>
                    <a:pt x="6396" y="5640"/>
                  </a:cubicBezTo>
                  <a:lnTo>
                    <a:pt x="5609" y="5923"/>
                  </a:lnTo>
                  <a:lnTo>
                    <a:pt x="5861" y="4947"/>
                  </a:lnTo>
                  <a:cubicBezTo>
                    <a:pt x="5861" y="4852"/>
                    <a:pt x="5861" y="4789"/>
                    <a:pt x="5829" y="4695"/>
                  </a:cubicBezTo>
                  <a:cubicBezTo>
                    <a:pt x="5577" y="4317"/>
                    <a:pt x="5451" y="3844"/>
                    <a:pt x="5451" y="3403"/>
                  </a:cubicBezTo>
                  <a:cubicBezTo>
                    <a:pt x="5451" y="1859"/>
                    <a:pt x="6680" y="630"/>
                    <a:pt x="8192" y="630"/>
                  </a:cubicBezTo>
                  <a:close/>
                  <a:moveTo>
                    <a:pt x="3403" y="5545"/>
                  </a:moveTo>
                  <a:cubicBezTo>
                    <a:pt x="3970" y="5545"/>
                    <a:pt x="4474" y="5703"/>
                    <a:pt x="4916" y="5986"/>
                  </a:cubicBezTo>
                  <a:lnTo>
                    <a:pt x="4790" y="6490"/>
                  </a:lnTo>
                  <a:cubicBezTo>
                    <a:pt x="4758" y="6616"/>
                    <a:pt x="4790" y="6742"/>
                    <a:pt x="4916" y="6868"/>
                  </a:cubicBezTo>
                  <a:cubicBezTo>
                    <a:pt x="4960" y="6913"/>
                    <a:pt x="5052" y="6958"/>
                    <a:pt x="5146" y="6958"/>
                  </a:cubicBezTo>
                  <a:cubicBezTo>
                    <a:pt x="5186" y="6958"/>
                    <a:pt x="5225" y="6950"/>
                    <a:pt x="5262" y="6931"/>
                  </a:cubicBezTo>
                  <a:lnTo>
                    <a:pt x="5703" y="6774"/>
                  </a:lnTo>
                  <a:cubicBezTo>
                    <a:pt x="6018" y="7152"/>
                    <a:pt x="6176" y="7656"/>
                    <a:pt x="6176" y="8255"/>
                  </a:cubicBezTo>
                  <a:cubicBezTo>
                    <a:pt x="6176" y="8696"/>
                    <a:pt x="6050" y="9137"/>
                    <a:pt x="5829" y="9546"/>
                  </a:cubicBezTo>
                  <a:cubicBezTo>
                    <a:pt x="5766" y="9609"/>
                    <a:pt x="5766" y="9704"/>
                    <a:pt x="5766" y="9767"/>
                  </a:cubicBezTo>
                  <a:lnTo>
                    <a:pt x="6018" y="10775"/>
                  </a:lnTo>
                  <a:lnTo>
                    <a:pt x="5231" y="10491"/>
                  </a:lnTo>
                  <a:cubicBezTo>
                    <a:pt x="5178" y="10478"/>
                    <a:pt x="5126" y="10471"/>
                    <a:pt x="5078" y="10471"/>
                  </a:cubicBezTo>
                  <a:cubicBezTo>
                    <a:pt x="5011" y="10471"/>
                    <a:pt x="4952" y="10486"/>
                    <a:pt x="4916" y="10523"/>
                  </a:cubicBezTo>
                  <a:cubicBezTo>
                    <a:pt x="4474" y="10838"/>
                    <a:pt x="3939" y="10996"/>
                    <a:pt x="3403" y="10996"/>
                  </a:cubicBezTo>
                  <a:cubicBezTo>
                    <a:pt x="1891" y="10996"/>
                    <a:pt x="662" y="9767"/>
                    <a:pt x="662" y="8286"/>
                  </a:cubicBezTo>
                  <a:cubicBezTo>
                    <a:pt x="662" y="6774"/>
                    <a:pt x="1891" y="5545"/>
                    <a:pt x="3403" y="5545"/>
                  </a:cubicBezTo>
                  <a:close/>
                  <a:moveTo>
                    <a:pt x="8224" y="0"/>
                  </a:moveTo>
                  <a:cubicBezTo>
                    <a:pt x="6333" y="0"/>
                    <a:pt x="4790" y="1544"/>
                    <a:pt x="4790" y="3434"/>
                  </a:cubicBezTo>
                  <a:cubicBezTo>
                    <a:pt x="4790" y="3938"/>
                    <a:pt x="4916" y="4506"/>
                    <a:pt x="5136" y="4978"/>
                  </a:cubicBezTo>
                  <a:lnTo>
                    <a:pt x="5073" y="5262"/>
                  </a:lnTo>
                  <a:cubicBezTo>
                    <a:pt x="4569" y="4978"/>
                    <a:pt x="4002" y="4821"/>
                    <a:pt x="3435" y="4821"/>
                  </a:cubicBezTo>
                  <a:cubicBezTo>
                    <a:pt x="1513" y="4821"/>
                    <a:pt x="1" y="6364"/>
                    <a:pt x="1" y="8255"/>
                  </a:cubicBezTo>
                  <a:cubicBezTo>
                    <a:pt x="1" y="10113"/>
                    <a:pt x="1544" y="11657"/>
                    <a:pt x="3435" y="11657"/>
                  </a:cubicBezTo>
                  <a:cubicBezTo>
                    <a:pt x="4065" y="11657"/>
                    <a:pt x="4632" y="11500"/>
                    <a:pt x="5168" y="11185"/>
                  </a:cubicBezTo>
                  <a:lnTo>
                    <a:pt x="6365" y="11657"/>
                  </a:lnTo>
                  <a:cubicBezTo>
                    <a:pt x="6411" y="11669"/>
                    <a:pt x="6457" y="11676"/>
                    <a:pt x="6503" y="11676"/>
                  </a:cubicBezTo>
                  <a:cubicBezTo>
                    <a:pt x="6583" y="11676"/>
                    <a:pt x="6663" y="11654"/>
                    <a:pt x="6743" y="11594"/>
                  </a:cubicBezTo>
                  <a:cubicBezTo>
                    <a:pt x="6806" y="11500"/>
                    <a:pt x="6837" y="11405"/>
                    <a:pt x="6837" y="11248"/>
                  </a:cubicBezTo>
                  <a:lnTo>
                    <a:pt x="6491" y="9767"/>
                  </a:lnTo>
                  <a:cubicBezTo>
                    <a:pt x="6743" y="9294"/>
                    <a:pt x="6837" y="8790"/>
                    <a:pt x="6837" y="8255"/>
                  </a:cubicBezTo>
                  <a:cubicBezTo>
                    <a:pt x="6837" y="7625"/>
                    <a:pt x="6648" y="6994"/>
                    <a:pt x="6333" y="6427"/>
                  </a:cubicBezTo>
                  <a:lnTo>
                    <a:pt x="6459" y="6396"/>
                  </a:lnTo>
                  <a:cubicBezTo>
                    <a:pt x="6963" y="6711"/>
                    <a:pt x="7593" y="6868"/>
                    <a:pt x="8192" y="6868"/>
                  </a:cubicBezTo>
                  <a:cubicBezTo>
                    <a:pt x="10082" y="6868"/>
                    <a:pt x="11626" y="5325"/>
                    <a:pt x="11626" y="3434"/>
                  </a:cubicBezTo>
                  <a:cubicBezTo>
                    <a:pt x="11689" y="1544"/>
                    <a:pt x="10114" y="0"/>
                    <a:pt x="82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944" name="Google Shape;14944;p84"/>
            <p:cNvSpPr/>
            <p:nvPr/>
          </p:nvSpPr>
          <p:spPr>
            <a:xfrm>
              <a:off x="-31115625" y="2452250"/>
              <a:ext cx="70900" cy="104150"/>
            </a:xfrm>
            <a:custGeom>
              <a:avLst/>
              <a:gdLst/>
              <a:ahLst/>
              <a:cxnLst/>
              <a:rect l="l" t="t" r="r" b="b"/>
              <a:pathLst>
                <a:path w="2836" h="4166" extrusionOk="0">
                  <a:moveTo>
                    <a:pt x="1481" y="1576"/>
                  </a:moveTo>
                  <a:lnTo>
                    <a:pt x="1639" y="2112"/>
                  </a:lnTo>
                  <a:lnTo>
                    <a:pt x="1324" y="2112"/>
                  </a:lnTo>
                  <a:lnTo>
                    <a:pt x="1481" y="1576"/>
                  </a:lnTo>
                  <a:close/>
                  <a:moveTo>
                    <a:pt x="1418" y="1"/>
                  </a:moveTo>
                  <a:cubicBezTo>
                    <a:pt x="1261" y="1"/>
                    <a:pt x="1166" y="127"/>
                    <a:pt x="1103" y="253"/>
                  </a:cubicBezTo>
                  <a:lnTo>
                    <a:pt x="568" y="2049"/>
                  </a:lnTo>
                  <a:lnTo>
                    <a:pt x="410" y="2049"/>
                  </a:lnTo>
                  <a:cubicBezTo>
                    <a:pt x="221" y="2049"/>
                    <a:pt x="64" y="2206"/>
                    <a:pt x="64" y="2427"/>
                  </a:cubicBezTo>
                  <a:cubicBezTo>
                    <a:pt x="64" y="2584"/>
                    <a:pt x="158" y="2742"/>
                    <a:pt x="316" y="2773"/>
                  </a:cubicBezTo>
                  <a:lnTo>
                    <a:pt x="64" y="3718"/>
                  </a:lnTo>
                  <a:cubicBezTo>
                    <a:pt x="1" y="3907"/>
                    <a:pt x="95" y="4065"/>
                    <a:pt x="284" y="4159"/>
                  </a:cubicBezTo>
                  <a:cubicBezTo>
                    <a:pt x="308" y="4163"/>
                    <a:pt x="332" y="4165"/>
                    <a:pt x="355" y="4165"/>
                  </a:cubicBezTo>
                  <a:cubicBezTo>
                    <a:pt x="512" y="4165"/>
                    <a:pt x="643" y="4072"/>
                    <a:pt x="725" y="3907"/>
                  </a:cubicBezTo>
                  <a:lnTo>
                    <a:pt x="1072" y="2773"/>
                  </a:lnTo>
                  <a:lnTo>
                    <a:pt x="1796" y="2773"/>
                  </a:lnTo>
                  <a:lnTo>
                    <a:pt x="2143" y="3907"/>
                  </a:lnTo>
                  <a:cubicBezTo>
                    <a:pt x="2170" y="4072"/>
                    <a:pt x="2318" y="4165"/>
                    <a:pt x="2502" y="4165"/>
                  </a:cubicBezTo>
                  <a:cubicBezTo>
                    <a:pt x="2528" y="4165"/>
                    <a:pt x="2556" y="4163"/>
                    <a:pt x="2584" y="4159"/>
                  </a:cubicBezTo>
                  <a:cubicBezTo>
                    <a:pt x="2773" y="4096"/>
                    <a:pt x="2836" y="3907"/>
                    <a:pt x="2805" y="3718"/>
                  </a:cubicBezTo>
                  <a:lnTo>
                    <a:pt x="2521" y="2773"/>
                  </a:lnTo>
                  <a:cubicBezTo>
                    <a:pt x="2678" y="2742"/>
                    <a:pt x="2805" y="2616"/>
                    <a:pt x="2805" y="2427"/>
                  </a:cubicBezTo>
                  <a:cubicBezTo>
                    <a:pt x="2805" y="2206"/>
                    <a:pt x="2647" y="2049"/>
                    <a:pt x="2458" y="2049"/>
                  </a:cubicBezTo>
                  <a:lnTo>
                    <a:pt x="2300" y="2049"/>
                  </a:lnTo>
                  <a:lnTo>
                    <a:pt x="1733" y="253"/>
                  </a:lnTo>
                  <a:cubicBezTo>
                    <a:pt x="1702" y="95"/>
                    <a:pt x="1576"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945" name="Google Shape;14945;p84"/>
          <p:cNvGrpSpPr/>
          <p:nvPr/>
        </p:nvGrpSpPr>
        <p:grpSpPr>
          <a:xfrm>
            <a:off x="3082542" y="3616136"/>
            <a:ext cx="353557" cy="353557"/>
            <a:chOff x="-31164450" y="2657050"/>
            <a:chExt cx="291425" cy="291425"/>
          </a:xfrm>
        </p:grpSpPr>
        <p:sp>
          <p:nvSpPr>
            <p:cNvPr id="14946" name="Google Shape;14946;p84"/>
            <p:cNvSpPr/>
            <p:nvPr/>
          </p:nvSpPr>
          <p:spPr>
            <a:xfrm>
              <a:off x="-31028975" y="2761000"/>
              <a:ext cx="18125" cy="17350"/>
            </a:xfrm>
            <a:custGeom>
              <a:avLst/>
              <a:gdLst/>
              <a:ahLst/>
              <a:cxnLst/>
              <a:rect l="l" t="t" r="r" b="b"/>
              <a:pathLst>
                <a:path w="725" h="694" extrusionOk="0">
                  <a:moveTo>
                    <a:pt x="378" y="1"/>
                  </a:moveTo>
                  <a:cubicBezTo>
                    <a:pt x="158" y="1"/>
                    <a:pt x="0" y="158"/>
                    <a:pt x="0" y="347"/>
                  </a:cubicBezTo>
                  <a:cubicBezTo>
                    <a:pt x="63" y="536"/>
                    <a:pt x="221" y="694"/>
                    <a:pt x="378" y="694"/>
                  </a:cubicBezTo>
                  <a:cubicBezTo>
                    <a:pt x="567" y="694"/>
                    <a:pt x="725" y="536"/>
                    <a:pt x="725" y="347"/>
                  </a:cubicBez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947" name="Google Shape;14947;p84"/>
            <p:cNvSpPr/>
            <p:nvPr/>
          </p:nvSpPr>
          <p:spPr>
            <a:xfrm>
              <a:off x="-31028975" y="2794075"/>
              <a:ext cx="18125" cy="52025"/>
            </a:xfrm>
            <a:custGeom>
              <a:avLst/>
              <a:gdLst/>
              <a:ahLst/>
              <a:cxnLst/>
              <a:rect l="l" t="t" r="r" b="b"/>
              <a:pathLst>
                <a:path w="725" h="2081" extrusionOk="0">
                  <a:moveTo>
                    <a:pt x="378" y="1"/>
                  </a:moveTo>
                  <a:cubicBezTo>
                    <a:pt x="158" y="1"/>
                    <a:pt x="0" y="158"/>
                    <a:pt x="0" y="347"/>
                  </a:cubicBezTo>
                  <a:lnTo>
                    <a:pt x="0" y="1734"/>
                  </a:lnTo>
                  <a:cubicBezTo>
                    <a:pt x="63" y="1923"/>
                    <a:pt x="221" y="2080"/>
                    <a:pt x="378" y="2080"/>
                  </a:cubicBezTo>
                  <a:cubicBezTo>
                    <a:pt x="567" y="2080"/>
                    <a:pt x="725" y="1923"/>
                    <a:pt x="725" y="1734"/>
                  </a:cubicBezTo>
                  <a:lnTo>
                    <a:pt x="725" y="347"/>
                  </a:ln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948" name="Google Shape;14948;p84"/>
            <p:cNvSpPr/>
            <p:nvPr/>
          </p:nvSpPr>
          <p:spPr>
            <a:xfrm>
              <a:off x="-31164450" y="2657050"/>
              <a:ext cx="291425" cy="291425"/>
            </a:xfrm>
            <a:custGeom>
              <a:avLst/>
              <a:gdLst/>
              <a:ahLst/>
              <a:cxnLst/>
              <a:rect l="l" t="t" r="r" b="b"/>
              <a:pathLst>
                <a:path w="11657" h="11657" extrusionOk="0">
                  <a:moveTo>
                    <a:pt x="1323" y="4852"/>
                  </a:moveTo>
                  <a:lnTo>
                    <a:pt x="1323" y="8286"/>
                  </a:lnTo>
                  <a:lnTo>
                    <a:pt x="977" y="8286"/>
                  </a:lnTo>
                  <a:cubicBezTo>
                    <a:pt x="788" y="8286"/>
                    <a:pt x="630" y="8128"/>
                    <a:pt x="630" y="7939"/>
                  </a:cubicBezTo>
                  <a:lnTo>
                    <a:pt x="630" y="5198"/>
                  </a:lnTo>
                  <a:cubicBezTo>
                    <a:pt x="630" y="5009"/>
                    <a:pt x="788" y="4852"/>
                    <a:pt x="977" y="4852"/>
                  </a:cubicBezTo>
                  <a:close/>
                  <a:moveTo>
                    <a:pt x="10554" y="4852"/>
                  </a:moveTo>
                  <a:cubicBezTo>
                    <a:pt x="10743" y="4852"/>
                    <a:pt x="10901" y="5009"/>
                    <a:pt x="10901" y="5198"/>
                  </a:cubicBezTo>
                  <a:lnTo>
                    <a:pt x="10901" y="7939"/>
                  </a:lnTo>
                  <a:lnTo>
                    <a:pt x="10932" y="7939"/>
                  </a:lnTo>
                  <a:cubicBezTo>
                    <a:pt x="10932" y="8128"/>
                    <a:pt x="10775" y="8286"/>
                    <a:pt x="10586" y="8286"/>
                  </a:cubicBezTo>
                  <a:lnTo>
                    <a:pt x="10239" y="8286"/>
                  </a:lnTo>
                  <a:lnTo>
                    <a:pt x="10239" y="4852"/>
                  </a:lnTo>
                  <a:close/>
                  <a:moveTo>
                    <a:pt x="5797" y="10302"/>
                  </a:moveTo>
                  <a:cubicBezTo>
                    <a:pt x="5986" y="10302"/>
                    <a:pt x="6144" y="10460"/>
                    <a:pt x="6144" y="10649"/>
                  </a:cubicBezTo>
                  <a:cubicBezTo>
                    <a:pt x="6144" y="10838"/>
                    <a:pt x="5986" y="10995"/>
                    <a:pt x="5797" y="10995"/>
                  </a:cubicBezTo>
                  <a:cubicBezTo>
                    <a:pt x="5577" y="10995"/>
                    <a:pt x="5419" y="10838"/>
                    <a:pt x="5419" y="10649"/>
                  </a:cubicBezTo>
                  <a:cubicBezTo>
                    <a:pt x="5419" y="10460"/>
                    <a:pt x="5577" y="10302"/>
                    <a:pt x="5797" y="10302"/>
                  </a:cubicBezTo>
                  <a:close/>
                  <a:moveTo>
                    <a:pt x="5829" y="0"/>
                  </a:moveTo>
                  <a:cubicBezTo>
                    <a:pt x="3371" y="0"/>
                    <a:pt x="1260" y="1796"/>
                    <a:pt x="788" y="4190"/>
                  </a:cubicBezTo>
                  <a:cubicBezTo>
                    <a:pt x="347" y="4316"/>
                    <a:pt x="0" y="4694"/>
                    <a:pt x="0" y="5167"/>
                  </a:cubicBezTo>
                  <a:lnTo>
                    <a:pt x="0" y="7876"/>
                  </a:lnTo>
                  <a:cubicBezTo>
                    <a:pt x="0" y="8443"/>
                    <a:pt x="473" y="8916"/>
                    <a:pt x="1008" y="8916"/>
                  </a:cubicBezTo>
                  <a:lnTo>
                    <a:pt x="1702" y="8916"/>
                  </a:lnTo>
                  <a:cubicBezTo>
                    <a:pt x="1891" y="8916"/>
                    <a:pt x="2048" y="8758"/>
                    <a:pt x="2048" y="8569"/>
                  </a:cubicBezTo>
                  <a:lnTo>
                    <a:pt x="2048" y="4474"/>
                  </a:lnTo>
                  <a:cubicBezTo>
                    <a:pt x="2048" y="4253"/>
                    <a:pt x="1891" y="4096"/>
                    <a:pt x="1702" y="4096"/>
                  </a:cubicBezTo>
                  <a:lnTo>
                    <a:pt x="1449" y="4096"/>
                  </a:lnTo>
                  <a:cubicBezTo>
                    <a:pt x="1922" y="2111"/>
                    <a:pt x="3749" y="630"/>
                    <a:pt x="5797" y="630"/>
                  </a:cubicBezTo>
                  <a:cubicBezTo>
                    <a:pt x="7876" y="630"/>
                    <a:pt x="9641" y="2079"/>
                    <a:pt x="10113" y="4096"/>
                  </a:cubicBezTo>
                  <a:lnTo>
                    <a:pt x="9893" y="4096"/>
                  </a:lnTo>
                  <a:cubicBezTo>
                    <a:pt x="9672" y="4096"/>
                    <a:pt x="9515" y="4253"/>
                    <a:pt x="9515" y="4474"/>
                  </a:cubicBezTo>
                  <a:lnTo>
                    <a:pt x="9515" y="8569"/>
                  </a:lnTo>
                  <a:cubicBezTo>
                    <a:pt x="9515" y="8758"/>
                    <a:pt x="9672" y="8916"/>
                    <a:pt x="9893" y="8916"/>
                  </a:cubicBezTo>
                  <a:lnTo>
                    <a:pt x="10208" y="8916"/>
                  </a:lnTo>
                  <a:cubicBezTo>
                    <a:pt x="10050" y="9704"/>
                    <a:pt x="9326" y="10302"/>
                    <a:pt x="8507" y="10302"/>
                  </a:cubicBezTo>
                  <a:lnTo>
                    <a:pt x="6742" y="10302"/>
                  </a:lnTo>
                  <a:cubicBezTo>
                    <a:pt x="6585" y="9893"/>
                    <a:pt x="6207" y="9609"/>
                    <a:pt x="5734" y="9609"/>
                  </a:cubicBezTo>
                  <a:cubicBezTo>
                    <a:pt x="5199" y="9609"/>
                    <a:pt x="4726" y="10082"/>
                    <a:pt x="4726" y="10649"/>
                  </a:cubicBezTo>
                  <a:cubicBezTo>
                    <a:pt x="4726" y="11184"/>
                    <a:pt x="5199" y="11657"/>
                    <a:pt x="5734" y="11657"/>
                  </a:cubicBezTo>
                  <a:cubicBezTo>
                    <a:pt x="6175" y="11657"/>
                    <a:pt x="6585" y="11405"/>
                    <a:pt x="6742" y="10995"/>
                  </a:cubicBezTo>
                  <a:lnTo>
                    <a:pt x="8507" y="10995"/>
                  </a:lnTo>
                  <a:cubicBezTo>
                    <a:pt x="9735" y="10995"/>
                    <a:pt x="10743" y="10082"/>
                    <a:pt x="10869" y="8916"/>
                  </a:cubicBezTo>
                  <a:cubicBezTo>
                    <a:pt x="11248" y="8790"/>
                    <a:pt x="11563" y="8412"/>
                    <a:pt x="11563" y="7939"/>
                  </a:cubicBezTo>
                  <a:lnTo>
                    <a:pt x="11563" y="5198"/>
                  </a:lnTo>
                  <a:cubicBezTo>
                    <a:pt x="11657" y="4694"/>
                    <a:pt x="11311" y="4316"/>
                    <a:pt x="10869" y="4190"/>
                  </a:cubicBezTo>
                  <a:cubicBezTo>
                    <a:pt x="10397" y="1796"/>
                    <a:pt x="8255"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949" name="Google Shape;14949;p84"/>
            <p:cNvSpPr/>
            <p:nvPr/>
          </p:nvSpPr>
          <p:spPr>
            <a:xfrm>
              <a:off x="-31097500" y="2727125"/>
              <a:ext cx="156750" cy="153925"/>
            </a:xfrm>
            <a:custGeom>
              <a:avLst/>
              <a:gdLst/>
              <a:ahLst/>
              <a:cxnLst/>
              <a:rect l="l" t="t" r="r" b="b"/>
              <a:pathLst>
                <a:path w="6270" h="6157" extrusionOk="0">
                  <a:moveTo>
                    <a:pt x="3119" y="663"/>
                  </a:moveTo>
                  <a:cubicBezTo>
                    <a:pt x="4442" y="663"/>
                    <a:pt x="5514" y="1734"/>
                    <a:pt x="5514" y="3088"/>
                  </a:cubicBezTo>
                  <a:cubicBezTo>
                    <a:pt x="5514" y="4412"/>
                    <a:pt x="4411" y="5483"/>
                    <a:pt x="3119" y="5483"/>
                  </a:cubicBezTo>
                  <a:cubicBezTo>
                    <a:pt x="2647" y="5483"/>
                    <a:pt x="2206" y="5357"/>
                    <a:pt x="1796" y="5136"/>
                  </a:cubicBezTo>
                  <a:cubicBezTo>
                    <a:pt x="1750" y="5090"/>
                    <a:pt x="1670" y="5061"/>
                    <a:pt x="1606" y="5061"/>
                  </a:cubicBezTo>
                  <a:cubicBezTo>
                    <a:pt x="1582" y="5061"/>
                    <a:pt x="1561" y="5065"/>
                    <a:pt x="1544" y="5073"/>
                  </a:cubicBezTo>
                  <a:lnTo>
                    <a:pt x="914" y="5294"/>
                  </a:lnTo>
                  <a:lnTo>
                    <a:pt x="1103" y="4664"/>
                  </a:lnTo>
                  <a:cubicBezTo>
                    <a:pt x="1134" y="4569"/>
                    <a:pt x="1103" y="4443"/>
                    <a:pt x="1071" y="4380"/>
                  </a:cubicBezTo>
                  <a:cubicBezTo>
                    <a:pt x="819" y="3971"/>
                    <a:pt x="693" y="3561"/>
                    <a:pt x="693" y="3120"/>
                  </a:cubicBezTo>
                  <a:cubicBezTo>
                    <a:pt x="693" y="1734"/>
                    <a:pt x="1796" y="663"/>
                    <a:pt x="3119" y="663"/>
                  </a:cubicBezTo>
                  <a:close/>
                  <a:moveTo>
                    <a:pt x="3151" y="1"/>
                  </a:moveTo>
                  <a:cubicBezTo>
                    <a:pt x="1449" y="1"/>
                    <a:pt x="32" y="1387"/>
                    <a:pt x="32" y="3057"/>
                  </a:cubicBezTo>
                  <a:cubicBezTo>
                    <a:pt x="32" y="3593"/>
                    <a:pt x="158" y="4097"/>
                    <a:pt x="441" y="4569"/>
                  </a:cubicBezTo>
                  <a:lnTo>
                    <a:pt x="32" y="5703"/>
                  </a:lnTo>
                  <a:cubicBezTo>
                    <a:pt x="0" y="5829"/>
                    <a:pt x="32" y="5955"/>
                    <a:pt x="126" y="6081"/>
                  </a:cubicBezTo>
                  <a:cubicBezTo>
                    <a:pt x="172" y="6128"/>
                    <a:pt x="269" y="6157"/>
                    <a:pt x="367" y="6157"/>
                  </a:cubicBezTo>
                  <a:cubicBezTo>
                    <a:pt x="403" y="6157"/>
                    <a:pt x="439" y="6153"/>
                    <a:pt x="473" y="6144"/>
                  </a:cubicBezTo>
                  <a:lnTo>
                    <a:pt x="1607" y="5735"/>
                  </a:lnTo>
                  <a:cubicBezTo>
                    <a:pt x="2080" y="5987"/>
                    <a:pt x="2584" y="6144"/>
                    <a:pt x="3151" y="6144"/>
                  </a:cubicBezTo>
                  <a:cubicBezTo>
                    <a:pt x="4852" y="6144"/>
                    <a:pt x="6270" y="4758"/>
                    <a:pt x="6270" y="3057"/>
                  </a:cubicBezTo>
                  <a:cubicBezTo>
                    <a:pt x="6270" y="1387"/>
                    <a:pt x="4883"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4950" name="Google Shape;14950;p84"/>
          <p:cNvSpPr/>
          <p:nvPr/>
        </p:nvSpPr>
        <p:spPr>
          <a:xfrm>
            <a:off x="2188967" y="4036858"/>
            <a:ext cx="355498" cy="352617"/>
          </a:xfrm>
          <a:custGeom>
            <a:avLst/>
            <a:gdLst/>
            <a:ahLst/>
            <a:cxnLst/>
            <a:rect l="l" t="t" r="r" b="b"/>
            <a:pathLst>
              <a:path w="11721" h="11626" extrusionOk="0">
                <a:moveTo>
                  <a:pt x="8570" y="694"/>
                </a:moveTo>
                <a:cubicBezTo>
                  <a:pt x="9106" y="694"/>
                  <a:pt x="9578" y="1166"/>
                  <a:pt x="9578" y="1702"/>
                </a:cubicBezTo>
                <a:cubicBezTo>
                  <a:pt x="9578" y="2269"/>
                  <a:pt x="9106" y="2773"/>
                  <a:pt x="8570" y="2773"/>
                </a:cubicBezTo>
                <a:cubicBezTo>
                  <a:pt x="8003" y="2773"/>
                  <a:pt x="7530" y="2269"/>
                  <a:pt x="7530" y="1702"/>
                </a:cubicBezTo>
                <a:cubicBezTo>
                  <a:pt x="7530" y="1166"/>
                  <a:pt x="8003" y="694"/>
                  <a:pt x="8570" y="694"/>
                </a:cubicBezTo>
                <a:close/>
                <a:moveTo>
                  <a:pt x="8570" y="3403"/>
                </a:moveTo>
                <a:cubicBezTo>
                  <a:pt x="9893" y="3403"/>
                  <a:pt x="10964" y="4474"/>
                  <a:pt x="10964" y="5798"/>
                </a:cubicBezTo>
                <a:lnTo>
                  <a:pt x="10964" y="6144"/>
                </a:lnTo>
                <a:lnTo>
                  <a:pt x="6144" y="6144"/>
                </a:lnTo>
                <a:lnTo>
                  <a:pt x="6144" y="5798"/>
                </a:lnTo>
                <a:cubicBezTo>
                  <a:pt x="6144" y="4443"/>
                  <a:pt x="7215" y="3403"/>
                  <a:pt x="8570" y="3403"/>
                </a:cubicBezTo>
                <a:close/>
                <a:moveTo>
                  <a:pt x="3057" y="5483"/>
                </a:moveTo>
                <a:cubicBezTo>
                  <a:pt x="3592" y="5483"/>
                  <a:pt x="4096" y="5955"/>
                  <a:pt x="4096" y="6491"/>
                </a:cubicBezTo>
                <a:cubicBezTo>
                  <a:pt x="4096" y="7058"/>
                  <a:pt x="3624" y="7530"/>
                  <a:pt x="3057" y="7530"/>
                </a:cubicBezTo>
                <a:cubicBezTo>
                  <a:pt x="2490" y="7530"/>
                  <a:pt x="2017" y="7089"/>
                  <a:pt x="2017" y="6491"/>
                </a:cubicBezTo>
                <a:cubicBezTo>
                  <a:pt x="2017" y="5955"/>
                  <a:pt x="2490" y="5483"/>
                  <a:pt x="3057" y="5483"/>
                </a:cubicBezTo>
                <a:close/>
                <a:moveTo>
                  <a:pt x="10964" y="6869"/>
                </a:moveTo>
                <a:lnTo>
                  <a:pt x="10964" y="7530"/>
                </a:lnTo>
                <a:lnTo>
                  <a:pt x="4411" y="7530"/>
                </a:lnTo>
                <a:cubicBezTo>
                  <a:pt x="4569" y="7341"/>
                  <a:pt x="4695" y="7089"/>
                  <a:pt x="4726" y="6869"/>
                </a:cubicBezTo>
                <a:close/>
                <a:moveTo>
                  <a:pt x="3088" y="8255"/>
                </a:moveTo>
                <a:cubicBezTo>
                  <a:pt x="4411" y="8255"/>
                  <a:pt x="5514" y="9295"/>
                  <a:pt x="5514" y="10649"/>
                </a:cubicBezTo>
                <a:lnTo>
                  <a:pt x="5514" y="10996"/>
                </a:lnTo>
                <a:lnTo>
                  <a:pt x="694" y="10996"/>
                </a:lnTo>
                <a:lnTo>
                  <a:pt x="694" y="10649"/>
                </a:lnTo>
                <a:cubicBezTo>
                  <a:pt x="694" y="9295"/>
                  <a:pt x="1733" y="8255"/>
                  <a:pt x="3088" y="8255"/>
                </a:cubicBezTo>
                <a:close/>
                <a:moveTo>
                  <a:pt x="10933" y="8286"/>
                </a:moveTo>
                <a:lnTo>
                  <a:pt x="10933" y="10996"/>
                </a:lnTo>
                <a:lnTo>
                  <a:pt x="6144" y="10996"/>
                </a:lnTo>
                <a:lnTo>
                  <a:pt x="6144" y="10649"/>
                </a:lnTo>
                <a:cubicBezTo>
                  <a:pt x="6144" y="9830"/>
                  <a:pt x="5829" y="9074"/>
                  <a:pt x="5199" y="8476"/>
                </a:cubicBezTo>
                <a:cubicBezTo>
                  <a:pt x="5136" y="8412"/>
                  <a:pt x="5041" y="8318"/>
                  <a:pt x="4978" y="8286"/>
                </a:cubicBezTo>
                <a:close/>
                <a:moveTo>
                  <a:pt x="8602" y="1"/>
                </a:moveTo>
                <a:cubicBezTo>
                  <a:pt x="7656" y="1"/>
                  <a:pt x="6900" y="757"/>
                  <a:pt x="6900" y="1702"/>
                </a:cubicBezTo>
                <a:cubicBezTo>
                  <a:pt x="6900" y="2175"/>
                  <a:pt x="7058" y="2616"/>
                  <a:pt x="7404" y="2931"/>
                </a:cubicBezTo>
                <a:lnTo>
                  <a:pt x="7467" y="2962"/>
                </a:lnTo>
                <a:cubicBezTo>
                  <a:pt x="6302" y="3435"/>
                  <a:pt x="5514" y="4537"/>
                  <a:pt x="5514" y="5798"/>
                </a:cubicBezTo>
                <a:lnTo>
                  <a:pt x="5514" y="6144"/>
                </a:lnTo>
                <a:lnTo>
                  <a:pt x="4789" y="6144"/>
                </a:lnTo>
                <a:cubicBezTo>
                  <a:pt x="4632" y="5420"/>
                  <a:pt x="3907" y="4789"/>
                  <a:pt x="3088" y="4789"/>
                </a:cubicBezTo>
                <a:cubicBezTo>
                  <a:pt x="2143" y="4789"/>
                  <a:pt x="1387" y="5514"/>
                  <a:pt x="1387" y="6459"/>
                </a:cubicBezTo>
                <a:cubicBezTo>
                  <a:pt x="1387" y="6995"/>
                  <a:pt x="1576" y="7404"/>
                  <a:pt x="1954" y="7719"/>
                </a:cubicBezTo>
                <a:cubicBezTo>
                  <a:pt x="788" y="8192"/>
                  <a:pt x="1" y="9295"/>
                  <a:pt x="1" y="10555"/>
                </a:cubicBezTo>
                <a:lnTo>
                  <a:pt x="1" y="11279"/>
                </a:lnTo>
                <a:cubicBezTo>
                  <a:pt x="1" y="11468"/>
                  <a:pt x="158" y="11626"/>
                  <a:pt x="379" y="11626"/>
                </a:cubicBezTo>
                <a:lnTo>
                  <a:pt x="11342" y="11626"/>
                </a:lnTo>
                <a:cubicBezTo>
                  <a:pt x="11563" y="11626"/>
                  <a:pt x="11721" y="11468"/>
                  <a:pt x="11721" y="11279"/>
                </a:cubicBezTo>
                <a:lnTo>
                  <a:pt x="11721" y="5798"/>
                </a:lnTo>
                <a:cubicBezTo>
                  <a:pt x="11626" y="4537"/>
                  <a:pt x="10838" y="3435"/>
                  <a:pt x="9736" y="2962"/>
                </a:cubicBezTo>
                <a:lnTo>
                  <a:pt x="9767" y="2931"/>
                </a:lnTo>
                <a:cubicBezTo>
                  <a:pt x="10082" y="2616"/>
                  <a:pt x="10303" y="2175"/>
                  <a:pt x="10303" y="1702"/>
                </a:cubicBezTo>
                <a:cubicBezTo>
                  <a:pt x="10303" y="757"/>
                  <a:pt x="9547" y="1"/>
                  <a:pt x="86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4951" name="Google Shape;14951;p84"/>
          <p:cNvGrpSpPr/>
          <p:nvPr/>
        </p:nvGrpSpPr>
        <p:grpSpPr>
          <a:xfrm>
            <a:off x="2632987" y="1307366"/>
            <a:ext cx="358349" cy="354285"/>
            <a:chOff x="-34421275" y="1912725"/>
            <a:chExt cx="295375" cy="292025"/>
          </a:xfrm>
        </p:grpSpPr>
        <p:sp>
          <p:nvSpPr>
            <p:cNvPr id="14952" name="Google Shape;14952;p84"/>
            <p:cNvSpPr/>
            <p:nvPr/>
          </p:nvSpPr>
          <p:spPr>
            <a:xfrm>
              <a:off x="-34421275" y="1974375"/>
              <a:ext cx="236300" cy="230375"/>
            </a:xfrm>
            <a:custGeom>
              <a:avLst/>
              <a:gdLst/>
              <a:ahLst/>
              <a:cxnLst/>
              <a:rect l="l" t="t" r="r" b="b"/>
              <a:pathLst>
                <a:path w="9452" h="9215" extrusionOk="0">
                  <a:moveTo>
                    <a:pt x="2158" y="725"/>
                  </a:moveTo>
                  <a:cubicBezTo>
                    <a:pt x="2245" y="725"/>
                    <a:pt x="2332" y="764"/>
                    <a:pt x="2395" y="843"/>
                  </a:cubicBezTo>
                  <a:lnTo>
                    <a:pt x="3371" y="1851"/>
                  </a:lnTo>
                  <a:cubicBezTo>
                    <a:pt x="3497" y="1946"/>
                    <a:pt x="3497" y="2198"/>
                    <a:pt x="3371" y="2324"/>
                  </a:cubicBezTo>
                  <a:lnTo>
                    <a:pt x="3151" y="2544"/>
                  </a:lnTo>
                  <a:lnTo>
                    <a:pt x="1702" y="1095"/>
                  </a:lnTo>
                  <a:lnTo>
                    <a:pt x="1922" y="843"/>
                  </a:lnTo>
                  <a:cubicBezTo>
                    <a:pt x="1985" y="764"/>
                    <a:pt x="2072" y="725"/>
                    <a:pt x="2158" y="725"/>
                  </a:cubicBezTo>
                  <a:close/>
                  <a:moveTo>
                    <a:pt x="7345" y="5884"/>
                  </a:moveTo>
                  <a:cubicBezTo>
                    <a:pt x="7428" y="5884"/>
                    <a:pt x="7514" y="5915"/>
                    <a:pt x="7593" y="5978"/>
                  </a:cubicBezTo>
                  <a:lnTo>
                    <a:pt x="8570" y="6955"/>
                  </a:lnTo>
                  <a:cubicBezTo>
                    <a:pt x="8696" y="7081"/>
                    <a:pt x="8696" y="7301"/>
                    <a:pt x="8570" y="7428"/>
                  </a:cubicBezTo>
                  <a:lnTo>
                    <a:pt x="8349" y="7648"/>
                  </a:lnTo>
                  <a:lnTo>
                    <a:pt x="6900" y="6199"/>
                  </a:lnTo>
                  <a:lnTo>
                    <a:pt x="7120" y="5978"/>
                  </a:lnTo>
                  <a:cubicBezTo>
                    <a:pt x="7183" y="5915"/>
                    <a:pt x="7262" y="5884"/>
                    <a:pt x="7345" y="5884"/>
                  </a:cubicBezTo>
                  <a:close/>
                  <a:moveTo>
                    <a:pt x="1166" y="1568"/>
                  </a:moveTo>
                  <a:lnTo>
                    <a:pt x="2678" y="3048"/>
                  </a:lnTo>
                  <a:cubicBezTo>
                    <a:pt x="2521" y="3426"/>
                    <a:pt x="2584" y="3867"/>
                    <a:pt x="2867" y="4214"/>
                  </a:cubicBezTo>
                  <a:lnTo>
                    <a:pt x="5104" y="6451"/>
                  </a:lnTo>
                  <a:cubicBezTo>
                    <a:pt x="5301" y="6648"/>
                    <a:pt x="5559" y="6746"/>
                    <a:pt x="5826" y="6746"/>
                  </a:cubicBezTo>
                  <a:cubicBezTo>
                    <a:pt x="5985" y="6746"/>
                    <a:pt x="6148" y="6711"/>
                    <a:pt x="6301" y="6640"/>
                  </a:cubicBezTo>
                  <a:lnTo>
                    <a:pt x="7782" y="8152"/>
                  </a:lnTo>
                  <a:lnTo>
                    <a:pt x="7719" y="8215"/>
                  </a:lnTo>
                  <a:cubicBezTo>
                    <a:pt x="7522" y="8412"/>
                    <a:pt x="7264" y="8510"/>
                    <a:pt x="6997" y="8510"/>
                  </a:cubicBezTo>
                  <a:cubicBezTo>
                    <a:pt x="6838" y="8510"/>
                    <a:pt x="6675" y="8475"/>
                    <a:pt x="6522" y="8404"/>
                  </a:cubicBezTo>
                  <a:cubicBezTo>
                    <a:pt x="4348" y="7301"/>
                    <a:pt x="1891" y="4876"/>
                    <a:pt x="851" y="2796"/>
                  </a:cubicBezTo>
                  <a:cubicBezTo>
                    <a:pt x="693" y="2418"/>
                    <a:pt x="788" y="1946"/>
                    <a:pt x="1103" y="1631"/>
                  </a:cubicBezTo>
                  <a:lnTo>
                    <a:pt x="1166" y="1568"/>
                  </a:lnTo>
                  <a:close/>
                  <a:moveTo>
                    <a:pt x="2190" y="0"/>
                  </a:moveTo>
                  <a:cubicBezTo>
                    <a:pt x="1922" y="0"/>
                    <a:pt x="1654" y="103"/>
                    <a:pt x="1449" y="307"/>
                  </a:cubicBezTo>
                  <a:lnTo>
                    <a:pt x="662" y="1095"/>
                  </a:lnTo>
                  <a:cubicBezTo>
                    <a:pt x="158" y="1599"/>
                    <a:pt x="0" y="2387"/>
                    <a:pt x="315" y="3017"/>
                  </a:cubicBezTo>
                  <a:cubicBezTo>
                    <a:pt x="1386" y="5348"/>
                    <a:pt x="3907" y="7869"/>
                    <a:pt x="6270" y="9034"/>
                  </a:cubicBezTo>
                  <a:cubicBezTo>
                    <a:pt x="6521" y="9154"/>
                    <a:pt x="6789" y="9214"/>
                    <a:pt x="7054" y="9214"/>
                  </a:cubicBezTo>
                  <a:cubicBezTo>
                    <a:pt x="7488" y="9214"/>
                    <a:pt x="7910" y="9052"/>
                    <a:pt x="8223" y="8719"/>
                  </a:cubicBezTo>
                  <a:lnTo>
                    <a:pt x="9042" y="7900"/>
                  </a:lnTo>
                  <a:cubicBezTo>
                    <a:pt x="9452" y="7522"/>
                    <a:pt x="9452" y="6829"/>
                    <a:pt x="9042" y="6451"/>
                  </a:cubicBezTo>
                  <a:lnTo>
                    <a:pt x="8066" y="5474"/>
                  </a:lnTo>
                  <a:cubicBezTo>
                    <a:pt x="7876" y="5269"/>
                    <a:pt x="7609" y="5167"/>
                    <a:pt x="7341" y="5167"/>
                  </a:cubicBezTo>
                  <a:cubicBezTo>
                    <a:pt x="7073" y="5167"/>
                    <a:pt x="6805" y="5269"/>
                    <a:pt x="6616" y="5474"/>
                  </a:cubicBezTo>
                  <a:lnTo>
                    <a:pt x="6144" y="5947"/>
                  </a:lnTo>
                  <a:cubicBezTo>
                    <a:pt x="6081" y="5994"/>
                    <a:pt x="5994" y="6018"/>
                    <a:pt x="5907" y="6018"/>
                  </a:cubicBezTo>
                  <a:cubicBezTo>
                    <a:pt x="5821" y="6018"/>
                    <a:pt x="5734" y="5994"/>
                    <a:pt x="5671" y="5947"/>
                  </a:cubicBezTo>
                  <a:lnTo>
                    <a:pt x="3434" y="3678"/>
                  </a:lnTo>
                  <a:cubicBezTo>
                    <a:pt x="3308" y="3584"/>
                    <a:pt x="3308" y="3332"/>
                    <a:pt x="3434" y="3206"/>
                  </a:cubicBezTo>
                  <a:lnTo>
                    <a:pt x="3907" y="2733"/>
                  </a:lnTo>
                  <a:cubicBezTo>
                    <a:pt x="4285" y="2355"/>
                    <a:pt x="4285" y="1694"/>
                    <a:pt x="3907" y="1284"/>
                  </a:cubicBezTo>
                  <a:lnTo>
                    <a:pt x="2930" y="307"/>
                  </a:lnTo>
                  <a:cubicBezTo>
                    <a:pt x="2725" y="103"/>
                    <a:pt x="2458" y="0"/>
                    <a:pt x="21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953" name="Google Shape;14953;p84"/>
            <p:cNvSpPr/>
            <p:nvPr/>
          </p:nvSpPr>
          <p:spPr>
            <a:xfrm>
              <a:off x="-34288175" y="1912725"/>
              <a:ext cx="162275" cy="163075"/>
            </a:xfrm>
            <a:custGeom>
              <a:avLst/>
              <a:gdLst/>
              <a:ahLst/>
              <a:cxnLst/>
              <a:rect l="l" t="t" r="r" b="b"/>
              <a:pathLst>
                <a:path w="6491" h="6523" extrusionOk="0">
                  <a:moveTo>
                    <a:pt x="5766" y="726"/>
                  </a:moveTo>
                  <a:lnTo>
                    <a:pt x="5766" y="2458"/>
                  </a:lnTo>
                  <a:lnTo>
                    <a:pt x="5388" y="2049"/>
                  </a:lnTo>
                  <a:cubicBezTo>
                    <a:pt x="5325" y="2002"/>
                    <a:pt x="5238" y="1978"/>
                    <a:pt x="5152" y="1978"/>
                  </a:cubicBezTo>
                  <a:cubicBezTo>
                    <a:pt x="5065" y="1978"/>
                    <a:pt x="4978" y="2002"/>
                    <a:pt x="4915" y="2049"/>
                  </a:cubicBezTo>
                  <a:lnTo>
                    <a:pt x="1985" y="4979"/>
                  </a:lnTo>
                  <a:cubicBezTo>
                    <a:pt x="1922" y="5042"/>
                    <a:pt x="1891" y="5136"/>
                    <a:pt x="1891" y="5199"/>
                  </a:cubicBezTo>
                  <a:cubicBezTo>
                    <a:pt x="1891" y="5294"/>
                    <a:pt x="1922" y="5420"/>
                    <a:pt x="1985" y="5451"/>
                  </a:cubicBezTo>
                  <a:lnTo>
                    <a:pt x="2395" y="5829"/>
                  </a:lnTo>
                  <a:lnTo>
                    <a:pt x="662" y="5829"/>
                  </a:lnTo>
                  <a:lnTo>
                    <a:pt x="662" y="4097"/>
                  </a:lnTo>
                  <a:lnTo>
                    <a:pt x="1040" y="4506"/>
                  </a:lnTo>
                  <a:cubicBezTo>
                    <a:pt x="1103" y="4553"/>
                    <a:pt x="1198" y="4577"/>
                    <a:pt x="1288" y="4577"/>
                  </a:cubicBezTo>
                  <a:cubicBezTo>
                    <a:pt x="1379" y="4577"/>
                    <a:pt x="1466" y="4553"/>
                    <a:pt x="1513" y="4506"/>
                  </a:cubicBezTo>
                  <a:lnTo>
                    <a:pt x="4443" y="1576"/>
                  </a:lnTo>
                  <a:cubicBezTo>
                    <a:pt x="4506" y="1513"/>
                    <a:pt x="4569" y="1419"/>
                    <a:pt x="4569" y="1356"/>
                  </a:cubicBezTo>
                  <a:cubicBezTo>
                    <a:pt x="4569" y="1261"/>
                    <a:pt x="4537" y="1135"/>
                    <a:pt x="4443" y="1104"/>
                  </a:cubicBezTo>
                  <a:lnTo>
                    <a:pt x="4033" y="726"/>
                  </a:lnTo>
                  <a:close/>
                  <a:moveTo>
                    <a:pt x="3214" y="1"/>
                  </a:moveTo>
                  <a:cubicBezTo>
                    <a:pt x="3057" y="1"/>
                    <a:pt x="2931" y="96"/>
                    <a:pt x="2899" y="222"/>
                  </a:cubicBezTo>
                  <a:cubicBezTo>
                    <a:pt x="2868" y="316"/>
                    <a:pt x="2868" y="474"/>
                    <a:pt x="2994" y="568"/>
                  </a:cubicBezTo>
                  <a:lnTo>
                    <a:pt x="3687" y="1261"/>
                  </a:lnTo>
                  <a:lnTo>
                    <a:pt x="1261" y="3719"/>
                  </a:lnTo>
                  <a:lnTo>
                    <a:pt x="536" y="2994"/>
                  </a:lnTo>
                  <a:cubicBezTo>
                    <a:pt x="490" y="2948"/>
                    <a:pt x="393" y="2919"/>
                    <a:pt x="295" y="2919"/>
                  </a:cubicBezTo>
                  <a:cubicBezTo>
                    <a:pt x="259" y="2919"/>
                    <a:pt x="223" y="2922"/>
                    <a:pt x="190" y="2931"/>
                  </a:cubicBezTo>
                  <a:cubicBezTo>
                    <a:pt x="64" y="2962"/>
                    <a:pt x="1" y="3120"/>
                    <a:pt x="1" y="3246"/>
                  </a:cubicBezTo>
                  <a:lnTo>
                    <a:pt x="1" y="6144"/>
                  </a:lnTo>
                  <a:cubicBezTo>
                    <a:pt x="1" y="6365"/>
                    <a:pt x="158" y="6522"/>
                    <a:pt x="347" y="6522"/>
                  </a:cubicBezTo>
                  <a:lnTo>
                    <a:pt x="3246" y="6522"/>
                  </a:lnTo>
                  <a:cubicBezTo>
                    <a:pt x="3403" y="6522"/>
                    <a:pt x="3529" y="6428"/>
                    <a:pt x="3561" y="6302"/>
                  </a:cubicBezTo>
                  <a:cubicBezTo>
                    <a:pt x="3624" y="6207"/>
                    <a:pt x="3624" y="6050"/>
                    <a:pt x="3498" y="5955"/>
                  </a:cubicBezTo>
                  <a:lnTo>
                    <a:pt x="2773" y="5262"/>
                  </a:lnTo>
                  <a:lnTo>
                    <a:pt x="5230" y="2805"/>
                  </a:lnTo>
                  <a:lnTo>
                    <a:pt x="5924" y="3530"/>
                  </a:lnTo>
                  <a:cubicBezTo>
                    <a:pt x="5993" y="3576"/>
                    <a:pt x="6096" y="3605"/>
                    <a:pt x="6195" y="3605"/>
                  </a:cubicBezTo>
                  <a:cubicBezTo>
                    <a:pt x="6232" y="3605"/>
                    <a:pt x="6268" y="3601"/>
                    <a:pt x="6302" y="3593"/>
                  </a:cubicBezTo>
                  <a:cubicBezTo>
                    <a:pt x="6396" y="3561"/>
                    <a:pt x="6491" y="3404"/>
                    <a:pt x="6491" y="3277"/>
                  </a:cubicBezTo>
                  <a:lnTo>
                    <a:pt x="6491" y="379"/>
                  </a:lnTo>
                  <a:cubicBezTo>
                    <a:pt x="6459" y="159"/>
                    <a:pt x="6333" y="1"/>
                    <a:pt x="61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954" name="Google Shape;14954;p84"/>
          <p:cNvGrpSpPr/>
          <p:nvPr/>
        </p:nvGrpSpPr>
        <p:grpSpPr>
          <a:xfrm>
            <a:off x="2632032" y="1765280"/>
            <a:ext cx="360260" cy="355498"/>
            <a:chOff x="-34418125" y="2271100"/>
            <a:chExt cx="296950" cy="293025"/>
          </a:xfrm>
        </p:grpSpPr>
        <p:sp>
          <p:nvSpPr>
            <p:cNvPr id="14955" name="Google Shape;14955;p84"/>
            <p:cNvSpPr/>
            <p:nvPr/>
          </p:nvSpPr>
          <p:spPr>
            <a:xfrm>
              <a:off x="-34418125" y="2271100"/>
              <a:ext cx="296950" cy="293025"/>
            </a:xfrm>
            <a:custGeom>
              <a:avLst/>
              <a:gdLst/>
              <a:ahLst/>
              <a:cxnLst/>
              <a:rect l="l" t="t" r="r" b="b"/>
              <a:pathLst>
                <a:path w="11878" h="11721" extrusionOk="0">
                  <a:moveTo>
                    <a:pt x="6207" y="1229"/>
                  </a:moveTo>
                  <a:lnTo>
                    <a:pt x="7089" y="2080"/>
                  </a:lnTo>
                  <a:lnTo>
                    <a:pt x="6207" y="2080"/>
                  </a:lnTo>
                  <a:lnTo>
                    <a:pt x="6207" y="1229"/>
                  </a:lnTo>
                  <a:close/>
                  <a:moveTo>
                    <a:pt x="7561" y="9074"/>
                  </a:moveTo>
                  <a:lnTo>
                    <a:pt x="7561" y="10366"/>
                  </a:lnTo>
                  <a:lnTo>
                    <a:pt x="6238" y="10366"/>
                  </a:lnTo>
                  <a:lnTo>
                    <a:pt x="7561" y="9074"/>
                  </a:lnTo>
                  <a:close/>
                  <a:moveTo>
                    <a:pt x="5514" y="725"/>
                  </a:moveTo>
                  <a:lnTo>
                    <a:pt x="5514" y="2427"/>
                  </a:lnTo>
                  <a:cubicBezTo>
                    <a:pt x="5514" y="2616"/>
                    <a:pt x="5671" y="2773"/>
                    <a:pt x="5860" y="2773"/>
                  </a:cubicBezTo>
                  <a:lnTo>
                    <a:pt x="7561" y="2773"/>
                  </a:lnTo>
                  <a:lnTo>
                    <a:pt x="7561" y="4222"/>
                  </a:lnTo>
                  <a:cubicBezTo>
                    <a:pt x="6837" y="4947"/>
                    <a:pt x="6742" y="5924"/>
                    <a:pt x="6994" y="6711"/>
                  </a:cubicBezTo>
                  <a:lnTo>
                    <a:pt x="4726" y="8980"/>
                  </a:lnTo>
                  <a:lnTo>
                    <a:pt x="1670" y="8980"/>
                  </a:lnTo>
                  <a:cubicBezTo>
                    <a:pt x="1481" y="8980"/>
                    <a:pt x="1323" y="9137"/>
                    <a:pt x="1323" y="9358"/>
                  </a:cubicBezTo>
                  <a:cubicBezTo>
                    <a:pt x="1323" y="9547"/>
                    <a:pt x="1481" y="9704"/>
                    <a:pt x="1670" y="9704"/>
                  </a:cubicBezTo>
                  <a:lnTo>
                    <a:pt x="4033" y="9704"/>
                  </a:lnTo>
                  <a:lnTo>
                    <a:pt x="3718" y="10019"/>
                  </a:lnTo>
                  <a:cubicBezTo>
                    <a:pt x="3623" y="10145"/>
                    <a:pt x="3529" y="10240"/>
                    <a:pt x="3497" y="10397"/>
                  </a:cubicBezTo>
                  <a:lnTo>
                    <a:pt x="662" y="10397"/>
                  </a:lnTo>
                  <a:lnTo>
                    <a:pt x="662" y="725"/>
                  </a:lnTo>
                  <a:close/>
                  <a:moveTo>
                    <a:pt x="9295" y="4211"/>
                  </a:moveTo>
                  <a:cubicBezTo>
                    <a:pt x="9367" y="4211"/>
                    <a:pt x="9441" y="4215"/>
                    <a:pt x="9515" y="4222"/>
                  </a:cubicBezTo>
                  <a:lnTo>
                    <a:pt x="9042" y="4695"/>
                  </a:lnTo>
                  <a:cubicBezTo>
                    <a:pt x="8664" y="5073"/>
                    <a:pt x="8664" y="5766"/>
                    <a:pt x="9042" y="6144"/>
                  </a:cubicBezTo>
                  <a:cubicBezTo>
                    <a:pt x="9247" y="6349"/>
                    <a:pt x="9515" y="6451"/>
                    <a:pt x="9779" y="6451"/>
                  </a:cubicBezTo>
                  <a:cubicBezTo>
                    <a:pt x="10042" y="6451"/>
                    <a:pt x="10302" y="6349"/>
                    <a:pt x="10491" y="6144"/>
                  </a:cubicBezTo>
                  <a:lnTo>
                    <a:pt x="10964" y="5672"/>
                  </a:lnTo>
                  <a:lnTo>
                    <a:pt x="10964" y="5672"/>
                  </a:lnTo>
                  <a:cubicBezTo>
                    <a:pt x="11058" y="6239"/>
                    <a:pt x="10869" y="6743"/>
                    <a:pt x="10491" y="7089"/>
                  </a:cubicBezTo>
                  <a:cubicBezTo>
                    <a:pt x="10183" y="7418"/>
                    <a:pt x="9741" y="7626"/>
                    <a:pt x="9278" y="7626"/>
                  </a:cubicBezTo>
                  <a:cubicBezTo>
                    <a:pt x="9031" y="7626"/>
                    <a:pt x="8779" y="7567"/>
                    <a:pt x="8538" y="7436"/>
                  </a:cubicBezTo>
                  <a:cubicBezTo>
                    <a:pt x="8496" y="7415"/>
                    <a:pt x="8451" y="7404"/>
                    <a:pt x="8404" y="7404"/>
                  </a:cubicBezTo>
                  <a:cubicBezTo>
                    <a:pt x="8311" y="7404"/>
                    <a:pt x="8213" y="7446"/>
                    <a:pt x="8129" y="7530"/>
                  </a:cubicBezTo>
                  <a:lnTo>
                    <a:pt x="4726" y="10964"/>
                  </a:lnTo>
                  <a:cubicBezTo>
                    <a:pt x="4663" y="11012"/>
                    <a:pt x="4568" y="11035"/>
                    <a:pt x="4478" y="11035"/>
                  </a:cubicBezTo>
                  <a:cubicBezTo>
                    <a:pt x="4387" y="11035"/>
                    <a:pt x="4301" y="11012"/>
                    <a:pt x="4253" y="10964"/>
                  </a:cubicBezTo>
                  <a:cubicBezTo>
                    <a:pt x="4127" y="10838"/>
                    <a:pt x="4127" y="10586"/>
                    <a:pt x="4253" y="10492"/>
                  </a:cubicBezTo>
                  <a:lnTo>
                    <a:pt x="7656" y="7058"/>
                  </a:lnTo>
                  <a:cubicBezTo>
                    <a:pt x="7782" y="6932"/>
                    <a:pt x="7782" y="6774"/>
                    <a:pt x="7750" y="6648"/>
                  </a:cubicBezTo>
                  <a:cubicBezTo>
                    <a:pt x="7467" y="6113"/>
                    <a:pt x="7498" y="5356"/>
                    <a:pt x="7971" y="4821"/>
                  </a:cubicBezTo>
                  <a:cubicBezTo>
                    <a:pt x="8330" y="4407"/>
                    <a:pt x="8785" y="4211"/>
                    <a:pt x="9295" y="4211"/>
                  </a:cubicBezTo>
                  <a:close/>
                  <a:moveTo>
                    <a:pt x="378" y="1"/>
                  </a:moveTo>
                  <a:cubicBezTo>
                    <a:pt x="189" y="1"/>
                    <a:pt x="32" y="158"/>
                    <a:pt x="32" y="347"/>
                  </a:cubicBezTo>
                  <a:lnTo>
                    <a:pt x="32" y="10681"/>
                  </a:lnTo>
                  <a:cubicBezTo>
                    <a:pt x="0" y="10870"/>
                    <a:pt x="158" y="11027"/>
                    <a:pt x="347" y="11027"/>
                  </a:cubicBezTo>
                  <a:lnTo>
                    <a:pt x="3529" y="11027"/>
                  </a:lnTo>
                  <a:cubicBezTo>
                    <a:pt x="3560" y="11185"/>
                    <a:pt x="3655" y="11311"/>
                    <a:pt x="3781" y="11437"/>
                  </a:cubicBezTo>
                  <a:cubicBezTo>
                    <a:pt x="3970" y="11626"/>
                    <a:pt x="4230" y="11720"/>
                    <a:pt x="4494" y="11720"/>
                  </a:cubicBezTo>
                  <a:cubicBezTo>
                    <a:pt x="4758" y="11720"/>
                    <a:pt x="5025" y="11626"/>
                    <a:pt x="5230" y="11437"/>
                  </a:cubicBezTo>
                  <a:lnTo>
                    <a:pt x="5608" y="11027"/>
                  </a:lnTo>
                  <a:lnTo>
                    <a:pt x="7940" y="11027"/>
                  </a:lnTo>
                  <a:cubicBezTo>
                    <a:pt x="8129" y="11027"/>
                    <a:pt x="8286" y="10870"/>
                    <a:pt x="8286" y="10681"/>
                  </a:cubicBezTo>
                  <a:lnTo>
                    <a:pt x="8286" y="8349"/>
                  </a:lnTo>
                  <a:lnTo>
                    <a:pt x="8538" y="8129"/>
                  </a:lnTo>
                  <a:cubicBezTo>
                    <a:pt x="8792" y="8220"/>
                    <a:pt x="9065" y="8269"/>
                    <a:pt x="9344" y="8269"/>
                  </a:cubicBezTo>
                  <a:cubicBezTo>
                    <a:pt x="9929" y="8269"/>
                    <a:pt x="10536" y="8053"/>
                    <a:pt x="11027" y="7562"/>
                  </a:cubicBezTo>
                  <a:cubicBezTo>
                    <a:pt x="11752" y="6806"/>
                    <a:pt x="11878" y="5735"/>
                    <a:pt x="11500" y="4852"/>
                  </a:cubicBezTo>
                  <a:cubicBezTo>
                    <a:pt x="11437" y="4726"/>
                    <a:pt x="11342" y="4695"/>
                    <a:pt x="11248" y="4663"/>
                  </a:cubicBezTo>
                  <a:cubicBezTo>
                    <a:pt x="11122" y="4663"/>
                    <a:pt x="11027" y="4663"/>
                    <a:pt x="10932" y="4726"/>
                  </a:cubicBezTo>
                  <a:lnTo>
                    <a:pt x="10082" y="5609"/>
                  </a:lnTo>
                  <a:cubicBezTo>
                    <a:pt x="10019" y="5656"/>
                    <a:pt x="9924" y="5679"/>
                    <a:pt x="9834" y="5679"/>
                  </a:cubicBezTo>
                  <a:cubicBezTo>
                    <a:pt x="9743" y="5679"/>
                    <a:pt x="9657" y="5656"/>
                    <a:pt x="9609" y="5609"/>
                  </a:cubicBezTo>
                  <a:cubicBezTo>
                    <a:pt x="9483" y="5483"/>
                    <a:pt x="9483" y="5230"/>
                    <a:pt x="9609" y="5136"/>
                  </a:cubicBezTo>
                  <a:lnTo>
                    <a:pt x="10460" y="4254"/>
                  </a:lnTo>
                  <a:cubicBezTo>
                    <a:pt x="10554" y="4191"/>
                    <a:pt x="10586" y="4065"/>
                    <a:pt x="10554" y="3939"/>
                  </a:cubicBezTo>
                  <a:cubicBezTo>
                    <a:pt x="10554" y="3813"/>
                    <a:pt x="10460" y="3750"/>
                    <a:pt x="10334" y="3718"/>
                  </a:cubicBezTo>
                  <a:cubicBezTo>
                    <a:pt x="10003" y="3561"/>
                    <a:pt x="9649" y="3482"/>
                    <a:pt x="9298" y="3482"/>
                  </a:cubicBezTo>
                  <a:cubicBezTo>
                    <a:pt x="8948" y="3482"/>
                    <a:pt x="8601" y="3561"/>
                    <a:pt x="8286" y="3718"/>
                  </a:cubicBezTo>
                  <a:lnTo>
                    <a:pt x="8286" y="2395"/>
                  </a:lnTo>
                  <a:cubicBezTo>
                    <a:pt x="8286" y="2332"/>
                    <a:pt x="8255" y="2206"/>
                    <a:pt x="8192" y="2175"/>
                  </a:cubicBezTo>
                  <a:lnTo>
                    <a:pt x="6144" y="127"/>
                  </a:lnTo>
                  <a:cubicBezTo>
                    <a:pt x="6049" y="64"/>
                    <a:pt x="5986" y="1"/>
                    <a:pt x="58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956" name="Google Shape;14956;p84"/>
            <p:cNvSpPr/>
            <p:nvPr/>
          </p:nvSpPr>
          <p:spPr>
            <a:xfrm>
              <a:off x="-34331500" y="2305750"/>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957" name="Google Shape;14957;p84"/>
            <p:cNvSpPr/>
            <p:nvPr/>
          </p:nvSpPr>
          <p:spPr>
            <a:xfrm>
              <a:off x="-34331500" y="2341200"/>
              <a:ext cx="17350" cy="69350"/>
            </a:xfrm>
            <a:custGeom>
              <a:avLst/>
              <a:gdLst/>
              <a:ahLst/>
              <a:cxnLst/>
              <a:rect l="l" t="t" r="r" b="b"/>
              <a:pathLst>
                <a:path w="694" h="2774" extrusionOk="0">
                  <a:moveTo>
                    <a:pt x="347" y="1"/>
                  </a:moveTo>
                  <a:cubicBezTo>
                    <a:pt x="158" y="1"/>
                    <a:pt x="1" y="158"/>
                    <a:pt x="1" y="347"/>
                  </a:cubicBezTo>
                  <a:lnTo>
                    <a:pt x="1" y="2395"/>
                  </a:lnTo>
                  <a:cubicBezTo>
                    <a:pt x="1" y="2584"/>
                    <a:pt x="158" y="2773"/>
                    <a:pt x="347" y="2773"/>
                  </a:cubicBezTo>
                  <a:cubicBezTo>
                    <a:pt x="536" y="2773"/>
                    <a:pt x="694" y="2584"/>
                    <a:pt x="694" y="2395"/>
                  </a:cubicBezTo>
                  <a:lnTo>
                    <a:pt x="694" y="347"/>
                  </a:ln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958" name="Google Shape;14958;p84"/>
            <p:cNvSpPr/>
            <p:nvPr/>
          </p:nvSpPr>
          <p:spPr>
            <a:xfrm>
              <a:off x="-34384275" y="2427050"/>
              <a:ext cx="121325" cy="17350"/>
            </a:xfrm>
            <a:custGeom>
              <a:avLst/>
              <a:gdLst/>
              <a:ahLst/>
              <a:cxnLst/>
              <a:rect l="l" t="t" r="r" b="b"/>
              <a:pathLst>
                <a:path w="4853" h="694" extrusionOk="0">
                  <a:moveTo>
                    <a:pt x="379" y="1"/>
                  </a:moveTo>
                  <a:cubicBezTo>
                    <a:pt x="158" y="1"/>
                    <a:pt x="1" y="158"/>
                    <a:pt x="1" y="347"/>
                  </a:cubicBezTo>
                  <a:cubicBezTo>
                    <a:pt x="1" y="536"/>
                    <a:pt x="158" y="694"/>
                    <a:pt x="379" y="694"/>
                  </a:cubicBezTo>
                  <a:lnTo>
                    <a:pt x="4506" y="694"/>
                  </a:lnTo>
                  <a:cubicBezTo>
                    <a:pt x="4695" y="694"/>
                    <a:pt x="4853" y="536"/>
                    <a:pt x="4853" y="347"/>
                  </a:cubicBezTo>
                  <a:cubicBezTo>
                    <a:pt x="4853" y="158"/>
                    <a:pt x="4695" y="1"/>
                    <a:pt x="45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959" name="Google Shape;14959;p84"/>
            <p:cNvSpPr/>
            <p:nvPr/>
          </p:nvSpPr>
          <p:spPr>
            <a:xfrm>
              <a:off x="-34384275" y="2460125"/>
              <a:ext cx="88250" cy="18150"/>
            </a:xfrm>
            <a:custGeom>
              <a:avLst/>
              <a:gdLst/>
              <a:ahLst/>
              <a:cxnLst/>
              <a:rect l="l" t="t" r="r" b="b"/>
              <a:pathLst>
                <a:path w="3530" h="726" extrusionOk="0">
                  <a:moveTo>
                    <a:pt x="379" y="1"/>
                  </a:moveTo>
                  <a:cubicBezTo>
                    <a:pt x="158" y="1"/>
                    <a:pt x="1" y="158"/>
                    <a:pt x="1" y="379"/>
                  </a:cubicBezTo>
                  <a:cubicBezTo>
                    <a:pt x="1" y="599"/>
                    <a:pt x="158" y="725"/>
                    <a:pt x="379" y="725"/>
                  </a:cubicBezTo>
                  <a:lnTo>
                    <a:pt x="3151" y="725"/>
                  </a:lnTo>
                  <a:cubicBezTo>
                    <a:pt x="3372" y="725"/>
                    <a:pt x="3530" y="568"/>
                    <a:pt x="3530" y="379"/>
                  </a:cubicBezTo>
                  <a:cubicBezTo>
                    <a:pt x="3530" y="158"/>
                    <a:pt x="3372"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960" name="Google Shape;14960;p84"/>
          <p:cNvGrpSpPr/>
          <p:nvPr/>
        </p:nvGrpSpPr>
        <p:grpSpPr>
          <a:xfrm>
            <a:off x="2632987" y="2221307"/>
            <a:ext cx="358349" cy="353587"/>
            <a:chOff x="-34421275" y="2631050"/>
            <a:chExt cx="295375" cy="291450"/>
          </a:xfrm>
        </p:grpSpPr>
        <p:sp>
          <p:nvSpPr>
            <p:cNvPr id="14961" name="Google Shape;14961;p84"/>
            <p:cNvSpPr/>
            <p:nvPr/>
          </p:nvSpPr>
          <p:spPr>
            <a:xfrm>
              <a:off x="-34421275" y="2639125"/>
              <a:ext cx="288275" cy="283375"/>
            </a:xfrm>
            <a:custGeom>
              <a:avLst/>
              <a:gdLst/>
              <a:ahLst/>
              <a:cxnLst/>
              <a:rect l="l" t="t" r="r" b="b"/>
              <a:pathLst>
                <a:path w="11531" h="11335" extrusionOk="0">
                  <a:moveTo>
                    <a:pt x="5592" y="717"/>
                  </a:moveTo>
                  <a:cubicBezTo>
                    <a:pt x="5679" y="717"/>
                    <a:pt x="5766" y="749"/>
                    <a:pt x="5829" y="812"/>
                  </a:cubicBezTo>
                  <a:lnTo>
                    <a:pt x="10680" y="5663"/>
                  </a:lnTo>
                  <a:cubicBezTo>
                    <a:pt x="10775" y="5758"/>
                    <a:pt x="10775" y="6010"/>
                    <a:pt x="10680" y="6136"/>
                  </a:cubicBezTo>
                  <a:cubicBezTo>
                    <a:pt x="10617" y="6183"/>
                    <a:pt x="10523" y="6207"/>
                    <a:pt x="10432" y="6207"/>
                  </a:cubicBezTo>
                  <a:cubicBezTo>
                    <a:pt x="10342" y="6207"/>
                    <a:pt x="10255" y="6183"/>
                    <a:pt x="10208" y="6136"/>
                  </a:cubicBezTo>
                  <a:lnTo>
                    <a:pt x="5356" y="1284"/>
                  </a:lnTo>
                  <a:cubicBezTo>
                    <a:pt x="5230" y="1158"/>
                    <a:pt x="5230" y="938"/>
                    <a:pt x="5356" y="812"/>
                  </a:cubicBezTo>
                  <a:cubicBezTo>
                    <a:pt x="5419" y="749"/>
                    <a:pt x="5506" y="717"/>
                    <a:pt x="5592" y="717"/>
                  </a:cubicBezTo>
                  <a:close/>
                  <a:moveTo>
                    <a:pt x="8444" y="7239"/>
                  </a:moveTo>
                  <a:lnTo>
                    <a:pt x="8538" y="7396"/>
                  </a:lnTo>
                  <a:cubicBezTo>
                    <a:pt x="8696" y="7554"/>
                    <a:pt x="8664" y="7806"/>
                    <a:pt x="8475" y="7932"/>
                  </a:cubicBezTo>
                  <a:lnTo>
                    <a:pt x="5923" y="9223"/>
                  </a:lnTo>
                  <a:cubicBezTo>
                    <a:pt x="5873" y="9261"/>
                    <a:pt x="5819" y="9278"/>
                    <a:pt x="5763" y="9278"/>
                  </a:cubicBezTo>
                  <a:cubicBezTo>
                    <a:pt x="5678" y="9278"/>
                    <a:pt x="5590" y="9237"/>
                    <a:pt x="5514" y="9160"/>
                  </a:cubicBezTo>
                  <a:lnTo>
                    <a:pt x="5230" y="8877"/>
                  </a:lnTo>
                  <a:cubicBezTo>
                    <a:pt x="6301" y="8089"/>
                    <a:pt x="7341" y="7617"/>
                    <a:pt x="8444" y="7239"/>
                  </a:cubicBezTo>
                  <a:close/>
                  <a:moveTo>
                    <a:pt x="5230" y="2198"/>
                  </a:moveTo>
                  <a:lnTo>
                    <a:pt x="9294" y="6230"/>
                  </a:lnTo>
                  <a:cubicBezTo>
                    <a:pt x="7908" y="6703"/>
                    <a:pt x="5797" y="7270"/>
                    <a:pt x="3560" y="9381"/>
                  </a:cubicBezTo>
                  <a:lnTo>
                    <a:pt x="2080" y="7932"/>
                  </a:lnTo>
                  <a:cubicBezTo>
                    <a:pt x="3340" y="6608"/>
                    <a:pt x="4285" y="5033"/>
                    <a:pt x="4852" y="3395"/>
                  </a:cubicBezTo>
                  <a:lnTo>
                    <a:pt x="5230" y="2198"/>
                  </a:lnTo>
                  <a:close/>
                  <a:moveTo>
                    <a:pt x="1138" y="8089"/>
                  </a:moveTo>
                  <a:cubicBezTo>
                    <a:pt x="1229" y="8089"/>
                    <a:pt x="1323" y="8121"/>
                    <a:pt x="1386" y="8184"/>
                  </a:cubicBezTo>
                  <a:lnTo>
                    <a:pt x="3308" y="10105"/>
                  </a:lnTo>
                  <a:cubicBezTo>
                    <a:pt x="3434" y="10231"/>
                    <a:pt x="3434" y="10452"/>
                    <a:pt x="3308" y="10578"/>
                  </a:cubicBezTo>
                  <a:cubicBezTo>
                    <a:pt x="3245" y="10641"/>
                    <a:pt x="3159" y="10673"/>
                    <a:pt x="3072" y="10673"/>
                  </a:cubicBezTo>
                  <a:cubicBezTo>
                    <a:pt x="2985" y="10673"/>
                    <a:pt x="2899" y="10641"/>
                    <a:pt x="2836" y="10578"/>
                  </a:cubicBezTo>
                  <a:lnTo>
                    <a:pt x="914" y="8656"/>
                  </a:lnTo>
                  <a:cubicBezTo>
                    <a:pt x="788" y="8530"/>
                    <a:pt x="788" y="8278"/>
                    <a:pt x="914" y="8184"/>
                  </a:cubicBezTo>
                  <a:cubicBezTo>
                    <a:pt x="961" y="8121"/>
                    <a:pt x="1048" y="8089"/>
                    <a:pt x="1138" y="8089"/>
                  </a:cubicBezTo>
                  <a:close/>
                  <a:moveTo>
                    <a:pt x="5565" y="0"/>
                  </a:moveTo>
                  <a:cubicBezTo>
                    <a:pt x="5301" y="0"/>
                    <a:pt x="5041" y="103"/>
                    <a:pt x="4852" y="307"/>
                  </a:cubicBezTo>
                  <a:cubicBezTo>
                    <a:pt x="4474" y="654"/>
                    <a:pt x="4442" y="1158"/>
                    <a:pt x="4694" y="1568"/>
                  </a:cubicBezTo>
                  <a:lnTo>
                    <a:pt x="4159" y="3143"/>
                  </a:lnTo>
                  <a:cubicBezTo>
                    <a:pt x="3655" y="4655"/>
                    <a:pt x="2710" y="6199"/>
                    <a:pt x="1575" y="7428"/>
                  </a:cubicBezTo>
                  <a:cubicBezTo>
                    <a:pt x="1422" y="7357"/>
                    <a:pt x="1259" y="7321"/>
                    <a:pt x="1100" y="7321"/>
                  </a:cubicBezTo>
                  <a:cubicBezTo>
                    <a:pt x="834" y="7321"/>
                    <a:pt x="575" y="7420"/>
                    <a:pt x="378" y="7617"/>
                  </a:cubicBezTo>
                  <a:cubicBezTo>
                    <a:pt x="0" y="8026"/>
                    <a:pt x="0" y="8688"/>
                    <a:pt x="378" y="9066"/>
                  </a:cubicBezTo>
                  <a:lnTo>
                    <a:pt x="2363" y="11051"/>
                  </a:lnTo>
                  <a:cubicBezTo>
                    <a:pt x="2552" y="11240"/>
                    <a:pt x="2820" y="11334"/>
                    <a:pt x="3088" y="11334"/>
                  </a:cubicBezTo>
                  <a:cubicBezTo>
                    <a:pt x="3356" y="11334"/>
                    <a:pt x="3623" y="11240"/>
                    <a:pt x="3812" y="11051"/>
                  </a:cubicBezTo>
                  <a:cubicBezTo>
                    <a:pt x="4127" y="10736"/>
                    <a:pt x="4222" y="10263"/>
                    <a:pt x="4001" y="9853"/>
                  </a:cubicBezTo>
                  <a:cubicBezTo>
                    <a:pt x="4222" y="9664"/>
                    <a:pt x="4442" y="9475"/>
                    <a:pt x="4694" y="9286"/>
                  </a:cubicBezTo>
                  <a:lnTo>
                    <a:pt x="5041" y="9633"/>
                  </a:lnTo>
                  <a:cubicBezTo>
                    <a:pt x="5238" y="9830"/>
                    <a:pt x="5496" y="9928"/>
                    <a:pt x="5755" y="9928"/>
                  </a:cubicBezTo>
                  <a:cubicBezTo>
                    <a:pt x="5910" y="9928"/>
                    <a:pt x="6065" y="9893"/>
                    <a:pt x="6207" y="9822"/>
                  </a:cubicBezTo>
                  <a:lnTo>
                    <a:pt x="8790" y="8530"/>
                  </a:lnTo>
                  <a:cubicBezTo>
                    <a:pt x="9357" y="8215"/>
                    <a:pt x="9515" y="7459"/>
                    <a:pt x="9137" y="6986"/>
                  </a:cubicBezTo>
                  <a:lnTo>
                    <a:pt x="9893" y="6766"/>
                  </a:lnTo>
                  <a:cubicBezTo>
                    <a:pt x="10050" y="6858"/>
                    <a:pt x="10229" y="6906"/>
                    <a:pt x="10412" y="6906"/>
                  </a:cubicBezTo>
                  <a:cubicBezTo>
                    <a:pt x="10668" y="6906"/>
                    <a:pt x="10932" y="6811"/>
                    <a:pt x="11153" y="6608"/>
                  </a:cubicBezTo>
                  <a:cubicBezTo>
                    <a:pt x="11531" y="6199"/>
                    <a:pt x="11531" y="5537"/>
                    <a:pt x="11153" y="5128"/>
                  </a:cubicBezTo>
                  <a:lnTo>
                    <a:pt x="6301" y="307"/>
                  </a:lnTo>
                  <a:cubicBezTo>
                    <a:pt x="6096" y="103"/>
                    <a:pt x="5829" y="0"/>
                    <a:pt x="55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962" name="Google Shape;14962;p84"/>
            <p:cNvSpPr/>
            <p:nvPr/>
          </p:nvSpPr>
          <p:spPr>
            <a:xfrm>
              <a:off x="-34181850" y="2644625"/>
              <a:ext cx="41775" cy="41575"/>
            </a:xfrm>
            <a:custGeom>
              <a:avLst/>
              <a:gdLst/>
              <a:ahLst/>
              <a:cxnLst/>
              <a:rect l="l" t="t" r="r" b="b"/>
              <a:pathLst>
                <a:path w="1671" h="1663" extrusionOk="0">
                  <a:moveTo>
                    <a:pt x="1328" y="1"/>
                  </a:moveTo>
                  <a:cubicBezTo>
                    <a:pt x="1237" y="1"/>
                    <a:pt x="1151" y="40"/>
                    <a:pt x="1103" y="119"/>
                  </a:cubicBezTo>
                  <a:lnTo>
                    <a:pt x="95" y="1096"/>
                  </a:lnTo>
                  <a:cubicBezTo>
                    <a:pt x="1" y="1222"/>
                    <a:pt x="1" y="1442"/>
                    <a:pt x="95" y="1568"/>
                  </a:cubicBezTo>
                  <a:cubicBezTo>
                    <a:pt x="158" y="1631"/>
                    <a:pt x="253" y="1663"/>
                    <a:pt x="343" y="1663"/>
                  </a:cubicBezTo>
                  <a:cubicBezTo>
                    <a:pt x="434" y="1663"/>
                    <a:pt x="521" y="1631"/>
                    <a:pt x="568" y="1568"/>
                  </a:cubicBezTo>
                  <a:lnTo>
                    <a:pt x="1576" y="592"/>
                  </a:lnTo>
                  <a:cubicBezTo>
                    <a:pt x="1671" y="466"/>
                    <a:pt x="1671" y="213"/>
                    <a:pt x="1576" y="119"/>
                  </a:cubicBezTo>
                  <a:cubicBezTo>
                    <a:pt x="1513" y="40"/>
                    <a:pt x="1418" y="1"/>
                    <a:pt x="13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963" name="Google Shape;14963;p84"/>
            <p:cNvSpPr/>
            <p:nvPr/>
          </p:nvSpPr>
          <p:spPr>
            <a:xfrm>
              <a:off x="-34217275" y="2631050"/>
              <a:ext cx="17350" cy="41775"/>
            </a:xfrm>
            <a:custGeom>
              <a:avLst/>
              <a:gdLst/>
              <a:ahLst/>
              <a:cxnLst/>
              <a:rect l="l" t="t" r="r" b="b"/>
              <a:pathLst>
                <a:path w="694" h="1671" extrusionOk="0">
                  <a:moveTo>
                    <a:pt x="347" y="0"/>
                  </a:moveTo>
                  <a:cubicBezTo>
                    <a:pt x="158" y="0"/>
                    <a:pt x="0" y="158"/>
                    <a:pt x="0" y="347"/>
                  </a:cubicBezTo>
                  <a:lnTo>
                    <a:pt x="0" y="1324"/>
                  </a:lnTo>
                  <a:cubicBezTo>
                    <a:pt x="0" y="1513"/>
                    <a:pt x="158" y="1670"/>
                    <a:pt x="347" y="1670"/>
                  </a:cubicBezTo>
                  <a:cubicBezTo>
                    <a:pt x="536" y="1670"/>
                    <a:pt x="693" y="1513"/>
                    <a:pt x="693" y="1324"/>
                  </a:cubicBez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964" name="Google Shape;14964;p84"/>
            <p:cNvSpPr/>
            <p:nvPr/>
          </p:nvSpPr>
          <p:spPr>
            <a:xfrm>
              <a:off x="-34168450" y="2704300"/>
              <a:ext cx="42550" cy="18125"/>
            </a:xfrm>
            <a:custGeom>
              <a:avLst/>
              <a:gdLst/>
              <a:ahLst/>
              <a:cxnLst/>
              <a:rect l="l" t="t" r="r" b="b"/>
              <a:pathLst>
                <a:path w="1702" h="725" extrusionOk="0">
                  <a:moveTo>
                    <a:pt x="347" y="0"/>
                  </a:moveTo>
                  <a:cubicBezTo>
                    <a:pt x="158" y="0"/>
                    <a:pt x="0" y="158"/>
                    <a:pt x="0" y="378"/>
                  </a:cubicBezTo>
                  <a:cubicBezTo>
                    <a:pt x="0" y="567"/>
                    <a:pt x="158" y="725"/>
                    <a:pt x="347" y="725"/>
                  </a:cubicBezTo>
                  <a:lnTo>
                    <a:pt x="1355" y="725"/>
                  </a:lnTo>
                  <a:cubicBezTo>
                    <a:pt x="1544" y="725"/>
                    <a:pt x="1702" y="567"/>
                    <a:pt x="1702" y="378"/>
                  </a:cubicBezTo>
                  <a:cubicBezTo>
                    <a:pt x="1670" y="158"/>
                    <a:pt x="1544" y="0"/>
                    <a:pt x="13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4965" name="Google Shape;14965;p84"/>
          <p:cNvSpPr/>
          <p:nvPr/>
        </p:nvSpPr>
        <p:spPr>
          <a:xfrm>
            <a:off x="1299154" y="2687237"/>
            <a:ext cx="353587" cy="354527"/>
          </a:xfrm>
          <a:custGeom>
            <a:avLst/>
            <a:gdLst/>
            <a:ahLst/>
            <a:cxnLst/>
            <a:rect l="l" t="t" r="r" b="b"/>
            <a:pathLst>
              <a:path w="11658" h="11689" extrusionOk="0">
                <a:moveTo>
                  <a:pt x="2868" y="8538"/>
                </a:moveTo>
                <a:cubicBezTo>
                  <a:pt x="3025" y="8948"/>
                  <a:pt x="3340" y="9263"/>
                  <a:pt x="3781" y="9452"/>
                </a:cubicBezTo>
                <a:cubicBezTo>
                  <a:pt x="3403" y="9389"/>
                  <a:pt x="2364" y="9231"/>
                  <a:pt x="2080" y="8916"/>
                </a:cubicBezTo>
                <a:cubicBezTo>
                  <a:pt x="2143" y="8885"/>
                  <a:pt x="2332" y="8727"/>
                  <a:pt x="2868" y="8538"/>
                </a:cubicBezTo>
                <a:close/>
                <a:moveTo>
                  <a:pt x="8791" y="8538"/>
                </a:moveTo>
                <a:cubicBezTo>
                  <a:pt x="9326" y="8727"/>
                  <a:pt x="9547" y="8885"/>
                  <a:pt x="9578" y="8916"/>
                </a:cubicBezTo>
                <a:cubicBezTo>
                  <a:pt x="9295" y="9231"/>
                  <a:pt x="8287" y="9389"/>
                  <a:pt x="7877" y="9452"/>
                </a:cubicBezTo>
                <a:cubicBezTo>
                  <a:pt x="8287" y="9294"/>
                  <a:pt x="8602" y="8948"/>
                  <a:pt x="8791" y="8538"/>
                </a:cubicBezTo>
                <a:close/>
                <a:moveTo>
                  <a:pt x="5829" y="725"/>
                </a:moveTo>
                <a:cubicBezTo>
                  <a:pt x="6018" y="725"/>
                  <a:pt x="6176" y="883"/>
                  <a:pt x="6176" y="1072"/>
                </a:cubicBezTo>
                <a:lnTo>
                  <a:pt x="6176" y="4537"/>
                </a:lnTo>
                <a:cubicBezTo>
                  <a:pt x="6176" y="4695"/>
                  <a:pt x="6302" y="4821"/>
                  <a:pt x="6428" y="4852"/>
                </a:cubicBezTo>
                <a:cubicBezTo>
                  <a:pt x="6455" y="4858"/>
                  <a:pt x="6482" y="4860"/>
                  <a:pt x="6508" y="4860"/>
                </a:cubicBezTo>
                <a:cubicBezTo>
                  <a:pt x="6637" y="4860"/>
                  <a:pt x="6754" y="4799"/>
                  <a:pt x="6806" y="4695"/>
                </a:cubicBezTo>
                <a:lnTo>
                  <a:pt x="8287" y="2237"/>
                </a:lnTo>
                <a:cubicBezTo>
                  <a:pt x="8326" y="2139"/>
                  <a:pt x="8415" y="2090"/>
                  <a:pt x="8514" y="2090"/>
                </a:cubicBezTo>
                <a:cubicBezTo>
                  <a:pt x="8574" y="2090"/>
                  <a:pt x="8637" y="2107"/>
                  <a:pt x="8696" y="2143"/>
                </a:cubicBezTo>
                <a:cubicBezTo>
                  <a:pt x="8854" y="2206"/>
                  <a:pt x="8948" y="2426"/>
                  <a:pt x="8854" y="2615"/>
                </a:cubicBezTo>
                <a:lnTo>
                  <a:pt x="7656" y="5041"/>
                </a:lnTo>
                <a:cubicBezTo>
                  <a:pt x="7562" y="5262"/>
                  <a:pt x="7656" y="5451"/>
                  <a:pt x="7814" y="5514"/>
                </a:cubicBezTo>
                <a:cubicBezTo>
                  <a:pt x="7851" y="5551"/>
                  <a:pt x="7898" y="5569"/>
                  <a:pt x="7949" y="5569"/>
                </a:cubicBezTo>
                <a:cubicBezTo>
                  <a:pt x="8028" y="5569"/>
                  <a:pt x="8116" y="5527"/>
                  <a:pt x="8192" y="5451"/>
                </a:cubicBezTo>
                <a:cubicBezTo>
                  <a:pt x="9630" y="4282"/>
                  <a:pt x="9701" y="4254"/>
                  <a:pt x="9704" y="4254"/>
                </a:cubicBezTo>
                <a:cubicBezTo>
                  <a:pt x="9704" y="4254"/>
                  <a:pt x="9704" y="4254"/>
                  <a:pt x="9704" y="4254"/>
                </a:cubicBezTo>
                <a:cubicBezTo>
                  <a:pt x="9752" y="4206"/>
                  <a:pt x="9838" y="4183"/>
                  <a:pt x="9929" y="4183"/>
                </a:cubicBezTo>
                <a:cubicBezTo>
                  <a:pt x="10019" y="4183"/>
                  <a:pt x="10114" y="4206"/>
                  <a:pt x="10177" y="4254"/>
                </a:cubicBezTo>
                <a:cubicBezTo>
                  <a:pt x="10271" y="4380"/>
                  <a:pt x="10271" y="4632"/>
                  <a:pt x="10177" y="4726"/>
                </a:cubicBezTo>
                <a:lnTo>
                  <a:pt x="8318" y="6585"/>
                </a:lnTo>
                <a:cubicBezTo>
                  <a:pt x="8224" y="6680"/>
                  <a:pt x="8192" y="6743"/>
                  <a:pt x="8192" y="6837"/>
                </a:cubicBezTo>
                <a:lnTo>
                  <a:pt x="8192" y="7940"/>
                </a:lnTo>
                <a:cubicBezTo>
                  <a:pt x="8192" y="8349"/>
                  <a:pt x="7908" y="8759"/>
                  <a:pt x="7499" y="8916"/>
                </a:cubicBezTo>
                <a:cubicBezTo>
                  <a:pt x="7184" y="9042"/>
                  <a:pt x="6932" y="9263"/>
                  <a:pt x="6869" y="9609"/>
                </a:cubicBezTo>
                <a:cubicBezTo>
                  <a:pt x="6491" y="9672"/>
                  <a:pt x="6144" y="9672"/>
                  <a:pt x="5798" y="9672"/>
                </a:cubicBezTo>
                <a:cubicBezTo>
                  <a:pt x="5451" y="9672"/>
                  <a:pt x="5073" y="9672"/>
                  <a:pt x="4726" y="9609"/>
                </a:cubicBezTo>
                <a:cubicBezTo>
                  <a:pt x="4663" y="9294"/>
                  <a:pt x="4411" y="9042"/>
                  <a:pt x="4096" y="8916"/>
                </a:cubicBezTo>
                <a:cubicBezTo>
                  <a:pt x="3655" y="8759"/>
                  <a:pt x="3403" y="8381"/>
                  <a:pt x="3403" y="7940"/>
                </a:cubicBezTo>
                <a:cubicBezTo>
                  <a:pt x="3403" y="7562"/>
                  <a:pt x="3277" y="7247"/>
                  <a:pt x="2994" y="6963"/>
                </a:cubicBezTo>
                <a:lnTo>
                  <a:pt x="1418" y="5388"/>
                </a:lnTo>
                <a:cubicBezTo>
                  <a:pt x="1355" y="5293"/>
                  <a:pt x="1355" y="5041"/>
                  <a:pt x="1513" y="4947"/>
                </a:cubicBezTo>
                <a:cubicBezTo>
                  <a:pt x="1568" y="4873"/>
                  <a:pt x="1667" y="4842"/>
                  <a:pt x="1758" y="4842"/>
                </a:cubicBezTo>
                <a:cubicBezTo>
                  <a:pt x="1823" y="4842"/>
                  <a:pt x="1883" y="4858"/>
                  <a:pt x="1923" y="4884"/>
                </a:cubicBezTo>
                <a:cubicBezTo>
                  <a:pt x="3718" y="6238"/>
                  <a:pt x="3592" y="6144"/>
                  <a:pt x="3750" y="6207"/>
                </a:cubicBezTo>
                <a:cubicBezTo>
                  <a:pt x="3834" y="6207"/>
                  <a:pt x="3876" y="6221"/>
                  <a:pt x="3913" y="6221"/>
                </a:cubicBezTo>
                <a:cubicBezTo>
                  <a:pt x="3932" y="6221"/>
                  <a:pt x="3949" y="6217"/>
                  <a:pt x="3970" y="6207"/>
                </a:cubicBezTo>
                <a:cubicBezTo>
                  <a:pt x="5231" y="6238"/>
                  <a:pt x="5483" y="6617"/>
                  <a:pt x="5483" y="7215"/>
                </a:cubicBezTo>
                <a:cubicBezTo>
                  <a:pt x="5483" y="7404"/>
                  <a:pt x="5640" y="7562"/>
                  <a:pt x="5829" y="7562"/>
                </a:cubicBezTo>
                <a:cubicBezTo>
                  <a:pt x="6018" y="7562"/>
                  <a:pt x="6176" y="7404"/>
                  <a:pt x="6176" y="7215"/>
                </a:cubicBezTo>
                <a:cubicBezTo>
                  <a:pt x="6176" y="6554"/>
                  <a:pt x="5924" y="6081"/>
                  <a:pt x="5388" y="5797"/>
                </a:cubicBezTo>
                <a:cubicBezTo>
                  <a:pt x="5073" y="5640"/>
                  <a:pt x="4663" y="5514"/>
                  <a:pt x="4128" y="5514"/>
                </a:cubicBezTo>
                <a:cubicBezTo>
                  <a:pt x="3624" y="4348"/>
                  <a:pt x="2836" y="2647"/>
                  <a:pt x="2805" y="2615"/>
                </a:cubicBezTo>
                <a:cubicBezTo>
                  <a:pt x="2710" y="2458"/>
                  <a:pt x="2805" y="2206"/>
                  <a:pt x="2962" y="2143"/>
                </a:cubicBezTo>
                <a:cubicBezTo>
                  <a:pt x="3015" y="2111"/>
                  <a:pt x="3071" y="2097"/>
                  <a:pt x="3126" y="2097"/>
                </a:cubicBezTo>
                <a:cubicBezTo>
                  <a:pt x="3235" y="2097"/>
                  <a:pt x="3340" y="2153"/>
                  <a:pt x="3403" y="2237"/>
                </a:cubicBezTo>
                <a:lnTo>
                  <a:pt x="4852" y="4695"/>
                </a:lnTo>
                <a:cubicBezTo>
                  <a:pt x="4905" y="4799"/>
                  <a:pt x="5022" y="4860"/>
                  <a:pt x="5150" y="4860"/>
                </a:cubicBezTo>
                <a:cubicBezTo>
                  <a:pt x="5176" y="4860"/>
                  <a:pt x="5204" y="4858"/>
                  <a:pt x="5231" y="4852"/>
                </a:cubicBezTo>
                <a:cubicBezTo>
                  <a:pt x="5388" y="4821"/>
                  <a:pt x="5483" y="4695"/>
                  <a:pt x="5483" y="4537"/>
                </a:cubicBezTo>
                <a:lnTo>
                  <a:pt x="5483" y="1072"/>
                </a:lnTo>
                <a:cubicBezTo>
                  <a:pt x="5483" y="883"/>
                  <a:pt x="5640" y="725"/>
                  <a:pt x="5829" y="725"/>
                </a:cubicBezTo>
                <a:close/>
                <a:moveTo>
                  <a:pt x="8822" y="7310"/>
                </a:moveTo>
                <a:cubicBezTo>
                  <a:pt x="10082" y="7688"/>
                  <a:pt x="10901" y="8318"/>
                  <a:pt x="10901" y="8916"/>
                </a:cubicBezTo>
                <a:cubicBezTo>
                  <a:pt x="10996" y="9925"/>
                  <a:pt x="8791" y="10996"/>
                  <a:pt x="5829" y="10996"/>
                </a:cubicBezTo>
                <a:cubicBezTo>
                  <a:pt x="2868" y="10996"/>
                  <a:pt x="662" y="9988"/>
                  <a:pt x="662" y="8948"/>
                </a:cubicBezTo>
                <a:cubicBezTo>
                  <a:pt x="662" y="8412"/>
                  <a:pt x="1387" y="7814"/>
                  <a:pt x="2490" y="7404"/>
                </a:cubicBezTo>
                <a:lnTo>
                  <a:pt x="2553" y="7499"/>
                </a:lnTo>
                <a:cubicBezTo>
                  <a:pt x="2679" y="7625"/>
                  <a:pt x="2773" y="7782"/>
                  <a:pt x="2773" y="7940"/>
                </a:cubicBezTo>
                <a:cubicBezTo>
                  <a:pt x="2206" y="8097"/>
                  <a:pt x="1387" y="8349"/>
                  <a:pt x="1387" y="8948"/>
                </a:cubicBezTo>
                <a:cubicBezTo>
                  <a:pt x="1387" y="9231"/>
                  <a:pt x="1544" y="9452"/>
                  <a:pt x="1860" y="9672"/>
                </a:cubicBezTo>
                <a:cubicBezTo>
                  <a:pt x="2773" y="10208"/>
                  <a:pt x="4726" y="10334"/>
                  <a:pt x="5798" y="10334"/>
                </a:cubicBezTo>
                <a:cubicBezTo>
                  <a:pt x="6869" y="10334"/>
                  <a:pt x="8822" y="10208"/>
                  <a:pt x="9736" y="9672"/>
                </a:cubicBezTo>
                <a:cubicBezTo>
                  <a:pt x="10051" y="9452"/>
                  <a:pt x="10208" y="9231"/>
                  <a:pt x="10208" y="8948"/>
                </a:cubicBezTo>
                <a:cubicBezTo>
                  <a:pt x="10208" y="8349"/>
                  <a:pt x="9421" y="8097"/>
                  <a:pt x="8822" y="7940"/>
                </a:cubicBezTo>
                <a:lnTo>
                  <a:pt x="8822" y="7310"/>
                </a:lnTo>
                <a:close/>
                <a:moveTo>
                  <a:pt x="5829" y="1"/>
                </a:moveTo>
                <a:cubicBezTo>
                  <a:pt x="5294" y="1"/>
                  <a:pt x="4821" y="473"/>
                  <a:pt x="4821" y="1072"/>
                </a:cubicBezTo>
                <a:lnTo>
                  <a:pt x="4821" y="3309"/>
                </a:lnTo>
                <a:lnTo>
                  <a:pt x="4002" y="1954"/>
                </a:lnTo>
                <a:cubicBezTo>
                  <a:pt x="3807" y="1608"/>
                  <a:pt x="3464" y="1440"/>
                  <a:pt x="3115" y="1440"/>
                </a:cubicBezTo>
                <a:cubicBezTo>
                  <a:pt x="2956" y="1440"/>
                  <a:pt x="2795" y="1475"/>
                  <a:pt x="2647" y="1544"/>
                </a:cubicBezTo>
                <a:cubicBezTo>
                  <a:pt x="2143" y="1765"/>
                  <a:pt x="1923" y="2426"/>
                  <a:pt x="2175" y="2930"/>
                </a:cubicBezTo>
                <a:cubicBezTo>
                  <a:pt x="2206" y="2993"/>
                  <a:pt x="2679" y="4033"/>
                  <a:pt x="3088" y="4915"/>
                </a:cubicBezTo>
                <a:lnTo>
                  <a:pt x="2332" y="4380"/>
                </a:lnTo>
                <a:cubicBezTo>
                  <a:pt x="2157" y="4233"/>
                  <a:pt x="1933" y="4162"/>
                  <a:pt x="1710" y="4162"/>
                </a:cubicBezTo>
                <a:cubicBezTo>
                  <a:pt x="1452" y="4162"/>
                  <a:pt x="1195" y="4257"/>
                  <a:pt x="1009" y="4443"/>
                </a:cubicBezTo>
                <a:cubicBezTo>
                  <a:pt x="599" y="4852"/>
                  <a:pt x="599" y="5514"/>
                  <a:pt x="1009" y="5923"/>
                </a:cubicBezTo>
                <a:lnTo>
                  <a:pt x="1986" y="6900"/>
                </a:lnTo>
                <a:cubicBezTo>
                  <a:pt x="725" y="7404"/>
                  <a:pt x="1" y="8160"/>
                  <a:pt x="1" y="8948"/>
                </a:cubicBezTo>
                <a:cubicBezTo>
                  <a:pt x="1" y="9736"/>
                  <a:pt x="631" y="10460"/>
                  <a:pt x="1828" y="10964"/>
                </a:cubicBezTo>
                <a:cubicBezTo>
                  <a:pt x="2868" y="11437"/>
                  <a:pt x="4348" y="11689"/>
                  <a:pt x="5829" y="11689"/>
                </a:cubicBezTo>
                <a:cubicBezTo>
                  <a:pt x="8948" y="11689"/>
                  <a:pt x="11658" y="10586"/>
                  <a:pt x="11658" y="8979"/>
                </a:cubicBezTo>
                <a:cubicBezTo>
                  <a:pt x="11658" y="8003"/>
                  <a:pt x="10744" y="7184"/>
                  <a:pt x="9169" y="6680"/>
                </a:cubicBezTo>
                <a:lnTo>
                  <a:pt x="10649" y="5199"/>
                </a:lnTo>
                <a:cubicBezTo>
                  <a:pt x="11027" y="4821"/>
                  <a:pt x="11027" y="4159"/>
                  <a:pt x="10649" y="3750"/>
                </a:cubicBezTo>
                <a:cubicBezTo>
                  <a:pt x="10445" y="3561"/>
                  <a:pt x="10185" y="3466"/>
                  <a:pt x="9929" y="3466"/>
                </a:cubicBezTo>
                <a:cubicBezTo>
                  <a:pt x="9673" y="3466"/>
                  <a:pt x="9421" y="3561"/>
                  <a:pt x="9232" y="3750"/>
                </a:cubicBezTo>
                <a:cubicBezTo>
                  <a:pt x="9137" y="3844"/>
                  <a:pt x="9074" y="3876"/>
                  <a:pt x="8948" y="4002"/>
                </a:cubicBezTo>
                <a:cubicBezTo>
                  <a:pt x="8980" y="3876"/>
                  <a:pt x="9421" y="3025"/>
                  <a:pt x="9484" y="2930"/>
                </a:cubicBezTo>
                <a:cubicBezTo>
                  <a:pt x="9736" y="2426"/>
                  <a:pt x="9547" y="1765"/>
                  <a:pt x="9011" y="1544"/>
                </a:cubicBezTo>
                <a:cubicBezTo>
                  <a:pt x="8873" y="1475"/>
                  <a:pt x="8719" y="1440"/>
                  <a:pt x="8564" y="1440"/>
                </a:cubicBezTo>
                <a:cubicBezTo>
                  <a:pt x="8226" y="1440"/>
                  <a:pt x="7883" y="1608"/>
                  <a:pt x="7688" y="1954"/>
                </a:cubicBezTo>
                <a:lnTo>
                  <a:pt x="6869" y="3309"/>
                </a:lnTo>
                <a:lnTo>
                  <a:pt x="6869" y="1072"/>
                </a:lnTo>
                <a:cubicBezTo>
                  <a:pt x="6869" y="505"/>
                  <a:pt x="6396"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966" name="Google Shape;14966;p84"/>
          <p:cNvSpPr/>
          <p:nvPr/>
        </p:nvSpPr>
        <p:spPr>
          <a:xfrm>
            <a:off x="1299154" y="3155970"/>
            <a:ext cx="353587" cy="353557"/>
          </a:xfrm>
          <a:custGeom>
            <a:avLst/>
            <a:gdLst/>
            <a:ahLst/>
            <a:cxnLst/>
            <a:rect l="l" t="t" r="r" b="b"/>
            <a:pathLst>
              <a:path w="11658" h="11657" extrusionOk="0">
                <a:moveTo>
                  <a:pt x="5829" y="662"/>
                </a:moveTo>
                <a:cubicBezTo>
                  <a:pt x="6396" y="662"/>
                  <a:pt x="6869" y="1134"/>
                  <a:pt x="6869" y="1670"/>
                </a:cubicBezTo>
                <a:cubicBezTo>
                  <a:pt x="6869" y="2237"/>
                  <a:pt x="6396" y="2741"/>
                  <a:pt x="5829" y="2741"/>
                </a:cubicBezTo>
                <a:cubicBezTo>
                  <a:pt x="5294" y="2710"/>
                  <a:pt x="4821" y="2237"/>
                  <a:pt x="4821" y="1670"/>
                </a:cubicBezTo>
                <a:cubicBezTo>
                  <a:pt x="4821" y="1134"/>
                  <a:pt x="5294" y="662"/>
                  <a:pt x="5829" y="662"/>
                </a:cubicBezTo>
                <a:close/>
                <a:moveTo>
                  <a:pt x="5829" y="3403"/>
                </a:moveTo>
                <a:cubicBezTo>
                  <a:pt x="7058" y="3403"/>
                  <a:pt x="8034" y="4316"/>
                  <a:pt x="8192" y="5451"/>
                </a:cubicBezTo>
                <a:lnTo>
                  <a:pt x="3466" y="5451"/>
                </a:lnTo>
                <a:cubicBezTo>
                  <a:pt x="3624" y="4285"/>
                  <a:pt x="4600" y="3403"/>
                  <a:pt x="5829" y="3403"/>
                </a:cubicBezTo>
                <a:close/>
                <a:moveTo>
                  <a:pt x="1702" y="8885"/>
                </a:moveTo>
                <a:cubicBezTo>
                  <a:pt x="2269" y="8885"/>
                  <a:pt x="2710" y="9357"/>
                  <a:pt x="2710" y="9924"/>
                </a:cubicBezTo>
                <a:cubicBezTo>
                  <a:pt x="2710" y="10460"/>
                  <a:pt x="2269" y="10932"/>
                  <a:pt x="1702" y="10932"/>
                </a:cubicBezTo>
                <a:cubicBezTo>
                  <a:pt x="1135" y="10932"/>
                  <a:pt x="694" y="10460"/>
                  <a:pt x="694" y="9924"/>
                </a:cubicBezTo>
                <a:cubicBezTo>
                  <a:pt x="694" y="9357"/>
                  <a:pt x="1135" y="8885"/>
                  <a:pt x="1702" y="8885"/>
                </a:cubicBezTo>
                <a:close/>
                <a:moveTo>
                  <a:pt x="5829" y="8885"/>
                </a:moveTo>
                <a:cubicBezTo>
                  <a:pt x="6396" y="8885"/>
                  <a:pt x="6869" y="9357"/>
                  <a:pt x="6869" y="9924"/>
                </a:cubicBezTo>
                <a:cubicBezTo>
                  <a:pt x="6869" y="10460"/>
                  <a:pt x="6396" y="10932"/>
                  <a:pt x="5829" y="10932"/>
                </a:cubicBezTo>
                <a:cubicBezTo>
                  <a:pt x="5294" y="10932"/>
                  <a:pt x="4821" y="10460"/>
                  <a:pt x="4821" y="9924"/>
                </a:cubicBezTo>
                <a:cubicBezTo>
                  <a:pt x="4821" y="9357"/>
                  <a:pt x="5294" y="8885"/>
                  <a:pt x="5829" y="8885"/>
                </a:cubicBezTo>
                <a:close/>
                <a:moveTo>
                  <a:pt x="9956" y="8885"/>
                </a:moveTo>
                <a:cubicBezTo>
                  <a:pt x="10523" y="8885"/>
                  <a:pt x="10996" y="9357"/>
                  <a:pt x="10996" y="9924"/>
                </a:cubicBezTo>
                <a:cubicBezTo>
                  <a:pt x="10996" y="10460"/>
                  <a:pt x="10523" y="10932"/>
                  <a:pt x="9956" y="10932"/>
                </a:cubicBezTo>
                <a:cubicBezTo>
                  <a:pt x="9421" y="10932"/>
                  <a:pt x="8948" y="10460"/>
                  <a:pt x="8948" y="9924"/>
                </a:cubicBezTo>
                <a:cubicBezTo>
                  <a:pt x="8948" y="9357"/>
                  <a:pt x="9421" y="8885"/>
                  <a:pt x="9956" y="8885"/>
                </a:cubicBezTo>
                <a:close/>
                <a:moveTo>
                  <a:pt x="5829" y="0"/>
                </a:moveTo>
                <a:cubicBezTo>
                  <a:pt x="4884" y="0"/>
                  <a:pt x="4128" y="725"/>
                  <a:pt x="4128" y="1670"/>
                </a:cubicBezTo>
                <a:cubicBezTo>
                  <a:pt x="4128" y="2143"/>
                  <a:pt x="4285" y="2584"/>
                  <a:pt x="4663" y="2899"/>
                </a:cubicBezTo>
                <a:lnTo>
                  <a:pt x="4695" y="2930"/>
                </a:lnTo>
                <a:cubicBezTo>
                  <a:pt x="3561" y="3403"/>
                  <a:pt x="2773" y="4505"/>
                  <a:pt x="2773" y="5766"/>
                </a:cubicBezTo>
                <a:cubicBezTo>
                  <a:pt x="2773" y="5955"/>
                  <a:pt x="2931" y="6144"/>
                  <a:pt x="3120" y="6144"/>
                </a:cubicBezTo>
                <a:lnTo>
                  <a:pt x="5514" y="6144"/>
                </a:lnTo>
                <a:lnTo>
                  <a:pt x="5514" y="6837"/>
                </a:lnTo>
                <a:lnTo>
                  <a:pt x="2395" y="6837"/>
                </a:lnTo>
                <a:cubicBezTo>
                  <a:pt x="1860" y="6837"/>
                  <a:pt x="1387" y="7309"/>
                  <a:pt x="1387" y="7876"/>
                </a:cubicBezTo>
                <a:lnTo>
                  <a:pt x="1387" y="8254"/>
                </a:lnTo>
                <a:cubicBezTo>
                  <a:pt x="599" y="8412"/>
                  <a:pt x="1" y="9137"/>
                  <a:pt x="1" y="9956"/>
                </a:cubicBezTo>
                <a:cubicBezTo>
                  <a:pt x="1" y="10901"/>
                  <a:pt x="757" y="11657"/>
                  <a:pt x="1702" y="11657"/>
                </a:cubicBezTo>
                <a:cubicBezTo>
                  <a:pt x="2647" y="11657"/>
                  <a:pt x="3403" y="10901"/>
                  <a:pt x="3403" y="9956"/>
                </a:cubicBezTo>
                <a:cubicBezTo>
                  <a:pt x="3403" y="9137"/>
                  <a:pt x="2805" y="8412"/>
                  <a:pt x="2017" y="8254"/>
                </a:cubicBezTo>
                <a:lnTo>
                  <a:pt x="2017" y="7876"/>
                </a:lnTo>
                <a:cubicBezTo>
                  <a:pt x="2017" y="7656"/>
                  <a:pt x="2175" y="7498"/>
                  <a:pt x="2364" y="7498"/>
                </a:cubicBezTo>
                <a:lnTo>
                  <a:pt x="5483" y="7498"/>
                </a:lnTo>
                <a:lnTo>
                  <a:pt x="5483" y="8223"/>
                </a:lnTo>
                <a:cubicBezTo>
                  <a:pt x="4695" y="8380"/>
                  <a:pt x="4096" y="9074"/>
                  <a:pt x="4096" y="9924"/>
                </a:cubicBezTo>
                <a:cubicBezTo>
                  <a:pt x="4096" y="10869"/>
                  <a:pt x="4852" y="11594"/>
                  <a:pt x="5798" y="11594"/>
                </a:cubicBezTo>
                <a:cubicBezTo>
                  <a:pt x="6743" y="11594"/>
                  <a:pt x="7499" y="10869"/>
                  <a:pt x="7499" y="9924"/>
                </a:cubicBezTo>
                <a:cubicBezTo>
                  <a:pt x="7499" y="9074"/>
                  <a:pt x="6900" y="8380"/>
                  <a:pt x="6113" y="8223"/>
                </a:cubicBezTo>
                <a:lnTo>
                  <a:pt x="6113" y="7498"/>
                </a:lnTo>
                <a:lnTo>
                  <a:pt x="9232" y="7498"/>
                </a:lnTo>
                <a:cubicBezTo>
                  <a:pt x="9421" y="7498"/>
                  <a:pt x="9578" y="7656"/>
                  <a:pt x="9578" y="7876"/>
                </a:cubicBezTo>
                <a:lnTo>
                  <a:pt x="9578" y="8254"/>
                </a:lnTo>
                <a:cubicBezTo>
                  <a:pt x="8791" y="8412"/>
                  <a:pt x="8192" y="9137"/>
                  <a:pt x="8192" y="9956"/>
                </a:cubicBezTo>
                <a:cubicBezTo>
                  <a:pt x="8192" y="10901"/>
                  <a:pt x="8948" y="11657"/>
                  <a:pt x="9893" y="11657"/>
                </a:cubicBezTo>
                <a:cubicBezTo>
                  <a:pt x="10838" y="11657"/>
                  <a:pt x="11595" y="10901"/>
                  <a:pt x="11595" y="9956"/>
                </a:cubicBezTo>
                <a:cubicBezTo>
                  <a:pt x="11658" y="9074"/>
                  <a:pt x="11059" y="8412"/>
                  <a:pt x="10271" y="8254"/>
                </a:cubicBezTo>
                <a:lnTo>
                  <a:pt x="10271" y="7876"/>
                </a:lnTo>
                <a:cubicBezTo>
                  <a:pt x="10271" y="7309"/>
                  <a:pt x="9799" y="6837"/>
                  <a:pt x="9263" y="6837"/>
                </a:cubicBezTo>
                <a:lnTo>
                  <a:pt x="6144" y="6837"/>
                </a:lnTo>
                <a:lnTo>
                  <a:pt x="6144" y="6144"/>
                </a:lnTo>
                <a:lnTo>
                  <a:pt x="8539" y="6144"/>
                </a:lnTo>
                <a:cubicBezTo>
                  <a:pt x="8759" y="6144"/>
                  <a:pt x="8917" y="5955"/>
                  <a:pt x="8917" y="5766"/>
                </a:cubicBezTo>
                <a:cubicBezTo>
                  <a:pt x="8917" y="4474"/>
                  <a:pt x="8129" y="3371"/>
                  <a:pt x="6963" y="2930"/>
                </a:cubicBezTo>
                <a:lnTo>
                  <a:pt x="7026" y="2899"/>
                </a:lnTo>
                <a:cubicBezTo>
                  <a:pt x="7341" y="2584"/>
                  <a:pt x="7530" y="2143"/>
                  <a:pt x="7530" y="1670"/>
                </a:cubicBezTo>
                <a:cubicBezTo>
                  <a:pt x="7530" y="725"/>
                  <a:pt x="6774"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967" name="Google Shape;14967;p84"/>
          <p:cNvSpPr/>
          <p:nvPr/>
        </p:nvSpPr>
        <p:spPr>
          <a:xfrm>
            <a:off x="1290085" y="3616003"/>
            <a:ext cx="371724" cy="354285"/>
          </a:xfrm>
          <a:custGeom>
            <a:avLst/>
            <a:gdLst/>
            <a:ahLst/>
            <a:cxnLst/>
            <a:rect l="l" t="t" r="r" b="b"/>
            <a:pathLst>
              <a:path w="12256" h="11681" extrusionOk="0">
                <a:moveTo>
                  <a:pt x="8853" y="2072"/>
                </a:moveTo>
                <a:cubicBezTo>
                  <a:pt x="9121" y="2072"/>
                  <a:pt x="9389" y="2174"/>
                  <a:pt x="9578" y="2379"/>
                </a:cubicBezTo>
                <a:cubicBezTo>
                  <a:pt x="9987" y="2757"/>
                  <a:pt x="9987" y="3418"/>
                  <a:pt x="9578" y="3828"/>
                </a:cubicBezTo>
                <a:lnTo>
                  <a:pt x="8601" y="4805"/>
                </a:lnTo>
                <a:cubicBezTo>
                  <a:pt x="8444" y="4490"/>
                  <a:pt x="8254" y="4206"/>
                  <a:pt x="8002" y="3954"/>
                </a:cubicBezTo>
                <a:cubicBezTo>
                  <a:pt x="7782" y="3702"/>
                  <a:pt x="7467" y="3481"/>
                  <a:pt x="7152" y="3355"/>
                </a:cubicBezTo>
                <a:lnTo>
                  <a:pt x="8128" y="2379"/>
                </a:lnTo>
                <a:cubicBezTo>
                  <a:pt x="8317" y="2174"/>
                  <a:pt x="8585" y="2072"/>
                  <a:pt x="8853" y="2072"/>
                </a:cubicBezTo>
                <a:close/>
                <a:moveTo>
                  <a:pt x="5794" y="5110"/>
                </a:moveTo>
                <a:cubicBezTo>
                  <a:pt x="6066" y="5110"/>
                  <a:pt x="6350" y="5200"/>
                  <a:pt x="6553" y="5403"/>
                </a:cubicBezTo>
                <a:cubicBezTo>
                  <a:pt x="6837" y="5687"/>
                  <a:pt x="6900" y="6096"/>
                  <a:pt x="6774" y="6474"/>
                </a:cubicBezTo>
                <a:cubicBezTo>
                  <a:pt x="6675" y="6501"/>
                  <a:pt x="6569" y="6515"/>
                  <a:pt x="6462" y="6515"/>
                </a:cubicBezTo>
                <a:cubicBezTo>
                  <a:pt x="6192" y="6515"/>
                  <a:pt x="5915" y="6425"/>
                  <a:pt x="5734" y="6222"/>
                </a:cubicBezTo>
                <a:cubicBezTo>
                  <a:pt x="5451" y="5939"/>
                  <a:pt x="5356" y="5529"/>
                  <a:pt x="5482" y="5151"/>
                </a:cubicBezTo>
                <a:cubicBezTo>
                  <a:pt x="5580" y="5124"/>
                  <a:pt x="5686" y="5110"/>
                  <a:pt x="5794" y="5110"/>
                </a:cubicBezTo>
                <a:close/>
                <a:moveTo>
                  <a:pt x="8869" y="662"/>
                </a:moveTo>
                <a:cubicBezTo>
                  <a:pt x="9475" y="662"/>
                  <a:pt x="10082" y="898"/>
                  <a:pt x="10554" y="1371"/>
                </a:cubicBezTo>
                <a:cubicBezTo>
                  <a:pt x="11499" y="2316"/>
                  <a:pt x="11499" y="3828"/>
                  <a:pt x="10554" y="4773"/>
                </a:cubicBezTo>
                <a:lnTo>
                  <a:pt x="8160" y="7167"/>
                </a:lnTo>
                <a:cubicBezTo>
                  <a:pt x="7687" y="7640"/>
                  <a:pt x="7081" y="7876"/>
                  <a:pt x="6474" y="7876"/>
                </a:cubicBezTo>
                <a:cubicBezTo>
                  <a:pt x="5868" y="7876"/>
                  <a:pt x="5262" y="7640"/>
                  <a:pt x="4789" y="7167"/>
                </a:cubicBezTo>
                <a:cubicBezTo>
                  <a:pt x="4537" y="6947"/>
                  <a:pt x="4348" y="6632"/>
                  <a:pt x="4222" y="6254"/>
                </a:cubicBezTo>
                <a:lnTo>
                  <a:pt x="4789" y="5718"/>
                </a:lnTo>
                <a:cubicBezTo>
                  <a:pt x="4820" y="6065"/>
                  <a:pt x="4978" y="6411"/>
                  <a:pt x="5262" y="6695"/>
                </a:cubicBezTo>
                <a:cubicBezTo>
                  <a:pt x="5592" y="7026"/>
                  <a:pt x="6026" y="7191"/>
                  <a:pt x="6459" y="7191"/>
                </a:cubicBezTo>
                <a:cubicBezTo>
                  <a:pt x="6892" y="7191"/>
                  <a:pt x="7325" y="7026"/>
                  <a:pt x="7656" y="6695"/>
                </a:cubicBezTo>
                <a:lnTo>
                  <a:pt x="10050" y="4301"/>
                </a:lnTo>
                <a:cubicBezTo>
                  <a:pt x="10712" y="3639"/>
                  <a:pt x="10712" y="2568"/>
                  <a:pt x="10050" y="1906"/>
                </a:cubicBezTo>
                <a:cubicBezTo>
                  <a:pt x="9719" y="1560"/>
                  <a:pt x="9286" y="1386"/>
                  <a:pt x="8853" y="1386"/>
                </a:cubicBezTo>
                <a:cubicBezTo>
                  <a:pt x="8420" y="1386"/>
                  <a:pt x="7987" y="1560"/>
                  <a:pt x="7656" y="1906"/>
                </a:cubicBezTo>
                <a:lnTo>
                  <a:pt x="6427" y="3103"/>
                </a:lnTo>
                <a:cubicBezTo>
                  <a:pt x="6243" y="3066"/>
                  <a:pt x="6058" y="3051"/>
                  <a:pt x="5874" y="3051"/>
                </a:cubicBezTo>
                <a:cubicBezTo>
                  <a:pt x="5743" y="3051"/>
                  <a:pt x="5613" y="3059"/>
                  <a:pt x="5482" y="3072"/>
                </a:cubicBezTo>
                <a:lnTo>
                  <a:pt x="7183" y="1371"/>
                </a:lnTo>
                <a:cubicBezTo>
                  <a:pt x="7656" y="898"/>
                  <a:pt x="8262" y="662"/>
                  <a:pt x="8869" y="662"/>
                </a:cubicBezTo>
                <a:close/>
                <a:moveTo>
                  <a:pt x="3686" y="6821"/>
                </a:moveTo>
                <a:cubicBezTo>
                  <a:pt x="3844" y="7136"/>
                  <a:pt x="4033" y="7420"/>
                  <a:pt x="4253" y="7672"/>
                </a:cubicBezTo>
                <a:cubicBezTo>
                  <a:pt x="4505" y="7924"/>
                  <a:pt x="4820" y="8144"/>
                  <a:pt x="5135" y="8270"/>
                </a:cubicBezTo>
                <a:lnTo>
                  <a:pt x="4096" y="9278"/>
                </a:lnTo>
                <a:cubicBezTo>
                  <a:pt x="3907" y="9483"/>
                  <a:pt x="3647" y="9585"/>
                  <a:pt x="3383" y="9585"/>
                </a:cubicBezTo>
                <a:cubicBezTo>
                  <a:pt x="3119" y="9585"/>
                  <a:pt x="2851" y="9483"/>
                  <a:pt x="2647" y="9278"/>
                </a:cubicBezTo>
                <a:cubicBezTo>
                  <a:pt x="2269" y="8900"/>
                  <a:pt x="2269" y="8239"/>
                  <a:pt x="2647" y="7829"/>
                </a:cubicBezTo>
                <a:lnTo>
                  <a:pt x="3686" y="6821"/>
                </a:lnTo>
                <a:close/>
                <a:moveTo>
                  <a:pt x="5844" y="3718"/>
                </a:moveTo>
                <a:cubicBezTo>
                  <a:pt x="6451" y="3718"/>
                  <a:pt x="7057" y="3954"/>
                  <a:pt x="7530" y="4427"/>
                </a:cubicBezTo>
                <a:cubicBezTo>
                  <a:pt x="7782" y="4647"/>
                  <a:pt x="7971" y="4962"/>
                  <a:pt x="8097" y="5309"/>
                </a:cubicBezTo>
                <a:lnTo>
                  <a:pt x="7530" y="5876"/>
                </a:lnTo>
                <a:cubicBezTo>
                  <a:pt x="7498" y="5529"/>
                  <a:pt x="7341" y="5151"/>
                  <a:pt x="7057" y="4899"/>
                </a:cubicBezTo>
                <a:cubicBezTo>
                  <a:pt x="6726" y="4553"/>
                  <a:pt x="6293" y="4379"/>
                  <a:pt x="5860" y="4379"/>
                </a:cubicBezTo>
                <a:cubicBezTo>
                  <a:pt x="5427" y="4379"/>
                  <a:pt x="4994" y="4553"/>
                  <a:pt x="4663" y="4899"/>
                </a:cubicBezTo>
                <a:lnTo>
                  <a:pt x="2174" y="7357"/>
                </a:lnTo>
                <a:cubicBezTo>
                  <a:pt x="1512" y="8050"/>
                  <a:pt x="1512" y="9089"/>
                  <a:pt x="2174" y="9782"/>
                </a:cubicBezTo>
                <a:cubicBezTo>
                  <a:pt x="2505" y="10113"/>
                  <a:pt x="2938" y="10279"/>
                  <a:pt x="3371" y="10279"/>
                </a:cubicBezTo>
                <a:cubicBezTo>
                  <a:pt x="3804" y="10279"/>
                  <a:pt x="4238" y="10113"/>
                  <a:pt x="4568" y="9782"/>
                </a:cubicBezTo>
                <a:lnTo>
                  <a:pt x="5892" y="8459"/>
                </a:lnTo>
                <a:cubicBezTo>
                  <a:pt x="6122" y="8505"/>
                  <a:pt x="6336" y="8535"/>
                  <a:pt x="6570" y="8535"/>
                </a:cubicBezTo>
                <a:cubicBezTo>
                  <a:pt x="6656" y="8535"/>
                  <a:pt x="6744" y="8531"/>
                  <a:pt x="6837" y="8522"/>
                </a:cubicBezTo>
                <a:lnTo>
                  <a:pt x="6837" y="8522"/>
                </a:lnTo>
                <a:lnTo>
                  <a:pt x="5041" y="10286"/>
                </a:lnTo>
                <a:cubicBezTo>
                  <a:pt x="4568" y="10759"/>
                  <a:pt x="3962" y="10995"/>
                  <a:pt x="3355" y="10995"/>
                </a:cubicBezTo>
                <a:cubicBezTo>
                  <a:pt x="2749" y="10995"/>
                  <a:pt x="2143" y="10759"/>
                  <a:pt x="1670" y="10286"/>
                </a:cubicBezTo>
                <a:cubicBezTo>
                  <a:pt x="725" y="9341"/>
                  <a:pt x="725" y="7829"/>
                  <a:pt x="1670" y="6884"/>
                </a:cubicBezTo>
                <a:lnTo>
                  <a:pt x="4159" y="4427"/>
                </a:lnTo>
                <a:cubicBezTo>
                  <a:pt x="4631" y="3954"/>
                  <a:pt x="5238" y="3718"/>
                  <a:pt x="5844" y="3718"/>
                </a:cubicBezTo>
                <a:close/>
                <a:moveTo>
                  <a:pt x="8869" y="0"/>
                </a:moveTo>
                <a:cubicBezTo>
                  <a:pt x="8081" y="0"/>
                  <a:pt x="7294" y="299"/>
                  <a:pt x="6711" y="898"/>
                </a:cubicBezTo>
                <a:lnTo>
                  <a:pt x="1197" y="6411"/>
                </a:lnTo>
                <a:cubicBezTo>
                  <a:pt x="0" y="7609"/>
                  <a:pt x="0" y="9562"/>
                  <a:pt x="1197" y="10759"/>
                </a:cubicBezTo>
                <a:cubicBezTo>
                  <a:pt x="1812" y="11373"/>
                  <a:pt x="2599" y="11681"/>
                  <a:pt x="3379" y="11681"/>
                </a:cubicBezTo>
                <a:cubicBezTo>
                  <a:pt x="4159" y="11681"/>
                  <a:pt x="4931" y="11373"/>
                  <a:pt x="5514" y="10759"/>
                </a:cubicBezTo>
                <a:lnTo>
                  <a:pt x="11027" y="5246"/>
                </a:lnTo>
                <a:cubicBezTo>
                  <a:pt x="12256" y="4017"/>
                  <a:pt x="12256" y="2095"/>
                  <a:pt x="11027" y="898"/>
                </a:cubicBezTo>
                <a:cubicBezTo>
                  <a:pt x="10444" y="299"/>
                  <a:pt x="9656" y="0"/>
                  <a:pt x="88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4968" name="Google Shape;14968;p84"/>
          <p:cNvGrpSpPr/>
          <p:nvPr/>
        </p:nvGrpSpPr>
        <p:grpSpPr>
          <a:xfrm>
            <a:off x="3537620" y="2688025"/>
            <a:ext cx="353587" cy="352617"/>
            <a:chOff x="-30805300" y="1938725"/>
            <a:chExt cx="291450" cy="290650"/>
          </a:xfrm>
        </p:grpSpPr>
        <p:sp>
          <p:nvSpPr>
            <p:cNvPr id="14969" name="Google Shape;14969;p84"/>
            <p:cNvSpPr/>
            <p:nvPr/>
          </p:nvSpPr>
          <p:spPr>
            <a:xfrm>
              <a:off x="-30805300" y="1938725"/>
              <a:ext cx="291450" cy="290650"/>
            </a:xfrm>
            <a:custGeom>
              <a:avLst/>
              <a:gdLst/>
              <a:ahLst/>
              <a:cxnLst/>
              <a:rect l="l" t="t" r="r" b="b"/>
              <a:pathLst>
                <a:path w="11658" h="11626" extrusionOk="0">
                  <a:moveTo>
                    <a:pt x="6806" y="694"/>
                  </a:moveTo>
                  <a:lnTo>
                    <a:pt x="6806" y="1450"/>
                  </a:lnTo>
                  <a:lnTo>
                    <a:pt x="6112" y="1450"/>
                  </a:lnTo>
                  <a:lnTo>
                    <a:pt x="6112" y="694"/>
                  </a:lnTo>
                  <a:close/>
                  <a:moveTo>
                    <a:pt x="10586" y="4821"/>
                  </a:moveTo>
                  <a:cubicBezTo>
                    <a:pt x="10807" y="4821"/>
                    <a:pt x="10964" y="5010"/>
                    <a:pt x="10964" y="5199"/>
                  </a:cubicBezTo>
                  <a:cubicBezTo>
                    <a:pt x="10964" y="5388"/>
                    <a:pt x="10807" y="5545"/>
                    <a:pt x="10586" y="5545"/>
                  </a:cubicBezTo>
                  <a:lnTo>
                    <a:pt x="8570" y="5545"/>
                  </a:lnTo>
                  <a:cubicBezTo>
                    <a:pt x="8349" y="5545"/>
                    <a:pt x="8192" y="5388"/>
                    <a:pt x="8192" y="5199"/>
                  </a:cubicBezTo>
                  <a:cubicBezTo>
                    <a:pt x="8192" y="5010"/>
                    <a:pt x="8349" y="4821"/>
                    <a:pt x="8570" y="4821"/>
                  </a:cubicBezTo>
                  <a:close/>
                  <a:moveTo>
                    <a:pt x="6459" y="3529"/>
                  </a:moveTo>
                  <a:cubicBezTo>
                    <a:pt x="7089" y="3529"/>
                    <a:pt x="7656" y="3844"/>
                    <a:pt x="7971" y="4411"/>
                  </a:cubicBezTo>
                  <a:cubicBezTo>
                    <a:pt x="7688" y="4600"/>
                    <a:pt x="7499" y="4915"/>
                    <a:pt x="7499" y="5262"/>
                  </a:cubicBezTo>
                  <a:cubicBezTo>
                    <a:pt x="7499" y="5388"/>
                    <a:pt x="7530" y="5545"/>
                    <a:pt x="7562" y="5672"/>
                  </a:cubicBezTo>
                  <a:cubicBezTo>
                    <a:pt x="7121" y="5703"/>
                    <a:pt x="6806" y="6113"/>
                    <a:pt x="6806" y="6585"/>
                  </a:cubicBezTo>
                  <a:cubicBezTo>
                    <a:pt x="6806" y="6680"/>
                    <a:pt x="6806" y="6774"/>
                    <a:pt x="6869" y="6900"/>
                  </a:cubicBezTo>
                  <a:cubicBezTo>
                    <a:pt x="6743" y="6932"/>
                    <a:pt x="6617" y="6932"/>
                    <a:pt x="6459" y="6932"/>
                  </a:cubicBezTo>
                  <a:cubicBezTo>
                    <a:pt x="5514" y="6932"/>
                    <a:pt x="4758" y="6176"/>
                    <a:pt x="4758" y="5230"/>
                  </a:cubicBezTo>
                  <a:cubicBezTo>
                    <a:pt x="4758" y="4285"/>
                    <a:pt x="5514" y="3529"/>
                    <a:pt x="6459" y="3529"/>
                  </a:cubicBezTo>
                  <a:close/>
                  <a:moveTo>
                    <a:pt x="9893" y="6207"/>
                  </a:moveTo>
                  <a:cubicBezTo>
                    <a:pt x="10082" y="6207"/>
                    <a:pt x="10240" y="6365"/>
                    <a:pt x="10240" y="6585"/>
                  </a:cubicBezTo>
                  <a:cubicBezTo>
                    <a:pt x="10240" y="6774"/>
                    <a:pt x="10082" y="6932"/>
                    <a:pt x="9893" y="6932"/>
                  </a:cubicBezTo>
                  <a:lnTo>
                    <a:pt x="7845" y="6932"/>
                  </a:lnTo>
                  <a:cubicBezTo>
                    <a:pt x="7656" y="6932"/>
                    <a:pt x="7499" y="6774"/>
                    <a:pt x="7499" y="6585"/>
                  </a:cubicBezTo>
                  <a:cubicBezTo>
                    <a:pt x="7499" y="6365"/>
                    <a:pt x="7656" y="6207"/>
                    <a:pt x="7845" y="6207"/>
                  </a:cubicBezTo>
                  <a:close/>
                  <a:moveTo>
                    <a:pt x="9231" y="7562"/>
                  </a:moveTo>
                  <a:cubicBezTo>
                    <a:pt x="9420" y="7562"/>
                    <a:pt x="9578" y="7719"/>
                    <a:pt x="9578" y="7908"/>
                  </a:cubicBezTo>
                  <a:cubicBezTo>
                    <a:pt x="9578" y="8097"/>
                    <a:pt x="9420" y="8255"/>
                    <a:pt x="9231" y="8255"/>
                  </a:cubicBezTo>
                  <a:lnTo>
                    <a:pt x="7845" y="8255"/>
                  </a:lnTo>
                  <a:cubicBezTo>
                    <a:pt x="7656" y="8255"/>
                    <a:pt x="7499" y="8097"/>
                    <a:pt x="7499" y="7908"/>
                  </a:cubicBezTo>
                  <a:cubicBezTo>
                    <a:pt x="7499" y="7719"/>
                    <a:pt x="7656" y="7562"/>
                    <a:pt x="7845" y="7562"/>
                  </a:cubicBezTo>
                  <a:close/>
                  <a:moveTo>
                    <a:pt x="6595" y="2171"/>
                  </a:moveTo>
                  <a:cubicBezTo>
                    <a:pt x="7889" y="2171"/>
                    <a:pt x="8963" y="3033"/>
                    <a:pt x="9389" y="4159"/>
                  </a:cubicBezTo>
                  <a:lnTo>
                    <a:pt x="8633" y="4159"/>
                  </a:lnTo>
                  <a:cubicBezTo>
                    <a:pt x="8223" y="3340"/>
                    <a:pt x="7404" y="2805"/>
                    <a:pt x="6459" y="2805"/>
                  </a:cubicBezTo>
                  <a:cubicBezTo>
                    <a:pt x="5136" y="2805"/>
                    <a:pt x="4065" y="3844"/>
                    <a:pt x="4065" y="5199"/>
                  </a:cubicBezTo>
                  <a:cubicBezTo>
                    <a:pt x="4065" y="6522"/>
                    <a:pt x="5136" y="7593"/>
                    <a:pt x="6459" y="7593"/>
                  </a:cubicBezTo>
                  <a:cubicBezTo>
                    <a:pt x="6617" y="7593"/>
                    <a:pt x="6743" y="7593"/>
                    <a:pt x="6900" y="7562"/>
                  </a:cubicBezTo>
                  <a:lnTo>
                    <a:pt x="6900" y="7562"/>
                  </a:lnTo>
                  <a:cubicBezTo>
                    <a:pt x="6869" y="7688"/>
                    <a:pt x="6806" y="7782"/>
                    <a:pt x="6806" y="7940"/>
                  </a:cubicBezTo>
                  <a:cubicBezTo>
                    <a:pt x="6806" y="8066"/>
                    <a:pt x="6806" y="8192"/>
                    <a:pt x="6869" y="8255"/>
                  </a:cubicBezTo>
                  <a:cubicBezTo>
                    <a:pt x="6743" y="8255"/>
                    <a:pt x="6585" y="8318"/>
                    <a:pt x="6459" y="8318"/>
                  </a:cubicBezTo>
                  <a:cubicBezTo>
                    <a:pt x="4758" y="8318"/>
                    <a:pt x="3403" y="6932"/>
                    <a:pt x="3403" y="5230"/>
                  </a:cubicBezTo>
                  <a:cubicBezTo>
                    <a:pt x="3403" y="3529"/>
                    <a:pt x="4758" y="2174"/>
                    <a:pt x="6459" y="2174"/>
                  </a:cubicBezTo>
                  <a:cubicBezTo>
                    <a:pt x="6505" y="2172"/>
                    <a:pt x="6550" y="2171"/>
                    <a:pt x="6595" y="2171"/>
                  </a:cubicBezTo>
                  <a:close/>
                  <a:moveTo>
                    <a:pt x="8538" y="8917"/>
                  </a:moveTo>
                  <a:cubicBezTo>
                    <a:pt x="8759" y="8917"/>
                    <a:pt x="8916" y="9074"/>
                    <a:pt x="8916" y="9295"/>
                  </a:cubicBezTo>
                  <a:cubicBezTo>
                    <a:pt x="8853" y="9484"/>
                    <a:pt x="8696" y="9641"/>
                    <a:pt x="8538" y="9641"/>
                  </a:cubicBezTo>
                  <a:lnTo>
                    <a:pt x="7877" y="9641"/>
                  </a:lnTo>
                  <a:cubicBezTo>
                    <a:pt x="7688" y="9641"/>
                    <a:pt x="7530" y="9484"/>
                    <a:pt x="7530" y="9295"/>
                  </a:cubicBezTo>
                  <a:cubicBezTo>
                    <a:pt x="7530" y="9074"/>
                    <a:pt x="7688" y="8917"/>
                    <a:pt x="7877" y="8917"/>
                  </a:cubicBezTo>
                  <a:close/>
                  <a:moveTo>
                    <a:pt x="3592" y="1765"/>
                  </a:moveTo>
                  <a:cubicBezTo>
                    <a:pt x="3655" y="2111"/>
                    <a:pt x="3655" y="2427"/>
                    <a:pt x="3592" y="2805"/>
                  </a:cubicBezTo>
                  <a:cubicBezTo>
                    <a:pt x="3025" y="3466"/>
                    <a:pt x="2710" y="4285"/>
                    <a:pt x="2710" y="5199"/>
                  </a:cubicBezTo>
                  <a:cubicBezTo>
                    <a:pt x="2710" y="7278"/>
                    <a:pt x="4411" y="8917"/>
                    <a:pt x="6459" y="8917"/>
                  </a:cubicBezTo>
                  <a:cubicBezTo>
                    <a:pt x="6585" y="8917"/>
                    <a:pt x="6743" y="8917"/>
                    <a:pt x="6869" y="8885"/>
                  </a:cubicBezTo>
                  <a:lnTo>
                    <a:pt x="6869" y="8885"/>
                  </a:lnTo>
                  <a:cubicBezTo>
                    <a:pt x="6806" y="9011"/>
                    <a:pt x="6774" y="9137"/>
                    <a:pt x="6774" y="9232"/>
                  </a:cubicBezTo>
                  <a:cubicBezTo>
                    <a:pt x="6774" y="9358"/>
                    <a:pt x="6806" y="9484"/>
                    <a:pt x="6806" y="9610"/>
                  </a:cubicBezTo>
                  <a:lnTo>
                    <a:pt x="4915" y="9610"/>
                  </a:lnTo>
                  <a:cubicBezTo>
                    <a:pt x="4537" y="9641"/>
                    <a:pt x="4096" y="9830"/>
                    <a:pt x="3781" y="10145"/>
                  </a:cubicBezTo>
                  <a:lnTo>
                    <a:pt x="3088" y="10870"/>
                  </a:lnTo>
                  <a:lnTo>
                    <a:pt x="788" y="8633"/>
                  </a:lnTo>
                  <a:lnTo>
                    <a:pt x="1544" y="7908"/>
                  </a:lnTo>
                  <a:cubicBezTo>
                    <a:pt x="1859" y="7593"/>
                    <a:pt x="2048" y="7152"/>
                    <a:pt x="2048" y="6680"/>
                  </a:cubicBezTo>
                  <a:lnTo>
                    <a:pt x="2048" y="3655"/>
                  </a:lnTo>
                  <a:cubicBezTo>
                    <a:pt x="2048" y="3592"/>
                    <a:pt x="2080" y="3498"/>
                    <a:pt x="2143" y="3435"/>
                  </a:cubicBezTo>
                  <a:lnTo>
                    <a:pt x="3592" y="1765"/>
                  </a:lnTo>
                  <a:close/>
                  <a:moveTo>
                    <a:pt x="5167" y="1"/>
                  </a:moveTo>
                  <a:cubicBezTo>
                    <a:pt x="4978" y="1"/>
                    <a:pt x="4821" y="158"/>
                    <a:pt x="4821" y="347"/>
                  </a:cubicBezTo>
                  <a:cubicBezTo>
                    <a:pt x="4821" y="536"/>
                    <a:pt x="4978" y="694"/>
                    <a:pt x="5167" y="694"/>
                  </a:cubicBezTo>
                  <a:lnTo>
                    <a:pt x="5514" y="694"/>
                  </a:lnTo>
                  <a:lnTo>
                    <a:pt x="5514" y="1576"/>
                  </a:lnTo>
                  <a:cubicBezTo>
                    <a:pt x="5136" y="1702"/>
                    <a:pt x="4726" y="1891"/>
                    <a:pt x="4380" y="2111"/>
                  </a:cubicBezTo>
                  <a:cubicBezTo>
                    <a:pt x="4380" y="1796"/>
                    <a:pt x="4317" y="1481"/>
                    <a:pt x="4222" y="1229"/>
                  </a:cubicBezTo>
                  <a:lnTo>
                    <a:pt x="4159" y="977"/>
                  </a:lnTo>
                  <a:cubicBezTo>
                    <a:pt x="4096" y="851"/>
                    <a:pt x="4033" y="788"/>
                    <a:pt x="3907" y="757"/>
                  </a:cubicBezTo>
                  <a:cubicBezTo>
                    <a:pt x="3872" y="739"/>
                    <a:pt x="3839" y="731"/>
                    <a:pt x="3808" y="731"/>
                  </a:cubicBezTo>
                  <a:cubicBezTo>
                    <a:pt x="3728" y="731"/>
                    <a:pt x="3660" y="783"/>
                    <a:pt x="3592" y="851"/>
                  </a:cubicBezTo>
                  <a:lnTo>
                    <a:pt x="1702" y="2962"/>
                  </a:lnTo>
                  <a:cubicBezTo>
                    <a:pt x="1544" y="3151"/>
                    <a:pt x="1418" y="3372"/>
                    <a:pt x="1418" y="3624"/>
                  </a:cubicBezTo>
                  <a:lnTo>
                    <a:pt x="1418" y="6648"/>
                  </a:lnTo>
                  <a:cubicBezTo>
                    <a:pt x="1418" y="6932"/>
                    <a:pt x="1292" y="7152"/>
                    <a:pt x="1103" y="7373"/>
                  </a:cubicBezTo>
                  <a:lnTo>
                    <a:pt x="127" y="8349"/>
                  </a:lnTo>
                  <a:cubicBezTo>
                    <a:pt x="64" y="8412"/>
                    <a:pt x="1" y="8507"/>
                    <a:pt x="1" y="8570"/>
                  </a:cubicBezTo>
                  <a:cubicBezTo>
                    <a:pt x="1" y="8664"/>
                    <a:pt x="32" y="8790"/>
                    <a:pt x="127" y="8822"/>
                  </a:cubicBezTo>
                  <a:lnTo>
                    <a:pt x="2867" y="11531"/>
                  </a:lnTo>
                  <a:cubicBezTo>
                    <a:pt x="2930" y="11594"/>
                    <a:pt x="3025" y="11626"/>
                    <a:pt x="3116" y="11626"/>
                  </a:cubicBezTo>
                  <a:cubicBezTo>
                    <a:pt x="3206" y="11626"/>
                    <a:pt x="3293" y="11594"/>
                    <a:pt x="3340" y="11531"/>
                  </a:cubicBezTo>
                  <a:lnTo>
                    <a:pt x="4348" y="10555"/>
                  </a:lnTo>
                  <a:cubicBezTo>
                    <a:pt x="4537" y="10366"/>
                    <a:pt x="4758" y="10240"/>
                    <a:pt x="5041" y="10240"/>
                  </a:cubicBezTo>
                  <a:lnTo>
                    <a:pt x="8601" y="10240"/>
                  </a:lnTo>
                  <a:cubicBezTo>
                    <a:pt x="9137" y="10240"/>
                    <a:pt x="9610" y="9767"/>
                    <a:pt x="9610" y="9200"/>
                  </a:cubicBezTo>
                  <a:cubicBezTo>
                    <a:pt x="9610" y="9106"/>
                    <a:pt x="9578" y="8948"/>
                    <a:pt x="9547" y="8822"/>
                  </a:cubicBezTo>
                  <a:cubicBezTo>
                    <a:pt x="9956" y="8696"/>
                    <a:pt x="10303" y="8318"/>
                    <a:pt x="10303" y="7845"/>
                  </a:cubicBezTo>
                  <a:cubicBezTo>
                    <a:pt x="10303" y="7719"/>
                    <a:pt x="10240" y="7562"/>
                    <a:pt x="10208" y="7436"/>
                  </a:cubicBezTo>
                  <a:cubicBezTo>
                    <a:pt x="10649" y="7310"/>
                    <a:pt x="10964" y="6932"/>
                    <a:pt x="10964" y="6459"/>
                  </a:cubicBezTo>
                  <a:cubicBezTo>
                    <a:pt x="10964" y="6333"/>
                    <a:pt x="10933" y="6176"/>
                    <a:pt x="10870" y="6050"/>
                  </a:cubicBezTo>
                  <a:cubicBezTo>
                    <a:pt x="11027" y="6018"/>
                    <a:pt x="11185" y="5955"/>
                    <a:pt x="11342" y="5798"/>
                  </a:cubicBezTo>
                  <a:cubicBezTo>
                    <a:pt x="11563" y="5577"/>
                    <a:pt x="11657" y="5325"/>
                    <a:pt x="11657" y="5041"/>
                  </a:cubicBezTo>
                  <a:cubicBezTo>
                    <a:pt x="11657" y="4758"/>
                    <a:pt x="11563" y="4474"/>
                    <a:pt x="11342" y="4285"/>
                  </a:cubicBezTo>
                  <a:cubicBezTo>
                    <a:pt x="11122" y="4285"/>
                    <a:pt x="10870" y="4159"/>
                    <a:pt x="10586" y="4159"/>
                  </a:cubicBezTo>
                  <a:lnTo>
                    <a:pt x="10145" y="4159"/>
                  </a:lnTo>
                  <a:cubicBezTo>
                    <a:pt x="9767" y="2899"/>
                    <a:pt x="8790" y="1922"/>
                    <a:pt x="7530" y="1576"/>
                  </a:cubicBezTo>
                  <a:lnTo>
                    <a:pt x="7530" y="694"/>
                  </a:lnTo>
                  <a:lnTo>
                    <a:pt x="7877" y="694"/>
                  </a:lnTo>
                  <a:cubicBezTo>
                    <a:pt x="8097" y="694"/>
                    <a:pt x="8255" y="536"/>
                    <a:pt x="8255" y="347"/>
                  </a:cubicBezTo>
                  <a:cubicBezTo>
                    <a:pt x="8255" y="158"/>
                    <a:pt x="8097" y="1"/>
                    <a:pt x="78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970" name="Google Shape;14970;p84"/>
            <p:cNvSpPr/>
            <p:nvPr/>
          </p:nvSpPr>
          <p:spPr>
            <a:xfrm>
              <a:off x="-30670625" y="2042700"/>
              <a:ext cx="35475" cy="35450"/>
            </a:xfrm>
            <a:custGeom>
              <a:avLst/>
              <a:gdLst/>
              <a:ahLst/>
              <a:cxnLst/>
              <a:rect l="l" t="t" r="r" b="b"/>
              <a:pathLst>
                <a:path w="1419" h="1418" extrusionOk="0">
                  <a:moveTo>
                    <a:pt x="1072" y="0"/>
                  </a:moveTo>
                  <a:cubicBezTo>
                    <a:pt x="883" y="0"/>
                    <a:pt x="725" y="158"/>
                    <a:pt x="725" y="378"/>
                  </a:cubicBezTo>
                  <a:lnTo>
                    <a:pt x="725" y="725"/>
                  </a:lnTo>
                  <a:lnTo>
                    <a:pt x="379" y="725"/>
                  </a:lnTo>
                  <a:cubicBezTo>
                    <a:pt x="158" y="725"/>
                    <a:pt x="1" y="882"/>
                    <a:pt x="1" y="1071"/>
                  </a:cubicBezTo>
                  <a:cubicBezTo>
                    <a:pt x="1" y="1260"/>
                    <a:pt x="158" y="1418"/>
                    <a:pt x="379" y="1418"/>
                  </a:cubicBezTo>
                  <a:lnTo>
                    <a:pt x="1041" y="1418"/>
                  </a:lnTo>
                  <a:cubicBezTo>
                    <a:pt x="1230" y="1418"/>
                    <a:pt x="1387" y="1260"/>
                    <a:pt x="1387" y="1071"/>
                  </a:cubicBezTo>
                  <a:lnTo>
                    <a:pt x="1387" y="410"/>
                  </a:lnTo>
                  <a:cubicBezTo>
                    <a:pt x="1419"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971" name="Google Shape;14971;p84"/>
          <p:cNvGrpSpPr/>
          <p:nvPr/>
        </p:nvGrpSpPr>
        <p:grpSpPr>
          <a:xfrm>
            <a:off x="3538105" y="3155952"/>
            <a:ext cx="352617" cy="353193"/>
            <a:chOff x="-30805300" y="2298675"/>
            <a:chExt cx="290650" cy="291125"/>
          </a:xfrm>
        </p:grpSpPr>
        <p:sp>
          <p:nvSpPr>
            <p:cNvPr id="14972" name="Google Shape;14972;p84"/>
            <p:cNvSpPr/>
            <p:nvPr/>
          </p:nvSpPr>
          <p:spPr>
            <a:xfrm>
              <a:off x="-30720225" y="24191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973" name="Google Shape;14973;p84"/>
            <p:cNvSpPr/>
            <p:nvPr/>
          </p:nvSpPr>
          <p:spPr>
            <a:xfrm>
              <a:off x="-30635175" y="2453250"/>
              <a:ext cx="87450" cy="69125"/>
            </a:xfrm>
            <a:custGeom>
              <a:avLst/>
              <a:gdLst/>
              <a:ahLst/>
              <a:cxnLst/>
              <a:rect l="l" t="t" r="r" b="b"/>
              <a:pathLst>
                <a:path w="3498" h="2765" extrusionOk="0">
                  <a:moveTo>
                    <a:pt x="3124" y="0"/>
                  </a:moveTo>
                  <a:cubicBezTo>
                    <a:pt x="3033" y="0"/>
                    <a:pt x="2946" y="40"/>
                    <a:pt x="2899" y="118"/>
                  </a:cubicBezTo>
                  <a:lnTo>
                    <a:pt x="1040" y="1946"/>
                  </a:lnTo>
                  <a:lnTo>
                    <a:pt x="599" y="1505"/>
                  </a:lnTo>
                  <a:cubicBezTo>
                    <a:pt x="536" y="1442"/>
                    <a:pt x="450" y="1410"/>
                    <a:pt x="363" y="1410"/>
                  </a:cubicBezTo>
                  <a:cubicBezTo>
                    <a:pt x="276" y="1410"/>
                    <a:pt x="190" y="1442"/>
                    <a:pt x="127" y="1505"/>
                  </a:cubicBezTo>
                  <a:cubicBezTo>
                    <a:pt x="1" y="1631"/>
                    <a:pt x="1" y="1851"/>
                    <a:pt x="127" y="1977"/>
                  </a:cubicBezTo>
                  <a:lnTo>
                    <a:pt x="788" y="2639"/>
                  </a:lnTo>
                  <a:cubicBezTo>
                    <a:pt x="883" y="2733"/>
                    <a:pt x="977" y="2765"/>
                    <a:pt x="1040" y="2765"/>
                  </a:cubicBezTo>
                  <a:cubicBezTo>
                    <a:pt x="1103" y="2765"/>
                    <a:pt x="1198" y="2733"/>
                    <a:pt x="1261" y="2639"/>
                  </a:cubicBezTo>
                  <a:lnTo>
                    <a:pt x="3372" y="591"/>
                  </a:lnTo>
                  <a:cubicBezTo>
                    <a:pt x="3498" y="496"/>
                    <a:pt x="3498" y="244"/>
                    <a:pt x="3372" y="118"/>
                  </a:cubicBezTo>
                  <a:cubicBezTo>
                    <a:pt x="3309" y="40"/>
                    <a:pt x="3214" y="0"/>
                    <a:pt x="31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974" name="Google Shape;14974;p84"/>
            <p:cNvSpPr/>
            <p:nvPr/>
          </p:nvSpPr>
          <p:spPr>
            <a:xfrm>
              <a:off x="-30805300" y="2298675"/>
              <a:ext cx="290650" cy="291125"/>
            </a:xfrm>
            <a:custGeom>
              <a:avLst/>
              <a:gdLst/>
              <a:ahLst/>
              <a:cxnLst/>
              <a:rect l="l" t="t" r="r" b="b"/>
              <a:pathLst>
                <a:path w="11626" h="11645" extrusionOk="0">
                  <a:moveTo>
                    <a:pt x="5797" y="630"/>
                  </a:moveTo>
                  <a:cubicBezTo>
                    <a:pt x="6333" y="630"/>
                    <a:pt x="6806" y="1103"/>
                    <a:pt x="6806" y="1670"/>
                  </a:cubicBezTo>
                  <a:lnTo>
                    <a:pt x="6806" y="4096"/>
                  </a:lnTo>
                  <a:lnTo>
                    <a:pt x="6459" y="4096"/>
                  </a:lnTo>
                  <a:cubicBezTo>
                    <a:pt x="5514" y="4096"/>
                    <a:pt x="4758" y="4852"/>
                    <a:pt x="4758" y="5797"/>
                  </a:cubicBezTo>
                  <a:lnTo>
                    <a:pt x="4758" y="6144"/>
                  </a:lnTo>
                  <a:lnTo>
                    <a:pt x="3088" y="6144"/>
                  </a:lnTo>
                  <a:lnTo>
                    <a:pt x="3088" y="6207"/>
                  </a:lnTo>
                  <a:cubicBezTo>
                    <a:pt x="2993" y="6207"/>
                    <a:pt x="2930" y="6238"/>
                    <a:pt x="2836" y="6270"/>
                  </a:cubicBezTo>
                  <a:lnTo>
                    <a:pt x="2017" y="7057"/>
                  </a:lnTo>
                  <a:lnTo>
                    <a:pt x="2017" y="6490"/>
                  </a:lnTo>
                  <a:cubicBezTo>
                    <a:pt x="2017" y="6301"/>
                    <a:pt x="1859" y="6144"/>
                    <a:pt x="1670" y="6144"/>
                  </a:cubicBezTo>
                  <a:cubicBezTo>
                    <a:pt x="1103" y="6144"/>
                    <a:pt x="631" y="5671"/>
                    <a:pt x="631" y="5136"/>
                  </a:cubicBezTo>
                  <a:lnTo>
                    <a:pt x="631" y="1670"/>
                  </a:lnTo>
                  <a:cubicBezTo>
                    <a:pt x="631" y="1103"/>
                    <a:pt x="1103" y="630"/>
                    <a:pt x="1670" y="630"/>
                  </a:cubicBezTo>
                  <a:close/>
                  <a:moveTo>
                    <a:pt x="9925" y="4852"/>
                  </a:moveTo>
                  <a:cubicBezTo>
                    <a:pt x="10492" y="4852"/>
                    <a:pt x="10964" y="5325"/>
                    <a:pt x="10964" y="5860"/>
                  </a:cubicBezTo>
                  <a:lnTo>
                    <a:pt x="10964" y="8601"/>
                  </a:lnTo>
                  <a:cubicBezTo>
                    <a:pt x="10964" y="9137"/>
                    <a:pt x="10492" y="9609"/>
                    <a:pt x="9925" y="9609"/>
                  </a:cubicBezTo>
                  <a:lnTo>
                    <a:pt x="8538" y="9609"/>
                  </a:lnTo>
                  <a:cubicBezTo>
                    <a:pt x="8475" y="9609"/>
                    <a:pt x="8349" y="9672"/>
                    <a:pt x="8318" y="9735"/>
                  </a:cubicBezTo>
                  <a:lnTo>
                    <a:pt x="7530" y="10523"/>
                  </a:lnTo>
                  <a:lnTo>
                    <a:pt x="7530" y="9987"/>
                  </a:lnTo>
                  <a:cubicBezTo>
                    <a:pt x="7530" y="9767"/>
                    <a:pt x="7373" y="9609"/>
                    <a:pt x="7184" y="9609"/>
                  </a:cubicBezTo>
                  <a:lnTo>
                    <a:pt x="6491" y="9609"/>
                  </a:lnTo>
                  <a:cubicBezTo>
                    <a:pt x="5955" y="9609"/>
                    <a:pt x="5482" y="9137"/>
                    <a:pt x="5482" y="8601"/>
                  </a:cubicBezTo>
                  <a:lnTo>
                    <a:pt x="5482" y="5860"/>
                  </a:lnTo>
                  <a:cubicBezTo>
                    <a:pt x="5482" y="5325"/>
                    <a:pt x="5955" y="4852"/>
                    <a:pt x="6491" y="4852"/>
                  </a:cubicBezTo>
                  <a:close/>
                  <a:moveTo>
                    <a:pt x="1702" y="0"/>
                  </a:moveTo>
                  <a:cubicBezTo>
                    <a:pt x="757" y="0"/>
                    <a:pt x="1" y="756"/>
                    <a:pt x="1" y="1702"/>
                  </a:cubicBezTo>
                  <a:lnTo>
                    <a:pt x="1" y="5167"/>
                  </a:lnTo>
                  <a:cubicBezTo>
                    <a:pt x="1" y="5986"/>
                    <a:pt x="599" y="6711"/>
                    <a:pt x="1387" y="6868"/>
                  </a:cubicBezTo>
                  <a:lnTo>
                    <a:pt x="1387" y="7940"/>
                  </a:lnTo>
                  <a:cubicBezTo>
                    <a:pt x="1387" y="8034"/>
                    <a:pt x="1450" y="8192"/>
                    <a:pt x="1576" y="8255"/>
                  </a:cubicBezTo>
                  <a:cubicBezTo>
                    <a:pt x="1618" y="8265"/>
                    <a:pt x="1663" y="8272"/>
                    <a:pt x="1708" y="8272"/>
                  </a:cubicBezTo>
                  <a:cubicBezTo>
                    <a:pt x="1796" y="8272"/>
                    <a:pt x="1880" y="8244"/>
                    <a:pt x="1922" y="8160"/>
                  </a:cubicBezTo>
                  <a:lnTo>
                    <a:pt x="3246" y="6900"/>
                  </a:lnTo>
                  <a:lnTo>
                    <a:pt x="4821" y="6900"/>
                  </a:lnTo>
                  <a:lnTo>
                    <a:pt x="4821" y="8601"/>
                  </a:lnTo>
                  <a:cubicBezTo>
                    <a:pt x="4821" y="9546"/>
                    <a:pt x="5545" y="10302"/>
                    <a:pt x="6491" y="10302"/>
                  </a:cubicBezTo>
                  <a:lnTo>
                    <a:pt x="6869" y="10302"/>
                  </a:lnTo>
                  <a:lnTo>
                    <a:pt x="6869" y="11311"/>
                  </a:lnTo>
                  <a:cubicBezTo>
                    <a:pt x="6869" y="11468"/>
                    <a:pt x="6932" y="11594"/>
                    <a:pt x="7058" y="11626"/>
                  </a:cubicBezTo>
                  <a:cubicBezTo>
                    <a:pt x="7104" y="11637"/>
                    <a:pt x="7154" y="11644"/>
                    <a:pt x="7202" y="11644"/>
                  </a:cubicBezTo>
                  <a:cubicBezTo>
                    <a:pt x="7286" y="11644"/>
                    <a:pt x="7364" y="11623"/>
                    <a:pt x="7404" y="11563"/>
                  </a:cubicBezTo>
                  <a:lnTo>
                    <a:pt x="8664" y="10302"/>
                  </a:lnTo>
                  <a:lnTo>
                    <a:pt x="9925" y="10302"/>
                  </a:lnTo>
                  <a:cubicBezTo>
                    <a:pt x="10870" y="10302"/>
                    <a:pt x="11626" y="9546"/>
                    <a:pt x="11626" y="8601"/>
                  </a:cubicBezTo>
                  <a:lnTo>
                    <a:pt x="11626" y="5892"/>
                  </a:lnTo>
                  <a:cubicBezTo>
                    <a:pt x="11626" y="4884"/>
                    <a:pt x="10870" y="4159"/>
                    <a:pt x="9925" y="4159"/>
                  </a:cubicBezTo>
                  <a:lnTo>
                    <a:pt x="7530" y="4159"/>
                  </a:lnTo>
                  <a:lnTo>
                    <a:pt x="7530" y="1702"/>
                  </a:lnTo>
                  <a:cubicBezTo>
                    <a:pt x="7530" y="756"/>
                    <a:pt x="6774"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975" name="Google Shape;14975;p84"/>
            <p:cNvSpPr/>
            <p:nvPr/>
          </p:nvSpPr>
          <p:spPr>
            <a:xfrm>
              <a:off x="-30737575" y="2332550"/>
              <a:ext cx="53600" cy="69325"/>
            </a:xfrm>
            <a:custGeom>
              <a:avLst/>
              <a:gdLst/>
              <a:ahLst/>
              <a:cxnLst/>
              <a:rect l="l" t="t" r="r" b="b"/>
              <a:pathLst>
                <a:path w="2144" h="2773" extrusionOk="0">
                  <a:moveTo>
                    <a:pt x="1041" y="0"/>
                  </a:moveTo>
                  <a:cubicBezTo>
                    <a:pt x="474" y="0"/>
                    <a:pt x="1" y="473"/>
                    <a:pt x="1" y="1008"/>
                  </a:cubicBezTo>
                  <a:cubicBezTo>
                    <a:pt x="1" y="1197"/>
                    <a:pt x="158" y="1355"/>
                    <a:pt x="379" y="1355"/>
                  </a:cubicBezTo>
                  <a:cubicBezTo>
                    <a:pt x="568" y="1355"/>
                    <a:pt x="726" y="1197"/>
                    <a:pt x="726" y="1008"/>
                  </a:cubicBezTo>
                  <a:cubicBezTo>
                    <a:pt x="726" y="819"/>
                    <a:pt x="883" y="662"/>
                    <a:pt x="1072" y="662"/>
                  </a:cubicBezTo>
                  <a:cubicBezTo>
                    <a:pt x="1293" y="662"/>
                    <a:pt x="1450" y="819"/>
                    <a:pt x="1450" y="1008"/>
                  </a:cubicBezTo>
                  <a:cubicBezTo>
                    <a:pt x="1450" y="1103"/>
                    <a:pt x="1324" y="1292"/>
                    <a:pt x="1198" y="1323"/>
                  </a:cubicBezTo>
                  <a:cubicBezTo>
                    <a:pt x="915" y="1449"/>
                    <a:pt x="757" y="1701"/>
                    <a:pt x="757" y="1953"/>
                  </a:cubicBezTo>
                  <a:lnTo>
                    <a:pt x="757" y="2426"/>
                  </a:lnTo>
                  <a:cubicBezTo>
                    <a:pt x="757" y="2615"/>
                    <a:pt x="915" y="2772"/>
                    <a:pt x="1135" y="2772"/>
                  </a:cubicBezTo>
                  <a:cubicBezTo>
                    <a:pt x="1324" y="2772"/>
                    <a:pt x="1482" y="2615"/>
                    <a:pt x="1482" y="2426"/>
                  </a:cubicBezTo>
                  <a:lnTo>
                    <a:pt x="1482" y="1953"/>
                  </a:lnTo>
                  <a:cubicBezTo>
                    <a:pt x="1860" y="1796"/>
                    <a:pt x="2143" y="1418"/>
                    <a:pt x="2143" y="1008"/>
                  </a:cubicBezTo>
                  <a:cubicBezTo>
                    <a:pt x="2049" y="473"/>
                    <a:pt x="1576" y="0"/>
                    <a:pt x="10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976" name="Google Shape;14976;p84"/>
          <p:cNvGrpSpPr/>
          <p:nvPr/>
        </p:nvGrpSpPr>
        <p:grpSpPr>
          <a:xfrm>
            <a:off x="3537635" y="3616136"/>
            <a:ext cx="353557" cy="353557"/>
            <a:chOff x="-30806075" y="2657050"/>
            <a:chExt cx="291425" cy="291425"/>
          </a:xfrm>
        </p:grpSpPr>
        <p:sp>
          <p:nvSpPr>
            <p:cNvPr id="14977" name="Google Shape;14977;p84"/>
            <p:cNvSpPr/>
            <p:nvPr/>
          </p:nvSpPr>
          <p:spPr>
            <a:xfrm>
              <a:off x="-30806075" y="2657050"/>
              <a:ext cx="291425" cy="291425"/>
            </a:xfrm>
            <a:custGeom>
              <a:avLst/>
              <a:gdLst/>
              <a:ahLst/>
              <a:cxnLst/>
              <a:rect l="l" t="t" r="r" b="b"/>
              <a:pathLst>
                <a:path w="11657" h="11657" extrusionOk="0">
                  <a:moveTo>
                    <a:pt x="5828" y="693"/>
                  </a:moveTo>
                  <a:cubicBezTo>
                    <a:pt x="8664" y="693"/>
                    <a:pt x="10995" y="2993"/>
                    <a:pt x="10995" y="5828"/>
                  </a:cubicBezTo>
                  <a:cubicBezTo>
                    <a:pt x="10995" y="8664"/>
                    <a:pt x="8664" y="10995"/>
                    <a:pt x="5828" y="10995"/>
                  </a:cubicBezTo>
                  <a:cubicBezTo>
                    <a:pt x="2993" y="10995"/>
                    <a:pt x="662" y="8664"/>
                    <a:pt x="662" y="5828"/>
                  </a:cubicBezTo>
                  <a:cubicBezTo>
                    <a:pt x="662" y="2993"/>
                    <a:pt x="2993" y="693"/>
                    <a:pt x="5828" y="693"/>
                  </a:cubicBezTo>
                  <a:close/>
                  <a:moveTo>
                    <a:pt x="5828" y="0"/>
                  </a:moveTo>
                  <a:cubicBezTo>
                    <a:pt x="2583" y="0"/>
                    <a:pt x="0" y="2646"/>
                    <a:pt x="0" y="5828"/>
                  </a:cubicBezTo>
                  <a:cubicBezTo>
                    <a:pt x="0" y="9073"/>
                    <a:pt x="2646" y="11657"/>
                    <a:pt x="5828" y="11657"/>
                  </a:cubicBezTo>
                  <a:cubicBezTo>
                    <a:pt x="9042" y="11657"/>
                    <a:pt x="11657" y="9042"/>
                    <a:pt x="11657" y="5828"/>
                  </a:cubicBezTo>
                  <a:cubicBezTo>
                    <a:pt x="11657" y="2646"/>
                    <a:pt x="9042" y="0"/>
                    <a:pt x="58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978" name="Google Shape;14978;p84"/>
            <p:cNvSpPr/>
            <p:nvPr/>
          </p:nvSpPr>
          <p:spPr>
            <a:xfrm>
              <a:off x="-30771425" y="2692475"/>
              <a:ext cx="222125" cy="222925"/>
            </a:xfrm>
            <a:custGeom>
              <a:avLst/>
              <a:gdLst/>
              <a:ahLst/>
              <a:cxnLst/>
              <a:rect l="l" t="t" r="r" b="b"/>
              <a:pathLst>
                <a:path w="8885" h="8917" extrusionOk="0">
                  <a:moveTo>
                    <a:pt x="4442" y="725"/>
                  </a:moveTo>
                  <a:cubicBezTo>
                    <a:pt x="6522" y="725"/>
                    <a:pt x="8192" y="2427"/>
                    <a:pt x="8192" y="4474"/>
                  </a:cubicBezTo>
                  <a:cubicBezTo>
                    <a:pt x="8192" y="6522"/>
                    <a:pt x="6522" y="8192"/>
                    <a:pt x="4442" y="8192"/>
                  </a:cubicBezTo>
                  <a:cubicBezTo>
                    <a:pt x="2363" y="8192"/>
                    <a:pt x="693" y="6522"/>
                    <a:pt x="693" y="4474"/>
                  </a:cubicBezTo>
                  <a:cubicBezTo>
                    <a:pt x="693" y="2427"/>
                    <a:pt x="2395" y="725"/>
                    <a:pt x="4442" y="725"/>
                  </a:cubicBezTo>
                  <a:close/>
                  <a:moveTo>
                    <a:pt x="4442" y="1"/>
                  </a:moveTo>
                  <a:cubicBezTo>
                    <a:pt x="1985" y="1"/>
                    <a:pt x="0" y="2017"/>
                    <a:pt x="0" y="4474"/>
                  </a:cubicBezTo>
                  <a:cubicBezTo>
                    <a:pt x="0" y="6900"/>
                    <a:pt x="1985" y="8917"/>
                    <a:pt x="4442" y="8917"/>
                  </a:cubicBezTo>
                  <a:cubicBezTo>
                    <a:pt x="6868" y="8917"/>
                    <a:pt x="8885" y="6900"/>
                    <a:pt x="8885" y="4474"/>
                  </a:cubicBezTo>
                  <a:cubicBezTo>
                    <a:pt x="8885" y="2017"/>
                    <a:pt x="6868" y="1"/>
                    <a:pt x="4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979" name="Google Shape;14979;p84"/>
            <p:cNvSpPr/>
            <p:nvPr/>
          </p:nvSpPr>
          <p:spPr>
            <a:xfrm>
              <a:off x="-30669050" y="2726350"/>
              <a:ext cx="52025" cy="119150"/>
            </a:xfrm>
            <a:custGeom>
              <a:avLst/>
              <a:gdLst/>
              <a:ahLst/>
              <a:cxnLst/>
              <a:rect l="l" t="t" r="r" b="b"/>
              <a:pathLst>
                <a:path w="2081" h="4766" extrusionOk="0">
                  <a:moveTo>
                    <a:pt x="347" y="0"/>
                  </a:moveTo>
                  <a:cubicBezTo>
                    <a:pt x="158" y="0"/>
                    <a:pt x="1" y="158"/>
                    <a:pt x="1" y="347"/>
                  </a:cubicBezTo>
                  <a:lnTo>
                    <a:pt x="1" y="3056"/>
                  </a:lnTo>
                  <a:cubicBezTo>
                    <a:pt x="1" y="3151"/>
                    <a:pt x="32" y="3277"/>
                    <a:pt x="95" y="3308"/>
                  </a:cubicBezTo>
                  <a:lnTo>
                    <a:pt x="1482" y="4695"/>
                  </a:lnTo>
                  <a:cubicBezTo>
                    <a:pt x="1545" y="4742"/>
                    <a:pt x="1631" y="4766"/>
                    <a:pt x="1718" y="4766"/>
                  </a:cubicBezTo>
                  <a:cubicBezTo>
                    <a:pt x="1805" y="4766"/>
                    <a:pt x="1891" y="4742"/>
                    <a:pt x="1954" y="4695"/>
                  </a:cubicBezTo>
                  <a:cubicBezTo>
                    <a:pt x="2080" y="4569"/>
                    <a:pt x="2080" y="4317"/>
                    <a:pt x="1954" y="4222"/>
                  </a:cubicBezTo>
                  <a:lnTo>
                    <a:pt x="694" y="2962"/>
                  </a:lnTo>
                  <a:lnTo>
                    <a:pt x="694" y="347"/>
                  </a:ln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980" name="Google Shape;14980;p84"/>
          <p:cNvGrpSpPr/>
          <p:nvPr/>
        </p:nvGrpSpPr>
        <p:grpSpPr>
          <a:xfrm>
            <a:off x="2639681" y="4073943"/>
            <a:ext cx="353557" cy="353557"/>
            <a:chOff x="-30064925" y="2332550"/>
            <a:chExt cx="291425" cy="291425"/>
          </a:xfrm>
        </p:grpSpPr>
        <p:sp>
          <p:nvSpPr>
            <p:cNvPr id="14981" name="Google Shape;14981;p84"/>
            <p:cNvSpPr/>
            <p:nvPr/>
          </p:nvSpPr>
          <p:spPr>
            <a:xfrm>
              <a:off x="-30064925" y="2332550"/>
              <a:ext cx="291425" cy="291425"/>
            </a:xfrm>
            <a:custGeom>
              <a:avLst/>
              <a:gdLst/>
              <a:ahLst/>
              <a:cxnLst/>
              <a:rect l="l" t="t" r="r" b="b"/>
              <a:pathLst>
                <a:path w="11657" h="11657" extrusionOk="0">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982" name="Google Shape;14982;p84"/>
            <p:cNvSpPr/>
            <p:nvPr/>
          </p:nvSpPr>
          <p:spPr>
            <a:xfrm>
              <a:off x="-29944425" y="2384525"/>
              <a:ext cx="51225" cy="51225"/>
            </a:xfrm>
            <a:custGeom>
              <a:avLst/>
              <a:gdLst/>
              <a:ahLst/>
              <a:cxnLst/>
              <a:rect l="l" t="t" r="r" b="b"/>
              <a:pathLst>
                <a:path w="2049" h="2049" extrusionOk="0">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983" name="Google Shape;14983;p84"/>
            <p:cNvSpPr/>
            <p:nvPr/>
          </p:nvSpPr>
          <p:spPr>
            <a:xfrm>
              <a:off x="-29944425" y="2452250"/>
              <a:ext cx="51225" cy="119750"/>
            </a:xfrm>
            <a:custGeom>
              <a:avLst/>
              <a:gdLst/>
              <a:ahLst/>
              <a:cxnLst/>
              <a:rect l="l" t="t" r="r" b="b"/>
              <a:pathLst>
                <a:path w="2049" h="4790" extrusionOk="0">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984" name="Google Shape;14984;p84"/>
          <p:cNvGrpSpPr/>
          <p:nvPr/>
        </p:nvGrpSpPr>
        <p:grpSpPr>
          <a:xfrm>
            <a:off x="3983068" y="2683443"/>
            <a:ext cx="348855" cy="347879"/>
            <a:chOff x="2821450" y="2957850"/>
            <a:chExt cx="259275" cy="258550"/>
          </a:xfrm>
        </p:grpSpPr>
        <p:sp>
          <p:nvSpPr>
            <p:cNvPr id="14985" name="Google Shape;14985;p84"/>
            <p:cNvSpPr/>
            <p:nvPr/>
          </p:nvSpPr>
          <p:spPr>
            <a:xfrm>
              <a:off x="2821450" y="3080500"/>
              <a:ext cx="259275" cy="135900"/>
            </a:xfrm>
            <a:custGeom>
              <a:avLst/>
              <a:gdLst/>
              <a:ahLst/>
              <a:cxnLst/>
              <a:rect l="l" t="t" r="r" b="b"/>
              <a:pathLst>
                <a:path w="10371" h="5436" extrusionOk="0">
                  <a:moveTo>
                    <a:pt x="2677" y="585"/>
                  </a:moveTo>
                  <a:cubicBezTo>
                    <a:pt x="3151" y="585"/>
                    <a:pt x="3569" y="1004"/>
                    <a:pt x="3569" y="1505"/>
                  </a:cubicBezTo>
                  <a:cubicBezTo>
                    <a:pt x="3569" y="1979"/>
                    <a:pt x="3151" y="2397"/>
                    <a:pt x="2677" y="2397"/>
                  </a:cubicBezTo>
                  <a:cubicBezTo>
                    <a:pt x="2147" y="2397"/>
                    <a:pt x="1757" y="1979"/>
                    <a:pt x="1757" y="1505"/>
                  </a:cubicBezTo>
                  <a:cubicBezTo>
                    <a:pt x="1757" y="1004"/>
                    <a:pt x="2175" y="585"/>
                    <a:pt x="2677" y="585"/>
                  </a:cubicBezTo>
                  <a:close/>
                  <a:moveTo>
                    <a:pt x="7555" y="585"/>
                  </a:moveTo>
                  <a:cubicBezTo>
                    <a:pt x="8029" y="585"/>
                    <a:pt x="8447" y="1004"/>
                    <a:pt x="8447" y="1505"/>
                  </a:cubicBezTo>
                  <a:cubicBezTo>
                    <a:pt x="8447" y="1979"/>
                    <a:pt x="8029" y="2397"/>
                    <a:pt x="7555" y="2397"/>
                  </a:cubicBezTo>
                  <a:cubicBezTo>
                    <a:pt x="7025" y="2397"/>
                    <a:pt x="6635" y="1979"/>
                    <a:pt x="6635" y="1505"/>
                  </a:cubicBezTo>
                  <a:cubicBezTo>
                    <a:pt x="6635" y="1004"/>
                    <a:pt x="7053" y="585"/>
                    <a:pt x="7555" y="585"/>
                  </a:cubicBezTo>
                  <a:close/>
                  <a:moveTo>
                    <a:pt x="2677" y="2983"/>
                  </a:moveTo>
                  <a:cubicBezTo>
                    <a:pt x="3736" y="2983"/>
                    <a:pt x="4628" y="3791"/>
                    <a:pt x="4795" y="4795"/>
                  </a:cubicBezTo>
                  <a:lnTo>
                    <a:pt x="586" y="4795"/>
                  </a:lnTo>
                  <a:cubicBezTo>
                    <a:pt x="698" y="3791"/>
                    <a:pt x="1618" y="2983"/>
                    <a:pt x="2677" y="2983"/>
                  </a:cubicBezTo>
                  <a:close/>
                  <a:moveTo>
                    <a:pt x="7555" y="2983"/>
                  </a:moveTo>
                  <a:cubicBezTo>
                    <a:pt x="8614" y="2983"/>
                    <a:pt x="9506" y="3791"/>
                    <a:pt x="9646" y="4795"/>
                  </a:cubicBezTo>
                  <a:lnTo>
                    <a:pt x="5409" y="4795"/>
                  </a:lnTo>
                  <a:cubicBezTo>
                    <a:pt x="5548" y="3791"/>
                    <a:pt x="6468" y="2983"/>
                    <a:pt x="7555" y="2983"/>
                  </a:cubicBezTo>
                  <a:close/>
                  <a:moveTo>
                    <a:pt x="2733" y="0"/>
                  </a:moveTo>
                  <a:cubicBezTo>
                    <a:pt x="1896" y="0"/>
                    <a:pt x="1227" y="669"/>
                    <a:pt x="1227" y="1505"/>
                  </a:cubicBezTo>
                  <a:cubicBezTo>
                    <a:pt x="1227" y="1951"/>
                    <a:pt x="1395" y="2342"/>
                    <a:pt x="1729" y="2620"/>
                  </a:cubicBezTo>
                  <a:cubicBezTo>
                    <a:pt x="698" y="3039"/>
                    <a:pt x="1" y="4014"/>
                    <a:pt x="1" y="5129"/>
                  </a:cubicBezTo>
                  <a:cubicBezTo>
                    <a:pt x="1" y="5296"/>
                    <a:pt x="140" y="5436"/>
                    <a:pt x="335" y="5436"/>
                  </a:cubicBezTo>
                  <a:lnTo>
                    <a:pt x="10036" y="5436"/>
                  </a:lnTo>
                  <a:cubicBezTo>
                    <a:pt x="10231" y="5436"/>
                    <a:pt x="10370" y="5296"/>
                    <a:pt x="10370" y="5129"/>
                  </a:cubicBezTo>
                  <a:cubicBezTo>
                    <a:pt x="10259" y="3958"/>
                    <a:pt x="9562" y="2983"/>
                    <a:pt x="8559" y="2620"/>
                  </a:cubicBezTo>
                  <a:cubicBezTo>
                    <a:pt x="8865" y="2342"/>
                    <a:pt x="9032" y="1951"/>
                    <a:pt x="9032" y="1505"/>
                  </a:cubicBezTo>
                  <a:cubicBezTo>
                    <a:pt x="9032" y="669"/>
                    <a:pt x="8391" y="0"/>
                    <a:pt x="7555" y="0"/>
                  </a:cubicBezTo>
                  <a:cubicBezTo>
                    <a:pt x="6719" y="0"/>
                    <a:pt x="6050" y="669"/>
                    <a:pt x="6050" y="1505"/>
                  </a:cubicBezTo>
                  <a:cubicBezTo>
                    <a:pt x="6050" y="1951"/>
                    <a:pt x="6217" y="2342"/>
                    <a:pt x="6524" y="2620"/>
                  </a:cubicBezTo>
                  <a:cubicBezTo>
                    <a:pt x="5910" y="2843"/>
                    <a:pt x="5409" y="3317"/>
                    <a:pt x="5130" y="3903"/>
                  </a:cubicBezTo>
                  <a:cubicBezTo>
                    <a:pt x="4823" y="3317"/>
                    <a:pt x="4322" y="2843"/>
                    <a:pt x="3736" y="2620"/>
                  </a:cubicBezTo>
                  <a:cubicBezTo>
                    <a:pt x="4043" y="2342"/>
                    <a:pt x="4238" y="1951"/>
                    <a:pt x="4238" y="1505"/>
                  </a:cubicBezTo>
                  <a:cubicBezTo>
                    <a:pt x="4238" y="669"/>
                    <a:pt x="3569" y="0"/>
                    <a:pt x="2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986" name="Google Shape;14986;p84"/>
            <p:cNvSpPr/>
            <p:nvPr/>
          </p:nvSpPr>
          <p:spPr>
            <a:xfrm>
              <a:off x="2831900" y="2957850"/>
              <a:ext cx="228625" cy="106350"/>
            </a:xfrm>
            <a:custGeom>
              <a:avLst/>
              <a:gdLst/>
              <a:ahLst/>
              <a:cxnLst/>
              <a:rect l="l" t="t" r="r" b="b"/>
              <a:pathLst>
                <a:path w="9145" h="4254" extrusionOk="0">
                  <a:moveTo>
                    <a:pt x="8336" y="585"/>
                  </a:moveTo>
                  <a:cubicBezTo>
                    <a:pt x="8531" y="585"/>
                    <a:pt x="8642" y="725"/>
                    <a:pt x="8642" y="892"/>
                  </a:cubicBezTo>
                  <a:lnTo>
                    <a:pt x="8642" y="2119"/>
                  </a:lnTo>
                  <a:cubicBezTo>
                    <a:pt x="8642" y="2286"/>
                    <a:pt x="8531" y="2425"/>
                    <a:pt x="8336" y="2425"/>
                  </a:cubicBezTo>
                  <a:lnTo>
                    <a:pt x="7137" y="2425"/>
                  </a:lnTo>
                  <a:cubicBezTo>
                    <a:pt x="6942" y="2425"/>
                    <a:pt x="6803" y="2565"/>
                    <a:pt x="6803" y="2732"/>
                  </a:cubicBezTo>
                  <a:lnTo>
                    <a:pt x="6803" y="3234"/>
                  </a:lnTo>
                  <a:lnTo>
                    <a:pt x="6106" y="2537"/>
                  </a:lnTo>
                  <a:cubicBezTo>
                    <a:pt x="6050" y="2453"/>
                    <a:pt x="5966" y="2425"/>
                    <a:pt x="5911" y="2425"/>
                  </a:cubicBezTo>
                  <a:lnTo>
                    <a:pt x="3430" y="2425"/>
                  </a:lnTo>
                  <a:cubicBezTo>
                    <a:pt x="3346" y="2425"/>
                    <a:pt x="3262" y="2453"/>
                    <a:pt x="3207" y="2537"/>
                  </a:cubicBezTo>
                  <a:lnTo>
                    <a:pt x="2510" y="3234"/>
                  </a:lnTo>
                  <a:lnTo>
                    <a:pt x="2510" y="2732"/>
                  </a:lnTo>
                  <a:cubicBezTo>
                    <a:pt x="2510" y="2565"/>
                    <a:pt x="2370" y="2425"/>
                    <a:pt x="2203" y="2425"/>
                  </a:cubicBezTo>
                  <a:lnTo>
                    <a:pt x="1032" y="2425"/>
                  </a:lnTo>
                  <a:cubicBezTo>
                    <a:pt x="865" y="2425"/>
                    <a:pt x="726" y="2286"/>
                    <a:pt x="726" y="2119"/>
                  </a:cubicBezTo>
                  <a:lnTo>
                    <a:pt x="726" y="892"/>
                  </a:lnTo>
                  <a:cubicBezTo>
                    <a:pt x="726" y="725"/>
                    <a:pt x="865" y="585"/>
                    <a:pt x="1032" y="585"/>
                  </a:cubicBezTo>
                  <a:close/>
                  <a:moveTo>
                    <a:pt x="921" y="0"/>
                  </a:moveTo>
                  <a:cubicBezTo>
                    <a:pt x="447" y="0"/>
                    <a:pt x="1" y="418"/>
                    <a:pt x="1" y="892"/>
                  </a:cubicBezTo>
                  <a:lnTo>
                    <a:pt x="1" y="2119"/>
                  </a:lnTo>
                  <a:cubicBezTo>
                    <a:pt x="1" y="2592"/>
                    <a:pt x="419" y="3011"/>
                    <a:pt x="921" y="3011"/>
                  </a:cubicBezTo>
                  <a:lnTo>
                    <a:pt x="1841" y="3011"/>
                  </a:lnTo>
                  <a:lnTo>
                    <a:pt x="1841" y="3958"/>
                  </a:lnTo>
                  <a:cubicBezTo>
                    <a:pt x="1924" y="4098"/>
                    <a:pt x="2008" y="4209"/>
                    <a:pt x="2120" y="4237"/>
                  </a:cubicBezTo>
                  <a:cubicBezTo>
                    <a:pt x="2150" y="4247"/>
                    <a:pt x="2188" y="4254"/>
                    <a:pt x="2228" y="4254"/>
                  </a:cubicBezTo>
                  <a:cubicBezTo>
                    <a:pt x="2298" y="4254"/>
                    <a:pt x="2373" y="4234"/>
                    <a:pt x="2426" y="4181"/>
                  </a:cubicBezTo>
                  <a:lnTo>
                    <a:pt x="3541" y="3011"/>
                  </a:lnTo>
                  <a:lnTo>
                    <a:pt x="5743" y="3011"/>
                  </a:lnTo>
                  <a:lnTo>
                    <a:pt x="6830" y="4181"/>
                  </a:lnTo>
                  <a:cubicBezTo>
                    <a:pt x="6883" y="4234"/>
                    <a:pt x="6959" y="4254"/>
                    <a:pt x="7035" y="4254"/>
                  </a:cubicBezTo>
                  <a:cubicBezTo>
                    <a:pt x="7080" y="4254"/>
                    <a:pt x="7124" y="4247"/>
                    <a:pt x="7165" y="4237"/>
                  </a:cubicBezTo>
                  <a:cubicBezTo>
                    <a:pt x="7249" y="4209"/>
                    <a:pt x="7332" y="4070"/>
                    <a:pt x="7332" y="3958"/>
                  </a:cubicBezTo>
                  <a:lnTo>
                    <a:pt x="7332" y="3011"/>
                  </a:lnTo>
                  <a:lnTo>
                    <a:pt x="8224" y="3011"/>
                  </a:lnTo>
                  <a:cubicBezTo>
                    <a:pt x="8726" y="3011"/>
                    <a:pt x="9144" y="2592"/>
                    <a:pt x="9144" y="2119"/>
                  </a:cubicBezTo>
                  <a:lnTo>
                    <a:pt x="9144" y="892"/>
                  </a:lnTo>
                  <a:cubicBezTo>
                    <a:pt x="9144" y="418"/>
                    <a:pt x="8726" y="0"/>
                    <a:pt x="82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987" name="Google Shape;14987;p84"/>
            <p:cNvSpPr/>
            <p:nvPr/>
          </p:nvSpPr>
          <p:spPr>
            <a:xfrm>
              <a:off x="3024600" y="2966925"/>
              <a:ext cx="29875" cy="58497"/>
            </a:xfrm>
            <a:custGeom>
              <a:avLst/>
              <a:gdLst/>
              <a:ahLst/>
              <a:cxnLst/>
              <a:rect l="l" t="t" r="r" b="b"/>
              <a:pathLst>
                <a:path w="1195" h="2376" extrusionOk="0">
                  <a:moveTo>
                    <a:pt x="159" y="2269"/>
                  </a:moveTo>
                  <a:cubicBezTo>
                    <a:pt x="131" y="2225"/>
                    <a:pt x="349" y="2178"/>
                    <a:pt x="444" y="2102"/>
                  </a:cubicBezTo>
                  <a:cubicBezTo>
                    <a:pt x="539" y="2027"/>
                    <a:pt x="682" y="2090"/>
                    <a:pt x="730" y="1816"/>
                  </a:cubicBezTo>
                  <a:cubicBezTo>
                    <a:pt x="778" y="1542"/>
                    <a:pt x="774" y="725"/>
                    <a:pt x="730" y="459"/>
                  </a:cubicBezTo>
                  <a:cubicBezTo>
                    <a:pt x="686" y="193"/>
                    <a:pt x="587" y="273"/>
                    <a:pt x="468" y="221"/>
                  </a:cubicBezTo>
                  <a:cubicBezTo>
                    <a:pt x="349" y="169"/>
                    <a:pt x="-16" y="185"/>
                    <a:pt x="16" y="149"/>
                  </a:cubicBezTo>
                  <a:cubicBezTo>
                    <a:pt x="48" y="113"/>
                    <a:pt x="473" y="-21"/>
                    <a:pt x="659" y="7"/>
                  </a:cubicBezTo>
                  <a:cubicBezTo>
                    <a:pt x="846" y="35"/>
                    <a:pt x="1048" y="54"/>
                    <a:pt x="1135" y="316"/>
                  </a:cubicBezTo>
                  <a:cubicBezTo>
                    <a:pt x="1222" y="578"/>
                    <a:pt x="1183" y="1276"/>
                    <a:pt x="1183" y="1578"/>
                  </a:cubicBezTo>
                  <a:cubicBezTo>
                    <a:pt x="1183" y="1880"/>
                    <a:pt x="1230" y="1995"/>
                    <a:pt x="1135" y="2126"/>
                  </a:cubicBezTo>
                  <a:cubicBezTo>
                    <a:pt x="1040" y="2257"/>
                    <a:pt x="774" y="2340"/>
                    <a:pt x="611" y="2364"/>
                  </a:cubicBezTo>
                  <a:cubicBezTo>
                    <a:pt x="448" y="2388"/>
                    <a:pt x="187" y="2313"/>
                    <a:pt x="159" y="2269"/>
                  </a:cubicBezTo>
                  <a:close/>
                </a:path>
              </a:pathLst>
            </a:custGeom>
            <a:solidFill>
              <a:schemeClr val="dk2"/>
            </a:solidFill>
            <a:ln>
              <a:noFill/>
            </a:ln>
          </p:spPr>
        </p:sp>
      </p:grpSp>
      <p:grpSp>
        <p:nvGrpSpPr>
          <p:cNvPr id="14988" name="Google Shape;14988;p84"/>
          <p:cNvGrpSpPr/>
          <p:nvPr/>
        </p:nvGrpSpPr>
        <p:grpSpPr>
          <a:xfrm>
            <a:off x="4858100" y="1304461"/>
            <a:ext cx="361090" cy="361090"/>
            <a:chOff x="-57970450" y="1903275"/>
            <a:chExt cx="318225" cy="318225"/>
          </a:xfrm>
        </p:grpSpPr>
        <p:sp>
          <p:nvSpPr>
            <p:cNvPr id="14989" name="Google Shape;14989;p84"/>
            <p:cNvSpPr/>
            <p:nvPr/>
          </p:nvSpPr>
          <p:spPr>
            <a:xfrm>
              <a:off x="-57847575" y="2135825"/>
              <a:ext cx="73250" cy="28975"/>
            </a:xfrm>
            <a:custGeom>
              <a:avLst/>
              <a:gdLst/>
              <a:ahLst/>
              <a:cxnLst/>
              <a:rect l="l" t="t" r="r" b="b"/>
              <a:pathLst>
                <a:path w="2930" h="1159" extrusionOk="0">
                  <a:moveTo>
                    <a:pt x="414" y="1"/>
                  </a:moveTo>
                  <a:cubicBezTo>
                    <a:pt x="315" y="1"/>
                    <a:pt x="221" y="40"/>
                    <a:pt x="158" y="119"/>
                  </a:cubicBezTo>
                  <a:cubicBezTo>
                    <a:pt x="0" y="276"/>
                    <a:pt x="0" y="497"/>
                    <a:pt x="158" y="623"/>
                  </a:cubicBezTo>
                  <a:cubicBezTo>
                    <a:pt x="536" y="970"/>
                    <a:pt x="1008" y="1159"/>
                    <a:pt x="1481" y="1159"/>
                  </a:cubicBezTo>
                  <a:cubicBezTo>
                    <a:pt x="1954" y="1159"/>
                    <a:pt x="2458" y="970"/>
                    <a:pt x="2773" y="623"/>
                  </a:cubicBezTo>
                  <a:cubicBezTo>
                    <a:pt x="2930" y="465"/>
                    <a:pt x="2930" y="213"/>
                    <a:pt x="2773" y="119"/>
                  </a:cubicBezTo>
                  <a:cubicBezTo>
                    <a:pt x="2694" y="40"/>
                    <a:pt x="2592" y="1"/>
                    <a:pt x="2497" y="1"/>
                  </a:cubicBezTo>
                  <a:cubicBezTo>
                    <a:pt x="2402" y="1"/>
                    <a:pt x="2316" y="40"/>
                    <a:pt x="2269" y="119"/>
                  </a:cubicBezTo>
                  <a:cubicBezTo>
                    <a:pt x="2048" y="308"/>
                    <a:pt x="1733" y="434"/>
                    <a:pt x="1481" y="434"/>
                  </a:cubicBezTo>
                  <a:cubicBezTo>
                    <a:pt x="1197" y="434"/>
                    <a:pt x="882" y="339"/>
                    <a:pt x="693" y="119"/>
                  </a:cubicBezTo>
                  <a:cubicBezTo>
                    <a:pt x="615" y="40"/>
                    <a:pt x="512" y="1"/>
                    <a:pt x="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990" name="Google Shape;14990;p84"/>
            <p:cNvSpPr/>
            <p:nvPr/>
          </p:nvSpPr>
          <p:spPr>
            <a:xfrm>
              <a:off x="-57857025" y="2053725"/>
              <a:ext cx="18125" cy="18125"/>
            </a:xfrm>
            <a:custGeom>
              <a:avLst/>
              <a:gdLst/>
              <a:ahLst/>
              <a:cxnLst/>
              <a:rect l="l" t="t" r="r" b="b"/>
              <a:pathLst>
                <a:path w="725" h="725" extrusionOk="0">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991" name="Google Shape;14991;p84"/>
            <p:cNvSpPr/>
            <p:nvPr/>
          </p:nvSpPr>
          <p:spPr>
            <a:xfrm>
              <a:off x="-57782200" y="2053725"/>
              <a:ext cx="18125" cy="18125"/>
            </a:xfrm>
            <a:custGeom>
              <a:avLst/>
              <a:gdLst/>
              <a:ahLst/>
              <a:cxnLst/>
              <a:rect l="l" t="t" r="r" b="b"/>
              <a:pathLst>
                <a:path w="725" h="725" extrusionOk="0">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992" name="Google Shape;14992;p84"/>
            <p:cNvSpPr/>
            <p:nvPr/>
          </p:nvSpPr>
          <p:spPr>
            <a:xfrm>
              <a:off x="-57970450" y="1903275"/>
              <a:ext cx="318225" cy="318225"/>
            </a:xfrm>
            <a:custGeom>
              <a:avLst/>
              <a:gdLst/>
              <a:ahLst/>
              <a:cxnLst/>
              <a:rect l="l" t="t" r="r" b="b"/>
              <a:pathLst>
                <a:path w="12729" h="12729" extrusionOk="0">
                  <a:moveTo>
                    <a:pt x="6396" y="757"/>
                  </a:moveTo>
                  <a:cubicBezTo>
                    <a:pt x="6774" y="757"/>
                    <a:pt x="7121" y="915"/>
                    <a:pt x="7404" y="1167"/>
                  </a:cubicBezTo>
                  <a:lnTo>
                    <a:pt x="8507" y="2269"/>
                  </a:lnTo>
                  <a:lnTo>
                    <a:pt x="4348" y="2269"/>
                  </a:lnTo>
                  <a:lnTo>
                    <a:pt x="5356" y="1167"/>
                  </a:lnTo>
                  <a:cubicBezTo>
                    <a:pt x="5640" y="915"/>
                    <a:pt x="5986" y="757"/>
                    <a:pt x="6396" y="757"/>
                  </a:cubicBezTo>
                  <a:close/>
                  <a:moveTo>
                    <a:pt x="11783" y="2994"/>
                  </a:moveTo>
                  <a:cubicBezTo>
                    <a:pt x="11626" y="3845"/>
                    <a:pt x="10838" y="4475"/>
                    <a:pt x="9925" y="4475"/>
                  </a:cubicBezTo>
                  <a:lnTo>
                    <a:pt x="2489" y="4475"/>
                  </a:lnTo>
                  <a:cubicBezTo>
                    <a:pt x="2454" y="4478"/>
                    <a:pt x="2420" y="4479"/>
                    <a:pt x="2385" y="4479"/>
                  </a:cubicBezTo>
                  <a:cubicBezTo>
                    <a:pt x="1665" y="4479"/>
                    <a:pt x="968" y="3867"/>
                    <a:pt x="788" y="3025"/>
                  </a:cubicBezTo>
                  <a:lnTo>
                    <a:pt x="2300" y="3025"/>
                  </a:lnTo>
                  <a:lnTo>
                    <a:pt x="2300" y="3372"/>
                  </a:lnTo>
                  <a:cubicBezTo>
                    <a:pt x="2300" y="3592"/>
                    <a:pt x="2458" y="3750"/>
                    <a:pt x="2647" y="3750"/>
                  </a:cubicBezTo>
                  <a:cubicBezTo>
                    <a:pt x="2836" y="3750"/>
                    <a:pt x="2993" y="3592"/>
                    <a:pt x="2993" y="3372"/>
                  </a:cubicBezTo>
                  <a:lnTo>
                    <a:pt x="2993" y="3025"/>
                  </a:lnTo>
                  <a:lnTo>
                    <a:pt x="3750" y="3025"/>
                  </a:lnTo>
                  <a:lnTo>
                    <a:pt x="3750" y="3372"/>
                  </a:lnTo>
                  <a:cubicBezTo>
                    <a:pt x="3750" y="3592"/>
                    <a:pt x="3907" y="3750"/>
                    <a:pt x="4096" y="3750"/>
                  </a:cubicBezTo>
                  <a:cubicBezTo>
                    <a:pt x="4285" y="3750"/>
                    <a:pt x="4443" y="3592"/>
                    <a:pt x="4443" y="3372"/>
                  </a:cubicBezTo>
                  <a:lnTo>
                    <a:pt x="4443" y="3025"/>
                  </a:lnTo>
                  <a:lnTo>
                    <a:pt x="5199" y="3025"/>
                  </a:lnTo>
                  <a:lnTo>
                    <a:pt x="5199" y="3372"/>
                  </a:lnTo>
                  <a:cubicBezTo>
                    <a:pt x="5199" y="3592"/>
                    <a:pt x="5356" y="3750"/>
                    <a:pt x="5545" y="3750"/>
                  </a:cubicBezTo>
                  <a:cubicBezTo>
                    <a:pt x="5766" y="3750"/>
                    <a:pt x="5923" y="3592"/>
                    <a:pt x="5923" y="3372"/>
                  </a:cubicBezTo>
                  <a:lnTo>
                    <a:pt x="5923" y="3025"/>
                  </a:lnTo>
                  <a:lnTo>
                    <a:pt x="6648" y="3025"/>
                  </a:lnTo>
                  <a:lnTo>
                    <a:pt x="6648" y="3372"/>
                  </a:lnTo>
                  <a:cubicBezTo>
                    <a:pt x="6648" y="3592"/>
                    <a:pt x="6806" y="3750"/>
                    <a:pt x="7026" y="3750"/>
                  </a:cubicBezTo>
                  <a:cubicBezTo>
                    <a:pt x="7215" y="3750"/>
                    <a:pt x="7373" y="3592"/>
                    <a:pt x="7373" y="3372"/>
                  </a:cubicBezTo>
                  <a:lnTo>
                    <a:pt x="7373" y="3025"/>
                  </a:lnTo>
                  <a:lnTo>
                    <a:pt x="8129" y="3025"/>
                  </a:lnTo>
                  <a:lnTo>
                    <a:pt x="8129" y="3372"/>
                  </a:lnTo>
                  <a:cubicBezTo>
                    <a:pt x="8129" y="3592"/>
                    <a:pt x="8286" y="3750"/>
                    <a:pt x="8475" y="3750"/>
                  </a:cubicBezTo>
                  <a:cubicBezTo>
                    <a:pt x="8664" y="3750"/>
                    <a:pt x="8822" y="3592"/>
                    <a:pt x="8822" y="3372"/>
                  </a:cubicBezTo>
                  <a:lnTo>
                    <a:pt x="8822" y="2994"/>
                  </a:lnTo>
                  <a:lnTo>
                    <a:pt x="9578" y="2994"/>
                  </a:lnTo>
                  <a:lnTo>
                    <a:pt x="9578" y="3372"/>
                  </a:lnTo>
                  <a:cubicBezTo>
                    <a:pt x="9578" y="3592"/>
                    <a:pt x="9735" y="3750"/>
                    <a:pt x="9925" y="3750"/>
                  </a:cubicBezTo>
                  <a:cubicBezTo>
                    <a:pt x="10114" y="3750"/>
                    <a:pt x="10271" y="3592"/>
                    <a:pt x="10271" y="3372"/>
                  </a:cubicBezTo>
                  <a:lnTo>
                    <a:pt x="10271" y="2994"/>
                  </a:lnTo>
                  <a:close/>
                  <a:moveTo>
                    <a:pt x="2300" y="6774"/>
                  </a:moveTo>
                  <a:lnTo>
                    <a:pt x="2300" y="8255"/>
                  </a:lnTo>
                  <a:cubicBezTo>
                    <a:pt x="1859" y="8255"/>
                    <a:pt x="1544" y="7909"/>
                    <a:pt x="1544" y="7531"/>
                  </a:cubicBezTo>
                  <a:cubicBezTo>
                    <a:pt x="1544" y="7121"/>
                    <a:pt x="1891" y="6774"/>
                    <a:pt x="2300" y="6774"/>
                  </a:cubicBezTo>
                  <a:close/>
                  <a:moveTo>
                    <a:pt x="10492" y="6774"/>
                  </a:moveTo>
                  <a:cubicBezTo>
                    <a:pt x="10870" y="6774"/>
                    <a:pt x="11216" y="7090"/>
                    <a:pt x="11216" y="7531"/>
                  </a:cubicBezTo>
                  <a:cubicBezTo>
                    <a:pt x="11216" y="7940"/>
                    <a:pt x="10901" y="8255"/>
                    <a:pt x="10492" y="8255"/>
                  </a:cubicBezTo>
                  <a:lnTo>
                    <a:pt x="10492" y="6774"/>
                  </a:lnTo>
                  <a:close/>
                  <a:moveTo>
                    <a:pt x="9767" y="5262"/>
                  </a:moveTo>
                  <a:cubicBezTo>
                    <a:pt x="9735" y="5388"/>
                    <a:pt x="9735" y="8507"/>
                    <a:pt x="9735" y="8633"/>
                  </a:cubicBezTo>
                  <a:cubicBezTo>
                    <a:pt x="9735" y="9421"/>
                    <a:pt x="9452" y="10145"/>
                    <a:pt x="8979" y="10744"/>
                  </a:cubicBezTo>
                  <a:lnTo>
                    <a:pt x="8979" y="9358"/>
                  </a:lnTo>
                  <a:cubicBezTo>
                    <a:pt x="8979" y="8350"/>
                    <a:pt x="8160" y="7531"/>
                    <a:pt x="7121" y="7531"/>
                  </a:cubicBezTo>
                  <a:cubicBezTo>
                    <a:pt x="6932" y="7531"/>
                    <a:pt x="6774" y="7688"/>
                    <a:pt x="6774" y="7877"/>
                  </a:cubicBezTo>
                  <a:cubicBezTo>
                    <a:pt x="6774" y="8066"/>
                    <a:pt x="6932" y="8224"/>
                    <a:pt x="7121" y="8224"/>
                  </a:cubicBezTo>
                  <a:cubicBezTo>
                    <a:pt x="7751" y="8224"/>
                    <a:pt x="8223" y="8728"/>
                    <a:pt x="8223" y="9326"/>
                  </a:cubicBezTo>
                  <a:lnTo>
                    <a:pt x="8223" y="11374"/>
                  </a:lnTo>
                  <a:cubicBezTo>
                    <a:pt x="7688" y="11721"/>
                    <a:pt x="7058" y="11973"/>
                    <a:pt x="6396" y="11973"/>
                  </a:cubicBezTo>
                  <a:cubicBezTo>
                    <a:pt x="5734" y="11973"/>
                    <a:pt x="5041" y="11784"/>
                    <a:pt x="4537" y="11374"/>
                  </a:cubicBezTo>
                  <a:lnTo>
                    <a:pt x="4537" y="9326"/>
                  </a:lnTo>
                  <a:cubicBezTo>
                    <a:pt x="4537" y="8696"/>
                    <a:pt x="5041" y="8224"/>
                    <a:pt x="5640" y="8224"/>
                  </a:cubicBezTo>
                  <a:cubicBezTo>
                    <a:pt x="5829" y="8224"/>
                    <a:pt x="5986" y="8066"/>
                    <a:pt x="5986" y="7877"/>
                  </a:cubicBezTo>
                  <a:cubicBezTo>
                    <a:pt x="5986" y="7688"/>
                    <a:pt x="5829" y="7499"/>
                    <a:pt x="5640" y="7499"/>
                  </a:cubicBezTo>
                  <a:cubicBezTo>
                    <a:pt x="4600" y="7499"/>
                    <a:pt x="3781" y="8350"/>
                    <a:pt x="3781" y="9358"/>
                  </a:cubicBezTo>
                  <a:lnTo>
                    <a:pt x="3781" y="10744"/>
                  </a:lnTo>
                  <a:cubicBezTo>
                    <a:pt x="3308" y="10145"/>
                    <a:pt x="3056" y="9389"/>
                    <a:pt x="3056" y="8602"/>
                  </a:cubicBezTo>
                  <a:lnTo>
                    <a:pt x="3056" y="5262"/>
                  </a:lnTo>
                  <a:close/>
                  <a:moveTo>
                    <a:pt x="6333" y="1"/>
                  </a:moveTo>
                  <a:cubicBezTo>
                    <a:pt x="5766" y="1"/>
                    <a:pt x="5199" y="221"/>
                    <a:pt x="4821" y="631"/>
                  </a:cubicBezTo>
                  <a:lnTo>
                    <a:pt x="3182" y="2238"/>
                  </a:lnTo>
                  <a:lnTo>
                    <a:pt x="347" y="2238"/>
                  </a:lnTo>
                  <a:cubicBezTo>
                    <a:pt x="158" y="2238"/>
                    <a:pt x="0" y="2395"/>
                    <a:pt x="0" y="2584"/>
                  </a:cubicBezTo>
                  <a:cubicBezTo>
                    <a:pt x="0" y="3908"/>
                    <a:pt x="1009" y="5010"/>
                    <a:pt x="2237" y="5199"/>
                  </a:cubicBezTo>
                  <a:lnTo>
                    <a:pt x="2237" y="5987"/>
                  </a:lnTo>
                  <a:cubicBezTo>
                    <a:pt x="1418" y="5987"/>
                    <a:pt x="757" y="6648"/>
                    <a:pt x="757" y="7468"/>
                  </a:cubicBezTo>
                  <a:cubicBezTo>
                    <a:pt x="757" y="8318"/>
                    <a:pt x="1418" y="8980"/>
                    <a:pt x="2237" y="8980"/>
                  </a:cubicBezTo>
                  <a:cubicBezTo>
                    <a:pt x="2363" y="10114"/>
                    <a:pt x="2930" y="11091"/>
                    <a:pt x="3718" y="11784"/>
                  </a:cubicBezTo>
                  <a:lnTo>
                    <a:pt x="3718" y="12351"/>
                  </a:lnTo>
                  <a:cubicBezTo>
                    <a:pt x="3718" y="12571"/>
                    <a:pt x="3876" y="12729"/>
                    <a:pt x="4065" y="12729"/>
                  </a:cubicBezTo>
                  <a:cubicBezTo>
                    <a:pt x="4254" y="12729"/>
                    <a:pt x="4411" y="12571"/>
                    <a:pt x="4411" y="12351"/>
                  </a:cubicBezTo>
                  <a:lnTo>
                    <a:pt x="4411" y="12288"/>
                  </a:lnTo>
                  <a:cubicBezTo>
                    <a:pt x="4978" y="12571"/>
                    <a:pt x="5608" y="12729"/>
                    <a:pt x="6270" y="12729"/>
                  </a:cubicBezTo>
                  <a:cubicBezTo>
                    <a:pt x="6932" y="12729"/>
                    <a:pt x="7562" y="12571"/>
                    <a:pt x="8129" y="12288"/>
                  </a:cubicBezTo>
                  <a:lnTo>
                    <a:pt x="8129" y="12351"/>
                  </a:lnTo>
                  <a:cubicBezTo>
                    <a:pt x="8129" y="12571"/>
                    <a:pt x="8286" y="12729"/>
                    <a:pt x="8475" y="12729"/>
                  </a:cubicBezTo>
                  <a:cubicBezTo>
                    <a:pt x="8664" y="12729"/>
                    <a:pt x="8822" y="12571"/>
                    <a:pt x="8822" y="12351"/>
                  </a:cubicBezTo>
                  <a:lnTo>
                    <a:pt x="8822" y="11784"/>
                  </a:lnTo>
                  <a:cubicBezTo>
                    <a:pt x="9641" y="11091"/>
                    <a:pt x="10208" y="10082"/>
                    <a:pt x="10271" y="8980"/>
                  </a:cubicBezTo>
                  <a:cubicBezTo>
                    <a:pt x="11122" y="8980"/>
                    <a:pt x="11783" y="8318"/>
                    <a:pt x="11783" y="7468"/>
                  </a:cubicBezTo>
                  <a:cubicBezTo>
                    <a:pt x="11972" y="6680"/>
                    <a:pt x="11311" y="6018"/>
                    <a:pt x="10492" y="6018"/>
                  </a:cubicBezTo>
                  <a:lnTo>
                    <a:pt x="10492" y="5231"/>
                  </a:lnTo>
                  <a:cubicBezTo>
                    <a:pt x="11752" y="5042"/>
                    <a:pt x="12728" y="3971"/>
                    <a:pt x="12728" y="2647"/>
                  </a:cubicBezTo>
                  <a:cubicBezTo>
                    <a:pt x="12728" y="2521"/>
                    <a:pt x="12697" y="2427"/>
                    <a:pt x="12602" y="2364"/>
                  </a:cubicBezTo>
                  <a:cubicBezTo>
                    <a:pt x="12539" y="2269"/>
                    <a:pt x="12445" y="2238"/>
                    <a:pt x="12319" y="2238"/>
                  </a:cubicBezTo>
                  <a:lnTo>
                    <a:pt x="9483" y="2238"/>
                  </a:lnTo>
                  <a:lnTo>
                    <a:pt x="7877" y="631"/>
                  </a:lnTo>
                  <a:cubicBezTo>
                    <a:pt x="7499" y="221"/>
                    <a:pt x="6932"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993" name="Google Shape;14993;p84"/>
          <p:cNvGrpSpPr/>
          <p:nvPr/>
        </p:nvGrpSpPr>
        <p:grpSpPr>
          <a:xfrm>
            <a:off x="4880000" y="1780418"/>
            <a:ext cx="317290" cy="359303"/>
            <a:chOff x="-57950750" y="2296300"/>
            <a:chExt cx="279625" cy="316650"/>
          </a:xfrm>
        </p:grpSpPr>
        <p:sp>
          <p:nvSpPr>
            <p:cNvPr id="14994" name="Google Shape;14994;p84"/>
            <p:cNvSpPr/>
            <p:nvPr/>
          </p:nvSpPr>
          <p:spPr>
            <a:xfrm>
              <a:off x="-57847575" y="2528075"/>
              <a:ext cx="73250" cy="29750"/>
            </a:xfrm>
            <a:custGeom>
              <a:avLst/>
              <a:gdLst/>
              <a:ahLst/>
              <a:cxnLst/>
              <a:rect l="l" t="t" r="r" b="b"/>
              <a:pathLst>
                <a:path w="2930" h="1190" extrusionOk="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995" name="Google Shape;14995;p84"/>
            <p:cNvSpPr/>
            <p:nvPr/>
          </p:nvSpPr>
          <p:spPr>
            <a:xfrm>
              <a:off x="-57857025" y="244675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996" name="Google Shape;14996;p84"/>
            <p:cNvSpPr/>
            <p:nvPr/>
          </p:nvSpPr>
          <p:spPr>
            <a:xfrm>
              <a:off x="-57782200" y="244675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997" name="Google Shape;14997;p84"/>
            <p:cNvSpPr/>
            <p:nvPr/>
          </p:nvSpPr>
          <p:spPr>
            <a:xfrm>
              <a:off x="-57950750" y="2296300"/>
              <a:ext cx="279625" cy="316650"/>
            </a:xfrm>
            <a:custGeom>
              <a:avLst/>
              <a:gdLst/>
              <a:ahLst/>
              <a:cxnLst/>
              <a:rect l="l" t="t" r="r" b="b"/>
              <a:pathLst>
                <a:path w="11185" h="12666" extrusionOk="0">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998" name="Google Shape;14998;p84"/>
          <p:cNvGrpSpPr/>
          <p:nvPr/>
        </p:nvGrpSpPr>
        <p:grpSpPr>
          <a:xfrm>
            <a:off x="4858214" y="2232094"/>
            <a:ext cx="360863" cy="360211"/>
            <a:chOff x="-57969675" y="2687750"/>
            <a:chExt cx="318025" cy="317450"/>
          </a:xfrm>
        </p:grpSpPr>
        <p:sp>
          <p:nvSpPr>
            <p:cNvPr id="14999" name="Google Shape;14999;p84"/>
            <p:cNvSpPr/>
            <p:nvPr/>
          </p:nvSpPr>
          <p:spPr>
            <a:xfrm>
              <a:off x="-57856250" y="2856300"/>
              <a:ext cx="18150" cy="17350"/>
            </a:xfrm>
            <a:custGeom>
              <a:avLst/>
              <a:gdLst/>
              <a:ahLst/>
              <a:cxnLst/>
              <a:rect l="l" t="t" r="r" b="b"/>
              <a:pathLst>
                <a:path w="726" h="694" extrusionOk="0">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000" name="Google Shape;15000;p84"/>
            <p:cNvSpPr/>
            <p:nvPr/>
          </p:nvSpPr>
          <p:spPr>
            <a:xfrm>
              <a:off x="-57846000" y="2920300"/>
              <a:ext cx="72475" cy="29750"/>
            </a:xfrm>
            <a:custGeom>
              <a:avLst/>
              <a:gdLst/>
              <a:ahLst/>
              <a:cxnLst/>
              <a:rect l="l" t="t" r="r" b="b"/>
              <a:pathLst>
                <a:path w="2899" h="1190" extrusionOk="0">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001" name="Google Shape;15001;p84"/>
            <p:cNvSpPr/>
            <p:nvPr/>
          </p:nvSpPr>
          <p:spPr>
            <a:xfrm>
              <a:off x="-57969675" y="2687750"/>
              <a:ext cx="318025" cy="317450"/>
            </a:xfrm>
            <a:custGeom>
              <a:avLst/>
              <a:gdLst/>
              <a:ahLst/>
              <a:cxnLst/>
              <a:rect l="l" t="t" r="r" b="b"/>
              <a:pathLst>
                <a:path w="12721" h="12698" extrusionOk="0">
                  <a:moveTo>
                    <a:pt x="6365" y="757"/>
                  </a:moveTo>
                  <a:cubicBezTo>
                    <a:pt x="7090" y="757"/>
                    <a:pt x="7783" y="1072"/>
                    <a:pt x="8255" y="1576"/>
                  </a:cubicBezTo>
                  <a:cubicBezTo>
                    <a:pt x="8888" y="2274"/>
                    <a:pt x="9792" y="2670"/>
                    <a:pt x="10717" y="2670"/>
                  </a:cubicBezTo>
                  <a:cubicBezTo>
                    <a:pt x="11128" y="2670"/>
                    <a:pt x="11544" y="2591"/>
                    <a:pt x="11941" y="2427"/>
                  </a:cubicBezTo>
                  <a:lnTo>
                    <a:pt x="11941" y="3183"/>
                  </a:lnTo>
                  <a:lnTo>
                    <a:pt x="11973" y="3183"/>
                  </a:lnTo>
                  <a:cubicBezTo>
                    <a:pt x="11973" y="4348"/>
                    <a:pt x="11028" y="5231"/>
                    <a:pt x="9925" y="5231"/>
                  </a:cubicBezTo>
                  <a:cubicBezTo>
                    <a:pt x="9358" y="5231"/>
                    <a:pt x="9043" y="5041"/>
                    <a:pt x="8192" y="4600"/>
                  </a:cubicBezTo>
                  <a:cubicBezTo>
                    <a:pt x="8066" y="4537"/>
                    <a:pt x="7877" y="4506"/>
                    <a:pt x="7688" y="4506"/>
                  </a:cubicBezTo>
                  <a:lnTo>
                    <a:pt x="5042" y="4506"/>
                  </a:lnTo>
                  <a:cubicBezTo>
                    <a:pt x="4916" y="4506"/>
                    <a:pt x="4695" y="4537"/>
                    <a:pt x="4538" y="4600"/>
                  </a:cubicBezTo>
                  <a:cubicBezTo>
                    <a:pt x="3687" y="5041"/>
                    <a:pt x="3403" y="5231"/>
                    <a:pt x="2805" y="5231"/>
                  </a:cubicBezTo>
                  <a:cubicBezTo>
                    <a:pt x="1671" y="5231"/>
                    <a:pt x="757" y="4348"/>
                    <a:pt x="757" y="3183"/>
                  </a:cubicBezTo>
                  <a:lnTo>
                    <a:pt x="757" y="2490"/>
                  </a:lnTo>
                  <a:cubicBezTo>
                    <a:pt x="1150" y="2639"/>
                    <a:pt x="1556" y="2711"/>
                    <a:pt x="1958" y="2711"/>
                  </a:cubicBezTo>
                  <a:cubicBezTo>
                    <a:pt x="2909" y="2711"/>
                    <a:pt x="3832" y="2307"/>
                    <a:pt x="4475" y="1576"/>
                  </a:cubicBezTo>
                  <a:cubicBezTo>
                    <a:pt x="4947" y="1072"/>
                    <a:pt x="5640" y="757"/>
                    <a:pt x="6365" y="757"/>
                  </a:cubicBezTo>
                  <a:close/>
                  <a:moveTo>
                    <a:pt x="7846" y="6743"/>
                  </a:moveTo>
                  <a:cubicBezTo>
                    <a:pt x="8035" y="6743"/>
                    <a:pt x="8192" y="6900"/>
                    <a:pt x="8192" y="7089"/>
                  </a:cubicBezTo>
                  <a:cubicBezTo>
                    <a:pt x="8192" y="7278"/>
                    <a:pt x="8035" y="7436"/>
                    <a:pt x="7846" y="7436"/>
                  </a:cubicBezTo>
                  <a:cubicBezTo>
                    <a:pt x="7657" y="7436"/>
                    <a:pt x="7499" y="7278"/>
                    <a:pt x="7499" y="7089"/>
                  </a:cubicBezTo>
                  <a:cubicBezTo>
                    <a:pt x="7499" y="6900"/>
                    <a:pt x="7657" y="6743"/>
                    <a:pt x="7846" y="6743"/>
                  </a:cubicBezTo>
                  <a:close/>
                  <a:moveTo>
                    <a:pt x="7720" y="5231"/>
                  </a:moveTo>
                  <a:cubicBezTo>
                    <a:pt x="7783" y="5231"/>
                    <a:pt x="7846" y="5231"/>
                    <a:pt x="7877" y="5294"/>
                  </a:cubicBezTo>
                  <a:cubicBezTo>
                    <a:pt x="8759" y="5703"/>
                    <a:pt x="9074" y="5955"/>
                    <a:pt x="9767" y="5987"/>
                  </a:cubicBezTo>
                  <a:lnTo>
                    <a:pt x="9767" y="7656"/>
                  </a:lnTo>
                  <a:lnTo>
                    <a:pt x="9736" y="7656"/>
                  </a:lnTo>
                  <a:lnTo>
                    <a:pt x="8980" y="7278"/>
                  </a:lnTo>
                  <a:cubicBezTo>
                    <a:pt x="9106" y="6617"/>
                    <a:pt x="8570" y="5987"/>
                    <a:pt x="7877" y="5987"/>
                  </a:cubicBezTo>
                  <a:cubicBezTo>
                    <a:pt x="7562" y="5987"/>
                    <a:pt x="7247" y="6144"/>
                    <a:pt x="7058" y="6333"/>
                  </a:cubicBezTo>
                  <a:lnTo>
                    <a:pt x="4884" y="5294"/>
                  </a:lnTo>
                  <a:lnTo>
                    <a:pt x="4947" y="5294"/>
                  </a:lnTo>
                  <a:cubicBezTo>
                    <a:pt x="4979" y="5231"/>
                    <a:pt x="5042" y="5231"/>
                    <a:pt x="5105" y="5231"/>
                  </a:cubicBezTo>
                  <a:close/>
                  <a:moveTo>
                    <a:pt x="4065" y="5672"/>
                  </a:moveTo>
                  <a:cubicBezTo>
                    <a:pt x="4065" y="5672"/>
                    <a:pt x="4128" y="5672"/>
                    <a:pt x="4128" y="5703"/>
                  </a:cubicBezTo>
                  <a:lnTo>
                    <a:pt x="6806" y="7026"/>
                  </a:lnTo>
                  <a:cubicBezTo>
                    <a:pt x="6743" y="7656"/>
                    <a:pt x="7279" y="8192"/>
                    <a:pt x="7909" y="8192"/>
                  </a:cubicBezTo>
                  <a:cubicBezTo>
                    <a:pt x="8161" y="8192"/>
                    <a:pt x="8444" y="8066"/>
                    <a:pt x="8633" y="7908"/>
                  </a:cubicBezTo>
                  <a:lnTo>
                    <a:pt x="9767" y="8476"/>
                  </a:lnTo>
                  <a:lnTo>
                    <a:pt x="9767" y="8602"/>
                  </a:lnTo>
                  <a:lnTo>
                    <a:pt x="9736" y="8602"/>
                  </a:lnTo>
                  <a:cubicBezTo>
                    <a:pt x="9736" y="10429"/>
                    <a:pt x="8255" y="11973"/>
                    <a:pt x="6396" y="11973"/>
                  </a:cubicBezTo>
                  <a:cubicBezTo>
                    <a:pt x="4538" y="11973"/>
                    <a:pt x="3057" y="10429"/>
                    <a:pt x="3057" y="8602"/>
                  </a:cubicBezTo>
                  <a:lnTo>
                    <a:pt x="3057" y="5955"/>
                  </a:lnTo>
                  <a:cubicBezTo>
                    <a:pt x="3403" y="5924"/>
                    <a:pt x="3750" y="5829"/>
                    <a:pt x="4065" y="5672"/>
                  </a:cubicBezTo>
                  <a:close/>
                  <a:moveTo>
                    <a:pt x="6365" y="1"/>
                  </a:moveTo>
                  <a:cubicBezTo>
                    <a:pt x="5420" y="1"/>
                    <a:pt x="4506" y="410"/>
                    <a:pt x="3908" y="1072"/>
                  </a:cubicBezTo>
                  <a:cubicBezTo>
                    <a:pt x="3408" y="1648"/>
                    <a:pt x="2687" y="1943"/>
                    <a:pt x="1957" y="1943"/>
                  </a:cubicBezTo>
                  <a:cubicBezTo>
                    <a:pt x="1489" y="1943"/>
                    <a:pt x="1018" y="1822"/>
                    <a:pt x="600" y="1576"/>
                  </a:cubicBezTo>
                  <a:lnTo>
                    <a:pt x="568" y="1544"/>
                  </a:lnTo>
                  <a:cubicBezTo>
                    <a:pt x="505" y="1505"/>
                    <a:pt x="438" y="1487"/>
                    <a:pt x="373" y="1487"/>
                  </a:cubicBezTo>
                  <a:cubicBezTo>
                    <a:pt x="178" y="1487"/>
                    <a:pt x="1" y="1647"/>
                    <a:pt x="1" y="1860"/>
                  </a:cubicBezTo>
                  <a:lnTo>
                    <a:pt x="1" y="3151"/>
                  </a:lnTo>
                  <a:cubicBezTo>
                    <a:pt x="1" y="4506"/>
                    <a:pt x="1009" y="5640"/>
                    <a:pt x="2269" y="5861"/>
                  </a:cubicBezTo>
                  <a:lnTo>
                    <a:pt x="2269" y="8539"/>
                  </a:lnTo>
                  <a:cubicBezTo>
                    <a:pt x="2269" y="10838"/>
                    <a:pt x="4097" y="12697"/>
                    <a:pt x="6365" y="12697"/>
                  </a:cubicBezTo>
                  <a:cubicBezTo>
                    <a:pt x="8602" y="12697"/>
                    <a:pt x="10461" y="10838"/>
                    <a:pt x="10461" y="8539"/>
                  </a:cubicBezTo>
                  <a:lnTo>
                    <a:pt x="10461" y="5861"/>
                  </a:lnTo>
                  <a:cubicBezTo>
                    <a:pt x="11752" y="5640"/>
                    <a:pt x="12697" y="4506"/>
                    <a:pt x="12697" y="3151"/>
                  </a:cubicBezTo>
                  <a:lnTo>
                    <a:pt x="12697" y="1860"/>
                  </a:lnTo>
                  <a:cubicBezTo>
                    <a:pt x="12721" y="1647"/>
                    <a:pt x="12550" y="1487"/>
                    <a:pt x="12370" y="1487"/>
                  </a:cubicBezTo>
                  <a:cubicBezTo>
                    <a:pt x="12310" y="1487"/>
                    <a:pt x="12249" y="1505"/>
                    <a:pt x="12193" y="1544"/>
                  </a:cubicBezTo>
                  <a:lnTo>
                    <a:pt x="12130" y="1576"/>
                  </a:lnTo>
                  <a:cubicBezTo>
                    <a:pt x="11721" y="1824"/>
                    <a:pt x="11253" y="1945"/>
                    <a:pt x="10785" y="1945"/>
                  </a:cubicBezTo>
                  <a:cubicBezTo>
                    <a:pt x="10063" y="1945"/>
                    <a:pt x="9338" y="1657"/>
                    <a:pt x="8822" y="1103"/>
                  </a:cubicBezTo>
                  <a:cubicBezTo>
                    <a:pt x="8192" y="442"/>
                    <a:pt x="7342" y="1"/>
                    <a:pt x="63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002" name="Google Shape;15002;p84"/>
            <p:cNvSpPr/>
            <p:nvPr/>
          </p:nvSpPr>
          <p:spPr>
            <a:xfrm>
              <a:off x="-57838125" y="2724975"/>
              <a:ext cx="56725" cy="55550"/>
            </a:xfrm>
            <a:custGeom>
              <a:avLst/>
              <a:gdLst/>
              <a:ahLst/>
              <a:cxnLst/>
              <a:rect l="l" t="t" r="r" b="b"/>
              <a:pathLst>
                <a:path w="2269" h="2222" extrusionOk="0">
                  <a:moveTo>
                    <a:pt x="386" y="0"/>
                  </a:moveTo>
                  <a:cubicBezTo>
                    <a:pt x="292" y="0"/>
                    <a:pt x="205" y="40"/>
                    <a:pt x="158" y="118"/>
                  </a:cubicBezTo>
                  <a:cubicBezTo>
                    <a:pt x="0" y="276"/>
                    <a:pt x="0" y="528"/>
                    <a:pt x="158" y="654"/>
                  </a:cubicBezTo>
                  <a:lnTo>
                    <a:pt x="630" y="1127"/>
                  </a:lnTo>
                  <a:lnTo>
                    <a:pt x="158" y="1599"/>
                  </a:lnTo>
                  <a:cubicBezTo>
                    <a:pt x="0" y="1757"/>
                    <a:pt x="0" y="1977"/>
                    <a:pt x="158" y="2103"/>
                  </a:cubicBezTo>
                  <a:cubicBezTo>
                    <a:pt x="237" y="2182"/>
                    <a:pt x="331" y="2221"/>
                    <a:pt x="422" y="2221"/>
                  </a:cubicBezTo>
                  <a:cubicBezTo>
                    <a:pt x="512" y="2221"/>
                    <a:pt x="599" y="2182"/>
                    <a:pt x="662" y="2103"/>
                  </a:cubicBezTo>
                  <a:lnTo>
                    <a:pt x="1134" y="1631"/>
                  </a:lnTo>
                  <a:lnTo>
                    <a:pt x="1607" y="2103"/>
                  </a:lnTo>
                  <a:cubicBezTo>
                    <a:pt x="1686" y="2182"/>
                    <a:pt x="1780" y="2221"/>
                    <a:pt x="1871" y="2221"/>
                  </a:cubicBezTo>
                  <a:cubicBezTo>
                    <a:pt x="1961" y="2221"/>
                    <a:pt x="2048" y="2182"/>
                    <a:pt x="2111" y="2103"/>
                  </a:cubicBezTo>
                  <a:cubicBezTo>
                    <a:pt x="2269" y="1946"/>
                    <a:pt x="2269" y="1694"/>
                    <a:pt x="2111" y="1599"/>
                  </a:cubicBezTo>
                  <a:lnTo>
                    <a:pt x="1639" y="1127"/>
                  </a:lnTo>
                  <a:lnTo>
                    <a:pt x="2111" y="654"/>
                  </a:lnTo>
                  <a:cubicBezTo>
                    <a:pt x="2269" y="497"/>
                    <a:pt x="2269" y="244"/>
                    <a:pt x="2111" y="118"/>
                  </a:cubicBezTo>
                  <a:cubicBezTo>
                    <a:pt x="2032" y="40"/>
                    <a:pt x="1938" y="0"/>
                    <a:pt x="1847" y="0"/>
                  </a:cubicBezTo>
                  <a:cubicBezTo>
                    <a:pt x="1757" y="0"/>
                    <a:pt x="1670" y="40"/>
                    <a:pt x="1607" y="118"/>
                  </a:cubicBezTo>
                  <a:lnTo>
                    <a:pt x="1134" y="591"/>
                  </a:lnTo>
                  <a:lnTo>
                    <a:pt x="662" y="118"/>
                  </a:lnTo>
                  <a:cubicBezTo>
                    <a:pt x="583" y="40"/>
                    <a:pt x="481" y="0"/>
                    <a:pt x="3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003" name="Google Shape;15003;p84"/>
          <p:cNvGrpSpPr/>
          <p:nvPr/>
        </p:nvGrpSpPr>
        <p:grpSpPr>
          <a:xfrm>
            <a:off x="7067397" y="1304461"/>
            <a:ext cx="363785" cy="361090"/>
            <a:chOff x="-56012425" y="1903275"/>
            <a:chExt cx="320600" cy="318225"/>
          </a:xfrm>
        </p:grpSpPr>
        <p:sp>
          <p:nvSpPr>
            <p:cNvPr id="15004" name="Google Shape;15004;p84"/>
            <p:cNvSpPr/>
            <p:nvPr/>
          </p:nvSpPr>
          <p:spPr>
            <a:xfrm>
              <a:off x="-55897425" y="2015125"/>
              <a:ext cx="17350" cy="18150"/>
            </a:xfrm>
            <a:custGeom>
              <a:avLst/>
              <a:gdLst/>
              <a:ahLst/>
              <a:cxnLst/>
              <a:rect l="l" t="t" r="r" b="b"/>
              <a:pathLst>
                <a:path w="694" h="726" extrusionOk="0">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005" name="Google Shape;15005;p84"/>
            <p:cNvSpPr/>
            <p:nvPr/>
          </p:nvSpPr>
          <p:spPr>
            <a:xfrm>
              <a:off x="-56012425" y="1903275"/>
              <a:ext cx="320600" cy="318225"/>
            </a:xfrm>
            <a:custGeom>
              <a:avLst/>
              <a:gdLst/>
              <a:ahLst/>
              <a:cxnLst/>
              <a:rect l="l" t="t" r="r" b="b"/>
              <a:pathLst>
                <a:path w="12824" h="12729" extrusionOk="0">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006" name="Google Shape;15006;p84"/>
          <p:cNvGrpSpPr/>
          <p:nvPr/>
        </p:nvGrpSpPr>
        <p:grpSpPr>
          <a:xfrm>
            <a:off x="7068290" y="1778631"/>
            <a:ext cx="361998" cy="361998"/>
            <a:chOff x="-56010850" y="2294725"/>
            <a:chExt cx="319025" cy="319025"/>
          </a:xfrm>
        </p:grpSpPr>
        <p:sp>
          <p:nvSpPr>
            <p:cNvPr id="15007" name="Google Shape;15007;p84"/>
            <p:cNvSpPr/>
            <p:nvPr/>
          </p:nvSpPr>
          <p:spPr>
            <a:xfrm>
              <a:off x="-55906875" y="2527275"/>
              <a:ext cx="73275" cy="29750"/>
            </a:xfrm>
            <a:custGeom>
              <a:avLst/>
              <a:gdLst/>
              <a:ahLst/>
              <a:cxnLst/>
              <a:rect l="l" t="t" r="r" b="b"/>
              <a:pathLst>
                <a:path w="2931" h="1190" extrusionOk="0">
                  <a:moveTo>
                    <a:pt x="398" y="1"/>
                  </a:moveTo>
                  <a:cubicBezTo>
                    <a:pt x="308" y="1"/>
                    <a:pt x="221" y="40"/>
                    <a:pt x="158" y="119"/>
                  </a:cubicBezTo>
                  <a:cubicBezTo>
                    <a:pt x="0" y="276"/>
                    <a:pt x="0" y="528"/>
                    <a:pt x="158" y="623"/>
                  </a:cubicBezTo>
                  <a:cubicBezTo>
                    <a:pt x="505" y="1001"/>
                    <a:pt x="977" y="1190"/>
                    <a:pt x="1450" y="1190"/>
                  </a:cubicBezTo>
                  <a:cubicBezTo>
                    <a:pt x="1922" y="1190"/>
                    <a:pt x="2458" y="1001"/>
                    <a:pt x="2773" y="623"/>
                  </a:cubicBezTo>
                  <a:cubicBezTo>
                    <a:pt x="2930" y="465"/>
                    <a:pt x="2930" y="245"/>
                    <a:pt x="2773" y="119"/>
                  </a:cubicBezTo>
                  <a:cubicBezTo>
                    <a:pt x="2694" y="40"/>
                    <a:pt x="2592" y="1"/>
                    <a:pt x="2493" y="1"/>
                  </a:cubicBezTo>
                  <a:cubicBezTo>
                    <a:pt x="2395" y="1"/>
                    <a:pt x="2300" y="40"/>
                    <a:pt x="2237" y="119"/>
                  </a:cubicBezTo>
                  <a:cubicBezTo>
                    <a:pt x="2048" y="308"/>
                    <a:pt x="1733" y="434"/>
                    <a:pt x="1450" y="434"/>
                  </a:cubicBezTo>
                  <a:cubicBezTo>
                    <a:pt x="1135" y="434"/>
                    <a:pt x="883" y="308"/>
                    <a:pt x="662" y="119"/>
                  </a:cubicBezTo>
                  <a:cubicBezTo>
                    <a:pt x="583" y="40"/>
                    <a:pt x="489"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008" name="Google Shape;15008;p84"/>
            <p:cNvSpPr/>
            <p:nvPr/>
          </p:nvSpPr>
          <p:spPr>
            <a:xfrm>
              <a:off x="-55916325" y="2463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009" name="Google Shape;15009;p84"/>
            <p:cNvSpPr/>
            <p:nvPr/>
          </p:nvSpPr>
          <p:spPr>
            <a:xfrm>
              <a:off x="-55842300" y="2463275"/>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010" name="Google Shape;15010;p84"/>
            <p:cNvSpPr/>
            <p:nvPr/>
          </p:nvSpPr>
          <p:spPr>
            <a:xfrm>
              <a:off x="-56010850" y="2294725"/>
              <a:ext cx="319025" cy="319025"/>
            </a:xfrm>
            <a:custGeom>
              <a:avLst/>
              <a:gdLst/>
              <a:ahLst/>
              <a:cxnLst/>
              <a:rect l="l" t="t" r="r" b="b"/>
              <a:pathLst>
                <a:path w="12761" h="12761" extrusionOk="0">
                  <a:moveTo>
                    <a:pt x="6333" y="4506"/>
                  </a:moveTo>
                  <a:cubicBezTo>
                    <a:pt x="6522" y="4506"/>
                    <a:pt x="6680" y="4664"/>
                    <a:pt x="6680" y="4853"/>
                  </a:cubicBezTo>
                  <a:lnTo>
                    <a:pt x="6680" y="5199"/>
                  </a:lnTo>
                  <a:lnTo>
                    <a:pt x="4475" y="5199"/>
                  </a:lnTo>
                  <a:lnTo>
                    <a:pt x="4475" y="4853"/>
                  </a:lnTo>
                  <a:cubicBezTo>
                    <a:pt x="4475" y="4664"/>
                    <a:pt x="4632" y="4506"/>
                    <a:pt x="4821" y="4506"/>
                  </a:cubicBezTo>
                  <a:close/>
                  <a:moveTo>
                    <a:pt x="5577" y="757"/>
                  </a:moveTo>
                  <a:cubicBezTo>
                    <a:pt x="7814" y="757"/>
                    <a:pt x="9673" y="2616"/>
                    <a:pt x="9673" y="4853"/>
                  </a:cubicBezTo>
                  <a:lnTo>
                    <a:pt x="9673" y="5199"/>
                  </a:lnTo>
                  <a:lnTo>
                    <a:pt x="7436" y="5199"/>
                  </a:lnTo>
                  <a:lnTo>
                    <a:pt x="7436" y="4853"/>
                  </a:lnTo>
                  <a:cubicBezTo>
                    <a:pt x="7436" y="4222"/>
                    <a:pt x="6932" y="3750"/>
                    <a:pt x="6333" y="3750"/>
                  </a:cubicBezTo>
                  <a:lnTo>
                    <a:pt x="4821" y="3750"/>
                  </a:lnTo>
                  <a:cubicBezTo>
                    <a:pt x="4191" y="3750"/>
                    <a:pt x="3718" y="4254"/>
                    <a:pt x="3718" y="4853"/>
                  </a:cubicBezTo>
                  <a:lnTo>
                    <a:pt x="3718" y="5199"/>
                  </a:lnTo>
                  <a:lnTo>
                    <a:pt x="1482" y="5199"/>
                  </a:lnTo>
                  <a:lnTo>
                    <a:pt x="1482" y="4853"/>
                  </a:lnTo>
                  <a:cubicBezTo>
                    <a:pt x="1482" y="2616"/>
                    <a:pt x="3340" y="757"/>
                    <a:pt x="5577" y="757"/>
                  </a:cubicBezTo>
                  <a:close/>
                  <a:moveTo>
                    <a:pt x="1482" y="5955"/>
                  </a:moveTo>
                  <a:lnTo>
                    <a:pt x="1482" y="7467"/>
                  </a:lnTo>
                  <a:cubicBezTo>
                    <a:pt x="1103" y="7467"/>
                    <a:pt x="725" y="7152"/>
                    <a:pt x="725" y="6711"/>
                  </a:cubicBezTo>
                  <a:cubicBezTo>
                    <a:pt x="725" y="6302"/>
                    <a:pt x="1103" y="5955"/>
                    <a:pt x="1482" y="5955"/>
                  </a:cubicBezTo>
                  <a:close/>
                  <a:moveTo>
                    <a:pt x="9704" y="5955"/>
                  </a:moveTo>
                  <a:cubicBezTo>
                    <a:pt x="10114" y="5955"/>
                    <a:pt x="10460" y="6302"/>
                    <a:pt x="10460" y="6711"/>
                  </a:cubicBezTo>
                  <a:cubicBezTo>
                    <a:pt x="10460" y="7089"/>
                    <a:pt x="10145" y="7467"/>
                    <a:pt x="9704" y="7467"/>
                  </a:cubicBezTo>
                  <a:lnTo>
                    <a:pt x="9704" y="5955"/>
                  </a:lnTo>
                  <a:close/>
                  <a:moveTo>
                    <a:pt x="9011" y="5955"/>
                  </a:moveTo>
                  <a:cubicBezTo>
                    <a:pt x="8980" y="6270"/>
                    <a:pt x="8980" y="8318"/>
                    <a:pt x="8980" y="8633"/>
                  </a:cubicBezTo>
                  <a:cubicBezTo>
                    <a:pt x="8980" y="10492"/>
                    <a:pt x="7467" y="11973"/>
                    <a:pt x="5609" y="11973"/>
                  </a:cubicBezTo>
                  <a:cubicBezTo>
                    <a:pt x="3781" y="11973"/>
                    <a:pt x="2269" y="10492"/>
                    <a:pt x="2269" y="8633"/>
                  </a:cubicBezTo>
                  <a:lnTo>
                    <a:pt x="2269" y="5955"/>
                  </a:lnTo>
                  <a:close/>
                  <a:moveTo>
                    <a:pt x="5577" y="1"/>
                  </a:moveTo>
                  <a:cubicBezTo>
                    <a:pt x="2899" y="1"/>
                    <a:pt x="725" y="2175"/>
                    <a:pt x="725" y="4853"/>
                  </a:cubicBezTo>
                  <a:lnTo>
                    <a:pt x="725" y="5451"/>
                  </a:lnTo>
                  <a:cubicBezTo>
                    <a:pt x="316" y="5703"/>
                    <a:pt x="1" y="6207"/>
                    <a:pt x="1" y="6743"/>
                  </a:cubicBezTo>
                  <a:cubicBezTo>
                    <a:pt x="1" y="7562"/>
                    <a:pt x="662" y="8255"/>
                    <a:pt x="1482" y="8255"/>
                  </a:cubicBezTo>
                  <a:lnTo>
                    <a:pt x="1482" y="8665"/>
                  </a:lnTo>
                  <a:cubicBezTo>
                    <a:pt x="1482" y="10933"/>
                    <a:pt x="3340" y="12760"/>
                    <a:pt x="5577" y="12760"/>
                  </a:cubicBezTo>
                  <a:cubicBezTo>
                    <a:pt x="7814" y="12760"/>
                    <a:pt x="9673" y="10933"/>
                    <a:pt x="9673" y="8665"/>
                  </a:cubicBezTo>
                  <a:lnTo>
                    <a:pt x="9673" y="8255"/>
                  </a:lnTo>
                  <a:cubicBezTo>
                    <a:pt x="10492" y="8255"/>
                    <a:pt x="11185" y="7562"/>
                    <a:pt x="11185" y="6743"/>
                  </a:cubicBezTo>
                  <a:cubicBezTo>
                    <a:pt x="11185" y="6459"/>
                    <a:pt x="11091" y="6239"/>
                    <a:pt x="10965" y="5987"/>
                  </a:cubicBezTo>
                  <a:lnTo>
                    <a:pt x="12351" y="5987"/>
                  </a:lnTo>
                  <a:cubicBezTo>
                    <a:pt x="12540" y="5987"/>
                    <a:pt x="12697" y="5829"/>
                    <a:pt x="12697" y="5640"/>
                  </a:cubicBezTo>
                  <a:cubicBezTo>
                    <a:pt x="12760" y="5420"/>
                    <a:pt x="12540" y="5199"/>
                    <a:pt x="12351" y="5199"/>
                  </a:cubicBezTo>
                  <a:lnTo>
                    <a:pt x="10429" y="5199"/>
                  </a:lnTo>
                  <a:lnTo>
                    <a:pt x="10429" y="4853"/>
                  </a:lnTo>
                  <a:cubicBezTo>
                    <a:pt x="10429" y="2175"/>
                    <a:pt x="8255"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011" name="Google Shape;15011;p84"/>
          <p:cNvGrpSpPr/>
          <p:nvPr/>
        </p:nvGrpSpPr>
        <p:grpSpPr>
          <a:xfrm>
            <a:off x="7068305" y="2231215"/>
            <a:ext cx="361969" cy="361090"/>
            <a:chOff x="-56010050" y="2686975"/>
            <a:chExt cx="319000" cy="318225"/>
          </a:xfrm>
        </p:grpSpPr>
        <p:sp>
          <p:nvSpPr>
            <p:cNvPr id="15012" name="Google Shape;15012;p84"/>
            <p:cNvSpPr/>
            <p:nvPr/>
          </p:nvSpPr>
          <p:spPr>
            <a:xfrm>
              <a:off x="-55887975" y="2917925"/>
              <a:ext cx="72475" cy="29775"/>
            </a:xfrm>
            <a:custGeom>
              <a:avLst/>
              <a:gdLst/>
              <a:ahLst/>
              <a:cxnLst/>
              <a:rect l="l" t="t" r="r" b="b"/>
              <a:pathLst>
                <a:path w="2899" h="1191" extrusionOk="0">
                  <a:moveTo>
                    <a:pt x="398" y="1"/>
                  </a:moveTo>
                  <a:cubicBezTo>
                    <a:pt x="308" y="1"/>
                    <a:pt x="221" y="40"/>
                    <a:pt x="158" y="119"/>
                  </a:cubicBezTo>
                  <a:cubicBezTo>
                    <a:pt x="1" y="277"/>
                    <a:pt x="1" y="529"/>
                    <a:pt x="158" y="655"/>
                  </a:cubicBezTo>
                  <a:cubicBezTo>
                    <a:pt x="505" y="1001"/>
                    <a:pt x="977" y="1190"/>
                    <a:pt x="1450" y="1190"/>
                  </a:cubicBezTo>
                  <a:cubicBezTo>
                    <a:pt x="1922" y="1190"/>
                    <a:pt x="2426" y="1001"/>
                    <a:pt x="2742" y="655"/>
                  </a:cubicBezTo>
                  <a:cubicBezTo>
                    <a:pt x="2899" y="497"/>
                    <a:pt x="2899" y="245"/>
                    <a:pt x="2742" y="119"/>
                  </a:cubicBezTo>
                  <a:cubicBezTo>
                    <a:pt x="2694" y="72"/>
                    <a:pt x="2608" y="48"/>
                    <a:pt x="2513" y="48"/>
                  </a:cubicBezTo>
                  <a:cubicBezTo>
                    <a:pt x="2419" y="48"/>
                    <a:pt x="2316" y="72"/>
                    <a:pt x="2237" y="119"/>
                  </a:cubicBezTo>
                  <a:cubicBezTo>
                    <a:pt x="2048" y="340"/>
                    <a:pt x="1733" y="434"/>
                    <a:pt x="1450" y="434"/>
                  </a:cubicBezTo>
                  <a:cubicBezTo>
                    <a:pt x="1135" y="434"/>
                    <a:pt x="851" y="340"/>
                    <a:pt x="662" y="119"/>
                  </a:cubicBezTo>
                  <a:cubicBezTo>
                    <a:pt x="583" y="40"/>
                    <a:pt x="489"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013" name="Google Shape;15013;p84"/>
            <p:cNvSpPr/>
            <p:nvPr/>
          </p:nvSpPr>
          <p:spPr>
            <a:xfrm>
              <a:off x="-55897425" y="28547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014" name="Google Shape;15014;p84"/>
            <p:cNvSpPr/>
            <p:nvPr/>
          </p:nvSpPr>
          <p:spPr>
            <a:xfrm>
              <a:off x="-55822600" y="2854725"/>
              <a:ext cx="17350" cy="18150"/>
            </a:xfrm>
            <a:custGeom>
              <a:avLst/>
              <a:gdLst/>
              <a:ahLst/>
              <a:cxnLst/>
              <a:rect l="l" t="t" r="r" b="b"/>
              <a:pathLst>
                <a:path w="694" h="726" extrusionOk="0">
                  <a:moveTo>
                    <a:pt x="347" y="1"/>
                  </a:moveTo>
                  <a:cubicBezTo>
                    <a:pt x="158" y="1"/>
                    <a:pt x="0" y="190"/>
                    <a:pt x="0" y="379"/>
                  </a:cubicBezTo>
                  <a:cubicBezTo>
                    <a:pt x="0"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015" name="Google Shape;15015;p84"/>
            <p:cNvSpPr/>
            <p:nvPr/>
          </p:nvSpPr>
          <p:spPr>
            <a:xfrm>
              <a:off x="-56010050" y="2686975"/>
              <a:ext cx="319000" cy="318225"/>
            </a:xfrm>
            <a:custGeom>
              <a:avLst/>
              <a:gdLst/>
              <a:ahLst/>
              <a:cxnLst/>
              <a:rect l="l" t="t" r="r" b="b"/>
              <a:pathLst>
                <a:path w="12760" h="12729" extrusionOk="0">
                  <a:moveTo>
                    <a:pt x="2962" y="756"/>
                  </a:moveTo>
                  <a:cubicBezTo>
                    <a:pt x="3686" y="756"/>
                    <a:pt x="4285" y="1260"/>
                    <a:pt x="4443" y="1954"/>
                  </a:cubicBezTo>
                  <a:cubicBezTo>
                    <a:pt x="4096" y="2174"/>
                    <a:pt x="3749" y="2395"/>
                    <a:pt x="3434" y="2710"/>
                  </a:cubicBezTo>
                  <a:cubicBezTo>
                    <a:pt x="3119" y="3025"/>
                    <a:pt x="2867" y="3340"/>
                    <a:pt x="2678" y="3686"/>
                  </a:cubicBezTo>
                  <a:cubicBezTo>
                    <a:pt x="1954" y="3592"/>
                    <a:pt x="1450" y="2962"/>
                    <a:pt x="1450" y="2237"/>
                  </a:cubicBezTo>
                  <a:cubicBezTo>
                    <a:pt x="1450" y="1418"/>
                    <a:pt x="2111" y="756"/>
                    <a:pt x="2962" y="756"/>
                  </a:cubicBezTo>
                  <a:close/>
                  <a:moveTo>
                    <a:pt x="9735" y="756"/>
                  </a:moveTo>
                  <a:cubicBezTo>
                    <a:pt x="10554" y="756"/>
                    <a:pt x="11216" y="1418"/>
                    <a:pt x="11216" y="2237"/>
                  </a:cubicBezTo>
                  <a:cubicBezTo>
                    <a:pt x="11216" y="2993"/>
                    <a:pt x="10712" y="3592"/>
                    <a:pt x="9987" y="3686"/>
                  </a:cubicBezTo>
                  <a:cubicBezTo>
                    <a:pt x="9798" y="3340"/>
                    <a:pt x="9578" y="2993"/>
                    <a:pt x="9263" y="2710"/>
                  </a:cubicBezTo>
                  <a:cubicBezTo>
                    <a:pt x="8948" y="2395"/>
                    <a:pt x="8570" y="2174"/>
                    <a:pt x="8223" y="1954"/>
                  </a:cubicBezTo>
                  <a:cubicBezTo>
                    <a:pt x="8381" y="1260"/>
                    <a:pt x="8979" y="756"/>
                    <a:pt x="9735" y="756"/>
                  </a:cubicBezTo>
                  <a:close/>
                  <a:moveTo>
                    <a:pt x="5986" y="2237"/>
                  </a:moveTo>
                  <a:lnTo>
                    <a:pt x="5986" y="2584"/>
                  </a:lnTo>
                  <a:cubicBezTo>
                    <a:pt x="5986" y="4064"/>
                    <a:pt x="4789" y="5230"/>
                    <a:pt x="3340" y="5230"/>
                  </a:cubicBezTo>
                  <a:lnTo>
                    <a:pt x="2993" y="5230"/>
                  </a:lnTo>
                  <a:cubicBezTo>
                    <a:pt x="3151" y="3655"/>
                    <a:pt x="4411" y="2395"/>
                    <a:pt x="5986" y="2237"/>
                  </a:cubicBezTo>
                  <a:close/>
                  <a:moveTo>
                    <a:pt x="6742" y="2237"/>
                  </a:moveTo>
                  <a:cubicBezTo>
                    <a:pt x="8318" y="2395"/>
                    <a:pt x="9578" y="3655"/>
                    <a:pt x="9735" y="5230"/>
                  </a:cubicBezTo>
                  <a:lnTo>
                    <a:pt x="9357" y="5230"/>
                  </a:lnTo>
                  <a:cubicBezTo>
                    <a:pt x="7908" y="5230"/>
                    <a:pt x="6742" y="4064"/>
                    <a:pt x="6742" y="2584"/>
                  </a:cubicBezTo>
                  <a:lnTo>
                    <a:pt x="6742" y="2237"/>
                  </a:lnTo>
                  <a:close/>
                  <a:moveTo>
                    <a:pt x="2206" y="5986"/>
                  </a:moveTo>
                  <a:lnTo>
                    <a:pt x="2206" y="7467"/>
                  </a:lnTo>
                  <a:cubicBezTo>
                    <a:pt x="1796" y="7467"/>
                    <a:pt x="1450" y="7152"/>
                    <a:pt x="1450" y="6742"/>
                  </a:cubicBezTo>
                  <a:cubicBezTo>
                    <a:pt x="1450" y="6301"/>
                    <a:pt x="1796" y="5986"/>
                    <a:pt x="2206" y="5986"/>
                  </a:cubicBezTo>
                  <a:close/>
                  <a:moveTo>
                    <a:pt x="10460" y="5986"/>
                  </a:moveTo>
                  <a:cubicBezTo>
                    <a:pt x="10870" y="5986"/>
                    <a:pt x="11216" y="6301"/>
                    <a:pt x="11216" y="6742"/>
                  </a:cubicBezTo>
                  <a:cubicBezTo>
                    <a:pt x="11216" y="7120"/>
                    <a:pt x="10870" y="7467"/>
                    <a:pt x="10460" y="7467"/>
                  </a:cubicBezTo>
                  <a:lnTo>
                    <a:pt x="10460" y="5986"/>
                  </a:lnTo>
                  <a:close/>
                  <a:moveTo>
                    <a:pt x="1008" y="7624"/>
                  </a:moveTo>
                  <a:cubicBezTo>
                    <a:pt x="1292" y="8002"/>
                    <a:pt x="1733" y="8223"/>
                    <a:pt x="2206" y="8223"/>
                  </a:cubicBezTo>
                  <a:cubicBezTo>
                    <a:pt x="2206" y="8633"/>
                    <a:pt x="1891" y="8979"/>
                    <a:pt x="1450" y="8979"/>
                  </a:cubicBezTo>
                  <a:cubicBezTo>
                    <a:pt x="1071" y="8979"/>
                    <a:pt x="693" y="8664"/>
                    <a:pt x="693" y="8223"/>
                  </a:cubicBezTo>
                  <a:cubicBezTo>
                    <a:pt x="693" y="8002"/>
                    <a:pt x="819" y="7750"/>
                    <a:pt x="1008" y="7624"/>
                  </a:cubicBezTo>
                  <a:close/>
                  <a:moveTo>
                    <a:pt x="11657" y="7624"/>
                  </a:moveTo>
                  <a:cubicBezTo>
                    <a:pt x="11846" y="7782"/>
                    <a:pt x="11972" y="8002"/>
                    <a:pt x="11972" y="8223"/>
                  </a:cubicBezTo>
                  <a:cubicBezTo>
                    <a:pt x="11972" y="8633"/>
                    <a:pt x="11626" y="8979"/>
                    <a:pt x="11216" y="8979"/>
                  </a:cubicBezTo>
                  <a:cubicBezTo>
                    <a:pt x="10838" y="8979"/>
                    <a:pt x="10460" y="8664"/>
                    <a:pt x="10460" y="8223"/>
                  </a:cubicBezTo>
                  <a:cubicBezTo>
                    <a:pt x="10933" y="8223"/>
                    <a:pt x="11374" y="8002"/>
                    <a:pt x="11657" y="7624"/>
                  </a:cubicBezTo>
                  <a:close/>
                  <a:moveTo>
                    <a:pt x="6333" y="4127"/>
                  </a:moveTo>
                  <a:cubicBezTo>
                    <a:pt x="6490" y="4442"/>
                    <a:pt x="6679" y="4726"/>
                    <a:pt x="6963" y="5009"/>
                  </a:cubicBezTo>
                  <a:cubicBezTo>
                    <a:pt x="7593" y="5640"/>
                    <a:pt x="8475" y="5986"/>
                    <a:pt x="9357" y="5986"/>
                  </a:cubicBezTo>
                  <a:lnTo>
                    <a:pt x="9735" y="5986"/>
                  </a:lnTo>
                  <a:lnTo>
                    <a:pt x="9735" y="8570"/>
                  </a:lnTo>
                  <a:cubicBezTo>
                    <a:pt x="9735" y="10428"/>
                    <a:pt x="8192" y="11972"/>
                    <a:pt x="6333" y="11972"/>
                  </a:cubicBezTo>
                  <a:cubicBezTo>
                    <a:pt x="4474" y="11972"/>
                    <a:pt x="2962" y="10428"/>
                    <a:pt x="2962" y="8570"/>
                  </a:cubicBezTo>
                  <a:lnTo>
                    <a:pt x="2962" y="5986"/>
                  </a:lnTo>
                  <a:lnTo>
                    <a:pt x="3308" y="5986"/>
                  </a:lnTo>
                  <a:cubicBezTo>
                    <a:pt x="4222" y="5986"/>
                    <a:pt x="5041" y="5640"/>
                    <a:pt x="5703" y="5009"/>
                  </a:cubicBezTo>
                  <a:cubicBezTo>
                    <a:pt x="5955" y="4757"/>
                    <a:pt x="6175" y="4442"/>
                    <a:pt x="6333" y="4127"/>
                  </a:cubicBezTo>
                  <a:close/>
                  <a:moveTo>
                    <a:pt x="2962" y="0"/>
                  </a:moveTo>
                  <a:cubicBezTo>
                    <a:pt x="1733" y="0"/>
                    <a:pt x="693" y="977"/>
                    <a:pt x="693" y="2237"/>
                  </a:cubicBezTo>
                  <a:cubicBezTo>
                    <a:pt x="693" y="3277"/>
                    <a:pt x="1418" y="4159"/>
                    <a:pt x="2395" y="4411"/>
                  </a:cubicBezTo>
                  <a:cubicBezTo>
                    <a:pt x="2332" y="4694"/>
                    <a:pt x="2237" y="4946"/>
                    <a:pt x="2237" y="5230"/>
                  </a:cubicBezTo>
                  <a:cubicBezTo>
                    <a:pt x="1355" y="5230"/>
                    <a:pt x="630" y="6018"/>
                    <a:pt x="756" y="6931"/>
                  </a:cubicBezTo>
                  <a:cubicBezTo>
                    <a:pt x="284" y="7215"/>
                    <a:pt x="0" y="7687"/>
                    <a:pt x="0" y="8223"/>
                  </a:cubicBezTo>
                  <a:cubicBezTo>
                    <a:pt x="0" y="9042"/>
                    <a:pt x="662" y="9735"/>
                    <a:pt x="1513" y="9735"/>
                  </a:cubicBezTo>
                  <a:cubicBezTo>
                    <a:pt x="1828" y="9735"/>
                    <a:pt x="2080" y="9641"/>
                    <a:pt x="2332" y="9452"/>
                  </a:cubicBezTo>
                  <a:cubicBezTo>
                    <a:pt x="2710" y="11310"/>
                    <a:pt x="4379" y="12728"/>
                    <a:pt x="6396" y="12728"/>
                  </a:cubicBezTo>
                  <a:cubicBezTo>
                    <a:pt x="8381" y="12728"/>
                    <a:pt x="10050" y="11310"/>
                    <a:pt x="10428" y="9452"/>
                  </a:cubicBezTo>
                  <a:cubicBezTo>
                    <a:pt x="10680" y="9609"/>
                    <a:pt x="10964" y="9735"/>
                    <a:pt x="11279" y="9735"/>
                  </a:cubicBezTo>
                  <a:cubicBezTo>
                    <a:pt x="12098" y="9735"/>
                    <a:pt x="12760" y="9042"/>
                    <a:pt x="12760" y="8223"/>
                  </a:cubicBezTo>
                  <a:cubicBezTo>
                    <a:pt x="12728" y="7687"/>
                    <a:pt x="12413" y="7152"/>
                    <a:pt x="11941" y="6931"/>
                  </a:cubicBezTo>
                  <a:cubicBezTo>
                    <a:pt x="12035" y="6018"/>
                    <a:pt x="11342" y="5230"/>
                    <a:pt x="10428" y="5230"/>
                  </a:cubicBezTo>
                  <a:cubicBezTo>
                    <a:pt x="10397" y="4946"/>
                    <a:pt x="10365" y="4694"/>
                    <a:pt x="10271" y="4411"/>
                  </a:cubicBezTo>
                  <a:cubicBezTo>
                    <a:pt x="11248" y="4159"/>
                    <a:pt x="11972" y="3277"/>
                    <a:pt x="11972" y="2237"/>
                  </a:cubicBezTo>
                  <a:cubicBezTo>
                    <a:pt x="11972" y="1008"/>
                    <a:pt x="10996" y="0"/>
                    <a:pt x="9735" y="0"/>
                  </a:cubicBezTo>
                  <a:cubicBezTo>
                    <a:pt x="8664" y="0"/>
                    <a:pt x="7814" y="693"/>
                    <a:pt x="7530" y="1638"/>
                  </a:cubicBezTo>
                  <a:cubicBezTo>
                    <a:pt x="7120" y="1544"/>
                    <a:pt x="6742" y="1481"/>
                    <a:pt x="6333" y="1481"/>
                  </a:cubicBezTo>
                  <a:cubicBezTo>
                    <a:pt x="5955" y="1481"/>
                    <a:pt x="5514" y="1575"/>
                    <a:pt x="5167" y="1638"/>
                  </a:cubicBezTo>
                  <a:cubicBezTo>
                    <a:pt x="4915" y="693"/>
                    <a:pt x="4033" y="0"/>
                    <a:pt x="29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016" name="Google Shape;15016;p84"/>
          <p:cNvGrpSpPr/>
          <p:nvPr/>
        </p:nvGrpSpPr>
        <p:grpSpPr>
          <a:xfrm>
            <a:off x="5753801" y="2684124"/>
            <a:ext cx="361998" cy="361090"/>
            <a:chOff x="-54081175" y="1903275"/>
            <a:chExt cx="319025" cy="318225"/>
          </a:xfrm>
        </p:grpSpPr>
        <p:sp>
          <p:nvSpPr>
            <p:cNvPr id="15017" name="Google Shape;15017;p84"/>
            <p:cNvSpPr/>
            <p:nvPr/>
          </p:nvSpPr>
          <p:spPr>
            <a:xfrm>
              <a:off x="-53959075" y="2135825"/>
              <a:ext cx="72475" cy="28975"/>
            </a:xfrm>
            <a:custGeom>
              <a:avLst/>
              <a:gdLst/>
              <a:ahLst/>
              <a:cxnLst/>
              <a:rect l="l" t="t" r="r" b="b"/>
              <a:pathLst>
                <a:path w="2899" h="1159" extrusionOk="0">
                  <a:moveTo>
                    <a:pt x="386" y="1"/>
                  </a:moveTo>
                  <a:cubicBezTo>
                    <a:pt x="292" y="1"/>
                    <a:pt x="205"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018" name="Google Shape;15018;p84"/>
            <p:cNvSpPr/>
            <p:nvPr/>
          </p:nvSpPr>
          <p:spPr>
            <a:xfrm>
              <a:off x="-54081175" y="1903275"/>
              <a:ext cx="319025" cy="318225"/>
            </a:xfrm>
            <a:custGeom>
              <a:avLst/>
              <a:gdLst/>
              <a:ahLst/>
              <a:cxnLst/>
              <a:rect l="l" t="t" r="r" b="b"/>
              <a:pathLst>
                <a:path w="12761" h="12729" extrusionOk="0">
                  <a:moveTo>
                    <a:pt x="6365" y="757"/>
                  </a:moveTo>
                  <a:cubicBezTo>
                    <a:pt x="7594" y="757"/>
                    <a:pt x="8728" y="1324"/>
                    <a:pt x="9515" y="2238"/>
                  </a:cubicBezTo>
                  <a:lnTo>
                    <a:pt x="8570" y="2238"/>
                  </a:lnTo>
                  <a:cubicBezTo>
                    <a:pt x="7436" y="2238"/>
                    <a:pt x="6396" y="1702"/>
                    <a:pt x="5829" y="789"/>
                  </a:cubicBezTo>
                  <a:cubicBezTo>
                    <a:pt x="5987" y="757"/>
                    <a:pt x="6176" y="757"/>
                    <a:pt x="6365" y="757"/>
                  </a:cubicBezTo>
                  <a:close/>
                  <a:moveTo>
                    <a:pt x="5042" y="946"/>
                  </a:moveTo>
                  <a:cubicBezTo>
                    <a:pt x="5357" y="1482"/>
                    <a:pt x="5829" y="1954"/>
                    <a:pt x="6365" y="2332"/>
                  </a:cubicBezTo>
                  <a:cubicBezTo>
                    <a:pt x="7027" y="2742"/>
                    <a:pt x="7783" y="2962"/>
                    <a:pt x="8570" y="2962"/>
                  </a:cubicBezTo>
                  <a:lnTo>
                    <a:pt x="9988" y="2962"/>
                  </a:lnTo>
                  <a:cubicBezTo>
                    <a:pt x="10272" y="3498"/>
                    <a:pt x="10461" y="4160"/>
                    <a:pt x="10461" y="4853"/>
                  </a:cubicBezTo>
                  <a:lnTo>
                    <a:pt x="10461" y="5199"/>
                  </a:lnTo>
                  <a:lnTo>
                    <a:pt x="10429" y="5199"/>
                  </a:lnTo>
                  <a:cubicBezTo>
                    <a:pt x="10272" y="4380"/>
                    <a:pt x="9484" y="3687"/>
                    <a:pt x="8570" y="3687"/>
                  </a:cubicBezTo>
                  <a:cubicBezTo>
                    <a:pt x="7657" y="3687"/>
                    <a:pt x="6932" y="4317"/>
                    <a:pt x="6775" y="5199"/>
                  </a:cubicBezTo>
                  <a:lnTo>
                    <a:pt x="5924" y="5199"/>
                  </a:lnTo>
                  <a:cubicBezTo>
                    <a:pt x="5766" y="4317"/>
                    <a:pt x="4979" y="3687"/>
                    <a:pt x="4128" y="3687"/>
                  </a:cubicBezTo>
                  <a:cubicBezTo>
                    <a:pt x="3214" y="3687"/>
                    <a:pt x="2427" y="4380"/>
                    <a:pt x="2269" y="5199"/>
                  </a:cubicBezTo>
                  <a:lnTo>
                    <a:pt x="2238" y="5199"/>
                  </a:lnTo>
                  <a:lnTo>
                    <a:pt x="2238" y="4853"/>
                  </a:lnTo>
                  <a:cubicBezTo>
                    <a:pt x="2206" y="3025"/>
                    <a:pt x="3372" y="1482"/>
                    <a:pt x="5042" y="946"/>
                  </a:cubicBezTo>
                  <a:close/>
                  <a:moveTo>
                    <a:pt x="1450" y="5231"/>
                  </a:moveTo>
                  <a:lnTo>
                    <a:pt x="1450" y="6711"/>
                  </a:lnTo>
                  <a:cubicBezTo>
                    <a:pt x="1431" y="6713"/>
                    <a:pt x="1413" y="6714"/>
                    <a:pt x="1394" y="6714"/>
                  </a:cubicBezTo>
                  <a:cubicBezTo>
                    <a:pt x="1009" y="6714"/>
                    <a:pt x="694" y="6408"/>
                    <a:pt x="694" y="5987"/>
                  </a:cubicBezTo>
                  <a:cubicBezTo>
                    <a:pt x="694" y="5577"/>
                    <a:pt x="1009" y="5231"/>
                    <a:pt x="1450" y="5231"/>
                  </a:cubicBezTo>
                  <a:close/>
                  <a:moveTo>
                    <a:pt x="4097" y="4538"/>
                  </a:moveTo>
                  <a:cubicBezTo>
                    <a:pt x="4727" y="4538"/>
                    <a:pt x="5199" y="5042"/>
                    <a:pt x="5199" y="5640"/>
                  </a:cubicBezTo>
                  <a:cubicBezTo>
                    <a:pt x="5199" y="6270"/>
                    <a:pt x="4664" y="6743"/>
                    <a:pt x="4097" y="6743"/>
                  </a:cubicBezTo>
                  <a:cubicBezTo>
                    <a:pt x="3467" y="6743"/>
                    <a:pt x="2931" y="6207"/>
                    <a:pt x="2931" y="5640"/>
                  </a:cubicBezTo>
                  <a:cubicBezTo>
                    <a:pt x="2931" y="5042"/>
                    <a:pt x="3467" y="4538"/>
                    <a:pt x="4097" y="4538"/>
                  </a:cubicBezTo>
                  <a:close/>
                  <a:moveTo>
                    <a:pt x="8539" y="4538"/>
                  </a:moveTo>
                  <a:cubicBezTo>
                    <a:pt x="9169" y="4538"/>
                    <a:pt x="9673" y="5042"/>
                    <a:pt x="9673" y="5640"/>
                  </a:cubicBezTo>
                  <a:cubicBezTo>
                    <a:pt x="9673" y="6207"/>
                    <a:pt x="9169" y="6743"/>
                    <a:pt x="8539" y="6743"/>
                  </a:cubicBezTo>
                  <a:cubicBezTo>
                    <a:pt x="7940" y="6743"/>
                    <a:pt x="7436" y="6207"/>
                    <a:pt x="7436" y="5640"/>
                  </a:cubicBezTo>
                  <a:cubicBezTo>
                    <a:pt x="7436" y="5010"/>
                    <a:pt x="7940" y="4538"/>
                    <a:pt x="8539" y="4538"/>
                  </a:cubicBezTo>
                  <a:close/>
                  <a:moveTo>
                    <a:pt x="11217" y="5231"/>
                  </a:moveTo>
                  <a:cubicBezTo>
                    <a:pt x="11595" y="5231"/>
                    <a:pt x="11973" y="5577"/>
                    <a:pt x="11973" y="5987"/>
                  </a:cubicBezTo>
                  <a:cubicBezTo>
                    <a:pt x="11973" y="6428"/>
                    <a:pt x="11595" y="6743"/>
                    <a:pt x="11217" y="6743"/>
                  </a:cubicBezTo>
                  <a:lnTo>
                    <a:pt x="11217" y="5231"/>
                  </a:lnTo>
                  <a:close/>
                  <a:moveTo>
                    <a:pt x="10461" y="5987"/>
                  </a:moveTo>
                  <a:lnTo>
                    <a:pt x="10461" y="7877"/>
                  </a:lnTo>
                  <a:lnTo>
                    <a:pt x="10461" y="8224"/>
                  </a:lnTo>
                  <a:lnTo>
                    <a:pt x="8696" y="8224"/>
                  </a:lnTo>
                  <a:cubicBezTo>
                    <a:pt x="7972" y="7767"/>
                    <a:pt x="7153" y="7538"/>
                    <a:pt x="6337" y="7538"/>
                  </a:cubicBezTo>
                  <a:cubicBezTo>
                    <a:pt x="5522" y="7538"/>
                    <a:pt x="4711" y="7767"/>
                    <a:pt x="4002" y="8224"/>
                  </a:cubicBezTo>
                  <a:lnTo>
                    <a:pt x="2238" y="8224"/>
                  </a:lnTo>
                  <a:lnTo>
                    <a:pt x="2238" y="7877"/>
                  </a:lnTo>
                  <a:lnTo>
                    <a:pt x="2238" y="5987"/>
                  </a:lnTo>
                  <a:lnTo>
                    <a:pt x="2269" y="5987"/>
                  </a:lnTo>
                  <a:cubicBezTo>
                    <a:pt x="2427" y="6806"/>
                    <a:pt x="3214" y="7468"/>
                    <a:pt x="4128" y="7468"/>
                  </a:cubicBezTo>
                  <a:cubicBezTo>
                    <a:pt x="5042" y="7468"/>
                    <a:pt x="5766" y="6837"/>
                    <a:pt x="5955" y="5987"/>
                  </a:cubicBezTo>
                  <a:lnTo>
                    <a:pt x="6775" y="5987"/>
                  </a:lnTo>
                  <a:cubicBezTo>
                    <a:pt x="6932" y="6837"/>
                    <a:pt x="7720" y="7468"/>
                    <a:pt x="8570" y="7468"/>
                  </a:cubicBezTo>
                  <a:cubicBezTo>
                    <a:pt x="9106" y="7468"/>
                    <a:pt x="9578" y="7279"/>
                    <a:pt x="9925" y="6932"/>
                  </a:cubicBezTo>
                  <a:cubicBezTo>
                    <a:pt x="10209" y="6648"/>
                    <a:pt x="10366" y="6333"/>
                    <a:pt x="10429" y="5987"/>
                  </a:cubicBezTo>
                  <a:close/>
                  <a:moveTo>
                    <a:pt x="6318" y="8271"/>
                  </a:moveTo>
                  <a:cubicBezTo>
                    <a:pt x="7027" y="8271"/>
                    <a:pt x="7735" y="8476"/>
                    <a:pt x="8350" y="8885"/>
                  </a:cubicBezTo>
                  <a:cubicBezTo>
                    <a:pt x="8413" y="8948"/>
                    <a:pt x="8444" y="8980"/>
                    <a:pt x="8539" y="8980"/>
                  </a:cubicBezTo>
                  <a:lnTo>
                    <a:pt x="10272" y="8980"/>
                  </a:lnTo>
                  <a:cubicBezTo>
                    <a:pt x="9799" y="10713"/>
                    <a:pt x="8224" y="11973"/>
                    <a:pt x="6333" y="11973"/>
                  </a:cubicBezTo>
                  <a:cubicBezTo>
                    <a:pt x="4443" y="11973"/>
                    <a:pt x="2868" y="10713"/>
                    <a:pt x="2364" y="8980"/>
                  </a:cubicBezTo>
                  <a:lnTo>
                    <a:pt x="4097" y="8980"/>
                  </a:lnTo>
                  <a:cubicBezTo>
                    <a:pt x="4160" y="8980"/>
                    <a:pt x="4254" y="8948"/>
                    <a:pt x="4286" y="8885"/>
                  </a:cubicBezTo>
                  <a:cubicBezTo>
                    <a:pt x="4900" y="8476"/>
                    <a:pt x="5609" y="8271"/>
                    <a:pt x="6318" y="8271"/>
                  </a:cubicBezTo>
                  <a:close/>
                  <a:moveTo>
                    <a:pt x="6333" y="1"/>
                  </a:moveTo>
                  <a:cubicBezTo>
                    <a:pt x="3782" y="1"/>
                    <a:pt x="1639" y="1986"/>
                    <a:pt x="1482" y="4475"/>
                  </a:cubicBezTo>
                  <a:cubicBezTo>
                    <a:pt x="663" y="4475"/>
                    <a:pt x="1" y="5168"/>
                    <a:pt x="1" y="5987"/>
                  </a:cubicBezTo>
                  <a:cubicBezTo>
                    <a:pt x="1" y="6806"/>
                    <a:pt x="663" y="7468"/>
                    <a:pt x="1482" y="7468"/>
                  </a:cubicBezTo>
                  <a:lnTo>
                    <a:pt x="1482" y="7877"/>
                  </a:lnTo>
                  <a:cubicBezTo>
                    <a:pt x="1482" y="10555"/>
                    <a:pt x="3656" y="12729"/>
                    <a:pt x="6365" y="12729"/>
                  </a:cubicBezTo>
                  <a:cubicBezTo>
                    <a:pt x="9043" y="12729"/>
                    <a:pt x="11248" y="10555"/>
                    <a:pt x="11248" y="7877"/>
                  </a:cubicBezTo>
                  <a:lnTo>
                    <a:pt x="11248" y="7468"/>
                  </a:lnTo>
                  <a:cubicBezTo>
                    <a:pt x="12067" y="7468"/>
                    <a:pt x="12760" y="6806"/>
                    <a:pt x="12760" y="5987"/>
                  </a:cubicBezTo>
                  <a:cubicBezTo>
                    <a:pt x="12697" y="5168"/>
                    <a:pt x="12036" y="4475"/>
                    <a:pt x="11217" y="4475"/>
                  </a:cubicBezTo>
                  <a:cubicBezTo>
                    <a:pt x="11028" y="1954"/>
                    <a:pt x="8885"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019" name="Google Shape;15019;p84"/>
          <p:cNvGrpSpPr/>
          <p:nvPr/>
        </p:nvGrpSpPr>
        <p:grpSpPr>
          <a:xfrm>
            <a:off x="5776154" y="3137587"/>
            <a:ext cx="317290" cy="360211"/>
            <a:chOff x="-54063050" y="2296300"/>
            <a:chExt cx="279625" cy="317450"/>
          </a:xfrm>
        </p:grpSpPr>
        <p:sp>
          <p:nvSpPr>
            <p:cNvPr id="15020" name="Google Shape;15020;p84"/>
            <p:cNvSpPr/>
            <p:nvPr/>
          </p:nvSpPr>
          <p:spPr>
            <a:xfrm>
              <a:off x="-53959075" y="2527275"/>
              <a:ext cx="72475" cy="29750"/>
            </a:xfrm>
            <a:custGeom>
              <a:avLst/>
              <a:gdLst/>
              <a:ahLst/>
              <a:cxnLst/>
              <a:rect l="l" t="t" r="r" b="b"/>
              <a:pathLst>
                <a:path w="2899" h="1190" extrusionOk="0">
                  <a:moveTo>
                    <a:pt x="386" y="1"/>
                  </a:moveTo>
                  <a:cubicBezTo>
                    <a:pt x="292" y="1"/>
                    <a:pt x="205" y="40"/>
                    <a:pt x="158" y="119"/>
                  </a:cubicBezTo>
                  <a:cubicBezTo>
                    <a:pt x="0" y="276"/>
                    <a:pt x="0" y="528"/>
                    <a:pt x="158" y="623"/>
                  </a:cubicBezTo>
                  <a:cubicBezTo>
                    <a:pt x="504" y="1001"/>
                    <a:pt x="977" y="1190"/>
                    <a:pt x="1449" y="1190"/>
                  </a:cubicBezTo>
                  <a:cubicBezTo>
                    <a:pt x="1922" y="1190"/>
                    <a:pt x="2426" y="1001"/>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021" name="Google Shape;15021;p84"/>
            <p:cNvSpPr/>
            <p:nvPr/>
          </p:nvSpPr>
          <p:spPr>
            <a:xfrm>
              <a:off x="-53969325" y="2482975"/>
              <a:ext cx="18150" cy="17350"/>
            </a:xfrm>
            <a:custGeom>
              <a:avLst/>
              <a:gdLst/>
              <a:ahLst/>
              <a:cxnLst/>
              <a:rect l="l" t="t" r="r" b="b"/>
              <a:pathLst>
                <a:path w="726" h="694" extrusionOk="0">
                  <a:moveTo>
                    <a:pt x="347" y="0"/>
                  </a:moveTo>
                  <a:cubicBezTo>
                    <a:pt x="158" y="0"/>
                    <a:pt x="1" y="158"/>
                    <a:pt x="1" y="347"/>
                  </a:cubicBezTo>
                  <a:cubicBezTo>
                    <a:pt x="1" y="536"/>
                    <a:pt x="158" y="694"/>
                    <a:pt x="347" y="694"/>
                  </a:cubicBezTo>
                  <a:cubicBezTo>
                    <a:pt x="568" y="694"/>
                    <a:pt x="725" y="536"/>
                    <a:pt x="725" y="347"/>
                  </a:cubicBez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022" name="Google Shape;15022;p84"/>
            <p:cNvSpPr/>
            <p:nvPr/>
          </p:nvSpPr>
          <p:spPr>
            <a:xfrm>
              <a:off x="-53894500" y="2482975"/>
              <a:ext cx="18125" cy="17350"/>
            </a:xfrm>
            <a:custGeom>
              <a:avLst/>
              <a:gdLst/>
              <a:ahLst/>
              <a:cxnLst/>
              <a:rect l="l" t="t" r="r" b="b"/>
              <a:pathLst>
                <a:path w="725" h="694" extrusionOk="0">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023" name="Google Shape;15023;p84"/>
            <p:cNvSpPr/>
            <p:nvPr/>
          </p:nvSpPr>
          <p:spPr>
            <a:xfrm>
              <a:off x="-54063050" y="2296300"/>
              <a:ext cx="279625" cy="317450"/>
            </a:xfrm>
            <a:custGeom>
              <a:avLst/>
              <a:gdLst/>
              <a:ahLst/>
              <a:cxnLst/>
              <a:rect l="l" t="t" r="r" b="b"/>
              <a:pathLst>
                <a:path w="11185" h="12698" extrusionOk="0">
                  <a:moveTo>
                    <a:pt x="5640" y="694"/>
                  </a:moveTo>
                  <a:cubicBezTo>
                    <a:pt x="7026" y="694"/>
                    <a:pt x="8286" y="883"/>
                    <a:pt x="9232" y="1198"/>
                  </a:cubicBezTo>
                  <a:cubicBezTo>
                    <a:pt x="10177" y="1576"/>
                    <a:pt x="10523" y="1923"/>
                    <a:pt x="10523" y="2206"/>
                  </a:cubicBezTo>
                  <a:cubicBezTo>
                    <a:pt x="10523" y="2427"/>
                    <a:pt x="10114" y="2647"/>
                    <a:pt x="9358" y="2931"/>
                  </a:cubicBezTo>
                  <a:lnTo>
                    <a:pt x="2017" y="2931"/>
                  </a:lnTo>
                  <a:cubicBezTo>
                    <a:pt x="1198" y="2679"/>
                    <a:pt x="757" y="2427"/>
                    <a:pt x="757" y="2206"/>
                  </a:cubicBezTo>
                  <a:cubicBezTo>
                    <a:pt x="757" y="1954"/>
                    <a:pt x="1103" y="1576"/>
                    <a:pt x="2048" y="1198"/>
                  </a:cubicBezTo>
                  <a:cubicBezTo>
                    <a:pt x="2994" y="851"/>
                    <a:pt x="4254" y="694"/>
                    <a:pt x="5640" y="694"/>
                  </a:cubicBezTo>
                  <a:close/>
                  <a:moveTo>
                    <a:pt x="8948" y="3687"/>
                  </a:moveTo>
                  <a:lnTo>
                    <a:pt x="8948" y="4475"/>
                  </a:lnTo>
                  <a:lnTo>
                    <a:pt x="2206" y="4475"/>
                  </a:lnTo>
                  <a:lnTo>
                    <a:pt x="2206" y="3687"/>
                  </a:lnTo>
                  <a:close/>
                  <a:moveTo>
                    <a:pt x="8633" y="5231"/>
                  </a:moveTo>
                  <a:cubicBezTo>
                    <a:pt x="8192" y="5703"/>
                    <a:pt x="7562" y="5987"/>
                    <a:pt x="6932" y="5987"/>
                  </a:cubicBezTo>
                  <a:lnTo>
                    <a:pt x="4317" y="5987"/>
                  </a:lnTo>
                  <a:cubicBezTo>
                    <a:pt x="3624" y="5987"/>
                    <a:pt x="3057" y="5703"/>
                    <a:pt x="2615" y="5231"/>
                  </a:cubicBezTo>
                  <a:close/>
                  <a:moveTo>
                    <a:pt x="9704" y="6680"/>
                  </a:moveTo>
                  <a:cubicBezTo>
                    <a:pt x="10082" y="6680"/>
                    <a:pt x="10460" y="6995"/>
                    <a:pt x="10460" y="7436"/>
                  </a:cubicBezTo>
                  <a:cubicBezTo>
                    <a:pt x="10460" y="7877"/>
                    <a:pt x="10145" y="8192"/>
                    <a:pt x="9704" y="8192"/>
                  </a:cubicBezTo>
                  <a:lnTo>
                    <a:pt x="9704" y="6680"/>
                  </a:lnTo>
                  <a:close/>
                  <a:moveTo>
                    <a:pt x="1513" y="6711"/>
                  </a:moveTo>
                  <a:lnTo>
                    <a:pt x="1513" y="8224"/>
                  </a:lnTo>
                  <a:cubicBezTo>
                    <a:pt x="1072" y="8192"/>
                    <a:pt x="757" y="7877"/>
                    <a:pt x="757" y="7467"/>
                  </a:cubicBezTo>
                  <a:cubicBezTo>
                    <a:pt x="757" y="7089"/>
                    <a:pt x="1103" y="6711"/>
                    <a:pt x="1513" y="6711"/>
                  </a:cubicBezTo>
                  <a:close/>
                  <a:moveTo>
                    <a:pt x="8979" y="5924"/>
                  </a:moveTo>
                  <a:lnTo>
                    <a:pt x="8979" y="8570"/>
                  </a:lnTo>
                  <a:cubicBezTo>
                    <a:pt x="8948" y="10429"/>
                    <a:pt x="7467" y="11910"/>
                    <a:pt x="5608" y="11910"/>
                  </a:cubicBezTo>
                  <a:cubicBezTo>
                    <a:pt x="3750" y="11910"/>
                    <a:pt x="2269" y="10429"/>
                    <a:pt x="2269" y="8570"/>
                  </a:cubicBezTo>
                  <a:lnTo>
                    <a:pt x="2269" y="5924"/>
                  </a:lnTo>
                  <a:cubicBezTo>
                    <a:pt x="2805" y="6459"/>
                    <a:pt x="3561" y="6711"/>
                    <a:pt x="4317" y="6711"/>
                  </a:cubicBezTo>
                  <a:lnTo>
                    <a:pt x="6932" y="6711"/>
                  </a:lnTo>
                  <a:cubicBezTo>
                    <a:pt x="7688" y="6711"/>
                    <a:pt x="8444" y="6459"/>
                    <a:pt x="8979" y="5924"/>
                  </a:cubicBezTo>
                  <a:close/>
                  <a:moveTo>
                    <a:pt x="5608" y="1"/>
                  </a:moveTo>
                  <a:cubicBezTo>
                    <a:pt x="4191" y="1"/>
                    <a:pt x="2805" y="190"/>
                    <a:pt x="1796" y="536"/>
                  </a:cubicBezTo>
                  <a:cubicBezTo>
                    <a:pt x="316" y="1040"/>
                    <a:pt x="1" y="1734"/>
                    <a:pt x="1" y="2206"/>
                  </a:cubicBezTo>
                  <a:cubicBezTo>
                    <a:pt x="1" y="2931"/>
                    <a:pt x="788" y="3309"/>
                    <a:pt x="1513" y="3561"/>
                  </a:cubicBezTo>
                  <a:lnTo>
                    <a:pt x="1513" y="5955"/>
                  </a:lnTo>
                  <a:cubicBezTo>
                    <a:pt x="694" y="5955"/>
                    <a:pt x="1" y="6648"/>
                    <a:pt x="1" y="7467"/>
                  </a:cubicBezTo>
                  <a:cubicBezTo>
                    <a:pt x="1" y="8287"/>
                    <a:pt x="694" y="8980"/>
                    <a:pt x="1513" y="8980"/>
                  </a:cubicBezTo>
                  <a:cubicBezTo>
                    <a:pt x="1702" y="11059"/>
                    <a:pt x="3466" y="12697"/>
                    <a:pt x="5608" y="12697"/>
                  </a:cubicBezTo>
                  <a:cubicBezTo>
                    <a:pt x="7719" y="12697"/>
                    <a:pt x="9515" y="11059"/>
                    <a:pt x="9704" y="8980"/>
                  </a:cubicBezTo>
                  <a:cubicBezTo>
                    <a:pt x="10523" y="8980"/>
                    <a:pt x="11185" y="8287"/>
                    <a:pt x="11185" y="7467"/>
                  </a:cubicBezTo>
                  <a:cubicBezTo>
                    <a:pt x="11185" y="6648"/>
                    <a:pt x="10523" y="5955"/>
                    <a:pt x="9704" y="5955"/>
                  </a:cubicBezTo>
                  <a:lnTo>
                    <a:pt x="9704" y="3561"/>
                  </a:lnTo>
                  <a:cubicBezTo>
                    <a:pt x="10397" y="3309"/>
                    <a:pt x="11185" y="2931"/>
                    <a:pt x="11185" y="2206"/>
                  </a:cubicBezTo>
                  <a:cubicBezTo>
                    <a:pt x="11185" y="1734"/>
                    <a:pt x="10870" y="1040"/>
                    <a:pt x="9421" y="536"/>
                  </a:cubicBezTo>
                  <a:cubicBezTo>
                    <a:pt x="8412" y="190"/>
                    <a:pt x="7058" y="1"/>
                    <a:pt x="56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024" name="Google Shape;15024;p84"/>
          <p:cNvGrpSpPr/>
          <p:nvPr/>
        </p:nvGrpSpPr>
        <p:grpSpPr>
          <a:xfrm>
            <a:off x="5776154" y="3601649"/>
            <a:ext cx="317290" cy="361033"/>
            <a:chOff x="-54061475" y="2685450"/>
            <a:chExt cx="279625" cy="318175"/>
          </a:xfrm>
        </p:grpSpPr>
        <p:sp>
          <p:nvSpPr>
            <p:cNvPr id="15025" name="Google Shape;15025;p84"/>
            <p:cNvSpPr/>
            <p:nvPr/>
          </p:nvSpPr>
          <p:spPr>
            <a:xfrm>
              <a:off x="-53959075" y="2919525"/>
              <a:ext cx="72475" cy="28950"/>
            </a:xfrm>
            <a:custGeom>
              <a:avLst/>
              <a:gdLst/>
              <a:ahLst/>
              <a:cxnLst/>
              <a:rect l="l" t="t" r="r" b="b"/>
              <a:pathLst>
                <a:path w="2899" h="1158" extrusionOk="0">
                  <a:moveTo>
                    <a:pt x="386" y="0"/>
                  </a:moveTo>
                  <a:cubicBezTo>
                    <a:pt x="292" y="0"/>
                    <a:pt x="205" y="39"/>
                    <a:pt x="158" y="118"/>
                  </a:cubicBezTo>
                  <a:cubicBezTo>
                    <a:pt x="0" y="276"/>
                    <a:pt x="0" y="496"/>
                    <a:pt x="158" y="622"/>
                  </a:cubicBezTo>
                  <a:cubicBezTo>
                    <a:pt x="504" y="969"/>
                    <a:pt x="977" y="1158"/>
                    <a:pt x="1449" y="1158"/>
                  </a:cubicBezTo>
                  <a:cubicBezTo>
                    <a:pt x="1922" y="1158"/>
                    <a:pt x="2426" y="969"/>
                    <a:pt x="2741" y="622"/>
                  </a:cubicBezTo>
                  <a:cubicBezTo>
                    <a:pt x="2899" y="465"/>
                    <a:pt x="2899" y="213"/>
                    <a:pt x="2741" y="118"/>
                  </a:cubicBezTo>
                  <a:cubicBezTo>
                    <a:pt x="2678" y="39"/>
                    <a:pt x="2592" y="0"/>
                    <a:pt x="2501" y="0"/>
                  </a:cubicBezTo>
                  <a:cubicBezTo>
                    <a:pt x="2410" y="0"/>
                    <a:pt x="2316" y="39"/>
                    <a:pt x="2237" y="118"/>
                  </a:cubicBezTo>
                  <a:cubicBezTo>
                    <a:pt x="2048" y="307"/>
                    <a:pt x="1733" y="433"/>
                    <a:pt x="1449" y="433"/>
                  </a:cubicBezTo>
                  <a:cubicBezTo>
                    <a:pt x="1134" y="433"/>
                    <a:pt x="851" y="307"/>
                    <a:pt x="662" y="118"/>
                  </a:cubicBezTo>
                  <a:cubicBezTo>
                    <a:pt x="583" y="39"/>
                    <a:pt x="481" y="0"/>
                    <a:pt x="3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026" name="Google Shape;15026;p84"/>
            <p:cNvSpPr/>
            <p:nvPr/>
          </p:nvSpPr>
          <p:spPr>
            <a:xfrm>
              <a:off x="-53969325" y="2854725"/>
              <a:ext cx="18150" cy="18150"/>
            </a:xfrm>
            <a:custGeom>
              <a:avLst/>
              <a:gdLst/>
              <a:ahLst/>
              <a:cxnLst/>
              <a:rect l="l" t="t" r="r" b="b"/>
              <a:pathLst>
                <a:path w="726" h="726" extrusionOk="0">
                  <a:moveTo>
                    <a:pt x="347" y="1"/>
                  </a:moveTo>
                  <a:cubicBezTo>
                    <a:pt x="158" y="1"/>
                    <a:pt x="1" y="190"/>
                    <a:pt x="1" y="379"/>
                  </a:cubicBezTo>
                  <a:cubicBezTo>
                    <a:pt x="1" y="568"/>
                    <a:pt x="158" y="725"/>
                    <a:pt x="347" y="725"/>
                  </a:cubicBezTo>
                  <a:cubicBezTo>
                    <a:pt x="568" y="725"/>
                    <a:pt x="725" y="568"/>
                    <a:pt x="725" y="379"/>
                  </a:cubicBezTo>
                  <a:cubicBezTo>
                    <a:pt x="725" y="190"/>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027" name="Google Shape;15027;p84"/>
            <p:cNvSpPr/>
            <p:nvPr/>
          </p:nvSpPr>
          <p:spPr>
            <a:xfrm>
              <a:off x="-53894500" y="2854725"/>
              <a:ext cx="18125" cy="18150"/>
            </a:xfrm>
            <a:custGeom>
              <a:avLst/>
              <a:gdLst/>
              <a:ahLst/>
              <a:cxnLst/>
              <a:rect l="l" t="t" r="r" b="b"/>
              <a:pathLst>
                <a:path w="725" h="726" extrusionOk="0">
                  <a:moveTo>
                    <a:pt x="379" y="1"/>
                  </a:moveTo>
                  <a:cubicBezTo>
                    <a:pt x="158" y="1"/>
                    <a:pt x="1" y="190"/>
                    <a:pt x="1" y="379"/>
                  </a:cubicBezTo>
                  <a:cubicBezTo>
                    <a:pt x="1" y="568"/>
                    <a:pt x="158" y="725"/>
                    <a:pt x="379" y="725"/>
                  </a:cubicBezTo>
                  <a:cubicBezTo>
                    <a:pt x="568" y="725"/>
                    <a:pt x="725" y="568"/>
                    <a:pt x="725" y="379"/>
                  </a:cubicBezTo>
                  <a:cubicBezTo>
                    <a:pt x="725" y="190"/>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028" name="Google Shape;15028;p84"/>
            <p:cNvSpPr/>
            <p:nvPr/>
          </p:nvSpPr>
          <p:spPr>
            <a:xfrm>
              <a:off x="-54061475" y="2685450"/>
              <a:ext cx="279625" cy="318175"/>
            </a:xfrm>
            <a:custGeom>
              <a:avLst/>
              <a:gdLst/>
              <a:ahLst/>
              <a:cxnLst/>
              <a:rect l="l" t="t" r="r" b="b"/>
              <a:pathLst>
                <a:path w="11185" h="12727" extrusionOk="0">
                  <a:moveTo>
                    <a:pt x="4096" y="1699"/>
                  </a:moveTo>
                  <a:cubicBezTo>
                    <a:pt x="4348" y="1699"/>
                    <a:pt x="4537" y="1762"/>
                    <a:pt x="4726" y="1794"/>
                  </a:cubicBezTo>
                  <a:cubicBezTo>
                    <a:pt x="4254" y="2235"/>
                    <a:pt x="3970" y="2897"/>
                    <a:pt x="3844" y="3527"/>
                  </a:cubicBezTo>
                  <a:cubicBezTo>
                    <a:pt x="3813" y="3716"/>
                    <a:pt x="3970" y="3905"/>
                    <a:pt x="4159" y="3968"/>
                  </a:cubicBezTo>
                  <a:cubicBezTo>
                    <a:pt x="4178" y="3971"/>
                    <a:pt x="4197" y="3972"/>
                    <a:pt x="4216" y="3972"/>
                  </a:cubicBezTo>
                  <a:cubicBezTo>
                    <a:pt x="4411" y="3972"/>
                    <a:pt x="4572" y="3825"/>
                    <a:pt x="4600" y="3653"/>
                  </a:cubicBezTo>
                  <a:cubicBezTo>
                    <a:pt x="4695" y="3117"/>
                    <a:pt x="4915" y="2645"/>
                    <a:pt x="5199" y="2330"/>
                  </a:cubicBezTo>
                  <a:cubicBezTo>
                    <a:pt x="5335" y="2194"/>
                    <a:pt x="5588" y="1964"/>
                    <a:pt x="5877" y="1964"/>
                  </a:cubicBezTo>
                  <a:cubicBezTo>
                    <a:pt x="5923" y="1964"/>
                    <a:pt x="5970" y="1970"/>
                    <a:pt x="6018" y="1983"/>
                  </a:cubicBezTo>
                  <a:cubicBezTo>
                    <a:pt x="6365" y="2046"/>
                    <a:pt x="6585" y="2361"/>
                    <a:pt x="6648" y="2613"/>
                  </a:cubicBezTo>
                  <a:cubicBezTo>
                    <a:pt x="6806" y="2991"/>
                    <a:pt x="6900" y="3527"/>
                    <a:pt x="6774" y="4031"/>
                  </a:cubicBezTo>
                  <a:cubicBezTo>
                    <a:pt x="6743" y="4251"/>
                    <a:pt x="6900" y="4472"/>
                    <a:pt x="7121" y="4472"/>
                  </a:cubicBezTo>
                  <a:cubicBezTo>
                    <a:pt x="7310" y="4472"/>
                    <a:pt x="7467" y="4346"/>
                    <a:pt x="7467" y="4157"/>
                  </a:cubicBezTo>
                  <a:cubicBezTo>
                    <a:pt x="7593" y="3527"/>
                    <a:pt x="7562" y="2802"/>
                    <a:pt x="7247" y="2204"/>
                  </a:cubicBezTo>
                  <a:lnTo>
                    <a:pt x="7247" y="2204"/>
                  </a:lnTo>
                  <a:lnTo>
                    <a:pt x="7404" y="2267"/>
                  </a:lnTo>
                  <a:cubicBezTo>
                    <a:pt x="8822" y="2487"/>
                    <a:pt x="9767" y="3873"/>
                    <a:pt x="9515" y="5291"/>
                  </a:cubicBezTo>
                  <a:cubicBezTo>
                    <a:pt x="9486" y="5464"/>
                    <a:pt x="9326" y="5610"/>
                    <a:pt x="9130" y="5610"/>
                  </a:cubicBezTo>
                  <a:cubicBezTo>
                    <a:pt x="9112" y="5610"/>
                    <a:pt x="9093" y="5609"/>
                    <a:pt x="9074" y="5606"/>
                  </a:cubicBezTo>
                  <a:lnTo>
                    <a:pt x="1733" y="4314"/>
                  </a:lnTo>
                  <a:cubicBezTo>
                    <a:pt x="1639" y="4283"/>
                    <a:pt x="1481" y="4062"/>
                    <a:pt x="1513" y="3873"/>
                  </a:cubicBezTo>
                  <a:cubicBezTo>
                    <a:pt x="1765" y="2613"/>
                    <a:pt x="2868" y="1699"/>
                    <a:pt x="4096" y="1699"/>
                  </a:cubicBezTo>
                  <a:close/>
                  <a:moveTo>
                    <a:pt x="1450" y="6740"/>
                  </a:moveTo>
                  <a:lnTo>
                    <a:pt x="1450" y="8252"/>
                  </a:lnTo>
                  <a:cubicBezTo>
                    <a:pt x="1009" y="8252"/>
                    <a:pt x="694" y="7937"/>
                    <a:pt x="694" y="7496"/>
                  </a:cubicBezTo>
                  <a:cubicBezTo>
                    <a:pt x="694" y="7118"/>
                    <a:pt x="1040" y="6740"/>
                    <a:pt x="1450" y="6740"/>
                  </a:cubicBezTo>
                  <a:close/>
                  <a:moveTo>
                    <a:pt x="9641" y="6740"/>
                  </a:moveTo>
                  <a:cubicBezTo>
                    <a:pt x="10019" y="6740"/>
                    <a:pt x="10397" y="7118"/>
                    <a:pt x="10397" y="7496"/>
                  </a:cubicBezTo>
                  <a:cubicBezTo>
                    <a:pt x="10397" y="7937"/>
                    <a:pt x="10082" y="8252"/>
                    <a:pt x="9641" y="8252"/>
                  </a:cubicBezTo>
                  <a:lnTo>
                    <a:pt x="9641" y="6740"/>
                  </a:lnTo>
                  <a:close/>
                  <a:moveTo>
                    <a:pt x="2206" y="5102"/>
                  </a:moveTo>
                  <a:lnTo>
                    <a:pt x="8916" y="6268"/>
                  </a:lnTo>
                  <a:lnTo>
                    <a:pt x="8916" y="8599"/>
                  </a:lnTo>
                  <a:cubicBezTo>
                    <a:pt x="8885" y="10489"/>
                    <a:pt x="7404" y="12033"/>
                    <a:pt x="5545" y="12033"/>
                  </a:cubicBezTo>
                  <a:cubicBezTo>
                    <a:pt x="3687" y="12033"/>
                    <a:pt x="2206" y="10489"/>
                    <a:pt x="2206" y="8599"/>
                  </a:cubicBezTo>
                  <a:lnTo>
                    <a:pt x="2206" y="5102"/>
                  </a:lnTo>
                  <a:close/>
                  <a:moveTo>
                    <a:pt x="7575" y="1"/>
                  </a:moveTo>
                  <a:cubicBezTo>
                    <a:pt x="6800" y="1"/>
                    <a:pt x="6137" y="473"/>
                    <a:pt x="5861" y="1164"/>
                  </a:cubicBezTo>
                  <a:lnTo>
                    <a:pt x="4726" y="975"/>
                  </a:lnTo>
                  <a:cubicBezTo>
                    <a:pt x="4530" y="941"/>
                    <a:pt x="4334" y="925"/>
                    <a:pt x="4141" y="925"/>
                  </a:cubicBezTo>
                  <a:cubicBezTo>
                    <a:pt x="2536" y="925"/>
                    <a:pt x="1101" y="2053"/>
                    <a:pt x="820" y="3684"/>
                  </a:cubicBezTo>
                  <a:cubicBezTo>
                    <a:pt x="757" y="4188"/>
                    <a:pt x="1009" y="4692"/>
                    <a:pt x="1481" y="4913"/>
                  </a:cubicBezTo>
                  <a:lnTo>
                    <a:pt x="1481" y="5953"/>
                  </a:lnTo>
                  <a:cubicBezTo>
                    <a:pt x="662" y="5953"/>
                    <a:pt x="1" y="6614"/>
                    <a:pt x="1" y="7465"/>
                  </a:cubicBezTo>
                  <a:cubicBezTo>
                    <a:pt x="1" y="8284"/>
                    <a:pt x="662" y="8946"/>
                    <a:pt x="1481" y="8946"/>
                  </a:cubicBezTo>
                  <a:cubicBezTo>
                    <a:pt x="1702" y="11056"/>
                    <a:pt x="3403" y="12726"/>
                    <a:pt x="5577" y="12726"/>
                  </a:cubicBezTo>
                  <a:cubicBezTo>
                    <a:pt x="7751" y="12726"/>
                    <a:pt x="9484" y="11056"/>
                    <a:pt x="9673" y="8946"/>
                  </a:cubicBezTo>
                  <a:cubicBezTo>
                    <a:pt x="10492" y="8946"/>
                    <a:pt x="11185" y="8284"/>
                    <a:pt x="11185" y="7465"/>
                  </a:cubicBezTo>
                  <a:cubicBezTo>
                    <a:pt x="11122" y="6803"/>
                    <a:pt x="10649" y="6205"/>
                    <a:pt x="9988" y="6047"/>
                  </a:cubicBezTo>
                  <a:cubicBezTo>
                    <a:pt x="10177" y="5890"/>
                    <a:pt x="10303" y="5638"/>
                    <a:pt x="10334" y="5417"/>
                  </a:cubicBezTo>
                  <a:cubicBezTo>
                    <a:pt x="10649" y="3590"/>
                    <a:pt x="9452" y="1825"/>
                    <a:pt x="7625" y="1510"/>
                  </a:cubicBezTo>
                  <a:lnTo>
                    <a:pt x="6617" y="1321"/>
                  </a:lnTo>
                  <a:cubicBezTo>
                    <a:pt x="6812" y="958"/>
                    <a:pt x="7206" y="744"/>
                    <a:pt x="7622" y="744"/>
                  </a:cubicBezTo>
                  <a:cubicBezTo>
                    <a:pt x="7675" y="744"/>
                    <a:pt x="7729" y="747"/>
                    <a:pt x="7782" y="754"/>
                  </a:cubicBezTo>
                  <a:cubicBezTo>
                    <a:pt x="7811" y="764"/>
                    <a:pt x="7840" y="768"/>
                    <a:pt x="7869" y="768"/>
                  </a:cubicBezTo>
                  <a:cubicBezTo>
                    <a:pt x="8034" y="768"/>
                    <a:pt x="8197" y="627"/>
                    <a:pt x="8223" y="439"/>
                  </a:cubicBezTo>
                  <a:cubicBezTo>
                    <a:pt x="8255" y="250"/>
                    <a:pt x="8097" y="61"/>
                    <a:pt x="7908" y="30"/>
                  </a:cubicBezTo>
                  <a:cubicBezTo>
                    <a:pt x="7796" y="10"/>
                    <a:pt x="7684" y="1"/>
                    <a:pt x="75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029" name="Google Shape;15029;p84"/>
          <p:cNvGrpSpPr/>
          <p:nvPr/>
        </p:nvGrpSpPr>
        <p:grpSpPr>
          <a:xfrm>
            <a:off x="8029690" y="2693967"/>
            <a:ext cx="275278" cy="361969"/>
            <a:chOff x="-52074300" y="1911950"/>
            <a:chExt cx="242600" cy="319000"/>
          </a:xfrm>
        </p:grpSpPr>
        <p:sp>
          <p:nvSpPr>
            <p:cNvPr id="15030" name="Google Shape;15030;p84"/>
            <p:cNvSpPr/>
            <p:nvPr/>
          </p:nvSpPr>
          <p:spPr>
            <a:xfrm>
              <a:off x="-51989225" y="2125600"/>
              <a:ext cx="72475" cy="29750"/>
            </a:xfrm>
            <a:custGeom>
              <a:avLst/>
              <a:gdLst/>
              <a:ahLst/>
              <a:cxnLst/>
              <a:rect l="l" t="t" r="r" b="b"/>
              <a:pathLst>
                <a:path w="2899" h="1190" extrusionOk="0">
                  <a:moveTo>
                    <a:pt x="398" y="0"/>
                  </a:moveTo>
                  <a:cubicBezTo>
                    <a:pt x="307" y="0"/>
                    <a:pt x="221" y="40"/>
                    <a:pt x="158" y="118"/>
                  </a:cubicBezTo>
                  <a:cubicBezTo>
                    <a:pt x="0" y="276"/>
                    <a:pt x="0" y="528"/>
                    <a:pt x="158" y="622"/>
                  </a:cubicBezTo>
                  <a:cubicBezTo>
                    <a:pt x="504" y="1000"/>
                    <a:pt x="977" y="1189"/>
                    <a:pt x="1449" y="1189"/>
                  </a:cubicBezTo>
                  <a:cubicBezTo>
                    <a:pt x="1922" y="1189"/>
                    <a:pt x="2426" y="1000"/>
                    <a:pt x="2741" y="622"/>
                  </a:cubicBezTo>
                  <a:cubicBezTo>
                    <a:pt x="2899" y="465"/>
                    <a:pt x="2899" y="244"/>
                    <a:pt x="2741" y="118"/>
                  </a:cubicBezTo>
                  <a:cubicBezTo>
                    <a:pt x="2662" y="40"/>
                    <a:pt x="2568" y="0"/>
                    <a:pt x="2477" y="0"/>
                  </a:cubicBezTo>
                  <a:cubicBezTo>
                    <a:pt x="2387" y="0"/>
                    <a:pt x="2300" y="40"/>
                    <a:pt x="2237" y="118"/>
                  </a:cubicBezTo>
                  <a:cubicBezTo>
                    <a:pt x="2048" y="307"/>
                    <a:pt x="1733" y="433"/>
                    <a:pt x="1449" y="433"/>
                  </a:cubicBezTo>
                  <a:cubicBezTo>
                    <a:pt x="1134" y="433"/>
                    <a:pt x="851" y="307"/>
                    <a:pt x="662" y="118"/>
                  </a:cubicBezTo>
                  <a:cubicBezTo>
                    <a:pt x="583" y="40"/>
                    <a:pt x="488"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031" name="Google Shape;15031;p84"/>
            <p:cNvSpPr/>
            <p:nvPr/>
          </p:nvSpPr>
          <p:spPr>
            <a:xfrm>
              <a:off x="-51998675" y="2062375"/>
              <a:ext cx="17325" cy="18150"/>
            </a:xfrm>
            <a:custGeom>
              <a:avLst/>
              <a:gdLst/>
              <a:ahLst/>
              <a:cxnLst/>
              <a:rect l="l" t="t" r="r" b="b"/>
              <a:pathLst>
                <a:path w="693" h="726" extrusionOk="0">
                  <a:moveTo>
                    <a:pt x="347" y="1"/>
                  </a:moveTo>
                  <a:cubicBezTo>
                    <a:pt x="158" y="1"/>
                    <a:pt x="0" y="158"/>
                    <a:pt x="0" y="347"/>
                  </a:cubicBezTo>
                  <a:cubicBezTo>
                    <a:pt x="0" y="568"/>
                    <a:pt x="158" y="726"/>
                    <a:pt x="347" y="726"/>
                  </a:cubicBezTo>
                  <a:cubicBezTo>
                    <a:pt x="536" y="726"/>
                    <a:pt x="693" y="568"/>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032" name="Google Shape;15032;p84"/>
            <p:cNvSpPr/>
            <p:nvPr/>
          </p:nvSpPr>
          <p:spPr>
            <a:xfrm>
              <a:off x="-51925450" y="2062375"/>
              <a:ext cx="18150" cy="18150"/>
            </a:xfrm>
            <a:custGeom>
              <a:avLst/>
              <a:gdLst/>
              <a:ahLst/>
              <a:cxnLst/>
              <a:rect l="l" t="t" r="r" b="b"/>
              <a:pathLst>
                <a:path w="726" h="726" extrusionOk="0">
                  <a:moveTo>
                    <a:pt x="379" y="1"/>
                  </a:moveTo>
                  <a:cubicBezTo>
                    <a:pt x="158" y="1"/>
                    <a:pt x="1" y="158"/>
                    <a:pt x="1" y="347"/>
                  </a:cubicBezTo>
                  <a:cubicBezTo>
                    <a:pt x="1" y="568"/>
                    <a:pt x="158" y="726"/>
                    <a:pt x="379" y="726"/>
                  </a:cubicBezTo>
                  <a:cubicBezTo>
                    <a:pt x="568" y="726"/>
                    <a:pt x="726" y="568"/>
                    <a:pt x="726" y="347"/>
                  </a:cubicBezTo>
                  <a:cubicBezTo>
                    <a:pt x="726"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033" name="Google Shape;15033;p84"/>
            <p:cNvSpPr/>
            <p:nvPr/>
          </p:nvSpPr>
          <p:spPr>
            <a:xfrm>
              <a:off x="-52074300" y="1911950"/>
              <a:ext cx="242600" cy="319000"/>
            </a:xfrm>
            <a:custGeom>
              <a:avLst/>
              <a:gdLst/>
              <a:ahLst/>
              <a:cxnLst/>
              <a:rect l="l" t="t" r="r" b="b"/>
              <a:pathLst>
                <a:path w="9704" h="12760" extrusionOk="0">
                  <a:moveTo>
                    <a:pt x="6743" y="694"/>
                  </a:moveTo>
                  <a:cubicBezTo>
                    <a:pt x="7940" y="757"/>
                    <a:pt x="8948" y="1733"/>
                    <a:pt x="8948" y="2993"/>
                  </a:cubicBezTo>
                  <a:lnTo>
                    <a:pt x="8948" y="5293"/>
                  </a:lnTo>
                  <a:lnTo>
                    <a:pt x="8601" y="5293"/>
                  </a:lnTo>
                  <a:cubicBezTo>
                    <a:pt x="6743" y="5293"/>
                    <a:pt x="5262" y="3750"/>
                    <a:pt x="5262" y="1859"/>
                  </a:cubicBezTo>
                  <a:lnTo>
                    <a:pt x="5262" y="1292"/>
                  </a:lnTo>
                  <a:cubicBezTo>
                    <a:pt x="5640" y="946"/>
                    <a:pt x="6207" y="694"/>
                    <a:pt x="6743" y="694"/>
                  </a:cubicBezTo>
                  <a:close/>
                  <a:moveTo>
                    <a:pt x="2962" y="757"/>
                  </a:moveTo>
                  <a:cubicBezTo>
                    <a:pt x="3529" y="757"/>
                    <a:pt x="4033" y="946"/>
                    <a:pt x="4474" y="1355"/>
                  </a:cubicBezTo>
                  <a:lnTo>
                    <a:pt x="4474" y="1891"/>
                  </a:lnTo>
                  <a:cubicBezTo>
                    <a:pt x="4474" y="3781"/>
                    <a:pt x="2962" y="5325"/>
                    <a:pt x="1103" y="5325"/>
                  </a:cubicBezTo>
                  <a:lnTo>
                    <a:pt x="757" y="5325"/>
                  </a:lnTo>
                  <a:lnTo>
                    <a:pt x="757" y="3025"/>
                  </a:lnTo>
                  <a:cubicBezTo>
                    <a:pt x="725" y="1733"/>
                    <a:pt x="1733" y="757"/>
                    <a:pt x="2962" y="757"/>
                  </a:cubicBezTo>
                  <a:close/>
                  <a:moveTo>
                    <a:pt x="1103" y="6018"/>
                  </a:moveTo>
                  <a:cubicBezTo>
                    <a:pt x="1324" y="6018"/>
                    <a:pt x="1481" y="6175"/>
                    <a:pt x="1481" y="6396"/>
                  </a:cubicBezTo>
                  <a:cubicBezTo>
                    <a:pt x="1481" y="6585"/>
                    <a:pt x="1324" y="6743"/>
                    <a:pt x="1103" y="6743"/>
                  </a:cubicBezTo>
                  <a:cubicBezTo>
                    <a:pt x="914" y="6743"/>
                    <a:pt x="757" y="6585"/>
                    <a:pt x="757" y="6396"/>
                  </a:cubicBezTo>
                  <a:cubicBezTo>
                    <a:pt x="757" y="6175"/>
                    <a:pt x="914" y="6018"/>
                    <a:pt x="1103" y="6018"/>
                  </a:cubicBezTo>
                  <a:close/>
                  <a:moveTo>
                    <a:pt x="8570" y="6018"/>
                  </a:moveTo>
                  <a:cubicBezTo>
                    <a:pt x="8759" y="6018"/>
                    <a:pt x="8916" y="6175"/>
                    <a:pt x="8916" y="6396"/>
                  </a:cubicBezTo>
                  <a:cubicBezTo>
                    <a:pt x="8916" y="6585"/>
                    <a:pt x="8759" y="6743"/>
                    <a:pt x="8570" y="6743"/>
                  </a:cubicBezTo>
                  <a:cubicBezTo>
                    <a:pt x="8349" y="6743"/>
                    <a:pt x="8192" y="6585"/>
                    <a:pt x="8192" y="6396"/>
                  </a:cubicBezTo>
                  <a:cubicBezTo>
                    <a:pt x="8192" y="6175"/>
                    <a:pt x="8349" y="6018"/>
                    <a:pt x="8570" y="6018"/>
                  </a:cubicBezTo>
                  <a:close/>
                  <a:moveTo>
                    <a:pt x="1072" y="7530"/>
                  </a:moveTo>
                  <a:cubicBezTo>
                    <a:pt x="1261" y="7530"/>
                    <a:pt x="1418" y="7688"/>
                    <a:pt x="1418" y="7877"/>
                  </a:cubicBezTo>
                  <a:cubicBezTo>
                    <a:pt x="1418" y="8066"/>
                    <a:pt x="1261" y="8223"/>
                    <a:pt x="1072" y="8223"/>
                  </a:cubicBezTo>
                  <a:cubicBezTo>
                    <a:pt x="914" y="8223"/>
                    <a:pt x="725" y="8066"/>
                    <a:pt x="725" y="7877"/>
                  </a:cubicBezTo>
                  <a:cubicBezTo>
                    <a:pt x="725" y="7688"/>
                    <a:pt x="883" y="7530"/>
                    <a:pt x="1072" y="7530"/>
                  </a:cubicBezTo>
                  <a:close/>
                  <a:moveTo>
                    <a:pt x="8601" y="7530"/>
                  </a:moveTo>
                  <a:cubicBezTo>
                    <a:pt x="8790" y="7530"/>
                    <a:pt x="8948" y="7688"/>
                    <a:pt x="8948" y="7877"/>
                  </a:cubicBezTo>
                  <a:cubicBezTo>
                    <a:pt x="8948" y="8066"/>
                    <a:pt x="8790" y="8223"/>
                    <a:pt x="8601" y="8223"/>
                  </a:cubicBezTo>
                  <a:cubicBezTo>
                    <a:pt x="8412" y="8223"/>
                    <a:pt x="8255" y="8066"/>
                    <a:pt x="8255" y="7877"/>
                  </a:cubicBezTo>
                  <a:cubicBezTo>
                    <a:pt x="8255" y="7688"/>
                    <a:pt x="8412" y="7530"/>
                    <a:pt x="8601" y="7530"/>
                  </a:cubicBezTo>
                  <a:close/>
                  <a:moveTo>
                    <a:pt x="1072" y="9011"/>
                  </a:moveTo>
                  <a:cubicBezTo>
                    <a:pt x="1261" y="9011"/>
                    <a:pt x="1418" y="9168"/>
                    <a:pt x="1418" y="9389"/>
                  </a:cubicBezTo>
                  <a:cubicBezTo>
                    <a:pt x="1418" y="9578"/>
                    <a:pt x="1261" y="9735"/>
                    <a:pt x="1072" y="9735"/>
                  </a:cubicBezTo>
                  <a:cubicBezTo>
                    <a:pt x="914" y="9735"/>
                    <a:pt x="725" y="9578"/>
                    <a:pt x="725" y="9389"/>
                  </a:cubicBezTo>
                  <a:cubicBezTo>
                    <a:pt x="725" y="9168"/>
                    <a:pt x="883" y="9011"/>
                    <a:pt x="1072" y="9011"/>
                  </a:cubicBezTo>
                  <a:close/>
                  <a:moveTo>
                    <a:pt x="8601" y="9011"/>
                  </a:moveTo>
                  <a:cubicBezTo>
                    <a:pt x="8790" y="9011"/>
                    <a:pt x="8948" y="9168"/>
                    <a:pt x="8948" y="9389"/>
                  </a:cubicBezTo>
                  <a:cubicBezTo>
                    <a:pt x="8948" y="9578"/>
                    <a:pt x="8790" y="9735"/>
                    <a:pt x="8601" y="9735"/>
                  </a:cubicBezTo>
                  <a:cubicBezTo>
                    <a:pt x="8412" y="9735"/>
                    <a:pt x="8255" y="9578"/>
                    <a:pt x="8255" y="9389"/>
                  </a:cubicBezTo>
                  <a:cubicBezTo>
                    <a:pt x="8255" y="9168"/>
                    <a:pt x="8412" y="9011"/>
                    <a:pt x="8601" y="9011"/>
                  </a:cubicBezTo>
                  <a:close/>
                  <a:moveTo>
                    <a:pt x="4852" y="3592"/>
                  </a:moveTo>
                  <a:cubicBezTo>
                    <a:pt x="5041" y="4002"/>
                    <a:pt x="5325" y="4411"/>
                    <a:pt x="5703" y="4758"/>
                  </a:cubicBezTo>
                  <a:cubicBezTo>
                    <a:pt x="6239" y="5325"/>
                    <a:pt x="6869" y="5671"/>
                    <a:pt x="7593" y="5860"/>
                  </a:cubicBezTo>
                  <a:cubicBezTo>
                    <a:pt x="7499" y="6018"/>
                    <a:pt x="7467" y="6175"/>
                    <a:pt x="7467" y="6364"/>
                  </a:cubicBezTo>
                  <a:cubicBezTo>
                    <a:pt x="7467" y="6648"/>
                    <a:pt x="7593" y="6932"/>
                    <a:pt x="7751" y="7121"/>
                  </a:cubicBezTo>
                  <a:cubicBezTo>
                    <a:pt x="7530" y="7341"/>
                    <a:pt x="7467" y="7593"/>
                    <a:pt x="7467" y="7877"/>
                  </a:cubicBezTo>
                  <a:cubicBezTo>
                    <a:pt x="7467" y="8160"/>
                    <a:pt x="7593" y="8444"/>
                    <a:pt x="7751" y="8633"/>
                  </a:cubicBezTo>
                  <a:cubicBezTo>
                    <a:pt x="7530" y="8822"/>
                    <a:pt x="7467" y="9105"/>
                    <a:pt x="7467" y="9389"/>
                  </a:cubicBezTo>
                  <a:cubicBezTo>
                    <a:pt x="7467" y="9546"/>
                    <a:pt x="7499" y="9704"/>
                    <a:pt x="7593" y="9861"/>
                  </a:cubicBezTo>
                  <a:cubicBezTo>
                    <a:pt x="6932" y="10712"/>
                    <a:pt x="5923" y="11216"/>
                    <a:pt x="4852" y="11216"/>
                  </a:cubicBezTo>
                  <a:cubicBezTo>
                    <a:pt x="3750" y="11216"/>
                    <a:pt x="2773" y="10712"/>
                    <a:pt x="2143" y="9861"/>
                  </a:cubicBezTo>
                  <a:cubicBezTo>
                    <a:pt x="2206" y="9704"/>
                    <a:pt x="2269" y="9515"/>
                    <a:pt x="2269" y="9389"/>
                  </a:cubicBezTo>
                  <a:cubicBezTo>
                    <a:pt x="2269" y="9105"/>
                    <a:pt x="2143" y="8822"/>
                    <a:pt x="1985" y="8633"/>
                  </a:cubicBezTo>
                  <a:cubicBezTo>
                    <a:pt x="2174" y="8444"/>
                    <a:pt x="2269" y="8160"/>
                    <a:pt x="2269" y="7877"/>
                  </a:cubicBezTo>
                  <a:cubicBezTo>
                    <a:pt x="2269" y="7593"/>
                    <a:pt x="2143" y="7341"/>
                    <a:pt x="1985" y="7121"/>
                  </a:cubicBezTo>
                  <a:cubicBezTo>
                    <a:pt x="2174" y="6932"/>
                    <a:pt x="2269" y="6648"/>
                    <a:pt x="2269" y="6364"/>
                  </a:cubicBezTo>
                  <a:cubicBezTo>
                    <a:pt x="2269" y="6175"/>
                    <a:pt x="2206" y="6018"/>
                    <a:pt x="2143" y="5860"/>
                  </a:cubicBezTo>
                  <a:cubicBezTo>
                    <a:pt x="2836" y="5671"/>
                    <a:pt x="3529" y="5325"/>
                    <a:pt x="4033" y="4758"/>
                  </a:cubicBezTo>
                  <a:cubicBezTo>
                    <a:pt x="4380" y="4411"/>
                    <a:pt x="4663" y="4002"/>
                    <a:pt x="4852" y="3592"/>
                  </a:cubicBezTo>
                  <a:close/>
                  <a:moveTo>
                    <a:pt x="1103" y="10523"/>
                  </a:moveTo>
                  <a:cubicBezTo>
                    <a:pt x="1324" y="10523"/>
                    <a:pt x="1481" y="10681"/>
                    <a:pt x="1481" y="10870"/>
                  </a:cubicBezTo>
                  <a:cubicBezTo>
                    <a:pt x="1481" y="10996"/>
                    <a:pt x="1481" y="10996"/>
                    <a:pt x="1103" y="11626"/>
                  </a:cubicBezTo>
                  <a:cubicBezTo>
                    <a:pt x="757" y="10996"/>
                    <a:pt x="757" y="10996"/>
                    <a:pt x="757" y="10870"/>
                  </a:cubicBezTo>
                  <a:cubicBezTo>
                    <a:pt x="757" y="10681"/>
                    <a:pt x="914" y="10523"/>
                    <a:pt x="1103" y="10523"/>
                  </a:cubicBezTo>
                  <a:close/>
                  <a:moveTo>
                    <a:pt x="8570" y="10523"/>
                  </a:moveTo>
                  <a:cubicBezTo>
                    <a:pt x="8759" y="10523"/>
                    <a:pt x="8916" y="10681"/>
                    <a:pt x="8916" y="10870"/>
                  </a:cubicBezTo>
                  <a:cubicBezTo>
                    <a:pt x="8948" y="10996"/>
                    <a:pt x="8916" y="10996"/>
                    <a:pt x="8570" y="11626"/>
                  </a:cubicBezTo>
                  <a:cubicBezTo>
                    <a:pt x="8192" y="10996"/>
                    <a:pt x="8192" y="10996"/>
                    <a:pt x="8192" y="10870"/>
                  </a:cubicBezTo>
                  <a:cubicBezTo>
                    <a:pt x="8192" y="10681"/>
                    <a:pt x="8349" y="10523"/>
                    <a:pt x="8570" y="10523"/>
                  </a:cubicBezTo>
                  <a:close/>
                  <a:moveTo>
                    <a:pt x="3025" y="0"/>
                  </a:moveTo>
                  <a:cubicBezTo>
                    <a:pt x="1355" y="0"/>
                    <a:pt x="1" y="1355"/>
                    <a:pt x="1" y="2993"/>
                  </a:cubicBezTo>
                  <a:lnTo>
                    <a:pt x="1" y="6427"/>
                  </a:lnTo>
                  <a:cubicBezTo>
                    <a:pt x="1" y="6711"/>
                    <a:pt x="127" y="6963"/>
                    <a:pt x="284" y="7184"/>
                  </a:cubicBezTo>
                  <a:cubicBezTo>
                    <a:pt x="95" y="7373"/>
                    <a:pt x="1" y="7656"/>
                    <a:pt x="1" y="7908"/>
                  </a:cubicBezTo>
                  <a:cubicBezTo>
                    <a:pt x="1" y="8192"/>
                    <a:pt x="127" y="8475"/>
                    <a:pt x="284" y="8664"/>
                  </a:cubicBezTo>
                  <a:cubicBezTo>
                    <a:pt x="95" y="8853"/>
                    <a:pt x="1" y="9137"/>
                    <a:pt x="1" y="9420"/>
                  </a:cubicBezTo>
                  <a:cubicBezTo>
                    <a:pt x="1" y="9704"/>
                    <a:pt x="127" y="9956"/>
                    <a:pt x="284" y="10177"/>
                  </a:cubicBezTo>
                  <a:cubicBezTo>
                    <a:pt x="95" y="10366"/>
                    <a:pt x="1" y="10649"/>
                    <a:pt x="1" y="10901"/>
                  </a:cubicBezTo>
                  <a:cubicBezTo>
                    <a:pt x="1" y="11122"/>
                    <a:pt x="64" y="11311"/>
                    <a:pt x="127" y="11374"/>
                  </a:cubicBezTo>
                  <a:lnTo>
                    <a:pt x="788" y="12571"/>
                  </a:lnTo>
                  <a:cubicBezTo>
                    <a:pt x="883" y="12697"/>
                    <a:pt x="1009" y="12760"/>
                    <a:pt x="1103" y="12760"/>
                  </a:cubicBezTo>
                  <a:cubicBezTo>
                    <a:pt x="1229" y="12760"/>
                    <a:pt x="1387" y="12697"/>
                    <a:pt x="1450" y="12571"/>
                  </a:cubicBezTo>
                  <a:lnTo>
                    <a:pt x="2111" y="11437"/>
                  </a:lnTo>
                  <a:lnTo>
                    <a:pt x="2237" y="11059"/>
                  </a:lnTo>
                  <a:cubicBezTo>
                    <a:pt x="2930" y="11657"/>
                    <a:pt x="3876" y="12004"/>
                    <a:pt x="4852" y="12004"/>
                  </a:cubicBezTo>
                  <a:cubicBezTo>
                    <a:pt x="5829" y="12004"/>
                    <a:pt x="6743" y="11657"/>
                    <a:pt x="7499" y="11059"/>
                  </a:cubicBezTo>
                  <a:cubicBezTo>
                    <a:pt x="7499" y="11153"/>
                    <a:pt x="7530" y="11279"/>
                    <a:pt x="7562" y="11342"/>
                  </a:cubicBezTo>
                  <a:cubicBezTo>
                    <a:pt x="7562" y="11374"/>
                    <a:pt x="7530" y="11279"/>
                    <a:pt x="8286" y="12571"/>
                  </a:cubicBezTo>
                  <a:cubicBezTo>
                    <a:pt x="8349" y="12665"/>
                    <a:pt x="8475" y="12760"/>
                    <a:pt x="8601" y="12760"/>
                  </a:cubicBezTo>
                  <a:cubicBezTo>
                    <a:pt x="8727" y="12760"/>
                    <a:pt x="8885" y="12665"/>
                    <a:pt x="8916" y="12571"/>
                  </a:cubicBezTo>
                  <a:lnTo>
                    <a:pt x="9578" y="11405"/>
                  </a:lnTo>
                  <a:cubicBezTo>
                    <a:pt x="9673" y="11248"/>
                    <a:pt x="9704" y="11059"/>
                    <a:pt x="9704" y="10901"/>
                  </a:cubicBezTo>
                  <a:cubicBezTo>
                    <a:pt x="9704" y="10618"/>
                    <a:pt x="9578" y="10366"/>
                    <a:pt x="9421" y="10145"/>
                  </a:cubicBezTo>
                  <a:cubicBezTo>
                    <a:pt x="9641" y="9956"/>
                    <a:pt x="9704" y="9672"/>
                    <a:pt x="9704" y="9420"/>
                  </a:cubicBezTo>
                  <a:cubicBezTo>
                    <a:pt x="9704" y="9137"/>
                    <a:pt x="9578" y="8853"/>
                    <a:pt x="9421" y="8664"/>
                  </a:cubicBezTo>
                  <a:cubicBezTo>
                    <a:pt x="9641" y="8475"/>
                    <a:pt x="9704" y="8192"/>
                    <a:pt x="9704" y="7908"/>
                  </a:cubicBezTo>
                  <a:cubicBezTo>
                    <a:pt x="9704" y="7625"/>
                    <a:pt x="9578" y="7373"/>
                    <a:pt x="9421" y="7152"/>
                  </a:cubicBezTo>
                  <a:cubicBezTo>
                    <a:pt x="9641" y="6963"/>
                    <a:pt x="9704" y="6680"/>
                    <a:pt x="9704" y="6427"/>
                  </a:cubicBezTo>
                  <a:lnTo>
                    <a:pt x="9704" y="2993"/>
                  </a:lnTo>
                  <a:cubicBezTo>
                    <a:pt x="9704" y="1355"/>
                    <a:pt x="8349" y="0"/>
                    <a:pt x="6711" y="0"/>
                  </a:cubicBezTo>
                  <a:cubicBezTo>
                    <a:pt x="6049" y="0"/>
                    <a:pt x="5388" y="253"/>
                    <a:pt x="4852" y="662"/>
                  </a:cubicBezTo>
                  <a:cubicBezTo>
                    <a:pt x="4348" y="253"/>
                    <a:pt x="3687" y="0"/>
                    <a:pt x="30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034" name="Google Shape;15034;p84"/>
          <p:cNvGrpSpPr/>
          <p:nvPr/>
        </p:nvGrpSpPr>
        <p:grpSpPr>
          <a:xfrm>
            <a:off x="5287689" y="1305369"/>
            <a:ext cx="361998" cy="361090"/>
            <a:chOff x="-57578225" y="1904075"/>
            <a:chExt cx="319025" cy="318225"/>
          </a:xfrm>
        </p:grpSpPr>
        <p:sp>
          <p:nvSpPr>
            <p:cNvPr id="15035" name="Google Shape;15035;p84"/>
            <p:cNvSpPr/>
            <p:nvPr/>
          </p:nvSpPr>
          <p:spPr>
            <a:xfrm>
              <a:off x="-57578225" y="1904075"/>
              <a:ext cx="319025" cy="318225"/>
            </a:xfrm>
            <a:custGeom>
              <a:avLst/>
              <a:gdLst/>
              <a:ahLst/>
              <a:cxnLst/>
              <a:rect l="l" t="t" r="r" b="b"/>
              <a:pathLst>
                <a:path w="12761" h="12729" extrusionOk="0">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036" name="Google Shape;15036;p84"/>
            <p:cNvSpPr/>
            <p:nvPr/>
          </p:nvSpPr>
          <p:spPr>
            <a:xfrm>
              <a:off x="-57446675" y="2073400"/>
              <a:ext cx="18125" cy="18150"/>
            </a:xfrm>
            <a:custGeom>
              <a:avLst/>
              <a:gdLst/>
              <a:ahLst/>
              <a:cxnLst/>
              <a:rect l="l" t="t" r="r" b="b"/>
              <a:pathLst>
                <a:path w="725" h="726" extrusionOk="0">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037" name="Google Shape;15037;p84"/>
            <p:cNvSpPr/>
            <p:nvPr/>
          </p:nvSpPr>
          <p:spPr>
            <a:xfrm>
              <a:off x="-57371850" y="2073400"/>
              <a:ext cx="18125" cy="18150"/>
            </a:xfrm>
            <a:custGeom>
              <a:avLst/>
              <a:gdLst/>
              <a:ahLst/>
              <a:cxnLst/>
              <a:rect l="l" t="t" r="r" b="b"/>
              <a:pathLst>
                <a:path w="725" h="726" extrusionOk="0">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038" name="Google Shape;15038;p84"/>
            <p:cNvSpPr/>
            <p:nvPr/>
          </p:nvSpPr>
          <p:spPr>
            <a:xfrm>
              <a:off x="-57436450" y="2136625"/>
              <a:ext cx="72500" cy="29750"/>
            </a:xfrm>
            <a:custGeom>
              <a:avLst/>
              <a:gdLst/>
              <a:ahLst/>
              <a:cxnLst/>
              <a:rect l="l" t="t" r="r" b="b"/>
              <a:pathLst>
                <a:path w="2900" h="1190" extrusionOk="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039" name="Google Shape;15039;p84"/>
          <p:cNvGrpSpPr/>
          <p:nvPr/>
        </p:nvGrpSpPr>
        <p:grpSpPr>
          <a:xfrm>
            <a:off x="5310042" y="1778631"/>
            <a:ext cx="317290" cy="361090"/>
            <a:chOff x="-57558525" y="2294725"/>
            <a:chExt cx="279625" cy="318225"/>
          </a:xfrm>
        </p:grpSpPr>
        <p:sp>
          <p:nvSpPr>
            <p:cNvPr id="15040" name="Google Shape;15040;p84"/>
            <p:cNvSpPr/>
            <p:nvPr/>
          </p:nvSpPr>
          <p:spPr>
            <a:xfrm>
              <a:off x="-57455350" y="2498925"/>
              <a:ext cx="72475" cy="29750"/>
            </a:xfrm>
            <a:custGeom>
              <a:avLst/>
              <a:gdLst/>
              <a:ahLst/>
              <a:cxnLst/>
              <a:rect l="l" t="t" r="r" b="b"/>
              <a:pathLst>
                <a:path w="2899" h="1190" extrusionOk="0">
                  <a:moveTo>
                    <a:pt x="398" y="0"/>
                  </a:moveTo>
                  <a:cubicBezTo>
                    <a:pt x="308" y="0"/>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0"/>
                    <a:pt x="2513" y="0"/>
                  </a:cubicBezTo>
                  <a:cubicBezTo>
                    <a:pt x="2419" y="0"/>
                    <a:pt x="2316" y="40"/>
                    <a:pt x="2238" y="119"/>
                  </a:cubicBezTo>
                  <a:cubicBezTo>
                    <a:pt x="2049" y="308"/>
                    <a:pt x="1733" y="434"/>
                    <a:pt x="1450" y="434"/>
                  </a:cubicBezTo>
                  <a:cubicBezTo>
                    <a:pt x="1135" y="434"/>
                    <a:pt x="851" y="308"/>
                    <a:pt x="662" y="119"/>
                  </a:cubicBezTo>
                  <a:cubicBezTo>
                    <a:pt x="584" y="40"/>
                    <a:pt x="489"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041" name="Google Shape;15041;p84"/>
            <p:cNvSpPr/>
            <p:nvPr/>
          </p:nvSpPr>
          <p:spPr>
            <a:xfrm>
              <a:off x="-57465575" y="2427050"/>
              <a:ext cx="18125" cy="17350"/>
            </a:xfrm>
            <a:custGeom>
              <a:avLst/>
              <a:gdLst/>
              <a:ahLst/>
              <a:cxnLst/>
              <a:rect l="l" t="t" r="r" b="b"/>
              <a:pathLst>
                <a:path w="725" h="694" extrusionOk="0">
                  <a:moveTo>
                    <a:pt x="378" y="1"/>
                  </a:moveTo>
                  <a:cubicBezTo>
                    <a:pt x="189" y="1"/>
                    <a:pt x="0" y="158"/>
                    <a:pt x="0" y="347"/>
                  </a:cubicBezTo>
                  <a:cubicBezTo>
                    <a:pt x="0" y="536"/>
                    <a:pt x="189" y="694"/>
                    <a:pt x="378" y="694"/>
                  </a:cubicBezTo>
                  <a:cubicBezTo>
                    <a:pt x="567" y="694"/>
                    <a:pt x="725" y="536"/>
                    <a:pt x="725" y="347"/>
                  </a:cubicBez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042" name="Google Shape;15042;p84"/>
            <p:cNvSpPr/>
            <p:nvPr/>
          </p:nvSpPr>
          <p:spPr>
            <a:xfrm>
              <a:off x="-57389975" y="242705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043" name="Google Shape;15043;p84"/>
            <p:cNvSpPr/>
            <p:nvPr/>
          </p:nvSpPr>
          <p:spPr>
            <a:xfrm>
              <a:off x="-57558525" y="2294725"/>
              <a:ext cx="279625" cy="318225"/>
            </a:xfrm>
            <a:custGeom>
              <a:avLst/>
              <a:gdLst/>
              <a:ahLst/>
              <a:cxnLst/>
              <a:rect l="l" t="t" r="r" b="b"/>
              <a:pathLst>
                <a:path w="11185" h="12729" extrusionOk="0">
                  <a:moveTo>
                    <a:pt x="5577" y="788"/>
                  </a:moveTo>
                  <a:cubicBezTo>
                    <a:pt x="8255" y="788"/>
                    <a:pt x="10429" y="2962"/>
                    <a:pt x="10429" y="5640"/>
                  </a:cubicBezTo>
                  <a:lnTo>
                    <a:pt x="10429" y="12036"/>
                  </a:lnTo>
                  <a:lnTo>
                    <a:pt x="725" y="12036"/>
                  </a:lnTo>
                  <a:lnTo>
                    <a:pt x="725" y="5640"/>
                  </a:lnTo>
                  <a:cubicBezTo>
                    <a:pt x="725" y="2962"/>
                    <a:pt x="2899" y="788"/>
                    <a:pt x="5577" y="788"/>
                  </a:cubicBezTo>
                  <a:close/>
                  <a:moveTo>
                    <a:pt x="5577" y="1"/>
                  </a:moveTo>
                  <a:cubicBezTo>
                    <a:pt x="2458" y="1"/>
                    <a:pt x="1" y="2521"/>
                    <a:pt x="1" y="5609"/>
                  </a:cubicBezTo>
                  <a:lnTo>
                    <a:pt x="1" y="12382"/>
                  </a:lnTo>
                  <a:cubicBezTo>
                    <a:pt x="1" y="12571"/>
                    <a:pt x="158" y="12729"/>
                    <a:pt x="347" y="12729"/>
                  </a:cubicBezTo>
                  <a:lnTo>
                    <a:pt x="10775" y="12729"/>
                  </a:lnTo>
                  <a:cubicBezTo>
                    <a:pt x="10964" y="12729"/>
                    <a:pt x="11122" y="12571"/>
                    <a:pt x="11122" y="12382"/>
                  </a:cubicBezTo>
                  <a:lnTo>
                    <a:pt x="11122" y="5609"/>
                  </a:lnTo>
                  <a:cubicBezTo>
                    <a:pt x="11185" y="2521"/>
                    <a:pt x="8696"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044" name="Google Shape;15044;p84"/>
            <p:cNvSpPr/>
            <p:nvPr/>
          </p:nvSpPr>
          <p:spPr>
            <a:xfrm>
              <a:off x="-57521500" y="2332550"/>
              <a:ext cx="204800" cy="241825"/>
            </a:xfrm>
            <a:custGeom>
              <a:avLst/>
              <a:gdLst/>
              <a:ahLst/>
              <a:cxnLst/>
              <a:rect l="l" t="t" r="r" b="b"/>
              <a:pathLst>
                <a:path w="8192" h="9673" extrusionOk="0">
                  <a:moveTo>
                    <a:pt x="4096" y="756"/>
                  </a:moveTo>
                  <a:cubicBezTo>
                    <a:pt x="5230" y="756"/>
                    <a:pt x="6301" y="1323"/>
                    <a:pt x="6900" y="2237"/>
                  </a:cubicBezTo>
                  <a:lnTo>
                    <a:pt x="1292" y="2237"/>
                  </a:lnTo>
                  <a:cubicBezTo>
                    <a:pt x="1891" y="1323"/>
                    <a:pt x="2930" y="756"/>
                    <a:pt x="4096" y="756"/>
                  </a:cubicBezTo>
                  <a:close/>
                  <a:moveTo>
                    <a:pt x="7278" y="3025"/>
                  </a:moveTo>
                  <a:cubicBezTo>
                    <a:pt x="7404" y="3371"/>
                    <a:pt x="7498" y="3718"/>
                    <a:pt x="7498" y="4127"/>
                  </a:cubicBezTo>
                  <a:lnTo>
                    <a:pt x="7498" y="5230"/>
                  </a:lnTo>
                  <a:lnTo>
                    <a:pt x="756" y="5230"/>
                  </a:lnTo>
                  <a:lnTo>
                    <a:pt x="756" y="4127"/>
                  </a:lnTo>
                  <a:cubicBezTo>
                    <a:pt x="756" y="3718"/>
                    <a:pt x="819" y="3340"/>
                    <a:pt x="945" y="3025"/>
                  </a:cubicBezTo>
                  <a:close/>
                  <a:moveTo>
                    <a:pt x="7404" y="5986"/>
                  </a:moveTo>
                  <a:cubicBezTo>
                    <a:pt x="7246" y="7624"/>
                    <a:pt x="5829" y="8979"/>
                    <a:pt x="4096" y="8979"/>
                  </a:cubicBezTo>
                  <a:cubicBezTo>
                    <a:pt x="2363" y="8979"/>
                    <a:pt x="945" y="7687"/>
                    <a:pt x="756" y="5986"/>
                  </a:cubicBezTo>
                  <a:close/>
                  <a:moveTo>
                    <a:pt x="4096" y="0"/>
                  </a:moveTo>
                  <a:cubicBezTo>
                    <a:pt x="1859" y="0"/>
                    <a:pt x="0" y="1827"/>
                    <a:pt x="0" y="4096"/>
                  </a:cubicBezTo>
                  <a:lnTo>
                    <a:pt x="0" y="5576"/>
                  </a:lnTo>
                  <a:cubicBezTo>
                    <a:pt x="0" y="7845"/>
                    <a:pt x="1859" y="9672"/>
                    <a:pt x="4096" y="9672"/>
                  </a:cubicBezTo>
                  <a:cubicBezTo>
                    <a:pt x="6333" y="9672"/>
                    <a:pt x="8192" y="7845"/>
                    <a:pt x="8192" y="5576"/>
                  </a:cubicBezTo>
                  <a:lnTo>
                    <a:pt x="8192" y="4096"/>
                  </a:lnTo>
                  <a:cubicBezTo>
                    <a:pt x="8192" y="1859"/>
                    <a:pt x="6333" y="0"/>
                    <a:pt x="4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045" name="Google Shape;15045;p84"/>
          <p:cNvGrpSpPr/>
          <p:nvPr/>
        </p:nvGrpSpPr>
        <p:grpSpPr>
          <a:xfrm>
            <a:off x="5285901" y="2231215"/>
            <a:ext cx="365572" cy="361969"/>
            <a:chOff x="-57579800" y="2686975"/>
            <a:chExt cx="322175" cy="319000"/>
          </a:xfrm>
        </p:grpSpPr>
        <p:sp>
          <p:nvSpPr>
            <p:cNvPr id="15046" name="Google Shape;15046;p84"/>
            <p:cNvSpPr/>
            <p:nvPr/>
          </p:nvSpPr>
          <p:spPr>
            <a:xfrm>
              <a:off x="-57455350" y="2920300"/>
              <a:ext cx="72475" cy="29750"/>
            </a:xfrm>
            <a:custGeom>
              <a:avLst/>
              <a:gdLst/>
              <a:ahLst/>
              <a:cxnLst/>
              <a:rect l="l" t="t" r="r" b="b"/>
              <a:pathLst>
                <a:path w="2899" h="1190" extrusionOk="0">
                  <a:moveTo>
                    <a:pt x="398" y="1"/>
                  </a:moveTo>
                  <a:cubicBezTo>
                    <a:pt x="308" y="1"/>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1"/>
                    <a:pt x="2513" y="1"/>
                  </a:cubicBezTo>
                  <a:cubicBezTo>
                    <a:pt x="2419" y="1"/>
                    <a:pt x="2316" y="40"/>
                    <a:pt x="2238" y="119"/>
                  </a:cubicBezTo>
                  <a:cubicBezTo>
                    <a:pt x="2049" y="308"/>
                    <a:pt x="1733" y="434"/>
                    <a:pt x="1450" y="434"/>
                  </a:cubicBezTo>
                  <a:cubicBezTo>
                    <a:pt x="1135" y="434"/>
                    <a:pt x="851" y="308"/>
                    <a:pt x="662" y="119"/>
                  </a:cubicBezTo>
                  <a:cubicBezTo>
                    <a:pt x="584" y="40"/>
                    <a:pt x="489"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047" name="Google Shape;15047;p84"/>
            <p:cNvSpPr/>
            <p:nvPr/>
          </p:nvSpPr>
          <p:spPr>
            <a:xfrm>
              <a:off x="-57579800" y="2686975"/>
              <a:ext cx="322175" cy="319000"/>
            </a:xfrm>
            <a:custGeom>
              <a:avLst/>
              <a:gdLst/>
              <a:ahLst/>
              <a:cxnLst/>
              <a:rect l="l" t="t" r="r" b="b"/>
              <a:pathLst>
                <a:path w="12887" h="12760" extrusionOk="0">
                  <a:moveTo>
                    <a:pt x="6428" y="756"/>
                  </a:moveTo>
                  <a:cubicBezTo>
                    <a:pt x="6680" y="756"/>
                    <a:pt x="6901" y="945"/>
                    <a:pt x="6932" y="1166"/>
                  </a:cubicBezTo>
                  <a:lnTo>
                    <a:pt x="7153" y="2080"/>
                  </a:lnTo>
                  <a:lnTo>
                    <a:pt x="7247" y="2710"/>
                  </a:lnTo>
                  <a:cubicBezTo>
                    <a:pt x="7373" y="3214"/>
                    <a:pt x="6932" y="3749"/>
                    <a:pt x="6428" y="3749"/>
                  </a:cubicBezTo>
                  <a:cubicBezTo>
                    <a:pt x="5892" y="3749"/>
                    <a:pt x="5483" y="3277"/>
                    <a:pt x="5609" y="2710"/>
                  </a:cubicBezTo>
                  <a:lnTo>
                    <a:pt x="5735" y="2080"/>
                  </a:lnTo>
                  <a:lnTo>
                    <a:pt x="5924" y="1166"/>
                  </a:lnTo>
                  <a:cubicBezTo>
                    <a:pt x="5955" y="945"/>
                    <a:pt x="6144" y="756"/>
                    <a:pt x="6428" y="756"/>
                  </a:cubicBezTo>
                  <a:close/>
                  <a:moveTo>
                    <a:pt x="8003" y="2647"/>
                  </a:moveTo>
                  <a:lnTo>
                    <a:pt x="8003" y="2647"/>
                  </a:lnTo>
                  <a:cubicBezTo>
                    <a:pt x="9106" y="3214"/>
                    <a:pt x="9830" y="4379"/>
                    <a:pt x="9830" y="5577"/>
                  </a:cubicBezTo>
                  <a:lnTo>
                    <a:pt x="9830" y="6049"/>
                  </a:lnTo>
                  <a:cubicBezTo>
                    <a:pt x="9704" y="6018"/>
                    <a:pt x="9578" y="5986"/>
                    <a:pt x="9452" y="5986"/>
                  </a:cubicBezTo>
                  <a:lnTo>
                    <a:pt x="7940" y="5986"/>
                  </a:lnTo>
                  <a:cubicBezTo>
                    <a:pt x="7468" y="5986"/>
                    <a:pt x="7027" y="6301"/>
                    <a:pt x="6869" y="6742"/>
                  </a:cubicBezTo>
                  <a:lnTo>
                    <a:pt x="6018" y="6742"/>
                  </a:lnTo>
                  <a:cubicBezTo>
                    <a:pt x="5861" y="6301"/>
                    <a:pt x="5451" y="5986"/>
                    <a:pt x="4947" y="5986"/>
                  </a:cubicBezTo>
                  <a:lnTo>
                    <a:pt x="3403" y="5986"/>
                  </a:lnTo>
                  <a:cubicBezTo>
                    <a:pt x="3277" y="5986"/>
                    <a:pt x="3120" y="6018"/>
                    <a:pt x="3057" y="6049"/>
                  </a:cubicBezTo>
                  <a:lnTo>
                    <a:pt x="3057" y="5577"/>
                  </a:lnTo>
                  <a:cubicBezTo>
                    <a:pt x="3057" y="4379"/>
                    <a:pt x="3750" y="3214"/>
                    <a:pt x="4853" y="2647"/>
                  </a:cubicBezTo>
                  <a:lnTo>
                    <a:pt x="4853" y="2647"/>
                  </a:lnTo>
                  <a:cubicBezTo>
                    <a:pt x="4695" y="3623"/>
                    <a:pt x="5451" y="4474"/>
                    <a:pt x="6428" y="4474"/>
                  </a:cubicBezTo>
                  <a:cubicBezTo>
                    <a:pt x="7405" y="4474"/>
                    <a:pt x="8161" y="3623"/>
                    <a:pt x="8003" y="2647"/>
                  </a:cubicBezTo>
                  <a:close/>
                  <a:moveTo>
                    <a:pt x="2301" y="6774"/>
                  </a:moveTo>
                  <a:lnTo>
                    <a:pt x="2301" y="8254"/>
                  </a:lnTo>
                  <a:cubicBezTo>
                    <a:pt x="1891" y="8254"/>
                    <a:pt x="1545" y="7939"/>
                    <a:pt x="1545" y="7530"/>
                  </a:cubicBezTo>
                  <a:cubicBezTo>
                    <a:pt x="1545" y="7120"/>
                    <a:pt x="1891" y="6774"/>
                    <a:pt x="2301" y="6774"/>
                  </a:cubicBezTo>
                  <a:close/>
                  <a:moveTo>
                    <a:pt x="4947" y="6805"/>
                  </a:moveTo>
                  <a:cubicBezTo>
                    <a:pt x="5136" y="6805"/>
                    <a:pt x="5294" y="6963"/>
                    <a:pt x="5294" y="7152"/>
                  </a:cubicBezTo>
                  <a:cubicBezTo>
                    <a:pt x="5294" y="7782"/>
                    <a:pt x="4790" y="8254"/>
                    <a:pt x="4191" y="8254"/>
                  </a:cubicBezTo>
                  <a:lnTo>
                    <a:pt x="3403" y="8254"/>
                  </a:lnTo>
                  <a:cubicBezTo>
                    <a:pt x="3214" y="8254"/>
                    <a:pt x="3057" y="8097"/>
                    <a:pt x="3057" y="7908"/>
                  </a:cubicBezTo>
                  <a:lnTo>
                    <a:pt x="3057" y="7152"/>
                  </a:lnTo>
                  <a:cubicBezTo>
                    <a:pt x="3057" y="6963"/>
                    <a:pt x="3214" y="6805"/>
                    <a:pt x="3403" y="6805"/>
                  </a:cubicBezTo>
                  <a:close/>
                  <a:moveTo>
                    <a:pt x="9452" y="6805"/>
                  </a:moveTo>
                  <a:cubicBezTo>
                    <a:pt x="9673" y="6805"/>
                    <a:pt x="9830" y="6963"/>
                    <a:pt x="9830" y="7152"/>
                  </a:cubicBezTo>
                  <a:lnTo>
                    <a:pt x="9830" y="7908"/>
                  </a:lnTo>
                  <a:cubicBezTo>
                    <a:pt x="9830" y="8097"/>
                    <a:pt x="9673" y="8254"/>
                    <a:pt x="9452" y="8254"/>
                  </a:cubicBezTo>
                  <a:lnTo>
                    <a:pt x="8665" y="8254"/>
                  </a:lnTo>
                  <a:cubicBezTo>
                    <a:pt x="8035" y="8254"/>
                    <a:pt x="7562" y="7750"/>
                    <a:pt x="7562" y="7152"/>
                  </a:cubicBezTo>
                  <a:cubicBezTo>
                    <a:pt x="7562" y="6963"/>
                    <a:pt x="7720" y="6805"/>
                    <a:pt x="7940" y="6805"/>
                  </a:cubicBezTo>
                  <a:close/>
                  <a:moveTo>
                    <a:pt x="10587" y="6774"/>
                  </a:moveTo>
                  <a:cubicBezTo>
                    <a:pt x="10965" y="6774"/>
                    <a:pt x="11311" y="7120"/>
                    <a:pt x="11311" y="7530"/>
                  </a:cubicBezTo>
                  <a:cubicBezTo>
                    <a:pt x="11311" y="7908"/>
                    <a:pt x="10996" y="8254"/>
                    <a:pt x="10587" y="8254"/>
                  </a:cubicBezTo>
                  <a:lnTo>
                    <a:pt x="10587" y="6774"/>
                  </a:lnTo>
                  <a:close/>
                  <a:moveTo>
                    <a:pt x="1135" y="8412"/>
                  </a:moveTo>
                  <a:cubicBezTo>
                    <a:pt x="1387" y="8790"/>
                    <a:pt x="1828" y="9011"/>
                    <a:pt x="2301" y="9011"/>
                  </a:cubicBezTo>
                  <a:cubicBezTo>
                    <a:pt x="2301" y="9420"/>
                    <a:pt x="1986" y="9767"/>
                    <a:pt x="1545" y="9767"/>
                  </a:cubicBezTo>
                  <a:cubicBezTo>
                    <a:pt x="1167" y="9767"/>
                    <a:pt x="789" y="9452"/>
                    <a:pt x="789" y="9011"/>
                  </a:cubicBezTo>
                  <a:cubicBezTo>
                    <a:pt x="789" y="8790"/>
                    <a:pt x="915" y="8538"/>
                    <a:pt x="1135" y="8412"/>
                  </a:cubicBezTo>
                  <a:close/>
                  <a:moveTo>
                    <a:pt x="11752" y="8412"/>
                  </a:moveTo>
                  <a:cubicBezTo>
                    <a:pt x="11941" y="8570"/>
                    <a:pt x="12067" y="8790"/>
                    <a:pt x="12067" y="9011"/>
                  </a:cubicBezTo>
                  <a:cubicBezTo>
                    <a:pt x="12067" y="9420"/>
                    <a:pt x="11752" y="9767"/>
                    <a:pt x="11311" y="9767"/>
                  </a:cubicBezTo>
                  <a:cubicBezTo>
                    <a:pt x="10870" y="9767"/>
                    <a:pt x="10555" y="9420"/>
                    <a:pt x="10555" y="9011"/>
                  </a:cubicBezTo>
                  <a:cubicBezTo>
                    <a:pt x="11028" y="9011"/>
                    <a:pt x="11469" y="8790"/>
                    <a:pt x="11752" y="8412"/>
                  </a:cubicBezTo>
                  <a:close/>
                  <a:moveTo>
                    <a:pt x="6837" y="7561"/>
                  </a:moveTo>
                  <a:cubicBezTo>
                    <a:pt x="6995" y="8412"/>
                    <a:pt x="7783" y="9042"/>
                    <a:pt x="8633" y="9042"/>
                  </a:cubicBezTo>
                  <a:lnTo>
                    <a:pt x="9421" y="9042"/>
                  </a:lnTo>
                  <a:cubicBezTo>
                    <a:pt x="9547" y="9042"/>
                    <a:pt x="9673" y="9011"/>
                    <a:pt x="9767" y="8979"/>
                  </a:cubicBezTo>
                  <a:lnTo>
                    <a:pt x="9767" y="8979"/>
                  </a:lnTo>
                  <a:cubicBezTo>
                    <a:pt x="9610" y="10680"/>
                    <a:pt x="8192" y="12004"/>
                    <a:pt x="6428" y="12004"/>
                  </a:cubicBezTo>
                  <a:cubicBezTo>
                    <a:pt x="4664" y="12004"/>
                    <a:pt x="3246" y="10680"/>
                    <a:pt x="3057" y="8979"/>
                  </a:cubicBezTo>
                  <a:lnTo>
                    <a:pt x="3057" y="8979"/>
                  </a:lnTo>
                  <a:cubicBezTo>
                    <a:pt x="3151" y="9011"/>
                    <a:pt x="3277" y="9042"/>
                    <a:pt x="3403" y="9042"/>
                  </a:cubicBezTo>
                  <a:lnTo>
                    <a:pt x="4191" y="9042"/>
                  </a:lnTo>
                  <a:cubicBezTo>
                    <a:pt x="5105" y="9042"/>
                    <a:pt x="5829" y="8412"/>
                    <a:pt x="5987" y="7561"/>
                  </a:cubicBezTo>
                  <a:close/>
                  <a:moveTo>
                    <a:pt x="6428" y="0"/>
                  </a:moveTo>
                  <a:cubicBezTo>
                    <a:pt x="5798" y="0"/>
                    <a:pt x="5294" y="410"/>
                    <a:pt x="5168" y="1008"/>
                  </a:cubicBezTo>
                  <a:lnTo>
                    <a:pt x="5010" y="1733"/>
                  </a:lnTo>
                  <a:cubicBezTo>
                    <a:pt x="4286" y="1985"/>
                    <a:pt x="3592" y="2458"/>
                    <a:pt x="3120" y="3088"/>
                  </a:cubicBezTo>
                  <a:cubicBezTo>
                    <a:pt x="2584" y="3812"/>
                    <a:pt x="2301" y="4663"/>
                    <a:pt x="2301" y="5577"/>
                  </a:cubicBezTo>
                  <a:lnTo>
                    <a:pt x="2301" y="6018"/>
                  </a:lnTo>
                  <a:cubicBezTo>
                    <a:pt x="1387" y="6018"/>
                    <a:pt x="694" y="6805"/>
                    <a:pt x="789" y="7719"/>
                  </a:cubicBezTo>
                  <a:cubicBezTo>
                    <a:pt x="316" y="7971"/>
                    <a:pt x="64" y="8475"/>
                    <a:pt x="64" y="9011"/>
                  </a:cubicBezTo>
                  <a:cubicBezTo>
                    <a:pt x="64" y="9420"/>
                    <a:pt x="221" y="9767"/>
                    <a:pt x="442" y="9987"/>
                  </a:cubicBezTo>
                  <a:lnTo>
                    <a:pt x="95" y="10712"/>
                  </a:lnTo>
                  <a:cubicBezTo>
                    <a:pt x="1" y="10901"/>
                    <a:pt x="95" y="11090"/>
                    <a:pt x="253" y="11216"/>
                  </a:cubicBezTo>
                  <a:cubicBezTo>
                    <a:pt x="305" y="11242"/>
                    <a:pt x="357" y="11254"/>
                    <a:pt x="408" y="11254"/>
                  </a:cubicBezTo>
                  <a:cubicBezTo>
                    <a:pt x="541" y="11254"/>
                    <a:pt x="666" y="11173"/>
                    <a:pt x="757" y="11058"/>
                  </a:cubicBezTo>
                  <a:lnTo>
                    <a:pt x="1072" y="10428"/>
                  </a:lnTo>
                  <a:cubicBezTo>
                    <a:pt x="1230" y="10460"/>
                    <a:pt x="1387" y="10523"/>
                    <a:pt x="1545" y="10523"/>
                  </a:cubicBezTo>
                  <a:cubicBezTo>
                    <a:pt x="1954" y="10523"/>
                    <a:pt x="2301" y="10365"/>
                    <a:pt x="2584" y="10113"/>
                  </a:cubicBezTo>
                  <a:cubicBezTo>
                    <a:pt x="3151" y="11657"/>
                    <a:pt x="4664" y="12760"/>
                    <a:pt x="6428" y="12760"/>
                  </a:cubicBezTo>
                  <a:cubicBezTo>
                    <a:pt x="8224" y="12760"/>
                    <a:pt x="9704" y="11657"/>
                    <a:pt x="10303" y="10113"/>
                  </a:cubicBezTo>
                  <a:cubicBezTo>
                    <a:pt x="10587" y="10365"/>
                    <a:pt x="10933" y="10523"/>
                    <a:pt x="11311" y="10523"/>
                  </a:cubicBezTo>
                  <a:cubicBezTo>
                    <a:pt x="11469" y="10523"/>
                    <a:pt x="11626" y="10460"/>
                    <a:pt x="11784" y="10428"/>
                  </a:cubicBezTo>
                  <a:lnTo>
                    <a:pt x="12099" y="11058"/>
                  </a:lnTo>
                  <a:cubicBezTo>
                    <a:pt x="12164" y="11188"/>
                    <a:pt x="12288" y="11273"/>
                    <a:pt x="12431" y="11273"/>
                  </a:cubicBezTo>
                  <a:cubicBezTo>
                    <a:pt x="12496" y="11273"/>
                    <a:pt x="12565" y="11255"/>
                    <a:pt x="12634" y="11216"/>
                  </a:cubicBezTo>
                  <a:cubicBezTo>
                    <a:pt x="12823" y="11153"/>
                    <a:pt x="12886" y="10901"/>
                    <a:pt x="12792" y="10712"/>
                  </a:cubicBezTo>
                  <a:lnTo>
                    <a:pt x="12414" y="9987"/>
                  </a:lnTo>
                  <a:cubicBezTo>
                    <a:pt x="12666" y="9735"/>
                    <a:pt x="12823" y="9357"/>
                    <a:pt x="12823" y="9011"/>
                  </a:cubicBezTo>
                  <a:cubicBezTo>
                    <a:pt x="12823" y="8475"/>
                    <a:pt x="12508" y="8002"/>
                    <a:pt x="12067" y="7719"/>
                  </a:cubicBezTo>
                  <a:cubicBezTo>
                    <a:pt x="12193" y="6805"/>
                    <a:pt x="11469" y="6018"/>
                    <a:pt x="10555" y="6018"/>
                  </a:cubicBezTo>
                  <a:lnTo>
                    <a:pt x="10555" y="5577"/>
                  </a:lnTo>
                  <a:cubicBezTo>
                    <a:pt x="10555" y="4663"/>
                    <a:pt x="10303" y="3812"/>
                    <a:pt x="9736" y="3088"/>
                  </a:cubicBezTo>
                  <a:cubicBezTo>
                    <a:pt x="9263" y="2458"/>
                    <a:pt x="8602" y="1985"/>
                    <a:pt x="7846" y="1733"/>
                  </a:cubicBezTo>
                  <a:lnTo>
                    <a:pt x="7688" y="1008"/>
                  </a:lnTo>
                  <a:cubicBezTo>
                    <a:pt x="7562" y="410"/>
                    <a:pt x="7058" y="0"/>
                    <a:pt x="64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048" name="Google Shape;15048;p84"/>
          <p:cNvGrpSpPr/>
          <p:nvPr/>
        </p:nvGrpSpPr>
        <p:grpSpPr>
          <a:xfrm>
            <a:off x="7510682" y="1778631"/>
            <a:ext cx="367359" cy="361090"/>
            <a:chOff x="-55620975" y="2294725"/>
            <a:chExt cx="323750" cy="318225"/>
          </a:xfrm>
        </p:grpSpPr>
        <p:sp>
          <p:nvSpPr>
            <p:cNvPr id="15049" name="Google Shape;15049;p84"/>
            <p:cNvSpPr/>
            <p:nvPr/>
          </p:nvSpPr>
          <p:spPr>
            <a:xfrm>
              <a:off x="-55496525" y="2527275"/>
              <a:ext cx="73275" cy="29750"/>
            </a:xfrm>
            <a:custGeom>
              <a:avLst/>
              <a:gdLst/>
              <a:ahLst/>
              <a:cxnLst/>
              <a:rect l="l" t="t" r="r" b="b"/>
              <a:pathLst>
                <a:path w="2931" h="1190" extrusionOk="0">
                  <a:moveTo>
                    <a:pt x="414" y="1"/>
                  </a:moveTo>
                  <a:cubicBezTo>
                    <a:pt x="316" y="1"/>
                    <a:pt x="221" y="40"/>
                    <a:pt x="158" y="119"/>
                  </a:cubicBezTo>
                  <a:cubicBezTo>
                    <a:pt x="1" y="276"/>
                    <a:pt x="1" y="528"/>
                    <a:pt x="158" y="623"/>
                  </a:cubicBezTo>
                  <a:cubicBezTo>
                    <a:pt x="536" y="1001"/>
                    <a:pt x="1009" y="1190"/>
                    <a:pt x="1481" y="1190"/>
                  </a:cubicBezTo>
                  <a:cubicBezTo>
                    <a:pt x="1954" y="1190"/>
                    <a:pt x="2458" y="1001"/>
                    <a:pt x="2773" y="623"/>
                  </a:cubicBezTo>
                  <a:cubicBezTo>
                    <a:pt x="2931" y="465"/>
                    <a:pt x="2931" y="245"/>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2" y="1"/>
                    <a:pt x="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050" name="Google Shape;15050;p84"/>
            <p:cNvSpPr/>
            <p:nvPr/>
          </p:nvSpPr>
          <p:spPr>
            <a:xfrm>
              <a:off x="-55505975" y="244437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051" name="Google Shape;15051;p84"/>
            <p:cNvSpPr/>
            <p:nvPr/>
          </p:nvSpPr>
          <p:spPr>
            <a:xfrm>
              <a:off x="-55431150" y="244437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052" name="Google Shape;15052;p84"/>
            <p:cNvSpPr/>
            <p:nvPr/>
          </p:nvSpPr>
          <p:spPr>
            <a:xfrm>
              <a:off x="-55620975" y="2294725"/>
              <a:ext cx="323750" cy="318225"/>
            </a:xfrm>
            <a:custGeom>
              <a:avLst/>
              <a:gdLst/>
              <a:ahLst/>
              <a:cxnLst/>
              <a:rect l="l" t="t" r="r" b="b"/>
              <a:pathLst>
                <a:path w="12950" h="12729" extrusionOk="0">
                  <a:moveTo>
                    <a:pt x="6459" y="851"/>
                  </a:moveTo>
                  <a:lnTo>
                    <a:pt x="11343" y="4506"/>
                  </a:lnTo>
                  <a:lnTo>
                    <a:pt x="1576" y="4506"/>
                  </a:lnTo>
                  <a:lnTo>
                    <a:pt x="6459" y="851"/>
                  </a:lnTo>
                  <a:close/>
                  <a:moveTo>
                    <a:pt x="2364" y="5987"/>
                  </a:moveTo>
                  <a:lnTo>
                    <a:pt x="2364" y="7499"/>
                  </a:lnTo>
                  <a:cubicBezTo>
                    <a:pt x="1923" y="7499"/>
                    <a:pt x="1608" y="7152"/>
                    <a:pt x="1608" y="6743"/>
                  </a:cubicBezTo>
                  <a:cubicBezTo>
                    <a:pt x="1608" y="6365"/>
                    <a:pt x="1923" y="5987"/>
                    <a:pt x="2364" y="5987"/>
                  </a:cubicBezTo>
                  <a:close/>
                  <a:moveTo>
                    <a:pt x="10555" y="5987"/>
                  </a:moveTo>
                  <a:cubicBezTo>
                    <a:pt x="10964" y="5987"/>
                    <a:pt x="11280" y="6365"/>
                    <a:pt x="11280" y="6743"/>
                  </a:cubicBezTo>
                  <a:cubicBezTo>
                    <a:pt x="11280" y="7152"/>
                    <a:pt x="10964" y="7499"/>
                    <a:pt x="10555" y="7499"/>
                  </a:cubicBezTo>
                  <a:lnTo>
                    <a:pt x="10555" y="5987"/>
                  </a:lnTo>
                  <a:close/>
                  <a:moveTo>
                    <a:pt x="9830" y="5262"/>
                  </a:moveTo>
                  <a:cubicBezTo>
                    <a:pt x="9799" y="5798"/>
                    <a:pt x="9799" y="8287"/>
                    <a:pt x="9799" y="8633"/>
                  </a:cubicBezTo>
                  <a:cubicBezTo>
                    <a:pt x="9799" y="10492"/>
                    <a:pt x="8287" y="11973"/>
                    <a:pt x="6459" y="11973"/>
                  </a:cubicBezTo>
                  <a:cubicBezTo>
                    <a:pt x="4600" y="11973"/>
                    <a:pt x="3088" y="10492"/>
                    <a:pt x="3088" y="8633"/>
                  </a:cubicBezTo>
                  <a:lnTo>
                    <a:pt x="3088" y="5262"/>
                  </a:lnTo>
                  <a:close/>
                  <a:moveTo>
                    <a:pt x="6459" y="1"/>
                  </a:moveTo>
                  <a:cubicBezTo>
                    <a:pt x="6381" y="1"/>
                    <a:pt x="6302" y="32"/>
                    <a:pt x="6239" y="95"/>
                  </a:cubicBezTo>
                  <a:lnTo>
                    <a:pt x="253" y="4569"/>
                  </a:lnTo>
                  <a:cubicBezTo>
                    <a:pt x="1" y="4790"/>
                    <a:pt x="158" y="5231"/>
                    <a:pt x="505" y="5231"/>
                  </a:cubicBezTo>
                  <a:lnTo>
                    <a:pt x="2395" y="5231"/>
                  </a:lnTo>
                  <a:cubicBezTo>
                    <a:pt x="1576" y="5231"/>
                    <a:pt x="883" y="5924"/>
                    <a:pt x="883" y="6743"/>
                  </a:cubicBezTo>
                  <a:cubicBezTo>
                    <a:pt x="883" y="7562"/>
                    <a:pt x="1576" y="8255"/>
                    <a:pt x="2395" y="8255"/>
                  </a:cubicBezTo>
                  <a:lnTo>
                    <a:pt x="2395" y="8633"/>
                  </a:lnTo>
                  <a:cubicBezTo>
                    <a:pt x="2395" y="10870"/>
                    <a:pt x="4254" y="12729"/>
                    <a:pt x="6491" y="12729"/>
                  </a:cubicBezTo>
                  <a:cubicBezTo>
                    <a:pt x="8728" y="12729"/>
                    <a:pt x="10586" y="10870"/>
                    <a:pt x="10586" y="8633"/>
                  </a:cubicBezTo>
                  <a:lnTo>
                    <a:pt x="10586" y="8255"/>
                  </a:lnTo>
                  <a:cubicBezTo>
                    <a:pt x="11406" y="8255"/>
                    <a:pt x="12067" y="7562"/>
                    <a:pt x="12067" y="6743"/>
                  </a:cubicBezTo>
                  <a:cubicBezTo>
                    <a:pt x="12067" y="5924"/>
                    <a:pt x="11406" y="5231"/>
                    <a:pt x="10586" y="5231"/>
                  </a:cubicBezTo>
                  <a:lnTo>
                    <a:pt x="12477" y="5231"/>
                  </a:lnTo>
                  <a:cubicBezTo>
                    <a:pt x="12792" y="5231"/>
                    <a:pt x="12949" y="4790"/>
                    <a:pt x="12666" y="4569"/>
                  </a:cubicBezTo>
                  <a:lnTo>
                    <a:pt x="6680" y="95"/>
                  </a:lnTo>
                  <a:cubicBezTo>
                    <a:pt x="6617" y="32"/>
                    <a:pt x="6538" y="1"/>
                    <a:pt x="64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053" name="Google Shape;15053;p84"/>
            <p:cNvSpPr/>
            <p:nvPr/>
          </p:nvSpPr>
          <p:spPr>
            <a:xfrm>
              <a:off x="-55450850" y="2482375"/>
              <a:ext cx="39400" cy="38225"/>
            </a:xfrm>
            <a:custGeom>
              <a:avLst/>
              <a:gdLst/>
              <a:ahLst/>
              <a:cxnLst/>
              <a:rect l="l" t="t" r="r" b="b"/>
              <a:pathLst>
                <a:path w="1576" h="1529" extrusionOk="0">
                  <a:moveTo>
                    <a:pt x="399" y="1"/>
                  </a:moveTo>
                  <a:cubicBezTo>
                    <a:pt x="308" y="1"/>
                    <a:pt x="221" y="40"/>
                    <a:pt x="158" y="119"/>
                  </a:cubicBezTo>
                  <a:cubicBezTo>
                    <a:pt x="1" y="277"/>
                    <a:pt x="1" y="497"/>
                    <a:pt x="158" y="623"/>
                  </a:cubicBezTo>
                  <a:lnTo>
                    <a:pt x="914" y="1411"/>
                  </a:lnTo>
                  <a:cubicBezTo>
                    <a:pt x="993" y="1489"/>
                    <a:pt x="1088" y="1529"/>
                    <a:pt x="1178" y="1529"/>
                  </a:cubicBezTo>
                  <a:cubicBezTo>
                    <a:pt x="1269" y="1529"/>
                    <a:pt x="1356" y="1489"/>
                    <a:pt x="1419" y="1411"/>
                  </a:cubicBezTo>
                  <a:cubicBezTo>
                    <a:pt x="1576" y="1253"/>
                    <a:pt x="1576" y="1001"/>
                    <a:pt x="1419" y="907"/>
                  </a:cubicBezTo>
                  <a:lnTo>
                    <a:pt x="662" y="119"/>
                  </a:lnTo>
                  <a:cubicBezTo>
                    <a:pt x="584" y="40"/>
                    <a:pt x="489" y="1"/>
                    <a:pt x="3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054" name="Google Shape;15054;p84"/>
            <p:cNvSpPr/>
            <p:nvPr/>
          </p:nvSpPr>
          <p:spPr>
            <a:xfrm>
              <a:off x="-55506775" y="2482375"/>
              <a:ext cx="39400" cy="38225"/>
            </a:xfrm>
            <a:custGeom>
              <a:avLst/>
              <a:gdLst/>
              <a:ahLst/>
              <a:cxnLst/>
              <a:rect l="l" t="t" r="r" b="b"/>
              <a:pathLst>
                <a:path w="1576" h="1529" extrusionOk="0">
                  <a:moveTo>
                    <a:pt x="1139" y="1"/>
                  </a:moveTo>
                  <a:cubicBezTo>
                    <a:pt x="1041" y="1"/>
                    <a:pt x="946" y="40"/>
                    <a:pt x="883" y="119"/>
                  </a:cubicBezTo>
                  <a:lnTo>
                    <a:pt x="159" y="907"/>
                  </a:lnTo>
                  <a:cubicBezTo>
                    <a:pt x="1" y="1064"/>
                    <a:pt x="1" y="1285"/>
                    <a:pt x="159" y="1411"/>
                  </a:cubicBezTo>
                  <a:cubicBezTo>
                    <a:pt x="237" y="1489"/>
                    <a:pt x="332" y="1529"/>
                    <a:pt x="422" y="1529"/>
                  </a:cubicBezTo>
                  <a:cubicBezTo>
                    <a:pt x="513" y="1529"/>
                    <a:pt x="600" y="1489"/>
                    <a:pt x="663" y="1411"/>
                  </a:cubicBezTo>
                  <a:lnTo>
                    <a:pt x="1419" y="623"/>
                  </a:lnTo>
                  <a:cubicBezTo>
                    <a:pt x="1576" y="466"/>
                    <a:pt x="1576" y="213"/>
                    <a:pt x="1419" y="119"/>
                  </a:cubicBezTo>
                  <a:cubicBezTo>
                    <a:pt x="1340" y="40"/>
                    <a:pt x="1238" y="1"/>
                    <a:pt x="11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055" name="Google Shape;15055;p84"/>
          <p:cNvGrpSpPr/>
          <p:nvPr/>
        </p:nvGrpSpPr>
        <p:grpSpPr>
          <a:xfrm>
            <a:off x="7512923" y="2231130"/>
            <a:ext cx="362877" cy="361175"/>
            <a:chOff x="-55620175" y="2686900"/>
            <a:chExt cx="319800" cy="318300"/>
          </a:xfrm>
        </p:grpSpPr>
        <p:sp>
          <p:nvSpPr>
            <p:cNvPr id="15056" name="Google Shape;15056;p84"/>
            <p:cNvSpPr/>
            <p:nvPr/>
          </p:nvSpPr>
          <p:spPr>
            <a:xfrm>
              <a:off x="-55514650" y="2917925"/>
              <a:ext cx="72500" cy="29775"/>
            </a:xfrm>
            <a:custGeom>
              <a:avLst/>
              <a:gdLst/>
              <a:ahLst/>
              <a:cxnLst/>
              <a:rect l="l" t="t" r="r" b="b"/>
              <a:pathLst>
                <a:path w="2900" h="1191" extrusionOk="0">
                  <a:moveTo>
                    <a:pt x="387" y="1"/>
                  </a:moveTo>
                  <a:cubicBezTo>
                    <a:pt x="292" y="1"/>
                    <a:pt x="206" y="40"/>
                    <a:pt x="158" y="119"/>
                  </a:cubicBezTo>
                  <a:cubicBezTo>
                    <a:pt x="1" y="277"/>
                    <a:pt x="1" y="529"/>
                    <a:pt x="158" y="655"/>
                  </a:cubicBezTo>
                  <a:cubicBezTo>
                    <a:pt x="505" y="1001"/>
                    <a:pt x="978" y="1190"/>
                    <a:pt x="1450" y="1190"/>
                  </a:cubicBezTo>
                  <a:cubicBezTo>
                    <a:pt x="1954" y="1190"/>
                    <a:pt x="2427" y="1001"/>
                    <a:pt x="2742" y="655"/>
                  </a:cubicBezTo>
                  <a:cubicBezTo>
                    <a:pt x="2899" y="497"/>
                    <a:pt x="2899" y="245"/>
                    <a:pt x="2742" y="119"/>
                  </a:cubicBezTo>
                  <a:cubicBezTo>
                    <a:pt x="2679" y="72"/>
                    <a:pt x="2592" y="48"/>
                    <a:pt x="2502" y="48"/>
                  </a:cubicBezTo>
                  <a:cubicBezTo>
                    <a:pt x="2411" y="48"/>
                    <a:pt x="2317" y="72"/>
                    <a:pt x="2238" y="119"/>
                  </a:cubicBezTo>
                  <a:cubicBezTo>
                    <a:pt x="2049" y="340"/>
                    <a:pt x="1734" y="434"/>
                    <a:pt x="1450" y="434"/>
                  </a:cubicBezTo>
                  <a:cubicBezTo>
                    <a:pt x="1135" y="434"/>
                    <a:pt x="852" y="340"/>
                    <a:pt x="663" y="119"/>
                  </a:cubicBezTo>
                  <a:cubicBezTo>
                    <a:pt x="584" y="40"/>
                    <a:pt x="481" y="1"/>
                    <a:pt x="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057" name="Google Shape;15057;p84"/>
            <p:cNvSpPr/>
            <p:nvPr/>
          </p:nvSpPr>
          <p:spPr>
            <a:xfrm>
              <a:off x="-55450050" y="2854725"/>
              <a:ext cx="18125" cy="18150"/>
            </a:xfrm>
            <a:custGeom>
              <a:avLst/>
              <a:gdLst/>
              <a:ahLst/>
              <a:cxnLst/>
              <a:rect l="l" t="t" r="r" b="b"/>
              <a:pathLst>
                <a:path w="725" h="726" extrusionOk="0">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058" name="Google Shape;15058;p84"/>
            <p:cNvSpPr/>
            <p:nvPr/>
          </p:nvSpPr>
          <p:spPr>
            <a:xfrm>
              <a:off x="-55524875" y="2855525"/>
              <a:ext cx="18925" cy="17450"/>
            </a:xfrm>
            <a:custGeom>
              <a:avLst/>
              <a:gdLst/>
              <a:ahLst/>
              <a:cxnLst/>
              <a:rect l="l" t="t" r="r" b="b"/>
              <a:pathLst>
                <a:path w="757" h="698" extrusionOk="0">
                  <a:moveTo>
                    <a:pt x="410" y="0"/>
                  </a:moveTo>
                  <a:cubicBezTo>
                    <a:pt x="189" y="0"/>
                    <a:pt x="0" y="158"/>
                    <a:pt x="0" y="347"/>
                  </a:cubicBezTo>
                  <a:cubicBezTo>
                    <a:pt x="0" y="536"/>
                    <a:pt x="189" y="693"/>
                    <a:pt x="410" y="693"/>
                  </a:cubicBezTo>
                  <a:cubicBezTo>
                    <a:pt x="423" y="696"/>
                    <a:pt x="437" y="697"/>
                    <a:pt x="451" y="697"/>
                  </a:cubicBezTo>
                  <a:cubicBezTo>
                    <a:pt x="598" y="697"/>
                    <a:pt x="756" y="548"/>
                    <a:pt x="756" y="347"/>
                  </a:cubicBezTo>
                  <a:cubicBezTo>
                    <a:pt x="756" y="158"/>
                    <a:pt x="599"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059" name="Google Shape;15059;p84"/>
            <p:cNvSpPr/>
            <p:nvPr/>
          </p:nvSpPr>
          <p:spPr>
            <a:xfrm>
              <a:off x="-55620175" y="2686900"/>
              <a:ext cx="319800" cy="318300"/>
            </a:xfrm>
            <a:custGeom>
              <a:avLst/>
              <a:gdLst/>
              <a:ahLst/>
              <a:cxnLst/>
              <a:rect l="l" t="t" r="r" b="b"/>
              <a:pathLst>
                <a:path w="12792" h="12732" extrusionOk="0">
                  <a:moveTo>
                    <a:pt x="5671" y="2240"/>
                  </a:moveTo>
                  <a:cubicBezTo>
                    <a:pt x="6333" y="2240"/>
                    <a:pt x="6931" y="2429"/>
                    <a:pt x="7435" y="2744"/>
                  </a:cubicBezTo>
                  <a:cubicBezTo>
                    <a:pt x="7057" y="4225"/>
                    <a:pt x="5703" y="5233"/>
                    <a:pt x="4159" y="5233"/>
                  </a:cubicBezTo>
                  <a:lnTo>
                    <a:pt x="2332" y="5233"/>
                  </a:lnTo>
                  <a:cubicBezTo>
                    <a:pt x="2489" y="3532"/>
                    <a:pt x="3938" y="2240"/>
                    <a:pt x="5671" y="2240"/>
                  </a:cubicBezTo>
                  <a:close/>
                  <a:moveTo>
                    <a:pt x="8318" y="732"/>
                  </a:moveTo>
                  <a:cubicBezTo>
                    <a:pt x="8434" y="732"/>
                    <a:pt x="8549" y="741"/>
                    <a:pt x="8664" y="759"/>
                  </a:cubicBezTo>
                  <a:cubicBezTo>
                    <a:pt x="9735" y="917"/>
                    <a:pt x="10523" y="1925"/>
                    <a:pt x="10523" y="3059"/>
                  </a:cubicBezTo>
                  <a:lnTo>
                    <a:pt x="10523" y="6147"/>
                  </a:lnTo>
                  <a:cubicBezTo>
                    <a:pt x="10271" y="6021"/>
                    <a:pt x="10050" y="5958"/>
                    <a:pt x="9767" y="5958"/>
                  </a:cubicBezTo>
                  <a:lnTo>
                    <a:pt x="9767" y="5580"/>
                  </a:lnTo>
                  <a:cubicBezTo>
                    <a:pt x="9767" y="3626"/>
                    <a:pt x="8349" y="1957"/>
                    <a:pt x="6490" y="1578"/>
                  </a:cubicBezTo>
                  <a:cubicBezTo>
                    <a:pt x="6975" y="1040"/>
                    <a:pt x="7643" y="732"/>
                    <a:pt x="8318" y="732"/>
                  </a:cubicBezTo>
                  <a:close/>
                  <a:moveTo>
                    <a:pt x="1544" y="6745"/>
                  </a:moveTo>
                  <a:lnTo>
                    <a:pt x="1544" y="8226"/>
                  </a:lnTo>
                  <a:cubicBezTo>
                    <a:pt x="1134" y="8226"/>
                    <a:pt x="788" y="7879"/>
                    <a:pt x="788" y="7470"/>
                  </a:cubicBezTo>
                  <a:cubicBezTo>
                    <a:pt x="788" y="7092"/>
                    <a:pt x="1134" y="6745"/>
                    <a:pt x="1544" y="6745"/>
                  </a:cubicBezTo>
                  <a:close/>
                  <a:moveTo>
                    <a:pt x="9798" y="6745"/>
                  </a:moveTo>
                  <a:cubicBezTo>
                    <a:pt x="10208" y="6745"/>
                    <a:pt x="10554" y="7060"/>
                    <a:pt x="10554" y="7470"/>
                  </a:cubicBezTo>
                  <a:cubicBezTo>
                    <a:pt x="10554" y="7879"/>
                    <a:pt x="10208" y="8226"/>
                    <a:pt x="9798" y="8226"/>
                  </a:cubicBezTo>
                  <a:lnTo>
                    <a:pt x="9798" y="6745"/>
                  </a:lnTo>
                  <a:close/>
                  <a:moveTo>
                    <a:pt x="10712" y="8667"/>
                  </a:moveTo>
                  <a:cubicBezTo>
                    <a:pt x="10775" y="8888"/>
                    <a:pt x="10869" y="9108"/>
                    <a:pt x="11027" y="9297"/>
                  </a:cubicBezTo>
                  <a:cubicBezTo>
                    <a:pt x="11090" y="9455"/>
                    <a:pt x="11216" y="9549"/>
                    <a:pt x="11342" y="9707"/>
                  </a:cubicBezTo>
                  <a:lnTo>
                    <a:pt x="9652" y="9707"/>
                  </a:lnTo>
                  <a:cubicBezTo>
                    <a:pt x="9738" y="9468"/>
                    <a:pt x="9768" y="9254"/>
                    <a:pt x="9798" y="8982"/>
                  </a:cubicBezTo>
                  <a:cubicBezTo>
                    <a:pt x="10145" y="8982"/>
                    <a:pt x="10460" y="8856"/>
                    <a:pt x="10712" y="8667"/>
                  </a:cubicBezTo>
                  <a:close/>
                  <a:moveTo>
                    <a:pt x="8066" y="3280"/>
                  </a:moveTo>
                  <a:cubicBezTo>
                    <a:pt x="8664" y="3847"/>
                    <a:pt x="9042" y="4729"/>
                    <a:pt x="9042" y="5643"/>
                  </a:cubicBezTo>
                  <a:lnTo>
                    <a:pt x="9042" y="8636"/>
                  </a:lnTo>
                  <a:cubicBezTo>
                    <a:pt x="9042" y="10463"/>
                    <a:pt x="7530" y="11975"/>
                    <a:pt x="5671" y="11975"/>
                  </a:cubicBezTo>
                  <a:cubicBezTo>
                    <a:pt x="3812" y="11975"/>
                    <a:pt x="2269" y="10431"/>
                    <a:pt x="2269" y="8573"/>
                  </a:cubicBezTo>
                  <a:lnTo>
                    <a:pt x="2269" y="5989"/>
                  </a:lnTo>
                  <a:lnTo>
                    <a:pt x="4159" y="5989"/>
                  </a:lnTo>
                  <a:cubicBezTo>
                    <a:pt x="5104" y="5989"/>
                    <a:pt x="6049" y="5643"/>
                    <a:pt x="6805" y="5044"/>
                  </a:cubicBezTo>
                  <a:cubicBezTo>
                    <a:pt x="7404" y="4571"/>
                    <a:pt x="7782" y="3941"/>
                    <a:pt x="8066" y="3280"/>
                  </a:cubicBezTo>
                  <a:close/>
                  <a:moveTo>
                    <a:pt x="8329" y="0"/>
                  </a:moveTo>
                  <a:cubicBezTo>
                    <a:pt x="7237" y="0"/>
                    <a:pt x="6224" y="580"/>
                    <a:pt x="5671" y="1547"/>
                  </a:cubicBezTo>
                  <a:lnTo>
                    <a:pt x="5640" y="1547"/>
                  </a:lnTo>
                  <a:cubicBezTo>
                    <a:pt x="3340" y="1547"/>
                    <a:pt x="1481" y="3374"/>
                    <a:pt x="1481" y="5643"/>
                  </a:cubicBezTo>
                  <a:lnTo>
                    <a:pt x="1481" y="5989"/>
                  </a:lnTo>
                  <a:cubicBezTo>
                    <a:pt x="662" y="5989"/>
                    <a:pt x="0" y="6651"/>
                    <a:pt x="0" y="7470"/>
                  </a:cubicBezTo>
                  <a:cubicBezTo>
                    <a:pt x="0" y="8320"/>
                    <a:pt x="662" y="8982"/>
                    <a:pt x="1481" y="8982"/>
                  </a:cubicBezTo>
                  <a:cubicBezTo>
                    <a:pt x="1702" y="11061"/>
                    <a:pt x="3466" y="12731"/>
                    <a:pt x="5577" y="12731"/>
                  </a:cubicBezTo>
                  <a:cubicBezTo>
                    <a:pt x="7215" y="12731"/>
                    <a:pt x="8570" y="11818"/>
                    <a:pt x="9263" y="10463"/>
                  </a:cubicBezTo>
                  <a:lnTo>
                    <a:pt x="12319" y="10463"/>
                  </a:lnTo>
                  <a:cubicBezTo>
                    <a:pt x="12476" y="10463"/>
                    <a:pt x="12634" y="10368"/>
                    <a:pt x="12665" y="10211"/>
                  </a:cubicBezTo>
                  <a:cubicBezTo>
                    <a:pt x="12791" y="9990"/>
                    <a:pt x="12728" y="9833"/>
                    <a:pt x="12571" y="9770"/>
                  </a:cubicBezTo>
                  <a:cubicBezTo>
                    <a:pt x="11783" y="9360"/>
                    <a:pt x="11248" y="8573"/>
                    <a:pt x="11248" y="7690"/>
                  </a:cubicBezTo>
                  <a:lnTo>
                    <a:pt x="11248" y="3122"/>
                  </a:lnTo>
                  <a:cubicBezTo>
                    <a:pt x="11248" y="1578"/>
                    <a:pt x="10208" y="287"/>
                    <a:pt x="8790" y="35"/>
                  </a:cubicBezTo>
                  <a:cubicBezTo>
                    <a:pt x="8636" y="12"/>
                    <a:pt x="8481" y="0"/>
                    <a:pt x="83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060" name="Google Shape;15060;p84"/>
          <p:cNvGrpSpPr/>
          <p:nvPr/>
        </p:nvGrpSpPr>
        <p:grpSpPr>
          <a:xfrm>
            <a:off x="6198887" y="2684124"/>
            <a:ext cx="361969" cy="361090"/>
            <a:chOff x="-53690500" y="1903275"/>
            <a:chExt cx="319000" cy="318225"/>
          </a:xfrm>
        </p:grpSpPr>
        <p:sp>
          <p:nvSpPr>
            <p:cNvPr id="15061" name="Google Shape;15061;p84"/>
            <p:cNvSpPr/>
            <p:nvPr/>
          </p:nvSpPr>
          <p:spPr>
            <a:xfrm>
              <a:off x="-53567625" y="2136625"/>
              <a:ext cx="71675" cy="29750"/>
            </a:xfrm>
            <a:custGeom>
              <a:avLst/>
              <a:gdLst/>
              <a:ahLst/>
              <a:cxnLst/>
              <a:rect l="l" t="t" r="r" b="b"/>
              <a:pathLst>
                <a:path w="2867" h="1190" extrusionOk="0">
                  <a:moveTo>
                    <a:pt x="366" y="0"/>
                  </a:moveTo>
                  <a:cubicBezTo>
                    <a:pt x="276" y="0"/>
                    <a:pt x="189" y="40"/>
                    <a:pt x="126" y="118"/>
                  </a:cubicBezTo>
                  <a:cubicBezTo>
                    <a:pt x="0" y="244"/>
                    <a:pt x="0" y="465"/>
                    <a:pt x="126" y="622"/>
                  </a:cubicBezTo>
                  <a:cubicBezTo>
                    <a:pt x="473" y="969"/>
                    <a:pt x="945" y="1190"/>
                    <a:pt x="1418" y="1190"/>
                  </a:cubicBezTo>
                  <a:cubicBezTo>
                    <a:pt x="1890" y="1190"/>
                    <a:pt x="2395" y="969"/>
                    <a:pt x="2710" y="622"/>
                  </a:cubicBezTo>
                  <a:cubicBezTo>
                    <a:pt x="2867" y="465"/>
                    <a:pt x="2867" y="244"/>
                    <a:pt x="2710" y="118"/>
                  </a:cubicBezTo>
                  <a:cubicBezTo>
                    <a:pt x="2631" y="40"/>
                    <a:pt x="2536" y="0"/>
                    <a:pt x="2446" y="0"/>
                  </a:cubicBezTo>
                  <a:cubicBezTo>
                    <a:pt x="2355" y="0"/>
                    <a:pt x="2269" y="40"/>
                    <a:pt x="2206" y="118"/>
                  </a:cubicBezTo>
                  <a:cubicBezTo>
                    <a:pt x="2017" y="307"/>
                    <a:pt x="1701" y="433"/>
                    <a:pt x="1418" y="433"/>
                  </a:cubicBezTo>
                  <a:cubicBezTo>
                    <a:pt x="1103" y="433"/>
                    <a:pt x="819" y="307"/>
                    <a:pt x="630" y="118"/>
                  </a:cubicBezTo>
                  <a:cubicBezTo>
                    <a:pt x="552" y="40"/>
                    <a:pt x="457" y="0"/>
                    <a:pt x="3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062" name="Google Shape;15062;p84"/>
            <p:cNvSpPr/>
            <p:nvPr/>
          </p:nvSpPr>
          <p:spPr>
            <a:xfrm>
              <a:off x="-53502250" y="2072625"/>
              <a:ext cx="17325" cy="17350"/>
            </a:xfrm>
            <a:custGeom>
              <a:avLst/>
              <a:gdLst/>
              <a:ahLst/>
              <a:cxnLst/>
              <a:rect l="l" t="t" r="r" b="b"/>
              <a:pathLst>
                <a:path w="693"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063" name="Google Shape;15063;p84"/>
            <p:cNvSpPr/>
            <p:nvPr/>
          </p:nvSpPr>
          <p:spPr>
            <a:xfrm>
              <a:off x="-53577075" y="2072625"/>
              <a:ext cx="17325" cy="17350"/>
            </a:xfrm>
            <a:custGeom>
              <a:avLst/>
              <a:gdLst/>
              <a:ahLst/>
              <a:cxnLst/>
              <a:rect l="l" t="t" r="r" b="b"/>
              <a:pathLst>
                <a:path w="693"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064" name="Google Shape;15064;p84"/>
            <p:cNvSpPr/>
            <p:nvPr/>
          </p:nvSpPr>
          <p:spPr>
            <a:xfrm>
              <a:off x="-53690500" y="1903275"/>
              <a:ext cx="319000" cy="318225"/>
            </a:xfrm>
            <a:custGeom>
              <a:avLst/>
              <a:gdLst/>
              <a:ahLst/>
              <a:cxnLst/>
              <a:rect l="l" t="t" r="r" b="b"/>
              <a:pathLst>
                <a:path w="12760" h="12729" extrusionOk="0">
                  <a:moveTo>
                    <a:pt x="9735" y="4475"/>
                  </a:moveTo>
                  <a:lnTo>
                    <a:pt x="9735" y="5262"/>
                  </a:lnTo>
                  <a:lnTo>
                    <a:pt x="2993" y="5262"/>
                  </a:lnTo>
                  <a:lnTo>
                    <a:pt x="2993" y="4475"/>
                  </a:lnTo>
                  <a:close/>
                  <a:moveTo>
                    <a:pt x="9767" y="6018"/>
                  </a:moveTo>
                  <a:lnTo>
                    <a:pt x="9767" y="8633"/>
                  </a:lnTo>
                  <a:cubicBezTo>
                    <a:pt x="9767" y="10461"/>
                    <a:pt x="8255" y="11973"/>
                    <a:pt x="6427" y="11973"/>
                  </a:cubicBezTo>
                  <a:cubicBezTo>
                    <a:pt x="4569" y="11973"/>
                    <a:pt x="3088" y="10461"/>
                    <a:pt x="3088" y="8633"/>
                  </a:cubicBezTo>
                  <a:lnTo>
                    <a:pt x="3088" y="6018"/>
                  </a:lnTo>
                  <a:close/>
                  <a:moveTo>
                    <a:pt x="6459" y="757"/>
                  </a:moveTo>
                  <a:cubicBezTo>
                    <a:pt x="9578" y="757"/>
                    <a:pt x="12098" y="3277"/>
                    <a:pt x="12098" y="6365"/>
                  </a:cubicBezTo>
                  <a:lnTo>
                    <a:pt x="12098" y="11973"/>
                  </a:lnTo>
                  <a:lnTo>
                    <a:pt x="8727" y="11973"/>
                  </a:lnTo>
                  <a:cubicBezTo>
                    <a:pt x="9798" y="11217"/>
                    <a:pt x="10460" y="9988"/>
                    <a:pt x="10460" y="8633"/>
                  </a:cubicBezTo>
                  <a:lnTo>
                    <a:pt x="10460" y="4097"/>
                  </a:lnTo>
                  <a:cubicBezTo>
                    <a:pt x="10460" y="3908"/>
                    <a:pt x="10303" y="3750"/>
                    <a:pt x="10114" y="3750"/>
                  </a:cubicBezTo>
                  <a:lnTo>
                    <a:pt x="6774" y="3750"/>
                  </a:lnTo>
                  <a:lnTo>
                    <a:pt x="6774" y="2994"/>
                  </a:lnTo>
                  <a:lnTo>
                    <a:pt x="7121" y="2994"/>
                  </a:lnTo>
                  <a:cubicBezTo>
                    <a:pt x="7310" y="2994"/>
                    <a:pt x="7467" y="2836"/>
                    <a:pt x="7467" y="2616"/>
                  </a:cubicBezTo>
                  <a:cubicBezTo>
                    <a:pt x="7467" y="2427"/>
                    <a:pt x="7310" y="2269"/>
                    <a:pt x="7121" y="2269"/>
                  </a:cubicBezTo>
                  <a:lnTo>
                    <a:pt x="6774" y="2269"/>
                  </a:lnTo>
                  <a:lnTo>
                    <a:pt x="6774" y="1923"/>
                  </a:lnTo>
                  <a:cubicBezTo>
                    <a:pt x="6774" y="1734"/>
                    <a:pt x="6616" y="1576"/>
                    <a:pt x="6427" y="1576"/>
                  </a:cubicBezTo>
                  <a:cubicBezTo>
                    <a:pt x="6207" y="1576"/>
                    <a:pt x="6049" y="1734"/>
                    <a:pt x="6049" y="1923"/>
                  </a:cubicBezTo>
                  <a:lnTo>
                    <a:pt x="6049" y="2269"/>
                  </a:lnTo>
                  <a:lnTo>
                    <a:pt x="5703" y="2269"/>
                  </a:lnTo>
                  <a:cubicBezTo>
                    <a:pt x="5514" y="2269"/>
                    <a:pt x="5356" y="2427"/>
                    <a:pt x="5356" y="2616"/>
                  </a:cubicBezTo>
                  <a:cubicBezTo>
                    <a:pt x="5356" y="2836"/>
                    <a:pt x="5514" y="2994"/>
                    <a:pt x="5703" y="2994"/>
                  </a:cubicBezTo>
                  <a:lnTo>
                    <a:pt x="6049" y="2994"/>
                  </a:lnTo>
                  <a:lnTo>
                    <a:pt x="6049" y="3750"/>
                  </a:lnTo>
                  <a:lnTo>
                    <a:pt x="2710" y="3750"/>
                  </a:lnTo>
                  <a:cubicBezTo>
                    <a:pt x="2521" y="3750"/>
                    <a:pt x="2363" y="3908"/>
                    <a:pt x="2363" y="4097"/>
                  </a:cubicBezTo>
                  <a:lnTo>
                    <a:pt x="2363" y="8633"/>
                  </a:lnTo>
                  <a:cubicBezTo>
                    <a:pt x="2363" y="9988"/>
                    <a:pt x="3088" y="11217"/>
                    <a:pt x="4096" y="11973"/>
                  </a:cubicBezTo>
                  <a:lnTo>
                    <a:pt x="820" y="11973"/>
                  </a:lnTo>
                  <a:lnTo>
                    <a:pt x="820" y="6365"/>
                  </a:lnTo>
                  <a:cubicBezTo>
                    <a:pt x="820" y="3277"/>
                    <a:pt x="3340" y="757"/>
                    <a:pt x="6459" y="757"/>
                  </a:cubicBezTo>
                  <a:close/>
                  <a:moveTo>
                    <a:pt x="6364" y="1"/>
                  </a:moveTo>
                  <a:cubicBezTo>
                    <a:pt x="2867" y="1"/>
                    <a:pt x="0" y="2868"/>
                    <a:pt x="0" y="6365"/>
                  </a:cubicBezTo>
                  <a:lnTo>
                    <a:pt x="0" y="12351"/>
                  </a:lnTo>
                  <a:cubicBezTo>
                    <a:pt x="0" y="12571"/>
                    <a:pt x="158" y="12729"/>
                    <a:pt x="347" y="12729"/>
                  </a:cubicBezTo>
                  <a:lnTo>
                    <a:pt x="12319" y="12729"/>
                  </a:lnTo>
                  <a:cubicBezTo>
                    <a:pt x="12508" y="12729"/>
                    <a:pt x="12665" y="12571"/>
                    <a:pt x="12665" y="12351"/>
                  </a:cubicBezTo>
                  <a:lnTo>
                    <a:pt x="12665" y="6365"/>
                  </a:lnTo>
                  <a:cubicBezTo>
                    <a:pt x="12760" y="2868"/>
                    <a:pt x="9893" y="1"/>
                    <a:pt x="63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065" name="Google Shape;15065;p84"/>
          <p:cNvGrpSpPr/>
          <p:nvPr/>
        </p:nvGrpSpPr>
        <p:grpSpPr>
          <a:xfrm>
            <a:off x="6221226" y="3137587"/>
            <a:ext cx="317290" cy="359303"/>
            <a:chOff x="-53670800" y="2296300"/>
            <a:chExt cx="279625" cy="316650"/>
          </a:xfrm>
        </p:grpSpPr>
        <p:sp>
          <p:nvSpPr>
            <p:cNvPr id="15066" name="Google Shape;15066;p84"/>
            <p:cNvSpPr/>
            <p:nvPr/>
          </p:nvSpPr>
          <p:spPr>
            <a:xfrm>
              <a:off x="-53567625" y="2527275"/>
              <a:ext cx="73250" cy="29750"/>
            </a:xfrm>
            <a:custGeom>
              <a:avLst/>
              <a:gdLst/>
              <a:ahLst/>
              <a:cxnLst/>
              <a:rect l="l" t="t" r="r" b="b"/>
              <a:pathLst>
                <a:path w="2930" h="1190" extrusionOk="0">
                  <a:moveTo>
                    <a:pt x="410" y="1"/>
                  </a:moveTo>
                  <a:cubicBezTo>
                    <a:pt x="315" y="1"/>
                    <a:pt x="221" y="40"/>
                    <a:pt x="158" y="119"/>
                  </a:cubicBezTo>
                  <a:cubicBezTo>
                    <a:pt x="0" y="276"/>
                    <a:pt x="0" y="528"/>
                    <a:pt x="158" y="623"/>
                  </a:cubicBezTo>
                  <a:cubicBezTo>
                    <a:pt x="504" y="1001"/>
                    <a:pt x="977" y="1190"/>
                    <a:pt x="1449" y="1190"/>
                  </a:cubicBezTo>
                  <a:cubicBezTo>
                    <a:pt x="1922" y="1190"/>
                    <a:pt x="2458" y="1001"/>
                    <a:pt x="2773" y="623"/>
                  </a:cubicBezTo>
                  <a:cubicBezTo>
                    <a:pt x="2930" y="465"/>
                    <a:pt x="2930" y="245"/>
                    <a:pt x="2773" y="119"/>
                  </a:cubicBezTo>
                  <a:cubicBezTo>
                    <a:pt x="2710" y="40"/>
                    <a:pt x="2615" y="1"/>
                    <a:pt x="2517" y="1"/>
                  </a:cubicBezTo>
                  <a:cubicBezTo>
                    <a:pt x="2418" y="1"/>
                    <a:pt x="2316" y="40"/>
                    <a:pt x="2237" y="119"/>
                  </a:cubicBezTo>
                  <a:cubicBezTo>
                    <a:pt x="2048" y="308"/>
                    <a:pt x="1733" y="434"/>
                    <a:pt x="1449" y="434"/>
                  </a:cubicBezTo>
                  <a:cubicBezTo>
                    <a:pt x="1134" y="434"/>
                    <a:pt x="882" y="308"/>
                    <a:pt x="662" y="119"/>
                  </a:cubicBezTo>
                  <a:cubicBezTo>
                    <a:pt x="599" y="40"/>
                    <a:pt x="504"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067" name="Google Shape;15067;p84"/>
            <p:cNvSpPr/>
            <p:nvPr/>
          </p:nvSpPr>
          <p:spPr>
            <a:xfrm>
              <a:off x="-53502250" y="2463275"/>
              <a:ext cx="17325" cy="17350"/>
            </a:xfrm>
            <a:custGeom>
              <a:avLst/>
              <a:gdLst/>
              <a:ahLst/>
              <a:cxnLst/>
              <a:rect l="l" t="t" r="r" b="b"/>
              <a:pathLst>
                <a:path w="693"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068" name="Google Shape;15068;p84"/>
            <p:cNvSpPr/>
            <p:nvPr/>
          </p:nvSpPr>
          <p:spPr>
            <a:xfrm>
              <a:off x="-53577075" y="2463275"/>
              <a:ext cx="17325" cy="17350"/>
            </a:xfrm>
            <a:custGeom>
              <a:avLst/>
              <a:gdLst/>
              <a:ahLst/>
              <a:cxnLst/>
              <a:rect l="l" t="t" r="r" b="b"/>
              <a:pathLst>
                <a:path w="693"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069" name="Google Shape;15069;p84"/>
            <p:cNvSpPr/>
            <p:nvPr/>
          </p:nvSpPr>
          <p:spPr>
            <a:xfrm>
              <a:off x="-53670800" y="2296300"/>
              <a:ext cx="279625" cy="316650"/>
            </a:xfrm>
            <a:custGeom>
              <a:avLst/>
              <a:gdLst/>
              <a:ahLst/>
              <a:cxnLst/>
              <a:rect l="l" t="t" r="r" b="b"/>
              <a:pathLst>
                <a:path w="11185" h="12666" extrusionOk="0">
                  <a:moveTo>
                    <a:pt x="1481" y="6680"/>
                  </a:moveTo>
                  <a:lnTo>
                    <a:pt x="1481" y="7026"/>
                  </a:lnTo>
                  <a:lnTo>
                    <a:pt x="1481" y="8129"/>
                  </a:lnTo>
                  <a:cubicBezTo>
                    <a:pt x="1450" y="8134"/>
                    <a:pt x="1421" y="8136"/>
                    <a:pt x="1391" y="8136"/>
                  </a:cubicBezTo>
                  <a:cubicBezTo>
                    <a:pt x="1026" y="8136"/>
                    <a:pt x="756" y="7786"/>
                    <a:pt x="756" y="7436"/>
                  </a:cubicBezTo>
                  <a:cubicBezTo>
                    <a:pt x="756" y="7026"/>
                    <a:pt x="1103" y="6680"/>
                    <a:pt x="1481" y="6680"/>
                  </a:cubicBezTo>
                  <a:close/>
                  <a:moveTo>
                    <a:pt x="9672" y="6711"/>
                  </a:moveTo>
                  <a:cubicBezTo>
                    <a:pt x="10082" y="6711"/>
                    <a:pt x="10428" y="7026"/>
                    <a:pt x="10428" y="7467"/>
                  </a:cubicBezTo>
                  <a:cubicBezTo>
                    <a:pt x="10428" y="7814"/>
                    <a:pt x="10113" y="8192"/>
                    <a:pt x="9672" y="8192"/>
                  </a:cubicBezTo>
                  <a:lnTo>
                    <a:pt x="9672" y="7089"/>
                  </a:lnTo>
                  <a:lnTo>
                    <a:pt x="9672" y="6711"/>
                  </a:lnTo>
                  <a:close/>
                  <a:moveTo>
                    <a:pt x="5576" y="3718"/>
                  </a:moveTo>
                  <a:cubicBezTo>
                    <a:pt x="7435" y="3718"/>
                    <a:pt x="8947" y="5231"/>
                    <a:pt x="8947" y="7089"/>
                  </a:cubicBezTo>
                  <a:lnTo>
                    <a:pt x="8947" y="9326"/>
                  </a:lnTo>
                  <a:cubicBezTo>
                    <a:pt x="8947" y="10775"/>
                    <a:pt x="7750" y="11910"/>
                    <a:pt x="6333" y="11910"/>
                  </a:cubicBezTo>
                  <a:lnTo>
                    <a:pt x="4852" y="11910"/>
                  </a:lnTo>
                  <a:cubicBezTo>
                    <a:pt x="3371" y="11910"/>
                    <a:pt x="2237" y="10744"/>
                    <a:pt x="2237" y="9326"/>
                  </a:cubicBezTo>
                  <a:lnTo>
                    <a:pt x="2237" y="7089"/>
                  </a:lnTo>
                  <a:cubicBezTo>
                    <a:pt x="2237" y="5231"/>
                    <a:pt x="3749" y="3718"/>
                    <a:pt x="5576" y="3718"/>
                  </a:cubicBezTo>
                  <a:close/>
                  <a:moveTo>
                    <a:pt x="7089" y="1"/>
                  </a:moveTo>
                  <a:cubicBezTo>
                    <a:pt x="6080" y="1"/>
                    <a:pt x="5230" y="820"/>
                    <a:pt x="5230" y="1828"/>
                  </a:cubicBezTo>
                  <a:lnTo>
                    <a:pt x="5230" y="2994"/>
                  </a:lnTo>
                  <a:cubicBezTo>
                    <a:pt x="3560" y="3151"/>
                    <a:pt x="2142" y="4348"/>
                    <a:pt x="1670" y="5924"/>
                  </a:cubicBezTo>
                  <a:lnTo>
                    <a:pt x="1512" y="5924"/>
                  </a:lnTo>
                  <a:cubicBezTo>
                    <a:pt x="662" y="5924"/>
                    <a:pt x="0" y="6585"/>
                    <a:pt x="0" y="7436"/>
                  </a:cubicBezTo>
                  <a:cubicBezTo>
                    <a:pt x="0" y="8255"/>
                    <a:pt x="662" y="8917"/>
                    <a:pt x="1512" y="8917"/>
                  </a:cubicBezTo>
                  <a:lnTo>
                    <a:pt x="1512" y="9326"/>
                  </a:lnTo>
                  <a:cubicBezTo>
                    <a:pt x="1512" y="11185"/>
                    <a:pt x="2993" y="12666"/>
                    <a:pt x="4852" y="12666"/>
                  </a:cubicBezTo>
                  <a:lnTo>
                    <a:pt x="6333" y="12666"/>
                  </a:lnTo>
                  <a:cubicBezTo>
                    <a:pt x="8191" y="12666"/>
                    <a:pt x="9704" y="11185"/>
                    <a:pt x="9704" y="9326"/>
                  </a:cubicBezTo>
                  <a:lnTo>
                    <a:pt x="9704" y="8917"/>
                  </a:lnTo>
                  <a:cubicBezTo>
                    <a:pt x="10523" y="8917"/>
                    <a:pt x="11184" y="8255"/>
                    <a:pt x="11184" y="7436"/>
                  </a:cubicBezTo>
                  <a:cubicBezTo>
                    <a:pt x="11184" y="6617"/>
                    <a:pt x="10523" y="5924"/>
                    <a:pt x="9672" y="5924"/>
                  </a:cubicBezTo>
                  <a:lnTo>
                    <a:pt x="9515" y="5924"/>
                  </a:lnTo>
                  <a:cubicBezTo>
                    <a:pt x="9042" y="4317"/>
                    <a:pt x="7687" y="3151"/>
                    <a:pt x="5954" y="2994"/>
                  </a:cubicBezTo>
                  <a:lnTo>
                    <a:pt x="5954" y="1828"/>
                  </a:lnTo>
                  <a:cubicBezTo>
                    <a:pt x="5954" y="1198"/>
                    <a:pt x="6459" y="725"/>
                    <a:pt x="7057" y="725"/>
                  </a:cubicBezTo>
                  <a:cubicBezTo>
                    <a:pt x="7687" y="725"/>
                    <a:pt x="8160" y="1230"/>
                    <a:pt x="8160" y="1828"/>
                  </a:cubicBezTo>
                  <a:cubicBezTo>
                    <a:pt x="8160" y="2017"/>
                    <a:pt x="8002" y="2206"/>
                    <a:pt x="7813" y="2206"/>
                  </a:cubicBezTo>
                  <a:cubicBezTo>
                    <a:pt x="7593" y="2206"/>
                    <a:pt x="7435" y="2017"/>
                    <a:pt x="7435" y="1828"/>
                  </a:cubicBezTo>
                  <a:cubicBezTo>
                    <a:pt x="7435" y="1639"/>
                    <a:pt x="7278" y="1482"/>
                    <a:pt x="7089" y="1482"/>
                  </a:cubicBezTo>
                  <a:cubicBezTo>
                    <a:pt x="6900" y="1482"/>
                    <a:pt x="6742" y="1639"/>
                    <a:pt x="6742" y="1828"/>
                  </a:cubicBezTo>
                  <a:cubicBezTo>
                    <a:pt x="6742" y="2458"/>
                    <a:pt x="7246" y="2931"/>
                    <a:pt x="7845" y="2931"/>
                  </a:cubicBezTo>
                  <a:cubicBezTo>
                    <a:pt x="8475" y="2931"/>
                    <a:pt x="8947" y="2427"/>
                    <a:pt x="8947" y="1828"/>
                  </a:cubicBezTo>
                  <a:cubicBezTo>
                    <a:pt x="8947" y="820"/>
                    <a:pt x="8128" y="1"/>
                    <a:pt x="70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070" name="Google Shape;15070;p84"/>
          <p:cNvGrpSpPr/>
          <p:nvPr/>
        </p:nvGrpSpPr>
        <p:grpSpPr>
          <a:xfrm>
            <a:off x="6198887" y="3602925"/>
            <a:ext cx="361969" cy="361544"/>
            <a:chOff x="-53690500" y="2686575"/>
            <a:chExt cx="319000" cy="318625"/>
          </a:xfrm>
        </p:grpSpPr>
        <p:sp>
          <p:nvSpPr>
            <p:cNvPr id="15071" name="Google Shape;15071;p84"/>
            <p:cNvSpPr/>
            <p:nvPr/>
          </p:nvSpPr>
          <p:spPr>
            <a:xfrm>
              <a:off x="-53567625" y="2917925"/>
              <a:ext cx="73250" cy="29775"/>
            </a:xfrm>
            <a:custGeom>
              <a:avLst/>
              <a:gdLst/>
              <a:ahLst/>
              <a:cxnLst/>
              <a:rect l="l" t="t" r="r" b="b"/>
              <a:pathLst>
                <a:path w="2930" h="1191" extrusionOk="0">
                  <a:moveTo>
                    <a:pt x="410" y="1"/>
                  </a:moveTo>
                  <a:cubicBezTo>
                    <a:pt x="315" y="1"/>
                    <a:pt x="221" y="40"/>
                    <a:pt x="158" y="119"/>
                  </a:cubicBezTo>
                  <a:cubicBezTo>
                    <a:pt x="0" y="277"/>
                    <a:pt x="0" y="529"/>
                    <a:pt x="158" y="655"/>
                  </a:cubicBezTo>
                  <a:cubicBezTo>
                    <a:pt x="504" y="1001"/>
                    <a:pt x="977" y="1190"/>
                    <a:pt x="1449" y="1190"/>
                  </a:cubicBezTo>
                  <a:cubicBezTo>
                    <a:pt x="1922" y="1190"/>
                    <a:pt x="2458" y="1001"/>
                    <a:pt x="2773" y="655"/>
                  </a:cubicBezTo>
                  <a:cubicBezTo>
                    <a:pt x="2930" y="497"/>
                    <a:pt x="2930" y="245"/>
                    <a:pt x="2773" y="119"/>
                  </a:cubicBezTo>
                  <a:cubicBezTo>
                    <a:pt x="2710" y="72"/>
                    <a:pt x="2615" y="48"/>
                    <a:pt x="2517" y="48"/>
                  </a:cubicBezTo>
                  <a:cubicBezTo>
                    <a:pt x="2418" y="48"/>
                    <a:pt x="2316" y="72"/>
                    <a:pt x="2237" y="119"/>
                  </a:cubicBezTo>
                  <a:cubicBezTo>
                    <a:pt x="2048" y="340"/>
                    <a:pt x="1733" y="434"/>
                    <a:pt x="1449" y="434"/>
                  </a:cubicBezTo>
                  <a:cubicBezTo>
                    <a:pt x="1134" y="434"/>
                    <a:pt x="882" y="340"/>
                    <a:pt x="662" y="119"/>
                  </a:cubicBezTo>
                  <a:cubicBezTo>
                    <a:pt x="599" y="40"/>
                    <a:pt x="504"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072" name="Google Shape;15072;p84"/>
            <p:cNvSpPr/>
            <p:nvPr/>
          </p:nvSpPr>
          <p:spPr>
            <a:xfrm>
              <a:off x="-53577075"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073" name="Google Shape;15073;p84"/>
            <p:cNvSpPr/>
            <p:nvPr/>
          </p:nvSpPr>
          <p:spPr>
            <a:xfrm>
              <a:off x="-53502250"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074" name="Google Shape;15074;p84"/>
            <p:cNvSpPr/>
            <p:nvPr/>
          </p:nvSpPr>
          <p:spPr>
            <a:xfrm>
              <a:off x="-53690500" y="2686575"/>
              <a:ext cx="319000" cy="318625"/>
            </a:xfrm>
            <a:custGeom>
              <a:avLst/>
              <a:gdLst/>
              <a:ahLst/>
              <a:cxnLst/>
              <a:rect l="l" t="t" r="r" b="b"/>
              <a:pathLst>
                <a:path w="12760" h="12745" extrusionOk="0">
                  <a:moveTo>
                    <a:pt x="6364" y="804"/>
                  </a:moveTo>
                  <a:lnTo>
                    <a:pt x="11059" y="3765"/>
                  </a:lnTo>
                  <a:lnTo>
                    <a:pt x="1702" y="3765"/>
                  </a:lnTo>
                  <a:lnTo>
                    <a:pt x="6364" y="804"/>
                  </a:lnTo>
                  <a:close/>
                  <a:moveTo>
                    <a:pt x="5797" y="4490"/>
                  </a:moveTo>
                  <a:cubicBezTo>
                    <a:pt x="5262" y="5404"/>
                    <a:pt x="4285" y="6002"/>
                    <a:pt x="3214" y="6002"/>
                  </a:cubicBezTo>
                  <a:lnTo>
                    <a:pt x="2237" y="6002"/>
                  </a:lnTo>
                  <a:cubicBezTo>
                    <a:pt x="1954" y="6002"/>
                    <a:pt x="1733" y="6065"/>
                    <a:pt x="1513" y="6191"/>
                  </a:cubicBezTo>
                  <a:lnTo>
                    <a:pt x="1513" y="4490"/>
                  </a:lnTo>
                  <a:close/>
                  <a:moveTo>
                    <a:pt x="11248" y="4490"/>
                  </a:moveTo>
                  <a:lnTo>
                    <a:pt x="11248" y="6191"/>
                  </a:lnTo>
                  <a:cubicBezTo>
                    <a:pt x="11027" y="6065"/>
                    <a:pt x="10775" y="6002"/>
                    <a:pt x="10523" y="6002"/>
                  </a:cubicBezTo>
                  <a:lnTo>
                    <a:pt x="9515" y="6002"/>
                  </a:lnTo>
                  <a:cubicBezTo>
                    <a:pt x="8475" y="6002"/>
                    <a:pt x="7467" y="5404"/>
                    <a:pt x="6963" y="4490"/>
                  </a:cubicBezTo>
                  <a:close/>
                  <a:moveTo>
                    <a:pt x="2237" y="6758"/>
                  </a:moveTo>
                  <a:lnTo>
                    <a:pt x="2237" y="8239"/>
                  </a:lnTo>
                  <a:cubicBezTo>
                    <a:pt x="1859" y="8239"/>
                    <a:pt x="1481" y="7892"/>
                    <a:pt x="1481" y="7483"/>
                  </a:cubicBezTo>
                  <a:cubicBezTo>
                    <a:pt x="1481" y="7105"/>
                    <a:pt x="1796" y="6758"/>
                    <a:pt x="2237" y="6758"/>
                  </a:cubicBezTo>
                  <a:close/>
                  <a:moveTo>
                    <a:pt x="10523" y="6758"/>
                  </a:moveTo>
                  <a:cubicBezTo>
                    <a:pt x="10901" y="6758"/>
                    <a:pt x="11248" y="7073"/>
                    <a:pt x="11248" y="7483"/>
                  </a:cubicBezTo>
                  <a:cubicBezTo>
                    <a:pt x="11248" y="7892"/>
                    <a:pt x="10933" y="8239"/>
                    <a:pt x="10523" y="8239"/>
                  </a:cubicBezTo>
                  <a:lnTo>
                    <a:pt x="10523" y="6758"/>
                  </a:lnTo>
                  <a:close/>
                  <a:moveTo>
                    <a:pt x="1481" y="8806"/>
                  </a:moveTo>
                  <a:cubicBezTo>
                    <a:pt x="1733" y="8901"/>
                    <a:pt x="1954" y="8995"/>
                    <a:pt x="2237" y="8995"/>
                  </a:cubicBezTo>
                  <a:cubicBezTo>
                    <a:pt x="2363" y="10224"/>
                    <a:pt x="2993" y="11326"/>
                    <a:pt x="4002" y="11988"/>
                  </a:cubicBezTo>
                  <a:lnTo>
                    <a:pt x="1481" y="11988"/>
                  </a:lnTo>
                  <a:lnTo>
                    <a:pt x="1481" y="8806"/>
                  </a:lnTo>
                  <a:close/>
                  <a:moveTo>
                    <a:pt x="6333" y="5025"/>
                  </a:moveTo>
                  <a:cubicBezTo>
                    <a:pt x="6585" y="5404"/>
                    <a:pt x="6932" y="5750"/>
                    <a:pt x="7310" y="6065"/>
                  </a:cubicBezTo>
                  <a:cubicBezTo>
                    <a:pt x="7940" y="6506"/>
                    <a:pt x="8696" y="6758"/>
                    <a:pt x="9452" y="6758"/>
                  </a:cubicBezTo>
                  <a:lnTo>
                    <a:pt x="9672" y="6758"/>
                  </a:lnTo>
                  <a:lnTo>
                    <a:pt x="9672" y="8586"/>
                  </a:lnTo>
                  <a:lnTo>
                    <a:pt x="9767" y="8586"/>
                  </a:lnTo>
                  <a:cubicBezTo>
                    <a:pt x="9767" y="10444"/>
                    <a:pt x="8223" y="11988"/>
                    <a:pt x="6364" y="11988"/>
                  </a:cubicBezTo>
                  <a:cubicBezTo>
                    <a:pt x="4537" y="11988"/>
                    <a:pt x="2993" y="10444"/>
                    <a:pt x="2993" y="8586"/>
                  </a:cubicBezTo>
                  <a:lnTo>
                    <a:pt x="2993" y="6758"/>
                  </a:lnTo>
                  <a:lnTo>
                    <a:pt x="3214" y="6758"/>
                  </a:lnTo>
                  <a:cubicBezTo>
                    <a:pt x="4002" y="6758"/>
                    <a:pt x="4726" y="6506"/>
                    <a:pt x="5356" y="6065"/>
                  </a:cubicBezTo>
                  <a:cubicBezTo>
                    <a:pt x="5734" y="5813"/>
                    <a:pt x="6112" y="5435"/>
                    <a:pt x="6333" y="5025"/>
                  </a:cubicBezTo>
                  <a:close/>
                  <a:moveTo>
                    <a:pt x="11248" y="8806"/>
                  </a:moveTo>
                  <a:lnTo>
                    <a:pt x="11248" y="12020"/>
                  </a:lnTo>
                  <a:lnTo>
                    <a:pt x="8727" y="12020"/>
                  </a:lnTo>
                  <a:lnTo>
                    <a:pt x="8727" y="11988"/>
                  </a:lnTo>
                  <a:cubicBezTo>
                    <a:pt x="9735" y="11326"/>
                    <a:pt x="10397" y="10224"/>
                    <a:pt x="10523" y="8995"/>
                  </a:cubicBezTo>
                  <a:cubicBezTo>
                    <a:pt x="10775" y="8995"/>
                    <a:pt x="11027" y="8901"/>
                    <a:pt x="11248" y="8806"/>
                  </a:cubicBezTo>
                  <a:close/>
                  <a:moveTo>
                    <a:pt x="6380" y="0"/>
                  </a:moveTo>
                  <a:cubicBezTo>
                    <a:pt x="6309" y="0"/>
                    <a:pt x="6238" y="16"/>
                    <a:pt x="6175" y="48"/>
                  </a:cubicBezTo>
                  <a:lnTo>
                    <a:pt x="189" y="3797"/>
                  </a:lnTo>
                  <a:cubicBezTo>
                    <a:pt x="32" y="3860"/>
                    <a:pt x="0" y="4080"/>
                    <a:pt x="32" y="4238"/>
                  </a:cubicBezTo>
                  <a:cubicBezTo>
                    <a:pt x="95" y="4395"/>
                    <a:pt x="252" y="4490"/>
                    <a:pt x="378" y="4490"/>
                  </a:cubicBezTo>
                  <a:lnTo>
                    <a:pt x="757" y="4490"/>
                  </a:lnTo>
                  <a:lnTo>
                    <a:pt x="757" y="12366"/>
                  </a:lnTo>
                  <a:cubicBezTo>
                    <a:pt x="757" y="12587"/>
                    <a:pt x="914" y="12744"/>
                    <a:pt x="1103" y="12744"/>
                  </a:cubicBezTo>
                  <a:lnTo>
                    <a:pt x="11626" y="12744"/>
                  </a:lnTo>
                  <a:cubicBezTo>
                    <a:pt x="11815" y="12744"/>
                    <a:pt x="11972" y="12587"/>
                    <a:pt x="11972" y="12366"/>
                  </a:cubicBezTo>
                  <a:lnTo>
                    <a:pt x="11972" y="4490"/>
                  </a:lnTo>
                  <a:lnTo>
                    <a:pt x="12319" y="4490"/>
                  </a:lnTo>
                  <a:cubicBezTo>
                    <a:pt x="12476" y="4490"/>
                    <a:pt x="12634" y="4395"/>
                    <a:pt x="12665" y="4238"/>
                  </a:cubicBezTo>
                  <a:cubicBezTo>
                    <a:pt x="12760" y="4080"/>
                    <a:pt x="12728" y="3923"/>
                    <a:pt x="12571" y="3797"/>
                  </a:cubicBezTo>
                  <a:lnTo>
                    <a:pt x="6585" y="48"/>
                  </a:lnTo>
                  <a:cubicBezTo>
                    <a:pt x="6522" y="16"/>
                    <a:pt x="6451" y="0"/>
                    <a:pt x="63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075" name="Google Shape;15075;p84"/>
          <p:cNvGrpSpPr/>
          <p:nvPr/>
        </p:nvGrpSpPr>
        <p:grpSpPr>
          <a:xfrm>
            <a:off x="8008669" y="3145785"/>
            <a:ext cx="317319" cy="360948"/>
            <a:chOff x="-52092425" y="2303525"/>
            <a:chExt cx="279650" cy="318100"/>
          </a:xfrm>
        </p:grpSpPr>
        <p:sp>
          <p:nvSpPr>
            <p:cNvPr id="15076" name="Google Shape;15076;p84"/>
            <p:cNvSpPr/>
            <p:nvPr/>
          </p:nvSpPr>
          <p:spPr>
            <a:xfrm>
              <a:off x="-51989225" y="2535950"/>
              <a:ext cx="72475" cy="29750"/>
            </a:xfrm>
            <a:custGeom>
              <a:avLst/>
              <a:gdLst/>
              <a:ahLst/>
              <a:cxnLst/>
              <a:rect l="l" t="t" r="r" b="b"/>
              <a:pathLst>
                <a:path w="2899" h="1190" extrusionOk="0">
                  <a:moveTo>
                    <a:pt x="398" y="0"/>
                  </a:moveTo>
                  <a:cubicBezTo>
                    <a:pt x="307" y="0"/>
                    <a:pt x="221" y="40"/>
                    <a:pt x="158" y="118"/>
                  </a:cubicBezTo>
                  <a:cubicBezTo>
                    <a:pt x="0" y="276"/>
                    <a:pt x="0" y="528"/>
                    <a:pt x="158" y="654"/>
                  </a:cubicBezTo>
                  <a:cubicBezTo>
                    <a:pt x="504" y="1000"/>
                    <a:pt x="977" y="1189"/>
                    <a:pt x="1449" y="1189"/>
                  </a:cubicBezTo>
                  <a:cubicBezTo>
                    <a:pt x="1922" y="1189"/>
                    <a:pt x="2426" y="1000"/>
                    <a:pt x="2741" y="654"/>
                  </a:cubicBezTo>
                  <a:cubicBezTo>
                    <a:pt x="2899" y="496"/>
                    <a:pt x="2899" y="244"/>
                    <a:pt x="2741" y="118"/>
                  </a:cubicBezTo>
                  <a:cubicBezTo>
                    <a:pt x="2662" y="40"/>
                    <a:pt x="2568" y="0"/>
                    <a:pt x="2477" y="0"/>
                  </a:cubicBezTo>
                  <a:cubicBezTo>
                    <a:pt x="2387" y="0"/>
                    <a:pt x="2300" y="40"/>
                    <a:pt x="2237" y="118"/>
                  </a:cubicBezTo>
                  <a:cubicBezTo>
                    <a:pt x="2048" y="339"/>
                    <a:pt x="1733" y="433"/>
                    <a:pt x="1449" y="433"/>
                  </a:cubicBezTo>
                  <a:cubicBezTo>
                    <a:pt x="1134" y="433"/>
                    <a:pt x="851" y="339"/>
                    <a:pt x="662" y="118"/>
                  </a:cubicBezTo>
                  <a:cubicBezTo>
                    <a:pt x="583" y="40"/>
                    <a:pt x="488"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077" name="Google Shape;15077;p84"/>
            <p:cNvSpPr/>
            <p:nvPr/>
          </p:nvSpPr>
          <p:spPr>
            <a:xfrm>
              <a:off x="-52092425" y="2303525"/>
              <a:ext cx="279650" cy="318100"/>
            </a:xfrm>
            <a:custGeom>
              <a:avLst/>
              <a:gdLst/>
              <a:ahLst/>
              <a:cxnLst/>
              <a:rect l="l" t="t" r="r" b="b"/>
              <a:pathLst>
                <a:path w="11186" h="12724" extrusionOk="0">
                  <a:moveTo>
                    <a:pt x="9610" y="878"/>
                  </a:moveTo>
                  <a:lnTo>
                    <a:pt x="9295" y="2957"/>
                  </a:lnTo>
                  <a:cubicBezTo>
                    <a:pt x="8381" y="2957"/>
                    <a:pt x="7625" y="2327"/>
                    <a:pt x="7468" y="1476"/>
                  </a:cubicBezTo>
                  <a:lnTo>
                    <a:pt x="9610" y="878"/>
                  </a:lnTo>
                  <a:close/>
                  <a:moveTo>
                    <a:pt x="3719" y="1476"/>
                  </a:moveTo>
                  <a:cubicBezTo>
                    <a:pt x="4128" y="1476"/>
                    <a:pt x="4475" y="1791"/>
                    <a:pt x="4475" y="2201"/>
                  </a:cubicBezTo>
                  <a:cubicBezTo>
                    <a:pt x="4475" y="2610"/>
                    <a:pt x="4128" y="2957"/>
                    <a:pt x="3719" y="2957"/>
                  </a:cubicBezTo>
                  <a:cubicBezTo>
                    <a:pt x="3624" y="2957"/>
                    <a:pt x="3498" y="2925"/>
                    <a:pt x="3403" y="2894"/>
                  </a:cubicBezTo>
                  <a:cubicBezTo>
                    <a:pt x="3349" y="2861"/>
                    <a:pt x="3294" y="2847"/>
                    <a:pt x="3241" y="2847"/>
                  </a:cubicBezTo>
                  <a:cubicBezTo>
                    <a:pt x="3144" y="2847"/>
                    <a:pt x="3055" y="2895"/>
                    <a:pt x="2994" y="2957"/>
                  </a:cubicBezTo>
                  <a:cubicBezTo>
                    <a:pt x="2868" y="3083"/>
                    <a:pt x="2836" y="3240"/>
                    <a:pt x="2899" y="3398"/>
                  </a:cubicBezTo>
                  <a:cubicBezTo>
                    <a:pt x="2931" y="3524"/>
                    <a:pt x="2994" y="3618"/>
                    <a:pt x="2994" y="3713"/>
                  </a:cubicBezTo>
                  <a:cubicBezTo>
                    <a:pt x="2994" y="4091"/>
                    <a:pt x="2616" y="4469"/>
                    <a:pt x="2238" y="4469"/>
                  </a:cubicBezTo>
                  <a:cubicBezTo>
                    <a:pt x="1828" y="4469"/>
                    <a:pt x="1482" y="4154"/>
                    <a:pt x="1482" y="3713"/>
                  </a:cubicBezTo>
                  <a:cubicBezTo>
                    <a:pt x="1482" y="3492"/>
                    <a:pt x="1608" y="3303"/>
                    <a:pt x="1671" y="3209"/>
                  </a:cubicBezTo>
                  <a:cubicBezTo>
                    <a:pt x="1797" y="3083"/>
                    <a:pt x="1797" y="2894"/>
                    <a:pt x="1639" y="2736"/>
                  </a:cubicBezTo>
                  <a:cubicBezTo>
                    <a:pt x="1576" y="2610"/>
                    <a:pt x="1450" y="2453"/>
                    <a:pt x="1450" y="2201"/>
                  </a:cubicBezTo>
                  <a:cubicBezTo>
                    <a:pt x="1450" y="1823"/>
                    <a:pt x="1765" y="1476"/>
                    <a:pt x="2206" y="1476"/>
                  </a:cubicBezTo>
                  <a:cubicBezTo>
                    <a:pt x="2427" y="1476"/>
                    <a:pt x="2584" y="1571"/>
                    <a:pt x="2710" y="1665"/>
                  </a:cubicBezTo>
                  <a:cubicBezTo>
                    <a:pt x="2789" y="1728"/>
                    <a:pt x="2876" y="1760"/>
                    <a:pt x="2962" y="1760"/>
                  </a:cubicBezTo>
                  <a:cubicBezTo>
                    <a:pt x="3049" y="1760"/>
                    <a:pt x="3136" y="1728"/>
                    <a:pt x="3214" y="1665"/>
                  </a:cubicBezTo>
                  <a:cubicBezTo>
                    <a:pt x="3340" y="1571"/>
                    <a:pt x="3498" y="1476"/>
                    <a:pt x="3719" y="1476"/>
                  </a:cubicBezTo>
                  <a:close/>
                  <a:moveTo>
                    <a:pt x="6774" y="1697"/>
                  </a:moveTo>
                  <a:cubicBezTo>
                    <a:pt x="7027" y="2862"/>
                    <a:pt x="8035" y="3681"/>
                    <a:pt x="9200" y="3713"/>
                  </a:cubicBezTo>
                  <a:lnTo>
                    <a:pt x="9011" y="5225"/>
                  </a:lnTo>
                  <a:cubicBezTo>
                    <a:pt x="7247" y="5099"/>
                    <a:pt x="5735" y="3839"/>
                    <a:pt x="5294" y="2138"/>
                  </a:cubicBezTo>
                  <a:lnTo>
                    <a:pt x="6774" y="1697"/>
                  </a:lnTo>
                  <a:close/>
                  <a:moveTo>
                    <a:pt x="1450" y="6737"/>
                  </a:moveTo>
                  <a:lnTo>
                    <a:pt x="1450" y="8250"/>
                  </a:lnTo>
                  <a:cubicBezTo>
                    <a:pt x="1041" y="8250"/>
                    <a:pt x="694" y="7935"/>
                    <a:pt x="694" y="7494"/>
                  </a:cubicBezTo>
                  <a:cubicBezTo>
                    <a:pt x="694" y="7115"/>
                    <a:pt x="1009" y="6737"/>
                    <a:pt x="1450" y="6737"/>
                  </a:cubicBezTo>
                  <a:close/>
                  <a:moveTo>
                    <a:pt x="9673" y="6737"/>
                  </a:moveTo>
                  <a:cubicBezTo>
                    <a:pt x="10083" y="6737"/>
                    <a:pt x="10429" y="7052"/>
                    <a:pt x="10429" y="7494"/>
                  </a:cubicBezTo>
                  <a:cubicBezTo>
                    <a:pt x="10429" y="7935"/>
                    <a:pt x="10083" y="8250"/>
                    <a:pt x="9673" y="8250"/>
                  </a:cubicBezTo>
                  <a:lnTo>
                    <a:pt x="9673" y="6737"/>
                  </a:lnTo>
                  <a:close/>
                  <a:moveTo>
                    <a:pt x="4884" y="3209"/>
                  </a:moveTo>
                  <a:cubicBezTo>
                    <a:pt x="5609" y="4784"/>
                    <a:pt x="7184" y="5824"/>
                    <a:pt x="8917" y="5981"/>
                  </a:cubicBezTo>
                  <a:lnTo>
                    <a:pt x="8917" y="6422"/>
                  </a:lnTo>
                  <a:lnTo>
                    <a:pt x="8917" y="8659"/>
                  </a:lnTo>
                  <a:cubicBezTo>
                    <a:pt x="8917" y="10486"/>
                    <a:pt x="7436" y="11999"/>
                    <a:pt x="5577" y="11999"/>
                  </a:cubicBezTo>
                  <a:cubicBezTo>
                    <a:pt x="3719" y="11999"/>
                    <a:pt x="2238" y="10486"/>
                    <a:pt x="2238" y="8628"/>
                  </a:cubicBezTo>
                  <a:lnTo>
                    <a:pt x="2238" y="5603"/>
                  </a:lnTo>
                  <a:cubicBezTo>
                    <a:pt x="2238" y="5477"/>
                    <a:pt x="2238" y="5383"/>
                    <a:pt x="2269" y="5257"/>
                  </a:cubicBezTo>
                  <a:cubicBezTo>
                    <a:pt x="3088" y="5257"/>
                    <a:pt x="3719" y="4595"/>
                    <a:pt x="3719" y="3744"/>
                  </a:cubicBezTo>
                  <a:cubicBezTo>
                    <a:pt x="4191" y="3744"/>
                    <a:pt x="4601" y="3555"/>
                    <a:pt x="4884" y="3209"/>
                  </a:cubicBezTo>
                  <a:close/>
                  <a:moveTo>
                    <a:pt x="10072" y="1"/>
                  </a:moveTo>
                  <a:cubicBezTo>
                    <a:pt x="10033" y="1"/>
                    <a:pt x="9993" y="8"/>
                    <a:pt x="9956" y="27"/>
                  </a:cubicBezTo>
                  <a:lnTo>
                    <a:pt x="4979" y="1445"/>
                  </a:lnTo>
                  <a:cubicBezTo>
                    <a:pt x="4727" y="1004"/>
                    <a:pt x="4254" y="720"/>
                    <a:pt x="3719" y="720"/>
                  </a:cubicBezTo>
                  <a:cubicBezTo>
                    <a:pt x="3466" y="720"/>
                    <a:pt x="3214" y="783"/>
                    <a:pt x="2994" y="909"/>
                  </a:cubicBezTo>
                  <a:cubicBezTo>
                    <a:pt x="2742" y="783"/>
                    <a:pt x="2521" y="720"/>
                    <a:pt x="2238" y="720"/>
                  </a:cubicBezTo>
                  <a:cubicBezTo>
                    <a:pt x="1419" y="720"/>
                    <a:pt x="726" y="1382"/>
                    <a:pt x="726" y="2232"/>
                  </a:cubicBezTo>
                  <a:cubicBezTo>
                    <a:pt x="726" y="2484"/>
                    <a:pt x="820" y="2736"/>
                    <a:pt x="946" y="2957"/>
                  </a:cubicBezTo>
                  <a:cubicBezTo>
                    <a:pt x="820" y="3209"/>
                    <a:pt x="726" y="3429"/>
                    <a:pt x="726" y="3713"/>
                  </a:cubicBezTo>
                  <a:cubicBezTo>
                    <a:pt x="726" y="4280"/>
                    <a:pt x="1041" y="4784"/>
                    <a:pt x="1513" y="5005"/>
                  </a:cubicBezTo>
                  <a:cubicBezTo>
                    <a:pt x="1482" y="5225"/>
                    <a:pt x="1482" y="5383"/>
                    <a:pt x="1482" y="5572"/>
                  </a:cubicBezTo>
                  <a:lnTo>
                    <a:pt x="1482" y="6013"/>
                  </a:lnTo>
                  <a:cubicBezTo>
                    <a:pt x="663" y="6013"/>
                    <a:pt x="1" y="6674"/>
                    <a:pt x="1" y="7494"/>
                  </a:cubicBezTo>
                  <a:cubicBezTo>
                    <a:pt x="1" y="8313"/>
                    <a:pt x="663" y="9006"/>
                    <a:pt x="1482" y="9006"/>
                  </a:cubicBezTo>
                  <a:cubicBezTo>
                    <a:pt x="1671" y="11085"/>
                    <a:pt x="3466" y="12723"/>
                    <a:pt x="5577" y="12723"/>
                  </a:cubicBezTo>
                  <a:cubicBezTo>
                    <a:pt x="7720" y="12723"/>
                    <a:pt x="9484" y="11085"/>
                    <a:pt x="9673" y="9006"/>
                  </a:cubicBezTo>
                  <a:cubicBezTo>
                    <a:pt x="10492" y="9006"/>
                    <a:pt x="11185" y="8313"/>
                    <a:pt x="11185" y="7494"/>
                  </a:cubicBezTo>
                  <a:cubicBezTo>
                    <a:pt x="11185" y="6674"/>
                    <a:pt x="10492" y="6013"/>
                    <a:pt x="9673" y="6013"/>
                  </a:cubicBezTo>
                  <a:lnTo>
                    <a:pt x="9673" y="5603"/>
                  </a:lnTo>
                  <a:cubicBezTo>
                    <a:pt x="9704" y="5414"/>
                    <a:pt x="10398" y="594"/>
                    <a:pt x="10429" y="405"/>
                  </a:cubicBezTo>
                  <a:cubicBezTo>
                    <a:pt x="10429" y="279"/>
                    <a:pt x="10398" y="184"/>
                    <a:pt x="10303" y="90"/>
                  </a:cubicBezTo>
                  <a:cubicBezTo>
                    <a:pt x="10258" y="45"/>
                    <a:pt x="10167" y="1"/>
                    <a:pt x="10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078" name="Google Shape;15078;p84"/>
            <p:cNvSpPr/>
            <p:nvPr/>
          </p:nvSpPr>
          <p:spPr>
            <a:xfrm>
              <a:off x="-51998675" y="2454625"/>
              <a:ext cx="17325" cy="17350"/>
            </a:xfrm>
            <a:custGeom>
              <a:avLst/>
              <a:gdLst/>
              <a:ahLst/>
              <a:cxnLst/>
              <a:rect l="l" t="t" r="r" b="b"/>
              <a:pathLst>
                <a:path w="693"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079" name="Google Shape;15079;p84"/>
            <p:cNvSpPr/>
            <p:nvPr/>
          </p:nvSpPr>
          <p:spPr>
            <a:xfrm>
              <a:off x="-51925450" y="2454625"/>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080" name="Google Shape;15080;p84"/>
            <p:cNvSpPr/>
            <p:nvPr/>
          </p:nvSpPr>
          <p:spPr>
            <a:xfrm>
              <a:off x="-51981350" y="2472725"/>
              <a:ext cx="55925" cy="55950"/>
            </a:xfrm>
            <a:custGeom>
              <a:avLst/>
              <a:gdLst/>
              <a:ahLst/>
              <a:cxnLst/>
              <a:rect l="l" t="t" r="r" b="b"/>
              <a:pathLst>
                <a:path w="2237" h="2238" extrusionOk="0">
                  <a:moveTo>
                    <a:pt x="1134" y="726"/>
                  </a:moveTo>
                  <a:cubicBezTo>
                    <a:pt x="1323" y="726"/>
                    <a:pt x="1481" y="883"/>
                    <a:pt x="1481" y="1072"/>
                  </a:cubicBezTo>
                  <a:cubicBezTo>
                    <a:pt x="1481" y="1293"/>
                    <a:pt x="1323" y="1450"/>
                    <a:pt x="1134" y="1450"/>
                  </a:cubicBezTo>
                  <a:cubicBezTo>
                    <a:pt x="945" y="1450"/>
                    <a:pt x="788" y="1293"/>
                    <a:pt x="788" y="1072"/>
                  </a:cubicBezTo>
                  <a:cubicBezTo>
                    <a:pt x="756" y="915"/>
                    <a:pt x="914" y="726"/>
                    <a:pt x="1134" y="726"/>
                  </a:cubicBezTo>
                  <a:close/>
                  <a:moveTo>
                    <a:pt x="1134" y="1"/>
                  </a:moveTo>
                  <a:cubicBezTo>
                    <a:pt x="504" y="1"/>
                    <a:pt x="32" y="536"/>
                    <a:pt x="32" y="1135"/>
                  </a:cubicBezTo>
                  <a:cubicBezTo>
                    <a:pt x="0" y="1765"/>
                    <a:pt x="504" y="2238"/>
                    <a:pt x="1134" y="2238"/>
                  </a:cubicBezTo>
                  <a:cubicBezTo>
                    <a:pt x="1764" y="2238"/>
                    <a:pt x="2237" y="1702"/>
                    <a:pt x="2237" y="1135"/>
                  </a:cubicBezTo>
                  <a:cubicBezTo>
                    <a:pt x="2237" y="505"/>
                    <a:pt x="1733" y="1"/>
                    <a:pt x="11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081" name="Google Shape;15081;p84"/>
          <p:cNvGrpSpPr/>
          <p:nvPr/>
        </p:nvGrpSpPr>
        <p:grpSpPr>
          <a:xfrm>
            <a:off x="5727728" y="1306249"/>
            <a:ext cx="363756" cy="361090"/>
            <a:chOff x="-57189125" y="1904850"/>
            <a:chExt cx="320575" cy="318225"/>
          </a:xfrm>
        </p:grpSpPr>
        <p:sp>
          <p:nvSpPr>
            <p:cNvPr id="15082" name="Google Shape;15082;p84"/>
            <p:cNvSpPr/>
            <p:nvPr/>
          </p:nvSpPr>
          <p:spPr>
            <a:xfrm>
              <a:off x="-57073350" y="2072625"/>
              <a:ext cx="18125" cy="17350"/>
            </a:xfrm>
            <a:custGeom>
              <a:avLst/>
              <a:gdLst/>
              <a:ahLst/>
              <a:cxnLst/>
              <a:rect l="l" t="t" r="r" b="b"/>
              <a:pathLst>
                <a:path w="725" h="694" extrusionOk="0">
                  <a:moveTo>
                    <a:pt x="347" y="0"/>
                  </a:moveTo>
                  <a:cubicBezTo>
                    <a:pt x="158" y="0"/>
                    <a:pt x="1" y="158"/>
                    <a:pt x="1" y="347"/>
                  </a:cubicBezTo>
                  <a:cubicBezTo>
                    <a:pt x="1" y="536"/>
                    <a:pt x="158" y="694"/>
                    <a:pt x="347" y="694"/>
                  </a:cubicBezTo>
                  <a:cubicBezTo>
                    <a:pt x="536" y="694"/>
                    <a:pt x="725" y="536"/>
                    <a:pt x="725"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083" name="Google Shape;15083;p84"/>
            <p:cNvSpPr/>
            <p:nvPr/>
          </p:nvSpPr>
          <p:spPr>
            <a:xfrm>
              <a:off x="-56998525" y="2072625"/>
              <a:ext cx="17350" cy="17350"/>
            </a:xfrm>
            <a:custGeom>
              <a:avLst/>
              <a:gdLst/>
              <a:ahLst/>
              <a:cxnLst/>
              <a:rect l="l" t="t" r="r" b="b"/>
              <a:pathLst>
                <a:path w="694" h="694" extrusionOk="0">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084" name="Google Shape;15084;p84"/>
            <p:cNvSpPr/>
            <p:nvPr/>
          </p:nvSpPr>
          <p:spPr>
            <a:xfrm>
              <a:off x="-57035550" y="2007250"/>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085" name="Google Shape;15085;p84"/>
            <p:cNvSpPr/>
            <p:nvPr/>
          </p:nvSpPr>
          <p:spPr>
            <a:xfrm>
              <a:off x="-57063900" y="2135825"/>
              <a:ext cx="73275" cy="28975"/>
            </a:xfrm>
            <a:custGeom>
              <a:avLst/>
              <a:gdLst/>
              <a:ahLst/>
              <a:cxnLst/>
              <a:rect l="l" t="t" r="r" b="b"/>
              <a:pathLst>
                <a:path w="2931" h="1159" extrusionOk="0">
                  <a:moveTo>
                    <a:pt x="414" y="1"/>
                  </a:moveTo>
                  <a:cubicBezTo>
                    <a:pt x="316" y="1"/>
                    <a:pt x="221" y="40"/>
                    <a:pt x="158" y="119"/>
                  </a:cubicBezTo>
                  <a:cubicBezTo>
                    <a:pt x="1" y="276"/>
                    <a:pt x="1" y="497"/>
                    <a:pt x="158" y="623"/>
                  </a:cubicBezTo>
                  <a:cubicBezTo>
                    <a:pt x="536" y="970"/>
                    <a:pt x="1009" y="1159"/>
                    <a:pt x="1481" y="1159"/>
                  </a:cubicBezTo>
                  <a:cubicBezTo>
                    <a:pt x="1954" y="1159"/>
                    <a:pt x="2458" y="970"/>
                    <a:pt x="2773" y="623"/>
                  </a:cubicBezTo>
                  <a:cubicBezTo>
                    <a:pt x="2931" y="465"/>
                    <a:pt x="2931" y="213"/>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3" y="1"/>
                    <a:pt x="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086" name="Google Shape;15086;p84"/>
            <p:cNvSpPr/>
            <p:nvPr/>
          </p:nvSpPr>
          <p:spPr>
            <a:xfrm>
              <a:off x="-57189125" y="1904850"/>
              <a:ext cx="320575" cy="318225"/>
            </a:xfrm>
            <a:custGeom>
              <a:avLst/>
              <a:gdLst/>
              <a:ahLst/>
              <a:cxnLst/>
              <a:rect l="l" t="t" r="r" b="b"/>
              <a:pathLst>
                <a:path w="12823" h="12729" extrusionOk="0">
                  <a:moveTo>
                    <a:pt x="6490" y="726"/>
                  </a:moveTo>
                  <a:cubicBezTo>
                    <a:pt x="6994" y="726"/>
                    <a:pt x="7467" y="1104"/>
                    <a:pt x="7593" y="1639"/>
                  </a:cubicBezTo>
                  <a:cubicBezTo>
                    <a:pt x="7215" y="1545"/>
                    <a:pt x="6868" y="1450"/>
                    <a:pt x="6490" y="1450"/>
                  </a:cubicBezTo>
                  <a:cubicBezTo>
                    <a:pt x="6081" y="1450"/>
                    <a:pt x="5734" y="1513"/>
                    <a:pt x="5388" y="1639"/>
                  </a:cubicBezTo>
                  <a:cubicBezTo>
                    <a:pt x="5482" y="1104"/>
                    <a:pt x="5923" y="726"/>
                    <a:pt x="6490" y="726"/>
                  </a:cubicBezTo>
                  <a:close/>
                  <a:moveTo>
                    <a:pt x="6081" y="2269"/>
                  </a:moveTo>
                  <a:lnTo>
                    <a:pt x="6081" y="2301"/>
                  </a:lnTo>
                  <a:cubicBezTo>
                    <a:pt x="5860" y="2364"/>
                    <a:pt x="5608" y="2584"/>
                    <a:pt x="5482" y="2805"/>
                  </a:cubicBezTo>
                  <a:cubicBezTo>
                    <a:pt x="5104" y="2805"/>
                    <a:pt x="4695" y="2994"/>
                    <a:pt x="4506" y="3372"/>
                  </a:cubicBezTo>
                  <a:cubicBezTo>
                    <a:pt x="4317" y="3719"/>
                    <a:pt x="4317" y="4160"/>
                    <a:pt x="4506" y="4475"/>
                  </a:cubicBezTo>
                  <a:cubicBezTo>
                    <a:pt x="4474" y="4538"/>
                    <a:pt x="4443" y="4664"/>
                    <a:pt x="4380" y="4727"/>
                  </a:cubicBezTo>
                  <a:cubicBezTo>
                    <a:pt x="4002" y="4979"/>
                    <a:pt x="3529" y="5136"/>
                    <a:pt x="3088" y="5168"/>
                  </a:cubicBezTo>
                  <a:cubicBezTo>
                    <a:pt x="3277" y="3624"/>
                    <a:pt x="4537" y="2427"/>
                    <a:pt x="6081" y="2269"/>
                  </a:cubicBezTo>
                  <a:close/>
                  <a:moveTo>
                    <a:pt x="6837" y="2269"/>
                  </a:moveTo>
                  <a:cubicBezTo>
                    <a:pt x="8412" y="2427"/>
                    <a:pt x="9641" y="3624"/>
                    <a:pt x="9830" y="5168"/>
                  </a:cubicBezTo>
                  <a:cubicBezTo>
                    <a:pt x="9357" y="5136"/>
                    <a:pt x="8916" y="4979"/>
                    <a:pt x="8538" y="4727"/>
                  </a:cubicBezTo>
                  <a:cubicBezTo>
                    <a:pt x="8475" y="4632"/>
                    <a:pt x="8444" y="4538"/>
                    <a:pt x="8412" y="4475"/>
                  </a:cubicBezTo>
                  <a:cubicBezTo>
                    <a:pt x="8601" y="4097"/>
                    <a:pt x="8633" y="3719"/>
                    <a:pt x="8412" y="3372"/>
                  </a:cubicBezTo>
                  <a:cubicBezTo>
                    <a:pt x="8223" y="2994"/>
                    <a:pt x="7814" y="2805"/>
                    <a:pt x="7436" y="2805"/>
                  </a:cubicBezTo>
                  <a:cubicBezTo>
                    <a:pt x="7310" y="2584"/>
                    <a:pt x="7057" y="2364"/>
                    <a:pt x="6837" y="2301"/>
                  </a:cubicBezTo>
                  <a:lnTo>
                    <a:pt x="6837" y="2269"/>
                  </a:lnTo>
                  <a:close/>
                  <a:moveTo>
                    <a:pt x="6490" y="2962"/>
                  </a:moveTo>
                  <a:cubicBezTo>
                    <a:pt x="6648" y="2962"/>
                    <a:pt x="6805" y="3088"/>
                    <a:pt x="6837" y="3277"/>
                  </a:cubicBezTo>
                  <a:cubicBezTo>
                    <a:pt x="6863" y="3460"/>
                    <a:pt x="7039" y="3577"/>
                    <a:pt x="7224" y="3577"/>
                  </a:cubicBezTo>
                  <a:cubicBezTo>
                    <a:pt x="7263" y="3577"/>
                    <a:pt x="7303" y="3572"/>
                    <a:pt x="7341" y="3561"/>
                  </a:cubicBezTo>
                  <a:cubicBezTo>
                    <a:pt x="7384" y="3535"/>
                    <a:pt x="7430" y="3523"/>
                    <a:pt x="7476" y="3523"/>
                  </a:cubicBezTo>
                  <a:cubicBezTo>
                    <a:pt x="7595" y="3523"/>
                    <a:pt x="7714" y="3604"/>
                    <a:pt x="7782" y="3719"/>
                  </a:cubicBezTo>
                  <a:cubicBezTo>
                    <a:pt x="7845" y="3876"/>
                    <a:pt x="7814" y="4065"/>
                    <a:pt x="7688" y="4191"/>
                  </a:cubicBezTo>
                  <a:cubicBezTo>
                    <a:pt x="7562" y="4349"/>
                    <a:pt x="7562" y="4601"/>
                    <a:pt x="7688" y="4727"/>
                  </a:cubicBezTo>
                  <a:cubicBezTo>
                    <a:pt x="7845" y="4853"/>
                    <a:pt x="7908" y="5042"/>
                    <a:pt x="7782" y="5199"/>
                  </a:cubicBezTo>
                  <a:cubicBezTo>
                    <a:pt x="7712" y="5316"/>
                    <a:pt x="7590" y="5381"/>
                    <a:pt x="7467" y="5381"/>
                  </a:cubicBezTo>
                  <a:cubicBezTo>
                    <a:pt x="7425" y="5381"/>
                    <a:pt x="7382" y="5373"/>
                    <a:pt x="7341" y="5357"/>
                  </a:cubicBezTo>
                  <a:cubicBezTo>
                    <a:pt x="7303" y="5346"/>
                    <a:pt x="7264" y="5341"/>
                    <a:pt x="7227" y="5341"/>
                  </a:cubicBezTo>
                  <a:cubicBezTo>
                    <a:pt x="7048" y="5341"/>
                    <a:pt x="6889" y="5458"/>
                    <a:pt x="6837" y="5640"/>
                  </a:cubicBezTo>
                  <a:cubicBezTo>
                    <a:pt x="6805" y="5829"/>
                    <a:pt x="6648" y="5955"/>
                    <a:pt x="6490" y="5955"/>
                  </a:cubicBezTo>
                  <a:cubicBezTo>
                    <a:pt x="6333" y="5955"/>
                    <a:pt x="6175" y="5829"/>
                    <a:pt x="6112" y="5640"/>
                  </a:cubicBezTo>
                  <a:cubicBezTo>
                    <a:pt x="6086" y="5458"/>
                    <a:pt x="5931" y="5341"/>
                    <a:pt x="5736" y="5341"/>
                  </a:cubicBezTo>
                  <a:cubicBezTo>
                    <a:pt x="5695" y="5341"/>
                    <a:pt x="5652" y="5346"/>
                    <a:pt x="5608" y="5357"/>
                  </a:cubicBezTo>
                  <a:cubicBezTo>
                    <a:pt x="5565" y="5383"/>
                    <a:pt x="5519" y="5394"/>
                    <a:pt x="5474" y="5394"/>
                  </a:cubicBezTo>
                  <a:cubicBezTo>
                    <a:pt x="5354" y="5394"/>
                    <a:pt x="5236" y="5313"/>
                    <a:pt x="5167" y="5199"/>
                  </a:cubicBezTo>
                  <a:cubicBezTo>
                    <a:pt x="5104" y="5042"/>
                    <a:pt x="5136" y="4853"/>
                    <a:pt x="5262" y="4727"/>
                  </a:cubicBezTo>
                  <a:cubicBezTo>
                    <a:pt x="5419" y="4569"/>
                    <a:pt x="5419" y="4317"/>
                    <a:pt x="5262" y="4191"/>
                  </a:cubicBezTo>
                  <a:cubicBezTo>
                    <a:pt x="5104" y="4065"/>
                    <a:pt x="5073" y="3876"/>
                    <a:pt x="5167" y="3719"/>
                  </a:cubicBezTo>
                  <a:cubicBezTo>
                    <a:pt x="5237" y="3602"/>
                    <a:pt x="5359" y="3537"/>
                    <a:pt x="5482" y="3537"/>
                  </a:cubicBezTo>
                  <a:cubicBezTo>
                    <a:pt x="5525" y="3537"/>
                    <a:pt x="5568" y="3545"/>
                    <a:pt x="5608" y="3561"/>
                  </a:cubicBezTo>
                  <a:cubicBezTo>
                    <a:pt x="5652" y="3572"/>
                    <a:pt x="5694" y="3577"/>
                    <a:pt x="5734" y="3577"/>
                  </a:cubicBezTo>
                  <a:cubicBezTo>
                    <a:pt x="5922" y="3577"/>
                    <a:pt x="6060" y="3460"/>
                    <a:pt x="6112" y="3277"/>
                  </a:cubicBezTo>
                  <a:cubicBezTo>
                    <a:pt x="6175" y="3088"/>
                    <a:pt x="6333" y="2962"/>
                    <a:pt x="6490" y="2962"/>
                  </a:cubicBezTo>
                  <a:close/>
                  <a:moveTo>
                    <a:pt x="2332" y="6711"/>
                  </a:moveTo>
                  <a:lnTo>
                    <a:pt x="2332" y="8192"/>
                  </a:lnTo>
                  <a:cubicBezTo>
                    <a:pt x="1954" y="8192"/>
                    <a:pt x="1607" y="7877"/>
                    <a:pt x="1607" y="7436"/>
                  </a:cubicBezTo>
                  <a:cubicBezTo>
                    <a:pt x="1607" y="7027"/>
                    <a:pt x="1954" y="6711"/>
                    <a:pt x="2332" y="6711"/>
                  </a:cubicBezTo>
                  <a:close/>
                  <a:moveTo>
                    <a:pt x="10618" y="6711"/>
                  </a:moveTo>
                  <a:cubicBezTo>
                    <a:pt x="10996" y="6711"/>
                    <a:pt x="11374" y="7027"/>
                    <a:pt x="11374" y="7468"/>
                  </a:cubicBezTo>
                  <a:cubicBezTo>
                    <a:pt x="11374" y="7846"/>
                    <a:pt x="11059" y="8192"/>
                    <a:pt x="10618" y="8192"/>
                  </a:cubicBezTo>
                  <a:lnTo>
                    <a:pt x="10618" y="6711"/>
                  </a:lnTo>
                  <a:close/>
                  <a:moveTo>
                    <a:pt x="1166" y="8350"/>
                  </a:moveTo>
                  <a:cubicBezTo>
                    <a:pt x="1450" y="8728"/>
                    <a:pt x="1891" y="8948"/>
                    <a:pt x="2363" y="8948"/>
                  </a:cubicBezTo>
                  <a:cubicBezTo>
                    <a:pt x="2332" y="9358"/>
                    <a:pt x="1985" y="9704"/>
                    <a:pt x="1607" y="9704"/>
                  </a:cubicBezTo>
                  <a:cubicBezTo>
                    <a:pt x="1198" y="9704"/>
                    <a:pt x="851" y="9389"/>
                    <a:pt x="851" y="8948"/>
                  </a:cubicBezTo>
                  <a:cubicBezTo>
                    <a:pt x="851" y="8728"/>
                    <a:pt x="977" y="8476"/>
                    <a:pt x="1166" y="8350"/>
                  </a:cubicBezTo>
                  <a:close/>
                  <a:moveTo>
                    <a:pt x="11783" y="8350"/>
                  </a:moveTo>
                  <a:cubicBezTo>
                    <a:pt x="12004" y="8507"/>
                    <a:pt x="12098" y="8728"/>
                    <a:pt x="12098" y="8948"/>
                  </a:cubicBezTo>
                  <a:cubicBezTo>
                    <a:pt x="12098" y="9358"/>
                    <a:pt x="11752" y="9704"/>
                    <a:pt x="11374" y="9704"/>
                  </a:cubicBezTo>
                  <a:cubicBezTo>
                    <a:pt x="10964" y="9704"/>
                    <a:pt x="10618" y="9389"/>
                    <a:pt x="10618" y="8948"/>
                  </a:cubicBezTo>
                  <a:cubicBezTo>
                    <a:pt x="11090" y="8948"/>
                    <a:pt x="11531" y="8728"/>
                    <a:pt x="11783" y="8350"/>
                  </a:cubicBezTo>
                  <a:close/>
                  <a:moveTo>
                    <a:pt x="8381" y="5514"/>
                  </a:moveTo>
                  <a:cubicBezTo>
                    <a:pt x="8790" y="5735"/>
                    <a:pt x="9326" y="5892"/>
                    <a:pt x="9798" y="5924"/>
                  </a:cubicBezTo>
                  <a:lnTo>
                    <a:pt x="9798" y="8570"/>
                  </a:lnTo>
                  <a:cubicBezTo>
                    <a:pt x="9861" y="10398"/>
                    <a:pt x="8318" y="11941"/>
                    <a:pt x="6490" y="11941"/>
                  </a:cubicBezTo>
                  <a:cubicBezTo>
                    <a:pt x="4632" y="11941"/>
                    <a:pt x="3088" y="10398"/>
                    <a:pt x="3088" y="8570"/>
                  </a:cubicBezTo>
                  <a:lnTo>
                    <a:pt x="3088" y="5924"/>
                  </a:lnTo>
                  <a:cubicBezTo>
                    <a:pt x="3592" y="5892"/>
                    <a:pt x="4065" y="5735"/>
                    <a:pt x="4506" y="5514"/>
                  </a:cubicBezTo>
                  <a:lnTo>
                    <a:pt x="4506" y="5577"/>
                  </a:lnTo>
                  <a:cubicBezTo>
                    <a:pt x="4695" y="5924"/>
                    <a:pt x="5104" y="6113"/>
                    <a:pt x="5482" y="6113"/>
                  </a:cubicBezTo>
                  <a:cubicBezTo>
                    <a:pt x="5703" y="6459"/>
                    <a:pt x="6049" y="6711"/>
                    <a:pt x="6427" y="6711"/>
                  </a:cubicBezTo>
                  <a:cubicBezTo>
                    <a:pt x="6837" y="6711"/>
                    <a:pt x="7215" y="6459"/>
                    <a:pt x="7373" y="6113"/>
                  </a:cubicBezTo>
                  <a:cubicBezTo>
                    <a:pt x="7782" y="6113"/>
                    <a:pt x="8160" y="5924"/>
                    <a:pt x="8381" y="5577"/>
                  </a:cubicBezTo>
                  <a:lnTo>
                    <a:pt x="8381" y="5514"/>
                  </a:lnTo>
                  <a:close/>
                  <a:moveTo>
                    <a:pt x="6396" y="1"/>
                  </a:moveTo>
                  <a:cubicBezTo>
                    <a:pt x="5892" y="1"/>
                    <a:pt x="5419" y="221"/>
                    <a:pt x="5073" y="568"/>
                  </a:cubicBezTo>
                  <a:cubicBezTo>
                    <a:pt x="4726" y="915"/>
                    <a:pt x="4506" y="1419"/>
                    <a:pt x="4506" y="1954"/>
                  </a:cubicBezTo>
                  <a:cubicBezTo>
                    <a:pt x="3182" y="2616"/>
                    <a:pt x="2237" y="4002"/>
                    <a:pt x="2237" y="5609"/>
                  </a:cubicBezTo>
                  <a:lnTo>
                    <a:pt x="2237" y="5955"/>
                  </a:lnTo>
                  <a:cubicBezTo>
                    <a:pt x="1324" y="5955"/>
                    <a:pt x="599" y="6743"/>
                    <a:pt x="725" y="7657"/>
                  </a:cubicBezTo>
                  <a:cubicBezTo>
                    <a:pt x="252" y="7940"/>
                    <a:pt x="0" y="8413"/>
                    <a:pt x="0" y="8948"/>
                  </a:cubicBezTo>
                  <a:cubicBezTo>
                    <a:pt x="0" y="9767"/>
                    <a:pt x="662" y="10461"/>
                    <a:pt x="1481" y="10461"/>
                  </a:cubicBezTo>
                  <a:cubicBezTo>
                    <a:pt x="1891" y="10461"/>
                    <a:pt x="2237" y="10303"/>
                    <a:pt x="2521" y="10051"/>
                  </a:cubicBezTo>
                  <a:cubicBezTo>
                    <a:pt x="3088" y="11563"/>
                    <a:pt x="4569" y="12729"/>
                    <a:pt x="6364" y="12729"/>
                  </a:cubicBezTo>
                  <a:cubicBezTo>
                    <a:pt x="8129" y="12729"/>
                    <a:pt x="9641" y="11595"/>
                    <a:pt x="10239" y="10051"/>
                  </a:cubicBezTo>
                  <a:cubicBezTo>
                    <a:pt x="10492" y="10303"/>
                    <a:pt x="10870" y="10461"/>
                    <a:pt x="11248" y="10461"/>
                  </a:cubicBezTo>
                  <a:cubicBezTo>
                    <a:pt x="12067" y="10461"/>
                    <a:pt x="12760" y="9767"/>
                    <a:pt x="12760" y="8948"/>
                  </a:cubicBezTo>
                  <a:cubicBezTo>
                    <a:pt x="12823" y="8413"/>
                    <a:pt x="12539" y="7877"/>
                    <a:pt x="12067" y="7657"/>
                  </a:cubicBezTo>
                  <a:cubicBezTo>
                    <a:pt x="12193" y="6743"/>
                    <a:pt x="11468" y="5955"/>
                    <a:pt x="10586" y="5955"/>
                  </a:cubicBezTo>
                  <a:lnTo>
                    <a:pt x="10586" y="5609"/>
                  </a:lnTo>
                  <a:cubicBezTo>
                    <a:pt x="10586" y="4002"/>
                    <a:pt x="9672" y="2616"/>
                    <a:pt x="8286" y="1954"/>
                  </a:cubicBezTo>
                  <a:cubicBezTo>
                    <a:pt x="8286" y="1419"/>
                    <a:pt x="8097" y="915"/>
                    <a:pt x="7751" y="568"/>
                  </a:cubicBezTo>
                  <a:cubicBezTo>
                    <a:pt x="7373" y="221"/>
                    <a:pt x="6900" y="1"/>
                    <a:pt x="63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087" name="Google Shape;15087;p84"/>
          <p:cNvGrpSpPr/>
          <p:nvPr/>
        </p:nvGrpSpPr>
        <p:grpSpPr>
          <a:xfrm>
            <a:off x="5728621" y="1800985"/>
            <a:ext cx="361969" cy="316411"/>
            <a:chOff x="-57187550" y="2314425"/>
            <a:chExt cx="319000" cy="278850"/>
          </a:xfrm>
        </p:grpSpPr>
        <p:sp>
          <p:nvSpPr>
            <p:cNvPr id="15088" name="Google Shape;15088;p84"/>
            <p:cNvSpPr/>
            <p:nvPr/>
          </p:nvSpPr>
          <p:spPr>
            <a:xfrm>
              <a:off x="-57073350" y="2445950"/>
              <a:ext cx="18125" cy="17350"/>
            </a:xfrm>
            <a:custGeom>
              <a:avLst/>
              <a:gdLst/>
              <a:ahLst/>
              <a:cxnLst/>
              <a:rect l="l" t="t" r="r" b="b"/>
              <a:pathLst>
                <a:path w="725" h="694" extrusionOk="0">
                  <a:moveTo>
                    <a:pt x="347" y="1"/>
                  </a:moveTo>
                  <a:cubicBezTo>
                    <a:pt x="158" y="1"/>
                    <a:pt x="1" y="158"/>
                    <a:pt x="1" y="347"/>
                  </a:cubicBezTo>
                  <a:cubicBezTo>
                    <a:pt x="1" y="536"/>
                    <a:pt x="158" y="694"/>
                    <a:pt x="347" y="694"/>
                  </a:cubicBezTo>
                  <a:cubicBezTo>
                    <a:pt x="536" y="694"/>
                    <a:pt x="725" y="536"/>
                    <a:pt x="725" y="347"/>
                  </a:cubicBezTo>
                  <a:cubicBezTo>
                    <a:pt x="725"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089" name="Google Shape;15089;p84"/>
            <p:cNvSpPr/>
            <p:nvPr/>
          </p:nvSpPr>
          <p:spPr>
            <a:xfrm>
              <a:off x="-56998525" y="2445175"/>
              <a:ext cx="17350" cy="18125"/>
            </a:xfrm>
            <a:custGeom>
              <a:avLst/>
              <a:gdLst/>
              <a:ahLst/>
              <a:cxnLst/>
              <a:rect l="l" t="t" r="r" b="b"/>
              <a:pathLst>
                <a:path w="694" h="725" extrusionOk="0">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090" name="Google Shape;15090;p84"/>
            <p:cNvSpPr/>
            <p:nvPr/>
          </p:nvSpPr>
          <p:spPr>
            <a:xfrm>
              <a:off x="-57063900" y="2508375"/>
              <a:ext cx="73275" cy="29750"/>
            </a:xfrm>
            <a:custGeom>
              <a:avLst/>
              <a:gdLst/>
              <a:ahLst/>
              <a:cxnLst/>
              <a:rect l="l" t="t" r="r" b="b"/>
              <a:pathLst>
                <a:path w="2931" h="1190" extrusionOk="0">
                  <a:moveTo>
                    <a:pt x="414" y="0"/>
                  </a:moveTo>
                  <a:cubicBezTo>
                    <a:pt x="316" y="0"/>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40"/>
                    <a:pt x="2623" y="0"/>
                    <a:pt x="2533" y="0"/>
                  </a:cubicBezTo>
                  <a:cubicBezTo>
                    <a:pt x="2442" y="0"/>
                    <a:pt x="2348" y="40"/>
                    <a:pt x="2269" y="119"/>
                  </a:cubicBezTo>
                  <a:cubicBezTo>
                    <a:pt x="2048" y="339"/>
                    <a:pt x="1733" y="434"/>
                    <a:pt x="1481" y="434"/>
                  </a:cubicBezTo>
                  <a:cubicBezTo>
                    <a:pt x="1166" y="434"/>
                    <a:pt x="883" y="339"/>
                    <a:pt x="694" y="119"/>
                  </a:cubicBezTo>
                  <a:cubicBezTo>
                    <a:pt x="615" y="40"/>
                    <a:pt x="513" y="0"/>
                    <a:pt x="4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091" name="Google Shape;15091;p84"/>
            <p:cNvSpPr/>
            <p:nvPr/>
          </p:nvSpPr>
          <p:spPr>
            <a:xfrm>
              <a:off x="-57187550" y="2314425"/>
              <a:ext cx="319000" cy="278850"/>
            </a:xfrm>
            <a:custGeom>
              <a:avLst/>
              <a:gdLst/>
              <a:ahLst/>
              <a:cxnLst/>
              <a:rect l="l" t="t" r="r" b="b"/>
              <a:pathLst>
                <a:path w="12760" h="11154" extrusionOk="0">
                  <a:moveTo>
                    <a:pt x="6427" y="757"/>
                  </a:moveTo>
                  <a:cubicBezTo>
                    <a:pt x="7593" y="757"/>
                    <a:pt x="8633" y="1355"/>
                    <a:pt x="9200" y="2269"/>
                  </a:cubicBezTo>
                  <a:lnTo>
                    <a:pt x="3592" y="2269"/>
                  </a:lnTo>
                  <a:cubicBezTo>
                    <a:pt x="4222" y="1355"/>
                    <a:pt x="5230" y="757"/>
                    <a:pt x="6427" y="757"/>
                  </a:cubicBezTo>
                  <a:close/>
                  <a:moveTo>
                    <a:pt x="5829" y="2993"/>
                  </a:moveTo>
                  <a:cubicBezTo>
                    <a:pt x="5325" y="3907"/>
                    <a:pt x="4317" y="4506"/>
                    <a:pt x="3277" y="4506"/>
                  </a:cubicBezTo>
                  <a:lnTo>
                    <a:pt x="3025" y="4506"/>
                  </a:lnTo>
                  <a:lnTo>
                    <a:pt x="3025" y="4159"/>
                  </a:lnTo>
                  <a:cubicBezTo>
                    <a:pt x="3025" y="3750"/>
                    <a:pt x="3119" y="3371"/>
                    <a:pt x="3214" y="2993"/>
                  </a:cubicBezTo>
                  <a:close/>
                  <a:moveTo>
                    <a:pt x="10555" y="5230"/>
                  </a:moveTo>
                  <a:cubicBezTo>
                    <a:pt x="10933" y="5230"/>
                    <a:pt x="11311" y="5577"/>
                    <a:pt x="11311" y="5986"/>
                  </a:cubicBezTo>
                  <a:cubicBezTo>
                    <a:pt x="11311" y="6396"/>
                    <a:pt x="10996" y="6742"/>
                    <a:pt x="10555" y="6742"/>
                  </a:cubicBezTo>
                  <a:lnTo>
                    <a:pt x="10555" y="5230"/>
                  </a:lnTo>
                  <a:close/>
                  <a:moveTo>
                    <a:pt x="1859" y="5419"/>
                  </a:moveTo>
                  <a:lnTo>
                    <a:pt x="1859" y="5419"/>
                  </a:lnTo>
                  <a:cubicBezTo>
                    <a:pt x="1702" y="5766"/>
                    <a:pt x="1544" y="6238"/>
                    <a:pt x="1544" y="6711"/>
                  </a:cubicBezTo>
                  <a:cubicBezTo>
                    <a:pt x="1544" y="6837"/>
                    <a:pt x="1544" y="6931"/>
                    <a:pt x="1576" y="7058"/>
                  </a:cubicBezTo>
                  <a:cubicBezTo>
                    <a:pt x="1324" y="7247"/>
                    <a:pt x="1072" y="7373"/>
                    <a:pt x="788" y="7467"/>
                  </a:cubicBezTo>
                  <a:lnTo>
                    <a:pt x="788" y="7089"/>
                  </a:lnTo>
                  <a:cubicBezTo>
                    <a:pt x="788" y="6364"/>
                    <a:pt x="1229" y="5734"/>
                    <a:pt x="1859" y="5419"/>
                  </a:cubicBezTo>
                  <a:close/>
                  <a:moveTo>
                    <a:pt x="2647" y="5514"/>
                  </a:moveTo>
                  <a:cubicBezTo>
                    <a:pt x="2804" y="5829"/>
                    <a:pt x="2993" y="6270"/>
                    <a:pt x="2993" y="6742"/>
                  </a:cubicBezTo>
                  <a:cubicBezTo>
                    <a:pt x="2993" y="7215"/>
                    <a:pt x="2804" y="7656"/>
                    <a:pt x="2647" y="7971"/>
                  </a:cubicBezTo>
                  <a:cubicBezTo>
                    <a:pt x="2489" y="7656"/>
                    <a:pt x="2269" y="7215"/>
                    <a:pt x="2269" y="6742"/>
                  </a:cubicBezTo>
                  <a:cubicBezTo>
                    <a:pt x="2269" y="6270"/>
                    <a:pt x="2489" y="5829"/>
                    <a:pt x="2647" y="5514"/>
                  </a:cubicBezTo>
                  <a:close/>
                  <a:moveTo>
                    <a:pt x="11720" y="6868"/>
                  </a:moveTo>
                  <a:cubicBezTo>
                    <a:pt x="11941" y="7026"/>
                    <a:pt x="12035" y="7215"/>
                    <a:pt x="12035" y="7467"/>
                  </a:cubicBezTo>
                  <a:cubicBezTo>
                    <a:pt x="12035" y="7877"/>
                    <a:pt x="11689" y="8192"/>
                    <a:pt x="11311" y="8192"/>
                  </a:cubicBezTo>
                  <a:cubicBezTo>
                    <a:pt x="10901" y="8192"/>
                    <a:pt x="10555" y="7845"/>
                    <a:pt x="10555" y="7467"/>
                  </a:cubicBezTo>
                  <a:cubicBezTo>
                    <a:pt x="11027" y="7467"/>
                    <a:pt x="11468" y="7215"/>
                    <a:pt x="11720" y="6868"/>
                  </a:cubicBezTo>
                  <a:close/>
                  <a:moveTo>
                    <a:pt x="9578" y="2962"/>
                  </a:moveTo>
                  <a:cubicBezTo>
                    <a:pt x="9672" y="3308"/>
                    <a:pt x="9767" y="3687"/>
                    <a:pt x="9767" y="4065"/>
                  </a:cubicBezTo>
                  <a:lnTo>
                    <a:pt x="9767" y="7058"/>
                  </a:lnTo>
                  <a:cubicBezTo>
                    <a:pt x="9798" y="8948"/>
                    <a:pt x="8255" y="10460"/>
                    <a:pt x="6427" y="10460"/>
                  </a:cubicBezTo>
                  <a:cubicBezTo>
                    <a:pt x="5041" y="10460"/>
                    <a:pt x="3781" y="9609"/>
                    <a:pt x="3277" y="8349"/>
                  </a:cubicBezTo>
                  <a:cubicBezTo>
                    <a:pt x="3497" y="7971"/>
                    <a:pt x="3781" y="7373"/>
                    <a:pt x="3781" y="6711"/>
                  </a:cubicBezTo>
                  <a:cubicBezTo>
                    <a:pt x="3781" y="6112"/>
                    <a:pt x="3592" y="5608"/>
                    <a:pt x="3340" y="5199"/>
                  </a:cubicBezTo>
                  <a:cubicBezTo>
                    <a:pt x="4789" y="5167"/>
                    <a:pt x="6112" y="4254"/>
                    <a:pt x="6648" y="2962"/>
                  </a:cubicBezTo>
                  <a:close/>
                  <a:moveTo>
                    <a:pt x="6364" y="0"/>
                  </a:moveTo>
                  <a:cubicBezTo>
                    <a:pt x="4096" y="0"/>
                    <a:pt x="2237" y="1859"/>
                    <a:pt x="2237" y="4096"/>
                  </a:cubicBezTo>
                  <a:lnTo>
                    <a:pt x="2237" y="4506"/>
                  </a:lnTo>
                  <a:cubicBezTo>
                    <a:pt x="977" y="4695"/>
                    <a:pt x="0" y="5766"/>
                    <a:pt x="0" y="7089"/>
                  </a:cubicBezTo>
                  <a:lnTo>
                    <a:pt x="0" y="7845"/>
                  </a:lnTo>
                  <a:cubicBezTo>
                    <a:pt x="0" y="8034"/>
                    <a:pt x="158" y="8192"/>
                    <a:pt x="347" y="8192"/>
                  </a:cubicBezTo>
                  <a:cubicBezTo>
                    <a:pt x="820" y="8192"/>
                    <a:pt x="1292" y="8066"/>
                    <a:pt x="1702" y="7814"/>
                  </a:cubicBezTo>
                  <a:cubicBezTo>
                    <a:pt x="1922" y="8412"/>
                    <a:pt x="2269" y="8790"/>
                    <a:pt x="2269" y="8790"/>
                  </a:cubicBezTo>
                  <a:cubicBezTo>
                    <a:pt x="2350" y="8845"/>
                    <a:pt x="2455" y="8923"/>
                    <a:pt x="2584" y="8923"/>
                  </a:cubicBezTo>
                  <a:cubicBezTo>
                    <a:pt x="2604" y="8923"/>
                    <a:pt x="2625" y="8921"/>
                    <a:pt x="2647" y="8916"/>
                  </a:cubicBezTo>
                  <a:cubicBezTo>
                    <a:pt x="2899" y="9515"/>
                    <a:pt x="3340" y="9987"/>
                    <a:pt x="3907" y="10366"/>
                  </a:cubicBezTo>
                  <a:cubicBezTo>
                    <a:pt x="4600" y="10870"/>
                    <a:pt x="5419" y="11153"/>
                    <a:pt x="6301" y="11153"/>
                  </a:cubicBezTo>
                  <a:cubicBezTo>
                    <a:pt x="8066" y="11153"/>
                    <a:pt x="9578" y="10050"/>
                    <a:pt x="10145" y="8507"/>
                  </a:cubicBezTo>
                  <a:cubicBezTo>
                    <a:pt x="10429" y="8759"/>
                    <a:pt x="10775" y="8916"/>
                    <a:pt x="11185" y="8916"/>
                  </a:cubicBezTo>
                  <a:cubicBezTo>
                    <a:pt x="12004" y="8916"/>
                    <a:pt x="12665" y="8255"/>
                    <a:pt x="12665" y="7404"/>
                  </a:cubicBezTo>
                  <a:cubicBezTo>
                    <a:pt x="12760" y="6931"/>
                    <a:pt x="12476" y="6427"/>
                    <a:pt x="12004" y="6144"/>
                  </a:cubicBezTo>
                  <a:cubicBezTo>
                    <a:pt x="12130" y="5230"/>
                    <a:pt x="11405" y="4443"/>
                    <a:pt x="10523" y="4443"/>
                  </a:cubicBezTo>
                  <a:lnTo>
                    <a:pt x="10523" y="4096"/>
                  </a:lnTo>
                  <a:cubicBezTo>
                    <a:pt x="10523" y="1859"/>
                    <a:pt x="8664" y="0"/>
                    <a:pt x="63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092" name="Google Shape;15092;p84"/>
          <p:cNvGrpSpPr/>
          <p:nvPr/>
        </p:nvGrpSpPr>
        <p:grpSpPr>
          <a:xfrm>
            <a:off x="5745585" y="2230534"/>
            <a:ext cx="328042" cy="361771"/>
            <a:chOff x="-57172600" y="2686375"/>
            <a:chExt cx="289100" cy="318825"/>
          </a:xfrm>
        </p:grpSpPr>
        <p:sp>
          <p:nvSpPr>
            <p:cNvPr id="15093" name="Google Shape;15093;p84"/>
            <p:cNvSpPr/>
            <p:nvPr/>
          </p:nvSpPr>
          <p:spPr>
            <a:xfrm>
              <a:off x="-57063900" y="2937625"/>
              <a:ext cx="73275" cy="29750"/>
            </a:xfrm>
            <a:custGeom>
              <a:avLst/>
              <a:gdLst/>
              <a:ahLst/>
              <a:cxnLst/>
              <a:rect l="l" t="t" r="r" b="b"/>
              <a:pathLst>
                <a:path w="2931" h="1190" extrusionOk="0">
                  <a:moveTo>
                    <a:pt x="414" y="1"/>
                  </a:moveTo>
                  <a:cubicBezTo>
                    <a:pt x="316" y="1"/>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72"/>
                    <a:pt x="2623" y="48"/>
                    <a:pt x="2533" y="48"/>
                  </a:cubicBezTo>
                  <a:cubicBezTo>
                    <a:pt x="2442" y="48"/>
                    <a:pt x="2348" y="72"/>
                    <a:pt x="2269" y="119"/>
                  </a:cubicBezTo>
                  <a:cubicBezTo>
                    <a:pt x="2048" y="339"/>
                    <a:pt x="1733" y="434"/>
                    <a:pt x="1481" y="434"/>
                  </a:cubicBezTo>
                  <a:cubicBezTo>
                    <a:pt x="1166" y="434"/>
                    <a:pt x="883" y="339"/>
                    <a:pt x="694" y="119"/>
                  </a:cubicBezTo>
                  <a:cubicBezTo>
                    <a:pt x="615" y="40"/>
                    <a:pt x="513" y="1"/>
                    <a:pt x="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094" name="Google Shape;15094;p84"/>
            <p:cNvSpPr/>
            <p:nvPr/>
          </p:nvSpPr>
          <p:spPr>
            <a:xfrm>
              <a:off x="-57172600" y="2686375"/>
              <a:ext cx="289100" cy="318825"/>
            </a:xfrm>
            <a:custGeom>
              <a:avLst/>
              <a:gdLst/>
              <a:ahLst/>
              <a:cxnLst/>
              <a:rect l="l" t="t" r="r" b="b"/>
              <a:pathLst>
                <a:path w="11564" h="12753" extrusionOk="0">
                  <a:moveTo>
                    <a:pt x="5798" y="788"/>
                  </a:moveTo>
                  <a:cubicBezTo>
                    <a:pt x="6160" y="788"/>
                    <a:pt x="6523" y="922"/>
                    <a:pt x="6806" y="1190"/>
                  </a:cubicBezTo>
                  <a:cubicBezTo>
                    <a:pt x="6853" y="1261"/>
                    <a:pt x="6954" y="1296"/>
                    <a:pt x="7054" y="1296"/>
                  </a:cubicBezTo>
                  <a:cubicBezTo>
                    <a:pt x="7088" y="1296"/>
                    <a:pt x="7121" y="1292"/>
                    <a:pt x="7153" y="1284"/>
                  </a:cubicBezTo>
                  <a:cubicBezTo>
                    <a:pt x="7276" y="1253"/>
                    <a:pt x="7401" y="1239"/>
                    <a:pt x="7523" y="1239"/>
                  </a:cubicBezTo>
                  <a:cubicBezTo>
                    <a:pt x="8150" y="1239"/>
                    <a:pt x="8727" y="1629"/>
                    <a:pt x="8885" y="2261"/>
                  </a:cubicBezTo>
                  <a:cubicBezTo>
                    <a:pt x="8917" y="2387"/>
                    <a:pt x="9011" y="2513"/>
                    <a:pt x="9169" y="2545"/>
                  </a:cubicBezTo>
                  <a:cubicBezTo>
                    <a:pt x="9925" y="2734"/>
                    <a:pt x="10335" y="3521"/>
                    <a:pt x="10146" y="4277"/>
                  </a:cubicBezTo>
                  <a:cubicBezTo>
                    <a:pt x="10114" y="4403"/>
                    <a:pt x="10146" y="4561"/>
                    <a:pt x="10240" y="4624"/>
                  </a:cubicBezTo>
                  <a:cubicBezTo>
                    <a:pt x="10776" y="5191"/>
                    <a:pt x="10776" y="6073"/>
                    <a:pt x="10240" y="6640"/>
                  </a:cubicBezTo>
                  <a:cubicBezTo>
                    <a:pt x="10177" y="6672"/>
                    <a:pt x="10146" y="6703"/>
                    <a:pt x="10146" y="6798"/>
                  </a:cubicBezTo>
                  <a:cubicBezTo>
                    <a:pt x="9988" y="6766"/>
                    <a:pt x="9925" y="6766"/>
                    <a:pt x="9515" y="6766"/>
                  </a:cubicBezTo>
                  <a:cubicBezTo>
                    <a:pt x="9169" y="6325"/>
                    <a:pt x="8665" y="6010"/>
                    <a:pt x="8035" y="6010"/>
                  </a:cubicBezTo>
                  <a:cubicBezTo>
                    <a:pt x="6523" y="6010"/>
                    <a:pt x="5199" y="4970"/>
                    <a:pt x="4790" y="3553"/>
                  </a:cubicBezTo>
                  <a:cubicBezTo>
                    <a:pt x="4766" y="3408"/>
                    <a:pt x="4612" y="3300"/>
                    <a:pt x="4442" y="3300"/>
                  </a:cubicBezTo>
                  <a:cubicBezTo>
                    <a:pt x="4391" y="3300"/>
                    <a:pt x="4337" y="3310"/>
                    <a:pt x="4286" y="3332"/>
                  </a:cubicBezTo>
                  <a:cubicBezTo>
                    <a:pt x="3530" y="3647"/>
                    <a:pt x="2868" y="4151"/>
                    <a:pt x="2395" y="4813"/>
                  </a:cubicBezTo>
                  <a:cubicBezTo>
                    <a:pt x="1986" y="5412"/>
                    <a:pt x="1734" y="6073"/>
                    <a:pt x="1671" y="6798"/>
                  </a:cubicBezTo>
                  <a:cubicBezTo>
                    <a:pt x="1608" y="6798"/>
                    <a:pt x="1513" y="6798"/>
                    <a:pt x="1450" y="6829"/>
                  </a:cubicBezTo>
                  <a:cubicBezTo>
                    <a:pt x="1450" y="6703"/>
                    <a:pt x="1419" y="6672"/>
                    <a:pt x="1356" y="6640"/>
                  </a:cubicBezTo>
                  <a:cubicBezTo>
                    <a:pt x="820" y="6073"/>
                    <a:pt x="820" y="5191"/>
                    <a:pt x="1356" y="4624"/>
                  </a:cubicBezTo>
                  <a:cubicBezTo>
                    <a:pt x="1450" y="4561"/>
                    <a:pt x="1482" y="4403"/>
                    <a:pt x="1450" y="4277"/>
                  </a:cubicBezTo>
                  <a:cubicBezTo>
                    <a:pt x="1261" y="3521"/>
                    <a:pt x="1671" y="2734"/>
                    <a:pt x="2427" y="2545"/>
                  </a:cubicBezTo>
                  <a:cubicBezTo>
                    <a:pt x="2553" y="2513"/>
                    <a:pt x="2679" y="2419"/>
                    <a:pt x="2710" y="2261"/>
                  </a:cubicBezTo>
                  <a:cubicBezTo>
                    <a:pt x="2869" y="1629"/>
                    <a:pt x="3445" y="1239"/>
                    <a:pt x="4072" y="1239"/>
                  </a:cubicBezTo>
                  <a:cubicBezTo>
                    <a:pt x="4195" y="1239"/>
                    <a:pt x="4320" y="1253"/>
                    <a:pt x="4443" y="1284"/>
                  </a:cubicBezTo>
                  <a:cubicBezTo>
                    <a:pt x="4475" y="1292"/>
                    <a:pt x="4508" y="1296"/>
                    <a:pt x="4542" y="1296"/>
                  </a:cubicBezTo>
                  <a:cubicBezTo>
                    <a:pt x="4642" y="1296"/>
                    <a:pt x="4742" y="1261"/>
                    <a:pt x="4790" y="1190"/>
                  </a:cubicBezTo>
                  <a:cubicBezTo>
                    <a:pt x="5073" y="922"/>
                    <a:pt x="5436" y="788"/>
                    <a:pt x="5798" y="788"/>
                  </a:cubicBezTo>
                  <a:close/>
                  <a:moveTo>
                    <a:pt x="4254" y="4151"/>
                  </a:moveTo>
                  <a:cubicBezTo>
                    <a:pt x="4664" y="5286"/>
                    <a:pt x="5609" y="6168"/>
                    <a:pt x="6775" y="6514"/>
                  </a:cubicBezTo>
                  <a:cubicBezTo>
                    <a:pt x="6491" y="6766"/>
                    <a:pt x="6333" y="7113"/>
                    <a:pt x="6239" y="7459"/>
                  </a:cubicBezTo>
                  <a:lnTo>
                    <a:pt x="5388" y="7459"/>
                  </a:lnTo>
                  <a:lnTo>
                    <a:pt x="5388" y="7491"/>
                  </a:lnTo>
                  <a:cubicBezTo>
                    <a:pt x="5231" y="6640"/>
                    <a:pt x="4443" y="6010"/>
                    <a:pt x="3561" y="6010"/>
                  </a:cubicBezTo>
                  <a:cubicBezTo>
                    <a:pt x="3183" y="6010"/>
                    <a:pt x="2868" y="6136"/>
                    <a:pt x="2553" y="6325"/>
                  </a:cubicBezTo>
                  <a:cubicBezTo>
                    <a:pt x="2773" y="5412"/>
                    <a:pt x="3372" y="4624"/>
                    <a:pt x="4254" y="4151"/>
                  </a:cubicBezTo>
                  <a:close/>
                  <a:moveTo>
                    <a:pt x="3561" y="6766"/>
                  </a:moveTo>
                  <a:cubicBezTo>
                    <a:pt x="4191" y="6766"/>
                    <a:pt x="4664" y="7270"/>
                    <a:pt x="4664" y="7869"/>
                  </a:cubicBezTo>
                  <a:cubicBezTo>
                    <a:pt x="4664" y="8436"/>
                    <a:pt x="4160" y="8972"/>
                    <a:pt x="3561" y="8972"/>
                  </a:cubicBezTo>
                  <a:cubicBezTo>
                    <a:pt x="2931" y="8972"/>
                    <a:pt x="2458" y="8436"/>
                    <a:pt x="2458" y="7869"/>
                  </a:cubicBezTo>
                  <a:cubicBezTo>
                    <a:pt x="2458" y="7270"/>
                    <a:pt x="2931" y="6766"/>
                    <a:pt x="3561" y="6766"/>
                  </a:cubicBezTo>
                  <a:close/>
                  <a:moveTo>
                    <a:pt x="8066" y="6766"/>
                  </a:moveTo>
                  <a:cubicBezTo>
                    <a:pt x="8696" y="6766"/>
                    <a:pt x="9169" y="7270"/>
                    <a:pt x="9169" y="7869"/>
                  </a:cubicBezTo>
                  <a:cubicBezTo>
                    <a:pt x="9169" y="8436"/>
                    <a:pt x="8665" y="8972"/>
                    <a:pt x="8066" y="8972"/>
                  </a:cubicBezTo>
                  <a:cubicBezTo>
                    <a:pt x="7436" y="8972"/>
                    <a:pt x="6964" y="8436"/>
                    <a:pt x="6964" y="7869"/>
                  </a:cubicBezTo>
                  <a:cubicBezTo>
                    <a:pt x="6964" y="7270"/>
                    <a:pt x="7436" y="6766"/>
                    <a:pt x="8066" y="6766"/>
                  </a:cubicBezTo>
                  <a:close/>
                  <a:moveTo>
                    <a:pt x="1734" y="7491"/>
                  </a:moveTo>
                  <a:lnTo>
                    <a:pt x="1734" y="9003"/>
                  </a:lnTo>
                  <a:cubicBezTo>
                    <a:pt x="1293" y="9003"/>
                    <a:pt x="978" y="8657"/>
                    <a:pt x="978" y="8247"/>
                  </a:cubicBezTo>
                  <a:cubicBezTo>
                    <a:pt x="978" y="7869"/>
                    <a:pt x="1324" y="7491"/>
                    <a:pt x="1734" y="7491"/>
                  </a:cubicBezTo>
                  <a:close/>
                  <a:moveTo>
                    <a:pt x="9925" y="7491"/>
                  </a:moveTo>
                  <a:cubicBezTo>
                    <a:pt x="10303" y="7491"/>
                    <a:pt x="10650" y="7806"/>
                    <a:pt x="10650" y="8247"/>
                  </a:cubicBezTo>
                  <a:cubicBezTo>
                    <a:pt x="10650" y="8657"/>
                    <a:pt x="10303" y="9003"/>
                    <a:pt x="9925" y="9003"/>
                  </a:cubicBezTo>
                  <a:lnTo>
                    <a:pt x="9925" y="7491"/>
                  </a:lnTo>
                  <a:close/>
                  <a:moveTo>
                    <a:pt x="6207" y="8215"/>
                  </a:moveTo>
                  <a:cubicBezTo>
                    <a:pt x="6365" y="9066"/>
                    <a:pt x="7153" y="9696"/>
                    <a:pt x="8035" y="9696"/>
                  </a:cubicBezTo>
                  <a:cubicBezTo>
                    <a:pt x="8476" y="9696"/>
                    <a:pt x="8822" y="9539"/>
                    <a:pt x="9137" y="9350"/>
                  </a:cubicBezTo>
                  <a:lnTo>
                    <a:pt x="9137" y="10137"/>
                  </a:lnTo>
                  <a:lnTo>
                    <a:pt x="9169" y="10137"/>
                  </a:lnTo>
                  <a:cubicBezTo>
                    <a:pt x="9169" y="11177"/>
                    <a:pt x="8350" y="11996"/>
                    <a:pt x="7310" y="11996"/>
                  </a:cubicBezTo>
                  <a:lnTo>
                    <a:pt x="4317" y="11996"/>
                  </a:lnTo>
                  <a:cubicBezTo>
                    <a:pt x="3309" y="11996"/>
                    <a:pt x="2458" y="11177"/>
                    <a:pt x="2458" y="10137"/>
                  </a:cubicBezTo>
                  <a:lnTo>
                    <a:pt x="2458" y="9350"/>
                  </a:lnTo>
                  <a:cubicBezTo>
                    <a:pt x="2773" y="9602"/>
                    <a:pt x="3183" y="9696"/>
                    <a:pt x="3561" y="9696"/>
                  </a:cubicBezTo>
                  <a:cubicBezTo>
                    <a:pt x="4475" y="9696"/>
                    <a:pt x="5231" y="9066"/>
                    <a:pt x="5388" y="8215"/>
                  </a:cubicBezTo>
                  <a:close/>
                  <a:moveTo>
                    <a:pt x="5794" y="1"/>
                  </a:moveTo>
                  <a:cubicBezTo>
                    <a:pt x="5310" y="1"/>
                    <a:pt x="4821" y="166"/>
                    <a:pt x="4412" y="497"/>
                  </a:cubicBezTo>
                  <a:cubicBezTo>
                    <a:pt x="4291" y="479"/>
                    <a:pt x="4172" y="470"/>
                    <a:pt x="4054" y="470"/>
                  </a:cubicBezTo>
                  <a:cubicBezTo>
                    <a:pt x="3154" y="470"/>
                    <a:pt x="2355" y="992"/>
                    <a:pt x="2049" y="1883"/>
                  </a:cubicBezTo>
                  <a:cubicBezTo>
                    <a:pt x="1104" y="2230"/>
                    <a:pt x="505" y="3238"/>
                    <a:pt x="663" y="4246"/>
                  </a:cubicBezTo>
                  <a:cubicBezTo>
                    <a:pt x="1" y="5033"/>
                    <a:pt x="1" y="6168"/>
                    <a:pt x="663" y="6987"/>
                  </a:cubicBezTo>
                  <a:cubicBezTo>
                    <a:pt x="663" y="7018"/>
                    <a:pt x="663" y="7113"/>
                    <a:pt x="631" y="7144"/>
                  </a:cubicBezTo>
                  <a:cubicBezTo>
                    <a:pt x="348" y="7428"/>
                    <a:pt x="159" y="7806"/>
                    <a:pt x="159" y="8215"/>
                  </a:cubicBezTo>
                  <a:cubicBezTo>
                    <a:pt x="159" y="9035"/>
                    <a:pt x="820" y="9696"/>
                    <a:pt x="1639" y="9696"/>
                  </a:cubicBezTo>
                  <a:lnTo>
                    <a:pt x="1639" y="10137"/>
                  </a:lnTo>
                  <a:cubicBezTo>
                    <a:pt x="1639" y="11586"/>
                    <a:pt x="2836" y="12752"/>
                    <a:pt x="4254" y="12752"/>
                  </a:cubicBezTo>
                  <a:lnTo>
                    <a:pt x="7247" y="12752"/>
                  </a:lnTo>
                  <a:cubicBezTo>
                    <a:pt x="8696" y="12752"/>
                    <a:pt x="9831" y="11555"/>
                    <a:pt x="9831" y="10137"/>
                  </a:cubicBezTo>
                  <a:lnTo>
                    <a:pt x="9831" y="9696"/>
                  </a:lnTo>
                  <a:cubicBezTo>
                    <a:pt x="10681" y="9696"/>
                    <a:pt x="11343" y="9035"/>
                    <a:pt x="11343" y="8215"/>
                  </a:cubicBezTo>
                  <a:cubicBezTo>
                    <a:pt x="11406" y="7806"/>
                    <a:pt x="11217" y="7428"/>
                    <a:pt x="10933" y="7144"/>
                  </a:cubicBezTo>
                  <a:cubicBezTo>
                    <a:pt x="10933" y="7113"/>
                    <a:pt x="10933" y="7018"/>
                    <a:pt x="10902" y="6987"/>
                  </a:cubicBezTo>
                  <a:cubicBezTo>
                    <a:pt x="11563" y="6199"/>
                    <a:pt x="11563" y="5065"/>
                    <a:pt x="10902" y="4246"/>
                  </a:cubicBezTo>
                  <a:cubicBezTo>
                    <a:pt x="11059" y="3206"/>
                    <a:pt x="10492" y="2230"/>
                    <a:pt x="9515" y="1883"/>
                  </a:cubicBezTo>
                  <a:cubicBezTo>
                    <a:pt x="9206" y="1039"/>
                    <a:pt x="8344" y="472"/>
                    <a:pt x="7468" y="472"/>
                  </a:cubicBezTo>
                  <a:cubicBezTo>
                    <a:pt x="7363" y="472"/>
                    <a:pt x="7257" y="480"/>
                    <a:pt x="7153" y="497"/>
                  </a:cubicBezTo>
                  <a:cubicBezTo>
                    <a:pt x="6759" y="166"/>
                    <a:pt x="6278" y="1"/>
                    <a:pt x="57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095" name="Google Shape;15095;p84"/>
          <p:cNvGrpSpPr/>
          <p:nvPr/>
        </p:nvGrpSpPr>
        <p:grpSpPr>
          <a:xfrm>
            <a:off x="7958434" y="1304461"/>
            <a:ext cx="361090" cy="359303"/>
            <a:chOff x="-55225575" y="1903275"/>
            <a:chExt cx="318225" cy="316650"/>
          </a:xfrm>
        </p:grpSpPr>
        <p:sp>
          <p:nvSpPr>
            <p:cNvPr id="15096" name="Google Shape;15096;p84"/>
            <p:cNvSpPr/>
            <p:nvPr/>
          </p:nvSpPr>
          <p:spPr>
            <a:xfrm>
              <a:off x="-55104275" y="2116925"/>
              <a:ext cx="72475" cy="29750"/>
            </a:xfrm>
            <a:custGeom>
              <a:avLst/>
              <a:gdLst/>
              <a:ahLst/>
              <a:cxnLst/>
              <a:rect l="l" t="t" r="r" b="b"/>
              <a:pathLst>
                <a:path w="2899" h="1190" extrusionOk="0">
                  <a:moveTo>
                    <a:pt x="398" y="1"/>
                  </a:moveTo>
                  <a:cubicBezTo>
                    <a:pt x="307" y="1"/>
                    <a:pt x="221" y="40"/>
                    <a:pt x="158" y="119"/>
                  </a:cubicBezTo>
                  <a:cubicBezTo>
                    <a:pt x="0" y="276"/>
                    <a:pt x="0" y="497"/>
                    <a:pt x="158" y="623"/>
                  </a:cubicBezTo>
                  <a:cubicBezTo>
                    <a:pt x="504" y="969"/>
                    <a:pt x="977" y="1190"/>
                    <a:pt x="1449" y="1190"/>
                  </a:cubicBezTo>
                  <a:cubicBezTo>
                    <a:pt x="1953" y="1190"/>
                    <a:pt x="2426" y="969"/>
                    <a:pt x="2741" y="623"/>
                  </a:cubicBezTo>
                  <a:cubicBezTo>
                    <a:pt x="2898" y="465"/>
                    <a:pt x="2898" y="245"/>
                    <a:pt x="2741" y="119"/>
                  </a:cubicBezTo>
                  <a:cubicBezTo>
                    <a:pt x="2694" y="56"/>
                    <a:pt x="2607" y="24"/>
                    <a:pt x="2513" y="24"/>
                  </a:cubicBezTo>
                  <a:cubicBezTo>
                    <a:pt x="2418" y="24"/>
                    <a:pt x="2316" y="56"/>
                    <a:pt x="2237" y="119"/>
                  </a:cubicBezTo>
                  <a:cubicBezTo>
                    <a:pt x="2048" y="308"/>
                    <a:pt x="1733" y="434"/>
                    <a:pt x="1449" y="434"/>
                  </a:cubicBezTo>
                  <a:cubicBezTo>
                    <a:pt x="1134" y="434"/>
                    <a:pt x="851" y="308"/>
                    <a:pt x="662" y="119"/>
                  </a:cubicBezTo>
                  <a:cubicBezTo>
                    <a:pt x="583" y="40"/>
                    <a:pt x="488"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097" name="Google Shape;15097;p84"/>
            <p:cNvSpPr/>
            <p:nvPr/>
          </p:nvSpPr>
          <p:spPr>
            <a:xfrm>
              <a:off x="-55113750" y="2053725"/>
              <a:ext cx="17350" cy="18125"/>
            </a:xfrm>
            <a:custGeom>
              <a:avLst/>
              <a:gdLst/>
              <a:ahLst/>
              <a:cxnLst/>
              <a:rect l="l" t="t" r="r" b="b"/>
              <a:pathLst>
                <a:path w="694" h="725" extrusionOk="0">
                  <a:moveTo>
                    <a:pt x="348" y="0"/>
                  </a:moveTo>
                  <a:cubicBezTo>
                    <a:pt x="158" y="0"/>
                    <a:pt x="1" y="158"/>
                    <a:pt x="1" y="347"/>
                  </a:cubicBezTo>
                  <a:cubicBezTo>
                    <a:pt x="1" y="536"/>
                    <a:pt x="158" y="725"/>
                    <a:pt x="348" y="725"/>
                  </a:cubicBezTo>
                  <a:cubicBezTo>
                    <a:pt x="537" y="725"/>
                    <a:pt x="694" y="536"/>
                    <a:pt x="694" y="347"/>
                  </a:cubicBezTo>
                  <a:cubicBezTo>
                    <a:pt x="694" y="158"/>
                    <a:pt x="537" y="0"/>
                    <a:pt x="3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098" name="Google Shape;15098;p84"/>
            <p:cNvSpPr/>
            <p:nvPr/>
          </p:nvSpPr>
          <p:spPr>
            <a:xfrm>
              <a:off x="-55039700" y="2053725"/>
              <a:ext cx="18125" cy="18125"/>
            </a:xfrm>
            <a:custGeom>
              <a:avLst/>
              <a:gdLst/>
              <a:ahLst/>
              <a:cxnLst/>
              <a:rect l="l" t="t" r="r" b="b"/>
              <a:pathLst>
                <a:path w="725" h="725" extrusionOk="0">
                  <a:moveTo>
                    <a:pt x="378" y="0"/>
                  </a:moveTo>
                  <a:cubicBezTo>
                    <a:pt x="189" y="0"/>
                    <a:pt x="0" y="158"/>
                    <a:pt x="0" y="347"/>
                  </a:cubicBezTo>
                  <a:cubicBezTo>
                    <a:pt x="0" y="536"/>
                    <a:pt x="189" y="725"/>
                    <a:pt x="378" y="725"/>
                  </a:cubicBezTo>
                  <a:cubicBezTo>
                    <a:pt x="568" y="725"/>
                    <a:pt x="725" y="536"/>
                    <a:pt x="725" y="347"/>
                  </a:cubicBezTo>
                  <a:cubicBezTo>
                    <a:pt x="725" y="158"/>
                    <a:pt x="568"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099" name="Google Shape;15099;p84"/>
            <p:cNvSpPr/>
            <p:nvPr/>
          </p:nvSpPr>
          <p:spPr>
            <a:xfrm>
              <a:off x="-55225575" y="1903275"/>
              <a:ext cx="318225" cy="316650"/>
            </a:xfrm>
            <a:custGeom>
              <a:avLst/>
              <a:gdLst/>
              <a:ahLst/>
              <a:cxnLst/>
              <a:rect l="l" t="t" r="r" b="b"/>
              <a:pathLst>
                <a:path w="12729" h="12666" extrusionOk="0">
                  <a:moveTo>
                    <a:pt x="6333" y="757"/>
                  </a:moveTo>
                  <a:cubicBezTo>
                    <a:pt x="8790" y="757"/>
                    <a:pt x="10932" y="2679"/>
                    <a:pt x="11185" y="5105"/>
                  </a:cubicBezTo>
                  <a:cubicBezTo>
                    <a:pt x="11185" y="5231"/>
                    <a:pt x="11279" y="5357"/>
                    <a:pt x="11374" y="5388"/>
                  </a:cubicBezTo>
                  <a:cubicBezTo>
                    <a:pt x="11752" y="5577"/>
                    <a:pt x="11972" y="5987"/>
                    <a:pt x="11972" y="6365"/>
                  </a:cubicBezTo>
                  <a:cubicBezTo>
                    <a:pt x="11972" y="6680"/>
                    <a:pt x="11815" y="7058"/>
                    <a:pt x="11594" y="7247"/>
                  </a:cubicBezTo>
                  <a:cubicBezTo>
                    <a:pt x="11342" y="7373"/>
                    <a:pt x="11342" y="7625"/>
                    <a:pt x="11531" y="7783"/>
                  </a:cubicBezTo>
                  <a:cubicBezTo>
                    <a:pt x="11783" y="8035"/>
                    <a:pt x="11941" y="8318"/>
                    <a:pt x="11941" y="8633"/>
                  </a:cubicBezTo>
                  <a:cubicBezTo>
                    <a:pt x="11941" y="8948"/>
                    <a:pt x="11815" y="9263"/>
                    <a:pt x="11531" y="9452"/>
                  </a:cubicBezTo>
                  <a:cubicBezTo>
                    <a:pt x="11374" y="9610"/>
                    <a:pt x="11374" y="9830"/>
                    <a:pt x="11531" y="9988"/>
                  </a:cubicBezTo>
                  <a:cubicBezTo>
                    <a:pt x="11783" y="10240"/>
                    <a:pt x="11941" y="10524"/>
                    <a:pt x="11941" y="10839"/>
                  </a:cubicBezTo>
                  <a:cubicBezTo>
                    <a:pt x="11941" y="11437"/>
                    <a:pt x="11437" y="11941"/>
                    <a:pt x="10838" y="11941"/>
                  </a:cubicBezTo>
                  <a:lnTo>
                    <a:pt x="1828" y="11941"/>
                  </a:lnTo>
                  <a:cubicBezTo>
                    <a:pt x="1197" y="11941"/>
                    <a:pt x="725" y="11406"/>
                    <a:pt x="725" y="10839"/>
                  </a:cubicBezTo>
                  <a:cubicBezTo>
                    <a:pt x="725" y="10492"/>
                    <a:pt x="819" y="10208"/>
                    <a:pt x="1103" y="9988"/>
                  </a:cubicBezTo>
                  <a:cubicBezTo>
                    <a:pt x="1260" y="9830"/>
                    <a:pt x="1260" y="9610"/>
                    <a:pt x="1103" y="9452"/>
                  </a:cubicBezTo>
                  <a:cubicBezTo>
                    <a:pt x="882" y="9200"/>
                    <a:pt x="725" y="8917"/>
                    <a:pt x="725" y="8633"/>
                  </a:cubicBezTo>
                  <a:cubicBezTo>
                    <a:pt x="725" y="8318"/>
                    <a:pt x="819" y="8003"/>
                    <a:pt x="1103" y="7783"/>
                  </a:cubicBezTo>
                  <a:cubicBezTo>
                    <a:pt x="1260" y="7625"/>
                    <a:pt x="1260" y="7405"/>
                    <a:pt x="1103" y="7247"/>
                  </a:cubicBezTo>
                  <a:cubicBezTo>
                    <a:pt x="882" y="7058"/>
                    <a:pt x="725" y="6680"/>
                    <a:pt x="725" y="6365"/>
                  </a:cubicBezTo>
                  <a:cubicBezTo>
                    <a:pt x="725" y="5987"/>
                    <a:pt x="945" y="5577"/>
                    <a:pt x="1292" y="5388"/>
                  </a:cubicBezTo>
                  <a:cubicBezTo>
                    <a:pt x="1418" y="5357"/>
                    <a:pt x="1512" y="5231"/>
                    <a:pt x="1512" y="5105"/>
                  </a:cubicBezTo>
                  <a:cubicBezTo>
                    <a:pt x="1765" y="2679"/>
                    <a:pt x="3907" y="757"/>
                    <a:pt x="6333" y="757"/>
                  </a:cubicBezTo>
                  <a:close/>
                  <a:moveTo>
                    <a:pt x="6333" y="1"/>
                  </a:moveTo>
                  <a:cubicBezTo>
                    <a:pt x="3497" y="1"/>
                    <a:pt x="1134" y="2112"/>
                    <a:pt x="788" y="4853"/>
                  </a:cubicBezTo>
                  <a:cubicBezTo>
                    <a:pt x="284" y="5199"/>
                    <a:pt x="0" y="5735"/>
                    <a:pt x="0" y="6365"/>
                  </a:cubicBezTo>
                  <a:cubicBezTo>
                    <a:pt x="0" y="6774"/>
                    <a:pt x="158" y="7216"/>
                    <a:pt x="410" y="7531"/>
                  </a:cubicBezTo>
                  <a:cubicBezTo>
                    <a:pt x="158" y="7846"/>
                    <a:pt x="0" y="8224"/>
                    <a:pt x="0" y="8633"/>
                  </a:cubicBezTo>
                  <a:cubicBezTo>
                    <a:pt x="0" y="9011"/>
                    <a:pt x="126" y="9421"/>
                    <a:pt x="410" y="9736"/>
                  </a:cubicBezTo>
                  <a:cubicBezTo>
                    <a:pt x="158" y="10051"/>
                    <a:pt x="0" y="10429"/>
                    <a:pt x="0" y="10839"/>
                  </a:cubicBezTo>
                  <a:cubicBezTo>
                    <a:pt x="0" y="11847"/>
                    <a:pt x="819" y="12666"/>
                    <a:pt x="1859" y="12666"/>
                  </a:cubicBezTo>
                  <a:lnTo>
                    <a:pt x="10869" y="12666"/>
                  </a:lnTo>
                  <a:cubicBezTo>
                    <a:pt x="11909" y="12666"/>
                    <a:pt x="12728" y="11847"/>
                    <a:pt x="12728" y="10839"/>
                  </a:cubicBezTo>
                  <a:cubicBezTo>
                    <a:pt x="12728" y="10429"/>
                    <a:pt x="12602" y="10051"/>
                    <a:pt x="12319" y="9736"/>
                  </a:cubicBezTo>
                  <a:cubicBezTo>
                    <a:pt x="12571" y="9421"/>
                    <a:pt x="12728" y="9011"/>
                    <a:pt x="12728" y="8633"/>
                  </a:cubicBezTo>
                  <a:cubicBezTo>
                    <a:pt x="12634" y="8224"/>
                    <a:pt x="12539" y="7846"/>
                    <a:pt x="12287" y="7531"/>
                  </a:cubicBezTo>
                  <a:cubicBezTo>
                    <a:pt x="12539" y="7216"/>
                    <a:pt x="12697" y="6774"/>
                    <a:pt x="12697" y="6365"/>
                  </a:cubicBezTo>
                  <a:cubicBezTo>
                    <a:pt x="12697" y="5798"/>
                    <a:pt x="12382" y="5199"/>
                    <a:pt x="11909" y="4853"/>
                  </a:cubicBezTo>
                  <a:cubicBezTo>
                    <a:pt x="11500" y="2112"/>
                    <a:pt x="9137"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100" name="Google Shape;15100;p84"/>
            <p:cNvSpPr/>
            <p:nvPr/>
          </p:nvSpPr>
          <p:spPr>
            <a:xfrm>
              <a:off x="-55170450" y="1959200"/>
              <a:ext cx="204800" cy="225300"/>
            </a:xfrm>
            <a:custGeom>
              <a:avLst/>
              <a:gdLst/>
              <a:ahLst/>
              <a:cxnLst/>
              <a:rect l="l" t="t" r="r" b="b"/>
              <a:pathLst>
                <a:path w="8192" h="9012" extrusionOk="0">
                  <a:moveTo>
                    <a:pt x="4128" y="1450"/>
                  </a:moveTo>
                  <a:cubicBezTo>
                    <a:pt x="4411" y="2017"/>
                    <a:pt x="4821" y="2490"/>
                    <a:pt x="5293" y="2836"/>
                  </a:cubicBezTo>
                  <a:cubicBezTo>
                    <a:pt x="5924" y="3340"/>
                    <a:pt x="6711" y="3624"/>
                    <a:pt x="7499" y="3687"/>
                  </a:cubicBezTo>
                  <a:cubicBezTo>
                    <a:pt x="7499" y="3813"/>
                    <a:pt x="7530" y="3970"/>
                    <a:pt x="7530" y="4096"/>
                  </a:cubicBezTo>
                  <a:lnTo>
                    <a:pt x="7530" y="5640"/>
                  </a:lnTo>
                  <a:lnTo>
                    <a:pt x="7436" y="5640"/>
                  </a:lnTo>
                  <a:cubicBezTo>
                    <a:pt x="7436" y="7089"/>
                    <a:pt x="6270" y="8224"/>
                    <a:pt x="4852" y="8224"/>
                  </a:cubicBezTo>
                  <a:lnTo>
                    <a:pt x="3340" y="8224"/>
                  </a:lnTo>
                  <a:cubicBezTo>
                    <a:pt x="1891" y="8224"/>
                    <a:pt x="757" y="7058"/>
                    <a:pt x="757" y="5640"/>
                  </a:cubicBezTo>
                  <a:lnTo>
                    <a:pt x="757" y="4096"/>
                  </a:lnTo>
                  <a:cubicBezTo>
                    <a:pt x="757" y="3970"/>
                    <a:pt x="757" y="3813"/>
                    <a:pt x="788" y="3687"/>
                  </a:cubicBezTo>
                  <a:cubicBezTo>
                    <a:pt x="1576" y="3624"/>
                    <a:pt x="2363" y="3340"/>
                    <a:pt x="2994" y="2836"/>
                  </a:cubicBezTo>
                  <a:cubicBezTo>
                    <a:pt x="3466" y="2427"/>
                    <a:pt x="3876" y="1954"/>
                    <a:pt x="4128" y="1450"/>
                  </a:cubicBezTo>
                  <a:close/>
                  <a:moveTo>
                    <a:pt x="4096" y="1"/>
                  </a:moveTo>
                  <a:cubicBezTo>
                    <a:pt x="3939" y="1"/>
                    <a:pt x="3781" y="127"/>
                    <a:pt x="3750" y="284"/>
                  </a:cubicBezTo>
                  <a:lnTo>
                    <a:pt x="3718" y="442"/>
                  </a:lnTo>
                  <a:cubicBezTo>
                    <a:pt x="3309" y="1923"/>
                    <a:pt x="1985" y="2994"/>
                    <a:pt x="442" y="2994"/>
                  </a:cubicBezTo>
                  <a:cubicBezTo>
                    <a:pt x="253" y="2994"/>
                    <a:pt x="127" y="3120"/>
                    <a:pt x="95" y="3309"/>
                  </a:cubicBezTo>
                  <a:cubicBezTo>
                    <a:pt x="32" y="3592"/>
                    <a:pt x="1" y="3876"/>
                    <a:pt x="1" y="4128"/>
                  </a:cubicBezTo>
                  <a:lnTo>
                    <a:pt x="1" y="5672"/>
                  </a:lnTo>
                  <a:cubicBezTo>
                    <a:pt x="1" y="7530"/>
                    <a:pt x="1513" y="9011"/>
                    <a:pt x="3340" y="9011"/>
                  </a:cubicBezTo>
                  <a:lnTo>
                    <a:pt x="4852" y="9011"/>
                  </a:lnTo>
                  <a:cubicBezTo>
                    <a:pt x="6711" y="9011"/>
                    <a:pt x="8192" y="7530"/>
                    <a:pt x="8192" y="5672"/>
                  </a:cubicBezTo>
                  <a:lnTo>
                    <a:pt x="8192" y="4128"/>
                  </a:lnTo>
                  <a:cubicBezTo>
                    <a:pt x="8192" y="3844"/>
                    <a:pt x="8160" y="3592"/>
                    <a:pt x="8129" y="3309"/>
                  </a:cubicBezTo>
                  <a:cubicBezTo>
                    <a:pt x="8066" y="3120"/>
                    <a:pt x="7908" y="2994"/>
                    <a:pt x="7751" y="2994"/>
                  </a:cubicBezTo>
                  <a:cubicBezTo>
                    <a:pt x="6239" y="2994"/>
                    <a:pt x="4884" y="1923"/>
                    <a:pt x="4506" y="442"/>
                  </a:cubicBezTo>
                  <a:lnTo>
                    <a:pt x="4443" y="284"/>
                  </a:lnTo>
                  <a:cubicBezTo>
                    <a:pt x="4411" y="127"/>
                    <a:pt x="4254" y="1"/>
                    <a:pt x="40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101" name="Google Shape;15101;p84"/>
          <p:cNvGrpSpPr/>
          <p:nvPr/>
        </p:nvGrpSpPr>
        <p:grpSpPr>
          <a:xfrm>
            <a:off x="7969611" y="1780418"/>
            <a:ext cx="338736" cy="359303"/>
            <a:chOff x="-55217700" y="2296300"/>
            <a:chExt cx="298525" cy="316650"/>
          </a:xfrm>
        </p:grpSpPr>
        <p:sp>
          <p:nvSpPr>
            <p:cNvPr id="15102" name="Google Shape;15102;p84"/>
            <p:cNvSpPr/>
            <p:nvPr/>
          </p:nvSpPr>
          <p:spPr>
            <a:xfrm>
              <a:off x="-55105075" y="2426275"/>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103" name="Google Shape;15103;p84"/>
            <p:cNvSpPr/>
            <p:nvPr/>
          </p:nvSpPr>
          <p:spPr>
            <a:xfrm>
              <a:off x="-55030250" y="242627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104" name="Google Shape;15104;p84"/>
            <p:cNvSpPr/>
            <p:nvPr/>
          </p:nvSpPr>
          <p:spPr>
            <a:xfrm>
              <a:off x="-55095625" y="2488675"/>
              <a:ext cx="73275" cy="29775"/>
            </a:xfrm>
            <a:custGeom>
              <a:avLst/>
              <a:gdLst/>
              <a:ahLst/>
              <a:cxnLst/>
              <a:rect l="l" t="t" r="r" b="b"/>
              <a:pathLst>
                <a:path w="2931" h="1191" extrusionOk="0">
                  <a:moveTo>
                    <a:pt x="398" y="1"/>
                  </a:moveTo>
                  <a:cubicBezTo>
                    <a:pt x="308" y="1"/>
                    <a:pt x="221" y="40"/>
                    <a:pt x="158" y="119"/>
                  </a:cubicBezTo>
                  <a:cubicBezTo>
                    <a:pt x="1" y="277"/>
                    <a:pt x="1" y="529"/>
                    <a:pt x="158" y="655"/>
                  </a:cubicBezTo>
                  <a:cubicBezTo>
                    <a:pt x="505" y="1001"/>
                    <a:pt x="977" y="1190"/>
                    <a:pt x="1450" y="1190"/>
                  </a:cubicBezTo>
                  <a:cubicBezTo>
                    <a:pt x="1985" y="1190"/>
                    <a:pt x="2458" y="1001"/>
                    <a:pt x="2773" y="655"/>
                  </a:cubicBezTo>
                  <a:cubicBezTo>
                    <a:pt x="2931" y="497"/>
                    <a:pt x="2931" y="245"/>
                    <a:pt x="2773" y="119"/>
                  </a:cubicBezTo>
                  <a:cubicBezTo>
                    <a:pt x="2685" y="66"/>
                    <a:pt x="2577" y="23"/>
                    <a:pt x="2471" y="23"/>
                  </a:cubicBezTo>
                  <a:cubicBezTo>
                    <a:pt x="2388" y="23"/>
                    <a:pt x="2307" y="50"/>
                    <a:pt x="2237" y="119"/>
                  </a:cubicBezTo>
                  <a:cubicBezTo>
                    <a:pt x="2048" y="340"/>
                    <a:pt x="1733" y="434"/>
                    <a:pt x="1450" y="434"/>
                  </a:cubicBezTo>
                  <a:cubicBezTo>
                    <a:pt x="1135" y="434"/>
                    <a:pt x="883" y="340"/>
                    <a:pt x="662" y="119"/>
                  </a:cubicBezTo>
                  <a:cubicBezTo>
                    <a:pt x="583" y="40"/>
                    <a:pt x="489"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105" name="Google Shape;15105;p84"/>
            <p:cNvSpPr/>
            <p:nvPr/>
          </p:nvSpPr>
          <p:spPr>
            <a:xfrm>
              <a:off x="-55217700" y="2296300"/>
              <a:ext cx="298525" cy="316650"/>
            </a:xfrm>
            <a:custGeom>
              <a:avLst/>
              <a:gdLst/>
              <a:ahLst/>
              <a:cxnLst/>
              <a:rect l="l" t="t" r="r" b="b"/>
              <a:pathLst>
                <a:path w="11941" h="12666" extrusionOk="0">
                  <a:moveTo>
                    <a:pt x="8601" y="694"/>
                  </a:moveTo>
                  <a:cubicBezTo>
                    <a:pt x="9105" y="694"/>
                    <a:pt x="9578" y="1040"/>
                    <a:pt x="9704" y="1545"/>
                  </a:cubicBezTo>
                  <a:lnTo>
                    <a:pt x="2993" y="3561"/>
                  </a:lnTo>
                  <a:lnTo>
                    <a:pt x="2993" y="1797"/>
                  </a:lnTo>
                  <a:cubicBezTo>
                    <a:pt x="2993" y="1167"/>
                    <a:pt x="3497" y="694"/>
                    <a:pt x="4096" y="694"/>
                  </a:cubicBezTo>
                  <a:close/>
                  <a:moveTo>
                    <a:pt x="9735" y="2301"/>
                  </a:moveTo>
                  <a:lnTo>
                    <a:pt x="9735" y="3687"/>
                  </a:lnTo>
                  <a:lnTo>
                    <a:pt x="5199" y="3687"/>
                  </a:lnTo>
                  <a:lnTo>
                    <a:pt x="9735" y="2301"/>
                  </a:lnTo>
                  <a:close/>
                  <a:moveTo>
                    <a:pt x="10428" y="4380"/>
                  </a:moveTo>
                  <a:cubicBezTo>
                    <a:pt x="10838" y="4380"/>
                    <a:pt x="11185" y="4727"/>
                    <a:pt x="11185" y="5136"/>
                  </a:cubicBezTo>
                  <a:cubicBezTo>
                    <a:pt x="11185" y="5577"/>
                    <a:pt x="10870" y="5892"/>
                    <a:pt x="10428" y="5892"/>
                  </a:cubicBezTo>
                  <a:lnTo>
                    <a:pt x="10428" y="4380"/>
                  </a:lnTo>
                  <a:close/>
                  <a:moveTo>
                    <a:pt x="9767" y="4443"/>
                  </a:moveTo>
                  <a:cubicBezTo>
                    <a:pt x="9735" y="4664"/>
                    <a:pt x="9735" y="6774"/>
                    <a:pt x="9735" y="7026"/>
                  </a:cubicBezTo>
                  <a:cubicBezTo>
                    <a:pt x="9735" y="8885"/>
                    <a:pt x="8223" y="10397"/>
                    <a:pt x="6396" y="10397"/>
                  </a:cubicBezTo>
                  <a:cubicBezTo>
                    <a:pt x="4537" y="10397"/>
                    <a:pt x="3025" y="8885"/>
                    <a:pt x="3025" y="7026"/>
                  </a:cubicBezTo>
                  <a:lnTo>
                    <a:pt x="3025" y="4443"/>
                  </a:lnTo>
                  <a:close/>
                  <a:moveTo>
                    <a:pt x="2237" y="3309"/>
                  </a:moveTo>
                  <a:lnTo>
                    <a:pt x="2237" y="6995"/>
                  </a:lnTo>
                  <a:lnTo>
                    <a:pt x="2237" y="11910"/>
                  </a:lnTo>
                  <a:lnTo>
                    <a:pt x="756" y="11910"/>
                  </a:lnTo>
                  <a:lnTo>
                    <a:pt x="756" y="6711"/>
                  </a:lnTo>
                  <a:cubicBezTo>
                    <a:pt x="756" y="5420"/>
                    <a:pt x="1292" y="4159"/>
                    <a:pt x="2237" y="3309"/>
                  </a:cubicBezTo>
                  <a:close/>
                  <a:moveTo>
                    <a:pt x="4096" y="1"/>
                  </a:moveTo>
                  <a:cubicBezTo>
                    <a:pt x="3088" y="1"/>
                    <a:pt x="2269" y="820"/>
                    <a:pt x="2269" y="1828"/>
                  </a:cubicBezTo>
                  <a:lnTo>
                    <a:pt x="2269" y="2395"/>
                  </a:lnTo>
                  <a:cubicBezTo>
                    <a:pt x="819" y="3403"/>
                    <a:pt x="0" y="5042"/>
                    <a:pt x="0" y="6774"/>
                  </a:cubicBezTo>
                  <a:lnTo>
                    <a:pt x="0" y="12319"/>
                  </a:lnTo>
                  <a:cubicBezTo>
                    <a:pt x="0" y="12508"/>
                    <a:pt x="158" y="12666"/>
                    <a:pt x="378" y="12666"/>
                  </a:cubicBezTo>
                  <a:lnTo>
                    <a:pt x="2615" y="12666"/>
                  </a:lnTo>
                  <a:cubicBezTo>
                    <a:pt x="2804" y="12666"/>
                    <a:pt x="2962" y="12508"/>
                    <a:pt x="2962" y="12319"/>
                  </a:cubicBezTo>
                  <a:lnTo>
                    <a:pt x="2962" y="9389"/>
                  </a:lnTo>
                  <a:cubicBezTo>
                    <a:pt x="3718" y="10460"/>
                    <a:pt x="4915" y="11122"/>
                    <a:pt x="6301" y="11122"/>
                  </a:cubicBezTo>
                  <a:cubicBezTo>
                    <a:pt x="8538" y="11122"/>
                    <a:pt x="10397" y="9295"/>
                    <a:pt x="10397" y="7026"/>
                  </a:cubicBezTo>
                  <a:lnTo>
                    <a:pt x="10397" y="6680"/>
                  </a:lnTo>
                  <a:cubicBezTo>
                    <a:pt x="11216" y="6680"/>
                    <a:pt x="11909" y="6018"/>
                    <a:pt x="11909" y="5168"/>
                  </a:cubicBezTo>
                  <a:cubicBezTo>
                    <a:pt x="11941" y="4348"/>
                    <a:pt x="11279" y="3687"/>
                    <a:pt x="10428" y="3687"/>
                  </a:cubicBezTo>
                  <a:lnTo>
                    <a:pt x="10428" y="1828"/>
                  </a:lnTo>
                  <a:cubicBezTo>
                    <a:pt x="10428" y="820"/>
                    <a:pt x="9609" y="1"/>
                    <a:pt x="86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106" name="Google Shape;15106;p84"/>
          <p:cNvGrpSpPr/>
          <p:nvPr/>
        </p:nvGrpSpPr>
        <p:grpSpPr>
          <a:xfrm>
            <a:off x="7957541" y="2233002"/>
            <a:ext cx="362877" cy="359303"/>
            <a:chOff x="-55229525" y="2688550"/>
            <a:chExt cx="319800" cy="316650"/>
          </a:xfrm>
        </p:grpSpPr>
        <p:sp>
          <p:nvSpPr>
            <p:cNvPr id="15107" name="Google Shape;15107;p84"/>
            <p:cNvSpPr/>
            <p:nvPr/>
          </p:nvSpPr>
          <p:spPr>
            <a:xfrm>
              <a:off x="-55104275" y="2919525"/>
              <a:ext cx="72475" cy="28950"/>
            </a:xfrm>
            <a:custGeom>
              <a:avLst/>
              <a:gdLst/>
              <a:ahLst/>
              <a:cxnLst/>
              <a:rect l="l" t="t" r="r" b="b"/>
              <a:pathLst>
                <a:path w="2899" h="1158" extrusionOk="0">
                  <a:moveTo>
                    <a:pt x="398" y="0"/>
                  </a:moveTo>
                  <a:cubicBezTo>
                    <a:pt x="307" y="0"/>
                    <a:pt x="221" y="39"/>
                    <a:pt x="158" y="118"/>
                  </a:cubicBezTo>
                  <a:cubicBezTo>
                    <a:pt x="0" y="276"/>
                    <a:pt x="0" y="496"/>
                    <a:pt x="158" y="622"/>
                  </a:cubicBezTo>
                  <a:cubicBezTo>
                    <a:pt x="504" y="969"/>
                    <a:pt x="977" y="1158"/>
                    <a:pt x="1449" y="1158"/>
                  </a:cubicBezTo>
                  <a:cubicBezTo>
                    <a:pt x="1953" y="1158"/>
                    <a:pt x="2426" y="969"/>
                    <a:pt x="2741" y="622"/>
                  </a:cubicBezTo>
                  <a:cubicBezTo>
                    <a:pt x="2898" y="465"/>
                    <a:pt x="2898" y="213"/>
                    <a:pt x="2741" y="118"/>
                  </a:cubicBezTo>
                  <a:cubicBezTo>
                    <a:pt x="2694" y="39"/>
                    <a:pt x="2607" y="0"/>
                    <a:pt x="2513" y="0"/>
                  </a:cubicBezTo>
                  <a:cubicBezTo>
                    <a:pt x="2418" y="0"/>
                    <a:pt x="2316" y="39"/>
                    <a:pt x="2237" y="118"/>
                  </a:cubicBezTo>
                  <a:cubicBezTo>
                    <a:pt x="2048" y="307"/>
                    <a:pt x="1733" y="433"/>
                    <a:pt x="1449" y="433"/>
                  </a:cubicBezTo>
                  <a:cubicBezTo>
                    <a:pt x="1134" y="433"/>
                    <a:pt x="851" y="307"/>
                    <a:pt x="662" y="118"/>
                  </a:cubicBezTo>
                  <a:cubicBezTo>
                    <a:pt x="583" y="39"/>
                    <a:pt x="488"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108" name="Google Shape;15108;p84"/>
            <p:cNvSpPr/>
            <p:nvPr/>
          </p:nvSpPr>
          <p:spPr>
            <a:xfrm>
              <a:off x="-55039700" y="2856300"/>
              <a:ext cx="18125" cy="17350"/>
            </a:xfrm>
            <a:custGeom>
              <a:avLst/>
              <a:gdLst/>
              <a:ahLst/>
              <a:cxnLst/>
              <a:rect l="l" t="t" r="r" b="b"/>
              <a:pathLst>
                <a:path w="725" h="694" extrusionOk="0">
                  <a:moveTo>
                    <a:pt x="378" y="1"/>
                  </a:moveTo>
                  <a:cubicBezTo>
                    <a:pt x="189" y="1"/>
                    <a:pt x="0" y="158"/>
                    <a:pt x="0" y="347"/>
                  </a:cubicBezTo>
                  <a:cubicBezTo>
                    <a:pt x="0" y="536"/>
                    <a:pt x="189" y="694"/>
                    <a:pt x="378" y="694"/>
                  </a:cubicBezTo>
                  <a:cubicBezTo>
                    <a:pt x="568" y="694"/>
                    <a:pt x="725" y="536"/>
                    <a:pt x="725" y="347"/>
                  </a:cubicBezTo>
                  <a:cubicBezTo>
                    <a:pt x="725" y="158"/>
                    <a:pt x="568"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109" name="Google Shape;15109;p84"/>
            <p:cNvSpPr/>
            <p:nvPr/>
          </p:nvSpPr>
          <p:spPr>
            <a:xfrm>
              <a:off x="-55113750" y="2856300"/>
              <a:ext cx="17350" cy="17350"/>
            </a:xfrm>
            <a:custGeom>
              <a:avLst/>
              <a:gdLst/>
              <a:ahLst/>
              <a:cxnLst/>
              <a:rect l="l" t="t" r="r" b="b"/>
              <a:pathLst>
                <a:path w="694" h="694" extrusionOk="0">
                  <a:moveTo>
                    <a:pt x="348" y="1"/>
                  </a:moveTo>
                  <a:cubicBezTo>
                    <a:pt x="158" y="1"/>
                    <a:pt x="1" y="158"/>
                    <a:pt x="1" y="347"/>
                  </a:cubicBezTo>
                  <a:cubicBezTo>
                    <a:pt x="1" y="536"/>
                    <a:pt x="158" y="694"/>
                    <a:pt x="348" y="694"/>
                  </a:cubicBezTo>
                  <a:cubicBezTo>
                    <a:pt x="537" y="694"/>
                    <a:pt x="694" y="536"/>
                    <a:pt x="694" y="347"/>
                  </a:cubicBezTo>
                  <a:cubicBezTo>
                    <a:pt x="694" y="158"/>
                    <a:pt x="537"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110" name="Google Shape;15110;p84"/>
            <p:cNvSpPr/>
            <p:nvPr/>
          </p:nvSpPr>
          <p:spPr>
            <a:xfrm>
              <a:off x="-55229525" y="2688550"/>
              <a:ext cx="319800" cy="316650"/>
            </a:xfrm>
            <a:custGeom>
              <a:avLst/>
              <a:gdLst/>
              <a:ahLst/>
              <a:cxnLst/>
              <a:rect l="l" t="t" r="r" b="b"/>
              <a:pathLst>
                <a:path w="12792" h="12666" extrusionOk="0">
                  <a:moveTo>
                    <a:pt x="6648" y="693"/>
                  </a:moveTo>
                  <a:cubicBezTo>
                    <a:pt x="6806" y="693"/>
                    <a:pt x="6963" y="788"/>
                    <a:pt x="7026" y="914"/>
                  </a:cubicBezTo>
                  <a:cubicBezTo>
                    <a:pt x="7089" y="1197"/>
                    <a:pt x="7184" y="1386"/>
                    <a:pt x="7247" y="1670"/>
                  </a:cubicBezTo>
                  <a:cubicBezTo>
                    <a:pt x="7341" y="1891"/>
                    <a:pt x="7121" y="2143"/>
                    <a:pt x="6900" y="2143"/>
                  </a:cubicBezTo>
                  <a:lnTo>
                    <a:pt x="5987" y="2143"/>
                  </a:lnTo>
                  <a:cubicBezTo>
                    <a:pt x="5766" y="2143"/>
                    <a:pt x="5546" y="1891"/>
                    <a:pt x="5640" y="1670"/>
                  </a:cubicBezTo>
                  <a:cubicBezTo>
                    <a:pt x="5703" y="1418"/>
                    <a:pt x="5798" y="1197"/>
                    <a:pt x="5892" y="914"/>
                  </a:cubicBezTo>
                  <a:cubicBezTo>
                    <a:pt x="5955" y="756"/>
                    <a:pt x="6081" y="693"/>
                    <a:pt x="6239" y="693"/>
                  </a:cubicBezTo>
                  <a:close/>
                  <a:moveTo>
                    <a:pt x="7845" y="2332"/>
                  </a:moveTo>
                  <a:cubicBezTo>
                    <a:pt x="10271" y="2962"/>
                    <a:pt x="12004" y="5199"/>
                    <a:pt x="12004" y="7813"/>
                  </a:cubicBezTo>
                  <a:cubicBezTo>
                    <a:pt x="12067" y="8444"/>
                    <a:pt x="11595" y="8916"/>
                    <a:pt x="10964" y="8916"/>
                  </a:cubicBezTo>
                  <a:lnTo>
                    <a:pt x="10523" y="8916"/>
                  </a:lnTo>
                  <a:lnTo>
                    <a:pt x="10523" y="8570"/>
                  </a:lnTo>
                  <a:lnTo>
                    <a:pt x="10523" y="7057"/>
                  </a:lnTo>
                  <a:cubicBezTo>
                    <a:pt x="10523" y="5608"/>
                    <a:pt x="9326" y="4474"/>
                    <a:pt x="7908" y="4474"/>
                  </a:cubicBezTo>
                  <a:lnTo>
                    <a:pt x="4915" y="4474"/>
                  </a:lnTo>
                  <a:cubicBezTo>
                    <a:pt x="3466" y="4474"/>
                    <a:pt x="2332" y="5640"/>
                    <a:pt x="2332" y="7057"/>
                  </a:cubicBezTo>
                  <a:lnTo>
                    <a:pt x="2332" y="8570"/>
                  </a:lnTo>
                  <a:lnTo>
                    <a:pt x="2332" y="8916"/>
                  </a:lnTo>
                  <a:lnTo>
                    <a:pt x="1891" y="8916"/>
                  </a:lnTo>
                  <a:cubicBezTo>
                    <a:pt x="1261" y="8916"/>
                    <a:pt x="788" y="8412"/>
                    <a:pt x="788" y="7813"/>
                  </a:cubicBezTo>
                  <a:cubicBezTo>
                    <a:pt x="788" y="5262"/>
                    <a:pt x="2521" y="2993"/>
                    <a:pt x="4979" y="2332"/>
                  </a:cubicBezTo>
                  <a:cubicBezTo>
                    <a:pt x="5168" y="2678"/>
                    <a:pt x="5514" y="2899"/>
                    <a:pt x="5955" y="2899"/>
                  </a:cubicBezTo>
                  <a:lnTo>
                    <a:pt x="6869" y="2899"/>
                  </a:lnTo>
                  <a:cubicBezTo>
                    <a:pt x="7247" y="2899"/>
                    <a:pt x="7593" y="2678"/>
                    <a:pt x="7845" y="2332"/>
                  </a:cubicBezTo>
                  <a:close/>
                  <a:moveTo>
                    <a:pt x="7971" y="5199"/>
                  </a:moveTo>
                  <a:cubicBezTo>
                    <a:pt x="8980" y="5199"/>
                    <a:pt x="9799" y="6049"/>
                    <a:pt x="9799" y="7057"/>
                  </a:cubicBezTo>
                  <a:lnTo>
                    <a:pt x="9799" y="8570"/>
                  </a:lnTo>
                  <a:cubicBezTo>
                    <a:pt x="9799" y="10397"/>
                    <a:pt x="8318" y="11909"/>
                    <a:pt x="6459" y="11909"/>
                  </a:cubicBezTo>
                  <a:cubicBezTo>
                    <a:pt x="4600" y="11909"/>
                    <a:pt x="3120" y="10397"/>
                    <a:pt x="3120" y="8570"/>
                  </a:cubicBezTo>
                  <a:lnTo>
                    <a:pt x="3120" y="7057"/>
                  </a:lnTo>
                  <a:cubicBezTo>
                    <a:pt x="3120" y="6049"/>
                    <a:pt x="3939" y="5199"/>
                    <a:pt x="4979" y="5199"/>
                  </a:cubicBezTo>
                  <a:close/>
                  <a:moveTo>
                    <a:pt x="6176" y="0"/>
                  </a:moveTo>
                  <a:cubicBezTo>
                    <a:pt x="5703" y="0"/>
                    <a:pt x="5294" y="315"/>
                    <a:pt x="5136" y="756"/>
                  </a:cubicBezTo>
                  <a:lnTo>
                    <a:pt x="3403" y="756"/>
                  </a:lnTo>
                  <a:cubicBezTo>
                    <a:pt x="3183" y="756"/>
                    <a:pt x="3025" y="914"/>
                    <a:pt x="3025" y="1103"/>
                  </a:cubicBezTo>
                  <a:cubicBezTo>
                    <a:pt x="3025" y="1323"/>
                    <a:pt x="3183" y="1481"/>
                    <a:pt x="3403" y="1481"/>
                  </a:cubicBezTo>
                  <a:lnTo>
                    <a:pt x="4852" y="1481"/>
                  </a:lnTo>
                  <a:cubicBezTo>
                    <a:pt x="4852" y="1512"/>
                    <a:pt x="4821" y="1575"/>
                    <a:pt x="4821" y="1638"/>
                  </a:cubicBezTo>
                  <a:cubicBezTo>
                    <a:pt x="3498" y="1954"/>
                    <a:pt x="2332" y="2678"/>
                    <a:pt x="1450" y="3749"/>
                  </a:cubicBezTo>
                  <a:cubicBezTo>
                    <a:pt x="505" y="4883"/>
                    <a:pt x="1" y="6364"/>
                    <a:pt x="1" y="7813"/>
                  </a:cubicBezTo>
                  <a:cubicBezTo>
                    <a:pt x="1" y="8822"/>
                    <a:pt x="820" y="9672"/>
                    <a:pt x="1860" y="9672"/>
                  </a:cubicBezTo>
                  <a:lnTo>
                    <a:pt x="2395" y="9672"/>
                  </a:lnTo>
                  <a:cubicBezTo>
                    <a:pt x="2868" y="11405"/>
                    <a:pt x="4506" y="12665"/>
                    <a:pt x="6333" y="12665"/>
                  </a:cubicBezTo>
                  <a:cubicBezTo>
                    <a:pt x="8224" y="12665"/>
                    <a:pt x="9799" y="11405"/>
                    <a:pt x="10271" y="9672"/>
                  </a:cubicBezTo>
                  <a:lnTo>
                    <a:pt x="10838" y="9672"/>
                  </a:lnTo>
                  <a:cubicBezTo>
                    <a:pt x="11847" y="9672"/>
                    <a:pt x="12697" y="8822"/>
                    <a:pt x="12697" y="7813"/>
                  </a:cubicBezTo>
                  <a:cubicBezTo>
                    <a:pt x="12792" y="6301"/>
                    <a:pt x="12288" y="4883"/>
                    <a:pt x="11343" y="3749"/>
                  </a:cubicBezTo>
                  <a:cubicBezTo>
                    <a:pt x="10492" y="2678"/>
                    <a:pt x="9295" y="1954"/>
                    <a:pt x="8003" y="1638"/>
                  </a:cubicBezTo>
                  <a:cubicBezTo>
                    <a:pt x="8003" y="1575"/>
                    <a:pt x="7971" y="1512"/>
                    <a:pt x="7971" y="1481"/>
                  </a:cubicBezTo>
                  <a:lnTo>
                    <a:pt x="9421" y="1481"/>
                  </a:lnTo>
                  <a:cubicBezTo>
                    <a:pt x="9610" y="1481"/>
                    <a:pt x="9767" y="1323"/>
                    <a:pt x="9767" y="1103"/>
                  </a:cubicBezTo>
                  <a:cubicBezTo>
                    <a:pt x="9767" y="914"/>
                    <a:pt x="9610" y="756"/>
                    <a:pt x="9421" y="756"/>
                  </a:cubicBezTo>
                  <a:lnTo>
                    <a:pt x="7688" y="756"/>
                  </a:lnTo>
                  <a:cubicBezTo>
                    <a:pt x="7530" y="315"/>
                    <a:pt x="7089" y="0"/>
                    <a:pt x="66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111" name="Google Shape;15111;p84"/>
          <p:cNvGrpSpPr/>
          <p:nvPr/>
        </p:nvGrpSpPr>
        <p:grpSpPr>
          <a:xfrm>
            <a:off x="6653760" y="2684124"/>
            <a:ext cx="338765" cy="361090"/>
            <a:chOff x="-53288825" y="1903275"/>
            <a:chExt cx="298550" cy="318225"/>
          </a:xfrm>
        </p:grpSpPr>
        <p:sp>
          <p:nvSpPr>
            <p:cNvPr id="15112" name="Google Shape;15112;p84"/>
            <p:cNvSpPr/>
            <p:nvPr/>
          </p:nvSpPr>
          <p:spPr>
            <a:xfrm>
              <a:off x="-53214000" y="205292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7" y="694"/>
                    <a:pt x="726" y="536"/>
                    <a:pt x="726" y="347"/>
                  </a:cubicBezTo>
                  <a:cubicBezTo>
                    <a:pt x="726" y="158"/>
                    <a:pt x="53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113" name="Google Shape;15113;p84"/>
            <p:cNvSpPr/>
            <p:nvPr/>
          </p:nvSpPr>
          <p:spPr>
            <a:xfrm>
              <a:off x="-53139175" y="2052925"/>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114" name="Google Shape;15114;p84"/>
            <p:cNvSpPr/>
            <p:nvPr/>
          </p:nvSpPr>
          <p:spPr>
            <a:xfrm>
              <a:off x="-53288825" y="1903275"/>
              <a:ext cx="298550" cy="318225"/>
            </a:xfrm>
            <a:custGeom>
              <a:avLst/>
              <a:gdLst/>
              <a:ahLst/>
              <a:cxnLst/>
              <a:rect l="l" t="t" r="r" b="b"/>
              <a:pathLst>
                <a:path w="11942" h="12729" extrusionOk="0">
                  <a:moveTo>
                    <a:pt x="4853" y="757"/>
                  </a:moveTo>
                  <a:cubicBezTo>
                    <a:pt x="6428" y="757"/>
                    <a:pt x="7846" y="1639"/>
                    <a:pt x="8507" y="2994"/>
                  </a:cubicBezTo>
                  <a:lnTo>
                    <a:pt x="1167" y="2994"/>
                  </a:lnTo>
                  <a:cubicBezTo>
                    <a:pt x="1891" y="1639"/>
                    <a:pt x="3277" y="757"/>
                    <a:pt x="4853" y="757"/>
                  </a:cubicBezTo>
                  <a:close/>
                  <a:moveTo>
                    <a:pt x="11185" y="2994"/>
                  </a:moveTo>
                  <a:lnTo>
                    <a:pt x="11185" y="3340"/>
                  </a:lnTo>
                  <a:cubicBezTo>
                    <a:pt x="11185" y="3971"/>
                    <a:pt x="10681" y="4443"/>
                    <a:pt x="10083" y="4443"/>
                  </a:cubicBezTo>
                  <a:lnTo>
                    <a:pt x="9736" y="4443"/>
                  </a:lnTo>
                  <a:lnTo>
                    <a:pt x="9736" y="4097"/>
                  </a:lnTo>
                  <a:cubicBezTo>
                    <a:pt x="9736" y="3466"/>
                    <a:pt x="10240" y="2994"/>
                    <a:pt x="10839" y="2994"/>
                  </a:cubicBezTo>
                  <a:close/>
                  <a:moveTo>
                    <a:pt x="3151" y="3750"/>
                  </a:moveTo>
                  <a:lnTo>
                    <a:pt x="3498" y="4475"/>
                  </a:lnTo>
                  <a:lnTo>
                    <a:pt x="789" y="4475"/>
                  </a:lnTo>
                  <a:cubicBezTo>
                    <a:pt x="820" y="4223"/>
                    <a:pt x="852" y="3971"/>
                    <a:pt x="946" y="3750"/>
                  </a:cubicBezTo>
                  <a:close/>
                  <a:moveTo>
                    <a:pt x="5735" y="3750"/>
                  </a:moveTo>
                  <a:lnTo>
                    <a:pt x="5357" y="4475"/>
                  </a:lnTo>
                  <a:lnTo>
                    <a:pt x="4317" y="4475"/>
                  </a:lnTo>
                  <a:lnTo>
                    <a:pt x="3971" y="3750"/>
                  </a:lnTo>
                  <a:close/>
                  <a:moveTo>
                    <a:pt x="8822" y="3750"/>
                  </a:moveTo>
                  <a:cubicBezTo>
                    <a:pt x="8885" y="3971"/>
                    <a:pt x="8948" y="4223"/>
                    <a:pt x="8980" y="4475"/>
                  </a:cubicBezTo>
                  <a:lnTo>
                    <a:pt x="6270" y="4475"/>
                  </a:lnTo>
                  <a:lnTo>
                    <a:pt x="6617" y="3750"/>
                  </a:lnTo>
                  <a:close/>
                  <a:moveTo>
                    <a:pt x="10083" y="5231"/>
                  </a:moveTo>
                  <a:cubicBezTo>
                    <a:pt x="10713" y="5231"/>
                    <a:pt x="11185" y="5703"/>
                    <a:pt x="11185" y="6333"/>
                  </a:cubicBezTo>
                  <a:lnTo>
                    <a:pt x="11185" y="6680"/>
                  </a:lnTo>
                  <a:lnTo>
                    <a:pt x="10839" y="6680"/>
                  </a:lnTo>
                  <a:cubicBezTo>
                    <a:pt x="10209" y="6680"/>
                    <a:pt x="9736" y="6176"/>
                    <a:pt x="9736" y="5577"/>
                  </a:cubicBezTo>
                  <a:lnTo>
                    <a:pt x="9736" y="5231"/>
                  </a:lnTo>
                  <a:close/>
                  <a:moveTo>
                    <a:pt x="8980" y="5231"/>
                  </a:moveTo>
                  <a:lnTo>
                    <a:pt x="8980" y="7531"/>
                  </a:lnTo>
                  <a:lnTo>
                    <a:pt x="789" y="7531"/>
                  </a:lnTo>
                  <a:lnTo>
                    <a:pt x="789" y="5231"/>
                  </a:lnTo>
                  <a:close/>
                  <a:moveTo>
                    <a:pt x="8948" y="8224"/>
                  </a:moveTo>
                  <a:cubicBezTo>
                    <a:pt x="8728" y="10366"/>
                    <a:pt x="6995" y="11973"/>
                    <a:pt x="4853" y="11973"/>
                  </a:cubicBezTo>
                  <a:cubicBezTo>
                    <a:pt x="2710" y="11973"/>
                    <a:pt x="946" y="10303"/>
                    <a:pt x="757" y="8224"/>
                  </a:cubicBezTo>
                  <a:close/>
                  <a:moveTo>
                    <a:pt x="4853" y="1"/>
                  </a:moveTo>
                  <a:cubicBezTo>
                    <a:pt x="2175" y="1"/>
                    <a:pt x="1" y="2175"/>
                    <a:pt x="1" y="4853"/>
                  </a:cubicBezTo>
                  <a:lnTo>
                    <a:pt x="1" y="7877"/>
                  </a:lnTo>
                  <a:cubicBezTo>
                    <a:pt x="1" y="10555"/>
                    <a:pt x="2175" y="12729"/>
                    <a:pt x="4853" y="12729"/>
                  </a:cubicBezTo>
                  <a:cubicBezTo>
                    <a:pt x="7531" y="12729"/>
                    <a:pt x="9704" y="10555"/>
                    <a:pt x="9704" y="7877"/>
                  </a:cubicBezTo>
                  <a:lnTo>
                    <a:pt x="9704" y="7090"/>
                  </a:lnTo>
                  <a:cubicBezTo>
                    <a:pt x="10020" y="7310"/>
                    <a:pt x="10398" y="7436"/>
                    <a:pt x="10807" y="7436"/>
                  </a:cubicBezTo>
                  <a:lnTo>
                    <a:pt x="11532" y="7436"/>
                  </a:lnTo>
                  <a:cubicBezTo>
                    <a:pt x="11752" y="7436"/>
                    <a:pt x="11878" y="7279"/>
                    <a:pt x="11878" y="7090"/>
                  </a:cubicBezTo>
                  <a:lnTo>
                    <a:pt x="11878" y="6333"/>
                  </a:lnTo>
                  <a:cubicBezTo>
                    <a:pt x="11878" y="5735"/>
                    <a:pt x="11626" y="5199"/>
                    <a:pt x="11154" y="4853"/>
                  </a:cubicBezTo>
                  <a:cubicBezTo>
                    <a:pt x="11658" y="4475"/>
                    <a:pt x="11941" y="3971"/>
                    <a:pt x="11941" y="3340"/>
                  </a:cubicBezTo>
                  <a:lnTo>
                    <a:pt x="11941" y="2584"/>
                  </a:lnTo>
                  <a:cubicBezTo>
                    <a:pt x="11941" y="2395"/>
                    <a:pt x="11784" y="2238"/>
                    <a:pt x="11563" y="2238"/>
                  </a:cubicBezTo>
                  <a:lnTo>
                    <a:pt x="10839" y="2238"/>
                  </a:lnTo>
                  <a:cubicBezTo>
                    <a:pt x="10240" y="2238"/>
                    <a:pt x="9704" y="2521"/>
                    <a:pt x="9326" y="2994"/>
                  </a:cubicBezTo>
                  <a:cubicBezTo>
                    <a:pt x="8602" y="1261"/>
                    <a:pt x="6838" y="1"/>
                    <a:pt x="48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115" name="Google Shape;15115;p84"/>
          <p:cNvGrpSpPr/>
          <p:nvPr/>
        </p:nvGrpSpPr>
        <p:grpSpPr>
          <a:xfrm>
            <a:off x="6642143" y="3135800"/>
            <a:ext cx="361998" cy="361090"/>
            <a:chOff x="-53299850" y="2294725"/>
            <a:chExt cx="319025" cy="318225"/>
          </a:xfrm>
        </p:grpSpPr>
        <p:sp>
          <p:nvSpPr>
            <p:cNvPr id="15116" name="Google Shape;15116;p84"/>
            <p:cNvSpPr/>
            <p:nvPr/>
          </p:nvSpPr>
          <p:spPr>
            <a:xfrm>
              <a:off x="-53175400" y="2526500"/>
              <a:ext cx="72475" cy="29750"/>
            </a:xfrm>
            <a:custGeom>
              <a:avLst/>
              <a:gdLst/>
              <a:ahLst/>
              <a:cxnLst/>
              <a:rect l="l" t="t" r="r" b="b"/>
              <a:pathLst>
                <a:path w="2899" h="1190" extrusionOk="0">
                  <a:moveTo>
                    <a:pt x="387" y="0"/>
                  </a:moveTo>
                  <a:cubicBezTo>
                    <a:pt x="292" y="0"/>
                    <a:pt x="205" y="39"/>
                    <a:pt x="158" y="118"/>
                  </a:cubicBezTo>
                  <a:cubicBezTo>
                    <a:pt x="1" y="276"/>
                    <a:pt x="1" y="496"/>
                    <a:pt x="158" y="622"/>
                  </a:cubicBezTo>
                  <a:cubicBezTo>
                    <a:pt x="505" y="969"/>
                    <a:pt x="977" y="1189"/>
                    <a:pt x="1450" y="1189"/>
                  </a:cubicBezTo>
                  <a:cubicBezTo>
                    <a:pt x="1922" y="1189"/>
                    <a:pt x="2427" y="969"/>
                    <a:pt x="2742" y="622"/>
                  </a:cubicBezTo>
                  <a:cubicBezTo>
                    <a:pt x="2899" y="465"/>
                    <a:pt x="2899" y="244"/>
                    <a:pt x="2742" y="118"/>
                  </a:cubicBezTo>
                  <a:cubicBezTo>
                    <a:pt x="2679" y="55"/>
                    <a:pt x="2592" y="24"/>
                    <a:pt x="2501" y="24"/>
                  </a:cubicBezTo>
                  <a:cubicBezTo>
                    <a:pt x="2411" y="24"/>
                    <a:pt x="2316" y="55"/>
                    <a:pt x="2238" y="118"/>
                  </a:cubicBezTo>
                  <a:cubicBezTo>
                    <a:pt x="2048" y="307"/>
                    <a:pt x="1733" y="433"/>
                    <a:pt x="1450" y="433"/>
                  </a:cubicBezTo>
                  <a:cubicBezTo>
                    <a:pt x="1166" y="433"/>
                    <a:pt x="851" y="307"/>
                    <a:pt x="662" y="118"/>
                  </a:cubicBezTo>
                  <a:cubicBezTo>
                    <a:pt x="584" y="39"/>
                    <a:pt x="481" y="0"/>
                    <a:pt x="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117" name="Google Shape;15117;p84"/>
            <p:cNvSpPr/>
            <p:nvPr/>
          </p:nvSpPr>
          <p:spPr>
            <a:xfrm>
              <a:off x="-53299850" y="2294725"/>
              <a:ext cx="319025" cy="318225"/>
            </a:xfrm>
            <a:custGeom>
              <a:avLst/>
              <a:gdLst/>
              <a:ahLst/>
              <a:cxnLst/>
              <a:rect l="l" t="t" r="r" b="b"/>
              <a:pathLst>
                <a:path w="12761" h="12729" extrusionOk="0">
                  <a:moveTo>
                    <a:pt x="6428" y="757"/>
                  </a:moveTo>
                  <a:cubicBezTo>
                    <a:pt x="8539" y="757"/>
                    <a:pt x="10335" y="2364"/>
                    <a:pt x="10524" y="4475"/>
                  </a:cubicBezTo>
                  <a:cubicBezTo>
                    <a:pt x="10492" y="4475"/>
                    <a:pt x="10398" y="4411"/>
                    <a:pt x="10366" y="4411"/>
                  </a:cubicBezTo>
                  <a:cubicBezTo>
                    <a:pt x="9090" y="4207"/>
                    <a:pt x="7759" y="4104"/>
                    <a:pt x="6428" y="4104"/>
                  </a:cubicBezTo>
                  <a:cubicBezTo>
                    <a:pt x="5097" y="4104"/>
                    <a:pt x="3766" y="4207"/>
                    <a:pt x="2490" y="4411"/>
                  </a:cubicBezTo>
                  <a:cubicBezTo>
                    <a:pt x="2458" y="4411"/>
                    <a:pt x="2364" y="4475"/>
                    <a:pt x="2332" y="4475"/>
                  </a:cubicBezTo>
                  <a:cubicBezTo>
                    <a:pt x="2521" y="2364"/>
                    <a:pt x="4286" y="757"/>
                    <a:pt x="6428" y="757"/>
                  </a:cubicBezTo>
                  <a:close/>
                  <a:moveTo>
                    <a:pt x="6404" y="4837"/>
                  </a:moveTo>
                  <a:cubicBezTo>
                    <a:pt x="7688" y="4837"/>
                    <a:pt x="8980" y="4947"/>
                    <a:pt x="10240" y="5168"/>
                  </a:cubicBezTo>
                  <a:cubicBezTo>
                    <a:pt x="10429" y="5199"/>
                    <a:pt x="10555" y="5357"/>
                    <a:pt x="10555" y="5514"/>
                  </a:cubicBezTo>
                  <a:lnTo>
                    <a:pt x="10555" y="6396"/>
                  </a:lnTo>
                  <a:cubicBezTo>
                    <a:pt x="10555" y="6995"/>
                    <a:pt x="10051" y="7499"/>
                    <a:pt x="9421" y="7499"/>
                  </a:cubicBezTo>
                  <a:lnTo>
                    <a:pt x="7436" y="7499"/>
                  </a:lnTo>
                  <a:cubicBezTo>
                    <a:pt x="7342" y="7499"/>
                    <a:pt x="7247" y="7467"/>
                    <a:pt x="7184" y="7373"/>
                  </a:cubicBezTo>
                  <a:lnTo>
                    <a:pt x="6648" y="6869"/>
                  </a:lnTo>
                  <a:cubicBezTo>
                    <a:pt x="6570" y="6790"/>
                    <a:pt x="6475" y="6751"/>
                    <a:pt x="6385" y="6751"/>
                  </a:cubicBezTo>
                  <a:cubicBezTo>
                    <a:pt x="6294" y="6751"/>
                    <a:pt x="6207" y="6790"/>
                    <a:pt x="6144" y="6869"/>
                  </a:cubicBezTo>
                  <a:lnTo>
                    <a:pt x="5640" y="7373"/>
                  </a:lnTo>
                  <a:cubicBezTo>
                    <a:pt x="5546" y="7467"/>
                    <a:pt x="5483" y="7499"/>
                    <a:pt x="5357" y="7499"/>
                  </a:cubicBezTo>
                  <a:lnTo>
                    <a:pt x="3403" y="7499"/>
                  </a:lnTo>
                  <a:cubicBezTo>
                    <a:pt x="2773" y="7499"/>
                    <a:pt x="2301" y="6995"/>
                    <a:pt x="2301" y="6396"/>
                  </a:cubicBezTo>
                  <a:lnTo>
                    <a:pt x="2301" y="5514"/>
                  </a:lnTo>
                  <a:cubicBezTo>
                    <a:pt x="2301" y="5325"/>
                    <a:pt x="2395" y="5168"/>
                    <a:pt x="2616" y="5168"/>
                  </a:cubicBezTo>
                  <a:cubicBezTo>
                    <a:pt x="3844" y="4947"/>
                    <a:pt x="5120" y="4837"/>
                    <a:pt x="6404" y="4837"/>
                  </a:cubicBezTo>
                  <a:close/>
                  <a:moveTo>
                    <a:pt x="1545" y="5451"/>
                  </a:moveTo>
                  <a:lnTo>
                    <a:pt x="1545" y="5483"/>
                  </a:lnTo>
                  <a:lnTo>
                    <a:pt x="1545" y="6333"/>
                  </a:lnTo>
                  <a:cubicBezTo>
                    <a:pt x="1545" y="6932"/>
                    <a:pt x="1828" y="7499"/>
                    <a:pt x="2301" y="7846"/>
                  </a:cubicBezTo>
                  <a:lnTo>
                    <a:pt x="2301" y="8192"/>
                  </a:lnTo>
                  <a:cubicBezTo>
                    <a:pt x="1450" y="8192"/>
                    <a:pt x="789" y="7530"/>
                    <a:pt x="789" y="6711"/>
                  </a:cubicBezTo>
                  <a:cubicBezTo>
                    <a:pt x="789" y="6207"/>
                    <a:pt x="1104" y="5735"/>
                    <a:pt x="1545" y="5451"/>
                  </a:cubicBezTo>
                  <a:close/>
                  <a:moveTo>
                    <a:pt x="11311" y="5483"/>
                  </a:moveTo>
                  <a:cubicBezTo>
                    <a:pt x="11752" y="5766"/>
                    <a:pt x="12067" y="6239"/>
                    <a:pt x="12067" y="6774"/>
                  </a:cubicBezTo>
                  <a:cubicBezTo>
                    <a:pt x="12004" y="7562"/>
                    <a:pt x="11343" y="8255"/>
                    <a:pt x="10555" y="8255"/>
                  </a:cubicBezTo>
                  <a:lnTo>
                    <a:pt x="10555" y="7877"/>
                  </a:lnTo>
                  <a:cubicBezTo>
                    <a:pt x="10996" y="7530"/>
                    <a:pt x="11311" y="7026"/>
                    <a:pt x="11311" y="6396"/>
                  </a:cubicBezTo>
                  <a:lnTo>
                    <a:pt x="11311" y="5514"/>
                  </a:lnTo>
                  <a:lnTo>
                    <a:pt x="11311" y="5483"/>
                  </a:lnTo>
                  <a:close/>
                  <a:moveTo>
                    <a:pt x="1545" y="8885"/>
                  </a:moveTo>
                  <a:cubicBezTo>
                    <a:pt x="1765" y="8948"/>
                    <a:pt x="2017" y="8980"/>
                    <a:pt x="2301" y="8980"/>
                  </a:cubicBezTo>
                  <a:cubicBezTo>
                    <a:pt x="2332" y="9515"/>
                    <a:pt x="2490" y="10019"/>
                    <a:pt x="2710" y="10492"/>
                  </a:cubicBezTo>
                  <a:lnTo>
                    <a:pt x="1891" y="10492"/>
                  </a:lnTo>
                  <a:cubicBezTo>
                    <a:pt x="1702" y="10492"/>
                    <a:pt x="1545" y="10334"/>
                    <a:pt x="1545" y="10145"/>
                  </a:cubicBezTo>
                  <a:lnTo>
                    <a:pt x="1545" y="8885"/>
                  </a:lnTo>
                  <a:close/>
                  <a:moveTo>
                    <a:pt x="6428" y="7688"/>
                  </a:moveTo>
                  <a:lnTo>
                    <a:pt x="6711" y="7972"/>
                  </a:lnTo>
                  <a:cubicBezTo>
                    <a:pt x="6900" y="8161"/>
                    <a:pt x="7216" y="8287"/>
                    <a:pt x="7499" y="8287"/>
                  </a:cubicBezTo>
                  <a:lnTo>
                    <a:pt x="9452" y="8287"/>
                  </a:lnTo>
                  <a:cubicBezTo>
                    <a:pt x="9578" y="8287"/>
                    <a:pt x="9704" y="8287"/>
                    <a:pt x="9799" y="8255"/>
                  </a:cubicBezTo>
                  <a:lnTo>
                    <a:pt x="9799" y="8633"/>
                  </a:lnTo>
                  <a:cubicBezTo>
                    <a:pt x="9799" y="10492"/>
                    <a:pt x="8287" y="11973"/>
                    <a:pt x="6428" y="11973"/>
                  </a:cubicBezTo>
                  <a:cubicBezTo>
                    <a:pt x="5609" y="11973"/>
                    <a:pt x="4853" y="11721"/>
                    <a:pt x="4254" y="11185"/>
                  </a:cubicBezTo>
                  <a:lnTo>
                    <a:pt x="4916" y="11185"/>
                  </a:lnTo>
                  <a:cubicBezTo>
                    <a:pt x="5136" y="11185"/>
                    <a:pt x="5294" y="11028"/>
                    <a:pt x="5294" y="10838"/>
                  </a:cubicBezTo>
                  <a:cubicBezTo>
                    <a:pt x="5294" y="10649"/>
                    <a:pt x="5136" y="10492"/>
                    <a:pt x="4916" y="10492"/>
                  </a:cubicBezTo>
                  <a:lnTo>
                    <a:pt x="3592" y="10492"/>
                  </a:lnTo>
                  <a:cubicBezTo>
                    <a:pt x="3246" y="9925"/>
                    <a:pt x="3025" y="9295"/>
                    <a:pt x="3025" y="8633"/>
                  </a:cubicBezTo>
                  <a:lnTo>
                    <a:pt x="3025" y="8255"/>
                  </a:lnTo>
                  <a:cubicBezTo>
                    <a:pt x="3151" y="8287"/>
                    <a:pt x="3277" y="8287"/>
                    <a:pt x="3403" y="8287"/>
                  </a:cubicBezTo>
                  <a:lnTo>
                    <a:pt x="5357" y="8287"/>
                  </a:lnTo>
                  <a:cubicBezTo>
                    <a:pt x="5672" y="8287"/>
                    <a:pt x="5955" y="8161"/>
                    <a:pt x="6144" y="7972"/>
                  </a:cubicBezTo>
                  <a:lnTo>
                    <a:pt x="6428" y="7688"/>
                  </a:lnTo>
                  <a:close/>
                  <a:moveTo>
                    <a:pt x="6396" y="1"/>
                  </a:moveTo>
                  <a:cubicBezTo>
                    <a:pt x="3781" y="1"/>
                    <a:pt x="1671" y="2112"/>
                    <a:pt x="1513" y="4632"/>
                  </a:cubicBezTo>
                  <a:cubicBezTo>
                    <a:pt x="631" y="4947"/>
                    <a:pt x="1" y="5766"/>
                    <a:pt x="1" y="6743"/>
                  </a:cubicBezTo>
                  <a:cubicBezTo>
                    <a:pt x="1" y="7404"/>
                    <a:pt x="284" y="8003"/>
                    <a:pt x="757" y="8413"/>
                  </a:cubicBezTo>
                  <a:lnTo>
                    <a:pt x="757" y="10082"/>
                  </a:lnTo>
                  <a:cubicBezTo>
                    <a:pt x="757" y="10712"/>
                    <a:pt x="1261" y="11185"/>
                    <a:pt x="1860" y="11185"/>
                  </a:cubicBezTo>
                  <a:lnTo>
                    <a:pt x="3151" y="11185"/>
                  </a:lnTo>
                  <a:cubicBezTo>
                    <a:pt x="3939" y="12130"/>
                    <a:pt x="5073" y="12729"/>
                    <a:pt x="6365" y="12729"/>
                  </a:cubicBezTo>
                  <a:cubicBezTo>
                    <a:pt x="8507" y="12729"/>
                    <a:pt x="10303" y="11028"/>
                    <a:pt x="10429" y="8980"/>
                  </a:cubicBezTo>
                  <a:cubicBezTo>
                    <a:pt x="11658" y="8980"/>
                    <a:pt x="12697" y="8003"/>
                    <a:pt x="12697" y="6743"/>
                  </a:cubicBezTo>
                  <a:cubicBezTo>
                    <a:pt x="12760" y="5798"/>
                    <a:pt x="12162" y="4947"/>
                    <a:pt x="11280" y="4632"/>
                  </a:cubicBezTo>
                  <a:cubicBezTo>
                    <a:pt x="11154" y="2049"/>
                    <a:pt x="9011" y="1"/>
                    <a:pt x="63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118" name="Google Shape;15118;p84"/>
          <p:cNvGrpSpPr/>
          <p:nvPr/>
        </p:nvGrpSpPr>
        <p:grpSpPr>
          <a:xfrm>
            <a:off x="6664936" y="3604259"/>
            <a:ext cx="316411" cy="360211"/>
            <a:chOff x="-53278575" y="2687750"/>
            <a:chExt cx="278850" cy="317450"/>
          </a:xfrm>
        </p:grpSpPr>
        <p:sp>
          <p:nvSpPr>
            <p:cNvPr id="15119" name="Google Shape;15119;p84"/>
            <p:cNvSpPr/>
            <p:nvPr/>
          </p:nvSpPr>
          <p:spPr>
            <a:xfrm>
              <a:off x="-53175400" y="2919525"/>
              <a:ext cx="71700" cy="28950"/>
            </a:xfrm>
            <a:custGeom>
              <a:avLst/>
              <a:gdLst/>
              <a:ahLst/>
              <a:cxnLst/>
              <a:rect l="l" t="t" r="r" b="b"/>
              <a:pathLst>
                <a:path w="2868" h="1158" extrusionOk="0">
                  <a:moveTo>
                    <a:pt x="351" y="0"/>
                  </a:moveTo>
                  <a:cubicBezTo>
                    <a:pt x="253" y="0"/>
                    <a:pt x="158" y="39"/>
                    <a:pt x="95" y="118"/>
                  </a:cubicBezTo>
                  <a:cubicBezTo>
                    <a:pt x="1" y="213"/>
                    <a:pt x="1" y="465"/>
                    <a:pt x="95" y="622"/>
                  </a:cubicBezTo>
                  <a:cubicBezTo>
                    <a:pt x="473" y="969"/>
                    <a:pt x="946" y="1158"/>
                    <a:pt x="1418" y="1158"/>
                  </a:cubicBezTo>
                  <a:cubicBezTo>
                    <a:pt x="1891" y="1158"/>
                    <a:pt x="2395" y="969"/>
                    <a:pt x="2710" y="622"/>
                  </a:cubicBezTo>
                  <a:cubicBezTo>
                    <a:pt x="2868" y="465"/>
                    <a:pt x="2868" y="213"/>
                    <a:pt x="2710" y="118"/>
                  </a:cubicBezTo>
                  <a:cubicBezTo>
                    <a:pt x="2631" y="39"/>
                    <a:pt x="2529" y="0"/>
                    <a:pt x="2434" y="0"/>
                  </a:cubicBezTo>
                  <a:cubicBezTo>
                    <a:pt x="2340" y="0"/>
                    <a:pt x="2253" y="39"/>
                    <a:pt x="2206" y="118"/>
                  </a:cubicBezTo>
                  <a:cubicBezTo>
                    <a:pt x="1985" y="307"/>
                    <a:pt x="1670" y="433"/>
                    <a:pt x="1418" y="433"/>
                  </a:cubicBezTo>
                  <a:cubicBezTo>
                    <a:pt x="1135" y="433"/>
                    <a:pt x="820" y="307"/>
                    <a:pt x="631" y="118"/>
                  </a:cubicBezTo>
                  <a:cubicBezTo>
                    <a:pt x="552" y="39"/>
                    <a:pt x="450" y="0"/>
                    <a:pt x="3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120" name="Google Shape;15120;p84"/>
            <p:cNvSpPr/>
            <p:nvPr/>
          </p:nvSpPr>
          <p:spPr>
            <a:xfrm>
              <a:off x="-53185625" y="2854725"/>
              <a:ext cx="18125" cy="18150"/>
            </a:xfrm>
            <a:custGeom>
              <a:avLst/>
              <a:gdLst/>
              <a:ahLst/>
              <a:cxnLst/>
              <a:rect l="l" t="t" r="r" b="b"/>
              <a:pathLst>
                <a:path w="725" h="726" extrusionOk="0">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121" name="Google Shape;15121;p84"/>
            <p:cNvSpPr/>
            <p:nvPr/>
          </p:nvSpPr>
          <p:spPr>
            <a:xfrm>
              <a:off x="-53110800" y="2854725"/>
              <a:ext cx="18125" cy="18150"/>
            </a:xfrm>
            <a:custGeom>
              <a:avLst/>
              <a:gdLst/>
              <a:ahLst/>
              <a:cxnLst/>
              <a:rect l="l" t="t" r="r" b="b"/>
              <a:pathLst>
                <a:path w="725" h="726" extrusionOk="0">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122" name="Google Shape;15122;p84"/>
            <p:cNvSpPr/>
            <p:nvPr/>
          </p:nvSpPr>
          <p:spPr>
            <a:xfrm>
              <a:off x="-53278575" y="2687750"/>
              <a:ext cx="278850" cy="317450"/>
            </a:xfrm>
            <a:custGeom>
              <a:avLst/>
              <a:gdLst/>
              <a:ahLst/>
              <a:cxnLst/>
              <a:rect l="l" t="t" r="r" b="b"/>
              <a:pathLst>
                <a:path w="11154" h="12698" extrusionOk="0">
                  <a:moveTo>
                    <a:pt x="5577" y="725"/>
                  </a:moveTo>
                  <a:cubicBezTo>
                    <a:pt x="6112" y="725"/>
                    <a:pt x="6554" y="1103"/>
                    <a:pt x="6680" y="1607"/>
                  </a:cubicBezTo>
                  <a:cubicBezTo>
                    <a:pt x="6333" y="1544"/>
                    <a:pt x="5955" y="1450"/>
                    <a:pt x="5577" y="1450"/>
                  </a:cubicBezTo>
                  <a:cubicBezTo>
                    <a:pt x="5167" y="1450"/>
                    <a:pt x="4821" y="1513"/>
                    <a:pt x="4474" y="1607"/>
                  </a:cubicBezTo>
                  <a:cubicBezTo>
                    <a:pt x="4600" y="1072"/>
                    <a:pt x="5010" y="725"/>
                    <a:pt x="5577" y="725"/>
                  </a:cubicBezTo>
                  <a:close/>
                  <a:moveTo>
                    <a:pt x="5577" y="2206"/>
                  </a:moveTo>
                  <a:cubicBezTo>
                    <a:pt x="7373" y="2206"/>
                    <a:pt x="8853" y="3624"/>
                    <a:pt x="8916" y="5451"/>
                  </a:cubicBezTo>
                  <a:lnTo>
                    <a:pt x="8066" y="4569"/>
                  </a:lnTo>
                  <a:cubicBezTo>
                    <a:pt x="7995" y="4498"/>
                    <a:pt x="7904" y="4457"/>
                    <a:pt x="7811" y="4457"/>
                  </a:cubicBezTo>
                  <a:cubicBezTo>
                    <a:pt x="7737" y="4457"/>
                    <a:pt x="7662" y="4482"/>
                    <a:pt x="7593" y="4537"/>
                  </a:cubicBezTo>
                  <a:cubicBezTo>
                    <a:pt x="6979" y="4947"/>
                    <a:pt x="6270" y="5152"/>
                    <a:pt x="5561" y="5152"/>
                  </a:cubicBezTo>
                  <a:cubicBezTo>
                    <a:pt x="4852" y="5152"/>
                    <a:pt x="4143" y="4947"/>
                    <a:pt x="3529" y="4537"/>
                  </a:cubicBezTo>
                  <a:cubicBezTo>
                    <a:pt x="3460" y="4482"/>
                    <a:pt x="3385" y="4457"/>
                    <a:pt x="3312" y="4457"/>
                  </a:cubicBezTo>
                  <a:cubicBezTo>
                    <a:pt x="3218" y="4457"/>
                    <a:pt x="3127" y="4498"/>
                    <a:pt x="3056" y="4569"/>
                  </a:cubicBezTo>
                  <a:lnTo>
                    <a:pt x="2174" y="5451"/>
                  </a:lnTo>
                  <a:cubicBezTo>
                    <a:pt x="2300" y="3624"/>
                    <a:pt x="3750" y="2206"/>
                    <a:pt x="5577" y="2206"/>
                  </a:cubicBezTo>
                  <a:close/>
                  <a:moveTo>
                    <a:pt x="1481" y="6711"/>
                  </a:moveTo>
                  <a:lnTo>
                    <a:pt x="1481" y="8192"/>
                  </a:lnTo>
                  <a:cubicBezTo>
                    <a:pt x="1040" y="8192"/>
                    <a:pt x="725" y="7845"/>
                    <a:pt x="725" y="7436"/>
                  </a:cubicBezTo>
                  <a:cubicBezTo>
                    <a:pt x="725" y="7058"/>
                    <a:pt x="1072" y="6711"/>
                    <a:pt x="1481" y="6711"/>
                  </a:cubicBezTo>
                  <a:close/>
                  <a:moveTo>
                    <a:pt x="9673" y="6711"/>
                  </a:moveTo>
                  <a:cubicBezTo>
                    <a:pt x="10051" y="6711"/>
                    <a:pt x="10429" y="7026"/>
                    <a:pt x="10429" y="7436"/>
                  </a:cubicBezTo>
                  <a:cubicBezTo>
                    <a:pt x="10429" y="7845"/>
                    <a:pt x="10051" y="8192"/>
                    <a:pt x="9673" y="8192"/>
                  </a:cubicBezTo>
                  <a:lnTo>
                    <a:pt x="9673" y="6711"/>
                  </a:lnTo>
                  <a:close/>
                  <a:moveTo>
                    <a:pt x="1576" y="9452"/>
                  </a:moveTo>
                  <a:cubicBezTo>
                    <a:pt x="1796" y="10460"/>
                    <a:pt x="2395" y="11342"/>
                    <a:pt x="3214" y="11941"/>
                  </a:cubicBezTo>
                  <a:lnTo>
                    <a:pt x="725" y="11941"/>
                  </a:lnTo>
                  <a:cubicBezTo>
                    <a:pt x="788" y="11027"/>
                    <a:pt x="1072" y="10208"/>
                    <a:pt x="1576" y="9452"/>
                  </a:cubicBezTo>
                  <a:close/>
                  <a:moveTo>
                    <a:pt x="7751" y="5294"/>
                  </a:moveTo>
                  <a:lnTo>
                    <a:pt x="8916" y="6459"/>
                  </a:lnTo>
                  <a:lnTo>
                    <a:pt x="8916" y="8539"/>
                  </a:lnTo>
                  <a:cubicBezTo>
                    <a:pt x="8916" y="10397"/>
                    <a:pt x="7436" y="11941"/>
                    <a:pt x="5577" y="11941"/>
                  </a:cubicBezTo>
                  <a:cubicBezTo>
                    <a:pt x="3718" y="11941"/>
                    <a:pt x="2237" y="10397"/>
                    <a:pt x="2237" y="8539"/>
                  </a:cubicBezTo>
                  <a:lnTo>
                    <a:pt x="2237" y="6459"/>
                  </a:lnTo>
                  <a:lnTo>
                    <a:pt x="2174" y="6459"/>
                  </a:lnTo>
                  <a:lnTo>
                    <a:pt x="3372" y="5294"/>
                  </a:lnTo>
                  <a:cubicBezTo>
                    <a:pt x="4033" y="5687"/>
                    <a:pt x="4781" y="5884"/>
                    <a:pt x="5538" y="5884"/>
                  </a:cubicBezTo>
                  <a:cubicBezTo>
                    <a:pt x="6294" y="5884"/>
                    <a:pt x="7058" y="5687"/>
                    <a:pt x="7751" y="5294"/>
                  </a:cubicBezTo>
                  <a:close/>
                  <a:moveTo>
                    <a:pt x="9547" y="9452"/>
                  </a:moveTo>
                  <a:cubicBezTo>
                    <a:pt x="10051" y="10177"/>
                    <a:pt x="10334" y="11027"/>
                    <a:pt x="10366" y="11941"/>
                  </a:cubicBezTo>
                  <a:lnTo>
                    <a:pt x="7908" y="11941"/>
                  </a:lnTo>
                  <a:cubicBezTo>
                    <a:pt x="8727" y="11342"/>
                    <a:pt x="9326" y="10492"/>
                    <a:pt x="9547" y="9452"/>
                  </a:cubicBezTo>
                  <a:close/>
                  <a:moveTo>
                    <a:pt x="5577" y="1"/>
                  </a:moveTo>
                  <a:cubicBezTo>
                    <a:pt x="4506" y="1"/>
                    <a:pt x="3687" y="851"/>
                    <a:pt x="3718" y="1923"/>
                  </a:cubicBezTo>
                  <a:cubicBezTo>
                    <a:pt x="2395" y="2584"/>
                    <a:pt x="1481" y="4002"/>
                    <a:pt x="1481" y="5577"/>
                  </a:cubicBezTo>
                  <a:lnTo>
                    <a:pt x="1481" y="5955"/>
                  </a:lnTo>
                  <a:cubicBezTo>
                    <a:pt x="662" y="5955"/>
                    <a:pt x="1" y="6617"/>
                    <a:pt x="1" y="7436"/>
                  </a:cubicBezTo>
                  <a:cubicBezTo>
                    <a:pt x="1" y="8097"/>
                    <a:pt x="442" y="8696"/>
                    <a:pt x="1103" y="8885"/>
                  </a:cubicBezTo>
                  <a:cubicBezTo>
                    <a:pt x="379" y="9862"/>
                    <a:pt x="1" y="11027"/>
                    <a:pt x="1" y="12225"/>
                  </a:cubicBezTo>
                  <a:lnTo>
                    <a:pt x="1" y="12319"/>
                  </a:lnTo>
                  <a:cubicBezTo>
                    <a:pt x="1" y="12540"/>
                    <a:pt x="127" y="12697"/>
                    <a:pt x="347" y="12697"/>
                  </a:cubicBezTo>
                  <a:lnTo>
                    <a:pt x="10775" y="12697"/>
                  </a:lnTo>
                  <a:cubicBezTo>
                    <a:pt x="10964" y="12697"/>
                    <a:pt x="11122" y="12540"/>
                    <a:pt x="11122" y="12319"/>
                  </a:cubicBezTo>
                  <a:lnTo>
                    <a:pt x="11122" y="12225"/>
                  </a:lnTo>
                  <a:cubicBezTo>
                    <a:pt x="11122" y="11027"/>
                    <a:pt x="10744" y="9862"/>
                    <a:pt x="10019" y="8885"/>
                  </a:cubicBezTo>
                  <a:cubicBezTo>
                    <a:pt x="10681" y="8696"/>
                    <a:pt x="11153" y="8129"/>
                    <a:pt x="11153" y="7436"/>
                  </a:cubicBezTo>
                  <a:cubicBezTo>
                    <a:pt x="11153" y="6617"/>
                    <a:pt x="10492" y="5955"/>
                    <a:pt x="9673" y="5955"/>
                  </a:cubicBezTo>
                  <a:lnTo>
                    <a:pt x="9673" y="5577"/>
                  </a:lnTo>
                  <a:cubicBezTo>
                    <a:pt x="9673" y="3970"/>
                    <a:pt x="8759" y="2584"/>
                    <a:pt x="7436" y="1923"/>
                  </a:cubicBezTo>
                  <a:cubicBezTo>
                    <a:pt x="7467" y="851"/>
                    <a:pt x="6585"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123" name="Google Shape;15123;p84"/>
          <p:cNvGrpSpPr/>
          <p:nvPr/>
        </p:nvGrpSpPr>
        <p:grpSpPr>
          <a:xfrm>
            <a:off x="7986330" y="3603947"/>
            <a:ext cx="361998" cy="362310"/>
            <a:chOff x="-52101875" y="2687475"/>
            <a:chExt cx="319025" cy="319300"/>
          </a:xfrm>
        </p:grpSpPr>
        <p:sp>
          <p:nvSpPr>
            <p:cNvPr id="15124" name="Google Shape;15124;p84"/>
            <p:cNvSpPr/>
            <p:nvPr/>
          </p:nvSpPr>
          <p:spPr>
            <a:xfrm>
              <a:off x="-51978200" y="2920300"/>
              <a:ext cx="72475" cy="29750"/>
            </a:xfrm>
            <a:custGeom>
              <a:avLst/>
              <a:gdLst/>
              <a:ahLst/>
              <a:cxnLst/>
              <a:rect l="l" t="t" r="r" b="b"/>
              <a:pathLst>
                <a:path w="2899" h="1190" extrusionOk="0">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1"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125" name="Google Shape;15125;p84"/>
            <p:cNvSpPr/>
            <p:nvPr/>
          </p:nvSpPr>
          <p:spPr>
            <a:xfrm>
              <a:off x="-51988450" y="28571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126" name="Google Shape;15126;p84"/>
            <p:cNvSpPr/>
            <p:nvPr/>
          </p:nvSpPr>
          <p:spPr>
            <a:xfrm>
              <a:off x="-51913625" y="285710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127" name="Google Shape;15127;p84"/>
            <p:cNvSpPr/>
            <p:nvPr/>
          </p:nvSpPr>
          <p:spPr>
            <a:xfrm>
              <a:off x="-52101875" y="2687475"/>
              <a:ext cx="319025" cy="319300"/>
            </a:xfrm>
            <a:custGeom>
              <a:avLst/>
              <a:gdLst/>
              <a:ahLst/>
              <a:cxnLst/>
              <a:rect l="l" t="t" r="r" b="b"/>
              <a:pathLst>
                <a:path w="12761" h="12772" extrusionOk="0">
                  <a:moveTo>
                    <a:pt x="788" y="1398"/>
                  </a:moveTo>
                  <a:cubicBezTo>
                    <a:pt x="1324" y="1902"/>
                    <a:pt x="1954" y="2312"/>
                    <a:pt x="2616" y="2564"/>
                  </a:cubicBezTo>
                  <a:cubicBezTo>
                    <a:pt x="2458" y="2942"/>
                    <a:pt x="2364" y="3288"/>
                    <a:pt x="2332" y="3666"/>
                  </a:cubicBezTo>
                  <a:cubicBezTo>
                    <a:pt x="1419" y="3572"/>
                    <a:pt x="788" y="2784"/>
                    <a:pt x="788" y="1871"/>
                  </a:cubicBezTo>
                  <a:lnTo>
                    <a:pt x="788" y="1398"/>
                  </a:lnTo>
                  <a:close/>
                  <a:moveTo>
                    <a:pt x="5294" y="957"/>
                  </a:moveTo>
                  <a:lnTo>
                    <a:pt x="5294" y="3761"/>
                  </a:lnTo>
                  <a:lnTo>
                    <a:pt x="3088" y="3761"/>
                  </a:lnTo>
                  <a:cubicBezTo>
                    <a:pt x="3214" y="2469"/>
                    <a:pt x="4097" y="1366"/>
                    <a:pt x="5294" y="957"/>
                  </a:cubicBezTo>
                  <a:close/>
                  <a:moveTo>
                    <a:pt x="7531" y="957"/>
                  </a:moveTo>
                  <a:cubicBezTo>
                    <a:pt x="8728" y="1366"/>
                    <a:pt x="9578" y="2469"/>
                    <a:pt x="9736" y="3761"/>
                  </a:cubicBezTo>
                  <a:lnTo>
                    <a:pt x="7531" y="3761"/>
                  </a:lnTo>
                  <a:lnTo>
                    <a:pt x="7531" y="957"/>
                  </a:lnTo>
                  <a:close/>
                  <a:moveTo>
                    <a:pt x="12036" y="1429"/>
                  </a:moveTo>
                  <a:lnTo>
                    <a:pt x="12036" y="1902"/>
                  </a:lnTo>
                  <a:cubicBezTo>
                    <a:pt x="12036" y="2816"/>
                    <a:pt x="11343" y="3572"/>
                    <a:pt x="10492" y="3761"/>
                  </a:cubicBezTo>
                  <a:cubicBezTo>
                    <a:pt x="10461" y="3351"/>
                    <a:pt x="10366" y="3005"/>
                    <a:pt x="10208" y="2658"/>
                  </a:cubicBezTo>
                  <a:cubicBezTo>
                    <a:pt x="10870" y="2343"/>
                    <a:pt x="11500" y="1902"/>
                    <a:pt x="12036" y="1429"/>
                  </a:cubicBezTo>
                  <a:close/>
                  <a:moveTo>
                    <a:pt x="6302" y="736"/>
                  </a:moveTo>
                  <a:cubicBezTo>
                    <a:pt x="6428" y="736"/>
                    <a:pt x="6680" y="768"/>
                    <a:pt x="6774" y="768"/>
                  </a:cubicBezTo>
                  <a:lnTo>
                    <a:pt x="6774" y="4107"/>
                  </a:lnTo>
                  <a:cubicBezTo>
                    <a:pt x="6774" y="4296"/>
                    <a:pt x="6932" y="4454"/>
                    <a:pt x="7152" y="4454"/>
                  </a:cubicBezTo>
                  <a:lnTo>
                    <a:pt x="9736" y="4454"/>
                  </a:lnTo>
                  <a:lnTo>
                    <a:pt x="9736" y="5242"/>
                  </a:lnTo>
                  <a:lnTo>
                    <a:pt x="2994" y="5242"/>
                  </a:lnTo>
                  <a:lnTo>
                    <a:pt x="2994" y="4454"/>
                  </a:lnTo>
                  <a:lnTo>
                    <a:pt x="5609" y="4454"/>
                  </a:lnTo>
                  <a:cubicBezTo>
                    <a:pt x="5798" y="4454"/>
                    <a:pt x="5955" y="4296"/>
                    <a:pt x="5955" y="4107"/>
                  </a:cubicBezTo>
                  <a:lnTo>
                    <a:pt x="5955" y="768"/>
                  </a:lnTo>
                  <a:cubicBezTo>
                    <a:pt x="6081" y="768"/>
                    <a:pt x="6207" y="736"/>
                    <a:pt x="6302" y="736"/>
                  </a:cubicBezTo>
                  <a:close/>
                  <a:moveTo>
                    <a:pt x="2301" y="6785"/>
                  </a:moveTo>
                  <a:lnTo>
                    <a:pt x="2301" y="8297"/>
                  </a:lnTo>
                  <a:cubicBezTo>
                    <a:pt x="1891" y="8297"/>
                    <a:pt x="1545" y="7919"/>
                    <a:pt x="1545" y="7541"/>
                  </a:cubicBezTo>
                  <a:cubicBezTo>
                    <a:pt x="1545" y="7132"/>
                    <a:pt x="1891" y="6785"/>
                    <a:pt x="2301" y="6785"/>
                  </a:cubicBezTo>
                  <a:close/>
                  <a:moveTo>
                    <a:pt x="9767" y="6029"/>
                  </a:moveTo>
                  <a:lnTo>
                    <a:pt x="9767" y="8297"/>
                  </a:lnTo>
                  <a:lnTo>
                    <a:pt x="8759" y="8297"/>
                  </a:lnTo>
                  <a:cubicBezTo>
                    <a:pt x="8035" y="7841"/>
                    <a:pt x="7215" y="7612"/>
                    <a:pt x="6400" y="7612"/>
                  </a:cubicBezTo>
                  <a:cubicBezTo>
                    <a:pt x="5585" y="7612"/>
                    <a:pt x="4774" y="7841"/>
                    <a:pt x="4065" y="8297"/>
                  </a:cubicBezTo>
                  <a:lnTo>
                    <a:pt x="3057" y="8297"/>
                  </a:lnTo>
                  <a:lnTo>
                    <a:pt x="3057" y="6029"/>
                  </a:lnTo>
                  <a:close/>
                  <a:moveTo>
                    <a:pt x="10524" y="6785"/>
                  </a:moveTo>
                  <a:cubicBezTo>
                    <a:pt x="10933" y="6785"/>
                    <a:pt x="11280" y="7100"/>
                    <a:pt x="11280" y="7541"/>
                  </a:cubicBezTo>
                  <a:cubicBezTo>
                    <a:pt x="11280" y="7919"/>
                    <a:pt x="10933" y="8297"/>
                    <a:pt x="10524" y="8297"/>
                  </a:cubicBezTo>
                  <a:lnTo>
                    <a:pt x="10524" y="6785"/>
                  </a:lnTo>
                  <a:close/>
                  <a:moveTo>
                    <a:pt x="6381" y="8290"/>
                  </a:moveTo>
                  <a:cubicBezTo>
                    <a:pt x="7089" y="8290"/>
                    <a:pt x="7798" y="8502"/>
                    <a:pt x="8413" y="8928"/>
                  </a:cubicBezTo>
                  <a:cubicBezTo>
                    <a:pt x="8476" y="8959"/>
                    <a:pt x="8507" y="8991"/>
                    <a:pt x="8602" y="8991"/>
                  </a:cubicBezTo>
                  <a:lnTo>
                    <a:pt x="9704" y="8991"/>
                  </a:lnTo>
                  <a:cubicBezTo>
                    <a:pt x="9547" y="10692"/>
                    <a:pt x="8129" y="11984"/>
                    <a:pt x="6396" y="11984"/>
                  </a:cubicBezTo>
                  <a:cubicBezTo>
                    <a:pt x="4664" y="11984"/>
                    <a:pt x="3246" y="10692"/>
                    <a:pt x="3057" y="8991"/>
                  </a:cubicBezTo>
                  <a:lnTo>
                    <a:pt x="4160" y="8991"/>
                  </a:lnTo>
                  <a:cubicBezTo>
                    <a:pt x="4223" y="8991"/>
                    <a:pt x="4317" y="8959"/>
                    <a:pt x="4349" y="8928"/>
                  </a:cubicBezTo>
                  <a:cubicBezTo>
                    <a:pt x="4963" y="8502"/>
                    <a:pt x="5672" y="8290"/>
                    <a:pt x="6381" y="8290"/>
                  </a:cubicBezTo>
                  <a:close/>
                  <a:moveTo>
                    <a:pt x="12402" y="1"/>
                  </a:moveTo>
                  <a:cubicBezTo>
                    <a:pt x="12282" y="1"/>
                    <a:pt x="12165" y="47"/>
                    <a:pt x="12067" y="169"/>
                  </a:cubicBezTo>
                  <a:cubicBezTo>
                    <a:pt x="11563" y="957"/>
                    <a:pt x="10776" y="1587"/>
                    <a:pt x="9862" y="1934"/>
                  </a:cubicBezTo>
                  <a:cubicBezTo>
                    <a:pt x="9106" y="768"/>
                    <a:pt x="7814" y="12"/>
                    <a:pt x="6396" y="12"/>
                  </a:cubicBezTo>
                  <a:cubicBezTo>
                    <a:pt x="4979" y="12"/>
                    <a:pt x="3687" y="768"/>
                    <a:pt x="2931" y="1934"/>
                  </a:cubicBezTo>
                  <a:cubicBezTo>
                    <a:pt x="2017" y="1587"/>
                    <a:pt x="1230" y="957"/>
                    <a:pt x="725" y="169"/>
                  </a:cubicBezTo>
                  <a:cubicBezTo>
                    <a:pt x="647" y="65"/>
                    <a:pt x="504" y="4"/>
                    <a:pt x="368" y="4"/>
                  </a:cubicBezTo>
                  <a:cubicBezTo>
                    <a:pt x="339" y="4"/>
                    <a:pt x="311" y="6"/>
                    <a:pt x="284" y="12"/>
                  </a:cubicBezTo>
                  <a:cubicBezTo>
                    <a:pt x="127" y="43"/>
                    <a:pt x="1" y="201"/>
                    <a:pt x="1" y="358"/>
                  </a:cubicBezTo>
                  <a:lnTo>
                    <a:pt x="1" y="1871"/>
                  </a:lnTo>
                  <a:cubicBezTo>
                    <a:pt x="1" y="3162"/>
                    <a:pt x="1009" y="4265"/>
                    <a:pt x="2269" y="4454"/>
                  </a:cubicBezTo>
                  <a:lnTo>
                    <a:pt x="2269" y="6029"/>
                  </a:lnTo>
                  <a:cubicBezTo>
                    <a:pt x="1419" y="6029"/>
                    <a:pt x="757" y="6722"/>
                    <a:pt x="757" y="7541"/>
                  </a:cubicBezTo>
                  <a:cubicBezTo>
                    <a:pt x="757" y="8360"/>
                    <a:pt x="1419" y="9022"/>
                    <a:pt x="2269" y="9022"/>
                  </a:cubicBezTo>
                  <a:cubicBezTo>
                    <a:pt x="2458" y="11133"/>
                    <a:pt x="4223" y="12771"/>
                    <a:pt x="6365" y="12771"/>
                  </a:cubicBezTo>
                  <a:cubicBezTo>
                    <a:pt x="8476" y="12771"/>
                    <a:pt x="10240" y="11133"/>
                    <a:pt x="10461" y="9022"/>
                  </a:cubicBezTo>
                  <a:cubicBezTo>
                    <a:pt x="11280" y="9022"/>
                    <a:pt x="11941" y="8360"/>
                    <a:pt x="11941" y="7541"/>
                  </a:cubicBezTo>
                  <a:cubicBezTo>
                    <a:pt x="11941" y="6722"/>
                    <a:pt x="11280" y="6029"/>
                    <a:pt x="10461" y="6029"/>
                  </a:cubicBezTo>
                  <a:cubicBezTo>
                    <a:pt x="10524" y="5840"/>
                    <a:pt x="10524" y="4611"/>
                    <a:pt x="10524" y="4454"/>
                  </a:cubicBezTo>
                  <a:cubicBezTo>
                    <a:pt x="11784" y="4265"/>
                    <a:pt x="12760" y="3194"/>
                    <a:pt x="12760" y="1871"/>
                  </a:cubicBezTo>
                  <a:lnTo>
                    <a:pt x="12760" y="358"/>
                  </a:lnTo>
                  <a:cubicBezTo>
                    <a:pt x="12760" y="201"/>
                    <a:pt x="12666" y="43"/>
                    <a:pt x="12508" y="12"/>
                  </a:cubicBezTo>
                  <a:cubicBezTo>
                    <a:pt x="12473" y="5"/>
                    <a:pt x="12438" y="1"/>
                    <a:pt x="124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128" name="Google Shape;15128;p84"/>
          <p:cNvGrpSpPr/>
          <p:nvPr/>
        </p:nvGrpSpPr>
        <p:grpSpPr>
          <a:xfrm>
            <a:off x="6201079" y="1305369"/>
            <a:ext cx="317290" cy="361090"/>
            <a:chOff x="-56774050" y="1904075"/>
            <a:chExt cx="279625" cy="318225"/>
          </a:xfrm>
        </p:grpSpPr>
        <p:sp>
          <p:nvSpPr>
            <p:cNvPr id="15129" name="Google Shape;15129;p84"/>
            <p:cNvSpPr/>
            <p:nvPr/>
          </p:nvSpPr>
          <p:spPr>
            <a:xfrm>
              <a:off x="-56671650" y="2135825"/>
              <a:ext cx="72475" cy="28975"/>
            </a:xfrm>
            <a:custGeom>
              <a:avLst/>
              <a:gdLst/>
              <a:ahLst/>
              <a:cxnLst/>
              <a:rect l="l" t="t" r="r" b="b"/>
              <a:pathLst>
                <a:path w="2899" h="1159" extrusionOk="0">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130" name="Google Shape;15130;p84"/>
            <p:cNvSpPr/>
            <p:nvPr/>
          </p:nvSpPr>
          <p:spPr>
            <a:xfrm>
              <a:off x="-56774050" y="1904075"/>
              <a:ext cx="279625" cy="318225"/>
            </a:xfrm>
            <a:custGeom>
              <a:avLst/>
              <a:gdLst/>
              <a:ahLst/>
              <a:cxnLst/>
              <a:rect l="l" t="t" r="r" b="b"/>
              <a:pathLst>
                <a:path w="11185" h="12729" extrusionOk="0">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131" name="Google Shape;15131;p84"/>
          <p:cNvGrpSpPr/>
          <p:nvPr/>
        </p:nvGrpSpPr>
        <p:grpSpPr>
          <a:xfrm>
            <a:off x="6201079" y="1778631"/>
            <a:ext cx="317290" cy="361090"/>
            <a:chOff x="-56774850" y="2294725"/>
            <a:chExt cx="279625" cy="318225"/>
          </a:xfrm>
        </p:grpSpPr>
        <p:sp>
          <p:nvSpPr>
            <p:cNvPr id="15132" name="Google Shape;15132;p84"/>
            <p:cNvSpPr/>
            <p:nvPr/>
          </p:nvSpPr>
          <p:spPr>
            <a:xfrm>
              <a:off x="-56681100" y="2464075"/>
              <a:ext cx="17325" cy="18125"/>
            </a:xfrm>
            <a:custGeom>
              <a:avLst/>
              <a:gdLst/>
              <a:ahLst/>
              <a:cxnLst/>
              <a:rect l="l" t="t" r="r" b="b"/>
              <a:pathLst>
                <a:path w="693"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133" name="Google Shape;15133;p84"/>
            <p:cNvSpPr/>
            <p:nvPr/>
          </p:nvSpPr>
          <p:spPr>
            <a:xfrm>
              <a:off x="-56606275" y="2464075"/>
              <a:ext cx="17325" cy="18125"/>
            </a:xfrm>
            <a:custGeom>
              <a:avLst/>
              <a:gdLst/>
              <a:ahLst/>
              <a:cxnLst/>
              <a:rect l="l" t="t" r="r" b="b"/>
              <a:pathLst>
                <a:path w="693"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134" name="Google Shape;15134;p84"/>
            <p:cNvSpPr/>
            <p:nvPr/>
          </p:nvSpPr>
          <p:spPr>
            <a:xfrm>
              <a:off x="-56774850" y="2294725"/>
              <a:ext cx="279625" cy="318225"/>
            </a:xfrm>
            <a:custGeom>
              <a:avLst/>
              <a:gdLst/>
              <a:ahLst/>
              <a:cxnLst/>
              <a:rect l="l" t="t" r="r" b="b"/>
              <a:pathLst>
                <a:path w="11185" h="12729" extrusionOk="0">
                  <a:moveTo>
                    <a:pt x="5577" y="788"/>
                  </a:moveTo>
                  <a:cubicBezTo>
                    <a:pt x="6775" y="788"/>
                    <a:pt x="7783" y="1198"/>
                    <a:pt x="8665" y="1891"/>
                  </a:cubicBezTo>
                  <a:cubicBezTo>
                    <a:pt x="8098" y="2553"/>
                    <a:pt x="6932" y="3057"/>
                    <a:pt x="5577" y="3057"/>
                  </a:cubicBezTo>
                  <a:cubicBezTo>
                    <a:pt x="4254" y="3057"/>
                    <a:pt x="3057" y="2584"/>
                    <a:pt x="2521" y="1891"/>
                  </a:cubicBezTo>
                  <a:cubicBezTo>
                    <a:pt x="3341" y="1198"/>
                    <a:pt x="4412" y="788"/>
                    <a:pt x="5577" y="788"/>
                  </a:cubicBezTo>
                  <a:close/>
                  <a:moveTo>
                    <a:pt x="5577" y="5325"/>
                  </a:moveTo>
                  <a:lnTo>
                    <a:pt x="8917" y="7341"/>
                  </a:lnTo>
                  <a:lnTo>
                    <a:pt x="8917" y="8633"/>
                  </a:lnTo>
                  <a:cubicBezTo>
                    <a:pt x="8917" y="9830"/>
                    <a:pt x="8350" y="10838"/>
                    <a:pt x="7436" y="11437"/>
                  </a:cubicBezTo>
                  <a:lnTo>
                    <a:pt x="7436" y="9673"/>
                  </a:lnTo>
                  <a:cubicBezTo>
                    <a:pt x="7436" y="9547"/>
                    <a:pt x="7342" y="9421"/>
                    <a:pt x="7247" y="9358"/>
                  </a:cubicBezTo>
                  <a:cubicBezTo>
                    <a:pt x="6727" y="9090"/>
                    <a:pt x="6152" y="8956"/>
                    <a:pt x="5581" y="8956"/>
                  </a:cubicBezTo>
                  <a:cubicBezTo>
                    <a:pt x="5010" y="8956"/>
                    <a:pt x="4443" y="9090"/>
                    <a:pt x="3939" y="9358"/>
                  </a:cubicBezTo>
                  <a:cubicBezTo>
                    <a:pt x="3813" y="9421"/>
                    <a:pt x="3719" y="9547"/>
                    <a:pt x="3719" y="9673"/>
                  </a:cubicBezTo>
                  <a:lnTo>
                    <a:pt x="3719" y="11437"/>
                  </a:lnTo>
                  <a:cubicBezTo>
                    <a:pt x="2836" y="10838"/>
                    <a:pt x="2238" y="9767"/>
                    <a:pt x="2238" y="8633"/>
                  </a:cubicBezTo>
                  <a:lnTo>
                    <a:pt x="2238" y="7341"/>
                  </a:lnTo>
                  <a:lnTo>
                    <a:pt x="5577" y="5325"/>
                  </a:lnTo>
                  <a:close/>
                  <a:moveTo>
                    <a:pt x="5562" y="9736"/>
                  </a:moveTo>
                  <a:cubicBezTo>
                    <a:pt x="5948" y="9736"/>
                    <a:pt x="6333" y="9799"/>
                    <a:pt x="6680" y="9925"/>
                  </a:cubicBezTo>
                  <a:lnTo>
                    <a:pt x="6680" y="11815"/>
                  </a:lnTo>
                  <a:cubicBezTo>
                    <a:pt x="6333" y="11941"/>
                    <a:pt x="5987" y="12036"/>
                    <a:pt x="5577" y="12036"/>
                  </a:cubicBezTo>
                  <a:cubicBezTo>
                    <a:pt x="5199" y="12036"/>
                    <a:pt x="4790" y="11941"/>
                    <a:pt x="4443" y="11815"/>
                  </a:cubicBezTo>
                  <a:lnTo>
                    <a:pt x="4443" y="9925"/>
                  </a:lnTo>
                  <a:cubicBezTo>
                    <a:pt x="4790" y="9799"/>
                    <a:pt x="5176" y="9736"/>
                    <a:pt x="5562" y="9736"/>
                  </a:cubicBezTo>
                  <a:close/>
                  <a:moveTo>
                    <a:pt x="9200" y="2427"/>
                  </a:moveTo>
                  <a:cubicBezTo>
                    <a:pt x="9988" y="3277"/>
                    <a:pt x="10429" y="4411"/>
                    <a:pt x="10429" y="5640"/>
                  </a:cubicBezTo>
                  <a:lnTo>
                    <a:pt x="10429" y="12036"/>
                  </a:lnTo>
                  <a:lnTo>
                    <a:pt x="7940" y="12036"/>
                  </a:lnTo>
                  <a:cubicBezTo>
                    <a:pt x="9011" y="11280"/>
                    <a:pt x="9705" y="10051"/>
                    <a:pt x="9705" y="8633"/>
                  </a:cubicBezTo>
                  <a:lnTo>
                    <a:pt x="9705" y="7152"/>
                  </a:lnTo>
                  <a:cubicBezTo>
                    <a:pt x="9705" y="7026"/>
                    <a:pt x="9642" y="6900"/>
                    <a:pt x="9515" y="6837"/>
                  </a:cubicBezTo>
                  <a:lnTo>
                    <a:pt x="5766" y="4569"/>
                  </a:lnTo>
                  <a:cubicBezTo>
                    <a:pt x="5719" y="4538"/>
                    <a:pt x="5656" y="4522"/>
                    <a:pt x="5589" y="4522"/>
                  </a:cubicBezTo>
                  <a:cubicBezTo>
                    <a:pt x="5522" y="4522"/>
                    <a:pt x="5451" y="4538"/>
                    <a:pt x="5388" y="4569"/>
                  </a:cubicBezTo>
                  <a:lnTo>
                    <a:pt x="1639" y="6837"/>
                  </a:lnTo>
                  <a:cubicBezTo>
                    <a:pt x="1513" y="6900"/>
                    <a:pt x="1450" y="7026"/>
                    <a:pt x="1450" y="7152"/>
                  </a:cubicBezTo>
                  <a:lnTo>
                    <a:pt x="1450" y="8633"/>
                  </a:lnTo>
                  <a:cubicBezTo>
                    <a:pt x="1450" y="10019"/>
                    <a:pt x="2143" y="11280"/>
                    <a:pt x="3214" y="12036"/>
                  </a:cubicBezTo>
                  <a:lnTo>
                    <a:pt x="726" y="12036"/>
                  </a:lnTo>
                  <a:lnTo>
                    <a:pt x="726" y="5640"/>
                  </a:lnTo>
                  <a:cubicBezTo>
                    <a:pt x="726" y="4380"/>
                    <a:pt x="1198" y="3246"/>
                    <a:pt x="1954" y="2427"/>
                  </a:cubicBezTo>
                  <a:cubicBezTo>
                    <a:pt x="2679" y="3246"/>
                    <a:pt x="4034" y="3750"/>
                    <a:pt x="5577" y="3750"/>
                  </a:cubicBezTo>
                  <a:cubicBezTo>
                    <a:pt x="7121" y="3750"/>
                    <a:pt x="8507" y="3246"/>
                    <a:pt x="9200" y="2427"/>
                  </a:cubicBezTo>
                  <a:close/>
                  <a:moveTo>
                    <a:pt x="5577" y="1"/>
                  </a:moveTo>
                  <a:cubicBezTo>
                    <a:pt x="2521" y="1"/>
                    <a:pt x="1" y="2521"/>
                    <a:pt x="1" y="5640"/>
                  </a:cubicBezTo>
                  <a:lnTo>
                    <a:pt x="1" y="12382"/>
                  </a:lnTo>
                  <a:cubicBezTo>
                    <a:pt x="1" y="12571"/>
                    <a:pt x="159" y="12729"/>
                    <a:pt x="348" y="12729"/>
                  </a:cubicBezTo>
                  <a:lnTo>
                    <a:pt x="10776" y="12729"/>
                  </a:lnTo>
                  <a:cubicBezTo>
                    <a:pt x="10965" y="12729"/>
                    <a:pt x="11122" y="12571"/>
                    <a:pt x="11122" y="12382"/>
                  </a:cubicBezTo>
                  <a:lnTo>
                    <a:pt x="11122" y="5640"/>
                  </a:lnTo>
                  <a:cubicBezTo>
                    <a:pt x="11185" y="2584"/>
                    <a:pt x="8665"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135" name="Google Shape;15135;p84"/>
          <p:cNvGrpSpPr/>
          <p:nvPr/>
        </p:nvGrpSpPr>
        <p:grpSpPr>
          <a:xfrm>
            <a:off x="6222086" y="2231215"/>
            <a:ext cx="275278" cy="360182"/>
            <a:chOff x="-56756725" y="2686975"/>
            <a:chExt cx="242600" cy="317425"/>
          </a:xfrm>
        </p:grpSpPr>
        <p:sp>
          <p:nvSpPr>
            <p:cNvPr id="15136" name="Google Shape;15136;p84"/>
            <p:cNvSpPr/>
            <p:nvPr/>
          </p:nvSpPr>
          <p:spPr>
            <a:xfrm>
              <a:off x="-56681100"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137" name="Google Shape;15137;p84"/>
            <p:cNvSpPr/>
            <p:nvPr/>
          </p:nvSpPr>
          <p:spPr>
            <a:xfrm>
              <a:off x="-56606275"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138" name="Google Shape;15138;p84"/>
            <p:cNvSpPr/>
            <p:nvPr/>
          </p:nvSpPr>
          <p:spPr>
            <a:xfrm>
              <a:off x="-56756725" y="2686975"/>
              <a:ext cx="242600" cy="317425"/>
            </a:xfrm>
            <a:custGeom>
              <a:avLst/>
              <a:gdLst/>
              <a:ahLst/>
              <a:cxnLst/>
              <a:rect l="l" t="t" r="r" b="b"/>
              <a:pathLst>
                <a:path w="9704" h="12697" extrusionOk="0">
                  <a:moveTo>
                    <a:pt x="5955" y="4442"/>
                  </a:moveTo>
                  <a:lnTo>
                    <a:pt x="7058" y="5199"/>
                  </a:lnTo>
                  <a:lnTo>
                    <a:pt x="5798" y="5199"/>
                  </a:lnTo>
                  <a:cubicBezTo>
                    <a:pt x="5924" y="5009"/>
                    <a:pt x="5955" y="4757"/>
                    <a:pt x="5955" y="4442"/>
                  </a:cubicBezTo>
                  <a:close/>
                  <a:moveTo>
                    <a:pt x="3750" y="4127"/>
                  </a:moveTo>
                  <a:lnTo>
                    <a:pt x="3750" y="4127"/>
                  </a:lnTo>
                  <a:cubicBezTo>
                    <a:pt x="3718" y="4253"/>
                    <a:pt x="3718" y="4379"/>
                    <a:pt x="3718" y="4474"/>
                  </a:cubicBezTo>
                  <a:cubicBezTo>
                    <a:pt x="3718" y="4757"/>
                    <a:pt x="3781" y="5009"/>
                    <a:pt x="3876" y="5230"/>
                  </a:cubicBezTo>
                  <a:lnTo>
                    <a:pt x="2363" y="5230"/>
                  </a:lnTo>
                  <a:lnTo>
                    <a:pt x="3750" y="4127"/>
                  </a:lnTo>
                  <a:close/>
                  <a:moveTo>
                    <a:pt x="4821" y="3749"/>
                  </a:moveTo>
                  <a:cubicBezTo>
                    <a:pt x="4947" y="3749"/>
                    <a:pt x="5167" y="4001"/>
                    <a:pt x="5167" y="4474"/>
                  </a:cubicBezTo>
                  <a:cubicBezTo>
                    <a:pt x="5167" y="4946"/>
                    <a:pt x="4947" y="5230"/>
                    <a:pt x="4821" y="5230"/>
                  </a:cubicBezTo>
                  <a:cubicBezTo>
                    <a:pt x="4695" y="5230"/>
                    <a:pt x="4474" y="4946"/>
                    <a:pt x="4474" y="4474"/>
                  </a:cubicBezTo>
                  <a:cubicBezTo>
                    <a:pt x="4474" y="4001"/>
                    <a:pt x="4695" y="3749"/>
                    <a:pt x="4821" y="3749"/>
                  </a:cubicBezTo>
                  <a:close/>
                  <a:moveTo>
                    <a:pt x="6806" y="756"/>
                  </a:moveTo>
                  <a:lnTo>
                    <a:pt x="757" y="5545"/>
                  </a:lnTo>
                  <a:lnTo>
                    <a:pt x="757" y="2584"/>
                  </a:lnTo>
                  <a:cubicBezTo>
                    <a:pt x="725" y="1607"/>
                    <a:pt x="1576" y="756"/>
                    <a:pt x="2616" y="756"/>
                  </a:cubicBezTo>
                  <a:close/>
                  <a:moveTo>
                    <a:pt x="7814" y="914"/>
                  </a:moveTo>
                  <a:cubicBezTo>
                    <a:pt x="8475" y="1166"/>
                    <a:pt x="8948" y="1859"/>
                    <a:pt x="8948" y="2647"/>
                  </a:cubicBezTo>
                  <a:lnTo>
                    <a:pt x="8948" y="5640"/>
                  </a:lnTo>
                  <a:lnTo>
                    <a:pt x="5167" y="2993"/>
                  </a:lnTo>
                  <a:lnTo>
                    <a:pt x="7814" y="914"/>
                  </a:lnTo>
                  <a:close/>
                  <a:moveTo>
                    <a:pt x="8160" y="5955"/>
                  </a:moveTo>
                  <a:lnTo>
                    <a:pt x="8255" y="5986"/>
                  </a:lnTo>
                  <a:lnTo>
                    <a:pt x="8255" y="8633"/>
                  </a:lnTo>
                  <a:lnTo>
                    <a:pt x="8192" y="8633"/>
                  </a:lnTo>
                  <a:cubicBezTo>
                    <a:pt x="8192" y="9767"/>
                    <a:pt x="7625" y="10838"/>
                    <a:pt x="6711" y="11405"/>
                  </a:cubicBezTo>
                  <a:lnTo>
                    <a:pt x="6711" y="9357"/>
                  </a:lnTo>
                  <a:cubicBezTo>
                    <a:pt x="6711" y="9200"/>
                    <a:pt x="6617" y="9105"/>
                    <a:pt x="6522" y="9042"/>
                  </a:cubicBezTo>
                  <a:cubicBezTo>
                    <a:pt x="6002" y="8790"/>
                    <a:pt x="5427" y="8664"/>
                    <a:pt x="4856" y="8664"/>
                  </a:cubicBezTo>
                  <a:cubicBezTo>
                    <a:pt x="4285" y="8664"/>
                    <a:pt x="3718" y="8790"/>
                    <a:pt x="3214" y="9042"/>
                  </a:cubicBezTo>
                  <a:cubicBezTo>
                    <a:pt x="3088" y="9137"/>
                    <a:pt x="2994" y="9263"/>
                    <a:pt x="2994" y="9357"/>
                  </a:cubicBezTo>
                  <a:lnTo>
                    <a:pt x="2994" y="11405"/>
                  </a:lnTo>
                  <a:cubicBezTo>
                    <a:pt x="2111" y="10838"/>
                    <a:pt x="1513" y="9798"/>
                    <a:pt x="1513" y="8633"/>
                  </a:cubicBezTo>
                  <a:lnTo>
                    <a:pt x="1513" y="5955"/>
                  </a:lnTo>
                  <a:close/>
                  <a:moveTo>
                    <a:pt x="4837" y="9428"/>
                  </a:moveTo>
                  <a:cubicBezTo>
                    <a:pt x="5223" y="9428"/>
                    <a:pt x="5608" y="9499"/>
                    <a:pt x="5955" y="9641"/>
                  </a:cubicBezTo>
                  <a:lnTo>
                    <a:pt x="5955" y="11815"/>
                  </a:lnTo>
                  <a:cubicBezTo>
                    <a:pt x="5608" y="11941"/>
                    <a:pt x="5262" y="12004"/>
                    <a:pt x="4852" y="12004"/>
                  </a:cubicBezTo>
                  <a:cubicBezTo>
                    <a:pt x="4474" y="12004"/>
                    <a:pt x="4065" y="11941"/>
                    <a:pt x="3718" y="11815"/>
                  </a:cubicBezTo>
                  <a:lnTo>
                    <a:pt x="3718" y="9641"/>
                  </a:lnTo>
                  <a:cubicBezTo>
                    <a:pt x="4065" y="9499"/>
                    <a:pt x="4451" y="9428"/>
                    <a:pt x="4837" y="9428"/>
                  </a:cubicBezTo>
                  <a:close/>
                  <a:moveTo>
                    <a:pt x="2616" y="0"/>
                  </a:moveTo>
                  <a:cubicBezTo>
                    <a:pt x="1166" y="0"/>
                    <a:pt x="1" y="1166"/>
                    <a:pt x="1" y="2584"/>
                  </a:cubicBezTo>
                  <a:lnTo>
                    <a:pt x="1" y="6333"/>
                  </a:lnTo>
                  <a:cubicBezTo>
                    <a:pt x="1" y="6554"/>
                    <a:pt x="188" y="6698"/>
                    <a:pt x="375" y="6698"/>
                  </a:cubicBezTo>
                  <a:cubicBezTo>
                    <a:pt x="454" y="6698"/>
                    <a:pt x="534" y="6672"/>
                    <a:pt x="599" y="6616"/>
                  </a:cubicBezTo>
                  <a:lnTo>
                    <a:pt x="757" y="6490"/>
                  </a:lnTo>
                  <a:lnTo>
                    <a:pt x="757" y="8601"/>
                  </a:lnTo>
                  <a:cubicBezTo>
                    <a:pt x="757" y="10869"/>
                    <a:pt x="2616" y="12697"/>
                    <a:pt x="4852" y="12697"/>
                  </a:cubicBezTo>
                  <a:cubicBezTo>
                    <a:pt x="7089" y="12697"/>
                    <a:pt x="8948" y="10869"/>
                    <a:pt x="8948" y="8601"/>
                  </a:cubicBezTo>
                  <a:lnTo>
                    <a:pt x="8948" y="6522"/>
                  </a:lnTo>
                  <a:lnTo>
                    <a:pt x="9106" y="6648"/>
                  </a:lnTo>
                  <a:cubicBezTo>
                    <a:pt x="9173" y="6690"/>
                    <a:pt x="9247" y="6710"/>
                    <a:pt x="9320" y="6710"/>
                  </a:cubicBezTo>
                  <a:cubicBezTo>
                    <a:pt x="9518" y="6710"/>
                    <a:pt x="9704" y="6563"/>
                    <a:pt x="9704" y="6333"/>
                  </a:cubicBezTo>
                  <a:lnTo>
                    <a:pt x="9704" y="2584"/>
                  </a:lnTo>
                  <a:cubicBezTo>
                    <a:pt x="9704" y="1166"/>
                    <a:pt x="8507" y="0"/>
                    <a:pt x="70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139" name="Google Shape;15139;p84"/>
          <p:cNvGrpSpPr/>
          <p:nvPr/>
        </p:nvGrpSpPr>
        <p:grpSpPr>
          <a:xfrm>
            <a:off x="4870518" y="2684124"/>
            <a:ext cx="337346" cy="361998"/>
            <a:chOff x="-54826975" y="1903275"/>
            <a:chExt cx="297300" cy="319025"/>
          </a:xfrm>
        </p:grpSpPr>
        <p:sp>
          <p:nvSpPr>
            <p:cNvPr id="15140" name="Google Shape;15140;p84"/>
            <p:cNvSpPr/>
            <p:nvPr/>
          </p:nvSpPr>
          <p:spPr>
            <a:xfrm>
              <a:off x="-54712850" y="2135825"/>
              <a:ext cx="73275" cy="28975"/>
            </a:xfrm>
            <a:custGeom>
              <a:avLst/>
              <a:gdLst/>
              <a:ahLst/>
              <a:cxnLst/>
              <a:rect l="l" t="t" r="r" b="b"/>
              <a:pathLst>
                <a:path w="2931" h="1159" extrusionOk="0">
                  <a:moveTo>
                    <a:pt x="414" y="1"/>
                  </a:moveTo>
                  <a:cubicBezTo>
                    <a:pt x="316" y="1"/>
                    <a:pt x="222" y="40"/>
                    <a:pt x="159" y="119"/>
                  </a:cubicBezTo>
                  <a:cubicBezTo>
                    <a:pt x="1" y="276"/>
                    <a:pt x="1" y="497"/>
                    <a:pt x="159" y="623"/>
                  </a:cubicBezTo>
                  <a:cubicBezTo>
                    <a:pt x="537" y="970"/>
                    <a:pt x="1009" y="1159"/>
                    <a:pt x="1482" y="1159"/>
                  </a:cubicBezTo>
                  <a:cubicBezTo>
                    <a:pt x="1986" y="1159"/>
                    <a:pt x="2458" y="970"/>
                    <a:pt x="2773" y="623"/>
                  </a:cubicBezTo>
                  <a:cubicBezTo>
                    <a:pt x="2931" y="465"/>
                    <a:pt x="2931" y="213"/>
                    <a:pt x="2773" y="119"/>
                  </a:cubicBezTo>
                  <a:cubicBezTo>
                    <a:pt x="2695" y="40"/>
                    <a:pt x="2592" y="1"/>
                    <a:pt x="2498" y="1"/>
                  </a:cubicBezTo>
                  <a:cubicBezTo>
                    <a:pt x="2403" y="1"/>
                    <a:pt x="2317" y="40"/>
                    <a:pt x="2269" y="119"/>
                  </a:cubicBezTo>
                  <a:cubicBezTo>
                    <a:pt x="2049" y="308"/>
                    <a:pt x="1734" y="434"/>
                    <a:pt x="1482" y="434"/>
                  </a:cubicBezTo>
                  <a:cubicBezTo>
                    <a:pt x="1167" y="434"/>
                    <a:pt x="883" y="308"/>
                    <a:pt x="694" y="119"/>
                  </a:cubicBezTo>
                  <a:cubicBezTo>
                    <a:pt x="615" y="40"/>
                    <a:pt x="513" y="1"/>
                    <a:pt x="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141" name="Google Shape;15141;p84"/>
            <p:cNvSpPr/>
            <p:nvPr/>
          </p:nvSpPr>
          <p:spPr>
            <a:xfrm>
              <a:off x="-54826975" y="1903275"/>
              <a:ext cx="297300" cy="319025"/>
            </a:xfrm>
            <a:custGeom>
              <a:avLst/>
              <a:gdLst/>
              <a:ahLst/>
              <a:cxnLst/>
              <a:rect l="l" t="t" r="r" b="b"/>
              <a:pathLst>
                <a:path w="11892" h="12761" extrusionOk="0">
                  <a:moveTo>
                    <a:pt x="3400" y="694"/>
                  </a:moveTo>
                  <a:cubicBezTo>
                    <a:pt x="3715" y="694"/>
                    <a:pt x="3999" y="915"/>
                    <a:pt x="4093" y="1167"/>
                  </a:cubicBezTo>
                  <a:cubicBezTo>
                    <a:pt x="2928" y="1797"/>
                    <a:pt x="2046" y="3025"/>
                    <a:pt x="1951" y="4443"/>
                  </a:cubicBezTo>
                  <a:cubicBezTo>
                    <a:pt x="1932" y="4444"/>
                    <a:pt x="1914" y="4445"/>
                    <a:pt x="1895" y="4445"/>
                  </a:cubicBezTo>
                  <a:cubicBezTo>
                    <a:pt x="1481" y="4445"/>
                    <a:pt x="1163" y="4112"/>
                    <a:pt x="1163" y="3750"/>
                  </a:cubicBezTo>
                  <a:cubicBezTo>
                    <a:pt x="1163" y="3498"/>
                    <a:pt x="1258" y="3340"/>
                    <a:pt x="1352" y="3214"/>
                  </a:cubicBezTo>
                  <a:cubicBezTo>
                    <a:pt x="1478" y="3057"/>
                    <a:pt x="1478" y="2868"/>
                    <a:pt x="1352" y="2710"/>
                  </a:cubicBezTo>
                  <a:cubicBezTo>
                    <a:pt x="1258" y="2584"/>
                    <a:pt x="1163" y="2427"/>
                    <a:pt x="1163" y="2206"/>
                  </a:cubicBezTo>
                  <a:cubicBezTo>
                    <a:pt x="1163" y="1797"/>
                    <a:pt x="1478" y="1450"/>
                    <a:pt x="1888" y="1450"/>
                  </a:cubicBezTo>
                  <a:cubicBezTo>
                    <a:pt x="1983" y="1450"/>
                    <a:pt x="2109" y="1450"/>
                    <a:pt x="2172" y="1482"/>
                  </a:cubicBezTo>
                  <a:cubicBezTo>
                    <a:pt x="2216" y="1504"/>
                    <a:pt x="2263" y="1514"/>
                    <a:pt x="2311" y="1514"/>
                  </a:cubicBezTo>
                  <a:cubicBezTo>
                    <a:pt x="2468" y="1514"/>
                    <a:pt x="2627" y="1406"/>
                    <a:pt x="2676" y="1261"/>
                  </a:cubicBezTo>
                  <a:cubicBezTo>
                    <a:pt x="2770" y="946"/>
                    <a:pt x="3085" y="694"/>
                    <a:pt x="3400" y="694"/>
                  </a:cubicBezTo>
                  <a:close/>
                  <a:moveTo>
                    <a:pt x="8504" y="757"/>
                  </a:moveTo>
                  <a:cubicBezTo>
                    <a:pt x="8819" y="757"/>
                    <a:pt x="9166" y="978"/>
                    <a:pt x="9229" y="1293"/>
                  </a:cubicBezTo>
                  <a:cubicBezTo>
                    <a:pt x="9255" y="1448"/>
                    <a:pt x="9430" y="1561"/>
                    <a:pt x="9614" y="1561"/>
                  </a:cubicBezTo>
                  <a:cubicBezTo>
                    <a:pt x="9654" y="1561"/>
                    <a:pt x="9694" y="1556"/>
                    <a:pt x="9733" y="1545"/>
                  </a:cubicBezTo>
                  <a:cubicBezTo>
                    <a:pt x="9827" y="1482"/>
                    <a:pt x="9953" y="1482"/>
                    <a:pt x="10016" y="1482"/>
                  </a:cubicBezTo>
                  <a:cubicBezTo>
                    <a:pt x="10394" y="1482"/>
                    <a:pt x="10772" y="1797"/>
                    <a:pt x="10772" y="2238"/>
                  </a:cubicBezTo>
                  <a:cubicBezTo>
                    <a:pt x="10772" y="2490"/>
                    <a:pt x="10646" y="2647"/>
                    <a:pt x="10552" y="2742"/>
                  </a:cubicBezTo>
                  <a:cubicBezTo>
                    <a:pt x="10457" y="2899"/>
                    <a:pt x="10457" y="3120"/>
                    <a:pt x="10552" y="3277"/>
                  </a:cubicBezTo>
                  <a:cubicBezTo>
                    <a:pt x="10646" y="3372"/>
                    <a:pt x="10772" y="3529"/>
                    <a:pt x="10772" y="3782"/>
                  </a:cubicBezTo>
                  <a:cubicBezTo>
                    <a:pt x="10772" y="4160"/>
                    <a:pt x="10489" y="4475"/>
                    <a:pt x="10079" y="4538"/>
                  </a:cubicBezTo>
                  <a:cubicBezTo>
                    <a:pt x="9985" y="3057"/>
                    <a:pt x="9071" y="1860"/>
                    <a:pt x="7842" y="1230"/>
                  </a:cubicBezTo>
                  <a:cubicBezTo>
                    <a:pt x="7969" y="915"/>
                    <a:pt x="8252" y="757"/>
                    <a:pt x="8504" y="757"/>
                  </a:cubicBezTo>
                  <a:close/>
                  <a:moveTo>
                    <a:pt x="6078" y="1482"/>
                  </a:moveTo>
                  <a:cubicBezTo>
                    <a:pt x="7874" y="1482"/>
                    <a:pt x="9386" y="2994"/>
                    <a:pt x="9386" y="4853"/>
                  </a:cubicBezTo>
                  <a:lnTo>
                    <a:pt x="9386" y="5640"/>
                  </a:lnTo>
                  <a:cubicBezTo>
                    <a:pt x="9071" y="5388"/>
                    <a:pt x="8662" y="5262"/>
                    <a:pt x="8284" y="5262"/>
                  </a:cubicBezTo>
                  <a:cubicBezTo>
                    <a:pt x="7370" y="5262"/>
                    <a:pt x="6614" y="5892"/>
                    <a:pt x="6456" y="6774"/>
                  </a:cubicBezTo>
                  <a:lnTo>
                    <a:pt x="5637" y="6774"/>
                  </a:lnTo>
                  <a:cubicBezTo>
                    <a:pt x="5480" y="5892"/>
                    <a:pt x="4692" y="5262"/>
                    <a:pt x="3841" y="5262"/>
                  </a:cubicBezTo>
                  <a:cubicBezTo>
                    <a:pt x="3400" y="5262"/>
                    <a:pt x="3054" y="5420"/>
                    <a:pt x="2739" y="5640"/>
                  </a:cubicBezTo>
                  <a:lnTo>
                    <a:pt x="2739" y="4853"/>
                  </a:lnTo>
                  <a:cubicBezTo>
                    <a:pt x="2739" y="2994"/>
                    <a:pt x="4219" y="1482"/>
                    <a:pt x="6078" y="1482"/>
                  </a:cubicBezTo>
                  <a:close/>
                  <a:moveTo>
                    <a:pt x="1888" y="6743"/>
                  </a:moveTo>
                  <a:lnTo>
                    <a:pt x="1888" y="7058"/>
                  </a:lnTo>
                  <a:lnTo>
                    <a:pt x="1857" y="7216"/>
                  </a:lnTo>
                  <a:cubicBezTo>
                    <a:pt x="1794" y="7531"/>
                    <a:pt x="1731" y="7877"/>
                    <a:pt x="1699" y="8192"/>
                  </a:cubicBezTo>
                  <a:cubicBezTo>
                    <a:pt x="1384" y="8098"/>
                    <a:pt x="1163" y="7783"/>
                    <a:pt x="1163" y="7468"/>
                  </a:cubicBezTo>
                  <a:cubicBezTo>
                    <a:pt x="1163" y="7090"/>
                    <a:pt x="1478" y="6743"/>
                    <a:pt x="1888" y="6743"/>
                  </a:cubicBezTo>
                  <a:close/>
                  <a:moveTo>
                    <a:pt x="3778" y="5987"/>
                  </a:moveTo>
                  <a:cubicBezTo>
                    <a:pt x="4440" y="5987"/>
                    <a:pt x="4881" y="6491"/>
                    <a:pt x="4881" y="7090"/>
                  </a:cubicBezTo>
                  <a:cubicBezTo>
                    <a:pt x="4881" y="7688"/>
                    <a:pt x="4377" y="8192"/>
                    <a:pt x="3778" y="8192"/>
                  </a:cubicBezTo>
                  <a:cubicBezTo>
                    <a:pt x="3211" y="8192"/>
                    <a:pt x="2676" y="7688"/>
                    <a:pt x="2676" y="7090"/>
                  </a:cubicBezTo>
                  <a:cubicBezTo>
                    <a:pt x="2676" y="6491"/>
                    <a:pt x="3148" y="5987"/>
                    <a:pt x="3778" y="5987"/>
                  </a:cubicBezTo>
                  <a:close/>
                  <a:moveTo>
                    <a:pt x="10142" y="6743"/>
                  </a:moveTo>
                  <a:cubicBezTo>
                    <a:pt x="10520" y="6743"/>
                    <a:pt x="10867" y="7058"/>
                    <a:pt x="10867" y="7468"/>
                  </a:cubicBezTo>
                  <a:cubicBezTo>
                    <a:pt x="10867" y="7846"/>
                    <a:pt x="10646" y="8098"/>
                    <a:pt x="10331" y="8192"/>
                  </a:cubicBezTo>
                  <a:cubicBezTo>
                    <a:pt x="10331" y="7877"/>
                    <a:pt x="10237" y="7531"/>
                    <a:pt x="10174" y="7216"/>
                  </a:cubicBezTo>
                  <a:lnTo>
                    <a:pt x="10142" y="7058"/>
                  </a:lnTo>
                  <a:lnTo>
                    <a:pt x="10142" y="6743"/>
                  </a:lnTo>
                  <a:close/>
                  <a:moveTo>
                    <a:pt x="8337" y="6017"/>
                  </a:moveTo>
                  <a:cubicBezTo>
                    <a:pt x="8912" y="6017"/>
                    <a:pt x="9386" y="6510"/>
                    <a:pt x="9386" y="7121"/>
                  </a:cubicBezTo>
                  <a:cubicBezTo>
                    <a:pt x="9386" y="7751"/>
                    <a:pt x="8882" y="8224"/>
                    <a:pt x="8284" y="8224"/>
                  </a:cubicBezTo>
                  <a:cubicBezTo>
                    <a:pt x="7653" y="8224"/>
                    <a:pt x="7181" y="7720"/>
                    <a:pt x="7181" y="7121"/>
                  </a:cubicBezTo>
                  <a:cubicBezTo>
                    <a:pt x="7181" y="6522"/>
                    <a:pt x="7685" y="6018"/>
                    <a:pt x="8284" y="6018"/>
                  </a:cubicBezTo>
                  <a:cubicBezTo>
                    <a:pt x="8301" y="6017"/>
                    <a:pt x="8319" y="6017"/>
                    <a:pt x="8337" y="6017"/>
                  </a:cubicBezTo>
                  <a:close/>
                  <a:moveTo>
                    <a:pt x="6456" y="7436"/>
                  </a:moveTo>
                  <a:cubicBezTo>
                    <a:pt x="6614" y="8318"/>
                    <a:pt x="7401" y="8948"/>
                    <a:pt x="8284" y="8948"/>
                  </a:cubicBezTo>
                  <a:cubicBezTo>
                    <a:pt x="8788" y="8948"/>
                    <a:pt x="9260" y="8728"/>
                    <a:pt x="9607" y="8381"/>
                  </a:cubicBezTo>
                  <a:lnTo>
                    <a:pt x="9607" y="8381"/>
                  </a:lnTo>
                  <a:cubicBezTo>
                    <a:pt x="9575" y="8476"/>
                    <a:pt x="9575" y="8507"/>
                    <a:pt x="9575" y="8539"/>
                  </a:cubicBezTo>
                  <a:lnTo>
                    <a:pt x="9575" y="8570"/>
                  </a:lnTo>
                  <a:cubicBezTo>
                    <a:pt x="9449" y="10398"/>
                    <a:pt x="7969" y="11973"/>
                    <a:pt x="6047" y="11973"/>
                  </a:cubicBezTo>
                  <a:cubicBezTo>
                    <a:pt x="4062" y="11973"/>
                    <a:pt x="2581" y="10398"/>
                    <a:pt x="2487" y="8570"/>
                  </a:cubicBezTo>
                  <a:lnTo>
                    <a:pt x="2487" y="8539"/>
                  </a:lnTo>
                  <a:lnTo>
                    <a:pt x="2487" y="8381"/>
                  </a:lnTo>
                  <a:cubicBezTo>
                    <a:pt x="2833" y="8728"/>
                    <a:pt x="3306" y="8948"/>
                    <a:pt x="3841" y="8948"/>
                  </a:cubicBezTo>
                  <a:cubicBezTo>
                    <a:pt x="4724" y="8948"/>
                    <a:pt x="5480" y="8318"/>
                    <a:pt x="5637" y="7436"/>
                  </a:cubicBezTo>
                  <a:close/>
                  <a:moveTo>
                    <a:pt x="3400" y="1"/>
                  </a:moveTo>
                  <a:cubicBezTo>
                    <a:pt x="2833" y="1"/>
                    <a:pt x="2361" y="316"/>
                    <a:pt x="2109" y="726"/>
                  </a:cubicBezTo>
                  <a:cubicBezTo>
                    <a:pt x="2041" y="717"/>
                    <a:pt x="1974" y="713"/>
                    <a:pt x="1909" y="713"/>
                  </a:cubicBezTo>
                  <a:cubicBezTo>
                    <a:pt x="784" y="713"/>
                    <a:pt x="1" y="1948"/>
                    <a:pt x="596" y="2931"/>
                  </a:cubicBezTo>
                  <a:cubicBezTo>
                    <a:pt x="470" y="3183"/>
                    <a:pt x="407" y="3403"/>
                    <a:pt x="407" y="3687"/>
                  </a:cubicBezTo>
                  <a:cubicBezTo>
                    <a:pt x="407" y="4506"/>
                    <a:pt x="1069" y="5199"/>
                    <a:pt x="1888" y="5199"/>
                  </a:cubicBezTo>
                  <a:lnTo>
                    <a:pt x="1888" y="5987"/>
                  </a:lnTo>
                  <a:cubicBezTo>
                    <a:pt x="1069" y="5987"/>
                    <a:pt x="407" y="6648"/>
                    <a:pt x="407" y="7468"/>
                  </a:cubicBezTo>
                  <a:cubicBezTo>
                    <a:pt x="407" y="8224"/>
                    <a:pt x="1006" y="8854"/>
                    <a:pt x="1699" y="8980"/>
                  </a:cubicBezTo>
                  <a:cubicBezTo>
                    <a:pt x="1983" y="11028"/>
                    <a:pt x="3715" y="12760"/>
                    <a:pt x="5984" y="12760"/>
                  </a:cubicBezTo>
                  <a:cubicBezTo>
                    <a:pt x="8252" y="12760"/>
                    <a:pt x="10016" y="11028"/>
                    <a:pt x="10300" y="8980"/>
                  </a:cubicBezTo>
                  <a:cubicBezTo>
                    <a:pt x="11024" y="8885"/>
                    <a:pt x="11592" y="8255"/>
                    <a:pt x="11592" y="7468"/>
                  </a:cubicBezTo>
                  <a:cubicBezTo>
                    <a:pt x="11623" y="6648"/>
                    <a:pt x="10961" y="5987"/>
                    <a:pt x="10142" y="5987"/>
                  </a:cubicBezTo>
                  <a:lnTo>
                    <a:pt x="10142" y="5199"/>
                  </a:lnTo>
                  <a:cubicBezTo>
                    <a:pt x="10930" y="5168"/>
                    <a:pt x="11497" y="4475"/>
                    <a:pt x="11497" y="3687"/>
                  </a:cubicBezTo>
                  <a:cubicBezTo>
                    <a:pt x="11497" y="3435"/>
                    <a:pt x="11434" y="3183"/>
                    <a:pt x="11308" y="2962"/>
                  </a:cubicBezTo>
                  <a:cubicBezTo>
                    <a:pt x="11892" y="1970"/>
                    <a:pt x="11150" y="733"/>
                    <a:pt x="10085" y="733"/>
                  </a:cubicBezTo>
                  <a:cubicBezTo>
                    <a:pt x="10001" y="733"/>
                    <a:pt x="9915" y="741"/>
                    <a:pt x="9827" y="757"/>
                  </a:cubicBezTo>
                  <a:cubicBezTo>
                    <a:pt x="9544" y="284"/>
                    <a:pt x="9071" y="1"/>
                    <a:pt x="8504" y="1"/>
                  </a:cubicBezTo>
                  <a:cubicBezTo>
                    <a:pt x="8126" y="1"/>
                    <a:pt x="7779" y="158"/>
                    <a:pt x="7496" y="379"/>
                  </a:cubicBezTo>
                  <a:cubicBezTo>
                    <a:pt x="7338" y="537"/>
                    <a:pt x="7212" y="694"/>
                    <a:pt x="7149" y="915"/>
                  </a:cubicBezTo>
                  <a:cubicBezTo>
                    <a:pt x="6771" y="789"/>
                    <a:pt x="6393" y="726"/>
                    <a:pt x="5984" y="726"/>
                  </a:cubicBezTo>
                  <a:cubicBezTo>
                    <a:pt x="5574" y="726"/>
                    <a:pt x="5165" y="820"/>
                    <a:pt x="4787" y="946"/>
                  </a:cubicBezTo>
                  <a:cubicBezTo>
                    <a:pt x="4534" y="379"/>
                    <a:pt x="4030" y="1"/>
                    <a:pt x="34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142" name="Google Shape;15142;p84"/>
            <p:cNvSpPr/>
            <p:nvPr/>
          </p:nvSpPr>
          <p:spPr>
            <a:xfrm>
              <a:off x="-54722300" y="1997800"/>
              <a:ext cx="92175" cy="17350"/>
            </a:xfrm>
            <a:custGeom>
              <a:avLst/>
              <a:gdLst/>
              <a:ahLst/>
              <a:cxnLst/>
              <a:rect l="l" t="t" r="r" b="b"/>
              <a:pathLst>
                <a:path w="3687" h="694" extrusionOk="0">
                  <a:moveTo>
                    <a:pt x="347" y="1"/>
                  </a:moveTo>
                  <a:cubicBezTo>
                    <a:pt x="158" y="1"/>
                    <a:pt x="1" y="158"/>
                    <a:pt x="1" y="347"/>
                  </a:cubicBezTo>
                  <a:cubicBezTo>
                    <a:pt x="1" y="536"/>
                    <a:pt x="158" y="694"/>
                    <a:pt x="347" y="694"/>
                  </a:cubicBezTo>
                  <a:lnTo>
                    <a:pt x="3340" y="694"/>
                  </a:lnTo>
                  <a:cubicBezTo>
                    <a:pt x="3529" y="694"/>
                    <a:pt x="3687" y="536"/>
                    <a:pt x="3687" y="347"/>
                  </a:cubicBezTo>
                  <a:cubicBezTo>
                    <a:pt x="3687" y="158"/>
                    <a:pt x="3529" y="1"/>
                    <a:pt x="33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143" name="Google Shape;15143;p84"/>
          <p:cNvGrpSpPr/>
          <p:nvPr/>
        </p:nvGrpSpPr>
        <p:grpSpPr>
          <a:xfrm>
            <a:off x="4858206" y="3137587"/>
            <a:ext cx="361969" cy="359274"/>
            <a:chOff x="-54836500" y="2296300"/>
            <a:chExt cx="319000" cy="316625"/>
          </a:xfrm>
        </p:grpSpPr>
        <p:sp>
          <p:nvSpPr>
            <p:cNvPr id="15144" name="Google Shape;15144;p84"/>
            <p:cNvSpPr/>
            <p:nvPr/>
          </p:nvSpPr>
          <p:spPr>
            <a:xfrm>
              <a:off x="-54722300" y="244595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145" name="Google Shape;15145;p84"/>
            <p:cNvSpPr/>
            <p:nvPr/>
          </p:nvSpPr>
          <p:spPr>
            <a:xfrm>
              <a:off x="-54647475" y="244595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146" name="Google Shape;15146;p84"/>
            <p:cNvSpPr/>
            <p:nvPr/>
          </p:nvSpPr>
          <p:spPr>
            <a:xfrm>
              <a:off x="-54712850" y="2508375"/>
              <a:ext cx="73275" cy="29750"/>
            </a:xfrm>
            <a:custGeom>
              <a:avLst/>
              <a:gdLst/>
              <a:ahLst/>
              <a:cxnLst/>
              <a:rect l="l" t="t" r="r" b="b"/>
              <a:pathLst>
                <a:path w="2931" h="1190" extrusionOk="0">
                  <a:moveTo>
                    <a:pt x="414" y="0"/>
                  </a:moveTo>
                  <a:cubicBezTo>
                    <a:pt x="316" y="0"/>
                    <a:pt x="222" y="40"/>
                    <a:pt x="159" y="119"/>
                  </a:cubicBezTo>
                  <a:cubicBezTo>
                    <a:pt x="1" y="276"/>
                    <a:pt x="1" y="528"/>
                    <a:pt x="159" y="654"/>
                  </a:cubicBezTo>
                  <a:cubicBezTo>
                    <a:pt x="537" y="1001"/>
                    <a:pt x="1009" y="1190"/>
                    <a:pt x="1482" y="1190"/>
                  </a:cubicBezTo>
                  <a:cubicBezTo>
                    <a:pt x="1986" y="1190"/>
                    <a:pt x="2458" y="1001"/>
                    <a:pt x="2773" y="654"/>
                  </a:cubicBezTo>
                  <a:cubicBezTo>
                    <a:pt x="2931" y="497"/>
                    <a:pt x="2931" y="245"/>
                    <a:pt x="2773" y="119"/>
                  </a:cubicBezTo>
                  <a:cubicBezTo>
                    <a:pt x="2695" y="40"/>
                    <a:pt x="2592" y="0"/>
                    <a:pt x="2498" y="0"/>
                  </a:cubicBezTo>
                  <a:cubicBezTo>
                    <a:pt x="2403" y="0"/>
                    <a:pt x="2317" y="40"/>
                    <a:pt x="2269" y="119"/>
                  </a:cubicBezTo>
                  <a:cubicBezTo>
                    <a:pt x="2049" y="339"/>
                    <a:pt x="1734" y="434"/>
                    <a:pt x="1482" y="434"/>
                  </a:cubicBezTo>
                  <a:cubicBezTo>
                    <a:pt x="1167" y="434"/>
                    <a:pt x="883" y="339"/>
                    <a:pt x="694" y="119"/>
                  </a:cubicBezTo>
                  <a:cubicBezTo>
                    <a:pt x="615" y="40"/>
                    <a:pt x="513" y="0"/>
                    <a:pt x="4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147" name="Google Shape;15147;p84"/>
            <p:cNvSpPr/>
            <p:nvPr/>
          </p:nvSpPr>
          <p:spPr>
            <a:xfrm>
              <a:off x="-54836500" y="2296300"/>
              <a:ext cx="319000" cy="316625"/>
            </a:xfrm>
            <a:custGeom>
              <a:avLst/>
              <a:gdLst/>
              <a:ahLst/>
              <a:cxnLst/>
              <a:rect l="l" t="t" r="r" b="b"/>
              <a:pathLst>
                <a:path w="12760" h="12665" extrusionOk="0">
                  <a:moveTo>
                    <a:pt x="5672" y="694"/>
                  </a:moveTo>
                  <a:cubicBezTo>
                    <a:pt x="5577" y="883"/>
                    <a:pt x="5483" y="1167"/>
                    <a:pt x="5388" y="1450"/>
                  </a:cubicBezTo>
                  <a:lnTo>
                    <a:pt x="2742" y="1450"/>
                  </a:lnTo>
                  <a:lnTo>
                    <a:pt x="2427" y="694"/>
                  </a:lnTo>
                  <a:close/>
                  <a:moveTo>
                    <a:pt x="10303" y="694"/>
                  </a:moveTo>
                  <a:lnTo>
                    <a:pt x="10051" y="1450"/>
                  </a:lnTo>
                  <a:lnTo>
                    <a:pt x="7404" y="1450"/>
                  </a:lnTo>
                  <a:cubicBezTo>
                    <a:pt x="7310" y="1167"/>
                    <a:pt x="7215" y="883"/>
                    <a:pt x="7089" y="694"/>
                  </a:cubicBezTo>
                  <a:close/>
                  <a:moveTo>
                    <a:pt x="6428" y="977"/>
                  </a:moveTo>
                  <a:cubicBezTo>
                    <a:pt x="6585" y="1293"/>
                    <a:pt x="6774" y="1734"/>
                    <a:pt x="6774" y="2206"/>
                  </a:cubicBezTo>
                  <a:cubicBezTo>
                    <a:pt x="6774" y="2647"/>
                    <a:pt x="6585" y="3088"/>
                    <a:pt x="6428" y="3403"/>
                  </a:cubicBezTo>
                  <a:cubicBezTo>
                    <a:pt x="6270" y="3088"/>
                    <a:pt x="6050" y="2647"/>
                    <a:pt x="6050" y="2206"/>
                  </a:cubicBezTo>
                  <a:cubicBezTo>
                    <a:pt x="6018" y="1671"/>
                    <a:pt x="6207" y="1230"/>
                    <a:pt x="6428" y="977"/>
                  </a:cubicBezTo>
                  <a:close/>
                  <a:moveTo>
                    <a:pt x="5325" y="2206"/>
                  </a:moveTo>
                  <a:cubicBezTo>
                    <a:pt x="5325" y="2773"/>
                    <a:pt x="5514" y="3309"/>
                    <a:pt x="5735" y="3687"/>
                  </a:cubicBezTo>
                  <a:lnTo>
                    <a:pt x="3655" y="3687"/>
                  </a:lnTo>
                  <a:lnTo>
                    <a:pt x="3057" y="2206"/>
                  </a:lnTo>
                  <a:close/>
                  <a:moveTo>
                    <a:pt x="9799" y="2206"/>
                  </a:moveTo>
                  <a:lnTo>
                    <a:pt x="9169" y="3687"/>
                  </a:lnTo>
                  <a:lnTo>
                    <a:pt x="7121" y="3687"/>
                  </a:lnTo>
                  <a:cubicBezTo>
                    <a:pt x="7310" y="3309"/>
                    <a:pt x="7562" y="2773"/>
                    <a:pt x="7562" y="2206"/>
                  </a:cubicBezTo>
                  <a:close/>
                  <a:moveTo>
                    <a:pt x="9043" y="4380"/>
                  </a:moveTo>
                  <a:lnTo>
                    <a:pt x="9043" y="5136"/>
                  </a:lnTo>
                  <a:cubicBezTo>
                    <a:pt x="9043" y="6837"/>
                    <a:pt x="9515" y="7436"/>
                    <a:pt x="9736" y="8602"/>
                  </a:cubicBezTo>
                  <a:cubicBezTo>
                    <a:pt x="9326" y="10114"/>
                    <a:pt x="7940" y="11185"/>
                    <a:pt x="6428" y="11185"/>
                  </a:cubicBezTo>
                  <a:cubicBezTo>
                    <a:pt x="4852" y="11185"/>
                    <a:pt x="3498" y="10114"/>
                    <a:pt x="3120" y="8602"/>
                  </a:cubicBezTo>
                  <a:cubicBezTo>
                    <a:pt x="3309" y="7436"/>
                    <a:pt x="3781" y="6837"/>
                    <a:pt x="3781" y="5136"/>
                  </a:cubicBezTo>
                  <a:lnTo>
                    <a:pt x="3781" y="4380"/>
                  </a:lnTo>
                  <a:close/>
                  <a:moveTo>
                    <a:pt x="2301" y="2238"/>
                  </a:moveTo>
                  <a:lnTo>
                    <a:pt x="3025" y="4096"/>
                  </a:lnTo>
                  <a:lnTo>
                    <a:pt x="3025" y="5105"/>
                  </a:lnTo>
                  <a:cubicBezTo>
                    <a:pt x="3025" y="6711"/>
                    <a:pt x="2584" y="7184"/>
                    <a:pt x="2364" y="8539"/>
                  </a:cubicBezTo>
                  <a:cubicBezTo>
                    <a:pt x="2301" y="8917"/>
                    <a:pt x="2301" y="9326"/>
                    <a:pt x="2301" y="9704"/>
                  </a:cubicBezTo>
                  <a:lnTo>
                    <a:pt x="2301" y="11595"/>
                  </a:lnTo>
                  <a:lnTo>
                    <a:pt x="2269" y="11595"/>
                  </a:lnTo>
                  <a:lnTo>
                    <a:pt x="1733" y="11217"/>
                  </a:lnTo>
                  <a:cubicBezTo>
                    <a:pt x="1135" y="10807"/>
                    <a:pt x="788" y="10177"/>
                    <a:pt x="788" y="9484"/>
                  </a:cubicBezTo>
                  <a:cubicBezTo>
                    <a:pt x="788" y="8444"/>
                    <a:pt x="1040" y="7404"/>
                    <a:pt x="1513" y="6491"/>
                  </a:cubicBezTo>
                  <a:cubicBezTo>
                    <a:pt x="2017" y="5451"/>
                    <a:pt x="2301" y="4285"/>
                    <a:pt x="2301" y="3088"/>
                  </a:cubicBezTo>
                  <a:lnTo>
                    <a:pt x="2301" y="2238"/>
                  </a:lnTo>
                  <a:close/>
                  <a:moveTo>
                    <a:pt x="10555" y="2269"/>
                  </a:moveTo>
                  <a:lnTo>
                    <a:pt x="10555" y="3151"/>
                  </a:lnTo>
                  <a:cubicBezTo>
                    <a:pt x="10555" y="4317"/>
                    <a:pt x="10838" y="5514"/>
                    <a:pt x="11342" y="6522"/>
                  </a:cubicBezTo>
                  <a:cubicBezTo>
                    <a:pt x="11815" y="7436"/>
                    <a:pt x="12036" y="8507"/>
                    <a:pt x="12036" y="9515"/>
                  </a:cubicBezTo>
                  <a:cubicBezTo>
                    <a:pt x="12004" y="10177"/>
                    <a:pt x="11689" y="10870"/>
                    <a:pt x="11090" y="11217"/>
                  </a:cubicBezTo>
                  <a:lnTo>
                    <a:pt x="10555" y="11595"/>
                  </a:lnTo>
                  <a:lnTo>
                    <a:pt x="10555" y="9767"/>
                  </a:lnTo>
                  <a:cubicBezTo>
                    <a:pt x="10555" y="9358"/>
                    <a:pt x="10523" y="8980"/>
                    <a:pt x="10460" y="8570"/>
                  </a:cubicBezTo>
                  <a:cubicBezTo>
                    <a:pt x="10271" y="7247"/>
                    <a:pt x="9799" y="6774"/>
                    <a:pt x="9799" y="5136"/>
                  </a:cubicBezTo>
                  <a:lnTo>
                    <a:pt x="9799" y="4128"/>
                  </a:lnTo>
                  <a:lnTo>
                    <a:pt x="10555" y="2269"/>
                  </a:lnTo>
                  <a:close/>
                  <a:moveTo>
                    <a:pt x="1859" y="1"/>
                  </a:moveTo>
                  <a:cubicBezTo>
                    <a:pt x="1639" y="1"/>
                    <a:pt x="1481" y="158"/>
                    <a:pt x="1481" y="347"/>
                  </a:cubicBezTo>
                  <a:lnTo>
                    <a:pt x="1481" y="3151"/>
                  </a:lnTo>
                  <a:cubicBezTo>
                    <a:pt x="1481" y="4191"/>
                    <a:pt x="1261" y="5262"/>
                    <a:pt x="788" y="6176"/>
                  </a:cubicBezTo>
                  <a:cubicBezTo>
                    <a:pt x="284" y="7184"/>
                    <a:pt x="1" y="8350"/>
                    <a:pt x="1" y="9484"/>
                  </a:cubicBezTo>
                  <a:cubicBezTo>
                    <a:pt x="1" y="10429"/>
                    <a:pt x="473" y="11280"/>
                    <a:pt x="1261" y="11847"/>
                  </a:cubicBezTo>
                  <a:lnTo>
                    <a:pt x="2395" y="12603"/>
                  </a:lnTo>
                  <a:cubicBezTo>
                    <a:pt x="2463" y="12645"/>
                    <a:pt x="2537" y="12665"/>
                    <a:pt x="2610" y="12665"/>
                  </a:cubicBezTo>
                  <a:cubicBezTo>
                    <a:pt x="2808" y="12665"/>
                    <a:pt x="2994" y="12518"/>
                    <a:pt x="2994" y="12288"/>
                  </a:cubicBezTo>
                  <a:lnTo>
                    <a:pt x="2994" y="10145"/>
                  </a:lnTo>
                  <a:cubicBezTo>
                    <a:pt x="3781" y="11248"/>
                    <a:pt x="5041" y="11878"/>
                    <a:pt x="6365" y="11878"/>
                  </a:cubicBezTo>
                  <a:cubicBezTo>
                    <a:pt x="7719" y="11878"/>
                    <a:pt x="8980" y="11248"/>
                    <a:pt x="9767" y="10145"/>
                  </a:cubicBezTo>
                  <a:lnTo>
                    <a:pt x="9767" y="12288"/>
                  </a:lnTo>
                  <a:cubicBezTo>
                    <a:pt x="9767" y="12521"/>
                    <a:pt x="9941" y="12651"/>
                    <a:pt x="10146" y="12651"/>
                  </a:cubicBezTo>
                  <a:cubicBezTo>
                    <a:pt x="10217" y="12651"/>
                    <a:pt x="10293" y="12635"/>
                    <a:pt x="10366" y="12603"/>
                  </a:cubicBezTo>
                  <a:lnTo>
                    <a:pt x="11500" y="11847"/>
                  </a:lnTo>
                  <a:cubicBezTo>
                    <a:pt x="12288" y="11343"/>
                    <a:pt x="12760" y="10429"/>
                    <a:pt x="12760" y="9484"/>
                  </a:cubicBezTo>
                  <a:cubicBezTo>
                    <a:pt x="12760" y="8350"/>
                    <a:pt x="12477" y="7184"/>
                    <a:pt x="11973" y="6176"/>
                  </a:cubicBezTo>
                  <a:cubicBezTo>
                    <a:pt x="11500" y="5262"/>
                    <a:pt x="11248" y="4159"/>
                    <a:pt x="11248" y="3151"/>
                  </a:cubicBezTo>
                  <a:lnTo>
                    <a:pt x="11248" y="347"/>
                  </a:lnTo>
                  <a:cubicBezTo>
                    <a:pt x="11248" y="158"/>
                    <a:pt x="11090" y="1"/>
                    <a:pt x="109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148" name="Google Shape;15148;p84"/>
          <p:cNvGrpSpPr/>
          <p:nvPr/>
        </p:nvGrpSpPr>
        <p:grpSpPr>
          <a:xfrm>
            <a:off x="4879652" y="3604259"/>
            <a:ext cx="319078" cy="361090"/>
            <a:chOff x="-54817600" y="2687750"/>
            <a:chExt cx="281200" cy="318225"/>
          </a:xfrm>
        </p:grpSpPr>
        <p:sp>
          <p:nvSpPr>
            <p:cNvPr id="15149" name="Google Shape;15149;p84"/>
            <p:cNvSpPr/>
            <p:nvPr/>
          </p:nvSpPr>
          <p:spPr>
            <a:xfrm>
              <a:off x="-54712850" y="2919525"/>
              <a:ext cx="73275" cy="28950"/>
            </a:xfrm>
            <a:custGeom>
              <a:avLst/>
              <a:gdLst/>
              <a:ahLst/>
              <a:cxnLst/>
              <a:rect l="l" t="t" r="r" b="b"/>
              <a:pathLst>
                <a:path w="2931" h="1158" extrusionOk="0">
                  <a:moveTo>
                    <a:pt x="414" y="0"/>
                  </a:moveTo>
                  <a:cubicBezTo>
                    <a:pt x="316" y="0"/>
                    <a:pt x="222" y="39"/>
                    <a:pt x="159" y="118"/>
                  </a:cubicBezTo>
                  <a:cubicBezTo>
                    <a:pt x="1" y="276"/>
                    <a:pt x="1" y="496"/>
                    <a:pt x="159" y="622"/>
                  </a:cubicBezTo>
                  <a:cubicBezTo>
                    <a:pt x="537" y="969"/>
                    <a:pt x="1009" y="1158"/>
                    <a:pt x="1482" y="1158"/>
                  </a:cubicBezTo>
                  <a:cubicBezTo>
                    <a:pt x="1986" y="1158"/>
                    <a:pt x="2458" y="969"/>
                    <a:pt x="2773" y="622"/>
                  </a:cubicBezTo>
                  <a:cubicBezTo>
                    <a:pt x="2931" y="465"/>
                    <a:pt x="2931" y="213"/>
                    <a:pt x="2773" y="118"/>
                  </a:cubicBezTo>
                  <a:cubicBezTo>
                    <a:pt x="2695" y="39"/>
                    <a:pt x="2592" y="0"/>
                    <a:pt x="2498" y="0"/>
                  </a:cubicBezTo>
                  <a:cubicBezTo>
                    <a:pt x="2403" y="0"/>
                    <a:pt x="2317" y="39"/>
                    <a:pt x="2269" y="118"/>
                  </a:cubicBezTo>
                  <a:cubicBezTo>
                    <a:pt x="2049" y="307"/>
                    <a:pt x="1734" y="433"/>
                    <a:pt x="1482" y="433"/>
                  </a:cubicBezTo>
                  <a:cubicBezTo>
                    <a:pt x="1167" y="433"/>
                    <a:pt x="883" y="307"/>
                    <a:pt x="694" y="118"/>
                  </a:cubicBezTo>
                  <a:cubicBezTo>
                    <a:pt x="615" y="39"/>
                    <a:pt x="513" y="0"/>
                    <a:pt x="4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150" name="Google Shape;15150;p84"/>
            <p:cNvSpPr/>
            <p:nvPr/>
          </p:nvSpPr>
          <p:spPr>
            <a:xfrm>
              <a:off x="-54722300" y="285630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151" name="Google Shape;15151;p84"/>
            <p:cNvSpPr/>
            <p:nvPr/>
          </p:nvSpPr>
          <p:spPr>
            <a:xfrm>
              <a:off x="-54647475" y="285630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152" name="Google Shape;15152;p84"/>
            <p:cNvSpPr/>
            <p:nvPr/>
          </p:nvSpPr>
          <p:spPr>
            <a:xfrm>
              <a:off x="-54817600" y="2687750"/>
              <a:ext cx="281200" cy="318225"/>
            </a:xfrm>
            <a:custGeom>
              <a:avLst/>
              <a:gdLst/>
              <a:ahLst/>
              <a:cxnLst/>
              <a:rect l="l" t="t" r="r" b="b"/>
              <a:pathLst>
                <a:path w="11248" h="12729" extrusionOk="0">
                  <a:moveTo>
                    <a:pt x="5231" y="757"/>
                  </a:moveTo>
                  <a:lnTo>
                    <a:pt x="5231" y="4380"/>
                  </a:lnTo>
                  <a:lnTo>
                    <a:pt x="3782" y="4380"/>
                  </a:lnTo>
                  <a:cubicBezTo>
                    <a:pt x="3817" y="3414"/>
                    <a:pt x="4006" y="2482"/>
                    <a:pt x="4349" y="1765"/>
                  </a:cubicBezTo>
                  <a:cubicBezTo>
                    <a:pt x="4601" y="1261"/>
                    <a:pt x="4916" y="914"/>
                    <a:pt x="5231" y="757"/>
                  </a:cubicBezTo>
                  <a:close/>
                  <a:moveTo>
                    <a:pt x="3970" y="1072"/>
                  </a:moveTo>
                  <a:lnTo>
                    <a:pt x="3970" y="1072"/>
                  </a:lnTo>
                  <a:cubicBezTo>
                    <a:pt x="3876" y="1198"/>
                    <a:pt x="3813" y="1355"/>
                    <a:pt x="3718" y="1450"/>
                  </a:cubicBezTo>
                  <a:cubicBezTo>
                    <a:pt x="3340" y="2238"/>
                    <a:pt x="3088" y="3309"/>
                    <a:pt x="3057" y="4411"/>
                  </a:cubicBezTo>
                  <a:lnTo>
                    <a:pt x="1576" y="4411"/>
                  </a:lnTo>
                  <a:cubicBezTo>
                    <a:pt x="1671" y="2931"/>
                    <a:pt x="2616" y="1670"/>
                    <a:pt x="3970" y="1072"/>
                  </a:cubicBezTo>
                  <a:close/>
                  <a:moveTo>
                    <a:pt x="7310" y="1072"/>
                  </a:moveTo>
                  <a:cubicBezTo>
                    <a:pt x="8665" y="1670"/>
                    <a:pt x="9610" y="2931"/>
                    <a:pt x="9704" y="4411"/>
                  </a:cubicBezTo>
                  <a:lnTo>
                    <a:pt x="8224" y="4411"/>
                  </a:lnTo>
                  <a:cubicBezTo>
                    <a:pt x="8192" y="3309"/>
                    <a:pt x="7940" y="2238"/>
                    <a:pt x="7562" y="1450"/>
                  </a:cubicBezTo>
                  <a:cubicBezTo>
                    <a:pt x="7467" y="1292"/>
                    <a:pt x="7404" y="1198"/>
                    <a:pt x="7310" y="1072"/>
                  </a:cubicBezTo>
                  <a:close/>
                  <a:moveTo>
                    <a:pt x="6018" y="788"/>
                  </a:moveTo>
                  <a:cubicBezTo>
                    <a:pt x="6333" y="946"/>
                    <a:pt x="6648" y="1292"/>
                    <a:pt x="6869" y="1828"/>
                  </a:cubicBezTo>
                  <a:cubicBezTo>
                    <a:pt x="7247" y="2521"/>
                    <a:pt x="7436" y="3435"/>
                    <a:pt x="7467" y="4443"/>
                  </a:cubicBezTo>
                  <a:lnTo>
                    <a:pt x="5987" y="4443"/>
                  </a:lnTo>
                  <a:lnTo>
                    <a:pt x="5987" y="788"/>
                  </a:lnTo>
                  <a:close/>
                  <a:moveTo>
                    <a:pt x="1513" y="6711"/>
                  </a:moveTo>
                  <a:lnTo>
                    <a:pt x="1513" y="8192"/>
                  </a:lnTo>
                  <a:cubicBezTo>
                    <a:pt x="1135" y="8192"/>
                    <a:pt x="788" y="7877"/>
                    <a:pt x="788" y="7436"/>
                  </a:cubicBezTo>
                  <a:cubicBezTo>
                    <a:pt x="788" y="7058"/>
                    <a:pt x="1103" y="6711"/>
                    <a:pt x="1513" y="6711"/>
                  </a:cubicBezTo>
                  <a:close/>
                  <a:moveTo>
                    <a:pt x="9767" y="6711"/>
                  </a:moveTo>
                  <a:cubicBezTo>
                    <a:pt x="10145" y="6711"/>
                    <a:pt x="10492" y="7058"/>
                    <a:pt x="10492" y="7436"/>
                  </a:cubicBezTo>
                  <a:cubicBezTo>
                    <a:pt x="10492" y="7877"/>
                    <a:pt x="10145" y="8192"/>
                    <a:pt x="9767" y="8192"/>
                  </a:cubicBezTo>
                  <a:lnTo>
                    <a:pt x="9767" y="6711"/>
                  </a:lnTo>
                  <a:close/>
                  <a:moveTo>
                    <a:pt x="9043" y="5168"/>
                  </a:moveTo>
                  <a:lnTo>
                    <a:pt x="9043" y="8602"/>
                  </a:lnTo>
                  <a:cubicBezTo>
                    <a:pt x="9011" y="10429"/>
                    <a:pt x="7499" y="11941"/>
                    <a:pt x="5672" y="11941"/>
                  </a:cubicBezTo>
                  <a:cubicBezTo>
                    <a:pt x="3813" y="11941"/>
                    <a:pt x="2301" y="10429"/>
                    <a:pt x="2301" y="8602"/>
                  </a:cubicBezTo>
                  <a:lnTo>
                    <a:pt x="2301" y="5168"/>
                  </a:lnTo>
                  <a:close/>
                  <a:moveTo>
                    <a:pt x="5609" y="1"/>
                  </a:moveTo>
                  <a:cubicBezTo>
                    <a:pt x="2931" y="1"/>
                    <a:pt x="788" y="2175"/>
                    <a:pt x="788" y="4852"/>
                  </a:cubicBezTo>
                  <a:cubicBezTo>
                    <a:pt x="788" y="5041"/>
                    <a:pt x="946" y="5199"/>
                    <a:pt x="1135" y="5199"/>
                  </a:cubicBezTo>
                  <a:lnTo>
                    <a:pt x="1482" y="5199"/>
                  </a:lnTo>
                  <a:lnTo>
                    <a:pt x="1482" y="5987"/>
                  </a:lnTo>
                  <a:cubicBezTo>
                    <a:pt x="662" y="5987"/>
                    <a:pt x="1" y="6648"/>
                    <a:pt x="1" y="7499"/>
                  </a:cubicBezTo>
                  <a:cubicBezTo>
                    <a:pt x="1" y="8318"/>
                    <a:pt x="662" y="8980"/>
                    <a:pt x="1482" y="8980"/>
                  </a:cubicBezTo>
                  <a:cubicBezTo>
                    <a:pt x="1671" y="11059"/>
                    <a:pt x="3466" y="12729"/>
                    <a:pt x="5577" y="12729"/>
                  </a:cubicBezTo>
                  <a:cubicBezTo>
                    <a:pt x="7720" y="12729"/>
                    <a:pt x="9484" y="11059"/>
                    <a:pt x="9673" y="8980"/>
                  </a:cubicBezTo>
                  <a:cubicBezTo>
                    <a:pt x="10492" y="8980"/>
                    <a:pt x="11185" y="8318"/>
                    <a:pt x="11185" y="7499"/>
                  </a:cubicBezTo>
                  <a:cubicBezTo>
                    <a:pt x="11248" y="6648"/>
                    <a:pt x="10586" y="5987"/>
                    <a:pt x="9767" y="5987"/>
                  </a:cubicBezTo>
                  <a:lnTo>
                    <a:pt x="9767" y="5199"/>
                  </a:lnTo>
                  <a:lnTo>
                    <a:pt x="10114" y="5199"/>
                  </a:lnTo>
                  <a:cubicBezTo>
                    <a:pt x="10303" y="5199"/>
                    <a:pt x="10460" y="5041"/>
                    <a:pt x="10460" y="4852"/>
                  </a:cubicBezTo>
                  <a:cubicBezTo>
                    <a:pt x="10460" y="2175"/>
                    <a:pt x="8287" y="1"/>
                    <a:pt x="56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153" name="Google Shape;15153;p84"/>
          <p:cNvGrpSpPr/>
          <p:nvPr/>
        </p:nvGrpSpPr>
        <p:grpSpPr>
          <a:xfrm>
            <a:off x="7110476" y="2684124"/>
            <a:ext cx="317290" cy="359303"/>
            <a:chOff x="-52887125" y="1903275"/>
            <a:chExt cx="279625" cy="316650"/>
          </a:xfrm>
        </p:grpSpPr>
        <p:sp>
          <p:nvSpPr>
            <p:cNvPr id="15154" name="Google Shape;15154;p84"/>
            <p:cNvSpPr/>
            <p:nvPr/>
          </p:nvSpPr>
          <p:spPr>
            <a:xfrm>
              <a:off x="-52783950" y="2135825"/>
              <a:ext cx="73275" cy="28975"/>
            </a:xfrm>
            <a:custGeom>
              <a:avLst/>
              <a:gdLst/>
              <a:ahLst/>
              <a:cxnLst/>
              <a:rect l="l" t="t" r="r" b="b"/>
              <a:pathLst>
                <a:path w="2931" h="1159" extrusionOk="0">
                  <a:moveTo>
                    <a:pt x="398" y="1"/>
                  </a:moveTo>
                  <a:cubicBezTo>
                    <a:pt x="308" y="1"/>
                    <a:pt x="221" y="40"/>
                    <a:pt x="158" y="119"/>
                  </a:cubicBezTo>
                  <a:cubicBezTo>
                    <a:pt x="1" y="276"/>
                    <a:pt x="1" y="497"/>
                    <a:pt x="158" y="623"/>
                  </a:cubicBezTo>
                  <a:cubicBezTo>
                    <a:pt x="505" y="970"/>
                    <a:pt x="977" y="1159"/>
                    <a:pt x="1450" y="1159"/>
                  </a:cubicBezTo>
                  <a:cubicBezTo>
                    <a:pt x="1922" y="1159"/>
                    <a:pt x="2458" y="970"/>
                    <a:pt x="2773" y="623"/>
                  </a:cubicBezTo>
                  <a:cubicBezTo>
                    <a:pt x="2931" y="465"/>
                    <a:pt x="2931" y="213"/>
                    <a:pt x="2773" y="119"/>
                  </a:cubicBezTo>
                  <a:cubicBezTo>
                    <a:pt x="2694" y="40"/>
                    <a:pt x="2592" y="1"/>
                    <a:pt x="2493" y="1"/>
                  </a:cubicBezTo>
                  <a:cubicBezTo>
                    <a:pt x="2395" y="1"/>
                    <a:pt x="2300" y="40"/>
                    <a:pt x="2237" y="119"/>
                  </a:cubicBezTo>
                  <a:cubicBezTo>
                    <a:pt x="2048" y="308"/>
                    <a:pt x="1733" y="434"/>
                    <a:pt x="1450" y="434"/>
                  </a:cubicBezTo>
                  <a:cubicBezTo>
                    <a:pt x="1198" y="434"/>
                    <a:pt x="883" y="308"/>
                    <a:pt x="662" y="119"/>
                  </a:cubicBezTo>
                  <a:cubicBezTo>
                    <a:pt x="583" y="40"/>
                    <a:pt x="489"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155" name="Google Shape;15155;p84"/>
            <p:cNvSpPr/>
            <p:nvPr/>
          </p:nvSpPr>
          <p:spPr>
            <a:xfrm>
              <a:off x="-52887125" y="1903275"/>
              <a:ext cx="279625" cy="316650"/>
            </a:xfrm>
            <a:custGeom>
              <a:avLst/>
              <a:gdLst/>
              <a:ahLst/>
              <a:cxnLst/>
              <a:rect l="l" t="t" r="r" b="b"/>
              <a:pathLst>
                <a:path w="11185" h="12666" extrusionOk="0">
                  <a:moveTo>
                    <a:pt x="5545" y="2238"/>
                  </a:moveTo>
                  <a:cubicBezTo>
                    <a:pt x="5986" y="2238"/>
                    <a:pt x="6427" y="2332"/>
                    <a:pt x="6806" y="2490"/>
                  </a:cubicBezTo>
                  <a:cubicBezTo>
                    <a:pt x="6049" y="3687"/>
                    <a:pt x="4726" y="4443"/>
                    <a:pt x="3308" y="4443"/>
                  </a:cubicBezTo>
                  <a:lnTo>
                    <a:pt x="2407" y="4443"/>
                  </a:lnTo>
                  <a:cubicBezTo>
                    <a:pt x="2887" y="3168"/>
                    <a:pt x="4108" y="2238"/>
                    <a:pt x="5545" y="2238"/>
                  </a:cubicBezTo>
                  <a:close/>
                  <a:moveTo>
                    <a:pt x="5577" y="757"/>
                  </a:moveTo>
                  <a:cubicBezTo>
                    <a:pt x="7877" y="757"/>
                    <a:pt x="9799" y="2364"/>
                    <a:pt x="10303" y="4475"/>
                  </a:cubicBezTo>
                  <a:cubicBezTo>
                    <a:pt x="10240" y="4475"/>
                    <a:pt x="10145" y="4443"/>
                    <a:pt x="10082" y="4443"/>
                  </a:cubicBezTo>
                  <a:cubicBezTo>
                    <a:pt x="9893" y="4443"/>
                    <a:pt x="9736" y="4475"/>
                    <a:pt x="9578" y="4569"/>
                  </a:cubicBezTo>
                  <a:cubicBezTo>
                    <a:pt x="9137" y="2742"/>
                    <a:pt x="7467" y="1450"/>
                    <a:pt x="5577" y="1450"/>
                  </a:cubicBezTo>
                  <a:cubicBezTo>
                    <a:pt x="3655" y="1450"/>
                    <a:pt x="2048" y="2805"/>
                    <a:pt x="1607" y="4569"/>
                  </a:cubicBezTo>
                  <a:cubicBezTo>
                    <a:pt x="1450" y="4475"/>
                    <a:pt x="1292" y="4443"/>
                    <a:pt x="1103" y="4443"/>
                  </a:cubicBezTo>
                  <a:cubicBezTo>
                    <a:pt x="1009" y="4443"/>
                    <a:pt x="946" y="4443"/>
                    <a:pt x="851" y="4475"/>
                  </a:cubicBezTo>
                  <a:cubicBezTo>
                    <a:pt x="1324" y="2364"/>
                    <a:pt x="3277" y="757"/>
                    <a:pt x="5577" y="757"/>
                  </a:cubicBezTo>
                  <a:close/>
                  <a:moveTo>
                    <a:pt x="7530" y="2868"/>
                  </a:moveTo>
                  <a:cubicBezTo>
                    <a:pt x="8381" y="3466"/>
                    <a:pt x="8948" y="4475"/>
                    <a:pt x="8948" y="5640"/>
                  </a:cubicBezTo>
                  <a:lnTo>
                    <a:pt x="8948" y="6050"/>
                  </a:lnTo>
                  <a:lnTo>
                    <a:pt x="2206" y="6050"/>
                  </a:lnTo>
                  <a:lnTo>
                    <a:pt x="2206" y="6018"/>
                  </a:lnTo>
                  <a:lnTo>
                    <a:pt x="2206" y="5577"/>
                  </a:lnTo>
                  <a:cubicBezTo>
                    <a:pt x="2206" y="5483"/>
                    <a:pt x="2206" y="5357"/>
                    <a:pt x="2237" y="5231"/>
                  </a:cubicBezTo>
                  <a:lnTo>
                    <a:pt x="3340" y="5231"/>
                  </a:lnTo>
                  <a:cubicBezTo>
                    <a:pt x="4285" y="5231"/>
                    <a:pt x="5167" y="4947"/>
                    <a:pt x="5955" y="4475"/>
                  </a:cubicBezTo>
                  <a:cubicBezTo>
                    <a:pt x="6585" y="4097"/>
                    <a:pt x="7121" y="3529"/>
                    <a:pt x="7530" y="2868"/>
                  </a:cubicBezTo>
                  <a:close/>
                  <a:moveTo>
                    <a:pt x="10082" y="5231"/>
                  </a:moveTo>
                  <a:cubicBezTo>
                    <a:pt x="10271" y="5231"/>
                    <a:pt x="10429" y="5388"/>
                    <a:pt x="10429" y="5577"/>
                  </a:cubicBezTo>
                  <a:lnTo>
                    <a:pt x="10429" y="7877"/>
                  </a:lnTo>
                  <a:cubicBezTo>
                    <a:pt x="10429" y="8066"/>
                    <a:pt x="10271" y="8224"/>
                    <a:pt x="10082" y="8224"/>
                  </a:cubicBezTo>
                  <a:cubicBezTo>
                    <a:pt x="9893" y="8224"/>
                    <a:pt x="9736" y="8066"/>
                    <a:pt x="9736" y="7877"/>
                  </a:cubicBezTo>
                  <a:lnTo>
                    <a:pt x="9736" y="5577"/>
                  </a:lnTo>
                  <a:cubicBezTo>
                    <a:pt x="9736" y="5388"/>
                    <a:pt x="9893" y="5231"/>
                    <a:pt x="10082" y="5231"/>
                  </a:cubicBezTo>
                  <a:close/>
                  <a:moveTo>
                    <a:pt x="1103" y="5262"/>
                  </a:moveTo>
                  <a:cubicBezTo>
                    <a:pt x="1292" y="5262"/>
                    <a:pt x="1450" y="5420"/>
                    <a:pt x="1450" y="5640"/>
                  </a:cubicBezTo>
                  <a:lnTo>
                    <a:pt x="1450" y="7909"/>
                  </a:lnTo>
                  <a:cubicBezTo>
                    <a:pt x="1450" y="8066"/>
                    <a:pt x="1292" y="8255"/>
                    <a:pt x="1103" y="8255"/>
                  </a:cubicBezTo>
                  <a:cubicBezTo>
                    <a:pt x="914" y="8255"/>
                    <a:pt x="757" y="8098"/>
                    <a:pt x="757" y="7909"/>
                  </a:cubicBezTo>
                  <a:lnTo>
                    <a:pt x="757" y="5640"/>
                  </a:lnTo>
                  <a:cubicBezTo>
                    <a:pt x="757" y="5420"/>
                    <a:pt x="914" y="5262"/>
                    <a:pt x="1103" y="5262"/>
                  </a:cubicBezTo>
                  <a:close/>
                  <a:moveTo>
                    <a:pt x="5199" y="6774"/>
                  </a:moveTo>
                  <a:cubicBezTo>
                    <a:pt x="5199" y="7594"/>
                    <a:pt x="4537" y="8255"/>
                    <a:pt x="3687" y="8255"/>
                  </a:cubicBezTo>
                  <a:cubicBezTo>
                    <a:pt x="2867" y="8255"/>
                    <a:pt x="2206" y="7594"/>
                    <a:pt x="2206" y="6774"/>
                  </a:cubicBezTo>
                  <a:close/>
                  <a:moveTo>
                    <a:pt x="8948" y="6774"/>
                  </a:moveTo>
                  <a:cubicBezTo>
                    <a:pt x="8948" y="7594"/>
                    <a:pt x="8255" y="8255"/>
                    <a:pt x="7436" y="8255"/>
                  </a:cubicBezTo>
                  <a:cubicBezTo>
                    <a:pt x="6617" y="8255"/>
                    <a:pt x="5955" y="7594"/>
                    <a:pt x="5955" y="6774"/>
                  </a:cubicBezTo>
                  <a:close/>
                  <a:moveTo>
                    <a:pt x="5545" y="8035"/>
                  </a:moveTo>
                  <a:cubicBezTo>
                    <a:pt x="5955" y="8633"/>
                    <a:pt x="6648" y="9011"/>
                    <a:pt x="7404" y="9011"/>
                  </a:cubicBezTo>
                  <a:cubicBezTo>
                    <a:pt x="8003" y="9011"/>
                    <a:pt x="8507" y="8822"/>
                    <a:pt x="8885" y="8413"/>
                  </a:cubicBezTo>
                  <a:lnTo>
                    <a:pt x="8885" y="8476"/>
                  </a:lnTo>
                  <a:cubicBezTo>
                    <a:pt x="8948" y="10272"/>
                    <a:pt x="7593" y="11815"/>
                    <a:pt x="5892" y="11973"/>
                  </a:cubicBezTo>
                  <a:cubicBezTo>
                    <a:pt x="5782" y="11983"/>
                    <a:pt x="5673" y="11988"/>
                    <a:pt x="5565" y="11988"/>
                  </a:cubicBezTo>
                  <a:cubicBezTo>
                    <a:pt x="3672" y="11988"/>
                    <a:pt x="2206" y="10452"/>
                    <a:pt x="2206" y="8633"/>
                  </a:cubicBezTo>
                  <a:lnTo>
                    <a:pt x="2206" y="8413"/>
                  </a:lnTo>
                  <a:cubicBezTo>
                    <a:pt x="2584" y="8791"/>
                    <a:pt x="3119" y="9011"/>
                    <a:pt x="3687" y="9011"/>
                  </a:cubicBezTo>
                  <a:cubicBezTo>
                    <a:pt x="4474" y="9011"/>
                    <a:pt x="5167" y="8633"/>
                    <a:pt x="5545" y="8035"/>
                  </a:cubicBezTo>
                  <a:close/>
                  <a:moveTo>
                    <a:pt x="5577" y="1"/>
                  </a:moveTo>
                  <a:cubicBezTo>
                    <a:pt x="2489" y="1"/>
                    <a:pt x="0" y="2521"/>
                    <a:pt x="0" y="5577"/>
                  </a:cubicBezTo>
                  <a:lnTo>
                    <a:pt x="0" y="7877"/>
                  </a:lnTo>
                  <a:cubicBezTo>
                    <a:pt x="0" y="8507"/>
                    <a:pt x="505" y="8980"/>
                    <a:pt x="1103" y="8980"/>
                  </a:cubicBezTo>
                  <a:cubicBezTo>
                    <a:pt x="1229" y="8980"/>
                    <a:pt x="1387" y="8948"/>
                    <a:pt x="1481" y="8885"/>
                  </a:cubicBezTo>
                  <a:cubicBezTo>
                    <a:pt x="1639" y="10996"/>
                    <a:pt x="3372" y="12666"/>
                    <a:pt x="5577" y="12666"/>
                  </a:cubicBezTo>
                  <a:lnTo>
                    <a:pt x="5986" y="12666"/>
                  </a:lnTo>
                  <a:cubicBezTo>
                    <a:pt x="7940" y="12477"/>
                    <a:pt x="9452" y="10870"/>
                    <a:pt x="9641" y="8885"/>
                  </a:cubicBezTo>
                  <a:cubicBezTo>
                    <a:pt x="9767" y="8948"/>
                    <a:pt x="9925" y="8980"/>
                    <a:pt x="10051" y="8980"/>
                  </a:cubicBezTo>
                  <a:cubicBezTo>
                    <a:pt x="10681" y="8980"/>
                    <a:pt x="11153" y="8476"/>
                    <a:pt x="11153" y="7877"/>
                  </a:cubicBezTo>
                  <a:lnTo>
                    <a:pt x="11153" y="5577"/>
                  </a:lnTo>
                  <a:cubicBezTo>
                    <a:pt x="11185" y="2521"/>
                    <a:pt x="8664"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156" name="Google Shape;15156;p84"/>
          <p:cNvGrpSpPr/>
          <p:nvPr/>
        </p:nvGrpSpPr>
        <p:grpSpPr>
          <a:xfrm>
            <a:off x="7089030" y="3134920"/>
            <a:ext cx="360182" cy="361969"/>
            <a:chOff x="-52906025" y="2293950"/>
            <a:chExt cx="317425" cy="319000"/>
          </a:xfrm>
        </p:grpSpPr>
        <p:sp>
          <p:nvSpPr>
            <p:cNvPr id="15157" name="Google Shape;15157;p84"/>
            <p:cNvSpPr/>
            <p:nvPr/>
          </p:nvSpPr>
          <p:spPr>
            <a:xfrm>
              <a:off x="-52783950" y="2526500"/>
              <a:ext cx="73275" cy="29750"/>
            </a:xfrm>
            <a:custGeom>
              <a:avLst/>
              <a:gdLst/>
              <a:ahLst/>
              <a:cxnLst/>
              <a:rect l="l" t="t" r="r" b="b"/>
              <a:pathLst>
                <a:path w="2931" h="1190" extrusionOk="0">
                  <a:moveTo>
                    <a:pt x="398" y="0"/>
                  </a:moveTo>
                  <a:cubicBezTo>
                    <a:pt x="308" y="0"/>
                    <a:pt x="221" y="39"/>
                    <a:pt x="158" y="118"/>
                  </a:cubicBezTo>
                  <a:cubicBezTo>
                    <a:pt x="1" y="276"/>
                    <a:pt x="1" y="496"/>
                    <a:pt x="158" y="622"/>
                  </a:cubicBezTo>
                  <a:cubicBezTo>
                    <a:pt x="505" y="969"/>
                    <a:pt x="977" y="1189"/>
                    <a:pt x="1450" y="1189"/>
                  </a:cubicBezTo>
                  <a:cubicBezTo>
                    <a:pt x="1922" y="1189"/>
                    <a:pt x="2458" y="969"/>
                    <a:pt x="2773" y="622"/>
                  </a:cubicBezTo>
                  <a:cubicBezTo>
                    <a:pt x="2931" y="465"/>
                    <a:pt x="2931" y="244"/>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158" name="Google Shape;15158;p84"/>
            <p:cNvSpPr/>
            <p:nvPr/>
          </p:nvSpPr>
          <p:spPr>
            <a:xfrm>
              <a:off x="-52718575" y="2463275"/>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159" name="Google Shape;15159;p84"/>
            <p:cNvSpPr/>
            <p:nvPr/>
          </p:nvSpPr>
          <p:spPr>
            <a:xfrm>
              <a:off x="-52906025" y="2293950"/>
              <a:ext cx="317425" cy="319000"/>
            </a:xfrm>
            <a:custGeom>
              <a:avLst/>
              <a:gdLst/>
              <a:ahLst/>
              <a:cxnLst/>
              <a:rect l="l" t="t" r="r" b="b"/>
              <a:pathLst>
                <a:path w="12697" h="12760" extrusionOk="0">
                  <a:moveTo>
                    <a:pt x="6333" y="788"/>
                  </a:moveTo>
                  <a:cubicBezTo>
                    <a:pt x="7877" y="788"/>
                    <a:pt x="9231" y="1607"/>
                    <a:pt x="9609" y="2773"/>
                  </a:cubicBezTo>
                  <a:cubicBezTo>
                    <a:pt x="8633" y="2458"/>
                    <a:pt x="7530" y="2300"/>
                    <a:pt x="6333" y="2300"/>
                  </a:cubicBezTo>
                  <a:cubicBezTo>
                    <a:pt x="5167" y="2300"/>
                    <a:pt x="4064" y="2458"/>
                    <a:pt x="3088" y="2773"/>
                  </a:cubicBezTo>
                  <a:cubicBezTo>
                    <a:pt x="3434" y="1607"/>
                    <a:pt x="4758" y="788"/>
                    <a:pt x="6333" y="788"/>
                  </a:cubicBezTo>
                  <a:close/>
                  <a:moveTo>
                    <a:pt x="6301" y="3025"/>
                  </a:moveTo>
                  <a:cubicBezTo>
                    <a:pt x="9515" y="3025"/>
                    <a:pt x="11941" y="4285"/>
                    <a:pt x="11941" y="5640"/>
                  </a:cubicBezTo>
                  <a:cubicBezTo>
                    <a:pt x="11941" y="5986"/>
                    <a:pt x="11783" y="6270"/>
                    <a:pt x="11594" y="6553"/>
                  </a:cubicBezTo>
                  <a:cubicBezTo>
                    <a:pt x="11311" y="6238"/>
                    <a:pt x="10901" y="6018"/>
                    <a:pt x="10429" y="6018"/>
                  </a:cubicBezTo>
                  <a:lnTo>
                    <a:pt x="10429" y="5671"/>
                  </a:lnTo>
                  <a:cubicBezTo>
                    <a:pt x="10429" y="5514"/>
                    <a:pt x="10365" y="5388"/>
                    <a:pt x="10208" y="5325"/>
                  </a:cubicBezTo>
                  <a:cubicBezTo>
                    <a:pt x="10113" y="5262"/>
                    <a:pt x="8444" y="4537"/>
                    <a:pt x="6301" y="4537"/>
                  </a:cubicBezTo>
                  <a:cubicBezTo>
                    <a:pt x="4254" y="4537"/>
                    <a:pt x="2552" y="5230"/>
                    <a:pt x="2426" y="5325"/>
                  </a:cubicBezTo>
                  <a:cubicBezTo>
                    <a:pt x="2269" y="5356"/>
                    <a:pt x="2174" y="5514"/>
                    <a:pt x="2174" y="5671"/>
                  </a:cubicBezTo>
                  <a:lnTo>
                    <a:pt x="2174" y="6018"/>
                  </a:lnTo>
                  <a:cubicBezTo>
                    <a:pt x="1733" y="6018"/>
                    <a:pt x="1292" y="6238"/>
                    <a:pt x="1040" y="6553"/>
                  </a:cubicBezTo>
                  <a:cubicBezTo>
                    <a:pt x="851" y="6301"/>
                    <a:pt x="693" y="5986"/>
                    <a:pt x="693" y="5640"/>
                  </a:cubicBezTo>
                  <a:cubicBezTo>
                    <a:pt x="693" y="4285"/>
                    <a:pt x="3119" y="3025"/>
                    <a:pt x="6301" y="3025"/>
                  </a:cubicBezTo>
                  <a:close/>
                  <a:moveTo>
                    <a:pt x="6364" y="5230"/>
                  </a:moveTo>
                  <a:cubicBezTo>
                    <a:pt x="6585" y="5230"/>
                    <a:pt x="6805" y="5230"/>
                    <a:pt x="7026" y="5262"/>
                  </a:cubicBezTo>
                  <a:cubicBezTo>
                    <a:pt x="6270" y="6616"/>
                    <a:pt x="4821" y="7498"/>
                    <a:pt x="3245" y="7498"/>
                  </a:cubicBezTo>
                  <a:lnTo>
                    <a:pt x="2930" y="7498"/>
                  </a:lnTo>
                  <a:cubicBezTo>
                    <a:pt x="2962" y="7341"/>
                    <a:pt x="2962" y="6049"/>
                    <a:pt x="2962" y="5860"/>
                  </a:cubicBezTo>
                  <a:cubicBezTo>
                    <a:pt x="3466" y="5671"/>
                    <a:pt x="4821" y="5230"/>
                    <a:pt x="6364" y="5230"/>
                  </a:cubicBezTo>
                  <a:close/>
                  <a:moveTo>
                    <a:pt x="2206" y="6742"/>
                  </a:moveTo>
                  <a:lnTo>
                    <a:pt x="2206" y="8223"/>
                  </a:lnTo>
                  <a:cubicBezTo>
                    <a:pt x="1765" y="8223"/>
                    <a:pt x="1450" y="7908"/>
                    <a:pt x="1450" y="7498"/>
                  </a:cubicBezTo>
                  <a:cubicBezTo>
                    <a:pt x="1450" y="7089"/>
                    <a:pt x="1765" y="6742"/>
                    <a:pt x="2206" y="6742"/>
                  </a:cubicBezTo>
                  <a:close/>
                  <a:moveTo>
                    <a:pt x="10429" y="6742"/>
                  </a:moveTo>
                  <a:cubicBezTo>
                    <a:pt x="10838" y="6742"/>
                    <a:pt x="11185" y="7057"/>
                    <a:pt x="11185" y="7498"/>
                  </a:cubicBezTo>
                  <a:cubicBezTo>
                    <a:pt x="11185" y="7908"/>
                    <a:pt x="10870" y="8223"/>
                    <a:pt x="10429" y="8223"/>
                  </a:cubicBezTo>
                  <a:lnTo>
                    <a:pt x="10429" y="6742"/>
                  </a:lnTo>
                  <a:close/>
                  <a:moveTo>
                    <a:pt x="7845" y="5356"/>
                  </a:moveTo>
                  <a:cubicBezTo>
                    <a:pt x="8696" y="5514"/>
                    <a:pt x="9420" y="5766"/>
                    <a:pt x="9767" y="5860"/>
                  </a:cubicBezTo>
                  <a:lnTo>
                    <a:pt x="9767" y="8601"/>
                  </a:lnTo>
                  <a:cubicBezTo>
                    <a:pt x="9735" y="10491"/>
                    <a:pt x="8160" y="12004"/>
                    <a:pt x="6333" y="12004"/>
                  </a:cubicBezTo>
                  <a:cubicBezTo>
                    <a:pt x="4506" y="12004"/>
                    <a:pt x="2962" y="10428"/>
                    <a:pt x="2962" y="8601"/>
                  </a:cubicBezTo>
                  <a:lnTo>
                    <a:pt x="2962" y="8223"/>
                  </a:lnTo>
                  <a:lnTo>
                    <a:pt x="3277" y="8223"/>
                  </a:lnTo>
                  <a:cubicBezTo>
                    <a:pt x="5293" y="8223"/>
                    <a:pt x="7026" y="7057"/>
                    <a:pt x="7845" y="5356"/>
                  </a:cubicBezTo>
                  <a:close/>
                  <a:moveTo>
                    <a:pt x="6364" y="0"/>
                  </a:moveTo>
                  <a:cubicBezTo>
                    <a:pt x="4254" y="0"/>
                    <a:pt x="2458" y="1292"/>
                    <a:pt x="2269" y="3025"/>
                  </a:cubicBezTo>
                  <a:cubicBezTo>
                    <a:pt x="1103" y="3560"/>
                    <a:pt x="0" y="4379"/>
                    <a:pt x="0" y="5640"/>
                  </a:cubicBezTo>
                  <a:cubicBezTo>
                    <a:pt x="0" y="6238"/>
                    <a:pt x="284" y="6774"/>
                    <a:pt x="756" y="7246"/>
                  </a:cubicBezTo>
                  <a:cubicBezTo>
                    <a:pt x="599" y="8160"/>
                    <a:pt x="1292" y="8979"/>
                    <a:pt x="2206" y="8979"/>
                  </a:cubicBezTo>
                  <a:cubicBezTo>
                    <a:pt x="2426" y="11059"/>
                    <a:pt x="4191" y="12760"/>
                    <a:pt x="6301" y="12760"/>
                  </a:cubicBezTo>
                  <a:cubicBezTo>
                    <a:pt x="8475" y="12760"/>
                    <a:pt x="10239" y="11059"/>
                    <a:pt x="10397" y="8979"/>
                  </a:cubicBezTo>
                  <a:cubicBezTo>
                    <a:pt x="11216" y="8979"/>
                    <a:pt x="11909" y="8318"/>
                    <a:pt x="11909" y="7498"/>
                  </a:cubicBezTo>
                  <a:lnTo>
                    <a:pt x="11909" y="7246"/>
                  </a:lnTo>
                  <a:cubicBezTo>
                    <a:pt x="12445" y="6774"/>
                    <a:pt x="12697" y="6238"/>
                    <a:pt x="12697" y="5640"/>
                  </a:cubicBezTo>
                  <a:cubicBezTo>
                    <a:pt x="12697" y="4411"/>
                    <a:pt x="11531" y="3529"/>
                    <a:pt x="10429" y="3025"/>
                  </a:cubicBezTo>
                  <a:cubicBezTo>
                    <a:pt x="10239" y="1292"/>
                    <a:pt x="8444" y="0"/>
                    <a:pt x="63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160" name="Google Shape;15160;p84"/>
          <p:cNvGrpSpPr/>
          <p:nvPr/>
        </p:nvGrpSpPr>
        <p:grpSpPr>
          <a:xfrm>
            <a:off x="7110476" y="3603379"/>
            <a:ext cx="317290" cy="361090"/>
            <a:chOff x="-52887125" y="2686975"/>
            <a:chExt cx="279625" cy="318225"/>
          </a:xfrm>
        </p:grpSpPr>
        <p:sp>
          <p:nvSpPr>
            <p:cNvPr id="15161" name="Google Shape;15161;p84"/>
            <p:cNvSpPr/>
            <p:nvPr/>
          </p:nvSpPr>
          <p:spPr>
            <a:xfrm>
              <a:off x="-52783950" y="2919525"/>
              <a:ext cx="73275" cy="28950"/>
            </a:xfrm>
            <a:custGeom>
              <a:avLst/>
              <a:gdLst/>
              <a:ahLst/>
              <a:cxnLst/>
              <a:rect l="l" t="t" r="r" b="b"/>
              <a:pathLst>
                <a:path w="2931" h="1158" extrusionOk="0">
                  <a:moveTo>
                    <a:pt x="398" y="0"/>
                  </a:moveTo>
                  <a:cubicBezTo>
                    <a:pt x="308" y="0"/>
                    <a:pt x="221" y="39"/>
                    <a:pt x="158" y="118"/>
                  </a:cubicBezTo>
                  <a:cubicBezTo>
                    <a:pt x="1" y="276"/>
                    <a:pt x="1" y="496"/>
                    <a:pt x="158" y="622"/>
                  </a:cubicBezTo>
                  <a:cubicBezTo>
                    <a:pt x="505" y="969"/>
                    <a:pt x="977" y="1158"/>
                    <a:pt x="1450" y="1158"/>
                  </a:cubicBezTo>
                  <a:cubicBezTo>
                    <a:pt x="1922" y="1158"/>
                    <a:pt x="2458" y="969"/>
                    <a:pt x="2773" y="622"/>
                  </a:cubicBezTo>
                  <a:cubicBezTo>
                    <a:pt x="2931" y="465"/>
                    <a:pt x="2931" y="213"/>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162" name="Google Shape;15162;p84"/>
            <p:cNvSpPr/>
            <p:nvPr/>
          </p:nvSpPr>
          <p:spPr>
            <a:xfrm>
              <a:off x="-52793400" y="28547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163" name="Google Shape;15163;p84"/>
            <p:cNvSpPr/>
            <p:nvPr/>
          </p:nvSpPr>
          <p:spPr>
            <a:xfrm>
              <a:off x="-52718575" y="28547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164" name="Google Shape;15164;p84"/>
            <p:cNvSpPr/>
            <p:nvPr/>
          </p:nvSpPr>
          <p:spPr>
            <a:xfrm>
              <a:off x="-52887125" y="2686975"/>
              <a:ext cx="279625" cy="318225"/>
            </a:xfrm>
            <a:custGeom>
              <a:avLst/>
              <a:gdLst/>
              <a:ahLst/>
              <a:cxnLst/>
              <a:rect l="l" t="t" r="r" b="b"/>
              <a:pathLst>
                <a:path w="11185" h="12729" extrusionOk="0">
                  <a:moveTo>
                    <a:pt x="5577" y="756"/>
                  </a:moveTo>
                  <a:cubicBezTo>
                    <a:pt x="7404" y="756"/>
                    <a:pt x="8885" y="2206"/>
                    <a:pt x="8948" y="3970"/>
                  </a:cubicBezTo>
                  <a:cubicBezTo>
                    <a:pt x="8192" y="2899"/>
                    <a:pt x="6963" y="2206"/>
                    <a:pt x="5577" y="2206"/>
                  </a:cubicBezTo>
                  <a:cubicBezTo>
                    <a:pt x="4222" y="2206"/>
                    <a:pt x="2993" y="2899"/>
                    <a:pt x="2237" y="3970"/>
                  </a:cubicBezTo>
                  <a:cubicBezTo>
                    <a:pt x="2269" y="2174"/>
                    <a:pt x="3781" y="756"/>
                    <a:pt x="5577" y="756"/>
                  </a:cubicBezTo>
                  <a:close/>
                  <a:moveTo>
                    <a:pt x="5604" y="2993"/>
                  </a:moveTo>
                  <a:cubicBezTo>
                    <a:pt x="7435" y="2993"/>
                    <a:pt x="8886" y="4462"/>
                    <a:pt x="8948" y="6270"/>
                  </a:cubicBezTo>
                  <a:cubicBezTo>
                    <a:pt x="8696" y="5860"/>
                    <a:pt x="8412" y="5514"/>
                    <a:pt x="8066" y="5199"/>
                  </a:cubicBezTo>
                  <a:cubicBezTo>
                    <a:pt x="7089" y="4253"/>
                    <a:pt x="5797" y="3749"/>
                    <a:pt x="4443" y="3749"/>
                  </a:cubicBezTo>
                  <a:cubicBezTo>
                    <a:pt x="4065" y="3749"/>
                    <a:pt x="3687" y="3781"/>
                    <a:pt x="3308" y="3844"/>
                  </a:cubicBezTo>
                  <a:cubicBezTo>
                    <a:pt x="3907" y="3308"/>
                    <a:pt x="4695" y="2993"/>
                    <a:pt x="5545" y="2993"/>
                  </a:cubicBezTo>
                  <a:cubicBezTo>
                    <a:pt x="5565" y="2993"/>
                    <a:pt x="5584" y="2993"/>
                    <a:pt x="5604" y="2993"/>
                  </a:cubicBezTo>
                  <a:close/>
                  <a:moveTo>
                    <a:pt x="1450" y="6742"/>
                  </a:moveTo>
                  <a:lnTo>
                    <a:pt x="1450" y="8223"/>
                  </a:lnTo>
                  <a:cubicBezTo>
                    <a:pt x="1072" y="8223"/>
                    <a:pt x="694" y="7876"/>
                    <a:pt x="694" y="7467"/>
                  </a:cubicBezTo>
                  <a:cubicBezTo>
                    <a:pt x="694" y="7089"/>
                    <a:pt x="1072" y="6742"/>
                    <a:pt x="1450" y="6742"/>
                  </a:cubicBezTo>
                  <a:close/>
                  <a:moveTo>
                    <a:pt x="9673" y="6742"/>
                  </a:moveTo>
                  <a:cubicBezTo>
                    <a:pt x="10082" y="6742"/>
                    <a:pt x="10429" y="7057"/>
                    <a:pt x="10429" y="7467"/>
                  </a:cubicBezTo>
                  <a:cubicBezTo>
                    <a:pt x="10429" y="7876"/>
                    <a:pt x="10082" y="8223"/>
                    <a:pt x="9673" y="8223"/>
                  </a:cubicBezTo>
                  <a:lnTo>
                    <a:pt x="9673" y="6742"/>
                  </a:lnTo>
                  <a:close/>
                  <a:moveTo>
                    <a:pt x="4443" y="4442"/>
                  </a:moveTo>
                  <a:cubicBezTo>
                    <a:pt x="6837" y="4442"/>
                    <a:pt x="8822" y="6333"/>
                    <a:pt x="8948" y="8727"/>
                  </a:cubicBezTo>
                  <a:cubicBezTo>
                    <a:pt x="8822" y="10554"/>
                    <a:pt x="7373" y="11972"/>
                    <a:pt x="5577" y="11972"/>
                  </a:cubicBezTo>
                  <a:cubicBezTo>
                    <a:pt x="3750" y="11972"/>
                    <a:pt x="2237" y="10428"/>
                    <a:pt x="2237" y="8570"/>
                  </a:cubicBezTo>
                  <a:lnTo>
                    <a:pt x="2237" y="6333"/>
                  </a:lnTo>
                  <a:cubicBezTo>
                    <a:pt x="2237" y="5829"/>
                    <a:pt x="2363" y="5325"/>
                    <a:pt x="2552" y="4883"/>
                  </a:cubicBezTo>
                  <a:cubicBezTo>
                    <a:pt x="3151" y="4600"/>
                    <a:pt x="3781" y="4442"/>
                    <a:pt x="4443" y="4442"/>
                  </a:cubicBezTo>
                  <a:close/>
                  <a:moveTo>
                    <a:pt x="5608" y="0"/>
                  </a:moveTo>
                  <a:cubicBezTo>
                    <a:pt x="3340" y="0"/>
                    <a:pt x="1513" y="1827"/>
                    <a:pt x="1513" y="4096"/>
                  </a:cubicBezTo>
                  <a:lnTo>
                    <a:pt x="1513" y="5986"/>
                  </a:lnTo>
                  <a:cubicBezTo>
                    <a:pt x="662" y="5986"/>
                    <a:pt x="0" y="6648"/>
                    <a:pt x="0" y="7467"/>
                  </a:cubicBezTo>
                  <a:cubicBezTo>
                    <a:pt x="0" y="8317"/>
                    <a:pt x="662" y="8979"/>
                    <a:pt x="1513" y="8979"/>
                  </a:cubicBezTo>
                  <a:cubicBezTo>
                    <a:pt x="1702" y="11058"/>
                    <a:pt x="3435" y="12728"/>
                    <a:pt x="5608" y="12728"/>
                  </a:cubicBezTo>
                  <a:cubicBezTo>
                    <a:pt x="7751" y="12728"/>
                    <a:pt x="9483" y="11058"/>
                    <a:pt x="9673" y="8979"/>
                  </a:cubicBezTo>
                  <a:cubicBezTo>
                    <a:pt x="10523" y="8979"/>
                    <a:pt x="11185" y="8317"/>
                    <a:pt x="11185" y="7467"/>
                  </a:cubicBezTo>
                  <a:cubicBezTo>
                    <a:pt x="11185" y="6648"/>
                    <a:pt x="10523" y="5986"/>
                    <a:pt x="9673" y="5986"/>
                  </a:cubicBezTo>
                  <a:lnTo>
                    <a:pt x="9673" y="4096"/>
                  </a:lnTo>
                  <a:cubicBezTo>
                    <a:pt x="9673" y="1859"/>
                    <a:pt x="7845" y="0"/>
                    <a:pt x="56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165" name="Google Shape;15165;p84"/>
          <p:cNvGrpSpPr/>
          <p:nvPr/>
        </p:nvGrpSpPr>
        <p:grpSpPr>
          <a:xfrm>
            <a:off x="6220848" y="4062998"/>
            <a:ext cx="318170" cy="359303"/>
            <a:chOff x="-51722225" y="1915100"/>
            <a:chExt cx="280400" cy="316650"/>
          </a:xfrm>
        </p:grpSpPr>
        <p:sp>
          <p:nvSpPr>
            <p:cNvPr id="15166" name="Google Shape;15166;p84"/>
            <p:cNvSpPr/>
            <p:nvPr/>
          </p:nvSpPr>
          <p:spPr>
            <a:xfrm>
              <a:off x="-51618275" y="2146075"/>
              <a:ext cx="73275" cy="29750"/>
            </a:xfrm>
            <a:custGeom>
              <a:avLst/>
              <a:gdLst/>
              <a:ahLst/>
              <a:cxnLst/>
              <a:rect l="l" t="t" r="r" b="b"/>
              <a:pathLst>
                <a:path w="2931" h="1190" extrusionOk="0">
                  <a:moveTo>
                    <a:pt x="410" y="0"/>
                  </a:moveTo>
                  <a:cubicBezTo>
                    <a:pt x="316" y="0"/>
                    <a:pt x="221" y="40"/>
                    <a:pt x="158" y="118"/>
                  </a:cubicBezTo>
                  <a:cubicBezTo>
                    <a:pt x="1" y="276"/>
                    <a:pt x="1" y="528"/>
                    <a:pt x="158" y="654"/>
                  </a:cubicBezTo>
                  <a:cubicBezTo>
                    <a:pt x="505" y="1001"/>
                    <a:pt x="978" y="1190"/>
                    <a:pt x="1450" y="1190"/>
                  </a:cubicBezTo>
                  <a:cubicBezTo>
                    <a:pt x="1923" y="1190"/>
                    <a:pt x="2458" y="1001"/>
                    <a:pt x="2773" y="654"/>
                  </a:cubicBezTo>
                  <a:cubicBezTo>
                    <a:pt x="2931" y="496"/>
                    <a:pt x="2931" y="244"/>
                    <a:pt x="2773" y="118"/>
                  </a:cubicBezTo>
                  <a:cubicBezTo>
                    <a:pt x="2710" y="40"/>
                    <a:pt x="2616" y="0"/>
                    <a:pt x="2517" y="0"/>
                  </a:cubicBezTo>
                  <a:cubicBezTo>
                    <a:pt x="2419" y="0"/>
                    <a:pt x="2317" y="40"/>
                    <a:pt x="2238" y="118"/>
                  </a:cubicBezTo>
                  <a:cubicBezTo>
                    <a:pt x="2049" y="339"/>
                    <a:pt x="1734" y="433"/>
                    <a:pt x="1450" y="433"/>
                  </a:cubicBezTo>
                  <a:cubicBezTo>
                    <a:pt x="1198" y="433"/>
                    <a:pt x="883" y="339"/>
                    <a:pt x="663" y="118"/>
                  </a:cubicBezTo>
                  <a:cubicBezTo>
                    <a:pt x="600" y="40"/>
                    <a:pt x="505"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167" name="Google Shape;15167;p84"/>
            <p:cNvSpPr/>
            <p:nvPr/>
          </p:nvSpPr>
          <p:spPr>
            <a:xfrm>
              <a:off x="-51627725" y="2082075"/>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168" name="Google Shape;15168;p84"/>
            <p:cNvSpPr/>
            <p:nvPr/>
          </p:nvSpPr>
          <p:spPr>
            <a:xfrm>
              <a:off x="-51552900" y="2082075"/>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169" name="Google Shape;15169;p84"/>
            <p:cNvSpPr/>
            <p:nvPr/>
          </p:nvSpPr>
          <p:spPr>
            <a:xfrm>
              <a:off x="-51722225" y="1915100"/>
              <a:ext cx="280400" cy="316650"/>
            </a:xfrm>
            <a:custGeom>
              <a:avLst/>
              <a:gdLst/>
              <a:ahLst/>
              <a:cxnLst/>
              <a:rect l="l" t="t" r="r" b="b"/>
              <a:pathLst>
                <a:path w="11216" h="12666" extrusionOk="0">
                  <a:moveTo>
                    <a:pt x="5608" y="662"/>
                  </a:moveTo>
                  <a:cubicBezTo>
                    <a:pt x="5766" y="662"/>
                    <a:pt x="6081" y="914"/>
                    <a:pt x="6333" y="1544"/>
                  </a:cubicBezTo>
                  <a:cubicBezTo>
                    <a:pt x="6585" y="2111"/>
                    <a:pt x="6679" y="2867"/>
                    <a:pt x="6711" y="3655"/>
                  </a:cubicBezTo>
                  <a:lnTo>
                    <a:pt x="4505" y="3655"/>
                  </a:lnTo>
                  <a:cubicBezTo>
                    <a:pt x="4568" y="2836"/>
                    <a:pt x="4663" y="2080"/>
                    <a:pt x="4915" y="1544"/>
                  </a:cubicBezTo>
                  <a:cubicBezTo>
                    <a:pt x="5199" y="914"/>
                    <a:pt x="5451" y="662"/>
                    <a:pt x="5608" y="662"/>
                  </a:cubicBezTo>
                  <a:close/>
                  <a:moveTo>
                    <a:pt x="4411" y="946"/>
                  </a:moveTo>
                  <a:lnTo>
                    <a:pt x="4411" y="946"/>
                  </a:lnTo>
                  <a:cubicBezTo>
                    <a:pt x="4348" y="1072"/>
                    <a:pt x="4285" y="1166"/>
                    <a:pt x="4253" y="1292"/>
                  </a:cubicBezTo>
                  <a:cubicBezTo>
                    <a:pt x="3970" y="1954"/>
                    <a:pt x="3812" y="2804"/>
                    <a:pt x="3781" y="3687"/>
                  </a:cubicBezTo>
                  <a:lnTo>
                    <a:pt x="2269" y="3687"/>
                  </a:lnTo>
                  <a:cubicBezTo>
                    <a:pt x="2426" y="2426"/>
                    <a:pt x="3245" y="1387"/>
                    <a:pt x="4411" y="946"/>
                  </a:cubicBezTo>
                  <a:close/>
                  <a:moveTo>
                    <a:pt x="6837" y="946"/>
                  </a:moveTo>
                  <a:cubicBezTo>
                    <a:pt x="8034" y="1387"/>
                    <a:pt x="8853" y="2426"/>
                    <a:pt x="8979" y="3687"/>
                  </a:cubicBezTo>
                  <a:lnTo>
                    <a:pt x="7467" y="3687"/>
                  </a:lnTo>
                  <a:cubicBezTo>
                    <a:pt x="7435" y="2804"/>
                    <a:pt x="7278" y="1954"/>
                    <a:pt x="6994" y="1292"/>
                  </a:cubicBezTo>
                  <a:cubicBezTo>
                    <a:pt x="6963" y="1166"/>
                    <a:pt x="6868" y="1072"/>
                    <a:pt x="6837" y="946"/>
                  </a:cubicBezTo>
                  <a:close/>
                  <a:moveTo>
                    <a:pt x="9357" y="4443"/>
                  </a:moveTo>
                  <a:cubicBezTo>
                    <a:pt x="9830" y="4443"/>
                    <a:pt x="10271" y="4758"/>
                    <a:pt x="10428" y="5199"/>
                  </a:cubicBezTo>
                  <a:lnTo>
                    <a:pt x="851" y="5199"/>
                  </a:lnTo>
                  <a:cubicBezTo>
                    <a:pt x="1008" y="4758"/>
                    <a:pt x="1418" y="4443"/>
                    <a:pt x="1922" y="4443"/>
                  </a:cubicBezTo>
                  <a:close/>
                  <a:moveTo>
                    <a:pt x="1512" y="6680"/>
                  </a:moveTo>
                  <a:lnTo>
                    <a:pt x="1512" y="8192"/>
                  </a:lnTo>
                  <a:cubicBezTo>
                    <a:pt x="1134" y="8192"/>
                    <a:pt x="788" y="7814"/>
                    <a:pt x="788" y="7436"/>
                  </a:cubicBezTo>
                  <a:cubicBezTo>
                    <a:pt x="788" y="7058"/>
                    <a:pt x="1134" y="6680"/>
                    <a:pt x="1512" y="6680"/>
                  </a:cubicBezTo>
                  <a:close/>
                  <a:moveTo>
                    <a:pt x="9767" y="6680"/>
                  </a:moveTo>
                  <a:cubicBezTo>
                    <a:pt x="10145" y="6680"/>
                    <a:pt x="10491" y="6995"/>
                    <a:pt x="10491" y="7436"/>
                  </a:cubicBezTo>
                  <a:cubicBezTo>
                    <a:pt x="10460" y="7814"/>
                    <a:pt x="10145" y="8192"/>
                    <a:pt x="9767" y="8192"/>
                  </a:cubicBezTo>
                  <a:lnTo>
                    <a:pt x="9767" y="6680"/>
                  </a:lnTo>
                  <a:close/>
                  <a:moveTo>
                    <a:pt x="9011" y="5955"/>
                  </a:moveTo>
                  <a:lnTo>
                    <a:pt x="9011" y="8538"/>
                  </a:lnTo>
                  <a:cubicBezTo>
                    <a:pt x="9011" y="10397"/>
                    <a:pt x="7467" y="11941"/>
                    <a:pt x="5608" y="11941"/>
                  </a:cubicBezTo>
                  <a:cubicBezTo>
                    <a:pt x="3781" y="11941"/>
                    <a:pt x="2269" y="10397"/>
                    <a:pt x="2269" y="8538"/>
                  </a:cubicBezTo>
                  <a:lnTo>
                    <a:pt x="2269" y="5955"/>
                  </a:lnTo>
                  <a:close/>
                  <a:moveTo>
                    <a:pt x="5608" y="1"/>
                  </a:moveTo>
                  <a:cubicBezTo>
                    <a:pt x="3466" y="1"/>
                    <a:pt x="1733" y="1639"/>
                    <a:pt x="1544" y="3781"/>
                  </a:cubicBezTo>
                  <a:cubicBezTo>
                    <a:pt x="662" y="3939"/>
                    <a:pt x="32" y="4695"/>
                    <a:pt x="32" y="5577"/>
                  </a:cubicBezTo>
                  <a:cubicBezTo>
                    <a:pt x="32" y="5797"/>
                    <a:pt x="189" y="5955"/>
                    <a:pt x="378" y="5955"/>
                  </a:cubicBezTo>
                  <a:lnTo>
                    <a:pt x="1481" y="5955"/>
                  </a:lnTo>
                  <a:cubicBezTo>
                    <a:pt x="662" y="5955"/>
                    <a:pt x="0" y="6617"/>
                    <a:pt x="0" y="7436"/>
                  </a:cubicBezTo>
                  <a:cubicBezTo>
                    <a:pt x="0" y="8255"/>
                    <a:pt x="662" y="8948"/>
                    <a:pt x="1481" y="8948"/>
                  </a:cubicBezTo>
                  <a:cubicBezTo>
                    <a:pt x="1670" y="11027"/>
                    <a:pt x="3403" y="12665"/>
                    <a:pt x="5577" y="12665"/>
                  </a:cubicBezTo>
                  <a:cubicBezTo>
                    <a:pt x="7750" y="12665"/>
                    <a:pt x="9483" y="11027"/>
                    <a:pt x="9672" y="8948"/>
                  </a:cubicBezTo>
                  <a:cubicBezTo>
                    <a:pt x="10491" y="8948"/>
                    <a:pt x="11185" y="8255"/>
                    <a:pt x="11185" y="7436"/>
                  </a:cubicBezTo>
                  <a:cubicBezTo>
                    <a:pt x="11216" y="6617"/>
                    <a:pt x="10554" y="5955"/>
                    <a:pt x="9767" y="5955"/>
                  </a:cubicBezTo>
                  <a:lnTo>
                    <a:pt x="10869" y="5955"/>
                  </a:lnTo>
                  <a:cubicBezTo>
                    <a:pt x="11058" y="5955"/>
                    <a:pt x="11216" y="5797"/>
                    <a:pt x="11216" y="5577"/>
                  </a:cubicBezTo>
                  <a:cubicBezTo>
                    <a:pt x="11216" y="4695"/>
                    <a:pt x="10586" y="3939"/>
                    <a:pt x="9704" y="3781"/>
                  </a:cubicBezTo>
                  <a:cubicBezTo>
                    <a:pt x="9546" y="1639"/>
                    <a:pt x="7782" y="1"/>
                    <a:pt x="56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170" name="Google Shape;15170;p84"/>
          <p:cNvGrpSpPr/>
          <p:nvPr/>
        </p:nvGrpSpPr>
        <p:grpSpPr>
          <a:xfrm>
            <a:off x="6616678" y="1303695"/>
            <a:ext cx="370905" cy="360976"/>
            <a:chOff x="-56407800" y="1902600"/>
            <a:chExt cx="326875" cy="318125"/>
          </a:xfrm>
        </p:grpSpPr>
        <p:sp>
          <p:nvSpPr>
            <p:cNvPr id="15171" name="Google Shape;15171;p84"/>
            <p:cNvSpPr/>
            <p:nvPr/>
          </p:nvSpPr>
          <p:spPr>
            <a:xfrm>
              <a:off x="-56289650" y="2072625"/>
              <a:ext cx="17325" cy="17350"/>
            </a:xfrm>
            <a:custGeom>
              <a:avLst/>
              <a:gdLst/>
              <a:ahLst/>
              <a:cxnLst/>
              <a:rect l="l" t="t" r="r" b="b"/>
              <a:pathLst>
                <a:path w="693"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172" name="Google Shape;15172;p84"/>
            <p:cNvSpPr/>
            <p:nvPr/>
          </p:nvSpPr>
          <p:spPr>
            <a:xfrm>
              <a:off x="-56215625" y="2072625"/>
              <a:ext cx="17350" cy="17350"/>
            </a:xfrm>
            <a:custGeom>
              <a:avLst/>
              <a:gdLst/>
              <a:ahLst/>
              <a:cxnLst/>
              <a:rect l="l" t="t" r="r" b="b"/>
              <a:pathLst>
                <a:path w="694" h="694" extrusionOk="0">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173" name="Google Shape;15173;p84"/>
            <p:cNvSpPr/>
            <p:nvPr/>
          </p:nvSpPr>
          <p:spPr>
            <a:xfrm>
              <a:off x="-56407800" y="1902600"/>
              <a:ext cx="326875" cy="318125"/>
            </a:xfrm>
            <a:custGeom>
              <a:avLst/>
              <a:gdLst/>
              <a:ahLst/>
              <a:cxnLst/>
              <a:rect l="l" t="t" r="r" b="b"/>
              <a:pathLst>
                <a:path w="13075" h="12725" extrusionOk="0">
                  <a:moveTo>
                    <a:pt x="8371" y="824"/>
                  </a:moveTo>
                  <a:cubicBezTo>
                    <a:pt x="8854" y="824"/>
                    <a:pt x="9303" y="1142"/>
                    <a:pt x="9420" y="1635"/>
                  </a:cubicBezTo>
                  <a:lnTo>
                    <a:pt x="9924" y="3714"/>
                  </a:lnTo>
                  <a:cubicBezTo>
                    <a:pt x="9641" y="3777"/>
                    <a:pt x="9420" y="3809"/>
                    <a:pt x="9137" y="3809"/>
                  </a:cubicBezTo>
                  <a:lnTo>
                    <a:pt x="3907" y="3809"/>
                  </a:lnTo>
                  <a:cubicBezTo>
                    <a:pt x="3623" y="3809"/>
                    <a:pt x="3340" y="3777"/>
                    <a:pt x="3119" y="3714"/>
                  </a:cubicBezTo>
                  <a:lnTo>
                    <a:pt x="3655" y="1635"/>
                  </a:lnTo>
                  <a:cubicBezTo>
                    <a:pt x="3772" y="1142"/>
                    <a:pt x="4239" y="824"/>
                    <a:pt x="4717" y="824"/>
                  </a:cubicBezTo>
                  <a:cubicBezTo>
                    <a:pt x="4881" y="824"/>
                    <a:pt x="5046" y="861"/>
                    <a:pt x="5199" y="942"/>
                  </a:cubicBezTo>
                  <a:lnTo>
                    <a:pt x="6364" y="1509"/>
                  </a:lnTo>
                  <a:cubicBezTo>
                    <a:pt x="6427" y="1540"/>
                    <a:pt x="6490" y="1556"/>
                    <a:pt x="6545" y="1556"/>
                  </a:cubicBezTo>
                  <a:cubicBezTo>
                    <a:pt x="6601" y="1556"/>
                    <a:pt x="6648" y="1540"/>
                    <a:pt x="6679" y="1509"/>
                  </a:cubicBezTo>
                  <a:lnTo>
                    <a:pt x="7877" y="942"/>
                  </a:lnTo>
                  <a:cubicBezTo>
                    <a:pt x="8037" y="861"/>
                    <a:pt x="8206" y="824"/>
                    <a:pt x="8371" y="824"/>
                  </a:cubicBezTo>
                  <a:close/>
                  <a:moveTo>
                    <a:pt x="1299" y="3783"/>
                  </a:moveTo>
                  <a:cubicBezTo>
                    <a:pt x="1359" y="3783"/>
                    <a:pt x="1422" y="3800"/>
                    <a:pt x="1481" y="3840"/>
                  </a:cubicBezTo>
                  <a:lnTo>
                    <a:pt x="2017" y="4092"/>
                  </a:lnTo>
                  <a:cubicBezTo>
                    <a:pt x="2584" y="4344"/>
                    <a:pt x="3308" y="4565"/>
                    <a:pt x="3970" y="4565"/>
                  </a:cubicBezTo>
                  <a:lnTo>
                    <a:pt x="9200" y="4565"/>
                  </a:lnTo>
                  <a:cubicBezTo>
                    <a:pt x="9893" y="4565"/>
                    <a:pt x="10586" y="4376"/>
                    <a:pt x="11185" y="4092"/>
                  </a:cubicBezTo>
                  <a:lnTo>
                    <a:pt x="11689" y="3840"/>
                  </a:lnTo>
                  <a:cubicBezTo>
                    <a:pt x="11737" y="3824"/>
                    <a:pt x="11788" y="3816"/>
                    <a:pt x="11839" y="3816"/>
                  </a:cubicBezTo>
                  <a:cubicBezTo>
                    <a:pt x="11983" y="3816"/>
                    <a:pt x="12123" y="3881"/>
                    <a:pt x="12193" y="3998"/>
                  </a:cubicBezTo>
                  <a:cubicBezTo>
                    <a:pt x="12256" y="4187"/>
                    <a:pt x="12161" y="4439"/>
                    <a:pt x="11972" y="4502"/>
                  </a:cubicBezTo>
                  <a:lnTo>
                    <a:pt x="11468" y="4754"/>
                  </a:lnTo>
                  <a:cubicBezTo>
                    <a:pt x="10743" y="5100"/>
                    <a:pt x="9924" y="5289"/>
                    <a:pt x="9168" y="5289"/>
                  </a:cubicBezTo>
                  <a:lnTo>
                    <a:pt x="3938" y="5289"/>
                  </a:lnTo>
                  <a:cubicBezTo>
                    <a:pt x="3182" y="5289"/>
                    <a:pt x="2363" y="5100"/>
                    <a:pt x="1639" y="4754"/>
                  </a:cubicBezTo>
                  <a:lnTo>
                    <a:pt x="1134" y="4502"/>
                  </a:lnTo>
                  <a:cubicBezTo>
                    <a:pt x="945" y="4439"/>
                    <a:pt x="851" y="4187"/>
                    <a:pt x="977" y="3998"/>
                  </a:cubicBezTo>
                  <a:cubicBezTo>
                    <a:pt x="1042" y="3868"/>
                    <a:pt x="1166" y="3783"/>
                    <a:pt x="1299" y="3783"/>
                  </a:cubicBezTo>
                  <a:close/>
                  <a:moveTo>
                    <a:pt x="2426" y="6801"/>
                  </a:moveTo>
                  <a:lnTo>
                    <a:pt x="2426" y="8282"/>
                  </a:lnTo>
                  <a:cubicBezTo>
                    <a:pt x="2048" y="8282"/>
                    <a:pt x="1702" y="7936"/>
                    <a:pt x="1702" y="7558"/>
                  </a:cubicBezTo>
                  <a:cubicBezTo>
                    <a:pt x="1702" y="7148"/>
                    <a:pt x="2017" y="6801"/>
                    <a:pt x="2426" y="6801"/>
                  </a:cubicBezTo>
                  <a:close/>
                  <a:moveTo>
                    <a:pt x="10680" y="6801"/>
                  </a:moveTo>
                  <a:cubicBezTo>
                    <a:pt x="11059" y="6801"/>
                    <a:pt x="11405" y="7117"/>
                    <a:pt x="11405" y="7558"/>
                  </a:cubicBezTo>
                  <a:cubicBezTo>
                    <a:pt x="11405" y="7936"/>
                    <a:pt x="11059" y="8282"/>
                    <a:pt x="10680" y="8282"/>
                  </a:cubicBezTo>
                  <a:lnTo>
                    <a:pt x="10680" y="6801"/>
                  </a:lnTo>
                  <a:close/>
                  <a:moveTo>
                    <a:pt x="3214" y="5982"/>
                  </a:moveTo>
                  <a:cubicBezTo>
                    <a:pt x="3466" y="6014"/>
                    <a:pt x="3686" y="6014"/>
                    <a:pt x="3970" y="6014"/>
                  </a:cubicBezTo>
                  <a:lnTo>
                    <a:pt x="9200" y="6014"/>
                  </a:lnTo>
                  <a:cubicBezTo>
                    <a:pt x="9452" y="6014"/>
                    <a:pt x="9672" y="6014"/>
                    <a:pt x="9956" y="5982"/>
                  </a:cubicBezTo>
                  <a:lnTo>
                    <a:pt x="9956" y="5982"/>
                  </a:lnTo>
                  <a:cubicBezTo>
                    <a:pt x="9924" y="6297"/>
                    <a:pt x="9924" y="8219"/>
                    <a:pt x="9924" y="8503"/>
                  </a:cubicBezTo>
                  <a:lnTo>
                    <a:pt x="9924" y="8849"/>
                  </a:lnTo>
                  <a:lnTo>
                    <a:pt x="6742" y="7558"/>
                  </a:lnTo>
                  <a:cubicBezTo>
                    <a:pt x="6695" y="7526"/>
                    <a:pt x="6640" y="7510"/>
                    <a:pt x="6589" y="7510"/>
                  </a:cubicBezTo>
                  <a:cubicBezTo>
                    <a:pt x="6538" y="7510"/>
                    <a:pt x="6490" y="7526"/>
                    <a:pt x="6459" y="7558"/>
                  </a:cubicBezTo>
                  <a:lnTo>
                    <a:pt x="3214" y="8849"/>
                  </a:lnTo>
                  <a:lnTo>
                    <a:pt x="3214" y="8660"/>
                  </a:lnTo>
                  <a:lnTo>
                    <a:pt x="3214" y="5982"/>
                  </a:lnTo>
                  <a:close/>
                  <a:moveTo>
                    <a:pt x="6585" y="8282"/>
                  </a:moveTo>
                  <a:lnTo>
                    <a:pt x="9767" y="9542"/>
                  </a:lnTo>
                  <a:cubicBezTo>
                    <a:pt x="9262" y="11157"/>
                    <a:pt x="7905" y="12034"/>
                    <a:pt x="6522" y="12034"/>
                  </a:cubicBezTo>
                  <a:cubicBezTo>
                    <a:pt x="5746" y="12034"/>
                    <a:pt x="4962" y="11758"/>
                    <a:pt x="4316" y="11181"/>
                  </a:cubicBezTo>
                  <a:cubicBezTo>
                    <a:pt x="3844" y="10740"/>
                    <a:pt x="3529" y="10172"/>
                    <a:pt x="3340" y="9605"/>
                  </a:cubicBezTo>
                  <a:lnTo>
                    <a:pt x="6585" y="8282"/>
                  </a:lnTo>
                  <a:close/>
                  <a:moveTo>
                    <a:pt x="8390" y="1"/>
                  </a:moveTo>
                  <a:cubicBezTo>
                    <a:pt x="8109" y="1"/>
                    <a:pt x="7824" y="69"/>
                    <a:pt x="7561" y="217"/>
                  </a:cubicBezTo>
                  <a:lnTo>
                    <a:pt x="6522" y="721"/>
                  </a:lnTo>
                  <a:lnTo>
                    <a:pt x="5514" y="217"/>
                  </a:lnTo>
                  <a:cubicBezTo>
                    <a:pt x="5240" y="88"/>
                    <a:pt x="4955" y="27"/>
                    <a:pt x="4676" y="27"/>
                  </a:cubicBezTo>
                  <a:cubicBezTo>
                    <a:pt x="3863" y="27"/>
                    <a:pt x="3110" y="546"/>
                    <a:pt x="2899" y="1414"/>
                  </a:cubicBezTo>
                  <a:lnTo>
                    <a:pt x="2395" y="3462"/>
                  </a:lnTo>
                  <a:lnTo>
                    <a:pt x="1765" y="3147"/>
                  </a:lnTo>
                  <a:cubicBezTo>
                    <a:pt x="1607" y="3063"/>
                    <a:pt x="1435" y="3024"/>
                    <a:pt x="1265" y="3024"/>
                  </a:cubicBezTo>
                  <a:cubicBezTo>
                    <a:pt x="859" y="3024"/>
                    <a:pt x="462" y="3251"/>
                    <a:pt x="284" y="3651"/>
                  </a:cubicBezTo>
                  <a:cubicBezTo>
                    <a:pt x="0" y="4187"/>
                    <a:pt x="221" y="4880"/>
                    <a:pt x="788" y="5132"/>
                  </a:cubicBezTo>
                  <a:lnTo>
                    <a:pt x="1292" y="5384"/>
                  </a:lnTo>
                  <a:cubicBezTo>
                    <a:pt x="1639" y="5573"/>
                    <a:pt x="2048" y="5699"/>
                    <a:pt x="2426" y="5793"/>
                  </a:cubicBezTo>
                  <a:lnTo>
                    <a:pt x="2426" y="6014"/>
                  </a:lnTo>
                  <a:cubicBezTo>
                    <a:pt x="1607" y="6014"/>
                    <a:pt x="945" y="6675"/>
                    <a:pt x="945" y="7495"/>
                  </a:cubicBezTo>
                  <a:cubicBezTo>
                    <a:pt x="945" y="8282"/>
                    <a:pt x="1576" y="9007"/>
                    <a:pt x="2426" y="9007"/>
                  </a:cubicBezTo>
                  <a:cubicBezTo>
                    <a:pt x="2521" y="10015"/>
                    <a:pt x="3025" y="10992"/>
                    <a:pt x="3781" y="11685"/>
                  </a:cubicBezTo>
                  <a:cubicBezTo>
                    <a:pt x="4537" y="12378"/>
                    <a:pt x="5514" y="12724"/>
                    <a:pt x="6522" y="12724"/>
                  </a:cubicBezTo>
                  <a:cubicBezTo>
                    <a:pt x="8696" y="12724"/>
                    <a:pt x="10365" y="11055"/>
                    <a:pt x="10586" y="9007"/>
                  </a:cubicBezTo>
                  <a:cubicBezTo>
                    <a:pt x="11500" y="9007"/>
                    <a:pt x="12130" y="8282"/>
                    <a:pt x="12130" y="7495"/>
                  </a:cubicBezTo>
                  <a:cubicBezTo>
                    <a:pt x="12130" y="6675"/>
                    <a:pt x="11468" y="6014"/>
                    <a:pt x="10617" y="6014"/>
                  </a:cubicBezTo>
                  <a:lnTo>
                    <a:pt x="10617" y="5793"/>
                  </a:lnTo>
                  <a:cubicBezTo>
                    <a:pt x="11027" y="5699"/>
                    <a:pt x="11405" y="5573"/>
                    <a:pt x="11783" y="5384"/>
                  </a:cubicBezTo>
                  <a:lnTo>
                    <a:pt x="12287" y="5132"/>
                  </a:lnTo>
                  <a:cubicBezTo>
                    <a:pt x="12886" y="4911"/>
                    <a:pt x="13075" y="4250"/>
                    <a:pt x="12791" y="3682"/>
                  </a:cubicBezTo>
                  <a:cubicBezTo>
                    <a:pt x="12588" y="3299"/>
                    <a:pt x="12191" y="3061"/>
                    <a:pt x="11785" y="3061"/>
                  </a:cubicBezTo>
                  <a:cubicBezTo>
                    <a:pt x="11625" y="3061"/>
                    <a:pt x="11462" y="3098"/>
                    <a:pt x="11311" y="3178"/>
                  </a:cubicBezTo>
                  <a:lnTo>
                    <a:pt x="10775" y="3399"/>
                  </a:lnTo>
                  <a:cubicBezTo>
                    <a:pt x="10743" y="3399"/>
                    <a:pt x="10712" y="3462"/>
                    <a:pt x="10680" y="3462"/>
                  </a:cubicBezTo>
                  <a:lnTo>
                    <a:pt x="10145" y="1414"/>
                  </a:lnTo>
                  <a:cubicBezTo>
                    <a:pt x="9959" y="552"/>
                    <a:pt x="9187" y="1"/>
                    <a:pt x="83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174" name="Google Shape;15174;p84"/>
          <p:cNvGrpSpPr/>
          <p:nvPr/>
        </p:nvGrpSpPr>
        <p:grpSpPr>
          <a:xfrm>
            <a:off x="6622479" y="1790262"/>
            <a:ext cx="359303" cy="338736"/>
            <a:chOff x="-56401500" y="2304975"/>
            <a:chExt cx="316650" cy="298525"/>
          </a:xfrm>
        </p:grpSpPr>
        <p:sp>
          <p:nvSpPr>
            <p:cNvPr id="15175" name="Google Shape;15175;p84"/>
            <p:cNvSpPr/>
            <p:nvPr/>
          </p:nvSpPr>
          <p:spPr>
            <a:xfrm>
              <a:off x="-56289650" y="2436500"/>
              <a:ext cx="17325" cy="18150"/>
            </a:xfrm>
            <a:custGeom>
              <a:avLst/>
              <a:gdLst/>
              <a:ahLst/>
              <a:cxnLst/>
              <a:rect l="l" t="t" r="r" b="b"/>
              <a:pathLst>
                <a:path w="693" h="726" extrusionOk="0">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176" name="Google Shape;15176;p84"/>
            <p:cNvSpPr/>
            <p:nvPr/>
          </p:nvSpPr>
          <p:spPr>
            <a:xfrm>
              <a:off x="-56215625" y="2436500"/>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177" name="Google Shape;15177;p84"/>
            <p:cNvSpPr/>
            <p:nvPr/>
          </p:nvSpPr>
          <p:spPr>
            <a:xfrm>
              <a:off x="-56280200" y="2499700"/>
              <a:ext cx="73250" cy="29775"/>
            </a:xfrm>
            <a:custGeom>
              <a:avLst/>
              <a:gdLst/>
              <a:ahLst/>
              <a:cxnLst/>
              <a:rect l="l" t="t" r="r" b="b"/>
              <a:pathLst>
                <a:path w="2930" h="1191" extrusionOk="0">
                  <a:moveTo>
                    <a:pt x="414" y="1"/>
                  </a:moveTo>
                  <a:cubicBezTo>
                    <a:pt x="315" y="1"/>
                    <a:pt x="221" y="40"/>
                    <a:pt x="158" y="119"/>
                  </a:cubicBezTo>
                  <a:cubicBezTo>
                    <a:pt x="0" y="277"/>
                    <a:pt x="0" y="529"/>
                    <a:pt x="158" y="623"/>
                  </a:cubicBezTo>
                  <a:cubicBezTo>
                    <a:pt x="536" y="1001"/>
                    <a:pt x="1008" y="1190"/>
                    <a:pt x="1481" y="1190"/>
                  </a:cubicBezTo>
                  <a:cubicBezTo>
                    <a:pt x="1953" y="1190"/>
                    <a:pt x="2457" y="1001"/>
                    <a:pt x="2773" y="623"/>
                  </a:cubicBezTo>
                  <a:cubicBezTo>
                    <a:pt x="2930" y="466"/>
                    <a:pt x="2930" y="245"/>
                    <a:pt x="2773" y="119"/>
                  </a:cubicBezTo>
                  <a:cubicBezTo>
                    <a:pt x="2694" y="40"/>
                    <a:pt x="2591" y="1"/>
                    <a:pt x="2497" y="1"/>
                  </a:cubicBezTo>
                  <a:cubicBezTo>
                    <a:pt x="2402" y="1"/>
                    <a:pt x="2316" y="40"/>
                    <a:pt x="2268" y="119"/>
                  </a:cubicBezTo>
                  <a:cubicBezTo>
                    <a:pt x="2048" y="308"/>
                    <a:pt x="1733" y="434"/>
                    <a:pt x="1481" y="434"/>
                  </a:cubicBezTo>
                  <a:cubicBezTo>
                    <a:pt x="1166" y="434"/>
                    <a:pt x="882" y="308"/>
                    <a:pt x="693" y="119"/>
                  </a:cubicBezTo>
                  <a:cubicBezTo>
                    <a:pt x="614" y="40"/>
                    <a:pt x="512" y="1"/>
                    <a:pt x="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178" name="Google Shape;15178;p84"/>
            <p:cNvSpPr/>
            <p:nvPr/>
          </p:nvSpPr>
          <p:spPr>
            <a:xfrm>
              <a:off x="-56401500" y="2304975"/>
              <a:ext cx="316650" cy="298525"/>
            </a:xfrm>
            <a:custGeom>
              <a:avLst/>
              <a:gdLst/>
              <a:ahLst/>
              <a:cxnLst/>
              <a:rect l="l" t="t" r="r" b="b"/>
              <a:pathLst>
                <a:path w="12666" h="11941" extrusionOk="0">
                  <a:moveTo>
                    <a:pt x="6411" y="785"/>
                  </a:moveTo>
                  <a:cubicBezTo>
                    <a:pt x="7105" y="785"/>
                    <a:pt x="7692" y="1003"/>
                    <a:pt x="8223" y="1387"/>
                  </a:cubicBezTo>
                  <a:lnTo>
                    <a:pt x="6270" y="2899"/>
                  </a:lnTo>
                  <a:lnTo>
                    <a:pt x="4348" y="1387"/>
                  </a:lnTo>
                  <a:cubicBezTo>
                    <a:pt x="4915" y="977"/>
                    <a:pt x="5577" y="788"/>
                    <a:pt x="6270" y="788"/>
                  </a:cubicBezTo>
                  <a:cubicBezTo>
                    <a:pt x="6317" y="786"/>
                    <a:pt x="6365" y="785"/>
                    <a:pt x="6411" y="785"/>
                  </a:cubicBezTo>
                  <a:close/>
                  <a:moveTo>
                    <a:pt x="2174" y="4474"/>
                  </a:moveTo>
                  <a:lnTo>
                    <a:pt x="2174" y="5986"/>
                  </a:lnTo>
                  <a:cubicBezTo>
                    <a:pt x="1796" y="5986"/>
                    <a:pt x="1450" y="5640"/>
                    <a:pt x="1450" y="5230"/>
                  </a:cubicBezTo>
                  <a:cubicBezTo>
                    <a:pt x="1450" y="4821"/>
                    <a:pt x="1765" y="4474"/>
                    <a:pt x="2174" y="4474"/>
                  </a:cubicBezTo>
                  <a:close/>
                  <a:moveTo>
                    <a:pt x="10428" y="4474"/>
                  </a:moveTo>
                  <a:cubicBezTo>
                    <a:pt x="10838" y="4474"/>
                    <a:pt x="11153" y="4821"/>
                    <a:pt x="11153" y="5230"/>
                  </a:cubicBezTo>
                  <a:cubicBezTo>
                    <a:pt x="11153" y="5608"/>
                    <a:pt x="10807" y="5986"/>
                    <a:pt x="10428" y="5986"/>
                  </a:cubicBezTo>
                  <a:lnTo>
                    <a:pt x="10428" y="4474"/>
                  </a:lnTo>
                  <a:close/>
                  <a:moveTo>
                    <a:pt x="1008" y="6144"/>
                  </a:moveTo>
                  <a:cubicBezTo>
                    <a:pt x="1292" y="6490"/>
                    <a:pt x="1702" y="6742"/>
                    <a:pt x="2174" y="6742"/>
                  </a:cubicBezTo>
                  <a:cubicBezTo>
                    <a:pt x="2174" y="7152"/>
                    <a:pt x="1828" y="7467"/>
                    <a:pt x="1450" y="7467"/>
                  </a:cubicBezTo>
                  <a:cubicBezTo>
                    <a:pt x="1040" y="7467"/>
                    <a:pt x="693" y="7120"/>
                    <a:pt x="693" y="6742"/>
                  </a:cubicBezTo>
                  <a:cubicBezTo>
                    <a:pt x="693" y="6490"/>
                    <a:pt x="819" y="6270"/>
                    <a:pt x="1008" y="6144"/>
                  </a:cubicBezTo>
                  <a:close/>
                  <a:moveTo>
                    <a:pt x="11594" y="6144"/>
                  </a:moveTo>
                  <a:cubicBezTo>
                    <a:pt x="11783" y="6301"/>
                    <a:pt x="11909" y="6490"/>
                    <a:pt x="11909" y="6742"/>
                  </a:cubicBezTo>
                  <a:cubicBezTo>
                    <a:pt x="11909" y="7152"/>
                    <a:pt x="11594" y="7467"/>
                    <a:pt x="11153" y="7467"/>
                  </a:cubicBezTo>
                  <a:cubicBezTo>
                    <a:pt x="10775" y="7467"/>
                    <a:pt x="10428" y="7120"/>
                    <a:pt x="10428" y="6742"/>
                  </a:cubicBezTo>
                  <a:cubicBezTo>
                    <a:pt x="10901" y="6742"/>
                    <a:pt x="11311" y="6490"/>
                    <a:pt x="11594" y="6144"/>
                  </a:cubicBezTo>
                  <a:close/>
                  <a:moveTo>
                    <a:pt x="8759" y="1859"/>
                  </a:moveTo>
                  <a:cubicBezTo>
                    <a:pt x="9326" y="2426"/>
                    <a:pt x="9672" y="3214"/>
                    <a:pt x="9672" y="4128"/>
                  </a:cubicBezTo>
                  <a:lnTo>
                    <a:pt x="9672" y="7120"/>
                  </a:lnTo>
                  <a:cubicBezTo>
                    <a:pt x="9672" y="8507"/>
                    <a:pt x="8853" y="9735"/>
                    <a:pt x="7562" y="10239"/>
                  </a:cubicBezTo>
                  <a:cubicBezTo>
                    <a:pt x="7215" y="9924"/>
                    <a:pt x="6774" y="9735"/>
                    <a:pt x="6301" y="9735"/>
                  </a:cubicBezTo>
                  <a:cubicBezTo>
                    <a:pt x="5829" y="9735"/>
                    <a:pt x="5356" y="9924"/>
                    <a:pt x="5041" y="10239"/>
                  </a:cubicBezTo>
                  <a:cubicBezTo>
                    <a:pt x="3781" y="9735"/>
                    <a:pt x="2899" y="8507"/>
                    <a:pt x="2899" y="7120"/>
                  </a:cubicBezTo>
                  <a:lnTo>
                    <a:pt x="2899" y="4128"/>
                  </a:lnTo>
                  <a:cubicBezTo>
                    <a:pt x="2899" y="3277"/>
                    <a:pt x="3245" y="2489"/>
                    <a:pt x="3812" y="1859"/>
                  </a:cubicBezTo>
                  <a:lnTo>
                    <a:pt x="6049" y="3655"/>
                  </a:lnTo>
                  <a:cubicBezTo>
                    <a:pt x="6112" y="3718"/>
                    <a:pt x="6191" y="3749"/>
                    <a:pt x="6274" y="3749"/>
                  </a:cubicBezTo>
                  <a:cubicBezTo>
                    <a:pt x="6356" y="3749"/>
                    <a:pt x="6443" y="3718"/>
                    <a:pt x="6522" y="3655"/>
                  </a:cubicBezTo>
                  <a:lnTo>
                    <a:pt x="8759" y="1859"/>
                  </a:lnTo>
                  <a:close/>
                  <a:moveTo>
                    <a:pt x="6333" y="10460"/>
                  </a:moveTo>
                  <a:cubicBezTo>
                    <a:pt x="6805" y="10460"/>
                    <a:pt x="7215" y="10775"/>
                    <a:pt x="7373" y="11216"/>
                  </a:cubicBezTo>
                  <a:lnTo>
                    <a:pt x="5262" y="11216"/>
                  </a:lnTo>
                  <a:cubicBezTo>
                    <a:pt x="5419" y="10775"/>
                    <a:pt x="5797" y="10460"/>
                    <a:pt x="6333" y="10460"/>
                  </a:cubicBezTo>
                  <a:close/>
                  <a:moveTo>
                    <a:pt x="6333" y="0"/>
                  </a:moveTo>
                  <a:cubicBezTo>
                    <a:pt x="4159" y="0"/>
                    <a:pt x="2395" y="1639"/>
                    <a:pt x="2237" y="3718"/>
                  </a:cubicBezTo>
                  <a:cubicBezTo>
                    <a:pt x="1324" y="3718"/>
                    <a:pt x="599" y="4506"/>
                    <a:pt x="725" y="5419"/>
                  </a:cubicBezTo>
                  <a:cubicBezTo>
                    <a:pt x="252" y="5703"/>
                    <a:pt x="0" y="6175"/>
                    <a:pt x="0" y="6742"/>
                  </a:cubicBezTo>
                  <a:cubicBezTo>
                    <a:pt x="0" y="7562"/>
                    <a:pt x="662" y="8223"/>
                    <a:pt x="1481" y="8223"/>
                  </a:cubicBezTo>
                  <a:cubicBezTo>
                    <a:pt x="1796" y="8223"/>
                    <a:pt x="2080" y="8160"/>
                    <a:pt x="2300" y="7940"/>
                  </a:cubicBezTo>
                  <a:cubicBezTo>
                    <a:pt x="2584" y="9263"/>
                    <a:pt x="3497" y="10271"/>
                    <a:pt x="4632" y="10838"/>
                  </a:cubicBezTo>
                  <a:cubicBezTo>
                    <a:pt x="4506" y="11059"/>
                    <a:pt x="4474" y="11311"/>
                    <a:pt x="4474" y="11563"/>
                  </a:cubicBezTo>
                  <a:cubicBezTo>
                    <a:pt x="4474" y="11783"/>
                    <a:pt x="4632" y="11941"/>
                    <a:pt x="4821" y="11941"/>
                  </a:cubicBezTo>
                  <a:lnTo>
                    <a:pt x="7814" y="11941"/>
                  </a:lnTo>
                  <a:cubicBezTo>
                    <a:pt x="8034" y="11941"/>
                    <a:pt x="8192" y="11783"/>
                    <a:pt x="8192" y="11563"/>
                  </a:cubicBezTo>
                  <a:cubicBezTo>
                    <a:pt x="8192" y="11311"/>
                    <a:pt x="8129" y="11059"/>
                    <a:pt x="8034" y="10838"/>
                  </a:cubicBezTo>
                  <a:cubicBezTo>
                    <a:pt x="9168" y="10302"/>
                    <a:pt x="10082" y="9263"/>
                    <a:pt x="10334" y="7940"/>
                  </a:cubicBezTo>
                  <a:cubicBezTo>
                    <a:pt x="10586" y="8097"/>
                    <a:pt x="10870" y="8223"/>
                    <a:pt x="11185" y="8223"/>
                  </a:cubicBezTo>
                  <a:cubicBezTo>
                    <a:pt x="12004" y="8223"/>
                    <a:pt x="12665" y="7562"/>
                    <a:pt x="12665" y="6742"/>
                  </a:cubicBezTo>
                  <a:cubicBezTo>
                    <a:pt x="12665" y="6175"/>
                    <a:pt x="12382" y="5703"/>
                    <a:pt x="11909" y="5419"/>
                  </a:cubicBezTo>
                  <a:cubicBezTo>
                    <a:pt x="12035" y="4506"/>
                    <a:pt x="11311" y="3718"/>
                    <a:pt x="10428" y="3718"/>
                  </a:cubicBezTo>
                  <a:cubicBezTo>
                    <a:pt x="10208" y="1639"/>
                    <a:pt x="8444" y="0"/>
                    <a:pt x="63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179" name="Google Shape;15179;p84"/>
          <p:cNvGrpSpPr/>
          <p:nvPr/>
        </p:nvGrpSpPr>
        <p:grpSpPr>
          <a:xfrm>
            <a:off x="5328863" y="2682337"/>
            <a:ext cx="319985" cy="361090"/>
            <a:chOff x="-54426150" y="1901700"/>
            <a:chExt cx="282000" cy="318225"/>
          </a:xfrm>
        </p:grpSpPr>
        <p:sp>
          <p:nvSpPr>
            <p:cNvPr id="15180" name="Google Shape;15180;p84"/>
            <p:cNvSpPr/>
            <p:nvPr/>
          </p:nvSpPr>
          <p:spPr>
            <a:xfrm>
              <a:off x="-54330850" y="2072625"/>
              <a:ext cx="18150" cy="17350"/>
            </a:xfrm>
            <a:custGeom>
              <a:avLst/>
              <a:gdLst/>
              <a:ahLst/>
              <a:cxnLst/>
              <a:rect l="l" t="t" r="r" b="b"/>
              <a:pathLst>
                <a:path w="726" h="694" extrusionOk="0">
                  <a:moveTo>
                    <a:pt x="379" y="0"/>
                  </a:moveTo>
                  <a:cubicBezTo>
                    <a:pt x="190" y="0"/>
                    <a:pt x="1" y="158"/>
                    <a:pt x="1" y="347"/>
                  </a:cubicBezTo>
                  <a:cubicBezTo>
                    <a:pt x="1" y="536"/>
                    <a:pt x="190" y="694"/>
                    <a:pt x="379" y="694"/>
                  </a:cubicBezTo>
                  <a:cubicBezTo>
                    <a:pt x="568" y="694"/>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181" name="Google Shape;15181;p84"/>
            <p:cNvSpPr/>
            <p:nvPr/>
          </p:nvSpPr>
          <p:spPr>
            <a:xfrm>
              <a:off x="-54256800" y="2072625"/>
              <a:ext cx="18125" cy="17350"/>
            </a:xfrm>
            <a:custGeom>
              <a:avLst/>
              <a:gdLst/>
              <a:ahLst/>
              <a:cxnLst/>
              <a:rect l="l" t="t" r="r" b="b"/>
              <a:pathLst>
                <a:path w="725" h="694" extrusionOk="0">
                  <a:moveTo>
                    <a:pt x="347" y="0"/>
                  </a:moveTo>
                  <a:cubicBezTo>
                    <a:pt x="158" y="0"/>
                    <a:pt x="0" y="158"/>
                    <a:pt x="0" y="347"/>
                  </a:cubicBezTo>
                  <a:cubicBezTo>
                    <a:pt x="0" y="536"/>
                    <a:pt x="158" y="694"/>
                    <a:pt x="347" y="694"/>
                  </a:cubicBezTo>
                  <a:cubicBezTo>
                    <a:pt x="567" y="694"/>
                    <a:pt x="725" y="536"/>
                    <a:pt x="725" y="347"/>
                  </a:cubicBez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182" name="Google Shape;15182;p84"/>
            <p:cNvSpPr/>
            <p:nvPr/>
          </p:nvSpPr>
          <p:spPr>
            <a:xfrm>
              <a:off x="-54320600" y="2135825"/>
              <a:ext cx="72475" cy="28975"/>
            </a:xfrm>
            <a:custGeom>
              <a:avLst/>
              <a:gdLst/>
              <a:ahLst/>
              <a:cxnLst/>
              <a:rect l="l" t="t" r="r" b="b"/>
              <a:pathLst>
                <a:path w="2899" h="1159" extrusionOk="0">
                  <a:moveTo>
                    <a:pt x="398" y="1"/>
                  </a:moveTo>
                  <a:cubicBezTo>
                    <a:pt x="308" y="1"/>
                    <a:pt x="221" y="40"/>
                    <a:pt x="158" y="119"/>
                  </a:cubicBezTo>
                  <a:cubicBezTo>
                    <a:pt x="0" y="276"/>
                    <a:pt x="0" y="497"/>
                    <a:pt x="158" y="623"/>
                  </a:cubicBezTo>
                  <a:cubicBezTo>
                    <a:pt x="505" y="970"/>
                    <a:pt x="977" y="1159"/>
                    <a:pt x="1450" y="1159"/>
                  </a:cubicBezTo>
                  <a:cubicBezTo>
                    <a:pt x="1922" y="1159"/>
                    <a:pt x="2426" y="970"/>
                    <a:pt x="2741" y="623"/>
                  </a:cubicBezTo>
                  <a:cubicBezTo>
                    <a:pt x="2899" y="465"/>
                    <a:pt x="2899" y="213"/>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183" name="Google Shape;15183;p84"/>
            <p:cNvSpPr/>
            <p:nvPr/>
          </p:nvSpPr>
          <p:spPr>
            <a:xfrm>
              <a:off x="-54426150" y="1901700"/>
              <a:ext cx="282000" cy="318225"/>
            </a:xfrm>
            <a:custGeom>
              <a:avLst/>
              <a:gdLst/>
              <a:ahLst/>
              <a:cxnLst/>
              <a:rect l="l" t="t" r="r" b="b"/>
              <a:pathLst>
                <a:path w="11280" h="12729" extrusionOk="0">
                  <a:moveTo>
                    <a:pt x="5672" y="820"/>
                  </a:moveTo>
                  <a:cubicBezTo>
                    <a:pt x="6648" y="820"/>
                    <a:pt x="7562" y="1072"/>
                    <a:pt x="8381" y="1639"/>
                  </a:cubicBezTo>
                  <a:cubicBezTo>
                    <a:pt x="8350" y="1828"/>
                    <a:pt x="8318" y="2049"/>
                    <a:pt x="8318" y="2301"/>
                  </a:cubicBezTo>
                  <a:cubicBezTo>
                    <a:pt x="8318" y="2584"/>
                    <a:pt x="8350" y="2805"/>
                    <a:pt x="8444" y="3057"/>
                  </a:cubicBezTo>
                  <a:lnTo>
                    <a:pt x="1671" y="3057"/>
                  </a:lnTo>
                  <a:cubicBezTo>
                    <a:pt x="2458" y="1702"/>
                    <a:pt x="3939" y="820"/>
                    <a:pt x="5672" y="820"/>
                  </a:cubicBezTo>
                  <a:close/>
                  <a:moveTo>
                    <a:pt x="9389" y="1072"/>
                  </a:moveTo>
                  <a:cubicBezTo>
                    <a:pt x="9547" y="1387"/>
                    <a:pt x="9736" y="1828"/>
                    <a:pt x="9736" y="2301"/>
                  </a:cubicBezTo>
                  <a:cubicBezTo>
                    <a:pt x="9736" y="2773"/>
                    <a:pt x="9547" y="3214"/>
                    <a:pt x="9389" y="3529"/>
                  </a:cubicBezTo>
                  <a:cubicBezTo>
                    <a:pt x="9232" y="3214"/>
                    <a:pt x="9011" y="2773"/>
                    <a:pt x="9011" y="2301"/>
                  </a:cubicBezTo>
                  <a:cubicBezTo>
                    <a:pt x="9011" y="1828"/>
                    <a:pt x="9232" y="1356"/>
                    <a:pt x="9389" y="1072"/>
                  </a:cubicBezTo>
                  <a:close/>
                  <a:moveTo>
                    <a:pt x="5262" y="3750"/>
                  </a:moveTo>
                  <a:cubicBezTo>
                    <a:pt x="5136" y="4065"/>
                    <a:pt x="4853" y="4443"/>
                    <a:pt x="4474" y="4695"/>
                  </a:cubicBezTo>
                  <a:cubicBezTo>
                    <a:pt x="3907" y="5105"/>
                    <a:pt x="3246" y="5325"/>
                    <a:pt x="2742" y="5325"/>
                  </a:cubicBezTo>
                  <a:lnTo>
                    <a:pt x="1923" y="5325"/>
                  </a:lnTo>
                  <a:cubicBezTo>
                    <a:pt x="1734" y="5325"/>
                    <a:pt x="1576" y="5483"/>
                    <a:pt x="1576" y="5703"/>
                  </a:cubicBezTo>
                  <a:lnTo>
                    <a:pt x="1576" y="6806"/>
                  </a:lnTo>
                  <a:lnTo>
                    <a:pt x="851" y="6806"/>
                  </a:lnTo>
                  <a:lnTo>
                    <a:pt x="851" y="5703"/>
                  </a:lnTo>
                  <a:cubicBezTo>
                    <a:pt x="851" y="5010"/>
                    <a:pt x="946" y="4349"/>
                    <a:pt x="1229" y="3750"/>
                  </a:cubicBezTo>
                  <a:close/>
                  <a:moveTo>
                    <a:pt x="10177" y="3750"/>
                  </a:moveTo>
                  <a:cubicBezTo>
                    <a:pt x="10397" y="4349"/>
                    <a:pt x="10555" y="5042"/>
                    <a:pt x="10555" y="5735"/>
                  </a:cubicBezTo>
                  <a:lnTo>
                    <a:pt x="10555" y="6837"/>
                  </a:lnTo>
                  <a:lnTo>
                    <a:pt x="9767" y="6837"/>
                  </a:lnTo>
                  <a:lnTo>
                    <a:pt x="9767" y="5735"/>
                  </a:lnTo>
                  <a:cubicBezTo>
                    <a:pt x="9767" y="5546"/>
                    <a:pt x="9610" y="5388"/>
                    <a:pt x="9421" y="5388"/>
                  </a:cubicBezTo>
                  <a:lnTo>
                    <a:pt x="8665" y="5388"/>
                  </a:lnTo>
                  <a:cubicBezTo>
                    <a:pt x="8129" y="5388"/>
                    <a:pt x="7436" y="5136"/>
                    <a:pt x="6932" y="4758"/>
                  </a:cubicBezTo>
                  <a:cubicBezTo>
                    <a:pt x="6554" y="4475"/>
                    <a:pt x="6270" y="4160"/>
                    <a:pt x="6144" y="3813"/>
                  </a:cubicBezTo>
                  <a:lnTo>
                    <a:pt x="8759" y="3813"/>
                  </a:lnTo>
                  <a:cubicBezTo>
                    <a:pt x="8948" y="4160"/>
                    <a:pt x="9137" y="4380"/>
                    <a:pt x="9200" y="4412"/>
                  </a:cubicBezTo>
                  <a:cubicBezTo>
                    <a:pt x="9279" y="4506"/>
                    <a:pt x="9374" y="4553"/>
                    <a:pt x="9468" y="4553"/>
                  </a:cubicBezTo>
                  <a:cubicBezTo>
                    <a:pt x="9563" y="4553"/>
                    <a:pt x="9657" y="4506"/>
                    <a:pt x="9736" y="4412"/>
                  </a:cubicBezTo>
                  <a:cubicBezTo>
                    <a:pt x="9736" y="4412"/>
                    <a:pt x="9988" y="4160"/>
                    <a:pt x="10177" y="3750"/>
                  </a:cubicBezTo>
                  <a:close/>
                  <a:moveTo>
                    <a:pt x="1545" y="7562"/>
                  </a:moveTo>
                  <a:lnTo>
                    <a:pt x="1545" y="8318"/>
                  </a:lnTo>
                  <a:lnTo>
                    <a:pt x="788" y="8318"/>
                  </a:lnTo>
                  <a:lnTo>
                    <a:pt x="788" y="7562"/>
                  </a:lnTo>
                  <a:close/>
                  <a:moveTo>
                    <a:pt x="10523" y="7562"/>
                  </a:moveTo>
                  <a:lnTo>
                    <a:pt x="10523" y="8318"/>
                  </a:lnTo>
                  <a:lnTo>
                    <a:pt x="9767" y="8318"/>
                  </a:lnTo>
                  <a:lnTo>
                    <a:pt x="9767" y="7562"/>
                  </a:lnTo>
                  <a:close/>
                  <a:moveTo>
                    <a:pt x="1576" y="9074"/>
                  </a:moveTo>
                  <a:lnTo>
                    <a:pt x="1576" y="9421"/>
                  </a:lnTo>
                  <a:lnTo>
                    <a:pt x="1545" y="9421"/>
                  </a:lnTo>
                  <a:cubicBezTo>
                    <a:pt x="1545" y="9641"/>
                    <a:pt x="1387" y="9799"/>
                    <a:pt x="1198" y="9799"/>
                  </a:cubicBezTo>
                  <a:cubicBezTo>
                    <a:pt x="1009" y="9799"/>
                    <a:pt x="851" y="9641"/>
                    <a:pt x="851" y="9421"/>
                  </a:cubicBezTo>
                  <a:lnTo>
                    <a:pt x="851" y="9074"/>
                  </a:lnTo>
                  <a:close/>
                  <a:moveTo>
                    <a:pt x="10555" y="9074"/>
                  </a:moveTo>
                  <a:lnTo>
                    <a:pt x="10555" y="9421"/>
                  </a:lnTo>
                  <a:lnTo>
                    <a:pt x="10523" y="9421"/>
                  </a:lnTo>
                  <a:cubicBezTo>
                    <a:pt x="10523" y="9641"/>
                    <a:pt x="10366" y="9799"/>
                    <a:pt x="10177" y="9799"/>
                  </a:cubicBezTo>
                  <a:cubicBezTo>
                    <a:pt x="9956" y="9799"/>
                    <a:pt x="9799" y="9641"/>
                    <a:pt x="9799" y="9421"/>
                  </a:cubicBezTo>
                  <a:lnTo>
                    <a:pt x="9799" y="9074"/>
                  </a:lnTo>
                  <a:close/>
                  <a:moveTo>
                    <a:pt x="1198" y="10555"/>
                  </a:moveTo>
                  <a:cubicBezTo>
                    <a:pt x="1387" y="10555"/>
                    <a:pt x="1545" y="10713"/>
                    <a:pt x="1545" y="10933"/>
                  </a:cubicBezTo>
                  <a:cubicBezTo>
                    <a:pt x="1545" y="11059"/>
                    <a:pt x="1545" y="11059"/>
                    <a:pt x="1198" y="11689"/>
                  </a:cubicBezTo>
                  <a:cubicBezTo>
                    <a:pt x="820" y="11059"/>
                    <a:pt x="820" y="11059"/>
                    <a:pt x="820" y="10933"/>
                  </a:cubicBezTo>
                  <a:cubicBezTo>
                    <a:pt x="820" y="10713"/>
                    <a:pt x="977" y="10555"/>
                    <a:pt x="1198" y="10555"/>
                  </a:cubicBezTo>
                  <a:close/>
                  <a:moveTo>
                    <a:pt x="10114" y="10618"/>
                  </a:moveTo>
                  <a:cubicBezTo>
                    <a:pt x="10334" y="10618"/>
                    <a:pt x="10492" y="10776"/>
                    <a:pt x="10492" y="10965"/>
                  </a:cubicBezTo>
                  <a:cubicBezTo>
                    <a:pt x="10523" y="10965"/>
                    <a:pt x="10492" y="11059"/>
                    <a:pt x="10492" y="11091"/>
                  </a:cubicBezTo>
                  <a:lnTo>
                    <a:pt x="10177" y="11689"/>
                  </a:lnTo>
                  <a:lnTo>
                    <a:pt x="9799" y="11091"/>
                  </a:lnTo>
                  <a:cubicBezTo>
                    <a:pt x="9799" y="11059"/>
                    <a:pt x="9767" y="10996"/>
                    <a:pt x="9767" y="10965"/>
                  </a:cubicBezTo>
                  <a:cubicBezTo>
                    <a:pt x="9767" y="10776"/>
                    <a:pt x="9925" y="10618"/>
                    <a:pt x="10114" y="10618"/>
                  </a:cubicBezTo>
                  <a:close/>
                  <a:moveTo>
                    <a:pt x="5672" y="4538"/>
                  </a:moveTo>
                  <a:cubicBezTo>
                    <a:pt x="5861" y="4821"/>
                    <a:pt x="6144" y="5105"/>
                    <a:pt x="6522" y="5325"/>
                  </a:cubicBezTo>
                  <a:cubicBezTo>
                    <a:pt x="7184" y="5798"/>
                    <a:pt x="7972" y="6081"/>
                    <a:pt x="8665" y="6081"/>
                  </a:cubicBezTo>
                  <a:lnTo>
                    <a:pt x="9011" y="6081"/>
                  </a:lnTo>
                  <a:lnTo>
                    <a:pt x="9011" y="8696"/>
                  </a:lnTo>
                  <a:cubicBezTo>
                    <a:pt x="9011" y="10524"/>
                    <a:pt x="7530" y="12036"/>
                    <a:pt x="5672" y="12036"/>
                  </a:cubicBezTo>
                  <a:cubicBezTo>
                    <a:pt x="3813" y="12036"/>
                    <a:pt x="2332" y="10524"/>
                    <a:pt x="2332" y="8696"/>
                  </a:cubicBezTo>
                  <a:lnTo>
                    <a:pt x="2332" y="6081"/>
                  </a:lnTo>
                  <a:lnTo>
                    <a:pt x="2679" y="6081"/>
                  </a:lnTo>
                  <a:cubicBezTo>
                    <a:pt x="3403" y="6081"/>
                    <a:pt x="4191" y="5798"/>
                    <a:pt x="4853" y="5325"/>
                  </a:cubicBezTo>
                  <a:cubicBezTo>
                    <a:pt x="5199" y="5105"/>
                    <a:pt x="5483" y="4821"/>
                    <a:pt x="5672" y="4538"/>
                  </a:cubicBezTo>
                  <a:close/>
                  <a:moveTo>
                    <a:pt x="5672" y="1"/>
                  </a:moveTo>
                  <a:cubicBezTo>
                    <a:pt x="2584" y="1"/>
                    <a:pt x="95" y="2584"/>
                    <a:pt x="95" y="5640"/>
                  </a:cubicBezTo>
                  <a:lnTo>
                    <a:pt x="95" y="9389"/>
                  </a:lnTo>
                  <a:cubicBezTo>
                    <a:pt x="95" y="9673"/>
                    <a:pt x="221" y="9925"/>
                    <a:pt x="347" y="10145"/>
                  </a:cubicBezTo>
                  <a:cubicBezTo>
                    <a:pt x="1" y="10524"/>
                    <a:pt x="1" y="11091"/>
                    <a:pt x="221" y="11343"/>
                  </a:cubicBezTo>
                  <a:lnTo>
                    <a:pt x="883" y="12540"/>
                  </a:lnTo>
                  <a:cubicBezTo>
                    <a:pt x="946" y="12666"/>
                    <a:pt x="1072" y="12729"/>
                    <a:pt x="1198" y="12729"/>
                  </a:cubicBezTo>
                  <a:cubicBezTo>
                    <a:pt x="1324" y="12729"/>
                    <a:pt x="1450" y="12666"/>
                    <a:pt x="1513" y="12540"/>
                  </a:cubicBezTo>
                  <a:cubicBezTo>
                    <a:pt x="2175" y="11343"/>
                    <a:pt x="2238" y="11311"/>
                    <a:pt x="2301" y="10965"/>
                  </a:cubicBezTo>
                  <a:cubicBezTo>
                    <a:pt x="3025" y="12036"/>
                    <a:pt x="4254" y="12729"/>
                    <a:pt x="5640" y="12729"/>
                  </a:cubicBezTo>
                  <a:cubicBezTo>
                    <a:pt x="7026" y="12729"/>
                    <a:pt x="8287" y="12036"/>
                    <a:pt x="8980" y="10965"/>
                  </a:cubicBezTo>
                  <a:cubicBezTo>
                    <a:pt x="8980" y="11091"/>
                    <a:pt x="9043" y="11185"/>
                    <a:pt x="9074" y="11311"/>
                  </a:cubicBezTo>
                  <a:lnTo>
                    <a:pt x="9074" y="11343"/>
                  </a:lnTo>
                  <a:lnTo>
                    <a:pt x="9736" y="12540"/>
                  </a:lnTo>
                  <a:cubicBezTo>
                    <a:pt x="9799" y="12666"/>
                    <a:pt x="9925" y="12729"/>
                    <a:pt x="10051" y="12729"/>
                  </a:cubicBezTo>
                  <a:cubicBezTo>
                    <a:pt x="10177" y="12729"/>
                    <a:pt x="10334" y="12666"/>
                    <a:pt x="10366" y="12540"/>
                  </a:cubicBezTo>
                  <a:lnTo>
                    <a:pt x="11028" y="11406"/>
                  </a:lnTo>
                  <a:cubicBezTo>
                    <a:pt x="11122" y="11248"/>
                    <a:pt x="11154" y="11028"/>
                    <a:pt x="11154" y="10870"/>
                  </a:cubicBezTo>
                  <a:cubicBezTo>
                    <a:pt x="11154" y="10618"/>
                    <a:pt x="11028" y="10335"/>
                    <a:pt x="10870" y="10145"/>
                  </a:cubicBezTo>
                  <a:cubicBezTo>
                    <a:pt x="11091" y="9925"/>
                    <a:pt x="11154" y="9673"/>
                    <a:pt x="11154" y="9389"/>
                  </a:cubicBezTo>
                  <a:cubicBezTo>
                    <a:pt x="11280" y="4979"/>
                    <a:pt x="11280" y="5294"/>
                    <a:pt x="11217" y="5168"/>
                  </a:cubicBezTo>
                  <a:cubicBezTo>
                    <a:pt x="11154" y="4317"/>
                    <a:pt x="10870" y="3498"/>
                    <a:pt x="10429" y="2773"/>
                  </a:cubicBezTo>
                  <a:cubicBezTo>
                    <a:pt x="10492" y="2616"/>
                    <a:pt x="10492" y="2458"/>
                    <a:pt x="10492" y="2301"/>
                  </a:cubicBezTo>
                  <a:cubicBezTo>
                    <a:pt x="10492" y="1167"/>
                    <a:pt x="9704" y="221"/>
                    <a:pt x="9641" y="190"/>
                  </a:cubicBezTo>
                  <a:cubicBezTo>
                    <a:pt x="9578" y="95"/>
                    <a:pt x="9484" y="64"/>
                    <a:pt x="9389" y="64"/>
                  </a:cubicBezTo>
                  <a:cubicBezTo>
                    <a:pt x="9263" y="64"/>
                    <a:pt x="9169" y="95"/>
                    <a:pt x="9106" y="190"/>
                  </a:cubicBezTo>
                  <a:cubicBezTo>
                    <a:pt x="9106" y="221"/>
                    <a:pt x="8822" y="473"/>
                    <a:pt x="8633" y="883"/>
                  </a:cubicBezTo>
                  <a:cubicBezTo>
                    <a:pt x="7719" y="316"/>
                    <a:pt x="6743" y="1"/>
                    <a:pt x="56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184" name="Google Shape;15184;p84"/>
          <p:cNvGrpSpPr/>
          <p:nvPr/>
        </p:nvGrpSpPr>
        <p:grpSpPr>
          <a:xfrm>
            <a:off x="5328863" y="3135800"/>
            <a:ext cx="319985" cy="361998"/>
            <a:chOff x="-54426150" y="2294725"/>
            <a:chExt cx="282000" cy="319025"/>
          </a:xfrm>
        </p:grpSpPr>
        <p:sp>
          <p:nvSpPr>
            <p:cNvPr id="15185" name="Google Shape;15185;p84"/>
            <p:cNvSpPr/>
            <p:nvPr/>
          </p:nvSpPr>
          <p:spPr>
            <a:xfrm>
              <a:off x="-54320600" y="2527275"/>
              <a:ext cx="72475" cy="29750"/>
            </a:xfrm>
            <a:custGeom>
              <a:avLst/>
              <a:gdLst/>
              <a:ahLst/>
              <a:cxnLst/>
              <a:rect l="l" t="t" r="r" b="b"/>
              <a:pathLst>
                <a:path w="2899" h="1190" extrusionOk="0">
                  <a:moveTo>
                    <a:pt x="398" y="1"/>
                  </a:moveTo>
                  <a:cubicBezTo>
                    <a:pt x="308" y="1"/>
                    <a:pt x="221" y="40"/>
                    <a:pt x="158" y="119"/>
                  </a:cubicBezTo>
                  <a:cubicBezTo>
                    <a:pt x="0" y="276"/>
                    <a:pt x="0" y="528"/>
                    <a:pt x="158" y="623"/>
                  </a:cubicBezTo>
                  <a:cubicBezTo>
                    <a:pt x="505" y="1001"/>
                    <a:pt x="977" y="1190"/>
                    <a:pt x="1450" y="1190"/>
                  </a:cubicBezTo>
                  <a:cubicBezTo>
                    <a:pt x="1922" y="1190"/>
                    <a:pt x="2426" y="1001"/>
                    <a:pt x="2741" y="623"/>
                  </a:cubicBezTo>
                  <a:cubicBezTo>
                    <a:pt x="2899" y="465"/>
                    <a:pt x="2899" y="245"/>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186" name="Google Shape;15186;p84"/>
            <p:cNvSpPr/>
            <p:nvPr/>
          </p:nvSpPr>
          <p:spPr>
            <a:xfrm>
              <a:off x="-54330850" y="2464075"/>
              <a:ext cx="18150" cy="18125"/>
            </a:xfrm>
            <a:custGeom>
              <a:avLst/>
              <a:gdLst/>
              <a:ahLst/>
              <a:cxnLst/>
              <a:rect l="l" t="t" r="r" b="b"/>
              <a:pathLst>
                <a:path w="726" h="725" extrusionOk="0">
                  <a:moveTo>
                    <a:pt x="379" y="0"/>
                  </a:moveTo>
                  <a:cubicBezTo>
                    <a:pt x="190" y="0"/>
                    <a:pt x="1" y="158"/>
                    <a:pt x="1" y="378"/>
                  </a:cubicBezTo>
                  <a:cubicBezTo>
                    <a:pt x="1" y="567"/>
                    <a:pt x="190" y="725"/>
                    <a:pt x="379" y="725"/>
                  </a:cubicBezTo>
                  <a:cubicBezTo>
                    <a:pt x="568" y="725"/>
                    <a:pt x="725" y="567"/>
                    <a:pt x="725" y="378"/>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187" name="Google Shape;15187;p84"/>
            <p:cNvSpPr/>
            <p:nvPr/>
          </p:nvSpPr>
          <p:spPr>
            <a:xfrm>
              <a:off x="-54256800" y="2464075"/>
              <a:ext cx="18125" cy="18125"/>
            </a:xfrm>
            <a:custGeom>
              <a:avLst/>
              <a:gdLst/>
              <a:ahLst/>
              <a:cxnLst/>
              <a:rect l="l" t="t" r="r" b="b"/>
              <a:pathLst>
                <a:path w="725" h="725" extrusionOk="0">
                  <a:moveTo>
                    <a:pt x="347" y="0"/>
                  </a:moveTo>
                  <a:cubicBezTo>
                    <a:pt x="158" y="0"/>
                    <a:pt x="0" y="158"/>
                    <a:pt x="0" y="378"/>
                  </a:cubicBezTo>
                  <a:cubicBezTo>
                    <a:pt x="0" y="567"/>
                    <a:pt x="158" y="725"/>
                    <a:pt x="347" y="725"/>
                  </a:cubicBezTo>
                  <a:cubicBezTo>
                    <a:pt x="567" y="725"/>
                    <a:pt x="725" y="567"/>
                    <a:pt x="725" y="378"/>
                  </a:cubicBez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188" name="Google Shape;15188;p84"/>
            <p:cNvSpPr/>
            <p:nvPr/>
          </p:nvSpPr>
          <p:spPr>
            <a:xfrm>
              <a:off x="-54426150" y="2294725"/>
              <a:ext cx="282000" cy="319025"/>
            </a:xfrm>
            <a:custGeom>
              <a:avLst/>
              <a:gdLst/>
              <a:ahLst/>
              <a:cxnLst/>
              <a:rect l="l" t="t" r="r" b="b"/>
              <a:pathLst>
                <a:path w="11280" h="12761" extrusionOk="0">
                  <a:moveTo>
                    <a:pt x="8381" y="757"/>
                  </a:moveTo>
                  <a:cubicBezTo>
                    <a:pt x="9106" y="757"/>
                    <a:pt x="9610" y="1387"/>
                    <a:pt x="9484" y="2049"/>
                  </a:cubicBezTo>
                  <a:lnTo>
                    <a:pt x="9106" y="4538"/>
                  </a:lnTo>
                  <a:lnTo>
                    <a:pt x="2301" y="4538"/>
                  </a:lnTo>
                  <a:lnTo>
                    <a:pt x="1891" y="2049"/>
                  </a:lnTo>
                  <a:cubicBezTo>
                    <a:pt x="1734" y="1387"/>
                    <a:pt x="2238" y="757"/>
                    <a:pt x="2962" y="757"/>
                  </a:cubicBezTo>
                  <a:close/>
                  <a:moveTo>
                    <a:pt x="2962" y="5294"/>
                  </a:moveTo>
                  <a:cubicBezTo>
                    <a:pt x="2836" y="5609"/>
                    <a:pt x="2616" y="5829"/>
                    <a:pt x="2301" y="5955"/>
                  </a:cubicBezTo>
                  <a:lnTo>
                    <a:pt x="2301" y="5294"/>
                  </a:lnTo>
                  <a:close/>
                  <a:moveTo>
                    <a:pt x="9011" y="5294"/>
                  </a:moveTo>
                  <a:lnTo>
                    <a:pt x="9011" y="5955"/>
                  </a:lnTo>
                  <a:cubicBezTo>
                    <a:pt x="8696" y="5829"/>
                    <a:pt x="8476" y="5609"/>
                    <a:pt x="8350" y="5294"/>
                  </a:cubicBezTo>
                  <a:close/>
                  <a:moveTo>
                    <a:pt x="9767" y="6743"/>
                  </a:moveTo>
                  <a:cubicBezTo>
                    <a:pt x="10177" y="6743"/>
                    <a:pt x="10523" y="7058"/>
                    <a:pt x="10523" y="7499"/>
                  </a:cubicBezTo>
                  <a:cubicBezTo>
                    <a:pt x="10523" y="7940"/>
                    <a:pt x="10177" y="8255"/>
                    <a:pt x="9767" y="8255"/>
                  </a:cubicBezTo>
                  <a:lnTo>
                    <a:pt x="9767" y="6743"/>
                  </a:lnTo>
                  <a:close/>
                  <a:moveTo>
                    <a:pt x="1545" y="6774"/>
                  </a:moveTo>
                  <a:lnTo>
                    <a:pt x="1545" y="8287"/>
                  </a:lnTo>
                  <a:cubicBezTo>
                    <a:pt x="1135" y="8255"/>
                    <a:pt x="788" y="7940"/>
                    <a:pt x="788" y="7530"/>
                  </a:cubicBezTo>
                  <a:cubicBezTo>
                    <a:pt x="788" y="7152"/>
                    <a:pt x="1103" y="6774"/>
                    <a:pt x="1545" y="6774"/>
                  </a:cubicBezTo>
                  <a:close/>
                  <a:moveTo>
                    <a:pt x="7593" y="5294"/>
                  </a:moveTo>
                  <a:cubicBezTo>
                    <a:pt x="7751" y="6050"/>
                    <a:pt x="8318" y="6585"/>
                    <a:pt x="9074" y="6743"/>
                  </a:cubicBezTo>
                  <a:lnTo>
                    <a:pt x="9074" y="8633"/>
                  </a:lnTo>
                  <a:cubicBezTo>
                    <a:pt x="9011" y="10492"/>
                    <a:pt x="7530" y="11973"/>
                    <a:pt x="5672" y="11973"/>
                  </a:cubicBezTo>
                  <a:cubicBezTo>
                    <a:pt x="3813" y="11973"/>
                    <a:pt x="2332" y="10492"/>
                    <a:pt x="2332" y="8633"/>
                  </a:cubicBezTo>
                  <a:lnTo>
                    <a:pt x="2332" y="6743"/>
                  </a:lnTo>
                  <a:cubicBezTo>
                    <a:pt x="3088" y="6585"/>
                    <a:pt x="3624" y="6018"/>
                    <a:pt x="3781" y="5294"/>
                  </a:cubicBezTo>
                  <a:close/>
                  <a:moveTo>
                    <a:pt x="2931" y="1"/>
                  </a:moveTo>
                  <a:cubicBezTo>
                    <a:pt x="1797" y="1"/>
                    <a:pt x="883" y="1040"/>
                    <a:pt x="1072" y="2175"/>
                  </a:cubicBezTo>
                  <a:lnTo>
                    <a:pt x="1513" y="4916"/>
                  </a:lnTo>
                  <a:lnTo>
                    <a:pt x="1513" y="6018"/>
                  </a:lnTo>
                  <a:cubicBezTo>
                    <a:pt x="662" y="6018"/>
                    <a:pt x="1" y="6711"/>
                    <a:pt x="1" y="7530"/>
                  </a:cubicBezTo>
                  <a:cubicBezTo>
                    <a:pt x="1" y="8350"/>
                    <a:pt x="662" y="9043"/>
                    <a:pt x="1513" y="9043"/>
                  </a:cubicBezTo>
                  <a:cubicBezTo>
                    <a:pt x="1702" y="11122"/>
                    <a:pt x="3466" y="12760"/>
                    <a:pt x="5609" y="12760"/>
                  </a:cubicBezTo>
                  <a:cubicBezTo>
                    <a:pt x="7719" y="12760"/>
                    <a:pt x="9484" y="11122"/>
                    <a:pt x="9704" y="9043"/>
                  </a:cubicBezTo>
                  <a:cubicBezTo>
                    <a:pt x="10523" y="9043"/>
                    <a:pt x="11185" y="8350"/>
                    <a:pt x="11185" y="7530"/>
                  </a:cubicBezTo>
                  <a:cubicBezTo>
                    <a:pt x="11280" y="6711"/>
                    <a:pt x="10586" y="6018"/>
                    <a:pt x="9767" y="6018"/>
                  </a:cubicBezTo>
                  <a:lnTo>
                    <a:pt x="9767" y="4916"/>
                  </a:lnTo>
                  <a:lnTo>
                    <a:pt x="10208" y="2175"/>
                  </a:lnTo>
                  <a:cubicBezTo>
                    <a:pt x="10397" y="1040"/>
                    <a:pt x="9547" y="1"/>
                    <a:pt x="83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189" name="Google Shape;15189;p84"/>
            <p:cNvSpPr/>
            <p:nvPr/>
          </p:nvSpPr>
          <p:spPr>
            <a:xfrm>
              <a:off x="-54312725" y="2334125"/>
              <a:ext cx="54375" cy="53575"/>
            </a:xfrm>
            <a:custGeom>
              <a:avLst/>
              <a:gdLst/>
              <a:ahLst/>
              <a:cxnLst/>
              <a:rect l="l" t="t" r="r" b="b"/>
              <a:pathLst>
                <a:path w="2175" h="2143" extrusionOk="0">
                  <a:moveTo>
                    <a:pt x="1103" y="0"/>
                  </a:moveTo>
                  <a:cubicBezTo>
                    <a:pt x="914" y="0"/>
                    <a:pt x="757" y="158"/>
                    <a:pt x="757" y="347"/>
                  </a:cubicBezTo>
                  <a:lnTo>
                    <a:pt x="757" y="725"/>
                  </a:lnTo>
                  <a:lnTo>
                    <a:pt x="379" y="725"/>
                  </a:lnTo>
                  <a:cubicBezTo>
                    <a:pt x="190" y="725"/>
                    <a:pt x="32" y="882"/>
                    <a:pt x="32" y="1071"/>
                  </a:cubicBezTo>
                  <a:cubicBezTo>
                    <a:pt x="0" y="1229"/>
                    <a:pt x="158" y="1418"/>
                    <a:pt x="379" y="1418"/>
                  </a:cubicBezTo>
                  <a:lnTo>
                    <a:pt x="757" y="1418"/>
                  </a:lnTo>
                  <a:lnTo>
                    <a:pt x="757" y="1796"/>
                  </a:lnTo>
                  <a:cubicBezTo>
                    <a:pt x="757" y="1985"/>
                    <a:pt x="914" y="2142"/>
                    <a:pt x="1103" y="2142"/>
                  </a:cubicBezTo>
                  <a:cubicBezTo>
                    <a:pt x="1292" y="2142"/>
                    <a:pt x="1450" y="1985"/>
                    <a:pt x="1450" y="1796"/>
                  </a:cubicBezTo>
                  <a:lnTo>
                    <a:pt x="1450" y="1418"/>
                  </a:lnTo>
                  <a:lnTo>
                    <a:pt x="1796" y="1418"/>
                  </a:lnTo>
                  <a:cubicBezTo>
                    <a:pt x="2017" y="1418"/>
                    <a:pt x="2174" y="1260"/>
                    <a:pt x="2174" y="1071"/>
                  </a:cubicBezTo>
                  <a:cubicBezTo>
                    <a:pt x="2174" y="882"/>
                    <a:pt x="2017" y="725"/>
                    <a:pt x="1796" y="725"/>
                  </a:cubicBezTo>
                  <a:lnTo>
                    <a:pt x="1450" y="725"/>
                  </a:lnTo>
                  <a:lnTo>
                    <a:pt x="1450" y="347"/>
                  </a:lnTo>
                  <a:cubicBezTo>
                    <a:pt x="1450" y="158"/>
                    <a:pt x="1292" y="0"/>
                    <a:pt x="1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190" name="Google Shape;15190;p84"/>
          <p:cNvGrpSpPr/>
          <p:nvPr/>
        </p:nvGrpSpPr>
        <p:grpSpPr>
          <a:xfrm>
            <a:off x="5327076" y="3603379"/>
            <a:ext cx="323560" cy="361969"/>
            <a:chOff x="-54427725" y="2686975"/>
            <a:chExt cx="285150" cy="319000"/>
          </a:xfrm>
        </p:grpSpPr>
        <p:sp>
          <p:nvSpPr>
            <p:cNvPr id="15191" name="Google Shape;15191;p84"/>
            <p:cNvSpPr/>
            <p:nvPr/>
          </p:nvSpPr>
          <p:spPr>
            <a:xfrm>
              <a:off x="-54320600" y="2919525"/>
              <a:ext cx="72475" cy="28950"/>
            </a:xfrm>
            <a:custGeom>
              <a:avLst/>
              <a:gdLst/>
              <a:ahLst/>
              <a:cxnLst/>
              <a:rect l="l" t="t" r="r" b="b"/>
              <a:pathLst>
                <a:path w="2899" h="1158" extrusionOk="0">
                  <a:moveTo>
                    <a:pt x="398" y="0"/>
                  </a:moveTo>
                  <a:cubicBezTo>
                    <a:pt x="308" y="0"/>
                    <a:pt x="221" y="39"/>
                    <a:pt x="158" y="118"/>
                  </a:cubicBezTo>
                  <a:cubicBezTo>
                    <a:pt x="0" y="276"/>
                    <a:pt x="0" y="496"/>
                    <a:pt x="158" y="622"/>
                  </a:cubicBezTo>
                  <a:cubicBezTo>
                    <a:pt x="505" y="969"/>
                    <a:pt x="977" y="1158"/>
                    <a:pt x="1450" y="1158"/>
                  </a:cubicBezTo>
                  <a:cubicBezTo>
                    <a:pt x="1922" y="1158"/>
                    <a:pt x="2426" y="969"/>
                    <a:pt x="2741" y="622"/>
                  </a:cubicBezTo>
                  <a:cubicBezTo>
                    <a:pt x="2899" y="465"/>
                    <a:pt x="2899" y="213"/>
                    <a:pt x="2741" y="118"/>
                  </a:cubicBezTo>
                  <a:cubicBezTo>
                    <a:pt x="2663" y="39"/>
                    <a:pt x="2568" y="0"/>
                    <a:pt x="2478" y="0"/>
                  </a:cubicBezTo>
                  <a:cubicBezTo>
                    <a:pt x="2387" y="0"/>
                    <a:pt x="2300" y="39"/>
                    <a:pt x="2237" y="118"/>
                  </a:cubicBezTo>
                  <a:cubicBezTo>
                    <a:pt x="2048" y="307"/>
                    <a:pt x="1733" y="433"/>
                    <a:pt x="1450" y="433"/>
                  </a:cubicBezTo>
                  <a:cubicBezTo>
                    <a:pt x="1135" y="433"/>
                    <a:pt x="851" y="307"/>
                    <a:pt x="662" y="118"/>
                  </a:cubicBezTo>
                  <a:cubicBezTo>
                    <a:pt x="583" y="39"/>
                    <a:pt x="489"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192" name="Google Shape;15192;p84"/>
            <p:cNvSpPr/>
            <p:nvPr/>
          </p:nvSpPr>
          <p:spPr>
            <a:xfrm>
              <a:off x="-54256800" y="2856300"/>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193" name="Google Shape;15193;p84"/>
            <p:cNvSpPr/>
            <p:nvPr/>
          </p:nvSpPr>
          <p:spPr>
            <a:xfrm>
              <a:off x="-54330850" y="2856300"/>
              <a:ext cx="18150" cy="17350"/>
            </a:xfrm>
            <a:custGeom>
              <a:avLst/>
              <a:gdLst/>
              <a:ahLst/>
              <a:cxnLst/>
              <a:rect l="l" t="t" r="r" b="b"/>
              <a:pathLst>
                <a:path w="726" h="694" extrusionOk="0">
                  <a:moveTo>
                    <a:pt x="379" y="1"/>
                  </a:moveTo>
                  <a:cubicBezTo>
                    <a:pt x="190" y="1"/>
                    <a:pt x="1" y="158"/>
                    <a:pt x="1" y="347"/>
                  </a:cubicBezTo>
                  <a:cubicBezTo>
                    <a:pt x="1" y="536"/>
                    <a:pt x="190" y="694"/>
                    <a:pt x="379" y="694"/>
                  </a:cubicBezTo>
                  <a:cubicBezTo>
                    <a:pt x="568" y="694"/>
                    <a:pt x="725" y="536"/>
                    <a:pt x="725" y="347"/>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194" name="Google Shape;15194;p84"/>
            <p:cNvSpPr/>
            <p:nvPr/>
          </p:nvSpPr>
          <p:spPr>
            <a:xfrm>
              <a:off x="-54427725" y="2686975"/>
              <a:ext cx="285150" cy="319000"/>
            </a:xfrm>
            <a:custGeom>
              <a:avLst/>
              <a:gdLst/>
              <a:ahLst/>
              <a:cxnLst/>
              <a:rect l="l" t="t" r="r" b="b"/>
              <a:pathLst>
                <a:path w="11406" h="12760" extrusionOk="0">
                  <a:moveTo>
                    <a:pt x="8696" y="756"/>
                  </a:moveTo>
                  <a:cubicBezTo>
                    <a:pt x="9326" y="756"/>
                    <a:pt x="9799" y="1260"/>
                    <a:pt x="9799" y="1859"/>
                  </a:cubicBezTo>
                  <a:lnTo>
                    <a:pt x="9799" y="4883"/>
                  </a:lnTo>
                  <a:cubicBezTo>
                    <a:pt x="9799" y="5072"/>
                    <a:pt x="9641" y="5230"/>
                    <a:pt x="9452" y="5230"/>
                  </a:cubicBezTo>
                  <a:lnTo>
                    <a:pt x="2017" y="5230"/>
                  </a:lnTo>
                  <a:cubicBezTo>
                    <a:pt x="1797" y="5230"/>
                    <a:pt x="1639" y="5072"/>
                    <a:pt x="1639" y="4883"/>
                  </a:cubicBezTo>
                  <a:cubicBezTo>
                    <a:pt x="1608" y="4852"/>
                    <a:pt x="1608" y="1922"/>
                    <a:pt x="1608" y="1859"/>
                  </a:cubicBezTo>
                  <a:cubicBezTo>
                    <a:pt x="1608" y="1229"/>
                    <a:pt x="2112" y="756"/>
                    <a:pt x="2710" y="756"/>
                  </a:cubicBezTo>
                  <a:close/>
                  <a:moveTo>
                    <a:pt x="1608" y="5955"/>
                  </a:moveTo>
                  <a:cubicBezTo>
                    <a:pt x="1734" y="5986"/>
                    <a:pt x="1860" y="6018"/>
                    <a:pt x="1954" y="6018"/>
                  </a:cubicBezTo>
                  <a:lnTo>
                    <a:pt x="2301" y="6018"/>
                  </a:lnTo>
                  <a:lnTo>
                    <a:pt x="2301" y="8317"/>
                  </a:lnTo>
                  <a:cubicBezTo>
                    <a:pt x="2301" y="9105"/>
                    <a:pt x="1986" y="9798"/>
                    <a:pt x="1450" y="10334"/>
                  </a:cubicBezTo>
                  <a:cubicBezTo>
                    <a:pt x="1401" y="10433"/>
                    <a:pt x="1317" y="10480"/>
                    <a:pt x="1225" y="10480"/>
                  </a:cubicBezTo>
                  <a:cubicBezTo>
                    <a:pt x="1142" y="10480"/>
                    <a:pt x="1053" y="10440"/>
                    <a:pt x="977" y="10365"/>
                  </a:cubicBezTo>
                  <a:cubicBezTo>
                    <a:pt x="820" y="10208"/>
                    <a:pt x="820" y="9956"/>
                    <a:pt x="977" y="9830"/>
                  </a:cubicBezTo>
                  <a:cubicBezTo>
                    <a:pt x="1355" y="9452"/>
                    <a:pt x="1608" y="8853"/>
                    <a:pt x="1608" y="8317"/>
                  </a:cubicBezTo>
                  <a:lnTo>
                    <a:pt x="1608" y="5955"/>
                  </a:lnTo>
                  <a:close/>
                  <a:moveTo>
                    <a:pt x="9799" y="5955"/>
                  </a:moveTo>
                  <a:lnTo>
                    <a:pt x="9799" y="6805"/>
                  </a:lnTo>
                  <a:cubicBezTo>
                    <a:pt x="9799" y="8853"/>
                    <a:pt x="9988" y="9420"/>
                    <a:pt x="10429" y="9830"/>
                  </a:cubicBezTo>
                  <a:cubicBezTo>
                    <a:pt x="10618" y="9987"/>
                    <a:pt x="10618" y="10239"/>
                    <a:pt x="10460" y="10365"/>
                  </a:cubicBezTo>
                  <a:cubicBezTo>
                    <a:pt x="10382" y="10444"/>
                    <a:pt x="10287" y="10483"/>
                    <a:pt x="10197" y="10483"/>
                  </a:cubicBezTo>
                  <a:cubicBezTo>
                    <a:pt x="10106" y="10483"/>
                    <a:pt x="10019" y="10444"/>
                    <a:pt x="9956" y="10365"/>
                  </a:cubicBezTo>
                  <a:cubicBezTo>
                    <a:pt x="9389" y="9798"/>
                    <a:pt x="9074" y="9042"/>
                    <a:pt x="9074" y="8317"/>
                  </a:cubicBezTo>
                  <a:lnTo>
                    <a:pt x="9074" y="6018"/>
                  </a:lnTo>
                  <a:lnTo>
                    <a:pt x="9452" y="6018"/>
                  </a:lnTo>
                  <a:cubicBezTo>
                    <a:pt x="9547" y="6018"/>
                    <a:pt x="9704" y="5986"/>
                    <a:pt x="9799" y="5955"/>
                  </a:cubicBezTo>
                  <a:close/>
                  <a:moveTo>
                    <a:pt x="8381" y="6018"/>
                  </a:moveTo>
                  <a:lnTo>
                    <a:pt x="8381" y="8317"/>
                  </a:lnTo>
                  <a:cubicBezTo>
                    <a:pt x="8381" y="8948"/>
                    <a:pt x="8539" y="9515"/>
                    <a:pt x="8822" y="10050"/>
                  </a:cubicBezTo>
                  <a:cubicBezTo>
                    <a:pt x="8224" y="11216"/>
                    <a:pt x="7026" y="11972"/>
                    <a:pt x="5735" y="11972"/>
                  </a:cubicBezTo>
                  <a:cubicBezTo>
                    <a:pt x="4443" y="11972"/>
                    <a:pt x="3246" y="11216"/>
                    <a:pt x="2710" y="10050"/>
                  </a:cubicBezTo>
                  <a:cubicBezTo>
                    <a:pt x="2994" y="9515"/>
                    <a:pt x="3151" y="8916"/>
                    <a:pt x="3151" y="8317"/>
                  </a:cubicBezTo>
                  <a:lnTo>
                    <a:pt x="3151" y="6018"/>
                  </a:lnTo>
                  <a:close/>
                  <a:moveTo>
                    <a:pt x="2710" y="0"/>
                  </a:moveTo>
                  <a:cubicBezTo>
                    <a:pt x="1671" y="0"/>
                    <a:pt x="851" y="819"/>
                    <a:pt x="851" y="1859"/>
                  </a:cubicBezTo>
                  <a:lnTo>
                    <a:pt x="851" y="8317"/>
                  </a:lnTo>
                  <a:cubicBezTo>
                    <a:pt x="851" y="8696"/>
                    <a:pt x="694" y="9042"/>
                    <a:pt x="410" y="9326"/>
                  </a:cubicBezTo>
                  <a:cubicBezTo>
                    <a:pt x="1" y="9767"/>
                    <a:pt x="1" y="10460"/>
                    <a:pt x="410" y="10901"/>
                  </a:cubicBezTo>
                  <a:cubicBezTo>
                    <a:pt x="631" y="11121"/>
                    <a:pt x="922" y="11232"/>
                    <a:pt x="1210" y="11232"/>
                  </a:cubicBezTo>
                  <a:cubicBezTo>
                    <a:pt x="1497" y="11232"/>
                    <a:pt x="1781" y="11121"/>
                    <a:pt x="1986" y="10901"/>
                  </a:cubicBezTo>
                  <a:lnTo>
                    <a:pt x="2143" y="10743"/>
                  </a:lnTo>
                  <a:cubicBezTo>
                    <a:pt x="2868" y="11972"/>
                    <a:pt x="4191" y="12760"/>
                    <a:pt x="5672" y="12760"/>
                  </a:cubicBezTo>
                  <a:cubicBezTo>
                    <a:pt x="7152" y="12760"/>
                    <a:pt x="8444" y="11972"/>
                    <a:pt x="9169" y="10743"/>
                  </a:cubicBezTo>
                  <a:cubicBezTo>
                    <a:pt x="9200" y="10838"/>
                    <a:pt x="9295" y="10869"/>
                    <a:pt x="9326" y="10901"/>
                  </a:cubicBezTo>
                  <a:cubicBezTo>
                    <a:pt x="9547" y="11121"/>
                    <a:pt x="9830" y="11232"/>
                    <a:pt x="10114" y="11232"/>
                  </a:cubicBezTo>
                  <a:cubicBezTo>
                    <a:pt x="10397" y="11232"/>
                    <a:pt x="10681" y="11121"/>
                    <a:pt x="10901" y="10901"/>
                  </a:cubicBezTo>
                  <a:cubicBezTo>
                    <a:pt x="11406" y="10460"/>
                    <a:pt x="11406" y="9767"/>
                    <a:pt x="10964" y="9326"/>
                  </a:cubicBezTo>
                  <a:cubicBezTo>
                    <a:pt x="10744" y="9105"/>
                    <a:pt x="10555" y="8727"/>
                    <a:pt x="10555" y="6805"/>
                  </a:cubicBezTo>
                  <a:lnTo>
                    <a:pt x="10555" y="1859"/>
                  </a:lnTo>
                  <a:cubicBezTo>
                    <a:pt x="10555" y="819"/>
                    <a:pt x="9704" y="0"/>
                    <a:pt x="86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195" name="Google Shape;15195;p84"/>
            <p:cNvSpPr/>
            <p:nvPr/>
          </p:nvSpPr>
          <p:spPr>
            <a:xfrm>
              <a:off x="-54330850" y="2717875"/>
              <a:ext cx="93750" cy="85425"/>
            </a:xfrm>
            <a:custGeom>
              <a:avLst/>
              <a:gdLst/>
              <a:ahLst/>
              <a:cxnLst/>
              <a:rect l="l" t="t" r="r" b="b"/>
              <a:pathLst>
                <a:path w="3750" h="3417" extrusionOk="0">
                  <a:moveTo>
                    <a:pt x="1828" y="1285"/>
                  </a:moveTo>
                  <a:lnTo>
                    <a:pt x="1891" y="1474"/>
                  </a:lnTo>
                  <a:cubicBezTo>
                    <a:pt x="1954" y="1600"/>
                    <a:pt x="2049" y="1663"/>
                    <a:pt x="2175" y="1663"/>
                  </a:cubicBezTo>
                  <a:lnTo>
                    <a:pt x="2364" y="1726"/>
                  </a:lnTo>
                  <a:lnTo>
                    <a:pt x="2206" y="1883"/>
                  </a:lnTo>
                  <a:cubicBezTo>
                    <a:pt x="2143" y="1946"/>
                    <a:pt x="2112" y="2072"/>
                    <a:pt x="2112" y="2198"/>
                  </a:cubicBezTo>
                  <a:lnTo>
                    <a:pt x="2143" y="2387"/>
                  </a:lnTo>
                  <a:lnTo>
                    <a:pt x="1954" y="2293"/>
                  </a:lnTo>
                  <a:cubicBezTo>
                    <a:pt x="1891" y="2277"/>
                    <a:pt x="1828" y="2269"/>
                    <a:pt x="1765" y="2269"/>
                  </a:cubicBezTo>
                  <a:cubicBezTo>
                    <a:pt x="1702" y="2269"/>
                    <a:pt x="1639" y="2277"/>
                    <a:pt x="1576" y="2293"/>
                  </a:cubicBezTo>
                  <a:lnTo>
                    <a:pt x="1387" y="2387"/>
                  </a:lnTo>
                  <a:lnTo>
                    <a:pt x="1450" y="2198"/>
                  </a:lnTo>
                  <a:cubicBezTo>
                    <a:pt x="1482" y="2072"/>
                    <a:pt x="1450" y="1946"/>
                    <a:pt x="1324" y="1883"/>
                  </a:cubicBezTo>
                  <a:lnTo>
                    <a:pt x="1167" y="1726"/>
                  </a:lnTo>
                  <a:lnTo>
                    <a:pt x="1482" y="1663"/>
                  </a:lnTo>
                  <a:cubicBezTo>
                    <a:pt x="1576" y="1663"/>
                    <a:pt x="1702" y="1600"/>
                    <a:pt x="1734" y="1474"/>
                  </a:cubicBezTo>
                  <a:lnTo>
                    <a:pt x="1828" y="1285"/>
                  </a:lnTo>
                  <a:close/>
                  <a:moveTo>
                    <a:pt x="1887" y="1"/>
                  </a:moveTo>
                  <a:cubicBezTo>
                    <a:pt x="1749" y="1"/>
                    <a:pt x="1608" y="72"/>
                    <a:pt x="1545" y="213"/>
                  </a:cubicBezTo>
                  <a:lnTo>
                    <a:pt x="1198" y="938"/>
                  </a:lnTo>
                  <a:lnTo>
                    <a:pt x="442" y="1033"/>
                  </a:lnTo>
                  <a:cubicBezTo>
                    <a:pt x="127" y="1096"/>
                    <a:pt x="1" y="1474"/>
                    <a:pt x="253" y="1663"/>
                  </a:cubicBezTo>
                  <a:lnTo>
                    <a:pt x="757" y="2230"/>
                  </a:lnTo>
                  <a:lnTo>
                    <a:pt x="631" y="2986"/>
                  </a:lnTo>
                  <a:cubicBezTo>
                    <a:pt x="607" y="3229"/>
                    <a:pt x="789" y="3416"/>
                    <a:pt x="1004" y="3416"/>
                  </a:cubicBezTo>
                  <a:cubicBezTo>
                    <a:pt x="1067" y="3416"/>
                    <a:pt x="1133" y="3400"/>
                    <a:pt x="1198" y="3364"/>
                  </a:cubicBezTo>
                  <a:lnTo>
                    <a:pt x="1860" y="3017"/>
                  </a:lnTo>
                  <a:lnTo>
                    <a:pt x="2521" y="3364"/>
                  </a:lnTo>
                  <a:cubicBezTo>
                    <a:pt x="2586" y="3400"/>
                    <a:pt x="2652" y="3416"/>
                    <a:pt x="2715" y="3416"/>
                  </a:cubicBezTo>
                  <a:cubicBezTo>
                    <a:pt x="2930" y="3416"/>
                    <a:pt x="3113" y="3229"/>
                    <a:pt x="3088" y="2986"/>
                  </a:cubicBezTo>
                  <a:lnTo>
                    <a:pt x="2962" y="2230"/>
                  </a:lnTo>
                  <a:lnTo>
                    <a:pt x="3529" y="1663"/>
                  </a:lnTo>
                  <a:cubicBezTo>
                    <a:pt x="3750" y="1474"/>
                    <a:pt x="3624" y="1096"/>
                    <a:pt x="3309" y="1033"/>
                  </a:cubicBezTo>
                  <a:lnTo>
                    <a:pt x="2584" y="938"/>
                  </a:lnTo>
                  <a:lnTo>
                    <a:pt x="2206" y="213"/>
                  </a:lnTo>
                  <a:cubicBezTo>
                    <a:pt x="2159" y="72"/>
                    <a:pt x="2025" y="1"/>
                    <a:pt x="18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196" name="Google Shape;15196;p84"/>
          <p:cNvGrpSpPr/>
          <p:nvPr/>
        </p:nvGrpSpPr>
        <p:grpSpPr>
          <a:xfrm>
            <a:off x="7533634" y="2684351"/>
            <a:ext cx="359303" cy="359984"/>
            <a:chOff x="-52513800" y="1903475"/>
            <a:chExt cx="316650" cy="317250"/>
          </a:xfrm>
        </p:grpSpPr>
        <p:sp>
          <p:nvSpPr>
            <p:cNvPr id="15197" name="Google Shape;15197;p84"/>
            <p:cNvSpPr/>
            <p:nvPr/>
          </p:nvSpPr>
          <p:spPr>
            <a:xfrm>
              <a:off x="-52391700" y="2135825"/>
              <a:ext cx="72475" cy="28975"/>
            </a:xfrm>
            <a:custGeom>
              <a:avLst/>
              <a:gdLst/>
              <a:ahLst/>
              <a:cxnLst/>
              <a:rect l="l" t="t" r="r" b="b"/>
              <a:pathLst>
                <a:path w="2899" h="1159" extrusionOk="0">
                  <a:moveTo>
                    <a:pt x="386" y="1"/>
                  </a:moveTo>
                  <a:cubicBezTo>
                    <a:pt x="291" y="1"/>
                    <a:pt x="205" y="40"/>
                    <a:pt x="158" y="119"/>
                  </a:cubicBezTo>
                  <a:cubicBezTo>
                    <a:pt x="0" y="276"/>
                    <a:pt x="0" y="497"/>
                    <a:pt x="158" y="623"/>
                  </a:cubicBezTo>
                  <a:cubicBezTo>
                    <a:pt x="504" y="970"/>
                    <a:pt x="977" y="1159"/>
                    <a:pt x="1449" y="1159"/>
                  </a:cubicBezTo>
                  <a:cubicBezTo>
                    <a:pt x="1922" y="1159"/>
                    <a:pt x="2426" y="970"/>
                    <a:pt x="2741" y="623"/>
                  </a:cubicBezTo>
                  <a:cubicBezTo>
                    <a:pt x="2898" y="465"/>
                    <a:pt x="2898"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0" y="1"/>
                    <a:pt x="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198" name="Google Shape;15198;p84"/>
            <p:cNvSpPr/>
            <p:nvPr/>
          </p:nvSpPr>
          <p:spPr>
            <a:xfrm>
              <a:off x="-52513800" y="1903475"/>
              <a:ext cx="316650" cy="317250"/>
            </a:xfrm>
            <a:custGeom>
              <a:avLst/>
              <a:gdLst/>
              <a:ahLst/>
              <a:cxnLst/>
              <a:rect l="l" t="t" r="r" b="b"/>
              <a:pathLst>
                <a:path w="12666" h="12690" extrusionOk="0">
                  <a:moveTo>
                    <a:pt x="6333" y="781"/>
                  </a:moveTo>
                  <a:lnTo>
                    <a:pt x="11500" y="3332"/>
                  </a:lnTo>
                  <a:lnTo>
                    <a:pt x="10082" y="4057"/>
                  </a:lnTo>
                  <a:lnTo>
                    <a:pt x="9641" y="3175"/>
                  </a:lnTo>
                  <a:cubicBezTo>
                    <a:pt x="9547" y="3049"/>
                    <a:pt x="9452" y="2986"/>
                    <a:pt x="9326" y="2986"/>
                  </a:cubicBezTo>
                  <a:lnTo>
                    <a:pt x="3309" y="2986"/>
                  </a:lnTo>
                  <a:cubicBezTo>
                    <a:pt x="3151" y="2986"/>
                    <a:pt x="3025" y="3049"/>
                    <a:pt x="2994" y="3175"/>
                  </a:cubicBezTo>
                  <a:lnTo>
                    <a:pt x="2553" y="4057"/>
                  </a:lnTo>
                  <a:lnTo>
                    <a:pt x="1167" y="3332"/>
                  </a:lnTo>
                  <a:lnTo>
                    <a:pt x="6333" y="781"/>
                  </a:lnTo>
                  <a:close/>
                  <a:moveTo>
                    <a:pt x="9043" y="3742"/>
                  </a:moveTo>
                  <a:lnTo>
                    <a:pt x="9389" y="4467"/>
                  </a:lnTo>
                  <a:lnTo>
                    <a:pt x="3151" y="4467"/>
                  </a:lnTo>
                  <a:lnTo>
                    <a:pt x="3498" y="3742"/>
                  </a:lnTo>
                  <a:close/>
                  <a:moveTo>
                    <a:pt x="9673" y="5223"/>
                  </a:moveTo>
                  <a:lnTo>
                    <a:pt x="9673" y="6105"/>
                  </a:lnTo>
                  <a:cubicBezTo>
                    <a:pt x="9547" y="6042"/>
                    <a:pt x="9452" y="6010"/>
                    <a:pt x="9326" y="6010"/>
                  </a:cubicBezTo>
                  <a:lnTo>
                    <a:pt x="7782" y="6010"/>
                  </a:lnTo>
                  <a:cubicBezTo>
                    <a:pt x="7310" y="6010"/>
                    <a:pt x="6869" y="6325"/>
                    <a:pt x="6743" y="6766"/>
                  </a:cubicBezTo>
                  <a:lnTo>
                    <a:pt x="5861" y="6766"/>
                  </a:lnTo>
                  <a:cubicBezTo>
                    <a:pt x="5703" y="6325"/>
                    <a:pt x="5325" y="6010"/>
                    <a:pt x="4790" y="6010"/>
                  </a:cubicBezTo>
                  <a:lnTo>
                    <a:pt x="3277" y="6010"/>
                  </a:lnTo>
                  <a:cubicBezTo>
                    <a:pt x="3151" y="6010"/>
                    <a:pt x="2994" y="6042"/>
                    <a:pt x="2899" y="6105"/>
                  </a:cubicBezTo>
                  <a:lnTo>
                    <a:pt x="2899" y="5223"/>
                  </a:lnTo>
                  <a:close/>
                  <a:moveTo>
                    <a:pt x="4821" y="6766"/>
                  </a:moveTo>
                  <a:cubicBezTo>
                    <a:pt x="5042" y="6766"/>
                    <a:pt x="5199" y="6924"/>
                    <a:pt x="5199" y="7113"/>
                  </a:cubicBezTo>
                  <a:cubicBezTo>
                    <a:pt x="5199" y="7743"/>
                    <a:pt x="4664" y="8216"/>
                    <a:pt x="4096" y="8216"/>
                  </a:cubicBezTo>
                  <a:lnTo>
                    <a:pt x="3309" y="8216"/>
                  </a:lnTo>
                  <a:cubicBezTo>
                    <a:pt x="3088" y="8216"/>
                    <a:pt x="2931" y="8058"/>
                    <a:pt x="2931" y="7869"/>
                  </a:cubicBezTo>
                  <a:lnTo>
                    <a:pt x="2931" y="7113"/>
                  </a:lnTo>
                  <a:cubicBezTo>
                    <a:pt x="2931" y="6924"/>
                    <a:pt x="3088" y="6766"/>
                    <a:pt x="3309" y="6766"/>
                  </a:cubicBezTo>
                  <a:close/>
                  <a:moveTo>
                    <a:pt x="9326" y="6766"/>
                  </a:moveTo>
                  <a:cubicBezTo>
                    <a:pt x="9515" y="6766"/>
                    <a:pt x="9673" y="6924"/>
                    <a:pt x="9673" y="7113"/>
                  </a:cubicBezTo>
                  <a:lnTo>
                    <a:pt x="9673" y="7869"/>
                  </a:lnTo>
                  <a:cubicBezTo>
                    <a:pt x="9673" y="8058"/>
                    <a:pt x="9515" y="8216"/>
                    <a:pt x="9326" y="8216"/>
                  </a:cubicBezTo>
                  <a:lnTo>
                    <a:pt x="8570" y="8216"/>
                  </a:lnTo>
                  <a:cubicBezTo>
                    <a:pt x="7940" y="8216"/>
                    <a:pt x="7436" y="7712"/>
                    <a:pt x="7436" y="7113"/>
                  </a:cubicBezTo>
                  <a:cubicBezTo>
                    <a:pt x="7436" y="6924"/>
                    <a:pt x="7593" y="6766"/>
                    <a:pt x="7782" y="6766"/>
                  </a:cubicBezTo>
                  <a:close/>
                  <a:moveTo>
                    <a:pt x="2206" y="6766"/>
                  </a:moveTo>
                  <a:lnTo>
                    <a:pt x="2206" y="8247"/>
                  </a:lnTo>
                  <a:cubicBezTo>
                    <a:pt x="1765" y="8247"/>
                    <a:pt x="1450" y="7901"/>
                    <a:pt x="1450" y="7523"/>
                  </a:cubicBezTo>
                  <a:cubicBezTo>
                    <a:pt x="1450" y="7113"/>
                    <a:pt x="1765" y="6766"/>
                    <a:pt x="2206" y="6766"/>
                  </a:cubicBezTo>
                  <a:close/>
                  <a:moveTo>
                    <a:pt x="10429" y="6766"/>
                  </a:moveTo>
                  <a:cubicBezTo>
                    <a:pt x="10870" y="6766"/>
                    <a:pt x="11185" y="7082"/>
                    <a:pt x="11185" y="7523"/>
                  </a:cubicBezTo>
                  <a:cubicBezTo>
                    <a:pt x="11185" y="7901"/>
                    <a:pt x="10807" y="8247"/>
                    <a:pt x="10429" y="8247"/>
                  </a:cubicBezTo>
                  <a:lnTo>
                    <a:pt x="10429" y="6766"/>
                  </a:lnTo>
                  <a:close/>
                  <a:moveTo>
                    <a:pt x="6680" y="7523"/>
                  </a:moveTo>
                  <a:cubicBezTo>
                    <a:pt x="6774" y="7869"/>
                    <a:pt x="6932" y="8184"/>
                    <a:pt x="7184" y="8468"/>
                  </a:cubicBezTo>
                  <a:cubicBezTo>
                    <a:pt x="7562" y="8814"/>
                    <a:pt x="8035" y="9003"/>
                    <a:pt x="8539" y="9003"/>
                  </a:cubicBezTo>
                  <a:lnTo>
                    <a:pt x="9295" y="9003"/>
                  </a:lnTo>
                  <a:cubicBezTo>
                    <a:pt x="9389" y="9003"/>
                    <a:pt x="9515" y="8972"/>
                    <a:pt x="9641" y="8940"/>
                  </a:cubicBezTo>
                  <a:lnTo>
                    <a:pt x="9641" y="8940"/>
                  </a:lnTo>
                  <a:cubicBezTo>
                    <a:pt x="9515" y="10610"/>
                    <a:pt x="8066" y="11965"/>
                    <a:pt x="6302" y="11965"/>
                  </a:cubicBezTo>
                  <a:cubicBezTo>
                    <a:pt x="4506" y="11965"/>
                    <a:pt x="3088" y="10610"/>
                    <a:pt x="2899" y="8940"/>
                  </a:cubicBezTo>
                  <a:lnTo>
                    <a:pt x="2899" y="8940"/>
                  </a:lnTo>
                  <a:cubicBezTo>
                    <a:pt x="3025" y="8972"/>
                    <a:pt x="3151" y="9003"/>
                    <a:pt x="3246" y="9003"/>
                  </a:cubicBezTo>
                  <a:lnTo>
                    <a:pt x="4033" y="9003"/>
                  </a:lnTo>
                  <a:cubicBezTo>
                    <a:pt x="4947" y="9003"/>
                    <a:pt x="5703" y="8373"/>
                    <a:pt x="5861" y="7523"/>
                  </a:cubicBezTo>
                  <a:close/>
                  <a:moveTo>
                    <a:pt x="6310" y="1"/>
                  </a:moveTo>
                  <a:cubicBezTo>
                    <a:pt x="6255" y="1"/>
                    <a:pt x="6207" y="9"/>
                    <a:pt x="6176" y="24"/>
                  </a:cubicBezTo>
                  <a:lnTo>
                    <a:pt x="190" y="3017"/>
                  </a:lnTo>
                  <a:cubicBezTo>
                    <a:pt x="64" y="3112"/>
                    <a:pt x="1" y="3206"/>
                    <a:pt x="1" y="3332"/>
                  </a:cubicBezTo>
                  <a:cubicBezTo>
                    <a:pt x="1" y="3490"/>
                    <a:pt x="64" y="3616"/>
                    <a:pt x="190" y="3647"/>
                  </a:cubicBezTo>
                  <a:lnTo>
                    <a:pt x="2238" y="4656"/>
                  </a:lnTo>
                  <a:cubicBezTo>
                    <a:pt x="2238" y="4719"/>
                    <a:pt x="2206" y="4750"/>
                    <a:pt x="2206" y="4782"/>
                  </a:cubicBezTo>
                  <a:lnTo>
                    <a:pt x="2206" y="5979"/>
                  </a:lnTo>
                  <a:cubicBezTo>
                    <a:pt x="1356" y="5979"/>
                    <a:pt x="694" y="6640"/>
                    <a:pt x="694" y="7460"/>
                  </a:cubicBezTo>
                  <a:cubicBezTo>
                    <a:pt x="694" y="8279"/>
                    <a:pt x="1356" y="8972"/>
                    <a:pt x="2206" y="8972"/>
                  </a:cubicBezTo>
                  <a:cubicBezTo>
                    <a:pt x="2395" y="11051"/>
                    <a:pt x="4159" y="12689"/>
                    <a:pt x="6302" y="12689"/>
                  </a:cubicBezTo>
                  <a:cubicBezTo>
                    <a:pt x="8413" y="12689"/>
                    <a:pt x="10240" y="11051"/>
                    <a:pt x="10397" y="8972"/>
                  </a:cubicBezTo>
                  <a:cubicBezTo>
                    <a:pt x="11217" y="8972"/>
                    <a:pt x="11878" y="8279"/>
                    <a:pt x="11878" y="7460"/>
                  </a:cubicBezTo>
                  <a:cubicBezTo>
                    <a:pt x="11878" y="6640"/>
                    <a:pt x="11217" y="5979"/>
                    <a:pt x="10397" y="5979"/>
                  </a:cubicBezTo>
                  <a:lnTo>
                    <a:pt x="10397" y="4782"/>
                  </a:lnTo>
                  <a:cubicBezTo>
                    <a:pt x="10397" y="4750"/>
                    <a:pt x="10397" y="4719"/>
                    <a:pt x="10334" y="4656"/>
                  </a:cubicBezTo>
                  <a:lnTo>
                    <a:pt x="11847" y="3931"/>
                  </a:lnTo>
                  <a:lnTo>
                    <a:pt x="11847" y="6357"/>
                  </a:lnTo>
                  <a:cubicBezTo>
                    <a:pt x="11847" y="6546"/>
                    <a:pt x="12004" y="6703"/>
                    <a:pt x="12193" y="6703"/>
                  </a:cubicBezTo>
                  <a:cubicBezTo>
                    <a:pt x="12382" y="6703"/>
                    <a:pt x="12540" y="6546"/>
                    <a:pt x="12540" y="6357"/>
                  </a:cubicBezTo>
                  <a:lnTo>
                    <a:pt x="12540" y="3332"/>
                  </a:lnTo>
                  <a:lnTo>
                    <a:pt x="12666" y="3332"/>
                  </a:lnTo>
                  <a:cubicBezTo>
                    <a:pt x="12666" y="3206"/>
                    <a:pt x="12603" y="3049"/>
                    <a:pt x="12477" y="3017"/>
                  </a:cubicBezTo>
                  <a:lnTo>
                    <a:pt x="6491" y="24"/>
                  </a:lnTo>
                  <a:cubicBezTo>
                    <a:pt x="6428" y="9"/>
                    <a:pt x="6365" y="1"/>
                    <a:pt x="63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199" name="Google Shape;15199;p84"/>
          <p:cNvGrpSpPr/>
          <p:nvPr/>
        </p:nvGrpSpPr>
        <p:grpSpPr>
          <a:xfrm>
            <a:off x="7543464" y="3136708"/>
            <a:ext cx="339644" cy="360182"/>
            <a:chOff x="-52505925" y="2295525"/>
            <a:chExt cx="299325" cy="317425"/>
          </a:xfrm>
        </p:grpSpPr>
        <p:sp>
          <p:nvSpPr>
            <p:cNvPr id="15200" name="Google Shape;15200;p84"/>
            <p:cNvSpPr/>
            <p:nvPr/>
          </p:nvSpPr>
          <p:spPr>
            <a:xfrm>
              <a:off x="-52401950" y="2526500"/>
              <a:ext cx="73275" cy="29750"/>
            </a:xfrm>
            <a:custGeom>
              <a:avLst/>
              <a:gdLst/>
              <a:ahLst/>
              <a:cxnLst/>
              <a:rect l="l" t="t" r="r" b="b"/>
              <a:pathLst>
                <a:path w="2931" h="1190" extrusionOk="0">
                  <a:moveTo>
                    <a:pt x="398" y="0"/>
                  </a:moveTo>
                  <a:cubicBezTo>
                    <a:pt x="308" y="0"/>
                    <a:pt x="221" y="39"/>
                    <a:pt x="158" y="118"/>
                  </a:cubicBezTo>
                  <a:cubicBezTo>
                    <a:pt x="0" y="276"/>
                    <a:pt x="0" y="496"/>
                    <a:pt x="158" y="622"/>
                  </a:cubicBezTo>
                  <a:cubicBezTo>
                    <a:pt x="505" y="969"/>
                    <a:pt x="977" y="1189"/>
                    <a:pt x="1450" y="1189"/>
                  </a:cubicBezTo>
                  <a:cubicBezTo>
                    <a:pt x="1922" y="1189"/>
                    <a:pt x="2458" y="969"/>
                    <a:pt x="2773" y="622"/>
                  </a:cubicBezTo>
                  <a:cubicBezTo>
                    <a:pt x="2930" y="465"/>
                    <a:pt x="2930" y="244"/>
                    <a:pt x="2773" y="118"/>
                  </a:cubicBezTo>
                  <a:cubicBezTo>
                    <a:pt x="2710" y="55"/>
                    <a:pt x="2615" y="24"/>
                    <a:pt x="2517" y="24"/>
                  </a:cubicBezTo>
                  <a:cubicBezTo>
                    <a:pt x="2418" y="24"/>
                    <a:pt x="2316" y="55"/>
                    <a:pt x="2237" y="118"/>
                  </a:cubicBezTo>
                  <a:cubicBezTo>
                    <a:pt x="2048" y="307"/>
                    <a:pt x="1733" y="433"/>
                    <a:pt x="1450" y="433"/>
                  </a:cubicBezTo>
                  <a:cubicBezTo>
                    <a:pt x="1135" y="433"/>
                    <a:pt x="883" y="307"/>
                    <a:pt x="662" y="118"/>
                  </a:cubicBezTo>
                  <a:cubicBezTo>
                    <a:pt x="583" y="39"/>
                    <a:pt x="489"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201" name="Google Shape;15201;p84"/>
            <p:cNvSpPr/>
            <p:nvPr/>
          </p:nvSpPr>
          <p:spPr>
            <a:xfrm>
              <a:off x="-52411400" y="2463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202" name="Google Shape;15202;p84"/>
            <p:cNvSpPr/>
            <p:nvPr/>
          </p:nvSpPr>
          <p:spPr>
            <a:xfrm>
              <a:off x="-52336575" y="2463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203" name="Google Shape;15203;p84"/>
            <p:cNvSpPr/>
            <p:nvPr/>
          </p:nvSpPr>
          <p:spPr>
            <a:xfrm>
              <a:off x="-52505925" y="2295525"/>
              <a:ext cx="299325" cy="317425"/>
            </a:xfrm>
            <a:custGeom>
              <a:avLst/>
              <a:gdLst/>
              <a:ahLst/>
              <a:cxnLst/>
              <a:rect l="l" t="t" r="r" b="b"/>
              <a:pathLst>
                <a:path w="11973" h="12697" extrusionOk="0">
                  <a:moveTo>
                    <a:pt x="8046" y="1489"/>
                  </a:moveTo>
                  <a:cubicBezTo>
                    <a:pt x="8121" y="1489"/>
                    <a:pt x="8192" y="1497"/>
                    <a:pt x="8255" y="1513"/>
                  </a:cubicBezTo>
                  <a:cubicBezTo>
                    <a:pt x="8224" y="1639"/>
                    <a:pt x="8224" y="1765"/>
                    <a:pt x="8224" y="1859"/>
                  </a:cubicBezTo>
                  <a:lnTo>
                    <a:pt x="8224" y="2080"/>
                  </a:lnTo>
                  <a:cubicBezTo>
                    <a:pt x="7909" y="1828"/>
                    <a:pt x="7499" y="1670"/>
                    <a:pt x="7121" y="1607"/>
                  </a:cubicBezTo>
                  <a:cubicBezTo>
                    <a:pt x="7341" y="1513"/>
                    <a:pt x="7594" y="1513"/>
                    <a:pt x="7814" y="1513"/>
                  </a:cubicBezTo>
                  <a:cubicBezTo>
                    <a:pt x="7893" y="1497"/>
                    <a:pt x="7972" y="1489"/>
                    <a:pt x="8046" y="1489"/>
                  </a:cubicBezTo>
                  <a:close/>
                  <a:moveTo>
                    <a:pt x="9326" y="914"/>
                  </a:moveTo>
                  <a:cubicBezTo>
                    <a:pt x="9484" y="1071"/>
                    <a:pt x="9610" y="1261"/>
                    <a:pt x="9673" y="1544"/>
                  </a:cubicBezTo>
                  <a:cubicBezTo>
                    <a:pt x="9452" y="1796"/>
                    <a:pt x="9232" y="2111"/>
                    <a:pt x="9137" y="2458"/>
                  </a:cubicBezTo>
                  <a:cubicBezTo>
                    <a:pt x="9043" y="2269"/>
                    <a:pt x="8980" y="2080"/>
                    <a:pt x="8980" y="1859"/>
                  </a:cubicBezTo>
                  <a:cubicBezTo>
                    <a:pt x="8980" y="1513"/>
                    <a:pt x="9137" y="1198"/>
                    <a:pt x="9326" y="914"/>
                  </a:cubicBezTo>
                  <a:close/>
                  <a:moveTo>
                    <a:pt x="11122" y="1513"/>
                  </a:moveTo>
                  <a:lnTo>
                    <a:pt x="11122" y="1513"/>
                  </a:lnTo>
                  <a:cubicBezTo>
                    <a:pt x="11028" y="2174"/>
                    <a:pt x="10460" y="2741"/>
                    <a:pt x="9767" y="2899"/>
                  </a:cubicBezTo>
                  <a:cubicBezTo>
                    <a:pt x="9925" y="2174"/>
                    <a:pt x="10460" y="1670"/>
                    <a:pt x="11122" y="1513"/>
                  </a:cubicBezTo>
                  <a:close/>
                  <a:moveTo>
                    <a:pt x="6365" y="2237"/>
                  </a:moveTo>
                  <a:cubicBezTo>
                    <a:pt x="7404" y="2237"/>
                    <a:pt x="8287" y="2836"/>
                    <a:pt x="8728" y="3718"/>
                  </a:cubicBezTo>
                  <a:lnTo>
                    <a:pt x="8602" y="3718"/>
                  </a:lnTo>
                  <a:cubicBezTo>
                    <a:pt x="7972" y="3718"/>
                    <a:pt x="7499" y="4222"/>
                    <a:pt x="7499" y="4821"/>
                  </a:cubicBezTo>
                  <a:lnTo>
                    <a:pt x="7499" y="5167"/>
                  </a:lnTo>
                  <a:lnTo>
                    <a:pt x="3025" y="5167"/>
                  </a:lnTo>
                  <a:cubicBezTo>
                    <a:pt x="2206" y="5167"/>
                    <a:pt x="1513" y="4506"/>
                    <a:pt x="1513" y="3686"/>
                  </a:cubicBezTo>
                  <a:cubicBezTo>
                    <a:pt x="1513" y="2899"/>
                    <a:pt x="2206" y="2237"/>
                    <a:pt x="3025" y="2237"/>
                  </a:cubicBezTo>
                  <a:close/>
                  <a:moveTo>
                    <a:pt x="10397" y="3497"/>
                  </a:moveTo>
                  <a:cubicBezTo>
                    <a:pt x="10429" y="3686"/>
                    <a:pt x="10460" y="3875"/>
                    <a:pt x="10460" y="4064"/>
                  </a:cubicBezTo>
                  <a:cubicBezTo>
                    <a:pt x="10460" y="4537"/>
                    <a:pt x="10334" y="4978"/>
                    <a:pt x="10114" y="5388"/>
                  </a:cubicBezTo>
                  <a:cubicBezTo>
                    <a:pt x="9956" y="5608"/>
                    <a:pt x="10145" y="5923"/>
                    <a:pt x="10429" y="5923"/>
                  </a:cubicBezTo>
                  <a:lnTo>
                    <a:pt x="10460" y="5923"/>
                  </a:lnTo>
                  <a:cubicBezTo>
                    <a:pt x="10870" y="5923"/>
                    <a:pt x="11217" y="6238"/>
                    <a:pt x="11217" y="6679"/>
                  </a:cubicBezTo>
                  <a:cubicBezTo>
                    <a:pt x="11217" y="7120"/>
                    <a:pt x="10902" y="7435"/>
                    <a:pt x="10460" y="7435"/>
                  </a:cubicBezTo>
                  <a:lnTo>
                    <a:pt x="9704" y="7435"/>
                  </a:lnTo>
                  <a:lnTo>
                    <a:pt x="9704" y="4821"/>
                  </a:lnTo>
                  <a:cubicBezTo>
                    <a:pt x="9704" y="4443"/>
                    <a:pt x="9641" y="4033"/>
                    <a:pt x="9515" y="3686"/>
                  </a:cubicBezTo>
                  <a:cubicBezTo>
                    <a:pt x="9830" y="3655"/>
                    <a:pt x="10114" y="3592"/>
                    <a:pt x="10397" y="3497"/>
                  </a:cubicBezTo>
                  <a:close/>
                  <a:moveTo>
                    <a:pt x="1513" y="6679"/>
                  </a:moveTo>
                  <a:lnTo>
                    <a:pt x="1513" y="8160"/>
                  </a:lnTo>
                  <a:cubicBezTo>
                    <a:pt x="1104" y="8160"/>
                    <a:pt x="789" y="7845"/>
                    <a:pt x="789" y="7435"/>
                  </a:cubicBezTo>
                  <a:cubicBezTo>
                    <a:pt x="789" y="7026"/>
                    <a:pt x="1135" y="6679"/>
                    <a:pt x="1513" y="6679"/>
                  </a:cubicBezTo>
                  <a:close/>
                  <a:moveTo>
                    <a:pt x="8570" y="4474"/>
                  </a:moveTo>
                  <a:cubicBezTo>
                    <a:pt x="8759" y="4474"/>
                    <a:pt x="8917" y="4632"/>
                    <a:pt x="8917" y="4821"/>
                  </a:cubicBezTo>
                  <a:cubicBezTo>
                    <a:pt x="8980" y="4978"/>
                    <a:pt x="8980" y="8412"/>
                    <a:pt x="8980" y="8570"/>
                  </a:cubicBezTo>
                  <a:cubicBezTo>
                    <a:pt x="8980" y="10460"/>
                    <a:pt x="7467" y="11972"/>
                    <a:pt x="5609" y="11972"/>
                  </a:cubicBezTo>
                  <a:cubicBezTo>
                    <a:pt x="3781" y="11972"/>
                    <a:pt x="2269" y="10460"/>
                    <a:pt x="2269" y="8570"/>
                  </a:cubicBezTo>
                  <a:lnTo>
                    <a:pt x="2269" y="5797"/>
                  </a:lnTo>
                  <a:cubicBezTo>
                    <a:pt x="2521" y="5892"/>
                    <a:pt x="2742" y="5923"/>
                    <a:pt x="3025" y="5923"/>
                  </a:cubicBezTo>
                  <a:lnTo>
                    <a:pt x="7877" y="5923"/>
                  </a:lnTo>
                  <a:cubicBezTo>
                    <a:pt x="8066" y="5923"/>
                    <a:pt x="8224" y="5766"/>
                    <a:pt x="8224" y="5577"/>
                  </a:cubicBezTo>
                  <a:lnTo>
                    <a:pt x="8224" y="4821"/>
                  </a:lnTo>
                  <a:cubicBezTo>
                    <a:pt x="8224" y="4632"/>
                    <a:pt x="8381" y="4474"/>
                    <a:pt x="8570" y="4474"/>
                  </a:cubicBezTo>
                  <a:close/>
                  <a:moveTo>
                    <a:pt x="9358" y="0"/>
                  </a:moveTo>
                  <a:cubicBezTo>
                    <a:pt x="9271" y="0"/>
                    <a:pt x="9185" y="32"/>
                    <a:pt x="9106" y="95"/>
                  </a:cubicBezTo>
                  <a:cubicBezTo>
                    <a:pt x="9043" y="95"/>
                    <a:pt x="8791" y="378"/>
                    <a:pt x="8539" y="819"/>
                  </a:cubicBezTo>
                  <a:cubicBezTo>
                    <a:pt x="8318" y="756"/>
                    <a:pt x="8098" y="725"/>
                    <a:pt x="7877" y="725"/>
                  </a:cubicBezTo>
                  <a:cubicBezTo>
                    <a:pt x="7089" y="725"/>
                    <a:pt x="6365" y="1008"/>
                    <a:pt x="5735" y="1481"/>
                  </a:cubicBezTo>
                  <a:lnTo>
                    <a:pt x="2994" y="1481"/>
                  </a:lnTo>
                  <a:cubicBezTo>
                    <a:pt x="1765" y="1481"/>
                    <a:pt x="757" y="2458"/>
                    <a:pt x="757" y="3718"/>
                  </a:cubicBezTo>
                  <a:cubicBezTo>
                    <a:pt x="757" y="4379"/>
                    <a:pt x="1072" y="5010"/>
                    <a:pt x="1545" y="5419"/>
                  </a:cubicBezTo>
                  <a:cubicBezTo>
                    <a:pt x="1482" y="5451"/>
                    <a:pt x="1482" y="5545"/>
                    <a:pt x="1482" y="5577"/>
                  </a:cubicBezTo>
                  <a:lnTo>
                    <a:pt x="1482" y="5923"/>
                  </a:lnTo>
                  <a:cubicBezTo>
                    <a:pt x="662" y="5923"/>
                    <a:pt x="1" y="6585"/>
                    <a:pt x="1" y="7435"/>
                  </a:cubicBezTo>
                  <a:cubicBezTo>
                    <a:pt x="1" y="8255"/>
                    <a:pt x="662" y="8916"/>
                    <a:pt x="1482" y="8916"/>
                  </a:cubicBezTo>
                  <a:cubicBezTo>
                    <a:pt x="1702" y="10996"/>
                    <a:pt x="3435" y="12697"/>
                    <a:pt x="5577" y="12697"/>
                  </a:cubicBezTo>
                  <a:cubicBezTo>
                    <a:pt x="7877" y="12697"/>
                    <a:pt x="9673" y="10806"/>
                    <a:pt x="9673" y="8570"/>
                  </a:cubicBezTo>
                  <a:lnTo>
                    <a:pt x="9673" y="8223"/>
                  </a:lnTo>
                  <a:lnTo>
                    <a:pt x="10429" y="8223"/>
                  </a:lnTo>
                  <a:cubicBezTo>
                    <a:pt x="11248" y="8223"/>
                    <a:pt x="11941" y="7530"/>
                    <a:pt x="11941" y="6711"/>
                  </a:cubicBezTo>
                  <a:cubicBezTo>
                    <a:pt x="11973" y="6049"/>
                    <a:pt x="11563" y="5482"/>
                    <a:pt x="10965" y="5293"/>
                  </a:cubicBezTo>
                  <a:cubicBezTo>
                    <a:pt x="11122" y="4915"/>
                    <a:pt x="11217" y="4506"/>
                    <a:pt x="11217" y="4064"/>
                  </a:cubicBezTo>
                  <a:cubicBezTo>
                    <a:pt x="11217" y="3718"/>
                    <a:pt x="11185" y="3403"/>
                    <a:pt x="11059" y="3056"/>
                  </a:cubicBezTo>
                  <a:cubicBezTo>
                    <a:pt x="11626" y="2584"/>
                    <a:pt x="11973" y="1859"/>
                    <a:pt x="11973" y="1071"/>
                  </a:cubicBezTo>
                  <a:cubicBezTo>
                    <a:pt x="11973" y="882"/>
                    <a:pt x="11815" y="725"/>
                    <a:pt x="11626" y="725"/>
                  </a:cubicBezTo>
                  <a:cubicBezTo>
                    <a:pt x="11154" y="725"/>
                    <a:pt x="10713" y="851"/>
                    <a:pt x="10303" y="1071"/>
                  </a:cubicBezTo>
                  <a:cubicBezTo>
                    <a:pt x="10082" y="504"/>
                    <a:pt x="9641" y="95"/>
                    <a:pt x="9610" y="95"/>
                  </a:cubicBezTo>
                  <a:cubicBezTo>
                    <a:pt x="9531" y="32"/>
                    <a:pt x="9444" y="0"/>
                    <a:pt x="93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204" name="Google Shape;15204;p84"/>
          <p:cNvGrpSpPr/>
          <p:nvPr/>
        </p:nvGrpSpPr>
        <p:grpSpPr>
          <a:xfrm>
            <a:off x="7554641" y="3603379"/>
            <a:ext cx="317290" cy="361090"/>
            <a:chOff x="-52494100" y="2686975"/>
            <a:chExt cx="279625" cy="318225"/>
          </a:xfrm>
        </p:grpSpPr>
        <p:sp>
          <p:nvSpPr>
            <p:cNvPr id="15205" name="Google Shape;15205;p84"/>
            <p:cNvSpPr/>
            <p:nvPr/>
          </p:nvSpPr>
          <p:spPr>
            <a:xfrm>
              <a:off x="-52391700" y="2919525"/>
              <a:ext cx="72475" cy="28950"/>
            </a:xfrm>
            <a:custGeom>
              <a:avLst/>
              <a:gdLst/>
              <a:ahLst/>
              <a:cxnLst/>
              <a:rect l="l" t="t" r="r" b="b"/>
              <a:pathLst>
                <a:path w="2899" h="1158" extrusionOk="0">
                  <a:moveTo>
                    <a:pt x="386" y="0"/>
                  </a:moveTo>
                  <a:cubicBezTo>
                    <a:pt x="291" y="0"/>
                    <a:pt x="205" y="39"/>
                    <a:pt x="158" y="118"/>
                  </a:cubicBezTo>
                  <a:cubicBezTo>
                    <a:pt x="0" y="276"/>
                    <a:pt x="0" y="496"/>
                    <a:pt x="158" y="622"/>
                  </a:cubicBezTo>
                  <a:cubicBezTo>
                    <a:pt x="504" y="969"/>
                    <a:pt x="977" y="1158"/>
                    <a:pt x="1449" y="1158"/>
                  </a:cubicBezTo>
                  <a:cubicBezTo>
                    <a:pt x="1922" y="1158"/>
                    <a:pt x="2426" y="969"/>
                    <a:pt x="2741" y="622"/>
                  </a:cubicBezTo>
                  <a:cubicBezTo>
                    <a:pt x="2898" y="465"/>
                    <a:pt x="2898" y="213"/>
                    <a:pt x="2741" y="118"/>
                  </a:cubicBezTo>
                  <a:cubicBezTo>
                    <a:pt x="2662" y="39"/>
                    <a:pt x="2568" y="0"/>
                    <a:pt x="2477" y="0"/>
                  </a:cubicBezTo>
                  <a:cubicBezTo>
                    <a:pt x="2387" y="0"/>
                    <a:pt x="2300" y="39"/>
                    <a:pt x="2237" y="118"/>
                  </a:cubicBezTo>
                  <a:cubicBezTo>
                    <a:pt x="2048" y="307"/>
                    <a:pt x="1733" y="433"/>
                    <a:pt x="1449" y="433"/>
                  </a:cubicBezTo>
                  <a:cubicBezTo>
                    <a:pt x="1134" y="433"/>
                    <a:pt x="851" y="307"/>
                    <a:pt x="662" y="118"/>
                  </a:cubicBezTo>
                  <a:cubicBezTo>
                    <a:pt x="583" y="39"/>
                    <a:pt x="480" y="0"/>
                    <a:pt x="3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206" name="Google Shape;15206;p84"/>
            <p:cNvSpPr/>
            <p:nvPr/>
          </p:nvSpPr>
          <p:spPr>
            <a:xfrm>
              <a:off x="-52401950" y="2856300"/>
              <a:ext cx="18125" cy="17350"/>
            </a:xfrm>
            <a:custGeom>
              <a:avLst/>
              <a:gdLst/>
              <a:ahLst/>
              <a:cxnLst/>
              <a:rect l="l" t="t" r="r" b="b"/>
              <a:pathLst>
                <a:path w="725" h="694" extrusionOk="0">
                  <a:moveTo>
                    <a:pt x="379" y="1"/>
                  </a:moveTo>
                  <a:cubicBezTo>
                    <a:pt x="158" y="1"/>
                    <a:pt x="0" y="158"/>
                    <a:pt x="0" y="347"/>
                  </a:cubicBezTo>
                  <a:cubicBezTo>
                    <a:pt x="0"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207" name="Google Shape;15207;p84"/>
            <p:cNvSpPr/>
            <p:nvPr/>
          </p:nvSpPr>
          <p:spPr>
            <a:xfrm>
              <a:off x="-52327925" y="2855525"/>
              <a:ext cx="18925" cy="17350"/>
            </a:xfrm>
            <a:custGeom>
              <a:avLst/>
              <a:gdLst/>
              <a:ahLst/>
              <a:cxnLst/>
              <a:rect l="l" t="t" r="r" b="b"/>
              <a:pathLst>
                <a:path w="757" h="694" extrusionOk="0">
                  <a:moveTo>
                    <a:pt x="347" y="0"/>
                  </a:moveTo>
                  <a:cubicBezTo>
                    <a:pt x="158" y="0"/>
                    <a:pt x="1" y="158"/>
                    <a:pt x="1" y="347"/>
                  </a:cubicBezTo>
                  <a:cubicBezTo>
                    <a:pt x="1" y="536"/>
                    <a:pt x="158" y="693"/>
                    <a:pt x="347" y="693"/>
                  </a:cubicBezTo>
                  <a:cubicBezTo>
                    <a:pt x="537" y="693"/>
                    <a:pt x="694" y="536"/>
                    <a:pt x="694" y="347"/>
                  </a:cubicBezTo>
                  <a:cubicBezTo>
                    <a:pt x="757" y="189"/>
                    <a:pt x="600"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208" name="Google Shape;15208;p84"/>
            <p:cNvSpPr/>
            <p:nvPr/>
          </p:nvSpPr>
          <p:spPr>
            <a:xfrm>
              <a:off x="-52494100" y="2686975"/>
              <a:ext cx="279625" cy="318225"/>
            </a:xfrm>
            <a:custGeom>
              <a:avLst/>
              <a:gdLst/>
              <a:ahLst/>
              <a:cxnLst/>
              <a:rect l="l" t="t" r="r" b="b"/>
              <a:pathLst>
                <a:path w="11185" h="12729" extrusionOk="0">
                  <a:moveTo>
                    <a:pt x="8538" y="756"/>
                  </a:moveTo>
                  <a:cubicBezTo>
                    <a:pt x="8727" y="756"/>
                    <a:pt x="8885" y="914"/>
                    <a:pt x="8885" y="1103"/>
                  </a:cubicBezTo>
                  <a:lnTo>
                    <a:pt x="8885" y="2269"/>
                  </a:lnTo>
                  <a:lnTo>
                    <a:pt x="2143" y="2269"/>
                  </a:lnTo>
                  <a:lnTo>
                    <a:pt x="2143" y="1103"/>
                  </a:lnTo>
                  <a:cubicBezTo>
                    <a:pt x="2143" y="914"/>
                    <a:pt x="2300" y="756"/>
                    <a:pt x="2552" y="756"/>
                  </a:cubicBezTo>
                  <a:close/>
                  <a:moveTo>
                    <a:pt x="5545" y="3025"/>
                  </a:moveTo>
                  <a:cubicBezTo>
                    <a:pt x="5734" y="3025"/>
                    <a:pt x="5892" y="3182"/>
                    <a:pt x="5892" y="3371"/>
                  </a:cubicBezTo>
                  <a:cubicBezTo>
                    <a:pt x="5892" y="3592"/>
                    <a:pt x="5734" y="3749"/>
                    <a:pt x="5545" y="3749"/>
                  </a:cubicBezTo>
                  <a:cubicBezTo>
                    <a:pt x="5356" y="3749"/>
                    <a:pt x="5199" y="3592"/>
                    <a:pt x="5199" y="3371"/>
                  </a:cubicBezTo>
                  <a:cubicBezTo>
                    <a:pt x="5199" y="3182"/>
                    <a:pt x="5356" y="3025"/>
                    <a:pt x="5545" y="3025"/>
                  </a:cubicBezTo>
                  <a:close/>
                  <a:moveTo>
                    <a:pt x="4474" y="3025"/>
                  </a:moveTo>
                  <a:cubicBezTo>
                    <a:pt x="4443" y="3151"/>
                    <a:pt x="4411" y="3277"/>
                    <a:pt x="4411" y="3434"/>
                  </a:cubicBezTo>
                  <a:cubicBezTo>
                    <a:pt x="4411" y="3529"/>
                    <a:pt x="4443" y="3655"/>
                    <a:pt x="4474" y="3781"/>
                  </a:cubicBezTo>
                  <a:lnTo>
                    <a:pt x="2206" y="3781"/>
                  </a:lnTo>
                  <a:lnTo>
                    <a:pt x="2206" y="3025"/>
                  </a:lnTo>
                  <a:close/>
                  <a:moveTo>
                    <a:pt x="8853" y="3056"/>
                  </a:moveTo>
                  <a:lnTo>
                    <a:pt x="8853" y="3812"/>
                  </a:lnTo>
                  <a:lnTo>
                    <a:pt x="6553" y="3812"/>
                  </a:lnTo>
                  <a:lnTo>
                    <a:pt x="6553" y="3781"/>
                  </a:lnTo>
                  <a:cubicBezTo>
                    <a:pt x="6616" y="3655"/>
                    <a:pt x="6648" y="3529"/>
                    <a:pt x="6648" y="3434"/>
                  </a:cubicBezTo>
                  <a:cubicBezTo>
                    <a:pt x="6648" y="3308"/>
                    <a:pt x="6616" y="3151"/>
                    <a:pt x="6553" y="3056"/>
                  </a:cubicBezTo>
                  <a:close/>
                  <a:moveTo>
                    <a:pt x="9601" y="4568"/>
                  </a:moveTo>
                  <a:cubicBezTo>
                    <a:pt x="9503" y="4903"/>
                    <a:pt x="9317" y="5207"/>
                    <a:pt x="9042" y="5482"/>
                  </a:cubicBezTo>
                  <a:cubicBezTo>
                    <a:pt x="8763" y="5736"/>
                    <a:pt x="8382" y="5887"/>
                    <a:pt x="7997" y="5887"/>
                  </a:cubicBezTo>
                  <a:cubicBezTo>
                    <a:pt x="7904" y="5887"/>
                    <a:pt x="7811" y="5878"/>
                    <a:pt x="7719" y="5860"/>
                  </a:cubicBezTo>
                  <a:cubicBezTo>
                    <a:pt x="6207" y="5640"/>
                    <a:pt x="4758" y="5199"/>
                    <a:pt x="3434" y="4568"/>
                  </a:cubicBezTo>
                  <a:close/>
                  <a:moveTo>
                    <a:pt x="1418" y="6742"/>
                  </a:moveTo>
                  <a:lnTo>
                    <a:pt x="1418" y="8223"/>
                  </a:lnTo>
                  <a:cubicBezTo>
                    <a:pt x="1009" y="8223"/>
                    <a:pt x="662" y="7908"/>
                    <a:pt x="662" y="7467"/>
                  </a:cubicBezTo>
                  <a:cubicBezTo>
                    <a:pt x="662" y="7089"/>
                    <a:pt x="1009" y="6742"/>
                    <a:pt x="1418" y="6742"/>
                  </a:cubicBezTo>
                  <a:close/>
                  <a:moveTo>
                    <a:pt x="9641" y="6742"/>
                  </a:moveTo>
                  <a:cubicBezTo>
                    <a:pt x="10019" y="6742"/>
                    <a:pt x="10397" y="7057"/>
                    <a:pt x="10397" y="7467"/>
                  </a:cubicBezTo>
                  <a:cubicBezTo>
                    <a:pt x="10397" y="7908"/>
                    <a:pt x="10019" y="8223"/>
                    <a:pt x="9641" y="8223"/>
                  </a:cubicBezTo>
                  <a:lnTo>
                    <a:pt x="9641" y="6742"/>
                  </a:lnTo>
                  <a:close/>
                  <a:moveTo>
                    <a:pt x="2143" y="4757"/>
                  </a:moveTo>
                  <a:lnTo>
                    <a:pt x="2741" y="5072"/>
                  </a:lnTo>
                  <a:cubicBezTo>
                    <a:pt x="4254" y="5829"/>
                    <a:pt x="5860" y="6333"/>
                    <a:pt x="7562" y="6616"/>
                  </a:cubicBezTo>
                  <a:cubicBezTo>
                    <a:pt x="7667" y="6633"/>
                    <a:pt x="7777" y="6640"/>
                    <a:pt x="7889" y="6640"/>
                  </a:cubicBezTo>
                  <a:cubicBezTo>
                    <a:pt x="8211" y="6640"/>
                    <a:pt x="8550" y="6576"/>
                    <a:pt x="8853" y="6459"/>
                  </a:cubicBezTo>
                  <a:lnTo>
                    <a:pt x="8853" y="8664"/>
                  </a:lnTo>
                  <a:cubicBezTo>
                    <a:pt x="8885" y="10460"/>
                    <a:pt x="7341" y="11972"/>
                    <a:pt x="5514" y="11972"/>
                  </a:cubicBezTo>
                  <a:cubicBezTo>
                    <a:pt x="3655" y="11972"/>
                    <a:pt x="2143" y="10460"/>
                    <a:pt x="2143" y="8633"/>
                  </a:cubicBezTo>
                  <a:lnTo>
                    <a:pt x="2143" y="4757"/>
                  </a:lnTo>
                  <a:close/>
                  <a:moveTo>
                    <a:pt x="2584" y="0"/>
                  </a:moveTo>
                  <a:cubicBezTo>
                    <a:pt x="1954" y="0"/>
                    <a:pt x="1481" y="504"/>
                    <a:pt x="1481" y="1103"/>
                  </a:cubicBezTo>
                  <a:lnTo>
                    <a:pt x="1481" y="5986"/>
                  </a:lnTo>
                  <a:cubicBezTo>
                    <a:pt x="662" y="5986"/>
                    <a:pt x="0" y="6648"/>
                    <a:pt x="0" y="7467"/>
                  </a:cubicBezTo>
                  <a:cubicBezTo>
                    <a:pt x="0" y="8317"/>
                    <a:pt x="662" y="8979"/>
                    <a:pt x="1481" y="8979"/>
                  </a:cubicBezTo>
                  <a:cubicBezTo>
                    <a:pt x="1670" y="11058"/>
                    <a:pt x="3466" y="12728"/>
                    <a:pt x="5577" y="12728"/>
                  </a:cubicBezTo>
                  <a:cubicBezTo>
                    <a:pt x="7719" y="12728"/>
                    <a:pt x="9483" y="11058"/>
                    <a:pt x="9672" y="8979"/>
                  </a:cubicBezTo>
                  <a:cubicBezTo>
                    <a:pt x="10492" y="8979"/>
                    <a:pt x="11185" y="8317"/>
                    <a:pt x="11185" y="7467"/>
                  </a:cubicBezTo>
                  <a:cubicBezTo>
                    <a:pt x="11122" y="6679"/>
                    <a:pt x="10460" y="6018"/>
                    <a:pt x="9641" y="6018"/>
                  </a:cubicBezTo>
                  <a:lnTo>
                    <a:pt x="9641" y="5892"/>
                  </a:lnTo>
                  <a:cubicBezTo>
                    <a:pt x="10113" y="5419"/>
                    <a:pt x="10397" y="4789"/>
                    <a:pt x="10397" y="4127"/>
                  </a:cubicBezTo>
                  <a:cubicBezTo>
                    <a:pt x="10397" y="3938"/>
                    <a:pt x="10240" y="3781"/>
                    <a:pt x="10019" y="3781"/>
                  </a:cubicBezTo>
                  <a:lnTo>
                    <a:pt x="9672" y="3781"/>
                  </a:lnTo>
                  <a:lnTo>
                    <a:pt x="9672" y="1103"/>
                  </a:lnTo>
                  <a:cubicBezTo>
                    <a:pt x="9672" y="473"/>
                    <a:pt x="9168" y="0"/>
                    <a:pt x="85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209" name="Google Shape;15209;p84"/>
          <p:cNvGrpSpPr/>
          <p:nvPr/>
        </p:nvGrpSpPr>
        <p:grpSpPr>
          <a:xfrm>
            <a:off x="6665412" y="4064322"/>
            <a:ext cx="315503" cy="361090"/>
            <a:chOff x="-51708850" y="2305750"/>
            <a:chExt cx="278050" cy="318225"/>
          </a:xfrm>
        </p:grpSpPr>
        <p:sp>
          <p:nvSpPr>
            <p:cNvPr id="15210" name="Google Shape;15210;p84"/>
            <p:cNvSpPr/>
            <p:nvPr/>
          </p:nvSpPr>
          <p:spPr>
            <a:xfrm>
              <a:off x="-51617475" y="2455400"/>
              <a:ext cx="18125" cy="18150"/>
            </a:xfrm>
            <a:custGeom>
              <a:avLst/>
              <a:gdLst/>
              <a:ahLst/>
              <a:cxnLst/>
              <a:rect l="l" t="t" r="r" b="b"/>
              <a:pathLst>
                <a:path w="725" h="726" extrusionOk="0">
                  <a:moveTo>
                    <a:pt x="378" y="1"/>
                  </a:moveTo>
                  <a:cubicBezTo>
                    <a:pt x="189" y="1"/>
                    <a:pt x="0" y="158"/>
                    <a:pt x="0" y="347"/>
                  </a:cubicBezTo>
                  <a:cubicBezTo>
                    <a:pt x="0" y="536"/>
                    <a:pt x="189" y="725"/>
                    <a:pt x="378" y="725"/>
                  </a:cubicBezTo>
                  <a:cubicBezTo>
                    <a:pt x="568" y="725"/>
                    <a:pt x="725" y="536"/>
                    <a:pt x="725" y="347"/>
                  </a:cubicBezTo>
                  <a:cubicBezTo>
                    <a:pt x="725" y="158"/>
                    <a:pt x="568"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211" name="Google Shape;15211;p84"/>
            <p:cNvSpPr/>
            <p:nvPr/>
          </p:nvSpPr>
          <p:spPr>
            <a:xfrm>
              <a:off x="-51541875" y="2455400"/>
              <a:ext cx="17350" cy="18150"/>
            </a:xfrm>
            <a:custGeom>
              <a:avLst/>
              <a:gdLst/>
              <a:ahLst/>
              <a:cxnLst/>
              <a:rect l="l" t="t" r="r" b="b"/>
              <a:pathLst>
                <a:path w="694" h="726" extrusionOk="0">
                  <a:moveTo>
                    <a:pt x="347" y="1"/>
                  </a:moveTo>
                  <a:cubicBezTo>
                    <a:pt x="158" y="1"/>
                    <a:pt x="1" y="158"/>
                    <a:pt x="1" y="347"/>
                  </a:cubicBezTo>
                  <a:cubicBezTo>
                    <a:pt x="1" y="536"/>
                    <a:pt x="158" y="725"/>
                    <a:pt x="347" y="725"/>
                  </a:cubicBezTo>
                  <a:cubicBezTo>
                    <a:pt x="536" y="725"/>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212" name="Google Shape;15212;p84"/>
            <p:cNvSpPr/>
            <p:nvPr/>
          </p:nvSpPr>
          <p:spPr>
            <a:xfrm>
              <a:off x="-51708850" y="2305750"/>
              <a:ext cx="278050" cy="318225"/>
            </a:xfrm>
            <a:custGeom>
              <a:avLst/>
              <a:gdLst/>
              <a:ahLst/>
              <a:cxnLst/>
              <a:rect l="l" t="t" r="r" b="b"/>
              <a:pathLst>
                <a:path w="11122" h="12729" extrusionOk="0">
                  <a:moveTo>
                    <a:pt x="1765" y="725"/>
                  </a:moveTo>
                  <a:cubicBezTo>
                    <a:pt x="1986" y="725"/>
                    <a:pt x="2143" y="883"/>
                    <a:pt x="2143" y="1072"/>
                  </a:cubicBezTo>
                  <a:cubicBezTo>
                    <a:pt x="2143" y="1261"/>
                    <a:pt x="1986" y="1419"/>
                    <a:pt x="1765" y="1419"/>
                  </a:cubicBezTo>
                  <a:cubicBezTo>
                    <a:pt x="1576" y="1419"/>
                    <a:pt x="1419" y="1261"/>
                    <a:pt x="1419" y="1072"/>
                  </a:cubicBezTo>
                  <a:cubicBezTo>
                    <a:pt x="1419" y="915"/>
                    <a:pt x="1576" y="725"/>
                    <a:pt x="1765" y="725"/>
                  </a:cubicBezTo>
                  <a:close/>
                  <a:moveTo>
                    <a:pt x="5514" y="725"/>
                  </a:moveTo>
                  <a:cubicBezTo>
                    <a:pt x="5703" y="725"/>
                    <a:pt x="5861" y="883"/>
                    <a:pt x="5861" y="1072"/>
                  </a:cubicBezTo>
                  <a:cubicBezTo>
                    <a:pt x="5861" y="1261"/>
                    <a:pt x="5703" y="1419"/>
                    <a:pt x="5514" y="1419"/>
                  </a:cubicBezTo>
                  <a:cubicBezTo>
                    <a:pt x="5325" y="1419"/>
                    <a:pt x="5168" y="1261"/>
                    <a:pt x="5168" y="1072"/>
                  </a:cubicBezTo>
                  <a:cubicBezTo>
                    <a:pt x="5136" y="915"/>
                    <a:pt x="5294" y="725"/>
                    <a:pt x="5514" y="725"/>
                  </a:cubicBezTo>
                  <a:close/>
                  <a:moveTo>
                    <a:pt x="9232" y="725"/>
                  </a:moveTo>
                  <a:cubicBezTo>
                    <a:pt x="9421" y="725"/>
                    <a:pt x="9578" y="883"/>
                    <a:pt x="9578" y="1072"/>
                  </a:cubicBezTo>
                  <a:cubicBezTo>
                    <a:pt x="9578" y="1261"/>
                    <a:pt x="9421" y="1419"/>
                    <a:pt x="9232" y="1419"/>
                  </a:cubicBezTo>
                  <a:cubicBezTo>
                    <a:pt x="9011" y="1419"/>
                    <a:pt x="8885" y="1261"/>
                    <a:pt x="8885" y="1072"/>
                  </a:cubicBezTo>
                  <a:cubicBezTo>
                    <a:pt x="8854" y="915"/>
                    <a:pt x="9011" y="725"/>
                    <a:pt x="9232" y="725"/>
                  </a:cubicBezTo>
                  <a:close/>
                  <a:moveTo>
                    <a:pt x="5483" y="3277"/>
                  </a:moveTo>
                  <a:lnTo>
                    <a:pt x="5987" y="3781"/>
                  </a:lnTo>
                  <a:lnTo>
                    <a:pt x="5483" y="4286"/>
                  </a:lnTo>
                  <a:lnTo>
                    <a:pt x="4979" y="3781"/>
                  </a:lnTo>
                  <a:lnTo>
                    <a:pt x="5483" y="3277"/>
                  </a:lnTo>
                  <a:close/>
                  <a:moveTo>
                    <a:pt x="8602" y="2049"/>
                  </a:moveTo>
                  <a:lnTo>
                    <a:pt x="8822" y="2175"/>
                  </a:lnTo>
                  <a:lnTo>
                    <a:pt x="8822" y="4443"/>
                  </a:lnTo>
                  <a:lnTo>
                    <a:pt x="6396" y="4443"/>
                  </a:lnTo>
                  <a:lnTo>
                    <a:pt x="6837" y="4034"/>
                  </a:lnTo>
                  <a:cubicBezTo>
                    <a:pt x="6995" y="3876"/>
                    <a:pt x="6995" y="3624"/>
                    <a:pt x="6837" y="3498"/>
                  </a:cubicBezTo>
                  <a:lnTo>
                    <a:pt x="5766" y="2458"/>
                  </a:lnTo>
                  <a:cubicBezTo>
                    <a:pt x="5687" y="2380"/>
                    <a:pt x="5585" y="2340"/>
                    <a:pt x="5491" y="2340"/>
                  </a:cubicBezTo>
                  <a:cubicBezTo>
                    <a:pt x="5396" y="2340"/>
                    <a:pt x="5309" y="2380"/>
                    <a:pt x="5262" y="2458"/>
                  </a:cubicBezTo>
                  <a:lnTo>
                    <a:pt x="4191" y="3498"/>
                  </a:lnTo>
                  <a:cubicBezTo>
                    <a:pt x="4033" y="3655"/>
                    <a:pt x="4033" y="3907"/>
                    <a:pt x="4191" y="4034"/>
                  </a:cubicBezTo>
                  <a:lnTo>
                    <a:pt x="4632" y="4443"/>
                  </a:lnTo>
                  <a:lnTo>
                    <a:pt x="2175" y="4443"/>
                  </a:lnTo>
                  <a:lnTo>
                    <a:pt x="2175" y="2175"/>
                  </a:lnTo>
                  <a:lnTo>
                    <a:pt x="2427" y="2049"/>
                  </a:lnTo>
                  <a:lnTo>
                    <a:pt x="3435" y="2868"/>
                  </a:lnTo>
                  <a:cubicBezTo>
                    <a:pt x="3498" y="2931"/>
                    <a:pt x="3577" y="2962"/>
                    <a:pt x="3655" y="2962"/>
                  </a:cubicBezTo>
                  <a:cubicBezTo>
                    <a:pt x="3734" y="2962"/>
                    <a:pt x="3813" y="2931"/>
                    <a:pt x="3876" y="2868"/>
                  </a:cubicBezTo>
                  <a:lnTo>
                    <a:pt x="4884" y="2049"/>
                  </a:lnTo>
                  <a:cubicBezTo>
                    <a:pt x="5042" y="2175"/>
                    <a:pt x="5231" y="2206"/>
                    <a:pt x="5483" y="2206"/>
                  </a:cubicBezTo>
                  <a:cubicBezTo>
                    <a:pt x="5672" y="2206"/>
                    <a:pt x="5924" y="2143"/>
                    <a:pt x="6081" y="2049"/>
                  </a:cubicBezTo>
                  <a:lnTo>
                    <a:pt x="7089" y="2868"/>
                  </a:lnTo>
                  <a:cubicBezTo>
                    <a:pt x="7152" y="2931"/>
                    <a:pt x="7231" y="2962"/>
                    <a:pt x="7314" y="2962"/>
                  </a:cubicBezTo>
                  <a:cubicBezTo>
                    <a:pt x="7397" y="2962"/>
                    <a:pt x="7483" y="2931"/>
                    <a:pt x="7562" y="2868"/>
                  </a:cubicBezTo>
                  <a:lnTo>
                    <a:pt x="8602" y="2049"/>
                  </a:lnTo>
                  <a:close/>
                  <a:moveTo>
                    <a:pt x="1419" y="5199"/>
                  </a:moveTo>
                  <a:lnTo>
                    <a:pt x="1419" y="6711"/>
                  </a:lnTo>
                  <a:cubicBezTo>
                    <a:pt x="977" y="6711"/>
                    <a:pt x="662" y="6396"/>
                    <a:pt x="662" y="5955"/>
                  </a:cubicBezTo>
                  <a:cubicBezTo>
                    <a:pt x="662" y="5546"/>
                    <a:pt x="1041" y="5199"/>
                    <a:pt x="1419" y="5199"/>
                  </a:cubicBezTo>
                  <a:close/>
                  <a:moveTo>
                    <a:pt x="9610" y="5199"/>
                  </a:moveTo>
                  <a:cubicBezTo>
                    <a:pt x="10019" y="5199"/>
                    <a:pt x="10366" y="5546"/>
                    <a:pt x="10366" y="5955"/>
                  </a:cubicBezTo>
                  <a:cubicBezTo>
                    <a:pt x="10366" y="6333"/>
                    <a:pt x="10019" y="6711"/>
                    <a:pt x="9610" y="6711"/>
                  </a:cubicBezTo>
                  <a:lnTo>
                    <a:pt x="9610" y="5199"/>
                  </a:lnTo>
                  <a:close/>
                  <a:moveTo>
                    <a:pt x="8822" y="5199"/>
                  </a:moveTo>
                  <a:lnTo>
                    <a:pt x="8822" y="8602"/>
                  </a:lnTo>
                  <a:lnTo>
                    <a:pt x="8224" y="8791"/>
                  </a:lnTo>
                  <a:cubicBezTo>
                    <a:pt x="8167" y="8807"/>
                    <a:pt x="8105" y="8815"/>
                    <a:pt x="8043" y="8815"/>
                  </a:cubicBezTo>
                  <a:cubicBezTo>
                    <a:pt x="7863" y="8815"/>
                    <a:pt x="7671" y="8750"/>
                    <a:pt x="7531" y="8633"/>
                  </a:cubicBezTo>
                  <a:cubicBezTo>
                    <a:pt x="7239" y="8342"/>
                    <a:pt x="6873" y="8200"/>
                    <a:pt x="6512" y="8200"/>
                  </a:cubicBezTo>
                  <a:cubicBezTo>
                    <a:pt x="6132" y="8200"/>
                    <a:pt x="5758" y="8358"/>
                    <a:pt x="5483" y="8665"/>
                  </a:cubicBezTo>
                  <a:cubicBezTo>
                    <a:pt x="5217" y="8382"/>
                    <a:pt x="4828" y="8222"/>
                    <a:pt x="4432" y="8222"/>
                  </a:cubicBezTo>
                  <a:cubicBezTo>
                    <a:pt x="4078" y="8222"/>
                    <a:pt x="3718" y="8350"/>
                    <a:pt x="3435" y="8633"/>
                  </a:cubicBezTo>
                  <a:cubicBezTo>
                    <a:pt x="3303" y="8765"/>
                    <a:pt x="3141" y="8820"/>
                    <a:pt x="2958" y="8820"/>
                  </a:cubicBezTo>
                  <a:cubicBezTo>
                    <a:pt x="2879" y="8820"/>
                    <a:pt x="2796" y="8810"/>
                    <a:pt x="2710" y="8791"/>
                  </a:cubicBezTo>
                  <a:lnTo>
                    <a:pt x="2080" y="8602"/>
                  </a:lnTo>
                  <a:lnTo>
                    <a:pt x="2080" y="5199"/>
                  </a:lnTo>
                  <a:close/>
                  <a:moveTo>
                    <a:pt x="4442" y="8945"/>
                  </a:moveTo>
                  <a:cubicBezTo>
                    <a:pt x="4678" y="8945"/>
                    <a:pt x="4913" y="9062"/>
                    <a:pt x="5042" y="9263"/>
                  </a:cubicBezTo>
                  <a:cubicBezTo>
                    <a:pt x="4853" y="9484"/>
                    <a:pt x="4601" y="9767"/>
                    <a:pt x="4096" y="9925"/>
                  </a:cubicBezTo>
                  <a:cubicBezTo>
                    <a:pt x="3889" y="10000"/>
                    <a:pt x="3677" y="10035"/>
                    <a:pt x="3468" y="10035"/>
                  </a:cubicBezTo>
                  <a:cubicBezTo>
                    <a:pt x="2882" y="10035"/>
                    <a:pt x="2317" y="9759"/>
                    <a:pt x="1923" y="9295"/>
                  </a:cubicBezTo>
                  <a:lnTo>
                    <a:pt x="1923" y="9295"/>
                  </a:lnTo>
                  <a:lnTo>
                    <a:pt x="2521" y="9484"/>
                  </a:lnTo>
                  <a:cubicBezTo>
                    <a:pt x="2673" y="9531"/>
                    <a:pt x="2831" y="9556"/>
                    <a:pt x="2987" y="9556"/>
                  </a:cubicBezTo>
                  <a:cubicBezTo>
                    <a:pt x="3350" y="9556"/>
                    <a:pt x="3706" y="9423"/>
                    <a:pt x="3970" y="9137"/>
                  </a:cubicBezTo>
                  <a:cubicBezTo>
                    <a:pt x="4102" y="9006"/>
                    <a:pt x="4273" y="8945"/>
                    <a:pt x="4442" y="8945"/>
                  </a:cubicBezTo>
                  <a:close/>
                  <a:moveTo>
                    <a:pt x="6546" y="9022"/>
                  </a:moveTo>
                  <a:cubicBezTo>
                    <a:pt x="6718" y="9022"/>
                    <a:pt x="6892" y="9080"/>
                    <a:pt x="7026" y="9200"/>
                  </a:cubicBezTo>
                  <a:cubicBezTo>
                    <a:pt x="7299" y="9496"/>
                    <a:pt x="7671" y="9644"/>
                    <a:pt x="8046" y="9644"/>
                  </a:cubicBezTo>
                  <a:cubicBezTo>
                    <a:pt x="8191" y="9644"/>
                    <a:pt x="8336" y="9622"/>
                    <a:pt x="8476" y="9578"/>
                  </a:cubicBezTo>
                  <a:lnTo>
                    <a:pt x="9074" y="9326"/>
                  </a:lnTo>
                  <a:lnTo>
                    <a:pt x="9074" y="9326"/>
                  </a:lnTo>
                  <a:cubicBezTo>
                    <a:pt x="8677" y="9794"/>
                    <a:pt x="8107" y="10053"/>
                    <a:pt x="7517" y="10053"/>
                  </a:cubicBezTo>
                  <a:cubicBezTo>
                    <a:pt x="7312" y="10053"/>
                    <a:pt x="7104" y="10022"/>
                    <a:pt x="6900" y="9956"/>
                  </a:cubicBezTo>
                  <a:cubicBezTo>
                    <a:pt x="6428" y="9799"/>
                    <a:pt x="6144" y="9547"/>
                    <a:pt x="5955" y="9326"/>
                  </a:cubicBezTo>
                  <a:cubicBezTo>
                    <a:pt x="6082" y="9127"/>
                    <a:pt x="6313" y="9022"/>
                    <a:pt x="6546" y="9022"/>
                  </a:cubicBezTo>
                  <a:close/>
                  <a:moveTo>
                    <a:pt x="5514" y="9893"/>
                  </a:moveTo>
                  <a:cubicBezTo>
                    <a:pt x="5640" y="10019"/>
                    <a:pt x="5798" y="10177"/>
                    <a:pt x="6081" y="10334"/>
                  </a:cubicBezTo>
                  <a:cubicBezTo>
                    <a:pt x="5924" y="10397"/>
                    <a:pt x="5703" y="10492"/>
                    <a:pt x="5514" y="10492"/>
                  </a:cubicBezTo>
                  <a:cubicBezTo>
                    <a:pt x="5325" y="10492"/>
                    <a:pt x="5136" y="10429"/>
                    <a:pt x="4979" y="10334"/>
                  </a:cubicBezTo>
                  <a:cubicBezTo>
                    <a:pt x="5231" y="10177"/>
                    <a:pt x="5388" y="10019"/>
                    <a:pt x="5514" y="9893"/>
                  </a:cubicBezTo>
                  <a:close/>
                  <a:moveTo>
                    <a:pt x="6774" y="10681"/>
                  </a:moveTo>
                  <a:cubicBezTo>
                    <a:pt x="7011" y="10749"/>
                    <a:pt x="7247" y="10780"/>
                    <a:pt x="7484" y="10780"/>
                  </a:cubicBezTo>
                  <a:cubicBezTo>
                    <a:pt x="7688" y="10780"/>
                    <a:pt x="7893" y="10756"/>
                    <a:pt x="8098" y="10713"/>
                  </a:cubicBezTo>
                  <a:lnTo>
                    <a:pt x="8098" y="10713"/>
                  </a:lnTo>
                  <a:cubicBezTo>
                    <a:pt x="7499" y="11500"/>
                    <a:pt x="6554" y="11973"/>
                    <a:pt x="5514" y="11973"/>
                  </a:cubicBezTo>
                  <a:cubicBezTo>
                    <a:pt x="4506" y="11973"/>
                    <a:pt x="3498" y="11500"/>
                    <a:pt x="2868" y="10713"/>
                  </a:cubicBezTo>
                  <a:lnTo>
                    <a:pt x="2868" y="10713"/>
                  </a:lnTo>
                  <a:cubicBezTo>
                    <a:pt x="3072" y="10756"/>
                    <a:pt x="3277" y="10780"/>
                    <a:pt x="3482" y="10780"/>
                  </a:cubicBezTo>
                  <a:cubicBezTo>
                    <a:pt x="3718" y="10780"/>
                    <a:pt x="3955" y="10749"/>
                    <a:pt x="4191" y="10681"/>
                  </a:cubicBezTo>
                  <a:cubicBezTo>
                    <a:pt x="4538" y="11028"/>
                    <a:pt x="5010" y="11217"/>
                    <a:pt x="5483" y="11217"/>
                  </a:cubicBezTo>
                  <a:cubicBezTo>
                    <a:pt x="5955" y="11217"/>
                    <a:pt x="6459" y="11028"/>
                    <a:pt x="6774" y="10681"/>
                  </a:cubicBezTo>
                  <a:close/>
                  <a:moveTo>
                    <a:pt x="1860" y="1"/>
                  </a:moveTo>
                  <a:cubicBezTo>
                    <a:pt x="1261" y="1"/>
                    <a:pt x="757" y="505"/>
                    <a:pt x="757" y="1104"/>
                  </a:cubicBezTo>
                  <a:cubicBezTo>
                    <a:pt x="757" y="1576"/>
                    <a:pt x="1072" y="2017"/>
                    <a:pt x="1513" y="2175"/>
                  </a:cubicBezTo>
                  <a:lnTo>
                    <a:pt x="1513" y="4443"/>
                  </a:lnTo>
                  <a:cubicBezTo>
                    <a:pt x="662" y="4443"/>
                    <a:pt x="1" y="5105"/>
                    <a:pt x="1" y="5955"/>
                  </a:cubicBezTo>
                  <a:cubicBezTo>
                    <a:pt x="1" y="6774"/>
                    <a:pt x="662" y="7436"/>
                    <a:pt x="1513" y="7436"/>
                  </a:cubicBezTo>
                  <a:lnTo>
                    <a:pt x="1513" y="8350"/>
                  </a:lnTo>
                  <a:lnTo>
                    <a:pt x="1261" y="8287"/>
                  </a:lnTo>
                  <a:cubicBezTo>
                    <a:pt x="1214" y="8270"/>
                    <a:pt x="1168" y="8262"/>
                    <a:pt x="1124" y="8262"/>
                  </a:cubicBezTo>
                  <a:cubicBezTo>
                    <a:pt x="846" y="8262"/>
                    <a:pt x="657" y="8577"/>
                    <a:pt x="820" y="8822"/>
                  </a:cubicBezTo>
                  <a:cubicBezTo>
                    <a:pt x="1356" y="9610"/>
                    <a:pt x="1450" y="9799"/>
                    <a:pt x="1765" y="10082"/>
                  </a:cubicBezTo>
                  <a:cubicBezTo>
                    <a:pt x="2364" y="11658"/>
                    <a:pt x="3907" y="12729"/>
                    <a:pt x="5609" y="12729"/>
                  </a:cubicBezTo>
                  <a:cubicBezTo>
                    <a:pt x="7278" y="12729"/>
                    <a:pt x="8822" y="11658"/>
                    <a:pt x="9421" y="10082"/>
                  </a:cubicBezTo>
                  <a:cubicBezTo>
                    <a:pt x="9736" y="9799"/>
                    <a:pt x="9862" y="9610"/>
                    <a:pt x="10366" y="8822"/>
                  </a:cubicBezTo>
                  <a:cubicBezTo>
                    <a:pt x="10529" y="8577"/>
                    <a:pt x="10340" y="8262"/>
                    <a:pt x="10062" y="8262"/>
                  </a:cubicBezTo>
                  <a:cubicBezTo>
                    <a:pt x="10018" y="8262"/>
                    <a:pt x="9972" y="8270"/>
                    <a:pt x="9925" y="8287"/>
                  </a:cubicBezTo>
                  <a:lnTo>
                    <a:pt x="9704" y="8350"/>
                  </a:lnTo>
                  <a:lnTo>
                    <a:pt x="9704" y="7436"/>
                  </a:lnTo>
                  <a:cubicBezTo>
                    <a:pt x="10429" y="7436"/>
                    <a:pt x="11122" y="6774"/>
                    <a:pt x="11122" y="5955"/>
                  </a:cubicBezTo>
                  <a:cubicBezTo>
                    <a:pt x="11122" y="5136"/>
                    <a:pt x="10429" y="4443"/>
                    <a:pt x="9610" y="4443"/>
                  </a:cubicBezTo>
                  <a:lnTo>
                    <a:pt x="9610" y="2175"/>
                  </a:lnTo>
                  <a:cubicBezTo>
                    <a:pt x="10051" y="2017"/>
                    <a:pt x="10366" y="1608"/>
                    <a:pt x="10366" y="1104"/>
                  </a:cubicBezTo>
                  <a:cubicBezTo>
                    <a:pt x="10366" y="473"/>
                    <a:pt x="9862" y="1"/>
                    <a:pt x="9263" y="1"/>
                  </a:cubicBezTo>
                  <a:cubicBezTo>
                    <a:pt x="8633" y="1"/>
                    <a:pt x="8161" y="505"/>
                    <a:pt x="8161" y="1104"/>
                  </a:cubicBezTo>
                  <a:cubicBezTo>
                    <a:pt x="8161" y="1230"/>
                    <a:pt x="8192" y="1324"/>
                    <a:pt x="8224" y="1450"/>
                  </a:cubicBezTo>
                  <a:lnTo>
                    <a:pt x="7405" y="2080"/>
                  </a:lnTo>
                  <a:lnTo>
                    <a:pt x="6585" y="1450"/>
                  </a:lnTo>
                  <a:cubicBezTo>
                    <a:pt x="6617" y="1324"/>
                    <a:pt x="6648" y="1230"/>
                    <a:pt x="6648" y="1104"/>
                  </a:cubicBezTo>
                  <a:cubicBezTo>
                    <a:pt x="6648" y="473"/>
                    <a:pt x="6144" y="1"/>
                    <a:pt x="5546" y="1"/>
                  </a:cubicBezTo>
                  <a:cubicBezTo>
                    <a:pt x="4916" y="1"/>
                    <a:pt x="4443" y="505"/>
                    <a:pt x="4443" y="1104"/>
                  </a:cubicBezTo>
                  <a:cubicBezTo>
                    <a:pt x="4443" y="1230"/>
                    <a:pt x="4506" y="1324"/>
                    <a:pt x="4538" y="1450"/>
                  </a:cubicBezTo>
                  <a:lnTo>
                    <a:pt x="3718" y="2080"/>
                  </a:lnTo>
                  <a:lnTo>
                    <a:pt x="2868" y="1450"/>
                  </a:lnTo>
                  <a:cubicBezTo>
                    <a:pt x="2931" y="1324"/>
                    <a:pt x="2962" y="1230"/>
                    <a:pt x="2962" y="1104"/>
                  </a:cubicBezTo>
                  <a:cubicBezTo>
                    <a:pt x="2962" y="473"/>
                    <a:pt x="2458" y="1"/>
                    <a:pt x="1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213" name="Google Shape;15213;p84"/>
          <p:cNvGrpSpPr/>
          <p:nvPr/>
        </p:nvGrpSpPr>
        <p:grpSpPr>
          <a:xfrm>
            <a:off x="7536807" y="1306109"/>
            <a:ext cx="319089" cy="362073"/>
            <a:chOff x="1044400" y="2917425"/>
            <a:chExt cx="248125" cy="281550"/>
          </a:xfrm>
        </p:grpSpPr>
        <p:sp>
          <p:nvSpPr>
            <p:cNvPr id="15214" name="Google Shape;15214;p84"/>
            <p:cNvSpPr/>
            <p:nvPr/>
          </p:nvSpPr>
          <p:spPr>
            <a:xfrm>
              <a:off x="1136400" y="3123175"/>
              <a:ext cx="64125" cy="26325"/>
            </a:xfrm>
            <a:custGeom>
              <a:avLst/>
              <a:gdLst/>
              <a:ahLst/>
              <a:cxnLst/>
              <a:rect l="l" t="t" r="r" b="b"/>
              <a:pathLst>
                <a:path w="2565" h="1053" extrusionOk="0">
                  <a:moveTo>
                    <a:pt x="352" y="0"/>
                  </a:moveTo>
                  <a:cubicBezTo>
                    <a:pt x="272" y="0"/>
                    <a:pt x="195" y="35"/>
                    <a:pt x="140" y="105"/>
                  </a:cubicBezTo>
                  <a:cubicBezTo>
                    <a:pt x="0" y="244"/>
                    <a:pt x="0" y="439"/>
                    <a:pt x="140" y="551"/>
                  </a:cubicBezTo>
                  <a:cubicBezTo>
                    <a:pt x="446" y="858"/>
                    <a:pt x="864" y="1053"/>
                    <a:pt x="1283" y="1053"/>
                  </a:cubicBezTo>
                  <a:cubicBezTo>
                    <a:pt x="1729" y="1053"/>
                    <a:pt x="2147" y="858"/>
                    <a:pt x="2425" y="551"/>
                  </a:cubicBezTo>
                  <a:cubicBezTo>
                    <a:pt x="2565" y="412"/>
                    <a:pt x="2565" y="216"/>
                    <a:pt x="2425" y="105"/>
                  </a:cubicBezTo>
                  <a:cubicBezTo>
                    <a:pt x="2356" y="35"/>
                    <a:pt x="2272" y="0"/>
                    <a:pt x="2192" y="0"/>
                  </a:cubicBezTo>
                  <a:cubicBezTo>
                    <a:pt x="2112" y="0"/>
                    <a:pt x="2035" y="35"/>
                    <a:pt x="1979" y="105"/>
                  </a:cubicBezTo>
                  <a:cubicBezTo>
                    <a:pt x="1812" y="272"/>
                    <a:pt x="1533" y="384"/>
                    <a:pt x="1283" y="384"/>
                  </a:cubicBezTo>
                  <a:cubicBezTo>
                    <a:pt x="1004" y="384"/>
                    <a:pt x="753" y="272"/>
                    <a:pt x="586" y="105"/>
                  </a:cubicBezTo>
                  <a:cubicBezTo>
                    <a:pt x="516" y="35"/>
                    <a:pt x="432" y="0"/>
                    <a:pt x="3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215" name="Google Shape;15215;p84"/>
            <p:cNvSpPr/>
            <p:nvPr/>
          </p:nvSpPr>
          <p:spPr>
            <a:xfrm>
              <a:off x="1127325" y="3050525"/>
              <a:ext cx="16075" cy="16050"/>
            </a:xfrm>
            <a:custGeom>
              <a:avLst/>
              <a:gdLst/>
              <a:ahLst/>
              <a:cxnLst/>
              <a:rect l="l" t="t" r="r" b="b"/>
              <a:pathLst>
                <a:path w="643" h="642" extrusionOk="0">
                  <a:moveTo>
                    <a:pt x="335" y="0"/>
                  </a:moveTo>
                  <a:cubicBezTo>
                    <a:pt x="140" y="0"/>
                    <a:pt x="1" y="140"/>
                    <a:pt x="1" y="335"/>
                  </a:cubicBezTo>
                  <a:cubicBezTo>
                    <a:pt x="1" y="502"/>
                    <a:pt x="140" y="642"/>
                    <a:pt x="335" y="642"/>
                  </a:cubicBezTo>
                  <a:cubicBezTo>
                    <a:pt x="503" y="642"/>
                    <a:pt x="642" y="502"/>
                    <a:pt x="642" y="335"/>
                  </a:cubicBezTo>
                  <a:cubicBezTo>
                    <a:pt x="642" y="140"/>
                    <a:pt x="503" y="0"/>
                    <a:pt x="3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216" name="Google Shape;15216;p84"/>
            <p:cNvSpPr/>
            <p:nvPr/>
          </p:nvSpPr>
          <p:spPr>
            <a:xfrm>
              <a:off x="1192850" y="3050525"/>
              <a:ext cx="15350" cy="16050"/>
            </a:xfrm>
            <a:custGeom>
              <a:avLst/>
              <a:gdLst/>
              <a:ahLst/>
              <a:cxnLst/>
              <a:rect l="l" t="t" r="r" b="b"/>
              <a:pathLst>
                <a:path w="614" h="642" extrusionOk="0">
                  <a:moveTo>
                    <a:pt x="307" y="0"/>
                  </a:moveTo>
                  <a:cubicBezTo>
                    <a:pt x="140" y="0"/>
                    <a:pt x="0" y="140"/>
                    <a:pt x="0" y="335"/>
                  </a:cubicBezTo>
                  <a:cubicBezTo>
                    <a:pt x="0" y="502"/>
                    <a:pt x="140" y="642"/>
                    <a:pt x="307" y="642"/>
                  </a:cubicBezTo>
                  <a:cubicBezTo>
                    <a:pt x="474" y="642"/>
                    <a:pt x="613" y="502"/>
                    <a:pt x="613" y="335"/>
                  </a:cubicBezTo>
                  <a:cubicBezTo>
                    <a:pt x="613" y="140"/>
                    <a:pt x="474" y="0"/>
                    <a:pt x="3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217" name="Google Shape;15217;p84"/>
            <p:cNvSpPr/>
            <p:nvPr/>
          </p:nvSpPr>
          <p:spPr>
            <a:xfrm>
              <a:off x="1044400" y="2917425"/>
              <a:ext cx="248125" cy="281550"/>
            </a:xfrm>
            <a:custGeom>
              <a:avLst/>
              <a:gdLst/>
              <a:ahLst/>
              <a:cxnLst/>
              <a:rect l="l" t="t" r="r" b="b"/>
              <a:pathLst>
                <a:path w="9925" h="11262" extrusionOk="0">
                  <a:moveTo>
                    <a:pt x="7332" y="669"/>
                  </a:moveTo>
                  <a:cubicBezTo>
                    <a:pt x="7499" y="669"/>
                    <a:pt x="7639" y="809"/>
                    <a:pt x="7639" y="976"/>
                  </a:cubicBezTo>
                  <a:lnTo>
                    <a:pt x="7639" y="2816"/>
                  </a:lnTo>
                  <a:lnTo>
                    <a:pt x="6886" y="2063"/>
                  </a:lnTo>
                  <a:cubicBezTo>
                    <a:pt x="6823" y="2000"/>
                    <a:pt x="6743" y="1964"/>
                    <a:pt x="6660" y="1964"/>
                  </a:cubicBezTo>
                  <a:cubicBezTo>
                    <a:pt x="6595" y="1964"/>
                    <a:pt x="6529" y="1986"/>
                    <a:pt x="6468" y="2035"/>
                  </a:cubicBezTo>
                  <a:cubicBezTo>
                    <a:pt x="5924" y="2398"/>
                    <a:pt x="5297" y="2579"/>
                    <a:pt x="4670" y="2579"/>
                  </a:cubicBezTo>
                  <a:cubicBezTo>
                    <a:pt x="4043" y="2579"/>
                    <a:pt x="3415" y="2398"/>
                    <a:pt x="2872" y="2035"/>
                  </a:cubicBezTo>
                  <a:cubicBezTo>
                    <a:pt x="2811" y="1986"/>
                    <a:pt x="2744" y="1964"/>
                    <a:pt x="2680" y="1964"/>
                  </a:cubicBezTo>
                  <a:cubicBezTo>
                    <a:pt x="2597" y="1964"/>
                    <a:pt x="2516" y="2000"/>
                    <a:pt x="2454" y="2063"/>
                  </a:cubicBezTo>
                  <a:lnTo>
                    <a:pt x="1701" y="2816"/>
                  </a:lnTo>
                  <a:lnTo>
                    <a:pt x="1701" y="976"/>
                  </a:lnTo>
                  <a:cubicBezTo>
                    <a:pt x="1980" y="809"/>
                    <a:pt x="2147" y="669"/>
                    <a:pt x="2314" y="669"/>
                  </a:cubicBezTo>
                  <a:cubicBezTo>
                    <a:pt x="2482" y="669"/>
                    <a:pt x="2621" y="809"/>
                    <a:pt x="2621" y="976"/>
                  </a:cubicBezTo>
                  <a:cubicBezTo>
                    <a:pt x="2621" y="1143"/>
                    <a:pt x="2760" y="1283"/>
                    <a:pt x="2956" y="1283"/>
                  </a:cubicBezTo>
                  <a:cubicBezTo>
                    <a:pt x="3123" y="1283"/>
                    <a:pt x="3262" y="1143"/>
                    <a:pt x="3262" y="976"/>
                  </a:cubicBezTo>
                  <a:cubicBezTo>
                    <a:pt x="3262" y="809"/>
                    <a:pt x="3402" y="669"/>
                    <a:pt x="3569" y="669"/>
                  </a:cubicBezTo>
                  <a:cubicBezTo>
                    <a:pt x="3736" y="669"/>
                    <a:pt x="3875" y="809"/>
                    <a:pt x="3875" y="976"/>
                  </a:cubicBezTo>
                  <a:cubicBezTo>
                    <a:pt x="3875" y="1143"/>
                    <a:pt x="4015" y="1283"/>
                    <a:pt x="4210" y="1283"/>
                  </a:cubicBezTo>
                  <a:cubicBezTo>
                    <a:pt x="4377" y="1283"/>
                    <a:pt x="4517" y="1143"/>
                    <a:pt x="4517" y="976"/>
                  </a:cubicBezTo>
                  <a:cubicBezTo>
                    <a:pt x="4517" y="809"/>
                    <a:pt x="4656" y="669"/>
                    <a:pt x="4823" y="669"/>
                  </a:cubicBezTo>
                  <a:cubicBezTo>
                    <a:pt x="4990" y="669"/>
                    <a:pt x="5130" y="809"/>
                    <a:pt x="5130" y="976"/>
                  </a:cubicBezTo>
                  <a:cubicBezTo>
                    <a:pt x="5130" y="1143"/>
                    <a:pt x="5269" y="1283"/>
                    <a:pt x="5464" y="1283"/>
                  </a:cubicBezTo>
                  <a:cubicBezTo>
                    <a:pt x="5632" y="1283"/>
                    <a:pt x="5771" y="1143"/>
                    <a:pt x="5771" y="976"/>
                  </a:cubicBezTo>
                  <a:cubicBezTo>
                    <a:pt x="5771" y="809"/>
                    <a:pt x="5910" y="669"/>
                    <a:pt x="6078" y="669"/>
                  </a:cubicBezTo>
                  <a:cubicBezTo>
                    <a:pt x="6245" y="669"/>
                    <a:pt x="6384" y="809"/>
                    <a:pt x="6384" y="976"/>
                  </a:cubicBezTo>
                  <a:cubicBezTo>
                    <a:pt x="6384" y="1143"/>
                    <a:pt x="6524" y="1283"/>
                    <a:pt x="6719" y="1283"/>
                  </a:cubicBezTo>
                  <a:cubicBezTo>
                    <a:pt x="6886" y="1283"/>
                    <a:pt x="7025" y="1143"/>
                    <a:pt x="7025" y="976"/>
                  </a:cubicBezTo>
                  <a:cubicBezTo>
                    <a:pt x="7025" y="809"/>
                    <a:pt x="7165" y="669"/>
                    <a:pt x="7332" y="669"/>
                  </a:cubicBezTo>
                  <a:close/>
                  <a:moveTo>
                    <a:pt x="1311" y="5297"/>
                  </a:moveTo>
                  <a:lnTo>
                    <a:pt x="1311" y="6635"/>
                  </a:lnTo>
                  <a:cubicBezTo>
                    <a:pt x="949" y="6635"/>
                    <a:pt x="642" y="6356"/>
                    <a:pt x="642" y="5966"/>
                  </a:cubicBezTo>
                  <a:cubicBezTo>
                    <a:pt x="642" y="5603"/>
                    <a:pt x="921" y="5297"/>
                    <a:pt x="1311" y="5297"/>
                  </a:cubicBezTo>
                  <a:close/>
                  <a:moveTo>
                    <a:pt x="8586" y="5297"/>
                  </a:moveTo>
                  <a:cubicBezTo>
                    <a:pt x="8949" y="5297"/>
                    <a:pt x="9255" y="5575"/>
                    <a:pt x="9255" y="5966"/>
                  </a:cubicBezTo>
                  <a:cubicBezTo>
                    <a:pt x="9255" y="6356"/>
                    <a:pt x="8949" y="6635"/>
                    <a:pt x="8586" y="6635"/>
                  </a:cubicBezTo>
                  <a:lnTo>
                    <a:pt x="8586" y="5297"/>
                  </a:lnTo>
                  <a:close/>
                  <a:moveTo>
                    <a:pt x="6914" y="2732"/>
                  </a:moveTo>
                  <a:lnTo>
                    <a:pt x="7973" y="3763"/>
                  </a:lnTo>
                  <a:cubicBezTo>
                    <a:pt x="7917" y="4265"/>
                    <a:pt x="7917" y="7248"/>
                    <a:pt x="7917" y="7638"/>
                  </a:cubicBezTo>
                  <a:cubicBezTo>
                    <a:pt x="7917" y="9255"/>
                    <a:pt x="6607" y="10593"/>
                    <a:pt x="4963" y="10593"/>
                  </a:cubicBezTo>
                  <a:cubicBezTo>
                    <a:pt x="3318" y="10593"/>
                    <a:pt x="2008" y="9255"/>
                    <a:pt x="2008" y="7638"/>
                  </a:cubicBezTo>
                  <a:lnTo>
                    <a:pt x="2008" y="3763"/>
                  </a:lnTo>
                  <a:lnTo>
                    <a:pt x="3039" y="2732"/>
                  </a:lnTo>
                  <a:cubicBezTo>
                    <a:pt x="3638" y="3080"/>
                    <a:pt x="4301" y="3255"/>
                    <a:pt x="4966" y="3255"/>
                  </a:cubicBezTo>
                  <a:cubicBezTo>
                    <a:pt x="5632" y="3255"/>
                    <a:pt x="6301" y="3080"/>
                    <a:pt x="6914" y="2732"/>
                  </a:cubicBezTo>
                  <a:close/>
                  <a:moveTo>
                    <a:pt x="2314" y="0"/>
                  </a:moveTo>
                  <a:cubicBezTo>
                    <a:pt x="1757" y="0"/>
                    <a:pt x="1339" y="446"/>
                    <a:pt x="1339" y="976"/>
                  </a:cubicBezTo>
                  <a:lnTo>
                    <a:pt x="1339" y="4628"/>
                  </a:lnTo>
                  <a:cubicBezTo>
                    <a:pt x="614" y="4628"/>
                    <a:pt x="1" y="5241"/>
                    <a:pt x="1" y="5966"/>
                  </a:cubicBezTo>
                  <a:cubicBezTo>
                    <a:pt x="1" y="6690"/>
                    <a:pt x="614" y="7276"/>
                    <a:pt x="1339" y="7276"/>
                  </a:cubicBezTo>
                  <a:lnTo>
                    <a:pt x="1339" y="7638"/>
                  </a:lnTo>
                  <a:cubicBezTo>
                    <a:pt x="1339" y="9617"/>
                    <a:pt x="2983" y="11262"/>
                    <a:pt x="4963" y="11262"/>
                  </a:cubicBezTo>
                  <a:cubicBezTo>
                    <a:pt x="6942" y="11262"/>
                    <a:pt x="8586" y="9617"/>
                    <a:pt x="8586" y="7638"/>
                  </a:cubicBezTo>
                  <a:lnTo>
                    <a:pt x="8586" y="7276"/>
                  </a:lnTo>
                  <a:cubicBezTo>
                    <a:pt x="9311" y="7276"/>
                    <a:pt x="9896" y="6690"/>
                    <a:pt x="9896" y="5966"/>
                  </a:cubicBezTo>
                  <a:cubicBezTo>
                    <a:pt x="9924" y="5241"/>
                    <a:pt x="9311" y="4628"/>
                    <a:pt x="8586" y="4628"/>
                  </a:cubicBezTo>
                  <a:lnTo>
                    <a:pt x="8586" y="976"/>
                  </a:lnTo>
                  <a:cubicBezTo>
                    <a:pt x="8586" y="418"/>
                    <a:pt x="8140" y="0"/>
                    <a:pt x="7611" y="0"/>
                  </a:cubicBezTo>
                  <a:cubicBezTo>
                    <a:pt x="7360" y="0"/>
                    <a:pt x="7137" y="112"/>
                    <a:pt x="6942" y="251"/>
                  </a:cubicBezTo>
                  <a:cubicBezTo>
                    <a:pt x="6774" y="56"/>
                    <a:pt x="6524" y="0"/>
                    <a:pt x="6301" y="0"/>
                  </a:cubicBezTo>
                  <a:cubicBezTo>
                    <a:pt x="6050" y="0"/>
                    <a:pt x="5799" y="112"/>
                    <a:pt x="5632" y="251"/>
                  </a:cubicBezTo>
                  <a:cubicBezTo>
                    <a:pt x="5436" y="56"/>
                    <a:pt x="5213" y="0"/>
                    <a:pt x="4963" y="0"/>
                  </a:cubicBezTo>
                  <a:cubicBezTo>
                    <a:pt x="4712" y="0"/>
                    <a:pt x="4461" y="112"/>
                    <a:pt x="4294" y="251"/>
                  </a:cubicBezTo>
                  <a:cubicBezTo>
                    <a:pt x="4126" y="56"/>
                    <a:pt x="3875" y="0"/>
                    <a:pt x="3625" y="0"/>
                  </a:cubicBezTo>
                  <a:cubicBezTo>
                    <a:pt x="3402" y="0"/>
                    <a:pt x="3151" y="112"/>
                    <a:pt x="2983" y="251"/>
                  </a:cubicBezTo>
                  <a:cubicBezTo>
                    <a:pt x="2788" y="56"/>
                    <a:pt x="2565" y="0"/>
                    <a:pt x="23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218" name="Google Shape;15218;p84"/>
            <p:cNvSpPr/>
            <p:nvPr/>
          </p:nvSpPr>
          <p:spPr>
            <a:xfrm>
              <a:off x="1086125" y="2932961"/>
              <a:ext cx="11427" cy="58241"/>
            </a:xfrm>
            <a:custGeom>
              <a:avLst/>
              <a:gdLst/>
              <a:ahLst/>
              <a:cxnLst/>
              <a:rect l="l" t="t" r="r" b="b"/>
              <a:pathLst>
                <a:path w="500" h="2548" extrusionOk="0">
                  <a:moveTo>
                    <a:pt x="500" y="2238"/>
                  </a:moveTo>
                  <a:lnTo>
                    <a:pt x="500" y="0"/>
                  </a:lnTo>
                  <a:lnTo>
                    <a:pt x="72" y="214"/>
                  </a:lnTo>
                  <a:lnTo>
                    <a:pt x="0" y="1547"/>
                  </a:lnTo>
                  <a:lnTo>
                    <a:pt x="0" y="2548"/>
                  </a:lnTo>
                  <a:close/>
                </a:path>
              </a:pathLst>
            </a:custGeom>
            <a:solidFill>
              <a:schemeClr val="dk2"/>
            </a:solidFill>
            <a:ln>
              <a:noFill/>
            </a:ln>
          </p:spPr>
        </p:sp>
        <p:sp>
          <p:nvSpPr>
            <p:cNvPr id="15219" name="Google Shape;15219;p84"/>
            <p:cNvSpPr/>
            <p:nvPr/>
          </p:nvSpPr>
          <p:spPr>
            <a:xfrm>
              <a:off x="1090922" y="2925900"/>
              <a:ext cx="29209" cy="38629"/>
            </a:xfrm>
            <a:custGeom>
              <a:avLst/>
              <a:gdLst/>
              <a:ahLst/>
              <a:cxnLst/>
              <a:rect l="l" t="t" r="r" b="b"/>
              <a:pathLst>
                <a:path w="1278" h="1690" extrusionOk="0">
                  <a:moveTo>
                    <a:pt x="288" y="737"/>
                  </a:moveTo>
                  <a:cubicBezTo>
                    <a:pt x="296" y="689"/>
                    <a:pt x="288" y="519"/>
                    <a:pt x="336" y="451"/>
                  </a:cubicBezTo>
                  <a:cubicBezTo>
                    <a:pt x="384" y="384"/>
                    <a:pt x="471" y="340"/>
                    <a:pt x="574" y="332"/>
                  </a:cubicBezTo>
                  <a:cubicBezTo>
                    <a:pt x="677" y="324"/>
                    <a:pt x="840" y="412"/>
                    <a:pt x="955" y="404"/>
                  </a:cubicBezTo>
                  <a:cubicBezTo>
                    <a:pt x="1070" y="396"/>
                    <a:pt x="1320" y="349"/>
                    <a:pt x="1264" y="285"/>
                  </a:cubicBezTo>
                  <a:cubicBezTo>
                    <a:pt x="1208" y="222"/>
                    <a:pt x="816" y="51"/>
                    <a:pt x="621" y="23"/>
                  </a:cubicBezTo>
                  <a:cubicBezTo>
                    <a:pt x="427" y="-5"/>
                    <a:pt x="200" y="-13"/>
                    <a:pt x="97" y="118"/>
                  </a:cubicBezTo>
                  <a:cubicBezTo>
                    <a:pt x="-6" y="249"/>
                    <a:pt x="2" y="547"/>
                    <a:pt x="2" y="809"/>
                  </a:cubicBezTo>
                  <a:cubicBezTo>
                    <a:pt x="2" y="1071"/>
                    <a:pt x="81" y="1543"/>
                    <a:pt x="97" y="1690"/>
                  </a:cubicBezTo>
                </a:path>
              </a:pathLst>
            </a:custGeom>
            <a:solidFill>
              <a:schemeClr val="dk2"/>
            </a:solidFill>
            <a:ln>
              <a:noFill/>
            </a:ln>
          </p:spPr>
        </p:sp>
        <p:sp>
          <p:nvSpPr>
            <p:cNvPr id="15220" name="Google Shape;15220;p84"/>
            <p:cNvSpPr/>
            <p:nvPr/>
          </p:nvSpPr>
          <p:spPr>
            <a:xfrm>
              <a:off x="1222775" y="2966925"/>
              <a:ext cx="28574" cy="36325"/>
            </a:xfrm>
            <a:custGeom>
              <a:avLst/>
              <a:gdLst/>
              <a:ahLst/>
              <a:cxnLst/>
              <a:rect l="l" t="t" r="r" b="b"/>
              <a:pathLst>
                <a:path w="1048" h="1453" extrusionOk="0">
                  <a:moveTo>
                    <a:pt x="0" y="0"/>
                  </a:moveTo>
                  <a:lnTo>
                    <a:pt x="1048" y="1072"/>
                  </a:lnTo>
                  <a:lnTo>
                    <a:pt x="905" y="1453"/>
                  </a:lnTo>
                  <a:lnTo>
                    <a:pt x="0" y="667"/>
                  </a:lnTo>
                  <a:close/>
                </a:path>
              </a:pathLst>
            </a:custGeom>
            <a:solidFill>
              <a:schemeClr val="dk2"/>
            </a:solidFill>
            <a:ln>
              <a:noFill/>
            </a:ln>
          </p:spPr>
        </p:sp>
        <p:sp>
          <p:nvSpPr>
            <p:cNvPr id="15221" name="Google Shape;15221;p84"/>
            <p:cNvSpPr/>
            <p:nvPr/>
          </p:nvSpPr>
          <p:spPr>
            <a:xfrm>
              <a:off x="1205975" y="2965750"/>
              <a:ext cx="21000" cy="162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222" name="Google Shape;15222;p84"/>
            <p:cNvSpPr/>
            <p:nvPr/>
          </p:nvSpPr>
          <p:spPr>
            <a:xfrm>
              <a:off x="1082225" y="2937250"/>
              <a:ext cx="11400" cy="264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5223" name="Google Shape;15223;p84"/>
          <p:cNvSpPr/>
          <p:nvPr/>
        </p:nvSpPr>
        <p:spPr>
          <a:xfrm>
            <a:off x="6633660" y="2232052"/>
            <a:ext cx="343218" cy="362154"/>
          </a:xfrm>
          <a:custGeom>
            <a:avLst/>
            <a:gdLst/>
            <a:ahLst/>
            <a:cxnLst/>
            <a:rect l="l" t="t" r="r" b="b"/>
            <a:pathLst>
              <a:path w="10621" h="11207" extrusionOk="0">
                <a:moveTo>
                  <a:pt x="6412" y="614"/>
                </a:moveTo>
                <a:lnTo>
                  <a:pt x="6690" y="1980"/>
                </a:lnTo>
                <a:cubicBezTo>
                  <a:pt x="6384" y="2063"/>
                  <a:pt x="6105" y="2203"/>
                  <a:pt x="5854" y="2426"/>
                </a:cubicBezTo>
                <a:cubicBezTo>
                  <a:pt x="5548" y="2119"/>
                  <a:pt x="5129" y="1952"/>
                  <a:pt x="4711" y="1952"/>
                </a:cubicBezTo>
                <a:cubicBezTo>
                  <a:pt x="4265" y="1952"/>
                  <a:pt x="3875" y="2119"/>
                  <a:pt x="3568" y="2426"/>
                </a:cubicBezTo>
                <a:cubicBezTo>
                  <a:pt x="3345" y="2231"/>
                  <a:pt x="3039" y="2063"/>
                  <a:pt x="2732" y="1980"/>
                </a:cubicBezTo>
                <a:lnTo>
                  <a:pt x="3011" y="614"/>
                </a:lnTo>
                <a:close/>
                <a:moveTo>
                  <a:pt x="7192" y="1088"/>
                </a:moveTo>
                <a:lnTo>
                  <a:pt x="8530" y="2147"/>
                </a:lnTo>
                <a:cubicBezTo>
                  <a:pt x="8447" y="2259"/>
                  <a:pt x="8335" y="2370"/>
                  <a:pt x="8251" y="2482"/>
                </a:cubicBezTo>
                <a:cubicBezTo>
                  <a:pt x="8028" y="2231"/>
                  <a:pt x="7750" y="2008"/>
                  <a:pt x="7359" y="1952"/>
                </a:cubicBezTo>
                <a:lnTo>
                  <a:pt x="7192" y="1088"/>
                </a:lnTo>
                <a:close/>
                <a:moveTo>
                  <a:pt x="9339" y="2565"/>
                </a:moveTo>
                <a:cubicBezTo>
                  <a:pt x="9729" y="2565"/>
                  <a:pt x="10008" y="2844"/>
                  <a:pt x="10008" y="3234"/>
                </a:cubicBezTo>
                <a:cubicBezTo>
                  <a:pt x="9980" y="3624"/>
                  <a:pt x="9701" y="3903"/>
                  <a:pt x="9339" y="3903"/>
                </a:cubicBezTo>
                <a:cubicBezTo>
                  <a:pt x="9004" y="3903"/>
                  <a:pt x="8670" y="3624"/>
                  <a:pt x="8670" y="3234"/>
                </a:cubicBezTo>
                <a:cubicBezTo>
                  <a:pt x="8670" y="2900"/>
                  <a:pt x="8948" y="2565"/>
                  <a:pt x="9339" y="2565"/>
                </a:cubicBezTo>
                <a:close/>
                <a:moveTo>
                  <a:pt x="7081" y="2565"/>
                </a:moveTo>
                <a:cubicBezTo>
                  <a:pt x="7638" y="2565"/>
                  <a:pt x="8056" y="3039"/>
                  <a:pt x="8056" y="3541"/>
                </a:cubicBezTo>
                <a:cubicBezTo>
                  <a:pt x="8056" y="4070"/>
                  <a:pt x="7610" y="4516"/>
                  <a:pt x="7081" y="4516"/>
                </a:cubicBezTo>
                <a:cubicBezTo>
                  <a:pt x="6718" y="4516"/>
                  <a:pt x="6384" y="4321"/>
                  <a:pt x="6217" y="4015"/>
                </a:cubicBezTo>
                <a:cubicBezTo>
                  <a:pt x="6147" y="3889"/>
                  <a:pt x="6028" y="3827"/>
                  <a:pt x="5910" y="3827"/>
                </a:cubicBezTo>
                <a:cubicBezTo>
                  <a:pt x="5791" y="3827"/>
                  <a:pt x="5673" y="3889"/>
                  <a:pt x="5603" y="4015"/>
                </a:cubicBezTo>
                <a:cubicBezTo>
                  <a:pt x="5436" y="4321"/>
                  <a:pt x="5102" y="4516"/>
                  <a:pt x="4739" y="4516"/>
                </a:cubicBezTo>
                <a:cubicBezTo>
                  <a:pt x="4405" y="4516"/>
                  <a:pt x="4042" y="4321"/>
                  <a:pt x="3875" y="4015"/>
                </a:cubicBezTo>
                <a:cubicBezTo>
                  <a:pt x="3805" y="3889"/>
                  <a:pt x="3694" y="3827"/>
                  <a:pt x="3582" y="3827"/>
                </a:cubicBezTo>
                <a:cubicBezTo>
                  <a:pt x="3471" y="3827"/>
                  <a:pt x="3359" y="3889"/>
                  <a:pt x="3290" y="4015"/>
                </a:cubicBezTo>
                <a:cubicBezTo>
                  <a:pt x="3094" y="4321"/>
                  <a:pt x="2760" y="4516"/>
                  <a:pt x="2398" y="4516"/>
                </a:cubicBezTo>
                <a:cubicBezTo>
                  <a:pt x="1840" y="4516"/>
                  <a:pt x="1422" y="4070"/>
                  <a:pt x="1422" y="3541"/>
                </a:cubicBezTo>
                <a:cubicBezTo>
                  <a:pt x="1422" y="3039"/>
                  <a:pt x="1840" y="2565"/>
                  <a:pt x="2398" y="2565"/>
                </a:cubicBezTo>
                <a:cubicBezTo>
                  <a:pt x="2760" y="2565"/>
                  <a:pt x="3094" y="2788"/>
                  <a:pt x="3290" y="3095"/>
                </a:cubicBezTo>
                <a:cubicBezTo>
                  <a:pt x="3359" y="3220"/>
                  <a:pt x="3471" y="3283"/>
                  <a:pt x="3582" y="3283"/>
                </a:cubicBezTo>
                <a:cubicBezTo>
                  <a:pt x="3694" y="3283"/>
                  <a:pt x="3805" y="3220"/>
                  <a:pt x="3875" y="3095"/>
                </a:cubicBezTo>
                <a:cubicBezTo>
                  <a:pt x="4042" y="2788"/>
                  <a:pt x="4405" y="2565"/>
                  <a:pt x="4739" y="2565"/>
                </a:cubicBezTo>
                <a:cubicBezTo>
                  <a:pt x="5102" y="2565"/>
                  <a:pt x="5436" y="2788"/>
                  <a:pt x="5603" y="3095"/>
                </a:cubicBezTo>
                <a:cubicBezTo>
                  <a:pt x="5673" y="3220"/>
                  <a:pt x="5791" y="3283"/>
                  <a:pt x="5910" y="3283"/>
                </a:cubicBezTo>
                <a:cubicBezTo>
                  <a:pt x="6028" y="3283"/>
                  <a:pt x="6147" y="3220"/>
                  <a:pt x="6217" y="3095"/>
                </a:cubicBezTo>
                <a:cubicBezTo>
                  <a:pt x="6384" y="2788"/>
                  <a:pt x="6718" y="2565"/>
                  <a:pt x="7081" y="2565"/>
                </a:cubicBezTo>
                <a:close/>
                <a:moveTo>
                  <a:pt x="5798" y="4767"/>
                </a:moveTo>
                <a:cubicBezTo>
                  <a:pt x="6105" y="5074"/>
                  <a:pt x="6523" y="5269"/>
                  <a:pt x="6941" y="5269"/>
                </a:cubicBezTo>
                <a:cubicBezTo>
                  <a:pt x="7192" y="5269"/>
                  <a:pt x="7387" y="5213"/>
                  <a:pt x="7610" y="5130"/>
                </a:cubicBezTo>
                <a:lnTo>
                  <a:pt x="7610" y="6273"/>
                </a:lnTo>
                <a:lnTo>
                  <a:pt x="7109" y="6440"/>
                </a:lnTo>
                <a:cubicBezTo>
                  <a:pt x="7055" y="6463"/>
                  <a:pt x="6997" y="6473"/>
                  <a:pt x="6938" y="6473"/>
                </a:cubicBezTo>
                <a:cubicBezTo>
                  <a:pt x="6782" y="6473"/>
                  <a:pt x="6616" y="6402"/>
                  <a:pt x="6495" y="6301"/>
                </a:cubicBezTo>
                <a:cubicBezTo>
                  <a:pt x="6241" y="6046"/>
                  <a:pt x="5923" y="5927"/>
                  <a:pt x="5608" y="5927"/>
                </a:cubicBezTo>
                <a:cubicBezTo>
                  <a:pt x="5267" y="5927"/>
                  <a:pt x="4930" y="6067"/>
                  <a:pt x="4683" y="6328"/>
                </a:cubicBezTo>
                <a:cubicBezTo>
                  <a:pt x="4433" y="6078"/>
                  <a:pt x="4082" y="5937"/>
                  <a:pt x="3733" y="5937"/>
                </a:cubicBezTo>
                <a:cubicBezTo>
                  <a:pt x="3420" y="5937"/>
                  <a:pt x="3109" y="6050"/>
                  <a:pt x="2871" y="6301"/>
                </a:cubicBezTo>
                <a:cubicBezTo>
                  <a:pt x="2737" y="6416"/>
                  <a:pt x="2602" y="6478"/>
                  <a:pt x="2449" y="6478"/>
                </a:cubicBezTo>
                <a:cubicBezTo>
                  <a:pt x="2380" y="6478"/>
                  <a:pt x="2308" y="6466"/>
                  <a:pt x="2230" y="6440"/>
                </a:cubicBezTo>
                <a:lnTo>
                  <a:pt x="1673" y="6273"/>
                </a:lnTo>
                <a:lnTo>
                  <a:pt x="1673" y="5130"/>
                </a:lnTo>
                <a:cubicBezTo>
                  <a:pt x="1896" y="5213"/>
                  <a:pt x="2091" y="5269"/>
                  <a:pt x="2342" y="5269"/>
                </a:cubicBezTo>
                <a:cubicBezTo>
                  <a:pt x="2788" y="5269"/>
                  <a:pt x="3178" y="5074"/>
                  <a:pt x="3485" y="4767"/>
                </a:cubicBezTo>
                <a:cubicBezTo>
                  <a:pt x="3791" y="5074"/>
                  <a:pt x="4209" y="5269"/>
                  <a:pt x="4628" y="5269"/>
                </a:cubicBezTo>
                <a:cubicBezTo>
                  <a:pt x="5102" y="5269"/>
                  <a:pt x="5464" y="5074"/>
                  <a:pt x="5798" y="4767"/>
                </a:cubicBezTo>
                <a:close/>
                <a:moveTo>
                  <a:pt x="3791" y="6577"/>
                </a:moveTo>
                <a:cubicBezTo>
                  <a:pt x="4000" y="6577"/>
                  <a:pt x="4207" y="6680"/>
                  <a:pt x="4321" y="6858"/>
                </a:cubicBezTo>
                <a:lnTo>
                  <a:pt x="4182" y="6997"/>
                </a:lnTo>
                <a:cubicBezTo>
                  <a:pt x="3826" y="7340"/>
                  <a:pt x="3371" y="7508"/>
                  <a:pt x="2920" y="7508"/>
                </a:cubicBezTo>
                <a:cubicBezTo>
                  <a:pt x="2415" y="7508"/>
                  <a:pt x="1914" y="7298"/>
                  <a:pt x="1561" y="6886"/>
                </a:cubicBezTo>
                <a:lnTo>
                  <a:pt x="1561" y="6886"/>
                </a:lnTo>
                <a:lnTo>
                  <a:pt x="2091" y="7081"/>
                </a:lnTo>
                <a:cubicBezTo>
                  <a:pt x="2215" y="7120"/>
                  <a:pt x="2343" y="7139"/>
                  <a:pt x="2471" y="7139"/>
                </a:cubicBezTo>
                <a:cubicBezTo>
                  <a:pt x="2803" y="7139"/>
                  <a:pt x="3132" y="7008"/>
                  <a:pt x="3373" y="6747"/>
                </a:cubicBezTo>
                <a:cubicBezTo>
                  <a:pt x="3490" y="6630"/>
                  <a:pt x="3641" y="6577"/>
                  <a:pt x="3791" y="6577"/>
                </a:cubicBezTo>
                <a:close/>
                <a:moveTo>
                  <a:pt x="5591" y="6621"/>
                </a:moveTo>
                <a:cubicBezTo>
                  <a:pt x="5743" y="6621"/>
                  <a:pt x="5898" y="6679"/>
                  <a:pt x="6021" y="6802"/>
                </a:cubicBezTo>
                <a:cubicBezTo>
                  <a:pt x="6282" y="7042"/>
                  <a:pt x="6599" y="7168"/>
                  <a:pt x="6933" y="7168"/>
                </a:cubicBezTo>
                <a:cubicBezTo>
                  <a:pt x="7064" y="7168"/>
                  <a:pt x="7198" y="7148"/>
                  <a:pt x="7332" y="7109"/>
                </a:cubicBezTo>
                <a:lnTo>
                  <a:pt x="7833" y="6886"/>
                </a:lnTo>
                <a:lnTo>
                  <a:pt x="7833" y="6886"/>
                </a:lnTo>
                <a:cubicBezTo>
                  <a:pt x="7503" y="7299"/>
                  <a:pt x="7003" y="7529"/>
                  <a:pt x="6483" y="7529"/>
                </a:cubicBezTo>
                <a:cubicBezTo>
                  <a:pt x="6302" y="7529"/>
                  <a:pt x="6118" y="7501"/>
                  <a:pt x="5938" y="7443"/>
                </a:cubicBezTo>
                <a:cubicBezTo>
                  <a:pt x="5464" y="7304"/>
                  <a:pt x="5269" y="7025"/>
                  <a:pt x="5102" y="6886"/>
                </a:cubicBezTo>
                <a:cubicBezTo>
                  <a:pt x="5211" y="6714"/>
                  <a:pt x="5398" y="6621"/>
                  <a:pt x="5591" y="6621"/>
                </a:cubicBezTo>
                <a:close/>
                <a:moveTo>
                  <a:pt x="4628" y="7416"/>
                </a:moveTo>
                <a:cubicBezTo>
                  <a:pt x="4906" y="7694"/>
                  <a:pt x="5185" y="7945"/>
                  <a:pt x="5659" y="8085"/>
                </a:cubicBezTo>
                <a:cubicBezTo>
                  <a:pt x="5882" y="8140"/>
                  <a:pt x="6161" y="8224"/>
                  <a:pt x="6412" y="8224"/>
                </a:cubicBezTo>
                <a:cubicBezTo>
                  <a:pt x="7053" y="8224"/>
                  <a:pt x="7666" y="7973"/>
                  <a:pt x="8112" y="7527"/>
                </a:cubicBezTo>
                <a:cubicBezTo>
                  <a:pt x="8224" y="7639"/>
                  <a:pt x="8251" y="7806"/>
                  <a:pt x="8251" y="7945"/>
                </a:cubicBezTo>
                <a:cubicBezTo>
                  <a:pt x="8335" y="8280"/>
                  <a:pt x="8056" y="8558"/>
                  <a:pt x="7666" y="8558"/>
                </a:cubicBezTo>
                <a:cubicBezTo>
                  <a:pt x="7555" y="8558"/>
                  <a:pt x="7471" y="8531"/>
                  <a:pt x="7387" y="8503"/>
                </a:cubicBezTo>
                <a:cubicBezTo>
                  <a:pt x="7339" y="8479"/>
                  <a:pt x="7291" y="8468"/>
                  <a:pt x="7243" y="8468"/>
                </a:cubicBezTo>
                <a:cubicBezTo>
                  <a:pt x="7016" y="8468"/>
                  <a:pt x="6826" y="8718"/>
                  <a:pt x="6941" y="8949"/>
                </a:cubicBezTo>
                <a:cubicBezTo>
                  <a:pt x="6969" y="9060"/>
                  <a:pt x="6997" y="9172"/>
                  <a:pt x="6997" y="9227"/>
                </a:cubicBezTo>
                <a:cubicBezTo>
                  <a:pt x="6997" y="9590"/>
                  <a:pt x="6718" y="9896"/>
                  <a:pt x="6356" y="9896"/>
                </a:cubicBezTo>
                <a:cubicBezTo>
                  <a:pt x="6161" y="9896"/>
                  <a:pt x="6021" y="9813"/>
                  <a:pt x="5882" y="9729"/>
                </a:cubicBezTo>
                <a:cubicBezTo>
                  <a:pt x="5815" y="9662"/>
                  <a:pt x="5734" y="9631"/>
                  <a:pt x="5655" y="9631"/>
                </a:cubicBezTo>
                <a:cubicBezTo>
                  <a:pt x="5505" y="9631"/>
                  <a:pt x="5361" y="9742"/>
                  <a:pt x="5325" y="9924"/>
                </a:cubicBezTo>
                <a:cubicBezTo>
                  <a:pt x="5297" y="10287"/>
                  <a:pt x="5018" y="10565"/>
                  <a:pt x="4683" y="10565"/>
                </a:cubicBezTo>
                <a:cubicBezTo>
                  <a:pt x="4321" y="10565"/>
                  <a:pt x="4042" y="10287"/>
                  <a:pt x="4014" y="9924"/>
                </a:cubicBezTo>
                <a:cubicBezTo>
                  <a:pt x="3996" y="9741"/>
                  <a:pt x="3846" y="9619"/>
                  <a:pt x="3690" y="9619"/>
                </a:cubicBezTo>
                <a:cubicBezTo>
                  <a:pt x="3608" y="9619"/>
                  <a:pt x="3524" y="9652"/>
                  <a:pt x="3457" y="9729"/>
                </a:cubicBezTo>
                <a:cubicBezTo>
                  <a:pt x="3317" y="9813"/>
                  <a:pt x="3178" y="9896"/>
                  <a:pt x="3011" y="9896"/>
                </a:cubicBezTo>
                <a:cubicBezTo>
                  <a:pt x="2648" y="9896"/>
                  <a:pt x="2342" y="9618"/>
                  <a:pt x="2342" y="9227"/>
                </a:cubicBezTo>
                <a:cubicBezTo>
                  <a:pt x="2342" y="9116"/>
                  <a:pt x="2370" y="9032"/>
                  <a:pt x="2398" y="8949"/>
                </a:cubicBezTo>
                <a:cubicBezTo>
                  <a:pt x="2513" y="8718"/>
                  <a:pt x="2323" y="8468"/>
                  <a:pt x="2095" y="8468"/>
                </a:cubicBezTo>
                <a:cubicBezTo>
                  <a:pt x="2048" y="8468"/>
                  <a:pt x="2000" y="8479"/>
                  <a:pt x="1952" y="8503"/>
                </a:cubicBezTo>
                <a:cubicBezTo>
                  <a:pt x="1859" y="8555"/>
                  <a:pt x="1755" y="8583"/>
                  <a:pt x="1653" y="8583"/>
                </a:cubicBezTo>
                <a:cubicBezTo>
                  <a:pt x="1538" y="8583"/>
                  <a:pt x="1427" y="8548"/>
                  <a:pt x="1338" y="8475"/>
                </a:cubicBezTo>
                <a:cubicBezTo>
                  <a:pt x="1115" y="8335"/>
                  <a:pt x="1004" y="8112"/>
                  <a:pt x="1004" y="7917"/>
                </a:cubicBezTo>
                <a:cubicBezTo>
                  <a:pt x="1004" y="7722"/>
                  <a:pt x="1087" y="7583"/>
                  <a:pt x="1143" y="7499"/>
                </a:cubicBezTo>
                <a:cubicBezTo>
                  <a:pt x="1617" y="7945"/>
                  <a:pt x="2230" y="8196"/>
                  <a:pt x="2871" y="8196"/>
                </a:cubicBezTo>
                <a:cubicBezTo>
                  <a:pt x="3485" y="8196"/>
                  <a:pt x="4126" y="7945"/>
                  <a:pt x="4572" y="7499"/>
                </a:cubicBezTo>
                <a:lnTo>
                  <a:pt x="4628" y="7416"/>
                </a:lnTo>
                <a:close/>
                <a:moveTo>
                  <a:pt x="2732" y="1"/>
                </a:moveTo>
                <a:cubicBezTo>
                  <a:pt x="2537" y="1"/>
                  <a:pt x="2453" y="112"/>
                  <a:pt x="2398" y="279"/>
                </a:cubicBezTo>
                <a:lnTo>
                  <a:pt x="2063" y="2008"/>
                </a:lnTo>
                <a:cubicBezTo>
                  <a:pt x="1310" y="2203"/>
                  <a:pt x="753" y="2844"/>
                  <a:pt x="753" y="3624"/>
                </a:cubicBezTo>
                <a:cubicBezTo>
                  <a:pt x="753" y="4015"/>
                  <a:pt x="892" y="4321"/>
                  <a:pt x="1087" y="4600"/>
                </a:cubicBezTo>
                <a:lnTo>
                  <a:pt x="1087" y="6050"/>
                </a:lnTo>
                <a:lnTo>
                  <a:pt x="864" y="5994"/>
                </a:lnTo>
                <a:cubicBezTo>
                  <a:pt x="832" y="5987"/>
                  <a:pt x="799" y="5984"/>
                  <a:pt x="766" y="5984"/>
                </a:cubicBezTo>
                <a:cubicBezTo>
                  <a:pt x="662" y="5984"/>
                  <a:pt x="566" y="6020"/>
                  <a:pt x="502" y="6105"/>
                </a:cubicBezTo>
                <a:cubicBezTo>
                  <a:pt x="418" y="6189"/>
                  <a:pt x="391" y="6384"/>
                  <a:pt x="502" y="6468"/>
                </a:cubicBezTo>
                <a:lnTo>
                  <a:pt x="837" y="6997"/>
                </a:lnTo>
                <a:cubicBezTo>
                  <a:pt x="0" y="7806"/>
                  <a:pt x="558" y="9255"/>
                  <a:pt x="1756" y="9255"/>
                </a:cubicBezTo>
                <a:cubicBezTo>
                  <a:pt x="1756" y="10001"/>
                  <a:pt x="2361" y="10582"/>
                  <a:pt x="3036" y="10582"/>
                </a:cubicBezTo>
                <a:cubicBezTo>
                  <a:pt x="3193" y="10582"/>
                  <a:pt x="3354" y="10550"/>
                  <a:pt x="3513" y="10482"/>
                </a:cubicBezTo>
                <a:cubicBezTo>
                  <a:pt x="3736" y="10928"/>
                  <a:pt x="4182" y="11207"/>
                  <a:pt x="4711" y="11207"/>
                </a:cubicBezTo>
                <a:cubicBezTo>
                  <a:pt x="5241" y="11207"/>
                  <a:pt x="5687" y="10900"/>
                  <a:pt x="5882" y="10482"/>
                </a:cubicBezTo>
                <a:cubicBezTo>
                  <a:pt x="6040" y="10536"/>
                  <a:pt x="6198" y="10562"/>
                  <a:pt x="6351" y="10562"/>
                </a:cubicBezTo>
                <a:cubicBezTo>
                  <a:pt x="7062" y="10562"/>
                  <a:pt x="7666" y="10012"/>
                  <a:pt x="7666" y="9255"/>
                </a:cubicBezTo>
                <a:cubicBezTo>
                  <a:pt x="8865" y="9255"/>
                  <a:pt x="9450" y="7806"/>
                  <a:pt x="8586" y="6997"/>
                </a:cubicBezTo>
                <a:lnTo>
                  <a:pt x="8920" y="6468"/>
                </a:lnTo>
                <a:cubicBezTo>
                  <a:pt x="9066" y="6273"/>
                  <a:pt x="8894" y="5973"/>
                  <a:pt x="8645" y="5973"/>
                </a:cubicBezTo>
                <a:cubicBezTo>
                  <a:pt x="8608" y="5973"/>
                  <a:pt x="8570" y="5980"/>
                  <a:pt x="8530" y="5994"/>
                </a:cubicBezTo>
                <a:lnTo>
                  <a:pt x="8335" y="6050"/>
                </a:lnTo>
                <a:lnTo>
                  <a:pt x="8335" y="4600"/>
                </a:lnTo>
                <a:cubicBezTo>
                  <a:pt x="8391" y="4489"/>
                  <a:pt x="8474" y="4433"/>
                  <a:pt x="8502" y="4321"/>
                </a:cubicBezTo>
                <a:cubicBezTo>
                  <a:pt x="8725" y="4489"/>
                  <a:pt x="9032" y="4600"/>
                  <a:pt x="9311" y="4600"/>
                </a:cubicBezTo>
                <a:cubicBezTo>
                  <a:pt x="10035" y="4600"/>
                  <a:pt x="10621" y="4015"/>
                  <a:pt x="10621" y="3262"/>
                </a:cubicBezTo>
                <a:cubicBezTo>
                  <a:pt x="10621" y="2537"/>
                  <a:pt x="10035" y="1924"/>
                  <a:pt x="9339" y="1924"/>
                </a:cubicBezTo>
                <a:lnTo>
                  <a:pt x="9311" y="1924"/>
                </a:lnTo>
                <a:lnTo>
                  <a:pt x="69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5227" name="Shape 15227"/>
        <p:cNvGrpSpPr/>
        <p:nvPr/>
      </p:nvGrpSpPr>
      <p:grpSpPr>
        <a:xfrm>
          <a:off x="0" y="0"/>
          <a:ext cx="0" cy="0"/>
          <a:chOff x="0" y="0"/>
          <a:chExt cx="0" cy="0"/>
        </a:xfrm>
      </p:grpSpPr>
      <p:sp>
        <p:nvSpPr>
          <p:cNvPr id="15228" name="Google Shape;15228;p85"/>
          <p:cNvSpPr txBox="1"/>
          <p:nvPr>
            <p:ph type="title" idx="4294967295"/>
          </p:nvPr>
        </p:nvSpPr>
        <p:spPr>
          <a:xfrm>
            <a:off x="849675" y="51102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panose="020B0604020202020204"/>
              <a:buNone/>
            </a:pPr>
            <a:r>
              <a:rPr lang="en-GB">
                <a:solidFill>
                  <a:schemeClr val="lt1"/>
                </a:solidFill>
                <a:latin typeface="Arial" panose="020B0604020202020204"/>
                <a:ea typeface="Arial" panose="020B0604020202020204"/>
                <a:cs typeface="Arial" panose="020B0604020202020204"/>
                <a:sym typeface="Arial" panose="020B0604020202020204"/>
              </a:rPr>
              <a:t>Creative Process Icons</a:t>
            </a:r>
            <a:endParaRPr>
              <a:solidFill>
                <a:schemeClr val="lt1"/>
              </a:solidFill>
              <a:latin typeface="Arial" panose="020B0604020202020204"/>
              <a:ea typeface="Arial" panose="020B0604020202020204"/>
              <a:cs typeface="Arial" panose="020B0604020202020204"/>
              <a:sym typeface="Arial" panose="020B0604020202020204"/>
            </a:endParaRPr>
          </a:p>
        </p:txBody>
      </p:sp>
      <p:sp>
        <p:nvSpPr>
          <p:cNvPr id="15229" name="Google Shape;15229;p85"/>
          <p:cNvSpPr txBox="1"/>
          <p:nvPr>
            <p:ph type="title" idx="4294967295"/>
          </p:nvPr>
        </p:nvSpPr>
        <p:spPr>
          <a:xfrm>
            <a:off x="4858400" y="51102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panose="020B0604020202020204"/>
              <a:buNone/>
            </a:pPr>
            <a:r>
              <a:rPr lang="en-GB">
                <a:solidFill>
                  <a:schemeClr val="lt1"/>
                </a:solidFill>
                <a:latin typeface="Arial" panose="020B0604020202020204"/>
                <a:ea typeface="Arial" panose="020B0604020202020204"/>
                <a:cs typeface="Arial" panose="020B0604020202020204"/>
                <a:sym typeface="Arial" panose="020B0604020202020204"/>
              </a:rPr>
              <a:t>Performing Arts Icons</a:t>
            </a:r>
            <a:endParaRPr>
              <a:solidFill>
                <a:schemeClr val="lt1"/>
              </a:solidFill>
              <a:latin typeface="Arial" panose="020B0604020202020204"/>
              <a:ea typeface="Arial" panose="020B0604020202020204"/>
              <a:cs typeface="Arial" panose="020B0604020202020204"/>
              <a:sym typeface="Arial" panose="020B0604020202020204"/>
            </a:endParaRPr>
          </a:p>
        </p:txBody>
      </p:sp>
      <p:grpSp>
        <p:nvGrpSpPr>
          <p:cNvPr id="15230" name="Google Shape;15230;p85"/>
          <p:cNvGrpSpPr/>
          <p:nvPr/>
        </p:nvGrpSpPr>
        <p:grpSpPr>
          <a:xfrm>
            <a:off x="889109" y="1303003"/>
            <a:ext cx="278288" cy="357036"/>
            <a:chOff x="-50489600" y="1947400"/>
            <a:chExt cx="233150" cy="299125"/>
          </a:xfrm>
        </p:grpSpPr>
        <p:sp>
          <p:nvSpPr>
            <p:cNvPr id="15231" name="Google Shape;15231;p85"/>
            <p:cNvSpPr/>
            <p:nvPr/>
          </p:nvSpPr>
          <p:spPr>
            <a:xfrm>
              <a:off x="-50382475" y="2018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232" name="Google Shape;15232;p85"/>
            <p:cNvSpPr/>
            <p:nvPr/>
          </p:nvSpPr>
          <p:spPr>
            <a:xfrm>
              <a:off x="-50489600" y="1947400"/>
              <a:ext cx="233150" cy="299125"/>
            </a:xfrm>
            <a:custGeom>
              <a:avLst/>
              <a:gdLst/>
              <a:ahLst/>
              <a:cxnLst/>
              <a:rect l="l" t="t" r="r" b="b"/>
              <a:pathLst>
                <a:path w="9326" h="11965" extrusionOk="0">
                  <a:moveTo>
                    <a:pt x="4632" y="725"/>
                  </a:moveTo>
                  <a:cubicBezTo>
                    <a:pt x="4821" y="725"/>
                    <a:pt x="4978" y="882"/>
                    <a:pt x="4978" y="1071"/>
                  </a:cubicBezTo>
                  <a:lnTo>
                    <a:pt x="4978" y="1449"/>
                  </a:lnTo>
                  <a:cubicBezTo>
                    <a:pt x="4884" y="1418"/>
                    <a:pt x="4758" y="1418"/>
                    <a:pt x="4632" y="1418"/>
                  </a:cubicBezTo>
                  <a:cubicBezTo>
                    <a:pt x="4506" y="1418"/>
                    <a:pt x="4411" y="1418"/>
                    <a:pt x="4285" y="1449"/>
                  </a:cubicBezTo>
                  <a:lnTo>
                    <a:pt x="4285" y="1071"/>
                  </a:lnTo>
                  <a:cubicBezTo>
                    <a:pt x="4285" y="882"/>
                    <a:pt x="4443" y="725"/>
                    <a:pt x="4632" y="725"/>
                  </a:cubicBezTo>
                  <a:close/>
                  <a:moveTo>
                    <a:pt x="4632" y="2143"/>
                  </a:moveTo>
                  <a:cubicBezTo>
                    <a:pt x="5230" y="2143"/>
                    <a:pt x="5703" y="2615"/>
                    <a:pt x="5703" y="3182"/>
                  </a:cubicBezTo>
                  <a:cubicBezTo>
                    <a:pt x="5703" y="3781"/>
                    <a:pt x="5230" y="4253"/>
                    <a:pt x="4632" y="4253"/>
                  </a:cubicBezTo>
                  <a:cubicBezTo>
                    <a:pt x="4033" y="4253"/>
                    <a:pt x="3592" y="3781"/>
                    <a:pt x="3592" y="3182"/>
                  </a:cubicBezTo>
                  <a:cubicBezTo>
                    <a:pt x="3592" y="2615"/>
                    <a:pt x="4033" y="2143"/>
                    <a:pt x="4632" y="2143"/>
                  </a:cubicBezTo>
                  <a:close/>
                  <a:moveTo>
                    <a:pt x="4632" y="5356"/>
                  </a:moveTo>
                  <a:lnTo>
                    <a:pt x="6018" y="8191"/>
                  </a:lnTo>
                  <a:cubicBezTo>
                    <a:pt x="5671" y="8349"/>
                    <a:pt x="5356" y="8443"/>
                    <a:pt x="4978" y="8443"/>
                  </a:cubicBezTo>
                  <a:lnTo>
                    <a:pt x="4978" y="8065"/>
                  </a:lnTo>
                  <a:cubicBezTo>
                    <a:pt x="4978" y="7876"/>
                    <a:pt x="4821" y="7719"/>
                    <a:pt x="4632" y="7719"/>
                  </a:cubicBezTo>
                  <a:cubicBezTo>
                    <a:pt x="4443" y="7719"/>
                    <a:pt x="4285" y="7876"/>
                    <a:pt x="4285" y="8065"/>
                  </a:cubicBezTo>
                  <a:lnTo>
                    <a:pt x="4285" y="8443"/>
                  </a:lnTo>
                  <a:cubicBezTo>
                    <a:pt x="3939" y="8380"/>
                    <a:pt x="3592" y="8317"/>
                    <a:pt x="3246" y="8191"/>
                  </a:cubicBezTo>
                  <a:lnTo>
                    <a:pt x="4632" y="5356"/>
                  </a:lnTo>
                  <a:close/>
                  <a:moveTo>
                    <a:pt x="3466" y="4505"/>
                  </a:moveTo>
                  <a:cubicBezTo>
                    <a:pt x="3624" y="4663"/>
                    <a:pt x="3844" y="4757"/>
                    <a:pt x="4096" y="4852"/>
                  </a:cubicBezTo>
                  <a:cubicBezTo>
                    <a:pt x="4033" y="5009"/>
                    <a:pt x="1481" y="10271"/>
                    <a:pt x="1450" y="10365"/>
                  </a:cubicBezTo>
                  <a:cubicBezTo>
                    <a:pt x="1381" y="10504"/>
                    <a:pt x="1261" y="10591"/>
                    <a:pt x="1127" y="10591"/>
                  </a:cubicBezTo>
                  <a:cubicBezTo>
                    <a:pt x="1078" y="10591"/>
                    <a:pt x="1028" y="10580"/>
                    <a:pt x="977" y="10554"/>
                  </a:cubicBezTo>
                  <a:cubicBezTo>
                    <a:pt x="820" y="10491"/>
                    <a:pt x="694" y="10271"/>
                    <a:pt x="788" y="10082"/>
                  </a:cubicBezTo>
                  <a:lnTo>
                    <a:pt x="3466" y="4505"/>
                  </a:lnTo>
                  <a:close/>
                  <a:moveTo>
                    <a:pt x="5829" y="4537"/>
                  </a:moveTo>
                  <a:lnTo>
                    <a:pt x="8507" y="10113"/>
                  </a:lnTo>
                  <a:cubicBezTo>
                    <a:pt x="8570" y="10271"/>
                    <a:pt x="8507" y="10523"/>
                    <a:pt x="8318" y="10586"/>
                  </a:cubicBezTo>
                  <a:cubicBezTo>
                    <a:pt x="8271" y="10599"/>
                    <a:pt x="8225" y="10606"/>
                    <a:pt x="8181" y="10606"/>
                  </a:cubicBezTo>
                  <a:cubicBezTo>
                    <a:pt x="8021" y="10606"/>
                    <a:pt x="7888" y="10521"/>
                    <a:pt x="7814" y="10397"/>
                  </a:cubicBezTo>
                  <a:cubicBezTo>
                    <a:pt x="7719" y="10176"/>
                    <a:pt x="5293" y="5167"/>
                    <a:pt x="5199" y="4883"/>
                  </a:cubicBezTo>
                  <a:cubicBezTo>
                    <a:pt x="5419" y="4820"/>
                    <a:pt x="5608" y="4694"/>
                    <a:pt x="5829" y="4537"/>
                  </a:cubicBezTo>
                  <a:close/>
                  <a:moveTo>
                    <a:pt x="4632" y="0"/>
                  </a:moveTo>
                  <a:cubicBezTo>
                    <a:pt x="4033" y="0"/>
                    <a:pt x="3592" y="473"/>
                    <a:pt x="3592" y="1071"/>
                  </a:cubicBezTo>
                  <a:lnTo>
                    <a:pt x="3592" y="1764"/>
                  </a:lnTo>
                  <a:cubicBezTo>
                    <a:pt x="3151" y="2080"/>
                    <a:pt x="2867" y="2584"/>
                    <a:pt x="2867" y="3182"/>
                  </a:cubicBezTo>
                  <a:cubicBezTo>
                    <a:pt x="2867" y="3434"/>
                    <a:pt x="2899" y="3655"/>
                    <a:pt x="3025" y="3875"/>
                  </a:cubicBezTo>
                  <a:lnTo>
                    <a:pt x="1576" y="6900"/>
                  </a:lnTo>
                  <a:cubicBezTo>
                    <a:pt x="1355" y="6648"/>
                    <a:pt x="1229" y="6396"/>
                    <a:pt x="1103" y="6081"/>
                  </a:cubicBezTo>
                  <a:cubicBezTo>
                    <a:pt x="1032" y="5914"/>
                    <a:pt x="906" y="5837"/>
                    <a:pt x="767" y="5837"/>
                  </a:cubicBezTo>
                  <a:cubicBezTo>
                    <a:pt x="722" y="5837"/>
                    <a:pt x="676" y="5845"/>
                    <a:pt x="631" y="5860"/>
                  </a:cubicBezTo>
                  <a:cubicBezTo>
                    <a:pt x="442" y="5955"/>
                    <a:pt x="347" y="6144"/>
                    <a:pt x="442" y="6333"/>
                  </a:cubicBezTo>
                  <a:cubicBezTo>
                    <a:pt x="631" y="6805"/>
                    <a:pt x="883" y="7215"/>
                    <a:pt x="1229" y="7593"/>
                  </a:cubicBezTo>
                  <a:lnTo>
                    <a:pt x="158" y="9798"/>
                  </a:lnTo>
                  <a:cubicBezTo>
                    <a:pt x="1" y="10208"/>
                    <a:pt x="64" y="10649"/>
                    <a:pt x="347" y="10964"/>
                  </a:cubicBezTo>
                  <a:lnTo>
                    <a:pt x="95" y="11468"/>
                  </a:lnTo>
                  <a:cubicBezTo>
                    <a:pt x="32" y="11625"/>
                    <a:pt x="95" y="11846"/>
                    <a:pt x="253" y="11941"/>
                  </a:cubicBezTo>
                  <a:cubicBezTo>
                    <a:pt x="293" y="11957"/>
                    <a:pt x="340" y="11965"/>
                    <a:pt x="389" y="11965"/>
                  </a:cubicBezTo>
                  <a:cubicBezTo>
                    <a:pt x="528" y="11965"/>
                    <a:pt x="678" y="11900"/>
                    <a:pt x="725" y="11783"/>
                  </a:cubicBezTo>
                  <a:lnTo>
                    <a:pt x="977" y="11247"/>
                  </a:lnTo>
                  <a:cubicBezTo>
                    <a:pt x="1027" y="11255"/>
                    <a:pt x="1077" y="11258"/>
                    <a:pt x="1127" y="11258"/>
                  </a:cubicBezTo>
                  <a:cubicBezTo>
                    <a:pt x="1521" y="11258"/>
                    <a:pt x="1912" y="11040"/>
                    <a:pt x="2080" y="10649"/>
                  </a:cubicBezTo>
                  <a:lnTo>
                    <a:pt x="2930" y="8822"/>
                  </a:lnTo>
                  <a:cubicBezTo>
                    <a:pt x="3372" y="8979"/>
                    <a:pt x="3813" y="9105"/>
                    <a:pt x="4285" y="9137"/>
                  </a:cubicBezTo>
                  <a:lnTo>
                    <a:pt x="4285" y="9483"/>
                  </a:lnTo>
                  <a:cubicBezTo>
                    <a:pt x="4285" y="9704"/>
                    <a:pt x="4443" y="9861"/>
                    <a:pt x="4632" y="9861"/>
                  </a:cubicBezTo>
                  <a:cubicBezTo>
                    <a:pt x="4821" y="9861"/>
                    <a:pt x="4978" y="9704"/>
                    <a:pt x="4978" y="9483"/>
                  </a:cubicBezTo>
                  <a:lnTo>
                    <a:pt x="4978" y="9137"/>
                  </a:lnTo>
                  <a:cubicBezTo>
                    <a:pt x="5451" y="9105"/>
                    <a:pt x="5892" y="9011"/>
                    <a:pt x="6333" y="8822"/>
                  </a:cubicBezTo>
                  <a:lnTo>
                    <a:pt x="7184" y="10649"/>
                  </a:lnTo>
                  <a:cubicBezTo>
                    <a:pt x="7382" y="11016"/>
                    <a:pt x="7732" y="11257"/>
                    <a:pt x="8143" y="11257"/>
                  </a:cubicBezTo>
                  <a:cubicBezTo>
                    <a:pt x="8190" y="11257"/>
                    <a:pt x="8238" y="11254"/>
                    <a:pt x="8286" y="11247"/>
                  </a:cubicBezTo>
                  <a:lnTo>
                    <a:pt x="8538" y="11783"/>
                  </a:lnTo>
                  <a:cubicBezTo>
                    <a:pt x="8585" y="11900"/>
                    <a:pt x="8718" y="11965"/>
                    <a:pt x="8861" y="11965"/>
                  </a:cubicBezTo>
                  <a:cubicBezTo>
                    <a:pt x="8911" y="11965"/>
                    <a:pt x="8962" y="11957"/>
                    <a:pt x="9011" y="11941"/>
                  </a:cubicBezTo>
                  <a:cubicBezTo>
                    <a:pt x="9168" y="11846"/>
                    <a:pt x="9231" y="11657"/>
                    <a:pt x="9168" y="11468"/>
                  </a:cubicBezTo>
                  <a:lnTo>
                    <a:pt x="8916" y="10964"/>
                  </a:lnTo>
                  <a:cubicBezTo>
                    <a:pt x="9200" y="10649"/>
                    <a:pt x="9326" y="10208"/>
                    <a:pt x="9137" y="9798"/>
                  </a:cubicBezTo>
                  <a:lnTo>
                    <a:pt x="8066" y="7593"/>
                  </a:lnTo>
                  <a:cubicBezTo>
                    <a:pt x="8381" y="7246"/>
                    <a:pt x="8664" y="6805"/>
                    <a:pt x="8853" y="6333"/>
                  </a:cubicBezTo>
                  <a:cubicBezTo>
                    <a:pt x="8916" y="6144"/>
                    <a:pt x="8853" y="5955"/>
                    <a:pt x="8664" y="5860"/>
                  </a:cubicBezTo>
                  <a:cubicBezTo>
                    <a:pt x="8611" y="5845"/>
                    <a:pt x="8559" y="5837"/>
                    <a:pt x="8511" y="5837"/>
                  </a:cubicBezTo>
                  <a:cubicBezTo>
                    <a:pt x="8360" y="5837"/>
                    <a:pt x="8240" y="5914"/>
                    <a:pt x="8192" y="6081"/>
                  </a:cubicBezTo>
                  <a:cubicBezTo>
                    <a:pt x="8066" y="6333"/>
                    <a:pt x="7908" y="6616"/>
                    <a:pt x="7719" y="6900"/>
                  </a:cubicBezTo>
                  <a:lnTo>
                    <a:pt x="6270" y="3875"/>
                  </a:lnTo>
                  <a:cubicBezTo>
                    <a:pt x="6333" y="3655"/>
                    <a:pt x="6396" y="3434"/>
                    <a:pt x="6396" y="3182"/>
                  </a:cubicBezTo>
                  <a:cubicBezTo>
                    <a:pt x="6396" y="2584"/>
                    <a:pt x="6144" y="2080"/>
                    <a:pt x="5703" y="1764"/>
                  </a:cubicBezTo>
                  <a:lnTo>
                    <a:pt x="5703" y="1071"/>
                  </a:lnTo>
                  <a:cubicBezTo>
                    <a:pt x="5703" y="473"/>
                    <a:pt x="5230" y="0"/>
                    <a:pt x="46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233" name="Google Shape;15233;p85"/>
          <p:cNvGrpSpPr/>
          <p:nvPr/>
        </p:nvGrpSpPr>
        <p:grpSpPr>
          <a:xfrm>
            <a:off x="849616" y="1757960"/>
            <a:ext cx="357274" cy="358199"/>
            <a:chOff x="-50523475" y="2316000"/>
            <a:chExt cx="299325" cy="300100"/>
          </a:xfrm>
        </p:grpSpPr>
        <p:sp>
          <p:nvSpPr>
            <p:cNvPr id="15234" name="Google Shape;15234;p85"/>
            <p:cNvSpPr/>
            <p:nvPr/>
          </p:nvSpPr>
          <p:spPr>
            <a:xfrm>
              <a:off x="-50453375" y="2387675"/>
              <a:ext cx="158350" cy="228425"/>
            </a:xfrm>
            <a:custGeom>
              <a:avLst/>
              <a:gdLst/>
              <a:ahLst/>
              <a:cxnLst/>
              <a:rect l="l" t="t" r="r" b="b"/>
              <a:pathLst>
                <a:path w="6334" h="9137" extrusionOk="0">
                  <a:moveTo>
                    <a:pt x="3183" y="4222"/>
                  </a:moveTo>
                  <a:cubicBezTo>
                    <a:pt x="3372" y="4222"/>
                    <a:pt x="3529" y="4380"/>
                    <a:pt x="3529" y="4569"/>
                  </a:cubicBezTo>
                  <a:cubicBezTo>
                    <a:pt x="3529" y="4758"/>
                    <a:pt x="3372" y="4915"/>
                    <a:pt x="3183" y="4915"/>
                  </a:cubicBezTo>
                  <a:cubicBezTo>
                    <a:pt x="2994" y="4915"/>
                    <a:pt x="2836" y="4758"/>
                    <a:pt x="2836" y="4569"/>
                  </a:cubicBezTo>
                  <a:cubicBezTo>
                    <a:pt x="2836" y="4380"/>
                    <a:pt x="2994" y="4222"/>
                    <a:pt x="3183" y="4222"/>
                  </a:cubicBezTo>
                  <a:close/>
                  <a:moveTo>
                    <a:pt x="3183" y="1009"/>
                  </a:moveTo>
                  <a:lnTo>
                    <a:pt x="5609" y="5230"/>
                  </a:lnTo>
                  <a:lnTo>
                    <a:pt x="4411" y="6994"/>
                  </a:lnTo>
                  <a:lnTo>
                    <a:pt x="3529" y="6994"/>
                  </a:lnTo>
                  <a:lnTo>
                    <a:pt x="3529" y="5545"/>
                  </a:lnTo>
                  <a:cubicBezTo>
                    <a:pt x="3939" y="5388"/>
                    <a:pt x="4254" y="5010"/>
                    <a:pt x="4254" y="4569"/>
                  </a:cubicBezTo>
                  <a:cubicBezTo>
                    <a:pt x="4254" y="3970"/>
                    <a:pt x="3781" y="3497"/>
                    <a:pt x="3183" y="3497"/>
                  </a:cubicBezTo>
                  <a:cubicBezTo>
                    <a:pt x="2584" y="3497"/>
                    <a:pt x="2143" y="3970"/>
                    <a:pt x="2143" y="4569"/>
                  </a:cubicBezTo>
                  <a:cubicBezTo>
                    <a:pt x="2143" y="5041"/>
                    <a:pt x="2395" y="5419"/>
                    <a:pt x="2836" y="5545"/>
                  </a:cubicBezTo>
                  <a:lnTo>
                    <a:pt x="2836" y="6994"/>
                  </a:lnTo>
                  <a:lnTo>
                    <a:pt x="1986" y="6994"/>
                  </a:lnTo>
                  <a:lnTo>
                    <a:pt x="788" y="5230"/>
                  </a:lnTo>
                  <a:lnTo>
                    <a:pt x="3183" y="1009"/>
                  </a:lnTo>
                  <a:close/>
                  <a:moveTo>
                    <a:pt x="4600" y="7688"/>
                  </a:moveTo>
                  <a:cubicBezTo>
                    <a:pt x="4821" y="7688"/>
                    <a:pt x="4947" y="7845"/>
                    <a:pt x="4947" y="8034"/>
                  </a:cubicBezTo>
                  <a:lnTo>
                    <a:pt x="4947" y="8412"/>
                  </a:lnTo>
                  <a:lnTo>
                    <a:pt x="1450" y="8412"/>
                  </a:lnTo>
                  <a:lnTo>
                    <a:pt x="1450" y="8034"/>
                  </a:lnTo>
                  <a:cubicBezTo>
                    <a:pt x="1450" y="7845"/>
                    <a:pt x="1607" y="7688"/>
                    <a:pt x="1797" y="7688"/>
                  </a:cubicBezTo>
                  <a:close/>
                  <a:moveTo>
                    <a:pt x="3183" y="0"/>
                  </a:moveTo>
                  <a:cubicBezTo>
                    <a:pt x="3057" y="0"/>
                    <a:pt x="2962" y="63"/>
                    <a:pt x="2868" y="158"/>
                  </a:cubicBezTo>
                  <a:lnTo>
                    <a:pt x="64" y="5073"/>
                  </a:lnTo>
                  <a:cubicBezTo>
                    <a:pt x="1" y="5199"/>
                    <a:pt x="1" y="5356"/>
                    <a:pt x="64" y="5419"/>
                  </a:cubicBezTo>
                  <a:lnTo>
                    <a:pt x="1229" y="7152"/>
                  </a:lnTo>
                  <a:cubicBezTo>
                    <a:pt x="914" y="7373"/>
                    <a:pt x="694" y="7688"/>
                    <a:pt x="694" y="8066"/>
                  </a:cubicBezTo>
                  <a:lnTo>
                    <a:pt x="694" y="8790"/>
                  </a:lnTo>
                  <a:cubicBezTo>
                    <a:pt x="694" y="8979"/>
                    <a:pt x="851" y="9137"/>
                    <a:pt x="1072" y="9137"/>
                  </a:cubicBezTo>
                  <a:lnTo>
                    <a:pt x="5262" y="9137"/>
                  </a:lnTo>
                  <a:cubicBezTo>
                    <a:pt x="5483" y="9137"/>
                    <a:pt x="5640" y="8979"/>
                    <a:pt x="5640" y="8790"/>
                  </a:cubicBezTo>
                  <a:lnTo>
                    <a:pt x="5640" y="8066"/>
                  </a:lnTo>
                  <a:cubicBezTo>
                    <a:pt x="5640" y="7688"/>
                    <a:pt x="5420" y="7373"/>
                    <a:pt x="5105" y="7152"/>
                  </a:cubicBezTo>
                  <a:lnTo>
                    <a:pt x="6270" y="5419"/>
                  </a:lnTo>
                  <a:cubicBezTo>
                    <a:pt x="6333" y="5325"/>
                    <a:pt x="6333" y="5199"/>
                    <a:pt x="6270" y="5073"/>
                  </a:cubicBezTo>
                  <a:lnTo>
                    <a:pt x="3498" y="158"/>
                  </a:lnTo>
                  <a:cubicBezTo>
                    <a:pt x="3435" y="32"/>
                    <a:pt x="3309" y="0"/>
                    <a:pt x="3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235" name="Google Shape;15235;p85"/>
            <p:cNvSpPr/>
            <p:nvPr/>
          </p:nvSpPr>
          <p:spPr>
            <a:xfrm>
              <a:off x="-50523475" y="2316000"/>
              <a:ext cx="299325" cy="178025"/>
            </a:xfrm>
            <a:custGeom>
              <a:avLst/>
              <a:gdLst/>
              <a:ahLst/>
              <a:cxnLst/>
              <a:rect l="l" t="t" r="r" b="b"/>
              <a:pathLst>
                <a:path w="11973" h="7121" extrusionOk="0">
                  <a:moveTo>
                    <a:pt x="1072" y="694"/>
                  </a:moveTo>
                  <a:cubicBezTo>
                    <a:pt x="1261" y="694"/>
                    <a:pt x="1419" y="851"/>
                    <a:pt x="1419" y="1040"/>
                  </a:cubicBezTo>
                  <a:cubicBezTo>
                    <a:pt x="1419" y="1229"/>
                    <a:pt x="1261" y="1418"/>
                    <a:pt x="1072" y="1418"/>
                  </a:cubicBezTo>
                  <a:cubicBezTo>
                    <a:pt x="883" y="1418"/>
                    <a:pt x="725" y="1229"/>
                    <a:pt x="725" y="1040"/>
                  </a:cubicBezTo>
                  <a:cubicBezTo>
                    <a:pt x="725" y="851"/>
                    <a:pt x="883" y="694"/>
                    <a:pt x="1072" y="694"/>
                  </a:cubicBezTo>
                  <a:close/>
                  <a:moveTo>
                    <a:pt x="6333" y="694"/>
                  </a:moveTo>
                  <a:lnTo>
                    <a:pt x="6333" y="1418"/>
                  </a:lnTo>
                  <a:lnTo>
                    <a:pt x="5640" y="1418"/>
                  </a:lnTo>
                  <a:lnTo>
                    <a:pt x="5640" y="694"/>
                  </a:lnTo>
                  <a:close/>
                  <a:moveTo>
                    <a:pt x="10902" y="725"/>
                  </a:moveTo>
                  <a:cubicBezTo>
                    <a:pt x="11122" y="725"/>
                    <a:pt x="11280" y="883"/>
                    <a:pt x="11280" y="1103"/>
                  </a:cubicBezTo>
                  <a:cubicBezTo>
                    <a:pt x="11280" y="1292"/>
                    <a:pt x="11122" y="1450"/>
                    <a:pt x="10902" y="1450"/>
                  </a:cubicBezTo>
                  <a:cubicBezTo>
                    <a:pt x="10712" y="1450"/>
                    <a:pt x="10555" y="1292"/>
                    <a:pt x="10555" y="1103"/>
                  </a:cubicBezTo>
                  <a:cubicBezTo>
                    <a:pt x="10586" y="883"/>
                    <a:pt x="10744" y="725"/>
                    <a:pt x="10902" y="725"/>
                  </a:cubicBezTo>
                  <a:close/>
                  <a:moveTo>
                    <a:pt x="2143" y="5640"/>
                  </a:moveTo>
                  <a:lnTo>
                    <a:pt x="2143" y="6364"/>
                  </a:lnTo>
                  <a:lnTo>
                    <a:pt x="1419" y="6364"/>
                  </a:lnTo>
                  <a:lnTo>
                    <a:pt x="1419" y="5640"/>
                  </a:lnTo>
                  <a:close/>
                  <a:moveTo>
                    <a:pt x="10555" y="5640"/>
                  </a:moveTo>
                  <a:lnTo>
                    <a:pt x="10555" y="6364"/>
                  </a:lnTo>
                  <a:lnTo>
                    <a:pt x="9862" y="6364"/>
                  </a:lnTo>
                  <a:lnTo>
                    <a:pt x="9862" y="5640"/>
                  </a:lnTo>
                  <a:close/>
                  <a:moveTo>
                    <a:pt x="10902" y="0"/>
                  </a:moveTo>
                  <a:cubicBezTo>
                    <a:pt x="10460" y="0"/>
                    <a:pt x="10051" y="252"/>
                    <a:pt x="9925" y="694"/>
                  </a:cubicBezTo>
                  <a:lnTo>
                    <a:pt x="7058" y="694"/>
                  </a:lnTo>
                  <a:lnTo>
                    <a:pt x="7058" y="379"/>
                  </a:lnTo>
                  <a:cubicBezTo>
                    <a:pt x="7058" y="189"/>
                    <a:pt x="6900" y="32"/>
                    <a:pt x="6711" y="32"/>
                  </a:cubicBezTo>
                  <a:lnTo>
                    <a:pt x="5294" y="32"/>
                  </a:lnTo>
                  <a:cubicBezTo>
                    <a:pt x="5073" y="32"/>
                    <a:pt x="4947" y="189"/>
                    <a:pt x="4947" y="379"/>
                  </a:cubicBezTo>
                  <a:lnTo>
                    <a:pt x="4947" y="725"/>
                  </a:lnTo>
                  <a:lnTo>
                    <a:pt x="2049" y="725"/>
                  </a:lnTo>
                  <a:cubicBezTo>
                    <a:pt x="1891" y="347"/>
                    <a:pt x="1513" y="32"/>
                    <a:pt x="1072" y="32"/>
                  </a:cubicBezTo>
                  <a:cubicBezTo>
                    <a:pt x="473" y="32"/>
                    <a:pt x="1" y="505"/>
                    <a:pt x="1" y="1072"/>
                  </a:cubicBezTo>
                  <a:cubicBezTo>
                    <a:pt x="1" y="1670"/>
                    <a:pt x="473" y="2143"/>
                    <a:pt x="1072" y="2143"/>
                  </a:cubicBezTo>
                  <a:cubicBezTo>
                    <a:pt x="1545" y="2143"/>
                    <a:pt x="1923" y="1828"/>
                    <a:pt x="2049" y="1450"/>
                  </a:cubicBezTo>
                  <a:lnTo>
                    <a:pt x="3592" y="1450"/>
                  </a:lnTo>
                  <a:cubicBezTo>
                    <a:pt x="3183" y="1670"/>
                    <a:pt x="2836" y="1985"/>
                    <a:pt x="2521" y="2332"/>
                  </a:cubicBezTo>
                  <a:cubicBezTo>
                    <a:pt x="1891" y="3088"/>
                    <a:pt x="1545" y="4002"/>
                    <a:pt x="1450" y="4978"/>
                  </a:cubicBezTo>
                  <a:lnTo>
                    <a:pt x="1103" y="4978"/>
                  </a:lnTo>
                  <a:cubicBezTo>
                    <a:pt x="914" y="4978"/>
                    <a:pt x="757" y="5136"/>
                    <a:pt x="757" y="5325"/>
                  </a:cubicBezTo>
                  <a:lnTo>
                    <a:pt x="757" y="6742"/>
                  </a:lnTo>
                  <a:cubicBezTo>
                    <a:pt x="757" y="6963"/>
                    <a:pt x="914" y="7121"/>
                    <a:pt x="1103" y="7121"/>
                  </a:cubicBezTo>
                  <a:lnTo>
                    <a:pt x="2521" y="7121"/>
                  </a:lnTo>
                  <a:cubicBezTo>
                    <a:pt x="2742" y="7121"/>
                    <a:pt x="2899" y="6963"/>
                    <a:pt x="2899" y="6742"/>
                  </a:cubicBezTo>
                  <a:lnTo>
                    <a:pt x="2899" y="5325"/>
                  </a:lnTo>
                  <a:cubicBezTo>
                    <a:pt x="2899" y="5136"/>
                    <a:pt x="2742" y="4978"/>
                    <a:pt x="2521" y="4978"/>
                  </a:cubicBezTo>
                  <a:lnTo>
                    <a:pt x="2175" y="4978"/>
                  </a:lnTo>
                  <a:cubicBezTo>
                    <a:pt x="2332" y="3403"/>
                    <a:pt x="3435" y="2017"/>
                    <a:pt x="4979" y="1607"/>
                  </a:cubicBezTo>
                  <a:lnTo>
                    <a:pt x="4979" y="1796"/>
                  </a:lnTo>
                  <a:cubicBezTo>
                    <a:pt x="4979" y="1985"/>
                    <a:pt x="5136" y="2143"/>
                    <a:pt x="5325" y="2143"/>
                  </a:cubicBezTo>
                  <a:lnTo>
                    <a:pt x="6743" y="2143"/>
                  </a:lnTo>
                  <a:cubicBezTo>
                    <a:pt x="6932" y="2143"/>
                    <a:pt x="7089" y="1985"/>
                    <a:pt x="7089" y="1796"/>
                  </a:cubicBezTo>
                  <a:lnTo>
                    <a:pt x="7089" y="1576"/>
                  </a:lnTo>
                  <a:cubicBezTo>
                    <a:pt x="8633" y="1985"/>
                    <a:pt x="9736" y="3371"/>
                    <a:pt x="9893" y="4947"/>
                  </a:cubicBezTo>
                  <a:lnTo>
                    <a:pt x="9547" y="4947"/>
                  </a:lnTo>
                  <a:cubicBezTo>
                    <a:pt x="9358" y="4947"/>
                    <a:pt x="9200" y="5104"/>
                    <a:pt x="9200" y="5293"/>
                  </a:cubicBezTo>
                  <a:lnTo>
                    <a:pt x="9200" y="6711"/>
                  </a:lnTo>
                  <a:cubicBezTo>
                    <a:pt x="9200" y="6932"/>
                    <a:pt x="9358" y="7089"/>
                    <a:pt x="9547" y="7089"/>
                  </a:cubicBezTo>
                  <a:lnTo>
                    <a:pt x="10965" y="7089"/>
                  </a:lnTo>
                  <a:cubicBezTo>
                    <a:pt x="11154" y="7089"/>
                    <a:pt x="11311" y="6932"/>
                    <a:pt x="11311" y="6711"/>
                  </a:cubicBezTo>
                  <a:lnTo>
                    <a:pt x="11311" y="5293"/>
                  </a:lnTo>
                  <a:cubicBezTo>
                    <a:pt x="11311" y="5104"/>
                    <a:pt x="11154" y="4947"/>
                    <a:pt x="10965" y="4947"/>
                  </a:cubicBezTo>
                  <a:lnTo>
                    <a:pt x="10618" y="4947"/>
                  </a:lnTo>
                  <a:cubicBezTo>
                    <a:pt x="10523" y="4002"/>
                    <a:pt x="10177" y="3056"/>
                    <a:pt x="9547" y="2300"/>
                  </a:cubicBezTo>
                  <a:cubicBezTo>
                    <a:pt x="9232" y="1954"/>
                    <a:pt x="8885" y="1639"/>
                    <a:pt x="8476" y="1418"/>
                  </a:cubicBezTo>
                  <a:lnTo>
                    <a:pt x="10019" y="1418"/>
                  </a:lnTo>
                  <a:cubicBezTo>
                    <a:pt x="10082" y="1828"/>
                    <a:pt x="10492" y="2111"/>
                    <a:pt x="10902" y="2111"/>
                  </a:cubicBezTo>
                  <a:cubicBezTo>
                    <a:pt x="11500" y="2111"/>
                    <a:pt x="11973" y="1639"/>
                    <a:pt x="11973" y="1040"/>
                  </a:cubicBezTo>
                  <a:cubicBezTo>
                    <a:pt x="11973" y="473"/>
                    <a:pt x="11500" y="0"/>
                    <a:pt x="109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236" name="Google Shape;15236;p85"/>
          <p:cNvGrpSpPr/>
          <p:nvPr/>
        </p:nvGrpSpPr>
        <p:grpSpPr>
          <a:xfrm>
            <a:off x="848213" y="2207269"/>
            <a:ext cx="360079" cy="357304"/>
            <a:chOff x="-50524250" y="2686150"/>
            <a:chExt cx="301675" cy="299350"/>
          </a:xfrm>
        </p:grpSpPr>
        <p:sp>
          <p:nvSpPr>
            <p:cNvPr id="15237" name="Google Shape;15237;p85"/>
            <p:cNvSpPr/>
            <p:nvPr/>
          </p:nvSpPr>
          <p:spPr>
            <a:xfrm>
              <a:off x="-50488025" y="2792500"/>
              <a:ext cx="18150" cy="52800"/>
            </a:xfrm>
            <a:custGeom>
              <a:avLst/>
              <a:gdLst/>
              <a:ahLst/>
              <a:cxnLst/>
              <a:rect l="l" t="t" r="r" b="b"/>
              <a:pathLst>
                <a:path w="726" h="2112" extrusionOk="0">
                  <a:moveTo>
                    <a:pt x="379" y="1"/>
                  </a:moveTo>
                  <a:cubicBezTo>
                    <a:pt x="158" y="1"/>
                    <a:pt x="1" y="158"/>
                    <a:pt x="1" y="347"/>
                  </a:cubicBezTo>
                  <a:lnTo>
                    <a:pt x="1" y="1765"/>
                  </a:lnTo>
                  <a:cubicBezTo>
                    <a:pt x="1" y="1954"/>
                    <a:pt x="158" y="2112"/>
                    <a:pt x="379" y="2112"/>
                  </a:cubicBezTo>
                  <a:cubicBezTo>
                    <a:pt x="568" y="2112"/>
                    <a:pt x="725" y="1954"/>
                    <a:pt x="725" y="1765"/>
                  </a:cubicBezTo>
                  <a:lnTo>
                    <a:pt x="725" y="347"/>
                  </a:ln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238" name="Google Shape;15238;p85"/>
            <p:cNvSpPr/>
            <p:nvPr/>
          </p:nvSpPr>
          <p:spPr>
            <a:xfrm>
              <a:off x="-50488025" y="2897250"/>
              <a:ext cx="18150" cy="53600"/>
            </a:xfrm>
            <a:custGeom>
              <a:avLst/>
              <a:gdLst/>
              <a:ahLst/>
              <a:cxnLst/>
              <a:rect l="l" t="t" r="r" b="b"/>
              <a:pathLst>
                <a:path w="726" h="2144" extrusionOk="0">
                  <a:moveTo>
                    <a:pt x="379" y="1"/>
                  </a:moveTo>
                  <a:cubicBezTo>
                    <a:pt x="158" y="1"/>
                    <a:pt x="1" y="159"/>
                    <a:pt x="1" y="379"/>
                  </a:cubicBezTo>
                  <a:lnTo>
                    <a:pt x="1" y="1797"/>
                  </a:lnTo>
                  <a:cubicBezTo>
                    <a:pt x="1" y="1986"/>
                    <a:pt x="158" y="2143"/>
                    <a:pt x="379" y="2143"/>
                  </a:cubicBezTo>
                  <a:cubicBezTo>
                    <a:pt x="568" y="2143"/>
                    <a:pt x="725" y="1986"/>
                    <a:pt x="725" y="1797"/>
                  </a:cubicBezTo>
                  <a:lnTo>
                    <a:pt x="725" y="379"/>
                  </a:lnTo>
                  <a:cubicBezTo>
                    <a:pt x="725" y="159"/>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239" name="Google Shape;15239;p85"/>
            <p:cNvSpPr/>
            <p:nvPr/>
          </p:nvSpPr>
          <p:spPr>
            <a:xfrm>
              <a:off x="-50488025" y="2861825"/>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240" name="Google Shape;15240;p85"/>
            <p:cNvSpPr/>
            <p:nvPr/>
          </p:nvSpPr>
          <p:spPr>
            <a:xfrm>
              <a:off x="-50524250" y="2686150"/>
              <a:ext cx="301675" cy="52825"/>
            </a:xfrm>
            <a:custGeom>
              <a:avLst/>
              <a:gdLst/>
              <a:ahLst/>
              <a:cxnLst/>
              <a:rect l="l" t="t" r="r" b="b"/>
              <a:pathLst>
                <a:path w="12067" h="2113" extrusionOk="0">
                  <a:moveTo>
                    <a:pt x="2143" y="695"/>
                  </a:moveTo>
                  <a:lnTo>
                    <a:pt x="2143" y="1419"/>
                  </a:lnTo>
                  <a:lnTo>
                    <a:pt x="1891" y="1419"/>
                  </a:lnTo>
                  <a:lnTo>
                    <a:pt x="1166" y="1041"/>
                  </a:lnTo>
                  <a:lnTo>
                    <a:pt x="1891" y="695"/>
                  </a:lnTo>
                  <a:close/>
                  <a:moveTo>
                    <a:pt x="9924" y="695"/>
                  </a:moveTo>
                  <a:lnTo>
                    <a:pt x="9924" y="1419"/>
                  </a:lnTo>
                  <a:lnTo>
                    <a:pt x="2836" y="1419"/>
                  </a:lnTo>
                  <a:lnTo>
                    <a:pt x="2836" y="695"/>
                  </a:lnTo>
                  <a:close/>
                  <a:moveTo>
                    <a:pt x="10996" y="695"/>
                  </a:moveTo>
                  <a:cubicBezTo>
                    <a:pt x="11185" y="695"/>
                    <a:pt x="11342" y="852"/>
                    <a:pt x="11342" y="1041"/>
                  </a:cubicBezTo>
                  <a:cubicBezTo>
                    <a:pt x="11342" y="1262"/>
                    <a:pt x="11185" y="1419"/>
                    <a:pt x="10996" y="1419"/>
                  </a:cubicBezTo>
                  <a:lnTo>
                    <a:pt x="10649" y="1419"/>
                  </a:lnTo>
                  <a:lnTo>
                    <a:pt x="10649" y="695"/>
                  </a:lnTo>
                  <a:close/>
                  <a:moveTo>
                    <a:pt x="1782" y="1"/>
                  </a:moveTo>
                  <a:cubicBezTo>
                    <a:pt x="1689" y="1"/>
                    <a:pt x="1556" y="47"/>
                    <a:pt x="252" y="726"/>
                  </a:cubicBezTo>
                  <a:cubicBezTo>
                    <a:pt x="0" y="852"/>
                    <a:pt x="0" y="1199"/>
                    <a:pt x="252" y="1356"/>
                  </a:cubicBezTo>
                  <a:cubicBezTo>
                    <a:pt x="1765" y="2113"/>
                    <a:pt x="1702" y="2113"/>
                    <a:pt x="1828" y="2113"/>
                  </a:cubicBezTo>
                  <a:lnTo>
                    <a:pt x="10996" y="2113"/>
                  </a:lnTo>
                  <a:cubicBezTo>
                    <a:pt x="11594" y="2113"/>
                    <a:pt x="12067" y="1640"/>
                    <a:pt x="12067" y="1041"/>
                  </a:cubicBezTo>
                  <a:cubicBezTo>
                    <a:pt x="12067" y="474"/>
                    <a:pt x="11594" y="2"/>
                    <a:pt x="10996" y="2"/>
                  </a:cubicBezTo>
                  <a:lnTo>
                    <a:pt x="1828" y="2"/>
                  </a:lnTo>
                  <a:cubicBezTo>
                    <a:pt x="1810" y="2"/>
                    <a:pt x="1796" y="1"/>
                    <a:pt x="17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241" name="Google Shape;15241;p85"/>
            <p:cNvSpPr/>
            <p:nvPr/>
          </p:nvSpPr>
          <p:spPr>
            <a:xfrm>
              <a:off x="-50523475" y="2757075"/>
              <a:ext cx="300900" cy="228425"/>
            </a:xfrm>
            <a:custGeom>
              <a:avLst/>
              <a:gdLst/>
              <a:ahLst/>
              <a:cxnLst/>
              <a:rect l="l" t="t" r="r" b="b"/>
              <a:pathLst>
                <a:path w="12036" h="9137" extrusionOk="0">
                  <a:moveTo>
                    <a:pt x="10965" y="725"/>
                  </a:moveTo>
                  <a:cubicBezTo>
                    <a:pt x="11154" y="725"/>
                    <a:pt x="11311" y="882"/>
                    <a:pt x="11311" y="1103"/>
                  </a:cubicBezTo>
                  <a:lnTo>
                    <a:pt x="11311" y="8097"/>
                  </a:lnTo>
                  <a:cubicBezTo>
                    <a:pt x="11311" y="8286"/>
                    <a:pt x="11154" y="8443"/>
                    <a:pt x="10965" y="8443"/>
                  </a:cubicBezTo>
                  <a:lnTo>
                    <a:pt x="1072" y="8443"/>
                  </a:lnTo>
                  <a:cubicBezTo>
                    <a:pt x="883" y="8443"/>
                    <a:pt x="725" y="8286"/>
                    <a:pt x="725" y="8097"/>
                  </a:cubicBezTo>
                  <a:lnTo>
                    <a:pt x="725" y="1103"/>
                  </a:lnTo>
                  <a:cubicBezTo>
                    <a:pt x="725" y="882"/>
                    <a:pt x="883" y="725"/>
                    <a:pt x="1072" y="725"/>
                  </a:cubicBezTo>
                  <a:close/>
                  <a:moveTo>
                    <a:pt x="1072" y="0"/>
                  </a:moveTo>
                  <a:cubicBezTo>
                    <a:pt x="473" y="0"/>
                    <a:pt x="1" y="473"/>
                    <a:pt x="1" y="1040"/>
                  </a:cubicBezTo>
                  <a:lnTo>
                    <a:pt x="1" y="8065"/>
                  </a:lnTo>
                  <a:cubicBezTo>
                    <a:pt x="1" y="8664"/>
                    <a:pt x="473" y="9137"/>
                    <a:pt x="1072" y="9137"/>
                  </a:cubicBezTo>
                  <a:lnTo>
                    <a:pt x="10965" y="9137"/>
                  </a:lnTo>
                  <a:cubicBezTo>
                    <a:pt x="11532" y="9137"/>
                    <a:pt x="12004" y="8664"/>
                    <a:pt x="12004" y="8065"/>
                  </a:cubicBezTo>
                  <a:lnTo>
                    <a:pt x="12004" y="1040"/>
                  </a:lnTo>
                  <a:cubicBezTo>
                    <a:pt x="12036" y="473"/>
                    <a:pt x="11532" y="0"/>
                    <a:pt x="109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242" name="Google Shape;15242;p85"/>
            <p:cNvSpPr/>
            <p:nvPr/>
          </p:nvSpPr>
          <p:spPr>
            <a:xfrm>
              <a:off x="-50453375" y="2792500"/>
              <a:ext cx="194575" cy="158350"/>
            </a:xfrm>
            <a:custGeom>
              <a:avLst/>
              <a:gdLst/>
              <a:ahLst/>
              <a:cxnLst/>
              <a:rect l="l" t="t" r="r" b="b"/>
              <a:pathLst>
                <a:path w="7783" h="6334" extrusionOk="0">
                  <a:moveTo>
                    <a:pt x="7089" y="694"/>
                  </a:moveTo>
                  <a:lnTo>
                    <a:pt x="7089" y="5609"/>
                  </a:lnTo>
                  <a:lnTo>
                    <a:pt x="694" y="5609"/>
                  </a:lnTo>
                  <a:lnTo>
                    <a:pt x="694" y="694"/>
                  </a:lnTo>
                  <a:close/>
                  <a:moveTo>
                    <a:pt x="347" y="1"/>
                  </a:moveTo>
                  <a:cubicBezTo>
                    <a:pt x="158" y="1"/>
                    <a:pt x="1" y="158"/>
                    <a:pt x="1" y="347"/>
                  </a:cubicBezTo>
                  <a:lnTo>
                    <a:pt x="1" y="5987"/>
                  </a:lnTo>
                  <a:cubicBezTo>
                    <a:pt x="1" y="6176"/>
                    <a:pt x="158" y="6333"/>
                    <a:pt x="347" y="6333"/>
                  </a:cubicBezTo>
                  <a:lnTo>
                    <a:pt x="7436" y="6333"/>
                  </a:lnTo>
                  <a:cubicBezTo>
                    <a:pt x="7656" y="6333"/>
                    <a:pt x="7782" y="6176"/>
                    <a:pt x="7782" y="5987"/>
                  </a:cubicBezTo>
                  <a:lnTo>
                    <a:pt x="7782" y="347"/>
                  </a:lnTo>
                  <a:cubicBezTo>
                    <a:pt x="7782" y="158"/>
                    <a:pt x="7656" y="1"/>
                    <a:pt x="74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243" name="Google Shape;15243;p85"/>
          <p:cNvGrpSpPr/>
          <p:nvPr/>
        </p:nvGrpSpPr>
        <p:grpSpPr>
          <a:xfrm>
            <a:off x="3070976" y="1333082"/>
            <a:ext cx="358199" cy="359154"/>
            <a:chOff x="-48633950" y="1972600"/>
            <a:chExt cx="300100" cy="300900"/>
          </a:xfrm>
        </p:grpSpPr>
        <p:sp>
          <p:nvSpPr>
            <p:cNvPr id="15244" name="Google Shape;15244;p85"/>
            <p:cNvSpPr/>
            <p:nvPr/>
          </p:nvSpPr>
          <p:spPr>
            <a:xfrm>
              <a:off x="-48633950" y="1972600"/>
              <a:ext cx="300100" cy="300900"/>
            </a:xfrm>
            <a:custGeom>
              <a:avLst/>
              <a:gdLst/>
              <a:ahLst/>
              <a:cxnLst/>
              <a:rect l="l" t="t" r="r" b="b"/>
              <a:pathLst>
                <a:path w="12004" h="12036" extrusionOk="0">
                  <a:moveTo>
                    <a:pt x="1418" y="756"/>
                  </a:moveTo>
                  <a:lnTo>
                    <a:pt x="1418" y="1481"/>
                  </a:lnTo>
                  <a:lnTo>
                    <a:pt x="693" y="1481"/>
                  </a:lnTo>
                  <a:lnTo>
                    <a:pt x="693" y="756"/>
                  </a:lnTo>
                  <a:close/>
                  <a:moveTo>
                    <a:pt x="11310" y="756"/>
                  </a:moveTo>
                  <a:lnTo>
                    <a:pt x="11310" y="1481"/>
                  </a:lnTo>
                  <a:lnTo>
                    <a:pt x="10586" y="1481"/>
                  </a:lnTo>
                  <a:lnTo>
                    <a:pt x="10586" y="756"/>
                  </a:lnTo>
                  <a:close/>
                  <a:moveTo>
                    <a:pt x="9893" y="1418"/>
                  </a:moveTo>
                  <a:lnTo>
                    <a:pt x="9893" y="1796"/>
                  </a:lnTo>
                  <a:cubicBezTo>
                    <a:pt x="9893" y="1985"/>
                    <a:pt x="10050" y="2143"/>
                    <a:pt x="10239" y="2143"/>
                  </a:cubicBezTo>
                  <a:lnTo>
                    <a:pt x="10586" y="2143"/>
                  </a:lnTo>
                  <a:lnTo>
                    <a:pt x="10586" y="5293"/>
                  </a:lnTo>
                  <a:cubicBezTo>
                    <a:pt x="10365" y="5104"/>
                    <a:pt x="10050" y="4915"/>
                    <a:pt x="9672" y="4663"/>
                  </a:cubicBezTo>
                  <a:cubicBezTo>
                    <a:pt x="8822" y="4159"/>
                    <a:pt x="7530" y="3560"/>
                    <a:pt x="6018" y="3560"/>
                  </a:cubicBezTo>
                  <a:cubicBezTo>
                    <a:pt x="4537" y="3560"/>
                    <a:pt x="3214" y="4159"/>
                    <a:pt x="2363" y="4663"/>
                  </a:cubicBezTo>
                  <a:cubicBezTo>
                    <a:pt x="2017" y="4852"/>
                    <a:pt x="1701" y="5104"/>
                    <a:pt x="1449" y="5293"/>
                  </a:cubicBezTo>
                  <a:lnTo>
                    <a:pt x="1449" y="2143"/>
                  </a:lnTo>
                  <a:lnTo>
                    <a:pt x="1764" y="2143"/>
                  </a:lnTo>
                  <a:cubicBezTo>
                    <a:pt x="1954" y="2143"/>
                    <a:pt x="2111" y="1985"/>
                    <a:pt x="2111" y="1796"/>
                  </a:cubicBezTo>
                  <a:lnTo>
                    <a:pt x="2111" y="1418"/>
                  </a:lnTo>
                  <a:close/>
                  <a:moveTo>
                    <a:pt x="8065" y="4695"/>
                  </a:moveTo>
                  <a:cubicBezTo>
                    <a:pt x="8538" y="4915"/>
                    <a:pt x="8979" y="5104"/>
                    <a:pt x="9326" y="5293"/>
                  </a:cubicBezTo>
                  <a:cubicBezTo>
                    <a:pt x="9798" y="5577"/>
                    <a:pt x="10208" y="5860"/>
                    <a:pt x="10428" y="6049"/>
                  </a:cubicBezTo>
                  <a:cubicBezTo>
                    <a:pt x="10208" y="6238"/>
                    <a:pt x="9798" y="6522"/>
                    <a:pt x="9326" y="6805"/>
                  </a:cubicBezTo>
                  <a:cubicBezTo>
                    <a:pt x="8979" y="6994"/>
                    <a:pt x="8570" y="7215"/>
                    <a:pt x="8065" y="7372"/>
                  </a:cubicBezTo>
                  <a:cubicBezTo>
                    <a:pt x="8349" y="6994"/>
                    <a:pt x="8475" y="6522"/>
                    <a:pt x="8475" y="6049"/>
                  </a:cubicBezTo>
                  <a:cubicBezTo>
                    <a:pt x="8475" y="5514"/>
                    <a:pt x="8318" y="5104"/>
                    <a:pt x="8065" y="4695"/>
                  </a:cubicBezTo>
                  <a:close/>
                  <a:moveTo>
                    <a:pt x="3970" y="4726"/>
                  </a:moveTo>
                  <a:cubicBezTo>
                    <a:pt x="3718" y="5136"/>
                    <a:pt x="3592" y="5608"/>
                    <a:pt x="3592" y="6081"/>
                  </a:cubicBezTo>
                  <a:cubicBezTo>
                    <a:pt x="3529" y="6553"/>
                    <a:pt x="3686" y="7026"/>
                    <a:pt x="3970" y="7435"/>
                  </a:cubicBezTo>
                  <a:cubicBezTo>
                    <a:pt x="3497" y="7215"/>
                    <a:pt x="3056" y="7026"/>
                    <a:pt x="2710" y="6837"/>
                  </a:cubicBezTo>
                  <a:cubicBezTo>
                    <a:pt x="2237" y="6553"/>
                    <a:pt x="1859" y="6270"/>
                    <a:pt x="1607" y="6081"/>
                  </a:cubicBezTo>
                  <a:cubicBezTo>
                    <a:pt x="1859" y="5892"/>
                    <a:pt x="2237" y="5608"/>
                    <a:pt x="2710" y="5325"/>
                  </a:cubicBezTo>
                  <a:cubicBezTo>
                    <a:pt x="3056" y="5136"/>
                    <a:pt x="3466" y="4915"/>
                    <a:pt x="3970" y="4726"/>
                  </a:cubicBezTo>
                  <a:close/>
                  <a:moveTo>
                    <a:pt x="6018" y="4285"/>
                  </a:moveTo>
                  <a:cubicBezTo>
                    <a:pt x="6994" y="4285"/>
                    <a:pt x="7782" y="5073"/>
                    <a:pt x="7782" y="6049"/>
                  </a:cubicBezTo>
                  <a:cubicBezTo>
                    <a:pt x="7782" y="7026"/>
                    <a:pt x="6994" y="7814"/>
                    <a:pt x="6018" y="7814"/>
                  </a:cubicBezTo>
                  <a:cubicBezTo>
                    <a:pt x="5041" y="7814"/>
                    <a:pt x="4253" y="7026"/>
                    <a:pt x="4253" y="6049"/>
                  </a:cubicBezTo>
                  <a:cubicBezTo>
                    <a:pt x="4253" y="5073"/>
                    <a:pt x="5041" y="4285"/>
                    <a:pt x="6018" y="4285"/>
                  </a:cubicBezTo>
                  <a:close/>
                  <a:moveTo>
                    <a:pt x="10554" y="6805"/>
                  </a:moveTo>
                  <a:lnTo>
                    <a:pt x="10554" y="9956"/>
                  </a:lnTo>
                  <a:lnTo>
                    <a:pt x="10239" y="9956"/>
                  </a:lnTo>
                  <a:cubicBezTo>
                    <a:pt x="10050" y="9956"/>
                    <a:pt x="9893" y="10113"/>
                    <a:pt x="9893" y="10302"/>
                  </a:cubicBezTo>
                  <a:lnTo>
                    <a:pt x="9893" y="10649"/>
                  </a:lnTo>
                  <a:lnTo>
                    <a:pt x="2143" y="10649"/>
                  </a:lnTo>
                  <a:lnTo>
                    <a:pt x="2143" y="10302"/>
                  </a:lnTo>
                  <a:cubicBezTo>
                    <a:pt x="2143" y="10113"/>
                    <a:pt x="1985" y="9956"/>
                    <a:pt x="1764" y="9956"/>
                  </a:cubicBezTo>
                  <a:lnTo>
                    <a:pt x="1418" y="9956"/>
                  </a:lnTo>
                  <a:lnTo>
                    <a:pt x="1418" y="6805"/>
                  </a:lnTo>
                  <a:cubicBezTo>
                    <a:pt x="1670" y="6994"/>
                    <a:pt x="1985" y="7183"/>
                    <a:pt x="2332" y="7435"/>
                  </a:cubicBezTo>
                  <a:cubicBezTo>
                    <a:pt x="3182" y="7940"/>
                    <a:pt x="4505" y="8538"/>
                    <a:pt x="5986" y="8538"/>
                  </a:cubicBezTo>
                  <a:cubicBezTo>
                    <a:pt x="7498" y="8538"/>
                    <a:pt x="8790" y="7940"/>
                    <a:pt x="9641" y="7435"/>
                  </a:cubicBezTo>
                  <a:cubicBezTo>
                    <a:pt x="10019" y="7215"/>
                    <a:pt x="10334" y="6994"/>
                    <a:pt x="10554" y="6805"/>
                  </a:cubicBezTo>
                  <a:close/>
                  <a:moveTo>
                    <a:pt x="1418" y="10617"/>
                  </a:moveTo>
                  <a:lnTo>
                    <a:pt x="1418" y="11311"/>
                  </a:lnTo>
                  <a:lnTo>
                    <a:pt x="693" y="11311"/>
                  </a:lnTo>
                  <a:lnTo>
                    <a:pt x="693" y="10617"/>
                  </a:lnTo>
                  <a:close/>
                  <a:moveTo>
                    <a:pt x="11310" y="10617"/>
                  </a:moveTo>
                  <a:lnTo>
                    <a:pt x="11310" y="11311"/>
                  </a:lnTo>
                  <a:lnTo>
                    <a:pt x="10586" y="11311"/>
                  </a:lnTo>
                  <a:lnTo>
                    <a:pt x="10586" y="10617"/>
                  </a:lnTo>
                  <a:close/>
                  <a:moveTo>
                    <a:pt x="347" y="0"/>
                  </a:moveTo>
                  <a:cubicBezTo>
                    <a:pt x="158" y="0"/>
                    <a:pt x="0" y="189"/>
                    <a:pt x="0" y="378"/>
                  </a:cubicBezTo>
                  <a:lnTo>
                    <a:pt x="0" y="1796"/>
                  </a:lnTo>
                  <a:cubicBezTo>
                    <a:pt x="0" y="1985"/>
                    <a:pt x="158" y="2143"/>
                    <a:pt x="347" y="2143"/>
                  </a:cubicBezTo>
                  <a:lnTo>
                    <a:pt x="693" y="2143"/>
                  </a:lnTo>
                  <a:lnTo>
                    <a:pt x="693" y="9893"/>
                  </a:lnTo>
                  <a:lnTo>
                    <a:pt x="347" y="9893"/>
                  </a:lnTo>
                  <a:cubicBezTo>
                    <a:pt x="158" y="9893"/>
                    <a:pt x="0" y="10050"/>
                    <a:pt x="0" y="10239"/>
                  </a:cubicBezTo>
                  <a:lnTo>
                    <a:pt x="0" y="11657"/>
                  </a:lnTo>
                  <a:cubicBezTo>
                    <a:pt x="0" y="11878"/>
                    <a:pt x="158" y="12035"/>
                    <a:pt x="347" y="12035"/>
                  </a:cubicBezTo>
                  <a:lnTo>
                    <a:pt x="1764" y="12035"/>
                  </a:lnTo>
                  <a:cubicBezTo>
                    <a:pt x="1954" y="12035"/>
                    <a:pt x="2111" y="11878"/>
                    <a:pt x="2111" y="11657"/>
                  </a:cubicBezTo>
                  <a:lnTo>
                    <a:pt x="2111" y="11311"/>
                  </a:lnTo>
                  <a:lnTo>
                    <a:pt x="9893" y="11311"/>
                  </a:lnTo>
                  <a:lnTo>
                    <a:pt x="9893" y="11657"/>
                  </a:lnTo>
                  <a:cubicBezTo>
                    <a:pt x="9893" y="11878"/>
                    <a:pt x="10050" y="12035"/>
                    <a:pt x="10239" y="12035"/>
                  </a:cubicBezTo>
                  <a:lnTo>
                    <a:pt x="11657" y="12035"/>
                  </a:lnTo>
                  <a:cubicBezTo>
                    <a:pt x="11846" y="12035"/>
                    <a:pt x="12004" y="11878"/>
                    <a:pt x="12004" y="11657"/>
                  </a:cubicBezTo>
                  <a:lnTo>
                    <a:pt x="12004" y="10239"/>
                  </a:lnTo>
                  <a:cubicBezTo>
                    <a:pt x="12004" y="10050"/>
                    <a:pt x="11846" y="9893"/>
                    <a:pt x="11657" y="9893"/>
                  </a:cubicBezTo>
                  <a:lnTo>
                    <a:pt x="11310" y="9893"/>
                  </a:lnTo>
                  <a:lnTo>
                    <a:pt x="11310" y="2143"/>
                  </a:lnTo>
                  <a:lnTo>
                    <a:pt x="11657" y="2143"/>
                  </a:lnTo>
                  <a:cubicBezTo>
                    <a:pt x="11846" y="2143"/>
                    <a:pt x="12004" y="1985"/>
                    <a:pt x="12004" y="1796"/>
                  </a:cubicBezTo>
                  <a:lnTo>
                    <a:pt x="12004" y="378"/>
                  </a:lnTo>
                  <a:cubicBezTo>
                    <a:pt x="12004" y="189"/>
                    <a:pt x="11846" y="0"/>
                    <a:pt x="11657" y="0"/>
                  </a:cubicBezTo>
                  <a:lnTo>
                    <a:pt x="10239" y="0"/>
                  </a:lnTo>
                  <a:cubicBezTo>
                    <a:pt x="10050" y="0"/>
                    <a:pt x="9893" y="189"/>
                    <a:pt x="9893" y="378"/>
                  </a:cubicBezTo>
                  <a:lnTo>
                    <a:pt x="9893" y="725"/>
                  </a:lnTo>
                  <a:lnTo>
                    <a:pt x="2111" y="725"/>
                  </a:lnTo>
                  <a:lnTo>
                    <a:pt x="2111" y="378"/>
                  </a:lnTo>
                  <a:cubicBezTo>
                    <a:pt x="2111" y="189"/>
                    <a:pt x="1954" y="0"/>
                    <a:pt x="17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245" name="Google Shape;15245;p85"/>
            <p:cNvSpPr/>
            <p:nvPr/>
          </p:nvSpPr>
          <p:spPr>
            <a:xfrm>
              <a:off x="-48509525" y="2097050"/>
              <a:ext cx="52800" cy="52775"/>
            </a:xfrm>
            <a:custGeom>
              <a:avLst/>
              <a:gdLst/>
              <a:ahLst/>
              <a:cxnLst/>
              <a:rect l="l" t="t" r="r" b="b"/>
              <a:pathLst>
                <a:path w="2112" h="2111" extrusionOk="0">
                  <a:moveTo>
                    <a:pt x="1041" y="725"/>
                  </a:moveTo>
                  <a:cubicBezTo>
                    <a:pt x="1230" y="725"/>
                    <a:pt x="1387" y="882"/>
                    <a:pt x="1387" y="1071"/>
                  </a:cubicBezTo>
                  <a:cubicBezTo>
                    <a:pt x="1387" y="1260"/>
                    <a:pt x="1230" y="1418"/>
                    <a:pt x="1041" y="1418"/>
                  </a:cubicBezTo>
                  <a:cubicBezTo>
                    <a:pt x="852" y="1418"/>
                    <a:pt x="694" y="1260"/>
                    <a:pt x="694" y="1071"/>
                  </a:cubicBezTo>
                  <a:cubicBezTo>
                    <a:pt x="694" y="882"/>
                    <a:pt x="852" y="725"/>
                    <a:pt x="1041" y="725"/>
                  </a:cubicBezTo>
                  <a:close/>
                  <a:moveTo>
                    <a:pt x="1041" y="0"/>
                  </a:moveTo>
                  <a:cubicBezTo>
                    <a:pt x="442" y="0"/>
                    <a:pt x="1" y="473"/>
                    <a:pt x="1" y="1071"/>
                  </a:cubicBezTo>
                  <a:cubicBezTo>
                    <a:pt x="1" y="1670"/>
                    <a:pt x="442" y="2111"/>
                    <a:pt x="1041" y="2111"/>
                  </a:cubicBezTo>
                  <a:cubicBezTo>
                    <a:pt x="1639" y="2111"/>
                    <a:pt x="2112" y="1670"/>
                    <a:pt x="2112" y="1071"/>
                  </a:cubicBezTo>
                  <a:cubicBezTo>
                    <a:pt x="2112" y="473"/>
                    <a:pt x="1639" y="0"/>
                    <a:pt x="10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246" name="Google Shape;15246;p85"/>
          <p:cNvGrpSpPr/>
          <p:nvPr/>
        </p:nvGrpSpPr>
        <p:grpSpPr>
          <a:xfrm>
            <a:off x="3071439" y="2237377"/>
            <a:ext cx="357274" cy="357274"/>
            <a:chOff x="-48633175" y="2711375"/>
            <a:chExt cx="299325" cy="299325"/>
          </a:xfrm>
        </p:grpSpPr>
        <p:sp>
          <p:nvSpPr>
            <p:cNvPr id="15247" name="Google Shape;15247;p85"/>
            <p:cNvSpPr/>
            <p:nvPr/>
          </p:nvSpPr>
          <p:spPr>
            <a:xfrm>
              <a:off x="-48633175" y="2711375"/>
              <a:ext cx="299325" cy="299325"/>
            </a:xfrm>
            <a:custGeom>
              <a:avLst/>
              <a:gdLst/>
              <a:ahLst/>
              <a:cxnLst/>
              <a:rect l="l" t="t" r="r" b="b"/>
              <a:pathLst>
                <a:path w="11973" h="11973" extrusionOk="0">
                  <a:moveTo>
                    <a:pt x="6459" y="662"/>
                  </a:moveTo>
                  <a:lnTo>
                    <a:pt x="6774" y="1356"/>
                  </a:lnTo>
                  <a:cubicBezTo>
                    <a:pt x="6837" y="1419"/>
                    <a:pt x="6900" y="1513"/>
                    <a:pt x="7026" y="1545"/>
                  </a:cubicBezTo>
                  <a:cubicBezTo>
                    <a:pt x="7499" y="1671"/>
                    <a:pt x="7971" y="1860"/>
                    <a:pt x="8413" y="2080"/>
                  </a:cubicBezTo>
                  <a:cubicBezTo>
                    <a:pt x="8459" y="2126"/>
                    <a:pt x="8539" y="2156"/>
                    <a:pt x="8627" y="2156"/>
                  </a:cubicBezTo>
                  <a:cubicBezTo>
                    <a:pt x="8660" y="2156"/>
                    <a:pt x="8694" y="2152"/>
                    <a:pt x="8728" y="2143"/>
                  </a:cubicBezTo>
                  <a:lnTo>
                    <a:pt x="9389" y="1891"/>
                  </a:lnTo>
                  <a:lnTo>
                    <a:pt x="10051" y="2553"/>
                  </a:lnTo>
                  <a:lnTo>
                    <a:pt x="9799" y="3214"/>
                  </a:lnTo>
                  <a:cubicBezTo>
                    <a:pt x="9767" y="3340"/>
                    <a:pt x="9767" y="3435"/>
                    <a:pt x="9862" y="3561"/>
                  </a:cubicBezTo>
                  <a:cubicBezTo>
                    <a:pt x="10114" y="3970"/>
                    <a:pt x="10334" y="4412"/>
                    <a:pt x="10397" y="4916"/>
                  </a:cubicBezTo>
                  <a:cubicBezTo>
                    <a:pt x="10460" y="5042"/>
                    <a:pt x="10492" y="5136"/>
                    <a:pt x="10586" y="5168"/>
                  </a:cubicBezTo>
                  <a:lnTo>
                    <a:pt x="11279" y="5483"/>
                  </a:lnTo>
                  <a:lnTo>
                    <a:pt x="11279" y="6459"/>
                  </a:lnTo>
                  <a:lnTo>
                    <a:pt x="10586" y="6774"/>
                  </a:lnTo>
                  <a:cubicBezTo>
                    <a:pt x="10523" y="6806"/>
                    <a:pt x="10460" y="6900"/>
                    <a:pt x="10397" y="7026"/>
                  </a:cubicBezTo>
                  <a:cubicBezTo>
                    <a:pt x="10271" y="7499"/>
                    <a:pt x="10082" y="7972"/>
                    <a:pt x="9862" y="8381"/>
                  </a:cubicBezTo>
                  <a:cubicBezTo>
                    <a:pt x="9799" y="8476"/>
                    <a:pt x="9767" y="8602"/>
                    <a:pt x="9799" y="8696"/>
                  </a:cubicBezTo>
                  <a:lnTo>
                    <a:pt x="10051" y="9389"/>
                  </a:lnTo>
                  <a:lnTo>
                    <a:pt x="9389" y="10051"/>
                  </a:lnTo>
                  <a:lnTo>
                    <a:pt x="8728" y="9799"/>
                  </a:lnTo>
                  <a:cubicBezTo>
                    <a:pt x="8681" y="9787"/>
                    <a:pt x="8640" y="9780"/>
                    <a:pt x="8600" y="9780"/>
                  </a:cubicBezTo>
                  <a:cubicBezTo>
                    <a:pt x="8532" y="9780"/>
                    <a:pt x="8472" y="9802"/>
                    <a:pt x="8413" y="9862"/>
                  </a:cubicBezTo>
                  <a:cubicBezTo>
                    <a:pt x="7971" y="10114"/>
                    <a:pt x="7530" y="10303"/>
                    <a:pt x="7026" y="10397"/>
                  </a:cubicBezTo>
                  <a:cubicBezTo>
                    <a:pt x="6900" y="10429"/>
                    <a:pt x="6837" y="10492"/>
                    <a:pt x="6774" y="10586"/>
                  </a:cubicBezTo>
                  <a:lnTo>
                    <a:pt x="6459" y="11280"/>
                  </a:lnTo>
                  <a:lnTo>
                    <a:pt x="5483" y="11280"/>
                  </a:lnTo>
                  <a:lnTo>
                    <a:pt x="5168" y="10586"/>
                  </a:lnTo>
                  <a:cubicBezTo>
                    <a:pt x="5136" y="10523"/>
                    <a:pt x="5042" y="10429"/>
                    <a:pt x="4915" y="10397"/>
                  </a:cubicBezTo>
                  <a:cubicBezTo>
                    <a:pt x="4443" y="10271"/>
                    <a:pt x="3970" y="10082"/>
                    <a:pt x="3561" y="9862"/>
                  </a:cubicBezTo>
                  <a:cubicBezTo>
                    <a:pt x="3492" y="9816"/>
                    <a:pt x="3406" y="9786"/>
                    <a:pt x="3327" y="9786"/>
                  </a:cubicBezTo>
                  <a:cubicBezTo>
                    <a:pt x="3299" y="9786"/>
                    <a:pt x="3271" y="9790"/>
                    <a:pt x="3246" y="9799"/>
                  </a:cubicBezTo>
                  <a:lnTo>
                    <a:pt x="2553" y="10051"/>
                  </a:lnTo>
                  <a:lnTo>
                    <a:pt x="1891" y="9389"/>
                  </a:lnTo>
                  <a:lnTo>
                    <a:pt x="2143" y="8696"/>
                  </a:lnTo>
                  <a:cubicBezTo>
                    <a:pt x="2175" y="8602"/>
                    <a:pt x="2175" y="8507"/>
                    <a:pt x="2080" y="8381"/>
                  </a:cubicBezTo>
                  <a:cubicBezTo>
                    <a:pt x="1828" y="7972"/>
                    <a:pt x="1607" y="7531"/>
                    <a:pt x="1544" y="7026"/>
                  </a:cubicBezTo>
                  <a:cubicBezTo>
                    <a:pt x="1513" y="6900"/>
                    <a:pt x="1450" y="6806"/>
                    <a:pt x="1355" y="6774"/>
                  </a:cubicBezTo>
                  <a:lnTo>
                    <a:pt x="662" y="6459"/>
                  </a:lnTo>
                  <a:lnTo>
                    <a:pt x="662" y="5483"/>
                  </a:lnTo>
                  <a:lnTo>
                    <a:pt x="1355" y="5168"/>
                  </a:lnTo>
                  <a:cubicBezTo>
                    <a:pt x="1418" y="5136"/>
                    <a:pt x="1513" y="5042"/>
                    <a:pt x="1544" y="4916"/>
                  </a:cubicBezTo>
                  <a:cubicBezTo>
                    <a:pt x="1670" y="4443"/>
                    <a:pt x="1860" y="3970"/>
                    <a:pt x="2080" y="3561"/>
                  </a:cubicBezTo>
                  <a:cubicBezTo>
                    <a:pt x="2143" y="3466"/>
                    <a:pt x="2175" y="3340"/>
                    <a:pt x="2143" y="3214"/>
                  </a:cubicBezTo>
                  <a:lnTo>
                    <a:pt x="1891" y="2553"/>
                  </a:lnTo>
                  <a:lnTo>
                    <a:pt x="2553" y="1891"/>
                  </a:lnTo>
                  <a:lnTo>
                    <a:pt x="3246" y="2143"/>
                  </a:lnTo>
                  <a:cubicBezTo>
                    <a:pt x="3280" y="2155"/>
                    <a:pt x="3315" y="2162"/>
                    <a:pt x="3351" y="2162"/>
                  </a:cubicBezTo>
                  <a:cubicBezTo>
                    <a:pt x="3414" y="2162"/>
                    <a:pt x="3481" y="2140"/>
                    <a:pt x="3561" y="2080"/>
                  </a:cubicBezTo>
                  <a:cubicBezTo>
                    <a:pt x="3970" y="1828"/>
                    <a:pt x="4411" y="1608"/>
                    <a:pt x="4915" y="1545"/>
                  </a:cubicBezTo>
                  <a:cubicBezTo>
                    <a:pt x="5042" y="1513"/>
                    <a:pt x="5136" y="1450"/>
                    <a:pt x="5168" y="1356"/>
                  </a:cubicBezTo>
                  <a:lnTo>
                    <a:pt x="5483" y="662"/>
                  </a:lnTo>
                  <a:close/>
                  <a:moveTo>
                    <a:pt x="5294" y="1"/>
                  </a:moveTo>
                  <a:cubicBezTo>
                    <a:pt x="5168" y="1"/>
                    <a:pt x="5010" y="64"/>
                    <a:pt x="4978" y="190"/>
                  </a:cubicBezTo>
                  <a:lnTo>
                    <a:pt x="4632" y="915"/>
                  </a:lnTo>
                  <a:cubicBezTo>
                    <a:pt x="4191" y="1041"/>
                    <a:pt x="3750" y="1198"/>
                    <a:pt x="3372" y="1419"/>
                  </a:cubicBezTo>
                  <a:lnTo>
                    <a:pt x="2616" y="1198"/>
                  </a:lnTo>
                  <a:cubicBezTo>
                    <a:pt x="2579" y="1180"/>
                    <a:pt x="2539" y="1172"/>
                    <a:pt x="2500" y="1172"/>
                  </a:cubicBezTo>
                  <a:cubicBezTo>
                    <a:pt x="2405" y="1172"/>
                    <a:pt x="2314" y="1217"/>
                    <a:pt x="2269" y="1261"/>
                  </a:cubicBezTo>
                  <a:lnTo>
                    <a:pt x="1261" y="2238"/>
                  </a:lnTo>
                  <a:cubicBezTo>
                    <a:pt x="1198" y="2332"/>
                    <a:pt x="1166" y="2490"/>
                    <a:pt x="1198" y="2616"/>
                  </a:cubicBezTo>
                  <a:lnTo>
                    <a:pt x="1418" y="3340"/>
                  </a:lnTo>
                  <a:cubicBezTo>
                    <a:pt x="1198" y="3750"/>
                    <a:pt x="1040" y="4191"/>
                    <a:pt x="914" y="4601"/>
                  </a:cubicBezTo>
                  <a:lnTo>
                    <a:pt x="221" y="4979"/>
                  </a:lnTo>
                  <a:cubicBezTo>
                    <a:pt x="95" y="5010"/>
                    <a:pt x="1" y="5168"/>
                    <a:pt x="1" y="5294"/>
                  </a:cubicBezTo>
                  <a:lnTo>
                    <a:pt x="1" y="6711"/>
                  </a:lnTo>
                  <a:cubicBezTo>
                    <a:pt x="1" y="6806"/>
                    <a:pt x="95" y="6963"/>
                    <a:pt x="221" y="7026"/>
                  </a:cubicBezTo>
                  <a:lnTo>
                    <a:pt x="914" y="7373"/>
                  </a:lnTo>
                  <a:cubicBezTo>
                    <a:pt x="1040" y="7814"/>
                    <a:pt x="1198" y="8224"/>
                    <a:pt x="1418" y="8633"/>
                  </a:cubicBezTo>
                  <a:lnTo>
                    <a:pt x="1198" y="9389"/>
                  </a:lnTo>
                  <a:cubicBezTo>
                    <a:pt x="1166" y="9484"/>
                    <a:pt x="1198" y="9641"/>
                    <a:pt x="1261" y="9736"/>
                  </a:cubicBezTo>
                  <a:lnTo>
                    <a:pt x="2269" y="10712"/>
                  </a:lnTo>
                  <a:cubicBezTo>
                    <a:pt x="2316" y="10783"/>
                    <a:pt x="2417" y="10819"/>
                    <a:pt x="2517" y="10819"/>
                  </a:cubicBezTo>
                  <a:cubicBezTo>
                    <a:pt x="2551" y="10819"/>
                    <a:pt x="2584" y="10815"/>
                    <a:pt x="2616" y="10807"/>
                  </a:cubicBezTo>
                  <a:lnTo>
                    <a:pt x="3372" y="10555"/>
                  </a:lnTo>
                  <a:cubicBezTo>
                    <a:pt x="3750" y="10807"/>
                    <a:pt x="4191" y="10965"/>
                    <a:pt x="4632" y="11059"/>
                  </a:cubicBezTo>
                  <a:lnTo>
                    <a:pt x="4978" y="11784"/>
                  </a:lnTo>
                  <a:cubicBezTo>
                    <a:pt x="5010" y="11910"/>
                    <a:pt x="5168" y="11973"/>
                    <a:pt x="5294" y="11973"/>
                  </a:cubicBezTo>
                  <a:lnTo>
                    <a:pt x="6711" y="11973"/>
                  </a:lnTo>
                  <a:cubicBezTo>
                    <a:pt x="6837" y="11973"/>
                    <a:pt x="6995" y="11910"/>
                    <a:pt x="7026" y="11784"/>
                  </a:cubicBezTo>
                  <a:lnTo>
                    <a:pt x="7373" y="11059"/>
                  </a:lnTo>
                  <a:cubicBezTo>
                    <a:pt x="7814" y="10965"/>
                    <a:pt x="8255" y="10807"/>
                    <a:pt x="8633" y="10555"/>
                  </a:cubicBezTo>
                  <a:lnTo>
                    <a:pt x="9389" y="10807"/>
                  </a:lnTo>
                  <a:cubicBezTo>
                    <a:pt x="9421" y="10815"/>
                    <a:pt x="9454" y="10819"/>
                    <a:pt x="9488" y="10819"/>
                  </a:cubicBezTo>
                  <a:cubicBezTo>
                    <a:pt x="9588" y="10819"/>
                    <a:pt x="9688" y="10783"/>
                    <a:pt x="9736" y="10712"/>
                  </a:cubicBezTo>
                  <a:lnTo>
                    <a:pt x="10712" y="9736"/>
                  </a:lnTo>
                  <a:cubicBezTo>
                    <a:pt x="10807" y="9641"/>
                    <a:pt x="10838" y="9484"/>
                    <a:pt x="10807" y="9389"/>
                  </a:cubicBezTo>
                  <a:lnTo>
                    <a:pt x="10555" y="8633"/>
                  </a:lnTo>
                  <a:cubicBezTo>
                    <a:pt x="10807" y="8224"/>
                    <a:pt x="10964" y="7814"/>
                    <a:pt x="11059" y="7373"/>
                  </a:cubicBezTo>
                  <a:lnTo>
                    <a:pt x="11784" y="7026"/>
                  </a:lnTo>
                  <a:cubicBezTo>
                    <a:pt x="11910" y="6963"/>
                    <a:pt x="11973" y="6806"/>
                    <a:pt x="11973" y="6711"/>
                  </a:cubicBezTo>
                  <a:lnTo>
                    <a:pt x="11973" y="5294"/>
                  </a:lnTo>
                  <a:cubicBezTo>
                    <a:pt x="11973" y="5168"/>
                    <a:pt x="11910" y="5042"/>
                    <a:pt x="11784" y="4979"/>
                  </a:cubicBezTo>
                  <a:lnTo>
                    <a:pt x="11059" y="4601"/>
                  </a:lnTo>
                  <a:cubicBezTo>
                    <a:pt x="10964" y="4191"/>
                    <a:pt x="10807" y="3750"/>
                    <a:pt x="10555" y="3340"/>
                  </a:cubicBezTo>
                  <a:lnTo>
                    <a:pt x="10807" y="2616"/>
                  </a:lnTo>
                  <a:cubicBezTo>
                    <a:pt x="10838" y="2490"/>
                    <a:pt x="10807" y="2332"/>
                    <a:pt x="10712" y="2238"/>
                  </a:cubicBezTo>
                  <a:lnTo>
                    <a:pt x="9736" y="1261"/>
                  </a:lnTo>
                  <a:cubicBezTo>
                    <a:pt x="9691" y="1217"/>
                    <a:pt x="9584" y="1172"/>
                    <a:pt x="9491" y="1172"/>
                  </a:cubicBezTo>
                  <a:cubicBezTo>
                    <a:pt x="9453" y="1172"/>
                    <a:pt x="9417" y="1180"/>
                    <a:pt x="9389" y="1198"/>
                  </a:cubicBezTo>
                  <a:lnTo>
                    <a:pt x="8633" y="1419"/>
                  </a:lnTo>
                  <a:cubicBezTo>
                    <a:pt x="8255" y="1198"/>
                    <a:pt x="7814" y="1041"/>
                    <a:pt x="7373" y="915"/>
                  </a:cubicBezTo>
                  <a:lnTo>
                    <a:pt x="7026" y="190"/>
                  </a:lnTo>
                  <a:cubicBezTo>
                    <a:pt x="6995" y="64"/>
                    <a:pt x="6837" y="1"/>
                    <a:pt x="67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248" name="Google Shape;15248;p85"/>
            <p:cNvSpPr/>
            <p:nvPr/>
          </p:nvSpPr>
          <p:spPr>
            <a:xfrm>
              <a:off x="-48579600" y="2764950"/>
              <a:ext cx="192975" cy="191400"/>
            </a:xfrm>
            <a:custGeom>
              <a:avLst/>
              <a:gdLst/>
              <a:ahLst/>
              <a:cxnLst/>
              <a:rect l="l" t="t" r="r" b="b"/>
              <a:pathLst>
                <a:path w="7719" h="7656" extrusionOk="0">
                  <a:moveTo>
                    <a:pt x="3844" y="3214"/>
                  </a:moveTo>
                  <a:lnTo>
                    <a:pt x="4442" y="4411"/>
                  </a:lnTo>
                  <a:cubicBezTo>
                    <a:pt x="4237" y="4490"/>
                    <a:pt x="4033" y="4529"/>
                    <a:pt x="3832" y="4529"/>
                  </a:cubicBezTo>
                  <a:cubicBezTo>
                    <a:pt x="3631" y="4529"/>
                    <a:pt x="3434" y="4490"/>
                    <a:pt x="3245" y="4411"/>
                  </a:cubicBezTo>
                  <a:lnTo>
                    <a:pt x="3844" y="3214"/>
                  </a:lnTo>
                  <a:close/>
                  <a:moveTo>
                    <a:pt x="3781" y="693"/>
                  </a:moveTo>
                  <a:cubicBezTo>
                    <a:pt x="5513" y="693"/>
                    <a:pt x="6931" y="2111"/>
                    <a:pt x="6931" y="3844"/>
                  </a:cubicBezTo>
                  <a:cubicBezTo>
                    <a:pt x="6994" y="5104"/>
                    <a:pt x="6301" y="6175"/>
                    <a:pt x="5230" y="6679"/>
                  </a:cubicBezTo>
                  <a:lnTo>
                    <a:pt x="5230" y="4568"/>
                  </a:lnTo>
                  <a:cubicBezTo>
                    <a:pt x="5230" y="4411"/>
                    <a:pt x="5230" y="4442"/>
                    <a:pt x="4127" y="2300"/>
                  </a:cubicBezTo>
                  <a:cubicBezTo>
                    <a:pt x="4033" y="2206"/>
                    <a:pt x="3938" y="2111"/>
                    <a:pt x="3812" y="2111"/>
                  </a:cubicBezTo>
                  <a:cubicBezTo>
                    <a:pt x="3686" y="2111"/>
                    <a:pt x="3560" y="2206"/>
                    <a:pt x="3497" y="2300"/>
                  </a:cubicBezTo>
                  <a:cubicBezTo>
                    <a:pt x="2363" y="4600"/>
                    <a:pt x="2394" y="4442"/>
                    <a:pt x="2394" y="4568"/>
                  </a:cubicBezTo>
                  <a:lnTo>
                    <a:pt x="2394" y="6679"/>
                  </a:lnTo>
                  <a:cubicBezTo>
                    <a:pt x="1355" y="6175"/>
                    <a:pt x="630" y="5104"/>
                    <a:pt x="630" y="3844"/>
                  </a:cubicBezTo>
                  <a:cubicBezTo>
                    <a:pt x="630" y="2111"/>
                    <a:pt x="2048" y="693"/>
                    <a:pt x="3781" y="693"/>
                  </a:cubicBezTo>
                  <a:close/>
                  <a:moveTo>
                    <a:pt x="4568" y="5104"/>
                  </a:moveTo>
                  <a:lnTo>
                    <a:pt x="4568" y="6931"/>
                  </a:lnTo>
                  <a:cubicBezTo>
                    <a:pt x="4316" y="6963"/>
                    <a:pt x="4096" y="6994"/>
                    <a:pt x="3844" y="6994"/>
                  </a:cubicBezTo>
                  <a:cubicBezTo>
                    <a:pt x="3623" y="6994"/>
                    <a:pt x="3371" y="6994"/>
                    <a:pt x="3151" y="6931"/>
                  </a:cubicBezTo>
                  <a:lnTo>
                    <a:pt x="3151" y="5104"/>
                  </a:lnTo>
                  <a:cubicBezTo>
                    <a:pt x="3371" y="5198"/>
                    <a:pt x="3623" y="5230"/>
                    <a:pt x="3844" y="5230"/>
                  </a:cubicBezTo>
                  <a:cubicBezTo>
                    <a:pt x="4096" y="5230"/>
                    <a:pt x="4316" y="5198"/>
                    <a:pt x="4568" y="5104"/>
                  </a:cubicBezTo>
                  <a:close/>
                  <a:moveTo>
                    <a:pt x="3844" y="0"/>
                  </a:moveTo>
                  <a:cubicBezTo>
                    <a:pt x="1733" y="0"/>
                    <a:pt x="0" y="1733"/>
                    <a:pt x="0" y="3844"/>
                  </a:cubicBezTo>
                  <a:cubicBezTo>
                    <a:pt x="0" y="5577"/>
                    <a:pt x="1134" y="7026"/>
                    <a:pt x="2678" y="7498"/>
                  </a:cubicBezTo>
                  <a:lnTo>
                    <a:pt x="2709" y="7498"/>
                  </a:lnTo>
                  <a:cubicBezTo>
                    <a:pt x="3056" y="7624"/>
                    <a:pt x="3466" y="7656"/>
                    <a:pt x="3844" y="7656"/>
                  </a:cubicBezTo>
                  <a:cubicBezTo>
                    <a:pt x="4253" y="7656"/>
                    <a:pt x="4631" y="7593"/>
                    <a:pt x="4978" y="7498"/>
                  </a:cubicBezTo>
                  <a:lnTo>
                    <a:pt x="5041" y="7498"/>
                  </a:lnTo>
                  <a:cubicBezTo>
                    <a:pt x="6616" y="6994"/>
                    <a:pt x="7719" y="5545"/>
                    <a:pt x="7719" y="3844"/>
                  </a:cubicBezTo>
                  <a:cubicBezTo>
                    <a:pt x="7719" y="1733"/>
                    <a:pt x="5986" y="0"/>
                    <a:pt x="3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249" name="Google Shape;15249;p85"/>
          <p:cNvGrpSpPr/>
          <p:nvPr/>
        </p:nvGrpSpPr>
        <p:grpSpPr>
          <a:xfrm>
            <a:off x="1757928" y="2689329"/>
            <a:ext cx="314006" cy="358229"/>
            <a:chOff x="-46753100" y="1965500"/>
            <a:chExt cx="263075" cy="300125"/>
          </a:xfrm>
        </p:grpSpPr>
        <p:sp>
          <p:nvSpPr>
            <p:cNvPr id="15250" name="Google Shape;15250;p85"/>
            <p:cNvSpPr/>
            <p:nvPr/>
          </p:nvSpPr>
          <p:spPr>
            <a:xfrm>
              <a:off x="-46647575" y="2034825"/>
              <a:ext cx="53575" cy="53575"/>
            </a:xfrm>
            <a:custGeom>
              <a:avLst/>
              <a:gdLst/>
              <a:ahLst/>
              <a:cxnLst/>
              <a:rect l="l" t="t" r="r" b="b"/>
              <a:pathLst>
                <a:path w="2143" h="2143" extrusionOk="0">
                  <a:moveTo>
                    <a:pt x="1072" y="756"/>
                  </a:moveTo>
                  <a:cubicBezTo>
                    <a:pt x="1261" y="756"/>
                    <a:pt x="1418" y="914"/>
                    <a:pt x="1418" y="1103"/>
                  </a:cubicBezTo>
                  <a:cubicBezTo>
                    <a:pt x="1418" y="1323"/>
                    <a:pt x="1261" y="1481"/>
                    <a:pt x="1072" y="1481"/>
                  </a:cubicBezTo>
                  <a:cubicBezTo>
                    <a:pt x="883" y="1481"/>
                    <a:pt x="725" y="1323"/>
                    <a:pt x="725" y="1103"/>
                  </a:cubicBezTo>
                  <a:cubicBezTo>
                    <a:pt x="725" y="914"/>
                    <a:pt x="883" y="756"/>
                    <a:pt x="1072" y="756"/>
                  </a:cubicBezTo>
                  <a:close/>
                  <a:moveTo>
                    <a:pt x="1072" y="0"/>
                  </a:moveTo>
                  <a:cubicBezTo>
                    <a:pt x="473" y="0"/>
                    <a:pt x="1" y="473"/>
                    <a:pt x="1" y="1071"/>
                  </a:cubicBezTo>
                  <a:cubicBezTo>
                    <a:pt x="1" y="1670"/>
                    <a:pt x="473" y="2143"/>
                    <a:pt x="1072" y="2143"/>
                  </a:cubicBezTo>
                  <a:cubicBezTo>
                    <a:pt x="1670" y="2143"/>
                    <a:pt x="2143" y="1670"/>
                    <a:pt x="2143" y="1071"/>
                  </a:cubicBezTo>
                  <a:cubicBezTo>
                    <a:pt x="2143" y="473"/>
                    <a:pt x="1670"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251" name="Google Shape;15251;p85"/>
            <p:cNvSpPr/>
            <p:nvPr/>
          </p:nvSpPr>
          <p:spPr>
            <a:xfrm>
              <a:off x="-46753100" y="1965500"/>
              <a:ext cx="263075" cy="300125"/>
            </a:xfrm>
            <a:custGeom>
              <a:avLst/>
              <a:gdLst/>
              <a:ahLst/>
              <a:cxnLst/>
              <a:rect l="l" t="t" r="r" b="b"/>
              <a:pathLst>
                <a:path w="10523" h="12005" extrusionOk="0">
                  <a:moveTo>
                    <a:pt x="5293" y="694"/>
                  </a:moveTo>
                  <a:cubicBezTo>
                    <a:pt x="5765" y="694"/>
                    <a:pt x="6175" y="977"/>
                    <a:pt x="6270" y="1419"/>
                  </a:cubicBezTo>
                  <a:lnTo>
                    <a:pt x="4316" y="1419"/>
                  </a:lnTo>
                  <a:cubicBezTo>
                    <a:pt x="4442" y="977"/>
                    <a:pt x="4820" y="694"/>
                    <a:pt x="5293" y="694"/>
                  </a:cubicBezTo>
                  <a:close/>
                  <a:moveTo>
                    <a:pt x="3875" y="5766"/>
                  </a:moveTo>
                  <a:lnTo>
                    <a:pt x="5135" y="7026"/>
                  </a:lnTo>
                  <a:lnTo>
                    <a:pt x="2615" y="7026"/>
                  </a:lnTo>
                  <a:lnTo>
                    <a:pt x="3875" y="5766"/>
                  </a:lnTo>
                  <a:close/>
                  <a:moveTo>
                    <a:pt x="6679" y="5766"/>
                  </a:moveTo>
                  <a:lnTo>
                    <a:pt x="7939" y="7026"/>
                  </a:lnTo>
                  <a:lnTo>
                    <a:pt x="6144" y="7026"/>
                  </a:lnTo>
                  <a:lnTo>
                    <a:pt x="5797" y="6711"/>
                  </a:lnTo>
                  <a:lnTo>
                    <a:pt x="6679" y="5766"/>
                  </a:lnTo>
                  <a:close/>
                  <a:moveTo>
                    <a:pt x="8758" y="2112"/>
                  </a:moveTo>
                  <a:cubicBezTo>
                    <a:pt x="8947" y="2112"/>
                    <a:pt x="9105" y="2269"/>
                    <a:pt x="9105" y="2458"/>
                  </a:cubicBezTo>
                  <a:lnTo>
                    <a:pt x="9105" y="7089"/>
                  </a:lnTo>
                  <a:lnTo>
                    <a:pt x="8916" y="7089"/>
                  </a:lnTo>
                  <a:lnTo>
                    <a:pt x="6900" y="5073"/>
                  </a:lnTo>
                  <a:cubicBezTo>
                    <a:pt x="6825" y="4999"/>
                    <a:pt x="6744" y="4966"/>
                    <a:pt x="6662" y="4966"/>
                  </a:cubicBezTo>
                  <a:cubicBezTo>
                    <a:pt x="6571" y="4966"/>
                    <a:pt x="6479" y="5007"/>
                    <a:pt x="6396" y="5073"/>
                  </a:cubicBezTo>
                  <a:lnTo>
                    <a:pt x="5293" y="6239"/>
                  </a:lnTo>
                  <a:lnTo>
                    <a:pt x="4127" y="5073"/>
                  </a:lnTo>
                  <a:cubicBezTo>
                    <a:pt x="4064" y="5010"/>
                    <a:pt x="3970" y="4979"/>
                    <a:pt x="3871" y="4979"/>
                  </a:cubicBezTo>
                  <a:cubicBezTo>
                    <a:pt x="3773" y="4979"/>
                    <a:pt x="3670" y="5010"/>
                    <a:pt x="3592" y="5073"/>
                  </a:cubicBezTo>
                  <a:lnTo>
                    <a:pt x="1607" y="7089"/>
                  </a:lnTo>
                  <a:lnTo>
                    <a:pt x="1386" y="7089"/>
                  </a:lnTo>
                  <a:lnTo>
                    <a:pt x="1386" y="2458"/>
                  </a:lnTo>
                  <a:cubicBezTo>
                    <a:pt x="1449" y="2269"/>
                    <a:pt x="1607" y="2112"/>
                    <a:pt x="1764" y="2112"/>
                  </a:cubicBezTo>
                  <a:close/>
                  <a:moveTo>
                    <a:pt x="9168" y="7751"/>
                  </a:moveTo>
                  <a:lnTo>
                    <a:pt x="9168" y="8444"/>
                  </a:lnTo>
                  <a:lnTo>
                    <a:pt x="1449" y="8444"/>
                  </a:lnTo>
                  <a:lnTo>
                    <a:pt x="1449" y="7751"/>
                  </a:lnTo>
                  <a:close/>
                  <a:moveTo>
                    <a:pt x="7782" y="9137"/>
                  </a:moveTo>
                  <a:lnTo>
                    <a:pt x="7971" y="9830"/>
                  </a:lnTo>
                  <a:lnTo>
                    <a:pt x="2552" y="9830"/>
                  </a:lnTo>
                  <a:lnTo>
                    <a:pt x="2709" y="9137"/>
                  </a:lnTo>
                  <a:close/>
                  <a:moveTo>
                    <a:pt x="5261" y="1"/>
                  </a:moveTo>
                  <a:cubicBezTo>
                    <a:pt x="4411" y="1"/>
                    <a:pt x="3686" y="568"/>
                    <a:pt x="3529" y="1419"/>
                  </a:cubicBezTo>
                  <a:lnTo>
                    <a:pt x="1764" y="1419"/>
                  </a:lnTo>
                  <a:cubicBezTo>
                    <a:pt x="1166" y="1419"/>
                    <a:pt x="693" y="1891"/>
                    <a:pt x="693" y="2458"/>
                  </a:cubicBezTo>
                  <a:lnTo>
                    <a:pt x="693" y="8444"/>
                  </a:lnTo>
                  <a:lnTo>
                    <a:pt x="347" y="8444"/>
                  </a:lnTo>
                  <a:cubicBezTo>
                    <a:pt x="158" y="8444"/>
                    <a:pt x="0" y="8602"/>
                    <a:pt x="0" y="8822"/>
                  </a:cubicBezTo>
                  <a:cubicBezTo>
                    <a:pt x="0" y="9011"/>
                    <a:pt x="158" y="9169"/>
                    <a:pt x="347" y="9169"/>
                  </a:cubicBezTo>
                  <a:lnTo>
                    <a:pt x="1985" y="9169"/>
                  </a:lnTo>
                  <a:cubicBezTo>
                    <a:pt x="1922" y="9484"/>
                    <a:pt x="1481" y="11217"/>
                    <a:pt x="1418" y="11563"/>
                  </a:cubicBezTo>
                  <a:cubicBezTo>
                    <a:pt x="1355" y="11752"/>
                    <a:pt x="1481" y="11973"/>
                    <a:pt x="1670" y="12004"/>
                  </a:cubicBezTo>
                  <a:lnTo>
                    <a:pt x="1764" y="12004"/>
                  </a:lnTo>
                  <a:cubicBezTo>
                    <a:pt x="1922" y="12004"/>
                    <a:pt x="2079" y="11878"/>
                    <a:pt x="2111" y="11721"/>
                  </a:cubicBezTo>
                  <a:lnTo>
                    <a:pt x="2394" y="10586"/>
                  </a:lnTo>
                  <a:lnTo>
                    <a:pt x="8128" y="10586"/>
                  </a:lnTo>
                  <a:lnTo>
                    <a:pt x="8412" y="11721"/>
                  </a:lnTo>
                  <a:cubicBezTo>
                    <a:pt x="8443" y="11878"/>
                    <a:pt x="8601" y="12004"/>
                    <a:pt x="8758" y="12004"/>
                  </a:cubicBezTo>
                  <a:lnTo>
                    <a:pt x="8853" y="12004"/>
                  </a:lnTo>
                  <a:cubicBezTo>
                    <a:pt x="9042" y="11973"/>
                    <a:pt x="9168" y="11752"/>
                    <a:pt x="9105" y="11563"/>
                  </a:cubicBezTo>
                  <a:cubicBezTo>
                    <a:pt x="9042" y="11217"/>
                    <a:pt x="8601" y="9484"/>
                    <a:pt x="8538" y="9169"/>
                  </a:cubicBezTo>
                  <a:lnTo>
                    <a:pt x="10176" y="9169"/>
                  </a:lnTo>
                  <a:cubicBezTo>
                    <a:pt x="10365" y="9169"/>
                    <a:pt x="10523" y="9011"/>
                    <a:pt x="10523" y="8822"/>
                  </a:cubicBezTo>
                  <a:cubicBezTo>
                    <a:pt x="10523" y="8602"/>
                    <a:pt x="10365" y="8444"/>
                    <a:pt x="10176" y="8444"/>
                  </a:cubicBezTo>
                  <a:lnTo>
                    <a:pt x="9830" y="8444"/>
                  </a:lnTo>
                  <a:lnTo>
                    <a:pt x="9830" y="2458"/>
                  </a:lnTo>
                  <a:cubicBezTo>
                    <a:pt x="9830" y="1891"/>
                    <a:pt x="9357" y="1419"/>
                    <a:pt x="8758" y="1419"/>
                  </a:cubicBezTo>
                  <a:lnTo>
                    <a:pt x="6994" y="1419"/>
                  </a:lnTo>
                  <a:cubicBezTo>
                    <a:pt x="6837" y="631"/>
                    <a:pt x="6144" y="1"/>
                    <a:pt x="5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252" name="Google Shape;15252;p85"/>
          <p:cNvGrpSpPr/>
          <p:nvPr/>
        </p:nvGrpSpPr>
        <p:grpSpPr>
          <a:xfrm>
            <a:off x="1735354" y="3156542"/>
            <a:ext cx="359154" cy="315916"/>
            <a:chOff x="-46772025" y="2350650"/>
            <a:chExt cx="300900" cy="264675"/>
          </a:xfrm>
        </p:grpSpPr>
        <p:sp>
          <p:nvSpPr>
            <p:cNvPr id="15253" name="Google Shape;15253;p85"/>
            <p:cNvSpPr/>
            <p:nvPr/>
          </p:nvSpPr>
          <p:spPr>
            <a:xfrm>
              <a:off x="-46772025" y="2350650"/>
              <a:ext cx="300900" cy="264675"/>
            </a:xfrm>
            <a:custGeom>
              <a:avLst/>
              <a:gdLst/>
              <a:ahLst/>
              <a:cxnLst/>
              <a:rect l="l" t="t" r="r" b="b"/>
              <a:pathLst>
                <a:path w="12036" h="10587" extrusionOk="0">
                  <a:moveTo>
                    <a:pt x="6050" y="820"/>
                  </a:moveTo>
                  <a:cubicBezTo>
                    <a:pt x="7184" y="820"/>
                    <a:pt x="8287" y="1229"/>
                    <a:pt x="9169" y="1985"/>
                  </a:cubicBezTo>
                  <a:cubicBezTo>
                    <a:pt x="9326" y="2111"/>
                    <a:pt x="9326" y="2332"/>
                    <a:pt x="9169" y="2458"/>
                  </a:cubicBezTo>
                  <a:lnTo>
                    <a:pt x="9137" y="2490"/>
                  </a:lnTo>
                  <a:cubicBezTo>
                    <a:pt x="9064" y="2533"/>
                    <a:pt x="8978" y="2557"/>
                    <a:pt x="8896" y="2557"/>
                  </a:cubicBezTo>
                  <a:cubicBezTo>
                    <a:pt x="8802" y="2557"/>
                    <a:pt x="8715" y="2526"/>
                    <a:pt x="8665" y="2458"/>
                  </a:cubicBezTo>
                  <a:cubicBezTo>
                    <a:pt x="7940" y="1828"/>
                    <a:pt x="7027" y="1481"/>
                    <a:pt x="6050" y="1481"/>
                  </a:cubicBezTo>
                  <a:cubicBezTo>
                    <a:pt x="5073" y="1481"/>
                    <a:pt x="4160" y="1828"/>
                    <a:pt x="3466" y="2458"/>
                  </a:cubicBezTo>
                  <a:cubicBezTo>
                    <a:pt x="3378" y="2529"/>
                    <a:pt x="3270" y="2570"/>
                    <a:pt x="3175" y="2570"/>
                  </a:cubicBezTo>
                  <a:cubicBezTo>
                    <a:pt x="3101" y="2570"/>
                    <a:pt x="3035" y="2545"/>
                    <a:pt x="2994" y="2490"/>
                  </a:cubicBezTo>
                  <a:lnTo>
                    <a:pt x="2931" y="2458"/>
                  </a:lnTo>
                  <a:cubicBezTo>
                    <a:pt x="2836" y="2301"/>
                    <a:pt x="2836" y="2111"/>
                    <a:pt x="2931" y="1985"/>
                  </a:cubicBezTo>
                  <a:cubicBezTo>
                    <a:pt x="3782" y="1198"/>
                    <a:pt x="4884" y="820"/>
                    <a:pt x="6050" y="820"/>
                  </a:cubicBezTo>
                  <a:close/>
                  <a:moveTo>
                    <a:pt x="1450" y="7152"/>
                  </a:moveTo>
                  <a:lnTo>
                    <a:pt x="1450" y="9106"/>
                  </a:lnTo>
                  <a:cubicBezTo>
                    <a:pt x="1041" y="9011"/>
                    <a:pt x="726" y="8601"/>
                    <a:pt x="726" y="8129"/>
                  </a:cubicBezTo>
                  <a:cubicBezTo>
                    <a:pt x="726" y="7656"/>
                    <a:pt x="1009" y="7278"/>
                    <a:pt x="1450" y="7152"/>
                  </a:cubicBezTo>
                  <a:close/>
                  <a:moveTo>
                    <a:pt x="10618" y="7152"/>
                  </a:moveTo>
                  <a:cubicBezTo>
                    <a:pt x="11028" y="7310"/>
                    <a:pt x="11343" y="7688"/>
                    <a:pt x="11343" y="8129"/>
                  </a:cubicBezTo>
                  <a:cubicBezTo>
                    <a:pt x="11343" y="8601"/>
                    <a:pt x="11059" y="9011"/>
                    <a:pt x="10618" y="9106"/>
                  </a:cubicBezTo>
                  <a:lnTo>
                    <a:pt x="10618" y="7152"/>
                  </a:lnTo>
                  <a:close/>
                  <a:moveTo>
                    <a:pt x="2521" y="6396"/>
                  </a:moveTo>
                  <a:cubicBezTo>
                    <a:pt x="2710" y="6396"/>
                    <a:pt x="2868" y="6554"/>
                    <a:pt x="2868" y="6743"/>
                  </a:cubicBezTo>
                  <a:lnTo>
                    <a:pt x="2868" y="9547"/>
                  </a:lnTo>
                  <a:cubicBezTo>
                    <a:pt x="2868" y="9736"/>
                    <a:pt x="2710" y="9893"/>
                    <a:pt x="2521" y="9893"/>
                  </a:cubicBezTo>
                  <a:cubicBezTo>
                    <a:pt x="2301" y="9893"/>
                    <a:pt x="2175" y="9736"/>
                    <a:pt x="2175" y="9547"/>
                  </a:cubicBezTo>
                  <a:lnTo>
                    <a:pt x="2175" y="6743"/>
                  </a:lnTo>
                  <a:cubicBezTo>
                    <a:pt x="2175" y="6554"/>
                    <a:pt x="2301" y="6396"/>
                    <a:pt x="2521" y="6396"/>
                  </a:cubicBezTo>
                  <a:close/>
                  <a:moveTo>
                    <a:pt x="9547" y="6396"/>
                  </a:moveTo>
                  <a:cubicBezTo>
                    <a:pt x="9767" y="6396"/>
                    <a:pt x="9925" y="6554"/>
                    <a:pt x="9925" y="6743"/>
                  </a:cubicBezTo>
                  <a:lnTo>
                    <a:pt x="9925" y="9547"/>
                  </a:lnTo>
                  <a:cubicBezTo>
                    <a:pt x="9925" y="9736"/>
                    <a:pt x="9767" y="9893"/>
                    <a:pt x="9547" y="9893"/>
                  </a:cubicBezTo>
                  <a:cubicBezTo>
                    <a:pt x="9358" y="9893"/>
                    <a:pt x="9200" y="9736"/>
                    <a:pt x="9200" y="9547"/>
                  </a:cubicBezTo>
                  <a:lnTo>
                    <a:pt x="9200" y="6743"/>
                  </a:lnTo>
                  <a:cubicBezTo>
                    <a:pt x="9200" y="6554"/>
                    <a:pt x="9358" y="6396"/>
                    <a:pt x="9547" y="6396"/>
                  </a:cubicBezTo>
                  <a:close/>
                  <a:moveTo>
                    <a:pt x="6018" y="1"/>
                  </a:moveTo>
                  <a:cubicBezTo>
                    <a:pt x="4664" y="1"/>
                    <a:pt x="3403" y="473"/>
                    <a:pt x="2427" y="1387"/>
                  </a:cubicBezTo>
                  <a:cubicBezTo>
                    <a:pt x="2080" y="1733"/>
                    <a:pt x="1986" y="2269"/>
                    <a:pt x="2238" y="2679"/>
                  </a:cubicBezTo>
                  <a:cubicBezTo>
                    <a:pt x="1671" y="3435"/>
                    <a:pt x="1419" y="4348"/>
                    <a:pt x="1419" y="5293"/>
                  </a:cubicBezTo>
                  <a:lnTo>
                    <a:pt x="1419" y="6396"/>
                  </a:lnTo>
                  <a:cubicBezTo>
                    <a:pt x="631" y="6554"/>
                    <a:pt x="1" y="7247"/>
                    <a:pt x="1" y="8129"/>
                  </a:cubicBezTo>
                  <a:cubicBezTo>
                    <a:pt x="1" y="8980"/>
                    <a:pt x="631" y="9704"/>
                    <a:pt x="1450" y="9862"/>
                  </a:cubicBezTo>
                  <a:cubicBezTo>
                    <a:pt x="1576" y="10303"/>
                    <a:pt x="1986" y="10586"/>
                    <a:pt x="2427" y="10586"/>
                  </a:cubicBezTo>
                  <a:cubicBezTo>
                    <a:pt x="3025" y="10586"/>
                    <a:pt x="3498" y="10114"/>
                    <a:pt x="3498" y="9515"/>
                  </a:cubicBezTo>
                  <a:lnTo>
                    <a:pt x="3498" y="6711"/>
                  </a:lnTo>
                  <a:cubicBezTo>
                    <a:pt x="3498" y="6113"/>
                    <a:pt x="3025" y="5640"/>
                    <a:pt x="2427" y="5640"/>
                  </a:cubicBezTo>
                  <a:cubicBezTo>
                    <a:pt x="2301" y="5640"/>
                    <a:pt x="2206" y="5703"/>
                    <a:pt x="2080" y="5735"/>
                  </a:cubicBezTo>
                  <a:lnTo>
                    <a:pt x="2080" y="5325"/>
                  </a:lnTo>
                  <a:cubicBezTo>
                    <a:pt x="2080" y="4537"/>
                    <a:pt x="2301" y="3844"/>
                    <a:pt x="2710" y="3214"/>
                  </a:cubicBezTo>
                  <a:cubicBezTo>
                    <a:pt x="2827" y="3263"/>
                    <a:pt x="2948" y="3285"/>
                    <a:pt x="3067" y="3285"/>
                  </a:cubicBezTo>
                  <a:cubicBezTo>
                    <a:pt x="3333" y="3285"/>
                    <a:pt x="3596" y="3177"/>
                    <a:pt x="3813" y="3025"/>
                  </a:cubicBezTo>
                  <a:cubicBezTo>
                    <a:pt x="4412" y="2490"/>
                    <a:pt x="5136" y="2238"/>
                    <a:pt x="5924" y="2238"/>
                  </a:cubicBezTo>
                  <a:cubicBezTo>
                    <a:pt x="6711" y="2238"/>
                    <a:pt x="7499" y="2490"/>
                    <a:pt x="8066" y="3025"/>
                  </a:cubicBezTo>
                  <a:cubicBezTo>
                    <a:pt x="8276" y="3193"/>
                    <a:pt x="8542" y="3291"/>
                    <a:pt x="8799" y="3291"/>
                  </a:cubicBezTo>
                  <a:cubicBezTo>
                    <a:pt x="8927" y="3291"/>
                    <a:pt x="9053" y="3267"/>
                    <a:pt x="9169" y="3214"/>
                  </a:cubicBezTo>
                  <a:cubicBezTo>
                    <a:pt x="9610" y="3844"/>
                    <a:pt x="9799" y="4600"/>
                    <a:pt x="9799" y="5325"/>
                  </a:cubicBezTo>
                  <a:lnTo>
                    <a:pt x="9799" y="5735"/>
                  </a:lnTo>
                  <a:cubicBezTo>
                    <a:pt x="9673" y="5703"/>
                    <a:pt x="9547" y="5640"/>
                    <a:pt x="9452" y="5640"/>
                  </a:cubicBezTo>
                  <a:cubicBezTo>
                    <a:pt x="8854" y="5640"/>
                    <a:pt x="8381" y="6113"/>
                    <a:pt x="8381" y="6711"/>
                  </a:cubicBezTo>
                  <a:lnTo>
                    <a:pt x="8381" y="9515"/>
                  </a:lnTo>
                  <a:cubicBezTo>
                    <a:pt x="8381" y="10114"/>
                    <a:pt x="8854" y="10586"/>
                    <a:pt x="9452" y="10586"/>
                  </a:cubicBezTo>
                  <a:cubicBezTo>
                    <a:pt x="9925" y="10586"/>
                    <a:pt x="10303" y="10271"/>
                    <a:pt x="10429" y="9862"/>
                  </a:cubicBezTo>
                  <a:cubicBezTo>
                    <a:pt x="11406" y="9704"/>
                    <a:pt x="12036" y="9011"/>
                    <a:pt x="12036" y="8129"/>
                  </a:cubicBezTo>
                  <a:cubicBezTo>
                    <a:pt x="12036" y="7278"/>
                    <a:pt x="11437" y="6554"/>
                    <a:pt x="10618" y="6396"/>
                  </a:cubicBezTo>
                  <a:lnTo>
                    <a:pt x="10618" y="5293"/>
                  </a:lnTo>
                  <a:cubicBezTo>
                    <a:pt x="10618" y="4348"/>
                    <a:pt x="10335" y="3435"/>
                    <a:pt x="9799" y="2679"/>
                  </a:cubicBezTo>
                  <a:cubicBezTo>
                    <a:pt x="10020" y="2269"/>
                    <a:pt x="9957" y="1733"/>
                    <a:pt x="9610" y="1387"/>
                  </a:cubicBezTo>
                  <a:cubicBezTo>
                    <a:pt x="8602" y="473"/>
                    <a:pt x="7342" y="1"/>
                    <a:pt x="60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254" name="Google Shape;15254;p85"/>
            <p:cNvSpPr/>
            <p:nvPr/>
          </p:nvSpPr>
          <p:spPr>
            <a:xfrm>
              <a:off x="-46664900" y="2475100"/>
              <a:ext cx="92175" cy="122900"/>
            </a:xfrm>
            <a:custGeom>
              <a:avLst/>
              <a:gdLst/>
              <a:ahLst/>
              <a:cxnLst/>
              <a:rect l="l" t="t" r="r" b="b"/>
              <a:pathLst>
                <a:path w="3687" h="4916" extrusionOk="0">
                  <a:moveTo>
                    <a:pt x="1072" y="3497"/>
                  </a:moveTo>
                  <a:cubicBezTo>
                    <a:pt x="1261" y="3497"/>
                    <a:pt x="1418" y="3655"/>
                    <a:pt x="1418" y="3876"/>
                  </a:cubicBezTo>
                  <a:cubicBezTo>
                    <a:pt x="1418" y="4065"/>
                    <a:pt x="1261" y="4222"/>
                    <a:pt x="1072" y="4222"/>
                  </a:cubicBezTo>
                  <a:cubicBezTo>
                    <a:pt x="851" y="4222"/>
                    <a:pt x="694" y="4065"/>
                    <a:pt x="694" y="3876"/>
                  </a:cubicBezTo>
                  <a:cubicBezTo>
                    <a:pt x="694" y="3655"/>
                    <a:pt x="851" y="3497"/>
                    <a:pt x="1072" y="3497"/>
                  </a:cubicBezTo>
                  <a:close/>
                  <a:moveTo>
                    <a:pt x="1765" y="0"/>
                  </a:moveTo>
                  <a:cubicBezTo>
                    <a:pt x="1576" y="0"/>
                    <a:pt x="1418" y="158"/>
                    <a:pt x="1418" y="347"/>
                  </a:cubicBezTo>
                  <a:lnTo>
                    <a:pt x="1418" y="2867"/>
                  </a:lnTo>
                  <a:cubicBezTo>
                    <a:pt x="1292" y="2836"/>
                    <a:pt x="1166" y="2804"/>
                    <a:pt x="1072" y="2804"/>
                  </a:cubicBezTo>
                  <a:cubicBezTo>
                    <a:pt x="473" y="2804"/>
                    <a:pt x="1" y="3277"/>
                    <a:pt x="1" y="3876"/>
                  </a:cubicBezTo>
                  <a:cubicBezTo>
                    <a:pt x="1" y="4443"/>
                    <a:pt x="473" y="4915"/>
                    <a:pt x="1072" y="4915"/>
                  </a:cubicBezTo>
                  <a:cubicBezTo>
                    <a:pt x="1670" y="4915"/>
                    <a:pt x="2143" y="4443"/>
                    <a:pt x="2143" y="3876"/>
                  </a:cubicBezTo>
                  <a:lnTo>
                    <a:pt x="2143" y="1450"/>
                  </a:lnTo>
                  <a:cubicBezTo>
                    <a:pt x="2363" y="1544"/>
                    <a:pt x="2521" y="1702"/>
                    <a:pt x="2616" y="1828"/>
                  </a:cubicBezTo>
                  <a:cubicBezTo>
                    <a:pt x="2868" y="2143"/>
                    <a:pt x="2962" y="2615"/>
                    <a:pt x="2836" y="3088"/>
                  </a:cubicBezTo>
                  <a:cubicBezTo>
                    <a:pt x="2805" y="3308"/>
                    <a:pt x="2962" y="3497"/>
                    <a:pt x="3183" y="3497"/>
                  </a:cubicBezTo>
                  <a:cubicBezTo>
                    <a:pt x="3340" y="3497"/>
                    <a:pt x="3498" y="3403"/>
                    <a:pt x="3529" y="3245"/>
                  </a:cubicBezTo>
                  <a:cubicBezTo>
                    <a:pt x="3687" y="2552"/>
                    <a:pt x="3592" y="1859"/>
                    <a:pt x="3183" y="1355"/>
                  </a:cubicBezTo>
                  <a:cubicBezTo>
                    <a:pt x="2868" y="1040"/>
                    <a:pt x="2521" y="820"/>
                    <a:pt x="2111" y="757"/>
                  </a:cubicBezTo>
                  <a:lnTo>
                    <a:pt x="2111" y="347"/>
                  </a:lnTo>
                  <a:cubicBezTo>
                    <a:pt x="2111" y="158"/>
                    <a:pt x="1954"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255" name="Google Shape;15255;p85"/>
          <p:cNvGrpSpPr/>
          <p:nvPr/>
        </p:nvGrpSpPr>
        <p:grpSpPr>
          <a:xfrm>
            <a:off x="1735354" y="3590820"/>
            <a:ext cx="359154" cy="359154"/>
            <a:chOff x="-46772025" y="2701925"/>
            <a:chExt cx="300900" cy="300900"/>
          </a:xfrm>
        </p:grpSpPr>
        <p:sp>
          <p:nvSpPr>
            <p:cNvPr id="15256" name="Google Shape;15256;p85"/>
            <p:cNvSpPr/>
            <p:nvPr/>
          </p:nvSpPr>
          <p:spPr>
            <a:xfrm>
              <a:off x="-46647575" y="2826375"/>
              <a:ext cx="53575" cy="53575"/>
            </a:xfrm>
            <a:custGeom>
              <a:avLst/>
              <a:gdLst/>
              <a:ahLst/>
              <a:cxnLst/>
              <a:rect l="l" t="t" r="r" b="b"/>
              <a:pathLst>
                <a:path w="2143" h="2143" extrusionOk="0">
                  <a:moveTo>
                    <a:pt x="1072" y="694"/>
                  </a:moveTo>
                  <a:cubicBezTo>
                    <a:pt x="1261" y="694"/>
                    <a:pt x="1418" y="851"/>
                    <a:pt x="1418" y="1040"/>
                  </a:cubicBezTo>
                  <a:cubicBezTo>
                    <a:pt x="1418" y="1229"/>
                    <a:pt x="1261" y="1387"/>
                    <a:pt x="1072" y="1387"/>
                  </a:cubicBezTo>
                  <a:cubicBezTo>
                    <a:pt x="883" y="1387"/>
                    <a:pt x="725" y="1229"/>
                    <a:pt x="725" y="1040"/>
                  </a:cubicBezTo>
                  <a:cubicBezTo>
                    <a:pt x="725" y="851"/>
                    <a:pt x="883" y="694"/>
                    <a:pt x="1072" y="694"/>
                  </a:cubicBezTo>
                  <a:close/>
                  <a:moveTo>
                    <a:pt x="1072" y="1"/>
                  </a:moveTo>
                  <a:cubicBezTo>
                    <a:pt x="473" y="1"/>
                    <a:pt x="1" y="473"/>
                    <a:pt x="1" y="1072"/>
                  </a:cubicBezTo>
                  <a:cubicBezTo>
                    <a:pt x="1" y="1670"/>
                    <a:pt x="473" y="2143"/>
                    <a:pt x="1072" y="2143"/>
                  </a:cubicBezTo>
                  <a:cubicBezTo>
                    <a:pt x="1670" y="2143"/>
                    <a:pt x="2143" y="1670"/>
                    <a:pt x="2143" y="1072"/>
                  </a:cubicBezTo>
                  <a:cubicBezTo>
                    <a:pt x="2112" y="473"/>
                    <a:pt x="1639"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257" name="Google Shape;15257;p85"/>
            <p:cNvSpPr/>
            <p:nvPr/>
          </p:nvSpPr>
          <p:spPr>
            <a:xfrm>
              <a:off x="-46772025" y="2701925"/>
              <a:ext cx="300900" cy="300900"/>
            </a:xfrm>
            <a:custGeom>
              <a:avLst/>
              <a:gdLst/>
              <a:ahLst/>
              <a:cxnLst/>
              <a:rect l="l" t="t" r="r" b="b"/>
              <a:pathLst>
                <a:path w="12036" h="12036" extrusionOk="0">
                  <a:moveTo>
                    <a:pt x="6365" y="1482"/>
                  </a:moveTo>
                  <a:cubicBezTo>
                    <a:pt x="8602" y="1639"/>
                    <a:pt x="10429" y="3466"/>
                    <a:pt x="10587" y="5672"/>
                  </a:cubicBezTo>
                  <a:lnTo>
                    <a:pt x="9862" y="5672"/>
                  </a:lnTo>
                  <a:cubicBezTo>
                    <a:pt x="9704" y="3813"/>
                    <a:pt x="8224" y="2301"/>
                    <a:pt x="6365" y="2143"/>
                  </a:cubicBezTo>
                  <a:lnTo>
                    <a:pt x="6365" y="1482"/>
                  </a:lnTo>
                  <a:close/>
                  <a:moveTo>
                    <a:pt x="5703" y="1482"/>
                  </a:moveTo>
                  <a:lnTo>
                    <a:pt x="5703" y="2206"/>
                  </a:lnTo>
                  <a:cubicBezTo>
                    <a:pt x="3845" y="2364"/>
                    <a:pt x="2364" y="3844"/>
                    <a:pt x="2206" y="5703"/>
                  </a:cubicBezTo>
                  <a:lnTo>
                    <a:pt x="1482" y="5703"/>
                  </a:lnTo>
                  <a:cubicBezTo>
                    <a:pt x="1639" y="3466"/>
                    <a:pt x="3466" y="1639"/>
                    <a:pt x="5703" y="1482"/>
                  </a:cubicBezTo>
                  <a:close/>
                  <a:moveTo>
                    <a:pt x="6365" y="2868"/>
                  </a:moveTo>
                  <a:cubicBezTo>
                    <a:pt x="7814" y="3025"/>
                    <a:pt x="9011" y="4191"/>
                    <a:pt x="9169" y="5672"/>
                  </a:cubicBezTo>
                  <a:lnTo>
                    <a:pt x="8854" y="5672"/>
                  </a:lnTo>
                  <a:cubicBezTo>
                    <a:pt x="8665" y="5672"/>
                    <a:pt x="8507" y="5829"/>
                    <a:pt x="8507" y="6018"/>
                  </a:cubicBezTo>
                  <a:cubicBezTo>
                    <a:pt x="8507" y="6207"/>
                    <a:pt x="8665" y="6365"/>
                    <a:pt x="8854" y="6365"/>
                  </a:cubicBezTo>
                  <a:lnTo>
                    <a:pt x="9169" y="6365"/>
                  </a:lnTo>
                  <a:cubicBezTo>
                    <a:pt x="9011" y="7814"/>
                    <a:pt x="7846" y="9011"/>
                    <a:pt x="6365" y="9169"/>
                  </a:cubicBezTo>
                  <a:lnTo>
                    <a:pt x="6365" y="8854"/>
                  </a:lnTo>
                  <a:cubicBezTo>
                    <a:pt x="6365" y="8665"/>
                    <a:pt x="6207" y="8507"/>
                    <a:pt x="6018" y="8507"/>
                  </a:cubicBezTo>
                  <a:cubicBezTo>
                    <a:pt x="5829" y="8507"/>
                    <a:pt x="5672" y="8665"/>
                    <a:pt x="5672" y="8854"/>
                  </a:cubicBezTo>
                  <a:lnTo>
                    <a:pt x="5672" y="9169"/>
                  </a:lnTo>
                  <a:cubicBezTo>
                    <a:pt x="4223" y="9011"/>
                    <a:pt x="3025" y="7814"/>
                    <a:pt x="2868" y="6365"/>
                  </a:cubicBezTo>
                  <a:lnTo>
                    <a:pt x="3183" y="6365"/>
                  </a:lnTo>
                  <a:cubicBezTo>
                    <a:pt x="3372" y="6365"/>
                    <a:pt x="3529" y="6207"/>
                    <a:pt x="3529" y="6018"/>
                  </a:cubicBezTo>
                  <a:cubicBezTo>
                    <a:pt x="3529" y="5829"/>
                    <a:pt x="3372" y="5672"/>
                    <a:pt x="3183" y="5672"/>
                  </a:cubicBezTo>
                  <a:lnTo>
                    <a:pt x="2868" y="5672"/>
                  </a:lnTo>
                  <a:cubicBezTo>
                    <a:pt x="3025" y="4191"/>
                    <a:pt x="4191" y="3025"/>
                    <a:pt x="5672" y="2868"/>
                  </a:cubicBezTo>
                  <a:lnTo>
                    <a:pt x="5672" y="3183"/>
                  </a:lnTo>
                  <a:cubicBezTo>
                    <a:pt x="5672" y="3372"/>
                    <a:pt x="5829" y="3529"/>
                    <a:pt x="6018" y="3529"/>
                  </a:cubicBezTo>
                  <a:cubicBezTo>
                    <a:pt x="6207" y="3529"/>
                    <a:pt x="6365" y="3372"/>
                    <a:pt x="6365" y="3183"/>
                  </a:cubicBezTo>
                  <a:lnTo>
                    <a:pt x="6365" y="2868"/>
                  </a:lnTo>
                  <a:close/>
                  <a:moveTo>
                    <a:pt x="2206" y="6365"/>
                  </a:moveTo>
                  <a:cubicBezTo>
                    <a:pt x="2364" y="8224"/>
                    <a:pt x="3845" y="9704"/>
                    <a:pt x="5703" y="9862"/>
                  </a:cubicBezTo>
                  <a:lnTo>
                    <a:pt x="5703" y="10586"/>
                  </a:lnTo>
                  <a:cubicBezTo>
                    <a:pt x="3466" y="10429"/>
                    <a:pt x="1639" y="8602"/>
                    <a:pt x="1482" y="6365"/>
                  </a:cubicBezTo>
                  <a:close/>
                  <a:moveTo>
                    <a:pt x="10618" y="6365"/>
                  </a:moveTo>
                  <a:cubicBezTo>
                    <a:pt x="10429" y="8602"/>
                    <a:pt x="8602" y="10429"/>
                    <a:pt x="6396" y="10586"/>
                  </a:cubicBezTo>
                  <a:lnTo>
                    <a:pt x="6396" y="9862"/>
                  </a:lnTo>
                  <a:cubicBezTo>
                    <a:pt x="8255" y="9704"/>
                    <a:pt x="9767" y="8224"/>
                    <a:pt x="9925" y="6365"/>
                  </a:cubicBezTo>
                  <a:close/>
                  <a:moveTo>
                    <a:pt x="6018" y="1"/>
                  </a:moveTo>
                  <a:cubicBezTo>
                    <a:pt x="5829" y="1"/>
                    <a:pt x="5672" y="158"/>
                    <a:pt x="5672" y="347"/>
                  </a:cubicBezTo>
                  <a:lnTo>
                    <a:pt x="5672" y="725"/>
                  </a:lnTo>
                  <a:cubicBezTo>
                    <a:pt x="4412" y="820"/>
                    <a:pt x="3183" y="1356"/>
                    <a:pt x="2269" y="2269"/>
                  </a:cubicBezTo>
                  <a:cubicBezTo>
                    <a:pt x="1387" y="3183"/>
                    <a:pt x="820" y="4348"/>
                    <a:pt x="757" y="5672"/>
                  </a:cubicBezTo>
                  <a:lnTo>
                    <a:pt x="347" y="5672"/>
                  </a:lnTo>
                  <a:cubicBezTo>
                    <a:pt x="158" y="5672"/>
                    <a:pt x="1" y="5829"/>
                    <a:pt x="1" y="6018"/>
                  </a:cubicBezTo>
                  <a:cubicBezTo>
                    <a:pt x="1" y="6207"/>
                    <a:pt x="158" y="6365"/>
                    <a:pt x="347" y="6365"/>
                  </a:cubicBezTo>
                  <a:lnTo>
                    <a:pt x="757" y="6365"/>
                  </a:lnTo>
                  <a:cubicBezTo>
                    <a:pt x="820" y="7625"/>
                    <a:pt x="1387" y="8854"/>
                    <a:pt x="2269" y="9767"/>
                  </a:cubicBezTo>
                  <a:cubicBezTo>
                    <a:pt x="3183" y="10649"/>
                    <a:pt x="4380" y="11217"/>
                    <a:pt x="5672" y="11280"/>
                  </a:cubicBezTo>
                  <a:lnTo>
                    <a:pt x="5672" y="11689"/>
                  </a:lnTo>
                  <a:cubicBezTo>
                    <a:pt x="5672" y="11878"/>
                    <a:pt x="5829" y="12036"/>
                    <a:pt x="6018" y="12036"/>
                  </a:cubicBezTo>
                  <a:cubicBezTo>
                    <a:pt x="6207" y="12036"/>
                    <a:pt x="6365" y="11878"/>
                    <a:pt x="6365" y="11689"/>
                  </a:cubicBezTo>
                  <a:lnTo>
                    <a:pt x="6365" y="11280"/>
                  </a:lnTo>
                  <a:cubicBezTo>
                    <a:pt x="7625" y="11217"/>
                    <a:pt x="8854" y="10649"/>
                    <a:pt x="9767" y="9767"/>
                  </a:cubicBezTo>
                  <a:cubicBezTo>
                    <a:pt x="10681" y="8854"/>
                    <a:pt x="11217" y="7656"/>
                    <a:pt x="11280" y="6365"/>
                  </a:cubicBezTo>
                  <a:lnTo>
                    <a:pt x="11689" y="6365"/>
                  </a:lnTo>
                  <a:cubicBezTo>
                    <a:pt x="11878" y="6365"/>
                    <a:pt x="12036" y="6207"/>
                    <a:pt x="12036" y="6018"/>
                  </a:cubicBezTo>
                  <a:cubicBezTo>
                    <a:pt x="12036" y="5829"/>
                    <a:pt x="11878" y="5672"/>
                    <a:pt x="11689" y="5672"/>
                  </a:cubicBezTo>
                  <a:lnTo>
                    <a:pt x="11280" y="5672"/>
                  </a:lnTo>
                  <a:cubicBezTo>
                    <a:pt x="11217" y="4411"/>
                    <a:pt x="10650" y="3183"/>
                    <a:pt x="9767" y="2269"/>
                  </a:cubicBezTo>
                  <a:cubicBezTo>
                    <a:pt x="8854" y="1356"/>
                    <a:pt x="7688" y="820"/>
                    <a:pt x="6365" y="725"/>
                  </a:cubicBezTo>
                  <a:lnTo>
                    <a:pt x="6365" y="347"/>
                  </a:lnTo>
                  <a:cubicBezTo>
                    <a:pt x="6365" y="158"/>
                    <a:pt x="6207" y="1"/>
                    <a:pt x="60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5258" name="Google Shape;15258;p85"/>
          <p:cNvSpPr/>
          <p:nvPr/>
        </p:nvSpPr>
        <p:spPr>
          <a:xfrm>
            <a:off x="3964861" y="2731511"/>
            <a:ext cx="358199" cy="359154"/>
          </a:xfrm>
          <a:custGeom>
            <a:avLst/>
            <a:gdLst/>
            <a:ahLst/>
            <a:cxnLst/>
            <a:rect l="l" t="t" r="r" b="b"/>
            <a:pathLst>
              <a:path w="12004" h="12036" extrusionOk="0">
                <a:moveTo>
                  <a:pt x="10933" y="4947"/>
                </a:moveTo>
                <a:cubicBezTo>
                  <a:pt x="11122" y="4947"/>
                  <a:pt x="11279" y="5104"/>
                  <a:pt x="11279" y="5293"/>
                </a:cubicBezTo>
                <a:lnTo>
                  <a:pt x="11279" y="5671"/>
                </a:lnTo>
                <a:lnTo>
                  <a:pt x="7782" y="5671"/>
                </a:lnTo>
                <a:lnTo>
                  <a:pt x="7782" y="5293"/>
                </a:lnTo>
                <a:cubicBezTo>
                  <a:pt x="7782" y="5104"/>
                  <a:pt x="7940" y="4947"/>
                  <a:pt x="8129" y="4947"/>
                </a:cubicBezTo>
                <a:close/>
                <a:moveTo>
                  <a:pt x="9547" y="694"/>
                </a:moveTo>
                <a:cubicBezTo>
                  <a:pt x="9736" y="694"/>
                  <a:pt x="9893" y="851"/>
                  <a:pt x="9893" y="1040"/>
                </a:cubicBezTo>
                <a:lnTo>
                  <a:pt x="9893" y="4254"/>
                </a:lnTo>
                <a:lnTo>
                  <a:pt x="8129" y="4254"/>
                </a:lnTo>
                <a:cubicBezTo>
                  <a:pt x="7530" y="4254"/>
                  <a:pt x="7058" y="4726"/>
                  <a:pt x="7058" y="5293"/>
                </a:cubicBezTo>
                <a:lnTo>
                  <a:pt x="7058" y="6365"/>
                </a:lnTo>
                <a:lnTo>
                  <a:pt x="694" y="6365"/>
                </a:lnTo>
                <a:lnTo>
                  <a:pt x="694" y="1040"/>
                </a:lnTo>
                <a:cubicBezTo>
                  <a:pt x="725" y="851"/>
                  <a:pt x="883" y="694"/>
                  <a:pt x="1072" y="694"/>
                </a:cubicBezTo>
                <a:close/>
                <a:moveTo>
                  <a:pt x="7121" y="7026"/>
                </a:moveTo>
                <a:lnTo>
                  <a:pt x="7121" y="7751"/>
                </a:lnTo>
                <a:lnTo>
                  <a:pt x="1072" y="7751"/>
                </a:lnTo>
                <a:cubicBezTo>
                  <a:pt x="883" y="7751"/>
                  <a:pt x="725" y="7593"/>
                  <a:pt x="725" y="7404"/>
                </a:cubicBezTo>
                <a:lnTo>
                  <a:pt x="725" y="7026"/>
                </a:lnTo>
                <a:close/>
                <a:moveTo>
                  <a:pt x="5703" y="8444"/>
                </a:moveTo>
                <a:lnTo>
                  <a:pt x="5703" y="9168"/>
                </a:lnTo>
                <a:lnTo>
                  <a:pt x="4947" y="9168"/>
                </a:lnTo>
                <a:lnTo>
                  <a:pt x="4947" y="8444"/>
                </a:lnTo>
                <a:close/>
                <a:moveTo>
                  <a:pt x="7089" y="8444"/>
                </a:moveTo>
                <a:lnTo>
                  <a:pt x="7089" y="9168"/>
                </a:lnTo>
                <a:lnTo>
                  <a:pt x="6365" y="9168"/>
                </a:lnTo>
                <a:lnTo>
                  <a:pt x="6365" y="8444"/>
                </a:lnTo>
                <a:close/>
                <a:moveTo>
                  <a:pt x="11279" y="6333"/>
                </a:moveTo>
                <a:lnTo>
                  <a:pt x="11279" y="9830"/>
                </a:lnTo>
                <a:lnTo>
                  <a:pt x="7782" y="9830"/>
                </a:lnTo>
                <a:lnTo>
                  <a:pt x="7782" y="6333"/>
                </a:lnTo>
                <a:close/>
                <a:moveTo>
                  <a:pt x="11279" y="10523"/>
                </a:moveTo>
                <a:lnTo>
                  <a:pt x="11279" y="10901"/>
                </a:lnTo>
                <a:cubicBezTo>
                  <a:pt x="11279" y="11090"/>
                  <a:pt x="11122" y="11248"/>
                  <a:pt x="10933" y="11248"/>
                </a:cubicBezTo>
                <a:lnTo>
                  <a:pt x="8129" y="11248"/>
                </a:lnTo>
                <a:cubicBezTo>
                  <a:pt x="7940" y="11248"/>
                  <a:pt x="7782" y="11090"/>
                  <a:pt x="7782" y="10901"/>
                </a:cubicBezTo>
                <a:lnTo>
                  <a:pt x="7782" y="10523"/>
                </a:lnTo>
                <a:close/>
                <a:moveTo>
                  <a:pt x="1040" y="1"/>
                </a:moveTo>
                <a:cubicBezTo>
                  <a:pt x="442" y="1"/>
                  <a:pt x="1" y="473"/>
                  <a:pt x="1" y="1040"/>
                </a:cubicBezTo>
                <a:lnTo>
                  <a:pt x="1" y="7436"/>
                </a:lnTo>
                <a:cubicBezTo>
                  <a:pt x="1" y="8034"/>
                  <a:pt x="442" y="8507"/>
                  <a:pt x="1040" y="8507"/>
                </a:cubicBezTo>
                <a:lnTo>
                  <a:pt x="4191" y="8507"/>
                </a:lnTo>
                <a:lnTo>
                  <a:pt x="4191" y="9200"/>
                </a:lnTo>
                <a:lnTo>
                  <a:pt x="3151" y="9200"/>
                </a:lnTo>
                <a:cubicBezTo>
                  <a:pt x="2931" y="9200"/>
                  <a:pt x="2773" y="9357"/>
                  <a:pt x="2773" y="9546"/>
                </a:cubicBezTo>
                <a:cubicBezTo>
                  <a:pt x="2773" y="9767"/>
                  <a:pt x="2931" y="9925"/>
                  <a:pt x="3151" y="9925"/>
                </a:cubicBezTo>
                <a:lnTo>
                  <a:pt x="7026" y="9925"/>
                </a:lnTo>
                <a:lnTo>
                  <a:pt x="7026" y="10964"/>
                </a:lnTo>
                <a:cubicBezTo>
                  <a:pt x="7026" y="11563"/>
                  <a:pt x="7499" y="12035"/>
                  <a:pt x="8097" y="12035"/>
                </a:cubicBezTo>
                <a:lnTo>
                  <a:pt x="10901" y="12035"/>
                </a:lnTo>
                <a:cubicBezTo>
                  <a:pt x="11468" y="12035"/>
                  <a:pt x="11941" y="11563"/>
                  <a:pt x="11941" y="10964"/>
                </a:cubicBezTo>
                <a:lnTo>
                  <a:pt x="11941" y="5356"/>
                </a:lnTo>
                <a:cubicBezTo>
                  <a:pt x="12004" y="4726"/>
                  <a:pt x="11531" y="4254"/>
                  <a:pt x="10933" y="4254"/>
                </a:cubicBezTo>
                <a:lnTo>
                  <a:pt x="10586" y="4254"/>
                </a:lnTo>
                <a:lnTo>
                  <a:pt x="10586" y="1040"/>
                </a:lnTo>
                <a:cubicBezTo>
                  <a:pt x="10586" y="473"/>
                  <a:pt x="10114" y="1"/>
                  <a:pt x="95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5259" name="Google Shape;15259;p85"/>
          <p:cNvGrpSpPr/>
          <p:nvPr/>
        </p:nvGrpSpPr>
        <p:grpSpPr>
          <a:xfrm>
            <a:off x="1293035" y="1303928"/>
            <a:ext cx="358199" cy="359154"/>
            <a:chOff x="-50154075" y="1948175"/>
            <a:chExt cx="300100" cy="300900"/>
          </a:xfrm>
        </p:grpSpPr>
        <p:sp>
          <p:nvSpPr>
            <p:cNvPr id="15260" name="Google Shape;15260;p85"/>
            <p:cNvSpPr/>
            <p:nvPr/>
          </p:nvSpPr>
          <p:spPr>
            <a:xfrm>
              <a:off x="-50154075" y="1948175"/>
              <a:ext cx="300100" cy="300900"/>
            </a:xfrm>
            <a:custGeom>
              <a:avLst/>
              <a:gdLst/>
              <a:ahLst/>
              <a:cxnLst/>
              <a:rect l="l" t="t" r="r" b="b"/>
              <a:pathLst>
                <a:path w="12004" h="12036" extrusionOk="0">
                  <a:moveTo>
                    <a:pt x="2805" y="694"/>
                  </a:moveTo>
                  <a:lnTo>
                    <a:pt x="2805" y="2805"/>
                  </a:lnTo>
                  <a:lnTo>
                    <a:pt x="662" y="2805"/>
                  </a:lnTo>
                  <a:lnTo>
                    <a:pt x="662" y="694"/>
                  </a:lnTo>
                  <a:close/>
                  <a:moveTo>
                    <a:pt x="2805" y="3466"/>
                  </a:moveTo>
                  <a:lnTo>
                    <a:pt x="2805" y="5609"/>
                  </a:lnTo>
                  <a:lnTo>
                    <a:pt x="662" y="5609"/>
                  </a:lnTo>
                  <a:lnTo>
                    <a:pt x="662" y="3466"/>
                  </a:lnTo>
                  <a:close/>
                  <a:moveTo>
                    <a:pt x="7908" y="2521"/>
                  </a:moveTo>
                  <a:lnTo>
                    <a:pt x="9421" y="4033"/>
                  </a:lnTo>
                  <a:lnTo>
                    <a:pt x="7782" y="5640"/>
                  </a:lnTo>
                  <a:lnTo>
                    <a:pt x="6302" y="4128"/>
                  </a:lnTo>
                  <a:lnTo>
                    <a:pt x="7908" y="2521"/>
                  </a:lnTo>
                  <a:close/>
                  <a:moveTo>
                    <a:pt x="5798" y="4663"/>
                  </a:moveTo>
                  <a:lnTo>
                    <a:pt x="7278" y="6144"/>
                  </a:lnTo>
                  <a:lnTo>
                    <a:pt x="5766" y="7688"/>
                  </a:lnTo>
                  <a:lnTo>
                    <a:pt x="4254" y="6207"/>
                  </a:lnTo>
                  <a:lnTo>
                    <a:pt x="5798" y="4663"/>
                  </a:lnTo>
                  <a:close/>
                  <a:moveTo>
                    <a:pt x="2805" y="6302"/>
                  </a:moveTo>
                  <a:lnTo>
                    <a:pt x="2805" y="8791"/>
                  </a:lnTo>
                  <a:cubicBezTo>
                    <a:pt x="2521" y="8570"/>
                    <a:pt x="2111" y="8444"/>
                    <a:pt x="1733" y="8444"/>
                  </a:cubicBezTo>
                  <a:cubicBezTo>
                    <a:pt x="1324" y="8444"/>
                    <a:pt x="977" y="8570"/>
                    <a:pt x="662" y="8791"/>
                  </a:cubicBezTo>
                  <a:lnTo>
                    <a:pt x="662" y="6302"/>
                  </a:lnTo>
                  <a:close/>
                  <a:moveTo>
                    <a:pt x="3750" y="6711"/>
                  </a:moveTo>
                  <a:lnTo>
                    <a:pt x="5230" y="8192"/>
                  </a:lnTo>
                  <a:lnTo>
                    <a:pt x="3498" y="9925"/>
                  </a:lnTo>
                  <a:lnTo>
                    <a:pt x="3498" y="6932"/>
                  </a:lnTo>
                  <a:lnTo>
                    <a:pt x="3750" y="6711"/>
                  </a:lnTo>
                  <a:close/>
                  <a:moveTo>
                    <a:pt x="1733" y="9137"/>
                  </a:moveTo>
                  <a:cubicBezTo>
                    <a:pt x="2332" y="9137"/>
                    <a:pt x="2805" y="9610"/>
                    <a:pt x="2805" y="10208"/>
                  </a:cubicBezTo>
                  <a:cubicBezTo>
                    <a:pt x="2805" y="10807"/>
                    <a:pt x="2332" y="11279"/>
                    <a:pt x="1733" y="11279"/>
                  </a:cubicBezTo>
                  <a:cubicBezTo>
                    <a:pt x="1135" y="11279"/>
                    <a:pt x="662" y="10807"/>
                    <a:pt x="662" y="10208"/>
                  </a:cubicBezTo>
                  <a:cubicBezTo>
                    <a:pt x="662" y="9610"/>
                    <a:pt x="1135" y="9137"/>
                    <a:pt x="1733" y="9137"/>
                  </a:cubicBezTo>
                  <a:close/>
                  <a:moveTo>
                    <a:pt x="5640" y="9137"/>
                  </a:moveTo>
                  <a:lnTo>
                    <a:pt x="5640" y="11279"/>
                  </a:lnTo>
                  <a:lnTo>
                    <a:pt x="3183" y="11279"/>
                  </a:lnTo>
                  <a:lnTo>
                    <a:pt x="5262" y="9137"/>
                  </a:lnTo>
                  <a:close/>
                  <a:moveTo>
                    <a:pt x="8412" y="9137"/>
                  </a:moveTo>
                  <a:lnTo>
                    <a:pt x="8412" y="11279"/>
                  </a:lnTo>
                  <a:lnTo>
                    <a:pt x="6333" y="11279"/>
                  </a:lnTo>
                  <a:lnTo>
                    <a:pt x="6333" y="9137"/>
                  </a:lnTo>
                  <a:close/>
                  <a:moveTo>
                    <a:pt x="11248" y="9137"/>
                  </a:moveTo>
                  <a:lnTo>
                    <a:pt x="11248" y="11279"/>
                  </a:lnTo>
                  <a:lnTo>
                    <a:pt x="9106" y="11279"/>
                  </a:lnTo>
                  <a:lnTo>
                    <a:pt x="9106" y="9137"/>
                  </a:lnTo>
                  <a:close/>
                  <a:moveTo>
                    <a:pt x="347" y="1"/>
                  </a:moveTo>
                  <a:cubicBezTo>
                    <a:pt x="158" y="1"/>
                    <a:pt x="1" y="158"/>
                    <a:pt x="1" y="379"/>
                  </a:cubicBezTo>
                  <a:lnTo>
                    <a:pt x="1" y="10240"/>
                  </a:lnTo>
                  <a:cubicBezTo>
                    <a:pt x="1" y="11248"/>
                    <a:pt x="788" y="12036"/>
                    <a:pt x="1765" y="12036"/>
                  </a:cubicBezTo>
                  <a:lnTo>
                    <a:pt x="11657" y="12036"/>
                  </a:lnTo>
                  <a:cubicBezTo>
                    <a:pt x="11846" y="12036"/>
                    <a:pt x="12004" y="11878"/>
                    <a:pt x="12004" y="11657"/>
                  </a:cubicBezTo>
                  <a:lnTo>
                    <a:pt x="12004" y="8791"/>
                  </a:lnTo>
                  <a:cubicBezTo>
                    <a:pt x="11973" y="8602"/>
                    <a:pt x="11815" y="8444"/>
                    <a:pt x="11626" y="8444"/>
                  </a:cubicBezTo>
                  <a:lnTo>
                    <a:pt x="5987" y="8444"/>
                  </a:lnTo>
                  <a:lnTo>
                    <a:pt x="10177" y="4254"/>
                  </a:lnTo>
                  <a:cubicBezTo>
                    <a:pt x="10240" y="4191"/>
                    <a:pt x="10271" y="4096"/>
                    <a:pt x="10271" y="4033"/>
                  </a:cubicBezTo>
                  <a:cubicBezTo>
                    <a:pt x="10271" y="3939"/>
                    <a:pt x="10240" y="3844"/>
                    <a:pt x="10177" y="3781"/>
                  </a:cubicBezTo>
                  <a:lnTo>
                    <a:pt x="8192" y="1828"/>
                  </a:lnTo>
                  <a:cubicBezTo>
                    <a:pt x="8129" y="1765"/>
                    <a:pt x="8042" y="1733"/>
                    <a:pt x="7952" y="1733"/>
                  </a:cubicBezTo>
                  <a:cubicBezTo>
                    <a:pt x="7861" y="1733"/>
                    <a:pt x="7767" y="1765"/>
                    <a:pt x="7688" y="1828"/>
                  </a:cubicBezTo>
                  <a:lnTo>
                    <a:pt x="3498" y="5987"/>
                  </a:lnTo>
                  <a:lnTo>
                    <a:pt x="3498" y="379"/>
                  </a:lnTo>
                  <a:cubicBezTo>
                    <a:pt x="3498" y="158"/>
                    <a:pt x="3340"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261" name="Google Shape;15261;p85"/>
            <p:cNvSpPr/>
            <p:nvPr/>
          </p:nvSpPr>
          <p:spPr>
            <a:xfrm>
              <a:off x="-50119425" y="219470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262" name="Google Shape;15262;p85"/>
          <p:cNvGrpSpPr/>
          <p:nvPr/>
        </p:nvGrpSpPr>
        <p:grpSpPr>
          <a:xfrm>
            <a:off x="1293035" y="1758885"/>
            <a:ext cx="358199" cy="358229"/>
            <a:chOff x="-50154850" y="2316775"/>
            <a:chExt cx="300100" cy="300125"/>
          </a:xfrm>
        </p:grpSpPr>
        <p:sp>
          <p:nvSpPr>
            <p:cNvPr id="15263" name="Google Shape;15263;p85"/>
            <p:cNvSpPr/>
            <p:nvPr/>
          </p:nvSpPr>
          <p:spPr>
            <a:xfrm>
              <a:off x="-50154850" y="2316775"/>
              <a:ext cx="300100" cy="300125"/>
            </a:xfrm>
            <a:custGeom>
              <a:avLst/>
              <a:gdLst/>
              <a:ahLst/>
              <a:cxnLst/>
              <a:rect l="l" t="t" r="r" b="b"/>
              <a:pathLst>
                <a:path w="12004" h="12005" extrusionOk="0">
                  <a:moveTo>
                    <a:pt x="1418" y="694"/>
                  </a:moveTo>
                  <a:lnTo>
                    <a:pt x="1418" y="1419"/>
                  </a:lnTo>
                  <a:lnTo>
                    <a:pt x="693" y="1419"/>
                  </a:lnTo>
                  <a:lnTo>
                    <a:pt x="693" y="694"/>
                  </a:lnTo>
                  <a:close/>
                  <a:moveTo>
                    <a:pt x="11279" y="694"/>
                  </a:moveTo>
                  <a:lnTo>
                    <a:pt x="11279" y="1419"/>
                  </a:lnTo>
                  <a:lnTo>
                    <a:pt x="10586" y="1419"/>
                  </a:lnTo>
                  <a:lnTo>
                    <a:pt x="10586" y="694"/>
                  </a:lnTo>
                  <a:close/>
                  <a:moveTo>
                    <a:pt x="9893" y="1419"/>
                  </a:moveTo>
                  <a:lnTo>
                    <a:pt x="9893" y="1765"/>
                  </a:lnTo>
                  <a:cubicBezTo>
                    <a:pt x="9893" y="1954"/>
                    <a:pt x="10019" y="2112"/>
                    <a:pt x="10239" y="2112"/>
                  </a:cubicBezTo>
                  <a:lnTo>
                    <a:pt x="10586" y="2112"/>
                  </a:lnTo>
                  <a:lnTo>
                    <a:pt x="10586" y="9893"/>
                  </a:lnTo>
                  <a:lnTo>
                    <a:pt x="10239" y="9893"/>
                  </a:lnTo>
                  <a:cubicBezTo>
                    <a:pt x="10019" y="9893"/>
                    <a:pt x="9893" y="10051"/>
                    <a:pt x="9893" y="10240"/>
                  </a:cubicBezTo>
                  <a:lnTo>
                    <a:pt x="9893" y="10587"/>
                  </a:lnTo>
                  <a:lnTo>
                    <a:pt x="2111" y="10587"/>
                  </a:lnTo>
                  <a:lnTo>
                    <a:pt x="2111" y="10240"/>
                  </a:lnTo>
                  <a:cubicBezTo>
                    <a:pt x="2111" y="10051"/>
                    <a:pt x="1953" y="9893"/>
                    <a:pt x="1764" y="9893"/>
                  </a:cubicBezTo>
                  <a:lnTo>
                    <a:pt x="1418" y="9893"/>
                  </a:lnTo>
                  <a:lnTo>
                    <a:pt x="1418" y="2112"/>
                  </a:lnTo>
                  <a:lnTo>
                    <a:pt x="1764" y="2112"/>
                  </a:lnTo>
                  <a:cubicBezTo>
                    <a:pt x="1953" y="2112"/>
                    <a:pt x="2111" y="1954"/>
                    <a:pt x="2111" y="1765"/>
                  </a:cubicBezTo>
                  <a:lnTo>
                    <a:pt x="2111" y="1419"/>
                  </a:lnTo>
                  <a:close/>
                  <a:moveTo>
                    <a:pt x="1418" y="10555"/>
                  </a:moveTo>
                  <a:lnTo>
                    <a:pt x="1418" y="11248"/>
                  </a:lnTo>
                  <a:lnTo>
                    <a:pt x="693" y="11248"/>
                  </a:lnTo>
                  <a:lnTo>
                    <a:pt x="693" y="10555"/>
                  </a:lnTo>
                  <a:close/>
                  <a:moveTo>
                    <a:pt x="11279" y="10555"/>
                  </a:moveTo>
                  <a:lnTo>
                    <a:pt x="11279" y="11248"/>
                  </a:lnTo>
                  <a:lnTo>
                    <a:pt x="10586" y="11248"/>
                  </a:lnTo>
                  <a:lnTo>
                    <a:pt x="10586" y="10555"/>
                  </a:lnTo>
                  <a:close/>
                  <a:moveTo>
                    <a:pt x="347" y="1"/>
                  </a:moveTo>
                  <a:cubicBezTo>
                    <a:pt x="158" y="1"/>
                    <a:pt x="0" y="158"/>
                    <a:pt x="0" y="348"/>
                  </a:cubicBezTo>
                  <a:lnTo>
                    <a:pt x="0" y="1765"/>
                  </a:lnTo>
                  <a:cubicBezTo>
                    <a:pt x="0" y="1954"/>
                    <a:pt x="158" y="2112"/>
                    <a:pt x="347" y="2112"/>
                  </a:cubicBezTo>
                  <a:lnTo>
                    <a:pt x="693" y="2112"/>
                  </a:lnTo>
                  <a:lnTo>
                    <a:pt x="693" y="9893"/>
                  </a:lnTo>
                  <a:lnTo>
                    <a:pt x="347" y="9893"/>
                  </a:lnTo>
                  <a:cubicBezTo>
                    <a:pt x="158" y="9893"/>
                    <a:pt x="0" y="10051"/>
                    <a:pt x="0" y="10240"/>
                  </a:cubicBezTo>
                  <a:lnTo>
                    <a:pt x="0" y="11658"/>
                  </a:lnTo>
                  <a:cubicBezTo>
                    <a:pt x="0" y="11847"/>
                    <a:pt x="158" y="12004"/>
                    <a:pt x="347" y="12004"/>
                  </a:cubicBezTo>
                  <a:lnTo>
                    <a:pt x="1764" y="12004"/>
                  </a:lnTo>
                  <a:cubicBezTo>
                    <a:pt x="1953" y="12004"/>
                    <a:pt x="2111" y="11847"/>
                    <a:pt x="2111" y="11658"/>
                  </a:cubicBezTo>
                  <a:lnTo>
                    <a:pt x="2111" y="11311"/>
                  </a:lnTo>
                  <a:lnTo>
                    <a:pt x="9893" y="11311"/>
                  </a:lnTo>
                  <a:lnTo>
                    <a:pt x="9893" y="11658"/>
                  </a:lnTo>
                  <a:cubicBezTo>
                    <a:pt x="9893" y="11847"/>
                    <a:pt x="10019" y="12004"/>
                    <a:pt x="10239" y="12004"/>
                  </a:cubicBezTo>
                  <a:lnTo>
                    <a:pt x="11657" y="12004"/>
                  </a:lnTo>
                  <a:cubicBezTo>
                    <a:pt x="11846" y="12004"/>
                    <a:pt x="12004" y="11847"/>
                    <a:pt x="12004" y="11658"/>
                  </a:cubicBezTo>
                  <a:lnTo>
                    <a:pt x="12004" y="10240"/>
                  </a:lnTo>
                  <a:cubicBezTo>
                    <a:pt x="12004" y="10051"/>
                    <a:pt x="11846" y="9893"/>
                    <a:pt x="11657" y="9893"/>
                  </a:cubicBezTo>
                  <a:lnTo>
                    <a:pt x="11310" y="9893"/>
                  </a:lnTo>
                  <a:lnTo>
                    <a:pt x="11310" y="2112"/>
                  </a:lnTo>
                  <a:lnTo>
                    <a:pt x="11657" y="2112"/>
                  </a:lnTo>
                  <a:lnTo>
                    <a:pt x="11657" y="2080"/>
                  </a:lnTo>
                  <a:cubicBezTo>
                    <a:pt x="11846" y="2080"/>
                    <a:pt x="12004" y="1923"/>
                    <a:pt x="12004" y="1734"/>
                  </a:cubicBezTo>
                  <a:lnTo>
                    <a:pt x="12004" y="348"/>
                  </a:lnTo>
                  <a:cubicBezTo>
                    <a:pt x="12004" y="158"/>
                    <a:pt x="11846" y="1"/>
                    <a:pt x="11657" y="1"/>
                  </a:cubicBezTo>
                  <a:lnTo>
                    <a:pt x="10239" y="1"/>
                  </a:lnTo>
                  <a:cubicBezTo>
                    <a:pt x="10019" y="1"/>
                    <a:pt x="9893" y="158"/>
                    <a:pt x="9893" y="348"/>
                  </a:cubicBezTo>
                  <a:lnTo>
                    <a:pt x="9893" y="694"/>
                  </a:lnTo>
                  <a:lnTo>
                    <a:pt x="2111" y="694"/>
                  </a:lnTo>
                  <a:lnTo>
                    <a:pt x="2111" y="348"/>
                  </a:lnTo>
                  <a:cubicBezTo>
                    <a:pt x="2111" y="158"/>
                    <a:pt x="1953" y="1"/>
                    <a:pt x="17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264" name="Google Shape;15264;p85"/>
            <p:cNvSpPr/>
            <p:nvPr/>
          </p:nvSpPr>
          <p:spPr>
            <a:xfrm>
              <a:off x="-50083975" y="2368775"/>
              <a:ext cx="158325" cy="193775"/>
            </a:xfrm>
            <a:custGeom>
              <a:avLst/>
              <a:gdLst/>
              <a:ahLst/>
              <a:cxnLst/>
              <a:rect l="l" t="t" r="r" b="b"/>
              <a:pathLst>
                <a:path w="6333" h="7751" extrusionOk="0">
                  <a:moveTo>
                    <a:pt x="5577" y="693"/>
                  </a:moveTo>
                  <a:lnTo>
                    <a:pt x="5577" y="1567"/>
                  </a:lnTo>
                  <a:lnTo>
                    <a:pt x="5577" y="1567"/>
                  </a:lnTo>
                  <a:cubicBezTo>
                    <a:pt x="5492" y="1468"/>
                    <a:pt x="5402" y="1418"/>
                    <a:pt x="5262" y="1418"/>
                  </a:cubicBezTo>
                  <a:lnTo>
                    <a:pt x="3844" y="1418"/>
                  </a:lnTo>
                  <a:cubicBezTo>
                    <a:pt x="3655" y="1418"/>
                    <a:pt x="3498" y="1576"/>
                    <a:pt x="3498" y="1765"/>
                  </a:cubicBezTo>
                  <a:lnTo>
                    <a:pt x="3498" y="6742"/>
                  </a:lnTo>
                  <a:cubicBezTo>
                    <a:pt x="3498" y="6900"/>
                    <a:pt x="3624" y="6963"/>
                    <a:pt x="3687" y="7089"/>
                  </a:cubicBezTo>
                  <a:lnTo>
                    <a:pt x="2584" y="7089"/>
                  </a:lnTo>
                  <a:cubicBezTo>
                    <a:pt x="2710" y="6963"/>
                    <a:pt x="2773" y="6900"/>
                    <a:pt x="2773" y="6742"/>
                  </a:cubicBezTo>
                  <a:lnTo>
                    <a:pt x="2773" y="1765"/>
                  </a:lnTo>
                  <a:cubicBezTo>
                    <a:pt x="2773" y="1576"/>
                    <a:pt x="2647" y="1418"/>
                    <a:pt x="2426" y="1418"/>
                  </a:cubicBezTo>
                  <a:lnTo>
                    <a:pt x="1009" y="1418"/>
                  </a:lnTo>
                  <a:cubicBezTo>
                    <a:pt x="851" y="1418"/>
                    <a:pt x="788" y="1544"/>
                    <a:pt x="662" y="1607"/>
                  </a:cubicBezTo>
                  <a:lnTo>
                    <a:pt x="662" y="693"/>
                  </a:lnTo>
                  <a:close/>
                  <a:moveTo>
                    <a:pt x="347" y="0"/>
                  </a:moveTo>
                  <a:cubicBezTo>
                    <a:pt x="158" y="0"/>
                    <a:pt x="1" y="158"/>
                    <a:pt x="1" y="347"/>
                  </a:cubicBezTo>
                  <a:lnTo>
                    <a:pt x="1" y="2489"/>
                  </a:lnTo>
                  <a:cubicBezTo>
                    <a:pt x="1" y="2696"/>
                    <a:pt x="163" y="2835"/>
                    <a:pt x="328" y="2835"/>
                  </a:cubicBezTo>
                  <a:cubicBezTo>
                    <a:pt x="415" y="2835"/>
                    <a:pt x="503" y="2796"/>
                    <a:pt x="568" y="2710"/>
                  </a:cubicBezTo>
                  <a:lnTo>
                    <a:pt x="1166" y="2143"/>
                  </a:lnTo>
                  <a:lnTo>
                    <a:pt x="2080" y="2143"/>
                  </a:lnTo>
                  <a:lnTo>
                    <a:pt x="2080" y="6585"/>
                  </a:lnTo>
                  <a:lnTo>
                    <a:pt x="1481" y="7183"/>
                  </a:lnTo>
                  <a:cubicBezTo>
                    <a:pt x="1261" y="7404"/>
                    <a:pt x="1418" y="7750"/>
                    <a:pt x="1733" y="7750"/>
                  </a:cubicBezTo>
                  <a:lnTo>
                    <a:pt x="4537" y="7750"/>
                  </a:lnTo>
                  <a:cubicBezTo>
                    <a:pt x="4852" y="7750"/>
                    <a:pt x="5010" y="7372"/>
                    <a:pt x="4758" y="7183"/>
                  </a:cubicBezTo>
                  <a:lnTo>
                    <a:pt x="4159" y="6585"/>
                  </a:lnTo>
                  <a:lnTo>
                    <a:pt x="4159" y="2143"/>
                  </a:lnTo>
                  <a:lnTo>
                    <a:pt x="5073" y="2143"/>
                  </a:lnTo>
                  <a:lnTo>
                    <a:pt x="5671" y="2710"/>
                  </a:lnTo>
                  <a:cubicBezTo>
                    <a:pt x="5747" y="2796"/>
                    <a:pt x="5842" y="2835"/>
                    <a:pt x="5933" y="2835"/>
                  </a:cubicBezTo>
                  <a:cubicBezTo>
                    <a:pt x="6107" y="2835"/>
                    <a:pt x="6270" y="2696"/>
                    <a:pt x="6270" y="2489"/>
                  </a:cubicBezTo>
                  <a:lnTo>
                    <a:pt x="6270" y="347"/>
                  </a:lnTo>
                  <a:cubicBezTo>
                    <a:pt x="6333" y="158"/>
                    <a:pt x="6176" y="0"/>
                    <a:pt x="59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265" name="Google Shape;15265;p85"/>
          <p:cNvGrpSpPr/>
          <p:nvPr/>
        </p:nvGrpSpPr>
        <p:grpSpPr>
          <a:xfrm>
            <a:off x="1288813" y="2205896"/>
            <a:ext cx="366644" cy="356558"/>
            <a:chOff x="-50158000" y="2685000"/>
            <a:chExt cx="307175" cy="298725"/>
          </a:xfrm>
        </p:grpSpPr>
        <p:sp>
          <p:nvSpPr>
            <p:cNvPr id="15266" name="Google Shape;15266;p85"/>
            <p:cNvSpPr/>
            <p:nvPr/>
          </p:nvSpPr>
          <p:spPr>
            <a:xfrm>
              <a:off x="-50158000" y="2685000"/>
              <a:ext cx="307175" cy="298725"/>
            </a:xfrm>
            <a:custGeom>
              <a:avLst/>
              <a:gdLst/>
              <a:ahLst/>
              <a:cxnLst/>
              <a:rect l="l" t="t" r="r" b="b"/>
              <a:pathLst>
                <a:path w="12287" h="11949" extrusionOk="0">
                  <a:moveTo>
                    <a:pt x="8054" y="717"/>
                  </a:moveTo>
                  <a:cubicBezTo>
                    <a:pt x="8325" y="717"/>
                    <a:pt x="8601" y="820"/>
                    <a:pt x="8821" y="1024"/>
                  </a:cubicBezTo>
                  <a:lnTo>
                    <a:pt x="11090" y="3293"/>
                  </a:lnTo>
                  <a:cubicBezTo>
                    <a:pt x="11531" y="3702"/>
                    <a:pt x="11531" y="4364"/>
                    <a:pt x="11090" y="4805"/>
                  </a:cubicBezTo>
                  <a:lnTo>
                    <a:pt x="10302" y="5593"/>
                  </a:lnTo>
                  <a:lnTo>
                    <a:pt x="6522" y="1812"/>
                  </a:lnTo>
                  <a:lnTo>
                    <a:pt x="7309" y="1024"/>
                  </a:lnTo>
                  <a:cubicBezTo>
                    <a:pt x="7514" y="820"/>
                    <a:pt x="7782" y="717"/>
                    <a:pt x="8054" y="717"/>
                  </a:cubicBezTo>
                  <a:close/>
                  <a:moveTo>
                    <a:pt x="6018" y="2285"/>
                  </a:moveTo>
                  <a:lnTo>
                    <a:pt x="9798" y="6065"/>
                  </a:lnTo>
                  <a:lnTo>
                    <a:pt x="6144" y="9720"/>
                  </a:lnTo>
                  <a:lnTo>
                    <a:pt x="2363" y="5939"/>
                  </a:lnTo>
                  <a:lnTo>
                    <a:pt x="6018" y="2285"/>
                  </a:lnTo>
                  <a:close/>
                  <a:moveTo>
                    <a:pt x="1890" y="6443"/>
                  </a:moveTo>
                  <a:lnTo>
                    <a:pt x="5671" y="10224"/>
                  </a:lnTo>
                  <a:lnTo>
                    <a:pt x="4915" y="10980"/>
                  </a:lnTo>
                  <a:cubicBezTo>
                    <a:pt x="4726" y="11185"/>
                    <a:pt x="4458" y="11287"/>
                    <a:pt x="4186" y="11287"/>
                  </a:cubicBezTo>
                  <a:cubicBezTo>
                    <a:pt x="3915" y="11287"/>
                    <a:pt x="3639" y="11185"/>
                    <a:pt x="3434" y="10980"/>
                  </a:cubicBezTo>
                  <a:lnTo>
                    <a:pt x="1134" y="8712"/>
                  </a:lnTo>
                  <a:cubicBezTo>
                    <a:pt x="756" y="8302"/>
                    <a:pt x="756" y="7640"/>
                    <a:pt x="1134" y="7199"/>
                  </a:cubicBezTo>
                  <a:lnTo>
                    <a:pt x="1890" y="6443"/>
                  </a:lnTo>
                  <a:close/>
                  <a:moveTo>
                    <a:pt x="8093" y="0"/>
                  </a:moveTo>
                  <a:cubicBezTo>
                    <a:pt x="7640" y="0"/>
                    <a:pt x="7183" y="174"/>
                    <a:pt x="6837" y="520"/>
                  </a:cubicBezTo>
                  <a:lnTo>
                    <a:pt x="662" y="6695"/>
                  </a:lnTo>
                  <a:cubicBezTo>
                    <a:pt x="0" y="7357"/>
                    <a:pt x="0" y="8491"/>
                    <a:pt x="662" y="9184"/>
                  </a:cubicBezTo>
                  <a:lnTo>
                    <a:pt x="2962" y="11452"/>
                  </a:lnTo>
                  <a:cubicBezTo>
                    <a:pt x="3292" y="11783"/>
                    <a:pt x="3741" y="11949"/>
                    <a:pt x="4190" y="11949"/>
                  </a:cubicBezTo>
                  <a:cubicBezTo>
                    <a:pt x="4639" y="11949"/>
                    <a:pt x="5088" y="11783"/>
                    <a:pt x="5419" y="11452"/>
                  </a:cubicBezTo>
                  <a:lnTo>
                    <a:pt x="11625" y="5278"/>
                  </a:lnTo>
                  <a:cubicBezTo>
                    <a:pt x="12287" y="4616"/>
                    <a:pt x="12287" y="3513"/>
                    <a:pt x="11625" y="2789"/>
                  </a:cubicBezTo>
                  <a:lnTo>
                    <a:pt x="9326" y="520"/>
                  </a:lnTo>
                  <a:cubicBezTo>
                    <a:pt x="8995" y="174"/>
                    <a:pt x="8546" y="0"/>
                    <a:pt x="80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267" name="Google Shape;15267;p85"/>
            <p:cNvSpPr/>
            <p:nvPr/>
          </p:nvSpPr>
          <p:spPr>
            <a:xfrm>
              <a:off x="-50058775" y="2838200"/>
              <a:ext cx="51225" cy="49625"/>
            </a:xfrm>
            <a:custGeom>
              <a:avLst/>
              <a:gdLst/>
              <a:ahLst/>
              <a:cxnLst/>
              <a:rect l="l" t="t" r="r" b="b"/>
              <a:pathLst>
                <a:path w="2049" h="1985" extrusionOk="0">
                  <a:moveTo>
                    <a:pt x="391" y="0"/>
                  </a:moveTo>
                  <a:cubicBezTo>
                    <a:pt x="300" y="0"/>
                    <a:pt x="206" y="32"/>
                    <a:pt x="127" y="95"/>
                  </a:cubicBezTo>
                  <a:cubicBezTo>
                    <a:pt x="1" y="221"/>
                    <a:pt x="1" y="441"/>
                    <a:pt x="127" y="599"/>
                  </a:cubicBezTo>
                  <a:lnTo>
                    <a:pt x="1418" y="1890"/>
                  </a:lnTo>
                  <a:cubicBezTo>
                    <a:pt x="1481" y="1953"/>
                    <a:pt x="1568" y="1985"/>
                    <a:pt x="1659" y="1985"/>
                  </a:cubicBezTo>
                  <a:cubicBezTo>
                    <a:pt x="1749" y="1985"/>
                    <a:pt x="1844" y="1953"/>
                    <a:pt x="1923" y="1890"/>
                  </a:cubicBezTo>
                  <a:cubicBezTo>
                    <a:pt x="2049" y="1733"/>
                    <a:pt x="2049" y="1512"/>
                    <a:pt x="1923" y="1386"/>
                  </a:cubicBezTo>
                  <a:lnTo>
                    <a:pt x="631" y="95"/>
                  </a:lnTo>
                  <a:cubicBezTo>
                    <a:pt x="568" y="32"/>
                    <a:pt x="481" y="0"/>
                    <a:pt x="3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268" name="Google Shape;15268;p85"/>
          <p:cNvGrpSpPr/>
          <p:nvPr/>
        </p:nvGrpSpPr>
        <p:grpSpPr>
          <a:xfrm>
            <a:off x="3070499" y="1788993"/>
            <a:ext cx="359154" cy="361004"/>
            <a:chOff x="-48634750" y="2342000"/>
            <a:chExt cx="300900" cy="302450"/>
          </a:xfrm>
        </p:grpSpPr>
        <p:sp>
          <p:nvSpPr>
            <p:cNvPr id="15269" name="Google Shape;15269;p85"/>
            <p:cNvSpPr/>
            <p:nvPr/>
          </p:nvSpPr>
          <p:spPr>
            <a:xfrm>
              <a:off x="-48545750" y="2342000"/>
              <a:ext cx="211900" cy="300875"/>
            </a:xfrm>
            <a:custGeom>
              <a:avLst/>
              <a:gdLst/>
              <a:ahLst/>
              <a:cxnLst/>
              <a:rect l="l" t="t" r="r" b="b"/>
              <a:pathLst>
                <a:path w="8476" h="12035" extrusionOk="0">
                  <a:moveTo>
                    <a:pt x="6711" y="725"/>
                  </a:moveTo>
                  <a:cubicBezTo>
                    <a:pt x="7310" y="725"/>
                    <a:pt x="7782" y="1197"/>
                    <a:pt x="7782" y="1764"/>
                  </a:cubicBezTo>
                  <a:lnTo>
                    <a:pt x="7782" y="10239"/>
                  </a:lnTo>
                  <a:cubicBezTo>
                    <a:pt x="7782" y="10838"/>
                    <a:pt x="7310" y="11310"/>
                    <a:pt x="6711" y="11310"/>
                  </a:cubicBezTo>
                  <a:lnTo>
                    <a:pt x="1797" y="11310"/>
                  </a:lnTo>
                  <a:cubicBezTo>
                    <a:pt x="1198" y="11310"/>
                    <a:pt x="725" y="10838"/>
                    <a:pt x="725" y="10239"/>
                  </a:cubicBezTo>
                  <a:lnTo>
                    <a:pt x="725" y="1764"/>
                  </a:lnTo>
                  <a:cubicBezTo>
                    <a:pt x="725" y="1197"/>
                    <a:pt x="1198" y="725"/>
                    <a:pt x="1797" y="725"/>
                  </a:cubicBezTo>
                  <a:close/>
                  <a:moveTo>
                    <a:pt x="1797" y="0"/>
                  </a:moveTo>
                  <a:cubicBezTo>
                    <a:pt x="788" y="0"/>
                    <a:pt x="1" y="788"/>
                    <a:pt x="1" y="1764"/>
                  </a:cubicBezTo>
                  <a:lnTo>
                    <a:pt x="1" y="10239"/>
                  </a:lnTo>
                  <a:cubicBezTo>
                    <a:pt x="1" y="11247"/>
                    <a:pt x="788" y="12035"/>
                    <a:pt x="1797" y="12035"/>
                  </a:cubicBezTo>
                  <a:lnTo>
                    <a:pt x="6711" y="12035"/>
                  </a:lnTo>
                  <a:cubicBezTo>
                    <a:pt x="7688" y="12035"/>
                    <a:pt x="8476" y="11247"/>
                    <a:pt x="8476" y="10239"/>
                  </a:cubicBezTo>
                  <a:lnTo>
                    <a:pt x="8476" y="1764"/>
                  </a:lnTo>
                  <a:cubicBezTo>
                    <a:pt x="8476" y="788"/>
                    <a:pt x="7688" y="0"/>
                    <a:pt x="67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270" name="Google Shape;15270;p85"/>
            <p:cNvSpPr/>
            <p:nvPr/>
          </p:nvSpPr>
          <p:spPr>
            <a:xfrm>
              <a:off x="-48509525" y="2395550"/>
              <a:ext cx="52800" cy="52800"/>
            </a:xfrm>
            <a:custGeom>
              <a:avLst/>
              <a:gdLst/>
              <a:ahLst/>
              <a:cxnLst/>
              <a:rect l="l" t="t" r="r" b="b"/>
              <a:pathLst>
                <a:path w="2112" h="2112" extrusionOk="0">
                  <a:moveTo>
                    <a:pt x="1041" y="694"/>
                  </a:moveTo>
                  <a:cubicBezTo>
                    <a:pt x="1230" y="694"/>
                    <a:pt x="1387" y="851"/>
                    <a:pt x="1387" y="1040"/>
                  </a:cubicBezTo>
                  <a:cubicBezTo>
                    <a:pt x="1387" y="1261"/>
                    <a:pt x="1230" y="1418"/>
                    <a:pt x="1041" y="1418"/>
                  </a:cubicBezTo>
                  <a:cubicBezTo>
                    <a:pt x="852" y="1418"/>
                    <a:pt x="694" y="1261"/>
                    <a:pt x="694" y="1040"/>
                  </a:cubicBezTo>
                  <a:cubicBezTo>
                    <a:pt x="694" y="851"/>
                    <a:pt x="852" y="694"/>
                    <a:pt x="1041" y="694"/>
                  </a:cubicBezTo>
                  <a:close/>
                  <a:moveTo>
                    <a:pt x="1041" y="0"/>
                  </a:moveTo>
                  <a:cubicBezTo>
                    <a:pt x="442" y="0"/>
                    <a:pt x="1" y="473"/>
                    <a:pt x="1" y="1040"/>
                  </a:cubicBezTo>
                  <a:cubicBezTo>
                    <a:pt x="1" y="1639"/>
                    <a:pt x="442" y="2111"/>
                    <a:pt x="1041" y="2111"/>
                  </a:cubicBezTo>
                  <a:cubicBezTo>
                    <a:pt x="1639" y="2111"/>
                    <a:pt x="2112" y="1639"/>
                    <a:pt x="2112" y="1040"/>
                  </a:cubicBezTo>
                  <a:cubicBezTo>
                    <a:pt x="2112" y="473"/>
                    <a:pt x="1639" y="0"/>
                    <a:pt x="10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271" name="Google Shape;15271;p85"/>
            <p:cNvSpPr/>
            <p:nvPr/>
          </p:nvSpPr>
          <p:spPr>
            <a:xfrm>
              <a:off x="-48509525" y="2466425"/>
              <a:ext cx="52800" cy="52800"/>
            </a:xfrm>
            <a:custGeom>
              <a:avLst/>
              <a:gdLst/>
              <a:ahLst/>
              <a:cxnLst/>
              <a:rect l="l" t="t" r="r" b="b"/>
              <a:pathLst>
                <a:path w="2112" h="2112" extrusionOk="0">
                  <a:moveTo>
                    <a:pt x="1041" y="694"/>
                  </a:moveTo>
                  <a:cubicBezTo>
                    <a:pt x="1230" y="694"/>
                    <a:pt x="1387" y="851"/>
                    <a:pt x="1387" y="1072"/>
                  </a:cubicBezTo>
                  <a:cubicBezTo>
                    <a:pt x="1387" y="1261"/>
                    <a:pt x="1230" y="1419"/>
                    <a:pt x="1041" y="1419"/>
                  </a:cubicBezTo>
                  <a:cubicBezTo>
                    <a:pt x="852" y="1419"/>
                    <a:pt x="694" y="1261"/>
                    <a:pt x="694" y="1072"/>
                  </a:cubicBezTo>
                  <a:cubicBezTo>
                    <a:pt x="694" y="851"/>
                    <a:pt x="852" y="694"/>
                    <a:pt x="1041" y="694"/>
                  </a:cubicBezTo>
                  <a:close/>
                  <a:moveTo>
                    <a:pt x="1041" y="1"/>
                  </a:moveTo>
                  <a:cubicBezTo>
                    <a:pt x="442" y="1"/>
                    <a:pt x="1" y="473"/>
                    <a:pt x="1" y="1072"/>
                  </a:cubicBezTo>
                  <a:cubicBezTo>
                    <a:pt x="1" y="1639"/>
                    <a:pt x="442" y="2112"/>
                    <a:pt x="1041" y="2112"/>
                  </a:cubicBezTo>
                  <a:cubicBezTo>
                    <a:pt x="1639" y="2112"/>
                    <a:pt x="2112" y="1639"/>
                    <a:pt x="2112" y="1072"/>
                  </a:cubicBezTo>
                  <a:cubicBezTo>
                    <a:pt x="2112" y="473"/>
                    <a:pt x="1639" y="1"/>
                    <a:pt x="10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272" name="Google Shape;15272;p85"/>
            <p:cNvSpPr/>
            <p:nvPr/>
          </p:nvSpPr>
          <p:spPr>
            <a:xfrm>
              <a:off x="-48509525" y="2537325"/>
              <a:ext cx="52800" cy="52800"/>
            </a:xfrm>
            <a:custGeom>
              <a:avLst/>
              <a:gdLst/>
              <a:ahLst/>
              <a:cxnLst/>
              <a:rect l="l" t="t" r="r" b="b"/>
              <a:pathLst>
                <a:path w="2112" h="2112" extrusionOk="0">
                  <a:moveTo>
                    <a:pt x="1041" y="693"/>
                  </a:moveTo>
                  <a:cubicBezTo>
                    <a:pt x="1230" y="693"/>
                    <a:pt x="1387" y="851"/>
                    <a:pt x="1387" y="1071"/>
                  </a:cubicBezTo>
                  <a:cubicBezTo>
                    <a:pt x="1387" y="1260"/>
                    <a:pt x="1230" y="1418"/>
                    <a:pt x="1041" y="1418"/>
                  </a:cubicBezTo>
                  <a:cubicBezTo>
                    <a:pt x="852" y="1418"/>
                    <a:pt x="694" y="1260"/>
                    <a:pt x="694" y="1071"/>
                  </a:cubicBezTo>
                  <a:cubicBezTo>
                    <a:pt x="694" y="851"/>
                    <a:pt x="852" y="693"/>
                    <a:pt x="1041" y="693"/>
                  </a:cubicBezTo>
                  <a:close/>
                  <a:moveTo>
                    <a:pt x="1041" y="0"/>
                  </a:moveTo>
                  <a:cubicBezTo>
                    <a:pt x="442" y="0"/>
                    <a:pt x="1" y="473"/>
                    <a:pt x="1" y="1071"/>
                  </a:cubicBezTo>
                  <a:cubicBezTo>
                    <a:pt x="1" y="1639"/>
                    <a:pt x="442" y="2111"/>
                    <a:pt x="1041" y="2111"/>
                  </a:cubicBezTo>
                  <a:cubicBezTo>
                    <a:pt x="1639" y="2111"/>
                    <a:pt x="2112" y="1639"/>
                    <a:pt x="2112" y="1071"/>
                  </a:cubicBezTo>
                  <a:cubicBezTo>
                    <a:pt x="2112" y="473"/>
                    <a:pt x="1639" y="0"/>
                    <a:pt x="10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273" name="Google Shape;15273;p85"/>
            <p:cNvSpPr/>
            <p:nvPr/>
          </p:nvSpPr>
          <p:spPr>
            <a:xfrm>
              <a:off x="-48421300" y="2395550"/>
              <a:ext cx="52800" cy="52800"/>
            </a:xfrm>
            <a:custGeom>
              <a:avLst/>
              <a:gdLst/>
              <a:ahLst/>
              <a:cxnLst/>
              <a:rect l="l" t="t" r="r" b="b"/>
              <a:pathLst>
                <a:path w="2112" h="2112" extrusionOk="0">
                  <a:moveTo>
                    <a:pt x="1072" y="694"/>
                  </a:moveTo>
                  <a:cubicBezTo>
                    <a:pt x="1261" y="694"/>
                    <a:pt x="1418" y="851"/>
                    <a:pt x="1418" y="1040"/>
                  </a:cubicBezTo>
                  <a:cubicBezTo>
                    <a:pt x="1387" y="1261"/>
                    <a:pt x="1229" y="1418"/>
                    <a:pt x="1072" y="1418"/>
                  </a:cubicBezTo>
                  <a:cubicBezTo>
                    <a:pt x="851" y="1418"/>
                    <a:pt x="725" y="1261"/>
                    <a:pt x="725" y="1040"/>
                  </a:cubicBezTo>
                  <a:cubicBezTo>
                    <a:pt x="725" y="851"/>
                    <a:pt x="851" y="694"/>
                    <a:pt x="1072" y="694"/>
                  </a:cubicBezTo>
                  <a:close/>
                  <a:moveTo>
                    <a:pt x="1072" y="0"/>
                  </a:moveTo>
                  <a:cubicBezTo>
                    <a:pt x="473" y="0"/>
                    <a:pt x="1" y="473"/>
                    <a:pt x="1" y="1040"/>
                  </a:cubicBezTo>
                  <a:cubicBezTo>
                    <a:pt x="1" y="1639"/>
                    <a:pt x="473" y="2111"/>
                    <a:pt x="1072" y="2111"/>
                  </a:cubicBezTo>
                  <a:cubicBezTo>
                    <a:pt x="1639" y="2111"/>
                    <a:pt x="2111" y="1639"/>
                    <a:pt x="2111" y="1040"/>
                  </a:cubicBezTo>
                  <a:cubicBezTo>
                    <a:pt x="2080" y="473"/>
                    <a:pt x="1607"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274" name="Google Shape;15274;p85"/>
            <p:cNvSpPr/>
            <p:nvPr/>
          </p:nvSpPr>
          <p:spPr>
            <a:xfrm>
              <a:off x="-48421300" y="2466425"/>
              <a:ext cx="52800" cy="52800"/>
            </a:xfrm>
            <a:custGeom>
              <a:avLst/>
              <a:gdLst/>
              <a:ahLst/>
              <a:cxnLst/>
              <a:rect l="l" t="t" r="r" b="b"/>
              <a:pathLst>
                <a:path w="2112" h="2112" extrusionOk="0">
                  <a:moveTo>
                    <a:pt x="1072" y="694"/>
                  </a:moveTo>
                  <a:cubicBezTo>
                    <a:pt x="1261" y="694"/>
                    <a:pt x="1418" y="851"/>
                    <a:pt x="1418" y="1072"/>
                  </a:cubicBezTo>
                  <a:cubicBezTo>
                    <a:pt x="1387" y="1261"/>
                    <a:pt x="1229" y="1419"/>
                    <a:pt x="1072" y="1419"/>
                  </a:cubicBezTo>
                  <a:cubicBezTo>
                    <a:pt x="851" y="1419"/>
                    <a:pt x="725" y="1261"/>
                    <a:pt x="725" y="1072"/>
                  </a:cubicBezTo>
                  <a:cubicBezTo>
                    <a:pt x="725" y="851"/>
                    <a:pt x="851" y="694"/>
                    <a:pt x="1072" y="694"/>
                  </a:cubicBezTo>
                  <a:close/>
                  <a:moveTo>
                    <a:pt x="1072" y="1"/>
                  </a:moveTo>
                  <a:cubicBezTo>
                    <a:pt x="473" y="1"/>
                    <a:pt x="1" y="473"/>
                    <a:pt x="1" y="1072"/>
                  </a:cubicBezTo>
                  <a:cubicBezTo>
                    <a:pt x="1" y="1639"/>
                    <a:pt x="473" y="2112"/>
                    <a:pt x="1072" y="2112"/>
                  </a:cubicBezTo>
                  <a:cubicBezTo>
                    <a:pt x="1639" y="2112"/>
                    <a:pt x="2111" y="1639"/>
                    <a:pt x="2111" y="1072"/>
                  </a:cubicBezTo>
                  <a:cubicBezTo>
                    <a:pt x="2080" y="473"/>
                    <a:pt x="1607"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275" name="Google Shape;15275;p85"/>
            <p:cNvSpPr/>
            <p:nvPr/>
          </p:nvSpPr>
          <p:spPr>
            <a:xfrm>
              <a:off x="-48421300" y="2537325"/>
              <a:ext cx="52800" cy="52800"/>
            </a:xfrm>
            <a:custGeom>
              <a:avLst/>
              <a:gdLst/>
              <a:ahLst/>
              <a:cxnLst/>
              <a:rect l="l" t="t" r="r" b="b"/>
              <a:pathLst>
                <a:path w="2112" h="2112" extrusionOk="0">
                  <a:moveTo>
                    <a:pt x="1072" y="693"/>
                  </a:moveTo>
                  <a:cubicBezTo>
                    <a:pt x="1261" y="693"/>
                    <a:pt x="1418" y="851"/>
                    <a:pt x="1418" y="1071"/>
                  </a:cubicBezTo>
                  <a:cubicBezTo>
                    <a:pt x="1418" y="1260"/>
                    <a:pt x="1229" y="1418"/>
                    <a:pt x="1072" y="1418"/>
                  </a:cubicBezTo>
                  <a:cubicBezTo>
                    <a:pt x="851" y="1418"/>
                    <a:pt x="725" y="1260"/>
                    <a:pt x="725" y="1071"/>
                  </a:cubicBezTo>
                  <a:cubicBezTo>
                    <a:pt x="725" y="851"/>
                    <a:pt x="851" y="693"/>
                    <a:pt x="1072" y="693"/>
                  </a:cubicBezTo>
                  <a:close/>
                  <a:moveTo>
                    <a:pt x="1072" y="0"/>
                  </a:moveTo>
                  <a:cubicBezTo>
                    <a:pt x="473" y="0"/>
                    <a:pt x="1" y="473"/>
                    <a:pt x="1" y="1071"/>
                  </a:cubicBezTo>
                  <a:cubicBezTo>
                    <a:pt x="1" y="1639"/>
                    <a:pt x="473" y="2111"/>
                    <a:pt x="1072" y="2111"/>
                  </a:cubicBezTo>
                  <a:cubicBezTo>
                    <a:pt x="1639" y="2111"/>
                    <a:pt x="2111" y="1639"/>
                    <a:pt x="2111" y="1071"/>
                  </a:cubicBezTo>
                  <a:cubicBezTo>
                    <a:pt x="2080" y="473"/>
                    <a:pt x="1607"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276" name="Google Shape;15276;p85"/>
            <p:cNvSpPr/>
            <p:nvPr/>
          </p:nvSpPr>
          <p:spPr>
            <a:xfrm>
              <a:off x="-48634750" y="2342775"/>
              <a:ext cx="71700" cy="301675"/>
            </a:xfrm>
            <a:custGeom>
              <a:avLst/>
              <a:gdLst/>
              <a:ahLst/>
              <a:cxnLst/>
              <a:rect l="l" t="t" r="r" b="b"/>
              <a:pathLst>
                <a:path w="2868" h="12067" extrusionOk="0">
                  <a:moveTo>
                    <a:pt x="1891" y="725"/>
                  </a:moveTo>
                  <a:lnTo>
                    <a:pt x="1891" y="725"/>
                  </a:lnTo>
                  <a:cubicBezTo>
                    <a:pt x="1828" y="851"/>
                    <a:pt x="1796" y="946"/>
                    <a:pt x="1796" y="1072"/>
                  </a:cubicBezTo>
                  <a:cubicBezTo>
                    <a:pt x="1765" y="1450"/>
                    <a:pt x="1859" y="1796"/>
                    <a:pt x="2112" y="2143"/>
                  </a:cubicBezTo>
                  <a:cubicBezTo>
                    <a:pt x="2175" y="2174"/>
                    <a:pt x="2206" y="2269"/>
                    <a:pt x="2175" y="2332"/>
                  </a:cubicBezTo>
                  <a:cubicBezTo>
                    <a:pt x="2049" y="2616"/>
                    <a:pt x="1796" y="2805"/>
                    <a:pt x="1481" y="2805"/>
                  </a:cubicBezTo>
                  <a:cubicBezTo>
                    <a:pt x="1103" y="2805"/>
                    <a:pt x="788" y="2489"/>
                    <a:pt x="788" y="2111"/>
                  </a:cubicBezTo>
                  <a:cubicBezTo>
                    <a:pt x="725" y="1702"/>
                    <a:pt x="883" y="1355"/>
                    <a:pt x="1166" y="1135"/>
                  </a:cubicBezTo>
                  <a:cubicBezTo>
                    <a:pt x="1418" y="883"/>
                    <a:pt x="1607" y="788"/>
                    <a:pt x="1891" y="725"/>
                  </a:cubicBezTo>
                  <a:close/>
                  <a:moveTo>
                    <a:pt x="1481" y="3529"/>
                  </a:moveTo>
                  <a:cubicBezTo>
                    <a:pt x="1733" y="3750"/>
                    <a:pt x="1891" y="4600"/>
                    <a:pt x="1954" y="4947"/>
                  </a:cubicBezTo>
                  <a:lnTo>
                    <a:pt x="977" y="4947"/>
                  </a:lnTo>
                  <a:cubicBezTo>
                    <a:pt x="1040" y="4600"/>
                    <a:pt x="1198" y="3750"/>
                    <a:pt x="1481" y="3529"/>
                  </a:cubicBezTo>
                  <a:close/>
                  <a:moveTo>
                    <a:pt x="2049" y="5608"/>
                  </a:moveTo>
                  <a:cubicBezTo>
                    <a:pt x="2112" y="6176"/>
                    <a:pt x="2112" y="6743"/>
                    <a:pt x="2112" y="7373"/>
                  </a:cubicBezTo>
                  <a:cubicBezTo>
                    <a:pt x="2143" y="9421"/>
                    <a:pt x="1796" y="10933"/>
                    <a:pt x="1450" y="11279"/>
                  </a:cubicBezTo>
                  <a:cubicBezTo>
                    <a:pt x="1387" y="11216"/>
                    <a:pt x="1166" y="10964"/>
                    <a:pt x="1009" y="10145"/>
                  </a:cubicBezTo>
                  <a:cubicBezTo>
                    <a:pt x="851" y="9389"/>
                    <a:pt x="725" y="8412"/>
                    <a:pt x="725" y="7373"/>
                  </a:cubicBezTo>
                  <a:cubicBezTo>
                    <a:pt x="725" y="6743"/>
                    <a:pt x="788" y="6176"/>
                    <a:pt x="820" y="5608"/>
                  </a:cubicBezTo>
                  <a:close/>
                  <a:moveTo>
                    <a:pt x="2458" y="1"/>
                  </a:moveTo>
                  <a:cubicBezTo>
                    <a:pt x="1765" y="1"/>
                    <a:pt x="1198" y="64"/>
                    <a:pt x="631" y="631"/>
                  </a:cubicBezTo>
                  <a:cubicBezTo>
                    <a:pt x="221" y="1040"/>
                    <a:pt x="1" y="1576"/>
                    <a:pt x="1" y="2143"/>
                  </a:cubicBezTo>
                  <a:cubicBezTo>
                    <a:pt x="1" y="2647"/>
                    <a:pt x="253" y="3120"/>
                    <a:pt x="694" y="3372"/>
                  </a:cubicBezTo>
                  <a:cubicBezTo>
                    <a:pt x="158" y="4317"/>
                    <a:pt x="1" y="6333"/>
                    <a:pt x="1" y="7467"/>
                  </a:cubicBezTo>
                  <a:cubicBezTo>
                    <a:pt x="1" y="8570"/>
                    <a:pt x="95" y="10586"/>
                    <a:pt x="694" y="11563"/>
                  </a:cubicBezTo>
                  <a:cubicBezTo>
                    <a:pt x="883" y="11909"/>
                    <a:pt x="1135" y="12067"/>
                    <a:pt x="1418" y="12067"/>
                  </a:cubicBezTo>
                  <a:cubicBezTo>
                    <a:pt x="1670" y="12067"/>
                    <a:pt x="1923" y="11909"/>
                    <a:pt x="2112" y="11563"/>
                  </a:cubicBezTo>
                  <a:cubicBezTo>
                    <a:pt x="2679" y="10618"/>
                    <a:pt x="2836" y="8601"/>
                    <a:pt x="2836" y="7467"/>
                  </a:cubicBezTo>
                  <a:cubicBezTo>
                    <a:pt x="2868" y="6270"/>
                    <a:pt x="2742" y="4285"/>
                    <a:pt x="2143" y="3309"/>
                  </a:cubicBezTo>
                  <a:cubicBezTo>
                    <a:pt x="2427" y="3151"/>
                    <a:pt x="2679" y="2899"/>
                    <a:pt x="2742" y="2584"/>
                  </a:cubicBezTo>
                  <a:cubicBezTo>
                    <a:pt x="2868" y="2269"/>
                    <a:pt x="2773" y="1954"/>
                    <a:pt x="2584" y="1702"/>
                  </a:cubicBezTo>
                  <a:cubicBezTo>
                    <a:pt x="2395" y="1481"/>
                    <a:pt x="2269" y="1166"/>
                    <a:pt x="2742" y="568"/>
                  </a:cubicBezTo>
                  <a:cubicBezTo>
                    <a:pt x="2836" y="442"/>
                    <a:pt x="2868" y="347"/>
                    <a:pt x="2773" y="221"/>
                  </a:cubicBezTo>
                  <a:cubicBezTo>
                    <a:pt x="2742" y="95"/>
                    <a:pt x="2584" y="1"/>
                    <a:pt x="2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277" name="Google Shape;15277;p85"/>
          <p:cNvGrpSpPr/>
          <p:nvPr/>
        </p:nvGrpSpPr>
        <p:grpSpPr>
          <a:xfrm>
            <a:off x="3521599" y="1334007"/>
            <a:ext cx="361004" cy="358229"/>
            <a:chOff x="-48266125" y="1973375"/>
            <a:chExt cx="302450" cy="300125"/>
          </a:xfrm>
        </p:grpSpPr>
        <p:sp>
          <p:nvSpPr>
            <p:cNvPr id="15278" name="Google Shape;15278;p85"/>
            <p:cNvSpPr/>
            <p:nvPr/>
          </p:nvSpPr>
          <p:spPr>
            <a:xfrm>
              <a:off x="-48212575" y="2045050"/>
              <a:ext cx="122900" cy="123700"/>
            </a:xfrm>
            <a:custGeom>
              <a:avLst/>
              <a:gdLst/>
              <a:ahLst/>
              <a:cxnLst/>
              <a:rect l="l" t="t" r="r" b="b"/>
              <a:pathLst>
                <a:path w="4916" h="4948" extrusionOk="0">
                  <a:moveTo>
                    <a:pt x="1765" y="662"/>
                  </a:moveTo>
                  <a:cubicBezTo>
                    <a:pt x="2237" y="662"/>
                    <a:pt x="2647" y="946"/>
                    <a:pt x="2741" y="1387"/>
                  </a:cubicBezTo>
                  <a:lnTo>
                    <a:pt x="1765" y="1387"/>
                  </a:lnTo>
                  <a:cubicBezTo>
                    <a:pt x="1576" y="1387"/>
                    <a:pt x="1418" y="1545"/>
                    <a:pt x="1418" y="1734"/>
                  </a:cubicBezTo>
                  <a:lnTo>
                    <a:pt x="1418" y="2710"/>
                  </a:lnTo>
                  <a:cubicBezTo>
                    <a:pt x="1009" y="2584"/>
                    <a:pt x="725" y="2206"/>
                    <a:pt x="725" y="1734"/>
                  </a:cubicBezTo>
                  <a:cubicBezTo>
                    <a:pt x="725" y="1135"/>
                    <a:pt x="1166" y="662"/>
                    <a:pt x="1765" y="662"/>
                  </a:cubicBezTo>
                  <a:close/>
                  <a:moveTo>
                    <a:pt x="2741" y="2080"/>
                  </a:moveTo>
                  <a:cubicBezTo>
                    <a:pt x="2647" y="2395"/>
                    <a:pt x="2395" y="2616"/>
                    <a:pt x="2111" y="2710"/>
                  </a:cubicBezTo>
                  <a:lnTo>
                    <a:pt x="2111" y="2080"/>
                  </a:lnTo>
                  <a:close/>
                  <a:moveTo>
                    <a:pt x="4254" y="2080"/>
                  </a:moveTo>
                  <a:lnTo>
                    <a:pt x="4254" y="4191"/>
                  </a:lnTo>
                  <a:lnTo>
                    <a:pt x="2143" y="4191"/>
                  </a:lnTo>
                  <a:lnTo>
                    <a:pt x="2143" y="3466"/>
                  </a:lnTo>
                  <a:cubicBezTo>
                    <a:pt x="2804" y="3309"/>
                    <a:pt x="3340" y="2805"/>
                    <a:pt x="3497" y="2080"/>
                  </a:cubicBezTo>
                  <a:close/>
                  <a:moveTo>
                    <a:pt x="1765" y="1"/>
                  </a:moveTo>
                  <a:cubicBezTo>
                    <a:pt x="788" y="1"/>
                    <a:pt x="0" y="788"/>
                    <a:pt x="0" y="1765"/>
                  </a:cubicBezTo>
                  <a:cubicBezTo>
                    <a:pt x="0" y="2616"/>
                    <a:pt x="599" y="3340"/>
                    <a:pt x="1418" y="3498"/>
                  </a:cubicBezTo>
                  <a:lnTo>
                    <a:pt x="1418" y="4601"/>
                  </a:lnTo>
                  <a:cubicBezTo>
                    <a:pt x="1418" y="4790"/>
                    <a:pt x="1576" y="4947"/>
                    <a:pt x="1765" y="4947"/>
                  </a:cubicBezTo>
                  <a:lnTo>
                    <a:pt x="4569" y="4947"/>
                  </a:lnTo>
                  <a:cubicBezTo>
                    <a:pt x="4758" y="4947"/>
                    <a:pt x="4915" y="4790"/>
                    <a:pt x="4915" y="4601"/>
                  </a:cubicBezTo>
                  <a:lnTo>
                    <a:pt x="4915" y="1797"/>
                  </a:lnTo>
                  <a:cubicBezTo>
                    <a:pt x="4915" y="1576"/>
                    <a:pt x="4758" y="1419"/>
                    <a:pt x="4600" y="1419"/>
                  </a:cubicBezTo>
                  <a:lnTo>
                    <a:pt x="3497" y="1419"/>
                  </a:lnTo>
                  <a:cubicBezTo>
                    <a:pt x="3340" y="631"/>
                    <a:pt x="2647"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279" name="Google Shape;15279;p85"/>
            <p:cNvSpPr/>
            <p:nvPr/>
          </p:nvSpPr>
          <p:spPr>
            <a:xfrm>
              <a:off x="-48266125" y="1973375"/>
              <a:ext cx="230000" cy="300125"/>
            </a:xfrm>
            <a:custGeom>
              <a:avLst/>
              <a:gdLst/>
              <a:ahLst/>
              <a:cxnLst/>
              <a:rect l="l" t="t" r="r" b="b"/>
              <a:pathLst>
                <a:path w="9200" h="12005" extrusionOk="0">
                  <a:moveTo>
                    <a:pt x="7057" y="1198"/>
                  </a:moveTo>
                  <a:lnTo>
                    <a:pt x="7971" y="2112"/>
                  </a:lnTo>
                  <a:lnTo>
                    <a:pt x="7057" y="2112"/>
                  </a:lnTo>
                  <a:lnTo>
                    <a:pt x="7057" y="1198"/>
                  </a:lnTo>
                  <a:close/>
                  <a:moveTo>
                    <a:pt x="6396" y="694"/>
                  </a:moveTo>
                  <a:lnTo>
                    <a:pt x="6396" y="2458"/>
                  </a:lnTo>
                  <a:cubicBezTo>
                    <a:pt x="6396" y="2679"/>
                    <a:pt x="6553" y="2836"/>
                    <a:pt x="6742" y="2836"/>
                  </a:cubicBezTo>
                  <a:lnTo>
                    <a:pt x="8506" y="2836"/>
                  </a:lnTo>
                  <a:lnTo>
                    <a:pt x="8506" y="11280"/>
                  </a:lnTo>
                  <a:lnTo>
                    <a:pt x="756" y="11280"/>
                  </a:lnTo>
                  <a:lnTo>
                    <a:pt x="756" y="694"/>
                  </a:lnTo>
                  <a:close/>
                  <a:moveTo>
                    <a:pt x="378" y="1"/>
                  </a:moveTo>
                  <a:cubicBezTo>
                    <a:pt x="158" y="1"/>
                    <a:pt x="0" y="158"/>
                    <a:pt x="0" y="347"/>
                  </a:cubicBezTo>
                  <a:lnTo>
                    <a:pt x="0" y="11658"/>
                  </a:lnTo>
                  <a:cubicBezTo>
                    <a:pt x="0" y="11847"/>
                    <a:pt x="158" y="12004"/>
                    <a:pt x="378" y="12004"/>
                  </a:cubicBezTo>
                  <a:lnTo>
                    <a:pt x="8790" y="12004"/>
                  </a:lnTo>
                  <a:cubicBezTo>
                    <a:pt x="8979" y="12004"/>
                    <a:pt x="9136" y="11847"/>
                    <a:pt x="9136" y="11658"/>
                  </a:cubicBezTo>
                  <a:lnTo>
                    <a:pt x="9136" y="2458"/>
                  </a:lnTo>
                  <a:cubicBezTo>
                    <a:pt x="9199" y="2395"/>
                    <a:pt x="9168" y="2301"/>
                    <a:pt x="9073" y="2238"/>
                  </a:cubicBezTo>
                  <a:lnTo>
                    <a:pt x="6931" y="95"/>
                  </a:lnTo>
                  <a:cubicBezTo>
                    <a:pt x="6868" y="32"/>
                    <a:pt x="6805" y="1"/>
                    <a:pt x="67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280" name="Google Shape;15280;p85"/>
            <p:cNvSpPr/>
            <p:nvPr/>
          </p:nvSpPr>
          <p:spPr>
            <a:xfrm>
              <a:off x="-48018025" y="1991500"/>
              <a:ext cx="54350" cy="282000"/>
            </a:xfrm>
            <a:custGeom>
              <a:avLst/>
              <a:gdLst/>
              <a:ahLst/>
              <a:cxnLst/>
              <a:rect l="l" t="t" r="r" b="b"/>
              <a:pathLst>
                <a:path w="2174" h="11280" extrusionOk="0">
                  <a:moveTo>
                    <a:pt x="1071" y="1481"/>
                  </a:moveTo>
                  <a:lnTo>
                    <a:pt x="1260" y="2111"/>
                  </a:lnTo>
                  <a:lnTo>
                    <a:pt x="851" y="2111"/>
                  </a:lnTo>
                  <a:lnTo>
                    <a:pt x="1071" y="1481"/>
                  </a:lnTo>
                  <a:close/>
                  <a:moveTo>
                    <a:pt x="1418" y="2836"/>
                  </a:moveTo>
                  <a:lnTo>
                    <a:pt x="1418" y="7247"/>
                  </a:lnTo>
                  <a:lnTo>
                    <a:pt x="725" y="7247"/>
                  </a:lnTo>
                  <a:lnTo>
                    <a:pt x="725" y="2836"/>
                  </a:lnTo>
                  <a:close/>
                  <a:moveTo>
                    <a:pt x="1418" y="7971"/>
                  </a:moveTo>
                  <a:lnTo>
                    <a:pt x="1418" y="8664"/>
                  </a:lnTo>
                  <a:lnTo>
                    <a:pt x="725" y="8664"/>
                  </a:lnTo>
                  <a:lnTo>
                    <a:pt x="725" y="7971"/>
                  </a:lnTo>
                  <a:close/>
                  <a:moveTo>
                    <a:pt x="1449" y="9357"/>
                  </a:moveTo>
                  <a:lnTo>
                    <a:pt x="1449" y="10208"/>
                  </a:lnTo>
                  <a:cubicBezTo>
                    <a:pt x="1418" y="10397"/>
                    <a:pt x="1260" y="10555"/>
                    <a:pt x="1071" y="10555"/>
                  </a:cubicBezTo>
                  <a:cubicBezTo>
                    <a:pt x="882" y="10555"/>
                    <a:pt x="725" y="10397"/>
                    <a:pt x="725" y="10208"/>
                  </a:cubicBezTo>
                  <a:lnTo>
                    <a:pt x="725" y="9357"/>
                  </a:lnTo>
                  <a:close/>
                  <a:moveTo>
                    <a:pt x="1071" y="0"/>
                  </a:moveTo>
                  <a:cubicBezTo>
                    <a:pt x="945" y="0"/>
                    <a:pt x="788" y="95"/>
                    <a:pt x="756" y="253"/>
                  </a:cubicBezTo>
                  <a:cubicBezTo>
                    <a:pt x="0" y="2489"/>
                    <a:pt x="63" y="2363"/>
                    <a:pt x="63" y="2458"/>
                  </a:cubicBezTo>
                  <a:lnTo>
                    <a:pt x="63" y="10208"/>
                  </a:lnTo>
                  <a:cubicBezTo>
                    <a:pt x="63" y="10807"/>
                    <a:pt x="536" y="11279"/>
                    <a:pt x="1103" y="11279"/>
                  </a:cubicBezTo>
                  <a:cubicBezTo>
                    <a:pt x="1701" y="11279"/>
                    <a:pt x="2174" y="10807"/>
                    <a:pt x="2174" y="10208"/>
                  </a:cubicBezTo>
                  <a:lnTo>
                    <a:pt x="2111" y="2458"/>
                  </a:lnTo>
                  <a:lnTo>
                    <a:pt x="2111" y="2458"/>
                  </a:lnTo>
                  <a:cubicBezTo>
                    <a:pt x="2121" y="2468"/>
                    <a:pt x="2128" y="2472"/>
                    <a:pt x="2132" y="2472"/>
                  </a:cubicBezTo>
                  <a:cubicBezTo>
                    <a:pt x="2139" y="2472"/>
                    <a:pt x="2132" y="2458"/>
                    <a:pt x="2111" y="2458"/>
                  </a:cubicBezTo>
                  <a:lnTo>
                    <a:pt x="2111" y="2458"/>
                  </a:lnTo>
                  <a:lnTo>
                    <a:pt x="2111" y="2458"/>
                  </a:lnTo>
                  <a:cubicBezTo>
                    <a:pt x="2111" y="2363"/>
                    <a:pt x="2142" y="2584"/>
                    <a:pt x="1386" y="253"/>
                  </a:cubicBezTo>
                  <a:cubicBezTo>
                    <a:pt x="1355" y="95"/>
                    <a:pt x="1197"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281" name="Google Shape;15281;p85"/>
            <p:cNvSpPr/>
            <p:nvPr/>
          </p:nvSpPr>
          <p:spPr>
            <a:xfrm>
              <a:off x="-48211800" y="2221475"/>
              <a:ext cx="122900" cy="17350"/>
            </a:xfrm>
            <a:custGeom>
              <a:avLst/>
              <a:gdLst/>
              <a:ahLst/>
              <a:cxnLst/>
              <a:rect l="l" t="t" r="r" b="b"/>
              <a:pathLst>
                <a:path w="4916" h="694" extrusionOk="0">
                  <a:moveTo>
                    <a:pt x="347" y="1"/>
                  </a:moveTo>
                  <a:cubicBezTo>
                    <a:pt x="158" y="1"/>
                    <a:pt x="1" y="158"/>
                    <a:pt x="1" y="347"/>
                  </a:cubicBezTo>
                  <a:cubicBezTo>
                    <a:pt x="1" y="536"/>
                    <a:pt x="158" y="694"/>
                    <a:pt x="347" y="694"/>
                  </a:cubicBezTo>
                  <a:lnTo>
                    <a:pt x="4569" y="694"/>
                  </a:lnTo>
                  <a:cubicBezTo>
                    <a:pt x="4758" y="694"/>
                    <a:pt x="4916" y="536"/>
                    <a:pt x="4916" y="347"/>
                  </a:cubicBezTo>
                  <a:cubicBezTo>
                    <a:pt x="4884" y="158"/>
                    <a:pt x="4727" y="1"/>
                    <a:pt x="45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282" name="Google Shape;15282;p85"/>
            <p:cNvSpPr/>
            <p:nvPr/>
          </p:nvSpPr>
          <p:spPr>
            <a:xfrm>
              <a:off x="-48211800" y="2185250"/>
              <a:ext cx="87450" cy="18150"/>
            </a:xfrm>
            <a:custGeom>
              <a:avLst/>
              <a:gdLst/>
              <a:ahLst/>
              <a:cxnLst/>
              <a:rect l="l" t="t" r="r" b="b"/>
              <a:pathLst>
                <a:path w="3498" h="726" extrusionOk="0">
                  <a:moveTo>
                    <a:pt x="347" y="1"/>
                  </a:moveTo>
                  <a:cubicBezTo>
                    <a:pt x="158" y="1"/>
                    <a:pt x="1" y="158"/>
                    <a:pt x="1" y="379"/>
                  </a:cubicBezTo>
                  <a:cubicBezTo>
                    <a:pt x="1" y="568"/>
                    <a:pt x="158" y="725"/>
                    <a:pt x="347" y="725"/>
                  </a:cubicBezTo>
                  <a:lnTo>
                    <a:pt x="3151" y="725"/>
                  </a:lnTo>
                  <a:cubicBezTo>
                    <a:pt x="3372" y="725"/>
                    <a:pt x="3498" y="568"/>
                    <a:pt x="3498" y="379"/>
                  </a:cubicBezTo>
                  <a:cubicBezTo>
                    <a:pt x="3498" y="158"/>
                    <a:pt x="3372"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283" name="Google Shape;15283;p85"/>
            <p:cNvSpPr/>
            <p:nvPr/>
          </p:nvSpPr>
          <p:spPr>
            <a:xfrm>
              <a:off x="-48106250" y="2185250"/>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284" name="Google Shape;15284;p85"/>
          <p:cNvGrpSpPr/>
          <p:nvPr/>
        </p:nvGrpSpPr>
        <p:grpSpPr>
          <a:xfrm>
            <a:off x="3548844" y="1789769"/>
            <a:ext cx="306516" cy="358349"/>
            <a:chOff x="-48237000" y="2342650"/>
            <a:chExt cx="256800" cy="300225"/>
          </a:xfrm>
        </p:grpSpPr>
        <p:sp>
          <p:nvSpPr>
            <p:cNvPr id="15285" name="Google Shape;15285;p85"/>
            <p:cNvSpPr/>
            <p:nvPr/>
          </p:nvSpPr>
          <p:spPr>
            <a:xfrm>
              <a:off x="-48237000" y="2342650"/>
              <a:ext cx="256800" cy="300225"/>
            </a:xfrm>
            <a:custGeom>
              <a:avLst/>
              <a:gdLst/>
              <a:ahLst/>
              <a:cxnLst/>
              <a:rect l="l" t="t" r="r" b="b"/>
              <a:pathLst>
                <a:path w="10272" h="12009" extrusionOk="0">
                  <a:moveTo>
                    <a:pt x="4507" y="679"/>
                  </a:moveTo>
                  <a:cubicBezTo>
                    <a:pt x="4774" y="679"/>
                    <a:pt x="5048" y="706"/>
                    <a:pt x="5325" y="762"/>
                  </a:cubicBezTo>
                  <a:cubicBezTo>
                    <a:pt x="6774" y="1077"/>
                    <a:pt x="7940" y="2274"/>
                    <a:pt x="8255" y="3723"/>
                  </a:cubicBezTo>
                  <a:cubicBezTo>
                    <a:pt x="8381" y="4227"/>
                    <a:pt x="8381" y="4763"/>
                    <a:pt x="8318" y="5267"/>
                  </a:cubicBezTo>
                  <a:cubicBezTo>
                    <a:pt x="8318" y="5330"/>
                    <a:pt x="8318" y="5424"/>
                    <a:pt x="8350" y="5487"/>
                  </a:cubicBezTo>
                  <a:lnTo>
                    <a:pt x="9263" y="7220"/>
                  </a:lnTo>
                  <a:cubicBezTo>
                    <a:pt x="9389" y="7441"/>
                    <a:pt x="9232" y="7756"/>
                    <a:pt x="8980" y="7756"/>
                  </a:cubicBezTo>
                  <a:lnTo>
                    <a:pt x="8034" y="7756"/>
                  </a:lnTo>
                  <a:cubicBezTo>
                    <a:pt x="7845" y="7756"/>
                    <a:pt x="7688" y="7913"/>
                    <a:pt x="7688" y="8102"/>
                  </a:cubicBezTo>
                  <a:lnTo>
                    <a:pt x="7688" y="9867"/>
                  </a:lnTo>
                  <a:lnTo>
                    <a:pt x="5892" y="9867"/>
                  </a:lnTo>
                  <a:cubicBezTo>
                    <a:pt x="5703" y="9867"/>
                    <a:pt x="5546" y="10024"/>
                    <a:pt x="5546" y="10213"/>
                  </a:cubicBezTo>
                  <a:lnTo>
                    <a:pt x="5546" y="11284"/>
                  </a:lnTo>
                  <a:lnTo>
                    <a:pt x="2049" y="11284"/>
                  </a:lnTo>
                  <a:lnTo>
                    <a:pt x="2049" y="7693"/>
                  </a:lnTo>
                  <a:cubicBezTo>
                    <a:pt x="2049" y="7598"/>
                    <a:pt x="2017" y="7504"/>
                    <a:pt x="1923" y="7441"/>
                  </a:cubicBezTo>
                  <a:cubicBezTo>
                    <a:pt x="1103" y="6685"/>
                    <a:pt x="631" y="5645"/>
                    <a:pt x="631" y="4542"/>
                  </a:cubicBezTo>
                  <a:cubicBezTo>
                    <a:pt x="631" y="2387"/>
                    <a:pt x="2372" y="679"/>
                    <a:pt x="4507" y="679"/>
                  </a:cubicBezTo>
                  <a:close/>
                  <a:moveTo>
                    <a:pt x="4570" y="0"/>
                  </a:moveTo>
                  <a:cubicBezTo>
                    <a:pt x="2059" y="0"/>
                    <a:pt x="1" y="1999"/>
                    <a:pt x="1" y="4542"/>
                  </a:cubicBezTo>
                  <a:cubicBezTo>
                    <a:pt x="1" y="5802"/>
                    <a:pt x="505" y="7000"/>
                    <a:pt x="1418" y="7850"/>
                  </a:cubicBezTo>
                  <a:lnTo>
                    <a:pt x="1418" y="11631"/>
                  </a:lnTo>
                  <a:cubicBezTo>
                    <a:pt x="1418" y="11851"/>
                    <a:pt x="1576" y="12009"/>
                    <a:pt x="1765" y="12009"/>
                  </a:cubicBezTo>
                  <a:lnTo>
                    <a:pt x="5987" y="12009"/>
                  </a:lnTo>
                  <a:cubicBezTo>
                    <a:pt x="6176" y="12009"/>
                    <a:pt x="6333" y="11851"/>
                    <a:pt x="6333" y="11631"/>
                  </a:cubicBezTo>
                  <a:lnTo>
                    <a:pt x="6333" y="10591"/>
                  </a:lnTo>
                  <a:lnTo>
                    <a:pt x="8097" y="10591"/>
                  </a:lnTo>
                  <a:cubicBezTo>
                    <a:pt x="8287" y="10591"/>
                    <a:pt x="8444" y="10434"/>
                    <a:pt x="8444" y="10213"/>
                  </a:cubicBezTo>
                  <a:lnTo>
                    <a:pt x="8444" y="8449"/>
                  </a:lnTo>
                  <a:lnTo>
                    <a:pt x="9043" y="8449"/>
                  </a:lnTo>
                  <a:cubicBezTo>
                    <a:pt x="9799" y="8417"/>
                    <a:pt x="10271" y="7598"/>
                    <a:pt x="9925" y="6874"/>
                  </a:cubicBezTo>
                  <a:lnTo>
                    <a:pt x="9043" y="5267"/>
                  </a:lnTo>
                  <a:cubicBezTo>
                    <a:pt x="9137" y="4700"/>
                    <a:pt x="9137" y="4164"/>
                    <a:pt x="9011" y="3597"/>
                  </a:cubicBezTo>
                  <a:cubicBezTo>
                    <a:pt x="8665" y="1864"/>
                    <a:pt x="7247" y="510"/>
                    <a:pt x="5546" y="100"/>
                  </a:cubicBezTo>
                  <a:cubicBezTo>
                    <a:pt x="5215" y="33"/>
                    <a:pt x="4889" y="0"/>
                    <a:pt x="45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286" name="Google Shape;15286;p85"/>
            <p:cNvSpPr/>
            <p:nvPr/>
          </p:nvSpPr>
          <p:spPr>
            <a:xfrm>
              <a:off x="-48195250" y="2377425"/>
              <a:ext cx="144150" cy="140225"/>
            </a:xfrm>
            <a:custGeom>
              <a:avLst/>
              <a:gdLst/>
              <a:ahLst/>
              <a:cxnLst/>
              <a:rect l="l" t="t" r="r" b="b"/>
              <a:pathLst>
                <a:path w="5766" h="5609" extrusionOk="0">
                  <a:moveTo>
                    <a:pt x="3214" y="757"/>
                  </a:moveTo>
                  <a:lnTo>
                    <a:pt x="3214" y="883"/>
                  </a:lnTo>
                  <a:cubicBezTo>
                    <a:pt x="3214" y="1040"/>
                    <a:pt x="3277" y="1135"/>
                    <a:pt x="3435" y="1198"/>
                  </a:cubicBezTo>
                  <a:cubicBezTo>
                    <a:pt x="3624" y="1261"/>
                    <a:pt x="3844" y="1387"/>
                    <a:pt x="4002" y="1513"/>
                  </a:cubicBezTo>
                  <a:cubicBezTo>
                    <a:pt x="4061" y="1553"/>
                    <a:pt x="4146" y="1593"/>
                    <a:pt x="4233" y="1593"/>
                  </a:cubicBezTo>
                  <a:cubicBezTo>
                    <a:pt x="4283" y="1593"/>
                    <a:pt x="4333" y="1579"/>
                    <a:pt x="4380" y="1545"/>
                  </a:cubicBezTo>
                  <a:lnTo>
                    <a:pt x="4506" y="1482"/>
                  </a:lnTo>
                  <a:lnTo>
                    <a:pt x="4852" y="2049"/>
                  </a:lnTo>
                  <a:lnTo>
                    <a:pt x="4726" y="2143"/>
                  </a:lnTo>
                  <a:cubicBezTo>
                    <a:pt x="4632" y="2206"/>
                    <a:pt x="4537" y="2364"/>
                    <a:pt x="4569" y="2490"/>
                  </a:cubicBezTo>
                  <a:cubicBezTo>
                    <a:pt x="4632" y="2710"/>
                    <a:pt x="4632" y="2899"/>
                    <a:pt x="4569" y="3120"/>
                  </a:cubicBezTo>
                  <a:cubicBezTo>
                    <a:pt x="4537" y="3277"/>
                    <a:pt x="4632" y="3403"/>
                    <a:pt x="4726" y="3466"/>
                  </a:cubicBezTo>
                  <a:lnTo>
                    <a:pt x="4852" y="3561"/>
                  </a:lnTo>
                  <a:lnTo>
                    <a:pt x="4506" y="4159"/>
                  </a:lnTo>
                  <a:lnTo>
                    <a:pt x="4380" y="4065"/>
                  </a:lnTo>
                  <a:cubicBezTo>
                    <a:pt x="4323" y="4037"/>
                    <a:pt x="4260" y="4021"/>
                    <a:pt x="4199" y="4021"/>
                  </a:cubicBezTo>
                  <a:cubicBezTo>
                    <a:pt x="4125" y="4021"/>
                    <a:pt x="4054" y="4044"/>
                    <a:pt x="4002" y="4096"/>
                  </a:cubicBezTo>
                  <a:cubicBezTo>
                    <a:pt x="3844" y="4254"/>
                    <a:pt x="3624" y="4348"/>
                    <a:pt x="3435" y="4411"/>
                  </a:cubicBezTo>
                  <a:cubicBezTo>
                    <a:pt x="3277" y="4475"/>
                    <a:pt x="3214" y="4632"/>
                    <a:pt x="3214" y="4727"/>
                  </a:cubicBezTo>
                  <a:lnTo>
                    <a:pt x="3214" y="4853"/>
                  </a:lnTo>
                  <a:lnTo>
                    <a:pt x="2489" y="4853"/>
                  </a:lnTo>
                  <a:lnTo>
                    <a:pt x="2489" y="4727"/>
                  </a:lnTo>
                  <a:cubicBezTo>
                    <a:pt x="2489" y="4569"/>
                    <a:pt x="2426" y="4475"/>
                    <a:pt x="2269" y="4411"/>
                  </a:cubicBezTo>
                  <a:cubicBezTo>
                    <a:pt x="2048" y="4348"/>
                    <a:pt x="1859" y="4222"/>
                    <a:pt x="1702" y="4096"/>
                  </a:cubicBezTo>
                  <a:cubicBezTo>
                    <a:pt x="1622" y="4057"/>
                    <a:pt x="1530" y="4017"/>
                    <a:pt x="1449" y="4017"/>
                  </a:cubicBezTo>
                  <a:cubicBezTo>
                    <a:pt x="1402" y="4017"/>
                    <a:pt x="1358" y="4030"/>
                    <a:pt x="1324" y="4065"/>
                  </a:cubicBezTo>
                  <a:lnTo>
                    <a:pt x="1198" y="4159"/>
                  </a:lnTo>
                  <a:lnTo>
                    <a:pt x="851" y="3561"/>
                  </a:lnTo>
                  <a:lnTo>
                    <a:pt x="946" y="3466"/>
                  </a:lnTo>
                  <a:cubicBezTo>
                    <a:pt x="1072" y="3403"/>
                    <a:pt x="1166" y="3246"/>
                    <a:pt x="1103" y="3120"/>
                  </a:cubicBezTo>
                  <a:cubicBezTo>
                    <a:pt x="1072" y="2899"/>
                    <a:pt x="1072" y="2710"/>
                    <a:pt x="1103" y="2490"/>
                  </a:cubicBezTo>
                  <a:cubicBezTo>
                    <a:pt x="1166" y="2332"/>
                    <a:pt x="1072" y="2206"/>
                    <a:pt x="946" y="2143"/>
                  </a:cubicBezTo>
                  <a:lnTo>
                    <a:pt x="851" y="2049"/>
                  </a:lnTo>
                  <a:lnTo>
                    <a:pt x="1198" y="1482"/>
                  </a:lnTo>
                  <a:lnTo>
                    <a:pt x="1324" y="1545"/>
                  </a:lnTo>
                  <a:cubicBezTo>
                    <a:pt x="1366" y="1573"/>
                    <a:pt x="1421" y="1588"/>
                    <a:pt x="1481" y="1588"/>
                  </a:cubicBezTo>
                  <a:cubicBezTo>
                    <a:pt x="1553" y="1588"/>
                    <a:pt x="1632" y="1565"/>
                    <a:pt x="1702" y="1513"/>
                  </a:cubicBezTo>
                  <a:cubicBezTo>
                    <a:pt x="1859" y="1356"/>
                    <a:pt x="2048" y="1261"/>
                    <a:pt x="2269" y="1198"/>
                  </a:cubicBezTo>
                  <a:cubicBezTo>
                    <a:pt x="2426" y="1135"/>
                    <a:pt x="2489" y="977"/>
                    <a:pt x="2489" y="883"/>
                  </a:cubicBezTo>
                  <a:lnTo>
                    <a:pt x="2489" y="757"/>
                  </a:lnTo>
                  <a:close/>
                  <a:moveTo>
                    <a:pt x="2174" y="1"/>
                  </a:moveTo>
                  <a:cubicBezTo>
                    <a:pt x="1985" y="1"/>
                    <a:pt x="1828" y="158"/>
                    <a:pt x="1828" y="379"/>
                  </a:cubicBezTo>
                  <a:lnTo>
                    <a:pt x="1828" y="599"/>
                  </a:lnTo>
                  <a:cubicBezTo>
                    <a:pt x="1702" y="631"/>
                    <a:pt x="1576" y="725"/>
                    <a:pt x="1513" y="788"/>
                  </a:cubicBezTo>
                  <a:lnTo>
                    <a:pt x="1324" y="694"/>
                  </a:lnTo>
                  <a:cubicBezTo>
                    <a:pt x="1265" y="658"/>
                    <a:pt x="1192" y="641"/>
                    <a:pt x="1122" y="641"/>
                  </a:cubicBezTo>
                  <a:cubicBezTo>
                    <a:pt x="1004" y="641"/>
                    <a:pt x="890" y="690"/>
                    <a:pt x="851" y="788"/>
                  </a:cubicBezTo>
                  <a:lnTo>
                    <a:pt x="126" y="2017"/>
                  </a:lnTo>
                  <a:cubicBezTo>
                    <a:pt x="63" y="2175"/>
                    <a:pt x="95" y="2427"/>
                    <a:pt x="253" y="2490"/>
                  </a:cubicBezTo>
                  <a:lnTo>
                    <a:pt x="442" y="2616"/>
                  </a:lnTo>
                  <a:lnTo>
                    <a:pt x="442" y="2994"/>
                  </a:lnTo>
                  <a:lnTo>
                    <a:pt x="253" y="3120"/>
                  </a:lnTo>
                  <a:cubicBezTo>
                    <a:pt x="95" y="3214"/>
                    <a:pt x="0" y="3435"/>
                    <a:pt x="126" y="3592"/>
                  </a:cubicBezTo>
                  <a:lnTo>
                    <a:pt x="851" y="4821"/>
                  </a:lnTo>
                  <a:cubicBezTo>
                    <a:pt x="894" y="4928"/>
                    <a:pt x="1024" y="4991"/>
                    <a:pt x="1152" y="4991"/>
                  </a:cubicBezTo>
                  <a:cubicBezTo>
                    <a:pt x="1213" y="4991"/>
                    <a:pt x="1273" y="4977"/>
                    <a:pt x="1324" y="4947"/>
                  </a:cubicBezTo>
                  <a:lnTo>
                    <a:pt x="1513" y="4821"/>
                  </a:lnTo>
                  <a:cubicBezTo>
                    <a:pt x="1639" y="4884"/>
                    <a:pt x="1733" y="4979"/>
                    <a:pt x="1828" y="5010"/>
                  </a:cubicBezTo>
                  <a:lnTo>
                    <a:pt x="1828" y="5262"/>
                  </a:lnTo>
                  <a:cubicBezTo>
                    <a:pt x="1828" y="5451"/>
                    <a:pt x="1985" y="5609"/>
                    <a:pt x="2174" y="5609"/>
                  </a:cubicBezTo>
                  <a:lnTo>
                    <a:pt x="3592" y="5609"/>
                  </a:lnTo>
                  <a:cubicBezTo>
                    <a:pt x="3781" y="5609"/>
                    <a:pt x="3939" y="5451"/>
                    <a:pt x="3939" y="5262"/>
                  </a:cubicBezTo>
                  <a:lnTo>
                    <a:pt x="3939" y="5010"/>
                  </a:lnTo>
                  <a:cubicBezTo>
                    <a:pt x="4065" y="4979"/>
                    <a:pt x="4191" y="4884"/>
                    <a:pt x="4254" y="4821"/>
                  </a:cubicBezTo>
                  <a:lnTo>
                    <a:pt x="4474" y="4947"/>
                  </a:lnTo>
                  <a:cubicBezTo>
                    <a:pt x="4524" y="4967"/>
                    <a:pt x="4580" y="4978"/>
                    <a:pt x="4637" y="4978"/>
                  </a:cubicBezTo>
                  <a:cubicBezTo>
                    <a:pt x="4759" y="4978"/>
                    <a:pt x="4882" y="4929"/>
                    <a:pt x="4947" y="4821"/>
                  </a:cubicBezTo>
                  <a:lnTo>
                    <a:pt x="5640" y="3592"/>
                  </a:lnTo>
                  <a:cubicBezTo>
                    <a:pt x="5734" y="3435"/>
                    <a:pt x="5671" y="3214"/>
                    <a:pt x="5514" y="3120"/>
                  </a:cubicBezTo>
                  <a:lnTo>
                    <a:pt x="5325" y="2994"/>
                  </a:lnTo>
                  <a:lnTo>
                    <a:pt x="5325" y="2616"/>
                  </a:lnTo>
                  <a:lnTo>
                    <a:pt x="5514" y="2490"/>
                  </a:lnTo>
                  <a:cubicBezTo>
                    <a:pt x="5671" y="2427"/>
                    <a:pt x="5766" y="2206"/>
                    <a:pt x="5640" y="2017"/>
                  </a:cubicBezTo>
                  <a:lnTo>
                    <a:pt x="4947" y="788"/>
                  </a:lnTo>
                  <a:cubicBezTo>
                    <a:pt x="4887" y="689"/>
                    <a:pt x="4777" y="627"/>
                    <a:pt x="4664" y="627"/>
                  </a:cubicBezTo>
                  <a:cubicBezTo>
                    <a:pt x="4598" y="627"/>
                    <a:pt x="4532" y="648"/>
                    <a:pt x="4474" y="694"/>
                  </a:cubicBezTo>
                  <a:lnTo>
                    <a:pt x="4254" y="788"/>
                  </a:lnTo>
                  <a:cubicBezTo>
                    <a:pt x="4159" y="725"/>
                    <a:pt x="4033" y="631"/>
                    <a:pt x="3939" y="599"/>
                  </a:cubicBezTo>
                  <a:lnTo>
                    <a:pt x="3939" y="379"/>
                  </a:lnTo>
                  <a:cubicBezTo>
                    <a:pt x="3939" y="158"/>
                    <a:pt x="3781" y="1"/>
                    <a:pt x="35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287" name="Google Shape;15287;p85"/>
            <p:cNvSpPr/>
            <p:nvPr/>
          </p:nvSpPr>
          <p:spPr>
            <a:xfrm>
              <a:off x="-48150350" y="2422325"/>
              <a:ext cx="52775" cy="52800"/>
            </a:xfrm>
            <a:custGeom>
              <a:avLst/>
              <a:gdLst/>
              <a:ahLst/>
              <a:cxnLst/>
              <a:rect l="l" t="t" r="r" b="b"/>
              <a:pathLst>
                <a:path w="2111" h="2112" extrusionOk="0">
                  <a:moveTo>
                    <a:pt x="1040" y="662"/>
                  </a:moveTo>
                  <a:cubicBezTo>
                    <a:pt x="1260" y="662"/>
                    <a:pt x="1418" y="820"/>
                    <a:pt x="1418" y="1009"/>
                  </a:cubicBezTo>
                  <a:cubicBezTo>
                    <a:pt x="1418" y="1198"/>
                    <a:pt x="1260" y="1355"/>
                    <a:pt x="1040" y="1355"/>
                  </a:cubicBezTo>
                  <a:cubicBezTo>
                    <a:pt x="851" y="1355"/>
                    <a:pt x="693" y="1198"/>
                    <a:pt x="693" y="1009"/>
                  </a:cubicBezTo>
                  <a:cubicBezTo>
                    <a:pt x="693" y="820"/>
                    <a:pt x="851" y="662"/>
                    <a:pt x="1040" y="662"/>
                  </a:cubicBezTo>
                  <a:close/>
                  <a:moveTo>
                    <a:pt x="1040" y="1"/>
                  </a:moveTo>
                  <a:cubicBezTo>
                    <a:pt x="473" y="1"/>
                    <a:pt x="0" y="473"/>
                    <a:pt x="0" y="1040"/>
                  </a:cubicBezTo>
                  <a:cubicBezTo>
                    <a:pt x="0" y="1639"/>
                    <a:pt x="473" y="2111"/>
                    <a:pt x="1040" y="2111"/>
                  </a:cubicBezTo>
                  <a:cubicBezTo>
                    <a:pt x="1639" y="2111"/>
                    <a:pt x="2111" y="1639"/>
                    <a:pt x="2111" y="1040"/>
                  </a:cubicBezTo>
                  <a:cubicBezTo>
                    <a:pt x="2111" y="473"/>
                    <a:pt x="163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288" name="Google Shape;15288;p85"/>
          <p:cNvGrpSpPr/>
          <p:nvPr/>
        </p:nvGrpSpPr>
        <p:grpSpPr>
          <a:xfrm>
            <a:off x="2180338" y="2690046"/>
            <a:ext cx="361034" cy="355633"/>
            <a:chOff x="-46404975" y="1966100"/>
            <a:chExt cx="302475" cy="297950"/>
          </a:xfrm>
        </p:grpSpPr>
        <p:sp>
          <p:nvSpPr>
            <p:cNvPr id="15289" name="Google Shape;15289;p85"/>
            <p:cNvSpPr/>
            <p:nvPr/>
          </p:nvSpPr>
          <p:spPr>
            <a:xfrm>
              <a:off x="-46349850" y="1966100"/>
              <a:ext cx="38625" cy="86850"/>
            </a:xfrm>
            <a:custGeom>
              <a:avLst/>
              <a:gdLst/>
              <a:ahLst/>
              <a:cxnLst/>
              <a:rect l="l" t="t" r="r" b="b"/>
              <a:pathLst>
                <a:path w="1545" h="3474" extrusionOk="0">
                  <a:moveTo>
                    <a:pt x="784" y="0"/>
                  </a:moveTo>
                  <a:cubicBezTo>
                    <a:pt x="686" y="0"/>
                    <a:pt x="583" y="24"/>
                    <a:pt x="505" y="71"/>
                  </a:cubicBezTo>
                  <a:cubicBezTo>
                    <a:pt x="1" y="607"/>
                    <a:pt x="1" y="1458"/>
                    <a:pt x="505" y="1962"/>
                  </a:cubicBezTo>
                  <a:cubicBezTo>
                    <a:pt x="757" y="2214"/>
                    <a:pt x="757" y="2655"/>
                    <a:pt x="505" y="2875"/>
                  </a:cubicBezTo>
                  <a:cubicBezTo>
                    <a:pt x="379" y="3001"/>
                    <a:pt x="379" y="3222"/>
                    <a:pt x="505" y="3379"/>
                  </a:cubicBezTo>
                  <a:cubicBezTo>
                    <a:pt x="568" y="3442"/>
                    <a:pt x="654" y="3474"/>
                    <a:pt x="749" y="3474"/>
                  </a:cubicBezTo>
                  <a:cubicBezTo>
                    <a:pt x="843" y="3474"/>
                    <a:pt x="946" y="3442"/>
                    <a:pt x="1040" y="3379"/>
                  </a:cubicBezTo>
                  <a:cubicBezTo>
                    <a:pt x="1544" y="2875"/>
                    <a:pt x="1544" y="2025"/>
                    <a:pt x="1040" y="1489"/>
                  </a:cubicBezTo>
                  <a:cubicBezTo>
                    <a:pt x="788" y="1269"/>
                    <a:pt x="788" y="827"/>
                    <a:pt x="1040" y="607"/>
                  </a:cubicBezTo>
                  <a:cubicBezTo>
                    <a:pt x="1135" y="481"/>
                    <a:pt x="1135" y="229"/>
                    <a:pt x="1040" y="71"/>
                  </a:cubicBezTo>
                  <a:cubicBezTo>
                    <a:pt x="977" y="24"/>
                    <a:pt x="883" y="0"/>
                    <a:pt x="7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290" name="Google Shape;15290;p85"/>
            <p:cNvSpPr/>
            <p:nvPr/>
          </p:nvSpPr>
          <p:spPr>
            <a:xfrm>
              <a:off x="-46297875" y="1966100"/>
              <a:ext cx="38625" cy="86850"/>
            </a:xfrm>
            <a:custGeom>
              <a:avLst/>
              <a:gdLst/>
              <a:ahLst/>
              <a:cxnLst/>
              <a:rect l="l" t="t" r="r" b="b"/>
              <a:pathLst>
                <a:path w="1545" h="3474" extrusionOk="0">
                  <a:moveTo>
                    <a:pt x="800" y="0"/>
                  </a:moveTo>
                  <a:cubicBezTo>
                    <a:pt x="710" y="0"/>
                    <a:pt x="615" y="24"/>
                    <a:pt x="537" y="71"/>
                  </a:cubicBezTo>
                  <a:cubicBezTo>
                    <a:pt x="1" y="607"/>
                    <a:pt x="1" y="1458"/>
                    <a:pt x="537" y="1962"/>
                  </a:cubicBezTo>
                  <a:cubicBezTo>
                    <a:pt x="757" y="2214"/>
                    <a:pt x="757" y="2655"/>
                    <a:pt x="537" y="2875"/>
                  </a:cubicBezTo>
                  <a:cubicBezTo>
                    <a:pt x="410" y="3001"/>
                    <a:pt x="410" y="3222"/>
                    <a:pt x="537" y="3379"/>
                  </a:cubicBezTo>
                  <a:cubicBezTo>
                    <a:pt x="584" y="3442"/>
                    <a:pt x="670" y="3474"/>
                    <a:pt x="765" y="3474"/>
                  </a:cubicBezTo>
                  <a:cubicBezTo>
                    <a:pt x="859" y="3474"/>
                    <a:pt x="962" y="3442"/>
                    <a:pt x="1041" y="3379"/>
                  </a:cubicBezTo>
                  <a:cubicBezTo>
                    <a:pt x="1545" y="2875"/>
                    <a:pt x="1545" y="2025"/>
                    <a:pt x="1041" y="1489"/>
                  </a:cubicBezTo>
                  <a:cubicBezTo>
                    <a:pt x="789" y="1269"/>
                    <a:pt x="789" y="827"/>
                    <a:pt x="1041" y="607"/>
                  </a:cubicBezTo>
                  <a:cubicBezTo>
                    <a:pt x="1167" y="481"/>
                    <a:pt x="1167" y="229"/>
                    <a:pt x="1041" y="71"/>
                  </a:cubicBezTo>
                  <a:cubicBezTo>
                    <a:pt x="978" y="24"/>
                    <a:pt x="891" y="0"/>
                    <a:pt x="8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291" name="Google Shape;15291;p85"/>
            <p:cNvSpPr/>
            <p:nvPr/>
          </p:nvSpPr>
          <p:spPr>
            <a:xfrm>
              <a:off x="-46244300" y="1966100"/>
              <a:ext cx="38600" cy="86850"/>
            </a:xfrm>
            <a:custGeom>
              <a:avLst/>
              <a:gdLst/>
              <a:ahLst/>
              <a:cxnLst/>
              <a:rect l="l" t="t" r="r" b="b"/>
              <a:pathLst>
                <a:path w="1544" h="3474" extrusionOk="0">
                  <a:moveTo>
                    <a:pt x="768" y="0"/>
                  </a:moveTo>
                  <a:cubicBezTo>
                    <a:pt x="678" y="0"/>
                    <a:pt x="583" y="24"/>
                    <a:pt x="504" y="71"/>
                  </a:cubicBezTo>
                  <a:cubicBezTo>
                    <a:pt x="0" y="607"/>
                    <a:pt x="0" y="1458"/>
                    <a:pt x="504" y="1962"/>
                  </a:cubicBezTo>
                  <a:cubicBezTo>
                    <a:pt x="756" y="2214"/>
                    <a:pt x="756" y="2655"/>
                    <a:pt x="504" y="2875"/>
                  </a:cubicBezTo>
                  <a:cubicBezTo>
                    <a:pt x="378" y="3001"/>
                    <a:pt x="378" y="3222"/>
                    <a:pt x="504" y="3379"/>
                  </a:cubicBezTo>
                  <a:cubicBezTo>
                    <a:pt x="567" y="3442"/>
                    <a:pt x="654" y="3474"/>
                    <a:pt x="745" y="3474"/>
                  </a:cubicBezTo>
                  <a:cubicBezTo>
                    <a:pt x="835" y="3474"/>
                    <a:pt x="930" y="3442"/>
                    <a:pt x="1008" y="3379"/>
                  </a:cubicBezTo>
                  <a:cubicBezTo>
                    <a:pt x="1544" y="2875"/>
                    <a:pt x="1544" y="2025"/>
                    <a:pt x="1008" y="1489"/>
                  </a:cubicBezTo>
                  <a:cubicBezTo>
                    <a:pt x="788" y="1269"/>
                    <a:pt x="788" y="827"/>
                    <a:pt x="1008" y="607"/>
                  </a:cubicBezTo>
                  <a:cubicBezTo>
                    <a:pt x="1134" y="481"/>
                    <a:pt x="1134" y="229"/>
                    <a:pt x="1008" y="71"/>
                  </a:cubicBezTo>
                  <a:cubicBezTo>
                    <a:pt x="945" y="24"/>
                    <a:pt x="859" y="0"/>
                    <a:pt x="7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292" name="Google Shape;15292;p85"/>
            <p:cNvSpPr/>
            <p:nvPr/>
          </p:nvSpPr>
          <p:spPr>
            <a:xfrm>
              <a:off x="-46404975" y="2070250"/>
              <a:ext cx="302475" cy="193800"/>
            </a:xfrm>
            <a:custGeom>
              <a:avLst/>
              <a:gdLst/>
              <a:ahLst/>
              <a:cxnLst/>
              <a:rect l="l" t="t" r="r" b="b"/>
              <a:pathLst>
                <a:path w="12099" h="7752" extrusionOk="0">
                  <a:moveTo>
                    <a:pt x="11058" y="1419"/>
                  </a:moveTo>
                  <a:cubicBezTo>
                    <a:pt x="11248" y="1419"/>
                    <a:pt x="11405" y="1576"/>
                    <a:pt x="11405" y="1797"/>
                  </a:cubicBezTo>
                  <a:cubicBezTo>
                    <a:pt x="11405" y="3088"/>
                    <a:pt x="10397" y="4160"/>
                    <a:pt x="9137" y="4223"/>
                  </a:cubicBezTo>
                  <a:cubicBezTo>
                    <a:pt x="9578" y="3372"/>
                    <a:pt x="9830" y="2395"/>
                    <a:pt x="9956" y="1419"/>
                  </a:cubicBezTo>
                  <a:close/>
                  <a:moveTo>
                    <a:pt x="9294" y="726"/>
                  </a:moveTo>
                  <a:cubicBezTo>
                    <a:pt x="9200" y="2521"/>
                    <a:pt x="8507" y="4569"/>
                    <a:pt x="7057" y="5640"/>
                  </a:cubicBezTo>
                  <a:lnTo>
                    <a:pt x="3056" y="5640"/>
                  </a:lnTo>
                  <a:lnTo>
                    <a:pt x="3056" y="5672"/>
                  </a:lnTo>
                  <a:cubicBezTo>
                    <a:pt x="1765" y="4695"/>
                    <a:pt x="914" y="2805"/>
                    <a:pt x="819" y="726"/>
                  </a:cubicBezTo>
                  <a:close/>
                  <a:moveTo>
                    <a:pt x="8948" y="6396"/>
                  </a:moveTo>
                  <a:cubicBezTo>
                    <a:pt x="8570" y="6837"/>
                    <a:pt x="8003" y="7090"/>
                    <a:pt x="7372" y="7090"/>
                  </a:cubicBezTo>
                  <a:lnTo>
                    <a:pt x="2710" y="7090"/>
                  </a:lnTo>
                  <a:cubicBezTo>
                    <a:pt x="2080" y="7090"/>
                    <a:pt x="1481" y="6837"/>
                    <a:pt x="1103" y="6396"/>
                  </a:cubicBezTo>
                  <a:close/>
                  <a:moveTo>
                    <a:pt x="441" y="1"/>
                  </a:moveTo>
                  <a:cubicBezTo>
                    <a:pt x="252" y="1"/>
                    <a:pt x="95" y="158"/>
                    <a:pt x="95" y="348"/>
                  </a:cubicBezTo>
                  <a:cubicBezTo>
                    <a:pt x="95" y="2301"/>
                    <a:pt x="725" y="4317"/>
                    <a:pt x="1985" y="5640"/>
                  </a:cubicBezTo>
                  <a:lnTo>
                    <a:pt x="441" y="5640"/>
                  </a:lnTo>
                  <a:cubicBezTo>
                    <a:pt x="158" y="5640"/>
                    <a:pt x="0" y="5924"/>
                    <a:pt x="126" y="6144"/>
                  </a:cubicBezTo>
                  <a:cubicBezTo>
                    <a:pt x="347" y="6617"/>
                    <a:pt x="725" y="7027"/>
                    <a:pt x="1197" y="7342"/>
                  </a:cubicBezTo>
                  <a:cubicBezTo>
                    <a:pt x="1670" y="7594"/>
                    <a:pt x="2174" y="7751"/>
                    <a:pt x="2710" y="7751"/>
                  </a:cubicBezTo>
                  <a:lnTo>
                    <a:pt x="7372" y="7751"/>
                  </a:lnTo>
                  <a:cubicBezTo>
                    <a:pt x="8475" y="7751"/>
                    <a:pt x="9452" y="7121"/>
                    <a:pt x="9956" y="6144"/>
                  </a:cubicBezTo>
                  <a:cubicBezTo>
                    <a:pt x="10082" y="5924"/>
                    <a:pt x="9924" y="5640"/>
                    <a:pt x="9641" y="5640"/>
                  </a:cubicBezTo>
                  <a:lnTo>
                    <a:pt x="8129" y="5640"/>
                  </a:lnTo>
                  <a:lnTo>
                    <a:pt x="8696" y="4916"/>
                  </a:lnTo>
                  <a:lnTo>
                    <a:pt x="8948" y="4916"/>
                  </a:lnTo>
                  <a:lnTo>
                    <a:pt x="8948" y="4947"/>
                  </a:lnTo>
                  <a:cubicBezTo>
                    <a:pt x="10680" y="4947"/>
                    <a:pt x="12098" y="3529"/>
                    <a:pt x="12098" y="1797"/>
                  </a:cubicBezTo>
                  <a:cubicBezTo>
                    <a:pt x="12098" y="1198"/>
                    <a:pt x="11626" y="726"/>
                    <a:pt x="11027" y="726"/>
                  </a:cubicBezTo>
                  <a:lnTo>
                    <a:pt x="9956" y="726"/>
                  </a:lnTo>
                  <a:lnTo>
                    <a:pt x="9956" y="348"/>
                  </a:lnTo>
                  <a:cubicBezTo>
                    <a:pt x="9956" y="158"/>
                    <a:pt x="9798" y="1"/>
                    <a:pt x="96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293" name="Google Shape;15293;p85"/>
          <p:cNvGrpSpPr/>
          <p:nvPr/>
        </p:nvGrpSpPr>
        <p:grpSpPr>
          <a:xfrm>
            <a:off x="2181740" y="3135863"/>
            <a:ext cx="358229" cy="358199"/>
            <a:chOff x="-46401050" y="2333325"/>
            <a:chExt cx="300125" cy="300100"/>
          </a:xfrm>
        </p:grpSpPr>
        <p:sp>
          <p:nvSpPr>
            <p:cNvPr id="15294" name="Google Shape;15294;p85"/>
            <p:cNvSpPr/>
            <p:nvPr/>
          </p:nvSpPr>
          <p:spPr>
            <a:xfrm>
              <a:off x="-46401050" y="2333325"/>
              <a:ext cx="300125" cy="300100"/>
            </a:xfrm>
            <a:custGeom>
              <a:avLst/>
              <a:gdLst/>
              <a:ahLst/>
              <a:cxnLst/>
              <a:rect l="l" t="t" r="r" b="b"/>
              <a:pathLst>
                <a:path w="12005" h="12004" extrusionOk="0">
                  <a:moveTo>
                    <a:pt x="7719" y="725"/>
                  </a:moveTo>
                  <a:lnTo>
                    <a:pt x="7719" y="2111"/>
                  </a:lnTo>
                  <a:lnTo>
                    <a:pt x="7026" y="2111"/>
                  </a:lnTo>
                  <a:lnTo>
                    <a:pt x="7026" y="725"/>
                  </a:lnTo>
                  <a:close/>
                  <a:moveTo>
                    <a:pt x="9137" y="725"/>
                  </a:moveTo>
                  <a:lnTo>
                    <a:pt x="9137" y="3498"/>
                  </a:lnTo>
                  <a:lnTo>
                    <a:pt x="2805" y="3498"/>
                  </a:lnTo>
                  <a:lnTo>
                    <a:pt x="2805" y="725"/>
                  </a:lnTo>
                  <a:lnTo>
                    <a:pt x="6302" y="725"/>
                  </a:lnTo>
                  <a:lnTo>
                    <a:pt x="6302" y="2489"/>
                  </a:lnTo>
                  <a:cubicBezTo>
                    <a:pt x="6302" y="2678"/>
                    <a:pt x="6459" y="2836"/>
                    <a:pt x="6648" y="2836"/>
                  </a:cubicBezTo>
                  <a:lnTo>
                    <a:pt x="8066" y="2836"/>
                  </a:lnTo>
                  <a:cubicBezTo>
                    <a:pt x="8255" y="2836"/>
                    <a:pt x="8413" y="2678"/>
                    <a:pt x="8413" y="2489"/>
                  </a:cubicBezTo>
                  <a:lnTo>
                    <a:pt x="8413" y="725"/>
                  </a:lnTo>
                  <a:close/>
                  <a:moveTo>
                    <a:pt x="2080" y="725"/>
                  </a:moveTo>
                  <a:lnTo>
                    <a:pt x="2080" y="3876"/>
                  </a:lnTo>
                  <a:cubicBezTo>
                    <a:pt x="2080" y="4065"/>
                    <a:pt x="2238" y="4222"/>
                    <a:pt x="2427" y="4222"/>
                  </a:cubicBezTo>
                  <a:lnTo>
                    <a:pt x="9452" y="4222"/>
                  </a:lnTo>
                  <a:cubicBezTo>
                    <a:pt x="9641" y="4222"/>
                    <a:pt x="9799" y="4065"/>
                    <a:pt x="9799" y="3876"/>
                  </a:cubicBezTo>
                  <a:lnTo>
                    <a:pt x="9799" y="1166"/>
                  </a:lnTo>
                  <a:lnTo>
                    <a:pt x="11217" y="2584"/>
                  </a:lnTo>
                  <a:lnTo>
                    <a:pt x="11217" y="11311"/>
                  </a:lnTo>
                  <a:lnTo>
                    <a:pt x="662" y="11311"/>
                  </a:lnTo>
                  <a:lnTo>
                    <a:pt x="662" y="725"/>
                  </a:lnTo>
                  <a:close/>
                  <a:moveTo>
                    <a:pt x="347" y="1"/>
                  </a:moveTo>
                  <a:cubicBezTo>
                    <a:pt x="158" y="1"/>
                    <a:pt x="1" y="158"/>
                    <a:pt x="1" y="347"/>
                  </a:cubicBezTo>
                  <a:lnTo>
                    <a:pt x="1" y="11657"/>
                  </a:lnTo>
                  <a:cubicBezTo>
                    <a:pt x="1" y="11846"/>
                    <a:pt x="158" y="12004"/>
                    <a:pt x="347" y="12004"/>
                  </a:cubicBezTo>
                  <a:lnTo>
                    <a:pt x="11658" y="12004"/>
                  </a:lnTo>
                  <a:cubicBezTo>
                    <a:pt x="11847" y="12004"/>
                    <a:pt x="12004" y="11846"/>
                    <a:pt x="12004" y="11657"/>
                  </a:cubicBezTo>
                  <a:lnTo>
                    <a:pt x="12004" y="2489"/>
                  </a:lnTo>
                  <a:cubicBezTo>
                    <a:pt x="11941" y="2395"/>
                    <a:pt x="11878" y="2300"/>
                    <a:pt x="11847" y="2237"/>
                  </a:cubicBezTo>
                  <a:lnTo>
                    <a:pt x="9736" y="127"/>
                  </a:lnTo>
                  <a:cubicBezTo>
                    <a:pt x="9641" y="32"/>
                    <a:pt x="9578" y="1"/>
                    <a:pt x="94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295" name="Google Shape;15295;p85"/>
            <p:cNvSpPr/>
            <p:nvPr/>
          </p:nvSpPr>
          <p:spPr>
            <a:xfrm>
              <a:off x="-46366400" y="2580650"/>
              <a:ext cx="35475" cy="17350"/>
            </a:xfrm>
            <a:custGeom>
              <a:avLst/>
              <a:gdLst/>
              <a:ahLst/>
              <a:cxnLst/>
              <a:rect l="l" t="t" r="r" b="b"/>
              <a:pathLst>
                <a:path w="1419" h="694" extrusionOk="0">
                  <a:moveTo>
                    <a:pt x="348" y="0"/>
                  </a:moveTo>
                  <a:cubicBezTo>
                    <a:pt x="159" y="0"/>
                    <a:pt x="1" y="158"/>
                    <a:pt x="1" y="347"/>
                  </a:cubicBezTo>
                  <a:cubicBezTo>
                    <a:pt x="1" y="536"/>
                    <a:pt x="159" y="693"/>
                    <a:pt x="348" y="693"/>
                  </a:cubicBezTo>
                  <a:lnTo>
                    <a:pt x="1041" y="693"/>
                  </a:lnTo>
                  <a:cubicBezTo>
                    <a:pt x="1261" y="693"/>
                    <a:pt x="1419" y="536"/>
                    <a:pt x="1419" y="347"/>
                  </a:cubicBezTo>
                  <a:cubicBezTo>
                    <a:pt x="1419" y="158"/>
                    <a:pt x="1261" y="0"/>
                    <a:pt x="10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296" name="Google Shape;15296;p85"/>
            <p:cNvSpPr/>
            <p:nvPr/>
          </p:nvSpPr>
          <p:spPr>
            <a:xfrm>
              <a:off x="-46313625" y="2457775"/>
              <a:ext cx="122900" cy="122100"/>
            </a:xfrm>
            <a:custGeom>
              <a:avLst/>
              <a:gdLst/>
              <a:ahLst/>
              <a:cxnLst/>
              <a:rect l="l" t="t" r="r" b="b"/>
              <a:pathLst>
                <a:path w="4916" h="4884" extrusionOk="0">
                  <a:moveTo>
                    <a:pt x="2458" y="662"/>
                  </a:moveTo>
                  <a:cubicBezTo>
                    <a:pt x="3435" y="662"/>
                    <a:pt x="4222" y="1450"/>
                    <a:pt x="4222" y="2426"/>
                  </a:cubicBezTo>
                  <a:cubicBezTo>
                    <a:pt x="4222" y="3403"/>
                    <a:pt x="3435" y="4190"/>
                    <a:pt x="2458" y="4190"/>
                  </a:cubicBezTo>
                  <a:cubicBezTo>
                    <a:pt x="1450" y="4190"/>
                    <a:pt x="662" y="3403"/>
                    <a:pt x="662" y="2426"/>
                  </a:cubicBezTo>
                  <a:cubicBezTo>
                    <a:pt x="662" y="1450"/>
                    <a:pt x="1450" y="662"/>
                    <a:pt x="2458" y="662"/>
                  </a:cubicBezTo>
                  <a:close/>
                  <a:moveTo>
                    <a:pt x="2458" y="0"/>
                  </a:moveTo>
                  <a:cubicBezTo>
                    <a:pt x="1103" y="0"/>
                    <a:pt x="1" y="1103"/>
                    <a:pt x="1" y="2426"/>
                  </a:cubicBezTo>
                  <a:cubicBezTo>
                    <a:pt x="1" y="3781"/>
                    <a:pt x="1103" y="4884"/>
                    <a:pt x="2458" y="4884"/>
                  </a:cubicBezTo>
                  <a:cubicBezTo>
                    <a:pt x="3781" y="4884"/>
                    <a:pt x="4884" y="3749"/>
                    <a:pt x="4884" y="2426"/>
                  </a:cubicBezTo>
                  <a:cubicBezTo>
                    <a:pt x="4916" y="1103"/>
                    <a:pt x="3813"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297" name="Google Shape;15297;p85"/>
            <p:cNvSpPr/>
            <p:nvPr/>
          </p:nvSpPr>
          <p:spPr>
            <a:xfrm>
              <a:off x="-46278950" y="2493225"/>
              <a:ext cx="53575" cy="52775"/>
            </a:xfrm>
            <a:custGeom>
              <a:avLst/>
              <a:gdLst/>
              <a:ahLst/>
              <a:cxnLst/>
              <a:rect l="l" t="t" r="r" b="b"/>
              <a:pathLst>
                <a:path w="2143" h="2111" extrusionOk="0">
                  <a:moveTo>
                    <a:pt x="1071" y="662"/>
                  </a:moveTo>
                  <a:cubicBezTo>
                    <a:pt x="1260" y="662"/>
                    <a:pt x="1418" y="819"/>
                    <a:pt x="1418" y="1008"/>
                  </a:cubicBezTo>
                  <a:cubicBezTo>
                    <a:pt x="1418" y="1197"/>
                    <a:pt x="1260" y="1355"/>
                    <a:pt x="1071" y="1355"/>
                  </a:cubicBezTo>
                  <a:cubicBezTo>
                    <a:pt x="851" y="1355"/>
                    <a:pt x="693" y="1197"/>
                    <a:pt x="693" y="1008"/>
                  </a:cubicBezTo>
                  <a:cubicBezTo>
                    <a:pt x="693" y="819"/>
                    <a:pt x="851" y="662"/>
                    <a:pt x="1071" y="662"/>
                  </a:cubicBezTo>
                  <a:close/>
                  <a:moveTo>
                    <a:pt x="1071" y="0"/>
                  </a:moveTo>
                  <a:cubicBezTo>
                    <a:pt x="473" y="0"/>
                    <a:pt x="0" y="473"/>
                    <a:pt x="0" y="1040"/>
                  </a:cubicBezTo>
                  <a:cubicBezTo>
                    <a:pt x="0" y="1638"/>
                    <a:pt x="473" y="2111"/>
                    <a:pt x="1071" y="2111"/>
                  </a:cubicBezTo>
                  <a:cubicBezTo>
                    <a:pt x="1638" y="2111"/>
                    <a:pt x="2111" y="1638"/>
                    <a:pt x="2111" y="1040"/>
                  </a:cubicBezTo>
                  <a:cubicBezTo>
                    <a:pt x="2142" y="473"/>
                    <a:pt x="1638"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5298" name="Google Shape;15298;p85"/>
          <p:cNvSpPr/>
          <p:nvPr/>
        </p:nvSpPr>
        <p:spPr>
          <a:xfrm>
            <a:off x="2183438" y="3591597"/>
            <a:ext cx="360109" cy="359154"/>
          </a:xfrm>
          <a:custGeom>
            <a:avLst/>
            <a:gdLst/>
            <a:ahLst/>
            <a:cxnLst/>
            <a:rect l="l" t="t" r="r" b="b"/>
            <a:pathLst>
              <a:path w="12068" h="12036" extrusionOk="0">
                <a:moveTo>
                  <a:pt x="4222" y="630"/>
                </a:moveTo>
                <a:cubicBezTo>
                  <a:pt x="5010" y="630"/>
                  <a:pt x="5640" y="1292"/>
                  <a:pt x="5640" y="2048"/>
                </a:cubicBezTo>
                <a:lnTo>
                  <a:pt x="5640" y="9767"/>
                </a:lnTo>
                <a:cubicBezTo>
                  <a:pt x="5703" y="10617"/>
                  <a:pt x="5073" y="11311"/>
                  <a:pt x="4285" y="11311"/>
                </a:cubicBezTo>
                <a:cubicBezTo>
                  <a:pt x="3498" y="11311"/>
                  <a:pt x="2868" y="10680"/>
                  <a:pt x="2868" y="9893"/>
                </a:cubicBezTo>
                <a:lnTo>
                  <a:pt x="2868" y="9830"/>
                </a:lnTo>
                <a:cubicBezTo>
                  <a:pt x="3403" y="9767"/>
                  <a:pt x="3907" y="9515"/>
                  <a:pt x="4254" y="9137"/>
                </a:cubicBezTo>
                <a:cubicBezTo>
                  <a:pt x="4380" y="9011"/>
                  <a:pt x="4380" y="8790"/>
                  <a:pt x="4254" y="8633"/>
                </a:cubicBezTo>
                <a:cubicBezTo>
                  <a:pt x="4191" y="8570"/>
                  <a:pt x="4104" y="8538"/>
                  <a:pt x="4014" y="8538"/>
                </a:cubicBezTo>
                <a:cubicBezTo>
                  <a:pt x="3923" y="8538"/>
                  <a:pt x="3829" y="8570"/>
                  <a:pt x="3750" y="8633"/>
                </a:cubicBezTo>
                <a:cubicBezTo>
                  <a:pt x="3435" y="8948"/>
                  <a:pt x="2962" y="9137"/>
                  <a:pt x="2490" y="9137"/>
                </a:cubicBezTo>
                <a:cubicBezTo>
                  <a:pt x="1513" y="9137"/>
                  <a:pt x="725" y="8349"/>
                  <a:pt x="725" y="7372"/>
                </a:cubicBezTo>
                <a:cubicBezTo>
                  <a:pt x="725" y="7057"/>
                  <a:pt x="788" y="6742"/>
                  <a:pt x="946" y="6490"/>
                </a:cubicBezTo>
                <a:cubicBezTo>
                  <a:pt x="1387" y="6805"/>
                  <a:pt x="1891" y="6994"/>
                  <a:pt x="2490" y="6994"/>
                </a:cubicBezTo>
                <a:cubicBezTo>
                  <a:pt x="2679" y="6994"/>
                  <a:pt x="2836" y="6837"/>
                  <a:pt x="2836" y="6648"/>
                </a:cubicBezTo>
                <a:cubicBezTo>
                  <a:pt x="2836" y="6459"/>
                  <a:pt x="2679" y="6301"/>
                  <a:pt x="2490" y="6301"/>
                </a:cubicBezTo>
                <a:cubicBezTo>
                  <a:pt x="1513" y="6301"/>
                  <a:pt x="725" y="5514"/>
                  <a:pt x="725" y="4537"/>
                </a:cubicBezTo>
                <a:cubicBezTo>
                  <a:pt x="725" y="3623"/>
                  <a:pt x="1387" y="2899"/>
                  <a:pt x="2238" y="2804"/>
                </a:cubicBezTo>
                <a:cubicBezTo>
                  <a:pt x="2521" y="3623"/>
                  <a:pt x="3309" y="4159"/>
                  <a:pt x="4222" y="4159"/>
                </a:cubicBezTo>
                <a:cubicBezTo>
                  <a:pt x="4411" y="4159"/>
                  <a:pt x="4569" y="4001"/>
                  <a:pt x="4569" y="3812"/>
                </a:cubicBezTo>
                <a:cubicBezTo>
                  <a:pt x="4569" y="3623"/>
                  <a:pt x="4411" y="3466"/>
                  <a:pt x="4222" y="3466"/>
                </a:cubicBezTo>
                <a:cubicBezTo>
                  <a:pt x="3435" y="3466"/>
                  <a:pt x="2805" y="2836"/>
                  <a:pt x="2805" y="2048"/>
                </a:cubicBezTo>
                <a:cubicBezTo>
                  <a:pt x="2805" y="1261"/>
                  <a:pt x="3435" y="630"/>
                  <a:pt x="4222" y="630"/>
                </a:cubicBezTo>
                <a:close/>
                <a:moveTo>
                  <a:pt x="7814" y="788"/>
                </a:moveTo>
                <a:cubicBezTo>
                  <a:pt x="8602" y="788"/>
                  <a:pt x="9232" y="1418"/>
                  <a:pt x="9232" y="2206"/>
                </a:cubicBezTo>
                <a:cubicBezTo>
                  <a:pt x="9232" y="2993"/>
                  <a:pt x="8602" y="3623"/>
                  <a:pt x="7814" y="3623"/>
                </a:cubicBezTo>
                <a:cubicBezTo>
                  <a:pt x="7593" y="3623"/>
                  <a:pt x="7436" y="3781"/>
                  <a:pt x="7436" y="3970"/>
                </a:cubicBezTo>
                <a:cubicBezTo>
                  <a:pt x="7436" y="4159"/>
                  <a:pt x="7593" y="4316"/>
                  <a:pt x="7814" y="4316"/>
                </a:cubicBezTo>
                <a:cubicBezTo>
                  <a:pt x="8696" y="4316"/>
                  <a:pt x="9484" y="3749"/>
                  <a:pt x="9767" y="2962"/>
                </a:cubicBezTo>
                <a:cubicBezTo>
                  <a:pt x="10649" y="3056"/>
                  <a:pt x="11311" y="3812"/>
                  <a:pt x="11311" y="4695"/>
                </a:cubicBezTo>
                <a:cubicBezTo>
                  <a:pt x="11311" y="5671"/>
                  <a:pt x="10523" y="6459"/>
                  <a:pt x="9547" y="6459"/>
                </a:cubicBezTo>
                <a:cubicBezTo>
                  <a:pt x="9326" y="6459"/>
                  <a:pt x="9169" y="6616"/>
                  <a:pt x="9169" y="6805"/>
                </a:cubicBezTo>
                <a:cubicBezTo>
                  <a:pt x="9169" y="6994"/>
                  <a:pt x="9326" y="7152"/>
                  <a:pt x="9547" y="7152"/>
                </a:cubicBezTo>
                <a:cubicBezTo>
                  <a:pt x="10114" y="7152"/>
                  <a:pt x="10649" y="6963"/>
                  <a:pt x="11059" y="6648"/>
                </a:cubicBezTo>
                <a:cubicBezTo>
                  <a:pt x="11217" y="6931"/>
                  <a:pt x="11311" y="7215"/>
                  <a:pt x="11311" y="7530"/>
                </a:cubicBezTo>
                <a:cubicBezTo>
                  <a:pt x="11374" y="8381"/>
                  <a:pt x="10586" y="9168"/>
                  <a:pt x="9610" y="9168"/>
                </a:cubicBezTo>
                <a:cubicBezTo>
                  <a:pt x="9137" y="9168"/>
                  <a:pt x="8696" y="8979"/>
                  <a:pt x="8350" y="8664"/>
                </a:cubicBezTo>
                <a:cubicBezTo>
                  <a:pt x="8287" y="8601"/>
                  <a:pt x="8200" y="8570"/>
                  <a:pt x="8109" y="8570"/>
                </a:cubicBezTo>
                <a:cubicBezTo>
                  <a:pt x="8019" y="8570"/>
                  <a:pt x="7924" y="8601"/>
                  <a:pt x="7845" y="8664"/>
                </a:cubicBezTo>
                <a:cubicBezTo>
                  <a:pt x="7719" y="8790"/>
                  <a:pt x="7719" y="9011"/>
                  <a:pt x="7845" y="9168"/>
                </a:cubicBezTo>
                <a:cubicBezTo>
                  <a:pt x="8224" y="9578"/>
                  <a:pt x="8696" y="9798"/>
                  <a:pt x="9232" y="9893"/>
                </a:cubicBezTo>
                <a:lnTo>
                  <a:pt x="9232" y="9924"/>
                </a:lnTo>
                <a:cubicBezTo>
                  <a:pt x="9232" y="10712"/>
                  <a:pt x="8602" y="11342"/>
                  <a:pt x="7814" y="11342"/>
                </a:cubicBezTo>
                <a:cubicBezTo>
                  <a:pt x="7026" y="11342"/>
                  <a:pt x="6396" y="10680"/>
                  <a:pt x="6396" y="9924"/>
                </a:cubicBezTo>
                <a:lnTo>
                  <a:pt x="6396" y="2206"/>
                </a:lnTo>
                <a:cubicBezTo>
                  <a:pt x="6396" y="1418"/>
                  <a:pt x="7058" y="788"/>
                  <a:pt x="7814" y="788"/>
                </a:cubicBezTo>
                <a:close/>
                <a:moveTo>
                  <a:pt x="4254" y="0"/>
                </a:moveTo>
                <a:cubicBezTo>
                  <a:pt x="3088" y="0"/>
                  <a:pt x="2143" y="977"/>
                  <a:pt x="2143" y="2111"/>
                </a:cubicBezTo>
                <a:lnTo>
                  <a:pt x="2143" y="2174"/>
                </a:lnTo>
                <a:cubicBezTo>
                  <a:pt x="946" y="2332"/>
                  <a:pt x="1" y="3340"/>
                  <a:pt x="1" y="4600"/>
                </a:cubicBezTo>
                <a:cubicBezTo>
                  <a:pt x="1" y="5104"/>
                  <a:pt x="158" y="5640"/>
                  <a:pt x="442" y="6018"/>
                </a:cubicBezTo>
                <a:cubicBezTo>
                  <a:pt x="158" y="6427"/>
                  <a:pt x="1" y="6931"/>
                  <a:pt x="1" y="7435"/>
                </a:cubicBezTo>
                <a:cubicBezTo>
                  <a:pt x="1" y="8696"/>
                  <a:pt x="946" y="9735"/>
                  <a:pt x="2143" y="9861"/>
                </a:cubicBezTo>
                <a:lnTo>
                  <a:pt x="2143" y="9924"/>
                </a:lnTo>
                <a:cubicBezTo>
                  <a:pt x="2143" y="11090"/>
                  <a:pt x="3088" y="12035"/>
                  <a:pt x="4254" y="12035"/>
                </a:cubicBezTo>
                <a:cubicBezTo>
                  <a:pt x="5010" y="12035"/>
                  <a:pt x="5640" y="11657"/>
                  <a:pt x="6050" y="11058"/>
                </a:cubicBezTo>
                <a:cubicBezTo>
                  <a:pt x="6428" y="11657"/>
                  <a:pt x="7089" y="12035"/>
                  <a:pt x="7814" y="12035"/>
                </a:cubicBezTo>
                <a:cubicBezTo>
                  <a:pt x="8980" y="12035"/>
                  <a:pt x="9925" y="11058"/>
                  <a:pt x="9925" y="9924"/>
                </a:cubicBezTo>
                <a:lnTo>
                  <a:pt x="9925" y="9861"/>
                </a:lnTo>
                <a:cubicBezTo>
                  <a:pt x="11122" y="9704"/>
                  <a:pt x="12067" y="8696"/>
                  <a:pt x="12067" y="7435"/>
                </a:cubicBezTo>
                <a:cubicBezTo>
                  <a:pt x="12067" y="6931"/>
                  <a:pt x="11910" y="6459"/>
                  <a:pt x="11626" y="6018"/>
                </a:cubicBezTo>
                <a:cubicBezTo>
                  <a:pt x="11910" y="5577"/>
                  <a:pt x="12067" y="5104"/>
                  <a:pt x="12067" y="4600"/>
                </a:cubicBezTo>
                <a:cubicBezTo>
                  <a:pt x="12067" y="3371"/>
                  <a:pt x="11154" y="2363"/>
                  <a:pt x="9925" y="2174"/>
                </a:cubicBezTo>
                <a:lnTo>
                  <a:pt x="9925" y="2111"/>
                </a:lnTo>
                <a:cubicBezTo>
                  <a:pt x="9925" y="945"/>
                  <a:pt x="8980" y="0"/>
                  <a:pt x="7814" y="0"/>
                </a:cubicBezTo>
                <a:cubicBezTo>
                  <a:pt x="7089" y="0"/>
                  <a:pt x="6428" y="378"/>
                  <a:pt x="6050" y="977"/>
                </a:cubicBezTo>
                <a:cubicBezTo>
                  <a:pt x="5640" y="378"/>
                  <a:pt x="4979" y="0"/>
                  <a:pt x="42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5299" name="Google Shape;15299;p85"/>
          <p:cNvGrpSpPr/>
          <p:nvPr/>
        </p:nvGrpSpPr>
        <p:grpSpPr>
          <a:xfrm>
            <a:off x="3961830" y="3146218"/>
            <a:ext cx="359154" cy="359124"/>
            <a:chOff x="-44914800" y="2342000"/>
            <a:chExt cx="300900" cy="300875"/>
          </a:xfrm>
        </p:grpSpPr>
        <p:sp>
          <p:nvSpPr>
            <p:cNvPr id="15300" name="Google Shape;15300;p85"/>
            <p:cNvSpPr/>
            <p:nvPr/>
          </p:nvSpPr>
          <p:spPr>
            <a:xfrm>
              <a:off x="-44914800" y="2342000"/>
              <a:ext cx="300900" cy="300875"/>
            </a:xfrm>
            <a:custGeom>
              <a:avLst/>
              <a:gdLst/>
              <a:ahLst/>
              <a:cxnLst/>
              <a:rect l="l" t="t" r="r" b="b"/>
              <a:pathLst>
                <a:path w="12036" h="12035" extrusionOk="0">
                  <a:moveTo>
                    <a:pt x="1450" y="725"/>
                  </a:moveTo>
                  <a:lnTo>
                    <a:pt x="1450" y="1418"/>
                  </a:lnTo>
                  <a:lnTo>
                    <a:pt x="725" y="1418"/>
                  </a:lnTo>
                  <a:lnTo>
                    <a:pt x="725" y="725"/>
                  </a:lnTo>
                  <a:close/>
                  <a:moveTo>
                    <a:pt x="11311" y="725"/>
                  </a:moveTo>
                  <a:lnTo>
                    <a:pt x="11311" y="1418"/>
                  </a:lnTo>
                  <a:lnTo>
                    <a:pt x="10618" y="1418"/>
                  </a:lnTo>
                  <a:lnTo>
                    <a:pt x="10618" y="725"/>
                  </a:lnTo>
                  <a:close/>
                  <a:moveTo>
                    <a:pt x="9893" y="1418"/>
                  </a:moveTo>
                  <a:lnTo>
                    <a:pt x="9893" y="1796"/>
                  </a:lnTo>
                  <a:cubicBezTo>
                    <a:pt x="9893" y="1985"/>
                    <a:pt x="10051" y="2142"/>
                    <a:pt x="10240" y="2142"/>
                  </a:cubicBezTo>
                  <a:lnTo>
                    <a:pt x="10618" y="2142"/>
                  </a:lnTo>
                  <a:lnTo>
                    <a:pt x="10618" y="9893"/>
                  </a:lnTo>
                  <a:lnTo>
                    <a:pt x="10240" y="9893"/>
                  </a:lnTo>
                  <a:cubicBezTo>
                    <a:pt x="10051" y="9893"/>
                    <a:pt x="9893" y="10050"/>
                    <a:pt x="9893" y="10239"/>
                  </a:cubicBezTo>
                  <a:lnTo>
                    <a:pt x="9893" y="10617"/>
                  </a:lnTo>
                  <a:lnTo>
                    <a:pt x="2143" y="10617"/>
                  </a:lnTo>
                  <a:lnTo>
                    <a:pt x="2143" y="10239"/>
                  </a:lnTo>
                  <a:cubicBezTo>
                    <a:pt x="2143" y="10050"/>
                    <a:pt x="1985" y="9893"/>
                    <a:pt x="1796" y="9893"/>
                  </a:cubicBezTo>
                  <a:lnTo>
                    <a:pt x="1450" y="9893"/>
                  </a:lnTo>
                  <a:lnTo>
                    <a:pt x="1450" y="2142"/>
                  </a:lnTo>
                  <a:lnTo>
                    <a:pt x="1796" y="2142"/>
                  </a:lnTo>
                  <a:cubicBezTo>
                    <a:pt x="1985" y="2142"/>
                    <a:pt x="2143" y="1985"/>
                    <a:pt x="2143" y="1796"/>
                  </a:cubicBezTo>
                  <a:lnTo>
                    <a:pt x="2143" y="1418"/>
                  </a:lnTo>
                  <a:close/>
                  <a:moveTo>
                    <a:pt x="1418" y="10617"/>
                  </a:moveTo>
                  <a:lnTo>
                    <a:pt x="1418" y="11310"/>
                  </a:lnTo>
                  <a:lnTo>
                    <a:pt x="725" y="11310"/>
                  </a:lnTo>
                  <a:lnTo>
                    <a:pt x="725" y="10617"/>
                  </a:lnTo>
                  <a:close/>
                  <a:moveTo>
                    <a:pt x="11311" y="10617"/>
                  </a:moveTo>
                  <a:lnTo>
                    <a:pt x="11311" y="11310"/>
                  </a:lnTo>
                  <a:lnTo>
                    <a:pt x="10618" y="11310"/>
                  </a:lnTo>
                  <a:lnTo>
                    <a:pt x="10618" y="10617"/>
                  </a:lnTo>
                  <a:close/>
                  <a:moveTo>
                    <a:pt x="379" y="0"/>
                  </a:moveTo>
                  <a:cubicBezTo>
                    <a:pt x="158" y="0"/>
                    <a:pt x="1" y="158"/>
                    <a:pt x="1" y="378"/>
                  </a:cubicBezTo>
                  <a:lnTo>
                    <a:pt x="1" y="1764"/>
                  </a:lnTo>
                  <a:cubicBezTo>
                    <a:pt x="1" y="1985"/>
                    <a:pt x="158" y="2142"/>
                    <a:pt x="379" y="2142"/>
                  </a:cubicBezTo>
                  <a:lnTo>
                    <a:pt x="725" y="2142"/>
                  </a:lnTo>
                  <a:lnTo>
                    <a:pt x="725" y="9893"/>
                  </a:lnTo>
                  <a:lnTo>
                    <a:pt x="379" y="9893"/>
                  </a:lnTo>
                  <a:cubicBezTo>
                    <a:pt x="158" y="9893"/>
                    <a:pt x="1" y="10050"/>
                    <a:pt x="1" y="10239"/>
                  </a:cubicBezTo>
                  <a:lnTo>
                    <a:pt x="1" y="11657"/>
                  </a:lnTo>
                  <a:cubicBezTo>
                    <a:pt x="1" y="11877"/>
                    <a:pt x="158" y="12035"/>
                    <a:pt x="379" y="12035"/>
                  </a:cubicBezTo>
                  <a:lnTo>
                    <a:pt x="1796" y="12035"/>
                  </a:lnTo>
                  <a:cubicBezTo>
                    <a:pt x="1985" y="12035"/>
                    <a:pt x="2143" y="11877"/>
                    <a:pt x="2143" y="11657"/>
                  </a:cubicBezTo>
                  <a:lnTo>
                    <a:pt x="2143" y="11310"/>
                  </a:lnTo>
                  <a:lnTo>
                    <a:pt x="9893" y="11310"/>
                  </a:lnTo>
                  <a:lnTo>
                    <a:pt x="9893" y="11657"/>
                  </a:lnTo>
                  <a:cubicBezTo>
                    <a:pt x="9893" y="11877"/>
                    <a:pt x="10051" y="12035"/>
                    <a:pt x="10240" y="12035"/>
                  </a:cubicBezTo>
                  <a:lnTo>
                    <a:pt x="11657" y="12035"/>
                  </a:lnTo>
                  <a:cubicBezTo>
                    <a:pt x="11878" y="12035"/>
                    <a:pt x="12036" y="11877"/>
                    <a:pt x="12036" y="11657"/>
                  </a:cubicBezTo>
                  <a:lnTo>
                    <a:pt x="12036" y="10239"/>
                  </a:lnTo>
                  <a:cubicBezTo>
                    <a:pt x="12036" y="10050"/>
                    <a:pt x="11878" y="9893"/>
                    <a:pt x="11657" y="9893"/>
                  </a:cubicBezTo>
                  <a:lnTo>
                    <a:pt x="11311" y="9893"/>
                  </a:lnTo>
                  <a:lnTo>
                    <a:pt x="11311" y="2142"/>
                  </a:lnTo>
                  <a:lnTo>
                    <a:pt x="11657" y="2142"/>
                  </a:lnTo>
                  <a:cubicBezTo>
                    <a:pt x="11878" y="2142"/>
                    <a:pt x="12036" y="1985"/>
                    <a:pt x="12036" y="1764"/>
                  </a:cubicBezTo>
                  <a:lnTo>
                    <a:pt x="12036" y="378"/>
                  </a:lnTo>
                  <a:cubicBezTo>
                    <a:pt x="12036" y="158"/>
                    <a:pt x="11878" y="0"/>
                    <a:pt x="11657" y="0"/>
                  </a:cubicBezTo>
                  <a:lnTo>
                    <a:pt x="10240" y="0"/>
                  </a:lnTo>
                  <a:cubicBezTo>
                    <a:pt x="10051" y="0"/>
                    <a:pt x="9893" y="158"/>
                    <a:pt x="9893" y="378"/>
                  </a:cubicBezTo>
                  <a:lnTo>
                    <a:pt x="9893" y="725"/>
                  </a:lnTo>
                  <a:lnTo>
                    <a:pt x="2143" y="725"/>
                  </a:lnTo>
                  <a:lnTo>
                    <a:pt x="2143" y="378"/>
                  </a:lnTo>
                  <a:cubicBezTo>
                    <a:pt x="2143" y="158"/>
                    <a:pt x="1985"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301" name="Google Shape;15301;p85"/>
            <p:cNvSpPr/>
            <p:nvPr/>
          </p:nvSpPr>
          <p:spPr>
            <a:xfrm>
              <a:off x="-44860450" y="2412875"/>
              <a:ext cx="193000" cy="159125"/>
            </a:xfrm>
            <a:custGeom>
              <a:avLst/>
              <a:gdLst/>
              <a:ahLst/>
              <a:cxnLst/>
              <a:rect l="l" t="t" r="r" b="b"/>
              <a:pathLst>
                <a:path w="7720" h="6365" extrusionOk="0">
                  <a:moveTo>
                    <a:pt x="7026" y="694"/>
                  </a:moveTo>
                  <a:lnTo>
                    <a:pt x="7026" y="725"/>
                  </a:lnTo>
                  <a:lnTo>
                    <a:pt x="7026" y="5136"/>
                  </a:lnTo>
                  <a:lnTo>
                    <a:pt x="5514" y="3624"/>
                  </a:lnTo>
                  <a:cubicBezTo>
                    <a:pt x="5451" y="3561"/>
                    <a:pt x="5356" y="3498"/>
                    <a:pt x="5262" y="3498"/>
                  </a:cubicBezTo>
                  <a:cubicBezTo>
                    <a:pt x="5167" y="3498"/>
                    <a:pt x="5041" y="3561"/>
                    <a:pt x="5010" y="3624"/>
                  </a:cubicBezTo>
                  <a:lnTo>
                    <a:pt x="3907" y="4821"/>
                  </a:lnTo>
                  <a:lnTo>
                    <a:pt x="2678" y="3592"/>
                  </a:lnTo>
                  <a:cubicBezTo>
                    <a:pt x="2615" y="3529"/>
                    <a:pt x="2529" y="3498"/>
                    <a:pt x="2438" y="3498"/>
                  </a:cubicBezTo>
                  <a:cubicBezTo>
                    <a:pt x="2348" y="3498"/>
                    <a:pt x="2253" y="3529"/>
                    <a:pt x="2174" y="3592"/>
                  </a:cubicBezTo>
                  <a:lnTo>
                    <a:pt x="662" y="5104"/>
                  </a:lnTo>
                  <a:lnTo>
                    <a:pt x="662" y="694"/>
                  </a:lnTo>
                  <a:close/>
                  <a:moveTo>
                    <a:pt x="2458" y="4380"/>
                  </a:moveTo>
                  <a:lnTo>
                    <a:pt x="3718" y="5640"/>
                  </a:lnTo>
                  <a:lnTo>
                    <a:pt x="1198" y="5640"/>
                  </a:lnTo>
                  <a:lnTo>
                    <a:pt x="2458" y="4380"/>
                  </a:lnTo>
                  <a:close/>
                  <a:moveTo>
                    <a:pt x="5293" y="4411"/>
                  </a:moveTo>
                  <a:lnTo>
                    <a:pt x="6554" y="5671"/>
                  </a:lnTo>
                  <a:lnTo>
                    <a:pt x="4695" y="5671"/>
                  </a:lnTo>
                  <a:lnTo>
                    <a:pt x="4695" y="5640"/>
                  </a:lnTo>
                  <a:lnTo>
                    <a:pt x="4411" y="5356"/>
                  </a:lnTo>
                  <a:lnTo>
                    <a:pt x="5293" y="4411"/>
                  </a:lnTo>
                  <a:close/>
                  <a:moveTo>
                    <a:pt x="347" y="1"/>
                  </a:moveTo>
                  <a:cubicBezTo>
                    <a:pt x="158" y="1"/>
                    <a:pt x="0" y="158"/>
                    <a:pt x="0" y="379"/>
                  </a:cubicBezTo>
                  <a:lnTo>
                    <a:pt x="0" y="5986"/>
                  </a:lnTo>
                  <a:cubicBezTo>
                    <a:pt x="0" y="6207"/>
                    <a:pt x="158" y="6365"/>
                    <a:pt x="347" y="6365"/>
                  </a:cubicBezTo>
                  <a:lnTo>
                    <a:pt x="7373" y="6365"/>
                  </a:lnTo>
                  <a:cubicBezTo>
                    <a:pt x="7562" y="6365"/>
                    <a:pt x="7719" y="6207"/>
                    <a:pt x="7719" y="5986"/>
                  </a:cubicBezTo>
                  <a:lnTo>
                    <a:pt x="7719" y="379"/>
                  </a:lnTo>
                  <a:cubicBezTo>
                    <a:pt x="7719" y="158"/>
                    <a:pt x="7562" y="1"/>
                    <a:pt x="73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302" name="Google Shape;15302;p85"/>
            <p:cNvSpPr/>
            <p:nvPr/>
          </p:nvSpPr>
          <p:spPr>
            <a:xfrm>
              <a:off x="-44791150" y="2439650"/>
              <a:ext cx="52800" cy="53600"/>
            </a:xfrm>
            <a:custGeom>
              <a:avLst/>
              <a:gdLst/>
              <a:ahLst/>
              <a:cxnLst/>
              <a:rect l="l" t="t" r="r" b="b"/>
              <a:pathLst>
                <a:path w="2112" h="2144" extrusionOk="0">
                  <a:moveTo>
                    <a:pt x="1041" y="725"/>
                  </a:moveTo>
                  <a:cubicBezTo>
                    <a:pt x="1261" y="725"/>
                    <a:pt x="1419" y="883"/>
                    <a:pt x="1419" y="1072"/>
                  </a:cubicBezTo>
                  <a:cubicBezTo>
                    <a:pt x="1419" y="1261"/>
                    <a:pt x="1261" y="1418"/>
                    <a:pt x="1041" y="1418"/>
                  </a:cubicBezTo>
                  <a:cubicBezTo>
                    <a:pt x="852" y="1418"/>
                    <a:pt x="694" y="1261"/>
                    <a:pt x="694" y="1072"/>
                  </a:cubicBezTo>
                  <a:cubicBezTo>
                    <a:pt x="694" y="883"/>
                    <a:pt x="852" y="725"/>
                    <a:pt x="1041" y="725"/>
                  </a:cubicBezTo>
                  <a:close/>
                  <a:moveTo>
                    <a:pt x="1041" y="1"/>
                  </a:moveTo>
                  <a:cubicBezTo>
                    <a:pt x="473" y="1"/>
                    <a:pt x="1" y="473"/>
                    <a:pt x="1" y="1072"/>
                  </a:cubicBezTo>
                  <a:cubicBezTo>
                    <a:pt x="32" y="1670"/>
                    <a:pt x="505" y="2143"/>
                    <a:pt x="1041" y="2143"/>
                  </a:cubicBezTo>
                  <a:cubicBezTo>
                    <a:pt x="1639" y="2143"/>
                    <a:pt x="2112" y="1670"/>
                    <a:pt x="2112" y="1072"/>
                  </a:cubicBezTo>
                  <a:cubicBezTo>
                    <a:pt x="2112" y="473"/>
                    <a:pt x="1639" y="1"/>
                    <a:pt x="10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5303" name="Google Shape;15303;p85"/>
          <p:cNvSpPr/>
          <p:nvPr/>
        </p:nvSpPr>
        <p:spPr>
          <a:xfrm>
            <a:off x="1739586" y="1303114"/>
            <a:ext cx="357274" cy="356797"/>
          </a:xfrm>
          <a:custGeom>
            <a:avLst/>
            <a:gdLst/>
            <a:ahLst/>
            <a:cxnLst/>
            <a:rect l="l" t="t" r="r" b="b"/>
            <a:pathLst>
              <a:path w="11973" h="11957" extrusionOk="0">
                <a:moveTo>
                  <a:pt x="5986" y="748"/>
                </a:moveTo>
                <a:lnTo>
                  <a:pt x="8003" y="1756"/>
                </a:lnTo>
                <a:lnTo>
                  <a:pt x="5986" y="2796"/>
                </a:lnTo>
                <a:lnTo>
                  <a:pt x="4002" y="1756"/>
                </a:lnTo>
                <a:lnTo>
                  <a:pt x="5986" y="748"/>
                </a:lnTo>
                <a:close/>
                <a:moveTo>
                  <a:pt x="3561" y="2324"/>
                </a:moveTo>
                <a:lnTo>
                  <a:pt x="5671" y="3395"/>
                </a:lnTo>
                <a:lnTo>
                  <a:pt x="5671" y="6136"/>
                </a:lnTo>
                <a:lnTo>
                  <a:pt x="3561" y="5064"/>
                </a:lnTo>
                <a:lnTo>
                  <a:pt x="3561" y="2324"/>
                </a:lnTo>
                <a:close/>
                <a:moveTo>
                  <a:pt x="8475" y="2324"/>
                </a:moveTo>
                <a:lnTo>
                  <a:pt x="8475" y="5064"/>
                </a:lnTo>
                <a:lnTo>
                  <a:pt x="6364" y="6136"/>
                </a:lnTo>
                <a:lnTo>
                  <a:pt x="6364" y="3395"/>
                </a:lnTo>
                <a:lnTo>
                  <a:pt x="8475" y="2324"/>
                </a:lnTo>
                <a:close/>
                <a:moveTo>
                  <a:pt x="3214" y="5663"/>
                </a:moveTo>
                <a:lnTo>
                  <a:pt x="5230" y="6703"/>
                </a:lnTo>
                <a:lnTo>
                  <a:pt x="3214" y="7711"/>
                </a:lnTo>
                <a:lnTo>
                  <a:pt x="1166" y="6703"/>
                </a:lnTo>
                <a:lnTo>
                  <a:pt x="3214" y="5663"/>
                </a:lnTo>
                <a:close/>
                <a:moveTo>
                  <a:pt x="8822" y="5663"/>
                </a:moveTo>
                <a:lnTo>
                  <a:pt x="10870" y="6703"/>
                </a:lnTo>
                <a:lnTo>
                  <a:pt x="8822" y="7711"/>
                </a:lnTo>
                <a:lnTo>
                  <a:pt x="6837" y="6703"/>
                </a:lnTo>
                <a:lnTo>
                  <a:pt x="8822" y="5663"/>
                </a:lnTo>
                <a:close/>
                <a:moveTo>
                  <a:pt x="5671" y="7238"/>
                </a:moveTo>
                <a:lnTo>
                  <a:pt x="5671" y="9948"/>
                </a:lnTo>
                <a:lnTo>
                  <a:pt x="3561" y="11019"/>
                </a:lnTo>
                <a:lnTo>
                  <a:pt x="3561" y="8309"/>
                </a:lnTo>
                <a:lnTo>
                  <a:pt x="5671" y="7238"/>
                </a:lnTo>
                <a:close/>
                <a:moveTo>
                  <a:pt x="11311" y="7238"/>
                </a:moveTo>
                <a:lnTo>
                  <a:pt x="11311" y="10011"/>
                </a:lnTo>
                <a:lnTo>
                  <a:pt x="9200" y="11050"/>
                </a:lnTo>
                <a:lnTo>
                  <a:pt x="9200" y="8309"/>
                </a:lnTo>
                <a:lnTo>
                  <a:pt x="11311" y="7238"/>
                </a:lnTo>
                <a:close/>
                <a:moveTo>
                  <a:pt x="725" y="7270"/>
                </a:moveTo>
                <a:lnTo>
                  <a:pt x="2836" y="8341"/>
                </a:lnTo>
                <a:lnTo>
                  <a:pt x="2836" y="11082"/>
                </a:lnTo>
                <a:lnTo>
                  <a:pt x="725" y="10042"/>
                </a:lnTo>
                <a:lnTo>
                  <a:pt x="725" y="7270"/>
                </a:lnTo>
                <a:close/>
                <a:moveTo>
                  <a:pt x="6364" y="7270"/>
                </a:moveTo>
                <a:lnTo>
                  <a:pt x="8475" y="8341"/>
                </a:lnTo>
                <a:lnTo>
                  <a:pt x="8475" y="11082"/>
                </a:lnTo>
                <a:lnTo>
                  <a:pt x="6364" y="10042"/>
                </a:lnTo>
                <a:lnTo>
                  <a:pt x="6364" y="7270"/>
                </a:lnTo>
                <a:close/>
                <a:moveTo>
                  <a:pt x="5998" y="0"/>
                </a:moveTo>
                <a:cubicBezTo>
                  <a:pt x="5947" y="0"/>
                  <a:pt x="5892" y="8"/>
                  <a:pt x="5829" y="24"/>
                </a:cubicBezTo>
                <a:lnTo>
                  <a:pt x="3056" y="1441"/>
                </a:lnTo>
                <a:cubicBezTo>
                  <a:pt x="2930" y="1536"/>
                  <a:pt x="2836" y="1662"/>
                  <a:pt x="2836" y="1756"/>
                </a:cubicBezTo>
                <a:lnTo>
                  <a:pt x="2836" y="5064"/>
                </a:lnTo>
                <a:lnTo>
                  <a:pt x="221" y="6388"/>
                </a:lnTo>
                <a:cubicBezTo>
                  <a:pt x="95" y="6451"/>
                  <a:pt x="0" y="6577"/>
                  <a:pt x="0" y="6703"/>
                </a:cubicBezTo>
                <a:lnTo>
                  <a:pt x="0" y="10200"/>
                </a:lnTo>
                <a:cubicBezTo>
                  <a:pt x="0" y="10326"/>
                  <a:pt x="95" y="10420"/>
                  <a:pt x="221" y="10515"/>
                </a:cubicBezTo>
                <a:lnTo>
                  <a:pt x="3056" y="11933"/>
                </a:lnTo>
                <a:cubicBezTo>
                  <a:pt x="3088" y="11948"/>
                  <a:pt x="3135" y="11956"/>
                  <a:pt x="3190" y="11956"/>
                </a:cubicBezTo>
                <a:cubicBezTo>
                  <a:pt x="3245" y="11956"/>
                  <a:pt x="3308" y="11948"/>
                  <a:pt x="3371" y="11933"/>
                </a:cubicBezTo>
                <a:lnTo>
                  <a:pt x="5986" y="10578"/>
                </a:lnTo>
                <a:lnTo>
                  <a:pt x="8633" y="11933"/>
                </a:lnTo>
                <a:cubicBezTo>
                  <a:pt x="8680" y="11948"/>
                  <a:pt x="8727" y="11956"/>
                  <a:pt x="8779" y="11956"/>
                </a:cubicBezTo>
                <a:cubicBezTo>
                  <a:pt x="8830" y="11956"/>
                  <a:pt x="8885" y="11948"/>
                  <a:pt x="8948" y="11933"/>
                </a:cubicBezTo>
                <a:lnTo>
                  <a:pt x="11783" y="10515"/>
                </a:lnTo>
                <a:cubicBezTo>
                  <a:pt x="11909" y="10420"/>
                  <a:pt x="11972" y="10326"/>
                  <a:pt x="11972" y="10200"/>
                </a:cubicBezTo>
                <a:lnTo>
                  <a:pt x="11972" y="6703"/>
                </a:lnTo>
                <a:cubicBezTo>
                  <a:pt x="11972" y="6577"/>
                  <a:pt x="11941" y="6451"/>
                  <a:pt x="11783" y="6388"/>
                </a:cubicBezTo>
                <a:lnTo>
                  <a:pt x="9137" y="5064"/>
                </a:lnTo>
                <a:lnTo>
                  <a:pt x="9137" y="1756"/>
                </a:lnTo>
                <a:cubicBezTo>
                  <a:pt x="9137" y="1662"/>
                  <a:pt x="9074" y="1536"/>
                  <a:pt x="8948" y="1441"/>
                </a:cubicBezTo>
                <a:lnTo>
                  <a:pt x="6144" y="24"/>
                </a:lnTo>
                <a:cubicBezTo>
                  <a:pt x="6097" y="8"/>
                  <a:pt x="6049" y="0"/>
                  <a:pt x="59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5304" name="Google Shape;15304;p85"/>
          <p:cNvGrpSpPr/>
          <p:nvPr/>
        </p:nvGrpSpPr>
        <p:grpSpPr>
          <a:xfrm>
            <a:off x="1735816" y="1758736"/>
            <a:ext cx="359154" cy="357424"/>
            <a:chOff x="-49786250" y="2316650"/>
            <a:chExt cx="300900" cy="299450"/>
          </a:xfrm>
        </p:grpSpPr>
        <p:sp>
          <p:nvSpPr>
            <p:cNvPr id="15305" name="Google Shape;15305;p85"/>
            <p:cNvSpPr/>
            <p:nvPr/>
          </p:nvSpPr>
          <p:spPr>
            <a:xfrm>
              <a:off x="-49746875" y="2316650"/>
              <a:ext cx="217400" cy="299450"/>
            </a:xfrm>
            <a:custGeom>
              <a:avLst/>
              <a:gdLst/>
              <a:ahLst/>
              <a:cxnLst/>
              <a:rect l="l" t="t" r="r" b="b"/>
              <a:pathLst>
                <a:path w="8696" h="11978" extrusionOk="0">
                  <a:moveTo>
                    <a:pt x="4411" y="3944"/>
                  </a:moveTo>
                  <a:lnTo>
                    <a:pt x="5010" y="5110"/>
                  </a:lnTo>
                  <a:cubicBezTo>
                    <a:pt x="4837" y="5188"/>
                    <a:pt x="4640" y="5228"/>
                    <a:pt x="4439" y="5228"/>
                  </a:cubicBezTo>
                  <a:cubicBezTo>
                    <a:pt x="4238" y="5228"/>
                    <a:pt x="4033" y="5188"/>
                    <a:pt x="3844" y="5110"/>
                  </a:cubicBezTo>
                  <a:lnTo>
                    <a:pt x="4411" y="3944"/>
                  </a:lnTo>
                  <a:close/>
                  <a:moveTo>
                    <a:pt x="5136" y="5834"/>
                  </a:moveTo>
                  <a:lnTo>
                    <a:pt x="5136" y="8418"/>
                  </a:lnTo>
                  <a:lnTo>
                    <a:pt x="3718" y="8418"/>
                  </a:lnTo>
                  <a:lnTo>
                    <a:pt x="3718" y="5834"/>
                  </a:lnTo>
                  <a:cubicBezTo>
                    <a:pt x="3939" y="5897"/>
                    <a:pt x="4191" y="5960"/>
                    <a:pt x="4411" y="5960"/>
                  </a:cubicBezTo>
                  <a:cubicBezTo>
                    <a:pt x="4663" y="5960"/>
                    <a:pt x="4884" y="5897"/>
                    <a:pt x="5136" y="5834"/>
                  </a:cubicBezTo>
                  <a:close/>
                  <a:moveTo>
                    <a:pt x="4390" y="657"/>
                  </a:moveTo>
                  <a:cubicBezTo>
                    <a:pt x="5196" y="657"/>
                    <a:pt x="5982" y="942"/>
                    <a:pt x="6617" y="1455"/>
                  </a:cubicBezTo>
                  <a:cubicBezTo>
                    <a:pt x="7467" y="2117"/>
                    <a:pt x="7940" y="3156"/>
                    <a:pt x="7940" y="4196"/>
                  </a:cubicBezTo>
                  <a:cubicBezTo>
                    <a:pt x="7940" y="5078"/>
                    <a:pt x="7625" y="5897"/>
                    <a:pt x="7058" y="6527"/>
                  </a:cubicBezTo>
                  <a:cubicBezTo>
                    <a:pt x="6585" y="7095"/>
                    <a:pt x="6270" y="7756"/>
                    <a:pt x="6207" y="8418"/>
                  </a:cubicBezTo>
                  <a:lnTo>
                    <a:pt x="5829" y="8418"/>
                  </a:lnTo>
                  <a:lnTo>
                    <a:pt x="5829" y="5267"/>
                  </a:lnTo>
                  <a:cubicBezTo>
                    <a:pt x="5829" y="5236"/>
                    <a:pt x="5829" y="5141"/>
                    <a:pt x="5798" y="5110"/>
                  </a:cubicBezTo>
                  <a:lnTo>
                    <a:pt x="4726" y="2999"/>
                  </a:lnTo>
                  <a:cubicBezTo>
                    <a:pt x="4663" y="2873"/>
                    <a:pt x="4537" y="2778"/>
                    <a:pt x="4411" y="2778"/>
                  </a:cubicBezTo>
                  <a:cubicBezTo>
                    <a:pt x="4317" y="2778"/>
                    <a:pt x="4191" y="2873"/>
                    <a:pt x="4096" y="2999"/>
                  </a:cubicBezTo>
                  <a:lnTo>
                    <a:pt x="3057" y="5110"/>
                  </a:lnTo>
                  <a:cubicBezTo>
                    <a:pt x="2994" y="5141"/>
                    <a:pt x="2994" y="5236"/>
                    <a:pt x="2994" y="5267"/>
                  </a:cubicBezTo>
                  <a:lnTo>
                    <a:pt x="2994" y="8418"/>
                  </a:lnTo>
                  <a:lnTo>
                    <a:pt x="2647" y="8418"/>
                  </a:lnTo>
                  <a:cubicBezTo>
                    <a:pt x="2584" y="7756"/>
                    <a:pt x="2301" y="7095"/>
                    <a:pt x="1796" y="6527"/>
                  </a:cubicBezTo>
                  <a:cubicBezTo>
                    <a:pt x="1040" y="5708"/>
                    <a:pt x="757" y="4574"/>
                    <a:pt x="1009" y="3408"/>
                  </a:cubicBezTo>
                  <a:cubicBezTo>
                    <a:pt x="1261" y="2085"/>
                    <a:pt x="2332" y="1014"/>
                    <a:pt x="3687" y="731"/>
                  </a:cubicBezTo>
                  <a:cubicBezTo>
                    <a:pt x="3921" y="681"/>
                    <a:pt x="4156" y="657"/>
                    <a:pt x="4390" y="657"/>
                  </a:cubicBezTo>
                  <a:close/>
                  <a:moveTo>
                    <a:pt x="6207" y="9142"/>
                  </a:moveTo>
                  <a:lnTo>
                    <a:pt x="6207" y="9489"/>
                  </a:lnTo>
                  <a:cubicBezTo>
                    <a:pt x="6207" y="9678"/>
                    <a:pt x="6050" y="9835"/>
                    <a:pt x="5829" y="9835"/>
                  </a:cubicBezTo>
                  <a:lnTo>
                    <a:pt x="3057" y="9835"/>
                  </a:lnTo>
                  <a:cubicBezTo>
                    <a:pt x="2836" y="9835"/>
                    <a:pt x="2679" y="9678"/>
                    <a:pt x="2679" y="9489"/>
                  </a:cubicBezTo>
                  <a:lnTo>
                    <a:pt x="2679" y="9142"/>
                  </a:lnTo>
                  <a:close/>
                  <a:moveTo>
                    <a:pt x="5483" y="10529"/>
                  </a:moveTo>
                  <a:lnTo>
                    <a:pt x="5483" y="10907"/>
                  </a:lnTo>
                  <a:cubicBezTo>
                    <a:pt x="5483" y="11096"/>
                    <a:pt x="5325" y="11253"/>
                    <a:pt x="5136" y="11253"/>
                  </a:cubicBezTo>
                  <a:lnTo>
                    <a:pt x="3718" y="11253"/>
                  </a:lnTo>
                  <a:cubicBezTo>
                    <a:pt x="3529" y="11253"/>
                    <a:pt x="3372" y="11096"/>
                    <a:pt x="3372" y="10907"/>
                  </a:cubicBezTo>
                  <a:lnTo>
                    <a:pt x="3372" y="10529"/>
                  </a:lnTo>
                  <a:close/>
                  <a:moveTo>
                    <a:pt x="4318" y="0"/>
                  </a:moveTo>
                  <a:cubicBezTo>
                    <a:pt x="4056" y="0"/>
                    <a:pt x="3792" y="23"/>
                    <a:pt x="3529" y="69"/>
                  </a:cubicBezTo>
                  <a:cubicBezTo>
                    <a:pt x="1954" y="384"/>
                    <a:pt x="631" y="1707"/>
                    <a:pt x="284" y="3314"/>
                  </a:cubicBezTo>
                  <a:cubicBezTo>
                    <a:pt x="1" y="4637"/>
                    <a:pt x="379" y="6023"/>
                    <a:pt x="1261" y="7000"/>
                  </a:cubicBezTo>
                  <a:cubicBezTo>
                    <a:pt x="1702" y="7536"/>
                    <a:pt x="1986" y="8166"/>
                    <a:pt x="1986" y="8796"/>
                  </a:cubicBezTo>
                  <a:lnTo>
                    <a:pt x="1986" y="9489"/>
                  </a:lnTo>
                  <a:cubicBezTo>
                    <a:pt x="1986" y="9961"/>
                    <a:pt x="2269" y="10371"/>
                    <a:pt x="2679" y="10466"/>
                  </a:cubicBezTo>
                  <a:lnTo>
                    <a:pt x="2679" y="10907"/>
                  </a:lnTo>
                  <a:cubicBezTo>
                    <a:pt x="2679" y="11505"/>
                    <a:pt x="3151" y="11978"/>
                    <a:pt x="3750" y="11978"/>
                  </a:cubicBezTo>
                  <a:lnTo>
                    <a:pt x="5168" y="11978"/>
                  </a:lnTo>
                  <a:cubicBezTo>
                    <a:pt x="5766" y="11978"/>
                    <a:pt x="6239" y="11505"/>
                    <a:pt x="6239" y="10907"/>
                  </a:cubicBezTo>
                  <a:lnTo>
                    <a:pt x="6239" y="10466"/>
                  </a:lnTo>
                  <a:cubicBezTo>
                    <a:pt x="6617" y="10308"/>
                    <a:pt x="6963" y="9930"/>
                    <a:pt x="6963" y="9489"/>
                  </a:cubicBezTo>
                  <a:lnTo>
                    <a:pt x="6963" y="8796"/>
                  </a:lnTo>
                  <a:cubicBezTo>
                    <a:pt x="6963" y="8166"/>
                    <a:pt x="7184" y="7536"/>
                    <a:pt x="7656" y="6969"/>
                  </a:cubicBezTo>
                  <a:cubicBezTo>
                    <a:pt x="8318" y="6212"/>
                    <a:pt x="8696" y="5236"/>
                    <a:pt x="8696" y="4228"/>
                  </a:cubicBezTo>
                  <a:cubicBezTo>
                    <a:pt x="8633" y="2967"/>
                    <a:pt x="8097" y="1739"/>
                    <a:pt x="7058" y="951"/>
                  </a:cubicBezTo>
                  <a:cubicBezTo>
                    <a:pt x="6285" y="328"/>
                    <a:pt x="5314" y="0"/>
                    <a:pt x="43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306" name="Google Shape;15306;p85"/>
            <p:cNvSpPr/>
            <p:nvPr/>
          </p:nvSpPr>
          <p:spPr>
            <a:xfrm>
              <a:off x="-49786250" y="2422325"/>
              <a:ext cx="36250" cy="17350"/>
            </a:xfrm>
            <a:custGeom>
              <a:avLst/>
              <a:gdLst/>
              <a:ahLst/>
              <a:cxnLst/>
              <a:rect l="l" t="t" r="r" b="b"/>
              <a:pathLst>
                <a:path w="1450" h="694" extrusionOk="0">
                  <a:moveTo>
                    <a:pt x="379" y="1"/>
                  </a:moveTo>
                  <a:cubicBezTo>
                    <a:pt x="158" y="1"/>
                    <a:pt x="0" y="158"/>
                    <a:pt x="0" y="347"/>
                  </a:cubicBezTo>
                  <a:cubicBezTo>
                    <a:pt x="0" y="536"/>
                    <a:pt x="158" y="694"/>
                    <a:pt x="379" y="694"/>
                  </a:cubicBezTo>
                  <a:lnTo>
                    <a:pt x="1072" y="694"/>
                  </a:lnTo>
                  <a:cubicBezTo>
                    <a:pt x="1261" y="694"/>
                    <a:pt x="1418" y="536"/>
                    <a:pt x="1418" y="347"/>
                  </a:cubicBezTo>
                  <a:cubicBezTo>
                    <a:pt x="1450" y="127"/>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307" name="Google Shape;15307;p85"/>
            <p:cNvSpPr/>
            <p:nvPr/>
          </p:nvSpPr>
          <p:spPr>
            <a:xfrm>
              <a:off x="-49783900" y="2362475"/>
              <a:ext cx="31550" cy="30150"/>
            </a:xfrm>
            <a:custGeom>
              <a:avLst/>
              <a:gdLst/>
              <a:ahLst/>
              <a:cxnLst/>
              <a:rect l="l" t="t" r="r" b="b"/>
              <a:pathLst>
                <a:path w="1262" h="1206" extrusionOk="0">
                  <a:moveTo>
                    <a:pt x="391" y="0"/>
                  </a:moveTo>
                  <a:cubicBezTo>
                    <a:pt x="300" y="0"/>
                    <a:pt x="206" y="32"/>
                    <a:pt x="127" y="95"/>
                  </a:cubicBezTo>
                  <a:cubicBezTo>
                    <a:pt x="1" y="221"/>
                    <a:pt x="1" y="441"/>
                    <a:pt x="127" y="599"/>
                  </a:cubicBezTo>
                  <a:lnTo>
                    <a:pt x="631" y="1134"/>
                  </a:lnTo>
                  <a:cubicBezTo>
                    <a:pt x="694" y="1182"/>
                    <a:pt x="781" y="1205"/>
                    <a:pt x="871" y="1205"/>
                  </a:cubicBezTo>
                  <a:cubicBezTo>
                    <a:pt x="962" y="1205"/>
                    <a:pt x="1056" y="1182"/>
                    <a:pt x="1135" y="1134"/>
                  </a:cubicBezTo>
                  <a:cubicBezTo>
                    <a:pt x="1261" y="1008"/>
                    <a:pt x="1261" y="756"/>
                    <a:pt x="1135" y="599"/>
                  </a:cubicBezTo>
                  <a:lnTo>
                    <a:pt x="631" y="95"/>
                  </a:lnTo>
                  <a:cubicBezTo>
                    <a:pt x="568" y="32"/>
                    <a:pt x="481" y="0"/>
                    <a:pt x="3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308" name="Google Shape;15308;p85"/>
            <p:cNvSpPr/>
            <p:nvPr/>
          </p:nvSpPr>
          <p:spPr>
            <a:xfrm>
              <a:off x="-49783900" y="2468800"/>
              <a:ext cx="31550" cy="30150"/>
            </a:xfrm>
            <a:custGeom>
              <a:avLst/>
              <a:gdLst/>
              <a:ahLst/>
              <a:cxnLst/>
              <a:rect l="l" t="t" r="r" b="b"/>
              <a:pathLst>
                <a:path w="1262" h="1206" extrusionOk="0">
                  <a:moveTo>
                    <a:pt x="871" y="0"/>
                  </a:moveTo>
                  <a:cubicBezTo>
                    <a:pt x="781" y="0"/>
                    <a:pt x="694" y="32"/>
                    <a:pt x="631" y="95"/>
                  </a:cubicBezTo>
                  <a:lnTo>
                    <a:pt x="127" y="599"/>
                  </a:lnTo>
                  <a:cubicBezTo>
                    <a:pt x="1" y="725"/>
                    <a:pt x="1" y="977"/>
                    <a:pt x="127" y="1135"/>
                  </a:cubicBezTo>
                  <a:cubicBezTo>
                    <a:pt x="174" y="1182"/>
                    <a:pt x="261" y="1205"/>
                    <a:pt x="355" y="1205"/>
                  </a:cubicBezTo>
                  <a:cubicBezTo>
                    <a:pt x="450" y="1205"/>
                    <a:pt x="552" y="1182"/>
                    <a:pt x="631" y="1135"/>
                  </a:cubicBezTo>
                  <a:lnTo>
                    <a:pt x="1135" y="599"/>
                  </a:lnTo>
                  <a:cubicBezTo>
                    <a:pt x="1261" y="504"/>
                    <a:pt x="1261" y="252"/>
                    <a:pt x="1135" y="95"/>
                  </a:cubicBezTo>
                  <a:cubicBezTo>
                    <a:pt x="1056" y="32"/>
                    <a:pt x="962" y="0"/>
                    <a:pt x="8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309" name="Google Shape;15309;p85"/>
            <p:cNvSpPr/>
            <p:nvPr/>
          </p:nvSpPr>
          <p:spPr>
            <a:xfrm>
              <a:off x="-49520825" y="24215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310" name="Google Shape;15310;p85"/>
            <p:cNvSpPr/>
            <p:nvPr/>
          </p:nvSpPr>
          <p:spPr>
            <a:xfrm>
              <a:off x="-49519250" y="2362475"/>
              <a:ext cx="31525" cy="31325"/>
            </a:xfrm>
            <a:custGeom>
              <a:avLst/>
              <a:gdLst/>
              <a:ahLst/>
              <a:cxnLst/>
              <a:rect l="l" t="t" r="r" b="b"/>
              <a:pathLst>
                <a:path w="1261" h="1253" extrusionOk="0">
                  <a:moveTo>
                    <a:pt x="906" y="0"/>
                  </a:moveTo>
                  <a:cubicBezTo>
                    <a:pt x="812" y="0"/>
                    <a:pt x="709" y="32"/>
                    <a:pt x="631" y="95"/>
                  </a:cubicBezTo>
                  <a:lnTo>
                    <a:pt x="127" y="599"/>
                  </a:lnTo>
                  <a:cubicBezTo>
                    <a:pt x="1" y="725"/>
                    <a:pt x="1" y="945"/>
                    <a:pt x="127" y="1134"/>
                  </a:cubicBezTo>
                  <a:cubicBezTo>
                    <a:pt x="190" y="1213"/>
                    <a:pt x="276" y="1253"/>
                    <a:pt x="367" y="1253"/>
                  </a:cubicBezTo>
                  <a:cubicBezTo>
                    <a:pt x="457" y="1253"/>
                    <a:pt x="552" y="1213"/>
                    <a:pt x="631" y="1134"/>
                  </a:cubicBezTo>
                  <a:lnTo>
                    <a:pt x="1135" y="599"/>
                  </a:lnTo>
                  <a:cubicBezTo>
                    <a:pt x="1261" y="473"/>
                    <a:pt x="1261" y="252"/>
                    <a:pt x="1135" y="95"/>
                  </a:cubicBezTo>
                  <a:cubicBezTo>
                    <a:pt x="1088" y="32"/>
                    <a:pt x="1001" y="0"/>
                    <a:pt x="9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311" name="Google Shape;15311;p85"/>
            <p:cNvSpPr/>
            <p:nvPr/>
          </p:nvSpPr>
          <p:spPr>
            <a:xfrm>
              <a:off x="-49519250" y="2468800"/>
              <a:ext cx="31525" cy="30150"/>
            </a:xfrm>
            <a:custGeom>
              <a:avLst/>
              <a:gdLst/>
              <a:ahLst/>
              <a:cxnLst/>
              <a:rect l="l" t="t" r="r" b="b"/>
              <a:pathLst>
                <a:path w="1261" h="1206" extrusionOk="0">
                  <a:moveTo>
                    <a:pt x="391" y="0"/>
                  </a:moveTo>
                  <a:cubicBezTo>
                    <a:pt x="300" y="0"/>
                    <a:pt x="205" y="32"/>
                    <a:pt x="127" y="95"/>
                  </a:cubicBezTo>
                  <a:cubicBezTo>
                    <a:pt x="1" y="221"/>
                    <a:pt x="1" y="441"/>
                    <a:pt x="127" y="599"/>
                  </a:cubicBezTo>
                  <a:lnTo>
                    <a:pt x="631" y="1135"/>
                  </a:lnTo>
                  <a:cubicBezTo>
                    <a:pt x="694" y="1182"/>
                    <a:pt x="780" y="1205"/>
                    <a:pt x="871" y="1205"/>
                  </a:cubicBezTo>
                  <a:cubicBezTo>
                    <a:pt x="962" y="1205"/>
                    <a:pt x="1056" y="1182"/>
                    <a:pt x="1135" y="1135"/>
                  </a:cubicBezTo>
                  <a:cubicBezTo>
                    <a:pt x="1261" y="1009"/>
                    <a:pt x="1261" y="756"/>
                    <a:pt x="1135" y="599"/>
                  </a:cubicBezTo>
                  <a:lnTo>
                    <a:pt x="631" y="95"/>
                  </a:lnTo>
                  <a:cubicBezTo>
                    <a:pt x="568" y="32"/>
                    <a:pt x="481" y="0"/>
                    <a:pt x="3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5312" name="Google Shape;15312;p85"/>
          <p:cNvSpPr/>
          <p:nvPr/>
        </p:nvSpPr>
        <p:spPr>
          <a:xfrm>
            <a:off x="1731604" y="2205242"/>
            <a:ext cx="373239" cy="359154"/>
          </a:xfrm>
          <a:custGeom>
            <a:avLst/>
            <a:gdLst/>
            <a:ahLst/>
            <a:cxnLst/>
            <a:rect l="l" t="t" r="r" b="b"/>
            <a:pathLst>
              <a:path w="12508" h="12036" extrusionOk="0">
                <a:moveTo>
                  <a:pt x="4600" y="725"/>
                </a:moveTo>
                <a:cubicBezTo>
                  <a:pt x="7026" y="725"/>
                  <a:pt x="8475" y="1387"/>
                  <a:pt x="8475" y="1796"/>
                </a:cubicBezTo>
                <a:cubicBezTo>
                  <a:pt x="8475" y="2143"/>
                  <a:pt x="7058" y="2836"/>
                  <a:pt x="4600" y="2836"/>
                </a:cubicBezTo>
                <a:cubicBezTo>
                  <a:pt x="2111" y="2836"/>
                  <a:pt x="725" y="2143"/>
                  <a:pt x="725" y="1796"/>
                </a:cubicBezTo>
                <a:cubicBezTo>
                  <a:pt x="725" y="1387"/>
                  <a:pt x="2143" y="725"/>
                  <a:pt x="4600" y="725"/>
                </a:cubicBezTo>
                <a:close/>
                <a:moveTo>
                  <a:pt x="694" y="2805"/>
                </a:moveTo>
                <a:cubicBezTo>
                  <a:pt x="1670" y="3403"/>
                  <a:pt x="3371" y="3592"/>
                  <a:pt x="4537" y="3592"/>
                </a:cubicBezTo>
                <a:cubicBezTo>
                  <a:pt x="4915" y="3592"/>
                  <a:pt x="5262" y="3592"/>
                  <a:pt x="5608" y="3561"/>
                </a:cubicBezTo>
                <a:lnTo>
                  <a:pt x="5608" y="4002"/>
                </a:lnTo>
                <a:cubicBezTo>
                  <a:pt x="5608" y="4191"/>
                  <a:pt x="5451" y="4348"/>
                  <a:pt x="5262" y="4348"/>
                </a:cubicBezTo>
                <a:cubicBezTo>
                  <a:pt x="4663" y="4348"/>
                  <a:pt x="4191" y="4821"/>
                  <a:pt x="4191" y="5420"/>
                </a:cubicBezTo>
                <a:lnTo>
                  <a:pt x="4191" y="6113"/>
                </a:lnTo>
                <a:cubicBezTo>
                  <a:pt x="4191" y="6302"/>
                  <a:pt x="4033" y="6459"/>
                  <a:pt x="3844" y="6459"/>
                </a:cubicBezTo>
                <a:cubicBezTo>
                  <a:pt x="3655" y="6459"/>
                  <a:pt x="3497" y="6302"/>
                  <a:pt x="3497" y="6113"/>
                </a:cubicBezTo>
                <a:lnTo>
                  <a:pt x="3497" y="5325"/>
                </a:lnTo>
                <a:cubicBezTo>
                  <a:pt x="3529" y="4726"/>
                  <a:pt x="3056" y="4254"/>
                  <a:pt x="2458" y="4254"/>
                </a:cubicBezTo>
                <a:cubicBezTo>
                  <a:pt x="1859" y="4254"/>
                  <a:pt x="1387" y="4726"/>
                  <a:pt x="1387" y="5325"/>
                </a:cubicBezTo>
                <a:lnTo>
                  <a:pt x="1387" y="6743"/>
                </a:lnTo>
                <a:cubicBezTo>
                  <a:pt x="1387" y="6932"/>
                  <a:pt x="1229" y="7089"/>
                  <a:pt x="1040" y="7089"/>
                </a:cubicBezTo>
                <a:cubicBezTo>
                  <a:pt x="851" y="7089"/>
                  <a:pt x="694" y="6932"/>
                  <a:pt x="694" y="6743"/>
                </a:cubicBezTo>
                <a:lnTo>
                  <a:pt x="694" y="2805"/>
                </a:lnTo>
                <a:close/>
                <a:moveTo>
                  <a:pt x="8475" y="2742"/>
                </a:moveTo>
                <a:lnTo>
                  <a:pt x="8475" y="8192"/>
                </a:lnTo>
                <a:cubicBezTo>
                  <a:pt x="7719" y="8034"/>
                  <a:pt x="7026" y="7625"/>
                  <a:pt x="6553" y="6995"/>
                </a:cubicBezTo>
                <a:lnTo>
                  <a:pt x="5104" y="5010"/>
                </a:lnTo>
                <a:cubicBezTo>
                  <a:pt x="5104" y="5010"/>
                  <a:pt x="5167" y="4978"/>
                  <a:pt x="5293" y="4978"/>
                </a:cubicBezTo>
                <a:cubicBezTo>
                  <a:pt x="5892" y="4978"/>
                  <a:pt x="6364" y="4506"/>
                  <a:pt x="6364" y="3907"/>
                </a:cubicBezTo>
                <a:lnTo>
                  <a:pt x="6364" y="3403"/>
                </a:lnTo>
                <a:cubicBezTo>
                  <a:pt x="7215" y="3277"/>
                  <a:pt x="7971" y="3057"/>
                  <a:pt x="8475" y="2742"/>
                </a:cubicBezTo>
                <a:close/>
                <a:moveTo>
                  <a:pt x="9200" y="3844"/>
                </a:moveTo>
                <a:cubicBezTo>
                  <a:pt x="9925" y="4159"/>
                  <a:pt x="10555" y="4695"/>
                  <a:pt x="10996" y="5325"/>
                </a:cubicBezTo>
                <a:cubicBezTo>
                  <a:pt x="11689" y="6302"/>
                  <a:pt x="11153" y="7782"/>
                  <a:pt x="10019" y="8160"/>
                </a:cubicBezTo>
                <a:cubicBezTo>
                  <a:pt x="9735" y="8223"/>
                  <a:pt x="9452" y="8318"/>
                  <a:pt x="9200" y="8318"/>
                </a:cubicBezTo>
                <a:lnTo>
                  <a:pt x="9200" y="3844"/>
                </a:lnTo>
                <a:close/>
                <a:moveTo>
                  <a:pt x="2489" y="4978"/>
                </a:moveTo>
                <a:cubicBezTo>
                  <a:pt x="2678" y="4978"/>
                  <a:pt x="2836" y="5136"/>
                  <a:pt x="2836" y="5325"/>
                </a:cubicBezTo>
                <a:lnTo>
                  <a:pt x="2836" y="6050"/>
                </a:lnTo>
                <a:cubicBezTo>
                  <a:pt x="2836" y="6617"/>
                  <a:pt x="3308" y="7089"/>
                  <a:pt x="3907" y="7089"/>
                </a:cubicBezTo>
                <a:cubicBezTo>
                  <a:pt x="4474" y="7089"/>
                  <a:pt x="4947" y="6680"/>
                  <a:pt x="4978" y="6081"/>
                </a:cubicBezTo>
                <a:lnTo>
                  <a:pt x="5986" y="7467"/>
                </a:lnTo>
                <a:cubicBezTo>
                  <a:pt x="6459" y="8097"/>
                  <a:pt x="7152" y="8570"/>
                  <a:pt x="7877" y="8822"/>
                </a:cubicBezTo>
                <a:cubicBezTo>
                  <a:pt x="8097" y="8917"/>
                  <a:pt x="8286" y="8948"/>
                  <a:pt x="8507" y="8980"/>
                </a:cubicBezTo>
                <a:lnTo>
                  <a:pt x="8507" y="10303"/>
                </a:lnTo>
                <a:cubicBezTo>
                  <a:pt x="8475" y="10618"/>
                  <a:pt x="7058" y="11311"/>
                  <a:pt x="4600" y="11311"/>
                </a:cubicBezTo>
                <a:cubicBezTo>
                  <a:pt x="2111" y="11311"/>
                  <a:pt x="725" y="10586"/>
                  <a:pt x="725" y="10240"/>
                </a:cubicBezTo>
                <a:lnTo>
                  <a:pt x="725" y="7688"/>
                </a:lnTo>
                <a:cubicBezTo>
                  <a:pt x="851" y="7719"/>
                  <a:pt x="977" y="7782"/>
                  <a:pt x="1072" y="7782"/>
                </a:cubicBezTo>
                <a:cubicBezTo>
                  <a:pt x="1670" y="7782"/>
                  <a:pt x="2143" y="7310"/>
                  <a:pt x="2143" y="6711"/>
                </a:cubicBezTo>
                <a:lnTo>
                  <a:pt x="2143" y="5325"/>
                </a:lnTo>
                <a:cubicBezTo>
                  <a:pt x="2143" y="5136"/>
                  <a:pt x="2300" y="4978"/>
                  <a:pt x="2489" y="4978"/>
                </a:cubicBezTo>
                <a:close/>
                <a:moveTo>
                  <a:pt x="4537" y="1"/>
                </a:moveTo>
                <a:cubicBezTo>
                  <a:pt x="3371" y="1"/>
                  <a:pt x="2300" y="158"/>
                  <a:pt x="1481" y="442"/>
                </a:cubicBezTo>
                <a:cubicBezTo>
                  <a:pt x="252" y="851"/>
                  <a:pt x="0" y="1387"/>
                  <a:pt x="0" y="1796"/>
                </a:cubicBezTo>
                <a:lnTo>
                  <a:pt x="0" y="10240"/>
                </a:lnTo>
                <a:cubicBezTo>
                  <a:pt x="0" y="10649"/>
                  <a:pt x="252" y="11153"/>
                  <a:pt x="1481" y="11594"/>
                </a:cubicBezTo>
                <a:cubicBezTo>
                  <a:pt x="2300" y="11878"/>
                  <a:pt x="3403" y="12036"/>
                  <a:pt x="4537" y="12036"/>
                </a:cubicBezTo>
                <a:cubicBezTo>
                  <a:pt x="6837" y="12036"/>
                  <a:pt x="9137" y="11437"/>
                  <a:pt x="9137" y="10240"/>
                </a:cubicBezTo>
                <a:lnTo>
                  <a:pt x="9137" y="8980"/>
                </a:lnTo>
                <a:cubicBezTo>
                  <a:pt x="9515" y="8980"/>
                  <a:pt x="9862" y="8917"/>
                  <a:pt x="10208" y="8791"/>
                </a:cubicBezTo>
                <a:cubicBezTo>
                  <a:pt x="11815" y="8286"/>
                  <a:pt x="12508" y="6302"/>
                  <a:pt x="11563" y="4884"/>
                </a:cubicBezTo>
                <a:cubicBezTo>
                  <a:pt x="10996" y="4096"/>
                  <a:pt x="10208" y="3435"/>
                  <a:pt x="9137" y="2994"/>
                </a:cubicBezTo>
                <a:lnTo>
                  <a:pt x="9137" y="1796"/>
                </a:lnTo>
                <a:cubicBezTo>
                  <a:pt x="9137" y="631"/>
                  <a:pt x="6837" y="1"/>
                  <a:pt x="45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313" name="Google Shape;15313;p85"/>
          <p:cNvSpPr/>
          <p:nvPr/>
        </p:nvSpPr>
        <p:spPr>
          <a:xfrm>
            <a:off x="3971472" y="1334832"/>
            <a:ext cx="359154" cy="358199"/>
          </a:xfrm>
          <a:custGeom>
            <a:avLst/>
            <a:gdLst/>
            <a:ahLst/>
            <a:cxnLst/>
            <a:rect l="l" t="t" r="r" b="b"/>
            <a:pathLst>
              <a:path w="12036" h="12004" extrusionOk="0">
                <a:moveTo>
                  <a:pt x="1450" y="693"/>
                </a:moveTo>
                <a:lnTo>
                  <a:pt x="1450" y="1418"/>
                </a:lnTo>
                <a:lnTo>
                  <a:pt x="756" y="1418"/>
                </a:lnTo>
                <a:lnTo>
                  <a:pt x="756" y="693"/>
                </a:lnTo>
                <a:close/>
                <a:moveTo>
                  <a:pt x="11342" y="693"/>
                </a:moveTo>
                <a:lnTo>
                  <a:pt x="11342" y="1418"/>
                </a:lnTo>
                <a:lnTo>
                  <a:pt x="10618" y="1418"/>
                </a:lnTo>
                <a:lnTo>
                  <a:pt x="10618" y="693"/>
                </a:lnTo>
                <a:close/>
                <a:moveTo>
                  <a:pt x="6049" y="4191"/>
                </a:moveTo>
                <a:cubicBezTo>
                  <a:pt x="6270" y="4191"/>
                  <a:pt x="6427" y="4380"/>
                  <a:pt x="6427" y="4569"/>
                </a:cubicBezTo>
                <a:cubicBezTo>
                  <a:pt x="6427" y="4758"/>
                  <a:pt x="6270" y="4915"/>
                  <a:pt x="6049" y="4915"/>
                </a:cubicBezTo>
                <a:cubicBezTo>
                  <a:pt x="5860" y="4915"/>
                  <a:pt x="5703" y="4758"/>
                  <a:pt x="5703" y="4569"/>
                </a:cubicBezTo>
                <a:cubicBezTo>
                  <a:pt x="5703" y="4380"/>
                  <a:pt x="5860" y="4191"/>
                  <a:pt x="6049" y="4191"/>
                </a:cubicBezTo>
                <a:close/>
                <a:moveTo>
                  <a:pt x="6081" y="1040"/>
                </a:moveTo>
                <a:cubicBezTo>
                  <a:pt x="6144" y="1166"/>
                  <a:pt x="8381" y="5167"/>
                  <a:pt x="8475" y="5262"/>
                </a:cubicBezTo>
                <a:lnTo>
                  <a:pt x="7278" y="7026"/>
                </a:lnTo>
                <a:lnTo>
                  <a:pt x="6427" y="7026"/>
                </a:lnTo>
                <a:lnTo>
                  <a:pt x="6427" y="5577"/>
                </a:lnTo>
                <a:cubicBezTo>
                  <a:pt x="6805" y="5419"/>
                  <a:pt x="7120" y="5041"/>
                  <a:pt x="7120" y="4600"/>
                </a:cubicBezTo>
                <a:cubicBezTo>
                  <a:pt x="7120" y="4001"/>
                  <a:pt x="6648" y="3529"/>
                  <a:pt x="6081" y="3529"/>
                </a:cubicBezTo>
                <a:cubicBezTo>
                  <a:pt x="5482" y="3529"/>
                  <a:pt x="5010" y="4001"/>
                  <a:pt x="5010" y="4600"/>
                </a:cubicBezTo>
                <a:cubicBezTo>
                  <a:pt x="5010" y="5073"/>
                  <a:pt x="5293" y="5451"/>
                  <a:pt x="5703" y="5577"/>
                </a:cubicBezTo>
                <a:lnTo>
                  <a:pt x="5703" y="7026"/>
                </a:lnTo>
                <a:lnTo>
                  <a:pt x="4852" y="7026"/>
                </a:lnTo>
                <a:lnTo>
                  <a:pt x="3655" y="5262"/>
                </a:lnTo>
                <a:cubicBezTo>
                  <a:pt x="3749" y="5167"/>
                  <a:pt x="5986" y="1166"/>
                  <a:pt x="6081" y="1040"/>
                </a:cubicBezTo>
                <a:close/>
                <a:moveTo>
                  <a:pt x="3812" y="3529"/>
                </a:moveTo>
                <a:lnTo>
                  <a:pt x="2899" y="5104"/>
                </a:lnTo>
                <a:cubicBezTo>
                  <a:pt x="2836" y="5230"/>
                  <a:pt x="2836" y="5388"/>
                  <a:pt x="2899" y="5451"/>
                </a:cubicBezTo>
                <a:lnTo>
                  <a:pt x="4064" y="7215"/>
                </a:lnTo>
                <a:cubicBezTo>
                  <a:pt x="3749" y="7404"/>
                  <a:pt x="3529" y="7719"/>
                  <a:pt x="3529" y="8097"/>
                </a:cubicBezTo>
                <a:lnTo>
                  <a:pt x="3529" y="8475"/>
                </a:lnTo>
                <a:lnTo>
                  <a:pt x="693" y="8475"/>
                </a:lnTo>
                <a:lnTo>
                  <a:pt x="693" y="3907"/>
                </a:lnTo>
                <a:cubicBezTo>
                  <a:pt x="788" y="3686"/>
                  <a:pt x="945" y="3529"/>
                  <a:pt x="1103" y="3529"/>
                </a:cubicBezTo>
                <a:close/>
                <a:moveTo>
                  <a:pt x="7436" y="7751"/>
                </a:moveTo>
                <a:cubicBezTo>
                  <a:pt x="7625" y="7751"/>
                  <a:pt x="7782" y="7908"/>
                  <a:pt x="7782" y="8097"/>
                </a:cubicBezTo>
                <a:lnTo>
                  <a:pt x="7782" y="8475"/>
                </a:lnTo>
                <a:lnTo>
                  <a:pt x="4285" y="8475"/>
                </a:lnTo>
                <a:lnTo>
                  <a:pt x="4285" y="8097"/>
                </a:lnTo>
                <a:cubicBezTo>
                  <a:pt x="4285" y="7908"/>
                  <a:pt x="4443" y="7751"/>
                  <a:pt x="4632" y="7751"/>
                </a:cubicBezTo>
                <a:close/>
                <a:moveTo>
                  <a:pt x="10996" y="3529"/>
                </a:moveTo>
                <a:cubicBezTo>
                  <a:pt x="11185" y="3529"/>
                  <a:pt x="11342" y="3686"/>
                  <a:pt x="11342" y="3907"/>
                </a:cubicBezTo>
                <a:lnTo>
                  <a:pt x="11342" y="8475"/>
                </a:lnTo>
                <a:lnTo>
                  <a:pt x="8507" y="8475"/>
                </a:lnTo>
                <a:lnTo>
                  <a:pt x="8507" y="8097"/>
                </a:lnTo>
                <a:cubicBezTo>
                  <a:pt x="8507" y="7719"/>
                  <a:pt x="8318" y="7404"/>
                  <a:pt x="8003" y="7215"/>
                </a:cubicBezTo>
                <a:lnTo>
                  <a:pt x="9137" y="5451"/>
                </a:lnTo>
                <a:cubicBezTo>
                  <a:pt x="9200" y="5356"/>
                  <a:pt x="9200" y="5230"/>
                  <a:pt x="9137" y="5104"/>
                </a:cubicBezTo>
                <a:lnTo>
                  <a:pt x="8223" y="3529"/>
                </a:lnTo>
                <a:close/>
                <a:moveTo>
                  <a:pt x="11342" y="9137"/>
                </a:moveTo>
                <a:lnTo>
                  <a:pt x="11342" y="9483"/>
                </a:lnTo>
                <a:cubicBezTo>
                  <a:pt x="11342" y="9672"/>
                  <a:pt x="11185" y="9830"/>
                  <a:pt x="10996" y="9830"/>
                </a:cubicBezTo>
                <a:lnTo>
                  <a:pt x="1103" y="9830"/>
                </a:lnTo>
                <a:cubicBezTo>
                  <a:pt x="914" y="9830"/>
                  <a:pt x="756" y="9672"/>
                  <a:pt x="756" y="9483"/>
                </a:cubicBezTo>
                <a:lnTo>
                  <a:pt x="756" y="9137"/>
                </a:lnTo>
                <a:close/>
                <a:moveTo>
                  <a:pt x="6427" y="10554"/>
                </a:moveTo>
                <a:lnTo>
                  <a:pt x="6427" y="11248"/>
                </a:lnTo>
                <a:lnTo>
                  <a:pt x="5703" y="11248"/>
                </a:lnTo>
                <a:lnTo>
                  <a:pt x="5703" y="10554"/>
                </a:lnTo>
                <a:close/>
                <a:moveTo>
                  <a:pt x="347" y="0"/>
                </a:moveTo>
                <a:cubicBezTo>
                  <a:pt x="158" y="0"/>
                  <a:pt x="0" y="158"/>
                  <a:pt x="0" y="347"/>
                </a:cubicBezTo>
                <a:lnTo>
                  <a:pt x="0" y="1765"/>
                </a:lnTo>
                <a:cubicBezTo>
                  <a:pt x="0" y="1954"/>
                  <a:pt x="158" y="2111"/>
                  <a:pt x="347" y="2111"/>
                </a:cubicBezTo>
                <a:lnTo>
                  <a:pt x="1765" y="2111"/>
                </a:lnTo>
                <a:cubicBezTo>
                  <a:pt x="1954" y="2111"/>
                  <a:pt x="2111" y="1954"/>
                  <a:pt x="2111" y="1765"/>
                </a:cubicBezTo>
                <a:lnTo>
                  <a:pt x="2111" y="1418"/>
                </a:lnTo>
                <a:lnTo>
                  <a:pt x="5010" y="1418"/>
                </a:lnTo>
                <a:lnTo>
                  <a:pt x="4159" y="2836"/>
                </a:lnTo>
                <a:lnTo>
                  <a:pt x="1072" y="2836"/>
                </a:lnTo>
                <a:cubicBezTo>
                  <a:pt x="473" y="2836"/>
                  <a:pt x="0" y="3308"/>
                  <a:pt x="0" y="3907"/>
                </a:cubicBezTo>
                <a:lnTo>
                  <a:pt x="0" y="9515"/>
                </a:lnTo>
                <a:cubicBezTo>
                  <a:pt x="0" y="10113"/>
                  <a:pt x="473" y="10586"/>
                  <a:pt x="1072" y="10586"/>
                </a:cubicBezTo>
                <a:lnTo>
                  <a:pt x="4947" y="10586"/>
                </a:lnTo>
                <a:lnTo>
                  <a:pt x="4947" y="11311"/>
                </a:lnTo>
                <a:lnTo>
                  <a:pt x="3907" y="11311"/>
                </a:lnTo>
                <a:cubicBezTo>
                  <a:pt x="3686" y="11311"/>
                  <a:pt x="3529" y="11468"/>
                  <a:pt x="3529" y="11657"/>
                </a:cubicBezTo>
                <a:cubicBezTo>
                  <a:pt x="3529" y="11846"/>
                  <a:pt x="3686" y="12004"/>
                  <a:pt x="3907" y="12004"/>
                </a:cubicBezTo>
                <a:lnTo>
                  <a:pt x="8097" y="12004"/>
                </a:lnTo>
                <a:cubicBezTo>
                  <a:pt x="8318" y="12004"/>
                  <a:pt x="8475" y="11846"/>
                  <a:pt x="8475" y="11657"/>
                </a:cubicBezTo>
                <a:cubicBezTo>
                  <a:pt x="8475" y="11468"/>
                  <a:pt x="8318" y="11311"/>
                  <a:pt x="8097" y="11311"/>
                </a:cubicBezTo>
                <a:lnTo>
                  <a:pt x="7057" y="11311"/>
                </a:lnTo>
                <a:lnTo>
                  <a:pt x="7057" y="10586"/>
                </a:lnTo>
                <a:lnTo>
                  <a:pt x="10933" y="10586"/>
                </a:lnTo>
                <a:cubicBezTo>
                  <a:pt x="11531" y="10586"/>
                  <a:pt x="12004" y="10113"/>
                  <a:pt x="12004" y="9515"/>
                </a:cubicBezTo>
                <a:lnTo>
                  <a:pt x="12004" y="3907"/>
                </a:lnTo>
                <a:cubicBezTo>
                  <a:pt x="12035" y="3308"/>
                  <a:pt x="11563" y="2836"/>
                  <a:pt x="10996" y="2836"/>
                </a:cubicBezTo>
                <a:lnTo>
                  <a:pt x="7877" y="2836"/>
                </a:lnTo>
                <a:lnTo>
                  <a:pt x="7057" y="1418"/>
                </a:lnTo>
                <a:lnTo>
                  <a:pt x="9924" y="1418"/>
                </a:lnTo>
                <a:lnTo>
                  <a:pt x="9924" y="1765"/>
                </a:lnTo>
                <a:cubicBezTo>
                  <a:pt x="9924" y="1954"/>
                  <a:pt x="10082" y="2111"/>
                  <a:pt x="10271" y="2111"/>
                </a:cubicBezTo>
                <a:lnTo>
                  <a:pt x="11689" y="2111"/>
                </a:lnTo>
                <a:cubicBezTo>
                  <a:pt x="11878" y="2111"/>
                  <a:pt x="12035" y="1954"/>
                  <a:pt x="12035" y="1765"/>
                </a:cubicBezTo>
                <a:lnTo>
                  <a:pt x="12035" y="347"/>
                </a:lnTo>
                <a:cubicBezTo>
                  <a:pt x="12035" y="158"/>
                  <a:pt x="11878" y="0"/>
                  <a:pt x="11689" y="0"/>
                </a:cubicBezTo>
                <a:lnTo>
                  <a:pt x="10271" y="0"/>
                </a:lnTo>
                <a:cubicBezTo>
                  <a:pt x="10082" y="0"/>
                  <a:pt x="9924" y="158"/>
                  <a:pt x="9924" y="347"/>
                </a:cubicBezTo>
                <a:lnTo>
                  <a:pt x="9924" y="693"/>
                </a:lnTo>
                <a:lnTo>
                  <a:pt x="6648" y="693"/>
                </a:lnTo>
                <a:lnTo>
                  <a:pt x="6333" y="189"/>
                </a:lnTo>
                <a:cubicBezTo>
                  <a:pt x="6270" y="63"/>
                  <a:pt x="6144" y="0"/>
                  <a:pt x="6018" y="0"/>
                </a:cubicBezTo>
                <a:cubicBezTo>
                  <a:pt x="5892" y="0"/>
                  <a:pt x="5797" y="63"/>
                  <a:pt x="5703" y="189"/>
                </a:cubicBezTo>
                <a:lnTo>
                  <a:pt x="5388" y="693"/>
                </a:lnTo>
                <a:lnTo>
                  <a:pt x="2111" y="693"/>
                </a:lnTo>
                <a:lnTo>
                  <a:pt x="2111" y="347"/>
                </a:lnTo>
                <a:cubicBezTo>
                  <a:pt x="2111" y="158"/>
                  <a:pt x="1954"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5314" name="Google Shape;15314;p85"/>
          <p:cNvGrpSpPr/>
          <p:nvPr/>
        </p:nvGrpSpPr>
        <p:grpSpPr>
          <a:xfrm>
            <a:off x="4033144" y="1788993"/>
            <a:ext cx="230365" cy="359124"/>
            <a:chOff x="-47842400" y="2342000"/>
            <a:chExt cx="193000" cy="300875"/>
          </a:xfrm>
        </p:grpSpPr>
        <p:sp>
          <p:nvSpPr>
            <p:cNvPr id="15315" name="Google Shape;15315;p85"/>
            <p:cNvSpPr/>
            <p:nvPr/>
          </p:nvSpPr>
          <p:spPr>
            <a:xfrm>
              <a:off x="-47809325" y="2412875"/>
              <a:ext cx="124475" cy="124475"/>
            </a:xfrm>
            <a:custGeom>
              <a:avLst/>
              <a:gdLst/>
              <a:ahLst/>
              <a:cxnLst/>
              <a:rect l="l" t="t" r="r" b="b"/>
              <a:pathLst>
                <a:path w="4979" h="4979" extrusionOk="0">
                  <a:moveTo>
                    <a:pt x="1828" y="725"/>
                  </a:moveTo>
                  <a:cubicBezTo>
                    <a:pt x="2301" y="725"/>
                    <a:pt x="2679" y="1009"/>
                    <a:pt x="2805" y="1418"/>
                  </a:cubicBezTo>
                  <a:lnTo>
                    <a:pt x="1828" y="1418"/>
                  </a:lnTo>
                  <a:cubicBezTo>
                    <a:pt x="1639" y="1418"/>
                    <a:pt x="1482" y="1576"/>
                    <a:pt x="1482" y="1796"/>
                  </a:cubicBezTo>
                  <a:lnTo>
                    <a:pt x="1482" y="2773"/>
                  </a:lnTo>
                  <a:cubicBezTo>
                    <a:pt x="1072" y="2647"/>
                    <a:pt x="757" y="2269"/>
                    <a:pt x="757" y="1796"/>
                  </a:cubicBezTo>
                  <a:cubicBezTo>
                    <a:pt x="757" y="1198"/>
                    <a:pt x="1230" y="725"/>
                    <a:pt x="1828" y="725"/>
                  </a:cubicBezTo>
                  <a:close/>
                  <a:moveTo>
                    <a:pt x="2805" y="2143"/>
                  </a:moveTo>
                  <a:cubicBezTo>
                    <a:pt x="2679" y="2458"/>
                    <a:pt x="2458" y="2678"/>
                    <a:pt x="2175" y="2773"/>
                  </a:cubicBezTo>
                  <a:lnTo>
                    <a:pt x="2175" y="2143"/>
                  </a:lnTo>
                  <a:close/>
                  <a:moveTo>
                    <a:pt x="4286" y="2111"/>
                  </a:moveTo>
                  <a:lnTo>
                    <a:pt x="4286" y="4222"/>
                  </a:lnTo>
                  <a:lnTo>
                    <a:pt x="2143" y="4222"/>
                  </a:lnTo>
                  <a:lnTo>
                    <a:pt x="2143" y="3466"/>
                  </a:lnTo>
                  <a:cubicBezTo>
                    <a:pt x="2805" y="3309"/>
                    <a:pt x="3372" y="2804"/>
                    <a:pt x="3529" y="2111"/>
                  </a:cubicBezTo>
                  <a:close/>
                  <a:moveTo>
                    <a:pt x="1797" y="1"/>
                  </a:moveTo>
                  <a:cubicBezTo>
                    <a:pt x="789" y="1"/>
                    <a:pt x="1" y="788"/>
                    <a:pt x="1" y="1796"/>
                  </a:cubicBezTo>
                  <a:cubicBezTo>
                    <a:pt x="1" y="2647"/>
                    <a:pt x="599" y="3372"/>
                    <a:pt x="1450" y="3529"/>
                  </a:cubicBezTo>
                  <a:lnTo>
                    <a:pt x="1450" y="4632"/>
                  </a:lnTo>
                  <a:cubicBezTo>
                    <a:pt x="1450" y="4821"/>
                    <a:pt x="1576" y="4978"/>
                    <a:pt x="1797" y="4978"/>
                  </a:cubicBezTo>
                  <a:lnTo>
                    <a:pt x="4601" y="4978"/>
                  </a:lnTo>
                  <a:cubicBezTo>
                    <a:pt x="4790" y="4978"/>
                    <a:pt x="4947" y="4821"/>
                    <a:pt x="4947" y="4632"/>
                  </a:cubicBezTo>
                  <a:lnTo>
                    <a:pt x="4947" y="1828"/>
                  </a:lnTo>
                  <a:cubicBezTo>
                    <a:pt x="4979" y="1576"/>
                    <a:pt x="4821" y="1418"/>
                    <a:pt x="4632" y="1418"/>
                  </a:cubicBezTo>
                  <a:lnTo>
                    <a:pt x="3529" y="1418"/>
                  </a:lnTo>
                  <a:cubicBezTo>
                    <a:pt x="3372" y="631"/>
                    <a:pt x="2647" y="1"/>
                    <a:pt x="17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316" name="Google Shape;15316;p85"/>
            <p:cNvSpPr/>
            <p:nvPr/>
          </p:nvSpPr>
          <p:spPr>
            <a:xfrm>
              <a:off x="-47842400" y="2342000"/>
              <a:ext cx="193000" cy="300875"/>
            </a:xfrm>
            <a:custGeom>
              <a:avLst/>
              <a:gdLst/>
              <a:ahLst/>
              <a:cxnLst/>
              <a:rect l="l" t="t" r="r" b="b"/>
              <a:pathLst>
                <a:path w="7720" h="12035" extrusionOk="0">
                  <a:moveTo>
                    <a:pt x="6995" y="725"/>
                  </a:moveTo>
                  <a:lnTo>
                    <a:pt x="6995" y="1418"/>
                  </a:lnTo>
                  <a:lnTo>
                    <a:pt x="662" y="1418"/>
                  </a:lnTo>
                  <a:lnTo>
                    <a:pt x="662" y="725"/>
                  </a:lnTo>
                  <a:close/>
                  <a:moveTo>
                    <a:pt x="7058" y="2142"/>
                  </a:moveTo>
                  <a:lnTo>
                    <a:pt x="7058" y="8506"/>
                  </a:lnTo>
                  <a:lnTo>
                    <a:pt x="694" y="8506"/>
                  </a:lnTo>
                  <a:lnTo>
                    <a:pt x="694" y="2142"/>
                  </a:lnTo>
                  <a:close/>
                  <a:moveTo>
                    <a:pt x="7058" y="9200"/>
                  </a:moveTo>
                  <a:lnTo>
                    <a:pt x="7058" y="11310"/>
                  </a:lnTo>
                  <a:lnTo>
                    <a:pt x="694" y="11310"/>
                  </a:lnTo>
                  <a:lnTo>
                    <a:pt x="694" y="9200"/>
                  </a:lnTo>
                  <a:close/>
                  <a:moveTo>
                    <a:pt x="347" y="0"/>
                  </a:moveTo>
                  <a:cubicBezTo>
                    <a:pt x="158" y="0"/>
                    <a:pt x="1" y="158"/>
                    <a:pt x="1" y="378"/>
                  </a:cubicBezTo>
                  <a:lnTo>
                    <a:pt x="1" y="11657"/>
                  </a:lnTo>
                  <a:cubicBezTo>
                    <a:pt x="1" y="11877"/>
                    <a:pt x="158" y="12035"/>
                    <a:pt x="347" y="12035"/>
                  </a:cubicBezTo>
                  <a:lnTo>
                    <a:pt x="7373" y="12035"/>
                  </a:lnTo>
                  <a:cubicBezTo>
                    <a:pt x="7562" y="12035"/>
                    <a:pt x="7719" y="11877"/>
                    <a:pt x="7719" y="11657"/>
                  </a:cubicBezTo>
                  <a:lnTo>
                    <a:pt x="7719" y="378"/>
                  </a:lnTo>
                  <a:cubicBezTo>
                    <a:pt x="7719" y="158"/>
                    <a:pt x="7562" y="0"/>
                    <a:pt x="7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317" name="Google Shape;15317;p85"/>
            <p:cNvSpPr/>
            <p:nvPr/>
          </p:nvSpPr>
          <p:spPr>
            <a:xfrm>
              <a:off x="-47772300" y="2589300"/>
              <a:ext cx="52800" cy="18150"/>
            </a:xfrm>
            <a:custGeom>
              <a:avLst/>
              <a:gdLst/>
              <a:ahLst/>
              <a:cxnLst/>
              <a:rect l="l" t="t" r="r" b="b"/>
              <a:pathLst>
                <a:path w="2112" h="726" extrusionOk="0">
                  <a:moveTo>
                    <a:pt x="347" y="1"/>
                  </a:moveTo>
                  <a:cubicBezTo>
                    <a:pt x="158" y="1"/>
                    <a:pt x="1" y="158"/>
                    <a:pt x="1" y="347"/>
                  </a:cubicBezTo>
                  <a:cubicBezTo>
                    <a:pt x="1" y="568"/>
                    <a:pt x="158" y="725"/>
                    <a:pt x="347" y="725"/>
                  </a:cubicBezTo>
                  <a:lnTo>
                    <a:pt x="1765" y="725"/>
                  </a:lnTo>
                  <a:cubicBezTo>
                    <a:pt x="1954" y="725"/>
                    <a:pt x="2111" y="568"/>
                    <a:pt x="2111" y="347"/>
                  </a:cubicBezTo>
                  <a:cubicBezTo>
                    <a:pt x="2111" y="158"/>
                    <a:pt x="1954"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318" name="Google Shape;15318;p85"/>
          <p:cNvGrpSpPr/>
          <p:nvPr/>
        </p:nvGrpSpPr>
        <p:grpSpPr>
          <a:xfrm>
            <a:off x="3969212" y="2236452"/>
            <a:ext cx="358229" cy="359154"/>
            <a:chOff x="-47896750" y="2710600"/>
            <a:chExt cx="300125" cy="300900"/>
          </a:xfrm>
        </p:grpSpPr>
        <p:sp>
          <p:nvSpPr>
            <p:cNvPr id="15319" name="Google Shape;15319;p85"/>
            <p:cNvSpPr/>
            <p:nvPr/>
          </p:nvSpPr>
          <p:spPr>
            <a:xfrm>
              <a:off x="-47896750" y="2710600"/>
              <a:ext cx="300125" cy="300900"/>
            </a:xfrm>
            <a:custGeom>
              <a:avLst/>
              <a:gdLst/>
              <a:ahLst/>
              <a:cxnLst/>
              <a:rect l="l" t="t" r="r" b="b"/>
              <a:pathLst>
                <a:path w="12005" h="12036" extrusionOk="0">
                  <a:moveTo>
                    <a:pt x="2836" y="756"/>
                  </a:moveTo>
                  <a:cubicBezTo>
                    <a:pt x="3246" y="756"/>
                    <a:pt x="3561" y="1072"/>
                    <a:pt x="3561" y="1450"/>
                  </a:cubicBezTo>
                  <a:lnTo>
                    <a:pt x="3561" y="2237"/>
                  </a:lnTo>
                  <a:cubicBezTo>
                    <a:pt x="3309" y="2206"/>
                    <a:pt x="3088" y="2174"/>
                    <a:pt x="2836" y="2174"/>
                  </a:cubicBezTo>
                  <a:cubicBezTo>
                    <a:pt x="2616" y="2174"/>
                    <a:pt x="2364" y="2206"/>
                    <a:pt x="2143" y="2237"/>
                  </a:cubicBezTo>
                  <a:lnTo>
                    <a:pt x="2143" y="1450"/>
                  </a:lnTo>
                  <a:cubicBezTo>
                    <a:pt x="2143" y="1072"/>
                    <a:pt x="2458" y="756"/>
                    <a:pt x="2836" y="756"/>
                  </a:cubicBezTo>
                  <a:close/>
                  <a:moveTo>
                    <a:pt x="5231" y="1450"/>
                  </a:moveTo>
                  <a:cubicBezTo>
                    <a:pt x="7026" y="1450"/>
                    <a:pt x="8539" y="2584"/>
                    <a:pt x="9106" y="4254"/>
                  </a:cubicBezTo>
                  <a:cubicBezTo>
                    <a:pt x="8854" y="4254"/>
                    <a:pt x="8633" y="4317"/>
                    <a:pt x="8444" y="4474"/>
                  </a:cubicBezTo>
                  <a:cubicBezTo>
                    <a:pt x="8003" y="3119"/>
                    <a:pt x="6743" y="2174"/>
                    <a:pt x="5231" y="2174"/>
                  </a:cubicBezTo>
                  <a:lnTo>
                    <a:pt x="4254" y="2174"/>
                  </a:lnTo>
                  <a:lnTo>
                    <a:pt x="4254" y="1450"/>
                  </a:lnTo>
                  <a:close/>
                  <a:moveTo>
                    <a:pt x="2868" y="2836"/>
                  </a:moveTo>
                  <a:cubicBezTo>
                    <a:pt x="4033" y="2836"/>
                    <a:pt x="4979" y="3781"/>
                    <a:pt x="4979" y="4947"/>
                  </a:cubicBezTo>
                  <a:lnTo>
                    <a:pt x="4979" y="5671"/>
                  </a:lnTo>
                  <a:lnTo>
                    <a:pt x="757" y="5671"/>
                  </a:lnTo>
                  <a:lnTo>
                    <a:pt x="757" y="4947"/>
                  </a:lnTo>
                  <a:cubicBezTo>
                    <a:pt x="757" y="3781"/>
                    <a:pt x="1702" y="2836"/>
                    <a:pt x="2868" y="2836"/>
                  </a:cubicBezTo>
                  <a:close/>
                  <a:moveTo>
                    <a:pt x="9169" y="4947"/>
                  </a:moveTo>
                  <a:cubicBezTo>
                    <a:pt x="9578" y="4947"/>
                    <a:pt x="9893" y="5262"/>
                    <a:pt x="9893" y="5671"/>
                  </a:cubicBezTo>
                  <a:cubicBezTo>
                    <a:pt x="9893" y="6049"/>
                    <a:pt x="9578" y="6364"/>
                    <a:pt x="9169" y="6364"/>
                  </a:cubicBezTo>
                  <a:cubicBezTo>
                    <a:pt x="8791" y="6364"/>
                    <a:pt x="8476" y="6049"/>
                    <a:pt x="8476" y="5671"/>
                  </a:cubicBezTo>
                  <a:cubicBezTo>
                    <a:pt x="8476" y="5262"/>
                    <a:pt x="8791" y="4947"/>
                    <a:pt x="9169" y="4947"/>
                  </a:cubicBezTo>
                  <a:close/>
                  <a:moveTo>
                    <a:pt x="9547" y="6994"/>
                  </a:moveTo>
                  <a:lnTo>
                    <a:pt x="9547" y="9924"/>
                  </a:lnTo>
                  <a:lnTo>
                    <a:pt x="8822" y="9924"/>
                  </a:lnTo>
                  <a:lnTo>
                    <a:pt x="8822" y="6994"/>
                  </a:lnTo>
                  <a:cubicBezTo>
                    <a:pt x="8948" y="7057"/>
                    <a:pt x="9074" y="7057"/>
                    <a:pt x="9169" y="7057"/>
                  </a:cubicBezTo>
                  <a:cubicBezTo>
                    <a:pt x="9295" y="7057"/>
                    <a:pt x="9421" y="7057"/>
                    <a:pt x="9547" y="6994"/>
                  </a:cubicBezTo>
                  <a:close/>
                  <a:moveTo>
                    <a:pt x="10208" y="10617"/>
                  </a:moveTo>
                  <a:cubicBezTo>
                    <a:pt x="10681" y="10617"/>
                    <a:pt x="11059" y="10933"/>
                    <a:pt x="11217" y="11342"/>
                  </a:cubicBezTo>
                  <a:lnTo>
                    <a:pt x="5703" y="11342"/>
                  </a:lnTo>
                  <a:cubicBezTo>
                    <a:pt x="5861" y="10933"/>
                    <a:pt x="6270" y="10617"/>
                    <a:pt x="6711" y="10617"/>
                  </a:cubicBezTo>
                  <a:close/>
                  <a:moveTo>
                    <a:pt x="2836" y="0"/>
                  </a:moveTo>
                  <a:cubicBezTo>
                    <a:pt x="2049" y="0"/>
                    <a:pt x="1419" y="630"/>
                    <a:pt x="1419" y="1418"/>
                  </a:cubicBezTo>
                  <a:lnTo>
                    <a:pt x="1419" y="2458"/>
                  </a:lnTo>
                  <a:cubicBezTo>
                    <a:pt x="599" y="2930"/>
                    <a:pt x="1" y="3844"/>
                    <a:pt x="1" y="4915"/>
                  </a:cubicBezTo>
                  <a:lnTo>
                    <a:pt x="1" y="5986"/>
                  </a:lnTo>
                  <a:cubicBezTo>
                    <a:pt x="1" y="6175"/>
                    <a:pt x="158" y="6333"/>
                    <a:pt x="347" y="6333"/>
                  </a:cubicBezTo>
                  <a:lnTo>
                    <a:pt x="5294" y="6333"/>
                  </a:lnTo>
                  <a:cubicBezTo>
                    <a:pt x="5483" y="6333"/>
                    <a:pt x="5640" y="6175"/>
                    <a:pt x="5640" y="5986"/>
                  </a:cubicBezTo>
                  <a:lnTo>
                    <a:pt x="5640" y="4915"/>
                  </a:lnTo>
                  <a:cubicBezTo>
                    <a:pt x="5640" y="4096"/>
                    <a:pt x="5294" y="3340"/>
                    <a:pt x="4695" y="2773"/>
                  </a:cubicBezTo>
                  <a:lnTo>
                    <a:pt x="5231" y="2773"/>
                  </a:lnTo>
                  <a:cubicBezTo>
                    <a:pt x="6585" y="2773"/>
                    <a:pt x="7688" y="3781"/>
                    <a:pt x="7877" y="5104"/>
                  </a:cubicBezTo>
                  <a:cubicBezTo>
                    <a:pt x="7846" y="5262"/>
                    <a:pt x="7814" y="5419"/>
                    <a:pt x="7814" y="5608"/>
                  </a:cubicBezTo>
                  <a:cubicBezTo>
                    <a:pt x="7814" y="5986"/>
                    <a:pt x="7909" y="6301"/>
                    <a:pt x="8161" y="6553"/>
                  </a:cubicBezTo>
                  <a:lnTo>
                    <a:pt x="8161" y="9924"/>
                  </a:lnTo>
                  <a:lnTo>
                    <a:pt x="7436" y="9924"/>
                  </a:lnTo>
                  <a:lnTo>
                    <a:pt x="7436" y="9546"/>
                  </a:lnTo>
                  <a:cubicBezTo>
                    <a:pt x="7436" y="9357"/>
                    <a:pt x="7278" y="9200"/>
                    <a:pt x="7089" y="9200"/>
                  </a:cubicBezTo>
                  <a:cubicBezTo>
                    <a:pt x="6900" y="9200"/>
                    <a:pt x="6743" y="9357"/>
                    <a:pt x="6743" y="9546"/>
                  </a:cubicBezTo>
                  <a:lnTo>
                    <a:pt x="6743" y="9924"/>
                  </a:lnTo>
                  <a:cubicBezTo>
                    <a:pt x="5766" y="9924"/>
                    <a:pt x="4979" y="10712"/>
                    <a:pt x="4979" y="11689"/>
                  </a:cubicBezTo>
                  <a:cubicBezTo>
                    <a:pt x="4979" y="11878"/>
                    <a:pt x="5136" y="12035"/>
                    <a:pt x="5325" y="12035"/>
                  </a:cubicBezTo>
                  <a:lnTo>
                    <a:pt x="11658" y="12035"/>
                  </a:lnTo>
                  <a:cubicBezTo>
                    <a:pt x="11847" y="12035"/>
                    <a:pt x="12004" y="11878"/>
                    <a:pt x="12004" y="11689"/>
                  </a:cubicBezTo>
                  <a:cubicBezTo>
                    <a:pt x="12004" y="11216"/>
                    <a:pt x="11815" y="10743"/>
                    <a:pt x="11500" y="10428"/>
                  </a:cubicBezTo>
                  <a:cubicBezTo>
                    <a:pt x="11154" y="10113"/>
                    <a:pt x="10713" y="9924"/>
                    <a:pt x="10240" y="9924"/>
                  </a:cubicBezTo>
                  <a:lnTo>
                    <a:pt x="10240" y="6585"/>
                  </a:lnTo>
                  <a:cubicBezTo>
                    <a:pt x="10492" y="6333"/>
                    <a:pt x="10587" y="5986"/>
                    <a:pt x="10587" y="5608"/>
                  </a:cubicBezTo>
                  <a:cubicBezTo>
                    <a:pt x="10587" y="5104"/>
                    <a:pt x="10334" y="4632"/>
                    <a:pt x="9893" y="4411"/>
                  </a:cubicBezTo>
                  <a:cubicBezTo>
                    <a:pt x="9641" y="3371"/>
                    <a:pt x="9106" y="2458"/>
                    <a:pt x="8287" y="1796"/>
                  </a:cubicBezTo>
                  <a:cubicBezTo>
                    <a:pt x="7405" y="1103"/>
                    <a:pt x="6333" y="693"/>
                    <a:pt x="5231" y="693"/>
                  </a:cubicBezTo>
                  <a:lnTo>
                    <a:pt x="4065" y="693"/>
                  </a:lnTo>
                  <a:cubicBezTo>
                    <a:pt x="3813" y="284"/>
                    <a:pt x="3340" y="0"/>
                    <a:pt x="28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320" name="Google Shape;15320;p85"/>
            <p:cNvSpPr/>
            <p:nvPr/>
          </p:nvSpPr>
          <p:spPr>
            <a:xfrm>
              <a:off x="-47834525" y="2904350"/>
              <a:ext cx="17350" cy="44125"/>
            </a:xfrm>
            <a:custGeom>
              <a:avLst/>
              <a:gdLst/>
              <a:ahLst/>
              <a:cxnLst/>
              <a:rect l="l" t="t" r="r" b="b"/>
              <a:pathLst>
                <a:path w="694" h="1765" extrusionOk="0">
                  <a:moveTo>
                    <a:pt x="347" y="1"/>
                  </a:moveTo>
                  <a:cubicBezTo>
                    <a:pt x="158" y="1"/>
                    <a:pt x="1" y="158"/>
                    <a:pt x="1" y="347"/>
                  </a:cubicBezTo>
                  <a:lnTo>
                    <a:pt x="1" y="1418"/>
                  </a:lnTo>
                  <a:cubicBezTo>
                    <a:pt x="1" y="1607"/>
                    <a:pt x="158" y="1765"/>
                    <a:pt x="347" y="1765"/>
                  </a:cubicBezTo>
                  <a:cubicBezTo>
                    <a:pt x="568" y="1765"/>
                    <a:pt x="694" y="1607"/>
                    <a:pt x="694" y="1418"/>
                  </a:cubicBezTo>
                  <a:lnTo>
                    <a:pt x="694" y="347"/>
                  </a:lnTo>
                  <a:cubicBezTo>
                    <a:pt x="694"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321" name="Google Shape;15321;p85"/>
            <p:cNvSpPr/>
            <p:nvPr/>
          </p:nvSpPr>
          <p:spPr>
            <a:xfrm>
              <a:off x="-47790400" y="2884475"/>
              <a:ext cx="38600" cy="36450"/>
            </a:xfrm>
            <a:custGeom>
              <a:avLst/>
              <a:gdLst/>
              <a:ahLst/>
              <a:cxnLst/>
              <a:rect l="l" t="t" r="r" b="b"/>
              <a:pathLst>
                <a:path w="1544" h="1458" extrusionOk="0">
                  <a:moveTo>
                    <a:pt x="437" y="0"/>
                  </a:moveTo>
                  <a:cubicBezTo>
                    <a:pt x="339" y="0"/>
                    <a:pt x="236" y="24"/>
                    <a:pt x="158" y="71"/>
                  </a:cubicBezTo>
                  <a:cubicBezTo>
                    <a:pt x="0" y="197"/>
                    <a:pt x="32" y="449"/>
                    <a:pt x="158" y="607"/>
                  </a:cubicBezTo>
                  <a:lnTo>
                    <a:pt x="914" y="1363"/>
                  </a:lnTo>
                  <a:cubicBezTo>
                    <a:pt x="1040" y="1457"/>
                    <a:pt x="1103" y="1457"/>
                    <a:pt x="1197" y="1457"/>
                  </a:cubicBezTo>
                  <a:cubicBezTo>
                    <a:pt x="1260" y="1457"/>
                    <a:pt x="1386" y="1426"/>
                    <a:pt x="1418" y="1363"/>
                  </a:cubicBezTo>
                  <a:cubicBezTo>
                    <a:pt x="1544" y="1237"/>
                    <a:pt x="1544" y="985"/>
                    <a:pt x="1418" y="827"/>
                  </a:cubicBezTo>
                  <a:lnTo>
                    <a:pt x="693" y="71"/>
                  </a:lnTo>
                  <a:cubicBezTo>
                    <a:pt x="630" y="24"/>
                    <a:pt x="536" y="0"/>
                    <a:pt x="4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322" name="Google Shape;15322;p85"/>
            <p:cNvSpPr/>
            <p:nvPr/>
          </p:nvSpPr>
          <p:spPr>
            <a:xfrm>
              <a:off x="-47896750" y="2885150"/>
              <a:ext cx="37050" cy="37350"/>
            </a:xfrm>
            <a:custGeom>
              <a:avLst/>
              <a:gdLst/>
              <a:ahLst/>
              <a:cxnLst/>
              <a:rect l="l" t="t" r="r" b="b"/>
              <a:pathLst>
                <a:path w="1482" h="1494" extrusionOk="0">
                  <a:moveTo>
                    <a:pt x="1122" y="0"/>
                  </a:moveTo>
                  <a:cubicBezTo>
                    <a:pt x="1027" y="0"/>
                    <a:pt x="933" y="40"/>
                    <a:pt x="883" y="107"/>
                  </a:cubicBezTo>
                  <a:lnTo>
                    <a:pt x="127" y="863"/>
                  </a:lnTo>
                  <a:cubicBezTo>
                    <a:pt x="1" y="958"/>
                    <a:pt x="1" y="1210"/>
                    <a:pt x="127" y="1367"/>
                  </a:cubicBezTo>
                  <a:cubicBezTo>
                    <a:pt x="221" y="1430"/>
                    <a:pt x="284" y="1493"/>
                    <a:pt x="379" y="1493"/>
                  </a:cubicBezTo>
                  <a:cubicBezTo>
                    <a:pt x="442" y="1493"/>
                    <a:pt x="568" y="1430"/>
                    <a:pt x="599" y="1367"/>
                  </a:cubicBezTo>
                  <a:lnTo>
                    <a:pt x="1356" y="611"/>
                  </a:lnTo>
                  <a:cubicBezTo>
                    <a:pt x="1482" y="485"/>
                    <a:pt x="1482" y="264"/>
                    <a:pt x="1356" y="107"/>
                  </a:cubicBezTo>
                  <a:cubicBezTo>
                    <a:pt x="1296" y="33"/>
                    <a:pt x="1208" y="0"/>
                    <a:pt x="11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323" name="Google Shape;15323;p85"/>
          <p:cNvGrpSpPr/>
          <p:nvPr/>
        </p:nvGrpSpPr>
        <p:grpSpPr>
          <a:xfrm>
            <a:off x="2624852" y="2710009"/>
            <a:ext cx="359154" cy="314991"/>
            <a:chOff x="-46033225" y="1982825"/>
            <a:chExt cx="300900" cy="263900"/>
          </a:xfrm>
        </p:grpSpPr>
        <p:sp>
          <p:nvSpPr>
            <p:cNvPr id="15324" name="Google Shape;15324;p85"/>
            <p:cNvSpPr/>
            <p:nvPr/>
          </p:nvSpPr>
          <p:spPr>
            <a:xfrm>
              <a:off x="-45962325" y="2053725"/>
              <a:ext cx="157525" cy="157550"/>
            </a:xfrm>
            <a:custGeom>
              <a:avLst/>
              <a:gdLst/>
              <a:ahLst/>
              <a:cxnLst/>
              <a:rect l="l" t="t" r="r" b="b"/>
              <a:pathLst>
                <a:path w="6301" h="6302" extrusionOk="0">
                  <a:moveTo>
                    <a:pt x="3151" y="725"/>
                  </a:moveTo>
                  <a:cubicBezTo>
                    <a:pt x="4505" y="725"/>
                    <a:pt x="5608" y="1828"/>
                    <a:pt x="5608" y="3151"/>
                  </a:cubicBezTo>
                  <a:cubicBezTo>
                    <a:pt x="5608" y="4506"/>
                    <a:pt x="4505" y="5608"/>
                    <a:pt x="3151" y="5608"/>
                  </a:cubicBezTo>
                  <a:cubicBezTo>
                    <a:pt x="1827" y="5608"/>
                    <a:pt x="725" y="4474"/>
                    <a:pt x="725" y="3151"/>
                  </a:cubicBezTo>
                  <a:cubicBezTo>
                    <a:pt x="725" y="1828"/>
                    <a:pt x="1827" y="725"/>
                    <a:pt x="3151" y="725"/>
                  </a:cubicBezTo>
                  <a:close/>
                  <a:moveTo>
                    <a:pt x="3151" y="0"/>
                  </a:moveTo>
                  <a:cubicBezTo>
                    <a:pt x="1418" y="0"/>
                    <a:pt x="0" y="1418"/>
                    <a:pt x="0" y="3151"/>
                  </a:cubicBezTo>
                  <a:cubicBezTo>
                    <a:pt x="0" y="4884"/>
                    <a:pt x="1418" y="6301"/>
                    <a:pt x="3151" y="6301"/>
                  </a:cubicBezTo>
                  <a:cubicBezTo>
                    <a:pt x="4883" y="6301"/>
                    <a:pt x="6301" y="4884"/>
                    <a:pt x="6301" y="3151"/>
                  </a:cubicBezTo>
                  <a:cubicBezTo>
                    <a:pt x="6301" y="1418"/>
                    <a:pt x="4883"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325" name="Google Shape;15325;p85"/>
            <p:cNvSpPr/>
            <p:nvPr/>
          </p:nvSpPr>
          <p:spPr>
            <a:xfrm>
              <a:off x="-45927675" y="2088375"/>
              <a:ext cx="89025" cy="88250"/>
            </a:xfrm>
            <a:custGeom>
              <a:avLst/>
              <a:gdLst/>
              <a:ahLst/>
              <a:cxnLst/>
              <a:rect l="l" t="t" r="r" b="b"/>
              <a:pathLst>
                <a:path w="3561" h="3530" extrusionOk="0">
                  <a:moveTo>
                    <a:pt x="1765" y="694"/>
                  </a:moveTo>
                  <a:cubicBezTo>
                    <a:pt x="2363" y="694"/>
                    <a:pt x="2836" y="1166"/>
                    <a:pt x="2836" y="1765"/>
                  </a:cubicBezTo>
                  <a:cubicBezTo>
                    <a:pt x="2804" y="2363"/>
                    <a:pt x="2332" y="2836"/>
                    <a:pt x="1765" y="2836"/>
                  </a:cubicBezTo>
                  <a:cubicBezTo>
                    <a:pt x="1197" y="2836"/>
                    <a:pt x="725" y="2363"/>
                    <a:pt x="725" y="1765"/>
                  </a:cubicBezTo>
                  <a:cubicBezTo>
                    <a:pt x="725" y="1166"/>
                    <a:pt x="1197" y="694"/>
                    <a:pt x="1765" y="694"/>
                  </a:cubicBezTo>
                  <a:close/>
                  <a:moveTo>
                    <a:pt x="1765" y="1"/>
                  </a:moveTo>
                  <a:cubicBezTo>
                    <a:pt x="788" y="1"/>
                    <a:pt x="0" y="788"/>
                    <a:pt x="0" y="1765"/>
                  </a:cubicBezTo>
                  <a:cubicBezTo>
                    <a:pt x="0" y="2741"/>
                    <a:pt x="788" y="3529"/>
                    <a:pt x="1765" y="3529"/>
                  </a:cubicBezTo>
                  <a:cubicBezTo>
                    <a:pt x="2773" y="3529"/>
                    <a:pt x="3560" y="2741"/>
                    <a:pt x="3560" y="1765"/>
                  </a:cubicBezTo>
                  <a:cubicBezTo>
                    <a:pt x="3497" y="788"/>
                    <a:pt x="2710"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326" name="Google Shape;15326;p85"/>
            <p:cNvSpPr/>
            <p:nvPr/>
          </p:nvSpPr>
          <p:spPr>
            <a:xfrm>
              <a:off x="-46033225" y="1982825"/>
              <a:ext cx="300900" cy="263900"/>
            </a:xfrm>
            <a:custGeom>
              <a:avLst/>
              <a:gdLst/>
              <a:ahLst/>
              <a:cxnLst/>
              <a:rect l="l" t="t" r="r" b="b"/>
              <a:pathLst>
                <a:path w="12036" h="10556" extrusionOk="0">
                  <a:moveTo>
                    <a:pt x="7184" y="726"/>
                  </a:moveTo>
                  <a:lnTo>
                    <a:pt x="7530" y="1419"/>
                  </a:lnTo>
                  <a:lnTo>
                    <a:pt x="4474" y="1419"/>
                  </a:lnTo>
                  <a:lnTo>
                    <a:pt x="4821" y="726"/>
                  </a:lnTo>
                  <a:close/>
                  <a:moveTo>
                    <a:pt x="694" y="3750"/>
                  </a:moveTo>
                  <a:lnTo>
                    <a:pt x="1387" y="4097"/>
                  </a:lnTo>
                  <a:lnTo>
                    <a:pt x="1387" y="7877"/>
                  </a:lnTo>
                  <a:lnTo>
                    <a:pt x="694" y="8224"/>
                  </a:lnTo>
                  <a:lnTo>
                    <a:pt x="694" y="3750"/>
                  </a:lnTo>
                  <a:close/>
                  <a:moveTo>
                    <a:pt x="11279" y="3750"/>
                  </a:moveTo>
                  <a:lnTo>
                    <a:pt x="11279" y="8224"/>
                  </a:lnTo>
                  <a:lnTo>
                    <a:pt x="10555" y="7877"/>
                  </a:lnTo>
                  <a:lnTo>
                    <a:pt x="10555" y="4097"/>
                  </a:lnTo>
                  <a:lnTo>
                    <a:pt x="11279" y="3750"/>
                  </a:lnTo>
                  <a:close/>
                  <a:moveTo>
                    <a:pt x="10933" y="2175"/>
                  </a:moveTo>
                  <a:cubicBezTo>
                    <a:pt x="11122" y="2175"/>
                    <a:pt x="11279" y="2332"/>
                    <a:pt x="11279" y="2521"/>
                  </a:cubicBezTo>
                  <a:lnTo>
                    <a:pt x="11279" y="2994"/>
                  </a:lnTo>
                  <a:lnTo>
                    <a:pt x="10051" y="3592"/>
                  </a:lnTo>
                  <a:cubicBezTo>
                    <a:pt x="9925" y="3655"/>
                    <a:pt x="9862" y="3781"/>
                    <a:pt x="9862" y="3908"/>
                  </a:cubicBezTo>
                  <a:lnTo>
                    <a:pt x="9862" y="8098"/>
                  </a:lnTo>
                  <a:cubicBezTo>
                    <a:pt x="9862" y="8224"/>
                    <a:pt x="9925" y="8350"/>
                    <a:pt x="10051" y="8444"/>
                  </a:cubicBezTo>
                  <a:lnTo>
                    <a:pt x="11279" y="9011"/>
                  </a:lnTo>
                  <a:lnTo>
                    <a:pt x="11279" y="9484"/>
                  </a:lnTo>
                  <a:cubicBezTo>
                    <a:pt x="11279" y="9704"/>
                    <a:pt x="11122" y="9830"/>
                    <a:pt x="10933" y="9830"/>
                  </a:cubicBezTo>
                  <a:lnTo>
                    <a:pt x="1040" y="9830"/>
                  </a:lnTo>
                  <a:cubicBezTo>
                    <a:pt x="851" y="9830"/>
                    <a:pt x="694" y="9673"/>
                    <a:pt x="694" y="9484"/>
                  </a:cubicBezTo>
                  <a:lnTo>
                    <a:pt x="694" y="9011"/>
                  </a:lnTo>
                  <a:lnTo>
                    <a:pt x="1891" y="8444"/>
                  </a:lnTo>
                  <a:cubicBezTo>
                    <a:pt x="2017" y="8350"/>
                    <a:pt x="2111" y="8224"/>
                    <a:pt x="2111" y="8098"/>
                  </a:cubicBezTo>
                  <a:lnTo>
                    <a:pt x="2111" y="3908"/>
                  </a:lnTo>
                  <a:cubicBezTo>
                    <a:pt x="2111" y="3781"/>
                    <a:pt x="2017" y="3655"/>
                    <a:pt x="1891" y="3592"/>
                  </a:cubicBezTo>
                  <a:lnTo>
                    <a:pt x="694" y="2994"/>
                  </a:lnTo>
                  <a:lnTo>
                    <a:pt x="694" y="2521"/>
                  </a:lnTo>
                  <a:cubicBezTo>
                    <a:pt x="694" y="2332"/>
                    <a:pt x="851" y="2175"/>
                    <a:pt x="1040" y="2175"/>
                  </a:cubicBezTo>
                  <a:close/>
                  <a:moveTo>
                    <a:pt x="4632" y="1"/>
                  </a:moveTo>
                  <a:cubicBezTo>
                    <a:pt x="4506" y="1"/>
                    <a:pt x="4380" y="95"/>
                    <a:pt x="4317" y="190"/>
                  </a:cubicBezTo>
                  <a:lnTo>
                    <a:pt x="3718" y="1419"/>
                  </a:lnTo>
                  <a:lnTo>
                    <a:pt x="2143" y="1419"/>
                  </a:lnTo>
                  <a:lnTo>
                    <a:pt x="2143" y="1072"/>
                  </a:lnTo>
                  <a:cubicBezTo>
                    <a:pt x="2143" y="883"/>
                    <a:pt x="1985" y="694"/>
                    <a:pt x="1796" y="694"/>
                  </a:cubicBezTo>
                  <a:cubicBezTo>
                    <a:pt x="1576" y="694"/>
                    <a:pt x="1418" y="883"/>
                    <a:pt x="1418" y="1072"/>
                  </a:cubicBezTo>
                  <a:lnTo>
                    <a:pt x="1418" y="1419"/>
                  </a:lnTo>
                  <a:lnTo>
                    <a:pt x="1072" y="1419"/>
                  </a:lnTo>
                  <a:cubicBezTo>
                    <a:pt x="473" y="1419"/>
                    <a:pt x="1" y="1891"/>
                    <a:pt x="1" y="2490"/>
                  </a:cubicBezTo>
                  <a:lnTo>
                    <a:pt x="1" y="9484"/>
                  </a:lnTo>
                  <a:cubicBezTo>
                    <a:pt x="1" y="10082"/>
                    <a:pt x="473" y="10555"/>
                    <a:pt x="1072" y="10555"/>
                  </a:cubicBezTo>
                  <a:lnTo>
                    <a:pt x="10964" y="10555"/>
                  </a:lnTo>
                  <a:cubicBezTo>
                    <a:pt x="11563" y="10555"/>
                    <a:pt x="12035" y="10082"/>
                    <a:pt x="12035" y="9484"/>
                  </a:cubicBezTo>
                  <a:lnTo>
                    <a:pt x="12035" y="2490"/>
                  </a:lnTo>
                  <a:cubicBezTo>
                    <a:pt x="12004" y="1891"/>
                    <a:pt x="11500" y="1419"/>
                    <a:pt x="10933" y="1419"/>
                  </a:cubicBezTo>
                  <a:lnTo>
                    <a:pt x="8318" y="1419"/>
                  </a:lnTo>
                  <a:lnTo>
                    <a:pt x="7719" y="190"/>
                  </a:lnTo>
                  <a:cubicBezTo>
                    <a:pt x="7656" y="95"/>
                    <a:pt x="7530" y="1"/>
                    <a:pt x="74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327" name="Google Shape;15327;p85"/>
          <p:cNvGrpSpPr/>
          <p:nvPr/>
        </p:nvGrpSpPr>
        <p:grpSpPr>
          <a:xfrm>
            <a:off x="2621569" y="3137266"/>
            <a:ext cx="365719" cy="326151"/>
            <a:chOff x="-46034000" y="2334500"/>
            <a:chExt cx="306400" cy="273250"/>
          </a:xfrm>
        </p:grpSpPr>
        <p:sp>
          <p:nvSpPr>
            <p:cNvPr id="15328" name="Google Shape;15328;p85"/>
            <p:cNvSpPr/>
            <p:nvPr/>
          </p:nvSpPr>
          <p:spPr>
            <a:xfrm>
              <a:off x="-46034000" y="2334500"/>
              <a:ext cx="306400" cy="273250"/>
            </a:xfrm>
            <a:custGeom>
              <a:avLst/>
              <a:gdLst/>
              <a:ahLst/>
              <a:cxnLst/>
              <a:rect l="l" t="t" r="r" b="b"/>
              <a:pathLst>
                <a:path w="12256" h="10930" extrusionOk="0">
                  <a:moveTo>
                    <a:pt x="9519" y="718"/>
                  </a:moveTo>
                  <a:cubicBezTo>
                    <a:pt x="9971" y="718"/>
                    <a:pt x="10428" y="883"/>
                    <a:pt x="10775" y="1214"/>
                  </a:cubicBezTo>
                  <a:cubicBezTo>
                    <a:pt x="11499" y="1875"/>
                    <a:pt x="11499" y="2978"/>
                    <a:pt x="10806" y="3640"/>
                  </a:cubicBezTo>
                  <a:lnTo>
                    <a:pt x="5734" y="8743"/>
                  </a:lnTo>
                  <a:lnTo>
                    <a:pt x="3403" y="8113"/>
                  </a:lnTo>
                  <a:lnTo>
                    <a:pt x="3214" y="6286"/>
                  </a:lnTo>
                  <a:lnTo>
                    <a:pt x="8286" y="1214"/>
                  </a:lnTo>
                  <a:cubicBezTo>
                    <a:pt x="8617" y="883"/>
                    <a:pt x="9066" y="718"/>
                    <a:pt x="9519" y="718"/>
                  </a:cubicBezTo>
                  <a:close/>
                  <a:moveTo>
                    <a:pt x="2678" y="7830"/>
                  </a:moveTo>
                  <a:lnTo>
                    <a:pt x="2773" y="8460"/>
                  </a:lnTo>
                  <a:cubicBezTo>
                    <a:pt x="2773" y="8617"/>
                    <a:pt x="2867" y="8743"/>
                    <a:pt x="3025" y="8775"/>
                  </a:cubicBezTo>
                  <a:lnTo>
                    <a:pt x="4411" y="9121"/>
                  </a:lnTo>
                  <a:lnTo>
                    <a:pt x="3277" y="10224"/>
                  </a:lnTo>
                  <a:lnTo>
                    <a:pt x="1040" y="9500"/>
                  </a:lnTo>
                  <a:lnTo>
                    <a:pt x="2678" y="7830"/>
                  </a:lnTo>
                  <a:close/>
                  <a:moveTo>
                    <a:pt x="9578" y="1"/>
                  </a:moveTo>
                  <a:cubicBezTo>
                    <a:pt x="8947" y="1"/>
                    <a:pt x="8317" y="237"/>
                    <a:pt x="7845" y="710"/>
                  </a:cubicBezTo>
                  <a:lnTo>
                    <a:pt x="2647" y="5908"/>
                  </a:lnTo>
                  <a:cubicBezTo>
                    <a:pt x="2583" y="5971"/>
                    <a:pt x="2520" y="6097"/>
                    <a:pt x="2520" y="6160"/>
                  </a:cubicBezTo>
                  <a:lnTo>
                    <a:pt x="2615" y="6885"/>
                  </a:lnTo>
                  <a:lnTo>
                    <a:pt x="126" y="9373"/>
                  </a:lnTo>
                  <a:cubicBezTo>
                    <a:pt x="32" y="9437"/>
                    <a:pt x="0" y="9563"/>
                    <a:pt x="32" y="9689"/>
                  </a:cubicBezTo>
                  <a:cubicBezTo>
                    <a:pt x="95" y="9815"/>
                    <a:pt x="158" y="9878"/>
                    <a:pt x="284" y="9909"/>
                  </a:cubicBezTo>
                  <a:lnTo>
                    <a:pt x="3277" y="10917"/>
                  </a:lnTo>
                  <a:cubicBezTo>
                    <a:pt x="3308" y="10925"/>
                    <a:pt x="3342" y="10929"/>
                    <a:pt x="3375" y="10929"/>
                  </a:cubicBezTo>
                  <a:cubicBezTo>
                    <a:pt x="3475" y="10929"/>
                    <a:pt x="3576" y="10894"/>
                    <a:pt x="3623" y="10823"/>
                  </a:cubicBezTo>
                  <a:lnTo>
                    <a:pt x="5198" y="9247"/>
                  </a:lnTo>
                  <a:lnTo>
                    <a:pt x="5797" y="9405"/>
                  </a:lnTo>
                  <a:cubicBezTo>
                    <a:pt x="5831" y="9413"/>
                    <a:pt x="5865" y="9417"/>
                    <a:pt x="5898" y="9417"/>
                  </a:cubicBezTo>
                  <a:cubicBezTo>
                    <a:pt x="5988" y="9417"/>
                    <a:pt x="6074" y="9388"/>
                    <a:pt x="6144" y="9342"/>
                  </a:cubicBezTo>
                  <a:lnTo>
                    <a:pt x="11342" y="4144"/>
                  </a:lnTo>
                  <a:cubicBezTo>
                    <a:pt x="12256" y="3230"/>
                    <a:pt x="12256" y="1655"/>
                    <a:pt x="11310" y="710"/>
                  </a:cubicBezTo>
                  <a:cubicBezTo>
                    <a:pt x="10838" y="237"/>
                    <a:pt x="10208" y="1"/>
                    <a:pt x="95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329" name="Google Shape;15329;p85"/>
            <p:cNvSpPr/>
            <p:nvPr/>
          </p:nvSpPr>
          <p:spPr>
            <a:xfrm>
              <a:off x="-45879625" y="2374275"/>
              <a:ext cx="105550" cy="104000"/>
            </a:xfrm>
            <a:custGeom>
              <a:avLst/>
              <a:gdLst/>
              <a:ahLst/>
              <a:cxnLst/>
              <a:rect l="l" t="t" r="r" b="b"/>
              <a:pathLst>
                <a:path w="4222" h="4160" extrusionOk="0">
                  <a:moveTo>
                    <a:pt x="2899" y="788"/>
                  </a:moveTo>
                  <a:lnTo>
                    <a:pt x="3403" y="1324"/>
                  </a:lnTo>
                  <a:lnTo>
                    <a:pt x="2899" y="1828"/>
                  </a:lnTo>
                  <a:lnTo>
                    <a:pt x="2363" y="1324"/>
                  </a:lnTo>
                  <a:lnTo>
                    <a:pt x="2899" y="788"/>
                  </a:lnTo>
                  <a:close/>
                  <a:moveTo>
                    <a:pt x="1859" y="1828"/>
                  </a:moveTo>
                  <a:lnTo>
                    <a:pt x="2363" y="2332"/>
                  </a:lnTo>
                  <a:lnTo>
                    <a:pt x="1386" y="3340"/>
                  </a:lnTo>
                  <a:lnTo>
                    <a:pt x="882" y="2805"/>
                  </a:lnTo>
                  <a:lnTo>
                    <a:pt x="1859" y="1828"/>
                  </a:lnTo>
                  <a:close/>
                  <a:moveTo>
                    <a:pt x="2879" y="1"/>
                  </a:moveTo>
                  <a:cubicBezTo>
                    <a:pt x="2788" y="1"/>
                    <a:pt x="2694" y="32"/>
                    <a:pt x="2615" y="95"/>
                  </a:cubicBezTo>
                  <a:lnTo>
                    <a:pt x="126" y="2584"/>
                  </a:lnTo>
                  <a:cubicBezTo>
                    <a:pt x="0" y="2710"/>
                    <a:pt x="0" y="2931"/>
                    <a:pt x="126" y="3088"/>
                  </a:cubicBezTo>
                  <a:lnTo>
                    <a:pt x="1103" y="4065"/>
                  </a:lnTo>
                  <a:cubicBezTo>
                    <a:pt x="1166" y="4128"/>
                    <a:pt x="1260" y="4159"/>
                    <a:pt x="1359" y="4159"/>
                  </a:cubicBezTo>
                  <a:cubicBezTo>
                    <a:pt x="1457" y="4159"/>
                    <a:pt x="1560" y="4128"/>
                    <a:pt x="1638" y="4065"/>
                  </a:cubicBezTo>
                  <a:lnTo>
                    <a:pt x="4096" y="1608"/>
                  </a:lnTo>
                  <a:cubicBezTo>
                    <a:pt x="4222" y="1482"/>
                    <a:pt x="4222" y="1229"/>
                    <a:pt x="4096" y="1072"/>
                  </a:cubicBezTo>
                  <a:lnTo>
                    <a:pt x="3119" y="95"/>
                  </a:lnTo>
                  <a:cubicBezTo>
                    <a:pt x="3056" y="32"/>
                    <a:pt x="2969" y="1"/>
                    <a:pt x="28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330" name="Google Shape;15330;p85"/>
            <p:cNvSpPr/>
            <p:nvPr/>
          </p:nvSpPr>
          <p:spPr>
            <a:xfrm>
              <a:off x="-45922950" y="2474125"/>
              <a:ext cx="49625" cy="47475"/>
            </a:xfrm>
            <a:custGeom>
              <a:avLst/>
              <a:gdLst/>
              <a:ahLst/>
              <a:cxnLst/>
              <a:rect l="l" t="t" r="r" b="b"/>
              <a:pathLst>
                <a:path w="1985" h="1899" extrusionOk="0">
                  <a:moveTo>
                    <a:pt x="1607" y="0"/>
                  </a:moveTo>
                  <a:cubicBezTo>
                    <a:pt x="1520" y="0"/>
                    <a:pt x="1434" y="24"/>
                    <a:pt x="1355" y="71"/>
                  </a:cubicBezTo>
                  <a:lnTo>
                    <a:pt x="126" y="1300"/>
                  </a:lnTo>
                  <a:cubicBezTo>
                    <a:pt x="0" y="1426"/>
                    <a:pt x="0" y="1646"/>
                    <a:pt x="126" y="1804"/>
                  </a:cubicBezTo>
                  <a:cubicBezTo>
                    <a:pt x="189" y="1867"/>
                    <a:pt x="276" y="1898"/>
                    <a:pt x="367" y="1898"/>
                  </a:cubicBezTo>
                  <a:cubicBezTo>
                    <a:pt x="457" y="1898"/>
                    <a:pt x="552" y="1867"/>
                    <a:pt x="630" y="1804"/>
                  </a:cubicBezTo>
                  <a:lnTo>
                    <a:pt x="1859" y="607"/>
                  </a:lnTo>
                  <a:cubicBezTo>
                    <a:pt x="1985" y="480"/>
                    <a:pt x="1985" y="228"/>
                    <a:pt x="1859" y="71"/>
                  </a:cubicBezTo>
                  <a:cubicBezTo>
                    <a:pt x="1780" y="24"/>
                    <a:pt x="1694" y="0"/>
                    <a:pt x="16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331" name="Google Shape;15331;p85"/>
          <p:cNvGrpSpPr/>
          <p:nvPr/>
        </p:nvGrpSpPr>
        <p:grpSpPr>
          <a:xfrm>
            <a:off x="2667627" y="3591655"/>
            <a:ext cx="273603" cy="356439"/>
            <a:chOff x="-45998575" y="2702625"/>
            <a:chExt cx="229225" cy="298625"/>
          </a:xfrm>
        </p:grpSpPr>
        <p:sp>
          <p:nvSpPr>
            <p:cNvPr id="15332" name="Google Shape;15332;p85"/>
            <p:cNvSpPr/>
            <p:nvPr/>
          </p:nvSpPr>
          <p:spPr>
            <a:xfrm>
              <a:off x="-45944225" y="2702625"/>
              <a:ext cx="125250" cy="298625"/>
            </a:xfrm>
            <a:custGeom>
              <a:avLst/>
              <a:gdLst/>
              <a:ahLst/>
              <a:cxnLst/>
              <a:rect l="l" t="t" r="r" b="b"/>
              <a:pathLst>
                <a:path w="5010" h="11945" extrusionOk="0">
                  <a:moveTo>
                    <a:pt x="2427" y="682"/>
                  </a:moveTo>
                  <a:cubicBezTo>
                    <a:pt x="2860" y="682"/>
                    <a:pt x="3308" y="817"/>
                    <a:pt x="3624" y="1107"/>
                  </a:cubicBezTo>
                  <a:cubicBezTo>
                    <a:pt x="4033" y="1454"/>
                    <a:pt x="4254" y="1926"/>
                    <a:pt x="4254" y="2430"/>
                  </a:cubicBezTo>
                  <a:cubicBezTo>
                    <a:pt x="4159" y="2745"/>
                    <a:pt x="4096" y="3060"/>
                    <a:pt x="3939" y="3344"/>
                  </a:cubicBezTo>
                  <a:cubicBezTo>
                    <a:pt x="3844" y="3470"/>
                    <a:pt x="3813" y="3533"/>
                    <a:pt x="3750" y="3659"/>
                  </a:cubicBezTo>
                  <a:cubicBezTo>
                    <a:pt x="3498" y="4005"/>
                    <a:pt x="3214" y="4446"/>
                    <a:pt x="3151" y="4919"/>
                  </a:cubicBezTo>
                  <a:lnTo>
                    <a:pt x="2805" y="4919"/>
                  </a:lnTo>
                  <a:lnTo>
                    <a:pt x="2805" y="2808"/>
                  </a:lnTo>
                  <a:lnTo>
                    <a:pt x="3151" y="2808"/>
                  </a:lnTo>
                  <a:cubicBezTo>
                    <a:pt x="3340" y="2808"/>
                    <a:pt x="3498" y="2651"/>
                    <a:pt x="3498" y="2430"/>
                  </a:cubicBezTo>
                  <a:cubicBezTo>
                    <a:pt x="3498" y="2241"/>
                    <a:pt x="3340" y="2084"/>
                    <a:pt x="3151" y="2084"/>
                  </a:cubicBezTo>
                  <a:lnTo>
                    <a:pt x="1733" y="2084"/>
                  </a:lnTo>
                  <a:cubicBezTo>
                    <a:pt x="1544" y="2084"/>
                    <a:pt x="1387" y="2241"/>
                    <a:pt x="1387" y="2430"/>
                  </a:cubicBezTo>
                  <a:cubicBezTo>
                    <a:pt x="1387" y="2651"/>
                    <a:pt x="1544" y="2808"/>
                    <a:pt x="1733" y="2808"/>
                  </a:cubicBezTo>
                  <a:lnTo>
                    <a:pt x="2080" y="2808"/>
                  </a:lnTo>
                  <a:lnTo>
                    <a:pt x="2080" y="4919"/>
                  </a:lnTo>
                  <a:lnTo>
                    <a:pt x="1733" y="4919"/>
                  </a:lnTo>
                  <a:cubicBezTo>
                    <a:pt x="1639" y="4478"/>
                    <a:pt x="1418" y="4100"/>
                    <a:pt x="1166" y="3690"/>
                  </a:cubicBezTo>
                  <a:cubicBezTo>
                    <a:pt x="1072" y="3533"/>
                    <a:pt x="977" y="3375"/>
                    <a:pt x="914" y="3218"/>
                  </a:cubicBezTo>
                  <a:cubicBezTo>
                    <a:pt x="757" y="2871"/>
                    <a:pt x="662" y="2525"/>
                    <a:pt x="757" y="2115"/>
                  </a:cubicBezTo>
                  <a:cubicBezTo>
                    <a:pt x="883" y="1422"/>
                    <a:pt x="1450" y="823"/>
                    <a:pt x="2174" y="697"/>
                  </a:cubicBezTo>
                  <a:cubicBezTo>
                    <a:pt x="2257" y="687"/>
                    <a:pt x="2342" y="682"/>
                    <a:pt x="2427" y="682"/>
                  </a:cubicBezTo>
                  <a:close/>
                  <a:moveTo>
                    <a:pt x="3151" y="5644"/>
                  </a:moveTo>
                  <a:lnTo>
                    <a:pt x="3151" y="6337"/>
                  </a:lnTo>
                  <a:lnTo>
                    <a:pt x="1733" y="6337"/>
                  </a:lnTo>
                  <a:lnTo>
                    <a:pt x="1733" y="5644"/>
                  </a:lnTo>
                  <a:close/>
                  <a:moveTo>
                    <a:pt x="3151" y="7061"/>
                  </a:moveTo>
                  <a:lnTo>
                    <a:pt x="3151" y="8983"/>
                  </a:lnTo>
                  <a:cubicBezTo>
                    <a:pt x="2915" y="8904"/>
                    <a:pt x="2671" y="8865"/>
                    <a:pt x="2430" y="8865"/>
                  </a:cubicBezTo>
                  <a:cubicBezTo>
                    <a:pt x="2190" y="8865"/>
                    <a:pt x="1954" y="8904"/>
                    <a:pt x="1733" y="8983"/>
                  </a:cubicBezTo>
                  <a:lnTo>
                    <a:pt x="1733" y="7061"/>
                  </a:lnTo>
                  <a:close/>
                  <a:moveTo>
                    <a:pt x="2442" y="9558"/>
                  </a:moveTo>
                  <a:cubicBezTo>
                    <a:pt x="2639" y="9558"/>
                    <a:pt x="2836" y="9598"/>
                    <a:pt x="3025" y="9676"/>
                  </a:cubicBezTo>
                  <a:lnTo>
                    <a:pt x="2427" y="10873"/>
                  </a:lnTo>
                  <a:lnTo>
                    <a:pt x="1859" y="9676"/>
                  </a:lnTo>
                  <a:cubicBezTo>
                    <a:pt x="2048" y="9598"/>
                    <a:pt x="2245" y="9558"/>
                    <a:pt x="2442" y="9558"/>
                  </a:cubicBezTo>
                  <a:close/>
                  <a:moveTo>
                    <a:pt x="2441" y="1"/>
                  </a:moveTo>
                  <a:cubicBezTo>
                    <a:pt x="2309" y="1"/>
                    <a:pt x="2178" y="12"/>
                    <a:pt x="2048" y="36"/>
                  </a:cubicBezTo>
                  <a:cubicBezTo>
                    <a:pt x="1072" y="193"/>
                    <a:pt x="221" y="1012"/>
                    <a:pt x="64" y="1989"/>
                  </a:cubicBezTo>
                  <a:cubicBezTo>
                    <a:pt x="1" y="2556"/>
                    <a:pt x="64" y="3060"/>
                    <a:pt x="316" y="3533"/>
                  </a:cubicBezTo>
                  <a:cubicBezTo>
                    <a:pt x="379" y="3753"/>
                    <a:pt x="505" y="3911"/>
                    <a:pt x="631" y="4068"/>
                  </a:cubicBezTo>
                  <a:cubicBezTo>
                    <a:pt x="820" y="4320"/>
                    <a:pt x="977" y="4604"/>
                    <a:pt x="1072" y="4888"/>
                  </a:cubicBezTo>
                  <a:lnTo>
                    <a:pt x="410" y="4888"/>
                  </a:lnTo>
                  <a:cubicBezTo>
                    <a:pt x="190" y="4888"/>
                    <a:pt x="32" y="5045"/>
                    <a:pt x="32" y="5234"/>
                  </a:cubicBezTo>
                  <a:cubicBezTo>
                    <a:pt x="32" y="5423"/>
                    <a:pt x="190" y="5581"/>
                    <a:pt x="410" y="5581"/>
                  </a:cubicBezTo>
                  <a:lnTo>
                    <a:pt x="1103" y="5581"/>
                  </a:lnTo>
                  <a:lnTo>
                    <a:pt x="1103" y="9487"/>
                  </a:lnTo>
                  <a:cubicBezTo>
                    <a:pt x="1103" y="9645"/>
                    <a:pt x="1103" y="9582"/>
                    <a:pt x="2206" y="11724"/>
                  </a:cubicBezTo>
                  <a:cubicBezTo>
                    <a:pt x="2301" y="11850"/>
                    <a:pt x="2395" y="11945"/>
                    <a:pt x="2521" y="11945"/>
                  </a:cubicBezTo>
                  <a:cubicBezTo>
                    <a:pt x="2647" y="11945"/>
                    <a:pt x="2773" y="11850"/>
                    <a:pt x="2836" y="11724"/>
                  </a:cubicBezTo>
                  <a:cubicBezTo>
                    <a:pt x="3939" y="9519"/>
                    <a:pt x="3939" y="9613"/>
                    <a:pt x="3939" y="9487"/>
                  </a:cubicBezTo>
                  <a:lnTo>
                    <a:pt x="3939" y="5581"/>
                  </a:lnTo>
                  <a:lnTo>
                    <a:pt x="4663" y="5581"/>
                  </a:lnTo>
                  <a:cubicBezTo>
                    <a:pt x="4852" y="5581"/>
                    <a:pt x="5010" y="5423"/>
                    <a:pt x="5010" y="5234"/>
                  </a:cubicBezTo>
                  <a:cubicBezTo>
                    <a:pt x="5010" y="5045"/>
                    <a:pt x="4852" y="4888"/>
                    <a:pt x="4663" y="4888"/>
                  </a:cubicBezTo>
                  <a:lnTo>
                    <a:pt x="3970" y="4888"/>
                  </a:lnTo>
                  <a:cubicBezTo>
                    <a:pt x="4065" y="4604"/>
                    <a:pt x="4254" y="4289"/>
                    <a:pt x="4443" y="4005"/>
                  </a:cubicBezTo>
                  <a:cubicBezTo>
                    <a:pt x="4411" y="3942"/>
                    <a:pt x="4506" y="3816"/>
                    <a:pt x="4569" y="3690"/>
                  </a:cubicBezTo>
                  <a:cubicBezTo>
                    <a:pt x="4821" y="3344"/>
                    <a:pt x="4915" y="2903"/>
                    <a:pt x="4915" y="2493"/>
                  </a:cubicBezTo>
                  <a:cubicBezTo>
                    <a:pt x="4915" y="1769"/>
                    <a:pt x="4600" y="1075"/>
                    <a:pt x="4065" y="603"/>
                  </a:cubicBezTo>
                  <a:cubicBezTo>
                    <a:pt x="3603" y="218"/>
                    <a:pt x="3017" y="1"/>
                    <a:pt x="24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333" name="Google Shape;15333;p85"/>
            <p:cNvSpPr/>
            <p:nvPr/>
          </p:nvSpPr>
          <p:spPr>
            <a:xfrm>
              <a:off x="-45804025" y="2755500"/>
              <a:ext cx="34675" cy="18125"/>
            </a:xfrm>
            <a:custGeom>
              <a:avLst/>
              <a:gdLst/>
              <a:ahLst/>
              <a:cxnLst/>
              <a:rect l="l" t="t" r="r" b="b"/>
              <a:pathLst>
                <a:path w="1387" h="725" extrusionOk="0">
                  <a:moveTo>
                    <a:pt x="347" y="0"/>
                  </a:moveTo>
                  <a:cubicBezTo>
                    <a:pt x="127" y="0"/>
                    <a:pt x="1" y="158"/>
                    <a:pt x="1" y="378"/>
                  </a:cubicBezTo>
                  <a:cubicBezTo>
                    <a:pt x="1" y="567"/>
                    <a:pt x="127" y="725"/>
                    <a:pt x="347" y="725"/>
                  </a:cubicBezTo>
                  <a:lnTo>
                    <a:pt x="1040" y="725"/>
                  </a:lnTo>
                  <a:cubicBezTo>
                    <a:pt x="1261" y="725"/>
                    <a:pt x="1387" y="567"/>
                    <a:pt x="1387" y="378"/>
                  </a:cubicBezTo>
                  <a:cubicBezTo>
                    <a:pt x="1387" y="158"/>
                    <a:pt x="1261"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334" name="Google Shape;15334;p85"/>
            <p:cNvSpPr/>
            <p:nvPr/>
          </p:nvSpPr>
          <p:spPr>
            <a:xfrm>
              <a:off x="-45998575" y="2755500"/>
              <a:ext cx="35475" cy="18125"/>
            </a:xfrm>
            <a:custGeom>
              <a:avLst/>
              <a:gdLst/>
              <a:ahLst/>
              <a:cxnLst/>
              <a:rect l="l" t="t" r="r" b="b"/>
              <a:pathLst>
                <a:path w="1419" h="725" extrusionOk="0">
                  <a:moveTo>
                    <a:pt x="379" y="0"/>
                  </a:moveTo>
                  <a:cubicBezTo>
                    <a:pt x="158" y="0"/>
                    <a:pt x="1" y="158"/>
                    <a:pt x="1" y="378"/>
                  </a:cubicBezTo>
                  <a:cubicBezTo>
                    <a:pt x="1" y="567"/>
                    <a:pt x="158" y="725"/>
                    <a:pt x="379" y="725"/>
                  </a:cubicBezTo>
                  <a:lnTo>
                    <a:pt x="1072" y="725"/>
                  </a:lnTo>
                  <a:cubicBezTo>
                    <a:pt x="1261" y="693"/>
                    <a:pt x="1419" y="536"/>
                    <a:pt x="1419" y="378"/>
                  </a:cubicBezTo>
                  <a:cubicBezTo>
                    <a:pt x="1419"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335" name="Google Shape;15335;p85"/>
            <p:cNvSpPr/>
            <p:nvPr/>
          </p:nvSpPr>
          <p:spPr>
            <a:xfrm>
              <a:off x="-45818200" y="2703175"/>
              <a:ext cx="35475" cy="26100"/>
            </a:xfrm>
            <a:custGeom>
              <a:avLst/>
              <a:gdLst/>
              <a:ahLst/>
              <a:cxnLst/>
              <a:rect l="l" t="t" r="r" b="b"/>
              <a:pathLst>
                <a:path w="1419" h="1044" extrusionOk="0">
                  <a:moveTo>
                    <a:pt x="991" y="1"/>
                  </a:moveTo>
                  <a:cubicBezTo>
                    <a:pt x="930" y="1"/>
                    <a:pt x="870" y="15"/>
                    <a:pt x="820" y="45"/>
                  </a:cubicBezTo>
                  <a:lnTo>
                    <a:pt x="252" y="423"/>
                  </a:lnTo>
                  <a:cubicBezTo>
                    <a:pt x="95" y="486"/>
                    <a:pt x="0" y="738"/>
                    <a:pt x="126" y="896"/>
                  </a:cubicBezTo>
                  <a:cubicBezTo>
                    <a:pt x="205" y="994"/>
                    <a:pt x="309" y="1044"/>
                    <a:pt x="414" y="1044"/>
                  </a:cubicBezTo>
                  <a:cubicBezTo>
                    <a:pt x="476" y="1044"/>
                    <a:pt x="540" y="1026"/>
                    <a:pt x="599" y="990"/>
                  </a:cubicBezTo>
                  <a:lnTo>
                    <a:pt x="1166" y="644"/>
                  </a:lnTo>
                  <a:cubicBezTo>
                    <a:pt x="1324" y="581"/>
                    <a:pt x="1418" y="329"/>
                    <a:pt x="1292" y="171"/>
                  </a:cubicBezTo>
                  <a:cubicBezTo>
                    <a:pt x="1249" y="64"/>
                    <a:pt x="1119" y="1"/>
                    <a:pt x="9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336" name="Google Shape;15336;p85"/>
            <p:cNvSpPr/>
            <p:nvPr/>
          </p:nvSpPr>
          <p:spPr>
            <a:xfrm>
              <a:off x="-45984400" y="2799050"/>
              <a:ext cx="35475" cy="26100"/>
            </a:xfrm>
            <a:custGeom>
              <a:avLst/>
              <a:gdLst/>
              <a:ahLst/>
              <a:cxnLst/>
              <a:rect l="l" t="t" r="r" b="b"/>
              <a:pathLst>
                <a:path w="1419" h="1044" extrusionOk="0">
                  <a:moveTo>
                    <a:pt x="1014" y="1"/>
                  </a:moveTo>
                  <a:cubicBezTo>
                    <a:pt x="947" y="1"/>
                    <a:pt x="879" y="18"/>
                    <a:pt x="820" y="54"/>
                  </a:cubicBezTo>
                  <a:lnTo>
                    <a:pt x="221" y="400"/>
                  </a:lnTo>
                  <a:cubicBezTo>
                    <a:pt x="64" y="463"/>
                    <a:pt x="1" y="716"/>
                    <a:pt x="95" y="873"/>
                  </a:cubicBezTo>
                  <a:cubicBezTo>
                    <a:pt x="160" y="980"/>
                    <a:pt x="282" y="1043"/>
                    <a:pt x="403" y="1043"/>
                  </a:cubicBezTo>
                  <a:cubicBezTo>
                    <a:pt x="461" y="1043"/>
                    <a:pt x="517" y="1029"/>
                    <a:pt x="568" y="999"/>
                  </a:cubicBezTo>
                  <a:lnTo>
                    <a:pt x="1167" y="621"/>
                  </a:lnTo>
                  <a:cubicBezTo>
                    <a:pt x="1324" y="558"/>
                    <a:pt x="1419" y="306"/>
                    <a:pt x="1293" y="148"/>
                  </a:cubicBezTo>
                  <a:cubicBezTo>
                    <a:pt x="1234" y="50"/>
                    <a:pt x="1125" y="1"/>
                    <a:pt x="10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337" name="Google Shape;15337;p85"/>
            <p:cNvSpPr/>
            <p:nvPr/>
          </p:nvSpPr>
          <p:spPr>
            <a:xfrm>
              <a:off x="-45815850" y="2799050"/>
              <a:ext cx="33900" cy="25750"/>
            </a:xfrm>
            <a:custGeom>
              <a:avLst/>
              <a:gdLst/>
              <a:ahLst/>
              <a:cxnLst/>
              <a:rect l="l" t="t" r="r" b="b"/>
              <a:pathLst>
                <a:path w="1356" h="1030" extrusionOk="0">
                  <a:moveTo>
                    <a:pt x="343" y="1"/>
                  </a:moveTo>
                  <a:cubicBezTo>
                    <a:pt x="231" y="1"/>
                    <a:pt x="123" y="50"/>
                    <a:pt x="64" y="148"/>
                  </a:cubicBezTo>
                  <a:cubicBezTo>
                    <a:pt x="1" y="306"/>
                    <a:pt x="32" y="558"/>
                    <a:pt x="190" y="621"/>
                  </a:cubicBezTo>
                  <a:lnTo>
                    <a:pt x="789" y="999"/>
                  </a:lnTo>
                  <a:cubicBezTo>
                    <a:pt x="838" y="1019"/>
                    <a:pt x="895" y="1029"/>
                    <a:pt x="951" y="1029"/>
                  </a:cubicBezTo>
                  <a:cubicBezTo>
                    <a:pt x="1073" y="1029"/>
                    <a:pt x="1197" y="981"/>
                    <a:pt x="1261" y="873"/>
                  </a:cubicBezTo>
                  <a:cubicBezTo>
                    <a:pt x="1356" y="716"/>
                    <a:pt x="1293" y="526"/>
                    <a:pt x="1135" y="400"/>
                  </a:cubicBezTo>
                  <a:lnTo>
                    <a:pt x="537" y="54"/>
                  </a:lnTo>
                  <a:cubicBezTo>
                    <a:pt x="477" y="18"/>
                    <a:pt x="410" y="1"/>
                    <a:pt x="3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338" name="Google Shape;15338;p85"/>
            <p:cNvSpPr/>
            <p:nvPr/>
          </p:nvSpPr>
          <p:spPr>
            <a:xfrm>
              <a:off x="-45983600" y="2702750"/>
              <a:ext cx="34675" cy="25525"/>
            </a:xfrm>
            <a:custGeom>
              <a:avLst/>
              <a:gdLst/>
              <a:ahLst/>
              <a:cxnLst/>
              <a:rect l="l" t="t" r="r" b="b"/>
              <a:pathLst>
                <a:path w="1387" h="1021" extrusionOk="0">
                  <a:moveTo>
                    <a:pt x="398" y="0"/>
                  </a:moveTo>
                  <a:cubicBezTo>
                    <a:pt x="269" y="0"/>
                    <a:pt x="138" y="49"/>
                    <a:pt x="95" y="157"/>
                  </a:cubicBezTo>
                  <a:cubicBezTo>
                    <a:pt x="0" y="314"/>
                    <a:pt x="32" y="535"/>
                    <a:pt x="189" y="629"/>
                  </a:cubicBezTo>
                  <a:lnTo>
                    <a:pt x="788" y="976"/>
                  </a:lnTo>
                  <a:cubicBezTo>
                    <a:pt x="839" y="1006"/>
                    <a:pt x="899" y="1020"/>
                    <a:pt x="959" y="1020"/>
                  </a:cubicBezTo>
                  <a:cubicBezTo>
                    <a:pt x="1088" y="1020"/>
                    <a:pt x="1218" y="957"/>
                    <a:pt x="1261" y="850"/>
                  </a:cubicBezTo>
                  <a:cubicBezTo>
                    <a:pt x="1387" y="692"/>
                    <a:pt x="1292" y="503"/>
                    <a:pt x="1135" y="377"/>
                  </a:cubicBezTo>
                  <a:lnTo>
                    <a:pt x="567" y="31"/>
                  </a:lnTo>
                  <a:cubicBezTo>
                    <a:pt x="518" y="11"/>
                    <a:pt x="458"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5339" name="Google Shape;15339;p85"/>
          <p:cNvSpPr/>
          <p:nvPr/>
        </p:nvSpPr>
        <p:spPr>
          <a:xfrm>
            <a:off x="3986479" y="3612752"/>
            <a:ext cx="314961" cy="358199"/>
          </a:xfrm>
          <a:custGeom>
            <a:avLst/>
            <a:gdLst/>
            <a:ahLst/>
            <a:cxnLst/>
            <a:rect l="l" t="t" r="r" b="b"/>
            <a:pathLst>
              <a:path w="10555" h="12004" extrusionOk="0">
                <a:moveTo>
                  <a:pt x="5262" y="709"/>
                </a:moveTo>
                <a:lnTo>
                  <a:pt x="9420" y="2788"/>
                </a:lnTo>
                <a:lnTo>
                  <a:pt x="8066" y="3450"/>
                </a:lnTo>
                <a:lnTo>
                  <a:pt x="5451" y="2127"/>
                </a:lnTo>
                <a:cubicBezTo>
                  <a:pt x="5403" y="2111"/>
                  <a:pt x="5348" y="2103"/>
                  <a:pt x="5293" y="2103"/>
                </a:cubicBezTo>
                <a:cubicBezTo>
                  <a:pt x="5238" y="2103"/>
                  <a:pt x="5183" y="2111"/>
                  <a:pt x="5136" y="2127"/>
                </a:cubicBezTo>
                <a:lnTo>
                  <a:pt x="2489" y="3450"/>
                </a:lnTo>
                <a:lnTo>
                  <a:pt x="1197" y="2788"/>
                </a:lnTo>
                <a:lnTo>
                  <a:pt x="5262" y="709"/>
                </a:lnTo>
                <a:close/>
                <a:moveTo>
                  <a:pt x="4915" y="3040"/>
                </a:moveTo>
                <a:lnTo>
                  <a:pt x="4915" y="6222"/>
                </a:lnTo>
                <a:lnTo>
                  <a:pt x="2804" y="7294"/>
                </a:lnTo>
                <a:lnTo>
                  <a:pt x="2804" y="4080"/>
                </a:lnTo>
                <a:lnTo>
                  <a:pt x="4915" y="3040"/>
                </a:lnTo>
                <a:close/>
                <a:moveTo>
                  <a:pt x="5640" y="3040"/>
                </a:moveTo>
                <a:lnTo>
                  <a:pt x="7750" y="4080"/>
                </a:lnTo>
                <a:lnTo>
                  <a:pt x="7750" y="7294"/>
                </a:lnTo>
                <a:lnTo>
                  <a:pt x="5640" y="6222"/>
                </a:lnTo>
                <a:lnTo>
                  <a:pt x="5640" y="3040"/>
                </a:lnTo>
                <a:close/>
                <a:moveTo>
                  <a:pt x="5262" y="6758"/>
                </a:moveTo>
                <a:lnTo>
                  <a:pt x="7278" y="7798"/>
                </a:lnTo>
                <a:lnTo>
                  <a:pt x="5262" y="8806"/>
                </a:lnTo>
                <a:lnTo>
                  <a:pt x="3277" y="7798"/>
                </a:lnTo>
                <a:lnTo>
                  <a:pt x="5262" y="6758"/>
                </a:lnTo>
                <a:close/>
                <a:moveTo>
                  <a:pt x="725" y="3372"/>
                </a:moveTo>
                <a:lnTo>
                  <a:pt x="2111" y="4080"/>
                </a:lnTo>
                <a:lnTo>
                  <a:pt x="2111" y="7829"/>
                </a:lnTo>
                <a:cubicBezTo>
                  <a:pt x="2111" y="7955"/>
                  <a:pt x="2206" y="8081"/>
                  <a:pt x="2332" y="8113"/>
                </a:cubicBezTo>
                <a:lnTo>
                  <a:pt x="4915" y="9404"/>
                </a:lnTo>
                <a:lnTo>
                  <a:pt x="4915" y="10980"/>
                </a:lnTo>
                <a:lnTo>
                  <a:pt x="725" y="8869"/>
                </a:lnTo>
                <a:lnTo>
                  <a:pt x="725" y="3372"/>
                </a:lnTo>
                <a:close/>
                <a:moveTo>
                  <a:pt x="9861" y="3387"/>
                </a:moveTo>
                <a:lnTo>
                  <a:pt x="9861" y="8932"/>
                </a:lnTo>
                <a:lnTo>
                  <a:pt x="5640" y="11011"/>
                </a:lnTo>
                <a:lnTo>
                  <a:pt x="5640" y="9436"/>
                </a:lnTo>
                <a:lnTo>
                  <a:pt x="8223" y="8144"/>
                </a:lnTo>
                <a:cubicBezTo>
                  <a:pt x="8349" y="8113"/>
                  <a:pt x="8412" y="7987"/>
                  <a:pt x="8412" y="7829"/>
                </a:cubicBezTo>
                <a:lnTo>
                  <a:pt x="8412" y="4080"/>
                </a:lnTo>
                <a:lnTo>
                  <a:pt x="9861" y="3387"/>
                </a:lnTo>
                <a:close/>
                <a:moveTo>
                  <a:pt x="5262" y="0"/>
                </a:moveTo>
                <a:cubicBezTo>
                  <a:pt x="5206" y="0"/>
                  <a:pt x="5151" y="16"/>
                  <a:pt x="5104" y="47"/>
                </a:cubicBezTo>
                <a:lnTo>
                  <a:pt x="284" y="2473"/>
                </a:lnTo>
                <a:cubicBezTo>
                  <a:pt x="63" y="2536"/>
                  <a:pt x="0" y="2662"/>
                  <a:pt x="0" y="2820"/>
                </a:cubicBezTo>
                <a:lnTo>
                  <a:pt x="0" y="9152"/>
                </a:lnTo>
                <a:cubicBezTo>
                  <a:pt x="0" y="9278"/>
                  <a:pt x="63" y="9404"/>
                  <a:pt x="189" y="9499"/>
                </a:cubicBezTo>
                <a:lnTo>
                  <a:pt x="5104" y="11956"/>
                </a:lnTo>
                <a:cubicBezTo>
                  <a:pt x="5151" y="11988"/>
                  <a:pt x="5206" y="12003"/>
                  <a:pt x="5262" y="12003"/>
                </a:cubicBezTo>
                <a:cubicBezTo>
                  <a:pt x="5317" y="12003"/>
                  <a:pt x="5372" y="11988"/>
                  <a:pt x="5419" y="11956"/>
                </a:cubicBezTo>
                <a:lnTo>
                  <a:pt x="10365" y="9499"/>
                </a:lnTo>
                <a:cubicBezTo>
                  <a:pt x="10460" y="9404"/>
                  <a:pt x="10554" y="9278"/>
                  <a:pt x="10554" y="9152"/>
                </a:cubicBezTo>
                <a:lnTo>
                  <a:pt x="10554" y="2788"/>
                </a:lnTo>
                <a:cubicBezTo>
                  <a:pt x="10554" y="2662"/>
                  <a:pt x="10460" y="2568"/>
                  <a:pt x="10365" y="2505"/>
                </a:cubicBezTo>
                <a:lnTo>
                  <a:pt x="5419" y="47"/>
                </a:lnTo>
                <a:cubicBezTo>
                  <a:pt x="5372" y="16"/>
                  <a:pt x="5317" y="0"/>
                  <a:pt x="52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340" name="Google Shape;15340;p85"/>
          <p:cNvSpPr/>
          <p:nvPr/>
        </p:nvSpPr>
        <p:spPr>
          <a:xfrm>
            <a:off x="2183447" y="1313199"/>
            <a:ext cx="360079" cy="336595"/>
          </a:xfrm>
          <a:custGeom>
            <a:avLst/>
            <a:gdLst/>
            <a:ahLst/>
            <a:cxnLst/>
            <a:rect l="l" t="t" r="r" b="b"/>
            <a:pathLst>
              <a:path w="12067" h="11280" extrusionOk="0">
                <a:moveTo>
                  <a:pt x="5986" y="757"/>
                </a:moveTo>
                <a:cubicBezTo>
                  <a:pt x="7656" y="757"/>
                  <a:pt x="9011" y="2049"/>
                  <a:pt x="9137" y="3718"/>
                </a:cubicBezTo>
                <a:cubicBezTo>
                  <a:pt x="8822" y="3624"/>
                  <a:pt x="8475" y="3561"/>
                  <a:pt x="8066" y="3561"/>
                </a:cubicBezTo>
                <a:cubicBezTo>
                  <a:pt x="7278" y="3561"/>
                  <a:pt x="6585" y="3781"/>
                  <a:pt x="5955" y="4191"/>
                </a:cubicBezTo>
                <a:cubicBezTo>
                  <a:pt x="5356" y="3781"/>
                  <a:pt x="4632" y="3561"/>
                  <a:pt x="3844" y="3561"/>
                </a:cubicBezTo>
                <a:cubicBezTo>
                  <a:pt x="3466" y="3561"/>
                  <a:pt x="3119" y="3592"/>
                  <a:pt x="2773" y="3718"/>
                </a:cubicBezTo>
                <a:cubicBezTo>
                  <a:pt x="2930" y="2049"/>
                  <a:pt x="4285" y="757"/>
                  <a:pt x="5986" y="757"/>
                </a:cubicBezTo>
                <a:close/>
                <a:moveTo>
                  <a:pt x="3875" y="4254"/>
                </a:moveTo>
                <a:cubicBezTo>
                  <a:pt x="4411" y="4254"/>
                  <a:pt x="4915" y="4411"/>
                  <a:pt x="5388" y="4663"/>
                </a:cubicBezTo>
                <a:cubicBezTo>
                  <a:pt x="4852" y="5168"/>
                  <a:pt x="4505" y="5829"/>
                  <a:pt x="4285" y="6585"/>
                </a:cubicBezTo>
                <a:cubicBezTo>
                  <a:pt x="3560" y="6113"/>
                  <a:pt x="2993" y="5325"/>
                  <a:pt x="2836" y="4411"/>
                </a:cubicBezTo>
                <a:cubicBezTo>
                  <a:pt x="3151" y="4317"/>
                  <a:pt x="3497" y="4254"/>
                  <a:pt x="3875" y="4254"/>
                </a:cubicBezTo>
                <a:close/>
                <a:moveTo>
                  <a:pt x="8129" y="4254"/>
                </a:moveTo>
                <a:cubicBezTo>
                  <a:pt x="8475" y="4254"/>
                  <a:pt x="8822" y="4317"/>
                  <a:pt x="9137" y="4411"/>
                </a:cubicBezTo>
                <a:cubicBezTo>
                  <a:pt x="8979" y="5325"/>
                  <a:pt x="8444" y="6113"/>
                  <a:pt x="7687" y="6585"/>
                </a:cubicBezTo>
                <a:cubicBezTo>
                  <a:pt x="7498" y="5829"/>
                  <a:pt x="7089" y="5168"/>
                  <a:pt x="6585" y="4663"/>
                </a:cubicBezTo>
                <a:cubicBezTo>
                  <a:pt x="7026" y="4411"/>
                  <a:pt x="7561" y="4254"/>
                  <a:pt x="8129" y="4254"/>
                </a:cubicBezTo>
                <a:close/>
                <a:moveTo>
                  <a:pt x="5986" y="5042"/>
                </a:moveTo>
                <a:cubicBezTo>
                  <a:pt x="6490" y="5514"/>
                  <a:pt x="6900" y="6144"/>
                  <a:pt x="7026" y="6900"/>
                </a:cubicBezTo>
                <a:cubicBezTo>
                  <a:pt x="6648" y="7026"/>
                  <a:pt x="6364" y="7058"/>
                  <a:pt x="5986" y="7058"/>
                </a:cubicBezTo>
                <a:cubicBezTo>
                  <a:pt x="5640" y="7058"/>
                  <a:pt x="5293" y="7026"/>
                  <a:pt x="4978" y="6900"/>
                </a:cubicBezTo>
                <a:cubicBezTo>
                  <a:pt x="5073" y="6176"/>
                  <a:pt x="5451" y="5514"/>
                  <a:pt x="5986" y="5042"/>
                </a:cubicBezTo>
                <a:close/>
                <a:moveTo>
                  <a:pt x="4915" y="7625"/>
                </a:moveTo>
                <a:lnTo>
                  <a:pt x="4915" y="7625"/>
                </a:lnTo>
                <a:cubicBezTo>
                  <a:pt x="5230" y="7688"/>
                  <a:pt x="5608" y="7782"/>
                  <a:pt x="5986" y="7782"/>
                </a:cubicBezTo>
                <a:cubicBezTo>
                  <a:pt x="6333" y="7782"/>
                  <a:pt x="6711" y="7719"/>
                  <a:pt x="7057" y="7625"/>
                </a:cubicBezTo>
                <a:lnTo>
                  <a:pt x="7057" y="7625"/>
                </a:lnTo>
                <a:cubicBezTo>
                  <a:pt x="6963" y="8476"/>
                  <a:pt x="6585" y="9232"/>
                  <a:pt x="5986" y="9767"/>
                </a:cubicBezTo>
                <a:cubicBezTo>
                  <a:pt x="5388" y="9232"/>
                  <a:pt x="5010" y="8476"/>
                  <a:pt x="4915" y="7625"/>
                </a:cubicBezTo>
                <a:close/>
                <a:moveTo>
                  <a:pt x="2206" y="4726"/>
                </a:moveTo>
                <a:cubicBezTo>
                  <a:pt x="2458" y="5892"/>
                  <a:pt x="3245" y="6837"/>
                  <a:pt x="4222" y="7373"/>
                </a:cubicBezTo>
                <a:lnTo>
                  <a:pt x="4222" y="7467"/>
                </a:lnTo>
                <a:cubicBezTo>
                  <a:pt x="4222" y="8570"/>
                  <a:pt x="4663" y="9515"/>
                  <a:pt x="5388" y="10208"/>
                </a:cubicBezTo>
                <a:cubicBezTo>
                  <a:pt x="4915" y="10460"/>
                  <a:pt x="4411" y="10555"/>
                  <a:pt x="3875" y="10555"/>
                </a:cubicBezTo>
                <a:cubicBezTo>
                  <a:pt x="2080" y="10555"/>
                  <a:pt x="662" y="9137"/>
                  <a:pt x="662" y="7404"/>
                </a:cubicBezTo>
                <a:cubicBezTo>
                  <a:pt x="662" y="6270"/>
                  <a:pt x="1260" y="5294"/>
                  <a:pt x="2206" y="4726"/>
                </a:cubicBezTo>
                <a:close/>
                <a:moveTo>
                  <a:pt x="9735" y="4695"/>
                </a:moveTo>
                <a:cubicBezTo>
                  <a:pt x="10649" y="5262"/>
                  <a:pt x="11279" y="6239"/>
                  <a:pt x="11279" y="7373"/>
                </a:cubicBezTo>
                <a:cubicBezTo>
                  <a:pt x="11279" y="9137"/>
                  <a:pt x="9861" y="10555"/>
                  <a:pt x="8066" y="10555"/>
                </a:cubicBezTo>
                <a:cubicBezTo>
                  <a:pt x="7530" y="10555"/>
                  <a:pt x="7026" y="10397"/>
                  <a:pt x="6553" y="10177"/>
                </a:cubicBezTo>
                <a:cubicBezTo>
                  <a:pt x="7246" y="9452"/>
                  <a:pt x="7719" y="8476"/>
                  <a:pt x="7719" y="7404"/>
                </a:cubicBezTo>
                <a:lnTo>
                  <a:pt x="7719" y="7341"/>
                </a:lnTo>
                <a:cubicBezTo>
                  <a:pt x="8759" y="6837"/>
                  <a:pt x="9515" y="5892"/>
                  <a:pt x="9735" y="4695"/>
                </a:cubicBezTo>
                <a:close/>
                <a:moveTo>
                  <a:pt x="5986" y="1"/>
                </a:moveTo>
                <a:cubicBezTo>
                  <a:pt x="3875" y="1"/>
                  <a:pt x="2143" y="1734"/>
                  <a:pt x="2143" y="3876"/>
                </a:cubicBezTo>
                <a:lnTo>
                  <a:pt x="2143" y="3939"/>
                </a:lnTo>
                <a:cubicBezTo>
                  <a:pt x="882" y="4569"/>
                  <a:pt x="0" y="5892"/>
                  <a:pt x="0" y="7404"/>
                </a:cubicBezTo>
                <a:cubicBezTo>
                  <a:pt x="0" y="9547"/>
                  <a:pt x="1733" y="11279"/>
                  <a:pt x="3907" y="11279"/>
                </a:cubicBezTo>
                <a:cubicBezTo>
                  <a:pt x="4695" y="11279"/>
                  <a:pt x="5388" y="11027"/>
                  <a:pt x="6018" y="10649"/>
                </a:cubicBezTo>
                <a:cubicBezTo>
                  <a:pt x="6616" y="11027"/>
                  <a:pt x="7372" y="11279"/>
                  <a:pt x="8160" y="11279"/>
                </a:cubicBezTo>
                <a:cubicBezTo>
                  <a:pt x="10271" y="11279"/>
                  <a:pt x="12067" y="9547"/>
                  <a:pt x="12067" y="7404"/>
                </a:cubicBezTo>
                <a:cubicBezTo>
                  <a:pt x="11972" y="5924"/>
                  <a:pt x="11122" y="4632"/>
                  <a:pt x="9861" y="3939"/>
                </a:cubicBezTo>
                <a:lnTo>
                  <a:pt x="9861" y="3876"/>
                </a:lnTo>
                <a:cubicBezTo>
                  <a:pt x="9861" y="1734"/>
                  <a:pt x="8129" y="1"/>
                  <a:pt x="59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5341" name="Google Shape;15341;p85"/>
          <p:cNvGrpSpPr/>
          <p:nvPr/>
        </p:nvGrpSpPr>
        <p:grpSpPr>
          <a:xfrm>
            <a:off x="2203197" y="2205419"/>
            <a:ext cx="314961" cy="361034"/>
            <a:chOff x="-49398750" y="2684600"/>
            <a:chExt cx="263875" cy="302475"/>
          </a:xfrm>
        </p:grpSpPr>
        <p:sp>
          <p:nvSpPr>
            <p:cNvPr id="15342" name="Google Shape;15342;p85"/>
            <p:cNvSpPr/>
            <p:nvPr/>
          </p:nvSpPr>
          <p:spPr>
            <a:xfrm>
              <a:off x="-49294775" y="2684600"/>
              <a:ext cx="73275" cy="299325"/>
            </a:xfrm>
            <a:custGeom>
              <a:avLst/>
              <a:gdLst/>
              <a:ahLst/>
              <a:cxnLst/>
              <a:rect l="l" t="t" r="r" b="b"/>
              <a:pathLst>
                <a:path w="2931" h="11973" extrusionOk="0">
                  <a:moveTo>
                    <a:pt x="1481" y="1387"/>
                  </a:moveTo>
                  <a:lnTo>
                    <a:pt x="2017" y="2836"/>
                  </a:lnTo>
                  <a:lnTo>
                    <a:pt x="914" y="2836"/>
                  </a:lnTo>
                  <a:lnTo>
                    <a:pt x="1481" y="1387"/>
                  </a:lnTo>
                  <a:close/>
                  <a:moveTo>
                    <a:pt x="2174" y="3529"/>
                  </a:moveTo>
                  <a:lnTo>
                    <a:pt x="2174" y="9893"/>
                  </a:lnTo>
                  <a:lnTo>
                    <a:pt x="757" y="9893"/>
                  </a:lnTo>
                  <a:lnTo>
                    <a:pt x="757" y="3529"/>
                  </a:lnTo>
                  <a:close/>
                  <a:moveTo>
                    <a:pt x="2174" y="10586"/>
                  </a:moveTo>
                  <a:lnTo>
                    <a:pt x="2174" y="10964"/>
                  </a:lnTo>
                  <a:cubicBezTo>
                    <a:pt x="2143" y="11153"/>
                    <a:pt x="1985" y="11311"/>
                    <a:pt x="1828" y="11311"/>
                  </a:cubicBezTo>
                  <a:lnTo>
                    <a:pt x="1103" y="11311"/>
                  </a:lnTo>
                  <a:cubicBezTo>
                    <a:pt x="914" y="11311"/>
                    <a:pt x="757" y="11153"/>
                    <a:pt x="757" y="10964"/>
                  </a:cubicBezTo>
                  <a:lnTo>
                    <a:pt x="757" y="10586"/>
                  </a:lnTo>
                  <a:close/>
                  <a:moveTo>
                    <a:pt x="1450" y="1"/>
                  </a:moveTo>
                  <a:cubicBezTo>
                    <a:pt x="1355" y="1"/>
                    <a:pt x="1198" y="95"/>
                    <a:pt x="1135" y="253"/>
                  </a:cubicBezTo>
                  <a:cubicBezTo>
                    <a:pt x="1" y="3246"/>
                    <a:pt x="95" y="3088"/>
                    <a:pt x="95" y="3151"/>
                  </a:cubicBezTo>
                  <a:lnTo>
                    <a:pt x="95" y="10933"/>
                  </a:lnTo>
                  <a:cubicBezTo>
                    <a:pt x="95" y="11500"/>
                    <a:pt x="568" y="11973"/>
                    <a:pt x="1135" y="11973"/>
                  </a:cubicBezTo>
                  <a:lnTo>
                    <a:pt x="1859" y="11973"/>
                  </a:lnTo>
                  <a:cubicBezTo>
                    <a:pt x="2458" y="11973"/>
                    <a:pt x="2931" y="11500"/>
                    <a:pt x="2931" y="10933"/>
                  </a:cubicBezTo>
                  <a:lnTo>
                    <a:pt x="2931" y="3120"/>
                  </a:lnTo>
                  <a:cubicBezTo>
                    <a:pt x="2836" y="3088"/>
                    <a:pt x="2931" y="3277"/>
                    <a:pt x="1765" y="253"/>
                  </a:cubicBezTo>
                  <a:cubicBezTo>
                    <a:pt x="1733" y="127"/>
                    <a:pt x="1576" y="1"/>
                    <a:pt x="14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343" name="Google Shape;15343;p85"/>
            <p:cNvSpPr/>
            <p:nvPr/>
          </p:nvSpPr>
          <p:spPr>
            <a:xfrm>
              <a:off x="-49398750" y="2684600"/>
              <a:ext cx="87450" cy="300900"/>
            </a:xfrm>
            <a:custGeom>
              <a:avLst/>
              <a:gdLst/>
              <a:ahLst/>
              <a:cxnLst/>
              <a:rect l="l" t="t" r="r" b="b"/>
              <a:pathLst>
                <a:path w="3498" h="12036" extrusionOk="0">
                  <a:moveTo>
                    <a:pt x="2773" y="662"/>
                  </a:moveTo>
                  <a:lnTo>
                    <a:pt x="2773" y="11311"/>
                  </a:lnTo>
                  <a:lnTo>
                    <a:pt x="662" y="11311"/>
                  </a:lnTo>
                  <a:lnTo>
                    <a:pt x="662" y="10586"/>
                  </a:lnTo>
                  <a:lnTo>
                    <a:pt x="1734" y="10586"/>
                  </a:lnTo>
                  <a:cubicBezTo>
                    <a:pt x="1923" y="10586"/>
                    <a:pt x="2080" y="10429"/>
                    <a:pt x="2080" y="10240"/>
                  </a:cubicBezTo>
                  <a:cubicBezTo>
                    <a:pt x="2080" y="10051"/>
                    <a:pt x="1923" y="9893"/>
                    <a:pt x="1734" y="9893"/>
                  </a:cubicBezTo>
                  <a:lnTo>
                    <a:pt x="662" y="9893"/>
                  </a:lnTo>
                  <a:lnTo>
                    <a:pt x="662" y="9169"/>
                  </a:lnTo>
                  <a:lnTo>
                    <a:pt x="1009" y="9169"/>
                  </a:lnTo>
                  <a:cubicBezTo>
                    <a:pt x="1198" y="9169"/>
                    <a:pt x="1356" y="9011"/>
                    <a:pt x="1356" y="8822"/>
                  </a:cubicBezTo>
                  <a:cubicBezTo>
                    <a:pt x="1356" y="8633"/>
                    <a:pt x="1198" y="8475"/>
                    <a:pt x="1009" y="8475"/>
                  </a:cubicBezTo>
                  <a:lnTo>
                    <a:pt x="662" y="8475"/>
                  </a:lnTo>
                  <a:lnTo>
                    <a:pt x="662" y="7751"/>
                  </a:lnTo>
                  <a:lnTo>
                    <a:pt x="1734" y="7751"/>
                  </a:lnTo>
                  <a:cubicBezTo>
                    <a:pt x="1923" y="7751"/>
                    <a:pt x="2080" y="7593"/>
                    <a:pt x="2080" y="7404"/>
                  </a:cubicBezTo>
                  <a:cubicBezTo>
                    <a:pt x="2080" y="7215"/>
                    <a:pt x="1923" y="7058"/>
                    <a:pt x="1734" y="7058"/>
                  </a:cubicBezTo>
                  <a:lnTo>
                    <a:pt x="662" y="7058"/>
                  </a:lnTo>
                  <a:lnTo>
                    <a:pt x="662" y="6333"/>
                  </a:lnTo>
                  <a:lnTo>
                    <a:pt x="1009" y="6333"/>
                  </a:lnTo>
                  <a:cubicBezTo>
                    <a:pt x="1198" y="6333"/>
                    <a:pt x="1356" y="6176"/>
                    <a:pt x="1356" y="5987"/>
                  </a:cubicBezTo>
                  <a:cubicBezTo>
                    <a:pt x="1356" y="5798"/>
                    <a:pt x="1198" y="5640"/>
                    <a:pt x="1009" y="5640"/>
                  </a:cubicBezTo>
                  <a:lnTo>
                    <a:pt x="662" y="5640"/>
                  </a:lnTo>
                  <a:lnTo>
                    <a:pt x="662" y="4947"/>
                  </a:lnTo>
                  <a:lnTo>
                    <a:pt x="1734" y="4947"/>
                  </a:lnTo>
                  <a:cubicBezTo>
                    <a:pt x="1923" y="4947"/>
                    <a:pt x="2080" y="4789"/>
                    <a:pt x="2080" y="4569"/>
                  </a:cubicBezTo>
                  <a:cubicBezTo>
                    <a:pt x="2080" y="4380"/>
                    <a:pt x="1923" y="4222"/>
                    <a:pt x="1734" y="4222"/>
                  </a:cubicBezTo>
                  <a:lnTo>
                    <a:pt x="662" y="4222"/>
                  </a:lnTo>
                  <a:lnTo>
                    <a:pt x="662" y="3498"/>
                  </a:lnTo>
                  <a:lnTo>
                    <a:pt x="1009" y="3498"/>
                  </a:lnTo>
                  <a:cubicBezTo>
                    <a:pt x="1198" y="3498"/>
                    <a:pt x="1356" y="3340"/>
                    <a:pt x="1356" y="3151"/>
                  </a:cubicBezTo>
                  <a:cubicBezTo>
                    <a:pt x="1356" y="2962"/>
                    <a:pt x="1198" y="2805"/>
                    <a:pt x="1009" y="2805"/>
                  </a:cubicBezTo>
                  <a:lnTo>
                    <a:pt x="662" y="2805"/>
                  </a:lnTo>
                  <a:lnTo>
                    <a:pt x="662" y="2080"/>
                  </a:lnTo>
                  <a:lnTo>
                    <a:pt x="1734" y="2080"/>
                  </a:lnTo>
                  <a:cubicBezTo>
                    <a:pt x="1923" y="2080"/>
                    <a:pt x="2080" y="1922"/>
                    <a:pt x="2080" y="1733"/>
                  </a:cubicBezTo>
                  <a:cubicBezTo>
                    <a:pt x="2080" y="1544"/>
                    <a:pt x="1923" y="1387"/>
                    <a:pt x="1734" y="1387"/>
                  </a:cubicBezTo>
                  <a:lnTo>
                    <a:pt x="662" y="1387"/>
                  </a:lnTo>
                  <a:lnTo>
                    <a:pt x="662" y="662"/>
                  </a:lnTo>
                  <a:close/>
                  <a:moveTo>
                    <a:pt x="347" y="1"/>
                  </a:moveTo>
                  <a:cubicBezTo>
                    <a:pt x="158" y="1"/>
                    <a:pt x="1" y="158"/>
                    <a:pt x="1" y="379"/>
                  </a:cubicBezTo>
                  <a:lnTo>
                    <a:pt x="1" y="11657"/>
                  </a:lnTo>
                  <a:cubicBezTo>
                    <a:pt x="1" y="11878"/>
                    <a:pt x="158" y="12036"/>
                    <a:pt x="347" y="12036"/>
                  </a:cubicBezTo>
                  <a:lnTo>
                    <a:pt x="3151" y="12036"/>
                  </a:lnTo>
                  <a:cubicBezTo>
                    <a:pt x="3340" y="12036"/>
                    <a:pt x="3498" y="11878"/>
                    <a:pt x="3498" y="11657"/>
                  </a:cubicBezTo>
                  <a:lnTo>
                    <a:pt x="3498" y="379"/>
                  </a:lnTo>
                  <a:cubicBezTo>
                    <a:pt x="3498" y="158"/>
                    <a:pt x="3340"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344" name="Google Shape;15344;p85"/>
            <p:cNvSpPr/>
            <p:nvPr/>
          </p:nvSpPr>
          <p:spPr>
            <a:xfrm>
              <a:off x="-49207350" y="2686175"/>
              <a:ext cx="72475" cy="300900"/>
            </a:xfrm>
            <a:custGeom>
              <a:avLst/>
              <a:gdLst/>
              <a:ahLst/>
              <a:cxnLst/>
              <a:rect l="l" t="t" r="r" b="b"/>
              <a:pathLst>
                <a:path w="2899" h="12036" extrusionOk="0">
                  <a:moveTo>
                    <a:pt x="1859" y="694"/>
                  </a:moveTo>
                  <a:lnTo>
                    <a:pt x="1859" y="694"/>
                  </a:lnTo>
                  <a:cubicBezTo>
                    <a:pt x="1828" y="820"/>
                    <a:pt x="1796" y="946"/>
                    <a:pt x="1796" y="1040"/>
                  </a:cubicBezTo>
                  <a:cubicBezTo>
                    <a:pt x="1733" y="1418"/>
                    <a:pt x="1828" y="1765"/>
                    <a:pt x="2111" y="2112"/>
                  </a:cubicBezTo>
                  <a:cubicBezTo>
                    <a:pt x="2143" y="2143"/>
                    <a:pt x="2174" y="2238"/>
                    <a:pt x="2143" y="2301"/>
                  </a:cubicBezTo>
                  <a:cubicBezTo>
                    <a:pt x="2017" y="2584"/>
                    <a:pt x="1796" y="2773"/>
                    <a:pt x="1481" y="2773"/>
                  </a:cubicBezTo>
                  <a:cubicBezTo>
                    <a:pt x="1072" y="2773"/>
                    <a:pt x="757" y="2458"/>
                    <a:pt x="757" y="2080"/>
                  </a:cubicBezTo>
                  <a:cubicBezTo>
                    <a:pt x="757" y="1670"/>
                    <a:pt x="914" y="1324"/>
                    <a:pt x="1166" y="1103"/>
                  </a:cubicBezTo>
                  <a:cubicBezTo>
                    <a:pt x="1387" y="851"/>
                    <a:pt x="1576" y="788"/>
                    <a:pt x="1859" y="694"/>
                  </a:cubicBezTo>
                  <a:close/>
                  <a:moveTo>
                    <a:pt x="1450" y="3466"/>
                  </a:moveTo>
                  <a:cubicBezTo>
                    <a:pt x="1513" y="3529"/>
                    <a:pt x="1702" y="3781"/>
                    <a:pt x="1859" y="4600"/>
                  </a:cubicBezTo>
                  <a:cubicBezTo>
                    <a:pt x="1954" y="4726"/>
                    <a:pt x="1954" y="4789"/>
                    <a:pt x="1954" y="4884"/>
                  </a:cubicBezTo>
                  <a:lnTo>
                    <a:pt x="946" y="4884"/>
                  </a:lnTo>
                  <a:cubicBezTo>
                    <a:pt x="946" y="4789"/>
                    <a:pt x="1009" y="4726"/>
                    <a:pt x="1009" y="4600"/>
                  </a:cubicBezTo>
                  <a:cubicBezTo>
                    <a:pt x="1198" y="3781"/>
                    <a:pt x="1355" y="3529"/>
                    <a:pt x="1450" y="3466"/>
                  </a:cubicBezTo>
                  <a:close/>
                  <a:moveTo>
                    <a:pt x="2111" y="5546"/>
                  </a:moveTo>
                  <a:cubicBezTo>
                    <a:pt x="2174" y="6081"/>
                    <a:pt x="2237" y="6680"/>
                    <a:pt x="2237" y="7310"/>
                  </a:cubicBezTo>
                  <a:cubicBezTo>
                    <a:pt x="2174" y="9389"/>
                    <a:pt x="1796" y="10901"/>
                    <a:pt x="1481" y="11216"/>
                  </a:cubicBezTo>
                  <a:cubicBezTo>
                    <a:pt x="1387" y="11122"/>
                    <a:pt x="1198" y="10901"/>
                    <a:pt x="1040" y="10082"/>
                  </a:cubicBezTo>
                  <a:cubicBezTo>
                    <a:pt x="883" y="9326"/>
                    <a:pt x="757" y="8349"/>
                    <a:pt x="757" y="7310"/>
                  </a:cubicBezTo>
                  <a:cubicBezTo>
                    <a:pt x="757" y="6680"/>
                    <a:pt x="788" y="6081"/>
                    <a:pt x="883" y="5546"/>
                  </a:cubicBezTo>
                  <a:close/>
                  <a:moveTo>
                    <a:pt x="2489" y="1"/>
                  </a:moveTo>
                  <a:cubicBezTo>
                    <a:pt x="1796" y="1"/>
                    <a:pt x="1229" y="32"/>
                    <a:pt x="662" y="631"/>
                  </a:cubicBezTo>
                  <a:cubicBezTo>
                    <a:pt x="253" y="1009"/>
                    <a:pt x="1" y="1576"/>
                    <a:pt x="1" y="2112"/>
                  </a:cubicBezTo>
                  <a:cubicBezTo>
                    <a:pt x="1" y="2616"/>
                    <a:pt x="284" y="3088"/>
                    <a:pt x="725" y="3340"/>
                  </a:cubicBezTo>
                  <a:cubicBezTo>
                    <a:pt x="190" y="4285"/>
                    <a:pt x="1" y="6302"/>
                    <a:pt x="1" y="7436"/>
                  </a:cubicBezTo>
                  <a:cubicBezTo>
                    <a:pt x="1" y="8539"/>
                    <a:pt x="127" y="10555"/>
                    <a:pt x="725" y="11531"/>
                  </a:cubicBezTo>
                  <a:cubicBezTo>
                    <a:pt x="914" y="11878"/>
                    <a:pt x="1166" y="12036"/>
                    <a:pt x="1450" y="12036"/>
                  </a:cubicBezTo>
                  <a:cubicBezTo>
                    <a:pt x="1702" y="12036"/>
                    <a:pt x="1954" y="11878"/>
                    <a:pt x="2143" y="11531"/>
                  </a:cubicBezTo>
                  <a:cubicBezTo>
                    <a:pt x="2710" y="10586"/>
                    <a:pt x="2868" y="8570"/>
                    <a:pt x="2868" y="7436"/>
                  </a:cubicBezTo>
                  <a:cubicBezTo>
                    <a:pt x="2836" y="6239"/>
                    <a:pt x="2742" y="4254"/>
                    <a:pt x="2174" y="3309"/>
                  </a:cubicBezTo>
                  <a:cubicBezTo>
                    <a:pt x="2458" y="3151"/>
                    <a:pt x="2710" y="2868"/>
                    <a:pt x="2773" y="2553"/>
                  </a:cubicBezTo>
                  <a:cubicBezTo>
                    <a:pt x="2899" y="2238"/>
                    <a:pt x="2805" y="1923"/>
                    <a:pt x="2616" y="1670"/>
                  </a:cubicBezTo>
                  <a:cubicBezTo>
                    <a:pt x="2426" y="1450"/>
                    <a:pt x="2300" y="1135"/>
                    <a:pt x="2773" y="536"/>
                  </a:cubicBezTo>
                  <a:cubicBezTo>
                    <a:pt x="2836" y="410"/>
                    <a:pt x="2899" y="316"/>
                    <a:pt x="2805" y="190"/>
                  </a:cubicBezTo>
                  <a:cubicBezTo>
                    <a:pt x="2773" y="64"/>
                    <a:pt x="2616"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345" name="Google Shape;15345;p85"/>
          <p:cNvGrpSpPr/>
          <p:nvPr/>
        </p:nvGrpSpPr>
        <p:grpSpPr>
          <a:xfrm>
            <a:off x="873121" y="2699684"/>
            <a:ext cx="314006" cy="359154"/>
            <a:chOff x="-47509225" y="1974175"/>
            <a:chExt cx="263075" cy="300900"/>
          </a:xfrm>
        </p:grpSpPr>
        <p:sp>
          <p:nvSpPr>
            <p:cNvPr id="15346" name="Google Shape;15346;p85"/>
            <p:cNvSpPr/>
            <p:nvPr/>
          </p:nvSpPr>
          <p:spPr>
            <a:xfrm>
              <a:off x="-47439925" y="2026950"/>
              <a:ext cx="124475" cy="124450"/>
            </a:xfrm>
            <a:custGeom>
              <a:avLst/>
              <a:gdLst/>
              <a:ahLst/>
              <a:cxnLst/>
              <a:rect l="l" t="t" r="r" b="b"/>
              <a:pathLst>
                <a:path w="4979" h="4978" extrusionOk="0">
                  <a:moveTo>
                    <a:pt x="1828" y="725"/>
                  </a:moveTo>
                  <a:cubicBezTo>
                    <a:pt x="2301" y="725"/>
                    <a:pt x="2679" y="1008"/>
                    <a:pt x="2805" y="1418"/>
                  </a:cubicBezTo>
                  <a:lnTo>
                    <a:pt x="1828" y="1418"/>
                  </a:lnTo>
                  <a:cubicBezTo>
                    <a:pt x="1607" y="1418"/>
                    <a:pt x="1450" y="1575"/>
                    <a:pt x="1450" y="1796"/>
                  </a:cubicBezTo>
                  <a:lnTo>
                    <a:pt x="1450" y="2773"/>
                  </a:lnTo>
                  <a:cubicBezTo>
                    <a:pt x="1040" y="2615"/>
                    <a:pt x="757" y="2206"/>
                    <a:pt x="757" y="1796"/>
                  </a:cubicBezTo>
                  <a:cubicBezTo>
                    <a:pt x="757" y="1197"/>
                    <a:pt x="1229" y="725"/>
                    <a:pt x="1828" y="725"/>
                  </a:cubicBezTo>
                  <a:close/>
                  <a:moveTo>
                    <a:pt x="2805" y="2143"/>
                  </a:moveTo>
                  <a:cubicBezTo>
                    <a:pt x="2679" y="2458"/>
                    <a:pt x="2458" y="2678"/>
                    <a:pt x="2175" y="2773"/>
                  </a:cubicBezTo>
                  <a:lnTo>
                    <a:pt x="2175" y="2143"/>
                  </a:lnTo>
                  <a:close/>
                  <a:moveTo>
                    <a:pt x="4254" y="2111"/>
                  </a:moveTo>
                  <a:lnTo>
                    <a:pt x="4254" y="4222"/>
                  </a:lnTo>
                  <a:lnTo>
                    <a:pt x="2143" y="4222"/>
                  </a:lnTo>
                  <a:lnTo>
                    <a:pt x="2143" y="3466"/>
                  </a:lnTo>
                  <a:cubicBezTo>
                    <a:pt x="2805" y="3308"/>
                    <a:pt x="3372" y="2804"/>
                    <a:pt x="3529" y="2111"/>
                  </a:cubicBezTo>
                  <a:close/>
                  <a:moveTo>
                    <a:pt x="1765" y="0"/>
                  </a:moveTo>
                  <a:cubicBezTo>
                    <a:pt x="788" y="0"/>
                    <a:pt x="1" y="788"/>
                    <a:pt x="1" y="1796"/>
                  </a:cubicBezTo>
                  <a:cubicBezTo>
                    <a:pt x="1" y="2647"/>
                    <a:pt x="599" y="3340"/>
                    <a:pt x="1418" y="3529"/>
                  </a:cubicBezTo>
                  <a:lnTo>
                    <a:pt x="1418" y="4631"/>
                  </a:lnTo>
                  <a:cubicBezTo>
                    <a:pt x="1418" y="4820"/>
                    <a:pt x="1576" y="4978"/>
                    <a:pt x="1765" y="4978"/>
                  </a:cubicBezTo>
                  <a:lnTo>
                    <a:pt x="4569" y="4978"/>
                  </a:lnTo>
                  <a:cubicBezTo>
                    <a:pt x="4789" y="4978"/>
                    <a:pt x="4916" y="4820"/>
                    <a:pt x="4916" y="4631"/>
                  </a:cubicBezTo>
                  <a:lnTo>
                    <a:pt x="4916" y="1827"/>
                  </a:lnTo>
                  <a:cubicBezTo>
                    <a:pt x="4979" y="1575"/>
                    <a:pt x="4821" y="1418"/>
                    <a:pt x="4600" y="1418"/>
                  </a:cubicBezTo>
                  <a:lnTo>
                    <a:pt x="3498" y="1418"/>
                  </a:lnTo>
                  <a:cubicBezTo>
                    <a:pt x="3340" y="630"/>
                    <a:pt x="2647"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347" name="Google Shape;15347;p85"/>
            <p:cNvSpPr/>
            <p:nvPr/>
          </p:nvSpPr>
          <p:spPr>
            <a:xfrm>
              <a:off x="-47439125" y="2184475"/>
              <a:ext cx="88225" cy="18125"/>
            </a:xfrm>
            <a:custGeom>
              <a:avLst/>
              <a:gdLst/>
              <a:ahLst/>
              <a:cxnLst/>
              <a:rect l="l" t="t" r="r" b="b"/>
              <a:pathLst>
                <a:path w="3529" h="725" extrusionOk="0">
                  <a:moveTo>
                    <a:pt x="378" y="0"/>
                  </a:moveTo>
                  <a:cubicBezTo>
                    <a:pt x="158" y="0"/>
                    <a:pt x="32" y="158"/>
                    <a:pt x="32" y="378"/>
                  </a:cubicBezTo>
                  <a:cubicBezTo>
                    <a:pt x="0" y="567"/>
                    <a:pt x="158" y="725"/>
                    <a:pt x="378" y="725"/>
                  </a:cubicBezTo>
                  <a:lnTo>
                    <a:pt x="3182" y="725"/>
                  </a:lnTo>
                  <a:cubicBezTo>
                    <a:pt x="3371" y="725"/>
                    <a:pt x="3529" y="567"/>
                    <a:pt x="3529" y="378"/>
                  </a:cubicBezTo>
                  <a:cubicBezTo>
                    <a:pt x="3529" y="158"/>
                    <a:pt x="3371" y="0"/>
                    <a:pt x="3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348" name="Google Shape;15348;p85"/>
            <p:cNvSpPr/>
            <p:nvPr/>
          </p:nvSpPr>
          <p:spPr>
            <a:xfrm>
              <a:off x="-47438350" y="2219900"/>
              <a:ext cx="122900" cy="18150"/>
            </a:xfrm>
            <a:custGeom>
              <a:avLst/>
              <a:gdLst/>
              <a:ahLst/>
              <a:cxnLst/>
              <a:rect l="l" t="t" r="r" b="b"/>
              <a:pathLst>
                <a:path w="4916" h="726" extrusionOk="0">
                  <a:moveTo>
                    <a:pt x="347" y="1"/>
                  </a:moveTo>
                  <a:cubicBezTo>
                    <a:pt x="127" y="1"/>
                    <a:pt x="1" y="158"/>
                    <a:pt x="1" y="379"/>
                  </a:cubicBezTo>
                  <a:cubicBezTo>
                    <a:pt x="1" y="568"/>
                    <a:pt x="127" y="725"/>
                    <a:pt x="347" y="725"/>
                  </a:cubicBezTo>
                  <a:lnTo>
                    <a:pt x="4537" y="725"/>
                  </a:lnTo>
                  <a:cubicBezTo>
                    <a:pt x="4758" y="725"/>
                    <a:pt x="4916" y="568"/>
                    <a:pt x="4916" y="379"/>
                  </a:cubicBezTo>
                  <a:cubicBezTo>
                    <a:pt x="4916" y="158"/>
                    <a:pt x="4758" y="1"/>
                    <a:pt x="45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349" name="Google Shape;15349;p85"/>
            <p:cNvSpPr/>
            <p:nvPr/>
          </p:nvSpPr>
          <p:spPr>
            <a:xfrm>
              <a:off x="-47333600" y="218605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6" y="536"/>
                    <a:pt x="726" y="347"/>
                  </a:cubicBezTo>
                  <a:cubicBezTo>
                    <a:pt x="726" y="126"/>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350" name="Google Shape;15350;p85"/>
            <p:cNvSpPr/>
            <p:nvPr/>
          </p:nvSpPr>
          <p:spPr>
            <a:xfrm>
              <a:off x="-47509225" y="1974175"/>
              <a:ext cx="263075" cy="300900"/>
            </a:xfrm>
            <a:custGeom>
              <a:avLst/>
              <a:gdLst/>
              <a:ahLst/>
              <a:cxnLst/>
              <a:rect l="l" t="t" r="r" b="b"/>
              <a:pathLst>
                <a:path w="10523" h="12036" extrusionOk="0">
                  <a:moveTo>
                    <a:pt x="9483" y="2111"/>
                  </a:moveTo>
                  <a:cubicBezTo>
                    <a:pt x="9672" y="2111"/>
                    <a:pt x="9830" y="2269"/>
                    <a:pt x="9830" y="2489"/>
                  </a:cubicBezTo>
                  <a:lnTo>
                    <a:pt x="9830" y="3529"/>
                  </a:lnTo>
                  <a:lnTo>
                    <a:pt x="9105" y="3529"/>
                  </a:lnTo>
                  <a:lnTo>
                    <a:pt x="9105" y="2111"/>
                  </a:lnTo>
                  <a:close/>
                  <a:moveTo>
                    <a:pt x="9830" y="4222"/>
                  </a:moveTo>
                  <a:lnTo>
                    <a:pt x="9830" y="5640"/>
                  </a:lnTo>
                  <a:lnTo>
                    <a:pt x="9105" y="5640"/>
                  </a:lnTo>
                  <a:lnTo>
                    <a:pt x="9105" y="4222"/>
                  </a:lnTo>
                  <a:close/>
                  <a:moveTo>
                    <a:pt x="9861" y="6333"/>
                  </a:moveTo>
                  <a:lnTo>
                    <a:pt x="9861" y="7751"/>
                  </a:lnTo>
                  <a:lnTo>
                    <a:pt x="9168" y="7751"/>
                  </a:lnTo>
                  <a:lnTo>
                    <a:pt x="9168" y="6333"/>
                  </a:lnTo>
                  <a:close/>
                  <a:moveTo>
                    <a:pt x="9830" y="8412"/>
                  </a:moveTo>
                  <a:lnTo>
                    <a:pt x="9830" y="9483"/>
                  </a:lnTo>
                  <a:cubicBezTo>
                    <a:pt x="9830" y="9672"/>
                    <a:pt x="9672" y="9830"/>
                    <a:pt x="9483" y="9830"/>
                  </a:cubicBezTo>
                  <a:lnTo>
                    <a:pt x="9137" y="9830"/>
                  </a:lnTo>
                  <a:lnTo>
                    <a:pt x="9137" y="8412"/>
                  </a:lnTo>
                  <a:close/>
                  <a:moveTo>
                    <a:pt x="8444" y="630"/>
                  </a:moveTo>
                  <a:lnTo>
                    <a:pt x="8444" y="11248"/>
                  </a:lnTo>
                  <a:lnTo>
                    <a:pt x="1450" y="11248"/>
                  </a:lnTo>
                  <a:lnTo>
                    <a:pt x="1450" y="10554"/>
                  </a:lnTo>
                  <a:lnTo>
                    <a:pt x="1796" y="10554"/>
                  </a:lnTo>
                  <a:cubicBezTo>
                    <a:pt x="1985" y="10554"/>
                    <a:pt x="2143" y="10397"/>
                    <a:pt x="2143" y="10176"/>
                  </a:cubicBezTo>
                  <a:cubicBezTo>
                    <a:pt x="2143" y="9987"/>
                    <a:pt x="1985" y="9830"/>
                    <a:pt x="1796" y="9830"/>
                  </a:cubicBezTo>
                  <a:lnTo>
                    <a:pt x="1450" y="9830"/>
                  </a:lnTo>
                  <a:lnTo>
                    <a:pt x="1450" y="8412"/>
                  </a:lnTo>
                  <a:lnTo>
                    <a:pt x="1796" y="8412"/>
                  </a:lnTo>
                  <a:cubicBezTo>
                    <a:pt x="1985" y="8412"/>
                    <a:pt x="2143" y="8255"/>
                    <a:pt x="2143" y="8066"/>
                  </a:cubicBezTo>
                  <a:cubicBezTo>
                    <a:pt x="2143" y="7877"/>
                    <a:pt x="1985" y="7719"/>
                    <a:pt x="1796" y="7719"/>
                  </a:cubicBezTo>
                  <a:lnTo>
                    <a:pt x="1450" y="7719"/>
                  </a:lnTo>
                  <a:lnTo>
                    <a:pt x="1450" y="6301"/>
                  </a:lnTo>
                  <a:lnTo>
                    <a:pt x="1796" y="6301"/>
                  </a:lnTo>
                  <a:cubicBezTo>
                    <a:pt x="1985" y="6301"/>
                    <a:pt x="2143" y="6144"/>
                    <a:pt x="2143" y="5923"/>
                  </a:cubicBezTo>
                  <a:cubicBezTo>
                    <a:pt x="2143" y="5734"/>
                    <a:pt x="1985" y="5577"/>
                    <a:pt x="1796" y="5577"/>
                  </a:cubicBezTo>
                  <a:lnTo>
                    <a:pt x="1450" y="5577"/>
                  </a:lnTo>
                  <a:lnTo>
                    <a:pt x="1450" y="4159"/>
                  </a:lnTo>
                  <a:lnTo>
                    <a:pt x="1796" y="4159"/>
                  </a:lnTo>
                  <a:cubicBezTo>
                    <a:pt x="1985" y="4159"/>
                    <a:pt x="2143" y="4001"/>
                    <a:pt x="2143" y="3812"/>
                  </a:cubicBezTo>
                  <a:cubicBezTo>
                    <a:pt x="2143" y="3623"/>
                    <a:pt x="1985" y="3466"/>
                    <a:pt x="1796" y="3466"/>
                  </a:cubicBezTo>
                  <a:lnTo>
                    <a:pt x="1450" y="3466"/>
                  </a:lnTo>
                  <a:lnTo>
                    <a:pt x="1450" y="2048"/>
                  </a:lnTo>
                  <a:lnTo>
                    <a:pt x="1796" y="2048"/>
                  </a:lnTo>
                  <a:cubicBezTo>
                    <a:pt x="1985" y="2048"/>
                    <a:pt x="2143" y="1891"/>
                    <a:pt x="2143" y="1670"/>
                  </a:cubicBezTo>
                  <a:cubicBezTo>
                    <a:pt x="2143" y="1481"/>
                    <a:pt x="1985" y="1324"/>
                    <a:pt x="1796" y="1324"/>
                  </a:cubicBezTo>
                  <a:lnTo>
                    <a:pt x="1450" y="1324"/>
                  </a:lnTo>
                  <a:lnTo>
                    <a:pt x="1450" y="630"/>
                  </a:lnTo>
                  <a:close/>
                  <a:moveTo>
                    <a:pt x="1040" y="0"/>
                  </a:moveTo>
                  <a:cubicBezTo>
                    <a:pt x="851" y="0"/>
                    <a:pt x="693" y="158"/>
                    <a:pt x="693" y="347"/>
                  </a:cubicBezTo>
                  <a:lnTo>
                    <a:pt x="693" y="1418"/>
                  </a:lnTo>
                  <a:lnTo>
                    <a:pt x="347" y="1418"/>
                  </a:lnTo>
                  <a:cubicBezTo>
                    <a:pt x="158" y="1418"/>
                    <a:pt x="0" y="1576"/>
                    <a:pt x="0" y="1765"/>
                  </a:cubicBezTo>
                  <a:cubicBezTo>
                    <a:pt x="0" y="1954"/>
                    <a:pt x="158" y="2111"/>
                    <a:pt x="347" y="2111"/>
                  </a:cubicBezTo>
                  <a:lnTo>
                    <a:pt x="693" y="2111"/>
                  </a:lnTo>
                  <a:lnTo>
                    <a:pt x="693" y="3529"/>
                  </a:lnTo>
                  <a:lnTo>
                    <a:pt x="347" y="3529"/>
                  </a:lnTo>
                  <a:cubicBezTo>
                    <a:pt x="158" y="3529"/>
                    <a:pt x="0" y="3686"/>
                    <a:pt x="0" y="3907"/>
                  </a:cubicBezTo>
                  <a:cubicBezTo>
                    <a:pt x="0" y="4096"/>
                    <a:pt x="158" y="4254"/>
                    <a:pt x="347" y="4254"/>
                  </a:cubicBezTo>
                  <a:lnTo>
                    <a:pt x="693" y="4254"/>
                  </a:lnTo>
                  <a:lnTo>
                    <a:pt x="693" y="5671"/>
                  </a:lnTo>
                  <a:lnTo>
                    <a:pt x="347" y="5671"/>
                  </a:lnTo>
                  <a:cubicBezTo>
                    <a:pt x="158" y="5671"/>
                    <a:pt x="0" y="5829"/>
                    <a:pt x="0" y="6018"/>
                  </a:cubicBezTo>
                  <a:cubicBezTo>
                    <a:pt x="0" y="6207"/>
                    <a:pt x="158" y="6364"/>
                    <a:pt x="347" y="6364"/>
                  </a:cubicBezTo>
                  <a:lnTo>
                    <a:pt x="693" y="6364"/>
                  </a:lnTo>
                  <a:lnTo>
                    <a:pt x="693" y="7782"/>
                  </a:lnTo>
                  <a:lnTo>
                    <a:pt x="347" y="7782"/>
                  </a:lnTo>
                  <a:cubicBezTo>
                    <a:pt x="158" y="7782"/>
                    <a:pt x="0" y="7940"/>
                    <a:pt x="0" y="8160"/>
                  </a:cubicBezTo>
                  <a:cubicBezTo>
                    <a:pt x="0" y="8349"/>
                    <a:pt x="158" y="8507"/>
                    <a:pt x="347" y="8507"/>
                  </a:cubicBezTo>
                  <a:lnTo>
                    <a:pt x="693" y="8507"/>
                  </a:lnTo>
                  <a:lnTo>
                    <a:pt x="693" y="9924"/>
                  </a:lnTo>
                  <a:lnTo>
                    <a:pt x="347" y="9924"/>
                  </a:lnTo>
                  <a:cubicBezTo>
                    <a:pt x="158" y="9924"/>
                    <a:pt x="0" y="10082"/>
                    <a:pt x="0" y="10271"/>
                  </a:cubicBezTo>
                  <a:cubicBezTo>
                    <a:pt x="0" y="10460"/>
                    <a:pt x="158" y="10617"/>
                    <a:pt x="347" y="10617"/>
                  </a:cubicBezTo>
                  <a:lnTo>
                    <a:pt x="693" y="10617"/>
                  </a:lnTo>
                  <a:lnTo>
                    <a:pt x="693" y="11689"/>
                  </a:lnTo>
                  <a:cubicBezTo>
                    <a:pt x="693" y="11878"/>
                    <a:pt x="851" y="12035"/>
                    <a:pt x="1040" y="12035"/>
                  </a:cubicBezTo>
                  <a:lnTo>
                    <a:pt x="8759" y="12035"/>
                  </a:lnTo>
                  <a:cubicBezTo>
                    <a:pt x="8979" y="12035"/>
                    <a:pt x="9137" y="11878"/>
                    <a:pt x="9137" y="11689"/>
                  </a:cubicBezTo>
                  <a:lnTo>
                    <a:pt x="9137" y="10617"/>
                  </a:lnTo>
                  <a:lnTo>
                    <a:pt x="9483" y="10617"/>
                  </a:lnTo>
                  <a:cubicBezTo>
                    <a:pt x="10050" y="10617"/>
                    <a:pt x="10523" y="10145"/>
                    <a:pt x="10523" y="9578"/>
                  </a:cubicBezTo>
                  <a:lnTo>
                    <a:pt x="10523" y="2552"/>
                  </a:lnTo>
                  <a:cubicBezTo>
                    <a:pt x="10523" y="1891"/>
                    <a:pt x="10050" y="1418"/>
                    <a:pt x="9483" y="1418"/>
                  </a:cubicBezTo>
                  <a:lnTo>
                    <a:pt x="9137" y="1418"/>
                  </a:lnTo>
                  <a:lnTo>
                    <a:pt x="9137" y="347"/>
                  </a:lnTo>
                  <a:cubicBezTo>
                    <a:pt x="9137" y="158"/>
                    <a:pt x="8979" y="0"/>
                    <a:pt x="87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351" name="Google Shape;15351;p85"/>
          <p:cNvGrpSpPr/>
          <p:nvPr/>
        </p:nvGrpSpPr>
        <p:grpSpPr>
          <a:xfrm>
            <a:off x="849622" y="3146218"/>
            <a:ext cx="361004" cy="357961"/>
            <a:chOff x="-47529700" y="2342000"/>
            <a:chExt cx="302450" cy="299900"/>
          </a:xfrm>
        </p:grpSpPr>
        <p:sp>
          <p:nvSpPr>
            <p:cNvPr id="15352" name="Google Shape;15352;p85"/>
            <p:cNvSpPr/>
            <p:nvPr/>
          </p:nvSpPr>
          <p:spPr>
            <a:xfrm>
              <a:off x="-47529700" y="2342000"/>
              <a:ext cx="302450" cy="299900"/>
            </a:xfrm>
            <a:custGeom>
              <a:avLst/>
              <a:gdLst/>
              <a:ahLst/>
              <a:cxnLst/>
              <a:rect l="l" t="t" r="r" b="b"/>
              <a:pathLst>
                <a:path w="12098" h="11996" extrusionOk="0">
                  <a:moveTo>
                    <a:pt x="7530" y="725"/>
                  </a:moveTo>
                  <a:cubicBezTo>
                    <a:pt x="9672" y="725"/>
                    <a:pt x="11405" y="2457"/>
                    <a:pt x="11405" y="4568"/>
                  </a:cubicBezTo>
                  <a:cubicBezTo>
                    <a:pt x="11405" y="6711"/>
                    <a:pt x="9672" y="8443"/>
                    <a:pt x="7530" y="8443"/>
                  </a:cubicBezTo>
                  <a:cubicBezTo>
                    <a:pt x="5419" y="8443"/>
                    <a:pt x="3686" y="6711"/>
                    <a:pt x="3686" y="4568"/>
                  </a:cubicBezTo>
                  <a:cubicBezTo>
                    <a:pt x="3686" y="2457"/>
                    <a:pt x="5419" y="725"/>
                    <a:pt x="7530" y="725"/>
                  </a:cubicBezTo>
                  <a:close/>
                  <a:moveTo>
                    <a:pt x="4064" y="7530"/>
                  </a:moveTo>
                  <a:cubicBezTo>
                    <a:pt x="4222" y="7719"/>
                    <a:pt x="4379" y="7876"/>
                    <a:pt x="4568" y="8034"/>
                  </a:cubicBezTo>
                  <a:lnTo>
                    <a:pt x="3686" y="8947"/>
                  </a:lnTo>
                  <a:lnTo>
                    <a:pt x="3151" y="8443"/>
                  </a:lnTo>
                  <a:lnTo>
                    <a:pt x="4064" y="7530"/>
                  </a:lnTo>
                  <a:close/>
                  <a:moveTo>
                    <a:pt x="2647" y="8916"/>
                  </a:moveTo>
                  <a:lnTo>
                    <a:pt x="3151" y="9420"/>
                  </a:lnTo>
                  <a:lnTo>
                    <a:pt x="1386" y="11184"/>
                  </a:lnTo>
                  <a:cubicBezTo>
                    <a:pt x="1323" y="11247"/>
                    <a:pt x="1237" y="11279"/>
                    <a:pt x="1146" y="11279"/>
                  </a:cubicBezTo>
                  <a:cubicBezTo>
                    <a:pt x="1056" y="11279"/>
                    <a:pt x="961" y="11247"/>
                    <a:pt x="882" y="11184"/>
                  </a:cubicBezTo>
                  <a:cubicBezTo>
                    <a:pt x="756" y="11090"/>
                    <a:pt x="756" y="10838"/>
                    <a:pt x="882" y="10680"/>
                  </a:cubicBezTo>
                  <a:lnTo>
                    <a:pt x="2647" y="8916"/>
                  </a:lnTo>
                  <a:close/>
                  <a:moveTo>
                    <a:pt x="7530" y="0"/>
                  </a:moveTo>
                  <a:cubicBezTo>
                    <a:pt x="5009" y="0"/>
                    <a:pt x="2962" y="2048"/>
                    <a:pt x="2962" y="4568"/>
                  </a:cubicBezTo>
                  <a:cubicBezTo>
                    <a:pt x="2962" y="5450"/>
                    <a:pt x="3214" y="6270"/>
                    <a:pt x="3623" y="6963"/>
                  </a:cubicBezTo>
                  <a:lnTo>
                    <a:pt x="410" y="10208"/>
                  </a:lnTo>
                  <a:cubicBezTo>
                    <a:pt x="0" y="10586"/>
                    <a:pt x="0" y="11279"/>
                    <a:pt x="410" y="11688"/>
                  </a:cubicBezTo>
                  <a:cubicBezTo>
                    <a:pt x="599" y="11893"/>
                    <a:pt x="867" y="11996"/>
                    <a:pt x="1138" y="11996"/>
                  </a:cubicBezTo>
                  <a:cubicBezTo>
                    <a:pt x="1410" y="11996"/>
                    <a:pt x="1686" y="11893"/>
                    <a:pt x="1890" y="11688"/>
                  </a:cubicBezTo>
                  <a:lnTo>
                    <a:pt x="5135" y="8475"/>
                  </a:lnTo>
                  <a:cubicBezTo>
                    <a:pt x="5829" y="8916"/>
                    <a:pt x="6679" y="9137"/>
                    <a:pt x="7530" y="9137"/>
                  </a:cubicBezTo>
                  <a:cubicBezTo>
                    <a:pt x="10050" y="9137"/>
                    <a:pt x="12098" y="7089"/>
                    <a:pt x="12098" y="4568"/>
                  </a:cubicBezTo>
                  <a:cubicBezTo>
                    <a:pt x="12098" y="2048"/>
                    <a:pt x="10050" y="0"/>
                    <a:pt x="75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353" name="Google Shape;15353;p85"/>
            <p:cNvSpPr/>
            <p:nvPr/>
          </p:nvSpPr>
          <p:spPr>
            <a:xfrm>
              <a:off x="-47404475" y="2395550"/>
              <a:ext cx="124475" cy="123675"/>
            </a:xfrm>
            <a:custGeom>
              <a:avLst/>
              <a:gdLst/>
              <a:ahLst/>
              <a:cxnLst/>
              <a:rect l="l" t="t" r="r" b="b"/>
              <a:pathLst>
                <a:path w="4979" h="4947" extrusionOk="0">
                  <a:moveTo>
                    <a:pt x="2804" y="2080"/>
                  </a:moveTo>
                  <a:cubicBezTo>
                    <a:pt x="2678" y="2395"/>
                    <a:pt x="2458" y="2647"/>
                    <a:pt x="2174" y="2710"/>
                  </a:cubicBezTo>
                  <a:lnTo>
                    <a:pt x="2174" y="2080"/>
                  </a:lnTo>
                  <a:close/>
                  <a:moveTo>
                    <a:pt x="1828" y="694"/>
                  </a:moveTo>
                  <a:cubicBezTo>
                    <a:pt x="2300" y="694"/>
                    <a:pt x="2678" y="977"/>
                    <a:pt x="2804" y="1418"/>
                  </a:cubicBezTo>
                  <a:lnTo>
                    <a:pt x="1828" y="1418"/>
                  </a:lnTo>
                  <a:cubicBezTo>
                    <a:pt x="1607" y="1418"/>
                    <a:pt x="1481" y="1576"/>
                    <a:pt x="1481" y="1765"/>
                  </a:cubicBezTo>
                  <a:lnTo>
                    <a:pt x="1481" y="2741"/>
                  </a:lnTo>
                  <a:cubicBezTo>
                    <a:pt x="1072" y="2584"/>
                    <a:pt x="757" y="2206"/>
                    <a:pt x="757" y="1765"/>
                  </a:cubicBezTo>
                  <a:cubicBezTo>
                    <a:pt x="757" y="1166"/>
                    <a:pt x="1229" y="694"/>
                    <a:pt x="1828" y="694"/>
                  </a:cubicBezTo>
                  <a:close/>
                  <a:moveTo>
                    <a:pt x="4254" y="2080"/>
                  </a:moveTo>
                  <a:lnTo>
                    <a:pt x="4254" y="4222"/>
                  </a:lnTo>
                  <a:lnTo>
                    <a:pt x="2143" y="4222"/>
                  </a:lnTo>
                  <a:lnTo>
                    <a:pt x="2143" y="3466"/>
                  </a:lnTo>
                  <a:cubicBezTo>
                    <a:pt x="2804" y="3308"/>
                    <a:pt x="3371" y="2804"/>
                    <a:pt x="3498" y="2080"/>
                  </a:cubicBezTo>
                  <a:close/>
                  <a:moveTo>
                    <a:pt x="1796" y="0"/>
                  </a:moveTo>
                  <a:cubicBezTo>
                    <a:pt x="788" y="0"/>
                    <a:pt x="0" y="788"/>
                    <a:pt x="0" y="1765"/>
                  </a:cubicBezTo>
                  <a:cubicBezTo>
                    <a:pt x="0" y="2615"/>
                    <a:pt x="599" y="3340"/>
                    <a:pt x="1418" y="3497"/>
                  </a:cubicBezTo>
                  <a:lnTo>
                    <a:pt x="1418" y="4600"/>
                  </a:lnTo>
                  <a:cubicBezTo>
                    <a:pt x="1418" y="4789"/>
                    <a:pt x="1576" y="4947"/>
                    <a:pt x="1796" y="4947"/>
                  </a:cubicBezTo>
                  <a:lnTo>
                    <a:pt x="4569" y="4947"/>
                  </a:lnTo>
                  <a:cubicBezTo>
                    <a:pt x="4789" y="4947"/>
                    <a:pt x="4947" y="4789"/>
                    <a:pt x="4947" y="4600"/>
                  </a:cubicBezTo>
                  <a:lnTo>
                    <a:pt x="4947" y="1796"/>
                  </a:lnTo>
                  <a:cubicBezTo>
                    <a:pt x="4978" y="1576"/>
                    <a:pt x="4821" y="1418"/>
                    <a:pt x="4632" y="1418"/>
                  </a:cubicBezTo>
                  <a:lnTo>
                    <a:pt x="3498" y="1418"/>
                  </a:lnTo>
                  <a:cubicBezTo>
                    <a:pt x="3371" y="631"/>
                    <a:pt x="2647"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354" name="Google Shape;15354;p85"/>
          <p:cNvGrpSpPr/>
          <p:nvPr/>
        </p:nvGrpSpPr>
        <p:grpSpPr>
          <a:xfrm>
            <a:off x="851025" y="3645367"/>
            <a:ext cx="358199" cy="272648"/>
            <a:chOff x="-47527350" y="2747625"/>
            <a:chExt cx="300100" cy="228425"/>
          </a:xfrm>
        </p:grpSpPr>
        <p:sp>
          <p:nvSpPr>
            <p:cNvPr id="15355" name="Google Shape;15355;p85"/>
            <p:cNvSpPr/>
            <p:nvPr/>
          </p:nvSpPr>
          <p:spPr>
            <a:xfrm>
              <a:off x="-47475350" y="2782275"/>
              <a:ext cx="124450" cy="124475"/>
            </a:xfrm>
            <a:custGeom>
              <a:avLst/>
              <a:gdLst/>
              <a:ahLst/>
              <a:cxnLst/>
              <a:rect l="l" t="t" r="r" b="b"/>
              <a:pathLst>
                <a:path w="4978" h="4979" extrusionOk="0">
                  <a:moveTo>
                    <a:pt x="2804" y="2080"/>
                  </a:moveTo>
                  <a:cubicBezTo>
                    <a:pt x="2678" y="2395"/>
                    <a:pt x="2457" y="2647"/>
                    <a:pt x="2174" y="2710"/>
                  </a:cubicBezTo>
                  <a:lnTo>
                    <a:pt x="2174" y="2080"/>
                  </a:lnTo>
                  <a:close/>
                  <a:moveTo>
                    <a:pt x="1827" y="725"/>
                  </a:moveTo>
                  <a:cubicBezTo>
                    <a:pt x="2300" y="725"/>
                    <a:pt x="2678" y="977"/>
                    <a:pt x="2804" y="1418"/>
                  </a:cubicBezTo>
                  <a:lnTo>
                    <a:pt x="1827" y="1418"/>
                  </a:lnTo>
                  <a:cubicBezTo>
                    <a:pt x="1607" y="1418"/>
                    <a:pt x="1481" y="1576"/>
                    <a:pt x="1481" y="1765"/>
                  </a:cubicBezTo>
                  <a:lnTo>
                    <a:pt x="1481" y="2773"/>
                  </a:lnTo>
                  <a:cubicBezTo>
                    <a:pt x="1071" y="2615"/>
                    <a:pt x="756" y="2206"/>
                    <a:pt x="756" y="1765"/>
                  </a:cubicBezTo>
                  <a:cubicBezTo>
                    <a:pt x="756" y="1197"/>
                    <a:pt x="1229" y="725"/>
                    <a:pt x="1827" y="725"/>
                  </a:cubicBezTo>
                  <a:close/>
                  <a:moveTo>
                    <a:pt x="4253" y="2080"/>
                  </a:moveTo>
                  <a:lnTo>
                    <a:pt x="4253" y="4222"/>
                  </a:lnTo>
                  <a:lnTo>
                    <a:pt x="2142" y="4222"/>
                  </a:lnTo>
                  <a:lnTo>
                    <a:pt x="2142" y="3466"/>
                  </a:lnTo>
                  <a:cubicBezTo>
                    <a:pt x="2804" y="3308"/>
                    <a:pt x="3371" y="2804"/>
                    <a:pt x="3529" y="2080"/>
                  </a:cubicBezTo>
                  <a:close/>
                  <a:moveTo>
                    <a:pt x="1764" y="0"/>
                  </a:moveTo>
                  <a:cubicBezTo>
                    <a:pt x="788" y="0"/>
                    <a:pt x="0" y="788"/>
                    <a:pt x="0" y="1765"/>
                  </a:cubicBezTo>
                  <a:cubicBezTo>
                    <a:pt x="0" y="2647"/>
                    <a:pt x="599" y="3340"/>
                    <a:pt x="1418" y="3497"/>
                  </a:cubicBezTo>
                  <a:lnTo>
                    <a:pt x="1418" y="4600"/>
                  </a:lnTo>
                  <a:cubicBezTo>
                    <a:pt x="1418" y="4821"/>
                    <a:pt x="1575" y="4978"/>
                    <a:pt x="1764" y="4978"/>
                  </a:cubicBezTo>
                  <a:lnTo>
                    <a:pt x="4568" y="4978"/>
                  </a:lnTo>
                  <a:cubicBezTo>
                    <a:pt x="4757" y="4978"/>
                    <a:pt x="4915" y="4821"/>
                    <a:pt x="4915" y="4600"/>
                  </a:cubicBezTo>
                  <a:lnTo>
                    <a:pt x="4915" y="1828"/>
                  </a:lnTo>
                  <a:cubicBezTo>
                    <a:pt x="4978" y="1576"/>
                    <a:pt x="4820" y="1418"/>
                    <a:pt x="4600" y="1418"/>
                  </a:cubicBezTo>
                  <a:lnTo>
                    <a:pt x="3497" y="1418"/>
                  </a:lnTo>
                  <a:cubicBezTo>
                    <a:pt x="3340" y="630"/>
                    <a:pt x="2646" y="0"/>
                    <a:pt x="17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356" name="Google Shape;15356;p85"/>
            <p:cNvSpPr/>
            <p:nvPr/>
          </p:nvSpPr>
          <p:spPr>
            <a:xfrm>
              <a:off x="-47333600" y="2782275"/>
              <a:ext cx="53600" cy="18125"/>
            </a:xfrm>
            <a:custGeom>
              <a:avLst/>
              <a:gdLst/>
              <a:ahLst/>
              <a:cxnLst/>
              <a:rect l="l" t="t" r="r" b="b"/>
              <a:pathLst>
                <a:path w="2144" h="725" extrusionOk="0">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357" name="Google Shape;15357;p85"/>
            <p:cNvSpPr/>
            <p:nvPr/>
          </p:nvSpPr>
          <p:spPr>
            <a:xfrm>
              <a:off x="-47333600" y="2817725"/>
              <a:ext cx="53600" cy="18125"/>
            </a:xfrm>
            <a:custGeom>
              <a:avLst/>
              <a:gdLst/>
              <a:ahLst/>
              <a:cxnLst/>
              <a:rect l="l" t="t" r="r" b="b"/>
              <a:pathLst>
                <a:path w="2144" h="725" extrusionOk="0">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358" name="Google Shape;15358;p85"/>
            <p:cNvSpPr/>
            <p:nvPr/>
          </p:nvSpPr>
          <p:spPr>
            <a:xfrm>
              <a:off x="-47333600" y="2852375"/>
              <a:ext cx="53600" cy="17350"/>
            </a:xfrm>
            <a:custGeom>
              <a:avLst/>
              <a:gdLst/>
              <a:ahLst/>
              <a:cxnLst/>
              <a:rect l="l" t="t" r="r" b="b"/>
              <a:pathLst>
                <a:path w="2144" h="694" extrusionOk="0">
                  <a:moveTo>
                    <a:pt x="347" y="0"/>
                  </a:moveTo>
                  <a:cubicBezTo>
                    <a:pt x="158" y="0"/>
                    <a:pt x="1" y="158"/>
                    <a:pt x="1" y="347"/>
                  </a:cubicBezTo>
                  <a:cubicBezTo>
                    <a:pt x="1" y="536"/>
                    <a:pt x="158" y="693"/>
                    <a:pt x="347" y="693"/>
                  </a:cubicBezTo>
                  <a:lnTo>
                    <a:pt x="1797" y="693"/>
                  </a:lnTo>
                  <a:cubicBezTo>
                    <a:pt x="1986" y="693"/>
                    <a:pt x="2143" y="536"/>
                    <a:pt x="2143" y="347"/>
                  </a:cubicBezTo>
                  <a:cubicBezTo>
                    <a:pt x="2143" y="158"/>
                    <a:pt x="1986" y="0"/>
                    <a:pt x="17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359" name="Google Shape;15359;p85"/>
            <p:cNvSpPr/>
            <p:nvPr/>
          </p:nvSpPr>
          <p:spPr>
            <a:xfrm>
              <a:off x="-47333600" y="2887800"/>
              <a:ext cx="53600" cy="17375"/>
            </a:xfrm>
            <a:custGeom>
              <a:avLst/>
              <a:gdLst/>
              <a:ahLst/>
              <a:cxnLst/>
              <a:rect l="l" t="t" r="r" b="b"/>
              <a:pathLst>
                <a:path w="2144" h="695" extrusionOk="0">
                  <a:moveTo>
                    <a:pt x="347" y="1"/>
                  </a:moveTo>
                  <a:cubicBezTo>
                    <a:pt x="158" y="1"/>
                    <a:pt x="1" y="158"/>
                    <a:pt x="1" y="347"/>
                  </a:cubicBezTo>
                  <a:cubicBezTo>
                    <a:pt x="1" y="537"/>
                    <a:pt x="158" y="694"/>
                    <a:pt x="347" y="694"/>
                  </a:cubicBezTo>
                  <a:lnTo>
                    <a:pt x="1797" y="694"/>
                  </a:lnTo>
                  <a:cubicBezTo>
                    <a:pt x="1986" y="694"/>
                    <a:pt x="2143" y="537"/>
                    <a:pt x="2143" y="347"/>
                  </a:cubicBezTo>
                  <a:cubicBezTo>
                    <a:pt x="2143" y="158"/>
                    <a:pt x="1986" y="1"/>
                    <a:pt x="17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360" name="Google Shape;15360;p85"/>
            <p:cNvSpPr/>
            <p:nvPr/>
          </p:nvSpPr>
          <p:spPr>
            <a:xfrm>
              <a:off x="-47527350" y="2747625"/>
              <a:ext cx="300100" cy="228425"/>
            </a:xfrm>
            <a:custGeom>
              <a:avLst/>
              <a:gdLst/>
              <a:ahLst/>
              <a:cxnLst/>
              <a:rect l="l" t="t" r="r" b="b"/>
              <a:pathLst>
                <a:path w="12004" h="9137" extrusionOk="0">
                  <a:moveTo>
                    <a:pt x="10586" y="693"/>
                  </a:moveTo>
                  <a:lnTo>
                    <a:pt x="10586" y="7026"/>
                  </a:lnTo>
                  <a:lnTo>
                    <a:pt x="1418" y="7026"/>
                  </a:lnTo>
                  <a:lnTo>
                    <a:pt x="1418" y="693"/>
                  </a:lnTo>
                  <a:close/>
                  <a:moveTo>
                    <a:pt x="11311" y="7687"/>
                  </a:moveTo>
                  <a:lnTo>
                    <a:pt x="11311" y="8412"/>
                  </a:lnTo>
                  <a:lnTo>
                    <a:pt x="725" y="8412"/>
                  </a:lnTo>
                  <a:lnTo>
                    <a:pt x="725" y="7687"/>
                  </a:lnTo>
                  <a:close/>
                  <a:moveTo>
                    <a:pt x="1072" y="0"/>
                  </a:moveTo>
                  <a:cubicBezTo>
                    <a:pt x="883" y="0"/>
                    <a:pt x="725" y="158"/>
                    <a:pt x="725" y="378"/>
                  </a:cubicBezTo>
                  <a:lnTo>
                    <a:pt x="725" y="7026"/>
                  </a:lnTo>
                  <a:lnTo>
                    <a:pt x="347" y="7026"/>
                  </a:lnTo>
                  <a:cubicBezTo>
                    <a:pt x="158" y="7026"/>
                    <a:pt x="1" y="7183"/>
                    <a:pt x="1" y="7372"/>
                  </a:cubicBezTo>
                  <a:lnTo>
                    <a:pt x="1" y="8790"/>
                  </a:lnTo>
                  <a:cubicBezTo>
                    <a:pt x="1" y="8979"/>
                    <a:pt x="158" y="9136"/>
                    <a:pt x="347" y="9136"/>
                  </a:cubicBezTo>
                  <a:lnTo>
                    <a:pt x="11658" y="9136"/>
                  </a:lnTo>
                  <a:cubicBezTo>
                    <a:pt x="11847" y="9136"/>
                    <a:pt x="12004" y="8979"/>
                    <a:pt x="12004" y="8790"/>
                  </a:cubicBezTo>
                  <a:lnTo>
                    <a:pt x="12004" y="7372"/>
                  </a:lnTo>
                  <a:cubicBezTo>
                    <a:pt x="12004" y="7183"/>
                    <a:pt x="11847" y="7026"/>
                    <a:pt x="11658" y="7026"/>
                  </a:cubicBezTo>
                  <a:lnTo>
                    <a:pt x="11311" y="7026"/>
                  </a:lnTo>
                  <a:lnTo>
                    <a:pt x="11311" y="378"/>
                  </a:lnTo>
                  <a:cubicBezTo>
                    <a:pt x="11311" y="158"/>
                    <a:pt x="11153" y="0"/>
                    <a:pt x="109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5361" name="Google Shape;15361;p85"/>
          <p:cNvSpPr/>
          <p:nvPr/>
        </p:nvSpPr>
        <p:spPr>
          <a:xfrm>
            <a:off x="3077474" y="2687082"/>
            <a:ext cx="356319" cy="360795"/>
          </a:xfrm>
          <a:custGeom>
            <a:avLst/>
            <a:gdLst/>
            <a:ahLst/>
            <a:cxnLst/>
            <a:rect l="l" t="t" r="r" b="b"/>
            <a:pathLst>
              <a:path w="11941" h="12091" extrusionOk="0">
                <a:moveTo>
                  <a:pt x="5955" y="796"/>
                </a:moveTo>
                <a:lnTo>
                  <a:pt x="10933" y="3915"/>
                </a:lnTo>
                <a:lnTo>
                  <a:pt x="5955" y="7034"/>
                </a:lnTo>
                <a:lnTo>
                  <a:pt x="977" y="3915"/>
                </a:lnTo>
                <a:lnTo>
                  <a:pt x="5955" y="796"/>
                </a:lnTo>
                <a:close/>
                <a:moveTo>
                  <a:pt x="9924" y="5428"/>
                </a:moveTo>
                <a:lnTo>
                  <a:pt x="10964" y="6058"/>
                </a:lnTo>
                <a:lnTo>
                  <a:pt x="5955" y="9145"/>
                </a:lnTo>
                <a:lnTo>
                  <a:pt x="977" y="6058"/>
                </a:lnTo>
                <a:lnTo>
                  <a:pt x="2017" y="5428"/>
                </a:lnTo>
                <a:lnTo>
                  <a:pt x="5797" y="7790"/>
                </a:lnTo>
                <a:cubicBezTo>
                  <a:pt x="5860" y="7822"/>
                  <a:pt x="5931" y="7838"/>
                  <a:pt x="5994" y="7838"/>
                </a:cubicBezTo>
                <a:cubicBezTo>
                  <a:pt x="6057" y="7838"/>
                  <a:pt x="6112" y="7822"/>
                  <a:pt x="6144" y="7790"/>
                </a:cubicBezTo>
                <a:lnTo>
                  <a:pt x="9924" y="5428"/>
                </a:lnTo>
                <a:close/>
                <a:moveTo>
                  <a:pt x="9956" y="7538"/>
                </a:moveTo>
                <a:lnTo>
                  <a:pt x="10964" y="8169"/>
                </a:lnTo>
                <a:lnTo>
                  <a:pt x="5986" y="11288"/>
                </a:lnTo>
                <a:lnTo>
                  <a:pt x="1040" y="8169"/>
                </a:lnTo>
                <a:lnTo>
                  <a:pt x="2048" y="7538"/>
                </a:lnTo>
                <a:lnTo>
                  <a:pt x="5829" y="9901"/>
                </a:lnTo>
                <a:cubicBezTo>
                  <a:pt x="5892" y="9949"/>
                  <a:pt x="5963" y="9972"/>
                  <a:pt x="6026" y="9972"/>
                </a:cubicBezTo>
                <a:cubicBezTo>
                  <a:pt x="6089" y="9972"/>
                  <a:pt x="6144" y="9949"/>
                  <a:pt x="6175" y="9901"/>
                </a:cubicBezTo>
                <a:lnTo>
                  <a:pt x="9956" y="7538"/>
                </a:lnTo>
                <a:close/>
                <a:moveTo>
                  <a:pt x="5959" y="1"/>
                </a:moveTo>
                <a:cubicBezTo>
                  <a:pt x="5900" y="1"/>
                  <a:pt x="5845" y="25"/>
                  <a:pt x="5797" y="72"/>
                </a:cubicBezTo>
                <a:lnTo>
                  <a:pt x="158" y="3600"/>
                </a:lnTo>
                <a:cubicBezTo>
                  <a:pt x="32" y="3695"/>
                  <a:pt x="0" y="3758"/>
                  <a:pt x="0" y="3915"/>
                </a:cubicBezTo>
                <a:cubicBezTo>
                  <a:pt x="0" y="4073"/>
                  <a:pt x="95" y="4136"/>
                  <a:pt x="158" y="4230"/>
                </a:cubicBezTo>
                <a:lnTo>
                  <a:pt x="1387" y="4987"/>
                </a:lnTo>
                <a:lnTo>
                  <a:pt x="158" y="5743"/>
                </a:lnTo>
                <a:cubicBezTo>
                  <a:pt x="32" y="5806"/>
                  <a:pt x="0" y="5869"/>
                  <a:pt x="0" y="6058"/>
                </a:cubicBezTo>
                <a:cubicBezTo>
                  <a:pt x="0" y="6152"/>
                  <a:pt x="95" y="6278"/>
                  <a:pt x="158" y="6373"/>
                </a:cubicBezTo>
                <a:lnTo>
                  <a:pt x="1387" y="7097"/>
                </a:lnTo>
                <a:lnTo>
                  <a:pt x="158" y="7854"/>
                </a:lnTo>
                <a:cubicBezTo>
                  <a:pt x="32" y="7948"/>
                  <a:pt x="0" y="8011"/>
                  <a:pt x="0" y="8169"/>
                </a:cubicBezTo>
                <a:cubicBezTo>
                  <a:pt x="0" y="8295"/>
                  <a:pt x="95" y="8421"/>
                  <a:pt x="158" y="8484"/>
                </a:cubicBezTo>
                <a:lnTo>
                  <a:pt x="5797" y="12044"/>
                </a:lnTo>
                <a:cubicBezTo>
                  <a:pt x="5860" y="12075"/>
                  <a:pt x="5931" y="12091"/>
                  <a:pt x="5994" y="12091"/>
                </a:cubicBezTo>
                <a:cubicBezTo>
                  <a:pt x="6057" y="12091"/>
                  <a:pt x="6112" y="12075"/>
                  <a:pt x="6144" y="12044"/>
                </a:cubicBezTo>
                <a:lnTo>
                  <a:pt x="11783" y="8484"/>
                </a:lnTo>
                <a:cubicBezTo>
                  <a:pt x="11909" y="8421"/>
                  <a:pt x="11941" y="8326"/>
                  <a:pt x="11941" y="8169"/>
                </a:cubicBezTo>
                <a:cubicBezTo>
                  <a:pt x="11941" y="8043"/>
                  <a:pt x="11846" y="7948"/>
                  <a:pt x="11783" y="7854"/>
                </a:cubicBezTo>
                <a:lnTo>
                  <a:pt x="10555" y="7097"/>
                </a:lnTo>
                <a:lnTo>
                  <a:pt x="11783" y="6373"/>
                </a:lnTo>
                <a:cubicBezTo>
                  <a:pt x="11909" y="6278"/>
                  <a:pt x="11941" y="6152"/>
                  <a:pt x="11941" y="6058"/>
                </a:cubicBezTo>
                <a:cubicBezTo>
                  <a:pt x="11941" y="5932"/>
                  <a:pt x="11846" y="5806"/>
                  <a:pt x="11783" y="5743"/>
                </a:cubicBezTo>
                <a:lnTo>
                  <a:pt x="10555" y="4987"/>
                </a:lnTo>
                <a:lnTo>
                  <a:pt x="11783" y="4230"/>
                </a:lnTo>
                <a:cubicBezTo>
                  <a:pt x="11909" y="4136"/>
                  <a:pt x="11941" y="4073"/>
                  <a:pt x="11941" y="3915"/>
                </a:cubicBezTo>
                <a:cubicBezTo>
                  <a:pt x="11941" y="3758"/>
                  <a:pt x="11846" y="3695"/>
                  <a:pt x="11783" y="3600"/>
                </a:cubicBezTo>
                <a:lnTo>
                  <a:pt x="6144" y="72"/>
                </a:lnTo>
                <a:cubicBezTo>
                  <a:pt x="6081" y="25"/>
                  <a:pt x="6018" y="1"/>
                  <a:pt x="59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5362" name="Google Shape;15362;p85"/>
          <p:cNvGrpSpPr/>
          <p:nvPr/>
        </p:nvGrpSpPr>
        <p:grpSpPr>
          <a:xfrm>
            <a:off x="3073924" y="3158422"/>
            <a:ext cx="358229" cy="314961"/>
            <a:chOff x="-45664625" y="2352225"/>
            <a:chExt cx="300125" cy="263875"/>
          </a:xfrm>
        </p:grpSpPr>
        <p:sp>
          <p:nvSpPr>
            <p:cNvPr id="15363" name="Google Shape;15363;p85"/>
            <p:cNvSpPr/>
            <p:nvPr/>
          </p:nvSpPr>
          <p:spPr>
            <a:xfrm>
              <a:off x="-45664625" y="2352225"/>
              <a:ext cx="300125" cy="263875"/>
            </a:xfrm>
            <a:custGeom>
              <a:avLst/>
              <a:gdLst/>
              <a:ahLst/>
              <a:cxnLst/>
              <a:rect l="l" t="t" r="r" b="b"/>
              <a:pathLst>
                <a:path w="12005" h="10555" extrusionOk="0">
                  <a:moveTo>
                    <a:pt x="10965" y="694"/>
                  </a:moveTo>
                  <a:cubicBezTo>
                    <a:pt x="11154" y="694"/>
                    <a:pt x="11311" y="851"/>
                    <a:pt x="11311" y="1072"/>
                  </a:cubicBezTo>
                  <a:lnTo>
                    <a:pt x="11311" y="2836"/>
                  </a:lnTo>
                  <a:lnTo>
                    <a:pt x="726" y="2836"/>
                  </a:lnTo>
                  <a:lnTo>
                    <a:pt x="726" y="1072"/>
                  </a:lnTo>
                  <a:cubicBezTo>
                    <a:pt x="694" y="851"/>
                    <a:pt x="852" y="694"/>
                    <a:pt x="1072" y="694"/>
                  </a:cubicBezTo>
                  <a:close/>
                  <a:moveTo>
                    <a:pt x="11311" y="3498"/>
                  </a:moveTo>
                  <a:lnTo>
                    <a:pt x="11311" y="9484"/>
                  </a:lnTo>
                  <a:cubicBezTo>
                    <a:pt x="11311" y="9673"/>
                    <a:pt x="11154" y="9830"/>
                    <a:pt x="10933" y="9830"/>
                  </a:cubicBezTo>
                  <a:lnTo>
                    <a:pt x="1072" y="9830"/>
                  </a:lnTo>
                  <a:cubicBezTo>
                    <a:pt x="852" y="9830"/>
                    <a:pt x="694" y="9673"/>
                    <a:pt x="694" y="9484"/>
                  </a:cubicBezTo>
                  <a:lnTo>
                    <a:pt x="694" y="3498"/>
                  </a:lnTo>
                  <a:close/>
                  <a:moveTo>
                    <a:pt x="1072" y="1"/>
                  </a:moveTo>
                  <a:cubicBezTo>
                    <a:pt x="473" y="1"/>
                    <a:pt x="1" y="473"/>
                    <a:pt x="1" y="1040"/>
                  </a:cubicBezTo>
                  <a:lnTo>
                    <a:pt x="1" y="9484"/>
                  </a:lnTo>
                  <a:cubicBezTo>
                    <a:pt x="1" y="10082"/>
                    <a:pt x="473" y="10555"/>
                    <a:pt x="1072" y="10555"/>
                  </a:cubicBezTo>
                  <a:lnTo>
                    <a:pt x="10933" y="10555"/>
                  </a:lnTo>
                  <a:cubicBezTo>
                    <a:pt x="11532" y="10555"/>
                    <a:pt x="12004" y="10082"/>
                    <a:pt x="12004" y="9484"/>
                  </a:cubicBezTo>
                  <a:lnTo>
                    <a:pt x="12004" y="1040"/>
                  </a:lnTo>
                  <a:cubicBezTo>
                    <a:pt x="11973" y="473"/>
                    <a:pt x="11500" y="1"/>
                    <a:pt x="109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364" name="Google Shape;15364;p85"/>
            <p:cNvSpPr/>
            <p:nvPr/>
          </p:nvSpPr>
          <p:spPr>
            <a:xfrm>
              <a:off x="-45612625" y="2475100"/>
              <a:ext cx="55150" cy="88225"/>
            </a:xfrm>
            <a:custGeom>
              <a:avLst/>
              <a:gdLst/>
              <a:ahLst/>
              <a:cxnLst/>
              <a:rect l="l" t="t" r="r" b="b"/>
              <a:pathLst>
                <a:path w="2206" h="3529" extrusionOk="0">
                  <a:moveTo>
                    <a:pt x="1808" y="0"/>
                  </a:moveTo>
                  <a:cubicBezTo>
                    <a:pt x="1717" y="0"/>
                    <a:pt x="1623" y="32"/>
                    <a:pt x="1544" y="95"/>
                  </a:cubicBezTo>
                  <a:lnTo>
                    <a:pt x="126" y="1513"/>
                  </a:lnTo>
                  <a:cubicBezTo>
                    <a:pt x="0" y="1607"/>
                    <a:pt x="0" y="1859"/>
                    <a:pt x="126" y="2017"/>
                  </a:cubicBezTo>
                  <a:lnTo>
                    <a:pt x="1544" y="3434"/>
                  </a:lnTo>
                  <a:cubicBezTo>
                    <a:pt x="1607" y="3497"/>
                    <a:pt x="1694" y="3529"/>
                    <a:pt x="1784" y="3529"/>
                  </a:cubicBezTo>
                  <a:cubicBezTo>
                    <a:pt x="1875" y="3529"/>
                    <a:pt x="1969" y="3497"/>
                    <a:pt x="2048" y="3434"/>
                  </a:cubicBezTo>
                  <a:cubicBezTo>
                    <a:pt x="2174" y="3308"/>
                    <a:pt x="2174" y="3088"/>
                    <a:pt x="2048" y="2930"/>
                  </a:cubicBezTo>
                  <a:lnTo>
                    <a:pt x="914" y="1765"/>
                  </a:lnTo>
                  <a:lnTo>
                    <a:pt x="2048" y="631"/>
                  </a:lnTo>
                  <a:cubicBezTo>
                    <a:pt x="2206" y="473"/>
                    <a:pt x="2206" y="252"/>
                    <a:pt x="2048" y="95"/>
                  </a:cubicBezTo>
                  <a:cubicBezTo>
                    <a:pt x="1985" y="32"/>
                    <a:pt x="1898" y="0"/>
                    <a:pt x="18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365" name="Google Shape;15365;p85"/>
            <p:cNvSpPr/>
            <p:nvPr/>
          </p:nvSpPr>
          <p:spPr>
            <a:xfrm>
              <a:off x="-45471650" y="2475100"/>
              <a:ext cx="54375" cy="86850"/>
            </a:xfrm>
            <a:custGeom>
              <a:avLst/>
              <a:gdLst/>
              <a:ahLst/>
              <a:cxnLst/>
              <a:rect l="l" t="t" r="r" b="b"/>
              <a:pathLst>
                <a:path w="2175" h="3474" extrusionOk="0">
                  <a:moveTo>
                    <a:pt x="391" y="0"/>
                  </a:moveTo>
                  <a:cubicBezTo>
                    <a:pt x="300" y="0"/>
                    <a:pt x="205" y="32"/>
                    <a:pt x="127" y="95"/>
                  </a:cubicBezTo>
                  <a:cubicBezTo>
                    <a:pt x="1" y="189"/>
                    <a:pt x="1" y="441"/>
                    <a:pt x="127" y="599"/>
                  </a:cubicBezTo>
                  <a:lnTo>
                    <a:pt x="1261" y="1733"/>
                  </a:lnTo>
                  <a:lnTo>
                    <a:pt x="127" y="2867"/>
                  </a:lnTo>
                  <a:cubicBezTo>
                    <a:pt x="1" y="2993"/>
                    <a:pt x="1" y="3245"/>
                    <a:pt x="127" y="3403"/>
                  </a:cubicBezTo>
                  <a:cubicBezTo>
                    <a:pt x="174" y="3450"/>
                    <a:pt x="261" y="3474"/>
                    <a:pt x="355" y="3474"/>
                  </a:cubicBezTo>
                  <a:cubicBezTo>
                    <a:pt x="450" y="3474"/>
                    <a:pt x="552" y="3450"/>
                    <a:pt x="631" y="3403"/>
                  </a:cubicBezTo>
                  <a:lnTo>
                    <a:pt x="2048" y="1985"/>
                  </a:lnTo>
                  <a:cubicBezTo>
                    <a:pt x="2174" y="1859"/>
                    <a:pt x="2174" y="1607"/>
                    <a:pt x="2048" y="1450"/>
                  </a:cubicBezTo>
                  <a:lnTo>
                    <a:pt x="631" y="95"/>
                  </a:lnTo>
                  <a:cubicBezTo>
                    <a:pt x="568" y="32"/>
                    <a:pt x="481" y="0"/>
                    <a:pt x="3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366" name="Google Shape;15366;p85"/>
            <p:cNvSpPr/>
            <p:nvPr/>
          </p:nvSpPr>
          <p:spPr>
            <a:xfrm>
              <a:off x="-45542525" y="2456975"/>
              <a:ext cx="55150" cy="123300"/>
            </a:xfrm>
            <a:custGeom>
              <a:avLst/>
              <a:gdLst/>
              <a:ahLst/>
              <a:cxnLst/>
              <a:rect l="l" t="t" r="r" b="b"/>
              <a:pathLst>
                <a:path w="2206" h="4932" extrusionOk="0">
                  <a:moveTo>
                    <a:pt x="1791" y="0"/>
                  </a:moveTo>
                  <a:cubicBezTo>
                    <a:pt x="1651" y="0"/>
                    <a:pt x="1529" y="108"/>
                    <a:pt x="1481" y="253"/>
                  </a:cubicBezTo>
                  <a:lnTo>
                    <a:pt x="63" y="4474"/>
                  </a:lnTo>
                  <a:cubicBezTo>
                    <a:pt x="0" y="4664"/>
                    <a:pt x="126" y="4853"/>
                    <a:pt x="315" y="4916"/>
                  </a:cubicBezTo>
                  <a:cubicBezTo>
                    <a:pt x="349" y="4927"/>
                    <a:pt x="382" y="4932"/>
                    <a:pt x="415" y="4932"/>
                  </a:cubicBezTo>
                  <a:cubicBezTo>
                    <a:pt x="567" y="4932"/>
                    <a:pt x="704" y="4819"/>
                    <a:pt x="756" y="4664"/>
                  </a:cubicBezTo>
                  <a:lnTo>
                    <a:pt x="2174" y="442"/>
                  </a:lnTo>
                  <a:cubicBezTo>
                    <a:pt x="2206" y="284"/>
                    <a:pt x="2111" y="95"/>
                    <a:pt x="1922" y="32"/>
                  </a:cubicBezTo>
                  <a:cubicBezTo>
                    <a:pt x="1878" y="10"/>
                    <a:pt x="1834" y="0"/>
                    <a:pt x="17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367" name="Google Shape;15367;p85"/>
            <p:cNvSpPr/>
            <p:nvPr/>
          </p:nvSpPr>
          <p:spPr>
            <a:xfrm>
              <a:off x="-45541750" y="2386100"/>
              <a:ext cx="35475" cy="18125"/>
            </a:xfrm>
            <a:custGeom>
              <a:avLst/>
              <a:gdLst/>
              <a:ahLst/>
              <a:cxnLst/>
              <a:rect l="l" t="t" r="r" b="b"/>
              <a:pathLst>
                <a:path w="1419" h="725" extrusionOk="0">
                  <a:moveTo>
                    <a:pt x="347" y="0"/>
                  </a:moveTo>
                  <a:cubicBezTo>
                    <a:pt x="158" y="0"/>
                    <a:pt x="1" y="189"/>
                    <a:pt x="1" y="378"/>
                  </a:cubicBezTo>
                  <a:cubicBezTo>
                    <a:pt x="32" y="567"/>
                    <a:pt x="221" y="725"/>
                    <a:pt x="347" y="725"/>
                  </a:cubicBezTo>
                  <a:lnTo>
                    <a:pt x="1072" y="725"/>
                  </a:lnTo>
                  <a:cubicBezTo>
                    <a:pt x="1261" y="725"/>
                    <a:pt x="1418" y="567"/>
                    <a:pt x="1418" y="378"/>
                  </a:cubicBezTo>
                  <a:cubicBezTo>
                    <a:pt x="1418" y="189"/>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368" name="Google Shape;15368;p85"/>
            <p:cNvSpPr/>
            <p:nvPr/>
          </p:nvSpPr>
          <p:spPr>
            <a:xfrm>
              <a:off x="-45488175" y="2386100"/>
              <a:ext cx="35450" cy="18125"/>
            </a:xfrm>
            <a:custGeom>
              <a:avLst/>
              <a:gdLst/>
              <a:ahLst/>
              <a:cxnLst/>
              <a:rect l="l" t="t" r="r" b="b"/>
              <a:pathLst>
                <a:path w="1418" h="725" extrusionOk="0">
                  <a:moveTo>
                    <a:pt x="347" y="0"/>
                  </a:moveTo>
                  <a:cubicBezTo>
                    <a:pt x="158" y="0"/>
                    <a:pt x="0" y="189"/>
                    <a:pt x="0" y="378"/>
                  </a:cubicBezTo>
                  <a:cubicBezTo>
                    <a:pt x="0" y="567"/>
                    <a:pt x="158" y="725"/>
                    <a:pt x="347" y="725"/>
                  </a:cubicBezTo>
                  <a:lnTo>
                    <a:pt x="1040" y="725"/>
                  </a:lnTo>
                  <a:cubicBezTo>
                    <a:pt x="1260" y="725"/>
                    <a:pt x="1418" y="567"/>
                    <a:pt x="1418" y="378"/>
                  </a:cubicBezTo>
                  <a:cubicBezTo>
                    <a:pt x="1418" y="189"/>
                    <a:pt x="1260"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369" name="Google Shape;15369;p85"/>
            <p:cNvSpPr/>
            <p:nvPr/>
          </p:nvSpPr>
          <p:spPr>
            <a:xfrm>
              <a:off x="-45436200" y="2386100"/>
              <a:ext cx="35450" cy="18125"/>
            </a:xfrm>
            <a:custGeom>
              <a:avLst/>
              <a:gdLst/>
              <a:ahLst/>
              <a:cxnLst/>
              <a:rect l="l" t="t" r="r" b="b"/>
              <a:pathLst>
                <a:path w="1418" h="725" extrusionOk="0">
                  <a:moveTo>
                    <a:pt x="347" y="0"/>
                  </a:moveTo>
                  <a:cubicBezTo>
                    <a:pt x="158" y="0"/>
                    <a:pt x="0" y="189"/>
                    <a:pt x="0" y="378"/>
                  </a:cubicBezTo>
                  <a:cubicBezTo>
                    <a:pt x="32" y="567"/>
                    <a:pt x="189" y="725"/>
                    <a:pt x="347" y="725"/>
                  </a:cubicBezTo>
                  <a:lnTo>
                    <a:pt x="1072" y="725"/>
                  </a:lnTo>
                  <a:cubicBezTo>
                    <a:pt x="1261" y="725"/>
                    <a:pt x="1418" y="567"/>
                    <a:pt x="1418" y="378"/>
                  </a:cubicBezTo>
                  <a:cubicBezTo>
                    <a:pt x="1418" y="189"/>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370" name="Google Shape;15370;p85"/>
          <p:cNvGrpSpPr/>
          <p:nvPr/>
        </p:nvGrpSpPr>
        <p:grpSpPr>
          <a:xfrm>
            <a:off x="3073103" y="3592401"/>
            <a:ext cx="359870" cy="357573"/>
            <a:chOff x="-45665400" y="2703250"/>
            <a:chExt cx="301500" cy="299575"/>
          </a:xfrm>
        </p:grpSpPr>
        <p:sp>
          <p:nvSpPr>
            <p:cNvPr id="15371" name="Google Shape;15371;p85"/>
            <p:cNvSpPr/>
            <p:nvPr/>
          </p:nvSpPr>
          <p:spPr>
            <a:xfrm>
              <a:off x="-45664625" y="2703250"/>
              <a:ext cx="300725" cy="299575"/>
            </a:xfrm>
            <a:custGeom>
              <a:avLst/>
              <a:gdLst/>
              <a:ahLst/>
              <a:cxnLst/>
              <a:rect l="l" t="t" r="r" b="b"/>
              <a:pathLst>
                <a:path w="12029" h="11983" extrusionOk="0">
                  <a:moveTo>
                    <a:pt x="9799" y="1271"/>
                  </a:moveTo>
                  <a:lnTo>
                    <a:pt x="4947" y="4926"/>
                  </a:lnTo>
                  <a:lnTo>
                    <a:pt x="1482" y="3823"/>
                  </a:lnTo>
                  <a:lnTo>
                    <a:pt x="9799" y="1271"/>
                  </a:lnTo>
                  <a:close/>
                  <a:moveTo>
                    <a:pt x="9830" y="2153"/>
                  </a:moveTo>
                  <a:lnTo>
                    <a:pt x="6459" y="6627"/>
                  </a:lnTo>
                  <a:lnTo>
                    <a:pt x="4727" y="7257"/>
                  </a:lnTo>
                  <a:lnTo>
                    <a:pt x="5357" y="5524"/>
                  </a:lnTo>
                  <a:lnTo>
                    <a:pt x="9830" y="2153"/>
                  </a:lnTo>
                  <a:close/>
                  <a:moveTo>
                    <a:pt x="10681" y="2153"/>
                  </a:moveTo>
                  <a:lnTo>
                    <a:pt x="8098" y="10439"/>
                  </a:lnTo>
                  <a:lnTo>
                    <a:pt x="6995" y="6973"/>
                  </a:lnTo>
                  <a:lnTo>
                    <a:pt x="10681" y="2153"/>
                  </a:lnTo>
                  <a:close/>
                  <a:moveTo>
                    <a:pt x="11627" y="0"/>
                  </a:moveTo>
                  <a:cubicBezTo>
                    <a:pt x="11596" y="0"/>
                    <a:pt x="11564" y="4"/>
                    <a:pt x="11532" y="11"/>
                  </a:cubicBezTo>
                  <a:lnTo>
                    <a:pt x="221" y="3508"/>
                  </a:lnTo>
                  <a:cubicBezTo>
                    <a:pt x="64" y="3571"/>
                    <a:pt x="1" y="3728"/>
                    <a:pt x="1" y="3886"/>
                  </a:cubicBezTo>
                  <a:cubicBezTo>
                    <a:pt x="1" y="4043"/>
                    <a:pt x="127" y="4138"/>
                    <a:pt x="221" y="4232"/>
                  </a:cubicBezTo>
                  <a:lnTo>
                    <a:pt x="4569" y="5619"/>
                  </a:lnTo>
                  <a:lnTo>
                    <a:pt x="3750" y="7824"/>
                  </a:lnTo>
                  <a:cubicBezTo>
                    <a:pt x="3687" y="7919"/>
                    <a:pt x="3750" y="8076"/>
                    <a:pt x="3813" y="8171"/>
                  </a:cubicBezTo>
                  <a:cubicBezTo>
                    <a:pt x="3880" y="8215"/>
                    <a:pt x="3978" y="8260"/>
                    <a:pt x="4063" y="8260"/>
                  </a:cubicBezTo>
                  <a:cubicBezTo>
                    <a:pt x="4099" y="8260"/>
                    <a:pt x="4132" y="8252"/>
                    <a:pt x="4160" y="8234"/>
                  </a:cubicBezTo>
                  <a:lnTo>
                    <a:pt x="6365" y="7414"/>
                  </a:lnTo>
                  <a:lnTo>
                    <a:pt x="7751" y="11762"/>
                  </a:lnTo>
                  <a:cubicBezTo>
                    <a:pt x="7783" y="11920"/>
                    <a:pt x="7940" y="11983"/>
                    <a:pt x="8098" y="11983"/>
                  </a:cubicBezTo>
                  <a:cubicBezTo>
                    <a:pt x="8255" y="11983"/>
                    <a:pt x="8381" y="11857"/>
                    <a:pt x="8476" y="11762"/>
                  </a:cubicBezTo>
                  <a:lnTo>
                    <a:pt x="11973" y="483"/>
                  </a:lnTo>
                  <a:cubicBezTo>
                    <a:pt x="12029" y="205"/>
                    <a:pt x="11862" y="0"/>
                    <a:pt x="116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372" name="Google Shape;15372;p85"/>
            <p:cNvSpPr/>
            <p:nvPr/>
          </p:nvSpPr>
          <p:spPr>
            <a:xfrm>
              <a:off x="-45663825" y="2879150"/>
              <a:ext cx="71700" cy="71500"/>
            </a:xfrm>
            <a:custGeom>
              <a:avLst/>
              <a:gdLst/>
              <a:ahLst/>
              <a:cxnLst/>
              <a:rect l="l" t="t" r="r" b="b"/>
              <a:pathLst>
                <a:path w="2868" h="2860" extrusionOk="0">
                  <a:moveTo>
                    <a:pt x="2517" y="0"/>
                  </a:moveTo>
                  <a:cubicBezTo>
                    <a:pt x="2418" y="0"/>
                    <a:pt x="2316" y="32"/>
                    <a:pt x="2237" y="95"/>
                  </a:cubicBezTo>
                  <a:lnTo>
                    <a:pt x="126" y="2237"/>
                  </a:lnTo>
                  <a:cubicBezTo>
                    <a:pt x="0" y="2363"/>
                    <a:pt x="0" y="2584"/>
                    <a:pt x="126" y="2741"/>
                  </a:cubicBezTo>
                  <a:cubicBezTo>
                    <a:pt x="205" y="2820"/>
                    <a:pt x="300" y="2859"/>
                    <a:pt x="390" y="2859"/>
                  </a:cubicBezTo>
                  <a:cubicBezTo>
                    <a:pt x="481" y="2859"/>
                    <a:pt x="568" y="2820"/>
                    <a:pt x="631" y="2741"/>
                  </a:cubicBezTo>
                  <a:lnTo>
                    <a:pt x="2773" y="630"/>
                  </a:lnTo>
                  <a:cubicBezTo>
                    <a:pt x="2867" y="504"/>
                    <a:pt x="2867" y="252"/>
                    <a:pt x="2773" y="95"/>
                  </a:cubicBezTo>
                  <a:cubicBezTo>
                    <a:pt x="2710" y="32"/>
                    <a:pt x="2615" y="0"/>
                    <a:pt x="25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373" name="Google Shape;15373;p85"/>
            <p:cNvSpPr/>
            <p:nvPr/>
          </p:nvSpPr>
          <p:spPr>
            <a:xfrm>
              <a:off x="-45613425" y="2929750"/>
              <a:ext cx="71700" cy="71500"/>
            </a:xfrm>
            <a:custGeom>
              <a:avLst/>
              <a:gdLst/>
              <a:ahLst/>
              <a:cxnLst/>
              <a:rect l="l" t="t" r="r" b="b"/>
              <a:pathLst>
                <a:path w="2868" h="2860" extrusionOk="0">
                  <a:moveTo>
                    <a:pt x="2478" y="1"/>
                  </a:moveTo>
                  <a:cubicBezTo>
                    <a:pt x="2387" y="1"/>
                    <a:pt x="2301" y="40"/>
                    <a:pt x="2238" y="119"/>
                  </a:cubicBezTo>
                  <a:lnTo>
                    <a:pt x="127" y="2261"/>
                  </a:lnTo>
                  <a:cubicBezTo>
                    <a:pt x="1" y="2387"/>
                    <a:pt x="1" y="2608"/>
                    <a:pt x="127" y="2765"/>
                  </a:cubicBezTo>
                  <a:cubicBezTo>
                    <a:pt x="190" y="2828"/>
                    <a:pt x="276" y="2860"/>
                    <a:pt x="367" y="2860"/>
                  </a:cubicBezTo>
                  <a:cubicBezTo>
                    <a:pt x="458" y="2860"/>
                    <a:pt x="552" y="2828"/>
                    <a:pt x="631" y="2765"/>
                  </a:cubicBezTo>
                  <a:lnTo>
                    <a:pt x="2742" y="654"/>
                  </a:lnTo>
                  <a:cubicBezTo>
                    <a:pt x="2868" y="528"/>
                    <a:pt x="2868" y="276"/>
                    <a:pt x="2742" y="119"/>
                  </a:cubicBezTo>
                  <a:cubicBezTo>
                    <a:pt x="2663" y="40"/>
                    <a:pt x="2568" y="1"/>
                    <a:pt x="24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374" name="Google Shape;15374;p85"/>
            <p:cNvSpPr/>
            <p:nvPr/>
          </p:nvSpPr>
          <p:spPr>
            <a:xfrm>
              <a:off x="-45665400" y="2923050"/>
              <a:ext cx="81150" cy="79000"/>
            </a:xfrm>
            <a:custGeom>
              <a:avLst/>
              <a:gdLst/>
              <a:ahLst/>
              <a:cxnLst/>
              <a:rect l="l" t="t" r="r" b="b"/>
              <a:pathLst>
                <a:path w="3246" h="3160" extrusionOk="0">
                  <a:moveTo>
                    <a:pt x="2859" y="1"/>
                  </a:moveTo>
                  <a:cubicBezTo>
                    <a:pt x="2765" y="1"/>
                    <a:pt x="2663" y="24"/>
                    <a:pt x="2584" y="72"/>
                  </a:cubicBezTo>
                  <a:lnTo>
                    <a:pt x="95" y="2561"/>
                  </a:lnTo>
                  <a:cubicBezTo>
                    <a:pt x="0" y="2687"/>
                    <a:pt x="0" y="2907"/>
                    <a:pt x="95" y="3065"/>
                  </a:cubicBezTo>
                  <a:cubicBezTo>
                    <a:pt x="158" y="3128"/>
                    <a:pt x="252" y="3159"/>
                    <a:pt x="351" y="3159"/>
                  </a:cubicBezTo>
                  <a:cubicBezTo>
                    <a:pt x="449" y="3159"/>
                    <a:pt x="552" y="3128"/>
                    <a:pt x="631" y="3065"/>
                  </a:cubicBezTo>
                  <a:lnTo>
                    <a:pt x="3088" y="607"/>
                  </a:lnTo>
                  <a:cubicBezTo>
                    <a:pt x="3245" y="450"/>
                    <a:pt x="3245" y="229"/>
                    <a:pt x="3088" y="72"/>
                  </a:cubicBezTo>
                  <a:cubicBezTo>
                    <a:pt x="3041" y="24"/>
                    <a:pt x="2954" y="1"/>
                    <a:pt x="28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375" name="Google Shape;15375;p85"/>
          <p:cNvGrpSpPr/>
          <p:nvPr/>
        </p:nvGrpSpPr>
        <p:grpSpPr>
          <a:xfrm>
            <a:off x="2174760" y="4033337"/>
            <a:ext cx="359154" cy="360109"/>
            <a:chOff x="-44528075" y="1982825"/>
            <a:chExt cx="300900" cy="301700"/>
          </a:xfrm>
        </p:grpSpPr>
        <p:sp>
          <p:nvSpPr>
            <p:cNvPr id="15376" name="Google Shape;15376;p85"/>
            <p:cNvSpPr/>
            <p:nvPr/>
          </p:nvSpPr>
          <p:spPr>
            <a:xfrm>
              <a:off x="-44528075" y="1982825"/>
              <a:ext cx="300900" cy="301700"/>
            </a:xfrm>
            <a:custGeom>
              <a:avLst/>
              <a:gdLst/>
              <a:ahLst/>
              <a:cxnLst/>
              <a:rect l="l" t="t" r="r" b="b"/>
              <a:pathLst>
                <a:path w="12036" h="12068" extrusionOk="0">
                  <a:moveTo>
                    <a:pt x="9547" y="2175"/>
                  </a:moveTo>
                  <a:cubicBezTo>
                    <a:pt x="9736" y="2175"/>
                    <a:pt x="9893" y="2332"/>
                    <a:pt x="9893" y="2521"/>
                  </a:cubicBezTo>
                  <a:lnTo>
                    <a:pt x="9893" y="9547"/>
                  </a:lnTo>
                  <a:cubicBezTo>
                    <a:pt x="9893" y="9736"/>
                    <a:pt x="9736" y="9893"/>
                    <a:pt x="9547" y="9893"/>
                  </a:cubicBezTo>
                  <a:lnTo>
                    <a:pt x="2552" y="9893"/>
                  </a:lnTo>
                  <a:cubicBezTo>
                    <a:pt x="2332" y="9893"/>
                    <a:pt x="2206" y="9736"/>
                    <a:pt x="2206" y="9547"/>
                  </a:cubicBezTo>
                  <a:lnTo>
                    <a:pt x="2206" y="2521"/>
                  </a:lnTo>
                  <a:cubicBezTo>
                    <a:pt x="2206" y="2332"/>
                    <a:pt x="2332" y="2175"/>
                    <a:pt x="2552" y="2175"/>
                  </a:cubicBezTo>
                  <a:close/>
                  <a:moveTo>
                    <a:pt x="3183" y="1"/>
                  </a:moveTo>
                  <a:cubicBezTo>
                    <a:pt x="2994" y="1"/>
                    <a:pt x="2836" y="158"/>
                    <a:pt x="2836" y="347"/>
                  </a:cubicBezTo>
                  <a:lnTo>
                    <a:pt x="2836" y="1419"/>
                  </a:lnTo>
                  <a:lnTo>
                    <a:pt x="2458" y="1419"/>
                  </a:lnTo>
                  <a:cubicBezTo>
                    <a:pt x="1891" y="1419"/>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2"/>
                    <a:pt x="1" y="4601"/>
                  </a:cubicBezTo>
                  <a:cubicBezTo>
                    <a:pt x="1" y="4821"/>
                    <a:pt x="158" y="4979"/>
                    <a:pt x="347" y="4979"/>
                  </a:cubicBezTo>
                  <a:lnTo>
                    <a:pt x="1418" y="4979"/>
                  </a:lnTo>
                  <a:lnTo>
                    <a:pt x="1418" y="5672"/>
                  </a:lnTo>
                  <a:lnTo>
                    <a:pt x="347" y="5672"/>
                  </a:lnTo>
                  <a:cubicBezTo>
                    <a:pt x="158" y="5672"/>
                    <a:pt x="1" y="5829"/>
                    <a:pt x="1" y="6018"/>
                  </a:cubicBezTo>
                  <a:cubicBezTo>
                    <a:pt x="1" y="6239"/>
                    <a:pt x="158" y="6396"/>
                    <a:pt x="347" y="6396"/>
                  </a:cubicBezTo>
                  <a:lnTo>
                    <a:pt x="1418" y="6396"/>
                  </a:lnTo>
                  <a:lnTo>
                    <a:pt x="1418" y="7090"/>
                  </a:lnTo>
                  <a:lnTo>
                    <a:pt x="347" y="7090"/>
                  </a:lnTo>
                  <a:cubicBezTo>
                    <a:pt x="158" y="7090"/>
                    <a:pt x="1" y="7247"/>
                    <a:pt x="1" y="7436"/>
                  </a:cubicBezTo>
                  <a:cubicBezTo>
                    <a:pt x="1" y="7657"/>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50"/>
                    <a:pt x="2458" y="10650"/>
                  </a:cubicBezTo>
                  <a:lnTo>
                    <a:pt x="2836" y="10650"/>
                  </a:lnTo>
                  <a:lnTo>
                    <a:pt x="2836" y="11689"/>
                  </a:lnTo>
                  <a:cubicBezTo>
                    <a:pt x="2836" y="11910"/>
                    <a:pt x="2994" y="12067"/>
                    <a:pt x="3183" y="12067"/>
                  </a:cubicBezTo>
                  <a:cubicBezTo>
                    <a:pt x="3372" y="12067"/>
                    <a:pt x="3529" y="11910"/>
                    <a:pt x="3529" y="11689"/>
                  </a:cubicBezTo>
                  <a:lnTo>
                    <a:pt x="3529" y="10555"/>
                  </a:lnTo>
                  <a:lnTo>
                    <a:pt x="4254" y="10555"/>
                  </a:lnTo>
                  <a:lnTo>
                    <a:pt x="4254" y="11626"/>
                  </a:lnTo>
                  <a:cubicBezTo>
                    <a:pt x="4254" y="11815"/>
                    <a:pt x="4411" y="11973"/>
                    <a:pt x="4600" y="11973"/>
                  </a:cubicBezTo>
                  <a:cubicBezTo>
                    <a:pt x="4789" y="11973"/>
                    <a:pt x="4947" y="11815"/>
                    <a:pt x="4947" y="11626"/>
                  </a:cubicBezTo>
                  <a:lnTo>
                    <a:pt x="4947" y="10555"/>
                  </a:lnTo>
                  <a:lnTo>
                    <a:pt x="5671" y="10555"/>
                  </a:lnTo>
                  <a:lnTo>
                    <a:pt x="5671" y="11626"/>
                  </a:lnTo>
                  <a:cubicBezTo>
                    <a:pt x="5671" y="11815"/>
                    <a:pt x="5829" y="11973"/>
                    <a:pt x="6018" y="11973"/>
                  </a:cubicBezTo>
                  <a:cubicBezTo>
                    <a:pt x="6207" y="11973"/>
                    <a:pt x="6365" y="11815"/>
                    <a:pt x="6365" y="11626"/>
                  </a:cubicBezTo>
                  <a:lnTo>
                    <a:pt x="6365" y="10555"/>
                  </a:lnTo>
                  <a:lnTo>
                    <a:pt x="7089" y="10555"/>
                  </a:lnTo>
                  <a:lnTo>
                    <a:pt x="7089" y="11626"/>
                  </a:lnTo>
                  <a:cubicBezTo>
                    <a:pt x="7089" y="11815"/>
                    <a:pt x="7247" y="11973"/>
                    <a:pt x="7436" y="11973"/>
                  </a:cubicBezTo>
                  <a:cubicBezTo>
                    <a:pt x="7625" y="11973"/>
                    <a:pt x="7782" y="11815"/>
                    <a:pt x="7782" y="11626"/>
                  </a:cubicBezTo>
                  <a:lnTo>
                    <a:pt x="7782" y="10555"/>
                  </a:lnTo>
                  <a:lnTo>
                    <a:pt x="8507" y="10555"/>
                  </a:lnTo>
                  <a:lnTo>
                    <a:pt x="8507" y="11626"/>
                  </a:lnTo>
                  <a:cubicBezTo>
                    <a:pt x="8507" y="11815"/>
                    <a:pt x="8664" y="11973"/>
                    <a:pt x="8853" y="11973"/>
                  </a:cubicBezTo>
                  <a:cubicBezTo>
                    <a:pt x="9042" y="11973"/>
                    <a:pt x="9200" y="11815"/>
                    <a:pt x="9200" y="11626"/>
                  </a:cubicBezTo>
                  <a:lnTo>
                    <a:pt x="9200" y="10555"/>
                  </a:lnTo>
                  <a:lnTo>
                    <a:pt x="9547" y="10555"/>
                  </a:lnTo>
                  <a:cubicBezTo>
                    <a:pt x="10145" y="10555"/>
                    <a:pt x="10618" y="10082"/>
                    <a:pt x="10618" y="9484"/>
                  </a:cubicBezTo>
                  <a:lnTo>
                    <a:pt x="10618" y="9137"/>
                  </a:lnTo>
                  <a:lnTo>
                    <a:pt x="11689" y="9137"/>
                  </a:lnTo>
                  <a:cubicBezTo>
                    <a:pt x="11878" y="9137"/>
                    <a:pt x="12035" y="8980"/>
                    <a:pt x="12035" y="8791"/>
                  </a:cubicBezTo>
                  <a:cubicBezTo>
                    <a:pt x="12035" y="8602"/>
                    <a:pt x="11878" y="8444"/>
                    <a:pt x="11689" y="8444"/>
                  </a:cubicBezTo>
                  <a:lnTo>
                    <a:pt x="10618" y="8444"/>
                  </a:lnTo>
                  <a:lnTo>
                    <a:pt x="10618" y="7720"/>
                  </a:lnTo>
                  <a:lnTo>
                    <a:pt x="11689" y="7720"/>
                  </a:lnTo>
                  <a:cubicBezTo>
                    <a:pt x="11878" y="7720"/>
                    <a:pt x="12035" y="7562"/>
                    <a:pt x="12035" y="7373"/>
                  </a:cubicBezTo>
                  <a:cubicBezTo>
                    <a:pt x="12035" y="7153"/>
                    <a:pt x="11878" y="6995"/>
                    <a:pt x="11689" y="6995"/>
                  </a:cubicBezTo>
                  <a:lnTo>
                    <a:pt x="10618" y="6995"/>
                  </a:lnTo>
                  <a:lnTo>
                    <a:pt x="10618" y="6302"/>
                  </a:lnTo>
                  <a:lnTo>
                    <a:pt x="11689" y="6302"/>
                  </a:lnTo>
                  <a:cubicBezTo>
                    <a:pt x="11878" y="6302"/>
                    <a:pt x="12035" y="6144"/>
                    <a:pt x="12035" y="5955"/>
                  </a:cubicBezTo>
                  <a:cubicBezTo>
                    <a:pt x="12035" y="5735"/>
                    <a:pt x="11878" y="5577"/>
                    <a:pt x="11689" y="5577"/>
                  </a:cubicBezTo>
                  <a:lnTo>
                    <a:pt x="10618" y="5577"/>
                  </a:lnTo>
                  <a:lnTo>
                    <a:pt x="10618" y="4884"/>
                  </a:lnTo>
                  <a:lnTo>
                    <a:pt x="11689" y="4884"/>
                  </a:lnTo>
                  <a:lnTo>
                    <a:pt x="11689" y="4979"/>
                  </a:lnTo>
                  <a:cubicBezTo>
                    <a:pt x="11878" y="4979"/>
                    <a:pt x="12035" y="4821"/>
                    <a:pt x="12035" y="4601"/>
                  </a:cubicBezTo>
                  <a:cubicBezTo>
                    <a:pt x="12035" y="4412"/>
                    <a:pt x="11878" y="4254"/>
                    <a:pt x="11689" y="4254"/>
                  </a:cubicBezTo>
                  <a:lnTo>
                    <a:pt x="10618" y="4254"/>
                  </a:lnTo>
                  <a:lnTo>
                    <a:pt x="10618" y="3529"/>
                  </a:lnTo>
                  <a:lnTo>
                    <a:pt x="11689" y="3529"/>
                  </a:lnTo>
                  <a:cubicBezTo>
                    <a:pt x="11878" y="3529"/>
                    <a:pt x="12035" y="3372"/>
                    <a:pt x="12035" y="3183"/>
                  </a:cubicBezTo>
                  <a:cubicBezTo>
                    <a:pt x="12035" y="2994"/>
                    <a:pt x="11878" y="2836"/>
                    <a:pt x="11689" y="2836"/>
                  </a:cubicBezTo>
                  <a:lnTo>
                    <a:pt x="10618" y="2836"/>
                  </a:lnTo>
                  <a:lnTo>
                    <a:pt x="10618" y="2490"/>
                  </a:lnTo>
                  <a:cubicBezTo>
                    <a:pt x="10618" y="1891"/>
                    <a:pt x="10145" y="1419"/>
                    <a:pt x="9547" y="1419"/>
                  </a:cubicBezTo>
                  <a:lnTo>
                    <a:pt x="9200" y="1419"/>
                  </a:lnTo>
                  <a:lnTo>
                    <a:pt x="9200" y="347"/>
                  </a:lnTo>
                  <a:cubicBezTo>
                    <a:pt x="9200" y="158"/>
                    <a:pt x="9042" y="1"/>
                    <a:pt x="8853" y="1"/>
                  </a:cubicBezTo>
                  <a:cubicBezTo>
                    <a:pt x="8664" y="1"/>
                    <a:pt x="8507" y="158"/>
                    <a:pt x="8507" y="347"/>
                  </a:cubicBezTo>
                  <a:lnTo>
                    <a:pt x="8507" y="1419"/>
                  </a:lnTo>
                  <a:lnTo>
                    <a:pt x="7782" y="1419"/>
                  </a:lnTo>
                  <a:lnTo>
                    <a:pt x="7782" y="347"/>
                  </a:lnTo>
                  <a:cubicBezTo>
                    <a:pt x="7782" y="158"/>
                    <a:pt x="7625" y="1"/>
                    <a:pt x="7436" y="1"/>
                  </a:cubicBezTo>
                  <a:cubicBezTo>
                    <a:pt x="7247" y="1"/>
                    <a:pt x="7089" y="158"/>
                    <a:pt x="7089" y="347"/>
                  </a:cubicBezTo>
                  <a:lnTo>
                    <a:pt x="7089" y="1419"/>
                  </a:lnTo>
                  <a:lnTo>
                    <a:pt x="6365" y="1419"/>
                  </a:lnTo>
                  <a:lnTo>
                    <a:pt x="6365" y="347"/>
                  </a:lnTo>
                  <a:cubicBezTo>
                    <a:pt x="6365" y="158"/>
                    <a:pt x="6207" y="1"/>
                    <a:pt x="6018" y="1"/>
                  </a:cubicBezTo>
                  <a:cubicBezTo>
                    <a:pt x="5829" y="1"/>
                    <a:pt x="5671" y="158"/>
                    <a:pt x="5671" y="347"/>
                  </a:cubicBezTo>
                  <a:lnTo>
                    <a:pt x="5671" y="1419"/>
                  </a:lnTo>
                  <a:lnTo>
                    <a:pt x="4947" y="1419"/>
                  </a:lnTo>
                  <a:lnTo>
                    <a:pt x="4947" y="347"/>
                  </a:lnTo>
                  <a:cubicBezTo>
                    <a:pt x="4947" y="158"/>
                    <a:pt x="4789" y="1"/>
                    <a:pt x="4600" y="1"/>
                  </a:cubicBezTo>
                  <a:cubicBezTo>
                    <a:pt x="4411" y="1"/>
                    <a:pt x="4254" y="158"/>
                    <a:pt x="4254" y="347"/>
                  </a:cubicBezTo>
                  <a:lnTo>
                    <a:pt x="4254" y="1419"/>
                  </a:lnTo>
                  <a:lnTo>
                    <a:pt x="3529" y="1419"/>
                  </a:lnTo>
                  <a:lnTo>
                    <a:pt x="3529" y="347"/>
                  </a:lnTo>
                  <a:cubicBezTo>
                    <a:pt x="3529" y="158"/>
                    <a:pt x="3372" y="1"/>
                    <a:pt x="31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377" name="Google Shape;15377;p85"/>
            <p:cNvSpPr/>
            <p:nvPr/>
          </p:nvSpPr>
          <p:spPr>
            <a:xfrm>
              <a:off x="-44455600" y="2053725"/>
              <a:ext cx="17350" cy="18125"/>
            </a:xfrm>
            <a:custGeom>
              <a:avLst/>
              <a:gdLst/>
              <a:ahLst/>
              <a:cxnLst/>
              <a:rect l="l" t="t" r="r" b="b"/>
              <a:pathLst>
                <a:path w="694" h="725" extrusionOk="0">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378" name="Google Shape;15378;p85"/>
            <p:cNvSpPr/>
            <p:nvPr/>
          </p:nvSpPr>
          <p:spPr>
            <a:xfrm>
              <a:off x="-44455600" y="21947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379" name="Google Shape;15379;p85"/>
            <p:cNvSpPr/>
            <p:nvPr/>
          </p:nvSpPr>
          <p:spPr>
            <a:xfrm>
              <a:off x="-44314625" y="21947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380" name="Google Shape;15380;p85"/>
            <p:cNvSpPr/>
            <p:nvPr/>
          </p:nvSpPr>
          <p:spPr>
            <a:xfrm>
              <a:off x="-44314625" y="2053725"/>
              <a:ext cx="17350" cy="18125"/>
            </a:xfrm>
            <a:custGeom>
              <a:avLst/>
              <a:gdLst/>
              <a:ahLst/>
              <a:cxnLst/>
              <a:rect l="l" t="t" r="r" b="b"/>
              <a:pathLst>
                <a:path w="694" h="725" extrusionOk="0">
                  <a:moveTo>
                    <a:pt x="347" y="0"/>
                  </a:moveTo>
                  <a:cubicBezTo>
                    <a:pt x="158" y="0"/>
                    <a:pt x="0" y="158"/>
                    <a:pt x="0" y="347"/>
                  </a:cubicBezTo>
                  <a:cubicBezTo>
                    <a:pt x="0" y="536"/>
                    <a:pt x="158" y="725"/>
                    <a:pt x="347" y="725"/>
                  </a:cubicBezTo>
                  <a:cubicBezTo>
                    <a:pt x="536" y="725"/>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381" name="Google Shape;15381;p85"/>
            <p:cNvSpPr/>
            <p:nvPr/>
          </p:nvSpPr>
          <p:spPr>
            <a:xfrm>
              <a:off x="-44447725" y="2062375"/>
              <a:ext cx="143350" cy="140225"/>
            </a:xfrm>
            <a:custGeom>
              <a:avLst/>
              <a:gdLst/>
              <a:ahLst/>
              <a:cxnLst/>
              <a:rect l="l" t="t" r="r" b="b"/>
              <a:pathLst>
                <a:path w="5734" h="5609" extrusionOk="0">
                  <a:moveTo>
                    <a:pt x="3182" y="757"/>
                  </a:moveTo>
                  <a:lnTo>
                    <a:pt x="3182" y="883"/>
                  </a:lnTo>
                  <a:cubicBezTo>
                    <a:pt x="3182" y="1041"/>
                    <a:pt x="3277" y="1167"/>
                    <a:pt x="3434" y="1198"/>
                  </a:cubicBezTo>
                  <a:cubicBezTo>
                    <a:pt x="3623" y="1261"/>
                    <a:pt x="3812" y="1387"/>
                    <a:pt x="3970" y="1513"/>
                  </a:cubicBezTo>
                  <a:cubicBezTo>
                    <a:pt x="4049" y="1553"/>
                    <a:pt x="4142" y="1593"/>
                    <a:pt x="4231" y="1593"/>
                  </a:cubicBezTo>
                  <a:cubicBezTo>
                    <a:pt x="4282" y="1593"/>
                    <a:pt x="4333" y="1579"/>
                    <a:pt x="4379" y="1545"/>
                  </a:cubicBezTo>
                  <a:lnTo>
                    <a:pt x="4505" y="1482"/>
                  </a:lnTo>
                  <a:lnTo>
                    <a:pt x="4852" y="2049"/>
                  </a:lnTo>
                  <a:lnTo>
                    <a:pt x="4726" y="2143"/>
                  </a:lnTo>
                  <a:cubicBezTo>
                    <a:pt x="4600" y="2206"/>
                    <a:pt x="4537" y="2364"/>
                    <a:pt x="4568" y="2490"/>
                  </a:cubicBezTo>
                  <a:cubicBezTo>
                    <a:pt x="4600" y="2710"/>
                    <a:pt x="4600" y="2899"/>
                    <a:pt x="4568" y="3120"/>
                  </a:cubicBezTo>
                  <a:cubicBezTo>
                    <a:pt x="4537" y="3277"/>
                    <a:pt x="4600" y="3403"/>
                    <a:pt x="4726" y="3466"/>
                  </a:cubicBezTo>
                  <a:lnTo>
                    <a:pt x="4852" y="3561"/>
                  </a:lnTo>
                  <a:lnTo>
                    <a:pt x="4505" y="4128"/>
                  </a:lnTo>
                  <a:lnTo>
                    <a:pt x="4379" y="4065"/>
                  </a:lnTo>
                  <a:cubicBezTo>
                    <a:pt x="4323" y="4037"/>
                    <a:pt x="4260" y="4021"/>
                    <a:pt x="4196" y="4021"/>
                  </a:cubicBezTo>
                  <a:cubicBezTo>
                    <a:pt x="4118" y="4021"/>
                    <a:pt x="4039" y="4044"/>
                    <a:pt x="3970" y="4097"/>
                  </a:cubicBezTo>
                  <a:cubicBezTo>
                    <a:pt x="3812" y="4254"/>
                    <a:pt x="3623" y="4349"/>
                    <a:pt x="3434" y="4412"/>
                  </a:cubicBezTo>
                  <a:cubicBezTo>
                    <a:pt x="3277" y="4475"/>
                    <a:pt x="3182" y="4632"/>
                    <a:pt x="3182" y="4727"/>
                  </a:cubicBezTo>
                  <a:lnTo>
                    <a:pt x="3182" y="4853"/>
                  </a:lnTo>
                  <a:lnTo>
                    <a:pt x="2489" y="4853"/>
                  </a:lnTo>
                  <a:lnTo>
                    <a:pt x="2489" y="4727"/>
                  </a:lnTo>
                  <a:cubicBezTo>
                    <a:pt x="2489" y="4569"/>
                    <a:pt x="2394" y="4475"/>
                    <a:pt x="2237" y="4412"/>
                  </a:cubicBezTo>
                  <a:cubicBezTo>
                    <a:pt x="2048" y="4349"/>
                    <a:pt x="1859" y="4223"/>
                    <a:pt x="1701" y="4097"/>
                  </a:cubicBezTo>
                  <a:cubicBezTo>
                    <a:pt x="1622" y="4057"/>
                    <a:pt x="1529" y="4017"/>
                    <a:pt x="1440" y="4017"/>
                  </a:cubicBezTo>
                  <a:cubicBezTo>
                    <a:pt x="1389" y="4017"/>
                    <a:pt x="1338" y="4030"/>
                    <a:pt x="1292" y="4065"/>
                  </a:cubicBezTo>
                  <a:lnTo>
                    <a:pt x="1166" y="4128"/>
                  </a:lnTo>
                  <a:lnTo>
                    <a:pt x="819" y="3561"/>
                  </a:lnTo>
                  <a:lnTo>
                    <a:pt x="945" y="3466"/>
                  </a:lnTo>
                  <a:cubicBezTo>
                    <a:pt x="1071" y="3403"/>
                    <a:pt x="1134" y="3246"/>
                    <a:pt x="1103" y="3120"/>
                  </a:cubicBezTo>
                  <a:cubicBezTo>
                    <a:pt x="1071" y="2899"/>
                    <a:pt x="1071" y="2710"/>
                    <a:pt x="1103" y="2490"/>
                  </a:cubicBezTo>
                  <a:cubicBezTo>
                    <a:pt x="1134" y="2332"/>
                    <a:pt x="1071" y="2206"/>
                    <a:pt x="945" y="2143"/>
                  </a:cubicBezTo>
                  <a:lnTo>
                    <a:pt x="819" y="2049"/>
                  </a:lnTo>
                  <a:lnTo>
                    <a:pt x="1166" y="1482"/>
                  </a:lnTo>
                  <a:lnTo>
                    <a:pt x="1292" y="1545"/>
                  </a:lnTo>
                  <a:cubicBezTo>
                    <a:pt x="1350" y="1589"/>
                    <a:pt x="1416" y="1612"/>
                    <a:pt x="1481" y="1612"/>
                  </a:cubicBezTo>
                  <a:cubicBezTo>
                    <a:pt x="1557" y="1612"/>
                    <a:pt x="1634" y="1581"/>
                    <a:pt x="1701" y="1513"/>
                  </a:cubicBezTo>
                  <a:cubicBezTo>
                    <a:pt x="1859" y="1356"/>
                    <a:pt x="2048" y="1261"/>
                    <a:pt x="2237" y="1198"/>
                  </a:cubicBezTo>
                  <a:cubicBezTo>
                    <a:pt x="2394" y="1167"/>
                    <a:pt x="2489" y="1009"/>
                    <a:pt x="2489" y="883"/>
                  </a:cubicBezTo>
                  <a:lnTo>
                    <a:pt x="2489" y="757"/>
                  </a:lnTo>
                  <a:close/>
                  <a:moveTo>
                    <a:pt x="2174" y="1"/>
                  </a:moveTo>
                  <a:cubicBezTo>
                    <a:pt x="1953" y="1"/>
                    <a:pt x="1796" y="158"/>
                    <a:pt x="1796" y="347"/>
                  </a:cubicBezTo>
                  <a:lnTo>
                    <a:pt x="1796" y="599"/>
                  </a:lnTo>
                  <a:cubicBezTo>
                    <a:pt x="1701" y="631"/>
                    <a:pt x="1575" y="726"/>
                    <a:pt x="1481" y="789"/>
                  </a:cubicBezTo>
                  <a:lnTo>
                    <a:pt x="1292" y="663"/>
                  </a:lnTo>
                  <a:cubicBezTo>
                    <a:pt x="1242" y="643"/>
                    <a:pt x="1186" y="632"/>
                    <a:pt x="1129" y="632"/>
                  </a:cubicBezTo>
                  <a:cubicBezTo>
                    <a:pt x="1007" y="632"/>
                    <a:pt x="884" y="681"/>
                    <a:pt x="819" y="789"/>
                  </a:cubicBezTo>
                  <a:lnTo>
                    <a:pt x="126" y="2017"/>
                  </a:lnTo>
                  <a:cubicBezTo>
                    <a:pt x="32" y="2175"/>
                    <a:pt x="63" y="2395"/>
                    <a:pt x="221" y="2490"/>
                  </a:cubicBezTo>
                  <a:lnTo>
                    <a:pt x="441" y="2616"/>
                  </a:lnTo>
                  <a:lnTo>
                    <a:pt x="441" y="2994"/>
                  </a:lnTo>
                  <a:lnTo>
                    <a:pt x="221" y="3120"/>
                  </a:lnTo>
                  <a:cubicBezTo>
                    <a:pt x="95" y="3183"/>
                    <a:pt x="0" y="3435"/>
                    <a:pt x="126" y="3592"/>
                  </a:cubicBezTo>
                  <a:lnTo>
                    <a:pt x="819" y="4821"/>
                  </a:lnTo>
                  <a:cubicBezTo>
                    <a:pt x="879" y="4921"/>
                    <a:pt x="989" y="4983"/>
                    <a:pt x="1102" y="4983"/>
                  </a:cubicBezTo>
                  <a:cubicBezTo>
                    <a:pt x="1168" y="4983"/>
                    <a:pt x="1234" y="4962"/>
                    <a:pt x="1292" y="4916"/>
                  </a:cubicBezTo>
                  <a:lnTo>
                    <a:pt x="1481" y="4821"/>
                  </a:lnTo>
                  <a:cubicBezTo>
                    <a:pt x="1607" y="4884"/>
                    <a:pt x="1733" y="4979"/>
                    <a:pt x="1796" y="5010"/>
                  </a:cubicBezTo>
                  <a:lnTo>
                    <a:pt x="1796" y="5231"/>
                  </a:lnTo>
                  <a:cubicBezTo>
                    <a:pt x="1796" y="5451"/>
                    <a:pt x="1953" y="5609"/>
                    <a:pt x="2174" y="5609"/>
                  </a:cubicBezTo>
                  <a:lnTo>
                    <a:pt x="3592" y="5609"/>
                  </a:lnTo>
                  <a:cubicBezTo>
                    <a:pt x="3781" y="5609"/>
                    <a:pt x="3938" y="5451"/>
                    <a:pt x="3938" y="5231"/>
                  </a:cubicBezTo>
                  <a:lnTo>
                    <a:pt x="3938" y="5010"/>
                  </a:lnTo>
                  <a:cubicBezTo>
                    <a:pt x="4064" y="4979"/>
                    <a:pt x="4159" y="4884"/>
                    <a:pt x="4253" y="4821"/>
                  </a:cubicBezTo>
                  <a:lnTo>
                    <a:pt x="4442" y="4916"/>
                  </a:lnTo>
                  <a:cubicBezTo>
                    <a:pt x="4501" y="4951"/>
                    <a:pt x="4574" y="4969"/>
                    <a:pt x="4644" y="4969"/>
                  </a:cubicBezTo>
                  <a:cubicBezTo>
                    <a:pt x="4762" y="4969"/>
                    <a:pt x="4875" y="4920"/>
                    <a:pt x="4915" y="4821"/>
                  </a:cubicBezTo>
                  <a:lnTo>
                    <a:pt x="5639" y="3592"/>
                  </a:lnTo>
                  <a:cubicBezTo>
                    <a:pt x="5702" y="3435"/>
                    <a:pt x="5671" y="3246"/>
                    <a:pt x="5513" y="3120"/>
                  </a:cubicBezTo>
                  <a:lnTo>
                    <a:pt x="5324" y="2994"/>
                  </a:lnTo>
                  <a:lnTo>
                    <a:pt x="5324" y="2616"/>
                  </a:lnTo>
                  <a:lnTo>
                    <a:pt x="5513" y="2490"/>
                  </a:lnTo>
                  <a:cubicBezTo>
                    <a:pt x="5671" y="2395"/>
                    <a:pt x="5734" y="2175"/>
                    <a:pt x="5639" y="2017"/>
                  </a:cubicBezTo>
                  <a:lnTo>
                    <a:pt x="4915" y="789"/>
                  </a:lnTo>
                  <a:cubicBezTo>
                    <a:pt x="4872" y="681"/>
                    <a:pt x="4742" y="618"/>
                    <a:pt x="4614" y="618"/>
                  </a:cubicBezTo>
                  <a:cubicBezTo>
                    <a:pt x="4553" y="618"/>
                    <a:pt x="4493" y="632"/>
                    <a:pt x="4442" y="663"/>
                  </a:cubicBezTo>
                  <a:lnTo>
                    <a:pt x="4253" y="789"/>
                  </a:lnTo>
                  <a:cubicBezTo>
                    <a:pt x="4127" y="726"/>
                    <a:pt x="4001" y="631"/>
                    <a:pt x="3938" y="599"/>
                  </a:cubicBezTo>
                  <a:lnTo>
                    <a:pt x="3938" y="347"/>
                  </a:lnTo>
                  <a:cubicBezTo>
                    <a:pt x="3938" y="158"/>
                    <a:pt x="3781" y="1"/>
                    <a:pt x="35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382" name="Google Shape;15382;p85"/>
            <p:cNvSpPr/>
            <p:nvPr/>
          </p:nvSpPr>
          <p:spPr>
            <a:xfrm>
              <a:off x="-44403625" y="2107275"/>
              <a:ext cx="53575" cy="52800"/>
            </a:xfrm>
            <a:custGeom>
              <a:avLst/>
              <a:gdLst/>
              <a:ahLst/>
              <a:cxnLst/>
              <a:rect l="l" t="t" r="r" b="b"/>
              <a:pathLst>
                <a:path w="2143" h="2112" extrusionOk="0">
                  <a:moveTo>
                    <a:pt x="1072" y="662"/>
                  </a:moveTo>
                  <a:cubicBezTo>
                    <a:pt x="1261" y="662"/>
                    <a:pt x="1418" y="820"/>
                    <a:pt x="1418" y="1009"/>
                  </a:cubicBezTo>
                  <a:cubicBezTo>
                    <a:pt x="1418" y="1198"/>
                    <a:pt x="1261" y="1355"/>
                    <a:pt x="1072" y="1355"/>
                  </a:cubicBezTo>
                  <a:cubicBezTo>
                    <a:pt x="882" y="1355"/>
                    <a:pt x="725" y="1198"/>
                    <a:pt x="725" y="1009"/>
                  </a:cubicBezTo>
                  <a:cubicBezTo>
                    <a:pt x="725" y="820"/>
                    <a:pt x="882" y="662"/>
                    <a:pt x="1072" y="662"/>
                  </a:cubicBezTo>
                  <a:close/>
                  <a:moveTo>
                    <a:pt x="1072" y="1"/>
                  </a:moveTo>
                  <a:cubicBezTo>
                    <a:pt x="473" y="1"/>
                    <a:pt x="0" y="473"/>
                    <a:pt x="0" y="1040"/>
                  </a:cubicBezTo>
                  <a:cubicBezTo>
                    <a:pt x="0" y="1639"/>
                    <a:pt x="473" y="2112"/>
                    <a:pt x="1072" y="2112"/>
                  </a:cubicBezTo>
                  <a:cubicBezTo>
                    <a:pt x="1670" y="2112"/>
                    <a:pt x="2143" y="1639"/>
                    <a:pt x="2143" y="1040"/>
                  </a:cubicBezTo>
                  <a:cubicBezTo>
                    <a:pt x="2143" y="473"/>
                    <a:pt x="1670"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5383" name="Google Shape;15383;p85"/>
          <p:cNvSpPr/>
          <p:nvPr/>
        </p:nvSpPr>
        <p:spPr>
          <a:xfrm>
            <a:off x="2628711" y="1302875"/>
            <a:ext cx="358199" cy="358199"/>
          </a:xfrm>
          <a:custGeom>
            <a:avLst/>
            <a:gdLst/>
            <a:ahLst/>
            <a:cxnLst/>
            <a:rect l="l" t="t" r="r" b="b"/>
            <a:pathLst>
              <a:path w="12004" h="12004" extrusionOk="0">
                <a:moveTo>
                  <a:pt x="5671" y="725"/>
                </a:moveTo>
                <a:lnTo>
                  <a:pt x="5671" y="2395"/>
                </a:lnTo>
                <a:cubicBezTo>
                  <a:pt x="5671" y="2616"/>
                  <a:pt x="5843" y="2760"/>
                  <a:pt x="6021" y="2760"/>
                </a:cubicBezTo>
                <a:cubicBezTo>
                  <a:pt x="6097" y="2760"/>
                  <a:pt x="6173" y="2734"/>
                  <a:pt x="6239" y="2678"/>
                </a:cubicBezTo>
                <a:cubicBezTo>
                  <a:pt x="6365" y="2552"/>
                  <a:pt x="6554" y="2489"/>
                  <a:pt x="6711" y="2489"/>
                </a:cubicBezTo>
                <a:cubicBezTo>
                  <a:pt x="7121" y="2489"/>
                  <a:pt x="7436" y="2804"/>
                  <a:pt x="7436" y="3182"/>
                </a:cubicBezTo>
                <a:cubicBezTo>
                  <a:pt x="7436" y="3592"/>
                  <a:pt x="7121" y="3907"/>
                  <a:pt x="6711" y="3907"/>
                </a:cubicBezTo>
                <a:cubicBezTo>
                  <a:pt x="6554" y="3907"/>
                  <a:pt x="6365" y="3812"/>
                  <a:pt x="6239" y="3686"/>
                </a:cubicBezTo>
                <a:cubicBezTo>
                  <a:pt x="6173" y="3630"/>
                  <a:pt x="6097" y="3605"/>
                  <a:pt x="6021" y="3605"/>
                </a:cubicBezTo>
                <a:cubicBezTo>
                  <a:pt x="5843" y="3605"/>
                  <a:pt x="5671" y="3748"/>
                  <a:pt x="5671" y="3970"/>
                </a:cubicBezTo>
                <a:lnTo>
                  <a:pt x="5671" y="5640"/>
                </a:lnTo>
                <a:lnTo>
                  <a:pt x="4569" y="5640"/>
                </a:lnTo>
                <a:cubicBezTo>
                  <a:pt x="4600" y="5514"/>
                  <a:pt x="4600" y="5388"/>
                  <a:pt x="4600" y="5262"/>
                </a:cubicBezTo>
                <a:cubicBezTo>
                  <a:pt x="4600" y="4474"/>
                  <a:pt x="3970" y="3875"/>
                  <a:pt x="3183" y="3875"/>
                </a:cubicBezTo>
                <a:cubicBezTo>
                  <a:pt x="2395" y="3875"/>
                  <a:pt x="1765" y="4474"/>
                  <a:pt x="1765" y="5262"/>
                </a:cubicBezTo>
                <a:cubicBezTo>
                  <a:pt x="1765" y="5388"/>
                  <a:pt x="1765" y="5514"/>
                  <a:pt x="1796" y="5640"/>
                </a:cubicBezTo>
                <a:lnTo>
                  <a:pt x="694" y="5640"/>
                </a:lnTo>
                <a:lnTo>
                  <a:pt x="694" y="1071"/>
                </a:lnTo>
                <a:cubicBezTo>
                  <a:pt x="694" y="882"/>
                  <a:pt x="851" y="725"/>
                  <a:pt x="1040" y="725"/>
                </a:cubicBezTo>
                <a:close/>
                <a:moveTo>
                  <a:pt x="10964" y="725"/>
                </a:moveTo>
                <a:cubicBezTo>
                  <a:pt x="11122" y="725"/>
                  <a:pt x="11311" y="882"/>
                  <a:pt x="11311" y="1071"/>
                </a:cubicBezTo>
                <a:lnTo>
                  <a:pt x="11311" y="5671"/>
                </a:lnTo>
                <a:lnTo>
                  <a:pt x="9610" y="5671"/>
                </a:lnTo>
                <a:cubicBezTo>
                  <a:pt x="9295" y="5671"/>
                  <a:pt x="9169" y="6018"/>
                  <a:pt x="9326" y="6270"/>
                </a:cubicBezTo>
                <a:cubicBezTo>
                  <a:pt x="9452" y="6396"/>
                  <a:pt x="9515" y="6585"/>
                  <a:pt x="9515" y="6742"/>
                </a:cubicBezTo>
                <a:cubicBezTo>
                  <a:pt x="9515" y="7120"/>
                  <a:pt x="9200" y="7435"/>
                  <a:pt x="8822" y="7435"/>
                </a:cubicBezTo>
                <a:cubicBezTo>
                  <a:pt x="8412" y="7435"/>
                  <a:pt x="8097" y="7120"/>
                  <a:pt x="8097" y="6742"/>
                </a:cubicBezTo>
                <a:cubicBezTo>
                  <a:pt x="8097" y="6585"/>
                  <a:pt x="8192" y="6364"/>
                  <a:pt x="8286" y="6270"/>
                </a:cubicBezTo>
                <a:cubicBezTo>
                  <a:pt x="8507" y="6018"/>
                  <a:pt x="8349" y="5671"/>
                  <a:pt x="8034" y="5671"/>
                </a:cubicBezTo>
                <a:lnTo>
                  <a:pt x="6365" y="5671"/>
                </a:lnTo>
                <a:lnTo>
                  <a:pt x="6365" y="4568"/>
                </a:lnTo>
                <a:cubicBezTo>
                  <a:pt x="6491" y="4600"/>
                  <a:pt x="6617" y="4600"/>
                  <a:pt x="6711" y="4600"/>
                </a:cubicBezTo>
                <a:cubicBezTo>
                  <a:pt x="7499" y="4600"/>
                  <a:pt x="8160" y="3970"/>
                  <a:pt x="8160" y="3182"/>
                </a:cubicBezTo>
                <a:cubicBezTo>
                  <a:pt x="8160" y="2395"/>
                  <a:pt x="7499" y="1764"/>
                  <a:pt x="6711" y="1764"/>
                </a:cubicBezTo>
                <a:cubicBezTo>
                  <a:pt x="6617" y="1764"/>
                  <a:pt x="6491" y="1764"/>
                  <a:pt x="6365" y="1796"/>
                </a:cubicBezTo>
                <a:lnTo>
                  <a:pt x="6365" y="725"/>
                </a:lnTo>
                <a:close/>
                <a:moveTo>
                  <a:pt x="3183" y="4568"/>
                </a:moveTo>
                <a:cubicBezTo>
                  <a:pt x="3561" y="4568"/>
                  <a:pt x="3876" y="4883"/>
                  <a:pt x="3876" y="5293"/>
                </a:cubicBezTo>
                <a:cubicBezTo>
                  <a:pt x="3876" y="5451"/>
                  <a:pt x="3813" y="5640"/>
                  <a:pt x="3687" y="5766"/>
                </a:cubicBezTo>
                <a:cubicBezTo>
                  <a:pt x="3498" y="5986"/>
                  <a:pt x="3655" y="6333"/>
                  <a:pt x="3970" y="6333"/>
                </a:cubicBezTo>
                <a:lnTo>
                  <a:pt x="5608" y="6333"/>
                </a:lnTo>
                <a:lnTo>
                  <a:pt x="5608" y="7435"/>
                </a:lnTo>
                <a:cubicBezTo>
                  <a:pt x="5514" y="7404"/>
                  <a:pt x="5388" y="7404"/>
                  <a:pt x="5262" y="7404"/>
                </a:cubicBezTo>
                <a:cubicBezTo>
                  <a:pt x="4474" y="7404"/>
                  <a:pt x="3844" y="8034"/>
                  <a:pt x="3844" y="8822"/>
                </a:cubicBezTo>
                <a:cubicBezTo>
                  <a:pt x="3844" y="9609"/>
                  <a:pt x="4474" y="10239"/>
                  <a:pt x="5262" y="10239"/>
                </a:cubicBezTo>
                <a:cubicBezTo>
                  <a:pt x="5388" y="10239"/>
                  <a:pt x="5514" y="10239"/>
                  <a:pt x="5608" y="10208"/>
                </a:cubicBezTo>
                <a:lnTo>
                  <a:pt x="5608" y="11310"/>
                </a:lnTo>
                <a:lnTo>
                  <a:pt x="1009" y="11310"/>
                </a:lnTo>
                <a:cubicBezTo>
                  <a:pt x="851" y="11310"/>
                  <a:pt x="694" y="11153"/>
                  <a:pt x="694" y="10964"/>
                </a:cubicBezTo>
                <a:lnTo>
                  <a:pt x="694" y="6333"/>
                </a:lnTo>
                <a:lnTo>
                  <a:pt x="2395" y="6333"/>
                </a:lnTo>
                <a:cubicBezTo>
                  <a:pt x="2710" y="6333"/>
                  <a:pt x="2868" y="5986"/>
                  <a:pt x="2679" y="5766"/>
                </a:cubicBezTo>
                <a:cubicBezTo>
                  <a:pt x="2552" y="5640"/>
                  <a:pt x="2458" y="5482"/>
                  <a:pt x="2458" y="5293"/>
                </a:cubicBezTo>
                <a:cubicBezTo>
                  <a:pt x="2458" y="4883"/>
                  <a:pt x="2773" y="4568"/>
                  <a:pt x="3183" y="4568"/>
                </a:cubicBezTo>
                <a:close/>
                <a:moveTo>
                  <a:pt x="11311" y="6333"/>
                </a:moveTo>
                <a:lnTo>
                  <a:pt x="11311" y="10964"/>
                </a:lnTo>
                <a:cubicBezTo>
                  <a:pt x="11311" y="11153"/>
                  <a:pt x="11153" y="11310"/>
                  <a:pt x="10933" y="11310"/>
                </a:cubicBezTo>
                <a:lnTo>
                  <a:pt x="6333" y="11310"/>
                </a:lnTo>
                <a:lnTo>
                  <a:pt x="6333" y="9609"/>
                </a:lnTo>
                <a:cubicBezTo>
                  <a:pt x="6333" y="9388"/>
                  <a:pt x="6162" y="9244"/>
                  <a:pt x="5972" y="9244"/>
                </a:cubicBezTo>
                <a:cubicBezTo>
                  <a:pt x="5892" y="9244"/>
                  <a:pt x="5809" y="9270"/>
                  <a:pt x="5735" y="9326"/>
                </a:cubicBezTo>
                <a:cubicBezTo>
                  <a:pt x="5640" y="9452"/>
                  <a:pt x="5482" y="9546"/>
                  <a:pt x="5262" y="9546"/>
                </a:cubicBezTo>
                <a:cubicBezTo>
                  <a:pt x="4884" y="9546"/>
                  <a:pt x="4569" y="9231"/>
                  <a:pt x="4569" y="8822"/>
                </a:cubicBezTo>
                <a:cubicBezTo>
                  <a:pt x="4569" y="8443"/>
                  <a:pt x="4884" y="8097"/>
                  <a:pt x="5262" y="8097"/>
                </a:cubicBezTo>
                <a:cubicBezTo>
                  <a:pt x="5419" y="8097"/>
                  <a:pt x="5640" y="8191"/>
                  <a:pt x="5735" y="8317"/>
                </a:cubicBezTo>
                <a:cubicBezTo>
                  <a:pt x="5809" y="8374"/>
                  <a:pt x="5892" y="8399"/>
                  <a:pt x="5972" y="8399"/>
                </a:cubicBezTo>
                <a:cubicBezTo>
                  <a:pt x="6162" y="8399"/>
                  <a:pt x="6333" y="8255"/>
                  <a:pt x="6333" y="8034"/>
                </a:cubicBezTo>
                <a:lnTo>
                  <a:pt x="6333" y="6333"/>
                </a:lnTo>
                <a:lnTo>
                  <a:pt x="7436" y="6333"/>
                </a:lnTo>
                <a:cubicBezTo>
                  <a:pt x="7404" y="6459"/>
                  <a:pt x="7404" y="6585"/>
                  <a:pt x="7404" y="6711"/>
                </a:cubicBezTo>
                <a:cubicBezTo>
                  <a:pt x="7404" y="7498"/>
                  <a:pt x="8034" y="8097"/>
                  <a:pt x="8822" y="8097"/>
                </a:cubicBezTo>
                <a:cubicBezTo>
                  <a:pt x="9610" y="8097"/>
                  <a:pt x="10240" y="7498"/>
                  <a:pt x="10240" y="6711"/>
                </a:cubicBezTo>
                <a:cubicBezTo>
                  <a:pt x="10240" y="6585"/>
                  <a:pt x="10240" y="6459"/>
                  <a:pt x="10208" y="6333"/>
                </a:cubicBezTo>
                <a:close/>
                <a:moveTo>
                  <a:pt x="1040" y="0"/>
                </a:moveTo>
                <a:cubicBezTo>
                  <a:pt x="473" y="0"/>
                  <a:pt x="1" y="473"/>
                  <a:pt x="1" y="1071"/>
                </a:cubicBezTo>
                <a:lnTo>
                  <a:pt x="1" y="10964"/>
                </a:lnTo>
                <a:cubicBezTo>
                  <a:pt x="1" y="11531"/>
                  <a:pt x="473" y="12004"/>
                  <a:pt x="1040" y="12004"/>
                </a:cubicBezTo>
                <a:lnTo>
                  <a:pt x="10933" y="12004"/>
                </a:lnTo>
                <a:cubicBezTo>
                  <a:pt x="11531" y="12004"/>
                  <a:pt x="12004" y="11531"/>
                  <a:pt x="12004" y="10964"/>
                </a:cubicBezTo>
                <a:lnTo>
                  <a:pt x="12004" y="1071"/>
                </a:lnTo>
                <a:cubicBezTo>
                  <a:pt x="11972" y="473"/>
                  <a:pt x="11500" y="0"/>
                  <a:pt x="109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5384" name="Google Shape;15384;p85"/>
          <p:cNvGrpSpPr/>
          <p:nvPr/>
        </p:nvGrpSpPr>
        <p:grpSpPr>
          <a:xfrm>
            <a:off x="2625923" y="1758885"/>
            <a:ext cx="358199" cy="358229"/>
            <a:chOff x="-49048250" y="2316775"/>
            <a:chExt cx="300100" cy="300125"/>
          </a:xfrm>
        </p:grpSpPr>
        <p:sp>
          <p:nvSpPr>
            <p:cNvPr id="15385" name="Google Shape;15385;p85"/>
            <p:cNvSpPr/>
            <p:nvPr/>
          </p:nvSpPr>
          <p:spPr>
            <a:xfrm>
              <a:off x="-49048250" y="2316775"/>
              <a:ext cx="300100" cy="300125"/>
            </a:xfrm>
            <a:custGeom>
              <a:avLst/>
              <a:gdLst/>
              <a:ahLst/>
              <a:cxnLst/>
              <a:rect l="l" t="t" r="r" b="b"/>
              <a:pathLst>
                <a:path w="12004" h="12005" extrusionOk="0">
                  <a:moveTo>
                    <a:pt x="10933" y="663"/>
                  </a:moveTo>
                  <a:cubicBezTo>
                    <a:pt x="11122" y="694"/>
                    <a:pt x="11311" y="852"/>
                    <a:pt x="11311" y="1009"/>
                  </a:cubicBezTo>
                  <a:lnTo>
                    <a:pt x="11311" y="1734"/>
                  </a:lnTo>
                  <a:lnTo>
                    <a:pt x="10366" y="1734"/>
                  </a:lnTo>
                  <a:lnTo>
                    <a:pt x="9106" y="663"/>
                  </a:lnTo>
                  <a:close/>
                  <a:moveTo>
                    <a:pt x="5136" y="694"/>
                  </a:moveTo>
                  <a:lnTo>
                    <a:pt x="6396" y="1765"/>
                  </a:lnTo>
                  <a:lnTo>
                    <a:pt x="4726" y="1765"/>
                  </a:lnTo>
                  <a:lnTo>
                    <a:pt x="3466" y="694"/>
                  </a:lnTo>
                  <a:close/>
                  <a:moveTo>
                    <a:pt x="7971" y="694"/>
                  </a:moveTo>
                  <a:lnTo>
                    <a:pt x="9232" y="1765"/>
                  </a:lnTo>
                  <a:lnTo>
                    <a:pt x="7562" y="1765"/>
                  </a:lnTo>
                  <a:lnTo>
                    <a:pt x="6302" y="694"/>
                  </a:lnTo>
                  <a:close/>
                  <a:moveTo>
                    <a:pt x="2363" y="663"/>
                  </a:moveTo>
                  <a:lnTo>
                    <a:pt x="4033" y="2080"/>
                  </a:lnTo>
                  <a:lnTo>
                    <a:pt x="2363" y="3498"/>
                  </a:lnTo>
                  <a:lnTo>
                    <a:pt x="694" y="3498"/>
                  </a:lnTo>
                  <a:lnTo>
                    <a:pt x="694" y="1009"/>
                  </a:lnTo>
                  <a:cubicBezTo>
                    <a:pt x="694" y="820"/>
                    <a:pt x="851" y="663"/>
                    <a:pt x="1040" y="663"/>
                  </a:cubicBezTo>
                  <a:close/>
                  <a:moveTo>
                    <a:pt x="6396" y="2427"/>
                  </a:moveTo>
                  <a:lnTo>
                    <a:pt x="5136" y="3498"/>
                  </a:lnTo>
                  <a:lnTo>
                    <a:pt x="3466" y="3498"/>
                  </a:lnTo>
                  <a:lnTo>
                    <a:pt x="4726" y="2427"/>
                  </a:lnTo>
                  <a:close/>
                  <a:moveTo>
                    <a:pt x="9200" y="2427"/>
                  </a:moveTo>
                  <a:lnTo>
                    <a:pt x="7940" y="3498"/>
                  </a:lnTo>
                  <a:lnTo>
                    <a:pt x="6239" y="3498"/>
                  </a:lnTo>
                  <a:lnTo>
                    <a:pt x="7499" y="2427"/>
                  </a:lnTo>
                  <a:close/>
                  <a:moveTo>
                    <a:pt x="11248" y="2427"/>
                  </a:moveTo>
                  <a:lnTo>
                    <a:pt x="11248" y="3498"/>
                  </a:lnTo>
                  <a:lnTo>
                    <a:pt x="9043" y="3498"/>
                  </a:lnTo>
                  <a:lnTo>
                    <a:pt x="10303" y="2427"/>
                  </a:lnTo>
                  <a:close/>
                  <a:moveTo>
                    <a:pt x="11311" y="4160"/>
                  </a:moveTo>
                  <a:lnTo>
                    <a:pt x="11311" y="10902"/>
                  </a:lnTo>
                  <a:cubicBezTo>
                    <a:pt x="11311" y="11091"/>
                    <a:pt x="11153" y="11248"/>
                    <a:pt x="10933" y="11248"/>
                  </a:cubicBezTo>
                  <a:lnTo>
                    <a:pt x="1072" y="11248"/>
                  </a:lnTo>
                  <a:cubicBezTo>
                    <a:pt x="851" y="11248"/>
                    <a:pt x="694" y="11091"/>
                    <a:pt x="694" y="10902"/>
                  </a:cubicBezTo>
                  <a:lnTo>
                    <a:pt x="694" y="4160"/>
                  </a:lnTo>
                  <a:close/>
                  <a:moveTo>
                    <a:pt x="1040" y="1"/>
                  </a:moveTo>
                  <a:cubicBezTo>
                    <a:pt x="473" y="1"/>
                    <a:pt x="1" y="474"/>
                    <a:pt x="1" y="1041"/>
                  </a:cubicBezTo>
                  <a:lnTo>
                    <a:pt x="1" y="10933"/>
                  </a:lnTo>
                  <a:cubicBezTo>
                    <a:pt x="1" y="11532"/>
                    <a:pt x="473" y="12004"/>
                    <a:pt x="1040" y="12004"/>
                  </a:cubicBezTo>
                  <a:lnTo>
                    <a:pt x="10933" y="12004"/>
                  </a:lnTo>
                  <a:cubicBezTo>
                    <a:pt x="11531" y="12004"/>
                    <a:pt x="12004" y="11532"/>
                    <a:pt x="12004" y="10933"/>
                  </a:cubicBezTo>
                  <a:lnTo>
                    <a:pt x="12004" y="3845"/>
                  </a:lnTo>
                  <a:lnTo>
                    <a:pt x="12004" y="1041"/>
                  </a:lnTo>
                  <a:cubicBezTo>
                    <a:pt x="11972" y="474"/>
                    <a:pt x="11500" y="1"/>
                    <a:pt x="109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386" name="Google Shape;15386;p85"/>
            <p:cNvSpPr/>
            <p:nvPr/>
          </p:nvSpPr>
          <p:spPr>
            <a:xfrm>
              <a:off x="-49004150" y="236010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387" name="Google Shape;15387;p85"/>
            <p:cNvSpPr/>
            <p:nvPr/>
          </p:nvSpPr>
          <p:spPr>
            <a:xfrm>
              <a:off x="-48925375" y="2465650"/>
              <a:ext cx="71700" cy="86650"/>
            </a:xfrm>
            <a:custGeom>
              <a:avLst/>
              <a:gdLst/>
              <a:ahLst/>
              <a:cxnLst/>
              <a:rect l="l" t="t" r="r" b="b"/>
              <a:pathLst>
                <a:path w="2868" h="3466" extrusionOk="0">
                  <a:moveTo>
                    <a:pt x="693" y="1040"/>
                  </a:moveTo>
                  <a:lnTo>
                    <a:pt x="1859" y="1796"/>
                  </a:lnTo>
                  <a:lnTo>
                    <a:pt x="693" y="2552"/>
                  </a:lnTo>
                  <a:lnTo>
                    <a:pt x="693" y="1040"/>
                  </a:lnTo>
                  <a:close/>
                  <a:moveTo>
                    <a:pt x="343" y="1"/>
                  </a:moveTo>
                  <a:cubicBezTo>
                    <a:pt x="167" y="1"/>
                    <a:pt x="0" y="141"/>
                    <a:pt x="0" y="347"/>
                  </a:cubicBezTo>
                  <a:lnTo>
                    <a:pt x="0" y="3151"/>
                  </a:lnTo>
                  <a:cubicBezTo>
                    <a:pt x="0" y="3333"/>
                    <a:pt x="165" y="3466"/>
                    <a:pt x="340" y="3466"/>
                  </a:cubicBezTo>
                  <a:cubicBezTo>
                    <a:pt x="407" y="3466"/>
                    <a:pt x="475" y="3446"/>
                    <a:pt x="536" y="3403"/>
                  </a:cubicBezTo>
                  <a:lnTo>
                    <a:pt x="2678" y="1985"/>
                  </a:lnTo>
                  <a:cubicBezTo>
                    <a:pt x="2867" y="1922"/>
                    <a:pt x="2867" y="1639"/>
                    <a:pt x="2678" y="1481"/>
                  </a:cubicBezTo>
                  <a:lnTo>
                    <a:pt x="536" y="63"/>
                  </a:lnTo>
                  <a:cubicBezTo>
                    <a:pt x="476" y="20"/>
                    <a:pt x="409" y="1"/>
                    <a:pt x="3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388" name="Google Shape;15388;p85"/>
            <p:cNvSpPr/>
            <p:nvPr/>
          </p:nvSpPr>
          <p:spPr>
            <a:xfrm>
              <a:off x="-48977350" y="2431000"/>
              <a:ext cx="157525" cy="157550"/>
            </a:xfrm>
            <a:custGeom>
              <a:avLst/>
              <a:gdLst/>
              <a:ahLst/>
              <a:cxnLst/>
              <a:rect l="l" t="t" r="r" b="b"/>
              <a:pathLst>
                <a:path w="6301" h="6302" extrusionOk="0">
                  <a:moveTo>
                    <a:pt x="3151" y="756"/>
                  </a:moveTo>
                  <a:cubicBezTo>
                    <a:pt x="4474" y="756"/>
                    <a:pt x="5576" y="1859"/>
                    <a:pt x="5576" y="3182"/>
                  </a:cubicBezTo>
                  <a:cubicBezTo>
                    <a:pt x="5608" y="4537"/>
                    <a:pt x="4537" y="5640"/>
                    <a:pt x="3151" y="5640"/>
                  </a:cubicBezTo>
                  <a:cubicBezTo>
                    <a:pt x="1796" y="5640"/>
                    <a:pt x="693" y="4537"/>
                    <a:pt x="693" y="3182"/>
                  </a:cubicBezTo>
                  <a:cubicBezTo>
                    <a:pt x="693" y="1859"/>
                    <a:pt x="1796" y="756"/>
                    <a:pt x="3151" y="756"/>
                  </a:cubicBezTo>
                  <a:close/>
                  <a:moveTo>
                    <a:pt x="3151" y="0"/>
                  </a:moveTo>
                  <a:cubicBezTo>
                    <a:pt x="1418" y="0"/>
                    <a:pt x="0" y="1418"/>
                    <a:pt x="0" y="3151"/>
                  </a:cubicBezTo>
                  <a:cubicBezTo>
                    <a:pt x="0" y="4883"/>
                    <a:pt x="1418" y="6301"/>
                    <a:pt x="3151" y="6301"/>
                  </a:cubicBezTo>
                  <a:cubicBezTo>
                    <a:pt x="4883" y="6301"/>
                    <a:pt x="6301" y="4883"/>
                    <a:pt x="6301" y="3151"/>
                  </a:cubicBezTo>
                  <a:cubicBezTo>
                    <a:pt x="6301" y="1418"/>
                    <a:pt x="4915"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5389" name="Google Shape;15389;p85"/>
          <p:cNvSpPr/>
          <p:nvPr/>
        </p:nvSpPr>
        <p:spPr>
          <a:xfrm>
            <a:off x="2627309" y="2206525"/>
            <a:ext cx="361004" cy="357871"/>
          </a:xfrm>
          <a:custGeom>
            <a:avLst/>
            <a:gdLst/>
            <a:ahLst/>
            <a:cxnLst/>
            <a:rect l="l" t="t" r="r" b="b"/>
            <a:pathLst>
              <a:path w="12098" h="11993" extrusionOk="0">
                <a:moveTo>
                  <a:pt x="9042" y="4337"/>
                </a:moveTo>
                <a:lnTo>
                  <a:pt x="10208" y="4935"/>
                </a:lnTo>
                <a:lnTo>
                  <a:pt x="8695" y="4935"/>
                </a:lnTo>
                <a:lnTo>
                  <a:pt x="9042" y="4337"/>
                </a:lnTo>
                <a:close/>
                <a:moveTo>
                  <a:pt x="5167" y="1753"/>
                </a:moveTo>
                <a:lnTo>
                  <a:pt x="7593" y="5534"/>
                </a:lnTo>
                <a:lnTo>
                  <a:pt x="7026" y="6574"/>
                </a:lnTo>
                <a:lnTo>
                  <a:pt x="5356" y="4022"/>
                </a:lnTo>
                <a:lnTo>
                  <a:pt x="5167" y="1753"/>
                </a:lnTo>
                <a:close/>
                <a:moveTo>
                  <a:pt x="9105" y="5629"/>
                </a:moveTo>
                <a:lnTo>
                  <a:pt x="8664" y="9189"/>
                </a:lnTo>
                <a:lnTo>
                  <a:pt x="7435" y="7298"/>
                </a:lnTo>
                <a:cubicBezTo>
                  <a:pt x="7593" y="7015"/>
                  <a:pt x="8223" y="5849"/>
                  <a:pt x="8349" y="5629"/>
                </a:cubicBezTo>
                <a:close/>
                <a:moveTo>
                  <a:pt x="3088" y="1753"/>
                </a:moveTo>
                <a:lnTo>
                  <a:pt x="8034" y="9504"/>
                </a:lnTo>
                <a:lnTo>
                  <a:pt x="3623" y="7834"/>
                </a:lnTo>
                <a:lnTo>
                  <a:pt x="3088" y="1753"/>
                </a:lnTo>
                <a:close/>
                <a:moveTo>
                  <a:pt x="1355" y="9378"/>
                </a:moveTo>
                <a:lnTo>
                  <a:pt x="4096" y="10134"/>
                </a:lnTo>
                <a:lnTo>
                  <a:pt x="4757" y="11268"/>
                </a:lnTo>
                <a:lnTo>
                  <a:pt x="2773" y="11268"/>
                </a:lnTo>
                <a:lnTo>
                  <a:pt x="1355" y="9378"/>
                </a:lnTo>
                <a:close/>
                <a:moveTo>
                  <a:pt x="4064" y="8748"/>
                </a:moveTo>
                <a:lnTo>
                  <a:pt x="8380" y="10354"/>
                </a:lnTo>
                <a:lnTo>
                  <a:pt x="7971" y="11268"/>
                </a:lnTo>
                <a:lnTo>
                  <a:pt x="5545" y="11268"/>
                </a:lnTo>
                <a:cubicBezTo>
                  <a:pt x="5387" y="10984"/>
                  <a:pt x="4253" y="9063"/>
                  <a:pt x="4064" y="8748"/>
                </a:cubicBezTo>
                <a:close/>
                <a:moveTo>
                  <a:pt x="2485" y="1"/>
                </a:moveTo>
                <a:cubicBezTo>
                  <a:pt x="2453" y="1"/>
                  <a:pt x="2422" y="7"/>
                  <a:pt x="2394" y="21"/>
                </a:cubicBezTo>
                <a:cubicBezTo>
                  <a:pt x="2237" y="52"/>
                  <a:pt x="2174" y="210"/>
                  <a:pt x="2174" y="367"/>
                </a:cubicBezTo>
                <a:cubicBezTo>
                  <a:pt x="2930" y="8527"/>
                  <a:pt x="2836" y="8117"/>
                  <a:pt x="2930" y="8243"/>
                </a:cubicBezTo>
                <a:lnTo>
                  <a:pt x="3497" y="9252"/>
                </a:lnTo>
                <a:lnTo>
                  <a:pt x="473" y="8432"/>
                </a:lnTo>
                <a:cubicBezTo>
                  <a:pt x="437" y="8425"/>
                  <a:pt x="402" y="8422"/>
                  <a:pt x="368" y="8422"/>
                </a:cubicBezTo>
                <a:cubicBezTo>
                  <a:pt x="249" y="8422"/>
                  <a:pt x="143" y="8468"/>
                  <a:pt x="95" y="8590"/>
                </a:cubicBezTo>
                <a:cubicBezTo>
                  <a:pt x="0" y="8716"/>
                  <a:pt x="0" y="8874"/>
                  <a:pt x="95" y="9000"/>
                </a:cubicBezTo>
                <a:lnTo>
                  <a:pt x="2205" y="11835"/>
                </a:lnTo>
                <a:cubicBezTo>
                  <a:pt x="2300" y="11898"/>
                  <a:pt x="2363" y="11993"/>
                  <a:pt x="2489" y="11993"/>
                </a:cubicBezTo>
                <a:lnTo>
                  <a:pt x="8128" y="11993"/>
                </a:lnTo>
                <a:cubicBezTo>
                  <a:pt x="8223" y="11993"/>
                  <a:pt x="8380" y="11898"/>
                  <a:pt x="8443" y="11772"/>
                </a:cubicBezTo>
                <a:lnTo>
                  <a:pt x="9137" y="10354"/>
                </a:lnTo>
                <a:cubicBezTo>
                  <a:pt x="9137" y="10323"/>
                  <a:pt x="9168" y="10291"/>
                  <a:pt x="9168" y="10260"/>
                </a:cubicBezTo>
                <a:lnTo>
                  <a:pt x="9735" y="5629"/>
                </a:lnTo>
                <a:lnTo>
                  <a:pt x="11657" y="5629"/>
                </a:lnTo>
                <a:cubicBezTo>
                  <a:pt x="11814" y="5629"/>
                  <a:pt x="11972" y="5534"/>
                  <a:pt x="12003" y="5377"/>
                </a:cubicBezTo>
                <a:cubicBezTo>
                  <a:pt x="12098" y="5219"/>
                  <a:pt x="12003" y="4998"/>
                  <a:pt x="11846" y="4967"/>
                </a:cubicBezTo>
                <a:lnTo>
                  <a:pt x="9042" y="3549"/>
                </a:lnTo>
                <a:cubicBezTo>
                  <a:pt x="9001" y="3533"/>
                  <a:pt x="8954" y="3525"/>
                  <a:pt x="8906" y="3525"/>
                </a:cubicBezTo>
                <a:cubicBezTo>
                  <a:pt x="8767" y="3525"/>
                  <a:pt x="8616" y="3590"/>
                  <a:pt x="8569" y="3707"/>
                </a:cubicBezTo>
                <a:lnTo>
                  <a:pt x="7908" y="4841"/>
                </a:lnTo>
                <a:lnTo>
                  <a:pt x="4915" y="178"/>
                </a:lnTo>
                <a:cubicBezTo>
                  <a:pt x="4866" y="80"/>
                  <a:pt x="4740" y="1"/>
                  <a:pt x="4627" y="1"/>
                </a:cubicBezTo>
                <a:cubicBezTo>
                  <a:pt x="4595" y="1"/>
                  <a:pt x="4564" y="7"/>
                  <a:pt x="4537" y="21"/>
                </a:cubicBezTo>
                <a:cubicBezTo>
                  <a:pt x="4411" y="52"/>
                  <a:pt x="4285" y="210"/>
                  <a:pt x="4285" y="367"/>
                </a:cubicBezTo>
                <a:lnTo>
                  <a:pt x="4505" y="2762"/>
                </a:lnTo>
                <a:lnTo>
                  <a:pt x="2804" y="178"/>
                </a:lnTo>
                <a:cubicBezTo>
                  <a:pt x="2730" y="80"/>
                  <a:pt x="2599" y="1"/>
                  <a:pt x="24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5390" name="Google Shape;15390;p85"/>
          <p:cNvGrpSpPr/>
          <p:nvPr/>
        </p:nvGrpSpPr>
        <p:grpSpPr>
          <a:xfrm>
            <a:off x="1290494" y="2699684"/>
            <a:ext cx="360109" cy="358199"/>
            <a:chOff x="-47160325" y="1974175"/>
            <a:chExt cx="301700" cy="300100"/>
          </a:xfrm>
        </p:grpSpPr>
        <p:sp>
          <p:nvSpPr>
            <p:cNvPr id="15391" name="Google Shape;15391;p85"/>
            <p:cNvSpPr/>
            <p:nvPr/>
          </p:nvSpPr>
          <p:spPr>
            <a:xfrm>
              <a:off x="-47160325" y="1974175"/>
              <a:ext cx="301700" cy="300100"/>
            </a:xfrm>
            <a:custGeom>
              <a:avLst/>
              <a:gdLst/>
              <a:ahLst/>
              <a:cxnLst/>
              <a:rect l="l" t="t" r="r" b="b"/>
              <a:pathLst>
                <a:path w="12068" h="12004" extrusionOk="0">
                  <a:moveTo>
                    <a:pt x="8539" y="1166"/>
                  </a:moveTo>
                  <a:lnTo>
                    <a:pt x="9452" y="2080"/>
                  </a:lnTo>
                  <a:lnTo>
                    <a:pt x="8539" y="2080"/>
                  </a:lnTo>
                  <a:lnTo>
                    <a:pt x="8539" y="1166"/>
                  </a:lnTo>
                  <a:close/>
                  <a:moveTo>
                    <a:pt x="7846" y="693"/>
                  </a:moveTo>
                  <a:lnTo>
                    <a:pt x="7846" y="2489"/>
                  </a:lnTo>
                  <a:cubicBezTo>
                    <a:pt x="7846" y="2678"/>
                    <a:pt x="8003" y="2836"/>
                    <a:pt x="8192" y="2836"/>
                  </a:cubicBezTo>
                  <a:lnTo>
                    <a:pt x="9957" y="2836"/>
                  </a:lnTo>
                  <a:lnTo>
                    <a:pt x="9957" y="4254"/>
                  </a:lnTo>
                  <a:lnTo>
                    <a:pt x="4916" y="4254"/>
                  </a:lnTo>
                  <a:lnTo>
                    <a:pt x="4538" y="3434"/>
                  </a:lnTo>
                  <a:cubicBezTo>
                    <a:pt x="4349" y="3056"/>
                    <a:pt x="3971" y="2836"/>
                    <a:pt x="3593" y="2836"/>
                  </a:cubicBezTo>
                  <a:lnTo>
                    <a:pt x="2206" y="2836"/>
                  </a:lnTo>
                  <a:lnTo>
                    <a:pt x="2206" y="693"/>
                  </a:lnTo>
                  <a:close/>
                  <a:moveTo>
                    <a:pt x="3561" y="3529"/>
                  </a:moveTo>
                  <a:cubicBezTo>
                    <a:pt x="3656" y="3529"/>
                    <a:pt x="3782" y="3623"/>
                    <a:pt x="3876" y="3718"/>
                  </a:cubicBezTo>
                  <a:lnTo>
                    <a:pt x="4380" y="4758"/>
                  </a:lnTo>
                  <a:cubicBezTo>
                    <a:pt x="4443" y="4884"/>
                    <a:pt x="4569" y="4947"/>
                    <a:pt x="4695" y="4947"/>
                  </a:cubicBezTo>
                  <a:lnTo>
                    <a:pt x="11028" y="4947"/>
                  </a:lnTo>
                  <a:cubicBezTo>
                    <a:pt x="11248" y="4947"/>
                    <a:pt x="11406" y="5104"/>
                    <a:pt x="11406" y="5293"/>
                  </a:cubicBezTo>
                  <a:lnTo>
                    <a:pt x="11406" y="10933"/>
                  </a:lnTo>
                  <a:lnTo>
                    <a:pt x="11343" y="10933"/>
                  </a:lnTo>
                  <a:cubicBezTo>
                    <a:pt x="11343" y="11153"/>
                    <a:pt x="11185" y="11311"/>
                    <a:pt x="10996" y="11311"/>
                  </a:cubicBezTo>
                  <a:lnTo>
                    <a:pt x="1104" y="11311"/>
                  </a:lnTo>
                  <a:cubicBezTo>
                    <a:pt x="915" y="11311"/>
                    <a:pt x="757" y="11153"/>
                    <a:pt x="757" y="10933"/>
                  </a:cubicBezTo>
                  <a:lnTo>
                    <a:pt x="757" y="3875"/>
                  </a:lnTo>
                  <a:cubicBezTo>
                    <a:pt x="757" y="3686"/>
                    <a:pt x="915" y="3529"/>
                    <a:pt x="1104" y="3529"/>
                  </a:cubicBezTo>
                  <a:close/>
                  <a:moveTo>
                    <a:pt x="1797" y="0"/>
                  </a:moveTo>
                  <a:cubicBezTo>
                    <a:pt x="1576" y="0"/>
                    <a:pt x="1419" y="158"/>
                    <a:pt x="1419" y="347"/>
                  </a:cubicBezTo>
                  <a:lnTo>
                    <a:pt x="1419" y="2836"/>
                  </a:lnTo>
                  <a:lnTo>
                    <a:pt x="1072" y="2836"/>
                  </a:lnTo>
                  <a:cubicBezTo>
                    <a:pt x="474" y="2836"/>
                    <a:pt x="1" y="3308"/>
                    <a:pt x="1" y="3907"/>
                  </a:cubicBezTo>
                  <a:lnTo>
                    <a:pt x="1" y="10933"/>
                  </a:lnTo>
                  <a:cubicBezTo>
                    <a:pt x="1" y="11531"/>
                    <a:pt x="474" y="12004"/>
                    <a:pt x="1072" y="12004"/>
                  </a:cubicBezTo>
                  <a:lnTo>
                    <a:pt x="10965" y="12004"/>
                  </a:lnTo>
                  <a:cubicBezTo>
                    <a:pt x="11563" y="12004"/>
                    <a:pt x="12036" y="11531"/>
                    <a:pt x="12036" y="10933"/>
                  </a:cubicBezTo>
                  <a:lnTo>
                    <a:pt x="12036" y="5325"/>
                  </a:lnTo>
                  <a:cubicBezTo>
                    <a:pt x="12067" y="4726"/>
                    <a:pt x="11595" y="4254"/>
                    <a:pt x="10996" y="4254"/>
                  </a:cubicBezTo>
                  <a:lnTo>
                    <a:pt x="10650" y="4254"/>
                  </a:lnTo>
                  <a:lnTo>
                    <a:pt x="10650" y="2489"/>
                  </a:lnTo>
                  <a:cubicBezTo>
                    <a:pt x="10650" y="2395"/>
                    <a:pt x="10618" y="2269"/>
                    <a:pt x="10524" y="2237"/>
                  </a:cubicBezTo>
                  <a:lnTo>
                    <a:pt x="8413" y="126"/>
                  </a:lnTo>
                  <a:cubicBezTo>
                    <a:pt x="8318" y="32"/>
                    <a:pt x="8255" y="0"/>
                    <a:pt x="81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392" name="Google Shape;15392;p85"/>
            <p:cNvSpPr/>
            <p:nvPr/>
          </p:nvSpPr>
          <p:spPr>
            <a:xfrm>
              <a:off x="-47070525" y="2115150"/>
              <a:ext cx="123675" cy="123675"/>
            </a:xfrm>
            <a:custGeom>
              <a:avLst/>
              <a:gdLst/>
              <a:ahLst/>
              <a:cxnLst/>
              <a:rect l="l" t="t" r="r" b="b"/>
              <a:pathLst>
                <a:path w="4947" h="4947" extrusionOk="0">
                  <a:moveTo>
                    <a:pt x="1796" y="694"/>
                  </a:moveTo>
                  <a:cubicBezTo>
                    <a:pt x="2269" y="694"/>
                    <a:pt x="2678" y="977"/>
                    <a:pt x="2804" y="1418"/>
                  </a:cubicBezTo>
                  <a:lnTo>
                    <a:pt x="1796" y="1418"/>
                  </a:lnTo>
                  <a:cubicBezTo>
                    <a:pt x="1607" y="1418"/>
                    <a:pt x="1450" y="1576"/>
                    <a:pt x="1450" y="1765"/>
                  </a:cubicBezTo>
                  <a:lnTo>
                    <a:pt x="1450" y="2742"/>
                  </a:lnTo>
                  <a:cubicBezTo>
                    <a:pt x="1009" y="2584"/>
                    <a:pt x="757" y="2175"/>
                    <a:pt x="757" y="1765"/>
                  </a:cubicBezTo>
                  <a:cubicBezTo>
                    <a:pt x="757" y="1166"/>
                    <a:pt x="1229" y="694"/>
                    <a:pt x="1796" y="694"/>
                  </a:cubicBezTo>
                  <a:close/>
                  <a:moveTo>
                    <a:pt x="2804" y="2112"/>
                  </a:moveTo>
                  <a:cubicBezTo>
                    <a:pt x="2678" y="2427"/>
                    <a:pt x="2426" y="2679"/>
                    <a:pt x="2174" y="2742"/>
                  </a:cubicBezTo>
                  <a:lnTo>
                    <a:pt x="2174" y="2112"/>
                  </a:lnTo>
                  <a:close/>
                  <a:moveTo>
                    <a:pt x="4254" y="2080"/>
                  </a:moveTo>
                  <a:lnTo>
                    <a:pt x="4254" y="4191"/>
                  </a:lnTo>
                  <a:lnTo>
                    <a:pt x="2143" y="4191"/>
                  </a:lnTo>
                  <a:lnTo>
                    <a:pt x="2143" y="3466"/>
                  </a:lnTo>
                  <a:cubicBezTo>
                    <a:pt x="2804" y="3309"/>
                    <a:pt x="3340" y="2773"/>
                    <a:pt x="3498" y="2080"/>
                  </a:cubicBezTo>
                  <a:close/>
                  <a:moveTo>
                    <a:pt x="1765" y="1"/>
                  </a:moveTo>
                  <a:cubicBezTo>
                    <a:pt x="788" y="1"/>
                    <a:pt x="1" y="788"/>
                    <a:pt x="1" y="1765"/>
                  </a:cubicBezTo>
                  <a:cubicBezTo>
                    <a:pt x="1" y="2616"/>
                    <a:pt x="599" y="3340"/>
                    <a:pt x="1418" y="3498"/>
                  </a:cubicBezTo>
                  <a:lnTo>
                    <a:pt x="1418" y="4600"/>
                  </a:lnTo>
                  <a:cubicBezTo>
                    <a:pt x="1418" y="4789"/>
                    <a:pt x="1576" y="4947"/>
                    <a:pt x="1765" y="4947"/>
                  </a:cubicBezTo>
                  <a:lnTo>
                    <a:pt x="4569" y="4947"/>
                  </a:lnTo>
                  <a:cubicBezTo>
                    <a:pt x="4758" y="4947"/>
                    <a:pt x="4915" y="4789"/>
                    <a:pt x="4915" y="4600"/>
                  </a:cubicBezTo>
                  <a:lnTo>
                    <a:pt x="4915" y="1797"/>
                  </a:lnTo>
                  <a:cubicBezTo>
                    <a:pt x="4947" y="1576"/>
                    <a:pt x="4789" y="1387"/>
                    <a:pt x="4600" y="1387"/>
                  </a:cubicBezTo>
                  <a:lnTo>
                    <a:pt x="3498" y="1387"/>
                  </a:lnTo>
                  <a:cubicBezTo>
                    <a:pt x="3340" y="599"/>
                    <a:pt x="2647"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393" name="Google Shape;15393;p85"/>
          <p:cNvGrpSpPr/>
          <p:nvPr/>
        </p:nvGrpSpPr>
        <p:grpSpPr>
          <a:xfrm>
            <a:off x="1290971" y="3146218"/>
            <a:ext cx="359154" cy="359124"/>
            <a:chOff x="-47159525" y="2342000"/>
            <a:chExt cx="300900" cy="300875"/>
          </a:xfrm>
        </p:grpSpPr>
        <p:sp>
          <p:nvSpPr>
            <p:cNvPr id="15394" name="Google Shape;15394;p85"/>
            <p:cNvSpPr/>
            <p:nvPr/>
          </p:nvSpPr>
          <p:spPr>
            <a:xfrm>
              <a:off x="-47122500" y="2376650"/>
              <a:ext cx="123675" cy="125250"/>
            </a:xfrm>
            <a:custGeom>
              <a:avLst/>
              <a:gdLst/>
              <a:ahLst/>
              <a:cxnLst/>
              <a:rect l="l" t="t" r="r" b="b"/>
              <a:pathLst>
                <a:path w="4947" h="5010" extrusionOk="0">
                  <a:moveTo>
                    <a:pt x="1765" y="756"/>
                  </a:moveTo>
                  <a:cubicBezTo>
                    <a:pt x="2237" y="756"/>
                    <a:pt x="2615" y="1008"/>
                    <a:pt x="2741" y="1450"/>
                  </a:cubicBezTo>
                  <a:lnTo>
                    <a:pt x="1765" y="1450"/>
                  </a:lnTo>
                  <a:cubicBezTo>
                    <a:pt x="1575" y="1450"/>
                    <a:pt x="1418" y="1607"/>
                    <a:pt x="1418" y="1828"/>
                  </a:cubicBezTo>
                  <a:lnTo>
                    <a:pt x="1418" y="2804"/>
                  </a:lnTo>
                  <a:cubicBezTo>
                    <a:pt x="1008" y="2647"/>
                    <a:pt x="693" y="2237"/>
                    <a:pt x="693" y="1828"/>
                  </a:cubicBezTo>
                  <a:cubicBezTo>
                    <a:pt x="693" y="1229"/>
                    <a:pt x="1166" y="756"/>
                    <a:pt x="1765" y="756"/>
                  </a:cubicBezTo>
                  <a:close/>
                  <a:moveTo>
                    <a:pt x="2741" y="2174"/>
                  </a:moveTo>
                  <a:cubicBezTo>
                    <a:pt x="2615" y="2458"/>
                    <a:pt x="2395" y="2678"/>
                    <a:pt x="2111" y="2804"/>
                  </a:cubicBezTo>
                  <a:lnTo>
                    <a:pt x="2111" y="2174"/>
                  </a:lnTo>
                  <a:close/>
                  <a:moveTo>
                    <a:pt x="4253" y="2143"/>
                  </a:moveTo>
                  <a:lnTo>
                    <a:pt x="4253" y="4285"/>
                  </a:lnTo>
                  <a:lnTo>
                    <a:pt x="2111" y="4285"/>
                  </a:lnTo>
                  <a:lnTo>
                    <a:pt x="2111" y="3497"/>
                  </a:lnTo>
                  <a:cubicBezTo>
                    <a:pt x="2804" y="3340"/>
                    <a:pt x="3340" y="2836"/>
                    <a:pt x="3497" y="2143"/>
                  </a:cubicBezTo>
                  <a:close/>
                  <a:moveTo>
                    <a:pt x="1765" y="0"/>
                  </a:moveTo>
                  <a:cubicBezTo>
                    <a:pt x="788" y="0"/>
                    <a:pt x="0" y="788"/>
                    <a:pt x="0" y="1765"/>
                  </a:cubicBezTo>
                  <a:cubicBezTo>
                    <a:pt x="0" y="2647"/>
                    <a:pt x="567" y="3340"/>
                    <a:pt x="1418" y="3497"/>
                  </a:cubicBezTo>
                  <a:lnTo>
                    <a:pt x="1418" y="4663"/>
                  </a:lnTo>
                  <a:cubicBezTo>
                    <a:pt x="1418" y="4852"/>
                    <a:pt x="1575" y="5010"/>
                    <a:pt x="1765" y="5010"/>
                  </a:cubicBezTo>
                  <a:lnTo>
                    <a:pt x="4600" y="5010"/>
                  </a:lnTo>
                  <a:cubicBezTo>
                    <a:pt x="4789" y="5010"/>
                    <a:pt x="4947" y="4852"/>
                    <a:pt x="4947" y="4663"/>
                  </a:cubicBezTo>
                  <a:lnTo>
                    <a:pt x="4947" y="1765"/>
                  </a:lnTo>
                  <a:cubicBezTo>
                    <a:pt x="4947" y="1576"/>
                    <a:pt x="4789" y="1418"/>
                    <a:pt x="4600" y="1418"/>
                  </a:cubicBezTo>
                  <a:lnTo>
                    <a:pt x="3497" y="1418"/>
                  </a:lnTo>
                  <a:cubicBezTo>
                    <a:pt x="3340" y="630"/>
                    <a:pt x="2615"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395" name="Google Shape;15395;p85"/>
            <p:cNvSpPr/>
            <p:nvPr/>
          </p:nvSpPr>
          <p:spPr>
            <a:xfrm>
              <a:off x="-47159525" y="2342000"/>
              <a:ext cx="300900" cy="300875"/>
            </a:xfrm>
            <a:custGeom>
              <a:avLst/>
              <a:gdLst/>
              <a:ahLst/>
              <a:cxnLst/>
              <a:rect l="l" t="t" r="r" b="b"/>
              <a:pathLst>
                <a:path w="12036" h="12035" extrusionOk="0">
                  <a:moveTo>
                    <a:pt x="7089" y="1229"/>
                  </a:moveTo>
                  <a:lnTo>
                    <a:pt x="8003" y="2142"/>
                  </a:lnTo>
                  <a:lnTo>
                    <a:pt x="7089" y="2142"/>
                  </a:lnTo>
                  <a:lnTo>
                    <a:pt x="7089" y="1229"/>
                  </a:lnTo>
                  <a:close/>
                  <a:moveTo>
                    <a:pt x="8538" y="6396"/>
                  </a:moveTo>
                  <a:lnTo>
                    <a:pt x="8538" y="6711"/>
                  </a:lnTo>
                  <a:cubicBezTo>
                    <a:pt x="8538" y="6900"/>
                    <a:pt x="8664" y="7057"/>
                    <a:pt x="8885" y="7057"/>
                  </a:cubicBezTo>
                  <a:cubicBezTo>
                    <a:pt x="9074" y="7057"/>
                    <a:pt x="9231" y="6900"/>
                    <a:pt x="9231" y="6711"/>
                  </a:cubicBezTo>
                  <a:lnTo>
                    <a:pt x="9231" y="6427"/>
                  </a:lnTo>
                  <a:cubicBezTo>
                    <a:pt x="10303" y="6585"/>
                    <a:pt x="11153" y="7467"/>
                    <a:pt x="11311" y="8506"/>
                  </a:cubicBezTo>
                  <a:lnTo>
                    <a:pt x="10996" y="8506"/>
                  </a:lnTo>
                  <a:cubicBezTo>
                    <a:pt x="10807" y="8506"/>
                    <a:pt x="10649" y="8664"/>
                    <a:pt x="10649" y="8884"/>
                  </a:cubicBezTo>
                  <a:cubicBezTo>
                    <a:pt x="10649" y="9073"/>
                    <a:pt x="10807" y="9231"/>
                    <a:pt x="10996" y="9231"/>
                  </a:cubicBezTo>
                  <a:lnTo>
                    <a:pt x="11311" y="9231"/>
                  </a:lnTo>
                  <a:cubicBezTo>
                    <a:pt x="11153" y="10302"/>
                    <a:pt x="10303" y="11121"/>
                    <a:pt x="9231" y="11279"/>
                  </a:cubicBezTo>
                  <a:lnTo>
                    <a:pt x="9231" y="10964"/>
                  </a:lnTo>
                  <a:cubicBezTo>
                    <a:pt x="9231" y="10775"/>
                    <a:pt x="9074" y="10617"/>
                    <a:pt x="8885" y="10617"/>
                  </a:cubicBezTo>
                  <a:cubicBezTo>
                    <a:pt x="8664" y="10617"/>
                    <a:pt x="8538" y="10775"/>
                    <a:pt x="8538" y="10964"/>
                  </a:cubicBezTo>
                  <a:lnTo>
                    <a:pt x="8538" y="11279"/>
                  </a:lnTo>
                  <a:cubicBezTo>
                    <a:pt x="7467" y="11121"/>
                    <a:pt x="6585" y="10239"/>
                    <a:pt x="6428" y="9200"/>
                  </a:cubicBezTo>
                  <a:lnTo>
                    <a:pt x="6743" y="9200"/>
                  </a:lnTo>
                  <a:cubicBezTo>
                    <a:pt x="6963" y="9200"/>
                    <a:pt x="7089" y="9042"/>
                    <a:pt x="7089" y="8821"/>
                  </a:cubicBezTo>
                  <a:cubicBezTo>
                    <a:pt x="7089" y="8632"/>
                    <a:pt x="6963" y="8475"/>
                    <a:pt x="6743" y="8475"/>
                  </a:cubicBezTo>
                  <a:lnTo>
                    <a:pt x="6428" y="8475"/>
                  </a:lnTo>
                  <a:cubicBezTo>
                    <a:pt x="6585" y="7404"/>
                    <a:pt x="7467" y="6553"/>
                    <a:pt x="8538" y="6396"/>
                  </a:cubicBezTo>
                  <a:close/>
                  <a:moveTo>
                    <a:pt x="6428" y="725"/>
                  </a:moveTo>
                  <a:lnTo>
                    <a:pt x="6428" y="2489"/>
                  </a:lnTo>
                  <a:cubicBezTo>
                    <a:pt x="6428" y="2678"/>
                    <a:pt x="6585" y="2836"/>
                    <a:pt x="6774" y="2836"/>
                  </a:cubicBezTo>
                  <a:lnTo>
                    <a:pt x="8570" y="2836"/>
                  </a:lnTo>
                  <a:lnTo>
                    <a:pt x="8570" y="5734"/>
                  </a:lnTo>
                  <a:cubicBezTo>
                    <a:pt x="6995" y="5892"/>
                    <a:pt x="5766" y="7246"/>
                    <a:pt x="5766" y="8884"/>
                  </a:cubicBezTo>
                  <a:cubicBezTo>
                    <a:pt x="5766" y="9861"/>
                    <a:pt x="6238" y="10775"/>
                    <a:pt x="6932" y="11310"/>
                  </a:cubicBezTo>
                  <a:lnTo>
                    <a:pt x="757" y="11310"/>
                  </a:lnTo>
                  <a:lnTo>
                    <a:pt x="757" y="725"/>
                  </a:lnTo>
                  <a:close/>
                  <a:moveTo>
                    <a:pt x="379" y="0"/>
                  </a:moveTo>
                  <a:cubicBezTo>
                    <a:pt x="158" y="0"/>
                    <a:pt x="0" y="158"/>
                    <a:pt x="0" y="378"/>
                  </a:cubicBezTo>
                  <a:lnTo>
                    <a:pt x="0" y="11657"/>
                  </a:lnTo>
                  <a:cubicBezTo>
                    <a:pt x="0" y="11877"/>
                    <a:pt x="158" y="12035"/>
                    <a:pt x="379" y="12035"/>
                  </a:cubicBezTo>
                  <a:lnTo>
                    <a:pt x="8822" y="12035"/>
                  </a:lnTo>
                  <a:cubicBezTo>
                    <a:pt x="10555" y="12035"/>
                    <a:pt x="11972" y="10617"/>
                    <a:pt x="11972" y="8884"/>
                  </a:cubicBezTo>
                  <a:cubicBezTo>
                    <a:pt x="12035" y="7215"/>
                    <a:pt x="10807" y="5892"/>
                    <a:pt x="9231" y="5734"/>
                  </a:cubicBezTo>
                  <a:lnTo>
                    <a:pt x="9231" y="2489"/>
                  </a:lnTo>
                  <a:cubicBezTo>
                    <a:pt x="9231" y="2426"/>
                    <a:pt x="9200" y="2300"/>
                    <a:pt x="9105" y="2268"/>
                  </a:cubicBezTo>
                  <a:lnTo>
                    <a:pt x="6995" y="126"/>
                  </a:lnTo>
                  <a:cubicBezTo>
                    <a:pt x="6900" y="63"/>
                    <a:pt x="6837" y="0"/>
                    <a:pt x="67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396" name="Google Shape;15396;p85"/>
            <p:cNvSpPr/>
            <p:nvPr/>
          </p:nvSpPr>
          <p:spPr>
            <a:xfrm>
              <a:off x="-46946075" y="2537325"/>
              <a:ext cx="35450" cy="35475"/>
            </a:xfrm>
            <a:custGeom>
              <a:avLst/>
              <a:gdLst/>
              <a:ahLst/>
              <a:cxnLst/>
              <a:rect l="l" t="t" r="r" b="b"/>
              <a:pathLst>
                <a:path w="1418" h="1419" extrusionOk="0">
                  <a:moveTo>
                    <a:pt x="347" y="0"/>
                  </a:moveTo>
                  <a:cubicBezTo>
                    <a:pt x="158" y="0"/>
                    <a:pt x="0" y="158"/>
                    <a:pt x="0" y="347"/>
                  </a:cubicBezTo>
                  <a:lnTo>
                    <a:pt x="0" y="1071"/>
                  </a:lnTo>
                  <a:cubicBezTo>
                    <a:pt x="0" y="1260"/>
                    <a:pt x="158" y="1418"/>
                    <a:pt x="347" y="1418"/>
                  </a:cubicBezTo>
                  <a:lnTo>
                    <a:pt x="1040" y="1418"/>
                  </a:lnTo>
                  <a:cubicBezTo>
                    <a:pt x="1261" y="1418"/>
                    <a:pt x="1418" y="1260"/>
                    <a:pt x="1418" y="1071"/>
                  </a:cubicBezTo>
                  <a:cubicBezTo>
                    <a:pt x="1387" y="851"/>
                    <a:pt x="1261" y="693"/>
                    <a:pt x="1040" y="693"/>
                  </a:cubicBezTo>
                  <a:lnTo>
                    <a:pt x="693" y="693"/>
                  </a:ln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397" name="Google Shape;15397;p85"/>
            <p:cNvSpPr/>
            <p:nvPr/>
          </p:nvSpPr>
          <p:spPr>
            <a:xfrm>
              <a:off x="-47122500" y="2537325"/>
              <a:ext cx="87450" cy="17350"/>
            </a:xfrm>
            <a:custGeom>
              <a:avLst/>
              <a:gdLst/>
              <a:ahLst/>
              <a:cxnLst/>
              <a:rect l="l" t="t" r="r" b="b"/>
              <a:pathLst>
                <a:path w="3498" h="694" extrusionOk="0">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398" name="Google Shape;15398;p85"/>
            <p:cNvSpPr/>
            <p:nvPr/>
          </p:nvSpPr>
          <p:spPr>
            <a:xfrm>
              <a:off x="-47122500" y="2572775"/>
              <a:ext cx="87450" cy="17350"/>
            </a:xfrm>
            <a:custGeom>
              <a:avLst/>
              <a:gdLst/>
              <a:ahLst/>
              <a:cxnLst/>
              <a:rect l="l" t="t" r="r" b="b"/>
              <a:pathLst>
                <a:path w="3498" h="694" extrusionOk="0">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399" name="Google Shape;15399;p85"/>
          <p:cNvGrpSpPr/>
          <p:nvPr/>
        </p:nvGrpSpPr>
        <p:grpSpPr>
          <a:xfrm>
            <a:off x="1291448" y="3603054"/>
            <a:ext cx="358199" cy="359154"/>
            <a:chOff x="-47157950" y="2712175"/>
            <a:chExt cx="300100" cy="300900"/>
          </a:xfrm>
        </p:grpSpPr>
        <p:sp>
          <p:nvSpPr>
            <p:cNvPr id="15400" name="Google Shape;15400;p85"/>
            <p:cNvSpPr/>
            <p:nvPr/>
          </p:nvSpPr>
          <p:spPr>
            <a:xfrm>
              <a:off x="-47157950" y="2712175"/>
              <a:ext cx="300100" cy="300900"/>
            </a:xfrm>
            <a:custGeom>
              <a:avLst/>
              <a:gdLst/>
              <a:ahLst/>
              <a:cxnLst/>
              <a:rect l="l" t="t" r="r" b="b"/>
              <a:pathLst>
                <a:path w="12004" h="12036" extrusionOk="0">
                  <a:moveTo>
                    <a:pt x="7026" y="1166"/>
                  </a:moveTo>
                  <a:lnTo>
                    <a:pt x="7940" y="2048"/>
                  </a:lnTo>
                  <a:lnTo>
                    <a:pt x="7026" y="2048"/>
                  </a:lnTo>
                  <a:lnTo>
                    <a:pt x="7026" y="1166"/>
                  </a:lnTo>
                  <a:close/>
                  <a:moveTo>
                    <a:pt x="6333" y="693"/>
                  </a:moveTo>
                  <a:lnTo>
                    <a:pt x="6333" y="2458"/>
                  </a:lnTo>
                  <a:cubicBezTo>
                    <a:pt x="6333" y="2647"/>
                    <a:pt x="6491" y="2804"/>
                    <a:pt x="6680" y="2804"/>
                  </a:cubicBezTo>
                  <a:lnTo>
                    <a:pt x="8444" y="2804"/>
                  </a:lnTo>
                  <a:lnTo>
                    <a:pt x="8444" y="4222"/>
                  </a:lnTo>
                  <a:lnTo>
                    <a:pt x="3529" y="4222"/>
                  </a:lnTo>
                  <a:lnTo>
                    <a:pt x="3529" y="693"/>
                  </a:lnTo>
                  <a:close/>
                  <a:moveTo>
                    <a:pt x="10933" y="4222"/>
                  </a:moveTo>
                  <a:cubicBezTo>
                    <a:pt x="11122" y="4222"/>
                    <a:pt x="11279" y="4380"/>
                    <a:pt x="11279" y="4569"/>
                  </a:cubicBezTo>
                  <a:lnTo>
                    <a:pt x="11279" y="8097"/>
                  </a:lnTo>
                  <a:lnTo>
                    <a:pt x="11248" y="8097"/>
                  </a:lnTo>
                  <a:cubicBezTo>
                    <a:pt x="11248" y="8286"/>
                    <a:pt x="11090" y="8444"/>
                    <a:pt x="10901" y="8444"/>
                  </a:cubicBezTo>
                  <a:lnTo>
                    <a:pt x="9137" y="8444"/>
                  </a:lnTo>
                  <a:lnTo>
                    <a:pt x="9137" y="7719"/>
                  </a:lnTo>
                  <a:lnTo>
                    <a:pt x="9483" y="7719"/>
                  </a:lnTo>
                  <a:cubicBezTo>
                    <a:pt x="9673" y="7719"/>
                    <a:pt x="9830" y="7562"/>
                    <a:pt x="9830" y="7372"/>
                  </a:cubicBezTo>
                  <a:cubicBezTo>
                    <a:pt x="9830" y="7183"/>
                    <a:pt x="9673" y="7026"/>
                    <a:pt x="9483" y="7026"/>
                  </a:cubicBezTo>
                  <a:lnTo>
                    <a:pt x="2458" y="7026"/>
                  </a:lnTo>
                  <a:cubicBezTo>
                    <a:pt x="2269" y="7026"/>
                    <a:pt x="2111" y="7183"/>
                    <a:pt x="2111" y="7372"/>
                  </a:cubicBezTo>
                  <a:cubicBezTo>
                    <a:pt x="2111" y="7562"/>
                    <a:pt x="2269" y="7719"/>
                    <a:pt x="2458" y="7719"/>
                  </a:cubicBezTo>
                  <a:lnTo>
                    <a:pt x="2836" y="7719"/>
                  </a:lnTo>
                  <a:lnTo>
                    <a:pt x="2836" y="8444"/>
                  </a:lnTo>
                  <a:lnTo>
                    <a:pt x="1040" y="8444"/>
                  </a:lnTo>
                  <a:cubicBezTo>
                    <a:pt x="851" y="8444"/>
                    <a:pt x="694" y="8286"/>
                    <a:pt x="694" y="8097"/>
                  </a:cubicBezTo>
                  <a:lnTo>
                    <a:pt x="694" y="4569"/>
                  </a:lnTo>
                  <a:cubicBezTo>
                    <a:pt x="694" y="4380"/>
                    <a:pt x="851" y="4222"/>
                    <a:pt x="1040" y="4222"/>
                  </a:cubicBezTo>
                  <a:lnTo>
                    <a:pt x="2836" y="4222"/>
                  </a:lnTo>
                  <a:lnTo>
                    <a:pt x="2836" y="4569"/>
                  </a:lnTo>
                  <a:cubicBezTo>
                    <a:pt x="2836" y="4789"/>
                    <a:pt x="2993" y="4947"/>
                    <a:pt x="3183" y="4947"/>
                  </a:cubicBezTo>
                  <a:lnTo>
                    <a:pt x="8822" y="4947"/>
                  </a:lnTo>
                  <a:cubicBezTo>
                    <a:pt x="9011" y="4947"/>
                    <a:pt x="9168" y="4789"/>
                    <a:pt x="9168" y="4569"/>
                  </a:cubicBezTo>
                  <a:lnTo>
                    <a:pt x="9168" y="4222"/>
                  </a:lnTo>
                  <a:close/>
                  <a:moveTo>
                    <a:pt x="8412" y="7719"/>
                  </a:moveTo>
                  <a:lnTo>
                    <a:pt x="8412" y="11279"/>
                  </a:lnTo>
                  <a:lnTo>
                    <a:pt x="3498" y="11279"/>
                  </a:lnTo>
                  <a:lnTo>
                    <a:pt x="3498" y="7719"/>
                  </a:lnTo>
                  <a:close/>
                  <a:moveTo>
                    <a:pt x="3183" y="0"/>
                  </a:moveTo>
                  <a:cubicBezTo>
                    <a:pt x="2993" y="0"/>
                    <a:pt x="2836" y="158"/>
                    <a:pt x="2836" y="378"/>
                  </a:cubicBezTo>
                  <a:lnTo>
                    <a:pt x="2836" y="3560"/>
                  </a:lnTo>
                  <a:lnTo>
                    <a:pt x="1072" y="3560"/>
                  </a:lnTo>
                  <a:cubicBezTo>
                    <a:pt x="473" y="3560"/>
                    <a:pt x="1" y="4033"/>
                    <a:pt x="1" y="4600"/>
                  </a:cubicBezTo>
                  <a:lnTo>
                    <a:pt x="1" y="8129"/>
                  </a:lnTo>
                  <a:cubicBezTo>
                    <a:pt x="1" y="8696"/>
                    <a:pt x="473" y="9168"/>
                    <a:pt x="1072" y="9168"/>
                  </a:cubicBezTo>
                  <a:lnTo>
                    <a:pt x="2836" y="9168"/>
                  </a:lnTo>
                  <a:lnTo>
                    <a:pt x="2836" y="11657"/>
                  </a:lnTo>
                  <a:cubicBezTo>
                    <a:pt x="2836" y="11846"/>
                    <a:pt x="2993" y="12035"/>
                    <a:pt x="3183" y="12035"/>
                  </a:cubicBezTo>
                  <a:lnTo>
                    <a:pt x="8822" y="12035"/>
                  </a:lnTo>
                  <a:cubicBezTo>
                    <a:pt x="9011" y="12035"/>
                    <a:pt x="9168" y="11846"/>
                    <a:pt x="9168" y="11657"/>
                  </a:cubicBezTo>
                  <a:lnTo>
                    <a:pt x="9168" y="9168"/>
                  </a:lnTo>
                  <a:lnTo>
                    <a:pt x="10933" y="9168"/>
                  </a:lnTo>
                  <a:cubicBezTo>
                    <a:pt x="11531" y="9168"/>
                    <a:pt x="12004" y="8696"/>
                    <a:pt x="12004" y="8129"/>
                  </a:cubicBezTo>
                  <a:lnTo>
                    <a:pt x="12004" y="4600"/>
                  </a:lnTo>
                  <a:cubicBezTo>
                    <a:pt x="11972" y="4001"/>
                    <a:pt x="11500" y="3529"/>
                    <a:pt x="10901" y="3529"/>
                  </a:cubicBezTo>
                  <a:lnTo>
                    <a:pt x="9137" y="3529"/>
                  </a:lnTo>
                  <a:lnTo>
                    <a:pt x="9137" y="2458"/>
                  </a:lnTo>
                  <a:cubicBezTo>
                    <a:pt x="9137" y="2363"/>
                    <a:pt x="9074" y="2269"/>
                    <a:pt x="9011" y="2206"/>
                  </a:cubicBezTo>
                  <a:lnTo>
                    <a:pt x="6932" y="126"/>
                  </a:lnTo>
                  <a:cubicBezTo>
                    <a:pt x="6837" y="63"/>
                    <a:pt x="6774" y="0"/>
                    <a:pt x="66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401" name="Google Shape;15401;p85"/>
            <p:cNvSpPr/>
            <p:nvPr/>
          </p:nvSpPr>
          <p:spPr>
            <a:xfrm>
              <a:off x="-47087075" y="2852375"/>
              <a:ext cx="17350" cy="17350"/>
            </a:xfrm>
            <a:custGeom>
              <a:avLst/>
              <a:gdLst/>
              <a:ahLst/>
              <a:cxnLst/>
              <a:rect l="l" t="t" r="r" b="b"/>
              <a:pathLst>
                <a:path w="694" h="694" extrusionOk="0">
                  <a:moveTo>
                    <a:pt x="348" y="0"/>
                  </a:moveTo>
                  <a:cubicBezTo>
                    <a:pt x="158" y="0"/>
                    <a:pt x="1" y="158"/>
                    <a:pt x="1" y="347"/>
                  </a:cubicBezTo>
                  <a:cubicBezTo>
                    <a:pt x="1" y="536"/>
                    <a:pt x="158" y="693"/>
                    <a:pt x="348" y="693"/>
                  </a:cubicBezTo>
                  <a:cubicBezTo>
                    <a:pt x="537" y="693"/>
                    <a:pt x="694" y="536"/>
                    <a:pt x="694" y="347"/>
                  </a:cubicBezTo>
                  <a:cubicBezTo>
                    <a:pt x="694" y="158"/>
                    <a:pt x="537" y="0"/>
                    <a:pt x="3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402" name="Google Shape;15402;p85"/>
            <p:cNvSpPr/>
            <p:nvPr/>
          </p:nvSpPr>
          <p:spPr>
            <a:xfrm>
              <a:off x="-47052400" y="2852375"/>
              <a:ext cx="17350" cy="17350"/>
            </a:xfrm>
            <a:custGeom>
              <a:avLst/>
              <a:gdLst/>
              <a:ahLst/>
              <a:cxnLst/>
              <a:rect l="l" t="t" r="r" b="b"/>
              <a:pathLst>
                <a:path w="694" h="694" extrusionOk="0">
                  <a:moveTo>
                    <a:pt x="347" y="0"/>
                  </a:moveTo>
                  <a:cubicBezTo>
                    <a:pt x="126" y="0"/>
                    <a:pt x="0" y="158"/>
                    <a:pt x="0" y="347"/>
                  </a:cubicBezTo>
                  <a:cubicBezTo>
                    <a:pt x="0" y="536"/>
                    <a:pt x="126"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403" name="Google Shape;15403;p85"/>
            <p:cNvSpPr/>
            <p:nvPr/>
          </p:nvSpPr>
          <p:spPr>
            <a:xfrm>
              <a:off x="-47051625" y="2957900"/>
              <a:ext cx="87450" cy="17350"/>
            </a:xfrm>
            <a:custGeom>
              <a:avLst/>
              <a:gdLst/>
              <a:ahLst/>
              <a:cxnLst/>
              <a:rect l="l" t="t" r="r" b="b"/>
              <a:pathLst>
                <a:path w="3498" h="694" extrusionOk="0">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404" name="Google Shape;15404;p85"/>
            <p:cNvSpPr/>
            <p:nvPr/>
          </p:nvSpPr>
          <p:spPr>
            <a:xfrm>
              <a:off x="-47051625" y="2923250"/>
              <a:ext cx="87450" cy="17350"/>
            </a:xfrm>
            <a:custGeom>
              <a:avLst/>
              <a:gdLst/>
              <a:ahLst/>
              <a:cxnLst/>
              <a:rect l="l" t="t" r="r" b="b"/>
              <a:pathLst>
                <a:path w="3498" h="694" extrusionOk="0">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405" name="Google Shape;15405;p85"/>
            <p:cNvSpPr/>
            <p:nvPr/>
          </p:nvSpPr>
          <p:spPr>
            <a:xfrm>
              <a:off x="-47017750" y="2852375"/>
              <a:ext cx="35450" cy="17350"/>
            </a:xfrm>
            <a:custGeom>
              <a:avLst/>
              <a:gdLst/>
              <a:ahLst/>
              <a:cxnLst/>
              <a:rect l="l" t="t" r="r" b="b"/>
              <a:pathLst>
                <a:path w="1418" h="694" extrusionOk="0">
                  <a:moveTo>
                    <a:pt x="378" y="0"/>
                  </a:moveTo>
                  <a:cubicBezTo>
                    <a:pt x="158" y="0"/>
                    <a:pt x="0" y="158"/>
                    <a:pt x="0" y="347"/>
                  </a:cubicBezTo>
                  <a:cubicBezTo>
                    <a:pt x="0" y="536"/>
                    <a:pt x="158" y="693"/>
                    <a:pt x="378" y="693"/>
                  </a:cubicBezTo>
                  <a:lnTo>
                    <a:pt x="1072" y="693"/>
                  </a:lnTo>
                  <a:cubicBezTo>
                    <a:pt x="1261" y="693"/>
                    <a:pt x="1418" y="536"/>
                    <a:pt x="1418" y="347"/>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406" name="Google Shape;15406;p85"/>
            <p:cNvSpPr/>
            <p:nvPr/>
          </p:nvSpPr>
          <p:spPr>
            <a:xfrm>
              <a:off x="-46964975" y="2852375"/>
              <a:ext cx="35450" cy="17350"/>
            </a:xfrm>
            <a:custGeom>
              <a:avLst/>
              <a:gdLst/>
              <a:ahLst/>
              <a:cxnLst/>
              <a:rect l="l" t="t" r="r" b="b"/>
              <a:pathLst>
                <a:path w="1418" h="694" extrusionOk="0">
                  <a:moveTo>
                    <a:pt x="347" y="0"/>
                  </a:moveTo>
                  <a:cubicBezTo>
                    <a:pt x="158" y="0"/>
                    <a:pt x="0" y="158"/>
                    <a:pt x="0" y="347"/>
                  </a:cubicBezTo>
                  <a:cubicBezTo>
                    <a:pt x="0" y="536"/>
                    <a:pt x="158" y="693"/>
                    <a:pt x="347" y="693"/>
                  </a:cubicBezTo>
                  <a:lnTo>
                    <a:pt x="1040" y="693"/>
                  </a:lnTo>
                  <a:cubicBezTo>
                    <a:pt x="1260" y="693"/>
                    <a:pt x="1418" y="536"/>
                    <a:pt x="1418" y="347"/>
                  </a:cubicBezTo>
                  <a:cubicBezTo>
                    <a:pt x="1418" y="158"/>
                    <a:pt x="1260"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5407" name="Google Shape;15407;p85"/>
          <p:cNvSpPr/>
          <p:nvPr/>
        </p:nvSpPr>
        <p:spPr>
          <a:xfrm>
            <a:off x="3538211" y="2689200"/>
            <a:ext cx="314961" cy="357274"/>
          </a:xfrm>
          <a:custGeom>
            <a:avLst/>
            <a:gdLst/>
            <a:ahLst/>
            <a:cxnLst/>
            <a:rect l="l" t="t" r="r" b="b"/>
            <a:pathLst>
              <a:path w="10555" h="11973" extrusionOk="0">
                <a:moveTo>
                  <a:pt x="3151" y="2836"/>
                </a:moveTo>
                <a:cubicBezTo>
                  <a:pt x="3340" y="2836"/>
                  <a:pt x="3498" y="2994"/>
                  <a:pt x="3498" y="3183"/>
                </a:cubicBezTo>
                <a:lnTo>
                  <a:pt x="3498" y="3529"/>
                </a:lnTo>
                <a:lnTo>
                  <a:pt x="2805" y="3529"/>
                </a:lnTo>
                <a:lnTo>
                  <a:pt x="2805" y="3183"/>
                </a:lnTo>
                <a:cubicBezTo>
                  <a:pt x="2805" y="2994"/>
                  <a:pt x="2962" y="2836"/>
                  <a:pt x="3151" y="2836"/>
                </a:cubicBezTo>
                <a:close/>
                <a:moveTo>
                  <a:pt x="9862" y="4191"/>
                </a:moveTo>
                <a:lnTo>
                  <a:pt x="9862" y="5262"/>
                </a:lnTo>
                <a:cubicBezTo>
                  <a:pt x="9862" y="5451"/>
                  <a:pt x="9704" y="5609"/>
                  <a:pt x="9484" y="5609"/>
                </a:cubicBezTo>
                <a:cubicBezTo>
                  <a:pt x="9295" y="5609"/>
                  <a:pt x="9137" y="5451"/>
                  <a:pt x="9137" y="5262"/>
                </a:cubicBezTo>
                <a:lnTo>
                  <a:pt x="9137" y="4191"/>
                </a:lnTo>
                <a:close/>
                <a:moveTo>
                  <a:pt x="3151" y="5609"/>
                </a:moveTo>
                <a:cubicBezTo>
                  <a:pt x="3340" y="5609"/>
                  <a:pt x="3498" y="5766"/>
                  <a:pt x="3498" y="5987"/>
                </a:cubicBezTo>
                <a:cubicBezTo>
                  <a:pt x="3498" y="6176"/>
                  <a:pt x="3340" y="6333"/>
                  <a:pt x="3151" y="6333"/>
                </a:cubicBezTo>
                <a:cubicBezTo>
                  <a:pt x="2962" y="6333"/>
                  <a:pt x="2805" y="6176"/>
                  <a:pt x="2805" y="5987"/>
                </a:cubicBezTo>
                <a:cubicBezTo>
                  <a:pt x="2805" y="5766"/>
                  <a:pt x="2962" y="5609"/>
                  <a:pt x="3151" y="5609"/>
                </a:cubicBezTo>
                <a:close/>
                <a:moveTo>
                  <a:pt x="3592" y="4254"/>
                </a:moveTo>
                <a:cubicBezTo>
                  <a:pt x="4695" y="4443"/>
                  <a:pt x="5640" y="5451"/>
                  <a:pt x="5640" y="6680"/>
                </a:cubicBezTo>
                <a:lnTo>
                  <a:pt x="5640" y="8822"/>
                </a:lnTo>
                <a:cubicBezTo>
                  <a:pt x="5640" y="10145"/>
                  <a:pt x="4538" y="11248"/>
                  <a:pt x="3183" y="11248"/>
                </a:cubicBezTo>
                <a:cubicBezTo>
                  <a:pt x="1860" y="11248"/>
                  <a:pt x="757" y="10145"/>
                  <a:pt x="757" y="8822"/>
                </a:cubicBezTo>
                <a:lnTo>
                  <a:pt x="757" y="6680"/>
                </a:lnTo>
                <a:cubicBezTo>
                  <a:pt x="757" y="5451"/>
                  <a:pt x="1671" y="4443"/>
                  <a:pt x="2868" y="4254"/>
                </a:cubicBezTo>
                <a:lnTo>
                  <a:pt x="2868" y="4979"/>
                </a:lnTo>
                <a:cubicBezTo>
                  <a:pt x="2490" y="5136"/>
                  <a:pt x="2175" y="5546"/>
                  <a:pt x="2175" y="5987"/>
                </a:cubicBezTo>
                <a:cubicBezTo>
                  <a:pt x="2175" y="6396"/>
                  <a:pt x="2458" y="6837"/>
                  <a:pt x="2868" y="6963"/>
                </a:cubicBezTo>
                <a:lnTo>
                  <a:pt x="2868" y="7341"/>
                </a:lnTo>
                <a:cubicBezTo>
                  <a:pt x="2868" y="7562"/>
                  <a:pt x="3025" y="7719"/>
                  <a:pt x="3246" y="7719"/>
                </a:cubicBezTo>
                <a:cubicBezTo>
                  <a:pt x="3435" y="7719"/>
                  <a:pt x="3592" y="7562"/>
                  <a:pt x="3592" y="7341"/>
                </a:cubicBezTo>
                <a:lnTo>
                  <a:pt x="3592" y="6963"/>
                </a:lnTo>
                <a:cubicBezTo>
                  <a:pt x="3970" y="6806"/>
                  <a:pt x="4286" y="6396"/>
                  <a:pt x="4286" y="5987"/>
                </a:cubicBezTo>
                <a:cubicBezTo>
                  <a:pt x="4286" y="5546"/>
                  <a:pt x="4033" y="5105"/>
                  <a:pt x="3592" y="4979"/>
                </a:cubicBezTo>
                <a:lnTo>
                  <a:pt x="3592" y="4254"/>
                </a:lnTo>
                <a:close/>
                <a:moveTo>
                  <a:pt x="5294" y="1"/>
                </a:moveTo>
                <a:cubicBezTo>
                  <a:pt x="4033" y="1"/>
                  <a:pt x="2994" y="946"/>
                  <a:pt x="2836" y="2143"/>
                </a:cubicBezTo>
                <a:cubicBezTo>
                  <a:pt x="2427" y="2301"/>
                  <a:pt x="2143" y="2710"/>
                  <a:pt x="2143" y="3151"/>
                </a:cubicBezTo>
                <a:lnTo>
                  <a:pt x="2143" y="3687"/>
                </a:lnTo>
                <a:cubicBezTo>
                  <a:pt x="914" y="4128"/>
                  <a:pt x="1" y="5294"/>
                  <a:pt x="1" y="6680"/>
                </a:cubicBezTo>
                <a:lnTo>
                  <a:pt x="1" y="8822"/>
                </a:lnTo>
                <a:cubicBezTo>
                  <a:pt x="1" y="10555"/>
                  <a:pt x="1419" y="11973"/>
                  <a:pt x="3151" y="11973"/>
                </a:cubicBezTo>
                <a:cubicBezTo>
                  <a:pt x="4884" y="11973"/>
                  <a:pt x="6302" y="10555"/>
                  <a:pt x="6302" y="8822"/>
                </a:cubicBezTo>
                <a:lnTo>
                  <a:pt x="6302" y="6680"/>
                </a:lnTo>
                <a:cubicBezTo>
                  <a:pt x="6302" y="5294"/>
                  <a:pt x="5451" y="4128"/>
                  <a:pt x="4191" y="3687"/>
                </a:cubicBezTo>
                <a:lnTo>
                  <a:pt x="4191" y="3151"/>
                </a:lnTo>
                <a:cubicBezTo>
                  <a:pt x="4191" y="2710"/>
                  <a:pt x="3907" y="2301"/>
                  <a:pt x="3529" y="2143"/>
                </a:cubicBezTo>
                <a:cubicBezTo>
                  <a:pt x="3624" y="1293"/>
                  <a:pt x="4380" y="662"/>
                  <a:pt x="5262" y="662"/>
                </a:cubicBezTo>
                <a:cubicBezTo>
                  <a:pt x="6239" y="662"/>
                  <a:pt x="7026" y="1450"/>
                  <a:pt x="7026" y="2427"/>
                </a:cubicBezTo>
                <a:lnTo>
                  <a:pt x="7026" y="8413"/>
                </a:lnTo>
                <a:cubicBezTo>
                  <a:pt x="7026" y="9200"/>
                  <a:pt x="7657" y="9830"/>
                  <a:pt x="8444" y="9830"/>
                </a:cubicBezTo>
                <a:cubicBezTo>
                  <a:pt x="9232" y="9830"/>
                  <a:pt x="9862" y="9200"/>
                  <a:pt x="9862" y="8413"/>
                </a:cubicBezTo>
                <a:lnTo>
                  <a:pt x="9862" y="6239"/>
                </a:lnTo>
                <a:cubicBezTo>
                  <a:pt x="10240" y="6081"/>
                  <a:pt x="10555" y="5703"/>
                  <a:pt x="10555" y="5262"/>
                </a:cubicBezTo>
                <a:lnTo>
                  <a:pt x="10555" y="3844"/>
                </a:lnTo>
                <a:cubicBezTo>
                  <a:pt x="10555" y="3687"/>
                  <a:pt x="10397" y="3529"/>
                  <a:pt x="10208" y="3529"/>
                </a:cubicBezTo>
                <a:lnTo>
                  <a:pt x="9862" y="3529"/>
                </a:lnTo>
                <a:lnTo>
                  <a:pt x="9862" y="2458"/>
                </a:lnTo>
                <a:cubicBezTo>
                  <a:pt x="9862" y="2269"/>
                  <a:pt x="9704" y="2112"/>
                  <a:pt x="9515" y="2112"/>
                </a:cubicBezTo>
                <a:cubicBezTo>
                  <a:pt x="9295" y="2112"/>
                  <a:pt x="9137" y="2269"/>
                  <a:pt x="9137" y="2458"/>
                </a:cubicBezTo>
                <a:lnTo>
                  <a:pt x="9137" y="3529"/>
                </a:lnTo>
                <a:lnTo>
                  <a:pt x="8791" y="3529"/>
                </a:lnTo>
                <a:cubicBezTo>
                  <a:pt x="8602" y="3529"/>
                  <a:pt x="8444" y="3687"/>
                  <a:pt x="8444" y="3876"/>
                </a:cubicBezTo>
                <a:lnTo>
                  <a:pt x="8444" y="5294"/>
                </a:lnTo>
                <a:cubicBezTo>
                  <a:pt x="8444" y="5766"/>
                  <a:pt x="8728" y="6176"/>
                  <a:pt x="9137" y="6302"/>
                </a:cubicBezTo>
                <a:lnTo>
                  <a:pt x="9137" y="8444"/>
                </a:lnTo>
                <a:cubicBezTo>
                  <a:pt x="9137" y="8854"/>
                  <a:pt x="8822" y="9169"/>
                  <a:pt x="8444" y="9169"/>
                </a:cubicBezTo>
                <a:cubicBezTo>
                  <a:pt x="8035" y="9169"/>
                  <a:pt x="7720" y="8854"/>
                  <a:pt x="7720" y="8444"/>
                </a:cubicBezTo>
                <a:lnTo>
                  <a:pt x="7720" y="2458"/>
                </a:lnTo>
                <a:cubicBezTo>
                  <a:pt x="7720" y="1103"/>
                  <a:pt x="6617" y="1"/>
                  <a:pt x="52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5408" name="Google Shape;15408;p85"/>
          <p:cNvGrpSpPr/>
          <p:nvPr/>
        </p:nvGrpSpPr>
        <p:grpSpPr>
          <a:xfrm>
            <a:off x="3535175" y="3135863"/>
            <a:ext cx="315886" cy="358199"/>
            <a:chOff x="-45278675" y="2333325"/>
            <a:chExt cx="264650" cy="300100"/>
          </a:xfrm>
        </p:grpSpPr>
        <p:sp>
          <p:nvSpPr>
            <p:cNvPr id="15409" name="Google Shape;15409;p85"/>
            <p:cNvSpPr/>
            <p:nvPr/>
          </p:nvSpPr>
          <p:spPr>
            <a:xfrm>
              <a:off x="-45243225" y="2475100"/>
              <a:ext cx="52775" cy="87450"/>
            </a:xfrm>
            <a:custGeom>
              <a:avLst/>
              <a:gdLst/>
              <a:ahLst/>
              <a:cxnLst/>
              <a:rect l="l" t="t" r="r" b="b"/>
              <a:pathLst>
                <a:path w="2111" h="3498" extrusionOk="0">
                  <a:moveTo>
                    <a:pt x="1071" y="725"/>
                  </a:moveTo>
                  <a:cubicBezTo>
                    <a:pt x="1260" y="725"/>
                    <a:pt x="1418" y="883"/>
                    <a:pt x="1418" y="1072"/>
                  </a:cubicBezTo>
                  <a:cubicBezTo>
                    <a:pt x="1418" y="1261"/>
                    <a:pt x="1260" y="1418"/>
                    <a:pt x="1071" y="1418"/>
                  </a:cubicBezTo>
                  <a:lnTo>
                    <a:pt x="725" y="1418"/>
                  </a:lnTo>
                  <a:lnTo>
                    <a:pt x="725" y="725"/>
                  </a:lnTo>
                  <a:close/>
                  <a:moveTo>
                    <a:pt x="347" y="0"/>
                  </a:moveTo>
                  <a:cubicBezTo>
                    <a:pt x="158" y="0"/>
                    <a:pt x="0" y="158"/>
                    <a:pt x="0" y="347"/>
                  </a:cubicBezTo>
                  <a:lnTo>
                    <a:pt x="0" y="3151"/>
                  </a:lnTo>
                  <a:cubicBezTo>
                    <a:pt x="0" y="3340"/>
                    <a:pt x="158" y="3497"/>
                    <a:pt x="347" y="3497"/>
                  </a:cubicBezTo>
                  <a:cubicBezTo>
                    <a:pt x="536" y="3497"/>
                    <a:pt x="693" y="3340"/>
                    <a:pt x="693" y="3151"/>
                  </a:cubicBezTo>
                  <a:lnTo>
                    <a:pt x="693" y="2080"/>
                  </a:lnTo>
                  <a:lnTo>
                    <a:pt x="1071" y="2080"/>
                  </a:lnTo>
                  <a:cubicBezTo>
                    <a:pt x="1638" y="2080"/>
                    <a:pt x="2111" y="1607"/>
                    <a:pt x="2111" y="1040"/>
                  </a:cubicBezTo>
                  <a:cubicBezTo>
                    <a:pt x="2111" y="473"/>
                    <a:pt x="167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410" name="Google Shape;15410;p85"/>
            <p:cNvSpPr/>
            <p:nvPr/>
          </p:nvSpPr>
          <p:spPr>
            <a:xfrm>
              <a:off x="-45172350" y="2475100"/>
              <a:ext cx="52800" cy="89025"/>
            </a:xfrm>
            <a:custGeom>
              <a:avLst/>
              <a:gdLst/>
              <a:ahLst/>
              <a:cxnLst/>
              <a:rect l="l" t="t" r="r" b="b"/>
              <a:pathLst>
                <a:path w="2112" h="3561" extrusionOk="0">
                  <a:moveTo>
                    <a:pt x="1072" y="0"/>
                  </a:moveTo>
                  <a:cubicBezTo>
                    <a:pt x="473" y="0"/>
                    <a:pt x="1" y="473"/>
                    <a:pt x="1" y="1072"/>
                  </a:cubicBezTo>
                  <a:cubicBezTo>
                    <a:pt x="1" y="1670"/>
                    <a:pt x="473" y="2143"/>
                    <a:pt x="1072" y="2143"/>
                  </a:cubicBezTo>
                  <a:cubicBezTo>
                    <a:pt x="1261" y="2143"/>
                    <a:pt x="1418" y="2300"/>
                    <a:pt x="1418" y="2489"/>
                  </a:cubicBezTo>
                  <a:cubicBezTo>
                    <a:pt x="1418" y="2678"/>
                    <a:pt x="1261" y="2836"/>
                    <a:pt x="1072" y="2836"/>
                  </a:cubicBezTo>
                  <a:cubicBezTo>
                    <a:pt x="851" y="2836"/>
                    <a:pt x="694" y="2678"/>
                    <a:pt x="694" y="2489"/>
                  </a:cubicBezTo>
                  <a:cubicBezTo>
                    <a:pt x="694" y="2300"/>
                    <a:pt x="536" y="2143"/>
                    <a:pt x="347" y="2143"/>
                  </a:cubicBezTo>
                  <a:cubicBezTo>
                    <a:pt x="158" y="2143"/>
                    <a:pt x="1" y="2300"/>
                    <a:pt x="1" y="2489"/>
                  </a:cubicBezTo>
                  <a:cubicBezTo>
                    <a:pt x="1" y="3088"/>
                    <a:pt x="473" y="3560"/>
                    <a:pt x="1072" y="3560"/>
                  </a:cubicBezTo>
                  <a:cubicBezTo>
                    <a:pt x="1639" y="3560"/>
                    <a:pt x="2111" y="3088"/>
                    <a:pt x="2111" y="2489"/>
                  </a:cubicBezTo>
                  <a:cubicBezTo>
                    <a:pt x="2111" y="1891"/>
                    <a:pt x="1639" y="1418"/>
                    <a:pt x="1072" y="1418"/>
                  </a:cubicBezTo>
                  <a:cubicBezTo>
                    <a:pt x="851" y="1418"/>
                    <a:pt x="725" y="1261"/>
                    <a:pt x="725" y="1072"/>
                  </a:cubicBezTo>
                  <a:cubicBezTo>
                    <a:pt x="725" y="883"/>
                    <a:pt x="851" y="725"/>
                    <a:pt x="1072" y="725"/>
                  </a:cubicBezTo>
                  <a:cubicBezTo>
                    <a:pt x="1261" y="725"/>
                    <a:pt x="1418" y="883"/>
                    <a:pt x="1418" y="1072"/>
                  </a:cubicBezTo>
                  <a:cubicBezTo>
                    <a:pt x="1418" y="1261"/>
                    <a:pt x="1576" y="1418"/>
                    <a:pt x="1765" y="1418"/>
                  </a:cubicBezTo>
                  <a:cubicBezTo>
                    <a:pt x="1954" y="1418"/>
                    <a:pt x="2111" y="1261"/>
                    <a:pt x="2111" y="1072"/>
                  </a:cubicBezTo>
                  <a:cubicBezTo>
                    <a:pt x="2111" y="473"/>
                    <a:pt x="1639"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411" name="Google Shape;15411;p85"/>
            <p:cNvSpPr/>
            <p:nvPr/>
          </p:nvSpPr>
          <p:spPr>
            <a:xfrm>
              <a:off x="-45102250" y="2475100"/>
              <a:ext cx="52800" cy="87450"/>
            </a:xfrm>
            <a:custGeom>
              <a:avLst/>
              <a:gdLst/>
              <a:ahLst/>
              <a:cxnLst/>
              <a:rect l="l" t="t" r="r" b="b"/>
              <a:pathLst>
                <a:path w="2112" h="3498" extrusionOk="0">
                  <a:moveTo>
                    <a:pt x="1072" y="725"/>
                  </a:moveTo>
                  <a:cubicBezTo>
                    <a:pt x="1261" y="725"/>
                    <a:pt x="1418" y="883"/>
                    <a:pt x="1418" y="1072"/>
                  </a:cubicBezTo>
                  <a:lnTo>
                    <a:pt x="1418" y="2458"/>
                  </a:lnTo>
                  <a:cubicBezTo>
                    <a:pt x="1418" y="2647"/>
                    <a:pt x="1261" y="2804"/>
                    <a:pt x="1072" y="2804"/>
                  </a:cubicBezTo>
                  <a:lnTo>
                    <a:pt x="694" y="2804"/>
                  </a:lnTo>
                  <a:lnTo>
                    <a:pt x="694" y="725"/>
                  </a:lnTo>
                  <a:close/>
                  <a:moveTo>
                    <a:pt x="347" y="0"/>
                  </a:moveTo>
                  <a:cubicBezTo>
                    <a:pt x="158" y="0"/>
                    <a:pt x="0" y="158"/>
                    <a:pt x="0" y="347"/>
                  </a:cubicBezTo>
                  <a:lnTo>
                    <a:pt x="0" y="3151"/>
                  </a:lnTo>
                  <a:cubicBezTo>
                    <a:pt x="0" y="3340"/>
                    <a:pt x="158" y="3497"/>
                    <a:pt x="347" y="3497"/>
                  </a:cubicBezTo>
                  <a:lnTo>
                    <a:pt x="1040" y="3497"/>
                  </a:lnTo>
                  <a:cubicBezTo>
                    <a:pt x="1639" y="3497"/>
                    <a:pt x="2111" y="3025"/>
                    <a:pt x="2111" y="2458"/>
                  </a:cubicBezTo>
                  <a:lnTo>
                    <a:pt x="2111" y="1040"/>
                  </a:lnTo>
                  <a:cubicBezTo>
                    <a:pt x="2111" y="473"/>
                    <a:pt x="1639"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412" name="Google Shape;15412;p85"/>
            <p:cNvSpPr/>
            <p:nvPr/>
          </p:nvSpPr>
          <p:spPr>
            <a:xfrm>
              <a:off x="-45278675" y="2333325"/>
              <a:ext cx="264650" cy="300100"/>
            </a:xfrm>
            <a:custGeom>
              <a:avLst/>
              <a:gdLst/>
              <a:ahLst/>
              <a:cxnLst/>
              <a:rect l="l" t="t" r="r" b="b"/>
              <a:pathLst>
                <a:path w="10586" h="12004" extrusionOk="0">
                  <a:moveTo>
                    <a:pt x="7751" y="1229"/>
                  </a:moveTo>
                  <a:lnTo>
                    <a:pt x="8664" y="2143"/>
                  </a:lnTo>
                  <a:lnTo>
                    <a:pt x="7751" y="2143"/>
                  </a:lnTo>
                  <a:lnTo>
                    <a:pt x="7751" y="1229"/>
                  </a:lnTo>
                  <a:close/>
                  <a:moveTo>
                    <a:pt x="7089" y="725"/>
                  </a:moveTo>
                  <a:lnTo>
                    <a:pt x="7089" y="2489"/>
                  </a:lnTo>
                  <a:cubicBezTo>
                    <a:pt x="7089" y="2678"/>
                    <a:pt x="7246" y="2836"/>
                    <a:pt x="7436" y="2836"/>
                  </a:cubicBezTo>
                  <a:lnTo>
                    <a:pt x="9200" y="2836"/>
                  </a:lnTo>
                  <a:lnTo>
                    <a:pt x="9200" y="4254"/>
                  </a:lnTo>
                  <a:lnTo>
                    <a:pt x="1481" y="4254"/>
                  </a:lnTo>
                  <a:lnTo>
                    <a:pt x="1481" y="725"/>
                  </a:lnTo>
                  <a:close/>
                  <a:moveTo>
                    <a:pt x="9893" y="4978"/>
                  </a:moveTo>
                  <a:lnTo>
                    <a:pt x="9893" y="9893"/>
                  </a:lnTo>
                  <a:lnTo>
                    <a:pt x="756" y="9893"/>
                  </a:lnTo>
                  <a:lnTo>
                    <a:pt x="756" y="4978"/>
                  </a:lnTo>
                  <a:close/>
                  <a:moveTo>
                    <a:pt x="9168" y="10586"/>
                  </a:moveTo>
                  <a:lnTo>
                    <a:pt x="9168" y="11311"/>
                  </a:lnTo>
                  <a:lnTo>
                    <a:pt x="1450" y="11311"/>
                  </a:lnTo>
                  <a:lnTo>
                    <a:pt x="1450" y="10586"/>
                  </a:lnTo>
                  <a:close/>
                  <a:moveTo>
                    <a:pt x="1072" y="1"/>
                  </a:moveTo>
                  <a:cubicBezTo>
                    <a:pt x="851" y="1"/>
                    <a:pt x="725" y="158"/>
                    <a:pt x="725" y="347"/>
                  </a:cubicBezTo>
                  <a:lnTo>
                    <a:pt x="725" y="4254"/>
                  </a:lnTo>
                  <a:lnTo>
                    <a:pt x="347" y="4254"/>
                  </a:lnTo>
                  <a:cubicBezTo>
                    <a:pt x="158" y="4254"/>
                    <a:pt x="0" y="4411"/>
                    <a:pt x="0" y="4600"/>
                  </a:cubicBezTo>
                  <a:lnTo>
                    <a:pt x="0" y="10240"/>
                  </a:lnTo>
                  <a:cubicBezTo>
                    <a:pt x="0" y="10429"/>
                    <a:pt x="158" y="10586"/>
                    <a:pt x="347" y="10586"/>
                  </a:cubicBezTo>
                  <a:lnTo>
                    <a:pt x="725" y="10586"/>
                  </a:lnTo>
                  <a:lnTo>
                    <a:pt x="725" y="11657"/>
                  </a:lnTo>
                  <a:cubicBezTo>
                    <a:pt x="725" y="11846"/>
                    <a:pt x="851" y="12004"/>
                    <a:pt x="1072" y="12004"/>
                  </a:cubicBezTo>
                  <a:lnTo>
                    <a:pt x="9483" y="12004"/>
                  </a:lnTo>
                  <a:cubicBezTo>
                    <a:pt x="9672" y="12004"/>
                    <a:pt x="9830" y="11846"/>
                    <a:pt x="9830" y="11657"/>
                  </a:cubicBezTo>
                  <a:lnTo>
                    <a:pt x="9830" y="10586"/>
                  </a:lnTo>
                  <a:lnTo>
                    <a:pt x="10208" y="10586"/>
                  </a:lnTo>
                  <a:cubicBezTo>
                    <a:pt x="10397" y="10586"/>
                    <a:pt x="10555" y="10429"/>
                    <a:pt x="10555" y="10240"/>
                  </a:cubicBezTo>
                  <a:lnTo>
                    <a:pt x="10555" y="4600"/>
                  </a:lnTo>
                  <a:cubicBezTo>
                    <a:pt x="10586" y="4411"/>
                    <a:pt x="10428" y="4254"/>
                    <a:pt x="10239" y="4254"/>
                  </a:cubicBezTo>
                  <a:lnTo>
                    <a:pt x="9893" y="4254"/>
                  </a:lnTo>
                  <a:lnTo>
                    <a:pt x="9893" y="2489"/>
                  </a:lnTo>
                  <a:cubicBezTo>
                    <a:pt x="9893" y="2395"/>
                    <a:pt x="9830" y="2300"/>
                    <a:pt x="9767" y="2237"/>
                  </a:cubicBezTo>
                  <a:lnTo>
                    <a:pt x="7656" y="127"/>
                  </a:lnTo>
                  <a:cubicBezTo>
                    <a:pt x="7562" y="32"/>
                    <a:pt x="7499" y="1"/>
                    <a:pt x="74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413" name="Google Shape;15413;p85"/>
          <p:cNvGrpSpPr/>
          <p:nvPr/>
        </p:nvGrpSpPr>
        <p:grpSpPr>
          <a:xfrm>
            <a:off x="3545500" y="3590820"/>
            <a:ext cx="295237" cy="358229"/>
            <a:chOff x="-45270025" y="2701925"/>
            <a:chExt cx="247350" cy="300125"/>
          </a:xfrm>
        </p:grpSpPr>
        <p:sp>
          <p:nvSpPr>
            <p:cNvPr id="15414" name="Google Shape;15414;p85"/>
            <p:cNvSpPr/>
            <p:nvPr/>
          </p:nvSpPr>
          <p:spPr>
            <a:xfrm>
              <a:off x="-45128250" y="284370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415" name="Google Shape;15415;p85"/>
            <p:cNvSpPr/>
            <p:nvPr/>
          </p:nvSpPr>
          <p:spPr>
            <a:xfrm>
              <a:off x="-45270025" y="2701925"/>
              <a:ext cx="247350" cy="300125"/>
            </a:xfrm>
            <a:custGeom>
              <a:avLst/>
              <a:gdLst/>
              <a:ahLst/>
              <a:cxnLst/>
              <a:rect l="l" t="t" r="r" b="b"/>
              <a:pathLst>
                <a:path w="9894" h="12005" extrusionOk="0">
                  <a:moveTo>
                    <a:pt x="7751" y="1261"/>
                  </a:moveTo>
                  <a:lnTo>
                    <a:pt x="8665" y="2143"/>
                  </a:lnTo>
                  <a:lnTo>
                    <a:pt x="7751" y="2143"/>
                  </a:lnTo>
                  <a:lnTo>
                    <a:pt x="7751" y="1261"/>
                  </a:lnTo>
                  <a:close/>
                  <a:moveTo>
                    <a:pt x="7090" y="4979"/>
                  </a:moveTo>
                  <a:lnTo>
                    <a:pt x="7090" y="9925"/>
                  </a:lnTo>
                  <a:lnTo>
                    <a:pt x="757" y="9925"/>
                  </a:lnTo>
                  <a:lnTo>
                    <a:pt x="757" y="4979"/>
                  </a:lnTo>
                  <a:close/>
                  <a:moveTo>
                    <a:pt x="7090" y="725"/>
                  </a:moveTo>
                  <a:lnTo>
                    <a:pt x="7090" y="2521"/>
                  </a:lnTo>
                  <a:cubicBezTo>
                    <a:pt x="7090" y="2710"/>
                    <a:pt x="7247" y="2868"/>
                    <a:pt x="7436" y="2868"/>
                  </a:cubicBezTo>
                  <a:lnTo>
                    <a:pt x="9232" y="2868"/>
                  </a:lnTo>
                  <a:lnTo>
                    <a:pt x="9232" y="11343"/>
                  </a:lnTo>
                  <a:lnTo>
                    <a:pt x="1450" y="11343"/>
                  </a:lnTo>
                  <a:lnTo>
                    <a:pt x="1450" y="10618"/>
                  </a:lnTo>
                  <a:lnTo>
                    <a:pt x="7436" y="10618"/>
                  </a:lnTo>
                  <a:cubicBezTo>
                    <a:pt x="7657" y="10618"/>
                    <a:pt x="7814" y="10460"/>
                    <a:pt x="7814" y="10271"/>
                  </a:cubicBezTo>
                  <a:lnTo>
                    <a:pt x="7814" y="4632"/>
                  </a:lnTo>
                  <a:cubicBezTo>
                    <a:pt x="7814" y="4443"/>
                    <a:pt x="7657" y="4285"/>
                    <a:pt x="7436" y="4285"/>
                  </a:cubicBezTo>
                  <a:lnTo>
                    <a:pt x="1450" y="4285"/>
                  </a:lnTo>
                  <a:lnTo>
                    <a:pt x="1450" y="725"/>
                  </a:lnTo>
                  <a:close/>
                  <a:moveTo>
                    <a:pt x="1072" y="1"/>
                  </a:moveTo>
                  <a:cubicBezTo>
                    <a:pt x="883" y="1"/>
                    <a:pt x="726" y="158"/>
                    <a:pt x="726" y="347"/>
                  </a:cubicBezTo>
                  <a:lnTo>
                    <a:pt x="726" y="4254"/>
                  </a:lnTo>
                  <a:lnTo>
                    <a:pt x="379" y="4254"/>
                  </a:lnTo>
                  <a:cubicBezTo>
                    <a:pt x="158" y="4254"/>
                    <a:pt x="1" y="4411"/>
                    <a:pt x="1" y="4601"/>
                  </a:cubicBezTo>
                  <a:lnTo>
                    <a:pt x="1" y="10240"/>
                  </a:lnTo>
                  <a:cubicBezTo>
                    <a:pt x="1" y="10429"/>
                    <a:pt x="158" y="10586"/>
                    <a:pt x="379" y="10586"/>
                  </a:cubicBezTo>
                  <a:lnTo>
                    <a:pt x="726" y="10586"/>
                  </a:lnTo>
                  <a:lnTo>
                    <a:pt x="726" y="11658"/>
                  </a:lnTo>
                  <a:cubicBezTo>
                    <a:pt x="726" y="11847"/>
                    <a:pt x="883" y="12004"/>
                    <a:pt x="1072" y="12004"/>
                  </a:cubicBezTo>
                  <a:lnTo>
                    <a:pt x="9484" y="12004"/>
                  </a:lnTo>
                  <a:cubicBezTo>
                    <a:pt x="9704" y="12004"/>
                    <a:pt x="9862" y="11847"/>
                    <a:pt x="9862" y="11658"/>
                  </a:cubicBezTo>
                  <a:lnTo>
                    <a:pt x="9893" y="2458"/>
                  </a:lnTo>
                  <a:cubicBezTo>
                    <a:pt x="9893" y="2395"/>
                    <a:pt x="9862" y="2269"/>
                    <a:pt x="9767" y="2238"/>
                  </a:cubicBezTo>
                  <a:lnTo>
                    <a:pt x="7657" y="95"/>
                  </a:lnTo>
                  <a:cubicBezTo>
                    <a:pt x="7562" y="32"/>
                    <a:pt x="7499" y="1"/>
                    <a:pt x="74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416" name="Google Shape;15416;p85"/>
            <p:cNvSpPr/>
            <p:nvPr/>
          </p:nvSpPr>
          <p:spPr>
            <a:xfrm>
              <a:off x="-45235350" y="2844500"/>
              <a:ext cx="89800" cy="87450"/>
            </a:xfrm>
            <a:custGeom>
              <a:avLst/>
              <a:gdLst/>
              <a:ahLst/>
              <a:cxnLst/>
              <a:rect l="l" t="t" r="r" b="b"/>
              <a:pathLst>
                <a:path w="3592" h="3498" extrusionOk="0">
                  <a:moveTo>
                    <a:pt x="1796" y="1103"/>
                  </a:moveTo>
                  <a:lnTo>
                    <a:pt x="2268" y="2079"/>
                  </a:lnTo>
                  <a:lnTo>
                    <a:pt x="1292" y="2079"/>
                  </a:lnTo>
                  <a:lnTo>
                    <a:pt x="1796" y="1103"/>
                  </a:lnTo>
                  <a:close/>
                  <a:moveTo>
                    <a:pt x="1764" y="0"/>
                  </a:moveTo>
                  <a:cubicBezTo>
                    <a:pt x="1638" y="0"/>
                    <a:pt x="1544" y="63"/>
                    <a:pt x="1449" y="189"/>
                  </a:cubicBezTo>
                  <a:lnTo>
                    <a:pt x="32" y="2993"/>
                  </a:lnTo>
                  <a:cubicBezTo>
                    <a:pt x="0" y="3151"/>
                    <a:pt x="63" y="3340"/>
                    <a:pt x="284" y="3466"/>
                  </a:cubicBezTo>
                  <a:cubicBezTo>
                    <a:pt x="324" y="3482"/>
                    <a:pt x="369" y="3490"/>
                    <a:pt x="415" y="3490"/>
                  </a:cubicBezTo>
                  <a:cubicBezTo>
                    <a:pt x="547" y="3490"/>
                    <a:pt x="686" y="3425"/>
                    <a:pt x="756" y="3308"/>
                  </a:cubicBezTo>
                  <a:lnTo>
                    <a:pt x="977" y="2804"/>
                  </a:lnTo>
                  <a:lnTo>
                    <a:pt x="2647" y="2804"/>
                  </a:lnTo>
                  <a:lnTo>
                    <a:pt x="2867" y="3308"/>
                  </a:lnTo>
                  <a:cubicBezTo>
                    <a:pt x="2962" y="3434"/>
                    <a:pt x="3056" y="3497"/>
                    <a:pt x="3182" y="3497"/>
                  </a:cubicBezTo>
                  <a:cubicBezTo>
                    <a:pt x="3245" y="3497"/>
                    <a:pt x="3308" y="3497"/>
                    <a:pt x="3340" y="3466"/>
                  </a:cubicBezTo>
                  <a:cubicBezTo>
                    <a:pt x="3497" y="3371"/>
                    <a:pt x="3592" y="3151"/>
                    <a:pt x="3497" y="2993"/>
                  </a:cubicBezTo>
                  <a:lnTo>
                    <a:pt x="2079" y="189"/>
                  </a:lnTo>
                  <a:cubicBezTo>
                    <a:pt x="2016" y="63"/>
                    <a:pt x="1890" y="0"/>
                    <a:pt x="17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417" name="Google Shape;15417;p85"/>
            <p:cNvSpPr/>
            <p:nvPr/>
          </p:nvSpPr>
          <p:spPr>
            <a:xfrm>
              <a:off x="-45128250" y="2879150"/>
              <a:ext cx="18150" cy="52800"/>
            </a:xfrm>
            <a:custGeom>
              <a:avLst/>
              <a:gdLst/>
              <a:ahLst/>
              <a:cxnLst/>
              <a:rect l="l" t="t" r="r" b="b"/>
              <a:pathLst>
                <a:path w="726" h="2112" extrusionOk="0">
                  <a:moveTo>
                    <a:pt x="347" y="0"/>
                  </a:moveTo>
                  <a:cubicBezTo>
                    <a:pt x="158" y="0"/>
                    <a:pt x="1" y="158"/>
                    <a:pt x="1" y="347"/>
                  </a:cubicBezTo>
                  <a:lnTo>
                    <a:pt x="1" y="1765"/>
                  </a:lnTo>
                  <a:cubicBezTo>
                    <a:pt x="1" y="1954"/>
                    <a:pt x="158" y="2111"/>
                    <a:pt x="347" y="2111"/>
                  </a:cubicBezTo>
                  <a:cubicBezTo>
                    <a:pt x="568" y="2111"/>
                    <a:pt x="725" y="1954"/>
                    <a:pt x="725" y="1765"/>
                  </a:cubicBezTo>
                  <a:lnTo>
                    <a:pt x="725" y="347"/>
                  </a:ln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5418" name="Google Shape;15418;p85"/>
          <p:cNvSpPr/>
          <p:nvPr/>
        </p:nvSpPr>
        <p:spPr>
          <a:xfrm>
            <a:off x="2628699" y="4061314"/>
            <a:ext cx="358199" cy="358199"/>
          </a:xfrm>
          <a:custGeom>
            <a:avLst/>
            <a:gdLst/>
            <a:ahLst/>
            <a:cxnLst/>
            <a:rect l="l" t="t" r="r" b="b"/>
            <a:pathLst>
              <a:path w="12004" h="12004" extrusionOk="0">
                <a:moveTo>
                  <a:pt x="2867" y="725"/>
                </a:moveTo>
                <a:lnTo>
                  <a:pt x="2867" y="1449"/>
                </a:lnTo>
                <a:lnTo>
                  <a:pt x="2174" y="1449"/>
                </a:lnTo>
                <a:lnTo>
                  <a:pt x="2174" y="725"/>
                </a:lnTo>
                <a:close/>
                <a:moveTo>
                  <a:pt x="7971" y="3592"/>
                </a:moveTo>
                <a:lnTo>
                  <a:pt x="3560" y="8002"/>
                </a:lnTo>
                <a:lnTo>
                  <a:pt x="3560" y="3592"/>
                </a:lnTo>
                <a:close/>
                <a:moveTo>
                  <a:pt x="8506" y="4064"/>
                </a:moveTo>
                <a:lnTo>
                  <a:pt x="8506" y="8475"/>
                </a:lnTo>
                <a:lnTo>
                  <a:pt x="4096" y="8475"/>
                </a:lnTo>
                <a:lnTo>
                  <a:pt x="8506" y="4064"/>
                </a:lnTo>
                <a:close/>
                <a:moveTo>
                  <a:pt x="2867" y="3529"/>
                </a:moveTo>
                <a:lnTo>
                  <a:pt x="2867" y="8821"/>
                </a:lnTo>
                <a:cubicBezTo>
                  <a:pt x="2867" y="9011"/>
                  <a:pt x="3025" y="9168"/>
                  <a:pt x="3214" y="9168"/>
                </a:cubicBezTo>
                <a:lnTo>
                  <a:pt x="8506" y="9168"/>
                </a:lnTo>
                <a:lnTo>
                  <a:pt x="8506" y="9893"/>
                </a:lnTo>
                <a:lnTo>
                  <a:pt x="2174" y="9893"/>
                </a:lnTo>
                <a:lnTo>
                  <a:pt x="2174" y="3529"/>
                </a:lnTo>
                <a:close/>
                <a:moveTo>
                  <a:pt x="11342" y="9168"/>
                </a:moveTo>
                <a:lnTo>
                  <a:pt x="11342" y="9893"/>
                </a:lnTo>
                <a:lnTo>
                  <a:pt x="10617" y="9893"/>
                </a:lnTo>
                <a:lnTo>
                  <a:pt x="10617" y="9168"/>
                </a:lnTo>
                <a:close/>
                <a:moveTo>
                  <a:pt x="9830" y="2111"/>
                </a:moveTo>
                <a:lnTo>
                  <a:pt x="9830" y="11310"/>
                </a:lnTo>
                <a:lnTo>
                  <a:pt x="9168" y="11310"/>
                </a:lnTo>
                <a:lnTo>
                  <a:pt x="9168" y="3182"/>
                </a:lnTo>
                <a:lnTo>
                  <a:pt x="9168" y="3151"/>
                </a:lnTo>
                <a:cubicBezTo>
                  <a:pt x="9168" y="2993"/>
                  <a:pt x="9010" y="2836"/>
                  <a:pt x="8821" y="2836"/>
                </a:cubicBezTo>
                <a:lnTo>
                  <a:pt x="693" y="2836"/>
                </a:lnTo>
                <a:lnTo>
                  <a:pt x="693" y="2111"/>
                </a:lnTo>
                <a:close/>
                <a:moveTo>
                  <a:pt x="1764" y="0"/>
                </a:moveTo>
                <a:cubicBezTo>
                  <a:pt x="1575" y="0"/>
                  <a:pt x="1418" y="158"/>
                  <a:pt x="1418" y="347"/>
                </a:cubicBezTo>
                <a:lnTo>
                  <a:pt x="1418" y="1418"/>
                </a:lnTo>
                <a:lnTo>
                  <a:pt x="347" y="1418"/>
                </a:lnTo>
                <a:cubicBezTo>
                  <a:pt x="158" y="1418"/>
                  <a:pt x="0" y="1575"/>
                  <a:pt x="0" y="1764"/>
                </a:cubicBezTo>
                <a:lnTo>
                  <a:pt x="0" y="3182"/>
                </a:lnTo>
                <a:cubicBezTo>
                  <a:pt x="0" y="3371"/>
                  <a:pt x="158" y="3529"/>
                  <a:pt x="347" y="3529"/>
                </a:cubicBezTo>
                <a:lnTo>
                  <a:pt x="1418" y="3529"/>
                </a:lnTo>
                <a:lnTo>
                  <a:pt x="1418" y="10082"/>
                </a:lnTo>
                <a:lnTo>
                  <a:pt x="819" y="10680"/>
                </a:lnTo>
                <a:cubicBezTo>
                  <a:pt x="693" y="10775"/>
                  <a:pt x="693" y="11027"/>
                  <a:pt x="819" y="11184"/>
                </a:cubicBezTo>
                <a:cubicBezTo>
                  <a:pt x="882" y="11247"/>
                  <a:pt x="969" y="11279"/>
                  <a:pt x="1059" y="11279"/>
                </a:cubicBezTo>
                <a:cubicBezTo>
                  <a:pt x="1150" y="11279"/>
                  <a:pt x="1245" y="11247"/>
                  <a:pt x="1323" y="11184"/>
                </a:cubicBezTo>
                <a:lnTo>
                  <a:pt x="1922" y="10586"/>
                </a:lnTo>
                <a:lnTo>
                  <a:pt x="8475" y="10586"/>
                </a:lnTo>
                <a:lnTo>
                  <a:pt x="8475" y="11657"/>
                </a:lnTo>
                <a:cubicBezTo>
                  <a:pt x="8475" y="11846"/>
                  <a:pt x="8601" y="12003"/>
                  <a:pt x="8821" y="12003"/>
                </a:cubicBezTo>
                <a:lnTo>
                  <a:pt x="10239" y="12003"/>
                </a:lnTo>
                <a:cubicBezTo>
                  <a:pt x="10428" y="12003"/>
                  <a:pt x="10586" y="11846"/>
                  <a:pt x="10586" y="11657"/>
                </a:cubicBezTo>
                <a:lnTo>
                  <a:pt x="10586" y="10586"/>
                </a:lnTo>
                <a:lnTo>
                  <a:pt x="11657" y="10586"/>
                </a:lnTo>
                <a:cubicBezTo>
                  <a:pt x="11846" y="10586"/>
                  <a:pt x="12003" y="10428"/>
                  <a:pt x="12003" y="10239"/>
                </a:cubicBezTo>
                <a:lnTo>
                  <a:pt x="12003" y="8821"/>
                </a:lnTo>
                <a:cubicBezTo>
                  <a:pt x="12003" y="8632"/>
                  <a:pt x="11846" y="8475"/>
                  <a:pt x="11657" y="8475"/>
                </a:cubicBezTo>
                <a:lnTo>
                  <a:pt x="10586" y="8475"/>
                </a:lnTo>
                <a:lnTo>
                  <a:pt x="10586" y="1922"/>
                </a:lnTo>
                <a:lnTo>
                  <a:pt x="11184" y="1323"/>
                </a:lnTo>
                <a:cubicBezTo>
                  <a:pt x="11279" y="1229"/>
                  <a:pt x="11279" y="977"/>
                  <a:pt x="11184" y="819"/>
                </a:cubicBezTo>
                <a:cubicBezTo>
                  <a:pt x="11121" y="756"/>
                  <a:pt x="11035" y="725"/>
                  <a:pt x="10940" y="725"/>
                </a:cubicBezTo>
                <a:cubicBezTo>
                  <a:pt x="10846" y="725"/>
                  <a:pt x="10743" y="756"/>
                  <a:pt x="10649" y="819"/>
                </a:cubicBezTo>
                <a:lnTo>
                  <a:pt x="10082" y="1418"/>
                </a:lnTo>
                <a:lnTo>
                  <a:pt x="3529" y="1418"/>
                </a:lnTo>
                <a:lnTo>
                  <a:pt x="3529" y="347"/>
                </a:lnTo>
                <a:cubicBezTo>
                  <a:pt x="3529" y="158"/>
                  <a:pt x="3371" y="0"/>
                  <a:pt x="3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5419" name="Google Shape;15419;p85"/>
          <p:cNvGrpSpPr/>
          <p:nvPr/>
        </p:nvGrpSpPr>
        <p:grpSpPr>
          <a:xfrm>
            <a:off x="2209567" y="1743737"/>
            <a:ext cx="307444" cy="366556"/>
            <a:chOff x="2209567" y="1972337"/>
            <a:chExt cx="307444" cy="366556"/>
          </a:xfrm>
        </p:grpSpPr>
        <p:sp>
          <p:nvSpPr>
            <p:cNvPr id="15420" name="Google Shape;15420;p85"/>
            <p:cNvSpPr/>
            <p:nvPr/>
          </p:nvSpPr>
          <p:spPr>
            <a:xfrm>
              <a:off x="2345143" y="1972337"/>
              <a:ext cx="20709" cy="62097"/>
            </a:xfrm>
            <a:custGeom>
              <a:avLst/>
              <a:gdLst/>
              <a:ahLst/>
              <a:cxnLst/>
              <a:rect l="l" t="t" r="r" b="b"/>
              <a:pathLst>
                <a:path w="694" h="2081" extrusionOk="0">
                  <a:moveTo>
                    <a:pt x="347" y="1"/>
                  </a:moveTo>
                  <a:cubicBezTo>
                    <a:pt x="158" y="1"/>
                    <a:pt x="1" y="158"/>
                    <a:pt x="1" y="348"/>
                  </a:cubicBezTo>
                  <a:lnTo>
                    <a:pt x="1" y="1765"/>
                  </a:lnTo>
                  <a:cubicBezTo>
                    <a:pt x="1" y="1923"/>
                    <a:pt x="158" y="2080"/>
                    <a:pt x="347" y="2080"/>
                  </a:cubicBezTo>
                  <a:cubicBezTo>
                    <a:pt x="536" y="2080"/>
                    <a:pt x="694" y="1923"/>
                    <a:pt x="694" y="1734"/>
                  </a:cubicBezTo>
                  <a:lnTo>
                    <a:pt x="694" y="348"/>
                  </a:ln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421" name="Google Shape;15421;p85"/>
            <p:cNvSpPr/>
            <p:nvPr/>
          </p:nvSpPr>
          <p:spPr>
            <a:xfrm>
              <a:off x="2265235" y="1998803"/>
              <a:ext cx="55502" cy="39389"/>
            </a:xfrm>
            <a:custGeom>
              <a:avLst/>
              <a:gdLst/>
              <a:ahLst/>
              <a:cxnLst/>
              <a:rect l="l" t="t" r="r" b="b"/>
              <a:pathLst>
                <a:path w="1860" h="1320" extrusionOk="0">
                  <a:moveTo>
                    <a:pt x="465" y="1"/>
                  </a:moveTo>
                  <a:cubicBezTo>
                    <a:pt x="344" y="1"/>
                    <a:pt x="222" y="78"/>
                    <a:pt x="158" y="185"/>
                  </a:cubicBezTo>
                  <a:cubicBezTo>
                    <a:pt x="1" y="311"/>
                    <a:pt x="64" y="563"/>
                    <a:pt x="253" y="658"/>
                  </a:cubicBezTo>
                  <a:lnTo>
                    <a:pt x="1229" y="1288"/>
                  </a:lnTo>
                  <a:cubicBezTo>
                    <a:pt x="1261" y="1319"/>
                    <a:pt x="1355" y="1319"/>
                    <a:pt x="1418" y="1319"/>
                  </a:cubicBezTo>
                  <a:cubicBezTo>
                    <a:pt x="1544" y="1319"/>
                    <a:pt x="1671" y="1288"/>
                    <a:pt x="1734" y="1162"/>
                  </a:cubicBezTo>
                  <a:cubicBezTo>
                    <a:pt x="1860" y="1004"/>
                    <a:pt x="1765" y="752"/>
                    <a:pt x="1607" y="689"/>
                  </a:cubicBezTo>
                  <a:lnTo>
                    <a:pt x="631" y="59"/>
                  </a:lnTo>
                  <a:cubicBezTo>
                    <a:pt x="580" y="18"/>
                    <a:pt x="523" y="1"/>
                    <a:pt x="4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422" name="Google Shape;15422;p85"/>
            <p:cNvSpPr/>
            <p:nvPr/>
          </p:nvSpPr>
          <p:spPr>
            <a:xfrm>
              <a:off x="2393093" y="2000594"/>
              <a:ext cx="51743" cy="38523"/>
            </a:xfrm>
            <a:custGeom>
              <a:avLst/>
              <a:gdLst/>
              <a:ahLst/>
              <a:cxnLst/>
              <a:rect l="l" t="t" r="r" b="b"/>
              <a:pathLst>
                <a:path w="1734" h="1291" extrusionOk="0">
                  <a:moveTo>
                    <a:pt x="1354" y="0"/>
                  </a:moveTo>
                  <a:cubicBezTo>
                    <a:pt x="1301" y="0"/>
                    <a:pt x="1247" y="11"/>
                    <a:pt x="1198" y="31"/>
                  </a:cubicBezTo>
                  <a:lnTo>
                    <a:pt x="221" y="661"/>
                  </a:lnTo>
                  <a:cubicBezTo>
                    <a:pt x="63" y="787"/>
                    <a:pt x="0" y="976"/>
                    <a:pt x="95" y="1133"/>
                  </a:cubicBezTo>
                  <a:cubicBezTo>
                    <a:pt x="126" y="1228"/>
                    <a:pt x="252" y="1291"/>
                    <a:pt x="347" y="1291"/>
                  </a:cubicBezTo>
                  <a:cubicBezTo>
                    <a:pt x="441" y="1291"/>
                    <a:pt x="473" y="1291"/>
                    <a:pt x="568" y="1259"/>
                  </a:cubicBezTo>
                  <a:lnTo>
                    <a:pt x="1544" y="629"/>
                  </a:lnTo>
                  <a:cubicBezTo>
                    <a:pt x="1702" y="503"/>
                    <a:pt x="1733" y="314"/>
                    <a:pt x="1670" y="157"/>
                  </a:cubicBezTo>
                  <a:cubicBezTo>
                    <a:pt x="1584" y="49"/>
                    <a:pt x="1469" y="0"/>
                    <a:pt x="13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5423" name="Google Shape;15423;p85"/>
            <p:cNvGrpSpPr/>
            <p:nvPr/>
          </p:nvGrpSpPr>
          <p:grpSpPr>
            <a:xfrm>
              <a:off x="2209567" y="2078266"/>
              <a:ext cx="307444" cy="260626"/>
              <a:chOff x="1636184" y="2959225"/>
              <a:chExt cx="232666" cy="197250"/>
            </a:xfrm>
          </p:grpSpPr>
          <p:sp>
            <p:nvSpPr>
              <p:cNvPr id="15424" name="Google Shape;15424;p85"/>
              <p:cNvSpPr/>
              <p:nvPr/>
            </p:nvSpPr>
            <p:spPr>
              <a:xfrm>
                <a:off x="1649300" y="2959225"/>
                <a:ext cx="219550" cy="197250"/>
              </a:xfrm>
              <a:custGeom>
                <a:avLst/>
                <a:gdLst/>
                <a:ahLst/>
                <a:cxnLst/>
                <a:rect l="l" t="t" r="r" b="b"/>
                <a:pathLst>
                  <a:path w="8782" h="7890" extrusionOk="0">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425" name="Google Shape;15425;p85"/>
              <p:cNvSpPr/>
              <p:nvPr/>
            </p:nvSpPr>
            <p:spPr>
              <a:xfrm flipH="1">
                <a:off x="1636184" y="2959225"/>
                <a:ext cx="219550" cy="197250"/>
              </a:xfrm>
              <a:custGeom>
                <a:avLst/>
                <a:gdLst/>
                <a:ahLst/>
                <a:cxnLst/>
                <a:rect l="l" t="t" r="r" b="b"/>
                <a:pathLst>
                  <a:path w="8782" h="7890" extrusionOk="0">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426" name="Google Shape;15426;p85"/>
              <p:cNvSpPr/>
              <p:nvPr/>
            </p:nvSpPr>
            <p:spPr>
              <a:xfrm>
                <a:off x="1734750" y="3136775"/>
                <a:ext cx="36900" cy="19650"/>
              </a:xfrm>
              <a:custGeom>
                <a:avLst/>
                <a:gdLst/>
                <a:ahLst/>
                <a:cxnLst/>
                <a:rect l="l" t="t" r="r" b="b"/>
                <a:pathLst>
                  <a:path w="1476" h="786" extrusionOk="0">
                    <a:moveTo>
                      <a:pt x="0" y="786"/>
                    </a:moveTo>
                    <a:lnTo>
                      <a:pt x="1476" y="786"/>
                    </a:lnTo>
                    <a:lnTo>
                      <a:pt x="762" y="0"/>
                    </a:lnTo>
                    <a:close/>
                  </a:path>
                </a:pathLst>
              </a:custGeom>
              <a:solidFill>
                <a:schemeClr val="dk2"/>
              </a:solidFill>
              <a:ln>
                <a:noFill/>
              </a:ln>
            </p:spPr>
          </p:sp>
          <p:sp>
            <p:nvSpPr>
              <p:cNvPr id="15427" name="Google Shape;15427;p85"/>
              <p:cNvSpPr/>
              <p:nvPr/>
            </p:nvSpPr>
            <p:spPr>
              <a:xfrm>
                <a:off x="1684150" y="2963550"/>
                <a:ext cx="139900" cy="11300"/>
              </a:xfrm>
              <a:custGeom>
                <a:avLst/>
                <a:gdLst/>
                <a:ahLst/>
                <a:cxnLst/>
                <a:rect l="l" t="t" r="r" b="b"/>
                <a:pathLst>
                  <a:path w="5596" h="452" extrusionOk="0">
                    <a:moveTo>
                      <a:pt x="0" y="452"/>
                    </a:moveTo>
                    <a:lnTo>
                      <a:pt x="5596" y="452"/>
                    </a:lnTo>
                    <a:lnTo>
                      <a:pt x="5500" y="0"/>
                    </a:lnTo>
                    <a:lnTo>
                      <a:pt x="238" y="47"/>
                    </a:lnTo>
                    <a:close/>
                  </a:path>
                </a:pathLst>
              </a:custGeom>
              <a:solidFill>
                <a:schemeClr val="dk2"/>
              </a:solidFill>
              <a:ln>
                <a:noFill/>
              </a:ln>
            </p:spPr>
          </p:sp>
        </p:grpSp>
      </p:grpSp>
      <p:grpSp>
        <p:nvGrpSpPr>
          <p:cNvPr id="15428" name="Google Shape;15428;p85"/>
          <p:cNvGrpSpPr/>
          <p:nvPr/>
        </p:nvGrpSpPr>
        <p:grpSpPr>
          <a:xfrm>
            <a:off x="3577265" y="2235011"/>
            <a:ext cx="258542" cy="365154"/>
            <a:chOff x="-47300587" y="123275"/>
            <a:chExt cx="190975" cy="269725"/>
          </a:xfrm>
        </p:grpSpPr>
        <p:sp>
          <p:nvSpPr>
            <p:cNvPr id="15429" name="Google Shape;15429;p85"/>
            <p:cNvSpPr/>
            <p:nvPr/>
          </p:nvSpPr>
          <p:spPr>
            <a:xfrm>
              <a:off x="-47300587" y="123275"/>
              <a:ext cx="190975" cy="269725"/>
            </a:xfrm>
            <a:custGeom>
              <a:avLst/>
              <a:gdLst/>
              <a:ahLst/>
              <a:cxnLst/>
              <a:rect l="l" t="t" r="r" b="b"/>
              <a:pathLst>
                <a:path w="7639" h="10789" extrusionOk="0">
                  <a:moveTo>
                    <a:pt x="5130" y="1283"/>
                  </a:moveTo>
                  <a:cubicBezTo>
                    <a:pt x="5659" y="1283"/>
                    <a:pt x="6050" y="1701"/>
                    <a:pt x="6050" y="2231"/>
                  </a:cubicBezTo>
                  <a:lnTo>
                    <a:pt x="6050" y="6273"/>
                  </a:lnTo>
                  <a:lnTo>
                    <a:pt x="4182" y="6273"/>
                  </a:lnTo>
                  <a:lnTo>
                    <a:pt x="4182" y="5687"/>
                  </a:lnTo>
                  <a:lnTo>
                    <a:pt x="4489" y="5687"/>
                  </a:lnTo>
                  <a:cubicBezTo>
                    <a:pt x="4684" y="5687"/>
                    <a:pt x="4823" y="5548"/>
                    <a:pt x="4823" y="5381"/>
                  </a:cubicBezTo>
                  <a:cubicBezTo>
                    <a:pt x="4823" y="5213"/>
                    <a:pt x="4684" y="5074"/>
                    <a:pt x="4489" y="5074"/>
                  </a:cubicBezTo>
                  <a:lnTo>
                    <a:pt x="4182" y="5074"/>
                  </a:lnTo>
                  <a:lnTo>
                    <a:pt x="4182" y="4433"/>
                  </a:lnTo>
                  <a:lnTo>
                    <a:pt x="4489" y="4433"/>
                  </a:lnTo>
                  <a:cubicBezTo>
                    <a:pt x="4684" y="4433"/>
                    <a:pt x="4823" y="4294"/>
                    <a:pt x="4823" y="4126"/>
                  </a:cubicBezTo>
                  <a:cubicBezTo>
                    <a:pt x="4823" y="3931"/>
                    <a:pt x="4684" y="3792"/>
                    <a:pt x="4489" y="3792"/>
                  </a:cubicBezTo>
                  <a:lnTo>
                    <a:pt x="4182" y="3792"/>
                  </a:lnTo>
                  <a:lnTo>
                    <a:pt x="4182" y="3179"/>
                  </a:lnTo>
                  <a:lnTo>
                    <a:pt x="4489" y="3179"/>
                  </a:lnTo>
                  <a:cubicBezTo>
                    <a:pt x="4684" y="3179"/>
                    <a:pt x="4823" y="3039"/>
                    <a:pt x="4823" y="2872"/>
                  </a:cubicBezTo>
                  <a:cubicBezTo>
                    <a:pt x="4823" y="2677"/>
                    <a:pt x="4684" y="2537"/>
                    <a:pt x="4489" y="2537"/>
                  </a:cubicBezTo>
                  <a:lnTo>
                    <a:pt x="4182" y="2537"/>
                  </a:lnTo>
                  <a:lnTo>
                    <a:pt x="4182" y="2231"/>
                  </a:lnTo>
                  <a:cubicBezTo>
                    <a:pt x="4182" y="1701"/>
                    <a:pt x="4600" y="1283"/>
                    <a:pt x="5130" y="1283"/>
                  </a:cubicBezTo>
                  <a:close/>
                  <a:moveTo>
                    <a:pt x="2649" y="1952"/>
                  </a:moveTo>
                  <a:cubicBezTo>
                    <a:pt x="3178" y="1952"/>
                    <a:pt x="3597" y="2370"/>
                    <a:pt x="3597" y="2900"/>
                  </a:cubicBezTo>
                  <a:lnTo>
                    <a:pt x="3597" y="6328"/>
                  </a:lnTo>
                  <a:lnTo>
                    <a:pt x="1701" y="6328"/>
                  </a:lnTo>
                  <a:lnTo>
                    <a:pt x="1701" y="2900"/>
                  </a:lnTo>
                  <a:cubicBezTo>
                    <a:pt x="1701" y="2370"/>
                    <a:pt x="2119" y="1952"/>
                    <a:pt x="2649" y="1952"/>
                  </a:cubicBezTo>
                  <a:close/>
                  <a:moveTo>
                    <a:pt x="6969" y="6942"/>
                  </a:moveTo>
                  <a:lnTo>
                    <a:pt x="6969" y="7248"/>
                  </a:lnTo>
                  <a:lnTo>
                    <a:pt x="6997" y="7248"/>
                  </a:lnTo>
                  <a:cubicBezTo>
                    <a:pt x="6997" y="7443"/>
                    <a:pt x="6858" y="7583"/>
                    <a:pt x="6691" y="7583"/>
                  </a:cubicBezTo>
                  <a:lnTo>
                    <a:pt x="1088" y="7583"/>
                  </a:lnTo>
                  <a:cubicBezTo>
                    <a:pt x="920" y="7583"/>
                    <a:pt x="781" y="7443"/>
                    <a:pt x="781" y="7248"/>
                  </a:cubicBezTo>
                  <a:lnTo>
                    <a:pt x="781" y="6942"/>
                  </a:lnTo>
                  <a:close/>
                  <a:moveTo>
                    <a:pt x="6273" y="8168"/>
                  </a:moveTo>
                  <a:lnTo>
                    <a:pt x="5827" y="10092"/>
                  </a:lnTo>
                  <a:lnTo>
                    <a:pt x="1952" y="10092"/>
                  </a:lnTo>
                  <a:lnTo>
                    <a:pt x="1506" y="8168"/>
                  </a:lnTo>
                  <a:close/>
                  <a:moveTo>
                    <a:pt x="5102" y="1"/>
                  </a:moveTo>
                  <a:cubicBezTo>
                    <a:pt x="4907" y="1"/>
                    <a:pt x="4767" y="140"/>
                    <a:pt x="4767" y="307"/>
                  </a:cubicBezTo>
                  <a:lnTo>
                    <a:pt x="4767" y="670"/>
                  </a:lnTo>
                  <a:cubicBezTo>
                    <a:pt x="4572" y="698"/>
                    <a:pt x="4405" y="781"/>
                    <a:pt x="4210" y="921"/>
                  </a:cubicBezTo>
                  <a:lnTo>
                    <a:pt x="3987" y="670"/>
                  </a:lnTo>
                  <a:cubicBezTo>
                    <a:pt x="3931" y="614"/>
                    <a:pt x="3847" y="586"/>
                    <a:pt x="3760" y="586"/>
                  </a:cubicBezTo>
                  <a:cubicBezTo>
                    <a:pt x="3673" y="586"/>
                    <a:pt x="3583" y="614"/>
                    <a:pt x="3513" y="670"/>
                  </a:cubicBezTo>
                  <a:cubicBezTo>
                    <a:pt x="3429" y="781"/>
                    <a:pt x="3429" y="976"/>
                    <a:pt x="3513" y="1116"/>
                  </a:cubicBezTo>
                  <a:lnTo>
                    <a:pt x="3764" y="1367"/>
                  </a:lnTo>
                  <a:cubicBezTo>
                    <a:pt x="3708" y="1478"/>
                    <a:pt x="3652" y="1562"/>
                    <a:pt x="3597" y="1673"/>
                  </a:cubicBezTo>
                  <a:cubicBezTo>
                    <a:pt x="3374" y="1506"/>
                    <a:pt x="3123" y="1367"/>
                    <a:pt x="2872" y="1339"/>
                  </a:cubicBezTo>
                  <a:lnTo>
                    <a:pt x="2872" y="976"/>
                  </a:lnTo>
                  <a:cubicBezTo>
                    <a:pt x="2872" y="809"/>
                    <a:pt x="2732" y="670"/>
                    <a:pt x="2537" y="670"/>
                  </a:cubicBezTo>
                  <a:cubicBezTo>
                    <a:pt x="2370" y="670"/>
                    <a:pt x="2231" y="809"/>
                    <a:pt x="2231" y="976"/>
                  </a:cubicBezTo>
                  <a:lnTo>
                    <a:pt x="2231" y="1339"/>
                  </a:lnTo>
                  <a:cubicBezTo>
                    <a:pt x="2036" y="1367"/>
                    <a:pt x="1840" y="1450"/>
                    <a:pt x="1673" y="1562"/>
                  </a:cubicBezTo>
                  <a:lnTo>
                    <a:pt x="1422" y="1339"/>
                  </a:lnTo>
                  <a:cubicBezTo>
                    <a:pt x="1380" y="1283"/>
                    <a:pt x="1304" y="1255"/>
                    <a:pt x="1220" y="1255"/>
                  </a:cubicBezTo>
                  <a:cubicBezTo>
                    <a:pt x="1137" y="1255"/>
                    <a:pt x="1046" y="1283"/>
                    <a:pt x="976" y="1339"/>
                  </a:cubicBezTo>
                  <a:cubicBezTo>
                    <a:pt x="865" y="1450"/>
                    <a:pt x="865" y="1645"/>
                    <a:pt x="976" y="1785"/>
                  </a:cubicBezTo>
                  <a:lnTo>
                    <a:pt x="1227" y="2036"/>
                  </a:lnTo>
                  <a:cubicBezTo>
                    <a:pt x="1116" y="2203"/>
                    <a:pt x="1032" y="2370"/>
                    <a:pt x="976" y="2593"/>
                  </a:cubicBezTo>
                  <a:lnTo>
                    <a:pt x="642" y="2593"/>
                  </a:lnTo>
                  <a:cubicBezTo>
                    <a:pt x="447" y="2593"/>
                    <a:pt x="307" y="2733"/>
                    <a:pt x="307" y="2900"/>
                  </a:cubicBezTo>
                  <a:cubicBezTo>
                    <a:pt x="307" y="3067"/>
                    <a:pt x="447" y="3206"/>
                    <a:pt x="642" y="3206"/>
                  </a:cubicBezTo>
                  <a:lnTo>
                    <a:pt x="948" y="3206"/>
                  </a:lnTo>
                  <a:lnTo>
                    <a:pt x="948" y="3848"/>
                  </a:lnTo>
                  <a:lnTo>
                    <a:pt x="642" y="3848"/>
                  </a:lnTo>
                  <a:cubicBezTo>
                    <a:pt x="447" y="3848"/>
                    <a:pt x="307" y="3987"/>
                    <a:pt x="307" y="4154"/>
                  </a:cubicBezTo>
                  <a:cubicBezTo>
                    <a:pt x="307" y="4321"/>
                    <a:pt x="447" y="4461"/>
                    <a:pt x="642" y="4461"/>
                  </a:cubicBezTo>
                  <a:lnTo>
                    <a:pt x="948" y="4461"/>
                  </a:lnTo>
                  <a:lnTo>
                    <a:pt x="948" y="5102"/>
                  </a:lnTo>
                  <a:lnTo>
                    <a:pt x="642" y="5102"/>
                  </a:lnTo>
                  <a:cubicBezTo>
                    <a:pt x="447" y="5102"/>
                    <a:pt x="307" y="5241"/>
                    <a:pt x="307" y="5409"/>
                  </a:cubicBezTo>
                  <a:cubicBezTo>
                    <a:pt x="307" y="5576"/>
                    <a:pt x="447" y="5715"/>
                    <a:pt x="642" y="5715"/>
                  </a:cubicBezTo>
                  <a:lnTo>
                    <a:pt x="948" y="5715"/>
                  </a:lnTo>
                  <a:lnTo>
                    <a:pt x="948" y="6356"/>
                  </a:lnTo>
                  <a:lnTo>
                    <a:pt x="307" y="6356"/>
                  </a:lnTo>
                  <a:cubicBezTo>
                    <a:pt x="140" y="6356"/>
                    <a:pt x="1" y="6496"/>
                    <a:pt x="1" y="6663"/>
                  </a:cubicBezTo>
                  <a:lnTo>
                    <a:pt x="1" y="7304"/>
                  </a:lnTo>
                  <a:cubicBezTo>
                    <a:pt x="1" y="7722"/>
                    <a:pt x="279" y="8085"/>
                    <a:pt x="697" y="8196"/>
                  </a:cubicBezTo>
                  <a:lnTo>
                    <a:pt x="1255" y="10538"/>
                  </a:lnTo>
                  <a:cubicBezTo>
                    <a:pt x="1283" y="10677"/>
                    <a:pt x="1422" y="10789"/>
                    <a:pt x="1562" y="10789"/>
                  </a:cubicBezTo>
                  <a:lnTo>
                    <a:pt x="5910" y="10789"/>
                  </a:lnTo>
                  <a:cubicBezTo>
                    <a:pt x="6050" y="10789"/>
                    <a:pt x="6217" y="10677"/>
                    <a:pt x="6245" y="10538"/>
                  </a:cubicBezTo>
                  <a:lnTo>
                    <a:pt x="6802" y="8196"/>
                  </a:lnTo>
                  <a:cubicBezTo>
                    <a:pt x="7165" y="8085"/>
                    <a:pt x="7499" y="7722"/>
                    <a:pt x="7499" y="7304"/>
                  </a:cubicBezTo>
                  <a:lnTo>
                    <a:pt x="7499" y="6663"/>
                  </a:lnTo>
                  <a:cubicBezTo>
                    <a:pt x="7638" y="6468"/>
                    <a:pt x="7499" y="6328"/>
                    <a:pt x="7332" y="6328"/>
                  </a:cubicBezTo>
                  <a:lnTo>
                    <a:pt x="6691" y="6328"/>
                  </a:lnTo>
                  <a:lnTo>
                    <a:pt x="6691" y="5074"/>
                  </a:lnTo>
                  <a:lnTo>
                    <a:pt x="6997" y="5074"/>
                  </a:lnTo>
                  <a:cubicBezTo>
                    <a:pt x="7192" y="5074"/>
                    <a:pt x="7332" y="4935"/>
                    <a:pt x="7332" y="4740"/>
                  </a:cubicBezTo>
                  <a:cubicBezTo>
                    <a:pt x="7332" y="4572"/>
                    <a:pt x="7192" y="4433"/>
                    <a:pt x="6997" y="4433"/>
                  </a:cubicBezTo>
                  <a:lnTo>
                    <a:pt x="6691" y="4433"/>
                  </a:lnTo>
                  <a:lnTo>
                    <a:pt x="6691" y="3820"/>
                  </a:lnTo>
                  <a:lnTo>
                    <a:pt x="6997" y="3820"/>
                  </a:lnTo>
                  <a:cubicBezTo>
                    <a:pt x="7192" y="3820"/>
                    <a:pt x="7332" y="3680"/>
                    <a:pt x="7332" y="3485"/>
                  </a:cubicBezTo>
                  <a:cubicBezTo>
                    <a:pt x="7332" y="3318"/>
                    <a:pt x="7192" y="3179"/>
                    <a:pt x="6997" y="3179"/>
                  </a:cubicBezTo>
                  <a:lnTo>
                    <a:pt x="6691" y="3179"/>
                  </a:lnTo>
                  <a:lnTo>
                    <a:pt x="6691" y="2537"/>
                  </a:lnTo>
                  <a:lnTo>
                    <a:pt x="6997" y="2537"/>
                  </a:lnTo>
                  <a:cubicBezTo>
                    <a:pt x="7192" y="2537"/>
                    <a:pt x="7332" y="2398"/>
                    <a:pt x="7332" y="2231"/>
                  </a:cubicBezTo>
                  <a:cubicBezTo>
                    <a:pt x="7332" y="2064"/>
                    <a:pt x="7192" y="1924"/>
                    <a:pt x="6997" y="1924"/>
                  </a:cubicBezTo>
                  <a:lnTo>
                    <a:pt x="6663" y="1924"/>
                  </a:lnTo>
                  <a:cubicBezTo>
                    <a:pt x="6635" y="1701"/>
                    <a:pt x="6551" y="1534"/>
                    <a:pt x="6412" y="1367"/>
                  </a:cubicBezTo>
                  <a:lnTo>
                    <a:pt x="6663" y="1116"/>
                  </a:lnTo>
                  <a:cubicBezTo>
                    <a:pt x="6774" y="1004"/>
                    <a:pt x="6774" y="809"/>
                    <a:pt x="6663" y="670"/>
                  </a:cubicBezTo>
                  <a:cubicBezTo>
                    <a:pt x="6607" y="614"/>
                    <a:pt x="6530" y="586"/>
                    <a:pt x="6450" y="586"/>
                  </a:cubicBezTo>
                  <a:cubicBezTo>
                    <a:pt x="6370" y="586"/>
                    <a:pt x="6286" y="614"/>
                    <a:pt x="6217" y="670"/>
                  </a:cubicBezTo>
                  <a:lnTo>
                    <a:pt x="5966" y="921"/>
                  </a:lnTo>
                  <a:cubicBezTo>
                    <a:pt x="5799" y="809"/>
                    <a:pt x="5604" y="726"/>
                    <a:pt x="5408" y="670"/>
                  </a:cubicBezTo>
                  <a:lnTo>
                    <a:pt x="5408" y="307"/>
                  </a:lnTo>
                  <a:cubicBezTo>
                    <a:pt x="5408" y="140"/>
                    <a:pt x="5269" y="1"/>
                    <a:pt x="51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430" name="Google Shape;15430;p85"/>
            <p:cNvSpPr/>
            <p:nvPr/>
          </p:nvSpPr>
          <p:spPr>
            <a:xfrm>
              <a:off x="-47242037" y="188100"/>
              <a:ext cx="15350" cy="31375"/>
            </a:xfrm>
            <a:custGeom>
              <a:avLst/>
              <a:gdLst/>
              <a:ahLst/>
              <a:cxnLst/>
              <a:rect l="l" t="t" r="r" b="b"/>
              <a:pathLst>
                <a:path w="614" h="1255" extrusionOk="0">
                  <a:moveTo>
                    <a:pt x="307" y="0"/>
                  </a:moveTo>
                  <a:cubicBezTo>
                    <a:pt x="140" y="0"/>
                    <a:pt x="0" y="140"/>
                    <a:pt x="0" y="307"/>
                  </a:cubicBezTo>
                  <a:lnTo>
                    <a:pt x="0" y="948"/>
                  </a:lnTo>
                  <a:cubicBezTo>
                    <a:pt x="0" y="1115"/>
                    <a:pt x="140" y="1255"/>
                    <a:pt x="307" y="1255"/>
                  </a:cubicBezTo>
                  <a:cubicBezTo>
                    <a:pt x="474" y="1255"/>
                    <a:pt x="613" y="1115"/>
                    <a:pt x="613" y="948"/>
                  </a:cubicBezTo>
                  <a:lnTo>
                    <a:pt x="613" y="307"/>
                  </a:lnTo>
                  <a:cubicBezTo>
                    <a:pt x="613" y="140"/>
                    <a:pt x="474" y="0"/>
                    <a:pt x="3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431" name="Google Shape;15431;p85"/>
            <p:cNvSpPr/>
            <p:nvPr/>
          </p:nvSpPr>
          <p:spPr>
            <a:xfrm>
              <a:off x="-47242037" y="234775"/>
              <a:ext cx="15350" cy="31400"/>
            </a:xfrm>
            <a:custGeom>
              <a:avLst/>
              <a:gdLst/>
              <a:ahLst/>
              <a:cxnLst/>
              <a:rect l="l" t="t" r="r" b="b"/>
              <a:pathLst>
                <a:path w="614" h="1256" extrusionOk="0">
                  <a:moveTo>
                    <a:pt x="307" y="1"/>
                  </a:moveTo>
                  <a:cubicBezTo>
                    <a:pt x="140" y="1"/>
                    <a:pt x="0" y="140"/>
                    <a:pt x="0" y="335"/>
                  </a:cubicBezTo>
                  <a:lnTo>
                    <a:pt x="0" y="949"/>
                  </a:lnTo>
                  <a:cubicBezTo>
                    <a:pt x="0" y="1116"/>
                    <a:pt x="140" y="1255"/>
                    <a:pt x="307" y="1255"/>
                  </a:cubicBezTo>
                  <a:cubicBezTo>
                    <a:pt x="474" y="1255"/>
                    <a:pt x="613" y="1116"/>
                    <a:pt x="613" y="949"/>
                  </a:cubicBezTo>
                  <a:lnTo>
                    <a:pt x="613" y="335"/>
                  </a:lnTo>
                  <a:cubicBezTo>
                    <a:pt x="613" y="140"/>
                    <a:pt x="474" y="1"/>
                    <a:pt x="3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432" name="Google Shape;15432;p85"/>
            <p:cNvSpPr/>
            <p:nvPr/>
          </p:nvSpPr>
          <p:spPr>
            <a:xfrm>
              <a:off x="-47180012" y="172075"/>
              <a:ext cx="15350" cy="31375"/>
            </a:xfrm>
            <a:custGeom>
              <a:avLst/>
              <a:gdLst/>
              <a:ahLst/>
              <a:cxnLst/>
              <a:rect l="l" t="t" r="r" b="b"/>
              <a:pathLst>
                <a:path w="614" h="1255" extrusionOk="0">
                  <a:moveTo>
                    <a:pt x="307" y="0"/>
                  </a:moveTo>
                  <a:cubicBezTo>
                    <a:pt x="139" y="0"/>
                    <a:pt x="0" y="139"/>
                    <a:pt x="0" y="335"/>
                  </a:cubicBezTo>
                  <a:lnTo>
                    <a:pt x="0" y="948"/>
                  </a:lnTo>
                  <a:cubicBezTo>
                    <a:pt x="0" y="1115"/>
                    <a:pt x="139" y="1254"/>
                    <a:pt x="307" y="1254"/>
                  </a:cubicBezTo>
                  <a:cubicBezTo>
                    <a:pt x="474" y="1254"/>
                    <a:pt x="613" y="1115"/>
                    <a:pt x="613" y="948"/>
                  </a:cubicBezTo>
                  <a:lnTo>
                    <a:pt x="613" y="335"/>
                  </a:lnTo>
                  <a:cubicBezTo>
                    <a:pt x="613" y="139"/>
                    <a:pt x="474" y="0"/>
                    <a:pt x="3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433" name="Google Shape;15433;p85"/>
            <p:cNvSpPr/>
            <p:nvPr/>
          </p:nvSpPr>
          <p:spPr>
            <a:xfrm>
              <a:off x="-47180012" y="218050"/>
              <a:ext cx="15350" cy="32100"/>
            </a:xfrm>
            <a:custGeom>
              <a:avLst/>
              <a:gdLst/>
              <a:ahLst/>
              <a:cxnLst/>
              <a:rect l="l" t="t" r="r" b="b"/>
              <a:pathLst>
                <a:path w="614" h="1284" extrusionOk="0">
                  <a:moveTo>
                    <a:pt x="307" y="1"/>
                  </a:moveTo>
                  <a:cubicBezTo>
                    <a:pt x="139" y="1"/>
                    <a:pt x="0" y="140"/>
                    <a:pt x="0" y="335"/>
                  </a:cubicBezTo>
                  <a:lnTo>
                    <a:pt x="0" y="949"/>
                  </a:lnTo>
                  <a:cubicBezTo>
                    <a:pt x="0" y="1144"/>
                    <a:pt x="139" y="1283"/>
                    <a:pt x="307" y="1283"/>
                  </a:cubicBezTo>
                  <a:cubicBezTo>
                    <a:pt x="474" y="1283"/>
                    <a:pt x="613" y="1144"/>
                    <a:pt x="613" y="949"/>
                  </a:cubicBezTo>
                  <a:lnTo>
                    <a:pt x="613" y="335"/>
                  </a:lnTo>
                  <a:cubicBezTo>
                    <a:pt x="613" y="140"/>
                    <a:pt x="474" y="1"/>
                    <a:pt x="3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434" name="Google Shape;15434;p85"/>
          <p:cNvGrpSpPr/>
          <p:nvPr/>
        </p:nvGrpSpPr>
        <p:grpSpPr>
          <a:xfrm>
            <a:off x="4870788" y="1304201"/>
            <a:ext cx="342328" cy="339793"/>
            <a:chOff x="-13966675" y="1639700"/>
            <a:chExt cx="354450" cy="351825"/>
          </a:xfrm>
        </p:grpSpPr>
        <p:sp>
          <p:nvSpPr>
            <p:cNvPr id="15435" name="Google Shape;15435;p85"/>
            <p:cNvSpPr/>
            <p:nvPr/>
          </p:nvSpPr>
          <p:spPr>
            <a:xfrm>
              <a:off x="-13776875" y="1888525"/>
              <a:ext cx="104775" cy="37625"/>
            </a:xfrm>
            <a:custGeom>
              <a:avLst/>
              <a:gdLst/>
              <a:ahLst/>
              <a:cxnLst/>
              <a:rect l="l" t="t" r="r" b="b"/>
              <a:pathLst>
                <a:path w="4191" h="1505" extrusionOk="0">
                  <a:moveTo>
                    <a:pt x="442" y="0"/>
                  </a:moveTo>
                  <a:cubicBezTo>
                    <a:pt x="339" y="0"/>
                    <a:pt x="237" y="40"/>
                    <a:pt x="158" y="118"/>
                  </a:cubicBezTo>
                  <a:cubicBezTo>
                    <a:pt x="1" y="276"/>
                    <a:pt x="1" y="559"/>
                    <a:pt x="158" y="717"/>
                  </a:cubicBezTo>
                  <a:cubicBezTo>
                    <a:pt x="725" y="1253"/>
                    <a:pt x="1418" y="1505"/>
                    <a:pt x="2112" y="1505"/>
                  </a:cubicBezTo>
                  <a:cubicBezTo>
                    <a:pt x="2805" y="1505"/>
                    <a:pt x="3498" y="1221"/>
                    <a:pt x="4033" y="717"/>
                  </a:cubicBezTo>
                  <a:cubicBezTo>
                    <a:pt x="4191" y="559"/>
                    <a:pt x="4191" y="276"/>
                    <a:pt x="4033" y="118"/>
                  </a:cubicBezTo>
                  <a:cubicBezTo>
                    <a:pt x="3955" y="40"/>
                    <a:pt x="3844" y="0"/>
                    <a:pt x="3734" y="0"/>
                  </a:cubicBezTo>
                  <a:cubicBezTo>
                    <a:pt x="3624" y="0"/>
                    <a:pt x="3514" y="40"/>
                    <a:pt x="3435" y="118"/>
                  </a:cubicBezTo>
                  <a:cubicBezTo>
                    <a:pt x="3057" y="496"/>
                    <a:pt x="2568" y="685"/>
                    <a:pt x="2080" y="685"/>
                  </a:cubicBezTo>
                  <a:cubicBezTo>
                    <a:pt x="1592" y="685"/>
                    <a:pt x="1103" y="496"/>
                    <a:pt x="725" y="118"/>
                  </a:cubicBezTo>
                  <a:cubicBezTo>
                    <a:pt x="647" y="40"/>
                    <a:pt x="544"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436" name="Google Shape;15436;p85"/>
            <p:cNvSpPr/>
            <p:nvPr/>
          </p:nvSpPr>
          <p:spPr>
            <a:xfrm>
              <a:off x="-13966675" y="1639700"/>
              <a:ext cx="354450" cy="351825"/>
            </a:xfrm>
            <a:custGeom>
              <a:avLst/>
              <a:gdLst/>
              <a:ahLst/>
              <a:cxnLst/>
              <a:rect l="l" t="t" r="r" b="b"/>
              <a:pathLst>
                <a:path w="14178" h="14073" extrusionOk="0">
                  <a:moveTo>
                    <a:pt x="8412" y="998"/>
                  </a:moveTo>
                  <a:lnTo>
                    <a:pt x="8412" y="4085"/>
                  </a:lnTo>
                  <a:cubicBezTo>
                    <a:pt x="7467" y="3959"/>
                    <a:pt x="6585" y="3739"/>
                    <a:pt x="5671" y="3361"/>
                  </a:cubicBezTo>
                  <a:cubicBezTo>
                    <a:pt x="5625" y="3349"/>
                    <a:pt x="5574" y="3342"/>
                    <a:pt x="5523" y="3342"/>
                  </a:cubicBezTo>
                  <a:cubicBezTo>
                    <a:pt x="5434" y="3342"/>
                    <a:pt x="5341" y="3364"/>
                    <a:pt x="5261" y="3424"/>
                  </a:cubicBezTo>
                  <a:cubicBezTo>
                    <a:pt x="5167" y="3487"/>
                    <a:pt x="5072" y="3613"/>
                    <a:pt x="5072" y="3770"/>
                  </a:cubicBezTo>
                  <a:lnTo>
                    <a:pt x="5072" y="6669"/>
                  </a:lnTo>
                  <a:cubicBezTo>
                    <a:pt x="4957" y="6656"/>
                    <a:pt x="4841" y="6650"/>
                    <a:pt x="4724" y="6650"/>
                  </a:cubicBezTo>
                  <a:cubicBezTo>
                    <a:pt x="3979" y="6650"/>
                    <a:pt x="3223" y="6912"/>
                    <a:pt x="2678" y="7456"/>
                  </a:cubicBezTo>
                  <a:cubicBezTo>
                    <a:pt x="2520" y="7614"/>
                    <a:pt x="2520" y="7898"/>
                    <a:pt x="2678" y="8055"/>
                  </a:cubicBezTo>
                  <a:cubicBezTo>
                    <a:pt x="2757" y="8134"/>
                    <a:pt x="2867" y="8173"/>
                    <a:pt x="2977" y="8173"/>
                  </a:cubicBezTo>
                  <a:cubicBezTo>
                    <a:pt x="3088" y="8173"/>
                    <a:pt x="3198" y="8134"/>
                    <a:pt x="3277" y="8055"/>
                  </a:cubicBezTo>
                  <a:cubicBezTo>
                    <a:pt x="3639" y="7692"/>
                    <a:pt x="4132" y="7497"/>
                    <a:pt x="4627" y="7497"/>
                  </a:cubicBezTo>
                  <a:cubicBezTo>
                    <a:pt x="4776" y="7497"/>
                    <a:pt x="4926" y="7514"/>
                    <a:pt x="5072" y="7551"/>
                  </a:cubicBezTo>
                  <a:lnTo>
                    <a:pt x="5072" y="8654"/>
                  </a:lnTo>
                  <a:cubicBezTo>
                    <a:pt x="5072" y="9032"/>
                    <a:pt x="5104" y="9441"/>
                    <a:pt x="5198" y="9788"/>
                  </a:cubicBezTo>
                  <a:cubicBezTo>
                    <a:pt x="5041" y="9819"/>
                    <a:pt x="4852" y="9914"/>
                    <a:pt x="4631" y="9945"/>
                  </a:cubicBezTo>
                  <a:cubicBezTo>
                    <a:pt x="2489" y="9473"/>
                    <a:pt x="914" y="7551"/>
                    <a:pt x="914" y="5346"/>
                  </a:cubicBezTo>
                  <a:lnTo>
                    <a:pt x="914" y="998"/>
                  </a:lnTo>
                  <a:lnTo>
                    <a:pt x="945" y="998"/>
                  </a:lnTo>
                  <a:cubicBezTo>
                    <a:pt x="2111" y="1408"/>
                    <a:pt x="3434" y="1628"/>
                    <a:pt x="4694" y="1628"/>
                  </a:cubicBezTo>
                  <a:cubicBezTo>
                    <a:pt x="5954" y="1628"/>
                    <a:pt x="7246" y="1439"/>
                    <a:pt x="8412" y="998"/>
                  </a:cubicBezTo>
                  <a:close/>
                  <a:moveTo>
                    <a:pt x="13421" y="4369"/>
                  </a:moveTo>
                  <a:lnTo>
                    <a:pt x="13421" y="8654"/>
                  </a:lnTo>
                  <a:cubicBezTo>
                    <a:pt x="13421" y="10890"/>
                    <a:pt x="11846" y="12812"/>
                    <a:pt x="9672" y="13285"/>
                  </a:cubicBezTo>
                  <a:cubicBezTo>
                    <a:pt x="7530" y="12812"/>
                    <a:pt x="5986" y="10859"/>
                    <a:pt x="5986" y="8654"/>
                  </a:cubicBezTo>
                  <a:lnTo>
                    <a:pt x="5986" y="4369"/>
                  </a:lnTo>
                  <a:cubicBezTo>
                    <a:pt x="7215" y="4779"/>
                    <a:pt x="8475" y="4999"/>
                    <a:pt x="9672" y="4999"/>
                  </a:cubicBezTo>
                  <a:cubicBezTo>
                    <a:pt x="10932" y="4936"/>
                    <a:pt x="12192" y="4747"/>
                    <a:pt x="13421" y="4369"/>
                  </a:cubicBezTo>
                  <a:close/>
                  <a:moveTo>
                    <a:pt x="430" y="1"/>
                  </a:moveTo>
                  <a:cubicBezTo>
                    <a:pt x="348" y="1"/>
                    <a:pt x="263" y="16"/>
                    <a:pt x="189" y="53"/>
                  </a:cubicBezTo>
                  <a:cubicBezTo>
                    <a:pt x="95" y="147"/>
                    <a:pt x="0" y="273"/>
                    <a:pt x="0" y="431"/>
                  </a:cubicBezTo>
                  <a:lnTo>
                    <a:pt x="0" y="5346"/>
                  </a:lnTo>
                  <a:cubicBezTo>
                    <a:pt x="126" y="7929"/>
                    <a:pt x="2016" y="10260"/>
                    <a:pt x="4600" y="10764"/>
                  </a:cubicBezTo>
                  <a:lnTo>
                    <a:pt x="4757" y="10764"/>
                  </a:lnTo>
                  <a:cubicBezTo>
                    <a:pt x="5009" y="10733"/>
                    <a:pt x="5230" y="10670"/>
                    <a:pt x="5482" y="10575"/>
                  </a:cubicBezTo>
                  <a:cubicBezTo>
                    <a:pt x="6144" y="12340"/>
                    <a:pt x="7687" y="13726"/>
                    <a:pt x="9578" y="14072"/>
                  </a:cubicBezTo>
                  <a:lnTo>
                    <a:pt x="9735" y="14072"/>
                  </a:lnTo>
                  <a:cubicBezTo>
                    <a:pt x="12318" y="13568"/>
                    <a:pt x="14177" y="11237"/>
                    <a:pt x="14177" y="8622"/>
                  </a:cubicBezTo>
                  <a:lnTo>
                    <a:pt x="14177" y="3770"/>
                  </a:lnTo>
                  <a:cubicBezTo>
                    <a:pt x="14177" y="3644"/>
                    <a:pt x="14114" y="3487"/>
                    <a:pt x="13988" y="3424"/>
                  </a:cubicBezTo>
                  <a:cubicBezTo>
                    <a:pt x="13908" y="3364"/>
                    <a:pt x="13816" y="3342"/>
                    <a:pt x="13727" y="3342"/>
                  </a:cubicBezTo>
                  <a:cubicBezTo>
                    <a:pt x="13675" y="3342"/>
                    <a:pt x="13625" y="3349"/>
                    <a:pt x="13579" y="3361"/>
                  </a:cubicBezTo>
                  <a:cubicBezTo>
                    <a:pt x="12318" y="3896"/>
                    <a:pt x="10995" y="4117"/>
                    <a:pt x="9609" y="4117"/>
                  </a:cubicBezTo>
                  <a:lnTo>
                    <a:pt x="9231" y="4117"/>
                  </a:lnTo>
                  <a:lnTo>
                    <a:pt x="9231" y="431"/>
                  </a:lnTo>
                  <a:cubicBezTo>
                    <a:pt x="9231" y="305"/>
                    <a:pt x="9136" y="147"/>
                    <a:pt x="9010" y="53"/>
                  </a:cubicBezTo>
                  <a:cubicBezTo>
                    <a:pt x="8955" y="16"/>
                    <a:pt x="8878" y="1"/>
                    <a:pt x="8799" y="1"/>
                  </a:cubicBezTo>
                  <a:cubicBezTo>
                    <a:pt x="8742" y="1"/>
                    <a:pt x="8685" y="8"/>
                    <a:pt x="8632" y="21"/>
                  </a:cubicBezTo>
                  <a:cubicBezTo>
                    <a:pt x="7372" y="525"/>
                    <a:pt x="5986" y="777"/>
                    <a:pt x="4600" y="777"/>
                  </a:cubicBezTo>
                  <a:cubicBezTo>
                    <a:pt x="3245" y="777"/>
                    <a:pt x="1859" y="494"/>
                    <a:pt x="599" y="21"/>
                  </a:cubicBezTo>
                  <a:cubicBezTo>
                    <a:pt x="546" y="8"/>
                    <a:pt x="489" y="1"/>
                    <a:pt x="4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437" name="Google Shape;15437;p85"/>
            <p:cNvSpPr/>
            <p:nvPr/>
          </p:nvSpPr>
          <p:spPr>
            <a:xfrm>
              <a:off x="-13923375" y="1723125"/>
              <a:ext cx="64625" cy="40925"/>
            </a:xfrm>
            <a:custGeom>
              <a:avLst/>
              <a:gdLst/>
              <a:ahLst/>
              <a:cxnLst/>
              <a:rect l="l" t="t" r="r" b="b"/>
              <a:pathLst>
                <a:path w="2585" h="1637" extrusionOk="0">
                  <a:moveTo>
                    <a:pt x="2113" y="1"/>
                  </a:moveTo>
                  <a:cubicBezTo>
                    <a:pt x="2061" y="1"/>
                    <a:pt x="2008" y="9"/>
                    <a:pt x="1954" y="24"/>
                  </a:cubicBezTo>
                  <a:lnTo>
                    <a:pt x="284" y="843"/>
                  </a:lnTo>
                  <a:cubicBezTo>
                    <a:pt x="64" y="969"/>
                    <a:pt x="1" y="1221"/>
                    <a:pt x="64" y="1410"/>
                  </a:cubicBezTo>
                  <a:cubicBezTo>
                    <a:pt x="156" y="1548"/>
                    <a:pt x="316" y="1636"/>
                    <a:pt x="469" y="1636"/>
                  </a:cubicBezTo>
                  <a:cubicBezTo>
                    <a:pt x="525" y="1636"/>
                    <a:pt x="580" y="1624"/>
                    <a:pt x="631" y="1599"/>
                  </a:cubicBezTo>
                  <a:lnTo>
                    <a:pt x="2332" y="780"/>
                  </a:lnTo>
                  <a:cubicBezTo>
                    <a:pt x="2521" y="654"/>
                    <a:pt x="2584" y="433"/>
                    <a:pt x="2521" y="244"/>
                  </a:cubicBezTo>
                  <a:cubicBezTo>
                    <a:pt x="2426" y="77"/>
                    <a:pt x="2276" y="1"/>
                    <a:pt x="21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438" name="Google Shape;15438;p85"/>
            <p:cNvSpPr/>
            <p:nvPr/>
          </p:nvSpPr>
          <p:spPr>
            <a:xfrm>
              <a:off x="-13798125" y="1805500"/>
              <a:ext cx="66175" cy="41575"/>
            </a:xfrm>
            <a:custGeom>
              <a:avLst/>
              <a:gdLst/>
              <a:ahLst/>
              <a:cxnLst/>
              <a:rect l="l" t="t" r="r" b="b"/>
              <a:pathLst>
                <a:path w="2647" h="1663" extrusionOk="0">
                  <a:moveTo>
                    <a:pt x="504" y="0"/>
                  </a:moveTo>
                  <a:cubicBezTo>
                    <a:pt x="350" y="0"/>
                    <a:pt x="188" y="94"/>
                    <a:pt x="95" y="257"/>
                  </a:cubicBezTo>
                  <a:cubicBezTo>
                    <a:pt x="0" y="446"/>
                    <a:pt x="95" y="667"/>
                    <a:pt x="315" y="793"/>
                  </a:cubicBezTo>
                  <a:lnTo>
                    <a:pt x="1953" y="1612"/>
                  </a:lnTo>
                  <a:cubicBezTo>
                    <a:pt x="2006" y="1647"/>
                    <a:pt x="2064" y="1663"/>
                    <a:pt x="2122" y="1663"/>
                  </a:cubicBezTo>
                  <a:cubicBezTo>
                    <a:pt x="2273" y="1663"/>
                    <a:pt x="2430" y="1559"/>
                    <a:pt x="2521" y="1423"/>
                  </a:cubicBezTo>
                  <a:cubicBezTo>
                    <a:pt x="2647" y="1234"/>
                    <a:pt x="2521" y="982"/>
                    <a:pt x="2300" y="887"/>
                  </a:cubicBezTo>
                  <a:lnTo>
                    <a:pt x="662" y="37"/>
                  </a:lnTo>
                  <a:cubicBezTo>
                    <a:pt x="612" y="12"/>
                    <a:pt x="559" y="0"/>
                    <a:pt x="5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439" name="Google Shape;15439;p85"/>
            <p:cNvSpPr/>
            <p:nvPr/>
          </p:nvSpPr>
          <p:spPr>
            <a:xfrm>
              <a:off x="-13714650" y="1805825"/>
              <a:ext cx="63825" cy="41250"/>
            </a:xfrm>
            <a:custGeom>
              <a:avLst/>
              <a:gdLst/>
              <a:ahLst/>
              <a:cxnLst/>
              <a:rect l="l" t="t" r="r" b="b"/>
              <a:pathLst>
                <a:path w="2553" h="1650" extrusionOk="0">
                  <a:moveTo>
                    <a:pt x="2068" y="1"/>
                  </a:moveTo>
                  <a:cubicBezTo>
                    <a:pt x="2018" y="1"/>
                    <a:pt x="1968" y="9"/>
                    <a:pt x="1922" y="24"/>
                  </a:cubicBezTo>
                  <a:lnTo>
                    <a:pt x="284" y="874"/>
                  </a:lnTo>
                  <a:cubicBezTo>
                    <a:pt x="64" y="969"/>
                    <a:pt x="1" y="1221"/>
                    <a:pt x="64" y="1410"/>
                  </a:cubicBezTo>
                  <a:cubicBezTo>
                    <a:pt x="132" y="1546"/>
                    <a:pt x="298" y="1650"/>
                    <a:pt x="456" y="1650"/>
                  </a:cubicBezTo>
                  <a:cubicBezTo>
                    <a:pt x="518" y="1650"/>
                    <a:pt x="578" y="1634"/>
                    <a:pt x="631" y="1599"/>
                  </a:cubicBezTo>
                  <a:lnTo>
                    <a:pt x="2269" y="780"/>
                  </a:lnTo>
                  <a:cubicBezTo>
                    <a:pt x="2490" y="654"/>
                    <a:pt x="2553" y="433"/>
                    <a:pt x="2490" y="244"/>
                  </a:cubicBezTo>
                  <a:cubicBezTo>
                    <a:pt x="2394" y="77"/>
                    <a:pt x="2226" y="1"/>
                    <a:pt x="20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5440" name="Google Shape;15440;p85"/>
          <p:cNvSpPr/>
          <p:nvPr/>
        </p:nvSpPr>
        <p:spPr>
          <a:xfrm>
            <a:off x="4871549" y="1711132"/>
            <a:ext cx="340807" cy="341579"/>
          </a:xfrm>
          <a:custGeom>
            <a:avLst/>
            <a:gdLst/>
            <a:ahLst/>
            <a:cxnLst/>
            <a:rect l="l" t="t" r="r" b="b"/>
            <a:pathLst>
              <a:path w="14115" h="14147" extrusionOk="0">
                <a:moveTo>
                  <a:pt x="8349" y="883"/>
                </a:moveTo>
                <a:lnTo>
                  <a:pt x="8349" y="2080"/>
                </a:lnTo>
                <a:cubicBezTo>
                  <a:pt x="7971" y="2364"/>
                  <a:pt x="7498" y="2521"/>
                  <a:pt x="7089" y="2521"/>
                </a:cubicBezTo>
                <a:cubicBezTo>
                  <a:pt x="6616" y="2521"/>
                  <a:pt x="6175" y="2364"/>
                  <a:pt x="5828" y="2080"/>
                </a:cubicBezTo>
                <a:lnTo>
                  <a:pt x="5828" y="883"/>
                </a:lnTo>
                <a:close/>
                <a:moveTo>
                  <a:pt x="4946" y="820"/>
                </a:moveTo>
                <a:lnTo>
                  <a:pt x="4946" y="2931"/>
                </a:lnTo>
                <a:cubicBezTo>
                  <a:pt x="4946" y="4380"/>
                  <a:pt x="3844" y="5609"/>
                  <a:pt x="2457" y="5798"/>
                </a:cubicBezTo>
                <a:cubicBezTo>
                  <a:pt x="2993" y="5294"/>
                  <a:pt x="3308" y="4538"/>
                  <a:pt x="3308" y="3750"/>
                </a:cubicBezTo>
                <a:lnTo>
                  <a:pt x="3308" y="2080"/>
                </a:lnTo>
                <a:cubicBezTo>
                  <a:pt x="3308" y="1860"/>
                  <a:pt x="3088" y="1671"/>
                  <a:pt x="2899" y="1671"/>
                </a:cubicBezTo>
                <a:cubicBezTo>
                  <a:pt x="2678" y="1671"/>
                  <a:pt x="2457" y="1860"/>
                  <a:pt x="2457" y="2080"/>
                </a:cubicBezTo>
                <a:lnTo>
                  <a:pt x="2457" y="3750"/>
                </a:lnTo>
                <a:cubicBezTo>
                  <a:pt x="2457" y="4727"/>
                  <a:pt x="1764" y="5609"/>
                  <a:pt x="819" y="5766"/>
                </a:cubicBezTo>
                <a:lnTo>
                  <a:pt x="819" y="820"/>
                </a:lnTo>
                <a:close/>
                <a:moveTo>
                  <a:pt x="13295" y="820"/>
                </a:moveTo>
                <a:lnTo>
                  <a:pt x="13295" y="5766"/>
                </a:lnTo>
                <a:cubicBezTo>
                  <a:pt x="12350" y="5546"/>
                  <a:pt x="11657" y="4727"/>
                  <a:pt x="11657" y="3750"/>
                </a:cubicBezTo>
                <a:lnTo>
                  <a:pt x="11657" y="2080"/>
                </a:lnTo>
                <a:cubicBezTo>
                  <a:pt x="11657" y="1860"/>
                  <a:pt x="11436" y="1671"/>
                  <a:pt x="11247" y="1671"/>
                </a:cubicBezTo>
                <a:cubicBezTo>
                  <a:pt x="11027" y="1671"/>
                  <a:pt x="10806" y="1860"/>
                  <a:pt x="10806" y="2080"/>
                </a:cubicBezTo>
                <a:lnTo>
                  <a:pt x="10806" y="3750"/>
                </a:lnTo>
                <a:cubicBezTo>
                  <a:pt x="10806" y="4538"/>
                  <a:pt x="11121" y="5294"/>
                  <a:pt x="11657" y="5798"/>
                </a:cubicBezTo>
                <a:cubicBezTo>
                  <a:pt x="10239" y="5609"/>
                  <a:pt x="9168" y="4380"/>
                  <a:pt x="9168" y="2899"/>
                </a:cubicBezTo>
                <a:lnTo>
                  <a:pt x="9168" y="820"/>
                </a:lnTo>
                <a:close/>
                <a:moveTo>
                  <a:pt x="8286" y="3025"/>
                </a:moveTo>
                <a:cubicBezTo>
                  <a:pt x="8349" y="4538"/>
                  <a:pt x="9326" y="5829"/>
                  <a:pt x="10649" y="6396"/>
                </a:cubicBezTo>
                <a:lnTo>
                  <a:pt x="9704" y="8318"/>
                </a:lnTo>
                <a:lnTo>
                  <a:pt x="4411" y="8318"/>
                </a:lnTo>
                <a:lnTo>
                  <a:pt x="3466" y="6396"/>
                </a:lnTo>
                <a:cubicBezTo>
                  <a:pt x="4757" y="5829"/>
                  <a:pt x="5734" y="4569"/>
                  <a:pt x="5765" y="3025"/>
                </a:cubicBezTo>
                <a:cubicBezTo>
                  <a:pt x="6175" y="3246"/>
                  <a:pt x="6616" y="3309"/>
                  <a:pt x="7026" y="3309"/>
                </a:cubicBezTo>
                <a:cubicBezTo>
                  <a:pt x="7467" y="3309"/>
                  <a:pt x="7908" y="3183"/>
                  <a:pt x="8286" y="3025"/>
                </a:cubicBezTo>
                <a:close/>
                <a:moveTo>
                  <a:pt x="13295" y="6617"/>
                </a:moveTo>
                <a:lnTo>
                  <a:pt x="13295" y="10555"/>
                </a:lnTo>
                <a:cubicBezTo>
                  <a:pt x="13169" y="10681"/>
                  <a:pt x="13012" y="10744"/>
                  <a:pt x="12854" y="10744"/>
                </a:cubicBezTo>
                <a:cubicBezTo>
                  <a:pt x="12665" y="10744"/>
                  <a:pt x="12508" y="10681"/>
                  <a:pt x="12382" y="10492"/>
                </a:cubicBezTo>
                <a:cubicBezTo>
                  <a:pt x="12129" y="10083"/>
                  <a:pt x="11688" y="9862"/>
                  <a:pt x="11216" y="9862"/>
                </a:cubicBezTo>
                <a:cubicBezTo>
                  <a:pt x="10743" y="9862"/>
                  <a:pt x="10302" y="10083"/>
                  <a:pt x="10019" y="10492"/>
                </a:cubicBezTo>
                <a:cubicBezTo>
                  <a:pt x="9956" y="10650"/>
                  <a:pt x="9798" y="10713"/>
                  <a:pt x="9609" y="10713"/>
                </a:cubicBezTo>
                <a:lnTo>
                  <a:pt x="9389" y="10713"/>
                </a:lnTo>
                <a:lnTo>
                  <a:pt x="11499" y="6617"/>
                </a:lnTo>
                <a:close/>
                <a:moveTo>
                  <a:pt x="2615" y="6617"/>
                </a:moveTo>
                <a:lnTo>
                  <a:pt x="4663" y="10744"/>
                </a:lnTo>
                <a:lnTo>
                  <a:pt x="4474" y="10744"/>
                </a:lnTo>
                <a:cubicBezTo>
                  <a:pt x="4316" y="10713"/>
                  <a:pt x="4159" y="10618"/>
                  <a:pt x="4033" y="10524"/>
                </a:cubicBezTo>
                <a:cubicBezTo>
                  <a:pt x="3781" y="10114"/>
                  <a:pt x="3340" y="9893"/>
                  <a:pt x="2867" y="9893"/>
                </a:cubicBezTo>
                <a:cubicBezTo>
                  <a:pt x="2394" y="9893"/>
                  <a:pt x="1953" y="10114"/>
                  <a:pt x="1670" y="10524"/>
                </a:cubicBezTo>
                <a:cubicBezTo>
                  <a:pt x="1575" y="10681"/>
                  <a:pt x="1418" y="10776"/>
                  <a:pt x="1197" y="10776"/>
                </a:cubicBezTo>
                <a:cubicBezTo>
                  <a:pt x="1040" y="10776"/>
                  <a:pt x="882" y="10713"/>
                  <a:pt x="788" y="10587"/>
                </a:cubicBezTo>
                <a:lnTo>
                  <a:pt x="788" y="6617"/>
                </a:lnTo>
                <a:close/>
                <a:moveTo>
                  <a:pt x="9263" y="9169"/>
                </a:moveTo>
                <a:lnTo>
                  <a:pt x="8412" y="10776"/>
                </a:lnTo>
                <a:cubicBezTo>
                  <a:pt x="8349" y="10933"/>
                  <a:pt x="8380" y="11154"/>
                  <a:pt x="8506" y="11248"/>
                </a:cubicBezTo>
                <a:cubicBezTo>
                  <a:pt x="8790" y="11500"/>
                  <a:pt x="9105" y="11626"/>
                  <a:pt x="9452" y="11626"/>
                </a:cubicBezTo>
                <a:cubicBezTo>
                  <a:pt x="9924" y="11626"/>
                  <a:pt x="10365" y="11374"/>
                  <a:pt x="10617" y="10996"/>
                </a:cubicBezTo>
                <a:cubicBezTo>
                  <a:pt x="10743" y="10839"/>
                  <a:pt x="10901" y="10713"/>
                  <a:pt x="11090" y="10713"/>
                </a:cubicBezTo>
                <a:cubicBezTo>
                  <a:pt x="11310" y="10713"/>
                  <a:pt x="11468" y="10776"/>
                  <a:pt x="11562" y="10996"/>
                </a:cubicBezTo>
                <a:cubicBezTo>
                  <a:pt x="11846" y="11374"/>
                  <a:pt x="12287" y="11626"/>
                  <a:pt x="12760" y="11626"/>
                </a:cubicBezTo>
                <a:cubicBezTo>
                  <a:pt x="12917" y="11626"/>
                  <a:pt x="13075" y="11563"/>
                  <a:pt x="13201" y="11532"/>
                </a:cubicBezTo>
                <a:lnTo>
                  <a:pt x="13201" y="13296"/>
                </a:lnTo>
                <a:lnTo>
                  <a:pt x="819" y="13296"/>
                </a:lnTo>
                <a:lnTo>
                  <a:pt x="819" y="11532"/>
                </a:lnTo>
                <a:cubicBezTo>
                  <a:pt x="977" y="11563"/>
                  <a:pt x="1103" y="11626"/>
                  <a:pt x="1260" y="11626"/>
                </a:cubicBezTo>
                <a:cubicBezTo>
                  <a:pt x="1733" y="11626"/>
                  <a:pt x="2142" y="11374"/>
                  <a:pt x="2426" y="10996"/>
                </a:cubicBezTo>
                <a:cubicBezTo>
                  <a:pt x="2552" y="10839"/>
                  <a:pt x="2709" y="10713"/>
                  <a:pt x="2899" y="10713"/>
                </a:cubicBezTo>
                <a:cubicBezTo>
                  <a:pt x="3088" y="10713"/>
                  <a:pt x="3245" y="10776"/>
                  <a:pt x="3371" y="10996"/>
                </a:cubicBezTo>
                <a:cubicBezTo>
                  <a:pt x="3655" y="11374"/>
                  <a:pt x="4096" y="11626"/>
                  <a:pt x="4568" y="11626"/>
                </a:cubicBezTo>
                <a:cubicBezTo>
                  <a:pt x="4915" y="11626"/>
                  <a:pt x="5261" y="11500"/>
                  <a:pt x="5513" y="11248"/>
                </a:cubicBezTo>
                <a:cubicBezTo>
                  <a:pt x="5608" y="11154"/>
                  <a:pt x="5671" y="10933"/>
                  <a:pt x="5576" y="10776"/>
                </a:cubicBezTo>
                <a:lnTo>
                  <a:pt x="4757" y="9169"/>
                </a:lnTo>
                <a:close/>
                <a:moveTo>
                  <a:pt x="410" y="1"/>
                </a:moveTo>
                <a:cubicBezTo>
                  <a:pt x="189" y="1"/>
                  <a:pt x="0" y="190"/>
                  <a:pt x="0" y="442"/>
                </a:cubicBezTo>
                <a:lnTo>
                  <a:pt x="0" y="13706"/>
                </a:lnTo>
                <a:cubicBezTo>
                  <a:pt x="0" y="13958"/>
                  <a:pt x="189" y="14147"/>
                  <a:pt x="410" y="14147"/>
                </a:cubicBezTo>
                <a:lnTo>
                  <a:pt x="13705" y="14147"/>
                </a:lnTo>
                <a:cubicBezTo>
                  <a:pt x="13925" y="14147"/>
                  <a:pt x="14114" y="13958"/>
                  <a:pt x="14114" y="13706"/>
                </a:cubicBezTo>
                <a:lnTo>
                  <a:pt x="14114" y="442"/>
                </a:lnTo>
                <a:cubicBezTo>
                  <a:pt x="14114" y="190"/>
                  <a:pt x="13925" y="1"/>
                  <a:pt x="137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441" name="Google Shape;15441;p85"/>
          <p:cNvSpPr/>
          <p:nvPr/>
        </p:nvSpPr>
        <p:spPr>
          <a:xfrm>
            <a:off x="4932020" y="2120859"/>
            <a:ext cx="219864" cy="339286"/>
          </a:xfrm>
          <a:custGeom>
            <a:avLst/>
            <a:gdLst/>
            <a:ahLst/>
            <a:cxnLst/>
            <a:rect l="l" t="t" r="r" b="b"/>
            <a:pathLst>
              <a:path w="9106" h="14052" extrusionOk="0">
                <a:moveTo>
                  <a:pt x="1230" y="4096"/>
                </a:moveTo>
                <a:cubicBezTo>
                  <a:pt x="1450" y="4096"/>
                  <a:pt x="1608" y="4285"/>
                  <a:pt x="1608" y="4474"/>
                </a:cubicBezTo>
                <a:cubicBezTo>
                  <a:pt x="1608" y="4726"/>
                  <a:pt x="1419" y="4915"/>
                  <a:pt x="1230" y="4915"/>
                </a:cubicBezTo>
                <a:cubicBezTo>
                  <a:pt x="978" y="4915"/>
                  <a:pt x="789" y="4726"/>
                  <a:pt x="789" y="4474"/>
                </a:cubicBezTo>
                <a:cubicBezTo>
                  <a:pt x="820" y="4285"/>
                  <a:pt x="978" y="4096"/>
                  <a:pt x="1230" y="4096"/>
                </a:cubicBezTo>
                <a:close/>
                <a:moveTo>
                  <a:pt x="7846" y="4096"/>
                </a:moveTo>
                <a:cubicBezTo>
                  <a:pt x="8066" y="4096"/>
                  <a:pt x="8255" y="4285"/>
                  <a:pt x="8255" y="4474"/>
                </a:cubicBezTo>
                <a:cubicBezTo>
                  <a:pt x="8255" y="4726"/>
                  <a:pt x="8066" y="4915"/>
                  <a:pt x="7846" y="4915"/>
                </a:cubicBezTo>
                <a:cubicBezTo>
                  <a:pt x="7594" y="4915"/>
                  <a:pt x="7436" y="4726"/>
                  <a:pt x="7436" y="4474"/>
                </a:cubicBezTo>
                <a:cubicBezTo>
                  <a:pt x="7436" y="4285"/>
                  <a:pt x="7594" y="4096"/>
                  <a:pt x="7846" y="4096"/>
                </a:cubicBezTo>
                <a:close/>
                <a:moveTo>
                  <a:pt x="4538" y="788"/>
                </a:moveTo>
                <a:cubicBezTo>
                  <a:pt x="5514" y="788"/>
                  <a:pt x="6365" y="1481"/>
                  <a:pt x="6523" y="2427"/>
                </a:cubicBezTo>
                <a:lnTo>
                  <a:pt x="5357" y="2427"/>
                </a:lnTo>
                <a:cubicBezTo>
                  <a:pt x="5105" y="2427"/>
                  <a:pt x="4916" y="2616"/>
                  <a:pt x="4916" y="2868"/>
                </a:cubicBezTo>
                <a:cubicBezTo>
                  <a:pt x="4916" y="3088"/>
                  <a:pt x="5105" y="3309"/>
                  <a:pt x="5357" y="3309"/>
                </a:cubicBezTo>
                <a:lnTo>
                  <a:pt x="6617" y="3309"/>
                </a:lnTo>
                <a:lnTo>
                  <a:pt x="6617" y="4128"/>
                </a:lnTo>
                <a:lnTo>
                  <a:pt x="5357" y="4128"/>
                </a:lnTo>
                <a:cubicBezTo>
                  <a:pt x="5105" y="4128"/>
                  <a:pt x="4916" y="4317"/>
                  <a:pt x="4916" y="4506"/>
                </a:cubicBezTo>
                <a:cubicBezTo>
                  <a:pt x="4916" y="4758"/>
                  <a:pt x="5105" y="4947"/>
                  <a:pt x="5357" y="4947"/>
                </a:cubicBezTo>
                <a:lnTo>
                  <a:pt x="6617" y="4947"/>
                </a:lnTo>
                <a:lnTo>
                  <a:pt x="6617" y="5766"/>
                </a:lnTo>
                <a:lnTo>
                  <a:pt x="5357" y="5766"/>
                </a:lnTo>
                <a:cubicBezTo>
                  <a:pt x="5105" y="5766"/>
                  <a:pt x="4916" y="5987"/>
                  <a:pt x="4916" y="6207"/>
                </a:cubicBezTo>
                <a:cubicBezTo>
                  <a:pt x="4916" y="6459"/>
                  <a:pt x="5105" y="6617"/>
                  <a:pt x="5357" y="6617"/>
                </a:cubicBezTo>
                <a:lnTo>
                  <a:pt x="6523" y="6617"/>
                </a:lnTo>
                <a:cubicBezTo>
                  <a:pt x="6333" y="7562"/>
                  <a:pt x="5514" y="8255"/>
                  <a:pt x="4538" y="8255"/>
                </a:cubicBezTo>
                <a:cubicBezTo>
                  <a:pt x="3530" y="8255"/>
                  <a:pt x="2679" y="7562"/>
                  <a:pt x="2521" y="6617"/>
                </a:cubicBezTo>
                <a:lnTo>
                  <a:pt x="3687" y="6617"/>
                </a:lnTo>
                <a:cubicBezTo>
                  <a:pt x="3939" y="6617"/>
                  <a:pt x="4128" y="6396"/>
                  <a:pt x="4128" y="6207"/>
                </a:cubicBezTo>
                <a:cubicBezTo>
                  <a:pt x="4128" y="5987"/>
                  <a:pt x="3939" y="5766"/>
                  <a:pt x="3687" y="5766"/>
                </a:cubicBezTo>
                <a:lnTo>
                  <a:pt x="2490" y="5766"/>
                </a:lnTo>
                <a:lnTo>
                  <a:pt x="2490" y="4947"/>
                </a:lnTo>
                <a:lnTo>
                  <a:pt x="3687" y="4947"/>
                </a:lnTo>
                <a:cubicBezTo>
                  <a:pt x="3939" y="4947"/>
                  <a:pt x="4128" y="4758"/>
                  <a:pt x="4128" y="4506"/>
                </a:cubicBezTo>
                <a:cubicBezTo>
                  <a:pt x="4128" y="4285"/>
                  <a:pt x="3939" y="4128"/>
                  <a:pt x="3687" y="4128"/>
                </a:cubicBezTo>
                <a:lnTo>
                  <a:pt x="2490" y="4128"/>
                </a:lnTo>
                <a:lnTo>
                  <a:pt x="2490" y="3277"/>
                </a:lnTo>
                <a:lnTo>
                  <a:pt x="3687" y="3277"/>
                </a:lnTo>
                <a:cubicBezTo>
                  <a:pt x="3939" y="3277"/>
                  <a:pt x="4128" y="3057"/>
                  <a:pt x="4128" y="2836"/>
                </a:cubicBezTo>
                <a:cubicBezTo>
                  <a:pt x="4128" y="2584"/>
                  <a:pt x="3939" y="2395"/>
                  <a:pt x="3687" y="2395"/>
                </a:cubicBezTo>
                <a:lnTo>
                  <a:pt x="2521" y="2395"/>
                </a:lnTo>
                <a:cubicBezTo>
                  <a:pt x="2710" y="1481"/>
                  <a:pt x="3530" y="788"/>
                  <a:pt x="4538" y="788"/>
                </a:cubicBezTo>
                <a:close/>
                <a:moveTo>
                  <a:pt x="8255" y="5671"/>
                </a:moveTo>
                <a:lnTo>
                  <a:pt x="8255" y="6144"/>
                </a:lnTo>
                <a:cubicBezTo>
                  <a:pt x="8255" y="8066"/>
                  <a:pt x="6806" y="9641"/>
                  <a:pt x="4947" y="9830"/>
                </a:cubicBezTo>
                <a:lnTo>
                  <a:pt x="4947" y="9011"/>
                </a:lnTo>
                <a:cubicBezTo>
                  <a:pt x="6365" y="8822"/>
                  <a:pt x="7436" y="7593"/>
                  <a:pt x="7436" y="6144"/>
                </a:cubicBezTo>
                <a:lnTo>
                  <a:pt x="7436" y="5671"/>
                </a:lnTo>
                <a:cubicBezTo>
                  <a:pt x="7562" y="5703"/>
                  <a:pt x="7720" y="5735"/>
                  <a:pt x="7846" y="5735"/>
                </a:cubicBezTo>
                <a:cubicBezTo>
                  <a:pt x="7940" y="5735"/>
                  <a:pt x="8098" y="5703"/>
                  <a:pt x="8255" y="5671"/>
                </a:cubicBezTo>
                <a:close/>
                <a:moveTo>
                  <a:pt x="1639" y="5703"/>
                </a:moveTo>
                <a:lnTo>
                  <a:pt x="1639" y="6176"/>
                </a:lnTo>
                <a:cubicBezTo>
                  <a:pt x="1639" y="7625"/>
                  <a:pt x="2710" y="8853"/>
                  <a:pt x="4128" y="9043"/>
                </a:cubicBezTo>
                <a:lnTo>
                  <a:pt x="4128" y="9893"/>
                </a:lnTo>
                <a:cubicBezTo>
                  <a:pt x="2238" y="9641"/>
                  <a:pt x="820" y="8066"/>
                  <a:pt x="820" y="6176"/>
                </a:cubicBezTo>
                <a:lnTo>
                  <a:pt x="820" y="5703"/>
                </a:lnTo>
                <a:cubicBezTo>
                  <a:pt x="946" y="5735"/>
                  <a:pt x="1104" y="5798"/>
                  <a:pt x="1261" y="5798"/>
                </a:cubicBezTo>
                <a:cubicBezTo>
                  <a:pt x="1419" y="5798"/>
                  <a:pt x="1545" y="5735"/>
                  <a:pt x="1639" y="5703"/>
                </a:cubicBezTo>
                <a:close/>
                <a:moveTo>
                  <a:pt x="4569" y="12414"/>
                </a:moveTo>
                <a:cubicBezTo>
                  <a:pt x="5073" y="12414"/>
                  <a:pt x="5546" y="12760"/>
                  <a:pt x="5703" y="13233"/>
                </a:cubicBezTo>
                <a:lnTo>
                  <a:pt x="3372" y="13233"/>
                </a:lnTo>
                <a:cubicBezTo>
                  <a:pt x="3530" y="12760"/>
                  <a:pt x="4002" y="12414"/>
                  <a:pt x="4569" y="12414"/>
                </a:cubicBezTo>
                <a:close/>
                <a:moveTo>
                  <a:pt x="4569" y="1"/>
                </a:moveTo>
                <a:cubicBezTo>
                  <a:pt x="2962" y="1"/>
                  <a:pt x="1639" y="1292"/>
                  <a:pt x="1639" y="2868"/>
                </a:cubicBezTo>
                <a:lnTo>
                  <a:pt x="1639" y="3340"/>
                </a:lnTo>
                <a:cubicBezTo>
                  <a:pt x="1545" y="3309"/>
                  <a:pt x="1387" y="3277"/>
                  <a:pt x="1261" y="3277"/>
                </a:cubicBezTo>
                <a:cubicBezTo>
                  <a:pt x="600" y="3277"/>
                  <a:pt x="1" y="3813"/>
                  <a:pt x="1" y="4474"/>
                </a:cubicBezTo>
                <a:lnTo>
                  <a:pt x="1" y="6144"/>
                </a:lnTo>
                <a:cubicBezTo>
                  <a:pt x="1" y="8507"/>
                  <a:pt x="1797" y="10460"/>
                  <a:pt x="4128" y="10681"/>
                </a:cubicBezTo>
                <a:lnTo>
                  <a:pt x="4128" y="11626"/>
                </a:lnTo>
                <a:cubicBezTo>
                  <a:pt x="3183" y="11815"/>
                  <a:pt x="2490" y="12634"/>
                  <a:pt x="2490" y="13611"/>
                </a:cubicBezTo>
                <a:cubicBezTo>
                  <a:pt x="2490" y="13863"/>
                  <a:pt x="2679" y="14052"/>
                  <a:pt x="2868" y="14052"/>
                </a:cubicBezTo>
                <a:lnTo>
                  <a:pt x="6176" y="14052"/>
                </a:lnTo>
                <a:cubicBezTo>
                  <a:pt x="6428" y="14052"/>
                  <a:pt x="6617" y="13863"/>
                  <a:pt x="6617" y="13611"/>
                </a:cubicBezTo>
                <a:cubicBezTo>
                  <a:pt x="6617" y="12634"/>
                  <a:pt x="5892" y="11783"/>
                  <a:pt x="4947" y="11626"/>
                </a:cubicBezTo>
                <a:lnTo>
                  <a:pt x="4947" y="10681"/>
                </a:lnTo>
                <a:cubicBezTo>
                  <a:pt x="7247" y="10460"/>
                  <a:pt x="9106" y="8538"/>
                  <a:pt x="9106" y="6176"/>
                </a:cubicBezTo>
                <a:lnTo>
                  <a:pt x="9106" y="4537"/>
                </a:lnTo>
                <a:cubicBezTo>
                  <a:pt x="9106" y="3844"/>
                  <a:pt x="8539" y="3309"/>
                  <a:pt x="7846" y="3309"/>
                </a:cubicBezTo>
                <a:cubicBezTo>
                  <a:pt x="7688" y="3309"/>
                  <a:pt x="7562" y="3340"/>
                  <a:pt x="7436" y="3372"/>
                </a:cubicBezTo>
                <a:lnTo>
                  <a:pt x="7436" y="2868"/>
                </a:lnTo>
                <a:cubicBezTo>
                  <a:pt x="7436" y="1261"/>
                  <a:pt x="6144" y="1"/>
                  <a:pt x="45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5442" name="Google Shape;15442;p85"/>
          <p:cNvGrpSpPr/>
          <p:nvPr/>
        </p:nvGrpSpPr>
        <p:grpSpPr>
          <a:xfrm>
            <a:off x="6667277" y="1303887"/>
            <a:ext cx="340034" cy="340420"/>
            <a:chOff x="-12199250" y="1662675"/>
            <a:chExt cx="352075" cy="352475"/>
          </a:xfrm>
        </p:grpSpPr>
        <p:sp>
          <p:nvSpPr>
            <p:cNvPr id="15443" name="Google Shape;15443;p85"/>
            <p:cNvSpPr/>
            <p:nvPr/>
          </p:nvSpPr>
          <p:spPr>
            <a:xfrm>
              <a:off x="-12004725" y="1710325"/>
              <a:ext cx="116600" cy="76425"/>
            </a:xfrm>
            <a:custGeom>
              <a:avLst/>
              <a:gdLst/>
              <a:ahLst/>
              <a:cxnLst/>
              <a:rect l="l" t="t" r="r" b="b"/>
              <a:pathLst>
                <a:path w="4664" h="3057" extrusionOk="0">
                  <a:moveTo>
                    <a:pt x="2395" y="788"/>
                  </a:moveTo>
                  <a:cubicBezTo>
                    <a:pt x="2679" y="788"/>
                    <a:pt x="2962" y="819"/>
                    <a:pt x="3246" y="914"/>
                  </a:cubicBezTo>
                  <a:cubicBezTo>
                    <a:pt x="3435" y="945"/>
                    <a:pt x="3624" y="1008"/>
                    <a:pt x="3813" y="1008"/>
                  </a:cubicBezTo>
                  <a:cubicBezTo>
                    <a:pt x="3781" y="1702"/>
                    <a:pt x="3246" y="2206"/>
                    <a:pt x="2616" y="2206"/>
                  </a:cubicBezTo>
                  <a:lnTo>
                    <a:pt x="1986" y="2206"/>
                  </a:lnTo>
                  <a:cubicBezTo>
                    <a:pt x="1608" y="2206"/>
                    <a:pt x="1261" y="2017"/>
                    <a:pt x="1104" y="1702"/>
                  </a:cubicBezTo>
                  <a:lnTo>
                    <a:pt x="946" y="1386"/>
                  </a:lnTo>
                  <a:lnTo>
                    <a:pt x="1041" y="1292"/>
                  </a:lnTo>
                  <a:cubicBezTo>
                    <a:pt x="1450" y="851"/>
                    <a:pt x="2017" y="788"/>
                    <a:pt x="2395" y="788"/>
                  </a:cubicBezTo>
                  <a:close/>
                  <a:moveTo>
                    <a:pt x="2458" y="0"/>
                  </a:moveTo>
                  <a:cubicBezTo>
                    <a:pt x="2017" y="0"/>
                    <a:pt x="1167" y="63"/>
                    <a:pt x="473" y="756"/>
                  </a:cubicBezTo>
                  <a:lnTo>
                    <a:pt x="158" y="1071"/>
                  </a:lnTo>
                  <a:cubicBezTo>
                    <a:pt x="64" y="1166"/>
                    <a:pt x="1" y="1386"/>
                    <a:pt x="95" y="1544"/>
                  </a:cubicBezTo>
                  <a:lnTo>
                    <a:pt x="379" y="2080"/>
                  </a:lnTo>
                  <a:cubicBezTo>
                    <a:pt x="631" y="2678"/>
                    <a:pt x="1261" y="3056"/>
                    <a:pt x="1954" y="3056"/>
                  </a:cubicBezTo>
                  <a:lnTo>
                    <a:pt x="2553" y="3056"/>
                  </a:lnTo>
                  <a:cubicBezTo>
                    <a:pt x="3718" y="3056"/>
                    <a:pt x="4664" y="2111"/>
                    <a:pt x="4664" y="977"/>
                  </a:cubicBezTo>
                  <a:lnTo>
                    <a:pt x="4664" y="662"/>
                  </a:lnTo>
                  <a:cubicBezTo>
                    <a:pt x="4664" y="441"/>
                    <a:pt x="4506" y="284"/>
                    <a:pt x="4254" y="284"/>
                  </a:cubicBezTo>
                  <a:cubicBezTo>
                    <a:pt x="3971" y="284"/>
                    <a:pt x="3718" y="221"/>
                    <a:pt x="3466" y="158"/>
                  </a:cubicBezTo>
                  <a:cubicBezTo>
                    <a:pt x="3120" y="32"/>
                    <a:pt x="2773"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444" name="Google Shape;15444;p85"/>
            <p:cNvSpPr/>
            <p:nvPr/>
          </p:nvSpPr>
          <p:spPr>
            <a:xfrm>
              <a:off x="-12158300" y="1709525"/>
              <a:ext cx="116600" cy="77225"/>
            </a:xfrm>
            <a:custGeom>
              <a:avLst/>
              <a:gdLst/>
              <a:ahLst/>
              <a:cxnLst/>
              <a:rect l="l" t="t" r="r" b="b"/>
              <a:pathLst>
                <a:path w="4664" h="3089" extrusionOk="0">
                  <a:moveTo>
                    <a:pt x="2237" y="820"/>
                  </a:moveTo>
                  <a:cubicBezTo>
                    <a:pt x="2647" y="820"/>
                    <a:pt x="3182" y="883"/>
                    <a:pt x="3592" y="1324"/>
                  </a:cubicBezTo>
                  <a:lnTo>
                    <a:pt x="3718" y="1450"/>
                  </a:lnTo>
                  <a:lnTo>
                    <a:pt x="3560" y="1765"/>
                  </a:lnTo>
                  <a:cubicBezTo>
                    <a:pt x="3403" y="2080"/>
                    <a:pt x="3088" y="2269"/>
                    <a:pt x="2710" y="2269"/>
                  </a:cubicBezTo>
                  <a:lnTo>
                    <a:pt x="2048" y="2269"/>
                  </a:lnTo>
                  <a:cubicBezTo>
                    <a:pt x="1387" y="2269"/>
                    <a:pt x="820" y="1765"/>
                    <a:pt x="820" y="1072"/>
                  </a:cubicBezTo>
                  <a:cubicBezTo>
                    <a:pt x="1040" y="1040"/>
                    <a:pt x="1229" y="977"/>
                    <a:pt x="1418" y="946"/>
                  </a:cubicBezTo>
                  <a:cubicBezTo>
                    <a:pt x="1702" y="851"/>
                    <a:pt x="1985" y="820"/>
                    <a:pt x="2237" y="820"/>
                  </a:cubicBezTo>
                  <a:close/>
                  <a:moveTo>
                    <a:pt x="2237" y="1"/>
                  </a:moveTo>
                  <a:cubicBezTo>
                    <a:pt x="1891" y="1"/>
                    <a:pt x="1513" y="32"/>
                    <a:pt x="1198" y="158"/>
                  </a:cubicBezTo>
                  <a:cubicBezTo>
                    <a:pt x="914" y="221"/>
                    <a:pt x="662" y="253"/>
                    <a:pt x="410" y="253"/>
                  </a:cubicBezTo>
                  <a:cubicBezTo>
                    <a:pt x="158" y="253"/>
                    <a:pt x="0" y="473"/>
                    <a:pt x="0" y="662"/>
                  </a:cubicBezTo>
                  <a:lnTo>
                    <a:pt x="0" y="1009"/>
                  </a:lnTo>
                  <a:cubicBezTo>
                    <a:pt x="0" y="2143"/>
                    <a:pt x="914" y="3088"/>
                    <a:pt x="2048" y="3088"/>
                  </a:cubicBezTo>
                  <a:lnTo>
                    <a:pt x="2710" y="3088"/>
                  </a:lnTo>
                  <a:cubicBezTo>
                    <a:pt x="3403" y="3088"/>
                    <a:pt x="3970" y="2742"/>
                    <a:pt x="4285" y="2112"/>
                  </a:cubicBezTo>
                  <a:lnTo>
                    <a:pt x="4569" y="1513"/>
                  </a:lnTo>
                  <a:cubicBezTo>
                    <a:pt x="4663" y="1355"/>
                    <a:pt x="4600" y="1166"/>
                    <a:pt x="4506" y="1040"/>
                  </a:cubicBezTo>
                  <a:lnTo>
                    <a:pt x="4191" y="725"/>
                  </a:lnTo>
                  <a:cubicBezTo>
                    <a:pt x="3560" y="95"/>
                    <a:pt x="2804" y="1"/>
                    <a:pt x="22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445" name="Google Shape;15445;p85"/>
            <p:cNvSpPr/>
            <p:nvPr/>
          </p:nvSpPr>
          <p:spPr>
            <a:xfrm>
              <a:off x="-12199250" y="1662675"/>
              <a:ext cx="352075" cy="352475"/>
            </a:xfrm>
            <a:custGeom>
              <a:avLst/>
              <a:gdLst/>
              <a:ahLst/>
              <a:cxnLst/>
              <a:rect l="l" t="t" r="r" b="b"/>
              <a:pathLst>
                <a:path w="14083" h="14099" extrusionOk="0">
                  <a:moveTo>
                    <a:pt x="3916" y="1048"/>
                  </a:moveTo>
                  <a:cubicBezTo>
                    <a:pt x="4902" y="1048"/>
                    <a:pt x="5796" y="1401"/>
                    <a:pt x="6459" y="2064"/>
                  </a:cubicBezTo>
                  <a:lnTo>
                    <a:pt x="6774" y="2379"/>
                  </a:lnTo>
                  <a:cubicBezTo>
                    <a:pt x="6837" y="2442"/>
                    <a:pt x="6963" y="2505"/>
                    <a:pt x="7026" y="2505"/>
                  </a:cubicBezTo>
                  <a:cubicBezTo>
                    <a:pt x="7152" y="2505"/>
                    <a:pt x="7246" y="2442"/>
                    <a:pt x="7309" y="2379"/>
                  </a:cubicBezTo>
                  <a:lnTo>
                    <a:pt x="7624" y="2064"/>
                  </a:lnTo>
                  <a:cubicBezTo>
                    <a:pt x="8288" y="1400"/>
                    <a:pt x="9186" y="1062"/>
                    <a:pt x="10163" y="1062"/>
                  </a:cubicBezTo>
                  <a:cubicBezTo>
                    <a:pt x="10577" y="1062"/>
                    <a:pt x="11005" y="1123"/>
                    <a:pt x="11436" y="1245"/>
                  </a:cubicBezTo>
                  <a:cubicBezTo>
                    <a:pt x="11656" y="1302"/>
                    <a:pt x="11880" y="1331"/>
                    <a:pt x="12105" y="1331"/>
                  </a:cubicBezTo>
                  <a:cubicBezTo>
                    <a:pt x="12493" y="1331"/>
                    <a:pt x="12885" y="1247"/>
                    <a:pt x="13264" y="1087"/>
                  </a:cubicBezTo>
                  <a:lnTo>
                    <a:pt x="13264" y="2883"/>
                  </a:lnTo>
                  <a:cubicBezTo>
                    <a:pt x="13264" y="4490"/>
                    <a:pt x="11972" y="5750"/>
                    <a:pt x="10397" y="5750"/>
                  </a:cubicBezTo>
                  <a:lnTo>
                    <a:pt x="9767" y="5750"/>
                  </a:lnTo>
                  <a:cubicBezTo>
                    <a:pt x="8759" y="5750"/>
                    <a:pt x="7876" y="5214"/>
                    <a:pt x="7435" y="4332"/>
                  </a:cubicBezTo>
                  <a:cubicBezTo>
                    <a:pt x="7341" y="4175"/>
                    <a:pt x="7246" y="4112"/>
                    <a:pt x="7089" y="4112"/>
                  </a:cubicBezTo>
                  <a:cubicBezTo>
                    <a:pt x="6931" y="4112"/>
                    <a:pt x="6774" y="4175"/>
                    <a:pt x="6711" y="4332"/>
                  </a:cubicBezTo>
                  <a:cubicBezTo>
                    <a:pt x="6301" y="5214"/>
                    <a:pt x="5388" y="5750"/>
                    <a:pt x="4411" y="5750"/>
                  </a:cubicBezTo>
                  <a:lnTo>
                    <a:pt x="3718" y="5750"/>
                  </a:lnTo>
                  <a:cubicBezTo>
                    <a:pt x="2111" y="5750"/>
                    <a:pt x="851" y="4458"/>
                    <a:pt x="851" y="2883"/>
                  </a:cubicBezTo>
                  <a:lnTo>
                    <a:pt x="851" y="1102"/>
                  </a:lnTo>
                  <a:lnTo>
                    <a:pt x="851" y="1102"/>
                  </a:lnTo>
                  <a:cubicBezTo>
                    <a:pt x="1182" y="1252"/>
                    <a:pt x="1548" y="1331"/>
                    <a:pt x="1926" y="1331"/>
                  </a:cubicBezTo>
                  <a:cubicBezTo>
                    <a:pt x="2153" y="1331"/>
                    <a:pt x="2384" y="1302"/>
                    <a:pt x="2615" y="1245"/>
                  </a:cubicBezTo>
                  <a:cubicBezTo>
                    <a:pt x="3058" y="1113"/>
                    <a:pt x="3495" y="1048"/>
                    <a:pt x="3916" y="1048"/>
                  </a:cubicBezTo>
                  <a:close/>
                  <a:moveTo>
                    <a:pt x="819" y="5214"/>
                  </a:moveTo>
                  <a:cubicBezTo>
                    <a:pt x="1071" y="5529"/>
                    <a:pt x="1323" y="5750"/>
                    <a:pt x="1638" y="6002"/>
                  </a:cubicBezTo>
                  <a:lnTo>
                    <a:pt x="1638" y="6065"/>
                  </a:lnTo>
                  <a:lnTo>
                    <a:pt x="1638" y="10791"/>
                  </a:lnTo>
                  <a:lnTo>
                    <a:pt x="819" y="10791"/>
                  </a:lnTo>
                  <a:lnTo>
                    <a:pt x="819" y="5214"/>
                  </a:lnTo>
                  <a:close/>
                  <a:moveTo>
                    <a:pt x="1607" y="11641"/>
                  </a:moveTo>
                  <a:lnTo>
                    <a:pt x="1607" y="12838"/>
                  </a:lnTo>
                  <a:cubicBezTo>
                    <a:pt x="1638" y="13090"/>
                    <a:pt x="1449" y="13279"/>
                    <a:pt x="1197" y="13279"/>
                  </a:cubicBezTo>
                  <a:cubicBezTo>
                    <a:pt x="977" y="13279"/>
                    <a:pt x="788" y="13090"/>
                    <a:pt x="788" y="12838"/>
                  </a:cubicBezTo>
                  <a:lnTo>
                    <a:pt x="788" y="11641"/>
                  </a:lnTo>
                  <a:close/>
                  <a:moveTo>
                    <a:pt x="13689" y="0"/>
                  </a:moveTo>
                  <a:cubicBezTo>
                    <a:pt x="13618" y="0"/>
                    <a:pt x="13547" y="16"/>
                    <a:pt x="13484" y="47"/>
                  </a:cubicBezTo>
                  <a:lnTo>
                    <a:pt x="12949" y="331"/>
                  </a:lnTo>
                  <a:cubicBezTo>
                    <a:pt x="12686" y="452"/>
                    <a:pt x="12424" y="509"/>
                    <a:pt x="12153" y="509"/>
                  </a:cubicBezTo>
                  <a:cubicBezTo>
                    <a:pt x="12001" y="509"/>
                    <a:pt x="11847" y="491"/>
                    <a:pt x="11689" y="457"/>
                  </a:cubicBezTo>
                  <a:cubicBezTo>
                    <a:pt x="11200" y="307"/>
                    <a:pt x="10699" y="235"/>
                    <a:pt x="10208" y="235"/>
                  </a:cubicBezTo>
                  <a:cubicBezTo>
                    <a:pt x="9876" y="235"/>
                    <a:pt x="9549" y="268"/>
                    <a:pt x="9231" y="331"/>
                  </a:cubicBezTo>
                  <a:cubicBezTo>
                    <a:pt x="8412" y="489"/>
                    <a:pt x="7656" y="867"/>
                    <a:pt x="7026" y="1497"/>
                  </a:cubicBezTo>
                  <a:cubicBezTo>
                    <a:pt x="6396" y="867"/>
                    <a:pt x="5671" y="489"/>
                    <a:pt x="4820" y="331"/>
                  </a:cubicBezTo>
                  <a:cubicBezTo>
                    <a:pt x="4503" y="268"/>
                    <a:pt x="4180" y="235"/>
                    <a:pt x="3855" y="235"/>
                  </a:cubicBezTo>
                  <a:cubicBezTo>
                    <a:pt x="3372" y="235"/>
                    <a:pt x="2883" y="307"/>
                    <a:pt x="2395" y="457"/>
                  </a:cubicBezTo>
                  <a:cubicBezTo>
                    <a:pt x="2236" y="491"/>
                    <a:pt x="2078" y="509"/>
                    <a:pt x="1923" y="509"/>
                  </a:cubicBezTo>
                  <a:cubicBezTo>
                    <a:pt x="1645" y="509"/>
                    <a:pt x="1377" y="452"/>
                    <a:pt x="1134" y="331"/>
                  </a:cubicBezTo>
                  <a:lnTo>
                    <a:pt x="567" y="47"/>
                  </a:lnTo>
                  <a:cubicBezTo>
                    <a:pt x="527" y="21"/>
                    <a:pt x="476" y="11"/>
                    <a:pt x="421" y="11"/>
                  </a:cubicBezTo>
                  <a:cubicBezTo>
                    <a:pt x="345" y="11"/>
                    <a:pt x="262" y="29"/>
                    <a:pt x="189" y="47"/>
                  </a:cubicBezTo>
                  <a:cubicBezTo>
                    <a:pt x="63" y="142"/>
                    <a:pt x="0" y="237"/>
                    <a:pt x="0" y="394"/>
                  </a:cubicBezTo>
                  <a:lnTo>
                    <a:pt x="0" y="12838"/>
                  </a:lnTo>
                  <a:cubicBezTo>
                    <a:pt x="0" y="13563"/>
                    <a:pt x="536" y="14099"/>
                    <a:pt x="1197" y="14099"/>
                  </a:cubicBezTo>
                  <a:cubicBezTo>
                    <a:pt x="1890" y="14099"/>
                    <a:pt x="2458" y="13563"/>
                    <a:pt x="2458" y="12838"/>
                  </a:cubicBezTo>
                  <a:lnTo>
                    <a:pt x="2458" y="6380"/>
                  </a:lnTo>
                  <a:cubicBezTo>
                    <a:pt x="2867" y="6506"/>
                    <a:pt x="3245" y="6600"/>
                    <a:pt x="3686" y="6600"/>
                  </a:cubicBezTo>
                  <a:lnTo>
                    <a:pt x="4348" y="6600"/>
                  </a:lnTo>
                  <a:cubicBezTo>
                    <a:pt x="4978" y="6600"/>
                    <a:pt x="5608" y="6443"/>
                    <a:pt x="6144" y="6065"/>
                  </a:cubicBezTo>
                  <a:cubicBezTo>
                    <a:pt x="6490" y="5876"/>
                    <a:pt x="6774" y="5592"/>
                    <a:pt x="7026" y="5277"/>
                  </a:cubicBezTo>
                  <a:cubicBezTo>
                    <a:pt x="7656" y="6065"/>
                    <a:pt x="8696" y="6600"/>
                    <a:pt x="9767" y="6600"/>
                  </a:cubicBezTo>
                  <a:lnTo>
                    <a:pt x="10397" y="6600"/>
                  </a:lnTo>
                  <a:cubicBezTo>
                    <a:pt x="12445" y="6600"/>
                    <a:pt x="14083" y="4931"/>
                    <a:pt x="14083" y="2883"/>
                  </a:cubicBezTo>
                  <a:lnTo>
                    <a:pt x="14083" y="394"/>
                  </a:lnTo>
                  <a:cubicBezTo>
                    <a:pt x="14083" y="237"/>
                    <a:pt x="14020" y="142"/>
                    <a:pt x="13894" y="47"/>
                  </a:cubicBezTo>
                  <a:cubicBezTo>
                    <a:pt x="13831" y="16"/>
                    <a:pt x="13760" y="0"/>
                    <a:pt x="136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446" name="Google Shape;15446;p85"/>
          <p:cNvGrpSpPr/>
          <p:nvPr/>
        </p:nvGrpSpPr>
        <p:grpSpPr>
          <a:xfrm>
            <a:off x="6666130" y="1710754"/>
            <a:ext cx="342328" cy="342328"/>
            <a:chOff x="-12199250" y="2096250"/>
            <a:chExt cx="354450" cy="354450"/>
          </a:xfrm>
        </p:grpSpPr>
        <p:sp>
          <p:nvSpPr>
            <p:cNvPr id="15447" name="Google Shape;15447;p85"/>
            <p:cNvSpPr/>
            <p:nvPr/>
          </p:nvSpPr>
          <p:spPr>
            <a:xfrm>
              <a:off x="-12199250" y="2096250"/>
              <a:ext cx="354450" cy="354450"/>
            </a:xfrm>
            <a:custGeom>
              <a:avLst/>
              <a:gdLst/>
              <a:ahLst/>
              <a:cxnLst/>
              <a:rect l="l" t="t" r="r" b="b"/>
              <a:pathLst>
                <a:path w="14178" h="14178" extrusionOk="0">
                  <a:moveTo>
                    <a:pt x="8507" y="851"/>
                  </a:moveTo>
                  <a:lnTo>
                    <a:pt x="9609" y="2553"/>
                  </a:lnTo>
                  <a:lnTo>
                    <a:pt x="4505" y="2553"/>
                  </a:lnTo>
                  <a:lnTo>
                    <a:pt x="5608" y="851"/>
                  </a:lnTo>
                  <a:close/>
                  <a:moveTo>
                    <a:pt x="4442" y="3340"/>
                  </a:moveTo>
                  <a:cubicBezTo>
                    <a:pt x="4001" y="3655"/>
                    <a:pt x="3655" y="4002"/>
                    <a:pt x="3340" y="4443"/>
                  </a:cubicBezTo>
                  <a:lnTo>
                    <a:pt x="3340" y="3718"/>
                  </a:lnTo>
                  <a:cubicBezTo>
                    <a:pt x="3308" y="3529"/>
                    <a:pt x="3497" y="3340"/>
                    <a:pt x="3718" y="3340"/>
                  </a:cubicBezTo>
                  <a:close/>
                  <a:moveTo>
                    <a:pt x="10334" y="3340"/>
                  </a:moveTo>
                  <a:cubicBezTo>
                    <a:pt x="10586" y="3340"/>
                    <a:pt x="10775" y="3529"/>
                    <a:pt x="10775" y="3781"/>
                  </a:cubicBezTo>
                  <a:lnTo>
                    <a:pt x="10775" y="4443"/>
                  </a:lnTo>
                  <a:lnTo>
                    <a:pt x="10743" y="4443"/>
                  </a:lnTo>
                  <a:cubicBezTo>
                    <a:pt x="10428" y="4002"/>
                    <a:pt x="10082" y="3655"/>
                    <a:pt x="9641" y="3340"/>
                  </a:cubicBezTo>
                  <a:close/>
                  <a:moveTo>
                    <a:pt x="2521" y="4506"/>
                  </a:moveTo>
                  <a:lnTo>
                    <a:pt x="2521" y="9610"/>
                  </a:lnTo>
                  <a:lnTo>
                    <a:pt x="819" y="8507"/>
                  </a:lnTo>
                  <a:lnTo>
                    <a:pt x="819" y="5640"/>
                  </a:lnTo>
                  <a:lnTo>
                    <a:pt x="2521" y="4506"/>
                  </a:lnTo>
                  <a:close/>
                  <a:moveTo>
                    <a:pt x="11562" y="4537"/>
                  </a:moveTo>
                  <a:lnTo>
                    <a:pt x="13264" y="5640"/>
                  </a:lnTo>
                  <a:lnTo>
                    <a:pt x="13264" y="8507"/>
                  </a:lnTo>
                  <a:lnTo>
                    <a:pt x="11562" y="9610"/>
                  </a:lnTo>
                  <a:lnTo>
                    <a:pt x="11562" y="4537"/>
                  </a:lnTo>
                  <a:close/>
                  <a:moveTo>
                    <a:pt x="3308" y="9673"/>
                  </a:moveTo>
                  <a:cubicBezTo>
                    <a:pt x="3623" y="10114"/>
                    <a:pt x="3970" y="10460"/>
                    <a:pt x="4411" y="10775"/>
                  </a:cubicBezTo>
                  <a:lnTo>
                    <a:pt x="3686" y="10775"/>
                  </a:lnTo>
                  <a:cubicBezTo>
                    <a:pt x="3466" y="10775"/>
                    <a:pt x="3245" y="10586"/>
                    <a:pt x="3245" y="10366"/>
                  </a:cubicBezTo>
                  <a:lnTo>
                    <a:pt x="3245" y="9673"/>
                  </a:lnTo>
                  <a:close/>
                  <a:moveTo>
                    <a:pt x="7026" y="3340"/>
                  </a:moveTo>
                  <a:cubicBezTo>
                    <a:pt x="9074" y="3340"/>
                    <a:pt x="10743" y="4978"/>
                    <a:pt x="10743" y="7089"/>
                  </a:cubicBezTo>
                  <a:cubicBezTo>
                    <a:pt x="10743" y="9137"/>
                    <a:pt x="9074" y="10775"/>
                    <a:pt x="7026" y="10775"/>
                  </a:cubicBezTo>
                  <a:cubicBezTo>
                    <a:pt x="5009" y="10775"/>
                    <a:pt x="3308" y="9137"/>
                    <a:pt x="3308" y="7089"/>
                  </a:cubicBezTo>
                  <a:cubicBezTo>
                    <a:pt x="3308" y="5041"/>
                    <a:pt x="4946" y="3340"/>
                    <a:pt x="7026" y="3340"/>
                  </a:cubicBezTo>
                  <a:close/>
                  <a:moveTo>
                    <a:pt x="10743" y="9673"/>
                  </a:moveTo>
                  <a:lnTo>
                    <a:pt x="10743" y="10397"/>
                  </a:lnTo>
                  <a:cubicBezTo>
                    <a:pt x="10743" y="10618"/>
                    <a:pt x="10586" y="10775"/>
                    <a:pt x="10334" y="10775"/>
                  </a:cubicBezTo>
                  <a:lnTo>
                    <a:pt x="9641" y="10775"/>
                  </a:lnTo>
                  <a:cubicBezTo>
                    <a:pt x="10082" y="10460"/>
                    <a:pt x="10428" y="10114"/>
                    <a:pt x="10743" y="9673"/>
                  </a:cubicBezTo>
                  <a:close/>
                  <a:moveTo>
                    <a:pt x="9578" y="11594"/>
                  </a:moveTo>
                  <a:lnTo>
                    <a:pt x="8443" y="13296"/>
                  </a:lnTo>
                  <a:lnTo>
                    <a:pt x="5577" y="13296"/>
                  </a:lnTo>
                  <a:lnTo>
                    <a:pt x="4474" y="11594"/>
                  </a:lnTo>
                  <a:close/>
                  <a:moveTo>
                    <a:pt x="5419" y="1"/>
                  </a:moveTo>
                  <a:cubicBezTo>
                    <a:pt x="5261" y="1"/>
                    <a:pt x="5167" y="64"/>
                    <a:pt x="5072" y="190"/>
                  </a:cubicBezTo>
                  <a:lnTo>
                    <a:pt x="3529" y="2553"/>
                  </a:lnTo>
                  <a:cubicBezTo>
                    <a:pt x="3025" y="2616"/>
                    <a:pt x="2678" y="3025"/>
                    <a:pt x="2552" y="3529"/>
                  </a:cubicBezTo>
                  <a:lnTo>
                    <a:pt x="189" y="5073"/>
                  </a:lnTo>
                  <a:cubicBezTo>
                    <a:pt x="63" y="5136"/>
                    <a:pt x="0" y="5262"/>
                    <a:pt x="0" y="5419"/>
                  </a:cubicBezTo>
                  <a:lnTo>
                    <a:pt x="0" y="8727"/>
                  </a:lnTo>
                  <a:cubicBezTo>
                    <a:pt x="0" y="8853"/>
                    <a:pt x="63" y="9011"/>
                    <a:pt x="189" y="9105"/>
                  </a:cubicBezTo>
                  <a:lnTo>
                    <a:pt x="2552" y="10618"/>
                  </a:lnTo>
                  <a:cubicBezTo>
                    <a:pt x="2647" y="11153"/>
                    <a:pt x="3025" y="11500"/>
                    <a:pt x="3529" y="11626"/>
                  </a:cubicBezTo>
                  <a:lnTo>
                    <a:pt x="5072" y="13989"/>
                  </a:lnTo>
                  <a:cubicBezTo>
                    <a:pt x="5167" y="14083"/>
                    <a:pt x="5261" y="14178"/>
                    <a:pt x="5419" y="14178"/>
                  </a:cubicBezTo>
                  <a:lnTo>
                    <a:pt x="8727" y="14178"/>
                  </a:lnTo>
                  <a:cubicBezTo>
                    <a:pt x="8885" y="14178"/>
                    <a:pt x="9011" y="14083"/>
                    <a:pt x="9105" y="13989"/>
                  </a:cubicBezTo>
                  <a:lnTo>
                    <a:pt x="10617" y="11626"/>
                  </a:lnTo>
                  <a:cubicBezTo>
                    <a:pt x="11153" y="11531"/>
                    <a:pt x="11499" y="11153"/>
                    <a:pt x="11626" y="10618"/>
                  </a:cubicBezTo>
                  <a:lnTo>
                    <a:pt x="13988" y="9105"/>
                  </a:lnTo>
                  <a:cubicBezTo>
                    <a:pt x="14083" y="9011"/>
                    <a:pt x="14177" y="8885"/>
                    <a:pt x="14177" y="8727"/>
                  </a:cubicBezTo>
                  <a:lnTo>
                    <a:pt x="14177" y="5419"/>
                  </a:lnTo>
                  <a:cubicBezTo>
                    <a:pt x="14177" y="5262"/>
                    <a:pt x="14083" y="5167"/>
                    <a:pt x="13988" y="5073"/>
                  </a:cubicBezTo>
                  <a:lnTo>
                    <a:pt x="11626" y="3529"/>
                  </a:lnTo>
                  <a:cubicBezTo>
                    <a:pt x="11531" y="3025"/>
                    <a:pt x="11153" y="2679"/>
                    <a:pt x="10617" y="2553"/>
                  </a:cubicBezTo>
                  <a:lnTo>
                    <a:pt x="9105" y="190"/>
                  </a:lnTo>
                  <a:cubicBezTo>
                    <a:pt x="9011" y="64"/>
                    <a:pt x="8885" y="1"/>
                    <a:pt x="87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448" name="Google Shape;15448;p85"/>
            <p:cNvSpPr/>
            <p:nvPr/>
          </p:nvSpPr>
          <p:spPr>
            <a:xfrm>
              <a:off x="-12096075" y="2200225"/>
              <a:ext cx="144950" cy="144950"/>
            </a:xfrm>
            <a:custGeom>
              <a:avLst/>
              <a:gdLst/>
              <a:ahLst/>
              <a:cxnLst/>
              <a:rect l="l" t="t" r="r" b="b"/>
              <a:pathLst>
                <a:path w="5798" h="5798" extrusionOk="0">
                  <a:moveTo>
                    <a:pt x="2899" y="851"/>
                  </a:moveTo>
                  <a:cubicBezTo>
                    <a:pt x="4064" y="851"/>
                    <a:pt x="5010" y="1796"/>
                    <a:pt x="5010" y="2930"/>
                  </a:cubicBezTo>
                  <a:cubicBezTo>
                    <a:pt x="5010" y="4064"/>
                    <a:pt x="4064" y="5010"/>
                    <a:pt x="2899" y="5010"/>
                  </a:cubicBezTo>
                  <a:cubicBezTo>
                    <a:pt x="1765" y="5010"/>
                    <a:pt x="819" y="4064"/>
                    <a:pt x="819" y="2930"/>
                  </a:cubicBezTo>
                  <a:cubicBezTo>
                    <a:pt x="819" y="1796"/>
                    <a:pt x="1765" y="851"/>
                    <a:pt x="2899" y="851"/>
                  </a:cubicBezTo>
                  <a:close/>
                  <a:moveTo>
                    <a:pt x="2899" y="0"/>
                  </a:moveTo>
                  <a:cubicBezTo>
                    <a:pt x="1292" y="0"/>
                    <a:pt x="0" y="1323"/>
                    <a:pt x="0" y="2930"/>
                  </a:cubicBezTo>
                  <a:cubicBezTo>
                    <a:pt x="0" y="4505"/>
                    <a:pt x="1292" y="5797"/>
                    <a:pt x="2899" y="5797"/>
                  </a:cubicBezTo>
                  <a:cubicBezTo>
                    <a:pt x="4537" y="5797"/>
                    <a:pt x="5797" y="4505"/>
                    <a:pt x="5797" y="2930"/>
                  </a:cubicBezTo>
                  <a:cubicBezTo>
                    <a:pt x="5797" y="1323"/>
                    <a:pt x="4474" y="0"/>
                    <a:pt x="28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449" name="Google Shape;15449;p85"/>
          <p:cNvGrpSpPr/>
          <p:nvPr/>
        </p:nvGrpSpPr>
        <p:grpSpPr>
          <a:xfrm>
            <a:off x="6667277" y="2119708"/>
            <a:ext cx="340034" cy="341579"/>
            <a:chOff x="-12199250" y="2530225"/>
            <a:chExt cx="352075" cy="353675"/>
          </a:xfrm>
        </p:grpSpPr>
        <p:sp>
          <p:nvSpPr>
            <p:cNvPr id="15450" name="Google Shape;15450;p85"/>
            <p:cNvSpPr/>
            <p:nvPr/>
          </p:nvSpPr>
          <p:spPr>
            <a:xfrm>
              <a:off x="-12055900" y="2530225"/>
              <a:ext cx="63025" cy="62250"/>
            </a:xfrm>
            <a:custGeom>
              <a:avLst/>
              <a:gdLst/>
              <a:ahLst/>
              <a:cxnLst/>
              <a:rect l="l" t="t" r="r" b="b"/>
              <a:pathLst>
                <a:path w="2521" h="2490" extrusionOk="0">
                  <a:moveTo>
                    <a:pt x="1292" y="883"/>
                  </a:moveTo>
                  <a:cubicBezTo>
                    <a:pt x="1512" y="883"/>
                    <a:pt x="1733" y="1072"/>
                    <a:pt x="1733" y="1292"/>
                  </a:cubicBezTo>
                  <a:cubicBezTo>
                    <a:pt x="1701" y="1513"/>
                    <a:pt x="1544" y="1702"/>
                    <a:pt x="1292" y="1702"/>
                  </a:cubicBezTo>
                  <a:cubicBezTo>
                    <a:pt x="1071" y="1702"/>
                    <a:pt x="914" y="1513"/>
                    <a:pt x="914" y="1292"/>
                  </a:cubicBezTo>
                  <a:cubicBezTo>
                    <a:pt x="914" y="1072"/>
                    <a:pt x="1103" y="883"/>
                    <a:pt x="1292" y="883"/>
                  </a:cubicBezTo>
                  <a:close/>
                  <a:moveTo>
                    <a:pt x="1260" y="1"/>
                  </a:moveTo>
                  <a:cubicBezTo>
                    <a:pt x="567" y="1"/>
                    <a:pt x="0" y="568"/>
                    <a:pt x="0" y="1261"/>
                  </a:cubicBezTo>
                  <a:cubicBezTo>
                    <a:pt x="0" y="1923"/>
                    <a:pt x="567" y="2490"/>
                    <a:pt x="1260" y="2490"/>
                  </a:cubicBezTo>
                  <a:cubicBezTo>
                    <a:pt x="1985" y="2490"/>
                    <a:pt x="2520" y="1923"/>
                    <a:pt x="2520" y="1261"/>
                  </a:cubicBezTo>
                  <a:cubicBezTo>
                    <a:pt x="2520" y="599"/>
                    <a:pt x="1985" y="1"/>
                    <a:pt x="12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451" name="Google Shape;15451;p85"/>
            <p:cNvSpPr/>
            <p:nvPr/>
          </p:nvSpPr>
          <p:spPr>
            <a:xfrm>
              <a:off x="-12116550" y="2592450"/>
              <a:ext cx="185900" cy="291450"/>
            </a:xfrm>
            <a:custGeom>
              <a:avLst/>
              <a:gdLst/>
              <a:ahLst/>
              <a:cxnLst/>
              <a:rect l="l" t="t" r="r" b="b"/>
              <a:pathLst>
                <a:path w="7436" h="11658" extrusionOk="0">
                  <a:moveTo>
                    <a:pt x="5135" y="851"/>
                  </a:moveTo>
                  <a:cubicBezTo>
                    <a:pt x="5388" y="1324"/>
                    <a:pt x="5419" y="1891"/>
                    <a:pt x="5230" y="2395"/>
                  </a:cubicBezTo>
                  <a:lnTo>
                    <a:pt x="3938" y="1765"/>
                  </a:lnTo>
                  <a:cubicBezTo>
                    <a:pt x="3875" y="1749"/>
                    <a:pt x="3812" y="1741"/>
                    <a:pt x="3749" y="1741"/>
                  </a:cubicBezTo>
                  <a:cubicBezTo>
                    <a:pt x="3686" y="1741"/>
                    <a:pt x="3623" y="1749"/>
                    <a:pt x="3560" y="1765"/>
                  </a:cubicBezTo>
                  <a:lnTo>
                    <a:pt x="2269" y="2395"/>
                  </a:lnTo>
                  <a:cubicBezTo>
                    <a:pt x="2048" y="1891"/>
                    <a:pt x="2080" y="1324"/>
                    <a:pt x="2300" y="851"/>
                  </a:cubicBezTo>
                  <a:close/>
                  <a:moveTo>
                    <a:pt x="4159" y="2742"/>
                  </a:moveTo>
                  <a:lnTo>
                    <a:pt x="4946" y="3151"/>
                  </a:lnTo>
                  <a:lnTo>
                    <a:pt x="4253" y="7530"/>
                  </a:lnTo>
                  <a:lnTo>
                    <a:pt x="3308" y="7530"/>
                  </a:lnTo>
                  <a:lnTo>
                    <a:pt x="2552" y="3151"/>
                  </a:lnTo>
                  <a:lnTo>
                    <a:pt x="3340" y="2742"/>
                  </a:lnTo>
                  <a:lnTo>
                    <a:pt x="3340" y="4569"/>
                  </a:lnTo>
                  <a:cubicBezTo>
                    <a:pt x="3340" y="4789"/>
                    <a:pt x="3529" y="5010"/>
                    <a:pt x="3718" y="5010"/>
                  </a:cubicBezTo>
                  <a:cubicBezTo>
                    <a:pt x="3970" y="5010"/>
                    <a:pt x="4159" y="4789"/>
                    <a:pt x="4159" y="4569"/>
                  </a:cubicBezTo>
                  <a:lnTo>
                    <a:pt x="4159" y="2742"/>
                  </a:lnTo>
                  <a:close/>
                  <a:moveTo>
                    <a:pt x="5388" y="8318"/>
                  </a:moveTo>
                  <a:cubicBezTo>
                    <a:pt x="5608" y="8318"/>
                    <a:pt x="5766" y="8507"/>
                    <a:pt x="5766" y="8727"/>
                  </a:cubicBezTo>
                  <a:lnTo>
                    <a:pt x="5766" y="9169"/>
                  </a:lnTo>
                  <a:lnTo>
                    <a:pt x="1638" y="9169"/>
                  </a:lnTo>
                  <a:lnTo>
                    <a:pt x="1638" y="8727"/>
                  </a:lnTo>
                  <a:cubicBezTo>
                    <a:pt x="1638" y="8507"/>
                    <a:pt x="1827" y="8318"/>
                    <a:pt x="2080" y="8318"/>
                  </a:cubicBezTo>
                  <a:close/>
                  <a:moveTo>
                    <a:pt x="6207" y="9956"/>
                  </a:moveTo>
                  <a:cubicBezTo>
                    <a:pt x="6459" y="9956"/>
                    <a:pt x="6616" y="10145"/>
                    <a:pt x="6616" y="10397"/>
                  </a:cubicBezTo>
                  <a:lnTo>
                    <a:pt x="6616" y="10838"/>
                  </a:lnTo>
                  <a:lnTo>
                    <a:pt x="819" y="10838"/>
                  </a:lnTo>
                  <a:lnTo>
                    <a:pt x="819" y="10397"/>
                  </a:lnTo>
                  <a:cubicBezTo>
                    <a:pt x="819" y="10145"/>
                    <a:pt x="1008" y="9956"/>
                    <a:pt x="1260" y="9956"/>
                  </a:cubicBezTo>
                  <a:close/>
                  <a:moveTo>
                    <a:pt x="2080" y="1"/>
                  </a:moveTo>
                  <a:cubicBezTo>
                    <a:pt x="1922" y="1"/>
                    <a:pt x="1796" y="64"/>
                    <a:pt x="1733" y="190"/>
                  </a:cubicBezTo>
                  <a:cubicBezTo>
                    <a:pt x="1134" y="1040"/>
                    <a:pt x="1134" y="2143"/>
                    <a:pt x="1670" y="3057"/>
                  </a:cubicBezTo>
                  <a:lnTo>
                    <a:pt x="2426" y="7530"/>
                  </a:lnTo>
                  <a:lnTo>
                    <a:pt x="2080" y="7530"/>
                  </a:lnTo>
                  <a:cubicBezTo>
                    <a:pt x="1418" y="7530"/>
                    <a:pt x="819" y="8066"/>
                    <a:pt x="819" y="8759"/>
                  </a:cubicBezTo>
                  <a:lnTo>
                    <a:pt x="819" y="9232"/>
                  </a:lnTo>
                  <a:cubicBezTo>
                    <a:pt x="347" y="9389"/>
                    <a:pt x="0" y="9862"/>
                    <a:pt x="0" y="10429"/>
                  </a:cubicBezTo>
                  <a:lnTo>
                    <a:pt x="0" y="11248"/>
                  </a:lnTo>
                  <a:cubicBezTo>
                    <a:pt x="0" y="11500"/>
                    <a:pt x="189" y="11657"/>
                    <a:pt x="378" y="11657"/>
                  </a:cubicBezTo>
                  <a:lnTo>
                    <a:pt x="6994" y="11657"/>
                  </a:lnTo>
                  <a:cubicBezTo>
                    <a:pt x="7246" y="11657"/>
                    <a:pt x="7435" y="11437"/>
                    <a:pt x="7435" y="11248"/>
                  </a:cubicBezTo>
                  <a:lnTo>
                    <a:pt x="7435" y="10429"/>
                  </a:lnTo>
                  <a:cubicBezTo>
                    <a:pt x="7435" y="9862"/>
                    <a:pt x="7089" y="9452"/>
                    <a:pt x="6616" y="9232"/>
                  </a:cubicBezTo>
                  <a:lnTo>
                    <a:pt x="6616" y="8759"/>
                  </a:lnTo>
                  <a:cubicBezTo>
                    <a:pt x="6616" y="8066"/>
                    <a:pt x="6049" y="7530"/>
                    <a:pt x="5388" y="7530"/>
                  </a:cubicBezTo>
                  <a:lnTo>
                    <a:pt x="5041" y="7530"/>
                  </a:lnTo>
                  <a:lnTo>
                    <a:pt x="5766" y="3057"/>
                  </a:lnTo>
                  <a:cubicBezTo>
                    <a:pt x="6333" y="2206"/>
                    <a:pt x="6301" y="1072"/>
                    <a:pt x="5734" y="190"/>
                  </a:cubicBezTo>
                  <a:cubicBezTo>
                    <a:pt x="5671" y="64"/>
                    <a:pt x="5545" y="1"/>
                    <a:pt x="53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452" name="Google Shape;15452;p85"/>
            <p:cNvSpPr/>
            <p:nvPr/>
          </p:nvSpPr>
          <p:spPr>
            <a:xfrm>
              <a:off x="-11950375" y="2633400"/>
              <a:ext cx="103200" cy="102425"/>
            </a:xfrm>
            <a:custGeom>
              <a:avLst/>
              <a:gdLst/>
              <a:ahLst/>
              <a:cxnLst/>
              <a:rect l="l" t="t" r="r" b="b"/>
              <a:pathLst>
                <a:path w="4128" h="4097" extrusionOk="0">
                  <a:moveTo>
                    <a:pt x="2017" y="1324"/>
                  </a:moveTo>
                  <a:lnTo>
                    <a:pt x="2206" y="1671"/>
                  </a:lnTo>
                  <a:cubicBezTo>
                    <a:pt x="2238" y="1734"/>
                    <a:pt x="2332" y="1828"/>
                    <a:pt x="2395" y="1860"/>
                  </a:cubicBezTo>
                  <a:lnTo>
                    <a:pt x="2742" y="2049"/>
                  </a:lnTo>
                  <a:lnTo>
                    <a:pt x="2395" y="2269"/>
                  </a:lnTo>
                  <a:cubicBezTo>
                    <a:pt x="2332" y="2301"/>
                    <a:pt x="2238" y="2364"/>
                    <a:pt x="2206" y="2458"/>
                  </a:cubicBezTo>
                  <a:lnTo>
                    <a:pt x="2017" y="2805"/>
                  </a:lnTo>
                  <a:lnTo>
                    <a:pt x="1797" y="2458"/>
                  </a:lnTo>
                  <a:cubicBezTo>
                    <a:pt x="1765" y="2364"/>
                    <a:pt x="1702" y="2301"/>
                    <a:pt x="1607" y="2269"/>
                  </a:cubicBezTo>
                  <a:lnTo>
                    <a:pt x="1261" y="2049"/>
                  </a:lnTo>
                  <a:lnTo>
                    <a:pt x="1607" y="1860"/>
                  </a:lnTo>
                  <a:cubicBezTo>
                    <a:pt x="1702" y="1828"/>
                    <a:pt x="1765" y="1734"/>
                    <a:pt x="1797" y="1671"/>
                  </a:cubicBezTo>
                  <a:lnTo>
                    <a:pt x="2017" y="1324"/>
                  </a:lnTo>
                  <a:close/>
                  <a:moveTo>
                    <a:pt x="2049" y="1"/>
                  </a:moveTo>
                  <a:cubicBezTo>
                    <a:pt x="1891" y="1"/>
                    <a:pt x="1734" y="95"/>
                    <a:pt x="1702" y="253"/>
                  </a:cubicBezTo>
                  <a:lnTo>
                    <a:pt x="1229" y="1230"/>
                  </a:lnTo>
                  <a:lnTo>
                    <a:pt x="221" y="1702"/>
                  </a:lnTo>
                  <a:cubicBezTo>
                    <a:pt x="64" y="1797"/>
                    <a:pt x="1" y="1891"/>
                    <a:pt x="1" y="2049"/>
                  </a:cubicBezTo>
                  <a:cubicBezTo>
                    <a:pt x="1" y="2206"/>
                    <a:pt x="64" y="2364"/>
                    <a:pt x="221" y="2427"/>
                  </a:cubicBezTo>
                  <a:lnTo>
                    <a:pt x="1229" y="2899"/>
                  </a:lnTo>
                  <a:lnTo>
                    <a:pt x="1702" y="3876"/>
                  </a:lnTo>
                  <a:cubicBezTo>
                    <a:pt x="1765" y="4034"/>
                    <a:pt x="1891" y="4097"/>
                    <a:pt x="2049" y="4097"/>
                  </a:cubicBezTo>
                  <a:cubicBezTo>
                    <a:pt x="2206" y="4097"/>
                    <a:pt x="2364" y="4034"/>
                    <a:pt x="2395" y="3876"/>
                  </a:cubicBezTo>
                  <a:lnTo>
                    <a:pt x="2868" y="2899"/>
                  </a:lnTo>
                  <a:lnTo>
                    <a:pt x="3907" y="2427"/>
                  </a:lnTo>
                  <a:cubicBezTo>
                    <a:pt x="4065" y="2332"/>
                    <a:pt x="4128" y="2206"/>
                    <a:pt x="4128" y="2049"/>
                  </a:cubicBezTo>
                  <a:cubicBezTo>
                    <a:pt x="4128" y="1891"/>
                    <a:pt x="4065" y="1734"/>
                    <a:pt x="3907" y="1702"/>
                  </a:cubicBezTo>
                  <a:lnTo>
                    <a:pt x="2868" y="1230"/>
                  </a:lnTo>
                  <a:lnTo>
                    <a:pt x="2395" y="253"/>
                  </a:lnTo>
                  <a:cubicBezTo>
                    <a:pt x="2332" y="95"/>
                    <a:pt x="2206" y="1"/>
                    <a:pt x="20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453" name="Google Shape;15453;p85"/>
            <p:cNvSpPr/>
            <p:nvPr/>
          </p:nvSpPr>
          <p:spPr>
            <a:xfrm>
              <a:off x="-12199250" y="2633400"/>
              <a:ext cx="103200" cy="102425"/>
            </a:xfrm>
            <a:custGeom>
              <a:avLst/>
              <a:gdLst/>
              <a:ahLst/>
              <a:cxnLst/>
              <a:rect l="l" t="t" r="r" b="b"/>
              <a:pathLst>
                <a:path w="4128" h="4097" extrusionOk="0">
                  <a:moveTo>
                    <a:pt x="2048" y="1324"/>
                  </a:moveTo>
                  <a:lnTo>
                    <a:pt x="2237" y="1671"/>
                  </a:lnTo>
                  <a:cubicBezTo>
                    <a:pt x="2269" y="1734"/>
                    <a:pt x="2363" y="1828"/>
                    <a:pt x="2426" y="1860"/>
                  </a:cubicBezTo>
                  <a:lnTo>
                    <a:pt x="2804" y="2049"/>
                  </a:lnTo>
                  <a:lnTo>
                    <a:pt x="2426" y="2269"/>
                  </a:lnTo>
                  <a:cubicBezTo>
                    <a:pt x="2363" y="2301"/>
                    <a:pt x="2269" y="2364"/>
                    <a:pt x="2237" y="2458"/>
                  </a:cubicBezTo>
                  <a:lnTo>
                    <a:pt x="2048" y="2805"/>
                  </a:lnTo>
                  <a:lnTo>
                    <a:pt x="1859" y="2458"/>
                  </a:lnTo>
                  <a:cubicBezTo>
                    <a:pt x="1796" y="2364"/>
                    <a:pt x="1733" y="2301"/>
                    <a:pt x="1638" y="2269"/>
                  </a:cubicBezTo>
                  <a:lnTo>
                    <a:pt x="1292" y="2049"/>
                  </a:lnTo>
                  <a:lnTo>
                    <a:pt x="1638" y="1860"/>
                  </a:lnTo>
                  <a:cubicBezTo>
                    <a:pt x="1733" y="1828"/>
                    <a:pt x="1796" y="1734"/>
                    <a:pt x="1859" y="1671"/>
                  </a:cubicBezTo>
                  <a:lnTo>
                    <a:pt x="2048" y="1324"/>
                  </a:lnTo>
                  <a:close/>
                  <a:moveTo>
                    <a:pt x="2079" y="1"/>
                  </a:moveTo>
                  <a:cubicBezTo>
                    <a:pt x="1922" y="1"/>
                    <a:pt x="1764" y="95"/>
                    <a:pt x="1733" y="253"/>
                  </a:cubicBezTo>
                  <a:lnTo>
                    <a:pt x="1260" y="1230"/>
                  </a:lnTo>
                  <a:lnTo>
                    <a:pt x="221" y="1702"/>
                  </a:lnTo>
                  <a:cubicBezTo>
                    <a:pt x="63" y="1797"/>
                    <a:pt x="0" y="1891"/>
                    <a:pt x="0" y="2049"/>
                  </a:cubicBezTo>
                  <a:cubicBezTo>
                    <a:pt x="0" y="2206"/>
                    <a:pt x="63" y="2364"/>
                    <a:pt x="221" y="2427"/>
                  </a:cubicBezTo>
                  <a:lnTo>
                    <a:pt x="1260" y="2899"/>
                  </a:lnTo>
                  <a:lnTo>
                    <a:pt x="1733" y="3876"/>
                  </a:lnTo>
                  <a:cubicBezTo>
                    <a:pt x="1796" y="4034"/>
                    <a:pt x="1922" y="4097"/>
                    <a:pt x="2079" y="4097"/>
                  </a:cubicBezTo>
                  <a:cubicBezTo>
                    <a:pt x="2237" y="4097"/>
                    <a:pt x="2395" y="4034"/>
                    <a:pt x="2426" y="3876"/>
                  </a:cubicBezTo>
                  <a:lnTo>
                    <a:pt x="2899" y="2899"/>
                  </a:lnTo>
                  <a:lnTo>
                    <a:pt x="3907" y="2427"/>
                  </a:lnTo>
                  <a:cubicBezTo>
                    <a:pt x="4033" y="2364"/>
                    <a:pt x="4127" y="2206"/>
                    <a:pt x="4127" y="2049"/>
                  </a:cubicBezTo>
                  <a:cubicBezTo>
                    <a:pt x="4127" y="1891"/>
                    <a:pt x="4033" y="1734"/>
                    <a:pt x="3907" y="1702"/>
                  </a:cubicBezTo>
                  <a:lnTo>
                    <a:pt x="2899" y="1230"/>
                  </a:lnTo>
                  <a:lnTo>
                    <a:pt x="2426" y="253"/>
                  </a:lnTo>
                  <a:cubicBezTo>
                    <a:pt x="2363" y="95"/>
                    <a:pt x="2237" y="1"/>
                    <a:pt x="20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5454" name="Google Shape;15454;p85"/>
          <p:cNvSpPr/>
          <p:nvPr/>
        </p:nvSpPr>
        <p:spPr>
          <a:xfrm>
            <a:off x="4871163" y="2550438"/>
            <a:ext cx="341579" cy="341772"/>
          </a:xfrm>
          <a:custGeom>
            <a:avLst/>
            <a:gdLst/>
            <a:ahLst/>
            <a:cxnLst/>
            <a:rect l="l" t="t" r="r" b="b"/>
            <a:pathLst>
              <a:path w="14147" h="14155" extrusionOk="0">
                <a:moveTo>
                  <a:pt x="7058" y="891"/>
                </a:moveTo>
                <a:lnTo>
                  <a:pt x="11311" y="3285"/>
                </a:lnTo>
                <a:lnTo>
                  <a:pt x="2805" y="3285"/>
                </a:lnTo>
                <a:lnTo>
                  <a:pt x="7058" y="891"/>
                </a:lnTo>
                <a:close/>
                <a:moveTo>
                  <a:pt x="12886" y="4136"/>
                </a:moveTo>
                <a:cubicBezTo>
                  <a:pt x="13107" y="4136"/>
                  <a:pt x="13264" y="4325"/>
                  <a:pt x="13264" y="4545"/>
                </a:cubicBezTo>
                <a:lnTo>
                  <a:pt x="13264" y="4986"/>
                </a:lnTo>
                <a:lnTo>
                  <a:pt x="851" y="4986"/>
                </a:lnTo>
                <a:lnTo>
                  <a:pt x="851" y="4545"/>
                </a:lnTo>
                <a:cubicBezTo>
                  <a:pt x="851" y="4325"/>
                  <a:pt x="1040" y="4136"/>
                  <a:pt x="1261" y="4136"/>
                </a:cubicBezTo>
                <a:close/>
                <a:moveTo>
                  <a:pt x="3309" y="5806"/>
                </a:moveTo>
                <a:lnTo>
                  <a:pt x="3309" y="9996"/>
                </a:lnTo>
                <a:lnTo>
                  <a:pt x="2490" y="9996"/>
                </a:lnTo>
                <a:lnTo>
                  <a:pt x="2490" y="5806"/>
                </a:lnTo>
                <a:close/>
                <a:moveTo>
                  <a:pt x="5798" y="5806"/>
                </a:moveTo>
                <a:lnTo>
                  <a:pt x="5798" y="9996"/>
                </a:lnTo>
                <a:lnTo>
                  <a:pt x="4128" y="9996"/>
                </a:lnTo>
                <a:lnTo>
                  <a:pt x="4128" y="5806"/>
                </a:lnTo>
                <a:close/>
                <a:moveTo>
                  <a:pt x="7499" y="5806"/>
                </a:moveTo>
                <a:lnTo>
                  <a:pt x="7499" y="9996"/>
                </a:lnTo>
                <a:lnTo>
                  <a:pt x="6617" y="9996"/>
                </a:lnTo>
                <a:lnTo>
                  <a:pt x="6617" y="5806"/>
                </a:lnTo>
                <a:close/>
                <a:moveTo>
                  <a:pt x="9956" y="5806"/>
                </a:moveTo>
                <a:lnTo>
                  <a:pt x="9956" y="9996"/>
                </a:lnTo>
                <a:lnTo>
                  <a:pt x="8286" y="9996"/>
                </a:lnTo>
                <a:lnTo>
                  <a:pt x="8286" y="5806"/>
                </a:lnTo>
                <a:close/>
                <a:moveTo>
                  <a:pt x="11626" y="5806"/>
                </a:moveTo>
                <a:lnTo>
                  <a:pt x="11626" y="9996"/>
                </a:lnTo>
                <a:lnTo>
                  <a:pt x="10807" y="9996"/>
                </a:lnTo>
                <a:lnTo>
                  <a:pt x="10807" y="5806"/>
                </a:lnTo>
                <a:close/>
                <a:moveTo>
                  <a:pt x="12004" y="10815"/>
                </a:moveTo>
                <a:cubicBezTo>
                  <a:pt x="12256" y="10815"/>
                  <a:pt x="12445" y="11004"/>
                  <a:pt x="12445" y="11256"/>
                </a:cubicBezTo>
                <a:lnTo>
                  <a:pt x="12445" y="11634"/>
                </a:lnTo>
                <a:lnTo>
                  <a:pt x="1670" y="11634"/>
                </a:lnTo>
                <a:lnTo>
                  <a:pt x="1670" y="11256"/>
                </a:lnTo>
                <a:cubicBezTo>
                  <a:pt x="1670" y="11004"/>
                  <a:pt x="1859" y="10815"/>
                  <a:pt x="2048" y="10815"/>
                </a:cubicBezTo>
                <a:close/>
                <a:moveTo>
                  <a:pt x="12886" y="12422"/>
                </a:moveTo>
                <a:cubicBezTo>
                  <a:pt x="13107" y="12422"/>
                  <a:pt x="13264" y="12642"/>
                  <a:pt x="13264" y="12863"/>
                </a:cubicBezTo>
                <a:lnTo>
                  <a:pt x="13264" y="13304"/>
                </a:lnTo>
                <a:lnTo>
                  <a:pt x="851" y="13304"/>
                </a:lnTo>
                <a:lnTo>
                  <a:pt x="851" y="12863"/>
                </a:lnTo>
                <a:cubicBezTo>
                  <a:pt x="851" y="12642"/>
                  <a:pt x="1040" y="12422"/>
                  <a:pt x="1261" y="12422"/>
                </a:cubicBezTo>
                <a:close/>
                <a:moveTo>
                  <a:pt x="7058" y="1"/>
                </a:moveTo>
                <a:cubicBezTo>
                  <a:pt x="6987" y="1"/>
                  <a:pt x="6916" y="24"/>
                  <a:pt x="6869" y="72"/>
                </a:cubicBezTo>
                <a:lnTo>
                  <a:pt x="1103" y="3348"/>
                </a:lnTo>
                <a:cubicBezTo>
                  <a:pt x="473" y="3411"/>
                  <a:pt x="1" y="3915"/>
                  <a:pt x="1" y="4545"/>
                </a:cubicBezTo>
                <a:lnTo>
                  <a:pt x="1" y="5365"/>
                </a:lnTo>
                <a:cubicBezTo>
                  <a:pt x="1" y="5617"/>
                  <a:pt x="221" y="5806"/>
                  <a:pt x="442" y="5806"/>
                </a:cubicBezTo>
                <a:lnTo>
                  <a:pt x="1702" y="5806"/>
                </a:lnTo>
                <a:lnTo>
                  <a:pt x="1702" y="10059"/>
                </a:lnTo>
                <a:cubicBezTo>
                  <a:pt x="1229" y="10216"/>
                  <a:pt x="883" y="10689"/>
                  <a:pt x="883" y="11256"/>
                </a:cubicBezTo>
                <a:lnTo>
                  <a:pt x="883" y="11729"/>
                </a:lnTo>
                <a:cubicBezTo>
                  <a:pt x="410" y="11886"/>
                  <a:pt x="64" y="12359"/>
                  <a:pt x="64" y="12894"/>
                </a:cubicBezTo>
                <a:lnTo>
                  <a:pt x="64" y="13713"/>
                </a:lnTo>
                <a:cubicBezTo>
                  <a:pt x="64" y="13965"/>
                  <a:pt x="253" y="14154"/>
                  <a:pt x="473" y="14154"/>
                </a:cubicBezTo>
                <a:lnTo>
                  <a:pt x="13768" y="14154"/>
                </a:lnTo>
                <a:cubicBezTo>
                  <a:pt x="13989" y="14154"/>
                  <a:pt x="14146" y="13965"/>
                  <a:pt x="14146" y="13713"/>
                </a:cubicBezTo>
                <a:lnTo>
                  <a:pt x="14146" y="12894"/>
                </a:lnTo>
                <a:cubicBezTo>
                  <a:pt x="14146" y="12359"/>
                  <a:pt x="13800" y="11918"/>
                  <a:pt x="13327" y="11729"/>
                </a:cubicBezTo>
                <a:lnTo>
                  <a:pt x="13327" y="11256"/>
                </a:lnTo>
                <a:cubicBezTo>
                  <a:pt x="13327" y="10689"/>
                  <a:pt x="12981" y="10248"/>
                  <a:pt x="12508" y="10059"/>
                </a:cubicBezTo>
                <a:lnTo>
                  <a:pt x="12508" y="5806"/>
                </a:lnTo>
                <a:lnTo>
                  <a:pt x="13768" y="5806"/>
                </a:lnTo>
                <a:cubicBezTo>
                  <a:pt x="13989" y="5806"/>
                  <a:pt x="14146" y="5617"/>
                  <a:pt x="14146" y="5396"/>
                </a:cubicBezTo>
                <a:lnTo>
                  <a:pt x="14146" y="4545"/>
                </a:lnTo>
                <a:cubicBezTo>
                  <a:pt x="14115" y="3915"/>
                  <a:pt x="13642" y="3380"/>
                  <a:pt x="13012" y="3348"/>
                </a:cubicBezTo>
                <a:lnTo>
                  <a:pt x="7247" y="72"/>
                </a:lnTo>
                <a:cubicBezTo>
                  <a:pt x="7200" y="24"/>
                  <a:pt x="7129" y="1"/>
                  <a:pt x="70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5455" name="Google Shape;15455;p85"/>
          <p:cNvGrpSpPr/>
          <p:nvPr/>
        </p:nvGrpSpPr>
        <p:grpSpPr>
          <a:xfrm>
            <a:off x="4870788" y="2959488"/>
            <a:ext cx="342328" cy="339310"/>
            <a:chOff x="-10462550" y="2057650"/>
            <a:chExt cx="354450" cy="351325"/>
          </a:xfrm>
        </p:grpSpPr>
        <p:sp>
          <p:nvSpPr>
            <p:cNvPr id="15456" name="Google Shape;15456;p85"/>
            <p:cNvSpPr/>
            <p:nvPr/>
          </p:nvSpPr>
          <p:spPr>
            <a:xfrm>
              <a:off x="-10462550" y="2057650"/>
              <a:ext cx="354450" cy="351325"/>
            </a:xfrm>
            <a:custGeom>
              <a:avLst/>
              <a:gdLst/>
              <a:ahLst/>
              <a:cxnLst/>
              <a:rect l="l" t="t" r="r" b="b"/>
              <a:pathLst>
                <a:path w="14178" h="14053" extrusionOk="0">
                  <a:moveTo>
                    <a:pt x="7121" y="788"/>
                  </a:moveTo>
                  <a:cubicBezTo>
                    <a:pt x="7341" y="788"/>
                    <a:pt x="7499" y="978"/>
                    <a:pt x="7499" y="1198"/>
                  </a:cubicBezTo>
                  <a:cubicBezTo>
                    <a:pt x="7499" y="1419"/>
                    <a:pt x="7310" y="1608"/>
                    <a:pt x="7121" y="1608"/>
                  </a:cubicBezTo>
                  <a:cubicBezTo>
                    <a:pt x="6932" y="1608"/>
                    <a:pt x="6680" y="1419"/>
                    <a:pt x="6680" y="1198"/>
                  </a:cubicBezTo>
                  <a:cubicBezTo>
                    <a:pt x="6711" y="946"/>
                    <a:pt x="6869" y="788"/>
                    <a:pt x="7121" y="788"/>
                  </a:cubicBezTo>
                  <a:close/>
                  <a:moveTo>
                    <a:pt x="7467" y="2364"/>
                  </a:moveTo>
                  <a:lnTo>
                    <a:pt x="8790" y="4065"/>
                  </a:lnTo>
                  <a:lnTo>
                    <a:pt x="5451" y="4065"/>
                  </a:lnTo>
                  <a:lnTo>
                    <a:pt x="6774" y="2364"/>
                  </a:lnTo>
                  <a:cubicBezTo>
                    <a:pt x="6869" y="2395"/>
                    <a:pt x="6995" y="2395"/>
                    <a:pt x="7121" y="2395"/>
                  </a:cubicBezTo>
                  <a:cubicBezTo>
                    <a:pt x="7247" y="2395"/>
                    <a:pt x="7341" y="2364"/>
                    <a:pt x="7467" y="2364"/>
                  </a:cubicBezTo>
                  <a:close/>
                  <a:moveTo>
                    <a:pt x="12508" y="4065"/>
                  </a:moveTo>
                  <a:cubicBezTo>
                    <a:pt x="12981" y="4065"/>
                    <a:pt x="13327" y="4412"/>
                    <a:pt x="13327" y="4884"/>
                  </a:cubicBezTo>
                  <a:cubicBezTo>
                    <a:pt x="13327" y="5231"/>
                    <a:pt x="13107" y="5546"/>
                    <a:pt x="12792" y="5672"/>
                  </a:cubicBezTo>
                  <a:cubicBezTo>
                    <a:pt x="12634" y="5703"/>
                    <a:pt x="12508" y="5861"/>
                    <a:pt x="12508" y="6081"/>
                  </a:cubicBezTo>
                  <a:lnTo>
                    <a:pt x="12508" y="11217"/>
                  </a:lnTo>
                  <a:cubicBezTo>
                    <a:pt x="12508" y="11437"/>
                    <a:pt x="12634" y="11563"/>
                    <a:pt x="12792" y="11626"/>
                  </a:cubicBezTo>
                  <a:cubicBezTo>
                    <a:pt x="13107" y="11752"/>
                    <a:pt x="13327" y="12067"/>
                    <a:pt x="13327" y="12414"/>
                  </a:cubicBezTo>
                  <a:cubicBezTo>
                    <a:pt x="13327" y="12886"/>
                    <a:pt x="12981" y="13233"/>
                    <a:pt x="12508" y="13233"/>
                  </a:cubicBezTo>
                  <a:cubicBezTo>
                    <a:pt x="12162" y="13233"/>
                    <a:pt x="11846" y="13012"/>
                    <a:pt x="11720" y="12697"/>
                  </a:cubicBezTo>
                  <a:cubicBezTo>
                    <a:pt x="11689" y="12540"/>
                    <a:pt x="11531" y="12414"/>
                    <a:pt x="11342" y="12414"/>
                  </a:cubicBezTo>
                  <a:lnTo>
                    <a:pt x="2868" y="12414"/>
                  </a:lnTo>
                  <a:cubicBezTo>
                    <a:pt x="2710" y="12414"/>
                    <a:pt x="2553" y="12540"/>
                    <a:pt x="2490" y="12697"/>
                  </a:cubicBezTo>
                  <a:cubicBezTo>
                    <a:pt x="2363" y="13012"/>
                    <a:pt x="2048" y="13233"/>
                    <a:pt x="1702" y="13233"/>
                  </a:cubicBezTo>
                  <a:cubicBezTo>
                    <a:pt x="1198" y="13233"/>
                    <a:pt x="851" y="12886"/>
                    <a:pt x="851" y="12414"/>
                  </a:cubicBezTo>
                  <a:cubicBezTo>
                    <a:pt x="851" y="12067"/>
                    <a:pt x="1103" y="11752"/>
                    <a:pt x="1418" y="11626"/>
                  </a:cubicBezTo>
                  <a:cubicBezTo>
                    <a:pt x="1576" y="11595"/>
                    <a:pt x="1702" y="11437"/>
                    <a:pt x="1702" y="11217"/>
                  </a:cubicBezTo>
                  <a:lnTo>
                    <a:pt x="1702" y="6081"/>
                  </a:lnTo>
                  <a:cubicBezTo>
                    <a:pt x="1702" y="5924"/>
                    <a:pt x="1576" y="5766"/>
                    <a:pt x="1418" y="5672"/>
                  </a:cubicBezTo>
                  <a:cubicBezTo>
                    <a:pt x="1103" y="5546"/>
                    <a:pt x="851" y="5231"/>
                    <a:pt x="851" y="4884"/>
                  </a:cubicBezTo>
                  <a:cubicBezTo>
                    <a:pt x="851" y="4412"/>
                    <a:pt x="1229" y="4065"/>
                    <a:pt x="1702" y="4065"/>
                  </a:cubicBezTo>
                  <a:cubicBezTo>
                    <a:pt x="2048" y="4065"/>
                    <a:pt x="2363" y="4286"/>
                    <a:pt x="2490" y="4601"/>
                  </a:cubicBezTo>
                  <a:cubicBezTo>
                    <a:pt x="2521" y="4758"/>
                    <a:pt x="2679" y="4884"/>
                    <a:pt x="2868" y="4884"/>
                  </a:cubicBezTo>
                  <a:lnTo>
                    <a:pt x="11342" y="4884"/>
                  </a:lnTo>
                  <a:cubicBezTo>
                    <a:pt x="11500" y="4884"/>
                    <a:pt x="11657" y="4758"/>
                    <a:pt x="11720" y="4601"/>
                  </a:cubicBezTo>
                  <a:cubicBezTo>
                    <a:pt x="11846" y="4286"/>
                    <a:pt x="12162" y="4065"/>
                    <a:pt x="12508" y="4065"/>
                  </a:cubicBezTo>
                  <a:close/>
                  <a:moveTo>
                    <a:pt x="7089" y="1"/>
                  </a:moveTo>
                  <a:cubicBezTo>
                    <a:pt x="6365" y="1"/>
                    <a:pt x="5829" y="568"/>
                    <a:pt x="5829" y="1230"/>
                  </a:cubicBezTo>
                  <a:cubicBezTo>
                    <a:pt x="5829" y="1450"/>
                    <a:pt x="5892" y="1702"/>
                    <a:pt x="6018" y="1891"/>
                  </a:cubicBezTo>
                  <a:lnTo>
                    <a:pt x="4348" y="4097"/>
                  </a:lnTo>
                  <a:lnTo>
                    <a:pt x="3057" y="4097"/>
                  </a:lnTo>
                  <a:cubicBezTo>
                    <a:pt x="2773" y="3592"/>
                    <a:pt x="2237" y="3277"/>
                    <a:pt x="1639" y="3277"/>
                  </a:cubicBezTo>
                  <a:cubicBezTo>
                    <a:pt x="725" y="3277"/>
                    <a:pt x="1" y="4033"/>
                    <a:pt x="1" y="4916"/>
                  </a:cubicBezTo>
                  <a:cubicBezTo>
                    <a:pt x="1" y="5514"/>
                    <a:pt x="316" y="6081"/>
                    <a:pt x="820" y="6333"/>
                  </a:cubicBezTo>
                  <a:lnTo>
                    <a:pt x="820" y="10996"/>
                  </a:lnTo>
                  <a:cubicBezTo>
                    <a:pt x="316" y="11280"/>
                    <a:pt x="1" y="11815"/>
                    <a:pt x="1" y="12414"/>
                  </a:cubicBezTo>
                  <a:cubicBezTo>
                    <a:pt x="1" y="13327"/>
                    <a:pt x="725" y="14052"/>
                    <a:pt x="1639" y="14052"/>
                  </a:cubicBezTo>
                  <a:cubicBezTo>
                    <a:pt x="2237" y="14052"/>
                    <a:pt x="2773" y="13737"/>
                    <a:pt x="3057" y="13233"/>
                  </a:cubicBezTo>
                  <a:lnTo>
                    <a:pt x="11027" y="13233"/>
                  </a:lnTo>
                  <a:cubicBezTo>
                    <a:pt x="11279" y="13737"/>
                    <a:pt x="11846" y="14052"/>
                    <a:pt x="12445" y="14052"/>
                  </a:cubicBezTo>
                  <a:cubicBezTo>
                    <a:pt x="13327" y="14052"/>
                    <a:pt x="14083" y="13327"/>
                    <a:pt x="14083" y="12414"/>
                  </a:cubicBezTo>
                  <a:cubicBezTo>
                    <a:pt x="14083" y="11815"/>
                    <a:pt x="13768" y="11280"/>
                    <a:pt x="13264" y="10996"/>
                  </a:cubicBezTo>
                  <a:lnTo>
                    <a:pt x="13264" y="6333"/>
                  </a:lnTo>
                  <a:cubicBezTo>
                    <a:pt x="13863" y="6050"/>
                    <a:pt x="14178" y="5514"/>
                    <a:pt x="14178" y="4916"/>
                  </a:cubicBezTo>
                  <a:cubicBezTo>
                    <a:pt x="14178" y="4033"/>
                    <a:pt x="13422" y="3277"/>
                    <a:pt x="12508" y="3277"/>
                  </a:cubicBezTo>
                  <a:cubicBezTo>
                    <a:pt x="11909" y="3277"/>
                    <a:pt x="11374" y="3592"/>
                    <a:pt x="11090" y="4097"/>
                  </a:cubicBezTo>
                  <a:lnTo>
                    <a:pt x="9799" y="4097"/>
                  </a:lnTo>
                  <a:lnTo>
                    <a:pt x="8129" y="1891"/>
                  </a:lnTo>
                  <a:cubicBezTo>
                    <a:pt x="8255" y="1702"/>
                    <a:pt x="8349" y="1450"/>
                    <a:pt x="8349" y="1230"/>
                  </a:cubicBezTo>
                  <a:cubicBezTo>
                    <a:pt x="8349" y="568"/>
                    <a:pt x="7782" y="1"/>
                    <a:pt x="70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457" name="Google Shape;15457;p85"/>
            <p:cNvSpPr/>
            <p:nvPr/>
          </p:nvSpPr>
          <p:spPr>
            <a:xfrm>
              <a:off x="-10397950" y="2201800"/>
              <a:ext cx="228425" cy="146525"/>
            </a:xfrm>
            <a:custGeom>
              <a:avLst/>
              <a:gdLst/>
              <a:ahLst/>
              <a:cxnLst/>
              <a:rect l="l" t="t" r="r" b="b"/>
              <a:pathLst>
                <a:path w="9137" h="5861" extrusionOk="0">
                  <a:moveTo>
                    <a:pt x="8286" y="819"/>
                  </a:moveTo>
                  <a:lnTo>
                    <a:pt x="8286" y="4978"/>
                  </a:lnTo>
                  <a:lnTo>
                    <a:pt x="788" y="4978"/>
                  </a:lnTo>
                  <a:lnTo>
                    <a:pt x="788" y="819"/>
                  </a:lnTo>
                  <a:close/>
                  <a:moveTo>
                    <a:pt x="410" y="0"/>
                  </a:moveTo>
                  <a:cubicBezTo>
                    <a:pt x="158" y="0"/>
                    <a:pt x="0" y="189"/>
                    <a:pt x="0" y="410"/>
                  </a:cubicBezTo>
                  <a:lnTo>
                    <a:pt x="0" y="5419"/>
                  </a:lnTo>
                  <a:cubicBezTo>
                    <a:pt x="0" y="5640"/>
                    <a:pt x="189" y="5860"/>
                    <a:pt x="410" y="5860"/>
                  </a:cubicBezTo>
                  <a:lnTo>
                    <a:pt x="8695" y="5860"/>
                  </a:lnTo>
                  <a:cubicBezTo>
                    <a:pt x="8947" y="5860"/>
                    <a:pt x="9136" y="5640"/>
                    <a:pt x="9136" y="5419"/>
                  </a:cubicBezTo>
                  <a:lnTo>
                    <a:pt x="9136" y="410"/>
                  </a:lnTo>
                  <a:cubicBezTo>
                    <a:pt x="9105" y="158"/>
                    <a:pt x="8947" y="0"/>
                    <a:pt x="86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5458" name="Google Shape;15458;p85"/>
          <p:cNvSpPr/>
          <p:nvPr/>
        </p:nvSpPr>
        <p:spPr>
          <a:xfrm>
            <a:off x="7591624" y="2576962"/>
            <a:ext cx="313426" cy="341579"/>
          </a:xfrm>
          <a:custGeom>
            <a:avLst/>
            <a:gdLst/>
            <a:ahLst/>
            <a:cxnLst/>
            <a:rect l="l" t="t" r="r" b="b"/>
            <a:pathLst>
              <a:path w="12981" h="14147" extrusionOk="0">
                <a:moveTo>
                  <a:pt x="10712" y="820"/>
                </a:moveTo>
                <a:cubicBezTo>
                  <a:pt x="11279" y="820"/>
                  <a:pt x="11752" y="1166"/>
                  <a:pt x="11909" y="1733"/>
                </a:cubicBezTo>
                <a:cubicBezTo>
                  <a:pt x="12067" y="2615"/>
                  <a:pt x="11531" y="3655"/>
                  <a:pt x="10680" y="3655"/>
                </a:cubicBezTo>
                <a:cubicBezTo>
                  <a:pt x="9924" y="3655"/>
                  <a:pt x="9420" y="2867"/>
                  <a:pt x="9798" y="2521"/>
                </a:cubicBezTo>
                <a:cubicBezTo>
                  <a:pt x="9865" y="2476"/>
                  <a:pt x="9963" y="2432"/>
                  <a:pt x="10071" y="2432"/>
                </a:cubicBezTo>
                <a:cubicBezTo>
                  <a:pt x="10116" y="2432"/>
                  <a:pt x="10162" y="2439"/>
                  <a:pt x="10208" y="2458"/>
                </a:cubicBezTo>
                <a:cubicBezTo>
                  <a:pt x="10271" y="2489"/>
                  <a:pt x="10302" y="2521"/>
                  <a:pt x="10365" y="2615"/>
                </a:cubicBezTo>
                <a:cubicBezTo>
                  <a:pt x="10394" y="2813"/>
                  <a:pt x="10600" y="2935"/>
                  <a:pt x="10801" y="2935"/>
                </a:cubicBezTo>
                <a:cubicBezTo>
                  <a:pt x="10824" y="2935"/>
                  <a:pt x="10847" y="2934"/>
                  <a:pt x="10869" y="2930"/>
                </a:cubicBezTo>
                <a:cubicBezTo>
                  <a:pt x="11090" y="2867"/>
                  <a:pt x="11216" y="2647"/>
                  <a:pt x="11184" y="2395"/>
                </a:cubicBezTo>
                <a:cubicBezTo>
                  <a:pt x="11090" y="2048"/>
                  <a:pt x="10838" y="1733"/>
                  <a:pt x="10491" y="1670"/>
                </a:cubicBezTo>
                <a:cubicBezTo>
                  <a:pt x="10382" y="1637"/>
                  <a:pt x="10265" y="1621"/>
                  <a:pt x="10148" y="1621"/>
                </a:cubicBezTo>
                <a:cubicBezTo>
                  <a:pt x="9828" y="1621"/>
                  <a:pt x="9502" y="1738"/>
                  <a:pt x="9294" y="1922"/>
                </a:cubicBezTo>
                <a:lnTo>
                  <a:pt x="9168" y="2048"/>
                </a:lnTo>
                <a:lnTo>
                  <a:pt x="3907" y="2048"/>
                </a:lnTo>
                <a:lnTo>
                  <a:pt x="3781" y="1922"/>
                </a:lnTo>
                <a:cubicBezTo>
                  <a:pt x="3556" y="1723"/>
                  <a:pt x="3242" y="1617"/>
                  <a:pt x="2934" y="1617"/>
                </a:cubicBezTo>
                <a:cubicBezTo>
                  <a:pt x="2463" y="1617"/>
                  <a:pt x="2005" y="1862"/>
                  <a:pt x="1891" y="2395"/>
                </a:cubicBezTo>
                <a:cubicBezTo>
                  <a:pt x="1859" y="2647"/>
                  <a:pt x="1985" y="2836"/>
                  <a:pt x="2206" y="2930"/>
                </a:cubicBezTo>
                <a:cubicBezTo>
                  <a:pt x="2228" y="2934"/>
                  <a:pt x="2250" y="2935"/>
                  <a:pt x="2272" y="2935"/>
                </a:cubicBezTo>
                <a:cubicBezTo>
                  <a:pt x="2469" y="2935"/>
                  <a:pt x="2653" y="2810"/>
                  <a:pt x="2710" y="2584"/>
                </a:cubicBezTo>
                <a:cubicBezTo>
                  <a:pt x="2741" y="2521"/>
                  <a:pt x="2804" y="2489"/>
                  <a:pt x="2867" y="2426"/>
                </a:cubicBezTo>
                <a:cubicBezTo>
                  <a:pt x="2899" y="2419"/>
                  <a:pt x="2934" y="2415"/>
                  <a:pt x="2971" y="2415"/>
                </a:cubicBezTo>
                <a:cubicBezTo>
                  <a:pt x="3082" y="2415"/>
                  <a:pt x="3206" y="2450"/>
                  <a:pt x="3277" y="2521"/>
                </a:cubicBezTo>
                <a:cubicBezTo>
                  <a:pt x="3623" y="2867"/>
                  <a:pt x="3119" y="3655"/>
                  <a:pt x="2395" y="3655"/>
                </a:cubicBezTo>
                <a:cubicBezTo>
                  <a:pt x="1544" y="3655"/>
                  <a:pt x="1040" y="2584"/>
                  <a:pt x="1292" y="1733"/>
                </a:cubicBezTo>
                <a:cubicBezTo>
                  <a:pt x="1512" y="1135"/>
                  <a:pt x="1922" y="820"/>
                  <a:pt x="2489" y="820"/>
                </a:cubicBezTo>
                <a:close/>
                <a:moveTo>
                  <a:pt x="8822" y="2867"/>
                </a:moveTo>
                <a:cubicBezTo>
                  <a:pt x="8822" y="3183"/>
                  <a:pt x="8948" y="3466"/>
                  <a:pt x="9137" y="3718"/>
                </a:cubicBezTo>
                <a:lnTo>
                  <a:pt x="3749" y="3718"/>
                </a:lnTo>
                <a:cubicBezTo>
                  <a:pt x="3938" y="3466"/>
                  <a:pt x="4064" y="3183"/>
                  <a:pt x="4064" y="2867"/>
                </a:cubicBezTo>
                <a:close/>
                <a:moveTo>
                  <a:pt x="10176" y="4537"/>
                </a:moveTo>
                <a:lnTo>
                  <a:pt x="10176" y="4978"/>
                </a:lnTo>
                <a:lnTo>
                  <a:pt x="10208" y="4978"/>
                </a:lnTo>
                <a:cubicBezTo>
                  <a:pt x="10208" y="5199"/>
                  <a:pt x="9987" y="5388"/>
                  <a:pt x="9767" y="5388"/>
                </a:cubicBezTo>
                <a:lnTo>
                  <a:pt x="3151" y="5388"/>
                </a:lnTo>
                <a:cubicBezTo>
                  <a:pt x="2930" y="5388"/>
                  <a:pt x="2710" y="5199"/>
                  <a:pt x="2710" y="4978"/>
                </a:cubicBezTo>
                <a:lnTo>
                  <a:pt x="2710" y="4537"/>
                </a:lnTo>
                <a:close/>
                <a:moveTo>
                  <a:pt x="9357" y="6175"/>
                </a:moveTo>
                <a:lnTo>
                  <a:pt x="9357" y="11626"/>
                </a:lnTo>
                <a:lnTo>
                  <a:pt x="8538" y="11626"/>
                </a:lnTo>
                <a:lnTo>
                  <a:pt x="8538" y="7436"/>
                </a:lnTo>
                <a:cubicBezTo>
                  <a:pt x="8538" y="7215"/>
                  <a:pt x="8349" y="7026"/>
                  <a:pt x="8128" y="7026"/>
                </a:cubicBezTo>
                <a:cubicBezTo>
                  <a:pt x="7876" y="7026"/>
                  <a:pt x="7687" y="7215"/>
                  <a:pt x="7687" y="7436"/>
                </a:cubicBezTo>
                <a:lnTo>
                  <a:pt x="7687" y="11626"/>
                </a:lnTo>
                <a:lnTo>
                  <a:pt x="6868" y="11626"/>
                </a:lnTo>
                <a:lnTo>
                  <a:pt x="6868" y="7436"/>
                </a:lnTo>
                <a:cubicBezTo>
                  <a:pt x="6868" y="7215"/>
                  <a:pt x="6648" y="7026"/>
                  <a:pt x="6459" y="7026"/>
                </a:cubicBezTo>
                <a:cubicBezTo>
                  <a:pt x="6238" y="7026"/>
                  <a:pt x="6018" y="7215"/>
                  <a:pt x="6018" y="7436"/>
                </a:cubicBezTo>
                <a:lnTo>
                  <a:pt x="6018" y="11626"/>
                </a:lnTo>
                <a:lnTo>
                  <a:pt x="5199" y="11626"/>
                </a:lnTo>
                <a:lnTo>
                  <a:pt x="5199" y="7436"/>
                </a:lnTo>
                <a:cubicBezTo>
                  <a:pt x="5199" y="7215"/>
                  <a:pt x="5010" y="7026"/>
                  <a:pt x="4757" y="7026"/>
                </a:cubicBezTo>
                <a:cubicBezTo>
                  <a:pt x="4537" y="7026"/>
                  <a:pt x="4379" y="7215"/>
                  <a:pt x="4379" y="7436"/>
                </a:cubicBezTo>
                <a:lnTo>
                  <a:pt x="4379" y="11626"/>
                </a:lnTo>
                <a:lnTo>
                  <a:pt x="3560" y="11626"/>
                </a:lnTo>
                <a:lnTo>
                  <a:pt x="3560" y="6175"/>
                </a:lnTo>
                <a:close/>
                <a:moveTo>
                  <a:pt x="9798" y="12413"/>
                </a:moveTo>
                <a:cubicBezTo>
                  <a:pt x="10050" y="12413"/>
                  <a:pt x="10239" y="12602"/>
                  <a:pt x="10239" y="12854"/>
                </a:cubicBezTo>
                <a:lnTo>
                  <a:pt x="10239" y="13264"/>
                </a:lnTo>
                <a:lnTo>
                  <a:pt x="2741" y="13264"/>
                </a:lnTo>
                <a:lnTo>
                  <a:pt x="2741" y="12854"/>
                </a:lnTo>
                <a:cubicBezTo>
                  <a:pt x="2741" y="12602"/>
                  <a:pt x="2962" y="12413"/>
                  <a:pt x="3182" y="12413"/>
                </a:cubicBezTo>
                <a:close/>
                <a:moveTo>
                  <a:pt x="2363" y="1"/>
                </a:moveTo>
                <a:cubicBezTo>
                  <a:pt x="1418" y="1"/>
                  <a:pt x="662" y="599"/>
                  <a:pt x="378" y="1513"/>
                </a:cubicBezTo>
                <a:cubicBezTo>
                  <a:pt x="0" y="2804"/>
                  <a:pt x="693" y="4254"/>
                  <a:pt x="1954" y="4443"/>
                </a:cubicBezTo>
                <a:lnTo>
                  <a:pt x="1954" y="4915"/>
                </a:lnTo>
                <a:cubicBezTo>
                  <a:pt x="1954" y="5482"/>
                  <a:pt x="2332" y="5923"/>
                  <a:pt x="2804" y="6112"/>
                </a:cubicBezTo>
                <a:lnTo>
                  <a:pt x="2804" y="11689"/>
                </a:lnTo>
                <a:cubicBezTo>
                  <a:pt x="2332" y="11846"/>
                  <a:pt x="1954" y="12319"/>
                  <a:pt x="1954" y="12886"/>
                </a:cubicBezTo>
                <a:lnTo>
                  <a:pt x="1954" y="13705"/>
                </a:lnTo>
                <a:cubicBezTo>
                  <a:pt x="1954" y="13957"/>
                  <a:pt x="2174" y="14146"/>
                  <a:pt x="2395" y="14146"/>
                </a:cubicBezTo>
                <a:lnTo>
                  <a:pt x="10680" y="14146"/>
                </a:lnTo>
                <a:cubicBezTo>
                  <a:pt x="10901" y="14146"/>
                  <a:pt x="11058" y="13957"/>
                  <a:pt x="11058" y="13705"/>
                </a:cubicBezTo>
                <a:lnTo>
                  <a:pt x="11058" y="12886"/>
                </a:lnTo>
                <a:cubicBezTo>
                  <a:pt x="11058" y="12319"/>
                  <a:pt x="10712" y="11909"/>
                  <a:pt x="10239" y="11689"/>
                </a:cubicBezTo>
                <a:lnTo>
                  <a:pt x="10239" y="6112"/>
                </a:lnTo>
                <a:cubicBezTo>
                  <a:pt x="10712" y="5955"/>
                  <a:pt x="11058" y="5482"/>
                  <a:pt x="11058" y="4915"/>
                </a:cubicBezTo>
                <a:lnTo>
                  <a:pt x="11058" y="4411"/>
                </a:lnTo>
                <a:cubicBezTo>
                  <a:pt x="12319" y="4191"/>
                  <a:pt x="12980" y="2710"/>
                  <a:pt x="12602" y="1450"/>
                </a:cubicBezTo>
                <a:cubicBezTo>
                  <a:pt x="12287" y="568"/>
                  <a:pt x="11500" y="1"/>
                  <a:pt x="105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5459" name="Google Shape;15459;p85"/>
          <p:cNvGrpSpPr/>
          <p:nvPr/>
        </p:nvGrpSpPr>
        <p:grpSpPr>
          <a:xfrm>
            <a:off x="6649772" y="2551051"/>
            <a:ext cx="375044" cy="340541"/>
            <a:chOff x="-8692750" y="1622100"/>
            <a:chExt cx="388325" cy="352600"/>
          </a:xfrm>
        </p:grpSpPr>
        <p:sp>
          <p:nvSpPr>
            <p:cNvPr id="15460" name="Google Shape;15460;p85"/>
            <p:cNvSpPr/>
            <p:nvPr/>
          </p:nvSpPr>
          <p:spPr>
            <a:xfrm>
              <a:off x="-8692750" y="1622100"/>
              <a:ext cx="388325" cy="352600"/>
            </a:xfrm>
            <a:custGeom>
              <a:avLst/>
              <a:gdLst/>
              <a:ahLst/>
              <a:cxnLst/>
              <a:rect l="l" t="t" r="r" b="b"/>
              <a:pathLst>
                <a:path w="15533" h="14104" extrusionOk="0">
                  <a:moveTo>
                    <a:pt x="10365" y="1387"/>
                  </a:moveTo>
                  <a:cubicBezTo>
                    <a:pt x="11027" y="1702"/>
                    <a:pt x="11626" y="2112"/>
                    <a:pt x="12130" y="2616"/>
                  </a:cubicBezTo>
                  <a:cubicBezTo>
                    <a:pt x="12697" y="3183"/>
                    <a:pt x="13106" y="3750"/>
                    <a:pt x="13390" y="4443"/>
                  </a:cubicBezTo>
                  <a:lnTo>
                    <a:pt x="10208" y="5577"/>
                  </a:lnTo>
                  <a:cubicBezTo>
                    <a:pt x="10082" y="5388"/>
                    <a:pt x="9924" y="5168"/>
                    <a:pt x="9767" y="5010"/>
                  </a:cubicBezTo>
                  <a:cubicBezTo>
                    <a:pt x="9609" y="4852"/>
                    <a:pt x="9420" y="4695"/>
                    <a:pt x="9231" y="4600"/>
                  </a:cubicBezTo>
                  <a:lnTo>
                    <a:pt x="10365" y="1387"/>
                  </a:lnTo>
                  <a:close/>
                  <a:moveTo>
                    <a:pt x="7802" y="828"/>
                  </a:moveTo>
                  <a:cubicBezTo>
                    <a:pt x="8424" y="828"/>
                    <a:pt x="9044" y="919"/>
                    <a:pt x="9641" y="1103"/>
                  </a:cubicBezTo>
                  <a:lnTo>
                    <a:pt x="8507" y="4285"/>
                  </a:lnTo>
                  <a:cubicBezTo>
                    <a:pt x="8268" y="4222"/>
                    <a:pt x="8022" y="4190"/>
                    <a:pt x="7776" y="4190"/>
                  </a:cubicBezTo>
                  <a:cubicBezTo>
                    <a:pt x="7044" y="4190"/>
                    <a:pt x="6308" y="4468"/>
                    <a:pt x="5766" y="5010"/>
                  </a:cubicBezTo>
                  <a:cubicBezTo>
                    <a:pt x="4978" y="5798"/>
                    <a:pt x="4726" y="6869"/>
                    <a:pt x="5010" y="7845"/>
                  </a:cubicBezTo>
                  <a:lnTo>
                    <a:pt x="1859" y="9011"/>
                  </a:lnTo>
                  <a:cubicBezTo>
                    <a:pt x="1134" y="6900"/>
                    <a:pt x="1576" y="4380"/>
                    <a:pt x="3340" y="2647"/>
                  </a:cubicBezTo>
                  <a:cubicBezTo>
                    <a:pt x="4567" y="1442"/>
                    <a:pt x="6189" y="828"/>
                    <a:pt x="7802" y="828"/>
                  </a:cubicBezTo>
                  <a:close/>
                  <a:moveTo>
                    <a:pt x="7766" y="5018"/>
                  </a:moveTo>
                  <a:cubicBezTo>
                    <a:pt x="8302" y="5018"/>
                    <a:pt x="8837" y="5215"/>
                    <a:pt x="9231" y="5609"/>
                  </a:cubicBezTo>
                  <a:cubicBezTo>
                    <a:pt x="10019" y="6396"/>
                    <a:pt x="10019" y="7751"/>
                    <a:pt x="9231" y="8539"/>
                  </a:cubicBezTo>
                  <a:cubicBezTo>
                    <a:pt x="8806" y="8948"/>
                    <a:pt x="8270" y="9153"/>
                    <a:pt x="7743" y="9153"/>
                  </a:cubicBezTo>
                  <a:cubicBezTo>
                    <a:pt x="7215" y="9153"/>
                    <a:pt x="6695" y="8948"/>
                    <a:pt x="6301" y="8539"/>
                  </a:cubicBezTo>
                  <a:cubicBezTo>
                    <a:pt x="5514" y="7751"/>
                    <a:pt x="5514" y="6396"/>
                    <a:pt x="6301" y="5609"/>
                  </a:cubicBezTo>
                  <a:cubicBezTo>
                    <a:pt x="6695" y="5215"/>
                    <a:pt x="7231" y="5018"/>
                    <a:pt x="7766" y="5018"/>
                  </a:cubicBezTo>
                  <a:close/>
                  <a:moveTo>
                    <a:pt x="5293" y="8633"/>
                  </a:moveTo>
                  <a:cubicBezTo>
                    <a:pt x="5388" y="8791"/>
                    <a:pt x="5514" y="9011"/>
                    <a:pt x="5671" y="9106"/>
                  </a:cubicBezTo>
                  <a:cubicBezTo>
                    <a:pt x="5829" y="9263"/>
                    <a:pt x="5986" y="9389"/>
                    <a:pt x="6144" y="9515"/>
                  </a:cubicBezTo>
                  <a:lnTo>
                    <a:pt x="5010" y="12697"/>
                  </a:lnTo>
                  <a:cubicBezTo>
                    <a:pt x="4379" y="12382"/>
                    <a:pt x="3812" y="12004"/>
                    <a:pt x="3308" y="11468"/>
                  </a:cubicBezTo>
                  <a:cubicBezTo>
                    <a:pt x="2836" y="10964"/>
                    <a:pt x="2458" y="10366"/>
                    <a:pt x="2143" y="9799"/>
                  </a:cubicBezTo>
                  <a:lnTo>
                    <a:pt x="5293" y="8633"/>
                  </a:lnTo>
                  <a:close/>
                  <a:moveTo>
                    <a:pt x="13705" y="5168"/>
                  </a:moveTo>
                  <a:cubicBezTo>
                    <a:pt x="14335" y="7310"/>
                    <a:pt x="13862" y="9736"/>
                    <a:pt x="12161" y="11437"/>
                  </a:cubicBezTo>
                  <a:cubicBezTo>
                    <a:pt x="10928" y="12670"/>
                    <a:pt x="9328" y="13281"/>
                    <a:pt x="7736" y="13281"/>
                  </a:cubicBezTo>
                  <a:cubicBezTo>
                    <a:pt x="7090" y="13281"/>
                    <a:pt x="6446" y="13181"/>
                    <a:pt x="5829" y="12981"/>
                  </a:cubicBezTo>
                  <a:lnTo>
                    <a:pt x="6963" y="9830"/>
                  </a:lnTo>
                  <a:cubicBezTo>
                    <a:pt x="7230" y="9905"/>
                    <a:pt x="7503" y="9943"/>
                    <a:pt x="7775" y="9943"/>
                  </a:cubicBezTo>
                  <a:cubicBezTo>
                    <a:pt x="8528" y="9943"/>
                    <a:pt x="9265" y="9653"/>
                    <a:pt x="9798" y="9074"/>
                  </a:cubicBezTo>
                  <a:cubicBezTo>
                    <a:pt x="10554" y="8318"/>
                    <a:pt x="10806" y="7278"/>
                    <a:pt x="10554" y="6333"/>
                  </a:cubicBezTo>
                  <a:lnTo>
                    <a:pt x="13705" y="5168"/>
                  </a:lnTo>
                  <a:close/>
                  <a:moveTo>
                    <a:pt x="7766" y="1"/>
                  </a:moveTo>
                  <a:cubicBezTo>
                    <a:pt x="5955" y="1"/>
                    <a:pt x="4143" y="694"/>
                    <a:pt x="2773" y="2080"/>
                  </a:cubicBezTo>
                  <a:cubicBezTo>
                    <a:pt x="0" y="4821"/>
                    <a:pt x="0" y="9263"/>
                    <a:pt x="2773" y="12036"/>
                  </a:cubicBezTo>
                  <a:cubicBezTo>
                    <a:pt x="4155" y="13418"/>
                    <a:pt x="5960" y="14103"/>
                    <a:pt x="7763" y="14103"/>
                  </a:cubicBezTo>
                  <a:cubicBezTo>
                    <a:pt x="9575" y="14103"/>
                    <a:pt x="11385" y="13410"/>
                    <a:pt x="12760" y="12036"/>
                  </a:cubicBezTo>
                  <a:cubicBezTo>
                    <a:pt x="15532" y="9263"/>
                    <a:pt x="15532" y="4821"/>
                    <a:pt x="12760" y="2080"/>
                  </a:cubicBezTo>
                  <a:cubicBezTo>
                    <a:pt x="11389" y="694"/>
                    <a:pt x="9578" y="1"/>
                    <a:pt x="77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461" name="Google Shape;15461;p85"/>
            <p:cNvSpPr/>
            <p:nvPr/>
          </p:nvSpPr>
          <p:spPr>
            <a:xfrm>
              <a:off x="-8532875" y="1767625"/>
              <a:ext cx="67775" cy="61850"/>
            </a:xfrm>
            <a:custGeom>
              <a:avLst/>
              <a:gdLst/>
              <a:ahLst/>
              <a:cxnLst/>
              <a:rect l="l" t="t" r="r" b="b"/>
              <a:pathLst>
                <a:path w="2711" h="2474" extrusionOk="0">
                  <a:moveTo>
                    <a:pt x="1340" y="804"/>
                  </a:moveTo>
                  <a:cubicBezTo>
                    <a:pt x="1450" y="804"/>
                    <a:pt x="1560" y="843"/>
                    <a:pt x="1639" y="922"/>
                  </a:cubicBezTo>
                  <a:cubicBezTo>
                    <a:pt x="1797" y="1079"/>
                    <a:pt x="1797" y="1363"/>
                    <a:pt x="1639" y="1520"/>
                  </a:cubicBezTo>
                  <a:cubicBezTo>
                    <a:pt x="1560" y="1599"/>
                    <a:pt x="1450" y="1638"/>
                    <a:pt x="1340" y="1638"/>
                  </a:cubicBezTo>
                  <a:cubicBezTo>
                    <a:pt x="1229" y="1638"/>
                    <a:pt x="1119" y="1599"/>
                    <a:pt x="1040" y="1520"/>
                  </a:cubicBezTo>
                  <a:cubicBezTo>
                    <a:pt x="883" y="1363"/>
                    <a:pt x="883" y="1142"/>
                    <a:pt x="1040" y="922"/>
                  </a:cubicBezTo>
                  <a:cubicBezTo>
                    <a:pt x="1119" y="843"/>
                    <a:pt x="1229" y="804"/>
                    <a:pt x="1340" y="804"/>
                  </a:cubicBezTo>
                  <a:close/>
                  <a:moveTo>
                    <a:pt x="1367" y="0"/>
                  </a:moveTo>
                  <a:cubicBezTo>
                    <a:pt x="1048" y="0"/>
                    <a:pt x="725" y="118"/>
                    <a:pt x="473" y="355"/>
                  </a:cubicBezTo>
                  <a:cubicBezTo>
                    <a:pt x="1" y="827"/>
                    <a:pt x="1" y="1615"/>
                    <a:pt x="473" y="2119"/>
                  </a:cubicBezTo>
                  <a:cubicBezTo>
                    <a:pt x="725" y="2355"/>
                    <a:pt x="1048" y="2473"/>
                    <a:pt x="1367" y="2473"/>
                  </a:cubicBezTo>
                  <a:cubicBezTo>
                    <a:pt x="1686" y="2473"/>
                    <a:pt x="2001" y="2355"/>
                    <a:pt x="2238" y="2119"/>
                  </a:cubicBezTo>
                  <a:cubicBezTo>
                    <a:pt x="2710" y="1646"/>
                    <a:pt x="2710" y="859"/>
                    <a:pt x="2238" y="355"/>
                  </a:cubicBezTo>
                  <a:cubicBezTo>
                    <a:pt x="2001" y="118"/>
                    <a:pt x="1686" y="0"/>
                    <a:pt x="13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462" name="Google Shape;15462;p85"/>
          <p:cNvGrpSpPr/>
          <p:nvPr/>
        </p:nvGrpSpPr>
        <p:grpSpPr>
          <a:xfrm>
            <a:off x="5304253" y="1303307"/>
            <a:ext cx="341555" cy="341579"/>
            <a:chOff x="-13529550" y="1639425"/>
            <a:chExt cx="353650" cy="353675"/>
          </a:xfrm>
        </p:grpSpPr>
        <p:sp>
          <p:nvSpPr>
            <p:cNvPr id="15463" name="Google Shape;15463;p85"/>
            <p:cNvSpPr/>
            <p:nvPr/>
          </p:nvSpPr>
          <p:spPr>
            <a:xfrm>
              <a:off x="-13529550" y="1910125"/>
              <a:ext cx="353650" cy="82975"/>
            </a:xfrm>
            <a:custGeom>
              <a:avLst/>
              <a:gdLst/>
              <a:ahLst/>
              <a:cxnLst/>
              <a:rect l="l" t="t" r="r" b="b"/>
              <a:pathLst>
                <a:path w="14146" h="3319" extrusionOk="0">
                  <a:moveTo>
                    <a:pt x="3434" y="893"/>
                  </a:moveTo>
                  <a:lnTo>
                    <a:pt x="3434" y="893"/>
                  </a:lnTo>
                  <a:cubicBezTo>
                    <a:pt x="3340" y="1145"/>
                    <a:pt x="3308" y="1428"/>
                    <a:pt x="3308" y="1649"/>
                  </a:cubicBezTo>
                  <a:cubicBezTo>
                    <a:pt x="3308" y="1932"/>
                    <a:pt x="3340" y="2153"/>
                    <a:pt x="3434" y="2405"/>
                  </a:cubicBezTo>
                  <a:cubicBezTo>
                    <a:pt x="2899" y="2373"/>
                    <a:pt x="2426" y="2279"/>
                    <a:pt x="2017" y="2153"/>
                  </a:cubicBezTo>
                  <a:cubicBezTo>
                    <a:pt x="1229" y="1964"/>
                    <a:pt x="914" y="1743"/>
                    <a:pt x="819" y="1649"/>
                  </a:cubicBezTo>
                  <a:cubicBezTo>
                    <a:pt x="914" y="1586"/>
                    <a:pt x="1166" y="1334"/>
                    <a:pt x="2017" y="1145"/>
                  </a:cubicBezTo>
                  <a:cubicBezTo>
                    <a:pt x="2426" y="1019"/>
                    <a:pt x="2899" y="956"/>
                    <a:pt x="3434" y="893"/>
                  </a:cubicBezTo>
                  <a:close/>
                  <a:moveTo>
                    <a:pt x="6018" y="861"/>
                  </a:moveTo>
                  <a:cubicBezTo>
                    <a:pt x="7908" y="987"/>
                    <a:pt x="8948" y="1428"/>
                    <a:pt x="9137" y="1649"/>
                  </a:cubicBezTo>
                  <a:cubicBezTo>
                    <a:pt x="9042" y="1743"/>
                    <a:pt x="8790" y="1964"/>
                    <a:pt x="7940" y="2153"/>
                  </a:cubicBezTo>
                  <a:cubicBezTo>
                    <a:pt x="7404" y="2279"/>
                    <a:pt x="6742" y="2405"/>
                    <a:pt x="6018" y="2436"/>
                  </a:cubicBezTo>
                  <a:cubicBezTo>
                    <a:pt x="5892" y="2216"/>
                    <a:pt x="5829" y="1932"/>
                    <a:pt x="5829" y="1649"/>
                  </a:cubicBezTo>
                  <a:cubicBezTo>
                    <a:pt x="5829" y="1365"/>
                    <a:pt x="5892" y="1113"/>
                    <a:pt x="6018" y="861"/>
                  </a:cubicBezTo>
                  <a:close/>
                  <a:moveTo>
                    <a:pt x="5104" y="798"/>
                  </a:moveTo>
                  <a:cubicBezTo>
                    <a:pt x="5041" y="1050"/>
                    <a:pt x="4947" y="1334"/>
                    <a:pt x="4947" y="1617"/>
                  </a:cubicBezTo>
                  <a:cubicBezTo>
                    <a:pt x="4947" y="1901"/>
                    <a:pt x="5010" y="2153"/>
                    <a:pt x="5104" y="2436"/>
                  </a:cubicBezTo>
                  <a:cubicBezTo>
                    <a:pt x="4994" y="2452"/>
                    <a:pt x="4876" y="2460"/>
                    <a:pt x="4754" y="2460"/>
                  </a:cubicBezTo>
                  <a:cubicBezTo>
                    <a:pt x="4632" y="2460"/>
                    <a:pt x="4506" y="2452"/>
                    <a:pt x="4379" y="2436"/>
                  </a:cubicBezTo>
                  <a:cubicBezTo>
                    <a:pt x="4222" y="2216"/>
                    <a:pt x="4159" y="1932"/>
                    <a:pt x="4159" y="1617"/>
                  </a:cubicBezTo>
                  <a:cubicBezTo>
                    <a:pt x="4159" y="1334"/>
                    <a:pt x="4253" y="1050"/>
                    <a:pt x="4379" y="798"/>
                  </a:cubicBezTo>
                  <a:close/>
                  <a:moveTo>
                    <a:pt x="10801" y="817"/>
                  </a:moveTo>
                  <a:cubicBezTo>
                    <a:pt x="10917" y="817"/>
                    <a:pt x="11036" y="841"/>
                    <a:pt x="11153" y="893"/>
                  </a:cubicBezTo>
                  <a:lnTo>
                    <a:pt x="12728" y="1649"/>
                  </a:lnTo>
                  <a:lnTo>
                    <a:pt x="11153" y="2405"/>
                  </a:lnTo>
                  <a:cubicBezTo>
                    <a:pt x="11032" y="2465"/>
                    <a:pt x="10908" y="2493"/>
                    <a:pt x="10788" y="2493"/>
                  </a:cubicBezTo>
                  <a:cubicBezTo>
                    <a:pt x="10346" y="2493"/>
                    <a:pt x="9956" y="2120"/>
                    <a:pt x="9956" y="1649"/>
                  </a:cubicBezTo>
                  <a:cubicBezTo>
                    <a:pt x="9956" y="1173"/>
                    <a:pt x="10354" y="817"/>
                    <a:pt x="10801" y="817"/>
                  </a:cubicBezTo>
                  <a:close/>
                  <a:moveTo>
                    <a:pt x="10785" y="0"/>
                  </a:moveTo>
                  <a:cubicBezTo>
                    <a:pt x="10221" y="0"/>
                    <a:pt x="9666" y="291"/>
                    <a:pt x="9357" y="798"/>
                  </a:cubicBezTo>
                  <a:cubicBezTo>
                    <a:pt x="8349" y="168"/>
                    <a:pt x="6207" y="10"/>
                    <a:pt x="5010" y="10"/>
                  </a:cubicBezTo>
                  <a:cubicBezTo>
                    <a:pt x="3592" y="10"/>
                    <a:pt x="0" y="231"/>
                    <a:pt x="0" y="1649"/>
                  </a:cubicBezTo>
                  <a:cubicBezTo>
                    <a:pt x="0" y="3066"/>
                    <a:pt x="3529" y="3318"/>
                    <a:pt x="5010" y="3318"/>
                  </a:cubicBezTo>
                  <a:cubicBezTo>
                    <a:pt x="6207" y="3318"/>
                    <a:pt x="8349" y="3161"/>
                    <a:pt x="9357" y="2531"/>
                  </a:cubicBezTo>
                  <a:cubicBezTo>
                    <a:pt x="9667" y="3039"/>
                    <a:pt x="10224" y="3315"/>
                    <a:pt x="10790" y="3315"/>
                  </a:cubicBezTo>
                  <a:cubicBezTo>
                    <a:pt x="11031" y="3315"/>
                    <a:pt x="11274" y="3265"/>
                    <a:pt x="11500" y="3161"/>
                  </a:cubicBezTo>
                  <a:lnTo>
                    <a:pt x="13894" y="2058"/>
                  </a:lnTo>
                  <a:cubicBezTo>
                    <a:pt x="14052" y="1964"/>
                    <a:pt x="14146" y="1838"/>
                    <a:pt x="14146" y="1649"/>
                  </a:cubicBezTo>
                  <a:cubicBezTo>
                    <a:pt x="14146" y="1491"/>
                    <a:pt x="14020" y="1334"/>
                    <a:pt x="13894" y="1271"/>
                  </a:cubicBezTo>
                  <a:lnTo>
                    <a:pt x="11500" y="168"/>
                  </a:lnTo>
                  <a:cubicBezTo>
                    <a:pt x="11272" y="54"/>
                    <a:pt x="11028" y="0"/>
                    <a:pt x="107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464" name="Google Shape;15464;p85"/>
            <p:cNvSpPr/>
            <p:nvPr/>
          </p:nvSpPr>
          <p:spPr>
            <a:xfrm>
              <a:off x="-13383850" y="1681175"/>
              <a:ext cx="40975" cy="41775"/>
            </a:xfrm>
            <a:custGeom>
              <a:avLst/>
              <a:gdLst/>
              <a:ahLst/>
              <a:cxnLst/>
              <a:rect l="l" t="t" r="r" b="b"/>
              <a:pathLst>
                <a:path w="1639" h="1671" extrusionOk="0">
                  <a:moveTo>
                    <a:pt x="820" y="1"/>
                  </a:moveTo>
                  <a:cubicBezTo>
                    <a:pt x="379" y="1"/>
                    <a:pt x="1" y="379"/>
                    <a:pt x="1" y="851"/>
                  </a:cubicBezTo>
                  <a:cubicBezTo>
                    <a:pt x="1" y="1292"/>
                    <a:pt x="379" y="1670"/>
                    <a:pt x="820" y="1670"/>
                  </a:cubicBezTo>
                  <a:cubicBezTo>
                    <a:pt x="1292" y="1670"/>
                    <a:pt x="1639" y="1292"/>
                    <a:pt x="1639" y="851"/>
                  </a:cubicBezTo>
                  <a:cubicBezTo>
                    <a:pt x="1639" y="379"/>
                    <a:pt x="1292"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465" name="Google Shape;15465;p85"/>
            <p:cNvSpPr/>
            <p:nvPr/>
          </p:nvSpPr>
          <p:spPr>
            <a:xfrm>
              <a:off x="-13446075" y="1692200"/>
              <a:ext cx="41775" cy="41775"/>
            </a:xfrm>
            <a:custGeom>
              <a:avLst/>
              <a:gdLst/>
              <a:ahLst/>
              <a:cxnLst/>
              <a:rect l="l" t="t" r="r" b="b"/>
              <a:pathLst>
                <a:path w="1671" h="1671" extrusionOk="0">
                  <a:moveTo>
                    <a:pt x="820" y="1"/>
                  </a:moveTo>
                  <a:cubicBezTo>
                    <a:pt x="379" y="1"/>
                    <a:pt x="1" y="379"/>
                    <a:pt x="1" y="851"/>
                  </a:cubicBezTo>
                  <a:cubicBezTo>
                    <a:pt x="1" y="1292"/>
                    <a:pt x="379" y="1670"/>
                    <a:pt x="820" y="1670"/>
                  </a:cubicBezTo>
                  <a:cubicBezTo>
                    <a:pt x="1293" y="1670"/>
                    <a:pt x="1671" y="1292"/>
                    <a:pt x="1671" y="851"/>
                  </a:cubicBezTo>
                  <a:cubicBezTo>
                    <a:pt x="1671" y="379"/>
                    <a:pt x="1293"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466" name="Google Shape;15466;p85"/>
            <p:cNvSpPr/>
            <p:nvPr/>
          </p:nvSpPr>
          <p:spPr>
            <a:xfrm>
              <a:off x="-13446075" y="1796175"/>
              <a:ext cx="41775" cy="40975"/>
            </a:xfrm>
            <a:custGeom>
              <a:avLst/>
              <a:gdLst/>
              <a:ahLst/>
              <a:cxnLst/>
              <a:rect l="l" t="t" r="r" b="b"/>
              <a:pathLst>
                <a:path w="1671" h="1639" extrusionOk="0">
                  <a:moveTo>
                    <a:pt x="820" y="0"/>
                  </a:moveTo>
                  <a:cubicBezTo>
                    <a:pt x="379" y="0"/>
                    <a:pt x="1" y="347"/>
                    <a:pt x="1" y="819"/>
                  </a:cubicBezTo>
                  <a:cubicBezTo>
                    <a:pt x="1" y="1260"/>
                    <a:pt x="379" y="1639"/>
                    <a:pt x="820" y="1639"/>
                  </a:cubicBezTo>
                  <a:cubicBezTo>
                    <a:pt x="1293" y="1639"/>
                    <a:pt x="1671" y="1260"/>
                    <a:pt x="1671" y="819"/>
                  </a:cubicBezTo>
                  <a:cubicBezTo>
                    <a:pt x="1671" y="347"/>
                    <a:pt x="1293" y="0"/>
                    <a:pt x="8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467" name="Google Shape;15467;p85"/>
            <p:cNvSpPr/>
            <p:nvPr/>
          </p:nvSpPr>
          <p:spPr>
            <a:xfrm>
              <a:off x="-13487025" y="1743400"/>
              <a:ext cx="40975" cy="41775"/>
            </a:xfrm>
            <a:custGeom>
              <a:avLst/>
              <a:gdLst/>
              <a:ahLst/>
              <a:cxnLst/>
              <a:rect l="l" t="t" r="r" b="b"/>
              <a:pathLst>
                <a:path w="1639" h="1671" extrusionOk="0">
                  <a:moveTo>
                    <a:pt x="820" y="0"/>
                  </a:moveTo>
                  <a:cubicBezTo>
                    <a:pt x="379" y="0"/>
                    <a:pt x="1" y="379"/>
                    <a:pt x="1" y="851"/>
                  </a:cubicBezTo>
                  <a:cubicBezTo>
                    <a:pt x="1" y="1292"/>
                    <a:pt x="379" y="1670"/>
                    <a:pt x="820" y="1670"/>
                  </a:cubicBezTo>
                  <a:cubicBezTo>
                    <a:pt x="1261" y="1670"/>
                    <a:pt x="1639" y="1292"/>
                    <a:pt x="1639" y="851"/>
                  </a:cubicBezTo>
                  <a:cubicBezTo>
                    <a:pt x="1639" y="379"/>
                    <a:pt x="1261" y="0"/>
                    <a:pt x="8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468" name="Google Shape;15468;p85"/>
            <p:cNvSpPr/>
            <p:nvPr/>
          </p:nvSpPr>
          <p:spPr>
            <a:xfrm>
              <a:off x="-13383850" y="1805625"/>
              <a:ext cx="40975" cy="41775"/>
            </a:xfrm>
            <a:custGeom>
              <a:avLst/>
              <a:gdLst/>
              <a:ahLst/>
              <a:cxnLst/>
              <a:rect l="l" t="t" r="r" b="b"/>
              <a:pathLst>
                <a:path w="1639" h="1671" extrusionOk="0">
                  <a:moveTo>
                    <a:pt x="820" y="0"/>
                  </a:moveTo>
                  <a:cubicBezTo>
                    <a:pt x="379" y="0"/>
                    <a:pt x="1" y="378"/>
                    <a:pt x="1" y="819"/>
                  </a:cubicBezTo>
                  <a:cubicBezTo>
                    <a:pt x="1" y="1292"/>
                    <a:pt x="379" y="1670"/>
                    <a:pt x="820" y="1670"/>
                  </a:cubicBezTo>
                  <a:cubicBezTo>
                    <a:pt x="1292" y="1670"/>
                    <a:pt x="1639" y="1292"/>
                    <a:pt x="1639" y="819"/>
                  </a:cubicBezTo>
                  <a:cubicBezTo>
                    <a:pt x="1639" y="378"/>
                    <a:pt x="1292" y="0"/>
                    <a:pt x="8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469" name="Google Shape;15469;p85"/>
            <p:cNvSpPr/>
            <p:nvPr/>
          </p:nvSpPr>
          <p:spPr>
            <a:xfrm>
              <a:off x="-13529550" y="1639425"/>
              <a:ext cx="352075" cy="248925"/>
            </a:xfrm>
            <a:custGeom>
              <a:avLst/>
              <a:gdLst/>
              <a:ahLst/>
              <a:cxnLst/>
              <a:rect l="l" t="t" r="r" b="b"/>
              <a:pathLst>
                <a:path w="14083" h="9957" extrusionOk="0">
                  <a:moveTo>
                    <a:pt x="7057" y="820"/>
                  </a:moveTo>
                  <a:cubicBezTo>
                    <a:pt x="10554" y="820"/>
                    <a:pt x="13264" y="2805"/>
                    <a:pt x="13264" y="5010"/>
                  </a:cubicBezTo>
                  <a:cubicBezTo>
                    <a:pt x="13264" y="7215"/>
                    <a:pt x="10554" y="9137"/>
                    <a:pt x="7057" y="9137"/>
                  </a:cubicBezTo>
                  <a:cubicBezTo>
                    <a:pt x="3529" y="9137"/>
                    <a:pt x="819" y="7215"/>
                    <a:pt x="819" y="5010"/>
                  </a:cubicBezTo>
                  <a:cubicBezTo>
                    <a:pt x="819" y="2742"/>
                    <a:pt x="3623" y="820"/>
                    <a:pt x="7057" y="820"/>
                  </a:cubicBezTo>
                  <a:close/>
                  <a:moveTo>
                    <a:pt x="7057" y="1"/>
                  </a:moveTo>
                  <a:cubicBezTo>
                    <a:pt x="3151" y="1"/>
                    <a:pt x="0" y="2238"/>
                    <a:pt x="0" y="5010"/>
                  </a:cubicBezTo>
                  <a:cubicBezTo>
                    <a:pt x="0" y="7846"/>
                    <a:pt x="3277" y="9956"/>
                    <a:pt x="7057" y="9956"/>
                  </a:cubicBezTo>
                  <a:cubicBezTo>
                    <a:pt x="10870" y="9956"/>
                    <a:pt x="14083" y="7783"/>
                    <a:pt x="14083" y="5010"/>
                  </a:cubicBezTo>
                  <a:cubicBezTo>
                    <a:pt x="14083" y="2238"/>
                    <a:pt x="10933" y="1"/>
                    <a:pt x="7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470" name="Google Shape;15470;p85"/>
            <p:cNvSpPr/>
            <p:nvPr/>
          </p:nvSpPr>
          <p:spPr>
            <a:xfrm>
              <a:off x="-13323200" y="1722925"/>
              <a:ext cx="104775" cy="82725"/>
            </a:xfrm>
            <a:custGeom>
              <a:avLst/>
              <a:gdLst/>
              <a:ahLst/>
              <a:cxnLst/>
              <a:rect l="l" t="t" r="r" b="b"/>
              <a:pathLst>
                <a:path w="4191" h="3309" extrusionOk="0">
                  <a:moveTo>
                    <a:pt x="2111" y="819"/>
                  </a:moveTo>
                  <a:cubicBezTo>
                    <a:pt x="2773" y="819"/>
                    <a:pt x="3372" y="1229"/>
                    <a:pt x="3372" y="1670"/>
                  </a:cubicBezTo>
                  <a:cubicBezTo>
                    <a:pt x="3372" y="2080"/>
                    <a:pt x="2805" y="2489"/>
                    <a:pt x="2111" y="2489"/>
                  </a:cubicBezTo>
                  <a:cubicBezTo>
                    <a:pt x="1418" y="2489"/>
                    <a:pt x="851" y="2080"/>
                    <a:pt x="851" y="1670"/>
                  </a:cubicBezTo>
                  <a:cubicBezTo>
                    <a:pt x="883" y="1229"/>
                    <a:pt x="1418" y="819"/>
                    <a:pt x="2111" y="819"/>
                  </a:cubicBezTo>
                  <a:close/>
                  <a:moveTo>
                    <a:pt x="2111" y="0"/>
                  </a:moveTo>
                  <a:cubicBezTo>
                    <a:pt x="914" y="0"/>
                    <a:pt x="1" y="756"/>
                    <a:pt x="1" y="1670"/>
                  </a:cubicBezTo>
                  <a:cubicBezTo>
                    <a:pt x="64" y="2552"/>
                    <a:pt x="946" y="3308"/>
                    <a:pt x="2111" y="3308"/>
                  </a:cubicBezTo>
                  <a:cubicBezTo>
                    <a:pt x="3277" y="3308"/>
                    <a:pt x="4191" y="2552"/>
                    <a:pt x="4191" y="1670"/>
                  </a:cubicBezTo>
                  <a:cubicBezTo>
                    <a:pt x="4191" y="756"/>
                    <a:pt x="3277" y="0"/>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471" name="Google Shape;15471;p85"/>
          <p:cNvGrpSpPr/>
          <p:nvPr/>
        </p:nvGrpSpPr>
        <p:grpSpPr>
          <a:xfrm>
            <a:off x="5303106" y="1711889"/>
            <a:ext cx="343849" cy="340058"/>
            <a:chOff x="-13531925" y="2075775"/>
            <a:chExt cx="356025" cy="352100"/>
          </a:xfrm>
        </p:grpSpPr>
        <p:sp>
          <p:nvSpPr>
            <p:cNvPr id="15472" name="Google Shape;15472;p85"/>
            <p:cNvSpPr/>
            <p:nvPr/>
          </p:nvSpPr>
          <p:spPr>
            <a:xfrm>
              <a:off x="-13531925" y="2075775"/>
              <a:ext cx="356025" cy="352100"/>
            </a:xfrm>
            <a:custGeom>
              <a:avLst/>
              <a:gdLst/>
              <a:ahLst/>
              <a:cxnLst/>
              <a:rect l="l" t="t" r="r" b="b"/>
              <a:pathLst>
                <a:path w="14241" h="14084" extrusionOk="0">
                  <a:moveTo>
                    <a:pt x="9610" y="725"/>
                  </a:moveTo>
                  <a:cubicBezTo>
                    <a:pt x="9862" y="725"/>
                    <a:pt x="10019" y="946"/>
                    <a:pt x="10019" y="1166"/>
                  </a:cubicBezTo>
                  <a:lnTo>
                    <a:pt x="10019" y="2017"/>
                  </a:lnTo>
                  <a:lnTo>
                    <a:pt x="10019" y="2111"/>
                  </a:lnTo>
                  <a:lnTo>
                    <a:pt x="9830" y="2395"/>
                  </a:lnTo>
                  <a:cubicBezTo>
                    <a:pt x="9736" y="2426"/>
                    <a:pt x="9704" y="2426"/>
                    <a:pt x="9610" y="2426"/>
                  </a:cubicBezTo>
                  <a:lnTo>
                    <a:pt x="4632" y="2426"/>
                  </a:lnTo>
                  <a:cubicBezTo>
                    <a:pt x="4538" y="2426"/>
                    <a:pt x="4474" y="2395"/>
                    <a:pt x="4411" y="2395"/>
                  </a:cubicBezTo>
                  <a:lnTo>
                    <a:pt x="4222" y="2111"/>
                  </a:lnTo>
                  <a:lnTo>
                    <a:pt x="4222" y="2017"/>
                  </a:lnTo>
                  <a:lnTo>
                    <a:pt x="4222" y="1166"/>
                  </a:lnTo>
                  <a:cubicBezTo>
                    <a:pt x="4222" y="946"/>
                    <a:pt x="4411" y="725"/>
                    <a:pt x="4632" y="725"/>
                  </a:cubicBezTo>
                  <a:close/>
                  <a:moveTo>
                    <a:pt x="9232" y="3308"/>
                  </a:moveTo>
                  <a:lnTo>
                    <a:pt x="8633" y="4128"/>
                  </a:lnTo>
                  <a:lnTo>
                    <a:pt x="5735" y="4128"/>
                  </a:lnTo>
                  <a:lnTo>
                    <a:pt x="5105" y="3308"/>
                  </a:lnTo>
                  <a:close/>
                  <a:moveTo>
                    <a:pt x="2175" y="4915"/>
                  </a:moveTo>
                  <a:cubicBezTo>
                    <a:pt x="2427" y="4915"/>
                    <a:pt x="2584" y="5104"/>
                    <a:pt x="2584" y="5325"/>
                  </a:cubicBezTo>
                  <a:lnTo>
                    <a:pt x="2584" y="5766"/>
                  </a:lnTo>
                  <a:lnTo>
                    <a:pt x="1734" y="5766"/>
                  </a:lnTo>
                  <a:lnTo>
                    <a:pt x="1734" y="5325"/>
                  </a:lnTo>
                  <a:cubicBezTo>
                    <a:pt x="1734" y="5104"/>
                    <a:pt x="1954" y="4915"/>
                    <a:pt x="2175" y="4915"/>
                  </a:cubicBezTo>
                  <a:close/>
                  <a:moveTo>
                    <a:pt x="12193" y="4915"/>
                  </a:moveTo>
                  <a:cubicBezTo>
                    <a:pt x="12414" y="4915"/>
                    <a:pt x="12603" y="5104"/>
                    <a:pt x="12603" y="5325"/>
                  </a:cubicBezTo>
                  <a:lnTo>
                    <a:pt x="12603" y="5766"/>
                  </a:lnTo>
                  <a:lnTo>
                    <a:pt x="11784" y="5766"/>
                  </a:lnTo>
                  <a:lnTo>
                    <a:pt x="11784" y="5325"/>
                  </a:lnTo>
                  <a:lnTo>
                    <a:pt x="11752" y="5325"/>
                  </a:lnTo>
                  <a:cubicBezTo>
                    <a:pt x="11752" y="5104"/>
                    <a:pt x="11941" y="4915"/>
                    <a:pt x="12193" y="4915"/>
                  </a:cubicBezTo>
                  <a:close/>
                  <a:moveTo>
                    <a:pt x="8570" y="4947"/>
                  </a:moveTo>
                  <a:lnTo>
                    <a:pt x="9263" y="6364"/>
                  </a:lnTo>
                  <a:cubicBezTo>
                    <a:pt x="9358" y="6522"/>
                    <a:pt x="9452" y="6616"/>
                    <a:pt x="9641" y="6616"/>
                  </a:cubicBezTo>
                  <a:lnTo>
                    <a:pt x="12981" y="6616"/>
                  </a:lnTo>
                  <a:cubicBezTo>
                    <a:pt x="13201" y="6616"/>
                    <a:pt x="13390" y="6806"/>
                    <a:pt x="13390" y="7026"/>
                  </a:cubicBezTo>
                  <a:lnTo>
                    <a:pt x="13390" y="7467"/>
                  </a:lnTo>
                  <a:lnTo>
                    <a:pt x="9200" y="7467"/>
                  </a:lnTo>
                  <a:cubicBezTo>
                    <a:pt x="8665" y="6963"/>
                    <a:pt x="7972" y="6648"/>
                    <a:pt x="7184" y="6648"/>
                  </a:cubicBezTo>
                  <a:cubicBezTo>
                    <a:pt x="6396" y="6648"/>
                    <a:pt x="5703" y="6963"/>
                    <a:pt x="5136" y="7467"/>
                  </a:cubicBezTo>
                  <a:lnTo>
                    <a:pt x="977" y="7467"/>
                  </a:lnTo>
                  <a:lnTo>
                    <a:pt x="977" y="7026"/>
                  </a:lnTo>
                  <a:cubicBezTo>
                    <a:pt x="914" y="6774"/>
                    <a:pt x="1103" y="6616"/>
                    <a:pt x="1356" y="6616"/>
                  </a:cubicBezTo>
                  <a:lnTo>
                    <a:pt x="4664" y="6616"/>
                  </a:lnTo>
                  <a:cubicBezTo>
                    <a:pt x="4821" y="6616"/>
                    <a:pt x="4979" y="6522"/>
                    <a:pt x="5010" y="6364"/>
                  </a:cubicBezTo>
                  <a:lnTo>
                    <a:pt x="5735" y="4947"/>
                  </a:lnTo>
                  <a:close/>
                  <a:moveTo>
                    <a:pt x="4506" y="8255"/>
                  </a:moveTo>
                  <a:cubicBezTo>
                    <a:pt x="4317" y="8664"/>
                    <a:pt x="4222" y="9042"/>
                    <a:pt x="4222" y="9515"/>
                  </a:cubicBezTo>
                  <a:cubicBezTo>
                    <a:pt x="4222" y="9956"/>
                    <a:pt x="4348" y="10366"/>
                    <a:pt x="4506" y="10744"/>
                  </a:cubicBezTo>
                  <a:lnTo>
                    <a:pt x="914" y="10744"/>
                  </a:lnTo>
                  <a:lnTo>
                    <a:pt x="914" y="8255"/>
                  </a:lnTo>
                  <a:close/>
                  <a:moveTo>
                    <a:pt x="13390" y="8286"/>
                  </a:moveTo>
                  <a:lnTo>
                    <a:pt x="13390" y="10744"/>
                  </a:lnTo>
                  <a:lnTo>
                    <a:pt x="9767" y="10744"/>
                  </a:lnTo>
                  <a:cubicBezTo>
                    <a:pt x="9988" y="10334"/>
                    <a:pt x="10051" y="9956"/>
                    <a:pt x="10051" y="9515"/>
                  </a:cubicBezTo>
                  <a:cubicBezTo>
                    <a:pt x="10051" y="9074"/>
                    <a:pt x="9925" y="8664"/>
                    <a:pt x="9767" y="8286"/>
                  </a:cubicBezTo>
                  <a:close/>
                  <a:moveTo>
                    <a:pt x="7152" y="7373"/>
                  </a:moveTo>
                  <a:cubicBezTo>
                    <a:pt x="8287" y="7373"/>
                    <a:pt x="9232" y="8318"/>
                    <a:pt x="9232" y="9483"/>
                  </a:cubicBezTo>
                  <a:cubicBezTo>
                    <a:pt x="9232" y="10618"/>
                    <a:pt x="8287" y="11563"/>
                    <a:pt x="7152" y="11563"/>
                  </a:cubicBezTo>
                  <a:cubicBezTo>
                    <a:pt x="5987" y="11563"/>
                    <a:pt x="5042" y="10618"/>
                    <a:pt x="5042" y="9483"/>
                  </a:cubicBezTo>
                  <a:cubicBezTo>
                    <a:pt x="5042" y="8318"/>
                    <a:pt x="5987" y="7373"/>
                    <a:pt x="7152" y="7373"/>
                  </a:cubicBezTo>
                  <a:close/>
                  <a:moveTo>
                    <a:pt x="13390" y="11563"/>
                  </a:moveTo>
                  <a:lnTo>
                    <a:pt x="13390" y="12791"/>
                  </a:lnTo>
                  <a:cubicBezTo>
                    <a:pt x="13390" y="13012"/>
                    <a:pt x="13201" y="13201"/>
                    <a:pt x="12981" y="13201"/>
                  </a:cubicBezTo>
                  <a:lnTo>
                    <a:pt x="1356" y="13201"/>
                  </a:lnTo>
                  <a:cubicBezTo>
                    <a:pt x="1103" y="13201"/>
                    <a:pt x="946" y="13012"/>
                    <a:pt x="946" y="12791"/>
                  </a:cubicBezTo>
                  <a:lnTo>
                    <a:pt x="946" y="11563"/>
                  </a:lnTo>
                  <a:lnTo>
                    <a:pt x="5136" y="11563"/>
                  </a:lnTo>
                  <a:cubicBezTo>
                    <a:pt x="5640" y="12067"/>
                    <a:pt x="6396" y="12382"/>
                    <a:pt x="7184" y="12382"/>
                  </a:cubicBezTo>
                  <a:cubicBezTo>
                    <a:pt x="7972" y="12382"/>
                    <a:pt x="8665" y="12067"/>
                    <a:pt x="9200" y="11563"/>
                  </a:cubicBezTo>
                  <a:close/>
                  <a:moveTo>
                    <a:pt x="4569" y="0"/>
                  </a:moveTo>
                  <a:cubicBezTo>
                    <a:pt x="3907" y="0"/>
                    <a:pt x="3309" y="536"/>
                    <a:pt x="3309" y="1261"/>
                  </a:cubicBezTo>
                  <a:lnTo>
                    <a:pt x="3309" y="2111"/>
                  </a:lnTo>
                  <a:cubicBezTo>
                    <a:pt x="3309" y="2458"/>
                    <a:pt x="3466" y="2836"/>
                    <a:pt x="3750" y="3056"/>
                  </a:cubicBezTo>
                  <a:lnTo>
                    <a:pt x="4884" y="4632"/>
                  </a:lnTo>
                  <a:lnTo>
                    <a:pt x="4317" y="5829"/>
                  </a:lnTo>
                  <a:lnTo>
                    <a:pt x="3309" y="5829"/>
                  </a:lnTo>
                  <a:lnTo>
                    <a:pt x="3309" y="5388"/>
                  </a:lnTo>
                  <a:cubicBezTo>
                    <a:pt x="3309" y="4726"/>
                    <a:pt x="2773" y="4159"/>
                    <a:pt x="2112" y="4159"/>
                  </a:cubicBezTo>
                  <a:cubicBezTo>
                    <a:pt x="1419" y="4159"/>
                    <a:pt x="851" y="4726"/>
                    <a:pt x="851" y="5388"/>
                  </a:cubicBezTo>
                  <a:lnTo>
                    <a:pt x="851" y="5860"/>
                  </a:lnTo>
                  <a:cubicBezTo>
                    <a:pt x="379" y="6018"/>
                    <a:pt x="1" y="6490"/>
                    <a:pt x="1" y="7026"/>
                  </a:cubicBezTo>
                  <a:lnTo>
                    <a:pt x="1" y="12823"/>
                  </a:lnTo>
                  <a:cubicBezTo>
                    <a:pt x="1" y="13485"/>
                    <a:pt x="568" y="14083"/>
                    <a:pt x="1229" y="14083"/>
                  </a:cubicBezTo>
                  <a:lnTo>
                    <a:pt x="12855" y="14083"/>
                  </a:lnTo>
                  <a:cubicBezTo>
                    <a:pt x="13516" y="14083"/>
                    <a:pt x="14115" y="13516"/>
                    <a:pt x="14115" y="12823"/>
                  </a:cubicBezTo>
                  <a:lnTo>
                    <a:pt x="14115" y="7026"/>
                  </a:lnTo>
                  <a:cubicBezTo>
                    <a:pt x="14241" y="6490"/>
                    <a:pt x="13863" y="6018"/>
                    <a:pt x="13390" y="5860"/>
                  </a:cubicBezTo>
                  <a:lnTo>
                    <a:pt x="13390" y="5388"/>
                  </a:lnTo>
                  <a:cubicBezTo>
                    <a:pt x="13390" y="4726"/>
                    <a:pt x="12855" y="4159"/>
                    <a:pt x="12130" y="4159"/>
                  </a:cubicBezTo>
                  <a:cubicBezTo>
                    <a:pt x="11469" y="4159"/>
                    <a:pt x="10870" y="4726"/>
                    <a:pt x="10870" y="5388"/>
                  </a:cubicBezTo>
                  <a:lnTo>
                    <a:pt x="10870" y="5829"/>
                  </a:lnTo>
                  <a:lnTo>
                    <a:pt x="9862" y="5829"/>
                  </a:lnTo>
                  <a:lnTo>
                    <a:pt x="9263" y="4632"/>
                  </a:lnTo>
                  <a:lnTo>
                    <a:pt x="10429" y="3056"/>
                  </a:lnTo>
                  <a:cubicBezTo>
                    <a:pt x="10681" y="2836"/>
                    <a:pt x="10838" y="2521"/>
                    <a:pt x="10838" y="2111"/>
                  </a:cubicBezTo>
                  <a:lnTo>
                    <a:pt x="10838" y="1261"/>
                  </a:lnTo>
                  <a:cubicBezTo>
                    <a:pt x="10838" y="568"/>
                    <a:pt x="10303" y="0"/>
                    <a:pt x="95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473" name="Google Shape;15473;p85"/>
            <p:cNvSpPr/>
            <p:nvPr/>
          </p:nvSpPr>
          <p:spPr>
            <a:xfrm>
              <a:off x="-13384625" y="2282125"/>
              <a:ext cx="63025" cy="60675"/>
            </a:xfrm>
            <a:custGeom>
              <a:avLst/>
              <a:gdLst/>
              <a:ahLst/>
              <a:cxnLst/>
              <a:rect l="l" t="t" r="r" b="b"/>
              <a:pathLst>
                <a:path w="2521" h="2427" extrusionOk="0">
                  <a:moveTo>
                    <a:pt x="1260" y="788"/>
                  </a:moveTo>
                  <a:cubicBezTo>
                    <a:pt x="1449" y="788"/>
                    <a:pt x="1670" y="977"/>
                    <a:pt x="1670" y="1229"/>
                  </a:cubicBezTo>
                  <a:cubicBezTo>
                    <a:pt x="1670" y="1450"/>
                    <a:pt x="1481" y="1639"/>
                    <a:pt x="1260" y="1639"/>
                  </a:cubicBezTo>
                  <a:cubicBezTo>
                    <a:pt x="1008" y="1639"/>
                    <a:pt x="851" y="1450"/>
                    <a:pt x="851" y="1229"/>
                  </a:cubicBezTo>
                  <a:cubicBezTo>
                    <a:pt x="851" y="977"/>
                    <a:pt x="1040" y="788"/>
                    <a:pt x="1260" y="788"/>
                  </a:cubicBezTo>
                  <a:close/>
                  <a:moveTo>
                    <a:pt x="1260" y="1"/>
                  </a:moveTo>
                  <a:cubicBezTo>
                    <a:pt x="536" y="1"/>
                    <a:pt x="0" y="568"/>
                    <a:pt x="0" y="1229"/>
                  </a:cubicBezTo>
                  <a:cubicBezTo>
                    <a:pt x="0" y="1891"/>
                    <a:pt x="536" y="2427"/>
                    <a:pt x="1260" y="2427"/>
                  </a:cubicBezTo>
                  <a:cubicBezTo>
                    <a:pt x="1954" y="2427"/>
                    <a:pt x="2521" y="1923"/>
                    <a:pt x="2521" y="1229"/>
                  </a:cubicBezTo>
                  <a:cubicBezTo>
                    <a:pt x="2521" y="568"/>
                    <a:pt x="1954" y="1"/>
                    <a:pt x="12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474" name="Google Shape;15474;p85"/>
          <p:cNvGrpSpPr/>
          <p:nvPr/>
        </p:nvGrpSpPr>
        <p:grpSpPr>
          <a:xfrm>
            <a:off x="5304627" y="2120094"/>
            <a:ext cx="340807" cy="340807"/>
            <a:chOff x="-13528775" y="2507400"/>
            <a:chExt cx="352875" cy="352875"/>
          </a:xfrm>
        </p:grpSpPr>
        <p:sp>
          <p:nvSpPr>
            <p:cNvPr id="15475" name="Google Shape;15475;p85"/>
            <p:cNvSpPr/>
            <p:nvPr/>
          </p:nvSpPr>
          <p:spPr>
            <a:xfrm>
              <a:off x="-13528775" y="2507400"/>
              <a:ext cx="352875" cy="352875"/>
            </a:xfrm>
            <a:custGeom>
              <a:avLst/>
              <a:gdLst/>
              <a:ahLst/>
              <a:cxnLst/>
              <a:rect l="l" t="t" r="r" b="b"/>
              <a:pathLst>
                <a:path w="14115" h="14115" extrusionOk="0">
                  <a:moveTo>
                    <a:pt x="6018" y="851"/>
                  </a:moveTo>
                  <a:lnTo>
                    <a:pt x="7121" y="2489"/>
                  </a:lnTo>
                  <a:lnTo>
                    <a:pt x="5640" y="2489"/>
                  </a:lnTo>
                  <a:lnTo>
                    <a:pt x="4538" y="851"/>
                  </a:lnTo>
                  <a:close/>
                  <a:moveTo>
                    <a:pt x="8507" y="851"/>
                  </a:moveTo>
                  <a:lnTo>
                    <a:pt x="9610" y="2489"/>
                  </a:lnTo>
                  <a:lnTo>
                    <a:pt x="8129" y="2489"/>
                  </a:lnTo>
                  <a:lnTo>
                    <a:pt x="7026" y="851"/>
                  </a:lnTo>
                  <a:close/>
                  <a:moveTo>
                    <a:pt x="10996" y="851"/>
                  </a:moveTo>
                  <a:lnTo>
                    <a:pt x="12099" y="2489"/>
                  </a:lnTo>
                  <a:lnTo>
                    <a:pt x="10586" y="2489"/>
                  </a:lnTo>
                  <a:lnTo>
                    <a:pt x="9484" y="851"/>
                  </a:lnTo>
                  <a:close/>
                  <a:moveTo>
                    <a:pt x="12855" y="851"/>
                  </a:moveTo>
                  <a:cubicBezTo>
                    <a:pt x="13075" y="851"/>
                    <a:pt x="13264" y="1040"/>
                    <a:pt x="13264" y="1260"/>
                  </a:cubicBezTo>
                  <a:lnTo>
                    <a:pt x="13264" y="2489"/>
                  </a:lnTo>
                  <a:lnTo>
                    <a:pt x="13075" y="2489"/>
                  </a:lnTo>
                  <a:lnTo>
                    <a:pt x="11973" y="851"/>
                  </a:lnTo>
                  <a:close/>
                  <a:moveTo>
                    <a:pt x="7121" y="3308"/>
                  </a:moveTo>
                  <a:lnTo>
                    <a:pt x="6018" y="4978"/>
                  </a:lnTo>
                  <a:lnTo>
                    <a:pt x="4538" y="4978"/>
                  </a:lnTo>
                  <a:lnTo>
                    <a:pt x="5640" y="3308"/>
                  </a:lnTo>
                  <a:close/>
                  <a:moveTo>
                    <a:pt x="9610" y="3308"/>
                  </a:moveTo>
                  <a:lnTo>
                    <a:pt x="8507" y="4978"/>
                  </a:lnTo>
                  <a:lnTo>
                    <a:pt x="7026" y="4978"/>
                  </a:lnTo>
                  <a:lnTo>
                    <a:pt x="8129" y="3308"/>
                  </a:lnTo>
                  <a:close/>
                  <a:moveTo>
                    <a:pt x="12099" y="3308"/>
                  </a:moveTo>
                  <a:lnTo>
                    <a:pt x="10996" y="4978"/>
                  </a:lnTo>
                  <a:lnTo>
                    <a:pt x="9484" y="4978"/>
                  </a:lnTo>
                  <a:lnTo>
                    <a:pt x="10586" y="3308"/>
                  </a:lnTo>
                  <a:close/>
                  <a:moveTo>
                    <a:pt x="13264" y="3308"/>
                  </a:moveTo>
                  <a:lnTo>
                    <a:pt x="13264" y="4978"/>
                  </a:lnTo>
                  <a:lnTo>
                    <a:pt x="11973" y="4978"/>
                  </a:lnTo>
                  <a:lnTo>
                    <a:pt x="13075" y="3308"/>
                  </a:lnTo>
                  <a:close/>
                  <a:moveTo>
                    <a:pt x="3561" y="851"/>
                  </a:moveTo>
                  <a:lnTo>
                    <a:pt x="4916" y="2930"/>
                  </a:lnTo>
                  <a:lnTo>
                    <a:pt x="3561" y="5009"/>
                  </a:lnTo>
                  <a:lnTo>
                    <a:pt x="820" y="5009"/>
                  </a:lnTo>
                  <a:lnTo>
                    <a:pt x="820" y="1323"/>
                  </a:lnTo>
                  <a:cubicBezTo>
                    <a:pt x="788" y="1040"/>
                    <a:pt x="977" y="851"/>
                    <a:pt x="1230" y="851"/>
                  </a:cubicBezTo>
                  <a:close/>
                  <a:moveTo>
                    <a:pt x="13264" y="5797"/>
                  </a:moveTo>
                  <a:lnTo>
                    <a:pt x="13264" y="12886"/>
                  </a:lnTo>
                  <a:cubicBezTo>
                    <a:pt x="13264" y="13138"/>
                    <a:pt x="13075" y="13327"/>
                    <a:pt x="12855" y="13327"/>
                  </a:cubicBezTo>
                  <a:lnTo>
                    <a:pt x="1230" y="13327"/>
                  </a:lnTo>
                  <a:cubicBezTo>
                    <a:pt x="1009" y="13327"/>
                    <a:pt x="851" y="13138"/>
                    <a:pt x="851" y="12886"/>
                  </a:cubicBezTo>
                  <a:lnTo>
                    <a:pt x="851" y="5797"/>
                  </a:lnTo>
                  <a:close/>
                  <a:moveTo>
                    <a:pt x="1230" y="0"/>
                  </a:moveTo>
                  <a:cubicBezTo>
                    <a:pt x="568" y="0"/>
                    <a:pt x="1" y="567"/>
                    <a:pt x="1" y="1260"/>
                  </a:cubicBezTo>
                  <a:lnTo>
                    <a:pt x="1" y="12886"/>
                  </a:lnTo>
                  <a:cubicBezTo>
                    <a:pt x="1" y="13547"/>
                    <a:pt x="568" y="14114"/>
                    <a:pt x="1230" y="14114"/>
                  </a:cubicBezTo>
                  <a:lnTo>
                    <a:pt x="12855" y="14114"/>
                  </a:lnTo>
                  <a:cubicBezTo>
                    <a:pt x="13516" y="14114"/>
                    <a:pt x="14115" y="13547"/>
                    <a:pt x="14115" y="12886"/>
                  </a:cubicBezTo>
                  <a:lnTo>
                    <a:pt x="14115" y="1260"/>
                  </a:lnTo>
                  <a:cubicBezTo>
                    <a:pt x="14115" y="599"/>
                    <a:pt x="13548" y="0"/>
                    <a:pt x="128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476" name="Google Shape;15476;p85"/>
            <p:cNvSpPr/>
            <p:nvPr/>
          </p:nvSpPr>
          <p:spPr>
            <a:xfrm>
              <a:off x="-13403525" y="2673750"/>
              <a:ext cx="123675" cy="145750"/>
            </a:xfrm>
            <a:custGeom>
              <a:avLst/>
              <a:gdLst/>
              <a:ahLst/>
              <a:cxnLst/>
              <a:rect l="l" t="t" r="r" b="b"/>
              <a:pathLst>
                <a:path w="4947" h="5830" extrusionOk="0">
                  <a:moveTo>
                    <a:pt x="819" y="1159"/>
                  </a:moveTo>
                  <a:lnTo>
                    <a:pt x="3749" y="2924"/>
                  </a:lnTo>
                  <a:lnTo>
                    <a:pt x="819" y="4688"/>
                  </a:lnTo>
                  <a:lnTo>
                    <a:pt x="819" y="1159"/>
                  </a:lnTo>
                  <a:close/>
                  <a:moveTo>
                    <a:pt x="415" y="0"/>
                  </a:moveTo>
                  <a:cubicBezTo>
                    <a:pt x="197" y="0"/>
                    <a:pt x="0" y="166"/>
                    <a:pt x="0" y="403"/>
                  </a:cubicBezTo>
                  <a:lnTo>
                    <a:pt x="0" y="5412"/>
                  </a:lnTo>
                  <a:cubicBezTo>
                    <a:pt x="0" y="5570"/>
                    <a:pt x="63" y="5696"/>
                    <a:pt x="189" y="5759"/>
                  </a:cubicBezTo>
                  <a:cubicBezTo>
                    <a:pt x="252" y="5806"/>
                    <a:pt x="323" y="5830"/>
                    <a:pt x="398" y="5830"/>
                  </a:cubicBezTo>
                  <a:cubicBezTo>
                    <a:pt x="473" y="5830"/>
                    <a:pt x="551" y="5806"/>
                    <a:pt x="630" y="5759"/>
                  </a:cubicBezTo>
                  <a:lnTo>
                    <a:pt x="4757" y="3239"/>
                  </a:lnTo>
                  <a:cubicBezTo>
                    <a:pt x="4883" y="3176"/>
                    <a:pt x="4946" y="3050"/>
                    <a:pt x="4946" y="2892"/>
                  </a:cubicBezTo>
                  <a:cubicBezTo>
                    <a:pt x="4946" y="2735"/>
                    <a:pt x="4883" y="2640"/>
                    <a:pt x="4757" y="2577"/>
                  </a:cubicBezTo>
                  <a:lnTo>
                    <a:pt x="630" y="57"/>
                  </a:lnTo>
                  <a:cubicBezTo>
                    <a:pt x="560" y="18"/>
                    <a:pt x="487" y="0"/>
                    <a:pt x="4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477" name="Google Shape;15477;p85"/>
            <p:cNvSpPr/>
            <p:nvPr/>
          </p:nvSpPr>
          <p:spPr>
            <a:xfrm>
              <a:off x="-13486225" y="2559375"/>
              <a:ext cx="40975" cy="41775"/>
            </a:xfrm>
            <a:custGeom>
              <a:avLst/>
              <a:gdLst/>
              <a:ahLst/>
              <a:cxnLst/>
              <a:rect l="l" t="t" r="r" b="b"/>
              <a:pathLst>
                <a:path w="1639" h="1671" extrusionOk="0">
                  <a:moveTo>
                    <a:pt x="819" y="0"/>
                  </a:moveTo>
                  <a:cubicBezTo>
                    <a:pt x="378" y="0"/>
                    <a:pt x="0" y="378"/>
                    <a:pt x="0" y="851"/>
                  </a:cubicBezTo>
                  <a:cubicBezTo>
                    <a:pt x="0" y="1292"/>
                    <a:pt x="378" y="1670"/>
                    <a:pt x="819" y="1670"/>
                  </a:cubicBezTo>
                  <a:cubicBezTo>
                    <a:pt x="1292" y="1670"/>
                    <a:pt x="1638" y="1292"/>
                    <a:pt x="1638" y="851"/>
                  </a:cubicBezTo>
                  <a:cubicBezTo>
                    <a:pt x="1638" y="378"/>
                    <a:pt x="1292" y="0"/>
                    <a:pt x="8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5478" name="Google Shape;15478;p85"/>
          <p:cNvSpPr/>
          <p:nvPr/>
        </p:nvSpPr>
        <p:spPr>
          <a:xfrm>
            <a:off x="7123388" y="1334505"/>
            <a:ext cx="341579" cy="279189"/>
          </a:xfrm>
          <a:custGeom>
            <a:avLst/>
            <a:gdLst/>
            <a:ahLst/>
            <a:cxnLst/>
            <a:rect l="l" t="t" r="r" b="b"/>
            <a:pathLst>
              <a:path w="14147" h="11563" extrusionOk="0">
                <a:moveTo>
                  <a:pt x="6680" y="819"/>
                </a:moveTo>
                <a:lnTo>
                  <a:pt x="6680" y="5009"/>
                </a:lnTo>
                <a:lnTo>
                  <a:pt x="6648" y="5009"/>
                </a:lnTo>
                <a:cubicBezTo>
                  <a:pt x="6302" y="5041"/>
                  <a:pt x="5924" y="5167"/>
                  <a:pt x="5609" y="5356"/>
                </a:cubicBezTo>
                <a:lnTo>
                  <a:pt x="3624" y="1859"/>
                </a:lnTo>
                <a:cubicBezTo>
                  <a:pt x="4506" y="1260"/>
                  <a:pt x="5546" y="882"/>
                  <a:pt x="6680" y="819"/>
                </a:cubicBezTo>
                <a:close/>
                <a:moveTo>
                  <a:pt x="7531" y="819"/>
                </a:moveTo>
                <a:cubicBezTo>
                  <a:pt x="8633" y="914"/>
                  <a:pt x="9673" y="1260"/>
                  <a:pt x="10587" y="1859"/>
                </a:cubicBezTo>
                <a:lnTo>
                  <a:pt x="8539" y="5356"/>
                </a:lnTo>
                <a:cubicBezTo>
                  <a:pt x="8224" y="5167"/>
                  <a:pt x="7877" y="5041"/>
                  <a:pt x="7531" y="5009"/>
                </a:cubicBezTo>
                <a:lnTo>
                  <a:pt x="7531" y="819"/>
                </a:lnTo>
                <a:close/>
                <a:moveTo>
                  <a:pt x="2931" y="2332"/>
                </a:moveTo>
                <a:lnTo>
                  <a:pt x="5010" y="5829"/>
                </a:lnTo>
                <a:cubicBezTo>
                  <a:pt x="4632" y="6175"/>
                  <a:pt x="4412" y="6648"/>
                  <a:pt x="4286" y="7152"/>
                </a:cubicBezTo>
                <a:lnTo>
                  <a:pt x="915" y="5892"/>
                </a:lnTo>
                <a:cubicBezTo>
                  <a:pt x="1135" y="4474"/>
                  <a:pt x="1891" y="3214"/>
                  <a:pt x="2931" y="2332"/>
                </a:cubicBezTo>
                <a:close/>
                <a:moveTo>
                  <a:pt x="11248" y="2300"/>
                </a:moveTo>
                <a:cubicBezTo>
                  <a:pt x="12319" y="3214"/>
                  <a:pt x="13075" y="4474"/>
                  <a:pt x="13296" y="5892"/>
                </a:cubicBezTo>
                <a:lnTo>
                  <a:pt x="9925" y="7152"/>
                </a:lnTo>
                <a:cubicBezTo>
                  <a:pt x="9799" y="6648"/>
                  <a:pt x="9547" y="6207"/>
                  <a:pt x="9200" y="5829"/>
                </a:cubicBezTo>
                <a:lnTo>
                  <a:pt x="11248" y="2300"/>
                </a:lnTo>
                <a:close/>
                <a:moveTo>
                  <a:pt x="7090" y="5797"/>
                </a:moveTo>
                <a:cubicBezTo>
                  <a:pt x="8098" y="5797"/>
                  <a:pt x="8948" y="6522"/>
                  <a:pt x="9137" y="7467"/>
                </a:cubicBezTo>
                <a:lnTo>
                  <a:pt x="7090" y="8223"/>
                </a:lnTo>
                <a:lnTo>
                  <a:pt x="5042" y="7467"/>
                </a:lnTo>
                <a:cubicBezTo>
                  <a:pt x="5199" y="6522"/>
                  <a:pt x="6050" y="5797"/>
                  <a:pt x="7090" y="5797"/>
                </a:cubicBezTo>
                <a:close/>
                <a:moveTo>
                  <a:pt x="7090" y="9294"/>
                </a:moveTo>
                <a:lnTo>
                  <a:pt x="8161" y="10428"/>
                </a:lnTo>
                <a:cubicBezTo>
                  <a:pt x="7830" y="10633"/>
                  <a:pt x="7452" y="10735"/>
                  <a:pt x="7078" y="10735"/>
                </a:cubicBezTo>
                <a:cubicBezTo>
                  <a:pt x="6704" y="10735"/>
                  <a:pt x="6333" y="10633"/>
                  <a:pt x="6018" y="10428"/>
                </a:cubicBezTo>
                <a:lnTo>
                  <a:pt x="7090" y="9294"/>
                </a:lnTo>
                <a:close/>
                <a:moveTo>
                  <a:pt x="7090" y="0"/>
                </a:moveTo>
                <a:cubicBezTo>
                  <a:pt x="3498" y="0"/>
                  <a:pt x="473" y="2678"/>
                  <a:pt x="32" y="6144"/>
                </a:cubicBezTo>
                <a:cubicBezTo>
                  <a:pt x="1" y="6333"/>
                  <a:pt x="95" y="6490"/>
                  <a:pt x="316" y="6585"/>
                </a:cubicBezTo>
                <a:lnTo>
                  <a:pt x="6365" y="8853"/>
                </a:lnTo>
                <a:lnTo>
                  <a:pt x="5168" y="10208"/>
                </a:lnTo>
                <a:cubicBezTo>
                  <a:pt x="5010" y="10365"/>
                  <a:pt x="5010" y="10617"/>
                  <a:pt x="5168" y="10775"/>
                </a:cubicBezTo>
                <a:cubicBezTo>
                  <a:pt x="5672" y="11310"/>
                  <a:pt x="6365" y="11562"/>
                  <a:pt x="7090" y="11562"/>
                </a:cubicBezTo>
                <a:cubicBezTo>
                  <a:pt x="7846" y="11562"/>
                  <a:pt x="8507" y="11310"/>
                  <a:pt x="9011" y="10775"/>
                </a:cubicBezTo>
                <a:cubicBezTo>
                  <a:pt x="9169" y="10617"/>
                  <a:pt x="9169" y="10397"/>
                  <a:pt x="9011" y="10208"/>
                </a:cubicBezTo>
                <a:lnTo>
                  <a:pt x="7783" y="8853"/>
                </a:lnTo>
                <a:lnTo>
                  <a:pt x="13863" y="6585"/>
                </a:lnTo>
                <a:cubicBezTo>
                  <a:pt x="14052" y="6490"/>
                  <a:pt x="14147" y="6333"/>
                  <a:pt x="14147" y="6144"/>
                </a:cubicBezTo>
                <a:cubicBezTo>
                  <a:pt x="13706" y="2678"/>
                  <a:pt x="10650" y="0"/>
                  <a:pt x="70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479" name="Google Shape;15479;p85"/>
          <p:cNvSpPr/>
          <p:nvPr/>
        </p:nvSpPr>
        <p:spPr>
          <a:xfrm>
            <a:off x="7123014" y="1711602"/>
            <a:ext cx="342328" cy="340638"/>
          </a:xfrm>
          <a:custGeom>
            <a:avLst/>
            <a:gdLst/>
            <a:ahLst/>
            <a:cxnLst/>
            <a:rect l="l" t="t" r="r" b="b"/>
            <a:pathLst>
              <a:path w="14178" h="14108" extrusionOk="0">
                <a:moveTo>
                  <a:pt x="8727" y="5034"/>
                </a:moveTo>
                <a:cubicBezTo>
                  <a:pt x="8948" y="5065"/>
                  <a:pt x="9137" y="5254"/>
                  <a:pt x="9137" y="5443"/>
                </a:cubicBezTo>
                <a:cubicBezTo>
                  <a:pt x="9137" y="5695"/>
                  <a:pt x="8948" y="5885"/>
                  <a:pt x="8727" y="5885"/>
                </a:cubicBezTo>
                <a:cubicBezTo>
                  <a:pt x="8507" y="5885"/>
                  <a:pt x="8318" y="5695"/>
                  <a:pt x="8318" y="5443"/>
                </a:cubicBezTo>
                <a:cubicBezTo>
                  <a:pt x="8318" y="5223"/>
                  <a:pt x="8507" y="5034"/>
                  <a:pt x="8727" y="5034"/>
                </a:cubicBezTo>
                <a:close/>
                <a:moveTo>
                  <a:pt x="5388" y="5065"/>
                </a:moveTo>
                <a:cubicBezTo>
                  <a:pt x="5640" y="5065"/>
                  <a:pt x="5829" y="5254"/>
                  <a:pt x="5829" y="5506"/>
                </a:cubicBezTo>
                <a:cubicBezTo>
                  <a:pt x="5829" y="5727"/>
                  <a:pt x="5640" y="5916"/>
                  <a:pt x="5388" y="5916"/>
                </a:cubicBezTo>
                <a:cubicBezTo>
                  <a:pt x="5167" y="5916"/>
                  <a:pt x="5010" y="5727"/>
                  <a:pt x="5010" y="5506"/>
                </a:cubicBezTo>
                <a:cubicBezTo>
                  <a:pt x="4978" y="5254"/>
                  <a:pt x="5167" y="5065"/>
                  <a:pt x="5388" y="5065"/>
                </a:cubicBezTo>
                <a:close/>
                <a:moveTo>
                  <a:pt x="7089" y="3459"/>
                </a:moveTo>
                <a:cubicBezTo>
                  <a:pt x="8160" y="3459"/>
                  <a:pt x="9137" y="3522"/>
                  <a:pt x="10050" y="3711"/>
                </a:cubicBezTo>
                <a:lnTo>
                  <a:pt x="9357" y="4435"/>
                </a:lnTo>
                <a:cubicBezTo>
                  <a:pt x="9168" y="4341"/>
                  <a:pt x="8979" y="4278"/>
                  <a:pt x="8790" y="4278"/>
                </a:cubicBezTo>
                <a:cubicBezTo>
                  <a:pt x="8097" y="4278"/>
                  <a:pt x="7530" y="4813"/>
                  <a:pt x="7530" y="5506"/>
                </a:cubicBezTo>
                <a:cubicBezTo>
                  <a:pt x="7530" y="6168"/>
                  <a:pt x="8066" y="6704"/>
                  <a:pt x="8790" y="6704"/>
                </a:cubicBezTo>
                <a:cubicBezTo>
                  <a:pt x="9452" y="6704"/>
                  <a:pt x="9987" y="6168"/>
                  <a:pt x="9987" y="5506"/>
                </a:cubicBezTo>
                <a:cubicBezTo>
                  <a:pt x="9987" y="5317"/>
                  <a:pt x="9956" y="5160"/>
                  <a:pt x="9924" y="5034"/>
                </a:cubicBezTo>
                <a:lnTo>
                  <a:pt x="10996" y="3931"/>
                </a:lnTo>
                <a:cubicBezTo>
                  <a:pt x="11216" y="3994"/>
                  <a:pt x="11405" y="4026"/>
                  <a:pt x="11626" y="4120"/>
                </a:cubicBezTo>
                <a:cubicBezTo>
                  <a:pt x="12665" y="4498"/>
                  <a:pt x="13295" y="5034"/>
                  <a:pt x="13295" y="5506"/>
                </a:cubicBezTo>
                <a:cubicBezTo>
                  <a:pt x="13295" y="6452"/>
                  <a:pt x="10775" y="7586"/>
                  <a:pt x="7089" y="7586"/>
                </a:cubicBezTo>
                <a:cubicBezTo>
                  <a:pt x="3497" y="7586"/>
                  <a:pt x="851" y="6483"/>
                  <a:pt x="851" y="5506"/>
                </a:cubicBezTo>
                <a:cubicBezTo>
                  <a:pt x="820" y="5034"/>
                  <a:pt x="1450" y="4498"/>
                  <a:pt x="2521" y="4120"/>
                </a:cubicBezTo>
                <a:cubicBezTo>
                  <a:pt x="2710" y="4026"/>
                  <a:pt x="2962" y="3963"/>
                  <a:pt x="3182" y="3931"/>
                </a:cubicBezTo>
                <a:lnTo>
                  <a:pt x="4285" y="5034"/>
                </a:lnTo>
                <a:cubicBezTo>
                  <a:pt x="4254" y="5191"/>
                  <a:pt x="4222" y="5349"/>
                  <a:pt x="4222" y="5506"/>
                </a:cubicBezTo>
                <a:cubicBezTo>
                  <a:pt x="4222" y="6168"/>
                  <a:pt x="4758" y="6704"/>
                  <a:pt x="5419" y="6704"/>
                </a:cubicBezTo>
                <a:cubicBezTo>
                  <a:pt x="6112" y="6704"/>
                  <a:pt x="6679" y="6168"/>
                  <a:pt x="6679" y="5506"/>
                </a:cubicBezTo>
                <a:cubicBezTo>
                  <a:pt x="6679" y="4813"/>
                  <a:pt x="6144" y="4278"/>
                  <a:pt x="5419" y="4278"/>
                </a:cubicBezTo>
                <a:cubicBezTo>
                  <a:pt x="5199" y="4278"/>
                  <a:pt x="5010" y="4309"/>
                  <a:pt x="4852" y="4435"/>
                </a:cubicBezTo>
                <a:lnTo>
                  <a:pt x="4128" y="3711"/>
                </a:lnTo>
                <a:cubicBezTo>
                  <a:pt x="5041" y="3553"/>
                  <a:pt x="6018" y="3459"/>
                  <a:pt x="7089" y="3459"/>
                </a:cubicBezTo>
                <a:close/>
                <a:moveTo>
                  <a:pt x="820" y="6861"/>
                </a:moveTo>
                <a:cubicBezTo>
                  <a:pt x="1135" y="7113"/>
                  <a:pt x="1576" y="7334"/>
                  <a:pt x="2048" y="7523"/>
                </a:cubicBezTo>
                <a:lnTo>
                  <a:pt x="820" y="9193"/>
                </a:lnTo>
                <a:lnTo>
                  <a:pt x="820" y="6861"/>
                </a:lnTo>
                <a:close/>
                <a:moveTo>
                  <a:pt x="13264" y="6861"/>
                </a:moveTo>
                <a:lnTo>
                  <a:pt x="13264" y="9193"/>
                </a:lnTo>
                <a:lnTo>
                  <a:pt x="12067" y="7554"/>
                </a:lnTo>
                <a:cubicBezTo>
                  <a:pt x="12571" y="7334"/>
                  <a:pt x="12949" y="7113"/>
                  <a:pt x="13264" y="6861"/>
                </a:cubicBezTo>
                <a:close/>
                <a:moveTo>
                  <a:pt x="3655" y="8027"/>
                </a:moveTo>
                <a:lnTo>
                  <a:pt x="3655" y="8027"/>
                </a:lnTo>
                <a:cubicBezTo>
                  <a:pt x="4474" y="8216"/>
                  <a:pt x="5388" y="8279"/>
                  <a:pt x="6333" y="8342"/>
                </a:cubicBezTo>
                <a:lnTo>
                  <a:pt x="4695" y="11083"/>
                </a:lnTo>
                <a:lnTo>
                  <a:pt x="3655" y="8027"/>
                </a:lnTo>
                <a:close/>
                <a:moveTo>
                  <a:pt x="10492" y="8058"/>
                </a:moveTo>
                <a:lnTo>
                  <a:pt x="9452" y="11114"/>
                </a:lnTo>
                <a:lnTo>
                  <a:pt x="7751" y="8373"/>
                </a:lnTo>
                <a:cubicBezTo>
                  <a:pt x="8696" y="8342"/>
                  <a:pt x="9641" y="8216"/>
                  <a:pt x="10492" y="8058"/>
                </a:cubicBezTo>
                <a:close/>
                <a:moveTo>
                  <a:pt x="2741" y="7964"/>
                </a:moveTo>
                <a:lnTo>
                  <a:pt x="3844" y="11272"/>
                </a:lnTo>
                <a:cubicBezTo>
                  <a:pt x="2836" y="11020"/>
                  <a:pt x="1891" y="10610"/>
                  <a:pt x="1135" y="10138"/>
                </a:cubicBezTo>
                <a:lnTo>
                  <a:pt x="2741" y="7964"/>
                </a:lnTo>
                <a:close/>
                <a:moveTo>
                  <a:pt x="11342" y="8027"/>
                </a:moveTo>
                <a:lnTo>
                  <a:pt x="12917" y="10138"/>
                </a:lnTo>
                <a:cubicBezTo>
                  <a:pt x="12161" y="10610"/>
                  <a:pt x="11248" y="11020"/>
                  <a:pt x="10240" y="11272"/>
                </a:cubicBezTo>
                <a:lnTo>
                  <a:pt x="11342" y="8027"/>
                </a:lnTo>
                <a:close/>
                <a:moveTo>
                  <a:pt x="7058" y="8751"/>
                </a:moveTo>
                <a:lnTo>
                  <a:pt x="8727" y="11555"/>
                </a:lnTo>
                <a:cubicBezTo>
                  <a:pt x="8192" y="11618"/>
                  <a:pt x="7593" y="11681"/>
                  <a:pt x="7058" y="11681"/>
                </a:cubicBezTo>
                <a:cubicBezTo>
                  <a:pt x="6459" y="11681"/>
                  <a:pt x="5892" y="11650"/>
                  <a:pt x="5356" y="11555"/>
                </a:cubicBezTo>
                <a:lnTo>
                  <a:pt x="7058" y="8751"/>
                </a:lnTo>
                <a:close/>
                <a:moveTo>
                  <a:pt x="13264" y="10894"/>
                </a:moveTo>
                <a:lnTo>
                  <a:pt x="13264" y="11240"/>
                </a:lnTo>
                <a:cubicBezTo>
                  <a:pt x="13264" y="12185"/>
                  <a:pt x="10744" y="13320"/>
                  <a:pt x="7058" y="13320"/>
                </a:cubicBezTo>
                <a:cubicBezTo>
                  <a:pt x="3340" y="13320"/>
                  <a:pt x="820" y="12185"/>
                  <a:pt x="820" y="11240"/>
                </a:cubicBezTo>
                <a:lnTo>
                  <a:pt x="820" y="10894"/>
                </a:lnTo>
                <a:cubicBezTo>
                  <a:pt x="2615" y="11996"/>
                  <a:pt x="4915" y="12501"/>
                  <a:pt x="7058" y="12501"/>
                </a:cubicBezTo>
                <a:cubicBezTo>
                  <a:pt x="9168" y="12501"/>
                  <a:pt x="11500" y="12028"/>
                  <a:pt x="13264" y="10894"/>
                </a:cubicBezTo>
                <a:close/>
                <a:moveTo>
                  <a:pt x="457" y="1"/>
                </a:moveTo>
                <a:cubicBezTo>
                  <a:pt x="347" y="1"/>
                  <a:pt x="237" y="40"/>
                  <a:pt x="158" y="119"/>
                </a:cubicBezTo>
                <a:cubicBezTo>
                  <a:pt x="0" y="277"/>
                  <a:pt x="0" y="560"/>
                  <a:pt x="158" y="718"/>
                </a:cubicBezTo>
                <a:lnTo>
                  <a:pt x="2552" y="3207"/>
                </a:lnTo>
                <a:cubicBezTo>
                  <a:pt x="2426" y="3238"/>
                  <a:pt x="2363" y="3270"/>
                  <a:pt x="2237" y="3333"/>
                </a:cubicBezTo>
                <a:cubicBezTo>
                  <a:pt x="820" y="3868"/>
                  <a:pt x="32" y="4624"/>
                  <a:pt x="32" y="5443"/>
                </a:cubicBezTo>
                <a:lnTo>
                  <a:pt x="32" y="11240"/>
                </a:lnTo>
                <a:cubicBezTo>
                  <a:pt x="32" y="12091"/>
                  <a:pt x="820" y="12847"/>
                  <a:pt x="2237" y="13383"/>
                </a:cubicBezTo>
                <a:cubicBezTo>
                  <a:pt x="3529" y="13824"/>
                  <a:pt x="5262" y="14107"/>
                  <a:pt x="7089" y="14107"/>
                </a:cubicBezTo>
                <a:cubicBezTo>
                  <a:pt x="10744" y="14107"/>
                  <a:pt x="14146" y="13005"/>
                  <a:pt x="14146" y="11240"/>
                </a:cubicBezTo>
                <a:lnTo>
                  <a:pt x="14146" y="5443"/>
                </a:lnTo>
                <a:cubicBezTo>
                  <a:pt x="14083" y="4624"/>
                  <a:pt x="13295" y="3868"/>
                  <a:pt x="11878" y="3333"/>
                </a:cubicBezTo>
                <a:cubicBezTo>
                  <a:pt x="11815" y="3301"/>
                  <a:pt x="11689" y="3238"/>
                  <a:pt x="11626" y="3207"/>
                </a:cubicBezTo>
                <a:lnTo>
                  <a:pt x="14020" y="718"/>
                </a:lnTo>
                <a:cubicBezTo>
                  <a:pt x="14178" y="560"/>
                  <a:pt x="14178" y="277"/>
                  <a:pt x="14020" y="119"/>
                </a:cubicBezTo>
                <a:cubicBezTo>
                  <a:pt x="13941" y="40"/>
                  <a:pt x="13831" y="1"/>
                  <a:pt x="13721" y="1"/>
                </a:cubicBezTo>
                <a:cubicBezTo>
                  <a:pt x="13611" y="1"/>
                  <a:pt x="13500" y="40"/>
                  <a:pt x="13422" y="119"/>
                </a:cubicBezTo>
                <a:lnTo>
                  <a:pt x="10712" y="2923"/>
                </a:lnTo>
                <a:cubicBezTo>
                  <a:pt x="9609" y="2640"/>
                  <a:pt x="8381" y="2545"/>
                  <a:pt x="7089" y="2545"/>
                </a:cubicBezTo>
                <a:cubicBezTo>
                  <a:pt x="5797" y="2545"/>
                  <a:pt x="4537" y="2640"/>
                  <a:pt x="3466" y="2923"/>
                </a:cubicBezTo>
                <a:lnTo>
                  <a:pt x="757" y="119"/>
                </a:lnTo>
                <a:cubicBezTo>
                  <a:pt x="678" y="40"/>
                  <a:pt x="567" y="1"/>
                  <a:pt x="4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5480" name="Google Shape;15480;p85"/>
          <p:cNvGrpSpPr/>
          <p:nvPr/>
        </p:nvGrpSpPr>
        <p:grpSpPr>
          <a:xfrm>
            <a:off x="7140133" y="2119708"/>
            <a:ext cx="308090" cy="341579"/>
            <a:chOff x="-11747150" y="2530225"/>
            <a:chExt cx="319000" cy="353675"/>
          </a:xfrm>
        </p:grpSpPr>
        <p:sp>
          <p:nvSpPr>
            <p:cNvPr id="15481" name="Google Shape;15481;p85"/>
            <p:cNvSpPr/>
            <p:nvPr/>
          </p:nvSpPr>
          <p:spPr>
            <a:xfrm>
              <a:off x="-11747150" y="2530225"/>
              <a:ext cx="319000" cy="353675"/>
            </a:xfrm>
            <a:custGeom>
              <a:avLst/>
              <a:gdLst/>
              <a:ahLst/>
              <a:cxnLst/>
              <a:rect l="l" t="t" r="r" b="b"/>
              <a:pathLst>
                <a:path w="12760" h="14147" extrusionOk="0">
                  <a:moveTo>
                    <a:pt x="7183" y="883"/>
                  </a:moveTo>
                  <a:cubicBezTo>
                    <a:pt x="7845" y="883"/>
                    <a:pt x="8443" y="1450"/>
                    <a:pt x="8412" y="2206"/>
                  </a:cubicBezTo>
                  <a:cubicBezTo>
                    <a:pt x="8412" y="2444"/>
                    <a:pt x="8612" y="2638"/>
                    <a:pt x="8825" y="2638"/>
                  </a:cubicBezTo>
                  <a:cubicBezTo>
                    <a:pt x="8866" y="2638"/>
                    <a:pt x="8907" y="2631"/>
                    <a:pt x="8947" y="2616"/>
                  </a:cubicBezTo>
                  <a:cubicBezTo>
                    <a:pt x="9048" y="2581"/>
                    <a:pt x="9148" y="2564"/>
                    <a:pt x="9243" y="2564"/>
                  </a:cubicBezTo>
                  <a:cubicBezTo>
                    <a:pt x="9829" y="2564"/>
                    <a:pt x="10258" y="3180"/>
                    <a:pt x="9987" y="3750"/>
                  </a:cubicBezTo>
                  <a:cubicBezTo>
                    <a:pt x="9893" y="3907"/>
                    <a:pt x="9956" y="4096"/>
                    <a:pt x="10050" y="4222"/>
                  </a:cubicBezTo>
                  <a:cubicBezTo>
                    <a:pt x="10126" y="4299"/>
                    <a:pt x="10226" y="4340"/>
                    <a:pt x="10327" y="4340"/>
                  </a:cubicBezTo>
                  <a:cubicBezTo>
                    <a:pt x="10394" y="4340"/>
                    <a:pt x="10461" y="4323"/>
                    <a:pt x="10523" y="4285"/>
                  </a:cubicBezTo>
                  <a:cubicBezTo>
                    <a:pt x="10637" y="4237"/>
                    <a:pt x="10751" y="4216"/>
                    <a:pt x="10861" y="4216"/>
                  </a:cubicBezTo>
                  <a:cubicBezTo>
                    <a:pt x="11328" y="4216"/>
                    <a:pt x="11720" y="4608"/>
                    <a:pt x="11720" y="5042"/>
                  </a:cubicBezTo>
                  <a:lnTo>
                    <a:pt x="977" y="5042"/>
                  </a:lnTo>
                  <a:cubicBezTo>
                    <a:pt x="928" y="4575"/>
                    <a:pt x="1300" y="4185"/>
                    <a:pt x="1750" y="4185"/>
                  </a:cubicBezTo>
                  <a:cubicBezTo>
                    <a:pt x="1877" y="4185"/>
                    <a:pt x="2010" y="4216"/>
                    <a:pt x="2142" y="4285"/>
                  </a:cubicBezTo>
                  <a:cubicBezTo>
                    <a:pt x="2204" y="4323"/>
                    <a:pt x="2272" y="4340"/>
                    <a:pt x="2338" y="4340"/>
                  </a:cubicBezTo>
                  <a:cubicBezTo>
                    <a:pt x="2439" y="4340"/>
                    <a:pt x="2539" y="4299"/>
                    <a:pt x="2615" y="4222"/>
                  </a:cubicBezTo>
                  <a:cubicBezTo>
                    <a:pt x="2741" y="4096"/>
                    <a:pt x="2772" y="3907"/>
                    <a:pt x="2709" y="3750"/>
                  </a:cubicBezTo>
                  <a:cubicBezTo>
                    <a:pt x="2438" y="3180"/>
                    <a:pt x="2867" y="2564"/>
                    <a:pt x="3434" y="2564"/>
                  </a:cubicBezTo>
                  <a:cubicBezTo>
                    <a:pt x="3526" y="2564"/>
                    <a:pt x="3621" y="2581"/>
                    <a:pt x="3718" y="2616"/>
                  </a:cubicBezTo>
                  <a:cubicBezTo>
                    <a:pt x="3764" y="2627"/>
                    <a:pt x="3814" y="2634"/>
                    <a:pt x="3866" y="2634"/>
                  </a:cubicBezTo>
                  <a:cubicBezTo>
                    <a:pt x="3955" y="2634"/>
                    <a:pt x="4047" y="2613"/>
                    <a:pt x="4127" y="2553"/>
                  </a:cubicBezTo>
                  <a:cubicBezTo>
                    <a:pt x="4222" y="2490"/>
                    <a:pt x="4285" y="2364"/>
                    <a:pt x="4285" y="2206"/>
                  </a:cubicBezTo>
                  <a:cubicBezTo>
                    <a:pt x="4253" y="1450"/>
                    <a:pt x="4820" y="883"/>
                    <a:pt x="5482" y="883"/>
                  </a:cubicBezTo>
                  <a:cubicBezTo>
                    <a:pt x="5702" y="883"/>
                    <a:pt x="5923" y="914"/>
                    <a:pt x="6112" y="1040"/>
                  </a:cubicBezTo>
                  <a:cubicBezTo>
                    <a:pt x="6175" y="1072"/>
                    <a:pt x="6246" y="1088"/>
                    <a:pt x="6321" y="1088"/>
                  </a:cubicBezTo>
                  <a:cubicBezTo>
                    <a:pt x="6396" y="1088"/>
                    <a:pt x="6474" y="1072"/>
                    <a:pt x="6553" y="1040"/>
                  </a:cubicBezTo>
                  <a:cubicBezTo>
                    <a:pt x="6742" y="914"/>
                    <a:pt x="6963" y="883"/>
                    <a:pt x="7183" y="883"/>
                  </a:cubicBezTo>
                  <a:close/>
                  <a:moveTo>
                    <a:pt x="5891" y="5861"/>
                  </a:moveTo>
                  <a:lnTo>
                    <a:pt x="5891" y="7530"/>
                  </a:lnTo>
                  <a:cubicBezTo>
                    <a:pt x="5230" y="7562"/>
                    <a:pt x="4600" y="7688"/>
                    <a:pt x="4064" y="7908"/>
                  </a:cubicBezTo>
                  <a:lnTo>
                    <a:pt x="3875" y="5861"/>
                  </a:lnTo>
                  <a:close/>
                  <a:moveTo>
                    <a:pt x="8758" y="5861"/>
                  </a:moveTo>
                  <a:lnTo>
                    <a:pt x="8569" y="7908"/>
                  </a:lnTo>
                  <a:cubicBezTo>
                    <a:pt x="8065" y="7719"/>
                    <a:pt x="7435" y="7562"/>
                    <a:pt x="6774" y="7530"/>
                  </a:cubicBezTo>
                  <a:lnTo>
                    <a:pt x="6774" y="5861"/>
                  </a:lnTo>
                  <a:close/>
                  <a:moveTo>
                    <a:pt x="6333" y="8350"/>
                  </a:moveTo>
                  <a:cubicBezTo>
                    <a:pt x="7971" y="8350"/>
                    <a:pt x="9199" y="9011"/>
                    <a:pt x="9199" y="9610"/>
                  </a:cubicBezTo>
                  <a:cubicBezTo>
                    <a:pt x="9199" y="10177"/>
                    <a:pt x="7971" y="10838"/>
                    <a:pt x="6333" y="10838"/>
                  </a:cubicBezTo>
                  <a:cubicBezTo>
                    <a:pt x="4663" y="10838"/>
                    <a:pt x="3466" y="10177"/>
                    <a:pt x="3466" y="9610"/>
                  </a:cubicBezTo>
                  <a:cubicBezTo>
                    <a:pt x="3466" y="9011"/>
                    <a:pt x="4663" y="8350"/>
                    <a:pt x="6333" y="8350"/>
                  </a:cubicBezTo>
                  <a:close/>
                  <a:moveTo>
                    <a:pt x="3056" y="5861"/>
                  </a:moveTo>
                  <a:lnTo>
                    <a:pt x="3277" y="8350"/>
                  </a:lnTo>
                  <a:cubicBezTo>
                    <a:pt x="2804" y="8696"/>
                    <a:pt x="2583" y="9137"/>
                    <a:pt x="2583" y="9578"/>
                  </a:cubicBezTo>
                  <a:cubicBezTo>
                    <a:pt x="2583" y="10114"/>
                    <a:pt x="2930" y="10586"/>
                    <a:pt x="3560" y="10996"/>
                  </a:cubicBezTo>
                  <a:lnTo>
                    <a:pt x="3812" y="13327"/>
                  </a:lnTo>
                  <a:lnTo>
                    <a:pt x="2867" y="13327"/>
                  </a:lnTo>
                  <a:cubicBezTo>
                    <a:pt x="2678" y="13327"/>
                    <a:pt x="2489" y="13170"/>
                    <a:pt x="2457" y="13012"/>
                  </a:cubicBezTo>
                  <a:lnTo>
                    <a:pt x="1040" y="5861"/>
                  </a:lnTo>
                  <a:close/>
                  <a:moveTo>
                    <a:pt x="4442" y="11374"/>
                  </a:moveTo>
                  <a:lnTo>
                    <a:pt x="4442" y="11374"/>
                  </a:lnTo>
                  <a:cubicBezTo>
                    <a:pt x="4852" y="11532"/>
                    <a:pt x="5387" y="11626"/>
                    <a:pt x="5891" y="11658"/>
                  </a:cubicBezTo>
                  <a:lnTo>
                    <a:pt x="5891" y="13296"/>
                  </a:lnTo>
                  <a:lnTo>
                    <a:pt x="4631" y="13296"/>
                  </a:lnTo>
                  <a:lnTo>
                    <a:pt x="4631" y="13327"/>
                  </a:lnTo>
                  <a:lnTo>
                    <a:pt x="4442" y="11374"/>
                  </a:lnTo>
                  <a:close/>
                  <a:moveTo>
                    <a:pt x="8191" y="11374"/>
                  </a:moveTo>
                  <a:lnTo>
                    <a:pt x="7971" y="13327"/>
                  </a:lnTo>
                  <a:lnTo>
                    <a:pt x="6711" y="13327"/>
                  </a:lnTo>
                  <a:lnTo>
                    <a:pt x="6711" y="11658"/>
                  </a:lnTo>
                  <a:cubicBezTo>
                    <a:pt x="7215" y="11626"/>
                    <a:pt x="7750" y="11532"/>
                    <a:pt x="8191" y="11374"/>
                  </a:cubicBezTo>
                  <a:close/>
                  <a:moveTo>
                    <a:pt x="11594" y="5861"/>
                  </a:moveTo>
                  <a:lnTo>
                    <a:pt x="10176" y="13012"/>
                  </a:lnTo>
                  <a:cubicBezTo>
                    <a:pt x="10145" y="13201"/>
                    <a:pt x="9987" y="13327"/>
                    <a:pt x="9798" y="13327"/>
                  </a:cubicBezTo>
                  <a:lnTo>
                    <a:pt x="8853" y="13327"/>
                  </a:lnTo>
                  <a:lnTo>
                    <a:pt x="9073" y="10996"/>
                  </a:lnTo>
                  <a:cubicBezTo>
                    <a:pt x="9704" y="10586"/>
                    <a:pt x="10050" y="10114"/>
                    <a:pt x="10050" y="9578"/>
                  </a:cubicBezTo>
                  <a:cubicBezTo>
                    <a:pt x="10050" y="9106"/>
                    <a:pt x="9830" y="8665"/>
                    <a:pt x="9357" y="8350"/>
                  </a:cubicBezTo>
                  <a:lnTo>
                    <a:pt x="9578" y="5861"/>
                  </a:lnTo>
                  <a:close/>
                  <a:moveTo>
                    <a:pt x="5513" y="1"/>
                  </a:moveTo>
                  <a:cubicBezTo>
                    <a:pt x="4474" y="1"/>
                    <a:pt x="3655" y="757"/>
                    <a:pt x="3497" y="1702"/>
                  </a:cubicBezTo>
                  <a:lnTo>
                    <a:pt x="3466" y="1702"/>
                  </a:lnTo>
                  <a:cubicBezTo>
                    <a:pt x="2552" y="1702"/>
                    <a:pt x="1796" y="2458"/>
                    <a:pt x="1796" y="3340"/>
                  </a:cubicBezTo>
                  <a:cubicBezTo>
                    <a:pt x="882" y="3340"/>
                    <a:pt x="158" y="4128"/>
                    <a:pt x="158" y="5042"/>
                  </a:cubicBezTo>
                  <a:cubicBezTo>
                    <a:pt x="158" y="5672"/>
                    <a:pt x="0" y="4600"/>
                    <a:pt x="1670" y="13170"/>
                  </a:cubicBezTo>
                  <a:cubicBezTo>
                    <a:pt x="1796" y="13737"/>
                    <a:pt x="2300" y="14146"/>
                    <a:pt x="2898" y="14146"/>
                  </a:cubicBezTo>
                  <a:lnTo>
                    <a:pt x="9830" y="14146"/>
                  </a:lnTo>
                  <a:cubicBezTo>
                    <a:pt x="10428" y="14146"/>
                    <a:pt x="10932" y="13705"/>
                    <a:pt x="11058" y="13170"/>
                  </a:cubicBezTo>
                  <a:cubicBezTo>
                    <a:pt x="12760" y="4600"/>
                    <a:pt x="12602" y="5672"/>
                    <a:pt x="12602" y="5042"/>
                  </a:cubicBezTo>
                  <a:cubicBezTo>
                    <a:pt x="12507" y="4600"/>
                    <a:pt x="12350" y="4191"/>
                    <a:pt x="12035" y="3876"/>
                  </a:cubicBezTo>
                  <a:cubicBezTo>
                    <a:pt x="11720" y="3561"/>
                    <a:pt x="11279" y="3340"/>
                    <a:pt x="10838" y="3340"/>
                  </a:cubicBezTo>
                  <a:cubicBezTo>
                    <a:pt x="10838" y="2432"/>
                    <a:pt x="10110" y="1698"/>
                    <a:pt x="9271" y="1698"/>
                  </a:cubicBezTo>
                  <a:cubicBezTo>
                    <a:pt x="9237" y="1698"/>
                    <a:pt x="9202" y="1700"/>
                    <a:pt x="9168" y="1702"/>
                  </a:cubicBezTo>
                  <a:cubicBezTo>
                    <a:pt x="8979" y="757"/>
                    <a:pt x="8128" y="1"/>
                    <a:pt x="7152" y="1"/>
                  </a:cubicBezTo>
                  <a:cubicBezTo>
                    <a:pt x="6868" y="1"/>
                    <a:pt x="6616" y="64"/>
                    <a:pt x="6333" y="190"/>
                  </a:cubicBezTo>
                  <a:cubicBezTo>
                    <a:pt x="6049" y="64"/>
                    <a:pt x="5765" y="1"/>
                    <a:pt x="55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482" name="Google Shape;15482;p85"/>
            <p:cNvSpPr/>
            <p:nvPr/>
          </p:nvSpPr>
          <p:spPr>
            <a:xfrm>
              <a:off x="-11640825" y="2592450"/>
              <a:ext cx="104775" cy="42550"/>
            </a:xfrm>
            <a:custGeom>
              <a:avLst/>
              <a:gdLst/>
              <a:ahLst/>
              <a:cxnLst/>
              <a:rect l="l" t="t" r="r" b="b"/>
              <a:pathLst>
                <a:path w="4191" h="1702" extrusionOk="0">
                  <a:moveTo>
                    <a:pt x="1292" y="1"/>
                  </a:moveTo>
                  <a:cubicBezTo>
                    <a:pt x="599" y="1"/>
                    <a:pt x="32" y="536"/>
                    <a:pt x="32" y="1261"/>
                  </a:cubicBezTo>
                  <a:cubicBezTo>
                    <a:pt x="0" y="1544"/>
                    <a:pt x="189" y="1702"/>
                    <a:pt x="410" y="1702"/>
                  </a:cubicBezTo>
                  <a:cubicBezTo>
                    <a:pt x="662" y="1702"/>
                    <a:pt x="851" y="1481"/>
                    <a:pt x="851" y="1261"/>
                  </a:cubicBezTo>
                  <a:cubicBezTo>
                    <a:pt x="851" y="1009"/>
                    <a:pt x="1040" y="820"/>
                    <a:pt x="1292" y="820"/>
                  </a:cubicBezTo>
                  <a:cubicBezTo>
                    <a:pt x="1512" y="820"/>
                    <a:pt x="1670" y="1009"/>
                    <a:pt x="1670" y="1261"/>
                  </a:cubicBezTo>
                  <a:cubicBezTo>
                    <a:pt x="1670" y="1481"/>
                    <a:pt x="1859" y="1702"/>
                    <a:pt x="2111" y="1702"/>
                  </a:cubicBezTo>
                  <a:cubicBezTo>
                    <a:pt x="2332" y="1702"/>
                    <a:pt x="2489" y="1481"/>
                    <a:pt x="2489" y="1261"/>
                  </a:cubicBezTo>
                  <a:cubicBezTo>
                    <a:pt x="2489" y="1009"/>
                    <a:pt x="2710" y="820"/>
                    <a:pt x="2930" y="820"/>
                  </a:cubicBezTo>
                  <a:cubicBezTo>
                    <a:pt x="3182" y="820"/>
                    <a:pt x="3371" y="1009"/>
                    <a:pt x="3371" y="1261"/>
                  </a:cubicBezTo>
                  <a:cubicBezTo>
                    <a:pt x="3371" y="1481"/>
                    <a:pt x="3560" y="1702"/>
                    <a:pt x="3749" y="1702"/>
                  </a:cubicBezTo>
                  <a:cubicBezTo>
                    <a:pt x="3970" y="1702"/>
                    <a:pt x="4190" y="1481"/>
                    <a:pt x="4190" y="1261"/>
                  </a:cubicBezTo>
                  <a:cubicBezTo>
                    <a:pt x="4190" y="599"/>
                    <a:pt x="3655" y="1"/>
                    <a:pt x="2930" y="1"/>
                  </a:cubicBezTo>
                  <a:cubicBezTo>
                    <a:pt x="2615" y="1"/>
                    <a:pt x="2332" y="127"/>
                    <a:pt x="2111" y="316"/>
                  </a:cubicBezTo>
                  <a:cubicBezTo>
                    <a:pt x="1859" y="127"/>
                    <a:pt x="1607" y="1"/>
                    <a:pt x="12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483" name="Google Shape;15483;p85"/>
          <p:cNvGrpSpPr/>
          <p:nvPr/>
        </p:nvGrpSpPr>
        <p:grpSpPr>
          <a:xfrm>
            <a:off x="5304627" y="2550919"/>
            <a:ext cx="340807" cy="340807"/>
            <a:chOff x="-10027775" y="1622900"/>
            <a:chExt cx="352875" cy="352875"/>
          </a:xfrm>
        </p:grpSpPr>
        <p:sp>
          <p:nvSpPr>
            <p:cNvPr id="15484" name="Google Shape;15484;p85"/>
            <p:cNvSpPr/>
            <p:nvPr/>
          </p:nvSpPr>
          <p:spPr>
            <a:xfrm>
              <a:off x="-10027775" y="1622900"/>
              <a:ext cx="352875" cy="352875"/>
            </a:xfrm>
            <a:custGeom>
              <a:avLst/>
              <a:gdLst/>
              <a:ahLst/>
              <a:cxnLst/>
              <a:rect l="l" t="t" r="r" b="b"/>
              <a:pathLst>
                <a:path w="14115" h="14115" extrusionOk="0">
                  <a:moveTo>
                    <a:pt x="12067" y="819"/>
                  </a:moveTo>
                  <a:cubicBezTo>
                    <a:pt x="12287" y="819"/>
                    <a:pt x="12476" y="1008"/>
                    <a:pt x="12476" y="1197"/>
                  </a:cubicBezTo>
                  <a:cubicBezTo>
                    <a:pt x="12476" y="1449"/>
                    <a:pt x="12287" y="1638"/>
                    <a:pt x="12067" y="1638"/>
                  </a:cubicBezTo>
                  <a:lnTo>
                    <a:pt x="2080" y="1638"/>
                  </a:lnTo>
                  <a:cubicBezTo>
                    <a:pt x="1859" y="1638"/>
                    <a:pt x="1702" y="1449"/>
                    <a:pt x="1702" y="1197"/>
                  </a:cubicBezTo>
                  <a:cubicBezTo>
                    <a:pt x="1702" y="977"/>
                    <a:pt x="1891" y="819"/>
                    <a:pt x="2080" y="819"/>
                  </a:cubicBezTo>
                  <a:close/>
                  <a:moveTo>
                    <a:pt x="11657" y="2458"/>
                  </a:moveTo>
                  <a:lnTo>
                    <a:pt x="11657" y="4285"/>
                  </a:lnTo>
                  <a:lnTo>
                    <a:pt x="10239" y="4978"/>
                  </a:lnTo>
                  <a:cubicBezTo>
                    <a:pt x="10082" y="5072"/>
                    <a:pt x="10019" y="5199"/>
                    <a:pt x="10019" y="5356"/>
                  </a:cubicBezTo>
                  <a:cubicBezTo>
                    <a:pt x="10019" y="5514"/>
                    <a:pt x="10082" y="5671"/>
                    <a:pt x="10239" y="5703"/>
                  </a:cubicBezTo>
                  <a:lnTo>
                    <a:pt x="11657" y="6396"/>
                  </a:lnTo>
                  <a:lnTo>
                    <a:pt x="11657" y="11562"/>
                  </a:lnTo>
                  <a:lnTo>
                    <a:pt x="2521" y="11562"/>
                  </a:lnTo>
                  <a:lnTo>
                    <a:pt x="2521" y="9704"/>
                  </a:lnTo>
                  <a:lnTo>
                    <a:pt x="3938" y="9011"/>
                  </a:lnTo>
                  <a:cubicBezTo>
                    <a:pt x="4096" y="8916"/>
                    <a:pt x="4191" y="8822"/>
                    <a:pt x="4191" y="8664"/>
                  </a:cubicBezTo>
                  <a:cubicBezTo>
                    <a:pt x="4191" y="8475"/>
                    <a:pt x="4096" y="8349"/>
                    <a:pt x="3938" y="8286"/>
                  </a:cubicBezTo>
                  <a:lnTo>
                    <a:pt x="2521" y="7593"/>
                  </a:lnTo>
                  <a:lnTo>
                    <a:pt x="2521" y="2458"/>
                  </a:lnTo>
                  <a:close/>
                  <a:moveTo>
                    <a:pt x="12098" y="12382"/>
                  </a:moveTo>
                  <a:cubicBezTo>
                    <a:pt x="12319" y="12382"/>
                    <a:pt x="12539" y="12602"/>
                    <a:pt x="12539" y="12823"/>
                  </a:cubicBezTo>
                  <a:cubicBezTo>
                    <a:pt x="12476" y="13075"/>
                    <a:pt x="12287" y="13264"/>
                    <a:pt x="12098" y="13264"/>
                  </a:cubicBezTo>
                  <a:lnTo>
                    <a:pt x="2143" y="13264"/>
                  </a:lnTo>
                  <a:cubicBezTo>
                    <a:pt x="1891" y="13264"/>
                    <a:pt x="1733" y="13075"/>
                    <a:pt x="1733" y="12823"/>
                  </a:cubicBezTo>
                  <a:cubicBezTo>
                    <a:pt x="1733" y="12602"/>
                    <a:pt x="1922" y="12382"/>
                    <a:pt x="2143" y="12382"/>
                  </a:cubicBezTo>
                  <a:close/>
                  <a:moveTo>
                    <a:pt x="2080" y="0"/>
                  </a:moveTo>
                  <a:cubicBezTo>
                    <a:pt x="1544" y="0"/>
                    <a:pt x="1103" y="347"/>
                    <a:pt x="914" y="819"/>
                  </a:cubicBezTo>
                  <a:lnTo>
                    <a:pt x="441" y="819"/>
                  </a:lnTo>
                  <a:cubicBezTo>
                    <a:pt x="189" y="819"/>
                    <a:pt x="0" y="1008"/>
                    <a:pt x="0" y="1197"/>
                  </a:cubicBezTo>
                  <a:cubicBezTo>
                    <a:pt x="0" y="1418"/>
                    <a:pt x="189" y="1638"/>
                    <a:pt x="441" y="1638"/>
                  </a:cubicBezTo>
                  <a:lnTo>
                    <a:pt x="914" y="1638"/>
                  </a:lnTo>
                  <a:cubicBezTo>
                    <a:pt x="1040" y="1985"/>
                    <a:pt x="1292" y="2269"/>
                    <a:pt x="1670" y="2395"/>
                  </a:cubicBezTo>
                  <a:lnTo>
                    <a:pt x="1670" y="7876"/>
                  </a:lnTo>
                  <a:cubicBezTo>
                    <a:pt x="1670" y="8034"/>
                    <a:pt x="1733" y="8191"/>
                    <a:pt x="1891" y="8223"/>
                  </a:cubicBezTo>
                  <a:lnTo>
                    <a:pt x="2804" y="8696"/>
                  </a:lnTo>
                  <a:lnTo>
                    <a:pt x="1891" y="9168"/>
                  </a:lnTo>
                  <a:cubicBezTo>
                    <a:pt x="1733" y="9231"/>
                    <a:pt x="1670" y="9357"/>
                    <a:pt x="1670" y="9515"/>
                  </a:cubicBezTo>
                  <a:lnTo>
                    <a:pt x="1670" y="11689"/>
                  </a:lnTo>
                  <a:cubicBezTo>
                    <a:pt x="1292" y="11815"/>
                    <a:pt x="1040" y="12067"/>
                    <a:pt x="914" y="12445"/>
                  </a:cubicBezTo>
                  <a:lnTo>
                    <a:pt x="441" y="12445"/>
                  </a:lnTo>
                  <a:cubicBezTo>
                    <a:pt x="189" y="12445"/>
                    <a:pt x="0" y="12634"/>
                    <a:pt x="0" y="12854"/>
                  </a:cubicBezTo>
                  <a:cubicBezTo>
                    <a:pt x="0" y="13106"/>
                    <a:pt x="189" y="13295"/>
                    <a:pt x="441" y="13295"/>
                  </a:cubicBezTo>
                  <a:lnTo>
                    <a:pt x="914" y="13295"/>
                  </a:lnTo>
                  <a:cubicBezTo>
                    <a:pt x="1072" y="13768"/>
                    <a:pt x="1544" y="14114"/>
                    <a:pt x="2080" y="14114"/>
                  </a:cubicBezTo>
                  <a:lnTo>
                    <a:pt x="12067" y="14114"/>
                  </a:lnTo>
                  <a:cubicBezTo>
                    <a:pt x="12602" y="14114"/>
                    <a:pt x="13043" y="13768"/>
                    <a:pt x="13232" y="13295"/>
                  </a:cubicBezTo>
                  <a:lnTo>
                    <a:pt x="13705" y="13295"/>
                  </a:lnTo>
                  <a:cubicBezTo>
                    <a:pt x="13957" y="13295"/>
                    <a:pt x="14115" y="13106"/>
                    <a:pt x="14115" y="12854"/>
                  </a:cubicBezTo>
                  <a:cubicBezTo>
                    <a:pt x="14115" y="12634"/>
                    <a:pt x="13894" y="12445"/>
                    <a:pt x="13705" y="12445"/>
                  </a:cubicBezTo>
                  <a:lnTo>
                    <a:pt x="13232" y="12445"/>
                  </a:lnTo>
                  <a:cubicBezTo>
                    <a:pt x="13106" y="12067"/>
                    <a:pt x="12854" y="11815"/>
                    <a:pt x="12476" y="11689"/>
                  </a:cubicBezTo>
                  <a:lnTo>
                    <a:pt x="12476" y="6207"/>
                  </a:lnTo>
                  <a:cubicBezTo>
                    <a:pt x="12476" y="6049"/>
                    <a:pt x="12413" y="5892"/>
                    <a:pt x="12256" y="5860"/>
                  </a:cubicBezTo>
                  <a:lnTo>
                    <a:pt x="11342" y="5388"/>
                  </a:lnTo>
                  <a:lnTo>
                    <a:pt x="12256" y="4915"/>
                  </a:lnTo>
                  <a:cubicBezTo>
                    <a:pt x="12413" y="4883"/>
                    <a:pt x="12476" y="4726"/>
                    <a:pt x="12476" y="4568"/>
                  </a:cubicBezTo>
                  <a:lnTo>
                    <a:pt x="12476" y="2395"/>
                  </a:lnTo>
                  <a:cubicBezTo>
                    <a:pt x="12854" y="2269"/>
                    <a:pt x="13106" y="1985"/>
                    <a:pt x="13232" y="1638"/>
                  </a:cubicBezTo>
                  <a:lnTo>
                    <a:pt x="13705" y="1638"/>
                  </a:lnTo>
                  <a:cubicBezTo>
                    <a:pt x="13957" y="1638"/>
                    <a:pt x="14115" y="1449"/>
                    <a:pt x="14115" y="1197"/>
                  </a:cubicBezTo>
                  <a:cubicBezTo>
                    <a:pt x="14115" y="977"/>
                    <a:pt x="13894" y="819"/>
                    <a:pt x="13705" y="819"/>
                  </a:cubicBezTo>
                  <a:lnTo>
                    <a:pt x="13232" y="819"/>
                  </a:lnTo>
                  <a:cubicBezTo>
                    <a:pt x="13075" y="347"/>
                    <a:pt x="12602" y="0"/>
                    <a:pt x="120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485" name="Google Shape;15485;p85"/>
            <p:cNvSpPr/>
            <p:nvPr/>
          </p:nvSpPr>
          <p:spPr>
            <a:xfrm>
              <a:off x="-9923800" y="1705600"/>
              <a:ext cx="145725" cy="20500"/>
            </a:xfrm>
            <a:custGeom>
              <a:avLst/>
              <a:gdLst/>
              <a:ahLst/>
              <a:cxnLst/>
              <a:rect l="l" t="t" r="r" b="b"/>
              <a:pathLst>
                <a:path w="5829" h="820" extrusionOk="0">
                  <a:moveTo>
                    <a:pt x="410" y="0"/>
                  </a:moveTo>
                  <a:cubicBezTo>
                    <a:pt x="189" y="0"/>
                    <a:pt x="0" y="189"/>
                    <a:pt x="0" y="410"/>
                  </a:cubicBezTo>
                  <a:cubicBezTo>
                    <a:pt x="32" y="630"/>
                    <a:pt x="221" y="819"/>
                    <a:pt x="410" y="819"/>
                  </a:cubicBezTo>
                  <a:lnTo>
                    <a:pt x="5419" y="819"/>
                  </a:lnTo>
                  <a:cubicBezTo>
                    <a:pt x="5671" y="819"/>
                    <a:pt x="5828" y="630"/>
                    <a:pt x="5828" y="410"/>
                  </a:cubicBezTo>
                  <a:cubicBezTo>
                    <a:pt x="5828" y="189"/>
                    <a:pt x="5608" y="0"/>
                    <a:pt x="5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486" name="Google Shape;15486;p85"/>
            <p:cNvSpPr/>
            <p:nvPr/>
          </p:nvSpPr>
          <p:spPr>
            <a:xfrm>
              <a:off x="-9902550" y="1746550"/>
              <a:ext cx="83525" cy="20500"/>
            </a:xfrm>
            <a:custGeom>
              <a:avLst/>
              <a:gdLst/>
              <a:ahLst/>
              <a:cxnLst/>
              <a:rect l="l" t="t" r="r" b="b"/>
              <a:pathLst>
                <a:path w="3341" h="820" extrusionOk="0">
                  <a:moveTo>
                    <a:pt x="379" y="0"/>
                  </a:moveTo>
                  <a:cubicBezTo>
                    <a:pt x="158" y="0"/>
                    <a:pt x="1" y="190"/>
                    <a:pt x="1" y="410"/>
                  </a:cubicBezTo>
                  <a:cubicBezTo>
                    <a:pt x="1" y="631"/>
                    <a:pt x="190" y="820"/>
                    <a:pt x="379" y="820"/>
                  </a:cubicBezTo>
                  <a:lnTo>
                    <a:pt x="2899" y="820"/>
                  </a:lnTo>
                  <a:cubicBezTo>
                    <a:pt x="3151" y="820"/>
                    <a:pt x="3340" y="631"/>
                    <a:pt x="3340" y="410"/>
                  </a:cubicBezTo>
                  <a:cubicBezTo>
                    <a:pt x="3340" y="158"/>
                    <a:pt x="3151" y="0"/>
                    <a:pt x="28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487" name="Google Shape;15487;p85"/>
            <p:cNvSpPr/>
            <p:nvPr/>
          </p:nvSpPr>
          <p:spPr>
            <a:xfrm>
              <a:off x="-9923800" y="1788300"/>
              <a:ext cx="145725" cy="20500"/>
            </a:xfrm>
            <a:custGeom>
              <a:avLst/>
              <a:gdLst/>
              <a:ahLst/>
              <a:cxnLst/>
              <a:rect l="l" t="t" r="r" b="b"/>
              <a:pathLst>
                <a:path w="5829" h="820" extrusionOk="0">
                  <a:moveTo>
                    <a:pt x="410" y="0"/>
                  </a:moveTo>
                  <a:cubicBezTo>
                    <a:pt x="189" y="0"/>
                    <a:pt x="0" y="189"/>
                    <a:pt x="0" y="410"/>
                  </a:cubicBezTo>
                  <a:cubicBezTo>
                    <a:pt x="32" y="662"/>
                    <a:pt x="221" y="819"/>
                    <a:pt x="410" y="819"/>
                  </a:cubicBezTo>
                  <a:lnTo>
                    <a:pt x="5419" y="819"/>
                  </a:lnTo>
                  <a:cubicBezTo>
                    <a:pt x="5671" y="819"/>
                    <a:pt x="5828" y="630"/>
                    <a:pt x="5828" y="410"/>
                  </a:cubicBezTo>
                  <a:cubicBezTo>
                    <a:pt x="5828" y="189"/>
                    <a:pt x="5608" y="0"/>
                    <a:pt x="5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488" name="Google Shape;15488;p85"/>
            <p:cNvSpPr/>
            <p:nvPr/>
          </p:nvSpPr>
          <p:spPr>
            <a:xfrm>
              <a:off x="-9901750" y="1828450"/>
              <a:ext cx="83500" cy="21300"/>
            </a:xfrm>
            <a:custGeom>
              <a:avLst/>
              <a:gdLst/>
              <a:ahLst/>
              <a:cxnLst/>
              <a:rect l="l" t="t" r="r" b="b"/>
              <a:pathLst>
                <a:path w="3340" h="852" extrusionOk="0">
                  <a:moveTo>
                    <a:pt x="410" y="1"/>
                  </a:moveTo>
                  <a:cubicBezTo>
                    <a:pt x="158" y="1"/>
                    <a:pt x="0" y="190"/>
                    <a:pt x="0" y="442"/>
                  </a:cubicBezTo>
                  <a:cubicBezTo>
                    <a:pt x="0" y="663"/>
                    <a:pt x="189" y="852"/>
                    <a:pt x="410" y="852"/>
                  </a:cubicBezTo>
                  <a:lnTo>
                    <a:pt x="2930" y="852"/>
                  </a:lnTo>
                  <a:cubicBezTo>
                    <a:pt x="3151" y="852"/>
                    <a:pt x="3340" y="663"/>
                    <a:pt x="3340" y="442"/>
                  </a:cubicBezTo>
                  <a:cubicBezTo>
                    <a:pt x="3340" y="190"/>
                    <a:pt x="3151" y="1"/>
                    <a:pt x="29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489" name="Google Shape;15489;p85"/>
            <p:cNvSpPr/>
            <p:nvPr/>
          </p:nvSpPr>
          <p:spPr>
            <a:xfrm>
              <a:off x="-9923025" y="1871000"/>
              <a:ext cx="145725" cy="20500"/>
            </a:xfrm>
            <a:custGeom>
              <a:avLst/>
              <a:gdLst/>
              <a:ahLst/>
              <a:cxnLst/>
              <a:rect l="l" t="t" r="r" b="b"/>
              <a:pathLst>
                <a:path w="5829" h="820" extrusionOk="0">
                  <a:moveTo>
                    <a:pt x="410" y="0"/>
                  </a:moveTo>
                  <a:cubicBezTo>
                    <a:pt x="190" y="0"/>
                    <a:pt x="1" y="189"/>
                    <a:pt x="1" y="378"/>
                  </a:cubicBezTo>
                  <a:cubicBezTo>
                    <a:pt x="1" y="630"/>
                    <a:pt x="190" y="819"/>
                    <a:pt x="410" y="819"/>
                  </a:cubicBezTo>
                  <a:lnTo>
                    <a:pt x="5419" y="819"/>
                  </a:lnTo>
                  <a:cubicBezTo>
                    <a:pt x="5671" y="819"/>
                    <a:pt x="5829" y="630"/>
                    <a:pt x="5829" y="378"/>
                  </a:cubicBezTo>
                  <a:cubicBezTo>
                    <a:pt x="5829" y="189"/>
                    <a:pt x="5671" y="0"/>
                    <a:pt x="5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5490" name="Google Shape;15490;p85"/>
          <p:cNvSpPr/>
          <p:nvPr/>
        </p:nvSpPr>
        <p:spPr>
          <a:xfrm>
            <a:off x="5311472" y="2958272"/>
            <a:ext cx="327116" cy="341748"/>
          </a:xfrm>
          <a:custGeom>
            <a:avLst/>
            <a:gdLst/>
            <a:ahLst/>
            <a:cxnLst/>
            <a:rect l="l" t="t" r="r" b="b"/>
            <a:pathLst>
              <a:path w="13548" h="14154" extrusionOk="0">
                <a:moveTo>
                  <a:pt x="6774" y="914"/>
                </a:moveTo>
                <a:cubicBezTo>
                  <a:pt x="7215" y="914"/>
                  <a:pt x="7593" y="1324"/>
                  <a:pt x="7593" y="1797"/>
                </a:cubicBezTo>
                <a:cubicBezTo>
                  <a:pt x="7593" y="2238"/>
                  <a:pt x="7247" y="2616"/>
                  <a:pt x="6774" y="2616"/>
                </a:cubicBezTo>
                <a:cubicBezTo>
                  <a:pt x="6301" y="2616"/>
                  <a:pt x="5955" y="2238"/>
                  <a:pt x="5955" y="1797"/>
                </a:cubicBezTo>
                <a:cubicBezTo>
                  <a:pt x="5955" y="1324"/>
                  <a:pt x="6333" y="914"/>
                  <a:pt x="6774" y="914"/>
                </a:cubicBezTo>
                <a:close/>
                <a:moveTo>
                  <a:pt x="1400" y="2610"/>
                </a:moveTo>
                <a:cubicBezTo>
                  <a:pt x="1427" y="2610"/>
                  <a:pt x="1454" y="2612"/>
                  <a:pt x="1481" y="2616"/>
                </a:cubicBezTo>
                <a:lnTo>
                  <a:pt x="4222" y="3151"/>
                </a:lnTo>
                <a:lnTo>
                  <a:pt x="3151" y="3781"/>
                </a:lnTo>
                <a:cubicBezTo>
                  <a:pt x="3119" y="3750"/>
                  <a:pt x="3245" y="3781"/>
                  <a:pt x="1324" y="3403"/>
                </a:cubicBezTo>
                <a:cubicBezTo>
                  <a:pt x="1072" y="3372"/>
                  <a:pt x="946" y="3120"/>
                  <a:pt x="1009" y="2931"/>
                </a:cubicBezTo>
                <a:cubicBezTo>
                  <a:pt x="1036" y="2710"/>
                  <a:pt x="1209" y="2610"/>
                  <a:pt x="1400" y="2610"/>
                </a:cubicBezTo>
                <a:close/>
                <a:moveTo>
                  <a:pt x="5502" y="3443"/>
                </a:moveTo>
                <a:cubicBezTo>
                  <a:pt x="5553" y="3443"/>
                  <a:pt x="5608" y="3451"/>
                  <a:pt x="5671" y="3466"/>
                </a:cubicBezTo>
                <a:cubicBezTo>
                  <a:pt x="5860" y="3561"/>
                  <a:pt x="5923" y="3624"/>
                  <a:pt x="5955" y="3907"/>
                </a:cubicBezTo>
                <a:cubicBezTo>
                  <a:pt x="5986" y="4254"/>
                  <a:pt x="5923" y="5766"/>
                  <a:pt x="7089" y="7278"/>
                </a:cubicBezTo>
                <a:cubicBezTo>
                  <a:pt x="7175" y="7385"/>
                  <a:pt x="7304" y="7449"/>
                  <a:pt x="7427" y="7449"/>
                </a:cubicBezTo>
                <a:cubicBezTo>
                  <a:pt x="7486" y="7449"/>
                  <a:pt x="7543" y="7435"/>
                  <a:pt x="7593" y="7404"/>
                </a:cubicBezTo>
                <a:lnTo>
                  <a:pt x="11972" y="5168"/>
                </a:lnTo>
                <a:cubicBezTo>
                  <a:pt x="12030" y="5129"/>
                  <a:pt x="12094" y="5111"/>
                  <a:pt x="12158" y="5111"/>
                </a:cubicBezTo>
                <a:cubicBezTo>
                  <a:pt x="12304" y="5111"/>
                  <a:pt x="12452" y="5204"/>
                  <a:pt x="12539" y="5357"/>
                </a:cubicBezTo>
                <a:cubicBezTo>
                  <a:pt x="12634" y="5577"/>
                  <a:pt x="12571" y="5798"/>
                  <a:pt x="12319" y="5924"/>
                </a:cubicBezTo>
                <a:lnTo>
                  <a:pt x="7499" y="8444"/>
                </a:lnTo>
                <a:cubicBezTo>
                  <a:pt x="7404" y="8476"/>
                  <a:pt x="7562" y="8350"/>
                  <a:pt x="5388" y="10366"/>
                </a:cubicBezTo>
                <a:cubicBezTo>
                  <a:pt x="5293" y="10492"/>
                  <a:pt x="5230" y="10712"/>
                  <a:pt x="5325" y="10870"/>
                </a:cubicBezTo>
                <a:lnTo>
                  <a:pt x="6396" y="12823"/>
                </a:lnTo>
                <a:cubicBezTo>
                  <a:pt x="6490" y="13012"/>
                  <a:pt x="6427" y="13233"/>
                  <a:pt x="6238" y="13359"/>
                </a:cubicBezTo>
                <a:cubicBezTo>
                  <a:pt x="6169" y="13398"/>
                  <a:pt x="6100" y="13416"/>
                  <a:pt x="6034" y="13416"/>
                </a:cubicBezTo>
                <a:cubicBezTo>
                  <a:pt x="5889" y="13416"/>
                  <a:pt x="5758" y="13331"/>
                  <a:pt x="5671" y="13201"/>
                </a:cubicBezTo>
                <a:lnTo>
                  <a:pt x="4285" y="10681"/>
                </a:lnTo>
                <a:cubicBezTo>
                  <a:pt x="4222" y="10523"/>
                  <a:pt x="4222" y="10334"/>
                  <a:pt x="4380" y="10177"/>
                </a:cubicBezTo>
                <a:lnTo>
                  <a:pt x="6333" y="8318"/>
                </a:lnTo>
                <a:cubicBezTo>
                  <a:pt x="6490" y="8161"/>
                  <a:pt x="6490" y="7940"/>
                  <a:pt x="6396" y="7783"/>
                </a:cubicBezTo>
                <a:cubicBezTo>
                  <a:pt x="5797" y="6995"/>
                  <a:pt x="5388" y="6050"/>
                  <a:pt x="5199" y="5042"/>
                </a:cubicBezTo>
                <a:cubicBezTo>
                  <a:pt x="5176" y="4859"/>
                  <a:pt x="4988" y="4727"/>
                  <a:pt x="4791" y="4727"/>
                </a:cubicBezTo>
                <a:cubicBezTo>
                  <a:pt x="4715" y="4727"/>
                  <a:pt x="4638" y="4746"/>
                  <a:pt x="4569" y="4790"/>
                </a:cubicBezTo>
                <a:cubicBezTo>
                  <a:pt x="4128" y="5042"/>
                  <a:pt x="4600" y="4727"/>
                  <a:pt x="1544" y="6743"/>
                </a:cubicBezTo>
                <a:cubicBezTo>
                  <a:pt x="1493" y="6768"/>
                  <a:pt x="1438" y="6780"/>
                  <a:pt x="1382" y="6780"/>
                </a:cubicBezTo>
                <a:cubicBezTo>
                  <a:pt x="1229" y="6780"/>
                  <a:pt x="1069" y="6692"/>
                  <a:pt x="977" y="6554"/>
                </a:cubicBezTo>
                <a:cubicBezTo>
                  <a:pt x="946" y="6270"/>
                  <a:pt x="1040" y="6050"/>
                  <a:pt x="1229" y="5955"/>
                </a:cubicBezTo>
                <a:cubicBezTo>
                  <a:pt x="1261" y="5955"/>
                  <a:pt x="5356" y="3466"/>
                  <a:pt x="5356" y="3466"/>
                </a:cubicBezTo>
                <a:cubicBezTo>
                  <a:pt x="5403" y="3451"/>
                  <a:pt x="5451" y="3443"/>
                  <a:pt x="5502" y="3443"/>
                </a:cubicBezTo>
                <a:close/>
                <a:moveTo>
                  <a:pt x="6774" y="1"/>
                </a:moveTo>
                <a:cubicBezTo>
                  <a:pt x="5892" y="1"/>
                  <a:pt x="5136" y="788"/>
                  <a:pt x="5136" y="1702"/>
                </a:cubicBezTo>
                <a:cubicBezTo>
                  <a:pt x="5136" y="1986"/>
                  <a:pt x="5199" y="2206"/>
                  <a:pt x="5325" y="2458"/>
                </a:cubicBezTo>
                <a:lnTo>
                  <a:pt x="1670" y="1702"/>
                </a:lnTo>
                <a:cubicBezTo>
                  <a:pt x="1594" y="1688"/>
                  <a:pt x="1517" y="1681"/>
                  <a:pt x="1441" y="1681"/>
                </a:cubicBezTo>
                <a:cubicBezTo>
                  <a:pt x="857" y="1681"/>
                  <a:pt x="305" y="2093"/>
                  <a:pt x="221" y="2679"/>
                </a:cubicBezTo>
                <a:cubicBezTo>
                  <a:pt x="95" y="3372"/>
                  <a:pt x="536" y="4033"/>
                  <a:pt x="1198" y="4159"/>
                </a:cubicBezTo>
                <a:lnTo>
                  <a:pt x="2174" y="4349"/>
                </a:lnTo>
                <a:lnTo>
                  <a:pt x="883" y="5136"/>
                </a:lnTo>
                <a:cubicBezTo>
                  <a:pt x="252" y="5514"/>
                  <a:pt x="0" y="6239"/>
                  <a:pt x="284" y="6869"/>
                </a:cubicBezTo>
                <a:cubicBezTo>
                  <a:pt x="512" y="7326"/>
                  <a:pt x="974" y="7536"/>
                  <a:pt x="1397" y="7536"/>
                </a:cubicBezTo>
                <a:cubicBezTo>
                  <a:pt x="1616" y="7536"/>
                  <a:pt x="1824" y="7480"/>
                  <a:pt x="1985" y="7373"/>
                </a:cubicBezTo>
                <a:lnTo>
                  <a:pt x="4506" y="5735"/>
                </a:lnTo>
                <a:cubicBezTo>
                  <a:pt x="4695" y="6522"/>
                  <a:pt x="5041" y="7215"/>
                  <a:pt x="5482" y="7877"/>
                </a:cubicBezTo>
                <a:lnTo>
                  <a:pt x="3781" y="9515"/>
                </a:lnTo>
                <a:cubicBezTo>
                  <a:pt x="3403" y="9893"/>
                  <a:pt x="3277" y="10523"/>
                  <a:pt x="3560" y="10996"/>
                </a:cubicBezTo>
                <a:lnTo>
                  <a:pt x="4947" y="13516"/>
                </a:lnTo>
                <a:cubicBezTo>
                  <a:pt x="5181" y="13922"/>
                  <a:pt x="5604" y="14154"/>
                  <a:pt x="6028" y="14154"/>
                </a:cubicBezTo>
                <a:cubicBezTo>
                  <a:pt x="6230" y="14154"/>
                  <a:pt x="6433" y="14101"/>
                  <a:pt x="6616" y="13989"/>
                </a:cubicBezTo>
                <a:cubicBezTo>
                  <a:pt x="7215" y="13642"/>
                  <a:pt x="7467" y="12886"/>
                  <a:pt x="7089" y="12288"/>
                </a:cubicBezTo>
                <a:lnTo>
                  <a:pt x="6207" y="10649"/>
                </a:lnTo>
                <a:lnTo>
                  <a:pt x="7877" y="9043"/>
                </a:lnTo>
                <a:lnTo>
                  <a:pt x="12697" y="6554"/>
                </a:lnTo>
                <a:cubicBezTo>
                  <a:pt x="13295" y="6239"/>
                  <a:pt x="13548" y="5483"/>
                  <a:pt x="13232" y="4884"/>
                </a:cubicBezTo>
                <a:cubicBezTo>
                  <a:pt x="13014" y="4446"/>
                  <a:pt x="12597" y="4206"/>
                  <a:pt x="12162" y="4206"/>
                </a:cubicBezTo>
                <a:cubicBezTo>
                  <a:pt x="11971" y="4206"/>
                  <a:pt x="11777" y="4252"/>
                  <a:pt x="11594" y="4349"/>
                </a:cubicBezTo>
                <a:lnTo>
                  <a:pt x="7530" y="6428"/>
                </a:lnTo>
                <a:cubicBezTo>
                  <a:pt x="6679" y="5136"/>
                  <a:pt x="6837" y="3907"/>
                  <a:pt x="6774" y="3750"/>
                </a:cubicBezTo>
                <a:cubicBezTo>
                  <a:pt x="6774" y="3687"/>
                  <a:pt x="6774" y="3529"/>
                  <a:pt x="6711" y="3372"/>
                </a:cubicBezTo>
                <a:lnTo>
                  <a:pt x="6774" y="3372"/>
                </a:lnTo>
                <a:cubicBezTo>
                  <a:pt x="7688" y="3372"/>
                  <a:pt x="8444" y="2616"/>
                  <a:pt x="8444" y="1702"/>
                </a:cubicBezTo>
                <a:cubicBezTo>
                  <a:pt x="8444" y="788"/>
                  <a:pt x="7688" y="1"/>
                  <a:pt x="67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5491" name="Google Shape;15491;p85"/>
          <p:cNvGrpSpPr/>
          <p:nvPr/>
        </p:nvGrpSpPr>
        <p:grpSpPr>
          <a:xfrm>
            <a:off x="8031595" y="2576583"/>
            <a:ext cx="322553" cy="342328"/>
            <a:chOff x="-10019125" y="2490075"/>
            <a:chExt cx="333975" cy="354450"/>
          </a:xfrm>
        </p:grpSpPr>
        <p:sp>
          <p:nvSpPr>
            <p:cNvPr id="15492" name="Google Shape;15492;p85"/>
            <p:cNvSpPr/>
            <p:nvPr/>
          </p:nvSpPr>
          <p:spPr>
            <a:xfrm>
              <a:off x="-10019125" y="2490850"/>
              <a:ext cx="333975" cy="353675"/>
            </a:xfrm>
            <a:custGeom>
              <a:avLst/>
              <a:gdLst/>
              <a:ahLst/>
              <a:cxnLst/>
              <a:rect l="l" t="t" r="r" b="b"/>
              <a:pathLst>
                <a:path w="13359" h="14147" extrusionOk="0">
                  <a:moveTo>
                    <a:pt x="7184" y="1670"/>
                  </a:moveTo>
                  <a:cubicBezTo>
                    <a:pt x="7405" y="1670"/>
                    <a:pt x="7625" y="1859"/>
                    <a:pt x="7625" y="2048"/>
                  </a:cubicBezTo>
                  <a:lnTo>
                    <a:pt x="7625" y="4191"/>
                  </a:lnTo>
                  <a:cubicBezTo>
                    <a:pt x="7499" y="4128"/>
                    <a:pt x="7342" y="4096"/>
                    <a:pt x="7184" y="4096"/>
                  </a:cubicBezTo>
                  <a:cubicBezTo>
                    <a:pt x="7027" y="4096"/>
                    <a:pt x="6900" y="4128"/>
                    <a:pt x="6743" y="4191"/>
                  </a:cubicBezTo>
                  <a:lnTo>
                    <a:pt x="6743" y="2048"/>
                  </a:lnTo>
                  <a:cubicBezTo>
                    <a:pt x="6743" y="1828"/>
                    <a:pt x="6932" y="1670"/>
                    <a:pt x="7184" y="1670"/>
                  </a:cubicBezTo>
                  <a:close/>
                  <a:moveTo>
                    <a:pt x="8791" y="788"/>
                  </a:moveTo>
                  <a:cubicBezTo>
                    <a:pt x="8980" y="788"/>
                    <a:pt x="9200" y="977"/>
                    <a:pt x="9200" y="1229"/>
                  </a:cubicBezTo>
                  <a:lnTo>
                    <a:pt x="9200" y="5356"/>
                  </a:lnTo>
                  <a:cubicBezTo>
                    <a:pt x="9200" y="5608"/>
                    <a:pt x="9389" y="5797"/>
                    <a:pt x="9610" y="5797"/>
                  </a:cubicBezTo>
                  <a:cubicBezTo>
                    <a:pt x="9862" y="5797"/>
                    <a:pt x="10019" y="5608"/>
                    <a:pt x="10019" y="5356"/>
                  </a:cubicBezTo>
                  <a:lnTo>
                    <a:pt x="10019" y="2048"/>
                  </a:lnTo>
                  <a:cubicBezTo>
                    <a:pt x="10019" y="1828"/>
                    <a:pt x="10209" y="1670"/>
                    <a:pt x="10398" y="1670"/>
                  </a:cubicBezTo>
                  <a:cubicBezTo>
                    <a:pt x="10618" y="1670"/>
                    <a:pt x="10807" y="1859"/>
                    <a:pt x="10807" y="2048"/>
                  </a:cubicBezTo>
                  <a:lnTo>
                    <a:pt x="10807" y="5356"/>
                  </a:lnTo>
                  <a:cubicBezTo>
                    <a:pt x="10807" y="5608"/>
                    <a:pt x="10996" y="5797"/>
                    <a:pt x="11185" y="5797"/>
                  </a:cubicBezTo>
                  <a:cubicBezTo>
                    <a:pt x="11406" y="5797"/>
                    <a:pt x="11626" y="5608"/>
                    <a:pt x="11626" y="5356"/>
                  </a:cubicBezTo>
                  <a:lnTo>
                    <a:pt x="11626" y="4537"/>
                  </a:lnTo>
                  <a:cubicBezTo>
                    <a:pt x="11626" y="4285"/>
                    <a:pt x="11815" y="4096"/>
                    <a:pt x="12036" y="4096"/>
                  </a:cubicBezTo>
                  <a:cubicBezTo>
                    <a:pt x="12256" y="4096"/>
                    <a:pt x="12414" y="4285"/>
                    <a:pt x="12414" y="4537"/>
                  </a:cubicBezTo>
                  <a:lnTo>
                    <a:pt x="12414" y="8696"/>
                  </a:lnTo>
                  <a:cubicBezTo>
                    <a:pt x="12414" y="9389"/>
                    <a:pt x="11878" y="9925"/>
                    <a:pt x="11154" y="9925"/>
                  </a:cubicBezTo>
                  <a:lnTo>
                    <a:pt x="9925" y="9925"/>
                  </a:lnTo>
                  <a:lnTo>
                    <a:pt x="9925" y="7845"/>
                  </a:lnTo>
                  <a:cubicBezTo>
                    <a:pt x="9925" y="7184"/>
                    <a:pt x="9389" y="6617"/>
                    <a:pt x="8665" y="6617"/>
                  </a:cubicBezTo>
                  <a:cubicBezTo>
                    <a:pt x="8507" y="6617"/>
                    <a:pt x="8413" y="6648"/>
                    <a:pt x="8287" y="6711"/>
                  </a:cubicBezTo>
                  <a:cubicBezTo>
                    <a:pt x="8413" y="6585"/>
                    <a:pt x="8413" y="1891"/>
                    <a:pt x="8413" y="1229"/>
                  </a:cubicBezTo>
                  <a:cubicBezTo>
                    <a:pt x="8413" y="977"/>
                    <a:pt x="8602" y="788"/>
                    <a:pt x="8791" y="788"/>
                  </a:cubicBezTo>
                  <a:close/>
                  <a:moveTo>
                    <a:pt x="5483" y="4096"/>
                  </a:moveTo>
                  <a:cubicBezTo>
                    <a:pt x="5735" y="4096"/>
                    <a:pt x="5892" y="4254"/>
                    <a:pt x="5924" y="4506"/>
                  </a:cubicBezTo>
                  <a:lnTo>
                    <a:pt x="5924" y="8696"/>
                  </a:lnTo>
                  <a:cubicBezTo>
                    <a:pt x="5924" y="8948"/>
                    <a:pt x="6113" y="9105"/>
                    <a:pt x="6302" y="9105"/>
                  </a:cubicBezTo>
                  <a:cubicBezTo>
                    <a:pt x="6554" y="9105"/>
                    <a:pt x="6743" y="8885"/>
                    <a:pt x="6743" y="8696"/>
                  </a:cubicBezTo>
                  <a:lnTo>
                    <a:pt x="6743" y="5356"/>
                  </a:lnTo>
                  <a:cubicBezTo>
                    <a:pt x="6743" y="5136"/>
                    <a:pt x="6932" y="4915"/>
                    <a:pt x="7153" y="4915"/>
                  </a:cubicBezTo>
                  <a:cubicBezTo>
                    <a:pt x="7342" y="4915"/>
                    <a:pt x="7562" y="5136"/>
                    <a:pt x="7562" y="5356"/>
                  </a:cubicBezTo>
                  <a:lnTo>
                    <a:pt x="7562" y="8696"/>
                  </a:lnTo>
                  <a:cubicBezTo>
                    <a:pt x="7562" y="8948"/>
                    <a:pt x="7783" y="9105"/>
                    <a:pt x="7972" y="9105"/>
                  </a:cubicBezTo>
                  <a:cubicBezTo>
                    <a:pt x="8161" y="9105"/>
                    <a:pt x="8350" y="8885"/>
                    <a:pt x="8350" y="8696"/>
                  </a:cubicBezTo>
                  <a:lnTo>
                    <a:pt x="8350" y="7877"/>
                  </a:lnTo>
                  <a:cubicBezTo>
                    <a:pt x="8350" y="7656"/>
                    <a:pt x="8570" y="7436"/>
                    <a:pt x="8759" y="7436"/>
                  </a:cubicBezTo>
                  <a:cubicBezTo>
                    <a:pt x="8948" y="7436"/>
                    <a:pt x="9137" y="7656"/>
                    <a:pt x="9137" y="7877"/>
                  </a:cubicBezTo>
                  <a:lnTo>
                    <a:pt x="9137" y="12035"/>
                  </a:lnTo>
                  <a:cubicBezTo>
                    <a:pt x="9137" y="12728"/>
                    <a:pt x="8602" y="13264"/>
                    <a:pt x="7940" y="13264"/>
                  </a:cubicBezTo>
                  <a:lnTo>
                    <a:pt x="3403" y="13264"/>
                  </a:lnTo>
                  <a:cubicBezTo>
                    <a:pt x="2994" y="13264"/>
                    <a:pt x="2647" y="13075"/>
                    <a:pt x="2427" y="12791"/>
                  </a:cubicBezTo>
                  <a:cubicBezTo>
                    <a:pt x="915" y="10523"/>
                    <a:pt x="1009" y="10649"/>
                    <a:pt x="1009" y="10586"/>
                  </a:cubicBezTo>
                  <a:cubicBezTo>
                    <a:pt x="915" y="10429"/>
                    <a:pt x="915" y="10208"/>
                    <a:pt x="1104" y="10051"/>
                  </a:cubicBezTo>
                  <a:cubicBezTo>
                    <a:pt x="1189" y="9980"/>
                    <a:pt x="1280" y="9947"/>
                    <a:pt x="1370" y="9947"/>
                  </a:cubicBezTo>
                  <a:cubicBezTo>
                    <a:pt x="1479" y="9947"/>
                    <a:pt x="1584" y="9995"/>
                    <a:pt x="1671" y="10082"/>
                  </a:cubicBezTo>
                  <a:lnTo>
                    <a:pt x="2742" y="11153"/>
                  </a:lnTo>
                  <a:cubicBezTo>
                    <a:pt x="2818" y="11230"/>
                    <a:pt x="2918" y="11271"/>
                    <a:pt x="3005" y="11271"/>
                  </a:cubicBezTo>
                  <a:cubicBezTo>
                    <a:pt x="3062" y="11271"/>
                    <a:pt x="3114" y="11254"/>
                    <a:pt x="3151" y="11216"/>
                  </a:cubicBezTo>
                  <a:cubicBezTo>
                    <a:pt x="3340" y="11153"/>
                    <a:pt x="3403" y="11027"/>
                    <a:pt x="3403" y="10838"/>
                  </a:cubicBezTo>
                  <a:lnTo>
                    <a:pt x="3403" y="5356"/>
                  </a:lnTo>
                  <a:cubicBezTo>
                    <a:pt x="3403" y="5136"/>
                    <a:pt x="3592" y="4915"/>
                    <a:pt x="3845" y="4915"/>
                  </a:cubicBezTo>
                  <a:cubicBezTo>
                    <a:pt x="4065" y="4915"/>
                    <a:pt x="4223" y="5136"/>
                    <a:pt x="4223" y="5356"/>
                  </a:cubicBezTo>
                  <a:lnTo>
                    <a:pt x="4223" y="8696"/>
                  </a:lnTo>
                  <a:cubicBezTo>
                    <a:pt x="4223" y="8948"/>
                    <a:pt x="4412" y="9105"/>
                    <a:pt x="4664" y="9105"/>
                  </a:cubicBezTo>
                  <a:cubicBezTo>
                    <a:pt x="4884" y="9105"/>
                    <a:pt x="5105" y="8885"/>
                    <a:pt x="5105" y="8696"/>
                  </a:cubicBezTo>
                  <a:lnTo>
                    <a:pt x="5105" y="4537"/>
                  </a:lnTo>
                  <a:cubicBezTo>
                    <a:pt x="5105" y="4285"/>
                    <a:pt x="5294" y="4096"/>
                    <a:pt x="5483" y="4096"/>
                  </a:cubicBezTo>
                  <a:close/>
                  <a:moveTo>
                    <a:pt x="8822" y="1"/>
                  </a:moveTo>
                  <a:cubicBezTo>
                    <a:pt x="8255" y="1"/>
                    <a:pt x="7783" y="410"/>
                    <a:pt x="7657" y="914"/>
                  </a:cubicBezTo>
                  <a:cubicBezTo>
                    <a:pt x="7499" y="883"/>
                    <a:pt x="7342" y="820"/>
                    <a:pt x="7184" y="820"/>
                  </a:cubicBezTo>
                  <a:cubicBezTo>
                    <a:pt x="6522" y="820"/>
                    <a:pt x="5955" y="1387"/>
                    <a:pt x="5955" y="2048"/>
                  </a:cubicBezTo>
                  <a:lnTo>
                    <a:pt x="5955" y="3340"/>
                  </a:lnTo>
                  <a:cubicBezTo>
                    <a:pt x="5829" y="3309"/>
                    <a:pt x="5672" y="3277"/>
                    <a:pt x="5514" y="3277"/>
                  </a:cubicBezTo>
                  <a:cubicBezTo>
                    <a:pt x="4947" y="3277"/>
                    <a:pt x="4475" y="3655"/>
                    <a:pt x="4349" y="4191"/>
                  </a:cubicBezTo>
                  <a:cubicBezTo>
                    <a:pt x="4191" y="4128"/>
                    <a:pt x="4034" y="4096"/>
                    <a:pt x="3876" y="4096"/>
                  </a:cubicBezTo>
                  <a:cubicBezTo>
                    <a:pt x="3214" y="4096"/>
                    <a:pt x="2616" y="4663"/>
                    <a:pt x="2616" y="5356"/>
                  </a:cubicBezTo>
                  <a:lnTo>
                    <a:pt x="2616" y="9862"/>
                  </a:lnTo>
                  <a:lnTo>
                    <a:pt x="2269" y="9483"/>
                  </a:lnTo>
                  <a:cubicBezTo>
                    <a:pt x="2025" y="9239"/>
                    <a:pt x="1712" y="9121"/>
                    <a:pt x="1398" y="9121"/>
                  </a:cubicBezTo>
                  <a:cubicBezTo>
                    <a:pt x="1105" y="9121"/>
                    <a:pt x="811" y="9223"/>
                    <a:pt x="568" y="9420"/>
                  </a:cubicBezTo>
                  <a:cubicBezTo>
                    <a:pt x="95" y="9862"/>
                    <a:pt x="1" y="10555"/>
                    <a:pt x="379" y="11059"/>
                  </a:cubicBezTo>
                  <a:lnTo>
                    <a:pt x="1797" y="13264"/>
                  </a:lnTo>
                  <a:cubicBezTo>
                    <a:pt x="2175" y="13831"/>
                    <a:pt x="2805" y="14146"/>
                    <a:pt x="3435" y="14146"/>
                  </a:cubicBezTo>
                  <a:lnTo>
                    <a:pt x="7972" y="14146"/>
                  </a:lnTo>
                  <a:cubicBezTo>
                    <a:pt x="9106" y="14146"/>
                    <a:pt x="10051" y="13201"/>
                    <a:pt x="10051" y="12035"/>
                  </a:cubicBezTo>
                  <a:lnTo>
                    <a:pt x="10051" y="10807"/>
                  </a:lnTo>
                  <a:lnTo>
                    <a:pt x="11280" y="10807"/>
                  </a:lnTo>
                  <a:cubicBezTo>
                    <a:pt x="12414" y="10807"/>
                    <a:pt x="13359" y="9862"/>
                    <a:pt x="13359" y="8696"/>
                  </a:cubicBezTo>
                  <a:lnTo>
                    <a:pt x="13359" y="4537"/>
                  </a:lnTo>
                  <a:cubicBezTo>
                    <a:pt x="13359" y="3876"/>
                    <a:pt x="12823" y="3309"/>
                    <a:pt x="12130" y="3309"/>
                  </a:cubicBezTo>
                  <a:cubicBezTo>
                    <a:pt x="11973" y="3309"/>
                    <a:pt x="11878" y="3340"/>
                    <a:pt x="11752" y="3372"/>
                  </a:cubicBezTo>
                  <a:lnTo>
                    <a:pt x="11752" y="2048"/>
                  </a:lnTo>
                  <a:cubicBezTo>
                    <a:pt x="11752" y="1387"/>
                    <a:pt x="11185" y="820"/>
                    <a:pt x="10492" y="820"/>
                  </a:cubicBezTo>
                  <a:cubicBezTo>
                    <a:pt x="10335" y="820"/>
                    <a:pt x="10177" y="883"/>
                    <a:pt x="10019" y="914"/>
                  </a:cubicBezTo>
                  <a:cubicBezTo>
                    <a:pt x="9862" y="410"/>
                    <a:pt x="9389" y="1"/>
                    <a:pt x="88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493" name="Google Shape;15493;p85"/>
            <p:cNvSpPr/>
            <p:nvPr/>
          </p:nvSpPr>
          <p:spPr>
            <a:xfrm>
              <a:off x="-10016750" y="2491050"/>
              <a:ext cx="63825" cy="61850"/>
            </a:xfrm>
            <a:custGeom>
              <a:avLst/>
              <a:gdLst/>
              <a:ahLst/>
              <a:cxnLst/>
              <a:rect l="l" t="t" r="r" b="b"/>
              <a:pathLst>
                <a:path w="2553" h="2474" extrusionOk="0">
                  <a:moveTo>
                    <a:pt x="457" y="0"/>
                  </a:moveTo>
                  <a:cubicBezTo>
                    <a:pt x="347" y="0"/>
                    <a:pt x="237" y="40"/>
                    <a:pt x="158" y="119"/>
                  </a:cubicBezTo>
                  <a:cubicBezTo>
                    <a:pt x="0" y="276"/>
                    <a:pt x="0" y="560"/>
                    <a:pt x="158" y="717"/>
                  </a:cubicBezTo>
                  <a:lnTo>
                    <a:pt x="1796" y="2355"/>
                  </a:lnTo>
                  <a:cubicBezTo>
                    <a:pt x="1891" y="2434"/>
                    <a:pt x="2001" y="2474"/>
                    <a:pt x="2107" y="2474"/>
                  </a:cubicBezTo>
                  <a:cubicBezTo>
                    <a:pt x="2214" y="2474"/>
                    <a:pt x="2316" y="2434"/>
                    <a:pt x="2395" y="2355"/>
                  </a:cubicBezTo>
                  <a:cubicBezTo>
                    <a:pt x="2552" y="2198"/>
                    <a:pt x="2552" y="1914"/>
                    <a:pt x="2395" y="1757"/>
                  </a:cubicBezTo>
                  <a:lnTo>
                    <a:pt x="757" y="119"/>
                  </a:lnTo>
                  <a:cubicBezTo>
                    <a:pt x="678" y="40"/>
                    <a:pt x="568" y="0"/>
                    <a:pt x="4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494" name="Google Shape;15494;p85"/>
            <p:cNvSpPr/>
            <p:nvPr/>
          </p:nvSpPr>
          <p:spPr>
            <a:xfrm>
              <a:off x="-9933275" y="2490075"/>
              <a:ext cx="20525" cy="63025"/>
            </a:xfrm>
            <a:custGeom>
              <a:avLst/>
              <a:gdLst/>
              <a:ahLst/>
              <a:cxnLst/>
              <a:rect l="l" t="t" r="r" b="b"/>
              <a:pathLst>
                <a:path w="821" h="2521" extrusionOk="0">
                  <a:moveTo>
                    <a:pt x="442" y="0"/>
                  </a:moveTo>
                  <a:cubicBezTo>
                    <a:pt x="221" y="0"/>
                    <a:pt x="1" y="189"/>
                    <a:pt x="1" y="441"/>
                  </a:cubicBezTo>
                  <a:lnTo>
                    <a:pt x="1" y="2079"/>
                  </a:lnTo>
                  <a:cubicBezTo>
                    <a:pt x="1" y="2331"/>
                    <a:pt x="221" y="2520"/>
                    <a:pt x="442" y="2520"/>
                  </a:cubicBezTo>
                  <a:cubicBezTo>
                    <a:pt x="631" y="2520"/>
                    <a:pt x="820" y="2331"/>
                    <a:pt x="820" y="2079"/>
                  </a:cubicBezTo>
                  <a:lnTo>
                    <a:pt x="820" y="441"/>
                  </a:lnTo>
                  <a:cubicBezTo>
                    <a:pt x="820" y="189"/>
                    <a:pt x="631"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495" name="Google Shape;15495;p85"/>
            <p:cNvSpPr/>
            <p:nvPr/>
          </p:nvSpPr>
          <p:spPr>
            <a:xfrm>
              <a:off x="-10015975" y="2573550"/>
              <a:ext cx="63050" cy="20500"/>
            </a:xfrm>
            <a:custGeom>
              <a:avLst/>
              <a:gdLst/>
              <a:ahLst/>
              <a:cxnLst/>
              <a:rect l="l" t="t" r="r" b="b"/>
              <a:pathLst>
                <a:path w="2522" h="820" extrusionOk="0">
                  <a:moveTo>
                    <a:pt x="442" y="1"/>
                  </a:moveTo>
                  <a:cubicBezTo>
                    <a:pt x="190" y="1"/>
                    <a:pt x="1" y="190"/>
                    <a:pt x="1" y="442"/>
                  </a:cubicBezTo>
                  <a:cubicBezTo>
                    <a:pt x="1" y="631"/>
                    <a:pt x="190" y="820"/>
                    <a:pt x="442" y="820"/>
                  </a:cubicBezTo>
                  <a:lnTo>
                    <a:pt x="2080" y="820"/>
                  </a:lnTo>
                  <a:cubicBezTo>
                    <a:pt x="2332" y="820"/>
                    <a:pt x="2521" y="631"/>
                    <a:pt x="2521" y="442"/>
                  </a:cubicBezTo>
                  <a:cubicBezTo>
                    <a:pt x="2521" y="190"/>
                    <a:pt x="2332" y="1"/>
                    <a:pt x="20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496" name="Google Shape;15496;p85"/>
          <p:cNvGrpSpPr/>
          <p:nvPr/>
        </p:nvGrpSpPr>
        <p:grpSpPr>
          <a:xfrm>
            <a:off x="6661180" y="2957593"/>
            <a:ext cx="352227" cy="343100"/>
            <a:chOff x="-8684100" y="2032450"/>
            <a:chExt cx="364700" cy="355250"/>
          </a:xfrm>
        </p:grpSpPr>
        <p:sp>
          <p:nvSpPr>
            <p:cNvPr id="15497" name="Google Shape;15497;p85"/>
            <p:cNvSpPr/>
            <p:nvPr/>
          </p:nvSpPr>
          <p:spPr>
            <a:xfrm>
              <a:off x="-8684100" y="2032450"/>
              <a:ext cx="364700" cy="355250"/>
            </a:xfrm>
            <a:custGeom>
              <a:avLst/>
              <a:gdLst/>
              <a:ahLst/>
              <a:cxnLst/>
              <a:rect l="l" t="t" r="r" b="b"/>
              <a:pathLst>
                <a:path w="14588" h="14210" extrusionOk="0">
                  <a:moveTo>
                    <a:pt x="13611" y="820"/>
                  </a:moveTo>
                  <a:lnTo>
                    <a:pt x="13611" y="1891"/>
                  </a:lnTo>
                  <a:lnTo>
                    <a:pt x="13642" y="1891"/>
                  </a:lnTo>
                  <a:lnTo>
                    <a:pt x="12130" y="2994"/>
                  </a:lnTo>
                  <a:lnTo>
                    <a:pt x="11469" y="2301"/>
                  </a:lnTo>
                  <a:lnTo>
                    <a:pt x="12571" y="820"/>
                  </a:lnTo>
                  <a:close/>
                  <a:moveTo>
                    <a:pt x="3561" y="2238"/>
                  </a:moveTo>
                  <a:lnTo>
                    <a:pt x="5294" y="3970"/>
                  </a:lnTo>
                  <a:cubicBezTo>
                    <a:pt x="5168" y="4033"/>
                    <a:pt x="5105" y="4128"/>
                    <a:pt x="4979" y="4254"/>
                  </a:cubicBezTo>
                  <a:lnTo>
                    <a:pt x="4695" y="4506"/>
                  </a:lnTo>
                  <a:lnTo>
                    <a:pt x="3844" y="3655"/>
                  </a:lnTo>
                  <a:cubicBezTo>
                    <a:pt x="3435" y="3246"/>
                    <a:pt x="3372" y="2710"/>
                    <a:pt x="3561" y="2238"/>
                  </a:cubicBezTo>
                  <a:close/>
                  <a:moveTo>
                    <a:pt x="10965" y="2899"/>
                  </a:moveTo>
                  <a:lnTo>
                    <a:pt x="11563" y="3498"/>
                  </a:lnTo>
                  <a:lnTo>
                    <a:pt x="8192" y="6837"/>
                  </a:lnTo>
                  <a:lnTo>
                    <a:pt x="7625" y="6239"/>
                  </a:lnTo>
                  <a:lnTo>
                    <a:pt x="10965" y="2899"/>
                  </a:lnTo>
                  <a:close/>
                  <a:moveTo>
                    <a:pt x="10492" y="9200"/>
                  </a:moveTo>
                  <a:lnTo>
                    <a:pt x="12225" y="10901"/>
                  </a:lnTo>
                  <a:cubicBezTo>
                    <a:pt x="12048" y="10984"/>
                    <a:pt x="11859" y="11027"/>
                    <a:pt x="11671" y="11027"/>
                  </a:cubicBezTo>
                  <a:cubicBezTo>
                    <a:pt x="11355" y="11027"/>
                    <a:pt x="11044" y="10906"/>
                    <a:pt x="10807" y="10649"/>
                  </a:cubicBezTo>
                  <a:lnTo>
                    <a:pt x="9925" y="9799"/>
                  </a:lnTo>
                  <a:lnTo>
                    <a:pt x="10208" y="9515"/>
                  </a:lnTo>
                  <a:cubicBezTo>
                    <a:pt x="10334" y="9389"/>
                    <a:pt x="10397" y="9326"/>
                    <a:pt x="10492" y="9200"/>
                  </a:cubicBezTo>
                  <a:close/>
                  <a:moveTo>
                    <a:pt x="2962" y="11059"/>
                  </a:moveTo>
                  <a:lnTo>
                    <a:pt x="3403" y="11500"/>
                  </a:lnTo>
                  <a:lnTo>
                    <a:pt x="2143" y="12319"/>
                  </a:lnTo>
                  <a:lnTo>
                    <a:pt x="2962" y="11059"/>
                  </a:lnTo>
                  <a:close/>
                  <a:moveTo>
                    <a:pt x="6996" y="4146"/>
                  </a:moveTo>
                  <a:cubicBezTo>
                    <a:pt x="7395" y="4146"/>
                    <a:pt x="7791" y="4258"/>
                    <a:pt x="8129" y="4474"/>
                  </a:cubicBezTo>
                  <a:lnTo>
                    <a:pt x="6711" y="5892"/>
                  </a:lnTo>
                  <a:cubicBezTo>
                    <a:pt x="6554" y="6050"/>
                    <a:pt x="6554" y="6333"/>
                    <a:pt x="6711" y="6491"/>
                  </a:cubicBezTo>
                  <a:lnTo>
                    <a:pt x="7877" y="7656"/>
                  </a:lnTo>
                  <a:cubicBezTo>
                    <a:pt x="7956" y="7735"/>
                    <a:pt x="8066" y="7775"/>
                    <a:pt x="8176" y="7775"/>
                  </a:cubicBezTo>
                  <a:cubicBezTo>
                    <a:pt x="8287" y="7775"/>
                    <a:pt x="8397" y="7735"/>
                    <a:pt x="8476" y="7656"/>
                  </a:cubicBezTo>
                  <a:lnTo>
                    <a:pt x="9893" y="6239"/>
                  </a:lnTo>
                  <a:cubicBezTo>
                    <a:pt x="10145" y="6648"/>
                    <a:pt x="10240" y="7026"/>
                    <a:pt x="10240" y="7436"/>
                  </a:cubicBezTo>
                  <a:cubicBezTo>
                    <a:pt x="10240" y="7971"/>
                    <a:pt x="10051" y="8476"/>
                    <a:pt x="9673" y="8885"/>
                  </a:cubicBezTo>
                  <a:lnTo>
                    <a:pt x="9232" y="9326"/>
                  </a:lnTo>
                  <a:cubicBezTo>
                    <a:pt x="9086" y="9286"/>
                    <a:pt x="8937" y="9266"/>
                    <a:pt x="8788" y="9266"/>
                  </a:cubicBezTo>
                  <a:cubicBezTo>
                    <a:pt x="8356" y="9266"/>
                    <a:pt x="7929" y="9431"/>
                    <a:pt x="7625" y="9736"/>
                  </a:cubicBezTo>
                  <a:cubicBezTo>
                    <a:pt x="7310" y="10051"/>
                    <a:pt x="7152" y="10492"/>
                    <a:pt x="7089" y="10933"/>
                  </a:cubicBezTo>
                  <a:cubicBezTo>
                    <a:pt x="7089" y="11405"/>
                    <a:pt x="7247" y="11784"/>
                    <a:pt x="7562" y="12099"/>
                  </a:cubicBezTo>
                  <a:lnTo>
                    <a:pt x="7310" y="12382"/>
                  </a:lnTo>
                  <a:cubicBezTo>
                    <a:pt x="6743" y="12949"/>
                    <a:pt x="6050" y="13264"/>
                    <a:pt x="5262" y="13264"/>
                  </a:cubicBezTo>
                  <a:cubicBezTo>
                    <a:pt x="4538" y="13264"/>
                    <a:pt x="3844" y="12981"/>
                    <a:pt x="3309" y="12508"/>
                  </a:cubicBezTo>
                  <a:lnTo>
                    <a:pt x="4317" y="11878"/>
                  </a:lnTo>
                  <a:cubicBezTo>
                    <a:pt x="4412" y="11784"/>
                    <a:pt x="4475" y="11689"/>
                    <a:pt x="4506" y="11563"/>
                  </a:cubicBezTo>
                  <a:cubicBezTo>
                    <a:pt x="4506" y="11437"/>
                    <a:pt x="4475" y="11311"/>
                    <a:pt x="4380" y="11216"/>
                  </a:cubicBezTo>
                  <a:lnTo>
                    <a:pt x="3214" y="10019"/>
                  </a:lnTo>
                  <a:cubicBezTo>
                    <a:pt x="3120" y="9956"/>
                    <a:pt x="2994" y="9893"/>
                    <a:pt x="2836" y="9893"/>
                  </a:cubicBezTo>
                  <a:cubicBezTo>
                    <a:pt x="2742" y="9893"/>
                    <a:pt x="2616" y="9988"/>
                    <a:pt x="2521" y="10114"/>
                  </a:cubicBezTo>
                  <a:lnTo>
                    <a:pt x="1891" y="11090"/>
                  </a:lnTo>
                  <a:cubicBezTo>
                    <a:pt x="883" y="9956"/>
                    <a:pt x="914" y="8223"/>
                    <a:pt x="2017" y="7121"/>
                  </a:cubicBezTo>
                  <a:lnTo>
                    <a:pt x="2301" y="6837"/>
                  </a:lnTo>
                  <a:cubicBezTo>
                    <a:pt x="2616" y="7152"/>
                    <a:pt x="3057" y="7310"/>
                    <a:pt x="3466" y="7310"/>
                  </a:cubicBezTo>
                  <a:cubicBezTo>
                    <a:pt x="3907" y="7310"/>
                    <a:pt x="4348" y="7121"/>
                    <a:pt x="4664" y="6806"/>
                  </a:cubicBezTo>
                  <a:cubicBezTo>
                    <a:pt x="5105" y="6365"/>
                    <a:pt x="5262" y="5766"/>
                    <a:pt x="5105" y="5168"/>
                  </a:cubicBezTo>
                  <a:lnTo>
                    <a:pt x="5514" y="4758"/>
                  </a:lnTo>
                  <a:cubicBezTo>
                    <a:pt x="5928" y="4344"/>
                    <a:pt x="6465" y="4146"/>
                    <a:pt x="6996" y="4146"/>
                  </a:cubicBezTo>
                  <a:close/>
                  <a:moveTo>
                    <a:pt x="12382" y="1"/>
                  </a:moveTo>
                  <a:cubicBezTo>
                    <a:pt x="12256" y="1"/>
                    <a:pt x="12130" y="64"/>
                    <a:pt x="12067" y="158"/>
                  </a:cubicBezTo>
                  <a:lnTo>
                    <a:pt x="10649" y="2080"/>
                  </a:lnTo>
                  <a:lnTo>
                    <a:pt x="8759" y="3970"/>
                  </a:lnTo>
                  <a:cubicBezTo>
                    <a:pt x="8249" y="3583"/>
                    <a:pt x="7634" y="3393"/>
                    <a:pt x="7024" y="3393"/>
                  </a:cubicBezTo>
                  <a:cubicBezTo>
                    <a:pt x="6692" y="3393"/>
                    <a:pt x="6361" y="3450"/>
                    <a:pt x="6050" y="3561"/>
                  </a:cubicBezTo>
                  <a:lnTo>
                    <a:pt x="2616" y="158"/>
                  </a:lnTo>
                  <a:cubicBezTo>
                    <a:pt x="2537" y="79"/>
                    <a:pt x="2427" y="40"/>
                    <a:pt x="2316" y="40"/>
                  </a:cubicBezTo>
                  <a:cubicBezTo>
                    <a:pt x="2206" y="40"/>
                    <a:pt x="2096" y="79"/>
                    <a:pt x="2017" y="158"/>
                  </a:cubicBezTo>
                  <a:cubicBezTo>
                    <a:pt x="1860" y="316"/>
                    <a:pt x="1860" y="568"/>
                    <a:pt x="2017" y="725"/>
                  </a:cubicBezTo>
                  <a:lnTo>
                    <a:pt x="2931" y="1639"/>
                  </a:lnTo>
                  <a:cubicBezTo>
                    <a:pt x="2427" y="2427"/>
                    <a:pt x="2490" y="3529"/>
                    <a:pt x="3214" y="4254"/>
                  </a:cubicBezTo>
                  <a:lnTo>
                    <a:pt x="4222" y="5262"/>
                  </a:lnTo>
                  <a:cubicBezTo>
                    <a:pt x="4222" y="5294"/>
                    <a:pt x="4222" y="5325"/>
                    <a:pt x="4254" y="5388"/>
                  </a:cubicBezTo>
                  <a:cubicBezTo>
                    <a:pt x="4412" y="5703"/>
                    <a:pt x="4348" y="6081"/>
                    <a:pt x="4096" y="6333"/>
                  </a:cubicBezTo>
                  <a:cubicBezTo>
                    <a:pt x="3948" y="6499"/>
                    <a:pt x="3721" y="6586"/>
                    <a:pt x="3493" y="6586"/>
                  </a:cubicBezTo>
                  <a:cubicBezTo>
                    <a:pt x="3287" y="6586"/>
                    <a:pt x="3080" y="6514"/>
                    <a:pt x="2931" y="6365"/>
                  </a:cubicBezTo>
                  <a:lnTo>
                    <a:pt x="2647" y="6081"/>
                  </a:lnTo>
                  <a:cubicBezTo>
                    <a:pt x="2568" y="6002"/>
                    <a:pt x="2458" y="5963"/>
                    <a:pt x="2348" y="5963"/>
                  </a:cubicBezTo>
                  <a:cubicBezTo>
                    <a:pt x="2238" y="5963"/>
                    <a:pt x="2127" y="6002"/>
                    <a:pt x="2049" y="6081"/>
                  </a:cubicBezTo>
                  <a:lnTo>
                    <a:pt x="1482" y="6680"/>
                  </a:lnTo>
                  <a:cubicBezTo>
                    <a:pt x="1" y="8129"/>
                    <a:pt x="1" y="10492"/>
                    <a:pt x="1482" y="11973"/>
                  </a:cubicBezTo>
                  <a:lnTo>
                    <a:pt x="442" y="13579"/>
                  </a:lnTo>
                  <a:cubicBezTo>
                    <a:pt x="316" y="13737"/>
                    <a:pt x="379" y="13957"/>
                    <a:pt x="473" y="14083"/>
                  </a:cubicBezTo>
                  <a:cubicBezTo>
                    <a:pt x="562" y="14154"/>
                    <a:pt x="670" y="14195"/>
                    <a:pt x="776" y="14195"/>
                  </a:cubicBezTo>
                  <a:cubicBezTo>
                    <a:pt x="859" y="14195"/>
                    <a:pt x="940" y="14170"/>
                    <a:pt x="1009" y="14115"/>
                  </a:cubicBezTo>
                  <a:lnTo>
                    <a:pt x="2616" y="13107"/>
                  </a:lnTo>
                  <a:cubicBezTo>
                    <a:pt x="3309" y="13800"/>
                    <a:pt x="4254" y="14209"/>
                    <a:pt x="5262" y="14209"/>
                  </a:cubicBezTo>
                  <a:cubicBezTo>
                    <a:pt x="6239" y="14209"/>
                    <a:pt x="7184" y="13800"/>
                    <a:pt x="7877" y="13107"/>
                  </a:cubicBezTo>
                  <a:lnTo>
                    <a:pt x="8476" y="12508"/>
                  </a:lnTo>
                  <a:cubicBezTo>
                    <a:pt x="8633" y="12351"/>
                    <a:pt x="8633" y="12067"/>
                    <a:pt x="8476" y="11910"/>
                  </a:cubicBezTo>
                  <a:lnTo>
                    <a:pt x="8192" y="11657"/>
                  </a:lnTo>
                  <a:cubicBezTo>
                    <a:pt x="7877" y="11342"/>
                    <a:pt x="7877" y="10775"/>
                    <a:pt x="8255" y="10460"/>
                  </a:cubicBezTo>
                  <a:cubicBezTo>
                    <a:pt x="8400" y="10315"/>
                    <a:pt x="8627" y="10225"/>
                    <a:pt x="8856" y="10225"/>
                  </a:cubicBezTo>
                  <a:cubicBezTo>
                    <a:pt x="8974" y="10225"/>
                    <a:pt x="9093" y="10249"/>
                    <a:pt x="9200" y="10303"/>
                  </a:cubicBezTo>
                  <a:cubicBezTo>
                    <a:pt x="9232" y="10303"/>
                    <a:pt x="9263" y="10334"/>
                    <a:pt x="9295" y="10334"/>
                  </a:cubicBezTo>
                  <a:lnTo>
                    <a:pt x="10334" y="11374"/>
                  </a:lnTo>
                  <a:cubicBezTo>
                    <a:pt x="10736" y="11775"/>
                    <a:pt x="11274" y="11976"/>
                    <a:pt x="11809" y="11976"/>
                  </a:cubicBezTo>
                  <a:cubicBezTo>
                    <a:pt x="12199" y="11976"/>
                    <a:pt x="12586" y="11870"/>
                    <a:pt x="12918" y="11657"/>
                  </a:cubicBezTo>
                  <a:lnTo>
                    <a:pt x="13831" y="12540"/>
                  </a:lnTo>
                  <a:cubicBezTo>
                    <a:pt x="13910" y="12618"/>
                    <a:pt x="14021" y="12658"/>
                    <a:pt x="14131" y="12658"/>
                  </a:cubicBezTo>
                  <a:cubicBezTo>
                    <a:pt x="14241" y="12658"/>
                    <a:pt x="14351" y="12618"/>
                    <a:pt x="14430" y="12540"/>
                  </a:cubicBezTo>
                  <a:cubicBezTo>
                    <a:pt x="14588" y="12382"/>
                    <a:pt x="14588" y="12130"/>
                    <a:pt x="14430" y="11973"/>
                  </a:cubicBezTo>
                  <a:lnTo>
                    <a:pt x="10996" y="8539"/>
                  </a:lnTo>
                  <a:cubicBezTo>
                    <a:pt x="11122" y="8223"/>
                    <a:pt x="11154" y="7908"/>
                    <a:pt x="11154" y="7562"/>
                  </a:cubicBezTo>
                  <a:cubicBezTo>
                    <a:pt x="11154" y="6932"/>
                    <a:pt x="10965" y="6333"/>
                    <a:pt x="10555" y="5829"/>
                  </a:cubicBezTo>
                  <a:lnTo>
                    <a:pt x="12445" y="3939"/>
                  </a:lnTo>
                  <a:lnTo>
                    <a:pt x="14399" y="2521"/>
                  </a:lnTo>
                  <a:cubicBezTo>
                    <a:pt x="14493" y="2427"/>
                    <a:pt x="14556" y="2301"/>
                    <a:pt x="14556" y="2206"/>
                  </a:cubicBezTo>
                  <a:lnTo>
                    <a:pt x="14556" y="536"/>
                  </a:lnTo>
                  <a:cubicBezTo>
                    <a:pt x="14462" y="190"/>
                    <a:pt x="14273" y="1"/>
                    <a:pt x="140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498" name="Google Shape;15498;p85"/>
            <p:cNvSpPr/>
            <p:nvPr/>
          </p:nvSpPr>
          <p:spPr>
            <a:xfrm>
              <a:off x="-8637625" y="2231725"/>
              <a:ext cx="81950" cy="32525"/>
            </a:xfrm>
            <a:custGeom>
              <a:avLst/>
              <a:gdLst/>
              <a:ahLst/>
              <a:cxnLst/>
              <a:rect l="l" t="t" r="r" b="b"/>
              <a:pathLst>
                <a:path w="3278" h="1301" extrusionOk="0">
                  <a:moveTo>
                    <a:pt x="2226" y="0"/>
                  </a:moveTo>
                  <a:cubicBezTo>
                    <a:pt x="1907" y="0"/>
                    <a:pt x="1592" y="126"/>
                    <a:pt x="1355" y="378"/>
                  </a:cubicBezTo>
                  <a:cubicBezTo>
                    <a:pt x="1277" y="457"/>
                    <a:pt x="1166" y="497"/>
                    <a:pt x="1056" y="497"/>
                  </a:cubicBezTo>
                  <a:cubicBezTo>
                    <a:pt x="946" y="497"/>
                    <a:pt x="835" y="457"/>
                    <a:pt x="757" y="378"/>
                  </a:cubicBezTo>
                  <a:cubicBezTo>
                    <a:pt x="678" y="300"/>
                    <a:pt x="568" y="260"/>
                    <a:pt x="457" y="260"/>
                  </a:cubicBezTo>
                  <a:cubicBezTo>
                    <a:pt x="347" y="260"/>
                    <a:pt x="237" y="300"/>
                    <a:pt x="158" y="378"/>
                  </a:cubicBezTo>
                  <a:cubicBezTo>
                    <a:pt x="1" y="536"/>
                    <a:pt x="1" y="788"/>
                    <a:pt x="158" y="946"/>
                  </a:cubicBezTo>
                  <a:cubicBezTo>
                    <a:pt x="394" y="1182"/>
                    <a:pt x="709" y="1300"/>
                    <a:pt x="1028" y="1300"/>
                  </a:cubicBezTo>
                  <a:cubicBezTo>
                    <a:pt x="1347" y="1300"/>
                    <a:pt x="1670" y="1182"/>
                    <a:pt x="1922" y="946"/>
                  </a:cubicBezTo>
                  <a:cubicBezTo>
                    <a:pt x="2001" y="867"/>
                    <a:pt x="2111" y="827"/>
                    <a:pt x="2222" y="827"/>
                  </a:cubicBezTo>
                  <a:cubicBezTo>
                    <a:pt x="2332" y="827"/>
                    <a:pt x="2442" y="867"/>
                    <a:pt x="2521" y="946"/>
                  </a:cubicBezTo>
                  <a:cubicBezTo>
                    <a:pt x="2600" y="1024"/>
                    <a:pt x="2710" y="1064"/>
                    <a:pt x="2820" y="1064"/>
                  </a:cubicBezTo>
                  <a:cubicBezTo>
                    <a:pt x="2931" y="1064"/>
                    <a:pt x="3041" y="1024"/>
                    <a:pt x="3120" y="946"/>
                  </a:cubicBezTo>
                  <a:cubicBezTo>
                    <a:pt x="3277" y="788"/>
                    <a:pt x="3277" y="536"/>
                    <a:pt x="3120" y="378"/>
                  </a:cubicBezTo>
                  <a:cubicBezTo>
                    <a:pt x="2868" y="126"/>
                    <a:pt x="2545" y="0"/>
                    <a:pt x="22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499" name="Google Shape;15499;p85"/>
            <p:cNvSpPr/>
            <p:nvPr/>
          </p:nvSpPr>
          <p:spPr>
            <a:xfrm>
              <a:off x="-8558075" y="2267375"/>
              <a:ext cx="38625" cy="79950"/>
            </a:xfrm>
            <a:custGeom>
              <a:avLst/>
              <a:gdLst/>
              <a:ahLst/>
              <a:cxnLst/>
              <a:rect l="l" t="t" r="r" b="b"/>
              <a:pathLst>
                <a:path w="1545" h="3198" extrusionOk="0">
                  <a:moveTo>
                    <a:pt x="772" y="0"/>
                  </a:moveTo>
                  <a:cubicBezTo>
                    <a:pt x="662" y="0"/>
                    <a:pt x="552" y="39"/>
                    <a:pt x="473" y="118"/>
                  </a:cubicBezTo>
                  <a:cubicBezTo>
                    <a:pt x="316" y="276"/>
                    <a:pt x="316" y="559"/>
                    <a:pt x="473" y="717"/>
                  </a:cubicBezTo>
                  <a:cubicBezTo>
                    <a:pt x="631" y="874"/>
                    <a:pt x="631" y="1158"/>
                    <a:pt x="473" y="1315"/>
                  </a:cubicBezTo>
                  <a:cubicBezTo>
                    <a:pt x="1" y="1788"/>
                    <a:pt x="1" y="2576"/>
                    <a:pt x="473" y="3080"/>
                  </a:cubicBezTo>
                  <a:cubicBezTo>
                    <a:pt x="552" y="3158"/>
                    <a:pt x="662" y="3198"/>
                    <a:pt x="772" y="3198"/>
                  </a:cubicBezTo>
                  <a:cubicBezTo>
                    <a:pt x="883" y="3198"/>
                    <a:pt x="993" y="3158"/>
                    <a:pt x="1072" y="3080"/>
                  </a:cubicBezTo>
                  <a:cubicBezTo>
                    <a:pt x="1229" y="2922"/>
                    <a:pt x="1229" y="2639"/>
                    <a:pt x="1072" y="2481"/>
                  </a:cubicBezTo>
                  <a:cubicBezTo>
                    <a:pt x="914" y="2324"/>
                    <a:pt x="914" y="2040"/>
                    <a:pt x="1072" y="1882"/>
                  </a:cubicBezTo>
                  <a:cubicBezTo>
                    <a:pt x="1544" y="1378"/>
                    <a:pt x="1544" y="591"/>
                    <a:pt x="1072" y="118"/>
                  </a:cubicBezTo>
                  <a:cubicBezTo>
                    <a:pt x="993" y="39"/>
                    <a:pt x="883" y="0"/>
                    <a:pt x="7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5500" name="Google Shape;15500;p85"/>
          <p:cNvSpPr/>
          <p:nvPr/>
        </p:nvSpPr>
        <p:spPr>
          <a:xfrm>
            <a:off x="5773709" y="1303696"/>
            <a:ext cx="300509" cy="340807"/>
          </a:xfrm>
          <a:custGeom>
            <a:avLst/>
            <a:gdLst/>
            <a:ahLst/>
            <a:cxnLst/>
            <a:rect l="l" t="t" r="r" b="b"/>
            <a:pathLst>
              <a:path w="12446" h="14115" extrusionOk="0">
                <a:moveTo>
                  <a:pt x="10744" y="788"/>
                </a:moveTo>
                <a:cubicBezTo>
                  <a:pt x="11216" y="788"/>
                  <a:pt x="11563" y="1135"/>
                  <a:pt x="11563" y="1607"/>
                </a:cubicBezTo>
                <a:cubicBezTo>
                  <a:pt x="11563" y="2080"/>
                  <a:pt x="11216" y="2458"/>
                  <a:pt x="10744" y="2458"/>
                </a:cubicBezTo>
                <a:cubicBezTo>
                  <a:pt x="10492" y="2458"/>
                  <a:pt x="10303" y="2647"/>
                  <a:pt x="10303" y="2867"/>
                </a:cubicBezTo>
                <a:cubicBezTo>
                  <a:pt x="10303" y="3119"/>
                  <a:pt x="10492" y="3308"/>
                  <a:pt x="10744" y="3308"/>
                </a:cubicBezTo>
                <a:lnTo>
                  <a:pt x="10744" y="4884"/>
                </a:lnTo>
                <a:cubicBezTo>
                  <a:pt x="10744" y="4947"/>
                  <a:pt x="10775" y="5041"/>
                  <a:pt x="10807" y="5073"/>
                </a:cubicBezTo>
                <a:cubicBezTo>
                  <a:pt x="11342" y="5892"/>
                  <a:pt x="11563" y="6900"/>
                  <a:pt x="11563" y="7877"/>
                </a:cubicBezTo>
                <a:cubicBezTo>
                  <a:pt x="11563" y="8822"/>
                  <a:pt x="11342" y="9735"/>
                  <a:pt x="10870" y="10523"/>
                </a:cubicBezTo>
                <a:lnTo>
                  <a:pt x="10145" y="10050"/>
                </a:lnTo>
                <a:cubicBezTo>
                  <a:pt x="10523" y="9357"/>
                  <a:pt x="10712" y="8633"/>
                  <a:pt x="10712" y="7845"/>
                </a:cubicBezTo>
                <a:cubicBezTo>
                  <a:pt x="10712" y="6931"/>
                  <a:pt x="10429" y="6018"/>
                  <a:pt x="9956" y="5262"/>
                </a:cubicBezTo>
                <a:cubicBezTo>
                  <a:pt x="9925" y="5199"/>
                  <a:pt x="9893" y="5104"/>
                  <a:pt x="9893" y="5041"/>
                </a:cubicBezTo>
                <a:lnTo>
                  <a:pt x="9893" y="1576"/>
                </a:lnTo>
                <a:cubicBezTo>
                  <a:pt x="9925" y="1198"/>
                  <a:pt x="10271" y="788"/>
                  <a:pt x="10744" y="788"/>
                </a:cubicBezTo>
                <a:close/>
                <a:moveTo>
                  <a:pt x="1639" y="788"/>
                </a:moveTo>
                <a:cubicBezTo>
                  <a:pt x="2111" y="788"/>
                  <a:pt x="2458" y="1135"/>
                  <a:pt x="2458" y="1607"/>
                </a:cubicBezTo>
                <a:lnTo>
                  <a:pt x="2458" y="5073"/>
                </a:lnTo>
                <a:cubicBezTo>
                  <a:pt x="2458" y="5167"/>
                  <a:pt x="2427" y="5230"/>
                  <a:pt x="2395" y="5325"/>
                </a:cubicBezTo>
                <a:cubicBezTo>
                  <a:pt x="1922" y="6081"/>
                  <a:pt x="1639" y="6963"/>
                  <a:pt x="1639" y="7877"/>
                </a:cubicBezTo>
                <a:cubicBezTo>
                  <a:pt x="1639" y="8664"/>
                  <a:pt x="1828" y="9420"/>
                  <a:pt x="2206" y="10082"/>
                </a:cubicBezTo>
                <a:lnTo>
                  <a:pt x="1481" y="10554"/>
                </a:lnTo>
                <a:cubicBezTo>
                  <a:pt x="1040" y="9767"/>
                  <a:pt x="788" y="8853"/>
                  <a:pt x="788" y="7908"/>
                </a:cubicBezTo>
                <a:cubicBezTo>
                  <a:pt x="788" y="6931"/>
                  <a:pt x="1040" y="5955"/>
                  <a:pt x="1513" y="5136"/>
                </a:cubicBezTo>
                <a:cubicBezTo>
                  <a:pt x="1576" y="5041"/>
                  <a:pt x="1607" y="4978"/>
                  <a:pt x="1607" y="4915"/>
                </a:cubicBezTo>
                <a:lnTo>
                  <a:pt x="1607" y="3340"/>
                </a:lnTo>
                <a:cubicBezTo>
                  <a:pt x="1891" y="3277"/>
                  <a:pt x="2048" y="3119"/>
                  <a:pt x="2048" y="2867"/>
                </a:cubicBezTo>
                <a:cubicBezTo>
                  <a:pt x="2048" y="2647"/>
                  <a:pt x="1828" y="2458"/>
                  <a:pt x="1639" y="2458"/>
                </a:cubicBezTo>
                <a:cubicBezTo>
                  <a:pt x="1166" y="2458"/>
                  <a:pt x="820" y="2080"/>
                  <a:pt x="820" y="1607"/>
                </a:cubicBezTo>
                <a:cubicBezTo>
                  <a:pt x="820" y="1135"/>
                  <a:pt x="1166" y="788"/>
                  <a:pt x="1639" y="788"/>
                </a:cubicBezTo>
                <a:close/>
                <a:moveTo>
                  <a:pt x="4128" y="3277"/>
                </a:moveTo>
                <a:lnTo>
                  <a:pt x="4128" y="10964"/>
                </a:lnTo>
                <a:cubicBezTo>
                  <a:pt x="3151" y="10271"/>
                  <a:pt x="2458" y="9137"/>
                  <a:pt x="2458" y="7845"/>
                </a:cubicBezTo>
                <a:cubicBezTo>
                  <a:pt x="2458" y="7089"/>
                  <a:pt x="2710" y="6333"/>
                  <a:pt x="3088" y="5766"/>
                </a:cubicBezTo>
                <a:cubicBezTo>
                  <a:pt x="3214" y="5545"/>
                  <a:pt x="3309" y="5325"/>
                  <a:pt x="3309" y="5073"/>
                </a:cubicBezTo>
                <a:lnTo>
                  <a:pt x="3309" y="3277"/>
                </a:lnTo>
                <a:close/>
                <a:moveTo>
                  <a:pt x="9074" y="3277"/>
                </a:moveTo>
                <a:lnTo>
                  <a:pt x="9074" y="5073"/>
                </a:lnTo>
                <a:cubicBezTo>
                  <a:pt x="9074" y="5325"/>
                  <a:pt x="9169" y="5545"/>
                  <a:pt x="9295" y="5797"/>
                </a:cubicBezTo>
                <a:cubicBezTo>
                  <a:pt x="9673" y="6396"/>
                  <a:pt x="9925" y="7120"/>
                  <a:pt x="9925" y="7877"/>
                </a:cubicBezTo>
                <a:cubicBezTo>
                  <a:pt x="9925" y="9168"/>
                  <a:pt x="9232" y="10334"/>
                  <a:pt x="8255" y="10996"/>
                </a:cubicBezTo>
                <a:lnTo>
                  <a:pt x="8255" y="3277"/>
                </a:lnTo>
                <a:close/>
                <a:moveTo>
                  <a:pt x="5766" y="3277"/>
                </a:moveTo>
                <a:lnTo>
                  <a:pt x="5766" y="11594"/>
                </a:lnTo>
                <a:cubicBezTo>
                  <a:pt x="5514" y="11531"/>
                  <a:pt x="5230" y="11500"/>
                  <a:pt x="4947" y="11374"/>
                </a:cubicBezTo>
                <a:lnTo>
                  <a:pt x="4947" y="3277"/>
                </a:lnTo>
                <a:close/>
                <a:moveTo>
                  <a:pt x="7436" y="3277"/>
                </a:moveTo>
                <a:lnTo>
                  <a:pt x="7436" y="11374"/>
                </a:lnTo>
                <a:cubicBezTo>
                  <a:pt x="7152" y="11500"/>
                  <a:pt x="6869" y="11531"/>
                  <a:pt x="6617" y="11594"/>
                </a:cubicBezTo>
                <a:lnTo>
                  <a:pt x="6617" y="3277"/>
                </a:lnTo>
                <a:close/>
                <a:moveTo>
                  <a:pt x="9767" y="10743"/>
                </a:moveTo>
                <a:lnTo>
                  <a:pt x="10460" y="11216"/>
                </a:lnTo>
                <a:cubicBezTo>
                  <a:pt x="9452" y="12445"/>
                  <a:pt x="7908" y="13264"/>
                  <a:pt x="6176" y="13264"/>
                </a:cubicBezTo>
                <a:cubicBezTo>
                  <a:pt x="4474" y="13264"/>
                  <a:pt x="2931" y="12445"/>
                  <a:pt x="1954" y="11216"/>
                </a:cubicBezTo>
                <a:lnTo>
                  <a:pt x="2679" y="10743"/>
                </a:lnTo>
                <a:cubicBezTo>
                  <a:pt x="3529" y="11815"/>
                  <a:pt x="4789" y="12445"/>
                  <a:pt x="6207" y="12445"/>
                </a:cubicBezTo>
                <a:cubicBezTo>
                  <a:pt x="7625" y="12445"/>
                  <a:pt x="8885" y="11783"/>
                  <a:pt x="9767" y="10743"/>
                </a:cubicBezTo>
                <a:close/>
                <a:moveTo>
                  <a:pt x="1670" y="0"/>
                </a:moveTo>
                <a:cubicBezTo>
                  <a:pt x="788" y="0"/>
                  <a:pt x="32" y="756"/>
                  <a:pt x="32" y="1670"/>
                </a:cubicBezTo>
                <a:cubicBezTo>
                  <a:pt x="32" y="2300"/>
                  <a:pt x="347" y="2804"/>
                  <a:pt x="851" y="3088"/>
                </a:cubicBezTo>
                <a:lnTo>
                  <a:pt x="851" y="4758"/>
                </a:lnTo>
                <a:cubicBezTo>
                  <a:pt x="253" y="5671"/>
                  <a:pt x="1" y="6742"/>
                  <a:pt x="1" y="7877"/>
                </a:cubicBezTo>
                <a:cubicBezTo>
                  <a:pt x="1" y="11279"/>
                  <a:pt x="2742" y="14114"/>
                  <a:pt x="6207" y="14114"/>
                </a:cubicBezTo>
                <a:cubicBezTo>
                  <a:pt x="9673" y="14114"/>
                  <a:pt x="12445" y="11279"/>
                  <a:pt x="12445" y="7877"/>
                </a:cubicBezTo>
                <a:cubicBezTo>
                  <a:pt x="12445" y="6774"/>
                  <a:pt x="12162" y="5703"/>
                  <a:pt x="11594" y="4758"/>
                </a:cubicBezTo>
                <a:lnTo>
                  <a:pt x="11594" y="3088"/>
                </a:lnTo>
                <a:cubicBezTo>
                  <a:pt x="12130" y="2804"/>
                  <a:pt x="12445" y="2237"/>
                  <a:pt x="12445" y="1670"/>
                </a:cubicBezTo>
                <a:cubicBezTo>
                  <a:pt x="12445" y="756"/>
                  <a:pt x="11689" y="0"/>
                  <a:pt x="10775" y="0"/>
                </a:cubicBezTo>
                <a:cubicBezTo>
                  <a:pt x="9862" y="0"/>
                  <a:pt x="9137" y="756"/>
                  <a:pt x="9137" y="1670"/>
                </a:cubicBezTo>
                <a:lnTo>
                  <a:pt x="9137" y="2489"/>
                </a:lnTo>
                <a:lnTo>
                  <a:pt x="3340" y="2489"/>
                </a:lnTo>
                <a:lnTo>
                  <a:pt x="3340" y="1670"/>
                </a:lnTo>
                <a:cubicBezTo>
                  <a:pt x="3340" y="756"/>
                  <a:pt x="2584"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5501" name="Google Shape;15501;p85"/>
          <p:cNvGrpSpPr/>
          <p:nvPr/>
        </p:nvGrpSpPr>
        <p:grpSpPr>
          <a:xfrm>
            <a:off x="5752039" y="1711056"/>
            <a:ext cx="343849" cy="341724"/>
            <a:chOff x="-13095575" y="2073400"/>
            <a:chExt cx="356025" cy="353825"/>
          </a:xfrm>
        </p:grpSpPr>
        <p:sp>
          <p:nvSpPr>
            <p:cNvPr id="15502" name="Google Shape;15502;p85"/>
            <p:cNvSpPr/>
            <p:nvPr/>
          </p:nvSpPr>
          <p:spPr>
            <a:xfrm>
              <a:off x="-13095575" y="2073400"/>
              <a:ext cx="356025" cy="353825"/>
            </a:xfrm>
            <a:custGeom>
              <a:avLst/>
              <a:gdLst/>
              <a:ahLst/>
              <a:cxnLst/>
              <a:rect l="l" t="t" r="r" b="b"/>
              <a:pathLst>
                <a:path w="14241" h="14153" extrusionOk="0">
                  <a:moveTo>
                    <a:pt x="12886" y="820"/>
                  </a:moveTo>
                  <a:cubicBezTo>
                    <a:pt x="13107" y="820"/>
                    <a:pt x="13327" y="1041"/>
                    <a:pt x="13327" y="1261"/>
                  </a:cubicBezTo>
                  <a:lnTo>
                    <a:pt x="13327" y="9578"/>
                  </a:lnTo>
                  <a:cubicBezTo>
                    <a:pt x="13327" y="9799"/>
                    <a:pt x="13107" y="9988"/>
                    <a:pt x="12886" y="9988"/>
                  </a:cubicBezTo>
                  <a:lnTo>
                    <a:pt x="1261" y="9988"/>
                  </a:lnTo>
                  <a:cubicBezTo>
                    <a:pt x="1040" y="9988"/>
                    <a:pt x="851" y="9799"/>
                    <a:pt x="851" y="9578"/>
                  </a:cubicBezTo>
                  <a:lnTo>
                    <a:pt x="851" y="1261"/>
                  </a:lnTo>
                  <a:cubicBezTo>
                    <a:pt x="851" y="1041"/>
                    <a:pt x="1040" y="820"/>
                    <a:pt x="1261" y="820"/>
                  </a:cubicBezTo>
                  <a:close/>
                  <a:moveTo>
                    <a:pt x="1261" y="1"/>
                  </a:moveTo>
                  <a:cubicBezTo>
                    <a:pt x="599" y="1"/>
                    <a:pt x="1" y="568"/>
                    <a:pt x="1" y="1261"/>
                  </a:cubicBezTo>
                  <a:lnTo>
                    <a:pt x="1" y="9578"/>
                  </a:lnTo>
                  <a:cubicBezTo>
                    <a:pt x="1" y="10240"/>
                    <a:pt x="568" y="10839"/>
                    <a:pt x="1261" y="10839"/>
                  </a:cubicBezTo>
                  <a:lnTo>
                    <a:pt x="6270" y="10839"/>
                  </a:lnTo>
                  <a:lnTo>
                    <a:pt x="4285" y="13485"/>
                  </a:lnTo>
                  <a:cubicBezTo>
                    <a:pt x="4191" y="13674"/>
                    <a:pt x="4191" y="13895"/>
                    <a:pt x="4380" y="14052"/>
                  </a:cubicBezTo>
                  <a:cubicBezTo>
                    <a:pt x="4465" y="14109"/>
                    <a:pt x="4562" y="14140"/>
                    <a:pt x="4659" y="14140"/>
                  </a:cubicBezTo>
                  <a:cubicBezTo>
                    <a:pt x="4776" y="14140"/>
                    <a:pt x="4892" y="14093"/>
                    <a:pt x="4978" y="13989"/>
                  </a:cubicBezTo>
                  <a:lnTo>
                    <a:pt x="6711" y="11658"/>
                  </a:lnTo>
                  <a:lnTo>
                    <a:pt x="6711" y="12918"/>
                  </a:lnTo>
                  <a:cubicBezTo>
                    <a:pt x="6711" y="13138"/>
                    <a:pt x="6900" y="13359"/>
                    <a:pt x="7089" y="13359"/>
                  </a:cubicBezTo>
                  <a:cubicBezTo>
                    <a:pt x="7310" y="13359"/>
                    <a:pt x="7530" y="13138"/>
                    <a:pt x="7530" y="12918"/>
                  </a:cubicBezTo>
                  <a:lnTo>
                    <a:pt x="7530" y="11658"/>
                  </a:lnTo>
                  <a:lnTo>
                    <a:pt x="9263" y="13989"/>
                  </a:lnTo>
                  <a:cubicBezTo>
                    <a:pt x="9335" y="14096"/>
                    <a:pt x="9457" y="14153"/>
                    <a:pt x="9584" y="14153"/>
                  </a:cubicBezTo>
                  <a:cubicBezTo>
                    <a:pt x="9681" y="14153"/>
                    <a:pt x="9780" y="14120"/>
                    <a:pt x="9862" y="14052"/>
                  </a:cubicBezTo>
                  <a:cubicBezTo>
                    <a:pt x="10051" y="13926"/>
                    <a:pt x="10082" y="13674"/>
                    <a:pt x="9925" y="13485"/>
                  </a:cubicBezTo>
                  <a:lnTo>
                    <a:pt x="7971" y="10839"/>
                  </a:lnTo>
                  <a:lnTo>
                    <a:pt x="12981" y="10839"/>
                  </a:lnTo>
                  <a:cubicBezTo>
                    <a:pt x="13642" y="10839"/>
                    <a:pt x="14241" y="10272"/>
                    <a:pt x="14241" y="9578"/>
                  </a:cubicBezTo>
                  <a:lnTo>
                    <a:pt x="14241" y="1261"/>
                  </a:lnTo>
                  <a:cubicBezTo>
                    <a:pt x="14146" y="600"/>
                    <a:pt x="13579" y="1"/>
                    <a:pt x="128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503" name="Google Shape;15503;p85"/>
            <p:cNvSpPr/>
            <p:nvPr/>
          </p:nvSpPr>
          <p:spPr>
            <a:xfrm>
              <a:off x="-13055400" y="2115150"/>
              <a:ext cx="271750" cy="187475"/>
            </a:xfrm>
            <a:custGeom>
              <a:avLst/>
              <a:gdLst/>
              <a:ahLst/>
              <a:cxnLst/>
              <a:rect l="l" t="t" r="r" b="b"/>
              <a:pathLst>
                <a:path w="10870" h="7499" extrusionOk="0">
                  <a:moveTo>
                    <a:pt x="3781" y="820"/>
                  </a:moveTo>
                  <a:cubicBezTo>
                    <a:pt x="4474" y="820"/>
                    <a:pt x="5041" y="1355"/>
                    <a:pt x="5041" y="2017"/>
                  </a:cubicBezTo>
                  <a:lnTo>
                    <a:pt x="5041" y="6648"/>
                  </a:lnTo>
                  <a:lnTo>
                    <a:pt x="882" y="6648"/>
                  </a:lnTo>
                  <a:lnTo>
                    <a:pt x="882" y="820"/>
                  </a:lnTo>
                  <a:close/>
                  <a:moveTo>
                    <a:pt x="10050" y="851"/>
                  </a:moveTo>
                  <a:lnTo>
                    <a:pt x="10050" y="6680"/>
                  </a:lnTo>
                  <a:lnTo>
                    <a:pt x="5892" y="6680"/>
                  </a:lnTo>
                  <a:lnTo>
                    <a:pt x="5892" y="2080"/>
                  </a:lnTo>
                  <a:cubicBezTo>
                    <a:pt x="5892" y="1418"/>
                    <a:pt x="6427" y="851"/>
                    <a:pt x="7152" y="851"/>
                  </a:cubicBezTo>
                  <a:close/>
                  <a:moveTo>
                    <a:pt x="441" y="1"/>
                  </a:moveTo>
                  <a:cubicBezTo>
                    <a:pt x="221" y="1"/>
                    <a:pt x="0" y="190"/>
                    <a:pt x="0" y="410"/>
                  </a:cubicBezTo>
                  <a:lnTo>
                    <a:pt x="0" y="7089"/>
                  </a:lnTo>
                  <a:cubicBezTo>
                    <a:pt x="0" y="7310"/>
                    <a:pt x="221" y="7499"/>
                    <a:pt x="441" y="7499"/>
                  </a:cubicBezTo>
                  <a:lnTo>
                    <a:pt x="10397" y="7499"/>
                  </a:lnTo>
                  <a:cubicBezTo>
                    <a:pt x="10649" y="7499"/>
                    <a:pt x="10838" y="7310"/>
                    <a:pt x="10838" y="7089"/>
                  </a:cubicBezTo>
                  <a:lnTo>
                    <a:pt x="10838" y="410"/>
                  </a:lnTo>
                  <a:cubicBezTo>
                    <a:pt x="10869" y="190"/>
                    <a:pt x="10680" y="1"/>
                    <a:pt x="10460" y="1"/>
                  </a:cubicBezTo>
                  <a:lnTo>
                    <a:pt x="7089" y="1"/>
                  </a:lnTo>
                  <a:cubicBezTo>
                    <a:pt x="6427" y="1"/>
                    <a:pt x="5829" y="316"/>
                    <a:pt x="5451" y="820"/>
                  </a:cubicBezTo>
                  <a:cubicBezTo>
                    <a:pt x="5041" y="284"/>
                    <a:pt x="4474" y="1"/>
                    <a:pt x="3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504" name="Google Shape;15504;p85"/>
            <p:cNvSpPr/>
            <p:nvPr/>
          </p:nvSpPr>
          <p:spPr>
            <a:xfrm>
              <a:off x="-12887650" y="2156100"/>
              <a:ext cx="63050" cy="22100"/>
            </a:xfrm>
            <a:custGeom>
              <a:avLst/>
              <a:gdLst/>
              <a:ahLst/>
              <a:cxnLst/>
              <a:rect l="l" t="t" r="r" b="b"/>
              <a:pathLst>
                <a:path w="2522" h="884" extrusionOk="0">
                  <a:moveTo>
                    <a:pt x="442" y="1"/>
                  </a:moveTo>
                  <a:cubicBezTo>
                    <a:pt x="190" y="1"/>
                    <a:pt x="1" y="190"/>
                    <a:pt x="1" y="442"/>
                  </a:cubicBezTo>
                  <a:cubicBezTo>
                    <a:pt x="1" y="663"/>
                    <a:pt x="190" y="883"/>
                    <a:pt x="442" y="883"/>
                  </a:cubicBezTo>
                  <a:lnTo>
                    <a:pt x="2112" y="883"/>
                  </a:lnTo>
                  <a:cubicBezTo>
                    <a:pt x="2364" y="883"/>
                    <a:pt x="2521" y="663"/>
                    <a:pt x="2521" y="442"/>
                  </a:cubicBezTo>
                  <a:cubicBezTo>
                    <a:pt x="2521" y="190"/>
                    <a:pt x="2332" y="1"/>
                    <a:pt x="21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505" name="Google Shape;15505;p85"/>
            <p:cNvSpPr/>
            <p:nvPr/>
          </p:nvSpPr>
          <p:spPr>
            <a:xfrm>
              <a:off x="-12888425" y="2198650"/>
              <a:ext cx="63025" cy="21275"/>
            </a:xfrm>
            <a:custGeom>
              <a:avLst/>
              <a:gdLst/>
              <a:ahLst/>
              <a:cxnLst/>
              <a:rect l="l" t="t" r="r" b="b"/>
              <a:pathLst>
                <a:path w="2521" h="851" extrusionOk="0">
                  <a:moveTo>
                    <a:pt x="410" y="0"/>
                  </a:moveTo>
                  <a:cubicBezTo>
                    <a:pt x="189" y="0"/>
                    <a:pt x="0" y="189"/>
                    <a:pt x="0" y="410"/>
                  </a:cubicBezTo>
                  <a:cubicBezTo>
                    <a:pt x="0" y="662"/>
                    <a:pt x="189" y="851"/>
                    <a:pt x="410" y="851"/>
                  </a:cubicBezTo>
                  <a:lnTo>
                    <a:pt x="2111" y="851"/>
                  </a:lnTo>
                  <a:cubicBezTo>
                    <a:pt x="2363" y="851"/>
                    <a:pt x="2521" y="662"/>
                    <a:pt x="2521" y="410"/>
                  </a:cubicBezTo>
                  <a:cubicBezTo>
                    <a:pt x="2521" y="189"/>
                    <a:pt x="2363" y="0"/>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506" name="Google Shape;15506;p85"/>
            <p:cNvSpPr/>
            <p:nvPr/>
          </p:nvSpPr>
          <p:spPr>
            <a:xfrm>
              <a:off x="-12888425" y="2239600"/>
              <a:ext cx="63025" cy="22075"/>
            </a:xfrm>
            <a:custGeom>
              <a:avLst/>
              <a:gdLst/>
              <a:ahLst/>
              <a:cxnLst/>
              <a:rect l="l" t="t" r="r" b="b"/>
              <a:pathLst>
                <a:path w="2521" h="883" extrusionOk="0">
                  <a:moveTo>
                    <a:pt x="410" y="0"/>
                  </a:moveTo>
                  <a:cubicBezTo>
                    <a:pt x="189" y="0"/>
                    <a:pt x="0" y="221"/>
                    <a:pt x="0" y="442"/>
                  </a:cubicBezTo>
                  <a:cubicBezTo>
                    <a:pt x="0" y="694"/>
                    <a:pt x="189" y="883"/>
                    <a:pt x="410" y="883"/>
                  </a:cubicBezTo>
                  <a:lnTo>
                    <a:pt x="2111" y="883"/>
                  </a:lnTo>
                  <a:cubicBezTo>
                    <a:pt x="2363" y="883"/>
                    <a:pt x="2521" y="694"/>
                    <a:pt x="2521" y="442"/>
                  </a:cubicBezTo>
                  <a:cubicBezTo>
                    <a:pt x="2521" y="221"/>
                    <a:pt x="2363" y="0"/>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507" name="Google Shape;15507;p85"/>
            <p:cNvSpPr/>
            <p:nvPr/>
          </p:nvSpPr>
          <p:spPr>
            <a:xfrm>
              <a:off x="-13012875" y="2156100"/>
              <a:ext cx="63025" cy="22100"/>
            </a:xfrm>
            <a:custGeom>
              <a:avLst/>
              <a:gdLst/>
              <a:ahLst/>
              <a:cxnLst/>
              <a:rect l="l" t="t" r="r" b="b"/>
              <a:pathLst>
                <a:path w="2521" h="884" extrusionOk="0">
                  <a:moveTo>
                    <a:pt x="410" y="1"/>
                  </a:moveTo>
                  <a:cubicBezTo>
                    <a:pt x="158" y="1"/>
                    <a:pt x="1" y="190"/>
                    <a:pt x="1" y="442"/>
                  </a:cubicBezTo>
                  <a:cubicBezTo>
                    <a:pt x="1" y="663"/>
                    <a:pt x="190" y="883"/>
                    <a:pt x="410" y="883"/>
                  </a:cubicBezTo>
                  <a:lnTo>
                    <a:pt x="2080" y="883"/>
                  </a:lnTo>
                  <a:cubicBezTo>
                    <a:pt x="2332" y="883"/>
                    <a:pt x="2521" y="663"/>
                    <a:pt x="2521" y="442"/>
                  </a:cubicBezTo>
                  <a:cubicBezTo>
                    <a:pt x="2521" y="190"/>
                    <a:pt x="2332" y="1"/>
                    <a:pt x="20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508" name="Google Shape;15508;p85"/>
            <p:cNvSpPr/>
            <p:nvPr/>
          </p:nvSpPr>
          <p:spPr>
            <a:xfrm>
              <a:off x="-13012875" y="2198650"/>
              <a:ext cx="63025" cy="21275"/>
            </a:xfrm>
            <a:custGeom>
              <a:avLst/>
              <a:gdLst/>
              <a:ahLst/>
              <a:cxnLst/>
              <a:rect l="l" t="t" r="r" b="b"/>
              <a:pathLst>
                <a:path w="2521" h="851" extrusionOk="0">
                  <a:moveTo>
                    <a:pt x="410" y="0"/>
                  </a:moveTo>
                  <a:cubicBezTo>
                    <a:pt x="158" y="0"/>
                    <a:pt x="1" y="189"/>
                    <a:pt x="1" y="410"/>
                  </a:cubicBezTo>
                  <a:cubicBezTo>
                    <a:pt x="1" y="662"/>
                    <a:pt x="190" y="851"/>
                    <a:pt x="410" y="851"/>
                  </a:cubicBezTo>
                  <a:lnTo>
                    <a:pt x="2080" y="851"/>
                  </a:lnTo>
                  <a:cubicBezTo>
                    <a:pt x="2332" y="851"/>
                    <a:pt x="2521" y="662"/>
                    <a:pt x="2521" y="410"/>
                  </a:cubicBezTo>
                  <a:cubicBezTo>
                    <a:pt x="2521" y="189"/>
                    <a:pt x="2332"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509" name="Google Shape;15509;p85"/>
            <p:cNvSpPr/>
            <p:nvPr/>
          </p:nvSpPr>
          <p:spPr>
            <a:xfrm>
              <a:off x="-13012875" y="2239600"/>
              <a:ext cx="63025" cy="22075"/>
            </a:xfrm>
            <a:custGeom>
              <a:avLst/>
              <a:gdLst/>
              <a:ahLst/>
              <a:cxnLst/>
              <a:rect l="l" t="t" r="r" b="b"/>
              <a:pathLst>
                <a:path w="2521" h="883" extrusionOk="0">
                  <a:moveTo>
                    <a:pt x="410" y="0"/>
                  </a:moveTo>
                  <a:cubicBezTo>
                    <a:pt x="158" y="0"/>
                    <a:pt x="1" y="221"/>
                    <a:pt x="1" y="442"/>
                  </a:cubicBezTo>
                  <a:cubicBezTo>
                    <a:pt x="1" y="694"/>
                    <a:pt x="190" y="883"/>
                    <a:pt x="410" y="883"/>
                  </a:cubicBezTo>
                  <a:lnTo>
                    <a:pt x="2080" y="883"/>
                  </a:lnTo>
                  <a:cubicBezTo>
                    <a:pt x="2332" y="883"/>
                    <a:pt x="2521" y="694"/>
                    <a:pt x="2521" y="442"/>
                  </a:cubicBezTo>
                  <a:cubicBezTo>
                    <a:pt x="2521" y="221"/>
                    <a:pt x="2332"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5510" name="Google Shape;15510;p85"/>
          <p:cNvSpPr/>
          <p:nvPr/>
        </p:nvSpPr>
        <p:spPr>
          <a:xfrm>
            <a:off x="5753174" y="2120098"/>
            <a:ext cx="341579" cy="340807"/>
          </a:xfrm>
          <a:custGeom>
            <a:avLst/>
            <a:gdLst/>
            <a:ahLst/>
            <a:cxnLst/>
            <a:rect l="l" t="t" r="r" b="b"/>
            <a:pathLst>
              <a:path w="14147" h="14115" extrusionOk="0">
                <a:moveTo>
                  <a:pt x="7058" y="851"/>
                </a:moveTo>
                <a:cubicBezTo>
                  <a:pt x="9294" y="851"/>
                  <a:pt x="10649" y="1386"/>
                  <a:pt x="10744" y="1670"/>
                </a:cubicBezTo>
                <a:cubicBezTo>
                  <a:pt x="10649" y="1922"/>
                  <a:pt x="9294" y="2489"/>
                  <a:pt x="7058" y="2489"/>
                </a:cubicBezTo>
                <a:cubicBezTo>
                  <a:pt x="4821" y="2489"/>
                  <a:pt x="3466" y="1922"/>
                  <a:pt x="3340" y="1670"/>
                </a:cubicBezTo>
                <a:cubicBezTo>
                  <a:pt x="3466" y="1386"/>
                  <a:pt x="4821" y="851"/>
                  <a:pt x="7058" y="851"/>
                </a:cubicBezTo>
                <a:close/>
                <a:moveTo>
                  <a:pt x="10681" y="2741"/>
                </a:moveTo>
                <a:lnTo>
                  <a:pt x="10114" y="8727"/>
                </a:lnTo>
                <a:cubicBezTo>
                  <a:pt x="9515" y="9042"/>
                  <a:pt x="8381" y="9200"/>
                  <a:pt x="7058" y="9200"/>
                </a:cubicBezTo>
                <a:cubicBezTo>
                  <a:pt x="5703" y="9200"/>
                  <a:pt x="4663" y="9010"/>
                  <a:pt x="4002" y="8727"/>
                </a:cubicBezTo>
                <a:lnTo>
                  <a:pt x="3435" y="2741"/>
                </a:lnTo>
                <a:lnTo>
                  <a:pt x="3435" y="2741"/>
                </a:lnTo>
                <a:cubicBezTo>
                  <a:pt x="4411" y="3214"/>
                  <a:pt x="5955" y="3308"/>
                  <a:pt x="7058" y="3308"/>
                </a:cubicBezTo>
                <a:cubicBezTo>
                  <a:pt x="8160" y="3308"/>
                  <a:pt x="9704" y="3151"/>
                  <a:pt x="10681" y="2741"/>
                </a:cubicBezTo>
                <a:close/>
                <a:moveTo>
                  <a:pt x="10051" y="9609"/>
                </a:moveTo>
                <a:lnTo>
                  <a:pt x="9956" y="10334"/>
                </a:lnTo>
                <a:cubicBezTo>
                  <a:pt x="9893" y="10397"/>
                  <a:pt x="9641" y="10523"/>
                  <a:pt x="9105" y="10649"/>
                </a:cubicBezTo>
                <a:cubicBezTo>
                  <a:pt x="8538" y="10775"/>
                  <a:pt x="7814" y="10838"/>
                  <a:pt x="7089" y="10838"/>
                </a:cubicBezTo>
                <a:cubicBezTo>
                  <a:pt x="6333" y="10838"/>
                  <a:pt x="5640" y="10775"/>
                  <a:pt x="5073" y="10649"/>
                </a:cubicBezTo>
                <a:cubicBezTo>
                  <a:pt x="4537" y="10523"/>
                  <a:pt x="4285" y="10397"/>
                  <a:pt x="4222" y="10334"/>
                </a:cubicBezTo>
                <a:lnTo>
                  <a:pt x="4128" y="9609"/>
                </a:lnTo>
                <a:lnTo>
                  <a:pt x="4128" y="9609"/>
                </a:lnTo>
                <a:cubicBezTo>
                  <a:pt x="5041" y="9924"/>
                  <a:pt x="6239" y="9987"/>
                  <a:pt x="7089" y="9987"/>
                </a:cubicBezTo>
                <a:cubicBezTo>
                  <a:pt x="7971" y="9987"/>
                  <a:pt x="9137" y="9893"/>
                  <a:pt x="10051" y="9609"/>
                </a:cubicBezTo>
                <a:close/>
                <a:moveTo>
                  <a:pt x="10964" y="9609"/>
                </a:moveTo>
                <a:cubicBezTo>
                  <a:pt x="12666" y="10082"/>
                  <a:pt x="13390" y="10712"/>
                  <a:pt x="13390" y="11247"/>
                </a:cubicBezTo>
                <a:cubicBezTo>
                  <a:pt x="13327" y="11720"/>
                  <a:pt x="12697" y="12224"/>
                  <a:pt x="11626" y="12602"/>
                </a:cubicBezTo>
                <a:cubicBezTo>
                  <a:pt x="10397" y="13043"/>
                  <a:pt x="8790" y="13327"/>
                  <a:pt x="7089" y="13327"/>
                </a:cubicBezTo>
                <a:cubicBezTo>
                  <a:pt x="5388" y="13327"/>
                  <a:pt x="3750" y="13075"/>
                  <a:pt x="2552" y="12602"/>
                </a:cubicBezTo>
                <a:cubicBezTo>
                  <a:pt x="1513" y="12224"/>
                  <a:pt x="883" y="11720"/>
                  <a:pt x="883" y="11247"/>
                </a:cubicBezTo>
                <a:cubicBezTo>
                  <a:pt x="883" y="10775"/>
                  <a:pt x="1639" y="10082"/>
                  <a:pt x="3309" y="9609"/>
                </a:cubicBezTo>
                <a:lnTo>
                  <a:pt x="3403" y="10397"/>
                </a:lnTo>
                <a:cubicBezTo>
                  <a:pt x="3435" y="11027"/>
                  <a:pt x="4380" y="11279"/>
                  <a:pt x="4695" y="11342"/>
                </a:cubicBezTo>
                <a:cubicBezTo>
                  <a:pt x="5356" y="11499"/>
                  <a:pt x="6239" y="11594"/>
                  <a:pt x="7152" y="11594"/>
                </a:cubicBezTo>
                <a:cubicBezTo>
                  <a:pt x="8034" y="11594"/>
                  <a:pt x="8916" y="11499"/>
                  <a:pt x="9578" y="11342"/>
                </a:cubicBezTo>
                <a:cubicBezTo>
                  <a:pt x="9893" y="11279"/>
                  <a:pt x="10838" y="11027"/>
                  <a:pt x="10870" y="10397"/>
                </a:cubicBezTo>
                <a:lnTo>
                  <a:pt x="10964" y="9609"/>
                </a:lnTo>
                <a:close/>
                <a:moveTo>
                  <a:pt x="7058" y="0"/>
                </a:moveTo>
                <a:cubicBezTo>
                  <a:pt x="5671" y="0"/>
                  <a:pt x="2521" y="284"/>
                  <a:pt x="2521" y="1670"/>
                </a:cubicBezTo>
                <a:cubicBezTo>
                  <a:pt x="2521" y="1733"/>
                  <a:pt x="2489" y="1197"/>
                  <a:pt x="3214" y="8790"/>
                </a:cubicBezTo>
                <a:cubicBezTo>
                  <a:pt x="1198" y="9294"/>
                  <a:pt x="1" y="10208"/>
                  <a:pt x="1" y="11247"/>
                </a:cubicBezTo>
                <a:cubicBezTo>
                  <a:pt x="1" y="12098"/>
                  <a:pt x="788" y="12854"/>
                  <a:pt x="2206" y="13358"/>
                </a:cubicBezTo>
                <a:cubicBezTo>
                  <a:pt x="3498" y="13831"/>
                  <a:pt x="5262" y="14114"/>
                  <a:pt x="7058" y="14114"/>
                </a:cubicBezTo>
                <a:cubicBezTo>
                  <a:pt x="8853" y="14114"/>
                  <a:pt x="10586" y="13831"/>
                  <a:pt x="11909" y="13358"/>
                </a:cubicBezTo>
                <a:cubicBezTo>
                  <a:pt x="13327" y="12823"/>
                  <a:pt x="14115" y="12066"/>
                  <a:pt x="14115" y="11247"/>
                </a:cubicBezTo>
                <a:cubicBezTo>
                  <a:pt x="14146" y="10208"/>
                  <a:pt x="12949" y="9357"/>
                  <a:pt x="10964" y="8790"/>
                </a:cubicBezTo>
                <a:cubicBezTo>
                  <a:pt x="11657" y="1197"/>
                  <a:pt x="11626" y="1733"/>
                  <a:pt x="11626" y="1670"/>
                </a:cubicBezTo>
                <a:cubicBezTo>
                  <a:pt x="11626" y="1481"/>
                  <a:pt x="11531" y="1166"/>
                  <a:pt x="11122" y="851"/>
                </a:cubicBezTo>
                <a:cubicBezTo>
                  <a:pt x="10177" y="158"/>
                  <a:pt x="8192" y="0"/>
                  <a:pt x="70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5511" name="Google Shape;15511;p85"/>
          <p:cNvGrpSpPr/>
          <p:nvPr/>
        </p:nvGrpSpPr>
        <p:grpSpPr>
          <a:xfrm>
            <a:off x="7576787" y="1302885"/>
            <a:ext cx="343100" cy="342424"/>
            <a:chOff x="-11332875" y="1660700"/>
            <a:chExt cx="355250" cy="354550"/>
          </a:xfrm>
        </p:grpSpPr>
        <p:sp>
          <p:nvSpPr>
            <p:cNvPr id="15512" name="Google Shape;15512;p85"/>
            <p:cNvSpPr/>
            <p:nvPr/>
          </p:nvSpPr>
          <p:spPr>
            <a:xfrm>
              <a:off x="-11332875" y="1660700"/>
              <a:ext cx="355250" cy="354550"/>
            </a:xfrm>
            <a:custGeom>
              <a:avLst/>
              <a:gdLst/>
              <a:ahLst/>
              <a:cxnLst/>
              <a:rect l="l" t="t" r="r" b="b"/>
              <a:pathLst>
                <a:path w="14210" h="14182" extrusionOk="0">
                  <a:moveTo>
                    <a:pt x="7089" y="914"/>
                  </a:moveTo>
                  <a:cubicBezTo>
                    <a:pt x="7278" y="914"/>
                    <a:pt x="7436" y="1072"/>
                    <a:pt x="7467" y="1229"/>
                  </a:cubicBezTo>
                  <a:cubicBezTo>
                    <a:pt x="7538" y="1417"/>
                    <a:pt x="7713" y="1517"/>
                    <a:pt x="7889" y="1517"/>
                  </a:cubicBezTo>
                  <a:cubicBezTo>
                    <a:pt x="7949" y="1517"/>
                    <a:pt x="8010" y="1505"/>
                    <a:pt x="8066" y="1481"/>
                  </a:cubicBezTo>
                  <a:cubicBezTo>
                    <a:pt x="8124" y="1437"/>
                    <a:pt x="8203" y="1414"/>
                    <a:pt x="8284" y="1414"/>
                  </a:cubicBezTo>
                  <a:cubicBezTo>
                    <a:pt x="8376" y="1414"/>
                    <a:pt x="8471" y="1445"/>
                    <a:pt x="8538" y="1513"/>
                  </a:cubicBezTo>
                  <a:cubicBezTo>
                    <a:pt x="8696" y="1670"/>
                    <a:pt x="8664" y="1859"/>
                    <a:pt x="8570" y="1985"/>
                  </a:cubicBezTo>
                  <a:cubicBezTo>
                    <a:pt x="8444" y="2206"/>
                    <a:pt x="8570" y="2489"/>
                    <a:pt x="8822" y="2584"/>
                  </a:cubicBezTo>
                  <a:cubicBezTo>
                    <a:pt x="8980" y="2615"/>
                    <a:pt x="9137" y="2773"/>
                    <a:pt x="9137" y="2962"/>
                  </a:cubicBezTo>
                  <a:cubicBezTo>
                    <a:pt x="9137" y="3151"/>
                    <a:pt x="8980" y="3308"/>
                    <a:pt x="8822" y="3371"/>
                  </a:cubicBezTo>
                  <a:cubicBezTo>
                    <a:pt x="8570" y="3434"/>
                    <a:pt x="8444" y="3718"/>
                    <a:pt x="8570" y="3939"/>
                  </a:cubicBezTo>
                  <a:cubicBezTo>
                    <a:pt x="8664" y="4065"/>
                    <a:pt x="8664" y="4317"/>
                    <a:pt x="8538" y="4411"/>
                  </a:cubicBezTo>
                  <a:cubicBezTo>
                    <a:pt x="8454" y="4496"/>
                    <a:pt x="8360" y="4526"/>
                    <a:pt x="8272" y="4526"/>
                  </a:cubicBezTo>
                  <a:cubicBezTo>
                    <a:pt x="8196" y="4526"/>
                    <a:pt x="8124" y="4503"/>
                    <a:pt x="8066" y="4474"/>
                  </a:cubicBezTo>
                  <a:cubicBezTo>
                    <a:pt x="8006" y="4440"/>
                    <a:pt x="7941" y="4424"/>
                    <a:pt x="7876" y="4424"/>
                  </a:cubicBezTo>
                  <a:cubicBezTo>
                    <a:pt x="7704" y="4424"/>
                    <a:pt x="7536" y="4534"/>
                    <a:pt x="7467" y="4695"/>
                  </a:cubicBezTo>
                  <a:cubicBezTo>
                    <a:pt x="7436" y="4852"/>
                    <a:pt x="7278" y="5010"/>
                    <a:pt x="7089" y="5010"/>
                  </a:cubicBezTo>
                  <a:cubicBezTo>
                    <a:pt x="6869" y="5010"/>
                    <a:pt x="6711" y="4852"/>
                    <a:pt x="6680" y="4695"/>
                  </a:cubicBezTo>
                  <a:cubicBezTo>
                    <a:pt x="6634" y="4534"/>
                    <a:pt x="6472" y="4424"/>
                    <a:pt x="6290" y="4424"/>
                  </a:cubicBezTo>
                  <a:cubicBezTo>
                    <a:pt x="6221" y="4424"/>
                    <a:pt x="6150" y="4440"/>
                    <a:pt x="6081" y="4474"/>
                  </a:cubicBezTo>
                  <a:cubicBezTo>
                    <a:pt x="6042" y="4500"/>
                    <a:pt x="5976" y="4516"/>
                    <a:pt x="5903" y="4516"/>
                  </a:cubicBezTo>
                  <a:cubicBezTo>
                    <a:pt x="5799" y="4516"/>
                    <a:pt x="5682" y="4485"/>
                    <a:pt x="5609" y="4411"/>
                  </a:cubicBezTo>
                  <a:cubicBezTo>
                    <a:pt x="5451" y="4254"/>
                    <a:pt x="5514" y="4065"/>
                    <a:pt x="5577" y="3939"/>
                  </a:cubicBezTo>
                  <a:cubicBezTo>
                    <a:pt x="5703" y="3718"/>
                    <a:pt x="5577" y="3434"/>
                    <a:pt x="5356" y="3371"/>
                  </a:cubicBezTo>
                  <a:cubicBezTo>
                    <a:pt x="5199" y="3308"/>
                    <a:pt x="5041" y="3151"/>
                    <a:pt x="5041" y="2962"/>
                  </a:cubicBezTo>
                  <a:cubicBezTo>
                    <a:pt x="5041" y="2773"/>
                    <a:pt x="5199" y="2615"/>
                    <a:pt x="5356" y="2584"/>
                  </a:cubicBezTo>
                  <a:cubicBezTo>
                    <a:pt x="5609" y="2489"/>
                    <a:pt x="5735" y="2206"/>
                    <a:pt x="5577" y="1985"/>
                  </a:cubicBezTo>
                  <a:cubicBezTo>
                    <a:pt x="5514" y="1859"/>
                    <a:pt x="5514" y="1639"/>
                    <a:pt x="5609" y="1513"/>
                  </a:cubicBezTo>
                  <a:cubicBezTo>
                    <a:pt x="5703" y="1434"/>
                    <a:pt x="5798" y="1402"/>
                    <a:pt x="5880" y="1402"/>
                  </a:cubicBezTo>
                  <a:cubicBezTo>
                    <a:pt x="5963" y="1402"/>
                    <a:pt x="6034" y="1434"/>
                    <a:pt x="6081" y="1481"/>
                  </a:cubicBezTo>
                  <a:cubicBezTo>
                    <a:pt x="6145" y="1505"/>
                    <a:pt x="6212" y="1517"/>
                    <a:pt x="6276" y="1517"/>
                  </a:cubicBezTo>
                  <a:cubicBezTo>
                    <a:pt x="6464" y="1517"/>
                    <a:pt x="6633" y="1417"/>
                    <a:pt x="6680" y="1229"/>
                  </a:cubicBezTo>
                  <a:cubicBezTo>
                    <a:pt x="6711" y="1072"/>
                    <a:pt x="6869" y="914"/>
                    <a:pt x="7089" y="914"/>
                  </a:cubicBezTo>
                  <a:close/>
                  <a:moveTo>
                    <a:pt x="11374" y="1702"/>
                  </a:moveTo>
                  <a:cubicBezTo>
                    <a:pt x="11563" y="1702"/>
                    <a:pt x="11720" y="1859"/>
                    <a:pt x="11783" y="2017"/>
                  </a:cubicBezTo>
                  <a:cubicBezTo>
                    <a:pt x="11830" y="2204"/>
                    <a:pt x="12000" y="2305"/>
                    <a:pt x="12174" y="2305"/>
                  </a:cubicBezTo>
                  <a:cubicBezTo>
                    <a:pt x="12234" y="2305"/>
                    <a:pt x="12294" y="2293"/>
                    <a:pt x="12351" y="2269"/>
                  </a:cubicBezTo>
                  <a:cubicBezTo>
                    <a:pt x="12424" y="2225"/>
                    <a:pt x="12517" y="2201"/>
                    <a:pt x="12609" y="2201"/>
                  </a:cubicBezTo>
                  <a:cubicBezTo>
                    <a:pt x="12715" y="2201"/>
                    <a:pt x="12819" y="2233"/>
                    <a:pt x="12886" y="2300"/>
                  </a:cubicBezTo>
                  <a:cubicBezTo>
                    <a:pt x="13044" y="2458"/>
                    <a:pt x="12981" y="2647"/>
                    <a:pt x="12918" y="2773"/>
                  </a:cubicBezTo>
                  <a:cubicBezTo>
                    <a:pt x="12792" y="2993"/>
                    <a:pt x="12918" y="3277"/>
                    <a:pt x="13138" y="3371"/>
                  </a:cubicBezTo>
                  <a:cubicBezTo>
                    <a:pt x="13296" y="3403"/>
                    <a:pt x="13453" y="3560"/>
                    <a:pt x="13453" y="3750"/>
                  </a:cubicBezTo>
                  <a:cubicBezTo>
                    <a:pt x="13327" y="4002"/>
                    <a:pt x="13170" y="4159"/>
                    <a:pt x="13075" y="4191"/>
                  </a:cubicBezTo>
                  <a:cubicBezTo>
                    <a:pt x="12823" y="4254"/>
                    <a:pt x="12697" y="4537"/>
                    <a:pt x="12823" y="4789"/>
                  </a:cubicBezTo>
                  <a:cubicBezTo>
                    <a:pt x="12918" y="4884"/>
                    <a:pt x="12918" y="5136"/>
                    <a:pt x="12792" y="5262"/>
                  </a:cubicBezTo>
                  <a:cubicBezTo>
                    <a:pt x="12716" y="5318"/>
                    <a:pt x="12606" y="5364"/>
                    <a:pt x="12497" y="5364"/>
                  </a:cubicBezTo>
                  <a:cubicBezTo>
                    <a:pt x="12424" y="5364"/>
                    <a:pt x="12351" y="5344"/>
                    <a:pt x="12288" y="5293"/>
                  </a:cubicBezTo>
                  <a:cubicBezTo>
                    <a:pt x="12219" y="5259"/>
                    <a:pt x="12150" y="5243"/>
                    <a:pt x="12084" y="5243"/>
                  </a:cubicBezTo>
                  <a:cubicBezTo>
                    <a:pt x="11910" y="5243"/>
                    <a:pt x="11758" y="5354"/>
                    <a:pt x="11689" y="5514"/>
                  </a:cubicBezTo>
                  <a:cubicBezTo>
                    <a:pt x="11657" y="5671"/>
                    <a:pt x="11500" y="5829"/>
                    <a:pt x="11311" y="5829"/>
                  </a:cubicBezTo>
                  <a:cubicBezTo>
                    <a:pt x="11090" y="5829"/>
                    <a:pt x="10933" y="5671"/>
                    <a:pt x="10901" y="5514"/>
                  </a:cubicBezTo>
                  <a:cubicBezTo>
                    <a:pt x="10856" y="5354"/>
                    <a:pt x="10693" y="5243"/>
                    <a:pt x="10511" y="5243"/>
                  </a:cubicBezTo>
                  <a:cubicBezTo>
                    <a:pt x="10443" y="5243"/>
                    <a:pt x="10372" y="5259"/>
                    <a:pt x="10303" y="5293"/>
                  </a:cubicBezTo>
                  <a:cubicBezTo>
                    <a:pt x="10260" y="5322"/>
                    <a:pt x="10186" y="5337"/>
                    <a:pt x="10106" y="5337"/>
                  </a:cubicBezTo>
                  <a:cubicBezTo>
                    <a:pt x="10007" y="5337"/>
                    <a:pt x="9900" y="5314"/>
                    <a:pt x="9830" y="5262"/>
                  </a:cubicBezTo>
                  <a:cubicBezTo>
                    <a:pt x="9673" y="5104"/>
                    <a:pt x="9736" y="4884"/>
                    <a:pt x="9799" y="4789"/>
                  </a:cubicBezTo>
                  <a:cubicBezTo>
                    <a:pt x="9925" y="4569"/>
                    <a:pt x="9830" y="4317"/>
                    <a:pt x="9610" y="4191"/>
                  </a:cubicBezTo>
                  <a:lnTo>
                    <a:pt x="9610" y="3939"/>
                  </a:lnTo>
                  <a:cubicBezTo>
                    <a:pt x="9925" y="3718"/>
                    <a:pt x="10114" y="3371"/>
                    <a:pt x="10114" y="2962"/>
                  </a:cubicBezTo>
                  <a:cubicBezTo>
                    <a:pt x="10114" y="2741"/>
                    <a:pt x="10051" y="2489"/>
                    <a:pt x="9925" y="2300"/>
                  </a:cubicBezTo>
                  <a:cubicBezTo>
                    <a:pt x="10009" y="2233"/>
                    <a:pt x="10094" y="2201"/>
                    <a:pt x="10178" y="2201"/>
                  </a:cubicBezTo>
                  <a:cubicBezTo>
                    <a:pt x="10251" y="2201"/>
                    <a:pt x="10324" y="2225"/>
                    <a:pt x="10397" y="2269"/>
                  </a:cubicBezTo>
                  <a:cubicBezTo>
                    <a:pt x="10454" y="2293"/>
                    <a:pt x="10514" y="2305"/>
                    <a:pt x="10574" y="2305"/>
                  </a:cubicBezTo>
                  <a:cubicBezTo>
                    <a:pt x="10750" y="2305"/>
                    <a:pt x="10925" y="2204"/>
                    <a:pt x="10996" y="2017"/>
                  </a:cubicBezTo>
                  <a:cubicBezTo>
                    <a:pt x="11027" y="1859"/>
                    <a:pt x="11185" y="1702"/>
                    <a:pt x="11374" y="1702"/>
                  </a:cubicBezTo>
                  <a:close/>
                  <a:moveTo>
                    <a:pt x="2994" y="1796"/>
                  </a:moveTo>
                  <a:cubicBezTo>
                    <a:pt x="3183" y="1796"/>
                    <a:pt x="3340" y="1954"/>
                    <a:pt x="3372" y="2111"/>
                  </a:cubicBezTo>
                  <a:cubicBezTo>
                    <a:pt x="3440" y="2272"/>
                    <a:pt x="3592" y="2382"/>
                    <a:pt x="3767" y="2382"/>
                  </a:cubicBezTo>
                  <a:cubicBezTo>
                    <a:pt x="3832" y="2382"/>
                    <a:pt x="3901" y="2366"/>
                    <a:pt x="3970" y="2332"/>
                  </a:cubicBezTo>
                  <a:cubicBezTo>
                    <a:pt x="4027" y="2303"/>
                    <a:pt x="4096" y="2288"/>
                    <a:pt x="4170" y="2288"/>
                  </a:cubicBezTo>
                  <a:cubicBezTo>
                    <a:pt x="4260" y="2288"/>
                    <a:pt x="4356" y="2311"/>
                    <a:pt x="4443" y="2363"/>
                  </a:cubicBezTo>
                  <a:cubicBezTo>
                    <a:pt x="4317" y="2584"/>
                    <a:pt x="4254" y="2804"/>
                    <a:pt x="4254" y="3056"/>
                  </a:cubicBezTo>
                  <a:cubicBezTo>
                    <a:pt x="4254" y="3434"/>
                    <a:pt x="4443" y="3781"/>
                    <a:pt x="4758" y="4033"/>
                  </a:cubicBezTo>
                  <a:lnTo>
                    <a:pt x="4758" y="4254"/>
                  </a:lnTo>
                  <a:cubicBezTo>
                    <a:pt x="4506" y="4348"/>
                    <a:pt x="4443" y="4632"/>
                    <a:pt x="4569" y="4852"/>
                  </a:cubicBezTo>
                  <a:cubicBezTo>
                    <a:pt x="4632" y="4978"/>
                    <a:pt x="4632" y="5199"/>
                    <a:pt x="4506" y="5325"/>
                  </a:cubicBezTo>
                  <a:cubicBezTo>
                    <a:pt x="4427" y="5404"/>
                    <a:pt x="4340" y="5435"/>
                    <a:pt x="4258" y="5435"/>
                  </a:cubicBezTo>
                  <a:cubicBezTo>
                    <a:pt x="4175" y="5435"/>
                    <a:pt x="4096" y="5404"/>
                    <a:pt x="4033" y="5356"/>
                  </a:cubicBezTo>
                  <a:cubicBezTo>
                    <a:pt x="3977" y="5332"/>
                    <a:pt x="3916" y="5320"/>
                    <a:pt x="3857" y="5320"/>
                  </a:cubicBezTo>
                  <a:cubicBezTo>
                    <a:pt x="3682" y="5320"/>
                    <a:pt x="3513" y="5421"/>
                    <a:pt x="3466" y="5608"/>
                  </a:cubicBezTo>
                  <a:cubicBezTo>
                    <a:pt x="3435" y="5766"/>
                    <a:pt x="3246" y="5923"/>
                    <a:pt x="3057" y="5923"/>
                  </a:cubicBezTo>
                  <a:cubicBezTo>
                    <a:pt x="2868" y="5923"/>
                    <a:pt x="2710" y="5766"/>
                    <a:pt x="2679" y="5608"/>
                  </a:cubicBezTo>
                  <a:cubicBezTo>
                    <a:pt x="2562" y="5399"/>
                    <a:pt x="2378" y="5276"/>
                    <a:pt x="2188" y="5276"/>
                  </a:cubicBezTo>
                  <a:cubicBezTo>
                    <a:pt x="2120" y="5276"/>
                    <a:pt x="2052" y="5292"/>
                    <a:pt x="1985" y="5325"/>
                  </a:cubicBezTo>
                  <a:cubicBezTo>
                    <a:pt x="1912" y="5369"/>
                    <a:pt x="1826" y="5392"/>
                    <a:pt x="1741" y="5392"/>
                  </a:cubicBezTo>
                  <a:cubicBezTo>
                    <a:pt x="1644" y="5392"/>
                    <a:pt x="1549" y="5361"/>
                    <a:pt x="1481" y="5293"/>
                  </a:cubicBezTo>
                  <a:cubicBezTo>
                    <a:pt x="1324" y="5136"/>
                    <a:pt x="1355" y="4947"/>
                    <a:pt x="1450" y="4821"/>
                  </a:cubicBezTo>
                  <a:cubicBezTo>
                    <a:pt x="1576" y="4569"/>
                    <a:pt x="1450" y="4317"/>
                    <a:pt x="1229" y="4222"/>
                  </a:cubicBezTo>
                  <a:cubicBezTo>
                    <a:pt x="1072" y="4191"/>
                    <a:pt x="914" y="4033"/>
                    <a:pt x="914" y="3844"/>
                  </a:cubicBezTo>
                  <a:cubicBezTo>
                    <a:pt x="914" y="3624"/>
                    <a:pt x="1072" y="3466"/>
                    <a:pt x="1229" y="3434"/>
                  </a:cubicBezTo>
                  <a:cubicBezTo>
                    <a:pt x="1450" y="3371"/>
                    <a:pt x="1576" y="3088"/>
                    <a:pt x="1450" y="2836"/>
                  </a:cubicBezTo>
                  <a:cubicBezTo>
                    <a:pt x="1355" y="2741"/>
                    <a:pt x="1355" y="2489"/>
                    <a:pt x="1481" y="2363"/>
                  </a:cubicBezTo>
                  <a:cubicBezTo>
                    <a:pt x="1557" y="2307"/>
                    <a:pt x="1678" y="2261"/>
                    <a:pt x="1790" y="2261"/>
                  </a:cubicBezTo>
                  <a:cubicBezTo>
                    <a:pt x="1864" y="2261"/>
                    <a:pt x="1935" y="2281"/>
                    <a:pt x="1985" y="2332"/>
                  </a:cubicBezTo>
                  <a:cubicBezTo>
                    <a:pt x="2054" y="2366"/>
                    <a:pt x="2126" y="2382"/>
                    <a:pt x="2194" y="2382"/>
                  </a:cubicBezTo>
                  <a:cubicBezTo>
                    <a:pt x="2376" y="2382"/>
                    <a:pt x="2538" y="2272"/>
                    <a:pt x="2584" y="2111"/>
                  </a:cubicBezTo>
                  <a:cubicBezTo>
                    <a:pt x="2616" y="1954"/>
                    <a:pt x="2773" y="1796"/>
                    <a:pt x="2994" y="1796"/>
                  </a:cubicBezTo>
                  <a:close/>
                  <a:moveTo>
                    <a:pt x="8885" y="5199"/>
                  </a:moveTo>
                  <a:cubicBezTo>
                    <a:pt x="8917" y="5325"/>
                    <a:pt x="8980" y="5451"/>
                    <a:pt x="9011" y="5514"/>
                  </a:cubicBezTo>
                  <a:lnTo>
                    <a:pt x="7656" y="9200"/>
                  </a:lnTo>
                  <a:lnTo>
                    <a:pt x="5703" y="9200"/>
                  </a:lnTo>
                  <a:lnTo>
                    <a:pt x="3687" y="6427"/>
                  </a:lnTo>
                  <a:cubicBezTo>
                    <a:pt x="3813" y="6364"/>
                    <a:pt x="3939" y="6238"/>
                    <a:pt x="4002" y="6112"/>
                  </a:cubicBezTo>
                  <a:cubicBezTo>
                    <a:pt x="4091" y="6133"/>
                    <a:pt x="4179" y="6143"/>
                    <a:pt x="4264" y="6143"/>
                  </a:cubicBezTo>
                  <a:cubicBezTo>
                    <a:pt x="4571" y="6143"/>
                    <a:pt x="4851" y="6012"/>
                    <a:pt x="5073" y="5766"/>
                  </a:cubicBezTo>
                  <a:cubicBezTo>
                    <a:pt x="5199" y="5671"/>
                    <a:pt x="5293" y="5451"/>
                    <a:pt x="5356" y="5199"/>
                  </a:cubicBezTo>
                  <a:cubicBezTo>
                    <a:pt x="5525" y="5295"/>
                    <a:pt x="5730" y="5336"/>
                    <a:pt x="5944" y="5336"/>
                  </a:cubicBezTo>
                  <a:cubicBezTo>
                    <a:pt x="6010" y="5336"/>
                    <a:pt x="6077" y="5332"/>
                    <a:pt x="6144" y="5325"/>
                  </a:cubicBezTo>
                  <a:cubicBezTo>
                    <a:pt x="6365" y="5640"/>
                    <a:pt x="6711" y="5829"/>
                    <a:pt x="7121" y="5829"/>
                  </a:cubicBezTo>
                  <a:cubicBezTo>
                    <a:pt x="7499" y="5829"/>
                    <a:pt x="7877" y="5640"/>
                    <a:pt x="8097" y="5325"/>
                  </a:cubicBezTo>
                  <a:cubicBezTo>
                    <a:pt x="8164" y="5332"/>
                    <a:pt x="8231" y="5336"/>
                    <a:pt x="8297" y="5336"/>
                  </a:cubicBezTo>
                  <a:cubicBezTo>
                    <a:pt x="8511" y="5336"/>
                    <a:pt x="8717" y="5295"/>
                    <a:pt x="8885" y="5199"/>
                  </a:cubicBezTo>
                  <a:close/>
                  <a:moveTo>
                    <a:pt x="9673" y="6112"/>
                  </a:moveTo>
                  <a:cubicBezTo>
                    <a:pt x="9777" y="6164"/>
                    <a:pt x="9890" y="6188"/>
                    <a:pt x="10003" y="6188"/>
                  </a:cubicBezTo>
                  <a:cubicBezTo>
                    <a:pt x="10095" y="6188"/>
                    <a:pt x="10186" y="6172"/>
                    <a:pt x="10271" y="6144"/>
                  </a:cubicBezTo>
                  <a:cubicBezTo>
                    <a:pt x="10334" y="6270"/>
                    <a:pt x="10460" y="6396"/>
                    <a:pt x="10586" y="6459"/>
                  </a:cubicBezTo>
                  <a:lnTo>
                    <a:pt x="8570" y="9231"/>
                  </a:lnTo>
                  <a:lnTo>
                    <a:pt x="9673" y="6112"/>
                  </a:lnTo>
                  <a:close/>
                  <a:moveTo>
                    <a:pt x="8349" y="10050"/>
                  </a:moveTo>
                  <a:lnTo>
                    <a:pt x="8349" y="10870"/>
                  </a:lnTo>
                  <a:lnTo>
                    <a:pt x="5861" y="10870"/>
                  </a:lnTo>
                  <a:lnTo>
                    <a:pt x="5861" y="10050"/>
                  </a:lnTo>
                  <a:close/>
                  <a:moveTo>
                    <a:pt x="8538" y="11720"/>
                  </a:moveTo>
                  <a:lnTo>
                    <a:pt x="9295" y="12823"/>
                  </a:lnTo>
                  <a:cubicBezTo>
                    <a:pt x="9116" y="12781"/>
                    <a:pt x="8938" y="12760"/>
                    <a:pt x="8761" y="12760"/>
                  </a:cubicBezTo>
                  <a:cubicBezTo>
                    <a:pt x="8409" y="12760"/>
                    <a:pt x="8066" y="12844"/>
                    <a:pt x="7751" y="13012"/>
                  </a:cubicBezTo>
                  <a:cubicBezTo>
                    <a:pt x="7562" y="13106"/>
                    <a:pt x="7341" y="13154"/>
                    <a:pt x="7117" y="13154"/>
                  </a:cubicBezTo>
                  <a:cubicBezTo>
                    <a:pt x="6892" y="13154"/>
                    <a:pt x="6664" y="13106"/>
                    <a:pt x="6459" y="13012"/>
                  </a:cubicBezTo>
                  <a:cubicBezTo>
                    <a:pt x="6144" y="12854"/>
                    <a:pt x="5798" y="12760"/>
                    <a:pt x="5419" y="12760"/>
                  </a:cubicBezTo>
                  <a:cubicBezTo>
                    <a:pt x="5262" y="12760"/>
                    <a:pt x="5073" y="12760"/>
                    <a:pt x="4915" y="12823"/>
                  </a:cubicBezTo>
                  <a:lnTo>
                    <a:pt x="5672" y="11720"/>
                  </a:lnTo>
                  <a:close/>
                  <a:moveTo>
                    <a:pt x="7089" y="0"/>
                  </a:moveTo>
                  <a:cubicBezTo>
                    <a:pt x="6680" y="0"/>
                    <a:pt x="6333" y="189"/>
                    <a:pt x="6081" y="505"/>
                  </a:cubicBezTo>
                  <a:cubicBezTo>
                    <a:pt x="6018" y="494"/>
                    <a:pt x="5954" y="489"/>
                    <a:pt x="5890" y="489"/>
                  </a:cubicBezTo>
                  <a:cubicBezTo>
                    <a:pt x="5571" y="489"/>
                    <a:pt x="5251" y="620"/>
                    <a:pt x="5041" y="883"/>
                  </a:cubicBezTo>
                  <a:cubicBezTo>
                    <a:pt x="4884" y="1040"/>
                    <a:pt x="4758" y="1261"/>
                    <a:pt x="4726" y="1513"/>
                  </a:cubicBezTo>
                  <a:cubicBezTo>
                    <a:pt x="4534" y="1416"/>
                    <a:pt x="4341" y="1375"/>
                    <a:pt x="4135" y="1375"/>
                  </a:cubicBezTo>
                  <a:cubicBezTo>
                    <a:pt x="4071" y="1375"/>
                    <a:pt x="4006" y="1379"/>
                    <a:pt x="3939" y="1387"/>
                  </a:cubicBezTo>
                  <a:cubicBezTo>
                    <a:pt x="3687" y="1072"/>
                    <a:pt x="3340" y="883"/>
                    <a:pt x="2931" y="883"/>
                  </a:cubicBezTo>
                  <a:cubicBezTo>
                    <a:pt x="2553" y="883"/>
                    <a:pt x="2206" y="1072"/>
                    <a:pt x="1954" y="1387"/>
                  </a:cubicBezTo>
                  <a:cubicBezTo>
                    <a:pt x="1872" y="1366"/>
                    <a:pt x="1788" y="1356"/>
                    <a:pt x="1704" y="1356"/>
                  </a:cubicBezTo>
                  <a:cubicBezTo>
                    <a:pt x="1402" y="1356"/>
                    <a:pt x="1098" y="1487"/>
                    <a:pt x="851" y="1733"/>
                  </a:cubicBezTo>
                  <a:cubicBezTo>
                    <a:pt x="568" y="2017"/>
                    <a:pt x="473" y="2426"/>
                    <a:pt x="505" y="2804"/>
                  </a:cubicBezTo>
                  <a:cubicBezTo>
                    <a:pt x="190" y="3025"/>
                    <a:pt x="1" y="3403"/>
                    <a:pt x="1" y="3781"/>
                  </a:cubicBezTo>
                  <a:cubicBezTo>
                    <a:pt x="1" y="4191"/>
                    <a:pt x="190" y="4537"/>
                    <a:pt x="505" y="4789"/>
                  </a:cubicBezTo>
                  <a:cubicBezTo>
                    <a:pt x="410" y="5167"/>
                    <a:pt x="536" y="5577"/>
                    <a:pt x="851" y="5829"/>
                  </a:cubicBezTo>
                  <a:cubicBezTo>
                    <a:pt x="1106" y="6084"/>
                    <a:pt x="1489" y="6212"/>
                    <a:pt x="1839" y="6212"/>
                  </a:cubicBezTo>
                  <a:cubicBezTo>
                    <a:pt x="1878" y="6212"/>
                    <a:pt x="1916" y="6210"/>
                    <a:pt x="1954" y="6207"/>
                  </a:cubicBezTo>
                  <a:cubicBezTo>
                    <a:pt x="2143" y="6427"/>
                    <a:pt x="2427" y="6616"/>
                    <a:pt x="2710" y="6679"/>
                  </a:cubicBezTo>
                  <a:lnTo>
                    <a:pt x="5010" y="9767"/>
                  </a:lnTo>
                  <a:lnTo>
                    <a:pt x="5010" y="11153"/>
                  </a:lnTo>
                  <a:lnTo>
                    <a:pt x="3435" y="13516"/>
                  </a:lnTo>
                  <a:cubicBezTo>
                    <a:pt x="3309" y="13674"/>
                    <a:pt x="3340" y="13863"/>
                    <a:pt x="3466" y="14020"/>
                  </a:cubicBezTo>
                  <a:cubicBezTo>
                    <a:pt x="3526" y="14120"/>
                    <a:pt x="3636" y="14182"/>
                    <a:pt x="3757" y="14182"/>
                  </a:cubicBezTo>
                  <a:cubicBezTo>
                    <a:pt x="3827" y="14182"/>
                    <a:pt x="3901" y="14161"/>
                    <a:pt x="3970" y="14115"/>
                  </a:cubicBezTo>
                  <a:lnTo>
                    <a:pt x="4789" y="13674"/>
                  </a:lnTo>
                  <a:cubicBezTo>
                    <a:pt x="4994" y="13579"/>
                    <a:pt x="5215" y="13532"/>
                    <a:pt x="5435" y="13532"/>
                  </a:cubicBezTo>
                  <a:cubicBezTo>
                    <a:pt x="5656" y="13532"/>
                    <a:pt x="5876" y="13579"/>
                    <a:pt x="6081" y="13674"/>
                  </a:cubicBezTo>
                  <a:cubicBezTo>
                    <a:pt x="6396" y="13831"/>
                    <a:pt x="6743" y="13910"/>
                    <a:pt x="7089" y="13910"/>
                  </a:cubicBezTo>
                  <a:cubicBezTo>
                    <a:pt x="7436" y="13910"/>
                    <a:pt x="7782" y="13831"/>
                    <a:pt x="8097" y="13674"/>
                  </a:cubicBezTo>
                  <a:cubicBezTo>
                    <a:pt x="8302" y="13579"/>
                    <a:pt x="8523" y="13532"/>
                    <a:pt x="8743" y="13532"/>
                  </a:cubicBezTo>
                  <a:cubicBezTo>
                    <a:pt x="8964" y="13532"/>
                    <a:pt x="9184" y="13579"/>
                    <a:pt x="9389" y="13674"/>
                  </a:cubicBezTo>
                  <a:lnTo>
                    <a:pt x="10240" y="14115"/>
                  </a:lnTo>
                  <a:cubicBezTo>
                    <a:pt x="10292" y="14136"/>
                    <a:pt x="10348" y="14146"/>
                    <a:pt x="10405" y="14146"/>
                  </a:cubicBezTo>
                  <a:cubicBezTo>
                    <a:pt x="10520" y="14146"/>
                    <a:pt x="10639" y="14104"/>
                    <a:pt x="10744" y="14020"/>
                  </a:cubicBezTo>
                  <a:cubicBezTo>
                    <a:pt x="10870" y="13863"/>
                    <a:pt x="10901" y="13674"/>
                    <a:pt x="10775" y="13516"/>
                  </a:cubicBezTo>
                  <a:lnTo>
                    <a:pt x="9200" y="11153"/>
                  </a:lnTo>
                  <a:lnTo>
                    <a:pt x="9200" y="9767"/>
                  </a:lnTo>
                  <a:lnTo>
                    <a:pt x="11500" y="6679"/>
                  </a:lnTo>
                  <a:cubicBezTo>
                    <a:pt x="11815" y="6616"/>
                    <a:pt x="12067" y="6427"/>
                    <a:pt x="12225" y="6207"/>
                  </a:cubicBezTo>
                  <a:cubicBezTo>
                    <a:pt x="12293" y="6217"/>
                    <a:pt x="12360" y="6223"/>
                    <a:pt x="12427" y="6223"/>
                  </a:cubicBezTo>
                  <a:cubicBezTo>
                    <a:pt x="12758" y="6223"/>
                    <a:pt x="13065" y="6091"/>
                    <a:pt x="13327" y="5829"/>
                  </a:cubicBezTo>
                  <a:cubicBezTo>
                    <a:pt x="13611" y="5577"/>
                    <a:pt x="13737" y="5167"/>
                    <a:pt x="13705" y="4789"/>
                  </a:cubicBezTo>
                  <a:cubicBezTo>
                    <a:pt x="14020" y="4537"/>
                    <a:pt x="14209" y="4191"/>
                    <a:pt x="14209" y="3781"/>
                  </a:cubicBezTo>
                  <a:cubicBezTo>
                    <a:pt x="14178" y="3403"/>
                    <a:pt x="13957" y="3056"/>
                    <a:pt x="13674" y="2804"/>
                  </a:cubicBezTo>
                  <a:cubicBezTo>
                    <a:pt x="13737" y="2426"/>
                    <a:pt x="13611" y="2017"/>
                    <a:pt x="13296" y="1733"/>
                  </a:cubicBezTo>
                  <a:cubicBezTo>
                    <a:pt x="13047" y="1484"/>
                    <a:pt x="12700" y="1381"/>
                    <a:pt x="12342" y="1381"/>
                  </a:cubicBezTo>
                  <a:cubicBezTo>
                    <a:pt x="12292" y="1381"/>
                    <a:pt x="12243" y="1383"/>
                    <a:pt x="12193" y="1387"/>
                  </a:cubicBezTo>
                  <a:cubicBezTo>
                    <a:pt x="11973" y="1072"/>
                    <a:pt x="11594" y="883"/>
                    <a:pt x="11216" y="883"/>
                  </a:cubicBezTo>
                  <a:cubicBezTo>
                    <a:pt x="10807" y="883"/>
                    <a:pt x="10460" y="1072"/>
                    <a:pt x="10240" y="1387"/>
                  </a:cubicBezTo>
                  <a:cubicBezTo>
                    <a:pt x="10173" y="1379"/>
                    <a:pt x="10106" y="1375"/>
                    <a:pt x="10040" y="1375"/>
                  </a:cubicBezTo>
                  <a:cubicBezTo>
                    <a:pt x="9826" y="1375"/>
                    <a:pt x="9621" y="1416"/>
                    <a:pt x="9452" y="1513"/>
                  </a:cubicBezTo>
                  <a:cubicBezTo>
                    <a:pt x="9421" y="1261"/>
                    <a:pt x="9295" y="1072"/>
                    <a:pt x="9137" y="883"/>
                  </a:cubicBezTo>
                  <a:cubicBezTo>
                    <a:pt x="8882" y="627"/>
                    <a:pt x="8525" y="500"/>
                    <a:pt x="8180" y="500"/>
                  </a:cubicBezTo>
                  <a:cubicBezTo>
                    <a:pt x="8142" y="500"/>
                    <a:pt x="8104" y="501"/>
                    <a:pt x="8066" y="505"/>
                  </a:cubicBezTo>
                  <a:cubicBezTo>
                    <a:pt x="7845" y="189"/>
                    <a:pt x="7467" y="0"/>
                    <a:pt x="70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513" name="Google Shape;15513;p85"/>
            <p:cNvSpPr/>
            <p:nvPr/>
          </p:nvSpPr>
          <p:spPr>
            <a:xfrm>
              <a:off x="-11072175" y="1734725"/>
              <a:ext cx="41775" cy="41000"/>
            </a:xfrm>
            <a:custGeom>
              <a:avLst/>
              <a:gdLst/>
              <a:ahLst/>
              <a:cxnLst/>
              <a:rect l="l" t="t" r="r" b="b"/>
              <a:pathLst>
                <a:path w="1671" h="1640" extrusionOk="0">
                  <a:moveTo>
                    <a:pt x="820" y="1"/>
                  </a:moveTo>
                  <a:cubicBezTo>
                    <a:pt x="379" y="1"/>
                    <a:pt x="1" y="379"/>
                    <a:pt x="1" y="820"/>
                  </a:cubicBezTo>
                  <a:cubicBezTo>
                    <a:pt x="1" y="1293"/>
                    <a:pt x="379" y="1639"/>
                    <a:pt x="820" y="1639"/>
                  </a:cubicBezTo>
                  <a:cubicBezTo>
                    <a:pt x="1292" y="1639"/>
                    <a:pt x="1671" y="1293"/>
                    <a:pt x="1671" y="820"/>
                  </a:cubicBezTo>
                  <a:cubicBezTo>
                    <a:pt x="1671" y="379"/>
                    <a:pt x="1292"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514" name="Google Shape;15514;p85"/>
            <p:cNvSpPr/>
            <p:nvPr/>
          </p:nvSpPr>
          <p:spPr>
            <a:xfrm>
              <a:off x="-11278525" y="1734725"/>
              <a:ext cx="40975" cy="41000"/>
            </a:xfrm>
            <a:custGeom>
              <a:avLst/>
              <a:gdLst/>
              <a:ahLst/>
              <a:cxnLst/>
              <a:rect l="l" t="t" r="r" b="b"/>
              <a:pathLst>
                <a:path w="1639" h="1640" extrusionOk="0">
                  <a:moveTo>
                    <a:pt x="820" y="1"/>
                  </a:moveTo>
                  <a:cubicBezTo>
                    <a:pt x="347" y="1"/>
                    <a:pt x="0" y="379"/>
                    <a:pt x="0" y="820"/>
                  </a:cubicBezTo>
                  <a:cubicBezTo>
                    <a:pt x="0" y="1293"/>
                    <a:pt x="347" y="1639"/>
                    <a:pt x="820" y="1639"/>
                  </a:cubicBezTo>
                  <a:cubicBezTo>
                    <a:pt x="1261" y="1639"/>
                    <a:pt x="1639" y="1293"/>
                    <a:pt x="1639" y="820"/>
                  </a:cubicBezTo>
                  <a:cubicBezTo>
                    <a:pt x="1639" y="379"/>
                    <a:pt x="1261"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515" name="Google Shape;15515;p85"/>
            <p:cNvSpPr/>
            <p:nvPr/>
          </p:nvSpPr>
          <p:spPr>
            <a:xfrm>
              <a:off x="-11175350" y="1714250"/>
              <a:ext cx="40975" cy="41000"/>
            </a:xfrm>
            <a:custGeom>
              <a:avLst/>
              <a:gdLst/>
              <a:ahLst/>
              <a:cxnLst/>
              <a:rect l="l" t="t" r="r" b="b"/>
              <a:pathLst>
                <a:path w="1639" h="1640" extrusionOk="0">
                  <a:moveTo>
                    <a:pt x="820" y="1"/>
                  </a:moveTo>
                  <a:cubicBezTo>
                    <a:pt x="379" y="1"/>
                    <a:pt x="1" y="379"/>
                    <a:pt x="1" y="820"/>
                  </a:cubicBezTo>
                  <a:cubicBezTo>
                    <a:pt x="1" y="1261"/>
                    <a:pt x="379" y="1639"/>
                    <a:pt x="820" y="1639"/>
                  </a:cubicBezTo>
                  <a:cubicBezTo>
                    <a:pt x="1261" y="1639"/>
                    <a:pt x="1639" y="1261"/>
                    <a:pt x="1639" y="820"/>
                  </a:cubicBezTo>
                  <a:cubicBezTo>
                    <a:pt x="1639" y="379"/>
                    <a:pt x="1261"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5516" name="Google Shape;15516;p85"/>
          <p:cNvSpPr/>
          <p:nvPr/>
        </p:nvSpPr>
        <p:spPr>
          <a:xfrm>
            <a:off x="7575652" y="1712279"/>
            <a:ext cx="345370" cy="339286"/>
          </a:xfrm>
          <a:custGeom>
            <a:avLst/>
            <a:gdLst/>
            <a:ahLst/>
            <a:cxnLst/>
            <a:rect l="l" t="t" r="r" b="b"/>
            <a:pathLst>
              <a:path w="14304" h="14052" extrusionOk="0">
                <a:moveTo>
                  <a:pt x="12886" y="2489"/>
                </a:moveTo>
                <a:cubicBezTo>
                  <a:pt x="13106" y="2521"/>
                  <a:pt x="13295" y="2710"/>
                  <a:pt x="13295" y="2899"/>
                </a:cubicBezTo>
                <a:lnTo>
                  <a:pt x="13295" y="3875"/>
                </a:lnTo>
                <a:cubicBezTo>
                  <a:pt x="12933" y="3592"/>
                  <a:pt x="12500" y="3450"/>
                  <a:pt x="12067" y="3450"/>
                </a:cubicBezTo>
                <a:cubicBezTo>
                  <a:pt x="11633" y="3450"/>
                  <a:pt x="11200" y="3592"/>
                  <a:pt x="10838" y="3875"/>
                </a:cubicBezTo>
                <a:lnTo>
                  <a:pt x="10838" y="2899"/>
                </a:lnTo>
                <a:cubicBezTo>
                  <a:pt x="10838" y="2678"/>
                  <a:pt x="11027" y="2489"/>
                  <a:pt x="11216" y="2489"/>
                </a:cubicBezTo>
                <a:close/>
                <a:moveTo>
                  <a:pt x="2899" y="2521"/>
                </a:moveTo>
                <a:cubicBezTo>
                  <a:pt x="3151" y="2521"/>
                  <a:pt x="3308" y="2710"/>
                  <a:pt x="3308" y="2962"/>
                </a:cubicBezTo>
                <a:lnTo>
                  <a:pt x="3308" y="3907"/>
                </a:lnTo>
                <a:cubicBezTo>
                  <a:pt x="2962" y="3623"/>
                  <a:pt x="2521" y="3497"/>
                  <a:pt x="2048" y="3497"/>
                </a:cubicBezTo>
                <a:cubicBezTo>
                  <a:pt x="1575" y="3497"/>
                  <a:pt x="1166" y="3655"/>
                  <a:pt x="819" y="3907"/>
                </a:cubicBezTo>
                <a:lnTo>
                  <a:pt x="819" y="2962"/>
                </a:lnTo>
                <a:cubicBezTo>
                  <a:pt x="851" y="2710"/>
                  <a:pt x="1040" y="2521"/>
                  <a:pt x="1260" y="2521"/>
                </a:cubicBezTo>
                <a:close/>
                <a:moveTo>
                  <a:pt x="2079" y="4285"/>
                </a:moveTo>
                <a:cubicBezTo>
                  <a:pt x="2395" y="4285"/>
                  <a:pt x="2710" y="4411"/>
                  <a:pt x="2962" y="4663"/>
                </a:cubicBezTo>
                <a:lnTo>
                  <a:pt x="4411" y="6112"/>
                </a:lnTo>
                <a:cubicBezTo>
                  <a:pt x="4285" y="6301"/>
                  <a:pt x="2836" y="7719"/>
                  <a:pt x="2678" y="7876"/>
                </a:cubicBezTo>
                <a:lnTo>
                  <a:pt x="1229" y="6427"/>
                </a:lnTo>
                <a:cubicBezTo>
                  <a:pt x="756" y="5955"/>
                  <a:pt x="756" y="5167"/>
                  <a:pt x="1229" y="4663"/>
                </a:cubicBezTo>
                <a:cubicBezTo>
                  <a:pt x="1449" y="4411"/>
                  <a:pt x="1764" y="4285"/>
                  <a:pt x="2079" y="4285"/>
                </a:cubicBezTo>
                <a:close/>
                <a:moveTo>
                  <a:pt x="12055" y="4308"/>
                </a:moveTo>
                <a:cubicBezTo>
                  <a:pt x="12374" y="4308"/>
                  <a:pt x="12697" y="4427"/>
                  <a:pt x="12949" y="4663"/>
                </a:cubicBezTo>
                <a:cubicBezTo>
                  <a:pt x="13421" y="5167"/>
                  <a:pt x="13421" y="5955"/>
                  <a:pt x="12949" y="6427"/>
                </a:cubicBezTo>
                <a:lnTo>
                  <a:pt x="11499" y="7876"/>
                </a:lnTo>
                <a:lnTo>
                  <a:pt x="9735" y="6112"/>
                </a:lnTo>
                <a:lnTo>
                  <a:pt x="11184" y="4663"/>
                </a:lnTo>
                <a:cubicBezTo>
                  <a:pt x="11421" y="4427"/>
                  <a:pt x="11736" y="4308"/>
                  <a:pt x="12055" y="4308"/>
                </a:cubicBezTo>
                <a:close/>
                <a:moveTo>
                  <a:pt x="11657" y="819"/>
                </a:moveTo>
                <a:lnTo>
                  <a:pt x="11657" y="1701"/>
                </a:lnTo>
                <a:lnTo>
                  <a:pt x="11216" y="1701"/>
                </a:lnTo>
                <a:cubicBezTo>
                  <a:pt x="10554" y="1701"/>
                  <a:pt x="10019" y="2237"/>
                  <a:pt x="10019" y="2899"/>
                </a:cubicBezTo>
                <a:lnTo>
                  <a:pt x="10019" y="4663"/>
                </a:lnTo>
                <a:lnTo>
                  <a:pt x="8853" y="5797"/>
                </a:lnTo>
                <a:cubicBezTo>
                  <a:pt x="8696" y="5955"/>
                  <a:pt x="8696" y="6238"/>
                  <a:pt x="8853" y="6396"/>
                </a:cubicBezTo>
                <a:lnTo>
                  <a:pt x="9231" y="6742"/>
                </a:lnTo>
                <a:lnTo>
                  <a:pt x="7089" y="8443"/>
                </a:lnTo>
                <a:lnTo>
                  <a:pt x="4978" y="6742"/>
                </a:lnTo>
                <a:lnTo>
                  <a:pt x="5324" y="6396"/>
                </a:lnTo>
                <a:cubicBezTo>
                  <a:pt x="5482" y="6238"/>
                  <a:pt x="5482" y="5955"/>
                  <a:pt x="5324" y="5797"/>
                </a:cubicBezTo>
                <a:lnTo>
                  <a:pt x="4190" y="4663"/>
                </a:lnTo>
                <a:lnTo>
                  <a:pt x="4190" y="2899"/>
                </a:lnTo>
                <a:cubicBezTo>
                  <a:pt x="4190" y="2237"/>
                  <a:pt x="3623" y="1701"/>
                  <a:pt x="2962" y="1701"/>
                </a:cubicBezTo>
                <a:lnTo>
                  <a:pt x="2521" y="1701"/>
                </a:lnTo>
                <a:lnTo>
                  <a:pt x="2521" y="819"/>
                </a:lnTo>
                <a:close/>
                <a:moveTo>
                  <a:pt x="9767" y="7341"/>
                </a:moveTo>
                <a:lnTo>
                  <a:pt x="10176" y="7719"/>
                </a:lnTo>
                <a:lnTo>
                  <a:pt x="8506" y="9609"/>
                </a:lnTo>
                <a:lnTo>
                  <a:pt x="7719" y="8979"/>
                </a:lnTo>
                <a:lnTo>
                  <a:pt x="9767" y="7341"/>
                </a:lnTo>
                <a:close/>
                <a:moveTo>
                  <a:pt x="5545" y="10743"/>
                </a:moveTo>
                <a:lnTo>
                  <a:pt x="6553" y="11846"/>
                </a:lnTo>
                <a:lnTo>
                  <a:pt x="5230" y="13264"/>
                </a:lnTo>
                <a:lnTo>
                  <a:pt x="2426" y="13264"/>
                </a:lnTo>
                <a:lnTo>
                  <a:pt x="5545" y="10743"/>
                </a:lnTo>
                <a:close/>
                <a:moveTo>
                  <a:pt x="4379" y="7372"/>
                </a:moveTo>
                <a:lnTo>
                  <a:pt x="11751" y="13327"/>
                </a:lnTo>
                <a:lnTo>
                  <a:pt x="8948" y="13327"/>
                </a:lnTo>
                <a:lnTo>
                  <a:pt x="8948" y="13264"/>
                </a:lnTo>
                <a:lnTo>
                  <a:pt x="3970" y="7750"/>
                </a:lnTo>
                <a:lnTo>
                  <a:pt x="4379" y="7372"/>
                </a:lnTo>
                <a:close/>
                <a:moveTo>
                  <a:pt x="473" y="0"/>
                </a:moveTo>
                <a:cubicBezTo>
                  <a:pt x="252" y="0"/>
                  <a:pt x="32" y="189"/>
                  <a:pt x="32" y="441"/>
                </a:cubicBezTo>
                <a:cubicBezTo>
                  <a:pt x="32" y="662"/>
                  <a:pt x="252" y="819"/>
                  <a:pt x="473" y="819"/>
                </a:cubicBezTo>
                <a:lnTo>
                  <a:pt x="1733" y="819"/>
                </a:lnTo>
                <a:lnTo>
                  <a:pt x="1733" y="1701"/>
                </a:lnTo>
                <a:lnTo>
                  <a:pt x="1292" y="1701"/>
                </a:lnTo>
                <a:cubicBezTo>
                  <a:pt x="630" y="1701"/>
                  <a:pt x="32" y="2237"/>
                  <a:pt x="32" y="2899"/>
                </a:cubicBezTo>
                <a:lnTo>
                  <a:pt x="32" y="5387"/>
                </a:lnTo>
                <a:lnTo>
                  <a:pt x="32" y="5450"/>
                </a:lnTo>
                <a:cubicBezTo>
                  <a:pt x="0" y="5986"/>
                  <a:pt x="252" y="6553"/>
                  <a:pt x="630" y="6963"/>
                </a:cubicBezTo>
                <a:lnTo>
                  <a:pt x="2395" y="8758"/>
                </a:lnTo>
                <a:cubicBezTo>
                  <a:pt x="2473" y="8837"/>
                  <a:pt x="2584" y="8877"/>
                  <a:pt x="2694" y="8877"/>
                </a:cubicBezTo>
                <a:cubicBezTo>
                  <a:pt x="2804" y="8877"/>
                  <a:pt x="2914" y="8837"/>
                  <a:pt x="2993" y="8758"/>
                </a:cubicBezTo>
                <a:lnTo>
                  <a:pt x="3434" y="8317"/>
                </a:lnTo>
                <a:lnTo>
                  <a:pt x="5041" y="10082"/>
                </a:lnTo>
                <a:lnTo>
                  <a:pt x="1008" y="13327"/>
                </a:lnTo>
                <a:cubicBezTo>
                  <a:pt x="914" y="13421"/>
                  <a:pt x="819" y="13579"/>
                  <a:pt x="914" y="13768"/>
                </a:cubicBezTo>
                <a:cubicBezTo>
                  <a:pt x="945" y="13925"/>
                  <a:pt x="1103" y="14051"/>
                  <a:pt x="1292" y="14051"/>
                </a:cubicBezTo>
                <a:lnTo>
                  <a:pt x="5419" y="14051"/>
                </a:lnTo>
                <a:cubicBezTo>
                  <a:pt x="5545" y="14051"/>
                  <a:pt x="5671" y="14020"/>
                  <a:pt x="5734" y="13925"/>
                </a:cubicBezTo>
                <a:lnTo>
                  <a:pt x="7120" y="12413"/>
                </a:lnTo>
                <a:lnTo>
                  <a:pt x="8506" y="13925"/>
                </a:lnTo>
                <a:cubicBezTo>
                  <a:pt x="8569" y="14020"/>
                  <a:pt x="8696" y="14051"/>
                  <a:pt x="8822" y="14051"/>
                </a:cubicBezTo>
                <a:lnTo>
                  <a:pt x="12949" y="14051"/>
                </a:lnTo>
                <a:cubicBezTo>
                  <a:pt x="13106" y="14051"/>
                  <a:pt x="13264" y="13925"/>
                  <a:pt x="13358" y="13768"/>
                </a:cubicBezTo>
                <a:cubicBezTo>
                  <a:pt x="13390" y="13610"/>
                  <a:pt x="13358" y="13421"/>
                  <a:pt x="13232" y="13327"/>
                </a:cubicBezTo>
                <a:lnTo>
                  <a:pt x="9263" y="10082"/>
                </a:lnTo>
                <a:lnTo>
                  <a:pt x="10869" y="8286"/>
                </a:lnTo>
                <a:lnTo>
                  <a:pt x="11310" y="8695"/>
                </a:lnTo>
                <a:cubicBezTo>
                  <a:pt x="11389" y="8774"/>
                  <a:pt x="11492" y="8814"/>
                  <a:pt x="11594" y="8814"/>
                </a:cubicBezTo>
                <a:cubicBezTo>
                  <a:pt x="11696" y="8814"/>
                  <a:pt x="11799" y="8774"/>
                  <a:pt x="11878" y="8695"/>
                </a:cubicBezTo>
                <a:lnTo>
                  <a:pt x="13673" y="6931"/>
                </a:lnTo>
                <a:cubicBezTo>
                  <a:pt x="14083" y="6490"/>
                  <a:pt x="14303" y="5955"/>
                  <a:pt x="14240" y="5387"/>
                </a:cubicBezTo>
                <a:lnTo>
                  <a:pt x="14240" y="5356"/>
                </a:lnTo>
                <a:lnTo>
                  <a:pt x="14240" y="2867"/>
                </a:lnTo>
                <a:cubicBezTo>
                  <a:pt x="14240" y="2205"/>
                  <a:pt x="13705" y="1670"/>
                  <a:pt x="12980" y="1670"/>
                </a:cubicBezTo>
                <a:lnTo>
                  <a:pt x="12571" y="1670"/>
                </a:lnTo>
                <a:lnTo>
                  <a:pt x="12571" y="788"/>
                </a:lnTo>
                <a:lnTo>
                  <a:pt x="13736" y="788"/>
                </a:lnTo>
                <a:lnTo>
                  <a:pt x="13736" y="819"/>
                </a:lnTo>
                <a:cubicBezTo>
                  <a:pt x="13988" y="819"/>
                  <a:pt x="14177" y="630"/>
                  <a:pt x="14177" y="441"/>
                </a:cubicBezTo>
                <a:cubicBezTo>
                  <a:pt x="14177" y="189"/>
                  <a:pt x="13988" y="0"/>
                  <a:pt x="137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517" name="Google Shape;15517;p85"/>
          <p:cNvSpPr/>
          <p:nvPr/>
        </p:nvSpPr>
        <p:spPr>
          <a:xfrm>
            <a:off x="7576413" y="2141008"/>
            <a:ext cx="343849" cy="298988"/>
          </a:xfrm>
          <a:custGeom>
            <a:avLst/>
            <a:gdLst/>
            <a:ahLst/>
            <a:cxnLst/>
            <a:rect l="l" t="t" r="r" b="b"/>
            <a:pathLst>
              <a:path w="14241" h="12383" extrusionOk="0">
                <a:moveTo>
                  <a:pt x="9610" y="4128"/>
                </a:moveTo>
                <a:cubicBezTo>
                  <a:pt x="10271" y="4128"/>
                  <a:pt x="10870" y="4664"/>
                  <a:pt x="10870" y="5388"/>
                </a:cubicBezTo>
                <a:cubicBezTo>
                  <a:pt x="10870" y="6050"/>
                  <a:pt x="10303" y="6617"/>
                  <a:pt x="9610" y="6617"/>
                </a:cubicBezTo>
                <a:lnTo>
                  <a:pt x="8444" y="6617"/>
                </a:lnTo>
                <a:cubicBezTo>
                  <a:pt x="8412" y="6207"/>
                  <a:pt x="8381" y="5829"/>
                  <a:pt x="8381" y="5388"/>
                </a:cubicBezTo>
                <a:cubicBezTo>
                  <a:pt x="8381" y="4947"/>
                  <a:pt x="8412" y="4569"/>
                  <a:pt x="8444" y="4128"/>
                </a:cubicBezTo>
                <a:close/>
                <a:moveTo>
                  <a:pt x="3183" y="3309"/>
                </a:moveTo>
                <a:cubicBezTo>
                  <a:pt x="2773" y="3876"/>
                  <a:pt x="2553" y="4632"/>
                  <a:pt x="2553" y="5388"/>
                </a:cubicBezTo>
                <a:cubicBezTo>
                  <a:pt x="2553" y="6144"/>
                  <a:pt x="2773" y="6837"/>
                  <a:pt x="3183" y="7468"/>
                </a:cubicBezTo>
                <a:lnTo>
                  <a:pt x="2994" y="7468"/>
                </a:lnTo>
                <a:cubicBezTo>
                  <a:pt x="1765" y="7436"/>
                  <a:pt x="820" y="6459"/>
                  <a:pt x="883" y="5262"/>
                </a:cubicBezTo>
                <a:cubicBezTo>
                  <a:pt x="946" y="4191"/>
                  <a:pt x="1954" y="3309"/>
                  <a:pt x="3088" y="3309"/>
                </a:cubicBezTo>
                <a:close/>
                <a:moveTo>
                  <a:pt x="8129" y="2175"/>
                </a:moveTo>
                <a:lnTo>
                  <a:pt x="8129" y="2175"/>
                </a:lnTo>
                <a:cubicBezTo>
                  <a:pt x="7751" y="3088"/>
                  <a:pt x="7562" y="4160"/>
                  <a:pt x="7562" y="5294"/>
                </a:cubicBezTo>
                <a:cubicBezTo>
                  <a:pt x="7562" y="6428"/>
                  <a:pt x="7751" y="7499"/>
                  <a:pt x="8129" y="8413"/>
                </a:cubicBezTo>
                <a:lnTo>
                  <a:pt x="7908" y="8255"/>
                </a:lnTo>
                <a:cubicBezTo>
                  <a:pt x="6995" y="7783"/>
                  <a:pt x="5861" y="7436"/>
                  <a:pt x="4600" y="7436"/>
                </a:cubicBezTo>
                <a:lnTo>
                  <a:pt x="4254" y="7436"/>
                </a:lnTo>
                <a:cubicBezTo>
                  <a:pt x="3687" y="6869"/>
                  <a:pt x="3372" y="6144"/>
                  <a:pt x="3372" y="5357"/>
                </a:cubicBezTo>
                <a:cubicBezTo>
                  <a:pt x="3372" y="4569"/>
                  <a:pt x="3687" y="3813"/>
                  <a:pt x="4254" y="3246"/>
                </a:cubicBezTo>
                <a:lnTo>
                  <a:pt x="4632" y="3246"/>
                </a:lnTo>
                <a:cubicBezTo>
                  <a:pt x="5798" y="3246"/>
                  <a:pt x="6963" y="2931"/>
                  <a:pt x="7908" y="2332"/>
                </a:cubicBezTo>
                <a:lnTo>
                  <a:pt x="8129" y="2175"/>
                </a:lnTo>
                <a:close/>
                <a:moveTo>
                  <a:pt x="5041" y="8287"/>
                </a:moveTo>
                <a:cubicBezTo>
                  <a:pt x="5293" y="8287"/>
                  <a:pt x="5577" y="8350"/>
                  <a:pt x="5861" y="8413"/>
                </a:cubicBezTo>
                <a:lnTo>
                  <a:pt x="5861" y="8696"/>
                </a:lnTo>
                <a:cubicBezTo>
                  <a:pt x="5861" y="8917"/>
                  <a:pt x="5672" y="9137"/>
                  <a:pt x="5419" y="9137"/>
                </a:cubicBezTo>
                <a:lnTo>
                  <a:pt x="5041" y="9137"/>
                </a:lnTo>
                <a:lnTo>
                  <a:pt x="5041" y="8287"/>
                </a:lnTo>
                <a:close/>
                <a:moveTo>
                  <a:pt x="10870" y="757"/>
                </a:moveTo>
                <a:cubicBezTo>
                  <a:pt x="12193" y="757"/>
                  <a:pt x="13327" y="2868"/>
                  <a:pt x="13327" y="5325"/>
                </a:cubicBezTo>
                <a:cubicBezTo>
                  <a:pt x="13327" y="7814"/>
                  <a:pt x="12193" y="9925"/>
                  <a:pt x="10870" y="9925"/>
                </a:cubicBezTo>
                <a:cubicBezTo>
                  <a:pt x="10712" y="9925"/>
                  <a:pt x="10492" y="9862"/>
                  <a:pt x="10334" y="9799"/>
                </a:cubicBezTo>
                <a:lnTo>
                  <a:pt x="9862" y="9515"/>
                </a:lnTo>
                <a:cubicBezTo>
                  <a:pt x="9358" y="9074"/>
                  <a:pt x="8917" y="8350"/>
                  <a:pt x="8664" y="7436"/>
                </a:cubicBezTo>
                <a:lnTo>
                  <a:pt x="9610" y="7436"/>
                </a:lnTo>
                <a:cubicBezTo>
                  <a:pt x="10744" y="7436"/>
                  <a:pt x="11689" y="6491"/>
                  <a:pt x="11689" y="5325"/>
                </a:cubicBezTo>
                <a:cubicBezTo>
                  <a:pt x="11689" y="4191"/>
                  <a:pt x="10744" y="3246"/>
                  <a:pt x="9610" y="3246"/>
                </a:cubicBezTo>
                <a:lnTo>
                  <a:pt x="8664" y="3246"/>
                </a:lnTo>
                <a:cubicBezTo>
                  <a:pt x="8948" y="2332"/>
                  <a:pt x="9326" y="1608"/>
                  <a:pt x="9862" y="1167"/>
                </a:cubicBezTo>
                <a:lnTo>
                  <a:pt x="10334" y="883"/>
                </a:lnTo>
                <a:cubicBezTo>
                  <a:pt x="10523" y="820"/>
                  <a:pt x="10712" y="757"/>
                  <a:pt x="10870" y="757"/>
                </a:cubicBezTo>
                <a:close/>
                <a:moveTo>
                  <a:pt x="4222" y="8255"/>
                </a:moveTo>
                <a:lnTo>
                  <a:pt x="4222" y="11185"/>
                </a:lnTo>
                <a:cubicBezTo>
                  <a:pt x="4222" y="11406"/>
                  <a:pt x="4002" y="11595"/>
                  <a:pt x="3813" y="11595"/>
                </a:cubicBezTo>
                <a:cubicBezTo>
                  <a:pt x="3624" y="11595"/>
                  <a:pt x="3372" y="11406"/>
                  <a:pt x="3372" y="11185"/>
                </a:cubicBezTo>
                <a:lnTo>
                  <a:pt x="3372" y="8255"/>
                </a:lnTo>
                <a:close/>
                <a:moveTo>
                  <a:pt x="10870" y="1"/>
                </a:moveTo>
                <a:cubicBezTo>
                  <a:pt x="10303" y="1"/>
                  <a:pt x="9830" y="190"/>
                  <a:pt x="9389" y="536"/>
                </a:cubicBezTo>
                <a:lnTo>
                  <a:pt x="7467" y="1671"/>
                </a:lnTo>
                <a:cubicBezTo>
                  <a:pt x="6648" y="2206"/>
                  <a:pt x="5609" y="2458"/>
                  <a:pt x="4632" y="2458"/>
                </a:cubicBezTo>
                <a:lnTo>
                  <a:pt x="3088" y="2458"/>
                </a:lnTo>
                <a:cubicBezTo>
                  <a:pt x="1513" y="2458"/>
                  <a:pt x="158" y="3655"/>
                  <a:pt x="64" y="5231"/>
                </a:cubicBezTo>
                <a:cubicBezTo>
                  <a:pt x="1" y="6806"/>
                  <a:pt x="1135" y="8066"/>
                  <a:pt x="2553" y="8255"/>
                </a:cubicBezTo>
                <a:lnTo>
                  <a:pt x="2553" y="11185"/>
                </a:lnTo>
                <a:cubicBezTo>
                  <a:pt x="2553" y="11847"/>
                  <a:pt x="3088" y="12382"/>
                  <a:pt x="3813" y="12382"/>
                </a:cubicBezTo>
                <a:cubicBezTo>
                  <a:pt x="4474" y="12382"/>
                  <a:pt x="5073" y="11847"/>
                  <a:pt x="5073" y="11185"/>
                </a:cubicBezTo>
                <a:lnTo>
                  <a:pt x="5073" y="9925"/>
                </a:lnTo>
                <a:lnTo>
                  <a:pt x="5451" y="9925"/>
                </a:lnTo>
                <a:cubicBezTo>
                  <a:pt x="6144" y="9925"/>
                  <a:pt x="6711" y="9358"/>
                  <a:pt x="6711" y="8696"/>
                </a:cubicBezTo>
                <a:lnTo>
                  <a:pt x="6711" y="8665"/>
                </a:lnTo>
                <a:cubicBezTo>
                  <a:pt x="6995" y="8759"/>
                  <a:pt x="7278" y="8885"/>
                  <a:pt x="7562" y="9043"/>
                </a:cubicBezTo>
                <a:lnTo>
                  <a:pt x="9484" y="10177"/>
                </a:lnTo>
                <a:cubicBezTo>
                  <a:pt x="9925" y="10555"/>
                  <a:pt x="10397" y="10744"/>
                  <a:pt x="10933" y="10744"/>
                </a:cubicBezTo>
                <a:cubicBezTo>
                  <a:pt x="11878" y="10744"/>
                  <a:pt x="12697" y="10145"/>
                  <a:pt x="13327" y="9074"/>
                </a:cubicBezTo>
                <a:cubicBezTo>
                  <a:pt x="13926" y="8098"/>
                  <a:pt x="14241" y="6774"/>
                  <a:pt x="14241" y="5388"/>
                </a:cubicBezTo>
                <a:cubicBezTo>
                  <a:pt x="14178" y="2458"/>
                  <a:pt x="12792" y="1"/>
                  <a:pt x="108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5518" name="Google Shape;15518;p85"/>
          <p:cNvGrpSpPr/>
          <p:nvPr/>
        </p:nvGrpSpPr>
        <p:grpSpPr>
          <a:xfrm>
            <a:off x="5774096" y="2549397"/>
            <a:ext cx="299736" cy="343849"/>
            <a:chOff x="-9570950" y="1622100"/>
            <a:chExt cx="310350" cy="356025"/>
          </a:xfrm>
        </p:grpSpPr>
        <p:sp>
          <p:nvSpPr>
            <p:cNvPr id="15519" name="Google Shape;15519;p85"/>
            <p:cNvSpPr/>
            <p:nvPr/>
          </p:nvSpPr>
          <p:spPr>
            <a:xfrm>
              <a:off x="-9570950" y="1622100"/>
              <a:ext cx="310350" cy="356025"/>
            </a:xfrm>
            <a:custGeom>
              <a:avLst/>
              <a:gdLst/>
              <a:ahLst/>
              <a:cxnLst/>
              <a:rect l="l" t="t" r="r" b="b"/>
              <a:pathLst>
                <a:path w="12414" h="14241" extrusionOk="0">
                  <a:moveTo>
                    <a:pt x="7026" y="851"/>
                  </a:moveTo>
                  <a:cubicBezTo>
                    <a:pt x="7246" y="851"/>
                    <a:pt x="7404" y="1040"/>
                    <a:pt x="7404" y="1229"/>
                  </a:cubicBezTo>
                  <a:lnTo>
                    <a:pt x="7404" y="1670"/>
                  </a:lnTo>
                  <a:lnTo>
                    <a:pt x="4915" y="1670"/>
                  </a:lnTo>
                  <a:lnTo>
                    <a:pt x="4915" y="1229"/>
                  </a:lnTo>
                  <a:lnTo>
                    <a:pt x="4978" y="1229"/>
                  </a:lnTo>
                  <a:cubicBezTo>
                    <a:pt x="4978" y="1009"/>
                    <a:pt x="5167" y="851"/>
                    <a:pt x="5356" y="851"/>
                  </a:cubicBezTo>
                  <a:close/>
                  <a:moveTo>
                    <a:pt x="9987" y="2490"/>
                  </a:moveTo>
                  <a:lnTo>
                    <a:pt x="9987" y="7688"/>
                  </a:lnTo>
                  <a:lnTo>
                    <a:pt x="9924" y="7688"/>
                  </a:lnTo>
                  <a:lnTo>
                    <a:pt x="8160" y="5924"/>
                  </a:lnTo>
                  <a:cubicBezTo>
                    <a:pt x="8081" y="5845"/>
                    <a:pt x="7971" y="5805"/>
                    <a:pt x="7861" y="5805"/>
                  </a:cubicBezTo>
                  <a:cubicBezTo>
                    <a:pt x="7750" y="5805"/>
                    <a:pt x="7640" y="5845"/>
                    <a:pt x="7561" y="5924"/>
                  </a:cubicBezTo>
                  <a:lnTo>
                    <a:pt x="6396" y="7121"/>
                  </a:lnTo>
                  <a:lnTo>
                    <a:pt x="4883" y="5136"/>
                  </a:lnTo>
                  <a:cubicBezTo>
                    <a:pt x="4820" y="5010"/>
                    <a:pt x="4694" y="4978"/>
                    <a:pt x="4568" y="4978"/>
                  </a:cubicBezTo>
                  <a:cubicBezTo>
                    <a:pt x="4474" y="4978"/>
                    <a:pt x="4348" y="5073"/>
                    <a:pt x="4253" y="5136"/>
                  </a:cubicBezTo>
                  <a:lnTo>
                    <a:pt x="2521" y="7467"/>
                  </a:lnTo>
                  <a:lnTo>
                    <a:pt x="2521" y="2490"/>
                  </a:lnTo>
                  <a:close/>
                  <a:moveTo>
                    <a:pt x="4537" y="6081"/>
                  </a:moveTo>
                  <a:lnTo>
                    <a:pt x="6175" y="8286"/>
                  </a:lnTo>
                  <a:lnTo>
                    <a:pt x="2867" y="8286"/>
                  </a:lnTo>
                  <a:lnTo>
                    <a:pt x="4537" y="6081"/>
                  </a:lnTo>
                  <a:close/>
                  <a:moveTo>
                    <a:pt x="7845" y="6806"/>
                  </a:moveTo>
                  <a:lnTo>
                    <a:pt x="9326" y="8286"/>
                  </a:lnTo>
                  <a:lnTo>
                    <a:pt x="7215" y="8286"/>
                  </a:lnTo>
                  <a:lnTo>
                    <a:pt x="6868" y="7782"/>
                  </a:lnTo>
                  <a:lnTo>
                    <a:pt x="7845" y="6806"/>
                  </a:lnTo>
                  <a:close/>
                  <a:moveTo>
                    <a:pt x="1670" y="2458"/>
                  </a:moveTo>
                  <a:lnTo>
                    <a:pt x="1670" y="8696"/>
                  </a:lnTo>
                  <a:cubicBezTo>
                    <a:pt x="1670" y="8917"/>
                    <a:pt x="1859" y="9106"/>
                    <a:pt x="2080" y="9106"/>
                  </a:cubicBezTo>
                  <a:lnTo>
                    <a:pt x="10365" y="9106"/>
                  </a:lnTo>
                  <a:cubicBezTo>
                    <a:pt x="10586" y="9106"/>
                    <a:pt x="10806" y="8917"/>
                    <a:pt x="10743" y="8696"/>
                  </a:cubicBezTo>
                  <a:lnTo>
                    <a:pt x="10743" y="2490"/>
                  </a:lnTo>
                  <a:lnTo>
                    <a:pt x="11153" y="2490"/>
                  </a:lnTo>
                  <a:cubicBezTo>
                    <a:pt x="11374" y="2490"/>
                    <a:pt x="11594" y="2647"/>
                    <a:pt x="11594" y="2899"/>
                  </a:cubicBezTo>
                  <a:lnTo>
                    <a:pt x="11594" y="9515"/>
                  </a:lnTo>
                  <a:cubicBezTo>
                    <a:pt x="11594" y="9736"/>
                    <a:pt x="11374" y="9956"/>
                    <a:pt x="11184" y="9956"/>
                  </a:cubicBezTo>
                  <a:lnTo>
                    <a:pt x="1260" y="9956"/>
                  </a:lnTo>
                  <a:cubicBezTo>
                    <a:pt x="1040" y="9956"/>
                    <a:pt x="882" y="9736"/>
                    <a:pt x="882" y="9515"/>
                  </a:cubicBezTo>
                  <a:lnTo>
                    <a:pt x="882" y="2899"/>
                  </a:lnTo>
                  <a:cubicBezTo>
                    <a:pt x="882" y="2647"/>
                    <a:pt x="1071" y="2458"/>
                    <a:pt x="1260" y="2458"/>
                  </a:cubicBezTo>
                  <a:close/>
                  <a:moveTo>
                    <a:pt x="8286" y="10775"/>
                  </a:moveTo>
                  <a:lnTo>
                    <a:pt x="8286" y="11626"/>
                  </a:lnTo>
                  <a:lnTo>
                    <a:pt x="4127" y="11626"/>
                  </a:lnTo>
                  <a:lnTo>
                    <a:pt x="4127" y="10775"/>
                  </a:lnTo>
                  <a:close/>
                  <a:moveTo>
                    <a:pt x="3340" y="10775"/>
                  </a:moveTo>
                  <a:lnTo>
                    <a:pt x="3340" y="12886"/>
                  </a:lnTo>
                  <a:lnTo>
                    <a:pt x="3308" y="12886"/>
                  </a:lnTo>
                  <a:cubicBezTo>
                    <a:pt x="3308" y="13138"/>
                    <a:pt x="3119" y="13327"/>
                    <a:pt x="2930" y="13327"/>
                  </a:cubicBezTo>
                  <a:cubicBezTo>
                    <a:pt x="2710" y="13327"/>
                    <a:pt x="2521" y="13138"/>
                    <a:pt x="2521" y="12886"/>
                  </a:cubicBezTo>
                  <a:lnTo>
                    <a:pt x="2521" y="10775"/>
                  </a:lnTo>
                  <a:close/>
                  <a:moveTo>
                    <a:pt x="9956" y="10775"/>
                  </a:moveTo>
                  <a:lnTo>
                    <a:pt x="9956" y="12886"/>
                  </a:lnTo>
                  <a:lnTo>
                    <a:pt x="9924" y="12886"/>
                  </a:lnTo>
                  <a:cubicBezTo>
                    <a:pt x="9924" y="13138"/>
                    <a:pt x="9735" y="13327"/>
                    <a:pt x="9546" y="13327"/>
                  </a:cubicBezTo>
                  <a:cubicBezTo>
                    <a:pt x="9326" y="13327"/>
                    <a:pt x="9137" y="13138"/>
                    <a:pt x="9137" y="12886"/>
                  </a:cubicBezTo>
                  <a:lnTo>
                    <a:pt x="9137" y="10775"/>
                  </a:lnTo>
                  <a:close/>
                  <a:moveTo>
                    <a:pt x="5356" y="1"/>
                  </a:moveTo>
                  <a:cubicBezTo>
                    <a:pt x="4694" y="1"/>
                    <a:pt x="4127" y="568"/>
                    <a:pt x="4127" y="1292"/>
                  </a:cubicBezTo>
                  <a:lnTo>
                    <a:pt x="4127" y="1702"/>
                  </a:lnTo>
                  <a:lnTo>
                    <a:pt x="1229" y="1702"/>
                  </a:lnTo>
                  <a:cubicBezTo>
                    <a:pt x="567" y="1702"/>
                    <a:pt x="0" y="2269"/>
                    <a:pt x="0" y="2962"/>
                  </a:cubicBezTo>
                  <a:lnTo>
                    <a:pt x="0" y="9578"/>
                  </a:lnTo>
                  <a:cubicBezTo>
                    <a:pt x="0" y="10271"/>
                    <a:pt x="567" y="10838"/>
                    <a:pt x="1229" y="10838"/>
                  </a:cubicBezTo>
                  <a:lnTo>
                    <a:pt x="1607" y="10838"/>
                  </a:lnTo>
                  <a:lnTo>
                    <a:pt x="1607" y="12981"/>
                  </a:lnTo>
                  <a:cubicBezTo>
                    <a:pt x="1607" y="13642"/>
                    <a:pt x="2174" y="14241"/>
                    <a:pt x="2867" y="14241"/>
                  </a:cubicBezTo>
                  <a:cubicBezTo>
                    <a:pt x="3592" y="14241"/>
                    <a:pt x="4127" y="13674"/>
                    <a:pt x="4127" y="12981"/>
                  </a:cubicBezTo>
                  <a:lnTo>
                    <a:pt x="4127" y="12540"/>
                  </a:lnTo>
                  <a:lnTo>
                    <a:pt x="8286" y="12540"/>
                  </a:lnTo>
                  <a:lnTo>
                    <a:pt x="8286" y="12981"/>
                  </a:lnTo>
                  <a:cubicBezTo>
                    <a:pt x="8286" y="13642"/>
                    <a:pt x="8822" y="14241"/>
                    <a:pt x="9483" y="14241"/>
                  </a:cubicBezTo>
                  <a:cubicBezTo>
                    <a:pt x="10176" y="14241"/>
                    <a:pt x="10775" y="13674"/>
                    <a:pt x="10775" y="12981"/>
                  </a:cubicBezTo>
                  <a:lnTo>
                    <a:pt x="10775" y="10838"/>
                  </a:lnTo>
                  <a:lnTo>
                    <a:pt x="11153" y="10838"/>
                  </a:lnTo>
                  <a:cubicBezTo>
                    <a:pt x="11815" y="10838"/>
                    <a:pt x="12413" y="10303"/>
                    <a:pt x="12413" y="9578"/>
                  </a:cubicBezTo>
                  <a:lnTo>
                    <a:pt x="12413" y="2899"/>
                  </a:lnTo>
                  <a:cubicBezTo>
                    <a:pt x="12413" y="2238"/>
                    <a:pt x="11878" y="1639"/>
                    <a:pt x="11153" y="1639"/>
                  </a:cubicBezTo>
                  <a:lnTo>
                    <a:pt x="8286" y="1639"/>
                  </a:lnTo>
                  <a:lnTo>
                    <a:pt x="8286" y="1198"/>
                  </a:lnTo>
                  <a:cubicBezTo>
                    <a:pt x="8286" y="568"/>
                    <a:pt x="7687" y="1"/>
                    <a:pt x="70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520" name="Google Shape;15520;p85"/>
            <p:cNvSpPr/>
            <p:nvPr/>
          </p:nvSpPr>
          <p:spPr>
            <a:xfrm>
              <a:off x="-9426025" y="1695350"/>
              <a:ext cx="63025" cy="62250"/>
            </a:xfrm>
            <a:custGeom>
              <a:avLst/>
              <a:gdLst/>
              <a:ahLst/>
              <a:cxnLst/>
              <a:rect l="l" t="t" r="r" b="b"/>
              <a:pathLst>
                <a:path w="2521" h="2490" extrusionOk="0">
                  <a:moveTo>
                    <a:pt x="1260" y="820"/>
                  </a:moveTo>
                  <a:cubicBezTo>
                    <a:pt x="1449" y="820"/>
                    <a:pt x="1638" y="977"/>
                    <a:pt x="1638" y="1229"/>
                  </a:cubicBezTo>
                  <a:cubicBezTo>
                    <a:pt x="1638" y="1450"/>
                    <a:pt x="1449" y="1639"/>
                    <a:pt x="1260" y="1639"/>
                  </a:cubicBezTo>
                  <a:cubicBezTo>
                    <a:pt x="1071" y="1639"/>
                    <a:pt x="851" y="1450"/>
                    <a:pt x="851" y="1229"/>
                  </a:cubicBezTo>
                  <a:cubicBezTo>
                    <a:pt x="851" y="977"/>
                    <a:pt x="1071" y="820"/>
                    <a:pt x="1260" y="820"/>
                  </a:cubicBezTo>
                  <a:close/>
                  <a:moveTo>
                    <a:pt x="1260" y="1"/>
                  </a:moveTo>
                  <a:cubicBezTo>
                    <a:pt x="536" y="1"/>
                    <a:pt x="0" y="505"/>
                    <a:pt x="0" y="1229"/>
                  </a:cubicBezTo>
                  <a:cubicBezTo>
                    <a:pt x="0" y="1891"/>
                    <a:pt x="536" y="2490"/>
                    <a:pt x="1260" y="2490"/>
                  </a:cubicBezTo>
                  <a:cubicBezTo>
                    <a:pt x="1985" y="2490"/>
                    <a:pt x="2521" y="1922"/>
                    <a:pt x="2521" y="1229"/>
                  </a:cubicBezTo>
                  <a:cubicBezTo>
                    <a:pt x="2521" y="505"/>
                    <a:pt x="1985" y="1"/>
                    <a:pt x="12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521" name="Google Shape;15521;p85"/>
          <p:cNvGrpSpPr/>
          <p:nvPr/>
        </p:nvGrpSpPr>
        <p:grpSpPr>
          <a:xfrm>
            <a:off x="5752800" y="2958353"/>
            <a:ext cx="342328" cy="341579"/>
            <a:chOff x="-9594575" y="2056875"/>
            <a:chExt cx="354450" cy="353675"/>
          </a:xfrm>
        </p:grpSpPr>
        <p:sp>
          <p:nvSpPr>
            <p:cNvPr id="15522" name="Google Shape;15522;p85"/>
            <p:cNvSpPr/>
            <p:nvPr/>
          </p:nvSpPr>
          <p:spPr>
            <a:xfrm>
              <a:off x="-9594575" y="2056875"/>
              <a:ext cx="354450" cy="353675"/>
            </a:xfrm>
            <a:custGeom>
              <a:avLst/>
              <a:gdLst/>
              <a:ahLst/>
              <a:cxnLst/>
              <a:rect l="l" t="t" r="r" b="b"/>
              <a:pathLst>
                <a:path w="14178" h="14147" extrusionOk="0">
                  <a:moveTo>
                    <a:pt x="3781" y="819"/>
                  </a:moveTo>
                  <a:cubicBezTo>
                    <a:pt x="4442" y="819"/>
                    <a:pt x="5041" y="1387"/>
                    <a:pt x="5041" y="2080"/>
                  </a:cubicBezTo>
                  <a:cubicBezTo>
                    <a:pt x="4694" y="1796"/>
                    <a:pt x="4253" y="1639"/>
                    <a:pt x="3812" y="1639"/>
                  </a:cubicBezTo>
                  <a:cubicBezTo>
                    <a:pt x="3340" y="1639"/>
                    <a:pt x="2930" y="1796"/>
                    <a:pt x="2552" y="2048"/>
                  </a:cubicBezTo>
                  <a:cubicBezTo>
                    <a:pt x="2552" y="1387"/>
                    <a:pt x="3119" y="819"/>
                    <a:pt x="3781" y="819"/>
                  </a:cubicBezTo>
                  <a:close/>
                  <a:moveTo>
                    <a:pt x="10491" y="819"/>
                  </a:moveTo>
                  <a:cubicBezTo>
                    <a:pt x="11153" y="819"/>
                    <a:pt x="11688" y="1387"/>
                    <a:pt x="11751" y="2048"/>
                  </a:cubicBezTo>
                  <a:cubicBezTo>
                    <a:pt x="11373" y="1765"/>
                    <a:pt x="10964" y="1639"/>
                    <a:pt x="10491" y="1639"/>
                  </a:cubicBezTo>
                  <a:cubicBezTo>
                    <a:pt x="10019" y="1639"/>
                    <a:pt x="9578" y="1796"/>
                    <a:pt x="9263" y="2080"/>
                  </a:cubicBezTo>
                  <a:cubicBezTo>
                    <a:pt x="9231" y="1387"/>
                    <a:pt x="9767" y="819"/>
                    <a:pt x="10491" y="819"/>
                  </a:cubicBezTo>
                  <a:close/>
                  <a:moveTo>
                    <a:pt x="6742" y="5797"/>
                  </a:moveTo>
                  <a:lnTo>
                    <a:pt x="6742" y="7467"/>
                  </a:lnTo>
                  <a:lnTo>
                    <a:pt x="5860" y="7467"/>
                  </a:lnTo>
                  <a:lnTo>
                    <a:pt x="5860" y="5797"/>
                  </a:lnTo>
                  <a:close/>
                  <a:moveTo>
                    <a:pt x="8380" y="5766"/>
                  </a:moveTo>
                  <a:lnTo>
                    <a:pt x="8380" y="7467"/>
                  </a:lnTo>
                  <a:lnTo>
                    <a:pt x="7530" y="7467"/>
                  </a:lnTo>
                  <a:lnTo>
                    <a:pt x="7530" y="5766"/>
                  </a:lnTo>
                  <a:close/>
                  <a:moveTo>
                    <a:pt x="8380" y="8318"/>
                  </a:moveTo>
                  <a:lnTo>
                    <a:pt x="8380" y="9137"/>
                  </a:lnTo>
                  <a:lnTo>
                    <a:pt x="5860" y="9137"/>
                  </a:lnTo>
                  <a:lnTo>
                    <a:pt x="5860" y="8318"/>
                  </a:lnTo>
                  <a:close/>
                  <a:moveTo>
                    <a:pt x="3781" y="2489"/>
                  </a:moveTo>
                  <a:cubicBezTo>
                    <a:pt x="4442" y="2489"/>
                    <a:pt x="5041" y="3025"/>
                    <a:pt x="5041" y="3686"/>
                  </a:cubicBezTo>
                  <a:lnTo>
                    <a:pt x="5041" y="9168"/>
                  </a:lnTo>
                  <a:cubicBezTo>
                    <a:pt x="4537" y="8633"/>
                    <a:pt x="3781" y="8318"/>
                    <a:pt x="2962" y="8318"/>
                  </a:cubicBezTo>
                  <a:cubicBezTo>
                    <a:pt x="2363" y="8318"/>
                    <a:pt x="1859" y="8475"/>
                    <a:pt x="1386" y="8790"/>
                  </a:cubicBezTo>
                  <a:lnTo>
                    <a:pt x="2552" y="3497"/>
                  </a:lnTo>
                  <a:cubicBezTo>
                    <a:pt x="2678" y="2899"/>
                    <a:pt x="3182" y="2489"/>
                    <a:pt x="3781" y="2489"/>
                  </a:cubicBezTo>
                  <a:close/>
                  <a:moveTo>
                    <a:pt x="10491" y="2489"/>
                  </a:moveTo>
                  <a:cubicBezTo>
                    <a:pt x="11090" y="2489"/>
                    <a:pt x="11594" y="2899"/>
                    <a:pt x="11720" y="3497"/>
                  </a:cubicBezTo>
                  <a:lnTo>
                    <a:pt x="12886" y="8790"/>
                  </a:lnTo>
                  <a:cubicBezTo>
                    <a:pt x="12413" y="8444"/>
                    <a:pt x="11909" y="8318"/>
                    <a:pt x="11310" y="8318"/>
                  </a:cubicBezTo>
                  <a:cubicBezTo>
                    <a:pt x="10491" y="8318"/>
                    <a:pt x="9767" y="8633"/>
                    <a:pt x="9231" y="9168"/>
                  </a:cubicBezTo>
                  <a:lnTo>
                    <a:pt x="9231" y="3686"/>
                  </a:lnTo>
                  <a:cubicBezTo>
                    <a:pt x="9231" y="3025"/>
                    <a:pt x="9767" y="2489"/>
                    <a:pt x="10491" y="2489"/>
                  </a:cubicBezTo>
                  <a:close/>
                  <a:moveTo>
                    <a:pt x="2962" y="9074"/>
                  </a:moveTo>
                  <a:cubicBezTo>
                    <a:pt x="4096" y="9074"/>
                    <a:pt x="5041" y="10019"/>
                    <a:pt x="5041" y="11185"/>
                  </a:cubicBezTo>
                  <a:cubicBezTo>
                    <a:pt x="5041" y="12350"/>
                    <a:pt x="4096" y="13264"/>
                    <a:pt x="2962" y="13264"/>
                  </a:cubicBezTo>
                  <a:cubicBezTo>
                    <a:pt x="1827" y="13264"/>
                    <a:pt x="882" y="12319"/>
                    <a:pt x="882" y="11185"/>
                  </a:cubicBezTo>
                  <a:cubicBezTo>
                    <a:pt x="882" y="10019"/>
                    <a:pt x="1764" y="9074"/>
                    <a:pt x="2962" y="9074"/>
                  </a:cubicBezTo>
                  <a:close/>
                  <a:moveTo>
                    <a:pt x="11310" y="9074"/>
                  </a:moveTo>
                  <a:cubicBezTo>
                    <a:pt x="12445" y="9074"/>
                    <a:pt x="13390" y="9987"/>
                    <a:pt x="13390" y="11185"/>
                  </a:cubicBezTo>
                  <a:cubicBezTo>
                    <a:pt x="13358" y="12350"/>
                    <a:pt x="12445" y="13264"/>
                    <a:pt x="11310" y="13264"/>
                  </a:cubicBezTo>
                  <a:cubicBezTo>
                    <a:pt x="10176" y="13264"/>
                    <a:pt x="9231" y="12319"/>
                    <a:pt x="9231" y="11185"/>
                  </a:cubicBezTo>
                  <a:cubicBezTo>
                    <a:pt x="9231" y="10019"/>
                    <a:pt x="10176" y="9074"/>
                    <a:pt x="11310" y="9074"/>
                  </a:cubicBezTo>
                  <a:close/>
                  <a:moveTo>
                    <a:pt x="3749" y="0"/>
                  </a:moveTo>
                  <a:cubicBezTo>
                    <a:pt x="2615" y="0"/>
                    <a:pt x="1670" y="946"/>
                    <a:pt x="1670" y="2080"/>
                  </a:cubicBezTo>
                  <a:cubicBezTo>
                    <a:pt x="1670" y="2363"/>
                    <a:pt x="1733" y="2647"/>
                    <a:pt x="1827" y="2899"/>
                  </a:cubicBezTo>
                  <a:cubicBezTo>
                    <a:pt x="1733" y="3056"/>
                    <a:pt x="1701" y="3182"/>
                    <a:pt x="1701" y="3340"/>
                  </a:cubicBezTo>
                  <a:lnTo>
                    <a:pt x="63" y="10680"/>
                  </a:lnTo>
                  <a:cubicBezTo>
                    <a:pt x="0" y="10870"/>
                    <a:pt x="0" y="11027"/>
                    <a:pt x="0" y="11216"/>
                  </a:cubicBezTo>
                  <a:cubicBezTo>
                    <a:pt x="0" y="12823"/>
                    <a:pt x="1323" y="14146"/>
                    <a:pt x="2930" y="14146"/>
                  </a:cubicBezTo>
                  <a:cubicBezTo>
                    <a:pt x="4537" y="14146"/>
                    <a:pt x="5797" y="12823"/>
                    <a:pt x="5797" y="11216"/>
                  </a:cubicBezTo>
                  <a:lnTo>
                    <a:pt x="5797" y="9956"/>
                  </a:lnTo>
                  <a:lnTo>
                    <a:pt x="8317" y="9956"/>
                  </a:lnTo>
                  <a:lnTo>
                    <a:pt x="8317" y="11185"/>
                  </a:lnTo>
                  <a:cubicBezTo>
                    <a:pt x="8317" y="12791"/>
                    <a:pt x="9609" y="14083"/>
                    <a:pt x="11184" y="14083"/>
                  </a:cubicBezTo>
                  <a:cubicBezTo>
                    <a:pt x="12760" y="14083"/>
                    <a:pt x="14114" y="12791"/>
                    <a:pt x="14114" y="11185"/>
                  </a:cubicBezTo>
                  <a:cubicBezTo>
                    <a:pt x="14177" y="11027"/>
                    <a:pt x="14177" y="10870"/>
                    <a:pt x="14146" y="10680"/>
                  </a:cubicBezTo>
                  <a:cubicBezTo>
                    <a:pt x="14146" y="10680"/>
                    <a:pt x="12539" y="3466"/>
                    <a:pt x="12476" y="3340"/>
                  </a:cubicBezTo>
                  <a:cubicBezTo>
                    <a:pt x="12445" y="3182"/>
                    <a:pt x="12413" y="3025"/>
                    <a:pt x="12382" y="2899"/>
                  </a:cubicBezTo>
                  <a:cubicBezTo>
                    <a:pt x="12476" y="2647"/>
                    <a:pt x="12539" y="2363"/>
                    <a:pt x="12539" y="2080"/>
                  </a:cubicBezTo>
                  <a:cubicBezTo>
                    <a:pt x="12539" y="946"/>
                    <a:pt x="11594" y="0"/>
                    <a:pt x="10428" y="0"/>
                  </a:cubicBezTo>
                  <a:cubicBezTo>
                    <a:pt x="9294" y="0"/>
                    <a:pt x="8349" y="946"/>
                    <a:pt x="8349" y="2080"/>
                  </a:cubicBezTo>
                  <a:cubicBezTo>
                    <a:pt x="8349" y="2363"/>
                    <a:pt x="8443" y="2647"/>
                    <a:pt x="8506" y="2899"/>
                  </a:cubicBezTo>
                  <a:cubicBezTo>
                    <a:pt x="8412" y="3151"/>
                    <a:pt x="8349" y="3466"/>
                    <a:pt x="8349" y="3749"/>
                  </a:cubicBezTo>
                  <a:lnTo>
                    <a:pt x="8349" y="5010"/>
                  </a:lnTo>
                  <a:lnTo>
                    <a:pt x="5828" y="5010"/>
                  </a:lnTo>
                  <a:lnTo>
                    <a:pt x="5828" y="3749"/>
                  </a:lnTo>
                  <a:cubicBezTo>
                    <a:pt x="5828" y="3466"/>
                    <a:pt x="5765" y="3151"/>
                    <a:pt x="5671" y="2899"/>
                  </a:cubicBezTo>
                  <a:cubicBezTo>
                    <a:pt x="5797" y="2647"/>
                    <a:pt x="5828" y="2363"/>
                    <a:pt x="5828" y="2080"/>
                  </a:cubicBezTo>
                  <a:cubicBezTo>
                    <a:pt x="5828" y="946"/>
                    <a:pt x="4883" y="0"/>
                    <a:pt x="37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523" name="Google Shape;15523;p85"/>
            <p:cNvSpPr/>
            <p:nvPr/>
          </p:nvSpPr>
          <p:spPr>
            <a:xfrm>
              <a:off x="-9342550" y="2305750"/>
              <a:ext cx="62250" cy="62250"/>
            </a:xfrm>
            <a:custGeom>
              <a:avLst/>
              <a:gdLst/>
              <a:ahLst/>
              <a:cxnLst/>
              <a:rect l="l" t="t" r="r" b="b"/>
              <a:pathLst>
                <a:path w="2490" h="2490" extrusionOk="0">
                  <a:moveTo>
                    <a:pt x="1229" y="820"/>
                  </a:moveTo>
                  <a:cubicBezTo>
                    <a:pt x="1450" y="820"/>
                    <a:pt x="1670" y="1041"/>
                    <a:pt x="1670" y="1230"/>
                  </a:cubicBezTo>
                  <a:cubicBezTo>
                    <a:pt x="1607" y="1450"/>
                    <a:pt x="1418" y="1639"/>
                    <a:pt x="1229" y="1639"/>
                  </a:cubicBezTo>
                  <a:cubicBezTo>
                    <a:pt x="977" y="1639"/>
                    <a:pt x="820" y="1450"/>
                    <a:pt x="820" y="1230"/>
                  </a:cubicBezTo>
                  <a:cubicBezTo>
                    <a:pt x="820" y="978"/>
                    <a:pt x="1040" y="820"/>
                    <a:pt x="1229" y="820"/>
                  </a:cubicBezTo>
                  <a:close/>
                  <a:moveTo>
                    <a:pt x="1229" y="1"/>
                  </a:moveTo>
                  <a:cubicBezTo>
                    <a:pt x="568" y="1"/>
                    <a:pt x="1" y="568"/>
                    <a:pt x="1" y="1230"/>
                  </a:cubicBezTo>
                  <a:cubicBezTo>
                    <a:pt x="1" y="1891"/>
                    <a:pt x="568" y="2490"/>
                    <a:pt x="1229" y="2490"/>
                  </a:cubicBezTo>
                  <a:cubicBezTo>
                    <a:pt x="1891" y="2490"/>
                    <a:pt x="2490" y="1923"/>
                    <a:pt x="2490" y="1230"/>
                  </a:cubicBezTo>
                  <a:cubicBezTo>
                    <a:pt x="2458" y="568"/>
                    <a:pt x="1891"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524" name="Google Shape;15524;p85"/>
            <p:cNvSpPr/>
            <p:nvPr/>
          </p:nvSpPr>
          <p:spPr>
            <a:xfrm>
              <a:off x="-9552050" y="2305750"/>
              <a:ext cx="63025" cy="62250"/>
            </a:xfrm>
            <a:custGeom>
              <a:avLst/>
              <a:gdLst/>
              <a:ahLst/>
              <a:cxnLst/>
              <a:rect l="l" t="t" r="r" b="b"/>
              <a:pathLst>
                <a:path w="2521" h="2490" extrusionOk="0">
                  <a:moveTo>
                    <a:pt x="1261" y="820"/>
                  </a:moveTo>
                  <a:cubicBezTo>
                    <a:pt x="1481" y="820"/>
                    <a:pt x="1639" y="1041"/>
                    <a:pt x="1639" y="1230"/>
                  </a:cubicBezTo>
                  <a:cubicBezTo>
                    <a:pt x="1702" y="1450"/>
                    <a:pt x="1481" y="1639"/>
                    <a:pt x="1261" y="1639"/>
                  </a:cubicBezTo>
                  <a:cubicBezTo>
                    <a:pt x="1009" y="1639"/>
                    <a:pt x="819" y="1450"/>
                    <a:pt x="819" y="1230"/>
                  </a:cubicBezTo>
                  <a:cubicBezTo>
                    <a:pt x="819" y="978"/>
                    <a:pt x="1009" y="820"/>
                    <a:pt x="1261" y="820"/>
                  </a:cubicBezTo>
                  <a:close/>
                  <a:moveTo>
                    <a:pt x="1261" y="1"/>
                  </a:moveTo>
                  <a:cubicBezTo>
                    <a:pt x="599" y="1"/>
                    <a:pt x="0" y="568"/>
                    <a:pt x="0" y="1230"/>
                  </a:cubicBezTo>
                  <a:cubicBezTo>
                    <a:pt x="0" y="1891"/>
                    <a:pt x="536" y="2490"/>
                    <a:pt x="1261" y="2490"/>
                  </a:cubicBezTo>
                  <a:cubicBezTo>
                    <a:pt x="1922" y="2490"/>
                    <a:pt x="2489" y="1923"/>
                    <a:pt x="2489" y="1230"/>
                  </a:cubicBezTo>
                  <a:cubicBezTo>
                    <a:pt x="2521" y="568"/>
                    <a:pt x="1954"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5525" name="Google Shape;15525;p85"/>
          <p:cNvSpPr/>
          <p:nvPr/>
        </p:nvSpPr>
        <p:spPr>
          <a:xfrm>
            <a:off x="7123002" y="2988791"/>
            <a:ext cx="342352" cy="280710"/>
          </a:xfrm>
          <a:custGeom>
            <a:avLst/>
            <a:gdLst/>
            <a:ahLst/>
            <a:cxnLst/>
            <a:rect l="l" t="t" r="r" b="b"/>
            <a:pathLst>
              <a:path w="14179" h="11626" extrusionOk="0">
                <a:moveTo>
                  <a:pt x="1009" y="4159"/>
                </a:moveTo>
                <a:lnTo>
                  <a:pt x="1009" y="4159"/>
                </a:lnTo>
                <a:cubicBezTo>
                  <a:pt x="1671" y="4317"/>
                  <a:pt x="2301" y="4695"/>
                  <a:pt x="2742" y="5230"/>
                </a:cubicBezTo>
                <a:lnTo>
                  <a:pt x="3214" y="6616"/>
                </a:lnTo>
                <a:lnTo>
                  <a:pt x="1608" y="6616"/>
                </a:lnTo>
                <a:lnTo>
                  <a:pt x="1009" y="4159"/>
                </a:lnTo>
                <a:close/>
                <a:moveTo>
                  <a:pt x="2710" y="2521"/>
                </a:moveTo>
                <a:lnTo>
                  <a:pt x="2710" y="2521"/>
                </a:lnTo>
                <a:cubicBezTo>
                  <a:pt x="3782" y="2678"/>
                  <a:pt x="4758" y="3182"/>
                  <a:pt x="5514" y="3970"/>
                </a:cubicBezTo>
                <a:lnTo>
                  <a:pt x="6491" y="6616"/>
                </a:lnTo>
                <a:lnTo>
                  <a:pt x="4097" y="6616"/>
                </a:lnTo>
                <a:cubicBezTo>
                  <a:pt x="4002" y="6396"/>
                  <a:pt x="2773" y="2678"/>
                  <a:pt x="2710" y="2521"/>
                </a:cubicBezTo>
                <a:close/>
                <a:moveTo>
                  <a:pt x="5199" y="851"/>
                </a:moveTo>
                <a:cubicBezTo>
                  <a:pt x="8224" y="1135"/>
                  <a:pt x="10618" y="3592"/>
                  <a:pt x="10807" y="6616"/>
                </a:cubicBezTo>
                <a:lnTo>
                  <a:pt x="7342" y="6616"/>
                </a:lnTo>
                <a:lnTo>
                  <a:pt x="5199" y="851"/>
                </a:lnTo>
                <a:close/>
                <a:moveTo>
                  <a:pt x="13170" y="4159"/>
                </a:moveTo>
                <a:lnTo>
                  <a:pt x="12603" y="6616"/>
                </a:lnTo>
                <a:lnTo>
                  <a:pt x="11658" y="6616"/>
                </a:lnTo>
                <a:cubicBezTo>
                  <a:pt x="11595" y="6144"/>
                  <a:pt x="11532" y="5703"/>
                  <a:pt x="11437" y="5262"/>
                </a:cubicBezTo>
                <a:cubicBezTo>
                  <a:pt x="11847" y="4695"/>
                  <a:pt x="12477" y="4317"/>
                  <a:pt x="13170" y="4159"/>
                </a:cubicBezTo>
                <a:close/>
                <a:moveTo>
                  <a:pt x="12477" y="7436"/>
                </a:moveTo>
                <a:lnTo>
                  <a:pt x="12477" y="9105"/>
                </a:lnTo>
                <a:lnTo>
                  <a:pt x="9957" y="9105"/>
                </a:lnTo>
                <a:lnTo>
                  <a:pt x="9957" y="8664"/>
                </a:lnTo>
                <a:cubicBezTo>
                  <a:pt x="9957" y="8475"/>
                  <a:pt x="9799" y="8255"/>
                  <a:pt x="9547" y="8255"/>
                </a:cubicBezTo>
                <a:cubicBezTo>
                  <a:pt x="9326" y="8255"/>
                  <a:pt x="9169" y="8475"/>
                  <a:pt x="9169" y="8664"/>
                </a:cubicBezTo>
                <a:lnTo>
                  <a:pt x="9169" y="9105"/>
                </a:lnTo>
                <a:lnTo>
                  <a:pt x="7499" y="9105"/>
                </a:lnTo>
                <a:lnTo>
                  <a:pt x="7499" y="8664"/>
                </a:lnTo>
                <a:cubicBezTo>
                  <a:pt x="7499" y="8412"/>
                  <a:pt x="7310" y="8255"/>
                  <a:pt x="7121" y="8255"/>
                </a:cubicBezTo>
                <a:cubicBezTo>
                  <a:pt x="6869" y="8255"/>
                  <a:pt x="6680" y="8475"/>
                  <a:pt x="6680" y="8664"/>
                </a:cubicBezTo>
                <a:lnTo>
                  <a:pt x="6680" y="9105"/>
                </a:lnTo>
                <a:lnTo>
                  <a:pt x="5042" y="9105"/>
                </a:lnTo>
                <a:lnTo>
                  <a:pt x="5042" y="8664"/>
                </a:lnTo>
                <a:cubicBezTo>
                  <a:pt x="5042" y="8412"/>
                  <a:pt x="4821" y="8255"/>
                  <a:pt x="4601" y="8255"/>
                </a:cubicBezTo>
                <a:cubicBezTo>
                  <a:pt x="4349" y="8255"/>
                  <a:pt x="4191" y="8475"/>
                  <a:pt x="4191" y="8664"/>
                </a:cubicBezTo>
                <a:lnTo>
                  <a:pt x="4191" y="9105"/>
                </a:lnTo>
                <a:lnTo>
                  <a:pt x="1671" y="9105"/>
                </a:lnTo>
                <a:lnTo>
                  <a:pt x="1671" y="7436"/>
                </a:lnTo>
                <a:close/>
                <a:moveTo>
                  <a:pt x="12855" y="9924"/>
                </a:moveTo>
                <a:cubicBezTo>
                  <a:pt x="13107" y="9924"/>
                  <a:pt x="13265" y="10113"/>
                  <a:pt x="13265" y="10365"/>
                </a:cubicBezTo>
                <a:lnTo>
                  <a:pt x="13265" y="10744"/>
                </a:lnTo>
                <a:lnTo>
                  <a:pt x="852" y="10744"/>
                </a:lnTo>
                <a:lnTo>
                  <a:pt x="852" y="10365"/>
                </a:lnTo>
                <a:cubicBezTo>
                  <a:pt x="852" y="10113"/>
                  <a:pt x="1041" y="9924"/>
                  <a:pt x="1261" y="9924"/>
                </a:cubicBezTo>
                <a:close/>
                <a:moveTo>
                  <a:pt x="4601" y="0"/>
                </a:moveTo>
                <a:cubicBezTo>
                  <a:pt x="4475" y="0"/>
                  <a:pt x="4317" y="63"/>
                  <a:pt x="4254" y="189"/>
                </a:cubicBezTo>
                <a:cubicBezTo>
                  <a:pt x="4160" y="315"/>
                  <a:pt x="4160" y="410"/>
                  <a:pt x="4191" y="568"/>
                </a:cubicBezTo>
                <a:lnTo>
                  <a:pt x="4916" y="2458"/>
                </a:lnTo>
                <a:cubicBezTo>
                  <a:pt x="4097" y="1954"/>
                  <a:pt x="3088" y="1670"/>
                  <a:pt x="2112" y="1670"/>
                </a:cubicBezTo>
                <a:cubicBezTo>
                  <a:pt x="1986" y="1670"/>
                  <a:pt x="1828" y="1765"/>
                  <a:pt x="1765" y="1828"/>
                </a:cubicBezTo>
                <a:cubicBezTo>
                  <a:pt x="1671" y="1954"/>
                  <a:pt x="1639" y="2080"/>
                  <a:pt x="1734" y="2206"/>
                </a:cubicBezTo>
                <a:lnTo>
                  <a:pt x="2238" y="3781"/>
                </a:lnTo>
                <a:cubicBezTo>
                  <a:pt x="1671" y="3466"/>
                  <a:pt x="1041" y="3308"/>
                  <a:pt x="411" y="3308"/>
                </a:cubicBezTo>
                <a:cubicBezTo>
                  <a:pt x="316" y="3308"/>
                  <a:pt x="190" y="3340"/>
                  <a:pt x="95" y="3466"/>
                </a:cubicBezTo>
                <a:cubicBezTo>
                  <a:pt x="32" y="3592"/>
                  <a:pt x="1" y="3686"/>
                  <a:pt x="32" y="3813"/>
                </a:cubicBezTo>
                <a:lnTo>
                  <a:pt x="852" y="7089"/>
                </a:lnTo>
                <a:lnTo>
                  <a:pt x="852" y="9168"/>
                </a:lnTo>
                <a:cubicBezTo>
                  <a:pt x="379" y="9326"/>
                  <a:pt x="32" y="9798"/>
                  <a:pt x="32" y="10365"/>
                </a:cubicBezTo>
                <a:lnTo>
                  <a:pt x="32" y="11185"/>
                </a:lnTo>
                <a:cubicBezTo>
                  <a:pt x="32" y="11405"/>
                  <a:pt x="221" y="11626"/>
                  <a:pt x="411" y="11626"/>
                </a:cubicBezTo>
                <a:lnTo>
                  <a:pt x="13706" y="11626"/>
                </a:lnTo>
                <a:cubicBezTo>
                  <a:pt x="13926" y="11626"/>
                  <a:pt x="14084" y="11405"/>
                  <a:pt x="14084" y="11185"/>
                </a:cubicBezTo>
                <a:lnTo>
                  <a:pt x="14084" y="10365"/>
                </a:lnTo>
                <a:cubicBezTo>
                  <a:pt x="14115" y="9798"/>
                  <a:pt x="13769" y="9326"/>
                  <a:pt x="13296" y="9168"/>
                </a:cubicBezTo>
                <a:lnTo>
                  <a:pt x="13296" y="7089"/>
                </a:lnTo>
                <a:lnTo>
                  <a:pt x="14115" y="3813"/>
                </a:lnTo>
                <a:cubicBezTo>
                  <a:pt x="14178" y="3686"/>
                  <a:pt x="14115" y="3592"/>
                  <a:pt x="14052" y="3466"/>
                </a:cubicBezTo>
                <a:cubicBezTo>
                  <a:pt x="13958" y="3340"/>
                  <a:pt x="13863" y="3308"/>
                  <a:pt x="13737" y="3308"/>
                </a:cubicBezTo>
                <a:cubicBezTo>
                  <a:pt x="12760" y="3308"/>
                  <a:pt x="11847" y="3686"/>
                  <a:pt x="11122" y="4348"/>
                </a:cubicBezTo>
                <a:cubicBezTo>
                  <a:pt x="10083" y="1796"/>
                  <a:pt x="7562" y="0"/>
                  <a:pt x="46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5526" name="Google Shape;15526;p85"/>
          <p:cNvGrpSpPr/>
          <p:nvPr/>
        </p:nvGrpSpPr>
        <p:grpSpPr>
          <a:xfrm>
            <a:off x="6208482" y="1303693"/>
            <a:ext cx="342328" cy="340807"/>
            <a:chOff x="-12661600" y="1640225"/>
            <a:chExt cx="354450" cy="352875"/>
          </a:xfrm>
        </p:grpSpPr>
        <p:sp>
          <p:nvSpPr>
            <p:cNvPr id="15527" name="Google Shape;15527;p85"/>
            <p:cNvSpPr/>
            <p:nvPr/>
          </p:nvSpPr>
          <p:spPr>
            <a:xfrm>
              <a:off x="-12661600" y="1764675"/>
              <a:ext cx="188275" cy="228425"/>
            </a:xfrm>
            <a:custGeom>
              <a:avLst/>
              <a:gdLst/>
              <a:ahLst/>
              <a:cxnLst/>
              <a:rect l="l" t="t" r="r" b="b"/>
              <a:pathLst>
                <a:path w="7531" h="9137" extrusionOk="0">
                  <a:moveTo>
                    <a:pt x="5451" y="819"/>
                  </a:moveTo>
                  <a:cubicBezTo>
                    <a:pt x="5672" y="819"/>
                    <a:pt x="5829" y="1008"/>
                    <a:pt x="5829" y="1229"/>
                  </a:cubicBezTo>
                  <a:cubicBezTo>
                    <a:pt x="5829" y="1481"/>
                    <a:pt x="5640" y="1670"/>
                    <a:pt x="5451" y="1670"/>
                  </a:cubicBezTo>
                  <a:lnTo>
                    <a:pt x="2112" y="1670"/>
                  </a:lnTo>
                  <a:cubicBezTo>
                    <a:pt x="1860" y="1670"/>
                    <a:pt x="1671" y="1481"/>
                    <a:pt x="1671" y="1229"/>
                  </a:cubicBezTo>
                  <a:cubicBezTo>
                    <a:pt x="1671" y="1008"/>
                    <a:pt x="1860" y="819"/>
                    <a:pt x="2112" y="819"/>
                  </a:cubicBezTo>
                  <a:close/>
                  <a:moveTo>
                    <a:pt x="5010" y="2457"/>
                  </a:moveTo>
                  <a:lnTo>
                    <a:pt x="5010" y="3308"/>
                  </a:lnTo>
                  <a:lnTo>
                    <a:pt x="2490" y="3308"/>
                  </a:lnTo>
                  <a:lnTo>
                    <a:pt x="2490" y="2457"/>
                  </a:lnTo>
                  <a:close/>
                  <a:moveTo>
                    <a:pt x="5325" y="4159"/>
                  </a:moveTo>
                  <a:lnTo>
                    <a:pt x="6428" y="4726"/>
                  </a:lnTo>
                  <a:cubicBezTo>
                    <a:pt x="6585" y="4789"/>
                    <a:pt x="6680" y="4915"/>
                    <a:pt x="6680" y="5072"/>
                  </a:cubicBezTo>
                  <a:lnTo>
                    <a:pt x="6680" y="7876"/>
                  </a:lnTo>
                  <a:cubicBezTo>
                    <a:pt x="6680" y="8097"/>
                    <a:pt x="6459" y="8286"/>
                    <a:pt x="6239" y="8286"/>
                  </a:cubicBezTo>
                  <a:lnTo>
                    <a:pt x="1229" y="8286"/>
                  </a:lnTo>
                  <a:cubicBezTo>
                    <a:pt x="1009" y="8286"/>
                    <a:pt x="788" y="8097"/>
                    <a:pt x="788" y="7876"/>
                  </a:cubicBezTo>
                  <a:lnTo>
                    <a:pt x="788" y="5072"/>
                  </a:lnTo>
                  <a:lnTo>
                    <a:pt x="851" y="5072"/>
                  </a:lnTo>
                  <a:cubicBezTo>
                    <a:pt x="851" y="4915"/>
                    <a:pt x="914" y="4757"/>
                    <a:pt x="1072" y="4726"/>
                  </a:cubicBezTo>
                  <a:lnTo>
                    <a:pt x="2175" y="4159"/>
                  </a:lnTo>
                  <a:close/>
                  <a:moveTo>
                    <a:pt x="2112" y="0"/>
                  </a:moveTo>
                  <a:cubicBezTo>
                    <a:pt x="1418" y="0"/>
                    <a:pt x="851" y="536"/>
                    <a:pt x="851" y="1260"/>
                  </a:cubicBezTo>
                  <a:cubicBezTo>
                    <a:pt x="851" y="1796"/>
                    <a:pt x="1198" y="2237"/>
                    <a:pt x="1671" y="2426"/>
                  </a:cubicBezTo>
                  <a:lnTo>
                    <a:pt x="1671" y="3497"/>
                  </a:lnTo>
                  <a:lnTo>
                    <a:pt x="694" y="3970"/>
                  </a:lnTo>
                  <a:cubicBezTo>
                    <a:pt x="253" y="4159"/>
                    <a:pt x="1" y="4600"/>
                    <a:pt x="1" y="5072"/>
                  </a:cubicBezTo>
                  <a:lnTo>
                    <a:pt x="1" y="7876"/>
                  </a:lnTo>
                  <a:cubicBezTo>
                    <a:pt x="1" y="8538"/>
                    <a:pt x="568" y="9136"/>
                    <a:pt x="1261" y="9136"/>
                  </a:cubicBezTo>
                  <a:lnTo>
                    <a:pt x="6270" y="9136"/>
                  </a:lnTo>
                  <a:cubicBezTo>
                    <a:pt x="6963" y="9136"/>
                    <a:pt x="7530" y="8538"/>
                    <a:pt x="7530" y="7876"/>
                  </a:cubicBezTo>
                  <a:lnTo>
                    <a:pt x="7530" y="5072"/>
                  </a:lnTo>
                  <a:cubicBezTo>
                    <a:pt x="7530" y="4600"/>
                    <a:pt x="7247" y="4159"/>
                    <a:pt x="6869" y="3970"/>
                  </a:cubicBezTo>
                  <a:lnTo>
                    <a:pt x="5892" y="3497"/>
                  </a:lnTo>
                  <a:lnTo>
                    <a:pt x="5892" y="2426"/>
                  </a:lnTo>
                  <a:cubicBezTo>
                    <a:pt x="6365" y="2268"/>
                    <a:pt x="6711" y="1796"/>
                    <a:pt x="6711" y="1260"/>
                  </a:cubicBezTo>
                  <a:cubicBezTo>
                    <a:pt x="6711" y="567"/>
                    <a:pt x="6144" y="0"/>
                    <a:pt x="54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528" name="Google Shape;15528;p85"/>
            <p:cNvSpPr/>
            <p:nvPr/>
          </p:nvSpPr>
          <p:spPr>
            <a:xfrm>
              <a:off x="-12451300" y="1640225"/>
              <a:ext cx="144150" cy="350500"/>
            </a:xfrm>
            <a:custGeom>
              <a:avLst/>
              <a:gdLst/>
              <a:ahLst/>
              <a:cxnLst/>
              <a:rect l="l" t="t" r="r" b="b"/>
              <a:pathLst>
                <a:path w="5766" h="14020" extrusionOk="0">
                  <a:moveTo>
                    <a:pt x="2836" y="788"/>
                  </a:moveTo>
                  <a:cubicBezTo>
                    <a:pt x="3970" y="788"/>
                    <a:pt x="4915" y="1733"/>
                    <a:pt x="4915" y="2867"/>
                  </a:cubicBezTo>
                  <a:lnTo>
                    <a:pt x="4915" y="4285"/>
                  </a:lnTo>
                  <a:lnTo>
                    <a:pt x="3246" y="5388"/>
                  </a:lnTo>
                  <a:lnTo>
                    <a:pt x="3246" y="4569"/>
                  </a:lnTo>
                  <a:lnTo>
                    <a:pt x="3246" y="2048"/>
                  </a:lnTo>
                  <a:cubicBezTo>
                    <a:pt x="3246" y="1828"/>
                    <a:pt x="3057" y="1607"/>
                    <a:pt x="2836" y="1607"/>
                  </a:cubicBezTo>
                  <a:cubicBezTo>
                    <a:pt x="2584" y="1607"/>
                    <a:pt x="2426" y="1828"/>
                    <a:pt x="2426" y="2048"/>
                  </a:cubicBezTo>
                  <a:lnTo>
                    <a:pt x="2426" y="3781"/>
                  </a:lnTo>
                  <a:lnTo>
                    <a:pt x="788" y="2678"/>
                  </a:lnTo>
                  <a:cubicBezTo>
                    <a:pt x="914" y="1607"/>
                    <a:pt x="1765" y="788"/>
                    <a:pt x="2836" y="788"/>
                  </a:cubicBezTo>
                  <a:close/>
                  <a:moveTo>
                    <a:pt x="788" y="3655"/>
                  </a:moveTo>
                  <a:lnTo>
                    <a:pt x="2426" y="4758"/>
                  </a:lnTo>
                  <a:lnTo>
                    <a:pt x="2426" y="7089"/>
                  </a:lnTo>
                  <a:lnTo>
                    <a:pt x="788" y="5986"/>
                  </a:lnTo>
                  <a:lnTo>
                    <a:pt x="788" y="3655"/>
                  </a:lnTo>
                  <a:close/>
                  <a:moveTo>
                    <a:pt x="4915" y="5325"/>
                  </a:moveTo>
                  <a:lnTo>
                    <a:pt x="4915" y="7656"/>
                  </a:lnTo>
                  <a:lnTo>
                    <a:pt x="3277" y="8759"/>
                  </a:lnTo>
                  <a:lnTo>
                    <a:pt x="3277" y="6427"/>
                  </a:lnTo>
                  <a:lnTo>
                    <a:pt x="4915" y="5325"/>
                  </a:lnTo>
                  <a:close/>
                  <a:moveTo>
                    <a:pt x="788" y="7026"/>
                  </a:moveTo>
                  <a:lnTo>
                    <a:pt x="2426" y="8129"/>
                  </a:lnTo>
                  <a:lnTo>
                    <a:pt x="2426" y="11027"/>
                  </a:lnTo>
                  <a:lnTo>
                    <a:pt x="1355" y="9956"/>
                  </a:lnTo>
                  <a:cubicBezTo>
                    <a:pt x="977" y="9578"/>
                    <a:pt x="788" y="9074"/>
                    <a:pt x="788" y="8507"/>
                  </a:cubicBezTo>
                  <a:lnTo>
                    <a:pt x="788" y="7026"/>
                  </a:lnTo>
                  <a:close/>
                  <a:moveTo>
                    <a:pt x="4884" y="8664"/>
                  </a:moveTo>
                  <a:cubicBezTo>
                    <a:pt x="4884" y="9137"/>
                    <a:pt x="4632" y="9609"/>
                    <a:pt x="4285" y="9956"/>
                  </a:cubicBezTo>
                  <a:lnTo>
                    <a:pt x="3214" y="11027"/>
                  </a:lnTo>
                  <a:lnTo>
                    <a:pt x="3214" y="9767"/>
                  </a:lnTo>
                  <a:lnTo>
                    <a:pt x="4884" y="8664"/>
                  </a:lnTo>
                  <a:close/>
                  <a:moveTo>
                    <a:pt x="2868" y="0"/>
                  </a:moveTo>
                  <a:cubicBezTo>
                    <a:pt x="1292" y="0"/>
                    <a:pt x="1" y="1292"/>
                    <a:pt x="1" y="2930"/>
                  </a:cubicBezTo>
                  <a:lnTo>
                    <a:pt x="1" y="2962"/>
                  </a:lnTo>
                  <a:lnTo>
                    <a:pt x="1" y="8475"/>
                  </a:lnTo>
                  <a:cubicBezTo>
                    <a:pt x="1" y="9263"/>
                    <a:pt x="316" y="9956"/>
                    <a:pt x="851" y="10523"/>
                  </a:cubicBezTo>
                  <a:lnTo>
                    <a:pt x="2489" y="12130"/>
                  </a:lnTo>
                  <a:lnTo>
                    <a:pt x="2489" y="13642"/>
                  </a:lnTo>
                  <a:cubicBezTo>
                    <a:pt x="2489" y="13862"/>
                    <a:pt x="2679" y="14020"/>
                    <a:pt x="2868" y="14020"/>
                  </a:cubicBezTo>
                  <a:cubicBezTo>
                    <a:pt x="3057" y="14020"/>
                    <a:pt x="3309" y="13831"/>
                    <a:pt x="3309" y="13642"/>
                  </a:cubicBezTo>
                  <a:lnTo>
                    <a:pt x="3309" y="12130"/>
                  </a:lnTo>
                  <a:lnTo>
                    <a:pt x="4915" y="10523"/>
                  </a:lnTo>
                  <a:cubicBezTo>
                    <a:pt x="5451" y="9956"/>
                    <a:pt x="5766" y="9263"/>
                    <a:pt x="5766" y="8475"/>
                  </a:cubicBezTo>
                  <a:cubicBezTo>
                    <a:pt x="5734" y="8223"/>
                    <a:pt x="5734" y="3119"/>
                    <a:pt x="5734" y="2930"/>
                  </a:cubicBezTo>
                  <a:cubicBezTo>
                    <a:pt x="5734" y="1292"/>
                    <a:pt x="4443" y="0"/>
                    <a:pt x="28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529" name="Google Shape;15529;p85"/>
            <p:cNvSpPr/>
            <p:nvPr/>
          </p:nvSpPr>
          <p:spPr>
            <a:xfrm>
              <a:off x="-12619850" y="1887525"/>
              <a:ext cx="104000" cy="63050"/>
            </a:xfrm>
            <a:custGeom>
              <a:avLst/>
              <a:gdLst/>
              <a:ahLst/>
              <a:cxnLst/>
              <a:rect l="l" t="t" r="r" b="b"/>
              <a:pathLst>
                <a:path w="4160" h="2522" extrusionOk="0">
                  <a:moveTo>
                    <a:pt x="3340" y="851"/>
                  </a:moveTo>
                  <a:lnTo>
                    <a:pt x="3340" y="1702"/>
                  </a:lnTo>
                  <a:lnTo>
                    <a:pt x="820" y="1702"/>
                  </a:lnTo>
                  <a:lnTo>
                    <a:pt x="820" y="851"/>
                  </a:lnTo>
                  <a:close/>
                  <a:moveTo>
                    <a:pt x="442" y="1"/>
                  </a:moveTo>
                  <a:cubicBezTo>
                    <a:pt x="190" y="1"/>
                    <a:pt x="1" y="190"/>
                    <a:pt x="1" y="442"/>
                  </a:cubicBezTo>
                  <a:lnTo>
                    <a:pt x="1" y="2080"/>
                  </a:lnTo>
                  <a:cubicBezTo>
                    <a:pt x="1" y="2332"/>
                    <a:pt x="190" y="2521"/>
                    <a:pt x="442" y="2521"/>
                  </a:cubicBezTo>
                  <a:lnTo>
                    <a:pt x="3781" y="2521"/>
                  </a:lnTo>
                  <a:cubicBezTo>
                    <a:pt x="4002" y="2521"/>
                    <a:pt x="4159" y="2332"/>
                    <a:pt x="4159" y="2080"/>
                  </a:cubicBezTo>
                  <a:lnTo>
                    <a:pt x="4159" y="442"/>
                  </a:lnTo>
                  <a:cubicBezTo>
                    <a:pt x="4159" y="190"/>
                    <a:pt x="3970" y="1"/>
                    <a:pt x="3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530" name="Google Shape;15530;p85"/>
          <p:cNvGrpSpPr/>
          <p:nvPr/>
        </p:nvGrpSpPr>
        <p:grpSpPr>
          <a:xfrm>
            <a:off x="6208857" y="1732231"/>
            <a:ext cx="341579" cy="299374"/>
            <a:chOff x="-12660025" y="2096250"/>
            <a:chExt cx="353675" cy="309975"/>
          </a:xfrm>
        </p:grpSpPr>
        <p:sp>
          <p:nvSpPr>
            <p:cNvPr id="15531" name="Google Shape;15531;p85"/>
            <p:cNvSpPr/>
            <p:nvPr/>
          </p:nvSpPr>
          <p:spPr>
            <a:xfrm>
              <a:off x="-12619850" y="2136425"/>
              <a:ext cx="63025" cy="62250"/>
            </a:xfrm>
            <a:custGeom>
              <a:avLst/>
              <a:gdLst/>
              <a:ahLst/>
              <a:cxnLst/>
              <a:rect l="l" t="t" r="r" b="b"/>
              <a:pathLst>
                <a:path w="2521" h="2490" extrusionOk="0">
                  <a:moveTo>
                    <a:pt x="1261" y="819"/>
                  </a:moveTo>
                  <a:cubicBezTo>
                    <a:pt x="1481" y="819"/>
                    <a:pt x="1702" y="1040"/>
                    <a:pt x="1702" y="1261"/>
                  </a:cubicBezTo>
                  <a:cubicBezTo>
                    <a:pt x="1702" y="1513"/>
                    <a:pt x="1481" y="1702"/>
                    <a:pt x="1261" y="1702"/>
                  </a:cubicBezTo>
                  <a:cubicBezTo>
                    <a:pt x="1040" y="1702"/>
                    <a:pt x="851" y="1513"/>
                    <a:pt x="851" y="1261"/>
                  </a:cubicBezTo>
                  <a:cubicBezTo>
                    <a:pt x="820" y="1040"/>
                    <a:pt x="1009" y="819"/>
                    <a:pt x="1261" y="819"/>
                  </a:cubicBezTo>
                  <a:close/>
                  <a:moveTo>
                    <a:pt x="1261" y="0"/>
                  </a:moveTo>
                  <a:cubicBezTo>
                    <a:pt x="568" y="0"/>
                    <a:pt x="1" y="567"/>
                    <a:pt x="1" y="1229"/>
                  </a:cubicBezTo>
                  <a:cubicBezTo>
                    <a:pt x="1" y="1922"/>
                    <a:pt x="568" y="2489"/>
                    <a:pt x="1261" y="2489"/>
                  </a:cubicBezTo>
                  <a:cubicBezTo>
                    <a:pt x="1922" y="2489"/>
                    <a:pt x="2521" y="1922"/>
                    <a:pt x="2521" y="1229"/>
                  </a:cubicBezTo>
                  <a:cubicBezTo>
                    <a:pt x="2521" y="567"/>
                    <a:pt x="1954" y="0"/>
                    <a:pt x="12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532" name="Google Shape;15532;p85"/>
            <p:cNvSpPr/>
            <p:nvPr/>
          </p:nvSpPr>
          <p:spPr>
            <a:xfrm>
              <a:off x="-12496200" y="2136425"/>
              <a:ext cx="63050" cy="62250"/>
            </a:xfrm>
            <a:custGeom>
              <a:avLst/>
              <a:gdLst/>
              <a:ahLst/>
              <a:cxnLst/>
              <a:rect l="l" t="t" r="r" b="b"/>
              <a:pathLst>
                <a:path w="2522" h="2490" extrusionOk="0">
                  <a:moveTo>
                    <a:pt x="1261" y="819"/>
                  </a:moveTo>
                  <a:cubicBezTo>
                    <a:pt x="1513" y="819"/>
                    <a:pt x="1702" y="1040"/>
                    <a:pt x="1702" y="1261"/>
                  </a:cubicBezTo>
                  <a:cubicBezTo>
                    <a:pt x="1702" y="1513"/>
                    <a:pt x="1513" y="1702"/>
                    <a:pt x="1261" y="1702"/>
                  </a:cubicBezTo>
                  <a:cubicBezTo>
                    <a:pt x="1040" y="1702"/>
                    <a:pt x="883" y="1513"/>
                    <a:pt x="883" y="1261"/>
                  </a:cubicBezTo>
                  <a:cubicBezTo>
                    <a:pt x="851" y="1040"/>
                    <a:pt x="1040" y="819"/>
                    <a:pt x="1261" y="819"/>
                  </a:cubicBezTo>
                  <a:close/>
                  <a:moveTo>
                    <a:pt x="1261" y="0"/>
                  </a:moveTo>
                  <a:cubicBezTo>
                    <a:pt x="568" y="0"/>
                    <a:pt x="64" y="567"/>
                    <a:pt x="64" y="1229"/>
                  </a:cubicBezTo>
                  <a:cubicBezTo>
                    <a:pt x="1" y="1922"/>
                    <a:pt x="568" y="2489"/>
                    <a:pt x="1261" y="2489"/>
                  </a:cubicBezTo>
                  <a:cubicBezTo>
                    <a:pt x="1954" y="2489"/>
                    <a:pt x="2521" y="1922"/>
                    <a:pt x="2521" y="1229"/>
                  </a:cubicBezTo>
                  <a:cubicBezTo>
                    <a:pt x="2521" y="567"/>
                    <a:pt x="1986" y="0"/>
                    <a:pt x="12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533" name="Google Shape;15533;p85"/>
            <p:cNvSpPr/>
            <p:nvPr/>
          </p:nvSpPr>
          <p:spPr>
            <a:xfrm>
              <a:off x="-12453650" y="2261650"/>
              <a:ext cx="19700" cy="19725"/>
            </a:xfrm>
            <a:custGeom>
              <a:avLst/>
              <a:gdLst/>
              <a:ahLst/>
              <a:cxnLst/>
              <a:rect l="l" t="t" r="r" b="b"/>
              <a:pathLst>
                <a:path w="788" h="789" extrusionOk="0">
                  <a:moveTo>
                    <a:pt x="410" y="1"/>
                  </a:moveTo>
                  <a:cubicBezTo>
                    <a:pt x="189" y="1"/>
                    <a:pt x="0" y="158"/>
                    <a:pt x="0" y="379"/>
                  </a:cubicBezTo>
                  <a:cubicBezTo>
                    <a:pt x="0" y="599"/>
                    <a:pt x="189" y="788"/>
                    <a:pt x="410" y="788"/>
                  </a:cubicBezTo>
                  <a:cubicBezTo>
                    <a:pt x="630" y="788"/>
                    <a:pt x="788" y="599"/>
                    <a:pt x="788" y="379"/>
                  </a:cubicBezTo>
                  <a:cubicBezTo>
                    <a:pt x="788" y="158"/>
                    <a:pt x="630"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534" name="Google Shape;15534;p85"/>
            <p:cNvSpPr/>
            <p:nvPr/>
          </p:nvSpPr>
          <p:spPr>
            <a:xfrm>
              <a:off x="-12494625" y="2261650"/>
              <a:ext cx="19725" cy="19725"/>
            </a:xfrm>
            <a:custGeom>
              <a:avLst/>
              <a:gdLst/>
              <a:ahLst/>
              <a:cxnLst/>
              <a:rect l="l" t="t" r="r" b="b"/>
              <a:pathLst>
                <a:path w="789" h="789" extrusionOk="0">
                  <a:moveTo>
                    <a:pt x="379" y="1"/>
                  </a:moveTo>
                  <a:cubicBezTo>
                    <a:pt x="158" y="1"/>
                    <a:pt x="1" y="158"/>
                    <a:pt x="1" y="379"/>
                  </a:cubicBezTo>
                  <a:cubicBezTo>
                    <a:pt x="1" y="599"/>
                    <a:pt x="158" y="788"/>
                    <a:pt x="379" y="788"/>
                  </a:cubicBezTo>
                  <a:cubicBezTo>
                    <a:pt x="599" y="788"/>
                    <a:pt x="788" y="599"/>
                    <a:pt x="788" y="379"/>
                  </a:cubicBezTo>
                  <a:cubicBezTo>
                    <a:pt x="788" y="158"/>
                    <a:pt x="599"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535" name="Google Shape;15535;p85"/>
            <p:cNvSpPr/>
            <p:nvPr/>
          </p:nvSpPr>
          <p:spPr>
            <a:xfrm>
              <a:off x="-12619850" y="2301825"/>
              <a:ext cx="103200" cy="60675"/>
            </a:xfrm>
            <a:custGeom>
              <a:avLst/>
              <a:gdLst/>
              <a:ahLst/>
              <a:cxnLst/>
              <a:rect l="l" t="t" r="r" b="b"/>
              <a:pathLst>
                <a:path w="4128" h="2427" extrusionOk="0">
                  <a:moveTo>
                    <a:pt x="3309" y="819"/>
                  </a:moveTo>
                  <a:lnTo>
                    <a:pt x="3309" y="1670"/>
                  </a:lnTo>
                  <a:lnTo>
                    <a:pt x="820" y="1670"/>
                  </a:lnTo>
                  <a:lnTo>
                    <a:pt x="820" y="819"/>
                  </a:lnTo>
                  <a:close/>
                  <a:moveTo>
                    <a:pt x="442" y="0"/>
                  </a:moveTo>
                  <a:cubicBezTo>
                    <a:pt x="190" y="0"/>
                    <a:pt x="1" y="189"/>
                    <a:pt x="1" y="410"/>
                  </a:cubicBezTo>
                  <a:lnTo>
                    <a:pt x="1" y="2048"/>
                  </a:lnTo>
                  <a:cubicBezTo>
                    <a:pt x="1" y="2269"/>
                    <a:pt x="190" y="2426"/>
                    <a:pt x="442" y="2426"/>
                  </a:cubicBezTo>
                  <a:lnTo>
                    <a:pt x="3750" y="2426"/>
                  </a:lnTo>
                  <a:cubicBezTo>
                    <a:pt x="3970" y="2426"/>
                    <a:pt x="4128" y="2237"/>
                    <a:pt x="4128" y="2048"/>
                  </a:cubicBezTo>
                  <a:lnTo>
                    <a:pt x="4128" y="410"/>
                  </a:lnTo>
                  <a:cubicBezTo>
                    <a:pt x="4128" y="189"/>
                    <a:pt x="3970" y="0"/>
                    <a:pt x="37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536" name="Google Shape;15536;p85"/>
            <p:cNvSpPr/>
            <p:nvPr/>
          </p:nvSpPr>
          <p:spPr>
            <a:xfrm>
              <a:off x="-12660025" y="2096250"/>
              <a:ext cx="353675" cy="309975"/>
            </a:xfrm>
            <a:custGeom>
              <a:avLst/>
              <a:gdLst/>
              <a:ahLst/>
              <a:cxnLst/>
              <a:rect l="l" t="t" r="r" b="b"/>
              <a:pathLst>
                <a:path w="14147" h="12399" extrusionOk="0">
                  <a:moveTo>
                    <a:pt x="5357" y="4317"/>
                  </a:moveTo>
                  <a:cubicBezTo>
                    <a:pt x="5451" y="4569"/>
                    <a:pt x="5609" y="4758"/>
                    <a:pt x="5766" y="4915"/>
                  </a:cubicBezTo>
                  <a:lnTo>
                    <a:pt x="4884" y="4915"/>
                  </a:lnTo>
                  <a:cubicBezTo>
                    <a:pt x="5042" y="4758"/>
                    <a:pt x="5199" y="4569"/>
                    <a:pt x="5357" y="4317"/>
                  </a:cubicBezTo>
                  <a:close/>
                  <a:moveTo>
                    <a:pt x="2868" y="788"/>
                  </a:moveTo>
                  <a:cubicBezTo>
                    <a:pt x="4002" y="788"/>
                    <a:pt x="4947" y="1733"/>
                    <a:pt x="4947" y="2868"/>
                  </a:cubicBezTo>
                  <a:cubicBezTo>
                    <a:pt x="4947" y="4002"/>
                    <a:pt x="4002" y="4947"/>
                    <a:pt x="2868" y="4947"/>
                  </a:cubicBezTo>
                  <a:cubicBezTo>
                    <a:pt x="1734" y="4915"/>
                    <a:pt x="788" y="4002"/>
                    <a:pt x="788" y="2868"/>
                  </a:cubicBezTo>
                  <a:cubicBezTo>
                    <a:pt x="788" y="1733"/>
                    <a:pt x="1734" y="788"/>
                    <a:pt x="2868" y="788"/>
                  </a:cubicBezTo>
                  <a:close/>
                  <a:moveTo>
                    <a:pt x="7814" y="788"/>
                  </a:moveTo>
                  <a:cubicBezTo>
                    <a:pt x="8980" y="788"/>
                    <a:pt x="9925" y="1733"/>
                    <a:pt x="9925" y="2868"/>
                  </a:cubicBezTo>
                  <a:cubicBezTo>
                    <a:pt x="9925" y="4002"/>
                    <a:pt x="8980" y="4947"/>
                    <a:pt x="7814" y="4947"/>
                  </a:cubicBezTo>
                  <a:cubicBezTo>
                    <a:pt x="6680" y="4947"/>
                    <a:pt x="5735" y="4002"/>
                    <a:pt x="5735" y="2868"/>
                  </a:cubicBezTo>
                  <a:cubicBezTo>
                    <a:pt x="5735" y="1733"/>
                    <a:pt x="6680" y="788"/>
                    <a:pt x="7814" y="788"/>
                  </a:cubicBezTo>
                  <a:close/>
                  <a:moveTo>
                    <a:pt x="13264" y="5987"/>
                  </a:moveTo>
                  <a:lnTo>
                    <a:pt x="13264" y="11311"/>
                  </a:lnTo>
                  <a:lnTo>
                    <a:pt x="10744" y="10051"/>
                  </a:lnTo>
                  <a:lnTo>
                    <a:pt x="10744" y="7247"/>
                  </a:lnTo>
                  <a:lnTo>
                    <a:pt x="13264" y="5987"/>
                  </a:lnTo>
                  <a:close/>
                  <a:moveTo>
                    <a:pt x="9484" y="5734"/>
                  </a:moveTo>
                  <a:cubicBezTo>
                    <a:pt x="9704" y="5734"/>
                    <a:pt x="9862" y="5955"/>
                    <a:pt x="9862" y="6176"/>
                  </a:cubicBezTo>
                  <a:lnTo>
                    <a:pt x="9862" y="11153"/>
                  </a:lnTo>
                  <a:cubicBezTo>
                    <a:pt x="9862" y="11374"/>
                    <a:pt x="9673" y="11563"/>
                    <a:pt x="9484" y="11563"/>
                  </a:cubicBezTo>
                  <a:lnTo>
                    <a:pt x="1198" y="11563"/>
                  </a:lnTo>
                  <a:cubicBezTo>
                    <a:pt x="977" y="11563"/>
                    <a:pt x="788" y="11374"/>
                    <a:pt x="788" y="11153"/>
                  </a:cubicBezTo>
                  <a:lnTo>
                    <a:pt x="788" y="6176"/>
                  </a:lnTo>
                  <a:cubicBezTo>
                    <a:pt x="788" y="5955"/>
                    <a:pt x="977" y="5734"/>
                    <a:pt x="1198" y="5734"/>
                  </a:cubicBezTo>
                  <a:close/>
                  <a:moveTo>
                    <a:pt x="2868" y="1"/>
                  </a:moveTo>
                  <a:cubicBezTo>
                    <a:pt x="1261" y="1"/>
                    <a:pt x="1" y="1292"/>
                    <a:pt x="1" y="2868"/>
                  </a:cubicBezTo>
                  <a:cubicBezTo>
                    <a:pt x="1" y="3687"/>
                    <a:pt x="347" y="4443"/>
                    <a:pt x="883" y="5010"/>
                  </a:cubicBezTo>
                  <a:cubicBezTo>
                    <a:pt x="379" y="5167"/>
                    <a:pt x="1" y="5640"/>
                    <a:pt x="1" y="6176"/>
                  </a:cubicBezTo>
                  <a:lnTo>
                    <a:pt x="1" y="11153"/>
                  </a:lnTo>
                  <a:cubicBezTo>
                    <a:pt x="1" y="11815"/>
                    <a:pt x="536" y="12382"/>
                    <a:pt x="1261" y="12382"/>
                  </a:cubicBezTo>
                  <a:lnTo>
                    <a:pt x="9515" y="12382"/>
                  </a:lnTo>
                  <a:cubicBezTo>
                    <a:pt x="10208" y="12382"/>
                    <a:pt x="10775" y="11846"/>
                    <a:pt x="10775" y="11153"/>
                  </a:cubicBezTo>
                  <a:lnTo>
                    <a:pt x="10775" y="10996"/>
                  </a:lnTo>
                  <a:lnTo>
                    <a:pt x="13548" y="12350"/>
                  </a:lnTo>
                  <a:cubicBezTo>
                    <a:pt x="13594" y="12385"/>
                    <a:pt x="13645" y="12399"/>
                    <a:pt x="13695" y="12399"/>
                  </a:cubicBezTo>
                  <a:cubicBezTo>
                    <a:pt x="13781" y="12399"/>
                    <a:pt x="13866" y="12359"/>
                    <a:pt x="13926" y="12319"/>
                  </a:cubicBezTo>
                  <a:cubicBezTo>
                    <a:pt x="14052" y="12256"/>
                    <a:pt x="14146" y="12130"/>
                    <a:pt x="14146" y="11972"/>
                  </a:cubicBezTo>
                  <a:lnTo>
                    <a:pt x="14146" y="5356"/>
                  </a:lnTo>
                  <a:cubicBezTo>
                    <a:pt x="14083" y="5199"/>
                    <a:pt x="14020" y="5073"/>
                    <a:pt x="13894" y="5010"/>
                  </a:cubicBezTo>
                  <a:cubicBezTo>
                    <a:pt x="13815" y="4950"/>
                    <a:pt x="13722" y="4928"/>
                    <a:pt x="13633" y="4928"/>
                  </a:cubicBezTo>
                  <a:cubicBezTo>
                    <a:pt x="13581" y="4928"/>
                    <a:pt x="13531" y="4935"/>
                    <a:pt x="13485" y="4947"/>
                  </a:cubicBezTo>
                  <a:lnTo>
                    <a:pt x="10744" y="6333"/>
                  </a:lnTo>
                  <a:lnTo>
                    <a:pt x="10744" y="6176"/>
                  </a:lnTo>
                  <a:cubicBezTo>
                    <a:pt x="10744" y="5577"/>
                    <a:pt x="10334" y="5104"/>
                    <a:pt x="9830" y="5010"/>
                  </a:cubicBezTo>
                  <a:cubicBezTo>
                    <a:pt x="10397" y="4474"/>
                    <a:pt x="10744" y="3750"/>
                    <a:pt x="10744" y="2868"/>
                  </a:cubicBezTo>
                  <a:cubicBezTo>
                    <a:pt x="10744" y="1261"/>
                    <a:pt x="9452" y="1"/>
                    <a:pt x="7814" y="1"/>
                  </a:cubicBezTo>
                  <a:cubicBezTo>
                    <a:pt x="6774" y="1"/>
                    <a:pt x="5861" y="536"/>
                    <a:pt x="5357" y="1418"/>
                  </a:cubicBezTo>
                  <a:cubicBezTo>
                    <a:pt x="4821" y="599"/>
                    <a:pt x="3939" y="1"/>
                    <a:pt x="28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537" name="Google Shape;15537;p85"/>
          <p:cNvGrpSpPr/>
          <p:nvPr/>
        </p:nvGrpSpPr>
        <p:grpSpPr>
          <a:xfrm>
            <a:off x="6207335" y="2119527"/>
            <a:ext cx="344622" cy="341941"/>
            <a:chOff x="-12663175" y="2506800"/>
            <a:chExt cx="356825" cy="354050"/>
          </a:xfrm>
        </p:grpSpPr>
        <p:sp>
          <p:nvSpPr>
            <p:cNvPr id="15538" name="Google Shape;15538;p85"/>
            <p:cNvSpPr/>
            <p:nvPr/>
          </p:nvSpPr>
          <p:spPr>
            <a:xfrm>
              <a:off x="-12663175" y="2506800"/>
              <a:ext cx="356825" cy="354050"/>
            </a:xfrm>
            <a:custGeom>
              <a:avLst/>
              <a:gdLst/>
              <a:ahLst/>
              <a:cxnLst/>
              <a:rect l="l" t="t" r="r" b="b"/>
              <a:pathLst>
                <a:path w="14273" h="14162" extrusionOk="0">
                  <a:moveTo>
                    <a:pt x="9074" y="969"/>
                  </a:moveTo>
                  <a:lnTo>
                    <a:pt x="9169" y="1095"/>
                  </a:lnTo>
                  <a:cubicBezTo>
                    <a:pt x="8980" y="1536"/>
                    <a:pt x="9011" y="2135"/>
                    <a:pt x="9421" y="2513"/>
                  </a:cubicBezTo>
                  <a:cubicBezTo>
                    <a:pt x="9658" y="2770"/>
                    <a:pt x="9969" y="2890"/>
                    <a:pt x="10284" y="2890"/>
                  </a:cubicBezTo>
                  <a:cubicBezTo>
                    <a:pt x="10472" y="2890"/>
                    <a:pt x="10662" y="2847"/>
                    <a:pt x="10838" y="2765"/>
                  </a:cubicBezTo>
                  <a:lnTo>
                    <a:pt x="11500" y="3427"/>
                  </a:lnTo>
                  <a:cubicBezTo>
                    <a:pt x="11280" y="3899"/>
                    <a:pt x="11343" y="4435"/>
                    <a:pt x="11752" y="4844"/>
                  </a:cubicBezTo>
                  <a:cubicBezTo>
                    <a:pt x="11988" y="5080"/>
                    <a:pt x="12297" y="5206"/>
                    <a:pt x="12603" y="5206"/>
                  </a:cubicBezTo>
                  <a:cubicBezTo>
                    <a:pt x="12788" y="5206"/>
                    <a:pt x="12972" y="5160"/>
                    <a:pt x="13138" y="5065"/>
                  </a:cubicBezTo>
                  <a:lnTo>
                    <a:pt x="13264" y="5191"/>
                  </a:lnTo>
                  <a:cubicBezTo>
                    <a:pt x="13107" y="5537"/>
                    <a:pt x="13107" y="5947"/>
                    <a:pt x="13264" y="6262"/>
                  </a:cubicBezTo>
                  <a:lnTo>
                    <a:pt x="12445" y="7081"/>
                  </a:lnTo>
                  <a:lnTo>
                    <a:pt x="12162" y="6798"/>
                  </a:lnTo>
                  <a:cubicBezTo>
                    <a:pt x="12083" y="6719"/>
                    <a:pt x="11981" y="6680"/>
                    <a:pt x="11874" y="6680"/>
                  </a:cubicBezTo>
                  <a:cubicBezTo>
                    <a:pt x="11768" y="6680"/>
                    <a:pt x="11658" y="6719"/>
                    <a:pt x="11563" y="6798"/>
                  </a:cubicBezTo>
                  <a:cubicBezTo>
                    <a:pt x="11406" y="6955"/>
                    <a:pt x="11406" y="7239"/>
                    <a:pt x="11563" y="7396"/>
                  </a:cubicBezTo>
                  <a:lnTo>
                    <a:pt x="11847" y="7680"/>
                  </a:lnTo>
                  <a:lnTo>
                    <a:pt x="6333" y="13193"/>
                  </a:lnTo>
                  <a:cubicBezTo>
                    <a:pt x="6160" y="13114"/>
                    <a:pt x="5971" y="13075"/>
                    <a:pt x="5786" y="13075"/>
                  </a:cubicBezTo>
                  <a:cubicBezTo>
                    <a:pt x="5601" y="13075"/>
                    <a:pt x="5420" y="13114"/>
                    <a:pt x="5262" y="13193"/>
                  </a:cubicBezTo>
                  <a:lnTo>
                    <a:pt x="5168" y="13067"/>
                  </a:lnTo>
                  <a:cubicBezTo>
                    <a:pt x="5357" y="12626"/>
                    <a:pt x="5325" y="12059"/>
                    <a:pt x="4916" y="11649"/>
                  </a:cubicBezTo>
                  <a:cubicBezTo>
                    <a:pt x="4680" y="11414"/>
                    <a:pt x="4371" y="11288"/>
                    <a:pt x="4057" y="11288"/>
                  </a:cubicBezTo>
                  <a:cubicBezTo>
                    <a:pt x="3867" y="11288"/>
                    <a:pt x="3676" y="11334"/>
                    <a:pt x="3498" y="11429"/>
                  </a:cubicBezTo>
                  <a:lnTo>
                    <a:pt x="2836" y="10736"/>
                  </a:lnTo>
                  <a:cubicBezTo>
                    <a:pt x="3088" y="10263"/>
                    <a:pt x="2994" y="9728"/>
                    <a:pt x="2616" y="9318"/>
                  </a:cubicBezTo>
                  <a:cubicBezTo>
                    <a:pt x="2360" y="9082"/>
                    <a:pt x="2056" y="8957"/>
                    <a:pt x="1748" y="8957"/>
                  </a:cubicBezTo>
                  <a:cubicBezTo>
                    <a:pt x="1563" y="8957"/>
                    <a:pt x="1376" y="9003"/>
                    <a:pt x="1198" y="9098"/>
                  </a:cubicBezTo>
                  <a:lnTo>
                    <a:pt x="1072" y="8971"/>
                  </a:lnTo>
                  <a:cubicBezTo>
                    <a:pt x="1229" y="8625"/>
                    <a:pt x="1229" y="8215"/>
                    <a:pt x="1072" y="7900"/>
                  </a:cubicBezTo>
                  <a:lnTo>
                    <a:pt x="6585" y="2387"/>
                  </a:lnTo>
                  <a:lnTo>
                    <a:pt x="6869" y="2671"/>
                  </a:lnTo>
                  <a:cubicBezTo>
                    <a:pt x="6948" y="2749"/>
                    <a:pt x="7050" y="2789"/>
                    <a:pt x="7152" y="2789"/>
                  </a:cubicBezTo>
                  <a:cubicBezTo>
                    <a:pt x="7255" y="2789"/>
                    <a:pt x="7357" y="2749"/>
                    <a:pt x="7436" y="2671"/>
                  </a:cubicBezTo>
                  <a:cubicBezTo>
                    <a:pt x="7593" y="2513"/>
                    <a:pt x="7593" y="2229"/>
                    <a:pt x="7436" y="2072"/>
                  </a:cubicBezTo>
                  <a:lnTo>
                    <a:pt x="7184" y="1820"/>
                  </a:lnTo>
                  <a:lnTo>
                    <a:pt x="8003" y="969"/>
                  </a:lnTo>
                  <a:cubicBezTo>
                    <a:pt x="8176" y="1048"/>
                    <a:pt x="8365" y="1087"/>
                    <a:pt x="8550" y="1087"/>
                  </a:cubicBezTo>
                  <a:cubicBezTo>
                    <a:pt x="8735" y="1087"/>
                    <a:pt x="8917" y="1048"/>
                    <a:pt x="9074" y="969"/>
                  </a:cubicBezTo>
                  <a:close/>
                  <a:moveTo>
                    <a:pt x="7893" y="0"/>
                  </a:moveTo>
                  <a:cubicBezTo>
                    <a:pt x="7782" y="0"/>
                    <a:pt x="7672" y="40"/>
                    <a:pt x="7593" y="119"/>
                  </a:cubicBezTo>
                  <a:lnTo>
                    <a:pt x="158" y="7554"/>
                  </a:lnTo>
                  <a:cubicBezTo>
                    <a:pt x="1" y="7711"/>
                    <a:pt x="1" y="7995"/>
                    <a:pt x="158" y="8152"/>
                  </a:cubicBezTo>
                  <a:cubicBezTo>
                    <a:pt x="316" y="8310"/>
                    <a:pt x="316" y="8593"/>
                    <a:pt x="158" y="8751"/>
                  </a:cubicBezTo>
                  <a:cubicBezTo>
                    <a:pt x="1" y="8908"/>
                    <a:pt x="1" y="9161"/>
                    <a:pt x="158" y="9318"/>
                  </a:cubicBezTo>
                  <a:lnTo>
                    <a:pt x="757" y="9917"/>
                  </a:lnTo>
                  <a:cubicBezTo>
                    <a:pt x="836" y="9995"/>
                    <a:pt x="938" y="10035"/>
                    <a:pt x="1040" y="10035"/>
                  </a:cubicBezTo>
                  <a:cubicBezTo>
                    <a:pt x="1143" y="10035"/>
                    <a:pt x="1245" y="9995"/>
                    <a:pt x="1324" y="9917"/>
                  </a:cubicBezTo>
                  <a:cubicBezTo>
                    <a:pt x="1418" y="9838"/>
                    <a:pt x="1529" y="9798"/>
                    <a:pt x="1635" y="9798"/>
                  </a:cubicBezTo>
                  <a:cubicBezTo>
                    <a:pt x="1741" y="9798"/>
                    <a:pt x="1844" y="9838"/>
                    <a:pt x="1923" y="9917"/>
                  </a:cubicBezTo>
                  <a:cubicBezTo>
                    <a:pt x="2080" y="10074"/>
                    <a:pt x="2080" y="10358"/>
                    <a:pt x="1923" y="10515"/>
                  </a:cubicBezTo>
                  <a:cubicBezTo>
                    <a:pt x="1765" y="10673"/>
                    <a:pt x="1765" y="10956"/>
                    <a:pt x="1923" y="11114"/>
                  </a:cubicBezTo>
                  <a:lnTo>
                    <a:pt x="3120" y="12279"/>
                  </a:lnTo>
                  <a:cubicBezTo>
                    <a:pt x="3199" y="12358"/>
                    <a:pt x="3301" y="12398"/>
                    <a:pt x="3403" y="12398"/>
                  </a:cubicBezTo>
                  <a:cubicBezTo>
                    <a:pt x="3506" y="12398"/>
                    <a:pt x="3608" y="12358"/>
                    <a:pt x="3687" y="12279"/>
                  </a:cubicBezTo>
                  <a:cubicBezTo>
                    <a:pt x="3781" y="12201"/>
                    <a:pt x="3892" y="12161"/>
                    <a:pt x="3998" y="12161"/>
                  </a:cubicBezTo>
                  <a:cubicBezTo>
                    <a:pt x="4104" y="12161"/>
                    <a:pt x="4207" y="12201"/>
                    <a:pt x="4285" y="12279"/>
                  </a:cubicBezTo>
                  <a:cubicBezTo>
                    <a:pt x="4443" y="12437"/>
                    <a:pt x="4443" y="12721"/>
                    <a:pt x="4285" y="12878"/>
                  </a:cubicBezTo>
                  <a:cubicBezTo>
                    <a:pt x="4128" y="13036"/>
                    <a:pt x="4128" y="13319"/>
                    <a:pt x="4285" y="13477"/>
                  </a:cubicBezTo>
                  <a:lnTo>
                    <a:pt x="4884" y="14044"/>
                  </a:lnTo>
                  <a:cubicBezTo>
                    <a:pt x="4963" y="14123"/>
                    <a:pt x="5073" y="14162"/>
                    <a:pt x="5183" y="14162"/>
                  </a:cubicBezTo>
                  <a:cubicBezTo>
                    <a:pt x="5294" y="14162"/>
                    <a:pt x="5404" y="14123"/>
                    <a:pt x="5483" y="14044"/>
                  </a:cubicBezTo>
                  <a:cubicBezTo>
                    <a:pt x="5561" y="13965"/>
                    <a:pt x="5664" y="13926"/>
                    <a:pt x="5766" y="13926"/>
                  </a:cubicBezTo>
                  <a:cubicBezTo>
                    <a:pt x="5869" y="13926"/>
                    <a:pt x="5971" y="13965"/>
                    <a:pt x="6050" y="14044"/>
                  </a:cubicBezTo>
                  <a:cubicBezTo>
                    <a:pt x="6144" y="14123"/>
                    <a:pt x="6254" y="14162"/>
                    <a:pt x="6361" y="14162"/>
                  </a:cubicBezTo>
                  <a:cubicBezTo>
                    <a:pt x="6467" y="14162"/>
                    <a:pt x="6570" y="14123"/>
                    <a:pt x="6648" y="14044"/>
                  </a:cubicBezTo>
                  <a:lnTo>
                    <a:pt x="14115" y="6609"/>
                  </a:lnTo>
                  <a:cubicBezTo>
                    <a:pt x="14272" y="6451"/>
                    <a:pt x="14272" y="6168"/>
                    <a:pt x="14115" y="6010"/>
                  </a:cubicBezTo>
                  <a:cubicBezTo>
                    <a:pt x="13926" y="5853"/>
                    <a:pt x="13926" y="5600"/>
                    <a:pt x="14115" y="5443"/>
                  </a:cubicBezTo>
                  <a:cubicBezTo>
                    <a:pt x="14241" y="5285"/>
                    <a:pt x="14241" y="5002"/>
                    <a:pt x="14115" y="4844"/>
                  </a:cubicBezTo>
                  <a:lnTo>
                    <a:pt x="13516" y="4246"/>
                  </a:lnTo>
                  <a:cubicBezTo>
                    <a:pt x="13438" y="4167"/>
                    <a:pt x="13327" y="4128"/>
                    <a:pt x="13217" y="4128"/>
                  </a:cubicBezTo>
                  <a:cubicBezTo>
                    <a:pt x="13107" y="4128"/>
                    <a:pt x="12997" y="4167"/>
                    <a:pt x="12918" y="4246"/>
                  </a:cubicBezTo>
                  <a:cubicBezTo>
                    <a:pt x="12839" y="4325"/>
                    <a:pt x="12729" y="4364"/>
                    <a:pt x="12618" y="4364"/>
                  </a:cubicBezTo>
                  <a:cubicBezTo>
                    <a:pt x="12508" y="4364"/>
                    <a:pt x="12398" y="4325"/>
                    <a:pt x="12319" y="4246"/>
                  </a:cubicBezTo>
                  <a:cubicBezTo>
                    <a:pt x="12162" y="4088"/>
                    <a:pt x="12162" y="3805"/>
                    <a:pt x="12319" y="3647"/>
                  </a:cubicBezTo>
                  <a:cubicBezTo>
                    <a:pt x="12477" y="3490"/>
                    <a:pt x="12477" y="3238"/>
                    <a:pt x="12319" y="3080"/>
                  </a:cubicBezTo>
                  <a:lnTo>
                    <a:pt x="11154" y="1883"/>
                  </a:lnTo>
                  <a:cubicBezTo>
                    <a:pt x="11075" y="1804"/>
                    <a:pt x="10964" y="1765"/>
                    <a:pt x="10854" y="1765"/>
                  </a:cubicBezTo>
                  <a:cubicBezTo>
                    <a:pt x="10744" y="1765"/>
                    <a:pt x="10634" y="1804"/>
                    <a:pt x="10555" y="1883"/>
                  </a:cubicBezTo>
                  <a:cubicBezTo>
                    <a:pt x="10476" y="1962"/>
                    <a:pt x="10366" y="2001"/>
                    <a:pt x="10256" y="2001"/>
                  </a:cubicBezTo>
                  <a:cubicBezTo>
                    <a:pt x="10145" y="2001"/>
                    <a:pt x="10035" y="1962"/>
                    <a:pt x="9956" y="1883"/>
                  </a:cubicBezTo>
                  <a:cubicBezTo>
                    <a:pt x="9799" y="1725"/>
                    <a:pt x="9799" y="1442"/>
                    <a:pt x="9956" y="1284"/>
                  </a:cubicBezTo>
                  <a:cubicBezTo>
                    <a:pt x="10114" y="1127"/>
                    <a:pt x="10114" y="875"/>
                    <a:pt x="9956" y="717"/>
                  </a:cubicBezTo>
                  <a:lnTo>
                    <a:pt x="9389" y="119"/>
                  </a:lnTo>
                  <a:cubicBezTo>
                    <a:pt x="9295" y="40"/>
                    <a:pt x="9184" y="0"/>
                    <a:pt x="9078" y="0"/>
                  </a:cubicBezTo>
                  <a:cubicBezTo>
                    <a:pt x="8972" y="0"/>
                    <a:pt x="8869" y="40"/>
                    <a:pt x="8791" y="119"/>
                  </a:cubicBezTo>
                  <a:cubicBezTo>
                    <a:pt x="8712" y="197"/>
                    <a:pt x="8602" y="237"/>
                    <a:pt x="8491" y="237"/>
                  </a:cubicBezTo>
                  <a:cubicBezTo>
                    <a:pt x="8381" y="237"/>
                    <a:pt x="8271" y="197"/>
                    <a:pt x="8192" y="119"/>
                  </a:cubicBezTo>
                  <a:cubicBezTo>
                    <a:pt x="8113" y="40"/>
                    <a:pt x="8003" y="0"/>
                    <a:pt x="78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539" name="Google Shape;15539;p85"/>
            <p:cNvSpPr/>
            <p:nvPr/>
          </p:nvSpPr>
          <p:spPr>
            <a:xfrm>
              <a:off x="-12466275" y="2586350"/>
              <a:ext cx="37850" cy="35850"/>
            </a:xfrm>
            <a:custGeom>
              <a:avLst/>
              <a:gdLst/>
              <a:ahLst/>
              <a:cxnLst/>
              <a:rect l="l" t="t" r="r" b="b"/>
              <a:pathLst>
                <a:path w="1514" h="1434" extrusionOk="0">
                  <a:moveTo>
                    <a:pt x="458" y="0"/>
                  </a:moveTo>
                  <a:cubicBezTo>
                    <a:pt x="348" y="0"/>
                    <a:pt x="237" y="40"/>
                    <a:pt x="159" y="119"/>
                  </a:cubicBezTo>
                  <a:cubicBezTo>
                    <a:pt x="1" y="276"/>
                    <a:pt x="1" y="560"/>
                    <a:pt x="159" y="717"/>
                  </a:cubicBezTo>
                  <a:lnTo>
                    <a:pt x="757" y="1316"/>
                  </a:lnTo>
                  <a:cubicBezTo>
                    <a:pt x="836" y="1395"/>
                    <a:pt x="938" y="1434"/>
                    <a:pt x="1041" y="1434"/>
                  </a:cubicBezTo>
                  <a:cubicBezTo>
                    <a:pt x="1143" y="1434"/>
                    <a:pt x="1245" y="1395"/>
                    <a:pt x="1324" y="1316"/>
                  </a:cubicBezTo>
                  <a:cubicBezTo>
                    <a:pt x="1513" y="1158"/>
                    <a:pt x="1513" y="875"/>
                    <a:pt x="1324" y="717"/>
                  </a:cubicBezTo>
                  <a:lnTo>
                    <a:pt x="757" y="119"/>
                  </a:lnTo>
                  <a:cubicBezTo>
                    <a:pt x="678" y="40"/>
                    <a:pt x="568" y="0"/>
                    <a:pt x="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540" name="Google Shape;15540;p85"/>
            <p:cNvSpPr/>
            <p:nvPr/>
          </p:nvSpPr>
          <p:spPr>
            <a:xfrm>
              <a:off x="-12422950" y="2630450"/>
              <a:ext cx="37825" cy="35875"/>
            </a:xfrm>
            <a:custGeom>
              <a:avLst/>
              <a:gdLst/>
              <a:ahLst/>
              <a:cxnLst/>
              <a:rect l="l" t="t" r="r" b="b"/>
              <a:pathLst>
                <a:path w="1513" h="1435" extrusionOk="0">
                  <a:moveTo>
                    <a:pt x="458" y="1"/>
                  </a:moveTo>
                  <a:cubicBezTo>
                    <a:pt x="347" y="1"/>
                    <a:pt x="237" y="40"/>
                    <a:pt x="158" y="119"/>
                  </a:cubicBezTo>
                  <a:cubicBezTo>
                    <a:pt x="1" y="276"/>
                    <a:pt x="1" y="560"/>
                    <a:pt x="158" y="717"/>
                  </a:cubicBezTo>
                  <a:lnTo>
                    <a:pt x="757" y="1316"/>
                  </a:lnTo>
                  <a:cubicBezTo>
                    <a:pt x="836" y="1395"/>
                    <a:pt x="938" y="1434"/>
                    <a:pt x="1044" y="1434"/>
                  </a:cubicBezTo>
                  <a:cubicBezTo>
                    <a:pt x="1151" y="1434"/>
                    <a:pt x="1261" y="1395"/>
                    <a:pt x="1355" y="1316"/>
                  </a:cubicBezTo>
                  <a:cubicBezTo>
                    <a:pt x="1513" y="1159"/>
                    <a:pt x="1513" y="875"/>
                    <a:pt x="1355" y="717"/>
                  </a:cubicBezTo>
                  <a:lnTo>
                    <a:pt x="757" y="119"/>
                  </a:lnTo>
                  <a:cubicBezTo>
                    <a:pt x="678" y="40"/>
                    <a:pt x="568" y="1"/>
                    <a:pt x="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541" name="Google Shape;15541;p85"/>
            <p:cNvSpPr/>
            <p:nvPr/>
          </p:nvSpPr>
          <p:spPr>
            <a:xfrm>
              <a:off x="-12591500" y="2644250"/>
              <a:ext cx="192200" cy="142975"/>
            </a:xfrm>
            <a:custGeom>
              <a:avLst/>
              <a:gdLst/>
              <a:ahLst/>
              <a:cxnLst/>
              <a:rect l="l" t="t" r="r" b="b"/>
              <a:pathLst>
                <a:path w="7688" h="5719" extrusionOk="0">
                  <a:moveTo>
                    <a:pt x="1371" y="1780"/>
                  </a:moveTo>
                  <a:cubicBezTo>
                    <a:pt x="1481" y="1780"/>
                    <a:pt x="1592" y="1819"/>
                    <a:pt x="1670" y="1898"/>
                  </a:cubicBezTo>
                  <a:cubicBezTo>
                    <a:pt x="1828" y="2056"/>
                    <a:pt x="1828" y="2339"/>
                    <a:pt x="1670" y="2497"/>
                  </a:cubicBezTo>
                  <a:cubicBezTo>
                    <a:pt x="1592" y="2576"/>
                    <a:pt x="1481" y="2615"/>
                    <a:pt x="1371" y="2615"/>
                  </a:cubicBezTo>
                  <a:cubicBezTo>
                    <a:pt x="1261" y="2615"/>
                    <a:pt x="1151" y="2576"/>
                    <a:pt x="1072" y="2497"/>
                  </a:cubicBezTo>
                  <a:cubicBezTo>
                    <a:pt x="914" y="2339"/>
                    <a:pt x="914" y="2056"/>
                    <a:pt x="1072" y="1898"/>
                  </a:cubicBezTo>
                  <a:cubicBezTo>
                    <a:pt x="1151" y="1819"/>
                    <a:pt x="1261" y="1780"/>
                    <a:pt x="1371" y="1780"/>
                  </a:cubicBezTo>
                  <a:close/>
                  <a:moveTo>
                    <a:pt x="4317" y="985"/>
                  </a:moveTo>
                  <a:lnTo>
                    <a:pt x="6522" y="2308"/>
                  </a:lnTo>
                  <a:lnTo>
                    <a:pt x="5955" y="2843"/>
                  </a:lnTo>
                  <a:lnTo>
                    <a:pt x="3750" y="1552"/>
                  </a:lnTo>
                  <a:lnTo>
                    <a:pt x="4317" y="985"/>
                  </a:lnTo>
                  <a:close/>
                  <a:moveTo>
                    <a:pt x="3687" y="4111"/>
                  </a:moveTo>
                  <a:cubicBezTo>
                    <a:pt x="3789" y="4111"/>
                    <a:pt x="3892" y="4151"/>
                    <a:pt x="3970" y="4230"/>
                  </a:cubicBezTo>
                  <a:cubicBezTo>
                    <a:pt x="4159" y="4387"/>
                    <a:pt x="4159" y="4671"/>
                    <a:pt x="3970" y="4828"/>
                  </a:cubicBezTo>
                  <a:cubicBezTo>
                    <a:pt x="3892" y="4907"/>
                    <a:pt x="3789" y="4946"/>
                    <a:pt x="3687" y="4946"/>
                  </a:cubicBezTo>
                  <a:cubicBezTo>
                    <a:pt x="3584" y="4946"/>
                    <a:pt x="3482" y="4907"/>
                    <a:pt x="3403" y="4828"/>
                  </a:cubicBezTo>
                  <a:cubicBezTo>
                    <a:pt x="3246" y="4671"/>
                    <a:pt x="3246" y="4387"/>
                    <a:pt x="3403" y="4230"/>
                  </a:cubicBezTo>
                  <a:cubicBezTo>
                    <a:pt x="3482" y="4151"/>
                    <a:pt x="3584" y="4111"/>
                    <a:pt x="3687" y="4111"/>
                  </a:cubicBezTo>
                  <a:close/>
                  <a:moveTo>
                    <a:pt x="4302" y="0"/>
                  </a:moveTo>
                  <a:cubicBezTo>
                    <a:pt x="4187" y="0"/>
                    <a:pt x="4067" y="37"/>
                    <a:pt x="3970" y="134"/>
                  </a:cubicBezTo>
                  <a:lnTo>
                    <a:pt x="2490" y="1615"/>
                  </a:lnTo>
                  <a:lnTo>
                    <a:pt x="2269" y="1268"/>
                  </a:lnTo>
                  <a:cubicBezTo>
                    <a:pt x="2033" y="1032"/>
                    <a:pt x="1718" y="914"/>
                    <a:pt x="1395" y="914"/>
                  </a:cubicBezTo>
                  <a:cubicBezTo>
                    <a:pt x="1072" y="914"/>
                    <a:pt x="741" y="1032"/>
                    <a:pt x="473" y="1268"/>
                  </a:cubicBezTo>
                  <a:cubicBezTo>
                    <a:pt x="1" y="1741"/>
                    <a:pt x="1" y="2528"/>
                    <a:pt x="473" y="3032"/>
                  </a:cubicBezTo>
                  <a:cubicBezTo>
                    <a:pt x="710" y="3269"/>
                    <a:pt x="1025" y="3387"/>
                    <a:pt x="1348" y="3387"/>
                  </a:cubicBezTo>
                  <a:cubicBezTo>
                    <a:pt x="1670" y="3387"/>
                    <a:pt x="2001" y="3269"/>
                    <a:pt x="2269" y="3032"/>
                  </a:cubicBezTo>
                  <a:lnTo>
                    <a:pt x="3214" y="2087"/>
                  </a:lnTo>
                  <a:lnTo>
                    <a:pt x="5420" y="3410"/>
                  </a:lnTo>
                  <a:lnTo>
                    <a:pt x="4852" y="3946"/>
                  </a:lnTo>
                  <a:lnTo>
                    <a:pt x="4632" y="3600"/>
                  </a:lnTo>
                  <a:cubicBezTo>
                    <a:pt x="4396" y="3363"/>
                    <a:pt x="4081" y="3245"/>
                    <a:pt x="3758" y="3245"/>
                  </a:cubicBezTo>
                  <a:cubicBezTo>
                    <a:pt x="3435" y="3245"/>
                    <a:pt x="3104" y="3363"/>
                    <a:pt x="2836" y="3600"/>
                  </a:cubicBezTo>
                  <a:cubicBezTo>
                    <a:pt x="2364" y="4072"/>
                    <a:pt x="2364" y="4860"/>
                    <a:pt x="2836" y="5364"/>
                  </a:cubicBezTo>
                  <a:cubicBezTo>
                    <a:pt x="3072" y="5600"/>
                    <a:pt x="3387" y="5718"/>
                    <a:pt x="3710" y="5718"/>
                  </a:cubicBezTo>
                  <a:cubicBezTo>
                    <a:pt x="4033" y="5718"/>
                    <a:pt x="4364" y="5600"/>
                    <a:pt x="4632" y="5364"/>
                  </a:cubicBezTo>
                  <a:lnTo>
                    <a:pt x="7530" y="2465"/>
                  </a:lnTo>
                  <a:cubicBezTo>
                    <a:pt x="7688" y="2308"/>
                    <a:pt x="7656" y="1993"/>
                    <a:pt x="7404" y="1835"/>
                  </a:cubicBezTo>
                  <a:lnTo>
                    <a:pt x="4506" y="39"/>
                  </a:lnTo>
                  <a:cubicBezTo>
                    <a:pt x="4445" y="15"/>
                    <a:pt x="4374" y="0"/>
                    <a:pt x="43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542" name="Google Shape;15542;p85"/>
          <p:cNvGrpSpPr/>
          <p:nvPr/>
        </p:nvGrpSpPr>
        <p:grpSpPr>
          <a:xfrm>
            <a:off x="8022468" y="1303307"/>
            <a:ext cx="340807" cy="341579"/>
            <a:chOff x="-10896525" y="1663050"/>
            <a:chExt cx="352875" cy="353675"/>
          </a:xfrm>
        </p:grpSpPr>
        <p:sp>
          <p:nvSpPr>
            <p:cNvPr id="15543" name="Google Shape;15543;p85"/>
            <p:cNvSpPr/>
            <p:nvPr/>
          </p:nvSpPr>
          <p:spPr>
            <a:xfrm>
              <a:off x="-10896525" y="1663050"/>
              <a:ext cx="166200" cy="311925"/>
            </a:xfrm>
            <a:custGeom>
              <a:avLst/>
              <a:gdLst/>
              <a:ahLst/>
              <a:cxnLst/>
              <a:rect l="l" t="t" r="r" b="b"/>
              <a:pathLst>
                <a:path w="6648" h="12477" extrusionOk="0">
                  <a:moveTo>
                    <a:pt x="3308" y="820"/>
                  </a:moveTo>
                  <a:cubicBezTo>
                    <a:pt x="3781" y="820"/>
                    <a:pt x="4285" y="1230"/>
                    <a:pt x="4663" y="1923"/>
                  </a:cubicBezTo>
                  <a:lnTo>
                    <a:pt x="3308" y="2931"/>
                  </a:lnTo>
                  <a:lnTo>
                    <a:pt x="1922" y="1923"/>
                  </a:lnTo>
                  <a:cubicBezTo>
                    <a:pt x="2300" y="1230"/>
                    <a:pt x="2804" y="820"/>
                    <a:pt x="3308" y="820"/>
                  </a:cubicBezTo>
                  <a:close/>
                  <a:moveTo>
                    <a:pt x="1513" y="2679"/>
                  </a:moveTo>
                  <a:lnTo>
                    <a:pt x="2584" y="3466"/>
                  </a:lnTo>
                  <a:lnTo>
                    <a:pt x="977" y="4695"/>
                  </a:lnTo>
                  <a:cubicBezTo>
                    <a:pt x="1072" y="3939"/>
                    <a:pt x="1292" y="3277"/>
                    <a:pt x="1513" y="2679"/>
                  </a:cubicBezTo>
                  <a:close/>
                  <a:moveTo>
                    <a:pt x="5010" y="2679"/>
                  </a:moveTo>
                  <a:cubicBezTo>
                    <a:pt x="5262" y="3277"/>
                    <a:pt x="5451" y="3939"/>
                    <a:pt x="5577" y="4695"/>
                  </a:cubicBezTo>
                  <a:lnTo>
                    <a:pt x="3970" y="3466"/>
                  </a:lnTo>
                  <a:lnTo>
                    <a:pt x="5010" y="2679"/>
                  </a:lnTo>
                  <a:close/>
                  <a:moveTo>
                    <a:pt x="3308" y="4002"/>
                  </a:moveTo>
                  <a:lnTo>
                    <a:pt x="5734" y="5829"/>
                  </a:lnTo>
                  <a:lnTo>
                    <a:pt x="5734" y="5861"/>
                  </a:lnTo>
                  <a:cubicBezTo>
                    <a:pt x="5608" y="6302"/>
                    <a:pt x="5230" y="6617"/>
                    <a:pt x="4758" y="6617"/>
                  </a:cubicBezTo>
                  <a:lnTo>
                    <a:pt x="1891" y="6617"/>
                  </a:lnTo>
                  <a:cubicBezTo>
                    <a:pt x="1355" y="6617"/>
                    <a:pt x="977" y="6302"/>
                    <a:pt x="851" y="5829"/>
                  </a:cubicBezTo>
                  <a:lnTo>
                    <a:pt x="3308" y="4002"/>
                  </a:lnTo>
                  <a:close/>
                  <a:moveTo>
                    <a:pt x="756" y="7121"/>
                  </a:moveTo>
                  <a:lnTo>
                    <a:pt x="756" y="7121"/>
                  </a:lnTo>
                  <a:cubicBezTo>
                    <a:pt x="1072" y="7310"/>
                    <a:pt x="1450" y="7436"/>
                    <a:pt x="1796" y="7436"/>
                  </a:cubicBezTo>
                  <a:lnTo>
                    <a:pt x="4663" y="7436"/>
                  </a:lnTo>
                  <a:cubicBezTo>
                    <a:pt x="5073" y="7436"/>
                    <a:pt x="5419" y="7310"/>
                    <a:pt x="5703" y="7121"/>
                  </a:cubicBezTo>
                  <a:lnTo>
                    <a:pt x="5703" y="7121"/>
                  </a:lnTo>
                  <a:cubicBezTo>
                    <a:pt x="5734" y="8507"/>
                    <a:pt x="5545" y="9830"/>
                    <a:pt x="5136" y="10902"/>
                  </a:cubicBezTo>
                  <a:cubicBezTo>
                    <a:pt x="4978" y="11374"/>
                    <a:pt x="4537" y="11626"/>
                    <a:pt x="3970" y="11626"/>
                  </a:cubicBezTo>
                  <a:lnTo>
                    <a:pt x="2395" y="11626"/>
                  </a:lnTo>
                  <a:cubicBezTo>
                    <a:pt x="1954" y="11626"/>
                    <a:pt x="1544" y="11343"/>
                    <a:pt x="1387" y="10902"/>
                  </a:cubicBezTo>
                  <a:cubicBezTo>
                    <a:pt x="1009" y="9830"/>
                    <a:pt x="820" y="8507"/>
                    <a:pt x="756" y="7121"/>
                  </a:cubicBezTo>
                  <a:close/>
                  <a:moveTo>
                    <a:pt x="3308" y="1"/>
                  </a:moveTo>
                  <a:cubicBezTo>
                    <a:pt x="2269" y="1"/>
                    <a:pt x="1450" y="946"/>
                    <a:pt x="1009" y="1891"/>
                  </a:cubicBezTo>
                  <a:cubicBezTo>
                    <a:pt x="252" y="3372"/>
                    <a:pt x="0" y="5262"/>
                    <a:pt x="0" y="6932"/>
                  </a:cubicBezTo>
                  <a:cubicBezTo>
                    <a:pt x="0" y="8507"/>
                    <a:pt x="221" y="9988"/>
                    <a:pt x="662" y="11217"/>
                  </a:cubicBezTo>
                  <a:cubicBezTo>
                    <a:pt x="946" y="11973"/>
                    <a:pt x="1639" y="12477"/>
                    <a:pt x="2426" y="12477"/>
                  </a:cubicBezTo>
                  <a:lnTo>
                    <a:pt x="4002" y="12477"/>
                  </a:lnTo>
                  <a:cubicBezTo>
                    <a:pt x="4947" y="12477"/>
                    <a:pt x="5703" y="12004"/>
                    <a:pt x="5986" y="11217"/>
                  </a:cubicBezTo>
                  <a:cubicBezTo>
                    <a:pt x="6396" y="10051"/>
                    <a:pt x="6648" y="8507"/>
                    <a:pt x="6648" y="6932"/>
                  </a:cubicBezTo>
                  <a:cubicBezTo>
                    <a:pt x="6585" y="3183"/>
                    <a:pt x="5230" y="1"/>
                    <a:pt x="33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544" name="Google Shape;15544;p85"/>
            <p:cNvSpPr/>
            <p:nvPr/>
          </p:nvSpPr>
          <p:spPr>
            <a:xfrm>
              <a:off x="-10709850" y="1704025"/>
              <a:ext cx="166200" cy="312700"/>
            </a:xfrm>
            <a:custGeom>
              <a:avLst/>
              <a:gdLst/>
              <a:ahLst/>
              <a:cxnLst/>
              <a:rect l="l" t="t" r="r" b="b"/>
              <a:pathLst>
                <a:path w="6648" h="12508" extrusionOk="0">
                  <a:moveTo>
                    <a:pt x="3308" y="851"/>
                  </a:moveTo>
                  <a:cubicBezTo>
                    <a:pt x="3781" y="851"/>
                    <a:pt x="4285" y="1229"/>
                    <a:pt x="4694" y="1954"/>
                  </a:cubicBezTo>
                  <a:lnTo>
                    <a:pt x="3308" y="2962"/>
                  </a:lnTo>
                  <a:lnTo>
                    <a:pt x="1922" y="1954"/>
                  </a:lnTo>
                  <a:cubicBezTo>
                    <a:pt x="2363" y="1229"/>
                    <a:pt x="2835" y="851"/>
                    <a:pt x="3308" y="851"/>
                  </a:cubicBezTo>
                  <a:close/>
                  <a:moveTo>
                    <a:pt x="1575" y="2678"/>
                  </a:moveTo>
                  <a:lnTo>
                    <a:pt x="2646" y="3466"/>
                  </a:lnTo>
                  <a:lnTo>
                    <a:pt x="1040" y="4694"/>
                  </a:lnTo>
                  <a:cubicBezTo>
                    <a:pt x="1134" y="3938"/>
                    <a:pt x="1355" y="3277"/>
                    <a:pt x="1575" y="2678"/>
                  </a:cubicBezTo>
                  <a:close/>
                  <a:moveTo>
                    <a:pt x="5072" y="2678"/>
                  </a:moveTo>
                  <a:cubicBezTo>
                    <a:pt x="5324" y="3277"/>
                    <a:pt x="5513" y="3938"/>
                    <a:pt x="5639" y="4694"/>
                  </a:cubicBezTo>
                  <a:lnTo>
                    <a:pt x="4001" y="3466"/>
                  </a:lnTo>
                  <a:lnTo>
                    <a:pt x="5072" y="2678"/>
                  </a:lnTo>
                  <a:close/>
                  <a:moveTo>
                    <a:pt x="3308" y="4033"/>
                  </a:moveTo>
                  <a:lnTo>
                    <a:pt x="5765" y="5829"/>
                  </a:lnTo>
                  <a:lnTo>
                    <a:pt x="5765" y="5892"/>
                  </a:lnTo>
                  <a:cubicBezTo>
                    <a:pt x="5639" y="6301"/>
                    <a:pt x="5230" y="6616"/>
                    <a:pt x="4757" y="6616"/>
                  </a:cubicBezTo>
                  <a:lnTo>
                    <a:pt x="1859" y="6616"/>
                  </a:lnTo>
                  <a:cubicBezTo>
                    <a:pt x="1418" y="6616"/>
                    <a:pt x="977" y="6301"/>
                    <a:pt x="851" y="5829"/>
                  </a:cubicBezTo>
                  <a:lnTo>
                    <a:pt x="3308" y="4033"/>
                  </a:lnTo>
                  <a:close/>
                  <a:moveTo>
                    <a:pt x="819" y="7152"/>
                  </a:moveTo>
                  <a:lnTo>
                    <a:pt x="819" y="7152"/>
                  </a:lnTo>
                  <a:cubicBezTo>
                    <a:pt x="1134" y="7341"/>
                    <a:pt x="1512" y="7467"/>
                    <a:pt x="1859" y="7467"/>
                  </a:cubicBezTo>
                  <a:lnTo>
                    <a:pt x="4757" y="7467"/>
                  </a:lnTo>
                  <a:cubicBezTo>
                    <a:pt x="5167" y="7467"/>
                    <a:pt x="5513" y="7341"/>
                    <a:pt x="5797" y="7152"/>
                  </a:cubicBezTo>
                  <a:lnTo>
                    <a:pt x="5797" y="7152"/>
                  </a:lnTo>
                  <a:cubicBezTo>
                    <a:pt x="5797" y="8507"/>
                    <a:pt x="5545" y="9861"/>
                    <a:pt x="5198" y="10932"/>
                  </a:cubicBezTo>
                  <a:cubicBezTo>
                    <a:pt x="5041" y="11405"/>
                    <a:pt x="4600" y="11625"/>
                    <a:pt x="4001" y="11625"/>
                  </a:cubicBezTo>
                  <a:lnTo>
                    <a:pt x="2426" y="11625"/>
                  </a:lnTo>
                  <a:cubicBezTo>
                    <a:pt x="2016" y="11625"/>
                    <a:pt x="1607" y="11342"/>
                    <a:pt x="1449" y="10932"/>
                  </a:cubicBezTo>
                  <a:cubicBezTo>
                    <a:pt x="1071" y="9861"/>
                    <a:pt x="851" y="8507"/>
                    <a:pt x="819" y="7152"/>
                  </a:cubicBezTo>
                  <a:close/>
                  <a:moveTo>
                    <a:pt x="3308" y="0"/>
                  </a:moveTo>
                  <a:cubicBezTo>
                    <a:pt x="2174" y="0"/>
                    <a:pt x="1355" y="1103"/>
                    <a:pt x="851" y="2174"/>
                  </a:cubicBezTo>
                  <a:cubicBezTo>
                    <a:pt x="315" y="3466"/>
                    <a:pt x="0" y="5167"/>
                    <a:pt x="0" y="6931"/>
                  </a:cubicBezTo>
                  <a:cubicBezTo>
                    <a:pt x="0" y="8507"/>
                    <a:pt x="221" y="10019"/>
                    <a:pt x="662" y="11247"/>
                  </a:cubicBezTo>
                  <a:cubicBezTo>
                    <a:pt x="945" y="11972"/>
                    <a:pt x="1638" y="12508"/>
                    <a:pt x="2426" y="12508"/>
                  </a:cubicBezTo>
                  <a:lnTo>
                    <a:pt x="4001" y="12508"/>
                  </a:lnTo>
                  <a:cubicBezTo>
                    <a:pt x="4978" y="12508"/>
                    <a:pt x="5702" y="12035"/>
                    <a:pt x="5986" y="11247"/>
                  </a:cubicBezTo>
                  <a:cubicBezTo>
                    <a:pt x="6427" y="10050"/>
                    <a:pt x="6648" y="8507"/>
                    <a:pt x="6648" y="6931"/>
                  </a:cubicBezTo>
                  <a:cubicBezTo>
                    <a:pt x="6616" y="3214"/>
                    <a:pt x="5293" y="0"/>
                    <a:pt x="33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5545" name="Google Shape;15545;p85"/>
          <p:cNvSpPr/>
          <p:nvPr/>
        </p:nvSpPr>
        <p:spPr>
          <a:xfrm>
            <a:off x="8061643" y="1711059"/>
            <a:ext cx="262456" cy="341724"/>
          </a:xfrm>
          <a:custGeom>
            <a:avLst/>
            <a:gdLst/>
            <a:ahLst/>
            <a:cxnLst/>
            <a:rect l="l" t="t" r="r" b="b"/>
            <a:pathLst>
              <a:path w="10870" h="14153" extrusionOk="0">
                <a:moveTo>
                  <a:pt x="8286" y="1702"/>
                </a:moveTo>
                <a:lnTo>
                  <a:pt x="8286" y="4222"/>
                </a:lnTo>
                <a:lnTo>
                  <a:pt x="2521" y="4222"/>
                </a:lnTo>
                <a:lnTo>
                  <a:pt x="2521" y="1702"/>
                </a:lnTo>
                <a:close/>
                <a:moveTo>
                  <a:pt x="8286" y="5041"/>
                </a:moveTo>
                <a:lnTo>
                  <a:pt x="8286" y="6680"/>
                </a:lnTo>
                <a:lnTo>
                  <a:pt x="2521" y="6680"/>
                </a:lnTo>
                <a:lnTo>
                  <a:pt x="2521" y="5041"/>
                </a:lnTo>
                <a:close/>
                <a:moveTo>
                  <a:pt x="1733" y="5262"/>
                </a:moveTo>
                <a:lnTo>
                  <a:pt x="1733" y="6680"/>
                </a:lnTo>
                <a:lnTo>
                  <a:pt x="1292" y="6680"/>
                </a:lnTo>
                <a:cubicBezTo>
                  <a:pt x="1134" y="6680"/>
                  <a:pt x="1008" y="6711"/>
                  <a:pt x="914" y="6774"/>
                </a:cubicBezTo>
                <a:lnTo>
                  <a:pt x="914" y="5703"/>
                </a:lnTo>
                <a:lnTo>
                  <a:pt x="1733" y="5262"/>
                </a:lnTo>
                <a:close/>
                <a:moveTo>
                  <a:pt x="9137" y="5262"/>
                </a:moveTo>
                <a:lnTo>
                  <a:pt x="9956" y="5703"/>
                </a:lnTo>
                <a:lnTo>
                  <a:pt x="9956" y="6774"/>
                </a:lnTo>
                <a:cubicBezTo>
                  <a:pt x="9830" y="6743"/>
                  <a:pt x="9672" y="6680"/>
                  <a:pt x="9515" y="6680"/>
                </a:cubicBezTo>
                <a:lnTo>
                  <a:pt x="9137" y="6680"/>
                </a:lnTo>
                <a:lnTo>
                  <a:pt x="9137" y="5262"/>
                </a:lnTo>
                <a:close/>
                <a:moveTo>
                  <a:pt x="9578" y="7467"/>
                </a:moveTo>
                <a:cubicBezTo>
                  <a:pt x="9798" y="7467"/>
                  <a:pt x="9987" y="7688"/>
                  <a:pt x="9987" y="7908"/>
                </a:cubicBezTo>
                <a:cubicBezTo>
                  <a:pt x="9956" y="8160"/>
                  <a:pt x="9798" y="8349"/>
                  <a:pt x="9578" y="8349"/>
                </a:cubicBezTo>
                <a:lnTo>
                  <a:pt x="1292" y="8349"/>
                </a:lnTo>
                <a:cubicBezTo>
                  <a:pt x="1071" y="8349"/>
                  <a:pt x="914" y="8160"/>
                  <a:pt x="914" y="7908"/>
                </a:cubicBezTo>
                <a:cubicBezTo>
                  <a:pt x="914" y="7688"/>
                  <a:pt x="1103" y="7467"/>
                  <a:pt x="1292" y="7467"/>
                </a:cubicBezTo>
                <a:close/>
                <a:moveTo>
                  <a:pt x="7467" y="9169"/>
                </a:moveTo>
                <a:lnTo>
                  <a:pt x="5419" y="10712"/>
                </a:lnTo>
                <a:lnTo>
                  <a:pt x="3340" y="9169"/>
                </a:lnTo>
                <a:close/>
                <a:moveTo>
                  <a:pt x="2048" y="1"/>
                </a:moveTo>
                <a:cubicBezTo>
                  <a:pt x="1796" y="1"/>
                  <a:pt x="1638" y="190"/>
                  <a:pt x="1638" y="442"/>
                </a:cubicBezTo>
                <a:lnTo>
                  <a:pt x="1638" y="4380"/>
                </a:lnTo>
                <a:lnTo>
                  <a:pt x="221" y="5073"/>
                </a:lnTo>
                <a:cubicBezTo>
                  <a:pt x="63" y="5167"/>
                  <a:pt x="0" y="5325"/>
                  <a:pt x="0" y="5419"/>
                </a:cubicBezTo>
                <a:lnTo>
                  <a:pt x="0" y="7908"/>
                </a:lnTo>
                <a:cubicBezTo>
                  <a:pt x="0" y="8570"/>
                  <a:pt x="536" y="9137"/>
                  <a:pt x="1260" y="9137"/>
                </a:cubicBezTo>
                <a:lnTo>
                  <a:pt x="1953" y="9137"/>
                </a:lnTo>
                <a:lnTo>
                  <a:pt x="4726" y="11216"/>
                </a:lnTo>
                <a:lnTo>
                  <a:pt x="1859" y="13390"/>
                </a:lnTo>
                <a:cubicBezTo>
                  <a:pt x="1638" y="13516"/>
                  <a:pt x="1607" y="13768"/>
                  <a:pt x="1764" y="13989"/>
                </a:cubicBezTo>
                <a:cubicBezTo>
                  <a:pt x="1836" y="14096"/>
                  <a:pt x="1958" y="14153"/>
                  <a:pt x="2085" y="14153"/>
                </a:cubicBezTo>
                <a:cubicBezTo>
                  <a:pt x="2182" y="14153"/>
                  <a:pt x="2281" y="14120"/>
                  <a:pt x="2363" y="14052"/>
                </a:cubicBezTo>
                <a:lnTo>
                  <a:pt x="5419" y="11783"/>
                </a:lnTo>
                <a:lnTo>
                  <a:pt x="8506" y="14052"/>
                </a:lnTo>
                <a:cubicBezTo>
                  <a:pt x="8591" y="14108"/>
                  <a:pt x="8689" y="14140"/>
                  <a:pt x="8785" y="14140"/>
                </a:cubicBezTo>
                <a:cubicBezTo>
                  <a:pt x="8903" y="14140"/>
                  <a:pt x="9018" y="14093"/>
                  <a:pt x="9105" y="13989"/>
                </a:cubicBezTo>
                <a:cubicBezTo>
                  <a:pt x="9200" y="13768"/>
                  <a:pt x="9200" y="13548"/>
                  <a:pt x="9011" y="13390"/>
                </a:cubicBezTo>
                <a:lnTo>
                  <a:pt x="6144" y="11216"/>
                </a:lnTo>
                <a:lnTo>
                  <a:pt x="8885" y="9137"/>
                </a:lnTo>
                <a:lnTo>
                  <a:pt x="9609" y="9137"/>
                </a:lnTo>
                <a:cubicBezTo>
                  <a:pt x="10271" y="9137"/>
                  <a:pt x="10869" y="8570"/>
                  <a:pt x="10869" y="7908"/>
                </a:cubicBezTo>
                <a:lnTo>
                  <a:pt x="10869" y="5419"/>
                </a:lnTo>
                <a:cubicBezTo>
                  <a:pt x="10869" y="5262"/>
                  <a:pt x="10775" y="5104"/>
                  <a:pt x="10617" y="5073"/>
                </a:cubicBezTo>
                <a:lnTo>
                  <a:pt x="9200" y="4380"/>
                </a:lnTo>
                <a:lnTo>
                  <a:pt x="9200" y="442"/>
                </a:lnTo>
                <a:lnTo>
                  <a:pt x="9137" y="442"/>
                </a:lnTo>
                <a:cubicBezTo>
                  <a:pt x="9137" y="190"/>
                  <a:pt x="8916" y="1"/>
                  <a:pt x="8695" y="1"/>
                </a:cubicBezTo>
                <a:cubicBezTo>
                  <a:pt x="8475" y="1"/>
                  <a:pt x="8254" y="190"/>
                  <a:pt x="8254" y="442"/>
                </a:cubicBezTo>
                <a:lnTo>
                  <a:pt x="8254" y="820"/>
                </a:lnTo>
                <a:lnTo>
                  <a:pt x="2489" y="820"/>
                </a:lnTo>
                <a:lnTo>
                  <a:pt x="2489" y="442"/>
                </a:lnTo>
                <a:cubicBezTo>
                  <a:pt x="2489" y="190"/>
                  <a:pt x="2268"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5546" name="Google Shape;15546;p85"/>
          <p:cNvGrpSpPr/>
          <p:nvPr/>
        </p:nvGrpSpPr>
        <p:grpSpPr>
          <a:xfrm>
            <a:off x="8022082" y="2130742"/>
            <a:ext cx="341579" cy="319511"/>
            <a:chOff x="-10898100" y="2542050"/>
            <a:chExt cx="353675" cy="330825"/>
          </a:xfrm>
        </p:grpSpPr>
        <p:sp>
          <p:nvSpPr>
            <p:cNvPr id="15547" name="Google Shape;15547;p85"/>
            <p:cNvSpPr/>
            <p:nvPr/>
          </p:nvSpPr>
          <p:spPr>
            <a:xfrm>
              <a:off x="-10772875" y="2583800"/>
              <a:ext cx="82725" cy="82725"/>
            </a:xfrm>
            <a:custGeom>
              <a:avLst/>
              <a:gdLst/>
              <a:ahLst/>
              <a:cxnLst/>
              <a:rect l="l" t="t" r="r" b="b"/>
              <a:pathLst>
                <a:path w="3309" h="3309" extrusionOk="0">
                  <a:moveTo>
                    <a:pt x="1639" y="819"/>
                  </a:moveTo>
                  <a:cubicBezTo>
                    <a:pt x="2111" y="819"/>
                    <a:pt x="2490" y="1166"/>
                    <a:pt x="2490" y="1638"/>
                  </a:cubicBezTo>
                  <a:cubicBezTo>
                    <a:pt x="2490" y="2111"/>
                    <a:pt x="2111" y="2457"/>
                    <a:pt x="1639" y="2457"/>
                  </a:cubicBezTo>
                  <a:cubicBezTo>
                    <a:pt x="1166"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548" name="Google Shape;15548;p85"/>
            <p:cNvSpPr/>
            <p:nvPr/>
          </p:nvSpPr>
          <p:spPr>
            <a:xfrm>
              <a:off x="-10772875" y="2749200"/>
              <a:ext cx="82725" cy="81950"/>
            </a:xfrm>
            <a:custGeom>
              <a:avLst/>
              <a:gdLst/>
              <a:ahLst/>
              <a:cxnLst/>
              <a:rect l="l" t="t" r="r" b="b"/>
              <a:pathLst>
                <a:path w="3309" h="3278" extrusionOk="0">
                  <a:moveTo>
                    <a:pt x="1639" y="819"/>
                  </a:moveTo>
                  <a:cubicBezTo>
                    <a:pt x="2111" y="819"/>
                    <a:pt x="2490" y="1166"/>
                    <a:pt x="2490" y="1638"/>
                  </a:cubicBezTo>
                  <a:cubicBezTo>
                    <a:pt x="2490" y="2111"/>
                    <a:pt x="2111" y="2457"/>
                    <a:pt x="1639" y="2457"/>
                  </a:cubicBezTo>
                  <a:cubicBezTo>
                    <a:pt x="1229" y="2457"/>
                    <a:pt x="820" y="2079"/>
                    <a:pt x="820" y="1638"/>
                  </a:cubicBezTo>
                  <a:cubicBezTo>
                    <a:pt x="820" y="1166"/>
                    <a:pt x="1198" y="819"/>
                    <a:pt x="1639" y="819"/>
                  </a:cubicBezTo>
                  <a:close/>
                  <a:moveTo>
                    <a:pt x="1639" y="0"/>
                  </a:moveTo>
                  <a:cubicBezTo>
                    <a:pt x="757" y="0"/>
                    <a:pt x="1" y="725"/>
                    <a:pt x="1" y="1638"/>
                  </a:cubicBezTo>
                  <a:cubicBezTo>
                    <a:pt x="1" y="2552"/>
                    <a:pt x="757" y="3277"/>
                    <a:pt x="1639" y="3277"/>
                  </a:cubicBezTo>
                  <a:cubicBezTo>
                    <a:pt x="1658" y="3277"/>
                    <a:pt x="1677" y="3278"/>
                    <a:pt x="1696" y="3278"/>
                  </a:cubicBezTo>
                  <a:cubicBezTo>
                    <a:pt x="2613" y="3278"/>
                    <a:pt x="3309" y="2534"/>
                    <a:pt x="3309" y="1638"/>
                  </a:cubicBezTo>
                  <a:cubicBezTo>
                    <a:pt x="3309" y="725"/>
                    <a:pt x="2553" y="0"/>
                    <a:pt x="16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549" name="Google Shape;15549;p85"/>
            <p:cNvSpPr/>
            <p:nvPr/>
          </p:nvSpPr>
          <p:spPr>
            <a:xfrm>
              <a:off x="-10855575" y="2666500"/>
              <a:ext cx="82725" cy="81925"/>
            </a:xfrm>
            <a:custGeom>
              <a:avLst/>
              <a:gdLst/>
              <a:ahLst/>
              <a:cxnLst/>
              <a:rect l="l" t="t" r="r" b="b"/>
              <a:pathLst>
                <a:path w="3309" h="3277" extrusionOk="0">
                  <a:moveTo>
                    <a:pt x="1670" y="819"/>
                  </a:moveTo>
                  <a:cubicBezTo>
                    <a:pt x="2143" y="819"/>
                    <a:pt x="2490" y="1166"/>
                    <a:pt x="2490" y="1638"/>
                  </a:cubicBezTo>
                  <a:cubicBezTo>
                    <a:pt x="2490" y="2079"/>
                    <a:pt x="2111" y="2457"/>
                    <a:pt x="1670" y="2457"/>
                  </a:cubicBezTo>
                  <a:cubicBezTo>
                    <a:pt x="1166" y="2457"/>
                    <a:pt x="820" y="2111"/>
                    <a:pt x="820" y="1638"/>
                  </a:cubicBezTo>
                  <a:cubicBezTo>
                    <a:pt x="820" y="1166"/>
                    <a:pt x="1198" y="819"/>
                    <a:pt x="1670" y="819"/>
                  </a:cubicBezTo>
                  <a:close/>
                  <a:moveTo>
                    <a:pt x="1670" y="0"/>
                  </a:moveTo>
                  <a:cubicBezTo>
                    <a:pt x="757" y="0"/>
                    <a:pt x="1" y="725"/>
                    <a:pt x="1" y="1638"/>
                  </a:cubicBezTo>
                  <a:cubicBezTo>
                    <a:pt x="1" y="2552"/>
                    <a:pt x="757" y="3277"/>
                    <a:pt x="1670" y="3277"/>
                  </a:cubicBezTo>
                  <a:cubicBezTo>
                    <a:pt x="2553" y="3277"/>
                    <a:pt x="3309" y="2552"/>
                    <a:pt x="3309" y="1638"/>
                  </a:cubicBezTo>
                  <a:cubicBezTo>
                    <a:pt x="3309" y="725"/>
                    <a:pt x="2584"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550" name="Google Shape;15550;p85"/>
            <p:cNvSpPr/>
            <p:nvPr/>
          </p:nvSpPr>
          <p:spPr>
            <a:xfrm>
              <a:off x="-10690175" y="2666500"/>
              <a:ext cx="82725" cy="82725"/>
            </a:xfrm>
            <a:custGeom>
              <a:avLst/>
              <a:gdLst/>
              <a:ahLst/>
              <a:cxnLst/>
              <a:rect l="l" t="t" r="r" b="b"/>
              <a:pathLst>
                <a:path w="3309" h="3309" extrusionOk="0">
                  <a:moveTo>
                    <a:pt x="1639" y="819"/>
                  </a:moveTo>
                  <a:cubicBezTo>
                    <a:pt x="2143" y="819"/>
                    <a:pt x="2490" y="1166"/>
                    <a:pt x="2490" y="1638"/>
                  </a:cubicBezTo>
                  <a:cubicBezTo>
                    <a:pt x="2490" y="2111"/>
                    <a:pt x="2112" y="2457"/>
                    <a:pt x="1639" y="2457"/>
                  </a:cubicBezTo>
                  <a:cubicBezTo>
                    <a:pt x="1198"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551" name="Google Shape;15551;p85"/>
            <p:cNvSpPr/>
            <p:nvPr/>
          </p:nvSpPr>
          <p:spPr>
            <a:xfrm>
              <a:off x="-10752400" y="2686975"/>
              <a:ext cx="41775" cy="40975"/>
            </a:xfrm>
            <a:custGeom>
              <a:avLst/>
              <a:gdLst/>
              <a:ahLst/>
              <a:cxnLst/>
              <a:rect l="l" t="t" r="r" b="b"/>
              <a:pathLst>
                <a:path w="1671" h="1639" extrusionOk="0">
                  <a:moveTo>
                    <a:pt x="851" y="0"/>
                  </a:moveTo>
                  <a:cubicBezTo>
                    <a:pt x="379" y="0"/>
                    <a:pt x="1" y="378"/>
                    <a:pt x="1" y="819"/>
                  </a:cubicBezTo>
                  <a:cubicBezTo>
                    <a:pt x="1" y="1260"/>
                    <a:pt x="379" y="1638"/>
                    <a:pt x="851" y="1638"/>
                  </a:cubicBezTo>
                  <a:cubicBezTo>
                    <a:pt x="1292" y="1638"/>
                    <a:pt x="1671" y="1260"/>
                    <a:pt x="1671" y="819"/>
                  </a:cubicBezTo>
                  <a:cubicBezTo>
                    <a:pt x="1671" y="378"/>
                    <a:pt x="1292" y="0"/>
                    <a:pt x="8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552" name="Google Shape;15552;p85"/>
            <p:cNvSpPr/>
            <p:nvPr/>
          </p:nvSpPr>
          <p:spPr>
            <a:xfrm>
              <a:off x="-10898100" y="2542050"/>
              <a:ext cx="353675" cy="330825"/>
            </a:xfrm>
            <a:custGeom>
              <a:avLst/>
              <a:gdLst/>
              <a:ahLst/>
              <a:cxnLst/>
              <a:rect l="l" t="t" r="r" b="b"/>
              <a:pathLst>
                <a:path w="14147" h="13233" extrusionOk="0">
                  <a:moveTo>
                    <a:pt x="6711" y="819"/>
                  </a:moveTo>
                  <a:cubicBezTo>
                    <a:pt x="9893" y="819"/>
                    <a:pt x="12476" y="3434"/>
                    <a:pt x="12476" y="6616"/>
                  </a:cubicBezTo>
                  <a:cubicBezTo>
                    <a:pt x="12476" y="9798"/>
                    <a:pt x="9893" y="12413"/>
                    <a:pt x="6711" y="12413"/>
                  </a:cubicBezTo>
                  <a:cubicBezTo>
                    <a:pt x="3466" y="12413"/>
                    <a:pt x="883" y="9798"/>
                    <a:pt x="883" y="6616"/>
                  </a:cubicBezTo>
                  <a:cubicBezTo>
                    <a:pt x="883" y="3434"/>
                    <a:pt x="3466" y="819"/>
                    <a:pt x="6711" y="819"/>
                  </a:cubicBezTo>
                  <a:close/>
                  <a:moveTo>
                    <a:pt x="13358" y="10743"/>
                  </a:moveTo>
                  <a:lnTo>
                    <a:pt x="13358" y="12413"/>
                  </a:lnTo>
                  <a:lnTo>
                    <a:pt x="9893" y="12413"/>
                  </a:lnTo>
                  <a:cubicBezTo>
                    <a:pt x="10649" y="12004"/>
                    <a:pt x="11311" y="11468"/>
                    <a:pt x="11846" y="10743"/>
                  </a:cubicBezTo>
                  <a:close/>
                  <a:moveTo>
                    <a:pt x="6648" y="0"/>
                  </a:moveTo>
                  <a:cubicBezTo>
                    <a:pt x="2993" y="0"/>
                    <a:pt x="0" y="2962"/>
                    <a:pt x="0" y="6616"/>
                  </a:cubicBezTo>
                  <a:cubicBezTo>
                    <a:pt x="0" y="10082"/>
                    <a:pt x="2678" y="12917"/>
                    <a:pt x="6112" y="13201"/>
                  </a:cubicBezTo>
                  <a:cubicBezTo>
                    <a:pt x="6144" y="13201"/>
                    <a:pt x="6175" y="13232"/>
                    <a:pt x="6238" y="13232"/>
                  </a:cubicBezTo>
                  <a:lnTo>
                    <a:pt x="13705" y="13232"/>
                  </a:lnTo>
                  <a:cubicBezTo>
                    <a:pt x="13957" y="13232"/>
                    <a:pt x="14146" y="13043"/>
                    <a:pt x="14146" y="12791"/>
                  </a:cubicBezTo>
                  <a:lnTo>
                    <a:pt x="14146" y="10302"/>
                  </a:lnTo>
                  <a:cubicBezTo>
                    <a:pt x="14146" y="10082"/>
                    <a:pt x="13957" y="9924"/>
                    <a:pt x="13737" y="9924"/>
                  </a:cubicBezTo>
                  <a:lnTo>
                    <a:pt x="12413" y="9924"/>
                  </a:lnTo>
                  <a:cubicBezTo>
                    <a:pt x="13012" y="8948"/>
                    <a:pt x="13264" y="7814"/>
                    <a:pt x="13264" y="6616"/>
                  </a:cubicBezTo>
                  <a:cubicBezTo>
                    <a:pt x="13264" y="2962"/>
                    <a:pt x="10334" y="0"/>
                    <a:pt x="66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553" name="Google Shape;15553;p85"/>
          <p:cNvGrpSpPr/>
          <p:nvPr/>
        </p:nvGrpSpPr>
        <p:grpSpPr>
          <a:xfrm>
            <a:off x="6209617" y="2551607"/>
            <a:ext cx="340058" cy="339430"/>
            <a:chOff x="-9157450" y="1622750"/>
            <a:chExt cx="352100" cy="351450"/>
          </a:xfrm>
        </p:grpSpPr>
        <p:sp>
          <p:nvSpPr>
            <p:cNvPr id="15554" name="Google Shape;15554;p85"/>
            <p:cNvSpPr/>
            <p:nvPr/>
          </p:nvSpPr>
          <p:spPr>
            <a:xfrm>
              <a:off x="-9034575" y="1706075"/>
              <a:ext cx="229225" cy="268125"/>
            </a:xfrm>
            <a:custGeom>
              <a:avLst/>
              <a:gdLst/>
              <a:ahLst/>
              <a:cxnLst/>
              <a:rect l="l" t="t" r="r" b="b"/>
              <a:pathLst>
                <a:path w="9169" h="10725" extrusionOk="0">
                  <a:moveTo>
                    <a:pt x="8317" y="989"/>
                  </a:moveTo>
                  <a:lnTo>
                    <a:pt x="8317" y="1777"/>
                  </a:lnTo>
                  <a:lnTo>
                    <a:pt x="3308" y="3195"/>
                  </a:lnTo>
                  <a:lnTo>
                    <a:pt x="3308" y="2407"/>
                  </a:lnTo>
                  <a:lnTo>
                    <a:pt x="8317" y="989"/>
                  </a:lnTo>
                  <a:close/>
                  <a:moveTo>
                    <a:pt x="7498" y="6629"/>
                  </a:moveTo>
                  <a:cubicBezTo>
                    <a:pt x="7971" y="6629"/>
                    <a:pt x="8317" y="6975"/>
                    <a:pt x="8317" y="7448"/>
                  </a:cubicBezTo>
                  <a:cubicBezTo>
                    <a:pt x="8317" y="7920"/>
                    <a:pt x="7971" y="8267"/>
                    <a:pt x="7498" y="8267"/>
                  </a:cubicBezTo>
                  <a:cubicBezTo>
                    <a:pt x="7026" y="8267"/>
                    <a:pt x="6679" y="7920"/>
                    <a:pt x="6679" y="7448"/>
                  </a:cubicBezTo>
                  <a:cubicBezTo>
                    <a:pt x="6679" y="6975"/>
                    <a:pt x="7026" y="6629"/>
                    <a:pt x="7498" y="6629"/>
                  </a:cubicBezTo>
                  <a:close/>
                  <a:moveTo>
                    <a:pt x="1670" y="8267"/>
                  </a:moveTo>
                  <a:cubicBezTo>
                    <a:pt x="2142" y="8267"/>
                    <a:pt x="2489" y="8645"/>
                    <a:pt x="2489" y="9118"/>
                  </a:cubicBezTo>
                  <a:cubicBezTo>
                    <a:pt x="2489" y="9590"/>
                    <a:pt x="2111" y="9937"/>
                    <a:pt x="1670" y="9937"/>
                  </a:cubicBezTo>
                  <a:cubicBezTo>
                    <a:pt x="1197" y="9937"/>
                    <a:pt x="851" y="9590"/>
                    <a:pt x="851" y="9118"/>
                  </a:cubicBezTo>
                  <a:cubicBezTo>
                    <a:pt x="851" y="8645"/>
                    <a:pt x="1197" y="8267"/>
                    <a:pt x="1670" y="8267"/>
                  </a:cubicBezTo>
                  <a:close/>
                  <a:moveTo>
                    <a:pt x="8733" y="0"/>
                  </a:moveTo>
                  <a:cubicBezTo>
                    <a:pt x="8700" y="0"/>
                    <a:pt x="8666" y="4"/>
                    <a:pt x="8632" y="13"/>
                  </a:cubicBezTo>
                  <a:lnTo>
                    <a:pt x="2804" y="1651"/>
                  </a:lnTo>
                  <a:cubicBezTo>
                    <a:pt x="2615" y="1714"/>
                    <a:pt x="2489" y="1872"/>
                    <a:pt x="2489" y="2061"/>
                  </a:cubicBezTo>
                  <a:lnTo>
                    <a:pt x="2489" y="7637"/>
                  </a:lnTo>
                  <a:cubicBezTo>
                    <a:pt x="2268" y="7479"/>
                    <a:pt x="1985" y="7416"/>
                    <a:pt x="1670" y="7416"/>
                  </a:cubicBezTo>
                  <a:cubicBezTo>
                    <a:pt x="756" y="7416"/>
                    <a:pt x="0" y="8172"/>
                    <a:pt x="0" y="9055"/>
                  </a:cubicBezTo>
                  <a:cubicBezTo>
                    <a:pt x="0" y="9968"/>
                    <a:pt x="756" y="10724"/>
                    <a:pt x="1670" y="10724"/>
                  </a:cubicBezTo>
                  <a:cubicBezTo>
                    <a:pt x="2584" y="10724"/>
                    <a:pt x="3340" y="9968"/>
                    <a:pt x="3340" y="9055"/>
                  </a:cubicBezTo>
                  <a:lnTo>
                    <a:pt x="3340" y="3982"/>
                  </a:lnTo>
                  <a:lnTo>
                    <a:pt x="8317" y="2565"/>
                  </a:lnTo>
                  <a:lnTo>
                    <a:pt x="8317" y="5967"/>
                  </a:lnTo>
                  <a:cubicBezTo>
                    <a:pt x="8097" y="5810"/>
                    <a:pt x="7813" y="5715"/>
                    <a:pt x="7498" y="5715"/>
                  </a:cubicBezTo>
                  <a:cubicBezTo>
                    <a:pt x="6585" y="5715"/>
                    <a:pt x="5860" y="6471"/>
                    <a:pt x="5860" y="7385"/>
                  </a:cubicBezTo>
                  <a:cubicBezTo>
                    <a:pt x="5860" y="8267"/>
                    <a:pt x="6585" y="9023"/>
                    <a:pt x="7498" y="9023"/>
                  </a:cubicBezTo>
                  <a:cubicBezTo>
                    <a:pt x="8412" y="9023"/>
                    <a:pt x="9168" y="8267"/>
                    <a:pt x="9168" y="7385"/>
                  </a:cubicBezTo>
                  <a:lnTo>
                    <a:pt x="9168" y="359"/>
                  </a:lnTo>
                  <a:cubicBezTo>
                    <a:pt x="9137" y="296"/>
                    <a:pt x="9105" y="170"/>
                    <a:pt x="8979" y="76"/>
                  </a:cubicBezTo>
                  <a:cubicBezTo>
                    <a:pt x="8910" y="30"/>
                    <a:pt x="8824" y="0"/>
                    <a:pt x="8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555" name="Google Shape;15555;p85"/>
            <p:cNvSpPr/>
            <p:nvPr/>
          </p:nvSpPr>
          <p:spPr>
            <a:xfrm>
              <a:off x="-9157450" y="1622750"/>
              <a:ext cx="164625" cy="249850"/>
            </a:xfrm>
            <a:custGeom>
              <a:avLst/>
              <a:gdLst/>
              <a:ahLst/>
              <a:cxnLst/>
              <a:rect l="l" t="t" r="r" b="b"/>
              <a:pathLst>
                <a:path w="6585" h="9994" extrusionOk="0">
                  <a:moveTo>
                    <a:pt x="1607" y="7473"/>
                  </a:moveTo>
                  <a:cubicBezTo>
                    <a:pt x="2080" y="7473"/>
                    <a:pt x="2458" y="7819"/>
                    <a:pt x="2458" y="8292"/>
                  </a:cubicBezTo>
                  <a:cubicBezTo>
                    <a:pt x="2458" y="8765"/>
                    <a:pt x="2048" y="9143"/>
                    <a:pt x="1607" y="9143"/>
                  </a:cubicBezTo>
                  <a:cubicBezTo>
                    <a:pt x="1135" y="9143"/>
                    <a:pt x="788" y="8765"/>
                    <a:pt x="788" y="8292"/>
                  </a:cubicBezTo>
                  <a:cubicBezTo>
                    <a:pt x="788" y="7819"/>
                    <a:pt x="1135" y="7473"/>
                    <a:pt x="1607" y="7473"/>
                  </a:cubicBezTo>
                  <a:close/>
                  <a:moveTo>
                    <a:pt x="2922" y="0"/>
                  </a:moveTo>
                  <a:cubicBezTo>
                    <a:pt x="2874" y="0"/>
                    <a:pt x="2825" y="12"/>
                    <a:pt x="2773" y="38"/>
                  </a:cubicBezTo>
                  <a:cubicBezTo>
                    <a:pt x="2615" y="69"/>
                    <a:pt x="2489" y="227"/>
                    <a:pt x="2489" y="416"/>
                  </a:cubicBezTo>
                  <a:lnTo>
                    <a:pt x="2489" y="6906"/>
                  </a:lnTo>
                  <a:cubicBezTo>
                    <a:pt x="2237" y="6748"/>
                    <a:pt x="1985" y="6685"/>
                    <a:pt x="1670" y="6685"/>
                  </a:cubicBezTo>
                  <a:cubicBezTo>
                    <a:pt x="756" y="6685"/>
                    <a:pt x="0" y="7441"/>
                    <a:pt x="0" y="8355"/>
                  </a:cubicBezTo>
                  <a:cubicBezTo>
                    <a:pt x="0" y="9237"/>
                    <a:pt x="756" y="9993"/>
                    <a:pt x="1670" y="9993"/>
                  </a:cubicBezTo>
                  <a:cubicBezTo>
                    <a:pt x="2552" y="9993"/>
                    <a:pt x="3308" y="9237"/>
                    <a:pt x="3308" y="8355"/>
                  </a:cubicBezTo>
                  <a:lnTo>
                    <a:pt x="3308" y="1739"/>
                  </a:lnTo>
                  <a:cubicBezTo>
                    <a:pt x="3812" y="2369"/>
                    <a:pt x="4443" y="2999"/>
                    <a:pt x="5293" y="3566"/>
                  </a:cubicBezTo>
                  <a:cubicBezTo>
                    <a:pt x="5608" y="3818"/>
                    <a:pt x="5797" y="4165"/>
                    <a:pt x="5797" y="4574"/>
                  </a:cubicBezTo>
                  <a:cubicBezTo>
                    <a:pt x="5797" y="5236"/>
                    <a:pt x="5230" y="5835"/>
                    <a:pt x="4569" y="5835"/>
                  </a:cubicBezTo>
                  <a:cubicBezTo>
                    <a:pt x="4348" y="5835"/>
                    <a:pt x="4190" y="6024"/>
                    <a:pt x="4190" y="6244"/>
                  </a:cubicBezTo>
                  <a:cubicBezTo>
                    <a:pt x="4190" y="6496"/>
                    <a:pt x="4380" y="6654"/>
                    <a:pt x="4569" y="6654"/>
                  </a:cubicBezTo>
                  <a:cubicBezTo>
                    <a:pt x="5640" y="6654"/>
                    <a:pt x="6585" y="5740"/>
                    <a:pt x="6585" y="4606"/>
                  </a:cubicBezTo>
                  <a:cubicBezTo>
                    <a:pt x="6585" y="3944"/>
                    <a:pt x="6270" y="3314"/>
                    <a:pt x="5766" y="2936"/>
                  </a:cubicBezTo>
                  <a:cubicBezTo>
                    <a:pt x="4852" y="2275"/>
                    <a:pt x="4190" y="1613"/>
                    <a:pt x="3718" y="888"/>
                  </a:cubicBezTo>
                  <a:lnTo>
                    <a:pt x="3245" y="195"/>
                  </a:lnTo>
                  <a:cubicBezTo>
                    <a:pt x="3154" y="81"/>
                    <a:pt x="3046" y="0"/>
                    <a:pt x="29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556" name="Google Shape;15556;p85"/>
          <p:cNvGrpSpPr/>
          <p:nvPr/>
        </p:nvGrpSpPr>
        <p:grpSpPr>
          <a:xfrm>
            <a:off x="6247658" y="2959874"/>
            <a:ext cx="263977" cy="338537"/>
            <a:chOff x="-9119650" y="2056875"/>
            <a:chExt cx="273325" cy="350525"/>
          </a:xfrm>
        </p:grpSpPr>
        <p:sp>
          <p:nvSpPr>
            <p:cNvPr id="15557" name="Google Shape;15557;p85"/>
            <p:cNvSpPr/>
            <p:nvPr/>
          </p:nvSpPr>
          <p:spPr>
            <a:xfrm>
              <a:off x="-9023550" y="2056875"/>
              <a:ext cx="82725" cy="82725"/>
            </a:xfrm>
            <a:custGeom>
              <a:avLst/>
              <a:gdLst/>
              <a:ahLst/>
              <a:cxnLst/>
              <a:rect l="l" t="t" r="r" b="b"/>
              <a:pathLst>
                <a:path w="3309" h="3309" extrusionOk="0">
                  <a:moveTo>
                    <a:pt x="1670" y="819"/>
                  </a:moveTo>
                  <a:cubicBezTo>
                    <a:pt x="2143" y="819"/>
                    <a:pt x="2489" y="1166"/>
                    <a:pt x="2489" y="1639"/>
                  </a:cubicBezTo>
                  <a:cubicBezTo>
                    <a:pt x="2489" y="2080"/>
                    <a:pt x="2143" y="2489"/>
                    <a:pt x="1670" y="2489"/>
                  </a:cubicBezTo>
                  <a:cubicBezTo>
                    <a:pt x="1197" y="2489"/>
                    <a:pt x="819" y="2111"/>
                    <a:pt x="819" y="1639"/>
                  </a:cubicBezTo>
                  <a:cubicBezTo>
                    <a:pt x="819" y="1166"/>
                    <a:pt x="1197" y="819"/>
                    <a:pt x="1670" y="819"/>
                  </a:cubicBezTo>
                  <a:close/>
                  <a:moveTo>
                    <a:pt x="1670" y="0"/>
                  </a:moveTo>
                  <a:cubicBezTo>
                    <a:pt x="756" y="0"/>
                    <a:pt x="0" y="756"/>
                    <a:pt x="0" y="1639"/>
                  </a:cubicBezTo>
                  <a:cubicBezTo>
                    <a:pt x="0" y="2552"/>
                    <a:pt x="756" y="3308"/>
                    <a:pt x="1670" y="3308"/>
                  </a:cubicBezTo>
                  <a:cubicBezTo>
                    <a:pt x="2552" y="3308"/>
                    <a:pt x="3308" y="2552"/>
                    <a:pt x="3308" y="1639"/>
                  </a:cubicBezTo>
                  <a:cubicBezTo>
                    <a:pt x="3308" y="756"/>
                    <a:pt x="2552"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558" name="Google Shape;15558;p85"/>
            <p:cNvSpPr/>
            <p:nvPr/>
          </p:nvSpPr>
          <p:spPr>
            <a:xfrm>
              <a:off x="-9119650" y="2137200"/>
              <a:ext cx="273325" cy="270200"/>
            </a:xfrm>
            <a:custGeom>
              <a:avLst/>
              <a:gdLst/>
              <a:ahLst/>
              <a:cxnLst/>
              <a:rect l="l" t="t" r="r" b="b"/>
              <a:pathLst>
                <a:path w="10933" h="10808" extrusionOk="0">
                  <a:moveTo>
                    <a:pt x="9641" y="915"/>
                  </a:moveTo>
                  <a:cubicBezTo>
                    <a:pt x="9862" y="915"/>
                    <a:pt x="10082" y="1104"/>
                    <a:pt x="10082" y="1356"/>
                  </a:cubicBezTo>
                  <a:cubicBezTo>
                    <a:pt x="10082" y="1576"/>
                    <a:pt x="9862" y="1734"/>
                    <a:pt x="9641" y="1734"/>
                  </a:cubicBezTo>
                  <a:lnTo>
                    <a:pt x="6333" y="1734"/>
                  </a:lnTo>
                  <a:cubicBezTo>
                    <a:pt x="6081" y="1734"/>
                    <a:pt x="5924" y="1923"/>
                    <a:pt x="5924" y="2175"/>
                  </a:cubicBezTo>
                  <a:lnTo>
                    <a:pt x="5924" y="9641"/>
                  </a:lnTo>
                  <a:cubicBezTo>
                    <a:pt x="5924" y="9893"/>
                    <a:pt x="5734" y="10051"/>
                    <a:pt x="5514" y="10051"/>
                  </a:cubicBezTo>
                  <a:cubicBezTo>
                    <a:pt x="5262" y="10051"/>
                    <a:pt x="5104" y="9862"/>
                    <a:pt x="5104" y="9641"/>
                  </a:cubicBezTo>
                  <a:lnTo>
                    <a:pt x="5104" y="5703"/>
                  </a:lnTo>
                  <a:cubicBezTo>
                    <a:pt x="5104" y="5459"/>
                    <a:pt x="4917" y="5293"/>
                    <a:pt x="4707" y="5293"/>
                  </a:cubicBezTo>
                  <a:cubicBezTo>
                    <a:pt x="4619" y="5293"/>
                    <a:pt x="4527" y="5323"/>
                    <a:pt x="4443" y="5388"/>
                  </a:cubicBezTo>
                  <a:lnTo>
                    <a:pt x="1639" y="7531"/>
                  </a:lnTo>
                  <a:cubicBezTo>
                    <a:pt x="1557" y="7585"/>
                    <a:pt x="1464" y="7616"/>
                    <a:pt x="1372" y="7616"/>
                  </a:cubicBezTo>
                  <a:cubicBezTo>
                    <a:pt x="1250" y="7616"/>
                    <a:pt x="1130" y="7562"/>
                    <a:pt x="1040" y="7436"/>
                  </a:cubicBezTo>
                  <a:cubicBezTo>
                    <a:pt x="946" y="7247"/>
                    <a:pt x="946" y="7026"/>
                    <a:pt x="1135" y="6869"/>
                  </a:cubicBezTo>
                  <a:lnTo>
                    <a:pt x="4947" y="4033"/>
                  </a:lnTo>
                  <a:cubicBezTo>
                    <a:pt x="5073" y="3939"/>
                    <a:pt x="5104" y="3844"/>
                    <a:pt x="5104" y="3718"/>
                  </a:cubicBezTo>
                  <a:lnTo>
                    <a:pt x="5104" y="2206"/>
                  </a:lnTo>
                  <a:cubicBezTo>
                    <a:pt x="5104" y="1986"/>
                    <a:pt x="4915" y="1765"/>
                    <a:pt x="4726" y="1765"/>
                  </a:cubicBezTo>
                  <a:lnTo>
                    <a:pt x="1418" y="1765"/>
                  </a:lnTo>
                  <a:cubicBezTo>
                    <a:pt x="1166" y="1765"/>
                    <a:pt x="1009" y="1576"/>
                    <a:pt x="1009" y="1387"/>
                  </a:cubicBezTo>
                  <a:cubicBezTo>
                    <a:pt x="1009" y="1135"/>
                    <a:pt x="1198" y="946"/>
                    <a:pt x="1418" y="946"/>
                  </a:cubicBezTo>
                  <a:lnTo>
                    <a:pt x="9641" y="946"/>
                  </a:lnTo>
                  <a:lnTo>
                    <a:pt x="9641" y="915"/>
                  </a:lnTo>
                  <a:close/>
                  <a:moveTo>
                    <a:pt x="1355" y="1"/>
                  </a:moveTo>
                  <a:cubicBezTo>
                    <a:pt x="694" y="95"/>
                    <a:pt x="158" y="631"/>
                    <a:pt x="158" y="1293"/>
                  </a:cubicBezTo>
                  <a:cubicBezTo>
                    <a:pt x="158" y="1986"/>
                    <a:pt x="694" y="2521"/>
                    <a:pt x="1355" y="2521"/>
                  </a:cubicBezTo>
                  <a:lnTo>
                    <a:pt x="4285" y="2521"/>
                  </a:lnTo>
                  <a:lnTo>
                    <a:pt x="4285" y="3403"/>
                  </a:lnTo>
                  <a:lnTo>
                    <a:pt x="662" y="6113"/>
                  </a:lnTo>
                  <a:cubicBezTo>
                    <a:pt x="95" y="6491"/>
                    <a:pt x="1" y="7278"/>
                    <a:pt x="410" y="7846"/>
                  </a:cubicBezTo>
                  <a:cubicBezTo>
                    <a:pt x="651" y="8160"/>
                    <a:pt x="1022" y="8333"/>
                    <a:pt x="1396" y="8333"/>
                  </a:cubicBezTo>
                  <a:cubicBezTo>
                    <a:pt x="1658" y="8333"/>
                    <a:pt x="1922" y="8248"/>
                    <a:pt x="2143" y="8066"/>
                  </a:cubicBezTo>
                  <a:lnTo>
                    <a:pt x="4317" y="6459"/>
                  </a:lnTo>
                  <a:lnTo>
                    <a:pt x="4317" y="9578"/>
                  </a:lnTo>
                  <a:cubicBezTo>
                    <a:pt x="4317" y="10240"/>
                    <a:pt x="4884" y="10807"/>
                    <a:pt x="5545" y="10807"/>
                  </a:cubicBezTo>
                  <a:cubicBezTo>
                    <a:pt x="6207" y="10807"/>
                    <a:pt x="6806" y="10240"/>
                    <a:pt x="6806" y="9578"/>
                  </a:cubicBezTo>
                  <a:lnTo>
                    <a:pt x="6806" y="2490"/>
                  </a:lnTo>
                  <a:lnTo>
                    <a:pt x="9673" y="2490"/>
                  </a:lnTo>
                  <a:cubicBezTo>
                    <a:pt x="10334" y="2490"/>
                    <a:pt x="10933" y="1923"/>
                    <a:pt x="10933" y="1261"/>
                  </a:cubicBezTo>
                  <a:cubicBezTo>
                    <a:pt x="10933" y="599"/>
                    <a:pt x="10397" y="1"/>
                    <a:pt x="96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5559" name="Google Shape;15559;p85"/>
          <p:cNvSpPr/>
          <p:nvPr/>
        </p:nvSpPr>
        <p:spPr>
          <a:xfrm>
            <a:off x="8022842" y="2988799"/>
            <a:ext cx="340058" cy="341555"/>
          </a:xfrm>
          <a:custGeom>
            <a:avLst/>
            <a:gdLst/>
            <a:ahLst/>
            <a:cxnLst/>
            <a:rect l="l" t="t" r="r" b="b"/>
            <a:pathLst>
              <a:path w="14084" h="14146" extrusionOk="0">
                <a:moveTo>
                  <a:pt x="5829" y="5261"/>
                </a:moveTo>
                <a:lnTo>
                  <a:pt x="6963" y="6585"/>
                </a:lnTo>
                <a:lnTo>
                  <a:pt x="5829" y="6585"/>
                </a:lnTo>
                <a:lnTo>
                  <a:pt x="5829" y="5261"/>
                </a:lnTo>
                <a:close/>
                <a:moveTo>
                  <a:pt x="6333" y="788"/>
                </a:moveTo>
                <a:cubicBezTo>
                  <a:pt x="6648" y="788"/>
                  <a:pt x="6963" y="914"/>
                  <a:pt x="7215" y="1166"/>
                </a:cubicBezTo>
                <a:lnTo>
                  <a:pt x="7877" y="1827"/>
                </a:lnTo>
                <a:cubicBezTo>
                  <a:pt x="8287" y="2205"/>
                  <a:pt x="8791" y="2426"/>
                  <a:pt x="9326" y="2426"/>
                </a:cubicBezTo>
                <a:lnTo>
                  <a:pt x="10334" y="2426"/>
                </a:lnTo>
                <a:cubicBezTo>
                  <a:pt x="11469" y="2426"/>
                  <a:pt x="12414" y="3371"/>
                  <a:pt x="12414" y="4505"/>
                </a:cubicBezTo>
                <a:cubicBezTo>
                  <a:pt x="12414" y="5639"/>
                  <a:pt x="11469" y="6585"/>
                  <a:pt x="10334" y="6585"/>
                </a:cubicBezTo>
                <a:lnTo>
                  <a:pt x="8003" y="6585"/>
                </a:lnTo>
                <a:lnTo>
                  <a:pt x="5766" y="4033"/>
                </a:lnTo>
                <a:lnTo>
                  <a:pt x="5766" y="2048"/>
                </a:lnTo>
                <a:cubicBezTo>
                  <a:pt x="5766" y="1827"/>
                  <a:pt x="5546" y="1670"/>
                  <a:pt x="5357" y="1670"/>
                </a:cubicBezTo>
                <a:cubicBezTo>
                  <a:pt x="5168" y="1670"/>
                  <a:pt x="4979" y="1859"/>
                  <a:pt x="4979" y="2048"/>
                </a:cubicBezTo>
                <a:lnTo>
                  <a:pt x="4979" y="3087"/>
                </a:lnTo>
                <a:lnTo>
                  <a:pt x="2994" y="788"/>
                </a:lnTo>
                <a:close/>
                <a:moveTo>
                  <a:pt x="13233" y="7341"/>
                </a:moveTo>
                <a:lnTo>
                  <a:pt x="13233" y="9451"/>
                </a:lnTo>
                <a:lnTo>
                  <a:pt x="13264" y="9451"/>
                </a:lnTo>
                <a:cubicBezTo>
                  <a:pt x="13264" y="9704"/>
                  <a:pt x="13075" y="9893"/>
                  <a:pt x="12886" y="9893"/>
                </a:cubicBezTo>
                <a:lnTo>
                  <a:pt x="820" y="9893"/>
                </a:lnTo>
                <a:lnTo>
                  <a:pt x="820" y="9451"/>
                </a:lnTo>
                <a:cubicBezTo>
                  <a:pt x="820" y="9231"/>
                  <a:pt x="1009" y="9042"/>
                  <a:pt x="1230" y="9042"/>
                </a:cubicBezTo>
                <a:lnTo>
                  <a:pt x="2049" y="9042"/>
                </a:lnTo>
                <a:cubicBezTo>
                  <a:pt x="2269" y="9042"/>
                  <a:pt x="2427" y="8821"/>
                  <a:pt x="2427" y="8601"/>
                </a:cubicBezTo>
                <a:lnTo>
                  <a:pt x="2427" y="7782"/>
                </a:lnTo>
                <a:cubicBezTo>
                  <a:pt x="2427" y="7530"/>
                  <a:pt x="2647" y="7341"/>
                  <a:pt x="2836" y="7341"/>
                </a:cubicBezTo>
                <a:close/>
                <a:moveTo>
                  <a:pt x="2427" y="10712"/>
                </a:moveTo>
                <a:lnTo>
                  <a:pt x="2112" y="13232"/>
                </a:lnTo>
                <a:lnTo>
                  <a:pt x="2049" y="13232"/>
                </a:lnTo>
                <a:lnTo>
                  <a:pt x="1734" y="10712"/>
                </a:lnTo>
                <a:close/>
                <a:moveTo>
                  <a:pt x="9043" y="10712"/>
                </a:moveTo>
                <a:lnTo>
                  <a:pt x="8728" y="13232"/>
                </a:lnTo>
                <a:lnTo>
                  <a:pt x="8665" y="13232"/>
                </a:lnTo>
                <a:lnTo>
                  <a:pt x="8350" y="10712"/>
                </a:lnTo>
                <a:close/>
                <a:moveTo>
                  <a:pt x="12414" y="10712"/>
                </a:moveTo>
                <a:lnTo>
                  <a:pt x="12099" y="13232"/>
                </a:lnTo>
                <a:lnTo>
                  <a:pt x="12004" y="13232"/>
                </a:lnTo>
                <a:lnTo>
                  <a:pt x="11689" y="10712"/>
                </a:lnTo>
                <a:close/>
                <a:moveTo>
                  <a:pt x="2080" y="0"/>
                </a:moveTo>
                <a:cubicBezTo>
                  <a:pt x="1923" y="0"/>
                  <a:pt x="1765" y="95"/>
                  <a:pt x="1702" y="252"/>
                </a:cubicBezTo>
                <a:cubicBezTo>
                  <a:pt x="1608" y="410"/>
                  <a:pt x="1639" y="567"/>
                  <a:pt x="1765" y="662"/>
                </a:cubicBezTo>
                <a:lnTo>
                  <a:pt x="4947" y="4348"/>
                </a:lnTo>
                <a:lnTo>
                  <a:pt x="4947" y="6616"/>
                </a:lnTo>
                <a:lnTo>
                  <a:pt x="2868" y="6616"/>
                </a:lnTo>
                <a:cubicBezTo>
                  <a:pt x="2206" y="6616"/>
                  <a:pt x="1608" y="7183"/>
                  <a:pt x="1608" y="7876"/>
                </a:cubicBezTo>
                <a:lnTo>
                  <a:pt x="1608" y="8286"/>
                </a:lnTo>
                <a:lnTo>
                  <a:pt x="1230" y="8286"/>
                </a:lnTo>
                <a:cubicBezTo>
                  <a:pt x="536" y="8286"/>
                  <a:pt x="1" y="8821"/>
                  <a:pt x="1" y="9546"/>
                </a:cubicBezTo>
                <a:lnTo>
                  <a:pt x="1" y="10365"/>
                </a:lnTo>
                <a:cubicBezTo>
                  <a:pt x="1" y="10586"/>
                  <a:pt x="190" y="10806"/>
                  <a:pt x="379" y="10806"/>
                </a:cubicBezTo>
                <a:lnTo>
                  <a:pt x="851" y="10806"/>
                </a:lnTo>
                <a:lnTo>
                  <a:pt x="1230" y="13799"/>
                </a:lnTo>
                <a:cubicBezTo>
                  <a:pt x="1261" y="13988"/>
                  <a:pt x="1419" y="14146"/>
                  <a:pt x="1608" y="14146"/>
                </a:cubicBezTo>
                <a:lnTo>
                  <a:pt x="2427" y="14146"/>
                </a:lnTo>
                <a:cubicBezTo>
                  <a:pt x="2647" y="14146"/>
                  <a:pt x="2836" y="13988"/>
                  <a:pt x="2836" y="13799"/>
                </a:cubicBezTo>
                <a:lnTo>
                  <a:pt x="3183" y="10806"/>
                </a:lnTo>
                <a:lnTo>
                  <a:pt x="7436" y="10806"/>
                </a:lnTo>
                <a:lnTo>
                  <a:pt x="7783" y="13799"/>
                </a:lnTo>
                <a:cubicBezTo>
                  <a:pt x="7846" y="13988"/>
                  <a:pt x="8003" y="14146"/>
                  <a:pt x="8192" y="14146"/>
                </a:cubicBezTo>
                <a:lnTo>
                  <a:pt x="9011" y="14146"/>
                </a:lnTo>
                <a:cubicBezTo>
                  <a:pt x="9200" y="14146"/>
                  <a:pt x="9421" y="13988"/>
                  <a:pt x="9421" y="13799"/>
                </a:cubicBezTo>
                <a:lnTo>
                  <a:pt x="9767" y="10806"/>
                </a:lnTo>
                <a:lnTo>
                  <a:pt x="10713" y="10806"/>
                </a:lnTo>
                <a:lnTo>
                  <a:pt x="11059" y="13799"/>
                </a:lnTo>
                <a:cubicBezTo>
                  <a:pt x="11091" y="13988"/>
                  <a:pt x="11248" y="14146"/>
                  <a:pt x="11469" y="14146"/>
                </a:cubicBezTo>
                <a:lnTo>
                  <a:pt x="12288" y="14146"/>
                </a:lnTo>
                <a:cubicBezTo>
                  <a:pt x="12477" y="14146"/>
                  <a:pt x="12666" y="13988"/>
                  <a:pt x="12666" y="13799"/>
                </a:cubicBezTo>
                <a:lnTo>
                  <a:pt x="13075" y="10712"/>
                </a:lnTo>
                <a:cubicBezTo>
                  <a:pt x="13579" y="10554"/>
                  <a:pt x="13926" y="10082"/>
                  <a:pt x="13926" y="9546"/>
                </a:cubicBezTo>
                <a:lnTo>
                  <a:pt x="13926" y="7057"/>
                </a:lnTo>
                <a:cubicBezTo>
                  <a:pt x="14084" y="6742"/>
                  <a:pt x="13926" y="6585"/>
                  <a:pt x="13705" y="6585"/>
                </a:cubicBezTo>
                <a:lnTo>
                  <a:pt x="12414" y="6585"/>
                </a:lnTo>
                <a:cubicBezTo>
                  <a:pt x="12949" y="6080"/>
                  <a:pt x="13264" y="5324"/>
                  <a:pt x="13264" y="4505"/>
                </a:cubicBezTo>
                <a:cubicBezTo>
                  <a:pt x="13264" y="2898"/>
                  <a:pt x="11973" y="1607"/>
                  <a:pt x="10366" y="1607"/>
                </a:cubicBezTo>
                <a:lnTo>
                  <a:pt x="9389" y="1607"/>
                </a:lnTo>
                <a:cubicBezTo>
                  <a:pt x="9074" y="1607"/>
                  <a:pt x="8728" y="1512"/>
                  <a:pt x="8507" y="1260"/>
                </a:cubicBezTo>
                <a:lnTo>
                  <a:pt x="7846" y="599"/>
                </a:lnTo>
                <a:cubicBezTo>
                  <a:pt x="7436" y="189"/>
                  <a:pt x="6932" y="0"/>
                  <a:pt x="63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560" name="Google Shape;15560;p85"/>
          <p:cNvSpPr/>
          <p:nvPr/>
        </p:nvSpPr>
        <p:spPr>
          <a:xfrm>
            <a:off x="7143562" y="2550547"/>
            <a:ext cx="301233" cy="341555"/>
          </a:xfrm>
          <a:custGeom>
            <a:avLst/>
            <a:gdLst/>
            <a:ahLst/>
            <a:cxnLst/>
            <a:rect l="l" t="t" r="r" b="b"/>
            <a:pathLst>
              <a:path w="12476" h="14146" extrusionOk="0">
                <a:moveTo>
                  <a:pt x="2552" y="819"/>
                </a:moveTo>
                <a:cubicBezTo>
                  <a:pt x="3056" y="819"/>
                  <a:pt x="3403" y="1198"/>
                  <a:pt x="3403" y="1670"/>
                </a:cubicBezTo>
                <a:lnTo>
                  <a:pt x="1733" y="1670"/>
                </a:lnTo>
                <a:cubicBezTo>
                  <a:pt x="1733" y="1198"/>
                  <a:pt x="2079" y="819"/>
                  <a:pt x="2552" y="819"/>
                </a:cubicBezTo>
                <a:close/>
                <a:moveTo>
                  <a:pt x="10019" y="819"/>
                </a:moveTo>
                <a:cubicBezTo>
                  <a:pt x="10491" y="819"/>
                  <a:pt x="10838" y="1198"/>
                  <a:pt x="10838" y="1670"/>
                </a:cubicBezTo>
                <a:lnTo>
                  <a:pt x="9168" y="1670"/>
                </a:lnTo>
                <a:cubicBezTo>
                  <a:pt x="9168" y="1198"/>
                  <a:pt x="9578" y="819"/>
                  <a:pt x="10019" y="819"/>
                </a:cubicBezTo>
                <a:close/>
                <a:moveTo>
                  <a:pt x="8286" y="2489"/>
                </a:moveTo>
                <a:lnTo>
                  <a:pt x="7593" y="5829"/>
                </a:lnTo>
                <a:lnTo>
                  <a:pt x="4978" y="5829"/>
                </a:lnTo>
                <a:lnTo>
                  <a:pt x="4285" y="2489"/>
                </a:lnTo>
                <a:cubicBezTo>
                  <a:pt x="4978" y="2489"/>
                  <a:pt x="5545" y="2710"/>
                  <a:pt x="5986" y="3182"/>
                </a:cubicBezTo>
                <a:cubicBezTo>
                  <a:pt x="6065" y="3261"/>
                  <a:pt x="6175" y="3300"/>
                  <a:pt x="6285" y="3300"/>
                </a:cubicBezTo>
                <a:cubicBezTo>
                  <a:pt x="6396" y="3300"/>
                  <a:pt x="6506" y="3261"/>
                  <a:pt x="6585" y="3182"/>
                </a:cubicBezTo>
                <a:cubicBezTo>
                  <a:pt x="7026" y="2773"/>
                  <a:pt x="7656" y="2489"/>
                  <a:pt x="8286" y="2489"/>
                </a:cubicBezTo>
                <a:close/>
                <a:moveTo>
                  <a:pt x="7120" y="6648"/>
                </a:moveTo>
                <a:cubicBezTo>
                  <a:pt x="7341" y="6648"/>
                  <a:pt x="7530" y="6648"/>
                  <a:pt x="7719" y="6711"/>
                </a:cubicBezTo>
                <a:lnTo>
                  <a:pt x="8443" y="8066"/>
                </a:lnTo>
                <a:cubicBezTo>
                  <a:pt x="8506" y="8223"/>
                  <a:pt x="8664" y="8318"/>
                  <a:pt x="8790" y="8318"/>
                </a:cubicBezTo>
                <a:cubicBezTo>
                  <a:pt x="8853" y="8318"/>
                  <a:pt x="8916" y="8318"/>
                  <a:pt x="8979" y="8286"/>
                </a:cubicBezTo>
                <a:cubicBezTo>
                  <a:pt x="9168" y="8160"/>
                  <a:pt x="9262" y="7908"/>
                  <a:pt x="9168" y="7719"/>
                </a:cubicBezTo>
                <a:lnTo>
                  <a:pt x="8821" y="6963"/>
                </a:lnTo>
                <a:lnTo>
                  <a:pt x="8821" y="6963"/>
                </a:lnTo>
                <a:cubicBezTo>
                  <a:pt x="10523" y="7656"/>
                  <a:pt x="11751" y="9294"/>
                  <a:pt x="11751" y="11216"/>
                </a:cubicBezTo>
                <a:lnTo>
                  <a:pt x="11751" y="11626"/>
                </a:lnTo>
                <a:lnTo>
                  <a:pt x="977" y="11626"/>
                </a:lnTo>
                <a:lnTo>
                  <a:pt x="977" y="11216"/>
                </a:lnTo>
                <a:cubicBezTo>
                  <a:pt x="914" y="9294"/>
                  <a:pt x="2142" y="7593"/>
                  <a:pt x="3812" y="6963"/>
                </a:cubicBezTo>
                <a:lnTo>
                  <a:pt x="3812" y="6963"/>
                </a:lnTo>
                <a:lnTo>
                  <a:pt x="3466" y="7719"/>
                </a:lnTo>
                <a:cubicBezTo>
                  <a:pt x="3340" y="7908"/>
                  <a:pt x="3466" y="8160"/>
                  <a:pt x="3655" y="8286"/>
                </a:cubicBezTo>
                <a:cubicBezTo>
                  <a:pt x="3749" y="8318"/>
                  <a:pt x="3781" y="8318"/>
                  <a:pt x="3875" y="8318"/>
                </a:cubicBezTo>
                <a:cubicBezTo>
                  <a:pt x="4033" y="8318"/>
                  <a:pt x="4190" y="8223"/>
                  <a:pt x="4222" y="8066"/>
                </a:cubicBezTo>
                <a:lnTo>
                  <a:pt x="4915" y="6711"/>
                </a:lnTo>
                <a:cubicBezTo>
                  <a:pt x="5135" y="6648"/>
                  <a:pt x="5324" y="6648"/>
                  <a:pt x="5513" y="6648"/>
                </a:cubicBezTo>
                <a:lnTo>
                  <a:pt x="5923" y="6648"/>
                </a:lnTo>
                <a:lnTo>
                  <a:pt x="5923" y="8759"/>
                </a:lnTo>
                <a:cubicBezTo>
                  <a:pt x="5923" y="8979"/>
                  <a:pt x="6112" y="9168"/>
                  <a:pt x="6333" y="9168"/>
                </a:cubicBezTo>
                <a:cubicBezTo>
                  <a:pt x="6585" y="9168"/>
                  <a:pt x="6742" y="8979"/>
                  <a:pt x="6742" y="8759"/>
                </a:cubicBezTo>
                <a:lnTo>
                  <a:pt x="6742" y="6648"/>
                </a:lnTo>
                <a:close/>
                <a:moveTo>
                  <a:pt x="11657" y="12445"/>
                </a:moveTo>
                <a:lnTo>
                  <a:pt x="11657" y="13264"/>
                </a:lnTo>
                <a:lnTo>
                  <a:pt x="914" y="13264"/>
                </a:lnTo>
                <a:lnTo>
                  <a:pt x="914" y="12445"/>
                </a:lnTo>
                <a:close/>
                <a:moveTo>
                  <a:pt x="2520" y="0"/>
                </a:moveTo>
                <a:cubicBezTo>
                  <a:pt x="1607" y="0"/>
                  <a:pt x="882" y="756"/>
                  <a:pt x="882" y="1670"/>
                </a:cubicBezTo>
                <a:lnTo>
                  <a:pt x="882" y="2048"/>
                </a:lnTo>
                <a:cubicBezTo>
                  <a:pt x="882" y="2269"/>
                  <a:pt x="1071" y="2489"/>
                  <a:pt x="1260" y="2489"/>
                </a:cubicBezTo>
                <a:lnTo>
                  <a:pt x="3403" y="2489"/>
                </a:lnTo>
                <a:lnTo>
                  <a:pt x="4096" y="5986"/>
                </a:lnTo>
                <a:cubicBezTo>
                  <a:pt x="1764" y="6585"/>
                  <a:pt x="0" y="8696"/>
                  <a:pt x="0" y="11216"/>
                </a:cubicBezTo>
                <a:lnTo>
                  <a:pt x="0" y="13705"/>
                </a:lnTo>
                <a:cubicBezTo>
                  <a:pt x="0" y="13925"/>
                  <a:pt x="189" y="14146"/>
                  <a:pt x="410" y="14146"/>
                </a:cubicBezTo>
                <a:lnTo>
                  <a:pt x="11972" y="14146"/>
                </a:lnTo>
                <a:cubicBezTo>
                  <a:pt x="12224" y="14146"/>
                  <a:pt x="12413" y="13925"/>
                  <a:pt x="12413" y="13705"/>
                </a:cubicBezTo>
                <a:lnTo>
                  <a:pt x="12413" y="11216"/>
                </a:lnTo>
                <a:cubicBezTo>
                  <a:pt x="12476" y="8696"/>
                  <a:pt x="10743" y="6585"/>
                  <a:pt x="8443" y="5986"/>
                </a:cubicBezTo>
                <a:lnTo>
                  <a:pt x="9136" y="2489"/>
                </a:lnTo>
                <a:lnTo>
                  <a:pt x="11279" y="2489"/>
                </a:lnTo>
                <a:cubicBezTo>
                  <a:pt x="11499" y="2489"/>
                  <a:pt x="11657" y="2269"/>
                  <a:pt x="11657" y="2048"/>
                </a:cubicBezTo>
                <a:lnTo>
                  <a:pt x="11657" y="1670"/>
                </a:lnTo>
                <a:cubicBezTo>
                  <a:pt x="11657" y="756"/>
                  <a:pt x="10901" y="0"/>
                  <a:pt x="10019" y="0"/>
                </a:cubicBezTo>
                <a:cubicBezTo>
                  <a:pt x="9105" y="0"/>
                  <a:pt x="8349" y="756"/>
                  <a:pt x="8349" y="1670"/>
                </a:cubicBezTo>
                <a:lnTo>
                  <a:pt x="8286" y="1670"/>
                </a:lnTo>
                <a:cubicBezTo>
                  <a:pt x="7530" y="1670"/>
                  <a:pt x="6868" y="1891"/>
                  <a:pt x="6269" y="2332"/>
                </a:cubicBezTo>
                <a:cubicBezTo>
                  <a:pt x="5702" y="1891"/>
                  <a:pt x="5009" y="1670"/>
                  <a:pt x="4253" y="1670"/>
                </a:cubicBezTo>
                <a:lnTo>
                  <a:pt x="4190" y="1670"/>
                </a:lnTo>
                <a:cubicBezTo>
                  <a:pt x="4190" y="756"/>
                  <a:pt x="3434" y="0"/>
                  <a:pt x="25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5561" name="Google Shape;15561;p85"/>
          <p:cNvGrpSpPr/>
          <p:nvPr/>
        </p:nvGrpSpPr>
        <p:grpSpPr>
          <a:xfrm>
            <a:off x="7576790" y="2989279"/>
            <a:ext cx="343094" cy="341569"/>
            <a:chOff x="6001575" y="3119050"/>
            <a:chExt cx="315025" cy="313625"/>
          </a:xfrm>
        </p:grpSpPr>
        <p:sp>
          <p:nvSpPr>
            <p:cNvPr id="15562" name="Google Shape;15562;p85"/>
            <p:cNvSpPr/>
            <p:nvPr/>
          </p:nvSpPr>
          <p:spPr>
            <a:xfrm>
              <a:off x="6001575" y="3119050"/>
              <a:ext cx="315025" cy="313625"/>
            </a:xfrm>
            <a:custGeom>
              <a:avLst/>
              <a:gdLst/>
              <a:ahLst/>
              <a:cxnLst/>
              <a:rect l="l" t="t" r="r" b="b"/>
              <a:pathLst>
                <a:path w="12601" h="12545" extrusionOk="0">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563" name="Google Shape;15563;p85"/>
            <p:cNvSpPr/>
            <p:nvPr/>
          </p:nvSpPr>
          <p:spPr>
            <a:xfrm flipH="1">
              <a:off x="6001575" y="3119050"/>
              <a:ext cx="315025" cy="313625"/>
            </a:xfrm>
            <a:custGeom>
              <a:avLst/>
              <a:gdLst/>
              <a:ahLst/>
              <a:cxnLst/>
              <a:rect l="l" t="t" r="r" b="b"/>
              <a:pathLst>
                <a:path w="12601" h="12545" extrusionOk="0">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Tree>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5567" name="Shape 15567"/>
        <p:cNvGrpSpPr/>
        <p:nvPr/>
      </p:nvGrpSpPr>
      <p:grpSpPr>
        <a:xfrm>
          <a:off x="0" y="0"/>
          <a:ext cx="0" cy="0"/>
          <a:chOff x="0" y="0"/>
          <a:chExt cx="0" cy="0"/>
        </a:xfrm>
      </p:grpSpPr>
      <p:sp>
        <p:nvSpPr>
          <p:cNvPr id="15568" name="Google Shape;15568;p86"/>
          <p:cNvSpPr/>
          <p:nvPr/>
        </p:nvSpPr>
        <p:spPr>
          <a:xfrm>
            <a:off x="885480" y="1688459"/>
            <a:ext cx="361250" cy="473920"/>
          </a:xfrm>
          <a:custGeom>
            <a:avLst/>
            <a:gdLst/>
            <a:ahLst/>
            <a:cxnLst/>
            <a:rect l="l" t="t" r="r" b="b"/>
            <a:pathLst>
              <a:path w="9295" h="12194" extrusionOk="0">
                <a:moveTo>
                  <a:pt x="4568" y="662"/>
                </a:moveTo>
                <a:cubicBezTo>
                  <a:pt x="5167" y="662"/>
                  <a:pt x="5639" y="1135"/>
                  <a:pt x="5639" y="1734"/>
                </a:cubicBezTo>
                <a:cubicBezTo>
                  <a:pt x="5639" y="2301"/>
                  <a:pt x="5167" y="2773"/>
                  <a:pt x="4568" y="2773"/>
                </a:cubicBezTo>
                <a:cubicBezTo>
                  <a:pt x="3970" y="2773"/>
                  <a:pt x="3497" y="2301"/>
                  <a:pt x="3497" y="1734"/>
                </a:cubicBezTo>
                <a:cubicBezTo>
                  <a:pt x="3497" y="1135"/>
                  <a:pt x="3970" y="662"/>
                  <a:pt x="4568" y="662"/>
                </a:cubicBezTo>
                <a:close/>
                <a:moveTo>
                  <a:pt x="7750" y="3529"/>
                </a:moveTo>
                <a:cubicBezTo>
                  <a:pt x="8160" y="3529"/>
                  <a:pt x="8475" y="3844"/>
                  <a:pt x="8475" y="4254"/>
                </a:cubicBezTo>
                <a:cubicBezTo>
                  <a:pt x="8475" y="4632"/>
                  <a:pt x="8160" y="4947"/>
                  <a:pt x="7750" y="4947"/>
                </a:cubicBezTo>
                <a:cubicBezTo>
                  <a:pt x="7372" y="4947"/>
                  <a:pt x="7057" y="4632"/>
                  <a:pt x="7057" y="4254"/>
                </a:cubicBezTo>
                <a:cubicBezTo>
                  <a:pt x="7057" y="3876"/>
                  <a:pt x="7372" y="3529"/>
                  <a:pt x="7750" y="3529"/>
                </a:cubicBezTo>
                <a:close/>
                <a:moveTo>
                  <a:pt x="1733" y="4254"/>
                </a:moveTo>
                <a:cubicBezTo>
                  <a:pt x="2836" y="4254"/>
                  <a:pt x="3812" y="4979"/>
                  <a:pt x="4127" y="6018"/>
                </a:cubicBezTo>
                <a:lnTo>
                  <a:pt x="2678" y="5042"/>
                </a:lnTo>
                <a:cubicBezTo>
                  <a:pt x="2615" y="4991"/>
                  <a:pt x="2537" y="4966"/>
                  <a:pt x="2460" y="4966"/>
                </a:cubicBezTo>
                <a:cubicBezTo>
                  <a:pt x="2344" y="4966"/>
                  <a:pt x="2231" y="5023"/>
                  <a:pt x="2174" y="5136"/>
                </a:cubicBezTo>
                <a:cubicBezTo>
                  <a:pt x="2048" y="5294"/>
                  <a:pt x="2079" y="5546"/>
                  <a:pt x="2268" y="5672"/>
                </a:cubicBezTo>
                <a:lnTo>
                  <a:pt x="3434" y="6459"/>
                </a:lnTo>
                <a:lnTo>
                  <a:pt x="3182" y="6459"/>
                </a:lnTo>
                <a:cubicBezTo>
                  <a:pt x="1890" y="6396"/>
                  <a:pt x="819" y="5451"/>
                  <a:pt x="662" y="4254"/>
                </a:cubicBezTo>
                <a:close/>
                <a:moveTo>
                  <a:pt x="1355" y="7814"/>
                </a:moveTo>
                <a:cubicBezTo>
                  <a:pt x="1733" y="7814"/>
                  <a:pt x="2048" y="8129"/>
                  <a:pt x="2048" y="8539"/>
                </a:cubicBezTo>
                <a:cubicBezTo>
                  <a:pt x="2048" y="8917"/>
                  <a:pt x="1733" y="9232"/>
                  <a:pt x="1355" y="9232"/>
                </a:cubicBezTo>
                <a:cubicBezTo>
                  <a:pt x="945" y="9232"/>
                  <a:pt x="630" y="8917"/>
                  <a:pt x="630" y="8539"/>
                </a:cubicBezTo>
                <a:cubicBezTo>
                  <a:pt x="630" y="8129"/>
                  <a:pt x="945" y="7814"/>
                  <a:pt x="1355" y="7814"/>
                </a:cubicBezTo>
                <a:close/>
                <a:moveTo>
                  <a:pt x="8506" y="8476"/>
                </a:moveTo>
                <a:cubicBezTo>
                  <a:pt x="8317" y="9767"/>
                  <a:pt x="7246" y="10681"/>
                  <a:pt x="5986" y="10681"/>
                </a:cubicBezTo>
                <a:lnTo>
                  <a:pt x="5734" y="10681"/>
                </a:lnTo>
                <a:lnTo>
                  <a:pt x="6900" y="9893"/>
                </a:lnTo>
                <a:cubicBezTo>
                  <a:pt x="7057" y="9799"/>
                  <a:pt x="7089" y="9578"/>
                  <a:pt x="7026" y="9389"/>
                </a:cubicBezTo>
                <a:cubicBezTo>
                  <a:pt x="6940" y="9282"/>
                  <a:pt x="6809" y="9233"/>
                  <a:pt x="6675" y="9233"/>
                </a:cubicBezTo>
                <a:cubicBezTo>
                  <a:pt x="6613" y="9233"/>
                  <a:pt x="6550" y="9243"/>
                  <a:pt x="6490" y="9263"/>
                </a:cubicBezTo>
                <a:lnTo>
                  <a:pt x="5041" y="10271"/>
                </a:lnTo>
                <a:cubicBezTo>
                  <a:pt x="5356" y="9232"/>
                  <a:pt x="6301" y="8476"/>
                  <a:pt x="7435" y="8476"/>
                </a:cubicBezTo>
                <a:close/>
                <a:moveTo>
                  <a:pt x="4600" y="1"/>
                </a:moveTo>
                <a:cubicBezTo>
                  <a:pt x="3623" y="1"/>
                  <a:pt x="2836" y="788"/>
                  <a:pt x="2836" y="1765"/>
                </a:cubicBezTo>
                <a:cubicBezTo>
                  <a:pt x="2836" y="2616"/>
                  <a:pt x="3466" y="3340"/>
                  <a:pt x="4253" y="3498"/>
                </a:cubicBezTo>
                <a:lnTo>
                  <a:pt x="4253" y="4758"/>
                </a:lnTo>
                <a:cubicBezTo>
                  <a:pt x="3655" y="4033"/>
                  <a:pt x="2741" y="3561"/>
                  <a:pt x="1764" y="3561"/>
                </a:cubicBezTo>
                <a:lnTo>
                  <a:pt x="347" y="3561"/>
                </a:lnTo>
                <a:cubicBezTo>
                  <a:pt x="158" y="3561"/>
                  <a:pt x="0" y="3718"/>
                  <a:pt x="0" y="3939"/>
                </a:cubicBezTo>
                <a:cubicBezTo>
                  <a:pt x="0" y="5703"/>
                  <a:pt x="1449" y="7152"/>
                  <a:pt x="3214" y="7152"/>
                </a:cubicBezTo>
                <a:lnTo>
                  <a:pt x="4285" y="7152"/>
                </a:lnTo>
                <a:lnTo>
                  <a:pt x="4285" y="9988"/>
                </a:lnTo>
                <a:cubicBezTo>
                  <a:pt x="3844" y="9547"/>
                  <a:pt x="3340" y="9232"/>
                  <a:pt x="2804" y="9074"/>
                </a:cubicBezTo>
                <a:cubicBezTo>
                  <a:pt x="2836" y="8917"/>
                  <a:pt x="2867" y="8759"/>
                  <a:pt x="2867" y="8602"/>
                </a:cubicBezTo>
                <a:cubicBezTo>
                  <a:pt x="2867" y="7814"/>
                  <a:pt x="2237" y="7184"/>
                  <a:pt x="1449" y="7184"/>
                </a:cubicBezTo>
                <a:cubicBezTo>
                  <a:pt x="662" y="7184"/>
                  <a:pt x="32" y="7814"/>
                  <a:pt x="32" y="8602"/>
                </a:cubicBezTo>
                <a:cubicBezTo>
                  <a:pt x="32" y="9389"/>
                  <a:pt x="662" y="10019"/>
                  <a:pt x="1449" y="10019"/>
                </a:cubicBezTo>
                <a:cubicBezTo>
                  <a:pt x="1796" y="10019"/>
                  <a:pt x="2111" y="9893"/>
                  <a:pt x="2363" y="9673"/>
                </a:cubicBezTo>
                <a:cubicBezTo>
                  <a:pt x="3182" y="9862"/>
                  <a:pt x="3907" y="10429"/>
                  <a:pt x="4285" y="11153"/>
                </a:cubicBezTo>
                <a:lnTo>
                  <a:pt x="4285" y="11847"/>
                </a:lnTo>
                <a:cubicBezTo>
                  <a:pt x="4285" y="12036"/>
                  <a:pt x="4442" y="12193"/>
                  <a:pt x="4631" y="12193"/>
                </a:cubicBezTo>
                <a:cubicBezTo>
                  <a:pt x="4852" y="12193"/>
                  <a:pt x="5009" y="12036"/>
                  <a:pt x="5009" y="11847"/>
                </a:cubicBezTo>
                <a:lnTo>
                  <a:pt x="5009" y="11437"/>
                </a:lnTo>
                <a:lnTo>
                  <a:pt x="6049" y="11437"/>
                </a:lnTo>
                <a:cubicBezTo>
                  <a:pt x="7845" y="11437"/>
                  <a:pt x="9294" y="9988"/>
                  <a:pt x="9294" y="8224"/>
                </a:cubicBezTo>
                <a:cubicBezTo>
                  <a:pt x="9231" y="7971"/>
                  <a:pt x="9042" y="7814"/>
                  <a:pt x="8853" y="7814"/>
                </a:cubicBezTo>
                <a:lnTo>
                  <a:pt x="7435" y="7814"/>
                </a:lnTo>
                <a:cubicBezTo>
                  <a:pt x="6427" y="7814"/>
                  <a:pt x="5545" y="8287"/>
                  <a:pt x="4946" y="9011"/>
                </a:cubicBezTo>
                <a:lnTo>
                  <a:pt x="4946" y="6837"/>
                </a:lnTo>
                <a:cubicBezTo>
                  <a:pt x="5356" y="6081"/>
                  <a:pt x="6081" y="5546"/>
                  <a:pt x="6900" y="5357"/>
                </a:cubicBezTo>
                <a:cubicBezTo>
                  <a:pt x="7120" y="5546"/>
                  <a:pt x="7467" y="5703"/>
                  <a:pt x="7813" y="5703"/>
                </a:cubicBezTo>
                <a:cubicBezTo>
                  <a:pt x="8601" y="5703"/>
                  <a:pt x="9231" y="5073"/>
                  <a:pt x="9231" y="4285"/>
                </a:cubicBezTo>
                <a:cubicBezTo>
                  <a:pt x="9231" y="3498"/>
                  <a:pt x="8601" y="2868"/>
                  <a:pt x="7813" y="2868"/>
                </a:cubicBezTo>
                <a:cubicBezTo>
                  <a:pt x="7026" y="2868"/>
                  <a:pt x="6396" y="3498"/>
                  <a:pt x="6396" y="4285"/>
                </a:cubicBezTo>
                <a:cubicBezTo>
                  <a:pt x="6396" y="4443"/>
                  <a:pt x="6427" y="4600"/>
                  <a:pt x="6459" y="4758"/>
                </a:cubicBezTo>
                <a:cubicBezTo>
                  <a:pt x="5860" y="4947"/>
                  <a:pt x="5356" y="5262"/>
                  <a:pt x="4946" y="5672"/>
                </a:cubicBezTo>
                <a:lnTo>
                  <a:pt x="4946" y="3498"/>
                </a:lnTo>
                <a:cubicBezTo>
                  <a:pt x="5797" y="3340"/>
                  <a:pt x="6364" y="2584"/>
                  <a:pt x="6364" y="1765"/>
                </a:cubicBezTo>
                <a:cubicBezTo>
                  <a:pt x="6364" y="788"/>
                  <a:pt x="5576" y="1"/>
                  <a:pt x="46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5569" name="Google Shape;15569;p86"/>
          <p:cNvGrpSpPr/>
          <p:nvPr/>
        </p:nvGrpSpPr>
        <p:grpSpPr>
          <a:xfrm>
            <a:off x="829227" y="2273195"/>
            <a:ext cx="476329" cy="476213"/>
            <a:chOff x="-21298675" y="2414425"/>
            <a:chExt cx="306400" cy="306325"/>
          </a:xfrm>
        </p:grpSpPr>
        <p:sp>
          <p:nvSpPr>
            <p:cNvPr id="15570" name="Google Shape;15570;p86"/>
            <p:cNvSpPr/>
            <p:nvPr/>
          </p:nvSpPr>
          <p:spPr>
            <a:xfrm>
              <a:off x="-21083650" y="2444575"/>
              <a:ext cx="20500" cy="18525"/>
            </a:xfrm>
            <a:custGeom>
              <a:avLst/>
              <a:gdLst/>
              <a:ahLst/>
              <a:cxnLst/>
              <a:rect l="l" t="t" r="r" b="b"/>
              <a:pathLst>
                <a:path w="820" h="741" extrusionOk="0">
                  <a:moveTo>
                    <a:pt x="410" y="1"/>
                  </a:moveTo>
                  <a:cubicBezTo>
                    <a:pt x="323" y="1"/>
                    <a:pt x="237" y="40"/>
                    <a:pt x="158" y="119"/>
                  </a:cubicBezTo>
                  <a:cubicBezTo>
                    <a:pt x="0" y="276"/>
                    <a:pt x="0" y="465"/>
                    <a:pt x="158" y="623"/>
                  </a:cubicBezTo>
                  <a:cubicBezTo>
                    <a:pt x="237" y="702"/>
                    <a:pt x="331" y="741"/>
                    <a:pt x="422" y="741"/>
                  </a:cubicBezTo>
                  <a:cubicBezTo>
                    <a:pt x="512" y="741"/>
                    <a:pt x="599" y="702"/>
                    <a:pt x="662" y="623"/>
                  </a:cubicBezTo>
                  <a:cubicBezTo>
                    <a:pt x="819" y="465"/>
                    <a:pt x="819" y="276"/>
                    <a:pt x="662" y="119"/>
                  </a:cubicBezTo>
                  <a:cubicBezTo>
                    <a:pt x="583" y="40"/>
                    <a:pt x="496"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571" name="Google Shape;15571;p86"/>
            <p:cNvSpPr/>
            <p:nvPr/>
          </p:nvSpPr>
          <p:spPr>
            <a:xfrm>
              <a:off x="-21298675" y="2414425"/>
              <a:ext cx="306400" cy="306325"/>
            </a:xfrm>
            <a:custGeom>
              <a:avLst/>
              <a:gdLst/>
              <a:ahLst/>
              <a:cxnLst/>
              <a:rect l="l" t="t" r="r" b="b"/>
              <a:pathLst>
                <a:path w="12256" h="12253" extrusionOk="0">
                  <a:moveTo>
                    <a:pt x="9420" y="695"/>
                  </a:moveTo>
                  <a:cubicBezTo>
                    <a:pt x="9704" y="695"/>
                    <a:pt x="9924" y="695"/>
                    <a:pt x="10176" y="726"/>
                  </a:cubicBezTo>
                  <a:cubicBezTo>
                    <a:pt x="10429" y="789"/>
                    <a:pt x="10555" y="1136"/>
                    <a:pt x="10365" y="1325"/>
                  </a:cubicBezTo>
                  <a:cubicBezTo>
                    <a:pt x="10208" y="1482"/>
                    <a:pt x="10208" y="1671"/>
                    <a:pt x="10365" y="1829"/>
                  </a:cubicBezTo>
                  <a:cubicBezTo>
                    <a:pt x="10444" y="1908"/>
                    <a:pt x="10531" y="1947"/>
                    <a:pt x="10618" y="1947"/>
                  </a:cubicBezTo>
                  <a:cubicBezTo>
                    <a:pt x="10704" y="1947"/>
                    <a:pt x="10791" y="1908"/>
                    <a:pt x="10870" y="1829"/>
                  </a:cubicBezTo>
                  <a:cubicBezTo>
                    <a:pt x="10942" y="1767"/>
                    <a:pt x="11027" y="1739"/>
                    <a:pt x="11111" y="1739"/>
                  </a:cubicBezTo>
                  <a:cubicBezTo>
                    <a:pt x="11283" y="1739"/>
                    <a:pt x="11447" y="1858"/>
                    <a:pt x="11468" y="2049"/>
                  </a:cubicBezTo>
                  <a:cubicBezTo>
                    <a:pt x="11594" y="2711"/>
                    <a:pt x="11563" y="3719"/>
                    <a:pt x="11248" y="4727"/>
                  </a:cubicBezTo>
                  <a:cubicBezTo>
                    <a:pt x="11060" y="4761"/>
                    <a:pt x="10872" y="4778"/>
                    <a:pt x="10684" y="4778"/>
                  </a:cubicBezTo>
                  <a:cubicBezTo>
                    <a:pt x="9833" y="4778"/>
                    <a:pt x="9006" y="4433"/>
                    <a:pt x="8412" y="3814"/>
                  </a:cubicBezTo>
                  <a:cubicBezTo>
                    <a:pt x="7656" y="3058"/>
                    <a:pt x="7341" y="1986"/>
                    <a:pt x="7499" y="978"/>
                  </a:cubicBezTo>
                  <a:cubicBezTo>
                    <a:pt x="8129" y="789"/>
                    <a:pt x="8822" y="695"/>
                    <a:pt x="9420" y="695"/>
                  </a:cubicBezTo>
                  <a:close/>
                  <a:moveTo>
                    <a:pt x="5102" y="1271"/>
                  </a:moveTo>
                  <a:cubicBezTo>
                    <a:pt x="5187" y="1271"/>
                    <a:pt x="5273" y="1278"/>
                    <a:pt x="5356" y="1293"/>
                  </a:cubicBezTo>
                  <a:cubicBezTo>
                    <a:pt x="5293" y="1356"/>
                    <a:pt x="5167" y="1451"/>
                    <a:pt x="5104" y="1514"/>
                  </a:cubicBezTo>
                  <a:cubicBezTo>
                    <a:pt x="4348" y="2270"/>
                    <a:pt x="3781" y="3373"/>
                    <a:pt x="3466" y="4822"/>
                  </a:cubicBezTo>
                  <a:cubicBezTo>
                    <a:pt x="3182" y="4475"/>
                    <a:pt x="3088" y="4034"/>
                    <a:pt x="3088" y="3562"/>
                  </a:cubicBezTo>
                  <a:cubicBezTo>
                    <a:pt x="3088" y="2900"/>
                    <a:pt x="3340" y="2270"/>
                    <a:pt x="3844" y="1797"/>
                  </a:cubicBezTo>
                  <a:cubicBezTo>
                    <a:pt x="4163" y="1478"/>
                    <a:pt x="4639" y="1271"/>
                    <a:pt x="5102" y="1271"/>
                  </a:cubicBezTo>
                  <a:close/>
                  <a:moveTo>
                    <a:pt x="6711" y="1293"/>
                  </a:moveTo>
                  <a:lnTo>
                    <a:pt x="6711" y="1293"/>
                  </a:lnTo>
                  <a:cubicBezTo>
                    <a:pt x="6616" y="2427"/>
                    <a:pt x="7026" y="3530"/>
                    <a:pt x="7845" y="4318"/>
                  </a:cubicBezTo>
                  <a:cubicBezTo>
                    <a:pt x="8562" y="5035"/>
                    <a:pt x="9540" y="5465"/>
                    <a:pt x="10565" y="5465"/>
                  </a:cubicBezTo>
                  <a:cubicBezTo>
                    <a:pt x="10666" y="5465"/>
                    <a:pt x="10768" y="5460"/>
                    <a:pt x="10870" y="5452"/>
                  </a:cubicBezTo>
                  <a:lnTo>
                    <a:pt x="10870" y="5452"/>
                  </a:lnTo>
                  <a:cubicBezTo>
                    <a:pt x="10681" y="5893"/>
                    <a:pt x="10429" y="6303"/>
                    <a:pt x="10082" y="6618"/>
                  </a:cubicBezTo>
                  <a:cubicBezTo>
                    <a:pt x="8444" y="8256"/>
                    <a:pt x="4852" y="8413"/>
                    <a:pt x="3749" y="8413"/>
                  </a:cubicBezTo>
                  <a:cubicBezTo>
                    <a:pt x="3749" y="7311"/>
                    <a:pt x="3907" y="3719"/>
                    <a:pt x="5545" y="2081"/>
                  </a:cubicBezTo>
                  <a:cubicBezTo>
                    <a:pt x="5860" y="1766"/>
                    <a:pt x="6270" y="1482"/>
                    <a:pt x="6711" y="1293"/>
                  </a:cubicBezTo>
                  <a:close/>
                  <a:moveTo>
                    <a:pt x="10838" y="6838"/>
                  </a:moveTo>
                  <a:cubicBezTo>
                    <a:pt x="10964" y="7405"/>
                    <a:pt x="10775" y="7941"/>
                    <a:pt x="10365" y="8382"/>
                  </a:cubicBezTo>
                  <a:cubicBezTo>
                    <a:pt x="9888" y="8860"/>
                    <a:pt x="9239" y="9101"/>
                    <a:pt x="8593" y="9101"/>
                  </a:cubicBezTo>
                  <a:cubicBezTo>
                    <a:pt x="8132" y="9101"/>
                    <a:pt x="7672" y="8978"/>
                    <a:pt x="7278" y="8728"/>
                  </a:cubicBezTo>
                  <a:cubicBezTo>
                    <a:pt x="8759" y="8382"/>
                    <a:pt x="9893" y="7878"/>
                    <a:pt x="10586" y="7122"/>
                  </a:cubicBezTo>
                  <a:cubicBezTo>
                    <a:pt x="10681" y="7027"/>
                    <a:pt x="10775" y="6933"/>
                    <a:pt x="10838" y="6838"/>
                  </a:cubicBezTo>
                  <a:close/>
                  <a:moveTo>
                    <a:pt x="1902" y="8486"/>
                  </a:moveTo>
                  <a:cubicBezTo>
                    <a:pt x="2355" y="8486"/>
                    <a:pt x="2810" y="8652"/>
                    <a:pt x="3151" y="9012"/>
                  </a:cubicBezTo>
                  <a:cubicBezTo>
                    <a:pt x="3718" y="9611"/>
                    <a:pt x="3812" y="10461"/>
                    <a:pt x="3466" y="11123"/>
                  </a:cubicBezTo>
                  <a:cubicBezTo>
                    <a:pt x="3151" y="10619"/>
                    <a:pt x="2804" y="10178"/>
                    <a:pt x="2426" y="9768"/>
                  </a:cubicBezTo>
                  <a:cubicBezTo>
                    <a:pt x="2017" y="9358"/>
                    <a:pt x="1544" y="9012"/>
                    <a:pt x="1040" y="8697"/>
                  </a:cubicBezTo>
                  <a:cubicBezTo>
                    <a:pt x="1304" y="8559"/>
                    <a:pt x="1603" y="8486"/>
                    <a:pt x="1902" y="8486"/>
                  </a:cubicBezTo>
                  <a:close/>
                  <a:moveTo>
                    <a:pt x="9468" y="0"/>
                  </a:moveTo>
                  <a:cubicBezTo>
                    <a:pt x="8905" y="0"/>
                    <a:pt x="8299" y="77"/>
                    <a:pt x="7719" y="222"/>
                  </a:cubicBezTo>
                  <a:cubicBezTo>
                    <a:pt x="7247" y="348"/>
                    <a:pt x="6711" y="537"/>
                    <a:pt x="6112" y="852"/>
                  </a:cubicBezTo>
                  <a:cubicBezTo>
                    <a:pt x="5784" y="699"/>
                    <a:pt x="5436" y="625"/>
                    <a:pt x="5090" y="625"/>
                  </a:cubicBezTo>
                  <a:cubicBezTo>
                    <a:pt x="4442" y="625"/>
                    <a:pt x="3802" y="884"/>
                    <a:pt x="3308" y="1356"/>
                  </a:cubicBezTo>
                  <a:cubicBezTo>
                    <a:pt x="2741" y="1955"/>
                    <a:pt x="2363" y="2774"/>
                    <a:pt x="2363" y="3656"/>
                  </a:cubicBezTo>
                  <a:cubicBezTo>
                    <a:pt x="2363" y="4475"/>
                    <a:pt x="2678" y="5263"/>
                    <a:pt x="3277" y="5893"/>
                  </a:cubicBezTo>
                  <a:cubicBezTo>
                    <a:pt x="3151" y="6649"/>
                    <a:pt x="3088" y="7405"/>
                    <a:pt x="3088" y="8130"/>
                  </a:cubicBezTo>
                  <a:cubicBezTo>
                    <a:pt x="2722" y="7947"/>
                    <a:pt x="2319" y="7854"/>
                    <a:pt x="1916" y="7854"/>
                  </a:cubicBezTo>
                  <a:cubicBezTo>
                    <a:pt x="1278" y="7854"/>
                    <a:pt x="641" y="8088"/>
                    <a:pt x="158" y="8571"/>
                  </a:cubicBezTo>
                  <a:cubicBezTo>
                    <a:pt x="0" y="8728"/>
                    <a:pt x="63" y="9043"/>
                    <a:pt x="252" y="9169"/>
                  </a:cubicBezTo>
                  <a:cubicBezTo>
                    <a:pt x="1481" y="9800"/>
                    <a:pt x="2489" y="10808"/>
                    <a:pt x="3119" y="12036"/>
                  </a:cubicBezTo>
                  <a:cubicBezTo>
                    <a:pt x="3191" y="12180"/>
                    <a:pt x="3315" y="12252"/>
                    <a:pt x="3443" y="12252"/>
                  </a:cubicBezTo>
                  <a:cubicBezTo>
                    <a:pt x="3539" y="12252"/>
                    <a:pt x="3637" y="12212"/>
                    <a:pt x="3718" y="12131"/>
                  </a:cubicBezTo>
                  <a:cubicBezTo>
                    <a:pt x="4506" y="11343"/>
                    <a:pt x="4663" y="10146"/>
                    <a:pt x="4159" y="9201"/>
                  </a:cubicBezTo>
                  <a:cubicBezTo>
                    <a:pt x="4884" y="9201"/>
                    <a:pt x="5671" y="9138"/>
                    <a:pt x="6396" y="9012"/>
                  </a:cubicBezTo>
                  <a:cubicBezTo>
                    <a:pt x="7026" y="9611"/>
                    <a:pt x="7814" y="9926"/>
                    <a:pt x="8633" y="9926"/>
                  </a:cubicBezTo>
                  <a:cubicBezTo>
                    <a:pt x="9452" y="9926"/>
                    <a:pt x="10271" y="9611"/>
                    <a:pt x="10933" y="8980"/>
                  </a:cubicBezTo>
                  <a:cubicBezTo>
                    <a:pt x="11657" y="8224"/>
                    <a:pt x="11878" y="7122"/>
                    <a:pt x="11437" y="6176"/>
                  </a:cubicBezTo>
                  <a:cubicBezTo>
                    <a:pt x="11752" y="5609"/>
                    <a:pt x="11941" y="5042"/>
                    <a:pt x="12067" y="4570"/>
                  </a:cubicBezTo>
                  <a:cubicBezTo>
                    <a:pt x="12224" y="3625"/>
                    <a:pt x="12256" y="2616"/>
                    <a:pt x="12130" y="1923"/>
                  </a:cubicBezTo>
                  <a:cubicBezTo>
                    <a:pt x="12067" y="1419"/>
                    <a:pt x="11626" y="1041"/>
                    <a:pt x="11153" y="1041"/>
                  </a:cubicBezTo>
                  <a:cubicBezTo>
                    <a:pt x="11122" y="537"/>
                    <a:pt x="10775" y="159"/>
                    <a:pt x="10302" y="65"/>
                  </a:cubicBezTo>
                  <a:cubicBezTo>
                    <a:pt x="10043" y="21"/>
                    <a:pt x="9761" y="0"/>
                    <a:pt x="94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572" name="Google Shape;15572;p86"/>
            <p:cNvSpPr/>
            <p:nvPr/>
          </p:nvSpPr>
          <p:spPr>
            <a:xfrm>
              <a:off x="-21171875" y="2521375"/>
              <a:ext cx="73275" cy="66100"/>
            </a:xfrm>
            <a:custGeom>
              <a:avLst/>
              <a:gdLst/>
              <a:ahLst/>
              <a:cxnLst/>
              <a:rect l="l" t="t" r="r" b="b"/>
              <a:pathLst>
                <a:path w="2931" h="2644" extrusionOk="0">
                  <a:moveTo>
                    <a:pt x="1499" y="0"/>
                  </a:moveTo>
                  <a:cubicBezTo>
                    <a:pt x="1471" y="0"/>
                    <a:pt x="1444" y="3"/>
                    <a:pt x="1418" y="8"/>
                  </a:cubicBezTo>
                  <a:lnTo>
                    <a:pt x="1009" y="166"/>
                  </a:lnTo>
                  <a:cubicBezTo>
                    <a:pt x="253" y="386"/>
                    <a:pt x="1" y="1394"/>
                    <a:pt x="568" y="1930"/>
                  </a:cubicBezTo>
                  <a:lnTo>
                    <a:pt x="977" y="2340"/>
                  </a:lnTo>
                  <a:cubicBezTo>
                    <a:pt x="1182" y="2544"/>
                    <a:pt x="1451" y="2643"/>
                    <a:pt x="1720" y="2643"/>
                  </a:cubicBezTo>
                  <a:cubicBezTo>
                    <a:pt x="2154" y="2643"/>
                    <a:pt x="2586" y="2385"/>
                    <a:pt x="2742" y="1898"/>
                  </a:cubicBezTo>
                  <a:lnTo>
                    <a:pt x="2899" y="1457"/>
                  </a:lnTo>
                  <a:cubicBezTo>
                    <a:pt x="2931" y="1268"/>
                    <a:pt x="2805" y="1016"/>
                    <a:pt x="2616" y="985"/>
                  </a:cubicBezTo>
                  <a:cubicBezTo>
                    <a:pt x="2577" y="972"/>
                    <a:pt x="2537" y="966"/>
                    <a:pt x="2498" y="966"/>
                  </a:cubicBezTo>
                  <a:cubicBezTo>
                    <a:pt x="2344" y="966"/>
                    <a:pt x="2200" y="1061"/>
                    <a:pt x="2175" y="1237"/>
                  </a:cubicBezTo>
                  <a:lnTo>
                    <a:pt x="2017" y="1646"/>
                  </a:lnTo>
                  <a:cubicBezTo>
                    <a:pt x="1977" y="1806"/>
                    <a:pt x="1836" y="1890"/>
                    <a:pt x="1682" y="1890"/>
                  </a:cubicBezTo>
                  <a:cubicBezTo>
                    <a:pt x="1593" y="1890"/>
                    <a:pt x="1499" y="1862"/>
                    <a:pt x="1418" y="1804"/>
                  </a:cubicBezTo>
                  <a:lnTo>
                    <a:pt x="1040" y="1426"/>
                  </a:lnTo>
                  <a:cubicBezTo>
                    <a:pt x="851" y="1237"/>
                    <a:pt x="914" y="922"/>
                    <a:pt x="1198" y="827"/>
                  </a:cubicBezTo>
                  <a:lnTo>
                    <a:pt x="1639" y="670"/>
                  </a:lnTo>
                  <a:cubicBezTo>
                    <a:pt x="1828" y="607"/>
                    <a:pt x="1891" y="386"/>
                    <a:pt x="1859" y="229"/>
                  </a:cubicBezTo>
                  <a:cubicBezTo>
                    <a:pt x="1807" y="70"/>
                    <a:pt x="1643" y="0"/>
                    <a:pt x="14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573" name="Google Shape;15573;p86"/>
          <p:cNvGrpSpPr/>
          <p:nvPr/>
        </p:nvGrpSpPr>
        <p:grpSpPr>
          <a:xfrm>
            <a:off x="828605" y="2865128"/>
            <a:ext cx="477573" cy="445432"/>
            <a:chOff x="-21299475" y="2798025"/>
            <a:chExt cx="307200" cy="286525"/>
          </a:xfrm>
        </p:grpSpPr>
        <p:sp>
          <p:nvSpPr>
            <p:cNvPr id="15574" name="Google Shape;15574;p86"/>
            <p:cNvSpPr/>
            <p:nvPr/>
          </p:nvSpPr>
          <p:spPr>
            <a:xfrm>
              <a:off x="-21153750" y="2798025"/>
              <a:ext cx="17350" cy="53575"/>
            </a:xfrm>
            <a:custGeom>
              <a:avLst/>
              <a:gdLst/>
              <a:ahLst/>
              <a:cxnLst/>
              <a:rect l="l" t="t" r="r" b="b"/>
              <a:pathLst>
                <a:path w="694" h="2143" extrusionOk="0">
                  <a:moveTo>
                    <a:pt x="347" y="0"/>
                  </a:moveTo>
                  <a:cubicBezTo>
                    <a:pt x="158" y="0"/>
                    <a:pt x="0" y="158"/>
                    <a:pt x="0" y="347"/>
                  </a:cubicBezTo>
                  <a:lnTo>
                    <a:pt x="0" y="1765"/>
                  </a:lnTo>
                  <a:cubicBezTo>
                    <a:pt x="0" y="1985"/>
                    <a:pt x="158" y="2143"/>
                    <a:pt x="347" y="2143"/>
                  </a:cubicBezTo>
                  <a:cubicBezTo>
                    <a:pt x="536" y="2143"/>
                    <a:pt x="693" y="1985"/>
                    <a:pt x="693" y="1765"/>
                  </a:cubicBez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575" name="Google Shape;15575;p86"/>
            <p:cNvSpPr/>
            <p:nvPr/>
          </p:nvSpPr>
          <p:spPr>
            <a:xfrm>
              <a:off x="-21256925" y="2838400"/>
              <a:ext cx="45700" cy="44525"/>
            </a:xfrm>
            <a:custGeom>
              <a:avLst/>
              <a:gdLst/>
              <a:ahLst/>
              <a:cxnLst/>
              <a:rect l="l" t="t" r="r" b="b"/>
              <a:pathLst>
                <a:path w="1828" h="1781" extrusionOk="0">
                  <a:moveTo>
                    <a:pt x="410" y="0"/>
                  </a:moveTo>
                  <a:cubicBezTo>
                    <a:pt x="323" y="0"/>
                    <a:pt x="236" y="39"/>
                    <a:pt x="158" y="118"/>
                  </a:cubicBezTo>
                  <a:cubicBezTo>
                    <a:pt x="0" y="276"/>
                    <a:pt x="0" y="465"/>
                    <a:pt x="158" y="622"/>
                  </a:cubicBezTo>
                  <a:lnTo>
                    <a:pt x="1166" y="1662"/>
                  </a:lnTo>
                  <a:cubicBezTo>
                    <a:pt x="1245" y="1741"/>
                    <a:pt x="1331" y="1780"/>
                    <a:pt x="1418" y="1780"/>
                  </a:cubicBezTo>
                  <a:cubicBezTo>
                    <a:pt x="1504" y="1780"/>
                    <a:pt x="1591" y="1741"/>
                    <a:pt x="1670" y="1662"/>
                  </a:cubicBezTo>
                  <a:cubicBezTo>
                    <a:pt x="1827" y="1504"/>
                    <a:pt x="1827" y="1315"/>
                    <a:pt x="1670" y="1158"/>
                  </a:cubicBezTo>
                  <a:lnTo>
                    <a:pt x="662" y="118"/>
                  </a:lnTo>
                  <a:cubicBezTo>
                    <a:pt x="583" y="39"/>
                    <a:pt x="496"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576" name="Google Shape;15576;p86"/>
            <p:cNvSpPr/>
            <p:nvPr/>
          </p:nvSpPr>
          <p:spPr>
            <a:xfrm>
              <a:off x="-21079725" y="2838400"/>
              <a:ext cx="45700" cy="44525"/>
            </a:xfrm>
            <a:custGeom>
              <a:avLst/>
              <a:gdLst/>
              <a:ahLst/>
              <a:cxnLst/>
              <a:rect l="l" t="t" r="r" b="b"/>
              <a:pathLst>
                <a:path w="1828" h="1781" extrusionOk="0">
                  <a:moveTo>
                    <a:pt x="1418" y="0"/>
                  </a:moveTo>
                  <a:cubicBezTo>
                    <a:pt x="1332" y="0"/>
                    <a:pt x="1245" y="39"/>
                    <a:pt x="1166" y="118"/>
                  </a:cubicBezTo>
                  <a:lnTo>
                    <a:pt x="158" y="1158"/>
                  </a:lnTo>
                  <a:cubicBezTo>
                    <a:pt x="1" y="1315"/>
                    <a:pt x="1" y="1504"/>
                    <a:pt x="158" y="1662"/>
                  </a:cubicBezTo>
                  <a:cubicBezTo>
                    <a:pt x="237" y="1741"/>
                    <a:pt x="324" y="1780"/>
                    <a:pt x="410" y="1780"/>
                  </a:cubicBezTo>
                  <a:cubicBezTo>
                    <a:pt x="497" y="1780"/>
                    <a:pt x="584" y="1741"/>
                    <a:pt x="662" y="1662"/>
                  </a:cubicBezTo>
                  <a:lnTo>
                    <a:pt x="1671" y="622"/>
                  </a:lnTo>
                  <a:cubicBezTo>
                    <a:pt x="1828" y="465"/>
                    <a:pt x="1828" y="276"/>
                    <a:pt x="1671" y="118"/>
                  </a:cubicBezTo>
                  <a:cubicBezTo>
                    <a:pt x="1592" y="39"/>
                    <a:pt x="1505" y="0"/>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577" name="Google Shape;15577;p86"/>
            <p:cNvSpPr/>
            <p:nvPr/>
          </p:nvSpPr>
          <p:spPr>
            <a:xfrm>
              <a:off x="-21113575" y="2825000"/>
              <a:ext cx="26800" cy="35050"/>
            </a:xfrm>
            <a:custGeom>
              <a:avLst/>
              <a:gdLst/>
              <a:ahLst/>
              <a:cxnLst/>
              <a:rect l="l" t="t" r="r" b="b"/>
              <a:pathLst>
                <a:path w="1072" h="1402" extrusionOk="0">
                  <a:moveTo>
                    <a:pt x="647" y="0"/>
                  </a:moveTo>
                  <a:cubicBezTo>
                    <a:pt x="510" y="0"/>
                    <a:pt x="386" y="71"/>
                    <a:pt x="315" y="213"/>
                  </a:cubicBezTo>
                  <a:lnTo>
                    <a:pt x="32" y="906"/>
                  </a:lnTo>
                  <a:cubicBezTo>
                    <a:pt x="0" y="1095"/>
                    <a:pt x="95" y="1284"/>
                    <a:pt x="252" y="1379"/>
                  </a:cubicBezTo>
                  <a:cubicBezTo>
                    <a:pt x="298" y="1394"/>
                    <a:pt x="344" y="1402"/>
                    <a:pt x="388" y="1402"/>
                  </a:cubicBezTo>
                  <a:cubicBezTo>
                    <a:pt x="527" y="1402"/>
                    <a:pt x="653" y="1325"/>
                    <a:pt x="725" y="1158"/>
                  </a:cubicBezTo>
                  <a:lnTo>
                    <a:pt x="977" y="497"/>
                  </a:lnTo>
                  <a:cubicBezTo>
                    <a:pt x="1071" y="308"/>
                    <a:pt x="977" y="119"/>
                    <a:pt x="788" y="24"/>
                  </a:cubicBezTo>
                  <a:cubicBezTo>
                    <a:pt x="740" y="8"/>
                    <a:pt x="693" y="0"/>
                    <a:pt x="6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578" name="Google Shape;15578;p86"/>
            <p:cNvSpPr/>
            <p:nvPr/>
          </p:nvSpPr>
          <p:spPr>
            <a:xfrm>
              <a:off x="-21204175" y="2825000"/>
              <a:ext cx="27600" cy="35050"/>
            </a:xfrm>
            <a:custGeom>
              <a:avLst/>
              <a:gdLst/>
              <a:ahLst/>
              <a:cxnLst/>
              <a:rect l="l" t="t" r="r" b="b"/>
              <a:pathLst>
                <a:path w="1104" h="1402" extrusionOk="0">
                  <a:moveTo>
                    <a:pt x="429" y="0"/>
                  </a:moveTo>
                  <a:cubicBezTo>
                    <a:pt x="381" y="0"/>
                    <a:pt x="332" y="8"/>
                    <a:pt x="285" y="24"/>
                  </a:cubicBezTo>
                  <a:cubicBezTo>
                    <a:pt x="95" y="119"/>
                    <a:pt x="1" y="308"/>
                    <a:pt x="95" y="497"/>
                  </a:cubicBezTo>
                  <a:lnTo>
                    <a:pt x="348" y="1158"/>
                  </a:lnTo>
                  <a:cubicBezTo>
                    <a:pt x="419" y="1325"/>
                    <a:pt x="545" y="1402"/>
                    <a:pt x="684" y="1402"/>
                  </a:cubicBezTo>
                  <a:cubicBezTo>
                    <a:pt x="728" y="1402"/>
                    <a:pt x="774" y="1394"/>
                    <a:pt x="820" y="1379"/>
                  </a:cubicBezTo>
                  <a:cubicBezTo>
                    <a:pt x="1041" y="1284"/>
                    <a:pt x="1104" y="1095"/>
                    <a:pt x="1041" y="906"/>
                  </a:cubicBezTo>
                  <a:lnTo>
                    <a:pt x="757" y="213"/>
                  </a:lnTo>
                  <a:cubicBezTo>
                    <a:pt x="710" y="71"/>
                    <a:pt x="574" y="0"/>
                    <a:pt x="4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579" name="Google Shape;15579;p86"/>
            <p:cNvSpPr/>
            <p:nvPr/>
          </p:nvSpPr>
          <p:spPr>
            <a:xfrm>
              <a:off x="-21297900" y="2940575"/>
              <a:ext cx="54375" cy="18150"/>
            </a:xfrm>
            <a:custGeom>
              <a:avLst/>
              <a:gdLst/>
              <a:ahLst/>
              <a:cxnLst/>
              <a:rect l="l" t="t" r="r" b="b"/>
              <a:pathLst>
                <a:path w="2175" h="726" extrusionOk="0">
                  <a:moveTo>
                    <a:pt x="379" y="1"/>
                  </a:moveTo>
                  <a:cubicBezTo>
                    <a:pt x="158" y="1"/>
                    <a:pt x="1" y="158"/>
                    <a:pt x="1" y="379"/>
                  </a:cubicBezTo>
                  <a:cubicBezTo>
                    <a:pt x="1" y="568"/>
                    <a:pt x="158" y="725"/>
                    <a:pt x="379" y="725"/>
                  </a:cubicBezTo>
                  <a:lnTo>
                    <a:pt x="1828" y="725"/>
                  </a:lnTo>
                  <a:cubicBezTo>
                    <a:pt x="2017" y="725"/>
                    <a:pt x="2175" y="568"/>
                    <a:pt x="2175" y="379"/>
                  </a:cubicBezTo>
                  <a:cubicBezTo>
                    <a:pt x="2175" y="158"/>
                    <a:pt x="2017" y="1"/>
                    <a:pt x="18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580" name="Google Shape;15580;p86"/>
            <p:cNvSpPr/>
            <p:nvPr/>
          </p:nvSpPr>
          <p:spPr>
            <a:xfrm>
              <a:off x="-21047425" y="2940575"/>
              <a:ext cx="54375" cy="18150"/>
            </a:xfrm>
            <a:custGeom>
              <a:avLst/>
              <a:gdLst/>
              <a:ahLst/>
              <a:cxnLst/>
              <a:rect l="l" t="t" r="r" b="b"/>
              <a:pathLst>
                <a:path w="2175" h="726" extrusionOk="0">
                  <a:moveTo>
                    <a:pt x="347" y="1"/>
                  </a:moveTo>
                  <a:cubicBezTo>
                    <a:pt x="158" y="1"/>
                    <a:pt x="0" y="158"/>
                    <a:pt x="0" y="379"/>
                  </a:cubicBezTo>
                  <a:cubicBezTo>
                    <a:pt x="0" y="568"/>
                    <a:pt x="158" y="725"/>
                    <a:pt x="347" y="725"/>
                  </a:cubicBezTo>
                  <a:lnTo>
                    <a:pt x="1796" y="725"/>
                  </a:lnTo>
                  <a:cubicBezTo>
                    <a:pt x="2017" y="725"/>
                    <a:pt x="2174" y="568"/>
                    <a:pt x="2174" y="379"/>
                  </a:cubicBezTo>
                  <a:cubicBezTo>
                    <a:pt x="2174" y="158"/>
                    <a:pt x="2017" y="1"/>
                    <a:pt x="17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581" name="Google Shape;15581;p86"/>
            <p:cNvSpPr/>
            <p:nvPr/>
          </p:nvSpPr>
          <p:spPr>
            <a:xfrm>
              <a:off x="-21056100" y="2892750"/>
              <a:ext cx="37050" cy="25150"/>
            </a:xfrm>
            <a:custGeom>
              <a:avLst/>
              <a:gdLst/>
              <a:ahLst/>
              <a:cxnLst/>
              <a:rect l="l" t="t" r="r" b="b"/>
              <a:pathLst>
                <a:path w="1482" h="1006" extrusionOk="0">
                  <a:moveTo>
                    <a:pt x="1082" y="0"/>
                  </a:moveTo>
                  <a:cubicBezTo>
                    <a:pt x="1038" y="0"/>
                    <a:pt x="992" y="8"/>
                    <a:pt x="946" y="23"/>
                  </a:cubicBezTo>
                  <a:lnTo>
                    <a:pt x="284" y="307"/>
                  </a:lnTo>
                  <a:cubicBezTo>
                    <a:pt x="64" y="433"/>
                    <a:pt x="1" y="622"/>
                    <a:pt x="64" y="780"/>
                  </a:cubicBezTo>
                  <a:cubicBezTo>
                    <a:pt x="133" y="918"/>
                    <a:pt x="253" y="1006"/>
                    <a:pt x="386" y="1006"/>
                  </a:cubicBezTo>
                  <a:cubicBezTo>
                    <a:pt x="435" y="1006"/>
                    <a:pt x="486" y="994"/>
                    <a:pt x="536" y="969"/>
                  </a:cubicBezTo>
                  <a:lnTo>
                    <a:pt x="1198" y="717"/>
                  </a:lnTo>
                  <a:cubicBezTo>
                    <a:pt x="1419" y="622"/>
                    <a:pt x="1482" y="433"/>
                    <a:pt x="1419" y="244"/>
                  </a:cubicBezTo>
                  <a:cubicBezTo>
                    <a:pt x="1347" y="77"/>
                    <a:pt x="1221" y="0"/>
                    <a:pt x="10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582" name="Google Shape;15582;p86"/>
            <p:cNvSpPr/>
            <p:nvPr/>
          </p:nvSpPr>
          <p:spPr>
            <a:xfrm>
              <a:off x="-21271100" y="2893975"/>
              <a:ext cx="37825" cy="25150"/>
            </a:xfrm>
            <a:custGeom>
              <a:avLst/>
              <a:gdLst/>
              <a:ahLst/>
              <a:cxnLst/>
              <a:rect l="l" t="t" r="r" b="b"/>
              <a:pathLst>
                <a:path w="1513" h="1006" extrusionOk="0">
                  <a:moveTo>
                    <a:pt x="398" y="0"/>
                  </a:moveTo>
                  <a:cubicBezTo>
                    <a:pt x="254" y="0"/>
                    <a:pt x="141" y="88"/>
                    <a:pt x="95" y="227"/>
                  </a:cubicBezTo>
                  <a:cubicBezTo>
                    <a:pt x="0" y="416"/>
                    <a:pt x="95" y="605"/>
                    <a:pt x="284" y="699"/>
                  </a:cubicBezTo>
                  <a:lnTo>
                    <a:pt x="945" y="983"/>
                  </a:lnTo>
                  <a:cubicBezTo>
                    <a:pt x="991" y="998"/>
                    <a:pt x="1039" y="1006"/>
                    <a:pt x="1086" y="1006"/>
                  </a:cubicBezTo>
                  <a:cubicBezTo>
                    <a:pt x="1232" y="1006"/>
                    <a:pt x="1370" y="929"/>
                    <a:pt x="1418" y="762"/>
                  </a:cubicBezTo>
                  <a:cubicBezTo>
                    <a:pt x="1512" y="573"/>
                    <a:pt x="1418" y="384"/>
                    <a:pt x="1229" y="290"/>
                  </a:cubicBezTo>
                  <a:lnTo>
                    <a:pt x="567" y="37"/>
                  </a:lnTo>
                  <a:cubicBezTo>
                    <a:pt x="508" y="12"/>
                    <a:pt x="451"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583" name="Google Shape;15583;p86"/>
            <p:cNvSpPr/>
            <p:nvPr/>
          </p:nvSpPr>
          <p:spPr>
            <a:xfrm>
              <a:off x="-21298675" y="3049275"/>
              <a:ext cx="306400" cy="35275"/>
            </a:xfrm>
            <a:custGeom>
              <a:avLst/>
              <a:gdLst/>
              <a:ahLst/>
              <a:cxnLst/>
              <a:rect l="l" t="t" r="r" b="b"/>
              <a:pathLst>
                <a:path w="12256" h="1411" extrusionOk="0">
                  <a:moveTo>
                    <a:pt x="1832" y="0"/>
                  </a:moveTo>
                  <a:cubicBezTo>
                    <a:pt x="1379" y="0"/>
                    <a:pt x="930" y="126"/>
                    <a:pt x="567" y="378"/>
                  </a:cubicBezTo>
                  <a:cubicBezTo>
                    <a:pt x="473" y="441"/>
                    <a:pt x="347" y="505"/>
                    <a:pt x="284" y="536"/>
                  </a:cubicBezTo>
                  <a:cubicBezTo>
                    <a:pt x="95" y="631"/>
                    <a:pt x="0" y="820"/>
                    <a:pt x="95" y="1009"/>
                  </a:cubicBezTo>
                  <a:cubicBezTo>
                    <a:pt x="143" y="1176"/>
                    <a:pt x="263" y="1252"/>
                    <a:pt x="414" y="1252"/>
                  </a:cubicBezTo>
                  <a:cubicBezTo>
                    <a:pt x="462" y="1252"/>
                    <a:pt x="514" y="1244"/>
                    <a:pt x="567" y="1229"/>
                  </a:cubicBezTo>
                  <a:cubicBezTo>
                    <a:pt x="725" y="1166"/>
                    <a:pt x="819" y="1103"/>
                    <a:pt x="946" y="1009"/>
                  </a:cubicBezTo>
                  <a:cubicBezTo>
                    <a:pt x="1198" y="835"/>
                    <a:pt x="1505" y="749"/>
                    <a:pt x="1816" y="749"/>
                  </a:cubicBezTo>
                  <a:cubicBezTo>
                    <a:pt x="2127" y="749"/>
                    <a:pt x="2442" y="835"/>
                    <a:pt x="2710" y="1009"/>
                  </a:cubicBezTo>
                  <a:cubicBezTo>
                    <a:pt x="3104" y="1276"/>
                    <a:pt x="3553" y="1410"/>
                    <a:pt x="3994" y="1410"/>
                  </a:cubicBezTo>
                  <a:cubicBezTo>
                    <a:pt x="4435" y="1410"/>
                    <a:pt x="4868" y="1276"/>
                    <a:pt x="5230" y="1009"/>
                  </a:cubicBezTo>
                  <a:cubicBezTo>
                    <a:pt x="5498" y="835"/>
                    <a:pt x="5805" y="749"/>
                    <a:pt x="6108" y="749"/>
                  </a:cubicBezTo>
                  <a:cubicBezTo>
                    <a:pt x="6412" y="749"/>
                    <a:pt x="6711" y="835"/>
                    <a:pt x="6963" y="1009"/>
                  </a:cubicBezTo>
                  <a:cubicBezTo>
                    <a:pt x="7357" y="1276"/>
                    <a:pt x="7806" y="1410"/>
                    <a:pt x="8247" y="1410"/>
                  </a:cubicBezTo>
                  <a:cubicBezTo>
                    <a:pt x="8688" y="1410"/>
                    <a:pt x="9121" y="1276"/>
                    <a:pt x="9483" y="1009"/>
                  </a:cubicBezTo>
                  <a:cubicBezTo>
                    <a:pt x="9751" y="835"/>
                    <a:pt x="10058" y="749"/>
                    <a:pt x="10369" y="749"/>
                  </a:cubicBezTo>
                  <a:cubicBezTo>
                    <a:pt x="10681" y="749"/>
                    <a:pt x="10996" y="835"/>
                    <a:pt x="11279" y="1009"/>
                  </a:cubicBezTo>
                  <a:cubicBezTo>
                    <a:pt x="11437" y="1103"/>
                    <a:pt x="11531" y="1166"/>
                    <a:pt x="11689" y="1261"/>
                  </a:cubicBezTo>
                  <a:cubicBezTo>
                    <a:pt x="11736" y="1274"/>
                    <a:pt x="11782" y="1280"/>
                    <a:pt x="11825" y="1280"/>
                  </a:cubicBezTo>
                  <a:cubicBezTo>
                    <a:pt x="11984" y="1280"/>
                    <a:pt x="12112" y="1195"/>
                    <a:pt x="12161" y="1072"/>
                  </a:cubicBezTo>
                  <a:cubicBezTo>
                    <a:pt x="12256" y="820"/>
                    <a:pt x="12161" y="599"/>
                    <a:pt x="11972" y="536"/>
                  </a:cubicBezTo>
                  <a:cubicBezTo>
                    <a:pt x="11846" y="505"/>
                    <a:pt x="11783" y="473"/>
                    <a:pt x="11657" y="378"/>
                  </a:cubicBezTo>
                  <a:cubicBezTo>
                    <a:pt x="11279" y="126"/>
                    <a:pt x="10830" y="0"/>
                    <a:pt x="10381" y="0"/>
                  </a:cubicBezTo>
                  <a:cubicBezTo>
                    <a:pt x="9932" y="0"/>
                    <a:pt x="9483" y="126"/>
                    <a:pt x="9105" y="378"/>
                  </a:cubicBezTo>
                  <a:cubicBezTo>
                    <a:pt x="8853" y="568"/>
                    <a:pt x="8546" y="662"/>
                    <a:pt x="8239" y="662"/>
                  </a:cubicBezTo>
                  <a:cubicBezTo>
                    <a:pt x="7932" y="662"/>
                    <a:pt x="7625" y="568"/>
                    <a:pt x="7373" y="378"/>
                  </a:cubicBezTo>
                  <a:cubicBezTo>
                    <a:pt x="6979" y="126"/>
                    <a:pt x="6538" y="0"/>
                    <a:pt x="6101" y="0"/>
                  </a:cubicBezTo>
                  <a:cubicBezTo>
                    <a:pt x="5663" y="0"/>
                    <a:pt x="5230" y="126"/>
                    <a:pt x="4852" y="378"/>
                  </a:cubicBezTo>
                  <a:cubicBezTo>
                    <a:pt x="4600" y="568"/>
                    <a:pt x="4293" y="662"/>
                    <a:pt x="3986" y="662"/>
                  </a:cubicBezTo>
                  <a:cubicBezTo>
                    <a:pt x="3679" y="662"/>
                    <a:pt x="3371" y="568"/>
                    <a:pt x="3119" y="378"/>
                  </a:cubicBezTo>
                  <a:cubicBezTo>
                    <a:pt x="2741" y="126"/>
                    <a:pt x="2284" y="0"/>
                    <a:pt x="18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584" name="Google Shape;15584;p86"/>
            <p:cNvSpPr/>
            <p:nvPr/>
          </p:nvSpPr>
          <p:spPr>
            <a:xfrm>
              <a:off x="-21298675" y="3013050"/>
              <a:ext cx="306400" cy="34675"/>
            </a:xfrm>
            <a:custGeom>
              <a:avLst/>
              <a:gdLst/>
              <a:ahLst/>
              <a:cxnLst/>
              <a:rect l="l" t="t" r="r" b="b"/>
              <a:pathLst>
                <a:path w="12256" h="1387" extrusionOk="0">
                  <a:moveTo>
                    <a:pt x="1832" y="0"/>
                  </a:moveTo>
                  <a:cubicBezTo>
                    <a:pt x="1379" y="0"/>
                    <a:pt x="930" y="126"/>
                    <a:pt x="567" y="378"/>
                  </a:cubicBezTo>
                  <a:cubicBezTo>
                    <a:pt x="473" y="410"/>
                    <a:pt x="347" y="504"/>
                    <a:pt x="284" y="536"/>
                  </a:cubicBezTo>
                  <a:cubicBezTo>
                    <a:pt x="95" y="599"/>
                    <a:pt x="0" y="819"/>
                    <a:pt x="95" y="1008"/>
                  </a:cubicBezTo>
                  <a:cubicBezTo>
                    <a:pt x="141" y="1147"/>
                    <a:pt x="255" y="1234"/>
                    <a:pt x="399" y="1234"/>
                  </a:cubicBezTo>
                  <a:cubicBezTo>
                    <a:pt x="452" y="1234"/>
                    <a:pt x="508" y="1223"/>
                    <a:pt x="567" y="1197"/>
                  </a:cubicBezTo>
                  <a:cubicBezTo>
                    <a:pt x="725" y="1166"/>
                    <a:pt x="819" y="1071"/>
                    <a:pt x="946" y="1008"/>
                  </a:cubicBezTo>
                  <a:cubicBezTo>
                    <a:pt x="1198" y="835"/>
                    <a:pt x="1505" y="748"/>
                    <a:pt x="1816" y="748"/>
                  </a:cubicBezTo>
                  <a:cubicBezTo>
                    <a:pt x="2127" y="748"/>
                    <a:pt x="2442" y="835"/>
                    <a:pt x="2710" y="1008"/>
                  </a:cubicBezTo>
                  <a:cubicBezTo>
                    <a:pt x="3104" y="1260"/>
                    <a:pt x="3553" y="1386"/>
                    <a:pt x="3994" y="1386"/>
                  </a:cubicBezTo>
                  <a:cubicBezTo>
                    <a:pt x="4435" y="1386"/>
                    <a:pt x="4868" y="1260"/>
                    <a:pt x="5230" y="1008"/>
                  </a:cubicBezTo>
                  <a:cubicBezTo>
                    <a:pt x="5498" y="835"/>
                    <a:pt x="5805" y="748"/>
                    <a:pt x="6108" y="748"/>
                  </a:cubicBezTo>
                  <a:cubicBezTo>
                    <a:pt x="6412" y="748"/>
                    <a:pt x="6711" y="835"/>
                    <a:pt x="6963" y="1008"/>
                  </a:cubicBezTo>
                  <a:cubicBezTo>
                    <a:pt x="7357" y="1260"/>
                    <a:pt x="7806" y="1386"/>
                    <a:pt x="8247" y="1386"/>
                  </a:cubicBezTo>
                  <a:cubicBezTo>
                    <a:pt x="8688" y="1386"/>
                    <a:pt x="9121" y="1260"/>
                    <a:pt x="9483" y="1008"/>
                  </a:cubicBezTo>
                  <a:cubicBezTo>
                    <a:pt x="9751" y="835"/>
                    <a:pt x="10058" y="748"/>
                    <a:pt x="10369" y="748"/>
                  </a:cubicBezTo>
                  <a:cubicBezTo>
                    <a:pt x="10681" y="748"/>
                    <a:pt x="10996" y="835"/>
                    <a:pt x="11279" y="1008"/>
                  </a:cubicBezTo>
                  <a:cubicBezTo>
                    <a:pt x="11437" y="1071"/>
                    <a:pt x="11531" y="1166"/>
                    <a:pt x="11689" y="1229"/>
                  </a:cubicBezTo>
                  <a:cubicBezTo>
                    <a:pt x="11741" y="1251"/>
                    <a:pt x="11792" y="1261"/>
                    <a:pt x="11840" y="1261"/>
                  </a:cubicBezTo>
                  <a:cubicBezTo>
                    <a:pt x="11992" y="1261"/>
                    <a:pt x="12113" y="1160"/>
                    <a:pt x="12161" y="1040"/>
                  </a:cubicBezTo>
                  <a:cubicBezTo>
                    <a:pt x="12256" y="819"/>
                    <a:pt x="12161" y="630"/>
                    <a:pt x="11972" y="536"/>
                  </a:cubicBezTo>
                  <a:cubicBezTo>
                    <a:pt x="11846" y="504"/>
                    <a:pt x="11783" y="473"/>
                    <a:pt x="11657" y="378"/>
                  </a:cubicBezTo>
                  <a:cubicBezTo>
                    <a:pt x="11279" y="126"/>
                    <a:pt x="10830" y="0"/>
                    <a:pt x="10381" y="0"/>
                  </a:cubicBezTo>
                  <a:cubicBezTo>
                    <a:pt x="9932" y="0"/>
                    <a:pt x="9483" y="126"/>
                    <a:pt x="9105" y="378"/>
                  </a:cubicBezTo>
                  <a:cubicBezTo>
                    <a:pt x="8853" y="552"/>
                    <a:pt x="8546" y="638"/>
                    <a:pt x="8239" y="638"/>
                  </a:cubicBezTo>
                  <a:cubicBezTo>
                    <a:pt x="7932" y="638"/>
                    <a:pt x="7625" y="552"/>
                    <a:pt x="7373" y="378"/>
                  </a:cubicBezTo>
                  <a:cubicBezTo>
                    <a:pt x="6979" y="126"/>
                    <a:pt x="6538" y="0"/>
                    <a:pt x="6101" y="0"/>
                  </a:cubicBezTo>
                  <a:cubicBezTo>
                    <a:pt x="5663" y="0"/>
                    <a:pt x="5230" y="126"/>
                    <a:pt x="4852" y="378"/>
                  </a:cubicBezTo>
                  <a:cubicBezTo>
                    <a:pt x="4600" y="552"/>
                    <a:pt x="4293" y="638"/>
                    <a:pt x="3986" y="638"/>
                  </a:cubicBezTo>
                  <a:cubicBezTo>
                    <a:pt x="3679" y="638"/>
                    <a:pt x="3371" y="552"/>
                    <a:pt x="3119" y="378"/>
                  </a:cubicBezTo>
                  <a:cubicBezTo>
                    <a:pt x="2741" y="126"/>
                    <a:pt x="2284" y="0"/>
                    <a:pt x="18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585" name="Google Shape;15585;p86"/>
            <p:cNvSpPr/>
            <p:nvPr/>
          </p:nvSpPr>
          <p:spPr>
            <a:xfrm>
              <a:off x="-21299475" y="2868125"/>
              <a:ext cx="307200" cy="143375"/>
            </a:xfrm>
            <a:custGeom>
              <a:avLst/>
              <a:gdLst/>
              <a:ahLst/>
              <a:cxnLst/>
              <a:rect l="l" t="t" r="r" b="b"/>
              <a:pathLst>
                <a:path w="12288" h="5735" extrusionOk="0">
                  <a:moveTo>
                    <a:pt x="6144" y="788"/>
                  </a:moveTo>
                  <a:cubicBezTo>
                    <a:pt x="7531" y="788"/>
                    <a:pt x="8633" y="1891"/>
                    <a:pt x="8633" y="3245"/>
                  </a:cubicBezTo>
                  <a:cubicBezTo>
                    <a:pt x="8633" y="3938"/>
                    <a:pt x="8350" y="4506"/>
                    <a:pt x="7909" y="5010"/>
                  </a:cubicBezTo>
                  <a:cubicBezTo>
                    <a:pt x="7720" y="4947"/>
                    <a:pt x="7562" y="4884"/>
                    <a:pt x="7373" y="4758"/>
                  </a:cubicBezTo>
                  <a:cubicBezTo>
                    <a:pt x="7011" y="4506"/>
                    <a:pt x="6578" y="4379"/>
                    <a:pt x="6140" y="4379"/>
                  </a:cubicBezTo>
                  <a:cubicBezTo>
                    <a:pt x="5703" y="4379"/>
                    <a:pt x="5262" y="4506"/>
                    <a:pt x="4884" y="4758"/>
                  </a:cubicBezTo>
                  <a:cubicBezTo>
                    <a:pt x="4727" y="4884"/>
                    <a:pt x="4569" y="4947"/>
                    <a:pt x="4380" y="5010"/>
                  </a:cubicBezTo>
                  <a:cubicBezTo>
                    <a:pt x="3939" y="4537"/>
                    <a:pt x="3655" y="3875"/>
                    <a:pt x="3655" y="3245"/>
                  </a:cubicBezTo>
                  <a:cubicBezTo>
                    <a:pt x="3655" y="1891"/>
                    <a:pt x="4758" y="788"/>
                    <a:pt x="6144" y="788"/>
                  </a:cubicBezTo>
                  <a:close/>
                  <a:moveTo>
                    <a:pt x="6144" y="0"/>
                  </a:moveTo>
                  <a:cubicBezTo>
                    <a:pt x="4380" y="0"/>
                    <a:pt x="2931" y="1450"/>
                    <a:pt x="2931" y="3214"/>
                  </a:cubicBezTo>
                  <a:cubicBezTo>
                    <a:pt x="2931" y="3812"/>
                    <a:pt x="3088" y="4411"/>
                    <a:pt x="3372" y="4884"/>
                  </a:cubicBezTo>
                  <a:cubicBezTo>
                    <a:pt x="3277" y="4852"/>
                    <a:pt x="3183" y="4789"/>
                    <a:pt x="3120" y="4726"/>
                  </a:cubicBezTo>
                  <a:cubicBezTo>
                    <a:pt x="2742" y="4474"/>
                    <a:pt x="2285" y="4348"/>
                    <a:pt x="1832" y="4348"/>
                  </a:cubicBezTo>
                  <a:cubicBezTo>
                    <a:pt x="1379" y="4348"/>
                    <a:pt x="930" y="4474"/>
                    <a:pt x="568" y="4726"/>
                  </a:cubicBezTo>
                  <a:cubicBezTo>
                    <a:pt x="473" y="4758"/>
                    <a:pt x="347" y="4852"/>
                    <a:pt x="284" y="4884"/>
                  </a:cubicBezTo>
                  <a:cubicBezTo>
                    <a:pt x="95" y="4947"/>
                    <a:pt x="1" y="5167"/>
                    <a:pt x="95" y="5356"/>
                  </a:cubicBezTo>
                  <a:cubicBezTo>
                    <a:pt x="143" y="5498"/>
                    <a:pt x="261" y="5569"/>
                    <a:pt x="410" y="5569"/>
                  </a:cubicBezTo>
                  <a:cubicBezTo>
                    <a:pt x="460" y="5569"/>
                    <a:pt x="513" y="5561"/>
                    <a:pt x="568" y="5545"/>
                  </a:cubicBezTo>
                  <a:cubicBezTo>
                    <a:pt x="725" y="5514"/>
                    <a:pt x="820" y="5419"/>
                    <a:pt x="946" y="5356"/>
                  </a:cubicBezTo>
                  <a:cubicBezTo>
                    <a:pt x="1198" y="5183"/>
                    <a:pt x="1505" y="5096"/>
                    <a:pt x="1816" y="5096"/>
                  </a:cubicBezTo>
                  <a:cubicBezTo>
                    <a:pt x="2127" y="5096"/>
                    <a:pt x="2442" y="5183"/>
                    <a:pt x="2710" y="5356"/>
                  </a:cubicBezTo>
                  <a:cubicBezTo>
                    <a:pt x="3104" y="5608"/>
                    <a:pt x="3553" y="5734"/>
                    <a:pt x="3994" y="5734"/>
                  </a:cubicBezTo>
                  <a:cubicBezTo>
                    <a:pt x="4435" y="5734"/>
                    <a:pt x="4868" y="5608"/>
                    <a:pt x="5231" y="5356"/>
                  </a:cubicBezTo>
                  <a:cubicBezTo>
                    <a:pt x="5498" y="5183"/>
                    <a:pt x="5806" y="5096"/>
                    <a:pt x="6109" y="5096"/>
                  </a:cubicBezTo>
                  <a:cubicBezTo>
                    <a:pt x="6412" y="5096"/>
                    <a:pt x="6711" y="5183"/>
                    <a:pt x="6963" y="5356"/>
                  </a:cubicBezTo>
                  <a:cubicBezTo>
                    <a:pt x="7357" y="5608"/>
                    <a:pt x="7806" y="5734"/>
                    <a:pt x="8247" y="5734"/>
                  </a:cubicBezTo>
                  <a:cubicBezTo>
                    <a:pt x="8688" y="5734"/>
                    <a:pt x="9122" y="5608"/>
                    <a:pt x="9484" y="5356"/>
                  </a:cubicBezTo>
                  <a:cubicBezTo>
                    <a:pt x="9752" y="5183"/>
                    <a:pt x="10059" y="5096"/>
                    <a:pt x="10370" y="5096"/>
                  </a:cubicBezTo>
                  <a:cubicBezTo>
                    <a:pt x="10681" y="5096"/>
                    <a:pt x="10996" y="5183"/>
                    <a:pt x="11280" y="5356"/>
                  </a:cubicBezTo>
                  <a:cubicBezTo>
                    <a:pt x="11437" y="5419"/>
                    <a:pt x="11532" y="5514"/>
                    <a:pt x="11689" y="5577"/>
                  </a:cubicBezTo>
                  <a:cubicBezTo>
                    <a:pt x="11742" y="5599"/>
                    <a:pt x="11793" y="5609"/>
                    <a:pt x="11840" y="5609"/>
                  </a:cubicBezTo>
                  <a:cubicBezTo>
                    <a:pt x="11993" y="5609"/>
                    <a:pt x="12114" y="5508"/>
                    <a:pt x="12162" y="5388"/>
                  </a:cubicBezTo>
                  <a:cubicBezTo>
                    <a:pt x="12288" y="5199"/>
                    <a:pt x="12193" y="5010"/>
                    <a:pt x="12004" y="4915"/>
                  </a:cubicBezTo>
                  <a:cubicBezTo>
                    <a:pt x="11878" y="4884"/>
                    <a:pt x="11815" y="4852"/>
                    <a:pt x="11689" y="4758"/>
                  </a:cubicBezTo>
                  <a:cubicBezTo>
                    <a:pt x="11311" y="4506"/>
                    <a:pt x="10862" y="4379"/>
                    <a:pt x="10413" y="4379"/>
                  </a:cubicBezTo>
                  <a:cubicBezTo>
                    <a:pt x="9964" y="4379"/>
                    <a:pt x="9515" y="4506"/>
                    <a:pt x="9137" y="4758"/>
                  </a:cubicBezTo>
                  <a:lnTo>
                    <a:pt x="8885" y="4884"/>
                  </a:lnTo>
                  <a:cubicBezTo>
                    <a:pt x="9169" y="4379"/>
                    <a:pt x="9358" y="3812"/>
                    <a:pt x="9358" y="3214"/>
                  </a:cubicBezTo>
                  <a:cubicBezTo>
                    <a:pt x="9358" y="1450"/>
                    <a:pt x="7909" y="0"/>
                    <a:pt x="61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5586" name="Google Shape;15586;p86"/>
          <p:cNvSpPr/>
          <p:nvPr/>
        </p:nvSpPr>
        <p:spPr>
          <a:xfrm>
            <a:off x="3750162" y="1689838"/>
            <a:ext cx="472676" cy="471160"/>
          </a:xfrm>
          <a:custGeom>
            <a:avLst/>
            <a:gdLst/>
            <a:ahLst/>
            <a:cxnLst/>
            <a:rect l="l" t="t" r="r" b="b"/>
            <a:pathLst>
              <a:path w="12162" h="12123" extrusionOk="0">
                <a:moveTo>
                  <a:pt x="8192" y="3616"/>
                </a:moveTo>
                <a:cubicBezTo>
                  <a:pt x="8381" y="3616"/>
                  <a:pt x="8539" y="3805"/>
                  <a:pt x="8539" y="3994"/>
                </a:cubicBezTo>
                <a:cubicBezTo>
                  <a:pt x="8539" y="4183"/>
                  <a:pt x="8381" y="4341"/>
                  <a:pt x="8192" y="4341"/>
                </a:cubicBezTo>
                <a:lnTo>
                  <a:pt x="3907" y="4341"/>
                </a:lnTo>
                <a:cubicBezTo>
                  <a:pt x="3687" y="4341"/>
                  <a:pt x="3529" y="4183"/>
                  <a:pt x="3529" y="3994"/>
                </a:cubicBezTo>
                <a:cubicBezTo>
                  <a:pt x="3529" y="3805"/>
                  <a:pt x="3687" y="3616"/>
                  <a:pt x="3907" y="3616"/>
                </a:cubicBezTo>
                <a:close/>
                <a:moveTo>
                  <a:pt x="8948" y="5097"/>
                </a:moveTo>
                <a:cubicBezTo>
                  <a:pt x="9137" y="5097"/>
                  <a:pt x="9295" y="5254"/>
                  <a:pt x="9295" y="5443"/>
                </a:cubicBezTo>
                <a:cubicBezTo>
                  <a:pt x="9295" y="5632"/>
                  <a:pt x="9137" y="5790"/>
                  <a:pt x="8948" y="5790"/>
                </a:cubicBezTo>
                <a:lnTo>
                  <a:pt x="3214" y="5790"/>
                </a:lnTo>
                <a:cubicBezTo>
                  <a:pt x="3025" y="5790"/>
                  <a:pt x="2868" y="5632"/>
                  <a:pt x="2868" y="5443"/>
                </a:cubicBezTo>
                <a:cubicBezTo>
                  <a:pt x="2868" y="5254"/>
                  <a:pt x="3025" y="5097"/>
                  <a:pt x="3214" y="5097"/>
                </a:cubicBezTo>
                <a:close/>
                <a:moveTo>
                  <a:pt x="4600" y="6514"/>
                </a:moveTo>
                <a:cubicBezTo>
                  <a:pt x="4443" y="6703"/>
                  <a:pt x="4317" y="6987"/>
                  <a:pt x="4285" y="7207"/>
                </a:cubicBezTo>
                <a:lnTo>
                  <a:pt x="2490" y="7207"/>
                </a:lnTo>
                <a:cubicBezTo>
                  <a:pt x="2269" y="7207"/>
                  <a:pt x="2112" y="7050"/>
                  <a:pt x="2112" y="6861"/>
                </a:cubicBezTo>
                <a:cubicBezTo>
                  <a:pt x="2112" y="6672"/>
                  <a:pt x="2269" y="6514"/>
                  <a:pt x="2490" y="6514"/>
                </a:cubicBezTo>
                <a:close/>
                <a:moveTo>
                  <a:pt x="9641" y="6514"/>
                </a:moveTo>
                <a:cubicBezTo>
                  <a:pt x="9830" y="6514"/>
                  <a:pt x="9988" y="6672"/>
                  <a:pt x="9988" y="6861"/>
                </a:cubicBezTo>
                <a:cubicBezTo>
                  <a:pt x="9988" y="7050"/>
                  <a:pt x="9830" y="7207"/>
                  <a:pt x="9641" y="7207"/>
                </a:cubicBezTo>
                <a:lnTo>
                  <a:pt x="7845" y="7207"/>
                </a:lnTo>
                <a:cubicBezTo>
                  <a:pt x="7782" y="6955"/>
                  <a:pt x="7688" y="6703"/>
                  <a:pt x="7530" y="6514"/>
                </a:cubicBezTo>
                <a:close/>
                <a:moveTo>
                  <a:pt x="4317" y="7932"/>
                </a:moveTo>
                <a:cubicBezTo>
                  <a:pt x="4380" y="8184"/>
                  <a:pt x="4506" y="8436"/>
                  <a:pt x="4632" y="8625"/>
                </a:cubicBezTo>
                <a:lnTo>
                  <a:pt x="3246" y="8625"/>
                </a:lnTo>
                <a:cubicBezTo>
                  <a:pt x="3025" y="8625"/>
                  <a:pt x="2868" y="8468"/>
                  <a:pt x="2868" y="8279"/>
                </a:cubicBezTo>
                <a:cubicBezTo>
                  <a:pt x="2868" y="8090"/>
                  <a:pt x="3025" y="7932"/>
                  <a:pt x="3246" y="7932"/>
                </a:cubicBezTo>
                <a:close/>
                <a:moveTo>
                  <a:pt x="6050" y="6514"/>
                </a:moveTo>
                <a:cubicBezTo>
                  <a:pt x="6648" y="6514"/>
                  <a:pt x="7121" y="6987"/>
                  <a:pt x="7121" y="7554"/>
                </a:cubicBezTo>
                <a:cubicBezTo>
                  <a:pt x="7121" y="8153"/>
                  <a:pt x="6648" y="8625"/>
                  <a:pt x="6050" y="8625"/>
                </a:cubicBezTo>
                <a:cubicBezTo>
                  <a:pt x="5483" y="8625"/>
                  <a:pt x="5010" y="8153"/>
                  <a:pt x="5010" y="7554"/>
                </a:cubicBezTo>
                <a:cubicBezTo>
                  <a:pt x="5010" y="6987"/>
                  <a:pt x="5483" y="6514"/>
                  <a:pt x="6050" y="6514"/>
                </a:cubicBezTo>
                <a:close/>
                <a:moveTo>
                  <a:pt x="8948" y="7932"/>
                </a:moveTo>
                <a:cubicBezTo>
                  <a:pt x="9137" y="7932"/>
                  <a:pt x="9295" y="8090"/>
                  <a:pt x="9295" y="8279"/>
                </a:cubicBezTo>
                <a:cubicBezTo>
                  <a:pt x="9295" y="8468"/>
                  <a:pt x="9137" y="8625"/>
                  <a:pt x="8948" y="8625"/>
                </a:cubicBezTo>
                <a:lnTo>
                  <a:pt x="7530" y="8625"/>
                </a:lnTo>
                <a:cubicBezTo>
                  <a:pt x="7688" y="8436"/>
                  <a:pt x="7782" y="8216"/>
                  <a:pt x="7845" y="7932"/>
                </a:cubicBezTo>
                <a:close/>
                <a:moveTo>
                  <a:pt x="8192" y="9350"/>
                </a:moveTo>
                <a:cubicBezTo>
                  <a:pt x="8381" y="9350"/>
                  <a:pt x="8539" y="9507"/>
                  <a:pt x="8539" y="9696"/>
                </a:cubicBezTo>
                <a:cubicBezTo>
                  <a:pt x="8539" y="9885"/>
                  <a:pt x="8381" y="10043"/>
                  <a:pt x="8192" y="10043"/>
                </a:cubicBezTo>
                <a:lnTo>
                  <a:pt x="3907" y="10043"/>
                </a:lnTo>
                <a:cubicBezTo>
                  <a:pt x="3687" y="10043"/>
                  <a:pt x="3529" y="9885"/>
                  <a:pt x="3529" y="9696"/>
                </a:cubicBezTo>
                <a:cubicBezTo>
                  <a:pt x="3529" y="9507"/>
                  <a:pt x="3687" y="9350"/>
                  <a:pt x="3907" y="9350"/>
                </a:cubicBezTo>
                <a:close/>
                <a:moveTo>
                  <a:pt x="7467" y="10799"/>
                </a:moveTo>
                <a:cubicBezTo>
                  <a:pt x="7688" y="10799"/>
                  <a:pt x="7845" y="10957"/>
                  <a:pt x="7845" y="11146"/>
                </a:cubicBezTo>
                <a:cubicBezTo>
                  <a:pt x="7845" y="11366"/>
                  <a:pt x="7688" y="11492"/>
                  <a:pt x="7467" y="11492"/>
                </a:cubicBezTo>
                <a:lnTo>
                  <a:pt x="4632" y="11492"/>
                </a:lnTo>
                <a:cubicBezTo>
                  <a:pt x="4443" y="11492"/>
                  <a:pt x="4285" y="11335"/>
                  <a:pt x="4285" y="11146"/>
                </a:cubicBezTo>
                <a:cubicBezTo>
                  <a:pt x="4285" y="10957"/>
                  <a:pt x="4443" y="10799"/>
                  <a:pt x="4632" y="10799"/>
                </a:cubicBezTo>
                <a:close/>
                <a:moveTo>
                  <a:pt x="8917" y="1"/>
                </a:moveTo>
                <a:cubicBezTo>
                  <a:pt x="8830" y="1"/>
                  <a:pt x="8743" y="40"/>
                  <a:pt x="8665" y="119"/>
                </a:cubicBezTo>
                <a:cubicBezTo>
                  <a:pt x="8507" y="276"/>
                  <a:pt x="8507" y="497"/>
                  <a:pt x="8665" y="654"/>
                </a:cubicBezTo>
                <a:lnTo>
                  <a:pt x="9484" y="1474"/>
                </a:lnTo>
                <a:lnTo>
                  <a:pt x="347" y="1474"/>
                </a:lnTo>
                <a:cubicBezTo>
                  <a:pt x="158" y="1474"/>
                  <a:pt x="1" y="1631"/>
                  <a:pt x="1" y="1820"/>
                </a:cubicBezTo>
                <a:cubicBezTo>
                  <a:pt x="1" y="2009"/>
                  <a:pt x="158" y="2167"/>
                  <a:pt x="347" y="2167"/>
                </a:cubicBezTo>
                <a:lnTo>
                  <a:pt x="1639" y="2167"/>
                </a:lnTo>
                <a:lnTo>
                  <a:pt x="820" y="3017"/>
                </a:lnTo>
                <a:cubicBezTo>
                  <a:pt x="662" y="3175"/>
                  <a:pt x="662" y="3364"/>
                  <a:pt x="820" y="3521"/>
                </a:cubicBezTo>
                <a:cubicBezTo>
                  <a:pt x="899" y="3600"/>
                  <a:pt x="985" y="3640"/>
                  <a:pt x="1072" y="3640"/>
                </a:cubicBezTo>
                <a:cubicBezTo>
                  <a:pt x="1159" y="3640"/>
                  <a:pt x="1245" y="3600"/>
                  <a:pt x="1324" y="3521"/>
                </a:cubicBezTo>
                <a:lnTo>
                  <a:pt x="2679" y="2167"/>
                </a:lnTo>
                <a:lnTo>
                  <a:pt x="5735" y="2167"/>
                </a:lnTo>
                <a:lnTo>
                  <a:pt x="5735" y="2923"/>
                </a:lnTo>
                <a:lnTo>
                  <a:pt x="3970" y="2923"/>
                </a:lnTo>
                <a:cubicBezTo>
                  <a:pt x="3372" y="2923"/>
                  <a:pt x="2899" y="3395"/>
                  <a:pt x="2899" y="3994"/>
                </a:cubicBezTo>
                <a:cubicBezTo>
                  <a:pt x="2899" y="4152"/>
                  <a:pt x="2962" y="4246"/>
                  <a:pt x="2994" y="4372"/>
                </a:cubicBezTo>
                <a:cubicBezTo>
                  <a:pt x="2521" y="4498"/>
                  <a:pt x="2206" y="4939"/>
                  <a:pt x="2206" y="5412"/>
                </a:cubicBezTo>
                <a:cubicBezTo>
                  <a:pt x="2206" y="5569"/>
                  <a:pt x="2238" y="5664"/>
                  <a:pt x="2269" y="5790"/>
                </a:cubicBezTo>
                <a:cubicBezTo>
                  <a:pt x="1797" y="5916"/>
                  <a:pt x="1481" y="6357"/>
                  <a:pt x="1481" y="6829"/>
                </a:cubicBezTo>
                <a:cubicBezTo>
                  <a:pt x="1481" y="7334"/>
                  <a:pt x="1797" y="7743"/>
                  <a:pt x="2269" y="7838"/>
                </a:cubicBezTo>
                <a:cubicBezTo>
                  <a:pt x="2238" y="7964"/>
                  <a:pt x="2206" y="8090"/>
                  <a:pt x="2206" y="8247"/>
                </a:cubicBezTo>
                <a:cubicBezTo>
                  <a:pt x="2206" y="8751"/>
                  <a:pt x="2553" y="9129"/>
                  <a:pt x="2994" y="9255"/>
                </a:cubicBezTo>
                <a:cubicBezTo>
                  <a:pt x="2962" y="9381"/>
                  <a:pt x="2899" y="9507"/>
                  <a:pt x="2899" y="9665"/>
                </a:cubicBezTo>
                <a:cubicBezTo>
                  <a:pt x="2899" y="10169"/>
                  <a:pt x="3277" y="10547"/>
                  <a:pt x="3687" y="10673"/>
                </a:cubicBezTo>
                <a:cubicBezTo>
                  <a:pt x="3655" y="10799"/>
                  <a:pt x="3624" y="10925"/>
                  <a:pt x="3624" y="11083"/>
                </a:cubicBezTo>
                <a:cubicBezTo>
                  <a:pt x="3624" y="11650"/>
                  <a:pt x="4096" y="12122"/>
                  <a:pt x="4695" y="12122"/>
                </a:cubicBezTo>
                <a:lnTo>
                  <a:pt x="7530" y="12122"/>
                </a:lnTo>
                <a:cubicBezTo>
                  <a:pt x="8097" y="12122"/>
                  <a:pt x="8570" y="11650"/>
                  <a:pt x="8570" y="11083"/>
                </a:cubicBezTo>
                <a:cubicBezTo>
                  <a:pt x="8570" y="10925"/>
                  <a:pt x="8539" y="10799"/>
                  <a:pt x="8507" y="10673"/>
                </a:cubicBezTo>
                <a:cubicBezTo>
                  <a:pt x="8980" y="10547"/>
                  <a:pt x="9295" y="10137"/>
                  <a:pt x="9295" y="9665"/>
                </a:cubicBezTo>
                <a:cubicBezTo>
                  <a:pt x="9295" y="9507"/>
                  <a:pt x="9263" y="9381"/>
                  <a:pt x="9200" y="9255"/>
                </a:cubicBezTo>
                <a:cubicBezTo>
                  <a:pt x="9673" y="9129"/>
                  <a:pt x="9988" y="8720"/>
                  <a:pt x="9988" y="8247"/>
                </a:cubicBezTo>
                <a:cubicBezTo>
                  <a:pt x="9988" y="8090"/>
                  <a:pt x="9956" y="7964"/>
                  <a:pt x="9925" y="7838"/>
                </a:cubicBezTo>
                <a:cubicBezTo>
                  <a:pt x="10397" y="7712"/>
                  <a:pt x="10712" y="7302"/>
                  <a:pt x="10712" y="6829"/>
                </a:cubicBezTo>
                <a:cubicBezTo>
                  <a:pt x="10712" y="6294"/>
                  <a:pt x="10366" y="5916"/>
                  <a:pt x="9925" y="5790"/>
                </a:cubicBezTo>
                <a:cubicBezTo>
                  <a:pt x="9956" y="5664"/>
                  <a:pt x="9988" y="5569"/>
                  <a:pt x="9988" y="5412"/>
                </a:cubicBezTo>
                <a:cubicBezTo>
                  <a:pt x="9988" y="4876"/>
                  <a:pt x="9641" y="4498"/>
                  <a:pt x="9200" y="4372"/>
                </a:cubicBezTo>
                <a:cubicBezTo>
                  <a:pt x="9263" y="4246"/>
                  <a:pt x="9295" y="4152"/>
                  <a:pt x="9295" y="3994"/>
                </a:cubicBezTo>
                <a:cubicBezTo>
                  <a:pt x="9295" y="3395"/>
                  <a:pt x="8822" y="2923"/>
                  <a:pt x="8224" y="2923"/>
                </a:cubicBezTo>
                <a:lnTo>
                  <a:pt x="6459" y="2923"/>
                </a:lnTo>
                <a:lnTo>
                  <a:pt x="6459" y="2167"/>
                </a:lnTo>
                <a:lnTo>
                  <a:pt x="11815" y="2167"/>
                </a:lnTo>
                <a:cubicBezTo>
                  <a:pt x="12004" y="2167"/>
                  <a:pt x="12162" y="2009"/>
                  <a:pt x="12162" y="1820"/>
                </a:cubicBezTo>
                <a:cubicBezTo>
                  <a:pt x="12162" y="1631"/>
                  <a:pt x="12004" y="1474"/>
                  <a:pt x="11815" y="1474"/>
                </a:cubicBezTo>
                <a:lnTo>
                  <a:pt x="10523" y="1474"/>
                </a:lnTo>
                <a:lnTo>
                  <a:pt x="9169" y="119"/>
                </a:lnTo>
                <a:cubicBezTo>
                  <a:pt x="9090" y="40"/>
                  <a:pt x="9003" y="1"/>
                  <a:pt x="89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587" name="Google Shape;15587;p86"/>
          <p:cNvSpPr/>
          <p:nvPr/>
        </p:nvSpPr>
        <p:spPr>
          <a:xfrm>
            <a:off x="3749560" y="2273932"/>
            <a:ext cx="473881" cy="475125"/>
          </a:xfrm>
          <a:custGeom>
            <a:avLst/>
            <a:gdLst/>
            <a:ahLst/>
            <a:cxnLst/>
            <a:rect l="l" t="t" r="r" b="b"/>
            <a:pathLst>
              <a:path w="12193" h="12225" extrusionOk="0">
                <a:moveTo>
                  <a:pt x="8601" y="694"/>
                </a:moveTo>
                <a:cubicBezTo>
                  <a:pt x="9011" y="694"/>
                  <a:pt x="9326" y="1009"/>
                  <a:pt x="9326" y="1418"/>
                </a:cubicBezTo>
                <a:cubicBezTo>
                  <a:pt x="9326" y="1796"/>
                  <a:pt x="9011" y="2111"/>
                  <a:pt x="8601" y="2111"/>
                </a:cubicBezTo>
                <a:cubicBezTo>
                  <a:pt x="8223" y="2111"/>
                  <a:pt x="7908" y="1796"/>
                  <a:pt x="7908" y="1418"/>
                </a:cubicBezTo>
                <a:cubicBezTo>
                  <a:pt x="7908" y="1009"/>
                  <a:pt x="8223" y="694"/>
                  <a:pt x="8601" y="694"/>
                </a:cubicBezTo>
                <a:close/>
                <a:moveTo>
                  <a:pt x="10428" y="1418"/>
                </a:moveTo>
                <a:cubicBezTo>
                  <a:pt x="11027" y="1418"/>
                  <a:pt x="11500" y="1891"/>
                  <a:pt x="11500" y="2458"/>
                </a:cubicBezTo>
                <a:cubicBezTo>
                  <a:pt x="11058" y="2238"/>
                  <a:pt x="10586" y="2111"/>
                  <a:pt x="10113" y="2111"/>
                </a:cubicBezTo>
                <a:lnTo>
                  <a:pt x="9861" y="2111"/>
                </a:lnTo>
                <a:cubicBezTo>
                  <a:pt x="9987" y="1922"/>
                  <a:pt x="10082" y="1639"/>
                  <a:pt x="10082" y="1418"/>
                </a:cubicBezTo>
                <a:close/>
                <a:moveTo>
                  <a:pt x="7624" y="2427"/>
                </a:moveTo>
                <a:lnTo>
                  <a:pt x="7624" y="2427"/>
                </a:lnTo>
                <a:cubicBezTo>
                  <a:pt x="7782" y="2616"/>
                  <a:pt x="8034" y="2742"/>
                  <a:pt x="8255" y="2836"/>
                </a:cubicBezTo>
                <a:cubicBezTo>
                  <a:pt x="8223" y="3088"/>
                  <a:pt x="8286" y="3340"/>
                  <a:pt x="8412" y="3466"/>
                </a:cubicBezTo>
                <a:lnTo>
                  <a:pt x="9704" y="4915"/>
                </a:lnTo>
                <a:cubicBezTo>
                  <a:pt x="10239" y="5483"/>
                  <a:pt x="10334" y="6270"/>
                  <a:pt x="9987" y="6932"/>
                </a:cubicBezTo>
                <a:cubicBezTo>
                  <a:pt x="9672" y="7530"/>
                  <a:pt x="9074" y="7877"/>
                  <a:pt x="8412" y="7877"/>
                </a:cubicBezTo>
                <a:lnTo>
                  <a:pt x="7750" y="7877"/>
                </a:lnTo>
                <a:cubicBezTo>
                  <a:pt x="7813" y="7688"/>
                  <a:pt x="7908" y="7467"/>
                  <a:pt x="7908" y="7278"/>
                </a:cubicBezTo>
                <a:lnTo>
                  <a:pt x="7908" y="7152"/>
                </a:lnTo>
                <a:lnTo>
                  <a:pt x="8475" y="7152"/>
                </a:lnTo>
                <a:cubicBezTo>
                  <a:pt x="8853" y="7152"/>
                  <a:pt x="9200" y="6963"/>
                  <a:pt x="9420" y="6617"/>
                </a:cubicBezTo>
                <a:cubicBezTo>
                  <a:pt x="9672" y="6144"/>
                  <a:pt x="9483" y="5609"/>
                  <a:pt x="9326" y="5451"/>
                </a:cubicBezTo>
                <a:lnTo>
                  <a:pt x="7908" y="3970"/>
                </a:lnTo>
                <a:cubicBezTo>
                  <a:pt x="7530" y="3561"/>
                  <a:pt x="7435" y="2931"/>
                  <a:pt x="7624" y="2427"/>
                </a:cubicBezTo>
                <a:close/>
                <a:moveTo>
                  <a:pt x="4398" y="4298"/>
                </a:moveTo>
                <a:cubicBezTo>
                  <a:pt x="4581" y="4298"/>
                  <a:pt x="4764" y="4315"/>
                  <a:pt x="4946" y="4348"/>
                </a:cubicBezTo>
                <a:cubicBezTo>
                  <a:pt x="6238" y="4632"/>
                  <a:pt x="7183" y="5861"/>
                  <a:pt x="7183" y="7278"/>
                </a:cubicBezTo>
                <a:cubicBezTo>
                  <a:pt x="7183" y="7593"/>
                  <a:pt x="6931" y="7877"/>
                  <a:pt x="6616" y="7877"/>
                </a:cubicBezTo>
                <a:lnTo>
                  <a:pt x="2143" y="7877"/>
                </a:lnTo>
                <a:cubicBezTo>
                  <a:pt x="1607" y="7877"/>
                  <a:pt x="1134" y="8003"/>
                  <a:pt x="725" y="8223"/>
                </a:cubicBezTo>
                <a:cubicBezTo>
                  <a:pt x="725" y="7625"/>
                  <a:pt x="1197" y="7152"/>
                  <a:pt x="1796" y="7152"/>
                </a:cubicBezTo>
                <a:lnTo>
                  <a:pt x="5388" y="7152"/>
                </a:lnTo>
                <a:cubicBezTo>
                  <a:pt x="5577" y="7152"/>
                  <a:pt x="5734" y="6995"/>
                  <a:pt x="5734" y="6806"/>
                </a:cubicBezTo>
                <a:cubicBezTo>
                  <a:pt x="5734" y="6617"/>
                  <a:pt x="5577" y="6459"/>
                  <a:pt x="5388" y="6459"/>
                </a:cubicBezTo>
                <a:lnTo>
                  <a:pt x="2930" y="6459"/>
                </a:lnTo>
                <a:cubicBezTo>
                  <a:pt x="3088" y="6018"/>
                  <a:pt x="3497" y="5735"/>
                  <a:pt x="3970" y="5735"/>
                </a:cubicBezTo>
                <a:lnTo>
                  <a:pt x="4663" y="5735"/>
                </a:lnTo>
                <a:cubicBezTo>
                  <a:pt x="4883" y="5735"/>
                  <a:pt x="5041" y="5577"/>
                  <a:pt x="5041" y="5388"/>
                </a:cubicBezTo>
                <a:cubicBezTo>
                  <a:pt x="5041" y="5199"/>
                  <a:pt x="4883" y="5041"/>
                  <a:pt x="4663" y="5041"/>
                </a:cubicBezTo>
                <a:lnTo>
                  <a:pt x="3970" y="5041"/>
                </a:lnTo>
                <a:cubicBezTo>
                  <a:pt x="3088" y="5041"/>
                  <a:pt x="2395" y="5672"/>
                  <a:pt x="2237" y="6459"/>
                </a:cubicBezTo>
                <a:lnTo>
                  <a:pt x="1796" y="6459"/>
                </a:lnTo>
                <a:cubicBezTo>
                  <a:pt x="1733" y="6459"/>
                  <a:pt x="1607" y="6459"/>
                  <a:pt x="1512" y="6491"/>
                </a:cubicBezTo>
                <a:cubicBezTo>
                  <a:pt x="1670" y="5861"/>
                  <a:pt x="2048" y="5293"/>
                  <a:pt x="2552" y="4915"/>
                </a:cubicBezTo>
                <a:cubicBezTo>
                  <a:pt x="3072" y="4519"/>
                  <a:pt x="3728" y="4298"/>
                  <a:pt x="4398" y="4298"/>
                </a:cubicBezTo>
                <a:close/>
                <a:moveTo>
                  <a:pt x="5041" y="8728"/>
                </a:moveTo>
                <a:lnTo>
                  <a:pt x="5041" y="9295"/>
                </a:lnTo>
                <a:lnTo>
                  <a:pt x="4316" y="9295"/>
                </a:lnTo>
                <a:lnTo>
                  <a:pt x="5041" y="8728"/>
                </a:lnTo>
                <a:close/>
                <a:moveTo>
                  <a:pt x="8601" y="1"/>
                </a:moveTo>
                <a:cubicBezTo>
                  <a:pt x="7750" y="1"/>
                  <a:pt x="7089" y="757"/>
                  <a:pt x="7215" y="1607"/>
                </a:cubicBezTo>
                <a:cubicBezTo>
                  <a:pt x="6585" y="2458"/>
                  <a:pt x="6616" y="3655"/>
                  <a:pt x="7309" y="4443"/>
                </a:cubicBezTo>
                <a:lnTo>
                  <a:pt x="8727" y="5955"/>
                </a:lnTo>
                <a:cubicBezTo>
                  <a:pt x="8853" y="6176"/>
                  <a:pt x="8696" y="6491"/>
                  <a:pt x="8412" y="6491"/>
                </a:cubicBezTo>
                <a:lnTo>
                  <a:pt x="7782" y="6491"/>
                </a:lnTo>
                <a:cubicBezTo>
                  <a:pt x="7467" y="5104"/>
                  <a:pt x="6459" y="4002"/>
                  <a:pt x="5073" y="3750"/>
                </a:cubicBezTo>
                <a:cubicBezTo>
                  <a:pt x="4809" y="3688"/>
                  <a:pt x="4546" y="3658"/>
                  <a:pt x="4286" y="3658"/>
                </a:cubicBezTo>
                <a:cubicBezTo>
                  <a:pt x="3490" y="3658"/>
                  <a:pt x="2729" y="3936"/>
                  <a:pt x="2111" y="4411"/>
                </a:cubicBezTo>
                <a:cubicBezTo>
                  <a:pt x="1323" y="5010"/>
                  <a:pt x="851" y="5892"/>
                  <a:pt x="725" y="6837"/>
                </a:cubicBezTo>
                <a:cubicBezTo>
                  <a:pt x="315" y="7152"/>
                  <a:pt x="0" y="7719"/>
                  <a:pt x="0" y="8286"/>
                </a:cubicBezTo>
                <a:lnTo>
                  <a:pt x="0" y="9011"/>
                </a:lnTo>
                <a:cubicBezTo>
                  <a:pt x="0" y="9218"/>
                  <a:pt x="163" y="9357"/>
                  <a:pt x="328" y="9357"/>
                </a:cubicBezTo>
                <a:cubicBezTo>
                  <a:pt x="415" y="9357"/>
                  <a:pt x="502" y="9318"/>
                  <a:pt x="567" y="9232"/>
                </a:cubicBezTo>
                <a:cubicBezTo>
                  <a:pt x="977" y="8854"/>
                  <a:pt x="1512" y="8664"/>
                  <a:pt x="2080" y="8664"/>
                </a:cubicBezTo>
                <a:lnTo>
                  <a:pt x="4033" y="8664"/>
                </a:lnTo>
                <a:lnTo>
                  <a:pt x="2993" y="9452"/>
                </a:lnTo>
                <a:cubicBezTo>
                  <a:pt x="2710" y="9641"/>
                  <a:pt x="2867" y="10082"/>
                  <a:pt x="3182" y="10082"/>
                </a:cubicBezTo>
                <a:lnTo>
                  <a:pt x="4946" y="10082"/>
                </a:lnTo>
                <a:lnTo>
                  <a:pt x="4946" y="11878"/>
                </a:lnTo>
                <a:cubicBezTo>
                  <a:pt x="4946" y="12067"/>
                  <a:pt x="5104" y="12225"/>
                  <a:pt x="5293" y="12225"/>
                </a:cubicBezTo>
                <a:cubicBezTo>
                  <a:pt x="5514" y="12225"/>
                  <a:pt x="5671" y="12067"/>
                  <a:pt x="5671" y="11878"/>
                </a:cubicBezTo>
                <a:lnTo>
                  <a:pt x="5671" y="10082"/>
                </a:lnTo>
                <a:lnTo>
                  <a:pt x="6364" y="10082"/>
                </a:lnTo>
                <a:lnTo>
                  <a:pt x="6364" y="10429"/>
                </a:lnTo>
                <a:cubicBezTo>
                  <a:pt x="6364" y="10618"/>
                  <a:pt x="6522" y="10775"/>
                  <a:pt x="6711" y="10775"/>
                </a:cubicBezTo>
                <a:cubicBezTo>
                  <a:pt x="6931" y="10775"/>
                  <a:pt x="7089" y="10618"/>
                  <a:pt x="7089" y="10429"/>
                </a:cubicBezTo>
                <a:lnTo>
                  <a:pt x="7089" y="9704"/>
                </a:lnTo>
                <a:cubicBezTo>
                  <a:pt x="7089" y="9515"/>
                  <a:pt x="6931" y="9358"/>
                  <a:pt x="6711" y="9358"/>
                </a:cubicBezTo>
                <a:lnTo>
                  <a:pt x="5671" y="9358"/>
                </a:lnTo>
                <a:lnTo>
                  <a:pt x="5671" y="8664"/>
                </a:lnTo>
                <a:lnTo>
                  <a:pt x="8349" y="8664"/>
                </a:lnTo>
                <a:cubicBezTo>
                  <a:pt x="9231" y="8664"/>
                  <a:pt x="10113" y="8129"/>
                  <a:pt x="10554" y="7341"/>
                </a:cubicBezTo>
                <a:cubicBezTo>
                  <a:pt x="11027" y="6396"/>
                  <a:pt x="10901" y="5293"/>
                  <a:pt x="10145" y="4506"/>
                </a:cubicBezTo>
                <a:lnTo>
                  <a:pt x="8822" y="3057"/>
                </a:lnTo>
                <a:lnTo>
                  <a:pt x="8822" y="2994"/>
                </a:lnTo>
                <a:cubicBezTo>
                  <a:pt x="8853" y="2931"/>
                  <a:pt x="8759" y="2931"/>
                  <a:pt x="9987" y="2931"/>
                </a:cubicBezTo>
                <a:cubicBezTo>
                  <a:pt x="10554" y="2931"/>
                  <a:pt x="11058" y="3151"/>
                  <a:pt x="11437" y="3529"/>
                </a:cubicBezTo>
                <a:cubicBezTo>
                  <a:pt x="11523" y="3616"/>
                  <a:pt x="11621" y="3654"/>
                  <a:pt x="11712" y="3654"/>
                </a:cubicBezTo>
                <a:cubicBezTo>
                  <a:pt x="11886" y="3654"/>
                  <a:pt x="12035" y="3515"/>
                  <a:pt x="12035" y="3309"/>
                </a:cubicBezTo>
                <a:lnTo>
                  <a:pt x="12035" y="2584"/>
                </a:lnTo>
                <a:cubicBezTo>
                  <a:pt x="12193" y="1481"/>
                  <a:pt x="11374" y="694"/>
                  <a:pt x="10397" y="694"/>
                </a:cubicBezTo>
                <a:lnTo>
                  <a:pt x="9830" y="694"/>
                </a:lnTo>
                <a:cubicBezTo>
                  <a:pt x="9609" y="284"/>
                  <a:pt x="9137" y="1"/>
                  <a:pt x="86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588" name="Google Shape;15588;p86"/>
          <p:cNvSpPr/>
          <p:nvPr/>
        </p:nvSpPr>
        <p:spPr>
          <a:xfrm>
            <a:off x="3741592" y="2851126"/>
            <a:ext cx="489816" cy="473881"/>
          </a:xfrm>
          <a:custGeom>
            <a:avLst/>
            <a:gdLst/>
            <a:ahLst/>
            <a:cxnLst/>
            <a:rect l="l" t="t" r="r" b="b"/>
            <a:pathLst>
              <a:path w="12603" h="12193" extrusionOk="0">
                <a:moveTo>
                  <a:pt x="9547" y="5986"/>
                </a:moveTo>
                <a:cubicBezTo>
                  <a:pt x="9767" y="6364"/>
                  <a:pt x="9925" y="6742"/>
                  <a:pt x="10019" y="7152"/>
                </a:cubicBezTo>
                <a:lnTo>
                  <a:pt x="8381" y="7152"/>
                </a:lnTo>
                <a:lnTo>
                  <a:pt x="9547" y="5986"/>
                </a:lnTo>
                <a:close/>
                <a:moveTo>
                  <a:pt x="9988" y="7845"/>
                </a:moveTo>
                <a:cubicBezTo>
                  <a:pt x="9925" y="8255"/>
                  <a:pt x="9767" y="8633"/>
                  <a:pt x="9515" y="8979"/>
                </a:cubicBezTo>
                <a:lnTo>
                  <a:pt x="8381" y="7845"/>
                </a:lnTo>
                <a:close/>
                <a:moveTo>
                  <a:pt x="7152" y="8349"/>
                </a:moveTo>
                <a:lnTo>
                  <a:pt x="7152" y="9987"/>
                </a:lnTo>
                <a:cubicBezTo>
                  <a:pt x="6774" y="9924"/>
                  <a:pt x="6365" y="9767"/>
                  <a:pt x="6018" y="9515"/>
                </a:cubicBezTo>
                <a:lnTo>
                  <a:pt x="7152" y="8349"/>
                </a:lnTo>
                <a:close/>
                <a:moveTo>
                  <a:pt x="7877" y="8349"/>
                </a:moveTo>
                <a:lnTo>
                  <a:pt x="9011" y="9515"/>
                </a:lnTo>
                <a:cubicBezTo>
                  <a:pt x="8665" y="9735"/>
                  <a:pt x="8255" y="9893"/>
                  <a:pt x="7877" y="9987"/>
                </a:cubicBezTo>
                <a:lnTo>
                  <a:pt x="7877" y="8349"/>
                </a:lnTo>
                <a:close/>
                <a:moveTo>
                  <a:pt x="10555" y="4947"/>
                </a:moveTo>
                <a:cubicBezTo>
                  <a:pt x="11815" y="6522"/>
                  <a:pt x="11721" y="8790"/>
                  <a:pt x="10271" y="10240"/>
                </a:cubicBezTo>
                <a:cubicBezTo>
                  <a:pt x="9506" y="11022"/>
                  <a:pt x="8502" y="11409"/>
                  <a:pt x="7503" y="11409"/>
                </a:cubicBezTo>
                <a:cubicBezTo>
                  <a:pt x="6611" y="11409"/>
                  <a:pt x="5723" y="11101"/>
                  <a:pt x="5010" y="10492"/>
                </a:cubicBezTo>
                <a:lnTo>
                  <a:pt x="5514" y="9987"/>
                </a:lnTo>
                <a:cubicBezTo>
                  <a:pt x="6089" y="10447"/>
                  <a:pt x="6788" y="10671"/>
                  <a:pt x="7489" y="10671"/>
                </a:cubicBezTo>
                <a:cubicBezTo>
                  <a:pt x="8325" y="10671"/>
                  <a:pt x="9165" y="10352"/>
                  <a:pt x="9799" y="9735"/>
                </a:cubicBezTo>
                <a:cubicBezTo>
                  <a:pt x="10996" y="8570"/>
                  <a:pt x="11059" y="6711"/>
                  <a:pt x="10051" y="5451"/>
                </a:cubicBezTo>
                <a:lnTo>
                  <a:pt x="10555" y="4947"/>
                </a:lnTo>
                <a:close/>
                <a:moveTo>
                  <a:pt x="5703" y="2143"/>
                </a:moveTo>
                <a:cubicBezTo>
                  <a:pt x="7404" y="2269"/>
                  <a:pt x="8948" y="3371"/>
                  <a:pt x="9641" y="4947"/>
                </a:cubicBezTo>
                <a:lnTo>
                  <a:pt x="4254" y="10334"/>
                </a:lnTo>
                <a:cubicBezTo>
                  <a:pt x="4096" y="10492"/>
                  <a:pt x="4096" y="10681"/>
                  <a:pt x="4254" y="10838"/>
                </a:cubicBezTo>
                <a:cubicBezTo>
                  <a:pt x="4506" y="11090"/>
                  <a:pt x="4758" y="11279"/>
                  <a:pt x="5042" y="11468"/>
                </a:cubicBezTo>
                <a:cubicBezTo>
                  <a:pt x="2584" y="11185"/>
                  <a:pt x="694" y="9137"/>
                  <a:pt x="694" y="6742"/>
                </a:cubicBezTo>
                <a:cubicBezTo>
                  <a:pt x="694" y="4317"/>
                  <a:pt x="2584" y="2300"/>
                  <a:pt x="5010" y="2143"/>
                </a:cubicBezTo>
                <a:lnTo>
                  <a:pt x="5010" y="3056"/>
                </a:lnTo>
                <a:cubicBezTo>
                  <a:pt x="4979" y="2993"/>
                  <a:pt x="4915" y="2993"/>
                  <a:pt x="4884" y="2962"/>
                </a:cubicBezTo>
                <a:cubicBezTo>
                  <a:pt x="4805" y="2883"/>
                  <a:pt x="4719" y="2844"/>
                  <a:pt x="4632" y="2844"/>
                </a:cubicBezTo>
                <a:cubicBezTo>
                  <a:pt x="4545" y="2844"/>
                  <a:pt x="4459" y="2883"/>
                  <a:pt x="4380" y="2962"/>
                </a:cubicBezTo>
                <a:cubicBezTo>
                  <a:pt x="4222" y="3119"/>
                  <a:pt x="4222" y="3308"/>
                  <a:pt x="4380" y="3466"/>
                </a:cubicBezTo>
                <a:cubicBezTo>
                  <a:pt x="4663" y="3750"/>
                  <a:pt x="4979" y="3876"/>
                  <a:pt x="5357" y="3876"/>
                </a:cubicBezTo>
                <a:cubicBezTo>
                  <a:pt x="5766" y="3876"/>
                  <a:pt x="6081" y="3718"/>
                  <a:pt x="6333" y="3466"/>
                </a:cubicBezTo>
                <a:cubicBezTo>
                  <a:pt x="6491" y="3308"/>
                  <a:pt x="6491" y="3119"/>
                  <a:pt x="6333" y="2962"/>
                </a:cubicBezTo>
                <a:cubicBezTo>
                  <a:pt x="6254" y="2883"/>
                  <a:pt x="6168" y="2844"/>
                  <a:pt x="6081" y="2844"/>
                </a:cubicBezTo>
                <a:cubicBezTo>
                  <a:pt x="5995" y="2844"/>
                  <a:pt x="5908" y="2883"/>
                  <a:pt x="5829" y="2962"/>
                </a:cubicBezTo>
                <a:cubicBezTo>
                  <a:pt x="5798" y="2993"/>
                  <a:pt x="5766" y="3056"/>
                  <a:pt x="5703" y="3056"/>
                </a:cubicBezTo>
                <a:lnTo>
                  <a:pt x="5703" y="2143"/>
                </a:lnTo>
                <a:close/>
                <a:moveTo>
                  <a:pt x="3907" y="0"/>
                </a:moveTo>
                <a:cubicBezTo>
                  <a:pt x="3687" y="0"/>
                  <a:pt x="3529" y="158"/>
                  <a:pt x="3529" y="379"/>
                </a:cubicBezTo>
                <a:cubicBezTo>
                  <a:pt x="3529" y="568"/>
                  <a:pt x="3687" y="725"/>
                  <a:pt x="3907" y="725"/>
                </a:cubicBezTo>
                <a:cubicBezTo>
                  <a:pt x="4380" y="725"/>
                  <a:pt x="4758" y="1040"/>
                  <a:pt x="4915" y="1481"/>
                </a:cubicBezTo>
                <a:cubicBezTo>
                  <a:pt x="2175" y="1670"/>
                  <a:pt x="1" y="4002"/>
                  <a:pt x="1" y="6774"/>
                </a:cubicBezTo>
                <a:cubicBezTo>
                  <a:pt x="1" y="9735"/>
                  <a:pt x="2427" y="12193"/>
                  <a:pt x="5420" y="12193"/>
                </a:cubicBezTo>
                <a:cubicBezTo>
                  <a:pt x="5798" y="12193"/>
                  <a:pt x="6144" y="12130"/>
                  <a:pt x="6522" y="12067"/>
                </a:cubicBezTo>
                <a:cubicBezTo>
                  <a:pt x="6858" y="12144"/>
                  <a:pt x="7200" y="12182"/>
                  <a:pt x="7541" y="12182"/>
                </a:cubicBezTo>
                <a:cubicBezTo>
                  <a:pt x="8738" y="12182"/>
                  <a:pt x="9931" y="11714"/>
                  <a:pt x="10838" y="10807"/>
                </a:cubicBezTo>
                <a:cubicBezTo>
                  <a:pt x="12603" y="8948"/>
                  <a:pt x="12603" y="6049"/>
                  <a:pt x="10775" y="4222"/>
                </a:cubicBezTo>
                <a:cubicBezTo>
                  <a:pt x="10697" y="4143"/>
                  <a:pt x="10610" y="4104"/>
                  <a:pt x="10523" y="4104"/>
                </a:cubicBezTo>
                <a:cubicBezTo>
                  <a:pt x="10437" y="4104"/>
                  <a:pt x="10350" y="4143"/>
                  <a:pt x="10271" y="4222"/>
                </a:cubicBezTo>
                <a:lnTo>
                  <a:pt x="10114" y="4380"/>
                </a:lnTo>
                <a:cubicBezTo>
                  <a:pt x="9295" y="2741"/>
                  <a:pt x="7593" y="1544"/>
                  <a:pt x="5640" y="1418"/>
                </a:cubicBezTo>
                <a:cubicBezTo>
                  <a:pt x="5483" y="599"/>
                  <a:pt x="4758" y="0"/>
                  <a:pt x="39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5589" name="Google Shape;15589;p86"/>
          <p:cNvGrpSpPr/>
          <p:nvPr/>
        </p:nvGrpSpPr>
        <p:grpSpPr>
          <a:xfrm>
            <a:off x="6697960" y="1688917"/>
            <a:ext cx="413912" cy="472676"/>
            <a:chOff x="-17545650" y="2051350"/>
            <a:chExt cx="266250" cy="304050"/>
          </a:xfrm>
        </p:grpSpPr>
        <p:sp>
          <p:nvSpPr>
            <p:cNvPr id="15590" name="Google Shape;15590;p86"/>
            <p:cNvSpPr/>
            <p:nvPr/>
          </p:nvSpPr>
          <p:spPr>
            <a:xfrm>
              <a:off x="-17475550" y="2230150"/>
              <a:ext cx="17350" cy="17350"/>
            </a:xfrm>
            <a:custGeom>
              <a:avLst/>
              <a:gdLst/>
              <a:ahLst/>
              <a:cxnLst/>
              <a:rect l="l" t="t" r="r" b="b"/>
              <a:pathLst>
                <a:path w="694" h="694" extrusionOk="0">
                  <a:moveTo>
                    <a:pt x="347" y="0"/>
                  </a:moveTo>
                  <a:cubicBezTo>
                    <a:pt x="158" y="0"/>
                    <a:pt x="0" y="158"/>
                    <a:pt x="0" y="347"/>
                  </a:cubicBezTo>
                  <a:cubicBezTo>
                    <a:pt x="0" y="536"/>
                    <a:pt x="158" y="694"/>
                    <a:pt x="347" y="694"/>
                  </a:cubicBezTo>
                  <a:cubicBezTo>
                    <a:pt x="536" y="694"/>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591" name="Google Shape;15591;p86"/>
            <p:cNvSpPr/>
            <p:nvPr/>
          </p:nvSpPr>
          <p:spPr>
            <a:xfrm>
              <a:off x="-17458225" y="2212025"/>
              <a:ext cx="18150" cy="18150"/>
            </a:xfrm>
            <a:custGeom>
              <a:avLst/>
              <a:gdLst/>
              <a:ahLst/>
              <a:cxnLst/>
              <a:rect l="l" t="t" r="r" b="b"/>
              <a:pathLst>
                <a:path w="726" h="726" extrusionOk="0">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592" name="Google Shape;15592;p86"/>
            <p:cNvSpPr/>
            <p:nvPr/>
          </p:nvSpPr>
          <p:spPr>
            <a:xfrm>
              <a:off x="-17493675" y="2212025"/>
              <a:ext cx="18150" cy="18150"/>
            </a:xfrm>
            <a:custGeom>
              <a:avLst/>
              <a:gdLst/>
              <a:ahLst/>
              <a:cxnLst/>
              <a:rect l="l" t="t" r="r" b="b"/>
              <a:pathLst>
                <a:path w="726" h="726" extrusionOk="0">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593" name="Google Shape;15593;p86"/>
            <p:cNvSpPr/>
            <p:nvPr/>
          </p:nvSpPr>
          <p:spPr>
            <a:xfrm>
              <a:off x="-17545650" y="2051350"/>
              <a:ext cx="266250" cy="304050"/>
            </a:xfrm>
            <a:custGeom>
              <a:avLst/>
              <a:gdLst/>
              <a:ahLst/>
              <a:cxnLst/>
              <a:rect l="l" t="t" r="r" b="b"/>
              <a:pathLst>
                <a:path w="10650" h="12162" extrusionOk="0">
                  <a:moveTo>
                    <a:pt x="5640" y="694"/>
                  </a:moveTo>
                  <a:lnTo>
                    <a:pt x="5640" y="1072"/>
                  </a:lnTo>
                  <a:cubicBezTo>
                    <a:pt x="5640" y="1387"/>
                    <a:pt x="5797" y="1671"/>
                    <a:pt x="5986" y="1860"/>
                  </a:cubicBezTo>
                  <a:cubicBezTo>
                    <a:pt x="5797" y="2017"/>
                    <a:pt x="5577" y="2143"/>
                    <a:pt x="5293" y="2143"/>
                  </a:cubicBezTo>
                  <a:cubicBezTo>
                    <a:pt x="5010" y="2143"/>
                    <a:pt x="4789" y="2017"/>
                    <a:pt x="4569" y="1860"/>
                  </a:cubicBezTo>
                  <a:cubicBezTo>
                    <a:pt x="4821" y="1702"/>
                    <a:pt x="4915" y="1387"/>
                    <a:pt x="4915" y="1072"/>
                  </a:cubicBezTo>
                  <a:lnTo>
                    <a:pt x="4915" y="694"/>
                  </a:lnTo>
                  <a:close/>
                  <a:moveTo>
                    <a:pt x="7404" y="2143"/>
                  </a:moveTo>
                  <a:cubicBezTo>
                    <a:pt x="8507" y="2143"/>
                    <a:pt x="9452" y="2868"/>
                    <a:pt x="9799" y="3844"/>
                  </a:cubicBezTo>
                  <a:cubicBezTo>
                    <a:pt x="9893" y="4065"/>
                    <a:pt x="9704" y="4285"/>
                    <a:pt x="9452" y="4285"/>
                  </a:cubicBezTo>
                  <a:lnTo>
                    <a:pt x="8475" y="4285"/>
                  </a:lnTo>
                  <a:cubicBezTo>
                    <a:pt x="8381" y="3403"/>
                    <a:pt x="7971" y="2647"/>
                    <a:pt x="7278" y="2143"/>
                  </a:cubicBezTo>
                  <a:close/>
                  <a:moveTo>
                    <a:pt x="3277" y="2143"/>
                  </a:moveTo>
                  <a:cubicBezTo>
                    <a:pt x="2615" y="2647"/>
                    <a:pt x="2206" y="3435"/>
                    <a:pt x="2080" y="4285"/>
                  </a:cubicBezTo>
                  <a:lnTo>
                    <a:pt x="1103" y="4285"/>
                  </a:lnTo>
                  <a:cubicBezTo>
                    <a:pt x="1092" y="4287"/>
                    <a:pt x="1081" y="4288"/>
                    <a:pt x="1071" y="4288"/>
                  </a:cubicBezTo>
                  <a:cubicBezTo>
                    <a:pt x="893" y="4288"/>
                    <a:pt x="729" y="4052"/>
                    <a:pt x="788" y="3844"/>
                  </a:cubicBezTo>
                  <a:cubicBezTo>
                    <a:pt x="1135" y="2805"/>
                    <a:pt x="2080" y="2143"/>
                    <a:pt x="3151" y="2143"/>
                  </a:cubicBezTo>
                  <a:close/>
                  <a:moveTo>
                    <a:pt x="6428" y="2458"/>
                  </a:moveTo>
                  <a:cubicBezTo>
                    <a:pt x="7152" y="2805"/>
                    <a:pt x="7625" y="3529"/>
                    <a:pt x="7719" y="4317"/>
                  </a:cubicBezTo>
                  <a:lnTo>
                    <a:pt x="2773" y="4317"/>
                  </a:lnTo>
                  <a:cubicBezTo>
                    <a:pt x="2962" y="3529"/>
                    <a:pt x="3435" y="2805"/>
                    <a:pt x="4128" y="2458"/>
                  </a:cubicBezTo>
                  <a:cubicBezTo>
                    <a:pt x="4443" y="2742"/>
                    <a:pt x="4852" y="2899"/>
                    <a:pt x="5293" y="2899"/>
                  </a:cubicBezTo>
                  <a:cubicBezTo>
                    <a:pt x="5734" y="2899"/>
                    <a:pt x="6112" y="2742"/>
                    <a:pt x="6428" y="2458"/>
                  </a:cubicBezTo>
                  <a:close/>
                  <a:moveTo>
                    <a:pt x="9168" y="5010"/>
                  </a:moveTo>
                  <a:lnTo>
                    <a:pt x="9168" y="5861"/>
                  </a:lnTo>
                  <a:lnTo>
                    <a:pt x="9231" y="5861"/>
                  </a:lnTo>
                  <a:cubicBezTo>
                    <a:pt x="9231" y="8381"/>
                    <a:pt x="7656" y="10618"/>
                    <a:pt x="5293" y="11437"/>
                  </a:cubicBezTo>
                  <a:cubicBezTo>
                    <a:pt x="2930" y="10618"/>
                    <a:pt x="1355" y="8350"/>
                    <a:pt x="1355" y="5861"/>
                  </a:cubicBezTo>
                  <a:lnTo>
                    <a:pt x="1355" y="5010"/>
                  </a:lnTo>
                  <a:close/>
                  <a:moveTo>
                    <a:pt x="4600" y="1"/>
                  </a:moveTo>
                  <a:cubicBezTo>
                    <a:pt x="4411" y="1"/>
                    <a:pt x="4254" y="190"/>
                    <a:pt x="4254" y="379"/>
                  </a:cubicBezTo>
                  <a:lnTo>
                    <a:pt x="4254" y="1135"/>
                  </a:lnTo>
                  <a:cubicBezTo>
                    <a:pt x="4254" y="1324"/>
                    <a:pt x="4096" y="1482"/>
                    <a:pt x="3907" y="1482"/>
                  </a:cubicBezTo>
                  <a:lnTo>
                    <a:pt x="3183" y="1482"/>
                  </a:lnTo>
                  <a:cubicBezTo>
                    <a:pt x="1828" y="1482"/>
                    <a:pt x="599" y="2332"/>
                    <a:pt x="158" y="3655"/>
                  </a:cubicBezTo>
                  <a:cubicBezTo>
                    <a:pt x="1" y="4159"/>
                    <a:pt x="253" y="4695"/>
                    <a:pt x="725" y="4916"/>
                  </a:cubicBezTo>
                  <a:lnTo>
                    <a:pt x="725" y="5861"/>
                  </a:lnTo>
                  <a:cubicBezTo>
                    <a:pt x="725" y="7278"/>
                    <a:pt x="1135" y="8602"/>
                    <a:pt x="1985" y="9736"/>
                  </a:cubicBezTo>
                  <a:cubicBezTo>
                    <a:pt x="2804" y="10901"/>
                    <a:pt x="3939" y="11721"/>
                    <a:pt x="5230" y="12162"/>
                  </a:cubicBezTo>
                  <a:lnTo>
                    <a:pt x="5482" y="12162"/>
                  </a:lnTo>
                  <a:cubicBezTo>
                    <a:pt x="6806" y="11721"/>
                    <a:pt x="7908" y="10901"/>
                    <a:pt x="8759" y="9736"/>
                  </a:cubicBezTo>
                  <a:cubicBezTo>
                    <a:pt x="9578" y="8602"/>
                    <a:pt x="10019" y="7278"/>
                    <a:pt x="10019" y="5861"/>
                  </a:cubicBezTo>
                  <a:lnTo>
                    <a:pt x="10019" y="4916"/>
                  </a:lnTo>
                  <a:cubicBezTo>
                    <a:pt x="10397" y="4664"/>
                    <a:pt x="10649" y="4159"/>
                    <a:pt x="10492" y="3655"/>
                  </a:cubicBezTo>
                  <a:cubicBezTo>
                    <a:pt x="10051" y="2332"/>
                    <a:pt x="8822" y="1482"/>
                    <a:pt x="7436" y="1482"/>
                  </a:cubicBezTo>
                  <a:lnTo>
                    <a:pt x="6743" y="1482"/>
                  </a:lnTo>
                  <a:cubicBezTo>
                    <a:pt x="6554" y="1482"/>
                    <a:pt x="6396" y="1324"/>
                    <a:pt x="6396" y="1135"/>
                  </a:cubicBezTo>
                  <a:lnTo>
                    <a:pt x="6396" y="379"/>
                  </a:lnTo>
                  <a:cubicBezTo>
                    <a:pt x="6396" y="190"/>
                    <a:pt x="6238" y="1"/>
                    <a:pt x="60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5594" name="Google Shape;15594;p86"/>
          <p:cNvSpPr/>
          <p:nvPr/>
        </p:nvSpPr>
        <p:spPr>
          <a:xfrm>
            <a:off x="6666913" y="2273951"/>
            <a:ext cx="473881" cy="475086"/>
          </a:xfrm>
          <a:custGeom>
            <a:avLst/>
            <a:gdLst/>
            <a:ahLst/>
            <a:cxnLst/>
            <a:rect l="l" t="t" r="r" b="b"/>
            <a:pathLst>
              <a:path w="12193" h="12224" extrusionOk="0">
                <a:moveTo>
                  <a:pt x="6144" y="788"/>
                </a:moveTo>
                <a:cubicBezTo>
                  <a:pt x="6805" y="788"/>
                  <a:pt x="7467" y="914"/>
                  <a:pt x="8097" y="1229"/>
                </a:cubicBezTo>
                <a:cubicBezTo>
                  <a:pt x="7625" y="1859"/>
                  <a:pt x="6931" y="2205"/>
                  <a:pt x="6144" y="2205"/>
                </a:cubicBezTo>
                <a:cubicBezTo>
                  <a:pt x="5356" y="2205"/>
                  <a:pt x="4632" y="1859"/>
                  <a:pt x="4159" y="1229"/>
                </a:cubicBezTo>
                <a:cubicBezTo>
                  <a:pt x="4758" y="945"/>
                  <a:pt x="5482" y="788"/>
                  <a:pt x="6144" y="788"/>
                </a:cubicBezTo>
                <a:close/>
                <a:moveTo>
                  <a:pt x="8727" y="1544"/>
                </a:moveTo>
                <a:cubicBezTo>
                  <a:pt x="9767" y="2268"/>
                  <a:pt x="10523" y="3371"/>
                  <a:pt x="10744" y="4663"/>
                </a:cubicBezTo>
                <a:cubicBezTo>
                  <a:pt x="10775" y="4852"/>
                  <a:pt x="10586" y="5041"/>
                  <a:pt x="10397" y="5041"/>
                </a:cubicBezTo>
                <a:lnTo>
                  <a:pt x="1922" y="5041"/>
                </a:lnTo>
                <a:cubicBezTo>
                  <a:pt x="1639" y="5041"/>
                  <a:pt x="1481" y="4883"/>
                  <a:pt x="1544" y="4663"/>
                </a:cubicBezTo>
                <a:cubicBezTo>
                  <a:pt x="1733" y="3371"/>
                  <a:pt x="2489" y="2268"/>
                  <a:pt x="3529" y="1544"/>
                </a:cubicBezTo>
                <a:cubicBezTo>
                  <a:pt x="4128" y="2363"/>
                  <a:pt x="5104" y="2899"/>
                  <a:pt x="6144" y="2899"/>
                </a:cubicBezTo>
                <a:cubicBezTo>
                  <a:pt x="7152" y="2899"/>
                  <a:pt x="8160" y="2426"/>
                  <a:pt x="8727" y="1544"/>
                </a:cubicBezTo>
                <a:close/>
                <a:moveTo>
                  <a:pt x="10082" y="5765"/>
                </a:moveTo>
                <a:lnTo>
                  <a:pt x="10082" y="6144"/>
                </a:lnTo>
                <a:cubicBezTo>
                  <a:pt x="10082" y="6364"/>
                  <a:pt x="9924" y="6522"/>
                  <a:pt x="9735" y="6522"/>
                </a:cubicBezTo>
                <a:lnTo>
                  <a:pt x="2552" y="6522"/>
                </a:lnTo>
                <a:cubicBezTo>
                  <a:pt x="2363" y="6522"/>
                  <a:pt x="2206" y="6364"/>
                  <a:pt x="2206" y="6144"/>
                </a:cubicBezTo>
                <a:lnTo>
                  <a:pt x="2206" y="5765"/>
                </a:lnTo>
                <a:close/>
                <a:moveTo>
                  <a:pt x="6112" y="0"/>
                </a:moveTo>
                <a:cubicBezTo>
                  <a:pt x="3466" y="0"/>
                  <a:pt x="1229" y="1985"/>
                  <a:pt x="788" y="4505"/>
                </a:cubicBezTo>
                <a:cubicBezTo>
                  <a:pt x="693" y="4978"/>
                  <a:pt x="977" y="5450"/>
                  <a:pt x="1418" y="5639"/>
                </a:cubicBezTo>
                <a:lnTo>
                  <a:pt x="1418" y="6112"/>
                </a:lnTo>
                <a:cubicBezTo>
                  <a:pt x="1418" y="6585"/>
                  <a:pt x="1733" y="6994"/>
                  <a:pt x="2111" y="7152"/>
                </a:cubicBezTo>
                <a:lnTo>
                  <a:pt x="2111" y="7939"/>
                </a:lnTo>
                <a:cubicBezTo>
                  <a:pt x="2111" y="8317"/>
                  <a:pt x="1796" y="8632"/>
                  <a:pt x="1418" y="8632"/>
                </a:cubicBezTo>
                <a:cubicBezTo>
                  <a:pt x="1009" y="8632"/>
                  <a:pt x="693" y="8317"/>
                  <a:pt x="693" y="7939"/>
                </a:cubicBezTo>
                <a:lnTo>
                  <a:pt x="693" y="7561"/>
                </a:lnTo>
                <a:cubicBezTo>
                  <a:pt x="693" y="7372"/>
                  <a:pt x="536" y="7215"/>
                  <a:pt x="347" y="7215"/>
                </a:cubicBezTo>
                <a:cubicBezTo>
                  <a:pt x="158" y="7215"/>
                  <a:pt x="0" y="7372"/>
                  <a:pt x="0" y="7561"/>
                </a:cubicBezTo>
                <a:lnTo>
                  <a:pt x="0" y="7939"/>
                </a:lnTo>
                <a:cubicBezTo>
                  <a:pt x="0" y="8727"/>
                  <a:pt x="630" y="9357"/>
                  <a:pt x="1418" y="9357"/>
                </a:cubicBezTo>
                <a:cubicBezTo>
                  <a:pt x="2206" y="9357"/>
                  <a:pt x="2836" y="8727"/>
                  <a:pt x="2836" y="7939"/>
                </a:cubicBezTo>
                <a:lnTo>
                  <a:pt x="2836" y="7215"/>
                </a:lnTo>
                <a:lnTo>
                  <a:pt x="4285" y="7215"/>
                </a:lnTo>
                <a:lnTo>
                  <a:pt x="4285" y="10806"/>
                </a:lnTo>
                <a:cubicBezTo>
                  <a:pt x="4285" y="11184"/>
                  <a:pt x="3970" y="11499"/>
                  <a:pt x="3592" y="11499"/>
                </a:cubicBezTo>
                <a:cubicBezTo>
                  <a:pt x="3182" y="11499"/>
                  <a:pt x="2867" y="11184"/>
                  <a:pt x="2867" y="10806"/>
                </a:cubicBezTo>
                <a:lnTo>
                  <a:pt x="2867" y="10460"/>
                </a:lnTo>
                <a:cubicBezTo>
                  <a:pt x="2867" y="10239"/>
                  <a:pt x="2710" y="10082"/>
                  <a:pt x="2521" y="10082"/>
                </a:cubicBezTo>
                <a:cubicBezTo>
                  <a:pt x="2332" y="10082"/>
                  <a:pt x="2174" y="10239"/>
                  <a:pt x="2174" y="10460"/>
                </a:cubicBezTo>
                <a:lnTo>
                  <a:pt x="2174" y="10806"/>
                </a:lnTo>
                <a:cubicBezTo>
                  <a:pt x="2174" y="11594"/>
                  <a:pt x="2804" y="12224"/>
                  <a:pt x="3592" y="12224"/>
                </a:cubicBezTo>
                <a:cubicBezTo>
                  <a:pt x="4380" y="12224"/>
                  <a:pt x="5010" y="11594"/>
                  <a:pt x="5010" y="10806"/>
                </a:cubicBezTo>
                <a:lnTo>
                  <a:pt x="5010" y="7215"/>
                </a:lnTo>
                <a:lnTo>
                  <a:pt x="7120" y="7215"/>
                </a:lnTo>
                <a:lnTo>
                  <a:pt x="7120" y="10806"/>
                </a:lnTo>
                <a:cubicBezTo>
                  <a:pt x="7120" y="11594"/>
                  <a:pt x="7751" y="12224"/>
                  <a:pt x="8538" y="12224"/>
                </a:cubicBezTo>
                <a:cubicBezTo>
                  <a:pt x="9326" y="12224"/>
                  <a:pt x="9956" y="11594"/>
                  <a:pt x="9956" y="10806"/>
                </a:cubicBezTo>
                <a:lnTo>
                  <a:pt x="9956" y="10460"/>
                </a:lnTo>
                <a:cubicBezTo>
                  <a:pt x="9956" y="10239"/>
                  <a:pt x="9798" y="10082"/>
                  <a:pt x="9609" y="10082"/>
                </a:cubicBezTo>
                <a:cubicBezTo>
                  <a:pt x="9420" y="10082"/>
                  <a:pt x="9263" y="10239"/>
                  <a:pt x="9263" y="10460"/>
                </a:cubicBezTo>
                <a:lnTo>
                  <a:pt x="9263" y="10806"/>
                </a:lnTo>
                <a:cubicBezTo>
                  <a:pt x="9263" y="11184"/>
                  <a:pt x="8948" y="11499"/>
                  <a:pt x="8538" y="11499"/>
                </a:cubicBezTo>
                <a:cubicBezTo>
                  <a:pt x="8160" y="11499"/>
                  <a:pt x="7845" y="11184"/>
                  <a:pt x="7845" y="10806"/>
                </a:cubicBezTo>
                <a:lnTo>
                  <a:pt x="7845" y="7215"/>
                </a:lnTo>
                <a:lnTo>
                  <a:pt x="9294" y="7215"/>
                </a:lnTo>
                <a:lnTo>
                  <a:pt x="9294" y="7939"/>
                </a:lnTo>
                <a:cubicBezTo>
                  <a:pt x="9294" y="8727"/>
                  <a:pt x="9924" y="9357"/>
                  <a:pt x="10712" y="9357"/>
                </a:cubicBezTo>
                <a:cubicBezTo>
                  <a:pt x="11500" y="9357"/>
                  <a:pt x="12130" y="8727"/>
                  <a:pt x="12130" y="7939"/>
                </a:cubicBezTo>
                <a:lnTo>
                  <a:pt x="12130" y="7561"/>
                </a:lnTo>
                <a:cubicBezTo>
                  <a:pt x="12193" y="7372"/>
                  <a:pt x="12035" y="7215"/>
                  <a:pt x="11846" y="7215"/>
                </a:cubicBezTo>
                <a:cubicBezTo>
                  <a:pt x="11657" y="7215"/>
                  <a:pt x="11500" y="7372"/>
                  <a:pt x="11500" y="7561"/>
                </a:cubicBezTo>
                <a:lnTo>
                  <a:pt x="11500" y="7939"/>
                </a:lnTo>
                <a:cubicBezTo>
                  <a:pt x="11500" y="8317"/>
                  <a:pt x="11185" y="8632"/>
                  <a:pt x="10775" y="8632"/>
                </a:cubicBezTo>
                <a:cubicBezTo>
                  <a:pt x="10397" y="8632"/>
                  <a:pt x="10082" y="8317"/>
                  <a:pt x="10082" y="7939"/>
                </a:cubicBezTo>
                <a:lnTo>
                  <a:pt x="10082" y="7152"/>
                </a:lnTo>
                <a:cubicBezTo>
                  <a:pt x="10523" y="6994"/>
                  <a:pt x="10775" y="6585"/>
                  <a:pt x="10775" y="6112"/>
                </a:cubicBezTo>
                <a:lnTo>
                  <a:pt x="10775" y="5639"/>
                </a:lnTo>
                <a:cubicBezTo>
                  <a:pt x="11216" y="5450"/>
                  <a:pt x="11500" y="4978"/>
                  <a:pt x="11405" y="4505"/>
                </a:cubicBezTo>
                <a:cubicBezTo>
                  <a:pt x="10996" y="1953"/>
                  <a:pt x="8727" y="0"/>
                  <a:pt x="61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5595" name="Google Shape;15595;p86"/>
          <p:cNvGrpSpPr/>
          <p:nvPr/>
        </p:nvGrpSpPr>
        <p:grpSpPr>
          <a:xfrm>
            <a:off x="6668578" y="2865574"/>
            <a:ext cx="472676" cy="444538"/>
            <a:chOff x="-17565350" y="2809825"/>
            <a:chExt cx="304050" cy="285950"/>
          </a:xfrm>
        </p:grpSpPr>
        <p:sp>
          <p:nvSpPr>
            <p:cNvPr id="15596" name="Google Shape;15596;p86"/>
            <p:cNvSpPr/>
            <p:nvPr/>
          </p:nvSpPr>
          <p:spPr>
            <a:xfrm>
              <a:off x="-17458225" y="2970500"/>
              <a:ext cx="18150" cy="17375"/>
            </a:xfrm>
            <a:custGeom>
              <a:avLst/>
              <a:gdLst/>
              <a:ahLst/>
              <a:cxnLst/>
              <a:rect l="l" t="t" r="r" b="b"/>
              <a:pathLst>
                <a:path w="726" h="695" extrusionOk="0">
                  <a:moveTo>
                    <a:pt x="379" y="1"/>
                  </a:moveTo>
                  <a:cubicBezTo>
                    <a:pt x="158" y="1"/>
                    <a:pt x="1" y="158"/>
                    <a:pt x="1" y="347"/>
                  </a:cubicBezTo>
                  <a:cubicBezTo>
                    <a:pt x="1" y="537"/>
                    <a:pt x="158" y="694"/>
                    <a:pt x="379" y="694"/>
                  </a:cubicBezTo>
                  <a:cubicBezTo>
                    <a:pt x="568" y="694"/>
                    <a:pt x="725" y="537"/>
                    <a:pt x="725" y="347"/>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597" name="Google Shape;15597;p86"/>
            <p:cNvSpPr/>
            <p:nvPr/>
          </p:nvSpPr>
          <p:spPr>
            <a:xfrm>
              <a:off x="-17385750" y="2970500"/>
              <a:ext cx="17350" cy="17375"/>
            </a:xfrm>
            <a:custGeom>
              <a:avLst/>
              <a:gdLst/>
              <a:ahLst/>
              <a:cxnLst/>
              <a:rect l="l" t="t" r="r" b="b"/>
              <a:pathLst>
                <a:path w="694" h="695" extrusionOk="0">
                  <a:moveTo>
                    <a:pt x="347" y="1"/>
                  </a:moveTo>
                  <a:cubicBezTo>
                    <a:pt x="158" y="1"/>
                    <a:pt x="0" y="158"/>
                    <a:pt x="0" y="347"/>
                  </a:cubicBezTo>
                  <a:cubicBezTo>
                    <a:pt x="0" y="537"/>
                    <a:pt x="158" y="694"/>
                    <a:pt x="347" y="694"/>
                  </a:cubicBezTo>
                  <a:cubicBezTo>
                    <a:pt x="536" y="694"/>
                    <a:pt x="693" y="537"/>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598" name="Google Shape;15598;p86"/>
            <p:cNvSpPr/>
            <p:nvPr/>
          </p:nvSpPr>
          <p:spPr>
            <a:xfrm>
              <a:off x="-17565350" y="2809825"/>
              <a:ext cx="304050" cy="285950"/>
            </a:xfrm>
            <a:custGeom>
              <a:avLst/>
              <a:gdLst/>
              <a:ahLst/>
              <a:cxnLst/>
              <a:rect l="l" t="t" r="r" b="b"/>
              <a:pathLst>
                <a:path w="12162" h="11438" extrusionOk="0">
                  <a:moveTo>
                    <a:pt x="3183" y="726"/>
                  </a:moveTo>
                  <a:cubicBezTo>
                    <a:pt x="4191" y="726"/>
                    <a:pt x="4979" y="1513"/>
                    <a:pt x="4979" y="2490"/>
                  </a:cubicBezTo>
                  <a:cubicBezTo>
                    <a:pt x="4979" y="3466"/>
                    <a:pt x="4191" y="4254"/>
                    <a:pt x="3183" y="4254"/>
                  </a:cubicBezTo>
                  <a:cubicBezTo>
                    <a:pt x="2206" y="4254"/>
                    <a:pt x="1419" y="3466"/>
                    <a:pt x="1419" y="2490"/>
                  </a:cubicBezTo>
                  <a:cubicBezTo>
                    <a:pt x="1419" y="1545"/>
                    <a:pt x="2206" y="726"/>
                    <a:pt x="3183" y="726"/>
                  </a:cubicBezTo>
                  <a:close/>
                  <a:moveTo>
                    <a:pt x="8980" y="726"/>
                  </a:moveTo>
                  <a:cubicBezTo>
                    <a:pt x="9956" y="726"/>
                    <a:pt x="10744" y="1513"/>
                    <a:pt x="10744" y="2490"/>
                  </a:cubicBezTo>
                  <a:cubicBezTo>
                    <a:pt x="10744" y="3466"/>
                    <a:pt x="9956" y="4254"/>
                    <a:pt x="8980" y="4254"/>
                  </a:cubicBezTo>
                  <a:cubicBezTo>
                    <a:pt x="8003" y="4254"/>
                    <a:pt x="7216" y="3466"/>
                    <a:pt x="7216" y="2490"/>
                  </a:cubicBezTo>
                  <a:cubicBezTo>
                    <a:pt x="7184" y="1545"/>
                    <a:pt x="8003" y="726"/>
                    <a:pt x="8980" y="726"/>
                  </a:cubicBezTo>
                  <a:close/>
                  <a:moveTo>
                    <a:pt x="6491" y="2868"/>
                  </a:moveTo>
                  <a:cubicBezTo>
                    <a:pt x="6648" y="4097"/>
                    <a:pt x="7720" y="5010"/>
                    <a:pt x="8980" y="5010"/>
                  </a:cubicBezTo>
                  <a:cubicBezTo>
                    <a:pt x="9610" y="5010"/>
                    <a:pt x="10208" y="4758"/>
                    <a:pt x="10650" y="4380"/>
                  </a:cubicBezTo>
                  <a:cubicBezTo>
                    <a:pt x="11185" y="5042"/>
                    <a:pt x="11469" y="5924"/>
                    <a:pt x="11469" y="6774"/>
                  </a:cubicBezTo>
                  <a:cubicBezTo>
                    <a:pt x="11469" y="6964"/>
                    <a:pt x="11311" y="7121"/>
                    <a:pt x="11122" y="7121"/>
                  </a:cubicBezTo>
                  <a:lnTo>
                    <a:pt x="10965" y="7121"/>
                  </a:lnTo>
                  <a:cubicBezTo>
                    <a:pt x="10051" y="7121"/>
                    <a:pt x="9137" y="7405"/>
                    <a:pt x="8381" y="7909"/>
                  </a:cubicBezTo>
                  <a:cubicBezTo>
                    <a:pt x="7751" y="8350"/>
                    <a:pt x="7026" y="8602"/>
                    <a:pt x="6239" y="8602"/>
                  </a:cubicBezTo>
                  <a:lnTo>
                    <a:pt x="5955" y="8602"/>
                  </a:lnTo>
                  <a:cubicBezTo>
                    <a:pt x="5168" y="8602"/>
                    <a:pt x="4412" y="8350"/>
                    <a:pt x="3781" y="7909"/>
                  </a:cubicBezTo>
                  <a:cubicBezTo>
                    <a:pt x="2962" y="7373"/>
                    <a:pt x="2049" y="7121"/>
                    <a:pt x="1072" y="7121"/>
                  </a:cubicBezTo>
                  <a:cubicBezTo>
                    <a:pt x="883" y="7121"/>
                    <a:pt x="725" y="6964"/>
                    <a:pt x="725" y="6774"/>
                  </a:cubicBezTo>
                  <a:cubicBezTo>
                    <a:pt x="725" y="5924"/>
                    <a:pt x="978" y="5042"/>
                    <a:pt x="1545" y="4380"/>
                  </a:cubicBezTo>
                  <a:cubicBezTo>
                    <a:pt x="1986" y="4758"/>
                    <a:pt x="2553" y="5010"/>
                    <a:pt x="3183" y="5010"/>
                  </a:cubicBezTo>
                  <a:cubicBezTo>
                    <a:pt x="4443" y="5010"/>
                    <a:pt x="5483" y="4065"/>
                    <a:pt x="5672" y="2868"/>
                  </a:cubicBezTo>
                  <a:close/>
                  <a:moveTo>
                    <a:pt x="1356" y="7877"/>
                  </a:moveTo>
                  <a:cubicBezTo>
                    <a:pt x="2112" y="7909"/>
                    <a:pt x="2805" y="8129"/>
                    <a:pt x="3403" y="8539"/>
                  </a:cubicBezTo>
                  <a:cubicBezTo>
                    <a:pt x="4160" y="9074"/>
                    <a:pt x="5042" y="9326"/>
                    <a:pt x="5955" y="9326"/>
                  </a:cubicBezTo>
                  <a:lnTo>
                    <a:pt x="6239" y="9326"/>
                  </a:lnTo>
                  <a:cubicBezTo>
                    <a:pt x="7153" y="9326"/>
                    <a:pt x="8035" y="9074"/>
                    <a:pt x="8791" y="8539"/>
                  </a:cubicBezTo>
                  <a:cubicBezTo>
                    <a:pt x="9389" y="8161"/>
                    <a:pt x="10145" y="7909"/>
                    <a:pt x="10839" y="7877"/>
                  </a:cubicBezTo>
                  <a:lnTo>
                    <a:pt x="10839" y="7877"/>
                  </a:lnTo>
                  <a:cubicBezTo>
                    <a:pt x="9925" y="9578"/>
                    <a:pt x="8066" y="10713"/>
                    <a:pt x="6113" y="10713"/>
                  </a:cubicBezTo>
                  <a:cubicBezTo>
                    <a:pt x="4097" y="10713"/>
                    <a:pt x="2301" y="9578"/>
                    <a:pt x="1356" y="7877"/>
                  </a:cubicBezTo>
                  <a:close/>
                  <a:moveTo>
                    <a:pt x="3214" y="1"/>
                  </a:moveTo>
                  <a:cubicBezTo>
                    <a:pt x="1828" y="1"/>
                    <a:pt x="725" y="1104"/>
                    <a:pt x="725" y="2490"/>
                  </a:cubicBezTo>
                  <a:cubicBezTo>
                    <a:pt x="725" y="2962"/>
                    <a:pt x="852" y="3403"/>
                    <a:pt x="1072" y="3782"/>
                  </a:cubicBezTo>
                  <a:cubicBezTo>
                    <a:pt x="379" y="4601"/>
                    <a:pt x="1" y="5672"/>
                    <a:pt x="1" y="6774"/>
                  </a:cubicBezTo>
                  <a:cubicBezTo>
                    <a:pt x="1" y="7121"/>
                    <a:pt x="221" y="7436"/>
                    <a:pt x="442" y="7657"/>
                  </a:cubicBezTo>
                  <a:cubicBezTo>
                    <a:pt x="1356" y="9862"/>
                    <a:pt x="3498" y="11437"/>
                    <a:pt x="6081" y="11437"/>
                  </a:cubicBezTo>
                  <a:cubicBezTo>
                    <a:pt x="8633" y="11437"/>
                    <a:pt x="10807" y="9862"/>
                    <a:pt x="11689" y="7657"/>
                  </a:cubicBezTo>
                  <a:cubicBezTo>
                    <a:pt x="12004" y="7436"/>
                    <a:pt x="12162" y="7121"/>
                    <a:pt x="12162" y="6774"/>
                  </a:cubicBezTo>
                  <a:cubicBezTo>
                    <a:pt x="12162" y="5672"/>
                    <a:pt x="11784" y="4664"/>
                    <a:pt x="11122" y="3782"/>
                  </a:cubicBezTo>
                  <a:cubicBezTo>
                    <a:pt x="11343" y="3403"/>
                    <a:pt x="11469" y="2962"/>
                    <a:pt x="11469" y="2490"/>
                  </a:cubicBezTo>
                  <a:cubicBezTo>
                    <a:pt x="11469" y="1104"/>
                    <a:pt x="10366" y="1"/>
                    <a:pt x="8980" y="1"/>
                  </a:cubicBezTo>
                  <a:cubicBezTo>
                    <a:pt x="7720" y="1"/>
                    <a:pt x="6711" y="946"/>
                    <a:pt x="6491" y="2143"/>
                  </a:cubicBezTo>
                  <a:lnTo>
                    <a:pt x="5672" y="2143"/>
                  </a:lnTo>
                  <a:cubicBezTo>
                    <a:pt x="5514" y="915"/>
                    <a:pt x="4475" y="1"/>
                    <a:pt x="32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599" name="Google Shape;15599;p86"/>
            <p:cNvSpPr/>
            <p:nvPr/>
          </p:nvSpPr>
          <p:spPr>
            <a:xfrm>
              <a:off x="-17368425" y="2846075"/>
              <a:ext cx="54350" cy="53575"/>
            </a:xfrm>
            <a:custGeom>
              <a:avLst/>
              <a:gdLst/>
              <a:ahLst/>
              <a:cxnLst/>
              <a:rect l="l" t="t" r="r" b="b"/>
              <a:pathLst>
                <a:path w="2174" h="2143" extrusionOk="0">
                  <a:moveTo>
                    <a:pt x="1103" y="693"/>
                  </a:moveTo>
                  <a:cubicBezTo>
                    <a:pt x="1292" y="693"/>
                    <a:pt x="1449" y="851"/>
                    <a:pt x="1449" y="1040"/>
                  </a:cubicBezTo>
                  <a:cubicBezTo>
                    <a:pt x="1449" y="1229"/>
                    <a:pt x="1292" y="1386"/>
                    <a:pt x="1103" y="1386"/>
                  </a:cubicBezTo>
                  <a:cubicBezTo>
                    <a:pt x="914" y="1386"/>
                    <a:pt x="756" y="1229"/>
                    <a:pt x="756" y="1040"/>
                  </a:cubicBezTo>
                  <a:cubicBezTo>
                    <a:pt x="756" y="851"/>
                    <a:pt x="914" y="693"/>
                    <a:pt x="1103" y="693"/>
                  </a:cubicBezTo>
                  <a:close/>
                  <a:moveTo>
                    <a:pt x="1103" y="0"/>
                  </a:moveTo>
                  <a:cubicBezTo>
                    <a:pt x="504" y="0"/>
                    <a:pt x="32" y="473"/>
                    <a:pt x="32" y="1071"/>
                  </a:cubicBezTo>
                  <a:cubicBezTo>
                    <a:pt x="0" y="1638"/>
                    <a:pt x="504" y="2143"/>
                    <a:pt x="1103" y="2143"/>
                  </a:cubicBezTo>
                  <a:cubicBezTo>
                    <a:pt x="1701" y="2143"/>
                    <a:pt x="2174" y="1670"/>
                    <a:pt x="2174" y="1071"/>
                  </a:cubicBezTo>
                  <a:cubicBezTo>
                    <a:pt x="2174" y="473"/>
                    <a:pt x="1701" y="0"/>
                    <a:pt x="1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600" name="Google Shape;15600;p86"/>
            <p:cNvSpPr/>
            <p:nvPr/>
          </p:nvSpPr>
          <p:spPr>
            <a:xfrm>
              <a:off x="-17511775" y="2846075"/>
              <a:ext cx="52775" cy="53575"/>
            </a:xfrm>
            <a:custGeom>
              <a:avLst/>
              <a:gdLst/>
              <a:ahLst/>
              <a:cxnLst/>
              <a:rect l="l" t="t" r="r" b="b"/>
              <a:pathLst>
                <a:path w="2111" h="2143" extrusionOk="0">
                  <a:moveTo>
                    <a:pt x="1040" y="693"/>
                  </a:moveTo>
                  <a:cubicBezTo>
                    <a:pt x="1260" y="693"/>
                    <a:pt x="1418" y="851"/>
                    <a:pt x="1418" y="1040"/>
                  </a:cubicBezTo>
                  <a:cubicBezTo>
                    <a:pt x="1418" y="1229"/>
                    <a:pt x="1260" y="1386"/>
                    <a:pt x="1040" y="1386"/>
                  </a:cubicBezTo>
                  <a:cubicBezTo>
                    <a:pt x="851" y="1386"/>
                    <a:pt x="693" y="1229"/>
                    <a:pt x="693" y="1040"/>
                  </a:cubicBezTo>
                  <a:cubicBezTo>
                    <a:pt x="693" y="851"/>
                    <a:pt x="851" y="693"/>
                    <a:pt x="1040" y="693"/>
                  </a:cubicBezTo>
                  <a:close/>
                  <a:moveTo>
                    <a:pt x="1040" y="0"/>
                  </a:moveTo>
                  <a:cubicBezTo>
                    <a:pt x="473" y="0"/>
                    <a:pt x="0" y="473"/>
                    <a:pt x="0" y="1071"/>
                  </a:cubicBezTo>
                  <a:cubicBezTo>
                    <a:pt x="0" y="1638"/>
                    <a:pt x="473" y="2143"/>
                    <a:pt x="1040" y="2143"/>
                  </a:cubicBezTo>
                  <a:cubicBezTo>
                    <a:pt x="1638" y="2143"/>
                    <a:pt x="2111" y="1670"/>
                    <a:pt x="2111" y="1071"/>
                  </a:cubicBezTo>
                  <a:cubicBezTo>
                    <a:pt x="2111" y="473"/>
                    <a:pt x="1638"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5601" name="Google Shape;15601;p86"/>
          <p:cNvSpPr/>
          <p:nvPr/>
        </p:nvSpPr>
        <p:spPr>
          <a:xfrm>
            <a:off x="2664509" y="3446569"/>
            <a:ext cx="360006" cy="471471"/>
          </a:xfrm>
          <a:custGeom>
            <a:avLst/>
            <a:gdLst/>
            <a:ahLst/>
            <a:cxnLst/>
            <a:rect l="l" t="t" r="r" b="b"/>
            <a:pathLst>
              <a:path w="9263" h="12131" extrusionOk="0">
                <a:moveTo>
                  <a:pt x="6207" y="694"/>
                </a:moveTo>
                <a:lnTo>
                  <a:pt x="5829" y="1419"/>
                </a:lnTo>
                <a:lnTo>
                  <a:pt x="3434" y="1419"/>
                </a:lnTo>
                <a:lnTo>
                  <a:pt x="3088" y="694"/>
                </a:lnTo>
                <a:close/>
                <a:moveTo>
                  <a:pt x="2363" y="946"/>
                </a:moveTo>
                <a:lnTo>
                  <a:pt x="2773" y="1671"/>
                </a:lnTo>
                <a:lnTo>
                  <a:pt x="1702" y="2742"/>
                </a:lnTo>
                <a:lnTo>
                  <a:pt x="945" y="2364"/>
                </a:lnTo>
                <a:lnTo>
                  <a:pt x="2363" y="946"/>
                </a:lnTo>
                <a:close/>
                <a:moveTo>
                  <a:pt x="6900" y="946"/>
                </a:moveTo>
                <a:lnTo>
                  <a:pt x="8318" y="2364"/>
                </a:lnTo>
                <a:lnTo>
                  <a:pt x="7561" y="2742"/>
                </a:lnTo>
                <a:lnTo>
                  <a:pt x="6522" y="1671"/>
                </a:lnTo>
                <a:lnTo>
                  <a:pt x="6900" y="946"/>
                </a:lnTo>
                <a:close/>
                <a:moveTo>
                  <a:pt x="725" y="3025"/>
                </a:moveTo>
                <a:lnTo>
                  <a:pt x="1418" y="3372"/>
                </a:lnTo>
                <a:lnTo>
                  <a:pt x="1418" y="8696"/>
                </a:lnTo>
                <a:lnTo>
                  <a:pt x="725" y="9043"/>
                </a:lnTo>
                <a:lnTo>
                  <a:pt x="725" y="3025"/>
                </a:lnTo>
                <a:close/>
                <a:moveTo>
                  <a:pt x="8570" y="3025"/>
                </a:moveTo>
                <a:lnTo>
                  <a:pt x="8570" y="9043"/>
                </a:lnTo>
                <a:lnTo>
                  <a:pt x="7845" y="8696"/>
                </a:lnTo>
                <a:lnTo>
                  <a:pt x="7845" y="3372"/>
                </a:lnTo>
                <a:lnTo>
                  <a:pt x="8570" y="3025"/>
                </a:lnTo>
                <a:close/>
                <a:moveTo>
                  <a:pt x="5923" y="2080"/>
                </a:moveTo>
                <a:lnTo>
                  <a:pt x="7152" y="3277"/>
                </a:lnTo>
                <a:lnTo>
                  <a:pt x="7152" y="8759"/>
                </a:lnTo>
                <a:lnTo>
                  <a:pt x="5923" y="9988"/>
                </a:lnTo>
                <a:lnTo>
                  <a:pt x="3371" y="9988"/>
                </a:lnTo>
                <a:lnTo>
                  <a:pt x="2143" y="8759"/>
                </a:lnTo>
                <a:lnTo>
                  <a:pt x="2143" y="3277"/>
                </a:lnTo>
                <a:lnTo>
                  <a:pt x="3371" y="2080"/>
                </a:lnTo>
                <a:close/>
                <a:moveTo>
                  <a:pt x="1702" y="9358"/>
                </a:moveTo>
                <a:lnTo>
                  <a:pt x="2773" y="10429"/>
                </a:lnTo>
                <a:lnTo>
                  <a:pt x="2395" y="11154"/>
                </a:lnTo>
                <a:lnTo>
                  <a:pt x="945" y="9736"/>
                </a:lnTo>
                <a:lnTo>
                  <a:pt x="1702" y="9358"/>
                </a:lnTo>
                <a:close/>
                <a:moveTo>
                  <a:pt x="7530" y="9358"/>
                </a:moveTo>
                <a:lnTo>
                  <a:pt x="8286" y="9767"/>
                </a:lnTo>
                <a:lnTo>
                  <a:pt x="6868" y="11185"/>
                </a:lnTo>
                <a:lnTo>
                  <a:pt x="6459" y="10429"/>
                </a:lnTo>
                <a:lnTo>
                  <a:pt x="7530" y="9358"/>
                </a:lnTo>
                <a:close/>
                <a:moveTo>
                  <a:pt x="5829" y="10713"/>
                </a:moveTo>
                <a:lnTo>
                  <a:pt x="6207" y="11406"/>
                </a:lnTo>
                <a:lnTo>
                  <a:pt x="3088" y="11406"/>
                </a:lnTo>
                <a:lnTo>
                  <a:pt x="3434" y="10713"/>
                </a:lnTo>
                <a:close/>
                <a:moveTo>
                  <a:pt x="2489" y="1"/>
                </a:moveTo>
                <a:cubicBezTo>
                  <a:pt x="2426" y="1"/>
                  <a:pt x="2300" y="32"/>
                  <a:pt x="2269" y="95"/>
                </a:cubicBezTo>
                <a:lnTo>
                  <a:pt x="126" y="2238"/>
                </a:lnTo>
                <a:cubicBezTo>
                  <a:pt x="63" y="2301"/>
                  <a:pt x="0" y="2395"/>
                  <a:pt x="0" y="2458"/>
                </a:cubicBezTo>
                <a:lnTo>
                  <a:pt x="0" y="9641"/>
                </a:lnTo>
                <a:cubicBezTo>
                  <a:pt x="0" y="9704"/>
                  <a:pt x="63" y="9830"/>
                  <a:pt x="126" y="9862"/>
                </a:cubicBezTo>
                <a:lnTo>
                  <a:pt x="2269" y="12004"/>
                </a:lnTo>
                <a:cubicBezTo>
                  <a:pt x="2332" y="12067"/>
                  <a:pt x="2426" y="12130"/>
                  <a:pt x="2489" y="12130"/>
                </a:cubicBezTo>
                <a:lnTo>
                  <a:pt x="6774" y="12130"/>
                </a:lnTo>
                <a:cubicBezTo>
                  <a:pt x="6868" y="12130"/>
                  <a:pt x="6994" y="12067"/>
                  <a:pt x="7026" y="12004"/>
                </a:cubicBezTo>
                <a:lnTo>
                  <a:pt x="9137" y="9862"/>
                </a:lnTo>
                <a:cubicBezTo>
                  <a:pt x="9231" y="9830"/>
                  <a:pt x="9263" y="9736"/>
                  <a:pt x="9263" y="9641"/>
                </a:cubicBezTo>
                <a:lnTo>
                  <a:pt x="9263" y="2458"/>
                </a:lnTo>
                <a:cubicBezTo>
                  <a:pt x="9263" y="2395"/>
                  <a:pt x="9231" y="2269"/>
                  <a:pt x="9137" y="2238"/>
                </a:cubicBezTo>
                <a:lnTo>
                  <a:pt x="7026" y="95"/>
                </a:lnTo>
                <a:cubicBezTo>
                  <a:pt x="6931" y="32"/>
                  <a:pt x="6868" y="1"/>
                  <a:pt x="67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602" name="Google Shape;15602;p86"/>
          <p:cNvSpPr/>
          <p:nvPr/>
        </p:nvSpPr>
        <p:spPr>
          <a:xfrm>
            <a:off x="1412627" y="1688459"/>
            <a:ext cx="471471" cy="473920"/>
          </a:xfrm>
          <a:custGeom>
            <a:avLst/>
            <a:gdLst/>
            <a:ahLst/>
            <a:cxnLst/>
            <a:rect l="l" t="t" r="r" b="b"/>
            <a:pathLst>
              <a:path w="12131" h="12194" extrusionOk="0">
                <a:moveTo>
                  <a:pt x="4632" y="725"/>
                </a:moveTo>
                <a:cubicBezTo>
                  <a:pt x="5609" y="725"/>
                  <a:pt x="6396" y="1513"/>
                  <a:pt x="6396" y="2490"/>
                </a:cubicBezTo>
                <a:cubicBezTo>
                  <a:pt x="6365" y="2679"/>
                  <a:pt x="6522" y="2836"/>
                  <a:pt x="6680" y="2899"/>
                </a:cubicBezTo>
                <a:cubicBezTo>
                  <a:pt x="7341" y="2994"/>
                  <a:pt x="7814" y="3592"/>
                  <a:pt x="7814" y="4317"/>
                </a:cubicBezTo>
                <a:cubicBezTo>
                  <a:pt x="7814" y="4695"/>
                  <a:pt x="7656" y="5042"/>
                  <a:pt x="7404" y="5325"/>
                </a:cubicBezTo>
                <a:cubicBezTo>
                  <a:pt x="7184" y="5483"/>
                  <a:pt x="7278" y="5798"/>
                  <a:pt x="7530" y="5924"/>
                </a:cubicBezTo>
                <a:cubicBezTo>
                  <a:pt x="8129" y="6207"/>
                  <a:pt x="8539" y="6869"/>
                  <a:pt x="8539" y="7530"/>
                </a:cubicBezTo>
                <a:cubicBezTo>
                  <a:pt x="8539" y="8507"/>
                  <a:pt x="7751" y="9295"/>
                  <a:pt x="6774" y="9295"/>
                </a:cubicBezTo>
                <a:lnTo>
                  <a:pt x="4979" y="9295"/>
                </a:lnTo>
                <a:lnTo>
                  <a:pt x="4979" y="6932"/>
                </a:lnTo>
                <a:lnTo>
                  <a:pt x="6333" y="5609"/>
                </a:lnTo>
                <a:cubicBezTo>
                  <a:pt x="6491" y="5451"/>
                  <a:pt x="6491" y="5231"/>
                  <a:pt x="6333" y="5073"/>
                </a:cubicBezTo>
                <a:cubicBezTo>
                  <a:pt x="6254" y="4994"/>
                  <a:pt x="6168" y="4955"/>
                  <a:pt x="6081" y="4955"/>
                </a:cubicBezTo>
                <a:cubicBezTo>
                  <a:pt x="5995" y="4955"/>
                  <a:pt x="5908" y="4994"/>
                  <a:pt x="5829" y="5073"/>
                </a:cubicBezTo>
                <a:lnTo>
                  <a:pt x="4979" y="5924"/>
                </a:lnTo>
                <a:lnTo>
                  <a:pt x="4979" y="2490"/>
                </a:lnTo>
                <a:cubicBezTo>
                  <a:pt x="4979" y="2301"/>
                  <a:pt x="4821" y="2143"/>
                  <a:pt x="4632" y="2143"/>
                </a:cubicBezTo>
                <a:cubicBezTo>
                  <a:pt x="4443" y="2143"/>
                  <a:pt x="4285" y="2301"/>
                  <a:pt x="4285" y="2490"/>
                </a:cubicBezTo>
                <a:lnTo>
                  <a:pt x="4285" y="4506"/>
                </a:lnTo>
                <a:lnTo>
                  <a:pt x="3466" y="3655"/>
                </a:lnTo>
                <a:cubicBezTo>
                  <a:pt x="3388" y="3577"/>
                  <a:pt x="3293" y="3537"/>
                  <a:pt x="3198" y="3537"/>
                </a:cubicBezTo>
                <a:cubicBezTo>
                  <a:pt x="3104" y="3537"/>
                  <a:pt x="3009" y="3577"/>
                  <a:pt x="2931" y="3655"/>
                </a:cubicBezTo>
                <a:cubicBezTo>
                  <a:pt x="2773" y="3844"/>
                  <a:pt x="2773" y="4033"/>
                  <a:pt x="2931" y="4191"/>
                </a:cubicBezTo>
                <a:lnTo>
                  <a:pt x="4285" y="5514"/>
                </a:lnTo>
                <a:lnTo>
                  <a:pt x="4285" y="7373"/>
                </a:lnTo>
                <a:lnTo>
                  <a:pt x="3466" y="6554"/>
                </a:lnTo>
                <a:cubicBezTo>
                  <a:pt x="3388" y="6475"/>
                  <a:pt x="3293" y="6436"/>
                  <a:pt x="3198" y="6436"/>
                </a:cubicBezTo>
                <a:cubicBezTo>
                  <a:pt x="3104" y="6436"/>
                  <a:pt x="3009" y="6475"/>
                  <a:pt x="2931" y="6554"/>
                </a:cubicBezTo>
                <a:cubicBezTo>
                  <a:pt x="2773" y="6711"/>
                  <a:pt x="2773" y="6900"/>
                  <a:pt x="2931" y="7058"/>
                </a:cubicBezTo>
                <a:lnTo>
                  <a:pt x="4285" y="8413"/>
                </a:lnTo>
                <a:lnTo>
                  <a:pt x="4285" y="9295"/>
                </a:lnTo>
                <a:lnTo>
                  <a:pt x="2521" y="9295"/>
                </a:lnTo>
                <a:cubicBezTo>
                  <a:pt x="1513" y="9295"/>
                  <a:pt x="694" y="8507"/>
                  <a:pt x="694" y="7530"/>
                </a:cubicBezTo>
                <a:cubicBezTo>
                  <a:pt x="694" y="6837"/>
                  <a:pt x="1103" y="6207"/>
                  <a:pt x="1734" y="5924"/>
                </a:cubicBezTo>
                <a:cubicBezTo>
                  <a:pt x="1954" y="5798"/>
                  <a:pt x="1986" y="5514"/>
                  <a:pt x="1828" y="5325"/>
                </a:cubicBezTo>
                <a:cubicBezTo>
                  <a:pt x="1576" y="5042"/>
                  <a:pt x="1418" y="4695"/>
                  <a:pt x="1418" y="4317"/>
                </a:cubicBezTo>
                <a:cubicBezTo>
                  <a:pt x="1418" y="3624"/>
                  <a:pt x="1891" y="3057"/>
                  <a:pt x="2584" y="2899"/>
                </a:cubicBezTo>
                <a:cubicBezTo>
                  <a:pt x="2742" y="2836"/>
                  <a:pt x="2899" y="2679"/>
                  <a:pt x="2868" y="2490"/>
                </a:cubicBezTo>
                <a:cubicBezTo>
                  <a:pt x="2868" y="1513"/>
                  <a:pt x="3655" y="725"/>
                  <a:pt x="4632" y="725"/>
                </a:cubicBezTo>
                <a:close/>
                <a:moveTo>
                  <a:pt x="7467" y="725"/>
                </a:moveTo>
                <a:cubicBezTo>
                  <a:pt x="8444" y="725"/>
                  <a:pt x="9295" y="1513"/>
                  <a:pt x="9232" y="2584"/>
                </a:cubicBezTo>
                <a:cubicBezTo>
                  <a:pt x="9232" y="2742"/>
                  <a:pt x="9358" y="2899"/>
                  <a:pt x="9515" y="2931"/>
                </a:cubicBezTo>
                <a:cubicBezTo>
                  <a:pt x="10177" y="3057"/>
                  <a:pt x="10712" y="3624"/>
                  <a:pt x="10712" y="4348"/>
                </a:cubicBezTo>
                <a:cubicBezTo>
                  <a:pt x="10712" y="4726"/>
                  <a:pt x="10555" y="5105"/>
                  <a:pt x="10271" y="5357"/>
                </a:cubicBezTo>
                <a:cubicBezTo>
                  <a:pt x="10082" y="5514"/>
                  <a:pt x="10145" y="5829"/>
                  <a:pt x="10397" y="5955"/>
                </a:cubicBezTo>
                <a:cubicBezTo>
                  <a:pt x="11027" y="6239"/>
                  <a:pt x="11406" y="6900"/>
                  <a:pt x="11406" y="7562"/>
                </a:cubicBezTo>
                <a:cubicBezTo>
                  <a:pt x="11406" y="8570"/>
                  <a:pt x="10586" y="9358"/>
                  <a:pt x="9610" y="9358"/>
                </a:cubicBezTo>
                <a:lnTo>
                  <a:pt x="8507" y="9358"/>
                </a:lnTo>
                <a:cubicBezTo>
                  <a:pt x="8980" y="8885"/>
                  <a:pt x="9232" y="8224"/>
                  <a:pt x="9232" y="7562"/>
                </a:cubicBezTo>
                <a:cubicBezTo>
                  <a:pt x="9232" y="6743"/>
                  <a:pt x="8854" y="5987"/>
                  <a:pt x="8192" y="5514"/>
                </a:cubicBezTo>
                <a:cubicBezTo>
                  <a:pt x="8413" y="5168"/>
                  <a:pt x="8539" y="4789"/>
                  <a:pt x="8539" y="4348"/>
                </a:cubicBezTo>
                <a:cubicBezTo>
                  <a:pt x="8539" y="3435"/>
                  <a:pt x="7940" y="2616"/>
                  <a:pt x="7089" y="2332"/>
                </a:cubicBezTo>
                <a:cubicBezTo>
                  <a:pt x="7058" y="1828"/>
                  <a:pt x="6837" y="1387"/>
                  <a:pt x="6554" y="1009"/>
                </a:cubicBezTo>
                <a:cubicBezTo>
                  <a:pt x="6837" y="788"/>
                  <a:pt x="7152" y="725"/>
                  <a:pt x="7467" y="725"/>
                </a:cubicBezTo>
                <a:close/>
                <a:moveTo>
                  <a:pt x="7121" y="10019"/>
                </a:moveTo>
                <a:lnTo>
                  <a:pt x="7121" y="11469"/>
                </a:lnTo>
                <a:lnTo>
                  <a:pt x="4979" y="11469"/>
                </a:lnTo>
                <a:lnTo>
                  <a:pt x="4979" y="10019"/>
                </a:lnTo>
                <a:close/>
                <a:moveTo>
                  <a:pt x="4632" y="1"/>
                </a:moveTo>
                <a:cubicBezTo>
                  <a:pt x="3340" y="1"/>
                  <a:pt x="2269" y="1009"/>
                  <a:pt x="2175" y="2301"/>
                </a:cubicBezTo>
                <a:cubicBezTo>
                  <a:pt x="1292" y="2616"/>
                  <a:pt x="694" y="3403"/>
                  <a:pt x="694" y="4317"/>
                </a:cubicBezTo>
                <a:cubicBezTo>
                  <a:pt x="694" y="4726"/>
                  <a:pt x="820" y="5136"/>
                  <a:pt x="1072" y="5483"/>
                </a:cubicBezTo>
                <a:cubicBezTo>
                  <a:pt x="379" y="5955"/>
                  <a:pt x="1" y="6711"/>
                  <a:pt x="1" y="7530"/>
                </a:cubicBezTo>
                <a:cubicBezTo>
                  <a:pt x="1" y="8917"/>
                  <a:pt x="1135" y="10019"/>
                  <a:pt x="2521" y="10019"/>
                </a:cubicBezTo>
                <a:lnTo>
                  <a:pt x="4285" y="10019"/>
                </a:lnTo>
                <a:lnTo>
                  <a:pt x="4285" y="11469"/>
                </a:lnTo>
                <a:lnTo>
                  <a:pt x="2521" y="11469"/>
                </a:lnTo>
                <a:cubicBezTo>
                  <a:pt x="2332" y="11469"/>
                  <a:pt x="2175" y="11626"/>
                  <a:pt x="2175" y="11815"/>
                </a:cubicBezTo>
                <a:cubicBezTo>
                  <a:pt x="2175" y="12036"/>
                  <a:pt x="2332" y="12193"/>
                  <a:pt x="2521" y="12193"/>
                </a:cubicBezTo>
                <a:lnTo>
                  <a:pt x="9641" y="12193"/>
                </a:lnTo>
                <a:cubicBezTo>
                  <a:pt x="9830" y="12193"/>
                  <a:pt x="9988" y="12036"/>
                  <a:pt x="9988" y="11815"/>
                </a:cubicBezTo>
                <a:cubicBezTo>
                  <a:pt x="9988" y="11626"/>
                  <a:pt x="9830" y="11469"/>
                  <a:pt x="9641" y="11469"/>
                </a:cubicBezTo>
                <a:lnTo>
                  <a:pt x="7877" y="11469"/>
                </a:lnTo>
                <a:lnTo>
                  <a:pt x="7877" y="10019"/>
                </a:lnTo>
                <a:lnTo>
                  <a:pt x="9610" y="10019"/>
                </a:lnTo>
                <a:cubicBezTo>
                  <a:pt x="10964" y="10019"/>
                  <a:pt x="12130" y="8917"/>
                  <a:pt x="12130" y="7530"/>
                </a:cubicBezTo>
                <a:cubicBezTo>
                  <a:pt x="12130" y="6711"/>
                  <a:pt x="11721" y="5955"/>
                  <a:pt x="11059" y="5483"/>
                </a:cubicBezTo>
                <a:cubicBezTo>
                  <a:pt x="11280" y="5136"/>
                  <a:pt x="11406" y="4726"/>
                  <a:pt x="11406" y="4317"/>
                </a:cubicBezTo>
                <a:cubicBezTo>
                  <a:pt x="11406" y="3403"/>
                  <a:pt x="10838" y="2584"/>
                  <a:pt x="9956" y="2301"/>
                </a:cubicBezTo>
                <a:cubicBezTo>
                  <a:pt x="9830" y="1040"/>
                  <a:pt x="8791" y="1"/>
                  <a:pt x="7467" y="1"/>
                </a:cubicBezTo>
                <a:cubicBezTo>
                  <a:pt x="6963" y="1"/>
                  <a:pt x="6459" y="158"/>
                  <a:pt x="6050" y="442"/>
                </a:cubicBezTo>
                <a:cubicBezTo>
                  <a:pt x="5672" y="158"/>
                  <a:pt x="5168" y="1"/>
                  <a:pt x="46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603" name="Google Shape;15603;p86"/>
          <p:cNvSpPr/>
          <p:nvPr/>
        </p:nvSpPr>
        <p:spPr>
          <a:xfrm>
            <a:off x="1412627" y="2274689"/>
            <a:ext cx="471471" cy="473609"/>
          </a:xfrm>
          <a:custGeom>
            <a:avLst/>
            <a:gdLst/>
            <a:ahLst/>
            <a:cxnLst/>
            <a:rect l="l" t="t" r="r" b="b"/>
            <a:pathLst>
              <a:path w="12131" h="12186" extrusionOk="0">
                <a:moveTo>
                  <a:pt x="6050" y="1442"/>
                </a:moveTo>
                <a:cubicBezTo>
                  <a:pt x="6396" y="1442"/>
                  <a:pt x="6774" y="1757"/>
                  <a:pt x="6774" y="2167"/>
                </a:cubicBezTo>
                <a:cubicBezTo>
                  <a:pt x="6774" y="2576"/>
                  <a:pt x="6459" y="2891"/>
                  <a:pt x="6050" y="2891"/>
                </a:cubicBezTo>
                <a:cubicBezTo>
                  <a:pt x="5672" y="2891"/>
                  <a:pt x="5357" y="2576"/>
                  <a:pt x="5357" y="2167"/>
                </a:cubicBezTo>
                <a:cubicBezTo>
                  <a:pt x="5357" y="1789"/>
                  <a:pt x="5672" y="1442"/>
                  <a:pt x="6050" y="1442"/>
                </a:cubicBezTo>
                <a:close/>
                <a:moveTo>
                  <a:pt x="6018" y="3585"/>
                </a:moveTo>
                <a:cubicBezTo>
                  <a:pt x="6207" y="3585"/>
                  <a:pt x="6365" y="3742"/>
                  <a:pt x="6365" y="3963"/>
                </a:cubicBezTo>
                <a:lnTo>
                  <a:pt x="6365" y="4309"/>
                </a:lnTo>
                <a:cubicBezTo>
                  <a:pt x="6239" y="4467"/>
                  <a:pt x="6176" y="4593"/>
                  <a:pt x="6018" y="4782"/>
                </a:cubicBezTo>
                <a:cubicBezTo>
                  <a:pt x="5861" y="4593"/>
                  <a:pt x="5766" y="4467"/>
                  <a:pt x="5672" y="4309"/>
                </a:cubicBezTo>
                <a:lnTo>
                  <a:pt x="5672" y="3963"/>
                </a:lnTo>
                <a:cubicBezTo>
                  <a:pt x="5672" y="3742"/>
                  <a:pt x="5829" y="3585"/>
                  <a:pt x="6018" y="3585"/>
                </a:cubicBezTo>
                <a:close/>
                <a:moveTo>
                  <a:pt x="1009" y="2891"/>
                </a:moveTo>
                <a:cubicBezTo>
                  <a:pt x="2710" y="2891"/>
                  <a:pt x="4317" y="3679"/>
                  <a:pt x="5325" y="5002"/>
                </a:cubicBezTo>
                <a:lnTo>
                  <a:pt x="1544" y="5002"/>
                </a:lnTo>
                <a:cubicBezTo>
                  <a:pt x="1040" y="5002"/>
                  <a:pt x="662" y="4624"/>
                  <a:pt x="662" y="4152"/>
                </a:cubicBezTo>
                <a:lnTo>
                  <a:pt x="662" y="3238"/>
                </a:lnTo>
                <a:cubicBezTo>
                  <a:pt x="662" y="3049"/>
                  <a:pt x="820" y="2891"/>
                  <a:pt x="1009" y="2891"/>
                </a:cubicBezTo>
                <a:close/>
                <a:moveTo>
                  <a:pt x="11059" y="2891"/>
                </a:moveTo>
                <a:cubicBezTo>
                  <a:pt x="11248" y="2891"/>
                  <a:pt x="11406" y="3049"/>
                  <a:pt x="11406" y="3238"/>
                </a:cubicBezTo>
                <a:lnTo>
                  <a:pt x="11406" y="4152"/>
                </a:lnTo>
                <a:cubicBezTo>
                  <a:pt x="11406" y="4624"/>
                  <a:pt x="11027" y="5002"/>
                  <a:pt x="10555" y="5002"/>
                </a:cubicBezTo>
                <a:lnTo>
                  <a:pt x="6774" y="5002"/>
                </a:lnTo>
                <a:cubicBezTo>
                  <a:pt x="7782" y="3679"/>
                  <a:pt x="9358" y="2891"/>
                  <a:pt x="11059" y="2891"/>
                </a:cubicBezTo>
                <a:close/>
                <a:moveTo>
                  <a:pt x="6018" y="5884"/>
                </a:moveTo>
                <a:lnTo>
                  <a:pt x="6365" y="6231"/>
                </a:lnTo>
                <a:lnTo>
                  <a:pt x="6365" y="6798"/>
                </a:lnTo>
                <a:cubicBezTo>
                  <a:pt x="6365" y="6987"/>
                  <a:pt x="6207" y="7145"/>
                  <a:pt x="6018" y="7145"/>
                </a:cubicBezTo>
                <a:cubicBezTo>
                  <a:pt x="5829" y="7145"/>
                  <a:pt x="5672" y="6987"/>
                  <a:pt x="5672" y="6798"/>
                </a:cubicBezTo>
                <a:lnTo>
                  <a:pt x="5672" y="6231"/>
                </a:lnTo>
                <a:lnTo>
                  <a:pt x="6018" y="5884"/>
                </a:lnTo>
                <a:close/>
                <a:moveTo>
                  <a:pt x="9893" y="5727"/>
                </a:moveTo>
                <a:cubicBezTo>
                  <a:pt x="10334" y="5727"/>
                  <a:pt x="10744" y="6105"/>
                  <a:pt x="10744" y="6578"/>
                </a:cubicBezTo>
                <a:lnTo>
                  <a:pt x="10744" y="6798"/>
                </a:lnTo>
                <a:lnTo>
                  <a:pt x="10712" y="6798"/>
                </a:lnTo>
                <a:cubicBezTo>
                  <a:pt x="10712" y="6987"/>
                  <a:pt x="10555" y="7145"/>
                  <a:pt x="10334" y="7145"/>
                </a:cubicBezTo>
                <a:cubicBezTo>
                  <a:pt x="9043" y="7145"/>
                  <a:pt x="7814" y="6641"/>
                  <a:pt x="6932" y="5727"/>
                </a:cubicBezTo>
                <a:close/>
                <a:moveTo>
                  <a:pt x="5136" y="5758"/>
                </a:moveTo>
                <a:cubicBezTo>
                  <a:pt x="4254" y="6672"/>
                  <a:pt x="3025" y="7176"/>
                  <a:pt x="1734" y="7176"/>
                </a:cubicBezTo>
                <a:cubicBezTo>
                  <a:pt x="1513" y="7145"/>
                  <a:pt x="1355" y="6987"/>
                  <a:pt x="1355" y="6798"/>
                </a:cubicBezTo>
                <a:lnTo>
                  <a:pt x="1355" y="6578"/>
                </a:lnTo>
                <a:cubicBezTo>
                  <a:pt x="1355" y="6357"/>
                  <a:pt x="1450" y="6168"/>
                  <a:pt x="1607" y="6010"/>
                </a:cubicBezTo>
                <a:cubicBezTo>
                  <a:pt x="1765" y="5853"/>
                  <a:pt x="1986" y="5758"/>
                  <a:pt x="2206" y="5758"/>
                </a:cubicBezTo>
                <a:close/>
                <a:moveTo>
                  <a:pt x="4616" y="1"/>
                </a:moveTo>
                <a:cubicBezTo>
                  <a:pt x="4522" y="1"/>
                  <a:pt x="4427" y="40"/>
                  <a:pt x="4348" y="119"/>
                </a:cubicBezTo>
                <a:cubicBezTo>
                  <a:pt x="4191" y="277"/>
                  <a:pt x="4191" y="466"/>
                  <a:pt x="4348" y="655"/>
                </a:cubicBezTo>
                <a:lnTo>
                  <a:pt x="4947" y="1222"/>
                </a:lnTo>
                <a:cubicBezTo>
                  <a:pt x="4726" y="1505"/>
                  <a:pt x="4600" y="1820"/>
                  <a:pt x="4600" y="2167"/>
                </a:cubicBezTo>
                <a:cubicBezTo>
                  <a:pt x="4600" y="2639"/>
                  <a:pt x="4821" y="3049"/>
                  <a:pt x="5199" y="3333"/>
                </a:cubicBezTo>
                <a:cubicBezTo>
                  <a:pt x="5105" y="3427"/>
                  <a:pt x="5073" y="3522"/>
                  <a:pt x="5042" y="3679"/>
                </a:cubicBezTo>
                <a:cubicBezTo>
                  <a:pt x="3939" y="2734"/>
                  <a:pt x="2521" y="2167"/>
                  <a:pt x="1040" y="2167"/>
                </a:cubicBezTo>
                <a:cubicBezTo>
                  <a:pt x="473" y="2167"/>
                  <a:pt x="1" y="2639"/>
                  <a:pt x="1" y="3238"/>
                </a:cubicBezTo>
                <a:lnTo>
                  <a:pt x="1" y="4152"/>
                </a:lnTo>
                <a:cubicBezTo>
                  <a:pt x="1" y="4845"/>
                  <a:pt x="410" y="5412"/>
                  <a:pt x="1009" y="5632"/>
                </a:cubicBezTo>
                <a:cubicBezTo>
                  <a:pt x="820" y="5916"/>
                  <a:pt x="694" y="6231"/>
                  <a:pt x="694" y="6578"/>
                </a:cubicBezTo>
                <a:lnTo>
                  <a:pt x="694" y="6798"/>
                </a:lnTo>
                <a:cubicBezTo>
                  <a:pt x="694" y="7365"/>
                  <a:pt x="1166" y="7838"/>
                  <a:pt x="1765" y="7838"/>
                </a:cubicBezTo>
                <a:cubicBezTo>
                  <a:pt x="2931" y="7838"/>
                  <a:pt x="4033" y="7491"/>
                  <a:pt x="4979" y="6830"/>
                </a:cubicBezTo>
                <a:cubicBezTo>
                  <a:pt x="4979" y="7271"/>
                  <a:pt x="5294" y="7649"/>
                  <a:pt x="5703" y="7806"/>
                </a:cubicBezTo>
                <a:lnTo>
                  <a:pt x="5703" y="11839"/>
                </a:lnTo>
                <a:cubicBezTo>
                  <a:pt x="5703" y="12028"/>
                  <a:pt x="5861" y="12185"/>
                  <a:pt x="6050" y="12185"/>
                </a:cubicBezTo>
                <a:cubicBezTo>
                  <a:pt x="6239" y="12185"/>
                  <a:pt x="6396" y="12028"/>
                  <a:pt x="6396" y="11839"/>
                </a:cubicBezTo>
                <a:lnTo>
                  <a:pt x="6396" y="7806"/>
                </a:lnTo>
                <a:cubicBezTo>
                  <a:pt x="6806" y="7649"/>
                  <a:pt x="7121" y="7302"/>
                  <a:pt x="7121" y="6830"/>
                </a:cubicBezTo>
                <a:cubicBezTo>
                  <a:pt x="8066" y="7491"/>
                  <a:pt x="9200" y="7838"/>
                  <a:pt x="10334" y="7838"/>
                </a:cubicBezTo>
                <a:cubicBezTo>
                  <a:pt x="10933" y="7838"/>
                  <a:pt x="11406" y="7365"/>
                  <a:pt x="11406" y="6798"/>
                </a:cubicBezTo>
                <a:lnTo>
                  <a:pt x="11406" y="6578"/>
                </a:lnTo>
                <a:cubicBezTo>
                  <a:pt x="11406" y="6231"/>
                  <a:pt x="11280" y="5916"/>
                  <a:pt x="11090" y="5632"/>
                </a:cubicBezTo>
                <a:cubicBezTo>
                  <a:pt x="11689" y="5443"/>
                  <a:pt x="12130" y="4845"/>
                  <a:pt x="12130" y="4152"/>
                </a:cubicBezTo>
                <a:lnTo>
                  <a:pt x="12130" y="3238"/>
                </a:lnTo>
                <a:cubicBezTo>
                  <a:pt x="12130" y="2639"/>
                  <a:pt x="11658" y="2167"/>
                  <a:pt x="11059" y="2167"/>
                </a:cubicBezTo>
                <a:cubicBezTo>
                  <a:pt x="9610" y="2167"/>
                  <a:pt x="8129" y="2734"/>
                  <a:pt x="7089" y="3679"/>
                </a:cubicBezTo>
                <a:cubicBezTo>
                  <a:pt x="7058" y="3553"/>
                  <a:pt x="6995" y="3427"/>
                  <a:pt x="6932" y="3333"/>
                </a:cubicBezTo>
                <a:cubicBezTo>
                  <a:pt x="7278" y="3049"/>
                  <a:pt x="7530" y="2639"/>
                  <a:pt x="7530" y="2167"/>
                </a:cubicBezTo>
                <a:cubicBezTo>
                  <a:pt x="7530" y="1820"/>
                  <a:pt x="7404" y="1505"/>
                  <a:pt x="7152" y="1222"/>
                </a:cubicBezTo>
                <a:lnTo>
                  <a:pt x="7751" y="655"/>
                </a:lnTo>
                <a:cubicBezTo>
                  <a:pt x="7908" y="466"/>
                  <a:pt x="7908" y="277"/>
                  <a:pt x="7751" y="119"/>
                </a:cubicBezTo>
                <a:cubicBezTo>
                  <a:pt x="7672" y="40"/>
                  <a:pt x="7586" y="1"/>
                  <a:pt x="7499" y="1"/>
                </a:cubicBezTo>
                <a:cubicBezTo>
                  <a:pt x="7412" y="1"/>
                  <a:pt x="7326" y="40"/>
                  <a:pt x="7247" y="119"/>
                </a:cubicBezTo>
                <a:lnTo>
                  <a:pt x="6522" y="844"/>
                </a:lnTo>
                <a:cubicBezTo>
                  <a:pt x="6365" y="812"/>
                  <a:pt x="6207" y="749"/>
                  <a:pt x="6050" y="749"/>
                </a:cubicBezTo>
                <a:cubicBezTo>
                  <a:pt x="5892" y="749"/>
                  <a:pt x="5735" y="812"/>
                  <a:pt x="5577" y="844"/>
                </a:cubicBezTo>
                <a:lnTo>
                  <a:pt x="4884" y="119"/>
                </a:lnTo>
                <a:cubicBezTo>
                  <a:pt x="4805" y="40"/>
                  <a:pt x="4711" y="1"/>
                  <a:pt x="46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5604" name="Google Shape;15604;p86"/>
          <p:cNvGrpSpPr/>
          <p:nvPr/>
        </p:nvGrpSpPr>
        <p:grpSpPr>
          <a:xfrm>
            <a:off x="1441487" y="2850904"/>
            <a:ext cx="416283" cy="473881"/>
            <a:chOff x="-20904875" y="2788575"/>
            <a:chExt cx="267775" cy="304825"/>
          </a:xfrm>
        </p:grpSpPr>
        <p:sp>
          <p:nvSpPr>
            <p:cNvPr id="15605" name="Google Shape;15605;p86"/>
            <p:cNvSpPr/>
            <p:nvPr/>
          </p:nvSpPr>
          <p:spPr>
            <a:xfrm>
              <a:off x="-20904875" y="2788575"/>
              <a:ext cx="267775" cy="304825"/>
            </a:xfrm>
            <a:custGeom>
              <a:avLst/>
              <a:gdLst/>
              <a:ahLst/>
              <a:cxnLst/>
              <a:rect l="l" t="t" r="r" b="b"/>
              <a:pathLst>
                <a:path w="10711" h="12193" extrusionOk="0">
                  <a:moveTo>
                    <a:pt x="5294" y="725"/>
                  </a:moveTo>
                  <a:cubicBezTo>
                    <a:pt x="5483" y="725"/>
                    <a:pt x="5640" y="882"/>
                    <a:pt x="5640" y="1103"/>
                  </a:cubicBezTo>
                  <a:lnTo>
                    <a:pt x="5640" y="1166"/>
                  </a:lnTo>
                  <a:cubicBezTo>
                    <a:pt x="5640" y="1373"/>
                    <a:pt x="5803" y="1512"/>
                    <a:pt x="5977" y="1512"/>
                  </a:cubicBezTo>
                  <a:cubicBezTo>
                    <a:pt x="6068" y="1512"/>
                    <a:pt x="6163" y="1473"/>
                    <a:pt x="6239" y="1387"/>
                  </a:cubicBezTo>
                  <a:lnTo>
                    <a:pt x="6270" y="1355"/>
                  </a:lnTo>
                  <a:cubicBezTo>
                    <a:pt x="6341" y="1284"/>
                    <a:pt x="6429" y="1252"/>
                    <a:pt x="6514" y="1252"/>
                  </a:cubicBezTo>
                  <a:cubicBezTo>
                    <a:pt x="6695" y="1252"/>
                    <a:pt x="6869" y="1393"/>
                    <a:pt x="6869" y="1607"/>
                  </a:cubicBezTo>
                  <a:cubicBezTo>
                    <a:pt x="6869" y="1765"/>
                    <a:pt x="6774" y="1828"/>
                    <a:pt x="6711" y="1922"/>
                  </a:cubicBezTo>
                  <a:cubicBezTo>
                    <a:pt x="6459" y="2143"/>
                    <a:pt x="6617" y="2489"/>
                    <a:pt x="6932" y="2489"/>
                  </a:cubicBezTo>
                  <a:lnTo>
                    <a:pt x="7026" y="2489"/>
                  </a:lnTo>
                  <a:cubicBezTo>
                    <a:pt x="7215" y="2489"/>
                    <a:pt x="7373" y="2678"/>
                    <a:pt x="7373" y="2867"/>
                  </a:cubicBezTo>
                  <a:cubicBezTo>
                    <a:pt x="7373" y="3056"/>
                    <a:pt x="7215" y="3214"/>
                    <a:pt x="7026" y="3214"/>
                  </a:cubicBezTo>
                  <a:lnTo>
                    <a:pt x="6932" y="3214"/>
                  </a:lnTo>
                  <a:cubicBezTo>
                    <a:pt x="6774" y="3214"/>
                    <a:pt x="6648" y="3277"/>
                    <a:pt x="6617" y="3466"/>
                  </a:cubicBezTo>
                  <a:cubicBezTo>
                    <a:pt x="6585" y="3560"/>
                    <a:pt x="6585" y="3718"/>
                    <a:pt x="6711" y="3844"/>
                  </a:cubicBezTo>
                  <a:lnTo>
                    <a:pt x="6743" y="3875"/>
                  </a:lnTo>
                  <a:cubicBezTo>
                    <a:pt x="6806" y="3970"/>
                    <a:pt x="6869" y="4033"/>
                    <a:pt x="6869" y="4127"/>
                  </a:cubicBezTo>
                  <a:cubicBezTo>
                    <a:pt x="6869" y="4334"/>
                    <a:pt x="6693" y="4473"/>
                    <a:pt x="6518" y="4473"/>
                  </a:cubicBezTo>
                  <a:cubicBezTo>
                    <a:pt x="6427" y="4473"/>
                    <a:pt x="6335" y="4435"/>
                    <a:pt x="6270" y="4348"/>
                  </a:cubicBezTo>
                  <a:lnTo>
                    <a:pt x="6239" y="4316"/>
                  </a:lnTo>
                  <a:cubicBezTo>
                    <a:pt x="6156" y="4234"/>
                    <a:pt x="6063" y="4199"/>
                    <a:pt x="5976" y="4199"/>
                  </a:cubicBezTo>
                  <a:cubicBezTo>
                    <a:pt x="5797" y="4199"/>
                    <a:pt x="5640" y="4346"/>
                    <a:pt x="5640" y="4537"/>
                  </a:cubicBezTo>
                  <a:lnTo>
                    <a:pt x="5640" y="4632"/>
                  </a:lnTo>
                  <a:cubicBezTo>
                    <a:pt x="5640" y="4821"/>
                    <a:pt x="5483" y="4978"/>
                    <a:pt x="5294" y="4978"/>
                  </a:cubicBezTo>
                  <a:cubicBezTo>
                    <a:pt x="5073" y="4978"/>
                    <a:pt x="4916" y="4821"/>
                    <a:pt x="4916" y="4632"/>
                  </a:cubicBezTo>
                  <a:lnTo>
                    <a:pt x="4916" y="4537"/>
                  </a:lnTo>
                  <a:cubicBezTo>
                    <a:pt x="4958" y="4346"/>
                    <a:pt x="4801" y="4213"/>
                    <a:pt x="4626" y="4213"/>
                  </a:cubicBezTo>
                  <a:cubicBezTo>
                    <a:pt x="4541" y="4213"/>
                    <a:pt x="4452" y="4244"/>
                    <a:pt x="4380" y="4316"/>
                  </a:cubicBezTo>
                  <a:lnTo>
                    <a:pt x="4349" y="4348"/>
                  </a:lnTo>
                  <a:cubicBezTo>
                    <a:pt x="4270" y="4427"/>
                    <a:pt x="4175" y="4466"/>
                    <a:pt x="4081" y="4466"/>
                  </a:cubicBezTo>
                  <a:cubicBezTo>
                    <a:pt x="3986" y="4466"/>
                    <a:pt x="3892" y="4427"/>
                    <a:pt x="3813" y="4348"/>
                  </a:cubicBezTo>
                  <a:cubicBezTo>
                    <a:pt x="3655" y="4190"/>
                    <a:pt x="3655" y="4001"/>
                    <a:pt x="3813" y="3844"/>
                  </a:cubicBezTo>
                  <a:lnTo>
                    <a:pt x="3876" y="3812"/>
                  </a:lnTo>
                  <a:cubicBezTo>
                    <a:pt x="4096" y="3560"/>
                    <a:pt x="3939" y="3214"/>
                    <a:pt x="3624" y="3214"/>
                  </a:cubicBezTo>
                  <a:lnTo>
                    <a:pt x="3561" y="3214"/>
                  </a:lnTo>
                  <a:cubicBezTo>
                    <a:pt x="3340" y="3214"/>
                    <a:pt x="3183" y="3056"/>
                    <a:pt x="3183" y="2867"/>
                  </a:cubicBezTo>
                  <a:cubicBezTo>
                    <a:pt x="3183" y="2678"/>
                    <a:pt x="3340" y="2489"/>
                    <a:pt x="3561" y="2489"/>
                  </a:cubicBezTo>
                  <a:lnTo>
                    <a:pt x="3624" y="2489"/>
                  </a:lnTo>
                  <a:cubicBezTo>
                    <a:pt x="3939" y="2489"/>
                    <a:pt x="4096" y="2111"/>
                    <a:pt x="3876" y="1922"/>
                  </a:cubicBezTo>
                  <a:cubicBezTo>
                    <a:pt x="3813" y="1891"/>
                    <a:pt x="3718" y="1796"/>
                    <a:pt x="3718" y="1607"/>
                  </a:cubicBezTo>
                  <a:cubicBezTo>
                    <a:pt x="3718" y="1393"/>
                    <a:pt x="3892" y="1252"/>
                    <a:pt x="4063" y="1252"/>
                  </a:cubicBezTo>
                  <a:cubicBezTo>
                    <a:pt x="4144" y="1252"/>
                    <a:pt x="4225" y="1284"/>
                    <a:pt x="4286" y="1355"/>
                  </a:cubicBezTo>
                  <a:lnTo>
                    <a:pt x="4349" y="1387"/>
                  </a:lnTo>
                  <a:cubicBezTo>
                    <a:pt x="4424" y="1473"/>
                    <a:pt x="4515" y="1512"/>
                    <a:pt x="4602" y="1512"/>
                  </a:cubicBezTo>
                  <a:cubicBezTo>
                    <a:pt x="4767" y="1512"/>
                    <a:pt x="4916" y="1373"/>
                    <a:pt x="4916" y="1166"/>
                  </a:cubicBezTo>
                  <a:lnTo>
                    <a:pt x="4916" y="1103"/>
                  </a:lnTo>
                  <a:cubicBezTo>
                    <a:pt x="4916" y="882"/>
                    <a:pt x="5073" y="725"/>
                    <a:pt x="5294" y="725"/>
                  </a:cubicBezTo>
                  <a:close/>
                  <a:moveTo>
                    <a:pt x="757" y="5766"/>
                  </a:moveTo>
                  <a:lnTo>
                    <a:pt x="757" y="5766"/>
                  </a:lnTo>
                  <a:cubicBezTo>
                    <a:pt x="1482" y="5892"/>
                    <a:pt x="2647" y="6144"/>
                    <a:pt x="3120" y="6648"/>
                  </a:cubicBezTo>
                  <a:cubicBezTo>
                    <a:pt x="3624" y="7152"/>
                    <a:pt x="3624" y="7498"/>
                    <a:pt x="3340" y="7908"/>
                  </a:cubicBezTo>
                  <a:lnTo>
                    <a:pt x="2616" y="7152"/>
                  </a:lnTo>
                  <a:cubicBezTo>
                    <a:pt x="2537" y="7073"/>
                    <a:pt x="2442" y="7034"/>
                    <a:pt x="2348" y="7034"/>
                  </a:cubicBezTo>
                  <a:cubicBezTo>
                    <a:pt x="2253" y="7034"/>
                    <a:pt x="2159" y="7073"/>
                    <a:pt x="2080" y="7152"/>
                  </a:cubicBezTo>
                  <a:cubicBezTo>
                    <a:pt x="1923" y="7309"/>
                    <a:pt x="1923" y="7498"/>
                    <a:pt x="2080" y="7656"/>
                  </a:cubicBezTo>
                  <a:lnTo>
                    <a:pt x="2836" y="8412"/>
                  </a:lnTo>
                  <a:cubicBezTo>
                    <a:pt x="2695" y="8515"/>
                    <a:pt x="2554" y="8575"/>
                    <a:pt x="2401" y="8575"/>
                  </a:cubicBezTo>
                  <a:cubicBezTo>
                    <a:pt x="2176" y="8575"/>
                    <a:pt x="1925" y="8446"/>
                    <a:pt x="1608" y="8129"/>
                  </a:cubicBezTo>
                  <a:cubicBezTo>
                    <a:pt x="1135" y="7656"/>
                    <a:pt x="883" y="6490"/>
                    <a:pt x="757" y="5766"/>
                  </a:cubicBezTo>
                  <a:close/>
                  <a:moveTo>
                    <a:pt x="9893" y="6459"/>
                  </a:moveTo>
                  <a:cubicBezTo>
                    <a:pt x="9799" y="7183"/>
                    <a:pt x="9578" y="8381"/>
                    <a:pt x="9074" y="8853"/>
                  </a:cubicBezTo>
                  <a:cubicBezTo>
                    <a:pt x="8805" y="9123"/>
                    <a:pt x="8570" y="9287"/>
                    <a:pt x="8321" y="9287"/>
                  </a:cubicBezTo>
                  <a:cubicBezTo>
                    <a:pt x="8162" y="9287"/>
                    <a:pt x="7998" y="9221"/>
                    <a:pt x="7814" y="9074"/>
                  </a:cubicBezTo>
                  <a:lnTo>
                    <a:pt x="8570" y="8349"/>
                  </a:lnTo>
                  <a:cubicBezTo>
                    <a:pt x="8728" y="8192"/>
                    <a:pt x="8728" y="7971"/>
                    <a:pt x="8570" y="7814"/>
                  </a:cubicBezTo>
                  <a:cubicBezTo>
                    <a:pt x="8491" y="7735"/>
                    <a:pt x="8397" y="7695"/>
                    <a:pt x="8302" y="7695"/>
                  </a:cubicBezTo>
                  <a:cubicBezTo>
                    <a:pt x="8208" y="7695"/>
                    <a:pt x="8113" y="7735"/>
                    <a:pt x="8035" y="7814"/>
                  </a:cubicBezTo>
                  <a:lnTo>
                    <a:pt x="7278" y="8570"/>
                  </a:lnTo>
                  <a:cubicBezTo>
                    <a:pt x="7026" y="8192"/>
                    <a:pt x="7026" y="7814"/>
                    <a:pt x="7531" y="7309"/>
                  </a:cubicBezTo>
                  <a:cubicBezTo>
                    <a:pt x="8003" y="6837"/>
                    <a:pt x="9169" y="6553"/>
                    <a:pt x="9893" y="6459"/>
                  </a:cubicBezTo>
                  <a:close/>
                  <a:moveTo>
                    <a:pt x="5357" y="0"/>
                  </a:moveTo>
                  <a:cubicBezTo>
                    <a:pt x="4979" y="0"/>
                    <a:pt x="4601" y="221"/>
                    <a:pt x="4412" y="536"/>
                  </a:cubicBezTo>
                  <a:cubicBezTo>
                    <a:pt x="4313" y="500"/>
                    <a:pt x="4206" y="482"/>
                    <a:pt x="4097" y="482"/>
                  </a:cubicBezTo>
                  <a:cubicBezTo>
                    <a:pt x="3826" y="482"/>
                    <a:pt x="3543" y="594"/>
                    <a:pt x="3340" y="819"/>
                  </a:cubicBezTo>
                  <a:cubicBezTo>
                    <a:pt x="3088" y="1103"/>
                    <a:pt x="2962" y="1513"/>
                    <a:pt x="3088" y="1891"/>
                  </a:cubicBezTo>
                  <a:cubicBezTo>
                    <a:pt x="2710" y="2080"/>
                    <a:pt x="2521" y="2426"/>
                    <a:pt x="2521" y="2836"/>
                  </a:cubicBezTo>
                  <a:cubicBezTo>
                    <a:pt x="2521" y="3214"/>
                    <a:pt x="2773" y="3560"/>
                    <a:pt x="3088" y="3781"/>
                  </a:cubicBezTo>
                  <a:cubicBezTo>
                    <a:pt x="2962" y="4127"/>
                    <a:pt x="3057" y="4569"/>
                    <a:pt x="3340" y="4821"/>
                  </a:cubicBezTo>
                  <a:cubicBezTo>
                    <a:pt x="3549" y="5030"/>
                    <a:pt x="3844" y="5153"/>
                    <a:pt x="4123" y="5153"/>
                  </a:cubicBezTo>
                  <a:cubicBezTo>
                    <a:pt x="4223" y="5153"/>
                    <a:pt x="4320" y="5137"/>
                    <a:pt x="4412" y="5104"/>
                  </a:cubicBezTo>
                  <a:cubicBezTo>
                    <a:pt x="4538" y="5325"/>
                    <a:pt x="4758" y="5545"/>
                    <a:pt x="5010" y="5608"/>
                  </a:cubicBezTo>
                  <a:lnTo>
                    <a:pt x="5010" y="9483"/>
                  </a:lnTo>
                  <a:lnTo>
                    <a:pt x="3907" y="8381"/>
                  </a:lnTo>
                  <a:cubicBezTo>
                    <a:pt x="4538" y="7593"/>
                    <a:pt x="4380" y="6837"/>
                    <a:pt x="3655" y="6144"/>
                  </a:cubicBezTo>
                  <a:cubicBezTo>
                    <a:pt x="2773" y="5230"/>
                    <a:pt x="505" y="5041"/>
                    <a:pt x="410" y="5041"/>
                  </a:cubicBezTo>
                  <a:cubicBezTo>
                    <a:pt x="158" y="5041"/>
                    <a:pt x="1" y="5199"/>
                    <a:pt x="1" y="5419"/>
                  </a:cubicBezTo>
                  <a:cubicBezTo>
                    <a:pt x="1" y="5482"/>
                    <a:pt x="190" y="7751"/>
                    <a:pt x="1104" y="8696"/>
                  </a:cubicBezTo>
                  <a:cubicBezTo>
                    <a:pt x="1517" y="9091"/>
                    <a:pt x="1951" y="9312"/>
                    <a:pt x="2382" y="9312"/>
                  </a:cubicBezTo>
                  <a:cubicBezTo>
                    <a:pt x="2706" y="9312"/>
                    <a:pt x="3029" y="9187"/>
                    <a:pt x="3340" y="8916"/>
                  </a:cubicBezTo>
                  <a:lnTo>
                    <a:pt x="4979" y="10554"/>
                  </a:lnTo>
                  <a:lnTo>
                    <a:pt x="4979" y="11500"/>
                  </a:lnTo>
                  <a:lnTo>
                    <a:pt x="2490" y="11500"/>
                  </a:lnTo>
                  <a:cubicBezTo>
                    <a:pt x="2301" y="11500"/>
                    <a:pt x="2143" y="11657"/>
                    <a:pt x="2143" y="11846"/>
                  </a:cubicBezTo>
                  <a:cubicBezTo>
                    <a:pt x="2143" y="12035"/>
                    <a:pt x="2301" y="12193"/>
                    <a:pt x="2490" y="12193"/>
                  </a:cubicBezTo>
                  <a:lnTo>
                    <a:pt x="8192" y="12193"/>
                  </a:lnTo>
                  <a:cubicBezTo>
                    <a:pt x="8381" y="12193"/>
                    <a:pt x="8539" y="12035"/>
                    <a:pt x="8539" y="11846"/>
                  </a:cubicBezTo>
                  <a:cubicBezTo>
                    <a:pt x="8539" y="11657"/>
                    <a:pt x="8381" y="11500"/>
                    <a:pt x="8192" y="11500"/>
                  </a:cubicBezTo>
                  <a:lnTo>
                    <a:pt x="5703" y="11500"/>
                  </a:lnTo>
                  <a:lnTo>
                    <a:pt x="5703" y="11248"/>
                  </a:lnTo>
                  <a:lnTo>
                    <a:pt x="7342" y="9641"/>
                  </a:lnTo>
                  <a:cubicBezTo>
                    <a:pt x="7677" y="9909"/>
                    <a:pt x="8000" y="10034"/>
                    <a:pt x="8317" y="10034"/>
                  </a:cubicBezTo>
                  <a:cubicBezTo>
                    <a:pt x="8746" y="10034"/>
                    <a:pt x="9162" y="9805"/>
                    <a:pt x="9578" y="9389"/>
                  </a:cubicBezTo>
                  <a:cubicBezTo>
                    <a:pt x="10492" y="8507"/>
                    <a:pt x="10681" y="6238"/>
                    <a:pt x="10681" y="6144"/>
                  </a:cubicBezTo>
                  <a:cubicBezTo>
                    <a:pt x="10710" y="5910"/>
                    <a:pt x="10550" y="5731"/>
                    <a:pt x="10376" y="5731"/>
                  </a:cubicBezTo>
                  <a:cubicBezTo>
                    <a:pt x="10362" y="5731"/>
                    <a:pt x="10348" y="5732"/>
                    <a:pt x="10334" y="5734"/>
                  </a:cubicBezTo>
                  <a:cubicBezTo>
                    <a:pt x="10240" y="5734"/>
                    <a:pt x="8003" y="5923"/>
                    <a:pt x="7058" y="6837"/>
                  </a:cubicBezTo>
                  <a:cubicBezTo>
                    <a:pt x="6333" y="7561"/>
                    <a:pt x="6176" y="8286"/>
                    <a:pt x="6806" y="9074"/>
                  </a:cubicBezTo>
                  <a:lnTo>
                    <a:pt x="5703" y="10176"/>
                  </a:lnTo>
                  <a:lnTo>
                    <a:pt x="5703" y="5608"/>
                  </a:lnTo>
                  <a:cubicBezTo>
                    <a:pt x="5955" y="5545"/>
                    <a:pt x="6176" y="5356"/>
                    <a:pt x="6302" y="5104"/>
                  </a:cubicBezTo>
                  <a:cubicBezTo>
                    <a:pt x="6401" y="5140"/>
                    <a:pt x="6508" y="5158"/>
                    <a:pt x="6616" y="5158"/>
                  </a:cubicBezTo>
                  <a:cubicBezTo>
                    <a:pt x="6888" y="5158"/>
                    <a:pt x="7170" y="5046"/>
                    <a:pt x="7373" y="4821"/>
                  </a:cubicBezTo>
                  <a:cubicBezTo>
                    <a:pt x="7562" y="4632"/>
                    <a:pt x="7688" y="4348"/>
                    <a:pt x="7688" y="4096"/>
                  </a:cubicBezTo>
                  <a:cubicBezTo>
                    <a:pt x="7688" y="3970"/>
                    <a:pt x="7688" y="3875"/>
                    <a:pt x="7657" y="3781"/>
                  </a:cubicBezTo>
                  <a:cubicBezTo>
                    <a:pt x="8003" y="3560"/>
                    <a:pt x="8192" y="3214"/>
                    <a:pt x="8192" y="2836"/>
                  </a:cubicBezTo>
                  <a:cubicBezTo>
                    <a:pt x="8192" y="2426"/>
                    <a:pt x="7972" y="2080"/>
                    <a:pt x="7657" y="1891"/>
                  </a:cubicBezTo>
                  <a:cubicBezTo>
                    <a:pt x="7751" y="1513"/>
                    <a:pt x="7688" y="1103"/>
                    <a:pt x="7373" y="819"/>
                  </a:cubicBezTo>
                  <a:cubicBezTo>
                    <a:pt x="7164" y="610"/>
                    <a:pt x="6869" y="487"/>
                    <a:pt x="6590" y="487"/>
                  </a:cubicBezTo>
                  <a:cubicBezTo>
                    <a:pt x="6491" y="487"/>
                    <a:pt x="6393" y="503"/>
                    <a:pt x="6302" y="536"/>
                  </a:cubicBezTo>
                  <a:cubicBezTo>
                    <a:pt x="6113" y="189"/>
                    <a:pt x="5766" y="0"/>
                    <a:pt x="53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606" name="Google Shape;15606;p86"/>
            <p:cNvSpPr/>
            <p:nvPr/>
          </p:nvSpPr>
          <p:spPr>
            <a:xfrm>
              <a:off x="-20788300" y="2842125"/>
              <a:ext cx="35475" cy="35475"/>
            </a:xfrm>
            <a:custGeom>
              <a:avLst/>
              <a:gdLst/>
              <a:ahLst/>
              <a:cxnLst/>
              <a:rect l="l" t="t" r="r" b="b"/>
              <a:pathLst>
                <a:path w="1419" h="1419" extrusionOk="0">
                  <a:moveTo>
                    <a:pt x="694" y="1"/>
                  </a:moveTo>
                  <a:cubicBezTo>
                    <a:pt x="316" y="1"/>
                    <a:pt x="1" y="316"/>
                    <a:pt x="1" y="725"/>
                  </a:cubicBezTo>
                  <a:cubicBezTo>
                    <a:pt x="1" y="1103"/>
                    <a:pt x="316" y="1418"/>
                    <a:pt x="694" y="1418"/>
                  </a:cubicBezTo>
                  <a:cubicBezTo>
                    <a:pt x="1040" y="1418"/>
                    <a:pt x="1418" y="1103"/>
                    <a:pt x="1418" y="725"/>
                  </a:cubicBezTo>
                  <a:cubicBezTo>
                    <a:pt x="1418" y="316"/>
                    <a:pt x="1103" y="1"/>
                    <a:pt x="6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607" name="Google Shape;15607;p86"/>
          <p:cNvGrpSpPr/>
          <p:nvPr/>
        </p:nvGrpSpPr>
        <p:grpSpPr>
          <a:xfrm>
            <a:off x="4381902" y="2275564"/>
            <a:ext cx="360045" cy="471471"/>
            <a:chOff x="-19006700" y="2434925"/>
            <a:chExt cx="231600" cy="303275"/>
          </a:xfrm>
        </p:grpSpPr>
        <p:sp>
          <p:nvSpPr>
            <p:cNvPr id="15608" name="Google Shape;15608;p86"/>
            <p:cNvSpPr/>
            <p:nvPr/>
          </p:nvSpPr>
          <p:spPr>
            <a:xfrm>
              <a:off x="-18906675" y="2552275"/>
              <a:ext cx="36275" cy="44150"/>
            </a:xfrm>
            <a:custGeom>
              <a:avLst/>
              <a:gdLst/>
              <a:ahLst/>
              <a:cxnLst/>
              <a:rect l="l" t="t" r="r" b="b"/>
              <a:pathLst>
                <a:path w="1451" h="1766" extrusionOk="0">
                  <a:moveTo>
                    <a:pt x="1000" y="0"/>
                  </a:moveTo>
                  <a:cubicBezTo>
                    <a:pt x="853" y="0"/>
                    <a:pt x="718" y="108"/>
                    <a:pt x="694" y="253"/>
                  </a:cubicBezTo>
                  <a:cubicBezTo>
                    <a:pt x="641" y="95"/>
                    <a:pt x="478" y="25"/>
                    <a:pt x="334" y="25"/>
                  </a:cubicBezTo>
                  <a:cubicBezTo>
                    <a:pt x="306" y="25"/>
                    <a:pt x="279" y="27"/>
                    <a:pt x="253" y="32"/>
                  </a:cubicBezTo>
                  <a:cubicBezTo>
                    <a:pt x="64" y="95"/>
                    <a:pt x="1" y="316"/>
                    <a:pt x="32" y="473"/>
                  </a:cubicBezTo>
                  <a:lnTo>
                    <a:pt x="284" y="1513"/>
                  </a:lnTo>
                  <a:cubicBezTo>
                    <a:pt x="347" y="1671"/>
                    <a:pt x="505" y="1765"/>
                    <a:pt x="663" y="1765"/>
                  </a:cubicBezTo>
                  <a:cubicBezTo>
                    <a:pt x="820" y="1765"/>
                    <a:pt x="946" y="1671"/>
                    <a:pt x="1009" y="1513"/>
                  </a:cubicBezTo>
                  <a:lnTo>
                    <a:pt x="1356" y="473"/>
                  </a:lnTo>
                  <a:cubicBezTo>
                    <a:pt x="1450" y="253"/>
                    <a:pt x="1324" y="64"/>
                    <a:pt x="1135" y="32"/>
                  </a:cubicBezTo>
                  <a:cubicBezTo>
                    <a:pt x="1091" y="10"/>
                    <a:pt x="1045" y="0"/>
                    <a:pt x="10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609" name="Google Shape;15609;p86"/>
            <p:cNvSpPr/>
            <p:nvPr/>
          </p:nvSpPr>
          <p:spPr>
            <a:xfrm>
              <a:off x="-18935800" y="2525500"/>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610" name="Google Shape;15610;p86"/>
            <p:cNvSpPr/>
            <p:nvPr/>
          </p:nvSpPr>
          <p:spPr>
            <a:xfrm>
              <a:off x="-18864125" y="2525500"/>
              <a:ext cx="18125" cy="17350"/>
            </a:xfrm>
            <a:custGeom>
              <a:avLst/>
              <a:gdLst/>
              <a:ahLst/>
              <a:cxnLst/>
              <a:rect l="l" t="t" r="r" b="b"/>
              <a:pathLst>
                <a:path w="725" h="694" extrusionOk="0">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611" name="Google Shape;15611;p86"/>
            <p:cNvSpPr/>
            <p:nvPr/>
          </p:nvSpPr>
          <p:spPr>
            <a:xfrm>
              <a:off x="-19006700" y="2434925"/>
              <a:ext cx="231600" cy="303275"/>
            </a:xfrm>
            <a:custGeom>
              <a:avLst/>
              <a:gdLst/>
              <a:ahLst/>
              <a:cxnLst/>
              <a:rect l="l" t="t" r="r" b="b"/>
              <a:pathLst>
                <a:path w="9264" h="12131" extrusionOk="0">
                  <a:moveTo>
                    <a:pt x="6302" y="757"/>
                  </a:moveTo>
                  <a:cubicBezTo>
                    <a:pt x="6774" y="851"/>
                    <a:pt x="7089" y="1292"/>
                    <a:pt x="7089" y="1765"/>
                  </a:cubicBezTo>
                  <a:lnTo>
                    <a:pt x="7089" y="2521"/>
                  </a:lnTo>
                  <a:cubicBezTo>
                    <a:pt x="6774" y="2269"/>
                    <a:pt x="6428" y="2175"/>
                    <a:pt x="6018" y="2175"/>
                  </a:cubicBezTo>
                  <a:cubicBezTo>
                    <a:pt x="5451" y="2175"/>
                    <a:pt x="4916" y="2427"/>
                    <a:pt x="4601" y="2868"/>
                  </a:cubicBezTo>
                  <a:cubicBezTo>
                    <a:pt x="4285" y="2427"/>
                    <a:pt x="3781" y="2175"/>
                    <a:pt x="3183" y="2175"/>
                  </a:cubicBezTo>
                  <a:cubicBezTo>
                    <a:pt x="2805" y="2175"/>
                    <a:pt x="2395" y="2269"/>
                    <a:pt x="2143" y="2521"/>
                  </a:cubicBezTo>
                  <a:lnTo>
                    <a:pt x="2143" y="1765"/>
                  </a:lnTo>
                  <a:cubicBezTo>
                    <a:pt x="2143" y="1261"/>
                    <a:pt x="2458" y="851"/>
                    <a:pt x="2931" y="757"/>
                  </a:cubicBezTo>
                  <a:cubicBezTo>
                    <a:pt x="3088" y="1135"/>
                    <a:pt x="3466" y="1418"/>
                    <a:pt x="3907" y="1418"/>
                  </a:cubicBezTo>
                  <a:lnTo>
                    <a:pt x="5325" y="1418"/>
                  </a:lnTo>
                  <a:cubicBezTo>
                    <a:pt x="5766" y="1418"/>
                    <a:pt x="6144" y="1135"/>
                    <a:pt x="6302" y="757"/>
                  </a:cubicBezTo>
                  <a:close/>
                  <a:moveTo>
                    <a:pt x="6050" y="2899"/>
                  </a:moveTo>
                  <a:cubicBezTo>
                    <a:pt x="6617" y="2899"/>
                    <a:pt x="7089" y="3372"/>
                    <a:pt x="7089" y="3970"/>
                  </a:cubicBezTo>
                  <a:lnTo>
                    <a:pt x="7089" y="4695"/>
                  </a:lnTo>
                  <a:cubicBezTo>
                    <a:pt x="7089" y="6050"/>
                    <a:pt x="5987" y="7152"/>
                    <a:pt x="4632" y="7152"/>
                  </a:cubicBezTo>
                  <a:cubicBezTo>
                    <a:pt x="3246" y="7152"/>
                    <a:pt x="2143" y="6050"/>
                    <a:pt x="2143" y="4695"/>
                  </a:cubicBezTo>
                  <a:lnTo>
                    <a:pt x="2143" y="3970"/>
                  </a:lnTo>
                  <a:cubicBezTo>
                    <a:pt x="2143" y="3372"/>
                    <a:pt x="2616" y="2899"/>
                    <a:pt x="3183" y="2899"/>
                  </a:cubicBezTo>
                  <a:cubicBezTo>
                    <a:pt x="3781" y="2899"/>
                    <a:pt x="4254" y="3372"/>
                    <a:pt x="4254" y="3970"/>
                  </a:cubicBezTo>
                  <a:cubicBezTo>
                    <a:pt x="4254" y="4159"/>
                    <a:pt x="4411" y="4317"/>
                    <a:pt x="4632" y="4317"/>
                  </a:cubicBezTo>
                  <a:cubicBezTo>
                    <a:pt x="4821" y="4317"/>
                    <a:pt x="4979" y="4159"/>
                    <a:pt x="4979" y="3970"/>
                  </a:cubicBezTo>
                  <a:cubicBezTo>
                    <a:pt x="4979" y="3372"/>
                    <a:pt x="5451" y="2899"/>
                    <a:pt x="6050" y="2899"/>
                  </a:cubicBezTo>
                  <a:close/>
                  <a:moveTo>
                    <a:pt x="7121" y="7152"/>
                  </a:moveTo>
                  <a:cubicBezTo>
                    <a:pt x="7909" y="7152"/>
                    <a:pt x="8539" y="7782"/>
                    <a:pt x="8539" y="8570"/>
                  </a:cubicBezTo>
                  <a:lnTo>
                    <a:pt x="8539" y="9956"/>
                  </a:lnTo>
                  <a:cubicBezTo>
                    <a:pt x="8129" y="9799"/>
                    <a:pt x="7846" y="9421"/>
                    <a:pt x="7846" y="8948"/>
                  </a:cubicBezTo>
                  <a:cubicBezTo>
                    <a:pt x="7846" y="8728"/>
                    <a:pt x="7688" y="8570"/>
                    <a:pt x="7499" y="8570"/>
                  </a:cubicBezTo>
                  <a:cubicBezTo>
                    <a:pt x="7278" y="8570"/>
                    <a:pt x="7121" y="8728"/>
                    <a:pt x="7121" y="8948"/>
                  </a:cubicBezTo>
                  <a:cubicBezTo>
                    <a:pt x="7121" y="9799"/>
                    <a:pt x="7751" y="10523"/>
                    <a:pt x="8539" y="10681"/>
                  </a:cubicBezTo>
                  <a:lnTo>
                    <a:pt x="8539" y="11405"/>
                  </a:lnTo>
                  <a:cubicBezTo>
                    <a:pt x="6963" y="11405"/>
                    <a:pt x="5703" y="10114"/>
                    <a:pt x="5703" y="8570"/>
                  </a:cubicBezTo>
                  <a:cubicBezTo>
                    <a:pt x="5703" y="7782"/>
                    <a:pt x="6333" y="7152"/>
                    <a:pt x="7121" y="7152"/>
                  </a:cubicBezTo>
                  <a:close/>
                  <a:moveTo>
                    <a:pt x="2868" y="7373"/>
                  </a:moveTo>
                  <a:cubicBezTo>
                    <a:pt x="3435" y="7719"/>
                    <a:pt x="4033" y="7908"/>
                    <a:pt x="4664" y="7908"/>
                  </a:cubicBezTo>
                  <a:cubicBezTo>
                    <a:pt x="4821" y="7908"/>
                    <a:pt x="4979" y="7908"/>
                    <a:pt x="5168" y="7877"/>
                  </a:cubicBezTo>
                  <a:lnTo>
                    <a:pt x="5168" y="7877"/>
                  </a:lnTo>
                  <a:cubicBezTo>
                    <a:pt x="5073" y="8097"/>
                    <a:pt x="5042" y="8349"/>
                    <a:pt x="5042" y="8633"/>
                  </a:cubicBezTo>
                  <a:cubicBezTo>
                    <a:pt x="5042" y="9799"/>
                    <a:pt x="5609" y="10838"/>
                    <a:pt x="6459" y="11468"/>
                  </a:cubicBezTo>
                  <a:lnTo>
                    <a:pt x="5357" y="11468"/>
                  </a:lnTo>
                  <a:cubicBezTo>
                    <a:pt x="3970" y="11468"/>
                    <a:pt x="2868" y="10334"/>
                    <a:pt x="2868" y="8980"/>
                  </a:cubicBezTo>
                  <a:lnTo>
                    <a:pt x="2868" y="7373"/>
                  </a:lnTo>
                  <a:close/>
                  <a:moveTo>
                    <a:pt x="3246" y="1"/>
                  </a:moveTo>
                  <a:cubicBezTo>
                    <a:pt x="2238" y="1"/>
                    <a:pt x="1450" y="788"/>
                    <a:pt x="1450" y="1765"/>
                  </a:cubicBezTo>
                  <a:lnTo>
                    <a:pt x="1450" y="4695"/>
                  </a:lnTo>
                  <a:cubicBezTo>
                    <a:pt x="1450" y="5420"/>
                    <a:pt x="1734" y="6144"/>
                    <a:pt x="2175" y="6680"/>
                  </a:cubicBezTo>
                  <a:lnTo>
                    <a:pt x="2175" y="8948"/>
                  </a:lnTo>
                  <a:cubicBezTo>
                    <a:pt x="2175" y="9956"/>
                    <a:pt x="2647" y="10838"/>
                    <a:pt x="3340" y="11405"/>
                  </a:cubicBezTo>
                  <a:lnTo>
                    <a:pt x="2017" y="11405"/>
                  </a:lnTo>
                  <a:lnTo>
                    <a:pt x="1387" y="10208"/>
                  </a:lnTo>
                  <a:cubicBezTo>
                    <a:pt x="1319" y="10094"/>
                    <a:pt x="1184" y="10013"/>
                    <a:pt x="1055" y="10013"/>
                  </a:cubicBezTo>
                  <a:cubicBezTo>
                    <a:pt x="1006" y="10013"/>
                    <a:pt x="958" y="10025"/>
                    <a:pt x="914" y="10051"/>
                  </a:cubicBezTo>
                  <a:cubicBezTo>
                    <a:pt x="757" y="10114"/>
                    <a:pt x="662" y="10366"/>
                    <a:pt x="757" y="10523"/>
                  </a:cubicBezTo>
                  <a:lnTo>
                    <a:pt x="1229" y="11405"/>
                  </a:lnTo>
                  <a:lnTo>
                    <a:pt x="347" y="11405"/>
                  </a:lnTo>
                  <a:cubicBezTo>
                    <a:pt x="158" y="11405"/>
                    <a:pt x="1" y="11563"/>
                    <a:pt x="1" y="11783"/>
                  </a:cubicBezTo>
                  <a:cubicBezTo>
                    <a:pt x="1" y="11973"/>
                    <a:pt x="158" y="12130"/>
                    <a:pt x="347" y="12130"/>
                  </a:cubicBezTo>
                  <a:lnTo>
                    <a:pt x="8917" y="12130"/>
                  </a:lnTo>
                  <a:cubicBezTo>
                    <a:pt x="9106" y="12130"/>
                    <a:pt x="9263" y="11973"/>
                    <a:pt x="9263" y="11783"/>
                  </a:cubicBezTo>
                  <a:lnTo>
                    <a:pt x="9263" y="8633"/>
                  </a:lnTo>
                  <a:cubicBezTo>
                    <a:pt x="9263" y="7467"/>
                    <a:pt x="8381" y="6585"/>
                    <a:pt x="7278" y="6459"/>
                  </a:cubicBezTo>
                  <a:cubicBezTo>
                    <a:pt x="7657" y="5955"/>
                    <a:pt x="7846" y="5325"/>
                    <a:pt x="7846" y="4695"/>
                  </a:cubicBezTo>
                  <a:lnTo>
                    <a:pt x="7846" y="1765"/>
                  </a:lnTo>
                  <a:cubicBezTo>
                    <a:pt x="7846" y="788"/>
                    <a:pt x="7058" y="1"/>
                    <a:pt x="6081" y="1"/>
                  </a:cubicBezTo>
                  <a:cubicBezTo>
                    <a:pt x="5861" y="1"/>
                    <a:pt x="5703" y="158"/>
                    <a:pt x="5703" y="347"/>
                  </a:cubicBezTo>
                  <a:cubicBezTo>
                    <a:pt x="5703" y="536"/>
                    <a:pt x="5546" y="694"/>
                    <a:pt x="5357" y="694"/>
                  </a:cubicBezTo>
                  <a:lnTo>
                    <a:pt x="3939" y="694"/>
                  </a:lnTo>
                  <a:cubicBezTo>
                    <a:pt x="3750" y="694"/>
                    <a:pt x="3592" y="536"/>
                    <a:pt x="3592" y="347"/>
                  </a:cubicBezTo>
                  <a:cubicBezTo>
                    <a:pt x="3592" y="158"/>
                    <a:pt x="3435" y="1"/>
                    <a:pt x="32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5612" name="Google Shape;15612;p86"/>
          <p:cNvSpPr/>
          <p:nvPr/>
        </p:nvSpPr>
        <p:spPr>
          <a:xfrm>
            <a:off x="4324435" y="2851728"/>
            <a:ext cx="472676" cy="472676"/>
          </a:xfrm>
          <a:custGeom>
            <a:avLst/>
            <a:gdLst/>
            <a:ahLst/>
            <a:cxnLst/>
            <a:rect l="l" t="t" r="r" b="b"/>
            <a:pathLst>
              <a:path w="12162" h="12162" extrusionOk="0">
                <a:moveTo>
                  <a:pt x="1072" y="3561"/>
                </a:moveTo>
                <a:cubicBezTo>
                  <a:pt x="1229" y="3561"/>
                  <a:pt x="1418" y="3813"/>
                  <a:pt x="1418" y="4254"/>
                </a:cubicBezTo>
                <a:cubicBezTo>
                  <a:pt x="1418" y="4695"/>
                  <a:pt x="1229" y="4979"/>
                  <a:pt x="1072" y="4979"/>
                </a:cubicBezTo>
                <a:cubicBezTo>
                  <a:pt x="914" y="4979"/>
                  <a:pt x="694" y="4695"/>
                  <a:pt x="694" y="4254"/>
                </a:cubicBezTo>
                <a:cubicBezTo>
                  <a:pt x="694" y="3813"/>
                  <a:pt x="914" y="3561"/>
                  <a:pt x="1072" y="3561"/>
                </a:cubicBezTo>
                <a:close/>
                <a:moveTo>
                  <a:pt x="4632" y="3561"/>
                </a:moveTo>
                <a:cubicBezTo>
                  <a:pt x="4821" y="3561"/>
                  <a:pt x="5010" y="3813"/>
                  <a:pt x="5010" y="4254"/>
                </a:cubicBezTo>
                <a:cubicBezTo>
                  <a:pt x="5010" y="4695"/>
                  <a:pt x="4758" y="4979"/>
                  <a:pt x="4632" y="4979"/>
                </a:cubicBezTo>
                <a:cubicBezTo>
                  <a:pt x="4474" y="4979"/>
                  <a:pt x="4285" y="4695"/>
                  <a:pt x="4285" y="4254"/>
                </a:cubicBezTo>
                <a:cubicBezTo>
                  <a:pt x="4285" y="3813"/>
                  <a:pt x="4474" y="3561"/>
                  <a:pt x="4632" y="3561"/>
                </a:cubicBezTo>
                <a:close/>
                <a:moveTo>
                  <a:pt x="2836" y="2080"/>
                </a:moveTo>
                <a:cubicBezTo>
                  <a:pt x="3466" y="2080"/>
                  <a:pt x="4065" y="2395"/>
                  <a:pt x="4443" y="2836"/>
                </a:cubicBezTo>
                <a:cubicBezTo>
                  <a:pt x="3939" y="2962"/>
                  <a:pt x="3529" y="3498"/>
                  <a:pt x="3529" y="4254"/>
                </a:cubicBezTo>
                <a:cubicBezTo>
                  <a:pt x="3529" y="4979"/>
                  <a:pt x="3939" y="5546"/>
                  <a:pt x="4443" y="5672"/>
                </a:cubicBezTo>
                <a:cubicBezTo>
                  <a:pt x="4065" y="6113"/>
                  <a:pt x="3466" y="6428"/>
                  <a:pt x="2836" y="6428"/>
                </a:cubicBezTo>
                <a:cubicBezTo>
                  <a:pt x="2206" y="6428"/>
                  <a:pt x="1607" y="6144"/>
                  <a:pt x="1229" y="5672"/>
                </a:cubicBezTo>
                <a:cubicBezTo>
                  <a:pt x="1733" y="5546"/>
                  <a:pt x="2143" y="5010"/>
                  <a:pt x="2143" y="4254"/>
                </a:cubicBezTo>
                <a:cubicBezTo>
                  <a:pt x="2143" y="3561"/>
                  <a:pt x="1733" y="2962"/>
                  <a:pt x="1229" y="2836"/>
                </a:cubicBezTo>
                <a:cubicBezTo>
                  <a:pt x="1607" y="2395"/>
                  <a:pt x="2206" y="2080"/>
                  <a:pt x="2836" y="2080"/>
                </a:cubicBezTo>
                <a:close/>
                <a:moveTo>
                  <a:pt x="11090" y="6459"/>
                </a:moveTo>
                <a:cubicBezTo>
                  <a:pt x="11311" y="6459"/>
                  <a:pt x="11468" y="6617"/>
                  <a:pt x="11468" y="6806"/>
                </a:cubicBezTo>
                <a:cubicBezTo>
                  <a:pt x="11468" y="7027"/>
                  <a:pt x="11311" y="7184"/>
                  <a:pt x="11090" y="7184"/>
                </a:cubicBezTo>
                <a:cubicBezTo>
                  <a:pt x="10901" y="7184"/>
                  <a:pt x="10744" y="7027"/>
                  <a:pt x="10744" y="6806"/>
                </a:cubicBezTo>
                <a:cubicBezTo>
                  <a:pt x="10744" y="6617"/>
                  <a:pt x="10901" y="6459"/>
                  <a:pt x="11090" y="6459"/>
                </a:cubicBezTo>
                <a:close/>
                <a:moveTo>
                  <a:pt x="4222" y="6774"/>
                </a:moveTo>
                <a:cubicBezTo>
                  <a:pt x="4254" y="6901"/>
                  <a:pt x="4285" y="7058"/>
                  <a:pt x="4285" y="7184"/>
                </a:cubicBezTo>
                <a:cubicBezTo>
                  <a:pt x="4285" y="7972"/>
                  <a:pt x="3655" y="8602"/>
                  <a:pt x="2868" y="8602"/>
                </a:cubicBezTo>
                <a:cubicBezTo>
                  <a:pt x="2080" y="8539"/>
                  <a:pt x="1418" y="7909"/>
                  <a:pt x="1418" y="7121"/>
                </a:cubicBezTo>
                <a:cubicBezTo>
                  <a:pt x="1418" y="7027"/>
                  <a:pt x="1418" y="6901"/>
                  <a:pt x="1450" y="6774"/>
                </a:cubicBezTo>
                <a:cubicBezTo>
                  <a:pt x="1859" y="7027"/>
                  <a:pt x="2332" y="7121"/>
                  <a:pt x="2836" y="7121"/>
                </a:cubicBezTo>
                <a:cubicBezTo>
                  <a:pt x="3340" y="7121"/>
                  <a:pt x="3813" y="7027"/>
                  <a:pt x="4222" y="6774"/>
                </a:cubicBezTo>
                <a:close/>
                <a:moveTo>
                  <a:pt x="10744" y="7877"/>
                </a:moveTo>
                <a:cubicBezTo>
                  <a:pt x="11153" y="7877"/>
                  <a:pt x="11468" y="8192"/>
                  <a:pt x="11468" y="8602"/>
                </a:cubicBezTo>
                <a:cubicBezTo>
                  <a:pt x="11468" y="8980"/>
                  <a:pt x="11153" y="9295"/>
                  <a:pt x="10744" y="9295"/>
                </a:cubicBezTo>
                <a:cubicBezTo>
                  <a:pt x="10618" y="8917"/>
                  <a:pt x="10397" y="8539"/>
                  <a:pt x="10114" y="8287"/>
                </a:cubicBezTo>
                <a:cubicBezTo>
                  <a:pt x="10240" y="8035"/>
                  <a:pt x="10492" y="7877"/>
                  <a:pt x="10744" y="7877"/>
                </a:cubicBezTo>
                <a:close/>
                <a:moveTo>
                  <a:pt x="8979" y="8539"/>
                </a:moveTo>
                <a:cubicBezTo>
                  <a:pt x="9578" y="8539"/>
                  <a:pt x="10051" y="9011"/>
                  <a:pt x="10051" y="9610"/>
                </a:cubicBezTo>
                <a:cubicBezTo>
                  <a:pt x="10051" y="10240"/>
                  <a:pt x="9578" y="10713"/>
                  <a:pt x="8979" y="10713"/>
                </a:cubicBezTo>
                <a:cubicBezTo>
                  <a:pt x="8822" y="10713"/>
                  <a:pt x="8664" y="10681"/>
                  <a:pt x="8538" y="10650"/>
                </a:cubicBezTo>
                <a:cubicBezTo>
                  <a:pt x="8570" y="10429"/>
                  <a:pt x="8633" y="10240"/>
                  <a:pt x="8633" y="10019"/>
                </a:cubicBezTo>
                <a:cubicBezTo>
                  <a:pt x="8633" y="9578"/>
                  <a:pt x="8507" y="9169"/>
                  <a:pt x="8255" y="8822"/>
                </a:cubicBezTo>
                <a:cubicBezTo>
                  <a:pt x="8475" y="8665"/>
                  <a:pt x="8696" y="8539"/>
                  <a:pt x="8979" y="8539"/>
                </a:cubicBezTo>
                <a:close/>
                <a:moveTo>
                  <a:pt x="4852" y="8003"/>
                </a:moveTo>
                <a:cubicBezTo>
                  <a:pt x="5356" y="8224"/>
                  <a:pt x="5734" y="8759"/>
                  <a:pt x="5734" y="9326"/>
                </a:cubicBezTo>
                <a:cubicBezTo>
                  <a:pt x="5734" y="10114"/>
                  <a:pt x="5104" y="10744"/>
                  <a:pt x="4317" y="10744"/>
                </a:cubicBezTo>
                <a:cubicBezTo>
                  <a:pt x="3529" y="10713"/>
                  <a:pt x="2868" y="10083"/>
                  <a:pt x="2868" y="9295"/>
                </a:cubicBezTo>
                <a:cubicBezTo>
                  <a:pt x="3781" y="9295"/>
                  <a:pt x="4537" y="8759"/>
                  <a:pt x="4852" y="8003"/>
                </a:cubicBezTo>
                <a:close/>
                <a:moveTo>
                  <a:pt x="6459" y="8633"/>
                </a:moveTo>
                <a:cubicBezTo>
                  <a:pt x="7247" y="8633"/>
                  <a:pt x="7877" y="9263"/>
                  <a:pt x="7877" y="10051"/>
                </a:cubicBezTo>
                <a:cubicBezTo>
                  <a:pt x="7877" y="10807"/>
                  <a:pt x="7247" y="11469"/>
                  <a:pt x="6459" y="11469"/>
                </a:cubicBezTo>
                <a:cubicBezTo>
                  <a:pt x="6113" y="11469"/>
                  <a:pt x="5734" y="11343"/>
                  <a:pt x="5514" y="11122"/>
                </a:cubicBezTo>
                <a:cubicBezTo>
                  <a:pt x="6113" y="10713"/>
                  <a:pt x="6459" y="10083"/>
                  <a:pt x="6459" y="9326"/>
                </a:cubicBezTo>
                <a:cubicBezTo>
                  <a:pt x="6459" y="9106"/>
                  <a:pt x="6428" y="8854"/>
                  <a:pt x="6333" y="8633"/>
                </a:cubicBezTo>
                <a:close/>
                <a:moveTo>
                  <a:pt x="1418" y="1"/>
                </a:moveTo>
                <a:cubicBezTo>
                  <a:pt x="631" y="1"/>
                  <a:pt x="1" y="631"/>
                  <a:pt x="1" y="1419"/>
                </a:cubicBezTo>
                <a:cubicBezTo>
                  <a:pt x="1" y="1891"/>
                  <a:pt x="221" y="2269"/>
                  <a:pt x="599" y="2553"/>
                </a:cubicBezTo>
                <a:cubicBezTo>
                  <a:pt x="221" y="3025"/>
                  <a:pt x="1" y="3624"/>
                  <a:pt x="1" y="4254"/>
                </a:cubicBezTo>
                <a:cubicBezTo>
                  <a:pt x="1" y="5042"/>
                  <a:pt x="316" y="5798"/>
                  <a:pt x="851" y="6302"/>
                </a:cubicBezTo>
                <a:cubicBezTo>
                  <a:pt x="757" y="6554"/>
                  <a:pt x="694" y="6806"/>
                  <a:pt x="694" y="7090"/>
                </a:cubicBezTo>
                <a:cubicBezTo>
                  <a:pt x="694" y="8035"/>
                  <a:pt x="1324" y="8822"/>
                  <a:pt x="2174" y="9137"/>
                </a:cubicBezTo>
                <a:lnTo>
                  <a:pt x="2174" y="9263"/>
                </a:lnTo>
                <a:cubicBezTo>
                  <a:pt x="2174" y="10429"/>
                  <a:pt x="3151" y="11437"/>
                  <a:pt x="4317" y="11437"/>
                </a:cubicBezTo>
                <a:cubicBezTo>
                  <a:pt x="4474" y="11437"/>
                  <a:pt x="4695" y="11374"/>
                  <a:pt x="4852" y="11374"/>
                </a:cubicBezTo>
                <a:cubicBezTo>
                  <a:pt x="5230" y="11847"/>
                  <a:pt x="5829" y="12162"/>
                  <a:pt x="6491" y="12162"/>
                </a:cubicBezTo>
                <a:cubicBezTo>
                  <a:pt x="7215" y="12162"/>
                  <a:pt x="7845" y="11815"/>
                  <a:pt x="8223" y="11311"/>
                </a:cubicBezTo>
                <a:cubicBezTo>
                  <a:pt x="8475" y="11437"/>
                  <a:pt x="8727" y="11469"/>
                  <a:pt x="8979" y="11469"/>
                </a:cubicBezTo>
                <a:cubicBezTo>
                  <a:pt x="9830" y="11469"/>
                  <a:pt x="10555" y="10839"/>
                  <a:pt x="10712" y="10051"/>
                </a:cubicBezTo>
                <a:lnTo>
                  <a:pt x="10744" y="10051"/>
                </a:lnTo>
                <a:cubicBezTo>
                  <a:pt x="11531" y="10051"/>
                  <a:pt x="12161" y="9421"/>
                  <a:pt x="12161" y="8633"/>
                </a:cubicBezTo>
                <a:cubicBezTo>
                  <a:pt x="12161" y="8287"/>
                  <a:pt x="12004" y="7909"/>
                  <a:pt x="11783" y="7657"/>
                </a:cubicBezTo>
                <a:cubicBezTo>
                  <a:pt x="12004" y="7436"/>
                  <a:pt x="12161" y="7121"/>
                  <a:pt x="12161" y="6806"/>
                </a:cubicBezTo>
                <a:cubicBezTo>
                  <a:pt x="12161" y="6239"/>
                  <a:pt x="11689" y="5766"/>
                  <a:pt x="11090" y="5766"/>
                </a:cubicBezTo>
                <a:cubicBezTo>
                  <a:pt x="10523" y="5766"/>
                  <a:pt x="10051" y="6239"/>
                  <a:pt x="10051" y="6806"/>
                </a:cubicBezTo>
                <a:cubicBezTo>
                  <a:pt x="10051" y="6964"/>
                  <a:pt x="10082" y="7184"/>
                  <a:pt x="10145" y="7279"/>
                </a:cubicBezTo>
                <a:cubicBezTo>
                  <a:pt x="10051" y="7342"/>
                  <a:pt x="9925" y="7405"/>
                  <a:pt x="9799" y="7531"/>
                </a:cubicBezTo>
                <a:cubicBezTo>
                  <a:pt x="9641" y="7657"/>
                  <a:pt x="9515" y="7783"/>
                  <a:pt x="9452" y="7940"/>
                </a:cubicBezTo>
                <a:cubicBezTo>
                  <a:pt x="9295" y="7909"/>
                  <a:pt x="9137" y="7877"/>
                  <a:pt x="8948" y="7877"/>
                </a:cubicBezTo>
                <a:cubicBezTo>
                  <a:pt x="8507" y="7877"/>
                  <a:pt x="8066" y="8035"/>
                  <a:pt x="7751" y="8318"/>
                </a:cubicBezTo>
                <a:cubicBezTo>
                  <a:pt x="7404" y="8035"/>
                  <a:pt x="6932" y="7877"/>
                  <a:pt x="6459" y="7877"/>
                </a:cubicBezTo>
                <a:cubicBezTo>
                  <a:pt x="6302" y="7877"/>
                  <a:pt x="6113" y="7909"/>
                  <a:pt x="5955" y="7909"/>
                </a:cubicBezTo>
                <a:cubicBezTo>
                  <a:pt x="5703" y="7594"/>
                  <a:pt x="5356" y="7373"/>
                  <a:pt x="5010" y="7247"/>
                </a:cubicBezTo>
                <a:lnTo>
                  <a:pt x="5010" y="7121"/>
                </a:lnTo>
                <a:cubicBezTo>
                  <a:pt x="5010" y="6869"/>
                  <a:pt x="4915" y="6585"/>
                  <a:pt x="4789" y="6302"/>
                </a:cubicBezTo>
                <a:cubicBezTo>
                  <a:pt x="5356" y="5798"/>
                  <a:pt x="5671" y="5042"/>
                  <a:pt x="5671" y="4254"/>
                </a:cubicBezTo>
                <a:cubicBezTo>
                  <a:pt x="5671" y="3624"/>
                  <a:pt x="5482" y="3025"/>
                  <a:pt x="5073" y="2553"/>
                </a:cubicBezTo>
                <a:cubicBezTo>
                  <a:pt x="5419" y="2301"/>
                  <a:pt x="5671" y="1891"/>
                  <a:pt x="5671" y="1419"/>
                </a:cubicBezTo>
                <a:cubicBezTo>
                  <a:pt x="5671" y="631"/>
                  <a:pt x="5041" y="1"/>
                  <a:pt x="4254" y="1"/>
                </a:cubicBezTo>
                <a:cubicBezTo>
                  <a:pt x="4065" y="1"/>
                  <a:pt x="3907" y="158"/>
                  <a:pt x="3907" y="348"/>
                </a:cubicBezTo>
                <a:cubicBezTo>
                  <a:pt x="3907" y="568"/>
                  <a:pt x="4065" y="726"/>
                  <a:pt x="4254" y="726"/>
                </a:cubicBezTo>
                <a:cubicBezTo>
                  <a:pt x="4632" y="726"/>
                  <a:pt x="4947" y="1041"/>
                  <a:pt x="4947" y="1419"/>
                </a:cubicBezTo>
                <a:cubicBezTo>
                  <a:pt x="4947" y="1702"/>
                  <a:pt x="4789" y="1923"/>
                  <a:pt x="4600" y="2049"/>
                </a:cubicBezTo>
                <a:cubicBezTo>
                  <a:pt x="4128" y="1671"/>
                  <a:pt x="3498" y="1419"/>
                  <a:pt x="2836" y="1419"/>
                </a:cubicBezTo>
                <a:cubicBezTo>
                  <a:pt x="2174" y="1419"/>
                  <a:pt x="1544" y="1671"/>
                  <a:pt x="1072" y="2049"/>
                </a:cubicBezTo>
                <a:cubicBezTo>
                  <a:pt x="820" y="1923"/>
                  <a:pt x="694" y="1702"/>
                  <a:pt x="694" y="1419"/>
                </a:cubicBezTo>
                <a:cubicBezTo>
                  <a:pt x="694" y="1041"/>
                  <a:pt x="1009" y="726"/>
                  <a:pt x="1418" y="726"/>
                </a:cubicBezTo>
                <a:cubicBezTo>
                  <a:pt x="1607" y="726"/>
                  <a:pt x="1765" y="568"/>
                  <a:pt x="1765" y="348"/>
                </a:cubicBezTo>
                <a:cubicBezTo>
                  <a:pt x="1765" y="158"/>
                  <a:pt x="1607"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613" name="Google Shape;15613;p86"/>
          <p:cNvSpPr/>
          <p:nvPr/>
        </p:nvSpPr>
        <p:spPr>
          <a:xfrm>
            <a:off x="7288844" y="1688478"/>
            <a:ext cx="415117" cy="473881"/>
          </a:xfrm>
          <a:custGeom>
            <a:avLst/>
            <a:gdLst/>
            <a:ahLst/>
            <a:cxnLst/>
            <a:rect l="l" t="t" r="r" b="b"/>
            <a:pathLst>
              <a:path w="10681" h="12193" extrusionOk="0">
                <a:moveTo>
                  <a:pt x="8475" y="693"/>
                </a:moveTo>
                <a:cubicBezTo>
                  <a:pt x="8318" y="1513"/>
                  <a:pt x="7562" y="2111"/>
                  <a:pt x="6742" y="2111"/>
                </a:cubicBezTo>
                <a:cubicBezTo>
                  <a:pt x="6333" y="2111"/>
                  <a:pt x="5986" y="2237"/>
                  <a:pt x="5671" y="2426"/>
                </a:cubicBezTo>
                <a:lnTo>
                  <a:pt x="5671" y="1765"/>
                </a:lnTo>
                <a:cubicBezTo>
                  <a:pt x="5671" y="1166"/>
                  <a:pt x="6144" y="693"/>
                  <a:pt x="6742" y="693"/>
                </a:cubicBezTo>
                <a:close/>
                <a:moveTo>
                  <a:pt x="7089" y="4285"/>
                </a:moveTo>
                <a:cubicBezTo>
                  <a:pt x="8853" y="4285"/>
                  <a:pt x="9924" y="5356"/>
                  <a:pt x="9924" y="7120"/>
                </a:cubicBezTo>
                <a:cubicBezTo>
                  <a:pt x="9956" y="8129"/>
                  <a:pt x="9609" y="9231"/>
                  <a:pt x="9074" y="10082"/>
                </a:cubicBezTo>
                <a:cubicBezTo>
                  <a:pt x="8507" y="10933"/>
                  <a:pt x="7814" y="11405"/>
                  <a:pt x="7089" y="11405"/>
                </a:cubicBezTo>
                <a:cubicBezTo>
                  <a:pt x="6931" y="11405"/>
                  <a:pt x="6774" y="11374"/>
                  <a:pt x="6648" y="11342"/>
                </a:cubicBezTo>
                <a:cubicBezTo>
                  <a:pt x="6238" y="11216"/>
                  <a:pt x="5766" y="11122"/>
                  <a:pt x="5325" y="11122"/>
                </a:cubicBezTo>
                <a:cubicBezTo>
                  <a:pt x="4884" y="11122"/>
                  <a:pt x="4411" y="11216"/>
                  <a:pt x="3970" y="11342"/>
                </a:cubicBezTo>
                <a:cubicBezTo>
                  <a:pt x="3812" y="11374"/>
                  <a:pt x="3655" y="11405"/>
                  <a:pt x="3560" y="11405"/>
                </a:cubicBezTo>
                <a:cubicBezTo>
                  <a:pt x="2836" y="11405"/>
                  <a:pt x="2143" y="10901"/>
                  <a:pt x="1576" y="10082"/>
                </a:cubicBezTo>
                <a:cubicBezTo>
                  <a:pt x="1040" y="9200"/>
                  <a:pt x="725" y="8097"/>
                  <a:pt x="725" y="7120"/>
                </a:cubicBezTo>
                <a:cubicBezTo>
                  <a:pt x="725" y="5356"/>
                  <a:pt x="1765" y="4285"/>
                  <a:pt x="3560" y="4285"/>
                </a:cubicBezTo>
                <a:cubicBezTo>
                  <a:pt x="3970" y="4285"/>
                  <a:pt x="4380" y="4348"/>
                  <a:pt x="4726" y="4474"/>
                </a:cubicBezTo>
                <a:cubicBezTo>
                  <a:pt x="4821" y="4506"/>
                  <a:pt x="4884" y="4506"/>
                  <a:pt x="4978" y="4569"/>
                </a:cubicBezTo>
                <a:lnTo>
                  <a:pt x="4978" y="5293"/>
                </a:lnTo>
                <a:cubicBezTo>
                  <a:pt x="4663" y="5262"/>
                  <a:pt x="4348" y="5199"/>
                  <a:pt x="4065" y="5041"/>
                </a:cubicBezTo>
                <a:cubicBezTo>
                  <a:pt x="4021" y="5015"/>
                  <a:pt x="3971" y="5003"/>
                  <a:pt x="3919" y="5003"/>
                </a:cubicBezTo>
                <a:cubicBezTo>
                  <a:pt x="3783" y="5003"/>
                  <a:pt x="3638" y="5084"/>
                  <a:pt x="3592" y="5199"/>
                </a:cubicBezTo>
                <a:cubicBezTo>
                  <a:pt x="3497" y="5356"/>
                  <a:pt x="3592" y="5577"/>
                  <a:pt x="3749" y="5671"/>
                </a:cubicBezTo>
                <a:cubicBezTo>
                  <a:pt x="4254" y="5892"/>
                  <a:pt x="4758" y="6018"/>
                  <a:pt x="5325" y="6018"/>
                </a:cubicBezTo>
                <a:cubicBezTo>
                  <a:pt x="5860" y="6018"/>
                  <a:pt x="6427" y="5892"/>
                  <a:pt x="6900" y="5671"/>
                </a:cubicBezTo>
                <a:cubicBezTo>
                  <a:pt x="7057" y="5577"/>
                  <a:pt x="7120" y="5356"/>
                  <a:pt x="7057" y="5199"/>
                </a:cubicBezTo>
                <a:cubicBezTo>
                  <a:pt x="6989" y="5084"/>
                  <a:pt x="6854" y="5003"/>
                  <a:pt x="6725" y="5003"/>
                </a:cubicBezTo>
                <a:cubicBezTo>
                  <a:pt x="6676" y="5003"/>
                  <a:pt x="6628" y="5015"/>
                  <a:pt x="6585" y="5041"/>
                </a:cubicBezTo>
                <a:cubicBezTo>
                  <a:pt x="6301" y="5199"/>
                  <a:pt x="5986" y="5262"/>
                  <a:pt x="5671" y="5293"/>
                </a:cubicBezTo>
                <a:lnTo>
                  <a:pt x="5671" y="4569"/>
                </a:lnTo>
                <a:cubicBezTo>
                  <a:pt x="5766" y="4569"/>
                  <a:pt x="5829" y="4506"/>
                  <a:pt x="5923" y="4474"/>
                </a:cubicBezTo>
                <a:cubicBezTo>
                  <a:pt x="6270" y="4348"/>
                  <a:pt x="6648" y="4285"/>
                  <a:pt x="7089" y="4285"/>
                </a:cubicBezTo>
                <a:close/>
                <a:moveTo>
                  <a:pt x="6774" y="0"/>
                </a:moveTo>
                <a:cubicBezTo>
                  <a:pt x="5797" y="0"/>
                  <a:pt x="5010" y="788"/>
                  <a:pt x="5010" y="1765"/>
                </a:cubicBezTo>
                <a:cubicBezTo>
                  <a:pt x="4695" y="1513"/>
                  <a:pt x="4348" y="1418"/>
                  <a:pt x="3938" y="1418"/>
                </a:cubicBezTo>
                <a:cubicBezTo>
                  <a:pt x="3749" y="1418"/>
                  <a:pt x="3592" y="1576"/>
                  <a:pt x="3592" y="1765"/>
                </a:cubicBezTo>
                <a:cubicBezTo>
                  <a:pt x="3592" y="1954"/>
                  <a:pt x="3749" y="2111"/>
                  <a:pt x="3938" y="2111"/>
                </a:cubicBezTo>
                <a:cubicBezTo>
                  <a:pt x="4537" y="2111"/>
                  <a:pt x="5010" y="2584"/>
                  <a:pt x="5010" y="3182"/>
                </a:cubicBezTo>
                <a:lnTo>
                  <a:pt x="5010" y="3812"/>
                </a:lnTo>
                <a:cubicBezTo>
                  <a:pt x="4569" y="3655"/>
                  <a:pt x="4096" y="3560"/>
                  <a:pt x="3592" y="3560"/>
                </a:cubicBezTo>
                <a:cubicBezTo>
                  <a:pt x="1513" y="3560"/>
                  <a:pt x="0" y="4884"/>
                  <a:pt x="0" y="7152"/>
                </a:cubicBezTo>
                <a:cubicBezTo>
                  <a:pt x="0" y="8286"/>
                  <a:pt x="347" y="9515"/>
                  <a:pt x="977" y="10491"/>
                </a:cubicBezTo>
                <a:cubicBezTo>
                  <a:pt x="1702" y="11594"/>
                  <a:pt x="2615" y="12193"/>
                  <a:pt x="3560" y="12193"/>
                </a:cubicBezTo>
                <a:cubicBezTo>
                  <a:pt x="3781" y="12193"/>
                  <a:pt x="3970" y="12161"/>
                  <a:pt x="4222" y="12130"/>
                </a:cubicBezTo>
                <a:cubicBezTo>
                  <a:pt x="4600" y="12004"/>
                  <a:pt x="4970" y="11941"/>
                  <a:pt x="5340" y="11941"/>
                </a:cubicBezTo>
                <a:cubicBezTo>
                  <a:pt x="5711" y="11941"/>
                  <a:pt x="6081" y="12004"/>
                  <a:pt x="6459" y="12130"/>
                </a:cubicBezTo>
                <a:cubicBezTo>
                  <a:pt x="6648" y="12193"/>
                  <a:pt x="6900" y="12193"/>
                  <a:pt x="7152" y="12193"/>
                </a:cubicBezTo>
                <a:cubicBezTo>
                  <a:pt x="8097" y="12193"/>
                  <a:pt x="8979" y="11594"/>
                  <a:pt x="9704" y="10491"/>
                </a:cubicBezTo>
                <a:cubicBezTo>
                  <a:pt x="10334" y="9546"/>
                  <a:pt x="10681" y="8286"/>
                  <a:pt x="10681" y="7152"/>
                </a:cubicBezTo>
                <a:cubicBezTo>
                  <a:pt x="10681" y="4884"/>
                  <a:pt x="9168" y="3560"/>
                  <a:pt x="7089" y="3560"/>
                </a:cubicBezTo>
                <a:cubicBezTo>
                  <a:pt x="6585" y="3560"/>
                  <a:pt x="6112" y="3655"/>
                  <a:pt x="5671" y="3812"/>
                </a:cubicBezTo>
                <a:lnTo>
                  <a:pt x="5671" y="3340"/>
                </a:lnTo>
                <a:lnTo>
                  <a:pt x="5797" y="3214"/>
                </a:lnTo>
                <a:cubicBezTo>
                  <a:pt x="6081" y="2930"/>
                  <a:pt x="6396" y="2836"/>
                  <a:pt x="6774" y="2836"/>
                </a:cubicBezTo>
                <a:cubicBezTo>
                  <a:pt x="8160" y="2836"/>
                  <a:pt x="9263" y="1733"/>
                  <a:pt x="9263" y="347"/>
                </a:cubicBezTo>
                <a:cubicBezTo>
                  <a:pt x="9263" y="158"/>
                  <a:pt x="9105" y="0"/>
                  <a:pt x="89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5614" name="Google Shape;15614;p86"/>
          <p:cNvGrpSpPr/>
          <p:nvPr/>
        </p:nvGrpSpPr>
        <p:grpSpPr>
          <a:xfrm>
            <a:off x="7260501" y="2289051"/>
            <a:ext cx="473881" cy="444499"/>
            <a:chOff x="-17190425" y="2435725"/>
            <a:chExt cx="304825" cy="285925"/>
          </a:xfrm>
        </p:grpSpPr>
        <p:sp>
          <p:nvSpPr>
            <p:cNvPr id="15615" name="Google Shape;15615;p86"/>
            <p:cNvSpPr/>
            <p:nvPr/>
          </p:nvSpPr>
          <p:spPr>
            <a:xfrm>
              <a:off x="-16994325" y="2596400"/>
              <a:ext cx="18150" cy="17350"/>
            </a:xfrm>
            <a:custGeom>
              <a:avLst/>
              <a:gdLst/>
              <a:ahLst/>
              <a:cxnLst/>
              <a:rect l="l" t="t" r="r" b="b"/>
              <a:pathLst>
                <a:path w="726" h="694" extrusionOk="0">
                  <a:moveTo>
                    <a:pt x="348" y="0"/>
                  </a:moveTo>
                  <a:cubicBezTo>
                    <a:pt x="159" y="0"/>
                    <a:pt x="1" y="158"/>
                    <a:pt x="1" y="347"/>
                  </a:cubicBezTo>
                  <a:cubicBezTo>
                    <a:pt x="1" y="536"/>
                    <a:pt x="159" y="693"/>
                    <a:pt x="348" y="693"/>
                  </a:cubicBezTo>
                  <a:cubicBezTo>
                    <a:pt x="568" y="693"/>
                    <a:pt x="726" y="536"/>
                    <a:pt x="726" y="347"/>
                  </a:cubicBezTo>
                  <a:cubicBezTo>
                    <a:pt x="726" y="158"/>
                    <a:pt x="568" y="0"/>
                    <a:pt x="3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616" name="Google Shape;15616;p86"/>
            <p:cNvSpPr/>
            <p:nvPr/>
          </p:nvSpPr>
          <p:spPr>
            <a:xfrm>
              <a:off x="-17100650" y="259640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617" name="Google Shape;15617;p86"/>
            <p:cNvSpPr/>
            <p:nvPr/>
          </p:nvSpPr>
          <p:spPr>
            <a:xfrm>
              <a:off x="-17190425" y="2435725"/>
              <a:ext cx="304825" cy="285925"/>
            </a:xfrm>
            <a:custGeom>
              <a:avLst/>
              <a:gdLst/>
              <a:ahLst/>
              <a:cxnLst/>
              <a:rect l="l" t="t" r="r" b="b"/>
              <a:pathLst>
                <a:path w="12193" h="11437" extrusionOk="0">
                  <a:moveTo>
                    <a:pt x="2111" y="725"/>
                  </a:moveTo>
                  <a:cubicBezTo>
                    <a:pt x="2836" y="725"/>
                    <a:pt x="3434" y="1292"/>
                    <a:pt x="3529" y="2016"/>
                  </a:cubicBezTo>
                  <a:cubicBezTo>
                    <a:pt x="2804" y="2363"/>
                    <a:pt x="2174" y="2867"/>
                    <a:pt x="1702" y="3497"/>
                  </a:cubicBezTo>
                  <a:cubicBezTo>
                    <a:pt x="1103" y="3308"/>
                    <a:pt x="693" y="2773"/>
                    <a:pt x="693" y="2143"/>
                  </a:cubicBezTo>
                  <a:cubicBezTo>
                    <a:pt x="693" y="1355"/>
                    <a:pt x="1323" y="725"/>
                    <a:pt x="2111" y="725"/>
                  </a:cubicBezTo>
                  <a:close/>
                  <a:moveTo>
                    <a:pt x="10019" y="693"/>
                  </a:moveTo>
                  <a:cubicBezTo>
                    <a:pt x="10806" y="693"/>
                    <a:pt x="11437" y="1323"/>
                    <a:pt x="11437" y="2111"/>
                  </a:cubicBezTo>
                  <a:cubicBezTo>
                    <a:pt x="11437" y="2773"/>
                    <a:pt x="11027" y="3308"/>
                    <a:pt x="10397" y="3497"/>
                  </a:cubicBezTo>
                  <a:cubicBezTo>
                    <a:pt x="9924" y="2867"/>
                    <a:pt x="9294" y="2363"/>
                    <a:pt x="8601" y="2016"/>
                  </a:cubicBezTo>
                  <a:cubicBezTo>
                    <a:pt x="8696" y="1260"/>
                    <a:pt x="9263" y="693"/>
                    <a:pt x="10019" y="693"/>
                  </a:cubicBezTo>
                  <a:close/>
                  <a:moveTo>
                    <a:pt x="7959" y="4997"/>
                  </a:moveTo>
                  <a:cubicBezTo>
                    <a:pt x="8453" y="4997"/>
                    <a:pt x="8961" y="5407"/>
                    <a:pt x="9200" y="6018"/>
                  </a:cubicBezTo>
                  <a:cubicBezTo>
                    <a:pt x="9452" y="6774"/>
                    <a:pt x="9231" y="7530"/>
                    <a:pt x="8664" y="7719"/>
                  </a:cubicBezTo>
                  <a:cubicBezTo>
                    <a:pt x="8555" y="7741"/>
                    <a:pt x="8447" y="7777"/>
                    <a:pt x="8338" y="7777"/>
                  </a:cubicBezTo>
                  <a:cubicBezTo>
                    <a:pt x="8289" y="7777"/>
                    <a:pt x="8240" y="7770"/>
                    <a:pt x="8192" y="7750"/>
                  </a:cubicBezTo>
                  <a:cubicBezTo>
                    <a:pt x="8003" y="7372"/>
                    <a:pt x="7624" y="6900"/>
                    <a:pt x="7183" y="6711"/>
                  </a:cubicBezTo>
                  <a:cubicBezTo>
                    <a:pt x="6900" y="5955"/>
                    <a:pt x="7152" y="5230"/>
                    <a:pt x="7687" y="5041"/>
                  </a:cubicBezTo>
                  <a:cubicBezTo>
                    <a:pt x="7776" y="5011"/>
                    <a:pt x="7868" y="4997"/>
                    <a:pt x="7959" y="4997"/>
                  </a:cubicBezTo>
                  <a:close/>
                  <a:moveTo>
                    <a:pt x="4107" y="4995"/>
                  </a:moveTo>
                  <a:cubicBezTo>
                    <a:pt x="4200" y="4995"/>
                    <a:pt x="4292" y="5010"/>
                    <a:pt x="4379" y="5041"/>
                  </a:cubicBezTo>
                  <a:cubicBezTo>
                    <a:pt x="4947" y="5230"/>
                    <a:pt x="5167" y="6081"/>
                    <a:pt x="4852" y="6805"/>
                  </a:cubicBezTo>
                  <a:cubicBezTo>
                    <a:pt x="4568" y="7026"/>
                    <a:pt x="4222" y="7404"/>
                    <a:pt x="4064" y="7687"/>
                  </a:cubicBezTo>
                  <a:cubicBezTo>
                    <a:pt x="3946" y="7755"/>
                    <a:pt x="3819" y="7786"/>
                    <a:pt x="3697" y="7786"/>
                  </a:cubicBezTo>
                  <a:cubicBezTo>
                    <a:pt x="3592" y="7786"/>
                    <a:pt x="3491" y="7763"/>
                    <a:pt x="3403" y="7719"/>
                  </a:cubicBezTo>
                  <a:cubicBezTo>
                    <a:pt x="2836" y="7530"/>
                    <a:pt x="2615" y="6742"/>
                    <a:pt x="2899" y="6018"/>
                  </a:cubicBezTo>
                  <a:cubicBezTo>
                    <a:pt x="3110" y="5385"/>
                    <a:pt x="3629" y="4995"/>
                    <a:pt x="4107" y="4995"/>
                  </a:cubicBezTo>
                  <a:close/>
                  <a:moveTo>
                    <a:pt x="6081" y="8538"/>
                  </a:moveTo>
                  <a:cubicBezTo>
                    <a:pt x="6207" y="8538"/>
                    <a:pt x="6364" y="8632"/>
                    <a:pt x="6396" y="8790"/>
                  </a:cubicBezTo>
                  <a:lnTo>
                    <a:pt x="6081" y="9105"/>
                  </a:lnTo>
                  <a:lnTo>
                    <a:pt x="5766" y="8790"/>
                  </a:lnTo>
                  <a:cubicBezTo>
                    <a:pt x="5797" y="8664"/>
                    <a:pt x="5955" y="8538"/>
                    <a:pt x="6081" y="8538"/>
                  </a:cubicBezTo>
                  <a:close/>
                  <a:moveTo>
                    <a:pt x="6144" y="2111"/>
                  </a:moveTo>
                  <a:cubicBezTo>
                    <a:pt x="8727" y="2111"/>
                    <a:pt x="10806" y="4064"/>
                    <a:pt x="10806" y="6427"/>
                  </a:cubicBezTo>
                  <a:cubicBezTo>
                    <a:pt x="10712" y="7908"/>
                    <a:pt x="9893" y="9263"/>
                    <a:pt x="8570" y="10050"/>
                  </a:cubicBezTo>
                  <a:cubicBezTo>
                    <a:pt x="8570" y="9924"/>
                    <a:pt x="8601" y="9767"/>
                    <a:pt x="8601" y="9609"/>
                  </a:cubicBezTo>
                  <a:cubicBezTo>
                    <a:pt x="8601" y="9168"/>
                    <a:pt x="8570" y="8790"/>
                    <a:pt x="8475" y="8475"/>
                  </a:cubicBezTo>
                  <a:cubicBezTo>
                    <a:pt x="8633" y="8475"/>
                    <a:pt x="8790" y="8443"/>
                    <a:pt x="8916" y="8380"/>
                  </a:cubicBezTo>
                  <a:cubicBezTo>
                    <a:pt x="9861" y="8034"/>
                    <a:pt x="10239" y="6868"/>
                    <a:pt x="9861" y="5766"/>
                  </a:cubicBezTo>
                  <a:cubicBezTo>
                    <a:pt x="9523" y="4855"/>
                    <a:pt x="8755" y="4267"/>
                    <a:pt x="7966" y="4267"/>
                  </a:cubicBezTo>
                  <a:cubicBezTo>
                    <a:pt x="7799" y="4267"/>
                    <a:pt x="7632" y="4293"/>
                    <a:pt x="7467" y="4348"/>
                  </a:cubicBezTo>
                  <a:cubicBezTo>
                    <a:pt x="6679" y="4600"/>
                    <a:pt x="6270" y="5514"/>
                    <a:pt x="6396" y="6396"/>
                  </a:cubicBezTo>
                  <a:cubicBezTo>
                    <a:pt x="6337" y="6376"/>
                    <a:pt x="6272" y="6369"/>
                    <a:pt x="6205" y="6369"/>
                  </a:cubicBezTo>
                  <a:cubicBezTo>
                    <a:pt x="6053" y="6369"/>
                    <a:pt x="5886" y="6405"/>
                    <a:pt x="5734" y="6427"/>
                  </a:cubicBezTo>
                  <a:cubicBezTo>
                    <a:pt x="5829" y="5514"/>
                    <a:pt x="5451" y="4600"/>
                    <a:pt x="4663" y="4348"/>
                  </a:cubicBezTo>
                  <a:cubicBezTo>
                    <a:pt x="4486" y="4277"/>
                    <a:pt x="4304" y="4244"/>
                    <a:pt x="4124" y="4244"/>
                  </a:cubicBezTo>
                  <a:cubicBezTo>
                    <a:pt x="3341" y="4244"/>
                    <a:pt x="2576" y="4869"/>
                    <a:pt x="2269" y="5766"/>
                  </a:cubicBezTo>
                  <a:cubicBezTo>
                    <a:pt x="1859" y="6868"/>
                    <a:pt x="2269" y="8034"/>
                    <a:pt x="3214" y="8380"/>
                  </a:cubicBezTo>
                  <a:cubicBezTo>
                    <a:pt x="3371" y="8475"/>
                    <a:pt x="3560" y="8475"/>
                    <a:pt x="3718" y="8475"/>
                  </a:cubicBezTo>
                  <a:lnTo>
                    <a:pt x="3749" y="8475"/>
                  </a:lnTo>
                  <a:cubicBezTo>
                    <a:pt x="3686" y="8790"/>
                    <a:pt x="3623" y="9137"/>
                    <a:pt x="3623" y="9609"/>
                  </a:cubicBezTo>
                  <a:cubicBezTo>
                    <a:pt x="3623" y="9767"/>
                    <a:pt x="3623" y="9893"/>
                    <a:pt x="3686" y="10050"/>
                  </a:cubicBezTo>
                  <a:cubicBezTo>
                    <a:pt x="2332" y="9263"/>
                    <a:pt x="1512" y="7908"/>
                    <a:pt x="1512" y="6427"/>
                  </a:cubicBezTo>
                  <a:cubicBezTo>
                    <a:pt x="1512" y="4064"/>
                    <a:pt x="3592" y="2111"/>
                    <a:pt x="6144" y="2111"/>
                  </a:cubicBezTo>
                  <a:close/>
                  <a:moveTo>
                    <a:pt x="6127" y="7151"/>
                  </a:moveTo>
                  <a:cubicBezTo>
                    <a:pt x="6481" y="7151"/>
                    <a:pt x="6828" y="7269"/>
                    <a:pt x="7057" y="7498"/>
                  </a:cubicBezTo>
                  <a:cubicBezTo>
                    <a:pt x="7656" y="8065"/>
                    <a:pt x="7845" y="8601"/>
                    <a:pt x="7845" y="9609"/>
                  </a:cubicBezTo>
                  <a:cubicBezTo>
                    <a:pt x="7845" y="10050"/>
                    <a:pt x="7782" y="10334"/>
                    <a:pt x="7624" y="10491"/>
                  </a:cubicBezTo>
                  <a:cubicBezTo>
                    <a:pt x="7451" y="10640"/>
                    <a:pt x="7123" y="10691"/>
                    <a:pt x="6746" y="10691"/>
                  </a:cubicBezTo>
                  <a:cubicBezTo>
                    <a:pt x="6643" y="10691"/>
                    <a:pt x="6536" y="10687"/>
                    <a:pt x="6427" y="10680"/>
                  </a:cubicBezTo>
                  <a:lnTo>
                    <a:pt x="6427" y="9767"/>
                  </a:lnTo>
                  <a:lnTo>
                    <a:pt x="7026" y="9168"/>
                  </a:lnTo>
                  <a:cubicBezTo>
                    <a:pt x="7089" y="9105"/>
                    <a:pt x="7152" y="9011"/>
                    <a:pt x="7152" y="8948"/>
                  </a:cubicBezTo>
                  <a:cubicBezTo>
                    <a:pt x="7152" y="8349"/>
                    <a:pt x="6679" y="7876"/>
                    <a:pt x="6081" y="7876"/>
                  </a:cubicBezTo>
                  <a:cubicBezTo>
                    <a:pt x="5482" y="7876"/>
                    <a:pt x="5010" y="8349"/>
                    <a:pt x="5010" y="8948"/>
                  </a:cubicBezTo>
                  <a:cubicBezTo>
                    <a:pt x="5010" y="9011"/>
                    <a:pt x="5041" y="9137"/>
                    <a:pt x="5136" y="9168"/>
                  </a:cubicBezTo>
                  <a:lnTo>
                    <a:pt x="5734" y="9767"/>
                  </a:lnTo>
                  <a:lnTo>
                    <a:pt x="5734" y="10680"/>
                  </a:lnTo>
                  <a:lnTo>
                    <a:pt x="5356" y="10680"/>
                  </a:lnTo>
                  <a:cubicBezTo>
                    <a:pt x="4631" y="10680"/>
                    <a:pt x="4316" y="10554"/>
                    <a:pt x="4316" y="9609"/>
                  </a:cubicBezTo>
                  <a:cubicBezTo>
                    <a:pt x="4316" y="8601"/>
                    <a:pt x="4537" y="8160"/>
                    <a:pt x="5104" y="7561"/>
                  </a:cubicBezTo>
                  <a:cubicBezTo>
                    <a:pt x="5364" y="7285"/>
                    <a:pt x="5750" y="7151"/>
                    <a:pt x="6127" y="7151"/>
                  </a:cubicBezTo>
                  <a:close/>
                  <a:moveTo>
                    <a:pt x="2143" y="0"/>
                  </a:moveTo>
                  <a:cubicBezTo>
                    <a:pt x="945" y="0"/>
                    <a:pt x="0" y="945"/>
                    <a:pt x="0" y="2143"/>
                  </a:cubicBezTo>
                  <a:cubicBezTo>
                    <a:pt x="0" y="2647"/>
                    <a:pt x="221" y="3151"/>
                    <a:pt x="536" y="3560"/>
                  </a:cubicBezTo>
                  <a:cubicBezTo>
                    <a:pt x="756" y="3812"/>
                    <a:pt x="1040" y="4001"/>
                    <a:pt x="1355" y="4127"/>
                  </a:cubicBezTo>
                  <a:cubicBezTo>
                    <a:pt x="945" y="4852"/>
                    <a:pt x="756" y="5640"/>
                    <a:pt x="756" y="6427"/>
                  </a:cubicBezTo>
                  <a:cubicBezTo>
                    <a:pt x="756" y="8506"/>
                    <a:pt x="2143" y="10334"/>
                    <a:pt x="4096" y="11058"/>
                  </a:cubicBezTo>
                  <a:cubicBezTo>
                    <a:pt x="4474" y="11373"/>
                    <a:pt x="4947" y="11436"/>
                    <a:pt x="5356" y="11436"/>
                  </a:cubicBezTo>
                  <a:lnTo>
                    <a:pt x="6364" y="11436"/>
                  </a:lnTo>
                  <a:cubicBezTo>
                    <a:pt x="7026" y="11436"/>
                    <a:pt x="7656" y="11436"/>
                    <a:pt x="8097" y="11058"/>
                  </a:cubicBezTo>
                  <a:cubicBezTo>
                    <a:pt x="10050" y="10334"/>
                    <a:pt x="11437" y="8506"/>
                    <a:pt x="11437" y="6427"/>
                  </a:cubicBezTo>
                  <a:cubicBezTo>
                    <a:pt x="11437" y="5608"/>
                    <a:pt x="11248" y="4820"/>
                    <a:pt x="10838" y="4127"/>
                  </a:cubicBezTo>
                  <a:cubicBezTo>
                    <a:pt x="11153" y="4001"/>
                    <a:pt x="11437" y="3812"/>
                    <a:pt x="11657" y="3560"/>
                  </a:cubicBezTo>
                  <a:cubicBezTo>
                    <a:pt x="12035" y="3151"/>
                    <a:pt x="12193" y="2647"/>
                    <a:pt x="12193" y="2143"/>
                  </a:cubicBezTo>
                  <a:cubicBezTo>
                    <a:pt x="12193" y="945"/>
                    <a:pt x="11185" y="0"/>
                    <a:pt x="10019" y="0"/>
                  </a:cubicBezTo>
                  <a:cubicBezTo>
                    <a:pt x="8979" y="0"/>
                    <a:pt x="8129" y="756"/>
                    <a:pt x="7939" y="1733"/>
                  </a:cubicBezTo>
                  <a:cubicBezTo>
                    <a:pt x="7341" y="1544"/>
                    <a:pt x="6711" y="1418"/>
                    <a:pt x="6081" y="1418"/>
                  </a:cubicBezTo>
                  <a:cubicBezTo>
                    <a:pt x="5451" y="1418"/>
                    <a:pt x="4821" y="1544"/>
                    <a:pt x="4222" y="1733"/>
                  </a:cubicBezTo>
                  <a:cubicBezTo>
                    <a:pt x="4033" y="756"/>
                    <a:pt x="3151" y="0"/>
                    <a:pt x="2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5618" name="Google Shape;15618;p86"/>
          <p:cNvSpPr/>
          <p:nvPr/>
        </p:nvSpPr>
        <p:spPr>
          <a:xfrm>
            <a:off x="7261910" y="2853555"/>
            <a:ext cx="468984" cy="469023"/>
          </a:xfrm>
          <a:custGeom>
            <a:avLst/>
            <a:gdLst/>
            <a:ahLst/>
            <a:cxnLst/>
            <a:rect l="l" t="t" r="r" b="b"/>
            <a:pathLst>
              <a:path w="12067" h="12068" extrusionOk="0">
                <a:moveTo>
                  <a:pt x="5955" y="1104"/>
                </a:moveTo>
                <a:lnTo>
                  <a:pt x="6270" y="1734"/>
                </a:lnTo>
                <a:lnTo>
                  <a:pt x="5955" y="2364"/>
                </a:lnTo>
                <a:lnTo>
                  <a:pt x="5640" y="1734"/>
                </a:lnTo>
                <a:lnTo>
                  <a:pt x="5955" y="1104"/>
                </a:lnTo>
                <a:close/>
                <a:moveTo>
                  <a:pt x="9420" y="2521"/>
                </a:moveTo>
                <a:lnTo>
                  <a:pt x="9168" y="3183"/>
                </a:lnTo>
                <a:lnTo>
                  <a:pt x="8507" y="3435"/>
                </a:lnTo>
                <a:lnTo>
                  <a:pt x="8759" y="2773"/>
                </a:lnTo>
                <a:lnTo>
                  <a:pt x="9420" y="2521"/>
                </a:lnTo>
                <a:close/>
                <a:moveTo>
                  <a:pt x="2489" y="2553"/>
                </a:moveTo>
                <a:lnTo>
                  <a:pt x="3151" y="2805"/>
                </a:lnTo>
                <a:lnTo>
                  <a:pt x="3403" y="3466"/>
                </a:lnTo>
                <a:lnTo>
                  <a:pt x="2710" y="3246"/>
                </a:lnTo>
                <a:lnTo>
                  <a:pt x="2489" y="2553"/>
                </a:lnTo>
                <a:close/>
                <a:moveTo>
                  <a:pt x="4663" y="2931"/>
                </a:moveTo>
                <a:lnTo>
                  <a:pt x="5608" y="3403"/>
                </a:lnTo>
                <a:lnTo>
                  <a:pt x="5608" y="4254"/>
                </a:lnTo>
                <a:cubicBezTo>
                  <a:pt x="5356" y="4286"/>
                  <a:pt x="5167" y="4380"/>
                  <a:pt x="4978" y="4538"/>
                </a:cubicBezTo>
                <a:lnTo>
                  <a:pt x="4348" y="3908"/>
                </a:lnTo>
                <a:lnTo>
                  <a:pt x="4663" y="2931"/>
                </a:lnTo>
                <a:close/>
                <a:moveTo>
                  <a:pt x="7246" y="2931"/>
                </a:moveTo>
                <a:lnTo>
                  <a:pt x="7561" y="3908"/>
                </a:lnTo>
                <a:lnTo>
                  <a:pt x="6931" y="4538"/>
                </a:lnTo>
                <a:cubicBezTo>
                  <a:pt x="6742" y="4412"/>
                  <a:pt x="6553" y="4349"/>
                  <a:pt x="6301" y="4254"/>
                </a:cubicBezTo>
                <a:lnTo>
                  <a:pt x="6301" y="3403"/>
                </a:lnTo>
                <a:lnTo>
                  <a:pt x="7246" y="2931"/>
                </a:lnTo>
                <a:close/>
                <a:moveTo>
                  <a:pt x="3812" y="4412"/>
                </a:moveTo>
                <a:lnTo>
                  <a:pt x="4442" y="5042"/>
                </a:lnTo>
                <a:cubicBezTo>
                  <a:pt x="4348" y="5231"/>
                  <a:pt x="4253" y="5451"/>
                  <a:pt x="4190" y="5672"/>
                </a:cubicBezTo>
                <a:lnTo>
                  <a:pt x="3308" y="5672"/>
                </a:lnTo>
                <a:lnTo>
                  <a:pt x="2836" y="4727"/>
                </a:lnTo>
                <a:lnTo>
                  <a:pt x="3812" y="4412"/>
                </a:lnTo>
                <a:close/>
                <a:moveTo>
                  <a:pt x="8034" y="4412"/>
                </a:moveTo>
                <a:lnTo>
                  <a:pt x="9011" y="4727"/>
                </a:lnTo>
                <a:lnTo>
                  <a:pt x="8538" y="5672"/>
                </a:lnTo>
                <a:lnTo>
                  <a:pt x="7687" y="5672"/>
                </a:lnTo>
                <a:cubicBezTo>
                  <a:pt x="7656" y="5451"/>
                  <a:pt x="7561" y="5231"/>
                  <a:pt x="7404" y="5042"/>
                </a:cubicBezTo>
                <a:lnTo>
                  <a:pt x="8034" y="4412"/>
                </a:lnTo>
                <a:close/>
                <a:moveTo>
                  <a:pt x="1670" y="5703"/>
                </a:moveTo>
                <a:lnTo>
                  <a:pt x="2300" y="6018"/>
                </a:lnTo>
                <a:lnTo>
                  <a:pt x="1670" y="6333"/>
                </a:lnTo>
                <a:lnTo>
                  <a:pt x="1040" y="6018"/>
                </a:lnTo>
                <a:lnTo>
                  <a:pt x="1670" y="5703"/>
                </a:lnTo>
                <a:close/>
                <a:moveTo>
                  <a:pt x="10239" y="5703"/>
                </a:moveTo>
                <a:lnTo>
                  <a:pt x="10869" y="6018"/>
                </a:lnTo>
                <a:lnTo>
                  <a:pt x="10239" y="6333"/>
                </a:lnTo>
                <a:lnTo>
                  <a:pt x="9609" y="6018"/>
                </a:lnTo>
                <a:lnTo>
                  <a:pt x="10239" y="5703"/>
                </a:lnTo>
                <a:close/>
                <a:moveTo>
                  <a:pt x="5955" y="4979"/>
                </a:moveTo>
                <a:cubicBezTo>
                  <a:pt x="6553" y="4979"/>
                  <a:pt x="7026" y="5451"/>
                  <a:pt x="7026" y="6018"/>
                </a:cubicBezTo>
                <a:cubicBezTo>
                  <a:pt x="7026" y="6617"/>
                  <a:pt x="6553" y="7089"/>
                  <a:pt x="5955" y="7089"/>
                </a:cubicBezTo>
                <a:cubicBezTo>
                  <a:pt x="5356" y="7089"/>
                  <a:pt x="4884" y="6617"/>
                  <a:pt x="4884" y="6018"/>
                </a:cubicBezTo>
                <a:cubicBezTo>
                  <a:pt x="4884" y="5451"/>
                  <a:pt x="5356" y="4979"/>
                  <a:pt x="5955" y="4979"/>
                </a:cubicBezTo>
                <a:close/>
                <a:moveTo>
                  <a:pt x="4222" y="6365"/>
                </a:moveTo>
                <a:lnTo>
                  <a:pt x="4222" y="6396"/>
                </a:lnTo>
                <a:cubicBezTo>
                  <a:pt x="4253" y="6617"/>
                  <a:pt x="4348" y="6806"/>
                  <a:pt x="4505" y="7026"/>
                </a:cubicBezTo>
                <a:lnTo>
                  <a:pt x="3875" y="7657"/>
                </a:lnTo>
                <a:lnTo>
                  <a:pt x="2867" y="7310"/>
                </a:lnTo>
                <a:lnTo>
                  <a:pt x="3340" y="6365"/>
                </a:lnTo>
                <a:close/>
                <a:moveTo>
                  <a:pt x="8601" y="6396"/>
                </a:moveTo>
                <a:lnTo>
                  <a:pt x="9074" y="7342"/>
                </a:lnTo>
                <a:lnTo>
                  <a:pt x="8066" y="7657"/>
                </a:lnTo>
                <a:lnTo>
                  <a:pt x="7435" y="7026"/>
                </a:lnTo>
                <a:cubicBezTo>
                  <a:pt x="7561" y="6806"/>
                  <a:pt x="7656" y="6617"/>
                  <a:pt x="7719" y="6396"/>
                </a:cubicBezTo>
                <a:close/>
                <a:moveTo>
                  <a:pt x="4978" y="7531"/>
                </a:moveTo>
                <a:cubicBezTo>
                  <a:pt x="5167" y="7657"/>
                  <a:pt x="5356" y="7720"/>
                  <a:pt x="5608" y="7814"/>
                </a:cubicBezTo>
                <a:lnTo>
                  <a:pt x="5608" y="8665"/>
                </a:lnTo>
                <a:lnTo>
                  <a:pt x="4663" y="9137"/>
                </a:lnTo>
                <a:lnTo>
                  <a:pt x="4348" y="8161"/>
                </a:lnTo>
                <a:lnTo>
                  <a:pt x="4978" y="7531"/>
                </a:lnTo>
                <a:close/>
                <a:moveTo>
                  <a:pt x="6931" y="7531"/>
                </a:moveTo>
                <a:lnTo>
                  <a:pt x="7561" y="8161"/>
                </a:lnTo>
                <a:lnTo>
                  <a:pt x="7246" y="9137"/>
                </a:lnTo>
                <a:lnTo>
                  <a:pt x="6301" y="8665"/>
                </a:lnTo>
                <a:lnTo>
                  <a:pt x="6301" y="7814"/>
                </a:lnTo>
                <a:cubicBezTo>
                  <a:pt x="6553" y="7751"/>
                  <a:pt x="6742" y="7688"/>
                  <a:pt x="6931" y="7531"/>
                </a:cubicBezTo>
                <a:close/>
                <a:moveTo>
                  <a:pt x="8507" y="8602"/>
                </a:moveTo>
                <a:lnTo>
                  <a:pt x="9168" y="8822"/>
                </a:lnTo>
                <a:lnTo>
                  <a:pt x="9420" y="9484"/>
                </a:lnTo>
                <a:lnTo>
                  <a:pt x="8759" y="9263"/>
                </a:lnTo>
                <a:lnTo>
                  <a:pt x="8507" y="8602"/>
                </a:lnTo>
                <a:close/>
                <a:moveTo>
                  <a:pt x="3403" y="8633"/>
                </a:moveTo>
                <a:lnTo>
                  <a:pt x="3151" y="9295"/>
                </a:lnTo>
                <a:lnTo>
                  <a:pt x="2489" y="9547"/>
                </a:lnTo>
                <a:lnTo>
                  <a:pt x="2710" y="8854"/>
                </a:lnTo>
                <a:lnTo>
                  <a:pt x="3403" y="8633"/>
                </a:lnTo>
                <a:close/>
                <a:moveTo>
                  <a:pt x="5955" y="9704"/>
                </a:moveTo>
                <a:lnTo>
                  <a:pt x="6270" y="10334"/>
                </a:lnTo>
                <a:lnTo>
                  <a:pt x="5955" y="10965"/>
                </a:lnTo>
                <a:lnTo>
                  <a:pt x="5640" y="10334"/>
                </a:lnTo>
                <a:lnTo>
                  <a:pt x="5955" y="9704"/>
                </a:lnTo>
                <a:close/>
                <a:moveTo>
                  <a:pt x="6018" y="1"/>
                </a:moveTo>
                <a:cubicBezTo>
                  <a:pt x="5923" y="1"/>
                  <a:pt x="5766" y="95"/>
                  <a:pt x="5703" y="190"/>
                </a:cubicBezTo>
                <a:lnTo>
                  <a:pt x="5010" y="1671"/>
                </a:lnTo>
                <a:cubicBezTo>
                  <a:pt x="4978" y="1765"/>
                  <a:pt x="4978" y="1891"/>
                  <a:pt x="5010" y="1986"/>
                </a:cubicBezTo>
                <a:lnTo>
                  <a:pt x="5230" y="2458"/>
                </a:lnTo>
                <a:lnTo>
                  <a:pt x="4758" y="2206"/>
                </a:lnTo>
                <a:cubicBezTo>
                  <a:pt x="4710" y="2190"/>
                  <a:pt x="4655" y="2183"/>
                  <a:pt x="4596" y="2183"/>
                </a:cubicBezTo>
                <a:cubicBezTo>
                  <a:pt x="4537" y="2183"/>
                  <a:pt x="4474" y="2190"/>
                  <a:pt x="4411" y="2206"/>
                </a:cubicBezTo>
                <a:cubicBezTo>
                  <a:pt x="4285" y="2238"/>
                  <a:pt x="4222" y="2332"/>
                  <a:pt x="4190" y="2458"/>
                </a:cubicBezTo>
                <a:lnTo>
                  <a:pt x="4033" y="2962"/>
                </a:lnTo>
                <a:lnTo>
                  <a:pt x="3875" y="2458"/>
                </a:lnTo>
                <a:cubicBezTo>
                  <a:pt x="3812" y="2332"/>
                  <a:pt x="3749" y="2238"/>
                  <a:pt x="3623" y="2206"/>
                </a:cubicBezTo>
                <a:lnTo>
                  <a:pt x="2143" y="1702"/>
                </a:lnTo>
                <a:cubicBezTo>
                  <a:pt x="2109" y="1694"/>
                  <a:pt x="2073" y="1690"/>
                  <a:pt x="2036" y="1690"/>
                </a:cubicBezTo>
                <a:cubicBezTo>
                  <a:pt x="1937" y="1690"/>
                  <a:pt x="1834" y="1719"/>
                  <a:pt x="1765" y="1765"/>
                </a:cubicBezTo>
                <a:cubicBezTo>
                  <a:pt x="1702" y="1860"/>
                  <a:pt x="1670" y="2017"/>
                  <a:pt x="1702" y="2143"/>
                </a:cubicBezTo>
                <a:lnTo>
                  <a:pt x="2206" y="3624"/>
                </a:lnTo>
                <a:cubicBezTo>
                  <a:pt x="2237" y="3750"/>
                  <a:pt x="2332" y="3813"/>
                  <a:pt x="2458" y="3876"/>
                </a:cubicBezTo>
                <a:lnTo>
                  <a:pt x="2962" y="4034"/>
                </a:lnTo>
                <a:lnTo>
                  <a:pt x="2458" y="4191"/>
                </a:lnTo>
                <a:cubicBezTo>
                  <a:pt x="2332" y="4223"/>
                  <a:pt x="2237" y="4286"/>
                  <a:pt x="2206" y="4412"/>
                </a:cubicBezTo>
                <a:cubicBezTo>
                  <a:pt x="2174" y="4538"/>
                  <a:pt x="2143" y="4664"/>
                  <a:pt x="2206" y="4758"/>
                </a:cubicBezTo>
                <a:lnTo>
                  <a:pt x="2458" y="5231"/>
                </a:lnTo>
                <a:lnTo>
                  <a:pt x="1985" y="5010"/>
                </a:lnTo>
                <a:cubicBezTo>
                  <a:pt x="1922" y="4994"/>
                  <a:pt x="1859" y="4987"/>
                  <a:pt x="1804" y="4987"/>
                </a:cubicBezTo>
                <a:cubicBezTo>
                  <a:pt x="1749" y="4987"/>
                  <a:pt x="1702" y="4994"/>
                  <a:pt x="1670" y="5010"/>
                </a:cubicBezTo>
                <a:lnTo>
                  <a:pt x="189" y="5703"/>
                </a:lnTo>
                <a:cubicBezTo>
                  <a:pt x="95" y="5798"/>
                  <a:pt x="0" y="5924"/>
                  <a:pt x="0" y="6018"/>
                </a:cubicBezTo>
                <a:cubicBezTo>
                  <a:pt x="0" y="6144"/>
                  <a:pt x="95" y="6302"/>
                  <a:pt x="189" y="6333"/>
                </a:cubicBezTo>
                <a:lnTo>
                  <a:pt x="1670" y="7058"/>
                </a:lnTo>
                <a:cubicBezTo>
                  <a:pt x="1717" y="7074"/>
                  <a:pt x="1772" y="7082"/>
                  <a:pt x="1828" y="7082"/>
                </a:cubicBezTo>
                <a:cubicBezTo>
                  <a:pt x="1883" y="7082"/>
                  <a:pt x="1938" y="7074"/>
                  <a:pt x="1985" y="7058"/>
                </a:cubicBezTo>
                <a:lnTo>
                  <a:pt x="2458" y="6806"/>
                </a:lnTo>
                <a:lnTo>
                  <a:pt x="2206" y="7279"/>
                </a:lnTo>
                <a:cubicBezTo>
                  <a:pt x="2174" y="7405"/>
                  <a:pt x="2174" y="7531"/>
                  <a:pt x="2206" y="7657"/>
                </a:cubicBezTo>
                <a:cubicBezTo>
                  <a:pt x="2237" y="7751"/>
                  <a:pt x="2332" y="7846"/>
                  <a:pt x="2458" y="7877"/>
                </a:cubicBezTo>
                <a:lnTo>
                  <a:pt x="2962" y="8035"/>
                </a:lnTo>
                <a:lnTo>
                  <a:pt x="2458" y="8192"/>
                </a:lnTo>
                <a:cubicBezTo>
                  <a:pt x="2332" y="8224"/>
                  <a:pt x="2237" y="8318"/>
                  <a:pt x="2206" y="8444"/>
                </a:cubicBezTo>
                <a:lnTo>
                  <a:pt x="1702" y="9925"/>
                </a:lnTo>
                <a:cubicBezTo>
                  <a:pt x="1623" y="10161"/>
                  <a:pt x="1784" y="10397"/>
                  <a:pt x="2004" y="10397"/>
                </a:cubicBezTo>
                <a:cubicBezTo>
                  <a:pt x="2048" y="10397"/>
                  <a:pt x="2095" y="10387"/>
                  <a:pt x="2143" y="10366"/>
                </a:cubicBezTo>
                <a:lnTo>
                  <a:pt x="3623" y="9862"/>
                </a:lnTo>
                <a:cubicBezTo>
                  <a:pt x="3749" y="9799"/>
                  <a:pt x="3812" y="9736"/>
                  <a:pt x="3875" y="9610"/>
                </a:cubicBezTo>
                <a:lnTo>
                  <a:pt x="4033" y="9106"/>
                </a:lnTo>
                <a:lnTo>
                  <a:pt x="4190" y="9610"/>
                </a:lnTo>
                <a:cubicBezTo>
                  <a:pt x="4222" y="9736"/>
                  <a:pt x="4285" y="9799"/>
                  <a:pt x="4411" y="9862"/>
                </a:cubicBezTo>
                <a:cubicBezTo>
                  <a:pt x="4484" y="9880"/>
                  <a:pt x="4556" y="9898"/>
                  <a:pt x="4623" y="9898"/>
                </a:cubicBezTo>
                <a:cubicBezTo>
                  <a:pt x="4672" y="9898"/>
                  <a:pt x="4718" y="9889"/>
                  <a:pt x="4758" y="9862"/>
                </a:cubicBezTo>
                <a:lnTo>
                  <a:pt x="5230" y="9610"/>
                </a:lnTo>
                <a:lnTo>
                  <a:pt x="5010" y="10082"/>
                </a:lnTo>
                <a:cubicBezTo>
                  <a:pt x="4978" y="10208"/>
                  <a:pt x="4978" y="10334"/>
                  <a:pt x="5010" y="10398"/>
                </a:cubicBezTo>
                <a:lnTo>
                  <a:pt x="5703" y="11847"/>
                </a:lnTo>
                <a:cubicBezTo>
                  <a:pt x="5797" y="11973"/>
                  <a:pt x="5923" y="12067"/>
                  <a:pt x="6018" y="12067"/>
                </a:cubicBezTo>
                <a:cubicBezTo>
                  <a:pt x="6144" y="12067"/>
                  <a:pt x="6301" y="11973"/>
                  <a:pt x="6333" y="11847"/>
                </a:cubicBezTo>
                <a:lnTo>
                  <a:pt x="7057" y="10398"/>
                </a:lnTo>
                <a:cubicBezTo>
                  <a:pt x="7089" y="10271"/>
                  <a:pt x="7089" y="10177"/>
                  <a:pt x="7057" y="10082"/>
                </a:cubicBezTo>
                <a:lnTo>
                  <a:pt x="6805" y="9610"/>
                </a:lnTo>
                <a:lnTo>
                  <a:pt x="7278" y="9862"/>
                </a:lnTo>
                <a:cubicBezTo>
                  <a:pt x="7341" y="9878"/>
                  <a:pt x="7404" y="9886"/>
                  <a:pt x="7467" y="9886"/>
                </a:cubicBezTo>
                <a:cubicBezTo>
                  <a:pt x="7530" y="9886"/>
                  <a:pt x="7593" y="9878"/>
                  <a:pt x="7656" y="9862"/>
                </a:cubicBezTo>
                <a:cubicBezTo>
                  <a:pt x="7750" y="9799"/>
                  <a:pt x="7845" y="9736"/>
                  <a:pt x="7877" y="9610"/>
                </a:cubicBezTo>
                <a:lnTo>
                  <a:pt x="8034" y="9106"/>
                </a:lnTo>
                <a:lnTo>
                  <a:pt x="8192" y="9610"/>
                </a:lnTo>
                <a:cubicBezTo>
                  <a:pt x="8223" y="9736"/>
                  <a:pt x="8318" y="9799"/>
                  <a:pt x="8444" y="9862"/>
                </a:cubicBezTo>
                <a:lnTo>
                  <a:pt x="9924" y="10366"/>
                </a:lnTo>
                <a:cubicBezTo>
                  <a:pt x="9957" y="10373"/>
                  <a:pt x="9990" y="10377"/>
                  <a:pt x="10023" y="10377"/>
                </a:cubicBezTo>
                <a:cubicBezTo>
                  <a:pt x="10268" y="10377"/>
                  <a:pt x="10477" y="10175"/>
                  <a:pt x="10365" y="9925"/>
                </a:cubicBezTo>
                <a:lnTo>
                  <a:pt x="9861" y="8444"/>
                </a:lnTo>
                <a:cubicBezTo>
                  <a:pt x="9798" y="8318"/>
                  <a:pt x="9735" y="8224"/>
                  <a:pt x="9609" y="8192"/>
                </a:cubicBezTo>
                <a:lnTo>
                  <a:pt x="9105" y="8035"/>
                </a:lnTo>
                <a:lnTo>
                  <a:pt x="9609" y="7877"/>
                </a:lnTo>
                <a:cubicBezTo>
                  <a:pt x="9735" y="7846"/>
                  <a:pt x="9798" y="7751"/>
                  <a:pt x="9861" y="7657"/>
                </a:cubicBezTo>
                <a:cubicBezTo>
                  <a:pt x="9893" y="7531"/>
                  <a:pt x="9924" y="7405"/>
                  <a:pt x="9861" y="7279"/>
                </a:cubicBezTo>
                <a:lnTo>
                  <a:pt x="9609" y="6806"/>
                </a:lnTo>
                <a:lnTo>
                  <a:pt x="10082" y="7058"/>
                </a:lnTo>
                <a:cubicBezTo>
                  <a:pt x="10145" y="7074"/>
                  <a:pt x="10208" y="7082"/>
                  <a:pt x="10263" y="7082"/>
                </a:cubicBezTo>
                <a:cubicBezTo>
                  <a:pt x="10318" y="7082"/>
                  <a:pt x="10365" y="7074"/>
                  <a:pt x="10397" y="7058"/>
                </a:cubicBezTo>
                <a:lnTo>
                  <a:pt x="11846" y="6333"/>
                </a:lnTo>
                <a:cubicBezTo>
                  <a:pt x="11972" y="6270"/>
                  <a:pt x="12067" y="6144"/>
                  <a:pt x="12067" y="6018"/>
                </a:cubicBezTo>
                <a:cubicBezTo>
                  <a:pt x="12067" y="5924"/>
                  <a:pt x="11972" y="5766"/>
                  <a:pt x="11846" y="5703"/>
                </a:cubicBezTo>
                <a:lnTo>
                  <a:pt x="10397" y="5010"/>
                </a:lnTo>
                <a:cubicBezTo>
                  <a:pt x="10334" y="4994"/>
                  <a:pt x="10279" y="4987"/>
                  <a:pt x="10228" y="4987"/>
                </a:cubicBezTo>
                <a:cubicBezTo>
                  <a:pt x="10176" y="4987"/>
                  <a:pt x="10129" y="4994"/>
                  <a:pt x="10082" y="5010"/>
                </a:cubicBezTo>
                <a:lnTo>
                  <a:pt x="9609" y="5231"/>
                </a:lnTo>
                <a:lnTo>
                  <a:pt x="9861" y="4758"/>
                </a:lnTo>
                <a:cubicBezTo>
                  <a:pt x="9893" y="4664"/>
                  <a:pt x="9893" y="4538"/>
                  <a:pt x="9861" y="4412"/>
                </a:cubicBezTo>
                <a:cubicBezTo>
                  <a:pt x="9798" y="4286"/>
                  <a:pt x="9735" y="4223"/>
                  <a:pt x="9609" y="4191"/>
                </a:cubicBezTo>
                <a:lnTo>
                  <a:pt x="9105" y="4034"/>
                </a:lnTo>
                <a:lnTo>
                  <a:pt x="9609" y="3876"/>
                </a:lnTo>
                <a:cubicBezTo>
                  <a:pt x="9735" y="3813"/>
                  <a:pt x="9798" y="3750"/>
                  <a:pt x="9861" y="3624"/>
                </a:cubicBezTo>
                <a:lnTo>
                  <a:pt x="10365" y="2143"/>
                </a:lnTo>
                <a:cubicBezTo>
                  <a:pt x="10397" y="2017"/>
                  <a:pt x="10365" y="1860"/>
                  <a:pt x="10271" y="1765"/>
                </a:cubicBezTo>
                <a:cubicBezTo>
                  <a:pt x="10226" y="1721"/>
                  <a:pt x="10135" y="1676"/>
                  <a:pt x="10040" y="1676"/>
                </a:cubicBezTo>
                <a:cubicBezTo>
                  <a:pt x="10001" y="1676"/>
                  <a:pt x="9961" y="1684"/>
                  <a:pt x="9924" y="1702"/>
                </a:cubicBezTo>
                <a:lnTo>
                  <a:pt x="8444" y="2206"/>
                </a:lnTo>
                <a:cubicBezTo>
                  <a:pt x="8318" y="2238"/>
                  <a:pt x="8223" y="2332"/>
                  <a:pt x="8192" y="2458"/>
                </a:cubicBezTo>
                <a:lnTo>
                  <a:pt x="8034" y="2962"/>
                </a:lnTo>
                <a:lnTo>
                  <a:pt x="7877" y="2458"/>
                </a:lnTo>
                <a:cubicBezTo>
                  <a:pt x="7845" y="2332"/>
                  <a:pt x="7750" y="2238"/>
                  <a:pt x="7656" y="2206"/>
                </a:cubicBezTo>
                <a:cubicBezTo>
                  <a:pt x="7583" y="2188"/>
                  <a:pt x="7510" y="2170"/>
                  <a:pt x="7438" y="2170"/>
                </a:cubicBezTo>
                <a:cubicBezTo>
                  <a:pt x="7384" y="2170"/>
                  <a:pt x="7331" y="2180"/>
                  <a:pt x="7278" y="2206"/>
                </a:cubicBezTo>
                <a:lnTo>
                  <a:pt x="6805" y="2458"/>
                </a:lnTo>
                <a:lnTo>
                  <a:pt x="7057" y="1986"/>
                </a:lnTo>
                <a:cubicBezTo>
                  <a:pt x="7089" y="1860"/>
                  <a:pt x="7089" y="1734"/>
                  <a:pt x="7057" y="1671"/>
                </a:cubicBezTo>
                <a:lnTo>
                  <a:pt x="6333" y="190"/>
                </a:lnTo>
                <a:cubicBezTo>
                  <a:pt x="6270" y="95"/>
                  <a:pt x="6144" y="1"/>
                  <a:pt x="60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5619" name="Google Shape;15619;p86"/>
          <p:cNvGrpSpPr/>
          <p:nvPr/>
        </p:nvGrpSpPr>
        <p:grpSpPr>
          <a:xfrm>
            <a:off x="4915227" y="3444650"/>
            <a:ext cx="476329" cy="475086"/>
            <a:chOff x="-15719925" y="2416825"/>
            <a:chExt cx="306400" cy="305600"/>
          </a:xfrm>
        </p:grpSpPr>
        <p:sp>
          <p:nvSpPr>
            <p:cNvPr id="15620" name="Google Shape;15620;p86"/>
            <p:cNvSpPr/>
            <p:nvPr/>
          </p:nvSpPr>
          <p:spPr>
            <a:xfrm>
              <a:off x="-15719925" y="2416825"/>
              <a:ext cx="306400" cy="305600"/>
            </a:xfrm>
            <a:custGeom>
              <a:avLst/>
              <a:gdLst/>
              <a:ahLst/>
              <a:cxnLst/>
              <a:rect l="l" t="t" r="r" b="b"/>
              <a:pathLst>
                <a:path w="12256" h="12224" extrusionOk="0">
                  <a:moveTo>
                    <a:pt x="6648" y="756"/>
                  </a:moveTo>
                  <a:lnTo>
                    <a:pt x="8002" y="3466"/>
                  </a:lnTo>
                  <a:cubicBezTo>
                    <a:pt x="8034" y="3560"/>
                    <a:pt x="8065" y="3592"/>
                    <a:pt x="8160" y="3623"/>
                  </a:cubicBezTo>
                  <a:lnTo>
                    <a:pt x="9451" y="4316"/>
                  </a:lnTo>
                  <a:lnTo>
                    <a:pt x="10617" y="7246"/>
                  </a:lnTo>
                  <a:lnTo>
                    <a:pt x="7845" y="7246"/>
                  </a:lnTo>
                  <a:lnTo>
                    <a:pt x="7215" y="5356"/>
                  </a:lnTo>
                  <a:cubicBezTo>
                    <a:pt x="7135" y="5198"/>
                    <a:pt x="6990" y="5128"/>
                    <a:pt x="6852" y="5128"/>
                  </a:cubicBezTo>
                  <a:cubicBezTo>
                    <a:pt x="6826" y="5128"/>
                    <a:pt x="6799" y="5130"/>
                    <a:pt x="6774" y="5135"/>
                  </a:cubicBezTo>
                  <a:cubicBezTo>
                    <a:pt x="6616" y="5167"/>
                    <a:pt x="6490" y="5419"/>
                    <a:pt x="6522" y="5576"/>
                  </a:cubicBezTo>
                  <a:lnTo>
                    <a:pt x="7089" y="7215"/>
                  </a:lnTo>
                  <a:lnTo>
                    <a:pt x="5167" y="7215"/>
                  </a:lnTo>
                  <a:lnTo>
                    <a:pt x="5797" y="4064"/>
                  </a:lnTo>
                  <a:cubicBezTo>
                    <a:pt x="5828" y="3875"/>
                    <a:pt x="5702" y="3686"/>
                    <a:pt x="5513" y="3623"/>
                  </a:cubicBezTo>
                  <a:cubicBezTo>
                    <a:pt x="5494" y="3620"/>
                    <a:pt x="5474" y="3618"/>
                    <a:pt x="5454" y="3618"/>
                  </a:cubicBezTo>
                  <a:cubicBezTo>
                    <a:pt x="5281" y="3618"/>
                    <a:pt x="5101" y="3737"/>
                    <a:pt x="5072" y="3907"/>
                  </a:cubicBezTo>
                  <a:lnTo>
                    <a:pt x="4411" y="7183"/>
                  </a:lnTo>
                  <a:lnTo>
                    <a:pt x="1607" y="7183"/>
                  </a:lnTo>
                  <a:lnTo>
                    <a:pt x="2142" y="4946"/>
                  </a:lnTo>
                  <a:lnTo>
                    <a:pt x="3466" y="4316"/>
                  </a:lnTo>
                  <a:cubicBezTo>
                    <a:pt x="3529" y="4253"/>
                    <a:pt x="3560" y="4222"/>
                    <a:pt x="3623" y="4159"/>
                  </a:cubicBezTo>
                  <a:lnTo>
                    <a:pt x="4253" y="2930"/>
                  </a:lnTo>
                  <a:lnTo>
                    <a:pt x="6175" y="2930"/>
                  </a:lnTo>
                  <a:cubicBezTo>
                    <a:pt x="6364" y="2930"/>
                    <a:pt x="6522" y="2772"/>
                    <a:pt x="6522" y="2583"/>
                  </a:cubicBezTo>
                  <a:cubicBezTo>
                    <a:pt x="6522" y="2363"/>
                    <a:pt x="6364" y="2205"/>
                    <a:pt x="6175" y="2205"/>
                  </a:cubicBezTo>
                  <a:lnTo>
                    <a:pt x="5230" y="2205"/>
                  </a:lnTo>
                  <a:lnTo>
                    <a:pt x="5702" y="756"/>
                  </a:lnTo>
                  <a:close/>
                  <a:moveTo>
                    <a:pt x="10397" y="7876"/>
                  </a:moveTo>
                  <a:lnTo>
                    <a:pt x="9830" y="8601"/>
                  </a:lnTo>
                  <a:lnTo>
                    <a:pt x="8916" y="8601"/>
                  </a:lnTo>
                  <a:cubicBezTo>
                    <a:pt x="8727" y="8601"/>
                    <a:pt x="8569" y="8758"/>
                    <a:pt x="8569" y="8947"/>
                  </a:cubicBezTo>
                  <a:cubicBezTo>
                    <a:pt x="8664" y="9199"/>
                    <a:pt x="8821" y="9357"/>
                    <a:pt x="9010" y="9357"/>
                  </a:cubicBezTo>
                  <a:lnTo>
                    <a:pt x="9357" y="9357"/>
                  </a:lnTo>
                  <a:lnTo>
                    <a:pt x="8821" y="10050"/>
                  </a:lnTo>
                  <a:lnTo>
                    <a:pt x="7561" y="10050"/>
                  </a:lnTo>
                  <a:cubicBezTo>
                    <a:pt x="7435" y="10050"/>
                    <a:pt x="7278" y="10145"/>
                    <a:pt x="7246" y="10239"/>
                  </a:cubicBezTo>
                  <a:lnTo>
                    <a:pt x="6616" y="11468"/>
                  </a:lnTo>
                  <a:lnTo>
                    <a:pt x="5576" y="11468"/>
                  </a:lnTo>
                  <a:lnTo>
                    <a:pt x="5041" y="10775"/>
                  </a:lnTo>
                  <a:lnTo>
                    <a:pt x="6080" y="10775"/>
                  </a:lnTo>
                  <a:cubicBezTo>
                    <a:pt x="6301" y="10775"/>
                    <a:pt x="6459" y="10617"/>
                    <a:pt x="6459" y="10397"/>
                  </a:cubicBezTo>
                  <a:cubicBezTo>
                    <a:pt x="6459" y="10208"/>
                    <a:pt x="6301" y="10050"/>
                    <a:pt x="6080" y="10050"/>
                  </a:cubicBezTo>
                  <a:lnTo>
                    <a:pt x="4474" y="10050"/>
                  </a:lnTo>
                  <a:lnTo>
                    <a:pt x="3529" y="8758"/>
                  </a:lnTo>
                  <a:cubicBezTo>
                    <a:pt x="3466" y="8664"/>
                    <a:pt x="3371" y="8601"/>
                    <a:pt x="3245" y="8601"/>
                  </a:cubicBezTo>
                  <a:lnTo>
                    <a:pt x="2048" y="8601"/>
                  </a:lnTo>
                  <a:lnTo>
                    <a:pt x="1670" y="7876"/>
                  </a:lnTo>
                  <a:close/>
                  <a:moveTo>
                    <a:pt x="5419" y="0"/>
                  </a:moveTo>
                  <a:cubicBezTo>
                    <a:pt x="5261" y="0"/>
                    <a:pt x="5135" y="126"/>
                    <a:pt x="5072" y="252"/>
                  </a:cubicBezTo>
                  <a:lnTo>
                    <a:pt x="4442" y="2174"/>
                  </a:lnTo>
                  <a:lnTo>
                    <a:pt x="3970" y="2174"/>
                  </a:lnTo>
                  <a:cubicBezTo>
                    <a:pt x="3844" y="2174"/>
                    <a:pt x="3686" y="2237"/>
                    <a:pt x="3655" y="2363"/>
                  </a:cubicBezTo>
                  <a:lnTo>
                    <a:pt x="2993" y="3718"/>
                  </a:lnTo>
                  <a:lnTo>
                    <a:pt x="1638" y="4379"/>
                  </a:lnTo>
                  <a:cubicBezTo>
                    <a:pt x="1575" y="4411"/>
                    <a:pt x="1481" y="4505"/>
                    <a:pt x="1449" y="4600"/>
                  </a:cubicBezTo>
                  <a:lnTo>
                    <a:pt x="819" y="7215"/>
                  </a:lnTo>
                  <a:lnTo>
                    <a:pt x="347" y="7215"/>
                  </a:lnTo>
                  <a:cubicBezTo>
                    <a:pt x="158" y="7215"/>
                    <a:pt x="0" y="7372"/>
                    <a:pt x="0" y="7561"/>
                  </a:cubicBezTo>
                  <a:cubicBezTo>
                    <a:pt x="0" y="7750"/>
                    <a:pt x="158" y="7908"/>
                    <a:pt x="347" y="7908"/>
                  </a:cubicBezTo>
                  <a:lnTo>
                    <a:pt x="851" y="7908"/>
                  </a:lnTo>
                  <a:lnTo>
                    <a:pt x="1481" y="9136"/>
                  </a:lnTo>
                  <a:cubicBezTo>
                    <a:pt x="1575" y="9262"/>
                    <a:pt x="1670" y="9325"/>
                    <a:pt x="1796" y="9325"/>
                  </a:cubicBezTo>
                  <a:lnTo>
                    <a:pt x="3056" y="9325"/>
                  </a:lnTo>
                  <a:lnTo>
                    <a:pt x="3623" y="10050"/>
                  </a:lnTo>
                  <a:lnTo>
                    <a:pt x="2552" y="10050"/>
                  </a:lnTo>
                  <a:cubicBezTo>
                    <a:pt x="2363" y="10050"/>
                    <a:pt x="2205" y="10208"/>
                    <a:pt x="2205" y="10397"/>
                  </a:cubicBezTo>
                  <a:cubicBezTo>
                    <a:pt x="2205" y="10617"/>
                    <a:pt x="2363" y="10775"/>
                    <a:pt x="2552" y="10775"/>
                  </a:cubicBezTo>
                  <a:lnTo>
                    <a:pt x="4159" y="10775"/>
                  </a:lnTo>
                  <a:lnTo>
                    <a:pt x="5104" y="12066"/>
                  </a:lnTo>
                  <a:cubicBezTo>
                    <a:pt x="5198" y="12129"/>
                    <a:pt x="5261" y="12224"/>
                    <a:pt x="5387" y="12224"/>
                  </a:cubicBezTo>
                  <a:lnTo>
                    <a:pt x="6805" y="12224"/>
                  </a:lnTo>
                  <a:cubicBezTo>
                    <a:pt x="6931" y="12224"/>
                    <a:pt x="7089" y="12129"/>
                    <a:pt x="7120" y="12035"/>
                  </a:cubicBezTo>
                  <a:lnTo>
                    <a:pt x="7750" y="10806"/>
                  </a:lnTo>
                  <a:lnTo>
                    <a:pt x="8979" y="10806"/>
                  </a:lnTo>
                  <a:cubicBezTo>
                    <a:pt x="9073" y="10806"/>
                    <a:pt x="9199" y="10775"/>
                    <a:pt x="9231" y="10649"/>
                  </a:cubicBezTo>
                  <a:lnTo>
                    <a:pt x="10176" y="9357"/>
                  </a:lnTo>
                  <a:lnTo>
                    <a:pt x="11184" y="9357"/>
                  </a:lnTo>
                  <a:cubicBezTo>
                    <a:pt x="11373" y="9357"/>
                    <a:pt x="11531" y="9199"/>
                    <a:pt x="11531" y="8979"/>
                  </a:cubicBezTo>
                  <a:cubicBezTo>
                    <a:pt x="11531" y="8790"/>
                    <a:pt x="11373" y="8632"/>
                    <a:pt x="11184" y="8632"/>
                  </a:cubicBezTo>
                  <a:lnTo>
                    <a:pt x="10775" y="8632"/>
                  </a:lnTo>
                  <a:lnTo>
                    <a:pt x="11342" y="7908"/>
                  </a:lnTo>
                  <a:lnTo>
                    <a:pt x="11877" y="7908"/>
                  </a:lnTo>
                  <a:cubicBezTo>
                    <a:pt x="12098" y="7908"/>
                    <a:pt x="12255" y="7750"/>
                    <a:pt x="12255" y="7561"/>
                  </a:cubicBezTo>
                  <a:cubicBezTo>
                    <a:pt x="12255" y="7372"/>
                    <a:pt x="12098" y="7215"/>
                    <a:pt x="11877" y="7215"/>
                  </a:cubicBezTo>
                  <a:lnTo>
                    <a:pt x="11373" y="7215"/>
                  </a:lnTo>
                  <a:lnTo>
                    <a:pt x="10019" y="3875"/>
                  </a:lnTo>
                  <a:cubicBezTo>
                    <a:pt x="9987" y="3781"/>
                    <a:pt x="9956" y="3718"/>
                    <a:pt x="9861" y="3655"/>
                  </a:cubicBezTo>
                  <a:lnTo>
                    <a:pt x="8538" y="2993"/>
                  </a:lnTo>
                  <a:lnTo>
                    <a:pt x="7152" y="189"/>
                  </a:lnTo>
                  <a:cubicBezTo>
                    <a:pt x="7089" y="95"/>
                    <a:pt x="6963" y="0"/>
                    <a:pt x="68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621" name="Google Shape;15621;p86"/>
            <p:cNvSpPr/>
            <p:nvPr/>
          </p:nvSpPr>
          <p:spPr>
            <a:xfrm>
              <a:off x="-15467900" y="2686175"/>
              <a:ext cx="53575" cy="17350"/>
            </a:xfrm>
            <a:custGeom>
              <a:avLst/>
              <a:gdLst/>
              <a:ahLst/>
              <a:cxnLst/>
              <a:rect l="l" t="t" r="r" b="b"/>
              <a:pathLst>
                <a:path w="2143" h="694" extrusionOk="0">
                  <a:moveTo>
                    <a:pt x="347" y="1"/>
                  </a:moveTo>
                  <a:cubicBezTo>
                    <a:pt x="158" y="1"/>
                    <a:pt x="1" y="158"/>
                    <a:pt x="1" y="347"/>
                  </a:cubicBezTo>
                  <a:cubicBezTo>
                    <a:pt x="1" y="536"/>
                    <a:pt x="158" y="694"/>
                    <a:pt x="347" y="694"/>
                  </a:cubicBezTo>
                  <a:lnTo>
                    <a:pt x="1796" y="694"/>
                  </a:lnTo>
                  <a:cubicBezTo>
                    <a:pt x="1985" y="694"/>
                    <a:pt x="2143" y="536"/>
                    <a:pt x="2143" y="347"/>
                  </a:cubicBezTo>
                  <a:cubicBezTo>
                    <a:pt x="2143" y="158"/>
                    <a:pt x="1985" y="1"/>
                    <a:pt x="17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622" name="Google Shape;15622;p86"/>
            <p:cNvSpPr/>
            <p:nvPr/>
          </p:nvSpPr>
          <p:spPr>
            <a:xfrm>
              <a:off x="-15718350" y="2703500"/>
              <a:ext cx="54350" cy="18150"/>
            </a:xfrm>
            <a:custGeom>
              <a:avLst/>
              <a:gdLst/>
              <a:ahLst/>
              <a:cxnLst/>
              <a:rect l="l" t="t" r="r" b="b"/>
              <a:pathLst>
                <a:path w="2174" h="726" extrusionOk="0">
                  <a:moveTo>
                    <a:pt x="347" y="1"/>
                  </a:moveTo>
                  <a:cubicBezTo>
                    <a:pt x="158" y="1"/>
                    <a:pt x="0" y="158"/>
                    <a:pt x="0" y="347"/>
                  </a:cubicBezTo>
                  <a:cubicBezTo>
                    <a:pt x="0" y="568"/>
                    <a:pt x="158" y="725"/>
                    <a:pt x="347" y="725"/>
                  </a:cubicBezTo>
                  <a:lnTo>
                    <a:pt x="1827" y="725"/>
                  </a:lnTo>
                  <a:cubicBezTo>
                    <a:pt x="2016" y="725"/>
                    <a:pt x="2174" y="568"/>
                    <a:pt x="2174" y="347"/>
                  </a:cubicBezTo>
                  <a:cubicBezTo>
                    <a:pt x="2174" y="158"/>
                    <a:pt x="2016" y="1"/>
                    <a:pt x="18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5623" name="Google Shape;15623;p86"/>
          <p:cNvSpPr/>
          <p:nvPr/>
        </p:nvSpPr>
        <p:spPr>
          <a:xfrm>
            <a:off x="2001502" y="1687545"/>
            <a:ext cx="477534" cy="475746"/>
          </a:xfrm>
          <a:custGeom>
            <a:avLst/>
            <a:gdLst/>
            <a:ahLst/>
            <a:cxnLst/>
            <a:rect l="l" t="t" r="r" b="b"/>
            <a:pathLst>
              <a:path w="12287" h="12241" extrusionOk="0">
                <a:moveTo>
                  <a:pt x="6207" y="1056"/>
                </a:moveTo>
                <a:lnTo>
                  <a:pt x="6553" y="1560"/>
                </a:lnTo>
                <a:cubicBezTo>
                  <a:pt x="6994" y="2253"/>
                  <a:pt x="7656" y="2663"/>
                  <a:pt x="8443" y="2820"/>
                </a:cubicBezTo>
                <a:cubicBezTo>
                  <a:pt x="8191" y="3261"/>
                  <a:pt x="8097" y="3765"/>
                  <a:pt x="8002" y="4332"/>
                </a:cubicBezTo>
                <a:cubicBezTo>
                  <a:pt x="7939" y="5152"/>
                  <a:pt x="8097" y="5939"/>
                  <a:pt x="8443" y="6506"/>
                </a:cubicBezTo>
                <a:cubicBezTo>
                  <a:pt x="8498" y="6588"/>
                  <a:pt x="8623" y="6670"/>
                  <a:pt x="8758" y="6670"/>
                </a:cubicBezTo>
                <a:cubicBezTo>
                  <a:pt x="8779" y="6670"/>
                  <a:pt x="8800" y="6668"/>
                  <a:pt x="8821" y="6664"/>
                </a:cubicBezTo>
                <a:cubicBezTo>
                  <a:pt x="9420" y="6506"/>
                  <a:pt x="9924" y="6223"/>
                  <a:pt x="10365" y="5908"/>
                </a:cubicBezTo>
                <a:cubicBezTo>
                  <a:pt x="10680" y="6254"/>
                  <a:pt x="11090" y="6569"/>
                  <a:pt x="11499" y="6853"/>
                </a:cubicBezTo>
                <a:cubicBezTo>
                  <a:pt x="11279" y="7325"/>
                  <a:pt x="11153" y="7798"/>
                  <a:pt x="11153" y="8271"/>
                </a:cubicBezTo>
                <a:cubicBezTo>
                  <a:pt x="10586" y="8302"/>
                  <a:pt x="10082" y="8428"/>
                  <a:pt x="9578" y="8617"/>
                </a:cubicBezTo>
                <a:cubicBezTo>
                  <a:pt x="9389" y="8712"/>
                  <a:pt x="9294" y="8932"/>
                  <a:pt x="9389" y="9090"/>
                </a:cubicBezTo>
                <a:lnTo>
                  <a:pt x="9704" y="9751"/>
                </a:lnTo>
                <a:lnTo>
                  <a:pt x="7183" y="8932"/>
                </a:lnTo>
                <a:lnTo>
                  <a:pt x="9861" y="7861"/>
                </a:lnTo>
                <a:cubicBezTo>
                  <a:pt x="10050" y="7798"/>
                  <a:pt x="10145" y="7609"/>
                  <a:pt x="10050" y="7388"/>
                </a:cubicBezTo>
                <a:cubicBezTo>
                  <a:pt x="10003" y="7247"/>
                  <a:pt x="9867" y="7176"/>
                  <a:pt x="9722" y="7176"/>
                </a:cubicBezTo>
                <a:cubicBezTo>
                  <a:pt x="9674" y="7176"/>
                  <a:pt x="9625" y="7184"/>
                  <a:pt x="9578" y="7199"/>
                </a:cubicBezTo>
                <a:lnTo>
                  <a:pt x="6522" y="8428"/>
                </a:lnTo>
                <a:lnTo>
                  <a:pt x="6522" y="3986"/>
                </a:lnTo>
                <a:cubicBezTo>
                  <a:pt x="6522" y="3765"/>
                  <a:pt x="6364" y="3608"/>
                  <a:pt x="6144" y="3608"/>
                </a:cubicBezTo>
                <a:cubicBezTo>
                  <a:pt x="5955" y="3608"/>
                  <a:pt x="5797" y="3765"/>
                  <a:pt x="5797" y="3986"/>
                </a:cubicBezTo>
                <a:lnTo>
                  <a:pt x="5797" y="8428"/>
                </a:lnTo>
                <a:lnTo>
                  <a:pt x="2710" y="7199"/>
                </a:lnTo>
                <a:cubicBezTo>
                  <a:pt x="2662" y="7184"/>
                  <a:pt x="2615" y="7176"/>
                  <a:pt x="2570" y="7176"/>
                </a:cubicBezTo>
                <a:cubicBezTo>
                  <a:pt x="2434" y="7176"/>
                  <a:pt x="2316" y="7247"/>
                  <a:pt x="2268" y="7388"/>
                </a:cubicBezTo>
                <a:cubicBezTo>
                  <a:pt x="2174" y="7609"/>
                  <a:pt x="2268" y="7798"/>
                  <a:pt x="2457" y="7861"/>
                </a:cubicBezTo>
                <a:lnTo>
                  <a:pt x="5135" y="8932"/>
                </a:lnTo>
                <a:lnTo>
                  <a:pt x="2615" y="9751"/>
                </a:lnTo>
                <a:lnTo>
                  <a:pt x="2930" y="9090"/>
                </a:lnTo>
                <a:cubicBezTo>
                  <a:pt x="2993" y="8901"/>
                  <a:pt x="2930" y="8712"/>
                  <a:pt x="2741" y="8617"/>
                </a:cubicBezTo>
                <a:cubicBezTo>
                  <a:pt x="2205" y="8397"/>
                  <a:pt x="1701" y="8271"/>
                  <a:pt x="1166" y="8271"/>
                </a:cubicBezTo>
                <a:cubicBezTo>
                  <a:pt x="1166" y="7798"/>
                  <a:pt x="1040" y="7325"/>
                  <a:pt x="882" y="6853"/>
                </a:cubicBezTo>
                <a:cubicBezTo>
                  <a:pt x="1323" y="6569"/>
                  <a:pt x="1701" y="6254"/>
                  <a:pt x="2016" y="5908"/>
                </a:cubicBezTo>
                <a:cubicBezTo>
                  <a:pt x="2457" y="6254"/>
                  <a:pt x="2962" y="6506"/>
                  <a:pt x="3560" y="6664"/>
                </a:cubicBezTo>
                <a:cubicBezTo>
                  <a:pt x="3596" y="6671"/>
                  <a:pt x="3631" y="6675"/>
                  <a:pt x="3665" y="6675"/>
                </a:cubicBezTo>
                <a:cubicBezTo>
                  <a:pt x="3784" y="6675"/>
                  <a:pt x="3889" y="6628"/>
                  <a:pt x="3938" y="6506"/>
                </a:cubicBezTo>
                <a:cubicBezTo>
                  <a:pt x="4316" y="5939"/>
                  <a:pt x="4411" y="5152"/>
                  <a:pt x="4379" y="4332"/>
                </a:cubicBezTo>
                <a:cubicBezTo>
                  <a:pt x="4348" y="3734"/>
                  <a:pt x="4190" y="3230"/>
                  <a:pt x="3938" y="2820"/>
                </a:cubicBezTo>
                <a:cubicBezTo>
                  <a:pt x="4694" y="2663"/>
                  <a:pt x="5356" y="2190"/>
                  <a:pt x="5828" y="1560"/>
                </a:cubicBezTo>
                <a:lnTo>
                  <a:pt x="6207" y="1056"/>
                </a:lnTo>
                <a:close/>
                <a:moveTo>
                  <a:pt x="6116" y="1"/>
                </a:moveTo>
                <a:cubicBezTo>
                  <a:pt x="6002" y="1"/>
                  <a:pt x="5892" y="48"/>
                  <a:pt x="5828" y="142"/>
                </a:cubicBezTo>
                <a:lnTo>
                  <a:pt x="5198" y="1150"/>
                </a:lnTo>
                <a:cubicBezTo>
                  <a:pt x="4789" y="1781"/>
                  <a:pt x="4064" y="2159"/>
                  <a:pt x="3277" y="2159"/>
                </a:cubicBezTo>
                <a:cubicBezTo>
                  <a:pt x="2962" y="2159"/>
                  <a:pt x="2804" y="2568"/>
                  <a:pt x="3056" y="2757"/>
                </a:cubicBezTo>
                <a:cubicBezTo>
                  <a:pt x="3371" y="3072"/>
                  <a:pt x="3592" y="3671"/>
                  <a:pt x="3623" y="4364"/>
                </a:cubicBezTo>
                <a:cubicBezTo>
                  <a:pt x="3686" y="4931"/>
                  <a:pt x="3592" y="5467"/>
                  <a:pt x="3434" y="5876"/>
                </a:cubicBezTo>
                <a:cubicBezTo>
                  <a:pt x="2962" y="5719"/>
                  <a:pt x="2520" y="5435"/>
                  <a:pt x="2174" y="5120"/>
                </a:cubicBezTo>
                <a:cubicBezTo>
                  <a:pt x="2103" y="5049"/>
                  <a:pt x="2019" y="5016"/>
                  <a:pt x="1937" y="5016"/>
                </a:cubicBezTo>
                <a:cubicBezTo>
                  <a:pt x="1837" y="5016"/>
                  <a:pt x="1739" y="5065"/>
                  <a:pt x="1670" y="5152"/>
                </a:cubicBezTo>
                <a:cubicBezTo>
                  <a:pt x="1323" y="5624"/>
                  <a:pt x="851" y="6065"/>
                  <a:pt x="252" y="6349"/>
                </a:cubicBezTo>
                <a:cubicBezTo>
                  <a:pt x="95" y="6412"/>
                  <a:pt x="0" y="6601"/>
                  <a:pt x="95" y="6790"/>
                </a:cubicBezTo>
                <a:cubicBezTo>
                  <a:pt x="347" y="7388"/>
                  <a:pt x="441" y="8018"/>
                  <a:pt x="410" y="8586"/>
                </a:cubicBezTo>
                <a:cubicBezTo>
                  <a:pt x="410" y="8712"/>
                  <a:pt x="441" y="8775"/>
                  <a:pt x="536" y="8838"/>
                </a:cubicBezTo>
                <a:cubicBezTo>
                  <a:pt x="630" y="8964"/>
                  <a:pt x="788" y="8964"/>
                  <a:pt x="945" y="8964"/>
                </a:cubicBezTo>
                <a:cubicBezTo>
                  <a:pt x="1355" y="8964"/>
                  <a:pt x="1701" y="9058"/>
                  <a:pt x="2111" y="9153"/>
                </a:cubicBezTo>
                <a:lnTo>
                  <a:pt x="1544" y="10224"/>
                </a:lnTo>
                <a:cubicBezTo>
                  <a:pt x="1406" y="10472"/>
                  <a:pt x="1606" y="10745"/>
                  <a:pt x="1870" y="10745"/>
                </a:cubicBezTo>
                <a:cubicBezTo>
                  <a:pt x="1907" y="10745"/>
                  <a:pt x="1946" y="10740"/>
                  <a:pt x="1985" y="10728"/>
                </a:cubicBezTo>
                <a:lnTo>
                  <a:pt x="5797" y="9499"/>
                </a:lnTo>
                <a:lnTo>
                  <a:pt x="5797" y="11894"/>
                </a:lnTo>
                <a:cubicBezTo>
                  <a:pt x="5797" y="12083"/>
                  <a:pt x="5955" y="12240"/>
                  <a:pt x="6144" y="12240"/>
                </a:cubicBezTo>
                <a:cubicBezTo>
                  <a:pt x="6364" y="12240"/>
                  <a:pt x="6522" y="12083"/>
                  <a:pt x="6522" y="11894"/>
                </a:cubicBezTo>
                <a:lnTo>
                  <a:pt x="6522" y="9499"/>
                </a:lnTo>
                <a:lnTo>
                  <a:pt x="10334" y="10728"/>
                </a:lnTo>
                <a:cubicBezTo>
                  <a:pt x="10382" y="10747"/>
                  <a:pt x="10431" y="10756"/>
                  <a:pt x="10476" y="10756"/>
                </a:cubicBezTo>
                <a:cubicBezTo>
                  <a:pt x="10726" y="10756"/>
                  <a:pt x="10908" y="10490"/>
                  <a:pt x="10775" y="10224"/>
                </a:cubicBezTo>
                <a:lnTo>
                  <a:pt x="10208" y="9153"/>
                </a:lnTo>
                <a:cubicBezTo>
                  <a:pt x="10554" y="9058"/>
                  <a:pt x="10964" y="8964"/>
                  <a:pt x="11342" y="8964"/>
                </a:cubicBezTo>
                <a:cubicBezTo>
                  <a:pt x="11387" y="8964"/>
                  <a:pt x="11432" y="8966"/>
                  <a:pt x="11476" y="8966"/>
                </a:cubicBezTo>
                <a:cubicBezTo>
                  <a:pt x="11587" y="8966"/>
                  <a:pt x="11693" y="8950"/>
                  <a:pt x="11783" y="8838"/>
                </a:cubicBezTo>
                <a:cubicBezTo>
                  <a:pt x="11846" y="8775"/>
                  <a:pt x="11909" y="8680"/>
                  <a:pt x="11909" y="8586"/>
                </a:cubicBezTo>
                <a:cubicBezTo>
                  <a:pt x="11877" y="7987"/>
                  <a:pt x="11972" y="7388"/>
                  <a:pt x="12224" y="6790"/>
                </a:cubicBezTo>
                <a:cubicBezTo>
                  <a:pt x="12287" y="6601"/>
                  <a:pt x="12224" y="6412"/>
                  <a:pt x="12003" y="6349"/>
                </a:cubicBezTo>
                <a:cubicBezTo>
                  <a:pt x="11436" y="6065"/>
                  <a:pt x="10964" y="5624"/>
                  <a:pt x="10586" y="5152"/>
                </a:cubicBezTo>
                <a:cubicBezTo>
                  <a:pt x="10534" y="5065"/>
                  <a:pt x="10434" y="5016"/>
                  <a:pt x="10329" y="5016"/>
                </a:cubicBezTo>
                <a:cubicBezTo>
                  <a:pt x="10243" y="5016"/>
                  <a:pt x="10153" y="5049"/>
                  <a:pt x="10082" y="5120"/>
                </a:cubicBezTo>
                <a:cubicBezTo>
                  <a:pt x="9735" y="5435"/>
                  <a:pt x="9294" y="5719"/>
                  <a:pt x="8821" y="5876"/>
                </a:cubicBezTo>
                <a:cubicBezTo>
                  <a:pt x="8664" y="5467"/>
                  <a:pt x="8601" y="4931"/>
                  <a:pt x="8632" y="4364"/>
                </a:cubicBezTo>
                <a:cubicBezTo>
                  <a:pt x="8664" y="3702"/>
                  <a:pt x="8916" y="3072"/>
                  <a:pt x="9231" y="2757"/>
                </a:cubicBezTo>
                <a:cubicBezTo>
                  <a:pt x="9452" y="2505"/>
                  <a:pt x="9294" y="2159"/>
                  <a:pt x="8979" y="2159"/>
                </a:cubicBezTo>
                <a:cubicBezTo>
                  <a:pt x="8191" y="2159"/>
                  <a:pt x="7498" y="1781"/>
                  <a:pt x="7057" y="1150"/>
                </a:cubicBezTo>
                <a:lnTo>
                  <a:pt x="6427" y="142"/>
                </a:lnTo>
                <a:cubicBezTo>
                  <a:pt x="6348" y="48"/>
                  <a:pt x="6230" y="1"/>
                  <a:pt x="61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624" name="Google Shape;15624;p86"/>
          <p:cNvSpPr/>
          <p:nvPr/>
        </p:nvSpPr>
        <p:spPr>
          <a:xfrm>
            <a:off x="2003329" y="2331824"/>
            <a:ext cx="473881" cy="359346"/>
          </a:xfrm>
          <a:custGeom>
            <a:avLst/>
            <a:gdLst/>
            <a:ahLst/>
            <a:cxnLst/>
            <a:rect l="l" t="t" r="r" b="b"/>
            <a:pathLst>
              <a:path w="12193" h="9246" extrusionOk="0">
                <a:moveTo>
                  <a:pt x="3781" y="1936"/>
                </a:moveTo>
                <a:lnTo>
                  <a:pt x="3907" y="2881"/>
                </a:lnTo>
                <a:lnTo>
                  <a:pt x="3466" y="2881"/>
                </a:lnTo>
                <a:lnTo>
                  <a:pt x="3781" y="1936"/>
                </a:lnTo>
                <a:close/>
                <a:moveTo>
                  <a:pt x="2489" y="3574"/>
                </a:moveTo>
                <a:lnTo>
                  <a:pt x="2017" y="4961"/>
                </a:lnTo>
                <a:cubicBezTo>
                  <a:pt x="1387" y="4771"/>
                  <a:pt x="914" y="4267"/>
                  <a:pt x="757" y="3574"/>
                </a:cubicBezTo>
                <a:close/>
                <a:moveTo>
                  <a:pt x="7877" y="3574"/>
                </a:moveTo>
                <a:lnTo>
                  <a:pt x="7877" y="3952"/>
                </a:lnTo>
                <a:cubicBezTo>
                  <a:pt x="7877" y="4425"/>
                  <a:pt x="7562" y="4835"/>
                  <a:pt x="7089" y="4961"/>
                </a:cubicBezTo>
                <a:cubicBezTo>
                  <a:pt x="7058" y="4835"/>
                  <a:pt x="7026" y="4740"/>
                  <a:pt x="6932" y="4614"/>
                </a:cubicBezTo>
                <a:lnTo>
                  <a:pt x="6302" y="3574"/>
                </a:lnTo>
                <a:close/>
                <a:moveTo>
                  <a:pt x="4033" y="3574"/>
                </a:moveTo>
                <a:lnTo>
                  <a:pt x="4222" y="4992"/>
                </a:lnTo>
                <a:lnTo>
                  <a:pt x="2773" y="4992"/>
                </a:lnTo>
                <a:lnTo>
                  <a:pt x="3246" y="3574"/>
                </a:lnTo>
                <a:close/>
                <a:moveTo>
                  <a:pt x="10712" y="3574"/>
                </a:moveTo>
                <a:cubicBezTo>
                  <a:pt x="11153" y="3637"/>
                  <a:pt x="11468" y="3952"/>
                  <a:pt x="11468" y="4330"/>
                </a:cubicBezTo>
                <a:cubicBezTo>
                  <a:pt x="11437" y="4740"/>
                  <a:pt x="11153" y="4992"/>
                  <a:pt x="10775" y="4992"/>
                </a:cubicBezTo>
                <a:cubicBezTo>
                  <a:pt x="10366" y="4992"/>
                  <a:pt x="10051" y="4677"/>
                  <a:pt x="10051" y="4299"/>
                </a:cubicBezTo>
                <a:cubicBezTo>
                  <a:pt x="10051" y="3889"/>
                  <a:pt x="10334" y="3574"/>
                  <a:pt x="10712" y="3574"/>
                </a:cubicBezTo>
                <a:close/>
                <a:moveTo>
                  <a:pt x="4537" y="2062"/>
                </a:moveTo>
                <a:lnTo>
                  <a:pt x="6365" y="4992"/>
                </a:lnTo>
                <a:cubicBezTo>
                  <a:pt x="6428" y="5118"/>
                  <a:pt x="6491" y="5244"/>
                  <a:pt x="6491" y="5370"/>
                </a:cubicBezTo>
                <a:cubicBezTo>
                  <a:pt x="6491" y="5748"/>
                  <a:pt x="6176" y="6063"/>
                  <a:pt x="5766" y="6063"/>
                </a:cubicBezTo>
                <a:cubicBezTo>
                  <a:pt x="5356" y="6063"/>
                  <a:pt x="5104" y="5843"/>
                  <a:pt x="5010" y="5465"/>
                </a:cubicBezTo>
                <a:lnTo>
                  <a:pt x="4537" y="2062"/>
                </a:lnTo>
                <a:close/>
                <a:moveTo>
                  <a:pt x="9515" y="3543"/>
                </a:moveTo>
                <a:cubicBezTo>
                  <a:pt x="9389" y="3732"/>
                  <a:pt x="9295" y="3984"/>
                  <a:pt x="9295" y="4236"/>
                </a:cubicBezTo>
                <a:cubicBezTo>
                  <a:pt x="9295" y="5024"/>
                  <a:pt x="9925" y="5654"/>
                  <a:pt x="10712" y="5654"/>
                </a:cubicBezTo>
                <a:lnTo>
                  <a:pt x="10870" y="5654"/>
                </a:lnTo>
                <a:lnTo>
                  <a:pt x="10397" y="6693"/>
                </a:lnTo>
                <a:cubicBezTo>
                  <a:pt x="10303" y="6977"/>
                  <a:pt x="10019" y="7134"/>
                  <a:pt x="9704" y="7134"/>
                </a:cubicBezTo>
                <a:lnTo>
                  <a:pt x="4663" y="7134"/>
                </a:lnTo>
                <a:cubicBezTo>
                  <a:pt x="3781" y="7134"/>
                  <a:pt x="3088" y="6504"/>
                  <a:pt x="2931" y="5717"/>
                </a:cubicBezTo>
                <a:lnTo>
                  <a:pt x="4348" y="5717"/>
                </a:lnTo>
                <a:cubicBezTo>
                  <a:pt x="4506" y="6347"/>
                  <a:pt x="5041" y="6788"/>
                  <a:pt x="5734" y="6788"/>
                </a:cubicBezTo>
                <a:cubicBezTo>
                  <a:pt x="6396" y="6788"/>
                  <a:pt x="6932" y="6315"/>
                  <a:pt x="7089" y="5654"/>
                </a:cubicBezTo>
                <a:cubicBezTo>
                  <a:pt x="7940" y="5496"/>
                  <a:pt x="8570" y="4803"/>
                  <a:pt x="8570" y="3889"/>
                </a:cubicBezTo>
                <a:lnTo>
                  <a:pt x="8570" y="3543"/>
                </a:lnTo>
                <a:close/>
                <a:moveTo>
                  <a:pt x="3928" y="1"/>
                </a:moveTo>
                <a:cubicBezTo>
                  <a:pt x="3795" y="1"/>
                  <a:pt x="3661" y="81"/>
                  <a:pt x="3592" y="235"/>
                </a:cubicBezTo>
                <a:lnTo>
                  <a:pt x="2742" y="2850"/>
                </a:lnTo>
                <a:lnTo>
                  <a:pt x="379" y="2850"/>
                </a:lnTo>
                <a:cubicBezTo>
                  <a:pt x="158" y="2850"/>
                  <a:pt x="1" y="3007"/>
                  <a:pt x="1" y="3196"/>
                </a:cubicBezTo>
                <a:cubicBezTo>
                  <a:pt x="1" y="4330"/>
                  <a:pt x="757" y="5276"/>
                  <a:pt x="1828" y="5591"/>
                </a:cubicBezTo>
                <a:lnTo>
                  <a:pt x="851" y="8552"/>
                </a:lnTo>
                <a:lnTo>
                  <a:pt x="379" y="8552"/>
                </a:lnTo>
                <a:cubicBezTo>
                  <a:pt x="158" y="8552"/>
                  <a:pt x="1" y="8710"/>
                  <a:pt x="1" y="8899"/>
                </a:cubicBezTo>
                <a:cubicBezTo>
                  <a:pt x="1" y="9088"/>
                  <a:pt x="158" y="9245"/>
                  <a:pt x="379" y="9245"/>
                </a:cubicBezTo>
                <a:lnTo>
                  <a:pt x="1072" y="9245"/>
                </a:lnTo>
                <a:cubicBezTo>
                  <a:pt x="1229" y="9245"/>
                  <a:pt x="1355" y="9182"/>
                  <a:pt x="1450" y="9025"/>
                </a:cubicBezTo>
                <a:lnTo>
                  <a:pt x="2332" y="6252"/>
                </a:lnTo>
                <a:cubicBezTo>
                  <a:pt x="2710" y="7166"/>
                  <a:pt x="3592" y="7827"/>
                  <a:pt x="4663" y="7827"/>
                </a:cubicBezTo>
                <a:lnTo>
                  <a:pt x="6837" y="7827"/>
                </a:lnTo>
                <a:lnTo>
                  <a:pt x="6554" y="8552"/>
                </a:lnTo>
                <a:lnTo>
                  <a:pt x="6081" y="8552"/>
                </a:lnTo>
                <a:cubicBezTo>
                  <a:pt x="5892" y="8552"/>
                  <a:pt x="5734" y="8710"/>
                  <a:pt x="5734" y="8899"/>
                </a:cubicBezTo>
                <a:cubicBezTo>
                  <a:pt x="5734" y="9088"/>
                  <a:pt x="5892" y="9245"/>
                  <a:pt x="6081" y="9245"/>
                </a:cubicBezTo>
                <a:lnTo>
                  <a:pt x="6806" y="9245"/>
                </a:lnTo>
                <a:cubicBezTo>
                  <a:pt x="6963" y="9245"/>
                  <a:pt x="7058" y="9182"/>
                  <a:pt x="7121" y="9025"/>
                </a:cubicBezTo>
                <a:lnTo>
                  <a:pt x="7593" y="7796"/>
                </a:lnTo>
                <a:lnTo>
                  <a:pt x="8853" y="7796"/>
                </a:lnTo>
                <a:lnTo>
                  <a:pt x="9326" y="9025"/>
                </a:lnTo>
                <a:cubicBezTo>
                  <a:pt x="9358" y="9151"/>
                  <a:pt x="9515" y="9245"/>
                  <a:pt x="9641" y="9245"/>
                </a:cubicBezTo>
                <a:lnTo>
                  <a:pt x="10334" y="9245"/>
                </a:lnTo>
                <a:cubicBezTo>
                  <a:pt x="10523" y="9245"/>
                  <a:pt x="10681" y="9088"/>
                  <a:pt x="10681" y="8899"/>
                </a:cubicBezTo>
                <a:cubicBezTo>
                  <a:pt x="10681" y="8710"/>
                  <a:pt x="10523" y="8552"/>
                  <a:pt x="10334" y="8552"/>
                </a:cubicBezTo>
                <a:lnTo>
                  <a:pt x="9862" y="8552"/>
                </a:lnTo>
                <a:lnTo>
                  <a:pt x="9578" y="7827"/>
                </a:lnTo>
                <a:lnTo>
                  <a:pt x="9641" y="7827"/>
                </a:lnTo>
                <a:cubicBezTo>
                  <a:pt x="10208" y="7827"/>
                  <a:pt x="10744" y="7512"/>
                  <a:pt x="10964" y="7008"/>
                </a:cubicBezTo>
                <a:lnTo>
                  <a:pt x="11941" y="5055"/>
                </a:lnTo>
                <a:cubicBezTo>
                  <a:pt x="12067" y="4835"/>
                  <a:pt x="12098" y="4614"/>
                  <a:pt x="12098" y="4362"/>
                </a:cubicBezTo>
                <a:cubicBezTo>
                  <a:pt x="12193" y="4362"/>
                  <a:pt x="12193" y="4330"/>
                  <a:pt x="12193" y="4330"/>
                </a:cubicBezTo>
                <a:cubicBezTo>
                  <a:pt x="12130" y="3543"/>
                  <a:pt x="11468" y="2881"/>
                  <a:pt x="10681" y="2881"/>
                </a:cubicBezTo>
                <a:lnTo>
                  <a:pt x="10082" y="2881"/>
                </a:lnTo>
                <a:cubicBezTo>
                  <a:pt x="10240" y="2062"/>
                  <a:pt x="10996" y="1463"/>
                  <a:pt x="11815" y="1463"/>
                </a:cubicBezTo>
                <a:cubicBezTo>
                  <a:pt x="12035" y="1463"/>
                  <a:pt x="12193" y="1306"/>
                  <a:pt x="12193" y="1117"/>
                </a:cubicBezTo>
                <a:cubicBezTo>
                  <a:pt x="12193" y="896"/>
                  <a:pt x="12035" y="739"/>
                  <a:pt x="11815" y="739"/>
                </a:cubicBezTo>
                <a:cubicBezTo>
                  <a:pt x="10555" y="739"/>
                  <a:pt x="9547" y="1684"/>
                  <a:pt x="9358" y="2881"/>
                </a:cubicBezTo>
                <a:lnTo>
                  <a:pt x="5829" y="2881"/>
                </a:lnTo>
                <a:lnTo>
                  <a:pt x="4222" y="203"/>
                </a:lnTo>
                <a:lnTo>
                  <a:pt x="4222" y="172"/>
                </a:lnTo>
                <a:cubicBezTo>
                  <a:pt x="4150" y="57"/>
                  <a:pt x="4039" y="1"/>
                  <a:pt x="39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5625" name="Google Shape;15625;p86"/>
          <p:cNvGrpSpPr/>
          <p:nvPr/>
        </p:nvGrpSpPr>
        <p:grpSpPr>
          <a:xfrm>
            <a:off x="2001521" y="2851506"/>
            <a:ext cx="479983" cy="472676"/>
            <a:chOff x="-20550425" y="2789350"/>
            <a:chExt cx="308750" cy="304050"/>
          </a:xfrm>
        </p:grpSpPr>
        <p:sp>
          <p:nvSpPr>
            <p:cNvPr id="15626" name="Google Shape;15626;p86"/>
            <p:cNvSpPr/>
            <p:nvPr/>
          </p:nvSpPr>
          <p:spPr>
            <a:xfrm>
              <a:off x="-20550425" y="2824800"/>
              <a:ext cx="308750" cy="268600"/>
            </a:xfrm>
            <a:custGeom>
              <a:avLst/>
              <a:gdLst/>
              <a:ahLst/>
              <a:cxnLst/>
              <a:rect l="l" t="t" r="r" b="b"/>
              <a:pathLst>
                <a:path w="12350" h="10744" extrusionOk="0">
                  <a:moveTo>
                    <a:pt x="2962" y="662"/>
                  </a:moveTo>
                  <a:cubicBezTo>
                    <a:pt x="3403" y="662"/>
                    <a:pt x="3718" y="1009"/>
                    <a:pt x="3686" y="1450"/>
                  </a:cubicBezTo>
                  <a:cubicBezTo>
                    <a:pt x="3529" y="1481"/>
                    <a:pt x="3403" y="1576"/>
                    <a:pt x="3277" y="1670"/>
                  </a:cubicBezTo>
                  <a:cubicBezTo>
                    <a:pt x="3119" y="1828"/>
                    <a:pt x="3119" y="2048"/>
                    <a:pt x="3277" y="2206"/>
                  </a:cubicBezTo>
                  <a:cubicBezTo>
                    <a:pt x="3355" y="2285"/>
                    <a:pt x="3442" y="2324"/>
                    <a:pt x="3529" y="2324"/>
                  </a:cubicBezTo>
                  <a:cubicBezTo>
                    <a:pt x="3615" y="2324"/>
                    <a:pt x="3702" y="2285"/>
                    <a:pt x="3781" y="2206"/>
                  </a:cubicBezTo>
                  <a:cubicBezTo>
                    <a:pt x="3844" y="2174"/>
                    <a:pt x="3907" y="2111"/>
                    <a:pt x="3938" y="2111"/>
                  </a:cubicBezTo>
                  <a:lnTo>
                    <a:pt x="4064" y="2111"/>
                  </a:lnTo>
                  <a:cubicBezTo>
                    <a:pt x="4190" y="2111"/>
                    <a:pt x="4316" y="2237"/>
                    <a:pt x="4379" y="2363"/>
                  </a:cubicBezTo>
                  <a:cubicBezTo>
                    <a:pt x="4474" y="2584"/>
                    <a:pt x="4316" y="2836"/>
                    <a:pt x="4064" y="2836"/>
                  </a:cubicBezTo>
                  <a:lnTo>
                    <a:pt x="1953" y="2836"/>
                  </a:lnTo>
                  <a:cubicBezTo>
                    <a:pt x="1544" y="2836"/>
                    <a:pt x="1386" y="2489"/>
                    <a:pt x="1607" y="2237"/>
                  </a:cubicBezTo>
                  <a:cubicBezTo>
                    <a:pt x="1701" y="2174"/>
                    <a:pt x="1764" y="2111"/>
                    <a:pt x="1859" y="2111"/>
                  </a:cubicBezTo>
                  <a:lnTo>
                    <a:pt x="1985" y="2111"/>
                  </a:lnTo>
                  <a:cubicBezTo>
                    <a:pt x="2048" y="2111"/>
                    <a:pt x="2111" y="2174"/>
                    <a:pt x="2142" y="2206"/>
                  </a:cubicBezTo>
                  <a:cubicBezTo>
                    <a:pt x="2221" y="2285"/>
                    <a:pt x="2308" y="2324"/>
                    <a:pt x="2394" y="2324"/>
                  </a:cubicBezTo>
                  <a:cubicBezTo>
                    <a:pt x="2481" y="2324"/>
                    <a:pt x="2568" y="2285"/>
                    <a:pt x="2646" y="2206"/>
                  </a:cubicBezTo>
                  <a:cubicBezTo>
                    <a:pt x="2804" y="2048"/>
                    <a:pt x="2804" y="1828"/>
                    <a:pt x="2646" y="1670"/>
                  </a:cubicBezTo>
                  <a:cubicBezTo>
                    <a:pt x="2520" y="1576"/>
                    <a:pt x="2426" y="1481"/>
                    <a:pt x="2268" y="1450"/>
                  </a:cubicBezTo>
                  <a:lnTo>
                    <a:pt x="2268" y="1387"/>
                  </a:lnTo>
                  <a:cubicBezTo>
                    <a:pt x="2268" y="977"/>
                    <a:pt x="2583" y="662"/>
                    <a:pt x="2962" y="662"/>
                  </a:cubicBezTo>
                  <a:close/>
                  <a:moveTo>
                    <a:pt x="5009" y="2899"/>
                  </a:moveTo>
                  <a:cubicBezTo>
                    <a:pt x="5198" y="2994"/>
                    <a:pt x="5324" y="3120"/>
                    <a:pt x="5387" y="3309"/>
                  </a:cubicBezTo>
                  <a:lnTo>
                    <a:pt x="6553" y="5860"/>
                  </a:lnTo>
                  <a:lnTo>
                    <a:pt x="6112" y="6302"/>
                  </a:lnTo>
                  <a:lnTo>
                    <a:pt x="4915" y="5104"/>
                  </a:lnTo>
                  <a:cubicBezTo>
                    <a:pt x="4836" y="5026"/>
                    <a:pt x="4749" y="4986"/>
                    <a:pt x="4663" y="4986"/>
                  </a:cubicBezTo>
                  <a:cubicBezTo>
                    <a:pt x="4576" y="4986"/>
                    <a:pt x="4490" y="5026"/>
                    <a:pt x="4411" y="5104"/>
                  </a:cubicBezTo>
                  <a:lnTo>
                    <a:pt x="3245" y="6302"/>
                  </a:lnTo>
                  <a:lnTo>
                    <a:pt x="2804" y="5860"/>
                  </a:lnTo>
                  <a:lnTo>
                    <a:pt x="3812" y="3592"/>
                  </a:lnTo>
                  <a:cubicBezTo>
                    <a:pt x="4033" y="3592"/>
                    <a:pt x="4411" y="3592"/>
                    <a:pt x="4757" y="3277"/>
                  </a:cubicBezTo>
                  <a:cubicBezTo>
                    <a:pt x="4883" y="3151"/>
                    <a:pt x="4978" y="3025"/>
                    <a:pt x="5009" y="2899"/>
                  </a:cubicBezTo>
                  <a:close/>
                  <a:moveTo>
                    <a:pt x="4694" y="5829"/>
                  </a:moveTo>
                  <a:lnTo>
                    <a:pt x="5860" y="6995"/>
                  </a:lnTo>
                  <a:cubicBezTo>
                    <a:pt x="5955" y="7073"/>
                    <a:pt x="6049" y="7113"/>
                    <a:pt x="6140" y="7113"/>
                  </a:cubicBezTo>
                  <a:cubicBezTo>
                    <a:pt x="6230" y="7113"/>
                    <a:pt x="6317" y="7073"/>
                    <a:pt x="6396" y="6995"/>
                  </a:cubicBezTo>
                  <a:lnTo>
                    <a:pt x="6868" y="6522"/>
                  </a:lnTo>
                  <a:lnTo>
                    <a:pt x="8443" y="9988"/>
                  </a:lnTo>
                  <a:lnTo>
                    <a:pt x="945" y="9988"/>
                  </a:lnTo>
                  <a:lnTo>
                    <a:pt x="2520" y="6522"/>
                  </a:lnTo>
                  <a:lnTo>
                    <a:pt x="2993" y="6995"/>
                  </a:lnTo>
                  <a:cubicBezTo>
                    <a:pt x="3072" y="7073"/>
                    <a:pt x="3158" y="7113"/>
                    <a:pt x="3245" y="7113"/>
                  </a:cubicBezTo>
                  <a:cubicBezTo>
                    <a:pt x="3332" y="7113"/>
                    <a:pt x="3418" y="7073"/>
                    <a:pt x="3497" y="6995"/>
                  </a:cubicBezTo>
                  <a:lnTo>
                    <a:pt x="4694" y="5829"/>
                  </a:lnTo>
                  <a:close/>
                  <a:moveTo>
                    <a:pt x="8270" y="4986"/>
                  </a:moveTo>
                  <a:cubicBezTo>
                    <a:pt x="8554" y="4986"/>
                    <a:pt x="8837" y="5120"/>
                    <a:pt x="8979" y="5388"/>
                  </a:cubicBezTo>
                  <a:lnTo>
                    <a:pt x="11310" y="9988"/>
                  </a:lnTo>
                  <a:lnTo>
                    <a:pt x="9231" y="9988"/>
                  </a:lnTo>
                  <a:lnTo>
                    <a:pt x="7341" y="5860"/>
                  </a:lnTo>
                  <a:lnTo>
                    <a:pt x="7561" y="5388"/>
                  </a:lnTo>
                  <a:cubicBezTo>
                    <a:pt x="7703" y="5120"/>
                    <a:pt x="7987" y="4986"/>
                    <a:pt x="8270" y="4986"/>
                  </a:cubicBezTo>
                  <a:close/>
                  <a:moveTo>
                    <a:pt x="2962" y="1"/>
                  </a:moveTo>
                  <a:cubicBezTo>
                    <a:pt x="2174" y="1"/>
                    <a:pt x="1512" y="662"/>
                    <a:pt x="1544" y="1481"/>
                  </a:cubicBezTo>
                  <a:cubicBezTo>
                    <a:pt x="1166" y="1639"/>
                    <a:pt x="851" y="2048"/>
                    <a:pt x="851" y="2521"/>
                  </a:cubicBezTo>
                  <a:cubicBezTo>
                    <a:pt x="851" y="3120"/>
                    <a:pt x="1323" y="3592"/>
                    <a:pt x="1890" y="3592"/>
                  </a:cubicBezTo>
                  <a:lnTo>
                    <a:pt x="3151" y="3592"/>
                  </a:lnTo>
                  <a:lnTo>
                    <a:pt x="126" y="10240"/>
                  </a:lnTo>
                  <a:cubicBezTo>
                    <a:pt x="0" y="10460"/>
                    <a:pt x="189" y="10744"/>
                    <a:pt x="441" y="10744"/>
                  </a:cubicBezTo>
                  <a:lnTo>
                    <a:pt x="11909" y="10744"/>
                  </a:lnTo>
                  <a:cubicBezTo>
                    <a:pt x="12161" y="10744"/>
                    <a:pt x="12350" y="10460"/>
                    <a:pt x="12224" y="10240"/>
                  </a:cubicBezTo>
                  <a:lnTo>
                    <a:pt x="9609" y="5073"/>
                  </a:lnTo>
                  <a:cubicBezTo>
                    <a:pt x="9339" y="4533"/>
                    <a:pt x="8814" y="4265"/>
                    <a:pt x="8290" y="4265"/>
                  </a:cubicBezTo>
                  <a:cubicBezTo>
                    <a:pt x="7774" y="4265"/>
                    <a:pt x="7260" y="4525"/>
                    <a:pt x="6994" y="5041"/>
                  </a:cubicBezTo>
                  <a:lnTo>
                    <a:pt x="6081" y="2994"/>
                  </a:lnTo>
                  <a:cubicBezTo>
                    <a:pt x="5860" y="2552"/>
                    <a:pt x="5482" y="2237"/>
                    <a:pt x="5041" y="2174"/>
                  </a:cubicBezTo>
                  <a:cubicBezTo>
                    <a:pt x="5009" y="2017"/>
                    <a:pt x="4883" y="1859"/>
                    <a:pt x="4789" y="1733"/>
                  </a:cubicBezTo>
                  <a:cubicBezTo>
                    <a:pt x="4663" y="1607"/>
                    <a:pt x="4537" y="1544"/>
                    <a:pt x="4379" y="1481"/>
                  </a:cubicBezTo>
                  <a:cubicBezTo>
                    <a:pt x="4411" y="662"/>
                    <a:pt x="3781" y="1"/>
                    <a:pt x="29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627" name="Google Shape;15627;p86"/>
            <p:cNvSpPr/>
            <p:nvPr/>
          </p:nvSpPr>
          <p:spPr>
            <a:xfrm>
              <a:off x="-20388175" y="2789350"/>
              <a:ext cx="144150" cy="106350"/>
            </a:xfrm>
            <a:custGeom>
              <a:avLst/>
              <a:gdLst/>
              <a:ahLst/>
              <a:cxnLst/>
              <a:rect l="l" t="t" r="r" b="b"/>
              <a:pathLst>
                <a:path w="5766" h="4254" extrusionOk="0">
                  <a:moveTo>
                    <a:pt x="3938" y="662"/>
                  </a:moveTo>
                  <a:cubicBezTo>
                    <a:pt x="4537" y="662"/>
                    <a:pt x="5009" y="1135"/>
                    <a:pt x="5009" y="1734"/>
                  </a:cubicBezTo>
                  <a:cubicBezTo>
                    <a:pt x="5009" y="2238"/>
                    <a:pt x="4694" y="2647"/>
                    <a:pt x="4222" y="2742"/>
                  </a:cubicBezTo>
                  <a:cubicBezTo>
                    <a:pt x="4190" y="2647"/>
                    <a:pt x="4096" y="2490"/>
                    <a:pt x="4001" y="2395"/>
                  </a:cubicBezTo>
                  <a:cubicBezTo>
                    <a:pt x="3875" y="2269"/>
                    <a:pt x="3749" y="2206"/>
                    <a:pt x="3592" y="2175"/>
                  </a:cubicBezTo>
                  <a:lnTo>
                    <a:pt x="3592" y="2080"/>
                  </a:lnTo>
                  <a:cubicBezTo>
                    <a:pt x="3592" y="1639"/>
                    <a:pt x="3403" y="1293"/>
                    <a:pt x="3119" y="1009"/>
                  </a:cubicBezTo>
                  <a:cubicBezTo>
                    <a:pt x="3371" y="820"/>
                    <a:pt x="3623" y="662"/>
                    <a:pt x="3938" y="662"/>
                  </a:cubicBezTo>
                  <a:close/>
                  <a:moveTo>
                    <a:pt x="2174" y="1387"/>
                  </a:moveTo>
                  <a:cubicBezTo>
                    <a:pt x="2584" y="1387"/>
                    <a:pt x="2899" y="1702"/>
                    <a:pt x="2899" y="2080"/>
                  </a:cubicBezTo>
                  <a:lnTo>
                    <a:pt x="2899" y="2175"/>
                  </a:lnTo>
                  <a:cubicBezTo>
                    <a:pt x="2741" y="2206"/>
                    <a:pt x="2615" y="2269"/>
                    <a:pt x="2489" y="2395"/>
                  </a:cubicBezTo>
                  <a:cubicBezTo>
                    <a:pt x="2331" y="2553"/>
                    <a:pt x="2331" y="2742"/>
                    <a:pt x="2489" y="2899"/>
                  </a:cubicBezTo>
                  <a:cubicBezTo>
                    <a:pt x="2568" y="2978"/>
                    <a:pt x="2662" y="3017"/>
                    <a:pt x="2757" y="3017"/>
                  </a:cubicBezTo>
                  <a:cubicBezTo>
                    <a:pt x="2851" y="3017"/>
                    <a:pt x="2946" y="2978"/>
                    <a:pt x="3025" y="2899"/>
                  </a:cubicBezTo>
                  <a:cubicBezTo>
                    <a:pt x="3056" y="2868"/>
                    <a:pt x="3119" y="2836"/>
                    <a:pt x="3182" y="2836"/>
                  </a:cubicBezTo>
                  <a:lnTo>
                    <a:pt x="3277" y="2836"/>
                  </a:lnTo>
                  <a:cubicBezTo>
                    <a:pt x="3371" y="2836"/>
                    <a:pt x="3434" y="2868"/>
                    <a:pt x="3529" y="2962"/>
                  </a:cubicBezTo>
                  <a:cubicBezTo>
                    <a:pt x="3749" y="3183"/>
                    <a:pt x="3592" y="3529"/>
                    <a:pt x="3277" y="3529"/>
                  </a:cubicBezTo>
                  <a:lnTo>
                    <a:pt x="1166" y="3529"/>
                  </a:lnTo>
                  <a:cubicBezTo>
                    <a:pt x="977" y="3529"/>
                    <a:pt x="756" y="3340"/>
                    <a:pt x="819" y="3151"/>
                  </a:cubicBezTo>
                  <a:lnTo>
                    <a:pt x="819" y="3120"/>
                  </a:lnTo>
                  <a:cubicBezTo>
                    <a:pt x="851" y="2962"/>
                    <a:pt x="977" y="2836"/>
                    <a:pt x="1134" y="2805"/>
                  </a:cubicBezTo>
                  <a:lnTo>
                    <a:pt x="1229" y="2805"/>
                  </a:lnTo>
                  <a:cubicBezTo>
                    <a:pt x="1323" y="2805"/>
                    <a:pt x="1355" y="2836"/>
                    <a:pt x="1386" y="2868"/>
                  </a:cubicBezTo>
                  <a:cubicBezTo>
                    <a:pt x="1465" y="2947"/>
                    <a:pt x="1560" y="2986"/>
                    <a:pt x="1654" y="2986"/>
                  </a:cubicBezTo>
                  <a:cubicBezTo>
                    <a:pt x="1749" y="2986"/>
                    <a:pt x="1843" y="2947"/>
                    <a:pt x="1922" y="2868"/>
                  </a:cubicBezTo>
                  <a:cubicBezTo>
                    <a:pt x="2079" y="2710"/>
                    <a:pt x="2079" y="2521"/>
                    <a:pt x="1922" y="2364"/>
                  </a:cubicBezTo>
                  <a:cubicBezTo>
                    <a:pt x="1796" y="2238"/>
                    <a:pt x="1670" y="2175"/>
                    <a:pt x="1512" y="2112"/>
                  </a:cubicBezTo>
                  <a:cubicBezTo>
                    <a:pt x="1418" y="1734"/>
                    <a:pt x="1733" y="1387"/>
                    <a:pt x="2174" y="1387"/>
                  </a:cubicBezTo>
                  <a:close/>
                  <a:moveTo>
                    <a:pt x="4001" y="1"/>
                  </a:moveTo>
                  <a:cubicBezTo>
                    <a:pt x="3403" y="1"/>
                    <a:pt x="2836" y="284"/>
                    <a:pt x="2520" y="757"/>
                  </a:cubicBezTo>
                  <a:cubicBezTo>
                    <a:pt x="2426" y="694"/>
                    <a:pt x="2331" y="694"/>
                    <a:pt x="2205" y="694"/>
                  </a:cubicBezTo>
                  <a:cubicBezTo>
                    <a:pt x="1386" y="694"/>
                    <a:pt x="756" y="1387"/>
                    <a:pt x="788" y="2206"/>
                  </a:cubicBezTo>
                  <a:cubicBezTo>
                    <a:pt x="378" y="2269"/>
                    <a:pt x="63" y="2679"/>
                    <a:pt x="63" y="3120"/>
                  </a:cubicBezTo>
                  <a:cubicBezTo>
                    <a:pt x="0" y="3687"/>
                    <a:pt x="473" y="4222"/>
                    <a:pt x="1071" y="4254"/>
                  </a:cubicBezTo>
                  <a:lnTo>
                    <a:pt x="3434" y="4254"/>
                  </a:lnTo>
                  <a:cubicBezTo>
                    <a:pt x="3844" y="4159"/>
                    <a:pt x="4159" y="3907"/>
                    <a:pt x="4253" y="3529"/>
                  </a:cubicBezTo>
                  <a:cubicBezTo>
                    <a:pt x="5104" y="3372"/>
                    <a:pt x="5766" y="2679"/>
                    <a:pt x="5766" y="1765"/>
                  </a:cubicBezTo>
                  <a:cubicBezTo>
                    <a:pt x="5766" y="788"/>
                    <a:pt x="4978" y="1"/>
                    <a:pt x="40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628" name="Google Shape;15628;p86"/>
          <p:cNvGrpSpPr/>
          <p:nvPr/>
        </p:nvGrpSpPr>
        <p:grpSpPr>
          <a:xfrm>
            <a:off x="4916888" y="1688158"/>
            <a:ext cx="473920" cy="474192"/>
            <a:chOff x="-18666450" y="2059825"/>
            <a:chExt cx="304850" cy="305025"/>
          </a:xfrm>
        </p:grpSpPr>
        <p:sp>
          <p:nvSpPr>
            <p:cNvPr id="15629" name="Google Shape;15629;p86"/>
            <p:cNvSpPr/>
            <p:nvPr/>
          </p:nvSpPr>
          <p:spPr>
            <a:xfrm>
              <a:off x="-18471100" y="2202575"/>
              <a:ext cx="18125" cy="70925"/>
            </a:xfrm>
            <a:custGeom>
              <a:avLst/>
              <a:gdLst/>
              <a:ahLst/>
              <a:cxnLst/>
              <a:rect l="l" t="t" r="r" b="b"/>
              <a:pathLst>
                <a:path w="725" h="2837" extrusionOk="0">
                  <a:moveTo>
                    <a:pt x="347" y="1"/>
                  </a:moveTo>
                  <a:cubicBezTo>
                    <a:pt x="158" y="1"/>
                    <a:pt x="0" y="158"/>
                    <a:pt x="0" y="347"/>
                  </a:cubicBezTo>
                  <a:lnTo>
                    <a:pt x="0" y="2490"/>
                  </a:lnTo>
                  <a:cubicBezTo>
                    <a:pt x="0" y="2679"/>
                    <a:pt x="158" y="2836"/>
                    <a:pt x="347" y="2836"/>
                  </a:cubicBezTo>
                  <a:cubicBezTo>
                    <a:pt x="567" y="2836"/>
                    <a:pt x="725" y="2679"/>
                    <a:pt x="725" y="2490"/>
                  </a:cubicBezTo>
                  <a:lnTo>
                    <a:pt x="725" y="347"/>
                  </a:lnTo>
                  <a:cubicBezTo>
                    <a:pt x="725" y="190"/>
                    <a:pt x="56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630" name="Google Shape;15630;p86"/>
            <p:cNvSpPr/>
            <p:nvPr/>
          </p:nvSpPr>
          <p:spPr>
            <a:xfrm>
              <a:off x="-18666450" y="2059825"/>
              <a:ext cx="304850" cy="305025"/>
            </a:xfrm>
            <a:custGeom>
              <a:avLst/>
              <a:gdLst/>
              <a:ahLst/>
              <a:cxnLst/>
              <a:rect l="l" t="t" r="r" b="b"/>
              <a:pathLst>
                <a:path w="12194" h="12201" extrusionOk="0">
                  <a:moveTo>
                    <a:pt x="8539" y="859"/>
                  </a:moveTo>
                  <a:cubicBezTo>
                    <a:pt x="8728" y="1017"/>
                    <a:pt x="8948" y="1300"/>
                    <a:pt x="9106" y="1647"/>
                  </a:cubicBezTo>
                  <a:cubicBezTo>
                    <a:pt x="8759" y="2088"/>
                    <a:pt x="8539" y="2623"/>
                    <a:pt x="8539" y="3253"/>
                  </a:cubicBezTo>
                  <a:lnTo>
                    <a:pt x="8539" y="3505"/>
                  </a:lnTo>
                  <a:cubicBezTo>
                    <a:pt x="8255" y="3222"/>
                    <a:pt x="7814" y="2749"/>
                    <a:pt x="7814" y="2214"/>
                  </a:cubicBezTo>
                  <a:cubicBezTo>
                    <a:pt x="7814" y="1615"/>
                    <a:pt x="8255" y="1111"/>
                    <a:pt x="8539" y="859"/>
                  </a:cubicBezTo>
                  <a:close/>
                  <a:moveTo>
                    <a:pt x="2080" y="2151"/>
                  </a:moveTo>
                  <a:lnTo>
                    <a:pt x="2080" y="2529"/>
                  </a:lnTo>
                  <a:cubicBezTo>
                    <a:pt x="2080" y="3096"/>
                    <a:pt x="1608" y="3568"/>
                    <a:pt x="1009" y="3568"/>
                  </a:cubicBezTo>
                  <a:lnTo>
                    <a:pt x="663" y="3568"/>
                  </a:lnTo>
                  <a:lnTo>
                    <a:pt x="663" y="3222"/>
                  </a:lnTo>
                  <a:cubicBezTo>
                    <a:pt x="663" y="2623"/>
                    <a:pt x="1135" y="2151"/>
                    <a:pt x="1702" y="2151"/>
                  </a:cubicBezTo>
                  <a:close/>
                  <a:moveTo>
                    <a:pt x="11374" y="1458"/>
                  </a:moveTo>
                  <a:lnTo>
                    <a:pt x="11374" y="1804"/>
                  </a:lnTo>
                  <a:cubicBezTo>
                    <a:pt x="11374" y="2749"/>
                    <a:pt x="10650" y="3505"/>
                    <a:pt x="9736" y="3568"/>
                  </a:cubicBezTo>
                  <a:lnTo>
                    <a:pt x="10587" y="2749"/>
                  </a:lnTo>
                  <a:cubicBezTo>
                    <a:pt x="10744" y="2592"/>
                    <a:pt x="10744" y="2403"/>
                    <a:pt x="10587" y="2245"/>
                  </a:cubicBezTo>
                  <a:cubicBezTo>
                    <a:pt x="10508" y="2166"/>
                    <a:pt x="10413" y="2127"/>
                    <a:pt x="10319" y="2127"/>
                  </a:cubicBezTo>
                  <a:cubicBezTo>
                    <a:pt x="10224" y="2127"/>
                    <a:pt x="10130" y="2166"/>
                    <a:pt x="10051" y="2245"/>
                  </a:cubicBezTo>
                  <a:lnTo>
                    <a:pt x="9232" y="3064"/>
                  </a:lnTo>
                  <a:cubicBezTo>
                    <a:pt x="9326" y="2151"/>
                    <a:pt x="10051" y="1458"/>
                    <a:pt x="11028" y="1458"/>
                  </a:cubicBezTo>
                  <a:close/>
                  <a:moveTo>
                    <a:pt x="663" y="4356"/>
                  </a:moveTo>
                  <a:cubicBezTo>
                    <a:pt x="1072" y="4514"/>
                    <a:pt x="1356" y="4923"/>
                    <a:pt x="1356" y="5396"/>
                  </a:cubicBezTo>
                  <a:lnTo>
                    <a:pt x="1356" y="6089"/>
                  </a:lnTo>
                  <a:cubicBezTo>
                    <a:pt x="1356" y="7097"/>
                    <a:pt x="2143" y="7885"/>
                    <a:pt x="3120" y="7885"/>
                  </a:cubicBezTo>
                  <a:lnTo>
                    <a:pt x="4191" y="7885"/>
                  </a:lnTo>
                  <a:cubicBezTo>
                    <a:pt x="4601" y="7885"/>
                    <a:pt x="4916" y="8200"/>
                    <a:pt x="4916" y="8578"/>
                  </a:cubicBezTo>
                  <a:cubicBezTo>
                    <a:pt x="4916" y="8987"/>
                    <a:pt x="4601" y="9302"/>
                    <a:pt x="4191" y="9302"/>
                  </a:cubicBezTo>
                  <a:lnTo>
                    <a:pt x="3845" y="9302"/>
                  </a:lnTo>
                  <a:cubicBezTo>
                    <a:pt x="2080" y="9302"/>
                    <a:pt x="663" y="7822"/>
                    <a:pt x="663" y="6089"/>
                  </a:cubicBezTo>
                  <a:lnTo>
                    <a:pt x="663" y="4356"/>
                  </a:lnTo>
                  <a:close/>
                  <a:moveTo>
                    <a:pt x="9169" y="4293"/>
                  </a:moveTo>
                  <a:lnTo>
                    <a:pt x="9169" y="6057"/>
                  </a:lnTo>
                  <a:cubicBezTo>
                    <a:pt x="9169" y="6273"/>
                    <a:pt x="9334" y="6416"/>
                    <a:pt x="9510" y="6416"/>
                  </a:cubicBezTo>
                  <a:cubicBezTo>
                    <a:pt x="9564" y="6416"/>
                    <a:pt x="9620" y="6402"/>
                    <a:pt x="9673" y="6372"/>
                  </a:cubicBezTo>
                  <a:lnTo>
                    <a:pt x="10587" y="5900"/>
                  </a:lnTo>
                  <a:lnTo>
                    <a:pt x="10587" y="6656"/>
                  </a:lnTo>
                  <a:lnTo>
                    <a:pt x="10650" y="6656"/>
                  </a:lnTo>
                  <a:lnTo>
                    <a:pt x="9358" y="7948"/>
                  </a:lnTo>
                  <a:cubicBezTo>
                    <a:pt x="9263" y="8042"/>
                    <a:pt x="9232" y="8137"/>
                    <a:pt x="9232" y="8231"/>
                  </a:cubicBezTo>
                  <a:cubicBezTo>
                    <a:pt x="9358" y="9460"/>
                    <a:pt x="9862" y="10626"/>
                    <a:pt x="10744" y="11445"/>
                  </a:cubicBezTo>
                  <a:lnTo>
                    <a:pt x="7783" y="11445"/>
                  </a:lnTo>
                  <a:lnTo>
                    <a:pt x="7783" y="9649"/>
                  </a:lnTo>
                  <a:cubicBezTo>
                    <a:pt x="7783" y="9460"/>
                    <a:pt x="7625" y="9302"/>
                    <a:pt x="7436" y="9302"/>
                  </a:cubicBezTo>
                  <a:cubicBezTo>
                    <a:pt x="7216" y="9302"/>
                    <a:pt x="7058" y="9460"/>
                    <a:pt x="7058" y="9649"/>
                  </a:cubicBezTo>
                  <a:lnTo>
                    <a:pt x="7058" y="11445"/>
                  </a:lnTo>
                  <a:lnTo>
                    <a:pt x="4853" y="11445"/>
                  </a:lnTo>
                  <a:lnTo>
                    <a:pt x="4853" y="11098"/>
                  </a:lnTo>
                  <a:cubicBezTo>
                    <a:pt x="4853" y="10909"/>
                    <a:pt x="4695" y="10752"/>
                    <a:pt x="4506" y="10752"/>
                  </a:cubicBezTo>
                  <a:cubicBezTo>
                    <a:pt x="4317" y="10752"/>
                    <a:pt x="4160" y="10909"/>
                    <a:pt x="4160" y="11098"/>
                  </a:cubicBezTo>
                  <a:lnTo>
                    <a:pt x="4160" y="11445"/>
                  </a:lnTo>
                  <a:lnTo>
                    <a:pt x="1923" y="11445"/>
                  </a:lnTo>
                  <a:cubicBezTo>
                    <a:pt x="2332" y="11035"/>
                    <a:pt x="2710" y="10468"/>
                    <a:pt x="2962" y="9869"/>
                  </a:cubicBezTo>
                  <a:cubicBezTo>
                    <a:pt x="3246" y="9901"/>
                    <a:pt x="3530" y="9964"/>
                    <a:pt x="3813" y="9964"/>
                  </a:cubicBezTo>
                  <a:lnTo>
                    <a:pt x="4160" y="9964"/>
                  </a:lnTo>
                  <a:cubicBezTo>
                    <a:pt x="4947" y="9964"/>
                    <a:pt x="5577" y="9334"/>
                    <a:pt x="5577" y="8546"/>
                  </a:cubicBezTo>
                  <a:cubicBezTo>
                    <a:pt x="5577" y="7759"/>
                    <a:pt x="4947" y="7128"/>
                    <a:pt x="4160" y="7128"/>
                  </a:cubicBezTo>
                  <a:lnTo>
                    <a:pt x="3435" y="7128"/>
                  </a:lnTo>
                  <a:lnTo>
                    <a:pt x="3435" y="4293"/>
                  </a:lnTo>
                  <a:lnTo>
                    <a:pt x="4160" y="4293"/>
                  </a:lnTo>
                  <a:lnTo>
                    <a:pt x="4160" y="5364"/>
                  </a:lnTo>
                  <a:cubicBezTo>
                    <a:pt x="4160" y="5553"/>
                    <a:pt x="4317" y="5711"/>
                    <a:pt x="4506" y="5711"/>
                  </a:cubicBezTo>
                  <a:cubicBezTo>
                    <a:pt x="4695" y="5711"/>
                    <a:pt x="4853" y="5553"/>
                    <a:pt x="4853" y="5364"/>
                  </a:cubicBezTo>
                  <a:lnTo>
                    <a:pt x="4853" y="4293"/>
                  </a:lnTo>
                  <a:lnTo>
                    <a:pt x="6333" y="4293"/>
                  </a:lnTo>
                  <a:lnTo>
                    <a:pt x="6333" y="6782"/>
                  </a:lnTo>
                  <a:cubicBezTo>
                    <a:pt x="6333" y="6971"/>
                    <a:pt x="6491" y="7128"/>
                    <a:pt x="6680" y="7128"/>
                  </a:cubicBezTo>
                  <a:cubicBezTo>
                    <a:pt x="6869" y="7128"/>
                    <a:pt x="7027" y="6971"/>
                    <a:pt x="7027" y="6782"/>
                  </a:cubicBezTo>
                  <a:lnTo>
                    <a:pt x="7027" y="4293"/>
                  </a:lnTo>
                  <a:close/>
                  <a:moveTo>
                    <a:pt x="8539" y="1"/>
                  </a:moveTo>
                  <a:cubicBezTo>
                    <a:pt x="8460" y="1"/>
                    <a:pt x="8381" y="24"/>
                    <a:pt x="8318" y="71"/>
                  </a:cubicBezTo>
                  <a:cubicBezTo>
                    <a:pt x="8287" y="103"/>
                    <a:pt x="7121" y="985"/>
                    <a:pt x="7121" y="2151"/>
                  </a:cubicBezTo>
                  <a:cubicBezTo>
                    <a:pt x="7121" y="2718"/>
                    <a:pt x="7373" y="3222"/>
                    <a:pt x="7657" y="3568"/>
                  </a:cubicBezTo>
                  <a:lnTo>
                    <a:pt x="3151" y="3568"/>
                  </a:lnTo>
                  <a:cubicBezTo>
                    <a:pt x="2931" y="3568"/>
                    <a:pt x="2773" y="3726"/>
                    <a:pt x="2773" y="3946"/>
                  </a:cubicBezTo>
                  <a:lnTo>
                    <a:pt x="2773" y="7097"/>
                  </a:lnTo>
                  <a:cubicBezTo>
                    <a:pt x="2364" y="6939"/>
                    <a:pt x="2080" y="6530"/>
                    <a:pt x="2080" y="6057"/>
                  </a:cubicBezTo>
                  <a:lnTo>
                    <a:pt x="2080" y="5364"/>
                  </a:lnTo>
                  <a:cubicBezTo>
                    <a:pt x="2080" y="4892"/>
                    <a:pt x="1923" y="4482"/>
                    <a:pt x="1639" y="4167"/>
                  </a:cubicBezTo>
                  <a:cubicBezTo>
                    <a:pt x="2301" y="3946"/>
                    <a:pt x="2836" y="3253"/>
                    <a:pt x="2836" y="2529"/>
                  </a:cubicBezTo>
                  <a:lnTo>
                    <a:pt x="2836" y="1804"/>
                  </a:lnTo>
                  <a:cubicBezTo>
                    <a:pt x="2836" y="1615"/>
                    <a:pt x="2647" y="1458"/>
                    <a:pt x="2458" y="1458"/>
                  </a:cubicBezTo>
                  <a:lnTo>
                    <a:pt x="1765" y="1458"/>
                  </a:lnTo>
                  <a:cubicBezTo>
                    <a:pt x="789" y="1458"/>
                    <a:pt x="1" y="2245"/>
                    <a:pt x="1" y="3222"/>
                  </a:cubicBezTo>
                  <a:lnTo>
                    <a:pt x="1" y="3946"/>
                  </a:lnTo>
                  <a:lnTo>
                    <a:pt x="1" y="6057"/>
                  </a:lnTo>
                  <a:cubicBezTo>
                    <a:pt x="1" y="7664"/>
                    <a:pt x="978" y="9082"/>
                    <a:pt x="2395" y="9680"/>
                  </a:cubicBezTo>
                  <a:cubicBezTo>
                    <a:pt x="2017" y="10436"/>
                    <a:pt x="1482" y="11067"/>
                    <a:pt x="852" y="11539"/>
                  </a:cubicBezTo>
                  <a:cubicBezTo>
                    <a:pt x="568" y="11728"/>
                    <a:pt x="694" y="12201"/>
                    <a:pt x="1041" y="12201"/>
                  </a:cubicBezTo>
                  <a:lnTo>
                    <a:pt x="11784" y="12201"/>
                  </a:lnTo>
                  <a:cubicBezTo>
                    <a:pt x="11941" y="12201"/>
                    <a:pt x="12099" y="12075"/>
                    <a:pt x="12162" y="11949"/>
                  </a:cubicBezTo>
                  <a:cubicBezTo>
                    <a:pt x="12193" y="11791"/>
                    <a:pt x="12162" y="11634"/>
                    <a:pt x="12004" y="11571"/>
                  </a:cubicBezTo>
                  <a:cubicBezTo>
                    <a:pt x="10933" y="10846"/>
                    <a:pt x="10209" y="9680"/>
                    <a:pt x="10051" y="8389"/>
                  </a:cubicBezTo>
                  <a:lnTo>
                    <a:pt x="11374" y="7065"/>
                  </a:lnTo>
                  <a:cubicBezTo>
                    <a:pt x="11437" y="7002"/>
                    <a:pt x="11469" y="6908"/>
                    <a:pt x="11469" y="6845"/>
                  </a:cubicBezTo>
                  <a:lnTo>
                    <a:pt x="11469" y="5427"/>
                  </a:lnTo>
                  <a:cubicBezTo>
                    <a:pt x="11469" y="5301"/>
                    <a:pt x="11406" y="5175"/>
                    <a:pt x="11311" y="5112"/>
                  </a:cubicBezTo>
                  <a:cubicBezTo>
                    <a:pt x="11264" y="5065"/>
                    <a:pt x="11209" y="5041"/>
                    <a:pt x="11150" y="5041"/>
                  </a:cubicBezTo>
                  <a:cubicBezTo>
                    <a:pt x="11091" y="5041"/>
                    <a:pt x="11028" y="5065"/>
                    <a:pt x="10965" y="5112"/>
                  </a:cubicBezTo>
                  <a:lnTo>
                    <a:pt x="10051" y="5585"/>
                  </a:lnTo>
                  <a:lnTo>
                    <a:pt x="10051" y="4356"/>
                  </a:lnTo>
                  <a:cubicBezTo>
                    <a:pt x="11154" y="4104"/>
                    <a:pt x="12099" y="3064"/>
                    <a:pt x="12099" y="1804"/>
                  </a:cubicBezTo>
                  <a:lnTo>
                    <a:pt x="12099" y="1111"/>
                  </a:lnTo>
                  <a:cubicBezTo>
                    <a:pt x="12099" y="891"/>
                    <a:pt x="11941" y="733"/>
                    <a:pt x="11752" y="733"/>
                  </a:cubicBezTo>
                  <a:lnTo>
                    <a:pt x="11059" y="733"/>
                  </a:lnTo>
                  <a:cubicBezTo>
                    <a:pt x="10524" y="733"/>
                    <a:pt x="10051" y="891"/>
                    <a:pt x="9673" y="1143"/>
                  </a:cubicBezTo>
                  <a:cubicBezTo>
                    <a:pt x="9326" y="512"/>
                    <a:pt x="8759" y="103"/>
                    <a:pt x="8759" y="71"/>
                  </a:cubicBezTo>
                  <a:cubicBezTo>
                    <a:pt x="8696" y="24"/>
                    <a:pt x="8618" y="1"/>
                    <a:pt x="85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631" name="Google Shape;15631;p86"/>
          <p:cNvGrpSpPr/>
          <p:nvPr/>
        </p:nvGrpSpPr>
        <p:grpSpPr>
          <a:xfrm>
            <a:off x="4916286" y="2275584"/>
            <a:ext cx="475125" cy="471432"/>
            <a:chOff x="-18668025" y="2435725"/>
            <a:chExt cx="305625" cy="303250"/>
          </a:xfrm>
        </p:grpSpPr>
        <p:sp>
          <p:nvSpPr>
            <p:cNvPr id="15632" name="Google Shape;15632;p86"/>
            <p:cNvSpPr/>
            <p:nvPr/>
          </p:nvSpPr>
          <p:spPr>
            <a:xfrm>
              <a:off x="-18668025" y="2435725"/>
              <a:ext cx="305625" cy="303250"/>
            </a:xfrm>
            <a:custGeom>
              <a:avLst/>
              <a:gdLst/>
              <a:ahLst/>
              <a:cxnLst/>
              <a:rect l="l" t="t" r="r" b="b"/>
              <a:pathLst>
                <a:path w="12225" h="12130" extrusionOk="0">
                  <a:moveTo>
                    <a:pt x="2143" y="662"/>
                  </a:moveTo>
                  <a:cubicBezTo>
                    <a:pt x="2395" y="662"/>
                    <a:pt x="2679" y="756"/>
                    <a:pt x="2931" y="914"/>
                  </a:cubicBezTo>
                  <a:cubicBezTo>
                    <a:pt x="2679" y="977"/>
                    <a:pt x="2490" y="1103"/>
                    <a:pt x="2301" y="1260"/>
                  </a:cubicBezTo>
                  <a:cubicBezTo>
                    <a:pt x="1734" y="1670"/>
                    <a:pt x="1419" y="2206"/>
                    <a:pt x="1419" y="2804"/>
                  </a:cubicBezTo>
                  <a:lnTo>
                    <a:pt x="1419" y="3308"/>
                  </a:lnTo>
                  <a:cubicBezTo>
                    <a:pt x="978" y="3088"/>
                    <a:pt x="726" y="2647"/>
                    <a:pt x="726" y="2079"/>
                  </a:cubicBezTo>
                  <a:cubicBezTo>
                    <a:pt x="726" y="1292"/>
                    <a:pt x="1356" y="662"/>
                    <a:pt x="2143" y="662"/>
                  </a:cubicBezTo>
                  <a:close/>
                  <a:moveTo>
                    <a:pt x="10020" y="662"/>
                  </a:moveTo>
                  <a:cubicBezTo>
                    <a:pt x="10807" y="662"/>
                    <a:pt x="11437" y="1292"/>
                    <a:pt x="11437" y="2079"/>
                  </a:cubicBezTo>
                  <a:cubicBezTo>
                    <a:pt x="11437" y="2647"/>
                    <a:pt x="11122" y="3119"/>
                    <a:pt x="10681" y="3340"/>
                  </a:cubicBezTo>
                  <a:lnTo>
                    <a:pt x="10681" y="2804"/>
                  </a:lnTo>
                  <a:cubicBezTo>
                    <a:pt x="10681" y="2206"/>
                    <a:pt x="10366" y="1638"/>
                    <a:pt x="9799" y="1260"/>
                  </a:cubicBezTo>
                  <a:cubicBezTo>
                    <a:pt x="9610" y="1134"/>
                    <a:pt x="9421" y="1008"/>
                    <a:pt x="9169" y="945"/>
                  </a:cubicBezTo>
                  <a:cubicBezTo>
                    <a:pt x="9452" y="756"/>
                    <a:pt x="9736" y="662"/>
                    <a:pt x="10020" y="662"/>
                  </a:cubicBezTo>
                  <a:close/>
                  <a:moveTo>
                    <a:pt x="7909" y="1355"/>
                  </a:moveTo>
                  <a:cubicBezTo>
                    <a:pt x="8476" y="1355"/>
                    <a:pt x="9011" y="1512"/>
                    <a:pt x="9484" y="1827"/>
                  </a:cubicBezTo>
                  <a:cubicBezTo>
                    <a:pt x="9893" y="2079"/>
                    <a:pt x="10083" y="2458"/>
                    <a:pt x="10083" y="2804"/>
                  </a:cubicBezTo>
                  <a:lnTo>
                    <a:pt x="10083" y="3434"/>
                  </a:lnTo>
                  <a:cubicBezTo>
                    <a:pt x="10083" y="5072"/>
                    <a:pt x="10587" y="6774"/>
                    <a:pt x="11500" y="8223"/>
                  </a:cubicBezTo>
                  <a:cubicBezTo>
                    <a:pt x="10555" y="10176"/>
                    <a:pt x="8633" y="11436"/>
                    <a:pt x="6491" y="11436"/>
                  </a:cubicBezTo>
                  <a:lnTo>
                    <a:pt x="5640" y="11436"/>
                  </a:lnTo>
                  <a:cubicBezTo>
                    <a:pt x="3561" y="11436"/>
                    <a:pt x="1576" y="10176"/>
                    <a:pt x="757" y="8223"/>
                  </a:cubicBezTo>
                  <a:cubicBezTo>
                    <a:pt x="1671" y="6805"/>
                    <a:pt x="2143" y="5135"/>
                    <a:pt x="2143" y="3434"/>
                  </a:cubicBezTo>
                  <a:lnTo>
                    <a:pt x="2143" y="2804"/>
                  </a:lnTo>
                  <a:cubicBezTo>
                    <a:pt x="2143" y="2458"/>
                    <a:pt x="2332" y="2079"/>
                    <a:pt x="2710" y="1827"/>
                  </a:cubicBezTo>
                  <a:cubicBezTo>
                    <a:pt x="3120" y="1544"/>
                    <a:pt x="3719" y="1355"/>
                    <a:pt x="4286" y="1355"/>
                  </a:cubicBezTo>
                  <a:cubicBezTo>
                    <a:pt x="4884" y="1355"/>
                    <a:pt x="5483" y="1512"/>
                    <a:pt x="5924" y="1827"/>
                  </a:cubicBezTo>
                  <a:cubicBezTo>
                    <a:pt x="5971" y="1859"/>
                    <a:pt x="6034" y="1875"/>
                    <a:pt x="6105" y="1875"/>
                  </a:cubicBezTo>
                  <a:cubicBezTo>
                    <a:pt x="6176" y="1875"/>
                    <a:pt x="6255" y="1859"/>
                    <a:pt x="6333" y="1827"/>
                  </a:cubicBezTo>
                  <a:cubicBezTo>
                    <a:pt x="6743" y="1512"/>
                    <a:pt x="7342" y="1355"/>
                    <a:pt x="7909" y="1355"/>
                  </a:cubicBezTo>
                  <a:close/>
                  <a:moveTo>
                    <a:pt x="2143" y="0"/>
                  </a:moveTo>
                  <a:cubicBezTo>
                    <a:pt x="946" y="0"/>
                    <a:pt x="1" y="945"/>
                    <a:pt x="1" y="2143"/>
                  </a:cubicBezTo>
                  <a:cubicBezTo>
                    <a:pt x="1" y="3025"/>
                    <a:pt x="568" y="3812"/>
                    <a:pt x="1419" y="4127"/>
                  </a:cubicBezTo>
                  <a:cubicBezTo>
                    <a:pt x="1293" y="5514"/>
                    <a:pt x="820" y="6900"/>
                    <a:pt x="95" y="8034"/>
                  </a:cubicBezTo>
                  <a:cubicBezTo>
                    <a:pt x="1" y="8128"/>
                    <a:pt x="1" y="8286"/>
                    <a:pt x="32" y="8349"/>
                  </a:cubicBezTo>
                  <a:cubicBezTo>
                    <a:pt x="474" y="9483"/>
                    <a:pt x="1261" y="10428"/>
                    <a:pt x="2301" y="11121"/>
                  </a:cubicBezTo>
                  <a:cubicBezTo>
                    <a:pt x="3309" y="11783"/>
                    <a:pt x="4443" y="12130"/>
                    <a:pt x="5672" y="12130"/>
                  </a:cubicBezTo>
                  <a:lnTo>
                    <a:pt x="6554" y="12130"/>
                  </a:lnTo>
                  <a:cubicBezTo>
                    <a:pt x="7751" y="12130"/>
                    <a:pt x="8948" y="11783"/>
                    <a:pt x="9925" y="11121"/>
                  </a:cubicBezTo>
                  <a:cubicBezTo>
                    <a:pt x="10965" y="10428"/>
                    <a:pt x="11689" y="9483"/>
                    <a:pt x="12162" y="8349"/>
                  </a:cubicBezTo>
                  <a:cubicBezTo>
                    <a:pt x="12225" y="8223"/>
                    <a:pt x="12225" y="8128"/>
                    <a:pt x="12130" y="8034"/>
                  </a:cubicBezTo>
                  <a:cubicBezTo>
                    <a:pt x="11311" y="6868"/>
                    <a:pt x="10839" y="5514"/>
                    <a:pt x="10713" y="4127"/>
                  </a:cubicBezTo>
                  <a:cubicBezTo>
                    <a:pt x="11532" y="3812"/>
                    <a:pt x="12130" y="3025"/>
                    <a:pt x="12130" y="2143"/>
                  </a:cubicBezTo>
                  <a:cubicBezTo>
                    <a:pt x="12130" y="945"/>
                    <a:pt x="11185" y="0"/>
                    <a:pt x="10020" y="0"/>
                  </a:cubicBezTo>
                  <a:cubicBezTo>
                    <a:pt x="9389" y="0"/>
                    <a:pt x="8791" y="284"/>
                    <a:pt x="8381" y="756"/>
                  </a:cubicBezTo>
                  <a:cubicBezTo>
                    <a:pt x="8224" y="725"/>
                    <a:pt x="8035" y="725"/>
                    <a:pt x="7846" y="725"/>
                  </a:cubicBezTo>
                  <a:cubicBezTo>
                    <a:pt x="7184" y="725"/>
                    <a:pt x="6554" y="882"/>
                    <a:pt x="6081" y="1197"/>
                  </a:cubicBezTo>
                  <a:cubicBezTo>
                    <a:pt x="5546" y="851"/>
                    <a:pt x="4916" y="725"/>
                    <a:pt x="4254" y="725"/>
                  </a:cubicBezTo>
                  <a:cubicBezTo>
                    <a:pt x="4097" y="725"/>
                    <a:pt x="3908" y="725"/>
                    <a:pt x="3750" y="756"/>
                  </a:cubicBezTo>
                  <a:cubicBezTo>
                    <a:pt x="3340" y="284"/>
                    <a:pt x="2773" y="0"/>
                    <a:pt x="2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633" name="Google Shape;15633;p86"/>
            <p:cNvSpPr/>
            <p:nvPr/>
          </p:nvSpPr>
          <p:spPr>
            <a:xfrm>
              <a:off x="-18596350" y="2524725"/>
              <a:ext cx="160700" cy="178800"/>
            </a:xfrm>
            <a:custGeom>
              <a:avLst/>
              <a:gdLst/>
              <a:ahLst/>
              <a:cxnLst/>
              <a:rect l="l" t="t" r="r" b="b"/>
              <a:pathLst>
                <a:path w="6428" h="7152" extrusionOk="0">
                  <a:moveTo>
                    <a:pt x="1072" y="693"/>
                  </a:moveTo>
                  <a:cubicBezTo>
                    <a:pt x="1261" y="693"/>
                    <a:pt x="1419" y="851"/>
                    <a:pt x="1419" y="1040"/>
                  </a:cubicBezTo>
                  <a:cubicBezTo>
                    <a:pt x="1419" y="1260"/>
                    <a:pt x="1261" y="1418"/>
                    <a:pt x="1072" y="1418"/>
                  </a:cubicBezTo>
                  <a:cubicBezTo>
                    <a:pt x="883" y="1418"/>
                    <a:pt x="726" y="1260"/>
                    <a:pt x="726" y="1040"/>
                  </a:cubicBezTo>
                  <a:cubicBezTo>
                    <a:pt x="726" y="851"/>
                    <a:pt x="883" y="693"/>
                    <a:pt x="1072" y="693"/>
                  </a:cubicBezTo>
                  <a:close/>
                  <a:moveTo>
                    <a:pt x="5325" y="693"/>
                  </a:moveTo>
                  <a:cubicBezTo>
                    <a:pt x="5514" y="693"/>
                    <a:pt x="5672" y="851"/>
                    <a:pt x="5672" y="1040"/>
                  </a:cubicBezTo>
                  <a:cubicBezTo>
                    <a:pt x="5672" y="1260"/>
                    <a:pt x="5514" y="1418"/>
                    <a:pt x="5325" y="1418"/>
                  </a:cubicBezTo>
                  <a:cubicBezTo>
                    <a:pt x="5136" y="1418"/>
                    <a:pt x="4979" y="1260"/>
                    <a:pt x="4979" y="1040"/>
                  </a:cubicBezTo>
                  <a:cubicBezTo>
                    <a:pt x="4979" y="851"/>
                    <a:pt x="5136" y="693"/>
                    <a:pt x="5325" y="693"/>
                  </a:cubicBezTo>
                  <a:close/>
                  <a:moveTo>
                    <a:pt x="3214" y="3781"/>
                  </a:moveTo>
                  <a:cubicBezTo>
                    <a:pt x="3372" y="3781"/>
                    <a:pt x="3529" y="3875"/>
                    <a:pt x="3561" y="4001"/>
                  </a:cubicBezTo>
                  <a:lnTo>
                    <a:pt x="3214" y="4442"/>
                  </a:lnTo>
                  <a:lnTo>
                    <a:pt x="2836" y="4001"/>
                  </a:lnTo>
                  <a:cubicBezTo>
                    <a:pt x="2899" y="3844"/>
                    <a:pt x="3057" y="3781"/>
                    <a:pt x="3214" y="3781"/>
                  </a:cubicBezTo>
                  <a:close/>
                  <a:moveTo>
                    <a:pt x="3214" y="1449"/>
                  </a:moveTo>
                  <a:cubicBezTo>
                    <a:pt x="3876" y="1449"/>
                    <a:pt x="4475" y="1922"/>
                    <a:pt x="4632" y="2552"/>
                  </a:cubicBezTo>
                  <a:lnTo>
                    <a:pt x="5136" y="4631"/>
                  </a:lnTo>
                  <a:cubicBezTo>
                    <a:pt x="5357" y="5545"/>
                    <a:pt x="4664" y="6459"/>
                    <a:pt x="3718" y="6459"/>
                  </a:cubicBezTo>
                  <a:lnTo>
                    <a:pt x="3561" y="6459"/>
                  </a:lnTo>
                  <a:lnTo>
                    <a:pt x="3561" y="5136"/>
                  </a:lnTo>
                  <a:lnTo>
                    <a:pt x="4191" y="4348"/>
                  </a:lnTo>
                  <a:cubicBezTo>
                    <a:pt x="4223" y="4285"/>
                    <a:pt x="4254" y="4190"/>
                    <a:pt x="4254" y="4127"/>
                  </a:cubicBezTo>
                  <a:cubicBezTo>
                    <a:pt x="4254" y="3529"/>
                    <a:pt x="3781" y="3056"/>
                    <a:pt x="3214" y="3056"/>
                  </a:cubicBezTo>
                  <a:cubicBezTo>
                    <a:pt x="2616" y="3056"/>
                    <a:pt x="2143" y="3529"/>
                    <a:pt x="2143" y="4127"/>
                  </a:cubicBezTo>
                  <a:cubicBezTo>
                    <a:pt x="2143" y="4190"/>
                    <a:pt x="2175" y="4285"/>
                    <a:pt x="2206" y="4348"/>
                  </a:cubicBezTo>
                  <a:lnTo>
                    <a:pt x="2836" y="5136"/>
                  </a:lnTo>
                  <a:lnTo>
                    <a:pt x="2836" y="6459"/>
                  </a:lnTo>
                  <a:lnTo>
                    <a:pt x="2679" y="6459"/>
                  </a:lnTo>
                  <a:cubicBezTo>
                    <a:pt x="1734" y="6459"/>
                    <a:pt x="1041" y="5545"/>
                    <a:pt x="1261" y="4631"/>
                  </a:cubicBezTo>
                  <a:lnTo>
                    <a:pt x="1797" y="2552"/>
                  </a:lnTo>
                  <a:cubicBezTo>
                    <a:pt x="1954" y="1891"/>
                    <a:pt x="2521" y="1449"/>
                    <a:pt x="3214" y="1449"/>
                  </a:cubicBezTo>
                  <a:close/>
                  <a:moveTo>
                    <a:pt x="1072" y="0"/>
                  </a:moveTo>
                  <a:cubicBezTo>
                    <a:pt x="473" y="0"/>
                    <a:pt x="1" y="441"/>
                    <a:pt x="1" y="1040"/>
                  </a:cubicBezTo>
                  <a:cubicBezTo>
                    <a:pt x="1" y="1638"/>
                    <a:pt x="473" y="2111"/>
                    <a:pt x="1072" y="2111"/>
                  </a:cubicBezTo>
                  <a:lnTo>
                    <a:pt x="1167" y="2111"/>
                  </a:lnTo>
                  <a:cubicBezTo>
                    <a:pt x="1104" y="2174"/>
                    <a:pt x="1104" y="2269"/>
                    <a:pt x="1072" y="2332"/>
                  </a:cubicBezTo>
                  <a:lnTo>
                    <a:pt x="568" y="4442"/>
                  </a:lnTo>
                  <a:cubicBezTo>
                    <a:pt x="221" y="5797"/>
                    <a:pt x="1261" y="7152"/>
                    <a:pt x="2679" y="7152"/>
                  </a:cubicBezTo>
                  <a:lnTo>
                    <a:pt x="3718" y="7152"/>
                  </a:lnTo>
                  <a:cubicBezTo>
                    <a:pt x="5136" y="7152"/>
                    <a:pt x="6207" y="5797"/>
                    <a:pt x="5829" y="4442"/>
                  </a:cubicBezTo>
                  <a:lnTo>
                    <a:pt x="5325" y="2332"/>
                  </a:lnTo>
                  <a:cubicBezTo>
                    <a:pt x="5294" y="2269"/>
                    <a:pt x="5294" y="2174"/>
                    <a:pt x="5262" y="2111"/>
                  </a:cubicBezTo>
                  <a:lnTo>
                    <a:pt x="5325" y="2111"/>
                  </a:lnTo>
                  <a:cubicBezTo>
                    <a:pt x="5924" y="2111"/>
                    <a:pt x="6396" y="1638"/>
                    <a:pt x="6396" y="1040"/>
                  </a:cubicBezTo>
                  <a:cubicBezTo>
                    <a:pt x="6428" y="473"/>
                    <a:pt x="5924" y="0"/>
                    <a:pt x="5325" y="0"/>
                  </a:cubicBezTo>
                  <a:cubicBezTo>
                    <a:pt x="4790" y="0"/>
                    <a:pt x="4317" y="410"/>
                    <a:pt x="4254" y="977"/>
                  </a:cubicBezTo>
                  <a:cubicBezTo>
                    <a:pt x="3939" y="788"/>
                    <a:pt x="3592" y="693"/>
                    <a:pt x="3214" y="693"/>
                  </a:cubicBezTo>
                  <a:cubicBezTo>
                    <a:pt x="2805" y="693"/>
                    <a:pt x="2458" y="819"/>
                    <a:pt x="2143" y="977"/>
                  </a:cubicBezTo>
                  <a:cubicBezTo>
                    <a:pt x="2112" y="410"/>
                    <a:pt x="1639"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634" name="Google Shape;15634;p86"/>
          <p:cNvGrpSpPr/>
          <p:nvPr/>
        </p:nvGrpSpPr>
        <p:grpSpPr>
          <a:xfrm>
            <a:off x="4915683" y="2850902"/>
            <a:ext cx="476329" cy="473881"/>
            <a:chOff x="-18668800" y="2807475"/>
            <a:chExt cx="306400" cy="304825"/>
          </a:xfrm>
        </p:grpSpPr>
        <p:sp>
          <p:nvSpPr>
            <p:cNvPr id="15635" name="Google Shape;15635;p86"/>
            <p:cNvSpPr/>
            <p:nvPr/>
          </p:nvSpPr>
          <p:spPr>
            <a:xfrm>
              <a:off x="-18632575" y="2951600"/>
              <a:ext cx="18150" cy="35475"/>
            </a:xfrm>
            <a:custGeom>
              <a:avLst/>
              <a:gdLst/>
              <a:ahLst/>
              <a:cxnLst/>
              <a:rect l="l" t="t" r="r" b="b"/>
              <a:pathLst>
                <a:path w="726" h="1419" extrusionOk="0">
                  <a:moveTo>
                    <a:pt x="347" y="1"/>
                  </a:moveTo>
                  <a:cubicBezTo>
                    <a:pt x="158" y="1"/>
                    <a:pt x="1" y="158"/>
                    <a:pt x="1" y="347"/>
                  </a:cubicBezTo>
                  <a:lnTo>
                    <a:pt x="1" y="1072"/>
                  </a:lnTo>
                  <a:cubicBezTo>
                    <a:pt x="1" y="1261"/>
                    <a:pt x="158" y="1419"/>
                    <a:pt x="347" y="1419"/>
                  </a:cubicBezTo>
                  <a:cubicBezTo>
                    <a:pt x="568" y="1419"/>
                    <a:pt x="725" y="1261"/>
                    <a:pt x="725" y="1072"/>
                  </a:cubicBezTo>
                  <a:lnTo>
                    <a:pt x="725" y="347"/>
                  </a:ln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636" name="Google Shape;15636;p86"/>
            <p:cNvSpPr/>
            <p:nvPr/>
          </p:nvSpPr>
          <p:spPr>
            <a:xfrm>
              <a:off x="-18597125" y="2916175"/>
              <a:ext cx="18125" cy="35450"/>
            </a:xfrm>
            <a:custGeom>
              <a:avLst/>
              <a:gdLst/>
              <a:ahLst/>
              <a:cxnLst/>
              <a:rect l="l" t="t" r="r" b="b"/>
              <a:pathLst>
                <a:path w="725" h="1418" extrusionOk="0">
                  <a:moveTo>
                    <a:pt x="347" y="0"/>
                  </a:moveTo>
                  <a:cubicBezTo>
                    <a:pt x="158" y="0"/>
                    <a:pt x="0" y="158"/>
                    <a:pt x="0" y="347"/>
                  </a:cubicBezTo>
                  <a:lnTo>
                    <a:pt x="0" y="1071"/>
                  </a:lnTo>
                  <a:cubicBezTo>
                    <a:pt x="0" y="1260"/>
                    <a:pt x="158" y="1418"/>
                    <a:pt x="347" y="1418"/>
                  </a:cubicBezTo>
                  <a:cubicBezTo>
                    <a:pt x="567" y="1418"/>
                    <a:pt x="725" y="1260"/>
                    <a:pt x="725" y="1071"/>
                  </a:cubicBezTo>
                  <a:lnTo>
                    <a:pt x="725" y="347"/>
                  </a:ln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637" name="Google Shape;15637;p86"/>
            <p:cNvSpPr/>
            <p:nvPr/>
          </p:nvSpPr>
          <p:spPr>
            <a:xfrm>
              <a:off x="-18668800" y="2807475"/>
              <a:ext cx="306400" cy="304825"/>
            </a:xfrm>
            <a:custGeom>
              <a:avLst/>
              <a:gdLst/>
              <a:ahLst/>
              <a:cxnLst/>
              <a:rect l="l" t="t" r="r" b="b"/>
              <a:pathLst>
                <a:path w="12256" h="12193" extrusionOk="0">
                  <a:moveTo>
                    <a:pt x="3970" y="946"/>
                  </a:moveTo>
                  <a:cubicBezTo>
                    <a:pt x="4128" y="1198"/>
                    <a:pt x="4348" y="1513"/>
                    <a:pt x="4348" y="1859"/>
                  </a:cubicBezTo>
                  <a:lnTo>
                    <a:pt x="4348" y="2017"/>
                  </a:lnTo>
                  <a:cubicBezTo>
                    <a:pt x="4299" y="2260"/>
                    <a:pt x="4476" y="2447"/>
                    <a:pt x="4690" y="2447"/>
                  </a:cubicBezTo>
                  <a:cubicBezTo>
                    <a:pt x="4753" y="2447"/>
                    <a:pt x="4819" y="2431"/>
                    <a:pt x="4884" y="2395"/>
                  </a:cubicBezTo>
                  <a:cubicBezTo>
                    <a:pt x="5041" y="2269"/>
                    <a:pt x="5230" y="2237"/>
                    <a:pt x="5451" y="2237"/>
                  </a:cubicBezTo>
                  <a:lnTo>
                    <a:pt x="5766" y="2237"/>
                  </a:lnTo>
                  <a:cubicBezTo>
                    <a:pt x="5608" y="2647"/>
                    <a:pt x="5199" y="2930"/>
                    <a:pt x="4726" y="2930"/>
                  </a:cubicBezTo>
                  <a:lnTo>
                    <a:pt x="3214" y="2930"/>
                  </a:lnTo>
                  <a:cubicBezTo>
                    <a:pt x="2741" y="2930"/>
                    <a:pt x="2363" y="2615"/>
                    <a:pt x="2206" y="2237"/>
                  </a:cubicBezTo>
                  <a:lnTo>
                    <a:pt x="2521" y="2237"/>
                  </a:lnTo>
                  <a:cubicBezTo>
                    <a:pt x="2710" y="2237"/>
                    <a:pt x="2899" y="2269"/>
                    <a:pt x="3056" y="2395"/>
                  </a:cubicBezTo>
                  <a:cubicBezTo>
                    <a:pt x="3117" y="2428"/>
                    <a:pt x="3179" y="2443"/>
                    <a:pt x="3238" y="2443"/>
                  </a:cubicBezTo>
                  <a:cubicBezTo>
                    <a:pt x="3459" y="2443"/>
                    <a:pt x="3648" y="2240"/>
                    <a:pt x="3624" y="2017"/>
                  </a:cubicBezTo>
                  <a:lnTo>
                    <a:pt x="3624" y="1859"/>
                  </a:lnTo>
                  <a:cubicBezTo>
                    <a:pt x="3624" y="1513"/>
                    <a:pt x="3813" y="1198"/>
                    <a:pt x="3970" y="946"/>
                  </a:cubicBezTo>
                  <a:close/>
                  <a:moveTo>
                    <a:pt x="8853" y="3718"/>
                  </a:moveTo>
                  <a:lnTo>
                    <a:pt x="9042" y="3907"/>
                  </a:lnTo>
                  <a:cubicBezTo>
                    <a:pt x="9168" y="4033"/>
                    <a:pt x="9294" y="4222"/>
                    <a:pt x="9326" y="4443"/>
                  </a:cubicBezTo>
                  <a:cubicBezTo>
                    <a:pt x="9382" y="4591"/>
                    <a:pt x="9536" y="4685"/>
                    <a:pt x="9686" y="4685"/>
                  </a:cubicBezTo>
                  <a:cubicBezTo>
                    <a:pt x="9790" y="4685"/>
                    <a:pt x="9892" y="4640"/>
                    <a:pt x="9956" y="4537"/>
                  </a:cubicBezTo>
                  <a:cubicBezTo>
                    <a:pt x="9988" y="4506"/>
                    <a:pt x="10051" y="4474"/>
                    <a:pt x="10051" y="4443"/>
                  </a:cubicBezTo>
                  <a:cubicBezTo>
                    <a:pt x="10271" y="4191"/>
                    <a:pt x="10681" y="4065"/>
                    <a:pt x="10901" y="4033"/>
                  </a:cubicBezTo>
                  <a:lnTo>
                    <a:pt x="10901" y="4033"/>
                  </a:lnTo>
                  <a:cubicBezTo>
                    <a:pt x="10870" y="4317"/>
                    <a:pt x="10775" y="4663"/>
                    <a:pt x="10523" y="4915"/>
                  </a:cubicBezTo>
                  <a:cubicBezTo>
                    <a:pt x="10460" y="4947"/>
                    <a:pt x="10429" y="4947"/>
                    <a:pt x="10397" y="4978"/>
                  </a:cubicBezTo>
                  <a:cubicBezTo>
                    <a:pt x="10145" y="5167"/>
                    <a:pt x="10240" y="5545"/>
                    <a:pt x="10523" y="5608"/>
                  </a:cubicBezTo>
                  <a:cubicBezTo>
                    <a:pt x="10712" y="5640"/>
                    <a:pt x="10870" y="5766"/>
                    <a:pt x="11027" y="5892"/>
                  </a:cubicBezTo>
                  <a:lnTo>
                    <a:pt x="11216" y="6081"/>
                  </a:lnTo>
                  <a:cubicBezTo>
                    <a:pt x="11059" y="6144"/>
                    <a:pt x="10901" y="6207"/>
                    <a:pt x="10744" y="6207"/>
                  </a:cubicBezTo>
                  <a:cubicBezTo>
                    <a:pt x="10460" y="6207"/>
                    <a:pt x="10208" y="6081"/>
                    <a:pt x="9988" y="5892"/>
                  </a:cubicBezTo>
                  <a:lnTo>
                    <a:pt x="8979" y="4852"/>
                  </a:lnTo>
                  <a:cubicBezTo>
                    <a:pt x="8727" y="4632"/>
                    <a:pt x="8664" y="4159"/>
                    <a:pt x="8853" y="3718"/>
                  </a:cubicBezTo>
                  <a:close/>
                  <a:moveTo>
                    <a:pt x="3970" y="3687"/>
                  </a:moveTo>
                  <a:cubicBezTo>
                    <a:pt x="4852" y="3687"/>
                    <a:pt x="5514" y="3750"/>
                    <a:pt x="6018" y="3939"/>
                  </a:cubicBezTo>
                  <a:cubicBezTo>
                    <a:pt x="5640" y="4096"/>
                    <a:pt x="5199" y="4348"/>
                    <a:pt x="4852" y="4726"/>
                  </a:cubicBezTo>
                  <a:cubicBezTo>
                    <a:pt x="4033" y="5577"/>
                    <a:pt x="3340" y="6837"/>
                    <a:pt x="3025" y="8129"/>
                  </a:cubicBezTo>
                  <a:cubicBezTo>
                    <a:pt x="2804" y="9042"/>
                    <a:pt x="2804" y="9830"/>
                    <a:pt x="2993" y="10492"/>
                  </a:cubicBezTo>
                  <a:cubicBezTo>
                    <a:pt x="2426" y="10113"/>
                    <a:pt x="2017" y="9578"/>
                    <a:pt x="1639" y="8948"/>
                  </a:cubicBezTo>
                  <a:cubicBezTo>
                    <a:pt x="1103" y="7971"/>
                    <a:pt x="757" y="6742"/>
                    <a:pt x="757" y="5797"/>
                  </a:cubicBezTo>
                  <a:cubicBezTo>
                    <a:pt x="757" y="4222"/>
                    <a:pt x="1576" y="3687"/>
                    <a:pt x="3970" y="3687"/>
                  </a:cubicBezTo>
                  <a:close/>
                  <a:moveTo>
                    <a:pt x="6672" y="4532"/>
                  </a:moveTo>
                  <a:cubicBezTo>
                    <a:pt x="7416" y="4532"/>
                    <a:pt x="8169" y="5082"/>
                    <a:pt x="9042" y="5955"/>
                  </a:cubicBezTo>
                  <a:cubicBezTo>
                    <a:pt x="10555" y="7467"/>
                    <a:pt x="11059" y="8538"/>
                    <a:pt x="9798" y="9735"/>
                  </a:cubicBezTo>
                  <a:cubicBezTo>
                    <a:pt x="9105" y="10460"/>
                    <a:pt x="7908" y="11090"/>
                    <a:pt x="6774" y="11374"/>
                  </a:cubicBezTo>
                  <a:cubicBezTo>
                    <a:pt x="6350" y="11482"/>
                    <a:pt x="5952" y="11535"/>
                    <a:pt x="5591" y="11535"/>
                  </a:cubicBezTo>
                  <a:cubicBezTo>
                    <a:pt x="4905" y="11535"/>
                    <a:pt x="4352" y="11346"/>
                    <a:pt x="4002" y="10996"/>
                  </a:cubicBezTo>
                  <a:cubicBezTo>
                    <a:pt x="3466" y="10460"/>
                    <a:pt x="3340" y="9452"/>
                    <a:pt x="3655" y="8255"/>
                  </a:cubicBezTo>
                  <a:cubicBezTo>
                    <a:pt x="3939" y="7089"/>
                    <a:pt x="4569" y="5923"/>
                    <a:pt x="5262" y="5230"/>
                  </a:cubicBezTo>
                  <a:cubicBezTo>
                    <a:pt x="5746" y="4746"/>
                    <a:pt x="6207" y="4532"/>
                    <a:pt x="6672" y="4532"/>
                  </a:cubicBezTo>
                  <a:close/>
                  <a:moveTo>
                    <a:pt x="3935" y="0"/>
                  </a:moveTo>
                  <a:cubicBezTo>
                    <a:pt x="3844" y="0"/>
                    <a:pt x="3750" y="32"/>
                    <a:pt x="3687" y="95"/>
                  </a:cubicBezTo>
                  <a:cubicBezTo>
                    <a:pt x="3655" y="126"/>
                    <a:pt x="3025" y="694"/>
                    <a:pt x="2899" y="1481"/>
                  </a:cubicBezTo>
                  <a:cubicBezTo>
                    <a:pt x="2804" y="1418"/>
                    <a:pt x="2647" y="1418"/>
                    <a:pt x="2521" y="1418"/>
                  </a:cubicBezTo>
                  <a:lnTo>
                    <a:pt x="1796" y="1418"/>
                  </a:lnTo>
                  <a:cubicBezTo>
                    <a:pt x="1607" y="1418"/>
                    <a:pt x="1450" y="1576"/>
                    <a:pt x="1450" y="1796"/>
                  </a:cubicBezTo>
                  <a:cubicBezTo>
                    <a:pt x="1450" y="2300"/>
                    <a:pt x="1639" y="2741"/>
                    <a:pt x="1954" y="3056"/>
                  </a:cubicBezTo>
                  <a:cubicBezTo>
                    <a:pt x="694" y="3371"/>
                    <a:pt x="0" y="4222"/>
                    <a:pt x="0" y="5671"/>
                  </a:cubicBezTo>
                  <a:cubicBezTo>
                    <a:pt x="0" y="6774"/>
                    <a:pt x="378" y="8097"/>
                    <a:pt x="1009" y="9200"/>
                  </a:cubicBezTo>
                  <a:cubicBezTo>
                    <a:pt x="1702" y="10397"/>
                    <a:pt x="2552" y="11153"/>
                    <a:pt x="3466" y="11405"/>
                  </a:cubicBezTo>
                  <a:cubicBezTo>
                    <a:pt x="4002" y="11941"/>
                    <a:pt x="4758" y="12193"/>
                    <a:pt x="5545" y="12193"/>
                  </a:cubicBezTo>
                  <a:cubicBezTo>
                    <a:pt x="5986" y="12193"/>
                    <a:pt x="6427" y="12098"/>
                    <a:pt x="6932" y="11972"/>
                  </a:cubicBezTo>
                  <a:cubicBezTo>
                    <a:pt x="8192" y="11657"/>
                    <a:pt x="9483" y="10964"/>
                    <a:pt x="10303" y="10177"/>
                  </a:cubicBezTo>
                  <a:cubicBezTo>
                    <a:pt x="11374" y="9105"/>
                    <a:pt x="11468" y="8034"/>
                    <a:pt x="10838" y="6900"/>
                  </a:cubicBezTo>
                  <a:lnTo>
                    <a:pt x="10838" y="6900"/>
                  </a:lnTo>
                  <a:cubicBezTo>
                    <a:pt x="10921" y="6917"/>
                    <a:pt x="11002" y="6924"/>
                    <a:pt x="11081" y="6924"/>
                  </a:cubicBezTo>
                  <a:cubicBezTo>
                    <a:pt x="11453" y="6924"/>
                    <a:pt x="11787" y="6750"/>
                    <a:pt x="12098" y="6490"/>
                  </a:cubicBezTo>
                  <a:cubicBezTo>
                    <a:pt x="12256" y="6333"/>
                    <a:pt x="12256" y="6112"/>
                    <a:pt x="12098" y="5955"/>
                  </a:cubicBezTo>
                  <a:lnTo>
                    <a:pt x="11563" y="5451"/>
                  </a:lnTo>
                  <a:cubicBezTo>
                    <a:pt x="11500" y="5388"/>
                    <a:pt x="11374" y="5293"/>
                    <a:pt x="11248" y="5230"/>
                  </a:cubicBezTo>
                  <a:cubicBezTo>
                    <a:pt x="11689" y="4537"/>
                    <a:pt x="11657" y="3718"/>
                    <a:pt x="11657" y="3687"/>
                  </a:cubicBezTo>
                  <a:cubicBezTo>
                    <a:pt x="11657" y="3497"/>
                    <a:pt x="11500" y="3371"/>
                    <a:pt x="11311" y="3308"/>
                  </a:cubicBezTo>
                  <a:cubicBezTo>
                    <a:pt x="11303" y="3308"/>
                    <a:pt x="11283" y="3308"/>
                    <a:pt x="11252" y="3308"/>
                  </a:cubicBezTo>
                  <a:cubicBezTo>
                    <a:pt x="11038" y="3308"/>
                    <a:pt x="10318" y="3332"/>
                    <a:pt x="9767" y="3718"/>
                  </a:cubicBezTo>
                  <a:cubicBezTo>
                    <a:pt x="9672" y="3592"/>
                    <a:pt x="9609" y="3529"/>
                    <a:pt x="9515" y="3403"/>
                  </a:cubicBezTo>
                  <a:lnTo>
                    <a:pt x="9011" y="2899"/>
                  </a:lnTo>
                  <a:cubicBezTo>
                    <a:pt x="8932" y="2820"/>
                    <a:pt x="8845" y="2781"/>
                    <a:pt x="8759" y="2781"/>
                  </a:cubicBezTo>
                  <a:cubicBezTo>
                    <a:pt x="8672" y="2781"/>
                    <a:pt x="8586" y="2820"/>
                    <a:pt x="8507" y="2899"/>
                  </a:cubicBezTo>
                  <a:cubicBezTo>
                    <a:pt x="8160" y="3245"/>
                    <a:pt x="8003" y="3718"/>
                    <a:pt x="8003" y="4159"/>
                  </a:cubicBezTo>
                  <a:cubicBezTo>
                    <a:pt x="7751" y="4033"/>
                    <a:pt x="7530" y="3907"/>
                    <a:pt x="7278" y="3844"/>
                  </a:cubicBezTo>
                  <a:cubicBezTo>
                    <a:pt x="7247" y="3844"/>
                    <a:pt x="7215" y="3844"/>
                    <a:pt x="7215" y="3781"/>
                  </a:cubicBezTo>
                  <a:cubicBezTo>
                    <a:pt x="6900" y="3466"/>
                    <a:pt x="6459" y="3214"/>
                    <a:pt x="5860" y="3088"/>
                  </a:cubicBezTo>
                  <a:cubicBezTo>
                    <a:pt x="6207" y="2773"/>
                    <a:pt x="6427" y="2300"/>
                    <a:pt x="6427" y="1796"/>
                  </a:cubicBezTo>
                  <a:cubicBezTo>
                    <a:pt x="6427" y="1576"/>
                    <a:pt x="6270" y="1418"/>
                    <a:pt x="6049" y="1418"/>
                  </a:cubicBezTo>
                  <a:lnTo>
                    <a:pt x="5356" y="1418"/>
                  </a:lnTo>
                  <a:cubicBezTo>
                    <a:pt x="5230" y="1418"/>
                    <a:pt x="5073" y="1418"/>
                    <a:pt x="4947" y="1481"/>
                  </a:cubicBezTo>
                  <a:cubicBezTo>
                    <a:pt x="4789" y="694"/>
                    <a:pt x="4159" y="126"/>
                    <a:pt x="4159" y="95"/>
                  </a:cubicBezTo>
                  <a:cubicBezTo>
                    <a:pt x="4112" y="32"/>
                    <a:pt x="4025" y="0"/>
                    <a:pt x="39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638" name="Google Shape;15638;p86"/>
            <p:cNvSpPr/>
            <p:nvPr/>
          </p:nvSpPr>
          <p:spPr>
            <a:xfrm>
              <a:off x="-18496300" y="2977800"/>
              <a:ext cx="33100" cy="31925"/>
            </a:xfrm>
            <a:custGeom>
              <a:avLst/>
              <a:gdLst/>
              <a:ahLst/>
              <a:cxnLst/>
              <a:rect l="l" t="t" r="r" b="b"/>
              <a:pathLst>
                <a:path w="1324" h="1277" extrusionOk="0">
                  <a:moveTo>
                    <a:pt x="914" y="0"/>
                  </a:moveTo>
                  <a:cubicBezTo>
                    <a:pt x="827" y="0"/>
                    <a:pt x="740" y="40"/>
                    <a:pt x="662" y="119"/>
                  </a:cubicBezTo>
                  <a:lnTo>
                    <a:pt x="158" y="654"/>
                  </a:lnTo>
                  <a:cubicBezTo>
                    <a:pt x="0" y="812"/>
                    <a:pt x="0" y="1001"/>
                    <a:pt x="158" y="1158"/>
                  </a:cubicBezTo>
                  <a:cubicBezTo>
                    <a:pt x="205" y="1237"/>
                    <a:pt x="291" y="1276"/>
                    <a:pt x="386" y="1276"/>
                  </a:cubicBezTo>
                  <a:cubicBezTo>
                    <a:pt x="480" y="1276"/>
                    <a:pt x="583" y="1237"/>
                    <a:pt x="662" y="1158"/>
                  </a:cubicBezTo>
                  <a:lnTo>
                    <a:pt x="1166" y="654"/>
                  </a:lnTo>
                  <a:cubicBezTo>
                    <a:pt x="1323" y="497"/>
                    <a:pt x="1323" y="276"/>
                    <a:pt x="1166" y="119"/>
                  </a:cubicBezTo>
                  <a:cubicBezTo>
                    <a:pt x="1087" y="40"/>
                    <a:pt x="1000" y="0"/>
                    <a:pt x="9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639" name="Google Shape;15639;p86"/>
            <p:cNvSpPr/>
            <p:nvPr/>
          </p:nvSpPr>
          <p:spPr>
            <a:xfrm>
              <a:off x="-18559325" y="3042375"/>
              <a:ext cx="33100" cy="31150"/>
            </a:xfrm>
            <a:custGeom>
              <a:avLst/>
              <a:gdLst/>
              <a:ahLst/>
              <a:cxnLst/>
              <a:rect l="l" t="t" r="r" b="b"/>
              <a:pathLst>
                <a:path w="1324" h="1246" extrusionOk="0">
                  <a:moveTo>
                    <a:pt x="902" y="1"/>
                  </a:moveTo>
                  <a:cubicBezTo>
                    <a:pt x="812" y="1"/>
                    <a:pt x="725" y="40"/>
                    <a:pt x="662" y="119"/>
                  </a:cubicBezTo>
                  <a:lnTo>
                    <a:pt x="158" y="623"/>
                  </a:lnTo>
                  <a:cubicBezTo>
                    <a:pt x="1" y="781"/>
                    <a:pt x="1" y="970"/>
                    <a:pt x="158" y="1127"/>
                  </a:cubicBezTo>
                  <a:cubicBezTo>
                    <a:pt x="237" y="1206"/>
                    <a:pt x="324" y="1245"/>
                    <a:pt x="410" y="1245"/>
                  </a:cubicBezTo>
                  <a:cubicBezTo>
                    <a:pt x="497" y="1245"/>
                    <a:pt x="583" y="1206"/>
                    <a:pt x="662" y="1127"/>
                  </a:cubicBezTo>
                  <a:lnTo>
                    <a:pt x="1166" y="623"/>
                  </a:lnTo>
                  <a:cubicBezTo>
                    <a:pt x="1324" y="465"/>
                    <a:pt x="1324" y="276"/>
                    <a:pt x="1166" y="119"/>
                  </a:cubicBezTo>
                  <a:cubicBezTo>
                    <a:pt x="1088" y="40"/>
                    <a:pt x="993" y="1"/>
                    <a:pt x="9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640" name="Google Shape;15640;p86"/>
            <p:cNvSpPr/>
            <p:nvPr/>
          </p:nvSpPr>
          <p:spPr>
            <a:xfrm>
              <a:off x="-18559325" y="2991175"/>
              <a:ext cx="33100" cy="31150"/>
            </a:xfrm>
            <a:custGeom>
              <a:avLst/>
              <a:gdLst/>
              <a:ahLst/>
              <a:cxnLst/>
              <a:rect l="l" t="t" r="r" b="b"/>
              <a:pathLst>
                <a:path w="1324" h="1246" extrusionOk="0">
                  <a:moveTo>
                    <a:pt x="914" y="1"/>
                  </a:moveTo>
                  <a:cubicBezTo>
                    <a:pt x="828" y="1"/>
                    <a:pt x="741" y="40"/>
                    <a:pt x="662" y="119"/>
                  </a:cubicBezTo>
                  <a:lnTo>
                    <a:pt x="158" y="623"/>
                  </a:lnTo>
                  <a:cubicBezTo>
                    <a:pt x="1" y="781"/>
                    <a:pt x="1" y="970"/>
                    <a:pt x="158" y="1127"/>
                  </a:cubicBezTo>
                  <a:cubicBezTo>
                    <a:pt x="205" y="1206"/>
                    <a:pt x="292" y="1245"/>
                    <a:pt x="387" y="1245"/>
                  </a:cubicBezTo>
                  <a:cubicBezTo>
                    <a:pt x="481" y="1245"/>
                    <a:pt x="583" y="1206"/>
                    <a:pt x="662" y="1127"/>
                  </a:cubicBezTo>
                  <a:lnTo>
                    <a:pt x="1166" y="623"/>
                  </a:lnTo>
                  <a:cubicBezTo>
                    <a:pt x="1324" y="466"/>
                    <a:pt x="1324" y="277"/>
                    <a:pt x="1166" y="119"/>
                  </a:cubicBezTo>
                  <a:cubicBezTo>
                    <a:pt x="1088" y="40"/>
                    <a:pt x="1001" y="1"/>
                    <a:pt x="9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641" name="Google Shape;15641;p86"/>
            <p:cNvSpPr/>
            <p:nvPr/>
          </p:nvSpPr>
          <p:spPr>
            <a:xfrm>
              <a:off x="-18491575" y="3024275"/>
              <a:ext cx="33100" cy="31925"/>
            </a:xfrm>
            <a:custGeom>
              <a:avLst/>
              <a:gdLst/>
              <a:ahLst/>
              <a:cxnLst/>
              <a:rect l="l" t="t" r="r" b="b"/>
              <a:pathLst>
                <a:path w="1324" h="1277" extrusionOk="0">
                  <a:moveTo>
                    <a:pt x="902" y="0"/>
                  </a:moveTo>
                  <a:cubicBezTo>
                    <a:pt x="811" y="0"/>
                    <a:pt x="725" y="40"/>
                    <a:pt x="662" y="118"/>
                  </a:cubicBezTo>
                  <a:lnTo>
                    <a:pt x="158" y="654"/>
                  </a:lnTo>
                  <a:cubicBezTo>
                    <a:pt x="0" y="811"/>
                    <a:pt x="0" y="1000"/>
                    <a:pt x="158" y="1158"/>
                  </a:cubicBezTo>
                  <a:cubicBezTo>
                    <a:pt x="236" y="1237"/>
                    <a:pt x="323" y="1276"/>
                    <a:pt x="410" y="1276"/>
                  </a:cubicBezTo>
                  <a:cubicBezTo>
                    <a:pt x="496" y="1276"/>
                    <a:pt x="583" y="1237"/>
                    <a:pt x="662" y="1158"/>
                  </a:cubicBezTo>
                  <a:lnTo>
                    <a:pt x="1166" y="654"/>
                  </a:lnTo>
                  <a:cubicBezTo>
                    <a:pt x="1323" y="496"/>
                    <a:pt x="1323" y="276"/>
                    <a:pt x="1166" y="118"/>
                  </a:cubicBezTo>
                  <a:cubicBezTo>
                    <a:pt x="1087" y="40"/>
                    <a:pt x="992" y="0"/>
                    <a:pt x="9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642" name="Google Shape;15642;p86"/>
            <p:cNvSpPr/>
            <p:nvPr/>
          </p:nvSpPr>
          <p:spPr>
            <a:xfrm>
              <a:off x="-18522300" y="2928175"/>
              <a:ext cx="32300" cy="31125"/>
            </a:xfrm>
            <a:custGeom>
              <a:avLst/>
              <a:gdLst/>
              <a:ahLst/>
              <a:cxnLst/>
              <a:rect l="l" t="t" r="r" b="b"/>
              <a:pathLst>
                <a:path w="1292" h="1245" extrusionOk="0">
                  <a:moveTo>
                    <a:pt x="930" y="1"/>
                  </a:moveTo>
                  <a:cubicBezTo>
                    <a:pt x="835" y="1"/>
                    <a:pt x="741" y="40"/>
                    <a:pt x="662" y="119"/>
                  </a:cubicBezTo>
                  <a:lnTo>
                    <a:pt x="158" y="623"/>
                  </a:lnTo>
                  <a:cubicBezTo>
                    <a:pt x="0" y="780"/>
                    <a:pt x="0" y="969"/>
                    <a:pt x="158" y="1127"/>
                  </a:cubicBezTo>
                  <a:cubicBezTo>
                    <a:pt x="237" y="1206"/>
                    <a:pt x="331" y="1245"/>
                    <a:pt x="422" y="1245"/>
                  </a:cubicBezTo>
                  <a:cubicBezTo>
                    <a:pt x="512" y="1245"/>
                    <a:pt x="599" y="1206"/>
                    <a:pt x="662" y="1127"/>
                  </a:cubicBezTo>
                  <a:lnTo>
                    <a:pt x="1198" y="623"/>
                  </a:lnTo>
                  <a:cubicBezTo>
                    <a:pt x="1292" y="497"/>
                    <a:pt x="1292" y="276"/>
                    <a:pt x="1198" y="119"/>
                  </a:cubicBezTo>
                  <a:cubicBezTo>
                    <a:pt x="1119" y="40"/>
                    <a:pt x="1024" y="1"/>
                    <a:pt x="9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643" name="Google Shape;15643;p86"/>
            <p:cNvSpPr/>
            <p:nvPr/>
          </p:nvSpPr>
          <p:spPr>
            <a:xfrm>
              <a:off x="-18446700" y="3004375"/>
              <a:ext cx="33900" cy="31325"/>
            </a:xfrm>
            <a:custGeom>
              <a:avLst/>
              <a:gdLst/>
              <a:ahLst/>
              <a:cxnLst/>
              <a:rect l="l" t="t" r="r" b="b"/>
              <a:pathLst>
                <a:path w="1356" h="1253" extrusionOk="0">
                  <a:moveTo>
                    <a:pt x="922" y="1"/>
                  </a:moveTo>
                  <a:cubicBezTo>
                    <a:pt x="828" y="1"/>
                    <a:pt x="741" y="32"/>
                    <a:pt x="694" y="95"/>
                  </a:cubicBezTo>
                  <a:lnTo>
                    <a:pt x="158" y="599"/>
                  </a:lnTo>
                  <a:cubicBezTo>
                    <a:pt x="1" y="757"/>
                    <a:pt x="1" y="977"/>
                    <a:pt x="158" y="1135"/>
                  </a:cubicBezTo>
                  <a:cubicBezTo>
                    <a:pt x="253" y="1214"/>
                    <a:pt x="347" y="1253"/>
                    <a:pt x="438" y="1253"/>
                  </a:cubicBezTo>
                  <a:cubicBezTo>
                    <a:pt x="529" y="1253"/>
                    <a:pt x="615" y="1214"/>
                    <a:pt x="694" y="1135"/>
                  </a:cubicBezTo>
                  <a:lnTo>
                    <a:pt x="1198" y="599"/>
                  </a:lnTo>
                  <a:cubicBezTo>
                    <a:pt x="1356" y="442"/>
                    <a:pt x="1356" y="253"/>
                    <a:pt x="1198" y="95"/>
                  </a:cubicBezTo>
                  <a:cubicBezTo>
                    <a:pt x="1119" y="32"/>
                    <a:pt x="1017" y="1"/>
                    <a:pt x="9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644" name="Google Shape;15644;p86"/>
          <p:cNvGrpSpPr/>
          <p:nvPr/>
        </p:nvGrpSpPr>
        <p:grpSpPr>
          <a:xfrm>
            <a:off x="7869652" y="1687693"/>
            <a:ext cx="416361" cy="475125"/>
            <a:chOff x="-16798200" y="2050575"/>
            <a:chExt cx="267825" cy="305625"/>
          </a:xfrm>
        </p:grpSpPr>
        <p:sp>
          <p:nvSpPr>
            <p:cNvPr id="15645" name="Google Shape;15645;p86"/>
            <p:cNvSpPr/>
            <p:nvPr/>
          </p:nvSpPr>
          <p:spPr>
            <a:xfrm>
              <a:off x="-16798200" y="2050575"/>
              <a:ext cx="267825" cy="305625"/>
            </a:xfrm>
            <a:custGeom>
              <a:avLst/>
              <a:gdLst/>
              <a:ahLst/>
              <a:cxnLst/>
              <a:rect l="l" t="t" r="r" b="b"/>
              <a:pathLst>
                <a:path w="10713" h="12225" extrusionOk="0">
                  <a:moveTo>
                    <a:pt x="5388" y="725"/>
                  </a:moveTo>
                  <a:cubicBezTo>
                    <a:pt x="7940" y="725"/>
                    <a:pt x="10051" y="2804"/>
                    <a:pt x="10051" y="5356"/>
                  </a:cubicBezTo>
                  <a:cubicBezTo>
                    <a:pt x="9988" y="5545"/>
                    <a:pt x="9830" y="5734"/>
                    <a:pt x="9641" y="5734"/>
                  </a:cubicBezTo>
                  <a:lnTo>
                    <a:pt x="1103" y="5734"/>
                  </a:lnTo>
                  <a:cubicBezTo>
                    <a:pt x="914" y="5734"/>
                    <a:pt x="757" y="5545"/>
                    <a:pt x="757" y="5356"/>
                  </a:cubicBezTo>
                  <a:cubicBezTo>
                    <a:pt x="757" y="2804"/>
                    <a:pt x="2836" y="725"/>
                    <a:pt x="5388" y="725"/>
                  </a:cubicBezTo>
                  <a:close/>
                  <a:moveTo>
                    <a:pt x="6050" y="6459"/>
                  </a:moveTo>
                  <a:cubicBezTo>
                    <a:pt x="6113" y="7561"/>
                    <a:pt x="6428" y="8664"/>
                    <a:pt x="6743" y="9609"/>
                  </a:cubicBezTo>
                  <a:cubicBezTo>
                    <a:pt x="6774" y="9767"/>
                    <a:pt x="6806" y="9893"/>
                    <a:pt x="6806" y="10050"/>
                  </a:cubicBezTo>
                  <a:cubicBezTo>
                    <a:pt x="6806" y="10491"/>
                    <a:pt x="6617" y="10901"/>
                    <a:pt x="6270" y="11185"/>
                  </a:cubicBezTo>
                  <a:cubicBezTo>
                    <a:pt x="6004" y="11387"/>
                    <a:pt x="5692" y="11481"/>
                    <a:pt x="5383" y="11481"/>
                  </a:cubicBezTo>
                  <a:cubicBezTo>
                    <a:pt x="4778" y="11481"/>
                    <a:pt x="4190" y="11118"/>
                    <a:pt x="4002" y="10491"/>
                  </a:cubicBezTo>
                  <a:cubicBezTo>
                    <a:pt x="3939" y="10176"/>
                    <a:pt x="3939" y="9861"/>
                    <a:pt x="4065" y="9546"/>
                  </a:cubicBezTo>
                  <a:cubicBezTo>
                    <a:pt x="4443" y="8601"/>
                    <a:pt x="4632" y="7530"/>
                    <a:pt x="4632" y="6459"/>
                  </a:cubicBezTo>
                  <a:close/>
                  <a:moveTo>
                    <a:pt x="5357" y="0"/>
                  </a:moveTo>
                  <a:cubicBezTo>
                    <a:pt x="2395" y="0"/>
                    <a:pt x="1" y="2395"/>
                    <a:pt x="1" y="5356"/>
                  </a:cubicBezTo>
                  <a:cubicBezTo>
                    <a:pt x="1" y="5955"/>
                    <a:pt x="473" y="6427"/>
                    <a:pt x="1072" y="6427"/>
                  </a:cubicBezTo>
                  <a:lnTo>
                    <a:pt x="3907" y="6427"/>
                  </a:lnTo>
                  <a:cubicBezTo>
                    <a:pt x="3907" y="7404"/>
                    <a:pt x="3718" y="8381"/>
                    <a:pt x="3340" y="9263"/>
                  </a:cubicBezTo>
                  <a:cubicBezTo>
                    <a:pt x="3151" y="9704"/>
                    <a:pt x="3151" y="10208"/>
                    <a:pt x="3277" y="10680"/>
                  </a:cubicBezTo>
                  <a:cubicBezTo>
                    <a:pt x="3498" y="11500"/>
                    <a:pt x="4285" y="12224"/>
                    <a:pt x="5325" y="12224"/>
                  </a:cubicBezTo>
                  <a:cubicBezTo>
                    <a:pt x="6491" y="12224"/>
                    <a:pt x="7436" y="11279"/>
                    <a:pt x="7436" y="10082"/>
                  </a:cubicBezTo>
                  <a:cubicBezTo>
                    <a:pt x="7436" y="9861"/>
                    <a:pt x="7404" y="9641"/>
                    <a:pt x="7341" y="9420"/>
                  </a:cubicBezTo>
                  <a:cubicBezTo>
                    <a:pt x="7058" y="8538"/>
                    <a:pt x="6743" y="7498"/>
                    <a:pt x="6743" y="6459"/>
                  </a:cubicBezTo>
                  <a:lnTo>
                    <a:pt x="9578" y="6459"/>
                  </a:lnTo>
                  <a:cubicBezTo>
                    <a:pt x="10177" y="6459"/>
                    <a:pt x="10649" y="5986"/>
                    <a:pt x="10649" y="5388"/>
                  </a:cubicBezTo>
                  <a:cubicBezTo>
                    <a:pt x="10712" y="2395"/>
                    <a:pt x="8350" y="0"/>
                    <a:pt x="53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646" name="Google Shape;15646;p86"/>
            <p:cNvSpPr/>
            <p:nvPr/>
          </p:nvSpPr>
          <p:spPr>
            <a:xfrm>
              <a:off x="-16743850" y="2123025"/>
              <a:ext cx="52800" cy="52800"/>
            </a:xfrm>
            <a:custGeom>
              <a:avLst/>
              <a:gdLst/>
              <a:ahLst/>
              <a:cxnLst/>
              <a:rect l="l" t="t" r="r" b="b"/>
              <a:pathLst>
                <a:path w="2112" h="2112" extrusionOk="0">
                  <a:moveTo>
                    <a:pt x="1040" y="694"/>
                  </a:moveTo>
                  <a:cubicBezTo>
                    <a:pt x="1261" y="694"/>
                    <a:pt x="1418" y="851"/>
                    <a:pt x="1418" y="1040"/>
                  </a:cubicBezTo>
                  <a:cubicBezTo>
                    <a:pt x="1418" y="1261"/>
                    <a:pt x="1261" y="1418"/>
                    <a:pt x="1040" y="1418"/>
                  </a:cubicBezTo>
                  <a:cubicBezTo>
                    <a:pt x="851" y="1418"/>
                    <a:pt x="694" y="1261"/>
                    <a:pt x="694" y="1040"/>
                  </a:cubicBezTo>
                  <a:cubicBezTo>
                    <a:pt x="694" y="851"/>
                    <a:pt x="851" y="694"/>
                    <a:pt x="1040" y="694"/>
                  </a:cubicBezTo>
                  <a:close/>
                  <a:moveTo>
                    <a:pt x="1040" y="1"/>
                  </a:moveTo>
                  <a:cubicBezTo>
                    <a:pt x="473" y="1"/>
                    <a:pt x="1" y="473"/>
                    <a:pt x="1" y="1040"/>
                  </a:cubicBezTo>
                  <a:cubicBezTo>
                    <a:pt x="1" y="1639"/>
                    <a:pt x="473" y="2112"/>
                    <a:pt x="1040" y="2112"/>
                  </a:cubicBezTo>
                  <a:cubicBezTo>
                    <a:pt x="1639" y="2112"/>
                    <a:pt x="2111" y="1639"/>
                    <a:pt x="2111" y="1040"/>
                  </a:cubicBezTo>
                  <a:cubicBezTo>
                    <a:pt x="2111" y="473"/>
                    <a:pt x="163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647" name="Google Shape;15647;p86"/>
            <p:cNvSpPr/>
            <p:nvPr/>
          </p:nvSpPr>
          <p:spPr>
            <a:xfrm>
              <a:off x="-16691075" y="2087600"/>
              <a:ext cx="35475" cy="35450"/>
            </a:xfrm>
            <a:custGeom>
              <a:avLst/>
              <a:gdLst/>
              <a:ahLst/>
              <a:cxnLst/>
              <a:rect l="l" t="t" r="r" b="b"/>
              <a:pathLst>
                <a:path w="1419" h="1418" extrusionOk="0">
                  <a:moveTo>
                    <a:pt x="725" y="0"/>
                  </a:moveTo>
                  <a:cubicBezTo>
                    <a:pt x="315" y="0"/>
                    <a:pt x="0" y="315"/>
                    <a:pt x="0" y="693"/>
                  </a:cubicBezTo>
                  <a:cubicBezTo>
                    <a:pt x="0" y="1103"/>
                    <a:pt x="315" y="1418"/>
                    <a:pt x="725" y="1418"/>
                  </a:cubicBezTo>
                  <a:cubicBezTo>
                    <a:pt x="1103" y="1418"/>
                    <a:pt x="1418" y="1103"/>
                    <a:pt x="1418" y="693"/>
                  </a:cubicBezTo>
                  <a:cubicBezTo>
                    <a:pt x="1418" y="315"/>
                    <a:pt x="1103" y="0"/>
                    <a:pt x="7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648" name="Google Shape;15648;p86"/>
          <p:cNvGrpSpPr/>
          <p:nvPr/>
        </p:nvGrpSpPr>
        <p:grpSpPr>
          <a:xfrm>
            <a:off x="7840270" y="2852127"/>
            <a:ext cx="475125" cy="471432"/>
            <a:chOff x="-16817100" y="2801175"/>
            <a:chExt cx="305625" cy="303250"/>
          </a:xfrm>
        </p:grpSpPr>
        <p:sp>
          <p:nvSpPr>
            <p:cNvPr id="15649" name="Google Shape;15649;p86"/>
            <p:cNvSpPr/>
            <p:nvPr/>
          </p:nvSpPr>
          <p:spPr>
            <a:xfrm>
              <a:off x="-16817100" y="2801175"/>
              <a:ext cx="305625" cy="232375"/>
            </a:xfrm>
            <a:custGeom>
              <a:avLst/>
              <a:gdLst/>
              <a:ahLst/>
              <a:cxnLst/>
              <a:rect l="l" t="t" r="r" b="b"/>
              <a:pathLst>
                <a:path w="12225" h="9295" extrusionOk="0">
                  <a:moveTo>
                    <a:pt x="8633" y="1418"/>
                  </a:moveTo>
                  <a:lnTo>
                    <a:pt x="8633" y="7152"/>
                  </a:lnTo>
                  <a:cubicBezTo>
                    <a:pt x="8507" y="7152"/>
                    <a:pt x="8381" y="7120"/>
                    <a:pt x="8286" y="7120"/>
                  </a:cubicBezTo>
                  <a:cubicBezTo>
                    <a:pt x="8034" y="7120"/>
                    <a:pt x="7845" y="7152"/>
                    <a:pt x="7656" y="7247"/>
                  </a:cubicBezTo>
                  <a:cubicBezTo>
                    <a:pt x="7373" y="6837"/>
                    <a:pt x="6963" y="6522"/>
                    <a:pt x="6491" y="6459"/>
                  </a:cubicBezTo>
                  <a:lnTo>
                    <a:pt x="6491" y="4600"/>
                  </a:lnTo>
                  <a:cubicBezTo>
                    <a:pt x="6491" y="4411"/>
                    <a:pt x="6333" y="4254"/>
                    <a:pt x="6144" y="4254"/>
                  </a:cubicBezTo>
                  <a:cubicBezTo>
                    <a:pt x="5955" y="4254"/>
                    <a:pt x="5798" y="4411"/>
                    <a:pt x="5798" y="4600"/>
                  </a:cubicBezTo>
                  <a:lnTo>
                    <a:pt x="5798" y="6459"/>
                  </a:lnTo>
                  <a:cubicBezTo>
                    <a:pt x="5325" y="6522"/>
                    <a:pt x="4884" y="6837"/>
                    <a:pt x="4663" y="7247"/>
                  </a:cubicBezTo>
                  <a:cubicBezTo>
                    <a:pt x="4443" y="7152"/>
                    <a:pt x="4222" y="7120"/>
                    <a:pt x="4033" y="7120"/>
                  </a:cubicBezTo>
                  <a:cubicBezTo>
                    <a:pt x="3907" y="7120"/>
                    <a:pt x="3781" y="7120"/>
                    <a:pt x="3655" y="7152"/>
                  </a:cubicBezTo>
                  <a:lnTo>
                    <a:pt x="3655" y="1418"/>
                  </a:lnTo>
                  <a:lnTo>
                    <a:pt x="4380" y="1418"/>
                  </a:lnTo>
                  <a:lnTo>
                    <a:pt x="4380" y="2458"/>
                  </a:lnTo>
                  <a:cubicBezTo>
                    <a:pt x="4380" y="2678"/>
                    <a:pt x="4537" y="2836"/>
                    <a:pt x="4726" y="2836"/>
                  </a:cubicBezTo>
                  <a:cubicBezTo>
                    <a:pt x="4915" y="2836"/>
                    <a:pt x="5073" y="2678"/>
                    <a:pt x="5073" y="2458"/>
                  </a:cubicBezTo>
                  <a:lnTo>
                    <a:pt x="5073" y="1418"/>
                  </a:lnTo>
                  <a:lnTo>
                    <a:pt x="5798" y="1418"/>
                  </a:lnTo>
                  <a:lnTo>
                    <a:pt x="5798" y="3182"/>
                  </a:lnTo>
                  <a:cubicBezTo>
                    <a:pt x="5798" y="3371"/>
                    <a:pt x="5955" y="3529"/>
                    <a:pt x="6144" y="3529"/>
                  </a:cubicBezTo>
                  <a:cubicBezTo>
                    <a:pt x="6333" y="3529"/>
                    <a:pt x="6491" y="3371"/>
                    <a:pt x="6491" y="3182"/>
                  </a:cubicBezTo>
                  <a:lnTo>
                    <a:pt x="6491" y="1418"/>
                  </a:lnTo>
                  <a:lnTo>
                    <a:pt x="7215" y="1418"/>
                  </a:lnTo>
                  <a:lnTo>
                    <a:pt x="7215" y="2458"/>
                  </a:lnTo>
                  <a:cubicBezTo>
                    <a:pt x="7215" y="2678"/>
                    <a:pt x="7373" y="2836"/>
                    <a:pt x="7562" y="2836"/>
                  </a:cubicBezTo>
                  <a:cubicBezTo>
                    <a:pt x="7751" y="2836"/>
                    <a:pt x="7940" y="2678"/>
                    <a:pt x="7940" y="2458"/>
                  </a:cubicBezTo>
                  <a:lnTo>
                    <a:pt x="7940" y="1418"/>
                  </a:lnTo>
                  <a:close/>
                  <a:moveTo>
                    <a:pt x="6144" y="7120"/>
                  </a:moveTo>
                  <a:cubicBezTo>
                    <a:pt x="6585" y="7120"/>
                    <a:pt x="7026" y="7404"/>
                    <a:pt x="7184" y="7845"/>
                  </a:cubicBezTo>
                  <a:cubicBezTo>
                    <a:pt x="7227" y="7998"/>
                    <a:pt x="7378" y="8091"/>
                    <a:pt x="7528" y="8091"/>
                  </a:cubicBezTo>
                  <a:cubicBezTo>
                    <a:pt x="7595" y="8091"/>
                    <a:pt x="7662" y="8073"/>
                    <a:pt x="7719" y="8034"/>
                  </a:cubicBezTo>
                  <a:cubicBezTo>
                    <a:pt x="7877" y="7908"/>
                    <a:pt x="8129" y="7845"/>
                    <a:pt x="8318" y="7845"/>
                  </a:cubicBezTo>
                  <a:cubicBezTo>
                    <a:pt x="8790" y="7845"/>
                    <a:pt x="9169" y="8160"/>
                    <a:pt x="9326" y="8538"/>
                  </a:cubicBezTo>
                  <a:lnTo>
                    <a:pt x="3025" y="8538"/>
                  </a:lnTo>
                  <a:cubicBezTo>
                    <a:pt x="3120" y="8160"/>
                    <a:pt x="3498" y="7845"/>
                    <a:pt x="3970" y="7845"/>
                  </a:cubicBezTo>
                  <a:cubicBezTo>
                    <a:pt x="4191" y="7845"/>
                    <a:pt x="4411" y="7908"/>
                    <a:pt x="4569" y="8034"/>
                  </a:cubicBezTo>
                  <a:cubicBezTo>
                    <a:pt x="4624" y="8071"/>
                    <a:pt x="4680" y="8086"/>
                    <a:pt x="4741" y="8086"/>
                  </a:cubicBezTo>
                  <a:cubicBezTo>
                    <a:pt x="4785" y="8086"/>
                    <a:pt x="4832" y="8079"/>
                    <a:pt x="4884" y="8066"/>
                  </a:cubicBezTo>
                  <a:cubicBezTo>
                    <a:pt x="5010" y="8034"/>
                    <a:pt x="5073" y="7940"/>
                    <a:pt x="5136" y="7845"/>
                  </a:cubicBezTo>
                  <a:cubicBezTo>
                    <a:pt x="5293" y="7404"/>
                    <a:pt x="5671" y="7120"/>
                    <a:pt x="6144" y="7120"/>
                  </a:cubicBezTo>
                  <a:close/>
                  <a:moveTo>
                    <a:pt x="9704" y="694"/>
                  </a:moveTo>
                  <a:cubicBezTo>
                    <a:pt x="9893" y="694"/>
                    <a:pt x="10051" y="851"/>
                    <a:pt x="10051" y="1072"/>
                  </a:cubicBezTo>
                  <a:lnTo>
                    <a:pt x="10051" y="6049"/>
                  </a:lnTo>
                  <a:cubicBezTo>
                    <a:pt x="10051" y="6270"/>
                    <a:pt x="10208" y="6427"/>
                    <a:pt x="10397" y="6427"/>
                  </a:cubicBezTo>
                  <a:cubicBezTo>
                    <a:pt x="10618" y="6427"/>
                    <a:pt x="10775" y="6270"/>
                    <a:pt x="10775" y="6049"/>
                  </a:cubicBezTo>
                  <a:lnTo>
                    <a:pt x="10775" y="2111"/>
                  </a:lnTo>
                  <a:lnTo>
                    <a:pt x="11122" y="2111"/>
                  </a:lnTo>
                  <a:cubicBezTo>
                    <a:pt x="11311" y="2111"/>
                    <a:pt x="11500" y="2269"/>
                    <a:pt x="11500" y="2489"/>
                  </a:cubicBezTo>
                  <a:lnTo>
                    <a:pt x="11500" y="8538"/>
                  </a:lnTo>
                  <a:lnTo>
                    <a:pt x="10019" y="8538"/>
                  </a:lnTo>
                  <a:cubicBezTo>
                    <a:pt x="9925" y="8097"/>
                    <a:pt x="9641" y="7719"/>
                    <a:pt x="9326" y="7467"/>
                  </a:cubicBezTo>
                  <a:lnTo>
                    <a:pt x="9326" y="1072"/>
                  </a:lnTo>
                  <a:cubicBezTo>
                    <a:pt x="9326" y="851"/>
                    <a:pt x="9515" y="694"/>
                    <a:pt x="9704" y="694"/>
                  </a:cubicBezTo>
                  <a:close/>
                  <a:moveTo>
                    <a:pt x="2584" y="694"/>
                  </a:moveTo>
                  <a:cubicBezTo>
                    <a:pt x="2773" y="694"/>
                    <a:pt x="2931" y="851"/>
                    <a:pt x="2931" y="1072"/>
                  </a:cubicBezTo>
                  <a:lnTo>
                    <a:pt x="2931" y="7530"/>
                  </a:lnTo>
                  <a:cubicBezTo>
                    <a:pt x="2584" y="7782"/>
                    <a:pt x="2332" y="8160"/>
                    <a:pt x="2269" y="8570"/>
                  </a:cubicBezTo>
                  <a:lnTo>
                    <a:pt x="757" y="8570"/>
                  </a:lnTo>
                  <a:lnTo>
                    <a:pt x="757" y="2489"/>
                  </a:lnTo>
                  <a:cubicBezTo>
                    <a:pt x="757" y="2269"/>
                    <a:pt x="946" y="2111"/>
                    <a:pt x="1135" y="2111"/>
                  </a:cubicBezTo>
                  <a:lnTo>
                    <a:pt x="1513" y="2111"/>
                  </a:lnTo>
                  <a:lnTo>
                    <a:pt x="1513" y="6049"/>
                  </a:lnTo>
                  <a:cubicBezTo>
                    <a:pt x="1513" y="6270"/>
                    <a:pt x="1670" y="6427"/>
                    <a:pt x="1859" y="6427"/>
                  </a:cubicBezTo>
                  <a:cubicBezTo>
                    <a:pt x="2048" y="6427"/>
                    <a:pt x="2206" y="6270"/>
                    <a:pt x="2206" y="6049"/>
                  </a:cubicBezTo>
                  <a:lnTo>
                    <a:pt x="2206" y="1072"/>
                  </a:lnTo>
                  <a:cubicBezTo>
                    <a:pt x="2206" y="851"/>
                    <a:pt x="2363" y="694"/>
                    <a:pt x="2584" y="694"/>
                  </a:cubicBezTo>
                  <a:close/>
                  <a:moveTo>
                    <a:pt x="2521" y="0"/>
                  </a:moveTo>
                  <a:cubicBezTo>
                    <a:pt x="1922" y="0"/>
                    <a:pt x="1450" y="473"/>
                    <a:pt x="1450" y="1072"/>
                  </a:cubicBezTo>
                  <a:lnTo>
                    <a:pt x="1450" y="1418"/>
                  </a:lnTo>
                  <a:lnTo>
                    <a:pt x="1103" y="1418"/>
                  </a:lnTo>
                  <a:cubicBezTo>
                    <a:pt x="505" y="1418"/>
                    <a:pt x="1" y="1891"/>
                    <a:pt x="1" y="2489"/>
                  </a:cubicBezTo>
                  <a:lnTo>
                    <a:pt x="1" y="8948"/>
                  </a:lnTo>
                  <a:cubicBezTo>
                    <a:pt x="1" y="9137"/>
                    <a:pt x="158" y="9294"/>
                    <a:pt x="347" y="9294"/>
                  </a:cubicBezTo>
                  <a:lnTo>
                    <a:pt x="11815" y="9294"/>
                  </a:lnTo>
                  <a:cubicBezTo>
                    <a:pt x="12004" y="9294"/>
                    <a:pt x="12162" y="9137"/>
                    <a:pt x="12162" y="8948"/>
                  </a:cubicBezTo>
                  <a:lnTo>
                    <a:pt x="12162" y="2489"/>
                  </a:lnTo>
                  <a:cubicBezTo>
                    <a:pt x="12225" y="1891"/>
                    <a:pt x="11689" y="1418"/>
                    <a:pt x="11122" y="1418"/>
                  </a:cubicBezTo>
                  <a:lnTo>
                    <a:pt x="10744" y="1418"/>
                  </a:lnTo>
                  <a:lnTo>
                    <a:pt x="10744" y="1072"/>
                  </a:lnTo>
                  <a:cubicBezTo>
                    <a:pt x="10744" y="473"/>
                    <a:pt x="10271" y="0"/>
                    <a:pt x="9704" y="0"/>
                  </a:cubicBezTo>
                  <a:cubicBezTo>
                    <a:pt x="9232" y="0"/>
                    <a:pt x="8822" y="315"/>
                    <a:pt x="8664" y="694"/>
                  </a:cubicBezTo>
                  <a:lnTo>
                    <a:pt x="3561" y="694"/>
                  </a:lnTo>
                  <a:cubicBezTo>
                    <a:pt x="3403" y="284"/>
                    <a:pt x="2994" y="0"/>
                    <a:pt x="25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650" name="Google Shape;15650;p86"/>
            <p:cNvSpPr/>
            <p:nvPr/>
          </p:nvSpPr>
          <p:spPr>
            <a:xfrm>
              <a:off x="-16636725" y="2889375"/>
              <a:ext cx="18125" cy="72500"/>
            </a:xfrm>
            <a:custGeom>
              <a:avLst/>
              <a:gdLst/>
              <a:ahLst/>
              <a:cxnLst/>
              <a:rect l="l" t="t" r="r" b="b"/>
              <a:pathLst>
                <a:path w="725" h="2900" extrusionOk="0">
                  <a:moveTo>
                    <a:pt x="347" y="1"/>
                  </a:moveTo>
                  <a:cubicBezTo>
                    <a:pt x="158" y="1"/>
                    <a:pt x="0" y="158"/>
                    <a:pt x="0" y="379"/>
                  </a:cubicBezTo>
                  <a:lnTo>
                    <a:pt x="0" y="2521"/>
                  </a:lnTo>
                  <a:cubicBezTo>
                    <a:pt x="0" y="2742"/>
                    <a:pt x="158" y="2899"/>
                    <a:pt x="347" y="2899"/>
                  </a:cubicBezTo>
                  <a:cubicBezTo>
                    <a:pt x="536" y="2899"/>
                    <a:pt x="725" y="2742"/>
                    <a:pt x="725" y="2521"/>
                  </a:cubicBezTo>
                  <a:lnTo>
                    <a:pt x="725" y="379"/>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651" name="Google Shape;15651;p86"/>
            <p:cNvSpPr/>
            <p:nvPr/>
          </p:nvSpPr>
          <p:spPr>
            <a:xfrm>
              <a:off x="-16708400" y="2889375"/>
              <a:ext cx="17350" cy="72500"/>
            </a:xfrm>
            <a:custGeom>
              <a:avLst/>
              <a:gdLst/>
              <a:ahLst/>
              <a:cxnLst/>
              <a:rect l="l" t="t" r="r" b="b"/>
              <a:pathLst>
                <a:path w="694" h="2900" extrusionOk="0">
                  <a:moveTo>
                    <a:pt x="347" y="1"/>
                  </a:moveTo>
                  <a:cubicBezTo>
                    <a:pt x="158" y="1"/>
                    <a:pt x="0" y="158"/>
                    <a:pt x="0" y="379"/>
                  </a:cubicBezTo>
                  <a:lnTo>
                    <a:pt x="0" y="2521"/>
                  </a:lnTo>
                  <a:cubicBezTo>
                    <a:pt x="0" y="2742"/>
                    <a:pt x="158" y="2899"/>
                    <a:pt x="347" y="2899"/>
                  </a:cubicBezTo>
                  <a:cubicBezTo>
                    <a:pt x="536" y="2899"/>
                    <a:pt x="693" y="2742"/>
                    <a:pt x="693" y="2521"/>
                  </a:cubicBezTo>
                  <a:lnTo>
                    <a:pt x="693" y="379"/>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652" name="Google Shape;15652;p86"/>
            <p:cNvSpPr/>
            <p:nvPr/>
          </p:nvSpPr>
          <p:spPr>
            <a:xfrm>
              <a:off x="-16816300" y="3050850"/>
              <a:ext cx="72475" cy="18150"/>
            </a:xfrm>
            <a:custGeom>
              <a:avLst/>
              <a:gdLst/>
              <a:ahLst/>
              <a:cxnLst/>
              <a:rect l="l" t="t" r="r" b="b"/>
              <a:pathLst>
                <a:path w="2899" h="726" extrusionOk="0">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653" name="Google Shape;15653;p86"/>
            <p:cNvSpPr/>
            <p:nvPr/>
          </p:nvSpPr>
          <p:spPr>
            <a:xfrm>
              <a:off x="-16779300" y="3086300"/>
              <a:ext cx="88250" cy="18125"/>
            </a:xfrm>
            <a:custGeom>
              <a:avLst/>
              <a:gdLst/>
              <a:ahLst/>
              <a:cxnLst/>
              <a:rect l="l" t="t" r="r" b="b"/>
              <a:pathLst>
                <a:path w="3530" h="725" extrusionOk="0">
                  <a:moveTo>
                    <a:pt x="347" y="0"/>
                  </a:moveTo>
                  <a:cubicBezTo>
                    <a:pt x="158" y="0"/>
                    <a:pt x="1" y="158"/>
                    <a:pt x="1" y="378"/>
                  </a:cubicBezTo>
                  <a:cubicBezTo>
                    <a:pt x="1" y="567"/>
                    <a:pt x="158" y="725"/>
                    <a:pt x="347" y="725"/>
                  </a:cubicBezTo>
                  <a:lnTo>
                    <a:pt x="3183" y="725"/>
                  </a:lnTo>
                  <a:cubicBezTo>
                    <a:pt x="3372" y="725"/>
                    <a:pt x="3529" y="567"/>
                    <a:pt x="3529" y="378"/>
                  </a:cubicBezTo>
                  <a:cubicBezTo>
                    <a:pt x="3529" y="221"/>
                    <a:pt x="3372" y="0"/>
                    <a:pt x="3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654" name="Google Shape;15654;p86"/>
            <p:cNvSpPr/>
            <p:nvPr/>
          </p:nvSpPr>
          <p:spPr>
            <a:xfrm>
              <a:off x="-16636725" y="3086300"/>
              <a:ext cx="88225" cy="18125"/>
            </a:xfrm>
            <a:custGeom>
              <a:avLst/>
              <a:gdLst/>
              <a:ahLst/>
              <a:cxnLst/>
              <a:rect l="l" t="t" r="r" b="b"/>
              <a:pathLst>
                <a:path w="3529" h="725" extrusionOk="0">
                  <a:moveTo>
                    <a:pt x="347" y="0"/>
                  </a:moveTo>
                  <a:cubicBezTo>
                    <a:pt x="158" y="0"/>
                    <a:pt x="0" y="158"/>
                    <a:pt x="0" y="378"/>
                  </a:cubicBezTo>
                  <a:cubicBezTo>
                    <a:pt x="0" y="567"/>
                    <a:pt x="158" y="725"/>
                    <a:pt x="347" y="725"/>
                  </a:cubicBezTo>
                  <a:lnTo>
                    <a:pt x="3182" y="725"/>
                  </a:lnTo>
                  <a:cubicBezTo>
                    <a:pt x="3371" y="725"/>
                    <a:pt x="3529" y="567"/>
                    <a:pt x="3529" y="378"/>
                  </a:cubicBezTo>
                  <a:cubicBezTo>
                    <a:pt x="3529" y="221"/>
                    <a:pt x="3371" y="0"/>
                    <a:pt x="3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655" name="Google Shape;15655;p86"/>
            <p:cNvSpPr/>
            <p:nvPr/>
          </p:nvSpPr>
          <p:spPr>
            <a:xfrm>
              <a:off x="-16583950" y="3050850"/>
              <a:ext cx="72475" cy="18150"/>
            </a:xfrm>
            <a:custGeom>
              <a:avLst/>
              <a:gdLst/>
              <a:ahLst/>
              <a:cxnLst/>
              <a:rect l="l" t="t" r="r" b="b"/>
              <a:pathLst>
                <a:path w="2899" h="726" extrusionOk="0">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656" name="Google Shape;15656;p86"/>
            <p:cNvSpPr/>
            <p:nvPr/>
          </p:nvSpPr>
          <p:spPr>
            <a:xfrm>
              <a:off x="-16726525" y="3050850"/>
              <a:ext cx="125250" cy="18150"/>
            </a:xfrm>
            <a:custGeom>
              <a:avLst/>
              <a:gdLst/>
              <a:ahLst/>
              <a:cxnLst/>
              <a:rect l="l" t="t" r="r" b="b"/>
              <a:pathLst>
                <a:path w="5010" h="726" extrusionOk="0">
                  <a:moveTo>
                    <a:pt x="347" y="0"/>
                  </a:moveTo>
                  <a:cubicBezTo>
                    <a:pt x="158" y="0"/>
                    <a:pt x="1" y="158"/>
                    <a:pt x="1" y="378"/>
                  </a:cubicBezTo>
                  <a:cubicBezTo>
                    <a:pt x="1" y="568"/>
                    <a:pt x="158" y="725"/>
                    <a:pt x="347" y="725"/>
                  </a:cubicBezTo>
                  <a:lnTo>
                    <a:pt x="4663" y="725"/>
                  </a:lnTo>
                  <a:cubicBezTo>
                    <a:pt x="4852" y="725"/>
                    <a:pt x="5010" y="568"/>
                    <a:pt x="5010" y="378"/>
                  </a:cubicBezTo>
                  <a:cubicBezTo>
                    <a:pt x="5010" y="158"/>
                    <a:pt x="4852" y="0"/>
                    <a:pt x="4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657" name="Google Shape;15657;p86"/>
          <p:cNvGrpSpPr/>
          <p:nvPr/>
        </p:nvGrpSpPr>
        <p:grpSpPr>
          <a:xfrm>
            <a:off x="7247390" y="3444614"/>
            <a:ext cx="476329" cy="475125"/>
            <a:chOff x="-15717575" y="2786200"/>
            <a:chExt cx="306400" cy="305625"/>
          </a:xfrm>
        </p:grpSpPr>
        <p:sp>
          <p:nvSpPr>
            <p:cNvPr id="15658" name="Google Shape;15658;p86"/>
            <p:cNvSpPr/>
            <p:nvPr/>
          </p:nvSpPr>
          <p:spPr>
            <a:xfrm>
              <a:off x="-15717575" y="2786200"/>
              <a:ext cx="306400" cy="305625"/>
            </a:xfrm>
            <a:custGeom>
              <a:avLst/>
              <a:gdLst/>
              <a:ahLst/>
              <a:cxnLst/>
              <a:rect l="l" t="t" r="r" b="b"/>
              <a:pathLst>
                <a:path w="12256" h="12225" extrusionOk="0">
                  <a:moveTo>
                    <a:pt x="1387" y="788"/>
                  </a:moveTo>
                  <a:cubicBezTo>
                    <a:pt x="1796" y="788"/>
                    <a:pt x="2111" y="1103"/>
                    <a:pt x="2111" y="1513"/>
                  </a:cubicBezTo>
                  <a:lnTo>
                    <a:pt x="2111" y="4727"/>
                  </a:lnTo>
                  <a:cubicBezTo>
                    <a:pt x="2111" y="5325"/>
                    <a:pt x="2584" y="5798"/>
                    <a:pt x="3151" y="5798"/>
                  </a:cubicBezTo>
                  <a:lnTo>
                    <a:pt x="3907" y="5798"/>
                  </a:lnTo>
                  <a:cubicBezTo>
                    <a:pt x="4096" y="5798"/>
                    <a:pt x="4254" y="5640"/>
                    <a:pt x="4254" y="5420"/>
                  </a:cubicBezTo>
                  <a:lnTo>
                    <a:pt x="4254" y="3309"/>
                  </a:lnTo>
                  <a:cubicBezTo>
                    <a:pt x="4254" y="2332"/>
                    <a:pt x="5041" y="1545"/>
                    <a:pt x="6049" y="1545"/>
                  </a:cubicBezTo>
                  <a:cubicBezTo>
                    <a:pt x="7026" y="1545"/>
                    <a:pt x="7814" y="2332"/>
                    <a:pt x="7814" y="3309"/>
                  </a:cubicBezTo>
                  <a:lnTo>
                    <a:pt x="7814" y="8318"/>
                  </a:lnTo>
                  <a:cubicBezTo>
                    <a:pt x="7814" y="8507"/>
                    <a:pt x="7971" y="8665"/>
                    <a:pt x="8160" y="8665"/>
                  </a:cubicBezTo>
                  <a:lnTo>
                    <a:pt x="8916" y="8665"/>
                  </a:lnTo>
                  <a:cubicBezTo>
                    <a:pt x="9515" y="8665"/>
                    <a:pt x="9988" y="8192"/>
                    <a:pt x="9988" y="7593"/>
                  </a:cubicBezTo>
                  <a:lnTo>
                    <a:pt x="9988" y="5105"/>
                  </a:lnTo>
                  <a:cubicBezTo>
                    <a:pt x="9988" y="4727"/>
                    <a:pt x="10303" y="4411"/>
                    <a:pt x="10681" y="4411"/>
                  </a:cubicBezTo>
                  <a:cubicBezTo>
                    <a:pt x="11090" y="4411"/>
                    <a:pt x="11405" y="4727"/>
                    <a:pt x="11405" y="5105"/>
                  </a:cubicBezTo>
                  <a:lnTo>
                    <a:pt x="11405" y="7562"/>
                  </a:lnTo>
                  <a:lnTo>
                    <a:pt x="11437" y="7562"/>
                  </a:lnTo>
                  <a:cubicBezTo>
                    <a:pt x="11437" y="8948"/>
                    <a:pt x="10334" y="10051"/>
                    <a:pt x="8948" y="10051"/>
                  </a:cubicBezTo>
                  <a:lnTo>
                    <a:pt x="8192" y="10051"/>
                  </a:lnTo>
                  <a:cubicBezTo>
                    <a:pt x="8003" y="10051"/>
                    <a:pt x="7845" y="10208"/>
                    <a:pt x="7845" y="10397"/>
                  </a:cubicBezTo>
                  <a:lnTo>
                    <a:pt x="7845" y="11500"/>
                  </a:lnTo>
                  <a:lnTo>
                    <a:pt x="4254" y="11500"/>
                  </a:lnTo>
                  <a:lnTo>
                    <a:pt x="4254" y="7562"/>
                  </a:lnTo>
                  <a:cubicBezTo>
                    <a:pt x="4254" y="7373"/>
                    <a:pt x="4096" y="7215"/>
                    <a:pt x="3907" y="7215"/>
                  </a:cubicBezTo>
                  <a:lnTo>
                    <a:pt x="3151" y="7215"/>
                  </a:lnTo>
                  <a:cubicBezTo>
                    <a:pt x="1796" y="7215"/>
                    <a:pt x="694" y="6113"/>
                    <a:pt x="694" y="4727"/>
                  </a:cubicBezTo>
                  <a:lnTo>
                    <a:pt x="694" y="1513"/>
                  </a:lnTo>
                  <a:cubicBezTo>
                    <a:pt x="694" y="1103"/>
                    <a:pt x="1009" y="788"/>
                    <a:pt x="1387" y="788"/>
                  </a:cubicBezTo>
                  <a:close/>
                  <a:moveTo>
                    <a:pt x="1418" y="1"/>
                  </a:moveTo>
                  <a:cubicBezTo>
                    <a:pt x="631" y="1"/>
                    <a:pt x="1" y="631"/>
                    <a:pt x="1" y="1419"/>
                  </a:cubicBezTo>
                  <a:lnTo>
                    <a:pt x="1" y="4664"/>
                  </a:lnTo>
                  <a:cubicBezTo>
                    <a:pt x="1" y="6428"/>
                    <a:pt x="1481" y="7877"/>
                    <a:pt x="3246" y="7877"/>
                  </a:cubicBezTo>
                  <a:lnTo>
                    <a:pt x="3624" y="7877"/>
                  </a:lnTo>
                  <a:lnTo>
                    <a:pt x="3624" y="11500"/>
                  </a:lnTo>
                  <a:lnTo>
                    <a:pt x="2584" y="11500"/>
                  </a:lnTo>
                  <a:cubicBezTo>
                    <a:pt x="2363" y="11500"/>
                    <a:pt x="2206" y="11658"/>
                    <a:pt x="2206" y="11847"/>
                  </a:cubicBezTo>
                  <a:cubicBezTo>
                    <a:pt x="2206" y="12036"/>
                    <a:pt x="2363" y="12225"/>
                    <a:pt x="2584" y="12225"/>
                  </a:cubicBezTo>
                  <a:lnTo>
                    <a:pt x="9704" y="12225"/>
                  </a:lnTo>
                  <a:cubicBezTo>
                    <a:pt x="9893" y="12225"/>
                    <a:pt x="10051" y="12036"/>
                    <a:pt x="10051" y="11847"/>
                  </a:cubicBezTo>
                  <a:cubicBezTo>
                    <a:pt x="10051" y="11658"/>
                    <a:pt x="9893" y="11500"/>
                    <a:pt x="9704" y="11500"/>
                  </a:cubicBezTo>
                  <a:lnTo>
                    <a:pt x="8633" y="11500"/>
                  </a:lnTo>
                  <a:lnTo>
                    <a:pt x="8633" y="10744"/>
                  </a:lnTo>
                  <a:lnTo>
                    <a:pt x="9042" y="10744"/>
                  </a:lnTo>
                  <a:cubicBezTo>
                    <a:pt x="10807" y="10744"/>
                    <a:pt x="12256" y="9295"/>
                    <a:pt x="12256" y="7530"/>
                  </a:cubicBezTo>
                  <a:lnTo>
                    <a:pt x="12256" y="5042"/>
                  </a:lnTo>
                  <a:cubicBezTo>
                    <a:pt x="12130" y="4285"/>
                    <a:pt x="11500" y="3624"/>
                    <a:pt x="10712" y="3624"/>
                  </a:cubicBezTo>
                  <a:cubicBezTo>
                    <a:pt x="9925" y="3624"/>
                    <a:pt x="9294" y="4254"/>
                    <a:pt x="9294" y="5042"/>
                  </a:cubicBezTo>
                  <a:lnTo>
                    <a:pt x="9294" y="7530"/>
                  </a:lnTo>
                  <a:cubicBezTo>
                    <a:pt x="9294" y="7719"/>
                    <a:pt x="9137" y="7877"/>
                    <a:pt x="8948" y="7877"/>
                  </a:cubicBezTo>
                  <a:lnTo>
                    <a:pt x="8570" y="7877"/>
                  </a:lnTo>
                  <a:lnTo>
                    <a:pt x="8570" y="3246"/>
                  </a:lnTo>
                  <a:cubicBezTo>
                    <a:pt x="8570" y="1860"/>
                    <a:pt x="7467" y="757"/>
                    <a:pt x="6081" y="757"/>
                  </a:cubicBezTo>
                  <a:cubicBezTo>
                    <a:pt x="4695" y="757"/>
                    <a:pt x="3592" y="1860"/>
                    <a:pt x="3592" y="3246"/>
                  </a:cubicBezTo>
                  <a:lnTo>
                    <a:pt x="3592" y="5010"/>
                  </a:lnTo>
                  <a:lnTo>
                    <a:pt x="3214" y="5010"/>
                  </a:lnTo>
                  <a:cubicBezTo>
                    <a:pt x="2993" y="5010"/>
                    <a:pt x="2836" y="4853"/>
                    <a:pt x="2836" y="4664"/>
                  </a:cubicBezTo>
                  <a:lnTo>
                    <a:pt x="2836" y="1419"/>
                  </a:lnTo>
                  <a:cubicBezTo>
                    <a:pt x="2836" y="631"/>
                    <a:pt x="2206"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659" name="Google Shape;15659;p86"/>
            <p:cNvSpPr/>
            <p:nvPr/>
          </p:nvSpPr>
          <p:spPr>
            <a:xfrm>
              <a:off x="-15593125" y="2859450"/>
              <a:ext cx="18125" cy="35475"/>
            </a:xfrm>
            <a:custGeom>
              <a:avLst/>
              <a:gdLst/>
              <a:ahLst/>
              <a:cxnLst/>
              <a:rect l="l" t="t" r="r" b="b"/>
              <a:pathLst>
                <a:path w="725" h="1419" extrusionOk="0">
                  <a:moveTo>
                    <a:pt x="347" y="1"/>
                  </a:moveTo>
                  <a:cubicBezTo>
                    <a:pt x="158" y="1"/>
                    <a:pt x="0" y="158"/>
                    <a:pt x="0" y="347"/>
                  </a:cubicBezTo>
                  <a:lnTo>
                    <a:pt x="0" y="1040"/>
                  </a:lnTo>
                  <a:cubicBezTo>
                    <a:pt x="0" y="1261"/>
                    <a:pt x="158" y="1418"/>
                    <a:pt x="347" y="1418"/>
                  </a:cubicBezTo>
                  <a:cubicBezTo>
                    <a:pt x="536" y="1418"/>
                    <a:pt x="725" y="1261"/>
                    <a:pt x="725" y="1040"/>
                  </a:cubicBezTo>
                  <a:lnTo>
                    <a:pt x="725" y="347"/>
                  </a:lnTo>
                  <a:cubicBezTo>
                    <a:pt x="725"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660" name="Google Shape;15660;p86"/>
            <p:cNvSpPr/>
            <p:nvPr/>
          </p:nvSpPr>
          <p:spPr>
            <a:xfrm>
              <a:off x="-15593125" y="2966575"/>
              <a:ext cx="17350" cy="35475"/>
            </a:xfrm>
            <a:custGeom>
              <a:avLst/>
              <a:gdLst/>
              <a:ahLst/>
              <a:cxnLst/>
              <a:rect l="l" t="t" r="r" b="b"/>
              <a:pathLst>
                <a:path w="694" h="1419" extrusionOk="0">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661" name="Google Shape;15661;p86"/>
            <p:cNvSpPr/>
            <p:nvPr/>
          </p:nvSpPr>
          <p:spPr>
            <a:xfrm>
              <a:off x="-15557675" y="2859450"/>
              <a:ext cx="17350" cy="35475"/>
            </a:xfrm>
            <a:custGeom>
              <a:avLst/>
              <a:gdLst/>
              <a:ahLst/>
              <a:cxnLst/>
              <a:rect l="l" t="t" r="r" b="b"/>
              <a:pathLst>
                <a:path w="694" h="1419" extrusionOk="0">
                  <a:moveTo>
                    <a:pt x="347" y="1"/>
                  </a:moveTo>
                  <a:cubicBezTo>
                    <a:pt x="158" y="1"/>
                    <a:pt x="0" y="158"/>
                    <a:pt x="0" y="347"/>
                  </a:cubicBezTo>
                  <a:lnTo>
                    <a:pt x="0" y="1040"/>
                  </a:lnTo>
                  <a:cubicBezTo>
                    <a:pt x="0" y="1261"/>
                    <a:pt x="158" y="1418"/>
                    <a:pt x="347" y="1418"/>
                  </a:cubicBezTo>
                  <a:cubicBezTo>
                    <a:pt x="536" y="1418"/>
                    <a:pt x="693" y="1261"/>
                    <a:pt x="693" y="1040"/>
                  </a:cubicBezTo>
                  <a:lnTo>
                    <a:pt x="693" y="347"/>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662" name="Google Shape;15662;p86"/>
            <p:cNvSpPr/>
            <p:nvPr/>
          </p:nvSpPr>
          <p:spPr>
            <a:xfrm>
              <a:off x="-15557675" y="2966575"/>
              <a:ext cx="17350" cy="35475"/>
            </a:xfrm>
            <a:custGeom>
              <a:avLst/>
              <a:gdLst/>
              <a:ahLst/>
              <a:cxnLst/>
              <a:rect l="l" t="t" r="r" b="b"/>
              <a:pathLst>
                <a:path w="694" h="1419" extrusionOk="0">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663" name="Google Shape;15663;p86"/>
            <p:cNvSpPr/>
            <p:nvPr/>
          </p:nvSpPr>
          <p:spPr>
            <a:xfrm>
              <a:off x="-15575800" y="2913025"/>
              <a:ext cx="18125" cy="35450"/>
            </a:xfrm>
            <a:custGeom>
              <a:avLst/>
              <a:gdLst/>
              <a:ahLst/>
              <a:cxnLst/>
              <a:rect l="l" t="t" r="r" b="b"/>
              <a:pathLst>
                <a:path w="725" h="1418" extrusionOk="0">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664" name="Google Shape;15664;p86"/>
            <p:cNvSpPr/>
            <p:nvPr/>
          </p:nvSpPr>
          <p:spPr>
            <a:xfrm>
              <a:off x="-15575800" y="3019350"/>
              <a:ext cx="18125" cy="35450"/>
            </a:xfrm>
            <a:custGeom>
              <a:avLst/>
              <a:gdLst/>
              <a:ahLst/>
              <a:cxnLst/>
              <a:rect l="l" t="t" r="r" b="b"/>
              <a:pathLst>
                <a:path w="725" h="1418" extrusionOk="0">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665" name="Google Shape;15665;p86"/>
          <p:cNvGrpSpPr/>
          <p:nvPr/>
        </p:nvGrpSpPr>
        <p:grpSpPr>
          <a:xfrm>
            <a:off x="2584963" y="1688296"/>
            <a:ext cx="475125" cy="473920"/>
            <a:chOff x="-20173175" y="2038750"/>
            <a:chExt cx="305625" cy="304850"/>
          </a:xfrm>
        </p:grpSpPr>
        <p:sp>
          <p:nvSpPr>
            <p:cNvPr id="15666" name="Google Shape;15666;p86"/>
            <p:cNvSpPr/>
            <p:nvPr/>
          </p:nvSpPr>
          <p:spPr>
            <a:xfrm>
              <a:off x="-20173175" y="2038750"/>
              <a:ext cx="197725" cy="303275"/>
            </a:xfrm>
            <a:custGeom>
              <a:avLst/>
              <a:gdLst/>
              <a:ahLst/>
              <a:cxnLst/>
              <a:rect l="l" t="t" r="r" b="b"/>
              <a:pathLst>
                <a:path w="7909" h="12131" extrusionOk="0">
                  <a:moveTo>
                    <a:pt x="2175" y="3624"/>
                  </a:moveTo>
                  <a:cubicBezTo>
                    <a:pt x="3120" y="3781"/>
                    <a:pt x="3908" y="4506"/>
                    <a:pt x="4160" y="5451"/>
                  </a:cubicBezTo>
                  <a:cubicBezTo>
                    <a:pt x="3845" y="5294"/>
                    <a:pt x="3372" y="5136"/>
                    <a:pt x="2931" y="5042"/>
                  </a:cubicBezTo>
                  <a:cubicBezTo>
                    <a:pt x="2521" y="4663"/>
                    <a:pt x="2238" y="4191"/>
                    <a:pt x="2175" y="3624"/>
                  </a:cubicBezTo>
                  <a:close/>
                  <a:moveTo>
                    <a:pt x="6932" y="725"/>
                  </a:moveTo>
                  <a:cubicBezTo>
                    <a:pt x="6302" y="2332"/>
                    <a:pt x="6302" y="4159"/>
                    <a:pt x="6932" y="5766"/>
                  </a:cubicBezTo>
                  <a:lnTo>
                    <a:pt x="5168" y="5766"/>
                  </a:lnTo>
                  <a:cubicBezTo>
                    <a:pt x="5798" y="4159"/>
                    <a:pt x="5798" y="2332"/>
                    <a:pt x="5168" y="725"/>
                  </a:cubicBezTo>
                  <a:close/>
                  <a:moveTo>
                    <a:pt x="2490" y="5766"/>
                  </a:moveTo>
                  <a:cubicBezTo>
                    <a:pt x="3025" y="5766"/>
                    <a:pt x="3530" y="5955"/>
                    <a:pt x="3908" y="6113"/>
                  </a:cubicBezTo>
                  <a:cubicBezTo>
                    <a:pt x="3530" y="6270"/>
                    <a:pt x="3025" y="6459"/>
                    <a:pt x="2490" y="6459"/>
                  </a:cubicBezTo>
                  <a:cubicBezTo>
                    <a:pt x="1923" y="6459"/>
                    <a:pt x="1419" y="6270"/>
                    <a:pt x="1009" y="6113"/>
                  </a:cubicBezTo>
                  <a:cubicBezTo>
                    <a:pt x="1387" y="5924"/>
                    <a:pt x="1891" y="5766"/>
                    <a:pt x="2490" y="5766"/>
                  </a:cubicBezTo>
                  <a:close/>
                  <a:moveTo>
                    <a:pt x="4128" y="6743"/>
                  </a:moveTo>
                  <a:lnTo>
                    <a:pt x="4128" y="6743"/>
                  </a:lnTo>
                  <a:cubicBezTo>
                    <a:pt x="3908" y="7688"/>
                    <a:pt x="3120" y="8444"/>
                    <a:pt x="2112" y="8570"/>
                  </a:cubicBezTo>
                  <a:cubicBezTo>
                    <a:pt x="2206" y="8003"/>
                    <a:pt x="2490" y="7530"/>
                    <a:pt x="2868" y="7152"/>
                  </a:cubicBezTo>
                  <a:cubicBezTo>
                    <a:pt x="3372" y="7058"/>
                    <a:pt x="3813" y="6900"/>
                    <a:pt x="4128" y="6743"/>
                  </a:cubicBezTo>
                  <a:close/>
                  <a:moveTo>
                    <a:pt x="6932" y="6428"/>
                  </a:moveTo>
                  <a:cubicBezTo>
                    <a:pt x="6270" y="8034"/>
                    <a:pt x="6270" y="9893"/>
                    <a:pt x="6932" y="11469"/>
                  </a:cubicBezTo>
                  <a:lnTo>
                    <a:pt x="5168" y="11469"/>
                  </a:lnTo>
                  <a:cubicBezTo>
                    <a:pt x="5798" y="9862"/>
                    <a:pt x="5798" y="8034"/>
                    <a:pt x="5168" y="6428"/>
                  </a:cubicBezTo>
                  <a:close/>
                  <a:moveTo>
                    <a:pt x="4664" y="1"/>
                  </a:moveTo>
                  <a:cubicBezTo>
                    <a:pt x="4380" y="1"/>
                    <a:pt x="4223" y="284"/>
                    <a:pt x="4349" y="536"/>
                  </a:cubicBezTo>
                  <a:cubicBezTo>
                    <a:pt x="5010" y="1860"/>
                    <a:pt x="5168" y="3403"/>
                    <a:pt x="4758" y="4853"/>
                  </a:cubicBezTo>
                  <a:cubicBezTo>
                    <a:pt x="4286" y="3718"/>
                    <a:pt x="3151" y="2868"/>
                    <a:pt x="1797" y="2868"/>
                  </a:cubicBezTo>
                  <a:cubicBezTo>
                    <a:pt x="1608" y="2868"/>
                    <a:pt x="1450" y="3057"/>
                    <a:pt x="1450" y="3246"/>
                  </a:cubicBezTo>
                  <a:cubicBezTo>
                    <a:pt x="1450" y="3907"/>
                    <a:pt x="1639" y="4537"/>
                    <a:pt x="2017" y="5042"/>
                  </a:cubicBezTo>
                  <a:cubicBezTo>
                    <a:pt x="978" y="5199"/>
                    <a:pt x="158" y="5766"/>
                    <a:pt x="158" y="5798"/>
                  </a:cubicBezTo>
                  <a:cubicBezTo>
                    <a:pt x="95" y="5861"/>
                    <a:pt x="1" y="5955"/>
                    <a:pt x="1" y="6081"/>
                  </a:cubicBezTo>
                  <a:cubicBezTo>
                    <a:pt x="1" y="6207"/>
                    <a:pt x="32" y="6302"/>
                    <a:pt x="158" y="6333"/>
                  </a:cubicBezTo>
                  <a:cubicBezTo>
                    <a:pt x="190" y="6396"/>
                    <a:pt x="978" y="6932"/>
                    <a:pt x="2017" y="7089"/>
                  </a:cubicBezTo>
                  <a:cubicBezTo>
                    <a:pt x="1639" y="7593"/>
                    <a:pt x="1450" y="8287"/>
                    <a:pt x="1450" y="8917"/>
                  </a:cubicBezTo>
                  <a:cubicBezTo>
                    <a:pt x="1450" y="9106"/>
                    <a:pt x="1608" y="9263"/>
                    <a:pt x="1797" y="9263"/>
                  </a:cubicBezTo>
                  <a:cubicBezTo>
                    <a:pt x="3151" y="9263"/>
                    <a:pt x="4286" y="8476"/>
                    <a:pt x="4758" y="7278"/>
                  </a:cubicBezTo>
                  <a:lnTo>
                    <a:pt x="4758" y="7278"/>
                  </a:lnTo>
                  <a:cubicBezTo>
                    <a:pt x="5168" y="8696"/>
                    <a:pt x="5010" y="10271"/>
                    <a:pt x="4349" y="11626"/>
                  </a:cubicBezTo>
                  <a:cubicBezTo>
                    <a:pt x="4223" y="11847"/>
                    <a:pt x="4380" y="12130"/>
                    <a:pt x="4664" y="12130"/>
                  </a:cubicBezTo>
                  <a:lnTo>
                    <a:pt x="7499" y="12130"/>
                  </a:lnTo>
                  <a:cubicBezTo>
                    <a:pt x="7751" y="12130"/>
                    <a:pt x="7909" y="11878"/>
                    <a:pt x="7814" y="11626"/>
                  </a:cubicBezTo>
                  <a:cubicBezTo>
                    <a:pt x="6932" y="9925"/>
                    <a:pt x="6932" y="7908"/>
                    <a:pt x="7814" y="6239"/>
                  </a:cubicBezTo>
                  <a:cubicBezTo>
                    <a:pt x="7846" y="6144"/>
                    <a:pt x="7846" y="6018"/>
                    <a:pt x="7814" y="5924"/>
                  </a:cubicBezTo>
                  <a:cubicBezTo>
                    <a:pt x="6932" y="4222"/>
                    <a:pt x="6932" y="2206"/>
                    <a:pt x="7814" y="505"/>
                  </a:cubicBezTo>
                  <a:cubicBezTo>
                    <a:pt x="7909" y="284"/>
                    <a:pt x="7720" y="1"/>
                    <a:pt x="74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667" name="Google Shape;15667;p86"/>
            <p:cNvSpPr/>
            <p:nvPr/>
          </p:nvSpPr>
          <p:spPr>
            <a:xfrm>
              <a:off x="-19962875" y="2110425"/>
              <a:ext cx="95325" cy="233175"/>
            </a:xfrm>
            <a:custGeom>
              <a:avLst/>
              <a:gdLst/>
              <a:ahLst/>
              <a:cxnLst/>
              <a:rect l="l" t="t" r="r" b="b"/>
              <a:pathLst>
                <a:path w="3813" h="9327" extrusionOk="0">
                  <a:moveTo>
                    <a:pt x="2773" y="725"/>
                  </a:moveTo>
                  <a:cubicBezTo>
                    <a:pt x="2269" y="1859"/>
                    <a:pt x="2269" y="3151"/>
                    <a:pt x="2773" y="4317"/>
                  </a:cubicBezTo>
                  <a:lnTo>
                    <a:pt x="1103" y="4317"/>
                  </a:lnTo>
                  <a:cubicBezTo>
                    <a:pt x="1639" y="3151"/>
                    <a:pt x="1639" y="1859"/>
                    <a:pt x="1103" y="725"/>
                  </a:cubicBezTo>
                  <a:close/>
                  <a:moveTo>
                    <a:pt x="2742" y="4978"/>
                  </a:moveTo>
                  <a:cubicBezTo>
                    <a:pt x="2458" y="5546"/>
                    <a:pt x="2332" y="6176"/>
                    <a:pt x="2332" y="6806"/>
                  </a:cubicBezTo>
                  <a:cubicBezTo>
                    <a:pt x="2332" y="7467"/>
                    <a:pt x="2490" y="8066"/>
                    <a:pt x="2742" y="8602"/>
                  </a:cubicBezTo>
                  <a:lnTo>
                    <a:pt x="1072" y="8602"/>
                  </a:lnTo>
                  <a:cubicBezTo>
                    <a:pt x="1355" y="8066"/>
                    <a:pt x="1482" y="7436"/>
                    <a:pt x="1482" y="6806"/>
                  </a:cubicBezTo>
                  <a:cubicBezTo>
                    <a:pt x="1482" y="6176"/>
                    <a:pt x="1355" y="5546"/>
                    <a:pt x="1072" y="4978"/>
                  </a:cubicBezTo>
                  <a:close/>
                  <a:moveTo>
                    <a:pt x="473" y="1"/>
                  </a:moveTo>
                  <a:cubicBezTo>
                    <a:pt x="221" y="1"/>
                    <a:pt x="32" y="347"/>
                    <a:pt x="158" y="568"/>
                  </a:cubicBezTo>
                  <a:cubicBezTo>
                    <a:pt x="914" y="1670"/>
                    <a:pt x="1009" y="3151"/>
                    <a:pt x="158" y="4474"/>
                  </a:cubicBezTo>
                  <a:cubicBezTo>
                    <a:pt x="95" y="4600"/>
                    <a:pt x="95" y="4726"/>
                    <a:pt x="158" y="4852"/>
                  </a:cubicBezTo>
                  <a:cubicBezTo>
                    <a:pt x="946" y="6050"/>
                    <a:pt x="946" y="7625"/>
                    <a:pt x="158" y="8759"/>
                  </a:cubicBezTo>
                  <a:cubicBezTo>
                    <a:pt x="1" y="9011"/>
                    <a:pt x="158" y="9326"/>
                    <a:pt x="473" y="9326"/>
                  </a:cubicBezTo>
                  <a:lnTo>
                    <a:pt x="3309" y="9326"/>
                  </a:lnTo>
                  <a:cubicBezTo>
                    <a:pt x="3592" y="9326"/>
                    <a:pt x="3813" y="9011"/>
                    <a:pt x="3624" y="8759"/>
                  </a:cubicBezTo>
                  <a:cubicBezTo>
                    <a:pt x="2836" y="7593"/>
                    <a:pt x="2836" y="6018"/>
                    <a:pt x="3624" y="4852"/>
                  </a:cubicBezTo>
                  <a:cubicBezTo>
                    <a:pt x="3718" y="4726"/>
                    <a:pt x="3718" y="4600"/>
                    <a:pt x="3624" y="4474"/>
                  </a:cubicBezTo>
                  <a:cubicBezTo>
                    <a:pt x="2836" y="3277"/>
                    <a:pt x="2836" y="1765"/>
                    <a:pt x="3624" y="568"/>
                  </a:cubicBezTo>
                  <a:cubicBezTo>
                    <a:pt x="3813" y="347"/>
                    <a:pt x="3624" y="1"/>
                    <a:pt x="33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5668" name="Google Shape;15668;p86"/>
          <p:cNvSpPr/>
          <p:nvPr/>
        </p:nvSpPr>
        <p:spPr>
          <a:xfrm>
            <a:off x="2584966" y="2275467"/>
            <a:ext cx="472676" cy="472054"/>
          </a:xfrm>
          <a:custGeom>
            <a:avLst/>
            <a:gdLst/>
            <a:ahLst/>
            <a:cxnLst/>
            <a:rect l="l" t="t" r="r" b="b"/>
            <a:pathLst>
              <a:path w="12162" h="12146" extrusionOk="0">
                <a:moveTo>
                  <a:pt x="8979" y="686"/>
                </a:moveTo>
                <a:lnTo>
                  <a:pt x="11437" y="1946"/>
                </a:lnTo>
                <a:lnTo>
                  <a:pt x="11437" y="5096"/>
                </a:lnTo>
                <a:lnTo>
                  <a:pt x="8979" y="6357"/>
                </a:lnTo>
                <a:lnTo>
                  <a:pt x="8444" y="6073"/>
                </a:lnTo>
                <a:cubicBezTo>
                  <a:pt x="8444" y="5821"/>
                  <a:pt x="8381" y="5569"/>
                  <a:pt x="8286" y="5285"/>
                </a:cubicBezTo>
                <a:lnTo>
                  <a:pt x="9767" y="4939"/>
                </a:lnTo>
                <a:cubicBezTo>
                  <a:pt x="9956" y="4907"/>
                  <a:pt x="10082" y="4718"/>
                  <a:pt x="10019" y="4498"/>
                </a:cubicBezTo>
                <a:cubicBezTo>
                  <a:pt x="9993" y="4342"/>
                  <a:pt x="9861" y="4229"/>
                  <a:pt x="9709" y="4229"/>
                </a:cubicBezTo>
                <a:cubicBezTo>
                  <a:pt x="9676" y="4229"/>
                  <a:pt x="9643" y="4235"/>
                  <a:pt x="9609" y="4246"/>
                </a:cubicBezTo>
                <a:lnTo>
                  <a:pt x="7940" y="4655"/>
                </a:lnTo>
                <a:cubicBezTo>
                  <a:pt x="7877" y="4592"/>
                  <a:pt x="7814" y="4498"/>
                  <a:pt x="7751" y="4435"/>
                </a:cubicBezTo>
                <a:lnTo>
                  <a:pt x="8570" y="2986"/>
                </a:lnTo>
                <a:cubicBezTo>
                  <a:pt x="8664" y="2828"/>
                  <a:pt x="8601" y="2576"/>
                  <a:pt x="8444" y="2513"/>
                </a:cubicBezTo>
                <a:cubicBezTo>
                  <a:pt x="8385" y="2477"/>
                  <a:pt x="8317" y="2460"/>
                  <a:pt x="8250" y="2460"/>
                </a:cubicBezTo>
                <a:cubicBezTo>
                  <a:pt x="8139" y="2460"/>
                  <a:pt x="8030" y="2509"/>
                  <a:pt x="7971" y="2607"/>
                </a:cubicBezTo>
                <a:lnTo>
                  <a:pt x="7184" y="3994"/>
                </a:lnTo>
                <a:cubicBezTo>
                  <a:pt x="6963" y="3868"/>
                  <a:pt x="6774" y="3805"/>
                  <a:pt x="6490" y="3710"/>
                </a:cubicBezTo>
                <a:lnTo>
                  <a:pt x="6490" y="1946"/>
                </a:lnTo>
                <a:lnTo>
                  <a:pt x="8979" y="686"/>
                </a:lnTo>
                <a:close/>
                <a:moveTo>
                  <a:pt x="2438" y="3498"/>
                </a:moveTo>
                <a:cubicBezTo>
                  <a:pt x="2782" y="3498"/>
                  <a:pt x="3112" y="3707"/>
                  <a:pt x="3245" y="4088"/>
                </a:cubicBezTo>
                <a:lnTo>
                  <a:pt x="4191" y="6451"/>
                </a:lnTo>
                <a:cubicBezTo>
                  <a:pt x="3876" y="6231"/>
                  <a:pt x="2363" y="5380"/>
                  <a:pt x="2017" y="5191"/>
                </a:cubicBezTo>
                <a:cubicBezTo>
                  <a:pt x="1481" y="4907"/>
                  <a:pt x="1387" y="4183"/>
                  <a:pt x="1796" y="3773"/>
                </a:cubicBezTo>
                <a:cubicBezTo>
                  <a:pt x="1983" y="3587"/>
                  <a:pt x="2213" y="3498"/>
                  <a:pt x="2438" y="3498"/>
                </a:cubicBezTo>
                <a:close/>
                <a:moveTo>
                  <a:pt x="5970" y="4409"/>
                </a:moveTo>
                <a:cubicBezTo>
                  <a:pt x="6417" y="4409"/>
                  <a:pt x="6857" y="4584"/>
                  <a:pt x="7184" y="4939"/>
                </a:cubicBezTo>
                <a:cubicBezTo>
                  <a:pt x="7940" y="5695"/>
                  <a:pt x="7877" y="6987"/>
                  <a:pt x="6995" y="7648"/>
                </a:cubicBezTo>
                <a:lnTo>
                  <a:pt x="5230" y="6955"/>
                </a:lnTo>
                <a:lnTo>
                  <a:pt x="4506" y="5191"/>
                </a:lnTo>
                <a:cubicBezTo>
                  <a:pt x="4870" y="4671"/>
                  <a:pt x="5424" y="4409"/>
                  <a:pt x="5970" y="4409"/>
                </a:cubicBezTo>
                <a:close/>
                <a:moveTo>
                  <a:pt x="3025" y="6609"/>
                </a:moveTo>
                <a:lnTo>
                  <a:pt x="4632" y="7491"/>
                </a:lnTo>
                <a:lnTo>
                  <a:pt x="5545" y="9129"/>
                </a:lnTo>
                <a:lnTo>
                  <a:pt x="5419" y="9223"/>
                </a:lnTo>
                <a:lnTo>
                  <a:pt x="2899" y="6703"/>
                </a:lnTo>
                <a:lnTo>
                  <a:pt x="3025" y="6609"/>
                </a:lnTo>
                <a:close/>
                <a:moveTo>
                  <a:pt x="2395" y="7207"/>
                </a:moveTo>
                <a:lnTo>
                  <a:pt x="4915" y="9759"/>
                </a:lnTo>
                <a:lnTo>
                  <a:pt x="4758" y="9917"/>
                </a:lnTo>
                <a:cubicBezTo>
                  <a:pt x="4632" y="10011"/>
                  <a:pt x="4537" y="10106"/>
                  <a:pt x="4411" y="10232"/>
                </a:cubicBezTo>
                <a:lnTo>
                  <a:pt x="1922" y="7743"/>
                </a:lnTo>
                <a:cubicBezTo>
                  <a:pt x="1985" y="7617"/>
                  <a:pt x="2111" y="7491"/>
                  <a:pt x="2237" y="7396"/>
                </a:cubicBezTo>
                <a:lnTo>
                  <a:pt x="2395" y="7207"/>
                </a:lnTo>
                <a:close/>
                <a:moveTo>
                  <a:pt x="5734" y="7900"/>
                </a:moveTo>
                <a:cubicBezTo>
                  <a:pt x="6018" y="8026"/>
                  <a:pt x="7782" y="8719"/>
                  <a:pt x="8066" y="8845"/>
                </a:cubicBezTo>
                <a:cubicBezTo>
                  <a:pt x="8664" y="9066"/>
                  <a:pt x="8822" y="9854"/>
                  <a:pt x="8381" y="10295"/>
                </a:cubicBezTo>
                <a:cubicBezTo>
                  <a:pt x="8196" y="10479"/>
                  <a:pt x="7968" y="10564"/>
                  <a:pt x="7744" y="10564"/>
                </a:cubicBezTo>
                <a:cubicBezTo>
                  <a:pt x="7432" y="10564"/>
                  <a:pt x="7128" y="10399"/>
                  <a:pt x="6963" y="10106"/>
                </a:cubicBezTo>
                <a:cubicBezTo>
                  <a:pt x="6837" y="9854"/>
                  <a:pt x="5860" y="8089"/>
                  <a:pt x="5734" y="7900"/>
                </a:cubicBezTo>
                <a:close/>
                <a:moveTo>
                  <a:pt x="1576" y="8404"/>
                </a:moveTo>
                <a:lnTo>
                  <a:pt x="3750" y="10578"/>
                </a:lnTo>
                <a:cubicBezTo>
                  <a:pt x="3447" y="10661"/>
                  <a:pt x="3132" y="10707"/>
                  <a:pt x="2819" y="10707"/>
                </a:cubicBezTo>
                <a:cubicBezTo>
                  <a:pt x="2414" y="10707"/>
                  <a:pt x="2012" y="10630"/>
                  <a:pt x="1639" y="10452"/>
                </a:cubicBezTo>
                <a:cubicBezTo>
                  <a:pt x="1324" y="9791"/>
                  <a:pt x="1324" y="9034"/>
                  <a:pt x="1576" y="8404"/>
                </a:cubicBezTo>
                <a:close/>
                <a:moveTo>
                  <a:pt x="8956" y="0"/>
                </a:moveTo>
                <a:cubicBezTo>
                  <a:pt x="8901" y="0"/>
                  <a:pt x="8853" y="8"/>
                  <a:pt x="8822" y="24"/>
                </a:cubicBezTo>
                <a:lnTo>
                  <a:pt x="5986" y="1442"/>
                </a:lnTo>
                <a:cubicBezTo>
                  <a:pt x="5860" y="1505"/>
                  <a:pt x="5766" y="1631"/>
                  <a:pt x="5766" y="1757"/>
                </a:cubicBezTo>
                <a:lnTo>
                  <a:pt x="5766" y="3710"/>
                </a:lnTo>
                <a:cubicBezTo>
                  <a:pt x="5199" y="3773"/>
                  <a:pt x="4632" y="4025"/>
                  <a:pt x="4254" y="4435"/>
                </a:cubicBezTo>
                <a:lnTo>
                  <a:pt x="4002" y="3805"/>
                </a:lnTo>
                <a:cubicBezTo>
                  <a:pt x="3751" y="3149"/>
                  <a:pt x="3134" y="2788"/>
                  <a:pt x="2505" y="2788"/>
                </a:cubicBezTo>
                <a:cubicBezTo>
                  <a:pt x="2107" y="2788"/>
                  <a:pt x="1704" y="2932"/>
                  <a:pt x="1387" y="3238"/>
                </a:cubicBezTo>
                <a:cubicBezTo>
                  <a:pt x="631" y="3994"/>
                  <a:pt x="788" y="5285"/>
                  <a:pt x="1733" y="5821"/>
                </a:cubicBezTo>
                <a:lnTo>
                  <a:pt x="2426" y="6199"/>
                </a:lnTo>
                <a:lnTo>
                  <a:pt x="1765" y="6861"/>
                </a:lnTo>
                <a:cubicBezTo>
                  <a:pt x="788" y="7869"/>
                  <a:pt x="473" y="9349"/>
                  <a:pt x="1009" y="10641"/>
                </a:cubicBezTo>
                <a:lnTo>
                  <a:pt x="158" y="11523"/>
                </a:lnTo>
                <a:cubicBezTo>
                  <a:pt x="0" y="11681"/>
                  <a:pt x="0" y="11870"/>
                  <a:pt x="158" y="12027"/>
                </a:cubicBezTo>
                <a:cubicBezTo>
                  <a:pt x="237" y="12106"/>
                  <a:pt x="323" y="12146"/>
                  <a:pt x="410" y="12146"/>
                </a:cubicBezTo>
                <a:cubicBezTo>
                  <a:pt x="497" y="12146"/>
                  <a:pt x="583" y="12106"/>
                  <a:pt x="662" y="12027"/>
                </a:cubicBezTo>
                <a:lnTo>
                  <a:pt x="1544" y="11177"/>
                </a:lnTo>
                <a:cubicBezTo>
                  <a:pt x="1966" y="11341"/>
                  <a:pt x="2408" y="11422"/>
                  <a:pt x="2846" y="11422"/>
                </a:cubicBezTo>
                <a:cubicBezTo>
                  <a:pt x="3752" y="11422"/>
                  <a:pt x="4646" y="11079"/>
                  <a:pt x="5325" y="10421"/>
                </a:cubicBezTo>
                <a:lnTo>
                  <a:pt x="5986" y="9759"/>
                </a:lnTo>
                <a:lnTo>
                  <a:pt x="6364" y="10452"/>
                </a:lnTo>
                <a:cubicBezTo>
                  <a:pt x="6672" y="10994"/>
                  <a:pt x="7217" y="11277"/>
                  <a:pt x="7776" y="11277"/>
                </a:cubicBezTo>
                <a:cubicBezTo>
                  <a:pt x="8190" y="11277"/>
                  <a:pt x="8612" y="11121"/>
                  <a:pt x="8948" y="10799"/>
                </a:cubicBezTo>
                <a:cubicBezTo>
                  <a:pt x="9767" y="9980"/>
                  <a:pt x="9483" y="8593"/>
                  <a:pt x="8381" y="8184"/>
                </a:cubicBezTo>
                <a:lnTo>
                  <a:pt x="7751" y="7932"/>
                </a:lnTo>
                <a:cubicBezTo>
                  <a:pt x="8066" y="7617"/>
                  <a:pt x="8255" y="7270"/>
                  <a:pt x="8381" y="6829"/>
                </a:cubicBezTo>
                <a:lnTo>
                  <a:pt x="8822" y="7081"/>
                </a:lnTo>
                <a:cubicBezTo>
                  <a:pt x="8885" y="7097"/>
                  <a:pt x="8940" y="7105"/>
                  <a:pt x="8991" y="7105"/>
                </a:cubicBezTo>
                <a:cubicBezTo>
                  <a:pt x="9042" y="7105"/>
                  <a:pt x="9090" y="7097"/>
                  <a:pt x="9137" y="7081"/>
                </a:cubicBezTo>
                <a:lnTo>
                  <a:pt x="11972" y="5663"/>
                </a:lnTo>
                <a:cubicBezTo>
                  <a:pt x="12098" y="5569"/>
                  <a:pt x="12161" y="5443"/>
                  <a:pt x="12161" y="5348"/>
                </a:cubicBezTo>
                <a:lnTo>
                  <a:pt x="12161" y="1757"/>
                </a:lnTo>
                <a:cubicBezTo>
                  <a:pt x="12161" y="1631"/>
                  <a:pt x="12067" y="1473"/>
                  <a:pt x="11972" y="1442"/>
                </a:cubicBezTo>
                <a:lnTo>
                  <a:pt x="9137" y="24"/>
                </a:lnTo>
                <a:cubicBezTo>
                  <a:pt x="9074" y="8"/>
                  <a:pt x="9011" y="0"/>
                  <a:pt x="89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5669" name="Google Shape;15669;p86"/>
          <p:cNvGrpSpPr/>
          <p:nvPr/>
        </p:nvGrpSpPr>
        <p:grpSpPr>
          <a:xfrm>
            <a:off x="2586187" y="2850282"/>
            <a:ext cx="472676" cy="475125"/>
            <a:chOff x="-20173175" y="2787775"/>
            <a:chExt cx="304050" cy="305625"/>
          </a:xfrm>
        </p:grpSpPr>
        <p:sp>
          <p:nvSpPr>
            <p:cNvPr id="15670" name="Google Shape;15670;p86"/>
            <p:cNvSpPr/>
            <p:nvPr/>
          </p:nvSpPr>
          <p:spPr>
            <a:xfrm>
              <a:off x="-19959725" y="2896475"/>
              <a:ext cx="18150" cy="18150"/>
            </a:xfrm>
            <a:custGeom>
              <a:avLst/>
              <a:gdLst/>
              <a:ahLst/>
              <a:cxnLst/>
              <a:rect l="l" t="t" r="r" b="b"/>
              <a:pathLst>
                <a:path w="726" h="726" extrusionOk="0">
                  <a:moveTo>
                    <a:pt x="347" y="0"/>
                  </a:moveTo>
                  <a:cubicBezTo>
                    <a:pt x="158" y="0"/>
                    <a:pt x="1" y="158"/>
                    <a:pt x="1" y="347"/>
                  </a:cubicBezTo>
                  <a:cubicBezTo>
                    <a:pt x="1" y="505"/>
                    <a:pt x="158" y="725"/>
                    <a:pt x="347" y="725"/>
                  </a:cubicBezTo>
                  <a:cubicBezTo>
                    <a:pt x="568" y="725"/>
                    <a:pt x="725" y="568"/>
                    <a:pt x="725" y="347"/>
                  </a:cubicBez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671" name="Google Shape;15671;p86"/>
            <p:cNvSpPr/>
            <p:nvPr/>
          </p:nvSpPr>
          <p:spPr>
            <a:xfrm>
              <a:off x="-19941600" y="286025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672" name="Google Shape;15672;p86"/>
            <p:cNvSpPr/>
            <p:nvPr/>
          </p:nvSpPr>
          <p:spPr>
            <a:xfrm>
              <a:off x="-20102275" y="2895675"/>
              <a:ext cx="18125" cy="17375"/>
            </a:xfrm>
            <a:custGeom>
              <a:avLst/>
              <a:gdLst/>
              <a:ahLst/>
              <a:cxnLst/>
              <a:rect l="l" t="t" r="r" b="b"/>
              <a:pathLst>
                <a:path w="725" h="695" extrusionOk="0">
                  <a:moveTo>
                    <a:pt x="347" y="1"/>
                  </a:moveTo>
                  <a:cubicBezTo>
                    <a:pt x="158" y="1"/>
                    <a:pt x="0" y="159"/>
                    <a:pt x="0" y="348"/>
                  </a:cubicBezTo>
                  <a:cubicBezTo>
                    <a:pt x="0" y="537"/>
                    <a:pt x="158" y="694"/>
                    <a:pt x="347" y="694"/>
                  </a:cubicBezTo>
                  <a:cubicBezTo>
                    <a:pt x="536" y="694"/>
                    <a:pt x="725" y="537"/>
                    <a:pt x="725" y="348"/>
                  </a:cubicBezTo>
                  <a:cubicBezTo>
                    <a:pt x="725" y="159"/>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673" name="Google Shape;15673;p86"/>
            <p:cNvSpPr/>
            <p:nvPr/>
          </p:nvSpPr>
          <p:spPr>
            <a:xfrm>
              <a:off x="-20120400" y="286025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674" name="Google Shape;15674;p86"/>
            <p:cNvSpPr/>
            <p:nvPr/>
          </p:nvSpPr>
          <p:spPr>
            <a:xfrm>
              <a:off x="-20173175" y="2787775"/>
              <a:ext cx="304050" cy="305625"/>
            </a:xfrm>
            <a:custGeom>
              <a:avLst/>
              <a:gdLst/>
              <a:ahLst/>
              <a:cxnLst/>
              <a:rect l="l" t="t" r="r" b="b"/>
              <a:pathLst>
                <a:path w="12162" h="12225" extrusionOk="0">
                  <a:moveTo>
                    <a:pt x="11437" y="1482"/>
                  </a:moveTo>
                  <a:lnTo>
                    <a:pt x="11437" y="3246"/>
                  </a:lnTo>
                  <a:lnTo>
                    <a:pt x="11406" y="3246"/>
                  </a:lnTo>
                  <a:cubicBezTo>
                    <a:pt x="11406" y="3844"/>
                    <a:pt x="10902" y="4317"/>
                    <a:pt x="10303" y="4317"/>
                  </a:cubicBezTo>
                  <a:cubicBezTo>
                    <a:pt x="10114" y="4317"/>
                    <a:pt x="9957" y="4475"/>
                    <a:pt x="9957" y="4664"/>
                  </a:cubicBezTo>
                  <a:cubicBezTo>
                    <a:pt x="9957" y="5262"/>
                    <a:pt x="9484" y="5735"/>
                    <a:pt x="8885" y="5735"/>
                  </a:cubicBezTo>
                  <a:lnTo>
                    <a:pt x="7121" y="5735"/>
                  </a:lnTo>
                  <a:cubicBezTo>
                    <a:pt x="7279" y="3435"/>
                    <a:pt x="9137" y="1639"/>
                    <a:pt x="11437" y="1482"/>
                  </a:cubicBezTo>
                  <a:close/>
                  <a:moveTo>
                    <a:pt x="663" y="1513"/>
                  </a:moveTo>
                  <a:cubicBezTo>
                    <a:pt x="2962" y="1671"/>
                    <a:pt x="4790" y="3529"/>
                    <a:pt x="4947" y="5766"/>
                  </a:cubicBezTo>
                  <a:lnTo>
                    <a:pt x="3183" y="5766"/>
                  </a:lnTo>
                  <a:cubicBezTo>
                    <a:pt x="2584" y="5766"/>
                    <a:pt x="2143" y="5294"/>
                    <a:pt x="2143" y="4695"/>
                  </a:cubicBezTo>
                  <a:cubicBezTo>
                    <a:pt x="2143" y="4506"/>
                    <a:pt x="1986" y="4348"/>
                    <a:pt x="1765" y="4348"/>
                  </a:cubicBezTo>
                  <a:cubicBezTo>
                    <a:pt x="1198" y="4348"/>
                    <a:pt x="663" y="3876"/>
                    <a:pt x="663" y="3277"/>
                  </a:cubicBezTo>
                  <a:lnTo>
                    <a:pt x="663" y="1513"/>
                  </a:lnTo>
                  <a:close/>
                  <a:moveTo>
                    <a:pt x="6018" y="4317"/>
                  </a:moveTo>
                  <a:cubicBezTo>
                    <a:pt x="6207" y="4317"/>
                    <a:pt x="6365" y="4475"/>
                    <a:pt x="6365" y="4664"/>
                  </a:cubicBezTo>
                  <a:lnTo>
                    <a:pt x="6365" y="8948"/>
                  </a:lnTo>
                  <a:cubicBezTo>
                    <a:pt x="6365" y="9169"/>
                    <a:pt x="6207" y="9326"/>
                    <a:pt x="6018" y="9326"/>
                  </a:cubicBezTo>
                  <a:cubicBezTo>
                    <a:pt x="5829" y="9326"/>
                    <a:pt x="5672" y="9169"/>
                    <a:pt x="5672" y="8948"/>
                  </a:cubicBezTo>
                  <a:lnTo>
                    <a:pt x="5672" y="4664"/>
                  </a:lnTo>
                  <a:cubicBezTo>
                    <a:pt x="5672" y="4475"/>
                    <a:pt x="5829" y="4317"/>
                    <a:pt x="6018" y="4317"/>
                  </a:cubicBezTo>
                  <a:close/>
                  <a:moveTo>
                    <a:pt x="4947" y="6459"/>
                  </a:moveTo>
                  <a:lnTo>
                    <a:pt x="4947" y="8948"/>
                  </a:lnTo>
                  <a:lnTo>
                    <a:pt x="4947" y="11122"/>
                  </a:lnTo>
                  <a:cubicBezTo>
                    <a:pt x="4947" y="11311"/>
                    <a:pt x="4790" y="11469"/>
                    <a:pt x="4601" y="11469"/>
                  </a:cubicBezTo>
                  <a:cubicBezTo>
                    <a:pt x="4412" y="11469"/>
                    <a:pt x="4254" y="11311"/>
                    <a:pt x="4254" y="11122"/>
                  </a:cubicBezTo>
                  <a:cubicBezTo>
                    <a:pt x="4254" y="10838"/>
                    <a:pt x="4128" y="10586"/>
                    <a:pt x="3939" y="10366"/>
                  </a:cubicBezTo>
                  <a:cubicBezTo>
                    <a:pt x="3750" y="10177"/>
                    <a:pt x="3467" y="10051"/>
                    <a:pt x="3183" y="10051"/>
                  </a:cubicBezTo>
                  <a:cubicBezTo>
                    <a:pt x="2175" y="10051"/>
                    <a:pt x="1324" y="9200"/>
                    <a:pt x="1419" y="8161"/>
                  </a:cubicBezTo>
                  <a:cubicBezTo>
                    <a:pt x="1450" y="7215"/>
                    <a:pt x="2332" y="6459"/>
                    <a:pt x="3309" y="6459"/>
                  </a:cubicBezTo>
                  <a:close/>
                  <a:moveTo>
                    <a:pt x="8791" y="6491"/>
                  </a:moveTo>
                  <a:cubicBezTo>
                    <a:pt x="9767" y="6491"/>
                    <a:pt x="10618" y="7215"/>
                    <a:pt x="10681" y="8161"/>
                  </a:cubicBezTo>
                  <a:cubicBezTo>
                    <a:pt x="10713" y="9200"/>
                    <a:pt x="9925" y="10051"/>
                    <a:pt x="8885" y="10051"/>
                  </a:cubicBezTo>
                  <a:cubicBezTo>
                    <a:pt x="8633" y="10051"/>
                    <a:pt x="8350" y="10177"/>
                    <a:pt x="8161" y="10366"/>
                  </a:cubicBezTo>
                  <a:cubicBezTo>
                    <a:pt x="7940" y="10586"/>
                    <a:pt x="7846" y="10838"/>
                    <a:pt x="7846" y="11122"/>
                  </a:cubicBezTo>
                  <a:cubicBezTo>
                    <a:pt x="7846" y="11311"/>
                    <a:pt x="7688" y="11469"/>
                    <a:pt x="7468" y="11469"/>
                  </a:cubicBezTo>
                  <a:cubicBezTo>
                    <a:pt x="7279" y="11469"/>
                    <a:pt x="7121" y="11311"/>
                    <a:pt x="7121" y="11122"/>
                  </a:cubicBezTo>
                  <a:lnTo>
                    <a:pt x="7121" y="8948"/>
                  </a:lnTo>
                  <a:lnTo>
                    <a:pt x="7121" y="6491"/>
                  </a:lnTo>
                  <a:close/>
                  <a:moveTo>
                    <a:pt x="4632" y="1"/>
                  </a:moveTo>
                  <a:cubicBezTo>
                    <a:pt x="4443" y="1"/>
                    <a:pt x="4286" y="158"/>
                    <a:pt x="4286" y="379"/>
                  </a:cubicBezTo>
                  <a:cubicBezTo>
                    <a:pt x="4286" y="568"/>
                    <a:pt x="4443" y="725"/>
                    <a:pt x="4632" y="725"/>
                  </a:cubicBezTo>
                  <a:cubicBezTo>
                    <a:pt x="5231" y="725"/>
                    <a:pt x="5703" y="1230"/>
                    <a:pt x="5703" y="1828"/>
                  </a:cubicBezTo>
                  <a:lnTo>
                    <a:pt x="5703" y="3687"/>
                  </a:lnTo>
                  <a:cubicBezTo>
                    <a:pt x="5546" y="3750"/>
                    <a:pt x="5388" y="3844"/>
                    <a:pt x="5262" y="4002"/>
                  </a:cubicBezTo>
                  <a:cubicBezTo>
                    <a:pt x="4443" y="2112"/>
                    <a:pt x="2553" y="757"/>
                    <a:pt x="348" y="757"/>
                  </a:cubicBezTo>
                  <a:cubicBezTo>
                    <a:pt x="158" y="757"/>
                    <a:pt x="1" y="914"/>
                    <a:pt x="1" y="1135"/>
                  </a:cubicBezTo>
                  <a:lnTo>
                    <a:pt x="1" y="3246"/>
                  </a:lnTo>
                  <a:cubicBezTo>
                    <a:pt x="1" y="4159"/>
                    <a:pt x="663" y="4853"/>
                    <a:pt x="1482" y="5010"/>
                  </a:cubicBezTo>
                  <a:cubicBezTo>
                    <a:pt x="1576" y="5451"/>
                    <a:pt x="1797" y="5798"/>
                    <a:pt x="2112" y="6081"/>
                  </a:cubicBezTo>
                  <a:cubicBezTo>
                    <a:pt x="1324" y="6491"/>
                    <a:pt x="820" y="7215"/>
                    <a:pt x="757" y="8129"/>
                  </a:cubicBezTo>
                  <a:cubicBezTo>
                    <a:pt x="663" y="9547"/>
                    <a:pt x="1797" y="10775"/>
                    <a:pt x="3214" y="10775"/>
                  </a:cubicBezTo>
                  <a:cubicBezTo>
                    <a:pt x="3435" y="10775"/>
                    <a:pt x="3593" y="10965"/>
                    <a:pt x="3593" y="11154"/>
                  </a:cubicBezTo>
                  <a:cubicBezTo>
                    <a:pt x="3593" y="11752"/>
                    <a:pt x="4065" y="12225"/>
                    <a:pt x="4632" y="12225"/>
                  </a:cubicBezTo>
                  <a:cubicBezTo>
                    <a:pt x="5231" y="12225"/>
                    <a:pt x="5703" y="11752"/>
                    <a:pt x="5703" y="11154"/>
                  </a:cubicBezTo>
                  <a:lnTo>
                    <a:pt x="5703" y="10019"/>
                  </a:lnTo>
                  <a:cubicBezTo>
                    <a:pt x="5829" y="10051"/>
                    <a:pt x="5955" y="10082"/>
                    <a:pt x="6050" y="10082"/>
                  </a:cubicBezTo>
                  <a:cubicBezTo>
                    <a:pt x="6176" y="10082"/>
                    <a:pt x="6302" y="10051"/>
                    <a:pt x="6428" y="10019"/>
                  </a:cubicBezTo>
                  <a:lnTo>
                    <a:pt x="6428" y="11154"/>
                  </a:lnTo>
                  <a:cubicBezTo>
                    <a:pt x="6428" y="11752"/>
                    <a:pt x="6901" y="12225"/>
                    <a:pt x="7468" y="12225"/>
                  </a:cubicBezTo>
                  <a:cubicBezTo>
                    <a:pt x="8066" y="12225"/>
                    <a:pt x="8539" y="11752"/>
                    <a:pt x="8539" y="11154"/>
                  </a:cubicBezTo>
                  <a:cubicBezTo>
                    <a:pt x="8539" y="10965"/>
                    <a:pt x="8696" y="10775"/>
                    <a:pt x="8885" y="10775"/>
                  </a:cubicBezTo>
                  <a:cubicBezTo>
                    <a:pt x="10303" y="10775"/>
                    <a:pt x="11469" y="9578"/>
                    <a:pt x="11374" y="8129"/>
                  </a:cubicBezTo>
                  <a:cubicBezTo>
                    <a:pt x="11343" y="7499"/>
                    <a:pt x="11059" y="6869"/>
                    <a:pt x="10555" y="6428"/>
                  </a:cubicBezTo>
                  <a:cubicBezTo>
                    <a:pt x="10398" y="6270"/>
                    <a:pt x="10209" y="6176"/>
                    <a:pt x="10051" y="6081"/>
                  </a:cubicBezTo>
                  <a:cubicBezTo>
                    <a:pt x="10366" y="5798"/>
                    <a:pt x="10587" y="5451"/>
                    <a:pt x="10681" y="5010"/>
                  </a:cubicBezTo>
                  <a:cubicBezTo>
                    <a:pt x="11500" y="4853"/>
                    <a:pt x="12162" y="4159"/>
                    <a:pt x="12162" y="3246"/>
                  </a:cubicBezTo>
                  <a:lnTo>
                    <a:pt x="12162" y="1135"/>
                  </a:lnTo>
                  <a:cubicBezTo>
                    <a:pt x="12130" y="914"/>
                    <a:pt x="11973" y="757"/>
                    <a:pt x="11784" y="757"/>
                  </a:cubicBezTo>
                  <a:cubicBezTo>
                    <a:pt x="9578" y="757"/>
                    <a:pt x="7688" y="2112"/>
                    <a:pt x="6838" y="4002"/>
                  </a:cubicBezTo>
                  <a:cubicBezTo>
                    <a:pt x="6743" y="3876"/>
                    <a:pt x="6585" y="3750"/>
                    <a:pt x="6428" y="3687"/>
                  </a:cubicBezTo>
                  <a:lnTo>
                    <a:pt x="6428" y="1828"/>
                  </a:lnTo>
                  <a:cubicBezTo>
                    <a:pt x="6428" y="1230"/>
                    <a:pt x="6901" y="725"/>
                    <a:pt x="7468" y="725"/>
                  </a:cubicBezTo>
                  <a:cubicBezTo>
                    <a:pt x="7688" y="725"/>
                    <a:pt x="7846" y="568"/>
                    <a:pt x="7846" y="379"/>
                  </a:cubicBezTo>
                  <a:cubicBezTo>
                    <a:pt x="7846" y="158"/>
                    <a:pt x="7688" y="1"/>
                    <a:pt x="7468" y="1"/>
                  </a:cubicBezTo>
                  <a:cubicBezTo>
                    <a:pt x="6995" y="1"/>
                    <a:pt x="6522" y="221"/>
                    <a:pt x="6207" y="568"/>
                  </a:cubicBezTo>
                  <a:cubicBezTo>
                    <a:pt x="6144" y="631"/>
                    <a:pt x="6113" y="694"/>
                    <a:pt x="6050" y="757"/>
                  </a:cubicBezTo>
                  <a:cubicBezTo>
                    <a:pt x="6018" y="694"/>
                    <a:pt x="5955" y="631"/>
                    <a:pt x="5892" y="568"/>
                  </a:cubicBezTo>
                  <a:cubicBezTo>
                    <a:pt x="5546" y="221"/>
                    <a:pt x="5105" y="1"/>
                    <a:pt x="46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675" name="Google Shape;15675;p86"/>
            <p:cNvSpPr/>
            <p:nvPr/>
          </p:nvSpPr>
          <p:spPr>
            <a:xfrm>
              <a:off x="-19977050" y="2967350"/>
              <a:ext cx="52800" cy="53600"/>
            </a:xfrm>
            <a:custGeom>
              <a:avLst/>
              <a:gdLst/>
              <a:ahLst/>
              <a:cxnLst/>
              <a:rect l="l" t="t" r="r" b="b"/>
              <a:pathLst>
                <a:path w="2112" h="2144" extrusionOk="0">
                  <a:moveTo>
                    <a:pt x="1040" y="726"/>
                  </a:moveTo>
                  <a:cubicBezTo>
                    <a:pt x="1261" y="726"/>
                    <a:pt x="1418" y="883"/>
                    <a:pt x="1418" y="1072"/>
                  </a:cubicBezTo>
                  <a:cubicBezTo>
                    <a:pt x="1418" y="1261"/>
                    <a:pt x="1261" y="1419"/>
                    <a:pt x="1040" y="1419"/>
                  </a:cubicBezTo>
                  <a:cubicBezTo>
                    <a:pt x="851" y="1419"/>
                    <a:pt x="694" y="1261"/>
                    <a:pt x="694" y="1072"/>
                  </a:cubicBezTo>
                  <a:cubicBezTo>
                    <a:pt x="694" y="883"/>
                    <a:pt x="851" y="726"/>
                    <a:pt x="1040" y="726"/>
                  </a:cubicBezTo>
                  <a:close/>
                  <a:moveTo>
                    <a:pt x="1040" y="1"/>
                  </a:moveTo>
                  <a:cubicBezTo>
                    <a:pt x="473" y="1"/>
                    <a:pt x="1" y="473"/>
                    <a:pt x="1" y="1072"/>
                  </a:cubicBezTo>
                  <a:cubicBezTo>
                    <a:pt x="1" y="1671"/>
                    <a:pt x="473" y="2143"/>
                    <a:pt x="1040" y="2143"/>
                  </a:cubicBezTo>
                  <a:cubicBezTo>
                    <a:pt x="1639" y="2143"/>
                    <a:pt x="2112" y="1671"/>
                    <a:pt x="2112" y="1072"/>
                  </a:cubicBezTo>
                  <a:cubicBezTo>
                    <a:pt x="2112" y="473"/>
                    <a:pt x="163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676" name="Google Shape;15676;p86"/>
            <p:cNvSpPr/>
            <p:nvPr/>
          </p:nvSpPr>
          <p:spPr>
            <a:xfrm>
              <a:off x="-20119600" y="2967350"/>
              <a:ext cx="52800" cy="52800"/>
            </a:xfrm>
            <a:custGeom>
              <a:avLst/>
              <a:gdLst/>
              <a:ahLst/>
              <a:cxnLst/>
              <a:rect l="l" t="t" r="r" b="b"/>
              <a:pathLst>
                <a:path w="2112" h="2112" extrusionOk="0">
                  <a:moveTo>
                    <a:pt x="1040" y="726"/>
                  </a:moveTo>
                  <a:cubicBezTo>
                    <a:pt x="1229" y="726"/>
                    <a:pt x="1418" y="883"/>
                    <a:pt x="1418" y="1072"/>
                  </a:cubicBezTo>
                  <a:cubicBezTo>
                    <a:pt x="1418" y="1261"/>
                    <a:pt x="1229" y="1419"/>
                    <a:pt x="1040" y="1419"/>
                  </a:cubicBezTo>
                  <a:cubicBezTo>
                    <a:pt x="851" y="1419"/>
                    <a:pt x="693" y="1261"/>
                    <a:pt x="693" y="1072"/>
                  </a:cubicBezTo>
                  <a:cubicBezTo>
                    <a:pt x="693" y="883"/>
                    <a:pt x="851" y="726"/>
                    <a:pt x="1040" y="726"/>
                  </a:cubicBezTo>
                  <a:close/>
                  <a:moveTo>
                    <a:pt x="1040" y="1"/>
                  </a:moveTo>
                  <a:cubicBezTo>
                    <a:pt x="441" y="1"/>
                    <a:pt x="0" y="473"/>
                    <a:pt x="0" y="1072"/>
                  </a:cubicBezTo>
                  <a:cubicBezTo>
                    <a:pt x="0" y="1639"/>
                    <a:pt x="441" y="2112"/>
                    <a:pt x="1040" y="2112"/>
                  </a:cubicBezTo>
                  <a:cubicBezTo>
                    <a:pt x="1639" y="2112"/>
                    <a:pt x="2111" y="1639"/>
                    <a:pt x="2111" y="1072"/>
                  </a:cubicBezTo>
                  <a:cubicBezTo>
                    <a:pt x="2111" y="473"/>
                    <a:pt x="163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677" name="Google Shape;15677;p86"/>
          <p:cNvGrpSpPr/>
          <p:nvPr/>
        </p:nvGrpSpPr>
        <p:grpSpPr>
          <a:xfrm>
            <a:off x="5511171" y="2275564"/>
            <a:ext cx="473881" cy="471471"/>
            <a:chOff x="-18294675" y="2434925"/>
            <a:chExt cx="304825" cy="303275"/>
          </a:xfrm>
        </p:grpSpPr>
        <p:sp>
          <p:nvSpPr>
            <p:cNvPr id="15678" name="Google Shape;15678;p86"/>
            <p:cNvSpPr/>
            <p:nvPr/>
          </p:nvSpPr>
          <p:spPr>
            <a:xfrm>
              <a:off x="-18294675" y="2434925"/>
              <a:ext cx="304825" cy="303275"/>
            </a:xfrm>
            <a:custGeom>
              <a:avLst/>
              <a:gdLst/>
              <a:ahLst/>
              <a:cxnLst/>
              <a:rect l="l" t="t" r="r" b="b"/>
              <a:pathLst>
                <a:path w="12193" h="12131" extrusionOk="0">
                  <a:moveTo>
                    <a:pt x="1103" y="694"/>
                  </a:moveTo>
                  <a:cubicBezTo>
                    <a:pt x="2363" y="694"/>
                    <a:pt x="3497" y="1450"/>
                    <a:pt x="4033" y="2584"/>
                  </a:cubicBezTo>
                  <a:cubicBezTo>
                    <a:pt x="3434" y="2836"/>
                    <a:pt x="2867" y="3214"/>
                    <a:pt x="2363" y="3687"/>
                  </a:cubicBezTo>
                  <a:lnTo>
                    <a:pt x="2237" y="3813"/>
                  </a:lnTo>
                  <a:cubicBezTo>
                    <a:pt x="1323" y="3214"/>
                    <a:pt x="756" y="2175"/>
                    <a:pt x="756" y="1072"/>
                  </a:cubicBezTo>
                  <a:lnTo>
                    <a:pt x="756" y="694"/>
                  </a:lnTo>
                  <a:close/>
                  <a:moveTo>
                    <a:pt x="11500" y="694"/>
                  </a:moveTo>
                  <a:lnTo>
                    <a:pt x="11500" y="1072"/>
                  </a:lnTo>
                  <a:cubicBezTo>
                    <a:pt x="11500" y="2175"/>
                    <a:pt x="10901" y="3214"/>
                    <a:pt x="9924" y="3813"/>
                  </a:cubicBezTo>
                  <a:cubicBezTo>
                    <a:pt x="9420" y="3277"/>
                    <a:pt x="8822" y="2868"/>
                    <a:pt x="8192" y="2584"/>
                  </a:cubicBezTo>
                  <a:cubicBezTo>
                    <a:pt x="8696" y="1450"/>
                    <a:pt x="9893" y="694"/>
                    <a:pt x="11153" y="694"/>
                  </a:cubicBezTo>
                  <a:close/>
                  <a:moveTo>
                    <a:pt x="2806" y="7389"/>
                  </a:moveTo>
                  <a:cubicBezTo>
                    <a:pt x="2924" y="7389"/>
                    <a:pt x="3043" y="7413"/>
                    <a:pt x="3151" y="7467"/>
                  </a:cubicBezTo>
                  <a:cubicBezTo>
                    <a:pt x="3434" y="7625"/>
                    <a:pt x="3623" y="7908"/>
                    <a:pt x="3623" y="8223"/>
                  </a:cubicBezTo>
                  <a:lnTo>
                    <a:pt x="3623" y="9011"/>
                  </a:lnTo>
                  <a:cubicBezTo>
                    <a:pt x="3182" y="8507"/>
                    <a:pt x="2552" y="8160"/>
                    <a:pt x="1891" y="7940"/>
                  </a:cubicBezTo>
                  <a:lnTo>
                    <a:pt x="2206" y="7625"/>
                  </a:lnTo>
                  <a:cubicBezTo>
                    <a:pt x="2351" y="7480"/>
                    <a:pt x="2578" y="7389"/>
                    <a:pt x="2806" y="7389"/>
                  </a:cubicBezTo>
                  <a:close/>
                  <a:moveTo>
                    <a:pt x="9468" y="7444"/>
                  </a:moveTo>
                  <a:cubicBezTo>
                    <a:pt x="9681" y="7444"/>
                    <a:pt x="9891" y="7528"/>
                    <a:pt x="10050" y="7688"/>
                  </a:cubicBezTo>
                  <a:lnTo>
                    <a:pt x="10365" y="8003"/>
                  </a:lnTo>
                  <a:cubicBezTo>
                    <a:pt x="9672" y="8160"/>
                    <a:pt x="9042" y="8507"/>
                    <a:pt x="8633" y="9043"/>
                  </a:cubicBezTo>
                  <a:lnTo>
                    <a:pt x="8633" y="8255"/>
                  </a:lnTo>
                  <a:cubicBezTo>
                    <a:pt x="8633" y="7940"/>
                    <a:pt x="8790" y="7688"/>
                    <a:pt x="9105" y="7530"/>
                  </a:cubicBezTo>
                  <a:cubicBezTo>
                    <a:pt x="9221" y="7473"/>
                    <a:pt x="9345" y="7444"/>
                    <a:pt x="9468" y="7444"/>
                  </a:cubicBezTo>
                  <a:close/>
                  <a:moveTo>
                    <a:pt x="6112" y="9484"/>
                  </a:moveTo>
                  <a:cubicBezTo>
                    <a:pt x="6270" y="9484"/>
                    <a:pt x="6427" y="9610"/>
                    <a:pt x="6459" y="9736"/>
                  </a:cubicBezTo>
                  <a:lnTo>
                    <a:pt x="6112" y="10145"/>
                  </a:lnTo>
                  <a:lnTo>
                    <a:pt x="5734" y="9736"/>
                  </a:lnTo>
                  <a:cubicBezTo>
                    <a:pt x="5797" y="9578"/>
                    <a:pt x="5955" y="9484"/>
                    <a:pt x="6112" y="9484"/>
                  </a:cubicBezTo>
                  <a:close/>
                  <a:moveTo>
                    <a:pt x="6270" y="2836"/>
                  </a:moveTo>
                  <a:cubicBezTo>
                    <a:pt x="8633" y="2899"/>
                    <a:pt x="10554" y="4884"/>
                    <a:pt x="10743" y="7310"/>
                  </a:cubicBezTo>
                  <a:lnTo>
                    <a:pt x="10554" y="7121"/>
                  </a:lnTo>
                  <a:cubicBezTo>
                    <a:pt x="10258" y="6824"/>
                    <a:pt x="9861" y="6664"/>
                    <a:pt x="9467" y="6664"/>
                  </a:cubicBezTo>
                  <a:cubicBezTo>
                    <a:pt x="9234" y="6664"/>
                    <a:pt x="9001" y="6720"/>
                    <a:pt x="8790" y="6837"/>
                  </a:cubicBezTo>
                  <a:cubicBezTo>
                    <a:pt x="8255" y="7121"/>
                    <a:pt x="7908" y="7625"/>
                    <a:pt x="7908" y="8223"/>
                  </a:cubicBezTo>
                  <a:lnTo>
                    <a:pt x="7908" y="9043"/>
                  </a:lnTo>
                  <a:cubicBezTo>
                    <a:pt x="7908" y="9641"/>
                    <a:pt x="7719" y="10240"/>
                    <a:pt x="7372" y="10744"/>
                  </a:cubicBezTo>
                  <a:cubicBezTo>
                    <a:pt x="7278" y="10870"/>
                    <a:pt x="7215" y="10933"/>
                    <a:pt x="7120" y="11027"/>
                  </a:cubicBezTo>
                  <a:cubicBezTo>
                    <a:pt x="6931" y="11216"/>
                    <a:pt x="6679" y="11342"/>
                    <a:pt x="6490" y="11374"/>
                  </a:cubicBezTo>
                  <a:lnTo>
                    <a:pt x="6490" y="10838"/>
                  </a:lnTo>
                  <a:lnTo>
                    <a:pt x="7120" y="10051"/>
                  </a:lnTo>
                  <a:cubicBezTo>
                    <a:pt x="7152" y="9956"/>
                    <a:pt x="7215" y="9893"/>
                    <a:pt x="7215" y="9799"/>
                  </a:cubicBezTo>
                  <a:cubicBezTo>
                    <a:pt x="7215" y="9200"/>
                    <a:pt x="6742" y="8728"/>
                    <a:pt x="6144" y="8728"/>
                  </a:cubicBezTo>
                  <a:cubicBezTo>
                    <a:pt x="5545" y="8728"/>
                    <a:pt x="5073" y="9200"/>
                    <a:pt x="5073" y="9799"/>
                  </a:cubicBezTo>
                  <a:cubicBezTo>
                    <a:pt x="5073" y="9893"/>
                    <a:pt x="5104" y="9956"/>
                    <a:pt x="5167" y="10051"/>
                  </a:cubicBezTo>
                  <a:lnTo>
                    <a:pt x="5797" y="10838"/>
                  </a:lnTo>
                  <a:lnTo>
                    <a:pt x="5797" y="11374"/>
                  </a:lnTo>
                  <a:cubicBezTo>
                    <a:pt x="5545" y="11311"/>
                    <a:pt x="5356" y="11185"/>
                    <a:pt x="5199" y="11027"/>
                  </a:cubicBezTo>
                  <a:cubicBezTo>
                    <a:pt x="5104" y="10933"/>
                    <a:pt x="5041" y="10838"/>
                    <a:pt x="4947" y="10744"/>
                  </a:cubicBezTo>
                  <a:cubicBezTo>
                    <a:pt x="4600" y="10271"/>
                    <a:pt x="4411" y="9673"/>
                    <a:pt x="4411" y="9043"/>
                  </a:cubicBezTo>
                  <a:lnTo>
                    <a:pt x="4411" y="8223"/>
                  </a:lnTo>
                  <a:cubicBezTo>
                    <a:pt x="4411" y="7625"/>
                    <a:pt x="4096" y="7121"/>
                    <a:pt x="3529" y="6837"/>
                  </a:cubicBezTo>
                  <a:cubicBezTo>
                    <a:pt x="3318" y="6720"/>
                    <a:pt x="3085" y="6664"/>
                    <a:pt x="2852" y="6664"/>
                  </a:cubicBezTo>
                  <a:cubicBezTo>
                    <a:pt x="2458" y="6664"/>
                    <a:pt x="2061" y="6824"/>
                    <a:pt x="1765" y="7121"/>
                  </a:cubicBezTo>
                  <a:lnTo>
                    <a:pt x="1576" y="7310"/>
                  </a:lnTo>
                  <a:cubicBezTo>
                    <a:pt x="1607" y="6270"/>
                    <a:pt x="2017" y="5230"/>
                    <a:pt x="2678" y="4443"/>
                  </a:cubicBezTo>
                  <a:cubicBezTo>
                    <a:pt x="2741" y="4317"/>
                    <a:pt x="2867" y="4254"/>
                    <a:pt x="2962" y="4128"/>
                  </a:cubicBezTo>
                  <a:cubicBezTo>
                    <a:pt x="3466" y="3655"/>
                    <a:pt x="4001" y="3309"/>
                    <a:pt x="4632" y="3057"/>
                  </a:cubicBezTo>
                  <a:cubicBezTo>
                    <a:pt x="5167" y="2899"/>
                    <a:pt x="5703" y="2836"/>
                    <a:pt x="6270" y="2836"/>
                  </a:cubicBezTo>
                  <a:close/>
                  <a:moveTo>
                    <a:pt x="11153" y="1"/>
                  </a:moveTo>
                  <a:cubicBezTo>
                    <a:pt x="10334" y="1"/>
                    <a:pt x="9483" y="253"/>
                    <a:pt x="8822" y="757"/>
                  </a:cubicBezTo>
                  <a:cubicBezTo>
                    <a:pt x="8255" y="1135"/>
                    <a:pt x="7782" y="1733"/>
                    <a:pt x="7530" y="2364"/>
                  </a:cubicBezTo>
                  <a:cubicBezTo>
                    <a:pt x="7120" y="2238"/>
                    <a:pt x="6679" y="2175"/>
                    <a:pt x="6270" y="2175"/>
                  </a:cubicBezTo>
                  <a:cubicBezTo>
                    <a:pt x="5703" y="2175"/>
                    <a:pt x="5199" y="2206"/>
                    <a:pt x="4695" y="2364"/>
                  </a:cubicBezTo>
                  <a:cubicBezTo>
                    <a:pt x="4411" y="1733"/>
                    <a:pt x="3938" y="1166"/>
                    <a:pt x="3371" y="788"/>
                  </a:cubicBezTo>
                  <a:cubicBezTo>
                    <a:pt x="2710" y="253"/>
                    <a:pt x="1891" y="32"/>
                    <a:pt x="1071" y="32"/>
                  </a:cubicBezTo>
                  <a:lnTo>
                    <a:pt x="347" y="32"/>
                  </a:lnTo>
                  <a:cubicBezTo>
                    <a:pt x="158" y="32"/>
                    <a:pt x="0" y="190"/>
                    <a:pt x="0" y="379"/>
                  </a:cubicBezTo>
                  <a:lnTo>
                    <a:pt x="0" y="1103"/>
                  </a:lnTo>
                  <a:cubicBezTo>
                    <a:pt x="0" y="1859"/>
                    <a:pt x="189" y="2553"/>
                    <a:pt x="599" y="3183"/>
                  </a:cubicBezTo>
                  <a:cubicBezTo>
                    <a:pt x="914" y="3655"/>
                    <a:pt x="1292" y="4096"/>
                    <a:pt x="1765" y="4411"/>
                  </a:cubicBezTo>
                  <a:cubicBezTo>
                    <a:pt x="1544" y="4726"/>
                    <a:pt x="1323" y="5073"/>
                    <a:pt x="1166" y="5420"/>
                  </a:cubicBezTo>
                  <a:cubicBezTo>
                    <a:pt x="914" y="6113"/>
                    <a:pt x="756" y="6806"/>
                    <a:pt x="756" y="7562"/>
                  </a:cubicBezTo>
                  <a:lnTo>
                    <a:pt x="756" y="8255"/>
                  </a:lnTo>
                  <a:cubicBezTo>
                    <a:pt x="756" y="8475"/>
                    <a:pt x="914" y="8633"/>
                    <a:pt x="1103" y="8633"/>
                  </a:cubicBezTo>
                  <a:cubicBezTo>
                    <a:pt x="1891" y="8633"/>
                    <a:pt x="2647" y="8980"/>
                    <a:pt x="3119" y="9610"/>
                  </a:cubicBezTo>
                  <a:lnTo>
                    <a:pt x="4316" y="11185"/>
                  </a:lnTo>
                  <a:cubicBezTo>
                    <a:pt x="4411" y="11311"/>
                    <a:pt x="4537" y="11405"/>
                    <a:pt x="4632" y="11531"/>
                  </a:cubicBezTo>
                  <a:cubicBezTo>
                    <a:pt x="5041" y="11941"/>
                    <a:pt x="5545" y="12130"/>
                    <a:pt x="6112" y="12130"/>
                  </a:cubicBezTo>
                  <a:cubicBezTo>
                    <a:pt x="6648" y="12130"/>
                    <a:pt x="7152" y="11941"/>
                    <a:pt x="7561" y="11531"/>
                  </a:cubicBezTo>
                  <a:cubicBezTo>
                    <a:pt x="7687" y="11405"/>
                    <a:pt x="7782" y="11311"/>
                    <a:pt x="7877" y="11185"/>
                  </a:cubicBezTo>
                  <a:lnTo>
                    <a:pt x="9105" y="9610"/>
                  </a:lnTo>
                  <a:cubicBezTo>
                    <a:pt x="9578" y="8980"/>
                    <a:pt x="10302" y="8633"/>
                    <a:pt x="11090" y="8633"/>
                  </a:cubicBezTo>
                  <a:cubicBezTo>
                    <a:pt x="11311" y="8633"/>
                    <a:pt x="11468" y="8475"/>
                    <a:pt x="11468" y="8255"/>
                  </a:cubicBezTo>
                  <a:lnTo>
                    <a:pt x="11468" y="7751"/>
                  </a:lnTo>
                  <a:cubicBezTo>
                    <a:pt x="11468" y="6522"/>
                    <a:pt x="11059" y="5388"/>
                    <a:pt x="10397" y="4411"/>
                  </a:cubicBezTo>
                  <a:cubicBezTo>
                    <a:pt x="10870" y="4096"/>
                    <a:pt x="11311" y="3655"/>
                    <a:pt x="11626" y="3151"/>
                  </a:cubicBezTo>
                  <a:cubicBezTo>
                    <a:pt x="12004" y="2521"/>
                    <a:pt x="12193" y="1796"/>
                    <a:pt x="12193" y="1072"/>
                  </a:cubicBezTo>
                  <a:lnTo>
                    <a:pt x="12193" y="347"/>
                  </a:lnTo>
                  <a:cubicBezTo>
                    <a:pt x="12193" y="158"/>
                    <a:pt x="12035" y="1"/>
                    <a:pt x="118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679" name="Google Shape;15679;p86"/>
            <p:cNvSpPr/>
            <p:nvPr/>
          </p:nvSpPr>
          <p:spPr>
            <a:xfrm>
              <a:off x="-18223800" y="2559575"/>
              <a:ext cx="37050" cy="36850"/>
            </a:xfrm>
            <a:custGeom>
              <a:avLst/>
              <a:gdLst/>
              <a:ahLst/>
              <a:cxnLst/>
              <a:rect l="l" t="t" r="r" b="b"/>
              <a:pathLst>
                <a:path w="1482" h="1474" extrusionOk="0">
                  <a:moveTo>
                    <a:pt x="410" y="0"/>
                  </a:moveTo>
                  <a:cubicBezTo>
                    <a:pt x="324" y="0"/>
                    <a:pt x="237" y="40"/>
                    <a:pt x="158" y="118"/>
                  </a:cubicBezTo>
                  <a:cubicBezTo>
                    <a:pt x="1" y="276"/>
                    <a:pt x="1" y="497"/>
                    <a:pt x="158" y="654"/>
                  </a:cubicBezTo>
                  <a:lnTo>
                    <a:pt x="851" y="1347"/>
                  </a:lnTo>
                  <a:cubicBezTo>
                    <a:pt x="946" y="1442"/>
                    <a:pt x="1009" y="1473"/>
                    <a:pt x="1103" y="1473"/>
                  </a:cubicBezTo>
                  <a:cubicBezTo>
                    <a:pt x="1166" y="1473"/>
                    <a:pt x="1292" y="1442"/>
                    <a:pt x="1324" y="1347"/>
                  </a:cubicBezTo>
                  <a:cubicBezTo>
                    <a:pt x="1481" y="1190"/>
                    <a:pt x="1481" y="1001"/>
                    <a:pt x="1324" y="843"/>
                  </a:cubicBezTo>
                  <a:lnTo>
                    <a:pt x="662" y="118"/>
                  </a:lnTo>
                  <a:cubicBezTo>
                    <a:pt x="584" y="40"/>
                    <a:pt x="497"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680" name="Google Shape;15680;p86"/>
            <p:cNvSpPr/>
            <p:nvPr/>
          </p:nvSpPr>
          <p:spPr>
            <a:xfrm>
              <a:off x="-18098550" y="2559575"/>
              <a:ext cx="37825" cy="36850"/>
            </a:xfrm>
            <a:custGeom>
              <a:avLst/>
              <a:gdLst/>
              <a:ahLst/>
              <a:cxnLst/>
              <a:rect l="l" t="t" r="r" b="b"/>
              <a:pathLst>
                <a:path w="1513" h="1474" extrusionOk="0">
                  <a:moveTo>
                    <a:pt x="1103" y="0"/>
                  </a:moveTo>
                  <a:cubicBezTo>
                    <a:pt x="1016" y="0"/>
                    <a:pt x="929" y="40"/>
                    <a:pt x="851" y="118"/>
                  </a:cubicBezTo>
                  <a:lnTo>
                    <a:pt x="158" y="843"/>
                  </a:lnTo>
                  <a:cubicBezTo>
                    <a:pt x="0" y="1001"/>
                    <a:pt x="0" y="1190"/>
                    <a:pt x="158" y="1347"/>
                  </a:cubicBezTo>
                  <a:cubicBezTo>
                    <a:pt x="221" y="1442"/>
                    <a:pt x="315" y="1473"/>
                    <a:pt x="410" y="1473"/>
                  </a:cubicBezTo>
                  <a:cubicBezTo>
                    <a:pt x="504" y="1473"/>
                    <a:pt x="630" y="1442"/>
                    <a:pt x="662" y="1347"/>
                  </a:cubicBezTo>
                  <a:lnTo>
                    <a:pt x="1355" y="623"/>
                  </a:lnTo>
                  <a:cubicBezTo>
                    <a:pt x="1512" y="465"/>
                    <a:pt x="1512" y="276"/>
                    <a:pt x="1355" y="118"/>
                  </a:cubicBezTo>
                  <a:cubicBezTo>
                    <a:pt x="1276" y="40"/>
                    <a:pt x="1189" y="0"/>
                    <a:pt x="1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681" name="Google Shape;15681;p86"/>
          <p:cNvGrpSpPr/>
          <p:nvPr/>
        </p:nvGrpSpPr>
        <p:grpSpPr>
          <a:xfrm>
            <a:off x="5567487" y="2852107"/>
            <a:ext cx="361250" cy="471471"/>
            <a:chOff x="-18258450" y="2809825"/>
            <a:chExt cx="232375" cy="303275"/>
          </a:xfrm>
        </p:grpSpPr>
        <p:sp>
          <p:nvSpPr>
            <p:cNvPr id="15682" name="Google Shape;15682;p86"/>
            <p:cNvSpPr/>
            <p:nvPr/>
          </p:nvSpPr>
          <p:spPr>
            <a:xfrm>
              <a:off x="-18177325" y="2908300"/>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683" name="Google Shape;15683;p86"/>
            <p:cNvSpPr/>
            <p:nvPr/>
          </p:nvSpPr>
          <p:spPr>
            <a:xfrm>
              <a:off x="-18123775" y="2908300"/>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684" name="Google Shape;15684;p86"/>
            <p:cNvSpPr/>
            <p:nvPr/>
          </p:nvSpPr>
          <p:spPr>
            <a:xfrm>
              <a:off x="-18258450" y="2809825"/>
              <a:ext cx="232375" cy="303275"/>
            </a:xfrm>
            <a:custGeom>
              <a:avLst/>
              <a:gdLst/>
              <a:ahLst/>
              <a:cxnLst/>
              <a:rect l="l" t="t" r="r" b="b"/>
              <a:pathLst>
                <a:path w="9295" h="12131" extrusionOk="0">
                  <a:moveTo>
                    <a:pt x="4663" y="726"/>
                  </a:moveTo>
                  <a:cubicBezTo>
                    <a:pt x="5640" y="726"/>
                    <a:pt x="6617" y="1387"/>
                    <a:pt x="7373" y="2553"/>
                  </a:cubicBezTo>
                  <a:cubicBezTo>
                    <a:pt x="7121" y="2490"/>
                    <a:pt x="6459" y="2238"/>
                    <a:pt x="6175" y="2175"/>
                  </a:cubicBezTo>
                  <a:cubicBezTo>
                    <a:pt x="6144" y="2159"/>
                    <a:pt x="6097" y="2151"/>
                    <a:pt x="6049" y="2151"/>
                  </a:cubicBezTo>
                  <a:cubicBezTo>
                    <a:pt x="6002" y="2151"/>
                    <a:pt x="5955" y="2159"/>
                    <a:pt x="5923" y="2175"/>
                  </a:cubicBezTo>
                  <a:lnTo>
                    <a:pt x="4663" y="2805"/>
                  </a:lnTo>
                  <a:lnTo>
                    <a:pt x="3403" y="2175"/>
                  </a:lnTo>
                  <a:cubicBezTo>
                    <a:pt x="3356" y="2159"/>
                    <a:pt x="3301" y="2151"/>
                    <a:pt x="3249" y="2151"/>
                  </a:cubicBezTo>
                  <a:cubicBezTo>
                    <a:pt x="3198" y="2151"/>
                    <a:pt x="3151" y="2159"/>
                    <a:pt x="3120" y="2175"/>
                  </a:cubicBezTo>
                  <a:lnTo>
                    <a:pt x="1922" y="2553"/>
                  </a:lnTo>
                  <a:cubicBezTo>
                    <a:pt x="2710" y="1387"/>
                    <a:pt x="3718" y="726"/>
                    <a:pt x="4663" y="726"/>
                  </a:cubicBezTo>
                  <a:close/>
                  <a:moveTo>
                    <a:pt x="6144" y="2868"/>
                  </a:moveTo>
                  <a:lnTo>
                    <a:pt x="6617" y="3025"/>
                  </a:lnTo>
                  <a:cubicBezTo>
                    <a:pt x="7341" y="3908"/>
                    <a:pt x="7404" y="5168"/>
                    <a:pt x="6743" y="6081"/>
                  </a:cubicBezTo>
                  <a:lnTo>
                    <a:pt x="6112" y="6396"/>
                  </a:lnTo>
                  <a:lnTo>
                    <a:pt x="5041" y="5829"/>
                  </a:lnTo>
                  <a:lnTo>
                    <a:pt x="5041" y="5325"/>
                  </a:lnTo>
                  <a:cubicBezTo>
                    <a:pt x="5041" y="5136"/>
                    <a:pt x="4884" y="4979"/>
                    <a:pt x="4695" y="4979"/>
                  </a:cubicBezTo>
                  <a:cubicBezTo>
                    <a:pt x="4506" y="4979"/>
                    <a:pt x="4348" y="5136"/>
                    <a:pt x="4348" y="5325"/>
                  </a:cubicBezTo>
                  <a:lnTo>
                    <a:pt x="4348" y="5829"/>
                  </a:lnTo>
                  <a:lnTo>
                    <a:pt x="3277" y="6396"/>
                  </a:lnTo>
                  <a:lnTo>
                    <a:pt x="2647" y="6081"/>
                  </a:lnTo>
                  <a:cubicBezTo>
                    <a:pt x="1985" y="5136"/>
                    <a:pt x="2048" y="3908"/>
                    <a:pt x="2773" y="3025"/>
                  </a:cubicBezTo>
                  <a:lnTo>
                    <a:pt x="3246" y="2868"/>
                  </a:lnTo>
                  <a:lnTo>
                    <a:pt x="4537" y="3498"/>
                  </a:lnTo>
                  <a:cubicBezTo>
                    <a:pt x="4600" y="3530"/>
                    <a:pt x="4655" y="3545"/>
                    <a:pt x="4707" y="3545"/>
                  </a:cubicBezTo>
                  <a:cubicBezTo>
                    <a:pt x="4758" y="3545"/>
                    <a:pt x="4805" y="3530"/>
                    <a:pt x="4852" y="3498"/>
                  </a:cubicBezTo>
                  <a:lnTo>
                    <a:pt x="6144" y="2868"/>
                  </a:lnTo>
                  <a:close/>
                  <a:moveTo>
                    <a:pt x="7530" y="6459"/>
                  </a:moveTo>
                  <a:lnTo>
                    <a:pt x="8601" y="7027"/>
                  </a:lnTo>
                  <a:cubicBezTo>
                    <a:pt x="8507" y="9641"/>
                    <a:pt x="6932" y="11469"/>
                    <a:pt x="4663" y="11469"/>
                  </a:cubicBezTo>
                  <a:cubicBezTo>
                    <a:pt x="2363" y="11469"/>
                    <a:pt x="788" y="9704"/>
                    <a:pt x="725" y="7027"/>
                  </a:cubicBezTo>
                  <a:lnTo>
                    <a:pt x="1765" y="6459"/>
                  </a:lnTo>
                  <a:lnTo>
                    <a:pt x="2206" y="6648"/>
                  </a:lnTo>
                  <a:lnTo>
                    <a:pt x="3088" y="7090"/>
                  </a:lnTo>
                  <a:cubicBezTo>
                    <a:pt x="3135" y="7105"/>
                    <a:pt x="3190" y="7113"/>
                    <a:pt x="3246" y="7113"/>
                  </a:cubicBezTo>
                  <a:cubicBezTo>
                    <a:pt x="3301" y="7113"/>
                    <a:pt x="3356" y="7105"/>
                    <a:pt x="3403" y="7090"/>
                  </a:cubicBezTo>
                  <a:lnTo>
                    <a:pt x="4663" y="6459"/>
                  </a:lnTo>
                  <a:lnTo>
                    <a:pt x="5923" y="7090"/>
                  </a:lnTo>
                  <a:cubicBezTo>
                    <a:pt x="5971" y="7105"/>
                    <a:pt x="6026" y="7113"/>
                    <a:pt x="6081" y="7113"/>
                  </a:cubicBezTo>
                  <a:cubicBezTo>
                    <a:pt x="6136" y="7113"/>
                    <a:pt x="6191" y="7105"/>
                    <a:pt x="6238" y="7090"/>
                  </a:cubicBezTo>
                  <a:lnTo>
                    <a:pt x="7089" y="6648"/>
                  </a:lnTo>
                  <a:lnTo>
                    <a:pt x="7530" y="6459"/>
                  </a:lnTo>
                  <a:close/>
                  <a:moveTo>
                    <a:pt x="4663" y="1"/>
                  </a:moveTo>
                  <a:cubicBezTo>
                    <a:pt x="3214" y="1"/>
                    <a:pt x="1796" y="1135"/>
                    <a:pt x="883" y="3025"/>
                  </a:cubicBezTo>
                  <a:cubicBezTo>
                    <a:pt x="776" y="3265"/>
                    <a:pt x="939" y="3527"/>
                    <a:pt x="1163" y="3527"/>
                  </a:cubicBezTo>
                  <a:cubicBezTo>
                    <a:pt x="1205" y="3527"/>
                    <a:pt x="1248" y="3518"/>
                    <a:pt x="1292" y="3498"/>
                  </a:cubicBezTo>
                  <a:lnTo>
                    <a:pt x="1702" y="3403"/>
                  </a:lnTo>
                  <a:lnTo>
                    <a:pt x="1702" y="3403"/>
                  </a:lnTo>
                  <a:cubicBezTo>
                    <a:pt x="1387" y="4128"/>
                    <a:pt x="1355" y="4979"/>
                    <a:pt x="1607" y="5766"/>
                  </a:cubicBezTo>
                  <a:lnTo>
                    <a:pt x="221" y="6459"/>
                  </a:lnTo>
                  <a:cubicBezTo>
                    <a:pt x="95" y="6554"/>
                    <a:pt x="1" y="6648"/>
                    <a:pt x="1" y="6774"/>
                  </a:cubicBezTo>
                  <a:cubicBezTo>
                    <a:pt x="1" y="10209"/>
                    <a:pt x="2143" y="12130"/>
                    <a:pt x="4663" y="12130"/>
                  </a:cubicBezTo>
                  <a:cubicBezTo>
                    <a:pt x="7184" y="12130"/>
                    <a:pt x="9294" y="10177"/>
                    <a:pt x="9294" y="6774"/>
                  </a:cubicBezTo>
                  <a:cubicBezTo>
                    <a:pt x="9294" y="6648"/>
                    <a:pt x="9231" y="6554"/>
                    <a:pt x="9105" y="6459"/>
                  </a:cubicBezTo>
                  <a:lnTo>
                    <a:pt x="7688" y="5766"/>
                  </a:lnTo>
                  <a:cubicBezTo>
                    <a:pt x="7971" y="5010"/>
                    <a:pt x="7971" y="4191"/>
                    <a:pt x="7593" y="3403"/>
                  </a:cubicBezTo>
                  <a:lnTo>
                    <a:pt x="7593" y="3403"/>
                  </a:lnTo>
                  <a:lnTo>
                    <a:pt x="8003" y="3498"/>
                  </a:lnTo>
                  <a:cubicBezTo>
                    <a:pt x="8052" y="3518"/>
                    <a:pt x="8099" y="3527"/>
                    <a:pt x="8144" y="3527"/>
                  </a:cubicBezTo>
                  <a:cubicBezTo>
                    <a:pt x="8387" y="3527"/>
                    <a:pt x="8550" y="3265"/>
                    <a:pt x="8444" y="3025"/>
                  </a:cubicBezTo>
                  <a:cubicBezTo>
                    <a:pt x="7530" y="1135"/>
                    <a:pt x="6112" y="1"/>
                    <a:pt x="46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5685" name="Google Shape;15685;p86"/>
          <p:cNvSpPr/>
          <p:nvPr/>
        </p:nvSpPr>
        <p:spPr>
          <a:xfrm>
            <a:off x="1440583" y="3444743"/>
            <a:ext cx="471471" cy="475125"/>
          </a:xfrm>
          <a:custGeom>
            <a:avLst/>
            <a:gdLst/>
            <a:ahLst/>
            <a:cxnLst/>
            <a:rect l="l" t="t" r="r" b="b"/>
            <a:pathLst>
              <a:path w="12131" h="12225" extrusionOk="0">
                <a:moveTo>
                  <a:pt x="6050" y="756"/>
                </a:moveTo>
                <a:cubicBezTo>
                  <a:pt x="6239" y="756"/>
                  <a:pt x="6396" y="914"/>
                  <a:pt x="6396" y="1103"/>
                </a:cubicBezTo>
                <a:cubicBezTo>
                  <a:pt x="6396" y="1324"/>
                  <a:pt x="6239" y="1481"/>
                  <a:pt x="6050" y="1481"/>
                </a:cubicBezTo>
                <a:cubicBezTo>
                  <a:pt x="5861" y="1481"/>
                  <a:pt x="5703" y="1324"/>
                  <a:pt x="5703" y="1103"/>
                </a:cubicBezTo>
                <a:cubicBezTo>
                  <a:pt x="5703" y="914"/>
                  <a:pt x="5861" y="756"/>
                  <a:pt x="6050" y="756"/>
                </a:cubicBezTo>
                <a:close/>
                <a:moveTo>
                  <a:pt x="3183" y="2174"/>
                </a:moveTo>
                <a:cubicBezTo>
                  <a:pt x="3372" y="2174"/>
                  <a:pt x="3530" y="2332"/>
                  <a:pt x="3530" y="2521"/>
                </a:cubicBezTo>
                <a:cubicBezTo>
                  <a:pt x="3530" y="2741"/>
                  <a:pt x="3372" y="2899"/>
                  <a:pt x="3183" y="2899"/>
                </a:cubicBezTo>
                <a:cubicBezTo>
                  <a:pt x="2994" y="2899"/>
                  <a:pt x="2836" y="2741"/>
                  <a:pt x="2836" y="2521"/>
                </a:cubicBezTo>
                <a:cubicBezTo>
                  <a:pt x="2836" y="2332"/>
                  <a:pt x="2994" y="2174"/>
                  <a:pt x="3183" y="2174"/>
                </a:cubicBezTo>
                <a:close/>
                <a:moveTo>
                  <a:pt x="8885" y="2174"/>
                </a:moveTo>
                <a:cubicBezTo>
                  <a:pt x="9074" y="2174"/>
                  <a:pt x="9232" y="2332"/>
                  <a:pt x="9232" y="2521"/>
                </a:cubicBezTo>
                <a:cubicBezTo>
                  <a:pt x="9232" y="2741"/>
                  <a:pt x="9074" y="2899"/>
                  <a:pt x="8885" y="2899"/>
                </a:cubicBezTo>
                <a:cubicBezTo>
                  <a:pt x="8696" y="2899"/>
                  <a:pt x="8539" y="2741"/>
                  <a:pt x="8539" y="2521"/>
                </a:cubicBezTo>
                <a:cubicBezTo>
                  <a:pt x="8539" y="2332"/>
                  <a:pt x="8696" y="2174"/>
                  <a:pt x="8885" y="2174"/>
                </a:cubicBezTo>
                <a:close/>
                <a:moveTo>
                  <a:pt x="6050" y="3718"/>
                </a:moveTo>
                <a:cubicBezTo>
                  <a:pt x="6396" y="4033"/>
                  <a:pt x="7153" y="4726"/>
                  <a:pt x="7562" y="5640"/>
                </a:cubicBezTo>
                <a:cubicBezTo>
                  <a:pt x="6869" y="6238"/>
                  <a:pt x="6365" y="6931"/>
                  <a:pt x="6050" y="7814"/>
                </a:cubicBezTo>
                <a:cubicBezTo>
                  <a:pt x="5735" y="6994"/>
                  <a:pt x="5199" y="6238"/>
                  <a:pt x="4569" y="5640"/>
                </a:cubicBezTo>
                <a:cubicBezTo>
                  <a:pt x="4947" y="4726"/>
                  <a:pt x="5703" y="4033"/>
                  <a:pt x="6050" y="3718"/>
                </a:cubicBezTo>
                <a:close/>
                <a:moveTo>
                  <a:pt x="1009" y="5010"/>
                </a:moveTo>
                <a:cubicBezTo>
                  <a:pt x="3561" y="5010"/>
                  <a:pt x="5672" y="7089"/>
                  <a:pt x="5672" y="9704"/>
                </a:cubicBezTo>
                <a:lnTo>
                  <a:pt x="5672" y="10050"/>
                </a:lnTo>
                <a:lnTo>
                  <a:pt x="5294" y="10050"/>
                </a:lnTo>
                <a:cubicBezTo>
                  <a:pt x="2773" y="10050"/>
                  <a:pt x="663" y="7971"/>
                  <a:pt x="663" y="5356"/>
                </a:cubicBezTo>
                <a:lnTo>
                  <a:pt x="663" y="5010"/>
                </a:lnTo>
                <a:close/>
                <a:moveTo>
                  <a:pt x="11406" y="5010"/>
                </a:moveTo>
                <a:lnTo>
                  <a:pt x="11406" y="5356"/>
                </a:lnTo>
                <a:cubicBezTo>
                  <a:pt x="11406" y="7971"/>
                  <a:pt x="9326" y="10050"/>
                  <a:pt x="6775" y="10050"/>
                </a:cubicBezTo>
                <a:lnTo>
                  <a:pt x="6396" y="10050"/>
                </a:lnTo>
                <a:lnTo>
                  <a:pt x="6396" y="9704"/>
                </a:lnTo>
                <a:cubicBezTo>
                  <a:pt x="6396" y="7089"/>
                  <a:pt x="8507" y="5010"/>
                  <a:pt x="11059" y="5010"/>
                </a:cubicBezTo>
                <a:close/>
                <a:moveTo>
                  <a:pt x="7814" y="10649"/>
                </a:moveTo>
                <a:lnTo>
                  <a:pt x="7814" y="10775"/>
                </a:lnTo>
                <a:cubicBezTo>
                  <a:pt x="7814" y="11153"/>
                  <a:pt x="7499" y="11468"/>
                  <a:pt x="7121" y="11468"/>
                </a:cubicBezTo>
                <a:cubicBezTo>
                  <a:pt x="6712" y="11468"/>
                  <a:pt x="6396" y="11153"/>
                  <a:pt x="6396" y="10775"/>
                </a:cubicBezTo>
                <a:cubicBezTo>
                  <a:pt x="6838" y="10775"/>
                  <a:pt x="7247" y="10775"/>
                  <a:pt x="7814" y="10649"/>
                </a:cubicBezTo>
                <a:close/>
                <a:moveTo>
                  <a:pt x="4286" y="10680"/>
                </a:moveTo>
                <a:cubicBezTo>
                  <a:pt x="4884" y="10806"/>
                  <a:pt x="5262" y="10806"/>
                  <a:pt x="5703" y="10806"/>
                </a:cubicBezTo>
                <a:cubicBezTo>
                  <a:pt x="5703" y="11153"/>
                  <a:pt x="5388" y="11500"/>
                  <a:pt x="4979" y="11500"/>
                </a:cubicBezTo>
                <a:cubicBezTo>
                  <a:pt x="4601" y="11500"/>
                  <a:pt x="4286" y="11185"/>
                  <a:pt x="4286" y="10806"/>
                </a:cubicBezTo>
                <a:lnTo>
                  <a:pt x="4286" y="10680"/>
                </a:lnTo>
                <a:close/>
                <a:moveTo>
                  <a:pt x="6050" y="0"/>
                </a:moveTo>
                <a:cubicBezTo>
                  <a:pt x="5451" y="0"/>
                  <a:pt x="4979" y="473"/>
                  <a:pt x="4979" y="1071"/>
                </a:cubicBezTo>
                <a:cubicBezTo>
                  <a:pt x="4979" y="1544"/>
                  <a:pt x="5294" y="1922"/>
                  <a:pt x="5703" y="2080"/>
                </a:cubicBezTo>
                <a:lnTo>
                  <a:pt x="5703" y="3025"/>
                </a:lnTo>
                <a:cubicBezTo>
                  <a:pt x="5357" y="3308"/>
                  <a:pt x="4475" y="4096"/>
                  <a:pt x="3971" y="5167"/>
                </a:cubicBezTo>
                <a:cubicBezTo>
                  <a:pt x="3845" y="5104"/>
                  <a:pt x="3687" y="5010"/>
                  <a:pt x="3561" y="4947"/>
                </a:cubicBezTo>
                <a:lnTo>
                  <a:pt x="3561" y="3529"/>
                </a:lnTo>
                <a:cubicBezTo>
                  <a:pt x="4002" y="3371"/>
                  <a:pt x="4286" y="2962"/>
                  <a:pt x="4286" y="2489"/>
                </a:cubicBezTo>
                <a:cubicBezTo>
                  <a:pt x="4286" y="1891"/>
                  <a:pt x="3813" y="1418"/>
                  <a:pt x="3214" y="1418"/>
                </a:cubicBezTo>
                <a:cubicBezTo>
                  <a:pt x="2616" y="1418"/>
                  <a:pt x="2143" y="1891"/>
                  <a:pt x="2143" y="2489"/>
                </a:cubicBezTo>
                <a:cubicBezTo>
                  <a:pt x="2143" y="2962"/>
                  <a:pt x="2458" y="3371"/>
                  <a:pt x="2868" y="3529"/>
                </a:cubicBezTo>
                <a:lnTo>
                  <a:pt x="2868" y="4632"/>
                </a:lnTo>
                <a:cubicBezTo>
                  <a:pt x="2269" y="4411"/>
                  <a:pt x="1671" y="4316"/>
                  <a:pt x="1041" y="4316"/>
                </a:cubicBezTo>
                <a:lnTo>
                  <a:pt x="348" y="4316"/>
                </a:lnTo>
                <a:cubicBezTo>
                  <a:pt x="158" y="4316"/>
                  <a:pt x="1" y="4474"/>
                  <a:pt x="1" y="4663"/>
                </a:cubicBezTo>
                <a:lnTo>
                  <a:pt x="1" y="5356"/>
                </a:lnTo>
                <a:cubicBezTo>
                  <a:pt x="1" y="6774"/>
                  <a:pt x="537" y="8160"/>
                  <a:pt x="1576" y="9200"/>
                </a:cubicBezTo>
                <a:cubicBezTo>
                  <a:pt x="2143" y="9767"/>
                  <a:pt x="2836" y="10208"/>
                  <a:pt x="3561" y="10491"/>
                </a:cubicBezTo>
                <a:lnTo>
                  <a:pt x="3561" y="10806"/>
                </a:lnTo>
                <a:cubicBezTo>
                  <a:pt x="3561" y="11594"/>
                  <a:pt x="4191" y="12224"/>
                  <a:pt x="4979" y="12224"/>
                </a:cubicBezTo>
                <a:cubicBezTo>
                  <a:pt x="5420" y="12224"/>
                  <a:pt x="5829" y="12035"/>
                  <a:pt x="6050" y="11752"/>
                </a:cubicBezTo>
                <a:cubicBezTo>
                  <a:pt x="6333" y="12067"/>
                  <a:pt x="6680" y="12224"/>
                  <a:pt x="7121" y="12224"/>
                </a:cubicBezTo>
                <a:cubicBezTo>
                  <a:pt x="7909" y="12224"/>
                  <a:pt x="8539" y="11594"/>
                  <a:pt x="8539" y="10806"/>
                </a:cubicBezTo>
                <a:lnTo>
                  <a:pt x="8539" y="10491"/>
                </a:lnTo>
                <a:cubicBezTo>
                  <a:pt x="9295" y="10208"/>
                  <a:pt x="9957" y="9767"/>
                  <a:pt x="10555" y="9200"/>
                </a:cubicBezTo>
                <a:cubicBezTo>
                  <a:pt x="11563" y="8160"/>
                  <a:pt x="12130" y="6837"/>
                  <a:pt x="12130" y="5356"/>
                </a:cubicBezTo>
                <a:lnTo>
                  <a:pt x="12130" y="4663"/>
                </a:lnTo>
                <a:cubicBezTo>
                  <a:pt x="12130" y="4474"/>
                  <a:pt x="11973" y="4316"/>
                  <a:pt x="11752" y="4316"/>
                </a:cubicBezTo>
                <a:lnTo>
                  <a:pt x="11059" y="4316"/>
                </a:lnTo>
                <a:cubicBezTo>
                  <a:pt x="10429" y="4316"/>
                  <a:pt x="9831" y="4411"/>
                  <a:pt x="9232" y="4632"/>
                </a:cubicBezTo>
                <a:lnTo>
                  <a:pt x="9232" y="3529"/>
                </a:lnTo>
                <a:cubicBezTo>
                  <a:pt x="9673" y="3371"/>
                  <a:pt x="9957" y="2962"/>
                  <a:pt x="9957" y="2489"/>
                </a:cubicBezTo>
                <a:cubicBezTo>
                  <a:pt x="9957" y="1891"/>
                  <a:pt x="9484" y="1418"/>
                  <a:pt x="8885" y="1418"/>
                </a:cubicBezTo>
                <a:cubicBezTo>
                  <a:pt x="8287" y="1418"/>
                  <a:pt x="7814" y="1891"/>
                  <a:pt x="7814" y="2489"/>
                </a:cubicBezTo>
                <a:cubicBezTo>
                  <a:pt x="7814" y="2962"/>
                  <a:pt x="8129" y="3371"/>
                  <a:pt x="8539" y="3529"/>
                </a:cubicBezTo>
                <a:lnTo>
                  <a:pt x="8539" y="4947"/>
                </a:lnTo>
                <a:cubicBezTo>
                  <a:pt x="8381" y="5010"/>
                  <a:pt x="8255" y="5104"/>
                  <a:pt x="8129" y="5167"/>
                </a:cubicBezTo>
                <a:cubicBezTo>
                  <a:pt x="7625" y="4096"/>
                  <a:pt x="6775" y="3308"/>
                  <a:pt x="6396" y="3025"/>
                </a:cubicBezTo>
                <a:lnTo>
                  <a:pt x="6396" y="2080"/>
                </a:lnTo>
                <a:cubicBezTo>
                  <a:pt x="6838" y="1922"/>
                  <a:pt x="7121" y="1544"/>
                  <a:pt x="7121" y="1071"/>
                </a:cubicBezTo>
                <a:cubicBezTo>
                  <a:pt x="7121" y="473"/>
                  <a:pt x="6649" y="0"/>
                  <a:pt x="60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5686" name="Google Shape;15686;p86"/>
          <p:cNvGrpSpPr/>
          <p:nvPr/>
        </p:nvGrpSpPr>
        <p:grpSpPr>
          <a:xfrm>
            <a:off x="3777686" y="3445233"/>
            <a:ext cx="415117" cy="473920"/>
            <a:chOff x="-16422500" y="2425450"/>
            <a:chExt cx="267025" cy="304850"/>
          </a:xfrm>
        </p:grpSpPr>
        <p:sp>
          <p:nvSpPr>
            <p:cNvPr id="15687" name="Google Shape;15687;p86"/>
            <p:cNvSpPr/>
            <p:nvPr/>
          </p:nvSpPr>
          <p:spPr>
            <a:xfrm>
              <a:off x="-16350825" y="2515275"/>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688" name="Google Shape;15688;p86"/>
            <p:cNvSpPr/>
            <p:nvPr/>
          </p:nvSpPr>
          <p:spPr>
            <a:xfrm>
              <a:off x="-16245275" y="2515275"/>
              <a:ext cx="18125" cy="18125"/>
            </a:xfrm>
            <a:custGeom>
              <a:avLst/>
              <a:gdLst/>
              <a:ahLst/>
              <a:cxnLst/>
              <a:rect l="l" t="t" r="r" b="b"/>
              <a:pathLst>
                <a:path w="725" h="725" extrusionOk="0">
                  <a:moveTo>
                    <a:pt x="378" y="0"/>
                  </a:moveTo>
                  <a:cubicBezTo>
                    <a:pt x="158" y="0"/>
                    <a:pt x="0" y="158"/>
                    <a:pt x="0" y="378"/>
                  </a:cubicBezTo>
                  <a:cubicBezTo>
                    <a:pt x="0" y="567"/>
                    <a:pt x="158" y="725"/>
                    <a:pt x="378" y="725"/>
                  </a:cubicBezTo>
                  <a:cubicBezTo>
                    <a:pt x="567" y="725"/>
                    <a:pt x="725" y="567"/>
                    <a:pt x="725" y="378"/>
                  </a:cubicBezTo>
                  <a:cubicBezTo>
                    <a:pt x="725" y="158"/>
                    <a:pt x="567"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689" name="Google Shape;15689;p86"/>
            <p:cNvSpPr/>
            <p:nvPr/>
          </p:nvSpPr>
          <p:spPr>
            <a:xfrm>
              <a:off x="-16422500" y="2425450"/>
              <a:ext cx="267025" cy="304850"/>
            </a:xfrm>
            <a:custGeom>
              <a:avLst/>
              <a:gdLst/>
              <a:ahLst/>
              <a:cxnLst/>
              <a:rect l="l" t="t" r="r" b="b"/>
              <a:pathLst>
                <a:path w="10681" h="12194" extrusionOk="0">
                  <a:moveTo>
                    <a:pt x="5325" y="5925"/>
                  </a:moveTo>
                  <a:cubicBezTo>
                    <a:pt x="5482" y="5925"/>
                    <a:pt x="5640" y="6051"/>
                    <a:pt x="5703" y="6177"/>
                  </a:cubicBezTo>
                  <a:lnTo>
                    <a:pt x="5325" y="6586"/>
                  </a:lnTo>
                  <a:lnTo>
                    <a:pt x="4978" y="6177"/>
                  </a:lnTo>
                  <a:cubicBezTo>
                    <a:pt x="5010" y="6019"/>
                    <a:pt x="5167" y="5925"/>
                    <a:pt x="5325" y="5925"/>
                  </a:cubicBezTo>
                  <a:close/>
                  <a:moveTo>
                    <a:pt x="4411" y="5767"/>
                  </a:moveTo>
                  <a:cubicBezTo>
                    <a:pt x="4348" y="5925"/>
                    <a:pt x="4254" y="6114"/>
                    <a:pt x="4254" y="6334"/>
                  </a:cubicBezTo>
                  <a:cubicBezTo>
                    <a:pt x="4254" y="6366"/>
                    <a:pt x="4254" y="6429"/>
                    <a:pt x="4348" y="6523"/>
                  </a:cubicBezTo>
                  <a:lnTo>
                    <a:pt x="4978" y="7311"/>
                  </a:lnTo>
                  <a:cubicBezTo>
                    <a:pt x="4884" y="8004"/>
                    <a:pt x="4317" y="8602"/>
                    <a:pt x="3561" y="8602"/>
                  </a:cubicBezTo>
                  <a:cubicBezTo>
                    <a:pt x="2773" y="8602"/>
                    <a:pt x="2143" y="7972"/>
                    <a:pt x="2143" y="7185"/>
                  </a:cubicBezTo>
                  <a:cubicBezTo>
                    <a:pt x="2143" y="6397"/>
                    <a:pt x="2773" y="5767"/>
                    <a:pt x="3561" y="5767"/>
                  </a:cubicBezTo>
                  <a:close/>
                  <a:moveTo>
                    <a:pt x="7089" y="5735"/>
                  </a:moveTo>
                  <a:cubicBezTo>
                    <a:pt x="7877" y="5735"/>
                    <a:pt x="8507" y="6366"/>
                    <a:pt x="8507" y="7153"/>
                  </a:cubicBezTo>
                  <a:cubicBezTo>
                    <a:pt x="8507" y="7972"/>
                    <a:pt x="7877" y="8602"/>
                    <a:pt x="7089" y="8602"/>
                  </a:cubicBezTo>
                  <a:cubicBezTo>
                    <a:pt x="6365" y="8602"/>
                    <a:pt x="5734" y="8004"/>
                    <a:pt x="5671" y="7311"/>
                  </a:cubicBezTo>
                  <a:lnTo>
                    <a:pt x="6302" y="6523"/>
                  </a:lnTo>
                  <a:cubicBezTo>
                    <a:pt x="6365" y="6429"/>
                    <a:pt x="6396" y="6366"/>
                    <a:pt x="6396" y="6271"/>
                  </a:cubicBezTo>
                  <a:cubicBezTo>
                    <a:pt x="6396" y="6082"/>
                    <a:pt x="6365" y="5893"/>
                    <a:pt x="6239" y="5735"/>
                  </a:cubicBezTo>
                  <a:close/>
                  <a:moveTo>
                    <a:pt x="5317" y="725"/>
                  </a:moveTo>
                  <a:cubicBezTo>
                    <a:pt x="6534" y="725"/>
                    <a:pt x="7685" y="1194"/>
                    <a:pt x="8570" y="2018"/>
                  </a:cubicBezTo>
                  <a:cubicBezTo>
                    <a:pt x="9452" y="2932"/>
                    <a:pt x="9988" y="4129"/>
                    <a:pt x="9988" y="5389"/>
                  </a:cubicBezTo>
                  <a:lnTo>
                    <a:pt x="9988" y="8256"/>
                  </a:lnTo>
                  <a:cubicBezTo>
                    <a:pt x="9988" y="8854"/>
                    <a:pt x="9515" y="9327"/>
                    <a:pt x="8916" y="9327"/>
                  </a:cubicBezTo>
                  <a:lnTo>
                    <a:pt x="8570" y="9327"/>
                  </a:lnTo>
                  <a:lnTo>
                    <a:pt x="8570" y="8760"/>
                  </a:lnTo>
                  <a:cubicBezTo>
                    <a:pt x="9043" y="8350"/>
                    <a:pt x="9263" y="7783"/>
                    <a:pt x="9263" y="7153"/>
                  </a:cubicBezTo>
                  <a:cubicBezTo>
                    <a:pt x="9263" y="5956"/>
                    <a:pt x="8318" y="5011"/>
                    <a:pt x="7152" y="5011"/>
                  </a:cubicBezTo>
                  <a:lnTo>
                    <a:pt x="3561" y="5011"/>
                  </a:lnTo>
                  <a:cubicBezTo>
                    <a:pt x="2363" y="5011"/>
                    <a:pt x="1418" y="5956"/>
                    <a:pt x="1418" y="7153"/>
                  </a:cubicBezTo>
                  <a:cubicBezTo>
                    <a:pt x="1418" y="7783"/>
                    <a:pt x="1702" y="8319"/>
                    <a:pt x="2143" y="8760"/>
                  </a:cubicBezTo>
                  <a:lnTo>
                    <a:pt x="2143" y="9327"/>
                  </a:lnTo>
                  <a:lnTo>
                    <a:pt x="1796" y="9327"/>
                  </a:lnTo>
                  <a:cubicBezTo>
                    <a:pt x="1198" y="9327"/>
                    <a:pt x="725" y="8854"/>
                    <a:pt x="725" y="8256"/>
                  </a:cubicBezTo>
                  <a:lnTo>
                    <a:pt x="725" y="5609"/>
                  </a:lnTo>
                  <a:cubicBezTo>
                    <a:pt x="725" y="3026"/>
                    <a:pt x="2742" y="821"/>
                    <a:pt x="5199" y="726"/>
                  </a:cubicBezTo>
                  <a:cubicBezTo>
                    <a:pt x="5238" y="725"/>
                    <a:pt x="5278" y="725"/>
                    <a:pt x="5317" y="725"/>
                  </a:cubicBezTo>
                  <a:close/>
                  <a:moveTo>
                    <a:pt x="5325" y="8382"/>
                  </a:moveTo>
                  <a:cubicBezTo>
                    <a:pt x="5577" y="8760"/>
                    <a:pt x="5955" y="9043"/>
                    <a:pt x="6396" y="9201"/>
                  </a:cubicBezTo>
                  <a:lnTo>
                    <a:pt x="6396" y="9674"/>
                  </a:lnTo>
                  <a:cubicBezTo>
                    <a:pt x="6081" y="9894"/>
                    <a:pt x="5734" y="10020"/>
                    <a:pt x="5325" y="10020"/>
                  </a:cubicBezTo>
                  <a:cubicBezTo>
                    <a:pt x="4947" y="10020"/>
                    <a:pt x="4569" y="9894"/>
                    <a:pt x="4254" y="9674"/>
                  </a:cubicBezTo>
                  <a:lnTo>
                    <a:pt x="4254" y="9201"/>
                  </a:lnTo>
                  <a:cubicBezTo>
                    <a:pt x="4695" y="9043"/>
                    <a:pt x="5104" y="8728"/>
                    <a:pt x="5325" y="8382"/>
                  </a:cubicBezTo>
                  <a:close/>
                  <a:moveTo>
                    <a:pt x="2836" y="9201"/>
                  </a:moveTo>
                  <a:cubicBezTo>
                    <a:pt x="3088" y="9264"/>
                    <a:pt x="3309" y="9327"/>
                    <a:pt x="3561" y="9327"/>
                  </a:cubicBezTo>
                  <a:lnTo>
                    <a:pt x="3561" y="11406"/>
                  </a:lnTo>
                  <a:cubicBezTo>
                    <a:pt x="3151" y="11249"/>
                    <a:pt x="2836" y="10839"/>
                    <a:pt x="2836" y="10367"/>
                  </a:cubicBezTo>
                  <a:lnTo>
                    <a:pt x="2836" y="9201"/>
                  </a:lnTo>
                  <a:close/>
                  <a:moveTo>
                    <a:pt x="7814" y="9201"/>
                  </a:moveTo>
                  <a:lnTo>
                    <a:pt x="7814" y="10367"/>
                  </a:lnTo>
                  <a:cubicBezTo>
                    <a:pt x="7814" y="10839"/>
                    <a:pt x="7499" y="11249"/>
                    <a:pt x="7089" y="11406"/>
                  </a:cubicBezTo>
                  <a:lnTo>
                    <a:pt x="7089" y="9327"/>
                  </a:lnTo>
                  <a:cubicBezTo>
                    <a:pt x="7341" y="9327"/>
                    <a:pt x="7562" y="9264"/>
                    <a:pt x="7814" y="9201"/>
                  </a:cubicBezTo>
                  <a:close/>
                  <a:moveTo>
                    <a:pt x="5317" y="0"/>
                  </a:moveTo>
                  <a:cubicBezTo>
                    <a:pt x="5278" y="0"/>
                    <a:pt x="5238" y="1"/>
                    <a:pt x="5199" y="2"/>
                  </a:cubicBezTo>
                  <a:cubicBezTo>
                    <a:pt x="3781" y="65"/>
                    <a:pt x="2489" y="695"/>
                    <a:pt x="1513" y="1766"/>
                  </a:cubicBezTo>
                  <a:cubicBezTo>
                    <a:pt x="568" y="2806"/>
                    <a:pt x="1" y="4160"/>
                    <a:pt x="1" y="5609"/>
                  </a:cubicBezTo>
                  <a:lnTo>
                    <a:pt x="1" y="8256"/>
                  </a:lnTo>
                  <a:cubicBezTo>
                    <a:pt x="1" y="9233"/>
                    <a:pt x="788" y="10020"/>
                    <a:pt x="1796" y="10020"/>
                  </a:cubicBezTo>
                  <a:lnTo>
                    <a:pt x="2143" y="10020"/>
                  </a:lnTo>
                  <a:lnTo>
                    <a:pt x="2143" y="10367"/>
                  </a:lnTo>
                  <a:cubicBezTo>
                    <a:pt x="2143" y="10839"/>
                    <a:pt x="2332" y="11312"/>
                    <a:pt x="2647" y="11627"/>
                  </a:cubicBezTo>
                  <a:cubicBezTo>
                    <a:pt x="2994" y="12005"/>
                    <a:pt x="3435" y="12194"/>
                    <a:pt x="3907" y="12194"/>
                  </a:cubicBezTo>
                  <a:cubicBezTo>
                    <a:pt x="4096" y="12194"/>
                    <a:pt x="4254" y="12036"/>
                    <a:pt x="4254" y="11847"/>
                  </a:cubicBezTo>
                  <a:lnTo>
                    <a:pt x="4254" y="10493"/>
                  </a:lnTo>
                  <a:cubicBezTo>
                    <a:pt x="4569" y="10650"/>
                    <a:pt x="4978" y="10713"/>
                    <a:pt x="5325" y="10713"/>
                  </a:cubicBezTo>
                  <a:cubicBezTo>
                    <a:pt x="5703" y="10713"/>
                    <a:pt x="6081" y="10650"/>
                    <a:pt x="6396" y="10493"/>
                  </a:cubicBezTo>
                  <a:lnTo>
                    <a:pt x="6396" y="11847"/>
                  </a:lnTo>
                  <a:cubicBezTo>
                    <a:pt x="6396" y="12036"/>
                    <a:pt x="6554" y="12194"/>
                    <a:pt x="6743" y="12194"/>
                  </a:cubicBezTo>
                  <a:cubicBezTo>
                    <a:pt x="7215" y="12194"/>
                    <a:pt x="7656" y="12005"/>
                    <a:pt x="8003" y="11627"/>
                  </a:cubicBezTo>
                  <a:cubicBezTo>
                    <a:pt x="8381" y="11280"/>
                    <a:pt x="8538" y="10839"/>
                    <a:pt x="8538" y="10367"/>
                  </a:cubicBezTo>
                  <a:lnTo>
                    <a:pt x="8538" y="10020"/>
                  </a:lnTo>
                  <a:lnTo>
                    <a:pt x="8885" y="10020"/>
                  </a:lnTo>
                  <a:cubicBezTo>
                    <a:pt x="9862" y="10020"/>
                    <a:pt x="10649" y="9233"/>
                    <a:pt x="10649" y="8256"/>
                  </a:cubicBezTo>
                  <a:lnTo>
                    <a:pt x="10649" y="5420"/>
                  </a:lnTo>
                  <a:cubicBezTo>
                    <a:pt x="10681" y="4664"/>
                    <a:pt x="10523" y="3908"/>
                    <a:pt x="10240" y="3247"/>
                  </a:cubicBezTo>
                  <a:cubicBezTo>
                    <a:pt x="9988" y="2585"/>
                    <a:pt x="9578" y="2018"/>
                    <a:pt x="9074" y="1514"/>
                  </a:cubicBezTo>
                  <a:cubicBezTo>
                    <a:pt x="8033" y="534"/>
                    <a:pt x="6694" y="0"/>
                    <a:pt x="53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690" name="Google Shape;15690;p86"/>
          <p:cNvGrpSpPr/>
          <p:nvPr/>
        </p:nvGrpSpPr>
        <p:grpSpPr>
          <a:xfrm>
            <a:off x="6080447" y="3445838"/>
            <a:ext cx="473920" cy="472676"/>
            <a:chOff x="-16442200" y="2801175"/>
            <a:chExt cx="304850" cy="304050"/>
          </a:xfrm>
        </p:grpSpPr>
        <p:sp>
          <p:nvSpPr>
            <p:cNvPr id="15691" name="Google Shape;15691;p86"/>
            <p:cNvSpPr/>
            <p:nvPr/>
          </p:nvSpPr>
          <p:spPr>
            <a:xfrm>
              <a:off x="-16369725" y="294295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692" name="Google Shape;15692;p86"/>
            <p:cNvSpPr/>
            <p:nvPr/>
          </p:nvSpPr>
          <p:spPr>
            <a:xfrm>
              <a:off x="-16442200" y="2801175"/>
              <a:ext cx="304850" cy="304050"/>
            </a:xfrm>
            <a:custGeom>
              <a:avLst/>
              <a:gdLst/>
              <a:ahLst/>
              <a:cxnLst/>
              <a:rect l="l" t="t" r="r" b="b"/>
              <a:pathLst>
                <a:path w="12194" h="12162" extrusionOk="0">
                  <a:moveTo>
                    <a:pt x="7940" y="694"/>
                  </a:moveTo>
                  <a:cubicBezTo>
                    <a:pt x="8255" y="694"/>
                    <a:pt x="8539" y="914"/>
                    <a:pt x="8602" y="1229"/>
                  </a:cubicBezTo>
                  <a:cubicBezTo>
                    <a:pt x="8633" y="1324"/>
                    <a:pt x="8728" y="1418"/>
                    <a:pt x="8854" y="1450"/>
                  </a:cubicBezTo>
                  <a:cubicBezTo>
                    <a:pt x="9169" y="1544"/>
                    <a:pt x="9358" y="1796"/>
                    <a:pt x="9358" y="2111"/>
                  </a:cubicBezTo>
                  <a:cubicBezTo>
                    <a:pt x="9358" y="2426"/>
                    <a:pt x="9169" y="2710"/>
                    <a:pt x="8854" y="2804"/>
                  </a:cubicBezTo>
                  <a:cubicBezTo>
                    <a:pt x="8728" y="2836"/>
                    <a:pt x="8633" y="2899"/>
                    <a:pt x="8602" y="3025"/>
                  </a:cubicBezTo>
                  <a:cubicBezTo>
                    <a:pt x="8539" y="3340"/>
                    <a:pt x="8255" y="3529"/>
                    <a:pt x="7940" y="3529"/>
                  </a:cubicBezTo>
                  <a:cubicBezTo>
                    <a:pt x="7625" y="3529"/>
                    <a:pt x="7373" y="3340"/>
                    <a:pt x="7279" y="3056"/>
                  </a:cubicBezTo>
                  <a:cubicBezTo>
                    <a:pt x="7216" y="2899"/>
                    <a:pt x="7058" y="2836"/>
                    <a:pt x="6901" y="2836"/>
                  </a:cubicBezTo>
                  <a:lnTo>
                    <a:pt x="6806" y="2836"/>
                  </a:lnTo>
                  <a:cubicBezTo>
                    <a:pt x="6649" y="2836"/>
                    <a:pt x="6522" y="2899"/>
                    <a:pt x="6428" y="3056"/>
                  </a:cubicBezTo>
                  <a:cubicBezTo>
                    <a:pt x="6333" y="3340"/>
                    <a:pt x="6081" y="3529"/>
                    <a:pt x="5766" y="3529"/>
                  </a:cubicBezTo>
                  <a:cubicBezTo>
                    <a:pt x="5451" y="3529"/>
                    <a:pt x="5231" y="3340"/>
                    <a:pt x="5105" y="3056"/>
                  </a:cubicBezTo>
                  <a:cubicBezTo>
                    <a:pt x="5073" y="2899"/>
                    <a:pt x="4916" y="2836"/>
                    <a:pt x="4758" y="2836"/>
                  </a:cubicBezTo>
                  <a:lnTo>
                    <a:pt x="4632" y="2836"/>
                  </a:lnTo>
                  <a:cubicBezTo>
                    <a:pt x="4475" y="2836"/>
                    <a:pt x="4349" y="2899"/>
                    <a:pt x="4254" y="3056"/>
                  </a:cubicBezTo>
                  <a:cubicBezTo>
                    <a:pt x="4191" y="3340"/>
                    <a:pt x="3908" y="3529"/>
                    <a:pt x="3593" y="3529"/>
                  </a:cubicBezTo>
                  <a:cubicBezTo>
                    <a:pt x="3277" y="3529"/>
                    <a:pt x="2994" y="3340"/>
                    <a:pt x="2931" y="3025"/>
                  </a:cubicBezTo>
                  <a:cubicBezTo>
                    <a:pt x="2899" y="2899"/>
                    <a:pt x="2805" y="2836"/>
                    <a:pt x="2679" y="2804"/>
                  </a:cubicBezTo>
                  <a:cubicBezTo>
                    <a:pt x="2395" y="2710"/>
                    <a:pt x="2175" y="2426"/>
                    <a:pt x="2175" y="2111"/>
                  </a:cubicBezTo>
                  <a:cubicBezTo>
                    <a:pt x="2175" y="1796"/>
                    <a:pt x="2395" y="1544"/>
                    <a:pt x="2679" y="1450"/>
                  </a:cubicBezTo>
                  <a:cubicBezTo>
                    <a:pt x="2805" y="1418"/>
                    <a:pt x="2899" y="1324"/>
                    <a:pt x="2931" y="1229"/>
                  </a:cubicBezTo>
                  <a:cubicBezTo>
                    <a:pt x="2994" y="914"/>
                    <a:pt x="3277" y="694"/>
                    <a:pt x="3593" y="694"/>
                  </a:cubicBezTo>
                  <a:cubicBezTo>
                    <a:pt x="3908" y="694"/>
                    <a:pt x="4160" y="914"/>
                    <a:pt x="4254" y="1166"/>
                  </a:cubicBezTo>
                  <a:cubicBezTo>
                    <a:pt x="4317" y="1324"/>
                    <a:pt x="4475" y="1418"/>
                    <a:pt x="4632" y="1418"/>
                  </a:cubicBezTo>
                  <a:lnTo>
                    <a:pt x="4758" y="1418"/>
                  </a:lnTo>
                  <a:cubicBezTo>
                    <a:pt x="4916" y="1418"/>
                    <a:pt x="5010" y="1324"/>
                    <a:pt x="5105" y="1166"/>
                  </a:cubicBezTo>
                  <a:cubicBezTo>
                    <a:pt x="5231" y="914"/>
                    <a:pt x="5451" y="694"/>
                    <a:pt x="5766" y="694"/>
                  </a:cubicBezTo>
                  <a:cubicBezTo>
                    <a:pt x="6081" y="694"/>
                    <a:pt x="6333" y="914"/>
                    <a:pt x="6428" y="1166"/>
                  </a:cubicBezTo>
                  <a:cubicBezTo>
                    <a:pt x="6491" y="1324"/>
                    <a:pt x="6649" y="1418"/>
                    <a:pt x="6806" y="1418"/>
                  </a:cubicBezTo>
                  <a:lnTo>
                    <a:pt x="6901" y="1418"/>
                  </a:lnTo>
                  <a:cubicBezTo>
                    <a:pt x="7058" y="1418"/>
                    <a:pt x="7184" y="1324"/>
                    <a:pt x="7279" y="1166"/>
                  </a:cubicBezTo>
                  <a:cubicBezTo>
                    <a:pt x="7373" y="914"/>
                    <a:pt x="7625" y="694"/>
                    <a:pt x="7940" y="694"/>
                  </a:cubicBezTo>
                  <a:close/>
                  <a:moveTo>
                    <a:pt x="6459" y="4065"/>
                  </a:moveTo>
                  <a:cubicBezTo>
                    <a:pt x="6522" y="4128"/>
                    <a:pt x="7184" y="4632"/>
                    <a:pt x="7184" y="5671"/>
                  </a:cubicBezTo>
                  <a:cubicBezTo>
                    <a:pt x="7184" y="6207"/>
                    <a:pt x="6995" y="6711"/>
                    <a:pt x="6585" y="7120"/>
                  </a:cubicBezTo>
                  <a:cubicBezTo>
                    <a:pt x="6428" y="7120"/>
                    <a:pt x="6270" y="7089"/>
                    <a:pt x="6081" y="7089"/>
                  </a:cubicBezTo>
                  <a:cubicBezTo>
                    <a:pt x="5798" y="7089"/>
                    <a:pt x="5514" y="7120"/>
                    <a:pt x="5294" y="7152"/>
                  </a:cubicBezTo>
                  <a:cubicBezTo>
                    <a:pt x="5577" y="6711"/>
                    <a:pt x="5735" y="6175"/>
                    <a:pt x="5735" y="5608"/>
                  </a:cubicBezTo>
                  <a:cubicBezTo>
                    <a:pt x="5735" y="5104"/>
                    <a:pt x="5577" y="4569"/>
                    <a:pt x="5294" y="4128"/>
                  </a:cubicBezTo>
                  <a:lnTo>
                    <a:pt x="5294" y="4128"/>
                  </a:lnTo>
                  <a:cubicBezTo>
                    <a:pt x="5420" y="4159"/>
                    <a:pt x="5577" y="4191"/>
                    <a:pt x="5735" y="4191"/>
                  </a:cubicBezTo>
                  <a:cubicBezTo>
                    <a:pt x="5792" y="4205"/>
                    <a:pt x="5848" y="4211"/>
                    <a:pt x="5905" y="4211"/>
                  </a:cubicBezTo>
                  <a:cubicBezTo>
                    <a:pt x="6099" y="4211"/>
                    <a:pt x="6289" y="4138"/>
                    <a:pt x="6459" y="4065"/>
                  </a:cubicBezTo>
                  <a:close/>
                  <a:moveTo>
                    <a:pt x="8602" y="4065"/>
                  </a:moveTo>
                  <a:cubicBezTo>
                    <a:pt x="8633" y="4128"/>
                    <a:pt x="9295" y="4632"/>
                    <a:pt x="9295" y="5671"/>
                  </a:cubicBezTo>
                  <a:cubicBezTo>
                    <a:pt x="9295" y="6459"/>
                    <a:pt x="9043" y="7404"/>
                    <a:pt x="8287" y="7751"/>
                  </a:cubicBezTo>
                  <a:cubicBezTo>
                    <a:pt x="8003" y="7562"/>
                    <a:pt x="7688" y="7404"/>
                    <a:pt x="7373" y="7310"/>
                  </a:cubicBezTo>
                  <a:cubicBezTo>
                    <a:pt x="7751" y="6837"/>
                    <a:pt x="7909" y="6270"/>
                    <a:pt x="7909" y="5671"/>
                  </a:cubicBezTo>
                  <a:cubicBezTo>
                    <a:pt x="7877" y="5167"/>
                    <a:pt x="7720" y="4632"/>
                    <a:pt x="7468" y="4159"/>
                  </a:cubicBezTo>
                  <a:lnTo>
                    <a:pt x="7468" y="4159"/>
                  </a:lnTo>
                  <a:cubicBezTo>
                    <a:pt x="7619" y="4209"/>
                    <a:pt x="7775" y="4235"/>
                    <a:pt x="7930" y="4235"/>
                  </a:cubicBezTo>
                  <a:cubicBezTo>
                    <a:pt x="8163" y="4235"/>
                    <a:pt x="8394" y="4178"/>
                    <a:pt x="8602" y="4065"/>
                  </a:cubicBezTo>
                  <a:close/>
                  <a:moveTo>
                    <a:pt x="9894" y="2710"/>
                  </a:moveTo>
                  <a:cubicBezTo>
                    <a:pt x="10870" y="3371"/>
                    <a:pt x="11469" y="4474"/>
                    <a:pt x="11469" y="5671"/>
                  </a:cubicBezTo>
                  <a:cubicBezTo>
                    <a:pt x="11469" y="7367"/>
                    <a:pt x="9957" y="9278"/>
                    <a:pt x="8454" y="9278"/>
                  </a:cubicBezTo>
                  <a:cubicBezTo>
                    <a:pt x="8141" y="9278"/>
                    <a:pt x="7829" y="9195"/>
                    <a:pt x="7531" y="9011"/>
                  </a:cubicBezTo>
                  <a:lnTo>
                    <a:pt x="7405" y="8948"/>
                  </a:lnTo>
                  <a:cubicBezTo>
                    <a:pt x="7011" y="8648"/>
                    <a:pt x="6562" y="8499"/>
                    <a:pt x="6117" y="8499"/>
                  </a:cubicBezTo>
                  <a:cubicBezTo>
                    <a:pt x="5672" y="8499"/>
                    <a:pt x="5231" y="8648"/>
                    <a:pt x="4853" y="8948"/>
                  </a:cubicBezTo>
                  <a:cubicBezTo>
                    <a:pt x="4601" y="9137"/>
                    <a:pt x="4309" y="9231"/>
                    <a:pt x="4018" y="9231"/>
                  </a:cubicBezTo>
                  <a:cubicBezTo>
                    <a:pt x="3726" y="9231"/>
                    <a:pt x="3435" y="9137"/>
                    <a:pt x="3183" y="8948"/>
                  </a:cubicBezTo>
                  <a:cubicBezTo>
                    <a:pt x="2789" y="8622"/>
                    <a:pt x="2329" y="8464"/>
                    <a:pt x="1870" y="8464"/>
                  </a:cubicBezTo>
                  <a:cubicBezTo>
                    <a:pt x="1486" y="8464"/>
                    <a:pt x="1102" y="8575"/>
                    <a:pt x="757" y="8790"/>
                  </a:cubicBezTo>
                  <a:lnTo>
                    <a:pt x="757" y="7940"/>
                  </a:lnTo>
                  <a:cubicBezTo>
                    <a:pt x="1080" y="7815"/>
                    <a:pt x="1423" y="7752"/>
                    <a:pt x="1769" y="7752"/>
                  </a:cubicBezTo>
                  <a:cubicBezTo>
                    <a:pt x="2469" y="7752"/>
                    <a:pt x="3180" y="8011"/>
                    <a:pt x="3750" y="8538"/>
                  </a:cubicBezTo>
                  <a:cubicBezTo>
                    <a:pt x="3813" y="8601"/>
                    <a:pt x="3900" y="8633"/>
                    <a:pt x="3986" y="8633"/>
                  </a:cubicBezTo>
                  <a:cubicBezTo>
                    <a:pt x="4073" y="8633"/>
                    <a:pt x="4160" y="8601"/>
                    <a:pt x="4223" y="8538"/>
                  </a:cubicBezTo>
                  <a:cubicBezTo>
                    <a:pt x="4724" y="8069"/>
                    <a:pt x="5416" y="7833"/>
                    <a:pt x="6124" y="7833"/>
                  </a:cubicBezTo>
                  <a:cubicBezTo>
                    <a:pt x="6796" y="7833"/>
                    <a:pt x="7483" y="8046"/>
                    <a:pt x="8035" y="8475"/>
                  </a:cubicBezTo>
                  <a:cubicBezTo>
                    <a:pt x="8090" y="8512"/>
                    <a:pt x="8167" y="8527"/>
                    <a:pt x="8234" y="8527"/>
                  </a:cubicBezTo>
                  <a:cubicBezTo>
                    <a:pt x="8281" y="8527"/>
                    <a:pt x="8324" y="8520"/>
                    <a:pt x="8350" y="8507"/>
                  </a:cubicBezTo>
                  <a:cubicBezTo>
                    <a:pt x="8917" y="8318"/>
                    <a:pt x="9358" y="7908"/>
                    <a:pt x="9673" y="7373"/>
                  </a:cubicBezTo>
                  <a:cubicBezTo>
                    <a:pt x="9894" y="6900"/>
                    <a:pt x="10051" y="6301"/>
                    <a:pt x="10051" y="5671"/>
                  </a:cubicBezTo>
                  <a:cubicBezTo>
                    <a:pt x="10051" y="4884"/>
                    <a:pt x="9736" y="4128"/>
                    <a:pt x="9137" y="3560"/>
                  </a:cubicBezTo>
                  <a:lnTo>
                    <a:pt x="9106" y="3529"/>
                  </a:lnTo>
                  <a:cubicBezTo>
                    <a:pt x="9137" y="3497"/>
                    <a:pt x="9200" y="3403"/>
                    <a:pt x="9200" y="3371"/>
                  </a:cubicBezTo>
                  <a:cubicBezTo>
                    <a:pt x="9515" y="3214"/>
                    <a:pt x="9736" y="2993"/>
                    <a:pt x="9894" y="2710"/>
                  </a:cubicBezTo>
                  <a:close/>
                  <a:moveTo>
                    <a:pt x="11500" y="8034"/>
                  </a:moveTo>
                  <a:lnTo>
                    <a:pt x="11500" y="11468"/>
                  </a:lnTo>
                  <a:lnTo>
                    <a:pt x="726" y="11468"/>
                  </a:lnTo>
                  <a:lnTo>
                    <a:pt x="726" y="11405"/>
                  </a:lnTo>
                  <a:lnTo>
                    <a:pt x="726" y="9672"/>
                  </a:lnTo>
                  <a:cubicBezTo>
                    <a:pt x="789" y="9641"/>
                    <a:pt x="883" y="9578"/>
                    <a:pt x="946" y="9515"/>
                  </a:cubicBezTo>
                  <a:cubicBezTo>
                    <a:pt x="1214" y="9326"/>
                    <a:pt x="1521" y="9231"/>
                    <a:pt x="1824" y="9231"/>
                  </a:cubicBezTo>
                  <a:cubicBezTo>
                    <a:pt x="2128" y="9231"/>
                    <a:pt x="2427" y="9326"/>
                    <a:pt x="2679" y="9515"/>
                  </a:cubicBezTo>
                  <a:cubicBezTo>
                    <a:pt x="3073" y="9830"/>
                    <a:pt x="3530" y="9987"/>
                    <a:pt x="3986" y="9987"/>
                  </a:cubicBezTo>
                  <a:cubicBezTo>
                    <a:pt x="4443" y="9987"/>
                    <a:pt x="4900" y="9830"/>
                    <a:pt x="5294" y="9515"/>
                  </a:cubicBezTo>
                  <a:cubicBezTo>
                    <a:pt x="5546" y="9326"/>
                    <a:pt x="5837" y="9231"/>
                    <a:pt x="6133" y="9231"/>
                  </a:cubicBezTo>
                  <a:cubicBezTo>
                    <a:pt x="6428" y="9231"/>
                    <a:pt x="6727" y="9326"/>
                    <a:pt x="6995" y="9515"/>
                  </a:cubicBezTo>
                  <a:cubicBezTo>
                    <a:pt x="7027" y="9515"/>
                    <a:pt x="7027" y="9578"/>
                    <a:pt x="7184" y="9641"/>
                  </a:cubicBezTo>
                  <a:cubicBezTo>
                    <a:pt x="7562" y="9893"/>
                    <a:pt x="8003" y="9987"/>
                    <a:pt x="8476" y="9987"/>
                  </a:cubicBezTo>
                  <a:cubicBezTo>
                    <a:pt x="9704" y="9987"/>
                    <a:pt x="10839" y="9105"/>
                    <a:pt x="11500" y="8034"/>
                  </a:cubicBezTo>
                  <a:close/>
                  <a:moveTo>
                    <a:pt x="3624" y="0"/>
                  </a:moveTo>
                  <a:cubicBezTo>
                    <a:pt x="3088" y="0"/>
                    <a:pt x="2584" y="315"/>
                    <a:pt x="2332" y="820"/>
                  </a:cubicBezTo>
                  <a:cubicBezTo>
                    <a:pt x="1828" y="1040"/>
                    <a:pt x="1513" y="1544"/>
                    <a:pt x="1513" y="2111"/>
                  </a:cubicBezTo>
                  <a:cubicBezTo>
                    <a:pt x="1513" y="2678"/>
                    <a:pt x="1828" y="3182"/>
                    <a:pt x="2332" y="3434"/>
                  </a:cubicBezTo>
                  <a:cubicBezTo>
                    <a:pt x="2584" y="3939"/>
                    <a:pt x="3057" y="4254"/>
                    <a:pt x="3624" y="4254"/>
                  </a:cubicBezTo>
                  <a:cubicBezTo>
                    <a:pt x="3876" y="4254"/>
                    <a:pt x="4160" y="4159"/>
                    <a:pt x="4349" y="4065"/>
                  </a:cubicBezTo>
                  <a:cubicBezTo>
                    <a:pt x="4380" y="4128"/>
                    <a:pt x="5042" y="4632"/>
                    <a:pt x="5042" y="5671"/>
                  </a:cubicBezTo>
                  <a:cubicBezTo>
                    <a:pt x="5042" y="6522"/>
                    <a:pt x="4538" y="7278"/>
                    <a:pt x="3750" y="7625"/>
                  </a:cubicBezTo>
                  <a:cubicBezTo>
                    <a:pt x="3164" y="7245"/>
                    <a:pt x="2502" y="7045"/>
                    <a:pt x="1837" y="7045"/>
                  </a:cubicBezTo>
                  <a:cubicBezTo>
                    <a:pt x="1287" y="7045"/>
                    <a:pt x="735" y="7182"/>
                    <a:pt x="221" y="7467"/>
                  </a:cubicBezTo>
                  <a:cubicBezTo>
                    <a:pt x="95" y="7562"/>
                    <a:pt x="1" y="7688"/>
                    <a:pt x="1" y="7782"/>
                  </a:cubicBezTo>
                  <a:lnTo>
                    <a:pt x="1" y="11815"/>
                  </a:lnTo>
                  <a:cubicBezTo>
                    <a:pt x="1" y="12004"/>
                    <a:pt x="158" y="12161"/>
                    <a:pt x="379" y="12161"/>
                  </a:cubicBezTo>
                  <a:lnTo>
                    <a:pt x="11815" y="12161"/>
                  </a:lnTo>
                  <a:cubicBezTo>
                    <a:pt x="12036" y="12161"/>
                    <a:pt x="12193" y="12004"/>
                    <a:pt x="12193" y="11815"/>
                  </a:cubicBezTo>
                  <a:lnTo>
                    <a:pt x="12193" y="5671"/>
                  </a:lnTo>
                  <a:cubicBezTo>
                    <a:pt x="12193" y="4128"/>
                    <a:pt x="11343" y="2710"/>
                    <a:pt x="10020" y="1954"/>
                  </a:cubicBezTo>
                  <a:cubicBezTo>
                    <a:pt x="9988" y="1450"/>
                    <a:pt x="9673" y="1009"/>
                    <a:pt x="9200" y="820"/>
                  </a:cubicBezTo>
                  <a:cubicBezTo>
                    <a:pt x="8948" y="315"/>
                    <a:pt x="8476" y="0"/>
                    <a:pt x="7909" y="0"/>
                  </a:cubicBezTo>
                  <a:cubicBezTo>
                    <a:pt x="7468" y="0"/>
                    <a:pt x="7121" y="189"/>
                    <a:pt x="6838" y="473"/>
                  </a:cubicBezTo>
                  <a:cubicBezTo>
                    <a:pt x="6554" y="158"/>
                    <a:pt x="6144" y="0"/>
                    <a:pt x="5766" y="0"/>
                  </a:cubicBezTo>
                  <a:cubicBezTo>
                    <a:pt x="5357" y="0"/>
                    <a:pt x="4979" y="189"/>
                    <a:pt x="4695" y="473"/>
                  </a:cubicBezTo>
                  <a:cubicBezTo>
                    <a:pt x="4412" y="158"/>
                    <a:pt x="4034" y="0"/>
                    <a:pt x="36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693" name="Google Shape;15693;p86"/>
            <p:cNvSpPr/>
            <p:nvPr/>
          </p:nvSpPr>
          <p:spPr>
            <a:xfrm>
              <a:off x="-16423275" y="2907500"/>
              <a:ext cx="35450" cy="35475"/>
            </a:xfrm>
            <a:custGeom>
              <a:avLst/>
              <a:gdLst/>
              <a:ahLst/>
              <a:cxnLst/>
              <a:rect l="l" t="t" r="r" b="b"/>
              <a:pathLst>
                <a:path w="1418" h="1419" extrusionOk="0">
                  <a:moveTo>
                    <a:pt x="725" y="1"/>
                  </a:moveTo>
                  <a:cubicBezTo>
                    <a:pt x="315" y="1"/>
                    <a:pt x="0" y="316"/>
                    <a:pt x="0" y="694"/>
                  </a:cubicBezTo>
                  <a:cubicBezTo>
                    <a:pt x="0" y="1103"/>
                    <a:pt x="315" y="1418"/>
                    <a:pt x="725" y="1418"/>
                  </a:cubicBezTo>
                  <a:cubicBezTo>
                    <a:pt x="1103" y="1418"/>
                    <a:pt x="1418" y="1103"/>
                    <a:pt x="1418" y="694"/>
                  </a:cubicBez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5694" name="Google Shape;15694;p86"/>
          <p:cNvSpPr/>
          <p:nvPr/>
        </p:nvSpPr>
        <p:spPr>
          <a:xfrm>
            <a:off x="3191655" y="3447191"/>
            <a:ext cx="471432" cy="470228"/>
          </a:xfrm>
          <a:custGeom>
            <a:avLst/>
            <a:gdLst/>
            <a:ahLst/>
            <a:cxnLst/>
            <a:rect l="l" t="t" r="r" b="b"/>
            <a:pathLst>
              <a:path w="12130" h="12099" extrusionOk="0">
                <a:moveTo>
                  <a:pt x="6018" y="1072"/>
                </a:moveTo>
                <a:cubicBezTo>
                  <a:pt x="6396" y="1923"/>
                  <a:pt x="7089" y="3624"/>
                  <a:pt x="7089" y="5577"/>
                </a:cubicBezTo>
                <a:cubicBezTo>
                  <a:pt x="6869" y="6018"/>
                  <a:pt x="6680" y="6459"/>
                  <a:pt x="6522" y="6932"/>
                </a:cubicBezTo>
                <a:cubicBezTo>
                  <a:pt x="6333" y="7467"/>
                  <a:pt x="6176" y="8035"/>
                  <a:pt x="6018" y="8633"/>
                </a:cubicBezTo>
                <a:cubicBezTo>
                  <a:pt x="5892" y="8035"/>
                  <a:pt x="5703" y="7467"/>
                  <a:pt x="5514" y="6932"/>
                </a:cubicBezTo>
                <a:cubicBezTo>
                  <a:pt x="5356" y="6459"/>
                  <a:pt x="5136" y="6018"/>
                  <a:pt x="4947" y="5577"/>
                </a:cubicBezTo>
                <a:cubicBezTo>
                  <a:pt x="4978" y="3655"/>
                  <a:pt x="5608" y="1923"/>
                  <a:pt x="6018" y="1072"/>
                </a:cubicBezTo>
                <a:close/>
                <a:moveTo>
                  <a:pt x="2552" y="3183"/>
                </a:moveTo>
                <a:cubicBezTo>
                  <a:pt x="4285" y="5199"/>
                  <a:pt x="5356" y="7720"/>
                  <a:pt x="5608" y="10366"/>
                </a:cubicBezTo>
                <a:cubicBezTo>
                  <a:pt x="4947" y="9452"/>
                  <a:pt x="4411" y="9043"/>
                  <a:pt x="3529" y="8381"/>
                </a:cubicBezTo>
                <a:cubicBezTo>
                  <a:pt x="3529" y="7152"/>
                  <a:pt x="3340" y="5955"/>
                  <a:pt x="3025" y="4790"/>
                </a:cubicBezTo>
                <a:lnTo>
                  <a:pt x="2552" y="3183"/>
                </a:lnTo>
                <a:close/>
                <a:moveTo>
                  <a:pt x="9515" y="3183"/>
                </a:moveTo>
                <a:lnTo>
                  <a:pt x="9043" y="4790"/>
                </a:lnTo>
                <a:cubicBezTo>
                  <a:pt x="8727" y="5987"/>
                  <a:pt x="8538" y="7152"/>
                  <a:pt x="8538" y="8381"/>
                </a:cubicBezTo>
                <a:cubicBezTo>
                  <a:pt x="7719" y="9043"/>
                  <a:pt x="7152" y="9452"/>
                  <a:pt x="6459" y="10366"/>
                </a:cubicBezTo>
                <a:cubicBezTo>
                  <a:pt x="6711" y="7720"/>
                  <a:pt x="7782" y="5199"/>
                  <a:pt x="9515" y="3183"/>
                </a:cubicBezTo>
                <a:close/>
                <a:moveTo>
                  <a:pt x="662" y="5703"/>
                </a:moveTo>
                <a:cubicBezTo>
                  <a:pt x="1166" y="6995"/>
                  <a:pt x="2017" y="8066"/>
                  <a:pt x="3025" y="8885"/>
                </a:cubicBezTo>
                <a:cubicBezTo>
                  <a:pt x="3970" y="9641"/>
                  <a:pt x="4663" y="10145"/>
                  <a:pt x="5419" y="11374"/>
                </a:cubicBezTo>
                <a:cubicBezTo>
                  <a:pt x="2584" y="11374"/>
                  <a:pt x="662" y="9169"/>
                  <a:pt x="662" y="6680"/>
                </a:cubicBezTo>
                <a:lnTo>
                  <a:pt x="662" y="5703"/>
                </a:lnTo>
                <a:close/>
                <a:moveTo>
                  <a:pt x="11405" y="5703"/>
                </a:moveTo>
                <a:lnTo>
                  <a:pt x="11405" y="6680"/>
                </a:lnTo>
                <a:cubicBezTo>
                  <a:pt x="11405" y="9169"/>
                  <a:pt x="9484" y="11374"/>
                  <a:pt x="6648" y="11374"/>
                </a:cubicBezTo>
                <a:cubicBezTo>
                  <a:pt x="7436" y="10051"/>
                  <a:pt x="8192" y="9578"/>
                  <a:pt x="9137" y="8822"/>
                </a:cubicBezTo>
                <a:cubicBezTo>
                  <a:pt x="10145" y="8003"/>
                  <a:pt x="10901" y="6963"/>
                  <a:pt x="11405" y="5703"/>
                </a:cubicBezTo>
                <a:close/>
                <a:moveTo>
                  <a:pt x="6050" y="1"/>
                </a:moveTo>
                <a:cubicBezTo>
                  <a:pt x="5924" y="1"/>
                  <a:pt x="5829" y="64"/>
                  <a:pt x="5734" y="158"/>
                </a:cubicBezTo>
                <a:cubicBezTo>
                  <a:pt x="5734" y="190"/>
                  <a:pt x="5356" y="788"/>
                  <a:pt x="4978" y="1765"/>
                </a:cubicBezTo>
                <a:cubicBezTo>
                  <a:pt x="4758" y="2427"/>
                  <a:pt x="4474" y="3372"/>
                  <a:pt x="4317" y="4443"/>
                </a:cubicBezTo>
                <a:cubicBezTo>
                  <a:pt x="3939" y="3813"/>
                  <a:pt x="3529" y="3277"/>
                  <a:pt x="3057" y="2710"/>
                </a:cubicBezTo>
                <a:lnTo>
                  <a:pt x="2048" y="1482"/>
                </a:lnTo>
                <a:cubicBezTo>
                  <a:pt x="1966" y="1420"/>
                  <a:pt x="1871" y="1372"/>
                  <a:pt x="1771" y="1372"/>
                </a:cubicBezTo>
                <a:cubicBezTo>
                  <a:pt x="1717" y="1372"/>
                  <a:pt x="1662" y="1386"/>
                  <a:pt x="1607" y="1419"/>
                </a:cubicBezTo>
                <a:cubicBezTo>
                  <a:pt x="1450" y="1482"/>
                  <a:pt x="1355" y="1639"/>
                  <a:pt x="1450" y="1797"/>
                </a:cubicBezTo>
                <a:lnTo>
                  <a:pt x="2363" y="5010"/>
                </a:lnTo>
                <a:cubicBezTo>
                  <a:pt x="2584" y="5892"/>
                  <a:pt x="2773" y="6806"/>
                  <a:pt x="2836" y="7720"/>
                </a:cubicBezTo>
                <a:cubicBezTo>
                  <a:pt x="2206" y="7089"/>
                  <a:pt x="1733" y="6302"/>
                  <a:pt x="1355" y="5514"/>
                </a:cubicBezTo>
                <a:lnTo>
                  <a:pt x="662" y="3750"/>
                </a:lnTo>
                <a:cubicBezTo>
                  <a:pt x="568" y="3592"/>
                  <a:pt x="410" y="3498"/>
                  <a:pt x="253" y="3498"/>
                </a:cubicBezTo>
                <a:cubicBezTo>
                  <a:pt x="95" y="3529"/>
                  <a:pt x="1" y="3687"/>
                  <a:pt x="1" y="3844"/>
                </a:cubicBezTo>
                <a:lnTo>
                  <a:pt x="1" y="6680"/>
                </a:lnTo>
                <a:cubicBezTo>
                  <a:pt x="1" y="8098"/>
                  <a:pt x="536" y="9484"/>
                  <a:pt x="1576" y="10523"/>
                </a:cubicBezTo>
                <a:cubicBezTo>
                  <a:pt x="2584" y="11532"/>
                  <a:pt x="3939" y="12099"/>
                  <a:pt x="5356" y="12099"/>
                </a:cubicBezTo>
                <a:lnTo>
                  <a:pt x="6774" y="12099"/>
                </a:lnTo>
                <a:cubicBezTo>
                  <a:pt x="8192" y="12099"/>
                  <a:pt x="9547" y="11532"/>
                  <a:pt x="10555" y="10523"/>
                </a:cubicBezTo>
                <a:cubicBezTo>
                  <a:pt x="11563" y="9484"/>
                  <a:pt x="12130" y="8161"/>
                  <a:pt x="12130" y="6680"/>
                </a:cubicBezTo>
                <a:lnTo>
                  <a:pt x="12130" y="3844"/>
                </a:lnTo>
                <a:cubicBezTo>
                  <a:pt x="12130" y="3687"/>
                  <a:pt x="12004" y="3529"/>
                  <a:pt x="11846" y="3498"/>
                </a:cubicBezTo>
                <a:cubicBezTo>
                  <a:pt x="11821" y="3493"/>
                  <a:pt x="11794" y="3490"/>
                  <a:pt x="11768" y="3490"/>
                </a:cubicBezTo>
                <a:cubicBezTo>
                  <a:pt x="11631" y="3490"/>
                  <a:pt x="11490" y="3560"/>
                  <a:pt x="11437" y="3718"/>
                </a:cubicBezTo>
                <a:lnTo>
                  <a:pt x="10744" y="5514"/>
                </a:lnTo>
                <a:cubicBezTo>
                  <a:pt x="10429" y="6333"/>
                  <a:pt x="9925" y="7089"/>
                  <a:pt x="9295" y="7720"/>
                </a:cubicBezTo>
                <a:cubicBezTo>
                  <a:pt x="9358" y="6806"/>
                  <a:pt x="9515" y="5861"/>
                  <a:pt x="9767" y="4979"/>
                </a:cubicBezTo>
                <a:lnTo>
                  <a:pt x="10649" y="1797"/>
                </a:lnTo>
                <a:cubicBezTo>
                  <a:pt x="10712" y="1639"/>
                  <a:pt x="10618" y="1482"/>
                  <a:pt x="10492" y="1419"/>
                </a:cubicBezTo>
                <a:cubicBezTo>
                  <a:pt x="10454" y="1381"/>
                  <a:pt x="10398" y="1364"/>
                  <a:pt x="10337" y="1364"/>
                </a:cubicBezTo>
                <a:cubicBezTo>
                  <a:pt x="10243" y="1364"/>
                  <a:pt x="10139" y="1405"/>
                  <a:pt x="10082" y="1482"/>
                </a:cubicBezTo>
                <a:lnTo>
                  <a:pt x="9043" y="2710"/>
                </a:lnTo>
                <a:cubicBezTo>
                  <a:pt x="8570" y="3277"/>
                  <a:pt x="8129" y="3844"/>
                  <a:pt x="7782" y="4443"/>
                </a:cubicBezTo>
                <a:cubicBezTo>
                  <a:pt x="7656" y="3372"/>
                  <a:pt x="7404" y="2427"/>
                  <a:pt x="7121" y="1765"/>
                </a:cubicBezTo>
                <a:cubicBezTo>
                  <a:pt x="6774" y="788"/>
                  <a:pt x="6396" y="158"/>
                  <a:pt x="6365" y="158"/>
                </a:cubicBezTo>
                <a:cubicBezTo>
                  <a:pt x="6302" y="32"/>
                  <a:pt x="6176" y="1"/>
                  <a:pt x="60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695" name="Google Shape;15695;p86"/>
          <p:cNvSpPr/>
          <p:nvPr/>
        </p:nvSpPr>
        <p:spPr>
          <a:xfrm>
            <a:off x="3158033" y="1706376"/>
            <a:ext cx="475125" cy="438086"/>
          </a:xfrm>
          <a:custGeom>
            <a:avLst/>
            <a:gdLst/>
            <a:ahLst/>
            <a:cxnLst/>
            <a:rect l="l" t="t" r="r" b="b"/>
            <a:pathLst>
              <a:path w="12225" h="11272" extrusionOk="0">
                <a:moveTo>
                  <a:pt x="2490" y="1190"/>
                </a:moveTo>
                <a:lnTo>
                  <a:pt x="4065" y="4372"/>
                </a:lnTo>
                <a:lnTo>
                  <a:pt x="4159" y="4624"/>
                </a:lnTo>
                <a:lnTo>
                  <a:pt x="3183" y="6577"/>
                </a:lnTo>
                <a:cubicBezTo>
                  <a:pt x="3151" y="6671"/>
                  <a:pt x="3120" y="6766"/>
                  <a:pt x="3057" y="6892"/>
                </a:cubicBezTo>
                <a:cubicBezTo>
                  <a:pt x="2868" y="6923"/>
                  <a:pt x="2679" y="6986"/>
                  <a:pt x="2490" y="6986"/>
                </a:cubicBezTo>
                <a:cubicBezTo>
                  <a:pt x="1482" y="6986"/>
                  <a:pt x="662" y="6199"/>
                  <a:pt x="662" y="5191"/>
                </a:cubicBezTo>
                <a:cubicBezTo>
                  <a:pt x="662" y="4939"/>
                  <a:pt x="757" y="4655"/>
                  <a:pt x="851" y="4372"/>
                </a:cubicBezTo>
                <a:cubicBezTo>
                  <a:pt x="851" y="4372"/>
                  <a:pt x="2269" y="1568"/>
                  <a:pt x="2490" y="1190"/>
                </a:cubicBezTo>
                <a:close/>
                <a:moveTo>
                  <a:pt x="9610" y="1190"/>
                </a:moveTo>
                <a:lnTo>
                  <a:pt x="11217" y="4372"/>
                </a:lnTo>
                <a:cubicBezTo>
                  <a:pt x="11343" y="4655"/>
                  <a:pt x="11406" y="4876"/>
                  <a:pt x="11406" y="5191"/>
                </a:cubicBezTo>
                <a:cubicBezTo>
                  <a:pt x="11406" y="6136"/>
                  <a:pt x="10618" y="6986"/>
                  <a:pt x="9610" y="6986"/>
                </a:cubicBezTo>
                <a:cubicBezTo>
                  <a:pt x="9421" y="6986"/>
                  <a:pt x="9200" y="6923"/>
                  <a:pt x="9011" y="6892"/>
                </a:cubicBezTo>
                <a:cubicBezTo>
                  <a:pt x="8980" y="6766"/>
                  <a:pt x="8948" y="6703"/>
                  <a:pt x="8885" y="6577"/>
                </a:cubicBezTo>
                <a:lnTo>
                  <a:pt x="7909" y="4624"/>
                </a:lnTo>
                <a:lnTo>
                  <a:pt x="8035" y="4372"/>
                </a:lnTo>
                <a:cubicBezTo>
                  <a:pt x="8035" y="4372"/>
                  <a:pt x="9452" y="1536"/>
                  <a:pt x="9610" y="1190"/>
                </a:cubicBezTo>
                <a:close/>
                <a:moveTo>
                  <a:pt x="6050" y="2387"/>
                </a:moveTo>
                <a:lnTo>
                  <a:pt x="8255" y="6892"/>
                </a:lnTo>
                <a:cubicBezTo>
                  <a:pt x="8476" y="7238"/>
                  <a:pt x="8539" y="7648"/>
                  <a:pt x="8539" y="8026"/>
                </a:cubicBezTo>
                <a:cubicBezTo>
                  <a:pt x="8539" y="9412"/>
                  <a:pt x="7436" y="10515"/>
                  <a:pt x="6050" y="10515"/>
                </a:cubicBezTo>
                <a:cubicBezTo>
                  <a:pt x="4695" y="10515"/>
                  <a:pt x="3592" y="9412"/>
                  <a:pt x="3592" y="8026"/>
                </a:cubicBezTo>
                <a:cubicBezTo>
                  <a:pt x="3592" y="7648"/>
                  <a:pt x="3655" y="7238"/>
                  <a:pt x="3844" y="6892"/>
                </a:cubicBezTo>
                <a:lnTo>
                  <a:pt x="6050" y="2387"/>
                </a:lnTo>
                <a:close/>
                <a:moveTo>
                  <a:pt x="2521" y="0"/>
                </a:moveTo>
                <a:cubicBezTo>
                  <a:pt x="2395" y="0"/>
                  <a:pt x="2269" y="71"/>
                  <a:pt x="2206" y="213"/>
                </a:cubicBezTo>
                <a:cubicBezTo>
                  <a:pt x="2112" y="307"/>
                  <a:pt x="284" y="4025"/>
                  <a:pt x="284" y="4025"/>
                </a:cubicBezTo>
                <a:cubicBezTo>
                  <a:pt x="64" y="4372"/>
                  <a:pt x="1" y="4781"/>
                  <a:pt x="1" y="5159"/>
                </a:cubicBezTo>
                <a:cubicBezTo>
                  <a:pt x="1" y="5821"/>
                  <a:pt x="284" y="6451"/>
                  <a:pt x="757" y="6923"/>
                </a:cubicBezTo>
                <a:cubicBezTo>
                  <a:pt x="1230" y="7396"/>
                  <a:pt x="1860" y="7680"/>
                  <a:pt x="2521" y="7680"/>
                </a:cubicBezTo>
                <a:cubicBezTo>
                  <a:pt x="2647" y="7680"/>
                  <a:pt x="2742" y="7680"/>
                  <a:pt x="2899" y="7648"/>
                </a:cubicBezTo>
                <a:lnTo>
                  <a:pt x="2899" y="7648"/>
                </a:lnTo>
                <a:cubicBezTo>
                  <a:pt x="2899" y="7774"/>
                  <a:pt x="2868" y="7932"/>
                  <a:pt x="2868" y="8026"/>
                </a:cubicBezTo>
                <a:cubicBezTo>
                  <a:pt x="2868" y="9822"/>
                  <a:pt x="4348" y="11271"/>
                  <a:pt x="6113" y="11271"/>
                </a:cubicBezTo>
                <a:cubicBezTo>
                  <a:pt x="7877" y="11271"/>
                  <a:pt x="9326" y="9822"/>
                  <a:pt x="9326" y="8026"/>
                </a:cubicBezTo>
                <a:cubicBezTo>
                  <a:pt x="9326" y="7932"/>
                  <a:pt x="9326" y="7774"/>
                  <a:pt x="9295" y="7648"/>
                </a:cubicBezTo>
                <a:cubicBezTo>
                  <a:pt x="9421" y="7648"/>
                  <a:pt x="9547" y="7680"/>
                  <a:pt x="9704" y="7680"/>
                </a:cubicBezTo>
                <a:cubicBezTo>
                  <a:pt x="11059" y="7680"/>
                  <a:pt x="12225" y="6577"/>
                  <a:pt x="12225" y="5191"/>
                </a:cubicBezTo>
                <a:cubicBezTo>
                  <a:pt x="12130" y="4750"/>
                  <a:pt x="12036" y="4372"/>
                  <a:pt x="11847" y="4025"/>
                </a:cubicBezTo>
                <a:lnTo>
                  <a:pt x="9925" y="213"/>
                </a:lnTo>
                <a:cubicBezTo>
                  <a:pt x="9862" y="71"/>
                  <a:pt x="9736" y="0"/>
                  <a:pt x="9610" y="0"/>
                </a:cubicBezTo>
                <a:cubicBezTo>
                  <a:pt x="9484" y="0"/>
                  <a:pt x="9358" y="71"/>
                  <a:pt x="9295" y="213"/>
                </a:cubicBezTo>
                <a:cubicBezTo>
                  <a:pt x="8948" y="906"/>
                  <a:pt x="7530" y="3773"/>
                  <a:pt x="7530" y="3773"/>
                </a:cubicBezTo>
                <a:lnTo>
                  <a:pt x="6365" y="1473"/>
                </a:lnTo>
                <a:cubicBezTo>
                  <a:pt x="6318" y="1331"/>
                  <a:pt x="6192" y="1260"/>
                  <a:pt x="6062" y="1260"/>
                </a:cubicBezTo>
                <a:cubicBezTo>
                  <a:pt x="5932" y="1260"/>
                  <a:pt x="5798" y="1331"/>
                  <a:pt x="5735" y="1473"/>
                </a:cubicBezTo>
                <a:lnTo>
                  <a:pt x="4601" y="3773"/>
                </a:lnTo>
                <a:lnTo>
                  <a:pt x="2836" y="213"/>
                </a:lnTo>
                <a:cubicBezTo>
                  <a:pt x="2773" y="71"/>
                  <a:pt x="2647" y="0"/>
                  <a:pt x="25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5696" name="Google Shape;15696;p86"/>
          <p:cNvGrpSpPr/>
          <p:nvPr/>
        </p:nvGrpSpPr>
        <p:grpSpPr>
          <a:xfrm>
            <a:off x="3156161" y="2276343"/>
            <a:ext cx="481265" cy="469917"/>
            <a:chOff x="-19802200" y="2416025"/>
            <a:chExt cx="309575" cy="302275"/>
          </a:xfrm>
        </p:grpSpPr>
        <p:sp>
          <p:nvSpPr>
            <p:cNvPr id="15697" name="Google Shape;15697;p86"/>
            <p:cNvSpPr/>
            <p:nvPr/>
          </p:nvSpPr>
          <p:spPr>
            <a:xfrm>
              <a:off x="-19602925" y="25751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698" name="Google Shape;15698;p86"/>
            <p:cNvSpPr/>
            <p:nvPr/>
          </p:nvSpPr>
          <p:spPr>
            <a:xfrm>
              <a:off x="-19710825" y="2575925"/>
              <a:ext cx="18925" cy="17350"/>
            </a:xfrm>
            <a:custGeom>
              <a:avLst/>
              <a:gdLst/>
              <a:ahLst/>
              <a:cxnLst/>
              <a:rect l="l" t="t" r="r" b="b"/>
              <a:pathLst>
                <a:path w="757" h="694" extrusionOk="0">
                  <a:moveTo>
                    <a:pt x="378" y="0"/>
                  </a:moveTo>
                  <a:cubicBezTo>
                    <a:pt x="158" y="0"/>
                    <a:pt x="0" y="158"/>
                    <a:pt x="0" y="347"/>
                  </a:cubicBezTo>
                  <a:cubicBezTo>
                    <a:pt x="0" y="536"/>
                    <a:pt x="158" y="693"/>
                    <a:pt x="378" y="693"/>
                  </a:cubicBezTo>
                  <a:cubicBezTo>
                    <a:pt x="567" y="693"/>
                    <a:pt x="725" y="536"/>
                    <a:pt x="725" y="347"/>
                  </a:cubicBezTo>
                  <a:cubicBezTo>
                    <a:pt x="756" y="158"/>
                    <a:pt x="567"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699" name="Google Shape;15699;p86"/>
            <p:cNvSpPr/>
            <p:nvPr/>
          </p:nvSpPr>
          <p:spPr>
            <a:xfrm>
              <a:off x="-19602925" y="2611350"/>
              <a:ext cx="35475" cy="35475"/>
            </a:xfrm>
            <a:custGeom>
              <a:avLst/>
              <a:gdLst/>
              <a:ahLst/>
              <a:cxnLst/>
              <a:rect l="l" t="t" r="r" b="b"/>
              <a:pathLst>
                <a:path w="1419" h="1419" extrusionOk="0">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700" name="Google Shape;15700;p86"/>
            <p:cNvSpPr/>
            <p:nvPr/>
          </p:nvSpPr>
          <p:spPr>
            <a:xfrm>
              <a:off x="-19728150" y="2611350"/>
              <a:ext cx="35450" cy="35475"/>
            </a:xfrm>
            <a:custGeom>
              <a:avLst/>
              <a:gdLst/>
              <a:ahLst/>
              <a:cxnLst/>
              <a:rect l="l" t="t" r="r" b="b"/>
              <a:pathLst>
                <a:path w="1418" h="1419" extrusionOk="0">
                  <a:moveTo>
                    <a:pt x="725" y="1"/>
                  </a:moveTo>
                  <a:cubicBezTo>
                    <a:pt x="315" y="1"/>
                    <a:pt x="0" y="316"/>
                    <a:pt x="0" y="694"/>
                  </a:cubicBezTo>
                  <a:cubicBezTo>
                    <a:pt x="0" y="1072"/>
                    <a:pt x="315" y="1418"/>
                    <a:pt x="725" y="1418"/>
                  </a:cubicBezTo>
                  <a:cubicBezTo>
                    <a:pt x="1103" y="1418"/>
                    <a:pt x="1418" y="1072"/>
                    <a:pt x="1418" y="694"/>
                  </a:cubicBez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701" name="Google Shape;15701;p86"/>
            <p:cNvSpPr/>
            <p:nvPr/>
          </p:nvSpPr>
          <p:spPr>
            <a:xfrm>
              <a:off x="-19802200" y="2416025"/>
              <a:ext cx="309575" cy="302275"/>
            </a:xfrm>
            <a:custGeom>
              <a:avLst/>
              <a:gdLst/>
              <a:ahLst/>
              <a:cxnLst/>
              <a:rect l="l" t="t" r="r" b="b"/>
              <a:pathLst>
                <a:path w="12383" h="12091" extrusionOk="0">
                  <a:moveTo>
                    <a:pt x="6176" y="2080"/>
                  </a:moveTo>
                  <a:cubicBezTo>
                    <a:pt x="6711" y="2080"/>
                    <a:pt x="7121" y="2458"/>
                    <a:pt x="7215" y="2931"/>
                  </a:cubicBezTo>
                  <a:cubicBezTo>
                    <a:pt x="6869" y="2836"/>
                    <a:pt x="6554" y="2804"/>
                    <a:pt x="6176" y="2804"/>
                  </a:cubicBezTo>
                  <a:cubicBezTo>
                    <a:pt x="5829" y="2804"/>
                    <a:pt x="5483" y="2836"/>
                    <a:pt x="5168" y="2931"/>
                  </a:cubicBezTo>
                  <a:cubicBezTo>
                    <a:pt x="5231" y="2458"/>
                    <a:pt x="5672" y="2080"/>
                    <a:pt x="6176" y="2080"/>
                  </a:cubicBezTo>
                  <a:close/>
                  <a:moveTo>
                    <a:pt x="6176" y="3561"/>
                  </a:moveTo>
                  <a:cubicBezTo>
                    <a:pt x="6900" y="3561"/>
                    <a:pt x="7562" y="3750"/>
                    <a:pt x="8129" y="4065"/>
                  </a:cubicBezTo>
                  <a:cubicBezTo>
                    <a:pt x="7656" y="4600"/>
                    <a:pt x="6932" y="4978"/>
                    <a:pt x="6176" y="4978"/>
                  </a:cubicBezTo>
                  <a:cubicBezTo>
                    <a:pt x="5451" y="4978"/>
                    <a:pt x="4727" y="4600"/>
                    <a:pt x="4254" y="4065"/>
                  </a:cubicBezTo>
                  <a:cubicBezTo>
                    <a:pt x="4853" y="3750"/>
                    <a:pt x="5483" y="3561"/>
                    <a:pt x="6176" y="3561"/>
                  </a:cubicBezTo>
                  <a:close/>
                  <a:moveTo>
                    <a:pt x="6176" y="6932"/>
                  </a:moveTo>
                  <a:lnTo>
                    <a:pt x="7026" y="10555"/>
                  </a:lnTo>
                  <a:cubicBezTo>
                    <a:pt x="6743" y="10649"/>
                    <a:pt x="6459" y="10681"/>
                    <a:pt x="6176" y="10681"/>
                  </a:cubicBezTo>
                  <a:cubicBezTo>
                    <a:pt x="5924" y="10681"/>
                    <a:pt x="5640" y="10649"/>
                    <a:pt x="5357" y="10555"/>
                  </a:cubicBezTo>
                  <a:lnTo>
                    <a:pt x="6176" y="6932"/>
                  </a:lnTo>
                  <a:close/>
                  <a:moveTo>
                    <a:pt x="3655" y="4443"/>
                  </a:moveTo>
                  <a:cubicBezTo>
                    <a:pt x="4191" y="5073"/>
                    <a:pt x="4884" y="5514"/>
                    <a:pt x="5766" y="5640"/>
                  </a:cubicBezTo>
                  <a:lnTo>
                    <a:pt x="4538" y="11027"/>
                  </a:lnTo>
                  <a:cubicBezTo>
                    <a:pt x="3151" y="10366"/>
                    <a:pt x="2238" y="8979"/>
                    <a:pt x="2238" y="7436"/>
                  </a:cubicBezTo>
                  <a:cubicBezTo>
                    <a:pt x="2238" y="6239"/>
                    <a:pt x="2805" y="5167"/>
                    <a:pt x="3655" y="4443"/>
                  </a:cubicBezTo>
                  <a:close/>
                  <a:moveTo>
                    <a:pt x="8696" y="4443"/>
                  </a:moveTo>
                  <a:cubicBezTo>
                    <a:pt x="9578" y="5167"/>
                    <a:pt x="10114" y="6270"/>
                    <a:pt x="10114" y="7436"/>
                  </a:cubicBezTo>
                  <a:cubicBezTo>
                    <a:pt x="10082" y="8979"/>
                    <a:pt x="9232" y="10366"/>
                    <a:pt x="7846" y="11027"/>
                  </a:cubicBezTo>
                  <a:lnTo>
                    <a:pt x="6617" y="5640"/>
                  </a:lnTo>
                  <a:cubicBezTo>
                    <a:pt x="7499" y="5514"/>
                    <a:pt x="8192" y="5073"/>
                    <a:pt x="8696" y="4443"/>
                  </a:cubicBezTo>
                  <a:close/>
                  <a:moveTo>
                    <a:pt x="4727" y="1"/>
                  </a:moveTo>
                  <a:cubicBezTo>
                    <a:pt x="4538" y="1"/>
                    <a:pt x="4380" y="158"/>
                    <a:pt x="4380" y="347"/>
                  </a:cubicBezTo>
                  <a:cubicBezTo>
                    <a:pt x="4380" y="946"/>
                    <a:pt x="4664" y="1513"/>
                    <a:pt x="5073" y="1828"/>
                  </a:cubicBezTo>
                  <a:cubicBezTo>
                    <a:pt x="4664" y="2143"/>
                    <a:pt x="4380" y="2678"/>
                    <a:pt x="4380" y="3246"/>
                  </a:cubicBezTo>
                  <a:cubicBezTo>
                    <a:pt x="3592" y="3561"/>
                    <a:pt x="2931" y="4096"/>
                    <a:pt x="2395" y="4758"/>
                  </a:cubicBezTo>
                  <a:lnTo>
                    <a:pt x="1387" y="4380"/>
                  </a:lnTo>
                  <a:lnTo>
                    <a:pt x="725" y="3088"/>
                  </a:lnTo>
                  <a:cubicBezTo>
                    <a:pt x="657" y="2974"/>
                    <a:pt x="522" y="2893"/>
                    <a:pt x="393" y="2893"/>
                  </a:cubicBezTo>
                  <a:cubicBezTo>
                    <a:pt x="344" y="2893"/>
                    <a:pt x="296" y="2904"/>
                    <a:pt x="253" y="2931"/>
                  </a:cubicBezTo>
                  <a:cubicBezTo>
                    <a:pt x="95" y="2994"/>
                    <a:pt x="1" y="3246"/>
                    <a:pt x="95" y="3403"/>
                  </a:cubicBezTo>
                  <a:lnTo>
                    <a:pt x="788" y="4789"/>
                  </a:lnTo>
                  <a:cubicBezTo>
                    <a:pt x="820" y="4884"/>
                    <a:pt x="914" y="4978"/>
                    <a:pt x="977" y="4978"/>
                  </a:cubicBezTo>
                  <a:lnTo>
                    <a:pt x="2017" y="5356"/>
                  </a:lnTo>
                  <a:cubicBezTo>
                    <a:pt x="1734" y="5923"/>
                    <a:pt x="1545" y="6491"/>
                    <a:pt x="1513" y="7121"/>
                  </a:cubicBezTo>
                  <a:lnTo>
                    <a:pt x="410" y="7121"/>
                  </a:lnTo>
                  <a:cubicBezTo>
                    <a:pt x="190" y="7121"/>
                    <a:pt x="32" y="7278"/>
                    <a:pt x="32" y="7499"/>
                  </a:cubicBezTo>
                  <a:cubicBezTo>
                    <a:pt x="32" y="7688"/>
                    <a:pt x="190" y="7845"/>
                    <a:pt x="410" y="7845"/>
                  </a:cubicBezTo>
                  <a:lnTo>
                    <a:pt x="1513" y="7845"/>
                  </a:lnTo>
                  <a:cubicBezTo>
                    <a:pt x="1545" y="8475"/>
                    <a:pt x="1734" y="9074"/>
                    <a:pt x="2017" y="9610"/>
                  </a:cubicBezTo>
                  <a:lnTo>
                    <a:pt x="977" y="10019"/>
                  </a:lnTo>
                  <a:cubicBezTo>
                    <a:pt x="914" y="10051"/>
                    <a:pt x="820" y="10082"/>
                    <a:pt x="788" y="10177"/>
                  </a:cubicBezTo>
                  <a:lnTo>
                    <a:pt x="95" y="11594"/>
                  </a:lnTo>
                  <a:cubicBezTo>
                    <a:pt x="1" y="11752"/>
                    <a:pt x="95" y="11972"/>
                    <a:pt x="253" y="12067"/>
                  </a:cubicBezTo>
                  <a:cubicBezTo>
                    <a:pt x="292" y="12083"/>
                    <a:pt x="336" y="12091"/>
                    <a:pt x="380" y="12091"/>
                  </a:cubicBezTo>
                  <a:cubicBezTo>
                    <a:pt x="513" y="12091"/>
                    <a:pt x="655" y="12020"/>
                    <a:pt x="725" y="11878"/>
                  </a:cubicBezTo>
                  <a:lnTo>
                    <a:pt x="1387" y="10586"/>
                  </a:lnTo>
                  <a:lnTo>
                    <a:pt x="2395" y="10208"/>
                  </a:lnTo>
                  <a:cubicBezTo>
                    <a:pt x="2962" y="10933"/>
                    <a:pt x="3718" y="11531"/>
                    <a:pt x="4664" y="11846"/>
                  </a:cubicBezTo>
                  <a:cubicBezTo>
                    <a:pt x="4706" y="11868"/>
                    <a:pt x="4750" y="11878"/>
                    <a:pt x="4794" y="11878"/>
                  </a:cubicBezTo>
                  <a:cubicBezTo>
                    <a:pt x="4944" y="11878"/>
                    <a:pt x="5087" y="11758"/>
                    <a:pt x="5136" y="11563"/>
                  </a:cubicBezTo>
                  <a:lnTo>
                    <a:pt x="5199" y="11248"/>
                  </a:lnTo>
                  <a:cubicBezTo>
                    <a:pt x="5514" y="11342"/>
                    <a:pt x="5829" y="11374"/>
                    <a:pt x="6176" y="11374"/>
                  </a:cubicBezTo>
                  <a:cubicBezTo>
                    <a:pt x="6491" y="11374"/>
                    <a:pt x="6869" y="11342"/>
                    <a:pt x="7184" y="11248"/>
                  </a:cubicBezTo>
                  <a:lnTo>
                    <a:pt x="7247" y="11563"/>
                  </a:lnTo>
                  <a:cubicBezTo>
                    <a:pt x="7275" y="11756"/>
                    <a:pt x="7471" y="11852"/>
                    <a:pt x="7646" y="11852"/>
                  </a:cubicBezTo>
                  <a:cubicBezTo>
                    <a:pt x="7671" y="11852"/>
                    <a:pt x="7696" y="11850"/>
                    <a:pt x="7720" y="11846"/>
                  </a:cubicBezTo>
                  <a:cubicBezTo>
                    <a:pt x="8633" y="11531"/>
                    <a:pt x="9421" y="10933"/>
                    <a:pt x="9956" y="10208"/>
                  </a:cubicBezTo>
                  <a:lnTo>
                    <a:pt x="10996" y="10586"/>
                  </a:lnTo>
                  <a:lnTo>
                    <a:pt x="11658" y="11878"/>
                  </a:lnTo>
                  <a:cubicBezTo>
                    <a:pt x="11729" y="12020"/>
                    <a:pt x="11870" y="12091"/>
                    <a:pt x="12003" y="12091"/>
                  </a:cubicBezTo>
                  <a:cubicBezTo>
                    <a:pt x="12048" y="12091"/>
                    <a:pt x="12091" y="12083"/>
                    <a:pt x="12130" y="12067"/>
                  </a:cubicBezTo>
                  <a:cubicBezTo>
                    <a:pt x="12288" y="11972"/>
                    <a:pt x="12382" y="11720"/>
                    <a:pt x="12288" y="11594"/>
                  </a:cubicBezTo>
                  <a:lnTo>
                    <a:pt x="11500" y="10177"/>
                  </a:lnTo>
                  <a:cubicBezTo>
                    <a:pt x="11469" y="10082"/>
                    <a:pt x="11374" y="10019"/>
                    <a:pt x="11311" y="10019"/>
                  </a:cubicBezTo>
                  <a:lnTo>
                    <a:pt x="10271" y="9610"/>
                  </a:lnTo>
                  <a:cubicBezTo>
                    <a:pt x="10555" y="9074"/>
                    <a:pt x="10712" y="8475"/>
                    <a:pt x="10807" y="7845"/>
                  </a:cubicBezTo>
                  <a:lnTo>
                    <a:pt x="11910" y="7845"/>
                  </a:lnTo>
                  <a:cubicBezTo>
                    <a:pt x="12099" y="7845"/>
                    <a:pt x="12256" y="7688"/>
                    <a:pt x="12256" y="7499"/>
                  </a:cubicBezTo>
                  <a:cubicBezTo>
                    <a:pt x="12256" y="7278"/>
                    <a:pt x="12099" y="7121"/>
                    <a:pt x="11910" y="7121"/>
                  </a:cubicBezTo>
                  <a:lnTo>
                    <a:pt x="10807" y="7121"/>
                  </a:lnTo>
                  <a:cubicBezTo>
                    <a:pt x="10775" y="6491"/>
                    <a:pt x="10555" y="5923"/>
                    <a:pt x="10271" y="5356"/>
                  </a:cubicBezTo>
                  <a:lnTo>
                    <a:pt x="11311" y="4978"/>
                  </a:lnTo>
                  <a:cubicBezTo>
                    <a:pt x="11374" y="4915"/>
                    <a:pt x="11469" y="4884"/>
                    <a:pt x="11500" y="4789"/>
                  </a:cubicBezTo>
                  <a:lnTo>
                    <a:pt x="12225" y="3403"/>
                  </a:lnTo>
                  <a:cubicBezTo>
                    <a:pt x="12288" y="3214"/>
                    <a:pt x="12225" y="2994"/>
                    <a:pt x="12067" y="2931"/>
                  </a:cubicBezTo>
                  <a:cubicBezTo>
                    <a:pt x="12024" y="2904"/>
                    <a:pt x="11973" y="2893"/>
                    <a:pt x="11922" y="2893"/>
                  </a:cubicBezTo>
                  <a:cubicBezTo>
                    <a:pt x="11785" y="2893"/>
                    <a:pt x="11640" y="2974"/>
                    <a:pt x="11595" y="3088"/>
                  </a:cubicBezTo>
                  <a:lnTo>
                    <a:pt x="10902" y="4380"/>
                  </a:lnTo>
                  <a:lnTo>
                    <a:pt x="9893" y="4758"/>
                  </a:lnTo>
                  <a:cubicBezTo>
                    <a:pt x="9389" y="4096"/>
                    <a:pt x="8696" y="3561"/>
                    <a:pt x="7909" y="3246"/>
                  </a:cubicBezTo>
                  <a:cubicBezTo>
                    <a:pt x="7909" y="2647"/>
                    <a:pt x="7656" y="2143"/>
                    <a:pt x="7215" y="1828"/>
                  </a:cubicBezTo>
                  <a:cubicBezTo>
                    <a:pt x="7656" y="1450"/>
                    <a:pt x="7909" y="946"/>
                    <a:pt x="7909" y="347"/>
                  </a:cubicBezTo>
                  <a:cubicBezTo>
                    <a:pt x="7909" y="158"/>
                    <a:pt x="7751" y="1"/>
                    <a:pt x="7562" y="1"/>
                  </a:cubicBezTo>
                  <a:cubicBezTo>
                    <a:pt x="7373" y="1"/>
                    <a:pt x="7215" y="158"/>
                    <a:pt x="7215" y="347"/>
                  </a:cubicBezTo>
                  <a:cubicBezTo>
                    <a:pt x="7215" y="946"/>
                    <a:pt x="6743" y="1450"/>
                    <a:pt x="6144" y="1450"/>
                  </a:cubicBezTo>
                  <a:cubicBezTo>
                    <a:pt x="5546" y="1450"/>
                    <a:pt x="5073" y="946"/>
                    <a:pt x="5073" y="347"/>
                  </a:cubicBezTo>
                  <a:cubicBezTo>
                    <a:pt x="5073" y="158"/>
                    <a:pt x="4916" y="1"/>
                    <a:pt x="47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702" name="Google Shape;15702;p86"/>
          <p:cNvGrpSpPr/>
          <p:nvPr/>
        </p:nvGrpSpPr>
        <p:grpSpPr>
          <a:xfrm>
            <a:off x="3159232" y="2851506"/>
            <a:ext cx="475125" cy="472676"/>
            <a:chOff x="-19801400" y="2788575"/>
            <a:chExt cx="305625" cy="304050"/>
          </a:xfrm>
        </p:grpSpPr>
        <p:sp>
          <p:nvSpPr>
            <p:cNvPr id="15703" name="Google Shape;15703;p86"/>
            <p:cNvSpPr/>
            <p:nvPr/>
          </p:nvSpPr>
          <p:spPr>
            <a:xfrm>
              <a:off x="-19744700" y="2931925"/>
              <a:ext cx="52800" cy="18125"/>
            </a:xfrm>
            <a:custGeom>
              <a:avLst/>
              <a:gdLst/>
              <a:ahLst/>
              <a:cxnLst/>
              <a:rect l="l" t="t" r="r" b="b"/>
              <a:pathLst>
                <a:path w="2112" h="725" extrusionOk="0">
                  <a:moveTo>
                    <a:pt x="347" y="0"/>
                  </a:moveTo>
                  <a:cubicBezTo>
                    <a:pt x="158" y="0"/>
                    <a:pt x="1" y="158"/>
                    <a:pt x="1" y="347"/>
                  </a:cubicBezTo>
                  <a:cubicBezTo>
                    <a:pt x="1" y="567"/>
                    <a:pt x="158" y="725"/>
                    <a:pt x="347" y="725"/>
                  </a:cubicBezTo>
                  <a:lnTo>
                    <a:pt x="1765" y="725"/>
                  </a:lnTo>
                  <a:cubicBezTo>
                    <a:pt x="1922" y="725"/>
                    <a:pt x="2111" y="567"/>
                    <a:pt x="2111" y="347"/>
                  </a:cubicBezTo>
                  <a:cubicBezTo>
                    <a:pt x="2111" y="158"/>
                    <a:pt x="1954"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704" name="Google Shape;15704;p86"/>
            <p:cNvSpPr/>
            <p:nvPr/>
          </p:nvSpPr>
          <p:spPr>
            <a:xfrm>
              <a:off x="-19709250" y="2967350"/>
              <a:ext cx="52800" cy="18150"/>
            </a:xfrm>
            <a:custGeom>
              <a:avLst/>
              <a:gdLst/>
              <a:ahLst/>
              <a:cxnLst/>
              <a:rect l="l" t="t" r="r" b="b"/>
              <a:pathLst>
                <a:path w="2112" h="726" extrusionOk="0">
                  <a:moveTo>
                    <a:pt x="347" y="1"/>
                  </a:moveTo>
                  <a:cubicBezTo>
                    <a:pt x="158" y="1"/>
                    <a:pt x="0" y="158"/>
                    <a:pt x="0" y="347"/>
                  </a:cubicBezTo>
                  <a:cubicBezTo>
                    <a:pt x="0" y="568"/>
                    <a:pt x="158" y="726"/>
                    <a:pt x="347" y="726"/>
                  </a:cubicBezTo>
                  <a:lnTo>
                    <a:pt x="1765" y="726"/>
                  </a:lnTo>
                  <a:cubicBezTo>
                    <a:pt x="1954" y="726"/>
                    <a:pt x="2111" y="568"/>
                    <a:pt x="2111" y="347"/>
                  </a:cubicBezTo>
                  <a:cubicBezTo>
                    <a:pt x="2111" y="190"/>
                    <a:pt x="1954"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705" name="Google Shape;15705;p86"/>
            <p:cNvSpPr/>
            <p:nvPr/>
          </p:nvSpPr>
          <p:spPr>
            <a:xfrm>
              <a:off x="-19638375" y="2968150"/>
              <a:ext cx="52800" cy="18150"/>
            </a:xfrm>
            <a:custGeom>
              <a:avLst/>
              <a:gdLst/>
              <a:ahLst/>
              <a:cxnLst/>
              <a:rect l="l" t="t" r="r" b="b"/>
              <a:pathLst>
                <a:path w="2112" h="726" extrusionOk="0">
                  <a:moveTo>
                    <a:pt x="347" y="0"/>
                  </a:moveTo>
                  <a:cubicBezTo>
                    <a:pt x="158" y="0"/>
                    <a:pt x="1" y="158"/>
                    <a:pt x="1" y="378"/>
                  </a:cubicBezTo>
                  <a:cubicBezTo>
                    <a:pt x="1" y="568"/>
                    <a:pt x="158" y="725"/>
                    <a:pt x="347" y="725"/>
                  </a:cubicBezTo>
                  <a:lnTo>
                    <a:pt x="1765" y="725"/>
                  </a:lnTo>
                  <a:cubicBezTo>
                    <a:pt x="1954" y="725"/>
                    <a:pt x="2112" y="568"/>
                    <a:pt x="2112" y="378"/>
                  </a:cubicBezTo>
                  <a:cubicBezTo>
                    <a:pt x="2112" y="158"/>
                    <a:pt x="1954"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706" name="Google Shape;15706;p86"/>
            <p:cNvSpPr/>
            <p:nvPr/>
          </p:nvSpPr>
          <p:spPr>
            <a:xfrm>
              <a:off x="-19673800" y="2931925"/>
              <a:ext cx="52775" cy="18125"/>
            </a:xfrm>
            <a:custGeom>
              <a:avLst/>
              <a:gdLst/>
              <a:ahLst/>
              <a:cxnLst/>
              <a:rect l="l" t="t" r="r" b="b"/>
              <a:pathLst>
                <a:path w="2111" h="725" extrusionOk="0">
                  <a:moveTo>
                    <a:pt x="347" y="0"/>
                  </a:moveTo>
                  <a:cubicBezTo>
                    <a:pt x="158" y="0"/>
                    <a:pt x="0" y="158"/>
                    <a:pt x="0" y="347"/>
                  </a:cubicBezTo>
                  <a:cubicBezTo>
                    <a:pt x="0" y="567"/>
                    <a:pt x="158" y="725"/>
                    <a:pt x="347" y="725"/>
                  </a:cubicBezTo>
                  <a:lnTo>
                    <a:pt x="1764" y="725"/>
                  </a:lnTo>
                  <a:cubicBezTo>
                    <a:pt x="1953" y="725"/>
                    <a:pt x="2111" y="567"/>
                    <a:pt x="2111" y="347"/>
                  </a:cubicBezTo>
                  <a:cubicBezTo>
                    <a:pt x="2111" y="158"/>
                    <a:pt x="1953" y="0"/>
                    <a:pt x="17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707" name="Google Shape;15707;p86"/>
            <p:cNvSpPr/>
            <p:nvPr/>
          </p:nvSpPr>
          <p:spPr>
            <a:xfrm>
              <a:off x="-19602925" y="2931925"/>
              <a:ext cx="52800" cy="18125"/>
            </a:xfrm>
            <a:custGeom>
              <a:avLst/>
              <a:gdLst/>
              <a:ahLst/>
              <a:cxnLst/>
              <a:rect l="l" t="t" r="r" b="b"/>
              <a:pathLst>
                <a:path w="2112" h="725" extrusionOk="0">
                  <a:moveTo>
                    <a:pt x="347" y="0"/>
                  </a:moveTo>
                  <a:cubicBezTo>
                    <a:pt x="158" y="0"/>
                    <a:pt x="1" y="158"/>
                    <a:pt x="1" y="347"/>
                  </a:cubicBezTo>
                  <a:cubicBezTo>
                    <a:pt x="1" y="567"/>
                    <a:pt x="158" y="725"/>
                    <a:pt x="347" y="725"/>
                  </a:cubicBezTo>
                  <a:lnTo>
                    <a:pt x="1765" y="725"/>
                  </a:lnTo>
                  <a:cubicBezTo>
                    <a:pt x="1954" y="725"/>
                    <a:pt x="2111" y="567"/>
                    <a:pt x="2111" y="347"/>
                  </a:cubicBezTo>
                  <a:cubicBezTo>
                    <a:pt x="2111" y="158"/>
                    <a:pt x="1954"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708" name="Google Shape;15708;p86"/>
            <p:cNvSpPr/>
            <p:nvPr/>
          </p:nvSpPr>
          <p:spPr>
            <a:xfrm>
              <a:off x="-19801400" y="2788575"/>
              <a:ext cx="305625" cy="304050"/>
            </a:xfrm>
            <a:custGeom>
              <a:avLst/>
              <a:gdLst/>
              <a:ahLst/>
              <a:cxnLst/>
              <a:rect l="l" t="t" r="r" b="b"/>
              <a:pathLst>
                <a:path w="12225" h="12162" extrusionOk="0">
                  <a:moveTo>
                    <a:pt x="6144" y="693"/>
                  </a:moveTo>
                  <a:cubicBezTo>
                    <a:pt x="7026" y="693"/>
                    <a:pt x="7940" y="2584"/>
                    <a:pt x="7940" y="4316"/>
                  </a:cubicBezTo>
                  <a:lnTo>
                    <a:pt x="4348" y="4316"/>
                  </a:lnTo>
                  <a:cubicBezTo>
                    <a:pt x="4348" y="2584"/>
                    <a:pt x="5293" y="693"/>
                    <a:pt x="6144" y="693"/>
                  </a:cubicBezTo>
                  <a:close/>
                  <a:moveTo>
                    <a:pt x="9677" y="1496"/>
                  </a:moveTo>
                  <a:cubicBezTo>
                    <a:pt x="9731" y="1496"/>
                    <a:pt x="9781" y="1501"/>
                    <a:pt x="9830" y="1513"/>
                  </a:cubicBezTo>
                  <a:cubicBezTo>
                    <a:pt x="10145" y="1607"/>
                    <a:pt x="10397" y="1985"/>
                    <a:pt x="10617" y="2552"/>
                  </a:cubicBezTo>
                  <a:cubicBezTo>
                    <a:pt x="10775" y="3056"/>
                    <a:pt x="10838" y="3686"/>
                    <a:pt x="10806" y="4316"/>
                  </a:cubicBezTo>
                  <a:lnTo>
                    <a:pt x="8633" y="4316"/>
                  </a:lnTo>
                  <a:cubicBezTo>
                    <a:pt x="8633" y="3686"/>
                    <a:pt x="8507" y="2993"/>
                    <a:pt x="8318" y="2300"/>
                  </a:cubicBezTo>
                  <a:cubicBezTo>
                    <a:pt x="8762" y="1800"/>
                    <a:pt x="9280" y="1496"/>
                    <a:pt x="9677" y="1496"/>
                  </a:cubicBezTo>
                  <a:close/>
                  <a:moveTo>
                    <a:pt x="2638" y="1496"/>
                  </a:moveTo>
                  <a:cubicBezTo>
                    <a:pt x="3024" y="1496"/>
                    <a:pt x="3501" y="1807"/>
                    <a:pt x="4001" y="2363"/>
                  </a:cubicBezTo>
                  <a:cubicBezTo>
                    <a:pt x="3781" y="2993"/>
                    <a:pt x="3686" y="3686"/>
                    <a:pt x="3686" y="4348"/>
                  </a:cubicBezTo>
                  <a:lnTo>
                    <a:pt x="1513" y="4348"/>
                  </a:lnTo>
                  <a:cubicBezTo>
                    <a:pt x="1481" y="3686"/>
                    <a:pt x="1544" y="3056"/>
                    <a:pt x="1702" y="2552"/>
                  </a:cubicBezTo>
                  <a:cubicBezTo>
                    <a:pt x="1891" y="1954"/>
                    <a:pt x="2174" y="1607"/>
                    <a:pt x="2489" y="1513"/>
                  </a:cubicBezTo>
                  <a:cubicBezTo>
                    <a:pt x="2537" y="1502"/>
                    <a:pt x="2587" y="1496"/>
                    <a:pt x="2638" y="1496"/>
                  </a:cubicBezTo>
                  <a:close/>
                  <a:moveTo>
                    <a:pt x="11153" y="5041"/>
                  </a:moveTo>
                  <a:cubicBezTo>
                    <a:pt x="11342" y="5041"/>
                    <a:pt x="11500" y="5199"/>
                    <a:pt x="11500" y="5388"/>
                  </a:cubicBezTo>
                  <a:cubicBezTo>
                    <a:pt x="11500" y="7152"/>
                    <a:pt x="10050" y="8601"/>
                    <a:pt x="8286" y="8601"/>
                  </a:cubicBezTo>
                  <a:lnTo>
                    <a:pt x="4001" y="8601"/>
                  </a:lnTo>
                  <a:cubicBezTo>
                    <a:pt x="2206" y="8601"/>
                    <a:pt x="756" y="7152"/>
                    <a:pt x="756" y="5388"/>
                  </a:cubicBezTo>
                  <a:cubicBezTo>
                    <a:pt x="756" y="5199"/>
                    <a:pt x="914" y="5041"/>
                    <a:pt x="1103" y="5041"/>
                  </a:cubicBezTo>
                  <a:close/>
                  <a:moveTo>
                    <a:pt x="9357" y="9326"/>
                  </a:moveTo>
                  <a:lnTo>
                    <a:pt x="9357" y="9672"/>
                  </a:lnTo>
                  <a:cubicBezTo>
                    <a:pt x="9357" y="10271"/>
                    <a:pt x="8885" y="10743"/>
                    <a:pt x="8286" y="10743"/>
                  </a:cubicBezTo>
                  <a:lnTo>
                    <a:pt x="7940" y="10743"/>
                  </a:lnTo>
                  <a:lnTo>
                    <a:pt x="7940" y="10397"/>
                  </a:lnTo>
                  <a:cubicBezTo>
                    <a:pt x="7940" y="9798"/>
                    <a:pt x="8412" y="9326"/>
                    <a:pt x="8979" y="9326"/>
                  </a:cubicBezTo>
                  <a:close/>
                  <a:moveTo>
                    <a:pt x="10050" y="9357"/>
                  </a:moveTo>
                  <a:cubicBezTo>
                    <a:pt x="10870" y="9515"/>
                    <a:pt x="11500" y="10208"/>
                    <a:pt x="11500" y="11090"/>
                  </a:cubicBezTo>
                  <a:lnTo>
                    <a:pt x="11500" y="11437"/>
                  </a:lnTo>
                  <a:lnTo>
                    <a:pt x="11153" y="11437"/>
                  </a:lnTo>
                  <a:cubicBezTo>
                    <a:pt x="10617" y="11437"/>
                    <a:pt x="10050" y="11185"/>
                    <a:pt x="9704" y="10743"/>
                  </a:cubicBezTo>
                  <a:cubicBezTo>
                    <a:pt x="9924" y="10428"/>
                    <a:pt x="10050" y="10082"/>
                    <a:pt x="10050" y="9672"/>
                  </a:cubicBezTo>
                  <a:lnTo>
                    <a:pt x="10050" y="9357"/>
                  </a:lnTo>
                  <a:close/>
                  <a:moveTo>
                    <a:pt x="6112" y="0"/>
                  </a:moveTo>
                  <a:cubicBezTo>
                    <a:pt x="5419" y="0"/>
                    <a:pt x="4789" y="536"/>
                    <a:pt x="4253" y="1513"/>
                  </a:cubicBezTo>
                  <a:cubicBezTo>
                    <a:pt x="4253" y="1576"/>
                    <a:pt x="4222" y="1576"/>
                    <a:pt x="4222" y="1607"/>
                  </a:cubicBezTo>
                  <a:cubicBezTo>
                    <a:pt x="3680" y="1065"/>
                    <a:pt x="3096" y="777"/>
                    <a:pt x="2591" y="777"/>
                  </a:cubicBezTo>
                  <a:cubicBezTo>
                    <a:pt x="2479" y="777"/>
                    <a:pt x="2371" y="791"/>
                    <a:pt x="2269" y="819"/>
                  </a:cubicBezTo>
                  <a:cubicBezTo>
                    <a:pt x="1166" y="1135"/>
                    <a:pt x="630" y="2836"/>
                    <a:pt x="725" y="4348"/>
                  </a:cubicBezTo>
                  <a:cubicBezTo>
                    <a:pt x="284" y="4506"/>
                    <a:pt x="0" y="4915"/>
                    <a:pt x="0" y="5388"/>
                  </a:cubicBezTo>
                  <a:cubicBezTo>
                    <a:pt x="0" y="7561"/>
                    <a:pt x="1796" y="9326"/>
                    <a:pt x="3938" y="9326"/>
                  </a:cubicBezTo>
                  <a:lnTo>
                    <a:pt x="7530" y="9326"/>
                  </a:lnTo>
                  <a:cubicBezTo>
                    <a:pt x="7309" y="9641"/>
                    <a:pt x="7183" y="9987"/>
                    <a:pt x="7183" y="10365"/>
                  </a:cubicBezTo>
                  <a:lnTo>
                    <a:pt x="7183" y="11090"/>
                  </a:lnTo>
                  <a:cubicBezTo>
                    <a:pt x="7183" y="11279"/>
                    <a:pt x="7341" y="11437"/>
                    <a:pt x="7530" y="11437"/>
                  </a:cubicBezTo>
                  <a:lnTo>
                    <a:pt x="8255" y="11437"/>
                  </a:lnTo>
                  <a:cubicBezTo>
                    <a:pt x="8570" y="11437"/>
                    <a:pt x="8885" y="11374"/>
                    <a:pt x="9137" y="11216"/>
                  </a:cubicBezTo>
                  <a:cubicBezTo>
                    <a:pt x="9609" y="11815"/>
                    <a:pt x="10365" y="12161"/>
                    <a:pt x="11122" y="12161"/>
                  </a:cubicBezTo>
                  <a:lnTo>
                    <a:pt x="11815" y="12161"/>
                  </a:lnTo>
                  <a:cubicBezTo>
                    <a:pt x="12035" y="12161"/>
                    <a:pt x="12193" y="12004"/>
                    <a:pt x="12193" y="11815"/>
                  </a:cubicBezTo>
                  <a:lnTo>
                    <a:pt x="12193" y="11090"/>
                  </a:lnTo>
                  <a:cubicBezTo>
                    <a:pt x="12224" y="9956"/>
                    <a:pt x="11468" y="9011"/>
                    <a:pt x="10397" y="8696"/>
                  </a:cubicBezTo>
                  <a:cubicBezTo>
                    <a:pt x="11500" y="7971"/>
                    <a:pt x="12224" y="6774"/>
                    <a:pt x="12224" y="5388"/>
                  </a:cubicBezTo>
                  <a:cubicBezTo>
                    <a:pt x="12224" y="4915"/>
                    <a:pt x="11909" y="4506"/>
                    <a:pt x="11500" y="4348"/>
                  </a:cubicBezTo>
                  <a:cubicBezTo>
                    <a:pt x="11594" y="2773"/>
                    <a:pt x="11122" y="1103"/>
                    <a:pt x="9987" y="819"/>
                  </a:cubicBezTo>
                  <a:cubicBezTo>
                    <a:pt x="9879" y="791"/>
                    <a:pt x="9767" y="777"/>
                    <a:pt x="9651" y="777"/>
                  </a:cubicBezTo>
                  <a:cubicBezTo>
                    <a:pt x="9129" y="777"/>
                    <a:pt x="8544" y="1065"/>
                    <a:pt x="8003" y="1607"/>
                  </a:cubicBezTo>
                  <a:cubicBezTo>
                    <a:pt x="8003" y="1576"/>
                    <a:pt x="7971" y="1576"/>
                    <a:pt x="7971" y="1513"/>
                  </a:cubicBezTo>
                  <a:cubicBezTo>
                    <a:pt x="7498" y="536"/>
                    <a:pt x="6837" y="0"/>
                    <a:pt x="61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709" name="Google Shape;15709;p86"/>
          <p:cNvGrpSpPr/>
          <p:nvPr/>
        </p:nvGrpSpPr>
        <p:grpSpPr>
          <a:xfrm>
            <a:off x="6114308" y="1688916"/>
            <a:ext cx="422463" cy="472676"/>
            <a:chOff x="-17903225" y="2060800"/>
            <a:chExt cx="271750" cy="304050"/>
          </a:xfrm>
        </p:grpSpPr>
        <p:sp>
          <p:nvSpPr>
            <p:cNvPr id="15710" name="Google Shape;15710;p86"/>
            <p:cNvSpPr/>
            <p:nvPr/>
          </p:nvSpPr>
          <p:spPr>
            <a:xfrm>
              <a:off x="-17722875" y="2204150"/>
              <a:ext cx="18150" cy="18150"/>
            </a:xfrm>
            <a:custGeom>
              <a:avLst/>
              <a:gdLst/>
              <a:ahLst/>
              <a:cxnLst/>
              <a:rect l="l" t="t" r="r" b="b"/>
              <a:pathLst>
                <a:path w="726" h="726" extrusionOk="0">
                  <a:moveTo>
                    <a:pt x="347" y="1"/>
                  </a:moveTo>
                  <a:cubicBezTo>
                    <a:pt x="158" y="1"/>
                    <a:pt x="1" y="158"/>
                    <a:pt x="1" y="379"/>
                  </a:cubicBezTo>
                  <a:cubicBezTo>
                    <a:pt x="1" y="568"/>
                    <a:pt x="158" y="725"/>
                    <a:pt x="347" y="725"/>
                  </a:cubicBezTo>
                  <a:cubicBezTo>
                    <a:pt x="568" y="725"/>
                    <a:pt x="726" y="568"/>
                    <a:pt x="726" y="379"/>
                  </a:cubicBezTo>
                  <a:cubicBezTo>
                    <a:pt x="726"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711" name="Google Shape;15711;p86"/>
            <p:cNvSpPr/>
            <p:nvPr/>
          </p:nvSpPr>
          <p:spPr>
            <a:xfrm>
              <a:off x="-17829200" y="2204150"/>
              <a:ext cx="18150" cy="18150"/>
            </a:xfrm>
            <a:custGeom>
              <a:avLst/>
              <a:gdLst/>
              <a:ahLst/>
              <a:cxnLst/>
              <a:rect l="l" t="t" r="r" b="b"/>
              <a:pathLst>
                <a:path w="726" h="726" extrusionOk="0">
                  <a:moveTo>
                    <a:pt x="347" y="1"/>
                  </a:moveTo>
                  <a:cubicBezTo>
                    <a:pt x="158" y="1"/>
                    <a:pt x="1" y="158"/>
                    <a:pt x="1" y="379"/>
                  </a:cubicBezTo>
                  <a:cubicBezTo>
                    <a:pt x="1" y="568"/>
                    <a:pt x="158" y="725"/>
                    <a:pt x="347" y="725"/>
                  </a:cubicBezTo>
                  <a:cubicBezTo>
                    <a:pt x="568" y="725"/>
                    <a:pt x="725" y="568"/>
                    <a:pt x="725" y="379"/>
                  </a:cubicBez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712" name="Google Shape;15712;p86"/>
            <p:cNvSpPr/>
            <p:nvPr/>
          </p:nvSpPr>
          <p:spPr>
            <a:xfrm>
              <a:off x="-17903225" y="2060800"/>
              <a:ext cx="271750" cy="304050"/>
            </a:xfrm>
            <a:custGeom>
              <a:avLst/>
              <a:gdLst/>
              <a:ahLst/>
              <a:cxnLst/>
              <a:rect l="l" t="t" r="r" b="b"/>
              <a:pathLst>
                <a:path w="10870" h="12162" extrusionOk="0">
                  <a:moveTo>
                    <a:pt x="1040" y="694"/>
                  </a:moveTo>
                  <a:cubicBezTo>
                    <a:pt x="1891" y="694"/>
                    <a:pt x="2615" y="1293"/>
                    <a:pt x="2773" y="2112"/>
                  </a:cubicBezTo>
                  <a:cubicBezTo>
                    <a:pt x="2552" y="2364"/>
                    <a:pt x="2332" y="2679"/>
                    <a:pt x="2143" y="2994"/>
                  </a:cubicBezTo>
                  <a:lnTo>
                    <a:pt x="1040" y="694"/>
                  </a:lnTo>
                  <a:close/>
                  <a:moveTo>
                    <a:pt x="9861" y="694"/>
                  </a:moveTo>
                  <a:lnTo>
                    <a:pt x="8727" y="2994"/>
                  </a:lnTo>
                  <a:cubicBezTo>
                    <a:pt x="8507" y="2679"/>
                    <a:pt x="8318" y="2395"/>
                    <a:pt x="8097" y="2112"/>
                  </a:cubicBezTo>
                  <a:cubicBezTo>
                    <a:pt x="8255" y="1293"/>
                    <a:pt x="8979" y="694"/>
                    <a:pt x="9830" y="694"/>
                  </a:cubicBezTo>
                  <a:close/>
                  <a:moveTo>
                    <a:pt x="5451" y="1419"/>
                  </a:moveTo>
                  <a:cubicBezTo>
                    <a:pt x="6144" y="1419"/>
                    <a:pt x="6900" y="1860"/>
                    <a:pt x="7561" y="2584"/>
                  </a:cubicBezTo>
                  <a:lnTo>
                    <a:pt x="6994" y="2994"/>
                  </a:lnTo>
                  <a:cubicBezTo>
                    <a:pt x="6270" y="3466"/>
                    <a:pt x="5829" y="4254"/>
                    <a:pt x="5829" y="5136"/>
                  </a:cubicBezTo>
                  <a:lnTo>
                    <a:pt x="5829" y="6522"/>
                  </a:lnTo>
                  <a:cubicBezTo>
                    <a:pt x="5734" y="6491"/>
                    <a:pt x="5608" y="6491"/>
                    <a:pt x="5482" y="6491"/>
                  </a:cubicBezTo>
                  <a:cubicBezTo>
                    <a:pt x="5356" y="6491"/>
                    <a:pt x="5199" y="6522"/>
                    <a:pt x="5104" y="6554"/>
                  </a:cubicBezTo>
                  <a:lnTo>
                    <a:pt x="5104" y="5199"/>
                  </a:lnTo>
                  <a:cubicBezTo>
                    <a:pt x="5104" y="4317"/>
                    <a:pt x="4663" y="3498"/>
                    <a:pt x="3938" y="3025"/>
                  </a:cubicBezTo>
                  <a:lnTo>
                    <a:pt x="3371" y="2616"/>
                  </a:lnTo>
                  <a:cubicBezTo>
                    <a:pt x="4001" y="1797"/>
                    <a:pt x="4726" y="1419"/>
                    <a:pt x="5451" y="1419"/>
                  </a:cubicBezTo>
                  <a:close/>
                  <a:moveTo>
                    <a:pt x="5451" y="7152"/>
                  </a:moveTo>
                  <a:cubicBezTo>
                    <a:pt x="5608" y="7152"/>
                    <a:pt x="5734" y="7279"/>
                    <a:pt x="5797" y="7405"/>
                  </a:cubicBezTo>
                  <a:lnTo>
                    <a:pt x="5797" y="7562"/>
                  </a:lnTo>
                  <a:cubicBezTo>
                    <a:pt x="5766" y="7625"/>
                    <a:pt x="5608" y="7751"/>
                    <a:pt x="5451" y="7846"/>
                  </a:cubicBezTo>
                  <a:cubicBezTo>
                    <a:pt x="5262" y="7720"/>
                    <a:pt x="5104" y="7594"/>
                    <a:pt x="5104" y="7499"/>
                  </a:cubicBezTo>
                  <a:cubicBezTo>
                    <a:pt x="5104" y="7310"/>
                    <a:pt x="5262" y="7152"/>
                    <a:pt x="5451" y="7152"/>
                  </a:cubicBezTo>
                  <a:close/>
                  <a:moveTo>
                    <a:pt x="2899" y="3151"/>
                  </a:moveTo>
                  <a:lnTo>
                    <a:pt x="3560" y="3561"/>
                  </a:lnTo>
                  <a:cubicBezTo>
                    <a:pt x="4064" y="3907"/>
                    <a:pt x="4379" y="4538"/>
                    <a:pt x="4379" y="5105"/>
                  </a:cubicBezTo>
                  <a:lnTo>
                    <a:pt x="4379" y="7499"/>
                  </a:lnTo>
                  <a:cubicBezTo>
                    <a:pt x="4379" y="7562"/>
                    <a:pt x="4379" y="7625"/>
                    <a:pt x="4411" y="7688"/>
                  </a:cubicBezTo>
                  <a:cubicBezTo>
                    <a:pt x="4505" y="8035"/>
                    <a:pt x="4852" y="8287"/>
                    <a:pt x="5104" y="8413"/>
                  </a:cubicBezTo>
                  <a:lnTo>
                    <a:pt x="5104" y="8948"/>
                  </a:lnTo>
                  <a:lnTo>
                    <a:pt x="5104" y="8980"/>
                  </a:lnTo>
                  <a:cubicBezTo>
                    <a:pt x="5059" y="9813"/>
                    <a:pt x="4353" y="10357"/>
                    <a:pt x="3575" y="10357"/>
                  </a:cubicBezTo>
                  <a:cubicBezTo>
                    <a:pt x="3264" y="10357"/>
                    <a:pt x="2943" y="10271"/>
                    <a:pt x="2647" y="10082"/>
                  </a:cubicBezTo>
                  <a:cubicBezTo>
                    <a:pt x="1859" y="9547"/>
                    <a:pt x="1512" y="8728"/>
                    <a:pt x="1512" y="7499"/>
                  </a:cubicBezTo>
                  <a:cubicBezTo>
                    <a:pt x="1512" y="6144"/>
                    <a:pt x="2017" y="4443"/>
                    <a:pt x="2899" y="3151"/>
                  </a:cubicBezTo>
                  <a:close/>
                  <a:moveTo>
                    <a:pt x="8066" y="3151"/>
                  </a:moveTo>
                  <a:cubicBezTo>
                    <a:pt x="8916" y="4412"/>
                    <a:pt x="9420" y="6144"/>
                    <a:pt x="9420" y="7499"/>
                  </a:cubicBezTo>
                  <a:cubicBezTo>
                    <a:pt x="9389" y="8696"/>
                    <a:pt x="8979" y="9578"/>
                    <a:pt x="8192" y="10082"/>
                  </a:cubicBezTo>
                  <a:cubicBezTo>
                    <a:pt x="7913" y="10271"/>
                    <a:pt x="7599" y="10357"/>
                    <a:pt x="7293" y="10357"/>
                  </a:cubicBezTo>
                  <a:cubicBezTo>
                    <a:pt x="6522" y="10357"/>
                    <a:pt x="5797" y="9813"/>
                    <a:pt x="5797" y="8980"/>
                  </a:cubicBezTo>
                  <a:lnTo>
                    <a:pt x="5797" y="8917"/>
                  </a:lnTo>
                  <a:lnTo>
                    <a:pt x="5797" y="8476"/>
                  </a:lnTo>
                  <a:cubicBezTo>
                    <a:pt x="6175" y="8255"/>
                    <a:pt x="6553" y="7940"/>
                    <a:pt x="6553" y="7499"/>
                  </a:cubicBezTo>
                  <a:lnTo>
                    <a:pt x="6553" y="7310"/>
                  </a:lnTo>
                  <a:lnTo>
                    <a:pt x="6553" y="5105"/>
                  </a:lnTo>
                  <a:cubicBezTo>
                    <a:pt x="6553" y="4475"/>
                    <a:pt x="6868" y="3907"/>
                    <a:pt x="7372" y="3561"/>
                  </a:cubicBezTo>
                  <a:lnTo>
                    <a:pt x="8066" y="3151"/>
                  </a:lnTo>
                  <a:close/>
                  <a:moveTo>
                    <a:pt x="5451" y="10145"/>
                  </a:moveTo>
                  <a:cubicBezTo>
                    <a:pt x="5577" y="10303"/>
                    <a:pt x="5671" y="10429"/>
                    <a:pt x="5797" y="10555"/>
                  </a:cubicBezTo>
                  <a:lnTo>
                    <a:pt x="5797" y="11437"/>
                  </a:lnTo>
                  <a:lnTo>
                    <a:pt x="5104" y="11437"/>
                  </a:lnTo>
                  <a:lnTo>
                    <a:pt x="5104" y="10555"/>
                  </a:lnTo>
                  <a:cubicBezTo>
                    <a:pt x="5199" y="10429"/>
                    <a:pt x="5356" y="10303"/>
                    <a:pt x="5451" y="10145"/>
                  </a:cubicBezTo>
                  <a:close/>
                  <a:moveTo>
                    <a:pt x="441" y="1"/>
                  </a:moveTo>
                  <a:cubicBezTo>
                    <a:pt x="158" y="1"/>
                    <a:pt x="0" y="284"/>
                    <a:pt x="126" y="505"/>
                  </a:cubicBezTo>
                  <a:lnTo>
                    <a:pt x="1733" y="3750"/>
                  </a:lnTo>
                  <a:cubicBezTo>
                    <a:pt x="1166" y="4947"/>
                    <a:pt x="788" y="6302"/>
                    <a:pt x="788" y="7499"/>
                  </a:cubicBezTo>
                  <a:cubicBezTo>
                    <a:pt x="788" y="8917"/>
                    <a:pt x="1260" y="9988"/>
                    <a:pt x="2269" y="10650"/>
                  </a:cubicBezTo>
                  <a:cubicBezTo>
                    <a:pt x="2670" y="10930"/>
                    <a:pt x="3134" y="11071"/>
                    <a:pt x="3598" y="11071"/>
                  </a:cubicBezTo>
                  <a:cubicBezTo>
                    <a:pt x="3863" y="11071"/>
                    <a:pt x="4127" y="11025"/>
                    <a:pt x="4379" y="10933"/>
                  </a:cubicBezTo>
                  <a:lnTo>
                    <a:pt x="4379" y="11815"/>
                  </a:lnTo>
                  <a:cubicBezTo>
                    <a:pt x="4379" y="12004"/>
                    <a:pt x="4537" y="12162"/>
                    <a:pt x="4726" y="12162"/>
                  </a:cubicBezTo>
                  <a:lnTo>
                    <a:pt x="6144" y="12162"/>
                  </a:lnTo>
                  <a:cubicBezTo>
                    <a:pt x="6364" y="12162"/>
                    <a:pt x="6522" y="12004"/>
                    <a:pt x="6522" y="11815"/>
                  </a:cubicBezTo>
                  <a:lnTo>
                    <a:pt x="6522" y="10933"/>
                  </a:lnTo>
                  <a:cubicBezTo>
                    <a:pt x="6774" y="11025"/>
                    <a:pt x="7038" y="11071"/>
                    <a:pt x="7303" y="11071"/>
                  </a:cubicBezTo>
                  <a:cubicBezTo>
                    <a:pt x="7767" y="11071"/>
                    <a:pt x="8232" y="10930"/>
                    <a:pt x="8633" y="10650"/>
                  </a:cubicBezTo>
                  <a:cubicBezTo>
                    <a:pt x="9641" y="9988"/>
                    <a:pt x="10113" y="8917"/>
                    <a:pt x="10113" y="7499"/>
                  </a:cubicBezTo>
                  <a:cubicBezTo>
                    <a:pt x="10113" y="6302"/>
                    <a:pt x="9735" y="4916"/>
                    <a:pt x="9137" y="3750"/>
                  </a:cubicBezTo>
                  <a:lnTo>
                    <a:pt x="10775" y="505"/>
                  </a:lnTo>
                  <a:cubicBezTo>
                    <a:pt x="10869" y="284"/>
                    <a:pt x="10680" y="1"/>
                    <a:pt x="10460" y="1"/>
                  </a:cubicBezTo>
                  <a:lnTo>
                    <a:pt x="9861" y="1"/>
                  </a:lnTo>
                  <a:cubicBezTo>
                    <a:pt x="8853" y="1"/>
                    <a:pt x="7940" y="631"/>
                    <a:pt x="7530" y="1576"/>
                  </a:cubicBezTo>
                  <a:cubicBezTo>
                    <a:pt x="7467" y="1545"/>
                    <a:pt x="7404" y="1450"/>
                    <a:pt x="7341" y="1419"/>
                  </a:cubicBezTo>
                  <a:cubicBezTo>
                    <a:pt x="6742" y="946"/>
                    <a:pt x="6112" y="694"/>
                    <a:pt x="5451" y="694"/>
                  </a:cubicBezTo>
                  <a:cubicBezTo>
                    <a:pt x="4663" y="694"/>
                    <a:pt x="3938" y="1072"/>
                    <a:pt x="3371" y="1576"/>
                  </a:cubicBezTo>
                  <a:cubicBezTo>
                    <a:pt x="2993" y="631"/>
                    <a:pt x="2111"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713" name="Google Shape;15713;p86"/>
          <p:cNvGrpSpPr/>
          <p:nvPr/>
        </p:nvGrpSpPr>
        <p:grpSpPr>
          <a:xfrm>
            <a:off x="6088599" y="2274962"/>
            <a:ext cx="473881" cy="472676"/>
            <a:chOff x="-17918975" y="2435725"/>
            <a:chExt cx="304825" cy="304050"/>
          </a:xfrm>
        </p:grpSpPr>
        <p:sp>
          <p:nvSpPr>
            <p:cNvPr id="15714" name="Google Shape;15714;p86"/>
            <p:cNvSpPr/>
            <p:nvPr/>
          </p:nvSpPr>
          <p:spPr>
            <a:xfrm>
              <a:off x="-17918975" y="2435725"/>
              <a:ext cx="304825" cy="304050"/>
            </a:xfrm>
            <a:custGeom>
              <a:avLst/>
              <a:gdLst/>
              <a:ahLst/>
              <a:cxnLst/>
              <a:rect l="l" t="t" r="r" b="b"/>
              <a:pathLst>
                <a:path w="12193" h="12162" extrusionOk="0">
                  <a:moveTo>
                    <a:pt x="1040" y="662"/>
                  </a:moveTo>
                  <a:cubicBezTo>
                    <a:pt x="1229" y="662"/>
                    <a:pt x="1386" y="819"/>
                    <a:pt x="1386" y="1040"/>
                  </a:cubicBezTo>
                  <a:cubicBezTo>
                    <a:pt x="1386" y="1229"/>
                    <a:pt x="1229" y="1386"/>
                    <a:pt x="1040" y="1386"/>
                  </a:cubicBezTo>
                  <a:cubicBezTo>
                    <a:pt x="851" y="1386"/>
                    <a:pt x="693" y="1229"/>
                    <a:pt x="693" y="1040"/>
                  </a:cubicBezTo>
                  <a:cubicBezTo>
                    <a:pt x="693" y="819"/>
                    <a:pt x="851" y="662"/>
                    <a:pt x="1040" y="662"/>
                  </a:cubicBezTo>
                  <a:close/>
                  <a:moveTo>
                    <a:pt x="3907" y="662"/>
                  </a:moveTo>
                  <a:cubicBezTo>
                    <a:pt x="4096" y="662"/>
                    <a:pt x="4253" y="819"/>
                    <a:pt x="4253" y="1040"/>
                  </a:cubicBezTo>
                  <a:cubicBezTo>
                    <a:pt x="4253" y="1229"/>
                    <a:pt x="4096" y="1386"/>
                    <a:pt x="3907" y="1386"/>
                  </a:cubicBezTo>
                  <a:cubicBezTo>
                    <a:pt x="3718" y="1386"/>
                    <a:pt x="3560" y="1229"/>
                    <a:pt x="3560" y="1040"/>
                  </a:cubicBezTo>
                  <a:cubicBezTo>
                    <a:pt x="3560" y="819"/>
                    <a:pt x="3718" y="662"/>
                    <a:pt x="3907" y="662"/>
                  </a:cubicBezTo>
                  <a:close/>
                  <a:moveTo>
                    <a:pt x="7828" y="2853"/>
                  </a:moveTo>
                  <a:cubicBezTo>
                    <a:pt x="9848" y="2853"/>
                    <a:pt x="11436" y="4484"/>
                    <a:pt x="11436" y="6427"/>
                  </a:cubicBezTo>
                  <a:lnTo>
                    <a:pt x="11436" y="6774"/>
                  </a:lnTo>
                  <a:cubicBezTo>
                    <a:pt x="11436" y="8538"/>
                    <a:pt x="9987" y="10019"/>
                    <a:pt x="8191" y="10019"/>
                  </a:cubicBezTo>
                  <a:cubicBezTo>
                    <a:pt x="6837" y="10019"/>
                    <a:pt x="5671" y="8916"/>
                    <a:pt x="5671" y="7530"/>
                  </a:cubicBezTo>
                  <a:lnTo>
                    <a:pt x="5671" y="6931"/>
                  </a:lnTo>
                  <a:cubicBezTo>
                    <a:pt x="5671" y="5955"/>
                    <a:pt x="6427" y="5072"/>
                    <a:pt x="7372" y="5041"/>
                  </a:cubicBezTo>
                  <a:cubicBezTo>
                    <a:pt x="7392" y="5040"/>
                    <a:pt x="7413" y="5040"/>
                    <a:pt x="7433" y="5040"/>
                  </a:cubicBezTo>
                  <a:cubicBezTo>
                    <a:pt x="8445" y="5040"/>
                    <a:pt x="9263" y="5817"/>
                    <a:pt x="9263" y="6805"/>
                  </a:cubicBezTo>
                  <a:lnTo>
                    <a:pt x="9263" y="7152"/>
                  </a:lnTo>
                  <a:cubicBezTo>
                    <a:pt x="9263" y="7561"/>
                    <a:pt x="8948" y="7876"/>
                    <a:pt x="8570" y="7876"/>
                  </a:cubicBezTo>
                  <a:cubicBezTo>
                    <a:pt x="8160" y="7876"/>
                    <a:pt x="7845" y="7561"/>
                    <a:pt x="7845" y="7152"/>
                  </a:cubicBezTo>
                  <a:lnTo>
                    <a:pt x="7845" y="6805"/>
                  </a:lnTo>
                  <a:cubicBezTo>
                    <a:pt x="7845" y="6616"/>
                    <a:pt x="7687" y="6459"/>
                    <a:pt x="7498" y="6459"/>
                  </a:cubicBezTo>
                  <a:cubicBezTo>
                    <a:pt x="7309" y="6459"/>
                    <a:pt x="7152" y="6616"/>
                    <a:pt x="7152" y="6805"/>
                  </a:cubicBezTo>
                  <a:lnTo>
                    <a:pt x="7152" y="7152"/>
                  </a:lnTo>
                  <a:cubicBezTo>
                    <a:pt x="7152" y="7939"/>
                    <a:pt x="7782" y="8569"/>
                    <a:pt x="8570" y="8569"/>
                  </a:cubicBezTo>
                  <a:cubicBezTo>
                    <a:pt x="9357" y="8569"/>
                    <a:pt x="9987" y="7939"/>
                    <a:pt x="9987" y="7152"/>
                  </a:cubicBezTo>
                  <a:lnTo>
                    <a:pt x="9987" y="6805"/>
                  </a:lnTo>
                  <a:cubicBezTo>
                    <a:pt x="9987" y="5425"/>
                    <a:pt x="8853" y="4314"/>
                    <a:pt x="7456" y="4314"/>
                  </a:cubicBezTo>
                  <a:cubicBezTo>
                    <a:pt x="7418" y="4314"/>
                    <a:pt x="7379" y="4315"/>
                    <a:pt x="7341" y="4316"/>
                  </a:cubicBezTo>
                  <a:cubicBezTo>
                    <a:pt x="5986" y="4411"/>
                    <a:pt x="4946" y="5577"/>
                    <a:pt x="4946" y="6931"/>
                  </a:cubicBezTo>
                  <a:lnTo>
                    <a:pt x="4946" y="7530"/>
                  </a:lnTo>
                  <a:cubicBezTo>
                    <a:pt x="4946" y="8191"/>
                    <a:pt x="5135" y="8790"/>
                    <a:pt x="5482" y="9294"/>
                  </a:cubicBezTo>
                  <a:lnTo>
                    <a:pt x="5293" y="9294"/>
                  </a:lnTo>
                  <a:cubicBezTo>
                    <a:pt x="4694" y="9294"/>
                    <a:pt x="4222" y="8822"/>
                    <a:pt x="4222" y="8223"/>
                  </a:cubicBezTo>
                  <a:lnTo>
                    <a:pt x="4222" y="6616"/>
                  </a:lnTo>
                  <a:cubicBezTo>
                    <a:pt x="4253" y="4663"/>
                    <a:pt x="5671" y="3025"/>
                    <a:pt x="7498" y="2867"/>
                  </a:cubicBezTo>
                  <a:cubicBezTo>
                    <a:pt x="7609" y="2857"/>
                    <a:pt x="7719" y="2853"/>
                    <a:pt x="7828" y="2853"/>
                  </a:cubicBezTo>
                  <a:close/>
                  <a:moveTo>
                    <a:pt x="2518" y="4236"/>
                  </a:moveTo>
                  <a:cubicBezTo>
                    <a:pt x="3101" y="4236"/>
                    <a:pt x="3592" y="4754"/>
                    <a:pt x="3592" y="5324"/>
                  </a:cubicBezTo>
                  <a:lnTo>
                    <a:pt x="3592" y="8160"/>
                  </a:lnTo>
                  <a:cubicBezTo>
                    <a:pt x="3592" y="9137"/>
                    <a:pt x="4379" y="9924"/>
                    <a:pt x="5356" y="9924"/>
                  </a:cubicBezTo>
                  <a:lnTo>
                    <a:pt x="6207" y="9924"/>
                  </a:lnTo>
                  <a:cubicBezTo>
                    <a:pt x="6742" y="10365"/>
                    <a:pt x="7467" y="10617"/>
                    <a:pt x="8254" y="10617"/>
                  </a:cubicBezTo>
                  <a:cubicBezTo>
                    <a:pt x="9011" y="10617"/>
                    <a:pt x="9704" y="10428"/>
                    <a:pt x="10334" y="10050"/>
                  </a:cubicBezTo>
                  <a:cubicBezTo>
                    <a:pt x="10838" y="10334"/>
                    <a:pt x="11279" y="10838"/>
                    <a:pt x="11405" y="11436"/>
                  </a:cubicBezTo>
                  <a:lnTo>
                    <a:pt x="3907" y="11436"/>
                  </a:lnTo>
                  <a:cubicBezTo>
                    <a:pt x="2521" y="11436"/>
                    <a:pt x="1418" y="10271"/>
                    <a:pt x="1418" y="8916"/>
                  </a:cubicBezTo>
                  <a:lnTo>
                    <a:pt x="1418" y="5388"/>
                  </a:lnTo>
                  <a:cubicBezTo>
                    <a:pt x="1418" y="4852"/>
                    <a:pt x="1827" y="4348"/>
                    <a:pt x="2332" y="4253"/>
                  </a:cubicBezTo>
                  <a:cubicBezTo>
                    <a:pt x="2394" y="4241"/>
                    <a:pt x="2457" y="4236"/>
                    <a:pt x="2518" y="4236"/>
                  </a:cubicBezTo>
                  <a:close/>
                  <a:moveTo>
                    <a:pt x="1071" y="0"/>
                  </a:moveTo>
                  <a:cubicBezTo>
                    <a:pt x="473" y="0"/>
                    <a:pt x="0" y="473"/>
                    <a:pt x="0" y="1071"/>
                  </a:cubicBezTo>
                  <a:cubicBezTo>
                    <a:pt x="0" y="1652"/>
                    <a:pt x="504" y="2144"/>
                    <a:pt x="1052" y="2144"/>
                  </a:cubicBezTo>
                  <a:cubicBezTo>
                    <a:pt x="1069" y="2144"/>
                    <a:pt x="1086" y="2143"/>
                    <a:pt x="1103" y="2143"/>
                  </a:cubicBezTo>
                  <a:lnTo>
                    <a:pt x="1733" y="3749"/>
                  </a:lnTo>
                  <a:cubicBezTo>
                    <a:pt x="1103" y="4001"/>
                    <a:pt x="725" y="4694"/>
                    <a:pt x="725" y="5451"/>
                  </a:cubicBezTo>
                  <a:lnTo>
                    <a:pt x="725" y="8948"/>
                  </a:lnTo>
                  <a:cubicBezTo>
                    <a:pt x="725" y="10712"/>
                    <a:pt x="2174" y="12161"/>
                    <a:pt x="3938" y="12161"/>
                  </a:cubicBezTo>
                  <a:lnTo>
                    <a:pt x="11815" y="12161"/>
                  </a:lnTo>
                  <a:cubicBezTo>
                    <a:pt x="12035" y="12161"/>
                    <a:pt x="12193" y="12004"/>
                    <a:pt x="12193" y="11814"/>
                  </a:cubicBezTo>
                  <a:cubicBezTo>
                    <a:pt x="12193" y="11279"/>
                    <a:pt x="11972" y="10712"/>
                    <a:pt x="11657" y="10271"/>
                  </a:cubicBezTo>
                  <a:cubicBezTo>
                    <a:pt x="11468" y="10019"/>
                    <a:pt x="11247" y="9798"/>
                    <a:pt x="10964" y="9641"/>
                  </a:cubicBezTo>
                  <a:cubicBezTo>
                    <a:pt x="11657" y="8916"/>
                    <a:pt x="12193" y="7876"/>
                    <a:pt x="12193" y="6774"/>
                  </a:cubicBezTo>
                  <a:lnTo>
                    <a:pt x="12193" y="6427"/>
                  </a:lnTo>
                  <a:cubicBezTo>
                    <a:pt x="12193" y="4080"/>
                    <a:pt x="10259" y="2153"/>
                    <a:pt x="7898" y="2153"/>
                  </a:cubicBezTo>
                  <a:cubicBezTo>
                    <a:pt x="7756" y="2153"/>
                    <a:pt x="7612" y="2160"/>
                    <a:pt x="7467" y="2174"/>
                  </a:cubicBezTo>
                  <a:cubicBezTo>
                    <a:pt x="5986" y="2332"/>
                    <a:pt x="4726" y="3214"/>
                    <a:pt x="4064" y="4537"/>
                  </a:cubicBezTo>
                  <a:cubicBezTo>
                    <a:pt x="3875" y="4190"/>
                    <a:pt x="3592" y="3907"/>
                    <a:pt x="3245" y="3749"/>
                  </a:cubicBezTo>
                  <a:lnTo>
                    <a:pt x="3875" y="2143"/>
                  </a:lnTo>
                  <a:lnTo>
                    <a:pt x="3907" y="2143"/>
                  </a:lnTo>
                  <a:cubicBezTo>
                    <a:pt x="4505" y="2143"/>
                    <a:pt x="4978" y="1670"/>
                    <a:pt x="4978" y="1071"/>
                  </a:cubicBezTo>
                  <a:cubicBezTo>
                    <a:pt x="4978" y="473"/>
                    <a:pt x="4505" y="0"/>
                    <a:pt x="3907" y="0"/>
                  </a:cubicBezTo>
                  <a:cubicBezTo>
                    <a:pt x="3308" y="0"/>
                    <a:pt x="2836" y="473"/>
                    <a:pt x="2836" y="1071"/>
                  </a:cubicBezTo>
                  <a:cubicBezTo>
                    <a:pt x="2836" y="1386"/>
                    <a:pt x="2993" y="1670"/>
                    <a:pt x="3214" y="1859"/>
                  </a:cubicBezTo>
                  <a:lnTo>
                    <a:pt x="2521" y="3592"/>
                  </a:lnTo>
                  <a:lnTo>
                    <a:pt x="2458" y="3592"/>
                  </a:lnTo>
                  <a:lnTo>
                    <a:pt x="1796" y="1859"/>
                  </a:lnTo>
                  <a:cubicBezTo>
                    <a:pt x="2016" y="1670"/>
                    <a:pt x="2142" y="1386"/>
                    <a:pt x="2142" y="1071"/>
                  </a:cubicBezTo>
                  <a:cubicBezTo>
                    <a:pt x="2142" y="473"/>
                    <a:pt x="167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715" name="Google Shape;15715;p86"/>
            <p:cNvSpPr/>
            <p:nvPr/>
          </p:nvSpPr>
          <p:spPr>
            <a:xfrm>
              <a:off x="-17865425" y="2560150"/>
              <a:ext cx="17350" cy="17375"/>
            </a:xfrm>
            <a:custGeom>
              <a:avLst/>
              <a:gdLst/>
              <a:ahLst/>
              <a:cxnLst/>
              <a:rect l="l" t="t" r="r" b="b"/>
              <a:pathLst>
                <a:path w="694" h="695" extrusionOk="0">
                  <a:moveTo>
                    <a:pt x="347" y="1"/>
                  </a:moveTo>
                  <a:cubicBezTo>
                    <a:pt x="158" y="1"/>
                    <a:pt x="0" y="158"/>
                    <a:pt x="0" y="347"/>
                  </a:cubicBezTo>
                  <a:cubicBezTo>
                    <a:pt x="0" y="537"/>
                    <a:pt x="158" y="694"/>
                    <a:pt x="347" y="694"/>
                  </a:cubicBezTo>
                  <a:cubicBezTo>
                    <a:pt x="536" y="694"/>
                    <a:pt x="694" y="537"/>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716" name="Google Shape;15716;p86"/>
          <p:cNvGrpSpPr/>
          <p:nvPr/>
        </p:nvGrpSpPr>
        <p:grpSpPr>
          <a:xfrm>
            <a:off x="6117359" y="2852729"/>
            <a:ext cx="416361" cy="470228"/>
            <a:chOff x="-17899300" y="2810625"/>
            <a:chExt cx="267825" cy="302475"/>
          </a:xfrm>
        </p:grpSpPr>
        <p:sp>
          <p:nvSpPr>
            <p:cNvPr id="15717" name="Google Shape;15717;p86"/>
            <p:cNvSpPr/>
            <p:nvPr/>
          </p:nvSpPr>
          <p:spPr>
            <a:xfrm>
              <a:off x="-17899300" y="2810625"/>
              <a:ext cx="267825" cy="302475"/>
            </a:xfrm>
            <a:custGeom>
              <a:avLst/>
              <a:gdLst/>
              <a:ahLst/>
              <a:cxnLst/>
              <a:rect l="l" t="t" r="r" b="b"/>
              <a:pathLst>
                <a:path w="10713" h="12099" extrusionOk="0">
                  <a:moveTo>
                    <a:pt x="1009" y="4978"/>
                  </a:moveTo>
                  <a:cubicBezTo>
                    <a:pt x="1482" y="4978"/>
                    <a:pt x="1860" y="5293"/>
                    <a:pt x="2017" y="5671"/>
                  </a:cubicBezTo>
                  <a:lnTo>
                    <a:pt x="1702" y="5671"/>
                  </a:lnTo>
                  <a:cubicBezTo>
                    <a:pt x="1229" y="5671"/>
                    <a:pt x="851" y="5356"/>
                    <a:pt x="694" y="4978"/>
                  </a:cubicBezTo>
                  <a:close/>
                  <a:moveTo>
                    <a:pt x="9862" y="4978"/>
                  </a:moveTo>
                  <a:cubicBezTo>
                    <a:pt x="9704" y="5356"/>
                    <a:pt x="9295" y="5671"/>
                    <a:pt x="8822" y="5671"/>
                  </a:cubicBezTo>
                  <a:lnTo>
                    <a:pt x="8507" y="5671"/>
                  </a:lnTo>
                  <a:cubicBezTo>
                    <a:pt x="8696" y="5262"/>
                    <a:pt x="9074" y="4978"/>
                    <a:pt x="9547" y="4978"/>
                  </a:cubicBezTo>
                  <a:close/>
                  <a:moveTo>
                    <a:pt x="5294" y="7845"/>
                  </a:moveTo>
                  <a:cubicBezTo>
                    <a:pt x="5451" y="7845"/>
                    <a:pt x="5609" y="7971"/>
                    <a:pt x="5640" y="8097"/>
                  </a:cubicBezTo>
                  <a:lnTo>
                    <a:pt x="5294" y="8507"/>
                  </a:lnTo>
                  <a:lnTo>
                    <a:pt x="4947" y="8097"/>
                  </a:lnTo>
                  <a:cubicBezTo>
                    <a:pt x="4979" y="7971"/>
                    <a:pt x="5136" y="7845"/>
                    <a:pt x="5294" y="7845"/>
                  </a:cubicBezTo>
                  <a:close/>
                  <a:moveTo>
                    <a:pt x="5294" y="4254"/>
                  </a:moveTo>
                  <a:cubicBezTo>
                    <a:pt x="6774" y="4254"/>
                    <a:pt x="7783" y="5104"/>
                    <a:pt x="7783" y="6742"/>
                  </a:cubicBezTo>
                  <a:cubicBezTo>
                    <a:pt x="7783" y="7467"/>
                    <a:pt x="7625" y="8192"/>
                    <a:pt x="7310" y="8885"/>
                  </a:cubicBezTo>
                  <a:lnTo>
                    <a:pt x="7310" y="8822"/>
                  </a:lnTo>
                  <a:cubicBezTo>
                    <a:pt x="7152" y="7845"/>
                    <a:pt x="6270" y="7152"/>
                    <a:pt x="5294" y="7152"/>
                  </a:cubicBezTo>
                  <a:cubicBezTo>
                    <a:pt x="4317" y="7152"/>
                    <a:pt x="3435" y="7845"/>
                    <a:pt x="3277" y="8822"/>
                  </a:cubicBezTo>
                  <a:lnTo>
                    <a:pt x="3277" y="8885"/>
                  </a:lnTo>
                  <a:cubicBezTo>
                    <a:pt x="2962" y="8192"/>
                    <a:pt x="2805" y="7467"/>
                    <a:pt x="2805" y="6742"/>
                  </a:cubicBezTo>
                  <a:cubicBezTo>
                    <a:pt x="2805" y="5104"/>
                    <a:pt x="3844" y="4254"/>
                    <a:pt x="5294" y="4254"/>
                  </a:cubicBezTo>
                  <a:close/>
                  <a:moveTo>
                    <a:pt x="4254" y="8412"/>
                  </a:moveTo>
                  <a:cubicBezTo>
                    <a:pt x="4317" y="8444"/>
                    <a:pt x="4254" y="8412"/>
                    <a:pt x="4947" y="9263"/>
                  </a:cubicBezTo>
                  <a:lnTo>
                    <a:pt x="4947" y="9546"/>
                  </a:lnTo>
                  <a:lnTo>
                    <a:pt x="4348" y="10114"/>
                  </a:lnTo>
                  <a:cubicBezTo>
                    <a:pt x="4191" y="10271"/>
                    <a:pt x="4191" y="10492"/>
                    <a:pt x="4348" y="10649"/>
                  </a:cubicBezTo>
                  <a:cubicBezTo>
                    <a:pt x="4427" y="10728"/>
                    <a:pt x="4514" y="10767"/>
                    <a:pt x="4601" y="10767"/>
                  </a:cubicBezTo>
                  <a:cubicBezTo>
                    <a:pt x="4687" y="10767"/>
                    <a:pt x="4774" y="10728"/>
                    <a:pt x="4853" y="10649"/>
                  </a:cubicBezTo>
                  <a:lnTo>
                    <a:pt x="5325" y="10177"/>
                  </a:lnTo>
                  <a:lnTo>
                    <a:pt x="5798" y="10649"/>
                  </a:lnTo>
                  <a:cubicBezTo>
                    <a:pt x="5876" y="10728"/>
                    <a:pt x="5971" y="10767"/>
                    <a:pt x="6065" y="10767"/>
                  </a:cubicBezTo>
                  <a:cubicBezTo>
                    <a:pt x="6160" y="10767"/>
                    <a:pt x="6255" y="10728"/>
                    <a:pt x="6333" y="10649"/>
                  </a:cubicBezTo>
                  <a:cubicBezTo>
                    <a:pt x="6491" y="10492"/>
                    <a:pt x="6491" y="10271"/>
                    <a:pt x="6333" y="10114"/>
                  </a:cubicBezTo>
                  <a:lnTo>
                    <a:pt x="5735" y="9546"/>
                  </a:lnTo>
                  <a:lnTo>
                    <a:pt x="5735" y="9263"/>
                  </a:lnTo>
                  <a:cubicBezTo>
                    <a:pt x="6428" y="8412"/>
                    <a:pt x="6396" y="8444"/>
                    <a:pt x="6396" y="8412"/>
                  </a:cubicBezTo>
                  <a:lnTo>
                    <a:pt x="6396" y="8412"/>
                  </a:lnTo>
                  <a:cubicBezTo>
                    <a:pt x="6522" y="8570"/>
                    <a:pt x="6617" y="8790"/>
                    <a:pt x="6680" y="8979"/>
                  </a:cubicBezTo>
                  <a:lnTo>
                    <a:pt x="6837" y="9893"/>
                  </a:lnTo>
                  <a:cubicBezTo>
                    <a:pt x="6869" y="10681"/>
                    <a:pt x="6270" y="11437"/>
                    <a:pt x="5451" y="11437"/>
                  </a:cubicBezTo>
                  <a:lnTo>
                    <a:pt x="5136" y="11437"/>
                  </a:lnTo>
                  <a:cubicBezTo>
                    <a:pt x="4317" y="11437"/>
                    <a:pt x="3687" y="10681"/>
                    <a:pt x="3844" y="9893"/>
                  </a:cubicBezTo>
                  <a:lnTo>
                    <a:pt x="4002" y="8979"/>
                  </a:lnTo>
                  <a:cubicBezTo>
                    <a:pt x="4033" y="8759"/>
                    <a:pt x="4096" y="8570"/>
                    <a:pt x="4254" y="8412"/>
                  </a:cubicBezTo>
                  <a:close/>
                  <a:moveTo>
                    <a:pt x="1040" y="0"/>
                  </a:moveTo>
                  <a:cubicBezTo>
                    <a:pt x="851" y="0"/>
                    <a:pt x="694" y="158"/>
                    <a:pt x="694" y="379"/>
                  </a:cubicBezTo>
                  <a:lnTo>
                    <a:pt x="694" y="1072"/>
                  </a:lnTo>
                  <a:cubicBezTo>
                    <a:pt x="694" y="1670"/>
                    <a:pt x="1166" y="2143"/>
                    <a:pt x="1734" y="2143"/>
                  </a:cubicBezTo>
                  <a:lnTo>
                    <a:pt x="2112" y="2143"/>
                  </a:lnTo>
                  <a:lnTo>
                    <a:pt x="2112" y="3529"/>
                  </a:lnTo>
                  <a:cubicBezTo>
                    <a:pt x="2112" y="3907"/>
                    <a:pt x="2332" y="4317"/>
                    <a:pt x="2679" y="4474"/>
                  </a:cubicBezTo>
                  <a:lnTo>
                    <a:pt x="2899" y="4537"/>
                  </a:lnTo>
                  <a:cubicBezTo>
                    <a:pt x="2742" y="4695"/>
                    <a:pt x="2616" y="4852"/>
                    <a:pt x="2521" y="5041"/>
                  </a:cubicBezTo>
                  <a:cubicBezTo>
                    <a:pt x="2206" y="4569"/>
                    <a:pt x="1671" y="4254"/>
                    <a:pt x="1072" y="4254"/>
                  </a:cubicBezTo>
                  <a:lnTo>
                    <a:pt x="379" y="4254"/>
                  </a:lnTo>
                  <a:cubicBezTo>
                    <a:pt x="158" y="4254"/>
                    <a:pt x="1" y="4411"/>
                    <a:pt x="1" y="4632"/>
                  </a:cubicBezTo>
                  <a:cubicBezTo>
                    <a:pt x="1" y="5608"/>
                    <a:pt x="788" y="6396"/>
                    <a:pt x="1797" y="6396"/>
                  </a:cubicBezTo>
                  <a:lnTo>
                    <a:pt x="2143" y="6396"/>
                  </a:lnTo>
                  <a:lnTo>
                    <a:pt x="2143" y="6742"/>
                  </a:lnTo>
                  <a:cubicBezTo>
                    <a:pt x="2143" y="7877"/>
                    <a:pt x="2521" y="9105"/>
                    <a:pt x="3151" y="10019"/>
                  </a:cubicBezTo>
                  <a:cubicBezTo>
                    <a:pt x="3120" y="11153"/>
                    <a:pt x="4065" y="12098"/>
                    <a:pt x="5199" y="12098"/>
                  </a:cubicBezTo>
                  <a:lnTo>
                    <a:pt x="5514" y="12098"/>
                  </a:lnTo>
                  <a:cubicBezTo>
                    <a:pt x="6680" y="12098"/>
                    <a:pt x="7625" y="11153"/>
                    <a:pt x="7562" y="10019"/>
                  </a:cubicBezTo>
                  <a:cubicBezTo>
                    <a:pt x="8192" y="9105"/>
                    <a:pt x="8602" y="7845"/>
                    <a:pt x="8602" y="6742"/>
                  </a:cubicBezTo>
                  <a:lnTo>
                    <a:pt x="8602" y="6396"/>
                  </a:lnTo>
                  <a:lnTo>
                    <a:pt x="8948" y="6396"/>
                  </a:lnTo>
                  <a:cubicBezTo>
                    <a:pt x="9925" y="6396"/>
                    <a:pt x="10712" y="5608"/>
                    <a:pt x="10712" y="4632"/>
                  </a:cubicBezTo>
                  <a:cubicBezTo>
                    <a:pt x="10649" y="4411"/>
                    <a:pt x="10492" y="4254"/>
                    <a:pt x="10303" y="4254"/>
                  </a:cubicBezTo>
                  <a:lnTo>
                    <a:pt x="9578" y="4254"/>
                  </a:lnTo>
                  <a:cubicBezTo>
                    <a:pt x="8980" y="4254"/>
                    <a:pt x="8444" y="4569"/>
                    <a:pt x="8129" y="5041"/>
                  </a:cubicBezTo>
                  <a:cubicBezTo>
                    <a:pt x="8003" y="4852"/>
                    <a:pt x="7909" y="4695"/>
                    <a:pt x="7783" y="4537"/>
                  </a:cubicBezTo>
                  <a:lnTo>
                    <a:pt x="7972" y="4474"/>
                  </a:lnTo>
                  <a:cubicBezTo>
                    <a:pt x="8318" y="4254"/>
                    <a:pt x="8570" y="3907"/>
                    <a:pt x="8570" y="3529"/>
                  </a:cubicBezTo>
                  <a:lnTo>
                    <a:pt x="8570" y="2143"/>
                  </a:lnTo>
                  <a:lnTo>
                    <a:pt x="8917" y="2143"/>
                  </a:lnTo>
                  <a:cubicBezTo>
                    <a:pt x="9515" y="2143"/>
                    <a:pt x="9988" y="1670"/>
                    <a:pt x="9988" y="1072"/>
                  </a:cubicBezTo>
                  <a:lnTo>
                    <a:pt x="9988" y="379"/>
                  </a:lnTo>
                  <a:cubicBezTo>
                    <a:pt x="9988" y="158"/>
                    <a:pt x="9830" y="0"/>
                    <a:pt x="9610" y="0"/>
                  </a:cubicBezTo>
                  <a:cubicBezTo>
                    <a:pt x="9421" y="0"/>
                    <a:pt x="9263" y="158"/>
                    <a:pt x="9263" y="379"/>
                  </a:cubicBezTo>
                  <a:lnTo>
                    <a:pt x="9263" y="1072"/>
                  </a:lnTo>
                  <a:cubicBezTo>
                    <a:pt x="9263" y="1261"/>
                    <a:pt x="9106" y="1418"/>
                    <a:pt x="8917" y="1418"/>
                  </a:cubicBezTo>
                  <a:lnTo>
                    <a:pt x="8570" y="1418"/>
                  </a:lnTo>
                  <a:lnTo>
                    <a:pt x="8570" y="1072"/>
                  </a:lnTo>
                  <a:cubicBezTo>
                    <a:pt x="8570" y="883"/>
                    <a:pt x="8413" y="725"/>
                    <a:pt x="8192" y="725"/>
                  </a:cubicBezTo>
                  <a:cubicBezTo>
                    <a:pt x="8003" y="725"/>
                    <a:pt x="7846" y="883"/>
                    <a:pt x="7846" y="1072"/>
                  </a:cubicBezTo>
                  <a:lnTo>
                    <a:pt x="7846" y="2143"/>
                  </a:lnTo>
                  <a:lnTo>
                    <a:pt x="7499" y="2143"/>
                  </a:lnTo>
                  <a:cubicBezTo>
                    <a:pt x="7310" y="2143"/>
                    <a:pt x="7152" y="1985"/>
                    <a:pt x="7152" y="1796"/>
                  </a:cubicBezTo>
                  <a:lnTo>
                    <a:pt x="7152" y="1072"/>
                  </a:lnTo>
                  <a:cubicBezTo>
                    <a:pt x="7152" y="883"/>
                    <a:pt x="6995" y="725"/>
                    <a:pt x="6774" y="725"/>
                  </a:cubicBezTo>
                  <a:cubicBezTo>
                    <a:pt x="6585" y="725"/>
                    <a:pt x="6428" y="883"/>
                    <a:pt x="6428" y="1072"/>
                  </a:cubicBezTo>
                  <a:lnTo>
                    <a:pt x="6428" y="1796"/>
                  </a:lnTo>
                  <a:cubicBezTo>
                    <a:pt x="6428" y="2363"/>
                    <a:pt x="6900" y="2836"/>
                    <a:pt x="7499" y="2836"/>
                  </a:cubicBezTo>
                  <a:lnTo>
                    <a:pt x="7846" y="2836"/>
                  </a:lnTo>
                  <a:lnTo>
                    <a:pt x="7846" y="3498"/>
                  </a:lnTo>
                  <a:cubicBezTo>
                    <a:pt x="7846" y="3624"/>
                    <a:pt x="7783" y="3781"/>
                    <a:pt x="7656" y="3813"/>
                  </a:cubicBezTo>
                  <a:lnTo>
                    <a:pt x="7184" y="4065"/>
                  </a:lnTo>
                  <a:cubicBezTo>
                    <a:pt x="6680" y="3750"/>
                    <a:pt x="6050" y="3592"/>
                    <a:pt x="5325" y="3592"/>
                  </a:cubicBezTo>
                  <a:cubicBezTo>
                    <a:pt x="4632" y="3592"/>
                    <a:pt x="4002" y="3750"/>
                    <a:pt x="3466" y="4065"/>
                  </a:cubicBezTo>
                  <a:lnTo>
                    <a:pt x="2994" y="3813"/>
                  </a:lnTo>
                  <a:cubicBezTo>
                    <a:pt x="2899" y="3750"/>
                    <a:pt x="2805" y="3624"/>
                    <a:pt x="2805" y="3498"/>
                  </a:cubicBezTo>
                  <a:lnTo>
                    <a:pt x="2805" y="2836"/>
                  </a:lnTo>
                  <a:lnTo>
                    <a:pt x="3151" y="2836"/>
                  </a:lnTo>
                  <a:cubicBezTo>
                    <a:pt x="3750" y="2836"/>
                    <a:pt x="4222" y="2363"/>
                    <a:pt x="4222" y="1796"/>
                  </a:cubicBezTo>
                  <a:lnTo>
                    <a:pt x="4222" y="1072"/>
                  </a:lnTo>
                  <a:cubicBezTo>
                    <a:pt x="4222" y="883"/>
                    <a:pt x="4065" y="725"/>
                    <a:pt x="3876" y="725"/>
                  </a:cubicBezTo>
                  <a:cubicBezTo>
                    <a:pt x="3687" y="725"/>
                    <a:pt x="3529" y="883"/>
                    <a:pt x="3529" y="1072"/>
                  </a:cubicBezTo>
                  <a:lnTo>
                    <a:pt x="3529" y="1796"/>
                  </a:lnTo>
                  <a:cubicBezTo>
                    <a:pt x="3529" y="1985"/>
                    <a:pt x="3372" y="2143"/>
                    <a:pt x="3151" y="2143"/>
                  </a:cubicBezTo>
                  <a:lnTo>
                    <a:pt x="2805" y="2143"/>
                  </a:lnTo>
                  <a:lnTo>
                    <a:pt x="2805" y="1072"/>
                  </a:lnTo>
                  <a:cubicBezTo>
                    <a:pt x="2805" y="883"/>
                    <a:pt x="2647" y="725"/>
                    <a:pt x="2458" y="725"/>
                  </a:cubicBezTo>
                  <a:cubicBezTo>
                    <a:pt x="2269" y="725"/>
                    <a:pt x="2112" y="883"/>
                    <a:pt x="2112" y="1072"/>
                  </a:cubicBezTo>
                  <a:lnTo>
                    <a:pt x="2112" y="1418"/>
                  </a:lnTo>
                  <a:lnTo>
                    <a:pt x="1734" y="1418"/>
                  </a:lnTo>
                  <a:cubicBezTo>
                    <a:pt x="1545" y="1418"/>
                    <a:pt x="1387" y="1261"/>
                    <a:pt x="1387" y="1072"/>
                  </a:cubicBezTo>
                  <a:lnTo>
                    <a:pt x="1387" y="379"/>
                  </a:lnTo>
                  <a:cubicBezTo>
                    <a:pt x="1387" y="158"/>
                    <a:pt x="1229"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718" name="Google Shape;15718;p86"/>
            <p:cNvSpPr/>
            <p:nvPr/>
          </p:nvSpPr>
          <p:spPr>
            <a:xfrm>
              <a:off x="-17740200" y="2952400"/>
              <a:ext cx="17350" cy="18125"/>
            </a:xfrm>
            <a:custGeom>
              <a:avLst/>
              <a:gdLst/>
              <a:ahLst/>
              <a:cxnLst/>
              <a:rect l="l" t="t" r="r" b="b"/>
              <a:pathLst>
                <a:path w="694" h="725" extrusionOk="0">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719" name="Google Shape;15719;p86"/>
            <p:cNvSpPr/>
            <p:nvPr/>
          </p:nvSpPr>
          <p:spPr>
            <a:xfrm>
              <a:off x="-17811075" y="2952400"/>
              <a:ext cx="17350" cy="18125"/>
            </a:xfrm>
            <a:custGeom>
              <a:avLst/>
              <a:gdLst/>
              <a:ahLst/>
              <a:cxnLst/>
              <a:rect l="l" t="t" r="r" b="b"/>
              <a:pathLst>
                <a:path w="694"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720" name="Google Shape;15720;p86"/>
          <p:cNvGrpSpPr/>
          <p:nvPr/>
        </p:nvGrpSpPr>
        <p:grpSpPr>
          <a:xfrm>
            <a:off x="2023212" y="3461166"/>
            <a:ext cx="472676" cy="442089"/>
            <a:chOff x="-16066500" y="2060800"/>
            <a:chExt cx="304050" cy="284375"/>
          </a:xfrm>
        </p:grpSpPr>
        <p:sp>
          <p:nvSpPr>
            <p:cNvPr id="15721" name="Google Shape;15721;p86"/>
            <p:cNvSpPr/>
            <p:nvPr/>
          </p:nvSpPr>
          <p:spPr>
            <a:xfrm>
              <a:off x="-15978275" y="2203375"/>
              <a:ext cx="18125" cy="18125"/>
            </a:xfrm>
            <a:custGeom>
              <a:avLst/>
              <a:gdLst/>
              <a:ahLst/>
              <a:cxnLst/>
              <a:rect l="l" t="t" r="r" b="b"/>
              <a:pathLst>
                <a:path w="725" h="725" extrusionOk="0">
                  <a:moveTo>
                    <a:pt x="347" y="0"/>
                  </a:moveTo>
                  <a:cubicBezTo>
                    <a:pt x="158" y="0"/>
                    <a:pt x="0" y="158"/>
                    <a:pt x="0" y="347"/>
                  </a:cubicBezTo>
                  <a:cubicBezTo>
                    <a:pt x="0" y="567"/>
                    <a:pt x="158" y="725"/>
                    <a:pt x="347" y="725"/>
                  </a:cubicBezTo>
                  <a:cubicBezTo>
                    <a:pt x="567" y="725"/>
                    <a:pt x="725" y="567"/>
                    <a:pt x="725" y="347"/>
                  </a:cubicBez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722" name="Google Shape;15722;p86"/>
            <p:cNvSpPr/>
            <p:nvPr/>
          </p:nvSpPr>
          <p:spPr>
            <a:xfrm>
              <a:off x="-15869575" y="2203375"/>
              <a:ext cx="17350" cy="18125"/>
            </a:xfrm>
            <a:custGeom>
              <a:avLst/>
              <a:gdLst/>
              <a:ahLst/>
              <a:cxnLst/>
              <a:rect l="l" t="t" r="r" b="b"/>
              <a:pathLst>
                <a:path w="694" h="725" extrusionOk="0">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723" name="Google Shape;15723;p86"/>
            <p:cNvSpPr/>
            <p:nvPr/>
          </p:nvSpPr>
          <p:spPr>
            <a:xfrm>
              <a:off x="-15954650" y="2186825"/>
              <a:ext cx="78775" cy="88250"/>
            </a:xfrm>
            <a:custGeom>
              <a:avLst/>
              <a:gdLst/>
              <a:ahLst/>
              <a:cxnLst/>
              <a:rect l="l" t="t" r="r" b="b"/>
              <a:pathLst>
                <a:path w="3151" h="3530" extrusionOk="0">
                  <a:moveTo>
                    <a:pt x="1607" y="662"/>
                  </a:moveTo>
                  <a:cubicBezTo>
                    <a:pt x="1891" y="662"/>
                    <a:pt x="2080" y="820"/>
                    <a:pt x="2174" y="1103"/>
                  </a:cubicBezTo>
                  <a:lnTo>
                    <a:pt x="2458" y="2111"/>
                  </a:lnTo>
                  <a:cubicBezTo>
                    <a:pt x="2489" y="2269"/>
                    <a:pt x="2458" y="2490"/>
                    <a:pt x="2332" y="2584"/>
                  </a:cubicBezTo>
                  <a:cubicBezTo>
                    <a:pt x="2206" y="2710"/>
                    <a:pt x="2048" y="2805"/>
                    <a:pt x="1891" y="2805"/>
                  </a:cubicBezTo>
                  <a:lnTo>
                    <a:pt x="1387" y="2805"/>
                  </a:lnTo>
                  <a:cubicBezTo>
                    <a:pt x="1229" y="2805"/>
                    <a:pt x="1072" y="2710"/>
                    <a:pt x="946" y="2584"/>
                  </a:cubicBezTo>
                  <a:cubicBezTo>
                    <a:pt x="788" y="2458"/>
                    <a:pt x="757" y="2269"/>
                    <a:pt x="788" y="2111"/>
                  </a:cubicBezTo>
                  <a:lnTo>
                    <a:pt x="1072" y="1103"/>
                  </a:lnTo>
                  <a:cubicBezTo>
                    <a:pt x="1135" y="851"/>
                    <a:pt x="1355" y="662"/>
                    <a:pt x="1607" y="662"/>
                  </a:cubicBezTo>
                  <a:close/>
                  <a:moveTo>
                    <a:pt x="1576" y="1"/>
                  </a:moveTo>
                  <a:cubicBezTo>
                    <a:pt x="977" y="1"/>
                    <a:pt x="473" y="379"/>
                    <a:pt x="347" y="946"/>
                  </a:cubicBezTo>
                  <a:lnTo>
                    <a:pt x="95" y="1954"/>
                  </a:lnTo>
                  <a:cubicBezTo>
                    <a:pt x="1" y="2364"/>
                    <a:pt x="95" y="2742"/>
                    <a:pt x="316" y="3057"/>
                  </a:cubicBezTo>
                  <a:cubicBezTo>
                    <a:pt x="599" y="3340"/>
                    <a:pt x="946" y="3529"/>
                    <a:pt x="1355" y="3529"/>
                  </a:cubicBezTo>
                  <a:lnTo>
                    <a:pt x="1859" y="3529"/>
                  </a:lnTo>
                  <a:cubicBezTo>
                    <a:pt x="2237" y="3529"/>
                    <a:pt x="2615" y="3340"/>
                    <a:pt x="2836" y="3057"/>
                  </a:cubicBezTo>
                  <a:cubicBezTo>
                    <a:pt x="3088" y="2742"/>
                    <a:pt x="3151" y="2364"/>
                    <a:pt x="3088" y="1954"/>
                  </a:cubicBezTo>
                  <a:lnTo>
                    <a:pt x="2804" y="946"/>
                  </a:lnTo>
                  <a:cubicBezTo>
                    <a:pt x="2647" y="379"/>
                    <a:pt x="2174" y="1"/>
                    <a:pt x="15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724" name="Google Shape;15724;p86"/>
            <p:cNvSpPr/>
            <p:nvPr/>
          </p:nvSpPr>
          <p:spPr>
            <a:xfrm>
              <a:off x="-16066500" y="2060800"/>
              <a:ext cx="304050" cy="284375"/>
            </a:xfrm>
            <a:custGeom>
              <a:avLst/>
              <a:gdLst/>
              <a:ahLst/>
              <a:cxnLst/>
              <a:rect l="l" t="t" r="r" b="b"/>
              <a:pathLst>
                <a:path w="12162" h="11375" extrusionOk="0">
                  <a:moveTo>
                    <a:pt x="9326" y="694"/>
                  </a:moveTo>
                  <a:cubicBezTo>
                    <a:pt x="10492" y="694"/>
                    <a:pt x="11437" y="1639"/>
                    <a:pt x="11437" y="2836"/>
                  </a:cubicBezTo>
                  <a:cubicBezTo>
                    <a:pt x="11437" y="2962"/>
                    <a:pt x="11437" y="3025"/>
                    <a:pt x="11406" y="3120"/>
                  </a:cubicBezTo>
                  <a:cubicBezTo>
                    <a:pt x="10996" y="2584"/>
                    <a:pt x="10334" y="2269"/>
                    <a:pt x="9673" y="2175"/>
                  </a:cubicBezTo>
                  <a:cubicBezTo>
                    <a:pt x="9649" y="2170"/>
                    <a:pt x="9625" y="2168"/>
                    <a:pt x="9602" y="2168"/>
                  </a:cubicBezTo>
                  <a:cubicBezTo>
                    <a:pt x="9302" y="2168"/>
                    <a:pt x="9153" y="2537"/>
                    <a:pt x="9358" y="2742"/>
                  </a:cubicBezTo>
                  <a:cubicBezTo>
                    <a:pt x="9767" y="3151"/>
                    <a:pt x="9988" y="3687"/>
                    <a:pt x="9988" y="4254"/>
                  </a:cubicBezTo>
                  <a:cubicBezTo>
                    <a:pt x="9988" y="4412"/>
                    <a:pt x="9988" y="4569"/>
                    <a:pt x="9956" y="4727"/>
                  </a:cubicBezTo>
                  <a:cubicBezTo>
                    <a:pt x="9484" y="3844"/>
                    <a:pt x="8759" y="3120"/>
                    <a:pt x="7909" y="2616"/>
                  </a:cubicBezTo>
                  <a:cubicBezTo>
                    <a:pt x="7657" y="2521"/>
                    <a:pt x="7468" y="2395"/>
                    <a:pt x="7247" y="2301"/>
                  </a:cubicBezTo>
                  <a:cubicBezTo>
                    <a:pt x="7468" y="1356"/>
                    <a:pt x="8287" y="694"/>
                    <a:pt x="9326" y="694"/>
                  </a:cubicBezTo>
                  <a:close/>
                  <a:moveTo>
                    <a:pt x="2836" y="757"/>
                  </a:moveTo>
                  <a:cubicBezTo>
                    <a:pt x="3813" y="757"/>
                    <a:pt x="4664" y="1419"/>
                    <a:pt x="4916" y="2364"/>
                  </a:cubicBezTo>
                  <a:cubicBezTo>
                    <a:pt x="3718" y="2742"/>
                    <a:pt x="2773" y="3687"/>
                    <a:pt x="2206" y="4758"/>
                  </a:cubicBezTo>
                  <a:cubicBezTo>
                    <a:pt x="2143" y="4601"/>
                    <a:pt x="2112" y="4443"/>
                    <a:pt x="2112" y="4286"/>
                  </a:cubicBezTo>
                  <a:cubicBezTo>
                    <a:pt x="2112" y="3750"/>
                    <a:pt x="2364" y="3183"/>
                    <a:pt x="2742" y="2773"/>
                  </a:cubicBezTo>
                  <a:cubicBezTo>
                    <a:pt x="2970" y="2574"/>
                    <a:pt x="2811" y="2193"/>
                    <a:pt x="2521" y="2193"/>
                  </a:cubicBezTo>
                  <a:cubicBezTo>
                    <a:pt x="2491" y="2193"/>
                    <a:pt x="2459" y="2197"/>
                    <a:pt x="2427" y="2206"/>
                  </a:cubicBezTo>
                  <a:cubicBezTo>
                    <a:pt x="1765" y="2269"/>
                    <a:pt x="1135" y="2616"/>
                    <a:pt x="694" y="3151"/>
                  </a:cubicBezTo>
                  <a:cubicBezTo>
                    <a:pt x="536" y="1891"/>
                    <a:pt x="1513" y="757"/>
                    <a:pt x="2836" y="757"/>
                  </a:cubicBezTo>
                  <a:close/>
                  <a:moveTo>
                    <a:pt x="6050" y="2836"/>
                  </a:moveTo>
                  <a:cubicBezTo>
                    <a:pt x="8224" y="2836"/>
                    <a:pt x="9988" y="5325"/>
                    <a:pt x="9988" y="7468"/>
                  </a:cubicBezTo>
                  <a:cubicBezTo>
                    <a:pt x="10019" y="9862"/>
                    <a:pt x="7909" y="10713"/>
                    <a:pt x="6050" y="10713"/>
                  </a:cubicBezTo>
                  <a:cubicBezTo>
                    <a:pt x="4254" y="10713"/>
                    <a:pt x="2112" y="9893"/>
                    <a:pt x="2112" y="7468"/>
                  </a:cubicBezTo>
                  <a:cubicBezTo>
                    <a:pt x="2112" y="5325"/>
                    <a:pt x="3876" y="2836"/>
                    <a:pt x="6050" y="2836"/>
                  </a:cubicBezTo>
                  <a:close/>
                  <a:moveTo>
                    <a:pt x="2836" y="1"/>
                  </a:moveTo>
                  <a:cubicBezTo>
                    <a:pt x="1261" y="1"/>
                    <a:pt x="1" y="1293"/>
                    <a:pt x="1" y="2836"/>
                  </a:cubicBezTo>
                  <a:cubicBezTo>
                    <a:pt x="1" y="3246"/>
                    <a:pt x="64" y="3655"/>
                    <a:pt x="253" y="4034"/>
                  </a:cubicBezTo>
                  <a:cubicBezTo>
                    <a:pt x="316" y="4175"/>
                    <a:pt x="450" y="4246"/>
                    <a:pt x="580" y="4246"/>
                  </a:cubicBezTo>
                  <a:cubicBezTo>
                    <a:pt x="710" y="4246"/>
                    <a:pt x="836" y="4175"/>
                    <a:pt x="883" y="4034"/>
                  </a:cubicBezTo>
                  <a:cubicBezTo>
                    <a:pt x="1040" y="3687"/>
                    <a:pt x="1293" y="3403"/>
                    <a:pt x="1608" y="3214"/>
                  </a:cubicBezTo>
                  <a:lnTo>
                    <a:pt x="1608" y="3214"/>
                  </a:lnTo>
                  <a:cubicBezTo>
                    <a:pt x="1482" y="3529"/>
                    <a:pt x="1419" y="3876"/>
                    <a:pt x="1419" y="4254"/>
                  </a:cubicBezTo>
                  <a:cubicBezTo>
                    <a:pt x="1419" y="4727"/>
                    <a:pt x="1513" y="5199"/>
                    <a:pt x="1765" y="5577"/>
                  </a:cubicBezTo>
                  <a:cubicBezTo>
                    <a:pt x="1513" y="6176"/>
                    <a:pt x="1419" y="6806"/>
                    <a:pt x="1419" y="7436"/>
                  </a:cubicBezTo>
                  <a:cubicBezTo>
                    <a:pt x="1419" y="9988"/>
                    <a:pt x="3498" y="11374"/>
                    <a:pt x="6050" y="11374"/>
                  </a:cubicBezTo>
                  <a:cubicBezTo>
                    <a:pt x="8665" y="11374"/>
                    <a:pt x="10713" y="9988"/>
                    <a:pt x="10713" y="7436"/>
                  </a:cubicBezTo>
                  <a:cubicBezTo>
                    <a:pt x="10713" y="6806"/>
                    <a:pt x="10586" y="6176"/>
                    <a:pt x="10334" y="5577"/>
                  </a:cubicBezTo>
                  <a:cubicBezTo>
                    <a:pt x="10586" y="5136"/>
                    <a:pt x="10713" y="4727"/>
                    <a:pt x="10713" y="4254"/>
                  </a:cubicBezTo>
                  <a:cubicBezTo>
                    <a:pt x="10713" y="3876"/>
                    <a:pt x="10618" y="3529"/>
                    <a:pt x="10492" y="3214"/>
                  </a:cubicBezTo>
                  <a:lnTo>
                    <a:pt x="10492" y="3214"/>
                  </a:lnTo>
                  <a:cubicBezTo>
                    <a:pt x="10776" y="3403"/>
                    <a:pt x="11028" y="3687"/>
                    <a:pt x="11217" y="4034"/>
                  </a:cubicBezTo>
                  <a:cubicBezTo>
                    <a:pt x="11280" y="4175"/>
                    <a:pt x="11406" y="4246"/>
                    <a:pt x="11532" y="4246"/>
                  </a:cubicBezTo>
                  <a:cubicBezTo>
                    <a:pt x="11658" y="4246"/>
                    <a:pt x="11784" y="4175"/>
                    <a:pt x="11847" y="4034"/>
                  </a:cubicBezTo>
                  <a:cubicBezTo>
                    <a:pt x="12036" y="3655"/>
                    <a:pt x="12130" y="3246"/>
                    <a:pt x="12130" y="2836"/>
                  </a:cubicBezTo>
                  <a:cubicBezTo>
                    <a:pt x="12162" y="1293"/>
                    <a:pt x="10870" y="1"/>
                    <a:pt x="9295" y="1"/>
                  </a:cubicBezTo>
                  <a:cubicBezTo>
                    <a:pt x="7940" y="1"/>
                    <a:pt x="6837" y="915"/>
                    <a:pt x="6522" y="2175"/>
                  </a:cubicBezTo>
                  <a:cubicBezTo>
                    <a:pt x="6365" y="2112"/>
                    <a:pt x="6207" y="2112"/>
                    <a:pt x="6050" y="2112"/>
                  </a:cubicBezTo>
                  <a:cubicBezTo>
                    <a:pt x="5892" y="2112"/>
                    <a:pt x="5735" y="2112"/>
                    <a:pt x="5577" y="2175"/>
                  </a:cubicBezTo>
                  <a:cubicBezTo>
                    <a:pt x="5262" y="915"/>
                    <a:pt x="4128" y="1"/>
                    <a:pt x="28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725" name="Google Shape;15725;p86"/>
            <p:cNvSpPr/>
            <p:nvPr/>
          </p:nvSpPr>
          <p:spPr>
            <a:xfrm>
              <a:off x="-15960175" y="2287225"/>
              <a:ext cx="91400" cy="24075"/>
            </a:xfrm>
            <a:custGeom>
              <a:avLst/>
              <a:gdLst/>
              <a:ahLst/>
              <a:cxnLst/>
              <a:rect l="l" t="t" r="r" b="b"/>
              <a:pathLst>
                <a:path w="3656" h="963" extrusionOk="0">
                  <a:moveTo>
                    <a:pt x="437" y="1"/>
                  </a:moveTo>
                  <a:cubicBezTo>
                    <a:pt x="284" y="1"/>
                    <a:pt x="142" y="114"/>
                    <a:pt x="64" y="269"/>
                  </a:cubicBezTo>
                  <a:cubicBezTo>
                    <a:pt x="1" y="458"/>
                    <a:pt x="96" y="647"/>
                    <a:pt x="316" y="742"/>
                  </a:cubicBezTo>
                  <a:cubicBezTo>
                    <a:pt x="852" y="931"/>
                    <a:pt x="1450" y="962"/>
                    <a:pt x="1828" y="962"/>
                  </a:cubicBezTo>
                  <a:cubicBezTo>
                    <a:pt x="2238" y="962"/>
                    <a:pt x="2836" y="931"/>
                    <a:pt x="3372" y="742"/>
                  </a:cubicBezTo>
                  <a:cubicBezTo>
                    <a:pt x="3593" y="647"/>
                    <a:pt x="3656" y="458"/>
                    <a:pt x="3624" y="269"/>
                  </a:cubicBezTo>
                  <a:cubicBezTo>
                    <a:pt x="3546" y="114"/>
                    <a:pt x="3383" y="1"/>
                    <a:pt x="3240" y="1"/>
                  </a:cubicBezTo>
                  <a:cubicBezTo>
                    <a:pt x="3209" y="1"/>
                    <a:pt x="3179" y="6"/>
                    <a:pt x="3151" y="17"/>
                  </a:cubicBezTo>
                  <a:cubicBezTo>
                    <a:pt x="2679" y="206"/>
                    <a:pt x="2143" y="238"/>
                    <a:pt x="1828" y="238"/>
                  </a:cubicBezTo>
                  <a:cubicBezTo>
                    <a:pt x="1482" y="238"/>
                    <a:pt x="1009" y="206"/>
                    <a:pt x="537" y="17"/>
                  </a:cubicBezTo>
                  <a:cubicBezTo>
                    <a:pt x="503" y="6"/>
                    <a:pt x="470" y="1"/>
                    <a:pt x="4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5726" name="Google Shape;15726;p86"/>
          <p:cNvSpPr/>
          <p:nvPr/>
        </p:nvSpPr>
        <p:spPr>
          <a:xfrm>
            <a:off x="4328946" y="3444762"/>
            <a:ext cx="475125" cy="475086"/>
          </a:xfrm>
          <a:custGeom>
            <a:avLst/>
            <a:gdLst/>
            <a:ahLst/>
            <a:cxnLst/>
            <a:rect l="l" t="t" r="r" b="b"/>
            <a:pathLst>
              <a:path w="12225" h="12224" extrusionOk="0">
                <a:moveTo>
                  <a:pt x="6522" y="1638"/>
                </a:moveTo>
                <a:lnTo>
                  <a:pt x="9074" y="2678"/>
                </a:lnTo>
                <a:lnTo>
                  <a:pt x="8507" y="3245"/>
                </a:lnTo>
                <a:lnTo>
                  <a:pt x="6522" y="2426"/>
                </a:lnTo>
                <a:lnTo>
                  <a:pt x="6522" y="1638"/>
                </a:lnTo>
                <a:close/>
                <a:moveTo>
                  <a:pt x="5766" y="1670"/>
                </a:moveTo>
                <a:lnTo>
                  <a:pt x="5766" y="2457"/>
                </a:lnTo>
                <a:lnTo>
                  <a:pt x="3750" y="3277"/>
                </a:lnTo>
                <a:lnTo>
                  <a:pt x="3214" y="2741"/>
                </a:lnTo>
                <a:lnTo>
                  <a:pt x="5766" y="1670"/>
                </a:lnTo>
                <a:close/>
                <a:moveTo>
                  <a:pt x="5766" y="3214"/>
                </a:moveTo>
                <a:lnTo>
                  <a:pt x="5766" y="4001"/>
                </a:lnTo>
                <a:lnTo>
                  <a:pt x="4821" y="4348"/>
                </a:lnTo>
                <a:lnTo>
                  <a:pt x="4254" y="3781"/>
                </a:lnTo>
                <a:lnTo>
                  <a:pt x="5766" y="3214"/>
                </a:lnTo>
                <a:close/>
                <a:moveTo>
                  <a:pt x="6459" y="3214"/>
                </a:moveTo>
                <a:lnTo>
                  <a:pt x="7972" y="3781"/>
                </a:lnTo>
                <a:lnTo>
                  <a:pt x="7404" y="4348"/>
                </a:lnTo>
                <a:lnTo>
                  <a:pt x="6459" y="4001"/>
                </a:lnTo>
                <a:lnTo>
                  <a:pt x="6459" y="3214"/>
                </a:lnTo>
                <a:close/>
                <a:moveTo>
                  <a:pt x="5766" y="4726"/>
                </a:moveTo>
                <a:lnTo>
                  <a:pt x="5766" y="5293"/>
                </a:lnTo>
                <a:lnTo>
                  <a:pt x="5357" y="4883"/>
                </a:lnTo>
                <a:lnTo>
                  <a:pt x="5766" y="4726"/>
                </a:lnTo>
                <a:close/>
                <a:moveTo>
                  <a:pt x="6459" y="4726"/>
                </a:moveTo>
                <a:lnTo>
                  <a:pt x="6869" y="4883"/>
                </a:lnTo>
                <a:lnTo>
                  <a:pt x="6459" y="5293"/>
                </a:lnTo>
                <a:lnTo>
                  <a:pt x="6459" y="4726"/>
                </a:lnTo>
                <a:close/>
                <a:moveTo>
                  <a:pt x="2679" y="3214"/>
                </a:moveTo>
                <a:lnTo>
                  <a:pt x="3246" y="3749"/>
                </a:lnTo>
                <a:lnTo>
                  <a:pt x="2427" y="5765"/>
                </a:lnTo>
                <a:lnTo>
                  <a:pt x="1639" y="5765"/>
                </a:lnTo>
                <a:lnTo>
                  <a:pt x="2679" y="3214"/>
                </a:lnTo>
                <a:close/>
                <a:moveTo>
                  <a:pt x="4853" y="5356"/>
                </a:moveTo>
                <a:lnTo>
                  <a:pt x="5262" y="5765"/>
                </a:lnTo>
                <a:lnTo>
                  <a:pt x="4695" y="5765"/>
                </a:lnTo>
                <a:lnTo>
                  <a:pt x="4853" y="5356"/>
                </a:lnTo>
                <a:close/>
                <a:moveTo>
                  <a:pt x="7373" y="5356"/>
                </a:moveTo>
                <a:lnTo>
                  <a:pt x="7531" y="5765"/>
                </a:lnTo>
                <a:lnTo>
                  <a:pt x="6995" y="5765"/>
                </a:lnTo>
                <a:lnTo>
                  <a:pt x="7373" y="5356"/>
                </a:lnTo>
                <a:close/>
                <a:moveTo>
                  <a:pt x="8476" y="4253"/>
                </a:moveTo>
                <a:lnTo>
                  <a:pt x="9074" y="5765"/>
                </a:lnTo>
                <a:lnTo>
                  <a:pt x="8287" y="5765"/>
                </a:lnTo>
                <a:lnTo>
                  <a:pt x="7940" y="4820"/>
                </a:lnTo>
                <a:lnTo>
                  <a:pt x="8476" y="4253"/>
                </a:lnTo>
                <a:close/>
                <a:moveTo>
                  <a:pt x="9547" y="3214"/>
                </a:moveTo>
                <a:lnTo>
                  <a:pt x="10618" y="5765"/>
                </a:lnTo>
                <a:lnTo>
                  <a:pt x="9830" y="5765"/>
                </a:lnTo>
                <a:lnTo>
                  <a:pt x="8980" y="3749"/>
                </a:lnTo>
                <a:lnTo>
                  <a:pt x="9547" y="3214"/>
                </a:lnTo>
                <a:close/>
                <a:moveTo>
                  <a:pt x="3781" y="4316"/>
                </a:moveTo>
                <a:lnTo>
                  <a:pt x="4348" y="4852"/>
                </a:lnTo>
                <a:lnTo>
                  <a:pt x="4002" y="5797"/>
                </a:lnTo>
                <a:lnTo>
                  <a:pt x="3214" y="5797"/>
                </a:lnTo>
                <a:lnTo>
                  <a:pt x="3781" y="4316"/>
                </a:lnTo>
                <a:close/>
                <a:moveTo>
                  <a:pt x="5262" y="6522"/>
                </a:moveTo>
                <a:lnTo>
                  <a:pt x="4853" y="6900"/>
                </a:lnTo>
                <a:lnTo>
                  <a:pt x="4695" y="6522"/>
                </a:lnTo>
                <a:close/>
                <a:moveTo>
                  <a:pt x="7531" y="6522"/>
                </a:moveTo>
                <a:lnTo>
                  <a:pt x="7373" y="6900"/>
                </a:lnTo>
                <a:lnTo>
                  <a:pt x="6995" y="6522"/>
                </a:lnTo>
                <a:close/>
                <a:moveTo>
                  <a:pt x="5766" y="6994"/>
                </a:moveTo>
                <a:lnTo>
                  <a:pt x="5766" y="7530"/>
                </a:lnTo>
                <a:lnTo>
                  <a:pt x="5357" y="7372"/>
                </a:lnTo>
                <a:lnTo>
                  <a:pt x="5766" y="6994"/>
                </a:lnTo>
                <a:close/>
                <a:moveTo>
                  <a:pt x="6459" y="6994"/>
                </a:moveTo>
                <a:lnTo>
                  <a:pt x="6869" y="7372"/>
                </a:lnTo>
                <a:lnTo>
                  <a:pt x="6459" y="7530"/>
                </a:lnTo>
                <a:lnTo>
                  <a:pt x="6459" y="6994"/>
                </a:lnTo>
                <a:close/>
                <a:moveTo>
                  <a:pt x="9074" y="6459"/>
                </a:moveTo>
                <a:lnTo>
                  <a:pt x="8476" y="7971"/>
                </a:lnTo>
                <a:lnTo>
                  <a:pt x="7940" y="7404"/>
                </a:lnTo>
                <a:lnTo>
                  <a:pt x="8287" y="6459"/>
                </a:lnTo>
                <a:close/>
                <a:moveTo>
                  <a:pt x="3939" y="6522"/>
                </a:moveTo>
                <a:lnTo>
                  <a:pt x="4317" y="7467"/>
                </a:lnTo>
                <a:lnTo>
                  <a:pt x="3750" y="8002"/>
                </a:lnTo>
                <a:lnTo>
                  <a:pt x="3151" y="6522"/>
                </a:lnTo>
                <a:close/>
                <a:moveTo>
                  <a:pt x="2458" y="6522"/>
                </a:moveTo>
                <a:lnTo>
                  <a:pt x="3277" y="8506"/>
                </a:lnTo>
                <a:lnTo>
                  <a:pt x="2742" y="9073"/>
                </a:lnTo>
                <a:lnTo>
                  <a:pt x="1671" y="6522"/>
                </a:lnTo>
                <a:close/>
                <a:moveTo>
                  <a:pt x="4853" y="7939"/>
                </a:moveTo>
                <a:lnTo>
                  <a:pt x="5798" y="8286"/>
                </a:lnTo>
                <a:lnTo>
                  <a:pt x="5798" y="9073"/>
                </a:lnTo>
                <a:lnTo>
                  <a:pt x="4317" y="8475"/>
                </a:lnTo>
                <a:lnTo>
                  <a:pt x="4853" y="7939"/>
                </a:lnTo>
                <a:close/>
                <a:moveTo>
                  <a:pt x="7404" y="7939"/>
                </a:moveTo>
                <a:lnTo>
                  <a:pt x="7972" y="8475"/>
                </a:lnTo>
                <a:lnTo>
                  <a:pt x="6491" y="9073"/>
                </a:lnTo>
                <a:lnTo>
                  <a:pt x="6491" y="8286"/>
                </a:lnTo>
                <a:lnTo>
                  <a:pt x="6459" y="8286"/>
                </a:lnTo>
                <a:lnTo>
                  <a:pt x="7404" y="7939"/>
                </a:lnTo>
                <a:close/>
                <a:moveTo>
                  <a:pt x="10649" y="6522"/>
                </a:moveTo>
                <a:lnTo>
                  <a:pt x="9578" y="9073"/>
                </a:lnTo>
                <a:lnTo>
                  <a:pt x="9043" y="8506"/>
                </a:lnTo>
                <a:lnTo>
                  <a:pt x="9862" y="6522"/>
                </a:lnTo>
                <a:close/>
                <a:moveTo>
                  <a:pt x="8476" y="8979"/>
                </a:moveTo>
                <a:lnTo>
                  <a:pt x="9043" y="9546"/>
                </a:lnTo>
                <a:lnTo>
                  <a:pt x="6459" y="10617"/>
                </a:lnTo>
                <a:lnTo>
                  <a:pt x="6459" y="9830"/>
                </a:lnTo>
                <a:lnTo>
                  <a:pt x="8476" y="8979"/>
                </a:lnTo>
                <a:close/>
                <a:moveTo>
                  <a:pt x="3750" y="9042"/>
                </a:moveTo>
                <a:lnTo>
                  <a:pt x="5766" y="9861"/>
                </a:lnTo>
                <a:lnTo>
                  <a:pt x="5766" y="10649"/>
                </a:lnTo>
                <a:lnTo>
                  <a:pt x="3214" y="9578"/>
                </a:lnTo>
                <a:lnTo>
                  <a:pt x="3750" y="9042"/>
                </a:lnTo>
                <a:close/>
                <a:moveTo>
                  <a:pt x="6113" y="0"/>
                </a:moveTo>
                <a:cubicBezTo>
                  <a:pt x="5924" y="0"/>
                  <a:pt x="5766" y="158"/>
                  <a:pt x="5766" y="347"/>
                </a:cubicBezTo>
                <a:lnTo>
                  <a:pt x="5766" y="882"/>
                </a:lnTo>
                <a:lnTo>
                  <a:pt x="2647" y="2142"/>
                </a:lnTo>
                <a:lnTo>
                  <a:pt x="2332" y="1827"/>
                </a:lnTo>
                <a:cubicBezTo>
                  <a:pt x="2253" y="1749"/>
                  <a:pt x="2167" y="1709"/>
                  <a:pt x="2080" y="1709"/>
                </a:cubicBezTo>
                <a:cubicBezTo>
                  <a:pt x="1994" y="1709"/>
                  <a:pt x="1907" y="1749"/>
                  <a:pt x="1828" y="1827"/>
                </a:cubicBezTo>
                <a:cubicBezTo>
                  <a:pt x="1671" y="1985"/>
                  <a:pt x="1671" y="2174"/>
                  <a:pt x="1828" y="2331"/>
                </a:cubicBezTo>
                <a:lnTo>
                  <a:pt x="2143" y="2647"/>
                </a:lnTo>
                <a:lnTo>
                  <a:pt x="883" y="5765"/>
                </a:lnTo>
                <a:lnTo>
                  <a:pt x="379" y="5765"/>
                </a:lnTo>
                <a:cubicBezTo>
                  <a:pt x="158" y="5765"/>
                  <a:pt x="1" y="5923"/>
                  <a:pt x="1" y="6112"/>
                </a:cubicBezTo>
                <a:cubicBezTo>
                  <a:pt x="1" y="6301"/>
                  <a:pt x="158" y="6459"/>
                  <a:pt x="379" y="6459"/>
                </a:cubicBezTo>
                <a:lnTo>
                  <a:pt x="883" y="6459"/>
                </a:lnTo>
                <a:lnTo>
                  <a:pt x="2143" y="9578"/>
                </a:lnTo>
                <a:lnTo>
                  <a:pt x="1828" y="9893"/>
                </a:lnTo>
                <a:cubicBezTo>
                  <a:pt x="1671" y="10050"/>
                  <a:pt x="1671" y="10239"/>
                  <a:pt x="1828" y="10397"/>
                </a:cubicBezTo>
                <a:cubicBezTo>
                  <a:pt x="1907" y="10475"/>
                  <a:pt x="1994" y="10515"/>
                  <a:pt x="2080" y="10515"/>
                </a:cubicBezTo>
                <a:cubicBezTo>
                  <a:pt x="2167" y="10515"/>
                  <a:pt x="2253" y="10475"/>
                  <a:pt x="2332" y="10397"/>
                </a:cubicBezTo>
                <a:lnTo>
                  <a:pt x="2647" y="10082"/>
                </a:lnTo>
                <a:lnTo>
                  <a:pt x="5766" y="11342"/>
                </a:lnTo>
                <a:lnTo>
                  <a:pt x="5766" y="11877"/>
                </a:lnTo>
                <a:cubicBezTo>
                  <a:pt x="5766" y="12066"/>
                  <a:pt x="5924" y="12224"/>
                  <a:pt x="6113" y="12224"/>
                </a:cubicBezTo>
                <a:cubicBezTo>
                  <a:pt x="6302" y="12224"/>
                  <a:pt x="6459" y="12066"/>
                  <a:pt x="6459" y="11877"/>
                </a:cubicBezTo>
                <a:lnTo>
                  <a:pt x="6459" y="11405"/>
                </a:lnTo>
                <a:lnTo>
                  <a:pt x="9578" y="10145"/>
                </a:lnTo>
                <a:lnTo>
                  <a:pt x="9893" y="10460"/>
                </a:lnTo>
                <a:cubicBezTo>
                  <a:pt x="9972" y="10538"/>
                  <a:pt x="10067" y="10578"/>
                  <a:pt x="10157" y="10578"/>
                </a:cubicBezTo>
                <a:cubicBezTo>
                  <a:pt x="10248" y="10578"/>
                  <a:pt x="10334" y="10538"/>
                  <a:pt x="10397" y="10460"/>
                </a:cubicBezTo>
                <a:cubicBezTo>
                  <a:pt x="10555" y="10302"/>
                  <a:pt x="10555" y="10082"/>
                  <a:pt x="10397" y="9924"/>
                </a:cubicBezTo>
                <a:lnTo>
                  <a:pt x="10082" y="9609"/>
                </a:lnTo>
                <a:lnTo>
                  <a:pt x="11343" y="6522"/>
                </a:lnTo>
                <a:lnTo>
                  <a:pt x="11878" y="6522"/>
                </a:lnTo>
                <a:cubicBezTo>
                  <a:pt x="12067" y="6522"/>
                  <a:pt x="12225" y="6364"/>
                  <a:pt x="12225" y="6144"/>
                </a:cubicBezTo>
                <a:cubicBezTo>
                  <a:pt x="12225" y="5955"/>
                  <a:pt x="12067" y="5765"/>
                  <a:pt x="11878" y="5765"/>
                </a:cubicBezTo>
                <a:lnTo>
                  <a:pt x="11343" y="5765"/>
                </a:lnTo>
                <a:lnTo>
                  <a:pt x="10082" y="2647"/>
                </a:lnTo>
                <a:lnTo>
                  <a:pt x="10397" y="2331"/>
                </a:lnTo>
                <a:cubicBezTo>
                  <a:pt x="10555" y="2174"/>
                  <a:pt x="10555" y="1985"/>
                  <a:pt x="10397" y="1827"/>
                </a:cubicBezTo>
                <a:cubicBezTo>
                  <a:pt x="10319" y="1749"/>
                  <a:pt x="10232" y="1709"/>
                  <a:pt x="10145" y="1709"/>
                </a:cubicBezTo>
                <a:cubicBezTo>
                  <a:pt x="10059" y="1709"/>
                  <a:pt x="9972" y="1749"/>
                  <a:pt x="9893" y="1827"/>
                </a:cubicBezTo>
                <a:lnTo>
                  <a:pt x="9578" y="2142"/>
                </a:lnTo>
                <a:lnTo>
                  <a:pt x="6459" y="882"/>
                </a:lnTo>
                <a:lnTo>
                  <a:pt x="6459" y="347"/>
                </a:lnTo>
                <a:cubicBezTo>
                  <a:pt x="6459" y="158"/>
                  <a:pt x="6302" y="0"/>
                  <a:pt x="61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727" name="Google Shape;15727;p86"/>
          <p:cNvSpPr/>
          <p:nvPr/>
        </p:nvSpPr>
        <p:spPr>
          <a:xfrm>
            <a:off x="6702735" y="3444898"/>
            <a:ext cx="391876" cy="474814"/>
          </a:xfrm>
          <a:custGeom>
            <a:avLst/>
            <a:gdLst/>
            <a:ahLst/>
            <a:cxnLst/>
            <a:rect l="l" t="t" r="r" b="b"/>
            <a:pathLst>
              <a:path w="10083" h="12217" extrusionOk="0">
                <a:moveTo>
                  <a:pt x="5356" y="1001"/>
                </a:moveTo>
                <a:cubicBezTo>
                  <a:pt x="5577" y="1316"/>
                  <a:pt x="5734" y="1694"/>
                  <a:pt x="5734" y="2104"/>
                </a:cubicBezTo>
                <a:cubicBezTo>
                  <a:pt x="5734" y="2135"/>
                  <a:pt x="5734" y="2198"/>
                  <a:pt x="5766" y="2261"/>
                </a:cubicBezTo>
                <a:cubicBezTo>
                  <a:pt x="5624" y="2230"/>
                  <a:pt x="5498" y="2214"/>
                  <a:pt x="5372" y="2214"/>
                </a:cubicBezTo>
                <a:cubicBezTo>
                  <a:pt x="5246" y="2214"/>
                  <a:pt x="5120" y="2230"/>
                  <a:pt x="4978" y="2261"/>
                </a:cubicBezTo>
                <a:cubicBezTo>
                  <a:pt x="5010" y="2198"/>
                  <a:pt x="5010" y="2135"/>
                  <a:pt x="5010" y="2104"/>
                </a:cubicBezTo>
                <a:cubicBezTo>
                  <a:pt x="5041" y="1663"/>
                  <a:pt x="5167" y="1316"/>
                  <a:pt x="5356" y="1001"/>
                </a:cubicBezTo>
                <a:close/>
                <a:moveTo>
                  <a:pt x="3529" y="1474"/>
                </a:moveTo>
                <a:cubicBezTo>
                  <a:pt x="3876" y="1631"/>
                  <a:pt x="4159" y="1883"/>
                  <a:pt x="4380" y="2261"/>
                </a:cubicBezTo>
                <a:lnTo>
                  <a:pt x="4506" y="2356"/>
                </a:lnTo>
                <a:cubicBezTo>
                  <a:pt x="4254" y="2450"/>
                  <a:pt x="4033" y="2608"/>
                  <a:pt x="3844" y="2765"/>
                </a:cubicBezTo>
                <a:cubicBezTo>
                  <a:pt x="3844" y="2734"/>
                  <a:pt x="3844" y="2639"/>
                  <a:pt x="3781" y="2608"/>
                </a:cubicBezTo>
                <a:cubicBezTo>
                  <a:pt x="3592" y="2261"/>
                  <a:pt x="3529" y="1852"/>
                  <a:pt x="3529" y="1474"/>
                </a:cubicBezTo>
                <a:close/>
                <a:moveTo>
                  <a:pt x="7247" y="1474"/>
                </a:moveTo>
                <a:lnTo>
                  <a:pt x="7247" y="1474"/>
                </a:lnTo>
                <a:cubicBezTo>
                  <a:pt x="7310" y="1852"/>
                  <a:pt x="7215" y="2261"/>
                  <a:pt x="7026" y="2608"/>
                </a:cubicBezTo>
                <a:cubicBezTo>
                  <a:pt x="6995" y="2639"/>
                  <a:pt x="6995" y="2734"/>
                  <a:pt x="6995" y="2765"/>
                </a:cubicBezTo>
                <a:cubicBezTo>
                  <a:pt x="6806" y="2608"/>
                  <a:pt x="6554" y="2450"/>
                  <a:pt x="6301" y="2356"/>
                </a:cubicBezTo>
                <a:cubicBezTo>
                  <a:pt x="6301" y="2324"/>
                  <a:pt x="6364" y="2293"/>
                  <a:pt x="6396" y="2261"/>
                </a:cubicBezTo>
                <a:cubicBezTo>
                  <a:pt x="6585" y="1883"/>
                  <a:pt x="6900" y="1663"/>
                  <a:pt x="7247" y="1474"/>
                </a:cubicBezTo>
                <a:close/>
                <a:moveTo>
                  <a:pt x="2143" y="2797"/>
                </a:moveTo>
                <a:cubicBezTo>
                  <a:pt x="2521" y="2797"/>
                  <a:pt x="2930" y="2891"/>
                  <a:pt x="3277" y="3080"/>
                </a:cubicBezTo>
                <a:cubicBezTo>
                  <a:pt x="3309" y="3112"/>
                  <a:pt x="3403" y="3112"/>
                  <a:pt x="3435" y="3112"/>
                </a:cubicBezTo>
                <a:cubicBezTo>
                  <a:pt x="3277" y="3301"/>
                  <a:pt x="3119" y="3553"/>
                  <a:pt x="3056" y="3773"/>
                </a:cubicBezTo>
                <a:lnTo>
                  <a:pt x="2930" y="3647"/>
                </a:lnTo>
                <a:cubicBezTo>
                  <a:pt x="2584" y="3458"/>
                  <a:pt x="2332" y="3143"/>
                  <a:pt x="2143" y="2797"/>
                </a:cubicBezTo>
                <a:close/>
                <a:moveTo>
                  <a:pt x="8487" y="2822"/>
                </a:moveTo>
                <a:cubicBezTo>
                  <a:pt x="8536" y="2822"/>
                  <a:pt x="8585" y="2824"/>
                  <a:pt x="8633" y="2828"/>
                </a:cubicBezTo>
                <a:cubicBezTo>
                  <a:pt x="8475" y="3206"/>
                  <a:pt x="8192" y="3458"/>
                  <a:pt x="7845" y="3710"/>
                </a:cubicBezTo>
                <a:lnTo>
                  <a:pt x="7719" y="3836"/>
                </a:lnTo>
                <a:cubicBezTo>
                  <a:pt x="7656" y="3584"/>
                  <a:pt x="7499" y="3364"/>
                  <a:pt x="7341" y="3143"/>
                </a:cubicBezTo>
                <a:cubicBezTo>
                  <a:pt x="7373" y="3112"/>
                  <a:pt x="7404" y="3112"/>
                  <a:pt x="7499" y="3080"/>
                </a:cubicBezTo>
                <a:cubicBezTo>
                  <a:pt x="7801" y="2915"/>
                  <a:pt x="8152" y="2822"/>
                  <a:pt x="8487" y="2822"/>
                </a:cubicBezTo>
                <a:close/>
                <a:moveTo>
                  <a:pt x="2930" y="4309"/>
                </a:moveTo>
                <a:lnTo>
                  <a:pt x="2930" y="4309"/>
                </a:lnTo>
                <a:cubicBezTo>
                  <a:pt x="2899" y="4561"/>
                  <a:pt x="2899" y="4813"/>
                  <a:pt x="2930" y="5097"/>
                </a:cubicBezTo>
                <a:cubicBezTo>
                  <a:pt x="2899" y="5034"/>
                  <a:pt x="2804" y="5034"/>
                  <a:pt x="2773" y="5034"/>
                </a:cubicBezTo>
                <a:cubicBezTo>
                  <a:pt x="2363" y="5034"/>
                  <a:pt x="1985" y="4939"/>
                  <a:pt x="1670" y="4687"/>
                </a:cubicBezTo>
                <a:cubicBezTo>
                  <a:pt x="1985" y="4498"/>
                  <a:pt x="2363" y="4341"/>
                  <a:pt x="2773" y="4341"/>
                </a:cubicBezTo>
                <a:cubicBezTo>
                  <a:pt x="2804" y="4341"/>
                  <a:pt x="2899" y="4341"/>
                  <a:pt x="2930" y="4309"/>
                </a:cubicBezTo>
                <a:close/>
                <a:moveTo>
                  <a:pt x="7845" y="4309"/>
                </a:moveTo>
                <a:cubicBezTo>
                  <a:pt x="7877" y="4341"/>
                  <a:pt x="7971" y="4341"/>
                  <a:pt x="8003" y="4341"/>
                </a:cubicBezTo>
                <a:cubicBezTo>
                  <a:pt x="8412" y="4372"/>
                  <a:pt x="8790" y="4498"/>
                  <a:pt x="9105" y="4687"/>
                </a:cubicBezTo>
                <a:cubicBezTo>
                  <a:pt x="8790" y="4876"/>
                  <a:pt x="8412" y="5034"/>
                  <a:pt x="8003" y="5034"/>
                </a:cubicBezTo>
                <a:cubicBezTo>
                  <a:pt x="7971" y="5034"/>
                  <a:pt x="7877" y="5034"/>
                  <a:pt x="7845" y="5097"/>
                </a:cubicBezTo>
                <a:cubicBezTo>
                  <a:pt x="7877" y="4813"/>
                  <a:pt x="7877" y="4561"/>
                  <a:pt x="7845" y="4309"/>
                </a:cubicBezTo>
                <a:close/>
                <a:moveTo>
                  <a:pt x="5356" y="2923"/>
                </a:moveTo>
                <a:cubicBezTo>
                  <a:pt x="6364" y="2923"/>
                  <a:pt x="7152" y="3710"/>
                  <a:pt x="7152" y="4687"/>
                </a:cubicBezTo>
                <a:cubicBezTo>
                  <a:pt x="7152" y="5664"/>
                  <a:pt x="6364" y="6451"/>
                  <a:pt x="5356" y="6451"/>
                </a:cubicBezTo>
                <a:cubicBezTo>
                  <a:pt x="4380" y="6451"/>
                  <a:pt x="3592" y="5664"/>
                  <a:pt x="3592" y="4687"/>
                </a:cubicBezTo>
                <a:cubicBezTo>
                  <a:pt x="3592" y="3710"/>
                  <a:pt x="4380" y="2923"/>
                  <a:pt x="5356" y="2923"/>
                </a:cubicBezTo>
                <a:close/>
                <a:moveTo>
                  <a:pt x="3056" y="5601"/>
                </a:moveTo>
                <a:cubicBezTo>
                  <a:pt x="3119" y="5821"/>
                  <a:pt x="3277" y="6073"/>
                  <a:pt x="3435" y="6262"/>
                </a:cubicBezTo>
                <a:cubicBezTo>
                  <a:pt x="3403" y="6262"/>
                  <a:pt x="3309" y="6262"/>
                  <a:pt x="3277" y="6294"/>
                </a:cubicBezTo>
                <a:cubicBezTo>
                  <a:pt x="2985" y="6479"/>
                  <a:pt x="2649" y="6554"/>
                  <a:pt x="2324" y="6554"/>
                </a:cubicBezTo>
                <a:cubicBezTo>
                  <a:pt x="2263" y="6554"/>
                  <a:pt x="2203" y="6551"/>
                  <a:pt x="2143" y="6546"/>
                </a:cubicBezTo>
                <a:cubicBezTo>
                  <a:pt x="2300" y="6199"/>
                  <a:pt x="2584" y="5916"/>
                  <a:pt x="2930" y="5664"/>
                </a:cubicBezTo>
                <a:cubicBezTo>
                  <a:pt x="2962" y="5664"/>
                  <a:pt x="2993" y="5632"/>
                  <a:pt x="3056" y="5601"/>
                </a:cubicBezTo>
                <a:close/>
                <a:moveTo>
                  <a:pt x="7719" y="5601"/>
                </a:moveTo>
                <a:lnTo>
                  <a:pt x="7845" y="5727"/>
                </a:lnTo>
                <a:cubicBezTo>
                  <a:pt x="8192" y="5916"/>
                  <a:pt x="8444" y="6231"/>
                  <a:pt x="8633" y="6577"/>
                </a:cubicBezTo>
                <a:cubicBezTo>
                  <a:pt x="8571" y="6583"/>
                  <a:pt x="8509" y="6585"/>
                  <a:pt x="8447" y="6585"/>
                </a:cubicBezTo>
                <a:cubicBezTo>
                  <a:pt x="8124" y="6585"/>
                  <a:pt x="7789" y="6515"/>
                  <a:pt x="7499" y="6357"/>
                </a:cubicBezTo>
                <a:cubicBezTo>
                  <a:pt x="7467" y="6294"/>
                  <a:pt x="7373" y="6294"/>
                  <a:pt x="7341" y="6294"/>
                </a:cubicBezTo>
                <a:cubicBezTo>
                  <a:pt x="7499" y="6073"/>
                  <a:pt x="7625" y="5821"/>
                  <a:pt x="7719" y="5601"/>
                </a:cubicBezTo>
                <a:close/>
                <a:moveTo>
                  <a:pt x="3781" y="6609"/>
                </a:moveTo>
                <a:cubicBezTo>
                  <a:pt x="4002" y="6766"/>
                  <a:pt x="4222" y="6924"/>
                  <a:pt x="4474" y="7018"/>
                </a:cubicBezTo>
                <a:lnTo>
                  <a:pt x="4348" y="7144"/>
                </a:lnTo>
                <a:cubicBezTo>
                  <a:pt x="4159" y="7491"/>
                  <a:pt x="3844" y="7712"/>
                  <a:pt x="3466" y="7932"/>
                </a:cubicBezTo>
                <a:cubicBezTo>
                  <a:pt x="3529" y="7523"/>
                  <a:pt x="3592" y="7144"/>
                  <a:pt x="3750" y="6766"/>
                </a:cubicBezTo>
                <a:cubicBezTo>
                  <a:pt x="3781" y="6735"/>
                  <a:pt x="3781" y="6672"/>
                  <a:pt x="3781" y="6609"/>
                </a:cubicBezTo>
                <a:close/>
                <a:moveTo>
                  <a:pt x="6932" y="6609"/>
                </a:moveTo>
                <a:cubicBezTo>
                  <a:pt x="6932" y="6672"/>
                  <a:pt x="6932" y="6735"/>
                  <a:pt x="6995" y="6766"/>
                </a:cubicBezTo>
                <a:cubicBezTo>
                  <a:pt x="7184" y="7144"/>
                  <a:pt x="7247" y="7523"/>
                  <a:pt x="7215" y="7932"/>
                </a:cubicBezTo>
                <a:cubicBezTo>
                  <a:pt x="6869" y="7775"/>
                  <a:pt x="6585" y="7491"/>
                  <a:pt x="6364" y="7144"/>
                </a:cubicBezTo>
                <a:lnTo>
                  <a:pt x="6238" y="7018"/>
                </a:lnTo>
                <a:cubicBezTo>
                  <a:pt x="6522" y="6924"/>
                  <a:pt x="6743" y="6829"/>
                  <a:pt x="6932" y="6609"/>
                </a:cubicBezTo>
                <a:close/>
                <a:moveTo>
                  <a:pt x="5766" y="7176"/>
                </a:moveTo>
                <a:cubicBezTo>
                  <a:pt x="5766" y="7207"/>
                  <a:pt x="5734" y="7239"/>
                  <a:pt x="5734" y="7334"/>
                </a:cubicBezTo>
                <a:cubicBezTo>
                  <a:pt x="5734" y="7712"/>
                  <a:pt x="5608" y="8121"/>
                  <a:pt x="5356" y="8436"/>
                </a:cubicBezTo>
                <a:cubicBezTo>
                  <a:pt x="5167" y="8121"/>
                  <a:pt x="5010" y="7712"/>
                  <a:pt x="5010" y="7334"/>
                </a:cubicBezTo>
                <a:cubicBezTo>
                  <a:pt x="5010" y="7302"/>
                  <a:pt x="5010" y="7207"/>
                  <a:pt x="4978" y="7176"/>
                </a:cubicBezTo>
                <a:lnTo>
                  <a:pt x="4978" y="7176"/>
                </a:lnTo>
                <a:cubicBezTo>
                  <a:pt x="5120" y="7192"/>
                  <a:pt x="5246" y="7200"/>
                  <a:pt x="5372" y="7200"/>
                </a:cubicBezTo>
                <a:cubicBezTo>
                  <a:pt x="5498" y="7200"/>
                  <a:pt x="5624" y="7192"/>
                  <a:pt x="5766" y="7176"/>
                </a:cubicBezTo>
                <a:close/>
                <a:moveTo>
                  <a:pt x="7971" y="7460"/>
                </a:moveTo>
                <a:cubicBezTo>
                  <a:pt x="8790" y="7869"/>
                  <a:pt x="9357" y="8751"/>
                  <a:pt x="9357" y="9728"/>
                </a:cubicBezTo>
                <a:lnTo>
                  <a:pt x="9357" y="10295"/>
                </a:lnTo>
                <a:lnTo>
                  <a:pt x="8538" y="9444"/>
                </a:lnTo>
                <a:cubicBezTo>
                  <a:pt x="8460" y="9366"/>
                  <a:pt x="8365" y="9326"/>
                  <a:pt x="8271" y="9326"/>
                </a:cubicBezTo>
                <a:cubicBezTo>
                  <a:pt x="8176" y="9326"/>
                  <a:pt x="8082" y="9366"/>
                  <a:pt x="8003" y="9444"/>
                </a:cubicBezTo>
                <a:cubicBezTo>
                  <a:pt x="7845" y="9602"/>
                  <a:pt x="7845" y="9822"/>
                  <a:pt x="8003" y="9980"/>
                </a:cubicBezTo>
                <a:lnTo>
                  <a:pt x="8853" y="10799"/>
                </a:lnTo>
                <a:lnTo>
                  <a:pt x="8286" y="10799"/>
                </a:lnTo>
                <a:cubicBezTo>
                  <a:pt x="7152" y="10799"/>
                  <a:pt x="6144" y="10043"/>
                  <a:pt x="5829" y="8972"/>
                </a:cubicBezTo>
                <a:cubicBezTo>
                  <a:pt x="6049" y="8751"/>
                  <a:pt x="6207" y="8436"/>
                  <a:pt x="6301" y="8121"/>
                </a:cubicBezTo>
                <a:cubicBezTo>
                  <a:pt x="6617" y="8405"/>
                  <a:pt x="7026" y="8625"/>
                  <a:pt x="7467" y="8720"/>
                </a:cubicBezTo>
                <a:cubicBezTo>
                  <a:pt x="7487" y="8723"/>
                  <a:pt x="7507" y="8725"/>
                  <a:pt x="7526" y="8725"/>
                </a:cubicBezTo>
                <a:cubicBezTo>
                  <a:pt x="7694" y="8725"/>
                  <a:pt x="7849" y="8609"/>
                  <a:pt x="7877" y="8468"/>
                </a:cubicBezTo>
                <a:cubicBezTo>
                  <a:pt x="7971" y="8121"/>
                  <a:pt x="8003" y="7806"/>
                  <a:pt x="7971" y="7460"/>
                </a:cubicBezTo>
                <a:close/>
                <a:moveTo>
                  <a:pt x="2836" y="7365"/>
                </a:moveTo>
                <a:cubicBezTo>
                  <a:pt x="2804" y="7712"/>
                  <a:pt x="2804" y="8121"/>
                  <a:pt x="2930" y="8468"/>
                </a:cubicBezTo>
                <a:cubicBezTo>
                  <a:pt x="2956" y="8623"/>
                  <a:pt x="3089" y="8736"/>
                  <a:pt x="3258" y="8736"/>
                </a:cubicBezTo>
                <a:cubicBezTo>
                  <a:pt x="3294" y="8736"/>
                  <a:pt x="3332" y="8731"/>
                  <a:pt x="3372" y="8720"/>
                </a:cubicBezTo>
                <a:cubicBezTo>
                  <a:pt x="3781" y="8594"/>
                  <a:pt x="4159" y="8373"/>
                  <a:pt x="4506" y="8121"/>
                </a:cubicBezTo>
                <a:cubicBezTo>
                  <a:pt x="4632" y="8436"/>
                  <a:pt x="4789" y="8751"/>
                  <a:pt x="4978" y="8972"/>
                </a:cubicBezTo>
                <a:cubicBezTo>
                  <a:pt x="4569" y="10452"/>
                  <a:pt x="3277" y="11492"/>
                  <a:pt x="1828" y="11492"/>
                </a:cubicBezTo>
                <a:lnTo>
                  <a:pt x="1261" y="11492"/>
                </a:lnTo>
                <a:lnTo>
                  <a:pt x="2804" y="9980"/>
                </a:lnTo>
                <a:cubicBezTo>
                  <a:pt x="2962" y="9822"/>
                  <a:pt x="2962" y="9602"/>
                  <a:pt x="2804" y="9444"/>
                </a:cubicBezTo>
                <a:cubicBezTo>
                  <a:pt x="2726" y="9366"/>
                  <a:pt x="2639" y="9326"/>
                  <a:pt x="2552" y="9326"/>
                </a:cubicBezTo>
                <a:cubicBezTo>
                  <a:pt x="2466" y="9326"/>
                  <a:pt x="2379" y="9366"/>
                  <a:pt x="2300" y="9444"/>
                </a:cubicBezTo>
                <a:lnTo>
                  <a:pt x="757" y="10988"/>
                </a:lnTo>
                <a:lnTo>
                  <a:pt x="757" y="10452"/>
                </a:lnTo>
                <a:cubicBezTo>
                  <a:pt x="757" y="9066"/>
                  <a:pt x="1639" y="7838"/>
                  <a:pt x="2836" y="7365"/>
                </a:cubicBezTo>
                <a:close/>
                <a:moveTo>
                  <a:pt x="5388" y="1"/>
                </a:moveTo>
                <a:cubicBezTo>
                  <a:pt x="5301" y="1"/>
                  <a:pt x="5215" y="40"/>
                  <a:pt x="5136" y="119"/>
                </a:cubicBezTo>
                <a:cubicBezTo>
                  <a:pt x="4821" y="434"/>
                  <a:pt x="4569" y="781"/>
                  <a:pt x="4474" y="1222"/>
                </a:cubicBezTo>
                <a:cubicBezTo>
                  <a:pt x="4159" y="938"/>
                  <a:pt x="3750" y="718"/>
                  <a:pt x="3309" y="623"/>
                </a:cubicBezTo>
                <a:cubicBezTo>
                  <a:pt x="3289" y="620"/>
                  <a:pt x="3269" y="618"/>
                  <a:pt x="3250" y="618"/>
                </a:cubicBezTo>
                <a:cubicBezTo>
                  <a:pt x="3082" y="618"/>
                  <a:pt x="2927" y="734"/>
                  <a:pt x="2899" y="875"/>
                </a:cubicBezTo>
                <a:cubicBezTo>
                  <a:pt x="2773" y="1316"/>
                  <a:pt x="2773" y="1726"/>
                  <a:pt x="2836" y="2135"/>
                </a:cubicBezTo>
                <a:cubicBezTo>
                  <a:pt x="2646" y="2091"/>
                  <a:pt x="2449" y="2068"/>
                  <a:pt x="2252" y="2068"/>
                </a:cubicBezTo>
                <a:cubicBezTo>
                  <a:pt x="2024" y="2068"/>
                  <a:pt x="1795" y="2099"/>
                  <a:pt x="1576" y="2167"/>
                </a:cubicBezTo>
                <a:cubicBezTo>
                  <a:pt x="1513" y="2198"/>
                  <a:pt x="1418" y="2261"/>
                  <a:pt x="1387" y="2324"/>
                </a:cubicBezTo>
                <a:cubicBezTo>
                  <a:pt x="1355" y="2419"/>
                  <a:pt x="1324" y="2513"/>
                  <a:pt x="1355" y="2608"/>
                </a:cubicBezTo>
                <a:cubicBezTo>
                  <a:pt x="1481" y="3049"/>
                  <a:pt x="1670" y="3395"/>
                  <a:pt x="1954" y="3742"/>
                </a:cubicBezTo>
                <a:cubicBezTo>
                  <a:pt x="1544" y="3868"/>
                  <a:pt x="1166" y="4089"/>
                  <a:pt x="851" y="4404"/>
                </a:cubicBezTo>
                <a:cubicBezTo>
                  <a:pt x="694" y="4561"/>
                  <a:pt x="694" y="4782"/>
                  <a:pt x="851" y="4939"/>
                </a:cubicBezTo>
                <a:cubicBezTo>
                  <a:pt x="1166" y="5254"/>
                  <a:pt x="1513" y="5475"/>
                  <a:pt x="1954" y="5601"/>
                </a:cubicBezTo>
                <a:cubicBezTo>
                  <a:pt x="1670" y="5916"/>
                  <a:pt x="1418" y="6294"/>
                  <a:pt x="1355" y="6735"/>
                </a:cubicBezTo>
                <a:cubicBezTo>
                  <a:pt x="1324" y="6924"/>
                  <a:pt x="1418" y="7144"/>
                  <a:pt x="1576" y="7176"/>
                </a:cubicBezTo>
                <a:cubicBezTo>
                  <a:pt x="1639" y="7176"/>
                  <a:pt x="1670" y="7176"/>
                  <a:pt x="1702" y="7207"/>
                </a:cubicBezTo>
                <a:cubicBezTo>
                  <a:pt x="1418" y="7397"/>
                  <a:pt x="1198" y="7649"/>
                  <a:pt x="946" y="7869"/>
                </a:cubicBezTo>
                <a:cubicBezTo>
                  <a:pt x="379" y="8594"/>
                  <a:pt x="0" y="9507"/>
                  <a:pt x="0" y="10452"/>
                </a:cubicBezTo>
                <a:lnTo>
                  <a:pt x="0" y="11870"/>
                </a:lnTo>
                <a:cubicBezTo>
                  <a:pt x="0" y="12028"/>
                  <a:pt x="127" y="12185"/>
                  <a:pt x="284" y="12217"/>
                </a:cubicBezTo>
                <a:lnTo>
                  <a:pt x="1733" y="12217"/>
                </a:lnTo>
                <a:cubicBezTo>
                  <a:pt x="2647" y="12217"/>
                  <a:pt x="3561" y="11870"/>
                  <a:pt x="4254" y="11272"/>
                </a:cubicBezTo>
                <a:cubicBezTo>
                  <a:pt x="4726" y="10862"/>
                  <a:pt x="5104" y="10358"/>
                  <a:pt x="5325" y="9822"/>
                </a:cubicBezTo>
                <a:cubicBezTo>
                  <a:pt x="5892" y="10831"/>
                  <a:pt x="6995" y="11492"/>
                  <a:pt x="8129" y="11492"/>
                </a:cubicBezTo>
                <a:lnTo>
                  <a:pt x="9546" y="11492"/>
                </a:lnTo>
                <a:cubicBezTo>
                  <a:pt x="9862" y="11492"/>
                  <a:pt x="10019" y="11335"/>
                  <a:pt x="10019" y="11146"/>
                </a:cubicBezTo>
                <a:lnTo>
                  <a:pt x="10019" y="9728"/>
                </a:lnTo>
                <a:cubicBezTo>
                  <a:pt x="10019" y="8751"/>
                  <a:pt x="9578" y="7838"/>
                  <a:pt x="8885" y="7239"/>
                </a:cubicBezTo>
                <a:cubicBezTo>
                  <a:pt x="8979" y="7239"/>
                  <a:pt x="9074" y="7207"/>
                  <a:pt x="9200" y="7176"/>
                </a:cubicBezTo>
                <a:cubicBezTo>
                  <a:pt x="9389" y="7144"/>
                  <a:pt x="9515" y="6924"/>
                  <a:pt x="9420" y="6735"/>
                </a:cubicBezTo>
                <a:cubicBezTo>
                  <a:pt x="9294" y="6294"/>
                  <a:pt x="9105" y="5947"/>
                  <a:pt x="8822" y="5601"/>
                </a:cubicBezTo>
                <a:cubicBezTo>
                  <a:pt x="9231" y="5475"/>
                  <a:pt x="9610" y="5254"/>
                  <a:pt x="9925" y="4939"/>
                </a:cubicBezTo>
                <a:cubicBezTo>
                  <a:pt x="10082" y="4782"/>
                  <a:pt x="10082" y="4561"/>
                  <a:pt x="9925" y="4404"/>
                </a:cubicBezTo>
                <a:cubicBezTo>
                  <a:pt x="9610" y="4089"/>
                  <a:pt x="9263" y="3868"/>
                  <a:pt x="8822" y="3742"/>
                </a:cubicBezTo>
                <a:cubicBezTo>
                  <a:pt x="9105" y="3427"/>
                  <a:pt x="9357" y="3049"/>
                  <a:pt x="9420" y="2608"/>
                </a:cubicBezTo>
                <a:cubicBezTo>
                  <a:pt x="9452" y="2419"/>
                  <a:pt x="9357" y="2198"/>
                  <a:pt x="9200" y="2167"/>
                </a:cubicBezTo>
                <a:cubicBezTo>
                  <a:pt x="8964" y="2099"/>
                  <a:pt x="8727" y="2068"/>
                  <a:pt x="8501" y="2068"/>
                </a:cubicBezTo>
                <a:cubicBezTo>
                  <a:pt x="8304" y="2068"/>
                  <a:pt x="8115" y="2091"/>
                  <a:pt x="7940" y="2135"/>
                </a:cubicBezTo>
                <a:cubicBezTo>
                  <a:pt x="8003" y="1694"/>
                  <a:pt x="8003" y="1253"/>
                  <a:pt x="7877" y="875"/>
                </a:cubicBezTo>
                <a:cubicBezTo>
                  <a:pt x="7851" y="719"/>
                  <a:pt x="7718" y="607"/>
                  <a:pt x="7567" y="607"/>
                </a:cubicBezTo>
                <a:cubicBezTo>
                  <a:pt x="7534" y="607"/>
                  <a:pt x="7501" y="612"/>
                  <a:pt x="7467" y="623"/>
                </a:cubicBezTo>
                <a:cubicBezTo>
                  <a:pt x="7026" y="749"/>
                  <a:pt x="6680" y="938"/>
                  <a:pt x="6301" y="1222"/>
                </a:cubicBezTo>
                <a:cubicBezTo>
                  <a:pt x="6207" y="844"/>
                  <a:pt x="5955" y="434"/>
                  <a:pt x="5640" y="119"/>
                </a:cubicBezTo>
                <a:cubicBezTo>
                  <a:pt x="5561" y="40"/>
                  <a:pt x="5474" y="1"/>
                  <a:pt x="53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728" name="Google Shape;15728;p86"/>
          <p:cNvSpPr/>
          <p:nvPr/>
        </p:nvSpPr>
        <p:spPr>
          <a:xfrm>
            <a:off x="5497759" y="3446880"/>
            <a:ext cx="475086" cy="470849"/>
          </a:xfrm>
          <a:custGeom>
            <a:avLst/>
            <a:gdLst/>
            <a:ahLst/>
            <a:cxnLst/>
            <a:rect l="l" t="t" r="r" b="b"/>
            <a:pathLst>
              <a:path w="12224" h="12115" extrusionOk="0">
                <a:moveTo>
                  <a:pt x="3245" y="741"/>
                </a:moveTo>
                <a:cubicBezTo>
                  <a:pt x="3497" y="993"/>
                  <a:pt x="3938" y="1465"/>
                  <a:pt x="3938" y="2033"/>
                </a:cubicBezTo>
                <a:cubicBezTo>
                  <a:pt x="3938" y="2568"/>
                  <a:pt x="3497" y="3104"/>
                  <a:pt x="3245" y="3324"/>
                </a:cubicBezTo>
                <a:cubicBezTo>
                  <a:pt x="2962" y="3041"/>
                  <a:pt x="2520" y="2568"/>
                  <a:pt x="2520" y="2033"/>
                </a:cubicBezTo>
                <a:cubicBezTo>
                  <a:pt x="2520" y="1528"/>
                  <a:pt x="2962" y="993"/>
                  <a:pt x="3245" y="741"/>
                </a:cubicBezTo>
                <a:close/>
                <a:moveTo>
                  <a:pt x="8979" y="741"/>
                </a:moveTo>
                <a:cubicBezTo>
                  <a:pt x="9263" y="993"/>
                  <a:pt x="9704" y="1465"/>
                  <a:pt x="9704" y="2033"/>
                </a:cubicBezTo>
                <a:cubicBezTo>
                  <a:pt x="9704" y="2568"/>
                  <a:pt x="9263" y="3104"/>
                  <a:pt x="8979" y="3324"/>
                </a:cubicBezTo>
                <a:cubicBezTo>
                  <a:pt x="8695" y="3041"/>
                  <a:pt x="8286" y="2568"/>
                  <a:pt x="8286" y="2033"/>
                </a:cubicBezTo>
                <a:cubicBezTo>
                  <a:pt x="8286" y="1528"/>
                  <a:pt x="8758" y="993"/>
                  <a:pt x="8979" y="741"/>
                </a:cubicBezTo>
                <a:close/>
                <a:moveTo>
                  <a:pt x="1827" y="3482"/>
                </a:moveTo>
                <a:cubicBezTo>
                  <a:pt x="2394" y="3482"/>
                  <a:pt x="2899" y="3954"/>
                  <a:pt x="2899" y="4553"/>
                </a:cubicBezTo>
                <a:lnTo>
                  <a:pt x="2899" y="4899"/>
                </a:lnTo>
                <a:lnTo>
                  <a:pt x="2520" y="4899"/>
                </a:lnTo>
                <a:cubicBezTo>
                  <a:pt x="1922" y="4899"/>
                  <a:pt x="1449" y="4427"/>
                  <a:pt x="1449" y="3828"/>
                </a:cubicBezTo>
                <a:lnTo>
                  <a:pt x="1449" y="3482"/>
                </a:lnTo>
                <a:close/>
                <a:moveTo>
                  <a:pt x="5041" y="3482"/>
                </a:moveTo>
                <a:lnTo>
                  <a:pt x="5041" y="3828"/>
                </a:lnTo>
                <a:cubicBezTo>
                  <a:pt x="5041" y="4427"/>
                  <a:pt x="4568" y="4899"/>
                  <a:pt x="3970" y="4899"/>
                </a:cubicBezTo>
                <a:lnTo>
                  <a:pt x="3623" y="4899"/>
                </a:lnTo>
                <a:lnTo>
                  <a:pt x="3623" y="4553"/>
                </a:lnTo>
                <a:cubicBezTo>
                  <a:pt x="3623" y="3954"/>
                  <a:pt x="4096" y="3482"/>
                  <a:pt x="4694" y="3482"/>
                </a:cubicBezTo>
                <a:close/>
                <a:moveTo>
                  <a:pt x="7561" y="3482"/>
                </a:moveTo>
                <a:cubicBezTo>
                  <a:pt x="8160" y="3482"/>
                  <a:pt x="8632" y="3954"/>
                  <a:pt x="8632" y="4553"/>
                </a:cubicBezTo>
                <a:lnTo>
                  <a:pt x="8632" y="4899"/>
                </a:lnTo>
                <a:lnTo>
                  <a:pt x="8286" y="4899"/>
                </a:lnTo>
                <a:cubicBezTo>
                  <a:pt x="7687" y="4899"/>
                  <a:pt x="7215" y="4427"/>
                  <a:pt x="7215" y="3828"/>
                </a:cubicBezTo>
                <a:lnTo>
                  <a:pt x="7215" y="3482"/>
                </a:lnTo>
                <a:close/>
                <a:moveTo>
                  <a:pt x="10806" y="3482"/>
                </a:moveTo>
                <a:lnTo>
                  <a:pt x="10806" y="3828"/>
                </a:lnTo>
                <a:cubicBezTo>
                  <a:pt x="10806" y="4427"/>
                  <a:pt x="10334" y="4899"/>
                  <a:pt x="9735" y="4899"/>
                </a:cubicBezTo>
                <a:lnTo>
                  <a:pt x="9389" y="4899"/>
                </a:lnTo>
                <a:lnTo>
                  <a:pt x="9389" y="4553"/>
                </a:lnTo>
                <a:cubicBezTo>
                  <a:pt x="9389" y="3954"/>
                  <a:pt x="9861" y="3482"/>
                  <a:pt x="10428" y="3482"/>
                </a:cubicBezTo>
                <a:close/>
                <a:moveTo>
                  <a:pt x="1827" y="5624"/>
                </a:moveTo>
                <a:cubicBezTo>
                  <a:pt x="2394" y="5624"/>
                  <a:pt x="2899" y="6065"/>
                  <a:pt x="2899" y="6664"/>
                </a:cubicBezTo>
                <a:lnTo>
                  <a:pt x="2899" y="7042"/>
                </a:lnTo>
                <a:lnTo>
                  <a:pt x="2520" y="7042"/>
                </a:lnTo>
                <a:cubicBezTo>
                  <a:pt x="1922" y="7042"/>
                  <a:pt x="1449" y="6569"/>
                  <a:pt x="1449" y="5971"/>
                </a:cubicBezTo>
                <a:lnTo>
                  <a:pt x="1449" y="5624"/>
                </a:lnTo>
                <a:close/>
                <a:moveTo>
                  <a:pt x="7561" y="5624"/>
                </a:moveTo>
                <a:cubicBezTo>
                  <a:pt x="8160" y="5624"/>
                  <a:pt x="8632" y="6065"/>
                  <a:pt x="8632" y="6664"/>
                </a:cubicBezTo>
                <a:lnTo>
                  <a:pt x="8632" y="7042"/>
                </a:lnTo>
                <a:lnTo>
                  <a:pt x="8286" y="7042"/>
                </a:lnTo>
                <a:cubicBezTo>
                  <a:pt x="7687" y="7042"/>
                  <a:pt x="7215" y="6569"/>
                  <a:pt x="7215" y="5971"/>
                </a:cubicBezTo>
                <a:lnTo>
                  <a:pt x="7215" y="5624"/>
                </a:lnTo>
                <a:close/>
                <a:moveTo>
                  <a:pt x="5009" y="5656"/>
                </a:moveTo>
                <a:lnTo>
                  <a:pt x="5009" y="6002"/>
                </a:lnTo>
                <a:cubicBezTo>
                  <a:pt x="5009" y="6601"/>
                  <a:pt x="4537" y="7073"/>
                  <a:pt x="3938" y="7073"/>
                </a:cubicBezTo>
                <a:lnTo>
                  <a:pt x="3592" y="7073"/>
                </a:lnTo>
                <a:lnTo>
                  <a:pt x="3592" y="6727"/>
                </a:lnTo>
                <a:cubicBezTo>
                  <a:pt x="3592" y="6128"/>
                  <a:pt x="4064" y="5656"/>
                  <a:pt x="4663" y="5656"/>
                </a:cubicBezTo>
                <a:close/>
                <a:moveTo>
                  <a:pt x="10806" y="5656"/>
                </a:moveTo>
                <a:lnTo>
                  <a:pt x="10806" y="6002"/>
                </a:lnTo>
                <a:cubicBezTo>
                  <a:pt x="10806" y="6601"/>
                  <a:pt x="10334" y="7073"/>
                  <a:pt x="9735" y="7073"/>
                </a:cubicBezTo>
                <a:lnTo>
                  <a:pt x="9389" y="7073"/>
                </a:lnTo>
                <a:lnTo>
                  <a:pt x="9389" y="6727"/>
                </a:lnTo>
                <a:cubicBezTo>
                  <a:pt x="9389" y="6128"/>
                  <a:pt x="9861" y="5656"/>
                  <a:pt x="10428" y="5656"/>
                </a:cubicBezTo>
                <a:close/>
                <a:moveTo>
                  <a:pt x="1827" y="7766"/>
                </a:moveTo>
                <a:cubicBezTo>
                  <a:pt x="2394" y="7766"/>
                  <a:pt x="2899" y="8239"/>
                  <a:pt x="2899" y="8838"/>
                </a:cubicBezTo>
                <a:lnTo>
                  <a:pt x="2899" y="9184"/>
                </a:lnTo>
                <a:lnTo>
                  <a:pt x="2520" y="9184"/>
                </a:lnTo>
                <a:cubicBezTo>
                  <a:pt x="1922" y="9184"/>
                  <a:pt x="1449" y="8712"/>
                  <a:pt x="1449" y="8144"/>
                </a:cubicBezTo>
                <a:lnTo>
                  <a:pt x="1449" y="7766"/>
                </a:lnTo>
                <a:close/>
                <a:moveTo>
                  <a:pt x="5041" y="7766"/>
                </a:moveTo>
                <a:lnTo>
                  <a:pt x="5041" y="8144"/>
                </a:lnTo>
                <a:cubicBezTo>
                  <a:pt x="5041" y="8712"/>
                  <a:pt x="4568" y="9184"/>
                  <a:pt x="3970" y="9184"/>
                </a:cubicBezTo>
                <a:lnTo>
                  <a:pt x="3623" y="9184"/>
                </a:lnTo>
                <a:lnTo>
                  <a:pt x="3623" y="8838"/>
                </a:lnTo>
                <a:cubicBezTo>
                  <a:pt x="3623" y="8239"/>
                  <a:pt x="4096" y="7766"/>
                  <a:pt x="4694" y="7766"/>
                </a:cubicBezTo>
                <a:close/>
                <a:moveTo>
                  <a:pt x="7561" y="7766"/>
                </a:moveTo>
                <a:cubicBezTo>
                  <a:pt x="8160" y="7766"/>
                  <a:pt x="8632" y="8239"/>
                  <a:pt x="8632" y="8838"/>
                </a:cubicBezTo>
                <a:lnTo>
                  <a:pt x="8632" y="9184"/>
                </a:lnTo>
                <a:lnTo>
                  <a:pt x="8286" y="9184"/>
                </a:lnTo>
                <a:cubicBezTo>
                  <a:pt x="7687" y="9184"/>
                  <a:pt x="7215" y="8712"/>
                  <a:pt x="7215" y="8144"/>
                </a:cubicBezTo>
                <a:lnTo>
                  <a:pt x="7215" y="7766"/>
                </a:lnTo>
                <a:close/>
                <a:moveTo>
                  <a:pt x="10806" y="7766"/>
                </a:moveTo>
                <a:lnTo>
                  <a:pt x="10806" y="8144"/>
                </a:lnTo>
                <a:cubicBezTo>
                  <a:pt x="10806" y="8712"/>
                  <a:pt x="10334" y="9184"/>
                  <a:pt x="9735" y="9184"/>
                </a:cubicBezTo>
                <a:lnTo>
                  <a:pt x="9389" y="9184"/>
                </a:lnTo>
                <a:lnTo>
                  <a:pt x="9389" y="8838"/>
                </a:lnTo>
                <a:cubicBezTo>
                  <a:pt x="9389" y="8239"/>
                  <a:pt x="9861" y="7766"/>
                  <a:pt x="10428" y="7766"/>
                </a:cubicBezTo>
                <a:close/>
                <a:moveTo>
                  <a:pt x="3214" y="0"/>
                </a:moveTo>
                <a:cubicBezTo>
                  <a:pt x="3135" y="0"/>
                  <a:pt x="3056" y="16"/>
                  <a:pt x="2993" y="48"/>
                </a:cubicBezTo>
                <a:cubicBezTo>
                  <a:pt x="2962" y="79"/>
                  <a:pt x="1796" y="961"/>
                  <a:pt x="1796" y="2127"/>
                </a:cubicBezTo>
                <a:cubicBezTo>
                  <a:pt x="1796" y="2379"/>
                  <a:pt x="1827" y="2663"/>
                  <a:pt x="1953" y="2852"/>
                </a:cubicBezTo>
                <a:lnTo>
                  <a:pt x="1071" y="2852"/>
                </a:lnTo>
                <a:cubicBezTo>
                  <a:pt x="882" y="2852"/>
                  <a:pt x="725" y="3009"/>
                  <a:pt x="725" y="3198"/>
                </a:cubicBezTo>
                <a:lnTo>
                  <a:pt x="725" y="3923"/>
                </a:lnTo>
                <a:cubicBezTo>
                  <a:pt x="725" y="4301"/>
                  <a:pt x="851" y="4710"/>
                  <a:pt x="1071" y="4994"/>
                </a:cubicBezTo>
                <a:cubicBezTo>
                  <a:pt x="882" y="4994"/>
                  <a:pt x="725" y="5152"/>
                  <a:pt x="725" y="5341"/>
                </a:cubicBezTo>
                <a:lnTo>
                  <a:pt x="725" y="6034"/>
                </a:lnTo>
                <a:cubicBezTo>
                  <a:pt x="725" y="6443"/>
                  <a:pt x="851" y="6821"/>
                  <a:pt x="1071" y="7105"/>
                </a:cubicBezTo>
                <a:cubicBezTo>
                  <a:pt x="882" y="7105"/>
                  <a:pt x="725" y="7262"/>
                  <a:pt x="725" y="7451"/>
                </a:cubicBezTo>
                <a:lnTo>
                  <a:pt x="725" y="8176"/>
                </a:lnTo>
                <a:cubicBezTo>
                  <a:pt x="725" y="9153"/>
                  <a:pt x="1512" y="9940"/>
                  <a:pt x="2489" y="9940"/>
                </a:cubicBezTo>
                <a:lnTo>
                  <a:pt x="2836" y="9940"/>
                </a:lnTo>
                <a:lnTo>
                  <a:pt x="2836" y="11389"/>
                </a:lnTo>
                <a:lnTo>
                  <a:pt x="378" y="11389"/>
                </a:lnTo>
                <a:cubicBezTo>
                  <a:pt x="158" y="11389"/>
                  <a:pt x="0" y="11547"/>
                  <a:pt x="0" y="11768"/>
                </a:cubicBezTo>
                <a:cubicBezTo>
                  <a:pt x="0" y="11957"/>
                  <a:pt x="158" y="12114"/>
                  <a:pt x="378" y="12114"/>
                </a:cubicBezTo>
                <a:lnTo>
                  <a:pt x="11814" y="12114"/>
                </a:lnTo>
                <a:cubicBezTo>
                  <a:pt x="12035" y="12114"/>
                  <a:pt x="12192" y="11957"/>
                  <a:pt x="12192" y="11768"/>
                </a:cubicBezTo>
                <a:cubicBezTo>
                  <a:pt x="12224" y="11547"/>
                  <a:pt x="12066" y="11389"/>
                  <a:pt x="11846" y="11389"/>
                </a:cubicBezTo>
                <a:lnTo>
                  <a:pt x="9389" y="11389"/>
                </a:lnTo>
                <a:lnTo>
                  <a:pt x="9389" y="9940"/>
                </a:lnTo>
                <a:lnTo>
                  <a:pt x="9735" y="9940"/>
                </a:lnTo>
                <a:cubicBezTo>
                  <a:pt x="10712" y="9940"/>
                  <a:pt x="11499" y="9153"/>
                  <a:pt x="11499" y="8176"/>
                </a:cubicBezTo>
                <a:lnTo>
                  <a:pt x="11499" y="7451"/>
                </a:lnTo>
                <a:cubicBezTo>
                  <a:pt x="11499" y="7262"/>
                  <a:pt x="11342" y="7105"/>
                  <a:pt x="11153" y="7105"/>
                </a:cubicBezTo>
                <a:cubicBezTo>
                  <a:pt x="11373" y="6790"/>
                  <a:pt x="11499" y="6443"/>
                  <a:pt x="11499" y="6034"/>
                </a:cubicBezTo>
                <a:lnTo>
                  <a:pt x="11499" y="5341"/>
                </a:lnTo>
                <a:cubicBezTo>
                  <a:pt x="11499" y="5152"/>
                  <a:pt x="11342" y="4994"/>
                  <a:pt x="11153" y="4994"/>
                </a:cubicBezTo>
                <a:cubicBezTo>
                  <a:pt x="11373" y="4679"/>
                  <a:pt x="11499" y="4301"/>
                  <a:pt x="11499" y="3923"/>
                </a:cubicBezTo>
                <a:lnTo>
                  <a:pt x="11499" y="3198"/>
                </a:lnTo>
                <a:cubicBezTo>
                  <a:pt x="11499" y="3009"/>
                  <a:pt x="11342" y="2852"/>
                  <a:pt x="11153" y="2852"/>
                </a:cubicBezTo>
                <a:lnTo>
                  <a:pt x="10271" y="2852"/>
                </a:lnTo>
                <a:cubicBezTo>
                  <a:pt x="10365" y="2631"/>
                  <a:pt x="10428" y="2379"/>
                  <a:pt x="10428" y="2127"/>
                </a:cubicBezTo>
                <a:cubicBezTo>
                  <a:pt x="10428" y="993"/>
                  <a:pt x="9263" y="79"/>
                  <a:pt x="9231" y="48"/>
                </a:cubicBezTo>
                <a:cubicBezTo>
                  <a:pt x="9168" y="16"/>
                  <a:pt x="9089" y="0"/>
                  <a:pt x="9010" y="0"/>
                </a:cubicBezTo>
                <a:cubicBezTo>
                  <a:pt x="8932" y="0"/>
                  <a:pt x="8853" y="16"/>
                  <a:pt x="8790" y="48"/>
                </a:cubicBezTo>
                <a:cubicBezTo>
                  <a:pt x="8758" y="79"/>
                  <a:pt x="7561" y="961"/>
                  <a:pt x="7561" y="2127"/>
                </a:cubicBezTo>
                <a:cubicBezTo>
                  <a:pt x="7561" y="2379"/>
                  <a:pt x="7624" y="2663"/>
                  <a:pt x="7719" y="2852"/>
                </a:cubicBezTo>
                <a:lnTo>
                  <a:pt x="6868" y="2852"/>
                </a:lnTo>
                <a:cubicBezTo>
                  <a:pt x="6679" y="2852"/>
                  <a:pt x="6522" y="3009"/>
                  <a:pt x="6522" y="3198"/>
                </a:cubicBezTo>
                <a:lnTo>
                  <a:pt x="6522" y="3923"/>
                </a:lnTo>
                <a:cubicBezTo>
                  <a:pt x="6522" y="4301"/>
                  <a:pt x="6616" y="4710"/>
                  <a:pt x="6868" y="4994"/>
                </a:cubicBezTo>
                <a:cubicBezTo>
                  <a:pt x="6679" y="4994"/>
                  <a:pt x="6522" y="5152"/>
                  <a:pt x="6522" y="5341"/>
                </a:cubicBezTo>
                <a:lnTo>
                  <a:pt x="6522" y="6034"/>
                </a:lnTo>
                <a:cubicBezTo>
                  <a:pt x="6522" y="6443"/>
                  <a:pt x="6616" y="6821"/>
                  <a:pt x="6868" y="7105"/>
                </a:cubicBezTo>
                <a:cubicBezTo>
                  <a:pt x="6679" y="7105"/>
                  <a:pt x="6522" y="7262"/>
                  <a:pt x="6522" y="7451"/>
                </a:cubicBezTo>
                <a:lnTo>
                  <a:pt x="6522" y="8176"/>
                </a:lnTo>
                <a:cubicBezTo>
                  <a:pt x="6522" y="9153"/>
                  <a:pt x="7309" y="9940"/>
                  <a:pt x="8286" y="9940"/>
                </a:cubicBezTo>
                <a:lnTo>
                  <a:pt x="8632" y="9940"/>
                </a:lnTo>
                <a:lnTo>
                  <a:pt x="8632" y="11389"/>
                </a:lnTo>
                <a:lnTo>
                  <a:pt x="3592" y="11389"/>
                </a:lnTo>
                <a:lnTo>
                  <a:pt x="3592" y="9940"/>
                </a:lnTo>
                <a:lnTo>
                  <a:pt x="3938" y="9940"/>
                </a:lnTo>
                <a:cubicBezTo>
                  <a:pt x="4946" y="9940"/>
                  <a:pt x="5734" y="9153"/>
                  <a:pt x="5734" y="8176"/>
                </a:cubicBezTo>
                <a:lnTo>
                  <a:pt x="5734" y="7451"/>
                </a:lnTo>
                <a:cubicBezTo>
                  <a:pt x="5734" y="7262"/>
                  <a:pt x="5576" y="7105"/>
                  <a:pt x="5356" y="7105"/>
                </a:cubicBezTo>
                <a:cubicBezTo>
                  <a:pt x="5608" y="6790"/>
                  <a:pt x="5734" y="6443"/>
                  <a:pt x="5734" y="6034"/>
                </a:cubicBezTo>
                <a:lnTo>
                  <a:pt x="5734" y="5341"/>
                </a:lnTo>
                <a:cubicBezTo>
                  <a:pt x="5734" y="5152"/>
                  <a:pt x="5576" y="4994"/>
                  <a:pt x="5356" y="4994"/>
                </a:cubicBezTo>
                <a:cubicBezTo>
                  <a:pt x="5608" y="4679"/>
                  <a:pt x="5734" y="4301"/>
                  <a:pt x="5734" y="3923"/>
                </a:cubicBezTo>
                <a:lnTo>
                  <a:pt x="5734" y="3198"/>
                </a:lnTo>
                <a:cubicBezTo>
                  <a:pt x="5734" y="3009"/>
                  <a:pt x="5576" y="2852"/>
                  <a:pt x="5356" y="2852"/>
                </a:cubicBezTo>
                <a:lnTo>
                  <a:pt x="4505" y="2852"/>
                </a:lnTo>
                <a:cubicBezTo>
                  <a:pt x="4568" y="2631"/>
                  <a:pt x="4663" y="2379"/>
                  <a:pt x="4663" y="2127"/>
                </a:cubicBezTo>
                <a:cubicBezTo>
                  <a:pt x="4663" y="993"/>
                  <a:pt x="3466" y="79"/>
                  <a:pt x="3434" y="48"/>
                </a:cubicBezTo>
                <a:cubicBezTo>
                  <a:pt x="3371" y="16"/>
                  <a:pt x="3292" y="0"/>
                  <a:pt x="32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5729" name="Google Shape;15729;p86"/>
          <p:cNvGrpSpPr/>
          <p:nvPr/>
        </p:nvGrpSpPr>
        <p:grpSpPr>
          <a:xfrm>
            <a:off x="7907919" y="2297751"/>
            <a:ext cx="368362" cy="419314"/>
            <a:chOff x="4995050" y="3245650"/>
            <a:chExt cx="236950" cy="269725"/>
          </a:xfrm>
        </p:grpSpPr>
        <p:sp>
          <p:nvSpPr>
            <p:cNvPr id="15730" name="Google Shape;15730;p86"/>
            <p:cNvSpPr/>
            <p:nvPr/>
          </p:nvSpPr>
          <p:spPr>
            <a:xfrm>
              <a:off x="5074475" y="3356450"/>
              <a:ext cx="16050" cy="16050"/>
            </a:xfrm>
            <a:custGeom>
              <a:avLst/>
              <a:gdLst/>
              <a:ahLst/>
              <a:cxnLst/>
              <a:rect l="l" t="t" r="r" b="b"/>
              <a:pathLst>
                <a:path w="642" h="642" extrusionOk="0">
                  <a:moveTo>
                    <a:pt x="307" y="1"/>
                  </a:moveTo>
                  <a:cubicBezTo>
                    <a:pt x="140" y="1"/>
                    <a:pt x="1" y="140"/>
                    <a:pt x="1" y="307"/>
                  </a:cubicBezTo>
                  <a:cubicBezTo>
                    <a:pt x="1" y="502"/>
                    <a:pt x="140" y="642"/>
                    <a:pt x="307" y="642"/>
                  </a:cubicBezTo>
                  <a:cubicBezTo>
                    <a:pt x="503" y="642"/>
                    <a:pt x="642" y="502"/>
                    <a:pt x="642" y="307"/>
                  </a:cubicBezTo>
                  <a:cubicBezTo>
                    <a:pt x="642" y="140"/>
                    <a:pt x="503" y="1"/>
                    <a:pt x="3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731" name="Google Shape;15731;p86"/>
            <p:cNvSpPr/>
            <p:nvPr/>
          </p:nvSpPr>
          <p:spPr>
            <a:xfrm>
              <a:off x="5137200" y="3356450"/>
              <a:ext cx="16050" cy="16050"/>
            </a:xfrm>
            <a:custGeom>
              <a:avLst/>
              <a:gdLst/>
              <a:ahLst/>
              <a:cxnLst/>
              <a:rect l="l" t="t" r="r" b="b"/>
              <a:pathLst>
                <a:path w="642" h="642" extrusionOk="0">
                  <a:moveTo>
                    <a:pt x="307" y="1"/>
                  </a:moveTo>
                  <a:cubicBezTo>
                    <a:pt x="140" y="1"/>
                    <a:pt x="1" y="140"/>
                    <a:pt x="1" y="307"/>
                  </a:cubicBezTo>
                  <a:cubicBezTo>
                    <a:pt x="1" y="502"/>
                    <a:pt x="140" y="642"/>
                    <a:pt x="307" y="642"/>
                  </a:cubicBezTo>
                  <a:cubicBezTo>
                    <a:pt x="474" y="642"/>
                    <a:pt x="614" y="502"/>
                    <a:pt x="614" y="307"/>
                  </a:cubicBezTo>
                  <a:cubicBezTo>
                    <a:pt x="642" y="140"/>
                    <a:pt x="474" y="1"/>
                    <a:pt x="3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732" name="Google Shape;15732;p86"/>
            <p:cNvSpPr/>
            <p:nvPr/>
          </p:nvSpPr>
          <p:spPr>
            <a:xfrm>
              <a:off x="5089125" y="3371950"/>
              <a:ext cx="48100" cy="63100"/>
            </a:xfrm>
            <a:custGeom>
              <a:avLst/>
              <a:gdLst/>
              <a:ahLst/>
              <a:cxnLst/>
              <a:rect l="l" t="t" r="r" b="b"/>
              <a:pathLst>
                <a:path w="1924" h="2524" extrusionOk="0">
                  <a:moveTo>
                    <a:pt x="976" y="774"/>
                  </a:moveTo>
                  <a:lnTo>
                    <a:pt x="1227" y="1025"/>
                  </a:lnTo>
                  <a:lnTo>
                    <a:pt x="976" y="1499"/>
                  </a:lnTo>
                  <a:lnTo>
                    <a:pt x="753" y="1025"/>
                  </a:lnTo>
                  <a:lnTo>
                    <a:pt x="976" y="774"/>
                  </a:lnTo>
                  <a:close/>
                  <a:moveTo>
                    <a:pt x="976" y="1"/>
                  </a:moveTo>
                  <a:cubicBezTo>
                    <a:pt x="899" y="1"/>
                    <a:pt x="822" y="36"/>
                    <a:pt x="753" y="105"/>
                  </a:cubicBezTo>
                  <a:lnTo>
                    <a:pt x="112" y="747"/>
                  </a:lnTo>
                  <a:cubicBezTo>
                    <a:pt x="0" y="858"/>
                    <a:pt x="0" y="997"/>
                    <a:pt x="56" y="1081"/>
                  </a:cubicBezTo>
                  <a:lnTo>
                    <a:pt x="669" y="2335"/>
                  </a:lnTo>
                  <a:cubicBezTo>
                    <a:pt x="725" y="2461"/>
                    <a:pt x="836" y="2524"/>
                    <a:pt x="948" y="2524"/>
                  </a:cubicBezTo>
                  <a:cubicBezTo>
                    <a:pt x="1059" y="2524"/>
                    <a:pt x="1171" y="2461"/>
                    <a:pt x="1227" y="2335"/>
                  </a:cubicBezTo>
                  <a:lnTo>
                    <a:pt x="1840" y="1081"/>
                  </a:lnTo>
                  <a:cubicBezTo>
                    <a:pt x="1924" y="997"/>
                    <a:pt x="1896" y="802"/>
                    <a:pt x="1784" y="747"/>
                  </a:cubicBezTo>
                  <a:lnTo>
                    <a:pt x="1199" y="105"/>
                  </a:lnTo>
                  <a:cubicBezTo>
                    <a:pt x="1129" y="36"/>
                    <a:pt x="1052" y="1"/>
                    <a:pt x="9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5733" name="Google Shape;15733;p86"/>
            <p:cNvGrpSpPr/>
            <p:nvPr/>
          </p:nvGrpSpPr>
          <p:grpSpPr>
            <a:xfrm>
              <a:off x="4995050" y="3245650"/>
              <a:ext cx="236950" cy="269725"/>
              <a:chOff x="4995050" y="3245650"/>
              <a:chExt cx="236950" cy="269725"/>
            </a:xfrm>
          </p:grpSpPr>
          <p:sp>
            <p:nvSpPr>
              <p:cNvPr id="15734" name="Google Shape;15734;p86"/>
              <p:cNvSpPr/>
              <p:nvPr/>
            </p:nvSpPr>
            <p:spPr>
              <a:xfrm>
                <a:off x="4995050" y="3245650"/>
                <a:ext cx="236950" cy="269725"/>
              </a:xfrm>
              <a:custGeom>
                <a:avLst/>
                <a:gdLst/>
                <a:ahLst/>
                <a:cxnLst/>
                <a:rect l="l" t="t" r="r" b="b"/>
                <a:pathLst>
                  <a:path w="9478" h="10789" extrusionOk="0">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735" name="Google Shape;15735;p86"/>
              <p:cNvSpPr/>
              <p:nvPr/>
            </p:nvSpPr>
            <p:spPr>
              <a:xfrm flipH="1">
                <a:off x="4995050" y="3245650"/>
                <a:ext cx="236950" cy="269725"/>
              </a:xfrm>
              <a:custGeom>
                <a:avLst/>
                <a:gdLst/>
                <a:ahLst/>
                <a:cxnLst/>
                <a:rect l="l" t="t" r="r" b="b"/>
                <a:pathLst>
                  <a:path w="9478" h="10789" extrusionOk="0">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15736" name="Google Shape;15736;p86"/>
          <p:cNvGrpSpPr/>
          <p:nvPr/>
        </p:nvGrpSpPr>
        <p:grpSpPr>
          <a:xfrm>
            <a:off x="5507712" y="1689744"/>
            <a:ext cx="483749" cy="481292"/>
            <a:chOff x="4724650" y="2885700"/>
            <a:chExt cx="270750" cy="269375"/>
          </a:xfrm>
        </p:grpSpPr>
        <p:sp>
          <p:nvSpPr>
            <p:cNvPr id="15737" name="Google Shape;15737;p86"/>
            <p:cNvSpPr/>
            <p:nvPr/>
          </p:nvSpPr>
          <p:spPr>
            <a:xfrm flipH="1">
              <a:off x="4725000" y="2885700"/>
              <a:ext cx="270400" cy="269375"/>
            </a:xfrm>
            <a:custGeom>
              <a:avLst/>
              <a:gdLst/>
              <a:ahLst/>
              <a:cxnLst/>
              <a:rect l="l" t="t" r="r" b="b"/>
              <a:pathLst>
                <a:path w="10816" h="10775" extrusionOk="0">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738" name="Google Shape;15738;p86"/>
            <p:cNvSpPr/>
            <p:nvPr/>
          </p:nvSpPr>
          <p:spPr>
            <a:xfrm>
              <a:off x="4724650" y="2885700"/>
              <a:ext cx="270400" cy="269375"/>
            </a:xfrm>
            <a:custGeom>
              <a:avLst/>
              <a:gdLst/>
              <a:ahLst/>
              <a:cxnLst/>
              <a:rect l="l" t="t" r="r" b="b"/>
              <a:pathLst>
                <a:path w="10816" h="10775" extrusionOk="0">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739" name="Google Shape;15739;p86"/>
            <p:cNvSpPr/>
            <p:nvPr/>
          </p:nvSpPr>
          <p:spPr>
            <a:xfrm>
              <a:off x="4900250" y="3027525"/>
              <a:ext cx="16075" cy="15350"/>
            </a:xfrm>
            <a:custGeom>
              <a:avLst/>
              <a:gdLst/>
              <a:ahLst/>
              <a:cxnLst/>
              <a:rect l="l" t="t" r="r" b="b"/>
              <a:pathLst>
                <a:path w="643" h="614" extrusionOk="0">
                  <a:moveTo>
                    <a:pt x="308" y="1"/>
                  </a:moveTo>
                  <a:cubicBezTo>
                    <a:pt x="140" y="1"/>
                    <a:pt x="1" y="140"/>
                    <a:pt x="1" y="307"/>
                  </a:cubicBezTo>
                  <a:cubicBezTo>
                    <a:pt x="1" y="474"/>
                    <a:pt x="140" y="614"/>
                    <a:pt x="308" y="614"/>
                  </a:cubicBezTo>
                  <a:cubicBezTo>
                    <a:pt x="503" y="614"/>
                    <a:pt x="642" y="474"/>
                    <a:pt x="642" y="307"/>
                  </a:cubicBezTo>
                  <a:cubicBezTo>
                    <a:pt x="642" y="140"/>
                    <a:pt x="503" y="1"/>
                    <a:pt x="3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740" name="Google Shape;15740;p86"/>
            <p:cNvSpPr/>
            <p:nvPr/>
          </p:nvSpPr>
          <p:spPr>
            <a:xfrm>
              <a:off x="4805475" y="3027525"/>
              <a:ext cx="15375" cy="15350"/>
            </a:xfrm>
            <a:custGeom>
              <a:avLst/>
              <a:gdLst/>
              <a:ahLst/>
              <a:cxnLst/>
              <a:rect l="l" t="t" r="r" b="b"/>
              <a:pathLst>
                <a:path w="615" h="614" extrusionOk="0">
                  <a:moveTo>
                    <a:pt x="308" y="1"/>
                  </a:moveTo>
                  <a:cubicBezTo>
                    <a:pt x="140" y="1"/>
                    <a:pt x="1" y="140"/>
                    <a:pt x="1" y="307"/>
                  </a:cubicBezTo>
                  <a:cubicBezTo>
                    <a:pt x="1" y="474"/>
                    <a:pt x="140" y="614"/>
                    <a:pt x="308" y="614"/>
                  </a:cubicBezTo>
                  <a:cubicBezTo>
                    <a:pt x="475" y="614"/>
                    <a:pt x="614" y="474"/>
                    <a:pt x="614" y="307"/>
                  </a:cubicBezTo>
                  <a:cubicBezTo>
                    <a:pt x="614" y="140"/>
                    <a:pt x="475" y="1"/>
                    <a:pt x="3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741" name="Google Shape;15741;p86"/>
            <p:cNvSpPr/>
            <p:nvPr/>
          </p:nvSpPr>
          <p:spPr>
            <a:xfrm>
              <a:off x="4820825" y="2932750"/>
              <a:ext cx="16050" cy="32075"/>
            </a:xfrm>
            <a:custGeom>
              <a:avLst/>
              <a:gdLst/>
              <a:ahLst/>
              <a:cxnLst/>
              <a:rect l="l" t="t" r="r" b="b"/>
              <a:pathLst>
                <a:path w="642" h="1283" extrusionOk="0">
                  <a:moveTo>
                    <a:pt x="335" y="1"/>
                  </a:moveTo>
                  <a:cubicBezTo>
                    <a:pt x="140" y="1"/>
                    <a:pt x="0" y="140"/>
                    <a:pt x="0" y="335"/>
                  </a:cubicBezTo>
                  <a:lnTo>
                    <a:pt x="0" y="948"/>
                  </a:lnTo>
                  <a:cubicBezTo>
                    <a:pt x="0" y="1143"/>
                    <a:pt x="140" y="1283"/>
                    <a:pt x="335" y="1283"/>
                  </a:cubicBezTo>
                  <a:cubicBezTo>
                    <a:pt x="502" y="1283"/>
                    <a:pt x="641" y="1143"/>
                    <a:pt x="641" y="948"/>
                  </a:cubicBezTo>
                  <a:lnTo>
                    <a:pt x="641" y="335"/>
                  </a:lnTo>
                  <a:cubicBezTo>
                    <a:pt x="641" y="140"/>
                    <a:pt x="502" y="1"/>
                    <a:pt x="3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742" name="Google Shape;15742;p86"/>
            <p:cNvSpPr/>
            <p:nvPr/>
          </p:nvSpPr>
          <p:spPr>
            <a:xfrm>
              <a:off x="4884925" y="2932750"/>
              <a:ext cx="15350" cy="32075"/>
            </a:xfrm>
            <a:custGeom>
              <a:avLst/>
              <a:gdLst/>
              <a:ahLst/>
              <a:cxnLst/>
              <a:rect l="l" t="t" r="r" b="b"/>
              <a:pathLst>
                <a:path w="614" h="1283" extrusionOk="0">
                  <a:moveTo>
                    <a:pt x="307" y="1"/>
                  </a:moveTo>
                  <a:cubicBezTo>
                    <a:pt x="112" y="1"/>
                    <a:pt x="1" y="140"/>
                    <a:pt x="1" y="335"/>
                  </a:cubicBezTo>
                  <a:lnTo>
                    <a:pt x="1" y="948"/>
                  </a:lnTo>
                  <a:cubicBezTo>
                    <a:pt x="1" y="1143"/>
                    <a:pt x="112" y="1283"/>
                    <a:pt x="307" y="1283"/>
                  </a:cubicBezTo>
                  <a:cubicBezTo>
                    <a:pt x="475" y="1283"/>
                    <a:pt x="614" y="1143"/>
                    <a:pt x="614" y="948"/>
                  </a:cubicBezTo>
                  <a:lnTo>
                    <a:pt x="614" y="335"/>
                  </a:lnTo>
                  <a:cubicBezTo>
                    <a:pt x="614" y="140"/>
                    <a:pt x="475" y="1"/>
                    <a:pt x="3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743" name="Google Shape;15743;p86"/>
            <p:cNvSpPr/>
            <p:nvPr/>
          </p:nvSpPr>
          <p:spPr>
            <a:xfrm>
              <a:off x="4852175" y="2948775"/>
              <a:ext cx="16050" cy="31400"/>
            </a:xfrm>
            <a:custGeom>
              <a:avLst/>
              <a:gdLst/>
              <a:ahLst/>
              <a:cxnLst/>
              <a:rect l="l" t="t" r="r" b="b"/>
              <a:pathLst>
                <a:path w="642" h="1256" extrusionOk="0">
                  <a:moveTo>
                    <a:pt x="335" y="1"/>
                  </a:moveTo>
                  <a:cubicBezTo>
                    <a:pt x="140" y="1"/>
                    <a:pt x="1" y="140"/>
                    <a:pt x="1" y="307"/>
                  </a:cubicBezTo>
                  <a:lnTo>
                    <a:pt x="1" y="948"/>
                  </a:lnTo>
                  <a:cubicBezTo>
                    <a:pt x="1" y="1116"/>
                    <a:pt x="140" y="1255"/>
                    <a:pt x="335" y="1255"/>
                  </a:cubicBezTo>
                  <a:cubicBezTo>
                    <a:pt x="502" y="1255"/>
                    <a:pt x="642" y="1116"/>
                    <a:pt x="642" y="948"/>
                  </a:cubicBezTo>
                  <a:lnTo>
                    <a:pt x="642" y="307"/>
                  </a:lnTo>
                  <a:cubicBezTo>
                    <a:pt x="642" y="140"/>
                    <a:pt x="502" y="1"/>
                    <a:pt x="3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744" name="Google Shape;15744;p86"/>
          <p:cNvGrpSpPr/>
          <p:nvPr/>
        </p:nvGrpSpPr>
        <p:grpSpPr>
          <a:xfrm>
            <a:off x="4374817" y="1683870"/>
            <a:ext cx="389425" cy="467822"/>
            <a:chOff x="4459350" y="2882125"/>
            <a:chExt cx="228375" cy="274350"/>
          </a:xfrm>
        </p:grpSpPr>
        <p:sp>
          <p:nvSpPr>
            <p:cNvPr id="15745" name="Google Shape;15745;p86"/>
            <p:cNvSpPr/>
            <p:nvPr/>
          </p:nvSpPr>
          <p:spPr>
            <a:xfrm>
              <a:off x="4537175" y="3045650"/>
              <a:ext cx="15375" cy="15350"/>
            </a:xfrm>
            <a:custGeom>
              <a:avLst/>
              <a:gdLst/>
              <a:ahLst/>
              <a:cxnLst/>
              <a:rect l="l" t="t" r="r" b="b"/>
              <a:pathLst>
                <a:path w="615" h="614" extrusionOk="0">
                  <a:moveTo>
                    <a:pt x="308" y="0"/>
                  </a:moveTo>
                  <a:cubicBezTo>
                    <a:pt x="140" y="0"/>
                    <a:pt x="1" y="140"/>
                    <a:pt x="1" y="307"/>
                  </a:cubicBezTo>
                  <a:cubicBezTo>
                    <a:pt x="1" y="474"/>
                    <a:pt x="140" y="614"/>
                    <a:pt x="308" y="614"/>
                  </a:cubicBezTo>
                  <a:cubicBezTo>
                    <a:pt x="475" y="614"/>
                    <a:pt x="614" y="474"/>
                    <a:pt x="614" y="307"/>
                  </a:cubicBezTo>
                  <a:cubicBezTo>
                    <a:pt x="614" y="140"/>
                    <a:pt x="475" y="0"/>
                    <a:pt x="3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746" name="Google Shape;15746;p86"/>
            <p:cNvSpPr/>
            <p:nvPr/>
          </p:nvSpPr>
          <p:spPr>
            <a:xfrm>
              <a:off x="4599900" y="3045650"/>
              <a:ext cx="15350" cy="15350"/>
            </a:xfrm>
            <a:custGeom>
              <a:avLst/>
              <a:gdLst/>
              <a:ahLst/>
              <a:cxnLst/>
              <a:rect l="l" t="t" r="r" b="b"/>
              <a:pathLst>
                <a:path w="614" h="614" extrusionOk="0">
                  <a:moveTo>
                    <a:pt x="307" y="0"/>
                  </a:moveTo>
                  <a:cubicBezTo>
                    <a:pt x="140" y="0"/>
                    <a:pt x="1" y="140"/>
                    <a:pt x="1" y="307"/>
                  </a:cubicBezTo>
                  <a:cubicBezTo>
                    <a:pt x="1" y="474"/>
                    <a:pt x="140" y="614"/>
                    <a:pt x="307" y="614"/>
                  </a:cubicBezTo>
                  <a:cubicBezTo>
                    <a:pt x="475" y="614"/>
                    <a:pt x="614" y="474"/>
                    <a:pt x="614" y="307"/>
                  </a:cubicBezTo>
                  <a:cubicBezTo>
                    <a:pt x="614" y="140"/>
                    <a:pt x="475" y="0"/>
                    <a:pt x="3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747" name="Google Shape;15747;p86"/>
            <p:cNvSpPr/>
            <p:nvPr/>
          </p:nvSpPr>
          <p:spPr>
            <a:xfrm>
              <a:off x="4464700" y="2886250"/>
              <a:ext cx="223025" cy="270225"/>
            </a:xfrm>
            <a:custGeom>
              <a:avLst/>
              <a:gdLst/>
              <a:ahLst/>
              <a:cxnLst/>
              <a:rect l="l" t="t" r="r" b="b"/>
              <a:pathLst>
                <a:path w="8921" h="10809" extrusionOk="0">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748" name="Google Shape;15748;p86"/>
            <p:cNvSpPr/>
            <p:nvPr/>
          </p:nvSpPr>
          <p:spPr>
            <a:xfrm flipH="1">
              <a:off x="4459350" y="2886250"/>
              <a:ext cx="223025" cy="270225"/>
            </a:xfrm>
            <a:custGeom>
              <a:avLst/>
              <a:gdLst/>
              <a:ahLst/>
              <a:cxnLst/>
              <a:rect l="l" t="t" r="r" b="b"/>
              <a:pathLst>
                <a:path w="8921" h="10809" extrusionOk="0">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749" name="Google Shape;15749;p86"/>
            <p:cNvSpPr/>
            <p:nvPr/>
          </p:nvSpPr>
          <p:spPr>
            <a:xfrm rot="-537108">
              <a:off x="4468759" y="2883937"/>
              <a:ext cx="24732" cy="18476"/>
            </a:xfrm>
            <a:custGeom>
              <a:avLst/>
              <a:gdLst/>
              <a:ahLst/>
              <a:cxnLst/>
              <a:rect l="l" t="t" r="r" b="b"/>
              <a:pathLst>
                <a:path w="1081" h="721" extrusionOk="0">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chemeClr val="dk2"/>
            </a:solidFill>
            <a:ln>
              <a:noFill/>
            </a:ln>
          </p:spPr>
        </p:sp>
        <p:sp>
          <p:nvSpPr>
            <p:cNvPr id="15750" name="Google Shape;15750;p86"/>
            <p:cNvSpPr/>
            <p:nvPr/>
          </p:nvSpPr>
          <p:spPr>
            <a:xfrm rot="537108" flipH="1">
              <a:off x="4653897" y="2883937"/>
              <a:ext cx="24732" cy="18476"/>
            </a:xfrm>
            <a:custGeom>
              <a:avLst/>
              <a:gdLst/>
              <a:ahLst/>
              <a:cxnLst/>
              <a:rect l="l" t="t" r="r" b="b"/>
              <a:pathLst>
                <a:path w="1081" h="721" extrusionOk="0">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chemeClr val="dk2"/>
            </a:solidFill>
            <a:ln>
              <a:noFill/>
            </a:ln>
          </p:spPr>
        </p:sp>
      </p:grpSp>
      <p:sp>
        <p:nvSpPr>
          <p:cNvPr id="15751" name="Google Shape;15751;p86"/>
          <p:cNvSpPr txBox="1"/>
          <p:nvPr>
            <p:ph type="title"/>
          </p:nvPr>
        </p:nvSpPr>
        <p:spPr>
          <a:xfrm>
            <a:off x="716700" y="511025"/>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Nature Icons</a:t>
            </a:r>
            <a:endParaRPr lang="en-GB"/>
          </a:p>
        </p:txBody>
      </p:sp>
    </p:spTree>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5755" name="Shape 15755"/>
        <p:cNvGrpSpPr/>
        <p:nvPr/>
      </p:nvGrpSpPr>
      <p:grpSpPr>
        <a:xfrm>
          <a:off x="0" y="0"/>
          <a:ext cx="0" cy="0"/>
          <a:chOff x="0" y="0"/>
          <a:chExt cx="0" cy="0"/>
        </a:xfrm>
      </p:grpSpPr>
      <p:sp>
        <p:nvSpPr>
          <p:cNvPr id="15756" name="Google Shape;15756;p87"/>
          <p:cNvSpPr txBox="1"/>
          <p:nvPr>
            <p:ph type="title"/>
          </p:nvPr>
        </p:nvSpPr>
        <p:spPr>
          <a:xfrm>
            <a:off x="716700" y="511025"/>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panose="020B0604020202020204"/>
              <a:buNone/>
            </a:pPr>
            <a:r>
              <a:rPr lang="en-GB">
                <a:solidFill>
                  <a:srgbClr val="FFFFFF"/>
                </a:solidFill>
                <a:latin typeface="Arial" panose="020B0604020202020204"/>
                <a:ea typeface="Arial" panose="020B0604020202020204"/>
                <a:cs typeface="Arial" panose="020B0604020202020204"/>
                <a:sym typeface="Arial" panose="020B0604020202020204"/>
              </a:rPr>
              <a:t>SEO &amp; Marketing Icons</a:t>
            </a:r>
            <a:endParaRPr>
              <a:solidFill>
                <a:srgbClr val="FFFFFF"/>
              </a:solidFill>
              <a:latin typeface="Arial" panose="020B0604020202020204"/>
              <a:ea typeface="Arial" panose="020B0604020202020204"/>
              <a:cs typeface="Arial" panose="020B0604020202020204"/>
              <a:sym typeface="Arial" panose="020B0604020202020204"/>
            </a:endParaRPr>
          </a:p>
        </p:txBody>
      </p:sp>
      <p:sp>
        <p:nvSpPr>
          <p:cNvPr id="15757" name="Google Shape;15757;p87"/>
          <p:cNvSpPr/>
          <p:nvPr/>
        </p:nvSpPr>
        <p:spPr>
          <a:xfrm>
            <a:off x="832597" y="1630139"/>
            <a:ext cx="433284" cy="422781"/>
          </a:xfrm>
          <a:custGeom>
            <a:avLst/>
            <a:gdLst/>
            <a:ahLst/>
            <a:cxnLst/>
            <a:rect l="l" t="t" r="r" b="b"/>
            <a:pathLst>
              <a:path w="12004" h="11713" extrusionOk="0">
                <a:moveTo>
                  <a:pt x="8633" y="2088"/>
                </a:moveTo>
                <a:cubicBezTo>
                  <a:pt x="8900" y="2088"/>
                  <a:pt x="9168" y="2182"/>
                  <a:pt x="9357" y="2371"/>
                </a:cubicBezTo>
                <a:cubicBezTo>
                  <a:pt x="9767" y="2781"/>
                  <a:pt x="9767" y="3442"/>
                  <a:pt x="9357" y="3820"/>
                </a:cubicBezTo>
                <a:lnTo>
                  <a:pt x="8128" y="5018"/>
                </a:lnTo>
                <a:cubicBezTo>
                  <a:pt x="7939" y="4702"/>
                  <a:pt x="7750" y="4419"/>
                  <a:pt x="7498" y="4135"/>
                </a:cubicBezTo>
                <a:cubicBezTo>
                  <a:pt x="7278" y="3915"/>
                  <a:pt x="6994" y="3726"/>
                  <a:pt x="6679" y="3568"/>
                </a:cubicBezTo>
                <a:lnTo>
                  <a:pt x="7908" y="2371"/>
                </a:lnTo>
                <a:cubicBezTo>
                  <a:pt x="8097" y="2182"/>
                  <a:pt x="8365" y="2088"/>
                  <a:pt x="8633" y="2088"/>
                </a:cubicBezTo>
                <a:close/>
                <a:moveTo>
                  <a:pt x="5230" y="5333"/>
                </a:moveTo>
                <a:cubicBezTo>
                  <a:pt x="5514" y="5333"/>
                  <a:pt x="5829" y="5396"/>
                  <a:pt x="6018" y="5648"/>
                </a:cubicBezTo>
                <a:cubicBezTo>
                  <a:pt x="6207" y="5837"/>
                  <a:pt x="6333" y="6120"/>
                  <a:pt x="6333" y="6435"/>
                </a:cubicBezTo>
                <a:cubicBezTo>
                  <a:pt x="6049" y="6435"/>
                  <a:pt x="5766" y="6309"/>
                  <a:pt x="5545" y="6120"/>
                </a:cubicBezTo>
                <a:cubicBezTo>
                  <a:pt x="5356" y="5931"/>
                  <a:pt x="5230" y="5648"/>
                  <a:pt x="5230" y="5333"/>
                </a:cubicBezTo>
                <a:close/>
                <a:moveTo>
                  <a:pt x="8617" y="717"/>
                </a:moveTo>
                <a:cubicBezTo>
                  <a:pt x="9223" y="717"/>
                  <a:pt x="9830" y="953"/>
                  <a:pt x="10302" y="1426"/>
                </a:cubicBezTo>
                <a:cubicBezTo>
                  <a:pt x="11247" y="2340"/>
                  <a:pt x="11247" y="3883"/>
                  <a:pt x="10302" y="4828"/>
                </a:cubicBezTo>
                <a:lnTo>
                  <a:pt x="8381" y="6719"/>
                </a:lnTo>
                <a:cubicBezTo>
                  <a:pt x="8412" y="6404"/>
                  <a:pt x="8412" y="6089"/>
                  <a:pt x="8349" y="5774"/>
                </a:cubicBezTo>
                <a:lnTo>
                  <a:pt x="9798" y="4356"/>
                </a:lnTo>
                <a:cubicBezTo>
                  <a:pt x="10460" y="3663"/>
                  <a:pt x="10460" y="2560"/>
                  <a:pt x="9798" y="1930"/>
                </a:cubicBezTo>
                <a:cubicBezTo>
                  <a:pt x="9467" y="1599"/>
                  <a:pt x="9034" y="1434"/>
                  <a:pt x="8601" y="1434"/>
                </a:cubicBezTo>
                <a:cubicBezTo>
                  <a:pt x="8168" y="1434"/>
                  <a:pt x="7735" y="1599"/>
                  <a:pt x="7404" y="1930"/>
                </a:cubicBezTo>
                <a:cubicBezTo>
                  <a:pt x="7309" y="2025"/>
                  <a:pt x="5356" y="3946"/>
                  <a:pt x="5073" y="4230"/>
                </a:cubicBezTo>
                <a:cubicBezTo>
                  <a:pt x="4411" y="4892"/>
                  <a:pt x="4411" y="5963"/>
                  <a:pt x="5073" y="6624"/>
                </a:cubicBezTo>
                <a:cubicBezTo>
                  <a:pt x="5356" y="6908"/>
                  <a:pt x="5671" y="7065"/>
                  <a:pt x="6049" y="7097"/>
                </a:cubicBezTo>
                <a:lnTo>
                  <a:pt x="5514" y="7664"/>
                </a:lnTo>
                <a:cubicBezTo>
                  <a:pt x="5167" y="7538"/>
                  <a:pt x="4883" y="7349"/>
                  <a:pt x="4600" y="7097"/>
                </a:cubicBezTo>
                <a:cubicBezTo>
                  <a:pt x="3655" y="6152"/>
                  <a:pt x="3655" y="4671"/>
                  <a:pt x="4600" y="3726"/>
                </a:cubicBezTo>
                <a:lnTo>
                  <a:pt x="6931" y="1426"/>
                </a:lnTo>
                <a:cubicBezTo>
                  <a:pt x="7404" y="953"/>
                  <a:pt x="8010" y="717"/>
                  <a:pt x="8617" y="717"/>
                </a:cubicBezTo>
                <a:close/>
                <a:moveTo>
                  <a:pt x="3497" y="6719"/>
                </a:moveTo>
                <a:cubicBezTo>
                  <a:pt x="3655" y="7034"/>
                  <a:pt x="3844" y="7286"/>
                  <a:pt x="4127" y="7569"/>
                </a:cubicBezTo>
                <a:cubicBezTo>
                  <a:pt x="4348" y="7821"/>
                  <a:pt x="4663" y="8042"/>
                  <a:pt x="4978" y="8168"/>
                </a:cubicBezTo>
                <a:lnTo>
                  <a:pt x="3812" y="9334"/>
                </a:lnTo>
                <a:cubicBezTo>
                  <a:pt x="3608" y="9538"/>
                  <a:pt x="3340" y="9641"/>
                  <a:pt x="3076" y="9641"/>
                </a:cubicBezTo>
                <a:cubicBezTo>
                  <a:pt x="2812" y="9641"/>
                  <a:pt x="2552" y="9538"/>
                  <a:pt x="2363" y="9334"/>
                </a:cubicBezTo>
                <a:cubicBezTo>
                  <a:pt x="1954" y="8956"/>
                  <a:pt x="1954" y="8294"/>
                  <a:pt x="2363" y="7884"/>
                </a:cubicBezTo>
                <a:lnTo>
                  <a:pt x="3497" y="6719"/>
                </a:lnTo>
                <a:close/>
                <a:moveTo>
                  <a:pt x="6112" y="4135"/>
                </a:moveTo>
                <a:cubicBezTo>
                  <a:pt x="6396" y="4261"/>
                  <a:pt x="6742" y="4450"/>
                  <a:pt x="6963" y="4702"/>
                </a:cubicBezTo>
                <a:cubicBezTo>
                  <a:pt x="7908" y="5648"/>
                  <a:pt x="7908" y="7128"/>
                  <a:pt x="6963" y="8073"/>
                </a:cubicBezTo>
                <a:lnTo>
                  <a:pt x="4757" y="10342"/>
                </a:lnTo>
                <a:cubicBezTo>
                  <a:pt x="4285" y="10814"/>
                  <a:pt x="3671" y="11051"/>
                  <a:pt x="3056" y="11051"/>
                </a:cubicBezTo>
                <a:cubicBezTo>
                  <a:pt x="2442" y="11051"/>
                  <a:pt x="1828" y="10814"/>
                  <a:pt x="1355" y="10342"/>
                </a:cubicBezTo>
                <a:cubicBezTo>
                  <a:pt x="945" y="9901"/>
                  <a:pt x="662" y="9271"/>
                  <a:pt x="662" y="8641"/>
                </a:cubicBezTo>
                <a:cubicBezTo>
                  <a:pt x="662" y="8010"/>
                  <a:pt x="882" y="7380"/>
                  <a:pt x="1355" y="6939"/>
                </a:cubicBezTo>
                <a:lnTo>
                  <a:pt x="3214" y="5081"/>
                </a:lnTo>
                <a:lnTo>
                  <a:pt x="3214" y="5081"/>
                </a:lnTo>
                <a:cubicBezTo>
                  <a:pt x="3182" y="5396"/>
                  <a:pt x="3214" y="5679"/>
                  <a:pt x="3245" y="5994"/>
                </a:cubicBezTo>
                <a:lnTo>
                  <a:pt x="1828" y="7443"/>
                </a:lnTo>
                <a:cubicBezTo>
                  <a:pt x="1166" y="8105"/>
                  <a:pt x="1166" y="9176"/>
                  <a:pt x="1828" y="9838"/>
                </a:cubicBezTo>
                <a:cubicBezTo>
                  <a:pt x="2174" y="10184"/>
                  <a:pt x="2623" y="10358"/>
                  <a:pt x="3064" y="10358"/>
                </a:cubicBezTo>
                <a:cubicBezTo>
                  <a:pt x="3505" y="10358"/>
                  <a:pt x="3938" y="10184"/>
                  <a:pt x="4253" y="9838"/>
                </a:cubicBezTo>
                <a:lnTo>
                  <a:pt x="6490" y="7569"/>
                </a:lnTo>
                <a:cubicBezTo>
                  <a:pt x="7152" y="6908"/>
                  <a:pt x="7152" y="5837"/>
                  <a:pt x="6490" y="5175"/>
                </a:cubicBezTo>
                <a:cubicBezTo>
                  <a:pt x="6207" y="4892"/>
                  <a:pt x="5892" y="4734"/>
                  <a:pt x="5514" y="4702"/>
                </a:cubicBezTo>
                <a:lnTo>
                  <a:pt x="6112" y="4135"/>
                </a:lnTo>
                <a:close/>
                <a:moveTo>
                  <a:pt x="8585" y="0"/>
                </a:moveTo>
                <a:cubicBezTo>
                  <a:pt x="7798" y="0"/>
                  <a:pt x="7010" y="308"/>
                  <a:pt x="6396" y="922"/>
                </a:cubicBezTo>
                <a:lnTo>
                  <a:pt x="4096" y="3190"/>
                </a:lnTo>
                <a:lnTo>
                  <a:pt x="882" y="6467"/>
                </a:lnTo>
                <a:cubicBezTo>
                  <a:pt x="315" y="7065"/>
                  <a:pt x="0" y="7821"/>
                  <a:pt x="0" y="8641"/>
                </a:cubicBezTo>
                <a:cubicBezTo>
                  <a:pt x="0" y="9460"/>
                  <a:pt x="315" y="10247"/>
                  <a:pt x="882" y="10814"/>
                </a:cubicBezTo>
                <a:cubicBezTo>
                  <a:pt x="1497" y="11413"/>
                  <a:pt x="2284" y="11712"/>
                  <a:pt x="3072" y="11712"/>
                </a:cubicBezTo>
                <a:cubicBezTo>
                  <a:pt x="3860" y="11712"/>
                  <a:pt x="4647" y="11413"/>
                  <a:pt x="5262" y="10814"/>
                </a:cubicBezTo>
                <a:cubicBezTo>
                  <a:pt x="8034" y="8010"/>
                  <a:pt x="6837" y="9145"/>
                  <a:pt x="10775" y="5301"/>
                </a:cubicBezTo>
                <a:cubicBezTo>
                  <a:pt x="12004" y="4072"/>
                  <a:pt x="12004" y="2151"/>
                  <a:pt x="10775" y="922"/>
                </a:cubicBezTo>
                <a:cubicBezTo>
                  <a:pt x="10161" y="308"/>
                  <a:pt x="9373" y="0"/>
                  <a:pt x="85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5758" name="Google Shape;15758;p87"/>
          <p:cNvGrpSpPr/>
          <p:nvPr/>
        </p:nvGrpSpPr>
        <p:grpSpPr>
          <a:xfrm>
            <a:off x="835580" y="2140412"/>
            <a:ext cx="426462" cy="420796"/>
            <a:chOff x="-6713450" y="2397900"/>
            <a:chExt cx="295375" cy="291450"/>
          </a:xfrm>
        </p:grpSpPr>
        <p:sp>
          <p:nvSpPr>
            <p:cNvPr id="15759" name="Google Shape;15759;p87"/>
            <p:cNvSpPr/>
            <p:nvPr/>
          </p:nvSpPr>
          <p:spPr>
            <a:xfrm>
              <a:off x="-6628400" y="2465650"/>
              <a:ext cx="69350" cy="17350"/>
            </a:xfrm>
            <a:custGeom>
              <a:avLst/>
              <a:gdLst/>
              <a:ahLst/>
              <a:cxnLst/>
              <a:rect l="l" t="t" r="r" b="b"/>
              <a:pathLst>
                <a:path w="2774" h="694" extrusionOk="0">
                  <a:moveTo>
                    <a:pt x="379" y="0"/>
                  </a:moveTo>
                  <a:cubicBezTo>
                    <a:pt x="158" y="0"/>
                    <a:pt x="1" y="158"/>
                    <a:pt x="1" y="347"/>
                  </a:cubicBezTo>
                  <a:cubicBezTo>
                    <a:pt x="1" y="536"/>
                    <a:pt x="158" y="693"/>
                    <a:pt x="379" y="693"/>
                  </a:cubicBezTo>
                  <a:lnTo>
                    <a:pt x="2427" y="693"/>
                  </a:lnTo>
                  <a:cubicBezTo>
                    <a:pt x="2616" y="693"/>
                    <a:pt x="2773" y="536"/>
                    <a:pt x="2773" y="347"/>
                  </a:cubicBezTo>
                  <a:cubicBezTo>
                    <a:pt x="2773" y="158"/>
                    <a:pt x="2616" y="0"/>
                    <a:pt x="2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760" name="Google Shape;15760;p87"/>
            <p:cNvSpPr/>
            <p:nvPr/>
          </p:nvSpPr>
          <p:spPr>
            <a:xfrm>
              <a:off x="-6713450" y="2397900"/>
              <a:ext cx="295375" cy="291450"/>
            </a:xfrm>
            <a:custGeom>
              <a:avLst/>
              <a:gdLst/>
              <a:ahLst/>
              <a:cxnLst/>
              <a:rect l="l" t="t" r="r" b="b"/>
              <a:pathLst>
                <a:path w="11815" h="11658" extrusionOk="0">
                  <a:moveTo>
                    <a:pt x="2048" y="1167"/>
                  </a:moveTo>
                  <a:lnTo>
                    <a:pt x="2048" y="2017"/>
                  </a:lnTo>
                  <a:lnTo>
                    <a:pt x="1166" y="2017"/>
                  </a:lnTo>
                  <a:lnTo>
                    <a:pt x="2048" y="1167"/>
                  </a:lnTo>
                  <a:close/>
                  <a:moveTo>
                    <a:pt x="10330" y="2773"/>
                  </a:moveTo>
                  <a:cubicBezTo>
                    <a:pt x="10507" y="2773"/>
                    <a:pt x="10680" y="2836"/>
                    <a:pt x="10806" y="2962"/>
                  </a:cubicBezTo>
                  <a:cubicBezTo>
                    <a:pt x="11058" y="3246"/>
                    <a:pt x="11058" y="3687"/>
                    <a:pt x="10775" y="3908"/>
                  </a:cubicBezTo>
                  <a:lnTo>
                    <a:pt x="10176" y="4506"/>
                  </a:lnTo>
                  <a:lnTo>
                    <a:pt x="9231" y="3561"/>
                  </a:lnTo>
                  <a:lnTo>
                    <a:pt x="9830" y="2962"/>
                  </a:lnTo>
                  <a:cubicBezTo>
                    <a:pt x="9972" y="2836"/>
                    <a:pt x="10153" y="2773"/>
                    <a:pt x="10330" y="2773"/>
                  </a:cubicBezTo>
                  <a:close/>
                  <a:moveTo>
                    <a:pt x="8727" y="4034"/>
                  </a:moveTo>
                  <a:lnTo>
                    <a:pt x="9672" y="4979"/>
                  </a:lnTo>
                  <a:cubicBezTo>
                    <a:pt x="8538" y="6207"/>
                    <a:pt x="7026" y="7688"/>
                    <a:pt x="5892" y="8854"/>
                  </a:cubicBezTo>
                  <a:lnTo>
                    <a:pt x="4915" y="7846"/>
                  </a:lnTo>
                  <a:lnTo>
                    <a:pt x="8727" y="4034"/>
                  </a:lnTo>
                  <a:close/>
                  <a:moveTo>
                    <a:pt x="4600" y="8539"/>
                  </a:moveTo>
                  <a:lnTo>
                    <a:pt x="5230" y="9169"/>
                  </a:lnTo>
                  <a:lnTo>
                    <a:pt x="4285" y="9421"/>
                  </a:lnTo>
                  <a:cubicBezTo>
                    <a:pt x="4348" y="9232"/>
                    <a:pt x="4505" y="8728"/>
                    <a:pt x="4600" y="8539"/>
                  </a:cubicBezTo>
                  <a:close/>
                  <a:moveTo>
                    <a:pt x="7908" y="694"/>
                  </a:moveTo>
                  <a:cubicBezTo>
                    <a:pt x="8097" y="694"/>
                    <a:pt x="8255" y="852"/>
                    <a:pt x="8255" y="1041"/>
                  </a:cubicBezTo>
                  <a:lnTo>
                    <a:pt x="8255" y="3592"/>
                  </a:lnTo>
                  <a:lnTo>
                    <a:pt x="7467" y="4380"/>
                  </a:lnTo>
                  <a:cubicBezTo>
                    <a:pt x="7435" y="4286"/>
                    <a:pt x="7309" y="4160"/>
                    <a:pt x="7152" y="4160"/>
                  </a:cubicBezTo>
                  <a:lnTo>
                    <a:pt x="1733" y="4160"/>
                  </a:lnTo>
                  <a:cubicBezTo>
                    <a:pt x="1512" y="4160"/>
                    <a:pt x="1386" y="4317"/>
                    <a:pt x="1386" y="4506"/>
                  </a:cubicBezTo>
                  <a:cubicBezTo>
                    <a:pt x="1386" y="4695"/>
                    <a:pt x="1512" y="4853"/>
                    <a:pt x="1733" y="4853"/>
                  </a:cubicBezTo>
                  <a:lnTo>
                    <a:pt x="6994" y="4853"/>
                  </a:lnTo>
                  <a:lnTo>
                    <a:pt x="6333" y="5546"/>
                  </a:lnTo>
                  <a:lnTo>
                    <a:pt x="1733" y="5546"/>
                  </a:lnTo>
                  <a:cubicBezTo>
                    <a:pt x="1512" y="5546"/>
                    <a:pt x="1355" y="5703"/>
                    <a:pt x="1355" y="5892"/>
                  </a:cubicBezTo>
                  <a:cubicBezTo>
                    <a:pt x="1355" y="6081"/>
                    <a:pt x="1512" y="6239"/>
                    <a:pt x="1733" y="6239"/>
                  </a:cubicBezTo>
                  <a:lnTo>
                    <a:pt x="5608" y="6239"/>
                  </a:lnTo>
                  <a:lnTo>
                    <a:pt x="4947" y="6901"/>
                  </a:lnTo>
                  <a:lnTo>
                    <a:pt x="1733" y="6901"/>
                  </a:lnTo>
                  <a:cubicBezTo>
                    <a:pt x="1512" y="6901"/>
                    <a:pt x="1355" y="7058"/>
                    <a:pt x="1355" y="7279"/>
                  </a:cubicBezTo>
                  <a:cubicBezTo>
                    <a:pt x="1355" y="7468"/>
                    <a:pt x="1512" y="7625"/>
                    <a:pt x="1733" y="7625"/>
                  </a:cubicBezTo>
                  <a:lnTo>
                    <a:pt x="4285" y="7625"/>
                  </a:lnTo>
                  <a:cubicBezTo>
                    <a:pt x="4190" y="7688"/>
                    <a:pt x="4159" y="7751"/>
                    <a:pt x="4127" y="7814"/>
                  </a:cubicBezTo>
                  <a:lnTo>
                    <a:pt x="3970" y="8287"/>
                  </a:lnTo>
                  <a:lnTo>
                    <a:pt x="1733" y="8287"/>
                  </a:lnTo>
                  <a:cubicBezTo>
                    <a:pt x="1512" y="8287"/>
                    <a:pt x="1355" y="8444"/>
                    <a:pt x="1355" y="8633"/>
                  </a:cubicBezTo>
                  <a:cubicBezTo>
                    <a:pt x="1355" y="8854"/>
                    <a:pt x="1512" y="9011"/>
                    <a:pt x="1733" y="9011"/>
                  </a:cubicBezTo>
                  <a:lnTo>
                    <a:pt x="3718" y="9011"/>
                  </a:lnTo>
                  <a:lnTo>
                    <a:pt x="3466" y="9893"/>
                  </a:lnTo>
                  <a:cubicBezTo>
                    <a:pt x="3385" y="10136"/>
                    <a:pt x="3557" y="10355"/>
                    <a:pt x="3766" y="10355"/>
                  </a:cubicBezTo>
                  <a:cubicBezTo>
                    <a:pt x="3802" y="10355"/>
                    <a:pt x="3839" y="10348"/>
                    <a:pt x="3875" y="10335"/>
                  </a:cubicBezTo>
                  <a:lnTo>
                    <a:pt x="6018" y="9704"/>
                  </a:lnTo>
                  <a:cubicBezTo>
                    <a:pt x="6049" y="9704"/>
                    <a:pt x="6144" y="9673"/>
                    <a:pt x="6175" y="9641"/>
                  </a:cubicBezTo>
                  <a:lnTo>
                    <a:pt x="8286" y="7499"/>
                  </a:lnTo>
                  <a:lnTo>
                    <a:pt x="8286" y="10681"/>
                  </a:lnTo>
                  <a:cubicBezTo>
                    <a:pt x="8255" y="10839"/>
                    <a:pt x="8097" y="10996"/>
                    <a:pt x="7908" y="10996"/>
                  </a:cubicBezTo>
                  <a:lnTo>
                    <a:pt x="1040" y="10996"/>
                  </a:lnTo>
                  <a:cubicBezTo>
                    <a:pt x="851" y="10996"/>
                    <a:pt x="693" y="10839"/>
                    <a:pt x="693" y="10650"/>
                  </a:cubicBezTo>
                  <a:lnTo>
                    <a:pt x="693" y="2742"/>
                  </a:lnTo>
                  <a:lnTo>
                    <a:pt x="2395" y="2742"/>
                  </a:lnTo>
                  <a:cubicBezTo>
                    <a:pt x="2584" y="2742"/>
                    <a:pt x="2741" y="2584"/>
                    <a:pt x="2741" y="2395"/>
                  </a:cubicBezTo>
                  <a:lnTo>
                    <a:pt x="2741" y="694"/>
                  </a:lnTo>
                  <a:close/>
                  <a:moveTo>
                    <a:pt x="2363" y="1"/>
                  </a:moveTo>
                  <a:cubicBezTo>
                    <a:pt x="2237" y="1"/>
                    <a:pt x="2143" y="64"/>
                    <a:pt x="2111" y="127"/>
                  </a:cubicBezTo>
                  <a:lnTo>
                    <a:pt x="158" y="2112"/>
                  </a:lnTo>
                  <a:cubicBezTo>
                    <a:pt x="63" y="2175"/>
                    <a:pt x="0" y="2269"/>
                    <a:pt x="0" y="2364"/>
                  </a:cubicBezTo>
                  <a:lnTo>
                    <a:pt x="0" y="10650"/>
                  </a:lnTo>
                  <a:cubicBezTo>
                    <a:pt x="0" y="11217"/>
                    <a:pt x="473" y="11658"/>
                    <a:pt x="1008" y="11658"/>
                  </a:cubicBezTo>
                  <a:lnTo>
                    <a:pt x="7908" y="11658"/>
                  </a:lnTo>
                  <a:cubicBezTo>
                    <a:pt x="8444" y="11658"/>
                    <a:pt x="8916" y="11217"/>
                    <a:pt x="8916" y="10650"/>
                  </a:cubicBezTo>
                  <a:lnTo>
                    <a:pt x="8916" y="6774"/>
                  </a:lnTo>
                  <a:lnTo>
                    <a:pt x="11279" y="4412"/>
                  </a:lnTo>
                  <a:cubicBezTo>
                    <a:pt x="11815" y="3876"/>
                    <a:pt x="11815" y="3025"/>
                    <a:pt x="11279" y="2490"/>
                  </a:cubicBezTo>
                  <a:cubicBezTo>
                    <a:pt x="11011" y="2222"/>
                    <a:pt x="10657" y="2088"/>
                    <a:pt x="10306" y="2088"/>
                  </a:cubicBezTo>
                  <a:cubicBezTo>
                    <a:pt x="9956" y="2088"/>
                    <a:pt x="9609" y="2222"/>
                    <a:pt x="9357" y="2490"/>
                  </a:cubicBezTo>
                  <a:lnTo>
                    <a:pt x="8916" y="2931"/>
                  </a:lnTo>
                  <a:lnTo>
                    <a:pt x="8916" y="1041"/>
                  </a:lnTo>
                  <a:cubicBezTo>
                    <a:pt x="8916" y="474"/>
                    <a:pt x="8444" y="1"/>
                    <a:pt x="79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5761" name="Google Shape;15761;p87"/>
          <p:cNvSpPr/>
          <p:nvPr/>
        </p:nvSpPr>
        <p:spPr>
          <a:xfrm>
            <a:off x="847921" y="2660229"/>
            <a:ext cx="426499" cy="421914"/>
          </a:xfrm>
          <a:custGeom>
            <a:avLst/>
            <a:gdLst/>
            <a:ahLst/>
            <a:cxnLst/>
            <a:rect l="l" t="t" r="r" b="b"/>
            <a:pathLst>
              <a:path w="11816" h="11689" extrusionOk="0">
                <a:moveTo>
                  <a:pt x="7026" y="757"/>
                </a:moveTo>
                <a:lnTo>
                  <a:pt x="7026" y="2710"/>
                </a:lnTo>
                <a:lnTo>
                  <a:pt x="5829" y="2710"/>
                </a:lnTo>
                <a:cubicBezTo>
                  <a:pt x="5924" y="2332"/>
                  <a:pt x="6081" y="1954"/>
                  <a:pt x="6176" y="1702"/>
                </a:cubicBezTo>
                <a:cubicBezTo>
                  <a:pt x="6428" y="1229"/>
                  <a:pt x="6711" y="914"/>
                  <a:pt x="7026" y="757"/>
                </a:cubicBezTo>
                <a:close/>
                <a:moveTo>
                  <a:pt x="7688" y="757"/>
                </a:moveTo>
                <a:cubicBezTo>
                  <a:pt x="8003" y="914"/>
                  <a:pt x="8287" y="1229"/>
                  <a:pt x="8507" y="1702"/>
                </a:cubicBezTo>
                <a:cubicBezTo>
                  <a:pt x="8665" y="2017"/>
                  <a:pt x="8791" y="2364"/>
                  <a:pt x="8854" y="2710"/>
                </a:cubicBezTo>
                <a:lnTo>
                  <a:pt x="7688" y="2710"/>
                </a:lnTo>
                <a:lnTo>
                  <a:pt x="7688" y="757"/>
                </a:lnTo>
                <a:close/>
                <a:moveTo>
                  <a:pt x="8917" y="977"/>
                </a:moveTo>
                <a:cubicBezTo>
                  <a:pt x="9704" y="1387"/>
                  <a:pt x="10334" y="1954"/>
                  <a:pt x="10712" y="2710"/>
                </a:cubicBezTo>
                <a:lnTo>
                  <a:pt x="9578" y="2710"/>
                </a:lnTo>
                <a:cubicBezTo>
                  <a:pt x="9452" y="2206"/>
                  <a:pt x="9295" y="1765"/>
                  <a:pt x="9106" y="1387"/>
                </a:cubicBezTo>
                <a:cubicBezTo>
                  <a:pt x="9011" y="1261"/>
                  <a:pt x="8948" y="1103"/>
                  <a:pt x="8917" y="977"/>
                </a:cubicBezTo>
                <a:close/>
                <a:moveTo>
                  <a:pt x="5798" y="1009"/>
                </a:moveTo>
                <a:lnTo>
                  <a:pt x="5798" y="1009"/>
                </a:lnTo>
                <a:cubicBezTo>
                  <a:pt x="5703" y="1135"/>
                  <a:pt x="5640" y="1261"/>
                  <a:pt x="5609" y="1418"/>
                </a:cubicBezTo>
                <a:cubicBezTo>
                  <a:pt x="5388" y="1796"/>
                  <a:pt x="5231" y="2269"/>
                  <a:pt x="5136" y="2742"/>
                </a:cubicBezTo>
                <a:lnTo>
                  <a:pt x="3970" y="2742"/>
                </a:lnTo>
                <a:cubicBezTo>
                  <a:pt x="4380" y="1954"/>
                  <a:pt x="5042" y="1387"/>
                  <a:pt x="5798" y="1009"/>
                </a:cubicBezTo>
                <a:close/>
                <a:moveTo>
                  <a:pt x="5010" y="3435"/>
                </a:moveTo>
                <a:cubicBezTo>
                  <a:pt x="4978" y="3750"/>
                  <a:pt x="4915" y="4096"/>
                  <a:pt x="4915" y="4443"/>
                </a:cubicBezTo>
                <a:cubicBezTo>
                  <a:pt x="4978" y="4789"/>
                  <a:pt x="4978" y="5167"/>
                  <a:pt x="5010" y="5482"/>
                </a:cubicBezTo>
                <a:lnTo>
                  <a:pt x="3718" y="5482"/>
                </a:lnTo>
                <a:cubicBezTo>
                  <a:pt x="3624" y="5167"/>
                  <a:pt x="3561" y="4789"/>
                  <a:pt x="3561" y="4443"/>
                </a:cubicBezTo>
                <a:cubicBezTo>
                  <a:pt x="3561" y="4096"/>
                  <a:pt x="3592" y="3750"/>
                  <a:pt x="3718" y="3435"/>
                </a:cubicBezTo>
                <a:close/>
                <a:moveTo>
                  <a:pt x="7026" y="3435"/>
                </a:moveTo>
                <a:lnTo>
                  <a:pt x="7026" y="5482"/>
                </a:lnTo>
                <a:lnTo>
                  <a:pt x="5703" y="5482"/>
                </a:lnTo>
                <a:cubicBezTo>
                  <a:pt x="5672" y="5136"/>
                  <a:pt x="5640" y="4789"/>
                  <a:pt x="5640" y="4443"/>
                </a:cubicBezTo>
                <a:cubicBezTo>
                  <a:pt x="5640" y="4096"/>
                  <a:pt x="5672" y="3718"/>
                  <a:pt x="5703" y="3435"/>
                </a:cubicBezTo>
                <a:close/>
                <a:moveTo>
                  <a:pt x="8980" y="3435"/>
                </a:moveTo>
                <a:cubicBezTo>
                  <a:pt x="9011" y="3750"/>
                  <a:pt x="9074" y="4096"/>
                  <a:pt x="9074" y="4443"/>
                </a:cubicBezTo>
                <a:cubicBezTo>
                  <a:pt x="9074" y="4789"/>
                  <a:pt x="9011" y="5167"/>
                  <a:pt x="8980" y="5482"/>
                </a:cubicBezTo>
                <a:lnTo>
                  <a:pt x="7688" y="5482"/>
                </a:lnTo>
                <a:lnTo>
                  <a:pt x="7688" y="3435"/>
                </a:lnTo>
                <a:close/>
                <a:moveTo>
                  <a:pt x="10996" y="3435"/>
                </a:moveTo>
                <a:cubicBezTo>
                  <a:pt x="11059" y="3750"/>
                  <a:pt x="11153" y="4096"/>
                  <a:pt x="11153" y="4443"/>
                </a:cubicBezTo>
                <a:cubicBezTo>
                  <a:pt x="11153" y="4789"/>
                  <a:pt x="11122" y="5167"/>
                  <a:pt x="10996" y="5482"/>
                </a:cubicBezTo>
                <a:lnTo>
                  <a:pt x="9704" y="5482"/>
                </a:lnTo>
                <a:cubicBezTo>
                  <a:pt x="9736" y="5136"/>
                  <a:pt x="9767" y="4789"/>
                  <a:pt x="9767" y="4443"/>
                </a:cubicBezTo>
                <a:cubicBezTo>
                  <a:pt x="9736" y="4096"/>
                  <a:pt x="9736" y="3750"/>
                  <a:pt x="9704" y="3435"/>
                </a:cubicBezTo>
                <a:close/>
                <a:moveTo>
                  <a:pt x="5136" y="6144"/>
                </a:moveTo>
                <a:cubicBezTo>
                  <a:pt x="5231" y="6648"/>
                  <a:pt x="5388" y="7089"/>
                  <a:pt x="5609" y="7467"/>
                </a:cubicBezTo>
                <a:cubicBezTo>
                  <a:pt x="5672" y="7593"/>
                  <a:pt x="5766" y="7751"/>
                  <a:pt x="5798" y="7877"/>
                </a:cubicBezTo>
                <a:cubicBezTo>
                  <a:pt x="5042" y="7530"/>
                  <a:pt x="4380" y="6932"/>
                  <a:pt x="3970" y="6144"/>
                </a:cubicBezTo>
                <a:close/>
                <a:moveTo>
                  <a:pt x="10712" y="6144"/>
                </a:moveTo>
                <a:cubicBezTo>
                  <a:pt x="10334" y="6932"/>
                  <a:pt x="9704" y="7530"/>
                  <a:pt x="8917" y="7877"/>
                </a:cubicBezTo>
                <a:cubicBezTo>
                  <a:pt x="8980" y="7751"/>
                  <a:pt x="9074" y="7625"/>
                  <a:pt x="9106" y="7467"/>
                </a:cubicBezTo>
                <a:cubicBezTo>
                  <a:pt x="9295" y="7089"/>
                  <a:pt x="9452" y="6617"/>
                  <a:pt x="9578" y="6144"/>
                </a:cubicBezTo>
                <a:close/>
                <a:moveTo>
                  <a:pt x="7026" y="6144"/>
                </a:moveTo>
                <a:lnTo>
                  <a:pt x="7026" y="8097"/>
                </a:lnTo>
                <a:cubicBezTo>
                  <a:pt x="6743" y="7940"/>
                  <a:pt x="6428" y="7625"/>
                  <a:pt x="6239" y="7152"/>
                </a:cubicBezTo>
                <a:cubicBezTo>
                  <a:pt x="6081" y="6837"/>
                  <a:pt x="5955" y="6491"/>
                  <a:pt x="5861" y="6144"/>
                </a:cubicBezTo>
                <a:close/>
                <a:moveTo>
                  <a:pt x="8854" y="6144"/>
                </a:moveTo>
                <a:cubicBezTo>
                  <a:pt x="8791" y="6522"/>
                  <a:pt x="8633" y="6900"/>
                  <a:pt x="8507" y="7152"/>
                </a:cubicBezTo>
                <a:cubicBezTo>
                  <a:pt x="8287" y="7688"/>
                  <a:pt x="8003" y="8003"/>
                  <a:pt x="7688" y="8097"/>
                </a:cubicBezTo>
                <a:lnTo>
                  <a:pt x="7688" y="6144"/>
                </a:lnTo>
                <a:close/>
                <a:moveTo>
                  <a:pt x="2726" y="8759"/>
                </a:moveTo>
                <a:cubicBezTo>
                  <a:pt x="2813" y="8759"/>
                  <a:pt x="2899" y="8790"/>
                  <a:pt x="2962" y="8853"/>
                </a:cubicBezTo>
                <a:cubicBezTo>
                  <a:pt x="3088" y="8980"/>
                  <a:pt x="3088" y="9169"/>
                  <a:pt x="2962" y="9326"/>
                </a:cubicBezTo>
                <a:lnTo>
                  <a:pt x="1387" y="10901"/>
                </a:lnTo>
                <a:cubicBezTo>
                  <a:pt x="1324" y="10964"/>
                  <a:pt x="1237" y="10996"/>
                  <a:pt x="1151" y="10996"/>
                </a:cubicBezTo>
                <a:cubicBezTo>
                  <a:pt x="1064" y="10996"/>
                  <a:pt x="977" y="10964"/>
                  <a:pt x="914" y="10901"/>
                </a:cubicBezTo>
                <a:cubicBezTo>
                  <a:pt x="788" y="10775"/>
                  <a:pt x="788" y="10555"/>
                  <a:pt x="914" y="10429"/>
                </a:cubicBezTo>
                <a:lnTo>
                  <a:pt x="2490" y="8853"/>
                </a:lnTo>
                <a:cubicBezTo>
                  <a:pt x="2553" y="8790"/>
                  <a:pt x="2639" y="8759"/>
                  <a:pt x="2726" y="8759"/>
                </a:cubicBezTo>
                <a:close/>
                <a:moveTo>
                  <a:pt x="7373" y="1"/>
                </a:moveTo>
                <a:cubicBezTo>
                  <a:pt x="4915" y="1"/>
                  <a:pt x="2931" y="1985"/>
                  <a:pt x="2931" y="4443"/>
                </a:cubicBezTo>
                <a:cubicBezTo>
                  <a:pt x="2931" y="5514"/>
                  <a:pt x="3309" y="6522"/>
                  <a:pt x="4002" y="7310"/>
                </a:cubicBezTo>
                <a:lnTo>
                  <a:pt x="3151" y="8160"/>
                </a:lnTo>
                <a:cubicBezTo>
                  <a:pt x="3011" y="8079"/>
                  <a:pt x="2858" y="8040"/>
                  <a:pt x="2705" y="8040"/>
                </a:cubicBezTo>
                <a:cubicBezTo>
                  <a:pt x="2445" y="8040"/>
                  <a:pt x="2184" y="8151"/>
                  <a:pt x="1986" y="8349"/>
                </a:cubicBezTo>
                <a:lnTo>
                  <a:pt x="410" y="9925"/>
                </a:lnTo>
                <a:cubicBezTo>
                  <a:pt x="1" y="10303"/>
                  <a:pt x="1" y="10996"/>
                  <a:pt x="410" y="11374"/>
                </a:cubicBezTo>
                <a:cubicBezTo>
                  <a:pt x="599" y="11563"/>
                  <a:pt x="883" y="11689"/>
                  <a:pt x="1103" y="11689"/>
                </a:cubicBezTo>
                <a:cubicBezTo>
                  <a:pt x="1387" y="11689"/>
                  <a:pt x="1607" y="11563"/>
                  <a:pt x="1828" y="11374"/>
                </a:cubicBezTo>
                <a:lnTo>
                  <a:pt x="3403" y="9799"/>
                </a:lnTo>
                <a:cubicBezTo>
                  <a:pt x="3718" y="9484"/>
                  <a:pt x="3781" y="9011"/>
                  <a:pt x="3592" y="8633"/>
                </a:cubicBezTo>
                <a:lnTo>
                  <a:pt x="4411" y="7782"/>
                </a:lnTo>
                <a:cubicBezTo>
                  <a:pt x="5199" y="8444"/>
                  <a:pt x="6207" y="8853"/>
                  <a:pt x="7278" y="8853"/>
                </a:cubicBezTo>
                <a:cubicBezTo>
                  <a:pt x="7298" y="8854"/>
                  <a:pt x="7318" y="8854"/>
                  <a:pt x="7338" y="8854"/>
                </a:cubicBezTo>
                <a:cubicBezTo>
                  <a:pt x="9830" y="8854"/>
                  <a:pt x="11815" y="6881"/>
                  <a:pt x="11815" y="4443"/>
                </a:cubicBezTo>
                <a:cubicBezTo>
                  <a:pt x="11815" y="2017"/>
                  <a:pt x="9799" y="1"/>
                  <a:pt x="73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5762" name="Google Shape;15762;p87"/>
          <p:cNvGrpSpPr/>
          <p:nvPr/>
        </p:nvGrpSpPr>
        <p:grpSpPr>
          <a:xfrm>
            <a:off x="3540341" y="1631401"/>
            <a:ext cx="423069" cy="420507"/>
            <a:chOff x="-4932650" y="2046625"/>
            <a:chExt cx="293025" cy="291250"/>
          </a:xfrm>
        </p:grpSpPr>
        <p:sp>
          <p:nvSpPr>
            <p:cNvPr id="15763" name="Google Shape;15763;p87"/>
            <p:cNvSpPr/>
            <p:nvPr/>
          </p:nvSpPr>
          <p:spPr>
            <a:xfrm>
              <a:off x="-4932650" y="2046625"/>
              <a:ext cx="293025" cy="291250"/>
            </a:xfrm>
            <a:custGeom>
              <a:avLst/>
              <a:gdLst/>
              <a:ahLst/>
              <a:cxnLst/>
              <a:rect l="l" t="t" r="r" b="b"/>
              <a:pathLst>
                <a:path w="11721" h="11650" extrusionOk="0">
                  <a:moveTo>
                    <a:pt x="7625" y="694"/>
                  </a:moveTo>
                  <a:cubicBezTo>
                    <a:pt x="9515" y="694"/>
                    <a:pt x="11059" y="2206"/>
                    <a:pt x="11059" y="4096"/>
                  </a:cubicBezTo>
                  <a:cubicBezTo>
                    <a:pt x="11059" y="5987"/>
                    <a:pt x="9515" y="7530"/>
                    <a:pt x="7625" y="7530"/>
                  </a:cubicBezTo>
                  <a:cubicBezTo>
                    <a:pt x="5735" y="7530"/>
                    <a:pt x="4223" y="5987"/>
                    <a:pt x="4223" y="4096"/>
                  </a:cubicBezTo>
                  <a:cubicBezTo>
                    <a:pt x="4223" y="2206"/>
                    <a:pt x="5735" y="694"/>
                    <a:pt x="7625" y="694"/>
                  </a:cubicBezTo>
                  <a:close/>
                  <a:moveTo>
                    <a:pt x="3344" y="8066"/>
                  </a:moveTo>
                  <a:cubicBezTo>
                    <a:pt x="3435" y="8066"/>
                    <a:pt x="3529" y="8098"/>
                    <a:pt x="3593" y="8161"/>
                  </a:cubicBezTo>
                  <a:cubicBezTo>
                    <a:pt x="3719" y="8287"/>
                    <a:pt x="3719" y="8507"/>
                    <a:pt x="3593" y="8633"/>
                  </a:cubicBezTo>
                  <a:lnTo>
                    <a:pt x="1324" y="10870"/>
                  </a:lnTo>
                  <a:cubicBezTo>
                    <a:pt x="1277" y="10933"/>
                    <a:pt x="1190" y="10964"/>
                    <a:pt x="1100" y="10964"/>
                  </a:cubicBezTo>
                  <a:cubicBezTo>
                    <a:pt x="1009" y="10964"/>
                    <a:pt x="915" y="10933"/>
                    <a:pt x="852" y="10870"/>
                  </a:cubicBezTo>
                  <a:cubicBezTo>
                    <a:pt x="757" y="10744"/>
                    <a:pt x="757" y="10523"/>
                    <a:pt x="852" y="10397"/>
                  </a:cubicBezTo>
                  <a:lnTo>
                    <a:pt x="3120" y="8161"/>
                  </a:lnTo>
                  <a:cubicBezTo>
                    <a:pt x="3167" y="8098"/>
                    <a:pt x="3254" y="8066"/>
                    <a:pt x="3344" y="8066"/>
                  </a:cubicBezTo>
                  <a:close/>
                  <a:moveTo>
                    <a:pt x="7625" y="1"/>
                  </a:moveTo>
                  <a:cubicBezTo>
                    <a:pt x="5357" y="1"/>
                    <a:pt x="3529" y="1860"/>
                    <a:pt x="3529" y="4096"/>
                  </a:cubicBezTo>
                  <a:cubicBezTo>
                    <a:pt x="3529" y="5136"/>
                    <a:pt x="3908" y="6050"/>
                    <a:pt x="4538" y="6743"/>
                  </a:cubicBezTo>
                  <a:lnTo>
                    <a:pt x="3813" y="7467"/>
                  </a:lnTo>
                  <a:cubicBezTo>
                    <a:pt x="3673" y="7386"/>
                    <a:pt x="3520" y="7347"/>
                    <a:pt x="3367" y="7347"/>
                  </a:cubicBezTo>
                  <a:cubicBezTo>
                    <a:pt x="3106" y="7347"/>
                    <a:pt x="2846" y="7458"/>
                    <a:pt x="2647" y="7656"/>
                  </a:cubicBezTo>
                  <a:lnTo>
                    <a:pt x="379" y="9893"/>
                  </a:lnTo>
                  <a:cubicBezTo>
                    <a:pt x="1" y="10271"/>
                    <a:pt x="1" y="10964"/>
                    <a:pt x="379" y="11343"/>
                  </a:cubicBezTo>
                  <a:cubicBezTo>
                    <a:pt x="584" y="11547"/>
                    <a:pt x="852" y="11650"/>
                    <a:pt x="1119" y="11650"/>
                  </a:cubicBezTo>
                  <a:cubicBezTo>
                    <a:pt x="1387" y="11650"/>
                    <a:pt x="1655" y="11547"/>
                    <a:pt x="1860" y="11343"/>
                  </a:cubicBezTo>
                  <a:lnTo>
                    <a:pt x="4097" y="9106"/>
                  </a:lnTo>
                  <a:cubicBezTo>
                    <a:pt x="4412" y="8791"/>
                    <a:pt x="4506" y="8318"/>
                    <a:pt x="4286" y="7909"/>
                  </a:cubicBezTo>
                  <a:lnTo>
                    <a:pt x="5010" y="7215"/>
                  </a:lnTo>
                  <a:cubicBezTo>
                    <a:pt x="5703" y="7814"/>
                    <a:pt x="6648" y="8192"/>
                    <a:pt x="7625" y="8192"/>
                  </a:cubicBezTo>
                  <a:cubicBezTo>
                    <a:pt x="9925" y="8192"/>
                    <a:pt x="11721" y="6333"/>
                    <a:pt x="11721" y="4096"/>
                  </a:cubicBezTo>
                  <a:cubicBezTo>
                    <a:pt x="11721" y="1828"/>
                    <a:pt x="9893" y="1"/>
                    <a:pt x="76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764" name="Google Shape;15764;p87"/>
            <p:cNvSpPr/>
            <p:nvPr/>
          </p:nvSpPr>
          <p:spPr>
            <a:xfrm>
              <a:off x="-4802675" y="2115050"/>
              <a:ext cx="122100" cy="86075"/>
            </a:xfrm>
            <a:custGeom>
              <a:avLst/>
              <a:gdLst/>
              <a:ahLst/>
              <a:cxnLst/>
              <a:rect l="l" t="t" r="r" b="b"/>
              <a:pathLst>
                <a:path w="4884" h="3443" extrusionOk="0">
                  <a:moveTo>
                    <a:pt x="2428" y="1"/>
                  </a:moveTo>
                  <a:cubicBezTo>
                    <a:pt x="2301" y="1"/>
                    <a:pt x="2172" y="72"/>
                    <a:pt x="2111" y="225"/>
                  </a:cubicBezTo>
                  <a:lnTo>
                    <a:pt x="1418" y="2116"/>
                  </a:lnTo>
                  <a:lnTo>
                    <a:pt x="693" y="225"/>
                  </a:lnTo>
                  <a:cubicBezTo>
                    <a:pt x="645" y="105"/>
                    <a:pt x="524" y="4"/>
                    <a:pt x="400" y="4"/>
                  </a:cubicBezTo>
                  <a:cubicBezTo>
                    <a:pt x="361" y="4"/>
                    <a:pt x="321" y="14"/>
                    <a:pt x="284" y="36"/>
                  </a:cubicBezTo>
                  <a:cubicBezTo>
                    <a:pt x="126" y="99"/>
                    <a:pt x="0" y="288"/>
                    <a:pt x="63" y="446"/>
                  </a:cubicBezTo>
                  <a:lnTo>
                    <a:pt x="1103" y="3218"/>
                  </a:lnTo>
                  <a:cubicBezTo>
                    <a:pt x="1168" y="3364"/>
                    <a:pt x="1299" y="3443"/>
                    <a:pt x="1428" y="3443"/>
                  </a:cubicBezTo>
                  <a:cubicBezTo>
                    <a:pt x="1551" y="3443"/>
                    <a:pt x="1672" y="3372"/>
                    <a:pt x="1733" y="3218"/>
                  </a:cubicBezTo>
                  <a:lnTo>
                    <a:pt x="2426" y="1328"/>
                  </a:lnTo>
                  <a:lnTo>
                    <a:pt x="3151" y="3218"/>
                  </a:lnTo>
                  <a:cubicBezTo>
                    <a:pt x="3215" y="3364"/>
                    <a:pt x="3346" y="3443"/>
                    <a:pt x="3476" y="3443"/>
                  </a:cubicBezTo>
                  <a:cubicBezTo>
                    <a:pt x="3598" y="3443"/>
                    <a:pt x="3719" y="3372"/>
                    <a:pt x="3781" y="3218"/>
                  </a:cubicBezTo>
                  <a:lnTo>
                    <a:pt x="4789" y="446"/>
                  </a:lnTo>
                  <a:cubicBezTo>
                    <a:pt x="4884" y="257"/>
                    <a:pt x="4789" y="68"/>
                    <a:pt x="4600" y="36"/>
                  </a:cubicBezTo>
                  <a:cubicBezTo>
                    <a:pt x="4562" y="14"/>
                    <a:pt x="4521" y="4"/>
                    <a:pt x="4479" y="4"/>
                  </a:cubicBezTo>
                  <a:cubicBezTo>
                    <a:pt x="4346" y="4"/>
                    <a:pt x="4207" y="105"/>
                    <a:pt x="4159" y="225"/>
                  </a:cubicBezTo>
                  <a:lnTo>
                    <a:pt x="3466" y="2116"/>
                  </a:lnTo>
                  <a:lnTo>
                    <a:pt x="2741" y="225"/>
                  </a:lnTo>
                  <a:cubicBezTo>
                    <a:pt x="2693" y="80"/>
                    <a:pt x="2561" y="1"/>
                    <a:pt x="24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5765" name="Google Shape;15765;p87"/>
          <p:cNvSpPr/>
          <p:nvPr/>
        </p:nvSpPr>
        <p:spPr>
          <a:xfrm>
            <a:off x="3541793" y="2140826"/>
            <a:ext cx="420796" cy="419677"/>
          </a:xfrm>
          <a:custGeom>
            <a:avLst/>
            <a:gdLst/>
            <a:ahLst/>
            <a:cxnLst/>
            <a:rect l="l" t="t" r="r" b="b"/>
            <a:pathLst>
              <a:path w="11658" h="11627" extrusionOk="0">
                <a:moveTo>
                  <a:pt x="6806" y="2017"/>
                </a:moveTo>
                <a:lnTo>
                  <a:pt x="6806" y="2773"/>
                </a:lnTo>
                <a:lnTo>
                  <a:pt x="4758" y="2773"/>
                </a:lnTo>
                <a:lnTo>
                  <a:pt x="4758" y="2017"/>
                </a:lnTo>
                <a:close/>
                <a:moveTo>
                  <a:pt x="7152" y="694"/>
                </a:moveTo>
                <a:cubicBezTo>
                  <a:pt x="7688" y="694"/>
                  <a:pt x="8192" y="1167"/>
                  <a:pt x="8192" y="1702"/>
                </a:cubicBezTo>
                <a:lnTo>
                  <a:pt x="8192" y="2773"/>
                </a:lnTo>
                <a:lnTo>
                  <a:pt x="7499" y="2773"/>
                </a:lnTo>
                <a:lnTo>
                  <a:pt x="7499" y="1702"/>
                </a:lnTo>
                <a:cubicBezTo>
                  <a:pt x="7499" y="1513"/>
                  <a:pt x="7341" y="1356"/>
                  <a:pt x="7152" y="1356"/>
                </a:cubicBezTo>
                <a:lnTo>
                  <a:pt x="4411" y="1356"/>
                </a:lnTo>
                <a:cubicBezTo>
                  <a:pt x="4191" y="1356"/>
                  <a:pt x="4033" y="1513"/>
                  <a:pt x="4033" y="1702"/>
                </a:cubicBezTo>
                <a:lnTo>
                  <a:pt x="4033" y="2773"/>
                </a:lnTo>
                <a:lnTo>
                  <a:pt x="3371" y="2773"/>
                </a:lnTo>
                <a:lnTo>
                  <a:pt x="3371" y="1702"/>
                </a:lnTo>
                <a:cubicBezTo>
                  <a:pt x="3371" y="1167"/>
                  <a:pt x="3844" y="694"/>
                  <a:pt x="4411" y="694"/>
                </a:cubicBezTo>
                <a:close/>
                <a:moveTo>
                  <a:pt x="10618" y="3498"/>
                </a:moveTo>
                <a:cubicBezTo>
                  <a:pt x="10807" y="3498"/>
                  <a:pt x="10964" y="3656"/>
                  <a:pt x="10964" y="3845"/>
                </a:cubicBezTo>
                <a:lnTo>
                  <a:pt x="10964" y="5010"/>
                </a:lnTo>
                <a:cubicBezTo>
                  <a:pt x="9546" y="6239"/>
                  <a:pt x="7688" y="6901"/>
                  <a:pt x="5766" y="6901"/>
                </a:cubicBezTo>
                <a:cubicBezTo>
                  <a:pt x="3876" y="6901"/>
                  <a:pt x="2080" y="6239"/>
                  <a:pt x="662" y="5010"/>
                </a:cubicBezTo>
                <a:lnTo>
                  <a:pt x="662" y="3971"/>
                </a:lnTo>
                <a:cubicBezTo>
                  <a:pt x="662" y="3687"/>
                  <a:pt x="851" y="3498"/>
                  <a:pt x="1135" y="3498"/>
                </a:cubicBezTo>
                <a:close/>
                <a:moveTo>
                  <a:pt x="6806" y="7531"/>
                </a:moveTo>
                <a:lnTo>
                  <a:pt x="6806" y="7940"/>
                </a:lnTo>
                <a:cubicBezTo>
                  <a:pt x="6806" y="8129"/>
                  <a:pt x="6648" y="8287"/>
                  <a:pt x="6459" y="8287"/>
                </a:cubicBezTo>
                <a:lnTo>
                  <a:pt x="5073" y="8287"/>
                </a:lnTo>
                <a:cubicBezTo>
                  <a:pt x="4884" y="8287"/>
                  <a:pt x="4726" y="8129"/>
                  <a:pt x="4726" y="7940"/>
                </a:cubicBezTo>
                <a:lnTo>
                  <a:pt x="4726" y="7531"/>
                </a:lnTo>
                <a:lnTo>
                  <a:pt x="4758" y="7531"/>
                </a:lnTo>
                <a:cubicBezTo>
                  <a:pt x="5104" y="7594"/>
                  <a:pt x="5419" y="7625"/>
                  <a:pt x="5766" y="7625"/>
                </a:cubicBezTo>
                <a:cubicBezTo>
                  <a:pt x="6112" y="7625"/>
                  <a:pt x="6427" y="7594"/>
                  <a:pt x="6806" y="7531"/>
                </a:cubicBezTo>
                <a:close/>
                <a:moveTo>
                  <a:pt x="10964" y="5892"/>
                </a:moveTo>
                <a:lnTo>
                  <a:pt x="10964" y="9988"/>
                </a:lnTo>
                <a:cubicBezTo>
                  <a:pt x="10964" y="10524"/>
                  <a:pt x="10492" y="10996"/>
                  <a:pt x="9956" y="10996"/>
                </a:cubicBezTo>
                <a:lnTo>
                  <a:pt x="1670" y="10996"/>
                </a:lnTo>
                <a:cubicBezTo>
                  <a:pt x="1135" y="10996"/>
                  <a:pt x="662" y="10524"/>
                  <a:pt x="662" y="9988"/>
                </a:cubicBezTo>
                <a:lnTo>
                  <a:pt x="662" y="5892"/>
                </a:lnTo>
                <a:cubicBezTo>
                  <a:pt x="1670" y="6649"/>
                  <a:pt x="2804" y="7184"/>
                  <a:pt x="4065" y="7436"/>
                </a:cubicBezTo>
                <a:lnTo>
                  <a:pt x="4065" y="7940"/>
                </a:lnTo>
                <a:cubicBezTo>
                  <a:pt x="4065" y="8476"/>
                  <a:pt x="4537" y="8948"/>
                  <a:pt x="5104" y="8948"/>
                </a:cubicBezTo>
                <a:lnTo>
                  <a:pt x="6490" y="8948"/>
                </a:lnTo>
                <a:cubicBezTo>
                  <a:pt x="7026" y="8948"/>
                  <a:pt x="7499" y="8476"/>
                  <a:pt x="7499" y="7940"/>
                </a:cubicBezTo>
                <a:lnTo>
                  <a:pt x="7499" y="7436"/>
                </a:lnTo>
                <a:cubicBezTo>
                  <a:pt x="7971" y="7342"/>
                  <a:pt x="8444" y="7184"/>
                  <a:pt x="8916" y="7027"/>
                </a:cubicBezTo>
                <a:cubicBezTo>
                  <a:pt x="9672" y="6743"/>
                  <a:pt x="10334" y="6365"/>
                  <a:pt x="10964" y="5892"/>
                </a:cubicBezTo>
                <a:close/>
                <a:moveTo>
                  <a:pt x="4411" y="1"/>
                </a:moveTo>
                <a:cubicBezTo>
                  <a:pt x="3466" y="1"/>
                  <a:pt x="2710" y="757"/>
                  <a:pt x="2710" y="1702"/>
                </a:cubicBezTo>
                <a:lnTo>
                  <a:pt x="2710" y="2773"/>
                </a:lnTo>
                <a:lnTo>
                  <a:pt x="1135" y="2773"/>
                </a:lnTo>
                <a:cubicBezTo>
                  <a:pt x="505" y="2773"/>
                  <a:pt x="0" y="3277"/>
                  <a:pt x="0" y="3908"/>
                </a:cubicBezTo>
                <a:lnTo>
                  <a:pt x="0" y="9957"/>
                </a:lnTo>
                <a:cubicBezTo>
                  <a:pt x="0" y="10902"/>
                  <a:pt x="725" y="11626"/>
                  <a:pt x="1670" y="11626"/>
                </a:cubicBezTo>
                <a:lnTo>
                  <a:pt x="9956" y="11626"/>
                </a:lnTo>
                <a:cubicBezTo>
                  <a:pt x="10901" y="11626"/>
                  <a:pt x="11657" y="10902"/>
                  <a:pt x="11657" y="9957"/>
                </a:cubicBezTo>
                <a:lnTo>
                  <a:pt x="11657" y="3813"/>
                </a:lnTo>
                <a:cubicBezTo>
                  <a:pt x="11626" y="3246"/>
                  <a:pt x="11153" y="2773"/>
                  <a:pt x="10618" y="2773"/>
                </a:cubicBezTo>
                <a:lnTo>
                  <a:pt x="8853" y="2773"/>
                </a:lnTo>
                <a:lnTo>
                  <a:pt x="8853" y="1702"/>
                </a:lnTo>
                <a:cubicBezTo>
                  <a:pt x="8853" y="757"/>
                  <a:pt x="8097" y="1"/>
                  <a:pt x="71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5766" name="Google Shape;15766;p87"/>
          <p:cNvGrpSpPr/>
          <p:nvPr/>
        </p:nvGrpSpPr>
        <p:grpSpPr>
          <a:xfrm>
            <a:off x="3552272" y="2660957"/>
            <a:ext cx="423069" cy="420796"/>
            <a:chOff x="-4931075" y="2765725"/>
            <a:chExt cx="293025" cy="291450"/>
          </a:xfrm>
        </p:grpSpPr>
        <p:sp>
          <p:nvSpPr>
            <p:cNvPr id="15767" name="Google Shape;15767;p87"/>
            <p:cNvSpPr/>
            <p:nvPr/>
          </p:nvSpPr>
          <p:spPr>
            <a:xfrm>
              <a:off x="-4810550" y="2884650"/>
              <a:ext cx="51225" cy="51225"/>
            </a:xfrm>
            <a:custGeom>
              <a:avLst/>
              <a:gdLst/>
              <a:ahLst/>
              <a:cxnLst/>
              <a:rect l="l" t="t" r="r" b="b"/>
              <a:pathLst>
                <a:path w="2049" h="2049" extrusionOk="0">
                  <a:moveTo>
                    <a:pt x="1008" y="663"/>
                  </a:moveTo>
                  <a:cubicBezTo>
                    <a:pt x="1229" y="663"/>
                    <a:pt x="1386" y="820"/>
                    <a:pt x="1386" y="1041"/>
                  </a:cubicBezTo>
                  <a:cubicBezTo>
                    <a:pt x="1386" y="1230"/>
                    <a:pt x="1229" y="1387"/>
                    <a:pt x="1008" y="1387"/>
                  </a:cubicBezTo>
                  <a:cubicBezTo>
                    <a:pt x="819" y="1387"/>
                    <a:pt x="662" y="1230"/>
                    <a:pt x="662" y="1041"/>
                  </a:cubicBezTo>
                  <a:cubicBezTo>
                    <a:pt x="662" y="820"/>
                    <a:pt x="819" y="663"/>
                    <a:pt x="1008" y="663"/>
                  </a:cubicBezTo>
                  <a:close/>
                  <a:moveTo>
                    <a:pt x="1008" y="1"/>
                  </a:moveTo>
                  <a:cubicBezTo>
                    <a:pt x="473" y="1"/>
                    <a:pt x="0" y="473"/>
                    <a:pt x="0" y="1041"/>
                  </a:cubicBezTo>
                  <a:cubicBezTo>
                    <a:pt x="0" y="1576"/>
                    <a:pt x="473" y="2049"/>
                    <a:pt x="1040" y="2049"/>
                  </a:cubicBezTo>
                  <a:cubicBezTo>
                    <a:pt x="1575" y="2049"/>
                    <a:pt x="2048" y="1576"/>
                    <a:pt x="2048" y="1041"/>
                  </a:cubicBezTo>
                  <a:cubicBezTo>
                    <a:pt x="2048" y="473"/>
                    <a:pt x="1607"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768" name="Google Shape;15768;p87"/>
            <p:cNvSpPr/>
            <p:nvPr/>
          </p:nvSpPr>
          <p:spPr>
            <a:xfrm>
              <a:off x="-4931075" y="2765725"/>
              <a:ext cx="293025" cy="291450"/>
            </a:xfrm>
            <a:custGeom>
              <a:avLst/>
              <a:gdLst/>
              <a:ahLst/>
              <a:cxnLst/>
              <a:rect l="l" t="t" r="r" b="b"/>
              <a:pathLst>
                <a:path w="11721" h="11658" extrusionOk="0">
                  <a:moveTo>
                    <a:pt x="3214" y="1387"/>
                  </a:moveTo>
                  <a:lnTo>
                    <a:pt x="4475" y="3844"/>
                  </a:lnTo>
                  <a:cubicBezTo>
                    <a:pt x="4223" y="4002"/>
                    <a:pt x="4034" y="4222"/>
                    <a:pt x="3876" y="4443"/>
                  </a:cubicBezTo>
                  <a:lnTo>
                    <a:pt x="1356" y="3214"/>
                  </a:lnTo>
                  <a:cubicBezTo>
                    <a:pt x="1828" y="2427"/>
                    <a:pt x="2458" y="1796"/>
                    <a:pt x="3214" y="1387"/>
                  </a:cubicBezTo>
                  <a:close/>
                  <a:moveTo>
                    <a:pt x="5829" y="4128"/>
                  </a:moveTo>
                  <a:cubicBezTo>
                    <a:pt x="6775" y="4128"/>
                    <a:pt x="7531" y="4884"/>
                    <a:pt x="7531" y="5829"/>
                  </a:cubicBezTo>
                  <a:cubicBezTo>
                    <a:pt x="7562" y="6743"/>
                    <a:pt x="6775" y="7530"/>
                    <a:pt x="5829" y="7530"/>
                  </a:cubicBezTo>
                  <a:cubicBezTo>
                    <a:pt x="4884" y="7530"/>
                    <a:pt x="4160" y="6774"/>
                    <a:pt x="4160" y="5829"/>
                  </a:cubicBezTo>
                  <a:cubicBezTo>
                    <a:pt x="4160" y="4884"/>
                    <a:pt x="4884" y="4128"/>
                    <a:pt x="5829" y="4128"/>
                  </a:cubicBezTo>
                  <a:close/>
                  <a:moveTo>
                    <a:pt x="5798" y="662"/>
                  </a:moveTo>
                  <a:cubicBezTo>
                    <a:pt x="8665" y="662"/>
                    <a:pt x="10996" y="2994"/>
                    <a:pt x="10996" y="5861"/>
                  </a:cubicBezTo>
                  <a:cubicBezTo>
                    <a:pt x="10996" y="6585"/>
                    <a:pt x="10839" y="7247"/>
                    <a:pt x="10618" y="7845"/>
                  </a:cubicBezTo>
                  <a:lnTo>
                    <a:pt x="8129" y="6585"/>
                  </a:lnTo>
                  <a:cubicBezTo>
                    <a:pt x="8192" y="6333"/>
                    <a:pt x="8255" y="6050"/>
                    <a:pt x="8255" y="5829"/>
                  </a:cubicBezTo>
                  <a:cubicBezTo>
                    <a:pt x="8255" y="4474"/>
                    <a:pt x="7184" y="3435"/>
                    <a:pt x="5829" y="3435"/>
                  </a:cubicBezTo>
                  <a:cubicBezTo>
                    <a:pt x="5577" y="3435"/>
                    <a:pt x="5325" y="3466"/>
                    <a:pt x="5105" y="3529"/>
                  </a:cubicBezTo>
                  <a:lnTo>
                    <a:pt x="3845" y="1072"/>
                  </a:lnTo>
                  <a:cubicBezTo>
                    <a:pt x="4412" y="820"/>
                    <a:pt x="5105" y="662"/>
                    <a:pt x="5798" y="662"/>
                  </a:cubicBezTo>
                  <a:close/>
                  <a:moveTo>
                    <a:pt x="7814" y="7152"/>
                  </a:moveTo>
                  <a:lnTo>
                    <a:pt x="10303" y="8412"/>
                  </a:lnTo>
                  <a:cubicBezTo>
                    <a:pt x="9862" y="9200"/>
                    <a:pt x="9232" y="9830"/>
                    <a:pt x="8444" y="10271"/>
                  </a:cubicBezTo>
                  <a:lnTo>
                    <a:pt x="7216" y="7751"/>
                  </a:lnTo>
                  <a:cubicBezTo>
                    <a:pt x="7468" y="7593"/>
                    <a:pt x="7657" y="7404"/>
                    <a:pt x="7814" y="7152"/>
                  </a:cubicBezTo>
                  <a:close/>
                  <a:moveTo>
                    <a:pt x="1072" y="3844"/>
                  </a:moveTo>
                  <a:lnTo>
                    <a:pt x="3593" y="5073"/>
                  </a:lnTo>
                  <a:cubicBezTo>
                    <a:pt x="3530" y="5325"/>
                    <a:pt x="3498" y="5546"/>
                    <a:pt x="3498" y="5829"/>
                  </a:cubicBezTo>
                  <a:cubicBezTo>
                    <a:pt x="3498" y="7152"/>
                    <a:pt x="4538" y="8223"/>
                    <a:pt x="5892" y="8223"/>
                  </a:cubicBezTo>
                  <a:cubicBezTo>
                    <a:pt x="6176" y="8223"/>
                    <a:pt x="6396" y="8192"/>
                    <a:pt x="6648" y="8097"/>
                  </a:cubicBezTo>
                  <a:lnTo>
                    <a:pt x="7846" y="10618"/>
                  </a:lnTo>
                  <a:cubicBezTo>
                    <a:pt x="7216" y="10901"/>
                    <a:pt x="6554" y="11027"/>
                    <a:pt x="5892" y="11027"/>
                  </a:cubicBezTo>
                  <a:cubicBezTo>
                    <a:pt x="2994" y="10996"/>
                    <a:pt x="694" y="8665"/>
                    <a:pt x="694" y="5829"/>
                  </a:cubicBezTo>
                  <a:cubicBezTo>
                    <a:pt x="694" y="5104"/>
                    <a:pt x="852" y="4443"/>
                    <a:pt x="1072" y="3844"/>
                  </a:cubicBezTo>
                  <a:close/>
                  <a:moveTo>
                    <a:pt x="5798" y="1"/>
                  </a:moveTo>
                  <a:cubicBezTo>
                    <a:pt x="4254" y="1"/>
                    <a:pt x="2773" y="599"/>
                    <a:pt x="1702" y="1702"/>
                  </a:cubicBezTo>
                  <a:cubicBezTo>
                    <a:pt x="600" y="2805"/>
                    <a:pt x="1" y="4254"/>
                    <a:pt x="1" y="5798"/>
                  </a:cubicBezTo>
                  <a:cubicBezTo>
                    <a:pt x="1" y="8980"/>
                    <a:pt x="2647" y="11657"/>
                    <a:pt x="5892" y="11657"/>
                  </a:cubicBezTo>
                  <a:cubicBezTo>
                    <a:pt x="9106" y="11657"/>
                    <a:pt x="11721" y="9043"/>
                    <a:pt x="11721" y="5829"/>
                  </a:cubicBezTo>
                  <a:cubicBezTo>
                    <a:pt x="11658" y="2647"/>
                    <a:pt x="9043" y="1"/>
                    <a:pt x="57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769" name="Google Shape;15769;p87"/>
          <p:cNvGrpSpPr/>
          <p:nvPr/>
        </p:nvGrpSpPr>
        <p:grpSpPr>
          <a:xfrm>
            <a:off x="6257840" y="1656289"/>
            <a:ext cx="420796" cy="370732"/>
            <a:chOff x="-3137650" y="2067900"/>
            <a:chExt cx="291450" cy="256775"/>
          </a:xfrm>
        </p:grpSpPr>
        <p:sp>
          <p:nvSpPr>
            <p:cNvPr id="15770" name="Google Shape;15770;p87"/>
            <p:cNvSpPr/>
            <p:nvPr/>
          </p:nvSpPr>
          <p:spPr>
            <a:xfrm>
              <a:off x="-3137650" y="2067900"/>
              <a:ext cx="291450" cy="187475"/>
            </a:xfrm>
            <a:custGeom>
              <a:avLst/>
              <a:gdLst/>
              <a:ahLst/>
              <a:cxnLst/>
              <a:rect l="l" t="t" r="r" b="b"/>
              <a:pathLst>
                <a:path w="11658" h="7499" extrusionOk="0">
                  <a:moveTo>
                    <a:pt x="10618" y="694"/>
                  </a:moveTo>
                  <a:cubicBezTo>
                    <a:pt x="10838" y="694"/>
                    <a:pt x="10964" y="851"/>
                    <a:pt x="10964" y="1040"/>
                  </a:cubicBezTo>
                  <a:lnTo>
                    <a:pt x="10964" y="6522"/>
                  </a:lnTo>
                  <a:cubicBezTo>
                    <a:pt x="10964" y="6711"/>
                    <a:pt x="10838" y="6868"/>
                    <a:pt x="10618" y="6868"/>
                  </a:cubicBezTo>
                  <a:lnTo>
                    <a:pt x="1009" y="6868"/>
                  </a:lnTo>
                  <a:cubicBezTo>
                    <a:pt x="820" y="6868"/>
                    <a:pt x="662" y="6711"/>
                    <a:pt x="662" y="6522"/>
                  </a:cubicBezTo>
                  <a:lnTo>
                    <a:pt x="662" y="1040"/>
                  </a:lnTo>
                  <a:cubicBezTo>
                    <a:pt x="662" y="851"/>
                    <a:pt x="820" y="694"/>
                    <a:pt x="1009" y="694"/>
                  </a:cubicBezTo>
                  <a:close/>
                  <a:moveTo>
                    <a:pt x="1009" y="0"/>
                  </a:moveTo>
                  <a:cubicBezTo>
                    <a:pt x="473" y="0"/>
                    <a:pt x="1" y="473"/>
                    <a:pt x="1" y="1009"/>
                  </a:cubicBezTo>
                  <a:lnTo>
                    <a:pt x="1" y="6490"/>
                  </a:lnTo>
                  <a:cubicBezTo>
                    <a:pt x="1" y="7026"/>
                    <a:pt x="473" y="7499"/>
                    <a:pt x="1009" y="7499"/>
                  </a:cubicBezTo>
                  <a:lnTo>
                    <a:pt x="10618" y="7499"/>
                  </a:lnTo>
                  <a:cubicBezTo>
                    <a:pt x="11185" y="7499"/>
                    <a:pt x="11658" y="7026"/>
                    <a:pt x="11658" y="6490"/>
                  </a:cubicBezTo>
                  <a:lnTo>
                    <a:pt x="11658" y="1009"/>
                  </a:lnTo>
                  <a:cubicBezTo>
                    <a:pt x="11658" y="473"/>
                    <a:pt x="11217" y="0"/>
                    <a:pt x="10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771" name="Google Shape;15771;p87"/>
            <p:cNvSpPr/>
            <p:nvPr/>
          </p:nvSpPr>
          <p:spPr>
            <a:xfrm>
              <a:off x="-3137650" y="2273475"/>
              <a:ext cx="291450" cy="51200"/>
            </a:xfrm>
            <a:custGeom>
              <a:avLst/>
              <a:gdLst/>
              <a:ahLst/>
              <a:cxnLst/>
              <a:rect l="l" t="t" r="r" b="b"/>
              <a:pathLst>
                <a:path w="11658" h="2048" extrusionOk="0">
                  <a:moveTo>
                    <a:pt x="10618" y="662"/>
                  </a:moveTo>
                  <a:cubicBezTo>
                    <a:pt x="10838" y="662"/>
                    <a:pt x="10964" y="819"/>
                    <a:pt x="10964" y="1008"/>
                  </a:cubicBezTo>
                  <a:cubicBezTo>
                    <a:pt x="10964" y="1197"/>
                    <a:pt x="10838" y="1355"/>
                    <a:pt x="10618" y="1355"/>
                  </a:cubicBezTo>
                  <a:lnTo>
                    <a:pt x="6050" y="1355"/>
                  </a:lnTo>
                  <a:cubicBezTo>
                    <a:pt x="6113" y="1260"/>
                    <a:pt x="6113" y="1134"/>
                    <a:pt x="6113" y="1008"/>
                  </a:cubicBezTo>
                  <a:cubicBezTo>
                    <a:pt x="6113" y="882"/>
                    <a:pt x="6050" y="788"/>
                    <a:pt x="6050" y="662"/>
                  </a:cubicBezTo>
                  <a:close/>
                  <a:moveTo>
                    <a:pt x="5105" y="662"/>
                  </a:moveTo>
                  <a:cubicBezTo>
                    <a:pt x="5294" y="662"/>
                    <a:pt x="5451" y="819"/>
                    <a:pt x="5451" y="1008"/>
                  </a:cubicBezTo>
                  <a:cubicBezTo>
                    <a:pt x="5451" y="1229"/>
                    <a:pt x="5294" y="1386"/>
                    <a:pt x="5105" y="1386"/>
                  </a:cubicBezTo>
                  <a:lnTo>
                    <a:pt x="1009" y="1386"/>
                  </a:lnTo>
                  <a:cubicBezTo>
                    <a:pt x="820" y="1355"/>
                    <a:pt x="662" y="1229"/>
                    <a:pt x="662" y="1008"/>
                  </a:cubicBezTo>
                  <a:cubicBezTo>
                    <a:pt x="662" y="819"/>
                    <a:pt x="820" y="662"/>
                    <a:pt x="1009" y="662"/>
                  </a:cubicBezTo>
                  <a:close/>
                  <a:moveTo>
                    <a:pt x="1009" y="0"/>
                  </a:moveTo>
                  <a:cubicBezTo>
                    <a:pt x="473" y="0"/>
                    <a:pt x="1" y="473"/>
                    <a:pt x="1" y="1008"/>
                  </a:cubicBezTo>
                  <a:cubicBezTo>
                    <a:pt x="1" y="1575"/>
                    <a:pt x="473" y="2048"/>
                    <a:pt x="1009" y="2048"/>
                  </a:cubicBezTo>
                  <a:lnTo>
                    <a:pt x="10618" y="2048"/>
                  </a:lnTo>
                  <a:cubicBezTo>
                    <a:pt x="11185" y="2048"/>
                    <a:pt x="11658" y="1575"/>
                    <a:pt x="11658" y="1008"/>
                  </a:cubicBezTo>
                  <a:cubicBezTo>
                    <a:pt x="11658" y="473"/>
                    <a:pt x="11217" y="0"/>
                    <a:pt x="10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772" name="Google Shape;15772;p87"/>
            <p:cNvSpPr/>
            <p:nvPr/>
          </p:nvSpPr>
          <p:spPr>
            <a:xfrm>
              <a:off x="-3035250" y="2103000"/>
              <a:ext cx="104000" cy="118500"/>
            </a:xfrm>
            <a:custGeom>
              <a:avLst/>
              <a:gdLst/>
              <a:ahLst/>
              <a:cxnLst/>
              <a:rect l="l" t="t" r="r" b="b"/>
              <a:pathLst>
                <a:path w="4160" h="4740" extrusionOk="0">
                  <a:moveTo>
                    <a:pt x="662" y="896"/>
                  </a:moveTo>
                  <a:lnTo>
                    <a:pt x="3056" y="2346"/>
                  </a:lnTo>
                  <a:lnTo>
                    <a:pt x="662" y="3826"/>
                  </a:lnTo>
                  <a:lnTo>
                    <a:pt x="662" y="896"/>
                  </a:lnTo>
                  <a:close/>
                  <a:moveTo>
                    <a:pt x="322" y="1"/>
                  </a:moveTo>
                  <a:cubicBezTo>
                    <a:pt x="144" y="1"/>
                    <a:pt x="0" y="131"/>
                    <a:pt x="0" y="298"/>
                  </a:cubicBezTo>
                  <a:lnTo>
                    <a:pt x="0" y="4425"/>
                  </a:lnTo>
                  <a:cubicBezTo>
                    <a:pt x="0" y="4607"/>
                    <a:pt x="132" y="4740"/>
                    <a:pt x="301" y="4740"/>
                  </a:cubicBezTo>
                  <a:cubicBezTo>
                    <a:pt x="365" y="4740"/>
                    <a:pt x="435" y="4720"/>
                    <a:pt x="504" y="4677"/>
                  </a:cubicBezTo>
                  <a:lnTo>
                    <a:pt x="3939" y="2629"/>
                  </a:lnTo>
                  <a:cubicBezTo>
                    <a:pt x="4159" y="2535"/>
                    <a:pt x="4159" y="2219"/>
                    <a:pt x="3939" y="2093"/>
                  </a:cubicBezTo>
                  <a:lnTo>
                    <a:pt x="504" y="46"/>
                  </a:lnTo>
                  <a:cubicBezTo>
                    <a:pt x="443" y="15"/>
                    <a:pt x="381" y="1"/>
                    <a:pt x="3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773" name="Google Shape;15773;p87"/>
          <p:cNvGrpSpPr/>
          <p:nvPr/>
        </p:nvGrpSpPr>
        <p:grpSpPr>
          <a:xfrm>
            <a:off x="6257840" y="2139926"/>
            <a:ext cx="420796" cy="421770"/>
            <a:chOff x="-3137650" y="2408950"/>
            <a:chExt cx="291450" cy="292125"/>
          </a:xfrm>
        </p:grpSpPr>
        <p:sp>
          <p:nvSpPr>
            <p:cNvPr id="15774" name="Google Shape;15774;p87"/>
            <p:cNvSpPr/>
            <p:nvPr/>
          </p:nvSpPr>
          <p:spPr>
            <a:xfrm>
              <a:off x="-3137650" y="2408950"/>
              <a:ext cx="291450" cy="292125"/>
            </a:xfrm>
            <a:custGeom>
              <a:avLst/>
              <a:gdLst/>
              <a:ahLst/>
              <a:cxnLst/>
              <a:rect l="l" t="t" r="r" b="b"/>
              <a:pathLst>
                <a:path w="11658" h="11685" extrusionOk="0">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775" name="Google Shape;15775;p87"/>
            <p:cNvSpPr/>
            <p:nvPr/>
          </p:nvSpPr>
          <p:spPr>
            <a:xfrm>
              <a:off x="-3104575" y="2442800"/>
              <a:ext cx="18150" cy="17350"/>
            </a:xfrm>
            <a:custGeom>
              <a:avLst/>
              <a:gdLst/>
              <a:ahLst/>
              <a:cxnLst/>
              <a:rect l="l" t="t" r="r" b="b"/>
              <a:pathLst>
                <a:path w="726" h="694" extrusionOk="0">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776" name="Google Shape;15776;p87"/>
            <p:cNvSpPr/>
            <p:nvPr/>
          </p:nvSpPr>
          <p:spPr>
            <a:xfrm>
              <a:off x="-3069900" y="24428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777" name="Google Shape;15777;p87"/>
            <p:cNvSpPr/>
            <p:nvPr/>
          </p:nvSpPr>
          <p:spPr>
            <a:xfrm>
              <a:off x="-3035250" y="24428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778" name="Google Shape;15778;p87"/>
            <p:cNvSpPr/>
            <p:nvPr/>
          </p:nvSpPr>
          <p:spPr>
            <a:xfrm>
              <a:off x="-3002175" y="2442800"/>
              <a:ext cx="120525" cy="17350"/>
            </a:xfrm>
            <a:custGeom>
              <a:avLst/>
              <a:gdLst/>
              <a:ahLst/>
              <a:cxnLst/>
              <a:rect l="l" t="t" r="r" b="b"/>
              <a:pathLst>
                <a:path w="4821" h="694" extrusionOk="0">
                  <a:moveTo>
                    <a:pt x="347" y="1"/>
                  </a:moveTo>
                  <a:cubicBezTo>
                    <a:pt x="158" y="1"/>
                    <a:pt x="1" y="158"/>
                    <a:pt x="1" y="347"/>
                  </a:cubicBezTo>
                  <a:cubicBezTo>
                    <a:pt x="32" y="536"/>
                    <a:pt x="190" y="694"/>
                    <a:pt x="347" y="694"/>
                  </a:cubicBezTo>
                  <a:lnTo>
                    <a:pt x="4443" y="694"/>
                  </a:lnTo>
                  <a:cubicBezTo>
                    <a:pt x="4663" y="694"/>
                    <a:pt x="4821" y="536"/>
                    <a:pt x="4821" y="347"/>
                  </a:cubicBezTo>
                  <a:cubicBezTo>
                    <a:pt x="4821" y="158"/>
                    <a:pt x="4663" y="1"/>
                    <a:pt x="44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779" name="Google Shape;15779;p87"/>
          <p:cNvGrpSpPr/>
          <p:nvPr/>
        </p:nvGrpSpPr>
        <p:grpSpPr>
          <a:xfrm>
            <a:off x="6269771" y="2685412"/>
            <a:ext cx="420796" cy="371887"/>
            <a:chOff x="-3137650" y="2787000"/>
            <a:chExt cx="291450" cy="257575"/>
          </a:xfrm>
        </p:grpSpPr>
        <p:sp>
          <p:nvSpPr>
            <p:cNvPr id="15780" name="Google Shape;15780;p87"/>
            <p:cNvSpPr/>
            <p:nvPr/>
          </p:nvSpPr>
          <p:spPr>
            <a:xfrm>
              <a:off x="-3137650" y="2787000"/>
              <a:ext cx="291450" cy="257575"/>
            </a:xfrm>
            <a:custGeom>
              <a:avLst/>
              <a:gdLst/>
              <a:ahLst/>
              <a:cxnLst/>
              <a:rect l="l" t="t" r="r" b="b"/>
              <a:pathLst>
                <a:path w="11658" h="10303" extrusionOk="0">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781" name="Google Shape;15781;p87"/>
            <p:cNvSpPr/>
            <p:nvPr/>
          </p:nvSpPr>
          <p:spPr>
            <a:xfrm>
              <a:off x="-3104575" y="2820875"/>
              <a:ext cx="18150" cy="17350"/>
            </a:xfrm>
            <a:custGeom>
              <a:avLst/>
              <a:gdLst/>
              <a:ahLst/>
              <a:cxnLst/>
              <a:rect l="l" t="t" r="r" b="b"/>
              <a:pathLst>
                <a:path w="726" h="694" extrusionOk="0">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782" name="Google Shape;15782;p87"/>
            <p:cNvSpPr/>
            <p:nvPr/>
          </p:nvSpPr>
          <p:spPr>
            <a:xfrm>
              <a:off x="-3069900" y="282087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783" name="Google Shape;15783;p87"/>
            <p:cNvSpPr/>
            <p:nvPr/>
          </p:nvSpPr>
          <p:spPr>
            <a:xfrm>
              <a:off x="-3035250" y="282087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784" name="Google Shape;15784;p87"/>
            <p:cNvSpPr/>
            <p:nvPr/>
          </p:nvSpPr>
          <p:spPr>
            <a:xfrm>
              <a:off x="-3002175" y="2820875"/>
              <a:ext cx="121325" cy="17350"/>
            </a:xfrm>
            <a:custGeom>
              <a:avLst/>
              <a:gdLst/>
              <a:ahLst/>
              <a:cxnLst/>
              <a:rect l="l" t="t" r="r" b="b"/>
              <a:pathLst>
                <a:path w="4853" h="694" extrusionOk="0">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785" name="Google Shape;15785;p87"/>
            <p:cNvSpPr/>
            <p:nvPr/>
          </p:nvSpPr>
          <p:spPr>
            <a:xfrm>
              <a:off x="-2948625" y="2907300"/>
              <a:ext cx="52025" cy="85300"/>
            </a:xfrm>
            <a:custGeom>
              <a:avLst/>
              <a:gdLst/>
              <a:ahLst/>
              <a:cxnLst/>
              <a:rect l="l" t="t" r="r" b="b"/>
              <a:pathLst>
                <a:path w="2081" h="3412" extrusionOk="0">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786" name="Google Shape;15786;p87"/>
            <p:cNvSpPr/>
            <p:nvPr/>
          </p:nvSpPr>
          <p:spPr>
            <a:xfrm>
              <a:off x="-3088025" y="2907300"/>
              <a:ext cx="53575" cy="85300"/>
            </a:xfrm>
            <a:custGeom>
              <a:avLst/>
              <a:gdLst/>
              <a:ahLst/>
              <a:cxnLst/>
              <a:rect l="l" t="t" r="r" b="b"/>
              <a:pathLst>
                <a:path w="2143" h="3412" extrusionOk="0">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787" name="Google Shape;15787;p87"/>
            <p:cNvSpPr/>
            <p:nvPr/>
          </p:nvSpPr>
          <p:spPr>
            <a:xfrm>
              <a:off x="-3019500" y="2888975"/>
              <a:ext cx="54375" cy="119400"/>
            </a:xfrm>
            <a:custGeom>
              <a:avLst/>
              <a:gdLst/>
              <a:ahLst/>
              <a:cxnLst/>
              <a:rect l="l" t="t" r="r" b="b"/>
              <a:pathLst>
                <a:path w="2175" h="4776" extrusionOk="0">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5788" name="Google Shape;15788;p87"/>
          <p:cNvSpPr/>
          <p:nvPr/>
        </p:nvSpPr>
        <p:spPr>
          <a:xfrm>
            <a:off x="1347632" y="3294616"/>
            <a:ext cx="420796" cy="295690"/>
          </a:xfrm>
          <a:custGeom>
            <a:avLst/>
            <a:gdLst/>
            <a:ahLst/>
            <a:cxnLst/>
            <a:rect l="l" t="t" r="r" b="b"/>
            <a:pathLst>
              <a:path w="11658" h="8192" extrusionOk="0">
                <a:moveTo>
                  <a:pt x="10429" y="662"/>
                </a:moveTo>
                <a:cubicBezTo>
                  <a:pt x="10114" y="1008"/>
                  <a:pt x="6207" y="4915"/>
                  <a:pt x="6081" y="5072"/>
                </a:cubicBezTo>
                <a:cubicBezTo>
                  <a:pt x="6018" y="5135"/>
                  <a:pt x="5916" y="5167"/>
                  <a:pt x="5813" y="5167"/>
                </a:cubicBezTo>
                <a:cubicBezTo>
                  <a:pt x="5711" y="5167"/>
                  <a:pt x="5608" y="5135"/>
                  <a:pt x="5545" y="5072"/>
                </a:cubicBezTo>
                <a:lnTo>
                  <a:pt x="1135" y="662"/>
                </a:lnTo>
                <a:close/>
                <a:moveTo>
                  <a:pt x="662" y="1134"/>
                </a:moveTo>
                <a:lnTo>
                  <a:pt x="3624" y="4096"/>
                </a:lnTo>
                <a:lnTo>
                  <a:pt x="662" y="7057"/>
                </a:lnTo>
                <a:lnTo>
                  <a:pt x="662" y="1134"/>
                </a:lnTo>
                <a:close/>
                <a:moveTo>
                  <a:pt x="10996" y="1134"/>
                </a:moveTo>
                <a:lnTo>
                  <a:pt x="10996" y="7057"/>
                </a:lnTo>
                <a:lnTo>
                  <a:pt x="8034" y="4096"/>
                </a:lnTo>
                <a:lnTo>
                  <a:pt x="10996" y="1134"/>
                </a:lnTo>
                <a:close/>
                <a:moveTo>
                  <a:pt x="7562" y="4568"/>
                </a:moveTo>
                <a:lnTo>
                  <a:pt x="10492" y="7530"/>
                </a:lnTo>
                <a:lnTo>
                  <a:pt x="1198" y="7530"/>
                </a:lnTo>
                <a:lnTo>
                  <a:pt x="4096" y="4568"/>
                </a:lnTo>
                <a:lnTo>
                  <a:pt x="5073" y="5545"/>
                </a:lnTo>
                <a:cubicBezTo>
                  <a:pt x="5278" y="5750"/>
                  <a:pt x="5553" y="5852"/>
                  <a:pt x="5829" y="5852"/>
                </a:cubicBezTo>
                <a:cubicBezTo>
                  <a:pt x="6105" y="5852"/>
                  <a:pt x="6380" y="5750"/>
                  <a:pt x="6585" y="5545"/>
                </a:cubicBezTo>
                <a:lnTo>
                  <a:pt x="7562" y="4568"/>
                </a:lnTo>
                <a:close/>
                <a:moveTo>
                  <a:pt x="1009" y="0"/>
                </a:moveTo>
                <a:cubicBezTo>
                  <a:pt x="473" y="0"/>
                  <a:pt x="1" y="473"/>
                  <a:pt x="1" y="1008"/>
                </a:cubicBezTo>
                <a:lnTo>
                  <a:pt x="1" y="7152"/>
                </a:lnTo>
                <a:cubicBezTo>
                  <a:pt x="1" y="7719"/>
                  <a:pt x="473" y="8191"/>
                  <a:pt x="1009" y="8191"/>
                </a:cubicBezTo>
                <a:lnTo>
                  <a:pt x="10618" y="8191"/>
                </a:lnTo>
                <a:cubicBezTo>
                  <a:pt x="11185" y="8191"/>
                  <a:pt x="11657" y="7719"/>
                  <a:pt x="11657" y="7152"/>
                </a:cubicBezTo>
                <a:lnTo>
                  <a:pt x="11657" y="1008"/>
                </a:lnTo>
                <a:cubicBezTo>
                  <a:pt x="11657" y="441"/>
                  <a:pt x="11185" y="0"/>
                  <a:pt x="10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789" name="Google Shape;15789;p87"/>
          <p:cNvSpPr/>
          <p:nvPr/>
        </p:nvSpPr>
        <p:spPr>
          <a:xfrm>
            <a:off x="1376423" y="1630482"/>
            <a:ext cx="421914" cy="422095"/>
          </a:xfrm>
          <a:custGeom>
            <a:avLst/>
            <a:gdLst/>
            <a:ahLst/>
            <a:cxnLst/>
            <a:rect l="l" t="t" r="r" b="b"/>
            <a:pathLst>
              <a:path w="11689" h="11694" extrusionOk="0">
                <a:moveTo>
                  <a:pt x="5829" y="2048"/>
                </a:moveTo>
                <a:cubicBezTo>
                  <a:pt x="6018" y="2048"/>
                  <a:pt x="6175" y="2206"/>
                  <a:pt x="6175" y="2395"/>
                </a:cubicBezTo>
                <a:cubicBezTo>
                  <a:pt x="6175" y="2615"/>
                  <a:pt x="6018" y="2804"/>
                  <a:pt x="5829" y="2804"/>
                </a:cubicBezTo>
                <a:cubicBezTo>
                  <a:pt x="5640" y="2804"/>
                  <a:pt x="5482" y="2615"/>
                  <a:pt x="5482" y="2395"/>
                </a:cubicBezTo>
                <a:cubicBezTo>
                  <a:pt x="5482" y="2206"/>
                  <a:pt x="5640" y="2048"/>
                  <a:pt x="5829" y="2048"/>
                </a:cubicBezTo>
                <a:close/>
                <a:moveTo>
                  <a:pt x="5829" y="725"/>
                </a:moveTo>
                <a:cubicBezTo>
                  <a:pt x="6774" y="725"/>
                  <a:pt x="7530" y="1449"/>
                  <a:pt x="7530" y="2395"/>
                </a:cubicBezTo>
                <a:cubicBezTo>
                  <a:pt x="7530" y="2521"/>
                  <a:pt x="7530" y="2678"/>
                  <a:pt x="7467" y="2804"/>
                </a:cubicBezTo>
                <a:lnTo>
                  <a:pt x="6774" y="2804"/>
                </a:lnTo>
                <a:cubicBezTo>
                  <a:pt x="6806" y="2678"/>
                  <a:pt x="6837" y="2552"/>
                  <a:pt x="6837" y="2395"/>
                </a:cubicBezTo>
                <a:cubicBezTo>
                  <a:pt x="6837" y="1859"/>
                  <a:pt x="6364" y="1386"/>
                  <a:pt x="5829" y="1386"/>
                </a:cubicBezTo>
                <a:cubicBezTo>
                  <a:pt x="5262" y="1386"/>
                  <a:pt x="4789" y="1859"/>
                  <a:pt x="4789" y="2395"/>
                </a:cubicBezTo>
                <a:cubicBezTo>
                  <a:pt x="4789" y="2521"/>
                  <a:pt x="4852" y="2678"/>
                  <a:pt x="4884" y="2804"/>
                </a:cubicBezTo>
                <a:lnTo>
                  <a:pt x="4159" y="2804"/>
                </a:lnTo>
                <a:cubicBezTo>
                  <a:pt x="4128" y="2678"/>
                  <a:pt x="4128" y="2521"/>
                  <a:pt x="4128" y="2395"/>
                </a:cubicBezTo>
                <a:cubicBezTo>
                  <a:pt x="4128" y="1449"/>
                  <a:pt x="4884" y="725"/>
                  <a:pt x="5829" y="725"/>
                </a:cubicBezTo>
                <a:close/>
                <a:moveTo>
                  <a:pt x="10681" y="3466"/>
                </a:moveTo>
                <a:cubicBezTo>
                  <a:pt x="10870" y="3466"/>
                  <a:pt x="11027" y="3623"/>
                  <a:pt x="11027" y="3812"/>
                </a:cubicBezTo>
                <a:cubicBezTo>
                  <a:pt x="11027" y="4033"/>
                  <a:pt x="10870" y="4190"/>
                  <a:pt x="10681" y="4190"/>
                </a:cubicBezTo>
                <a:lnTo>
                  <a:pt x="1009" y="4190"/>
                </a:lnTo>
                <a:cubicBezTo>
                  <a:pt x="820" y="4190"/>
                  <a:pt x="662" y="4033"/>
                  <a:pt x="662" y="3812"/>
                </a:cubicBezTo>
                <a:cubicBezTo>
                  <a:pt x="662" y="3623"/>
                  <a:pt x="851" y="3466"/>
                  <a:pt x="1009" y="3466"/>
                </a:cubicBezTo>
                <a:close/>
                <a:moveTo>
                  <a:pt x="9799" y="4852"/>
                </a:moveTo>
                <a:lnTo>
                  <a:pt x="7058" y="7593"/>
                </a:lnTo>
                <a:lnTo>
                  <a:pt x="4600" y="7593"/>
                </a:lnTo>
                <a:lnTo>
                  <a:pt x="1859" y="4852"/>
                </a:lnTo>
                <a:close/>
                <a:moveTo>
                  <a:pt x="6869" y="8255"/>
                </a:moveTo>
                <a:lnTo>
                  <a:pt x="6869" y="9767"/>
                </a:lnTo>
                <a:lnTo>
                  <a:pt x="4789" y="10775"/>
                </a:lnTo>
                <a:lnTo>
                  <a:pt x="4789" y="8255"/>
                </a:lnTo>
                <a:close/>
                <a:moveTo>
                  <a:pt x="5829" y="0"/>
                </a:moveTo>
                <a:cubicBezTo>
                  <a:pt x="4474" y="0"/>
                  <a:pt x="3435" y="1071"/>
                  <a:pt x="3435" y="2395"/>
                </a:cubicBezTo>
                <a:cubicBezTo>
                  <a:pt x="3435" y="2521"/>
                  <a:pt x="3435" y="2678"/>
                  <a:pt x="3466" y="2804"/>
                </a:cubicBezTo>
                <a:lnTo>
                  <a:pt x="1009" y="2804"/>
                </a:lnTo>
                <a:cubicBezTo>
                  <a:pt x="473" y="2804"/>
                  <a:pt x="0" y="3277"/>
                  <a:pt x="0" y="3812"/>
                </a:cubicBezTo>
                <a:cubicBezTo>
                  <a:pt x="0" y="4348"/>
                  <a:pt x="379" y="4757"/>
                  <a:pt x="851" y="4852"/>
                </a:cubicBezTo>
                <a:lnTo>
                  <a:pt x="4096" y="8065"/>
                </a:lnTo>
                <a:lnTo>
                  <a:pt x="4096" y="11342"/>
                </a:lnTo>
                <a:cubicBezTo>
                  <a:pt x="4096" y="11518"/>
                  <a:pt x="4277" y="11694"/>
                  <a:pt x="4462" y="11694"/>
                </a:cubicBezTo>
                <a:cubicBezTo>
                  <a:pt x="4508" y="11694"/>
                  <a:pt x="4556" y="11683"/>
                  <a:pt x="4600" y="11657"/>
                </a:cubicBezTo>
                <a:lnTo>
                  <a:pt x="7373" y="10271"/>
                </a:lnTo>
                <a:cubicBezTo>
                  <a:pt x="7467" y="10239"/>
                  <a:pt x="7562" y="10113"/>
                  <a:pt x="7562" y="9956"/>
                </a:cubicBezTo>
                <a:lnTo>
                  <a:pt x="7562" y="8034"/>
                </a:lnTo>
                <a:lnTo>
                  <a:pt x="10838" y="4820"/>
                </a:lnTo>
                <a:cubicBezTo>
                  <a:pt x="11311" y="4757"/>
                  <a:pt x="11689" y="4348"/>
                  <a:pt x="11689" y="3812"/>
                </a:cubicBezTo>
                <a:cubicBezTo>
                  <a:pt x="11689" y="3277"/>
                  <a:pt x="11216" y="2804"/>
                  <a:pt x="10681" y="2804"/>
                </a:cubicBezTo>
                <a:lnTo>
                  <a:pt x="8192" y="2804"/>
                </a:lnTo>
                <a:cubicBezTo>
                  <a:pt x="8192" y="2678"/>
                  <a:pt x="8223" y="2521"/>
                  <a:pt x="8223" y="2395"/>
                </a:cubicBezTo>
                <a:cubicBezTo>
                  <a:pt x="8223" y="1071"/>
                  <a:pt x="7152"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790" name="Google Shape;15790;p87"/>
          <p:cNvSpPr/>
          <p:nvPr/>
        </p:nvSpPr>
        <p:spPr>
          <a:xfrm>
            <a:off x="1374708" y="2139274"/>
            <a:ext cx="425343" cy="422781"/>
          </a:xfrm>
          <a:custGeom>
            <a:avLst/>
            <a:gdLst/>
            <a:ahLst/>
            <a:cxnLst/>
            <a:rect l="l" t="t" r="r" b="b"/>
            <a:pathLst>
              <a:path w="11784" h="11713" extrusionOk="0">
                <a:moveTo>
                  <a:pt x="5136" y="4128"/>
                </a:moveTo>
                <a:cubicBezTo>
                  <a:pt x="5671" y="4128"/>
                  <a:pt x="6112" y="4569"/>
                  <a:pt x="6144" y="5136"/>
                </a:cubicBezTo>
                <a:lnTo>
                  <a:pt x="5230" y="4853"/>
                </a:lnTo>
                <a:cubicBezTo>
                  <a:pt x="5198" y="4839"/>
                  <a:pt x="5165" y="4832"/>
                  <a:pt x="5131" y="4832"/>
                </a:cubicBezTo>
                <a:cubicBezTo>
                  <a:pt x="4934" y="4832"/>
                  <a:pt x="4735" y="5052"/>
                  <a:pt x="4789" y="5294"/>
                </a:cubicBezTo>
                <a:lnTo>
                  <a:pt x="5073" y="6239"/>
                </a:lnTo>
                <a:cubicBezTo>
                  <a:pt x="4537" y="6176"/>
                  <a:pt x="4096" y="5703"/>
                  <a:pt x="4096" y="5168"/>
                </a:cubicBezTo>
                <a:cubicBezTo>
                  <a:pt x="4096" y="4601"/>
                  <a:pt x="4569" y="4128"/>
                  <a:pt x="5136" y="4128"/>
                </a:cubicBezTo>
                <a:close/>
                <a:moveTo>
                  <a:pt x="5199" y="2364"/>
                </a:moveTo>
                <a:cubicBezTo>
                  <a:pt x="6680" y="2364"/>
                  <a:pt x="7940" y="3592"/>
                  <a:pt x="7940" y="5136"/>
                </a:cubicBezTo>
                <a:cubicBezTo>
                  <a:pt x="7940" y="5294"/>
                  <a:pt x="7940" y="5388"/>
                  <a:pt x="7908" y="5546"/>
                </a:cubicBezTo>
                <a:lnTo>
                  <a:pt x="6932" y="5294"/>
                </a:lnTo>
                <a:lnTo>
                  <a:pt x="6932" y="5136"/>
                </a:lnTo>
                <a:cubicBezTo>
                  <a:pt x="6806" y="4223"/>
                  <a:pt x="6049" y="3466"/>
                  <a:pt x="5104" y="3466"/>
                </a:cubicBezTo>
                <a:cubicBezTo>
                  <a:pt x="4159" y="3466"/>
                  <a:pt x="3435" y="4223"/>
                  <a:pt x="3435" y="5168"/>
                </a:cubicBezTo>
                <a:cubicBezTo>
                  <a:pt x="3435" y="5609"/>
                  <a:pt x="3624" y="6081"/>
                  <a:pt x="3939" y="6396"/>
                </a:cubicBezTo>
                <a:cubicBezTo>
                  <a:pt x="4254" y="6743"/>
                  <a:pt x="4695" y="6900"/>
                  <a:pt x="5167" y="6900"/>
                </a:cubicBezTo>
                <a:lnTo>
                  <a:pt x="5325" y="6900"/>
                </a:lnTo>
                <a:lnTo>
                  <a:pt x="5577" y="7877"/>
                </a:lnTo>
                <a:cubicBezTo>
                  <a:pt x="5482" y="7909"/>
                  <a:pt x="5325" y="7909"/>
                  <a:pt x="5199" y="7909"/>
                </a:cubicBezTo>
                <a:cubicBezTo>
                  <a:pt x="3687" y="7909"/>
                  <a:pt x="2426" y="6648"/>
                  <a:pt x="2426" y="5136"/>
                </a:cubicBezTo>
                <a:cubicBezTo>
                  <a:pt x="2426" y="3624"/>
                  <a:pt x="3655" y="2364"/>
                  <a:pt x="5199" y="2364"/>
                </a:cubicBezTo>
                <a:close/>
                <a:moveTo>
                  <a:pt x="5167" y="726"/>
                </a:moveTo>
                <a:cubicBezTo>
                  <a:pt x="7940" y="726"/>
                  <a:pt x="10051" y="3277"/>
                  <a:pt x="9515" y="6018"/>
                </a:cubicBezTo>
                <a:lnTo>
                  <a:pt x="8507" y="5766"/>
                </a:lnTo>
                <a:cubicBezTo>
                  <a:pt x="8538" y="5546"/>
                  <a:pt x="8538" y="5357"/>
                  <a:pt x="8538" y="5136"/>
                </a:cubicBezTo>
                <a:cubicBezTo>
                  <a:pt x="8538" y="3246"/>
                  <a:pt x="7026" y="1702"/>
                  <a:pt x="5104" y="1702"/>
                </a:cubicBezTo>
                <a:cubicBezTo>
                  <a:pt x="3214" y="1702"/>
                  <a:pt x="1702" y="3246"/>
                  <a:pt x="1702" y="5136"/>
                </a:cubicBezTo>
                <a:cubicBezTo>
                  <a:pt x="1702" y="7027"/>
                  <a:pt x="3214" y="8602"/>
                  <a:pt x="5104" y="8602"/>
                </a:cubicBezTo>
                <a:cubicBezTo>
                  <a:pt x="5325" y="8602"/>
                  <a:pt x="5514" y="8602"/>
                  <a:pt x="5703" y="8539"/>
                </a:cubicBezTo>
                <a:lnTo>
                  <a:pt x="5986" y="9578"/>
                </a:lnTo>
                <a:cubicBezTo>
                  <a:pt x="5695" y="9636"/>
                  <a:pt x="5405" y="9664"/>
                  <a:pt x="5119" y="9664"/>
                </a:cubicBezTo>
                <a:cubicBezTo>
                  <a:pt x="2751" y="9664"/>
                  <a:pt x="694" y="7758"/>
                  <a:pt x="694" y="5199"/>
                </a:cubicBezTo>
                <a:cubicBezTo>
                  <a:pt x="694" y="2679"/>
                  <a:pt x="2773" y="726"/>
                  <a:pt x="5167" y="726"/>
                </a:cubicBezTo>
                <a:close/>
                <a:moveTo>
                  <a:pt x="5671" y="5672"/>
                </a:moveTo>
                <a:lnTo>
                  <a:pt x="5671" y="5672"/>
                </a:lnTo>
                <a:cubicBezTo>
                  <a:pt x="10240" y="6964"/>
                  <a:pt x="9578" y="6774"/>
                  <a:pt x="9704" y="6806"/>
                </a:cubicBezTo>
                <a:lnTo>
                  <a:pt x="8853" y="7373"/>
                </a:lnTo>
                <a:cubicBezTo>
                  <a:pt x="8664" y="7499"/>
                  <a:pt x="8664" y="7751"/>
                  <a:pt x="8822" y="7877"/>
                </a:cubicBezTo>
                <a:lnTo>
                  <a:pt x="10964" y="9956"/>
                </a:lnTo>
                <a:cubicBezTo>
                  <a:pt x="11027" y="10114"/>
                  <a:pt x="11027" y="10335"/>
                  <a:pt x="10901" y="10492"/>
                </a:cubicBezTo>
                <a:lnTo>
                  <a:pt x="10429" y="10965"/>
                </a:lnTo>
                <a:cubicBezTo>
                  <a:pt x="10366" y="11012"/>
                  <a:pt x="10279" y="11035"/>
                  <a:pt x="10192" y="11035"/>
                </a:cubicBezTo>
                <a:cubicBezTo>
                  <a:pt x="10106" y="11035"/>
                  <a:pt x="10019" y="11012"/>
                  <a:pt x="9956" y="10965"/>
                </a:cubicBezTo>
                <a:lnTo>
                  <a:pt x="7845" y="8854"/>
                </a:lnTo>
                <a:cubicBezTo>
                  <a:pt x="7777" y="8786"/>
                  <a:pt x="7691" y="8753"/>
                  <a:pt x="7606" y="8753"/>
                </a:cubicBezTo>
                <a:cubicBezTo>
                  <a:pt x="7493" y="8753"/>
                  <a:pt x="7381" y="8809"/>
                  <a:pt x="7310" y="8917"/>
                </a:cubicBezTo>
                <a:cubicBezTo>
                  <a:pt x="7247" y="8980"/>
                  <a:pt x="6806" y="9641"/>
                  <a:pt x="6774" y="9736"/>
                </a:cubicBezTo>
                <a:cubicBezTo>
                  <a:pt x="6680" y="9484"/>
                  <a:pt x="5703" y="5861"/>
                  <a:pt x="5671" y="5672"/>
                </a:cubicBezTo>
                <a:close/>
                <a:moveTo>
                  <a:pt x="5104" y="1"/>
                </a:moveTo>
                <a:cubicBezTo>
                  <a:pt x="2363" y="1"/>
                  <a:pt x="0" y="2238"/>
                  <a:pt x="0" y="5168"/>
                </a:cubicBezTo>
                <a:cubicBezTo>
                  <a:pt x="0" y="8066"/>
                  <a:pt x="2332" y="10303"/>
                  <a:pt x="5104" y="10303"/>
                </a:cubicBezTo>
                <a:cubicBezTo>
                  <a:pt x="5482" y="10303"/>
                  <a:pt x="5797" y="10272"/>
                  <a:pt x="6144" y="10208"/>
                </a:cubicBezTo>
                <a:lnTo>
                  <a:pt x="6270" y="10587"/>
                </a:lnTo>
                <a:cubicBezTo>
                  <a:pt x="6307" y="10755"/>
                  <a:pt x="6444" y="10845"/>
                  <a:pt x="6596" y="10845"/>
                </a:cubicBezTo>
                <a:cubicBezTo>
                  <a:pt x="6700" y="10845"/>
                  <a:pt x="6810" y="10802"/>
                  <a:pt x="6900" y="10713"/>
                </a:cubicBezTo>
                <a:lnTo>
                  <a:pt x="7625" y="9610"/>
                </a:lnTo>
                <a:lnTo>
                  <a:pt x="9483" y="11406"/>
                </a:lnTo>
                <a:cubicBezTo>
                  <a:pt x="9688" y="11610"/>
                  <a:pt x="9956" y="11713"/>
                  <a:pt x="10220" y="11713"/>
                </a:cubicBezTo>
                <a:cubicBezTo>
                  <a:pt x="10484" y="11713"/>
                  <a:pt x="10744" y="11610"/>
                  <a:pt x="10933" y="11406"/>
                </a:cubicBezTo>
                <a:lnTo>
                  <a:pt x="11405" y="10933"/>
                </a:lnTo>
                <a:cubicBezTo>
                  <a:pt x="11783" y="10555"/>
                  <a:pt x="11783" y="9893"/>
                  <a:pt x="11374" y="9484"/>
                </a:cubicBezTo>
                <a:lnTo>
                  <a:pt x="9515" y="7720"/>
                </a:lnTo>
                <a:lnTo>
                  <a:pt x="10618" y="6964"/>
                </a:lnTo>
                <a:cubicBezTo>
                  <a:pt x="10870" y="6806"/>
                  <a:pt x="10838" y="6428"/>
                  <a:pt x="10555" y="6333"/>
                </a:cubicBezTo>
                <a:lnTo>
                  <a:pt x="10145" y="6239"/>
                </a:lnTo>
                <a:cubicBezTo>
                  <a:pt x="10303" y="5483"/>
                  <a:pt x="10271" y="4695"/>
                  <a:pt x="10082" y="3908"/>
                </a:cubicBezTo>
                <a:cubicBezTo>
                  <a:pt x="9483" y="1576"/>
                  <a:pt x="7436" y="1"/>
                  <a:pt x="51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5791" name="Google Shape;15791;p87"/>
          <p:cNvGrpSpPr/>
          <p:nvPr/>
        </p:nvGrpSpPr>
        <p:grpSpPr>
          <a:xfrm>
            <a:off x="1387948" y="2660397"/>
            <a:ext cx="421914" cy="421914"/>
            <a:chOff x="-6354300" y="2757075"/>
            <a:chExt cx="292225" cy="292225"/>
          </a:xfrm>
        </p:grpSpPr>
        <p:sp>
          <p:nvSpPr>
            <p:cNvPr id="15792" name="Google Shape;15792;p87"/>
            <p:cNvSpPr/>
            <p:nvPr/>
          </p:nvSpPr>
          <p:spPr>
            <a:xfrm>
              <a:off x="-6354300" y="2757075"/>
              <a:ext cx="292225" cy="292225"/>
            </a:xfrm>
            <a:custGeom>
              <a:avLst/>
              <a:gdLst/>
              <a:ahLst/>
              <a:cxnLst/>
              <a:rect l="l" t="t" r="r" b="b"/>
              <a:pathLst>
                <a:path w="11689" h="11689" extrusionOk="0">
                  <a:moveTo>
                    <a:pt x="10681" y="4159"/>
                  </a:moveTo>
                  <a:cubicBezTo>
                    <a:pt x="10870" y="4159"/>
                    <a:pt x="11027" y="4316"/>
                    <a:pt x="11027" y="4505"/>
                  </a:cubicBezTo>
                  <a:lnTo>
                    <a:pt x="11027" y="4915"/>
                  </a:lnTo>
                  <a:cubicBezTo>
                    <a:pt x="10901" y="4883"/>
                    <a:pt x="10775" y="4883"/>
                    <a:pt x="10681" y="4883"/>
                  </a:cubicBezTo>
                  <a:lnTo>
                    <a:pt x="9609" y="4883"/>
                  </a:lnTo>
                  <a:lnTo>
                    <a:pt x="9609" y="4190"/>
                  </a:lnTo>
                  <a:lnTo>
                    <a:pt x="10681" y="4190"/>
                  </a:lnTo>
                  <a:lnTo>
                    <a:pt x="10681" y="4159"/>
                  </a:lnTo>
                  <a:close/>
                  <a:moveTo>
                    <a:pt x="2048" y="2773"/>
                  </a:moveTo>
                  <a:lnTo>
                    <a:pt x="2048" y="6207"/>
                  </a:lnTo>
                  <a:lnTo>
                    <a:pt x="662" y="6207"/>
                  </a:lnTo>
                  <a:lnTo>
                    <a:pt x="662" y="3151"/>
                  </a:lnTo>
                  <a:cubicBezTo>
                    <a:pt x="694" y="2930"/>
                    <a:pt x="851" y="2773"/>
                    <a:pt x="1009" y="2773"/>
                  </a:cubicBezTo>
                  <a:close/>
                  <a:moveTo>
                    <a:pt x="8885" y="693"/>
                  </a:moveTo>
                  <a:lnTo>
                    <a:pt x="8885" y="4883"/>
                  </a:lnTo>
                  <a:cubicBezTo>
                    <a:pt x="8538" y="4915"/>
                    <a:pt x="8223" y="5104"/>
                    <a:pt x="8066" y="5419"/>
                  </a:cubicBezTo>
                  <a:lnTo>
                    <a:pt x="7751" y="6049"/>
                  </a:lnTo>
                  <a:cubicBezTo>
                    <a:pt x="7719" y="6175"/>
                    <a:pt x="7593" y="6238"/>
                    <a:pt x="7436" y="6238"/>
                  </a:cubicBezTo>
                  <a:lnTo>
                    <a:pt x="2710" y="6238"/>
                  </a:lnTo>
                  <a:lnTo>
                    <a:pt x="2710" y="693"/>
                  </a:lnTo>
                  <a:close/>
                  <a:moveTo>
                    <a:pt x="10681" y="5513"/>
                  </a:moveTo>
                  <a:cubicBezTo>
                    <a:pt x="10870" y="5513"/>
                    <a:pt x="11027" y="5671"/>
                    <a:pt x="11027" y="5860"/>
                  </a:cubicBezTo>
                  <a:lnTo>
                    <a:pt x="11027" y="10649"/>
                  </a:lnTo>
                  <a:cubicBezTo>
                    <a:pt x="11027" y="10869"/>
                    <a:pt x="10870" y="11027"/>
                    <a:pt x="10681" y="11027"/>
                  </a:cubicBezTo>
                  <a:lnTo>
                    <a:pt x="1009" y="11027"/>
                  </a:lnTo>
                  <a:cubicBezTo>
                    <a:pt x="820" y="11027"/>
                    <a:pt x="662" y="10869"/>
                    <a:pt x="662" y="10649"/>
                  </a:cubicBezTo>
                  <a:lnTo>
                    <a:pt x="662" y="6868"/>
                  </a:lnTo>
                  <a:lnTo>
                    <a:pt x="7436" y="6868"/>
                  </a:lnTo>
                  <a:cubicBezTo>
                    <a:pt x="7845" y="6868"/>
                    <a:pt x="8192" y="6648"/>
                    <a:pt x="8349" y="6333"/>
                  </a:cubicBezTo>
                  <a:lnTo>
                    <a:pt x="8664" y="5703"/>
                  </a:lnTo>
                  <a:cubicBezTo>
                    <a:pt x="8696" y="5576"/>
                    <a:pt x="8822" y="5513"/>
                    <a:pt x="8979" y="5513"/>
                  </a:cubicBezTo>
                  <a:close/>
                  <a:moveTo>
                    <a:pt x="2395" y="0"/>
                  </a:moveTo>
                  <a:cubicBezTo>
                    <a:pt x="2206" y="0"/>
                    <a:pt x="2048" y="158"/>
                    <a:pt x="2048" y="347"/>
                  </a:cubicBezTo>
                  <a:lnTo>
                    <a:pt x="2048" y="2111"/>
                  </a:lnTo>
                  <a:lnTo>
                    <a:pt x="1009" y="2111"/>
                  </a:lnTo>
                  <a:cubicBezTo>
                    <a:pt x="473" y="2111"/>
                    <a:pt x="0" y="2584"/>
                    <a:pt x="0" y="3151"/>
                  </a:cubicBezTo>
                  <a:lnTo>
                    <a:pt x="0" y="10649"/>
                  </a:lnTo>
                  <a:cubicBezTo>
                    <a:pt x="0" y="11216"/>
                    <a:pt x="473" y="11688"/>
                    <a:pt x="1009" y="11688"/>
                  </a:cubicBezTo>
                  <a:lnTo>
                    <a:pt x="10618" y="11688"/>
                  </a:lnTo>
                  <a:cubicBezTo>
                    <a:pt x="11185" y="11688"/>
                    <a:pt x="11657" y="11216"/>
                    <a:pt x="11657" y="10649"/>
                  </a:cubicBezTo>
                  <a:lnTo>
                    <a:pt x="11657" y="4505"/>
                  </a:lnTo>
                  <a:cubicBezTo>
                    <a:pt x="11689" y="3938"/>
                    <a:pt x="11216" y="3466"/>
                    <a:pt x="10681" y="3466"/>
                  </a:cubicBezTo>
                  <a:lnTo>
                    <a:pt x="9609" y="3466"/>
                  </a:lnTo>
                  <a:lnTo>
                    <a:pt x="9609" y="347"/>
                  </a:lnTo>
                  <a:cubicBezTo>
                    <a:pt x="9609" y="158"/>
                    <a:pt x="9452" y="0"/>
                    <a:pt x="92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793" name="Google Shape;15793;p87"/>
            <p:cNvSpPr/>
            <p:nvPr/>
          </p:nvSpPr>
          <p:spPr>
            <a:xfrm>
              <a:off x="-6268450" y="2790150"/>
              <a:ext cx="119750" cy="18125"/>
            </a:xfrm>
            <a:custGeom>
              <a:avLst/>
              <a:gdLst/>
              <a:ahLst/>
              <a:cxnLst/>
              <a:rect l="l" t="t" r="r" b="b"/>
              <a:pathLst>
                <a:path w="4790" h="725" extrusionOk="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794" name="Google Shape;15794;p87"/>
            <p:cNvSpPr/>
            <p:nvPr/>
          </p:nvSpPr>
          <p:spPr>
            <a:xfrm>
              <a:off x="-6268450" y="2825600"/>
              <a:ext cx="119750" cy="18125"/>
            </a:xfrm>
            <a:custGeom>
              <a:avLst/>
              <a:gdLst/>
              <a:ahLst/>
              <a:cxnLst/>
              <a:rect l="l" t="t" r="r" b="b"/>
              <a:pathLst>
                <a:path w="4790" h="725" extrusionOk="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795" name="Google Shape;15795;p87"/>
            <p:cNvSpPr/>
            <p:nvPr/>
          </p:nvSpPr>
          <p:spPr>
            <a:xfrm>
              <a:off x="-6268450" y="2860250"/>
              <a:ext cx="119750" cy="17350"/>
            </a:xfrm>
            <a:custGeom>
              <a:avLst/>
              <a:gdLst/>
              <a:ahLst/>
              <a:cxnLst/>
              <a:rect l="l" t="t" r="r" b="b"/>
              <a:pathLst>
                <a:path w="4790" h="694" extrusionOk="0">
                  <a:moveTo>
                    <a:pt x="347" y="0"/>
                  </a:moveTo>
                  <a:cubicBezTo>
                    <a:pt x="158" y="0"/>
                    <a:pt x="1" y="158"/>
                    <a:pt x="1" y="347"/>
                  </a:cubicBezTo>
                  <a:cubicBezTo>
                    <a:pt x="1" y="536"/>
                    <a:pt x="158" y="693"/>
                    <a:pt x="347" y="693"/>
                  </a:cubicBezTo>
                  <a:lnTo>
                    <a:pt x="4443" y="693"/>
                  </a:lnTo>
                  <a:cubicBezTo>
                    <a:pt x="4632" y="693"/>
                    <a:pt x="4789" y="536"/>
                    <a:pt x="4789" y="347"/>
                  </a:cubicBezTo>
                  <a:cubicBezTo>
                    <a:pt x="4789" y="158"/>
                    <a:pt x="4632"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796" name="Google Shape;15796;p87"/>
          <p:cNvGrpSpPr/>
          <p:nvPr/>
        </p:nvGrpSpPr>
        <p:grpSpPr>
          <a:xfrm>
            <a:off x="4081951" y="1629560"/>
            <a:ext cx="424188" cy="424188"/>
            <a:chOff x="-4573475" y="2045850"/>
            <a:chExt cx="293800" cy="293800"/>
          </a:xfrm>
        </p:grpSpPr>
        <p:sp>
          <p:nvSpPr>
            <p:cNvPr id="15797" name="Google Shape;15797;p87"/>
            <p:cNvSpPr/>
            <p:nvPr/>
          </p:nvSpPr>
          <p:spPr>
            <a:xfrm>
              <a:off x="-4573475" y="2045850"/>
              <a:ext cx="293800" cy="293800"/>
            </a:xfrm>
            <a:custGeom>
              <a:avLst/>
              <a:gdLst/>
              <a:ahLst/>
              <a:cxnLst/>
              <a:rect l="l" t="t" r="r" b="b"/>
              <a:pathLst>
                <a:path w="11752" h="11752" extrusionOk="0">
                  <a:moveTo>
                    <a:pt x="6333" y="756"/>
                  </a:moveTo>
                  <a:lnTo>
                    <a:pt x="6459" y="1292"/>
                  </a:lnTo>
                  <a:cubicBezTo>
                    <a:pt x="6490" y="1418"/>
                    <a:pt x="6585" y="1544"/>
                    <a:pt x="6742" y="1576"/>
                  </a:cubicBezTo>
                  <a:cubicBezTo>
                    <a:pt x="7372" y="1702"/>
                    <a:pt x="7908" y="1922"/>
                    <a:pt x="8444" y="2300"/>
                  </a:cubicBezTo>
                  <a:cubicBezTo>
                    <a:pt x="8491" y="2332"/>
                    <a:pt x="8546" y="2347"/>
                    <a:pt x="8605" y="2347"/>
                  </a:cubicBezTo>
                  <a:cubicBezTo>
                    <a:pt x="8664" y="2347"/>
                    <a:pt x="8727" y="2332"/>
                    <a:pt x="8790" y="2300"/>
                  </a:cubicBezTo>
                  <a:lnTo>
                    <a:pt x="9231" y="2017"/>
                  </a:lnTo>
                  <a:lnTo>
                    <a:pt x="9798" y="2584"/>
                  </a:lnTo>
                  <a:lnTo>
                    <a:pt x="9546" y="3025"/>
                  </a:lnTo>
                  <a:cubicBezTo>
                    <a:pt x="9452" y="3151"/>
                    <a:pt x="9452" y="3308"/>
                    <a:pt x="9546" y="3371"/>
                  </a:cubicBezTo>
                  <a:cubicBezTo>
                    <a:pt x="9893" y="3907"/>
                    <a:pt x="10113" y="4505"/>
                    <a:pt x="10239" y="5073"/>
                  </a:cubicBezTo>
                  <a:cubicBezTo>
                    <a:pt x="10271" y="5199"/>
                    <a:pt x="10365" y="5325"/>
                    <a:pt x="10523" y="5356"/>
                  </a:cubicBezTo>
                  <a:lnTo>
                    <a:pt x="11058" y="5482"/>
                  </a:lnTo>
                  <a:lnTo>
                    <a:pt x="11058" y="6301"/>
                  </a:lnTo>
                  <a:lnTo>
                    <a:pt x="10523" y="6427"/>
                  </a:lnTo>
                  <a:cubicBezTo>
                    <a:pt x="10397" y="6459"/>
                    <a:pt x="10271" y="6553"/>
                    <a:pt x="10239" y="6711"/>
                  </a:cubicBezTo>
                  <a:cubicBezTo>
                    <a:pt x="10113" y="7309"/>
                    <a:pt x="9893" y="7877"/>
                    <a:pt x="9546" y="8381"/>
                  </a:cubicBezTo>
                  <a:cubicBezTo>
                    <a:pt x="9452" y="8507"/>
                    <a:pt x="9452" y="8633"/>
                    <a:pt x="9546" y="8759"/>
                  </a:cubicBezTo>
                  <a:lnTo>
                    <a:pt x="9798" y="9168"/>
                  </a:lnTo>
                  <a:lnTo>
                    <a:pt x="9231" y="9767"/>
                  </a:lnTo>
                  <a:lnTo>
                    <a:pt x="8790" y="9483"/>
                  </a:lnTo>
                  <a:cubicBezTo>
                    <a:pt x="8727" y="9452"/>
                    <a:pt x="8656" y="9436"/>
                    <a:pt x="8593" y="9436"/>
                  </a:cubicBezTo>
                  <a:cubicBezTo>
                    <a:pt x="8530" y="9436"/>
                    <a:pt x="8475" y="9452"/>
                    <a:pt x="8444" y="9483"/>
                  </a:cubicBezTo>
                  <a:cubicBezTo>
                    <a:pt x="7908" y="9861"/>
                    <a:pt x="7341" y="10082"/>
                    <a:pt x="6742" y="10208"/>
                  </a:cubicBezTo>
                  <a:cubicBezTo>
                    <a:pt x="6616" y="10239"/>
                    <a:pt x="6490" y="10334"/>
                    <a:pt x="6459" y="10428"/>
                  </a:cubicBezTo>
                  <a:lnTo>
                    <a:pt x="6333" y="10964"/>
                  </a:lnTo>
                  <a:lnTo>
                    <a:pt x="5514" y="10964"/>
                  </a:lnTo>
                  <a:lnTo>
                    <a:pt x="5388" y="10428"/>
                  </a:lnTo>
                  <a:cubicBezTo>
                    <a:pt x="5356" y="10334"/>
                    <a:pt x="5230" y="10208"/>
                    <a:pt x="5136" y="10208"/>
                  </a:cubicBezTo>
                  <a:cubicBezTo>
                    <a:pt x="4505" y="10082"/>
                    <a:pt x="3938" y="9861"/>
                    <a:pt x="3434" y="9483"/>
                  </a:cubicBezTo>
                  <a:cubicBezTo>
                    <a:pt x="3371" y="9452"/>
                    <a:pt x="3308" y="9436"/>
                    <a:pt x="3249" y="9436"/>
                  </a:cubicBezTo>
                  <a:cubicBezTo>
                    <a:pt x="3190" y="9436"/>
                    <a:pt x="3135" y="9452"/>
                    <a:pt x="3088" y="9483"/>
                  </a:cubicBezTo>
                  <a:lnTo>
                    <a:pt x="2647" y="9767"/>
                  </a:lnTo>
                  <a:lnTo>
                    <a:pt x="2048" y="9168"/>
                  </a:lnTo>
                  <a:lnTo>
                    <a:pt x="2332" y="8759"/>
                  </a:lnTo>
                  <a:cubicBezTo>
                    <a:pt x="2395" y="8633"/>
                    <a:pt x="2395" y="8475"/>
                    <a:pt x="2332" y="8381"/>
                  </a:cubicBezTo>
                  <a:cubicBezTo>
                    <a:pt x="1985" y="7877"/>
                    <a:pt x="1733" y="7278"/>
                    <a:pt x="1607" y="6711"/>
                  </a:cubicBezTo>
                  <a:cubicBezTo>
                    <a:pt x="1575" y="6585"/>
                    <a:pt x="1512" y="6459"/>
                    <a:pt x="1386" y="6427"/>
                  </a:cubicBezTo>
                  <a:lnTo>
                    <a:pt x="882" y="6301"/>
                  </a:lnTo>
                  <a:lnTo>
                    <a:pt x="882" y="5482"/>
                  </a:lnTo>
                  <a:lnTo>
                    <a:pt x="1386" y="5356"/>
                  </a:lnTo>
                  <a:cubicBezTo>
                    <a:pt x="1512" y="5325"/>
                    <a:pt x="1607" y="5199"/>
                    <a:pt x="1607" y="5073"/>
                  </a:cubicBezTo>
                  <a:cubicBezTo>
                    <a:pt x="1733" y="4442"/>
                    <a:pt x="1985" y="3907"/>
                    <a:pt x="2332" y="3371"/>
                  </a:cubicBezTo>
                  <a:cubicBezTo>
                    <a:pt x="2395" y="3277"/>
                    <a:pt x="2395" y="3151"/>
                    <a:pt x="2332" y="3025"/>
                  </a:cubicBezTo>
                  <a:lnTo>
                    <a:pt x="2048" y="2584"/>
                  </a:lnTo>
                  <a:lnTo>
                    <a:pt x="2647" y="2017"/>
                  </a:lnTo>
                  <a:lnTo>
                    <a:pt x="3088" y="2300"/>
                  </a:lnTo>
                  <a:cubicBezTo>
                    <a:pt x="3135" y="2332"/>
                    <a:pt x="3198" y="2347"/>
                    <a:pt x="3261" y="2347"/>
                  </a:cubicBezTo>
                  <a:cubicBezTo>
                    <a:pt x="3324" y="2347"/>
                    <a:pt x="3387" y="2332"/>
                    <a:pt x="3434" y="2300"/>
                  </a:cubicBezTo>
                  <a:cubicBezTo>
                    <a:pt x="3938" y="1922"/>
                    <a:pt x="4537" y="1702"/>
                    <a:pt x="5136" y="1576"/>
                  </a:cubicBezTo>
                  <a:cubicBezTo>
                    <a:pt x="5230" y="1544"/>
                    <a:pt x="5356" y="1450"/>
                    <a:pt x="5388" y="1292"/>
                  </a:cubicBezTo>
                  <a:lnTo>
                    <a:pt x="5514" y="756"/>
                  </a:lnTo>
                  <a:close/>
                  <a:moveTo>
                    <a:pt x="5167" y="0"/>
                  </a:moveTo>
                  <a:cubicBezTo>
                    <a:pt x="5009" y="0"/>
                    <a:pt x="4852" y="126"/>
                    <a:pt x="4852" y="284"/>
                  </a:cubicBezTo>
                  <a:lnTo>
                    <a:pt x="4694" y="882"/>
                  </a:lnTo>
                  <a:cubicBezTo>
                    <a:pt x="4127" y="977"/>
                    <a:pt x="3623" y="1229"/>
                    <a:pt x="3119" y="1513"/>
                  </a:cubicBezTo>
                  <a:lnTo>
                    <a:pt x="2615" y="1197"/>
                  </a:lnTo>
                  <a:cubicBezTo>
                    <a:pt x="2557" y="1154"/>
                    <a:pt x="2485" y="1130"/>
                    <a:pt x="2412" y="1130"/>
                  </a:cubicBezTo>
                  <a:cubicBezTo>
                    <a:pt x="2327" y="1130"/>
                    <a:pt x="2242" y="1161"/>
                    <a:pt x="2174" y="1229"/>
                  </a:cubicBezTo>
                  <a:lnTo>
                    <a:pt x="1197" y="2206"/>
                  </a:lnTo>
                  <a:cubicBezTo>
                    <a:pt x="1071" y="2332"/>
                    <a:pt x="1071" y="2489"/>
                    <a:pt x="1134" y="2647"/>
                  </a:cubicBezTo>
                  <a:lnTo>
                    <a:pt x="1449" y="3151"/>
                  </a:lnTo>
                  <a:cubicBezTo>
                    <a:pt x="1134" y="3623"/>
                    <a:pt x="945" y="4159"/>
                    <a:pt x="819" y="4726"/>
                  </a:cubicBezTo>
                  <a:lnTo>
                    <a:pt x="284" y="4884"/>
                  </a:lnTo>
                  <a:cubicBezTo>
                    <a:pt x="126" y="4915"/>
                    <a:pt x="0" y="5041"/>
                    <a:pt x="0" y="5199"/>
                  </a:cubicBezTo>
                  <a:lnTo>
                    <a:pt x="0" y="6585"/>
                  </a:lnTo>
                  <a:cubicBezTo>
                    <a:pt x="0" y="6742"/>
                    <a:pt x="126" y="6868"/>
                    <a:pt x="284" y="6900"/>
                  </a:cubicBezTo>
                  <a:lnTo>
                    <a:pt x="819" y="7057"/>
                  </a:lnTo>
                  <a:cubicBezTo>
                    <a:pt x="945" y="7593"/>
                    <a:pt x="1197" y="8129"/>
                    <a:pt x="1449" y="8633"/>
                  </a:cubicBezTo>
                  <a:lnTo>
                    <a:pt x="1134" y="9137"/>
                  </a:lnTo>
                  <a:cubicBezTo>
                    <a:pt x="1071" y="9263"/>
                    <a:pt x="1071" y="9452"/>
                    <a:pt x="1197" y="9578"/>
                  </a:cubicBezTo>
                  <a:lnTo>
                    <a:pt x="2174" y="10554"/>
                  </a:lnTo>
                  <a:cubicBezTo>
                    <a:pt x="2242" y="10622"/>
                    <a:pt x="2318" y="10653"/>
                    <a:pt x="2399" y="10653"/>
                  </a:cubicBezTo>
                  <a:cubicBezTo>
                    <a:pt x="2469" y="10653"/>
                    <a:pt x="2542" y="10630"/>
                    <a:pt x="2615" y="10586"/>
                  </a:cubicBezTo>
                  <a:lnTo>
                    <a:pt x="3119" y="10271"/>
                  </a:lnTo>
                  <a:cubicBezTo>
                    <a:pt x="3592" y="10586"/>
                    <a:pt x="4127" y="10806"/>
                    <a:pt x="4694" y="10901"/>
                  </a:cubicBezTo>
                  <a:lnTo>
                    <a:pt x="4852" y="11468"/>
                  </a:lnTo>
                  <a:cubicBezTo>
                    <a:pt x="4883" y="11626"/>
                    <a:pt x="5009" y="11752"/>
                    <a:pt x="5167" y="11752"/>
                  </a:cubicBezTo>
                  <a:lnTo>
                    <a:pt x="6553" y="11752"/>
                  </a:lnTo>
                  <a:cubicBezTo>
                    <a:pt x="6711" y="11752"/>
                    <a:pt x="6805" y="11626"/>
                    <a:pt x="6868" y="11468"/>
                  </a:cubicBezTo>
                  <a:lnTo>
                    <a:pt x="7026" y="10901"/>
                  </a:lnTo>
                  <a:cubicBezTo>
                    <a:pt x="7561" y="10806"/>
                    <a:pt x="8065" y="10554"/>
                    <a:pt x="8601" y="10271"/>
                  </a:cubicBezTo>
                  <a:lnTo>
                    <a:pt x="9105" y="10586"/>
                  </a:lnTo>
                  <a:cubicBezTo>
                    <a:pt x="9164" y="10630"/>
                    <a:pt x="9236" y="10653"/>
                    <a:pt x="9309" y="10653"/>
                  </a:cubicBezTo>
                  <a:cubicBezTo>
                    <a:pt x="9393" y="10653"/>
                    <a:pt x="9479" y="10622"/>
                    <a:pt x="9546" y="10554"/>
                  </a:cubicBezTo>
                  <a:lnTo>
                    <a:pt x="10523" y="9578"/>
                  </a:lnTo>
                  <a:cubicBezTo>
                    <a:pt x="10649" y="9452"/>
                    <a:pt x="10649" y="9294"/>
                    <a:pt x="10554" y="9137"/>
                  </a:cubicBezTo>
                  <a:lnTo>
                    <a:pt x="10239" y="8633"/>
                  </a:lnTo>
                  <a:cubicBezTo>
                    <a:pt x="10554" y="8160"/>
                    <a:pt x="10743" y="7656"/>
                    <a:pt x="10869" y="7057"/>
                  </a:cubicBezTo>
                  <a:lnTo>
                    <a:pt x="11468" y="6900"/>
                  </a:lnTo>
                  <a:cubicBezTo>
                    <a:pt x="11626" y="6868"/>
                    <a:pt x="11752" y="6742"/>
                    <a:pt x="11752" y="6585"/>
                  </a:cubicBezTo>
                  <a:lnTo>
                    <a:pt x="11752" y="5199"/>
                  </a:lnTo>
                  <a:cubicBezTo>
                    <a:pt x="11752" y="5041"/>
                    <a:pt x="11626" y="4915"/>
                    <a:pt x="11468" y="4884"/>
                  </a:cubicBezTo>
                  <a:lnTo>
                    <a:pt x="10869" y="4726"/>
                  </a:lnTo>
                  <a:cubicBezTo>
                    <a:pt x="10743" y="4159"/>
                    <a:pt x="10523" y="3655"/>
                    <a:pt x="10239" y="3151"/>
                  </a:cubicBezTo>
                  <a:lnTo>
                    <a:pt x="10554" y="2647"/>
                  </a:lnTo>
                  <a:cubicBezTo>
                    <a:pt x="10649" y="2521"/>
                    <a:pt x="10649" y="2332"/>
                    <a:pt x="10523" y="2206"/>
                  </a:cubicBezTo>
                  <a:lnTo>
                    <a:pt x="9546" y="1229"/>
                  </a:lnTo>
                  <a:cubicBezTo>
                    <a:pt x="9479" y="1161"/>
                    <a:pt x="9402" y="1130"/>
                    <a:pt x="9321" y="1130"/>
                  </a:cubicBezTo>
                  <a:cubicBezTo>
                    <a:pt x="9251" y="1130"/>
                    <a:pt x="9178" y="1154"/>
                    <a:pt x="9105" y="1197"/>
                  </a:cubicBezTo>
                  <a:lnTo>
                    <a:pt x="8601" y="1513"/>
                  </a:lnTo>
                  <a:cubicBezTo>
                    <a:pt x="8128" y="1197"/>
                    <a:pt x="7593" y="977"/>
                    <a:pt x="7026" y="882"/>
                  </a:cubicBezTo>
                  <a:lnTo>
                    <a:pt x="6868" y="284"/>
                  </a:lnTo>
                  <a:cubicBezTo>
                    <a:pt x="6805" y="126"/>
                    <a:pt x="6711" y="0"/>
                    <a:pt x="65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798" name="Google Shape;15798;p87"/>
            <p:cNvSpPr/>
            <p:nvPr/>
          </p:nvSpPr>
          <p:spPr>
            <a:xfrm>
              <a:off x="-4521500" y="2099400"/>
              <a:ext cx="189050" cy="188275"/>
            </a:xfrm>
            <a:custGeom>
              <a:avLst/>
              <a:gdLst/>
              <a:ahLst/>
              <a:cxnLst/>
              <a:rect l="l" t="t" r="r" b="b"/>
              <a:pathLst>
                <a:path w="7562" h="7531" extrusionOk="0">
                  <a:moveTo>
                    <a:pt x="3750" y="662"/>
                  </a:moveTo>
                  <a:cubicBezTo>
                    <a:pt x="5451" y="662"/>
                    <a:pt x="6837" y="2017"/>
                    <a:pt x="6837" y="3718"/>
                  </a:cubicBezTo>
                  <a:cubicBezTo>
                    <a:pt x="6869" y="5104"/>
                    <a:pt x="6049" y="6239"/>
                    <a:pt x="4821" y="6648"/>
                  </a:cubicBezTo>
                  <a:lnTo>
                    <a:pt x="4821" y="5892"/>
                  </a:lnTo>
                  <a:cubicBezTo>
                    <a:pt x="5640" y="5514"/>
                    <a:pt x="6207" y="4663"/>
                    <a:pt x="6207" y="3718"/>
                  </a:cubicBezTo>
                  <a:cubicBezTo>
                    <a:pt x="6207" y="2710"/>
                    <a:pt x="5577" y="1796"/>
                    <a:pt x="4569" y="1481"/>
                  </a:cubicBezTo>
                  <a:cubicBezTo>
                    <a:pt x="4535" y="1472"/>
                    <a:pt x="4501" y="1467"/>
                    <a:pt x="4468" y="1467"/>
                  </a:cubicBezTo>
                  <a:cubicBezTo>
                    <a:pt x="4278" y="1467"/>
                    <a:pt x="4096" y="1609"/>
                    <a:pt x="4096" y="1796"/>
                  </a:cubicBezTo>
                  <a:lnTo>
                    <a:pt x="4096" y="3372"/>
                  </a:lnTo>
                  <a:lnTo>
                    <a:pt x="3435" y="3372"/>
                  </a:lnTo>
                  <a:lnTo>
                    <a:pt x="3435" y="1796"/>
                  </a:lnTo>
                  <a:cubicBezTo>
                    <a:pt x="3435" y="1609"/>
                    <a:pt x="3276" y="1467"/>
                    <a:pt x="3073" y="1467"/>
                  </a:cubicBezTo>
                  <a:cubicBezTo>
                    <a:pt x="3037" y="1467"/>
                    <a:pt x="3000" y="1472"/>
                    <a:pt x="2962" y="1481"/>
                  </a:cubicBezTo>
                  <a:cubicBezTo>
                    <a:pt x="2017" y="1828"/>
                    <a:pt x="1355" y="2742"/>
                    <a:pt x="1355" y="3718"/>
                  </a:cubicBezTo>
                  <a:cubicBezTo>
                    <a:pt x="1355" y="4663"/>
                    <a:pt x="1891" y="5514"/>
                    <a:pt x="2741" y="5892"/>
                  </a:cubicBezTo>
                  <a:lnTo>
                    <a:pt x="2741" y="6648"/>
                  </a:lnTo>
                  <a:cubicBezTo>
                    <a:pt x="1544" y="6207"/>
                    <a:pt x="694" y="5073"/>
                    <a:pt x="694" y="3718"/>
                  </a:cubicBezTo>
                  <a:cubicBezTo>
                    <a:pt x="694" y="2017"/>
                    <a:pt x="2048" y="662"/>
                    <a:pt x="3750" y="662"/>
                  </a:cubicBezTo>
                  <a:close/>
                  <a:moveTo>
                    <a:pt x="4852" y="2363"/>
                  </a:moveTo>
                  <a:cubicBezTo>
                    <a:pt x="5293" y="2679"/>
                    <a:pt x="5514" y="3183"/>
                    <a:pt x="5514" y="3718"/>
                  </a:cubicBezTo>
                  <a:cubicBezTo>
                    <a:pt x="5514" y="4443"/>
                    <a:pt x="5041" y="5104"/>
                    <a:pt x="4380" y="5356"/>
                  </a:cubicBezTo>
                  <a:cubicBezTo>
                    <a:pt x="4254" y="5388"/>
                    <a:pt x="4159" y="5545"/>
                    <a:pt x="4159" y="5671"/>
                  </a:cubicBezTo>
                  <a:lnTo>
                    <a:pt x="4159" y="6806"/>
                  </a:lnTo>
                  <a:lnTo>
                    <a:pt x="3781" y="6806"/>
                  </a:lnTo>
                  <a:cubicBezTo>
                    <a:pt x="3734" y="6821"/>
                    <a:pt x="3679" y="6829"/>
                    <a:pt x="3624" y="6829"/>
                  </a:cubicBezTo>
                  <a:cubicBezTo>
                    <a:pt x="3568" y="6829"/>
                    <a:pt x="3513" y="6821"/>
                    <a:pt x="3466" y="6806"/>
                  </a:cubicBezTo>
                  <a:lnTo>
                    <a:pt x="3466" y="5671"/>
                  </a:lnTo>
                  <a:cubicBezTo>
                    <a:pt x="3466" y="5514"/>
                    <a:pt x="3403" y="5388"/>
                    <a:pt x="3246" y="5356"/>
                  </a:cubicBezTo>
                  <a:cubicBezTo>
                    <a:pt x="2584" y="5104"/>
                    <a:pt x="2111" y="4443"/>
                    <a:pt x="2111" y="3718"/>
                  </a:cubicBezTo>
                  <a:cubicBezTo>
                    <a:pt x="2111" y="3183"/>
                    <a:pt x="2363" y="2679"/>
                    <a:pt x="2773" y="2363"/>
                  </a:cubicBezTo>
                  <a:lnTo>
                    <a:pt x="2773" y="3718"/>
                  </a:lnTo>
                  <a:cubicBezTo>
                    <a:pt x="2773" y="3939"/>
                    <a:pt x="2930" y="4096"/>
                    <a:pt x="3120" y="4096"/>
                  </a:cubicBezTo>
                  <a:lnTo>
                    <a:pt x="4506" y="4096"/>
                  </a:lnTo>
                  <a:cubicBezTo>
                    <a:pt x="4695" y="4096"/>
                    <a:pt x="4852" y="3939"/>
                    <a:pt x="4852" y="3718"/>
                  </a:cubicBezTo>
                  <a:lnTo>
                    <a:pt x="4852" y="2363"/>
                  </a:lnTo>
                  <a:close/>
                  <a:moveTo>
                    <a:pt x="3781" y="1"/>
                  </a:moveTo>
                  <a:cubicBezTo>
                    <a:pt x="1702" y="1"/>
                    <a:pt x="1" y="1670"/>
                    <a:pt x="1" y="3781"/>
                  </a:cubicBezTo>
                  <a:cubicBezTo>
                    <a:pt x="1" y="5861"/>
                    <a:pt x="1702" y="7530"/>
                    <a:pt x="3781" y="7530"/>
                  </a:cubicBezTo>
                  <a:cubicBezTo>
                    <a:pt x="5892" y="7530"/>
                    <a:pt x="7562" y="5861"/>
                    <a:pt x="7562" y="3781"/>
                  </a:cubicBezTo>
                  <a:cubicBezTo>
                    <a:pt x="7562" y="1670"/>
                    <a:pt x="5892" y="1"/>
                    <a:pt x="3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799" name="Google Shape;15799;p87"/>
          <p:cNvGrpSpPr/>
          <p:nvPr/>
        </p:nvGrpSpPr>
        <p:grpSpPr>
          <a:xfrm>
            <a:off x="4081374" y="2138699"/>
            <a:ext cx="425343" cy="424225"/>
            <a:chOff x="-4570325" y="2405775"/>
            <a:chExt cx="294600" cy="293825"/>
          </a:xfrm>
        </p:grpSpPr>
        <p:sp>
          <p:nvSpPr>
            <p:cNvPr id="15800" name="Google Shape;15800;p87"/>
            <p:cNvSpPr/>
            <p:nvPr/>
          </p:nvSpPr>
          <p:spPr>
            <a:xfrm>
              <a:off x="-4570325" y="2405775"/>
              <a:ext cx="294600" cy="293825"/>
            </a:xfrm>
            <a:custGeom>
              <a:avLst/>
              <a:gdLst/>
              <a:ahLst/>
              <a:cxnLst/>
              <a:rect l="l" t="t" r="r" b="b"/>
              <a:pathLst>
                <a:path w="11784" h="11753" extrusionOk="0">
                  <a:moveTo>
                    <a:pt x="5734" y="694"/>
                  </a:moveTo>
                  <a:cubicBezTo>
                    <a:pt x="7624" y="694"/>
                    <a:pt x="9168" y="2238"/>
                    <a:pt x="9168" y="4128"/>
                  </a:cubicBezTo>
                  <a:cubicBezTo>
                    <a:pt x="9168" y="6050"/>
                    <a:pt x="7624" y="7594"/>
                    <a:pt x="5734" y="7594"/>
                  </a:cubicBezTo>
                  <a:cubicBezTo>
                    <a:pt x="3844" y="7594"/>
                    <a:pt x="2332" y="6018"/>
                    <a:pt x="2332" y="4128"/>
                  </a:cubicBezTo>
                  <a:cubicBezTo>
                    <a:pt x="2332" y="2238"/>
                    <a:pt x="3844" y="694"/>
                    <a:pt x="5734" y="694"/>
                  </a:cubicBezTo>
                  <a:close/>
                  <a:moveTo>
                    <a:pt x="977" y="7531"/>
                  </a:moveTo>
                  <a:cubicBezTo>
                    <a:pt x="1166" y="7531"/>
                    <a:pt x="1323" y="7688"/>
                    <a:pt x="1323" y="7909"/>
                  </a:cubicBezTo>
                  <a:cubicBezTo>
                    <a:pt x="1292" y="8129"/>
                    <a:pt x="1134" y="8255"/>
                    <a:pt x="977" y="8255"/>
                  </a:cubicBezTo>
                  <a:cubicBezTo>
                    <a:pt x="788" y="8255"/>
                    <a:pt x="630" y="8098"/>
                    <a:pt x="630" y="7909"/>
                  </a:cubicBezTo>
                  <a:cubicBezTo>
                    <a:pt x="630" y="7688"/>
                    <a:pt x="788" y="7531"/>
                    <a:pt x="977" y="7531"/>
                  </a:cubicBezTo>
                  <a:close/>
                  <a:moveTo>
                    <a:pt x="10586" y="7531"/>
                  </a:moveTo>
                  <a:cubicBezTo>
                    <a:pt x="10775" y="7531"/>
                    <a:pt x="10932" y="7688"/>
                    <a:pt x="10932" y="7909"/>
                  </a:cubicBezTo>
                  <a:cubicBezTo>
                    <a:pt x="10932" y="8129"/>
                    <a:pt x="10775" y="8255"/>
                    <a:pt x="10586" y="8255"/>
                  </a:cubicBezTo>
                  <a:cubicBezTo>
                    <a:pt x="10397" y="8255"/>
                    <a:pt x="10239" y="8098"/>
                    <a:pt x="10239" y="7909"/>
                  </a:cubicBezTo>
                  <a:cubicBezTo>
                    <a:pt x="10239" y="7688"/>
                    <a:pt x="10397" y="7531"/>
                    <a:pt x="10586" y="7531"/>
                  </a:cubicBezTo>
                  <a:close/>
                  <a:moveTo>
                    <a:pt x="3025" y="9641"/>
                  </a:moveTo>
                  <a:cubicBezTo>
                    <a:pt x="3214" y="9641"/>
                    <a:pt x="3371" y="9799"/>
                    <a:pt x="3371" y="9988"/>
                  </a:cubicBezTo>
                  <a:cubicBezTo>
                    <a:pt x="3340" y="10177"/>
                    <a:pt x="3214" y="10335"/>
                    <a:pt x="3025" y="10335"/>
                  </a:cubicBezTo>
                  <a:cubicBezTo>
                    <a:pt x="2836" y="10335"/>
                    <a:pt x="2678" y="10177"/>
                    <a:pt x="2678" y="9988"/>
                  </a:cubicBezTo>
                  <a:cubicBezTo>
                    <a:pt x="2678" y="9799"/>
                    <a:pt x="2836" y="9641"/>
                    <a:pt x="3025" y="9641"/>
                  </a:cubicBezTo>
                  <a:close/>
                  <a:moveTo>
                    <a:pt x="8475" y="9641"/>
                  </a:moveTo>
                  <a:cubicBezTo>
                    <a:pt x="8696" y="9641"/>
                    <a:pt x="8822" y="9799"/>
                    <a:pt x="8822" y="9988"/>
                  </a:cubicBezTo>
                  <a:cubicBezTo>
                    <a:pt x="8822" y="10177"/>
                    <a:pt x="8664" y="10335"/>
                    <a:pt x="8475" y="10335"/>
                  </a:cubicBezTo>
                  <a:cubicBezTo>
                    <a:pt x="8255" y="10335"/>
                    <a:pt x="8128" y="10177"/>
                    <a:pt x="8128" y="9988"/>
                  </a:cubicBezTo>
                  <a:cubicBezTo>
                    <a:pt x="8128" y="9799"/>
                    <a:pt x="8255" y="9641"/>
                    <a:pt x="8475" y="9641"/>
                  </a:cubicBezTo>
                  <a:close/>
                  <a:moveTo>
                    <a:pt x="5734" y="10303"/>
                  </a:moveTo>
                  <a:cubicBezTo>
                    <a:pt x="5955" y="10303"/>
                    <a:pt x="6112" y="10461"/>
                    <a:pt x="6112" y="10650"/>
                  </a:cubicBezTo>
                  <a:cubicBezTo>
                    <a:pt x="6112" y="10839"/>
                    <a:pt x="5955" y="10996"/>
                    <a:pt x="5734" y="10996"/>
                  </a:cubicBezTo>
                  <a:cubicBezTo>
                    <a:pt x="5545" y="10996"/>
                    <a:pt x="5388" y="10839"/>
                    <a:pt x="5388" y="10650"/>
                  </a:cubicBezTo>
                  <a:cubicBezTo>
                    <a:pt x="5388" y="10461"/>
                    <a:pt x="5545" y="10303"/>
                    <a:pt x="5734" y="10303"/>
                  </a:cubicBezTo>
                  <a:close/>
                  <a:moveTo>
                    <a:pt x="5797" y="1"/>
                  </a:moveTo>
                  <a:cubicBezTo>
                    <a:pt x="3497" y="1"/>
                    <a:pt x="1701" y="1860"/>
                    <a:pt x="1701" y="4097"/>
                  </a:cubicBezTo>
                  <a:cubicBezTo>
                    <a:pt x="1701" y="5010"/>
                    <a:pt x="2017" y="5924"/>
                    <a:pt x="2552" y="6617"/>
                  </a:cubicBezTo>
                  <a:lnTo>
                    <a:pt x="1701" y="7153"/>
                  </a:lnTo>
                  <a:cubicBezTo>
                    <a:pt x="1481" y="6995"/>
                    <a:pt x="1260" y="6901"/>
                    <a:pt x="1040" y="6901"/>
                  </a:cubicBezTo>
                  <a:cubicBezTo>
                    <a:pt x="473" y="6901"/>
                    <a:pt x="0" y="7373"/>
                    <a:pt x="0" y="7940"/>
                  </a:cubicBezTo>
                  <a:cubicBezTo>
                    <a:pt x="0" y="8476"/>
                    <a:pt x="473" y="8948"/>
                    <a:pt x="1040" y="8948"/>
                  </a:cubicBezTo>
                  <a:cubicBezTo>
                    <a:pt x="1575" y="8948"/>
                    <a:pt x="2048" y="8476"/>
                    <a:pt x="2048" y="7940"/>
                  </a:cubicBezTo>
                  <a:lnTo>
                    <a:pt x="2048" y="7751"/>
                  </a:lnTo>
                  <a:lnTo>
                    <a:pt x="3088" y="7153"/>
                  </a:lnTo>
                  <a:cubicBezTo>
                    <a:pt x="3340" y="7373"/>
                    <a:pt x="3623" y="7625"/>
                    <a:pt x="3970" y="7783"/>
                  </a:cubicBezTo>
                  <a:lnTo>
                    <a:pt x="3308" y="8948"/>
                  </a:lnTo>
                  <a:lnTo>
                    <a:pt x="3119" y="8948"/>
                  </a:lnTo>
                  <a:cubicBezTo>
                    <a:pt x="2552" y="8948"/>
                    <a:pt x="2080" y="9421"/>
                    <a:pt x="2080" y="9988"/>
                  </a:cubicBezTo>
                  <a:cubicBezTo>
                    <a:pt x="2080" y="10524"/>
                    <a:pt x="2552" y="10996"/>
                    <a:pt x="3119" y="10996"/>
                  </a:cubicBezTo>
                  <a:cubicBezTo>
                    <a:pt x="3655" y="10996"/>
                    <a:pt x="4127" y="10524"/>
                    <a:pt x="4127" y="9988"/>
                  </a:cubicBezTo>
                  <a:cubicBezTo>
                    <a:pt x="4127" y="9736"/>
                    <a:pt x="4064" y="9515"/>
                    <a:pt x="3907" y="9326"/>
                  </a:cubicBezTo>
                  <a:lnTo>
                    <a:pt x="4600" y="8098"/>
                  </a:lnTo>
                  <a:cubicBezTo>
                    <a:pt x="4883" y="8161"/>
                    <a:pt x="5199" y="8255"/>
                    <a:pt x="5514" y="8287"/>
                  </a:cubicBezTo>
                  <a:lnTo>
                    <a:pt x="5514" y="9736"/>
                  </a:lnTo>
                  <a:cubicBezTo>
                    <a:pt x="5136" y="9894"/>
                    <a:pt x="4852" y="10272"/>
                    <a:pt x="4852" y="10713"/>
                  </a:cubicBezTo>
                  <a:cubicBezTo>
                    <a:pt x="4852" y="11280"/>
                    <a:pt x="5325" y="11752"/>
                    <a:pt x="5860" y="11752"/>
                  </a:cubicBezTo>
                  <a:cubicBezTo>
                    <a:pt x="6427" y="11752"/>
                    <a:pt x="6900" y="11280"/>
                    <a:pt x="6900" y="10713"/>
                  </a:cubicBezTo>
                  <a:cubicBezTo>
                    <a:pt x="6900" y="10303"/>
                    <a:pt x="6616" y="9894"/>
                    <a:pt x="6238" y="9736"/>
                  </a:cubicBezTo>
                  <a:lnTo>
                    <a:pt x="6238" y="8287"/>
                  </a:lnTo>
                  <a:cubicBezTo>
                    <a:pt x="6553" y="8255"/>
                    <a:pt x="6868" y="8224"/>
                    <a:pt x="7120" y="8098"/>
                  </a:cubicBezTo>
                  <a:lnTo>
                    <a:pt x="7845" y="9326"/>
                  </a:lnTo>
                  <a:cubicBezTo>
                    <a:pt x="7687" y="9515"/>
                    <a:pt x="7593" y="9736"/>
                    <a:pt x="7593" y="9988"/>
                  </a:cubicBezTo>
                  <a:cubicBezTo>
                    <a:pt x="7593" y="10524"/>
                    <a:pt x="8065" y="10996"/>
                    <a:pt x="8633" y="10996"/>
                  </a:cubicBezTo>
                  <a:cubicBezTo>
                    <a:pt x="9168" y="10996"/>
                    <a:pt x="9641" y="10524"/>
                    <a:pt x="9641" y="9988"/>
                  </a:cubicBezTo>
                  <a:cubicBezTo>
                    <a:pt x="9641" y="9421"/>
                    <a:pt x="9168" y="8948"/>
                    <a:pt x="8633" y="8948"/>
                  </a:cubicBezTo>
                  <a:lnTo>
                    <a:pt x="8444" y="8948"/>
                  </a:lnTo>
                  <a:lnTo>
                    <a:pt x="7750" y="7783"/>
                  </a:lnTo>
                  <a:cubicBezTo>
                    <a:pt x="8065" y="7625"/>
                    <a:pt x="8381" y="7373"/>
                    <a:pt x="8664" y="7153"/>
                  </a:cubicBezTo>
                  <a:lnTo>
                    <a:pt x="9735" y="7751"/>
                  </a:lnTo>
                  <a:lnTo>
                    <a:pt x="9735" y="7940"/>
                  </a:lnTo>
                  <a:cubicBezTo>
                    <a:pt x="9735" y="8476"/>
                    <a:pt x="10208" y="8948"/>
                    <a:pt x="10743" y="8948"/>
                  </a:cubicBezTo>
                  <a:cubicBezTo>
                    <a:pt x="11310" y="8948"/>
                    <a:pt x="11783" y="8476"/>
                    <a:pt x="11783" y="7940"/>
                  </a:cubicBezTo>
                  <a:cubicBezTo>
                    <a:pt x="11626" y="7342"/>
                    <a:pt x="11153" y="6901"/>
                    <a:pt x="10586" y="6901"/>
                  </a:cubicBezTo>
                  <a:cubicBezTo>
                    <a:pt x="10302" y="6901"/>
                    <a:pt x="10082" y="6995"/>
                    <a:pt x="9924" y="7153"/>
                  </a:cubicBezTo>
                  <a:lnTo>
                    <a:pt x="9011" y="6617"/>
                  </a:lnTo>
                  <a:cubicBezTo>
                    <a:pt x="9578" y="5924"/>
                    <a:pt x="9893" y="5010"/>
                    <a:pt x="9893" y="4097"/>
                  </a:cubicBezTo>
                  <a:cubicBezTo>
                    <a:pt x="9893" y="1828"/>
                    <a:pt x="8034" y="1"/>
                    <a:pt x="57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801" name="Google Shape;15801;p87"/>
            <p:cNvSpPr/>
            <p:nvPr/>
          </p:nvSpPr>
          <p:spPr>
            <a:xfrm>
              <a:off x="-4478175" y="2439650"/>
              <a:ext cx="103975" cy="120525"/>
            </a:xfrm>
            <a:custGeom>
              <a:avLst/>
              <a:gdLst/>
              <a:ahLst/>
              <a:cxnLst/>
              <a:rect l="l" t="t" r="r" b="b"/>
              <a:pathLst>
                <a:path w="4159" h="4821" extrusionOk="0">
                  <a:moveTo>
                    <a:pt x="2048" y="725"/>
                  </a:moveTo>
                  <a:cubicBezTo>
                    <a:pt x="2458" y="725"/>
                    <a:pt x="2741" y="1040"/>
                    <a:pt x="2741" y="1387"/>
                  </a:cubicBezTo>
                  <a:cubicBezTo>
                    <a:pt x="2741" y="1765"/>
                    <a:pt x="2426" y="2049"/>
                    <a:pt x="2048" y="2049"/>
                  </a:cubicBezTo>
                  <a:cubicBezTo>
                    <a:pt x="1702" y="2049"/>
                    <a:pt x="1387" y="1733"/>
                    <a:pt x="1387" y="1387"/>
                  </a:cubicBezTo>
                  <a:cubicBezTo>
                    <a:pt x="1387" y="1040"/>
                    <a:pt x="1702" y="725"/>
                    <a:pt x="2048" y="725"/>
                  </a:cubicBezTo>
                  <a:close/>
                  <a:moveTo>
                    <a:pt x="2363" y="2773"/>
                  </a:moveTo>
                  <a:cubicBezTo>
                    <a:pt x="2930" y="2773"/>
                    <a:pt x="3403" y="3246"/>
                    <a:pt x="3403" y="3781"/>
                  </a:cubicBezTo>
                  <a:lnTo>
                    <a:pt x="3403" y="4128"/>
                  </a:lnTo>
                  <a:lnTo>
                    <a:pt x="630" y="4128"/>
                  </a:lnTo>
                  <a:lnTo>
                    <a:pt x="630" y="3781"/>
                  </a:lnTo>
                  <a:lnTo>
                    <a:pt x="693" y="3781"/>
                  </a:lnTo>
                  <a:cubicBezTo>
                    <a:pt x="693" y="3246"/>
                    <a:pt x="1166" y="2773"/>
                    <a:pt x="1702" y="2773"/>
                  </a:cubicBezTo>
                  <a:close/>
                  <a:moveTo>
                    <a:pt x="2111" y="1"/>
                  </a:moveTo>
                  <a:cubicBezTo>
                    <a:pt x="1355" y="1"/>
                    <a:pt x="725" y="631"/>
                    <a:pt x="725" y="1387"/>
                  </a:cubicBezTo>
                  <a:cubicBezTo>
                    <a:pt x="725" y="1702"/>
                    <a:pt x="851" y="2017"/>
                    <a:pt x="1040" y="2238"/>
                  </a:cubicBezTo>
                  <a:cubicBezTo>
                    <a:pt x="441" y="2521"/>
                    <a:pt x="63" y="3120"/>
                    <a:pt x="63" y="3781"/>
                  </a:cubicBezTo>
                  <a:lnTo>
                    <a:pt x="63" y="4443"/>
                  </a:lnTo>
                  <a:cubicBezTo>
                    <a:pt x="0" y="4663"/>
                    <a:pt x="158" y="4821"/>
                    <a:pt x="378" y="4821"/>
                  </a:cubicBezTo>
                  <a:lnTo>
                    <a:pt x="3781" y="4821"/>
                  </a:lnTo>
                  <a:cubicBezTo>
                    <a:pt x="4001" y="4821"/>
                    <a:pt x="4159" y="4663"/>
                    <a:pt x="4159" y="4443"/>
                  </a:cubicBezTo>
                  <a:lnTo>
                    <a:pt x="4159" y="3781"/>
                  </a:lnTo>
                  <a:cubicBezTo>
                    <a:pt x="4159" y="3120"/>
                    <a:pt x="3749" y="2521"/>
                    <a:pt x="3151" y="2238"/>
                  </a:cubicBezTo>
                  <a:cubicBezTo>
                    <a:pt x="3371" y="2017"/>
                    <a:pt x="3466" y="1733"/>
                    <a:pt x="3466" y="1387"/>
                  </a:cubicBezTo>
                  <a:cubicBezTo>
                    <a:pt x="3466" y="631"/>
                    <a:pt x="2836" y="1"/>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802" name="Google Shape;15802;p87"/>
          <p:cNvGrpSpPr/>
          <p:nvPr/>
        </p:nvGrpSpPr>
        <p:grpSpPr>
          <a:xfrm>
            <a:off x="4094442" y="2659838"/>
            <a:ext cx="423069" cy="423033"/>
            <a:chOff x="-4572700" y="2764950"/>
            <a:chExt cx="293025" cy="293000"/>
          </a:xfrm>
        </p:grpSpPr>
        <p:sp>
          <p:nvSpPr>
            <p:cNvPr id="15803" name="Google Shape;15803;p87"/>
            <p:cNvSpPr/>
            <p:nvPr/>
          </p:nvSpPr>
          <p:spPr>
            <a:xfrm>
              <a:off x="-4572700" y="2764950"/>
              <a:ext cx="293025" cy="293000"/>
            </a:xfrm>
            <a:custGeom>
              <a:avLst/>
              <a:gdLst/>
              <a:ahLst/>
              <a:cxnLst/>
              <a:rect l="l" t="t" r="r" b="b"/>
              <a:pathLst>
                <a:path w="11721" h="11720" extrusionOk="0">
                  <a:moveTo>
                    <a:pt x="10681" y="2048"/>
                  </a:moveTo>
                  <a:cubicBezTo>
                    <a:pt x="10870" y="2048"/>
                    <a:pt x="11027" y="2206"/>
                    <a:pt x="11027" y="2395"/>
                  </a:cubicBezTo>
                  <a:lnTo>
                    <a:pt x="11027" y="7246"/>
                  </a:lnTo>
                  <a:cubicBezTo>
                    <a:pt x="11027" y="7435"/>
                    <a:pt x="10870" y="7593"/>
                    <a:pt x="10681" y="7593"/>
                  </a:cubicBezTo>
                  <a:lnTo>
                    <a:pt x="1072" y="7593"/>
                  </a:lnTo>
                  <a:cubicBezTo>
                    <a:pt x="883" y="7593"/>
                    <a:pt x="725" y="7435"/>
                    <a:pt x="725" y="7246"/>
                  </a:cubicBezTo>
                  <a:lnTo>
                    <a:pt x="725" y="2395"/>
                  </a:lnTo>
                  <a:cubicBezTo>
                    <a:pt x="725" y="2206"/>
                    <a:pt x="883" y="2048"/>
                    <a:pt x="1072" y="2048"/>
                  </a:cubicBezTo>
                  <a:close/>
                  <a:moveTo>
                    <a:pt x="4821" y="8286"/>
                  </a:moveTo>
                  <a:lnTo>
                    <a:pt x="4821" y="8979"/>
                  </a:lnTo>
                  <a:lnTo>
                    <a:pt x="3435" y="8979"/>
                  </a:lnTo>
                  <a:lnTo>
                    <a:pt x="3435" y="8286"/>
                  </a:lnTo>
                  <a:close/>
                  <a:moveTo>
                    <a:pt x="8287" y="8286"/>
                  </a:moveTo>
                  <a:lnTo>
                    <a:pt x="8287" y="8979"/>
                  </a:lnTo>
                  <a:lnTo>
                    <a:pt x="6869" y="8979"/>
                  </a:lnTo>
                  <a:lnTo>
                    <a:pt x="6869" y="8286"/>
                  </a:lnTo>
                  <a:close/>
                  <a:moveTo>
                    <a:pt x="6207" y="8254"/>
                  </a:moveTo>
                  <a:lnTo>
                    <a:pt x="6207" y="11027"/>
                  </a:lnTo>
                  <a:lnTo>
                    <a:pt x="5514" y="11027"/>
                  </a:lnTo>
                  <a:lnTo>
                    <a:pt x="5514" y="8254"/>
                  </a:lnTo>
                  <a:close/>
                  <a:moveTo>
                    <a:pt x="1733" y="0"/>
                  </a:moveTo>
                  <a:cubicBezTo>
                    <a:pt x="1544" y="0"/>
                    <a:pt x="1387" y="158"/>
                    <a:pt x="1387" y="347"/>
                  </a:cubicBezTo>
                  <a:cubicBezTo>
                    <a:pt x="1387" y="536"/>
                    <a:pt x="1544" y="693"/>
                    <a:pt x="1733" y="693"/>
                  </a:cubicBezTo>
                  <a:lnTo>
                    <a:pt x="2112" y="693"/>
                  </a:lnTo>
                  <a:lnTo>
                    <a:pt x="2112" y="1355"/>
                  </a:lnTo>
                  <a:lnTo>
                    <a:pt x="1072" y="1355"/>
                  </a:lnTo>
                  <a:cubicBezTo>
                    <a:pt x="536" y="1355"/>
                    <a:pt x="64" y="1827"/>
                    <a:pt x="64" y="2395"/>
                  </a:cubicBezTo>
                  <a:lnTo>
                    <a:pt x="64" y="7246"/>
                  </a:lnTo>
                  <a:cubicBezTo>
                    <a:pt x="64" y="7782"/>
                    <a:pt x="536" y="8254"/>
                    <a:pt x="1072" y="8254"/>
                  </a:cubicBezTo>
                  <a:lnTo>
                    <a:pt x="2773" y="8254"/>
                  </a:lnTo>
                  <a:lnTo>
                    <a:pt x="2773" y="8916"/>
                  </a:lnTo>
                  <a:lnTo>
                    <a:pt x="1733" y="8916"/>
                  </a:lnTo>
                  <a:cubicBezTo>
                    <a:pt x="1544" y="8916"/>
                    <a:pt x="1387" y="9074"/>
                    <a:pt x="1387" y="9294"/>
                  </a:cubicBezTo>
                  <a:cubicBezTo>
                    <a:pt x="1387" y="9483"/>
                    <a:pt x="1544" y="9641"/>
                    <a:pt x="1733" y="9641"/>
                  </a:cubicBezTo>
                  <a:lnTo>
                    <a:pt x="4821" y="9641"/>
                  </a:lnTo>
                  <a:lnTo>
                    <a:pt x="4821" y="11027"/>
                  </a:lnTo>
                  <a:lnTo>
                    <a:pt x="379" y="11027"/>
                  </a:lnTo>
                  <a:cubicBezTo>
                    <a:pt x="158" y="11027"/>
                    <a:pt x="1" y="11184"/>
                    <a:pt x="1" y="11373"/>
                  </a:cubicBezTo>
                  <a:cubicBezTo>
                    <a:pt x="1" y="11562"/>
                    <a:pt x="158" y="11720"/>
                    <a:pt x="379" y="11720"/>
                  </a:cubicBezTo>
                  <a:lnTo>
                    <a:pt x="11342" y="11720"/>
                  </a:lnTo>
                  <a:cubicBezTo>
                    <a:pt x="11563" y="11720"/>
                    <a:pt x="11721" y="11562"/>
                    <a:pt x="11721" y="11373"/>
                  </a:cubicBezTo>
                  <a:cubicBezTo>
                    <a:pt x="11721" y="11184"/>
                    <a:pt x="11563" y="11027"/>
                    <a:pt x="11342" y="11027"/>
                  </a:cubicBezTo>
                  <a:lnTo>
                    <a:pt x="6869" y="11027"/>
                  </a:lnTo>
                  <a:lnTo>
                    <a:pt x="6869" y="9641"/>
                  </a:lnTo>
                  <a:lnTo>
                    <a:pt x="9988" y="9641"/>
                  </a:lnTo>
                  <a:cubicBezTo>
                    <a:pt x="10177" y="9641"/>
                    <a:pt x="10334" y="9483"/>
                    <a:pt x="10334" y="9294"/>
                  </a:cubicBezTo>
                  <a:cubicBezTo>
                    <a:pt x="10334" y="9074"/>
                    <a:pt x="10177" y="8916"/>
                    <a:pt x="9988" y="8916"/>
                  </a:cubicBezTo>
                  <a:lnTo>
                    <a:pt x="8948" y="8916"/>
                  </a:lnTo>
                  <a:lnTo>
                    <a:pt x="8948" y="8254"/>
                  </a:lnTo>
                  <a:lnTo>
                    <a:pt x="10681" y="8254"/>
                  </a:lnTo>
                  <a:cubicBezTo>
                    <a:pt x="11248" y="8254"/>
                    <a:pt x="11721" y="7782"/>
                    <a:pt x="11721" y="7246"/>
                  </a:cubicBezTo>
                  <a:lnTo>
                    <a:pt x="11721" y="2395"/>
                  </a:lnTo>
                  <a:cubicBezTo>
                    <a:pt x="11721" y="1827"/>
                    <a:pt x="11248" y="1355"/>
                    <a:pt x="10681" y="1355"/>
                  </a:cubicBezTo>
                  <a:lnTo>
                    <a:pt x="9673" y="1355"/>
                  </a:lnTo>
                  <a:lnTo>
                    <a:pt x="9673" y="693"/>
                  </a:lnTo>
                  <a:lnTo>
                    <a:pt x="10019" y="693"/>
                  </a:lnTo>
                  <a:cubicBezTo>
                    <a:pt x="10208" y="693"/>
                    <a:pt x="10366" y="536"/>
                    <a:pt x="10366" y="347"/>
                  </a:cubicBezTo>
                  <a:cubicBezTo>
                    <a:pt x="10366" y="158"/>
                    <a:pt x="10208" y="0"/>
                    <a:pt x="10019" y="0"/>
                  </a:cubicBezTo>
                  <a:lnTo>
                    <a:pt x="8633" y="0"/>
                  </a:lnTo>
                  <a:cubicBezTo>
                    <a:pt x="8444" y="0"/>
                    <a:pt x="8287" y="158"/>
                    <a:pt x="8287" y="347"/>
                  </a:cubicBezTo>
                  <a:cubicBezTo>
                    <a:pt x="8287" y="536"/>
                    <a:pt x="8444" y="693"/>
                    <a:pt x="8633" y="693"/>
                  </a:cubicBezTo>
                  <a:lnTo>
                    <a:pt x="8980" y="693"/>
                  </a:lnTo>
                  <a:lnTo>
                    <a:pt x="8980" y="1355"/>
                  </a:lnTo>
                  <a:lnTo>
                    <a:pt x="6207" y="1355"/>
                  </a:lnTo>
                  <a:lnTo>
                    <a:pt x="6207" y="693"/>
                  </a:lnTo>
                  <a:lnTo>
                    <a:pt x="6554" y="693"/>
                  </a:lnTo>
                  <a:cubicBezTo>
                    <a:pt x="6743" y="693"/>
                    <a:pt x="6900" y="536"/>
                    <a:pt x="6900" y="347"/>
                  </a:cubicBezTo>
                  <a:cubicBezTo>
                    <a:pt x="6900" y="158"/>
                    <a:pt x="6743" y="0"/>
                    <a:pt x="6554" y="0"/>
                  </a:cubicBezTo>
                  <a:lnTo>
                    <a:pt x="5168" y="0"/>
                  </a:lnTo>
                  <a:cubicBezTo>
                    <a:pt x="4978" y="0"/>
                    <a:pt x="4821" y="158"/>
                    <a:pt x="4821" y="347"/>
                  </a:cubicBezTo>
                  <a:cubicBezTo>
                    <a:pt x="4821" y="536"/>
                    <a:pt x="4978" y="693"/>
                    <a:pt x="5168" y="693"/>
                  </a:cubicBezTo>
                  <a:lnTo>
                    <a:pt x="5514" y="693"/>
                  </a:lnTo>
                  <a:lnTo>
                    <a:pt x="5514" y="1355"/>
                  </a:lnTo>
                  <a:lnTo>
                    <a:pt x="2773" y="1355"/>
                  </a:lnTo>
                  <a:lnTo>
                    <a:pt x="2773" y="693"/>
                  </a:lnTo>
                  <a:lnTo>
                    <a:pt x="3120" y="693"/>
                  </a:lnTo>
                  <a:cubicBezTo>
                    <a:pt x="3309" y="693"/>
                    <a:pt x="3466" y="536"/>
                    <a:pt x="3466" y="347"/>
                  </a:cubicBezTo>
                  <a:cubicBezTo>
                    <a:pt x="3466" y="158"/>
                    <a:pt x="3309" y="0"/>
                    <a:pt x="31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804" name="Google Shape;15804;p87"/>
            <p:cNvSpPr/>
            <p:nvPr/>
          </p:nvSpPr>
          <p:spPr>
            <a:xfrm>
              <a:off x="-4538825" y="2833475"/>
              <a:ext cx="86650" cy="104775"/>
            </a:xfrm>
            <a:custGeom>
              <a:avLst/>
              <a:gdLst/>
              <a:ahLst/>
              <a:cxnLst/>
              <a:rect l="l" t="t" r="r" b="b"/>
              <a:pathLst>
                <a:path w="3466" h="4191" extrusionOk="0">
                  <a:moveTo>
                    <a:pt x="2804" y="662"/>
                  </a:moveTo>
                  <a:lnTo>
                    <a:pt x="2804" y="3466"/>
                  </a:lnTo>
                  <a:lnTo>
                    <a:pt x="757" y="3466"/>
                  </a:lnTo>
                  <a:lnTo>
                    <a:pt x="757" y="662"/>
                  </a:lnTo>
                  <a:close/>
                  <a:moveTo>
                    <a:pt x="347" y="0"/>
                  </a:moveTo>
                  <a:cubicBezTo>
                    <a:pt x="158" y="0"/>
                    <a:pt x="0" y="158"/>
                    <a:pt x="0" y="347"/>
                  </a:cubicBezTo>
                  <a:lnTo>
                    <a:pt x="0" y="3812"/>
                  </a:lnTo>
                  <a:cubicBezTo>
                    <a:pt x="0" y="4033"/>
                    <a:pt x="158" y="4190"/>
                    <a:pt x="347" y="4190"/>
                  </a:cubicBezTo>
                  <a:lnTo>
                    <a:pt x="3119" y="4190"/>
                  </a:lnTo>
                  <a:cubicBezTo>
                    <a:pt x="3308" y="4190"/>
                    <a:pt x="3466" y="4033"/>
                    <a:pt x="3466" y="3812"/>
                  </a:cubicBezTo>
                  <a:lnTo>
                    <a:pt x="3466" y="347"/>
                  </a:lnTo>
                  <a:cubicBezTo>
                    <a:pt x="3466" y="158"/>
                    <a:pt x="3308" y="0"/>
                    <a:pt x="31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805" name="Google Shape;15805;p87"/>
            <p:cNvSpPr/>
            <p:nvPr/>
          </p:nvSpPr>
          <p:spPr>
            <a:xfrm>
              <a:off x="-4435650" y="2902775"/>
              <a:ext cx="121325" cy="17350"/>
            </a:xfrm>
            <a:custGeom>
              <a:avLst/>
              <a:gdLst/>
              <a:ahLst/>
              <a:cxnLst/>
              <a:rect l="l" t="t" r="r" b="b"/>
              <a:pathLst>
                <a:path w="4853" h="694" extrusionOk="0">
                  <a:moveTo>
                    <a:pt x="347" y="1"/>
                  </a:moveTo>
                  <a:cubicBezTo>
                    <a:pt x="158" y="1"/>
                    <a:pt x="1" y="158"/>
                    <a:pt x="1" y="347"/>
                  </a:cubicBezTo>
                  <a:cubicBezTo>
                    <a:pt x="32" y="536"/>
                    <a:pt x="158" y="694"/>
                    <a:pt x="347" y="694"/>
                  </a:cubicBezTo>
                  <a:lnTo>
                    <a:pt x="4506" y="694"/>
                  </a:lnTo>
                  <a:cubicBezTo>
                    <a:pt x="4695" y="694"/>
                    <a:pt x="4852" y="536"/>
                    <a:pt x="4852" y="347"/>
                  </a:cubicBezTo>
                  <a:cubicBezTo>
                    <a:pt x="4852" y="158"/>
                    <a:pt x="4695" y="1"/>
                    <a:pt x="45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806" name="Google Shape;15806;p87"/>
            <p:cNvSpPr/>
            <p:nvPr/>
          </p:nvSpPr>
          <p:spPr>
            <a:xfrm>
              <a:off x="-4435650" y="2867325"/>
              <a:ext cx="121325" cy="17350"/>
            </a:xfrm>
            <a:custGeom>
              <a:avLst/>
              <a:gdLst/>
              <a:ahLst/>
              <a:cxnLst/>
              <a:rect l="l" t="t" r="r" b="b"/>
              <a:pathLst>
                <a:path w="4853" h="694" extrusionOk="0">
                  <a:moveTo>
                    <a:pt x="347" y="1"/>
                  </a:moveTo>
                  <a:cubicBezTo>
                    <a:pt x="158" y="1"/>
                    <a:pt x="1" y="158"/>
                    <a:pt x="1" y="347"/>
                  </a:cubicBezTo>
                  <a:cubicBezTo>
                    <a:pt x="32" y="568"/>
                    <a:pt x="158" y="694"/>
                    <a:pt x="347" y="694"/>
                  </a:cubicBezTo>
                  <a:lnTo>
                    <a:pt x="4506" y="694"/>
                  </a:lnTo>
                  <a:cubicBezTo>
                    <a:pt x="4695" y="694"/>
                    <a:pt x="4852" y="536"/>
                    <a:pt x="4852" y="347"/>
                  </a:cubicBezTo>
                  <a:cubicBezTo>
                    <a:pt x="4852" y="158"/>
                    <a:pt x="4695" y="1"/>
                    <a:pt x="45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807" name="Google Shape;15807;p87"/>
            <p:cNvSpPr/>
            <p:nvPr/>
          </p:nvSpPr>
          <p:spPr>
            <a:xfrm>
              <a:off x="-4435650" y="2833475"/>
              <a:ext cx="121325" cy="18125"/>
            </a:xfrm>
            <a:custGeom>
              <a:avLst/>
              <a:gdLst/>
              <a:ahLst/>
              <a:cxnLst/>
              <a:rect l="l" t="t" r="r" b="b"/>
              <a:pathLst>
                <a:path w="4853" h="725" extrusionOk="0">
                  <a:moveTo>
                    <a:pt x="347" y="0"/>
                  </a:moveTo>
                  <a:cubicBezTo>
                    <a:pt x="158" y="0"/>
                    <a:pt x="1" y="158"/>
                    <a:pt x="1" y="347"/>
                  </a:cubicBezTo>
                  <a:cubicBezTo>
                    <a:pt x="32" y="567"/>
                    <a:pt x="158" y="725"/>
                    <a:pt x="347" y="725"/>
                  </a:cubicBezTo>
                  <a:lnTo>
                    <a:pt x="4506" y="725"/>
                  </a:lnTo>
                  <a:cubicBezTo>
                    <a:pt x="4695" y="725"/>
                    <a:pt x="4852" y="567"/>
                    <a:pt x="4852" y="347"/>
                  </a:cubicBezTo>
                  <a:cubicBezTo>
                    <a:pt x="4852" y="158"/>
                    <a:pt x="4695" y="0"/>
                    <a:pt x="45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808" name="Google Shape;15808;p87"/>
          <p:cNvGrpSpPr/>
          <p:nvPr/>
        </p:nvGrpSpPr>
        <p:grpSpPr>
          <a:xfrm>
            <a:off x="6813205" y="1631239"/>
            <a:ext cx="414840" cy="420832"/>
            <a:chOff x="-2777700" y="2049775"/>
            <a:chExt cx="287325" cy="291475"/>
          </a:xfrm>
        </p:grpSpPr>
        <p:sp>
          <p:nvSpPr>
            <p:cNvPr id="15809" name="Google Shape;15809;p87"/>
            <p:cNvSpPr/>
            <p:nvPr/>
          </p:nvSpPr>
          <p:spPr>
            <a:xfrm>
              <a:off x="-2777700" y="2049775"/>
              <a:ext cx="287325" cy="291475"/>
            </a:xfrm>
            <a:custGeom>
              <a:avLst/>
              <a:gdLst/>
              <a:ahLst/>
              <a:cxnLst/>
              <a:rect l="l" t="t" r="r" b="b"/>
              <a:pathLst>
                <a:path w="11493" h="11659" extrusionOk="0">
                  <a:moveTo>
                    <a:pt x="7121" y="662"/>
                  </a:moveTo>
                  <a:cubicBezTo>
                    <a:pt x="7341" y="662"/>
                    <a:pt x="7499" y="820"/>
                    <a:pt x="7499" y="1040"/>
                  </a:cubicBezTo>
                  <a:cubicBezTo>
                    <a:pt x="7499" y="1230"/>
                    <a:pt x="7341" y="1387"/>
                    <a:pt x="7121" y="1387"/>
                  </a:cubicBezTo>
                  <a:lnTo>
                    <a:pt x="4380" y="1387"/>
                  </a:lnTo>
                  <a:cubicBezTo>
                    <a:pt x="4191" y="1387"/>
                    <a:pt x="4033" y="1230"/>
                    <a:pt x="4033" y="1040"/>
                  </a:cubicBezTo>
                  <a:cubicBezTo>
                    <a:pt x="4033" y="820"/>
                    <a:pt x="4191" y="662"/>
                    <a:pt x="4380" y="662"/>
                  </a:cubicBezTo>
                  <a:close/>
                  <a:moveTo>
                    <a:pt x="6774" y="2049"/>
                  </a:moveTo>
                  <a:lnTo>
                    <a:pt x="6774" y="4285"/>
                  </a:lnTo>
                  <a:cubicBezTo>
                    <a:pt x="6774" y="4412"/>
                    <a:pt x="6774" y="4443"/>
                    <a:pt x="7499" y="5514"/>
                  </a:cubicBezTo>
                  <a:lnTo>
                    <a:pt x="3970" y="5514"/>
                  </a:lnTo>
                  <a:cubicBezTo>
                    <a:pt x="4758" y="4412"/>
                    <a:pt x="4726" y="4443"/>
                    <a:pt x="4726" y="4348"/>
                  </a:cubicBezTo>
                  <a:lnTo>
                    <a:pt x="4726" y="2049"/>
                  </a:lnTo>
                  <a:close/>
                  <a:moveTo>
                    <a:pt x="8003" y="6176"/>
                  </a:moveTo>
                  <a:cubicBezTo>
                    <a:pt x="8696" y="7215"/>
                    <a:pt x="9578" y="8507"/>
                    <a:pt x="10177" y="9389"/>
                  </a:cubicBezTo>
                  <a:cubicBezTo>
                    <a:pt x="10649" y="10082"/>
                    <a:pt x="10177" y="10996"/>
                    <a:pt x="9294" y="10996"/>
                  </a:cubicBezTo>
                  <a:lnTo>
                    <a:pt x="2206" y="10996"/>
                  </a:lnTo>
                  <a:cubicBezTo>
                    <a:pt x="1387" y="10996"/>
                    <a:pt x="914" y="10051"/>
                    <a:pt x="1387" y="9389"/>
                  </a:cubicBezTo>
                  <a:cubicBezTo>
                    <a:pt x="1859" y="8665"/>
                    <a:pt x="2804" y="7341"/>
                    <a:pt x="3561" y="6176"/>
                  </a:cubicBezTo>
                  <a:close/>
                  <a:moveTo>
                    <a:pt x="4380" y="1"/>
                  </a:moveTo>
                  <a:cubicBezTo>
                    <a:pt x="3813" y="1"/>
                    <a:pt x="3340" y="473"/>
                    <a:pt x="3340" y="1040"/>
                  </a:cubicBezTo>
                  <a:cubicBezTo>
                    <a:pt x="3340" y="1513"/>
                    <a:pt x="3655" y="1860"/>
                    <a:pt x="4065" y="2017"/>
                  </a:cubicBezTo>
                  <a:lnTo>
                    <a:pt x="4065" y="4222"/>
                  </a:lnTo>
                  <a:cubicBezTo>
                    <a:pt x="3718" y="4790"/>
                    <a:pt x="1198" y="8413"/>
                    <a:pt x="788" y="8980"/>
                  </a:cubicBezTo>
                  <a:cubicBezTo>
                    <a:pt x="1" y="10114"/>
                    <a:pt x="820" y="11658"/>
                    <a:pt x="2206" y="11658"/>
                  </a:cubicBezTo>
                  <a:lnTo>
                    <a:pt x="9294" y="11658"/>
                  </a:lnTo>
                  <a:cubicBezTo>
                    <a:pt x="9308" y="11658"/>
                    <a:pt x="9322" y="11658"/>
                    <a:pt x="9335" y="11658"/>
                  </a:cubicBezTo>
                  <a:cubicBezTo>
                    <a:pt x="10697" y="11658"/>
                    <a:pt x="11492" y="10103"/>
                    <a:pt x="10712" y="9011"/>
                  </a:cubicBezTo>
                  <a:cubicBezTo>
                    <a:pt x="10271" y="8444"/>
                    <a:pt x="7845" y="4853"/>
                    <a:pt x="7499" y="4254"/>
                  </a:cubicBezTo>
                  <a:lnTo>
                    <a:pt x="7499" y="1986"/>
                  </a:lnTo>
                  <a:cubicBezTo>
                    <a:pt x="7877" y="1828"/>
                    <a:pt x="8160" y="1450"/>
                    <a:pt x="8160" y="1040"/>
                  </a:cubicBezTo>
                  <a:cubicBezTo>
                    <a:pt x="8160" y="473"/>
                    <a:pt x="7688" y="1"/>
                    <a:pt x="71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810" name="Google Shape;15810;p87"/>
            <p:cNvSpPr/>
            <p:nvPr/>
          </p:nvSpPr>
          <p:spPr>
            <a:xfrm>
              <a:off x="-2694200" y="2221475"/>
              <a:ext cx="69325" cy="68550"/>
            </a:xfrm>
            <a:custGeom>
              <a:avLst/>
              <a:gdLst/>
              <a:ahLst/>
              <a:cxnLst/>
              <a:rect l="l" t="t" r="r" b="b"/>
              <a:pathLst>
                <a:path w="2773" h="2742" extrusionOk="0">
                  <a:moveTo>
                    <a:pt x="1386" y="694"/>
                  </a:moveTo>
                  <a:cubicBezTo>
                    <a:pt x="1733" y="694"/>
                    <a:pt x="2048" y="1009"/>
                    <a:pt x="2048" y="1356"/>
                  </a:cubicBezTo>
                  <a:cubicBezTo>
                    <a:pt x="2048" y="1765"/>
                    <a:pt x="1764" y="2049"/>
                    <a:pt x="1386" y="2049"/>
                  </a:cubicBezTo>
                  <a:cubicBezTo>
                    <a:pt x="1008" y="2049"/>
                    <a:pt x="725" y="1702"/>
                    <a:pt x="725" y="1356"/>
                  </a:cubicBezTo>
                  <a:cubicBezTo>
                    <a:pt x="725" y="978"/>
                    <a:pt x="1040" y="694"/>
                    <a:pt x="1386" y="694"/>
                  </a:cubicBezTo>
                  <a:close/>
                  <a:moveTo>
                    <a:pt x="1386" y="1"/>
                  </a:moveTo>
                  <a:cubicBezTo>
                    <a:pt x="630" y="1"/>
                    <a:pt x="0" y="631"/>
                    <a:pt x="0" y="1356"/>
                  </a:cubicBezTo>
                  <a:cubicBezTo>
                    <a:pt x="0" y="2112"/>
                    <a:pt x="630" y="2742"/>
                    <a:pt x="1386" y="2742"/>
                  </a:cubicBezTo>
                  <a:cubicBezTo>
                    <a:pt x="2142" y="2742"/>
                    <a:pt x="2772" y="2112"/>
                    <a:pt x="2772" y="1356"/>
                  </a:cubicBezTo>
                  <a:cubicBezTo>
                    <a:pt x="2772" y="631"/>
                    <a:pt x="2142" y="1"/>
                    <a:pt x="1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811" name="Google Shape;15811;p87"/>
            <p:cNvSpPr/>
            <p:nvPr/>
          </p:nvSpPr>
          <p:spPr>
            <a:xfrm>
              <a:off x="-2608350" y="2255350"/>
              <a:ext cx="51200" cy="51225"/>
            </a:xfrm>
            <a:custGeom>
              <a:avLst/>
              <a:gdLst/>
              <a:ahLst/>
              <a:cxnLst/>
              <a:rect l="l" t="t" r="r" b="b"/>
              <a:pathLst>
                <a:path w="2048" h="2049" extrusionOk="0">
                  <a:moveTo>
                    <a:pt x="1040" y="694"/>
                  </a:moveTo>
                  <a:cubicBezTo>
                    <a:pt x="1229" y="694"/>
                    <a:pt x="1386" y="851"/>
                    <a:pt x="1386" y="1040"/>
                  </a:cubicBezTo>
                  <a:cubicBezTo>
                    <a:pt x="1386" y="1229"/>
                    <a:pt x="1229" y="1387"/>
                    <a:pt x="1040" y="1387"/>
                  </a:cubicBezTo>
                  <a:cubicBezTo>
                    <a:pt x="819" y="1387"/>
                    <a:pt x="693" y="1229"/>
                    <a:pt x="693" y="1040"/>
                  </a:cubicBezTo>
                  <a:cubicBezTo>
                    <a:pt x="693" y="851"/>
                    <a:pt x="819" y="694"/>
                    <a:pt x="1040" y="694"/>
                  </a:cubicBezTo>
                  <a:close/>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812" name="Google Shape;15812;p87"/>
          <p:cNvGrpSpPr/>
          <p:nvPr/>
        </p:nvGrpSpPr>
        <p:grpSpPr>
          <a:xfrm>
            <a:off x="6809667" y="2140431"/>
            <a:ext cx="421914" cy="420759"/>
            <a:chOff x="-2571737" y="2403625"/>
            <a:chExt cx="292225" cy="291425"/>
          </a:xfrm>
        </p:grpSpPr>
        <p:sp>
          <p:nvSpPr>
            <p:cNvPr id="15813" name="Google Shape;15813;p87"/>
            <p:cNvSpPr/>
            <p:nvPr/>
          </p:nvSpPr>
          <p:spPr>
            <a:xfrm>
              <a:off x="-2571737" y="2403625"/>
              <a:ext cx="292225" cy="291425"/>
            </a:xfrm>
            <a:custGeom>
              <a:avLst/>
              <a:gdLst/>
              <a:ahLst/>
              <a:cxnLst/>
              <a:rect l="l" t="t" r="r" b="b"/>
              <a:pathLst>
                <a:path w="11689" h="11657" extrusionOk="0">
                  <a:moveTo>
                    <a:pt x="9547" y="725"/>
                  </a:moveTo>
                  <a:cubicBezTo>
                    <a:pt x="9704" y="725"/>
                    <a:pt x="9830" y="788"/>
                    <a:pt x="9893" y="914"/>
                  </a:cubicBezTo>
                  <a:lnTo>
                    <a:pt x="10681" y="2772"/>
                  </a:lnTo>
                  <a:lnTo>
                    <a:pt x="1135" y="2772"/>
                  </a:lnTo>
                  <a:lnTo>
                    <a:pt x="1891" y="914"/>
                  </a:lnTo>
                  <a:cubicBezTo>
                    <a:pt x="1922" y="788"/>
                    <a:pt x="2080" y="725"/>
                    <a:pt x="2206" y="725"/>
                  </a:cubicBezTo>
                  <a:close/>
                  <a:moveTo>
                    <a:pt x="10649" y="3403"/>
                  </a:moveTo>
                  <a:cubicBezTo>
                    <a:pt x="10870" y="3403"/>
                    <a:pt x="11027" y="3560"/>
                    <a:pt x="11027" y="3749"/>
                  </a:cubicBezTo>
                  <a:lnTo>
                    <a:pt x="11027" y="5167"/>
                  </a:lnTo>
                  <a:cubicBezTo>
                    <a:pt x="11027" y="5356"/>
                    <a:pt x="10870" y="5513"/>
                    <a:pt x="10649" y="5513"/>
                  </a:cubicBezTo>
                  <a:lnTo>
                    <a:pt x="1040" y="5513"/>
                  </a:lnTo>
                  <a:cubicBezTo>
                    <a:pt x="851" y="5513"/>
                    <a:pt x="694" y="5356"/>
                    <a:pt x="694" y="5167"/>
                  </a:cubicBezTo>
                  <a:lnTo>
                    <a:pt x="694" y="3749"/>
                  </a:lnTo>
                  <a:cubicBezTo>
                    <a:pt x="694" y="3560"/>
                    <a:pt x="851" y="3403"/>
                    <a:pt x="1040" y="3403"/>
                  </a:cubicBezTo>
                  <a:close/>
                  <a:moveTo>
                    <a:pt x="10681" y="6206"/>
                  </a:moveTo>
                  <a:cubicBezTo>
                    <a:pt x="10870" y="6238"/>
                    <a:pt x="11027" y="6364"/>
                    <a:pt x="11027" y="6553"/>
                  </a:cubicBezTo>
                  <a:lnTo>
                    <a:pt x="11027" y="7939"/>
                  </a:lnTo>
                  <a:cubicBezTo>
                    <a:pt x="11027" y="8128"/>
                    <a:pt x="10870" y="8286"/>
                    <a:pt x="10681" y="8286"/>
                  </a:cubicBezTo>
                  <a:lnTo>
                    <a:pt x="1072" y="8286"/>
                  </a:lnTo>
                  <a:cubicBezTo>
                    <a:pt x="851" y="8286"/>
                    <a:pt x="694" y="8128"/>
                    <a:pt x="694" y="7939"/>
                  </a:cubicBezTo>
                  <a:lnTo>
                    <a:pt x="694" y="6553"/>
                  </a:lnTo>
                  <a:cubicBezTo>
                    <a:pt x="694" y="6364"/>
                    <a:pt x="851" y="6206"/>
                    <a:pt x="1072" y="6206"/>
                  </a:cubicBezTo>
                  <a:close/>
                  <a:moveTo>
                    <a:pt x="10681" y="8947"/>
                  </a:moveTo>
                  <a:cubicBezTo>
                    <a:pt x="10870" y="8947"/>
                    <a:pt x="11027" y="9105"/>
                    <a:pt x="11027" y="9294"/>
                  </a:cubicBezTo>
                  <a:lnTo>
                    <a:pt x="11027" y="10680"/>
                  </a:lnTo>
                  <a:cubicBezTo>
                    <a:pt x="11027" y="10869"/>
                    <a:pt x="10870" y="11027"/>
                    <a:pt x="10681" y="11027"/>
                  </a:cubicBezTo>
                  <a:lnTo>
                    <a:pt x="1072" y="11027"/>
                  </a:lnTo>
                  <a:cubicBezTo>
                    <a:pt x="851" y="11027"/>
                    <a:pt x="694" y="10869"/>
                    <a:pt x="694" y="10680"/>
                  </a:cubicBezTo>
                  <a:lnTo>
                    <a:pt x="694" y="9294"/>
                  </a:lnTo>
                  <a:cubicBezTo>
                    <a:pt x="694" y="9105"/>
                    <a:pt x="851" y="8947"/>
                    <a:pt x="1072" y="8947"/>
                  </a:cubicBezTo>
                  <a:close/>
                  <a:moveTo>
                    <a:pt x="2174" y="0"/>
                  </a:moveTo>
                  <a:cubicBezTo>
                    <a:pt x="1733" y="0"/>
                    <a:pt x="1387" y="252"/>
                    <a:pt x="1229" y="630"/>
                  </a:cubicBezTo>
                  <a:lnTo>
                    <a:pt x="64" y="3403"/>
                  </a:lnTo>
                  <a:cubicBezTo>
                    <a:pt x="32" y="3529"/>
                    <a:pt x="0" y="3686"/>
                    <a:pt x="0" y="3781"/>
                  </a:cubicBezTo>
                  <a:lnTo>
                    <a:pt x="0" y="5198"/>
                  </a:lnTo>
                  <a:cubicBezTo>
                    <a:pt x="0" y="5482"/>
                    <a:pt x="127" y="5734"/>
                    <a:pt x="284" y="5860"/>
                  </a:cubicBezTo>
                  <a:cubicBezTo>
                    <a:pt x="127" y="6080"/>
                    <a:pt x="0" y="6301"/>
                    <a:pt x="0" y="6553"/>
                  </a:cubicBezTo>
                  <a:lnTo>
                    <a:pt x="0" y="7908"/>
                  </a:lnTo>
                  <a:cubicBezTo>
                    <a:pt x="0" y="8191"/>
                    <a:pt x="127" y="8443"/>
                    <a:pt x="284" y="8601"/>
                  </a:cubicBezTo>
                  <a:cubicBezTo>
                    <a:pt x="127" y="8790"/>
                    <a:pt x="0" y="9010"/>
                    <a:pt x="0" y="9262"/>
                  </a:cubicBezTo>
                  <a:lnTo>
                    <a:pt x="0" y="10649"/>
                  </a:lnTo>
                  <a:cubicBezTo>
                    <a:pt x="0" y="11184"/>
                    <a:pt x="473" y="11657"/>
                    <a:pt x="1009" y="11657"/>
                  </a:cubicBezTo>
                  <a:lnTo>
                    <a:pt x="10618" y="11657"/>
                  </a:lnTo>
                  <a:cubicBezTo>
                    <a:pt x="11185" y="11657"/>
                    <a:pt x="11657" y="11184"/>
                    <a:pt x="11657" y="10649"/>
                  </a:cubicBezTo>
                  <a:lnTo>
                    <a:pt x="11657" y="9262"/>
                  </a:lnTo>
                  <a:cubicBezTo>
                    <a:pt x="11657" y="8979"/>
                    <a:pt x="11531" y="8758"/>
                    <a:pt x="11374" y="8601"/>
                  </a:cubicBezTo>
                  <a:cubicBezTo>
                    <a:pt x="11531" y="8380"/>
                    <a:pt x="11657" y="8160"/>
                    <a:pt x="11657" y="7908"/>
                  </a:cubicBezTo>
                  <a:lnTo>
                    <a:pt x="11657" y="6553"/>
                  </a:lnTo>
                  <a:cubicBezTo>
                    <a:pt x="11657" y="6269"/>
                    <a:pt x="11531" y="6017"/>
                    <a:pt x="11374" y="5860"/>
                  </a:cubicBezTo>
                  <a:cubicBezTo>
                    <a:pt x="11531" y="5671"/>
                    <a:pt x="11657" y="5450"/>
                    <a:pt x="11657" y="5198"/>
                  </a:cubicBezTo>
                  <a:lnTo>
                    <a:pt x="11657" y="3781"/>
                  </a:lnTo>
                  <a:lnTo>
                    <a:pt x="11689" y="3781"/>
                  </a:lnTo>
                  <a:cubicBezTo>
                    <a:pt x="11689" y="3686"/>
                    <a:pt x="11657" y="3529"/>
                    <a:pt x="11594" y="3403"/>
                  </a:cubicBezTo>
                  <a:lnTo>
                    <a:pt x="10460" y="630"/>
                  </a:lnTo>
                  <a:cubicBezTo>
                    <a:pt x="10303" y="252"/>
                    <a:pt x="9925" y="0"/>
                    <a:pt x="95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814" name="Google Shape;15814;p87"/>
            <p:cNvSpPr/>
            <p:nvPr/>
          </p:nvSpPr>
          <p:spPr>
            <a:xfrm>
              <a:off x="-2485967" y="2649150"/>
              <a:ext cx="173300" cy="18150"/>
            </a:xfrm>
            <a:custGeom>
              <a:avLst/>
              <a:gdLst/>
              <a:ahLst/>
              <a:cxnLst/>
              <a:rect l="l" t="t" r="r" b="b"/>
              <a:pathLst>
                <a:path w="6932" h="726" extrusionOk="0">
                  <a:moveTo>
                    <a:pt x="378" y="1"/>
                  </a:moveTo>
                  <a:cubicBezTo>
                    <a:pt x="158" y="1"/>
                    <a:pt x="0" y="159"/>
                    <a:pt x="0" y="379"/>
                  </a:cubicBezTo>
                  <a:cubicBezTo>
                    <a:pt x="0" y="568"/>
                    <a:pt x="158" y="726"/>
                    <a:pt x="378" y="726"/>
                  </a:cubicBezTo>
                  <a:lnTo>
                    <a:pt x="6585" y="726"/>
                  </a:lnTo>
                  <a:cubicBezTo>
                    <a:pt x="6774" y="726"/>
                    <a:pt x="6931" y="568"/>
                    <a:pt x="6931" y="379"/>
                  </a:cubicBezTo>
                  <a:cubicBezTo>
                    <a:pt x="6931" y="159"/>
                    <a:pt x="6774" y="1"/>
                    <a:pt x="65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815" name="Google Shape;15815;p87"/>
            <p:cNvSpPr/>
            <p:nvPr/>
          </p:nvSpPr>
          <p:spPr>
            <a:xfrm>
              <a:off x="-2485967" y="2511325"/>
              <a:ext cx="173300" cy="18150"/>
            </a:xfrm>
            <a:custGeom>
              <a:avLst/>
              <a:gdLst/>
              <a:ahLst/>
              <a:cxnLst/>
              <a:rect l="l" t="t" r="r" b="b"/>
              <a:pathLst>
                <a:path w="6932" h="726" extrusionOk="0">
                  <a:moveTo>
                    <a:pt x="378" y="1"/>
                  </a:moveTo>
                  <a:cubicBezTo>
                    <a:pt x="158" y="1"/>
                    <a:pt x="0" y="158"/>
                    <a:pt x="0" y="379"/>
                  </a:cubicBezTo>
                  <a:cubicBezTo>
                    <a:pt x="0" y="568"/>
                    <a:pt x="158" y="725"/>
                    <a:pt x="378" y="725"/>
                  </a:cubicBezTo>
                  <a:lnTo>
                    <a:pt x="6585" y="725"/>
                  </a:lnTo>
                  <a:cubicBezTo>
                    <a:pt x="6774" y="725"/>
                    <a:pt x="6931" y="568"/>
                    <a:pt x="6931" y="379"/>
                  </a:cubicBezTo>
                  <a:cubicBezTo>
                    <a:pt x="6931" y="158"/>
                    <a:pt x="6774" y="1"/>
                    <a:pt x="65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816" name="Google Shape;15816;p87"/>
            <p:cNvSpPr/>
            <p:nvPr/>
          </p:nvSpPr>
          <p:spPr>
            <a:xfrm>
              <a:off x="-2540185" y="2511325"/>
              <a:ext cx="18125" cy="18925"/>
            </a:xfrm>
            <a:custGeom>
              <a:avLst/>
              <a:gdLst/>
              <a:ahLst/>
              <a:cxnLst/>
              <a:rect l="l" t="t" r="r" b="b"/>
              <a:pathLst>
                <a:path w="725" h="757" extrusionOk="0">
                  <a:moveTo>
                    <a:pt x="378" y="1"/>
                  </a:moveTo>
                  <a:cubicBezTo>
                    <a:pt x="158" y="1"/>
                    <a:pt x="0" y="158"/>
                    <a:pt x="0" y="379"/>
                  </a:cubicBezTo>
                  <a:cubicBezTo>
                    <a:pt x="0" y="568"/>
                    <a:pt x="158" y="757"/>
                    <a:pt x="378" y="757"/>
                  </a:cubicBezTo>
                  <a:cubicBezTo>
                    <a:pt x="567" y="757"/>
                    <a:pt x="725" y="568"/>
                    <a:pt x="725" y="379"/>
                  </a:cubicBez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817" name="Google Shape;15817;p87"/>
            <p:cNvSpPr/>
            <p:nvPr/>
          </p:nvSpPr>
          <p:spPr>
            <a:xfrm>
              <a:off x="-2485579" y="2580625"/>
              <a:ext cx="172525" cy="17350"/>
            </a:xfrm>
            <a:custGeom>
              <a:avLst/>
              <a:gdLst/>
              <a:ahLst/>
              <a:cxnLst/>
              <a:rect l="l" t="t" r="r" b="b"/>
              <a:pathLst>
                <a:path w="6901" h="694" extrusionOk="0">
                  <a:moveTo>
                    <a:pt x="347" y="0"/>
                  </a:moveTo>
                  <a:cubicBezTo>
                    <a:pt x="158" y="0"/>
                    <a:pt x="1" y="158"/>
                    <a:pt x="1" y="347"/>
                  </a:cubicBezTo>
                  <a:cubicBezTo>
                    <a:pt x="32" y="536"/>
                    <a:pt x="158" y="693"/>
                    <a:pt x="347" y="693"/>
                  </a:cubicBezTo>
                  <a:lnTo>
                    <a:pt x="6554" y="693"/>
                  </a:lnTo>
                  <a:cubicBezTo>
                    <a:pt x="6774" y="693"/>
                    <a:pt x="6900" y="536"/>
                    <a:pt x="6900" y="347"/>
                  </a:cubicBezTo>
                  <a:cubicBezTo>
                    <a:pt x="6900" y="158"/>
                    <a:pt x="6774" y="0"/>
                    <a:pt x="65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818" name="Google Shape;15818;p87"/>
            <p:cNvSpPr/>
            <p:nvPr/>
          </p:nvSpPr>
          <p:spPr>
            <a:xfrm>
              <a:off x="-2540185" y="2580625"/>
              <a:ext cx="18125" cy="17350"/>
            </a:xfrm>
            <a:custGeom>
              <a:avLst/>
              <a:gdLst/>
              <a:ahLst/>
              <a:cxnLst/>
              <a:rect l="l" t="t" r="r" b="b"/>
              <a:pathLst>
                <a:path w="725" h="694" extrusionOk="0">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819" name="Google Shape;15819;p87"/>
            <p:cNvSpPr/>
            <p:nvPr/>
          </p:nvSpPr>
          <p:spPr>
            <a:xfrm>
              <a:off x="-2540185" y="2649150"/>
              <a:ext cx="18125" cy="18150"/>
            </a:xfrm>
            <a:custGeom>
              <a:avLst/>
              <a:gdLst/>
              <a:ahLst/>
              <a:cxnLst/>
              <a:rect l="l" t="t" r="r" b="b"/>
              <a:pathLst>
                <a:path w="725" h="726" extrusionOk="0">
                  <a:moveTo>
                    <a:pt x="378" y="1"/>
                  </a:moveTo>
                  <a:cubicBezTo>
                    <a:pt x="158" y="1"/>
                    <a:pt x="0" y="159"/>
                    <a:pt x="0" y="379"/>
                  </a:cubicBezTo>
                  <a:cubicBezTo>
                    <a:pt x="0" y="568"/>
                    <a:pt x="158" y="726"/>
                    <a:pt x="378" y="726"/>
                  </a:cubicBezTo>
                  <a:cubicBezTo>
                    <a:pt x="567" y="726"/>
                    <a:pt x="725" y="568"/>
                    <a:pt x="725" y="379"/>
                  </a:cubicBezTo>
                  <a:cubicBezTo>
                    <a:pt x="725" y="159"/>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820" name="Google Shape;15820;p87"/>
          <p:cNvGrpSpPr/>
          <p:nvPr/>
        </p:nvGrpSpPr>
        <p:grpSpPr>
          <a:xfrm>
            <a:off x="6809667" y="2661534"/>
            <a:ext cx="421914" cy="419640"/>
            <a:chOff x="-2571737" y="2764550"/>
            <a:chExt cx="292225" cy="290650"/>
          </a:xfrm>
        </p:grpSpPr>
        <p:sp>
          <p:nvSpPr>
            <p:cNvPr id="15821" name="Google Shape;15821;p87"/>
            <p:cNvSpPr/>
            <p:nvPr/>
          </p:nvSpPr>
          <p:spPr>
            <a:xfrm>
              <a:off x="-2496085" y="3009100"/>
              <a:ext cx="17350" cy="17350"/>
            </a:xfrm>
            <a:custGeom>
              <a:avLst/>
              <a:gdLst/>
              <a:ahLst/>
              <a:cxnLst/>
              <a:rect l="l" t="t" r="r" b="b"/>
              <a:pathLst>
                <a:path w="694" h="694" extrusionOk="0">
                  <a:moveTo>
                    <a:pt x="347" y="1"/>
                  </a:moveTo>
                  <a:cubicBezTo>
                    <a:pt x="127" y="1"/>
                    <a:pt x="0" y="158"/>
                    <a:pt x="0" y="347"/>
                  </a:cubicBezTo>
                  <a:cubicBezTo>
                    <a:pt x="0" y="536"/>
                    <a:pt x="127" y="694"/>
                    <a:pt x="347" y="694"/>
                  </a:cubicBezTo>
                  <a:cubicBezTo>
                    <a:pt x="536" y="694"/>
                    <a:pt x="694" y="536"/>
                    <a:pt x="694" y="347"/>
                  </a:cubicBezTo>
                  <a:cubicBezTo>
                    <a:pt x="662" y="158"/>
                    <a:pt x="505"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822" name="Google Shape;15822;p87"/>
            <p:cNvSpPr/>
            <p:nvPr/>
          </p:nvSpPr>
          <p:spPr>
            <a:xfrm>
              <a:off x="-2398548" y="2800375"/>
              <a:ext cx="52000" cy="120525"/>
            </a:xfrm>
            <a:custGeom>
              <a:avLst/>
              <a:gdLst/>
              <a:ahLst/>
              <a:cxnLst/>
              <a:rect l="l" t="t" r="r" b="b"/>
              <a:pathLst>
                <a:path w="2080" h="4821" extrusionOk="0">
                  <a:moveTo>
                    <a:pt x="1008" y="0"/>
                  </a:moveTo>
                  <a:cubicBezTo>
                    <a:pt x="819" y="0"/>
                    <a:pt x="662" y="158"/>
                    <a:pt x="662" y="378"/>
                  </a:cubicBezTo>
                  <a:lnTo>
                    <a:pt x="662" y="757"/>
                  </a:lnTo>
                  <a:cubicBezTo>
                    <a:pt x="252" y="914"/>
                    <a:pt x="0" y="1261"/>
                    <a:pt x="0" y="1733"/>
                  </a:cubicBezTo>
                  <a:cubicBezTo>
                    <a:pt x="0" y="2300"/>
                    <a:pt x="473" y="2773"/>
                    <a:pt x="1008" y="2773"/>
                  </a:cubicBezTo>
                  <a:cubicBezTo>
                    <a:pt x="1323" y="2773"/>
                    <a:pt x="1481" y="3119"/>
                    <a:pt x="1260" y="3371"/>
                  </a:cubicBezTo>
                  <a:cubicBezTo>
                    <a:pt x="1197" y="3419"/>
                    <a:pt x="1103" y="3442"/>
                    <a:pt x="1012" y="3442"/>
                  </a:cubicBezTo>
                  <a:cubicBezTo>
                    <a:pt x="922" y="3442"/>
                    <a:pt x="835" y="3419"/>
                    <a:pt x="788" y="3371"/>
                  </a:cubicBezTo>
                  <a:cubicBezTo>
                    <a:pt x="725" y="3308"/>
                    <a:pt x="630" y="3277"/>
                    <a:pt x="540" y="3277"/>
                  </a:cubicBezTo>
                  <a:cubicBezTo>
                    <a:pt x="449" y="3277"/>
                    <a:pt x="362" y="3308"/>
                    <a:pt x="315" y="3371"/>
                  </a:cubicBezTo>
                  <a:cubicBezTo>
                    <a:pt x="189" y="3466"/>
                    <a:pt x="189" y="3718"/>
                    <a:pt x="315" y="3844"/>
                  </a:cubicBezTo>
                  <a:cubicBezTo>
                    <a:pt x="410" y="3939"/>
                    <a:pt x="536" y="4033"/>
                    <a:pt x="693" y="4065"/>
                  </a:cubicBezTo>
                  <a:lnTo>
                    <a:pt x="693" y="4474"/>
                  </a:lnTo>
                  <a:cubicBezTo>
                    <a:pt x="693" y="4663"/>
                    <a:pt x="851" y="4821"/>
                    <a:pt x="1040" y="4821"/>
                  </a:cubicBezTo>
                  <a:cubicBezTo>
                    <a:pt x="1260" y="4821"/>
                    <a:pt x="1418" y="4663"/>
                    <a:pt x="1418" y="4474"/>
                  </a:cubicBezTo>
                  <a:lnTo>
                    <a:pt x="1418" y="4065"/>
                  </a:lnTo>
                  <a:cubicBezTo>
                    <a:pt x="1796" y="3907"/>
                    <a:pt x="2079" y="3560"/>
                    <a:pt x="2079" y="3088"/>
                  </a:cubicBezTo>
                  <a:cubicBezTo>
                    <a:pt x="2079" y="2521"/>
                    <a:pt x="1607" y="2048"/>
                    <a:pt x="1040" y="2048"/>
                  </a:cubicBezTo>
                  <a:cubicBezTo>
                    <a:pt x="851" y="2048"/>
                    <a:pt x="693" y="1891"/>
                    <a:pt x="693" y="1702"/>
                  </a:cubicBezTo>
                  <a:cubicBezTo>
                    <a:pt x="693" y="1495"/>
                    <a:pt x="842" y="1356"/>
                    <a:pt x="1016" y="1356"/>
                  </a:cubicBezTo>
                  <a:cubicBezTo>
                    <a:pt x="1107" y="1356"/>
                    <a:pt x="1205" y="1394"/>
                    <a:pt x="1292" y="1481"/>
                  </a:cubicBezTo>
                  <a:cubicBezTo>
                    <a:pt x="1355" y="1528"/>
                    <a:pt x="1441" y="1552"/>
                    <a:pt x="1528" y="1552"/>
                  </a:cubicBezTo>
                  <a:cubicBezTo>
                    <a:pt x="1615" y="1552"/>
                    <a:pt x="1701" y="1528"/>
                    <a:pt x="1764" y="1481"/>
                  </a:cubicBezTo>
                  <a:cubicBezTo>
                    <a:pt x="1859" y="1355"/>
                    <a:pt x="1859" y="1103"/>
                    <a:pt x="1764" y="1009"/>
                  </a:cubicBezTo>
                  <a:cubicBezTo>
                    <a:pt x="1638" y="883"/>
                    <a:pt x="1512" y="788"/>
                    <a:pt x="1355" y="757"/>
                  </a:cubicBezTo>
                  <a:lnTo>
                    <a:pt x="1355" y="378"/>
                  </a:lnTo>
                  <a:cubicBezTo>
                    <a:pt x="1355" y="158"/>
                    <a:pt x="1197" y="0"/>
                    <a:pt x="10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823" name="Google Shape;15823;p87"/>
            <p:cNvSpPr/>
            <p:nvPr/>
          </p:nvSpPr>
          <p:spPr>
            <a:xfrm>
              <a:off x="-2571737" y="2764550"/>
              <a:ext cx="292225" cy="290650"/>
            </a:xfrm>
            <a:custGeom>
              <a:avLst/>
              <a:gdLst/>
              <a:ahLst/>
              <a:cxnLst/>
              <a:rect l="l" t="t" r="r" b="b"/>
              <a:pathLst>
                <a:path w="11689" h="11626" extrusionOk="0">
                  <a:moveTo>
                    <a:pt x="5009" y="1355"/>
                  </a:moveTo>
                  <a:cubicBezTo>
                    <a:pt x="4789" y="1576"/>
                    <a:pt x="4694" y="1796"/>
                    <a:pt x="4537" y="2049"/>
                  </a:cubicBezTo>
                  <a:lnTo>
                    <a:pt x="662" y="2049"/>
                  </a:lnTo>
                  <a:lnTo>
                    <a:pt x="662" y="1670"/>
                  </a:lnTo>
                  <a:cubicBezTo>
                    <a:pt x="662" y="1513"/>
                    <a:pt x="819" y="1355"/>
                    <a:pt x="1008" y="1355"/>
                  </a:cubicBezTo>
                  <a:close/>
                  <a:moveTo>
                    <a:pt x="7908" y="694"/>
                  </a:moveTo>
                  <a:cubicBezTo>
                    <a:pt x="9609" y="694"/>
                    <a:pt x="10995" y="2080"/>
                    <a:pt x="10995" y="3781"/>
                  </a:cubicBezTo>
                  <a:cubicBezTo>
                    <a:pt x="10995" y="5451"/>
                    <a:pt x="9609" y="6837"/>
                    <a:pt x="7908" y="6837"/>
                  </a:cubicBezTo>
                  <a:cubicBezTo>
                    <a:pt x="7309" y="6837"/>
                    <a:pt x="6679" y="6680"/>
                    <a:pt x="6206" y="6365"/>
                  </a:cubicBezTo>
                  <a:cubicBezTo>
                    <a:pt x="6162" y="6342"/>
                    <a:pt x="6086" y="6320"/>
                    <a:pt x="6023" y="6320"/>
                  </a:cubicBezTo>
                  <a:cubicBezTo>
                    <a:pt x="5997" y="6320"/>
                    <a:pt x="5973" y="6324"/>
                    <a:pt x="5954" y="6333"/>
                  </a:cubicBezTo>
                  <a:cubicBezTo>
                    <a:pt x="5671" y="6396"/>
                    <a:pt x="5324" y="6522"/>
                    <a:pt x="5009" y="6648"/>
                  </a:cubicBezTo>
                  <a:lnTo>
                    <a:pt x="5324" y="5703"/>
                  </a:lnTo>
                  <a:cubicBezTo>
                    <a:pt x="5356" y="5609"/>
                    <a:pt x="5324" y="5514"/>
                    <a:pt x="5261" y="5420"/>
                  </a:cubicBezTo>
                  <a:cubicBezTo>
                    <a:pt x="4946" y="4947"/>
                    <a:pt x="4789" y="4348"/>
                    <a:pt x="4789" y="3781"/>
                  </a:cubicBezTo>
                  <a:cubicBezTo>
                    <a:pt x="4789" y="2080"/>
                    <a:pt x="6238" y="694"/>
                    <a:pt x="7908" y="694"/>
                  </a:cubicBezTo>
                  <a:close/>
                  <a:moveTo>
                    <a:pt x="4253" y="2710"/>
                  </a:moveTo>
                  <a:cubicBezTo>
                    <a:pt x="4190" y="3025"/>
                    <a:pt x="4096" y="3372"/>
                    <a:pt x="4096" y="3718"/>
                  </a:cubicBezTo>
                  <a:cubicBezTo>
                    <a:pt x="4096" y="4411"/>
                    <a:pt x="4253" y="5041"/>
                    <a:pt x="4600" y="5609"/>
                  </a:cubicBezTo>
                  <a:lnTo>
                    <a:pt x="4127" y="7089"/>
                  </a:lnTo>
                  <a:cubicBezTo>
                    <a:pt x="4096" y="7184"/>
                    <a:pt x="4127" y="7341"/>
                    <a:pt x="4222" y="7436"/>
                  </a:cubicBezTo>
                  <a:cubicBezTo>
                    <a:pt x="4266" y="7480"/>
                    <a:pt x="4358" y="7525"/>
                    <a:pt x="4453" y="7525"/>
                  </a:cubicBezTo>
                  <a:cubicBezTo>
                    <a:pt x="4492" y="7525"/>
                    <a:pt x="4531" y="7517"/>
                    <a:pt x="4568" y="7499"/>
                  </a:cubicBezTo>
                  <a:cubicBezTo>
                    <a:pt x="4568" y="7499"/>
                    <a:pt x="5387" y="7247"/>
                    <a:pt x="6017" y="7026"/>
                  </a:cubicBezTo>
                  <a:cubicBezTo>
                    <a:pt x="6080" y="7089"/>
                    <a:pt x="6143" y="7089"/>
                    <a:pt x="6175" y="7121"/>
                  </a:cubicBezTo>
                  <a:lnTo>
                    <a:pt x="6175" y="8223"/>
                  </a:lnTo>
                  <a:lnTo>
                    <a:pt x="662" y="8223"/>
                  </a:lnTo>
                  <a:lnTo>
                    <a:pt x="662" y="2710"/>
                  </a:lnTo>
                  <a:close/>
                  <a:moveTo>
                    <a:pt x="6112" y="8885"/>
                  </a:moveTo>
                  <a:lnTo>
                    <a:pt x="6112" y="10618"/>
                  </a:lnTo>
                  <a:cubicBezTo>
                    <a:pt x="6143" y="10807"/>
                    <a:pt x="5986" y="10964"/>
                    <a:pt x="5797" y="10964"/>
                  </a:cubicBezTo>
                  <a:lnTo>
                    <a:pt x="977" y="10964"/>
                  </a:lnTo>
                  <a:cubicBezTo>
                    <a:pt x="788" y="10964"/>
                    <a:pt x="630" y="10807"/>
                    <a:pt x="630" y="10618"/>
                  </a:cubicBezTo>
                  <a:lnTo>
                    <a:pt x="630" y="8885"/>
                  </a:lnTo>
                  <a:close/>
                  <a:moveTo>
                    <a:pt x="7908" y="1"/>
                  </a:moveTo>
                  <a:cubicBezTo>
                    <a:pt x="7120" y="1"/>
                    <a:pt x="6364" y="221"/>
                    <a:pt x="5734" y="662"/>
                  </a:cubicBezTo>
                  <a:lnTo>
                    <a:pt x="1008" y="662"/>
                  </a:lnTo>
                  <a:cubicBezTo>
                    <a:pt x="473" y="662"/>
                    <a:pt x="0" y="1135"/>
                    <a:pt x="0" y="1670"/>
                  </a:cubicBezTo>
                  <a:lnTo>
                    <a:pt x="0" y="10618"/>
                  </a:lnTo>
                  <a:cubicBezTo>
                    <a:pt x="0" y="11153"/>
                    <a:pt x="473" y="11626"/>
                    <a:pt x="1008" y="11626"/>
                  </a:cubicBezTo>
                  <a:lnTo>
                    <a:pt x="5828" y="11626"/>
                  </a:lnTo>
                  <a:cubicBezTo>
                    <a:pt x="6364" y="11626"/>
                    <a:pt x="6837" y="11153"/>
                    <a:pt x="6837" y="10618"/>
                  </a:cubicBezTo>
                  <a:lnTo>
                    <a:pt x="6837" y="7341"/>
                  </a:lnTo>
                  <a:cubicBezTo>
                    <a:pt x="7215" y="7436"/>
                    <a:pt x="7561" y="7499"/>
                    <a:pt x="7908" y="7499"/>
                  </a:cubicBezTo>
                  <a:cubicBezTo>
                    <a:pt x="9987" y="7499"/>
                    <a:pt x="11688" y="5798"/>
                    <a:pt x="11688" y="3718"/>
                  </a:cubicBezTo>
                  <a:cubicBezTo>
                    <a:pt x="11657" y="1670"/>
                    <a:pt x="9956" y="1"/>
                    <a:pt x="79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824" name="Google Shape;15824;p87"/>
          <p:cNvGrpSpPr/>
          <p:nvPr/>
        </p:nvGrpSpPr>
        <p:grpSpPr>
          <a:xfrm>
            <a:off x="3009168" y="3230538"/>
            <a:ext cx="421914" cy="423864"/>
            <a:chOff x="-1333975" y="2365850"/>
            <a:chExt cx="292225" cy="293575"/>
          </a:xfrm>
        </p:grpSpPr>
        <p:sp>
          <p:nvSpPr>
            <p:cNvPr id="15825" name="Google Shape;15825;p87"/>
            <p:cNvSpPr/>
            <p:nvPr/>
          </p:nvSpPr>
          <p:spPr>
            <a:xfrm>
              <a:off x="-1285150" y="2365850"/>
              <a:ext cx="191225" cy="293575"/>
            </a:xfrm>
            <a:custGeom>
              <a:avLst/>
              <a:gdLst/>
              <a:ahLst/>
              <a:cxnLst/>
              <a:rect l="l" t="t" r="r" b="b"/>
              <a:pathLst>
                <a:path w="7649" h="11743" extrusionOk="0">
                  <a:moveTo>
                    <a:pt x="3813" y="684"/>
                  </a:moveTo>
                  <a:cubicBezTo>
                    <a:pt x="5545" y="684"/>
                    <a:pt x="6900" y="2039"/>
                    <a:pt x="6900" y="3740"/>
                  </a:cubicBezTo>
                  <a:cubicBezTo>
                    <a:pt x="6931" y="4780"/>
                    <a:pt x="6553" y="5347"/>
                    <a:pt x="6270" y="5788"/>
                  </a:cubicBezTo>
                  <a:cubicBezTo>
                    <a:pt x="5797" y="6544"/>
                    <a:pt x="5608" y="6922"/>
                    <a:pt x="5608" y="7930"/>
                  </a:cubicBezTo>
                  <a:cubicBezTo>
                    <a:pt x="5608" y="8119"/>
                    <a:pt x="5451" y="8277"/>
                    <a:pt x="5230" y="8277"/>
                  </a:cubicBezTo>
                  <a:lnTo>
                    <a:pt x="2489" y="8277"/>
                  </a:lnTo>
                  <a:cubicBezTo>
                    <a:pt x="2300" y="8277"/>
                    <a:pt x="2143" y="8119"/>
                    <a:pt x="2143" y="7930"/>
                  </a:cubicBezTo>
                  <a:cubicBezTo>
                    <a:pt x="2143" y="6922"/>
                    <a:pt x="1922" y="6576"/>
                    <a:pt x="1450" y="5820"/>
                  </a:cubicBezTo>
                  <a:cubicBezTo>
                    <a:pt x="1198" y="5347"/>
                    <a:pt x="567" y="4528"/>
                    <a:pt x="788" y="3205"/>
                  </a:cubicBezTo>
                  <a:cubicBezTo>
                    <a:pt x="1040" y="1819"/>
                    <a:pt x="2237" y="684"/>
                    <a:pt x="3813" y="684"/>
                  </a:cubicBezTo>
                  <a:close/>
                  <a:moveTo>
                    <a:pt x="4852" y="8907"/>
                  </a:moveTo>
                  <a:lnTo>
                    <a:pt x="4852" y="9569"/>
                  </a:lnTo>
                  <a:lnTo>
                    <a:pt x="4506" y="9569"/>
                  </a:lnTo>
                  <a:cubicBezTo>
                    <a:pt x="4285" y="9569"/>
                    <a:pt x="4128" y="9726"/>
                    <a:pt x="4128" y="9915"/>
                  </a:cubicBezTo>
                  <a:cubicBezTo>
                    <a:pt x="4128" y="10136"/>
                    <a:pt x="4285" y="10293"/>
                    <a:pt x="4506" y="10293"/>
                  </a:cubicBezTo>
                  <a:lnTo>
                    <a:pt x="4852" y="10293"/>
                  </a:lnTo>
                  <a:lnTo>
                    <a:pt x="4852" y="10640"/>
                  </a:lnTo>
                  <a:cubicBezTo>
                    <a:pt x="4884" y="10829"/>
                    <a:pt x="4726" y="10986"/>
                    <a:pt x="4537" y="10986"/>
                  </a:cubicBezTo>
                  <a:lnTo>
                    <a:pt x="3151" y="10986"/>
                  </a:lnTo>
                  <a:cubicBezTo>
                    <a:pt x="2962" y="10986"/>
                    <a:pt x="2804" y="10829"/>
                    <a:pt x="2804" y="10640"/>
                  </a:cubicBezTo>
                  <a:lnTo>
                    <a:pt x="2804" y="10293"/>
                  </a:lnTo>
                  <a:lnTo>
                    <a:pt x="3151" y="10293"/>
                  </a:lnTo>
                  <a:cubicBezTo>
                    <a:pt x="3371" y="10293"/>
                    <a:pt x="3529" y="10136"/>
                    <a:pt x="3529" y="9915"/>
                  </a:cubicBezTo>
                  <a:cubicBezTo>
                    <a:pt x="3529" y="9726"/>
                    <a:pt x="3371" y="9569"/>
                    <a:pt x="3151" y="9569"/>
                  </a:cubicBezTo>
                  <a:lnTo>
                    <a:pt x="2804" y="9569"/>
                  </a:lnTo>
                  <a:lnTo>
                    <a:pt x="2804" y="8907"/>
                  </a:lnTo>
                  <a:close/>
                  <a:moveTo>
                    <a:pt x="3897" y="1"/>
                  </a:moveTo>
                  <a:cubicBezTo>
                    <a:pt x="3632" y="1"/>
                    <a:pt x="3361" y="28"/>
                    <a:pt x="3088" y="86"/>
                  </a:cubicBezTo>
                  <a:cubicBezTo>
                    <a:pt x="1607" y="401"/>
                    <a:pt x="441" y="1566"/>
                    <a:pt x="158" y="3079"/>
                  </a:cubicBezTo>
                  <a:cubicBezTo>
                    <a:pt x="0" y="3992"/>
                    <a:pt x="158" y="4969"/>
                    <a:pt x="631" y="5757"/>
                  </a:cubicBezTo>
                  <a:cubicBezTo>
                    <a:pt x="757" y="5914"/>
                    <a:pt x="820" y="6072"/>
                    <a:pt x="914" y="6229"/>
                  </a:cubicBezTo>
                  <a:cubicBezTo>
                    <a:pt x="1355" y="6891"/>
                    <a:pt x="1450" y="7143"/>
                    <a:pt x="1450" y="7962"/>
                  </a:cubicBezTo>
                  <a:cubicBezTo>
                    <a:pt x="1450" y="8403"/>
                    <a:pt x="1733" y="8781"/>
                    <a:pt x="2143" y="8939"/>
                  </a:cubicBezTo>
                  <a:lnTo>
                    <a:pt x="2143" y="10703"/>
                  </a:lnTo>
                  <a:cubicBezTo>
                    <a:pt x="2143" y="11270"/>
                    <a:pt x="2615" y="11743"/>
                    <a:pt x="3151" y="11743"/>
                  </a:cubicBezTo>
                  <a:lnTo>
                    <a:pt x="4537" y="11743"/>
                  </a:lnTo>
                  <a:cubicBezTo>
                    <a:pt x="5073" y="11743"/>
                    <a:pt x="5545" y="11270"/>
                    <a:pt x="5545" y="10703"/>
                  </a:cubicBezTo>
                  <a:lnTo>
                    <a:pt x="5545" y="8939"/>
                  </a:lnTo>
                  <a:cubicBezTo>
                    <a:pt x="5955" y="8781"/>
                    <a:pt x="6238" y="8435"/>
                    <a:pt x="6238" y="7962"/>
                  </a:cubicBezTo>
                  <a:lnTo>
                    <a:pt x="6238" y="7930"/>
                  </a:lnTo>
                  <a:cubicBezTo>
                    <a:pt x="6238" y="7143"/>
                    <a:pt x="6427" y="6828"/>
                    <a:pt x="6805" y="6229"/>
                  </a:cubicBezTo>
                  <a:cubicBezTo>
                    <a:pt x="7089" y="5788"/>
                    <a:pt x="7593" y="5032"/>
                    <a:pt x="7593" y="3835"/>
                  </a:cubicBezTo>
                  <a:cubicBezTo>
                    <a:pt x="7649" y="1658"/>
                    <a:pt x="5950" y="1"/>
                    <a:pt x="38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826" name="Google Shape;15826;p87"/>
            <p:cNvSpPr/>
            <p:nvPr/>
          </p:nvSpPr>
          <p:spPr>
            <a:xfrm>
              <a:off x="-1076425" y="2452250"/>
              <a:ext cx="34675" cy="18150"/>
            </a:xfrm>
            <a:custGeom>
              <a:avLst/>
              <a:gdLst/>
              <a:ahLst/>
              <a:cxnLst/>
              <a:rect l="l" t="t" r="r" b="b"/>
              <a:pathLst>
                <a:path w="1387" h="726" extrusionOk="0">
                  <a:moveTo>
                    <a:pt x="347" y="1"/>
                  </a:moveTo>
                  <a:cubicBezTo>
                    <a:pt x="158" y="1"/>
                    <a:pt x="0" y="158"/>
                    <a:pt x="0" y="379"/>
                  </a:cubicBezTo>
                  <a:cubicBezTo>
                    <a:pt x="0" y="568"/>
                    <a:pt x="158" y="725"/>
                    <a:pt x="347" y="725"/>
                  </a:cubicBezTo>
                  <a:lnTo>
                    <a:pt x="1040" y="725"/>
                  </a:lnTo>
                  <a:cubicBezTo>
                    <a:pt x="1229" y="725"/>
                    <a:pt x="1386" y="568"/>
                    <a:pt x="1386" y="379"/>
                  </a:cubicBezTo>
                  <a:cubicBezTo>
                    <a:pt x="1386" y="158"/>
                    <a:pt x="122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827" name="Google Shape;15827;p87"/>
            <p:cNvSpPr/>
            <p:nvPr/>
          </p:nvSpPr>
          <p:spPr>
            <a:xfrm>
              <a:off x="-1333975" y="2452250"/>
              <a:ext cx="34675" cy="18150"/>
            </a:xfrm>
            <a:custGeom>
              <a:avLst/>
              <a:gdLst/>
              <a:ahLst/>
              <a:cxnLst/>
              <a:rect l="l" t="t" r="r" b="b"/>
              <a:pathLst>
                <a:path w="1387" h="726" extrusionOk="0">
                  <a:moveTo>
                    <a:pt x="347" y="1"/>
                  </a:moveTo>
                  <a:cubicBezTo>
                    <a:pt x="158" y="1"/>
                    <a:pt x="0" y="158"/>
                    <a:pt x="0" y="379"/>
                  </a:cubicBezTo>
                  <a:cubicBezTo>
                    <a:pt x="0" y="568"/>
                    <a:pt x="158" y="725"/>
                    <a:pt x="347" y="725"/>
                  </a:cubicBezTo>
                  <a:lnTo>
                    <a:pt x="1008" y="725"/>
                  </a:lnTo>
                  <a:cubicBezTo>
                    <a:pt x="1197" y="694"/>
                    <a:pt x="1386" y="536"/>
                    <a:pt x="1386" y="379"/>
                  </a:cubicBezTo>
                  <a:cubicBezTo>
                    <a:pt x="1386" y="158"/>
                    <a:pt x="1197"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828" name="Google Shape;15828;p87"/>
            <p:cNvSpPr/>
            <p:nvPr/>
          </p:nvSpPr>
          <p:spPr>
            <a:xfrm>
              <a:off x="-1093750" y="2383050"/>
              <a:ext cx="35450" cy="26575"/>
            </a:xfrm>
            <a:custGeom>
              <a:avLst/>
              <a:gdLst/>
              <a:ahLst/>
              <a:cxnLst/>
              <a:rect l="l" t="t" r="r" b="b"/>
              <a:pathLst>
                <a:path w="1418" h="1063" extrusionOk="0">
                  <a:moveTo>
                    <a:pt x="992" y="1"/>
                  </a:moveTo>
                  <a:cubicBezTo>
                    <a:pt x="931" y="1"/>
                    <a:pt x="870" y="19"/>
                    <a:pt x="819" y="59"/>
                  </a:cubicBezTo>
                  <a:lnTo>
                    <a:pt x="221" y="406"/>
                  </a:lnTo>
                  <a:cubicBezTo>
                    <a:pt x="63" y="500"/>
                    <a:pt x="0" y="721"/>
                    <a:pt x="95" y="878"/>
                  </a:cubicBezTo>
                  <a:cubicBezTo>
                    <a:pt x="159" y="985"/>
                    <a:pt x="295" y="1063"/>
                    <a:pt x="415" y="1063"/>
                  </a:cubicBezTo>
                  <a:cubicBezTo>
                    <a:pt x="473" y="1063"/>
                    <a:pt x="527" y="1045"/>
                    <a:pt x="567" y="1005"/>
                  </a:cubicBezTo>
                  <a:lnTo>
                    <a:pt x="1166" y="658"/>
                  </a:lnTo>
                  <a:cubicBezTo>
                    <a:pt x="1323" y="563"/>
                    <a:pt x="1418" y="343"/>
                    <a:pt x="1292" y="185"/>
                  </a:cubicBezTo>
                  <a:cubicBezTo>
                    <a:pt x="1249" y="79"/>
                    <a:pt x="1120" y="1"/>
                    <a:pt x="9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829" name="Google Shape;15829;p87"/>
            <p:cNvSpPr/>
            <p:nvPr/>
          </p:nvSpPr>
          <p:spPr>
            <a:xfrm>
              <a:off x="-1317450" y="2512575"/>
              <a:ext cx="35475" cy="26225"/>
            </a:xfrm>
            <a:custGeom>
              <a:avLst/>
              <a:gdLst/>
              <a:ahLst/>
              <a:cxnLst/>
              <a:rect l="l" t="t" r="r" b="b"/>
              <a:pathLst>
                <a:path w="1419" h="1049" extrusionOk="0">
                  <a:moveTo>
                    <a:pt x="1005" y="1"/>
                  </a:moveTo>
                  <a:cubicBezTo>
                    <a:pt x="944" y="1"/>
                    <a:pt x="880" y="15"/>
                    <a:pt x="820" y="45"/>
                  </a:cubicBezTo>
                  <a:lnTo>
                    <a:pt x="221" y="392"/>
                  </a:lnTo>
                  <a:cubicBezTo>
                    <a:pt x="64" y="486"/>
                    <a:pt x="1" y="707"/>
                    <a:pt x="127" y="864"/>
                  </a:cubicBezTo>
                  <a:cubicBezTo>
                    <a:pt x="169" y="971"/>
                    <a:pt x="299" y="1049"/>
                    <a:pt x="427" y="1049"/>
                  </a:cubicBezTo>
                  <a:cubicBezTo>
                    <a:pt x="488" y="1049"/>
                    <a:pt x="548" y="1031"/>
                    <a:pt x="599" y="990"/>
                  </a:cubicBezTo>
                  <a:lnTo>
                    <a:pt x="1166" y="644"/>
                  </a:lnTo>
                  <a:cubicBezTo>
                    <a:pt x="1324" y="549"/>
                    <a:pt x="1418" y="329"/>
                    <a:pt x="1292" y="171"/>
                  </a:cubicBezTo>
                  <a:cubicBezTo>
                    <a:pt x="1250" y="64"/>
                    <a:pt x="1134" y="1"/>
                    <a:pt x="10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830" name="Google Shape;15830;p87"/>
            <p:cNvSpPr/>
            <p:nvPr/>
          </p:nvSpPr>
          <p:spPr>
            <a:xfrm>
              <a:off x="-1092975" y="2512575"/>
              <a:ext cx="34675" cy="25525"/>
            </a:xfrm>
            <a:custGeom>
              <a:avLst/>
              <a:gdLst/>
              <a:ahLst/>
              <a:cxnLst/>
              <a:rect l="l" t="t" r="r" b="b"/>
              <a:pathLst>
                <a:path w="1387" h="1021" extrusionOk="0">
                  <a:moveTo>
                    <a:pt x="378" y="1"/>
                  </a:moveTo>
                  <a:cubicBezTo>
                    <a:pt x="264" y="1"/>
                    <a:pt x="149" y="64"/>
                    <a:pt x="64" y="171"/>
                  </a:cubicBezTo>
                  <a:cubicBezTo>
                    <a:pt x="1" y="329"/>
                    <a:pt x="32" y="518"/>
                    <a:pt x="190" y="644"/>
                  </a:cubicBezTo>
                  <a:lnTo>
                    <a:pt x="788" y="990"/>
                  </a:lnTo>
                  <a:cubicBezTo>
                    <a:pt x="838" y="1010"/>
                    <a:pt x="891" y="1021"/>
                    <a:pt x="944" y="1021"/>
                  </a:cubicBezTo>
                  <a:cubicBezTo>
                    <a:pt x="1059" y="1021"/>
                    <a:pt x="1175" y="972"/>
                    <a:pt x="1261" y="864"/>
                  </a:cubicBezTo>
                  <a:cubicBezTo>
                    <a:pt x="1387" y="675"/>
                    <a:pt x="1292" y="486"/>
                    <a:pt x="1135" y="392"/>
                  </a:cubicBezTo>
                  <a:lnTo>
                    <a:pt x="536" y="45"/>
                  </a:lnTo>
                  <a:cubicBezTo>
                    <a:pt x="486" y="15"/>
                    <a:pt x="432"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831" name="Google Shape;15831;p87"/>
            <p:cNvSpPr/>
            <p:nvPr/>
          </p:nvSpPr>
          <p:spPr>
            <a:xfrm>
              <a:off x="-1316650" y="2383750"/>
              <a:ext cx="34675" cy="25525"/>
            </a:xfrm>
            <a:custGeom>
              <a:avLst/>
              <a:gdLst/>
              <a:ahLst/>
              <a:cxnLst/>
              <a:rect l="l" t="t" r="r" b="b"/>
              <a:pathLst>
                <a:path w="1387" h="1021" extrusionOk="0">
                  <a:moveTo>
                    <a:pt x="405" y="1"/>
                  </a:moveTo>
                  <a:cubicBezTo>
                    <a:pt x="283" y="1"/>
                    <a:pt x="159" y="50"/>
                    <a:pt x="95" y="157"/>
                  </a:cubicBezTo>
                  <a:cubicBezTo>
                    <a:pt x="0" y="315"/>
                    <a:pt x="63" y="504"/>
                    <a:pt x="221" y="630"/>
                  </a:cubicBezTo>
                  <a:lnTo>
                    <a:pt x="788" y="977"/>
                  </a:lnTo>
                  <a:cubicBezTo>
                    <a:pt x="838" y="1007"/>
                    <a:pt x="895" y="1021"/>
                    <a:pt x="953" y="1021"/>
                  </a:cubicBezTo>
                  <a:cubicBezTo>
                    <a:pt x="1074" y="1021"/>
                    <a:pt x="1196" y="958"/>
                    <a:pt x="1260" y="850"/>
                  </a:cubicBezTo>
                  <a:cubicBezTo>
                    <a:pt x="1386" y="693"/>
                    <a:pt x="1292" y="504"/>
                    <a:pt x="1134" y="378"/>
                  </a:cubicBezTo>
                  <a:lnTo>
                    <a:pt x="567" y="31"/>
                  </a:lnTo>
                  <a:cubicBezTo>
                    <a:pt x="517" y="11"/>
                    <a:pt x="461" y="1"/>
                    <a:pt x="4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832" name="Google Shape;15832;p87"/>
            <p:cNvSpPr/>
            <p:nvPr/>
          </p:nvSpPr>
          <p:spPr>
            <a:xfrm>
              <a:off x="-1239475" y="2401575"/>
              <a:ext cx="102425" cy="153100"/>
            </a:xfrm>
            <a:custGeom>
              <a:avLst/>
              <a:gdLst/>
              <a:ahLst/>
              <a:cxnLst/>
              <a:rect l="l" t="t" r="r" b="b"/>
              <a:pathLst>
                <a:path w="4097" h="6124" extrusionOk="0">
                  <a:moveTo>
                    <a:pt x="1733" y="1492"/>
                  </a:moveTo>
                  <a:lnTo>
                    <a:pt x="1733" y="2343"/>
                  </a:lnTo>
                  <a:cubicBezTo>
                    <a:pt x="1733" y="2500"/>
                    <a:pt x="1796" y="2626"/>
                    <a:pt x="1922" y="2658"/>
                  </a:cubicBezTo>
                  <a:lnTo>
                    <a:pt x="3246" y="3225"/>
                  </a:lnTo>
                  <a:lnTo>
                    <a:pt x="2395" y="4611"/>
                  </a:lnTo>
                  <a:lnTo>
                    <a:pt x="2395" y="3729"/>
                  </a:lnTo>
                  <a:cubicBezTo>
                    <a:pt x="2395" y="3572"/>
                    <a:pt x="2332" y="3445"/>
                    <a:pt x="2206" y="3414"/>
                  </a:cubicBezTo>
                  <a:lnTo>
                    <a:pt x="851" y="2878"/>
                  </a:lnTo>
                  <a:lnTo>
                    <a:pt x="1733" y="1492"/>
                  </a:lnTo>
                  <a:close/>
                  <a:moveTo>
                    <a:pt x="2038" y="0"/>
                  </a:moveTo>
                  <a:cubicBezTo>
                    <a:pt x="1919" y="0"/>
                    <a:pt x="1814" y="47"/>
                    <a:pt x="1765" y="169"/>
                  </a:cubicBezTo>
                  <a:lnTo>
                    <a:pt x="64" y="2941"/>
                  </a:lnTo>
                  <a:cubicBezTo>
                    <a:pt x="32" y="3004"/>
                    <a:pt x="1" y="3130"/>
                    <a:pt x="32" y="3225"/>
                  </a:cubicBezTo>
                  <a:cubicBezTo>
                    <a:pt x="64" y="3288"/>
                    <a:pt x="158" y="3382"/>
                    <a:pt x="221" y="3414"/>
                  </a:cubicBezTo>
                  <a:lnTo>
                    <a:pt x="1733" y="4013"/>
                  </a:lnTo>
                  <a:lnTo>
                    <a:pt x="1733" y="5808"/>
                  </a:lnTo>
                  <a:cubicBezTo>
                    <a:pt x="1733" y="5966"/>
                    <a:pt x="1859" y="6092"/>
                    <a:pt x="1954" y="6123"/>
                  </a:cubicBezTo>
                  <a:lnTo>
                    <a:pt x="2049" y="6123"/>
                  </a:lnTo>
                  <a:cubicBezTo>
                    <a:pt x="2143" y="6123"/>
                    <a:pt x="2269" y="6092"/>
                    <a:pt x="2301" y="5966"/>
                  </a:cubicBezTo>
                  <a:lnTo>
                    <a:pt x="4002" y="3225"/>
                  </a:lnTo>
                  <a:cubicBezTo>
                    <a:pt x="4033" y="3130"/>
                    <a:pt x="4096" y="3004"/>
                    <a:pt x="4033" y="2941"/>
                  </a:cubicBezTo>
                  <a:cubicBezTo>
                    <a:pt x="4033" y="2878"/>
                    <a:pt x="3970" y="2784"/>
                    <a:pt x="3907" y="2752"/>
                  </a:cubicBezTo>
                  <a:lnTo>
                    <a:pt x="2395" y="2154"/>
                  </a:lnTo>
                  <a:lnTo>
                    <a:pt x="2395" y="358"/>
                  </a:lnTo>
                  <a:cubicBezTo>
                    <a:pt x="2395" y="169"/>
                    <a:pt x="2269" y="74"/>
                    <a:pt x="2143" y="11"/>
                  </a:cubicBezTo>
                  <a:cubicBezTo>
                    <a:pt x="2108" y="4"/>
                    <a:pt x="2072" y="0"/>
                    <a:pt x="20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833" name="Google Shape;15833;p87"/>
          <p:cNvGrpSpPr/>
          <p:nvPr/>
        </p:nvGrpSpPr>
        <p:grpSpPr>
          <a:xfrm>
            <a:off x="1942643" y="2660397"/>
            <a:ext cx="398020" cy="421914"/>
            <a:chOff x="-5995925" y="2757850"/>
            <a:chExt cx="275675" cy="292225"/>
          </a:xfrm>
        </p:grpSpPr>
        <p:sp>
          <p:nvSpPr>
            <p:cNvPr id="15834" name="Google Shape;15834;p87"/>
            <p:cNvSpPr/>
            <p:nvPr/>
          </p:nvSpPr>
          <p:spPr>
            <a:xfrm>
              <a:off x="-5995925" y="2757850"/>
              <a:ext cx="275675" cy="292225"/>
            </a:xfrm>
            <a:custGeom>
              <a:avLst/>
              <a:gdLst/>
              <a:ahLst/>
              <a:cxnLst/>
              <a:rect l="l" t="t" r="r" b="b"/>
              <a:pathLst>
                <a:path w="11027" h="11689" extrusionOk="0">
                  <a:moveTo>
                    <a:pt x="9924" y="1324"/>
                  </a:moveTo>
                  <a:cubicBezTo>
                    <a:pt x="10113" y="1324"/>
                    <a:pt x="10271" y="1481"/>
                    <a:pt x="10271" y="1702"/>
                  </a:cubicBezTo>
                  <a:lnTo>
                    <a:pt x="10271" y="9263"/>
                  </a:lnTo>
                  <a:lnTo>
                    <a:pt x="10302" y="9263"/>
                  </a:lnTo>
                  <a:cubicBezTo>
                    <a:pt x="10302" y="9452"/>
                    <a:pt x="10145" y="9610"/>
                    <a:pt x="9956" y="9610"/>
                  </a:cubicBezTo>
                  <a:lnTo>
                    <a:pt x="9609" y="9610"/>
                  </a:lnTo>
                  <a:lnTo>
                    <a:pt x="9609" y="8570"/>
                  </a:lnTo>
                  <a:cubicBezTo>
                    <a:pt x="9609" y="8381"/>
                    <a:pt x="9452" y="8223"/>
                    <a:pt x="9263" y="8223"/>
                  </a:cubicBezTo>
                  <a:lnTo>
                    <a:pt x="4442" y="8223"/>
                  </a:lnTo>
                  <a:cubicBezTo>
                    <a:pt x="4253" y="8223"/>
                    <a:pt x="4096" y="8381"/>
                    <a:pt x="4096" y="8570"/>
                  </a:cubicBezTo>
                  <a:lnTo>
                    <a:pt x="4096" y="9610"/>
                  </a:lnTo>
                  <a:lnTo>
                    <a:pt x="3434" y="9610"/>
                  </a:lnTo>
                  <a:lnTo>
                    <a:pt x="3434" y="1324"/>
                  </a:lnTo>
                  <a:close/>
                  <a:moveTo>
                    <a:pt x="2426" y="631"/>
                  </a:moveTo>
                  <a:cubicBezTo>
                    <a:pt x="2647" y="631"/>
                    <a:pt x="2804" y="788"/>
                    <a:pt x="2804" y="977"/>
                  </a:cubicBezTo>
                  <a:lnTo>
                    <a:pt x="2804" y="9925"/>
                  </a:lnTo>
                  <a:cubicBezTo>
                    <a:pt x="2804" y="10114"/>
                    <a:pt x="2647" y="10271"/>
                    <a:pt x="2426" y="10271"/>
                  </a:cubicBezTo>
                  <a:lnTo>
                    <a:pt x="1071" y="10271"/>
                  </a:lnTo>
                  <a:cubicBezTo>
                    <a:pt x="851" y="10271"/>
                    <a:pt x="693" y="10114"/>
                    <a:pt x="693" y="9925"/>
                  </a:cubicBezTo>
                  <a:lnTo>
                    <a:pt x="693" y="977"/>
                  </a:lnTo>
                  <a:cubicBezTo>
                    <a:pt x="693" y="788"/>
                    <a:pt x="851" y="631"/>
                    <a:pt x="1071" y="631"/>
                  </a:cubicBezTo>
                  <a:close/>
                  <a:moveTo>
                    <a:pt x="8948" y="8948"/>
                  </a:moveTo>
                  <a:lnTo>
                    <a:pt x="8948" y="10996"/>
                  </a:lnTo>
                  <a:lnTo>
                    <a:pt x="4852" y="10996"/>
                  </a:lnTo>
                  <a:lnTo>
                    <a:pt x="4852" y="8948"/>
                  </a:lnTo>
                  <a:close/>
                  <a:moveTo>
                    <a:pt x="1008" y="1"/>
                  </a:moveTo>
                  <a:cubicBezTo>
                    <a:pt x="473" y="1"/>
                    <a:pt x="0" y="473"/>
                    <a:pt x="0" y="1009"/>
                  </a:cubicBezTo>
                  <a:lnTo>
                    <a:pt x="0" y="9956"/>
                  </a:lnTo>
                  <a:cubicBezTo>
                    <a:pt x="0" y="10523"/>
                    <a:pt x="473" y="10996"/>
                    <a:pt x="1008" y="10996"/>
                  </a:cubicBezTo>
                  <a:lnTo>
                    <a:pt x="2395" y="10996"/>
                  </a:lnTo>
                  <a:cubicBezTo>
                    <a:pt x="2836" y="10996"/>
                    <a:pt x="3214" y="10712"/>
                    <a:pt x="3371" y="10303"/>
                  </a:cubicBezTo>
                  <a:lnTo>
                    <a:pt x="4127" y="10303"/>
                  </a:lnTo>
                  <a:lnTo>
                    <a:pt x="4127" y="11342"/>
                  </a:lnTo>
                  <a:cubicBezTo>
                    <a:pt x="4127" y="11531"/>
                    <a:pt x="4285" y="11689"/>
                    <a:pt x="4474" y="11689"/>
                  </a:cubicBezTo>
                  <a:lnTo>
                    <a:pt x="9294" y="11689"/>
                  </a:lnTo>
                  <a:cubicBezTo>
                    <a:pt x="9483" y="11689"/>
                    <a:pt x="9641" y="11531"/>
                    <a:pt x="9641" y="11342"/>
                  </a:cubicBezTo>
                  <a:lnTo>
                    <a:pt x="9641" y="10271"/>
                  </a:lnTo>
                  <a:lnTo>
                    <a:pt x="9987" y="10271"/>
                  </a:lnTo>
                  <a:cubicBezTo>
                    <a:pt x="10554" y="10271"/>
                    <a:pt x="11027" y="9799"/>
                    <a:pt x="11027" y="9263"/>
                  </a:cubicBezTo>
                  <a:lnTo>
                    <a:pt x="11027" y="1702"/>
                  </a:lnTo>
                  <a:cubicBezTo>
                    <a:pt x="10995" y="1103"/>
                    <a:pt x="10554" y="662"/>
                    <a:pt x="9956" y="662"/>
                  </a:cubicBezTo>
                  <a:lnTo>
                    <a:pt x="3371" y="662"/>
                  </a:lnTo>
                  <a:cubicBezTo>
                    <a:pt x="3214" y="284"/>
                    <a:pt x="2867"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835" name="Google Shape;15835;p87"/>
            <p:cNvSpPr/>
            <p:nvPr/>
          </p:nvSpPr>
          <p:spPr>
            <a:xfrm>
              <a:off x="-5892750" y="2808250"/>
              <a:ext cx="137850" cy="69350"/>
            </a:xfrm>
            <a:custGeom>
              <a:avLst/>
              <a:gdLst/>
              <a:ahLst/>
              <a:cxnLst/>
              <a:rect l="l" t="t" r="r" b="b"/>
              <a:pathLst>
                <a:path w="5514" h="2774" extrusionOk="0">
                  <a:moveTo>
                    <a:pt x="4821" y="694"/>
                  </a:moveTo>
                  <a:lnTo>
                    <a:pt x="4821" y="2112"/>
                  </a:lnTo>
                  <a:lnTo>
                    <a:pt x="725" y="2112"/>
                  </a:lnTo>
                  <a:lnTo>
                    <a:pt x="725" y="694"/>
                  </a:lnTo>
                  <a:close/>
                  <a:moveTo>
                    <a:pt x="347" y="1"/>
                  </a:moveTo>
                  <a:cubicBezTo>
                    <a:pt x="158" y="1"/>
                    <a:pt x="0" y="158"/>
                    <a:pt x="0" y="348"/>
                  </a:cubicBezTo>
                  <a:lnTo>
                    <a:pt x="0" y="2427"/>
                  </a:lnTo>
                  <a:cubicBezTo>
                    <a:pt x="0" y="2616"/>
                    <a:pt x="158" y="2773"/>
                    <a:pt x="347" y="2773"/>
                  </a:cubicBezTo>
                  <a:lnTo>
                    <a:pt x="5167" y="2773"/>
                  </a:lnTo>
                  <a:cubicBezTo>
                    <a:pt x="5356" y="2773"/>
                    <a:pt x="5514" y="2616"/>
                    <a:pt x="5514" y="2427"/>
                  </a:cubicBezTo>
                  <a:lnTo>
                    <a:pt x="5514" y="348"/>
                  </a:lnTo>
                  <a:cubicBezTo>
                    <a:pt x="5514" y="158"/>
                    <a:pt x="5356" y="1"/>
                    <a:pt x="51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836" name="Google Shape;15836;p87"/>
            <p:cNvSpPr/>
            <p:nvPr/>
          </p:nvSpPr>
          <p:spPr>
            <a:xfrm>
              <a:off x="-5891975" y="2895675"/>
              <a:ext cx="34700" cy="17375"/>
            </a:xfrm>
            <a:custGeom>
              <a:avLst/>
              <a:gdLst/>
              <a:ahLst/>
              <a:cxnLst/>
              <a:rect l="l" t="t" r="r" b="b"/>
              <a:pathLst>
                <a:path w="1388" h="695" extrusionOk="0">
                  <a:moveTo>
                    <a:pt x="379" y="1"/>
                  </a:moveTo>
                  <a:cubicBezTo>
                    <a:pt x="158" y="1"/>
                    <a:pt x="1" y="159"/>
                    <a:pt x="1" y="348"/>
                  </a:cubicBezTo>
                  <a:cubicBezTo>
                    <a:pt x="1" y="537"/>
                    <a:pt x="158" y="694"/>
                    <a:pt x="379" y="694"/>
                  </a:cubicBezTo>
                  <a:lnTo>
                    <a:pt x="1041" y="694"/>
                  </a:lnTo>
                  <a:cubicBezTo>
                    <a:pt x="1230" y="694"/>
                    <a:pt x="1387" y="537"/>
                    <a:pt x="1387" y="348"/>
                  </a:cubicBezTo>
                  <a:cubicBezTo>
                    <a:pt x="1356" y="127"/>
                    <a:pt x="1198" y="1"/>
                    <a:pt x="10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837" name="Google Shape;15837;p87"/>
            <p:cNvSpPr/>
            <p:nvPr/>
          </p:nvSpPr>
          <p:spPr>
            <a:xfrm>
              <a:off x="-5891975" y="2928775"/>
              <a:ext cx="34700" cy="18125"/>
            </a:xfrm>
            <a:custGeom>
              <a:avLst/>
              <a:gdLst/>
              <a:ahLst/>
              <a:cxnLst/>
              <a:rect l="l" t="t" r="r" b="b"/>
              <a:pathLst>
                <a:path w="1388" h="725" extrusionOk="0">
                  <a:moveTo>
                    <a:pt x="379" y="0"/>
                  </a:moveTo>
                  <a:cubicBezTo>
                    <a:pt x="158" y="0"/>
                    <a:pt x="1" y="158"/>
                    <a:pt x="1" y="378"/>
                  </a:cubicBezTo>
                  <a:cubicBezTo>
                    <a:pt x="1" y="567"/>
                    <a:pt x="158" y="725"/>
                    <a:pt x="379" y="725"/>
                  </a:cubicBezTo>
                  <a:lnTo>
                    <a:pt x="1041" y="725"/>
                  </a:lnTo>
                  <a:cubicBezTo>
                    <a:pt x="1230" y="725"/>
                    <a:pt x="1387" y="567"/>
                    <a:pt x="1387" y="378"/>
                  </a:cubicBezTo>
                  <a:cubicBezTo>
                    <a:pt x="1356" y="158"/>
                    <a:pt x="1198" y="0"/>
                    <a:pt x="10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838" name="Google Shape;15838;p87"/>
            <p:cNvSpPr/>
            <p:nvPr/>
          </p:nvSpPr>
          <p:spPr>
            <a:xfrm>
              <a:off x="-5840775" y="2928775"/>
              <a:ext cx="34675" cy="18125"/>
            </a:xfrm>
            <a:custGeom>
              <a:avLst/>
              <a:gdLst/>
              <a:ahLst/>
              <a:cxnLst/>
              <a:rect l="l" t="t" r="r" b="b"/>
              <a:pathLst>
                <a:path w="1387" h="725" extrusionOk="0">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839" name="Google Shape;15839;p87"/>
            <p:cNvSpPr/>
            <p:nvPr/>
          </p:nvSpPr>
          <p:spPr>
            <a:xfrm>
              <a:off x="-5840775" y="2895675"/>
              <a:ext cx="34675" cy="17375"/>
            </a:xfrm>
            <a:custGeom>
              <a:avLst/>
              <a:gdLst/>
              <a:ahLst/>
              <a:cxnLst/>
              <a:rect l="l" t="t" r="r" b="b"/>
              <a:pathLst>
                <a:path w="1387" h="695" extrusionOk="0">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840" name="Google Shape;15840;p87"/>
            <p:cNvSpPr/>
            <p:nvPr/>
          </p:nvSpPr>
          <p:spPr>
            <a:xfrm>
              <a:off x="-5789575" y="2895675"/>
              <a:ext cx="34675" cy="17375"/>
            </a:xfrm>
            <a:custGeom>
              <a:avLst/>
              <a:gdLst/>
              <a:ahLst/>
              <a:cxnLst/>
              <a:rect l="l" t="t" r="r" b="b"/>
              <a:pathLst>
                <a:path w="1387" h="695" extrusionOk="0">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841" name="Google Shape;15841;p87"/>
            <p:cNvSpPr/>
            <p:nvPr/>
          </p:nvSpPr>
          <p:spPr>
            <a:xfrm>
              <a:off x="-5789575" y="2928775"/>
              <a:ext cx="34675" cy="18125"/>
            </a:xfrm>
            <a:custGeom>
              <a:avLst/>
              <a:gdLst/>
              <a:ahLst/>
              <a:cxnLst/>
              <a:rect l="l" t="t" r="r" b="b"/>
              <a:pathLst>
                <a:path w="1387" h="725" extrusionOk="0">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842" name="Google Shape;15842;p87"/>
            <p:cNvSpPr/>
            <p:nvPr/>
          </p:nvSpPr>
          <p:spPr>
            <a:xfrm>
              <a:off x="-5858100" y="2998075"/>
              <a:ext cx="68550" cy="17350"/>
            </a:xfrm>
            <a:custGeom>
              <a:avLst/>
              <a:gdLst/>
              <a:ahLst/>
              <a:cxnLst/>
              <a:rect l="l" t="t" r="r" b="b"/>
              <a:pathLst>
                <a:path w="2742" h="694" extrusionOk="0">
                  <a:moveTo>
                    <a:pt x="347" y="1"/>
                  </a:moveTo>
                  <a:cubicBezTo>
                    <a:pt x="158" y="1"/>
                    <a:pt x="1" y="158"/>
                    <a:pt x="1" y="347"/>
                  </a:cubicBezTo>
                  <a:cubicBezTo>
                    <a:pt x="1" y="536"/>
                    <a:pt x="158" y="694"/>
                    <a:pt x="347" y="694"/>
                  </a:cubicBezTo>
                  <a:lnTo>
                    <a:pt x="2395" y="694"/>
                  </a:lnTo>
                  <a:cubicBezTo>
                    <a:pt x="2584" y="694"/>
                    <a:pt x="2742" y="536"/>
                    <a:pt x="2742" y="347"/>
                  </a:cubicBezTo>
                  <a:cubicBezTo>
                    <a:pt x="2742" y="158"/>
                    <a:pt x="2584"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843" name="Google Shape;15843;p87"/>
          <p:cNvGrpSpPr/>
          <p:nvPr/>
        </p:nvGrpSpPr>
        <p:grpSpPr>
          <a:xfrm>
            <a:off x="4622930" y="1631816"/>
            <a:ext cx="421951" cy="419677"/>
            <a:chOff x="-4211975" y="2046625"/>
            <a:chExt cx="292250" cy="290675"/>
          </a:xfrm>
        </p:grpSpPr>
        <p:sp>
          <p:nvSpPr>
            <p:cNvPr id="15844" name="Google Shape;15844;p87"/>
            <p:cNvSpPr/>
            <p:nvPr/>
          </p:nvSpPr>
          <p:spPr>
            <a:xfrm>
              <a:off x="-4211975" y="2081300"/>
              <a:ext cx="256025" cy="256000"/>
            </a:xfrm>
            <a:custGeom>
              <a:avLst/>
              <a:gdLst/>
              <a:ahLst/>
              <a:cxnLst/>
              <a:rect l="l" t="t" r="r" b="b"/>
              <a:pathLst>
                <a:path w="10241" h="10240" extrusionOk="0">
                  <a:moveTo>
                    <a:pt x="4758" y="693"/>
                  </a:moveTo>
                  <a:lnTo>
                    <a:pt x="4758" y="5167"/>
                  </a:lnTo>
                  <a:cubicBezTo>
                    <a:pt x="4758" y="5356"/>
                    <a:pt x="4916" y="5513"/>
                    <a:pt x="5105" y="5513"/>
                  </a:cubicBezTo>
                  <a:lnTo>
                    <a:pt x="9578" y="5513"/>
                  </a:lnTo>
                  <a:cubicBezTo>
                    <a:pt x="9358" y="7813"/>
                    <a:pt x="7436" y="9609"/>
                    <a:pt x="5105" y="9609"/>
                  </a:cubicBezTo>
                  <a:cubicBezTo>
                    <a:pt x="2679" y="9609"/>
                    <a:pt x="663" y="7593"/>
                    <a:pt x="663" y="5167"/>
                  </a:cubicBezTo>
                  <a:cubicBezTo>
                    <a:pt x="663" y="2835"/>
                    <a:pt x="2490" y="914"/>
                    <a:pt x="4758" y="693"/>
                  </a:cubicBezTo>
                  <a:close/>
                  <a:moveTo>
                    <a:pt x="5105" y="0"/>
                  </a:moveTo>
                  <a:cubicBezTo>
                    <a:pt x="2269" y="0"/>
                    <a:pt x="1" y="2300"/>
                    <a:pt x="1" y="5104"/>
                  </a:cubicBezTo>
                  <a:cubicBezTo>
                    <a:pt x="1" y="7939"/>
                    <a:pt x="2269" y="10239"/>
                    <a:pt x="5105" y="10239"/>
                  </a:cubicBezTo>
                  <a:cubicBezTo>
                    <a:pt x="7940" y="10239"/>
                    <a:pt x="10240" y="7939"/>
                    <a:pt x="10240" y="5104"/>
                  </a:cubicBezTo>
                  <a:cubicBezTo>
                    <a:pt x="10240" y="4978"/>
                    <a:pt x="10083" y="4820"/>
                    <a:pt x="9925" y="4820"/>
                  </a:cubicBezTo>
                  <a:lnTo>
                    <a:pt x="5483" y="4820"/>
                  </a:lnTo>
                  <a:lnTo>
                    <a:pt x="5483" y="347"/>
                  </a:lnTo>
                  <a:cubicBezTo>
                    <a:pt x="5483" y="158"/>
                    <a:pt x="5325" y="0"/>
                    <a:pt x="51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845" name="Google Shape;15845;p87"/>
            <p:cNvSpPr/>
            <p:nvPr/>
          </p:nvSpPr>
          <p:spPr>
            <a:xfrm>
              <a:off x="-4057600" y="2046625"/>
              <a:ext cx="137875" cy="137875"/>
            </a:xfrm>
            <a:custGeom>
              <a:avLst/>
              <a:gdLst/>
              <a:ahLst/>
              <a:cxnLst/>
              <a:rect l="l" t="t" r="r" b="b"/>
              <a:pathLst>
                <a:path w="5515" h="5515" extrusionOk="0">
                  <a:moveTo>
                    <a:pt x="663" y="694"/>
                  </a:moveTo>
                  <a:cubicBezTo>
                    <a:pt x="2836" y="851"/>
                    <a:pt x="4601" y="2616"/>
                    <a:pt x="4758" y="4790"/>
                  </a:cubicBezTo>
                  <a:lnTo>
                    <a:pt x="663" y="4790"/>
                  </a:lnTo>
                  <a:lnTo>
                    <a:pt x="663" y="694"/>
                  </a:lnTo>
                  <a:close/>
                  <a:moveTo>
                    <a:pt x="348" y="1"/>
                  </a:moveTo>
                  <a:cubicBezTo>
                    <a:pt x="158" y="1"/>
                    <a:pt x="1" y="158"/>
                    <a:pt x="1" y="379"/>
                  </a:cubicBezTo>
                  <a:lnTo>
                    <a:pt x="1" y="5168"/>
                  </a:lnTo>
                  <a:cubicBezTo>
                    <a:pt x="1" y="5357"/>
                    <a:pt x="158" y="5514"/>
                    <a:pt x="348" y="5514"/>
                  </a:cubicBezTo>
                  <a:lnTo>
                    <a:pt x="5168" y="5514"/>
                  </a:lnTo>
                  <a:cubicBezTo>
                    <a:pt x="5357" y="5514"/>
                    <a:pt x="5514" y="5357"/>
                    <a:pt x="5514" y="5168"/>
                  </a:cubicBezTo>
                  <a:cubicBezTo>
                    <a:pt x="5483" y="3750"/>
                    <a:pt x="4979" y="2490"/>
                    <a:pt x="3971" y="1513"/>
                  </a:cubicBezTo>
                  <a:cubicBezTo>
                    <a:pt x="2994" y="536"/>
                    <a:pt x="1734"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846" name="Google Shape;15846;p87"/>
          <p:cNvGrpSpPr/>
          <p:nvPr/>
        </p:nvGrpSpPr>
        <p:grpSpPr>
          <a:xfrm>
            <a:off x="4672976" y="2138699"/>
            <a:ext cx="321859" cy="424225"/>
            <a:chOff x="-4178875" y="2405775"/>
            <a:chExt cx="222925" cy="293825"/>
          </a:xfrm>
        </p:grpSpPr>
        <p:sp>
          <p:nvSpPr>
            <p:cNvPr id="15847" name="Google Shape;15847;p87"/>
            <p:cNvSpPr/>
            <p:nvPr/>
          </p:nvSpPr>
          <p:spPr>
            <a:xfrm>
              <a:off x="-4178875" y="2405775"/>
              <a:ext cx="222925" cy="293825"/>
            </a:xfrm>
            <a:custGeom>
              <a:avLst/>
              <a:gdLst/>
              <a:ahLst/>
              <a:cxnLst/>
              <a:rect l="l" t="t" r="r" b="b"/>
              <a:pathLst>
                <a:path w="8917" h="11753" extrusionOk="0">
                  <a:moveTo>
                    <a:pt x="4474" y="694"/>
                  </a:moveTo>
                  <a:cubicBezTo>
                    <a:pt x="6553" y="694"/>
                    <a:pt x="8254" y="2395"/>
                    <a:pt x="8254" y="4475"/>
                  </a:cubicBezTo>
                  <a:cubicBezTo>
                    <a:pt x="8191" y="5262"/>
                    <a:pt x="7971" y="6018"/>
                    <a:pt x="7530" y="6649"/>
                  </a:cubicBezTo>
                  <a:lnTo>
                    <a:pt x="4474" y="10776"/>
                  </a:lnTo>
                  <a:lnTo>
                    <a:pt x="1418" y="6712"/>
                  </a:lnTo>
                  <a:cubicBezTo>
                    <a:pt x="945" y="6050"/>
                    <a:pt x="693" y="5294"/>
                    <a:pt x="693" y="4475"/>
                  </a:cubicBezTo>
                  <a:cubicBezTo>
                    <a:pt x="693" y="2395"/>
                    <a:pt x="2363" y="694"/>
                    <a:pt x="4474" y="694"/>
                  </a:cubicBezTo>
                  <a:close/>
                  <a:moveTo>
                    <a:pt x="4474" y="1"/>
                  </a:moveTo>
                  <a:cubicBezTo>
                    <a:pt x="2017" y="1"/>
                    <a:pt x="0" y="2017"/>
                    <a:pt x="0" y="4475"/>
                  </a:cubicBezTo>
                  <a:cubicBezTo>
                    <a:pt x="0" y="5451"/>
                    <a:pt x="315" y="6365"/>
                    <a:pt x="882" y="7153"/>
                  </a:cubicBezTo>
                  <a:lnTo>
                    <a:pt x="4190" y="11595"/>
                  </a:lnTo>
                  <a:cubicBezTo>
                    <a:pt x="4253" y="11689"/>
                    <a:pt x="4348" y="11752"/>
                    <a:pt x="4474" y="11752"/>
                  </a:cubicBezTo>
                  <a:cubicBezTo>
                    <a:pt x="4568" y="11752"/>
                    <a:pt x="4663" y="11721"/>
                    <a:pt x="4726" y="11595"/>
                  </a:cubicBezTo>
                  <a:lnTo>
                    <a:pt x="8097" y="7058"/>
                  </a:lnTo>
                  <a:cubicBezTo>
                    <a:pt x="8633" y="6333"/>
                    <a:pt x="8916" y="5420"/>
                    <a:pt x="8916" y="4506"/>
                  </a:cubicBezTo>
                  <a:cubicBezTo>
                    <a:pt x="8916" y="1986"/>
                    <a:pt x="6900" y="1"/>
                    <a:pt x="44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848" name="Google Shape;15848;p87"/>
            <p:cNvSpPr/>
            <p:nvPr/>
          </p:nvSpPr>
          <p:spPr>
            <a:xfrm>
              <a:off x="-4093025" y="2491650"/>
              <a:ext cx="51225" cy="51200"/>
            </a:xfrm>
            <a:custGeom>
              <a:avLst/>
              <a:gdLst/>
              <a:ahLst/>
              <a:cxnLst/>
              <a:rect l="l" t="t" r="r" b="b"/>
              <a:pathLst>
                <a:path w="2049" h="2048" extrusionOk="0">
                  <a:moveTo>
                    <a:pt x="1040" y="630"/>
                  </a:moveTo>
                  <a:cubicBezTo>
                    <a:pt x="1229" y="630"/>
                    <a:pt x="1386" y="788"/>
                    <a:pt x="1386" y="1008"/>
                  </a:cubicBezTo>
                  <a:cubicBezTo>
                    <a:pt x="1386" y="1197"/>
                    <a:pt x="1197" y="1355"/>
                    <a:pt x="1040" y="1355"/>
                  </a:cubicBezTo>
                  <a:cubicBezTo>
                    <a:pt x="819" y="1355"/>
                    <a:pt x="662" y="1197"/>
                    <a:pt x="662" y="1008"/>
                  </a:cubicBezTo>
                  <a:cubicBezTo>
                    <a:pt x="662" y="788"/>
                    <a:pt x="819" y="630"/>
                    <a:pt x="1040" y="630"/>
                  </a:cubicBezTo>
                  <a:close/>
                  <a:moveTo>
                    <a:pt x="1040" y="0"/>
                  </a:moveTo>
                  <a:cubicBezTo>
                    <a:pt x="473" y="0"/>
                    <a:pt x="0" y="473"/>
                    <a:pt x="0" y="1040"/>
                  </a:cubicBezTo>
                  <a:cubicBezTo>
                    <a:pt x="0" y="1575"/>
                    <a:pt x="473" y="2048"/>
                    <a:pt x="1040" y="2048"/>
                  </a:cubicBezTo>
                  <a:cubicBezTo>
                    <a:pt x="1575" y="2048"/>
                    <a:pt x="2048" y="1575"/>
                    <a:pt x="2048" y="1040"/>
                  </a:cubicBezTo>
                  <a:cubicBezTo>
                    <a:pt x="2048" y="441"/>
                    <a:pt x="1575"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849" name="Google Shape;15849;p87"/>
            <p:cNvSpPr/>
            <p:nvPr/>
          </p:nvSpPr>
          <p:spPr>
            <a:xfrm>
              <a:off x="-4145800" y="2439650"/>
              <a:ext cx="155975" cy="155200"/>
            </a:xfrm>
            <a:custGeom>
              <a:avLst/>
              <a:gdLst/>
              <a:ahLst/>
              <a:cxnLst/>
              <a:rect l="l" t="t" r="r" b="b"/>
              <a:pathLst>
                <a:path w="6239" h="6208" extrusionOk="0">
                  <a:moveTo>
                    <a:pt x="3403" y="694"/>
                  </a:moveTo>
                  <a:lnTo>
                    <a:pt x="3403" y="1166"/>
                  </a:lnTo>
                  <a:cubicBezTo>
                    <a:pt x="3403" y="1324"/>
                    <a:pt x="3497" y="1450"/>
                    <a:pt x="3655" y="1481"/>
                  </a:cubicBezTo>
                  <a:cubicBezTo>
                    <a:pt x="3844" y="1576"/>
                    <a:pt x="4033" y="1670"/>
                    <a:pt x="4191" y="1828"/>
                  </a:cubicBezTo>
                  <a:cubicBezTo>
                    <a:pt x="4268" y="1867"/>
                    <a:pt x="4358" y="1894"/>
                    <a:pt x="4445" y="1894"/>
                  </a:cubicBezTo>
                  <a:cubicBezTo>
                    <a:pt x="4499" y="1894"/>
                    <a:pt x="4552" y="1884"/>
                    <a:pt x="4600" y="1859"/>
                  </a:cubicBezTo>
                  <a:lnTo>
                    <a:pt x="4978" y="1607"/>
                  </a:lnTo>
                  <a:lnTo>
                    <a:pt x="5356" y="2206"/>
                  </a:lnTo>
                  <a:lnTo>
                    <a:pt x="4947" y="2458"/>
                  </a:lnTo>
                  <a:cubicBezTo>
                    <a:pt x="4821" y="2521"/>
                    <a:pt x="4789" y="2647"/>
                    <a:pt x="4789" y="2805"/>
                  </a:cubicBezTo>
                  <a:cubicBezTo>
                    <a:pt x="4821" y="3025"/>
                    <a:pt x="4821" y="3183"/>
                    <a:pt x="4789" y="3435"/>
                  </a:cubicBezTo>
                  <a:cubicBezTo>
                    <a:pt x="4758" y="3592"/>
                    <a:pt x="4821" y="3687"/>
                    <a:pt x="4947" y="3781"/>
                  </a:cubicBezTo>
                  <a:lnTo>
                    <a:pt x="5356" y="4033"/>
                  </a:lnTo>
                  <a:lnTo>
                    <a:pt x="4978" y="4600"/>
                  </a:lnTo>
                  <a:lnTo>
                    <a:pt x="4600" y="4380"/>
                  </a:lnTo>
                  <a:cubicBezTo>
                    <a:pt x="4554" y="4345"/>
                    <a:pt x="4503" y="4332"/>
                    <a:pt x="4452" y="4332"/>
                  </a:cubicBezTo>
                  <a:cubicBezTo>
                    <a:pt x="4363" y="4332"/>
                    <a:pt x="4270" y="4372"/>
                    <a:pt x="4191" y="4411"/>
                  </a:cubicBezTo>
                  <a:cubicBezTo>
                    <a:pt x="4033" y="4537"/>
                    <a:pt x="3844" y="4632"/>
                    <a:pt x="3655" y="4726"/>
                  </a:cubicBezTo>
                  <a:cubicBezTo>
                    <a:pt x="3529" y="4758"/>
                    <a:pt x="3403" y="4915"/>
                    <a:pt x="3403" y="5041"/>
                  </a:cubicBezTo>
                  <a:lnTo>
                    <a:pt x="3403" y="5514"/>
                  </a:lnTo>
                  <a:lnTo>
                    <a:pt x="2741" y="5514"/>
                  </a:lnTo>
                  <a:lnTo>
                    <a:pt x="2741" y="5041"/>
                  </a:lnTo>
                  <a:cubicBezTo>
                    <a:pt x="2741" y="4884"/>
                    <a:pt x="2678" y="4758"/>
                    <a:pt x="2521" y="4726"/>
                  </a:cubicBezTo>
                  <a:cubicBezTo>
                    <a:pt x="2300" y="4663"/>
                    <a:pt x="2111" y="4569"/>
                    <a:pt x="1954" y="4411"/>
                  </a:cubicBezTo>
                  <a:cubicBezTo>
                    <a:pt x="1874" y="4372"/>
                    <a:pt x="1782" y="4332"/>
                    <a:pt x="1701" y="4332"/>
                  </a:cubicBezTo>
                  <a:cubicBezTo>
                    <a:pt x="1654" y="4332"/>
                    <a:pt x="1610" y="4345"/>
                    <a:pt x="1576" y="4380"/>
                  </a:cubicBezTo>
                  <a:lnTo>
                    <a:pt x="1166" y="4600"/>
                  </a:lnTo>
                  <a:lnTo>
                    <a:pt x="820" y="4033"/>
                  </a:lnTo>
                  <a:lnTo>
                    <a:pt x="1198" y="3781"/>
                  </a:lnTo>
                  <a:cubicBezTo>
                    <a:pt x="1324" y="3718"/>
                    <a:pt x="1418" y="3592"/>
                    <a:pt x="1355" y="3435"/>
                  </a:cubicBezTo>
                  <a:cubicBezTo>
                    <a:pt x="1324" y="3183"/>
                    <a:pt x="1324" y="3025"/>
                    <a:pt x="1355" y="2805"/>
                  </a:cubicBezTo>
                  <a:cubicBezTo>
                    <a:pt x="1418" y="2647"/>
                    <a:pt x="1324" y="2521"/>
                    <a:pt x="1198" y="2458"/>
                  </a:cubicBezTo>
                  <a:lnTo>
                    <a:pt x="820" y="2206"/>
                  </a:lnTo>
                  <a:lnTo>
                    <a:pt x="1166" y="1607"/>
                  </a:lnTo>
                  <a:lnTo>
                    <a:pt x="1576" y="1859"/>
                  </a:lnTo>
                  <a:cubicBezTo>
                    <a:pt x="1612" y="1884"/>
                    <a:pt x="1657" y="1894"/>
                    <a:pt x="1706" y="1894"/>
                  </a:cubicBezTo>
                  <a:cubicBezTo>
                    <a:pt x="1786" y="1894"/>
                    <a:pt x="1876" y="1867"/>
                    <a:pt x="1954" y="1828"/>
                  </a:cubicBezTo>
                  <a:cubicBezTo>
                    <a:pt x="2111" y="1702"/>
                    <a:pt x="2300" y="1576"/>
                    <a:pt x="2521" y="1481"/>
                  </a:cubicBezTo>
                  <a:cubicBezTo>
                    <a:pt x="2615" y="1450"/>
                    <a:pt x="2741" y="1292"/>
                    <a:pt x="2741" y="1166"/>
                  </a:cubicBezTo>
                  <a:lnTo>
                    <a:pt x="2741" y="694"/>
                  </a:lnTo>
                  <a:close/>
                  <a:moveTo>
                    <a:pt x="2426" y="1"/>
                  </a:moveTo>
                  <a:cubicBezTo>
                    <a:pt x="2237" y="1"/>
                    <a:pt x="2080" y="158"/>
                    <a:pt x="2080" y="347"/>
                  </a:cubicBezTo>
                  <a:lnTo>
                    <a:pt x="2080" y="946"/>
                  </a:lnTo>
                  <a:cubicBezTo>
                    <a:pt x="1954" y="977"/>
                    <a:pt x="1828" y="1072"/>
                    <a:pt x="1765" y="1135"/>
                  </a:cubicBezTo>
                  <a:lnTo>
                    <a:pt x="1261" y="851"/>
                  </a:lnTo>
                  <a:cubicBezTo>
                    <a:pt x="1211" y="831"/>
                    <a:pt x="1158" y="821"/>
                    <a:pt x="1104" y="821"/>
                  </a:cubicBezTo>
                  <a:cubicBezTo>
                    <a:pt x="990" y="821"/>
                    <a:pt x="874" y="870"/>
                    <a:pt x="788" y="977"/>
                  </a:cubicBezTo>
                  <a:lnTo>
                    <a:pt x="126" y="2175"/>
                  </a:lnTo>
                  <a:cubicBezTo>
                    <a:pt x="32" y="2332"/>
                    <a:pt x="63" y="2521"/>
                    <a:pt x="221" y="2647"/>
                  </a:cubicBezTo>
                  <a:lnTo>
                    <a:pt x="757" y="2899"/>
                  </a:lnTo>
                  <a:lnTo>
                    <a:pt x="757" y="3120"/>
                  </a:lnTo>
                  <a:lnTo>
                    <a:pt x="757" y="3309"/>
                  </a:lnTo>
                  <a:lnTo>
                    <a:pt x="221" y="3592"/>
                  </a:lnTo>
                  <a:cubicBezTo>
                    <a:pt x="63" y="3655"/>
                    <a:pt x="0" y="3907"/>
                    <a:pt x="126" y="4065"/>
                  </a:cubicBezTo>
                  <a:lnTo>
                    <a:pt x="788" y="5231"/>
                  </a:lnTo>
                  <a:cubicBezTo>
                    <a:pt x="831" y="5337"/>
                    <a:pt x="960" y="5415"/>
                    <a:pt x="1088" y="5415"/>
                  </a:cubicBezTo>
                  <a:cubicBezTo>
                    <a:pt x="1149" y="5415"/>
                    <a:pt x="1210" y="5397"/>
                    <a:pt x="1261" y="5357"/>
                  </a:cubicBezTo>
                  <a:lnTo>
                    <a:pt x="1765" y="5073"/>
                  </a:lnTo>
                  <a:cubicBezTo>
                    <a:pt x="1891" y="5167"/>
                    <a:pt x="1954" y="5199"/>
                    <a:pt x="2080" y="5262"/>
                  </a:cubicBezTo>
                  <a:lnTo>
                    <a:pt x="2080" y="5861"/>
                  </a:lnTo>
                  <a:cubicBezTo>
                    <a:pt x="2080" y="6050"/>
                    <a:pt x="2237" y="6207"/>
                    <a:pt x="2426" y="6207"/>
                  </a:cubicBezTo>
                  <a:lnTo>
                    <a:pt x="3812" y="6207"/>
                  </a:lnTo>
                  <a:cubicBezTo>
                    <a:pt x="4002" y="6207"/>
                    <a:pt x="4159" y="6050"/>
                    <a:pt x="4159" y="5861"/>
                  </a:cubicBezTo>
                  <a:lnTo>
                    <a:pt x="4159" y="5262"/>
                  </a:lnTo>
                  <a:cubicBezTo>
                    <a:pt x="4285" y="5231"/>
                    <a:pt x="4411" y="5167"/>
                    <a:pt x="4474" y="5073"/>
                  </a:cubicBezTo>
                  <a:lnTo>
                    <a:pt x="4978" y="5357"/>
                  </a:lnTo>
                  <a:cubicBezTo>
                    <a:pt x="5028" y="5376"/>
                    <a:pt x="5084" y="5387"/>
                    <a:pt x="5141" y="5387"/>
                  </a:cubicBezTo>
                  <a:cubicBezTo>
                    <a:pt x="5263" y="5387"/>
                    <a:pt x="5386" y="5338"/>
                    <a:pt x="5451" y="5231"/>
                  </a:cubicBezTo>
                  <a:lnTo>
                    <a:pt x="6144" y="4065"/>
                  </a:lnTo>
                  <a:cubicBezTo>
                    <a:pt x="6207" y="3907"/>
                    <a:pt x="6175" y="3687"/>
                    <a:pt x="6018" y="3592"/>
                  </a:cubicBezTo>
                  <a:lnTo>
                    <a:pt x="5514" y="3309"/>
                  </a:lnTo>
                  <a:lnTo>
                    <a:pt x="5514" y="3120"/>
                  </a:lnTo>
                  <a:lnTo>
                    <a:pt x="5514" y="2899"/>
                  </a:lnTo>
                  <a:lnTo>
                    <a:pt x="6018" y="2647"/>
                  </a:lnTo>
                  <a:cubicBezTo>
                    <a:pt x="6175" y="2521"/>
                    <a:pt x="6238" y="2332"/>
                    <a:pt x="6144" y="2175"/>
                  </a:cubicBezTo>
                  <a:lnTo>
                    <a:pt x="5451" y="977"/>
                  </a:lnTo>
                  <a:cubicBezTo>
                    <a:pt x="5408" y="870"/>
                    <a:pt x="5278" y="807"/>
                    <a:pt x="5149" y="807"/>
                  </a:cubicBezTo>
                  <a:cubicBezTo>
                    <a:pt x="5089" y="807"/>
                    <a:pt x="5029" y="821"/>
                    <a:pt x="4978" y="851"/>
                  </a:cubicBezTo>
                  <a:lnTo>
                    <a:pt x="4474" y="1135"/>
                  </a:lnTo>
                  <a:cubicBezTo>
                    <a:pt x="4348" y="1072"/>
                    <a:pt x="4285" y="1009"/>
                    <a:pt x="4159" y="946"/>
                  </a:cubicBezTo>
                  <a:lnTo>
                    <a:pt x="4159" y="347"/>
                  </a:lnTo>
                  <a:cubicBezTo>
                    <a:pt x="4159" y="158"/>
                    <a:pt x="4002" y="1"/>
                    <a:pt x="38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850" name="Google Shape;15850;p87"/>
          <p:cNvGrpSpPr/>
          <p:nvPr/>
        </p:nvGrpSpPr>
        <p:grpSpPr>
          <a:xfrm>
            <a:off x="4635439" y="2673483"/>
            <a:ext cx="420796" cy="395746"/>
            <a:chOff x="-4211975" y="2783850"/>
            <a:chExt cx="291450" cy="274100"/>
          </a:xfrm>
        </p:grpSpPr>
        <p:sp>
          <p:nvSpPr>
            <p:cNvPr id="15851" name="Google Shape;15851;p87"/>
            <p:cNvSpPr/>
            <p:nvPr/>
          </p:nvSpPr>
          <p:spPr>
            <a:xfrm>
              <a:off x="-4211975" y="2937125"/>
              <a:ext cx="291450" cy="120825"/>
            </a:xfrm>
            <a:custGeom>
              <a:avLst/>
              <a:gdLst/>
              <a:ahLst/>
              <a:cxnLst/>
              <a:rect l="l" t="t" r="r" b="b"/>
              <a:pathLst>
                <a:path w="11658" h="4833" extrusionOk="0">
                  <a:moveTo>
                    <a:pt x="978" y="706"/>
                  </a:moveTo>
                  <a:cubicBezTo>
                    <a:pt x="1167" y="706"/>
                    <a:pt x="1324" y="863"/>
                    <a:pt x="1324" y="1052"/>
                  </a:cubicBezTo>
                  <a:lnTo>
                    <a:pt x="1324" y="3762"/>
                  </a:lnTo>
                  <a:cubicBezTo>
                    <a:pt x="1324" y="3982"/>
                    <a:pt x="1167" y="4140"/>
                    <a:pt x="978" y="4140"/>
                  </a:cubicBezTo>
                  <a:lnTo>
                    <a:pt x="631" y="4140"/>
                  </a:lnTo>
                  <a:lnTo>
                    <a:pt x="631" y="706"/>
                  </a:lnTo>
                  <a:close/>
                  <a:moveTo>
                    <a:pt x="3866" y="717"/>
                  </a:moveTo>
                  <a:cubicBezTo>
                    <a:pt x="4374" y="717"/>
                    <a:pt x="4886" y="859"/>
                    <a:pt x="5325" y="1147"/>
                  </a:cubicBezTo>
                  <a:cubicBezTo>
                    <a:pt x="5672" y="1367"/>
                    <a:pt x="5703" y="1399"/>
                    <a:pt x="5829" y="1399"/>
                  </a:cubicBezTo>
                  <a:lnTo>
                    <a:pt x="7247" y="1399"/>
                  </a:lnTo>
                  <a:cubicBezTo>
                    <a:pt x="7436" y="1399"/>
                    <a:pt x="7594" y="1556"/>
                    <a:pt x="7594" y="1777"/>
                  </a:cubicBezTo>
                  <a:cubicBezTo>
                    <a:pt x="7594" y="1966"/>
                    <a:pt x="7436" y="2124"/>
                    <a:pt x="7247" y="2124"/>
                  </a:cubicBezTo>
                  <a:lnTo>
                    <a:pt x="4758" y="2124"/>
                  </a:lnTo>
                  <a:cubicBezTo>
                    <a:pt x="4380" y="2124"/>
                    <a:pt x="4034" y="2344"/>
                    <a:pt x="3845" y="2659"/>
                  </a:cubicBezTo>
                  <a:cubicBezTo>
                    <a:pt x="3782" y="2817"/>
                    <a:pt x="3845" y="3069"/>
                    <a:pt x="4002" y="3132"/>
                  </a:cubicBezTo>
                  <a:cubicBezTo>
                    <a:pt x="4045" y="3158"/>
                    <a:pt x="4096" y="3169"/>
                    <a:pt x="4148" y="3169"/>
                  </a:cubicBezTo>
                  <a:cubicBezTo>
                    <a:pt x="4284" y="3169"/>
                    <a:pt x="4429" y="3088"/>
                    <a:pt x="4475" y="2974"/>
                  </a:cubicBezTo>
                  <a:cubicBezTo>
                    <a:pt x="4538" y="2848"/>
                    <a:pt x="4632" y="2785"/>
                    <a:pt x="4790" y="2785"/>
                  </a:cubicBezTo>
                  <a:lnTo>
                    <a:pt x="7562" y="2785"/>
                  </a:lnTo>
                  <a:cubicBezTo>
                    <a:pt x="7783" y="2785"/>
                    <a:pt x="8003" y="2722"/>
                    <a:pt x="8192" y="2596"/>
                  </a:cubicBezTo>
                  <a:lnTo>
                    <a:pt x="10555" y="769"/>
                  </a:lnTo>
                  <a:cubicBezTo>
                    <a:pt x="10603" y="747"/>
                    <a:pt x="10649" y="737"/>
                    <a:pt x="10693" y="737"/>
                  </a:cubicBezTo>
                  <a:cubicBezTo>
                    <a:pt x="10969" y="737"/>
                    <a:pt x="11146" y="1123"/>
                    <a:pt x="10902" y="1367"/>
                  </a:cubicBezTo>
                  <a:cubicBezTo>
                    <a:pt x="10844" y="1406"/>
                    <a:pt x="10817" y="1419"/>
                    <a:pt x="10805" y="1419"/>
                  </a:cubicBezTo>
                  <a:cubicBezTo>
                    <a:pt x="10780" y="1419"/>
                    <a:pt x="10836" y="1354"/>
                    <a:pt x="10826" y="1354"/>
                  </a:cubicBezTo>
                  <a:cubicBezTo>
                    <a:pt x="10804" y="1354"/>
                    <a:pt x="10447" y="1686"/>
                    <a:pt x="8066" y="3856"/>
                  </a:cubicBezTo>
                  <a:cubicBezTo>
                    <a:pt x="7877" y="4014"/>
                    <a:pt x="7625" y="4140"/>
                    <a:pt x="7373" y="4140"/>
                  </a:cubicBezTo>
                  <a:lnTo>
                    <a:pt x="3435" y="4140"/>
                  </a:lnTo>
                  <a:cubicBezTo>
                    <a:pt x="2962" y="4140"/>
                    <a:pt x="2490" y="4014"/>
                    <a:pt x="2049" y="3825"/>
                  </a:cubicBezTo>
                  <a:lnTo>
                    <a:pt x="2049" y="1399"/>
                  </a:lnTo>
                  <a:lnTo>
                    <a:pt x="2332" y="1210"/>
                  </a:lnTo>
                  <a:cubicBezTo>
                    <a:pt x="2774" y="883"/>
                    <a:pt x="3318" y="717"/>
                    <a:pt x="3866" y="717"/>
                  </a:cubicBezTo>
                  <a:close/>
                  <a:moveTo>
                    <a:pt x="3817" y="0"/>
                  </a:moveTo>
                  <a:cubicBezTo>
                    <a:pt x="3151" y="0"/>
                    <a:pt x="2491" y="205"/>
                    <a:pt x="1923" y="611"/>
                  </a:cubicBezTo>
                  <a:cubicBezTo>
                    <a:pt x="1765" y="265"/>
                    <a:pt x="1419" y="13"/>
                    <a:pt x="1009" y="13"/>
                  </a:cubicBezTo>
                  <a:lnTo>
                    <a:pt x="348" y="13"/>
                  </a:lnTo>
                  <a:cubicBezTo>
                    <a:pt x="159" y="13"/>
                    <a:pt x="1" y="170"/>
                    <a:pt x="1" y="391"/>
                  </a:cubicBezTo>
                  <a:lnTo>
                    <a:pt x="1" y="4486"/>
                  </a:lnTo>
                  <a:cubicBezTo>
                    <a:pt x="1" y="4675"/>
                    <a:pt x="159" y="4833"/>
                    <a:pt x="348" y="4833"/>
                  </a:cubicBezTo>
                  <a:lnTo>
                    <a:pt x="1009" y="4833"/>
                  </a:lnTo>
                  <a:cubicBezTo>
                    <a:pt x="1324" y="4833"/>
                    <a:pt x="1608" y="4675"/>
                    <a:pt x="1797" y="4486"/>
                  </a:cubicBezTo>
                  <a:cubicBezTo>
                    <a:pt x="2332" y="4707"/>
                    <a:pt x="2868" y="4833"/>
                    <a:pt x="3435" y="4833"/>
                  </a:cubicBezTo>
                  <a:lnTo>
                    <a:pt x="7373" y="4833"/>
                  </a:lnTo>
                  <a:cubicBezTo>
                    <a:pt x="7783" y="4833"/>
                    <a:pt x="8192" y="4675"/>
                    <a:pt x="8507" y="4392"/>
                  </a:cubicBezTo>
                  <a:cubicBezTo>
                    <a:pt x="8539" y="4392"/>
                    <a:pt x="11217" y="1903"/>
                    <a:pt x="11248" y="1872"/>
                  </a:cubicBezTo>
                  <a:cubicBezTo>
                    <a:pt x="11406" y="1809"/>
                    <a:pt x="11658" y="1493"/>
                    <a:pt x="11658" y="1084"/>
                  </a:cubicBezTo>
                  <a:cubicBezTo>
                    <a:pt x="11658" y="454"/>
                    <a:pt x="11185" y="44"/>
                    <a:pt x="10618" y="44"/>
                  </a:cubicBezTo>
                  <a:cubicBezTo>
                    <a:pt x="10303" y="44"/>
                    <a:pt x="10051" y="202"/>
                    <a:pt x="9925" y="296"/>
                  </a:cubicBezTo>
                  <a:lnTo>
                    <a:pt x="8192" y="1619"/>
                  </a:lnTo>
                  <a:cubicBezTo>
                    <a:pt x="8098" y="1084"/>
                    <a:pt x="7688" y="706"/>
                    <a:pt x="7153" y="706"/>
                  </a:cubicBezTo>
                  <a:lnTo>
                    <a:pt x="5861" y="706"/>
                  </a:lnTo>
                  <a:lnTo>
                    <a:pt x="5640" y="548"/>
                  </a:lnTo>
                  <a:cubicBezTo>
                    <a:pt x="5075" y="182"/>
                    <a:pt x="4444" y="0"/>
                    <a:pt x="38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852" name="Google Shape;15852;p87"/>
            <p:cNvSpPr/>
            <p:nvPr/>
          </p:nvSpPr>
          <p:spPr>
            <a:xfrm>
              <a:off x="-4109575" y="2783850"/>
              <a:ext cx="153625" cy="154400"/>
            </a:xfrm>
            <a:custGeom>
              <a:avLst/>
              <a:gdLst/>
              <a:ahLst/>
              <a:cxnLst/>
              <a:rect l="l" t="t" r="r" b="b"/>
              <a:pathLst>
                <a:path w="6145" h="6176" extrusionOk="0">
                  <a:moveTo>
                    <a:pt x="3057" y="693"/>
                  </a:moveTo>
                  <a:cubicBezTo>
                    <a:pt x="4411" y="693"/>
                    <a:pt x="5482" y="1765"/>
                    <a:pt x="5482" y="3088"/>
                  </a:cubicBezTo>
                  <a:cubicBezTo>
                    <a:pt x="5482" y="4442"/>
                    <a:pt x="4411" y="5482"/>
                    <a:pt x="3057" y="5482"/>
                  </a:cubicBezTo>
                  <a:cubicBezTo>
                    <a:pt x="1733" y="5482"/>
                    <a:pt x="662" y="4442"/>
                    <a:pt x="662" y="3088"/>
                  </a:cubicBezTo>
                  <a:cubicBezTo>
                    <a:pt x="662" y="1765"/>
                    <a:pt x="1733" y="693"/>
                    <a:pt x="3057" y="693"/>
                  </a:cubicBezTo>
                  <a:close/>
                  <a:moveTo>
                    <a:pt x="3057" y="0"/>
                  </a:moveTo>
                  <a:cubicBezTo>
                    <a:pt x="1387" y="0"/>
                    <a:pt x="1" y="1387"/>
                    <a:pt x="1" y="3088"/>
                  </a:cubicBezTo>
                  <a:cubicBezTo>
                    <a:pt x="1" y="4789"/>
                    <a:pt x="1387" y="6175"/>
                    <a:pt x="3057" y="6175"/>
                  </a:cubicBezTo>
                  <a:cubicBezTo>
                    <a:pt x="4758" y="6175"/>
                    <a:pt x="6144" y="4789"/>
                    <a:pt x="6144" y="3088"/>
                  </a:cubicBezTo>
                  <a:cubicBezTo>
                    <a:pt x="6144" y="1387"/>
                    <a:pt x="4758" y="0"/>
                    <a:pt x="30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853" name="Google Shape;15853;p87"/>
            <p:cNvSpPr/>
            <p:nvPr/>
          </p:nvSpPr>
          <p:spPr>
            <a:xfrm>
              <a:off x="-4074925" y="2818500"/>
              <a:ext cx="84300" cy="85100"/>
            </a:xfrm>
            <a:custGeom>
              <a:avLst/>
              <a:gdLst/>
              <a:ahLst/>
              <a:cxnLst/>
              <a:rect l="l" t="t" r="r" b="b"/>
              <a:pathLst>
                <a:path w="3372" h="3404" extrusionOk="0">
                  <a:moveTo>
                    <a:pt x="1671" y="631"/>
                  </a:moveTo>
                  <a:cubicBezTo>
                    <a:pt x="2238" y="631"/>
                    <a:pt x="2710" y="1103"/>
                    <a:pt x="2710" y="1670"/>
                  </a:cubicBezTo>
                  <a:cubicBezTo>
                    <a:pt x="2710" y="2206"/>
                    <a:pt x="2238" y="2678"/>
                    <a:pt x="1671" y="2678"/>
                  </a:cubicBezTo>
                  <a:cubicBezTo>
                    <a:pt x="1135" y="2678"/>
                    <a:pt x="662" y="2206"/>
                    <a:pt x="662" y="1670"/>
                  </a:cubicBezTo>
                  <a:cubicBezTo>
                    <a:pt x="662" y="1103"/>
                    <a:pt x="1135" y="631"/>
                    <a:pt x="1671" y="631"/>
                  </a:cubicBezTo>
                  <a:close/>
                  <a:moveTo>
                    <a:pt x="1671" y="1"/>
                  </a:moveTo>
                  <a:cubicBezTo>
                    <a:pt x="725" y="1"/>
                    <a:pt x="1" y="757"/>
                    <a:pt x="1" y="1702"/>
                  </a:cubicBezTo>
                  <a:cubicBezTo>
                    <a:pt x="1" y="2647"/>
                    <a:pt x="725" y="3403"/>
                    <a:pt x="1671" y="3403"/>
                  </a:cubicBezTo>
                  <a:cubicBezTo>
                    <a:pt x="2616" y="3403"/>
                    <a:pt x="3372" y="2647"/>
                    <a:pt x="3372" y="1702"/>
                  </a:cubicBezTo>
                  <a:cubicBezTo>
                    <a:pt x="3372" y="757"/>
                    <a:pt x="2616" y="1"/>
                    <a:pt x="16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5854" name="Google Shape;15854;p87"/>
          <p:cNvSpPr/>
          <p:nvPr/>
        </p:nvSpPr>
        <p:spPr>
          <a:xfrm>
            <a:off x="7351333" y="1629995"/>
            <a:ext cx="399175" cy="423069"/>
          </a:xfrm>
          <a:custGeom>
            <a:avLst/>
            <a:gdLst/>
            <a:ahLst/>
            <a:cxnLst/>
            <a:rect l="l" t="t" r="r" b="b"/>
            <a:pathLst>
              <a:path w="11059" h="11721" extrusionOk="0">
                <a:moveTo>
                  <a:pt x="1418" y="693"/>
                </a:moveTo>
                <a:lnTo>
                  <a:pt x="1418" y="1387"/>
                </a:lnTo>
                <a:lnTo>
                  <a:pt x="725" y="1387"/>
                </a:lnTo>
                <a:lnTo>
                  <a:pt x="725" y="693"/>
                </a:lnTo>
                <a:close/>
                <a:moveTo>
                  <a:pt x="9011" y="693"/>
                </a:moveTo>
                <a:lnTo>
                  <a:pt x="9011" y="1387"/>
                </a:lnTo>
                <a:lnTo>
                  <a:pt x="8349" y="1387"/>
                </a:lnTo>
                <a:lnTo>
                  <a:pt x="8349" y="693"/>
                </a:lnTo>
                <a:close/>
                <a:moveTo>
                  <a:pt x="7656" y="1324"/>
                </a:moveTo>
                <a:lnTo>
                  <a:pt x="7656" y="1670"/>
                </a:lnTo>
                <a:cubicBezTo>
                  <a:pt x="7656" y="1891"/>
                  <a:pt x="7813" y="2048"/>
                  <a:pt x="8034" y="2048"/>
                </a:cubicBezTo>
                <a:lnTo>
                  <a:pt x="8381" y="2048"/>
                </a:lnTo>
                <a:lnTo>
                  <a:pt x="8381" y="4222"/>
                </a:lnTo>
                <a:cubicBezTo>
                  <a:pt x="8255" y="4253"/>
                  <a:pt x="8160" y="4316"/>
                  <a:pt x="8034" y="4411"/>
                </a:cubicBezTo>
                <a:cubicBezTo>
                  <a:pt x="7845" y="4243"/>
                  <a:pt x="7614" y="4159"/>
                  <a:pt x="7369" y="4159"/>
                </a:cubicBezTo>
                <a:cubicBezTo>
                  <a:pt x="7246" y="4159"/>
                  <a:pt x="7120" y="4180"/>
                  <a:pt x="6994" y="4222"/>
                </a:cubicBezTo>
                <a:lnTo>
                  <a:pt x="6994" y="3088"/>
                </a:lnTo>
                <a:cubicBezTo>
                  <a:pt x="6994" y="2552"/>
                  <a:pt x="6522" y="2080"/>
                  <a:pt x="5986" y="2080"/>
                </a:cubicBezTo>
                <a:cubicBezTo>
                  <a:pt x="5419" y="2080"/>
                  <a:pt x="4947" y="2552"/>
                  <a:pt x="4947" y="3088"/>
                </a:cubicBezTo>
                <a:lnTo>
                  <a:pt x="4947" y="6459"/>
                </a:lnTo>
                <a:lnTo>
                  <a:pt x="4789" y="6301"/>
                </a:lnTo>
                <a:cubicBezTo>
                  <a:pt x="4600" y="6097"/>
                  <a:pt x="4340" y="5994"/>
                  <a:pt x="4076" y="5994"/>
                </a:cubicBezTo>
                <a:cubicBezTo>
                  <a:pt x="3812" y="5994"/>
                  <a:pt x="3545" y="6097"/>
                  <a:pt x="3340" y="6301"/>
                </a:cubicBezTo>
                <a:cubicBezTo>
                  <a:pt x="2962" y="6679"/>
                  <a:pt x="2962" y="7341"/>
                  <a:pt x="3340" y="7751"/>
                </a:cubicBezTo>
                <a:lnTo>
                  <a:pt x="3812" y="8223"/>
                </a:lnTo>
                <a:lnTo>
                  <a:pt x="2111" y="8223"/>
                </a:lnTo>
                <a:lnTo>
                  <a:pt x="2111" y="7908"/>
                </a:lnTo>
                <a:cubicBezTo>
                  <a:pt x="2111" y="7719"/>
                  <a:pt x="1954" y="7561"/>
                  <a:pt x="1765" y="7561"/>
                </a:cubicBezTo>
                <a:lnTo>
                  <a:pt x="1418" y="7561"/>
                </a:lnTo>
                <a:lnTo>
                  <a:pt x="1418" y="2048"/>
                </a:lnTo>
                <a:lnTo>
                  <a:pt x="1765" y="2048"/>
                </a:lnTo>
                <a:cubicBezTo>
                  <a:pt x="1954" y="2048"/>
                  <a:pt x="2111" y="1891"/>
                  <a:pt x="2111" y="1670"/>
                </a:cubicBezTo>
                <a:lnTo>
                  <a:pt x="2111" y="1324"/>
                </a:lnTo>
                <a:close/>
                <a:moveTo>
                  <a:pt x="1418" y="8255"/>
                </a:moveTo>
                <a:lnTo>
                  <a:pt x="1418" y="8948"/>
                </a:lnTo>
                <a:lnTo>
                  <a:pt x="725" y="8948"/>
                </a:lnTo>
                <a:lnTo>
                  <a:pt x="725" y="8255"/>
                </a:lnTo>
                <a:close/>
                <a:moveTo>
                  <a:pt x="5955" y="2836"/>
                </a:moveTo>
                <a:cubicBezTo>
                  <a:pt x="6144" y="2836"/>
                  <a:pt x="6301" y="2993"/>
                  <a:pt x="6301" y="3182"/>
                </a:cubicBezTo>
                <a:lnTo>
                  <a:pt x="6301" y="6616"/>
                </a:lnTo>
                <a:cubicBezTo>
                  <a:pt x="6301" y="6805"/>
                  <a:pt x="6459" y="6963"/>
                  <a:pt x="6648" y="6963"/>
                </a:cubicBezTo>
                <a:cubicBezTo>
                  <a:pt x="6837" y="6963"/>
                  <a:pt x="6994" y="6805"/>
                  <a:pt x="6994" y="6616"/>
                </a:cubicBezTo>
                <a:lnTo>
                  <a:pt x="6994" y="5230"/>
                </a:lnTo>
                <a:cubicBezTo>
                  <a:pt x="6994" y="5041"/>
                  <a:pt x="7152" y="4884"/>
                  <a:pt x="7372" y="4884"/>
                </a:cubicBezTo>
                <a:cubicBezTo>
                  <a:pt x="7561" y="4884"/>
                  <a:pt x="7719" y="5041"/>
                  <a:pt x="7719" y="5230"/>
                </a:cubicBezTo>
                <a:lnTo>
                  <a:pt x="7719" y="6616"/>
                </a:lnTo>
                <a:cubicBezTo>
                  <a:pt x="7719" y="6805"/>
                  <a:pt x="7876" y="6963"/>
                  <a:pt x="8066" y="6963"/>
                </a:cubicBezTo>
                <a:cubicBezTo>
                  <a:pt x="8255" y="6963"/>
                  <a:pt x="8412" y="6805"/>
                  <a:pt x="8412" y="6616"/>
                </a:cubicBezTo>
                <a:lnTo>
                  <a:pt x="8412" y="5230"/>
                </a:lnTo>
                <a:cubicBezTo>
                  <a:pt x="8412" y="5041"/>
                  <a:pt x="8570" y="4884"/>
                  <a:pt x="8790" y="4884"/>
                </a:cubicBezTo>
                <a:cubicBezTo>
                  <a:pt x="8979" y="4884"/>
                  <a:pt x="9137" y="5041"/>
                  <a:pt x="9137" y="5230"/>
                </a:cubicBezTo>
                <a:lnTo>
                  <a:pt x="9137" y="6616"/>
                </a:lnTo>
                <a:cubicBezTo>
                  <a:pt x="9137" y="6805"/>
                  <a:pt x="9294" y="6963"/>
                  <a:pt x="9483" y="6963"/>
                </a:cubicBezTo>
                <a:cubicBezTo>
                  <a:pt x="9672" y="6963"/>
                  <a:pt x="9830" y="6805"/>
                  <a:pt x="9830" y="6616"/>
                </a:cubicBezTo>
                <a:lnTo>
                  <a:pt x="9830" y="5955"/>
                </a:lnTo>
                <a:cubicBezTo>
                  <a:pt x="9704" y="5703"/>
                  <a:pt x="9861" y="5545"/>
                  <a:pt x="10019" y="5545"/>
                </a:cubicBezTo>
                <a:cubicBezTo>
                  <a:pt x="10239" y="5545"/>
                  <a:pt x="10397" y="5703"/>
                  <a:pt x="10397" y="5892"/>
                </a:cubicBezTo>
                <a:lnTo>
                  <a:pt x="10397" y="7057"/>
                </a:lnTo>
                <a:cubicBezTo>
                  <a:pt x="10397" y="8003"/>
                  <a:pt x="10176" y="8885"/>
                  <a:pt x="9830" y="9672"/>
                </a:cubicBezTo>
                <a:lnTo>
                  <a:pt x="6144" y="9672"/>
                </a:lnTo>
                <a:lnTo>
                  <a:pt x="3812" y="7372"/>
                </a:lnTo>
                <a:cubicBezTo>
                  <a:pt x="3686" y="7246"/>
                  <a:pt x="3686" y="6994"/>
                  <a:pt x="3812" y="6900"/>
                </a:cubicBezTo>
                <a:cubicBezTo>
                  <a:pt x="3875" y="6837"/>
                  <a:pt x="3962" y="6805"/>
                  <a:pt x="4049" y="6805"/>
                </a:cubicBezTo>
                <a:cubicBezTo>
                  <a:pt x="4135" y="6805"/>
                  <a:pt x="4222" y="6837"/>
                  <a:pt x="4285" y="6900"/>
                </a:cubicBezTo>
                <a:lnTo>
                  <a:pt x="5010" y="7593"/>
                </a:lnTo>
                <a:cubicBezTo>
                  <a:pt x="5075" y="7659"/>
                  <a:pt x="5163" y="7690"/>
                  <a:pt x="5251" y="7690"/>
                </a:cubicBezTo>
                <a:cubicBezTo>
                  <a:pt x="5415" y="7690"/>
                  <a:pt x="5577" y="7578"/>
                  <a:pt x="5577" y="7372"/>
                </a:cubicBezTo>
                <a:lnTo>
                  <a:pt x="5577" y="3182"/>
                </a:lnTo>
                <a:cubicBezTo>
                  <a:pt x="5577" y="2993"/>
                  <a:pt x="5734" y="2836"/>
                  <a:pt x="5955" y="2836"/>
                </a:cubicBezTo>
                <a:close/>
                <a:moveTo>
                  <a:pt x="9672" y="10302"/>
                </a:moveTo>
                <a:lnTo>
                  <a:pt x="9672" y="10680"/>
                </a:lnTo>
                <a:cubicBezTo>
                  <a:pt x="9704" y="10869"/>
                  <a:pt x="9546" y="11027"/>
                  <a:pt x="9357" y="11027"/>
                </a:cubicBezTo>
                <a:lnTo>
                  <a:pt x="6616" y="11027"/>
                </a:lnTo>
                <a:cubicBezTo>
                  <a:pt x="6396" y="11027"/>
                  <a:pt x="6238" y="10869"/>
                  <a:pt x="6238" y="10680"/>
                </a:cubicBezTo>
                <a:lnTo>
                  <a:pt x="6238" y="10302"/>
                </a:lnTo>
                <a:close/>
                <a:moveTo>
                  <a:pt x="347" y="0"/>
                </a:moveTo>
                <a:cubicBezTo>
                  <a:pt x="158" y="0"/>
                  <a:pt x="0" y="158"/>
                  <a:pt x="0" y="347"/>
                </a:cubicBezTo>
                <a:lnTo>
                  <a:pt x="0" y="1733"/>
                </a:lnTo>
                <a:cubicBezTo>
                  <a:pt x="0" y="1922"/>
                  <a:pt x="158" y="2080"/>
                  <a:pt x="347" y="2080"/>
                </a:cubicBezTo>
                <a:lnTo>
                  <a:pt x="693" y="2080"/>
                </a:lnTo>
                <a:lnTo>
                  <a:pt x="693" y="7593"/>
                </a:lnTo>
                <a:lnTo>
                  <a:pt x="347" y="7593"/>
                </a:lnTo>
                <a:cubicBezTo>
                  <a:pt x="158" y="7593"/>
                  <a:pt x="0" y="7751"/>
                  <a:pt x="0" y="7940"/>
                </a:cubicBezTo>
                <a:lnTo>
                  <a:pt x="0" y="9326"/>
                </a:lnTo>
                <a:cubicBezTo>
                  <a:pt x="0" y="9515"/>
                  <a:pt x="158" y="9672"/>
                  <a:pt x="347" y="9672"/>
                </a:cubicBezTo>
                <a:lnTo>
                  <a:pt x="1733" y="9672"/>
                </a:lnTo>
                <a:cubicBezTo>
                  <a:pt x="1922" y="9672"/>
                  <a:pt x="2080" y="9515"/>
                  <a:pt x="2080" y="9326"/>
                </a:cubicBezTo>
                <a:lnTo>
                  <a:pt x="2080" y="8979"/>
                </a:lnTo>
                <a:lnTo>
                  <a:pt x="4442" y="8979"/>
                </a:lnTo>
                <a:lnTo>
                  <a:pt x="5577" y="10113"/>
                </a:lnTo>
                <a:lnTo>
                  <a:pt x="5577" y="10712"/>
                </a:lnTo>
                <a:cubicBezTo>
                  <a:pt x="5577" y="11248"/>
                  <a:pt x="6049" y="11720"/>
                  <a:pt x="6616" y="11720"/>
                </a:cubicBezTo>
                <a:lnTo>
                  <a:pt x="9357" y="11720"/>
                </a:lnTo>
                <a:cubicBezTo>
                  <a:pt x="9924" y="11720"/>
                  <a:pt x="10397" y="11248"/>
                  <a:pt x="10397" y="10712"/>
                </a:cubicBezTo>
                <a:lnTo>
                  <a:pt x="10397" y="10113"/>
                </a:lnTo>
                <a:cubicBezTo>
                  <a:pt x="10806" y="9200"/>
                  <a:pt x="11058" y="8160"/>
                  <a:pt x="11058" y="7026"/>
                </a:cubicBezTo>
                <a:lnTo>
                  <a:pt x="11058" y="5892"/>
                </a:lnTo>
                <a:cubicBezTo>
                  <a:pt x="11058" y="5325"/>
                  <a:pt x="10617" y="4884"/>
                  <a:pt x="10019" y="4884"/>
                </a:cubicBezTo>
                <a:cubicBezTo>
                  <a:pt x="9924" y="4884"/>
                  <a:pt x="9767" y="4915"/>
                  <a:pt x="9641" y="4947"/>
                </a:cubicBezTo>
                <a:cubicBezTo>
                  <a:pt x="9546" y="4632"/>
                  <a:pt x="9326" y="4379"/>
                  <a:pt x="9011" y="4253"/>
                </a:cubicBezTo>
                <a:lnTo>
                  <a:pt x="9011" y="2080"/>
                </a:lnTo>
                <a:lnTo>
                  <a:pt x="9357" y="2080"/>
                </a:lnTo>
                <a:cubicBezTo>
                  <a:pt x="9546" y="2080"/>
                  <a:pt x="9735" y="1922"/>
                  <a:pt x="9735" y="1733"/>
                </a:cubicBezTo>
                <a:lnTo>
                  <a:pt x="9735" y="347"/>
                </a:lnTo>
                <a:cubicBezTo>
                  <a:pt x="9735" y="158"/>
                  <a:pt x="9546" y="0"/>
                  <a:pt x="9357" y="0"/>
                </a:cubicBezTo>
                <a:lnTo>
                  <a:pt x="7971" y="0"/>
                </a:lnTo>
                <a:cubicBezTo>
                  <a:pt x="7782" y="0"/>
                  <a:pt x="7624" y="158"/>
                  <a:pt x="7624" y="347"/>
                </a:cubicBezTo>
                <a:lnTo>
                  <a:pt x="7624" y="693"/>
                </a:lnTo>
                <a:lnTo>
                  <a:pt x="2080" y="693"/>
                </a:lnTo>
                <a:lnTo>
                  <a:pt x="2080" y="347"/>
                </a:lnTo>
                <a:cubicBezTo>
                  <a:pt x="2080" y="158"/>
                  <a:pt x="1922"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5855" name="Google Shape;15855;p87"/>
          <p:cNvGrpSpPr/>
          <p:nvPr/>
        </p:nvGrpSpPr>
        <p:grpSpPr>
          <a:xfrm>
            <a:off x="7340368" y="2140413"/>
            <a:ext cx="420796" cy="420796"/>
            <a:chOff x="-2419325" y="2408150"/>
            <a:chExt cx="291450" cy="291450"/>
          </a:xfrm>
        </p:grpSpPr>
        <p:sp>
          <p:nvSpPr>
            <p:cNvPr id="15856" name="Google Shape;15856;p87"/>
            <p:cNvSpPr/>
            <p:nvPr/>
          </p:nvSpPr>
          <p:spPr>
            <a:xfrm>
              <a:off x="-2419325" y="2408150"/>
              <a:ext cx="291450" cy="291450"/>
            </a:xfrm>
            <a:custGeom>
              <a:avLst/>
              <a:gdLst/>
              <a:ahLst/>
              <a:cxnLst/>
              <a:rect l="l" t="t" r="r" b="b"/>
              <a:pathLst>
                <a:path w="11658" h="11658" extrusionOk="0">
                  <a:moveTo>
                    <a:pt x="8948" y="725"/>
                  </a:moveTo>
                  <a:lnTo>
                    <a:pt x="8948" y="2489"/>
                  </a:lnTo>
                  <a:lnTo>
                    <a:pt x="8948" y="10366"/>
                  </a:lnTo>
                  <a:cubicBezTo>
                    <a:pt x="8948" y="10586"/>
                    <a:pt x="9011" y="10838"/>
                    <a:pt x="9137" y="11027"/>
                  </a:cubicBezTo>
                  <a:lnTo>
                    <a:pt x="1733" y="11027"/>
                  </a:lnTo>
                  <a:cubicBezTo>
                    <a:pt x="1134" y="11027"/>
                    <a:pt x="662" y="10586"/>
                    <a:pt x="662" y="10019"/>
                  </a:cubicBezTo>
                  <a:lnTo>
                    <a:pt x="662" y="725"/>
                  </a:lnTo>
                  <a:close/>
                  <a:moveTo>
                    <a:pt x="11027" y="2836"/>
                  </a:moveTo>
                  <a:lnTo>
                    <a:pt x="11027" y="10366"/>
                  </a:lnTo>
                  <a:lnTo>
                    <a:pt x="10995" y="10366"/>
                  </a:lnTo>
                  <a:cubicBezTo>
                    <a:pt x="10995" y="10744"/>
                    <a:pt x="10680" y="11027"/>
                    <a:pt x="10334" y="11027"/>
                  </a:cubicBezTo>
                  <a:cubicBezTo>
                    <a:pt x="9987" y="11027"/>
                    <a:pt x="9672" y="10712"/>
                    <a:pt x="9672" y="10366"/>
                  </a:cubicBezTo>
                  <a:lnTo>
                    <a:pt x="9672" y="2836"/>
                  </a:lnTo>
                  <a:close/>
                  <a:moveTo>
                    <a:pt x="347" y="1"/>
                  </a:moveTo>
                  <a:cubicBezTo>
                    <a:pt x="158" y="1"/>
                    <a:pt x="0" y="158"/>
                    <a:pt x="0" y="347"/>
                  </a:cubicBezTo>
                  <a:lnTo>
                    <a:pt x="0" y="9956"/>
                  </a:lnTo>
                  <a:cubicBezTo>
                    <a:pt x="0" y="10901"/>
                    <a:pt x="756" y="11657"/>
                    <a:pt x="1702" y="11657"/>
                  </a:cubicBezTo>
                  <a:lnTo>
                    <a:pt x="10302" y="11657"/>
                  </a:lnTo>
                  <a:cubicBezTo>
                    <a:pt x="11027" y="11657"/>
                    <a:pt x="11657" y="11027"/>
                    <a:pt x="11657" y="10271"/>
                  </a:cubicBezTo>
                  <a:lnTo>
                    <a:pt x="11657" y="2395"/>
                  </a:lnTo>
                  <a:cubicBezTo>
                    <a:pt x="11657" y="2300"/>
                    <a:pt x="11500" y="2143"/>
                    <a:pt x="11342" y="2143"/>
                  </a:cubicBezTo>
                  <a:lnTo>
                    <a:pt x="9641" y="2143"/>
                  </a:lnTo>
                  <a:lnTo>
                    <a:pt x="9641" y="347"/>
                  </a:lnTo>
                  <a:cubicBezTo>
                    <a:pt x="9641" y="158"/>
                    <a:pt x="9483" y="1"/>
                    <a:pt x="92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857" name="Google Shape;15857;p87"/>
            <p:cNvSpPr/>
            <p:nvPr/>
          </p:nvSpPr>
          <p:spPr>
            <a:xfrm>
              <a:off x="-2385475" y="2444375"/>
              <a:ext cx="173325" cy="86675"/>
            </a:xfrm>
            <a:custGeom>
              <a:avLst/>
              <a:gdLst/>
              <a:ahLst/>
              <a:cxnLst/>
              <a:rect l="l" t="t" r="r" b="b"/>
              <a:pathLst>
                <a:path w="6933" h="3467" extrusionOk="0">
                  <a:moveTo>
                    <a:pt x="6207" y="694"/>
                  </a:moveTo>
                  <a:lnTo>
                    <a:pt x="6207" y="2742"/>
                  </a:lnTo>
                  <a:lnTo>
                    <a:pt x="694" y="2742"/>
                  </a:lnTo>
                  <a:lnTo>
                    <a:pt x="694" y="694"/>
                  </a:lnTo>
                  <a:close/>
                  <a:moveTo>
                    <a:pt x="348" y="1"/>
                  </a:moveTo>
                  <a:cubicBezTo>
                    <a:pt x="159" y="1"/>
                    <a:pt x="1" y="158"/>
                    <a:pt x="1" y="379"/>
                  </a:cubicBezTo>
                  <a:lnTo>
                    <a:pt x="1" y="3120"/>
                  </a:lnTo>
                  <a:cubicBezTo>
                    <a:pt x="1" y="3309"/>
                    <a:pt x="159" y="3466"/>
                    <a:pt x="348" y="3466"/>
                  </a:cubicBezTo>
                  <a:lnTo>
                    <a:pt x="6554" y="3466"/>
                  </a:lnTo>
                  <a:cubicBezTo>
                    <a:pt x="6775" y="3466"/>
                    <a:pt x="6932" y="3309"/>
                    <a:pt x="6932" y="3120"/>
                  </a:cubicBezTo>
                  <a:lnTo>
                    <a:pt x="6932" y="379"/>
                  </a:lnTo>
                  <a:cubicBezTo>
                    <a:pt x="6869" y="158"/>
                    <a:pt x="6712" y="1"/>
                    <a:pt x="65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858" name="Google Shape;15858;p87"/>
            <p:cNvSpPr/>
            <p:nvPr/>
          </p:nvSpPr>
          <p:spPr>
            <a:xfrm>
              <a:off x="-2385475" y="2545975"/>
              <a:ext cx="86675" cy="86675"/>
            </a:xfrm>
            <a:custGeom>
              <a:avLst/>
              <a:gdLst/>
              <a:ahLst/>
              <a:cxnLst/>
              <a:rect l="l" t="t" r="r" b="b"/>
              <a:pathLst>
                <a:path w="3467" h="3467" extrusionOk="0">
                  <a:moveTo>
                    <a:pt x="2742" y="757"/>
                  </a:moveTo>
                  <a:lnTo>
                    <a:pt x="2742" y="2805"/>
                  </a:lnTo>
                  <a:lnTo>
                    <a:pt x="694" y="2805"/>
                  </a:lnTo>
                  <a:lnTo>
                    <a:pt x="694" y="757"/>
                  </a:lnTo>
                  <a:close/>
                  <a:moveTo>
                    <a:pt x="348" y="1"/>
                  </a:moveTo>
                  <a:cubicBezTo>
                    <a:pt x="159" y="1"/>
                    <a:pt x="1" y="158"/>
                    <a:pt x="1" y="347"/>
                  </a:cubicBezTo>
                  <a:lnTo>
                    <a:pt x="1" y="3120"/>
                  </a:lnTo>
                  <a:cubicBezTo>
                    <a:pt x="1" y="3309"/>
                    <a:pt x="159" y="3466"/>
                    <a:pt x="348" y="3466"/>
                  </a:cubicBezTo>
                  <a:lnTo>
                    <a:pt x="3088" y="3466"/>
                  </a:lnTo>
                  <a:cubicBezTo>
                    <a:pt x="3309" y="3466"/>
                    <a:pt x="3467" y="3309"/>
                    <a:pt x="3467" y="3120"/>
                  </a:cubicBezTo>
                  <a:lnTo>
                    <a:pt x="3467" y="347"/>
                  </a:lnTo>
                  <a:cubicBezTo>
                    <a:pt x="3467" y="158"/>
                    <a:pt x="3309" y="1"/>
                    <a:pt x="30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859" name="Google Shape;15859;p87"/>
            <p:cNvSpPr/>
            <p:nvPr/>
          </p:nvSpPr>
          <p:spPr>
            <a:xfrm>
              <a:off x="-2281500" y="2546775"/>
              <a:ext cx="69350" cy="18125"/>
            </a:xfrm>
            <a:custGeom>
              <a:avLst/>
              <a:gdLst/>
              <a:ahLst/>
              <a:cxnLst/>
              <a:rect l="l" t="t" r="r" b="b"/>
              <a:pathLst>
                <a:path w="2774" h="725" extrusionOk="0">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553" y="0"/>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860" name="Google Shape;15860;p87"/>
            <p:cNvSpPr/>
            <p:nvPr/>
          </p:nvSpPr>
          <p:spPr>
            <a:xfrm>
              <a:off x="-2281500" y="2581425"/>
              <a:ext cx="69350" cy="18150"/>
            </a:xfrm>
            <a:custGeom>
              <a:avLst/>
              <a:gdLst/>
              <a:ahLst/>
              <a:cxnLst/>
              <a:rect l="l" t="t" r="r" b="b"/>
              <a:pathLst>
                <a:path w="2774" h="726" extrusionOk="0">
                  <a:moveTo>
                    <a:pt x="347" y="1"/>
                  </a:moveTo>
                  <a:cubicBezTo>
                    <a:pt x="158" y="1"/>
                    <a:pt x="1" y="158"/>
                    <a:pt x="1" y="347"/>
                  </a:cubicBezTo>
                  <a:cubicBezTo>
                    <a:pt x="1" y="568"/>
                    <a:pt x="158" y="725"/>
                    <a:pt x="347" y="725"/>
                  </a:cubicBezTo>
                  <a:lnTo>
                    <a:pt x="2395" y="725"/>
                  </a:lnTo>
                  <a:cubicBezTo>
                    <a:pt x="2616" y="725"/>
                    <a:pt x="2773" y="568"/>
                    <a:pt x="2773" y="347"/>
                  </a:cubicBezTo>
                  <a:cubicBezTo>
                    <a:pt x="2710" y="158"/>
                    <a:pt x="2553"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861" name="Google Shape;15861;p87"/>
            <p:cNvSpPr/>
            <p:nvPr/>
          </p:nvSpPr>
          <p:spPr>
            <a:xfrm>
              <a:off x="-2281500" y="2616075"/>
              <a:ext cx="69350" cy="17350"/>
            </a:xfrm>
            <a:custGeom>
              <a:avLst/>
              <a:gdLst/>
              <a:ahLst/>
              <a:cxnLst/>
              <a:rect l="l" t="t" r="r" b="b"/>
              <a:pathLst>
                <a:path w="2774" h="694" extrusionOk="0">
                  <a:moveTo>
                    <a:pt x="347" y="1"/>
                  </a:moveTo>
                  <a:cubicBezTo>
                    <a:pt x="158" y="1"/>
                    <a:pt x="1" y="158"/>
                    <a:pt x="1" y="347"/>
                  </a:cubicBezTo>
                  <a:cubicBezTo>
                    <a:pt x="1" y="536"/>
                    <a:pt x="158" y="694"/>
                    <a:pt x="347" y="694"/>
                  </a:cubicBezTo>
                  <a:lnTo>
                    <a:pt x="2395" y="694"/>
                  </a:lnTo>
                  <a:cubicBezTo>
                    <a:pt x="2616" y="694"/>
                    <a:pt x="2773" y="536"/>
                    <a:pt x="2773" y="347"/>
                  </a:cubicBezTo>
                  <a:cubicBezTo>
                    <a:pt x="2710" y="158"/>
                    <a:pt x="2553"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862" name="Google Shape;15862;p87"/>
            <p:cNvSpPr/>
            <p:nvPr/>
          </p:nvSpPr>
          <p:spPr>
            <a:xfrm>
              <a:off x="-2385475" y="2649150"/>
              <a:ext cx="173325" cy="18150"/>
            </a:xfrm>
            <a:custGeom>
              <a:avLst/>
              <a:gdLst/>
              <a:ahLst/>
              <a:cxnLst/>
              <a:rect l="l" t="t" r="r" b="b"/>
              <a:pathLst>
                <a:path w="6933" h="726" extrusionOk="0">
                  <a:moveTo>
                    <a:pt x="348" y="1"/>
                  </a:moveTo>
                  <a:cubicBezTo>
                    <a:pt x="159" y="1"/>
                    <a:pt x="1" y="159"/>
                    <a:pt x="1" y="379"/>
                  </a:cubicBezTo>
                  <a:cubicBezTo>
                    <a:pt x="1" y="568"/>
                    <a:pt x="159" y="726"/>
                    <a:pt x="348" y="726"/>
                  </a:cubicBezTo>
                  <a:lnTo>
                    <a:pt x="6554" y="726"/>
                  </a:lnTo>
                  <a:cubicBezTo>
                    <a:pt x="6775" y="726"/>
                    <a:pt x="6932" y="568"/>
                    <a:pt x="6932" y="379"/>
                  </a:cubicBezTo>
                  <a:cubicBezTo>
                    <a:pt x="6869" y="159"/>
                    <a:pt x="6712" y="1"/>
                    <a:pt x="65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5863" name="Google Shape;15863;p87"/>
          <p:cNvSpPr/>
          <p:nvPr/>
        </p:nvSpPr>
        <p:spPr>
          <a:xfrm>
            <a:off x="7350758" y="2659651"/>
            <a:ext cx="424188" cy="423069"/>
          </a:xfrm>
          <a:custGeom>
            <a:avLst/>
            <a:gdLst/>
            <a:ahLst/>
            <a:cxnLst/>
            <a:rect l="l" t="t" r="r" b="b"/>
            <a:pathLst>
              <a:path w="11752" h="11721" extrusionOk="0">
                <a:moveTo>
                  <a:pt x="6490" y="662"/>
                </a:moveTo>
                <a:cubicBezTo>
                  <a:pt x="6711" y="662"/>
                  <a:pt x="6868" y="820"/>
                  <a:pt x="6868" y="1009"/>
                </a:cubicBezTo>
                <a:lnTo>
                  <a:pt x="6868" y="1355"/>
                </a:lnTo>
                <a:lnTo>
                  <a:pt x="5167" y="1355"/>
                </a:lnTo>
                <a:cubicBezTo>
                  <a:pt x="4600" y="1355"/>
                  <a:pt x="4127" y="1828"/>
                  <a:pt x="4127" y="2395"/>
                </a:cubicBezTo>
                <a:lnTo>
                  <a:pt x="4127" y="2773"/>
                </a:lnTo>
                <a:lnTo>
                  <a:pt x="3088" y="2773"/>
                </a:lnTo>
                <a:cubicBezTo>
                  <a:pt x="2993" y="2773"/>
                  <a:pt x="2867" y="2836"/>
                  <a:pt x="2836" y="2899"/>
                </a:cubicBezTo>
                <a:lnTo>
                  <a:pt x="2048" y="3687"/>
                </a:lnTo>
                <a:lnTo>
                  <a:pt x="2048" y="3151"/>
                </a:lnTo>
                <a:cubicBezTo>
                  <a:pt x="2048" y="2931"/>
                  <a:pt x="1891" y="2773"/>
                  <a:pt x="1702" y="2773"/>
                </a:cubicBezTo>
                <a:lnTo>
                  <a:pt x="1040" y="2773"/>
                </a:lnTo>
                <a:cubicBezTo>
                  <a:pt x="819" y="2773"/>
                  <a:pt x="662" y="2616"/>
                  <a:pt x="662" y="2427"/>
                </a:cubicBezTo>
                <a:lnTo>
                  <a:pt x="662" y="1009"/>
                </a:lnTo>
                <a:cubicBezTo>
                  <a:pt x="662" y="820"/>
                  <a:pt x="819" y="662"/>
                  <a:pt x="1040" y="662"/>
                </a:cubicBezTo>
                <a:close/>
                <a:moveTo>
                  <a:pt x="10649" y="1986"/>
                </a:moveTo>
                <a:cubicBezTo>
                  <a:pt x="10838" y="1986"/>
                  <a:pt x="10995" y="2143"/>
                  <a:pt x="10995" y="2364"/>
                </a:cubicBezTo>
                <a:lnTo>
                  <a:pt x="10995" y="3781"/>
                </a:lnTo>
                <a:cubicBezTo>
                  <a:pt x="10995" y="3970"/>
                  <a:pt x="10838" y="4128"/>
                  <a:pt x="10649" y="4128"/>
                </a:cubicBezTo>
                <a:lnTo>
                  <a:pt x="8601" y="4128"/>
                </a:lnTo>
                <a:cubicBezTo>
                  <a:pt x="8412" y="4128"/>
                  <a:pt x="8255" y="4285"/>
                  <a:pt x="8255" y="4474"/>
                </a:cubicBezTo>
                <a:lnTo>
                  <a:pt x="8255" y="5041"/>
                </a:lnTo>
                <a:lnTo>
                  <a:pt x="7404" y="4191"/>
                </a:lnTo>
                <a:cubicBezTo>
                  <a:pt x="7372" y="4159"/>
                  <a:pt x="7246" y="4128"/>
                  <a:pt x="7183" y="4128"/>
                </a:cubicBezTo>
                <a:lnTo>
                  <a:pt x="5136" y="4128"/>
                </a:lnTo>
                <a:cubicBezTo>
                  <a:pt x="4947" y="4128"/>
                  <a:pt x="4789" y="3970"/>
                  <a:pt x="4789" y="3781"/>
                </a:cubicBezTo>
                <a:lnTo>
                  <a:pt x="4789" y="2364"/>
                </a:lnTo>
                <a:cubicBezTo>
                  <a:pt x="4789" y="2143"/>
                  <a:pt x="4947" y="1986"/>
                  <a:pt x="5136" y="1986"/>
                </a:cubicBezTo>
                <a:close/>
                <a:moveTo>
                  <a:pt x="3088" y="6207"/>
                </a:moveTo>
                <a:cubicBezTo>
                  <a:pt x="3623" y="6207"/>
                  <a:pt x="4096" y="6680"/>
                  <a:pt x="4096" y="7247"/>
                </a:cubicBezTo>
                <a:cubicBezTo>
                  <a:pt x="4096" y="7782"/>
                  <a:pt x="3623" y="8255"/>
                  <a:pt x="3088" y="8255"/>
                </a:cubicBezTo>
                <a:cubicBezTo>
                  <a:pt x="2521" y="8255"/>
                  <a:pt x="2048" y="7782"/>
                  <a:pt x="2048" y="7247"/>
                </a:cubicBezTo>
                <a:cubicBezTo>
                  <a:pt x="2048" y="6648"/>
                  <a:pt x="2489" y="6207"/>
                  <a:pt x="3088" y="6207"/>
                </a:cubicBezTo>
                <a:close/>
                <a:moveTo>
                  <a:pt x="8601" y="6207"/>
                </a:moveTo>
                <a:cubicBezTo>
                  <a:pt x="9137" y="6207"/>
                  <a:pt x="9609" y="6648"/>
                  <a:pt x="9609" y="7247"/>
                </a:cubicBezTo>
                <a:cubicBezTo>
                  <a:pt x="9609" y="7782"/>
                  <a:pt x="9137" y="8255"/>
                  <a:pt x="8601" y="8255"/>
                </a:cubicBezTo>
                <a:cubicBezTo>
                  <a:pt x="8003" y="8255"/>
                  <a:pt x="7530" y="7782"/>
                  <a:pt x="7530" y="7247"/>
                </a:cubicBezTo>
                <a:cubicBezTo>
                  <a:pt x="7530" y="6680"/>
                  <a:pt x="8003" y="6207"/>
                  <a:pt x="8601" y="6207"/>
                </a:cubicBezTo>
                <a:close/>
                <a:moveTo>
                  <a:pt x="3749" y="8980"/>
                </a:moveTo>
                <a:cubicBezTo>
                  <a:pt x="4695" y="8980"/>
                  <a:pt x="5451" y="9704"/>
                  <a:pt x="5451" y="10649"/>
                </a:cubicBezTo>
                <a:lnTo>
                  <a:pt x="5451" y="11027"/>
                </a:lnTo>
                <a:lnTo>
                  <a:pt x="630" y="11027"/>
                </a:lnTo>
                <a:lnTo>
                  <a:pt x="630" y="10649"/>
                </a:lnTo>
                <a:lnTo>
                  <a:pt x="662" y="10649"/>
                </a:lnTo>
                <a:cubicBezTo>
                  <a:pt x="662" y="9704"/>
                  <a:pt x="1418" y="8980"/>
                  <a:pt x="2363" y="8980"/>
                </a:cubicBezTo>
                <a:close/>
                <a:moveTo>
                  <a:pt x="9369" y="8976"/>
                </a:moveTo>
                <a:cubicBezTo>
                  <a:pt x="10266" y="8976"/>
                  <a:pt x="10995" y="9740"/>
                  <a:pt x="10995" y="10649"/>
                </a:cubicBezTo>
                <a:lnTo>
                  <a:pt x="10995" y="11027"/>
                </a:lnTo>
                <a:lnTo>
                  <a:pt x="6144" y="11027"/>
                </a:lnTo>
                <a:lnTo>
                  <a:pt x="6144" y="10649"/>
                </a:lnTo>
                <a:cubicBezTo>
                  <a:pt x="6144" y="9704"/>
                  <a:pt x="6900" y="8980"/>
                  <a:pt x="7845" y="8980"/>
                </a:cubicBezTo>
                <a:lnTo>
                  <a:pt x="9263" y="8980"/>
                </a:lnTo>
                <a:cubicBezTo>
                  <a:pt x="9298" y="8977"/>
                  <a:pt x="9334" y="8976"/>
                  <a:pt x="9369" y="8976"/>
                </a:cubicBezTo>
                <a:close/>
                <a:moveTo>
                  <a:pt x="1040" y="1"/>
                </a:moveTo>
                <a:cubicBezTo>
                  <a:pt x="473" y="1"/>
                  <a:pt x="0" y="473"/>
                  <a:pt x="0" y="1009"/>
                </a:cubicBezTo>
                <a:lnTo>
                  <a:pt x="0" y="2427"/>
                </a:lnTo>
                <a:cubicBezTo>
                  <a:pt x="0" y="2994"/>
                  <a:pt x="473" y="3466"/>
                  <a:pt x="1040" y="3466"/>
                </a:cubicBezTo>
                <a:lnTo>
                  <a:pt x="1386" y="3466"/>
                </a:lnTo>
                <a:lnTo>
                  <a:pt x="1386" y="4474"/>
                </a:lnTo>
                <a:cubicBezTo>
                  <a:pt x="1386" y="4688"/>
                  <a:pt x="1546" y="4829"/>
                  <a:pt x="1727" y="4829"/>
                </a:cubicBezTo>
                <a:cubicBezTo>
                  <a:pt x="1813" y="4829"/>
                  <a:pt x="1904" y="4797"/>
                  <a:pt x="1985" y="4726"/>
                </a:cubicBezTo>
                <a:lnTo>
                  <a:pt x="3245" y="3466"/>
                </a:lnTo>
                <a:lnTo>
                  <a:pt x="4096" y="3466"/>
                </a:lnTo>
                <a:lnTo>
                  <a:pt x="4096" y="3813"/>
                </a:lnTo>
                <a:cubicBezTo>
                  <a:pt x="4096" y="4348"/>
                  <a:pt x="4568" y="4821"/>
                  <a:pt x="5136" y="4821"/>
                </a:cubicBezTo>
                <a:lnTo>
                  <a:pt x="7057" y="4821"/>
                </a:lnTo>
                <a:lnTo>
                  <a:pt x="7908" y="5672"/>
                </a:lnTo>
                <a:cubicBezTo>
                  <a:pt x="7341" y="5924"/>
                  <a:pt x="6868" y="6522"/>
                  <a:pt x="6868" y="7247"/>
                </a:cubicBezTo>
                <a:cubicBezTo>
                  <a:pt x="6868" y="7625"/>
                  <a:pt x="7026" y="8034"/>
                  <a:pt x="7278" y="8349"/>
                </a:cubicBezTo>
                <a:cubicBezTo>
                  <a:pt x="6648" y="8507"/>
                  <a:pt x="6144" y="8885"/>
                  <a:pt x="5829" y="9452"/>
                </a:cubicBezTo>
                <a:cubicBezTo>
                  <a:pt x="5514" y="8917"/>
                  <a:pt x="5010" y="8539"/>
                  <a:pt x="4411" y="8381"/>
                </a:cubicBezTo>
                <a:cubicBezTo>
                  <a:pt x="4663" y="8066"/>
                  <a:pt x="4821" y="7719"/>
                  <a:pt x="4821" y="7278"/>
                </a:cubicBezTo>
                <a:cubicBezTo>
                  <a:pt x="4821" y="6333"/>
                  <a:pt x="4064" y="5577"/>
                  <a:pt x="3119" y="5577"/>
                </a:cubicBezTo>
                <a:cubicBezTo>
                  <a:pt x="2174" y="5577"/>
                  <a:pt x="1418" y="6333"/>
                  <a:pt x="1418" y="7278"/>
                </a:cubicBezTo>
                <a:cubicBezTo>
                  <a:pt x="1418" y="7719"/>
                  <a:pt x="1576" y="8097"/>
                  <a:pt x="1828" y="8381"/>
                </a:cubicBezTo>
                <a:cubicBezTo>
                  <a:pt x="788" y="8665"/>
                  <a:pt x="32" y="9610"/>
                  <a:pt x="32" y="10712"/>
                </a:cubicBezTo>
                <a:lnTo>
                  <a:pt x="32" y="11374"/>
                </a:lnTo>
                <a:cubicBezTo>
                  <a:pt x="32" y="11563"/>
                  <a:pt x="189" y="11721"/>
                  <a:pt x="410" y="11721"/>
                </a:cubicBezTo>
                <a:lnTo>
                  <a:pt x="11374" y="11721"/>
                </a:lnTo>
                <a:cubicBezTo>
                  <a:pt x="11594" y="11721"/>
                  <a:pt x="11752" y="11563"/>
                  <a:pt x="11752" y="11374"/>
                </a:cubicBezTo>
                <a:lnTo>
                  <a:pt x="11752" y="10712"/>
                </a:lnTo>
                <a:cubicBezTo>
                  <a:pt x="11752" y="9610"/>
                  <a:pt x="10995" y="8665"/>
                  <a:pt x="9956" y="8381"/>
                </a:cubicBezTo>
                <a:cubicBezTo>
                  <a:pt x="10208" y="8066"/>
                  <a:pt x="10365" y="7719"/>
                  <a:pt x="10365" y="7278"/>
                </a:cubicBezTo>
                <a:cubicBezTo>
                  <a:pt x="10365" y="6459"/>
                  <a:pt x="9767" y="5735"/>
                  <a:pt x="8979" y="5577"/>
                </a:cubicBezTo>
                <a:lnTo>
                  <a:pt x="8979" y="4884"/>
                </a:lnTo>
                <a:lnTo>
                  <a:pt x="10649" y="4884"/>
                </a:lnTo>
                <a:lnTo>
                  <a:pt x="10649" y="4821"/>
                </a:lnTo>
                <a:cubicBezTo>
                  <a:pt x="11185" y="4821"/>
                  <a:pt x="11657" y="4348"/>
                  <a:pt x="11657" y="3813"/>
                </a:cubicBezTo>
                <a:lnTo>
                  <a:pt x="11657" y="2395"/>
                </a:lnTo>
                <a:cubicBezTo>
                  <a:pt x="11657" y="1828"/>
                  <a:pt x="11185" y="1355"/>
                  <a:pt x="10649" y="1355"/>
                </a:cubicBezTo>
                <a:lnTo>
                  <a:pt x="7530" y="1355"/>
                </a:lnTo>
                <a:lnTo>
                  <a:pt x="7530" y="1009"/>
                </a:lnTo>
                <a:cubicBezTo>
                  <a:pt x="7530" y="473"/>
                  <a:pt x="7057" y="1"/>
                  <a:pt x="64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5864" name="Google Shape;15864;p87"/>
          <p:cNvGrpSpPr/>
          <p:nvPr/>
        </p:nvGrpSpPr>
        <p:grpSpPr>
          <a:xfrm>
            <a:off x="4661893" y="3231514"/>
            <a:ext cx="420796" cy="421914"/>
            <a:chOff x="-1333200" y="2770450"/>
            <a:chExt cx="291450" cy="292225"/>
          </a:xfrm>
        </p:grpSpPr>
        <p:sp>
          <p:nvSpPr>
            <p:cNvPr id="15865" name="Google Shape;15865;p87"/>
            <p:cNvSpPr/>
            <p:nvPr/>
          </p:nvSpPr>
          <p:spPr>
            <a:xfrm>
              <a:off x="-1299325" y="2808250"/>
              <a:ext cx="222925" cy="134725"/>
            </a:xfrm>
            <a:custGeom>
              <a:avLst/>
              <a:gdLst/>
              <a:ahLst/>
              <a:cxnLst/>
              <a:rect l="l" t="t" r="r" b="b"/>
              <a:pathLst>
                <a:path w="8917" h="5389" extrusionOk="0">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866" name="Google Shape;15866;p87"/>
            <p:cNvSpPr/>
            <p:nvPr/>
          </p:nvSpPr>
          <p:spPr>
            <a:xfrm>
              <a:off x="-1333200" y="2770450"/>
              <a:ext cx="291450" cy="292225"/>
            </a:xfrm>
            <a:custGeom>
              <a:avLst/>
              <a:gdLst/>
              <a:ahLst/>
              <a:cxnLst/>
              <a:rect l="l" t="t" r="r" b="b"/>
              <a:pathLst>
                <a:path w="11658" h="11689" extrusionOk="0">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867" name="Google Shape;15867;p87"/>
          <p:cNvGrpSpPr/>
          <p:nvPr/>
        </p:nvGrpSpPr>
        <p:grpSpPr>
          <a:xfrm>
            <a:off x="2458506" y="1631256"/>
            <a:ext cx="423069" cy="420796"/>
            <a:chOff x="-5635200" y="2037975"/>
            <a:chExt cx="293025" cy="291450"/>
          </a:xfrm>
        </p:grpSpPr>
        <p:sp>
          <p:nvSpPr>
            <p:cNvPr id="15868" name="Google Shape;15868;p87"/>
            <p:cNvSpPr/>
            <p:nvPr/>
          </p:nvSpPr>
          <p:spPr>
            <a:xfrm>
              <a:off x="-5635200" y="2037975"/>
              <a:ext cx="293025" cy="291450"/>
            </a:xfrm>
            <a:custGeom>
              <a:avLst/>
              <a:gdLst/>
              <a:ahLst/>
              <a:cxnLst/>
              <a:rect l="l" t="t" r="r" b="b"/>
              <a:pathLst>
                <a:path w="11721" h="11658" extrusionOk="0">
                  <a:moveTo>
                    <a:pt x="2395" y="725"/>
                  </a:moveTo>
                  <a:cubicBezTo>
                    <a:pt x="2930" y="725"/>
                    <a:pt x="3403" y="1197"/>
                    <a:pt x="3403" y="1733"/>
                  </a:cubicBezTo>
                  <a:cubicBezTo>
                    <a:pt x="3403" y="2300"/>
                    <a:pt x="2930" y="2773"/>
                    <a:pt x="2395" y="2773"/>
                  </a:cubicBezTo>
                  <a:cubicBezTo>
                    <a:pt x="1828" y="2773"/>
                    <a:pt x="1355" y="2300"/>
                    <a:pt x="1355" y="1733"/>
                  </a:cubicBezTo>
                  <a:cubicBezTo>
                    <a:pt x="1355" y="1197"/>
                    <a:pt x="1828" y="725"/>
                    <a:pt x="2395" y="725"/>
                  </a:cubicBezTo>
                  <a:close/>
                  <a:moveTo>
                    <a:pt x="10303" y="725"/>
                  </a:moveTo>
                  <a:lnTo>
                    <a:pt x="10303" y="6585"/>
                  </a:lnTo>
                  <a:lnTo>
                    <a:pt x="10334" y="6585"/>
                  </a:lnTo>
                  <a:cubicBezTo>
                    <a:pt x="10334" y="6774"/>
                    <a:pt x="10177" y="6931"/>
                    <a:pt x="9988" y="6931"/>
                  </a:cubicBezTo>
                  <a:lnTo>
                    <a:pt x="4789" y="6931"/>
                  </a:lnTo>
                  <a:lnTo>
                    <a:pt x="4789" y="5167"/>
                  </a:lnTo>
                  <a:cubicBezTo>
                    <a:pt x="4789" y="4253"/>
                    <a:pt x="4285" y="3434"/>
                    <a:pt x="3498" y="3025"/>
                  </a:cubicBezTo>
                  <a:cubicBezTo>
                    <a:pt x="3844" y="2710"/>
                    <a:pt x="4096" y="2237"/>
                    <a:pt x="4096" y="1733"/>
                  </a:cubicBezTo>
                  <a:cubicBezTo>
                    <a:pt x="4096" y="1355"/>
                    <a:pt x="3970" y="977"/>
                    <a:pt x="3718" y="725"/>
                  </a:cubicBezTo>
                  <a:close/>
                  <a:moveTo>
                    <a:pt x="2710" y="3466"/>
                  </a:moveTo>
                  <a:cubicBezTo>
                    <a:pt x="3498" y="3623"/>
                    <a:pt x="4096" y="4316"/>
                    <a:pt x="4096" y="5167"/>
                  </a:cubicBezTo>
                  <a:lnTo>
                    <a:pt x="4096" y="7246"/>
                  </a:lnTo>
                  <a:cubicBezTo>
                    <a:pt x="4128" y="7435"/>
                    <a:pt x="3970" y="7593"/>
                    <a:pt x="3750" y="7593"/>
                  </a:cubicBezTo>
                  <a:cubicBezTo>
                    <a:pt x="3561" y="7593"/>
                    <a:pt x="3403" y="7750"/>
                    <a:pt x="3403" y="7971"/>
                  </a:cubicBezTo>
                  <a:lnTo>
                    <a:pt x="3403" y="10712"/>
                  </a:lnTo>
                  <a:cubicBezTo>
                    <a:pt x="3403" y="10901"/>
                    <a:pt x="3246" y="11058"/>
                    <a:pt x="3056" y="11058"/>
                  </a:cubicBezTo>
                  <a:lnTo>
                    <a:pt x="1670" y="11058"/>
                  </a:lnTo>
                  <a:cubicBezTo>
                    <a:pt x="1481" y="11058"/>
                    <a:pt x="1324" y="10901"/>
                    <a:pt x="1324" y="10712"/>
                  </a:cubicBezTo>
                  <a:lnTo>
                    <a:pt x="1324" y="7971"/>
                  </a:lnTo>
                  <a:cubicBezTo>
                    <a:pt x="1324" y="7750"/>
                    <a:pt x="1166" y="7593"/>
                    <a:pt x="977" y="7593"/>
                  </a:cubicBezTo>
                  <a:cubicBezTo>
                    <a:pt x="788" y="7593"/>
                    <a:pt x="631" y="7435"/>
                    <a:pt x="631" y="7246"/>
                  </a:cubicBezTo>
                  <a:lnTo>
                    <a:pt x="631" y="5167"/>
                  </a:lnTo>
                  <a:cubicBezTo>
                    <a:pt x="631" y="4316"/>
                    <a:pt x="1198" y="3623"/>
                    <a:pt x="1985" y="3466"/>
                  </a:cubicBezTo>
                  <a:lnTo>
                    <a:pt x="1985" y="5829"/>
                  </a:lnTo>
                  <a:cubicBezTo>
                    <a:pt x="1985" y="6018"/>
                    <a:pt x="2143" y="6175"/>
                    <a:pt x="2363" y="6175"/>
                  </a:cubicBezTo>
                  <a:cubicBezTo>
                    <a:pt x="2552" y="6175"/>
                    <a:pt x="2710" y="6018"/>
                    <a:pt x="2710" y="5829"/>
                  </a:cubicBezTo>
                  <a:lnTo>
                    <a:pt x="2710" y="3466"/>
                  </a:lnTo>
                  <a:close/>
                  <a:moveTo>
                    <a:pt x="2395" y="0"/>
                  </a:moveTo>
                  <a:cubicBezTo>
                    <a:pt x="1450" y="0"/>
                    <a:pt x="694" y="756"/>
                    <a:pt x="694" y="1702"/>
                  </a:cubicBezTo>
                  <a:cubicBezTo>
                    <a:pt x="694" y="2206"/>
                    <a:pt x="946" y="2678"/>
                    <a:pt x="1292" y="2993"/>
                  </a:cubicBezTo>
                  <a:cubicBezTo>
                    <a:pt x="536" y="3403"/>
                    <a:pt x="1" y="4222"/>
                    <a:pt x="1" y="5136"/>
                  </a:cubicBezTo>
                  <a:lnTo>
                    <a:pt x="1" y="7215"/>
                  </a:lnTo>
                  <a:cubicBezTo>
                    <a:pt x="1" y="7656"/>
                    <a:pt x="253" y="8034"/>
                    <a:pt x="662" y="8192"/>
                  </a:cubicBezTo>
                  <a:lnTo>
                    <a:pt x="662" y="10649"/>
                  </a:lnTo>
                  <a:cubicBezTo>
                    <a:pt x="662" y="11184"/>
                    <a:pt x="1135" y="11657"/>
                    <a:pt x="1670" y="11657"/>
                  </a:cubicBezTo>
                  <a:lnTo>
                    <a:pt x="3056" y="11657"/>
                  </a:lnTo>
                  <a:cubicBezTo>
                    <a:pt x="3624" y="11657"/>
                    <a:pt x="4096" y="11184"/>
                    <a:pt x="4096" y="10649"/>
                  </a:cubicBezTo>
                  <a:lnTo>
                    <a:pt x="4096" y="8192"/>
                  </a:lnTo>
                  <a:cubicBezTo>
                    <a:pt x="4348" y="8065"/>
                    <a:pt x="4600" y="7876"/>
                    <a:pt x="4726" y="7561"/>
                  </a:cubicBezTo>
                  <a:lnTo>
                    <a:pt x="9988" y="7561"/>
                  </a:lnTo>
                  <a:cubicBezTo>
                    <a:pt x="10555" y="7561"/>
                    <a:pt x="11027" y="7089"/>
                    <a:pt x="11027" y="6553"/>
                  </a:cubicBezTo>
                  <a:lnTo>
                    <a:pt x="11027" y="662"/>
                  </a:lnTo>
                  <a:lnTo>
                    <a:pt x="11374" y="662"/>
                  </a:lnTo>
                  <a:cubicBezTo>
                    <a:pt x="11563" y="662"/>
                    <a:pt x="11720" y="504"/>
                    <a:pt x="11720" y="315"/>
                  </a:cubicBezTo>
                  <a:cubicBezTo>
                    <a:pt x="11720" y="158"/>
                    <a:pt x="11563" y="0"/>
                    <a:pt x="113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869" name="Google Shape;15869;p87"/>
            <p:cNvSpPr/>
            <p:nvPr/>
          </p:nvSpPr>
          <p:spPr>
            <a:xfrm>
              <a:off x="-5496575" y="2072625"/>
              <a:ext cx="102425" cy="102425"/>
            </a:xfrm>
            <a:custGeom>
              <a:avLst/>
              <a:gdLst/>
              <a:ahLst/>
              <a:cxnLst/>
              <a:rect l="l" t="t" r="r" b="b"/>
              <a:pathLst>
                <a:path w="4097" h="4097" extrusionOk="0">
                  <a:moveTo>
                    <a:pt x="2395" y="725"/>
                  </a:moveTo>
                  <a:cubicBezTo>
                    <a:pt x="2867" y="851"/>
                    <a:pt x="3245" y="1229"/>
                    <a:pt x="3371" y="1733"/>
                  </a:cubicBezTo>
                  <a:lnTo>
                    <a:pt x="2395" y="1733"/>
                  </a:lnTo>
                  <a:lnTo>
                    <a:pt x="2395" y="725"/>
                  </a:lnTo>
                  <a:close/>
                  <a:moveTo>
                    <a:pt x="1733" y="757"/>
                  </a:moveTo>
                  <a:lnTo>
                    <a:pt x="1733" y="2080"/>
                  </a:lnTo>
                  <a:cubicBezTo>
                    <a:pt x="1733" y="2269"/>
                    <a:pt x="1891" y="2426"/>
                    <a:pt x="2080" y="2426"/>
                  </a:cubicBezTo>
                  <a:lnTo>
                    <a:pt x="3403" y="2426"/>
                  </a:lnTo>
                  <a:cubicBezTo>
                    <a:pt x="3245" y="3025"/>
                    <a:pt x="2741" y="3466"/>
                    <a:pt x="2080" y="3466"/>
                  </a:cubicBezTo>
                  <a:cubicBezTo>
                    <a:pt x="1324" y="3466"/>
                    <a:pt x="693" y="2836"/>
                    <a:pt x="693" y="2080"/>
                  </a:cubicBezTo>
                  <a:cubicBezTo>
                    <a:pt x="693" y="1418"/>
                    <a:pt x="1135" y="851"/>
                    <a:pt x="1733" y="757"/>
                  </a:cubicBezTo>
                  <a:close/>
                  <a:moveTo>
                    <a:pt x="2048" y="0"/>
                  </a:moveTo>
                  <a:cubicBezTo>
                    <a:pt x="883" y="0"/>
                    <a:pt x="0" y="914"/>
                    <a:pt x="0" y="2048"/>
                  </a:cubicBezTo>
                  <a:cubicBezTo>
                    <a:pt x="0" y="3182"/>
                    <a:pt x="946" y="4096"/>
                    <a:pt x="2048" y="4096"/>
                  </a:cubicBezTo>
                  <a:cubicBezTo>
                    <a:pt x="3182" y="4096"/>
                    <a:pt x="4096" y="3182"/>
                    <a:pt x="4096" y="2048"/>
                  </a:cubicBezTo>
                  <a:cubicBezTo>
                    <a:pt x="4096" y="914"/>
                    <a:pt x="3182" y="0"/>
                    <a:pt x="20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870" name="Google Shape;15870;p87"/>
          <p:cNvGrpSpPr/>
          <p:nvPr/>
        </p:nvGrpSpPr>
        <p:grpSpPr>
          <a:xfrm>
            <a:off x="2456792" y="2140412"/>
            <a:ext cx="426499" cy="420796"/>
            <a:chOff x="-5637575" y="2397900"/>
            <a:chExt cx="295400" cy="291450"/>
          </a:xfrm>
        </p:grpSpPr>
        <p:sp>
          <p:nvSpPr>
            <p:cNvPr id="15871" name="Google Shape;15871;p87"/>
            <p:cNvSpPr/>
            <p:nvPr/>
          </p:nvSpPr>
          <p:spPr>
            <a:xfrm>
              <a:off x="-5575350" y="2547550"/>
              <a:ext cx="79575" cy="88250"/>
            </a:xfrm>
            <a:custGeom>
              <a:avLst/>
              <a:gdLst/>
              <a:ahLst/>
              <a:cxnLst/>
              <a:rect l="l" t="t" r="r" b="b"/>
              <a:pathLst>
                <a:path w="3183" h="3530" extrusionOk="0">
                  <a:moveTo>
                    <a:pt x="1088" y="1"/>
                  </a:moveTo>
                  <a:cubicBezTo>
                    <a:pt x="1001" y="1"/>
                    <a:pt x="915" y="32"/>
                    <a:pt x="852" y="95"/>
                  </a:cubicBezTo>
                  <a:lnTo>
                    <a:pt x="379" y="568"/>
                  </a:lnTo>
                  <a:cubicBezTo>
                    <a:pt x="1" y="978"/>
                    <a:pt x="1" y="1639"/>
                    <a:pt x="379" y="2017"/>
                  </a:cubicBezTo>
                  <a:cubicBezTo>
                    <a:pt x="584" y="2222"/>
                    <a:pt x="852" y="2324"/>
                    <a:pt x="1115" y="2324"/>
                  </a:cubicBezTo>
                  <a:cubicBezTo>
                    <a:pt x="1379" y="2324"/>
                    <a:pt x="1639" y="2222"/>
                    <a:pt x="1828" y="2017"/>
                  </a:cubicBezTo>
                  <a:cubicBezTo>
                    <a:pt x="1891" y="1970"/>
                    <a:pt x="1986" y="1946"/>
                    <a:pt x="2076" y="1946"/>
                  </a:cubicBezTo>
                  <a:cubicBezTo>
                    <a:pt x="2167" y="1946"/>
                    <a:pt x="2253" y="1970"/>
                    <a:pt x="2301" y="2017"/>
                  </a:cubicBezTo>
                  <a:cubicBezTo>
                    <a:pt x="2427" y="2143"/>
                    <a:pt x="2427" y="2395"/>
                    <a:pt x="2301" y="2490"/>
                  </a:cubicBezTo>
                  <a:lnTo>
                    <a:pt x="1828" y="2962"/>
                  </a:lnTo>
                  <a:cubicBezTo>
                    <a:pt x="1734" y="3088"/>
                    <a:pt x="1734" y="3340"/>
                    <a:pt x="1828" y="3435"/>
                  </a:cubicBezTo>
                  <a:cubicBezTo>
                    <a:pt x="1891" y="3498"/>
                    <a:pt x="1986" y="3529"/>
                    <a:pt x="2076" y="3529"/>
                  </a:cubicBezTo>
                  <a:cubicBezTo>
                    <a:pt x="2167" y="3529"/>
                    <a:pt x="2253" y="3498"/>
                    <a:pt x="2301" y="3435"/>
                  </a:cubicBezTo>
                  <a:lnTo>
                    <a:pt x="2773" y="2962"/>
                  </a:lnTo>
                  <a:cubicBezTo>
                    <a:pt x="3183" y="2584"/>
                    <a:pt x="3183" y="1923"/>
                    <a:pt x="2773" y="1513"/>
                  </a:cubicBezTo>
                  <a:cubicBezTo>
                    <a:pt x="2569" y="1293"/>
                    <a:pt x="2309" y="1182"/>
                    <a:pt x="2049" y="1182"/>
                  </a:cubicBezTo>
                  <a:cubicBezTo>
                    <a:pt x="1789" y="1182"/>
                    <a:pt x="1529" y="1293"/>
                    <a:pt x="1324" y="1513"/>
                  </a:cubicBezTo>
                  <a:cubicBezTo>
                    <a:pt x="1261" y="1576"/>
                    <a:pt x="1174" y="1608"/>
                    <a:pt x="1088" y="1608"/>
                  </a:cubicBezTo>
                  <a:cubicBezTo>
                    <a:pt x="1001" y="1608"/>
                    <a:pt x="915" y="1576"/>
                    <a:pt x="852" y="1513"/>
                  </a:cubicBezTo>
                  <a:cubicBezTo>
                    <a:pt x="726" y="1387"/>
                    <a:pt x="726" y="1167"/>
                    <a:pt x="852" y="1041"/>
                  </a:cubicBezTo>
                  <a:lnTo>
                    <a:pt x="1324" y="568"/>
                  </a:lnTo>
                  <a:cubicBezTo>
                    <a:pt x="1450" y="442"/>
                    <a:pt x="1450" y="221"/>
                    <a:pt x="1324" y="95"/>
                  </a:cubicBezTo>
                  <a:cubicBezTo>
                    <a:pt x="1261" y="32"/>
                    <a:pt x="1174" y="1"/>
                    <a:pt x="10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872" name="Google Shape;15872;p87"/>
            <p:cNvSpPr/>
            <p:nvPr/>
          </p:nvSpPr>
          <p:spPr>
            <a:xfrm>
              <a:off x="-5526500" y="2499525"/>
              <a:ext cx="85075" cy="81725"/>
            </a:xfrm>
            <a:custGeom>
              <a:avLst/>
              <a:gdLst/>
              <a:ahLst/>
              <a:cxnLst/>
              <a:rect l="l" t="t" r="r" b="b"/>
              <a:pathLst>
                <a:path w="3403" h="3269" extrusionOk="0">
                  <a:moveTo>
                    <a:pt x="1107" y="0"/>
                  </a:moveTo>
                  <a:cubicBezTo>
                    <a:pt x="1016" y="0"/>
                    <a:pt x="930" y="32"/>
                    <a:pt x="882" y="95"/>
                  </a:cubicBezTo>
                  <a:lnTo>
                    <a:pt x="410" y="567"/>
                  </a:lnTo>
                  <a:cubicBezTo>
                    <a:pt x="0" y="945"/>
                    <a:pt x="0" y="1638"/>
                    <a:pt x="410" y="2016"/>
                  </a:cubicBezTo>
                  <a:lnTo>
                    <a:pt x="882" y="2489"/>
                  </a:lnTo>
                  <a:lnTo>
                    <a:pt x="1355" y="2962"/>
                  </a:lnTo>
                  <a:cubicBezTo>
                    <a:pt x="1544" y="3166"/>
                    <a:pt x="1804" y="3269"/>
                    <a:pt x="2068" y="3269"/>
                  </a:cubicBezTo>
                  <a:cubicBezTo>
                    <a:pt x="2332" y="3269"/>
                    <a:pt x="2599" y="3166"/>
                    <a:pt x="2804" y="2962"/>
                  </a:cubicBezTo>
                  <a:lnTo>
                    <a:pt x="3277" y="2489"/>
                  </a:lnTo>
                  <a:cubicBezTo>
                    <a:pt x="3403" y="2363"/>
                    <a:pt x="3403" y="2142"/>
                    <a:pt x="3277" y="2016"/>
                  </a:cubicBezTo>
                  <a:cubicBezTo>
                    <a:pt x="3178" y="1918"/>
                    <a:pt x="3070" y="1870"/>
                    <a:pt x="2977" y="1870"/>
                  </a:cubicBezTo>
                  <a:cubicBezTo>
                    <a:pt x="2892" y="1870"/>
                    <a:pt x="2818" y="1910"/>
                    <a:pt x="2773" y="1985"/>
                  </a:cubicBezTo>
                  <a:lnTo>
                    <a:pt x="2300" y="2457"/>
                  </a:lnTo>
                  <a:cubicBezTo>
                    <a:pt x="2237" y="2520"/>
                    <a:pt x="2143" y="2552"/>
                    <a:pt x="2052" y="2552"/>
                  </a:cubicBezTo>
                  <a:cubicBezTo>
                    <a:pt x="1961" y="2552"/>
                    <a:pt x="1875" y="2520"/>
                    <a:pt x="1827" y="2457"/>
                  </a:cubicBezTo>
                  <a:lnTo>
                    <a:pt x="1575" y="2205"/>
                  </a:lnTo>
                  <a:lnTo>
                    <a:pt x="2300" y="1512"/>
                  </a:lnTo>
                  <a:cubicBezTo>
                    <a:pt x="2395" y="1386"/>
                    <a:pt x="2395" y="1134"/>
                    <a:pt x="2300" y="1040"/>
                  </a:cubicBezTo>
                  <a:cubicBezTo>
                    <a:pt x="2237" y="977"/>
                    <a:pt x="2143" y="945"/>
                    <a:pt x="2052" y="945"/>
                  </a:cubicBezTo>
                  <a:cubicBezTo>
                    <a:pt x="1961" y="945"/>
                    <a:pt x="1875" y="977"/>
                    <a:pt x="1827" y="1040"/>
                  </a:cubicBezTo>
                  <a:lnTo>
                    <a:pt x="1103" y="1733"/>
                  </a:lnTo>
                  <a:lnTo>
                    <a:pt x="882" y="1512"/>
                  </a:lnTo>
                  <a:cubicBezTo>
                    <a:pt x="756" y="1386"/>
                    <a:pt x="756" y="1166"/>
                    <a:pt x="882" y="1040"/>
                  </a:cubicBezTo>
                  <a:lnTo>
                    <a:pt x="1355" y="567"/>
                  </a:lnTo>
                  <a:cubicBezTo>
                    <a:pt x="1449" y="441"/>
                    <a:pt x="1449" y="221"/>
                    <a:pt x="1355" y="95"/>
                  </a:cubicBezTo>
                  <a:cubicBezTo>
                    <a:pt x="1292" y="32"/>
                    <a:pt x="1197" y="0"/>
                    <a:pt x="11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873" name="Google Shape;15873;p87"/>
            <p:cNvSpPr/>
            <p:nvPr/>
          </p:nvSpPr>
          <p:spPr>
            <a:xfrm>
              <a:off x="-5480050" y="2456975"/>
              <a:ext cx="80375" cy="75650"/>
            </a:xfrm>
            <a:custGeom>
              <a:avLst/>
              <a:gdLst/>
              <a:ahLst/>
              <a:cxnLst/>
              <a:rect l="l" t="t" r="r" b="b"/>
              <a:pathLst>
                <a:path w="3215" h="3026" extrusionOk="0">
                  <a:moveTo>
                    <a:pt x="1100" y="686"/>
                  </a:moveTo>
                  <a:cubicBezTo>
                    <a:pt x="1190" y="686"/>
                    <a:pt x="1277" y="710"/>
                    <a:pt x="1324" y="757"/>
                  </a:cubicBezTo>
                  <a:lnTo>
                    <a:pt x="2332" y="1765"/>
                  </a:lnTo>
                  <a:cubicBezTo>
                    <a:pt x="2490" y="1860"/>
                    <a:pt x="2490" y="2112"/>
                    <a:pt x="2332" y="2238"/>
                  </a:cubicBezTo>
                  <a:cubicBezTo>
                    <a:pt x="2269" y="2285"/>
                    <a:pt x="2183" y="2309"/>
                    <a:pt x="2096" y="2309"/>
                  </a:cubicBezTo>
                  <a:cubicBezTo>
                    <a:pt x="2009" y="2309"/>
                    <a:pt x="1923" y="2285"/>
                    <a:pt x="1860" y="2238"/>
                  </a:cubicBezTo>
                  <a:lnTo>
                    <a:pt x="852" y="1229"/>
                  </a:lnTo>
                  <a:cubicBezTo>
                    <a:pt x="757" y="1135"/>
                    <a:pt x="757" y="883"/>
                    <a:pt x="852" y="757"/>
                  </a:cubicBezTo>
                  <a:cubicBezTo>
                    <a:pt x="915" y="710"/>
                    <a:pt x="1009" y="686"/>
                    <a:pt x="1100" y="686"/>
                  </a:cubicBezTo>
                  <a:close/>
                  <a:moveTo>
                    <a:pt x="1119" y="1"/>
                  </a:moveTo>
                  <a:cubicBezTo>
                    <a:pt x="852" y="1"/>
                    <a:pt x="584" y="95"/>
                    <a:pt x="379" y="284"/>
                  </a:cubicBezTo>
                  <a:cubicBezTo>
                    <a:pt x="1" y="694"/>
                    <a:pt x="1" y="1356"/>
                    <a:pt x="379" y="1765"/>
                  </a:cubicBezTo>
                  <a:lnTo>
                    <a:pt x="1387" y="2742"/>
                  </a:lnTo>
                  <a:cubicBezTo>
                    <a:pt x="1576" y="2931"/>
                    <a:pt x="1836" y="3025"/>
                    <a:pt x="2100" y="3025"/>
                  </a:cubicBezTo>
                  <a:cubicBezTo>
                    <a:pt x="2364" y="3025"/>
                    <a:pt x="2632" y="2931"/>
                    <a:pt x="2836" y="2742"/>
                  </a:cubicBezTo>
                  <a:cubicBezTo>
                    <a:pt x="3214" y="2332"/>
                    <a:pt x="3214" y="1671"/>
                    <a:pt x="2836" y="1293"/>
                  </a:cubicBezTo>
                  <a:lnTo>
                    <a:pt x="1860" y="284"/>
                  </a:lnTo>
                  <a:cubicBezTo>
                    <a:pt x="1655" y="95"/>
                    <a:pt x="1387" y="1"/>
                    <a:pt x="11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874" name="Google Shape;15874;p87"/>
            <p:cNvSpPr/>
            <p:nvPr/>
          </p:nvSpPr>
          <p:spPr>
            <a:xfrm>
              <a:off x="-5637575" y="2397900"/>
              <a:ext cx="295400" cy="291450"/>
            </a:xfrm>
            <a:custGeom>
              <a:avLst/>
              <a:gdLst/>
              <a:ahLst/>
              <a:cxnLst/>
              <a:rect l="l" t="t" r="r" b="b"/>
              <a:pathLst>
                <a:path w="11816" h="11658" extrusionOk="0">
                  <a:moveTo>
                    <a:pt x="9185" y="1479"/>
                  </a:moveTo>
                  <a:cubicBezTo>
                    <a:pt x="9245" y="1479"/>
                    <a:pt x="9245" y="1482"/>
                    <a:pt x="9263" y="1482"/>
                  </a:cubicBezTo>
                  <a:cubicBezTo>
                    <a:pt x="9421" y="1482"/>
                    <a:pt x="9579" y="1513"/>
                    <a:pt x="9673" y="1545"/>
                  </a:cubicBezTo>
                  <a:lnTo>
                    <a:pt x="9106" y="2143"/>
                  </a:lnTo>
                  <a:cubicBezTo>
                    <a:pt x="8980" y="2269"/>
                    <a:pt x="8980" y="2490"/>
                    <a:pt x="9106" y="2616"/>
                  </a:cubicBezTo>
                  <a:cubicBezTo>
                    <a:pt x="9153" y="2679"/>
                    <a:pt x="9240" y="2710"/>
                    <a:pt x="9330" y="2710"/>
                  </a:cubicBezTo>
                  <a:cubicBezTo>
                    <a:pt x="9421" y="2710"/>
                    <a:pt x="9515" y="2679"/>
                    <a:pt x="9579" y="2616"/>
                  </a:cubicBezTo>
                  <a:lnTo>
                    <a:pt x="10146" y="2017"/>
                  </a:lnTo>
                  <a:cubicBezTo>
                    <a:pt x="10272" y="2175"/>
                    <a:pt x="10303" y="2332"/>
                    <a:pt x="10303" y="2553"/>
                  </a:cubicBezTo>
                  <a:lnTo>
                    <a:pt x="10146" y="5325"/>
                  </a:lnTo>
                  <a:cubicBezTo>
                    <a:pt x="10114" y="5798"/>
                    <a:pt x="9925" y="6239"/>
                    <a:pt x="9515" y="6554"/>
                  </a:cubicBezTo>
                  <a:lnTo>
                    <a:pt x="9484" y="6585"/>
                  </a:lnTo>
                  <a:lnTo>
                    <a:pt x="8570" y="7499"/>
                  </a:lnTo>
                  <a:cubicBezTo>
                    <a:pt x="5231" y="10902"/>
                    <a:pt x="5829" y="10303"/>
                    <a:pt x="5199" y="10902"/>
                  </a:cubicBezTo>
                  <a:cubicBezTo>
                    <a:pt x="5136" y="10949"/>
                    <a:pt x="5050" y="10972"/>
                    <a:pt x="4963" y="10972"/>
                  </a:cubicBezTo>
                  <a:cubicBezTo>
                    <a:pt x="4876" y="10972"/>
                    <a:pt x="4790" y="10949"/>
                    <a:pt x="4727" y="10902"/>
                  </a:cubicBezTo>
                  <a:lnTo>
                    <a:pt x="820" y="6995"/>
                  </a:lnTo>
                  <a:cubicBezTo>
                    <a:pt x="694" y="6869"/>
                    <a:pt x="694" y="6648"/>
                    <a:pt x="820" y="6522"/>
                  </a:cubicBezTo>
                  <a:lnTo>
                    <a:pt x="5262" y="2112"/>
                  </a:lnTo>
                  <a:cubicBezTo>
                    <a:pt x="5577" y="1797"/>
                    <a:pt x="5987" y="1639"/>
                    <a:pt x="6365" y="1608"/>
                  </a:cubicBezTo>
                  <a:cubicBezTo>
                    <a:pt x="8503" y="1495"/>
                    <a:pt x="9033" y="1479"/>
                    <a:pt x="9185" y="1479"/>
                  </a:cubicBezTo>
                  <a:close/>
                  <a:moveTo>
                    <a:pt x="11422" y="1"/>
                  </a:moveTo>
                  <a:cubicBezTo>
                    <a:pt x="11335" y="1"/>
                    <a:pt x="11248" y="32"/>
                    <a:pt x="11185" y="95"/>
                  </a:cubicBezTo>
                  <a:lnTo>
                    <a:pt x="10240" y="1041"/>
                  </a:lnTo>
                  <a:cubicBezTo>
                    <a:pt x="9958" y="871"/>
                    <a:pt x="9650" y="752"/>
                    <a:pt x="9316" y="752"/>
                  </a:cubicBezTo>
                  <a:cubicBezTo>
                    <a:pt x="9278" y="752"/>
                    <a:pt x="9239" y="754"/>
                    <a:pt x="9200" y="757"/>
                  </a:cubicBezTo>
                  <a:lnTo>
                    <a:pt x="6428" y="883"/>
                  </a:lnTo>
                  <a:cubicBezTo>
                    <a:pt x="5829" y="915"/>
                    <a:pt x="5262" y="1167"/>
                    <a:pt x="4853" y="1608"/>
                  </a:cubicBezTo>
                  <a:lnTo>
                    <a:pt x="379" y="6018"/>
                  </a:lnTo>
                  <a:cubicBezTo>
                    <a:pt x="1" y="6396"/>
                    <a:pt x="1" y="7058"/>
                    <a:pt x="379" y="7468"/>
                  </a:cubicBezTo>
                  <a:lnTo>
                    <a:pt x="4286" y="11374"/>
                  </a:lnTo>
                  <a:cubicBezTo>
                    <a:pt x="4490" y="11563"/>
                    <a:pt x="4758" y="11658"/>
                    <a:pt x="5022" y="11658"/>
                  </a:cubicBezTo>
                  <a:cubicBezTo>
                    <a:pt x="5286" y="11658"/>
                    <a:pt x="5546" y="11563"/>
                    <a:pt x="5735" y="11374"/>
                  </a:cubicBezTo>
                  <a:lnTo>
                    <a:pt x="9137" y="7972"/>
                  </a:lnTo>
                  <a:lnTo>
                    <a:pt x="10051" y="7058"/>
                  </a:lnTo>
                  <a:cubicBezTo>
                    <a:pt x="10555" y="6648"/>
                    <a:pt x="10870" y="6018"/>
                    <a:pt x="10902" y="5388"/>
                  </a:cubicBezTo>
                  <a:lnTo>
                    <a:pt x="11059" y="2584"/>
                  </a:lnTo>
                  <a:cubicBezTo>
                    <a:pt x="11059" y="2238"/>
                    <a:pt x="10996" y="1828"/>
                    <a:pt x="10776" y="1545"/>
                  </a:cubicBezTo>
                  <a:lnTo>
                    <a:pt x="11721" y="600"/>
                  </a:lnTo>
                  <a:cubicBezTo>
                    <a:pt x="11815" y="442"/>
                    <a:pt x="11815" y="221"/>
                    <a:pt x="11658" y="95"/>
                  </a:cubicBezTo>
                  <a:cubicBezTo>
                    <a:pt x="11595" y="32"/>
                    <a:pt x="11508" y="1"/>
                    <a:pt x="114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875" name="Google Shape;15875;p87"/>
          <p:cNvGrpSpPr/>
          <p:nvPr/>
        </p:nvGrpSpPr>
        <p:grpSpPr>
          <a:xfrm>
            <a:off x="2470455" y="2660397"/>
            <a:ext cx="423033" cy="421914"/>
            <a:chOff x="-5635975" y="2757075"/>
            <a:chExt cx="293000" cy="292225"/>
          </a:xfrm>
        </p:grpSpPr>
        <p:sp>
          <p:nvSpPr>
            <p:cNvPr id="15876" name="Google Shape;15876;p87"/>
            <p:cNvSpPr/>
            <p:nvPr/>
          </p:nvSpPr>
          <p:spPr>
            <a:xfrm>
              <a:off x="-5635975" y="2757075"/>
              <a:ext cx="293000" cy="292225"/>
            </a:xfrm>
            <a:custGeom>
              <a:avLst/>
              <a:gdLst/>
              <a:ahLst/>
              <a:cxnLst/>
              <a:rect l="l" t="t" r="r" b="b"/>
              <a:pathLst>
                <a:path w="11720" h="11689" extrusionOk="0">
                  <a:moveTo>
                    <a:pt x="10649" y="693"/>
                  </a:moveTo>
                  <a:cubicBezTo>
                    <a:pt x="10838" y="693"/>
                    <a:pt x="10995" y="851"/>
                    <a:pt x="10995" y="1040"/>
                  </a:cubicBezTo>
                  <a:lnTo>
                    <a:pt x="10995" y="7593"/>
                  </a:lnTo>
                  <a:lnTo>
                    <a:pt x="693" y="7593"/>
                  </a:lnTo>
                  <a:lnTo>
                    <a:pt x="693" y="1040"/>
                  </a:lnTo>
                  <a:cubicBezTo>
                    <a:pt x="725" y="851"/>
                    <a:pt x="882" y="693"/>
                    <a:pt x="1040" y="693"/>
                  </a:cubicBezTo>
                  <a:close/>
                  <a:moveTo>
                    <a:pt x="10995" y="8223"/>
                  </a:moveTo>
                  <a:lnTo>
                    <a:pt x="10995" y="8569"/>
                  </a:lnTo>
                  <a:cubicBezTo>
                    <a:pt x="11027" y="8821"/>
                    <a:pt x="10869" y="8916"/>
                    <a:pt x="10680" y="8916"/>
                  </a:cubicBezTo>
                  <a:lnTo>
                    <a:pt x="1040" y="8916"/>
                  </a:lnTo>
                  <a:cubicBezTo>
                    <a:pt x="851" y="8916"/>
                    <a:pt x="693" y="8758"/>
                    <a:pt x="693" y="8569"/>
                  </a:cubicBezTo>
                  <a:lnTo>
                    <a:pt x="693" y="8223"/>
                  </a:lnTo>
                  <a:close/>
                  <a:moveTo>
                    <a:pt x="6679" y="9641"/>
                  </a:moveTo>
                  <a:lnTo>
                    <a:pt x="6994" y="11027"/>
                  </a:lnTo>
                  <a:lnTo>
                    <a:pt x="4694" y="11027"/>
                  </a:lnTo>
                  <a:lnTo>
                    <a:pt x="5009" y="9641"/>
                  </a:lnTo>
                  <a:close/>
                  <a:moveTo>
                    <a:pt x="1040" y="0"/>
                  </a:moveTo>
                  <a:cubicBezTo>
                    <a:pt x="473" y="0"/>
                    <a:pt x="0" y="473"/>
                    <a:pt x="0" y="1008"/>
                  </a:cubicBezTo>
                  <a:lnTo>
                    <a:pt x="0" y="8569"/>
                  </a:lnTo>
                  <a:cubicBezTo>
                    <a:pt x="0" y="9137"/>
                    <a:pt x="473" y="9609"/>
                    <a:pt x="1040" y="9609"/>
                  </a:cubicBezTo>
                  <a:lnTo>
                    <a:pt x="4316" y="9609"/>
                  </a:lnTo>
                  <a:lnTo>
                    <a:pt x="4001" y="10964"/>
                  </a:lnTo>
                  <a:lnTo>
                    <a:pt x="3087" y="10964"/>
                  </a:lnTo>
                  <a:cubicBezTo>
                    <a:pt x="2898" y="10964"/>
                    <a:pt x="2741" y="11121"/>
                    <a:pt x="2741" y="11342"/>
                  </a:cubicBezTo>
                  <a:cubicBezTo>
                    <a:pt x="2741" y="11531"/>
                    <a:pt x="2898" y="11688"/>
                    <a:pt x="3087" y="11688"/>
                  </a:cubicBezTo>
                  <a:lnTo>
                    <a:pt x="8569" y="11688"/>
                  </a:lnTo>
                  <a:cubicBezTo>
                    <a:pt x="8758" y="11688"/>
                    <a:pt x="8916" y="11531"/>
                    <a:pt x="8916" y="11342"/>
                  </a:cubicBezTo>
                  <a:cubicBezTo>
                    <a:pt x="8916" y="11121"/>
                    <a:pt x="8758" y="10964"/>
                    <a:pt x="8569" y="10964"/>
                  </a:cubicBezTo>
                  <a:lnTo>
                    <a:pt x="7656" y="10964"/>
                  </a:lnTo>
                  <a:lnTo>
                    <a:pt x="7341" y="9609"/>
                  </a:lnTo>
                  <a:lnTo>
                    <a:pt x="10649" y="9609"/>
                  </a:lnTo>
                  <a:cubicBezTo>
                    <a:pt x="11216" y="9609"/>
                    <a:pt x="11688" y="9137"/>
                    <a:pt x="11688" y="8569"/>
                  </a:cubicBezTo>
                  <a:lnTo>
                    <a:pt x="11688" y="1008"/>
                  </a:lnTo>
                  <a:cubicBezTo>
                    <a:pt x="11720" y="473"/>
                    <a:pt x="11247" y="0"/>
                    <a:pt x="106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877" name="Google Shape;15877;p87"/>
            <p:cNvSpPr/>
            <p:nvPr/>
          </p:nvSpPr>
          <p:spPr>
            <a:xfrm>
              <a:off x="-5584800" y="2790150"/>
              <a:ext cx="189850" cy="138050"/>
            </a:xfrm>
            <a:custGeom>
              <a:avLst/>
              <a:gdLst/>
              <a:ahLst/>
              <a:cxnLst/>
              <a:rect l="l" t="t" r="r" b="b"/>
              <a:pathLst>
                <a:path w="7594" h="5522" extrusionOk="0">
                  <a:moveTo>
                    <a:pt x="2994" y="725"/>
                  </a:moveTo>
                  <a:lnTo>
                    <a:pt x="2332" y="1387"/>
                  </a:lnTo>
                  <a:lnTo>
                    <a:pt x="1230" y="1387"/>
                  </a:lnTo>
                  <a:lnTo>
                    <a:pt x="1891" y="725"/>
                  </a:lnTo>
                  <a:close/>
                  <a:moveTo>
                    <a:pt x="3781" y="882"/>
                  </a:moveTo>
                  <a:lnTo>
                    <a:pt x="4349" y="1418"/>
                  </a:lnTo>
                  <a:lnTo>
                    <a:pt x="3246" y="1418"/>
                  </a:lnTo>
                  <a:lnTo>
                    <a:pt x="3781" y="882"/>
                  </a:lnTo>
                  <a:close/>
                  <a:moveTo>
                    <a:pt x="5735" y="756"/>
                  </a:moveTo>
                  <a:lnTo>
                    <a:pt x="6396" y="1418"/>
                  </a:lnTo>
                  <a:lnTo>
                    <a:pt x="5294" y="1418"/>
                  </a:lnTo>
                  <a:lnTo>
                    <a:pt x="4632" y="756"/>
                  </a:lnTo>
                  <a:close/>
                  <a:moveTo>
                    <a:pt x="2175" y="2080"/>
                  </a:moveTo>
                  <a:lnTo>
                    <a:pt x="2868" y="3749"/>
                  </a:lnTo>
                  <a:lnTo>
                    <a:pt x="1198" y="2080"/>
                  </a:lnTo>
                  <a:close/>
                  <a:moveTo>
                    <a:pt x="6396" y="2080"/>
                  </a:moveTo>
                  <a:lnTo>
                    <a:pt x="4727" y="3749"/>
                  </a:lnTo>
                  <a:lnTo>
                    <a:pt x="5420" y="2080"/>
                  </a:lnTo>
                  <a:close/>
                  <a:moveTo>
                    <a:pt x="4664" y="2080"/>
                  </a:moveTo>
                  <a:lnTo>
                    <a:pt x="3781" y="4253"/>
                  </a:lnTo>
                  <a:lnTo>
                    <a:pt x="2931" y="2080"/>
                  </a:lnTo>
                  <a:close/>
                  <a:moveTo>
                    <a:pt x="1734" y="0"/>
                  </a:moveTo>
                  <a:cubicBezTo>
                    <a:pt x="1671" y="0"/>
                    <a:pt x="1545" y="32"/>
                    <a:pt x="1513" y="126"/>
                  </a:cubicBezTo>
                  <a:lnTo>
                    <a:pt x="127" y="1513"/>
                  </a:lnTo>
                  <a:cubicBezTo>
                    <a:pt x="1" y="1670"/>
                    <a:pt x="1" y="1859"/>
                    <a:pt x="127" y="2017"/>
                  </a:cubicBezTo>
                  <a:lnTo>
                    <a:pt x="3561" y="5451"/>
                  </a:lnTo>
                  <a:cubicBezTo>
                    <a:pt x="3624" y="5498"/>
                    <a:pt x="3711" y="5522"/>
                    <a:pt x="3797" y="5522"/>
                  </a:cubicBezTo>
                  <a:cubicBezTo>
                    <a:pt x="3884" y="5522"/>
                    <a:pt x="3970" y="5498"/>
                    <a:pt x="4033" y="5451"/>
                  </a:cubicBezTo>
                  <a:lnTo>
                    <a:pt x="7468" y="2017"/>
                  </a:lnTo>
                  <a:cubicBezTo>
                    <a:pt x="7594" y="1891"/>
                    <a:pt x="7594" y="1702"/>
                    <a:pt x="7499" y="1544"/>
                  </a:cubicBezTo>
                  <a:lnTo>
                    <a:pt x="7468" y="1513"/>
                  </a:lnTo>
                  <a:lnTo>
                    <a:pt x="6081" y="126"/>
                  </a:lnTo>
                  <a:cubicBezTo>
                    <a:pt x="6018" y="32"/>
                    <a:pt x="5924" y="0"/>
                    <a:pt x="58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878" name="Google Shape;15878;p87"/>
          <p:cNvGrpSpPr/>
          <p:nvPr/>
        </p:nvGrpSpPr>
        <p:grpSpPr>
          <a:xfrm>
            <a:off x="5154391" y="1631256"/>
            <a:ext cx="423069" cy="420796"/>
            <a:chOff x="-3854375" y="2046625"/>
            <a:chExt cx="293025" cy="291450"/>
          </a:xfrm>
        </p:grpSpPr>
        <p:sp>
          <p:nvSpPr>
            <p:cNvPr id="15879" name="Google Shape;15879;p87"/>
            <p:cNvSpPr/>
            <p:nvPr/>
          </p:nvSpPr>
          <p:spPr>
            <a:xfrm>
              <a:off x="-3854375" y="2046625"/>
              <a:ext cx="293025" cy="291450"/>
            </a:xfrm>
            <a:custGeom>
              <a:avLst/>
              <a:gdLst/>
              <a:ahLst/>
              <a:cxnLst/>
              <a:rect l="l" t="t" r="r" b="b"/>
              <a:pathLst>
                <a:path w="11721" h="11658" extrusionOk="0">
                  <a:moveTo>
                    <a:pt x="7624" y="694"/>
                  </a:moveTo>
                  <a:cubicBezTo>
                    <a:pt x="9515" y="694"/>
                    <a:pt x="11058" y="2206"/>
                    <a:pt x="11058" y="4096"/>
                  </a:cubicBezTo>
                  <a:cubicBezTo>
                    <a:pt x="11058" y="5987"/>
                    <a:pt x="9515" y="7530"/>
                    <a:pt x="7624" y="7530"/>
                  </a:cubicBezTo>
                  <a:cubicBezTo>
                    <a:pt x="5734" y="7530"/>
                    <a:pt x="4190" y="5987"/>
                    <a:pt x="4190" y="4096"/>
                  </a:cubicBezTo>
                  <a:cubicBezTo>
                    <a:pt x="4190" y="2206"/>
                    <a:pt x="5734" y="694"/>
                    <a:pt x="7624" y="694"/>
                  </a:cubicBezTo>
                  <a:close/>
                  <a:moveTo>
                    <a:pt x="3336" y="8066"/>
                  </a:moveTo>
                  <a:cubicBezTo>
                    <a:pt x="3426" y="8066"/>
                    <a:pt x="3513" y="8098"/>
                    <a:pt x="3560" y="8161"/>
                  </a:cubicBezTo>
                  <a:cubicBezTo>
                    <a:pt x="3686" y="8287"/>
                    <a:pt x="3686" y="8507"/>
                    <a:pt x="3560" y="8633"/>
                  </a:cubicBezTo>
                  <a:lnTo>
                    <a:pt x="1323" y="10870"/>
                  </a:lnTo>
                  <a:cubicBezTo>
                    <a:pt x="1260" y="10933"/>
                    <a:pt x="1174" y="10964"/>
                    <a:pt x="1087" y="10964"/>
                  </a:cubicBezTo>
                  <a:cubicBezTo>
                    <a:pt x="1001" y="10964"/>
                    <a:pt x="914" y="10933"/>
                    <a:pt x="851" y="10870"/>
                  </a:cubicBezTo>
                  <a:cubicBezTo>
                    <a:pt x="725" y="10744"/>
                    <a:pt x="725" y="10523"/>
                    <a:pt x="851" y="10397"/>
                  </a:cubicBezTo>
                  <a:lnTo>
                    <a:pt x="3088" y="8161"/>
                  </a:lnTo>
                  <a:cubicBezTo>
                    <a:pt x="3151" y="8098"/>
                    <a:pt x="3245" y="8066"/>
                    <a:pt x="3336" y="8066"/>
                  </a:cubicBezTo>
                  <a:close/>
                  <a:moveTo>
                    <a:pt x="7624" y="1"/>
                  </a:moveTo>
                  <a:cubicBezTo>
                    <a:pt x="5356" y="1"/>
                    <a:pt x="3529" y="1860"/>
                    <a:pt x="3529" y="4096"/>
                  </a:cubicBezTo>
                  <a:cubicBezTo>
                    <a:pt x="3529" y="5136"/>
                    <a:pt x="3875" y="6050"/>
                    <a:pt x="4505" y="6743"/>
                  </a:cubicBezTo>
                  <a:lnTo>
                    <a:pt x="3812" y="7467"/>
                  </a:lnTo>
                  <a:cubicBezTo>
                    <a:pt x="3661" y="7386"/>
                    <a:pt x="3500" y="7347"/>
                    <a:pt x="3342" y="7347"/>
                  </a:cubicBezTo>
                  <a:cubicBezTo>
                    <a:pt x="3074" y="7347"/>
                    <a:pt x="2813" y="7458"/>
                    <a:pt x="2615" y="7656"/>
                  </a:cubicBezTo>
                  <a:lnTo>
                    <a:pt x="378" y="9893"/>
                  </a:lnTo>
                  <a:cubicBezTo>
                    <a:pt x="0" y="10271"/>
                    <a:pt x="0" y="10964"/>
                    <a:pt x="378" y="11343"/>
                  </a:cubicBezTo>
                  <a:cubicBezTo>
                    <a:pt x="567" y="11532"/>
                    <a:pt x="851" y="11658"/>
                    <a:pt x="1103" y="11658"/>
                  </a:cubicBezTo>
                  <a:cubicBezTo>
                    <a:pt x="1355" y="11658"/>
                    <a:pt x="1607" y="11532"/>
                    <a:pt x="1796" y="11343"/>
                  </a:cubicBezTo>
                  <a:lnTo>
                    <a:pt x="4033" y="9106"/>
                  </a:lnTo>
                  <a:cubicBezTo>
                    <a:pt x="4348" y="8791"/>
                    <a:pt x="4442" y="8318"/>
                    <a:pt x="4253" y="7909"/>
                  </a:cubicBezTo>
                  <a:lnTo>
                    <a:pt x="4947" y="7215"/>
                  </a:lnTo>
                  <a:cubicBezTo>
                    <a:pt x="5671" y="7814"/>
                    <a:pt x="6616" y="8192"/>
                    <a:pt x="7593" y="8192"/>
                  </a:cubicBezTo>
                  <a:cubicBezTo>
                    <a:pt x="9861" y="8192"/>
                    <a:pt x="11689" y="6333"/>
                    <a:pt x="11689" y="4096"/>
                  </a:cubicBezTo>
                  <a:cubicBezTo>
                    <a:pt x="11720" y="1828"/>
                    <a:pt x="9861" y="1"/>
                    <a:pt x="76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880" name="Google Shape;15880;p87"/>
            <p:cNvSpPr/>
            <p:nvPr/>
          </p:nvSpPr>
          <p:spPr>
            <a:xfrm>
              <a:off x="-3714975" y="2080500"/>
              <a:ext cx="103200" cy="119750"/>
            </a:xfrm>
            <a:custGeom>
              <a:avLst/>
              <a:gdLst/>
              <a:ahLst/>
              <a:cxnLst/>
              <a:rect l="l" t="t" r="r" b="b"/>
              <a:pathLst>
                <a:path w="4128" h="4790" extrusionOk="0">
                  <a:moveTo>
                    <a:pt x="2048" y="694"/>
                  </a:moveTo>
                  <a:cubicBezTo>
                    <a:pt x="2458" y="694"/>
                    <a:pt x="2710" y="1009"/>
                    <a:pt x="2710" y="1387"/>
                  </a:cubicBezTo>
                  <a:cubicBezTo>
                    <a:pt x="2710" y="1765"/>
                    <a:pt x="2395" y="2048"/>
                    <a:pt x="2048" y="2048"/>
                  </a:cubicBezTo>
                  <a:cubicBezTo>
                    <a:pt x="1702" y="2048"/>
                    <a:pt x="1387" y="1733"/>
                    <a:pt x="1387" y="1387"/>
                  </a:cubicBezTo>
                  <a:cubicBezTo>
                    <a:pt x="1355" y="1009"/>
                    <a:pt x="1670" y="694"/>
                    <a:pt x="2048" y="694"/>
                  </a:cubicBezTo>
                  <a:close/>
                  <a:moveTo>
                    <a:pt x="2363" y="2741"/>
                  </a:moveTo>
                  <a:cubicBezTo>
                    <a:pt x="2931" y="2741"/>
                    <a:pt x="3403" y="3214"/>
                    <a:pt x="3403" y="3781"/>
                  </a:cubicBezTo>
                  <a:lnTo>
                    <a:pt x="3403" y="4128"/>
                  </a:lnTo>
                  <a:lnTo>
                    <a:pt x="662" y="4128"/>
                  </a:lnTo>
                  <a:lnTo>
                    <a:pt x="662" y="3781"/>
                  </a:lnTo>
                  <a:cubicBezTo>
                    <a:pt x="662" y="3214"/>
                    <a:pt x="1135" y="2741"/>
                    <a:pt x="1702" y="2741"/>
                  </a:cubicBezTo>
                  <a:close/>
                  <a:moveTo>
                    <a:pt x="2048" y="1"/>
                  </a:moveTo>
                  <a:cubicBezTo>
                    <a:pt x="1292" y="1"/>
                    <a:pt x="662" y="631"/>
                    <a:pt x="662" y="1387"/>
                  </a:cubicBezTo>
                  <a:cubicBezTo>
                    <a:pt x="662" y="1702"/>
                    <a:pt x="788" y="2017"/>
                    <a:pt x="977" y="2237"/>
                  </a:cubicBezTo>
                  <a:cubicBezTo>
                    <a:pt x="410" y="2521"/>
                    <a:pt x="1" y="3119"/>
                    <a:pt x="1" y="3781"/>
                  </a:cubicBezTo>
                  <a:lnTo>
                    <a:pt x="1" y="4443"/>
                  </a:lnTo>
                  <a:cubicBezTo>
                    <a:pt x="1" y="4632"/>
                    <a:pt x="158" y="4789"/>
                    <a:pt x="347" y="4789"/>
                  </a:cubicBezTo>
                  <a:lnTo>
                    <a:pt x="3781" y="4789"/>
                  </a:lnTo>
                  <a:cubicBezTo>
                    <a:pt x="3970" y="4789"/>
                    <a:pt x="4128" y="4632"/>
                    <a:pt x="4128" y="4443"/>
                  </a:cubicBezTo>
                  <a:lnTo>
                    <a:pt x="4128" y="3781"/>
                  </a:lnTo>
                  <a:cubicBezTo>
                    <a:pt x="4096" y="3119"/>
                    <a:pt x="3718" y="2521"/>
                    <a:pt x="3120" y="2237"/>
                  </a:cubicBezTo>
                  <a:cubicBezTo>
                    <a:pt x="3309" y="2017"/>
                    <a:pt x="3435" y="1733"/>
                    <a:pt x="3435" y="1387"/>
                  </a:cubicBezTo>
                  <a:cubicBezTo>
                    <a:pt x="3435" y="631"/>
                    <a:pt x="2805"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881" name="Google Shape;15881;p87"/>
          <p:cNvGrpSpPr/>
          <p:nvPr/>
        </p:nvGrpSpPr>
        <p:grpSpPr>
          <a:xfrm>
            <a:off x="5153254" y="2138717"/>
            <a:ext cx="425343" cy="424188"/>
            <a:chOff x="-3854375" y="2405000"/>
            <a:chExt cx="294600" cy="293800"/>
          </a:xfrm>
        </p:grpSpPr>
        <p:sp>
          <p:nvSpPr>
            <p:cNvPr id="15882" name="Google Shape;15882;p87"/>
            <p:cNvSpPr/>
            <p:nvPr/>
          </p:nvSpPr>
          <p:spPr>
            <a:xfrm>
              <a:off x="-3854375" y="2405000"/>
              <a:ext cx="294600" cy="293800"/>
            </a:xfrm>
            <a:custGeom>
              <a:avLst/>
              <a:gdLst/>
              <a:ahLst/>
              <a:cxnLst/>
              <a:rect l="l" t="t" r="r" b="b"/>
              <a:pathLst>
                <a:path w="11784" h="11752" extrusionOk="0">
                  <a:moveTo>
                    <a:pt x="6994" y="694"/>
                  </a:moveTo>
                  <a:lnTo>
                    <a:pt x="6994" y="1103"/>
                  </a:lnTo>
                  <a:cubicBezTo>
                    <a:pt x="6994" y="1261"/>
                    <a:pt x="7120" y="1387"/>
                    <a:pt x="7278" y="1418"/>
                  </a:cubicBezTo>
                  <a:cubicBezTo>
                    <a:pt x="7467" y="1481"/>
                    <a:pt x="7719" y="1576"/>
                    <a:pt x="7908" y="1702"/>
                  </a:cubicBezTo>
                  <a:cubicBezTo>
                    <a:pt x="7954" y="1736"/>
                    <a:pt x="8009" y="1750"/>
                    <a:pt x="8066" y="1750"/>
                  </a:cubicBezTo>
                  <a:cubicBezTo>
                    <a:pt x="8164" y="1750"/>
                    <a:pt x="8269" y="1710"/>
                    <a:pt x="8349" y="1670"/>
                  </a:cubicBezTo>
                  <a:lnTo>
                    <a:pt x="8664" y="1355"/>
                  </a:lnTo>
                  <a:lnTo>
                    <a:pt x="9137" y="1828"/>
                  </a:lnTo>
                  <a:lnTo>
                    <a:pt x="8822" y="2143"/>
                  </a:lnTo>
                  <a:cubicBezTo>
                    <a:pt x="8696" y="2269"/>
                    <a:pt x="8696" y="2426"/>
                    <a:pt x="8759" y="2584"/>
                  </a:cubicBezTo>
                  <a:cubicBezTo>
                    <a:pt x="8885" y="2773"/>
                    <a:pt x="8979" y="2962"/>
                    <a:pt x="9042" y="3214"/>
                  </a:cubicBezTo>
                  <a:cubicBezTo>
                    <a:pt x="9074" y="3372"/>
                    <a:pt x="9200" y="3466"/>
                    <a:pt x="9357" y="3466"/>
                  </a:cubicBezTo>
                  <a:lnTo>
                    <a:pt x="9798" y="3466"/>
                  </a:lnTo>
                  <a:lnTo>
                    <a:pt x="9798" y="4159"/>
                  </a:lnTo>
                  <a:lnTo>
                    <a:pt x="9357" y="4159"/>
                  </a:lnTo>
                  <a:cubicBezTo>
                    <a:pt x="9200" y="4159"/>
                    <a:pt x="9074" y="4222"/>
                    <a:pt x="9042" y="4380"/>
                  </a:cubicBezTo>
                  <a:cubicBezTo>
                    <a:pt x="9011" y="4569"/>
                    <a:pt x="8885" y="4821"/>
                    <a:pt x="8759" y="5010"/>
                  </a:cubicBezTo>
                  <a:cubicBezTo>
                    <a:pt x="8696" y="5136"/>
                    <a:pt x="8727" y="5325"/>
                    <a:pt x="8822" y="5451"/>
                  </a:cubicBezTo>
                  <a:lnTo>
                    <a:pt x="9137" y="5766"/>
                  </a:lnTo>
                  <a:lnTo>
                    <a:pt x="8664" y="6238"/>
                  </a:lnTo>
                  <a:lnTo>
                    <a:pt x="8349" y="5923"/>
                  </a:lnTo>
                  <a:cubicBezTo>
                    <a:pt x="8275" y="5850"/>
                    <a:pt x="8191" y="5819"/>
                    <a:pt x="8101" y="5819"/>
                  </a:cubicBezTo>
                  <a:cubicBezTo>
                    <a:pt x="8038" y="5819"/>
                    <a:pt x="7973" y="5834"/>
                    <a:pt x="7908" y="5860"/>
                  </a:cubicBezTo>
                  <a:cubicBezTo>
                    <a:pt x="7719" y="5986"/>
                    <a:pt x="7498" y="6081"/>
                    <a:pt x="7278" y="6144"/>
                  </a:cubicBezTo>
                  <a:cubicBezTo>
                    <a:pt x="7120" y="6175"/>
                    <a:pt x="6994" y="6301"/>
                    <a:pt x="6994" y="6459"/>
                  </a:cubicBezTo>
                  <a:lnTo>
                    <a:pt x="6994" y="6900"/>
                  </a:lnTo>
                  <a:lnTo>
                    <a:pt x="6333" y="6900"/>
                  </a:lnTo>
                  <a:lnTo>
                    <a:pt x="6333" y="6459"/>
                  </a:lnTo>
                  <a:cubicBezTo>
                    <a:pt x="6333" y="6301"/>
                    <a:pt x="6207" y="6207"/>
                    <a:pt x="6049" y="6144"/>
                  </a:cubicBezTo>
                  <a:cubicBezTo>
                    <a:pt x="5860" y="6112"/>
                    <a:pt x="5608" y="5986"/>
                    <a:pt x="5419" y="5860"/>
                  </a:cubicBezTo>
                  <a:cubicBezTo>
                    <a:pt x="5374" y="5838"/>
                    <a:pt x="5322" y="5828"/>
                    <a:pt x="5267" y="5828"/>
                  </a:cubicBezTo>
                  <a:cubicBezTo>
                    <a:pt x="5167" y="5828"/>
                    <a:pt x="5059" y="5862"/>
                    <a:pt x="4978" y="5923"/>
                  </a:cubicBezTo>
                  <a:lnTo>
                    <a:pt x="4663" y="6238"/>
                  </a:lnTo>
                  <a:lnTo>
                    <a:pt x="4190" y="5766"/>
                  </a:lnTo>
                  <a:lnTo>
                    <a:pt x="4505" y="5451"/>
                  </a:lnTo>
                  <a:cubicBezTo>
                    <a:pt x="4631" y="5325"/>
                    <a:pt x="4631" y="5167"/>
                    <a:pt x="4568" y="5010"/>
                  </a:cubicBezTo>
                  <a:cubicBezTo>
                    <a:pt x="4442" y="4821"/>
                    <a:pt x="4348" y="4632"/>
                    <a:pt x="4285" y="4380"/>
                  </a:cubicBezTo>
                  <a:cubicBezTo>
                    <a:pt x="4253" y="4254"/>
                    <a:pt x="4127" y="4159"/>
                    <a:pt x="4001" y="4159"/>
                  </a:cubicBezTo>
                  <a:lnTo>
                    <a:pt x="3529" y="4159"/>
                  </a:lnTo>
                  <a:lnTo>
                    <a:pt x="3529" y="3466"/>
                  </a:lnTo>
                  <a:lnTo>
                    <a:pt x="3970" y="3466"/>
                  </a:lnTo>
                  <a:cubicBezTo>
                    <a:pt x="4127" y="3466"/>
                    <a:pt x="4253" y="3372"/>
                    <a:pt x="4285" y="3214"/>
                  </a:cubicBezTo>
                  <a:cubicBezTo>
                    <a:pt x="4316" y="2993"/>
                    <a:pt x="4442" y="2773"/>
                    <a:pt x="4568" y="2584"/>
                  </a:cubicBezTo>
                  <a:cubicBezTo>
                    <a:pt x="4631" y="2458"/>
                    <a:pt x="4600" y="2269"/>
                    <a:pt x="4505" y="2143"/>
                  </a:cubicBezTo>
                  <a:lnTo>
                    <a:pt x="4190" y="1828"/>
                  </a:lnTo>
                  <a:lnTo>
                    <a:pt x="4663" y="1355"/>
                  </a:lnTo>
                  <a:lnTo>
                    <a:pt x="4978" y="1670"/>
                  </a:lnTo>
                  <a:cubicBezTo>
                    <a:pt x="5046" y="1738"/>
                    <a:pt x="5122" y="1769"/>
                    <a:pt x="5203" y="1769"/>
                  </a:cubicBezTo>
                  <a:cubicBezTo>
                    <a:pt x="5273" y="1769"/>
                    <a:pt x="5346" y="1746"/>
                    <a:pt x="5419" y="1702"/>
                  </a:cubicBezTo>
                  <a:cubicBezTo>
                    <a:pt x="5608" y="1576"/>
                    <a:pt x="5829" y="1513"/>
                    <a:pt x="6049" y="1418"/>
                  </a:cubicBezTo>
                  <a:cubicBezTo>
                    <a:pt x="6207" y="1387"/>
                    <a:pt x="6333" y="1261"/>
                    <a:pt x="6333" y="1103"/>
                  </a:cubicBezTo>
                  <a:lnTo>
                    <a:pt x="6333" y="694"/>
                  </a:lnTo>
                  <a:close/>
                  <a:moveTo>
                    <a:pt x="10964" y="4821"/>
                  </a:moveTo>
                  <a:lnTo>
                    <a:pt x="9830" y="8255"/>
                  </a:lnTo>
                  <a:lnTo>
                    <a:pt x="2773" y="8255"/>
                  </a:lnTo>
                  <a:lnTo>
                    <a:pt x="2143" y="4821"/>
                  </a:lnTo>
                  <a:lnTo>
                    <a:pt x="3686" y="4821"/>
                  </a:lnTo>
                  <a:cubicBezTo>
                    <a:pt x="3718" y="4947"/>
                    <a:pt x="3781" y="5010"/>
                    <a:pt x="3812" y="5136"/>
                  </a:cubicBezTo>
                  <a:lnTo>
                    <a:pt x="3466" y="5482"/>
                  </a:lnTo>
                  <a:cubicBezTo>
                    <a:pt x="3340" y="5608"/>
                    <a:pt x="3340" y="5829"/>
                    <a:pt x="3466" y="5955"/>
                  </a:cubicBezTo>
                  <a:lnTo>
                    <a:pt x="4442" y="6932"/>
                  </a:lnTo>
                  <a:cubicBezTo>
                    <a:pt x="4505" y="6995"/>
                    <a:pt x="4592" y="7026"/>
                    <a:pt x="4679" y="7026"/>
                  </a:cubicBezTo>
                  <a:cubicBezTo>
                    <a:pt x="4765" y="7026"/>
                    <a:pt x="4852" y="6995"/>
                    <a:pt x="4915" y="6932"/>
                  </a:cubicBezTo>
                  <a:lnTo>
                    <a:pt x="5262" y="6585"/>
                  </a:lnTo>
                  <a:cubicBezTo>
                    <a:pt x="5356" y="6617"/>
                    <a:pt x="5451" y="6680"/>
                    <a:pt x="5577" y="6711"/>
                  </a:cubicBezTo>
                  <a:lnTo>
                    <a:pt x="5577" y="7215"/>
                  </a:lnTo>
                  <a:cubicBezTo>
                    <a:pt x="5577" y="7404"/>
                    <a:pt x="5734" y="7562"/>
                    <a:pt x="5923" y="7562"/>
                  </a:cubicBezTo>
                  <a:lnTo>
                    <a:pt x="7309" y="7562"/>
                  </a:lnTo>
                  <a:cubicBezTo>
                    <a:pt x="7498" y="7562"/>
                    <a:pt x="7656" y="7404"/>
                    <a:pt x="7656" y="7215"/>
                  </a:cubicBezTo>
                  <a:lnTo>
                    <a:pt x="7656" y="6711"/>
                  </a:lnTo>
                  <a:cubicBezTo>
                    <a:pt x="7782" y="6680"/>
                    <a:pt x="7876" y="6617"/>
                    <a:pt x="7971" y="6585"/>
                  </a:cubicBezTo>
                  <a:lnTo>
                    <a:pt x="8349" y="6932"/>
                  </a:lnTo>
                  <a:cubicBezTo>
                    <a:pt x="8396" y="6995"/>
                    <a:pt x="8483" y="7026"/>
                    <a:pt x="8574" y="7026"/>
                  </a:cubicBezTo>
                  <a:cubicBezTo>
                    <a:pt x="8664" y="7026"/>
                    <a:pt x="8759" y="6995"/>
                    <a:pt x="8822" y="6932"/>
                  </a:cubicBezTo>
                  <a:lnTo>
                    <a:pt x="9798" y="5955"/>
                  </a:lnTo>
                  <a:cubicBezTo>
                    <a:pt x="9924" y="5829"/>
                    <a:pt x="9924" y="5608"/>
                    <a:pt x="9798" y="5482"/>
                  </a:cubicBezTo>
                  <a:lnTo>
                    <a:pt x="9452" y="5136"/>
                  </a:lnTo>
                  <a:cubicBezTo>
                    <a:pt x="9483" y="5041"/>
                    <a:pt x="9515" y="4947"/>
                    <a:pt x="9546" y="4821"/>
                  </a:cubicBezTo>
                  <a:close/>
                  <a:moveTo>
                    <a:pt x="3907" y="10334"/>
                  </a:moveTo>
                  <a:cubicBezTo>
                    <a:pt x="4096" y="10366"/>
                    <a:pt x="4253" y="10523"/>
                    <a:pt x="4253" y="10681"/>
                  </a:cubicBezTo>
                  <a:cubicBezTo>
                    <a:pt x="4253" y="10870"/>
                    <a:pt x="4096" y="11027"/>
                    <a:pt x="3907" y="11027"/>
                  </a:cubicBezTo>
                  <a:cubicBezTo>
                    <a:pt x="3686" y="11027"/>
                    <a:pt x="3529" y="10870"/>
                    <a:pt x="3529" y="10681"/>
                  </a:cubicBezTo>
                  <a:cubicBezTo>
                    <a:pt x="3529" y="10492"/>
                    <a:pt x="3686" y="10334"/>
                    <a:pt x="3907" y="10334"/>
                  </a:cubicBezTo>
                  <a:close/>
                  <a:moveTo>
                    <a:pt x="8664" y="10334"/>
                  </a:moveTo>
                  <a:cubicBezTo>
                    <a:pt x="8853" y="10366"/>
                    <a:pt x="9011" y="10523"/>
                    <a:pt x="9011" y="10681"/>
                  </a:cubicBezTo>
                  <a:cubicBezTo>
                    <a:pt x="9011" y="10870"/>
                    <a:pt x="8853" y="11027"/>
                    <a:pt x="8664" y="11027"/>
                  </a:cubicBezTo>
                  <a:cubicBezTo>
                    <a:pt x="8444" y="11027"/>
                    <a:pt x="8286" y="10870"/>
                    <a:pt x="8286" y="10681"/>
                  </a:cubicBezTo>
                  <a:cubicBezTo>
                    <a:pt x="8286" y="10492"/>
                    <a:pt x="8444" y="10334"/>
                    <a:pt x="8664" y="10334"/>
                  </a:cubicBezTo>
                  <a:close/>
                  <a:moveTo>
                    <a:pt x="5892" y="0"/>
                  </a:moveTo>
                  <a:cubicBezTo>
                    <a:pt x="5703" y="0"/>
                    <a:pt x="5545" y="158"/>
                    <a:pt x="5545" y="379"/>
                  </a:cubicBezTo>
                  <a:lnTo>
                    <a:pt x="5545" y="883"/>
                  </a:lnTo>
                  <a:cubicBezTo>
                    <a:pt x="5419" y="914"/>
                    <a:pt x="5356" y="946"/>
                    <a:pt x="5230" y="1009"/>
                  </a:cubicBezTo>
                  <a:lnTo>
                    <a:pt x="4883" y="631"/>
                  </a:lnTo>
                  <a:cubicBezTo>
                    <a:pt x="4820" y="583"/>
                    <a:pt x="4734" y="560"/>
                    <a:pt x="4647" y="560"/>
                  </a:cubicBezTo>
                  <a:cubicBezTo>
                    <a:pt x="4561" y="560"/>
                    <a:pt x="4474" y="583"/>
                    <a:pt x="4411" y="631"/>
                  </a:cubicBezTo>
                  <a:lnTo>
                    <a:pt x="3434" y="1639"/>
                  </a:lnTo>
                  <a:cubicBezTo>
                    <a:pt x="3308" y="1733"/>
                    <a:pt x="3308" y="1985"/>
                    <a:pt x="3434" y="2111"/>
                  </a:cubicBezTo>
                  <a:lnTo>
                    <a:pt x="3781" y="2458"/>
                  </a:lnTo>
                  <a:cubicBezTo>
                    <a:pt x="3718" y="2521"/>
                    <a:pt x="3686" y="2647"/>
                    <a:pt x="3655" y="2773"/>
                  </a:cubicBezTo>
                  <a:lnTo>
                    <a:pt x="3151" y="2773"/>
                  </a:lnTo>
                  <a:cubicBezTo>
                    <a:pt x="2930" y="2773"/>
                    <a:pt x="2773" y="2930"/>
                    <a:pt x="2773" y="3119"/>
                  </a:cubicBezTo>
                  <a:lnTo>
                    <a:pt x="2773" y="4159"/>
                  </a:lnTo>
                  <a:lnTo>
                    <a:pt x="1985" y="4159"/>
                  </a:lnTo>
                  <a:lnTo>
                    <a:pt x="1765" y="2930"/>
                  </a:lnTo>
                  <a:cubicBezTo>
                    <a:pt x="1670" y="2458"/>
                    <a:pt x="1197" y="2111"/>
                    <a:pt x="693" y="2111"/>
                  </a:cubicBezTo>
                  <a:lnTo>
                    <a:pt x="347" y="2111"/>
                  </a:lnTo>
                  <a:cubicBezTo>
                    <a:pt x="158" y="2111"/>
                    <a:pt x="0" y="2269"/>
                    <a:pt x="0" y="2458"/>
                  </a:cubicBezTo>
                  <a:cubicBezTo>
                    <a:pt x="0" y="2647"/>
                    <a:pt x="158" y="2804"/>
                    <a:pt x="347" y="2804"/>
                  </a:cubicBezTo>
                  <a:lnTo>
                    <a:pt x="693" y="2804"/>
                  </a:lnTo>
                  <a:cubicBezTo>
                    <a:pt x="882" y="2804"/>
                    <a:pt x="1103" y="2930"/>
                    <a:pt x="1103" y="3088"/>
                  </a:cubicBezTo>
                  <a:lnTo>
                    <a:pt x="2080" y="8570"/>
                  </a:lnTo>
                  <a:cubicBezTo>
                    <a:pt x="1891" y="8759"/>
                    <a:pt x="1765" y="9042"/>
                    <a:pt x="1765" y="9357"/>
                  </a:cubicBezTo>
                  <a:cubicBezTo>
                    <a:pt x="1765" y="9861"/>
                    <a:pt x="2143" y="10366"/>
                    <a:pt x="2867" y="10366"/>
                  </a:cubicBezTo>
                  <a:cubicBezTo>
                    <a:pt x="2836" y="10492"/>
                    <a:pt x="2836" y="10618"/>
                    <a:pt x="2836" y="10712"/>
                  </a:cubicBezTo>
                  <a:cubicBezTo>
                    <a:pt x="2836" y="11279"/>
                    <a:pt x="3308" y="11752"/>
                    <a:pt x="3844" y="11752"/>
                  </a:cubicBezTo>
                  <a:cubicBezTo>
                    <a:pt x="4411" y="11752"/>
                    <a:pt x="4883" y="11279"/>
                    <a:pt x="4883" y="10712"/>
                  </a:cubicBezTo>
                  <a:cubicBezTo>
                    <a:pt x="4883" y="10618"/>
                    <a:pt x="4820" y="10492"/>
                    <a:pt x="4820" y="10366"/>
                  </a:cubicBezTo>
                  <a:lnTo>
                    <a:pt x="7719" y="10366"/>
                  </a:lnTo>
                  <a:cubicBezTo>
                    <a:pt x="7656" y="10492"/>
                    <a:pt x="7656" y="10618"/>
                    <a:pt x="7656" y="10712"/>
                  </a:cubicBezTo>
                  <a:cubicBezTo>
                    <a:pt x="7656" y="11279"/>
                    <a:pt x="8129" y="11752"/>
                    <a:pt x="8696" y="11752"/>
                  </a:cubicBezTo>
                  <a:cubicBezTo>
                    <a:pt x="9231" y="11752"/>
                    <a:pt x="9735" y="11279"/>
                    <a:pt x="9735" y="10712"/>
                  </a:cubicBezTo>
                  <a:cubicBezTo>
                    <a:pt x="9735" y="10618"/>
                    <a:pt x="9672" y="10492"/>
                    <a:pt x="9672" y="10366"/>
                  </a:cubicBezTo>
                  <a:lnTo>
                    <a:pt x="10082" y="10366"/>
                  </a:lnTo>
                  <a:cubicBezTo>
                    <a:pt x="10271" y="10366"/>
                    <a:pt x="10428" y="10208"/>
                    <a:pt x="10428" y="10019"/>
                  </a:cubicBezTo>
                  <a:cubicBezTo>
                    <a:pt x="10428" y="9830"/>
                    <a:pt x="10271" y="9672"/>
                    <a:pt x="10082" y="9672"/>
                  </a:cubicBezTo>
                  <a:lnTo>
                    <a:pt x="2867" y="9672"/>
                  </a:lnTo>
                  <a:cubicBezTo>
                    <a:pt x="2678" y="9672"/>
                    <a:pt x="2521" y="9515"/>
                    <a:pt x="2521" y="9294"/>
                  </a:cubicBezTo>
                  <a:cubicBezTo>
                    <a:pt x="2521" y="9137"/>
                    <a:pt x="2678" y="8948"/>
                    <a:pt x="2867" y="8948"/>
                  </a:cubicBezTo>
                  <a:lnTo>
                    <a:pt x="10082" y="8948"/>
                  </a:lnTo>
                  <a:cubicBezTo>
                    <a:pt x="10239" y="8948"/>
                    <a:pt x="10334" y="8885"/>
                    <a:pt x="10397" y="8727"/>
                  </a:cubicBezTo>
                  <a:lnTo>
                    <a:pt x="11720" y="4663"/>
                  </a:lnTo>
                  <a:cubicBezTo>
                    <a:pt x="11783" y="4537"/>
                    <a:pt x="11720" y="4411"/>
                    <a:pt x="11689" y="4348"/>
                  </a:cubicBezTo>
                  <a:cubicBezTo>
                    <a:pt x="11563" y="4191"/>
                    <a:pt x="11405" y="4191"/>
                    <a:pt x="11279" y="4191"/>
                  </a:cubicBezTo>
                  <a:lnTo>
                    <a:pt x="10397" y="4191"/>
                  </a:lnTo>
                  <a:lnTo>
                    <a:pt x="10397" y="3119"/>
                  </a:lnTo>
                  <a:cubicBezTo>
                    <a:pt x="10397" y="2930"/>
                    <a:pt x="10239" y="2773"/>
                    <a:pt x="10019" y="2773"/>
                  </a:cubicBezTo>
                  <a:lnTo>
                    <a:pt x="9515" y="2773"/>
                  </a:lnTo>
                  <a:cubicBezTo>
                    <a:pt x="9483" y="2647"/>
                    <a:pt x="9452" y="2584"/>
                    <a:pt x="9389" y="2458"/>
                  </a:cubicBezTo>
                  <a:lnTo>
                    <a:pt x="9767" y="2080"/>
                  </a:lnTo>
                  <a:cubicBezTo>
                    <a:pt x="9861" y="1985"/>
                    <a:pt x="9861" y="1733"/>
                    <a:pt x="9767" y="1607"/>
                  </a:cubicBezTo>
                  <a:lnTo>
                    <a:pt x="8759" y="631"/>
                  </a:lnTo>
                  <a:cubicBezTo>
                    <a:pt x="8711" y="568"/>
                    <a:pt x="8625" y="536"/>
                    <a:pt x="8534" y="536"/>
                  </a:cubicBezTo>
                  <a:cubicBezTo>
                    <a:pt x="8444" y="536"/>
                    <a:pt x="8349" y="568"/>
                    <a:pt x="8286" y="631"/>
                  </a:cubicBezTo>
                  <a:lnTo>
                    <a:pt x="7939" y="1009"/>
                  </a:lnTo>
                  <a:cubicBezTo>
                    <a:pt x="7876" y="946"/>
                    <a:pt x="7750" y="914"/>
                    <a:pt x="7624" y="883"/>
                  </a:cubicBezTo>
                  <a:lnTo>
                    <a:pt x="7624" y="379"/>
                  </a:lnTo>
                  <a:cubicBezTo>
                    <a:pt x="7624" y="158"/>
                    <a:pt x="7467" y="0"/>
                    <a:pt x="72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883" name="Google Shape;15883;p87"/>
            <p:cNvSpPr/>
            <p:nvPr/>
          </p:nvSpPr>
          <p:spPr>
            <a:xfrm>
              <a:off x="-3731500" y="2458550"/>
              <a:ext cx="84300" cy="84300"/>
            </a:xfrm>
            <a:custGeom>
              <a:avLst/>
              <a:gdLst/>
              <a:ahLst/>
              <a:cxnLst/>
              <a:rect l="l" t="t" r="r" b="b"/>
              <a:pathLst>
                <a:path w="3372" h="3372" extrusionOk="0">
                  <a:moveTo>
                    <a:pt x="1701" y="631"/>
                  </a:moveTo>
                  <a:cubicBezTo>
                    <a:pt x="2237" y="631"/>
                    <a:pt x="2709" y="1103"/>
                    <a:pt x="2709" y="1639"/>
                  </a:cubicBezTo>
                  <a:cubicBezTo>
                    <a:pt x="2709" y="2206"/>
                    <a:pt x="2237" y="2679"/>
                    <a:pt x="1701" y="2679"/>
                  </a:cubicBezTo>
                  <a:cubicBezTo>
                    <a:pt x="1134" y="2679"/>
                    <a:pt x="662" y="2206"/>
                    <a:pt x="662" y="1639"/>
                  </a:cubicBezTo>
                  <a:cubicBezTo>
                    <a:pt x="662" y="1103"/>
                    <a:pt x="1134" y="631"/>
                    <a:pt x="1701" y="631"/>
                  </a:cubicBezTo>
                  <a:close/>
                  <a:moveTo>
                    <a:pt x="1701" y="1"/>
                  </a:moveTo>
                  <a:cubicBezTo>
                    <a:pt x="756" y="1"/>
                    <a:pt x="0" y="725"/>
                    <a:pt x="0" y="1702"/>
                  </a:cubicBezTo>
                  <a:cubicBezTo>
                    <a:pt x="0" y="2647"/>
                    <a:pt x="756" y="3372"/>
                    <a:pt x="1701" y="3372"/>
                  </a:cubicBezTo>
                  <a:cubicBezTo>
                    <a:pt x="2646" y="3372"/>
                    <a:pt x="3371" y="2647"/>
                    <a:pt x="3371" y="1702"/>
                  </a:cubicBezTo>
                  <a:cubicBezTo>
                    <a:pt x="3371" y="725"/>
                    <a:pt x="2646" y="1"/>
                    <a:pt x="17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884" name="Google Shape;15884;p87"/>
          <p:cNvGrpSpPr/>
          <p:nvPr/>
        </p:nvGrpSpPr>
        <p:grpSpPr>
          <a:xfrm>
            <a:off x="5167459" y="2659838"/>
            <a:ext cx="420796" cy="423033"/>
            <a:chOff x="-3852025" y="2764950"/>
            <a:chExt cx="291450" cy="293000"/>
          </a:xfrm>
        </p:grpSpPr>
        <p:sp>
          <p:nvSpPr>
            <p:cNvPr id="15885" name="Google Shape;15885;p87"/>
            <p:cNvSpPr/>
            <p:nvPr/>
          </p:nvSpPr>
          <p:spPr>
            <a:xfrm>
              <a:off x="-3852025" y="2764950"/>
              <a:ext cx="291450" cy="293000"/>
            </a:xfrm>
            <a:custGeom>
              <a:avLst/>
              <a:gdLst/>
              <a:ahLst/>
              <a:cxnLst/>
              <a:rect l="l" t="t" r="r" b="b"/>
              <a:pathLst>
                <a:path w="11658" h="11720" extrusionOk="0">
                  <a:moveTo>
                    <a:pt x="4380" y="693"/>
                  </a:moveTo>
                  <a:cubicBezTo>
                    <a:pt x="6774" y="693"/>
                    <a:pt x="8161" y="1355"/>
                    <a:pt x="8161" y="1733"/>
                  </a:cubicBezTo>
                  <a:cubicBezTo>
                    <a:pt x="8161" y="2080"/>
                    <a:pt x="6774" y="2741"/>
                    <a:pt x="4380" y="2741"/>
                  </a:cubicBezTo>
                  <a:cubicBezTo>
                    <a:pt x="1986" y="2741"/>
                    <a:pt x="599" y="2080"/>
                    <a:pt x="599" y="1733"/>
                  </a:cubicBezTo>
                  <a:cubicBezTo>
                    <a:pt x="631" y="1355"/>
                    <a:pt x="2017" y="693"/>
                    <a:pt x="4380" y="693"/>
                  </a:cubicBezTo>
                  <a:close/>
                  <a:moveTo>
                    <a:pt x="8224" y="2710"/>
                  </a:moveTo>
                  <a:lnTo>
                    <a:pt x="8224" y="4190"/>
                  </a:lnTo>
                  <a:lnTo>
                    <a:pt x="7845" y="4190"/>
                  </a:lnTo>
                  <a:cubicBezTo>
                    <a:pt x="7815" y="4189"/>
                    <a:pt x="7784" y="4189"/>
                    <a:pt x="7753" y="4189"/>
                  </a:cubicBezTo>
                  <a:cubicBezTo>
                    <a:pt x="6625" y="4189"/>
                    <a:pt x="5622" y="4748"/>
                    <a:pt x="4947" y="5545"/>
                  </a:cubicBezTo>
                  <a:cubicBezTo>
                    <a:pt x="4743" y="5555"/>
                    <a:pt x="4544" y="5560"/>
                    <a:pt x="4352" y="5560"/>
                  </a:cubicBezTo>
                  <a:cubicBezTo>
                    <a:pt x="2081" y="5560"/>
                    <a:pt x="662" y="4912"/>
                    <a:pt x="662" y="4505"/>
                  </a:cubicBezTo>
                  <a:lnTo>
                    <a:pt x="662" y="2710"/>
                  </a:lnTo>
                  <a:cubicBezTo>
                    <a:pt x="1639" y="3308"/>
                    <a:pt x="3246" y="3466"/>
                    <a:pt x="4443" y="3466"/>
                  </a:cubicBezTo>
                  <a:cubicBezTo>
                    <a:pt x="5577" y="3466"/>
                    <a:pt x="7215" y="3308"/>
                    <a:pt x="8224" y="2710"/>
                  </a:cubicBezTo>
                  <a:close/>
                  <a:moveTo>
                    <a:pt x="631" y="5514"/>
                  </a:moveTo>
                  <a:cubicBezTo>
                    <a:pt x="1639" y="6081"/>
                    <a:pt x="3309" y="6238"/>
                    <a:pt x="4474" y="6238"/>
                  </a:cubicBezTo>
                  <a:cubicBezTo>
                    <a:pt x="4222" y="6711"/>
                    <a:pt x="4065" y="7309"/>
                    <a:pt x="4065" y="7939"/>
                  </a:cubicBezTo>
                  <a:lnTo>
                    <a:pt x="4065" y="8286"/>
                  </a:lnTo>
                  <a:cubicBezTo>
                    <a:pt x="1860" y="8223"/>
                    <a:pt x="631" y="7624"/>
                    <a:pt x="631" y="7278"/>
                  </a:cubicBezTo>
                  <a:lnTo>
                    <a:pt x="631" y="5514"/>
                  </a:lnTo>
                  <a:close/>
                  <a:moveTo>
                    <a:pt x="631" y="8223"/>
                  </a:moveTo>
                  <a:cubicBezTo>
                    <a:pt x="1576" y="8759"/>
                    <a:pt x="3120" y="8979"/>
                    <a:pt x="4222" y="8979"/>
                  </a:cubicBezTo>
                  <a:cubicBezTo>
                    <a:pt x="4474" y="9798"/>
                    <a:pt x="4947" y="10460"/>
                    <a:pt x="5609" y="10964"/>
                  </a:cubicBezTo>
                  <a:cubicBezTo>
                    <a:pt x="5199" y="11005"/>
                    <a:pt x="4802" y="11024"/>
                    <a:pt x="4424" y="11024"/>
                  </a:cubicBezTo>
                  <a:cubicBezTo>
                    <a:pt x="2216" y="11024"/>
                    <a:pt x="631" y="10391"/>
                    <a:pt x="631" y="9987"/>
                  </a:cubicBezTo>
                  <a:lnTo>
                    <a:pt x="631" y="8223"/>
                  </a:lnTo>
                  <a:close/>
                  <a:moveTo>
                    <a:pt x="7814" y="4852"/>
                  </a:moveTo>
                  <a:cubicBezTo>
                    <a:pt x="9515" y="4852"/>
                    <a:pt x="10933" y="6238"/>
                    <a:pt x="10933" y="7939"/>
                  </a:cubicBezTo>
                  <a:cubicBezTo>
                    <a:pt x="10964" y="9641"/>
                    <a:pt x="9547" y="11027"/>
                    <a:pt x="7814" y="11027"/>
                  </a:cubicBezTo>
                  <a:cubicBezTo>
                    <a:pt x="6113" y="11027"/>
                    <a:pt x="4726" y="9641"/>
                    <a:pt x="4726" y="7939"/>
                  </a:cubicBezTo>
                  <a:cubicBezTo>
                    <a:pt x="4726" y="6238"/>
                    <a:pt x="6113" y="4852"/>
                    <a:pt x="7814" y="4852"/>
                  </a:cubicBezTo>
                  <a:close/>
                  <a:moveTo>
                    <a:pt x="4411" y="0"/>
                  </a:moveTo>
                  <a:cubicBezTo>
                    <a:pt x="3277" y="0"/>
                    <a:pt x="2206" y="158"/>
                    <a:pt x="1418" y="410"/>
                  </a:cubicBezTo>
                  <a:cubicBezTo>
                    <a:pt x="253" y="819"/>
                    <a:pt x="1" y="1323"/>
                    <a:pt x="1" y="1733"/>
                  </a:cubicBezTo>
                  <a:lnTo>
                    <a:pt x="1" y="9987"/>
                  </a:lnTo>
                  <a:cubicBezTo>
                    <a:pt x="1" y="10334"/>
                    <a:pt x="253" y="10901"/>
                    <a:pt x="1418" y="11279"/>
                  </a:cubicBezTo>
                  <a:cubicBezTo>
                    <a:pt x="2269" y="11562"/>
                    <a:pt x="3309" y="11720"/>
                    <a:pt x="4411" y="11720"/>
                  </a:cubicBezTo>
                  <a:cubicBezTo>
                    <a:pt x="5199" y="11720"/>
                    <a:pt x="5955" y="11657"/>
                    <a:pt x="6617" y="11531"/>
                  </a:cubicBezTo>
                  <a:cubicBezTo>
                    <a:pt x="7026" y="11657"/>
                    <a:pt x="7404" y="11720"/>
                    <a:pt x="7845" y="11720"/>
                  </a:cubicBezTo>
                  <a:cubicBezTo>
                    <a:pt x="9925" y="11720"/>
                    <a:pt x="11658" y="10019"/>
                    <a:pt x="11658" y="7939"/>
                  </a:cubicBezTo>
                  <a:cubicBezTo>
                    <a:pt x="11626" y="6175"/>
                    <a:pt x="10397" y="4757"/>
                    <a:pt x="8822" y="4316"/>
                  </a:cubicBezTo>
                  <a:lnTo>
                    <a:pt x="8822" y="1733"/>
                  </a:lnTo>
                  <a:cubicBezTo>
                    <a:pt x="8822" y="1355"/>
                    <a:pt x="8602" y="819"/>
                    <a:pt x="7404" y="410"/>
                  </a:cubicBezTo>
                  <a:cubicBezTo>
                    <a:pt x="6585" y="158"/>
                    <a:pt x="5514" y="0"/>
                    <a:pt x="44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886" name="Google Shape;15886;p87"/>
            <p:cNvSpPr/>
            <p:nvPr/>
          </p:nvSpPr>
          <p:spPr>
            <a:xfrm>
              <a:off x="-3707100" y="2937425"/>
              <a:ext cx="103200" cy="67775"/>
            </a:xfrm>
            <a:custGeom>
              <a:avLst/>
              <a:gdLst/>
              <a:ahLst/>
              <a:cxnLst/>
              <a:rect l="l" t="t" r="r" b="b"/>
              <a:pathLst>
                <a:path w="4128" h="2711" extrusionOk="0">
                  <a:moveTo>
                    <a:pt x="3785" y="1"/>
                  </a:moveTo>
                  <a:cubicBezTo>
                    <a:pt x="3695" y="1"/>
                    <a:pt x="3608" y="32"/>
                    <a:pt x="3561" y="95"/>
                  </a:cubicBezTo>
                  <a:lnTo>
                    <a:pt x="1733" y="1923"/>
                  </a:lnTo>
                  <a:lnTo>
                    <a:pt x="599" y="757"/>
                  </a:lnTo>
                  <a:cubicBezTo>
                    <a:pt x="536" y="710"/>
                    <a:pt x="450" y="686"/>
                    <a:pt x="363" y="686"/>
                  </a:cubicBezTo>
                  <a:cubicBezTo>
                    <a:pt x="276" y="686"/>
                    <a:pt x="190" y="710"/>
                    <a:pt x="127" y="757"/>
                  </a:cubicBezTo>
                  <a:cubicBezTo>
                    <a:pt x="1" y="883"/>
                    <a:pt x="1" y="1135"/>
                    <a:pt x="127" y="1229"/>
                  </a:cubicBezTo>
                  <a:lnTo>
                    <a:pt x="1513" y="2616"/>
                  </a:lnTo>
                  <a:cubicBezTo>
                    <a:pt x="1560" y="2679"/>
                    <a:pt x="1647" y="2710"/>
                    <a:pt x="1737" y="2710"/>
                  </a:cubicBezTo>
                  <a:cubicBezTo>
                    <a:pt x="1828" y="2710"/>
                    <a:pt x="1922" y="2679"/>
                    <a:pt x="1985" y="2616"/>
                  </a:cubicBezTo>
                  <a:lnTo>
                    <a:pt x="4033" y="568"/>
                  </a:lnTo>
                  <a:cubicBezTo>
                    <a:pt x="4128" y="442"/>
                    <a:pt x="4128" y="221"/>
                    <a:pt x="4033" y="95"/>
                  </a:cubicBezTo>
                  <a:cubicBezTo>
                    <a:pt x="3970" y="32"/>
                    <a:pt x="3876" y="1"/>
                    <a:pt x="37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5887" name="Google Shape;15887;p87"/>
          <p:cNvSpPr/>
          <p:nvPr/>
        </p:nvSpPr>
        <p:spPr>
          <a:xfrm>
            <a:off x="7889488" y="1681753"/>
            <a:ext cx="421914" cy="319549"/>
          </a:xfrm>
          <a:custGeom>
            <a:avLst/>
            <a:gdLst/>
            <a:ahLst/>
            <a:cxnLst/>
            <a:rect l="l" t="t" r="r" b="b"/>
            <a:pathLst>
              <a:path w="11689" h="8853" extrusionOk="0">
                <a:moveTo>
                  <a:pt x="1040" y="2709"/>
                </a:moveTo>
                <a:cubicBezTo>
                  <a:pt x="1229" y="2709"/>
                  <a:pt x="1386" y="2867"/>
                  <a:pt x="1386" y="3056"/>
                </a:cubicBezTo>
                <a:lnTo>
                  <a:pt x="1386" y="5828"/>
                </a:lnTo>
                <a:cubicBezTo>
                  <a:pt x="1386" y="6017"/>
                  <a:pt x="1229" y="6175"/>
                  <a:pt x="1040" y="6175"/>
                </a:cubicBezTo>
                <a:cubicBezTo>
                  <a:pt x="819" y="6175"/>
                  <a:pt x="662" y="6017"/>
                  <a:pt x="662" y="5828"/>
                </a:cubicBezTo>
                <a:lnTo>
                  <a:pt x="662" y="3056"/>
                </a:lnTo>
                <a:cubicBezTo>
                  <a:pt x="662" y="2867"/>
                  <a:pt x="819" y="2709"/>
                  <a:pt x="1040" y="2709"/>
                </a:cubicBezTo>
                <a:close/>
                <a:moveTo>
                  <a:pt x="9641" y="1449"/>
                </a:moveTo>
                <a:lnTo>
                  <a:pt x="9641" y="7435"/>
                </a:lnTo>
                <a:lnTo>
                  <a:pt x="2079" y="5545"/>
                </a:lnTo>
                <a:lnTo>
                  <a:pt x="2079" y="3340"/>
                </a:lnTo>
                <a:lnTo>
                  <a:pt x="9641" y="1449"/>
                </a:lnTo>
                <a:close/>
                <a:moveTo>
                  <a:pt x="3466" y="6616"/>
                </a:moveTo>
                <a:lnTo>
                  <a:pt x="6112" y="7278"/>
                </a:lnTo>
                <a:cubicBezTo>
                  <a:pt x="5954" y="7845"/>
                  <a:pt x="5450" y="8223"/>
                  <a:pt x="4820" y="8223"/>
                </a:cubicBezTo>
                <a:cubicBezTo>
                  <a:pt x="4064" y="8223"/>
                  <a:pt x="3434" y="7593"/>
                  <a:pt x="3434" y="6837"/>
                </a:cubicBezTo>
                <a:cubicBezTo>
                  <a:pt x="3434" y="6774"/>
                  <a:pt x="3434" y="6679"/>
                  <a:pt x="3466" y="6616"/>
                </a:cubicBezTo>
                <a:close/>
                <a:moveTo>
                  <a:pt x="10680" y="662"/>
                </a:moveTo>
                <a:cubicBezTo>
                  <a:pt x="10869" y="662"/>
                  <a:pt x="11027" y="819"/>
                  <a:pt x="11027" y="1008"/>
                </a:cubicBezTo>
                <a:lnTo>
                  <a:pt x="11027" y="7876"/>
                </a:lnTo>
                <a:cubicBezTo>
                  <a:pt x="11027" y="8065"/>
                  <a:pt x="10869" y="8223"/>
                  <a:pt x="10680" y="8223"/>
                </a:cubicBezTo>
                <a:cubicBezTo>
                  <a:pt x="10491" y="8223"/>
                  <a:pt x="10334" y="8065"/>
                  <a:pt x="10334" y="7876"/>
                </a:cubicBezTo>
                <a:lnTo>
                  <a:pt x="10334" y="1008"/>
                </a:lnTo>
                <a:cubicBezTo>
                  <a:pt x="10334" y="819"/>
                  <a:pt x="10491" y="662"/>
                  <a:pt x="10680" y="662"/>
                </a:cubicBezTo>
                <a:close/>
                <a:moveTo>
                  <a:pt x="10680" y="0"/>
                </a:moveTo>
                <a:cubicBezTo>
                  <a:pt x="10208" y="0"/>
                  <a:pt x="9798" y="315"/>
                  <a:pt x="9704" y="756"/>
                </a:cubicBezTo>
                <a:lnTo>
                  <a:pt x="1985" y="2678"/>
                </a:lnTo>
                <a:cubicBezTo>
                  <a:pt x="1827" y="2331"/>
                  <a:pt x="1449" y="2048"/>
                  <a:pt x="1040" y="2048"/>
                </a:cubicBezTo>
                <a:cubicBezTo>
                  <a:pt x="473" y="2048"/>
                  <a:pt x="0" y="2520"/>
                  <a:pt x="0" y="3056"/>
                </a:cubicBezTo>
                <a:lnTo>
                  <a:pt x="0" y="5828"/>
                </a:lnTo>
                <a:cubicBezTo>
                  <a:pt x="0" y="6364"/>
                  <a:pt x="473" y="6837"/>
                  <a:pt x="1040" y="6837"/>
                </a:cubicBezTo>
                <a:cubicBezTo>
                  <a:pt x="1449" y="6837"/>
                  <a:pt x="1827" y="6616"/>
                  <a:pt x="1985" y="6206"/>
                </a:cubicBezTo>
                <a:lnTo>
                  <a:pt x="2804" y="6427"/>
                </a:lnTo>
                <a:cubicBezTo>
                  <a:pt x="2772" y="6522"/>
                  <a:pt x="2772" y="6679"/>
                  <a:pt x="2772" y="6805"/>
                </a:cubicBezTo>
                <a:cubicBezTo>
                  <a:pt x="2772" y="7939"/>
                  <a:pt x="3655" y="8853"/>
                  <a:pt x="4820" y="8853"/>
                </a:cubicBezTo>
                <a:cubicBezTo>
                  <a:pt x="5324" y="8853"/>
                  <a:pt x="5828" y="8664"/>
                  <a:pt x="6175" y="8317"/>
                </a:cubicBezTo>
                <a:cubicBezTo>
                  <a:pt x="6459" y="8065"/>
                  <a:pt x="6648" y="7719"/>
                  <a:pt x="6774" y="7341"/>
                </a:cubicBezTo>
                <a:lnTo>
                  <a:pt x="9704" y="8065"/>
                </a:lnTo>
                <a:cubicBezTo>
                  <a:pt x="9798" y="8506"/>
                  <a:pt x="10208" y="8821"/>
                  <a:pt x="10680" y="8821"/>
                </a:cubicBezTo>
                <a:cubicBezTo>
                  <a:pt x="11216" y="8821"/>
                  <a:pt x="11688" y="8349"/>
                  <a:pt x="11688" y="7782"/>
                </a:cubicBezTo>
                <a:lnTo>
                  <a:pt x="11688" y="945"/>
                </a:lnTo>
                <a:cubicBezTo>
                  <a:pt x="11688" y="473"/>
                  <a:pt x="11279" y="0"/>
                  <a:pt x="106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888" name="Google Shape;15888;p87"/>
          <p:cNvSpPr/>
          <p:nvPr/>
        </p:nvSpPr>
        <p:spPr>
          <a:xfrm>
            <a:off x="7889488" y="2140284"/>
            <a:ext cx="421914" cy="420759"/>
          </a:xfrm>
          <a:custGeom>
            <a:avLst/>
            <a:gdLst/>
            <a:ahLst/>
            <a:cxnLst/>
            <a:rect l="l" t="t" r="r" b="b"/>
            <a:pathLst>
              <a:path w="11689" h="11657" extrusionOk="0">
                <a:moveTo>
                  <a:pt x="5860" y="662"/>
                </a:moveTo>
                <a:cubicBezTo>
                  <a:pt x="6080" y="662"/>
                  <a:pt x="6238" y="851"/>
                  <a:pt x="6238" y="1040"/>
                </a:cubicBezTo>
                <a:lnTo>
                  <a:pt x="6238" y="1386"/>
                </a:lnTo>
                <a:lnTo>
                  <a:pt x="756" y="1386"/>
                </a:lnTo>
                <a:lnTo>
                  <a:pt x="756" y="1040"/>
                </a:lnTo>
                <a:cubicBezTo>
                  <a:pt x="725" y="851"/>
                  <a:pt x="882" y="662"/>
                  <a:pt x="1071" y="662"/>
                </a:cubicBezTo>
                <a:close/>
                <a:moveTo>
                  <a:pt x="6175" y="2048"/>
                </a:moveTo>
                <a:lnTo>
                  <a:pt x="6175" y="3686"/>
                </a:lnTo>
                <a:cubicBezTo>
                  <a:pt x="5639" y="3686"/>
                  <a:pt x="5198" y="4096"/>
                  <a:pt x="5198" y="4663"/>
                </a:cubicBezTo>
                <a:cubicBezTo>
                  <a:pt x="4820" y="4694"/>
                  <a:pt x="4505" y="4883"/>
                  <a:pt x="4348" y="5261"/>
                </a:cubicBezTo>
                <a:lnTo>
                  <a:pt x="3592" y="4505"/>
                </a:lnTo>
                <a:cubicBezTo>
                  <a:pt x="3403" y="4300"/>
                  <a:pt x="3135" y="4198"/>
                  <a:pt x="2867" y="4198"/>
                </a:cubicBezTo>
                <a:cubicBezTo>
                  <a:pt x="2599" y="4198"/>
                  <a:pt x="2331" y="4300"/>
                  <a:pt x="2142" y="4505"/>
                </a:cubicBezTo>
                <a:cubicBezTo>
                  <a:pt x="1733" y="4883"/>
                  <a:pt x="1733" y="5576"/>
                  <a:pt x="2142" y="5954"/>
                </a:cubicBezTo>
                <a:lnTo>
                  <a:pt x="4505" y="8317"/>
                </a:lnTo>
                <a:lnTo>
                  <a:pt x="4316" y="8317"/>
                </a:lnTo>
                <a:cubicBezTo>
                  <a:pt x="3875" y="8317"/>
                  <a:pt x="3466" y="8601"/>
                  <a:pt x="3308" y="9042"/>
                </a:cubicBezTo>
                <a:lnTo>
                  <a:pt x="725" y="9042"/>
                </a:lnTo>
                <a:lnTo>
                  <a:pt x="725" y="8979"/>
                </a:lnTo>
                <a:lnTo>
                  <a:pt x="725" y="2048"/>
                </a:lnTo>
                <a:close/>
                <a:moveTo>
                  <a:pt x="7640" y="3907"/>
                </a:moveTo>
                <a:cubicBezTo>
                  <a:pt x="7727" y="3907"/>
                  <a:pt x="7813" y="3938"/>
                  <a:pt x="7876" y="4001"/>
                </a:cubicBezTo>
                <a:lnTo>
                  <a:pt x="8664" y="4789"/>
                </a:lnTo>
                <a:cubicBezTo>
                  <a:pt x="9325" y="5450"/>
                  <a:pt x="9861" y="6238"/>
                  <a:pt x="10113" y="7026"/>
                </a:cubicBezTo>
                <a:lnTo>
                  <a:pt x="7530" y="9609"/>
                </a:lnTo>
                <a:lnTo>
                  <a:pt x="4222" y="9609"/>
                </a:lnTo>
                <a:cubicBezTo>
                  <a:pt x="4033" y="9609"/>
                  <a:pt x="3875" y="9451"/>
                  <a:pt x="3875" y="9262"/>
                </a:cubicBezTo>
                <a:cubicBezTo>
                  <a:pt x="3875" y="9073"/>
                  <a:pt x="4033" y="8916"/>
                  <a:pt x="4222" y="8916"/>
                </a:cubicBezTo>
                <a:lnTo>
                  <a:pt x="5230" y="8916"/>
                </a:lnTo>
                <a:cubicBezTo>
                  <a:pt x="5387" y="8916"/>
                  <a:pt x="5513" y="8821"/>
                  <a:pt x="5545" y="8695"/>
                </a:cubicBezTo>
                <a:cubicBezTo>
                  <a:pt x="5608" y="8601"/>
                  <a:pt x="5608" y="8443"/>
                  <a:pt x="5482" y="8349"/>
                </a:cubicBezTo>
                <a:lnTo>
                  <a:pt x="2520" y="5387"/>
                </a:lnTo>
                <a:cubicBezTo>
                  <a:pt x="2394" y="5293"/>
                  <a:pt x="2394" y="5041"/>
                  <a:pt x="2520" y="4915"/>
                </a:cubicBezTo>
                <a:cubicBezTo>
                  <a:pt x="2583" y="4868"/>
                  <a:pt x="2670" y="4844"/>
                  <a:pt x="2757" y="4844"/>
                </a:cubicBezTo>
                <a:cubicBezTo>
                  <a:pt x="2843" y="4844"/>
                  <a:pt x="2930" y="4868"/>
                  <a:pt x="2993" y="4915"/>
                </a:cubicBezTo>
                <a:lnTo>
                  <a:pt x="4442" y="6395"/>
                </a:lnTo>
                <a:lnTo>
                  <a:pt x="5450" y="7372"/>
                </a:lnTo>
                <a:cubicBezTo>
                  <a:pt x="5498" y="7435"/>
                  <a:pt x="5584" y="7467"/>
                  <a:pt x="5675" y="7467"/>
                </a:cubicBezTo>
                <a:cubicBezTo>
                  <a:pt x="5765" y="7467"/>
                  <a:pt x="5860" y="7435"/>
                  <a:pt x="5923" y="7372"/>
                </a:cubicBezTo>
                <a:cubicBezTo>
                  <a:pt x="6017" y="7246"/>
                  <a:pt x="6017" y="7026"/>
                  <a:pt x="5923" y="6900"/>
                </a:cubicBezTo>
                <a:lnTo>
                  <a:pt x="4915" y="5923"/>
                </a:lnTo>
                <a:cubicBezTo>
                  <a:pt x="4820" y="5797"/>
                  <a:pt x="4820" y="5545"/>
                  <a:pt x="4915" y="5450"/>
                </a:cubicBezTo>
                <a:cubicBezTo>
                  <a:pt x="4978" y="5387"/>
                  <a:pt x="5072" y="5356"/>
                  <a:pt x="5163" y="5356"/>
                </a:cubicBezTo>
                <a:cubicBezTo>
                  <a:pt x="5253" y="5356"/>
                  <a:pt x="5340" y="5387"/>
                  <a:pt x="5387" y="5450"/>
                </a:cubicBezTo>
                <a:lnTo>
                  <a:pt x="6396" y="6427"/>
                </a:lnTo>
                <a:cubicBezTo>
                  <a:pt x="6443" y="6490"/>
                  <a:pt x="6529" y="6522"/>
                  <a:pt x="6620" y="6522"/>
                </a:cubicBezTo>
                <a:cubicBezTo>
                  <a:pt x="6711" y="6522"/>
                  <a:pt x="6805" y="6490"/>
                  <a:pt x="6868" y="6427"/>
                </a:cubicBezTo>
                <a:cubicBezTo>
                  <a:pt x="6963" y="6301"/>
                  <a:pt x="6963" y="6080"/>
                  <a:pt x="6868" y="5954"/>
                </a:cubicBezTo>
                <a:lnTo>
                  <a:pt x="5860" y="4978"/>
                </a:lnTo>
                <a:cubicBezTo>
                  <a:pt x="5765" y="4852"/>
                  <a:pt x="5765" y="4631"/>
                  <a:pt x="5860" y="4505"/>
                </a:cubicBezTo>
                <a:cubicBezTo>
                  <a:pt x="5923" y="4442"/>
                  <a:pt x="6017" y="4411"/>
                  <a:pt x="6108" y="4411"/>
                </a:cubicBezTo>
                <a:cubicBezTo>
                  <a:pt x="6199" y="4411"/>
                  <a:pt x="6285" y="4442"/>
                  <a:pt x="6333" y="4505"/>
                </a:cubicBezTo>
                <a:lnTo>
                  <a:pt x="7341" y="5482"/>
                </a:lnTo>
                <a:cubicBezTo>
                  <a:pt x="7388" y="5545"/>
                  <a:pt x="7475" y="5576"/>
                  <a:pt x="7565" y="5576"/>
                </a:cubicBezTo>
                <a:cubicBezTo>
                  <a:pt x="7656" y="5576"/>
                  <a:pt x="7750" y="5545"/>
                  <a:pt x="7813" y="5482"/>
                </a:cubicBezTo>
                <a:cubicBezTo>
                  <a:pt x="7908" y="5356"/>
                  <a:pt x="7908" y="5135"/>
                  <a:pt x="7813" y="5009"/>
                </a:cubicBezTo>
                <a:lnTo>
                  <a:pt x="7341" y="4537"/>
                </a:lnTo>
                <a:cubicBezTo>
                  <a:pt x="7278" y="4348"/>
                  <a:pt x="7278" y="4096"/>
                  <a:pt x="7404" y="4001"/>
                </a:cubicBezTo>
                <a:cubicBezTo>
                  <a:pt x="7467" y="3938"/>
                  <a:pt x="7553" y="3907"/>
                  <a:pt x="7640" y="3907"/>
                </a:cubicBezTo>
                <a:close/>
                <a:moveTo>
                  <a:pt x="10554" y="7624"/>
                </a:moveTo>
                <a:lnTo>
                  <a:pt x="10806" y="7845"/>
                </a:lnTo>
                <a:cubicBezTo>
                  <a:pt x="10964" y="8002"/>
                  <a:pt x="10964" y="8191"/>
                  <a:pt x="10806" y="8317"/>
                </a:cubicBezTo>
                <a:lnTo>
                  <a:pt x="8853" y="10239"/>
                </a:lnTo>
                <a:cubicBezTo>
                  <a:pt x="8806" y="10302"/>
                  <a:pt x="8719" y="10334"/>
                  <a:pt x="8628" y="10334"/>
                </a:cubicBezTo>
                <a:cubicBezTo>
                  <a:pt x="8538" y="10334"/>
                  <a:pt x="8443" y="10302"/>
                  <a:pt x="8380" y="10239"/>
                </a:cubicBezTo>
                <a:lnTo>
                  <a:pt x="8160" y="10019"/>
                </a:lnTo>
                <a:lnTo>
                  <a:pt x="10554" y="7624"/>
                </a:lnTo>
                <a:close/>
                <a:moveTo>
                  <a:pt x="3277" y="9672"/>
                </a:moveTo>
                <a:cubicBezTo>
                  <a:pt x="3434" y="10050"/>
                  <a:pt x="3781" y="10334"/>
                  <a:pt x="4222" y="10334"/>
                </a:cubicBezTo>
                <a:lnTo>
                  <a:pt x="6143" y="10334"/>
                </a:lnTo>
                <a:lnTo>
                  <a:pt x="6143" y="10680"/>
                </a:lnTo>
                <a:lnTo>
                  <a:pt x="6175" y="10680"/>
                </a:lnTo>
                <a:cubicBezTo>
                  <a:pt x="6175" y="10869"/>
                  <a:pt x="6017" y="11027"/>
                  <a:pt x="5828" y="11027"/>
                </a:cubicBezTo>
                <a:lnTo>
                  <a:pt x="1040" y="11027"/>
                </a:lnTo>
                <a:cubicBezTo>
                  <a:pt x="819" y="11027"/>
                  <a:pt x="662" y="10869"/>
                  <a:pt x="662" y="10680"/>
                </a:cubicBezTo>
                <a:lnTo>
                  <a:pt x="662" y="9672"/>
                </a:lnTo>
                <a:close/>
                <a:moveTo>
                  <a:pt x="1040" y="0"/>
                </a:moveTo>
                <a:cubicBezTo>
                  <a:pt x="473" y="0"/>
                  <a:pt x="0" y="473"/>
                  <a:pt x="0" y="1040"/>
                </a:cubicBezTo>
                <a:lnTo>
                  <a:pt x="0" y="10649"/>
                </a:lnTo>
                <a:cubicBezTo>
                  <a:pt x="0" y="11184"/>
                  <a:pt x="473" y="11657"/>
                  <a:pt x="1040" y="11657"/>
                </a:cubicBezTo>
                <a:lnTo>
                  <a:pt x="5828" y="11657"/>
                </a:lnTo>
                <a:cubicBezTo>
                  <a:pt x="6396" y="11657"/>
                  <a:pt x="6868" y="11184"/>
                  <a:pt x="6868" y="10649"/>
                </a:cubicBezTo>
                <a:lnTo>
                  <a:pt x="6868" y="10334"/>
                </a:lnTo>
                <a:lnTo>
                  <a:pt x="7467" y="10334"/>
                </a:lnTo>
                <a:lnTo>
                  <a:pt x="7876" y="10775"/>
                </a:lnTo>
                <a:cubicBezTo>
                  <a:pt x="8081" y="10964"/>
                  <a:pt x="8349" y="11058"/>
                  <a:pt x="8613" y="11058"/>
                </a:cubicBezTo>
                <a:cubicBezTo>
                  <a:pt x="8877" y="11058"/>
                  <a:pt x="9136" y="10964"/>
                  <a:pt x="9325" y="10775"/>
                </a:cubicBezTo>
                <a:lnTo>
                  <a:pt x="11279" y="8821"/>
                </a:lnTo>
                <a:cubicBezTo>
                  <a:pt x="11688" y="8443"/>
                  <a:pt x="11688" y="7782"/>
                  <a:pt x="11310" y="7372"/>
                </a:cubicBezTo>
                <a:lnTo>
                  <a:pt x="10869" y="6931"/>
                </a:lnTo>
                <a:cubicBezTo>
                  <a:pt x="10554" y="6080"/>
                  <a:pt x="10082" y="5261"/>
                  <a:pt x="9420" y="4505"/>
                </a:cubicBezTo>
                <a:lnTo>
                  <a:pt x="8380" y="3466"/>
                </a:lnTo>
                <a:cubicBezTo>
                  <a:pt x="8191" y="3277"/>
                  <a:pt x="7931" y="3182"/>
                  <a:pt x="7668" y="3182"/>
                </a:cubicBezTo>
                <a:cubicBezTo>
                  <a:pt x="7404" y="3182"/>
                  <a:pt x="7136" y="3277"/>
                  <a:pt x="6931" y="3466"/>
                </a:cubicBezTo>
                <a:lnTo>
                  <a:pt x="6868" y="3560"/>
                </a:lnTo>
                <a:lnTo>
                  <a:pt x="6868" y="1040"/>
                </a:lnTo>
                <a:cubicBezTo>
                  <a:pt x="6868" y="473"/>
                  <a:pt x="6396" y="0"/>
                  <a:pt x="58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5889" name="Google Shape;15889;p87"/>
          <p:cNvGrpSpPr/>
          <p:nvPr/>
        </p:nvGrpSpPr>
        <p:grpSpPr>
          <a:xfrm>
            <a:off x="7890048" y="2660398"/>
            <a:ext cx="420796" cy="421914"/>
            <a:chOff x="-2060175" y="2768875"/>
            <a:chExt cx="291450" cy="292225"/>
          </a:xfrm>
        </p:grpSpPr>
        <p:sp>
          <p:nvSpPr>
            <p:cNvPr id="15890" name="Google Shape;15890;p87"/>
            <p:cNvSpPr/>
            <p:nvPr/>
          </p:nvSpPr>
          <p:spPr>
            <a:xfrm>
              <a:off x="-2060175" y="2768875"/>
              <a:ext cx="291450" cy="292225"/>
            </a:xfrm>
            <a:custGeom>
              <a:avLst/>
              <a:gdLst/>
              <a:ahLst/>
              <a:cxnLst/>
              <a:rect l="l" t="t" r="r" b="b"/>
              <a:pathLst>
                <a:path w="11658" h="11689" extrusionOk="0">
                  <a:moveTo>
                    <a:pt x="10649" y="662"/>
                  </a:moveTo>
                  <a:cubicBezTo>
                    <a:pt x="10838" y="662"/>
                    <a:pt x="10996" y="820"/>
                    <a:pt x="10996" y="1009"/>
                  </a:cubicBezTo>
                  <a:cubicBezTo>
                    <a:pt x="10996" y="1198"/>
                    <a:pt x="10838" y="1355"/>
                    <a:pt x="10649" y="1355"/>
                  </a:cubicBezTo>
                  <a:lnTo>
                    <a:pt x="1040" y="1355"/>
                  </a:lnTo>
                  <a:cubicBezTo>
                    <a:pt x="851" y="1355"/>
                    <a:pt x="694" y="1198"/>
                    <a:pt x="694" y="1009"/>
                  </a:cubicBezTo>
                  <a:cubicBezTo>
                    <a:pt x="694" y="820"/>
                    <a:pt x="851" y="662"/>
                    <a:pt x="1040" y="662"/>
                  </a:cubicBezTo>
                  <a:close/>
                  <a:moveTo>
                    <a:pt x="10303" y="2049"/>
                  </a:moveTo>
                  <a:lnTo>
                    <a:pt x="10303" y="7908"/>
                  </a:lnTo>
                  <a:cubicBezTo>
                    <a:pt x="10334" y="8097"/>
                    <a:pt x="10177" y="8255"/>
                    <a:pt x="9988" y="8255"/>
                  </a:cubicBezTo>
                  <a:lnTo>
                    <a:pt x="1702" y="8255"/>
                  </a:lnTo>
                  <a:cubicBezTo>
                    <a:pt x="1513" y="8255"/>
                    <a:pt x="1355" y="8097"/>
                    <a:pt x="1355" y="7908"/>
                  </a:cubicBezTo>
                  <a:lnTo>
                    <a:pt x="1355" y="2049"/>
                  </a:lnTo>
                  <a:close/>
                  <a:moveTo>
                    <a:pt x="5797" y="10271"/>
                  </a:moveTo>
                  <a:cubicBezTo>
                    <a:pt x="5986" y="10271"/>
                    <a:pt x="6144" y="10429"/>
                    <a:pt x="6144" y="10618"/>
                  </a:cubicBezTo>
                  <a:cubicBezTo>
                    <a:pt x="6144" y="10807"/>
                    <a:pt x="5986" y="10964"/>
                    <a:pt x="5797" y="10964"/>
                  </a:cubicBezTo>
                  <a:cubicBezTo>
                    <a:pt x="5608" y="10964"/>
                    <a:pt x="5451" y="10807"/>
                    <a:pt x="5451" y="10618"/>
                  </a:cubicBezTo>
                  <a:cubicBezTo>
                    <a:pt x="5451" y="10429"/>
                    <a:pt x="5608" y="10271"/>
                    <a:pt x="5797" y="10271"/>
                  </a:cubicBezTo>
                  <a:close/>
                  <a:moveTo>
                    <a:pt x="1040" y="1"/>
                  </a:moveTo>
                  <a:cubicBezTo>
                    <a:pt x="473" y="1"/>
                    <a:pt x="1" y="473"/>
                    <a:pt x="1" y="1009"/>
                  </a:cubicBezTo>
                  <a:cubicBezTo>
                    <a:pt x="1" y="1450"/>
                    <a:pt x="284" y="1828"/>
                    <a:pt x="694" y="1986"/>
                  </a:cubicBezTo>
                  <a:lnTo>
                    <a:pt x="694" y="7908"/>
                  </a:lnTo>
                  <a:cubicBezTo>
                    <a:pt x="694" y="8444"/>
                    <a:pt x="1166" y="8917"/>
                    <a:pt x="1702" y="8917"/>
                  </a:cubicBezTo>
                  <a:lnTo>
                    <a:pt x="5482" y="8917"/>
                  </a:lnTo>
                  <a:lnTo>
                    <a:pt x="5482" y="9673"/>
                  </a:lnTo>
                  <a:cubicBezTo>
                    <a:pt x="5104" y="9830"/>
                    <a:pt x="4821" y="10177"/>
                    <a:pt x="4821" y="10649"/>
                  </a:cubicBezTo>
                  <a:cubicBezTo>
                    <a:pt x="4821" y="11216"/>
                    <a:pt x="5293" y="11689"/>
                    <a:pt x="5829" y="11689"/>
                  </a:cubicBezTo>
                  <a:cubicBezTo>
                    <a:pt x="6396" y="11689"/>
                    <a:pt x="6869" y="11216"/>
                    <a:pt x="6869" y="10649"/>
                  </a:cubicBezTo>
                  <a:cubicBezTo>
                    <a:pt x="6869" y="10240"/>
                    <a:pt x="6585" y="9830"/>
                    <a:pt x="6207" y="9673"/>
                  </a:cubicBezTo>
                  <a:lnTo>
                    <a:pt x="6207" y="8917"/>
                  </a:lnTo>
                  <a:lnTo>
                    <a:pt x="10019" y="8917"/>
                  </a:lnTo>
                  <a:cubicBezTo>
                    <a:pt x="10555" y="8917"/>
                    <a:pt x="11027" y="8444"/>
                    <a:pt x="11027" y="7908"/>
                  </a:cubicBezTo>
                  <a:lnTo>
                    <a:pt x="11027" y="1986"/>
                  </a:lnTo>
                  <a:cubicBezTo>
                    <a:pt x="11405" y="1828"/>
                    <a:pt x="11657" y="1450"/>
                    <a:pt x="11657" y="1009"/>
                  </a:cubicBezTo>
                  <a:cubicBezTo>
                    <a:pt x="11657" y="473"/>
                    <a:pt x="11185" y="1"/>
                    <a:pt x="106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891" name="Google Shape;15891;p87"/>
            <p:cNvSpPr/>
            <p:nvPr/>
          </p:nvSpPr>
          <p:spPr>
            <a:xfrm>
              <a:off x="-2008975" y="2855525"/>
              <a:ext cx="189050" cy="84500"/>
            </a:xfrm>
            <a:custGeom>
              <a:avLst/>
              <a:gdLst/>
              <a:ahLst/>
              <a:cxnLst/>
              <a:rect l="l" t="t" r="r" b="b"/>
              <a:pathLst>
                <a:path w="7562" h="3380" extrusionOk="0">
                  <a:moveTo>
                    <a:pt x="6553" y="0"/>
                  </a:moveTo>
                  <a:cubicBezTo>
                    <a:pt x="6144" y="0"/>
                    <a:pt x="6081" y="504"/>
                    <a:pt x="6427" y="662"/>
                  </a:cubicBezTo>
                  <a:lnTo>
                    <a:pt x="4474" y="2584"/>
                  </a:lnTo>
                  <a:lnTo>
                    <a:pt x="2647" y="788"/>
                  </a:lnTo>
                  <a:cubicBezTo>
                    <a:pt x="2584" y="725"/>
                    <a:pt x="2497" y="693"/>
                    <a:pt x="2410" y="693"/>
                  </a:cubicBezTo>
                  <a:cubicBezTo>
                    <a:pt x="2324" y="693"/>
                    <a:pt x="2237" y="725"/>
                    <a:pt x="2174" y="788"/>
                  </a:cubicBezTo>
                  <a:lnTo>
                    <a:pt x="126" y="2836"/>
                  </a:lnTo>
                  <a:cubicBezTo>
                    <a:pt x="0" y="2930"/>
                    <a:pt x="0" y="3182"/>
                    <a:pt x="126" y="3308"/>
                  </a:cubicBezTo>
                  <a:cubicBezTo>
                    <a:pt x="189" y="3356"/>
                    <a:pt x="276" y="3379"/>
                    <a:pt x="363" y="3379"/>
                  </a:cubicBezTo>
                  <a:cubicBezTo>
                    <a:pt x="449" y="3379"/>
                    <a:pt x="536" y="3356"/>
                    <a:pt x="599" y="3308"/>
                  </a:cubicBezTo>
                  <a:lnTo>
                    <a:pt x="2426" y="1481"/>
                  </a:lnTo>
                  <a:lnTo>
                    <a:pt x="4222" y="3308"/>
                  </a:lnTo>
                  <a:cubicBezTo>
                    <a:pt x="4285" y="3356"/>
                    <a:pt x="4372" y="3379"/>
                    <a:pt x="4458" y="3379"/>
                  </a:cubicBezTo>
                  <a:cubicBezTo>
                    <a:pt x="4545" y="3379"/>
                    <a:pt x="4632" y="3356"/>
                    <a:pt x="4695" y="3308"/>
                  </a:cubicBezTo>
                  <a:lnTo>
                    <a:pt x="6900" y="1134"/>
                  </a:lnTo>
                  <a:cubicBezTo>
                    <a:pt x="6931" y="1260"/>
                    <a:pt x="7057" y="1355"/>
                    <a:pt x="7215" y="1355"/>
                  </a:cubicBezTo>
                  <a:cubicBezTo>
                    <a:pt x="7404" y="1355"/>
                    <a:pt x="7562" y="1197"/>
                    <a:pt x="7562" y="1008"/>
                  </a:cubicBezTo>
                  <a:lnTo>
                    <a:pt x="7562" y="347"/>
                  </a:lnTo>
                  <a:cubicBezTo>
                    <a:pt x="7562" y="158"/>
                    <a:pt x="7467" y="0"/>
                    <a:pt x="72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892" name="Google Shape;15892;p87"/>
          <p:cNvGrpSpPr/>
          <p:nvPr/>
        </p:nvGrpSpPr>
        <p:grpSpPr>
          <a:xfrm>
            <a:off x="1903657" y="3232071"/>
            <a:ext cx="421914" cy="420796"/>
            <a:chOff x="-937025" y="2064750"/>
            <a:chExt cx="292225" cy="291450"/>
          </a:xfrm>
        </p:grpSpPr>
        <p:sp>
          <p:nvSpPr>
            <p:cNvPr id="15893" name="Google Shape;15893;p87"/>
            <p:cNvSpPr/>
            <p:nvPr/>
          </p:nvSpPr>
          <p:spPr>
            <a:xfrm>
              <a:off x="-834625" y="2134850"/>
              <a:ext cx="86650" cy="85075"/>
            </a:xfrm>
            <a:custGeom>
              <a:avLst/>
              <a:gdLst/>
              <a:ahLst/>
              <a:cxnLst/>
              <a:rect l="l" t="t" r="r" b="b"/>
              <a:pathLst>
                <a:path w="3466" h="3403" extrusionOk="0">
                  <a:moveTo>
                    <a:pt x="1702" y="599"/>
                  </a:moveTo>
                  <a:cubicBezTo>
                    <a:pt x="1922" y="599"/>
                    <a:pt x="2080" y="788"/>
                    <a:pt x="2080" y="977"/>
                  </a:cubicBezTo>
                  <a:cubicBezTo>
                    <a:pt x="2080" y="1166"/>
                    <a:pt x="1922" y="1324"/>
                    <a:pt x="1702" y="1324"/>
                  </a:cubicBezTo>
                  <a:cubicBezTo>
                    <a:pt x="1512" y="1324"/>
                    <a:pt x="1355" y="1166"/>
                    <a:pt x="1355" y="977"/>
                  </a:cubicBezTo>
                  <a:cubicBezTo>
                    <a:pt x="1355" y="788"/>
                    <a:pt x="1512" y="599"/>
                    <a:pt x="1702" y="599"/>
                  </a:cubicBezTo>
                  <a:close/>
                  <a:moveTo>
                    <a:pt x="1765" y="2048"/>
                  </a:moveTo>
                  <a:cubicBezTo>
                    <a:pt x="2174" y="2048"/>
                    <a:pt x="2584" y="2300"/>
                    <a:pt x="2741" y="2710"/>
                  </a:cubicBezTo>
                  <a:lnTo>
                    <a:pt x="756" y="2710"/>
                  </a:lnTo>
                  <a:cubicBezTo>
                    <a:pt x="914" y="2300"/>
                    <a:pt x="1292" y="2048"/>
                    <a:pt x="1765" y="2048"/>
                  </a:cubicBezTo>
                  <a:close/>
                  <a:moveTo>
                    <a:pt x="1702" y="0"/>
                  </a:moveTo>
                  <a:cubicBezTo>
                    <a:pt x="1166" y="0"/>
                    <a:pt x="693" y="441"/>
                    <a:pt x="693" y="1009"/>
                  </a:cubicBezTo>
                  <a:cubicBezTo>
                    <a:pt x="693" y="1198"/>
                    <a:pt x="788" y="1387"/>
                    <a:pt x="851" y="1576"/>
                  </a:cubicBezTo>
                  <a:cubicBezTo>
                    <a:pt x="347" y="1891"/>
                    <a:pt x="0" y="2426"/>
                    <a:pt x="0" y="3056"/>
                  </a:cubicBezTo>
                  <a:cubicBezTo>
                    <a:pt x="0" y="3245"/>
                    <a:pt x="158" y="3403"/>
                    <a:pt x="347" y="3403"/>
                  </a:cubicBezTo>
                  <a:lnTo>
                    <a:pt x="3088" y="3403"/>
                  </a:lnTo>
                  <a:cubicBezTo>
                    <a:pt x="3308" y="3403"/>
                    <a:pt x="3466" y="3245"/>
                    <a:pt x="3466" y="3056"/>
                  </a:cubicBezTo>
                  <a:cubicBezTo>
                    <a:pt x="3434" y="2426"/>
                    <a:pt x="3088" y="1828"/>
                    <a:pt x="2584" y="1576"/>
                  </a:cubicBezTo>
                  <a:cubicBezTo>
                    <a:pt x="2710" y="1387"/>
                    <a:pt x="2741" y="1198"/>
                    <a:pt x="2741" y="1009"/>
                  </a:cubicBezTo>
                  <a:cubicBezTo>
                    <a:pt x="2741" y="441"/>
                    <a:pt x="2269" y="0"/>
                    <a:pt x="17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894" name="Google Shape;15894;p87"/>
            <p:cNvSpPr/>
            <p:nvPr/>
          </p:nvSpPr>
          <p:spPr>
            <a:xfrm>
              <a:off x="-936225" y="2304975"/>
              <a:ext cx="289850" cy="51225"/>
            </a:xfrm>
            <a:custGeom>
              <a:avLst/>
              <a:gdLst/>
              <a:ahLst/>
              <a:cxnLst/>
              <a:rect l="l" t="t" r="r" b="b"/>
              <a:pathLst>
                <a:path w="11594" h="2049" extrusionOk="0">
                  <a:moveTo>
                    <a:pt x="3056" y="662"/>
                  </a:moveTo>
                  <a:cubicBezTo>
                    <a:pt x="3277" y="662"/>
                    <a:pt x="3434" y="820"/>
                    <a:pt x="3434" y="1009"/>
                  </a:cubicBezTo>
                  <a:cubicBezTo>
                    <a:pt x="3434" y="1229"/>
                    <a:pt x="3277" y="1387"/>
                    <a:pt x="3056" y="1387"/>
                  </a:cubicBezTo>
                  <a:lnTo>
                    <a:pt x="1008" y="1387"/>
                  </a:lnTo>
                  <a:cubicBezTo>
                    <a:pt x="819" y="1387"/>
                    <a:pt x="662" y="1229"/>
                    <a:pt x="662" y="1009"/>
                  </a:cubicBezTo>
                  <a:cubicBezTo>
                    <a:pt x="662" y="820"/>
                    <a:pt x="819" y="662"/>
                    <a:pt x="1008" y="662"/>
                  </a:cubicBezTo>
                  <a:close/>
                  <a:moveTo>
                    <a:pt x="10586" y="693"/>
                  </a:moveTo>
                  <a:cubicBezTo>
                    <a:pt x="10775" y="693"/>
                    <a:pt x="10932" y="851"/>
                    <a:pt x="10932" y="1072"/>
                  </a:cubicBezTo>
                  <a:cubicBezTo>
                    <a:pt x="10901" y="1229"/>
                    <a:pt x="10775" y="1387"/>
                    <a:pt x="10586" y="1387"/>
                  </a:cubicBezTo>
                  <a:lnTo>
                    <a:pt x="4001" y="1387"/>
                  </a:lnTo>
                  <a:cubicBezTo>
                    <a:pt x="4096" y="1166"/>
                    <a:pt x="4096" y="914"/>
                    <a:pt x="4001" y="693"/>
                  </a:cubicBezTo>
                  <a:close/>
                  <a:moveTo>
                    <a:pt x="1008" y="0"/>
                  </a:moveTo>
                  <a:cubicBezTo>
                    <a:pt x="473" y="0"/>
                    <a:pt x="0" y="473"/>
                    <a:pt x="0" y="1009"/>
                  </a:cubicBezTo>
                  <a:cubicBezTo>
                    <a:pt x="0" y="1576"/>
                    <a:pt x="473" y="2048"/>
                    <a:pt x="1008" y="2048"/>
                  </a:cubicBezTo>
                  <a:lnTo>
                    <a:pt x="10586" y="2048"/>
                  </a:lnTo>
                  <a:cubicBezTo>
                    <a:pt x="11121" y="2048"/>
                    <a:pt x="11594" y="1576"/>
                    <a:pt x="11594" y="1009"/>
                  </a:cubicBezTo>
                  <a:cubicBezTo>
                    <a:pt x="11594" y="473"/>
                    <a:pt x="11121" y="0"/>
                    <a:pt x="105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895" name="Google Shape;15895;p87"/>
            <p:cNvSpPr/>
            <p:nvPr/>
          </p:nvSpPr>
          <p:spPr>
            <a:xfrm>
              <a:off x="-937025" y="2064750"/>
              <a:ext cx="292225" cy="223125"/>
            </a:xfrm>
            <a:custGeom>
              <a:avLst/>
              <a:gdLst/>
              <a:ahLst/>
              <a:cxnLst/>
              <a:rect l="l" t="t" r="r" b="b"/>
              <a:pathLst>
                <a:path w="11689" h="8925" extrusionOk="0">
                  <a:moveTo>
                    <a:pt x="3813" y="662"/>
                  </a:moveTo>
                  <a:cubicBezTo>
                    <a:pt x="4002" y="662"/>
                    <a:pt x="4159" y="820"/>
                    <a:pt x="4159" y="1009"/>
                  </a:cubicBezTo>
                  <a:lnTo>
                    <a:pt x="4159" y="1355"/>
                  </a:lnTo>
                  <a:lnTo>
                    <a:pt x="3813" y="1355"/>
                  </a:lnTo>
                  <a:cubicBezTo>
                    <a:pt x="3246" y="1355"/>
                    <a:pt x="2773" y="1828"/>
                    <a:pt x="2773" y="2395"/>
                  </a:cubicBezTo>
                  <a:lnTo>
                    <a:pt x="2773" y="4978"/>
                  </a:lnTo>
                  <a:lnTo>
                    <a:pt x="2080" y="5703"/>
                  </a:lnTo>
                  <a:lnTo>
                    <a:pt x="2080" y="5199"/>
                  </a:lnTo>
                  <a:cubicBezTo>
                    <a:pt x="2080" y="4978"/>
                    <a:pt x="1922" y="4821"/>
                    <a:pt x="1702" y="4821"/>
                  </a:cubicBezTo>
                  <a:lnTo>
                    <a:pt x="1040" y="4821"/>
                  </a:lnTo>
                  <a:cubicBezTo>
                    <a:pt x="851" y="4821"/>
                    <a:pt x="694" y="4663"/>
                    <a:pt x="694" y="4474"/>
                  </a:cubicBezTo>
                  <a:lnTo>
                    <a:pt x="694" y="1009"/>
                  </a:lnTo>
                  <a:cubicBezTo>
                    <a:pt x="694" y="820"/>
                    <a:pt x="851" y="662"/>
                    <a:pt x="1040" y="662"/>
                  </a:cubicBezTo>
                  <a:close/>
                  <a:moveTo>
                    <a:pt x="10649" y="662"/>
                  </a:moveTo>
                  <a:cubicBezTo>
                    <a:pt x="10838" y="662"/>
                    <a:pt x="10996" y="820"/>
                    <a:pt x="10996" y="1009"/>
                  </a:cubicBezTo>
                  <a:lnTo>
                    <a:pt x="10996" y="4474"/>
                  </a:lnTo>
                  <a:cubicBezTo>
                    <a:pt x="10996" y="4695"/>
                    <a:pt x="10838" y="4852"/>
                    <a:pt x="10649" y="4852"/>
                  </a:cubicBezTo>
                  <a:lnTo>
                    <a:pt x="9893" y="4852"/>
                  </a:lnTo>
                  <a:cubicBezTo>
                    <a:pt x="9704" y="4852"/>
                    <a:pt x="9547" y="5010"/>
                    <a:pt x="9547" y="5199"/>
                  </a:cubicBezTo>
                  <a:lnTo>
                    <a:pt x="9547" y="5703"/>
                  </a:lnTo>
                  <a:lnTo>
                    <a:pt x="8885" y="5010"/>
                  </a:lnTo>
                  <a:lnTo>
                    <a:pt x="8885" y="2395"/>
                  </a:lnTo>
                  <a:cubicBezTo>
                    <a:pt x="8885" y="1859"/>
                    <a:pt x="8412" y="1387"/>
                    <a:pt x="7845" y="1387"/>
                  </a:cubicBezTo>
                  <a:lnTo>
                    <a:pt x="7499" y="1387"/>
                  </a:lnTo>
                  <a:lnTo>
                    <a:pt x="7499" y="1009"/>
                  </a:lnTo>
                  <a:cubicBezTo>
                    <a:pt x="7499" y="820"/>
                    <a:pt x="7656" y="662"/>
                    <a:pt x="7845" y="662"/>
                  </a:cubicBezTo>
                  <a:close/>
                  <a:moveTo>
                    <a:pt x="7845" y="2048"/>
                  </a:moveTo>
                  <a:cubicBezTo>
                    <a:pt x="8066" y="2048"/>
                    <a:pt x="8223" y="2206"/>
                    <a:pt x="8223" y="2395"/>
                  </a:cubicBezTo>
                  <a:lnTo>
                    <a:pt x="8223" y="6522"/>
                  </a:lnTo>
                  <a:cubicBezTo>
                    <a:pt x="8223" y="6742"/>
                    <a:pt x="8066" y="6900"/>
                    <a:pt x="7845" y="6900"/>
                  </a:cubicBezTo>
                  <a:lnTo>
                    <a:pt x="6711" y="6900"/>
                  </a:lnTo>
                  <a:cubicBezTo>
                    <a:pt x="6585" y="6900"/>
                    <a:pt x="6491" y="6931"/>
                    <a:pt x="6428" y="7057"/>
                  </a:cubicBezTo>
                  <a:lnTo>
                    <a:pt x="5798" y="8003"/>
                  </a:lnTo>
                  <a:lnTo>
                    <a:pt x="5167" y="7057"/>
                  </a:lnTo>
                  <a:cubicBezTo>
                    <a:pt x="5104" y="6963"/>
                    <a:pt x="5010" y="6900"/>
                    <a:pt x="4915" y="6900"/>
                  </a:cubicBezTo>
                  <a:lnTo>
                    <a:pt x="3750" y="6900"/>
                  </a:lnTo>
                  <a:cubicBezTo>
                    <a:pt x="3561" y="6900"/>
                    <a:pt x="3403" y="6742"/>
                    <a:pt x="3403" y="6522"/>
                  </a:cubicBezTo>
                  <a:lnTo>
                    <a:pt x="3403" y="2395"/>
                  </a:lnTo>
                  <a:cubicBezTo>
                    <a:pt x="3403" y="2206"/>
                    <a:pt x="3561" y="2048"/>
                    <a:pt x="3750" y="2048"/>
                  </a:cubicBezTo>
                  <a:close/>
                  <a:moveTo>
                    <a:pt x="1009" y="0"/>
                  </a:moveTo>
                  <a:cubicBezTo>
                    <a:pt x="473" y="0"/>
                    <a:pt x="1" y="473"/>
                    <a:pt x="1" y="1009"/>
                  </a:cubicBezTo>
                  <a:lnTo>
                    <a:pt x="1" y="4474"/>
                  </a:lnTo>
                  <a:cubicBezTo>
                    <a:pt x="1" y="5041"/>
                    <a:pt x="473" y="5514"/>
                    <a:pt x="1009" y="5514"/>
                  </a:cubicBezTo>
                  <a:lnTo>
                    <a:pt x="1355" y="5514"/>
                  </a:lnTo>
                  <a:lnTo>
                    <a:pt x="1355" y="6522"/>
                  </a:lnTo>
                  <a:cubicBezTo>
                    <a:pt x="1355" y="6736"/>
                    <a:pt x="1544" y="6877"/>
                    <a:pt x="1724" y="6877"/>
                  </a:cubicBezTo>
                  <a:cubicBezTo>
                    <a:pt x="1809" y="6877"/>
                    <a:pt x="1893" y="6845"/>
                    <a:pt x="1954" y="6774"/>
                  </a:cubicBezTo>
                  <a:lnTo>
                    <a:pt x="2742" y="5986"/>
                  </a:lnTo>
                  <a:lnTo>
                    <a:pt x="2742" y="6522"/>
                  </a:lnTo>
                  <a:cubicBezTo>
                    <a:pt x="2742" y="7089"/>
                    <a:pt x="3214" y="7562"/>
                    <a:pt x="3781" y="7562"/>
                  </a:cubicBezTo>
                  <a:lnTo>
                    <a:pt x="4726" y="7562"/>
                  </a:lnTo>
                  <a:lnTo>
                    <a:pt x="5545" y="8759"/>
                  </a:lnTo>
                  <a:cubicBezTo>
                    <a:pt x="5608" y="8869"/>
                    <a:pt x="5719" y="8924"/>
                    <a:pt x="5825" y="8924"/>
                  </a:cubicBezTo>
                  <a:cubicBezTo>
                    <a:pt x="5931" y="8924"/>
                    <a:pt x="6034" y="8869"/>
                    <a:pt x="6081" y="8759"/>
                  </a:cubicBezTo>
                  <a:lnTo>
                    <a:pt x="6932" y="7562"/>
                  </a:lnTo>
                  <a:lnTo>
                    <a:pt x="7877" y="7562"/>
                  </a:lnTo>
                  <a:cubicBezTo>
                    <a:pt x="8412" y="7562"/>
                    <a:pt x="8885" y="7089"/>
                    <a:pt x="8885" y="6522"/>
                  </a:cubicBezTo>
                  <a:lnTo>
                    <a:pt x="8885" y="5986"/>
                  </a:lnTo>
                  <a:lnTo>
                    <a:pt x="9673" y="6774"/>
                  </a:lnTo>
                  <a:cubicBezTo>
                    <a:pt x="9733" y="6845"/>
                    <a:pt x="9817" y="6877"/>
                    <a:pt x="9903" y="6877"/>
                  </a:cubicBezTo>
                  <a:cubicBezTo>
                    <a:pt x="10083" y="6877"/>
                    <a:pt x="10271" y="6736"/>
                    <a:pt x="10271" y="6522"/>
                  </a:cubicBezTo>
                  <a:lnTo>
                    <a:pt x="10271" y="5514"/>
                  </a:lnTo>
                  <a:lnTo>
                    <a:pt x="10649" y="5514"/>
                  </a:lnTo>
                  <a:cubicBezTo>
                    <a:pt x="11216" y="5514"/>
                    <a:pt x="11689" y="5041"/>
                    <a:pt x="11689" y="4474"/>
                  </a:cubicBezTo>
                  <a:lnTo>
                    <a:pt x="11689" y="1009"/>
                  </a:lnTo>
                  <a:cubicBezTo>
                    <a:pt x="11689" y="441"/>
                    <a:pt x="11216" y="0"/>
                    <a:pt x="10649" y="0"/>
                  </a:cubicBezTo>
                  <a:lnTo>
                    <a:pt x="7845" y="0"/>
                  </a:lnTo>
                  <a:cubicBezTo>
                    <a:pt x="7310" y="0"/>
                    <a:pt x="6837" y="473"/>
                    <a:pt x="6837" y="1009"/>
                  </a:cubicBezTo>
                  <a:lnTo>
                    <a:pt x="6837" y="1387"/>
                  </a:lnTo>
                  <a:lnTo>
                    <a:pt x="4789" y="1387"/>
                  </a:lnTo>
                  <a:lnTo>
                    <a:pt x="4789" y="1009"/>
                  </a:lnTo>
                  <a:cubicBezTo>
                    <a:pt x="4789" y="473"/>
                    <a:pt x="4317" y="0"/>
                    <a:pt x="37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896" name="Google Shape;15896;p87"/>
          <p:cNvGrpSpPr/>
          <p:nvPr/>
        </p:nvGrpSpPr>
        <p:grpSpPr>
          <a:xfrm>
            <a:off x="3006820" y="1630697"/>
            <a:ext cx="421951" cy="421914"/>
            <a:chOff x="-5276050" y="2037975"/>
            <a:chExt cx="292250" cy="292225"/>
          </a:xfrm>
        </p:grpSpPr>
        <p:sp>
          <p:nvSpPr>
            <p:cNvPr id="15897" name="Google Shape;15897;p87"/>
            <p:cNvSpPr/>
            <p:nvPr/>
          </p:nvSpPr>
          <p:spPr>
            <a:xfrm>
              <a:off x="-5102775" y="2211250"/>
              <a:ext cx="51225" cy="49650"/>
            </a:xfrm>
            <a:custGeom>
              <a:avLst/>
              <a:gdLst/>
              <a:ahLst/>
              <a:cxnLst/>
              <a:rect l="l" t="t" r="r" b="b"/>
              <a:pathLst>
                <a:path w="2049" h="1986" extrusionOk="0">
                  <a:moveTo>
                    <a:pt x="343" y="0"/>
                  </a:moveTo>
                  <a:cubicBezTo>
                    <a:pt x="253" y="0"/>
                    <a:pt x="158" y="32"/>
                    <a:pt x="95" y="95"/>
                  </a:cubicBezTo>
                  <a:cubicBezTo>
                    <a:pt x="1" y="189"/>
                    <a:pt x="1" y="441"/>
                    <a:pt x="95" y="536"/>
                  </a:cubicBezTo>
                  <a:lnTo>
                    <a:pt x="536" y="977"/>
                  </a:lnTo>
                  <a:lnTo>
                    <a:pt x="95" y="1418"/>
                  </a:lnTo>
                  <a:cubicBezTo>
                    <a:pt x="1" y="1544"/>
                    <a:pt x="1" y="1765"/>
                    <a:pt x="95" y="1891"/>
                  </a:cubicBezTo>
                  <a:cubicBezTo>
                    <a:pt x="158" y="1954"/>
                    <a:pt x="253" y="1985"/>
                    <a:pt x="343" y="1985"/>
                  </a:cubicBezTo>
                  <a:cubicBezTo>
                    <a:pt x="434" y="1985"/>
                    <a:pt x="521" y="1954"/>
                    <a:pt x="568" y="1891"/>
                  </a:cubicBezTo>
                  <a:lnTo>
                    <a:pt x="1009" y="1450"/>
                  </a:lnTo>
                  <a:lnTo>
                    <a:pt x="1450" y="1891"/>
                  </a:lnTo>
                  <a:cubicBezTo>
                    <a:pt x="1513" y="1954"/>
                    <a:pt x="1600" y="1985"/>
                    <a:pt x="1686" y="1985"/>
                  </a:cubicBezTo>
                  <a:cubicBezTo>
                    <a:pt x="1773" y="1985"/>
                    <a:pt x="1860" y="1954"/>
                    <a:pt x="1923" y="1891"/>
                  </a:cubicBezTo>
                  <a:cubicBezTo>
                    <a:pt x="2049" y="1765"/>
                    <a:pt x="2049" y="1544"/>
                    <a:pt x="1923" y="1418"/>
                  </a:cubicBezTo>
                  <a:lnTo>
                    <a:pt x="1482" y="977"/>
                  </a:lnTo>
                  <a:lnTo>
                    <a:pt x="1923" y="536"/>
                  </a:lnTo>
                  <a:cubicBezTo>
                    <a:pt x="2049" y="441"/>
                    <a:pt x="2049" y="189"/>
                    <a:pt x="1923" y="95"/>
                  </a:cubicBezTo>
                  <a:cubicBezTo>
                    <a:pt x="1860" y="32"/>
                    <a:pt x="1773" y="0"/>
                    <a:pt x="1686" y="0"/>
                  </a:cubicBezTo>
                  <a:cubicBezTo>
                    <a:pt x="1600" y="0"/>
                    <a:pt x="1513" y="32"/>
                    <a:pt x="1450" y="95"/>
                  </a:cubicBezTo>
                  <a:lnTo>
                    <a:pt x="1009" y="504"/>
                  </a:lnTo>
                  <a:lnTo>
                    <a:pt x="568" y="95"/>
                  </a:lnTo>
                  <a:cubicBezTo>
                    <a:pt x="521" y="32"/>
                    <a:pt x="434" y="0"/>
                    <a:pt x="3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898" name="Google Shape;15898;p87"/>
            <p:cNvSpPr/>
            <p:nvPr/>
          </p:nvSpPr>
          <p:spPr>
            <a:xfrm>
              <a:off x="-5224050" y="2107875"/>
              <a:ext cx="51200" cy="49825"/>
            </a:xfrm>
            <a:custGeom>
              <a:avLst/>
              <a:gdLst/>
              <a:ahLst/>
              <a:cxnLst/>
              <a:rect l="l" t="t" r="r" b="b"/>
              <a:pathLst>
                <a:path w="2048" h="1993" extrusionOk="0">
                  <a:moveTo>
                    <a:pt x="351" y="0"/>
                  </a:moveTo>
                  <a:cubicBezTo>
                    <a:pt x="260" y="0"/>
                    <a:pt x="173" y="24"/>
                    <a:pt x="126" y="71"/>
                  </a:cubicBezTo>
                  <a:cubicBezTo>
                    <a:pt x="0" y="197"/>
                    <a:pt x="0" y="449"/>
                    <a:pt x="126" y="544"/>
                  </a:cubicBezTo>
                  <a:lnTo>
                    <a:pt x="536" y="985"/>
                  </a:lnTo>
                  <a:lnTo>
                    <a:pt x="126" y="1426"/>
                  </a:lnTo>
                  <a:cubicBezTo>
                    <a:pt x="0" y="1552"/>
                    <a:pt x="0" y="1772"/>
                    <a:pt x="126" y="1898"/>
                  </a:cubicBezTo>
                  <a:cubicBezTo>
                    <a:pt x="173" y="1961"/>
                    <a:pt x="260" y="1993"/>
                    <a:pt x="351" y="1993"/>
                  </a:cubicBezTo>
                  <a:cubicBezTo>
                    <a:pt x="441" y="1993"/>
                    <a:pt x="536" y="1961"/>
                    <a:pt x="599" y="1898"/>
                  </a:cubicBezTo>
                  <a:lnTo>
                    <a:pt x="1008" y="1457"/>
                  </a:lnTo>
                  <a:lnTo>
                    <a:pt x="1449" y="1898"/>
                  </a:lnTo>
                  <a:cubicBezTo>
                    <a:pt x="1512" y="1961"/>
                    <a:pt x="1599" y="1993"/>
                    <a:pt x="1686" y="1993"/>
                  </a:cubicBezTo>
                  <a:cubicBezTo>
                    <a:pt x="1772" y="1993"/>
                    <a:pt x="1859" y="1961"/>
                    <a:pt x="1922" y="1898"/>
                  </a:cubicBezTo>
                  <a:cubicBezTo>
                    <a:pt x="2048" y="1772"/>
                    <a:pt x="2048" y="1520"/>
                    <a:pt x="1922" y="1426"/>
                  </a:cubicBezTo>
                  <a:lnTo>
                    <a:pt x="1481" y="985"/>
                  </a:lnTo>
                  <a:lnTo>
                    <a:pt x="1922" y="544"/>
                  </a:lnTo>
                  <a:cubicBezTo>
                    <a:pt x="2048" y="449"/>
                    <a:pt x="2048" y="197"/>
                    <a:pt x="1922" y="71"/>
                  </a:cubicBezTo>
                  <a:cubicBezTo>
                    <a:pt x="1875" y="24"/>
                    <a:pt x="1788" y="0"/>
                    <a:pt x="1697" y="0"/>
                  </a:cubicBezTo>
                  <a:cubicBezTo>
                    <a:pt x="1607" y="0"/>
                    <a:pt x="1512" y="24"/>
                    <a:pt x="1449" y="71"/>
                  </a:cubicBezTo>
                  <a:lnTo>
                    <a:pt x="1008" y="512"/>
                  </a:lnTo>
                  <a:lnTo>
                    <a:pt x="599" y="71"/>
                  </a:lnTo>
                  <a:cubicBezTo>
                    <a:pt x="536" y="24"/>
                    <a:pt x="441" y="0"/>
                    <a:pt x="3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899" name="Google Shape;15899;p87"/>
            <p:cNvSpPr/>
            <p:nvPr/>
          </p:nvSpPr>
          <p:spPr>
            <a:xfrm>
              <a:off x="-5276050" y="2037975"/>
              <a:ext cx="292250" cy="292225"/>
            </a:xfrm>
            <a:custGeom>
              <a:avLst/>
              <a:gdLst/>
              <a:ahLst/>
              <a:cxnLst/>
              <a:rect l="l" t="t" r="r" b="b"/>
              <a:pathLst>
                <a:path w="11690" h="11689" extrusionOk="0">
                  <a:moveTo>
                    <a:pt x="10334" y="3119"/>
                  </a:moveTo>
                  <a:cubicBezTo>
                    <a:pt x="10712" y="3119"/>
                    <a:pt x="11028" y="3403"/>
                    <a:pt x="11028" y="3781"/>
                  </a:cubicBezTo>
                  <a:cubicBezTo>
                    <a:pt x="11028" y="4190"/>
                    <a:pt x="10712" y="4442"/>
                    <a:pt x="10334" y="4442"/>
                  </a:cubicBezTo>
                  <a:cubicBezTo>
                    <a:pt x="9956" y="4442"/>
                    <a:pt x="9673" y="4127"/>
                    <a:pt x="9673" y="3781"/>
                  </a:cubicBezTo>
                  <a:cubicBezTo>
                    <a:pt x="9673" y="3403"/>
                    <a:pt x="9988" y="3119"/>
                    <a:pt x="10334" y="3119"/>
                  </a:cubicBezTo>
                  <a:close/>
                  <a:moveTo>
                    <a:pt x="4443" y="7593"/>
                  </a:moveTo>
                  <a:cubicBezTo>
                    <a:pt x="4853" y="7593"/>
                    <a:pt x="5105" y="7908"/>
                    <a:pt x="5105" y="8255"/>
                  </a:cubicBezTo>
                  <a:cubicBezTo>
                    <a:pt x="5105" y="8664"/>
                    <a:pt x="4790" y="8948"/>
                    <a:pt x="4443" y="8948"/>
                  </a:cubicBezTo>
                  <a:cubicBezTo>
                    <a:pt x="4065" y="8948"/>
                    <a:pt x="3781" y="8633"/>
                    <a:pt x="3781" y="8255"/>
                  </a:cubicBezTo>
                  <a:cubicBezTo>
                    <a:pt x="3781" y="7876"/>
                    <a:pt x="4096" y="7593"/>
                    <a:pt x="4443" y="7593"/>
                  </a:cubicBezTo>
                  <a:close/>
                  <a:moveTo>
                    <a:pt x="5829" y="725"/>
                  </a:moveTo>
                  <a:cubicBezTo>
                    <a:pt x="7341" y="725"/>
                    <a:pt x="8822" y="1386"/>
                    <a:pt x="9799" y="2521"/>
                  </a:cubicBezTo>
                  <a:cubicBezTo>
                    <a:pt x="9326" y="2710"/>
                    <a:pt x="8980" y="3245"/>
                    <a:pt x="8980" y="3781"/>
                  </a:cubicBezTo>
                  <a:cubicBezTo>
                    <a:pt x="8980" y="3718"/>
                    <a:pt x="8917" y="3623"/>
                    <a:pt x="8885" y="3560"/>
                  </a:cubicBezTo>
                  <a:lnTo>
                    <a:pt x="8854" y="3497"/>
                  </a:lnTo>
                  <a:lnTo>
                    <a:pt x="8192" y="2836"/>
                  </a:lnTo>
                  <a:cubicBezTo>
                    <a:pt x="8129" y="2773"/>
                    <a:pt x="8035" y="2741"/>
                    <a:pt x="7944" y="2741"/>
                  </a:cubicBezTo>
                  <a:cubicBezTo>
                    <a:pt x="7853" y="2741"/>
                    <a:pt x="7767" y="2773"/>
                    <a:pt x="7719" y="2836"/>
                  </a:cubicBezTo>
                  <a:cubicBezTo>
                    <a:pt x="7593" y="2962"/>
                    <a:pt x="7593" y="3182"/>
                    <a:pt x="7719" y="3308"/>
                  </a:cubicBezTo>
                  <a:lnTo>
                    <a:pt x="7814" y="3434"/>
                  </a:lnTo>
                  <a:cubicBezTo>
                    <a:pt x="6869" y="3466"/>
                    <a:pt x="5987" y="3875"/>
                    <a:pt x="5262" y="4568"/>
                  </a:cubicBezTo>
                  <a:cubicBezTo>
                    <a:pt x="4600" y="5230"/>
                    <a:pt x="4254" y="6081"/>
                    <a:pt x="4159" y="6963"/>
                  </a:cubicBezTo>
                  <a:cubicBezTo>
                    <a:pt x="3561" y="7120"/>
                    <a:pt x="3151" y="7656"/>
                    <a:pt x="3151" y="8318"/>
                  </a:cubicBezTo>
                  <a:cubicBezTo>
                    <a:pt x="3151" y="9074"/>
                    <a:pt x="3781" y="9704"/>
                    <a:pt x="4506" y="9704"/>
                  </a:cubicBezTo>
                  <a:cubicBezTo>
                    <a:pt x="5262" y="9704"/>
                    <a:pt x="5892" y="9074"/>
                    <a:pt x="5892" y="8318"/>
                  </a:cubicBezTo>
                  <a:cubicBezTo>
                    <a:pt x="5892" y="7687"/>
                    <a:pt x="5451" y="7120"/>
                    <a:pt x="4884" y="6963"/>
                  </a:cubicBezTo>
                  <a:cubicBezTo>
                    <a:pt x="5042" y="5482"/>
                    <a:pt x="6302" y="4222"/>
                    <a:pt x="7814" y="4127"/>
                  </a:cubicBezTo>
                  <a:lnTo>
                    <a:pt x="7814" y="4127"/>
                  </a:lnTo>
                  <a:lnTo>
                    <a:pt x="7751" y="4222"/>
                  </a:lnTo>
                  <a:cubicBezTo>
                    <a:pt x="7625" y="4348"/>
                    <a:pt x="7625" y="4568"/>
                    <a:pt x="7751" y="4694"/>
                  </a:cubicBezTo>
                  <a:cubicBezTo>
                    <a:pt x="7814" y="4757"/>
                    <a:pt x="7901" y="4789"/>
                    <a:pt x="7987" y="4789"/>
                  </a:cubicBezTo>
                  <a:cubicBezTo>
                    <a:pt x="8074" y="4789"/>
                    <a:pt x="8161" y="4757"/>
                    <a:pt x="8224" y="4694"/>
                  </a:cubicBezTo>
                  <a:lnTo>
                    <a:pt x="8885" y="4033"/>
                  </a:lnTo>
                  <a:cubicBezTo>
                    <a:pt x="8980" y="3938"/>
                    <a:pt x="9011" y="3875"/>
                    <a:pt x="9011" y="3781"/>
                  </a:cubicBezTo>
                  <a:cubicBezTo>
                    <a:pt x="9011" y="4537"/>
                    <a:pt x="9641" y="5167"/>
                    <a:pt x="10397" y="5167"/>
                  </a:cubicBezTo>
                  <a:cubicBezTo>
                    <a:pt x="10618" y="5167"/>
                    <a:pt x="10807" y="5136"/>
                    <a:pt x="11028" y="5010"/>
                  </a:cubicBezTo>
                  <a:cubicBezTo>
                    <a:pt x="11059" y="5293"/>
                    <a:pt x="11091" y="5545"/>
                    <a:pt x="11091" y="5829"/>
                  </a:cubicBezTo>
                  <a:cubicBezTo>
                    <a:pt x="11028" y="8696"/>
                    <a:pt x="8696" y="11027"/>
                    <a:pt x="5829" y="11027"/>
                  </a:cubicBezTo>
                  <a:cubicBezTo>
                    <a:pt x="2994" y="11027"/>
                    <a:pt x="694" y="8696"/>
                    <a:pt x="694" y="5829"/>
                  </a:cubicBezTo>
                  <a:cubicBezTo>
                    <a:pt x="694" y="2993"/>
                    <a:pt x="2994" y="725"/>
                    <a:pt x="5829" y="725"/>
                  </a:cubicBezTo>
                  <a:close/>
                  <a:moveTo>
                    <a:pt x="5829" y="0"/>
                  </a:moveTo>
                  <a:cubicBezTo>
                    <a:pt x="2584" y="0"/>
                    <a:pt x="1" y="2615"/>
                    <a:pt x="1" y="5829"/>
                  </a:cubicBezTo>
                  <a:cubicBezTo>
                    <a:pt x="1" y="7404"/>
                    <a:pt x="599" y="8853"/>
                    <a:pt x="1702" y="9956"/>
                  </a:cubicBezTo>
                  <a:cubicBezTo>
                    <a:pt x="2773" y="11058"/>
                    <a:pt x="4254" y="11689"/>
                    <a:pt x="5829" y="11689"/>
                  </a:cubicBezTo>
                  <a:cubicBezTo>
                    <a:pt x="6617" y="11689"/>
                    <a:pt x="7341" y="11531"/>
                    <a:pt x="8098" y="11216"/>
                  </a:cubicBezTo>
                  <a:cubicBezTo>
                    <a:pt x="8822" y="10901"/>
                    <a:pt x="9452" y="10523"/>
                    <a:pt x="9956" y="9956"/>
                  </a:cubicBezTo>
                  <a:cubicBezTo>
                    <a:pt x="10492" y="9420"/>
                    <a:pt x="10901" y="8790"/>
                    <a:pt x="11217" y="8128"/>
                  </a:cubicBezTo>
                  <a:cubicBezTo>
                    <a:pt x="11532" y="7404"/>
                    <a:pt x="11689" y="6616"/>
                    <a:pt x="11689" y="5829"/>
                  </a:cubicBezTo>
                  <a:cubicBezTo>
                    <a:pt x="11689" y="5356"/>
                    <a:pt x="11658" y="4884"/>
                    <a:pt x="11532" y="4442"/>
                  </a:cubicBezTo>
                  <a:cubicBezTo>
                    <a:pt x="11595" y="4253"/>
                    <a:pt x="11689" y="4033"/>
                    <a:pt x="11689" y="3781"/>
                  </a:cubicBezTo>
                  <a:cubicBezTo>
                    <a:pt x="11689" y="3119"/>
                    <a:pt x="11217" y="2552"/>
                    <a:pt x="10586" y="2458"/>
                  </a:cubicBezTo>
                  <a:cubicBezTo>
                    <a:pt x="9484" y="945"/>
                    <a:pt x="7719"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5900" name="Google Shape;15900;p87"/>
          <p:cNvSpPr/>
          <p:nvPr/>
        </p:nvSpPr>
        <p:spPr>
          <a:xfrm>
            <a:off x="3003187" y="2152917"/>
            <a:ext cx="429891" cy="395493"/>
          </a:xfrm>
          <a:custGeom>
            <a:avLst/>
            <a:gdLst/>
            <a:ahLst/>
            <a:cxnLst/>
            <a:rect l="l" t="t" r="r" b="b"/>
            <a:pathLst>
              <a:path w="11910" h="10957" extrusionOk="0">
                <a:moveTo>
                  <a:pt x="7325" y="654"/>
                </a:moveTo>
                <a:cubicBezTo>
                  <a:pt x="7412" y="654"/>
                  <a:pt x="7498" y="686"/>
                  <a:pt x="7561" y="749"/>
                </a:cubicBezTo>
                <a:lnTo>
                  <a:pt x="10995" y="4088"/>
                </a:lnTo>
                <a:cubicBezTo>
                  <a:pt x="11122" y="4246"/>
                  <a:pt x="11122" y="4466"/>
                  <a:pt x="10995" y="4592"/>
                </a:cubicBezTo>
                <a:lnTo>
                  <a:pt x="10082" y="5506"/>
                </a:lnTo>
                <a:lnTo>
                  <a:pt x="7404" y="2859"/>
                </a:lnTo>
                <a:cubicBezTo>
                  <a:pt x="7215" y="2670"/>
                  <a:pt x="6955" y="2576"/>
                  <a:pt x="6691" y="2576"/>
                </a:cubicBezTo>
                <a:cubicBezTo>
                  <a:pt x="6427" y="2576"/>
                  <a:pt x="6159" y="2670"/>
                  <a:pt x="5955" y="2859"/>
                </a:cubicBezTo>
                <a:lnTo>
                  <a:pt x="4978" y="3805"/>
                </a:lnTo>
                <a:cubicBezTo>
                  <a:pt x="4915" y="3868"/>
                  <a:pt x="4828" y="3899"/>
                  <a:pt x="4742" y="3899"/>
                </a:cubicBezTo>
                <a:cubicBezTo>
                  <a:pt x="4655" y="3899"/>
                  <a:pt x="4568" y="3868"/>
                  <a:pt x="4505" y="3805"/>
                </a:cubicBezTo>
                <a:cubicBezTo>
                  <a:pt x="4379" y="3679"/>
                  <a:pt x="4379" y="3458"/>
                  <a:pt x="4505" y="3332"/>
                </a:cubicBezTo>
                <a:lnTo>
                  <a:pt x="5955" y="1883"/>
                </a:lnTo>
                <a:lnTo>
                  <a:pt x="7089" y="749"/>
                </a:lnTo>
                <a:cubicBezTo>
                  <a:pt x="7152" y="686"/>
                  <a:pt x="7239" y="654"/>
                  <a:pt x="7325" y="654"/>
                </a:cubicBezTo>
                <a:close/>
                <a:moveTo>
                  <a:pt x="2808" y="5183"/>
                </a:moveTo>
                <a:cubicBezTo>
                  <a:pt x="2899" y="5183"/>
                  <a:pt x="2993" y="5207"/>
                  <a:pt x="3056" y="5254"/>
                </a:cubicBezTo>
                <a:cubicBezTo>
                  <a:pt x="3151" y="5380"/>
                  <a:pt x="3151" y="5632"/>
                  <a:pt x="3056" y="5726"/>
                </a:cubicBezTo>
                <a:lnTo>
                  <a:pt x="2048" y="6735"/>
                </a:lnTo>
                <a:cubicBezTo>
                  <a:pt x="2001" y="6782"/>
                  <a:pt x="1914" y="6805"/>
                  <a:pt x="1824" y="6805"/>
                </a:cubicBezTo>
                <a:cubicBezTo>
                  <a:pt x="1733" y="6805"/>
                  <a:pt x="1639" y="6782"/>
                  <a:pt x="1576" y="6735"/>
                </a:cubicBezTo>
                <a:cubicBezTo>
                  <a:pt x="1449" y="6609"/>
                  <a:pt x="1449" y="6357"/>
                  <a:pt x="1576" y="6262"/>
                </a:cubicBezTo>
                <a:lnTo>
                  <a:pt x="2584" y="5254"/>
                </a:lnTo>
                <a:cubicBezTo>
                  <a:pt x="2631" y="5207"/>
                  <a:pt x="2718" y="5183"/>
                  <a:pt x="2808" y="5183"/>
                </a:cubicBezTo>
                <a:close/>
                <a:moveTo>
                  <a:pt x="3785" y="6167"/>
                </a:moveTo>
                <a:cubicBezTo>
                  <a:pt x="3875" y="6167"/>
                  <a:pt x="3970" y="6199"/>
                  <a:pt x="4033" y="6262"/>
                </a:cubicBezTo>
                <a:cubicBezTo>
                  <a:pt x="4159" y="6357"/>
                  <a:pt x="4159" y="6609"/>
                  <a:pt x="4033" y="6735"/>
                </a:cubicBezTo>
                <a:lnTo>
                  <a:pt x="3056" y="7711"/>
                </a:lnTo>
                <a:cubicBezTo>
                  <a:pt x="2993" y="7774"/>
                  <a:pt x="2899" y="7806"/>
                  <a:pt x="2808" y="7806"/>
                </a:cubicBezTo>
                <a:cubicBezTo>
                  <a:pt x="2718" y="7806"/>
                  <a:pt x="2631" y="7774"/>
                  <a:pt x="2584" y="7711"/>
                </a:cubicBezTo>
                <a:cubicBezTo>
                  <a:pt x="2395" y="7554"/>
                  <a:pt x="2395" y="7365"/>
                  <a:pt x="2584" y="7239"/>
                </a:cubicBezTo>
                <a:lnTo>
                  <a:pt x="3560" y="6262"/>
                </a:lnTo>
                <a:cubicBezTo>
                  <a:pt x="3608" y="6199"/>
                  <a:pt x="3694" y="6167"/>
                  <a:pt x="3785" y="6167"/>
                </a:cubicBezTo>
                <a:close/>
                <a:moveTo>
                  <a:pt x="4730" y="7113"/>
                </a:moveTo>
                <a:cubicBezTo>
                  <a:pt x="4821" y="7113"/>
                  <a:pt x="4915" y="7144"/>
                  <a:pt x="4978" y="7207"/>
                </a:cubicBezTo>
                <a:cubicBezTo>
                  <a:pt x="5073" y="7302"/>
                  <a:pt x="5073" y="7554"/>
                  <a:pt x="4978" y="7680"/>
                </a:cubicBezTo>
                <a:lnTo>
                  <a:pt x="4001" y="8656"/>
                </a:lnTo>
                <a:cubicBezTo>
                  <a:pt x="3938" y="8719"/>
                  <a:pt x="3844" y="8751"/>
                  <a:pt x="3749" y="8751"/>
                </a:cubicBezTo>
                <a:cubicBezTo>
                  <a:pt x="3655" y="8751"/>
                  <a:pt x="3560" y="8719"/>
                  <a:pt x="3497" y="8656"/>
                </a:cubicBezTo>
                <a:cubicBezTo>
                  <a:pt x="3403" y="8530"/>
                  <a:pt x="3403" y="8310"/>
                  <a:pt x="3497" y="8184"/>
                </a:cubicBezTo>
                <a:lnTo>
                  <a:pt x="4505" y="7207"/>
                </a:lnTo>
                <a:cubicBezTo>
                  <a:pt x="4553" y="7144"/>
                  <a:pt x="4639" y="7113"/>
                  <a:pt x="4730" y="7113"/>
                </a:cubicBezTo>
                <a:close/>
                <a:moveTo>
                  <a:pt x="4100" y="969"/>
                </a:moveTo>
                <a:cubicBezTo>
                  <a:pt x="4190" y="969"/>
                  <a:pt x="4285" y="1001"/>
                  <a:pt x="4348" y="1064"/>
                </a:cubicBezTo>
                <a:lnTo>
                  <a:pt x="5041" y="1725"/>
                </a:lnTo>
                <a:lnTo>
                  <a:pt x="3938" y="2828"/>
                </a:lnTo>
                <a:cubicBezTo>
                  <a:pt x="3560" y="3206"/>
                  <a:pt x="3560" y="3899"/>
                  <a:pt x="3938" y="4277"/>
                </a:cubicBezTo>
                <a:cubicBezTo>
                  <a:pt x="4143" y="4482"/>
                  <a:pt x="4411" y="4584"/>
                  <a:pt x="4675" y="4584"/>
                </a:cubicBezTo>
                <a:cubicBezTo>
                  <a:pt x="4939" y="4584"/>
                  <a:pt x="5199" y="4482"/>
                  <a:pt x="5388" y="4277"/>
                </a:cubicBezTo>
                <a:lnTo>
                  <a:pt x="6396" y="3332"/>
                </a:lnTo>
                <a:cubicBezTo>
                  <a:pt x="6443" y="3269"/>
                  <a:pt x="6530" y="3238"/>
                  <a:pt x="6620" y="3238"/>
                </a:cubicBezTo>
                <a:cubicBezTo>
                  <a:pt x="6711" y="3238"/>
                  <a:pt x="6805" y="3269"/>
                  <a:pt x="6868" y="3332"/>
                </a:cubicBezTo>
                <a:lnTo>
                  <a:pt x="10334" y="6735"/>
                </a:lnTo>
                <a:cubicBezTo>
                  <a:pt x="10491" y="6829"/>
                  <a:pt x="10491" y="7113"/>
                  <a:pt x="10365" y="7239"/>
                </a:cubicBezTo>
                <a:cubicBezTo>
                  <a:pt x="10302" y="7302"/>
                  <a:pt x="10216" y="7333"/>
                  <a:pt x="10129" y="7333"/>
                </a:cubicBezTo>
                <a:cubicBezTo>
                  <a:pt x="10042" y="7333"/>
                  <a:pt x="9956" y="7302"/>
                  <a:pt x="9893" y="7239"/>
                </a:cubicBezTo>
                <a:lnTo>
                  <a:pt x="8444" y="5789"/>
                </a:lnTo>
                <a:cubicBezTo>
                  <a:pt x="8381" y="5726"/>
                  <a:pt x="8286" y="5695"/>
                  <a:pt x="8195" y="5695"/>
                </a:cubicBezTo>
                <a:cubicBezTo>
                  <a:pt x="8105" y="5695"/>
                  <a:pt x="8018" y="5726"/>
                  <a:pt x="7971" y="5789"/>
                </a:cubicBezTo>
                <a:cubicBezTo>
                  <a:pt x="7845" y="5884"/>
                  <a:pt x="7845" y="6136"/>
                  <a:pt x="7971" y="6262"/>
                </a:cubicBezTo>
                <a:lnTo>
                  <a:pt x="9420" y="7711"/>
                </a:lnTo>
                <a:cubicBezTo>
                  <a:pt x="9546" y="7837"/>
                  <a:pt x="9546" y="8058"/>
                  <a:pt x="9420" y="8184"/>
                </a:cubicBezTo>
                <a:cubicBezTo>
                  <a:pt x="9357" y="8247"/>
                  <a:pt x="9271" y="8278"/>
                  <a:pt x="9184" y="8278"/>
                </a:cubicBezTo>
                <a:cubicBezTo>
                  <a:pt x="9097" y="8278"/>
                  <a:pt x="9011" y="8247"/>
                  <a:pt x="8948" y="8184"/>
                </a:cubicBezTo>
                <a:lnTo>
                  <a:pt x="7498" y="6735"/>
                </a:lnTo>
                <a:cubicBezTo>
                  <a:pt x="7435" y="6672"/>
                  <a:pt x="7341" y="6640"/>
                  <a:pt x="7250" y="6640"/>
                </a:cubicBezTo>
                <a:cubicBezTo>
                  <a:pt x="7160" y="6640"/>
                  <a:pt x="7073" y="6672"/>
                  <a:pt x="7026" y="6735"/>
                </a:cubicBezTo>
                <a:cubicBezTo>
                  <a:pt x="6900" y="6829"/>
                  <a:pt x="6900" y="7081"/>
                  <a:pt x="7026" y="7176"/>
                </a:cubicBezTo>
                <a:lnTo>
                  <a:pt x="8475" y="8656"/>
                </a:lnTo>
                <a:cubicBezTo>
                  <a:pt x="8601" y="8751"/>
                  <a:pt x="8601" y="9003"/>
                  <a:pt x="8475" y="9129"/>
                </a:cubicBezTo>
                <a:cubicBezTo>
                  <a:pt x="8412" y="9176"/>
                  <a:pt x="8325" y="9200"/>
                  <a:pt x="8239" y="9200"/>
                </a:cubicBezTo>
                <a:cubicBezTo>
                  <a:pt x="8152" y="9200"/>
                  <a:pt x="8066" y="9176"/>
                  <a:pt x="8003" y="9129"/>
                </a:cubicBezTo>
                <a:lnTo>
                  <a:pt x="6459" y="7648"/>
                </a:lnTo>
                <a:cubicBezTo>
                  <a:pt x="6270" y="7459"/>
                  <a:pt x="6018" y="7396"/>
                  <a:pt x="5797" y="7396"/>
                </a:cubicBezTo>
                <a:cubicBezTo>
                  <a:pt x="5797" y="7144"/>
                  <a:pt x="5671" y="6924"/>
                  <a:pt x="5482" y="6735"/>
                </a:cubicBezTo>
                <a:cubicBezTo>
                  <a:pt x="5293" y="6514"/>
                  <a:pt x="5041" y="6451"/>
                  <a:pt x="4821" y="6388"/>
                </a:cubicBezTo>
                <a:cubicBezTo>
                  <a:pt x="4821" y="6167"/>
                  <a:pt x="4694" y="5947"/>
                  <a:pt x="4505" y="5726"/>
                </a:cubicBezTo>
                <a:cubicBezTo>
                  <a:pt x="4285" y="5537"/>
                  <a:pt x="4064" y="5474"/>
                  <a:pt x="3812" y="5411"/>
                </a:cubicBezTo>
                <a:cubicBezTo>
                  <a:pt x="3812" y="5191"/>
                  <a:pt x="3718" y="4939"/>
                  <a:pt x="3497" y="4750"/>
                </a:cubicBezTo>
                <a:cubicBezTo>
                  <a:pt x="3308" y="4561"/>
                  <a:pt x="3048" y="4466"/>
                  <a:pt x="2785" y="4466"/>
                </a:cubicBezTo>
                <a:cubicBezTo>
                  <a:pt x="2521" y="4466"/>
                  <a:pt x="2253" y="4561"/>
                  <a:pt x="2048" y="4750"/>
                </a:cubicBezTo>
                <a:lnTo>
                  <a:pt x="1544" y="5254"/>
                </a:lnTo>
                <a:lnTo>
                  <a:pt x="819" y="4561"/>
                </a:lnTo>
                <a:cubicBezTo>
                  <a:pt x="725" y="4435"/>
                  <a:pt x="725" y="4183"/>
                  <a:pt x="819" y="4088"/>
                </a:cubicBezTo>
                <a:lnTo>
                  <a:pt x="3875" y="1064"/>
                </a:lnTo>
                <a:cubicBezTo>
                  <a:pt x="3923" y="1001"/>
                  <a:pt x="4009" y="969"/>
                  <a:pt x="4100" y="969"/>
                </a:cubicBezTo>
                <a:close/>
                <a:moveTo>
                  <a:pt x="5718" y="8089"/>
                </a:moveTo>
                <a:cubicBezTo>
                  <a:pt x="5805" y="8089"/>
                  <a:pt x="5892" y="8121"/>
                  <a:pt x="5955" y="8184"/>
                </a:cubicBezTo>
                <a:cubicBezTo>
                  <a:pt x="6081" y="8310"/>
                  <a:pt x="6081" y="8530"/>
                  <a:pt x="5955" y="8656"/>
                </a:cubicBezTo>
                <a:lnTo>
                  <a:pt x="4978" y="9633"/>
                </a:lnTo>
                <a:cubicBezTo>
                  <a:pt x="4915" y="9696"/>
                  <a:pt x="4821" y="9728"/>
                  <a:pt x="4730" y="9728"/>
                </a:cubicBezTo>
                <a:cubicBezTo>
                  <a:pt x="4639" y="9728"/>
                  <a:pt x="4553" y="9696"/>
                  <a:pt x="4505" y="9633"/>
                </a:cubicBezTo>
                <a:cubicBezTo>
                  <a:pt x="4379" y="9507"/>
                  <a:pt x="4379" y="9286"/>
                  <a:pt x="4505" y="9160"/>
                </a:cubicBezTo>
                <a:lnTo>
                  <a:pt x="5482" y="8184"/>
                </a:lnTo>
                <a:cubicBezTo>
                  <a:pt x="5545" y="8121"/>
                  <a:pt x="5632" y="8089"/>
                  <a:pt x="5718" y="8089"/>
                </a:cubicBezTo>
                <a:close/>
                <a:moveTo>
                  <a:pt x="6616" y="8877"/>
                </a:moveTo>
                <a:lnTo>
                  <a:pt x="7467" y="9665"/>
                </a:lnTo>
                <a:cubicBezTo>
                  <a:pt x="7593" y="9759"/>
                  <a:pt x="7593" y="9980"/>
                  <a:pt x="7435" y="10106"/>
                </a:cubicBezTo>
                <a:cubicBezTo>
                  <a:pt x="7388" y="10169"/>
                  <a:pt x="7286" y="10200"/>
                  <a:pt x="7179" y="10200"/>
                </a:cubicBezTo>
                <a:cubicBezTo>
                  <a:pt x="7073" y="10200"/>
                  <a:pt x="6963" y="10169"/>
                  <a:pt x="6900" y="10106"/>
                </a:cubicBezTo>
                <a:lnTo>
                  <a:pt x="6207" y="9412"/>
                </a:lnTo>
                <a:lnTo>
                  <a:pt x="6427" y="9160"/>
                </a:lnTo>
                <a:cubicBezTo>
                  <a:pt x="6522" y="9097"/>
                  <a:pt x="6585" y="8971"/>
                  <a:pt x="6616" y="8877"/>
                </a:cubicBezTo>
                <a:close/>
                <a:moveTo>
                  <a:pt x="7309" y="0"/>
                </a:moveTo>
                <a:cubicBezTo>
                  <a:pt x="7042" y="0"/>
                  <a:pt x="6774" y="103"/>
                  <a:pt x="6585" y="308"/>
                </a:cubicBezTo>
                <a:lnTo>
                  <a:pt x="5608" y="1284"/>
                </a:lnTo>
                <a:lnTo>
                  <a:pt x="4852" y="560"/>
                </a:lnTo>
                <a:cubicBezTo>
                  <a:pt x="4656" y="394"/>
                  <a:pt x="4409" y="307"/>
                  <a:pt x="4163" y="307"/>
                </a:cubicBezTo>
                <a:cubicBezTo>
                  <a:pt x="3897" y="307"/>
                  <a:pt x="3631" y="409"/>
                  <a:pt x="3434" y="623"/>
                </a:cubicBezTo>
                <a:lnTo>
                  <a:pt x="410" y="3647"/>
                </a:lnTo>
                <a:cubicBezTo>
                  <a:pt x="0" y="4025"/>
                  <a:pt x="0" y="4718"/>
                  <a:pt x="410" y="5096"/>
                </a:cubicBezTo>
                <a:lnTo>
                  <a:pt x="1103" y="5821"/>
                </a:lnTo>
                <a:cubicBezTo>
                  <a:pt x="725" y="6199"/>
                  <a:pt x="725" y="6829"/>
                  <a:pt x="1103" y="7239"/>
                </a:cubicBezTo>
                <a:cubicBezTo>
                  <a:pt x="1292" y="7428"/>
                  <a:pt x="1544" y="7491"/>
                  <a:pt x="1765" y="7554"/>
                </a:cubicBezTo>
                <a:cubicBezTo>
                  <a:pt x="1765" y="7774"/>
                  <a:pt x="1891" y="8026"/>
                  <a:pt x="2080" y="8215"/>
                </a:cubicBezTo>
                <a:cubicBezTo>
                  <a:pt x="2300" y="8404"/>
                  <a:pt x="2521" y="8499"/>
                  <a:pt x="2773" y="8530"/>
                </a:cubicBezTo>
                <a:cubicBezTo>
                  <a:pt x="2773" y="8751"/>
                  <a:pt x="2867" y="9003"/>
                  <a:pt x="3088" y="9192"/>
                </a:cubicBezTo>
                <a:cubicBezTo>
                  <a:pt x="3277" y="9381"/>
                  <a:pt x="3497" y="9475"/>
                  <a:pt x="3749" y="9507"/>
                </a:cubicBezTo>
                <a:cubicBezTo>
                  <a:pt x="3749" y="9759"/>
                  <a:pt x="3875" y="9980"/>
                  <a:pt x="4064" y="10169"/>
                </a:cubicBezTo>
                <a:cubicBezTo>
                  <a:pt x="4253" y="10373"/>
                  <a:pt x="4521" y="10476"/>
                  <a:pt x="4789" y="10476"/>
                </a:cubicBezTo>
                <a:cubicBezTo>
                  <a:pt x="5057" y="10476"/>
                  <a:pt x="5325" y="10373"/>
                  <a:pt x="5514" y="10169"/>
                </a:cubicBezTo>
                <a:lnTo>
                  <a:pt x="5766" y="9948"/>
                </a:lnTo>
                <a:lnTo>
                  <a:pt x="6459" y="10673"/>
                </a:lnTo>
                <a:cubicBezTo>
                  <a:pt x="6664" y="10862"/>
                  <a:pt x="6939" y="10956"/>
                  <a:pt x="7219" y="10956"/>
                </a:cubicBezTo>
                <a:cubicBezTo>
                  <a:pt x="7498" y="10956"/>
                  <a:pt x="7782" y="10862"/>
                  <a:pt x="8003" y="10673"/>
                </a:cubicBezTo>
                <a:cubicBezTo>
                  <a:pt x="8192" y="10452"/>
                  <a:pt x="8286" y="10232"/>
                  <a:pt x="8318" y="9980"/>
                </a:cubicBezTo>
                <a:cubicBezTo>
                  <a:pt x="8538" y="9980"/>
                  <a:pt x="8790" y="9885"/>
                  <a:pt x="8979" y="9665"/>
                </a:cubicBezTo>
                <a:cubicBezTo>
                  <a:pt x="9168" y="9475"/>
                  <a:pt x="9263" y="9255"/>
                  <a:pt x="9294" y="9003"/>
                </a:cubicBezTo>
                <a:cubicBezTo>
                  <a:pt x="9546" y="9003"/>
                  <a:pt x="9767" y="8877"/>
                  <a:pt x="9956" y="8688"/>
                </a:cubicBezTo>
                <a:cubicBezTo>
                  <a:pt x="10176" y="8499"/>
                  <a:pt x="10239" y="8247"/>
                  <a:pt x="10271" y="8026"/>
                </a:cubicBezTo>
                <a:cubicBezTo>
                  <a:pt x="10523" y="8026"/>
                  <a:pt x="10743" y="7900"/>
                  <a:pt x="10964" y="7711"/>
                </a:cubicBezTo>
                <a:cubicBezTo>
                  <a:pt x="11342" y="7302"/>
                  <a:pt x="11342" y="6640"/>
                  <a:pt x="10964" y="6262"/>
                </a:cubicBezTo>
                <a:lnTo>
                  <a:pt x="10680" y="5978"/>
                </a:lnTo>
                <a:lnTo>
                  <a:pt x="11594" y="5065"/>
                </a:lnTo>
                <a:cubicBezTo>
                  <a:pt x="11909" y="4687"/>
                  <a:pt x="11909" y="4057"/>
                  <a:pt x="11468" y="3647"/>
                </a:cubicBezTo>
                <a:lnTo>
                  <a:pt x="8034" y="308"/>
                </a:lnTo>
                <a:cubicBezTo>
                  <a:pt x="7845" y="103"/>
                  <a:pt x="7577" y="0"/>
                  <a:pt x="73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901" name="Google Shape;15901;p87"/>
          <p:cNvSpPr/>
          <p:nvPr/>
        </p:nvSpPr>
        <p:spPr>
          <a:xfrm>
            <a:off x="3019106" y="2660806"/>
            <a:ext cx="421914" cy="420759"/>
          </a:xfrm>
          <a:custGeom>
            <a:avLst/>
            <a:gdLst/>
            <a:ahLst/>
            <a:cxnLst/>
            <a:rect l="l" t="t" r="r" b="b"/>
            <a:pathLst>
              <a:path w="11689" h="11657" extrusionOk="0">
                <a:moveTo>
                  <a:pt x="5797" y="2111"/>
                </a:moveTo>
                <a:cubicBezTo>
                  <a:pt x="6175" y="2111"/>
                  <a:pt x="6459" y="2426"/>
                  <a:pt x="6459" y="2773"/>
                </a:cubicBezTo>
                <a:cubicBezTo>
                  <a:pt x="6459" y="3151"/>
                  <a:pt x="6175" y="3466"/>
                  <a:pt x="5797" y="3466"/>
                </a:cubicBezTo>
                <a:cubicBezTo>
                  <a:pt x="5388" y="3466"/>
                  <a:pt x="5104" y="3151"/>
                  <a:pt x="5104" y="2773"/>
                </a:cubicBezTo>
                <a:cubicBezTo>
                  <a:pt x="5104" y="2426"/>
                  <a:pt x="5419" y="2111"/>
                  <a:pt x="5797" y="2111"/>
                </a:cubicBezTo>
                <a:close/>
                <a:moveTo>
                  <a:pt x="6112" y="4159"/>
                </a:moveTo>
                <a:cubicBezTo>
                  <a:pt x="6648" y="4159"/>
                  <a:pt x="7120" y="4631"/>
                  <a:pt x="7120" y="5198"/>
                </a:cubicBezTo>
                <a:lnTo>
                  <a:pt x="7120" y="5545"/>
                </a:lnTo>
                <a:lnTo>
                  <a:pt x="4379" y="5545"/>
                </a:lnTo>
                <a:lnTo>
                  <a:pt x="4379" y="5198"/>
                </a:lnTo>
                <a:cubicBezTo>
                  <a:pt x="4411" y="4600"/>
                  <a:pt x="4884" y="4159"/>
                  <a:pt x="5419" y="4159"/>
                </a:cubicBezTo>
                <a:close/>
                <a:moveTo>
                  <a:pt x="10586" y="662"/>
                </a:moveTo>
                <a:cubicBezTo>
                  <a:pt x="10775" y="662"/>
                  <a:pt x="10932" y="819"/>
                  <a:pt x="10932" y="1008"/>
                </a:cubicBezTo>
                <a:lnTo>
                  <a:pt x="10932" y="5860"/>
                </a:lnTo>
                <a:lnTo>
                  <a:pt x="10996" y="5860"/>
                </a:lnTo>
                <a:cubicBezTo>
                  <a:pt x="10996" y="6049"/>
                  <a:pt x="10838" y="6207"/>
                  <a:pt x="10617" y="6207"/>
                </a:cubicBezTo>
                <a:lnTo>
                  <a:pt x="9483" y="6207"/>
                </a:lnTo>
                <a:cubicBezTo>
                  <a:pt x="9326" y="5829"/>
                  <a:pt x="8979" y="5545"/>
                  <a:pt x="8507" y="5545"/>
                </a:cubicBezTo>
                <a:lnTo>
                  <a:pt x="7845" y="5545"/>
                </a:lnTo>
                <a:lnTo>
                  <a:pt x="7845" y="5198"/>
                </a:lnTo>
                <a:cubicBezTo>
                  <a:pt x="7845" y="4505"/>
                  <a:pt x="7435" y="3938"/>
                  <a:pt x="6837" y="3655"/>
                </a:cubicBezTo>
                <a:cubicBezTo>
                  <a:pt x="7057" y="3403"/>
                  <a:pt x="7152" y="3151"/>
                  <a:pt x="7152" y="2773"/>
                </a:cubicBezTo>
                <a:cubicBezTo>
                  <a:pt x="7152" y="2048"/>
                  <a:pt x="6522" y="1418"/>
                  <a:pt x="5797" y="1418"/>
                </a:cubicBezTo>
                <a:cubicBezTo>
                  <a:pt x="5041" y="1418"/>
                  <a:pt x="4411" y="2048"/>
                  <a:pt x="4411" y="2773"/>
                </a:cubicBezTo>
                <a:cubicBezTo>
                  <a:pt x="4411" y="3088"/>
                  <a:pt x="4537" y="3403"/>
                  <a:pt x="4726" y="3655"/>
                </a:cubicBezTo>
                <a:cubicBezTo>
                  <a:pt x="4127" y="3938"/>
                  <a:pt x="3749" y="4505"/>
                  <a:pt x="3749" y="5198"/>
                </a:cubicBezTo>
                <a:lnTo>
                  <a:pt x="3749" y="5545"/>
                </a:lnTo>
                <a:lnTo>
                  <a:pt x="3056" y="5545"/>
                </a:lnTo>
                <a:cubicBezTo>
                  <a:pt x="2647" y="5545"/>
                  <a:pt x="2237" y="5829"/>
                  <a:pt x="2080" y="6207"/>
                </a:cubicBezTo>
                <a:lnTo>
                  <a:pt x="977" y="6207"/>
                </a:lnTo>
                <a:cubicBezTo>
                  <a:pt x="788" y="6207"/>
                  <a:pt x="630" y="6049"/>
                  <a:pt x="630" y="5860"/>
                </a:cubicBezTo>
                <a:lnTo>
                  <a:pt x="630" y="1008"/>
                </a:lnTo>
                <a:cubicBezTo>
                  <a:pt x="630" y="819"/>
                  <a:pt x="788" y="662"/>
                  <a:pt x="977" y="662"/>
                </a:cubicBezTo>
                <a:close/>
                <a:moveTo>
                  <a:pt x="8538" y="6175"/>
                </a:moveTo>
                <a:cubicBezTo>
                  <a:pt x="8759" y="6175"/>
                  <a:pt x="8916" y="6333"/>
                  <a:pt x="8916" y="6522"/>
                </a:cubicBezTo>
                <a:cubicBezTo>
                  <a:pt x="8853" y="6711"/>
                  <a:pt x="8696" y="6868"/>
                  <a:pt x="8538" y="6868"/>
                </a:cubicBezTo>
                <a:lnTo>
                  <a:pt x="3088" y="6868"/>
                </a:lnTo>
                <a:cubicBezTo>
                  <a:pt x="2867" y="6868"/>
                  <a:pt x="2710" y="6711"/>
                  <a:pt x="2710" y="6522"/>
                </a:cubicBezTo>
                <a:cubicBezTo>
                  <a:pt x="2710" y="6333"/>
                  <a:pt x="2867" y="6175"/>
                  <a:pt x="3088" y="6175"/>
                </a:cubicBezTo>
                <a:close/>
                <a:moveTo>
                  <a:pt x="8160" y="7593"/>
                </a:moveTo>
                <a:lnTo>
                  <a:pt x="7561" y="11027"/>
                </a:lnTo>
                <a:lnTo>
                  <a:pt x="4033" y="11027"/>
                </a:lnTo>
                <a:lnTo>
                  <a:pt x="3466" y="7593"/>
                </a:lnTo>
                <a:close/>
                <a:moveTo>
                  <a:pt x="1008" y="0"/>
                </a:moveTo>
                <a:cubicBezTo>
                  <a:pt x="473" y="0"/>
                  <a:pt x="0" y="473"/>
                  <a:pt x="0" y="1008"/>
                </a:cubicBezTo>
                <a:lnTo>
                  <a:pt x="0" y="5860"/>
                </a:lnTo>
                <a:cubicBezTo>
                  <a:pt x="0" y="6396"/>
                  <a:pt x="473" y="6868"/>
                  <a:pt x="1008" y="6868"/>
                </a:cubicBezTo>
                <a:lnTo>
                  <a:pt x="2111" y="6868"/>
                </a:lnTo>
                <a:cubicBezTo>
                  <a:pt x="2237" y="7183"/>
                  <a:pt x="2489" y="7435"/>
                  <a:pt x="2804" y="7498"/>
                </a:cubicBezTo>
                <a:lnTo>
                  <a:pt x="3434" y="11373"/>
                </a:lnTo>
                <a:cubicBezTo>
                  <a:pt x="3466" y="11531"/>
                  <a:pt x="3592" y="11657"/>
                  <a:pt x="3781" y="11657"/>
                </a:cubicBezTo>
                <a:lnTo>
                  <a:pt x="7877" y="11657"/>
                </a:lnTo>
                <a:cubicBezTo>
                  <a:pt x="8034" y="11657"/>
                  <a:pt x="8192" y="11531"/>
                  <a:pt x="8223" y="11373"/>
                </a:cubicBezTo>
                <a:lnTo>
                  <a:pt x="8853" y="7498"/>
                </a:lnTo>
                <a:cubicBezTo>
                  <a:pt x="9168" y="7435"/>
                  <a:pt x="9420" y="7183"/>
                  <a:pt x="9546" y="6868"/>
                </a:cubicBezTo>
                <a:lnTo>
                  <a:pt x="10680" y="6868"/>
                </a:lnTo>
                <a:cubicBezTo>
                  <a:pt x="11216" y="6868"/>
                  <a:pt x="11689" y="6396"/>
                  <a:pt x="11689" y="5860"/>
                </a:cubicBezTo>
                <a:lnTo>
                  <a:pt x="11689" y="1008"/>
                </a:lnTo>
                <a:cubicBezTo>
                  <a:pt x="11657" y="473"/>
                  <a:pt x="11185" y="0"/>
                  <a:pt x="106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5902" name="Google Shape;15902;p87"/>
          <p:cNvGrpSpPr/>
          <p:nvPr/>
        </p:nvGrpSpPr>
        <p:grpSpPr>
          <a:xfrm>
            <a:off x="5765634" y="1631256"/>
            <a:ext cx="324133" cy="420796"/>
            <a:chOff x="-3462150" y="2046625"/>
            <a:chExt cx="224500" cy="291450"/>
          </a:xfrm>
        </p:grpSpPr>
        <p:sp>
          <p:nvSpPr>
            <p:cNvPr id="15903" name="Google Shape;15903;p87"/>
            <p:cNvSpPr/>
            <p:nvPr/>
          </p:nvSpPr>
          <p:spPr>
            <a:xfrm>
              <a:off x="-3425125" y="2253000"/>
              <a:ext cx="51225" cy="50425"/>
            </a:xfrm>
            <a:custGeom>
              <a:avLst/>
              <a:gdLst/>
              <a:ahLst/>
              <a:cxnLst/>
              <a:rect l="l" t="t" r="r" b="b"/>
              <a:pathLst>
                <a:path w="2049" h="2017" extrusionOk="0">
                  <a:moveTo>
                    <a:pt x="1009" y="662"/>
                  </a:moveTo>
                  <a:cubicBezTo>
                    <a:pt x="1198" y="662"/>
                    <a:pt x="1355" y="819"/>
                    <a:pt x="1355" y="1008"/>
                  </a:cubicBezTo>
                  <a:cubicBezTo>
                    <a:pt x="1355" y="1197"/>
                    <a:pt x="1166" y="1355"/>
                    <a:pt x="1009" y="1355"/>
                  </a:cubicBezTo>
                  <a:cubicBezTo>
                    <a:pt x="820" y="1355"/>
                    <a:pt x="662" y="1197"/>
                    <a:pt x="662" y="1008"/>
                  </a:cubicBezTo>
                  <a:cubicBezTo>
                    <a:pt x="662" y="819"/>
                    <a:pt x="820" y="662"/>
                    <a:pt x="1009" y="662"/>
                  </a:cubicBezTo>
                  <a:close/>
                  <a:moveTo>
                    <a:pt x="1009" y="0"/>
                  </a:moveTo>
                  <a:cubicBezTo>
                    <a:pt x="473" y="0"/>
                    <a:pt x="0" y="441"/>
                    <a:pt x="0" y="1008"/>
                  </a:cubicBezTo>
                  <a:cubicBezTo>
                    <a:pt x="0" y="1575"/>
                    <a:pt x="473" y="2016"/>
                    <a:pt x="1009" y="2016"/>
                  </a:cubicBezTo>
                  <a:cubicBezTo>
                    <a:pt x="1576" y="2016"/>
                    <a:pt x="2048" y="1575"/>
                    <a:pt x="2048" y="1008"/>
                  </a:cubicBezTo>
                  <a:cubicBezTo>
                    <a:pt x="2048" y="441"/>
                    <a:pt x="1576"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904" name="Google Shape;15904;p87"/>
            <p:cNvSpPr/>
            <p:nvPr/>
          </p:nvSpPr>
          <p:spPr>
            <a:xfrm>
              <a:off x="-3425125" y="2116725"/>
              <a:ext cx="51225" cy="49650"/>
            </a:xfrm>
            <a:custGeom>
              <a:avLst/>
              <a:gdLst/>
              <a:ahLst/>
              <a:cxnLst/>
              <a:rect l="l" t="t" r="r" b="b"/>
              <a:pathLst>
                <a:path w="2049" h="1986" extrusionOk="0">
                  <a:moveTo>
                    <a:pt x="343" y="1"/>
                  </a:moveTo>
                  <a:cubicBezTo>
                    <a:pt x="252" y="1"/>
                    <a:pt x="158" y="32"/>
                    <a:pt x="95" y="95"/>
                  </a:cubicBezTo>
                  <a:cubicBezTo>
                    <a:pt x="0" y="190"/>
                    <a:pt x="0" y="442"/>
                    <a:pt x="95" y="536"/>
                  </a:cubicBezTo>
                  <a:lnTo>
                    <a:pt x="536" y="977"/>
                  </a:lnTo>
                  <a:lnTo>
                    <a:pt x="95" y="1418"/>
                  </a:lnTo>
                  <a:cubicBezTo>
                    <a:pt x="0" y="1544"/>
                    <a:pt x="0" y="1765"/>
                    <a:pt x="95" y="1891"/>
                  </a:cubicBezTo>
                  <a:cubicBezTo>
                    <a:pt x="158" y="1954"/>
                    <a:pt x="252" y="1986"/>
                    <a:pt x="343" y="1986"/>
                  </a:cubicBezTo>
                  <a:cubicBezTo>
                    <a:pt x="434" y="1986"/>
                    <a:pt x="520" y="1954"/>
                    <a:pt x="568" y="1891"/>
                  </a:cubicBezTo>
                  <a:lnTo>
                    <a:pt x="1009" y="1450"/>
                  </a:lnTo>
                  <a:lnTo>
                    <a:pt x="1450" y="1891"/>
                  </a:lnTo>
                  <a:cubicBezTo>
                    <a:pt x="1513" y="1954"/>
                    <a:pt x="1599" y="1986"/>
                    <a:pt x="1686" y="1986"/>
                  </a:cubicBezTo>
                  <a:cubicBezTo>
                    <a:pt x="1773" y="1986"/>
                    <a:pt x="1859" y="1954"/>
                    <a:pt x="1922" y="1891"/>
                  </a:cubicBezTo>
                  <a:cubicBezTo>
                    <a:pt x="2048" y="1765"/>
                    <a:pt x="2048" y="1544"/>
                    <a:pt x="1922" y="1418"/>
                  </a:cubicBezTo>
                  <a:lnTo>
                    <a:pt x="1481" y="977"/>
                  </a:lnTo>
                  <a:lnTo>
                    <a:pt x="1922" y="536"/>
                  </a:lnTo>
                  <a:cubicBezTo>
                    <a:pt x="2048" y="442"/>
                    <a:pt x="2048" y="190"/>
                    <a:pt x="1922" y="95"/>
                  </a:cubicBezTo>
                  <a:cubicBezTo>
                    <a:pt x="1859" y="32"/>
                    <a:pt x="1773" y="1"/>
                    <a:pt x="1686" y="1"/>
                  </a:cubicBezTo>
                  <a:cubicBezTo>
                    <a:pt x="1599" y="1"/>
                    <a:pt x="1513" y="32"/>
                    <a:pt x="1450" y="95"/>
                  </a:cubicBezTo>
                  <a:lnTo>
                    <a:pt x="1009" y="505"/>
                  </a:lnTo>
                  <a:lnTo>
                    <a:pt x="568" y="95"/>
                  </a:lnTo>
                  <a:cubicBezTo>
                    <a:pt x="520" y="32"/>
                    <a:pt x="434" y="1"/>
                    <a:pt x="3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905" name="Google Shape;15905;p87"/>
            <p:cNvSpPr/>
            <p:nvPr/>
          </p:nvSpPr>
          <p:spPr>
            <a:xfrm>
              <a:off x="-3425125" y="2185250"/>
              <a:ext cx="51225" cy="49650"/>
            </a:xfrm>
            <a:custGeom>
              <a:avLst/>
              <a:gdLst/>
              <a:ahLst/>
              <a:cxnLst/>
              <a:rect l="l" t="t" r="r" b="b"/>
              <a:pathLst>
                <a:path w="2049" h="1986" extrusionOk="0">
                  <a:moveTo>
                    <a:pt x="343" y="1"/>
                  </a:moveTo>
                  <a:cubicBezTo>
                    <a:pt x="252" y="1"/>
                    <a:pt x="158" y="32"/>
                    <a:pt x="95" y="95"/>
                  </a:cubicBezTo>
                  <a:cubicBezTo>
                    <a:pt x="0" y="221"/>
                    <a:pt x="0" y="442"/>
                    <a:pt x="95" y="568"/>
                  </a:cubicBezTo>
                  <a:lnTo>
                    <a:pt x="536" y="1009"/>
                  </a:lnTo>
                  <a:lnTo>
                    <a:pt x="95" y="1418"/>
                  </a:lnTo>
                  <a:cubicBezTo>
                    <a:pt x="0" y="1544"/>
                    <a:pt x="0" y="1796"/>
                    <a:pt x="95" y="1891"/>
                  </a:cubicBezTo>
                  <a:cubicBezTo>
                    <a:pt x="158" y="1954"/>
                    <a:pt x="252" y="1985"/>
                    <a:pt x="343" y="1985"/>
                  </a:cubicBezTo>
                  <a:cubicBezTo>
                    <a:pt x="434" y="1985"/>
                    <a:pt x="520" y="1954"/>
                    <a:pt x="568" y="1891"/>
                  </a:cubicBezTo>
                  <a:lnTo>
                    <a:pt x="1009" y="1481"/>
                  </a:lnTo>
                  <a:lnTo>
                    <a:pt x="1450" y="1891"/>
                  </a:lnTo>
                  <a:cubicBezTo>
                    <a:pt x="1513" y="1954"/>
                    <a:pt x="1599" y="1985"/>
                    <a:pt x="1686" y="1985"/>
                  </a:cubicBezTo>
                  <a:cubicBezTo>
                    <a:pt x="1773" y="1985"/>
                    <a:pt x="1859" y="1954"/>
                    <a:pt x="1922" y="1891"/>
                  </a:cubicBezTo>
                  <a:cubicBezTo>
                    <a:pt x="2048" y="1796"/>
                    <a:pt x="2048" y="1544"/>
                    <a:pt x="1922" y="1418"/>
                  </a:cubicBezTo>
                  <a:lnTo>
                    <a:pt x="1481" y="1009"/>
                  </a:lnTo>
                  <a:lnTo>
                    <a:pt x="1922" y="568"/>
                  </a:lnTo>
                  <a:cubicBezTo>
                    <a:pt x="2048" y="410"/>
                    <a:pt x="2048" y="221"/>
                    <a:pt x="1922" y="95"/>
                  </a:cubicBezTo>
                  <a:cubicBezTo>
                    <a:pt x="1859" y="32"/>
                    <a:pt x="1773" y="1"/>
                    <a:pt x="1686" y="1"/>
                  </a:cubicBezTo>
                  <a:cubicBezTo>
                    <a:pt x="1599" y="1"/>
                    <a:pt x="1513" y="32"/>
                    <a:pt x="1450" y="95"/>
                  </a:cubicBezTo>
                  <a:lnTo>
                    <a:pt x="1009" y="536"/>
                  </a:lnTo>
                  <a:lnTo>
                    <a:pt x="568" y="95"/>
                  </a:lnTo>
                  <a:cubicBezTo>
                    <a:pt x="520" y="32"/>
                    <a:pt x="434" y="1"/>
                    <a:pt x="3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906" name="Google Shape;15906;p87"/>
            <p:cNvSpPr/>
            <p:nvPr/>
          </p:nvSpPr>
          <p:spPr>
            <a:xfrm>
              <a:off x="-3462150" y="2046625"/>
              <a:ext cx="224500" cy="291450"/>
            </a:xfrm>
            <a:custGeom>
              <a:avLst/>
              <a:gdLst/>
              <a:ahLst/>
              <a:cxnLst/>
              <a:rect l="l" t="t" r="r" b="b"/>
              <a:pathLst>
                <a:path w="8980" h="11658" extrusionOk="0">
                  <a:moveTo>
                    <a:pt x="5924" y="694"/>
                  </a:moveTo>
                  <a:cubicBezTo>
                    <a:pt x="6113" y="694"/>
                    <a:pt x="6270" y="851"/>
                    <a:pt x="6270" y="1040"/>
                  </a:cubicBezTo>
                  <a:cubicBezTo>
                    <a:pt x="6270" y="1229"/>
                    <a:pt x="6113" y="1387"/>
                    <a:pt x="5924" y="1387"/>
                  </a:cubicBezTo>
                  <a:lnTo>
                    <a:pt x="3151" y="1387"/>
                  </a:lnTo>
                  <a:cubicBezTo>
                    <a:pt x="2962" y="1387"/>
                    <a:pt x="2805" y="1229"/>
                    <a:pt x="2805" y="1040"/>
                  </a:cubicBezTo>
                  <a:cubicBezTo>
                    <a:pt x="2805" y="851"/>
                    <a:pt x="2962" y="694"/>
                    <a:pt x="3151" y="694"/>
                  </a:cubicBezTo>
                  <a:close/>
                  <a:moveTo>
                    <a:pt x="8034" y="1356"/>
                  </a:moveTo>
                  <a:cubicBezTo>
                    <a:pt x="8255" y="1356"/>
                    <a:pt x="8413" y="1513"/>
                    <a:pt x="8413" y="1702"/>
                  </a:cubicBezTo>
                  <a:lnTo>
                    <a:pt x="8413" y="10649"/>
                  </a:lnTo>
                  <a:lnTo>
                    <a:pt x="8287" y="10649"/>
                  </a:lnTo>
                  <a:cubicBezTo>
                    <a:pt x="8287" y="10838"/>
                    <a:pt x="8129" y="10996"/>
                    <a:pt x="7940" y="10996"/>
                  </a:cubicBezTo>
                  <a:lnTo>
                    <a:pt x="1103" y="10996"/>
                  </a:lnTo>
                  <a:cubicBezTo>
                    <a:pt x="914" y="10996"/>
                    <a:pt x="757" y="10838"/>
                    <a:pt x="757" y="10649"/>
                  </a:cubicBezTo>
                  <a:lnTo>
                    <a:pt x="757" y="1702"/>
                  </a:lnTo>
                  <a:cubicBezTo>
                    <a:pt x="757" y="1513"/>
                    <a:pt x="914" y="1356"/>
                    <a:pt x="1103" y="1356"/>
                  </a:cubicBezTo>
                  <a:lnTo>
                    <a:pt x="2206" y="1356"/>
                  </a:lnTo>
                  <a:cubicBezTo>
                    <a:pt x="2364" y="1734"/>
                    <a:pt x="2742" y="2017"/>
                    <a:pt x="3214" y="2017"/>
                  </a:cubicBezTo>
                  <a:lnTo>
                    <a:pt x="5955" y="2017"/>
                  </a:lnTo>
                  <a:cubicBezTo>
                    <a:pt x="6396" y="2017"/>
                    <a:pt x="6774" y="1734"/>
                    <a:pt x="6932" y="1356"/>
                  </a:cubicBezTo>
                  <a:close/>
                  <a:moveTo>
                    <a:pt x="3120" y="1"/>
                  </a:moveTo>
                  <a:cubicBezTo>
                    <a:pt x="2679" y="1"/>
                    <a:pt x="2301" y="284"/>
                    <a:pt x="2143" y="694"/>
                  </a:cubicBezTo>
                  <a:lnTo>
                    <a:pt x="1040" y="694"/>
                  </a:lnTo>
                  <a:cubicBezTo>
                    <a:pt x="473" y="694"/>
                    <a:pt x="1" y="1166"/>
                    <a:pt x="1" y="1702"/>
                  </a:cubicBezTo>
                  <a:lnTo>
                    <a:pt x="1" y="10649"/>
                  </a:lnTo>
                  <a:cubicBezTo>
                    <a:pt x="1" y="11185"/>
                    <a:pt x="473" y="11658"/>
                    <a:pt x="1040" y="11658"/>
                  </a:cubicBezTo>
                  <a:lnTo>
                    <a:pt x="7877" y="11658"/>
                  </a:lnTo>
                  <a:cubicBezTo>
                    <a:pt x="8444" y="11658"/>
                    <a:pt x="8917" y="11185"/>
                    <a:pt x="8917" y="10649"/>
                  </a:cubicBezTo>
                  <a:lnTo>
                    <a:pt x="8917" y="1702"/>
                  </a:lnTo>
                  <a:cubicBezTo>
                    <a:pt x="8980" y="1166"/>
                    <a:pt x="8507" y="694"/>
                    <a:pt x="7971" y="694"/>
                  </a:cubicBezTo>
                  <a:lnTo>
                    <a:pt x="6869" y="694"/>
                  </a:lnTo>
                  <a:cubicBezTo>
                    <a:pt x="6711" y="284"/>
                    <a:pt x="6365" y="1"/>
                    <a:pt x="58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907" name="Google Shape;15907;p87"/>
            <p:cNvSpPr/>
            <p:nvPr/>
          </p:nvSpPr>
          <p:spPr>
            <a:xfrm>
              <a:off x="-3358175" y="2133275"/>
              <a:ext cx="86650" cy="18125"/>
            </a:xfrm>
            <a:custGeom>
              <a:avLst/>
              <a:gdLst/>
              <a:ahLst/>
              <a:cxnLst/>
              <a:rect l="l" t="t" r="r" b="b"/>
              <a:pathLst>
                <a:path w="3466" h="725" extrusionOk="0">
                  <a:moveTo>
                    <a:pt x="347" y="0"/>
                  </a:moveTo>
                  <a:cubicBezTo>
                    <a:pt x="158" y="0"/>
                    <a:pt x="0" y="158"/>
                    <a:pt x="0" y="378"/>
                  </a:cubicBezTo>
                  <a:cubicBezTo>
                    <a:pt x="0" y="567"/>
                    <a:pt x="158" y="725"/>
                    <a:pt x="347" y="725"/>
                  </a:cubicBezTo>
                  <a:lnTo>
                    <a:pt x="3088" y="725"/>
                  </a:lnTo>
                  <a:cubicBezTo>
                    <a:pt x="3308" y="725"/>
                    <a:pt x="3466" y="567"/>
                    <a:pt x="3466" y="378"/>
                  </a:cubicBezTo>
                  <a:cubicBezTo>
                    <a:pt x="3466" y="158"/>
                    <a:pt x="3308" y="0"/>
                    <a:pt x="30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908" name="Google Shape;15908;p87"/>
            <p:cNvSpPr/>
            <p:nvPr/>
          </p:nvSpPr>
          <p:spPr>
            <a:xfrm>
              <a:off x="-3358175" y="2201800"/>
              <a:ext cx="86650" cy="17350"/>
            </a:xfrm>
            <a:custGeom>
              <a:avLst/>
              <a:gdLst/>
              <a:ahLst/>
              <a:cxnLst/>
              <a:rect l="l" t="t" r="r" b="b"/>
              <a:pathLst>
                <a:path w="3466" h="694" extrusionOk="0">
                  <a:moveTo>
                    <a:pt x="347" y="0"/>
                  </a:moveTo>
                  <a:cubicBezTo>
                    <a:pt x="158" y="0"/>
                    <a:pt x="0" y="158"/>
                    <a:pt x="0" y="347"/>
                  </a:cubicBezTo>
                  <a:cubicBezTo>
                    <a:pt x="0" y="536"/>
                    <a:pt x="158" y="693"/>
                    <a:pt x="347" y="693"/>
                  </a:cubicBezTo>
                  <a:lnTo>
                    <a:pt x="3088" y="693"/>
                  </a:lnTo>
                  <a:cubicBezTo>
                    <a:pt x="3308" y="693"/>
                    <a:pt x="3466" y="536"/>
                    <a:pt x="3466" y="347"/>
                  </a:cubicBezTo>
                  <a:cubicBezTo>
                    <a:pt x="3466" y="158"/>
                    <a:pt x="3308" y="0"/>
                    <a:pt x="30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909" name="Google Shape;15909;p87"/>
            <p:cNvSpPr/>
            <p:nvPr/>
          </p:nvSpPr>
          <p:spPr>
            <a:xfrm>
              <a:off x="-3358175" y="2270325"/>
              <a:ext cx="86650" cy="18125"/>
            </a:xfrm>
            <a:custGeom>
              <a:avLst/>
              <a:gdLst/>
              <a:ahLst/>
              <a:cxnLst/>
              <a:rect l="l" t="t" r="r" b="b"/>
              <a:pathLst>
                <a:path w="3466" h="725" extrusionOk="0">
                  <a:moveTo>
                    <a:pt x="347" y="0"/>
                  </a:moveTo>
                  <a:cubicBezTo>
                    <a:pt x="158" y="0"/>
                    <a:pt x="0" y="158"/>
                    <a:pt x="0" y="347"/>
                  </a:cubicBezTo>
                  <a:cubicBezTo>
                    <a:pt x="0" y="567"/>
                    <a:pt x="158" y="725"/>
                    <a:pt x="347" y="725"/>
                  </a:cubicBezTo>
                  <a:lnTo>
                    <a:pt x="3088" y="725"/>
                  </a:lnTo>
                  <a:cubicBezTo>
                    <a:pt x="3308" y="725"/>
                    <a:pt x="3466" y="567"/>
                    <a:pt x="3466" y="347"/>
                  </a:cubicBezTo>
                  <a:cubicBezTo>
                    <a:pt x="3466" y="158"/>
                    <a:pt x="3308" y="0"/>
                    <a:pt x="30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910" name="Google Shape;15910;p87"/>
          <p:cNvGrpSpPr/>
          <p:nvPr/>
        </p:nvGrpSpPr>
        <p:grpSpPr>
          <a:xfrm>
            <a:off x="5741197" y="2139276"/>
            <a:ext cx="373006" cy="423069"/>
            <a:chOff x="-3478675" y="2405775"/>
            <a:chExt cx="258350" cy="293025"/>
          </a:xfrm>
        </p:grpSpPr>
        <p:sp>
          <p:nvSpPr>
            <p:cNvPr id="15911" name="Google Shape;15911;p87"/>
            <p:cNvSpPr/>
            <p:nvPr/>
          </p:nvSpPr>
          <p:spPr>
            <a:xfrm>
              <a:off x="-3478675" y="2405775"/>
              <a:ext cx="258350" cy="293025"/>
            </a:xfrm>
            <a:custGeom>
              <a:avLst/>
              <a:gdLst/>
              <a:ahLst/>
              <a:cxnLst/>
              <a:rect l="l" t="t" r="r" b="b"/>
              <a:pathLst>
                <a:path w="10334" h="11721" extrusionOk="0">
                  <a:moveTo>
                    <a:pt x="6018" y="694"/>
                  </a:moveTo>
                  <a:cubicBezTo>
                    <a:pt x="6175" y="694"/>
                    <a:pt x="6301" y="757"/>
                    <a:pt x="6333" y="915"/>
                  </a:cubicBezTo>
                  <a:lnTo>
                    <a:pt x="6490" y="1450"/>
                  </a:lnTo>
                  <a:lnTo>
                    <a:pt x="3781" y="1450"/>
                  </a:lnTo>
                  <a:lnTo>
                    <a:pt x="3970" y="915"/>
                  </a:lnTo>
                  <a:cubicBezTo>
                    <a:pt x="4033" y="757"/>
                    <a:pt x="4127" y="694"/>
                    <a:pt x="4285" y="694"/>
                  </a:cubicBezTo>
                  <a:close/>
                  <a:moveTo>
                    <a:pt x="9326" y="2049"/>
                  </a:moveTo>
                  <a:cubicBezTo>
                    <a:pt x="9546" y="2049"/>
                    <a:pt x="9704" y="2206"/>
                    <a:pt x="9704" y="2427"/>
                  </a:cubicBezTo>
                  <a:lnTo>
                    <a:pt x="9704" y="2773"/>
                  </a:lnTo>
                  <a:lnTo>
                    <a:pt x="756" y="2773"/>
                  </a:lnTo>
                  <a:lnTo>
                    <a:pt x="756" y="2427"/>
                  </a:lnTo>
                  <a:cubicBezTo>
                    <a:pt x="756" y="2206"/>
                    <a:pt x="914" y="2049"/>
                    <a:pt x="1103" y="2049"/>
                  </a:cubicBezTo>
                  <a:close/>
                  <a:moveTo>
                    <a:pt x="8916" y="3498"/>
                  </a:moveTo>
                  <a:lnTo>
                    <a:pt x="8317" y="10681"/>
                  </a:lnTo>
                  <a:cubicBezTo>
                    <a:pt x="8317" y="10839"/>
                    <a:pt x="8160" y="10996"/>
                    <a:pt x="7971" y="10996"/>
                  </a:cubicBezTo>
                  <a:lnTo>
                    <a:pt x="2363" y="10996"/>
                  </a:lnTo>
                  <a:cubicBezTo>
                    <a:pt x="2174" y="10996"/>
                    <a:pt x="2048" y="10902"/>
                    <a:pt x="2016" y="10681"/>
                  </a:cubicBezTo>
                  <a:lnTo>
                    <a:pt x="1418" y="3498"/>
                  </a:lnTo>
                  <a:close/>
                  <a:moveTo>
                    <a:pt x="4285" y="1"/>
                  </a:moveTo>
                  <a:cubicBezTo>
                    <a:pt x="3875" y="1"/>
                    <a:pt x="3466" y="285"/>
                    <a:pt x="3308" y="726"/>
                  </a:cubicBezTo>
                  <a:lnTo>
                    <a:pt x="3088" y="1450"/>
                  </a:lnTo>
                  <a:lnTo>
                    <a:pt x="1040" y="1450"/>
                  </a:lnTo>
                  <a:cubicBezTo>
                    <a:pt x="473" y="1450"/>
                    <a:pt x="0" y="1923"/>
                    <a:pt x="0" y="2458"/>
                  </a:cubicBezTo>
                  <a:lnTo>
                    <a:pt x="0" y="3120"/>
                  </a:lnTo>
                  <a:cubicBezTo>
                    <a:pt x="0" y="3341"/>
                    <a:pt x="158" y="3498"/>
                    <a:pt x="347" y="3498"/>
                  </a:cubicBezTo>
                  <a:lnTo>
                    <a:pt x="725" y="3498"/>
                  </a:lnTo>
                  <a:lnTo>
                    <a:pt x="1292" y="10776"/>
                  </a:lnTo>
                  <a:cubicBezTo>
                    <a:pt x="1355" y="11311"/>
                    <a:pt x="1764" y="11721"/>
                    <a:pt x="2331" y="11721"/>
                  </a:cubicBezTo>
                  <a:lnTo>
                    <a:pt x="7908" y="11721"/>
                  </a:lnTo>
                  <a:cubicBezTo>
                    <a:pt x="8475" y="11721"/>
                    <a:pt x="8916" y="11311"/>
                    <a:pt x="8948" y="10776"/>
                  </a:cubicBezTo>
                  <a:lnTo>
                    <a:pt x="9546" y="3498"/>
                  </a:lnTo>
                  <a:lnTo>
                    <a:pt x="9893" y="3498"/>
                  </a:lnTo>
                  <a:cubicBezTo>
                    <a:pt x="10082" y="3498"/>
                    <a:pt x="10239" y="3341"/>
                    <a:pt x="10239" y="3120"/>
                  </a:cubicBezTo>
                  <a:lnTo>
                    <a:pt x="10239" y="2458"/>
                  </a:lnTo>
                  <a:cubicBezTo>
                    <a:pt x="10334" y="1860"/>
                    <a:pt x="9861" y="1450"/>
                    <a:pt x="9294" y="1450"/>
                  </a:cubicBezTo>
                  <a:lnTo>
                    <a:pt x="7246" y="1450"/>
                  </a:lnTo>
                  <a:lnTo>
                    <a:pt x="7026" y="726"/>
                  </a:lnTo>
                  <a:cubicBezTo>
                    <a:pt x="6868" y="285"/>
                    <a:pt x="6490" y="1"/>
                    <a:pt x="60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912" name="Google Shape;15912;p87"/>
            <p:cNvSpPr/>
            <p:nvPr/>
          </p:nvSpPr>
          <p:spPr>
            <a:xfrm>
              <a:off x="-3408575" y="2509750"/>
              <a:ext cx="17350" cy="154400"/>
            </a:xfrm>
            <a:custGeom>
              <a:avLst/>
              <a:gdLst/>
              <a:ahLst/>
              <a:cxnLst/>
              <a:rect l="l" t="t" r="r" b="b"/>
              <a:pathLst>
                <a:path w="694" h="6176" extrusionOk="0">
                  <a:moveTo>
                    <a:pt x="347" y="1"/>
                  </a:moveTo>
                  <a:cubicBezTo>
                    <a:pt x="158" y="1"/>
                    <a:pt x="0" y="158"/>
                    <a:pt x="0" y="347"/>
                  </a:cubicBezTo>
                  <a:lnTo>
                    <a:pt x="0" y="5829"/>
                  </a:lnTo>
                  <a:cubicBezTo>
                    <a:pt x="0" y="6018"/>
                    <a:pt x="158" y="6176"/>
                    <a:pt x="347" y="6176"/>
                  </a:cubicBezTo>
                  <a:cubicBezTo>
                    <a:pt x="536" y="6176"/>
                    <a:pt x="693" y="6018"/>
                    <a:pt x="693" y="5829"/>
                  </a:cubicBezTo>
                  <a:lnTo>
                    <a:pt x="693" y="347"/>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913" name="Google Shape;15913;p87"/>
            <p:cNvSpPr/>
            <p:nvPr/>
          </p:nvSpPr>
          <p:spPr>
            <a:xfrm>
              <a:off x="-3357400" y="2509750"/>
              <a:ext cx="17350" cy="154400"/>
            </a:xfrm>
            <a:custGeom>
              <a:avLst/>
              <a:gdLst/>
              <a:ahLst/>
              <a:cxnLst/>
              <a:rect l="l" t="t" r="r" b="b"/>
              <a:pathLst>
                <a:path w="694" h="6176" extrusionOk="0">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914" name="Google Shape;15914;p87"/>
            <p:cNvSpPr/>
            <p:nvPr/>
          </p:nvSpPr>
          <p:spPr>
            <a:xfrm>
              <a:off x="-3306200" y="2509750"/>
              <a:ext cx="17350" cy="154400"/>
            </a:xfrm>
            <a:custGeom>
              <a:avLst/>
              <a:gdLst/>
              <a:ahLst/>
              <a:cxnLst/>
              <a:rect l="l" t="t" r="r" b="b"/>
              <a:pathLst>
                <a:path w="694" h="6176" extrusionOk="0">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915" name="Google Shape;15915;p87"/>
          <p:cNvGrpSpPr/>
          <p:nvPr/>
        </p:nvGrpSpPr>
        <p:grpSpPr>
          <a:xfrm>
            <a:off x="5803715" y="2660398"/>
            <a:ext cx="271831" cy="421914"/>
            <a:chOff x="-3443250" y="2765725"/>
            <a:chExt cx="188275" cy="292225"/>
          </a:xfrm>
        </p:grpSpPr>
        <p:sp>
          <p:nvSpPr>
            <p:cNvPr id="15916" name="Google Shape;15916;p87"/>
            <p:cNvSpPr/>
            <p:nvPr/>
          </p:nvSpPr>
          <p:spPr>
            <a:xfrm>
              <a:off x="-3443250" y="2765725"/>
              <a:ext cx="188275" cy="292225"/>
            </a:xfrm>
            <a:custGeom>
              <a:avLst/>
              <a:gdLst/>
              <a:ahLst/>
              <a:cxnLst/>
              <a:rect l="l" t="t" r="r" b="b"/>
              <a:pathLst>
                <a:path w="7531" h="11689" extrusionOk="0">
                  <a:moveTo>
                    <a:pt x="6491" y="662"/>
                  </a:moveTo>
                  <a:cubicBezTo>
                    <a:pt x="6711" y="662"/>
                    <a:pt x="6869" y="820"/>
                    <a:pt x="6869" y="1009"/>
                  </a:cubicBezTo>
                  <a:lnTo>
                    <a:pt x="6869" y="7908"/>
                  </a:lnTo>
                  <a:cubicBezTo>
                    <a:pt x="6869" y="8097"/>
                    <a:pt x="6711" y="8255"/>
                    <a:pt x="6491" y="8255"/>
                  </a:cubicBezTo>
                  <a:lnTo>
                    <a:pt x="1040" y="8255"/>
                  </a:lnTo>
                  <a:cubicBezTo>
                    <a:pt x="851" y="8255"/>
                    <a:pt x="694" y="8097"/>
                    <a:pt x="694" y="7908"/>
                  </a:cubicBezTo>
                  <a:lnTo>
                    <a:pt x="694" y="1009"/>
                  </a:lnTo>
                  <a:cubicBezTo>
                    <a:pt x="694" y="820"/>
                    <a:pt x="851" y="662"/>
                    <a:pt x="1040" y="662"/>
                  </a:cubicBezTo>
                  <a:close/>
                  <a:moveTo>
                    <a:pt x="4821" y="8948"/>
                  </a:moveTo>
                  <a:lnTo>
                    <a:pt x="4821" y="10996"/>
                  </a:lnTo>
                  <a:lnTo>
                    <a:pt x="2773" y="10996"/>
                  </a:lnTo>
                  <a:lnTo>
                    <a:pt x="2773" y="8948"/>
                  </a:lnTo>
                  <a:close/>
                  <a:moveTo>
                    <a:pt x="1040" y="1"/>
                  </a:moveTo>
                  <a:cubicBezTo>
                    <a:pt x="473" y="1"/>
                    <a:pt x="1" y="473"/>
                    <a:pt x="1" y="1009"/>
                  </a:cubicBezTo>
                  <a:lnTo>
                    <a:pt x="1" y="7908"/>
                  </a:lnTo>
                  <a:cubicBezTo>
                    <a:pt x="1" y="8475"/>
                    <a:pt x="473" y="8917"/>
                    <a:pt x="1040" y="8917"/>
                  </a:cubicBezTo>
                  <a:lnTo>
                    <a:pt x="2049" y="8917"/>
                  </a:lnTo>
                  <a:lnTo>
                    <a:pt x="2049" y="10964"/>
                  </a:lnTo>
                  <a:lnTo>
                    <a:pt x="1040" y="10964"/>
                  </a:lnTo>
                  <a:cubicBezTo>
                    <a:pt x="851" y="10964"/>
                    <a:pt x="694" y="11122"/>
                    <a:pt x="694" y="11342"/>
                  </a:cubicBezTo>
                  <a:cubicBezTo>
                    <a:pt x="694" y="11531"/>
                    <a:pt x="851" y="11689"/>
                    <a:pt x="1040" y="11689"/>
                  </a:cubicBezTo>
                  <a:lnTo>
                    <a:pt x="6491" y="11689"/>
                  </a:lnTo>
                  <a:cubicBezTo>
                    <a:pt x="6711" y="11689"/>
                    <a:pt x="6869" y="11531"/>
                    <a:pt x="6869" y="11342"/>
                  </a:cubicBezTo>
                  <a:cubicBezTo>
                    <a:pt x="6869" y="11122"/>
                    <a:pt x="6711" y="10964"/>
                    <a:pt x="6491" y="10964"/>
                  </a:cubicBezTo>
                  <a:lnTo>
                    <a:pt x="5483" y="10964"/>
                  </a:lnTo>
                  <a:lnTo>
                    <a:pt x="5483" y="8917"/>
                  </a:lnTo>
                  <a:lnTo>
                    <a:pt x="6491" y="8917"/>
                  </a:lnTo>
                  <a:cubicBezTo>
                    <a:pt x="7058" y="8917"/>
                    <a:pt x="7531" y="8475"/>
                    <a:pt x="7531" y="7908"/>
                  </a:cubicBezTo>
                  <a:lnTo>
                    <a:pt x="7531" y="1009"/>
                  </a:lnTo>
                  <a:cubicBezTo>
                    <a:pt x="7531" y="442"/>
                    <a:pt x="7089" y="1"/>
                    <a:pt x="64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917" name="Google Shape;15917;p87"/>
            <p:cNvSpPr/>
            <p:nvPr/>
          </p:nvSpPr>
          <p:spPr>
            <a:xfrm>
              <a:off x="-3411725" y="2799375"/>
              <a:ext cx="124450" cy="86100"/>
            </a:xfrm>
            <a:custGeom>
              <a:avLst/>
              <a:gdLst/>
              <a:ahLst/>
              <a:cxnLst/>
              <a:rect l="l" t="t" r="r" b="b"/>
              <a:pathLst>
                <a:path w="4978" h="3444" extrusionOk="0">
                  <a:moveTo>
                    <a:pt x="1859" y="1144"/>
                  </a:moveTo>
                  <a:lnTo>
                    <a:pt x="2678" y="2750"/>
                  </a:lnTo>
                  <a:lnTo>
                    <a:pt x="1040" y="2750"/>
                  </a:lnTo>
                  <a:lnTo>
                    <a:pt x="1859" y="1144"/>
                  </a:lnTo>
                  <a:close/>
                  <a:moveTo>
                    <a:pt x="3151" y="1049"/>
                  </a:moveTo>
                  <a:lnTo>
                    <a:pt x="4033" y="2782"/>
                  </a:lnTo>
                  <a:lnTo>
                    <a:pt x="3403" y="2782"/>
                  </a:lnTo>
                  <a:lnTo>
                    <a:pt x="3403" y="2750"/>
                  </a:lnTo>
                  <a:lnTo>
                    <a:pt x="2804" y="1553"/>
                  </a:lnTo>
                  <a:lnTo>
                    <a:pt x="3151" y="1049"/>
                  </a:lnTo>
                  <a:close/>
                  <a:moveTo>
                    <a:pt x="3213" y="1"/>
                  </a:moveTo>
                  <a:cubicBezTo>
                    <a:pt x="3110" y="1"/>
                    <a:pt x="3003" y="48"/>
                    <a:pt x="2930" y="135"/>
                  </a:cubicBezTo>
                  <a:lnTo>
                    <a:pt x="2457" y="829"/>
                  </a:lnTo>
                  <a:lnTo>
                    <a:pt x="2142" y="198"/>
                  </a:lnTo>
                  <a:cubicBezTo>
                    <a:pt x="2079" y="72"/>
                    <a:pt x="1961" y="9"/>
                    <a:pt x="1839" y="9"/>
                  </a:cubicBezTo>
                  <a:cubicBezTo>
                    <a:pt x="1717" y="9"/>
                    <a:pt x="1591" y="72"/>
                    <a:pt x="1512" y="198"/>
                  </a:cubicBezTo>
                  <a:lnTo>
                    <a:pt x="126" y="2939"/>
                  </a:lnTo>
                  <a:cubicBezTo>
                    <a:pt x="0" y="3191"/>
                    <a:pt x="158" y="3443"/>
                    <a:pt x="441" y="3443"/>
                  </a:cubicBezTo>
                  <a:lnTo>
                    <a:pt x="4537" y="3443"/>
                  </a:lnTo>
                  <a:cubicBezTo>
                    <a:pt x="4757" y="3443"/>
                    <a:pt x="4978" y="3191"/>
                    <a:pt x="4852" y="2939"/>
                  </a:cubicBezTo>
                  <a:lnTo>
                    <a:pt x="3497" y="198"/>
                  </a:lnTo>
                  <a:cubicBezTo>
                    <a:pt x="3446" y="63"/>
                    <a:pt x="3332" y="1"/>
                    <a:pt x="32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918" name="Google Shape;15918;p87"/>
            <p:cNvSpPr/>
            <p:nvPr/>
          </p:nvSpPr>
          <p:spPr>
            <a:xfrm>
              <a:off x="-3392825" y="2903575"/>
              <a:ext cx="86650" cy="17350"/>
            </a:xfrm>
            <a:custGeom>
              <a:avLst/>
              <a:gdLst/>
              <a:ahLst/>
              <a:cxnLst/>
              <a:rect l="l" t="t" r="r" b="b"/>
              <a:pathLst>
                <a:path w="3466" h="694" extrusionOk="0">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919" name="Google Shape;15919;p87"/>
            <p:cNvSpPr/>
            <p:nvPr/>
          </p:nvSpPr>
          <p:spPr>
            <a:xfrm>
              <a:off x="-3392825" y="2938225"/>
              <a:ext cx="86650" cy="17350"/>
            </a:xfrm>
            <a:custGeom>
              <a:avLst/>
              <a:gdLst/>
              <a:ahLst/>
              <a:cxnLst/>
              <a:rect l="l" t="t" r="r" b="b"/>
              <a:pathLst>
                <a:path w="3466" h="694" extrusionOk="0">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920" name="Google Shape;15920;p87"/>
          <p:cNvGrpSpPr/>
          <p:nvPr/>
        </p:nvGrpSpPr>
        <p:grpSpPr>
          <a:xfrm>
            <a:off x="832612" y="3230934"/>
            <a:ext cx="371887" cy="423069"/>
            <a:chOff x="-1684475" y="2049000"/>
            <a:chExt cx="257575" cy="293025"/>
          </a:xfrm>
        </p:grpSpPr>
        <p:sp>
          <p:nvSpPr>
            <p:cNvPr id="15921" name="Google Shape;15921;p87"/>
            <p:cNvSpPr/>
            <p:nvPr/>
          </p:nvSpPr>
          <p:spPr>
            <a:xfrm>
              <a:off x="-1684475" y="2049000"/>
              <a:ext cx="257575" cy="293025"/>
            </a:xfrm>
            <a:custGeom>
              <a:avLst/>
              <a:gdLst/>
              <a:ahLst/>
              <a:cxnLst/>
              <a:rect l="l" t="t" r="r" b="b"/>
              <a:pathLst>
                <a:path w="10303" h="11721" extrusionOk="0">
                  <a:moveTo>
                    <a:pt x="1355" y="693"/>
                  </a:moveTo>
                  <a:lnTo>
                    <a:pt x="1355" y="1387"/>
                  </a:lnTo>
                  <a:lnTo>
                    <a:pt x="694" y="1387"/>
                  </a:lnTo>
                  <a:lnTo>
                    <a:pt x="694" y="693"/>
                  </a:lnTo>
                  <a:close/>
                  <a:moveTo>
                    <a:pt x="9546" y="693"/>
                  </a:moveTo>
                  <a:lnTo>
                    <a:pt x="9546" y="1387"/>
                  </a:lnTo>
                  <a:lnTo>
                    <a:pt x="8885" y="1387"/>
                  </a:lnTo>
                  <a:lnTo>
                    <a:pt x="8885" y="693"/>
                  </a:lnTo>
                  <a:close/>
                  <a:moveTo>
                    <a:pt x="8223" y="1387"/>
                  </a:moveTo>
                  <a:lnTo>
                    <a:pt x="8223" y="1733"/>
                  </a:lnTo>
                  <a:cubicBezTo>
                    <a:pt x="8223" y="1922"/>
                    <a:pt x="8381" y="2080"/>
                    <a:pt x="8570" y="2080"/>
                  </a:cubicBezTo>
                  <a:lnTo>
                    <a:pt x="8916" y="2080"/>
                  </a:lnTo>
                  <a:lnTo>
                    <a:pt x="8916" y="9641"/>
                  </a:lnTo>
                  <a:lnTo>
                    <a:pt x="8538" y="9641"/>
                  </a:lnTo>
                  <a:cubicBezTo>
                    <a:pt x="8349" y="9641"/>
                    <a:pt x="8192" y="9798"/>
                    <a:pt x="8192" y="9987"/>
                  </a:cubicBezTo>
                  <a:lnTo>
                    <a:pt x="8192" y="10365"/>
                  </a:lnTo>
                  <a:lnTo>
                    <a:pt x="2080" y="10365"/>
                  </a:lnTo>
                  <a:lnTo>
                    <a:pt x="2080" y="9987"/>
                  </a:lnTo>
                  <a:cubicBezTo>
                    <a:pt x="2080" y="9798"/>
                    <a:pt x="1922" y="9641"/>
                    <a:pt x="1733" y="9641"/>
                  </a:cubicBezTo>
                  <a:lnTo>
                    <a:pt x="1355" y="9641"/>
                  </a:lnTo>
                  <a:lnTo>
                    <a:pt x="1355" y="2080"/>
                  </a:lnTo>
                  <a:lnTo>
                    <a:pt x="1733" y="2080"/>
                  </a:lnTo>
                  <a:cubicBezTo>
                    <a:pt x="1922" y="2080"/>
                    <a:pt x="2080" y="1922"/>
                    <a:pt x="2080" y="1733"/>
                  </a:cubicBezTo>
                  <a:lnTo>
                    <a:pt x="2080" y="1387"/>
                  </a:lnTo>
                  <a:close/>
                  <a:moveTo>
                    <a:pt x="1355" y="10365"/>
                  </a:moveTo>
                  <a:lnTo>
                    <a:pt x="1355" y="11027"/>
                  </a:lnTo>
                  <a:lnTo>
                    <a:pt x="694" y="11027"/>
                  </a:lnTo>
                  <a:lnTo>
                    <a:pt x="694" y="10365"/>
                  </a:lnTo>
                  <a:close/>
                  <a:moveTo>
                    <a:pt x="9609" y="10365"/>
                  </a:moveTo>
                  <a:lnTo>
                    <a:pt x="9609" y="11027"/>
                  </a:lnTo>
                  <a:lnTo>
                    <a:pt x="8916" y="11027"/>
                  </a:lnTo>
                  <a:lnTo>
                    <a:pt x="8916" y="10365"/>
                  </a:lnTo>
                  <a:close/>
                  <a:moveTo>
                    <a:pt x="347" y="0"/>
                  </a:moveTo>
                  <a:cubicBezTo>
                    <a:pt x="158" y="0"/>
                    <a:pt x="0" y="158"/>
                    <a:pt x="0" y="347"/>
                  </a:cubicBezTo>
                  <a:lnTo>
                    <a:pt x="0" y="1733"/>
                  </a:lnTo>
                  <a:cubicBezTo>
                    <a:pt x="0" y="1922"/>
                    <a:pt x="158" y="2080"/>
                    <a:pt x="347" y="2080"/>
                  </a:cubicBezTo>
                  <a:lnTo>
                    <a:pt x="694" y="2080"/>
                  </a:lnTo>
                  <a:lnTo>
                    <a:pt x="694" y="9641"/>
                  </a:lnTo>
                  <a:lnTo>
                    <a:pt x="347" y="9641"/>
                  </a:lnTo>
                  <a:cubicBezTo>
                    <a:pt x="158" y="9641"/>
                    <a:pt x="0" y="9798"/>
                    <a:pt x="0" y="9987"/>
                  </a:cubicBezTo>
                  <a:lnTo>
                    <a:pt x="0" y="11374"/>
                  </a:lnTo>
                  <a:cubicBezTo>
                    <a:pt x="0" y="11563"/>
                    <a:pt x="158" y="11720"/>
                    <a:pt x="347" y="11720"/>
                  </a:cubicBezTo>
                  <a:lnTo>
                    <a:pt x="1733" y="11720"/>
                  </a:lnTo>
                  <a:cubicBezTo>
                    <a:pt x="1922" y="11720"/>
                    <a:pt x="2080" y="11563"/>
                    <a:pt x="2080" y="11374"/>
                  </a:cubicBezTo>
                  <a:lnTo>
                    <a:pt x="2080" y="11027"/>
                  </a:lnTo>
                  <a:lnTo>
                    <a:pt x="8223" y="11027"/>
                  </a:lnTo>
                  <a:lnTo>
                    <a:pt x="8223" y="11374"/>
                  </a:lnTo>
                  <a:cubicBezTo>
                    <a:pt x="8223" y="11563"/>
                    <a:pt x="8381" y="11720"/>
                    <a:pt x="8570" y="11720"/>
                  </a:cubicBezTo>
                  <a:lnTo>
                    <a:pt x="9956" y="11720"/>
                  </a:lnTo>
                  <a:cubicBezTo>
                    <a:pt x="10145" y="11720"/>
                    <a:pt x="10303" y="11563"/>
                    <a:pt x="10303" y="11374"/>
                  </a:cubicBezTo>
                  <a:lnTo>
                    <a:pt x="10303" y="9987"/>
                  </a:lnTo>
                  <a:cubicBezTo>
                    <a:pt x="10303" y="9798"/>
                    <a:pt x="10145" y="9641"/>
                    <a:pt x="9956" y="9641"/>
                  </a:cubicBezTo>
                  <a:lnTo>
                    <a:pt x="9609" y="9641"/>
                  </a:lnTo>
                  <a:lnTo>
                    <a:pt x="9609" y="2080"/>
                  </a:lnTo>
                  <a:lnTo>
                    <a:pt x="9924" y="2080"/>
                  </a:lnTo>
                  <a:cubicBezTo>
                    <a:pt x="10113" y="2080"/>
                    <a:pt x="10271" y="1922"/>
                    <a:pt x="10271" y="1733"/>
                  </a:cubicBezTo>
                  <a:lnTo>
                    <a:pt x="10271" y="347"/>
                  </a:lnTo>
                  <a:cubicBezTo>
                    <a:pt x="10271" y="158"/>
                    <a:pt x="10113" y="0"/>
                    <a:pt x="9924" y="0"/>
                  </a:cubicBezTo>
                  <a:lnTo>
                    <a:pt x="8538" y="0"/>
                  </a:lnTo>
                  <a:cubicBezTo>
                    <a:pt x="8349" y="0"/>
                    <a:pt x="8192" y="158"/>
                    <a:pt x="8192" y="347"/>
                  </a:cubicBezTo>
                  <a:lnTo>
                    <a:pt x="8192" y="693"/>
                  </a:lnTo>
                  <a:lnTo>
                    <a:pt x="2080" y="693"/>
                  </a:lnTo>
                  <a:lnTo>
                    <a:pt x="2080" y="347"/>
                  </a:lnTo>
                  <a:cubicBezTo>
                    <a:pt x="2080" y="158"/>
                    <a:pt x="1922"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922" name="Google Shape;15922;p87"/>
            <p:cNvSpPr/>
            <p:nvPr/>
          </p:nvSpPr>
          <p:spPr>
            <a:xfrm>
              <a:off x="-1615950" y="2238800"/>
              <a:ext cx="120525" cy="18150"/>
            </a:xfrm>
            <a:custGeom>
              <a:avLst/>
              <a:gdLst/>
              <a:ahLst/>
              <a:cxnLst/>
              <a:rect l="l" t="t" r="r" b="b"/>
              <a:pathLst>
                <a:path w="4821" h="726" extrusionOk="0">
                  <a:moveTo>
                    <a:pt x="347" y="1"/>
                  </a:moveTo>
                  <a:cubicBezTo>
                    <a:pt x="158" y="1"/>
                    <a:pt x="0" y="159"/>
                    <a:pt x="0" y="348"/>
                  </a:cubicBezTo>
                  <a:cubicBezTo>
                    <a:pt x="0" y="568"/>
                    <a:pt x="158" y="726"/>
                    <a:pt x="347" y="726"/>
                  </a:cubicBezTo>
                  <a:lnTo>
                    <a:pt x="4443" y="726"/>
                  </a:lnTo>
                  <a:cubicBezTo>
                    <a:pt x="4663" y="726"/>
                    <a:pt x="4821" y="568"/>
                    <a:pt x="4821" y="348"/>
                  </a:cubicBezTo>
                  <a:cubicBezTo>
                    <a:pt x="4821" y="159"/>
                    <a:pt x="4663" y="1"/>
                    <a:pt x="44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923" name="Google Shape;15923;p87"/>
            <p:cNvSpPr/>
            <p:nvPr/>
          </p:nvSpPr>
          <p:spPr>
            <a:xfrm>
              <a:off x="-1615950" y="2273475"/>
              <a:ext cx="120525" cy="17350"/>
            </a:xfrm>
            <a:custGeom>
              <a:avLst/>
              <a:gdLst/>
              <a:ahLst/>
              <a:cxnLst/>
              <a:rect l="l" t="t" r="r" b="b"/>
              <a:pathLst>
                <a:path w="4821" h="694" extrusionOk="0">
                  <a:moveTo>
                    <a:pt x="347" y="0"/>
                  </a:moveTo>
                  <a:cubicBezTo>
                    <a:pt x="158" y="0"/>
                    <a:pt x="0" y="158"/>
                    <a:pt x="0" y="347"/>
                  </a:cubicBezTo>
                  <a:cubicBezTo>
                    <a:pt x="0" y="536"/>
                    <a:pt x="158" y="693"/>
                    <a:pt x="347" y="693"/>
                  </a:cubicBezTo>
                  <a:lnTo>
                    <a:pt x="4443" y="693"/>
                  </a:lnTo>
                  <a:cubicBezTo>
                    <a:pt x="4663" y="693"/>
                    <a:pt x="4821" y="536"/>
                    <a:pt x="4821" y="347"/>
                  </a:cubicBezTo>
                  <a:cubicBezTo>
                    <a:pt x="4821" y="158"/>
                    <a:pt x="4663"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924" name="Google Shape;15924;p87"/>
            <p:cNvSpPr/>
            <p:nvPr/>
          </p:nvSpPr>
          <p:spPr>
            <a:xfrm>
              <a:off x="-1630925" y="2100975"/>
              <a:ext cx="153625" cy="116600"/>
            </a:xfrm>
            <a:custGeom>
              <a:avLst/>
              <a:gdLst/>
              <a:ahLst/>
              <a:cxnLst/>
              <a:rect l="l" t="t" r="r" b="b"/>
              <a:pathLst>
                <a:path w="6145" h="4664" extrusionOk="0">
                  <a:moveTo>
                    <a:pt x="4695" y="662"/>
                  </a:moveTo>
                  <a:lnTo>
                    <a:pt x="2994" y="1985"/>
                  </a:lnTo>
                  <a:lnTo>
                    <a:pt x="1261" y="662"/>
                  </a:lnTo>
                  <a:close/>
                  <a:moveTo>
                    <a:pt x="599" y="1040"/>
                  </a:moveTo>
                  <a:lnTo>
                    <a:pt x="2427" y="2395"/>
                  </a:lnTo>
                  <a:lnTo>
                    <a:pt x="599" y="3781"/>
                  </a:lnTo>
                  <a:lnTo>
                    <a:pt x="599" y="1040"/>
                  </a:lnTo>
                  <a:close/>
                  <a:moveTo>
                    <a:pt x="5357" y="1040"/>
                  </a:moveTo>
                  <a:lnTo>
                    <a:pt x="5357" y="3781"/>
                  </a:lnTo>
                  <a:lnTo>
                    <a:pt x="3561" y="2395"/>
                  </a:lnTo>
                  <a:lnTo>
                    <a:pt x="5357" y="1040"/>
                  </a:lnTo>
                  <a:close/>
                  <a:moveTo>
                    <a:pt x="2994" y="2836"/>
                  </a:moveTo>
                  <a:lnTo>
                    <a:pt x="4695" y="4128"/>
                  </a:lnTo>
                  <a:lnTo>
                    <a:pt x="1292" y="4128"/>
                  </a:lnTo>
                  <a:lnTo>
                    <a:pt x="2994" y="2836"/>
                  </a:lnTo>
                  <a:close/>
                  <a:moveTo>
                    <a:pt x="316" y="1"/>
                  </a:moveTo>
                  <a:cubicBezTo>
                    <a:pt x="158" y="1"/>
                    <a:pt x="1" y="127"/>
                    <a:pt x="1" y="284"/>
                  </a:cubicBezTo>
                  <a:lnTo>
                    <a:pt x="1" y="4380"/>
                  </a:lnTo>
                  <a:cubicBezTo>
                    <a:pt x="64" y="4506"/>
                    <a:pt x="127" y="4600"/>
                    <a:pt x="253" y="4663"/>
                  </a:cubicBezTo>
                  <a:lnTo>
                    <a:pt x="5798" y="4663"/>
                  </a:lnTo>
                  <a:cubicBezTo>
                    <a:pt x="5955" y="4663"/>
                    <a:pt x="6113" y="4537"/>
                    <a:pt x="6144" y="4317"/>
                  </a:cubicBezTo>
                  <a:lnTo>
                    <a:pt x="6081" y="316"/>
                  </a:lnTo>
                  <a:cubicBezTo>
                    <a:pt x="6081" y="158"/>
                    <a:pt x="5955" y="32"/>
                    <a:pt x="57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5925" name="Google Shape;15925;p87"/>
          <p:cNvSpPr/>
          <p:nvPr/>
        </p:nvSpPr>
        <p:spPr>
          <a:xfrm>
            <a:off x="2460792" y="3231775"/>
            <a:ext cx="440106" cy="421373"/>
          </a:xfrm>
          <a:custGeom>
            <a:avLst/>
            <a:gdLst/>
            <a:ahLst/>
            <a:cxnLst/>
            <a:rect l="l" t="t" r="r" b="b"/>
            <a:pathLst>
              <a:path w="12193" h="11674" extrusionOk="0">
                <a:moveTo>
                  <a:pt x="9483" y="1174"/>
                </a:moveTo>
                <a:lnTo>
                  <a:pt x="9483" y="2308"/>
                </a:lnTo>
                <a:cubicBezTo>
                  <a:pt x="9483" y="2497"/>
                  <a:pt x="9641" y="2655"/>
                  <a:pt x="9830" y="2655"/>
                </a:cubicBezTo>
                <a:lnTo>
                  <a:pt x="10901" y="2655"/>
                </a:lnTo>
                <a:lnTo>
                  <a:pt x="9515" y="4041"/>
                </a:lnTo>
                <a:lnTo>
                  <a:pt x="8097" y="4041"/>
                </a:lnTo>
                <a:lnTo>
                  <a:pt x="8097" y="2560"/>
                </a:lnTo>
                <a:lnTo>
                  <a:pt x="9483" y="1174"/>
                </a:lnTo>
                <a:close/>
                <a:moveTo>
                  <a:pt x="4885" y="6181"/>
                </a:moveTo>
                <a:cubicBezTo>
                  <a:pt x="5033" y="6181"/>
                  <a:pt x="5183" y="6212"/>
                  <a:pt x="5325" y="6278"/>
                </a:cubicBezTo>
                <a:lnTo>
                  <a:pt x="4600" y="7003"/>
                </a:lnTo>
                <a:cubicBezTo>
                  <a:pt x="4474" y="7129"/>
                  <a:pt x="4474" y="7349"/>
                  <a:pt x="4600" y="7475"/>
                </a:cubicBezTo>
                <a:cubicBezTo>
                  <a:pt x="4663" y="7538"/>
                  <a:pt x="4750" y="7570"/>
                  <a:pt x="4836" y="7570"/>
                </a:cubicBezTo>
                <a:cubicBezTo>
                  <a:pt x="4923" y="7570"/>
                  <a:pt x="5010" y="7538"/>
                  <a:pt x="5073" y="7475"/>
                </a:cubicBezTo>
                <a:lnTo>
                  <a:pt x="5797" y="6751"/>
                </a:lnTo>
                <a:lnTo>
                  <a:pt x="5797" y="6751"/>
                </a:lnTo>
                <a:cubicBezTo>
                  <a:pt x="5986" y="7160"/>
                  <a:pt x="5892" y="7633"/>
                  <a:pt x="5577" y="7948"/>
                </a:cubicBezTo>
                <a:cubicBezTo>
                  <a:pt x="5388" y="8137"/>
                  <a:pt x="5128" y="8231"/>
                  <a:pt x="4864" y="8231"/>
                </a:cubicBezTo>
                <a:cubicBezTo>
                  <a:pt x="4600" y="8231"/>
                  <a:pt x="4332" y="8137"/>
                  <a:pt x="4127" y="7948"/>
                </a:cubicBezTo>
                <a:cubicBezTo>
                  <a:pt x="3749" y="7538"/>
                  <a:pt x="3749" y="6877"/>
                  <a:pt x="4127" y="6499"/>
                </a:cubicBezTo>
                <a:cubicBezTo>
                  <a:pt x="4333" y="6293"/>
                  <a:pt x="4606" y="6181"/>
                  <a:pt x="4885" y="6181"/>
                </a:cubicBezTo>
                <a:close/>
                <a:moveTo>
                  <a:pt x="4897" y="4831"/>
                </a:moveTo>
                <a:cubicBezTo>
                  <a:pt x="5396" y="4831"/>
                  <a:pt x="5890" y="4990"/>
                  <a:pt x="6301" y="5301"/>
                </a:cubicBezTo>
                <a:lnTo>
                  <a:pt x="5829" y="5774"/>
                </a:lnTo>
                <a:cubicBezTo>
                  <a:pt x="5553" y="5590"/>
                  <a:pt x="5233" y="5499"/>
                  <a:pt x="4911" y="5499"/>
                </a:cubicBezTo>
                <a:cubicBezTo>
                  <a:pt x="4460" y="5499"/>
                  <a:pt x="4004" y="5677"/>
                  <a:pt x="3655" y="6026"/>
                </a:cubicBezTo>
                <a:cubicBezTo>
                  <a:pt x="2993" y="6688"/>
                  <a:pt x="2993" y="7790"/>
                  <a:pt x="3655" y="8420"/>
                </a:cubicBezTo>
                <a:cubicBezTo>
                  <a:pt x="3986" y="8751"/>
                  <a:pt x="4427" y="8917"/>
                  <a:pt x="4864" y="8917"/>
                </a:cubicBezTo>
                <a:cubicBezTo>
                  <a:pt x="5301" y="8917"/>
                  <a:pt x="5734" y="8751"/>
                  <a:pt x="6049" y="8420"/>
                </a:cubicBezTo>
                <a:cubicBezTo>
                  <a:pt x="6648" y="7822"/>
                  <a:pt x="6742" y="6908"/>
                  <a:pt x="6301" y="6246"/>
                </a:cubicBezTo>
                <a:lnTo>
                  <a:pt x="6774" y="5774"/>
                </a:lnTo>
                <a:lnTo>
                  <a:pt x="6774" y="5774"/>
                </a:lnTo>
                <a:cubicBezTo>
                  <a:pt x="7467" y="6719"/>
                  <a:pt x="7404" y="8074"/>
                  <a:pt x="6585" y="8924"/>
                </a:cubicBezTo>
                <a:cubicBezTo>
                  <a:pt x="6112" y="9397"/>
                  <a:pt x="5498" y="9633"/>
                  <a:pt x="4883" y="9633"/>
                </a:cubicBezTo>
                <a:cubicBezTo>
                  <a:pt x="4269" y="9633"/>
                  <a:pt x="3655" y="9397"/>
                  <a:pt x="3182" y="8924"/>
                </a:cubicBezTo>
                <a:cubicBezTo>
                  <a:pt x="2237" y="7979"/>
                  <a:pt x="2237" y="6499"/>
                  <a:pt x="3182" y="5553"/>
                </a:cubicBezTo>
                <a:cubicBezTo>
                  <a:pt x="3667" y="5068"/>
                  <a:pt x="4286" y="4831"/>
                  <a:pt x="4897" y="4831"/>
                </a:cubicBezTo>
                <a:close/>
                <a:moveTo>
                  <a:pt x="4873" y="3463"/>
                </a:moveTo>
                <a:cubicBezTo>
                  <a:pt x="5728" y="3463"/>
                  <a:pt x="6583" y="3748"/>
                  <a:pt x="7278" y="4325"/>
                </a:cubicBezTo>
                <a:lnTo>
                  <a:pt x="6805" y="4797"/>
                </a:lnTo>
                <a:cubicBezTo>
                  <a:pt x="6228" y="4353"/>
                  <a:pt x="5533" y="4125"/>
                  <a:pt x="4844" y="4125"/>
                </a:cubicBezTo>
                <a:cubicBezTo>
                  <a:pt x="4065" y="4125"/>
                  <a:pt x="3294" y="4416"/>
                  <a:pt x="2710" y="5018"/>
                </a:cubicBezTo>
                <a:cubicBezTo>
                  <a:pt x="1481" y="6246"/>
                  <a:pt x="1481" y="8168"/>
                  <a:pt x="2710" y="9397"/>
                </a:cubicBezTo>
                <a:cubicBezTo>
                  <a:pt x="3324" y="10011"/>
                  <a:pt x="4112" y="10318"/>
                  <a:pt x="4899" y="10318"/>
                </a:cubicBezTo>
                <a:cubicBezTo>
                  <a:pt x="5687" y="10318"/>
                  <a:pt x="6474" y="10011"/>
                  <a:pt x="7089" y="9397"/>
                </a:cubicBezTo>
                <a:cubicBezTo>
                  <a:pt x="8223" y="8263"/>
                  <a:pt x="8255" y="6467"/>
                  <a:pt x="7309" y="5301"/>
                </a:cubicBezTo>
                <a:lnTo>
                  <a:pt x="7782" y="4829"/>
                </a:lnTo>
                <a:lnTo>
                  <a:pt x="7782" y="4829"/>
                </a:lnTo>
                <a:cubicBezTo>
                  <a:pt x="8979" y="6278"/>
                  <a:pt x="8885" y="8483"/>
                  <a:pt x="7530" y="9870"/>
                </a:cubicBezTo>
                <a:cubicBezTo>
                  <a:pt x="6790" y="10594"/>
                  <a:pt x="5821" y="10956"/>
                  <a:pt x="4856" y="10956"/>
                </a:cubicBezTo>
                <a:cubicBezTo>
                  <a:pt x="3891" y="10956"/>
                  <a:pt x="2930" y="10594"/>
                  <a:pt x="2206" y="9870"/>
                </a:cubicBezTo>
                <a:cubicBezTo>
                  <a:pt x="756" y="8420"/>
                  <a:pt x="756" y="6026"/>
                  <a:pt x="2206" y="4545"/>
                </a:cubicBezTo>
                <a:cubicBezTo>
                  <a:pt x="2941" y="3827"/>
                  <a:pt x="3907" y="3463"/>
                  <a:pt x="4873" y="3463"/>
                </a:cubicBezTo>
                <a:close/>
                <a:moveTo>
                  <a:pt x="9899" y="0"/>
                </a:moveTo>
                <a:cubicBezTo>
                  <a:pt x="9813" y="0"/>
                  <a:pt x="9722" y="32"/>
                  <a:pt x="9641" y="103"/>
                </a:cubicBezTo>
                <a:lnTo>
                  <a:pt x="7561" y="2182"/>
                </a:lnTo>
                <a:cubicBezTo>
                  <a:pt x="7467" y="2277"/>
                  <a:pt x="7435" y="2340"/>
                  <a:pt x="7435" y="2434"/>
                </a:cubicBezTo>
                <a:lnTo>
                  <a:pt x="7435" y="3600"/>
                </a:lnTo>
                <a:cubicBezTo>
                  <a:pt x="6670" y="3071"/>
                  <a:pt x="5769" y="2807"/>
                  <a:pt x="4868" y="2807"/>
                </a:cubicBezTo>
                <a:cubicBezTo>
                  <a:pt x="3731" y="2807"/>
                  <a:pt x="2595" y="3229"/>
                  <a:pt x="1733" y="4073"/>
                </a:cubicBezTo>
                <a:cubicBezTo>
                  <a:pt x="0" y="5805"/>
                  <a:pt x="0" y="8641"/>
                  <a:pt x="1733" y="10374"/>
                </a:cubicBezTo>
                <a:cubicBezTo>
                  <a:pt x="2599" y="11240"/>
                  <a:pt x="3741" y="11673"/>
                  <a:pt x="4883" y="11673"/>
                </a:cubicBezTo>
                <a:cubicBezTo>
                  <a:pt x="6026" y="11673"/>
                  <a:pt x="7168" y="11240"/>
                  <a:pt x="8034" y="10374"/>
                </a:cubicBezTo>
                <a:cubicBezTo>
                  <a:pt x="9578" y="8861"/>
                  <a:pt x="9735" y="6436"/>
                  <a:pt x="8538" y="4703"/>
                </a:cubicBezTo>
                <a:lnTo>
                  <a:pt x="9672" y="4703"/>
                </a:lnTo>
                <a:cubicBezTo>
                  <a:pt x="9767" y="4703"/>
                  <a:pt x="9893" y="4671"/>
                  <a:pt x="9924" y="4608"/>
                </a:cubicBezTo>
                <a:lnTo>
                  <a:pt x="12004" y="2497"/>
                </a:lnTo>
                <a:cubicBezTo>
                  <a:pt x="12193" y="2308"/>
                  <a:pt x="12035" y="1962"/>
                  <a:pt x="11783" y="1962"/>
                </a:cubicBezTo>
                <a:lnTo>
                  <a:pt x="10239" y="1962"/>
                </a:lnTo>
                <a:lnTo>
                  <a:pt x="10239" y="355"/>
                </a:lnTo>
                <a:cubicBezTo>
                  <a:pt x="10239" y="141"/>
                  <a:pt x="10080" y="0"/>
                  <a:pt x="98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5926" name="Google Shape;15926;p87"/>
          <p:cNvGrpSpPr/>
          <p:nvPr/>
        </p:nvGrpSpPr>
        <p:grpSpPr>
          <a:xfrm>
            <a:off x="4122504" y="3231514"/>
            <a:ext cx="420796" cy="421914"/>
            <a:chOff x="-1700225" y="2768875"/>
            <a:chExt cx="291450" cy="292225"/>
          </a:xfrm>
        </p:grpSpPr>
        <p:sp>
          <p:nvSpPr>
            <p:cNvPr id="15927" name="Google Shape;15927;p87"/>
            <p:cNvSpPr/>
            <p:nvPr/>
          </p:nvSpPr>
          <p:spPr>
            <a:xfrm>
              <a:off x="-1700225" y="2768875"/>
              <a:ext cx="291450" cy="292225"/>
            </a:xfrm>
            <a:custGeom>
              <a:avLst/>
              <a:gdLst/>
              <a:ahLst/>
              <a:cxnLst/>
              <a:rect l="l" t="t" r="r" b="b"/>
              <a:pathLst>
                <a:path w="11658" h="11689" extrusionOk="0">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928" name="Google Shape;15928;p87"/>
            <p:cNvSpPr/>
            <p:nvPr/>
          </p:nvSpPr>
          <p:spPr>
            <a:xfrm>
              <a:off x="-1667150" y="2801950"/>
              <a:ext cx="18150" cy="18150"/>
            </a:xfrm>
            <a:custGeom>
              <a:avLst/>
              <a:gdLst/>
              <a:ahLst/>
              <a:cxnLst/>
              <a:rect l="l" t="t" r="r" b="b"/>
              <a:pathLst>
                <a:path w="726" h="726" extrusionOk="0">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929" name="Google Shape;15929;p87"/>
            <p:cNvSpPr/>
            <p:nvPr/>
          </p:nvSpPr>
          <p:spPr>
            <a:xfrm>
              <a:off x="-1632500" y="2801950"/>
              <a:ext cx="17350" cy="18150"/>
            </a:xfrm>
            <a:custGeom>
              <a:avLst/>
              <a:gdLst/>
              <a:ahLst/>
              <a:cxnLst/>
              <a:rect l="l" t="t" r="r" b="b"/>
              <a:pathLst>
                <a:path w="694" h="726" extrusionOk="0">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930" name="Google Shape;15930;p87"/>
            <p:cNvSpPr/>
            <p:nvPr/>
          </p:nvSpPr>
          <p:spPr>
            <a:xfrm>
              <a:off x="-1597850" y="2801950"/>
              <a:ext cx="17375" cy="18150"/>
            </a:xfrm>
            <a:custGeom>
              <a:avLst/>
              <a:gdLst/>
              <a:ahLst/>
              <a:cxnLst/>
              <a:rect l="l" t="t" r="r" b="b"/>
              <a:pathLst>
                <a:path w="695" h="726" extrusionOk="0">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931" name="Google Shape;15931;p87"/>
            <p:cNvSpPr/>
            <p:nvPr/>
          </p:nvSpPr>
          <p:spPr>
            <a:xfrm>
              <a:off x="-1564750" y="2801950"/>
              <a:ext cx="120525" cy="18150"/>
            </a:xfrm>
            <a:custGeom>
              <a:avLst/>
              <a:gdLst/>
              <a:ahLst/>
              <a:cxnLst/>
              <a:rect l="l" t="t" r="r" b="b"/>
              <a:pathLst>
                <a:path w="4821" h="726" extrusionOk="0">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932" name="Google Shape;15932;p87"/>
            <p:cNvSpPr/>
            <p:nvPr/>
          </p:nvSpPr>
          <p:spPr>
            <a:xfrm>
              <a:off x="-1597850" y="2924050"/>
              <a:ext cx="85100" cy="85075"/>
            </a:xfrm>
            <a:custGeom>
              <a:avLst/>
              <a:gdLst/>
              <a:ahLst/>
              <a:cxnLst/>
              <a:rect l="l" t="t" r="r" b="b"/>
              <a:pathLst>
                <a:path w="3404" h="3403" extrusionOk="0">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933" name="Google Shape;15933;p87"/>
          <p:cNvGrpSpPr/>
          <p:nvPr/>
        </p:nvGrpSpPr>
        <p:grpSpPr>
          <a:xfrm>
            <a:off x="3590852" y="3230935"/>
            <a:ext cx="371887" cy="423069"/>
            <a:chOff x="-919700" y="2420750"/>
            <a:chExt cx="257575" cy="293025"/>
          </a:xfrm>
        </p:grpSpPr>
        <p:sp>
          <p:nvSpPr>
            <p:cNvPr id="15934" name="Google Shape;15934;p87"/>
            <p:cNvSpPr/>
            <p:nvPr/>
          </p:nvSpPr>
          <p:spPr>
            <a:xfrm>
              <a:off x="-884250" y="2490850"/>
              <a:ext cx="84300" cy="51225"/>
            </a:xfrm>
            <a:custGeom>
              <a:avLst/>
              <a:gdLst/>
              <a:ahLst/>
              <a:cxnLst/>
              <a:rect l="l" t="t" r="r" b="b"/>
              <a:pathLst>
                <a:path w="3372" h="2049" extrusionOk="0">
                  <a:moveTo>
                    <a:pt x="977" y="631"/>
                  </a:moveTo>
                  <a:cubicBezTo>
                    <a:pt x="1166" y="631"/>
                    <a:pt x="1324" y="788"/>
                    <a:pt x="1324" y="977"/>
                  </a:cubicBezTo>
                  <a:cubicBezTo>
                    <a:pt x="1324" y="1198"/>
                    <a:pt x="1166" y="1355"/>
                    <a:pt x="977" y="1355"/>
                  </a:cubicBezTo>
                  <a:cubicBezTo>
                    <a:pt x="788" y="1355"/>
                    <a:pt x="631" y="1198"/>
                    <a:pt x="631" y="977"/>
                  </a:cubicBezTo>
                  <a:cubicBezTo>
                    <a:pt x="631" y="788"/>
                    <a:pt x="788" y="631"/>
                    <a:pt x="977" y="631"/>
                  </a:cubicBezTo>
                  <a:close/>
                  <a:moveTo>
                    <a:pt x="2363" y="631"/>
                  </a:moveTo>
                  <a:cubicBezTo>
                    <a:pt x="2552" y="631"/>
                    <a:pt x="2710" y="788"/>
                    <a:pt x="2710" y="977"/>
                  </a:cubicBezTo>
                  <a:cubicBezTo>
                    <a:pt x="2710" y="1198"/>
                    <a:pt x="2552" y="1355"/>
                    <a:pt x="2363" y="1355"/>
                  </a:cubicBezTo>
                  <a:cubicBezTo>
                    <a:pt x="2174" y="1355"/>
                    <a:pt x="2017" y="1198"/>
                    <a:pt x="2017" y="977"/>
                  </a:cubicBezTo>
                  <a:cubicBezTo>
                    <a:pt x="2017" y="788"/>
                    <a:pt x="2174" y="631"/>
                    <a:pt x="2363" y="631"/>
                  </a:cubicBezTo>
                  <a:close/>
                  <a:moveTo>
                    <a:pt x="1009" y="1"/>
                  </a:moveTo>
                  <a:cubicBezTo>
                    <a:pt x="473" y="1"/>
                    <a:pt x="0" y="473"/>
                    <a:pt x="0" y="1040"/>
                  </a:cubicBezTo>
                  <a:cubicBezTo>
                    <a:pt x="0" y="1576"/>
                    <a:pt x="473" y="2048"/>
                    <a:pt x="1009" y="2048"/>
                  </a:cubicBezTo>
                  <a:cubicBezTo>
                    <a:pt x="1292" y="2048"/>
                    <a:pt x="1544" y="1922"/>
                    <a:pt x="1702" y="1765"/>
                  </a:cubicBezTo>
                  <a:cubicBezTo>
                    <a:pt x="1891" y="1922"/>
                    <a:pt x="2111" y="2048"/>
                    <a:pt x="2363" y="2048"/>
                  </a:cubicBezTo>
                  <a:cubicBezTo>
                    <a:pt x="2899" y="2048"/>
                    <a:pt x="3371" y="1576"/>
                    <a:pt x="3371" y="1040"/>
                  </a:cubicBezTo>
                  <a:cubicBezTo>
                    <a:pt x="3371" y="442"/>
                    <a:pt x="2899" y="1"/>
                    <a:pt x="2363" y="1"/>
                  </a:cubicBezTo>
                  <a:cubicBezTo>
                    <a:pt x="2080" y="1"/>
                    <a:pt x="1859" y="127"/>
                    <a:pt x="1702" y="284"/>
                  </a:cubicBezTo>
                  <a:cubicBezTo>
                    <a:pt x="1481" y="127"/>
                    <a:pt x="1261"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935" name="Google Shape;15935;p87"/>
            <p:cNvSpPr/>
            <p:nvPr/>
          </p:nvSpPr>
          <p:spPr>
            <a:xfrm>
              <a:off x="-919700" y="2420750"/>
              <a:ext cx="257575" cy="293025"/>
            </a:xfrm>
            <a:custGeom>
              <a:avLst/>
              <a:gdLst/>
              <a:ahLst/>
              <a:cxnLst/>
              <a:rect l="l" t="t" r="r" b="b"/>
              <a:pathLst>
                <a:path w="10303" h="11721" extrusionOk="0">
                  <a:moveTo>
                    <a:pt x="7152" y="694"/>
                  </a:moveTo>
                  <a:cubicBezTo>
                    <a:pt x="7373" y="694"/>
                    <a:pt x="7530" y="851"/>
                    <a:pt x="7530" y="1040"/>
                  </a:cubicBezTo>
                  <a:lnTo>
                    <a:pt x="7530" y="1418"/>
                  </a:lnTo>
                  <a:lnTo>
                    <a:pt x="662" y="1418"/>
                  </a:lnTo>
                  <a:lnTo>
                    <a:pt x="662" y="1040"/>
                  </a:lnTo>
                  <a:cubicBezTo>
                    <a:pt x="694" y="851"/>
                    <a:pt x="851" y="694"/>
                    <a:pt x="1009" y="694"/>
                  </a:cubicBezTo>
                  <a:close/>
                  <a:moveTo>
                    <a:pt x="7562" y="2111"/>
                  </a:moveTo>
                  <a:lnTo>
                    <a:pt x="7562" y="3403"/>
                  </a:lnTo>
                  <a:lnTo>
                    <a:pt x="7247" y="3088"/>
                  </a:lnTo>
                  <a:cubicBezTo>
                    <a:pt x="7042" y="2883"/>
                    <a:pt x="6784" y="2792"/>
                    <a:pt x="6528" y="2792"/>
                  </a:cubicBezTo>
                  <a:cubicBezTo>
                    <a:pt x="5999" y="2792"/>
                    <a:pt x="5483" y="3186"/>
                    <a:pt x="5483" y="3781"/>
                  </a:cubicBezTo>
                  <a:cubicBezTo>
                    <a:pt x="5483" y="4065"/>
                    <a:pt x="5577" y="4348"/>
                    <a:pt x="5798" y="4506"/>
                  </a:cubicBezTo>
                  <a:lnTo>
                    <a:pt x="6774" y="5482"/>
                  </a:lnTo>
                  <a:lnTo>
                    <a:pt x="1009" y="5482"/>
                  </a:lnTo>
                  <a:cubicBezTo>
                    <a:pt x="995" y="5485"/>
                    <a:pt x="982" y="5486"/>
                    <a:pt x="968" y="5486"/>
                  </a:cubicBezTo>
                  <a:cubicBezTo>
                    <a:pt x="825" y="5486"/>
                    <a:pt x="694" y="5340"/>
                    <a:pt x="694" y="5167"/>
                  </a:cubicBezTo>
                  <a:lnTo>
                    <a:pt x="694" y="2111"/>
                  </a:lnTo>
                  <a:close/>
                  <a:moveTo>
                    <a:pt x="8160" y="2584"/>
                  </a:moveTo>
                  <a:lnTo>
                    <a:pt x="9200" y="3624"/>
                  </a:lnTo>
                  <a:cubicBezTo>
                    <a:pt x="9421" y="3844"/>
                    <a:pt x="9515" y="4065"/>
                    <a:pt x="9515" y="4348"/>
                  </a:cubicBezTo>
                  <a:lnTo>
                    <a:pt x="9515" y="6900"/>
                  </a:lnTo>
                  <a:cubicBezTo>
                    <a:pt x="9515" y="7373"/>
                    <a:pt x="9358" y="7845"/>
                    <a:pt x="9043" y="8192"/>
                  </a:cubicBezTo>
                  <a:lnTo>
                    <a:pt x="5955" y="8192"/>
                  </a:lnTo>
                  <a:cubicBezTo>
                    <a:pt x="5640" y="7845"/>
                    <a:pt x="5483" y="7373"/>
                    <a:pt x="5483" y="6900"/>
                  </a:cubicBezTo>
                  <a:lnTo>
                    <a:pt x="5483" y="6144"/>
                  </a:lnTo>
                  <a:lnTo>
                    <a:pt x="6837" y="6144"/>
                  </a:lnTo>
                  <a:lnTo>
                    <a:pt x="6837" y="6207"/>
                  </a:lnTo>
                  <a:cubicBezTo>
                    <a:pt x="6837" y="6585"/>
                    <a:pt x="6900" y="6932"/>
                    <a:pt x="7089" y="7373"/>
                  </a:cubicBezTo>
                  <a:cubicBezTo>
                    <a:pt x="7135" y="7487"/>
                    <a:pt x="7263" y="7568"/>
                    <a:pt x="7403" y="7568"/>
                  </a:cubicBezTo>
                  <a:cubicBezTo>
                    <a:pt x="7455" y="7568"/>
                    <a:pt x="7510" y="7556"/>
                    <a:pt x="7562" y="7530"/>
                  </a:cubicBezTo>
                  <a:cubicBezTo>
                    <a:pt x="7719" y="7467"/>
                    <a:pt x="7782" y="7247"/>
                    <a:pt x="7719" y="7058"/>
                  </a:cubicBezTo>
                  <a:cubicBezTo>
                    <a:pt x="7593" y="6774"/>
                    <a:pt x="7530" y="6522"/>
                    <a:pt x="7530" y="6239"/>
                  </a:cubicBezTo>
                  <a:lnTo>
                    <a:pt x="7530" y="5451"/>
                  </a:lnTo>
                  <a:cubicBezTo>
                    <a:pt x="7530" y="5356"/>
                    <a:pt x="7467" y="5262"/>
                    <a:pt x="7404" y="5199"/>
                  </a:cubicBezTo>
                  <a:lnTo>
                    <a:pt x="6207" y="4033"/>
                  </a:lnTo>
                  <a:cubicBezTo>
                    <a:pt x="6018" y="3844"/>
                    <a:pt x="6144" y="3435"/>
                    <a:pt x="6459" y="3435"/>
                  </a:cubicBezTo>
                  <a:cubicBezTo>
                    <a:pt x="6522" y="3435"/>
                    <a:pt x="6648" y="3466"/>
                    <a:pt x="6680" y="3561"/>
                  </a:cubicBezTo>
                  <a:lnTo>
                    <a:pt x="8255" y="5136"/>
                  </a:lnTo>
                  <a:cubicBezTo>
                    <a:pt x="8318" y="5199"/>
                    <a:pt x="8413" y="5230"/>
                    <a:pt x="8503" y="5230"/>
                  </a:cubicBezTo>
                  <a:cubicBezTo>
                    <a:pt x="8594" y="5230"/>
                    <a:pt x="8680" y="5199"/>
                    <a:pt x="8728" y="5136"/>
                  </a:cubicBezTo>
                  <a:cubicBezTo>
                    <a:pt x="8854" y="5010"/>
                    <a:pt x="8854" y="4789"/>
                    <a:pt x="8728" y="4663"/>
                  </a:cubicBezTo>
                  <a:lnTo>
                    <a:pt x="8160" y="4065"/>
                  </a:lnTo>
                  <a:lnTo>
                    <a:pt x="8160" y="2584"/>
                  </a:lnTo>
                  <a:close/>
                  <a:moveTo>
                    <a:pt x="9295" y="8948"/>
                  </a:moveTo>
                  <a:cubicBezTo>
                    <a:pt x="9484" y="8948"/>
                    <a:pt x="9641" y="9105"/>
                    <a:pt x="9641" y="9295"/>
                  </a:cubicBezTo>
                  <a:lnTo>
                    <a:pt x="9641" y="10996"/>
                  </a:lnTo>
                  <a:lnTo>
                    <a:pt x="5514" y="10996"/>
                  </a:lnTo>
                  <a:lnTo>
                    <a:pt x="5514" y="9295"/>
                  </a:lnTo>
                  <a:cubicBezTo>
                    <a:pt x="5514" y="9105"/>
                    <a:pt x="5672" y="8948"/>
                    <a:pt x="5861" y="8948"/>
                  </a:cubicBezTo>
                  <a:close/>
                  <a:moveTo>
                    <a:pt x="1009" y="1"/>
                  </a:moveTo>
                  <a:cubicBezTo>
                    <a:pt x="473" y="1"/>
                    <a:pt x="1" y="473"/>
                    <a:pt x="1" y="1040"/>
                  </a:cubicBezTo>
                  <a:lnTo>
                    <a:pt x="1" y="5167"/>
                  </a:lnTo>
                  <a:cubicBezTo>
                    <a:pt x="1" y="5734"/>
                    <a:pt x="473" y="6207"/>
                    <a:pt x="1009" y="6207"/>
                  </a:cubicBezTo>
                  <a:lnTo>
                    <a:pt x="4789" y="6207"/>
                  </a:lnTo>
                  <a:lnTo>
                    <a:pt x="4789" y="6932"/>
                  </a:lnTo>
                  <a:cubicBezTo>
                    <a:pt x="4789" y="7499"/>
                    <a:pt x="4947" y="8003"/>
                    <a:pt x="5231" y="8444"/>
                  </a:cubicBezTo>
                  <a:cubicBezTo>
                    <a:pt x="4947" y="8633"/>
                    <a:pt x="4789" y="8948"/>
                    <a:pt x="4789" y="9295"/>
                  </a:cubicBezTo>
                  <a:lnTo>
                    <a:pt x="4789" y="11342"/>
                  </a:lnTo>
                  <a:cubicBezTo>
                    <a:pt x="4789" y="11563"/>
                    <a:pt x="4947" y="11720"/>
                    <a:pt x="5168" y="11720"/>
                  </a:cubicBezTo>
                  <a:lnTo>
                    <a:pt x="9956" y="11720"/>
                  </a:lnTo>
                  <a:cubicBezTo>
                    <a:pt x="10145" y="11720"/>
                    <a:pt x="10303" y="11563"/>
                    <a:pt x="10303" y="11342"/>
                  </a:cubicBezTo>
                  <a:lnTo>
                    <a:pt x="10303" y="9295"/>
                  </a:lnTo>
                  <a:cubicBezTo>
                    <a:pt x="10303" y="8948"/>
                    <a:pt x="10114" y="8633"/>
                    <a:pt x="9893" y="8444"/>
                  </a:cubicBezTo>
                  <a:cubicBezTo>
                    <a:pt x="10177" y="8003"/>
                    <a:pt x="10303" y="7499"/>
                    <a:pt x="10303" y="6932"/>
                  </a:cubicBezTo>
                  <a:lnTo>
                    <a:pt x="10303" y="4380"/>
                  </a:lnTo>
                  <a:lnTo>
                    <a:pt x="10271" y="4380"/>
                  </a:lnTo>
                  <a:cubicBezTo>
                    <a:pt x="10271" y="3907"/>
                    <a:pt x="10082" y="3466"/>
                    <a:pt x="9767" y="3151"/>
                  </a:cubicBezTo>
                  <a:lnTo>
                    <a:pt x="8224" y="1639"/>
                  </a:lnTo>
                  <a:lnTo>
                    <a:pt x="8224" y="1040"/>
                  </a:lnTo>
                  <a:cubicBezTo>
                    <a:pt x="8224" y="473"/>
                    <a:pt x="7751" y="1"/>
                    <a:pt x="72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936" name="Google Shape;15936;p87"/>
            <p:cNvSpPr/>
            <p:nvPr/>
          </p:nvSpPr>
          <p:spPr>
            <a:xfrm>
              <a:off x="-766100" y="2660975"/>
              <a:ext cx="18125" cy="18150"/>
            </a:xfrm>
            <a:custGeom>
              <a:avLst/>
              <a:gdLst/>
              <a:ahLst/>
              <a:cxnLst/>
              <a:rect l="l" t="t" r="r" b="b"/>
              <a:pathLst>
                <a:path w="725" h="726" extrusionOk="0">
                  <a:moveTo>
                    <a:pt x="347" y="1"/>
                  </a:moveTo>
                  <a:cubicBezTo>
                    <a:pt x="158" y="1"/>
                    <a:pt x="0" y="158"/>
                    <a:pt x="0" y="379"/>
                  </a:cubicBezTo>
                  <a:cubicBezTo>
                    <a:pt x="0" y="568"/>
                    <a:pt x="158" y="725"/>
                    <a:pt x="347" y="725"/>
                  </a:cubicBezTo>
                  <a:cubicBezTo>
                    <a:pt x="536" y="725"/>
                    <a:pt x="725" y="568"/>
                    <a:pt x="725" y="379"/>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937" name="Google Shape;15937;p87"/>
          <p:cNvGrpSpPr/>
          <p:nvPr/>
        </p:nvGrpSpPr>
        <p:grpSpPr>
          <a:xfrm>
            <a:off x="1926044" y="1645950"/>
            <a:ext cx="409531" cy="410617"/>
            <a:chOff x="6679825" y="2693700"/>
            <a:chExt cx="257875" cy="258575"/>
          </a:xfrm>
        </p:grpSpPr>
        <p:sp>
          <p:nvSpPr>
            <p:cNvPr id="15938" name="Google Shape;15938;p87"/>
            <p:cNvSpPr/>
            <p:nvPr/>
          </p:nvSpPr>
          <p:spPr>
            <a:xfrm>
              <a:off x="6679825" y="2693700"/>
              <a:ext cx="257875" cy="258575"/>
            </a:xfrm>
            <a:custGeom>
              <a:avLst/>
              <a:gdLst/>
              <a:ahLst/>
              <a:cxnLst/>
              <a:rect l="l" t="t" r="r" b="b"/>
              <a:pathLst>
                <a:path w="10315" h="10343" extrusionOk="0">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939" name="Google Shape;15939;p87"/>
            <p:cNvSpPr/>
            <p:nvPr/>
          </p:nvSpPr>
          <p:spPr>
            <a:xfrm flipH="1">
              <a:off x="6679825" y="2693700"/>
              <a:ext cx="257875" cy="258575"/>
            </a:xfrm>
            <a:custGeom>
              <a:avLst/>
              <a:gdLst/>
              <a:ahLst/>
              <a:cxnLst/>
              <a:rect l="l" t="t" r="r" b="b"/>
              <a:pathLst>
                <a:path w="10315" h="10343" extrusionOk="0">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940" name="Google Shape;15940;p87"/>
          <p:cNvGrpSpPr/>
          <p:nvPr/>
        </p:nvGrpSpPr>
        <p:grpSpPr>
          <a:xfrm>
            <a:off x="1915618" y="2142110"/>
            <a:ext cx="420531" cy="417262"/>
            <a:chOff x="6790450" y="3119050"/>
            <a:chExt cx="262750" cy="260675"/>
          </a:xfrm>
        </p:grpSpPr>
        <p:sp>
          <p:nvSpPr>
            <p:cNvPr id="15941" name="Google Shape;15941;p87"/>
            <p:cNvSpPr/>
            <p:nvPr/>
          </p:nvSpPr>
          <p:spPr>
            <a:xfrm>
              <a:off x="6790450" y="3119050"/>
              <a:ext cx="262750" cy="260675"/>
            </a:xfrm>
            <a:custGeom>
              <a:avLst/>
              <a:gdLst/>
              <a:ahLst/>
              <a:cxnLst/>
              <a:rect l="l" t="t" r="r" b="b"/>
              <a:pathLst>
                <a:path w="10510" h="10427" extrusionOk="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942" name="Google Shape;15942;p87"/>
            <p:cNvSpPr/>
            <p:nvPr/>
          </p:nvSpPr>
          <p:spPr>
            <a:xfrm flipH="1">
              <a:off x="6790450" y="3119050"/>
              <a:ext cx="262750" cy="260675"/>
            </a:xfrm>
            <a:custGeom>
              <a:avLst/>
              <a:gdLst/>
              <a:ahLst/>
              <a:cxnLst/>
              <a:rect l="l" t="t" r="r" b="b"/>
              <a:pathLst>
                <a:path w="10510" h="10427" extrusionOk="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943" name="Google Shape;15943;p87"/>
          <p:cNvGrpSpPr/>
          <p:nvPr/>
        </p:nvGrpSpPr>
        <p:grpSpPr>
          <a:xfrm>
            <a:off x="6542730" y="3755436"/>
            <a:ext cx="358093" cy="407391"/>
            <a:chOff x="7660859" y="2571753"/>
            <a:chExt cx="366561" cy="417024"/>
          </a:xfrm>
        </p:grpSpPr>
        <p:sp>
          <p:nvSpPr>
            <p:cNvPr id="15944" name="Google Shape;15944;p87"/>
            <p:cNvSpPr/>
            <p:nvPr/>
          </p:nvSpPr>
          <p:spPr>
            <a:xfrm>
              <a:off x="7770506" y="2633631"/>
              <a:ext cx="147259" cy="146633"/>
            </a:xfrm>
            <a:custGeom>
              <a:avLst/>
              <a:gdLst/>
              <a:ahLst/>
              <a:cxnLst/>
              <a:rect l="l" t="t" r="r" b="b"/>
              <a:pathLst>
                <a:path w="7056" h="7026" extrusionOk="0">
                  <a:moveTo>
                    <a:pt x="4114" y="2928"/>
                  </a:moveTo>
                  <a:lnTo>
                    <a:pt x="4114" y="4099"/>
                  </a:lnTo>
                  <a:lnTo>
                    <a:pt x="2943" y="4099"/>
                  </a:lnTo>
                  <a:lnTo>
                    <a:pt x="2943" y="2928"/>
                  </a:lnTo>
                  <a:close/>
                  <a:moveTo>
                    <a:pt x="2354" y="1"/>
                  </a:moveTo>
                  <a:cubicBezTo>
                    <a:pt x="2032" y="1"/>
                    <a:pt x="1771" y="263"/>
                    <a:pt x="1771" y="586"/>
                  </a:cubicBezTo>
                  <a:lnTo>
                    <a:pt x="1771" y="1757"/>
                  </a:lnTo>
                  <a:lnTo>
                    <a:pt x="618" y="1757"/>
                  </a:lnTo>
                  <a:cubicBezTo>
                    <a:pt x="301" y="1757"/>
                    <a:pt x="31" y="1999"/>
                    <a:pt x="17" y="2314"/>
                  </a:cubicBezTo>
                  <a:cubicBezTo>
                    <a:pt x="1" y="2650"/>
                    <a:pt x="268" y="2928"/>
                    <a:pt x="600" y="2928"/>
                  </a:cubicBezTo>
                  <a:lnTo>
                    <a:pt x="1771" y="2928"/>
                  </a:lnTo>
                  <a:lnTo>
                    <a:pt x="1771" y="4099"/>
                  </a:lnTo>
                  <a:lnTo>
                    <a:pt x="618" y="4099"/>
                  </a:lnTo>
                  <a:cubicBezTo>
                    <a:pt x="301" y="4099"/>
                    <a:pt x="31" y="4341"/>
                    <a:pt x="17" y="4656"/>
                  </a:cubicBezTo>
                  <a:cubicBezTo>
                    <a:pt x="1" y="4992"/>
                    <a:pt x="268" y="5270"/>
                    <a:pt x="600" y="5270"/>
                  </a:cubicBezTo>
                  <a:lnTo>
                    <a:pt x="1771" y="5270"/>
                  </a:lnTo>
                  <a:lnTo>
                    <a:pt x="1771" y="6423"/>
                  </a:lnTo>
                  <a:cubicBezTo>
                    <a:pt x="1771" y="6738"/>
                    <a:pt x="2014" y="7011"/>
                    <a:pt x="2329" y="7025"/>
                  </a:cubicBezTo>
                  <a:cubicBezTo>
                    <a:pt x="2338" y="7025"/>
                    <a:pt x="2348" y="7025"/>
                    <a:pt x="2357" y="7025"/>
                  </a:cubicBezTo>
                  <a:cubicBezTo>
                    <a:pt x="2680" y="7025"/>
                    <a:pt x="2943" y="6764"/>
                    <a:pt x="2943" y="6441"/>
                  </a:cubicBezTo>
                  <a:lnTo>
                    <a:pt x="2943" y="5270"/>
                  </a:lnTo>
                  <a:lnTo>
                    <a:pt x="4114" y="5270"/>
                  </a:lnTo>
                  <a:lnTo>
                    <a:pt x="4114" y="6423"/>
                  </a:lnTo>
                  <a:cubicBezTo>
                    <a:pt x="4114" y="6738"/>
                    <a:pt x="4356" y="7011"/>
                    <a:pt x="4671" y="7025"/>
                  </a:cubicBezTo>
                  <a:cubicBezTo>
                    <a:pt x="4680" y="7025"/>
                    <a:pt x="4690" y="7025"/>
                    <a:pt x="4699" y="7025"/>
                  </a:cubicBezTo>
                  <a:cubicBezTo>
                    <a:pt x="5023" y="7025"/>
                    <a:pt x="5285" y="6764"/>
                    <a:pt x="5285" y="6441"/>
                  </a:cubicBezTo>
                  <a:lnTo>
                    <a:pt x="5285" y="5270"/>
                  </a:lnTo>
                  <a:lnTo>
                    <a:pt x="6456" y="5270"/>
                  </a:lnTo>
                  <a:cubicBezTo>
                    <a:pt x="6788" y="5270"/>
                    <a:pt x="7056" y="4992"/>
                    <a:pt x="7040" y="4656"/>
                  </a:cubicBezTo>
                  <a:cubicBezTo>
                    <a:pt x="7025" y="4341"/>
                    <a:pt x="6753" y="4099"/>
                    <a:pt x="6438" y="4099"/>
                  </a:cubicBezTo>
                  <a:lnTo>
                    <a:pt x="5285" y="4099"/>
                  </a:lnTo>
                  <a:lnTo>
                    <a:pt x="5285" y="2928"/>
                  </a:lnTo>
                  <a:lnTo>
                    <a:pt x="6438" y="2928"/>
                  </a:lnTo>
                  <a:cubicBezTo>
                    <a:pt x="6753" y="2928"/>
                    <a:pt x="7025" y="2685"/>
                    <a:pt x="7040" y="2370"/>
                  </a:cubicBezTo>
                  <a:cubicBezTo>
                    <a:pt x="7056" y="2034"/>
                    <a:pt x="6788" y="1757"/>
                    <a:pt x="6456" y="1757"/>
                  </a:cubicBezTo>
                  <a:lnTo>
                    <a:pt x="5285" y="1757"/>
                  </a:lnTo>
                  <a:lnTo>
                    <a:pt x="5285" y="603"/>
                  </a:lnTo>
                  <a:cubicBezTo>
                    <a:pt x="5285" y="287"/>
                    <a:pt x="5042" y="16"/>
                    <a:pt x="4727" y="2"/>
                  </a:cubicBezTo>
                  <a:cubicBezTo>
                    <a:pt x="4717" y="1"/>
                    <a:pt x="4707" y="1"/>
                    <a:pt x="4696" y="1"/>
                  </a:cubicBezTo>
                  <a:cubicBezTo>
                    <a:pt x="4374" y="1"/>
                    <a:pt x="4114" y="263"/>
                    <a:pt x="4114" y="586"/>
                  </a:cubicBezTo>
                  <a:lnTo>
                    <a:pt x="4114" y="1757"/>
                  </a:lnTo>
                  <a:lnTo>
                    <a:pt x="2943" y="1757"/>
                  </a:lnTo>
                  <a:lnTo>
                    <a:pt x="2943" y="603"/>
                  </a:lnTo>
                  <a:cubicBezTo>
                    <a:pt x="2943" y="287"/>
                    <a:pt x="2700" y="16"/>
                    <a:pt x="2385" y="2"/>
                  </a:cubicBezTo>
                  <a:cubicBezTo>
                    <a:pt x="2375" y="1"/>
                    <a:pt x="2364" y="1"/>
                    <a:pt x="23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945" name="Google Shape;15945;p87"/>
            <p:cNvSpPr/>
            <p:nvPr/>
          </p:nvSpPr>
          <p:spPr>
            <a:xfrm>
              <a:off x="7730834" y="2792447"/>
              <a:ext cx="226648" cy="76781"/>
            </a:xfrm>
            <a:custGeom>
              <a:avLst/>
              <a:gdLst/>
              <a:ahLst/>
              <a:cxnLst/>
              <a:rect l="l" t="t" r="r" b="b"/>
              <a:pathLst>
                <a:path w="10860" h="3679" extrusionOk="0">
                  <a:moveTo>
                    <a:pt x="747" y="0"/>
                  </a:moveTo>
                  <a:cubicBezTo>
                    <a:pt x="280" y="0"/>
                    <a:pt x="0" y="520"/>
                    <a:pt x="258" y="910"/>
                  </a:cubicBezTo>
                  <a:cubicBezTo>
                    <a:pt x="1470" y="2730"/>
                    <a:pt x="3430" y="3678"/>
                    <a:pt x="5429" y="3678"/>
                  </a:cubicBezTo>
                  <a:cubicBezTo>
                    <a:pt x="7423" y="3678"/>
                    <a:pt x="9385" y="2733"/>
                    <a:pt x="10600" y="911"/>
                  </a:cubicBezTo>
                  <a:cubicBezTo>
                    <a:pt x="10860" y="523"/>
                    <a:pt x="10578" y="2"/>
                    <a:pt x="10116" y="2"/>
                  </a:cubicBezTo>
                  <a:cubicBezTo>
                    <a:pt x="10115" y="2"/>
                    <a:pt x="10114" y="2"/>
                    <a:pt x="10113" y="2"/>
                  </a:cubicBezTo>
                  <a:cubicBezTo>
                    <a:pt x="9924" y="2"/>
                    <a:pt x="9738" y="92"/>
                    <a:pt x="9625" y="262"/>
                  </a:cubicBezTo>
                  <a:cubicBezTo>
                    <a:pt x="8688" y="1668"/>
                    <a:pt x="7119" y="2507"/>
                    <a:pt x="5429" y="2507"/>
                  </a:cubicBezTo>
                  <a:cubicBezTo>
                    <a:pt x="3740" y="2507"/>
                    <a:pt x="2172" y="1668"/>
                    <a:pt x="1235" y="264"/>
                  </a:cubicBezTo>
                  <a:cubicBezTo>
                    <a:pt x="1125" y="101"/>
                    <a:pt x="943" y="0"/>
                    <a:pt x="7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946" name="Google Shape;15946;p87"/>
            <p:cNvSpPr/>
            <p:nvPr/>
          </p:nvSpPr>
          <p:spPr>
            <a:xfrm>
              <a:off x="7660859" y="2571753"/>
              <a:ext cx="366561" cy="417024"/>
            </a:xfrm>
            <a:custGeom>
              <a:avLst/>
              <a:gdLst/>
              <a:ahLst/>
              <a:cxnLst/>
              <a:rect l="l" t="t" r="r" b="b"/>
              <a:pathLst>
                <a:path w="17564" h="19982" extrusionOk="0">
                  <a:moveTo>
                    <a:pt x="14636" y="1169"/>
                  </a:moveTo>
                  <a:cubicBezTo>
                    <a:pt x="15587" y="1169"/>
                    <a:pt x="16392" y="1992"/>
                    <a:pt x="16392" y="2965"/>
                  </a:cubicBezTo>
                  <a:lnTo>
                    <a:pt x="16392" y="14674"/>
                  </a:lnTo>
                  <a:cubicBezTo>
                    <a:pt x="16392" y="15643"/>
                    <a:pt x="15607" y="16431"/>
                    <a:pt x="14636" y="16431"/>
                  </a:cubicBezTo>
                  <a:lnTo>
                    <a:pt x="11124" y="16431"/>
                  </a:lnTo>
                  <a:cubicBezTo>
                    <a:pt x="10967" y="16431"/>
                    <a:pt x="10816" y="16493"/>
                    <a:pt x="10707" y="16604"/>
                  </a:cubicBezTo>
                  <a:lnTo>
                    <a:pt x="8782" y="18561"/>
                  </a:lnTo>
                  <a:lnTo>
                    <a:pt x="6857" y="16604"/>
                  </a:lnTo>
                  <a:cubicBezTo>
                    <a:pt x="6748" y="16493"/>
                    <a:pt x="6597" y="16431"/>
                    <a:pt x="6440" y="16431"/>
                  </a:cubicBezTo>
                  <a:lnTo>
                    <a:pt x="2928" y="16431"/>
                  </a:lnTo>
                  <a:cubicBezTo>
                    <a:pt x="1959" y="16431"/>
                    <a:pt x="1172" y="15643"/>
                    <a:pt x="1172" y="14674"/>
                  </a:cubicBezTo>
                  <a:lnTo>
                    <a:pt x="1172" y="2965"/>
                  </a:lnTo>
                  <a:cubicBezTo>
                    <a:pt x="1172" y="1992"/>
                    <a:pt x="1977" y="1169"/>
                    <a:pt x="2928" y="1169"/>
                  </a:cubicBezTo>
                  <a:close/>
                  <a:moveTo>
                    <a:pt x="2928" y="0"/>
                  </a:moveTo>
                  <a:cubicBezTo>
                    <a:pt x="1310" y="0"/>
                    <a:pt x="1" y="1346"/>
                    <a:pt x="1" y="2965"/>
                  </a:cubicBezTo>
                  <a:lnTo>
                    <a:pt x="1" y="14674"/>
                  </a:lnTo>
                  <a:cubicBezTo>
                    <a:pt x="1" y="16291"/>
                    <a:pt x="1312" y="17600"/>
                    <a:pt x="2928" y="17600"/>
                  </a:cubicBezTo>
                  <a:lnTo>
                    <a:pt x="6196" y="17600"/>
                  </a:lnTo>
                  <a:lnTo>
                    <a:pt x="8365" y="19806"/>
                  </a:lnTo>
                  <a:cubicBezTo>
                    <a:pt x="8474" y="19919"/>
                    <a:pt x="8625" y="19981"/>
                    <a:pt x="8782" y="19981"/>
                  </a:cubicBezTo>
                  <a:cubicBezTo>
                    <a:pt x="8940" y="19981"/>
                    <a:pt x="9090" y="19919"/>
                    <a:pt x="9200" y="19806"/>
                  </a:cubicBezTo>
                  <a:lnTo>
                    <a:pt x="11370" y="17600"/>
                  </a:lnTo>
                  <a:lnTo>
                    <a:pt x="14636" y="17600"/>
                  </a:lnTo>
                  <a:cubicBezTo>
                    <a:pt x="16251" y="17600"/>
                    <a:pt x="17563" y="16287"/>
                    <a:pt x="17563" y="14674"/>
                  </a:cubicBezTo>
                  <a:lnTo>
                    <a:pt x="17563" y="2965"/>
                  </a:lnTo>
                  <a:cubicBezTo>
                    <a:pt x="17563" y="1348"/>
                    <a:pt x="16254" y="0"/>
                    <a:pt x="146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947" name="Google Shape;15947;p87"/>
          <p:cNvGrpSpPr/>
          <p:nvPr/>
        </p:nvGrpSpPr>
        <p:grpSpPr>
          <a:xfrm>
            <a:off x="4077412" y="3755436"/>
            <a:ext cx="407391" cy="407391"/>
            <a:chOff x="5566722" y="2571753"/>
            <a:chExt cx="417024" cy="417024"/>
          </a:xfrm>
        </p:grpSpPr>
        <p:sp>
          <p:nvSpPr>
            <p:cNvPr id="15948" name="Google Shape;15948;p87"/>
            <p:cNvSpPr/>
            <p:nvPr/>
          </p:nvSpPr>
          <p:spPr>
            <a:xfrm>
              <a:off x="5566722" y="2571753"/>
              <a:ext cx="417024" cy="417024"/>
            </a:xfrm>
            <a:custGeom>
              <a:avLst/>
              <a:gdLst/>
              <a:ahLst/>
              <a:cxnLst/>
              <a:rect l="l" t="t" r="r" b="b"/>
              <a:pathLst>
                <a:path w="19982" h="19982" extrusionOk="0">
                  <a:moveTo>
                    <a:pt x="9990" y="1171"/>
                  </a:moveTo>
                  <a:cubicBezTo>
                    <a:pt x="14855" y="1171"/>
                    <a:pt x="18810" y="5127"/>
                    <a:pt x="18810" y="9991"/>
                  </a:cubicBezTo>
                  <a:cubicBezTo>
                    <a:pt x="18810" y="14854"/>
                    <a:pt x="14855" y="18810"/>
                    <a:pt x="9990" y="18810"/>
                  </a:cubicBezTo>
                  <a:cubicBezTo>
                    <a:pt x="5127" y="18810"/>
                    <a:pt x="1170" y="14854"/>
                    <a:pt x="1170" y="9991"/>
                  </a:cubicBezTo>
                  <a:cubicBezTo>
                    <a:pt x="1170" y="5127"/>
                    <a:pt x="5127" y="1171"/>
                    <a:pt x="9990" y="1171"/>
                  </a:cubicBezTo>
                  <a:close/>
                  <a:moveTo>
                    <a:pt x="9990" y="0"/>
                  </a:moveTo>
                  <a:cubicBezTo>
                    <a:pt x="4488" y="0"/>
                    <a:pt x="0" y="4490"/>
                    <a:pt x="0" y="9990"/>
                  </a:cubicBezTo>
                  <a:cubicBezTo>
                    <a:pt x="0" y="15493"/>
                    <a:pt x="4490" y="19981"/>
                    <a:pt x="9990" y="19981"/>
                  </a:cubicBezTo>
                  <a:cubicBezTo>
                    <a:pt x="15492" y="19981"/>
                    <a:pt x="19981" y="15491"/>
                    <a:pt x="19981" y="9990"/>
                  </a:cubicBezTo>
                  <a:cubicBezTo>
                    <a:pt x="19981" y="4488"/>
                    <a:pt x="15492" y="0"/>
                    <a:pt x="99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949" name="Google Shape;15949;p87"/>
            <p:cNvSpPr/>
            <p:nvPr/>
          </p:nvSpPr>
          <p:spPr>
            <a:xfrm>
              <a:off x="5653037" y="2658069"/>
              <a:ext cx="207719" cy="243052"/>
            </a:xfrm>
            <a:custGeom>
              <a:avLst/>
              <a:gdLst/>
              <a:ahLst/>
              <a:cxnLst/>
              <a:rect l="l" t="t" r="r" b="b"/>
              <a:pathLst>
                <a:path w="9953" h="11646" extrusionOk="0">
                  <a:moveTo>
                    <a:pt x="8782" y="1300"/>
                  </a:moveTo>
                  <a:lnTo>
                    <a:pt x="8782" y="2448"/>
                  </a:lnTo>
                  <a:lnTo>
                    <a:pt x="4099" y="3384"/>
                  </a:lnTo>
                  <a:lnTo>
                    <a:pt x="4099" y="2236"/>
                  </a:lnTo>
                  <a:lnTo>
                    <a:pt x="8782" y="1300"/>
                  </a:lnTo>
                  <a:close/>
                  <a:moveTo>
                    <a:pt x="8782" y="7304"/>
                  </a:moveTo>
                  <a:lnTo>
                    <a:pt x="8782" y="8447"/>
                  </a:lnTo>
                  <a:cubicBezTo>
                    <a:pt x="8782" y="8766"/>
                    <a:pt x="8591" y="9047"/>
                    <a:pt x="8295" y="9165"/>
                  </a:cubicBezTo>
                  <a:cubicBezTo>
                    <a:pt x="8163" y="9218"/>
                    <a:pt x="7987" y="9306"/>
                    <a:pt x="7782" y="9306"/>
                  </a:cubicBezTo>
                  <a:cubicBezTo>
                    <a:pt x="7653" y="9306"/>
                    <a:pt x="7513" y="9271"/>
                    <a:pt x="7365" y="9171"/>
                  </a:cubicBezTo>
                  <a:cubicBezTo>
                    <a:pt x="6850" y="8824"/>
                    <a:pt x="6937" y="8042"/>
                    <a:pt x="7512" y="7812"/>
                  </a:cubicBezTo>
                  <a:lnTo>
                    <a:pt x="8782" y="7304"/>
                  </a:lnTo>
                  <a:close/>
                  <a:moveTo>
                    <a:pt x="2928" y="8475"/>
                  </a:moveTo>
                  <a:lnTo>
                    <a:pt x="2928" y="9618"/>
                  </a:lnTo>
                  <a:cubicBezTo>
                    <a:pt x="2928" y="9937"/>
                    <a:pt x="2737" y="10218"/>
                    <a:pt x="2442" y="10336"/>
                  </a:cubicBezTo>
                  <a:cubicBezTo>
                    <a:pt x="2308" y="10389"/>
                    <a:pt x="2132" y="10476"/>
                    <a:pt x="1928" y="10476"/>
                  </a:cubicBezTo>
                  <a:cubicBezTo>
                    <a:pt x="1799" y="10476"/>
                    <a:pt x="1659" y="10442"/>
                    <a:pt x="1511" y="10342"/>
                  </a:cubicBezTo>
                  <a:cubicBezTo>
                    <a:pt x="996" y="9993"/>
                    <a:pt x="1083" y="9213"/>
                    <a:pt x="1658" y="8983"/>
                  </a:cubicBezTo>
                  <a:lnTo>
                    <a:pt x="2928" y="8475"/>
                  </a:lnTo>
                  <a:close/>
                  <a:moveTo>
                    <a:pt x="9369" y="1"/>
                  </a:moveTo>
                  <a:cubicBezTo>
                    <a:pt x="9330" y="1"/>
                    <a:pt x="9291" y="4"/>
                    <a:pt x="9252" y="12"/>
                  </a:cubicBezTo>
                  <a:lnTo>
                    <a:pt x="3399" y="1182"/>
                  </a:lnTo>
                  <a:cubicBezTo>
                    <a:pt x="3124" y="1237"/>
                    <a:pt x="2928" y="1477"/>
                    <a:pt x="2928" y="1757"/>
                  </a:cubicBezTo>
                  <a:lnTo>
                    <a:pt x="2928" y="7214"/>
                  </a:lnTo>
                  <a:lnTo>
                    <a:pt x="1223" y="7897"/>
                  </a:lnTo>
                  <a:cubicBezTo>
                    <a:pt x="480" y="8192"/>
                    <a:pt x="0" y="8902"/>
                    <a:pt x="0" y="9701"/>
                  </a:cubicBezTo>
                  <a:cubicBezTo>
                    <a:pt x="0" y="10782"/>
                    <a:pt x="880" y="11645"/>
                    <a:pt x="1944" y="11645"/>
                  </a:cubicBezTo>
                  <a:cubicBezTo>
                    <a:pt x="2362" y="11645"/>
                    <a:pt x="2624" y="11523"/>
                    <a:pt x="2877" y="11423"/>
                  </a:cubicBezTo>
                  <a:cubicBezTo>
                    <a:pt x="3618" y="11125"/>
                    <a:pt x="4099" y="10418"/>
                    <a:pt x="4099" y="9618"/>
                  </a:cubicBezTo>
                  <a:lnTo>
                    <a:pt x="4099" y="4578"/>
                  </a:lnTo>
                  <a:lnTo>
                    <a:pt x="8782" y="3641"/>
                  </a:lnTo>
                  <a:lnTo>
                    <a:pt x="8782" y="6043"/>
                  </a:lnTo>
                  <a:lnTo>
                    <a:pt x="7076" y="6726"/>
                  </a:lnTo>
                  <a:cubicBezTo>
                    <a:pt x="6335" y="7023"/>
                    <a:pt x="5854" y="7731"/>
                    <a:pt x="5854" y="8530"/>
                  </a:cubicBezTo>
                  <a:cubicBezTo>
                    <a:pt x="5854" y="9611"/>
                    <a:pt x="6733" y="10476"/>
                    <a:pt x="7798" y="10476"/>
                  </a:cubicBezTo>
                  <a:cubicBezTo>
                    <a:pt x="8216" y="10476"/>
                    <a:pt x="8477" y="10354"/>
                    <a:pt x="8730" y="10251"/>
                  </a:cubicBezTo>
                  <a:cubicBezTo>
                    <a:pt x="9473" y="9956"/>
                    <a:pt x="9953" y="9247"/>
                    <a:pt x="9953" y="8447"/>
                  </a:cubicBezTo>
                  <a:lnTo>
                    <a:pt x="9953" y="586"/>
                  </a:lnTo>
                  <a:cubicBezTo>
                    <a:pt x="9953" y="410"/>
                    <a:pt x="9873" y="244"/>
                    <a:pt x="9739" y="133"/>
                  </a:cubicBezTo>
                  <a:cubicBezTo>
                    <a:pt x="9633" y="47"/>
                    <a:pt x="9503" y="1"/>
                    <a:pt x="93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950" name="Google Shape;15950;p87"/>
          <p:cNvGrpSpPr/>
          <p:nvPr/>
        </p:nvGrpSpPr>
        <p:grpSpPr>
          <a:xfrm>
            <a:off x="4693744" y="3857692"/>
            <a:ext cx="407381" cy="202880"/>
            <a:chOff x="6090251" y="2676413"/>
            <a:chExt cx="417014" cy="207677"/>
          </a:xfrm>
        </p:grpSpPr>
        <p:sp>
          <p:nvSpPr>
            <p:cNvPr id="15951" name="Google Shape;15951;p87"/>
            <p:cNvSpPr/>
            <p:nvPr/>
          </p:nvSpPr>
          <p:spPr>
            <a:xfrm>
              <a:off x="6237672" y="2725248"/>
              <a:ext cx="61086" cy="158842"/>
            </a:xfrm>
            <a:custGeom>
              <a:avLst/>
              <a:gdLst/>
              <a:ahLst/>
              <a:cxnLst/>
              <a:rect l="l" t="t" r="r" b="b"/>
              <a:pathLst>
                <a:path w="2927" h="7611" extrusionOk="0">
                  <a:moveTo>
                    <a:pt x="1463" y="1172"/>
                  </a:moveTo>
                  <a:cubicBezTo>
                    <a:pt x="1624" y="1172"/>
                    <a:pt x="1757" y="1303"/>
                    <a:pt x="1757" y="1465"/>
                  </a:cubicBezTo>
                  <a:lnTo>
                    <a:pt x="1757" y="6148"/>
                  </a:lnTo>
                  <a:cubicBezTo>
                    <a:pt x="1757" y="6309"/>
                    <a:pt x="1624" y="6440"/>
                    <a:pt x="1463" y="6440"/>
                  </a:cubicBezTo>
                  <a:cubicBezTo>
                    <a:pt x="1302" y="6440"/>
                    <a:pt x="1171" y="6309"/>
                    <a:pt x="1171" y="6148"/>
                  </a:cubicBezTo>
                  <a:lnTo>
                    <a:pt x="1171" y="1465"/>
                  </a:lnTo>
                  <a:cubicBezTo>
                    <a:pt x="1171" y="1303"/>
                    <a:pt x="1302" y="1172"/>
                    <a:pt x="1463" y="1172"/>
                  </a:cubicBezTo>
                  <a:close/>
                  <a:moveTo>
                    <a:pt x="1463" y="1"/>
                  </a:moveTo>
                  <a:cubicBezTo>
                    <a:pt x="657" y="1"/>
                    <a:pt x="0" y="657"/>
                    <a:pt x="0" y="1465"/>
                  </a:cubicBezTo>
                  <a:lnTo>
                    <a:pt x="0" y="6148"/>
                  </a:lnTo>
                  <a:cubicBezTo>
                    <a:pt x="0" y="6955"/>
                    <a:pt x="657" y="7611"/>
                    <a:pt x="1463" y="7611"/>
                  </a:cubicBezTo>
                  <a:cubicBezTo>
                    <a:pt x="2270" y="7611"/>
                    <a:pt x="2926" y="6955"/>
                    <a:pt x="2926" y="6148"/>
                  </a:cubicBezTo>
                  <a:lnTo>
                    <a:pt x="2926" y="1465"/>
                  </a:lnTo>
                  <a:cubicBezTo>
                    <a:pt x="2926" y="657"/>
                    <a:pt x="2270" y="1"/>
                    <a:pt x="14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952" name="Google Shape;15952;p87"/>
            <p:cNvSpPr/>
            <p:nvPr/>
          </p:nvSpPr>
          <p:spPr>
            <a:xfrm>
              <a:off x="6446178" y="2761915"/>
              <a:ext cx="61086" cy="61086"/>
            </a:xfrm>
            <a:custGeom>
              <a:avLst/>
              <a:gdLst/>
              <a:ahLst/>
              <a:cxnLst/>
              <a:rect l="l" t="t" r="r" b="b"/>
              <a:pathLst>
                <a:path w="2927" h="2927" extrusionOk="0">
                  <a:moveTo>
                    <a:pt x="1464" y="1171"/>
                  </a:moveTo>
                  <a:cubicBezTo>
                    <a:pt x="1625" y="1171"/>
                    <a:pt x="1756" y="1302"/>
                    <a:pt x="1756" y="1463"/>
                  </a:cubicBezTo>
                  <a:cubicBezTo>
                    <a:pt x="1756" y="1626"/>
                    <a:pt x="1625" y="1757"/>
                    <a:pt x="1464" y="1757"/>
                  </a:cubicBezTo>
                  <a:cubicBezTo>
                    <a:pt x="1303" y="1757"/>
                    <a:pt x="1170" y="1626"/>
                    <a:pt x="1170" y="1463"/>
                  </a:cubicBezTo>
                  <a:cubicBezTo>
                    <a:pt x="1170" y="1302"/>
                    <a:pt x="1303" y="1171"/>
                    <a:pt x="1464" y="1171"/>
                  </a:cubicBezTo>
                  <a:close/>
                  <a:moveTo>
                    <a:pt x="1464" y="0"/>
                  </a:moveTo>
                  <a:cubicBezTo>
                    <a:pt x="657" y="0"/>
                    <a:pt x="1" y="657"/>
                    <a:pt x="1" y="1463"/>
                  </a:cubicBezTo>
                  <a:cubicBezTo>
                    <a:pt x="1" y="2270"/>
                    <a:pt x="657" y="2926"/>
                    <a:pt x="1464" y="2926"/>
                  </a:cubicBezTo>
                  <a:cubicBezTo>
                    <a:pt x="2270" y="2926"/>
                    <a:pt x="2927" y="2270"/>
                    <a:pt x="2927" y="1463"/>
                  </a:cubicBezTo>
                  <a:cubicBezTo>
                    <a:pt x="2927" y="657"/>
                    <a:pt x="2270" y="0"/>
                    <a:pt x="14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953" name="Google Shape;15953;p87"/>
            <p:cNvSpPr/>
            <p:nvPr/>
          </p:nvSpPr>
          <p:spPr>
            <a:xfrm>
              <a:off x="6311758" y="2676413"/>
              <a:ext cx="135446" cy="207677"/>
            </a:xfrm>
            <a:custGeom>
              <a:avLst/>
              <a:gdLst/>
              <a:ahLst/>
              <a:cxnLst/>
              <a:rect l="l" t="t" r="r" b="b"/>
              <a:pathLst>
                <a:path w="6490" h="9951" extrusionOk="0">
                  <a:moveTo>
                    <a:pt x="1466" y="1171"/>
                  </a:moveTo>
                  <a:cubicBezTo>
                    <a:pt x="1627" y="1171"/>
                    <a:pt x="1757" y="1302"/>
                    <a:pt x="1757" y="1463"/>
                  </a:cubicBezTo>
                  <a:lnTo>
                    <a:pt x="1757" y="6026"/>
                  </a:lnTo>
                  <a:lnTo>
                    <a:pt x="4186" y="3598"/>
                  </a:lnTo>
                  <a:cubicBezTo>
                    <a:pt x="4243" y="3541"/>
                    <a:pt x="4318" y="3512"/>
                    <a:pt x="4392" y="3512"/>
                  </a:cubicBezTo>
                  <a:cubicBezTo>
                    <a:pt x="4467" y="3512"/>
                    <a:pt x="4542" y="3541"/>
                    <a:pt x="4598" y="3598"/>
                  </a:cubicBezTo>
                  <a:cubicBezTo>
                    <a:pt x="4713" y="3712"/>
                    <a:pt x="4713" y="3897"/>
                    <a:pt x="4598" y="4012"/>
                  </a:cubicBezTo>
                  <a:lnTo>
                    <a:pt x="3247" y="5364"/>
                  </a:lnTo>
                  <a:lnTo>
                    <a:pt x="5221" y="8325"/>
                  </a:lnTo>
                  <a:cubicBezTo>
                    <a:pt x="5280" y="8414"/>
                    <a:pt x="5274" y="8500"/>
                    <a:pt x="5265" y="8546"/>
                  </a:cubicBezTo>
                  <a:cubicBezTo>
                    <a:pt x="5257" y="8591"/>
                    <a:pt x="5228" y="8674"/>
                    <a:pt x="5140" y="8732"/>
                  </a:cubicBezTo>
                  <a:cubicBezTo>
                    <a:pt x="5090" y="8764"/>
                    <a:pt x="5037" y="8780"/>
                    <a:pt x="4979" y="8780"/>
                  </a:cubicBezTo>
                  <a:cubicBezTo>
                    <a:pt x="4880" y="8780"/>
                    <a:pt x="4788" y="8732"/>
                    <a:pt x="4735" y="8651"/>
                  </a:cubicBezTo>
                  <a:lnTo>
                    <a:pt x="2824" y="5787"/>
                  </a:lnTo>
                  <a:lnTo>
                    <a:pt x="1757" y="6853"/>
                  </a:lnTo>
                  <a:lnTo>
                    <a:pt x="1757" y="8488"/>
                  </a:lnTo>
                  <a:cubicBezTo>
                    <a:pt x="1757" y="8649"/>
                    <a:pt x="1627" y="8782"/>
                    <a:pt x="1466" y="8782"/>
                  </a:cubicBezTo>
                  <a:cubicBezTo>
                    <a:pt x="1305" y="8782"/>
                    <a:pt x="1172" y="8649"/>
                    <a:pt x="1172" y="8488"/>
                  </a:cubicBezTo>
                  <a:lnTo>
                    <a:pt x="1172" y="1463"/>
                  </a:lnTo>
                  <a:cubicBezTo>
                    <a:pt x="1172" y="1302"/>
                    <a:pt x="1305" y="1171"/>
                    <a:pt x="1466" y="1171"/>
                  </a:cubicBezTo>
                  <a:close/>
                  <a:moveTo>
                    <a:pt x="1466" y="0"/>
                  </a:moveTo>
                  <a:cubicBezTo>
                    <a:pt x="659" y="0"/>
                    <a:pt x="1" y="657"/>
                    <a:pt x="1" y="1463"/>
                  </a:cubicBezTo>
                  <a:lnTo>
                    <a:pt x="1" y="8488"/>
                  </a:lnTo>
                  <a:cubicBezTo>
                    <a:pt x="1" y="9295"/>
                    <a:pt x="659" y="9951"/>
                    <a:pt x="1466" y="9951"/>
                  </a:cubicBezTo>
                  <a:cubicBezTo>
                    <a:pt x="2272" y="9951"/>
                    <a:pt x="2929" y="9295"/>
                    <a:pt x="2929" y="8488"/>
                  </a:cubicBezTo>
                  <a:lnTo>
                    <a:pt x="2929" y="8053"/>
                  </a:lnTo>
                  <a:lnTo>
                    <a:pt x="3760" y="9300"/>
                  </a:lnTo>
                  <a:cubicBezTo>
                    <a:pt x="4032" y="9709"/>
                    <a:pt x="4487" y="9951"/>
                    <a:pt x="4979" y="9951"/>
                  </a:cubicBezTo>
                  <a:cubicBezTo>
                    <a:pt x="5269" y="9951"/>
                    <a:pt x="5548" y="9866"/>
                    <a:pt x="5789" y="9705"/>
                  </a:cubicBezTo>
                  <a:cubicBezTo>
                    <a:pt x="6114" y="9489"/>
                    <a:pt x="6336" y="9158"/>
                    <a:pt x="6413" y="8775"/>
                  </a:cubicBezTo>
                  <a:cubicBezTo>
                    <a:pt x="6490" y="8391"/>
                    <a:pt x="6412" y="8001"/>
                    <a:pt x="6196" y="7676"/>
                  </a:cubicBezTo>
                  <a:lnTo>
                    <a:pt x="4754" y="5512"/>
                  </a:lnTo>
                  <a:lnTo>
                    <a:pt x="5426" y="4840"/>
                  </a:lnTo>
                  <a:cubicBezTo>
                    <a:pt x="5998" y="4269"/>
                    <a:pt x="5998" y="3340"/>
                    <a:pt x="5426" y="2771"/>
                  </a:cubicBezTo>
                  <a:cubicBezTo>
                    <a:pt x="5142" y="2485"/>
                    <a:pt x="4767" y="2342"/>
                    <a:pt x="4392" y="2342"/>
                  </a:cubicBezTo>
                  <a:cubicBezTo>
                    <a:pt x="4017" y="2342"/>
                    <a:pt x="3642" y="2485"/>
                    <a:pt x="3357" y="2771"/>
                  </a:cubicBezTo>
                  <a:lnTo>
                    <a:pt x="2929" y="3199"/>
                  </a:lnTo>
                  <a:lnTo>
                    <a:pt x="2929" y="1463"/>
                  </a:lnTo>
                  <a:cubicBezTo>
                    <a:pt x="2929" y="657"/>
                    <a:pt x="2272" y="0"/>
                    <a:pt x="14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954" name="Google Shape;15954;p87"/>
            <p:cNvSpPr/>
            <p:nvPr/>
          </p:nvSpPr>
          <p:spPr>
            <a:xfrm>
              <a:off x="6090251" y="2676413"/>
              <a:ext cx="135405" cy="207677"/>
            </a:xfrm>
            <a:custGeom>
              <a:avLst/>
              <a:gdLst/>
              <a:ahLst/>
              <a:cxnLst/>
              <a:rect l="l" t="t" r="r" b="b"/>
              <a:pathLst>
                <a:path w="6488" h="9951" extrusionOk="0">
                  <a:moveTo>
                    <a:pt x="1464" y="1171"/>
                  </a:moveTo>
                  <a:cubicBezTo>
                    <a:pt x="1625" y="1171"/>
                    <a:pt x="1757" y="1302"/>
                    <a:pt x="1757" y="1463"/>
                  </a:cubicBezTo>
                  <a:lnTo>
                    <a:pt x="1757" y="6026"/>
                  </a:lnTo>
                  <a:lnTo>
                    <a:pt x="4184" y="3598"/>
                  </a:lnTo>
                  <a:cubicBezTo>
                    <a:pt x="4241" y="3541"/>
                    <a:pt x="4316" y="3512"/>
                    <a:pt x="4391" y="3512"/>
                  </a:cubicBezTo>
                  <a:cubicBezTo>
                    <a:pt x="4466" y="3512"/>
                    <a:pt x="4541" y="3541"/>
                    <a:pt x="4598" y="3598"/>
                  </a:cubicBezTo>
                  <a:cubicBezTo>
                    <a:pt x="4712" y="3712"/>
                    <a:pt x="4712" y="3897"/>
                    <a:pt x="4598" y="4012"/>
                  </a:cubicBezTo>
                  <a:lnTo>
                    <a:pt x="3245" y="5364"/>
                  </a:lnTo>
                  <a:lnTo>
                    <a:pt x="5219" y="8325"/>
                  </a:lnTo>
                  <a:cubicBezTo>
                    <a:pt x="5278" y="8414"/>
                    <a:pt x="5272" y="8500"/>
                    <a:pt x="5264" y="8546"/>
                  </a:cubicBezTo>
                  <a:cubicBezTo>
                    <a:pt x="5255" y="8591"/>
                    <a:pt x="5226" y="8674"/>
                    <a:pt x="5138" y="8732"/>
                  </a:cubicBezTo>
                  <a:cubicBezTo>
                    <a:pt x="5090" y="8764"/>
                    <a:pt x="5035" y="8780"/>
                    <a:pt x="4977" y="8780"/>
                  </a:cubicBezTo>
                  <a:cubicBezTo>
                    <a:pt x="4878" y="8780"/>
                    <a:pt x="4788" y="8732"/>
                    <a:pt x="4733" y="8651"/>
                  </a:cubicBezTo>
                  <a:lnTo>
                    <a:pt x="2824" y="5787"/>
                  </a:lnTo>
                  <a:lnTo>
                    <a:pt x="1757" y="6853"/>
                  </a:lnTo>
                  <a:lnTo>
                    <a:pt x="1757" y="8488"/>
                  </a:lnTo>
                  <a:cubicBezTo>
                    <a:pt x="1757" y="8649"/>
                    <a:pt x="1625" y="8782"/>
                    <a:pt x="1464" y="8782"/>
                  </a:cubicBezTo>
                  <a:cubicBezTo>
                    <a:pt x="1303" y="8782"/>
                    <a:pt x="1172" y="8649"/>
                    <a:pt x="1172" y="8488"/>
                  </a:cubicBezTo>
                  <a:lnTo>
                    <a:pt x="1172" y="1463"/>
                  </a:lnTo>
                  <a:cubicBezTo>
                    <a:pt x="1172" y="1302"/>
                    <a:pt x="1303" y="1171"/>
                    <a:pt x="1464" y="1171"/>
                  </a:cubicBezTo>
                  <a:close/>
                  <a:moveTo>
                    <a:pt x="1464" y="0"/>
                  </a:moveTo>
                  <a:cubicBezTo>
                    <a:pt x="657" y="0"/>
                    <a:pt x="1" y="657"/>
                    <a:pt x="1" y="1463"/>
                  </a:cubicBezTo>
                  <a:lnTo>
                    <a:pt x="1" y="8488"/>
                  </a:lnTo>
                  <a:cubicBezTo>
                    <a:pt x="1" y="9295"/>
                    <a:pt x="657" y="9951"/>
                    <a:pt x="1464" y="9951"/>
                  </a:cubicBezTo>
                  <a:cubicBezTo>
                    <a:pt x="2270" y="9951"/>
                    <a:pt x="2927" y="9295"/>
                    <a:pt x="2927" y="8488"/>
                  </a:cubicBezTo>
                  <a:lnTo>
                    <a:pt x="2927" y="8053"/>
                  </a:lnTo>
                  <a:lnTo>
                    <a:pt x="3758" y="9300"/>
                  </a:lnTo>
                  <a:cubicBezTo>
                    <a:pt x="4031" y="9709"/>
                    <a:pt x="4485" y="9951"/>
                    <a:pt x="4977" y="9951"/>
                  </a:cubicBezTo>
                  <a:cubicBezTo>
                    <a:pt x="5267" y="9951"/>
                    <a:pt x="5548" y="9866"/>
                    <a:pt x="5787" y="9705"/>
                  </a:cubicBezTo>
                  <a:cubicBezTo>
                    <a:pt x="6113" y="9489"/>
                    <a:pt x="6336" y="9158"/>
                    <a:pt x="6412" y="8775"/>
                  </a:cubicBezTo>
                  <a:cubicBezTo>
                    <a:pt x="6488" y="8391"/>
                    <a:pt x="6410" y="8001"/>
                    <a:pt x="6194" y="7676"/>
                  </a:cubicBezTo>
                  <a:lnTo>
                    <a:pt x="4752" y="5512"/>
                  </a:lnTo>
                  <a:lnTo>
                    <a:pt x="5426" y="4840"/>
                  </a:lnTo>
                  <a:cubicBezTo>
                    <a:pt x="5996" y="4269"/>
                    <a:pt x="5996" y="3340"/>
                    <a:pt x="5426" y="2771"/>
                  </a:cubicBezTo>
                  <a:cubicBezTo>
                    <a:pt x="5141" y="2485"/>
                    <a:pt x="4766" y="2342"/>
                    <a:pt x="4391" y="2342"/>
                  </a:cubicBezTo>
                  <a:cubicBezTo>
                    <a:pt x="4016" y="2342"/>
                    <a:pt x="3641" y="2485"/>
                    <a:pt x="3357" y="2771"/>
                  </a:cubicBezTo>
                  <a:lnTo>
                    <a:pt x="2927" y="3199"/>
                  </a:lnTo>
                  <a:lnTo>
                    <a:pt x="2927" y="1463"/>
                  </a:lnTo>
                  <a:cubicBezTo>
                    <a:pt x="2927" y="657"/>
                    <a:pt x="2270" y="0"/>
                    <a:pt x="14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955" name="Google Shape;15955;p87"/>
          <p:cNvGrpSpPr/>
          <p:nvPr/>
        </p:nvGrpSpPr>
        <p:grpSpPr>
          <a:xfrm>
            <a:off x="5926398" y="3755436"/>
            <a:ext cx="407391" cy="407391"/>
            <a:chOff x="7137330" y="2571753"/>
            <a:chExt cx="417024" cy="417024"/>
          </a:xfrm>
        </p:grpSpPr>
        <p:sp>
          <p:nvSpPr>
            <p:cNvPr id="15956" name="Google Shape;15956;p87"/>
            <p:cNvSpPr/>
            <p:nvPr/>
          </p:nvSpPr>
          <p:spPr>
            <a:xfrm>
              <a:off x="7235854" y="2645840"/>
              <a:ext cx="219949" cy="268826"/>
            </a:xfrm>
            <a:custGeom>
              <a:avLst/>
              <a:gdLst/>
              <a:ahLst/>
              <a:cxnLst/>
              <a:rect l="l" t="t" r="r" b="b"/>
              <a:pathLst>
                <a:path w="10539" h="12881" extrusionOk="0">
                  <a:moveTo>
                    <a:pt x="5271" y="1172"/>
                  </a:moveTo>
                  <a:cubicBezTo>
                    <a:pt x="7530" y="1172"/>
                    <a:pt x="9368" y="3010"/>
                    <a:pt x="9368" y="5270"/>
                  </a:cubicBezTo>
                  <a:cubicBezTo>
                    <a:pt x="9368" y="6273"/>
                    <a:pt x="8717" y="7797"/>
                    <a:pt x="7624" y="9343"/>
                  </a:cubicBezTo>
                  <a:cubicBezTo>
                    <a:pt x="6513" y="10917"/>
                    <a:pt x="5536" y="11665"/>
                    <a:pt x="5271" y="11708"/>
                  </a:cubicBezTo>
                  <a:cubicBezTo>
                    <a:pt x="5004" y="11665"/>
                    <a:pt x="4029" y="10917"/>
                    <a:pt x="2916" y="9343"/>
                  </a:cubicBezTo>
                  <a:cubicBezTo>
                    <a:pt x="1825" y="7797"/>
                    <a:pt x="1172" y="6273"/>
                    <a:pt x="1172" y="5270"/>
                  </a:cubicBezTo>
                  <a:cubicBezTo>
                    <a:pt x="1172" y="3010"/>
                    <a:pt x="3010" y="1172"/>
                    <a:pt x="5271" y="1172"/>
                  </a:cubicBezTo>
                  <a:close/>
                  <a:moveTo>
                    <a:pt x="5271" y="1"/>
                  </a:moveTo>
                  <a:cubicBezTo>
                    <a:pt x="2366" y="1"/>
                    <a:pt x="1" y="2364"/>
                    <a:pt x="1" y="5270"/>
                  </a:cubicBezTo>
                  <a:cubicBezTo>
                    <a:pt x="1" y="7084"/>
                    <a:pt x="1409" y="9247"/>
                    <a:pt x="2014" y="10093"/>
                  </a:cubicBezTo>
                  <a:cubicBezTo>
                    <a:pt x="2481" y="10747"/>
                    <a:pt x="4098" y="12881"/>
                    <a:pt x="5271" y="12881"/>
                  </a:cubicBezTo>
                  <a:cubicBezTo>
                    <a:pt x="6444" y="12881"/>
                    <a:pt x="8059" y="10747"/>
                    <a:pt x="8528" y="10093"/>
                  </a:cubicBezTo>
                  <a:cubicBezTo>
                    <a:pt x="9133" y="9247"/>
                    <a:pt x="10539" y="7084"/>
                    <a:pt x="10539" y="5270"/>
                  </a:cubicBezTo>
                  <a:cubicBezTo>
                    <a:pt x="10539" y="2364"/>
                    <a:pt x="8175" y="1"/>
                    <a:pt x="52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957" name="Google Shape;15957;p87"/>
            <p:cNvSpPr/>
            <p:nvPr/>
          </p:nvSpPr>
          <p:spPr>
            <a:xfrm>
              <a:off x="7137330" y="2571753"/>
              <a:ext cx="417024" cy="417024"/>
            </a:xfrm>
            <a:custGeom>
              <a:avLst/>
              <a:gdLst/>
              <a:ahLst/>
              <a:cxnLst/>
              <a:rect l="l" t="t" r="r" b="b"/>
              <a:pathLst>
                <a:path w="19982" h="19982" extrusionOk="0">
                  <a:moveTo>
                    <a:pt x="9992" y="1171"/>
                  </a:moveTo>
                  <a:cubicBezTo>
                    <a:pt x="14855" y="1171"/>
                    <a:pt x="18812" y="5127"/>
                    <a:pt x="18812" y="9991"/>
                  </a:cubicBezTo>
                  <a:cubicBezTo>
                    <a:pt x="18812" y="14854"/>
                    <a:pt x="14855" y="18810"/>
                    <a:pt x="9992" y="18810"/>
                  </a:cubicBezTo>
                  <a:cubicBezTo>
                    <a:pt x="5127" y="18810"/>
                    <a:pt x="1171" y="14854"/>
                    <a:pt x="1171" y="9991"/>
                  </a:cubicBezTo>
                  <a:cubicBezTo>
                    <a:pt x="1171" y="5127"/>
                    <a:pt x="5127" y="1171"/>
                    <a:pt x="9992" y="1171"/>
                  </a:cubicBezTo>
                  <a:close/>
                  <a:moveTo>
                    <a:pt x="9992" y="0"/>
                  </a:moveTo>
                  <a:cubicBezTo>
                    <a:pt x="4490" y="0"/>
                    <a:pt x="0" y="4490"/>
                    <a:pt x="0" y="9990"/>
                  </a:cubicBezTo>
                  <a:cubicBezTo>
                    <a:pt x="0" y="15491"/>
                    <a:pt x="4490" y="19981"/>
                    <a:pt x="9992" y="19981"/>
                  </a:cubicBezTo>
                  <a:cubicBezTo>
                    <a:pt x="15493" y="19981"/>
                    <a:pt x="19981" y="15491"/>
                    <a:pt x="19981" y="9990"/>
                  </a:cubicBezTo>
                  <a:cubicBezTo>
                    <a:pt x="19981" y="4488"/>
                    <a:pt x="15492" y="0"/>
                    <a:pt x="99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958" name="Google Shape;15958;p87"/>
            <p:cNvSpPr/>
            <p:nvPr/>
          </p:nvSpPr>
          <p:spPr>
            <a:xfrm>
              <a:off x="7284751" y="2694716"/>
              <a:ext cx="122173" cy="122194"/>
            </a:xfrm>
            <a:custGeom>
              <a:avLst/>
              <a:gdLst/>
              <a:ahLst/>
              <a:cxnLst/>
              <a:rect l="l" t="t" r="r" b="b"/>
              <a:pathLst>
                <a:path w="5854" h="5855" extrusionOk="0">
                  <a:moveTo>
                    <a:pt x="2928" y="1172"/>
                  </a:moveTo>
                  <a:cubicBezTo>
                    <a:pt x="3895" y="1172"/>
                    <a:pt x="4684" y="1959"/>
                    <a:pt x="4684" y="2928"/>
                  </a:cubicBezTo>
                  <a:cubicBezTo>
                    <a:pt x="4684" y="3896"/>
                    <a:pt x="3895" y="4683"/>
                    <a:pt x="2928" y="4683"/>
                  </a:cubicBezTo>
                  <a:cubicBezTo>
                    <a:pt x="1958" y="4683"/>
                    <a:pt x="1171" y="3896"/>
                    <a:pt x="1171" y="2928"/>
                  </a:cubicBezTo>
                  <a:cubicBezTo>
                    <a:pt x="2139" y="2928"/>
                    <a:pt x="2928" y="2139"/>
                    <a:pt x="2928" y="1172"/>
                  </a:cubicBezTo>
                  <a:close/>
                  <a:moveTo>
                    <a:pt x="2928" y="1"/>
                  </a:moveTo>
                  <a:cubicBezTo>
                    <a:pt x="2655" y="1"/>
                    <a:pt x="2374" y="47"/>
                    <a:pt x="2066" y="142"/>
                  </a:cubicBezTo>
                  <a:cubicBezTo>
                    <a:pt x="1732" y="245"/>
                    <a:pt x="1562" y="616"/>
                    <a:pt x="1704" y="936"/>
                  </a:cubicBezTo>
                  <a:cubicBezTo>
                    <a:pt x="1885" y="1345"/>
                    <a:pt x="1569" y="1756"/>
                    <a:pt x="1177" y="1756"/>
                  </a:cubicBezTo>
                  <a:cubicBezTo>
                    <a:pt x="1099" y="1756"/>
                    <a:pt x="1018" y="1740"/>
                    <a:pt x="938" y="1704"/>
                  </a:cubicBezTo>
                  <a:cubicBezTo>
                    <a:pt x="860" y="1670"/>
                    <a:pt x="780" y="1654"/>
                    <a:pt x="701" y="1654"/>
                  </a:cubicBezTo>
                  <a:cubicBezTo>
                    <a:pt x="453" y="1654"/>
                    <a:pt x="219" y="1813"/>
                    <a:pt x="142" y="2067"/>
                  </a:cubicBezTo>
                  <a:cubicBezTo>
                    <a:pt x="46" y="2373"/>
                    <a:pt x="0" y="2656"/>
                    <a:pt x="0" y="2928"/>
                  </a:cubicBezTo>
                  <a:cubicBezTo>
                    <a:pt x="0" y="4542"/>
                    <a:pt x="1313" y="5854"/>
                    <a:pt x="2928" y="5854"/>
                  </a:cubicBezTo>
                  <a:cubicBezTo>
                    <a:pt x="4541" y="5854"/>
                    <a:pt x="5854" y="4542"/>
                    <a:pt x="5854" y="2928"/>
                  </a:cubicBezTo>
                  <a:cubicBezTo>
                    <a:pt x="5854" y="1313"/>
                    <a:pt x="4541" y="1"/>
                    <a:pt x="29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959" name="Google Shape;15959;p87"/>
          <p:cNvGrpSpPr/>
          <p:nvPr/>
        </p:nvGrpSpPr>
        <p:grpSpPr>
          <a:xfrm>
            <a:off x="5310066" y="3755436"/>
            <a:ext cx="407391" cy="407391"/>
            <a:chOff x="6613801" y="2571753"/>
            <a:chExt cx="417024" cy="417024"/>
          </a:xfrm>
        </p:grpSpPr>
        <p:sp>
          <p:nvSpPr>
            <p:cNvPr id="15960" name="Google Shape;15960;p87"/>
            <p:cNvSpPr/>
            <p:nvPr/>
          </p:nvSpPr>
          <p:spPr>
            <a:xfrm>
              <a:off x="6613801" y="2571753"/>
              <a:ext cx="417024" cy="417024"/>
            </a:xfrm>
            <a:custGeom>
              <a:avLst/>
              <a:gdLst/>
              <a:ahLst/>
              <a:cxnLst/>
              <a:rect l="l" t="t" r="r" b="b"/>
              <a:pathLst>
                <a:path w="19982" h="19982" extrusionOk="0">
                  <a:moveTo>
                    <a:pt x="9991" y="1171"/>
                  </a:moveTo>
                  <a:cubicBezTo>
                    <a:pt x="14854" y="1171"/>
                    <a:pt x="18812" y="5127"/>
                    <a:pt x="18812" y="9991"/>
                  </a:cubicBezTo>
                  <a:cubicBezTo>
                    <a:pt x="18812" y="14854"/>
                    <a:pt x="14854" y="18810"/>
                    <a:pt x="9991" y="18810"/>
                  </a:cubicBezTo>
                  <a:cubicBezTo>
                    <a:pt x="5127" y="18810"/>
                    <a:pt x="1171" y="14854"/>
                    <a:pt x="1171" y="9991"/>
                  </a:cubicBezTo>
                  <a:cubicBezTo>
                    <a:pt x="1171" y="5127"/>
                    <a:pt x="5127" y="1171"/>
                    <a:pt x="9991" y="1171"/>
                  </a:cubicBezTo>
                  <a:close/>
                  <a:moveTo>
                    <a:pt x="9991" y="0"/>
                  </a:moveTo>
                  <a:cubicBezTo>
                    <a:pt x="4490" y="0"/>
                    <a:pt x="0" y="4490"/>
                    <a:pt x="0" y="9990"/>
                  </a:cubicBezTo>
                  <a:cubicBezTo>
                    <a:pt x="0" y="15493"/>
                    <a:pt x="4490" y="19981"/>
                    <a:pt x="9991" y="19981"/>
                  </a:cubicBezTo>
                  <a:cubicBezTo>
                    <a:pt x="15493" y="19981"/>
                    <a:pt x="19981" y="15491"/>
                    <a:pt x="19981" y="9990"/>
                  </a:cubicBezTo>
                  <a:cubicBezTo>
                    <a:pt x="19981" y="4488"/>
                    <a:pt x="15491" y="0"/>
                    <a:pt x="99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961" name="Google Shape;15961;p87"/>
            <p:cNvSpPr/>
            <p:nvPr/>
          </p:nvSpPr>
          <p:spPr>
            <a:xfrm>
              <a:off x="6663449" y="2645840"/>
              <a:ext cx="317704" cy="268826"/>
            </a:xfrm>
            <a:custGeom>
              <a:avLst/>
              <a:gdLst/>
              <a:ahLst/>
              <a:cxnLst/>
              <a:rect l="l" t="t" r="r" b="b"/>
              <a:pathLst>
                <a:path w="15223" h="12881" extrusionOk="0">
                  <a:moveTo>
                    <a:pt x="12295" y="1172"/>
                  </a:moveTo>
                  <a:cubicBezTo>
                    <a:pt x="12619" y="1172"/>
                    <a:pt x="12881" y="1435"/>
                    <a:pt x="12881" y="1757"/>
                  </a:cubicBezTo>
                  <a:cubicBezTo>
                    <a:pt x="12881" y="2079"/>
                    <a:pt x="12617" y="2343"/>
                    <a:pt x="12295" y="2343"/>
                  </a:cubicBezTo>
                  <a:cubicBezTo>
                    <a:pt x="11973" y="2343"/>
                    <a:pt x="11709" y="2079"/>
                    <a:pt x="11709" y="1757"/>
                  </a:cubicBezTo>
                  <a:cubicBezTo>
                    <a:pt x="11709" y="1435"/>
                    <a:pt x="11973" y="1172"/>
                    <a:pt x="12295" y="1172"/>
                  </a:cubicBezTo>
                  <a:close/>
                  <a:moveTo>
                    <a:pt x="2343" y="4685"/>
                  </a:moveTo>
                  <a:cubicBezTo>
                    <a:pt x="2592" y="4685"/>
                    <a:pt x="2827" y="4763"/>
                    <a:pt x="3022" y="4902"/>
                  </a:cubicBezTo>
                  <a:cubicBezTo>
                    <a:pt x="2330" y="5410"/>
                    <a:pt x="1821" y="6015"/>
                    <a:pt x="1513" y="6677"/>
                  </a:cubicBezTo>
                  <a:cubicBezTo>
                    <a:pt x="1301" y="6461"/>
                    <a:pt x="1173" y="6167"/>
                    <a:pt x="1173" y="5856"/>
                  </a:cubicBezTo>
                  <a:cubicBezTo>
                    <a:pt x="1173" y="5210"/>
                    <a:pt x="1697" y="4685"/>
                    <a:pt x="2343" y="4685"/>
                  </a:cubicBezTo>
                  <a:close/>
                  <a:moveTo>
                    <a:pt x="12881" y="4685"/>
                  </a:moveTo>
                  <a:cubicBezTo>
                    <a:pt x="13526" y="4685"/>
                    <a:pt x="14052" y="5208"/>
                    <a:pt x="14052" y="5854"/>
                  </a:cubicBezTo>
                  <a:cubicBezTo>
                    <a:pt x="14052" y="6167"/>
                    <a:pt x="13923" y="6461"/>
                    <a:pt x="13712" y="6677"/>
                  </a:cubicBezTo>
                  <a:cubicBezTo>
                    <a:pt x="13404" y="6015"/>
                    <a:pt x="12893" y="5410"/>
                    <a:pt x="12201" y="4902"/>
                  </a:cubicBezTo>
                  <a:cubicBezTo>
                    <a:pt x="12396" y="4763"/>
                    <a:pt x="12633" y="4685"/>
                    <a:pt x="12881" y="4685"/>
                  </a:cubicBezTo>
                  <a:close/>
                  <a:moveTo>
                    <a:pt x="7616" y="4685"/>
                  </a:moveTo>
                  <a:cubicBezTo>
                    <a:pt x="9058" y="4685"/>
                    <a:pt x="10407" y="5074"/>
                    <a:pt x="11416" y="5778"/>
                  </a:cubicBezTo>
                  <a:cubicBezTo>
                    <a:pt x="12360" y="6440"/>
                    <a:pt x="12881" y="7299"/>
                    <a:pt x="12881" y="8196"/>
                  </a:cubicBezTo>
                  <a:cubicBezTo>
                    <a:pt x="12881" y="9095"/>
                    <a:pt x="12360" y="9953"/>
                    <a:pt x="11416" y="10615"/>
                  </a:cubicBezTo>
                  <a:cubicBezTo>
                    <a:pt x="10407" y="11320"/>
                    <a:pt x="9056" y="11710"/>
                    <a:pt x="7612" y="11710"/>
                  </a:cubicBezTo>
                  <a:cubicBezTo>
                    <a:pt x="6167" y="11710"/>
                    <a:pt x="4816" y="11320"/>
                    <a:pt x="3807" y="10615"/>
                  </a:cubicBezTo>
                  <a:cubicBezTo>
                    <a:pt x="2863" y="9953"/>
                    <a:pt x="2343" y="9095"/>
                    <a:pt x="2343" y="8196"/>
                  </a:cubicBezTo>
                  <a:cubicBezTo>
                    <a:pt x="2343" y="7299"/>
                    <a:pt x="2863" y="6440"/>
                    <a:pt x="3807" y="5778"/>
                  </a:cubicBezTo>
                  <a:cubicBezTo>
                    <a:pt x="4816" y="5074"/>
                    <a:pt x="6165" y="4685"/>
                    <a:pt x="7609" y="4685"/>
                  </a:cubicBezTo>
                  <a:close/>
                  <a:moveTo>
                    <a:pt x="8782" y="0"/>
                  </a:moveTo>
                  <a:cubicBezTo>
                    <a:pt x="8538" y="0"/>
                    <a:pt x="8309" y="156"/>
                    <a:pt x="8228" y="402"/>
                  </a:cubicBezTo>
                  <a:lnTo>
                    <a:pt x="7186" y="3524"/>
                  </a:lnTo>
                  <a:cubicBezTo>
                    <a:pt x="6065" y="3576"/>
                    <a:pt x="4998" y="3836"/>
                    <a:pt x="4073" y="4276"/>
                  </a:cubicBezTo>
                  <a:cubicBezTo>
                    <a:pt x="3634" y="3797"/>
                    <a:pt x="3011" y="3514"/>
                    <a:pt x="2343" y="3514"/>
                  </a:cubicBezTo>
                  <a:cubicBezTo>
                    <a:pt x="1051" y="3514"/>
                    <a:pt x="0" y="4565"/>
                    <a:pt x="0" y="5856"/>
                  </a:cubicBezTo>
                  <a:cubicBezTo>
                    <a:pt x="0" y="6702"/>
                    <a:pt x="469" y="7478"/>
                    <a:pt x="1186" y="7889"/>
                  </a:cubicBezTo>
                  <a:cubicBezTo>
                    <a:pt x="1177" y="7991"/>
                    <a:pt x="1171" y="8094"/>
                    <a:pt x="1171" y="8196"/>
                  </a:cubicBezTo>
                  <a:cubicBezTo>
                    <a:pt x="1171" y="9488"/>
                    <a:pt x="1870" y="10687"/>
                    <a:pt x="3137" y="11573"/>
                  </a:cubicBezTo>
                  <a:cubicBezTo>
                    <a:pt x="4340" y="12415"/>
                    <a:pt x="5928" y="12881"/>
                    <a:pt x="7611" y="12881"/>
                  </a:cubicBezTo>
                  <a:cubicBezTo>
                    <a:pt x="9293" y="12881"/>
                    <a:pt x="10883" y="12415"/>
                    <a:pt x="12086" y="11573"/>
                  </a:cubicBezTo>
                  <a:cubicBezTo>
                    <a:pt x="13353" y="10687"/>
                    <a:pt x="14050" y="9488"/>
                    <a:pt x="14050" y="8196"/>
                  </a:cubicBezTo>
                  <a:cubicBezTo>
                    <a:pt x="14050" y="8094"/>
                    <a:pt x="14046" y="7991"/>
                    <a:pt x="14037" y="7889"/>
                  </a:cubicBezTo>
                  <a:cubicBezTo>
                    <a:pt x="14754" y="7478"/>
                    <a:pt x="15223" y="6702"/>
                    <a:pt x="15223" y="5856"/>
                  </a:cubicBezTo>
                  <a:cubicBezTo>
                    <a:pt x="15223" y="4565"/>
                    <a:pt x="14172" y="3514"/>
                    <a:pt x="12881" y="3514"/>
                  </a:cubicBezTo>
                  <a:cubicBezTo>
                    <a:pt x="12212" y="3514"/>
                    <a:pt x="11589" y="3797"/>
                    <a:pt x="11152" y="4276"/>
                  </a:cubicBezTo>
                  <a:cubicBezTo>
                    <a:pt x="10330" y="3885"/>
                    <a:pt x="9396" y="3636"/>
                    <a:pt x="8412" y="3549"/>
                  </a:cubicBezTo>
                  <a:lnTo>
                    <a:pt x="9153" y="1327"/>
                  </a:lnTo>
                  <a:lnTo>
                    <a:pt x="10540" y="1789"/>
                  </a:lnTo>
                  <a:cubicBezTo>
                    <a:pt x="10556" y="2742"/>
                    <a:pt x="11338" y="3514"/>
                    <a:pt x="12295" y="3514"/>
                  </a:cubicBezTo>
                  <a:cubicBezTo>
                    <a:pt x="13263" y="3514"/>
                    <a:pt x="14052" y="2725"/>
                    <a:pt x="14052" y="1757"/>
                  </a:cubicBezTo>
                  <a:cubicBezTo>
                    <a:pt x="14052" y="790"/>
                    <a:pt x="13263" y="1"/>
                    <a:pt x="12295" y="1"/>
                  </a:cubicBezTo>
                  <a:cubicBezTo>
                    <a:pt x="11732" y="1"/>
                    <a:pt x="11232" y="268"/>
                    <a:pt x="10910" y="678"/>
                  </a:cubicBezTo>
                  <a:lnTo>
                    <a:pt x="8968" y="31"/>
                  </a:lnTo>
                  <a:cubicBezTo>
                    <a:pt x="8906" y="10"/>
                    <a:pt x="8844" y="0"/>
                    <a:pt x="87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962" name="Google Shape;15962;p87"/>
            <p:cNvSpPr/>
            <p:nvPr/>
          </p:nvSpPr>
          <p:spPr>
            <a:xfrm>
              <a:off x="6748992" y="2768030"/>
              <a:ext cx="48898" cy="48878"/>
            </a:xfrm>
            <a:custGeom>
              <a:avLst/>
              <a:gdLst/>
              <a:ahLst/>
              <a:cxnLst/>
              <a:rect l="l" t="t" r="r" b="b"/>
              <a:pathLst>
                <a:path w="2343" h="2342" extrusionOk="0">
                  <a:moveTo>
                    <a:pt x="1171" y="1"/>
                  </a:moveTo>
                  <a:cubicBezTo>
                    <a:pt x="526" y="1"/>
                    <a:pt x="0" y="525"/>
                    <a:pt x="0" y="1170"/>
                  </a:cubicBezTo>
                  <a:cubicBezTo>
                    <a:pt x="0" y="1816"/>
                    <a:pt x="526" y="2341"/>
                    <a:pt x="1171" y="2341"/>
                  </a:cubicBezTo>
                  <a:cubicBezTo>
                    <a:pt x="1817" y="2341"/>
                    <a:pt x="2342" y="1816"/>
                    <a:pt x="2342" y="1170"/>
                  </a:cubicBezTo>
                  <a:cubicBezTo>
                    <a:pt x="2342" y="525"/>
                    <a:pt x="1817" y="1"/>
                    <a:pt x="11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963" name="Google Shape;15963;p87"/>
            <p:cNvSpPr/>
            <p:nvPr/>
          </p:nvSpPr>
          <p:spPr>
            <a:xfrm>
              <a:off x="6846703" y="2768030"/>
              <a:ext cx="48898" cy="48878"/>
            </a:xfrm>
            <a:custGeom>
              <a:avLst/>
              <a:gdLst/>
              <a:ahLst/>
              <a:cxnLst/>
              <a:rect l="l" t="t" r="r" b="b"/>
              <a:pathLst>
                <a:path w="2343" h="2342" extrusionOk="0">
                  <a:moveTo>
                    <a:pt x="1172" y="1"/>
                  </a:moveTo>
                  <a:cubicBezTo>
                    <a:pt x="526" y="1"/>
                    <a:pt x="1" y="525"/>
                    <a:pt x="1" y="1170"/>
                  </a:cubicBezTo>
                  <a:cubicBezTo>
                    <a:pt x="1" y="1816"/>
                    <a:pt x="526" y="2341"/>
                    <a:pt x="1172" y="2341"/>
                  </a:cubicBezTo>
                  <a:cubicBezTo>
                    <a:pt x="1818" y="2341"/>
                    <a:pt x="2343" y="1816"/>
                    <a:pt x="2343" y="1170"/>
                  </a:cubicBezTo>
                  <a:cubicBezTo>
                    <a:pt x="2343" y="525"/>
                    <a:pt x="1818" y="1"/>
                    <a:pt x="11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964" name="Google Shape;15964;p87"/>
            <p:cNvSpPr/>
            <p:nvPr/>
          </p:nvSpPr>
          <p:spPr>
            <a:xfrm>
              <a:off x="6759469" y="2841323"/>
              <a:ext cx="125658" cy="35938"/>
            </a:xfrm>
            <a:custGeom>
              <a:avLst/>
              <a:gdLst/>
              <a:ahLst/>
              <a:cxnLst/>
              <a:rect l="l" t="t" r="r" b="b"/>
              <a:pathLst>
                <a:path w="6021" h="1722" extrusionOk="0">
                  <a:moveTo>
                    <a:pt x="670" y="0"/>
                  </a:moveTo>
                  <a:cubicBezTo>
                    <a:pt x="455" y="0"/>
                    <a:pt x="249" y="119"/>
                    <a:pt x="146" y="324"/>
                  </a:cubicBezTo>
                  <a:cubicBezTo>
                    <a:pt x="1" y="614"/>
                    <a:pt x="117" y="965"/>
                    <a:pt x="407" y="1110"/>
                  </a:cubicBezTo>
                  <a:cubicBezTo>
                    <a:pt x="1223" y="1516"/>
                    <a:pt x="2116" y="1722"/>
                    <a:pt x="3011" y="1722"/>
                  </a:cubicBezTo>
                  <a:cubicBezTo>
                    <a:pt x="3905" y="1722"/>
                    <a:pt x="4800" y="1518"/>
                    <a:pt x="5614" y="1110"/>
                  </a:cubicBezTo>
                  <a:cubicBezTo>
                    <a:pt x="5904" y="965"/>
                    <a:pt x="6021" y="614"/>
                    <a:pt x="5875" y="324"/>
                  </a:cubicBezTo>
                  <a:cubicBezTo>
                    <a:pt x="5774" y="119"/>
                    <a:pt x="5567" y="0"/>
                    <a:pt x="5352" y="0"/>
                  </a:cubicBezTo>
                  <a:cubicBezTo>
                    <a:pt x="5264" y="0"/>
                    <a:pt x="5174" y="20"/>
                    <a:pt x="5090" y="62"/>
                  </a:cubicBezTo>
                  <a:cubicBezTo>
                    <a:pt x="4439" y="388"/>
                    <a:pt x="3725" y="551"/>
                    <a:pt x="3011" y="551"/>
                  </a:cubicBezTo>
                  <a:cubicBezTo>
                    <a:pt x="2296" y="551"/>
                    <a:pt x="1582" y="388"/>
                    <a:pt x="931" y="62"/>
                  </a:cubicBezTo>
                  <a:cubicBezTo>
                    <a:pt x="847" y="20"/>
                    <a:pt x="758" y="0"/>
                    <a:pt x="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965" name="Google Shape;15965;p87"/>
          <p:cNvGrpSpPr/>
          <p:nvPr/>
        </p:nvGrpSpPr>
        <p:grpSpPr>
          <a:xfrm>
            <a:off x="7896740" y="3238780"/>
            <a:ext cx="407411" cy="407411"/>
            <a:chOff x="2964567" y="2571753"/>
            <a:chExt cx="417045" cy="417045"/>
          </a:xfrm>
        </p:grpSpPr>
        <p:sp>
          <p:nvSpPr>
            <p:cNvPr id="15966" name="Google Shape;15966;p87"/>
            <p:cNvSpPr/>
            <p:nvPr/>
          </p:nvSpPr>
          <p:spPr>
            <a:xfrm>
              <a:off x="2964567" y="2571753"/>
              <a:ext cx="417045" cy="417045"/>
            </a:xfrm>
            <a:custGeom>
              <a:avLst/>
              <a:gdLst/>
              <a:ahLst/>
              <a:cxnLst/>
              <a:rect l="l" t="t" r="r" b="b"/>
              <a:pathLst>
                <a:path w="19983" h="19983" extrusionOk="0">
                  <a:moveTo>
                    <a:pt x="9992" y="1170"/>
                  </a:moveTo>
                  <a:cubicBezTo>
                    <a:pt x="14855" y="1170"/>
                    <a:pt x="18812" y="4866"/>
                    <a:pt x="18812" y="9405"/>
                  </a:cubicBezTo>
                  <a:cubicBezTo>
                    <a:pt x="18812" y="13925"/>
                    <a:pt x="14855" y="17601"/>
                    <a:pt x="9992" y="17601"/>
                  </a:cubicBezTo>
                  <a:cubicBezTo>
                    <a:pt x="9111" y="17601"/>
                    <a:pt x="8240" y="17481"/>
                    <a:pt x="7407" y="17242"/>
                  </a:cubicBezTo>
                  <a:cubicBezTo>
                    <a:pt x="7354" y="17226"/>
                    <a:pt x="7299" y="17218"/>
                    <a:pt x="7245" y="17218"/>
                  </a:cubicBezTo>
                  <a:cubicBezTo>
                    <a:pt x="7153" y="17218"/>
                    <a:pt x="7062" y="17240"/>
                    <a:pt x="6979" y="17282"/>
                  </a:cubicBezTo>
                  <a:lnTo>
                    <a:pt x="4723" y="18439"/>
                  </a:lnTo>
                  <a:lnTo>
                    <a:pt x="4723" y="16262"/>
                  </a:lnTo>
                  <a:cubicBezTo>
                    <a:pt x="4723" y="16078"/>
                    <a:pt x="4637" y="15904"/>
                    <a:pt x="4490" y="15793"/>
                  </a:cubicBezTo>
                  <a:cubicBezTo>
                    <a:pt x="2381" y="14208"/>
                    <a:pt x="1171" y="11880"/>
                    <a:pt x="1171" y="9405"/>
                  </a:cubicBezTo>
                  <a:cubicBezTo>
                    <a:pt x="1171" y="4866"/>
                    <a:pt x="5129" y="1170"/>
                    <a:pt x="9992" y="1170"/>
                  </a:cubicBezTo>
                  <a:close/>
                  <a:moveTo>
                    <a:pt x="9992" y="1"/>
                  </a:moveTo>
                  <a:cubicBezTo>
                    <a:pt x="4575" y="1"/>
                    <a:pt x="0" y="4153"/>
                    <a:pt x="0" y="9407"/>
                  </a:cubicBezTo>
                  <a:cubicBezTo>
                    <a:pt x="0" y="12221"/>
                    <a:pt x="1359" y="14795"/>
                    <a:pt x="3552" y="16548"/>
                  </a:cubicBezTo>
                  <a:lnTo>
                    <a:pt x="3552" y="19396"/>
                  </a:lnTo>
                  <a:cubicBezTo>
                    <a:pt x="3552" y="19602"/>
                    <a:pt x="3659" y="19791"/>
                    <a:pt x="3832" y="19897"/>
                  </a:cubicBezTo>
                  <a:cubicBezTo>
                    <a:pt x="3925" y="19953"/>
                    <a:pt x="4031" y="19982"/>
                    <a:pt x="4138" y="19982"/>
                  </a:cubicBezTo>
                  <a:cubicBezTo>
                    <a:pt x="4229" y="19982"/>
                    <a:pt x="4320" y="19961"/>
                    <a:pt x="4405" y="19918"/>
                  </a:cubicBezTo>
                  <a:lnTo>
                    <a:pt x="7310" y="18429"/>
                  </a:lnTo>
                  <a:cubicBezTo>
                    <a:pt x="8180" y="18657"/>
                    <a:pt x="9081" y="18772"/>
                    <a:pt x="9992" y="18772"/>
                  </a:cubicBezTo>
                  <a:cubicBezTo>
                    <a:pt x="15500" y="18772"/>
                    <a:pt x="19983" y="14570"/>
                    <a:pt x="19983" y="9407"/>
                  </a:cubicBezTo>
                  <a:cubicBezTo>
                    <a:pt x="19983" y="4151"/>
                    <a:pt x="15405" y="1"/>
                    <a:pt x="99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967" name="Google Shape;15967;p87"/>
            <p:cNvSpPr/>
            <p:nvPr/>
          </p:nvSpPr>
          <p:spPr>
            <a:xfrm>
              <a:off x="3037777" y="2694715"/>
              <a:ext cx="270642" cy="146633"/>
            </a:xfrm>
            <a:custGeom>
              <a:avLst/>
              <a:gdLst/>
              <a:ahLst/>
              <a:cxnLst/>
              <a:rect l="l" t="t" r="r" b="b"/>
              <a:pathLst>
                <a:path w="12968" h="7026" extrusionOk="0">
                  <a:moveTo>
                    <a:pt x="5362" y="1463"/>
                  </a:moveTo>
                  <a:lnTo>
                    <a:pt x="7241" y="3341"/>
                  </a:lnTo>
                  <a:cubicBezTo>
                    <a:pt x="7353" y="3454"/>
                    <a:pt x="7503" y="3513"/>
                    <a:pt x="7655" y="3513"/>
                  </a:cubicBezTo>
                  <a:cubicBezTo>
                    <a:pt x="7744" y="3513"/>
                    <a:pt x="7833" y="3493"/>
                    <a:pt x="7917" y="3451"/>
                  </a:cubicBezTo>
                  <a:lnTo>
                    <a:pt x="10216" y="2303"/>
                  </a:lnTo>
                  <a:lnTo>
                    <a:pt x="7605" y="5565"/>
                  </a:lnTo>
                  <a:lnTo>
                    <a:pt x="5726" y="3685"/>
                  </a:lnTo>
                  <a:cubicBezTo>
                    <a:pt x="5614" y="3573"/>
                    <a:pt x="5463" y="3514"/>
                    <a:pt x="5311" y="3514"/>
                  </a:cubicBezTo>
                  <a:cubicBezTo>
                    <a:pt x="5223" y="3514"/>
                    <a:pt x="5133" y="3534"/>
                    <a:pt x="5051" y="3575"/>
                  </a:cubicBezTo>
                  <a:lnTo>
                    <a:pt x="2751" y="4725"/>
                  </a:lnTo>
                  <a:lnTo>
                    <a:pt x="2751" y="4725"/>
                  </a:lnTo>
                  <a:lnTo>
                    <a:pt x="5362" y="1463"/>
                  </a:lnTo>
                  <a:close/>
                  <a:moveTo>
                    <a:pt x="5312" y="1"/>
                  </a:moveTo>
                  <a:cubicBezTo>
                    <a:pt x="5302" y="1"/>
                    <a:pt x="5291" y="1"/>
                    <a:pt x="5281" y="2"/>
                  </a:cubicBezTo>
                  <a:cubicBezTo>
                    <a:pt x="5114" y="12"/>
                    <a:pt x="4959" y="92"/>
                    <a:pt x="4856" y="221"/>
                  </a:cubicBezTo>
                  <a:lnTo>
                    <a:pt x="172" y="6075"/>
                  </a:lnTo>
                  <a:cubicBezTo>
                    <a:pt x="0" y="6290"/>
                    <a:pt x="2" y="6595"/>
                    <a:pt x="174" y="6809"/>
                  </a:cubicBezTo>
                  <a:cubicBezTo>
                    <a:pt x="288" y="6950"/>
                    <a:pt x="457" y="7026"/>
                    <a:pt x="630" y="7026"/>
                  </a:cubicBezTo>
                  <a:cubicBezTo>
                    <a:pt x="719" y="7026"/>
                    <a:pt x="808" y="7006"/>
                    <a:pt x="892" y="6964"/>
                  </a:cubicBezTo>
                  <a:lnTo>
                    <a:pt x="5198" y="4811"/>
                  </a:lnTo>
                  <a:lnTo>
                    <a:pt x="7241" y="6855"/>
                  </a:lnTo>
                  <a:cubicBezTo>
                    <a:pt x="7349" y="6964"/>
                    <a:pt x="7496" y="7026"/>
                    <a:pt x="7650" y="7026"/>
                  </a:cubicBezTo>
                  <a:cubicBezTo>
                    <a:pt x="7662" y="7026"/>
                    <a:pt x="7674" y="7025"/>
                    <a:pt x="7687" y="7024"/>
                  </a:cubicBezTo>
                  <a:cubicBezTo>
                    <a:pt x="7853" y="7016"/>
                    <a:pt x="8007" y="6936"/>
                    <a:pt x="8111" y="6807"/>
                  </a:cubicBezTo>
                  <a:lnTo>
                    <a:pt x="12795" y="951"/>
                  </a:lnTo>
                  <a:cubicBezTo>
                    <a:pt x="12967" y="737"/>
                    <a:pt x="12965" y="431"/>
                    <a:pt x="12792" y="219"/>
                  </a:cubicBezTo>
                  <a:cubicBezTo>
                    <a:pt x="12679" y="78"/>
                    <a:pt x="12510" y="1"/>
                    <a:pt x="12337" y="1"/>
                  </a:cubicBezTo>
                  <a:cubicBezTo>
                    <a:pt x="12249" y="1"/>
                    <a:pt x="12159" y="21"/>
                    <a:pt x="12075" y="63"/>
                  </a:cubicBezTo>
                  <a:lnTo>
                    <a:pt x="7770" y="2216"/>
                  </a:lnTo>
                  <a:lnTo>
                    <a:pt x="5726" y="173"/>
                  </a:lnTo>
                  <a:cubicBezTo>
                    <a:pt x="5617" y="62"/>
                    <a:pt x="5467" y="1"/>
                    <a:pt x="53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968" name="Google Shape;15968;p87"/>
          <p:cNvGrpSpPr/>
          <p:nvPr/>
        </p:nvGrpSpPr>
        <p:grpSpPr>
          <a:xfrm>
            <a:off x="1612062" y="3815897"/>
            <a:ext cx="407391" cy="286470"/>
            <a:chOff x="3476576" y="2633631"/>
            <a:chExt cx="417024" cy="293244"/>
          </a:xfrm>
        </p:grpSpPr>
        <p:sp>
          <p:nvSpPr>
            <p:cNvPr id="15969" name="Google Shape;15969;p87"/>
            <p:cNvSpPr/>
            <p:nvPr/>
          </p:nvSpPr>
          <p:spPr>
            <a:xfrm>
              <a:off x="3476576" y="2633631"/>
              <a:ext cx="417024" cy="293244"/>
            </a:xfrm>
            <a:custGeom>
              <a:avLst/>
              <a:gdLst/>
              <a:ahLst/>
              <a:cxnLst/>
              <a:rect l="l" t="t" r="r" b="b"/>
              <a:pathLst>
                <a:path w="19982" h="14051" extrusionOk="0">
                  <a:moveTo>
                    <a:pt x="17056" y="1172"/>
                  </a:moveTo>
                  <a:cubicBezTo>
                    <a:pt x="18023" y="1172"/>
                    <a:pt x="18811" y="1961"/>
                    <a:pt x="18811" y="2929"/>
                  </a:cubicBezTo>
                  <a:lnTo>
                    <a:pt x="18811" y="11124"/>
                  </a:lnTo>
                  <a:cubicBezTo>
                    <a:pt x="18811" y="12092"/>
                    <a:pt x="18023" y="12881"/>
                    <a:pt x="17056" y="12881"/>
                  </a:cubicBezTo>
                  <a:lnTo>
                    <a:pt x="2927" y="12881"/>
                  </a:lnTo>
                  <a:cubicBezTo>
                    <a:pt x="1959" y="12881"/>
                    <a:pt x="1172" y="12092"/>
                    <a:pt x="1172" y="11124"/>
                  </a:cubicBezTo>
                  <a:lnTo>
                    <a:pt x="1172" y="2929"/>
                  </a:lnTo>
                  <a:cubicBezTo>
                    <a:pt x="1172" y="1961"/>
                    <a:pt x="1959" y="1172"/>
                    <a:pt x="2927" y="1172"/>
                  </a:cubicBezTo>
                  <a:close/>
                  <a:moveTo>
                    <a:pt x="2927" y="1"/>
                  </a:moveTo>
                  <a:cubicBezTo>
                    <a:pt x="1313" y="1"/>
                    <a:pt x="1" y="1315"/>
                    <a:pt x="1" y="2929"/>
                  </a:cubicBezTo>
                  <a:lnTo>
                    <a:pt x="1" y="11124"/>
                  </a:lnTo>
                  <a:cubicBezTo>
                    <a:pt x="1" y="12738"/>
                    <a:pt x="1313" y="14050"/>
                    <a:pt x="2927" y="14050"/>
                  </a:cubicBezTo>
                  <a:lnTo>
                    <a:pt x="17056" y="14050"/>
                  </a:lnTo>
                  <a:cubicBezTo>
                    <a:pt x="18669" y="14050"/>
                    <a:pt x="19982" y="12738"/>
                    <a:pt x="19982" y="11124"/>
                  </a:cubicBezTo>
                  <a:lnTo>
                    <a:pt x="19982" y="2929"/>
                  </a:lnTo>
                  <a:cubicBezTo>
                    <a:pt x="19982" y="1315"/>
                    <a:pt x="18669" y="1"/>
                    <a:pt x="170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970" name="Google Shape;15970;p87"/>
            <p:cNvSpPr/>
            <p:nvPr/>
          </p:nvSpPr>
          <p:spPr>
            <a:xfrm>
              <a:off x="3636206" y="2706945"/>
              <a:ext cx="122194" cy="146633"/>
            </a:xfrm>
            <a:custGeom>
              <a:avLst/>
              <a:gdLst/>
              <a:ahLst/>
              <a:cxnLst/>
              <a:rect l="l" t="t" r="r" b="b"/>
              <a:pathLst>
                <a:path w="5855" h="7026" extrusionOk="0">
                  <a:moveTo>
                    <a:pt x="1172" y="1643"/>
                  </a:moveTo>
                  <a:lnTo>
                    <a:pt x="4165" y="3514"/>
                  </a:lnTo>
                  <a:lnTo>
                    <a:pt x="1172" y="5384"/>
                  </a:lnTo>
                  <a:lnTo>
                    <a:pt x="1172" y="1643"/>
                  </a:lnTo>
                  <a:close/>
                  <a:moveTo>
                    <a:pt x="586" y="0"/>
                  </a:moveTo>
                  <a:cubicBezTo>
                    <a:pt x="489" y="0"/>
                    <a:pt x="391" y="25"/>
                    <a:pt x="302" y="74"/>
                  </a:cubicBezTo>
                  <a:cubicBezTo>
                    <a:pt x="116" y="178"/>
                    <a:pt x="1" y="373"/>
                    <a:pt x="1" y="587"/>
                  </a:cubicBezTo>
                  <a:lnTo>
                    <a:pt x="1" y="6440"/>
                  </a:lnTo>
                  <a:cubicBezTo>
                    <a:pt x="1" y="6653"/>
                    <a:pt x="116" y="6849"/>
                    <a:pt x="302" y="6953"/>
                  </a:cubicBezTo>
                  <a:cubicBezTo>
                    <a:pt x="389" y="7001"/>
                    <a:pt x="487" y="7026"/>
                    <a:pt x="585" y="7026"/>
                  </a:cubicBezTo>
                  <a:cubicBezTo>
                    <a:pt x="693" y="7026"/>
                    <a:pt x="801" y="6997"/>
                    <a:pt x="896" y="6937"/>
                  </a:cubicBezTo>
                  <a:lnTo>
                    <a:pt x="5580" y="4010"/>
                  </a:lnTo>
                  <a:cubicBezTo>
                    <a:pt x="5750" y="3903"/>
                    <a:pt x="5854" y="3714"/>
                    <a:pt x="5854" y="3513"/>
                  </a:cubicBezTo>
                  <a:cubicBezTo>
                    <a:pt x="5854" y="3311"/>
                    <a:pt x="5750" y="3123"/>
                    <a:pt x="5580" y="3017"/>
                  </a:cubicBezTo>
                  <a:lnTo>
                    <a:pt x="896" y="90"/>
                  </a:lnTo>
                  <a:cubicBezTo>
                    <a:pt x="801" y="30"/>
                    <a:pt x="694" y="0"/>
                    <a:pt x="5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971" name="Google Shape;15971;p87"/>
          <p:cNvGrpSpPr/>
          <p:nvPr/>
        </p:nvGrpSpPr>
        <p:grpSpPr>
          <a:xfrm>
            <a:off x="2228394" y="3755508"/>
            <a:ext cx="407411" cy="407248"/>
            <a:chOff x="3988564" y="2571836"/>
            <a:chExt cx="417045" cy="416878"/>
          </a:xfrm>
        </p:grpSpPr>
        <p:sp>
          <p:nvSpPr>
            <p:cNvPr id="15972" name="Google Shape;15972;p87"/>
            <p:cNvSpPr/>
            <p:nvPr/>
          </p:nvSpPr>
          <p:spPr>
            <a:xfrm>
              <a:off x="4090678" y="2650431"/>
              <a:ext cx="213124" cy="259268"/>
            </a:xfrm>
            <a:custGeom>
              <a:avLst/>
              <a:gdLst/>
              <a:ahLst/>
              <a:cxnLst/>
              <a:rect l="l" t="t" r="r" b="b"/>
              <a:pathLst>
                <a:path w="10212" h="12423" extrusionOk="0">
                  <a:moveTo>
                    <a:pt x="4938" y="1172"/>
                  </a:moveTo>
                  <a:cubicBezTo>
                    <a:pt x="7267" y="1172"/>
                    <a:pt x="8610" y="2621"/>
                    <a:pt x="8610" y="3081"/>
                  </a:cubicBezTo>
                  <a:cubicBezTo>
                    <a:pt x="8610" y="3348"/>
                    <a:pt x="8308" y="3471"/>
                    <a:pt x="8102" y="3471"/>
                  </a:cubicBezTo>
                  <a:cubicBezTo>
                    <a:pt x="7867" y="3471"/>
                    <a:pt x="7733" y="3357"/>
                    <a:pt x="7407" y="3026"/>
                  </a:cubicBezTo>
                  <a:cubicBezTo>
                    <a:pt x="6933" y="2541"/>
                    <a:pt x="6282" y="1879"/>
                    <a:pt x="4821" y="1879"/>
                  </a:cubicBezTo>
                  <a:cubicBezTo>
                    <a:pt x="4177" y="1879"/>
                    <a:pt x="3602" y="2046"/>
                    <a:pt x="3162" y="2362"/>
                  </a:cubicBezTo>
                  <a:cubicBezTo>
                    <a:pt x="2687" y="2700"/>
                    <a:pt x="2417" y="3188"/>
                    <a:pt x="2417" y="3701"/>
                  </a:cubicBezTo>
                  <a:cubicBezTo>
                    <a:pt x="2417" y="4145"/>
                    <a:pt x="2603" y="4758"/>
                    <a:pt x="3491" y="5152"/>
                  </a:cubicBezTo>
                  <a:cubicBezTo>
                    <a:pt x="3997" y="5378"/>
                    <a:pt x="4646" y="5506"/>
                    <a:pt x="5334" y="5642"/>
                  </a:cubicBezTo>
                  <a:cubicBezTo>
                    <a:pt x="7566" y="6081"/>
                    <a:pt x="9029" y="6514"/>
                    <a:pt x="9029" y="8449"/>
                  </a:cubicBezTo>
                  <a:cubicBezTo>
                    <a:pt x="9029" y="8455"/>
                    <a:pt x="9029" y="8464"/>
                    <a:pt x="9029" y="8478"/>
                  </a:cubicBezTo>
                  <a:cubicBezTo>
                    <a:pt x="9035" y="8646"/>
                    <a:pt x="9028" y="9518"/>
                    <a:pt x="8347" y="10222"/>
                  </a:cubicBezTo>
                  <a:cubicBezTo>
                    <a:pt x="7688" y="10903"/>
                    <a:pt x="6597" y="11248"/>
                    <a:pt x="5102" y="11252"/>
                  </a:cubicBezTo>
                  <a:cubicBezTo>
                    <a:pt x="2240" y="11250"/>
                    <a:pt x="1171" y="9891"/>
                    <a:pt x="1171" y="9033"/>
                  </a:cubicBezTo>
                  <a:cubicBezTo>
                    <a:pt x="1171" y="8780"/>
                    <a:pt x="1518" y="8672"/>
                    <a:pt x="1656" y="8672"/>
                  </a:cubicBezTo>
                  <a:cubicBezTo>
                    <a:pt x="1844" y="8672"/>
                    <a:pt x="2005" y="8837"/>
                    <a:pt x="2327" y="9212"/>
                  </a:cubicBezTo>
                  <a:cubicBezTo>
                    <a:pt x="2843" y="9813"/>
                    <a:pt x="3551" y="10636"/>
                    <a:pt x="5095" y="10636"/>
                  </a:cubicBezTo>
                  <a:cubicBezTo>
                    <a:pt x="6363" y="10636"/>
                    <a:pt x="7727" y="9881"/>
                    <a:pt x="7727" y="8612"/>
                  </a:cubicBezTo>
                  <a:cubicBezTo>
                    <a:pt x="7727" y="7951"/>
                    <a:pt x="7363" y="7445"/>
                    <a:pt x="6647" y="7109"/>
                  </a:cubicBezTo>
                  <a:cubicBezTo>
                    <a:pt x="6130" y="6866"/>
                    <a:pt x="5472" y="6726"/>
                    <a:pt x="4773" y="6578"/>
                  </a:cubicBezTo>
                  <a:cubicBezTo>
                    <a:pt x="2620" y="6120"/>
                    <a:pt x="1209" y="5683"/>
                    <a:pt x="1209" y="3859"/>
                  </a:cubicBezTo>
                  <a:cubicBezTo>
                    <a:pt x="1209" y="2893"/>
                    <a:pt x="1667" y="2191"/>
                    <a:pt x="2606" y="1711"/>
                  </a:cubicBezTo>
                  <a:cubicBezTo>
                    <a:pt x="3388" y="1313"/>
                    <a:pt x="4350" y="1172"/>
                    <a:pt x="4938" y="1172"/>
                  </a:cubicBezTo>
                  <a:close/>
                  <a:moveTo>
                    <a:pt x="4938" y="1"/>
                  </a:moveTo>
                  <a:cubicBezTo>
                    <a:pt x="2944" y="1"/>
                    <a:pt x="39" y="991"/>
                    <a:pt x="39" y="3861"/>
                  </a:cubicBezTo>
                  <a:cubicBezTo>
                    <a:pt x="39" y="5149"/>
                    <a:pt x="579" y="6129"/>
                    <a:pt x="1644" y="6772"/>
                  </a:cubicBezTo>
                  <a:cubicBezTo>
                    <a:pt x="2505" y="7293"/>
                    <a:pt x="3581" y="7523"/>
                    <a:pt x="4529" y="7724"/>
                  </a:cubicBezTo>
                  <a:cubicBezTo>
                    <a:pt x="5159" y="7857"/>
                    <a:pt x="5755" y="7984"/>
                    <a:pt x="6149" y="8170"/>
                  </a:cubicBezTo>
                  <a:cubicBezTo>
                    <a:pt x="6556" y="8359"/>
                    <a:pt x="6556" y="8518"/>
                    <a:pt x="6556" y="8612"/>
                  </a:cubicBezTo>
                  <a:cubicBezTo>
                    <a:pt x="6556" y="9100"/>
                    <a:pt x="5785" y="9465"/>
                    <a:pt x="5095" y="9465"/>
                  </a:cubicBezTo>
                  <a:cubicBezTo>
                    <a:pt x="4089" y="9465"/>
                    <a:pt x="3664" y="8971"/>
                    <a:pt x="3215" y="8449"/>
                  </a:cubicBezTo>
                  <a:cubicBezTo>
                    <a:pt x="2833" y="8005"/>
                    <a:pt x="2401" y="7501"/>
                    <a:pt x="1656" y="7501"/>
                  </a:cubicBezTo>
                  <a:cubicBezTo>
                    <a:pt x="860" y="7501"/>
                    <a:pt x="0" y="8087"/>
                    <a:pt x="0" y="9035"/>
                  </a:cubicBezTo>
                  <a:cubicBezTo>
                    <a:pt x="0" y="10459"/>
                    <a:pt x="1462" y="12423"/>
                    <a:pt x="5104" y="12423"/>
                  </a:cubicBezTo>
                  <a:cubicBezTo>
                    <a:pt x="6926" y="12419"/>
                    <a:pt x="8301" y="11954"/>
                    <a:pt x="9187" y="11036"/>
                  </a:cubicBezTo>
                  <a:cubicBezTo>
                    <a:pt x="10167" y="10024"/>
                    <a:pt x="10211" y="8803"/>
                    <a:pt x="10200" y="8442"/>
                  </a:cubicBezTo>
                  <a:cubicBezTo>
                    <a:pt x="10199" y="7101"/>
                    <a:pt x="9638" y="6090"/>
                    <a:pt x="8536" y="5435"/>
                  </a:cubicBezTo>
                  <a:cubicBezTo>
                    <a:pt x="7642" y="4904"/>
                    <a:pt x="6537" y="4685"/>
                    <a:pt x="5560" y="4492"/>
                  </a:cubicBezTo>
                  <a:cubicBezTo>
                    <a:pt x="4939" y="4370"/>
                    <a:pt x="4354" y="4255"/>
                    <a:pt x="3966" y="4084"/>
                  </a:cubicBezTo>
                  <a:cubicBezTo>
                    <a:pt x="3588" y="3916"/>
                    <a:pt x="3588" y="3781"/>
                    <a:pt x="3588" y="3703"/>
                  </a:cubicBezTo>
                  <a:cubicBezTo>
                    <a:pt x="3588" y="3429"/>
                    <a:pt x="4016" y="3050"/>
                    <a:pt x="4821" y="3050"/>
                  </a:cubicBezTo>
                  <a:cubicBezTo>
                    <a:pt x="5790" y="3050"/>
                    <a:pt x="6153" y="3418"/>
                    <a:pt x="6570" y="3847"/>
                  </a:cubicBezTo>
                  <a:cubicBezTo>
                    <a:pt x="6921" y="4202"/>
                    <a:pt x="7354" y="4644"/>
                    <a:pt x="8102" y="4644"/>
                  </a:cubicBezTo>
                  <a:cubicBezTo>
                    <a:pt x="8966" y="4644"/>
                    <a:pt x="9781" y="4016"/>
                    <a:pt x="9781" y="3082"/>
                  </a:cubicBezTo>
                  <a:cubicBezTo>
                    <a:pt x="9781" y="1768"/>
                    <a:pt x="7722" y="1"/>
                    <a:pt x="49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973" name="Google Shape;15973;p87"/>
            <p:cNvSpPr/>
            <p:nvPr/>
          </p:nvSpPr>
          <p:spPr>
            <a:xfrm>
              <a:off x="3988564" y="2571836"/>
              <a:ext cx="417045" cy="416878"/>
            </a:xfrm>
            <a:custGeom>
              <a:avLst/>
              <a:gdLst/>
              <a:ahLst/>
              <a:cxnLst/>
              <a:rect l="l" t="t" r="r" b="b"/>
              <a:pathLst>
                <a:path w="19983" h="19975" extrusionOk="0">
                  <a:moveTo>
                    <a:pt x="5465" y="1172"/>
                  </a:moveTo>
                  <a:cubicBezTo>
                    <a:pt x="6229" y="1172"/>
                    <a:pt x="6714" y="1356"/>
                    <a:pt x="7184" y="1548"/>
                  </a:cubicBezTo>
                  <a:cubicBezTo>
                    <a:pt x="7842" y="1820"/>
                    <a:pt x="8120" y="1882"/>
                    <a:pt x="8506" y="1882"/>
                  </a:cubicBezTo>
                  <a:cubicBezTo>
                    <a:pt x="8831" y="1882"/>
                    <a:pt x="9232" y="1838"/>
                    <a:pt x="10000" y="1838"/>
                  </a:cubicBezTo>
                  <a:cubicBezTo>
                    <a:pt x="13275" y="1838"/>
                    <a:pt x="15226" y="3478"/>
                    <a:pt x="16286" y="4855"/>
                  </a:cubicBezTo>
                  <a:cubicBezTo>
                    <a:pt x="17660" y="6641"/>
                    <a:pt x="18149" y="8709"/>
                    <a:pt x="18149" y="9937"/>
                  </a:cubicBezTo>
                  <a:cubicBezTo>
                    <a:pt x="18149" y="11304"/>
                    <a:pt x="17841" y="11405"/>
                    <a:pt x="18414" y="12744"/>
                  </a:cubicBezTo>
                  <a:cubicBezTo>
                    <a:pt x="18610" y="13203"/>
                    <a:pt x="18812" y="13675"/>
                    <a:pt x="18812" y="14565"/>
                  </a:cubicBezTo>
                  <a:cubicBezTo>
                    <a:pt x="18812" y="15702"/>
                    <a:pt x="18373" y="16765"/>
                    <a:pt x="17575" y="17561"/>
                  </a:cubicBezTo>
                  <a:cubicBezTo>
                    <a:pt x="16776" y="18358"/>
                    <a:pt x="15671" y="18803"/>
                    <a:pt x="14546" y="18803"/>
                  </a:cubicBezTo>
                  <a:cubicBezTo>
                    <a:pt x="14544" y="18803"/>
                    <a:pt x="14542" y="18803"/>
                    <a:pt x="14540" y="18803"/>
                  </a:cubicBezTo>
                  <a:lnTo>
                    <a:pt x="14519" y="18803"/>
                  </a:lnTo>
                  <a:cubicBezTo>
                    <a:pt x="13754" y="18803"/>
                    <a:pt x="13270" y="18612"/>
                    <a:pt x="12799" y="18418"/>
                  </a:cubicBezTo>
                  <a:cubicBezTo>
                    <a:pt x="12161" y="18154"/>
                    <a:pt x="11842" y="18085"/>
                    <a:pt x="11520" y="18085"/>
                  </a:cubicBezTo>
                  <a:cubicBezTo>
                    <a:pt x="11167" y="18085"/>
                    <a:pt x="10809" y="18168"/>
                    <a:pt x="10022" y="18168"/>
                  </a:cubicBezTo>
                  <a:cubicBezTo>
                    <a:pt x="6746" y="18168"/>
                    <a:pt x="4785" y="16516"/>
                    <a:pt x="3717" y="15131"/>
                  </a:cubicBezTo>
                  <a:cubicBezTo>
                    <a:pt x="2328" y="13328"/>
                    <a:pt x="1835" y="11257"/>
                    <a:pt x="1835" y="10031"/>
                  </a:cubicBezTo>
                  <a:cubicBezTo>
                    <a:pt x="1835" y="8674"/>
                    <a:pt x="2146" y="8571"/>
                    <a:pt x="1569" y="7222"/>
                  </a:cubicBezTo>
                  <a:cubicBezTo>
                    <a:pt x="1375" y="6765"/>
                    <a:pt x="1173" y="6293"/>
                    <a:pt x="1171" y="5408"/>
                  </a:cubicBezTo>
                  <a:cubicBezTo>
                    <a:pt x="1175" y="3063"/>
                    <a:pt x="3100" y="1172"/>
                    <a:pt x="5465" y="1172"/>
                  </a:cubicBezTo>
                  <a:close/>
                  <a:moveTo>
                    <a:pt x="5465" y="0"/>
                  </a:moveTo>
                  <a:cubicBezTo>
                    <a:pt x="3993" y="0"/>
                    <a:pt x="2617" y="552"/>
                    <a:pt x="1587" y="1582"/>
                  </a:cubicBezTo>
                  <a:cubicBezTo>
                    <a:pt x="566" y="2603"/>
                    <a:pt x="4" y="3960"/>
                    <a:pt x="0" y="5403"/>
                  </a:cubicBezTo>
                  <a:lnTo>
                    <a:pt x="0" y="5414"/>
                  </a:lnTo>
                  <a:cubicBezTo>
                    <a:pt x="2" y="6535"/>
                    <a:pt x="274" y="7170"/>
                    <a:pt x="492" y="7682"/>
                  </a:cubicBezTo>
                  <a:cubicBezTo>
                    <a:pt x="938" y="8725"/>
                    <a:pt x="664" y="8547"/>
                    <a:pt x="664" y="10031"/>
                  </a:cubicBezTo>
                  <a:cubicBezTo>
                    <a:pt x="664" y="11738"/>
                    <a:pt x="1385" y="14023"/>
                    <a:pt x="2790" y="15845"/>
                  </a:cubicBezTo>
                  <a:cubicBezTo>
                    <a:pt x="4019" y="17439"/>
                    <a:pt x="6270" y="19339"/>
                    <a:pt x="10022" y="19339"/>
                  </a:cubicBezTo>
                  <a:cubicBezTo>
                    <a:pt x="10942" y="19339"/>
                    <a:pt x="11234" y="19255"/>
                    <a:pt x="11494" y="19255"/>
                  </a:cubicBezTo>
                  <a:cubicBezTo>
                    <a:pt x="11700" y="19255"/>
                    <a:pt x="11887" y="19308"/>
                    <a:pt x="12353" y="19500"/>
                  </a:cubicBezTo>
                  <a:cubicBezTo>
                    <a:pt x="12875" y="19716"/>
                    <a:pt x="13523" y="19974"/>
                    <a:pt x="14519" y="19974"/>
                  </a:cubicBezTo>
                  <a:lnTo>
                    <a:pt x="14554" y="19974"/>
                  </a:lnTo>
                  <a:cubicBezTo>
                    <a:pt x="15985" y="19974"/>
                    <a:pt x="17386" y="19403"/>
                    <a:pt x="18402" y="18391"/>
                  </a:cubicBezTo>
                  <a:cubicBezTo>
                    <a:pt x="19422" y="17374"/>
                    <a:pt x="19983" y="16015"/>
                    <a:pt x="19983" y="14565"/>
                  </a:cubicBezTo>
                  <a:cubicBezTo>
                    <a:pt x="19983" y="13436"/>
                    <a:pt x="19711" y="12797"/>
                    <a:pt x="19491" y="12284"/>
                  </a:cubicBezTo>
                  <a:cubicBezTo>
                    <a:pt x="19045" y="11243"/>
                    <a:pt x="19320" y="11421"/>
                    <a:pt x="19320" y="9937"/>
                  </a:cubicBezTo>
                  <a:cubicBezTo>
                    <a:pt x="19320" y="8218"/>
                    <a:pt x="18603" y="5946"/>
                    <a:pt x="17213" y="4140"/>
                  </a:cubicBezTo>
                  <a:cubicBezTo>
                    <a:pt x="15994" y="2557"/>
                    <a:pt x="13753" y="667"/>
                    <a:pt x="10000" y="667"/>
                  </a:cubicBezTo>
                  <a:cubicBezTo>
                    <a:pt x="9146" y="667"/>
                    <a:pt x="8785" y="712"/>
                    <a:pt x="8528" y="712"/>
                  </a:cubicBezTo>
                  <a:cubicBezTo>
                    <a:pt x="8261" y="712"/>
                    <a:pt x="8109" y="664"/>
                    <a:pt x="7630" y="466"/>
                  </a:cubicBezTo>
                  <a:cubicBezTo>
                    <a:pt x="7110" y="252"/>
                    <a:pt x="6461" y="0"/>
                    <a:pt x="54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974" name="Google Shape;15974;p87"/>
          <p:cNvGrpSpPr/>
          <p:nvPr/>
        </p:nvGrpSpPr>
        <p:grpSpPr>
          <a:xfrm>
            <a:off x="2844747" y="3755436"/>
            <a:ext cx="407391" cy="407391"/>
            <a:chOff x="4500573" y="2571753"/>
            <a:chExt cx="417024" cy="417024"/>
          </a:xfrm>
        </p:grpSpPr>
        <p:sp>
          <p:nvSpPr>
            <p:cNvPr id="15975" name="Google Shape;15975;p87"/>
            <p:cNvSpPr/>
            <p:nvPr/>
          </p:nvSpPr>
          <p:spPr>
            <a:xfrm>
              <a:off x="4550263" y="2632817"/>
              <a:ext cx="317683" cy="293244"/>
            </a:xfrm>
            <a:custGeom>
              <a:avLst/>
              <a:gdLst/>
              <a:ahLst/>
              <a:cxnLst/>
              <a:rect l="l" t="t" r="r" b="b"/>
              <a:pathLst>
                <a:path w="15222" h="14051" extrusionOk="0">
                  <a:moveTo>
                    <a:pt x="7616" y="1172"/>
                  </a:moveTo>
                  <a:cubicBezTo>
                    <a:pt x="8529" y="1202"/>
                    <a:pt x="10613" y="1570"/>
                    <a:pt x="10613" y="4280"/>
                  </a:cubicBezTo>
                  <a:cubicBezTo>
                    <a:pt x="10613" y="4791"/>
                    <a:pt x="10565" y="5662"/>
                    <a:pt x="10565" y="5683"/>
                  </a:cubicBezTo>
                  <a:cubicBezTo>
                    <a:pt x="10565" y="6490"/>
                    <a:pt x="11186" y="6530"/>
                    <a:pt x="11312" y="6530"/>
                  </a:cubicBezTo>
                  <a:cubicBezTo>
                    <a:pt x="11563" y="6530"/>
                    <a:pt x="11867" y="6461"/>
                    <a:pt x="12149" y="6399"/>
                  </a:cubicBezTo>
                  <a:lnTo>
                    <a:pt x="12149" y="6399"/>
                  </a:lnTo>
                  <a:cubicBezTo>
                    <a:pt x="11697" y="6589"/>
                    <a:pt x="10875" y="6838"/>
                    <a:pt x="10875" y="7608"/>
                  </a:cubicBezTo>
                  <a:cubicBezTo>
                    <a:pt x="10875" y="9260"/>
                    <a:pt x="12294" y="9897"/>
                    <a:pt x="13233" y="10316"/>
                  </a:cubicBezTo>
                  <a:cubicBezTo>
                    <a:pt x="13419" y="10399"/>
                    <a:pt x="13661" y="10509"/>
                    <a:pt x="13838" y="10608"/>
                  </a:cubicBezTo>
                  <a:cubicBezTo>
                    <a:pt x="13590" y="10652"/>
                    <a:pt x="13247" y="10703"/>
                    <a:pt x="12826" y="10802"/>
                  </a:cubicBezTo>
                  <a:cubicBezTo>
                    <a:pt x="12446" y="10894"/>
                    <a:pt x="12149" y="11195"/>
                    <a:pt x="12067" y="11574"/>
                  </a:cubicBezTo>
                  <a:cubicBezTo>
                    <a:pt x="12058" y="11614"/>
                    <a:pt x="12049" y="11652"/>
                    <a:pt x="12041" y="11683"/>
                  </a:cubicBezTo>
                  <a:cubicBezTo>
                    <a:pt x="11837" y="11646"/>
                    <a:pt x="11549" y="11584"/>
                    <a:pt x="11156" y="11584"/>
                  </a:cubicBezTo>
                  <a:cubicBezTo>
                    <a:pt x="10220" y="11584"/>
                    <a:pt x="9658" y="11968"/>
                    <a:pt x="9161" y="12306"/>
                  </a:cubicBezTo>
                  <a:cubicBezTo>
                    <a:pt x="8711" y="12614"/>
                    <a:pt x="8322" y="12879"/>
                    <a:pt x="7611" y="12881"/>
                  </a:cubicBezTo>
                  <a:cubicBezTo>
                    <a:pt x="6900" y="12879"/>
                    <a:pt x="6511" y="12614"/>
                    <a:pt x="6060" y="12306"/>
                  </a:cubicBezTo>
                  <a:cubicBezTo>
                    <a:pt x="5563" y="11968"/>
                    <a:pt x="5000" y="11584"/>
                    <a:pt x="4064" y="11584"/>
                  </a:cubicBezTo>
                  <a:cubicBezTo>
                    <a:pt x="3671" y="11584"/>
                    <a:pt x="3381" y="11646"/>
                    <a:pt x="3180" y="11683"/>
                  </a:cubicBezTo>
                  <a:cubicBezTo>
                    <a:pt x="3171" y="11652"/>
                    <a:pt x="3164" y="11614"/>
                    <a:pt x="3155" y="11574"/>
                  </a:cubicBezTo>
                  <a:cubicBezTo>
                    <a:pt x="3072" y="11195"/>
                    <a:pt x="2775" y="10894"/>
                    <a:pt x="2394" y="10802"/>
                  </a:cubicBezTo>
                  <a:cubicBezTo>
                    <a:pt x="1973" y="10703"/>
                    <a:pt x="1630" y="10652"/>
                    <a:pt x="1384" y="10608"/>
                  </a:cubicBezTo>
                  <a:cubicBezTo>
                    <a:pt x="1559" y="10509"/>
                    <a:pt x="1803" y="10399"/>
                    <a:pt x="1987" y="10316"/>
                  </a:cubicBezTo>
                  <a:cubicBezTo>
                    <a:pt x="2927" y="9897"/>
                    <a:pt x="4347" y="9260"/>
                    <a:pt x="4347" y="7608"/>
                  </a:cubicBezTo>
                  <a:cubicBezTo>
                    <a:pt x="4347" y="6838"/>
                    <a:pt x="3525" y="6589"/>
                    <a:pt x="3072" y="6399"/>
                  </a:cubicBezTo>
                  <a:lnTo>
                    <a:pt x="3072" y="6399"/>
                  </a:lnTo>
                  <a:cubicBezTo>
                    <a:pt x="3355" y="6461"/>
                    <a:pt x="3657" y="6530"/>
                    <a:pt x="3910" y="6530"/>
                  </a:cubicBezTo>
                  <a:cubicBezTo>
                    <a:pt x="4034" y="6530"/>
                    <a:pt x="4655" y="6490"/>
                    <a:pt x="4655" y="5683"/>
                  </a:cubicBezTo>
                  <a:cubicBezTo>
                    <a:pt x="4655" y="5662"/>
                    <a:pt x="4609" y="4793"/>
                    <a:pt x="4609" y="4280"/>
                  </a:cubicBezTo>
                  <a:cubicBezTo>
                    <a:pt x="4609" y="1558"/>
                    <a:pt x="6698" y="1199"/>
                    <a:pt x="7616" y="1172"/>
                  </a:cubicBezTo>
                  <a:close/>
                  <a:moveTo>
                    <a:pt x="7602" y="1"/>
                  </a:moveTo>
                  <a:cubicBezTo>
                    <a:pt x="7201" y="11"/>
                    <a:pt x="6164" y="98"/>
                    <a:pt x="5219" y="691"/>
                  </a:cubicBezTo>
                  <a:cubicBezTo>
                    <a:pt x="4407" y="1200"/>
                    <a:pt x="3438" y="2237"/>
                    <a:pt x="3438" y="4280"/>
                  </a:cubicBezTo>
                  <a:cubicBezTo>
                    <a:pt x="3438" y="4714"/>
                    <a:pt x="3454" y="5041"/>
                    <a:pt x="3466" y="5288"/>
                  </a:cubicBezTo>
                  <a:cubicBezTo>
                    <a:pt x="3176" y="5225"/>
                    <a:pt x="2914" y="5159"/>
                    <a:pt x="2711" y="5159"/>
                  </a:cubicBezTo>
                  <a:cubicBezTo>
                    <a:pt x="2005" y="5159"/>
                    <a:pt x="1492" y="5593"/>
                    <a:pt x="1492" y="6187"/>
                  </a:cubicBezTo>
                  <a:cubicBezTo>
                    <a:pt x="1492" y="7031"/>
                    <a:pt x="2302" y="7355"/>
                    <a:pt x="2785" y="7547"/>
                  </a:cubicBezTo>
                  <a:cubicBezTo>
                    <a:pt x="2907" y="7595"/>
                    <a:pt x="3077" y="7664"/>
                    <a:pt x="3173" y="7717"/>
                  </a:cubicBezTo>
                  <a:cubicBezTo>
                    <a:pt x="3084" y="8885"/>
                    <a:pt x="1453" y="9124"/>
                    <a:pt x="595" y="9723"/>
                  </a:cubicBezTo>
                  <a:cubicBezTo>
                    <a:pt x="201" y="9999"/>
                    <a:pt x="1" y="10337"/>
                    <a:pt x="1" y="10730"/>
                  </a:cubicBezTo>
                  <a:cubicBezTo>
                    <a:pt x="1" y="11119"/>
                    <a:pt x="194" y="11425"/>
                    <a:pt x="547" y="11590"/>
                  </a:cubicBezTo>
                  <a:cubicBezTo>
                    <a:pt x="892" y="11752"/>
                    <a:pt x="1340" y="11765"/>
                    <a:pt x="2032" y="11920"/>
                  </a:cubicBezTo>
                  <a:cubicBezTo>
                    <a:pt x="2081" y="12138"/>
                    <a:pt x="2134" y="12318"/>
                    <a:pt x="2231" y="12474"/>
                  </a:cubicBezTo>
                  <a:cubicBezTo>
                    <a:pt x="2428" y="12789"/>
                    <a:pt x="2691" y="12874"/>
                    <a:pt x="2981" y="12874"/>
                  </a:cubicBezTo>
                  <a:cubicBezTo>
                    <a:pt x="3325" y="12874"/>
                    <a:pt x="3708" y="12754"/>
                    <a:pt x="4064" y="12754"/>
                  </a:cubicBezTo>
                  <a:cubicBezTo>
                    <a:pt x="4639" y="12754"/>
                    <a:pt x="4975" y="12984"/>
                    <a:pt x="5400" y="13274"/>
                  </a:cubicBezTo>
                  <a:cubicBezTo>
                    <a:pt x="5907" y="13619"/>
                    <a:pt x="6537" y="14050"/>
                    <a:pt x="7609" y="14050"/>
                  </a:cubicBezTo>
                  <a:lnTo>
                    <a:pt x="7611" y="14050"/>
                  </a:lnTo>
                  <a:cubicBezTo>
                    <a:pt x="8683" y="14050"/>
                    <a:pt x="9315" y="13620"/>
                    <a:pt x="9821" y="13274"/>
                  </a:cubicBezTo>
                  <a:cubicBezTo>
                    <a:pt x="10247" y="12984"/>
                    <a:pt x="10581" y="12754"/>
                    <a:pt x="11156" y="12754"/>
                  </a:cubicBezTo>
                  <a:cubicBezTo>
                    <a:pt x="11621" y="12754"/>
                    <a:pt x="11881" y="12881"/>
                    <a:pt x="12228" y="12881"/>
                  </a:cubicBezTo>
                  <a:cubicBezTo>
                    <a:pt x="12647" y="12881"/>
                    <a:pt x="12874" y="12660"/>
                    <a:pt x="12991" y="12474"/>
                  </a:cubicBezTo>
                  <a:cubicBezTo>
                    <a:pt x="13088" y="12318"/>
                    <a:pt x="13139" y="12136"/>
                    <a:pt x="13189" y="11920"/>
                  </a:cubicBezTo>
                  <a:cubicBezTo>
                    <a:pt x="13880" y="11765"/>
                    <a:pt x="14328" y="11752"/>
                    <a:pt x="14673" y="11590"/>
                  </a:cubicBezTo>
                  <a:cubicBezTo>
                    <a:pt x="15027" y="11425"/>
                    <a:pt x="15221" y="11119"/>
                    <a:pt x="15221" y="10730"/>
                  </a:cubicBezTo>
                  <a:cubicBezTo>
                    <a:pt x="15221" y="10337"/>
                    <a:pt x="15020" y="9999"/>
                    <a:pt x="14625" y="9723"/>
                  </a:cubicBezTo>
                  <a:cubicBezTo>
                    <a:pt x="13769" y="9124"/>
                    <a:pt x="12136" y="8885"/>
                    <a:pt x="12048" y="7717"/>
                  </a:cubicBezTo>
                  <a:cubicBezTo>
                    <a:pt x="12143" y="7664"/>
                    <a:pt x="12313" y="7595"/>
                    <a:pt x="12435" y="7547"/>
                  </a:cubicBezTo>
                  <a:cubicBezTo>
                    <a:pt x="12918" y="7355"/>
                    <a:pt x="13728" y="7031"/>
                    <a:pt x="13728" y="6187"/>
                  </a:cubicBezTo>
                  <a:cubicBezTo>
                    <a:pt x="13728" y="5593"/>
                    <a:pt x="13215" y="5159"/>
                    <a:pt x="12509" y="5159"/>
                  </a:cubicBezTo>
                  <a:cubicBezTo>
                    <a:pt x="12306" y="5159"/>
                    <a:pt x="12044" y="5225"/>
                    <a:pt x="11754" y="5288"/>
                  </a:cubicBezTo>
                  <a:cubicBezTo>
                    <a:pt x="11768" y="5041"/>
                    <a:pt x="11782" y="4714"/>
                    <a:pt x="11782" y="4280"/>
                  </a:cubicBezTo>
                  <a:cubicBezTo>
                    <a:pt x="11782" y="2246"/>
                    <a:pt x="10822" y="1211"/>
                    <a:pt x="10017" y="700"/>
                  </a:cubicBezTo>
                  <a:cubicBezTo>
                    <a:pt x="9076" y="105"/>
                    <a:pt x="8037" y="13"/>
                    <a:pt x="76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976" name="Google Shape;15976;p87"/>
            <p:cNvSpPr/>
            <p:nvPr/>
          </p:nvSpPr>
          <p:spPr>
            <a:xfrm>
              <a:off x="4500573" y="2571753"/>
              <a:ext cx="417024" cy="417024"/>
            </a:xfrm>
            <a:custGeom>
              <a:avLst/>
              <a:gdLst/>
              <a:ahLst/>
              <a:cxnLst/>
              <a:rect l="l" t="t" r="r" b="b"/>
              <a:pathLst>
                <a:path w="19982" h="19982" extrusionOk="0">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977" name="Google Shape;15977;p87"/>
          <p:cNvGrpSpPr/>
          <p:nvPr/>
        </p:nvGrpSpPr>
        <p:grpSpPr>
          <a:xfrm>
            <a:off x="3461079" y="3755436"/>
            <a:ext cx="407391" cy="407391"/>
            <a:chOff x="5012603" y="2571753"/>
            <a:chExt cx="417024" cy="417024"/>
          </a:xfrm>
        </p:grpSpPr>
        <p:sp>
          <p:nvSpPr>
            <p:cNvPr id="15978" name="Google Shape;15978;p87"/>
            <p:cNvSpPr/>
            <p:nvPr/>
          </p:nvSpPr>
          <p:spPr>
            <a:xfrm>
              <a:off x="5133124" y="2631210"/>
              <a:ext cx="180818" cy="300048"/>
            </a:xfrm>
            <a:custGeom>
              <a:avLst/>
              <a:gdLst/>
              <a:ahLst/>
              <a:cxnLst/>
              <a:rect l="l" t="t" r="r" b="b"/>
              <a:pathLst>
                <a:path w="8664" h="14377" extrusionOk="0">
                  <a:moveTo>
                    <a:pt x="4683" y="1171"/>
                  </a:moveTo>
                  <a:lnTo>
                    <a:pt x="4683" y="3395"/>
                  </a:lnTo>
                  <a:cubicBezTo>
                    <a:pt x="4683" y="3719"/>
                    <a:pt x="4945" y="3980"/>
                    <a:pt x="5269" y="3980"/>
                  </a:cubicBezTo>
                  <a:lnTo>
                    <a:pt x="7493" y="3980"/>
                  </a:lnTo>
                  <a:lnTo>
                    <a:pt x="7493" y="5620"/>
                  </a:lnTo>
                  <a:lnTo>
                    <a:pt x="5269" y="5620"/>
                  </a:lnTo>
                  <a:cubicBezTo>
                    <a:pt x="4945" y="5620"/>
                    <a:pt x="4683" y="5882"/>
                    <a:pt x="4683" y="6206"/>
                  </a:cubicBezTo>
                  <a:lnTo>
                    <a:pt x="4683" y="9859"/>
                  </a:lnTo>
                  <a:cubicBezTo>
                    <a:pt x="4683" y="10227"/>
                    <a:pt x="4706" y="10648"/>
                    <a:pt x="4975" y="10986"/>
                  </a:cubicBezTo>
                  <a:cubicBezTo>
                    <a:pt x="5327" y="11423"/>
                    <a:pt x="5899" y="11474"/>
                    <a:pt x="6299" y="11474"/>
                  </a:cubicBezTo>
                  <a:lnTo>
                    <a:pt x="7494" y="11474"/>
                  </a:lnTo>
                  <a:lnTo>
                    <a:pt x="7494" y="13158"/>
                  </a:lnTo>
                  <a:cubicBezTo>
                    <a:pt x="7137" y="13183"/>
                    <a:pt x="6635" y="13207"/>
                    <a:pt x="6113" y="13207"/>
                  </a:cubicBezTo>
                  <a:cubicBezTo>
                    <a:pt x="3848" y="13207"/>
                    <a:pt x="3044" y="11806"/>
                    <a:pt x="3044" y="10607"/>
                  </a:cubicBezTo>
                  <a:lnTo>
                    <a:pt x="3044" y="6206"/>
                  </a:lnTo>
                  <a:cubicBezTo>
                    <a:pt x="3044" y="5882"/>
                    <a:pt x="2782" y="5620"/>
                    <a:pt x="2460" y="5620"/>
                  </a:cubicBezTo>
                  <a:lnTo>
                    <a:pt x="1172" y="5620"/>
                  </a:lnTo>
                  <a:lnTo>
                    <a:pt x="1172" y="4090"/>
                  </a:lnTo>
                  <a:cubicBezTo>
                    <a:pt x="2035" y="3913"/>
                    <a:pt x="2690" y="3487"/>
                    <a:pt x="3120" y="2820"/>
                  </a:cubicBezTo>
                  <a:cubicBezTo>
                    <a:pt x="3463" y="2289"/>
                    <a:pt x="3608" y="1697"/>
                    <a:pt x="3703" y="1171"/>
                  </a:cubicBezTo>
                  <a:close/>
                  <a:moveTo>
                    <a:pt x="3208" y="0"/>
                  </a:moveTo>
                  <a:cubicBezTo>
                    <a:pt x="2922" y="0"/>
                    <a:pt x="2677" y="207"/>
                    <a:pt x="2631" y="490"/>
                  </a:cubicBezTo>
                  <a:cubicBezTo>
                    <a:pt x="2409" y="1822"/>
                    <a:pt x="2209" y="2861"/>
                    <a:pt x="537" y="3000"/>
                  </a:cubicBezTo>
                  <a:cubicBezTo>
                    <a:pt x="234" y="3025"/>
                    <a:pt x="1" y="3278"/>
                    <a:pt x="1" y="3582"/>
                  </a:cubicBezTo>
                  <a:lnTo>
                    <a:pt x="1" y="6206"/>
                  </a:lnTo>
                  <a:cubicBezTo>
                    <a:pt x="1" y="6529"/>
                    <a:pt x="263" y="6791"/>
                    <a:pt x="586" y="6791"/>
                  </a:cubicBezTo>
                  <a:lnTo>
                    <a:pt x="1874" y="6791"/>
                  </a:lnTo>
                  <a:lnTo>
                    <a:pt x="1874" y="10607"/>
                  </a:lnTo>
                  <a:cubicBezTo>
                    <a:pt x="1874" y="12618"/>
                    <a:pt x="3355" y="14377"/>
                    <a:pt x="6111" y="14377"/>
                  </a:cubicBezTo>
                  <a:cubicBezTo>
                    <a:pt x="7158" y="14377"/>
                    <a:pt x="8098" y="14285"/>
                    <a:pt x="8137" y="14281"/>
                  </a:cubicBezTo>
                  <a:cubicBezTo>
                    <a:pt x="8436" y="14251"/>
                    <a:pt x="8664" y="14000"/>
                    <a:pt x="8664" y="13699"/>
                  </a:cubicBezTo>
                  <a:lnTo>
                    <a:pt x="8664" y="10888"/>
                  </a:lnTo>
                  <a:cubicBezTo>
                    <a:pt x="8664" y="10565"/>
                    <a:pt x="8402" y="10303"/>
                    <a:pt x="8078" y="10303"/>
                  </a:cubicBezTo>
                  <a:lnTo>
                    <a:pt x="6299" y="10303"/>
                  </a:lnTo>
                  <a:cubicBezTo>
                    <a:pt x="5828" y="10303"/>
                    <a:pt x="5855" y="10292"/>
                    <a:pt x="5855" y="9859"/>
                  </a:cubicBezTo>
                  <a:lnTo>
                    <a:pt x="5855" y="6791"/>
                  </a:lnTo>
                  <a:lnTo>
                    <a:pt x="8078" y="6791"/>
                  </a:lnTo>
                  <a:cubicBezTo>
                    <a:pt x="8402" y="6791"/>
                    <a:pt x="8664" y="6529"/>
                    <a:pt x="8664" y="6206"/>
                  </a:cubicBezTo>
                  <a:lnTo>
                    <a:pt x="8664" y="3397"/>
                  </a:lnTo>
                  <a:cubicBezTo>
                    <a:pt x="8664" y="3073"/>
                    <a:pt x="8402" y="2811"/>
                    <a:pt x="8078" y="2811"/>
                  </a:cubicBezTo>
                  <a:lnTo>
                    <a:pt x="5855" y="2811"/>
                  </a:lnTo>
                  <a:lnTo>
                    <a:pt x="5855" y="586"/>
                  </a:lnTo>
                  <a:cubicBezTo>
                    <a:pt x="5855" y="262"/>
                    <a:pt x="5593" y="0"/>
                    <a:pt x="52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979" name="Google Shape;15979;p87"/>
            <p:cNvSpPr/>
            <p:nvPr/>
          </p:nvSpPr>
          <p:spPr>
            <a:xfrm>
              <a:off x="5012603" y="2571753"/>
              <a:ext cx="417024" cy="417024"/>
            </a:xfrm>
            <a:custGeom>
              <a:avLst/>
              <a:gdLst/>
              <a:ahLst/>
              <a:cxnLst/>
              <a:rect l="l" t="t" r="r" b="b"/>
              <a:pathLst>
                <a:path w="19982" h="19982" extrusionOk="0">
                  <a:moveTo>
                    <a:pt x="17053" y="1172"/>
                  </a:moveTo>
                  <a:cubicBezTo>
                    <a:pt x="18007" y="1172"/>
                    <a:pt x="18810" y="1993"/>
                    <a:pt x="18810" y="2966"/>
                  </a:cubicBezTo>
                  <a:lnTo>
                    <a:pt x="18810" y="17017"/>
                  </a:lnTo>
                  <a:cubicBezTo>
                    <a:pt x="18810" y="17990"/>
                    <a:pt x="18007" y="18811"/>
                    <a:pt x="17053" y="18811"/>
                  </a:cubicBezTo>
                  <a:lnTo>
                    <a:pt x="2965" y="18811"/>
                  </a:lnTo>
                  <a:cubicBezTo>
                    <a:pt x="1992" y="18811"/>
                    <a:pt x="1169" y="17990"/>
                    <a:pt x="1169" y="17017"/>
                  </a:cubicBezTo>
                  <a:lnTo>
                    <a:pt x="1169" y="2966"/>
                  </a:lnTo>
                  <a:cubicBezTo>
                    <a:pt x="1169" y="1993"/>
                    <a:pt x="1992" y="1172"/>
                    <a:pt x="2965" y="1172"/>
                  </a:cubicBezTo>
                  <a:close/>
                  <a:moveTo>
                    <a:pt x="2965" y="1"/>
                  </a:moveTo>
                  <a:cubicBezTo>
                    <a:pt x="1346" y="1"/>
                    <a:pt x="0" y="1349"/>
                    <a:pt x="0" y="2966"/>
                  </a:cubicBezTo>
                  <a:lnTo>
                    <a:pt x="0" y="17015"/>
                  </a:lnTo>
                  <a:cubicBezTo>
                    <a:pt x="0" y="18636"/>
                    <a:pt x="1348" y="19982"/>
                    <a:pt x="2965" y="19982"/>
                  </a:cubicBezTo>
                  <a:lnTo>
                    <a:pt x="17053" y="19982"/>
                  </a:lnTo>
                  <a:cubicBezTo>
                    <a:pt x="18672" y="19982"/>
                    <a:pt x="19981" y="18634"/>
                    <a:pt x="19981" y="17015"/>
                  </a:cubicBezTo>
                  <a:lnTo>
                    <a:pt x="19981" y="2966"/>
                  </a:lnTo>
                  <a:cubicBezTo>
                    <a:pt x="19981" y="1349"/>
                    <a:pt x="18672" y="1"/>
                    <a:pt x="170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5980" name="Google Shape;15980;p87"/>
          <p:cNvSpPr/>
          <p:nvPr/>
        </p:nvSpPr>
        <p:spPr>
          <a:xfrm>
            <a:off x="5201286" y="3238852"/>
            <a:ext cx="407383" cy="407383"/>
          </a:xfrm>
          <a:custGeom>
            <a:avLst/>
            <a:gdLst/>
            <a:ahLst/>
            <a:cxnLst/>
            <a:rect l="l" t="t" r="r" b="b"/>
            <a:pathLst>
              <a:path w="19982" h="19982" extrusionOk="0">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5981" name="Google Shape;15981;p87"/>
          <p:cNvGrpSpPr/>
          <p:nvPr/>
        </p:nvGrpSpPr>
        <p:grpSpPr>
          <a:xfrm>
            <a:off x="5721826" y="3238790"/>
            <a:ext cx="407432" cy="407391"/>
            <a:chOff x="812101" y="2571761"/>
            <a:chExt cx="417066" cy="417024"/>
          </a:xfrm>
        </p:grpSpPr>
        <p:sp>
          <p:nvSpPr>
            <p:cNvPr id="15982" name="Google Shape;15982;p87"/>
            <p:cNvSpPr/>
            <p:nvPr/>
          </p:nvSpPr>
          <p:spPr>
            <a:xfrm>
              <a:off x="935084" y="2694744"/>
              <a:ext cx="171071" cy="171071"/>
            </a:xfrm>
            <a:custGeom>
              <a:avLst/>
              <a:gdLst/>
              <a:ahLst/>
              <a:cxnLst/>
              <a:rect l="l" t="t" r="r" b="b"/>
              <a:pathLst>
                <a:path w="8197" h="8197" extrusionOk="0">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983" name="Google Shape;15983;p87"/>
            <p:cNvSpPr/>
            <p:nvPr/>
          </p:nvSpPr>
          <p:spPr>
            <a:xfrm>
              <a:off x="860977" y="2620616"/>
              <a:ext cx="319311" cy="319290"/>
            </a:xfrm>
            <a:custGeom>
              <a:avLst/>
              <a:gdLst/>
              <a:ahLst/>
              <a:cxnLst/>
              <a:rect l="l" t="t" r="r" b="b"/>
              <a:pathLst>
                <a:path w="15300" h="15299" extrusionOk="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984" name="Google Shape;15984;p87"/>
            <p:cNvSpPr/>
            <p:nvPr/>
          </p:nvSpPr>
          <p:spPr>
            <a:xfrm>
              <a:off x="812101" y="2571761"/>
              <a:ext cx="417066" cy="417024"/>
            </a:xfrm>
            <a:custGeom>
              <a:avLst/>
              <a:gdLst/>
              <a:ahLst/>
              <a:cxnLst/>
              <a:rect l="l" t="t" r="r" b="b"/>
              <a:pathLst>
                <a:path w="19984" h="19982" extrusionOk="0">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985" name="Google Shape;15985;p87"/>
            <p:cNvSpPr/>
            <p:nvPr/>
          </p:nvSpPr>
          <p:spPr>
            <a:xfrm>
              <a:off x="1081712" y="2670306"/>
              <a:ext cx="48878" cy="48898"/>
            </a:xfrm>
            <a:custGeom>
              <a:avLst/>
              <a:gdLst/>
              <a:ahLst/>
              <a:cxnLst/>
              <a:rect l="l" t="t" r="r" b="b"/>
              <a:pathLst>
                <a:path w="2342" h="2343" extrusionOk="0">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986" name="Google Shape;15986;p87"/>
          <p:cNvGrpSpPr/>
          <p:nvPr/>
        </p:nvGrpSpPr>
        <p:grpSpPr>
          <a:xfrm>
            <a:off x="6242420" y="3238790"/>
            <a:ext cx="407391" cy="407391"/>
            <a:chOff x="1323129" y="2571761"/>
            <a:chExt cx="417024" cy="417024"/>
          </a:xfrm>
        </p:grpSpPr>
        <p:sp>
          <p:nvSpPr>
            <p:cNvPr id="15987" name="Google Shape;15987;p87"/>
            <p:cNvSpPr/>
            <p:nvPr/>
          </p:nvSpPr>
          <p:spPr>
            <a:xfrm>
              <a:off x="1385007" y="2719183"/>
              <a:ext cx="73337" cy="219907"/>
            </a:xfrm>
            <a:custGeom>
              <a:avLst/>
              <a:gdLst/>
              <a:ahLst/>
              <a:cxnLst/>
              <a:rect l="l" t="t" r="r" b="b"/>
              <a:pathLst>
                <a:path w="3514" h="10537" extrusionOk="0">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988" name="Google Shape;15988;p87"/>
            <p:cNvSpPr/>
            <p:nvPr/>
          </p:nvSpPr>
          <p:spPr>
            <a:xfrm>
              <a:off x="1385007" y="2621430"/>
              <a:ext cx="73337" cy="73337"/>
            </a:xfrm>
            <a:custGeom>
              <a:avLst/>
              <a:gdLst/>
              <a:ahLst/>
              <a:cxnLst/>
              <a:rect l="l" t="t" r="r" b="b"/>
              <a:pathLst>
                <a:path w="3514" h="3514" extrusionOk="0">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989" name="Google Shape;15989;p87"/>
            <p:cNvSpPr/>
            <p:nvPr/>
          </p:nvSpPr>
          <p:spPr>
            <a:xfrm>
              <a:off x="1482759" y="2718786"/>
              <a:ext cx="195510" cy="220304"/>
            </a:xfrm>
            <a:custGeom>
              <a:avLst/>
              <a:gdLst/>
              <a:ahLst/>
              <a:cxnLst/>
              <a:rect l="l" t="t" r="r" b="b"/>
              <a:pathLst>
                <a:path w="9368" h="10556" extrusionOk="0">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990" name="Google Shape;15990;p87"/>
            <p:cNvSpPr/>
            <p:nvPr/>
          </p:nvSpPr>
          <p:spPr>
            <a:xfrm>
              <a:off x="1323129" y="2571761"/>
              <a:ext cx="417024" cy="417024"/>
            </a:xfrm>
            <a:custGeom>
              <a:avLst/>
              <a:gdLst/>
              <a:ahLst/>
              <a:cxnLst/>
              <a:rect l="l" t="t" r="r" b="b"/>
              <a:pathLst>
                <a:path w="19982" h="19982" extrusionOk="0">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5991" name="Google Shape;15991;p87"/>
          <p:cNvSpPr/>
          <p:nvPr/>
        </p:nvSpPr>
        <p:spPr>
          <a:xfrm>
            <a:off x="6815924" y="3275603"/>
            <a:ext cx="409401" cy="333886"/>
          </a:xfrm>
          <a:custGeom>
            <a:avLst/>
            <a:gdLst/>
            <a:ahLst/>
            <a:cxnLst/>
            <a:rect l="l" t="t" r="r" b="b"/>
            <a:pathLst>
              <a:path w="20081" h="16377" extrusionOk="0">
                <a:moveTo>
                  <a:pt x="13632" y="1165"/>
                </a:moveTo>
                <a:cubicBezTo>
                  <a:pt x="14903" y="1165"/>
                  <a:pt x="15458" y="1658"/>
                  <a:pt x="15826" y="1984"/>
                </a:cubicBezTo>
                <a:cubicBezTo>
                  <a:pt x="16040" y="2173"/>
                  <a:pt x="16244" y="2353"/>
                  <a:pt x="16548" y="2353"/>
                </a:cubicBezTo>
                <a:cubicBezTo>
                  <a:pt x="16762" y="2353"/>
                  <a:pt x="17038" y="2293"/>
                  <a:pt x="17344" y="2196"/>
                </a:cubicBezTo>
                <a:lnTo>
                  <a:pt x="17344" y="2196"/>
                </a:lnTo>
                <a:cubicBezTo>
                  <a:pt x="17236" y="2288"/>
                  <a:pt x="17119" y="2376"/>
                  <a:pt x="16995" y="2461"/>
                </a:cubicBezTo>
                <a:cubicBezTo>
                  <a:pt x="16780" y="2612"/>
                  <a:pt x="16689" y="2889"/>
                  <a:pt x="16778" y="3137"/>
                </a:cubicBezTo>
                <a:cubicBezTo>
                  <a:pt x="16861" y="3373"/>
                  <a:pt x="17082" y="3528"/>
                  <a:pt x="17329" y="3528"/>
                </a:cubicBezTo>
                <a:cubicBezTo>
                  <a:pt x="17343" y="3528"/>
                  <a:pt x="17358" y="3527"/>
                  <a:pt x="17372" y="3526"/>
                </a:cubicBezTo>
                <a:cubicBezTo>
                  <a:pt x="17475" y="3519"/>
                  <a:pt x="17576" y="3508"/>
                  <a:pt x="17680" y="3494"/>
                </a:cubicBezTo>
                <a:lnTo>
                  <a:pt x="17680" y="3494"/>
                </a:lnTo>
                <a:cubicBezTo>
                  <a:pt x="17275" y="3802"/>
                  <a:pt x="16921" y="3990"/>
                  <a:pt x="16937" y="4786"/>
                </a:cubicBezTo>
                <a:cubicBezTo>
                  <a:pt x="16937" y="4826"/>
                  <a:pt x="16939" y="4881"/>
                  <a:pt x="16939" y="4971"/>
                </a:cubicBezTo>
                <a:cubicBezTo>
                  <a:pt x="16939" y="6510"/>
                  <a:pt x="16350" y="9097"/>
                  <a:pt x="14694" y="11320"/>
                </a:cubicBezTo>
                <a:cubicBezTo>
                  <a:pt x="13372" y="13093"/>
                  <a:pt x="10896" y="15207"/>
                  <a:pt x="6611" y="15207"/>
                </a:cubicBezTo>
                <a:cubicBezTo>
                  <a:pt x="5368" y="15207"/>
                  <a:pt x="4159" y="14996"/>
                  <a:pt x="3001" y="14582"/>
                </a:cubicBezTo>
                <a:cubicBezTo>
                  <a:pt x="4359" y="14345"/>
                  <a:pt x="5612" y="13799"/>
                  <a:pt x="6698" y="12960"/>
                </a:cubicBezTo>
                <a:cubicBezTo>
                  <a:pt x="6893" y="12812"/>
                  <a:pt x="6972" y="12557"/>
                  <a:pt x="6900" y="12323"/>
                </a:cubicBezTo>
                <a:cubicBezTo>
                  <a:pt x="6827" y="12090"/>
                  <a:pt x="6617" y="11925"/>
                  <a:pt x="6372" y="11913"/>
                </a:cubicBezTo>
                <a:cubicBezTo>
                  <a:pt x="5203" y="11849"/>
                  <a:pt x="4280" y="11209"/>
                  <a:pt x="3767" y="10448"/>
                </a:cubicBezTo>
                <a:cubicBezTo>
                  <a:pt x="3968" y="10434"/>
                  <a:pt x="4207" y="10404"/>
                  <a:pt x="4564" y="10340"/>
                </a:cubicBezTo>
                <a:cubicBezTo>
                  <a:pt x="4832" y="10294"/>
                  <a:pt x="5030" y="10071"/>
                  <a:pt x="5047" y="9801"/>
                </a:cubicBezTo>
                <a:cubicBezTo>
                  <a:pt x="5065" y="9532"/>
                  <a:pt x="4895" y="9286"/>
                  <a:pt x="4637" y="9205"/>
                </a:cubicBezTo>
                <a:cubicBezTo>
                  <a:pt x="3296" y="8787"/>
                  <a:pt x="2498" y="8025"/>
                  <a:pt x="2180" y="6838"/>
                </a:cubicBezTo>
                <a:lnTo>
                  <a:pt x="2180" y="6838"/>
                </a:lnTo>
                <a:cubicBezTo>
                  <a:pt x="2390" y="6891"/>
                  <a:pt x="2642" y="6933"/>
                  <a:pt x="3057" y="6986"/>
                </a:cubicBezTo>
                <a:cubicBezTo>
                  <a:pt x="3081" y="6989"/>
                  <a:pt x="3105" y="6991"/>
                  <a:pt x="3129" y="6991"/>
                </a:cubicBezTo>
                <a:cubicBezTo>
                  <a:pt x="3359" y="6991"/>
                  <a:pt x="3571" y="6854"/>
                  <a:pt x="3666" y="6640"/>
                </a:cubicBezTo>
                <a:cubicBezTo>
                  <a:pt x="3770" y="6403"/>
                  <a:pt x="3707" y="6125"/>
                  <a:pt x="3508" y="5957"/>
                </a:cubicBezTo>
                <a:cubicBezTo>
                  <a:pt x="2014" y="4697"/>
                  <a:pt x="1936" y="3409"/>
                  <a:pt x="2210" y="2373"/>
                </a:cubicBezTo>
                <a:lnTo>
                  <a:pt x="2210" y="2373"/>
                </a:lnTo>
                <a:cubicBezTo>
                  <a:pt x="4267" y="4464"/>
                  <a:pt x="6801" y="5670"/>
                  <a:pt x="9880" y="5882"/>
                </a:cubicBezTo>
                <a:cubicBezTo>
                  <a:pt x="9894" y="5883"/>
                  <a:pt x="9908" y="5884"/>
                  <a:pt x="9921" y="5884"/>
                </a:cubicBezTo>
                <a:cubicBezTo>
                  <a:pt x="10265" y="5884"/>
                  <a:pt x="10539" y="5586"/>
                  <a:pt x="10503" y="5239"/>
                </a:cubicBezTo>
                <a:cubicBezTo>
                  <a:pt x="10372" y="3940"/>
                  <a:pt x="10634" y="2919"/>
                  <a:pt x="11281" y="2203"/>
                </a:cubicBezTo>
                <a:cubicBezTo>
                  <a:pt x="11975" y="1437"/>
                  <a:pt x="12981" y="1165"/>
                  <a:pt x="13632" y="1165"/>
                </a:cubicBezTo>
                <a:close/>
                <a:moveTo>
                  <a:pt x="13631" y="1"/>
                </a:moveTo>
                <a:cubicBezTo>
                  <a:pt x="12698" y="1"/>
                  <a:pt x="11363" y="368"/>
                  <a:pt x="10413" y="1418"/>
                </a:cubicBezTo>
                <a:cubicBezTo>
                  <a:pt x="9665" y="2245"/>
                  <a:pt x="9291" y="3332"/>
                  <a:pt x="9300" y="4649"/>
                </a:cubicBezTo>
                <a:cubicBezTo>
                  <a:pt x="6556" y="4315"/>
                  <a:pt x="4306" y="3079"/>
                  <a:pt x="2438" y="887"/>
                </a:cubicBezTo>
                <a:cubicBezTo>
                  <a:pt x="2327" y="756"/>
                  <a:pt x="2163" y="681"/>
                  <a:pt x="1993" y="681"/>
                </a:cubicBezTo>
                <a:cubicBezTo>
                  <a:pt x="1966" y="681"/>
                  <a:pt x="1938" y="683"/>
                  <a:pt x="1911" y="687"/>
                </a:cubicBezTo>
                <a:cubicBezTo>
                  <a:pt x="1713" y="715"/>
                  <a:pt x="1541" y="843"/>
                  <a:pt x="1460" y="1025"/>
                </a:cubicBezTo>
                <a:cubicBezTo>
                  <a:pt x="1207" y="1582"/>
                  <a:pt x="876" y="2444"/>
                  <a:pt x="922" y="3466"/>
                </a:cubicBezTo>
                <a:cubicBezTo>
                  <a:pt x="952" y="4138"/>
                  <a:pt x="1138" y="4773"/>
                  <a:pt x="1479" y="5368"/>
                </a:cubicBezTo>
                <a:cubicBezTo>
                  <a:pt x="1469" y="5367"/>
                  <a:pt x="1459" y="5367"/>
                  <a:pt x="1449" y="5367"/>
                </a:cubicBezTo>
                <a:cubicBezTo>
                  <a:pt x="1114" y="5367"/>
                  <a:pt x="843" y="5650"/>
                  <a:pt x="865" y="5990"/>
                </a:cubicBezTo>
                <a:cubicBezTo>
                  <a:pt x="963" y="7455"/>
                  <a:pt x="1501" y="8589"/>
                  <a:pt x="2470" y="9380"/>
                </a:cubicBezTo>
                <a:cubicBezTo>
                  <a:pt x="2284" y="9528"/>
                  <a:pt x="2208" y="9773"/>
                  <a:pt x="2274" y="9999"/>
                </a:cubicBezTo>
                <a:cubicBezTo>
                  <a:pt x="2578" y="11057"/>
                  <a:pt x="3469" y="12207"/>
                  <a:pt x="4833" y="12757"/>
                </a:cubicBezTo>
                <a:cubicBezTo>
                  <a:pt x="3802" y="13279"/>
                  <a:pt x="2644" y="13546"/>
                  <a:pt x="1412" y="13546"/>
                </a:cubicBezTo>
                <a:cubicBezTo>
                  <a:pt x="1173" y="13546"/>
                  <a:pt x="932" y="13536"/>
                  <a:pt x="689" y="13516"/>
                </a:cubicBezTo>
                <a:cubicBezTo>
                  <a:pt x="673" y="13515"/>
                  <a:pt x="658" y="13514"/>
                  <a:pt x="642" y="13514"/>
                </a:cubicBezTo>
                <a:cubicBezTo>
                  <a:pt x="390" y="13514"/>
                  <a:pt x="164" y="13676"/>
                  <a:pt x="84" y="13919"/>
                </a:cubicBezTo>
                <a:cubicBezTo>
                  <a:pt x="0" y="14177"/>
                  <a:pt x="105" y="14460"/>
                  <a:pt x="338" y="14600"/>
                </a:cubicBezTo>
                <a:cubicBezTo>
                  <a:pt x="2284" y="15778"/>
                  <a:pt x="4395" y="16376"/>
                  <a:pt x="6611" y="16376"/>
                </a:cubicBezTo>
                <a:cubicBezTo>
                  <a:pt x="11382" y="16376"/>
                  <a:pt x="14151" y="14008"/>
                  <a:pt x="15631" y="12019"/>
                </a:cubicBezTo>
                <a:cubicBezTo>
                  <a:pt x="17461" y="9567"/>
                  <a:pt x="18108" y="6689"/>
                  <a:pt x="18108" y="4971"/>
                </a:cubicBezTo>
                <a:cubicBezTo>
                  <a:pt x="18108" y="4747"/>
                  <a:pt x="18103" y="4701"/>
                  <a:pt x="18110" y="4637"/>
                </a:cubicBezTo>
                <a:cubicBezTo>
                  <a:pt x="18336" y="4435"/>
                  <a:pt x="18964" y="4133"/>
                  <a:pt x="19935" y="2718"/>
                </a:cubicBezTo>
                <a:cubicBezTo>
                  <a:pt x="20080" y="2505"/>
                  <a:pt x="20070" y="2221"/>
                  <a:pt x="19909" y="2019"/>
                </a:cubicBezTo>
                <a:cubicBezTo>
                  <a:pt x="19795" y="1879"/>
                  <a:pt x="19625" y="1801"/>
                  <a:pt x="19451" y="1801"/>
                </a:cubicBezTo>
                <a:cubicBezTo>
                  <a:pt x="19377" y="1801"/>
                  <a:pt x="19303" y="1815"/>
                  <a:pt x="19231" y="1844"/>
                </a:cubicBezTo>
                <a:cubicBezTo>
                  <a:pt x="19194" y="1860"/>
                  <a:pt x="19155" y="1874"/>
                  <a:pt x="19118" y="1890"/>
                </a:cubicBezTo>
                <a:cubicBezTo>
                  <a:pt x="19269" y="1630"/>
                  <a:pt x="19392" y="1356"/>
                  <a:pt x="19490" y="1062"/>
                </a:cubicBezTo>
                <a:cubicBezTo>
                  <a:pt x="19564" y="841"/>
                  <a:pt x="19498" y="598"/>
                  <a:pt x="19327" y="443"/>
                </a:cubicBezTo>
                <a:cubicBezTo>
                  <a:pt x="19217" y="344"/>
                  <a:pt x="19076" y="292"/>
                  <a:pt x="18934" y="292"/>
                </a:cubicBezTo>
                <a:cubicBezTo>
                  <a:pt x="18853" y="292"/>
                  <a:pt x="18771" y="309"/>
                  <a:pt x="18694" y="344"/>
                </a:cubicBezTo>
                <a:cubicBezTo>
                  <a:pt x="18690" y="345"/>
                  <a:pt x="18676" y="351"/>
                  <a:pt x="18651" y="363"/>
                </a:cubicBezTo>
                <a:cubicBezTo>
                  <a:pt x="17724" y="830"/>
                  <a:pt x="16999" y="1103"/>
                  <a:pt x="16670" y="1166"/>
                </a:cubicBezTo>
                <a:cubicBezTo>
                  <a:pt x="16647" y="1147"/>
                  <a:pt x="16624" y="1126"/>
                  <a:pt x="16603" y="1106"/>
                </a:cubicBezTo>
                <a:cubicBezTo>
                  <a:pt x="16194" y="745"/>
                  <a:pt x="15347" y="1"/>
                  <a:pt x="13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5992" name="Google Shape;15992;p87"/>
          <p:cNvGrpSpPr/>
          <p:nvPr/>
        </p:nvGrpSpPr>
        <p:grpSpPr>
          <a:xfrm>
            <a:off x="7378895" y="3238843"/>
            <a:ext cx="408023" cy="407411"/>
            <a:chOff x="2344476" y="2571761"/>
            <a:chExt cx="417671" cy="417045"/>
          </a:xfrm>
        </p:grpSpPr>
        <p:sp>
          <p:nvSpPr>
            <p:cNvPr id="15993" name="Google Shape;15993;p87"/>
            <p:cNvSpPr/>
            <p:nvPr/>
          </p:nvSpPr>
          <p:spPr>
            <a:xfrm>
              <a:off x="2344476" y="2571761"/>
              <a:ext cx="417671" cy="417045"/>
            </a:xfrm>
            <a:custGeom>
              <a:avLst/>
              <a:gdLst/>
              <a:ahLst/>
              <a:cxnLst/>
              <a:rect l="l" t="t" r="r" b="b"/>
              <a:pathLst>
                <a:path w="20013" h="19983" extrusionOk="0">
                  <a:moveTo>
                    <a:pt x="10022" y="1170"/>
                  </a:moveTo>
                  <a:cubicBezTo>
                    <a:pt x="14886" y="1170"/>
                    <a:pt x="18842" y="5127"/>
                    <a:pt x="18842" y="9990"/>
                  </a:cubicBezTo>
                  <a:cubicBezTo>
                    <a:pt x="18842" y="14855"/>
                    <a:pt x="14886" y="18811"/>
                    <a:pt x="10023" y="18811"/>
                  </a:cubicBezTo>
                  <a:cubicBezTo>
                    <a:pt x="8516" y="18811"/>
                    <a:pt x="7030" y="18423"/>
                    <a:pt x="5726" y="17691"/>
                  </a:cubicBezTo>
                  <a:cubicBezTo>
                    <a:pt x="5638" y="17641"/>
                    <a:pt x="5539" y="17615"/>
                    <a:pt x="5440" y="17615"/>
                  </a:cubicBezTo>
                  <a:cubicBezTo>
                    <a:pt x="5393" y="17615"/>
                    <a:pt x="5345" y="17621"/>
                    <a:pt x="5298" y="17632"/>
                  </a:cubicBezTo>
                  <a:lnTo>
                    <a:pt x="1419" y="18595"/>
                  </a:lnTo>
                  <a:lnTo>
                    <a:pt x="2381" y="14715"/>
                  </a:lnTo>
                  <a:cubicBezTo>
                    <a:pt x="2417" y="14570"/>
                    <a:pt x="2395" y="14416"/>
                    <a:pt x="2323" y="14287"/>
                  </a:cubicBezTo>
                  <a:cubicBezTo>
                    <a:pt x="1590" y="12982"/>
                    <a:pt x="1203" y="11498"/>
                    <a:pt x="1203" y="9990"/>
                  </a:cubicBezTo>
                  <a:cubicBezTo>
                    <a:pt x="1203" y="5127"/>
                    <a:pt x="5159" y="1170"/>
                    <a:pt x="10022" y="1170"/>
                  </a:cubicBezTo>
                  <a:close/>
                  <a:moveTo>
                    <a:pt x="10023" y="1"/>
                  </a:moveTo>
                  <a:cubicBezTo>
                    <a:pt x="4522" y="1"/>
                    <a:pt x="32" y="4491"/>
                    <a:pt x="32" y="9990"/>
                  </a:cubicBezTo>
                  <a:cubicBezTo>
                    <a:pt x="32" y="11620"/>
                    <a:pt x="432" y="13226"/>
                    <a:pt x="1191" y="14655"/>
                  </a:cubicBezTo>
                  <a:lnTo>
                    <a:pt x="50" y="19256"/>
                  </a:lnTo>
                  <a:cubicBezTo>
                    <a:pt x="0" y="19455"/>
                    <a:pt x="58" y="19665"/>
                    <a:pt x="204" y="19810"/>
                  </a:cubicBezTo>
                  <a:cubicBezTo>
                    <a:pt x="313" y="19921"/>
                    <a:pt x="461" y="19982"/>
                    <a:pt x="614" y="19982"/>
                  </a:cubicBezTo>
                  <a:cubicBezTo>
                    <a:pt x="662" y="19982"/>
                    <a:pt x="710" y="19976"/>
                    <a:pt x="757" y="19964"/>
                  </a:cubicBezTo>
                  <a:lnTo>
                    <a:pt x="5358" y="18823"/>
                  </a:lnTo>
                  <a:cubicBezTo>
                    <a:pt x="6788" y="19582"/>
                    <a:pt x="8394" y="19982"/>
                    <a:pt x="10022" y="19982"/>
                  </a:cubicBezTo>
                  <a:cubicBezTo>
                    <a:pt x="12680" y="19982"/>
                    <a:pt x="15187" y="18940"/>
                    <a:pt x="17078" y="17047"/>
                  </a:cubicBezTo>
                  <a:cubicBezTo>
                    <a:pt x="18971" y="15156"/>
                    <a:pt x="20013" y="12649"/>
                    <a:pt x="20013" y="9990"/>
                  </a:cubicBezTo>
                  <a:cubicBezTo>
                    <a:pt x="20013" y="7333"/>
                    <a:pt x="18971" y="4827"/>
                    <a:pt x="17080" y="2934"/>
                  </a:cubicBezTo>
                  <a:cubicBezTo>
                    <a:pt x="15187" y="1043"/>
                    <a:pt x="12680" y="1"/>
                    <a:pt x="100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994" name="Google Shape;15994;p87"/>
            <p:cNvSpPr/>
            <p:nvPr/>
          </p:nvSpPr>
          <p:spPr>
            <a:xfrm>
              <a:off x="2421672" y="2657388"/>
              <a:ext cx="260625" cy="243636"/>
            </a:xfrm>
            <a:custGeom>
              <a:avLst/>
              <a:gdLst/>
              <a:ahLst/>
              <a:cxnLst/>
              <a:rect l="l" t="t" r="r" b="b"/>
              <a:pathLst>
                <a:path w="12488" h="11674" extrusionOk="0">
                  <a:moveTo>
                    <a:pt x="3164" y="1171"/>
                  </a:moveTo>
                  <a:cubicBezTo>
                    <a:pt x="3352" y="1171"/>
                    <a:pt x="3536" y="1247"/>
                    <a:pt x="3710" y="1424"/>
                  </a:cubicBezTo>
                  <a:lnTo>
                    <a:pt x="3719" y="1433"/>
                  </a:lnTo>
                  <a:cubicBezTo>
                    <a:pt x="4757" y="2473"/>
                    <a:pt x="4683" y="2832"/>
                    <a:pt x="4449" y="3068"/>
                  </a:cubicBezTo>
                  <a:cubicBezTo>
                    <a:pt x="4240" y="3275"/>
                    <a:pt x="3625" y="3692"/>
                    <a:pt x="3427" y="3892"/>
                  </a:cubicBezTo>
                  <a:cubicBezTo>
                    <a:pt x="2960" y="4359"/>
                    <a:pt x="3046" y="5081"/>
                    <a:pt x="3685" y="6039"/>
                  </a:cubicBezTo>
                  <a:cubicBezTo>
                    <a:pt x="4065" y="6611"/>
                    <a:pt x="4568" y="7166"/>
                    <a:pt x="4805" y="7405"/>
                  </a:cubicBezTo>
                  <a:lnTo>
                    <a:pt x="4806" y="7405"/>
                  </a:lnTo>
                  <a:cubicBezTo>
                    <a:pt x="5045" y="7642"/>
                    <a:pt x="5599" y="8146"/>
                    <a:pt x="6172" y="8527"/>
                  </a:cubicBezTo>
                  <a:cubicBezTo>
                    <a:pt x="6727" y="8895"/>
                    <a:pt x="7202" y="9079"/>
                    <a:pt x="7594" y="9079"/>
                  </a:cubicBezTo>
                  <a:cubicBezTo>
                    <a:pt x="7880" y="9079"/>
                    <a:pt x="8123" y="8981"/>
                    <a:pt x="8320" y="8785"/>
                  </a:cubicBezTo>
                  <a:cubicBezTo>
                    <a:pt x="8518" y="8585"/>
                    <a:pt x="8935" y="7971"/>
                    <a:pt x="9144" y="7762"/>
                  </a:cubicBezTo>
                  <a:cubicBezTo>
                    <a:pt x="9238" y="7668"/>
                    <a:pt x="9331" y="7609"/>
                    <a:pt x="9460" y="7609"/>
                  </a:cubicBezTo>
                  <a:cubicBezTo>
                    <a:pt x="9549" y="7609"/>
                    <a:pt x="9655" y="7637"/>
                    <a:pt x="9790" y="7702"/>
                  </a:cubicBezTo>
                  <a:cubicBezTo>
                    <a:pt x="10172" y="7886"/>
                    <a:pt x="10582" y="8297"/>
                    <a:pt x="10779" y="8493"/>
                  </a:cubicBezTo>
                  <a:lnTo>
                    <a:pt x="10788" y="8502"/>
                  </a:lnTo>
                  <a:cubicBezTo>
                    <a:pt x="11239" y="8944"/>
                    <a:pt x="11037" y="9452"/>
                    <a:pt x="10593" y="9898"/>
                  </a:cubicBezTo>
                  <a:cubicBezTo>
                    <a:pt x="10190" y="10300"/>
                    <a:pt x="9680" y="10502"/>
                    <a:pt x="9068" y="10502"/>
                  </a:cubicBezTo>
                  <a:cubicBezTo>
                    <a:pt x="8521" y="10502"/>
                    <a:pt x="7892" y="10341"/>
                    <a:pt x="7184" y="10020"/>
                  </a:cubicBezTo>
                  <a:cubicBezTo>
                    <a:pt x="5868" y="9420"/>
                    <a:pt x="4676" y="8428"/>
                    <a:pt x="4228" y="7984"/>
                  </a:cubicBezTo>
                  <a:cubicBezTo>
                    <a:pt x="3784" y="7536"/>
                    <a:pt x="2792" y="6344"/>
                    <a:pt x="2192" y="5028"/>
                  </a:cubicBezTo>
                  <a:cubicBezTo>
                    <a:pt x="1511" y="3527"/>
                    <a:pt x="1552" y="2381"/>
                    <a:pt x="2314" y="1619"/>
                  </a:cubicBezTo>
                  <a:cubicBezTo>
                    <a:pt x="2583" y="1350"/>
                    <a:pt x="2877" y="1171"/>
                    <a:pt x="3164" y="1171"/>
                  </a:cubicBezTo>
                  <a:close/>
                  <a:moveTo>
                    <a:pt x="3169" y="1"/>
                  </a:moveTo>
                  <a:cubicBezTo>
                    <a:pt x="2619" y="1"/>
                    <a:pt x="2030" y="247"/>
                    <a:pt x="1486" y="791"/>
                  </a:cubicBezTo>
                  <a:cubicBezTo>
                    <a:pt x="701" y="1576"/>
                    <a:pt x="0" y="3034"/>
                    <a:pt x="1127" y="5512"/>
                  </a:cubicBezTo>
                  <a:cubicBezTo>
                    <a:pt x="1794" y="6979"/>
                    <a:pt x="2868" y="8274"/>
                    <a:pt x="3398" y="8810"/>
                  </a:cubicBezTo>
                  <a:lnTo>
                    <a:pt x="3402" y="8813"/>
                  </a:lnTo>
                  <a:cubicBezTo>
                    <a:pt x="3938" y="9344"/>
                    <a:pt x="5235" y="10418"/>
                    <a:pt x="6699" y="11085"/>
                  </a:cubicBezTo>
                  <a:cubicBezTo>
                    <a:pt x="7490" y="11445"/>
                    <a:pt x="8308" y="11674"/>
                    <a:pt x="9088" y="11674"/>
                  </a:cubicBezTo>
                  <a:cubicBezTo>
                    <a:pt x="9940" y="11674"/>
                    <a:pt x="10746" y="11400"/>
                    <a:pt x="11421" y="10726"/>
                  </a:cubicBezTo>
                  <a:cubicBezTo>
                    <a:pt x="12488" y="9657"/>
                    <a:pt x="12399" y="8442"/>
                    <a:pt x="11607" y="7665"/>
                  </a:cubicBezTo>
                  <a:cubicBezTo>
                    <a:pt x="11219" y="7278"/>
                    <a:pt x="10791" y="6885"/>
                    <a:pt x="10297" y="6648"/>
                  </a:cubicBezTo>
                  <a:cubicBezTo>
                    <a:pt x="10009" y="6509"/>
                    <a:pt x="9725" y="6440"/>
                    <a:pt x="9455" y="6440"/>
                  </a:cubicBezTo>
                  <a:cubicBezTo>
                    <a:pt x="9034" y="6440"/>
                    <a:pt x="8646" y="6606"/>
                    <a:pt x="8316" y="6935"/>
                  </a:cubicBezTo>
                  <a:cubicBezTo>
                    <a:pt x="8070" y="7180"/>
                    <a:pt x="7732" y="7665"/>
                    <a:pt x="7538" y="7904"/>
                  </a:cubicBezTo>
                  <a:cubicBezTo>
                    <a:pt x="7035" y="7819"/>
                    <a:pt x="6032" y="6974"/>
                    <a:pt x="5634" y="6577"/>
                  </a:cubicBezTo>
                  <a:cubicBezTo>
                    <a:pt x="5236" y="6179"/>
                    <a:pt x="4393" y="5174"/>
                    <a:pt x="4308" y="4674"/>
                  </a:cubicBezTo>
                  <a:cubicBezTo>
                    <a:pt x="4545" y="4481"/>
                    <a:pt x="5031" y="4141"/>
                    <a:pt x="5277" y="3895"/>
                  </a:cubicBezTo>
                  <a:cubicBezTo>
                    <a:pt x="5817" y="3354"/>
                    <a:pt x="5919" y="2652"/>
                    <a:pt x="5564" y="1914"/>
                  </a:cubicBezTo>
                  <a:cubicBezTo>
                    <a:pt x="5327" y="1421"/>
                    <a:pt x="4934" y="993"/>
                    <a:pt x="4546" y="605"/>
                  </a:cubicBezTo>
                  <a:cubicBezTo>
                    <a:pt x="4165" y="216"/>
                    <a:pt x="3684" y="1"/>
                    <a:pt x="31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995" name="Google Shape;15995;p87"/>
          <p:cNvGrpSpPr/>
          <p:nvPr/>
        </p:nvGrpSpPr>
        <p:grpSpPr>
          <a:xfrm>
            <a:off x="7109755" y="3759535"/>
            <a:ext cx="399178" cy="399178"/>
            <a:chOff x="2038375" y="3798025"/>
            <a:chExt cx="841792" cy="841792"/>
          </a:xfrm>
        </p:grpSpPr>
        <p:sp>
          <p:nvSpPr>
            <p:cNvPr id="15996" name="Google Shape;15996;p87"/>
            <p:cNvSpPr/>
            <p:nvPr/>
          </p:nvSpPr>
          <p:spPr>
            <a:xfrm>
              <a:off x="2186646" y="3907135"/>
              <a:ext cx="545341" cy="623694"/>
            </a:xfrm>
            <a:custGeom>
              <a:avLst/>
              <a:gdLst/>
              <a:ahLst/>
              <a:cxnLst/>
              <a:rect l="l" t="t" r="r" b="b"/>
              <a:pathLst>
                <a:path w="182541" h="208768" extrusionOk="0">
                  <a:moveTo>
                    <a:pt x="124804" y="12232"/>
                  </a:moveTo>
                  <a:cubicBezTo>
                    <a:pt x="127609" y="36012"/>
                    <a:pt x="146529" y="54932"/>
                    <a:pt x="170308" y="57737"/>
                  </a:cubicBezTo>
                  <a:lnTo>
                    <a:pt x="170308" y="78353"/>
                  </a:lnTo>
                  <a:cubicBezTo>
                    <a:pt x="157261" y="77276"/>
                    <a:pt x="144865" y="72710"/>
                    <a:pt x="134166" y="65011"/>
                  </a:cubicBezTo>
                  <a:cubicBezTo>
                    <a:pt x="133084" y="64247"/>
                    <a:pt x="131821" y="63855"/>
                    <a:pt x="130560" y="63855"/>
                  </a:cubicBezTo>
                  <a:cubicBezTo>
                    <a:pt x="129615" y="63855"/>
                    <a:pt x="128671" y="64075"/>
                    <a:pt x="127805" y="64522"/>
                  </a:cubicBezTo>
                  <a:cubicBezTo>
                    <a:pt x="125750" y="65566"/>
                    <a:pt x="124478" y="67686"/>
                    <a:pt x="124478" y="69970"/>
                  </a:cubicBezTo>
                  <a:lnTo>
                    <a:pt x="124478" y="140429"/>
                  </a:lnTo>
                  <a:cubicBezTo>
                    <a:pt x="124478" y="171352"/>
                    <a:pt x="99295" y="196535"/>
                    <a:pt x="68339" y="196535"/>
                  </a:cubicBezTo>
                  <a:cubicBezTo>
                    <a:pt x="37383" y="196535"/>
                    <a:pt x="12233" y="171352"/>
                    <a:pt x="12233" y="140429"/>
                  </a:cubicBezTo>
                  <a:cubicBezTo>
                    <a:pt x="12233" y="111527"/>
                    <a:pt x="34153" y="87682"/>
                    <a:pt x="62239" y="84616"/>
                  </a:cubicBezTo>
                  <a:lnTo>
                    <a:pt x="62239" y="105330"/>
                  </a:lnTo>
                  <a:cubicBezTo>
                    <a:pt x="45505" y="108265"/>
                    <a:pt x="32751" y="122879"/>
                    <a:pt x="32751" y="140429"/>
                  </a:cubicBezTo>
                  <a:cubicBezTo>
                    <a:pt x="32751" y="160033"/>
                    <a:pt x="48702" y="176017"/>
                    <a:pt x="68339" y="176017"/>
                  </a:cubicBezTo>
                  <a:cubicBezTo>
                    <a:pt x="87976" y="176017"/>
                    <a:pt x="103927" y="160033"/>
                    <a:pt x="103927" y="140429"/>
                  </a:cubicBezTo>
                  <a:lnTo>
                    <a:pt x="103927" y="12232"/>
                  </a:lnTo>
                  <a:close/>
                  <a:moveTo>
                    <a:pt x="97827" y="0"/>
                  </a:moveTo>
                  <a:cubicBezTo>
                    <a:pt x="94435" y="0"/>
                    <a:pt x="91695" y="2740"/>
                    <a:pt x="91695" y="6133"/>
                  </a:cubicBezTo>
                  <a:lnTo>
                    <a:pt x="91695" y="140429"/>
                  </a:lnTo>
                  <a:cubicBezTo>
                    <a:pt x="91695" y="153313"/>
                    <a:pt x="81224" y="163784"/>
                    <a:pt x="68339" y="163784"/>
                  </a:cubicBezTo>
                  <a:cubicBezTo>
                    <a:pt x="55454" y="163784"/>
                    <a:pt x="44983" y="153313"/>
                    <a:pt x="44983" y="140429"/>
                  </a:cubicBezTo>
                  <a:cubicBezTo>
                    <a:pt x="44983" y="127544"/>
                    <a:pt x="55454" y="117040"/>
                    <a:pt x="68339" y="117040"/>
                  </a:cubicBezTo>
                  <a:cubicBezTo>
                    <a:pt x="71731" y="117040"/>
                    <a:pt x="74471" y="114300"/>
                    <a:pt x="74471" y="110940"/>
                  </a:cubicBezTo>
                  <a:lnTo>
                    <a:pt x="74471" y="78190"/>
                  </a:lnTo>
                  <a:cubicBezTo>
                    <a:pt x="74471" y="74797"/>
                    <a:pt x="71731" y="72057"/>
                    <a:pt x="68339" y="72057"/>
                  </a:cubicBezTo>
                  <a:cubicBezTo>
                    <a:pt x="30663" y="72057"/>
                    <a:pt x="0" y="102720"/>
                    <a:pt x="0" y="140429"/>
                  </a:cubicBezTo>
                  <a:cubicBezTo>
                    <a:pt x="0" y="178104"/>
                    <a:pt x="30663" y="208767"/>
                    <a:pt x="68339" y="208767"/>
                  </a:cubicBezTo>
                  <a:cubicBezTo>
                    <a:pt x="106047" y="208767"/>
                    <a:pt x="136710" y="178104"/>
                    <a:pt x="136710" y="140429"/>
                  </a:cubicBezTo>
                  <a:lnTo>
                    <a:pt x="136710" y="80963"/>
                  </a:lnTo>
                  <a:cubicBezTo>
                    <a:pt x="148877" y="87454"/>
                    <a:pt x="162414" y="90846"/>
                    <a:pt x="176441" y="90846"/>
                  </a:cubicBezTo>
                  <a:cubicBezTo>
                    <a:pt x="179801" y="90846"/>
                    <a:pt x="182541" y="88106"/>
                    <a:pt x="182541" y="84746"/>
                  </a:cubicBezTo>
                  <a:lnTo>
                    <a:pt x="182541" y="51963"/>
                  </a:lnTo>
                  <a:cubicBezTo>
                    <a:pt x="182541" y="48604"/>
                    <a:pt x="179801" y="45864"/>
                    <a:pt x="176441" y="45864"/>
                  </a:cubicBezTo>
                  <a:cubicBezTo>
                    <a:pt x="154520" y="45864"/>
                    <a:pt x="136710" y="28020"/>
                    <a:pt x="136710" y="6133"/>
                  </a:cubicBezTo>
                  <a:cubicBezTo>
                    <a:pt x="136710" y="2740"/>
                    <a:pt x="133970" y="0"/>
                    <a:pt x="130578" y="0"/>
                  </a:cubicBezTo>
                  <a:close/>
                </a:path>
              </a:pathLst>
            </a:custGeom>
            <a:solidFill>
              <a:schemeClr val="dk2"/>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997" name="Google Shape;15997;p87"/>
            <p:cNvSpPr/>
            <p:nvPr/>
          </p:nvSpPr>
          <p:spPr>
            <a:xfrm>
              <a:off x="2038375" y="3798025"/>
              <a:ext cx="841792" cy="841792"/>
            </a:xfrm>
            <a:custGeom>
              <a:avLst/>
              <a:gdLst/>
              <a:ahLst/>
              <a:cxnLst/>
              <a:rect l="l" t="t" r="r" b="b"/>
              <a:pathLst>
                <a:path w="19982" h="19982" extrusionOk="0">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Tree>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6001" name="Shape 16001"/>
        <p:cNvGrpSpPr/>
        <p:nvPr/>
      </p:nvGrpSpPr>
      <p:grpSpPr>
        <a:xfrm>
          <a:off x="0" y="0"/>
          <a:ext cx="0" cy="0"/>
          <a:chOff x="0" y="0"/>
          <a:chExt cx="0" cy="0"/>
        </a:xfrm>
      </p:grpSpPr>
      <p:pic>
        <p:nvPicPr>
          <p:cNvPr id="16002" name="Google Shape;16002;p88">
            <a:hlinkClick r:id="rId1"/>
          </p:cNvPr>
          <p:cNvPicPr preferRelativeResize="0"/>
          <p:nvPr/>
        </p:nvPicPr>
        <p:blipFill>
          <a:blip r:embed="rId2"/>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name="History Subject for Middle School: Lewis And Clark Expedition by Slidesgo">
  <a:themeElements>
    <a:clrScheme name="Simple Light">
      <a:dk1>
        <a:srgbClr val="20124D"/>
      </a:dk1>
      <a:lt1>
        <a:srgbClr val="F5EFDD"/>
      </a:lt1>
      <a:dk2>
        <a:srgbClr val="A61C00"/>
      </a:dk2>
      <a:lt2>
        <a:srgbClr val="CC4125"/>
      </a:lt2>
      <a:accent1>
        <a:srgbClr val="FFFFFF"/>
      </a:accent1>
      <a:accent2>
        <a:srgbClr val="FFFFFF"/>
      </a:accent2>
      <a:accent3>
        <a:srgbClr val="FFFFFF"/>
      </a:accent3>
      <a:accent4>
        <a:srgbClr val="FFFFFF"/>
      </a:accent4>
      <a:accent5>
        <a:srgbClr val="FFFFFF"/>
      </a:accent5>
      <a:accent6>
        <a:srgbClr val="FFFFFF"/>
      </a:accent6>
      <a:hlink>
        <a:srgbClr val="20124D"/>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0</TotalTime>
  <Words>11569</Words>
  <Application>WPS 演示</Application>
  <PresentationFormat/>
  <Paragraphs>636</Paragraphs>
  <Slides>55</Slides>
  <Notes>0</Notes>
  <HiddenSlides>0</HiddenSlides>
  <MMClips>0</MMClips>
  <ScaleCrop>false</ScaleCrop>
  <HeadingPairs>
    <vt:vector size="6" baseType="variant">
      <vt:variant>
        <vt:lpstr>已用的字体</vt:lpstr>
      </vt:variant>
      <vt:variant>
        <vt:i4>17</vt:i4>
      </vt:variant>
      <vt:variant>
        <vt:lpstr>主题</vt:lpstr>
      </vt:variant>
      <vt:variant>
        <vt:i4>2</vt:i4>
      </vt:variant>
      <vt:variant>
        <vt:lpstr>幻灯片标题</vt:lpstr>
      </vt:variant>
      <vt:variant>
        <vt:i4>55</vt:i4>
      </vt:variant>
    </vt:vector>
  </HeadingPairs>
  <TitlesOfParts>
    <vt:vector size="74" baseType="lpstr">
      <vt:lpstr>Arial</vt:lpstr>
      <vt:lpstr>宋体</vt:lpstr>
      <vt:lpstr>Wingdings</vt:lpstr>
      <vt:lpstr>Arial</vt:lpstr>
      <vt:lpstr>Averia Serif Libre</vt:lpstr>
      <vt:lpstr>Average Sans</vt:lpstr>
      <vt:lpstr>Nunito Light</vt:lpstr>
      <vt:lpstr>Cousine</vt:lpstr>
      <vt:lpstr>Bebas Neue</vt:lpstr>
      <vt:lpstr>PT Sans</vt:lpstr>
      <vt:lpstr>Proxima Nova</vt:lpstr>
      <vt:lpstr>Anaheim</vt:lpstr>
      <vt:lpstr>微软雅黑</vt:lpstr>
      <vt:lpstr>Arial Unicode MS</vt:lpstr>
      <vt:lpstr>Calibri</vt:lpstr>
      <vt:lpstr>Amatic SC</vt:lpstr>
      <vt:lpstr>Roboto Medium</vt:lpstr>
      <vt:lpstr>History Subject for Middle School: Lewis And Clark Expedition by Slidesgo</vt:lpstr>
      <vt:lpstr>Slidesgo Final Pages</vt:lpstr>
      <vt:lpstr>Lewis And Clark Expedition</vt:lpstr>
      <vt:lpstr>Contents of this template</vt:lpstr>
      <vt:lpstr>03</vt:lpstr>
      <vt:lpstr>Whoa!</vt:lpstr>
      <vt:lpstr>01</vt:lpstr>
      <vt:lpstr>Do you need longer text?&lt;</vt:lpstr>
      <vt:lpstr>The slide title goes here!</vt:lpstr>
      <vt:lpstr>You can divide the content into 2 ideas</vt:lpstr>
      <vt:lpstr>Here are three important ideas</vt:lpstr>
      <vt:lpstr>Divide the content into four ideas</vt:lpstr>
      <vt:lpstr>Reviewing concepts is a good idea</vt:lpstr>
      <vt:lpstr>Awesome words</vt:lpstr>
      <vt:lpstr>—Someone Famous</vt:lpstr>
      <vt:lpstr>A picture is worth a thousand words</vt:lpstr>
      <vt:lpstr>the concept</vt:lpstr>
      <vt:lpstr>98,300,000</vt:lpstr>
      <vt:lpstr>386,000 km</vt:lpstr>
      <vt:lpstr>25%</vt:lpstr>
      <vt:lpstr>Computer mockup</vt:lpstr>
      <vt:lpstr>Tablet mockup</vt:lpstr>
      <vt:lpstr>Phone mockup</vt:lpstr>
      <vt:lpstr>a map</vt:lpstr>
      <vt:lpstr>A timeline always works well</vt:lpstr>
      <vt:lpstr>Use tables to represent data</vt:lpstr>
      <vt:lpstr>Saturn</vt:lpstr>
      <vt:lpstr>Infographics are useful</vt:lpstr>
      <vt:lpstr>Your history teachers</vt:lpstr>
      <vt:lpstr>Exercise</vt:lpstr>
      <vt:lpstr>Solution first exercise</vt:lpstr>
      <vt:lpstr>Exercise 2</vt:lpstr>
      <vt:lpstr>Solutions exercise 2</vt:lpstr>
      <vt:lpstr>Exercise 3</vt:lpstr>
      <vt:lpstr>Solution exercise 3</vt:lpstr>
      <vt:lpstr>Exercise 4</vt:lpstr>
      <vt:lpstr>Thanks!</vt:lpstr>
      <vt:lpstr>Alternative resources</vt:lpstr>
      <vt:lpstr>Resources</vt:lpstr>
      <vt:lpstr>Instructions for use</vt:lpstr>
      <vt:lpstr>Instructions for use (premium users)</vt:lpstr>
      <vt:lpstr>Fonts &amp; colors used</vt:lpstr>
      <vt:lpstr>Storyset</vt:lpstr>
      <vt:lpstr>Use our editable graphic resources...</vt:lpstr>
      <vt:lpstr>PowerPoint 演示文稿</vt:lpstr>
      <vt:lpstr>PowerPoint 演示文稿</vt:lpstr>
      <vt:lpstr>PowerPoint 演示文稿</vt:lpstr>
      <vt:lpstr>PowerPoint 演示文稿</vt:lpstr>
      <vt:lpstr>PowerPoint 演示文稿</vt:lpstr>
      <vt:lpstr>...and our sets of editable icons</vt:lpstr>
      <vt:lpstr>Medical Icons</vt:lpstr>
      <vt:lpstr>Teamwork Icons</vt:lpstr>
      <vt:lpstr>Avatar Icons</vt:lpstr>
      <vt:lpstr>Performing Arts Icons</vt:lpstr>
      <vt:lpstr>Nature Icons</vt:lpstr>
      <vt:lpstr>SEO &amp; Marketing Icons</vt:lpstr>
      <vt:lpstr>PowerPoint 演示文稿</vt:lpstr>
    </vt:vector>
  </TitlesOfParts>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History Subject For Middle SchoolLewis And Clark Expedition</dc:title>
  <dc:creator/>
  <cp:lastModifiedBy>范臻</cp:lastModifiedBy>
  <cp:revision>1</cp:revision>
  <dcterms:created xsi:type="dcterms:W3CDTF">2026-03-30T15:25:33Z</dcterms:created>
  <dcterms:modified xsi:type="dcterms:W3CDTF">2026-03-30T15:25:34Z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ICV">
    <vt:lpwstr>77A4978E000445A89FE560EF062A203B_12</vt:lpwstr>
  </property>
  <property fmtid="{D5CDD505-2E9C-101B-9397-08002B2CF9AE}" pid="3" name="KSOProductBuildVer">
    <vt:lpwstr>2052-12.1.0.23542</vt:lpwstr>
  </property>
</Properties>
</file>